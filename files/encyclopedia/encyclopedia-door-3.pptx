
<file path=[Content_Types].xml><?xml version="1.0" encoding="utf-8"?>
<Types xmlns="http://schemas.openxmlformats.org/package/2006/content-types">
  <Default Extension="xml" ContentType="application/xml"/>
  <Default Extension="jpeg" ContentType="image/jpeg"/>
  <Default Extension="png" ContentType="image/png"/>
  <Default Extension="jpg" ContentType="image/jpeg"/>
  <Default Extension="rels" ContentType="application/vnd.openxmlformats-package.relationships+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3.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4.xml" ContentType="application/vnd.openxmlformats-officedocument.theme+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5.xml" ContentType="application/vnd.openxmlformats-officedocument.theme+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theme/theme6.xml" ContentType="application/vnd.openxmlformats-officedocument.theme+xml"/>
  <Override PartName="/ppt/slideLayouts/slideLayout104.xml" ContentType="application/vnd.openxmlformats-officedocument.presentationml.slideLayout+xml"/>
  <Override PartName="/ppt/theme/theme7.xml" ContentType="application/vnd.openxmlformats-officedocument.theme+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theme/theme8.xml" ContentType="application/vnd.openxmlformats-officedocument.theme+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theme/theme9.xml" ContentType="application/vnd.openxmlformats-officedocument.theme+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theme/theme10.xml" ContentType="application/vnd.openxmlformats-officedocument.theme+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theme/theme11.xml" ContentType="application/vnd.openxmlformats-officedocument.theme+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theme/theme12.xml" ContentType="application/vnd.openxmlformats-officedocument.theme+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theme/theme13.xml" ContentType="application/vnd.openxmlformats-officedocument.theme+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theme/theme14.xml" ContentType="application/vnd.openxmlformats-officedocument.theme+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theme/theme15.xml" ContentType="application/vnd.openxmlformats-officedocument.theme+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theme/theme16.xml" ContentType="application/vnd.openxmlformats-officedocument.theme+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theme/theme17.xml" ContentType="application/vnd.openxmlformats-officedocument.theme+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theme/theme18.xml" ContentType="application/vnd.openxmlformats-officedocument.theme+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theme/theme19.xml" ContentType="application/vnd.openxmlformats-officedocument.theme+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theme/theme20.xml" ContentType="application/vnd.openxmlformats-officedocument.theme+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theme/theme21.xml" ContentType="application/vnd.openxmlformats-officedocument.theme+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theme/theme22.xml" ContentType="application/vnd.openxmlformats-officedocument.theme+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theme/theme23.xml" ContentType="application/vnd.openxmlformats-officedocument.theme+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theme/theme24.xml" ContentType="application/vnd.openxmlformats-officedocument.theme+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theme/theme25.xml" ContentType="application/vnd.openxmlformats-officedocument.theme+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theme/theme26.xml" ContentType="application/vnd.openxmlformats-officedocument.theme+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theme/theme27.xml" ContentType="application/vnd.openxmlformats-officedocument.theme+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theme/theme28.xml" ContentType="application/vnd.openxmlformats-officedocument.theme+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theme/theme29.xml" ContentType="application/vnd.openxmlformats-officedocument.theme+xml"/>
  <Override PartName="/ppt/theme/theme30.xml" ContentType="application/vnd.openxmlformats-officedocument.theme+xml"/>
  <Override PartName="/ppt/theme/theme31.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4.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5.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notesSlides/notesSlide43.xml" ContentType="application/vnd.openxmlformats-officedocument.presentationml.notesSlide+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ppt/diagrams/data27.xml" ContentType="application/vnd.openxmlformats-officedocument.drawingml.diagramData+xml"/>
  <Override PartName="/ppt/diagrams/layout27.xml" ContentType="application/vnd.openxmlformats-officedocument.drawingml.diagramLayout+xml"/>
  <Override PartName="/ppt/diagrams/quickStyle27.xml" ContentType="application/vnd.openxmlformats-officedocument.drawingml.diagramStyle+xml"/>
  <Override PartName="/ppt/diagrams/colors27.xml" ContentType="application/vnd.openxmlformats-officedocument.drawingml.diagramColors+xml"/>
  <Override PartName="/ppt/diagrams/drawing27.xml" ContentType="application/vnd.ms-office.drawingml.diagramDrawing+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diagrams/data28.xml" ContentType="application/vnd.openxmlformats-officedocument.drawingml.diagramData+xml"/>
  <Override PartName="/ppt/diagrams/layout28.xml" ContentType="application/vnd.openxmlformats-officedocument.drawingml.diagramLayout+xml"/>
  <Override PartName="/ppt/diagrams/quickStyle28.xml" ContentType="application/vnd.openxmlformats-officedocument.drawingml.diagramStyle+xml"/>
  <Override PartName="/ppt/diagrams/colors28.xml" ContentType="application/vnd.openxmlformats-officedocument.drawingml.diagramColors+xml"/>
  <Override PartName="/ppt/diagrams/drawing28.xml" ContentType="application/vnd.ms-office.drawingml.diagramDrawing+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diagrams/data29.xml" ContentType="application/vnd.openxmlformats-officedocument.drawingml.diagramData+xml"/>
  <Override PartName="/ppt/diagrams/layout29.xml" ContentType="application/vnd.openxmlformats-officedocument.drawingml.diagramLayout+xml"/>
  <Override PartName="/ppt/diagrams/quickStyle29.xml" ContentType="application/vnd.openxmlformats-officedocument.drawingml.diagramStyle+xml"/>
  <Override PartName="/ppt/diagrams/colors29.xml" ContentType="application/vnd.openxmlformats-officedocument.drawingml.diagramColors+xml"/>
  <Override PartName="/ppt/diagrams/drawing29.xml" ContentType="application/vnd.ms-office.drawingml.diagramDrawing+xml"/>
  <Override PartName="/ppt/diagrams/data30.xml" ContentType="application/vnd.openxmlformats-officedocument.drawingml.diagramData+xml"/>
  <Override PartName="/ppt/diagrams/layout30.xml" ContentType="application/vnd.openxmlformats-officedocument.drawingml.diagramLayout+xml"/>
  <Override PartName="/ppt/diagrams/quickStyle30.xml" ContentType="application/vnd.openxmlformats-officedocument.drawingml.diagramStyle+xml"/>
  <Override PartName="/ppt/diagrams/colors30.xml" ContentType="application/vnd.openxmlformats-officedocument.drawingml.diagramColors+xml"/>
  <Override PartName="/ppt/diagrams/drawing30.xml" ContentType="application/vnd.ms-office.drawingml.diagramDrawing+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diagrams/data31.xml" ContentType="application/vnd.openxmlformats-officedocument.drawingml.diagramData+xml"/>
  <Override PartName="/ppt/diagrams/layout31.xml" ContentType="application/vnd.openxmlformats-officedocument.drawingml.diagramLayout+xml"/>
  <Override PartName="/ppt/diagrams/quickStyle31.xml" ContentType="application/vnd.openxmlformats-officedocument.drawingml.diagramStyle+xml"/>
  <Override PartName="/ppt/diagrams/colors31.xml" ContentType="application/vnd.openxmlformats-officedocument.drawingml.diagramColors+xml"/>
  <Override PartName="/ppt/diagrams/drawing31.xml" ContentType="application/vnd.ms-office.drawingml.diagramDrawing+xml"/>
  <Override PartName="/ppt/diagrams/data32.xml" ContentType="application/vnd.openxmlformats-officedocument.drawingml.diagramData+xml"/>
  <Override PartName="/ppt/diagrams/layout32.xml" ContentType="application/vnd.openxmlformats-officedocument.drawingml.diagramLayout+xml"/>
  <Override PartName="/ppt/diagrams/quickStyle32.xml" ContentType="application/vnd.openxmlformats-officedocument.drawingml.diagramStyle+xml"/>
  <Override PartName="/ppt/diagrams/colors32.xml" ContentType="application/vnd.openxmlformats-officedocument.drawingml.diagramColors+xml"/>
  <Override PartName="/ppt/diagrams/drawing32.xml" ContentType="application/vnd.ms-office.drawingml.diagramDrawing+xml"/>
  <Override PartName="/ppt/notesSlides/notesSlide78.xml" ContentType="application/vnd.openxmlformats-officedocument.presentationml.notesSlide+xml"/>
  <Override PartName="/ppt/diagrams/data33.xml" ContentType="application/vnd.openxmlformats-officedocument.drawingml.diagramData+xml"/>
  <Override PartName="/ppt/diagrams/layout33.xml" ContentType="application/vnd.openxmlformats-officedocument.drawingml.diagramLayout+xml"/>
  <Override PartName="/ppt/diagrams/quickStyle33.xml" ContentType="application/vnd.openxmlformats-officedocument.drawingml.diagramStyle+xml"/>
  <Override PartName="/ppt/diagrams/colors33.xml" ContentType="application/vnd.openxmlformats-officedocument.drawingml.diagramColors+xml"/>
  <Override PartName="/ppt/diagrams/drawing33.xml" ContentType="application/vnd.ms-office.drawingml.diagramDrawing+xml"/>
  <Override PartName="/ppt/diagrams/data34.xml" ContentType="application/vnd.openxmlformats-officedocument.drawingml.diagramData+xml"/>
  <Override PartName="/ppt/diagrams/layout34.xml" ContentType="application/vnd.openxmlformats-officedocument.drawingml.diagramLayout+xml"/>
  <Override PartName="/ppt/diagrams/quickStyle34.xml" ContentType="application/vnd.openxmlformats-officedocument.drawingml.diagramStyle+xml"/>
  <Override PartName="/ppt/diagrams/colors34.xml" ContentType="application/vnd.openxmlformats-officedocument.drawingml.diagramColors+xml"/>
  <Override PartName="/ppt/diagrams/drawing34.xml" ContentType="application/vnd.ms-office.drawingml.diagramDrawing+xml"/>
  <Override PartName="/ppt/notesSlides/notesSlide79.xml" ContentType="application/vnd.openxmlformats-officedocument.presentationml.notesSlide+xml"/>
  <Override PartName="/ppt/diagrams/data35.xml" ContentType="application/vnd.openxmlformats-officedocument.drawingml.diagramData+xml"/>
  <Override PartName="/ppt/diagrams/layout35.xml" ContentType="application/vnd.openxmlformats-officedocument.drawingml.diagramLayout+xml"/>
  <Override PartName="/ppt/diagrams/quickStyle35.xml" ContentType="application/vnd.openxmlformats-officedocument.drawingml.diagramStyle+xml"/>
  <Override PartName="/ppt/diagrams/colors35.xml" ContentType="application/vnd.openxmlformats-officedocument.drawingml.diagramColors+xml"/>
  <Override PartName="/ppt/diagrams/drawing35.xml" ContentType="application/vnd.ms-office.drawingml.diagramDrawing+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tl="1" saveSubsetFonts="1" autoCompressPictures="0">
  <p:sldMasterIdLst>
    <p:sldMasterId id="2147483648" r:id="rId1"/>
    <p:sldMasterId id="2147483701" r:id="rId2"/>
    <p:sldMasterId id="2147483749" r:id="rId3"/>
    <p:sldMasterId id="2147483790" r:id="rId4"/>
    <p:sldMasterId id="2147485029" r:id="rId5"/>
    <p:sldMasterId id="2147485103" r:id="rId6"/>
    <p:sldMasterId id="2147485435" r:id="rId7"/>
    <p:sldMasterId id="2147485437" r:id="rId8"/>
    <p:sldMasterId id="2147485468" r:id="rId9"/>
    <p:sldMasterId id="2147485632" r:id="rId10"/>
    <p:sldMasterId id="2147485645" r:id="rId11"/>
    <p:sldMasterId id="2147485726" r:id="rId12"/>
    <p:sldMasterId id="2147485738" r:id="rId13"/>
    <p:sldMasterId id="2147485750" r:id="rId14"/>
    <p:sldMasterId id="2147485774" r:id="rId15"/>
    <p:sldMasterId id="2147485810" r:id="rId16"/>
    <p:sldMasterId id="2147486321" r:id="rId17"/>
    <p:sldMasterId id="2147486335" r:id="rId18"/>
    <p:sldMasterId id="2147486368" r:id="rId19"/>
    <p:sldMasterId id="2147486401" r:id="rId20"/>
    <p:sldMasterId id="2147486434" r:id="rId21"/>
    <p:sldMasterId id="2147486465" r:id="rId22"/>
    <p:sldMasterId id="2147486477" r:id="rId23"/>
    <p:sldMasterId id="2147486489" r:id="rId24"/>
    <p:sldMasterId id="2147486503" r:id="rId25"/>
    <p:sldMasterId id="2147486514" r:id="rId26"/>
    <p:sldMasterId id="2147486526" r:id="rId27"/>
    <p:sldMasterId id="2147486556" r:id="rId28"/>
    <p:sldMasterId id="2147486586" r:id="rId29"/>
  </p:sldMasterIdLst>
  <p:notesMasterIdLst>
    <p:notesMasterId r:id="rId455"/>
  </p:notesMasterIdLst>
  <p:handoutMasterIdLst>
    <p:handoutMasterId r:id="rId456"/>
  </p:handoutMasterIdLst>
  <p:sldIdLst>
    <p:sldId id="1503" r:id="rId30"/>
    <p:sldId id="1210" r:id="rId31"/>
    <p:sldId id="1229" r:id="rId32"/>
    <p:sldId id="1230" r:id="rId33"/>
    <p:sldId id="1231" r:id="rId34"/>
    <p:sldId id="1232" r:id="rId35"/>
    <p:sldId id="1233" r:id="rId36"/>
    <p:sldId id="1235" r:id="rId37"/>
    <p:sldId id="1236" r:id="rId38"/>
    <p:sldId id="1237" r:id="rId39"/>
    <p:sldId id="1238" r:id="rId40"/>
    <p:sldId id="1239" r:id="rId41"/>
    <p:sldId id="1240" r:id="rId42"/>
    <p:sldId id="1241" r:id="rId43"/>
    <p:sldId id="1243" r:id="rId44"/>
    <p:sldId id="1242" r:id="rId45"/>
    <p:sldId id="1245" r:id="rId46"/>
    <p:sldId id="1246" r:id="rId47"/>
    <p:sldId id="1248" r:id="rId48"/>
    <p:sldId id="1249" r:id="rId49"/>
    <p:sldId id="1250" r:id="rId50"/>
    <p:sldId id="1251" r:id="rId51"/>
    <p:sldId id="1252" r:id="rId52"/>
    <p:sldId id="1253" r:id="rId53"/>
    <p:sldId id="1254" r:id="rId54"/>
    <p:sldId id="1255" r:id="rId55"/>
    <p:sldId id="1259" r:id="rId56"/>
    <p:sldId id="1257" r:id="rId57"/>
    <p:sldId id="1258" r:id="rId58"/>
    <p:sldId id="1260" r:id="rId59"/>
    <p:sldId id="1263" r:id="rId60"/>
    <p:sldId id="1264" r:id="rId61"/>
    <p:sldId id="1265" r:id="rId62"/>
    <p:sldId id="1266" r:id="rId63"/>
    <p:sldId id="1267" r:id="rId64"/>
    <p:sldId id="1268" r:id="rId65"/>
    <p:sldId id="1269" r:id="rId66"/>
    <p:sldId id="1270" r:id="rId67"/>
    <p:sldId id="1271" r:id="rId68"/>
    <p:sldId id="1272" r:id="rId69"/>
    <p:sldId id="1273" r:id="rId70"/>
    <p:sldId id="1275" r:id="rId71"/>
    <p:sldId id="1274" r:id="rId72"/>
    <p:sldId id="1276" r:id="rId73"/>
    <p:sldId id="1277" r:id="rId74"/>
    <p:sldId id="1279" r:id="rId75"/>
    <p:sldId id="1280" r:id="rId76"/>
    <p:sldId id="1281" r:id="rId77"/>
    <p:sldId id="1282" r:id="rId78"/>
    <p:sldId id="1283" r:id="rId79"/>
    <p:sldId id="1284" r:id="rId80"/>
    <p:sldId id="1285" r:id="rId81"/>
    <p:sldId id="1286" r:id="rId82"/>
    <p:sldId id="1287" r:id="rId83"/>
    <p:sldId id="1288" r:id="rId84"/>
    <p:sldId id="1292" r:id="rId85"/>
    <p:sldId id="1290" r:id="rId86"/>
    <p:sldId id="1293" r:id="rId87"/>
    <p:sldId id="1294" r:id="rId88"/>
    <p:sldId id="1295" r:id="rId89"/>
    <p:sldId id="1296" r:id="rId90"/>
    <p:sldId id="1297" r:id="rId91"/>
    <p:sldId id="1298" r:id="rId92"/>
    <p:sldId id="1299" r:id="rId93"/>
    <p:sldId id="1303" r:id="rId94"/>
    <p:sldId id="1304" r:id="rId95"/>
    <p:sldId id="1305" r:id="rId96"/>
    <p:sldId id="1306" r:id="rId97"/>
    <p:sldId id="1307" r:id="rId98"/>
    <p:sldId id="1308" r:id="rId99"/>
    <p:sldId id="1309" r:id="rId100"/>
    <p:sldId id="1310" r:id="rId101"/>
    <p:sldId id="1312" r:id="rId102"/>
    <p:sldId id="1313" r:id="rId103"/>
    <p:sldId id="1314" r:id="rId104"/>
    <p:sldId id="1311" r:id="rId105"/>
    <p:sldId id="1315" r:id="rId106"/>
    <p:sldId id="1316" r:id="rId107"/>
    <p:sldId id="1317" r:id="rId108"/>
    <p:sldId id="1318" r:id="rId109"/>
    <p:sldId id="1321" r:id="rId110"/>
    <p:sldId id="1322" r:id="rId111"/>
    <p:sldId id="1323" r:id="rId112"/>
    <p:sldId id="1325" r:id="rId113"/>
    <p:sldId id="1327" r:id="rId114"/>
    <p:sldId id="1328" r:id="rId115"/>
    <p:sldId id="1329" r:id="rId116"/>
    <p:sldId id="1330" r:id="rId117"/>
    <p:sldId id="1332" r:id="rId118"/>
    <p:sldId id="1331" r:id="rId119"/>
    <p:sldId id="1333" r:id="rId120"/>
    <p:sldId id="1341" r:id="rId121"/>
    <p:sldId id="1343" r:id="rId122"/>
    <p:sldId id="1344" r:id="rId123"/>
    <p:sldId id="1342" r:id="rId124"/>
    <p:sldId id="1345" r:id="rId125"/>
    <p:sldId id="1346" r:id="rId126"/>
    <p:sldId id="1348" r:id="rId127"/>
    <p:sldId id="1351" r:id="rId128"/>
    <p:sldId id="1352" r:id="rId129"/>
    <p:sldId id="1353" r:id="rId130"/>
    <p:sldId id="1354" r:id="rId131"/>
    <p:sldId id="1355" r:id="rId132"/>
    <p:sldId id="1350" r:id="rId133"/>
    <p:sldId id="1349" r:id="rId134"/>
    <p:sldId id="1357" r:id="rId135"/>
    <p:sldId id="1364" r:id="rId136"/>
    <p:sldId id="1365" r:id="rId137"/>
    <p:sldId id="1366" r:id="rId138"/>
    <p:sldId id="1359" r:id="rId139"/>
    <p:sldId id="1358" r:id="rId140"/>
    <p:sldId id="1367" r:id="rId141"/>
    <p:sldId id="1368" r:id="rId142"/>
    <p:sldId id="1370" r:id="rId143"/>
    <p:sldId id="1371" r:id="rId144"/>
    <p:sldId id="1373" r:id="rId145"/>
    <p:sldId id="1374" r:id="rId146"/>
    <p:sldId id="1361" r:id="rId147"/>
    <p:sldId id="1378" r:id="rId148"/>
    <p:sldId id="1375" r:id="rId149"/>
    <p:sldId id="1379" r:id="rId150"/>
    <p:sldId id="1380" r:id="rId151"/>
    <p:sldId id="1381" r:id="rId152"/>
    <p:sldId id="1383" r:id="rId153"/>
    <p:sldId id="1384" r:id="rId154"/>
    <p:sldId id="1376" r:id="rId155"/>
    <p:sldId id="1387" r:id="rId156"/>
    <p:sldId id="1388" r:id="rId157"/>
    <p:sldId id="1389" r:id="rId158"/>
    <p:sldId id="1390" r:id="rId159"/>
    <p:sldId id="1391" r:id="rId160"/>
    <p:sldId id="1392" r:id="rId161"/>
    <p:sldId id="1393" r:id="rId162"/>
    <p:sldId id="1394" r:id="rId163"/>
    <p:sldId id="1397" r:id="rId164"/>
    <p:sldId id="1395" r:id="rId165"/>
    <p:sldId id="1398" r:id="rId166"/>
    <p:sldId id="1401" r:id="rId167"/>
    <p:sldId id="1399" r:id="rId168"/>
    <p:sldId id="1403" r:id="rId169"/>
    <p:sldId id="1404" r:id="rId170"/>
    <p:sldId id="1405" r:id="rId171"/>
    <p:sldId id="1408" r:id="rId172"/>
    <p:sldId id="1406" r:id="rId173"/>
    <p:sldId id="1409" r:id="rId174"/>
    <p:sldId id="1410" r:id="rId175"/>
    <p:sldId id="1413" r:id="rId176"/>
    <p:sldId id="1414" r:id="rId177"/>
    <p:sldId id="1415" r:id="rId178"/>
    <p:sldId id="1416" r:id="rId179"/>
    <p:sldId id="1425" r:id="rId180"/>
    <p:sldId id="1417" r:id="rId181"/>
    <p:sldId id="1418" r:id="rId182"/>
    <p:sldId id="1426" r:id="rId183"/>
    <p:sldId id="1427" r:id="rId184"/>
    <p:sldId id="1428" r:id="rId185"/>
    <p:sldId id="1429" r:id="rId186"/>
    <p:sldId id="1433" r:id="rId187"/>
    <p:sldId id="1430" r:id="rId188"/>
    <p:sldId id="1434" r:id="rId189"/>
    <p:sldId id="1436" r:id="rId190"/>
    <p:sldId id="1437" r:id="rId191"/>
    <p:sldId id="1438" r:id="rId192"/>
    <p:sldId id="1439" r:id="rId193"/>
    <p:sldId id="1440" r:id="rId194"/>
    <p:sldId id="1441" r:id="rId195"/>
    <p:sldId id="1411" r:id="rId196"/>
    <p:sldId id="1442" r:id="rId197"/>
    <p:sldId id="1504" r:id="rId198"/>
    <p:sldId id="1446" r:id="rId199"/>
    <p:sldId id="1448" r:id="rId200"/>
    <p:sldId id="1443" r:id="rId201"/>
    <p:sldId id="1444" r:id="rId202"/>
    <p:sldId id="1449" r:id="rId203"/>
    <p:sldId id="1450" r:id="rId204"/>
    <p:sldId id="1451" r:id="rId205"/>
    <p:sldId id="1452" r:id="rId206"/>
    <p:sldId id="1453" r:id="rId207"/>
    <p:sldId id="1454" r:id="rId208"/>
    <p:sldId id="1455" r:id="rId209"/>
    <p:sldId id="1456" r:id="rId210"/>
    <p:sldId id="1457" r:id="rId211"/>
    <p:sldId id="1458" r:id="rId212"/>
    <p:sldId id="1459" r:id="rId213"/>
    <p:sldId id="1460" r:id="rId214"/>
    <p:sldId id="1461" r:id="rId215"/>
    <p:sldId id="1462" r:id="rId216"/>
    <p:sldId id="1463" r:id="rId217"/>
    <p:sldId id="1464" r:id="rId218"/>
    <p:sldId id="1465" r:id="rId219"/>
    <p:sldId id="1466" r:id="rId220"/>
    <p:sldId id="1467" r:id="rId221"/>
    <p:sldId id="1469" r:id="rId222"/>
    <p:sldId id="1470" r:id="rId223"/>
    <p:sldId id="1471" r:id="rId224"/>
    <p:sldId id="1473" r:id="rId225"/>
    <p:sldId id="1472" r:id="rId226"/>
    <p:sldId id="1474" r:id="rId227"/>
    <p:sldId id="1475" r:id="rId228"/>
    <p:sldId id="1476" r:id="rId229"/>
    <p:sldId id="1477" r:id="rId230"/>
    <p:sldId id="1478" r:id="rId231"/>
    <p:sldId id="1479" r:id="rId232"/>
    <p:sldId id="1480" r:id="rId233"/>
    <p:sldId id="1482" r:id="rId234"/>
    <p:sldId id="1481" r:id="rId235"/>
    <p:sldId id="1483" r:id="rId236"/>
    <p:sldId id="1484" r:id="rId237"/>
    <p:sldId id="1485" r:id="rId238"/>
    <p:sldId id="1487" r:id="rId239"/>
    <p:sldId id="1488" r:id="rId240"/>
    <p:sldId id="1489" r:id="rId241"/>
    <p:sldId id="1492" r:id="rId242"/>
    <p:sldId id="1491" r:id="rId243"/>
    <p:sldId id="1486" r:id="rId244"/>
    <p:sldId id="1495" r:id="rId245"/>
    <p:sldId id="1496" r:id="rId246"/>
    <p:sldId id="1494" r:id="rId247"/>
    <p:sldId id="1497" r:id="rId248"/>
    <p:sldId id="1420" r:id="rId249"/>
    <p:sldId id="1498" r:id="rId250"/>
    <p:sldId id="1499" r:id="rId251"/>
    <p:sldId id="1493" r:id="rId252"/>
    <p:sldId id="1500" r:id="rId253"/>
    <p:sldId id="1501" r:id="rId254"/>
    <p:sldId id="1502" r:id="rId255"/>
    <p:sldId id="1505" r:id="rId256"/>
    <p:sldId id="1506" r:id="rId257"/>
    <p:sldId id="1507" r:id="rId258"/>
    <p:sldId id="1508" r:id="rId259"/>
    <p:sldId id="1509" r:id="rId260"/>
    <p:sldId id="1510" r:id="rId261"/>
    <p:sldId id="1511" r:id="rId262"/>
    <p:sldId id="1512" r:id="rId263"/>
    <p:sldId id="1513" r:id="rId264"/>
    <p:sldId id="1514" r:id="rId265"/>
    <p:sldId id="1515" r:id="rId266"/>
    <p:sldId id="1516" r:id="rId267"/>
    <p:sldId id="1517" r:id="rId268"/>
    <p:sldId id="1518" r:id="rId269"/>
    <p:sldId id="1519" r:id="rId270"/>
    <p:sldId id="1520" r:id="rId271"/>
    <p:sldId id="1521" r:id="rId272"/>
    <p:sldId id="1522" r:id="rId273"/>
    <p:sldId id="1523" r:id="rId274"/>
    <p:sldId id="1524" r:id="rId275"/>
    <p:sldId id="1525" r:id="rId276"/>
    <p:sldId id="1526" r:id="rId277"/>
    <p:sldId id="1527" r:id="rId278"/>
    <p:sldId id="1528" r:id="rId279"/>
    <p:sldId id="1529" r:id="rId280"/>
    <p:sldId id="1530" r:id="rId281"/>
    <p:sldId id="1531" r:id="rId282"/>
    <p:sldId id="1532" r:id="rId283"/>
    <p:sldId id="1533" r:id="rId284"/>
    <p:sldId id="1534" r:id="rId285"/>
    <p:sldId id="1535" r:id="rId286"/>
    <p:sldId id="1536" r:id="rId287"/>
    <p:sldId id="1537" r:id="rId288"/>
    <p:sldId id="1538" r:id="rId289"/>
    <p:sldId id="1539" r:id="rId290"/>
    <p:sldId id="1540" r:id="rId291"/>
    <p:sldId id="1541" r:id="rId292"/>
    <p:sldId id="1542" r:id="rId293"/>
    <p:sldId id="1543" r:id="rId294"/>
    <p:sldId id="1544" r:id="rId295"/>
    <p:sldId id="1545" r:id="rId296"/>
    <p:sldId id="1546" r:id="rId297"/>
    <p:sldId id="1547" r:id="rId298"/>
    <p:sldId id="1548" r:id="rId299"/>
    <p:sldId id="1549" r:id="rId300"/>
    <p:sldId id="1550" r:id="rId301"/>
    <p:sldId id="1551" r:id="rId302"/>
    <p:sldId id="1552" r:id="rId303"/>
    <p:sldId id="1553" r:id="rId304"/>
    <p:sldId id="1554" r:id="rId305"/>
    <p:sldId id="1555" r:id="rId306"/>
    <p:sldId id="1556" r:id="rId307"/>
    <p:sldId id="1557" r:id="rId308"/>
    <p:sldId id="1558" r:id="rId309"/>
    <p:sldId id="1559" r:id="rId310"/>
    <p:sldId id="1560" r:id="rId311"/>
    <p:sldId id="1561" r:id="rId312"/>
    <p:sldId id="1562" r:id="rId313"/>
    <p:sldId id="1563" r:id="rId314"/>
    <p:sldId id="1564" r:id="rId315"/>
    <p:sldId id="1565" r:id="rId316"/>
    <p:sldId id="1566" r:id="rId317"/>
    <p:sldId id="1567" r:id="rId318"/>
    <p:sldId id="1568" r:id="rId319"/>
    <p:sldId id="1569" r:id="rId320"/>
    <p:sldId id="1570" r:id="rId321"/>
    <p:sldId id="1571" r:id="rId322"/>
    <p:sldId id="1572" r:id="rId323"/>
    <p:sldId id="1573" r:id="rId324"/>
    <p:sldId id="1574" r:id="rId325"/>
    <p:sldId id="1575" r:id="rId326"/>
    <p:sldId id="1576" r:id="rId327"/>
    <p:sldId id="1577" r:id="rId328"/>
    <p:sldId id="1578" r:id="rId329"/>
    <p:sldId id="1579" r:id="rId330"/>
    <p:sldId id="1580" r:id="rId331"/>
    <p:sldId id="1581" r:id="rId332"/>
    <p:sldId id="1582" r:id="rId333"/>
    <p:sldId id="1583" r:id="rId334"/>
    <p:sldId id="1584" r:id="rId335"/>
    <p:sldId id="1585" r:id="rId336"/>
    <p:sldId id="1586" r:id="rId337"/>
    <p:sldId id="1587" r:id="rId338"/>
    <p:sldId id="1588" r:id="rId339"/>
    <p:sldId id="1589" r:id="rId340"/>
    <p:sldId id="1590" r:id="rId341"/>
    <p:sldId id="1591" r:id="rId342"/>
    <p:sldId id="1592" r:id="rId343"/>
    <p:sldId id="1593" r:id="rId344"/>
    <p:sldId id="1594" r:id="rId345"/>
    <p:sldId id="1595" r:id="rId346"/>
    <p:sldId id="1596" r:id="rId347"/>
    <p:sldId id="1597" r:id="rId348"/>
    <p:sldId id="1598" r:id="rId349"/>
    <p:sldId id="1599" r:id="rId350"/>
    <p:sldId id="1600" r:id="rId351"/>
    <p:sldId id="1601" r:id="rId352"/>
    <p:sldId id="1602" r:id="rId353"/>
    <p:sldId id="1603" r:id="rId354"/>
    <p:sldId id="1604" r:id="rId355"/>
    <p:sldId id="1605" r:id="rId356"/>
    <p:sldId id="1606" r:id="rId357"/>
    <p:sldId id="1607" r:id="rId358"/>
    <p:sldId id="1608" r:id="rId359"/>
    <p:sldId id="1609" r:id="rId360"/>
    <p:sldId id="1610" r:id="rId361"/>
    <p:sldId id="1611" r:id="rId362"/>
    <p:sldId id="1612" r:id="rId363"/>
    <p:sldId id="1613" r:id="rId364"/>
    <p:sldId id="1614" r:id="rId365"/>
    <p:sldId id="1615" r:id="rId366"/>
    <p:sldId id="1616" r:id="rId367"/>
    <p:sldId id="1617" r:id="rId368"/>
    <p:sldId id="1618" r:id="rId369"/>
    <p:sldId id="1619" r:id="rId370"/>
    <p:sldId id="1620" r:id="rId371"/>
    <p:sldId id="1621" r:id="rId372"/>
    <p:sldId id="1622" r:id="rId373"/>
    <p:sldId id="1623" r:id="rId374"/>
    <p:sldId id="1624" r:id="rId375"/>
    <p:sldId id="1625" r:id="rId376"/>
    <p:sldId id="1626" r:id="rId377"/>
    <p:sldId id="1627" r:id="rId378"/>
    <p:sldId id="1628" r:id="rId379"/>
    <p:sldId id="1629" r:id="rId380"/>
    <p:sldId id="1630" r:id="rId381"/>
    <p:sldId id="1631" r:id="rId382"/>
    <p:sldId id="1632" r:id="rId383"/>
    <p:sldId id="1633" r:id="rId384"/>
    <p:sldId id="1634" r:id="rId385"/>
    <p:sldId id="1635" r:id="rId386"/>
    <p:sldId id="1636" r:id="rId387"/>
    <p:sldId id="1637" r:id="rId388"/>
    <p:sldId id="1638" r:id="rId389"/>
    <p:sldId id="1639" r:id="rId390"/>
    <p:sldId id="1640" r:id="rId391"/>
    <p:sldId id="1641" r:id="rId392"/>
    <p:sldId id="1642" r:id="rId393"/>
    <p:sldId id="1643" r:id="rId394"/>
    <p:sldId id="1644" r:id="rId395"/>
    <p:sldId id="1645" r:id="rId396"/>
    <p:sldId id="1646" r:id="rId397"/>
    <p:sldId id="1647" r:id="rId398"/>
    <p:sldId id="1648" r:id="rId399"/>
    <p:sldId id="1649" r:id="rId400"/>
    <p:sldId id="1650" r:id="rId401"/>
    <p:sldId id="1651" r:id="rId402"/>
    <p:sldId id="1652" r:id="rId403"/>
    <p:sldId id="1653" r:id="rId404"/>
    <p:sldId id="1654" r:id="rId405"/>
    <p:sldId id="1655" r:id="rId406"/>
    <p:sldId id="1656" r:id="rId407"/>
    <p:sldId id="1657" r:id="rId408"/>
    <p:sldId id="1658" r:id="rId409"/>
    <p:sldId id="1659" r:id="rId410"/>
    <p:sldId id="1660" r:id="rId411"/>
    <p:sldId id="1661" r:id="rId412"/>
    <p:sldId id="1662" r:id="rId413"/>
    <p:sldId id="1663" r:id="rId414"/>
    <p:sldId id="1664" r:id="rId415"/>
    <p:sldId id="1665" r:id="rId416"/>
    <p:sldId id="1666" r:id="rId417"/>
    <p:sldId id="1667" r:id="rId418"/>
    <p:sldId id="1668" r:id="rId419"/>
    <p:sldId id="1669" r:id="rId420"/>
    <p:sldId id="1670" r:id="rId421"/>
    <p:sldId id="1671" r:id="rId422"/>
    <p:sldId id="1672" r:id="rId423"/>
    <p:sldId id="1673" r:id="rId424"/>
    <p:sldId id="1674" r:id="rId425"/>
    <p:sldId id="1675" r:id="rId426"/>
    <p:sldId id="1676" r:id="rId427"/>
    <p:sldId id="1677" r:id="rId428"/>
    <p:sldId id="1678" r:id="rId429"/>
    <p:sldId id="1679" r:id="rId430"/>
    <p:sldId id="1680" r:id="rId431"/>
    <p:sldId id="1681" r:id="rId432"/>
    <p:sldId id="1682" r:id="rId433"/>
    <p:sldId id="1683" r:id="rId434"/>
    <p:sldId id="1684" r:id="rId435"/>
    <p:sldId id="1685" r:id="rId436"/>
    <p:sldId id="1686" r:id="rId437"/>
    <p:sldId id="1687" r:id="rId438"/>
    <p:sldId id="1688" r:id="rId439"/>
    <p:sldId id="1689" r:id="rId440"/>
    <p:sldId id="1690" r:id="rId441"/>
    <p:sldId id="1691" r:id="rId442"/>
    <p:sldId id="1692" r:id="rId443"/>
    <p:sldId id="1693" r:id="rId444"/>
    <p:sldId id="1694" r:id="rId445"/>
    <p:sldId id="1695" r:id="rId446"/>
    <p:sldId id="1696" r:id="rId447"/>
    <p:sldId id="1697" r:id="rId448"/>
    <p:sldId id="1698" r:id="rId449"/>
    <p:sldId id="1699" r:id="rId450"/>
    <p:sldId id="1700" r:id="rId451"/>
    <p:sldId id="1701" r:id="rId452"/>
    <p:sldId id="1702" r:id="rId453"/>
    <p:sldId id="1703" r:id="rId454"/>
  </p:sldIdLst>
  <p:sldSz cx="12192000" cy="6858000"/>
  <p:notesSz cx="6858000" cy="9144000"/>
  <p:defaultTex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C000"/>
    <a:srgbClr val="3FD5BA"/>
    <a:srgbClr val="7CC8EC"/>
    <a:srgbClr val="F47264"/>
    <a:srgbClr val="F8D35E"/>
    <a:srgbClr val="ED7D31"/>
    <a:srgbClr val="4472C4"/>
    <a:srgbClr val="9BBB59"/>
    <a:srgbClr val="2980B9"/>
    <a:srgbClr val="C0392B"/>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79088" autoAdjust="0"/>
    <p:restoredTop sz="94648"/>
  </p:normalViewPr>
  <p:slideViewPr>
    <p:cSldViewPr snapToGrid="0" snapToObjects="1">
      <p:cViewPr varScale="1">
        <p:scale>
          <a:sx n="109" d="100"/>
          <a:sy n="109" d="100"/>
        </p:scale>
        <p:origin x="208" y="184"/>
      </p:cViewPr>
      <p:guideLst>
        <p:guide orient="horz" pos="2160"/>
        <p:guide pos="3840"/>
      </p:guideLst>
    </p:cSldViewPr>
  </p:slideViewPr>
  <p:notesTextViewPr>
    <p:cViewPr>
      <p:scale>
        <a:sx n="1" d="1"/>
        <a:sy n="1" d="1"/>
      </p:scale>
      <p:origin x="0" y="0"/>
    </p:cViewPr>
  </p:notesTextViewPr>
  <p:notesViewPr>
    <p:cSldViewPr snapToGrid="0" snapToObjects="1">
      <p:cViewPr varScale="1">
        <p:scale>
          <a:sx n="70" d="100"/>
          <a:sy n="70" d="100"/>
        </p:scale>
        <p:origin x="684" y="54"/>
      </p:cViewPr>
      <p:guideLst/>
    </p:cSldViewPr>
  </p:notesViewPr>
  <p:gridSpacing cx="72008" cy="72008"/>
</p:viewPr>
</file>

<file path=ppt/_rels/presentation.xml.rels><?xml version="1.0" encoding="UTF-8" standalone="yes"?>
<Relationships xmlns="http://schemas.openxmlformats.org/package/2006/relationships"><Relationship Id="rId459" Type="http://schemas.openxmlformats.org/officeDocument/2006/relationships/theme" Target="theme/theme1.xml"/><Relationship Id="rId20" Type="http://schemas.openxmlformats.org/officeDocument/2006/relationships/slideMaster" Target="slideMasters/slideMaster20.xml"/><Relationship Id="rId21" Type="http://schemas.openxmlformats.org/officeDocument/2006/relationships/slideMaster" Target="slideMasters/slideMaster21.xml"/><Relationship Id="rId22" Type="http://schemas.openxmlformats.org/officeDocument/2006/relationships/slideMaster" Target="slideMasters/slideMaster22.xml"/><Relationship Id="rId23" Type="http://schemas.openxmlformats.org/officeDocument/2006/relationships/slideMaster" Target="slideMasters/slideMaster23.xml"/><Relationship Id="rId24" Type="http://schemas.openxmlformats.org/officeDocument/2006/relationships/slideMaster" Target="slideMasters/slideMaster24.xml"/><Relationship Id="rId25" Type="http://schemas.openxmlformats.org/officeDocument/2006/relationships/slideMaster" Target="slideMasters/slideMaster25.xml"/><Relationship Id="rId26" Type="http://schemas.openxmlformats.org/officeDocument/2006/relationships/slideMaster" Target="slideMasters/slideMaster26.xml"/><Relationship Id="rId27" Type="http://schemas.openxmlformats.org/officeDocument/2006/relationships/slideMaster" Target="slideMasters/slideMaster27.xml"/><Relationship Id="rId28" Type="http://schemas.openxmlformats.org/officeDocument/2006/relationships/slideMaster" Target="slideMasters/slideMaster28.xml"/><Relationship Id="rId29" Type="http://schemas.openxmlformats.org/officeDocument/2006/relationships/slideMaster" Target="slideMasters/slideMaster29.xml"/><Relationship Id="rId170" Type="http://schemas.openxmlformats.org/officeDocument/2006/relationships/slide" Target="slides/slide141.xml"/><Relationship Id="rId171" Type="http://schemas.openxmlformats.org/officeDocument/2006/relationships/slide" Target="slides/slide142.xml"/><Relationship Id="rId172" Type="http://schemas.openxmlformats.org/officeDocument/2006/relationships/slide" Target="slides/slide143.xml"/><Relationship Id="rId173" Type="http://schemas.openxmlformats.org/officeDocument/2006/relationships/slide" Target="slides/slide144.xml"/><Relationship Id="rId174" Type="http://schemas.openxmlformats.org/officeDocument/2006/relationships/slide" Target="slides/slide145.xml"/><Relationship Id="rId175" Type="http://schemas.openxmlformats.org/officeDocument/2006/relationships/slide" Target="slides/slide146.xml"/><Relationship Id="rId176" Type="http://schemas.openxmlformats.org/officeDocument/2006/relationships/slide" Target="slides/slide147.xml"/><Relationship Id="rId177" Type="http://schemas.openxmlformats.org/officeDocument/2006/relationships/slide" Target="slides/slide148.xml"/><Relationship Id="rId178" Type="http://schemas.openxmlformats.org/officeDocument/2006/relationships/slide" Target="slides/slide149.xml"/><Relationship Id="rId179" Type="http://schemas.openxmlformats.org/officeDocument/2006/relationships/slide" Target="slides/slide150.xml"/><Relationship Id="rId230" Type="http://schemas.openxmlformats.org/officeDocument/2006/relationships/slide" Target="slides/slide201.xml"/><Relationship Id="rId231" Type="http://schemas.openxmlformats.org/officeDocument/2006/relationships/slide" Target="slides/slide202.xml"/><Relationship Id="rId232" Type="http://schemas.openxmlformats.org/officeDocument/2006/relationships/slide" Target="slides/slide203.xml"/><Relationship Id="rId233" Type="http://schemas.openxmlformats.org/officeDocument/2006/relationships/slide" Target="slides/slide204.xml"/><Relationship Id="rId234" Type="http://schemas.openxmlformats.org/officeDocument/2006/relationships/slide" Target="slides/slide205.xml"/><Relationship Id="rId235" Type="http://schemas.openxmlformats.org/officeDocument/2006/relationships/slide" Target="slides/slide206.xml"/><Relationship Id="rId236" Type="http://schemas.openxmlformats.org/officeDocument/2006/relationships/slide" Target="slides/slide207.xml"/><Relationship Id="rId237" Type="http://schemas.openxmlformats.org/officeDocument/2006/relationships/slide" Target="slides/slide208.xml"/><Relationship Id="rId238" Type="http://schemas.openxmlformats.org/officeDocument/2006/relationships/slide" Target="slides/slide209.xml"/><Relationship Id="rId239" Type="http://schemas.openxmlformats.org/officeDocument/2006/relationships/slide" Target="slides/slide210.xml"/><Relationship Id="rId460" Type="http://schemas.openxmlformats.org/officeDocument/2006/relationships/tableStyles" Target="tableStyles.xml"/><Relationship Id="rId30" Type="http://schemas.openxmlformats.org/officeDocument/2006/relationships/slide" Target="slides/slide1.xml"/><Relationship Id="rId31" Type="http://schemas.openxmlformats.org/officeDocument/2006/relationships/slide" Target="slides/slide2.xml"/><Relationship Id="rId32" Type="http://schemas.openxmlformats.org/officeDocument/2006/relationships/slide" Target="slides/slide3.xml"/><Relationship Id="rId33" Type="http://schemas.openxmlformats.org/officeDocument/2006/relationships/slide" Target="slides/slide4.xml"/><Relationship Id="rId34" Type="http://schemas.openxmlformats.org/officeDocument/2006/relationships/slide" Target="slides/slide5.xml"/><Relationship Id="rId35" Type="http://schemas.openxmlformats.org/officeDocument/2006/relationships/slide" Target="slides/slide6.xml"/><Relationship Id="rId36" Type="http://schemas.openxmlformats.org/officeDocument/2006/relationships/slide" Target="slides/slide7.xml"/><Relationship Id="rId37" Type="http://schemas.openxmlformats.org/officeDocument/2006/relationships/slide" Target="slides/slide8.xml"/><Relationship Id="rId38" Type="http://schemas.openxmlformats.org/officeDocument/2006/relationships/slide" Target="slides/slide9.xml"/><Relationship Id="rId39" Type="http://schemas.openxmlformats.org/officeDocument/2006/relationships/slide" Target="slides/slide10.xml"/><Relationship Id="rId180" Type="http://schemas.openxmlformats.org/officeDocument/2006/relationships/slide" Target="slides/slide151.xml"/><Relationship Id="rId181" Type="http://schemas.openxmlformats.org/officeDocument/2006/relationships/slide" Target="slides/slide152.xml"/><Relationship Id="rId182" Type="http://schemas.openxmlformats.org/officeDocument/2006/relationships/slide" Target="slides/slide153.xml"/><Relationship Id="rId183" Type="http://schemas.openxmlformats.org/officeDocument/2006/relationships/slide" Target="slides/slide154.xml"/><Relationship Id="rId184" Type="http://schemas.openxmlformats.org/officeDocument/2006/relationships/slide" Target="slides/slide155.xml"/><Relationship Id="rId185" Type="http://schemas.openxmlformats.org/officeDocument/2006/relationships/slide" Target="slides/slide156.xml"/><Relationship Id="rId186" Type="http://schemas.openxmlformats.org/officeDocument/2006/relationships/slide" Target="slides/slide157.xml"/><Relationship Id="rId187" Type="http://schemas.openxmlformats.org/officeDocument/2006/relationships/slide" Target="slides/slide158.xml"/><Relationship Id="rId188" Type="http://schemas.openxmlformats.org/officeDocument/2006/relationships/slide" Target="slides/slide159.xml"/><Relationship Id="rId189" Type="http://schemas.openxmlformats.org/officeDocument/2006/relationships/slide" Target="slides/slide160.xml"/><Relationship Id="rId240" Type="http://schemas.openxmlformats.org/officeDocument/2006/relationships/slide" Target="slides/slide211.xml"/><Relationship Id="rId241" Type="http://schemas.openxmlformats.org/officeDocument/2006/relationships/slide" Target="slides/slide212.xml"/><Relationship Id="rId242" Type="http://schemas.openxmlformats.org/officeDocument/2006/relationships/slide" Target="slides/slide213.xml"/><Relationship Id="rId243" Type="http://schemas.openxmlformats.org/officeDocument/2006/relationships/slide" Target="slides/slide214.xml"/><Relationship Id="rId244" Type="http://schemas.openxmlformats.org/officeDocument/2006/relationships/slide" Target="slides/slide215.xml"/><Relationship Id="rId245" Type="http://schemas.openxmlformats.org/officeDocument/2006/relationships/slide" Target="slides/slide216.xml"/><Relationship Id="rId246" Type="http://schemas.openxmlformats.org/officeDocument/2006/relationships/slide" Target="slides/slide217.xml"/><Relationship Id="rId247" Type="http://schemas.openxmlformats.org/officeDocument/2006/relationships/slide" Target="slides/slide218.xml"/><Relationship Id="rId248" Type="http://schemas.openxmlformats.org/officeDocument/2006/relationships/slide" Target="slides/slide219.xml"/><Relationship Id="rId249" Type="http://schemas.openxmlformats.org/officeDocument/2006/relationships/slide" Target="slides/slide220.xml"/><Relationship Id="rId300" Type="http://schemas.openxmlformats.org/officeDocument/2006/relationships/slide" Target="slides/slide271.xml"/><Relationship Id="rId301" Type="http://schemas.openxmlformats.org/officeDocument/2006/relationships/slide" Target="slides/slide272.xml"/><Relationship Id="rId302" Type="http://schemas.openxmlformats.org/officeDocument/2006/relationships/slide" Target="slides/slide273.xml"/><Relationship Id="rId303" Type="http://schemas.openxmlformats.org/officeDocument/2006/relationships/slide" Target="slides/slide274.xml"/><Relationship Id="rId304" Type="http://schemas.openxmlformats.org/officeDocument/2006/relationships/slide" Target="slides/slide275.xml"/><Relationship Id="rId305" Type="http://schemas.openxmlformats.org/officeDocument/2006/relationships/slide" Target="slides/slide276.xml"/><Relationship Id="rId306" Type="http://schemas.openxmlformats.org/officeDocument/2006/relationships/slide" Target="slides/slide277.xml"/><Relationship Id="rId307" Type="http://schemas.openxmlformats.org/officeDocument/2006/relationships/slide" Target="slides/slide278.xml"/><Relationship Id="rId308" Type="http://schemas.openxmlformats.org/officeDocument/2006/relationships/slide" Target="slides/slide279.xml"/><Relationship Id="rId309" Type="http://schemas.openxmlformats.org/officeDocument/2006/relationships/slide" Target="slides/slide280.xml"/><Relationship Id="rId40" Type="http://schemas.openxmlformats.org/officeDocument/2006/relationships/slide" Target="slides/slide11.xml"/><Relationship Id="rId41" Type="http://schemas.openxmlformats.org/officeDocument/2006/relationships/slide" Target="slides/slide12.xml"/><Relationship Id="rId42" Type="http://schemas.openxmlformats.org/officeDocument/2006/relationships/slide" Target="slides/slide13.xml"/><Relationship Id="rId43" Type="http://schemas.openxmlformats.org/officeDocument/2006/relationships/slide" Target="slides/slide14.xml"/><Relationship Id="rId44" Type="http://schemas.openxmlformats.org/officeDocument/2006/relationships/slide" Target="slides/slide15.xml"/><Relationship Id="rId45" Type="http://schemas.openxmlformats.org/officeDocument/2006/relationships/slide" Target="slides/slide16.xml"/><Relationship Id="rId46" Type="http://schemas.openxmlformats.org/officeDocument/2006/relationships/slide" Target="slides/slide17.xml"/><Relationship Id="rId47" Type="http://schemas.openxmlformats.org/officeDocument/2006/relationships/slide" Target="slides/slide18.xml"/><Relationship Id="rId48" Type="http://schemas.openxmlformats.org/officeDocument/2006/relationships/slide" Target="slides/slide19.xml"/><Relationship Id="rId49" Type="http://schemas.openxmlformats.org/officeDocument/2006/relationships/slide" Target="slides/slide20.xml"/><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5" Type="http://schemas.openxmlformats.org/officeDocument/2006/relationships/slideMaster" Target="slideMasters/slideMaster5.xml"/><Relationship Id="rId6" Type="http://schemas.openxmlformats.org/officeDocument/2006/relationships/slideMaster" Target="slideMasters/slideMaster6.xml"/><Relationship Id="rId7" Type="http://schemas.openxmlformats.org/officeDocument/2006/relationships/slideMaster" Target="slideMasters/slideMaster7.xml"/><Relationship Id="rId8" Type="http://schemas.openxmlformats.org/officeDocument/2006/relationships/slideMaster" Target="slideMasters/slideMaster8.xml"/><Relationship Id="rId9" Type="http://schemas.openxmlformats.org/officeDocument/2006/relationships/slideMaster" Target="slideMasters/slideMaster9.xml"/><Relationship Id="rId190" Type="http://schemas.openxmlformats.org/officeDocument/2006/relationships/slide" Target="slides/slide161.xml"/><Relationship Id="rId191" Type="http://schemas.openxmlformats.org/officeDocument/2006/relationships/slide" Target="slides/slide162.xml"/><Relationship Id="rId192" Type="http://schemas.openxmlformats.org/officeDocument/2006/relationships/slide" Target="slides/slide163.xml"/><Relationship Id="rId193" Type="http://schemas.openxmlformats.org/officeDocument/2006/relationships/slide" Target="slides/slide164.xml"/><Relationship Id="rId194" Type="http://schemas.openxmlformats.org/officeDocument/2006/relationships/slide" Target="slides/slide165.xml"/><Relationship Id="rId195" Type="http://schemas.openxmlformats.org/officeDocument/2006/relationships/slide" Target="slides/slide166.xml"/><Relationship Id="rId196" Type="http://schemas.openxmlformats.org/officeDocument/2006/relationships/slide" Target="slides/slide167.xml"/><Relationship Id="rId197" Type="http://schemas.openxmlformats.org/officeDocument/2006/relationships/slide" Target="slides/slide168.xml"/><Relationship Id="rId198" Type="http://schemas.openxmlformats.org/officeDocument/2006/relationships/slide" Target="slides/slide169.xml"/><Relationship Id="rId199" Type="http://schemas.openxmlformats.org/officeDocument/2006/relationships/slide" Target="slides/slide170.xml"/><Relationship Id="rId250" Type="http://schemas.openxmlformats.org/officeDocument/2006/relationships/slide" Target="slides/slide221.xml"/><Relationship Id="rId251" Type="http://schemas.openxmlformats.org/officeDocument/2006/relationships/slide" Target="slides/slide222.xml"/><Relationship Id="rId252" Type="http://schemas.openxmlformats.org/officeDocument/2006/relationships/slide" Target="slides/slide223.xml"/><Relationship Id="rId253" Type="http://schemas.openxmlformats.org/officeDocument/2006/relationships/slide" Target="slides/slide224.xml"/><Relationship Id="rId254" Type="http://schemas.openxmlformats.org/officeDocument/2006/relationships/slide" Target="slides/slide225.xml"/><Relationship Id="rId255" Type="http://schemas.openxmlformats.org/officeDocument/2006/relationships/slide" Target="slides/slide226.xml"/><Relationship Id="rId256" Type="http://schemas.openxmlformats.org/officeDocument/2006/relationships/slide" Target="slides/slide227.xml"/><Relationship Id="rId257" Type="http://schemas.openxmlformats.org/officeDocument/2006/relationships/slide" Target="slides/slide228.xml"/><Relationship Id="rId258" Type="http://schemas.openxmlformats.org/officeDocument/2006/relationships/slide" Target="slides/slide229.xml"/><Relationship Id="rId259" Type="http://schemas.openxmlformats.org/officeDocument/2006/relationships/slide" Target="slides/slide230.xml"/><Relationship Id="rId310" Type="http://schemas.openxmlformats.org/officeDocument/2006/relationships/slide" Target="slides/slide281.xml"/><Relationship Id="rId311" Type="http://schemas.openxmlformats.org/officeDocument/2006/relationships/slide" Target="slides/slide282.xml"/><Relationship Id="rId312" Type="http://schemas.openxmlformats.org/officeDocument/2006/relationships/slide" Target="slides/slide283.xml"/><Relationship Id="rId313" Type="http://schemas.openxmlformats.org/officeDocument/2006/relationships/slide" Target="slides/slide284.xml"/><Relationship Id="rId314" Type="http://schemas.openxmlformats.org/officeDocument/2006/relationships/slide" Target="slides/slide285.xml"/><Relationship Id="rId315" Type="http://schemas.openxmlformats.org/officeDocument/2006/relationships/slide" Target="slides/slide286.xml"/><Relationship Id="rId316" Type="http://schemas.openxmlformats.org/officeDocument/2006/relationships/slide" Target="slides/slide287.xml"/><Relationship Id="rId317" Type="http://schemas.openxmlformats.org/officeDocument/2006/relationships/slide" Target="slides/slide288.xml"/><Relationship Id="rId318" Type="http://schemas.openxmlformats.org/officeDocument/2006/relationships/slide" Target="slides/slide289.xml"/><Relationship Id="rId319" Type="http://schemas.openxmlformats.org/officeDocument/2006/relationships/slide" Target="slides/slide290.xml"/><Relationship Id="rId50" Type="http://schemas.openxmlformats.org/officeDocument/2006/relationships/slide" Target="slides/slide21.xml"/><Relationship Id="rId51" Type="http://schemas.openxmlformats.org/officeDocument/2006/relationships/slide" Target="slides/slide22.xml"/><Relationship Id="rId52" Type="http://schemas.openxmlformats.org/officeDocument/2006/relationships/slide" Target="slides/slide23.xml"/><Relationship Id="rId53" Type="http://schemas.openxmlformats.org/officeDocument/2006/relationships/slide" Target="slides/slide24.xml"/><Relationship Id="rId54" Type="http://schemas.openxmlformats.org/officeDocument/2006/relationships/slide" Target="slides/slide25.xml"/><Relationship Id="rId55" Type="http://schemas.openxmlformats.org/officeDocument/2006/relationships/slide" Target="slides/slide26.xml"/><Relationship Id="rId56" Type="http://schemas.openxmlformats.org/officeDocument/2006/relationships/slide" Target="slides/slide27.xml"/><Relationship Id="rId57" Type="http://schemas.openxmlformats.org/officeDocument/2006/relationships/slide" Target="slides/slide28.xml"/><Relationship Id="rId58" Type="http://schemas.openxmlformats.org/officeDocument/2006/relationships/slide" Target="slides/slide29.xml"/><Relationship Id="rId59" Type="http://schemas.openxmlformats.org/officeDocument/2006/relationships/slide" Target="slides/slide30.xml"/><Relationship Id="rId260" Type="http://schemas.openxmlformats.org/officeDocument/2006/relationships/slide" Target="slides/slide231.xml"/><Relationship Id="rId261" Type="http://schemas.openxmlformats.org/officeDocument/2006/relationships/slide" Target="slides/slide232.xml"/><Relationship Id="rId262" Type="http://schemas.openxmlformats.org/officeDocument/2006/relationships/slide" Target="slides/slide233.xml"/><Relationship Id="rId263" Type="http://schemas.openxmlformats.org/officeDocument/2006/relationships/slide" Target="slides/slide234.xml"/><Relationship Id="rId264" Type="http://schemas.openxmlformats.org/officeDocument/2006/relationships/slide" Target="slides/slide235.xml"/><Relationship Id="rId265" Type="http://schemas.openxmlformats.org/officeDocument/2006/relationships/slide" Target="slides/slide236.xml"/><Relationship Id="rId266" Type="http://schemas.openxmlformats.org/officeDocument/2006/relationships/slide" Target="slides/slide237.xml"/><Relationship Id="rId267" Type="http://schemas.openxmlformats.org/officeDocument/2006/relationships/slide" Target="slides/slide238.xml"/><Relationship Id="rId268" Type="http://schemas.openxmlformats.org/officeDocument/2006/relationships/slide" Target="slides/slide239.xml"/><Relationship Id="rId269" Type="http://schemas.openxmlformats.org/officeDocument/2006/relationships/slide" Target="slides/slide240.xml"/><Relationship Id="rId320" Type="http://schemas.openxmlformats.org/officeDocument/2006/relationships/slide" Target="slides/slide291.xml"/><Relationship Id="rId321" Type="http://schemas.openxmlformats.org/officeDocument/2006/relationships/slide" Target="slides/slide292.xml"/><Relationship Id="rId322" Type="http://schemas.openxmlformats.org/officeDocument/2006/relationships/slide" Target="slides/slide293.xml"/><Relationship Id="rId323" Type="http://schemas.openxmlformats.org/officeDocument/2006/relationships/slide" Target="slides/slide294.xml"/><Relationship Id="rId324" Type="http://schemas.openxmlformats.org/officeDocument/2006/relationships/slide" Target="slides/slide295.xml"/><Relationship Id="rId325" Type="http://schemas.openxmlformats.org/officeDocument/2006/relationships/slide" Target="slides/slide296.xml"/><Relationship Id="rId326" Type="http://schemas.openxmlformats.org/officeDocument/2006/relationships/slide" Target="slides/slide297.xml"/><Relationship Id="rId327" Type="http://schemas.openxmlformats.org/officeDocument/2006/relationships/slide" Target="slides/slide298.xml"/><Relationship Id="rId328" Type="http://schemas.openxmlformats.org/officeDocument/2006/relationships/slide" Target="slides/slide299.xml"/><Relationship Id="rId329" Type="http://schemas.openxmlformats.org/officeDocument/2006/relationships/slide" Target="slides/slide300.xml"/><Relationship Id="rId100" Type="http://schemas.openxmlformats.org/officeDocument/2006/relationships/slide" Target="slides/slide71.xml"/><Relationship Id="rId101" Type="http://schemas.openxmlformats.org/officeDocument/2006/relationships/slide" Target="slides/slide72.xml"/><Relationship Id="rId102" Type="http://schemas.openxmlformats.org/officeDocument/2006/relationships/slide" Target="slides/slide73.xml"/><Relationship Id="rId103" Type="http://schemas.openxmlformats.org/officeDocument/2006/relationships/slide" Target="slides/slide74.xml"/><Relationship Id="rId104" Type="http://schemas.openxmlformats.org/officeDocument/2006/relationships/slide" Target="slides/slide75.xml"/><Relationship Id="rId105" Type="http://schemas.openxmlformats.org/officeDocument/2006/relationships/slide" Target="slides/slide76.xml"/><Relationship Id="rId106" Type="http://schemas.openxmlformats.org/officeDocument/2006/relationships/slide" Target="slides/slide77.xml"/><Relationship Id="rId107" Type="http://schemas.openxmlformats.org/officeDocument/2006/relationships/slide" Target="slides/slide78.xml"/><Relationship Id="rId108" Type="http://schemas.openxmlformats.org/officeDocument/2006/relationships/slide" Target="slides/slide79.xml"/><Relationship Id="rId109" Type="http://schemas.openxmlformats.org/officeDocument/2006/relationships/slide" Target="slides/slide80.xml"/><Relationship Id="rId60" Type="http://schemas.openxmlformats.org/officeDocument/2006/relationships/slide" Target="slides/slide31.xml"/><Relationship Id="rId61" Type="http://schemas.openxmlformats.org/officeDocument/2006/relationships/slide" Target="slides/slide32.xml"/><Relationship Id="rId62" Type="http://schemas.openxmlformats.org/officeDocument/2006/relationships/slide" Target="slides/slide33.xml"/><Relationship Id="rId63" Type="http://schemas.openxmlformats.org/officeDocument/2006/relationships/slide" Target="slides/slide34.xml"/><Relationship Id="rId64" Type="http://schemas.openxmlformats.org/officeDocument/2006/relationships/slide" Target="slides/slide35.xml"/><Relationship Id="rId65" Type="http://schemas.openxmlformats.org/officeDocument/2006/relationships/slide" Target="slides/slide36.xml"/><Relationship Id="rId66" Type="http://schemas.openxmlformats.org/officeDocument/2006/relationships/slide" Target="slides/slide37.xml"/><Relationship Id="rId67" Type="http://schemas.openxmlformats.org/officeDocument/2006/relationships/slide" Target="slides/slide38.xml"/><Relationship Id="rId68" Type="http://schemas.openxmlformats.org/officeDocument/2006/relationships/slide" Target="slides/slide39.xml"/><Relationship Id="rId69" Type="http://schemas.openxmlformats.org/officeDocument/2006/relationships/slide" Target="slides/slide40.xml"/><Relationship Id="rId270" Type="http://schemas.openxmlformats.org/officeDocument/2006/relationships/slide" Target="slides/slide241.xml"/><Relationship Id="rId271" Type="http://schemas.openxmlformats.org/officeDocument/2006/relationships/slide" Target="slides/slide242.xml"/><Relationship Id="rId272" Type="http://schemas.openxmlformats.org/officeDocument/2006/relationships/slide" Target="slides/slide243.xml"/><Relationship Id="rId273" Type="http://schemas.openxmlformats.org/officeDocument/2006/relationships/slide" Target="slides/slide244.xml"/><Relationship Id="rId274" Type="http://schemas.openxmlformats.org/officeDocument/2006/relationships/slide" Target="slides/slide245.xml"/><Relationship Id="rId275" Type="http://schemas.openxmlformats.org/officeDocument/2006/relationships/slide" Target="slides/slide246.xml"/><Relationship Id="rId276" Type="http://schemas.openxmlformats.org/officeDocument/2006/relationships/slide" Target="slides/slide247.xml"/><Relationship Id="rId277" Type="http://schemas.openxmlformats.org/officeDocument/2006/relationships/slide" Target="slides/slide248.xml"/><Relationship Id="rId278" Type="http://schemas.openxmlformats.org/officeDocument/2006/relationships/slide" Target="slides/slide249.xml"/><Relationship Id="rId279" Type="http://schemas.openxmlformats.org/officeDocument/2006/relationships/slide" Target="slides/slide250.xml"/><Relationship Id="rId330" Type="http://schemas.openxmlformats.org/officeDocument/2006/relationships/slide" Target="slides/slide301.xml"/><Relationship Id="rId331" Type="http://schemas.openxmlformats.org/officeDocument/2006/relationships/slide" Target="slides/slide302.xml"/><Relationship Id="rId332" Type="http://schemas.openxmlformats.org/officeDocument/2006/relationships/slide" Target="slides/slide303.xml"/><Relationship Id="rId333" Type="http://schemas.openxmlformats.org/officeDocument/2006/relationships/slide" Target="slides/slide304.xml"/><Relationship Id="rId334" Type="http://schemas.openxmlformats.org/officeDocument/2006/relationships/slide" Target="slides/slide305.xml"/><Relationship Id="rId335" Type="http://schemas.openxmlformats.org/officeDocument/2006/relationships/slide" Target="slides/slide306.xml"/><Relationship Id="rId336" Type="http://schemas.openxmlformats.org/officeDocument/2006/relationships/slide" Target="slides/slide307.xml"/><Relationship Id="rId337" Type="http://schemas.openxmlformats.org/officeDocument/2006/relationships/slide" Target="slides/slide308.xml"/><Relationship Id="rId338" Type="http://schemas.openxmlformats.org/officeDocument/2006/relationships/slide" Target="slides/slide309.xml"/><Relationship Id="rId339" Type="http://schemas.openxmlformats.org/officeDocument/2006/relationships/slide" Target="slides/slide310.xml"/><Relationship Id="rId110" Type="http://schemas.openxmlformats.org/officeDocument/2006/relationships/slide" Target="slides/slide81.xml"/><Relationship Id="rId111" Type="http://schemas.openxmlformats.org/officeDocument/2006/relationships/slide" Target="slides/slide82.xml"/><Relationship Id="rId112" Type="http://schemas.openxmlformats.org/officeDocument/2006/relationships/slide" Target="slides/slide83.xml"/><Relationship Id="rId113" Type="http://schemas.openxmlformats.org/officeDocument/2006/relationships/slide" Target="slides/slide84.xml"/><Relationship Id="rId114" Type="http://schemas.openxmlformats.org/officeDocument/2006/relationships/slide" Target="slides/slide85.xml"/><Relationship Id="rId115" Type="http://schemas.openxmlformats.org/officeDocument/2006/relationships/slide" Target="slides/slide86.xml"/><Relationship Id="rId70" Type="http://schemas.openxmlformats.org/officeDocument/2006/relationships/slide" Target="slides/slide41.xml"/><Relationship Id="rId71" Type="http://schemas.openxmlformats.org/officeDocument/2006/relationships/slide" Target="slides/slide42.xml"/><Relationship Id="rId72" Type="http://schemas.openxmlformats.org/officeDocument/2006/relationships/slide" Target="slides/slide43.xml"/><Relationship Id="rId73" Type="http://schemas.openxmlformats.org/officeDocument/2006/relationships/slide" Target="slides/slide44.xml"/><Relationship Id="rId74" Type="http://schemas.openxmlformats.org/officeDocument/2006/relationships/slide" Target="slides/slide45.xml"/><Relationship Id="rId75" Type="http://schemas.openxmlformats.org/officeDocument/2006/relationships/slide" Target="slides/slide46.xml"/><Relationship Id="rId76" Type="http://schemas.openxmlformats.org/officeDocument/2006/relationships/slide" Target="slides/slide47.xml"/><Relationship Id="rId77" Type="http://schemas.openxmlformats.org/officeDocument/2006/relationships/slide" Target="slides/slide48.xml"/><Relationship Id="rId78" Type="http://schemas.openxmlformats.org/officeDocument/2006/relationships/slide" Target="slides/slide49.xml"/><Relationship Id="rId79" Type="http://schemas.openxmlformats.org/officeDocument/2006/relationships/slide" Target="slides/slide50.xml"/><Relationship Id="rId116" Type="http://schemas.openxmlformats.org/officeDocument/2006/relationships/slide" Target="slides/slide87.xml"/><Relationship Id="rId117" Type="http://schemas.openxmlformats.org/officeDocument/2006/relationships/slide" Target="slides/slide88.xml"/><Relationship Id="rId118" Type="http://schemas.openxmlformats.org/officeDocument/2006/relationships/slide" Target="slides/slide89.xml"/><Relationship Id="rId119" Type="http://schemas.openxmlformats.org/officeDocument/2006/relationships/slide" Target="slides/slide90.xml"/><Relationship Id="rId280" Type="http://schemas.openxmlformats.org/officeDocument/2006/relationships/slide" Target="slides/slide251.xml"/><Relationship Id="rId281" Type="http://schemas.openxmlformats.org/officeDocument/2006/relationships/slide" Target="slides/slide252.xml"/><Relationship Id="rId282" Type="http://schemas.openxmlformats.org/officeDocument/2006/relationships/slide" Target="slides/slide253.xml"/><Relationship Id="rId283" Type="http://schemas.openxmlformats.org/officeDocument/2006/relationships/slide" Target="slides/slide254.xml"/><Relationship Id="rId284" Type="http://schemas.openxmlformats.org/officeDocument/2006/relationships/slide" Target="slides/slide255.xml"/><Relationship Id="rId285" Type="http://schemas.openxmlformats.org/officeDocument/2006/relationships/slide" Target="slides/slide256.xml"/><Relationship Id="rId286" Type="http://schemas.openxmlformats.org/officeDocument/2006/relationships/slide" Target="slides/slide257.xml"/><Relationship Id="rId287" Type="http://schemas.openxmlformats.org/officeDocument/2006/relationships/slide" Target="slides/slide258.xml"/><Relationship Id="rId288" Type="http://schemas.openxmlformats.org/officeDocument/2006/relationships/slide" Target="slides/slide259.xml"/><Relationship Id="rId289" Type="http://schemas.openxmlformats.org/officeDocument/2006/relationships/slide" Target="slides/slide260.xml"/><Relationship Id="rId340" Type="http://schemas.openxmlformats.org/officeDocument/2006/relationships/slide" Target="slides/slide311.xml"/><Relationship Id="rId341" Type="http://schemas.openxmlformats.org/officeDocument/2006/relationships/slide" Target="slides/slide312.xml"/><Relationship Id="rId342" Type="http://schemas.openxmlformats.org/officeDocument/2006/relationships/slide" Target="slides/slide313.xml"/><Relationship Id="rId343" Type="http://schemas.openxmlformats.org/officeDocument/2006/relationships/slide" Target="slides/slide314.xml"/><Relationship Id="rId344" Type="http://schemas.openxmlformats.org/officeDocument/2006/relationships/slide" Target="slides/slide315.xml"/><Relationship Id="rId345" Type="http://schemas.openxmlformats.org/officeDocument/2006/relationships/slide" Target="slides/slide316.xml"/><Relationship Id="rId346" Type="http://schemas.openxmlformats.org/officeDocument/2006/relationships/slide" Target="slides/slide317.xml"/><Relationship Id="rId347" Type="http://schemas.openxmlformats.org/officeDocument/2006/relationships/slide" Target="slides/slide318.xml"/><Relationship Id="rId348" Type="http://schemas.openxmlformats.org/officeDocument/2006/relationships/slide" Target="slides/slide319.xml"/><Relationship Id="rId349" Type="http://schemas.openxmlformats.org/officeDocument/2006/relationships/slide" Target="slides/slide320.xml"/><Relationship Id="rId400" Type="http://schemas.openxmlformats.org/officeDocument/2006/relationships/slide" Target="slides/slide371.xml"/><Relationship Id="rId401" Type="http://schemas.openxmlformats.org/officeDocument/2006/relationships/slide" Target="slides/slide372.xml"/><Relationship Id="rId402" Type="http://schemas.openxmlformats.org/officeDocument/2006/relationships/slide" Target="slides/slide373.xml"/><Relationship Id="rId403" Type="http://schemas.openxmlformats.org/officeDocument/2006/relationships/slide" Target="slides/slide374.xml"/><Relationship Id="rId404" Type="http://schemas.openxmlformats.org/officeDocument/2006/relationships/slide" Target="slides/slide375.xml"/><Relationship Id="rId405" Type="http://schemas.openxmlformats.org/officeDocument/2006/relationships/slide" Target="slides/slide376.xml"/><Relationship Id="rId406" Type="http://schemas.openxmlformats.org/officeDocument/2006/relationships/slide" Target="slides/slide377.xml"/><Relationship Id="rId407" Type="http://schemas.openxmlformats.org/officeDocument/2006/relationships/slide" Target="slides/slide378.xml"/><Relationship Id="rId408" Type="http://schemas.openxmlformats.org/officeDocument/2006/relationships/slide" Target="slides/slide379.xml"/><Relationship Id="rId409" Type="http://schemas.openxmlformats.org/officeDocument/2006/relationships/slide" Target="slides/slide380.xml"/><Relationship Id="rId120" Type="http://schemas.openxmlformats.org/officeDocument/2006/relationships/slide" Target="slides/slide91.xml"/><Relationship Id="rId121" Type="http://schemas.openxmlformats.org/officeDocument/2006/relationships/slide" Target="slides/slide92.xml"/><Relationship Id="rId122" Type="http://schemas.openxmlformats.org/officeDocument/2006/relationships/slide" Target="slides/slide93.xml"/><Relationship Id="rId123" Type="http://schemas.openxmlformats.org/officeDocument/2006/relationships/slide" Target="slides/slide94.xml"/><Relationship Id="rId124" Type="http://schemas.openxmlformats.org/officeDocument/2006/relationships/slide" Target="slides/slide95.xml"/><Relationship Id="rId125" Type="http://schemas.openxmlformats.org/officeDocument/2006/relationships/slide" Target="slides/slide96.xml"/><Relationship Id="rId80" Type="http://schemas.openxmlformats.org/officeDocument/2006/relationships/slide" Target="slides/slide51.xml"/><Relationship Id="rId81" Type="http://schemas.openxmlformats.org/officeDocument/2006/relationships/slide" Target="slides/slide52.xml"/><Relationship Id="rId82" Type="http://schemas.openxmlformats.org/officeDocument/2006/relationships/slide" Target="slides/slide53.xml"/><Relationship Id="rId83" Type="http://schemas.openxmlformats.org/officeDocument/2006/relationships/slide" Target="slides/slide54.xml"/><Relationship Id="rId84" Type="http://schemas.openxmlformats.org/officeDocument/2006/relationships/slide" Target="slides/slide55.xml"/><Relationship Id="rId85" Type="http://schemas.openxmlformats.org/officeDocument/2006/relationships/slide" Target="slides/slide56.xml"/><Relationship Id="rId86" Type="http://schemas.openxmlformats.org/officeDocument/2006/relationships/slide" Target="slides/slide57.xml"/><Relationship Id="rId87" Type="http://schemas.openxmlformats.org/officeDocument/2006/relationships/slide" Target="slides/slide58.xml"/><Relationship Id="rId88" Type="http://schemas.openxmlformats.org/officeDocument/2006/relationships/slide" Target="slides/slide59.xml"/><Relationship Id="rId89" Type="http://schemas.openxmlformats.org/officeDocument/2006/relationships/slide" Target="slides/slide60.xml"/><Relationship Id="rId126" Type="http://schemas.openxmlformats.org/officeDocument/2006/relationships/slide" Target="slides/slide97.xml"/><Relationship Id="rId127" Type="http://schemas.openxmlformats.org/officeDocument/2006/relationships/slide" Target="slides/slide98.xml"/><Relationship Id="rId128" Type="http://schemas.openxmlformats.org/officeDocument/2006/relationships/slide" Target="slides/slide99.xml"/><Relationship Id="rId129" Type="http://schemas.openxmlformats.org/officeDocument/2006/relationships/slide" Target="slides/slide100.xml"/><Relationship Id="rId290" Type="http://schemas.openxmlformats.org/officeDocument/2006/relationships/slide" Target="slides/slide261.xml"/><Relationship Id="rId291" Type="http://schemas.openxmlformats.org/officeDocument/2006/relationships/slide" Target="slides/slide262.xml"/><Relationship Id="rId292" Type="http://schemas.openxmlformats.org/officeDocument/2006/relationships/slide" Target="slides/slide263.xml"/><Relationship Id="rId293" Type="http://schemas.openxmlformats.org/officeDocument/2006/relationships/slide" Target="slides/slide264.xml"/><Relationship Id="rId294" Type="http://schemas.openxmlformats.org/officeDocument/2006/relationships/slide" Target="slides/slide265.xml"/><Relationship Id="rId295" Type="http://schemas.openxmlformats.org/officeDocument/2006/relationships/slide" Target="slides/slide266.xml"/><Relationship Id="rId296" Type="http://schemas.openxmlformats.org/officeDocument/2006/relationships/slide" Target="slides/slide267.xml"/><Relationship Id="rId297" Type="http://schemas.openxmlformats.org/officeDocument/2006/relationships/slide" Target="slides/slide268.xml"/><Relationship Id="rId298" Type="http://schemas.openxmlformats.org/officeDocument/2006/relationships/slide" Target="slides/slide269.xml"/><Relationship Id="rId299" Type="http://schemas.openxmlformats.org/officeDocument/2006/relationships/slide" Target="slides/slide270.xml"/><Relationship Id="rId350" Type="http://schemas.openxmlformats.org/officeDocument/2006/relationships/slide" Target="slides/slide321.xml"/><Relationship Id="rId351" Type="http://schemas.openxmlformats.org/officeDocument/2006/relationships/slide" Target="slides/slide322.xml"/><Relationship Id="rId352" Type="http://schemas.openxmlformats.org/officeDocument/2006/relationships/slide" Target="slides/slide323.xml"/><Relationship Id="rId353" Type="http://schemas.openxmlformats.org/officeDocument/2006/relationships/slide" Target="slides/slide324.xml"/><Relationship Id="rId354" Type="http://schemas.openxmlformats.org/officeDocument/2006/relationships/slide" Target="slides/slide325.xml"/><Relationship Id="rId355" Type="http://schemas.openxmlformats.org/officeDocument/2006/relationships/slide" Target="slides/slide326.xml"/><Relationship Id="rId356" Type="http://schemas.openxmlformats.org/officeDocument/2006/relationships/slide" Target="slides/slide327.xml"/><Relationship Id="rId357" Type="http://schemas.openxmlformats.org/officeDocument/2006/relationships/slide" Target="slides/slide328.xml"/><Relationship Id="rId358" Type="http://schemas.openxmlformats.org/officeDocument/2006/relationships/slide" Target="slides/slide329.xml"/><Relationship Id="rId359" Type="http://schemas.openxmlformats.org/officeDocument/2006/relationships/slide" Target="slides/slide330.xml"/><Relationship Id="rId410" Type="http://schemas.openxmlformats.org/officeDocument/2006/relationships/slide" Target="slides/slide381.xml"/><Relationship Id="rId411" Type="http://schemas.openxmlformats.org/officeDocument/2006/relationships/slide" Target="slides/slide382.xml"/><Relationship Id="rId412" Type="http://schemas.openxmlformats.org/officeDocument/2006/relationships/slide" Target="slides/slide383.xml"/><Relationship Id="rId413" Type="http://schemas.openxmlformats.org/officeDocument/2006/relationships/slide" Target="slides/slide384.xml"/><Relationship Id="rId414" Type="http://schemas.openxmlformats.org/officeDocument/2006/relationships/slide" Target="slides/slide385.xml"/><Relationship Id="rId415" Type="http://schemas.openxmlformats.org/officeDocument/2006/relationships/slide" Target="slides/slide386.xml"/><Relationship Id="rId416" Type="http://schemas.openxmlformats.org/officeDocument/2006/relationships/slide" Target="slides/slide387.xml"/><Relationship Id="rId417" Type="http://schemas.openxmlformats.org/officeDocument/2006/relationships/slide" Target="slides/slide388.xml"/><Relationship Id="rId418" Type="http://schemas.openxmlformats.org/officeDocument/2006/relationships/slide" Target="slides/slide389.xml"/><Relationship Id="rId419" Type="http://schemas.openxmlformats.org/officeDocument/2006/relationships/slide" Target="slides/slide390.xml"/><Relationship Id="rId130" Type="http://schemas.openxmlformats.org/officeDocument/2006/relationships/slide" Target="slides/slide101.xml"/><Relationship Id="rId131" Type="http://schemas.openxmlformats.org/officeDocument/2006/relationships/slide" Target="slides/slide102.xml"/><Relationship Id="rId132" Type="http://schemas.openxmlformats.org/officeDocument/2006/relationships/slide" Target="slides/slide103.xml"/><Relationship Id="rId133" Type="http://schemas.openxmlformats.org/officeDocument/2006/relationships/slide" Target="slides/slide104.xml"/><Relationship Id="rId134" Type="http://schemas.openxmlformats.org/officeDocument/2006/relationships/slide" Target="slides/slide105.xml"/><Relationship Id="rId135" Type="http://schemas.openxmlformats.org/officeDocument/2006/relationships/slide" Target="slides/slide106.xml"/><Relationship Id="rId90" Type="http://schemas.openxmlformats.org/officeDocument/2006/relationships/slide" Target="slides/slide61.xml"/><Relationship Id="rId91" Type="http://schemas.openxmlformats.org/officeDocument/2006/relationships/slide" Target="slides/slide62.xml"/><Relationship Id="rId92" Type="http://schemas.openxmlformats.org/officeDocument/2006/relationships/slide" Target="slides/slide63.xml"/><Relationship Id="rId93" Type="http://schemas.openxmlformats.org/officeDocument/2006/relationships/slide" Target="slides/slide64.xml"/><Relationship Id="rId94" Type="http://schemas.openxmlformats.org/officeDocument/2006/relationships/slide" Target="slides/slide65.xml"/><Relationship Id="rId95" Type="http://schemas.openxmlformats.org/officeDocument/2006/relationships/slide" Target="slides/slide66.xml"/><Relationship Id="rId96" Type="http://schemas.openxmlformats.org/officeDocument/2006/relationships/slide" Target="slides/slide67.xml"/><Relationship Id="rId97" Type="http://schemas.openxmlformats.org/officeDocument/2006/relationships/slide" Target="slides/slide68.xml"/><Relationship Id="rId98" Type="http://schemas.openxmlformats.org/officeDocument/2006/relationships/slide" Target="slides/slide69.xml"/><Relationship Id="rId99" Type="http://schemas.openxmlformats.org/officeDocument/2006/relationships/slide" Target="slides/slide70.xml"/><Relationship Id="rId136" Type="http://schemas.openxmlformats.org/officeDocument/2006/relationships/slide" Target="slides/slide107.xml"/><Relationship Id="rId137" Type="http://schemas.openxmlformats.org/officeDocument/2006/relationships/slide" Target="slides/slide108.xml"/><Relationship Id="rId138" Type="http://schemas.openxmlformats.org/officeDocument/2006/relationships/slide" Target="slides/slide109.xml"/><Relationship Id="rId139" Type="http://schemas.openxmlformats.org/officeDocument/2006/relationships/slide" Target="slides/slide110.xml"/><Relationship Id="rId360" Type="http://schemas.openxmlformats.org/officeDocument/2006/relationships/slide" Target="slides/slide331.xml"/><Relationship Id="rId361" Type="http://schemas.openxmlformats.org/officeDocument/2006/relationships/slide" Target="slides/slide332.xml"/><Relationship Id="rId362" Type="http://schemas.openxmlformats.org/officeDocument/2006/relationships/slide" Target="slides/slide333.xml"/><Relationship Id="rId363" Type="http://schemas.openxmlformats.org/officeDocument/2006/relationships/slide" Target="slides/slide334.xml"/><Relationship Id="rId364" Type="http://schemas.openxmlformats.org/officeDocument/2006/relationships/slide" Target="slides/slide335.xml"/><Relationship Id="rId365" Type="http://schemas.openxmlformats.org/officeDocument/2006/relationships/slide" Target="slides/slide336.xml"/><Relationship Id="rId366" Type="http://schemas.openxmlformats.org/officeDocument/2006/relationships/slide" Target="slides/slide337.xml"/><Relationship Id="rId367" Type="http://schemas.openxmlformats.org/officeDocument/2006/relationships/slide" Target="slides/slide338.xml"/><Relationship Id="rId368" Type="http://schemas.openxmlformats.org/officeDocument/2006/relationships/slide" Target="slides/slide339.xml"/><Relationship Id="rId369" Type="http://schemas.openxmlformats.org/officeDocument/2006/relationships/slide" Target="slides/slide340.xml"/><Relationship Id="rId420" Type="http://schemas.openxmlformats.org/officeDocument/2006/relationships/slide" Target="slides/slide391.xml"/><Relationship Id="rId421" Type="http://schemas.openxmlformats.org/officeDocument/2006/relationships/slide" Target="slides/slide392.xml"/><Relationship Id="rId422" Type="http://schemas.openxmlformats.org/officeDocument/2006/relationships/slide" Target="slides/slide393.xml"/><Relationship Id="rId423" Type="http://schemas.openxmlformats.org/officeDocument/2006/relationships/slide" Target="slides/slide394.xml"/><Relationship Id="rId424" Type="http://schemas.openxmlformats.org/officeDocument/2006/relationships/slide" Target="slides/slide395.xml"/><Relationship Id="rId425" Type="http://schemas.openxmlformats.org/officeDocument/2006/relationships/slide" Target="slides/slide396.xml"/><Relationship Id="rId426" Type="http://schemas.openxmlformats.org/officeDocument/2006/relationships/slide" Target="slides/slide397.xml"/><Relationship Id="rId427" Type="http://schemas.openxmlformats.org/officeDocument/2006/relationships/slide" Target="slides/slide398.xml"/><Relationship Id="rId428" Type="http://schemas.openxmlformats.org/officeDocument/2006/relationships/slide" Target="slides/slide399.xml"/><Relationship Id="rId429" Type="http://schemas.openxmlformats.org/officeDocument/2006/relationships/slide" Target="slides/slide400.xml"/><Relationship Id="rId140" Type="http://schemas.openxmlformats.org/officeDocument/2006/relationships/slide" Target="slides/slide111.xml"/><Relationship Id="rId141" Type="http://schemas.openxmlformats.org/officeDocument/2006/relationships/slide" Target="slides/slide112.xml"/><Relationship Id="rId142" Type="http://schemas.openxmlformats.org/officeDocument/2006/relationships/slide" Target="slides/slide113.xml"/><Relationship Id="rId143" Type="http://schemas.openxmlformats.org/officeDocument/2006/relationships/slide" Target="slides/slide114.xml"/><Relationship Id="rId144" Type="http://schemas.openxmlformats.org/officeDocument/2006/relationships/slide" Target="slides/slide115.xml"/><Relationship Id="rId145" Type="http://schemas.openxmlformats.org/officeDocument/2006/relationships/slide" Target="slides/slide116.xml"/><Relationship Id="rId146" Type="http://schemas.openxmlformats.org/officeDocument/2006/relationships/slide" Target="slides/slide117.xml"/><Relationship Id="rId147" Type="http://schemas.openxmlformats.org/officeDocument/2006/relationships/slide" Target="slides/slide118.xml"/><Relationship Id="rId148" Type="http://schemas.openxmlformats.org/officeDocument/2006/relationships/slide" Target="slides/slide119.xml"/><Relationship Id="rId149" Type="http://schemas.openxmlformats.org/officeDocument/2006/relationships/slide" Target="slides/slide120.xml"/><Relationship Id="rId200" Type="http://schemas.openxmlformats.org/officeDocument/2006/relationships/slide" Target="slides/slide171.xml"/><Relationship Id="rId201" Type="http://schemas.openxmlformats.org/officeDocument/2006/relationships/slide" Target="slides/slide172.xml"/><Relationship Id="rId202" Type="http://schemas.openxmlformats.org/officeDocument/2006/relationships/slide" Target="slides/slide173.xml"/><Relationship Id="rId203" Type="http://schemas.openxmlformats.org/officeDocument/2006/relationships/slide" Target="slides/slide174.xml"/><Relationship Id="rId204" Type="http://schemas.openxmlformats.org/officeDocument/2006/relationships/slide" Target="slides/slide175.xml"/><Relationship Id="rId205" Type="http://schemas.openxmlformats.org/officeDocument/2006/relationships/slide" Target="slides/slide176.xml"/><Relationship Id="rId206" Type="http://schemas.openxmlformats.org/officeDocument/2006/relationships/slide" Target="slides/slide177.xml"/><Relationship Id="rId207" Type="http://schemas.openxmlformats.org/officeDocument/2006/relationships/slide" Target="slides/slide178.xml"/><Relationship Id="rId208" Type="http://schemas.openxmlformats.org/officeDocument/2006/relationships/slide" Target="slides/slide179.xml"/><Relationship Id="rId209" Type="http://schemas.openxmlformats.org/officeDocument/2006/relationships/slide" Target="slides/slide180.xml"/><Relationship Id="rId370" Type="http://schemas.openxmlformats.org/officeDocument/2006/relationships/slide" Target="slides/slide341.xml"/><Relationship Id="rId371" Type="http://schemas.openxmlformats.org/officeDocument/2006/relationships/slide" Target="slides/slide342.xml"/><Relationship Id="rId372" Type="http://schemas.openxmlformats.org/officeDocument/2006/relationships/slide" Target="slides/slide343.xml"/><Relationship Id="rId373" Type="http://schemas.openxmlformats.org/officeDocument/2006/relationships/slide" Target="slides/slide344.xml"/><Relationship Id="rId374" Type="http://schemas.openxmlformats.org/officeDocument/2006/relationships/slide" Target="slides/slide345.xml"/><Relationship Id="rId375" Type="http://schemas.openxmlformats.org/officeDocument/2006/relationships/slide" Target="slides/slide346.xml"/><Relationship Id="rId376" Type="http://schemas.openxmlformats.org/officeDocument/2006/relationships/slide" Target="slides/slide347.xml"/><Relationship Id="rId377" Type="http://schemas.openxmlformats.org/officeDocument/2006/relationships/slide" Target="slides/slide348.xml"/><Relationship Id="rId378" Type="http://schemas.openxmlformats.org/officeDocument/2006/relationships/slide" Target="slides/slide349.xml"/><Relationship Id="rId379" Type="http://schemas.openxmlformats.org/officeDocument/2006/relationships/slide" Target="slides/slide350.xml"/><Relationship Id="rId430" Type="http://schemas.openxmlformats.org/officeDocument/2006/relationships/slide" Target="slides/slide401.xml"/><Relationship Id="rId431" Type="http://schemas.openxmlformats.org/officeDocument/2006/relationships/slide" Target="slides/slide402.xml"/><Relationship Id="rId432" Type="http://schemas.openxmlformats.org/officeDocument/2006/relationships/slide" Target="slides/slide403.xml"/><Relationship Id="rId433" Type="http://schemas.openxmlformats.org/officeDocument/2006/relationships/slide" Target="slides/slide404.xml"/><Relationship Id="rId434" Type="http://schemas.openxmlformats.org/officeDocument/2006/relationships/slide" Target="slides/slide405.xml"/><Relationship Id="rId435" Type="http://schemas.openxmlformats.org/officeDocument/2006/relationships/slide" Target="slides/slide406.xml"/><Relationship Id="rId436" Type="http://schemas.openxmlformats.org/officeDocument/2006/relationships/slide" Target="slides/slide407.xml"/><Relationship Id="rId437" Type="http://schemas.openxmlformats.org/officeDocument/2006/relationships/slide" Target="slides/slide408.xml"/><Relationship Id="rId438" Type="http://schemas.openxmlformats.org/officeDocument/2006/relationships/slide" Target="slides/slide409.xml"/><Relationship Id="rId439" Type="http://schemas.openxmlformats.org/officeDocument/2006/relationships/slide" Target="slides/slide410.xml"/><Relationship Id="rId150" Type="http://schemas.openxmlformats.org/officeDocument/2006/relationships/slide" Target="slides/slide121.xml"/><Relationship Id="rId151" Type="http://schemas.openxmlformats.org/officeDocument/2006/relationships/slide" Target="slides/slide122.xml"/><Relationship Id="rId152" Type="http://schemas.openxmlformats.org/officeDocument/2006/relationships/slide" Target="slides/slide123.xml"/><Relationship Id="rId153" Type="http://schemas.openxmlformats.org/officeDocument/2006/relationships/slide" Target="slides/slide124.xml"/><Relationship Id="rId154" Type="http://schemas.openxmlformats.org/officeDocument/2006/relationships/slide" Target="slides/slide125.xml"/><Relationship Id="rId155" Type="http://schemas.openxmlformats.org/officeDocument/2006/relationships/slide" Target="slides/slide126.xml"/><Relationship Id="rId156" Type="http://schemas.openxmlformats.org/officeDocument/2006/relationships/slide" Target="slides/slide127.xml"/><Relationship Id="rId157" Type="http://schemas.openxmlformats.org/officeDocument/2006/relationships/slide" Target="slides/slide128.xml"/><Relationship Id="rId158" Type="http://schemas.openxmlformats.org/officeDocument/2006/relationships/slide" Target="slides/slide129.xml"/><Relationship Id="rId159" Type="http://schemas.openxmlformats.org/officeDocument/2006/relationships/slide" Target="slides/slide130.xml"/><Relationship Id="rId210" Type="http://schemas.openxmlformats.org/officeDocument/2006/relationships/slide" Target="slides/slide181.xml"/><Relationship Id="rId211" Type="http://schemas.openxmlformats.org/officeDocument/2006/relationships/slide" Target="slides/slide182.xml"/><Relationship Id="rId212" Type="http://schemas.openxmlformats.org/officeDocument/2006/relationships/slide" Target="slides/slide183.xml"/><Relationship Id="rId213" Type="http://schemas.openxmlformats.org/officeDocument/2006/relationships/slide" Target="slides/slide184.xml"/><Relationship Id="rId214" Type="http://schemas.openxmlformats.org/officeDocument/2006/relationships/slide" Target="slides/slide185.xml"/><Relationship Id="rId215" Type="http://schemas.openxmlformats.org/officeDocument/2006/relationships/slide" Target="slides/slide186.xml"/><Relationship Id="rId216" Type="http://schemas.openxmlformats.org/officeDocument/2006/relationships/slide" Target="slides/slide187.xml"/><Relationship Id="rId217" Type="http://schemas.openxmlformats.org/officeDocument/2006/relationships/slide" Target="slides/slide188.xml"/><Relationship Id="rId218" Type="http://schemas.openxmlformats.org/officeDocument/2006/relationships/slide" Target="slides/slide189.xml"/><Relationship Id="rId219" Type="http://schemas.openxmlformats.org/officeDocument/2006/relationships/slide" Target="slides/slide190.xml"/><Relationship Id="rId380" Type="http://schemas.openxmlformats.org/officeDocument/2006/relationships/slide" Target="slides/slide351.xml"/><Relationship Id="rId381" Type="http://schemas.openxmlformats.org/officeDocument/2006/relationships/slide" Target="slides/slide352.xml"/><Relationship Id="rId382" Type="http://schemas.openxmlformats.org/officeDocument/2006/relationships/slide" Target="slides/slide353.xml"/><Relationship Id="rId383" Type="http://schemas.openxmlformats.org/officeDocument/2006/relationships/slide" Target="slides/slide354.xml"/><Relationship Id="rId384" Type="http://schemas.openxmlformats.org/officeDocument/2006/relationships/slide" Target="slides/slide355.xml"/><Relationship Id="rId385" Type="http://schemas.openxmlformats.org/officeDocument/2006/relationships/slide" Target="slides/slide356.xml"/><Relationship Id="rId386" Type="http://schemas.openxmlformats.org/officeDocument/2006/relationships/slide" Target="slides/slide357.xml"/><Relationship Id="rId387" Type="http://schemas.openxmlformats.org/officeDocument/2006/relationships/slide" Target="slides/slide358.xml"/><Relationship Id="rId388" Type="http://schemas.openxmlformats.org/officeDocument/2006/relationships/slide" Target="slides/slide359.xml"/><Relationship Id="rId389" Type="http://schemas.openxmlformats.org/officeDocument/2006/relationships/slide" Target="slides/slide360.xml"/><Relationship Id="rId440" Type="http://schemas.openxmlformats.org/officeDocument/2006/relationships/slide" Target="slides/slide411.xml"/><Relationship Id="rId441" Type="http://schemas.openxmlformats.org/officeDocument/2006/relationships/slide" Target="slides/slide412.xml"/><Relationship Id="rId442" Type="http://schemas.openxmlformats.org/officeDocument/2006/relationships/slide" Target="slides/slide413.xml"/><Relationship Id="rId443" Type="http://schemas.openxmlformats.org/officeDocument/2006/relationships/slide" Target="slides/slide414.xml"/><Relationship Id="rId444" Type="http://schemas.openxmlformats.org/officeDocument/2006/relationships/slide" Target="slides/slide415.xml"/><Relationship Id="rId445" Type="http://schemas.openxmlformats.org/officeDocument/2006/relationships/slide" Target="slides/slide416.xml"/><Relationship Id="rId446" Type="http://schemas.openxmlformats.org/officeDocument/2006/relationships/slide" Target="slides/slide417.xml"/><Relationship Id="rId447" Type="http://schemas.openxmlformats.org/officeDocument/2006/relationships/slide" Target="slides/slide418.xml"/><Relationship Id="rId448" Type="http://schemas.openxmlformats.org/officeDocument/2006/relationships/slide" Target="slides/slide419.xml"/><Relationship Id="rId449" Type="http://schemas.openxmlformats.org/officeDocument/2006/relationships/slide" Target="slides/slide420.xml"/><Relationship Id="rId10" Type="http://schemas.openxmlformats.org/officeDocument/2006/relationships/slideMaster" Target="slideMasters/slideMaster10.xml"/><Relationship Id="rId11" Type="http://schemas.openxmlformats.org/officeDocument/2006/relationships/slideMaster" Target="slideMasters/slideMaster11.xml"/><Relationship Id="rId12" Type="http://schemas.openxmlformats.org/officeDocument/2006/relationships/slideMaster" Target="slideMasters/slideMaster12.xml"/><Relationship Id="rId13" Type="http://schemas.openxmlformats.org/officeDocument/2006/relationships/slideMaster" Target="slideMasters/slideMaster13.xml"/><Relationship Id="rId14" Type="http://schemas.openxmlformats.org/officeDocument/2006/relationships/slideMaster" Target="slideMasters/slideMaster14.xml"/><Relationship Id="rId15" Type="http://schemas.openxmlformats.org/officeDocument/2006/relationships/slideMaster" Target="slideMasters/slideMaster15.xml"/><Relationship Id="rId16" Type="http://schemas.openxmlformats.org/officeDocument/2006/relationships/slideMaster" Target="slideMasters/slideMaster16.xml"/><Relationship Id="rId17" Type="http://schemas.openxmlformats.org/officeDocument/2006/relationships/slideMaster" Target="slideMasters/slideMaster17.xml"/><Relationship Id="rId18" Type="http://schemas.openxmlformats.org/officeDocument/2006/relationships/slideMaster" Target="slideMasters/slideMaster18.xml"/><Relationship Id="rId19" Type="http://schemas.openxmlformats.org/officeDocument/2006/relationships/slideMaster" Target="slideMasters/slideMaster19.xml"/><Relationship Id="rId160" Type="http://schemas.openxmlformats.org/officeDocument/2006/relationships/slide" Target="slides/slide131.xml"/><Relationship Id="rId161" Type="http://schemas.openxmlformats.org/officeDocument/2006/relationships/slide" Target="slides/slide132.xml"/><Relationship Id="rId162" Type="http://schemas.openxmlformats.org/officeDocument/2006/relationships/slide" Target="slides/slide133.xml"/><Relationship Id="rId163" Type="http://schemas.openxmlformats.org/officeDocument/2006/relationships/slide" Target="slides/slide134.xml"/><Relationship Id="rId164" Type="http://schemas.openxmlformats.org/officeDocument/2006/relationships/slide" Target="slides/slide135.xml"/><Relationship Id="rId165" Type="http://schemas.openxmlformats.org/officeDocument/2006/relationships/slide" Target="slides/slide136.xml"/><Relationship Id="rId166" Type="http://schemas.openxmlformats.org/officeDocument/2006/relationships/slide" Target="slides/slide137.xml"/><Relationship Id="rId167" Type="http://schemas.openxmlformats.org/officeDocument/2006/relationships/slide" Target="slides/slide138.xml"/><Relationship Id="rId168" Type="http://schemas.openxmlformats.org/officeDocument/2006/relationships/slide" Target="slides/slide139.xml"/><Relationship Id="rId169" Type="http://schemas.openxmlformats.org/officeDocument/2006/relationships/slide" Target="slides/slide140.xml"/><Relationship Id="rId220" Type="http://schemas.openxmlformats.org/officeDocument/2006/relationships/slide" Target="slides/slide191.xml"/><Relationship Id="rId221" Type="http://schemas.openxmlformats.org/officeDocument/2006/relationships/slide" Target="slides/slide192.xml"/><Relationship Id="rId222" Type="http://schemas.openxmlformats.org/officeDocument/2006/relationships/slide" Target="slides/slide193.xml"/><Relationship Id="rId223" Type="http://schemas.openxmlformats.org/officeDocument/2006/relationships/slide" Target="slides/slide194.xml"/><Relationship Id="rId224" Type="http://schemas.openxmlformats.org/officeDocument/2006/relationships/slide" Target="slides/slide195.xml"/><Relationship Id="rId225" Type="http://schemas.openxmlformats.org/officeDocument/2006/relationships/slide" Target="slides/slide196.xml"/><Relationship Id="rId226" Type="http://schemas.openxmlformats.org/officeDocument/2006/relationships/slide" Target="slides/slide197.xml"/><Relationship Id="rId227" Type="http://schemas.openxmlformats.org/officeDocument/2006/relationships/slide" Target="slides/slide198.xml"/><Relationship Id="rId228" Type="http://schemas.openxmlformats.org/officeDocument/2006/relationships/slide" Target="slides/slide199.xml"/><Relationship Id="rId229" Type="http://schemas.openxmlformats.org/officeDocument/2006/relationships/slide" Target="slides/slide200.xml"/><Relationship Id="rId390" Type="http://schemas.openxmlformats.org/officeDocument/2006/relationships/slide" Target="slides/slide361.xml"/><Relationship Id="rId391" Type="http://schemas.openxmlformats.org/officeDocument/2006/relationships/slide" Target="slides/slide362.xml"/><Relationship Id="rId392" Type="http://schemas.openxmlformats.org/officeDocument/2006/relationships/slide" Target="slides/slide363.xml"/><Relationship Id="rId393" Type="http://schemas.openxmlformats.org/officeDocument/2006/relationships/slide" Target="slides/slide364.xml"/><Relationship Id="rId394" Type="http://schemas.openxmlformats.org/officeDocument/2006/relationships/slide" Target="slides/slide365.xml"/><Relationship Id="rId395" Type="http://schemas.openxmlformats.org/officeDocument/2006/relationships/slide" Target="slides/slide366.xml"/><Relationship Id="rId396" Type="http://schemas.openxmlformats.org/officeDocument/2006/relationships/slide" Target="slides/slide367.xml"/><Relationship Id="rId397" Type="http://schemas.openxmlformats.org/officeDocument/2006/relationships/slide" Target="slides/slide368.xml"/><Relationship Id="rId398" Type="http://schemas.openxmlformats.org/officeDocument/2006/relationships/slide" Target="slides/slide369.xml"/><Relationship Id="rId399" Type="http://schemas.openxmlformats.org/officeDocument/2006/relationships/slide" Target="slides/slide370.xml"/><Relationship Id="rId450" Type="http://schemas.openxmlformats.org/officeDocument/2006/relationships/slide" Target="slides/slide421.xml"/><Relationship Id="rId451" Type="http://schemas.openxmlformats.org/officeDocument/2006/relationships/slide" Target="slides/slide422.xml"/><Relationship Id="rId452" Type="http://schemas.openxmlformats.org/officeDocument/2006/relationships/slide" Target="slides/slide423.xml"/><Relationship Id="rId453" Type="http://schemas.openxmlformats.org/officeDocument/2006/relationships/slide" Target="slides/slide424.xml"/><Relationship Id="rId454" Type="http://schemas.openxmlformats.org/officeDocument/2006/relationships/slide" Target="slides/slide425.xml"/><Relationship Id="rId455" Type="http://schemas.openxmlformats.org/officeDocument/2006/relationships/notesMaster" Target="notesMasters/notesMaster1.xml"/><Relationship Id="rId456" Type="http://schemas.openxmlformats.org/officeDocument/2006/relationships/handoutMaster" Target="handoutMasters/handoutMaster1.xml"/><Relationship Id="rId457" Type="http://schemas.openxmlformats.org/officeDocument/2006/relationships/presProps" Target="presProps.xml"/><Relationship Id="rId458" Type="http://schemas.openxmlformats.org/officeDocument/2006/relationships/viewProps" Target="viewProps.xml"/></Relationships>
</file>

<file path=ppt/diagrams/_rels/data30.xml.rels><?xml version="1.0" encoding="UTF-8" standalone="yes"?>
<Relationships xmlns="http://schemas.openxmlformats.org/package/2006/relationships"><Relationship Id="rId1" Type="http://schemas.openxmlformats.org/officeDocument/2006/relationships/image" Target="../media/image28.png"/></Relationships>
</file>

<file path=ppt/diagrams/_rels/data31.xml.rels><?xml version="1.0" encoding="UTF-8" standalone="yes"?>
<Relationships xmlns="http://schemas.openxmlformats.org/package/2006/relationships"><Relationship Id="rId1" Type="http://schemas.openxmlformats.org/officeDocument/2006/relationships/image" Target="../media/image28.png"/></Relationships>
</file>

<file path=ppt/diagrams/_rels/data33.xml.rels><?xml version="1.0" encoding="UTF-8" standalone="yes"?>
<Relationships xmlns="http://schemas.openxmlformats.org/package/2006/relationships"><Relationship Id="rId1" Type="http://schemas.openxmlformats.org/officeDocument/2006/relationships/image" Target="../media/image28.png"/></Relationships>
</file>

<file path=ppt/diagrams/_rels/data35.xml.rels><?xml version="1.0" encoding="UTF-8" standalone="yes"?>
<Relationships xmlns="http://schemas.openxmlformats.org/package/2006/relationships"><Relationship Id="rId1" Type="http://schemas.openxmlformats.org/officeDocument/2006/relationships/image" Target="../media/image28.png"/></Relationships>
</file>

<file path=ppt/diagrams/_rels/drawing30.xml.rels><?xml version="1.0" encoding="UTF-8" standalone="yes"?>
<Relationships xmlns="http://schemas.openxmlformats.org/package/2006/relationships"><Relationship Id="rId1" Type="http://schemas.openxmlformats.org/officeDocument/2006/relationships/image" Target="../media/image28.png"/></Relationships>
</file>

<file path=ppt/diagrams/_rels/drawing31.xml.rels><?xml version="1.0" encoding="UTF-8" standalone="yes"?>
<Relationships xmlns="http://schemas.openxmlformats.org/package/2006/relationships"><Relationship Id="rId1" Type="http://schemas.openxmlformats.org/officeDocument/2006/relationships/image" Target="../media/image28.png"/></Relationships>
</file>

<file path=ppt/diagrams/_rels/drawing33.xml.rels><?xml version="1.0" encoding="UTF-8" standalone="yes"?>
<Relationships xmlns="http://schemas.openxmlformats.org/package/2006/relationships"><Relationship Id="rId1" Type="http://schemas.openxmlformats.org/officeDocument/2006/relationships/image" Target="../media/image28.png"/></Relationships>
</file>

<file path=ppt/diagrams/_rels/drawing35.xml.rels><?xml version="1.0" encoding="UTF-8" standalone="yes"?>
<Relationships xmlns="http://schemas.openxmlformats.org/package/2006/relationships"><Relationship Id="rId1" Type="http://schemas.openxmlformats.org/officeDocument/2006/relationships/image" Target="../media/image28.png"/></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0A928140-BF07-4833-B493-C8AEB25796BB}" type="presOf" srcId="{70B4E3E7-92BD-4BA3-8C93-826D98F65609}" destId="{402BF6D5-BC22-4BEB-9027-2D822CD0A19A}" srcOrd="0" destOrd="0" presId="urn:microsoft.com/office/officeart/2011/layout/ThemePictureAlternatingAccent"/>
    <dgm:cxn modelId="{62F44B59-9DDC-4E3E-A7DD-7975DE64C6B4}"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799686D7-B140-4B45-A2B8-82AE2365339F}" type="presParOf" srcId="{402BF6D5-BC22-4BEB-9027-2D822CD0A19A}" destId="{7F383395-A406-466B-9E8C-672150081A67}" srcOrd="0" destOrd="0" presId="urn:microsoft.com/office/officeart/2011/layout/ThemePictureAlternatingAccent"/>
    <dgm:cxn modelId="{A7C3CECB-8A96-4815-BAB7-CDFC3E39D1D1}" type="presParOf" srcId="{7F383395-A406-466B-9E8C-672150081A67}" destId="{63E8F094-BB29-4F1C-8DE8-869308440306}" srcOrd="0" destOrd="0" presId="urn:microsoft.com/office/officeart/2011/layout/ThemePictureAlternatingAccent"/>
    <dgm:cxn modelId="{2358196B-462C-45CD-9FD1-876ADF00C855}"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C7C1D301-62DA-42F7-9273-65722DD11EDA}" type="presOf" srcId="{EF85E227-2C46-46B0-8C25-15ED58A3377E}" destId="{BF7C867C-0ECC-4DC7-8F13-5617889C754B}" srcOrd="0" destOrd="0" presId="urn:microsoft.com/office/officeart/2011/layout/ThemePictureAlternatingAccent"/>
    <dgm:cxn modelId="{1F2A9671-5C35-47BF-854B-AE949E3C5352}"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1133F8A3-8133-4572-9462-BA761D1F8D63}" type="presParOf" srcId="{402BF6D5-BC22-4BEB-9027-2D822CD0A19A}" destId="{7F383395-A406-466B-9E8C-672150081A67}" srcOrd="0" destOrd="0" presId="urn:microsoft.com/office/officeart/2011/layout/ThemePictureAlternatingAccent"/>
    <dgm:cxn modelId="{837869DE-09C7-4EE5-B90A-3D063F056AA5}" type="presParOf" srcId="{7F383395-A406-466B-9E8C-672150081A67}" destId="{63E8F094-BB29-4F1C-8DE8-869308440306}" srcOrd="0" destOrd="0" presId="urn:microsoft.com/office/officeart/2011/layout/ThemePictureAlternatingAccent"/>
    <dgm:cxn modelId="{EAC12E86-E654-4432-892F-FD222E9B3C3B}"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C68C7AF5-F33E-49E8-9EA4-0E75FFF48AE8}" type="presOf" srcId="{EF85E227-2C46-46B0-8C25-15ED58A3377E}" destId="{BF7C867C-0ECC-4DC7-8F13-5617889C754B}" srcOrd="0" destOrd="0" presId="urn:microsoft.com/office/officeart/2011/layout/ThemePictureAlternatingAccent"/>
    <dgm:cxn modelId="{13DE75CE-4D31-4D77-9875-41EE2910453A}"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C319F712-57A9-4540-81BC-D4DDC19ABB67}" type="presParOf" srcId="{402BF6D5-BC22-4BEB-9027-2D822CD0A19A}" destId="{7F383395-A406-466B-9E8C-672150081A67}" srcOrd="0" destOrd="0" presId="urn:microsoft.com/office/officeart/2011/layout/ThemePictureAlternatingAccent"/>
    <dgm:cxn modelId="{E8C837E8-4EC5-48BD-A87D-A3CB3DB77154}" type="presParOf" srcId="{7F383395-A406-466B-9E8C-672150081A67}" destId="{63E8F094-BB29-4F1C-8DE8-869308440306}" srcOrd="0" destOrd="0" presId="urn:microsoft.com/office/officeart/2011/layout/ThemePictureAlternatingAccent"/>
    <dgm:cxn modelId="{DFE7E891-955F-409B-9A50-EFC6648FA527}"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B5CB136B-A90E-45EF-BBED-9091061312B4}"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C27B158C-7D30-4996-8B83-A26E3808EA92}" type="presOf" srcId="{EF85E227-2C46-46B0-8C25-15ED58A3377E}" destId="{BF7C867C-0ECC-4DC7-8F13-5617889C754B}" srcOrd="0" destOrd="0" presId="urn:microsoft.com/office/officeart/2011/layout/ThemePictureAlternatingAccent"/>
    <dgm:cxn modelId="{0B04C3E4-28F0-4C8D-B6D0-16F1F39E7DF7}" type="presParOf" srcId="{402BF6D5-BC22-4BEB-9027-2D822CD0A19A}" destId="{7F383395-A406-466B-9E8C-672150081A67}" srcOrd="0" destOrd="0" presId="urn:microsoft.com/office/officeart/2011/layout/ThemePictureAlternatingAccent"/>
    <dgm:cxn modelId="{559EE16F-8C0D-4979-BF5D-D532F37F63E4}" type="presParOf" srcId="{7F383395-A406-466B-9E8C-672150081A67}" destId="{63E8F094-BB29-4F1C-8DE8-869308440306}" srcOrd="0" destOrd="0" presId="urn:microsoft.com/office/officeart/2011/layout/ThemePictureAlternatingAccent"/>
    <dgm:cxn modelId="{90908708-8A20-4317-8E14-99C4A8AB5613}"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4F520A59-8D20-4BD6-BC40-7FD0BA232B3A}"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59CF43B4-822B-4687-B022-8551B7179E5C}" type="presOf" srcId="{70B4E3E7-92BD-4BA3-8C93-826D98F65609}" destId="{402BF6D5-BC22-4BEB-9027-2D822CD0A19A}" srcOrd="0" destOrd="0" presId="urn:microsoft.com/office/officeart/2011/layout/ThemePictureAlternatingAccent"/>
    <dgm:cxn modelId="{6760126C-9775-46C7-899B-F09638FD248A}" type="presParOf" srcId="{402BF6D5-BC22-4BEB-9027-2D822CD0A19A}" destId="{7F383395-A406-466B-9E8C-672150081A67}" srcOrd="0" destOrd="0" presId="urn:microsoft.com/office/officeart/2011/layout/ThemePictureAlternatingAccent"/>
    <dgm:cxn modelId="{AAA5F16E-0549-4BE0-8CD1-48774B62078E}" type="presParOf" srcId="{7F383395-A406-466B-9E8C-672150081A67}" destId="{63E8F094-BB29-4F1C-8DE8-869308440306}" srcOrd="0" destOrd="0" presId="urn:microsoft.com/office/officeart/2011/layout/ThemePictureAlternatingAccent"/>
    <dgm:cxn modelId="{EF166A04-2EFF-45C4-84BA-43E03250E951}"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4028F4FA-37FA-4474-99AC-1B242FDAFE63}" type="doc">
      <dgm:prSet loTypeId="urn:microsoft.com/office/officeart/2005/8/layout/arrow2" loCatId="process" qsTypeId="urn:microsoft.com/office/officeart/2005/8/quickstyle/simple1" qsCatId="simple" csTypeId="urn:microsoft.com/office/officeart/2005/8/colors/accent1_2" csCatId="accent1" phldr="1"/>
      <dgm:spPr/>
    </dgm:pt>
    <dgm:pt modelId="{C8AC185F-4187-4D6C-AB4F-BD642B94B7BE}">
      <dgm:prSet phldrT="[Text]" custT="1"/>
      <dgm:spPr/>
      <dgm:t>
        <a:bodyPr/>
        <a:lstStyle/>
        <a:p>
          <a:pPr algn="r" rtl="1"/>
          <a:r>
            <a:rPr lang="ar-SA" sz="2800" b="1" dirty="0" smtClean="0">
              <a:solidFill>
                <a:schemeClr val="accent5">
                  <a:lumMod val="50000"/>
                </a:schemeClr>
              </a:solidFill>
            </a:rPr>
            <a:t>أ - </a:t>
          </a:r>
          <a:r>
            <a:rPr lang="ar-JO" sz="2800" b="1" dirty="0" smtClean="0">
              <a:solidFill>
                <a:schemeClr val="accent5">
                  <a:lumMod val="50000"/>
                </a:schemeClr>
              </a:solidFill>
            </a:rPr>
            <a:t>بدأت الأبحاث الأولى على هذه التقنية عام 1947م عن طريق العالم البريطاني دينيس جابور (</a:t>
          </a:r>
          <a:r>
            <a:rPr lang="en-US" sz="2800" b="1" dirty="0" smtClean="0">
              <a:solidFill>
                <a:schemeClr val="accent5">
                  <a:lumMod val="50000"/>
                </a:schemeClr>
              </a:solidFill>
            </a:rPr>
            <a:t>Dennis Gabor</a:t>
          </a:r>
          <a:r>
            <a:rPr lang="ar-JO" sz="2800" b="1" dirty="0" smtClean="0">
              <a:solidFill>
                <a:schemeClr val="accent5">
                  <a:lumMod val="50000"/>
                </a:schemeClr>
              </a:solidFill>
            </a:rPr>
            <a:t>) عندما حاول تحسين قوة التكبير في المجهر الإلكتروني، لكنه لم يتمكن من تطبيق فكرته لأن موارد الضوء المتاحه في ذلك الوقت كانت أحادية اللون . </a:t>
          </a:r>
          <a:endParaRPr lang="en-US" sz="2800" b="1" dirty="0">
            <a:solidFill>
              <a:schemeClr val="accent5">
                <a:lumMod val="50000"/>
              </a:schemeClr>
            </a:solidFill>
            <a:latin typeface="Bebas Neue" panose="020B0606020202050201" pitchFamily="34" charset="0"/>
          </a:endParaRPr>
        </a:p>
      </dgm:t>
    </dgm:pt>
    <dgm:pt modelId="{E5C4D7CF-C65D-4B3B-8850-037A4DFC88D1}" type="parTrans" cxnId="{CB84B655-56CA-4BAD-947B-6BA4EEE2C9B0}">
      <dgm:prSet/>
      <dgm:spPr/>
      <dgm:t>
        <a:bodyPr/>
        <a:lstStyle/>
        <a:p>
          <a:endParaRPr lang="en-US"/>
        </a:p>
      </dgm:t>
    </dgm:pt>
    <dgm:pt modelId="{F2CF6601-4696-4AD7-B7C5-3AE52B74CD30}" type="sibTrans" cxnId="{CB84B655-56CA-4BAD-947B-6BA4EEE2C9B0}">
      <dgm:prSet/>
      <dgm:spPr/>
      <dgm:t>
        <a:bodyPr/>
        <a:lstStyle/>
        <a:p>
          <a:endParaRPr lang="en-US"/>
        </a:p>
      </dgm:t>
    </dgm:pt>
    <dgm:pt modelId="{3060F984-6F02-488D-A425-A3DDEA0A3089}" type="pres">
      <dgm:prSet presAssocID="{4028F4FA-37FA-4474-99AC-1B242FDAFE63}" presName="arrowDiagram" presStyleCnt="0">
        <dgm:presLayoutVars>
          <dgm:chMax val="5"/>
          <dgm:dir/>
          <dgm:resizeHandles val="exact"/>
        </dgm:presLayoutVars>
      </dgm:prSet>
      <dgm:spPr/>
    </dgm:pt>
    <dgm:pt modelId="{8C5E5356-0576-4F3F-AF6A-B4945DB9A957}" type="pres">
      <dgm:prSet presAssocID="{4028F4FA-37FA-4474-99AC-1B242FDAFE63}" presName="arrow" presStyleLbl="bgShp" presStyleIdx="0" presStyleCnt="1" custLinFactNeighborX="572" custLinFactNeighborY="4656"/>
      <dgm:spPr>
        <a:solidFill>
          <a:schemeClr val="accent1">
            <a:lumMod val="60000"/>
            <a:lumOff val="40000"/>
          </a:schemeClr>
        </a:solidFill>
      </dgm:spPr>
      <dgm:t>
        <a:bodyPr/>
        <a:lstStyle/>
        <a:p>
          <a:endParaRPr lang="en-US"/>
        </a:p>
      </dgm:t>
    </dgm:pt>
    <dgm:pt modelId="{3385AC30-82F0-415E-BE5C-654EC9730DC4}" type="pres">
      <dgm:prSet presAssocID="{4028F4FA-37FA-4474-99AC-1B242FDAFE63}" presName="arrowDiagram1" presStyleCnt="0">
        <dgm:presLayoutVars>
          <dgm:bulletEnabled val="1"/>
        </dgm:presLayoutVars>
      </dgm:prSet>
      <dgm:spPr/>
    </dgm:pt>
    <dgm:pt modelId="{4BDA9D34-1ADA-4539-AD22-2C6DB406F97D}" type="pres">
      <dgm:prSet presAssocID="{C8AC185F-4187-4D6C-AB4F-BD642B94B7BE}" presName="bullet1" presStyleLbl="node1" presStyleIdx="0" presStyleCnt="1" custScaleX="64532" custScaleY="64532" custLinFactX="-402660" custLinFactY="199136" custLinFactNeighborX="-500000" custLinFactNeighborY="200000"/>
      <dgm:spPr>
        <a:solidFill>
          <a:schemeClr val="accent5">
            <a:lumMod val="50000"/>
          </a:schemeClr>
        </a:solidFill>
      </dgm:spPr>
    </dgm:pt>
    <dgm:pt modelId="{45C0040E-143A-4E20-B9C8-3D7525A0D37B}" type="pres">
      <dgm:prSet presAssocID="{C8AC185F-4187-4D6C-AB4F-BD642B94B7BE}" presName="textBox1" presStyleLbl="revTx" presStyleIdx="0" presStyleCnt="1" custScaleX="198554" custScaleY="49974" custLinFactNeighborX="24719" custLinFactNeighborY="16829">
        <dgm:presLayoutVars>
          <dgm:bulletEnabled val="1"/>
        </dgm:presLayoutVars>
      </dgm:prSet>
      <dgm:spPr/>
      <dgm:t>
        <a:bodyPr/>
        <a:lstStyle/>
        <a:p>
          <a:endParaRPr lang="en-US"/>
        </a:p>
      </dgm:t>
    </dgm:pt>
  </dgm:ptLst>
  <dgm:cxnLst>
    <dgm:cxn modelId="{E78D4A6D-5E77-47CD-9D61-82F8F9821AD3}" type="presOf" srcId="{C8AC185F-4187-4D6C-AB4F-BD642B94B7BE}" destId="{45C0040E-143A-4E20-B9C8-3D7525A0D37B}" srcOrd="0" destOrd="0" presId="urn:microsoft.com/office/officeart/2005/8/layout/arrow2"/>
    <dgm:cxn modelId="{91BA1748-9A92-459E-A3E8-0FA7A8930766}" type="presOf" srcId="{4028F4FA-37FA-4474-99AC-1B242FDAFE63}" destId="{3060F984-6F02-488D-A425-A3DDEA0A3089}" srcOrd="0" destOrd="0" presId="urn:microsoft.com/office/officeart/2005/8/layout/arrow2"/>
    <dgm:cxn modelId="{CB84B655-56CA-4BAD-947B-6BA4EEE2C9B0}" srcId="{4028F4FA-37FA-4474-99AC-1B242FDAFE63}" destId="{C8AC185F-4187-4D6C-AB4F-BD642B94B7BE}" srcOrd="0" destOrd="0" parTransId="{E5C4D7CF-C65D-4B3B-8850-037A4DFC88D1}" sibTransId="{F2CF6601-4696-4AD7-B7C5-3AE52B74CD30}"/>
    <dgm:cxn modelId="{B2F5F127-2645-43E6-9F7F-81A1F04951E2}" type="presParOf" srcId="{3060F984-6F02-488D-A425-A3DDEA0A3089}" destId="{8C5E5356-0576-4F3F-AF6A-B4945DB9A957}" srcOrd="0" destOrd="0" presId="urn:microsoft.com/office/officeart/2005/8/layout/arrow2"/>
    <dgm:cxn modelId="{9186FC5A-9DB8-4681-9BDB-391542690191}" type="presParOf" srcId="{3060F984-6F02-488D-A425-A3DDEA0A3089}" destId="{3385AC30-82F0-415E-BE5C-654EC9730DC4}" srcOrd="1" destOrd="0" presId="urn:microsoft.com/office/officeart/2005/8/layout/arrow2"/>
    <dgm:cxn modelId="{EEE8C7DB-BC02-47A3-AA79-8F4161B69652}" type="presParOf" srcId="{3385AC30-82F0-415E-BE5C-654EC9730DC4}" destId="{4BDA9D34-1ADA-4539-AD22-2C6DB406F97D}" srcOrd="0" destOrd="0" presId="urn:microsoft.com/office/officeart/2005/8/layout/arrow2"/>
    <dgm:cxn modelId="{B464260D-33B6-48CF-8263-C803B857D5F9}" type="presParOf" srcId="{3385AC30-82F0-415E-BE5C-654EC9730DC4}" destId="{45C0040E-143A-4E20-B9C8-3D7525A0D37B}" srcOrd="1" destOrd="0" presId="urn:microsoft.com/office/officeart/2005/8/layout/arrow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4028F4FA-37FA-4474-99AC-1B242FDAFE63}" type="doc">
      <dgm:prSet loTypeId="urn:microsoft.com/office/officeart/2005/8/layout/arrow2" loCatId="process" qsTypeId="urn:microsoft.com/office/officeart/2005/8/quickstyle/simple1" qsCatId="simple" csTypeId="urn:microsoft.com/office/officeart/2005/8/colors/accent1_2" csCatId="accent1" phldr="1"/>
      <dgm:spPr/>
    </dgm:pt>
    <dgm:pt modelId="{C8AC185F-4187-4D6C-AB4F-BD642B94B7BE}">
      <dgm:prSet phldrT="[Text]" custT="1"/>
      <dgm:spPr/>
      <dgm:t>
        <a:bodyPr/>
        <a:lstStyle/>
        <a:p>
          <a:pPr algn="r" rtl="1"/>
          <a:r>
            <a:rPr lang="ar-SA" sz="2800" b="1" dirty="0" smtClean="0">
              <a:solidFill>
                <a:schemeClr val="accent4">
                  <a:lumMod val="50000"/>
                </a:schemeClr>
              </a:solidFill>
            </a:rPr>
            <a:t>ب - </a:t>
          </a:r>
          <a:r>
            <a:rPr lang="ar-JO" sz="2800" b="1" dirty="0" smtClean="0">
              <a:solidFill>
                <a:schemeClr val="accent4">
                  <a:lumMod val="50000"/>
                </a:schemeClr>
              </a:solidFill>
            </a:rPr>
            <a:t>ساهم اكتشاف ضوء الليزر في عام 1960م على تسريع تطبيق فكرة التصوير المجسم، وذلك عندما قام العالمان جيوريس أوباتنيكس </a:t>
          </a:r>
          <a:r>
            <a:rPr lang="en-US" sz="2800" b="1" dirty="0" smtClean="0">
              <a:solidFill>
                <a:schemeClr val="accent4">
                  <a:lumMod val="50000"/>
                </a:schemeClr>
              </a:solidFill>
            </a:rPr>
            <a:t>(Juris </a:t>
          </a:r>
          <a:r>
            <a:rPr lang="en-US" sz="2800" b="1" dirty="0" err="1" smtClean="0">
              <a:solidFill>
                <a:schemeClr val="accent4">
                  <a:lumMod val="50000"/>
                </a:schemeClr>
              </a:solidFill>
            </a:rPr>
            <a:t>Upatnieks</a:t>
          </a:r>
          <a:r>
            <a:rPr lang="en-US" sz="2800" b="1" dirty="0" smtClean="0">
              <a:solidFill>
                <a:schemeClr val="accent4">
                  <a:lumMod val="50000"/>
                </a:schemeClr>
              </a:solidFill>
            </a:rPr>
            <a:t>)</a:t>
          </a:r>
          <a:r>
            <a:rPr lang="ar-JO" sz="2800" b="1" dirty="0" smtClean="0">
              <a:solidFill>
                <a:schemeClr val="accent4">
                  <a:lumMod val="50000"/>
                </a:schemeClr>
              </a:solidFill>
            </a:rPr>
            <a:t> و ايميت ليث </a:t>
          </a:r>
          <a:r>
            <a:rPr lang="en-US" sz="2800" b="1" dirty="0" smtClean="0">
              <a:solidFill>
                <a:schemeClr val="accent4">
                  <a:lumMod val="50000"/>
                </a:schemeClr>
              </a:solidFill>
            </a:rPr>
            <a:t> (Emmitt </a:t>
          </a:r>
          <a:r>
            <a:rPr lang="en-US" sz="2800" b="1" dirty="0" err="1" smtClean="0">
              <a:solidFill>
                <a:schemeClr val="accent4">
                  <a:lumMod val="50000"/>
                </a:schemeClr>
              </a:solidFill>
            </a:rPr>
            <a:t>Leith</a:t>
          </a:r>
          <a:r>
            <a:rPr lang="en-US" sz="2800" b="1" dirty="0" smtClean="0">
              <a:solidFill>
                <a:schemeClr val="accent4">
                  <a:lumMod val="50000"/>
                </a:schemeClr>
              </a:solidFill>
            </a:rPr>
            <a:t>) </a:t>
          </a:r>
          <a:r>
            <a:rPr lang="ar-JO" sz="2800" b="1" dirty="0" smtClean="0">
              <a:solidFill>
                <a:schemeClr val="accent4">
                  <a:lumMod val="50000"/>
                </a:schemeClr>
              </a:solidFill>
            </a:rPr>
            <a:t>بقراءه جميع الأوراق والأبحاث المكتوبه من قبل العالم دينيس جابور ومحاولة تطبيقها بتقنية الليزر</a:t>
          </a:r>
          <a:endParaRPr lang="en-US" sz="2800" b="1" dirty="0">
            <a:solidFill>
              <a:schemeClr val="accent4">
                <a:lumMod val="50000"/>
              </a:schemeClr>
            </a:solidFill>
            <a:latin typeface="Bebas Neue" panose="020B0606020202050201" pitchFamily="34" charset="0"/>
          </a:endParaRPr>
        </a:p>
      </dgm:t>
    </dgm:pt>
    <dgm:pt modelId="{E5C4D7CF-C65D-4B3B-8850-037A4DFC88D1}" type="parTrans" cxnId="{CB84B655-56CA-4BAD-947B-6BA4EEE2C9B0}">
      <dgm:prSet/>
      <dgm:spPr/>
      <dgm:t>
        <a:bodyPr/>
        <a:lstStyle/>
        <a:p>
          <a:endParaRPr lang="en-US"/>
        </a:p>
      </dgm:t>
    </dgm:pt>
    <dgm:pt modelId="{F2CF6601-4696-4AD7-B7C5-3AE52B74CD30}" type="sibTrans" cxnId="{CB84B655-56CA-4BAD-947B-6BA4EEE2C9B0}">
      <dgm:prSet/>
      <dgm:spPr/>
      <dgm:t>
        <a:bodyPr/>
        <a:lstStyle/>
        <a:p>
          <a:endParaRPr lang="en-US"/>
        </a:p>
      </dgm:t>
    </dgm:pt>
    <dgm:pt modelId="{3060F984-6F02-488D-A425-A3DDEA0A3089}" type="pres">
      <dgm:prSet presAssocID="{4028F4FA-37FA-4474-99AC-1B242FDAFE63}" presName="arrowDiagram" presStyleCnt="0">
        <dgm:presLayoutVars>
          <dgm:chMax val="5"/>
          <dgm:dir/>
          <dgm:resizeHandles val="exact"/>
        </dgm:presLayoutVars>
      </dgm:prSet>
      <dgm:spPr/>
    </dgm:pt>
    <dgm:pt modelId="{8C5E5356-0576-4F3F-AF6A-B4945DB9A957}" type="pres">
      <dgm:prSet presAssocID="{4028F4FA-37FA-4474-99AC-1B242FDAFE63}" presName="arrow" presStyleLbl="bgShp" presStyleIdx="0" presStyleCnt="1" custLinFactNeighborX="572" custLinFactNeighborY="4656"/>
      <dgm:spPr>
        <a:solidFill>
          <a:schemeClr val="accent1">
            <a:lumMod val="60000"/>
            <a:lumOff val="40000"/>
          </a:schemeClr>
        </a:solidFill>
      </dgm:spPr>
      <dgm:t>
        <a:bodyPr/>
        <a:lstStyle/>
        <a:p>
          <a:endParaRPr lang="en-US"/>
        </a:p>
      </dgm:t>
    </dgm:pt>
    <dgm:pt modelId="{3385AC30-82F0-415E-BE5C-654EC9730DC4}" type="pres">
      <dgm:prSet presAssocID="{4028F4FA-37FA-4474-99AC-1B242FDAFE63}" presName="arrowDiagram1" presStyleCnt="0">
        <dgm:presLayoutVars>
          <dgm:bulletEnabled val="1"/>
        </dgm:presLayoutVars>
      </dgm:prSet>
      <dgm:spPr/>
    </dgm:pt>
    <dgm:pt modelId="{4BDA9D34-1ADA-4539-AD22-2C6DB406F97D}" type="pres">
      <dgm:prSet presAssocID="{C8AC185F-4187-4D6C-AB4F-BD642B94B7BE}" presName="bullet1" presStyleLbl="node1" presStyleIdx="0" presStyleCnt="1" custLinFactX="-345289" custLinFactY="100000" custLinFactNeighborX="-400000" custLinFactNeighborY="168345"/>
      <dgm:spPr>
        <a:solidFill>
          <a:schemeClr val="accent4">
            <a:lumMod val="50000"/>
          </a:schemeClr>
        </a:solidFill>
      </dgm:spPr>
    </dgm:pt>
    <dgm:pt modelId="{45C0040E-143A-4E20-B9C8-3D7525A0D37B}" type="pres">
      <dgm:prSet presAssocID="{C8AC185F-4187-4D6C-AB4F-BD642B94B7BE}" presName="textBox1" presStyleLbl="revTx" presStyleIdx="0" presStyleCnt="1" custScaleX="187650" custScaleY="63090" custLinFactNeighborX="43948" custLinFactNeighborY="12542">
        <dgm:presLayoutVars>
          <dgm:bulletEnabled val="1"/>
        </dgm:presLayoutVars>
      </dgm:prSet>
      <dgm:spPr/>
      <dgm:t>
        <a:bodyPr/>
        <a:lstStyle/>
        <a:p>
          <a:endParaRPr lang="en-US"/>
        </a:p>
      </dgm:t>
    </dgm:pt>
  </dgm:ptLst>
  <dgm:cxnLst>
    <dgm:cxn modelId="{4335F137-5589-477E-9BC0-9C3C65E407A5}" type="presOf" srcId="{C8AC185F-4187-4D6C-AB4F-BD642B94B7BE}" destId="{45C0040E-143A-4E20-B9C8-3D7525A0D37B}" srcOrd="0" destOrd="0" presId="urn:microsoft.com/office/officeart/2005/8/layout/arrow2"/>
    <dgm:cxn modelId="{75E95FED-87B9-4453-9687-FDE56FF7734A}" type="presOf" srcId="{4028F4FA-37FA-4474-99AC-1B242FDAFE63}" destId="{3060F984-6F02-488D-A425-A3DDEA0A3089}" srcOrd="0" destOrd="0" presId="urn:microsoft.com/office/officeart/2005/8/layout/arrow2"/>
    <dgm:cxn modelId="{CB84B655-56CA-4BAD-947B-6BA4EEE2C9B0}" srcId="{4028F4FA-37FA-4474-99AC-1B242FDAFE63}" destId="{C8AC185F-4187-4D6C-AB4F-BD642B94B7BE}" srcOrd="0" destOrd="0" parTransId="{E5C4D7CF-C65D-4B3B-8850-037A4DFC88D1}" sibTransId="{F2CF6601-4696-4AD7-B7C5-3AE52B74CD30}"/>
    <dgm:cxn modelId="{C6296652-7B5A-4B04-8F93-2F9803E44E57}" type="presParOf" srcId="{3060F984-6F02-488D-A425-A3DDEA0A3089}" destId="{8C5E5356-0576-4F3F-AF6A-B4945DB9A957}" srcOrd="0" destOrd="0" presId="urn:microsoft.com/office/officeart/2005/8/layout/arrow2"/>
    <dgm:cxn modelId="{9F46B160-B1E3-4FD8-BB14-CECFAD959B49}" type="presParOf" srcId="{3060F984-6F02-488D-A425-A3DDEA0A3089}" destId="{3385AC30-82F0-415E-BE5C-654EC9730DC4}" srcOrd="1" destOrd="0" presId="urn:microsoft.com/office/officeart/2005/8/layout/arrow2"/>
    <dgm:cxn modelId="{7B1DBB5C-C891-4B27-9A27-2335506BF0D3}" type="presParOf" srcId="{3385AC30-82F0-415E-BE5C-654EC9730DC4}" destId="{4BDA9D34-1ADA-4539-AD22-2C6DB406F97D}" srcOrd="0" destOrd="0" presId="urn:microsoft.com/office/officeart/2005/8/layout/arrow2"/>
    <dgm:cxn modelId="{D0762853-E8D5-49DC-89AE-510E68CC636B}" type="presParOf" srcId="{3385AC30-82F0-415E-BE5C-654EC9730DC4}" destId="{45C0040E-143A-4E20-B9C8-3D7525A0D37B}" srcOrd="1" destOrd="0" presId="urn:microsoft.com/office/officeart/2005/8/layout/arrow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4028F4FA-37FA-4474-99AC-1B242FDAFE63}" type="doc">
      <dgm:prSet loTypeId="urn:microsoft.com/office/officeart/2005/8/layout/arrow2" loCatId="process" qsTypeId="urn:microsoft.com/office/officeart/2005/8/quickstyle/simple1" qsCatId="simple" csTypeId="urn:microsoft.com/office/officeart/2005/8/colors/accent1_2" csCatId="accent1" phldr="1"/>
      <dgm:spPr/>
    </dgm:pt>
    <dgm:pt modelId="{C8AC185F-4187-4D6C-AB4F-BD642B94B7BE}">
      <dgm:prSet phldrT="[Text]" custT="1"/>
      <dgm:spPr/>
      <dgm:t>
        <a:bodyPr/>
        <a:lstStyle/>
        <a:p>
          <a:pPr algn="ctr" rtl="1"/>
          <a:r>
            <a:rPr lang="ar-SA" sz="2800" b="1" dirty="0" smtClean="0">
              <a:solidFill>
                <a:srgbClr val="4B2C50"/>
              </a:solidFill>
            </a:rPr>
            <a:t>ج - </a:t>
          </a:r>
          <a:r>
            <a:rPr lang="ar-JO" sz="2800" b="1" dirty="0" smtClean="0">
              <a:solidFill>
                <a:srgbClr val="4B2C50"/>
              </a:solidFill>
            </a:rPr>
            <a:t>وبعد عامين من العمل المتواصل نجح العالمين أوباتنيكس وليث في عام 1962م، من صنع أول صور مجسمة بوضوح وعمق واقعي.</a:t>
          </a:r>
          <a:endParaRPr lang="en-US" sz="2800" b="1" dirty="0" smtClean="0">
            <a:solidFill>
              <a:srgbClr val="4B2C50"/>
            </a:solidFill>
          </a:endParaRPr>
        </a:p>
      </dgm:t>
    </dgm:pt>
    <dgm:pt modelId="{E5C4D7CF-C65D-4B3B-8850-037A4DFC88D1}" type="parTrans" cxnId="{CB84B655-56CA-4BAD-947B-6BA4EEE2C9B0}">
      <dgm:prSet/>
      <dgm:spPr/>
      <dgm:t>
        <a:bodyPr/>
        <a:lstStyle/>
        <a:p>
          <a:endParaRPr lang="en-US"/>
        </a:p>
      </dgm:t>
    </dgm:pt>
    <dgm:pt modelId="{F2CF6601-4696-4AD7-B7C5-3AE52B74CD30}" type="sibTrans" cxnId="{CB84B655-56CA-4BAD-947B-6BA4EEE2C9B0}">
      <dgm:prSet/>
      <dgm:spPr/>
      <dgm:t>
        <a:bodyPr/>
        <a:lstStyle/>
        <a:p>
          <a:endParaRPr lang="en-US"/>
        </a:p>
      </dgm:t>
    </dgm:pt>
    <dgm:pt modelId="{3060F984-6F02-488D-A425-A3DDEA0A3089}" type="pres">
      <dgm:prSet presAssocID="{4028F4FA-37FA-4474-99AC-1B242FDAFE63}" presName="arrowDiagram" presStyleCnt="0">
        <dgm:presLayoutVars>
          <dgm:chMax val="5"/>
          <dgm:dir/>
          <dgm:resizeHandles val="exact"/>
        </dgm:presLayoutVars>
      </dgm:prSet>
      <dgm:spPr/>
    </dgm:pt>
    <dgm:pt modelId="{8C5E5356-0576-4F3F-AF6A-B4945DB9A957}" type="pres">
      <dgm:prSet presAssocID="{4028F4FA-37FA-4474-99AC-1B242FDAFE63}" presName="arrow" presStyleLbl="bgShp" presStyleIdx="0" presStyleCnt="1" custLinFactNeighborX="572" custLinFactNeighborY="4656"/>
      <dgm:spPr>
        <a:solidFill>
          <a:schemeClr val="accent1">
            <a:lumMod val="60000"/>
            <a:lumOff val="40000"/>
          </a:schemeClr>
        </a:solidFill>
      </dgm:spPr>
      <dgm:t>
        <a:bodyPr/>
        <a:lstStyle/>
        <a:p>
          <a:endParaRPr lang="en-US"/>
        </a:p>
      </dgm:t>
    </dgm:pt>
    <dgm:pt modelId="{3385AC30-82F0-415E-BE5C-654EC9730DC4}" type="pres">
      <dgm:prSet presAssocID="{4028F4FA-37FA-4474-99AC-1B242FDAFE63}" presName="arrowDiagram1" presStyleCnt="0">
        <dgm:presLayoutVars>
          <dgm:bulletEnabled val="1"/>
        </dgm:presLayoutVars>
      </dgm:prSet>
      <dgm:spPr/>
    </dgm:pt>
    <dgm:pt modelId="{4BDA9D34-1ADA-4539-AD22-2C6DB406F97D}" type="pres">
      <dgm:prSet presAssocID="{C8AC185F-4187-4D6C-AB4F-BD642B94B7BE}" presName="bullet1" presStyleLbl="node1" presStyleIdx="0" presStyleCnt="1" custLinFactX="-200000" custLinFactY="22851" custLinFactNeighborX="-248361" custLinFactNeighborY="100000"/>
      <dgm:spPr>
        <a:solidFill>
          <a:srgbClr val="4B2C50"/>
        </a:solidFill>
      </dgm:spPr>
    </dgm:pt>
    <dgm:pt modelId="{45C0040E-143A-4E20-B9C8-3D7525A0D37B}" type="pres">
      <dgm:prSet presAssocID="{C8AC185F-4187-4D6C-AB4F-BD642B94B7BE}" presName="textBox1" presStyleLbl="revTx" presStyleIdx="0" presStyleCnt="1" custScaleX="187650" custScaleY="59121" custLinFactNeighborX="43948" custLinFactNeighborY="20440">
        <dgm:presLayoutVars>
          <dgm:bulletEnabled val="1"/>
        </dgm:presLayoutVars>
      </dgm:prSet>
      <dgm:spPr/>
      <dgm:t>
        <a:bodyPr/>
        <a:lstStyle/>
        <a:p>
          <a:endParaRPr lang="en-US"/>
        </a:p>
      </dgm:t>
    </dgm:pt>
  </dgm:ptLst>
  <dgm:cxnLst>
    <dgm:cxn modelId="{CB84B655-56CA-4BAD-947B-6BA4EEE2C9B0}" srcId="{4028F4FA-37FA-4474-99AC-1B242FDAFE63}" destId="{C8AC185F-4187-4D6C-AB4F-BD642B94B7BE}" srcOrd="0" destOrd="0" parTransId="{E5C4D7CF-C65D-4B3B-8850-037A4DFC88D1}" sibTransId="{F2CF6601-4696-4AD7-B7C5-3AE52B74CD30}"/>
    <dgm:cxn modelId="{BE483767-8F7B-4ACD-9CF0-B3E53BD335E6}" type="presOf" srcId="{4028F4FA-37FA-4474-99AC-1B242FDAFE63}" destId="{3060F984-6F02-488D-A425-A3DDEA0A3089}" srcOrd="0" destOrd="0" presId="urn:microsoft.com/office/officeart/2005/8/layout/arrow2"/>
    <dgm:cxn modelId="{DBAAC8C2-0311-4209-93AA-6F1F2D84B559}" type="presOf" srcId="{C8AC185F-4187-4D6C-AB4F-BD642B94B7BE}" destId="{45C0040E-143A-4E20-B9C8-3D7525A0D37B}" srcOrd="0" destOrd="0" presId="urn:microsoft.com/office/officeart/2005/8/layout/arrow2"/>
    <dgm:cxn modelId="{60DAC991-1DD8-47A2-81A3-94CC66AF61C7}" type="presParOf" srcId="{3060F984-6F02-488D-A425-A3DDEA0A3089}" destId="{8C5E5356-0576-4F3F-AF6A-B4945DB9A957}" srcOrd="0" destOrd="0" presId="urn:microsoft.com/office/officeart/2005/8/layout/arrow2"/>
    <dgm:cxn modelId="{F90028DF-9320-4124-A735-5119FA9F0859}" type="presParOf" srcId="{3060F984-6F02-488D-A425-A3DDEA0A3089}" destId="{3385AC30-82F0-415E-BE5C-654EC9730DC4}" srcOrd="1" destOrd="0" presId="urn:microsoft.com/office/officeart/2005/8/layout/arrow2"/>
    <dgm:cxn modelId="{2FBEAD0B-81D9-4395-9011-BB7AEFBA844A}" type="presParOf" srcId="{3385AC30-82F0-415E-BE5C-654EC9730DC4}" destId="{4BDA9D34-1ADA-4539-AD22-2C6DB406F97D}" srcOrd="0" destOrd="0" presId="urn:microsoft.com/office/officeart/2005/8/layout/arrow2"/>
    <dgm:cxn modelId="{CA6431F5-59BA-4AD7-9CA5-5624A05BF294}" type="presParOf" srcId="{3385AC30-82F0-415E-BE5C-654EC9730DC4}" destId="{45C0040E-143A-4E20-B9C8-3D7525A0D37B}" srcOrd="1" destOrd="0" presId="urn:microsoft.com/office/officeart/2005/8/layout/arrow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4028F4FA-37FA-4474-99AC-1B242FDAFE63}" type="doc">
      <dgm:prSet loTypeId="urn:microsoft.com/office/officeart/2005/8/layout/arrow2" loCatId="process" qsTypeId="urn:microsoft.com/office/officeart/2005/8/quickstyle/simple1" qsCatId="simple" csTypeId="urn:microsoft.com/office/officeart/2005/8/colors/accent1_2" csCatId="accent1" phldr="1"/>
      <dgm:spPr/>
    </dgm:pt>
    <dgm:pt modelId="{C8AC185F-4187-4D6C-AB4F-BD642B94B7BE}">
      <dgm:prSet phldrT="[Text]" custT="1"/>
      <dgm:spPr/>
      <dgm:t>
        <a:bodyPr/>
        <a:lstStyle/>
        <a:p>
          <a:pPr algn="ctr" rtl="1"/>
          <a:r>
            <a:rPr lang="ar-SA" sz="2800" b="1" dirty="0" smtClean="0">
              <a:solidFill>
                <a:srgbClr val="C00000"/>
              </a:solidFill>
            </a:rPr>
            <a:t>د - </a:t>
          </a:r>
          <a:r>
            <a:rPr lang="ar-JO" sz="2800" b="1" dirty="0" smtClean="0">
              <a:solidFill>
                <a:srgbClr val="C00000"/>
              </a:solidFill>
            </a:rPr>
            <a:t>ثم توالت بعد ذلك التجارب ليتم في عام 1967م، عرض أول صور هولوجراميه ثلاثية الأبعاد لشخص</a:t>
          </a:r>
          <a:endParaRPr lang="en-US" sz="2800" b="1" dirty="0" smtClean="0">
            <a:solidFill>
              <a:srgbClr val="C00000"/>
            </a:solidFill>
          </a:endParaRPr>
        </a:p>
      </dgm:t>
    </dgm:pt>
    <dgm:pt modelId="{E5C4D7CF-C65D-4B3B-8850-037A4DFC88D1}" type="parTrans" cxnId="{CB84B655-56CA-4BAD-947B-6BA4EEE2C9B0}">
      <dgm:prSet/>
      <dgm:spPr/>
      <dgm:t>
        <a:bodyPr/>
        <a:lstStyle/>
        <a:p>
          <a:endParaRPr lang="en-US"/>
        </a:p>
      </dgm:t>
    </dgm:pt>
    <dgm:pt modelId="{F2CF6601-4696-4AD7-B7C5-3AE52B74CD30}" type="sibTrans" cxnId="{CB84B655-56CA-4BAD-947B-6BA4EEE2C9B0}">
      <dgm:prSet/>
      <dgm:spPr/>
      <dgm:t>
        <a:bodyPr/>
        <a:lstStyle/>
        <a:p>
          <a:endParaRPr lang="en-US"/>
        </a:p>
      </dgm:t>
    </dgm:pt>
    <dgm:pt modelId="{3060F984-6F02-488D-A425-A3DDEA0A3089}" type="pres">
      <dgm:prSet presAssocID="{4028F4FA-37FA-4474-99AC-1B242FDAFE63}" presName="arrowDiagram" presStyleCnt="0">
        <dgm:presLayoutVars>
          <dgm:chMax val="5"/>
          <dgm:dir/>
          <dgm:resizeHandles val="exact"/>
        </dgm:presLayoutVars>
      </dgm:prSet>
      <dgm:spPr/>
    </dgm:pt>
    <dgm:pt modelId="{8C5E5356-0576-4F3F-AF6A-B4945DB9A957}" type="pres">
      <dgm:prSet presAssocID="{4028F4FA-37FA-4474-99AC-1B242FDAFE63}" presName="arrow" presStyleLbl="bgShp" presStyleIdx="0" presStyleCnt="1" custLinFactNeighborX="572" custLinFactNeighborY="4656"/>
      <dgm:spPr>
        <a:solidFill>
          <a:schemeClr val="accent1">
            <a:lumMod val="60000"/>
            <a:lumOff val="40000"/>
          </a:schemeClr>
        </a:solidFill>
      </dgm:spPr>
      <dgm:t>
        <a:bodyPr/>
        <a:lstStyle/>
        <a:p>
          <a:endParaRPr lang="en-US"/>
        </a:p>
      </dgm:t>
    </dgm:pt>
    <dgm:pt modelId="{3385AC30-82F0-415E-BE5C-654EC9730DC4}" type="pres">
      <dgm:prSet presAssocID="{4028F4FA-37FA-4474-99AC-1B242FDAFE63}" presName="arrowDiagram1" presStyleCnt="0">
        <dgm:presLayoutVars>
          <dgm:bulletEnabled val="1"/>
        </dgm:presLayoutVars>
      </dgm:prSet>
      <dgm:spPr/>
    </dgm:pt>
    <dgm:pt modelId="{4BDA9D34-1ADA-4539-AD22-2C6DB406F97D}" type="pres">
      <dgm:prSet presAssocID="{C8AC185F-4187-4D6C-AB4F-BD642B94B7BE}" presName="bullet1" presStyleLbl="node1" presStyleIdx="0" presStyleCnt="1" custLinFactX="-54403" custLinFactNeighborX="-100000" custLinFactNeighborY="28560"/>
      <dgm:spPr>
        <a:solidFill>
          <a:srgbClr val="C00000"/>
        </a:solidFill>
      </dgm:spPr>
    </dgm:pt>
    <dgm:pt modelId="{45C0040E-143A-4E20-B9C8-3D7525A0D37B}" type="pres">
      <dgm:prSet presAssocID="{C8AC185F-4187-4D6C-AB4F-BD642B94B7BE}" presName="textBox1" presStyleLbl="revTx" presStyleIdx="0" presStyleCnt="1" custScaleX="142806" custScaleY="26677" custLinFactNeighborX="46961" custLinFactNeighborY="4008">
        <dgm:presLayoutVars>
          <dgm:bulletEnabled val="1"/>
        </dgm:presLayoutVars>
      </dgm:prSet>
      <dgm:spPr/>
      <dgm:t>
        <a:bodyPr/>
        <a:lstStyle/>
        <a:p>
          <a:endParaRPr lang="en-US"/>
        </a:p>
      </dgm:t>
    </dgm:pt>
  </dgm:ptLst>
  <dgm:cxnLst>
    <dgm:cxn modelId="{657503F1-88D8-4BDA-911E-E29A94D86705}" type="presOf" srcId="{4028F4FA-37FA-4474-99AC-1B242FDAFE63}" destId="{3060F984-6F02-488D-A425-A3DDEA0A3089}" srcOrd="0" destOrd="0" presId="urn:microsoft.com/office/officeart/2005/8/layout/arrow2"/>
    <dgm:cxn modelId="{FCFF2CE2-5A95-4795-BC60-F23250D62683}" type="presOf" srcId="{C8AC185F-4187-4D6C-AB4F-BD642B94B7BE}" destId="{45C0040E-143A-4E20-B9C8-3D7525A0D37B}" srcOrd="0" destOrd="0" presId="urn:microsoft.com/office/officeart/2005/8/layout/arrow2"/>
    <dgm:cxn modelId="{CB84B655-56CA-4BAD-947B-6BA4EEE2C9B0}" srcId="{4028F4FA-37FA-4474-99AC-1B242FDAFE63}" destId="{C8AC185F-4187-4D6C-AB4F-BD642B94B7BE}" srcOrd="0" destOrd="0" parTransId="{E5C4D7CF-C65D-4B3B-8850-037A4DFC88D1}" sibTransId="{F2CF6601-4696-4AD7-B7C5-3AE52B74CD30}"/>
    <dgm:cxn modelId="{0AEB3B91-3DD1-48A4-B192-352C74C1E397}" type="presParOf" srcId="{3060F984-6F02-488D-A425-A3DDEA0A3089}" destId="{8C5E5356-0576-4F3F-AF6A-B4945DB9A957}" srcOrd="0" destOrd="0" presId="urn:microsoft.com/office/officeart/2005/8/layout/arrow2"/>
    <dgm:cxn modelId="{DE3F5E52-5502-4EBA-BE22-69FAD029C571}" type="presParOf" srcId="{3060F984-6F02-488D-A425-A3DDEA0A3089}" destId="{3385AC30-82F0-415E-BE5C-654EC9730DC4}" srcOrd="1" destOrd="0" presId="urn:microsoft.com/office/officeart/2005/8/layout/arrow2"/>
    <dgm:cxn modelId="{5F1DE3E9-B412-4945-B70E-B76C812B7BB9}" type="presParOf" srcId="{3385AC30-82F0-415E-BE5C-654EC9730DC4}" destId="{4BDA9D34-1ADA-4539-AD22-2C6DB406F97D}" srcOrd="0" destOrd="0" presId="urn:microsoft.com/office/officeart/2005/8/layout/arrow2"/>
    <dgm:cxn modelId="{87F24580-5EAA-4BBA-8AEE-9C957A642A1B}" type="presParOf" srcId="{3385AC30-82F0-415E-BE5C-654EC9730DC4}" destId="{45C0040E-143A-4E20-B9C8-3D7525A0D37B}" srcOrd="1" destOrd="0" presId="urn:microsoft.com/office/officeart/2005/8/layout/arrow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4028F4FA-37FA-4474-99AC-1B242FDAFE63}" type="doc">
      <dgm:prSet loTypeId="urn:microsoft.com/office/officeart/2005/8/layout/arrow2" loCatId="process" qsTypeId="urn:microsoft.com/office/officeart/2005/8/quickstyle/simple1" qsCatId="simple" csTypeId="urn:microsoft.com/office/officeart/2005/8/colors/accent1_2" csCatId="accent1" phldr="1"/>
      <dgm:spPr/>
    </dgm:pt>
    <dgm:pt modelId="{C8AC185F-4187-4D6C-AB4F-BD642B94B7BE}">
      <dgm:prSet phldrT="[Text]" custT="1"/>
      <dgm:spPr/>
      <dgm:t>
        <a:bodyPr/>
        <a:lstStyle/>
        <a:p>
          <a:pPr algn="ctr" rtl="1"/>
          <a:r>
            <a:rPr lang="ar-SA" sz="2800" b="1" dirty="0" smtClean="0">
              <a:solidFill>
                <a:schemeClr val="tx1"/>
              </a:solidFill>
            </a:rPr>
            <a:t>ه - </a:t>
          </a:r>
          <a:r>
            <a:rPr lang="ar-JO" sz="2800" b="1" dirty="0" smtClean="0">
              <a:solidFill>
                <a:schemeClr val="tx1"/>
              </a:solidFill>
            </a:rPr>
            <a:t>شهد عام 1972م التطور الأبرز في تاريخ التصوير التجسيمي عندما تمكن العالم لويد كروز </a:t>
          </a:r>
          <a:r>
            <a:rPr lang="en-US" sz="2800" b="1" dirty="0" smtClean="0">
              <a:solidFill>
                <a:schemeClr val="tx1"/>
              </a:solidFill>
            </a:rPr>
            <a:t>(Lloyd Cross)  </a:t>
          </a:r>
          <a:r>
            <a:rPr lang="ar-JO" sz="2800" b="1" dirty="0" smtClean="0">
              <a:solidFill>
                <a:schemeClr val="tx1"/>
              </a:solidFill>
            </a:rPr>
            <a:t>من صناعة أول هولوغرام يجمع بين الصور المجسمة ثلاثية الأبعاد والسينما غرافي ذات البعدين</a:t>
          </a:r>
          <a:endParaRPr lang="en-US" sz="2800" b="1" dirty="0" smtClean="0">
            <a:solidFill>
              <a:schemeClr val="tx1"/>
            </a:solidFill>
          </a:endParaRPr>
        </a:p>
      </dgm:t>
    </dgm:pt>
    <dgm:pt modelId="{E5C4D7CF-C65D-4B3B-8850-037A4DFC88D1}" type="parTrans" cxnId="{CB84B655-56CA-4BAD-947B-6BA4EEE2C9B0}">
      <dgm:prSet/>
      <dgm:spPr/>
      <dgm:t>
        <a:bodyPr/>
        <a:lstStyle/>
        <a:p>
          <a:endParaRPr lang="en-US"/>
        </a:p>
      </dgm:t>
    </dgm:pt>
    <dgm:pt modelId="{F2CF6601-4696-4AD7-B7C5-3AE52B74CD30}" type="sibTrans" cxnId="{CB84B655-56CA-4BAD-947B-6BA4EEE2C9B0}">
      <dgm:prSet/>
      <dgm:spPr/>
      <dgm:t>
        <a:bodyPr/>
        <a:lstStyle/>
        <a:p>
          <a:endParaRPr lang="en-US"/>
        </a:p>
      </dgm:t>
    </dgm:pt>
    <dgm:pt modelId="{3060F984-6F02-488D-A425-A3DDEA0A3089}" type="pres">
      <dgm:prSet presAssocID="{4028F4FA-37FA-4474-99AC-1B242FDAFE63}" presName="arrowDiagram" presStyleCnt="0">
        <dgm:presLayoutVars>
          <dgm:chMax val="5"/>
          <dgm:dir/>
          <dgm:resizeHandles val="exact"/>
        </dgm:presLayoutVars>
      </dgm:prSet>
      <dgm:spPr/>
    </dgm:pt>
    <dgm:pt modelId="{8C5E5356-0576-4F3F-AF6A-B4945DB9A957}" type="pres">
      <dgm:prSet presAssocID="{4028F4FA-37FA-4474-99AC-1B242FDAFE63}" presName="arrow" presStyleLbl="bgShp" presStyleIdx="0" presStyleCnt="1" custLinFactNeighborX="572" custLinFactNeighborY="4656"/>
      <dgm:spPr>
        <a:solidFill>
          <a:schemeClr val="accent1">
            <a:lumMod val="60000"/>
            <a:lumOff val="40000"/>
          </a:schemeClr>
        </a:solidFill>
      </dgm:spPr>
      <dgm:t>
        <a:bodyPr/>
        <a:lstStyle/>
        <a:p>
          <a:endParaRPr lang="en-US"/>
        </a:p>
      </dgm:t>
    </dgm:pt>
    <dgm:pt modelId="{3385AC30-82F0-415E-BE5C-654EC9730DC4}" type="pres">
      <dgm:prSet presAssocID="{4028F4FA-37FA-4474-99AC-1B242FDAFE63}" presName="arrowDiagram1" presStyleCnt="0">
        <dgm:presLayoutVars>
          <dgm:bulletEnabled val="1"/>
        </dgm:presLayoutVars>
      </dgm:prSet>
      <dgm:spPr/>
    </dgm:pt>
    <dgm:pt modelId="{4BDA9D34-1ADA-4539-AD22-2C6DB406F97D}" type="pres">
      <dgm:prSet presAssocID="{C8AC185F-4187-4D6C-AB4F-BD642B94B7BE}" presName="bullet1" presStyleLbl="node1" presStyleIdx="0" presStyleCnt="1" custLinFactX="42525" custLinFactNeighborX="100000" custLinFactNeighborY="-21918"/>
      <dgm:spPr>
        <a:solidFill>
          <a:schemeClr val="tx1"/>
        </a:solidFill>
      </dgm:spPr>
    </dgm:pt>
    <dgm:pt modelId="{45C0040E-143A-4E20-B9C8-3D7525A0D37B}" type="pres">
      <dgm:prSet presAssocID="{C8AC185F-4187-4D6C-AB4F-BD642B94B7BE}" presName="textBox1" presStyleLbl="revTx" presStyleIdx="0" presStyleCnt="1" custScaleX="163321" custScaleY="56339" custLinFactNeighborX="38453" custLinFactNeighborY="15940">
        <dgm:presLayoutVars>
          <dgm:bulletEnabled val="1"/>
        </dgm:presLayoutVars>
      </dgm:prSet>
      <dgm:spPr/>
      <dgm:t>
        <a:bodyPr/>
        <a:lstStyle/>
        <a:p>
          <a:endParaRPr lang="en-US"/>
        </a:p>
      </dgm:t>
    </dgm:pt>
  </dgm:ptLst>
  <dgm:cxnLst>
    <dgm:cxn modelId="{E7A72EA8-A24D-4DAE-8B4F-09596F0A6827}" type="presOf" srcId="{C8AC185F-4187-4D6C-AB4F-BD642B94B7BE}" destId="{45C0040E-143A-4E20-B9C8-3D7525A0D37B}" srcOrd="0" destOrd="0" presId="urn:microsoft.com/office/officeart/2005/8/layout/arrow2"/>
    <dgm:cxn modelId="{530AC3FC-C217-4442-9763-9CE30A8A90EB}" type="presOf" srcId="{4028F4FA-37FA-4474-99AC-1B242FDAFE63}" destId="{3060F984-6F02-488D-A425-A3DDEA0A3089}" srcOrd="0" destOrd="0" presId="urn:microsoft.com/office/officeart/2005/8/layout/arrow2"/>
    <dgm:cxn modelId="{CB84B655-56CA-4BAD-947B-6BA4EEE2C9B0}" srcId="{4028F4FA-37FA-4474-99AC-1B242FDAFE63}" destId="{C8AC185F-4187-4D6C-AB4F-BD642B94B7BE}" srcOrd="0" destOrd="0" parTransId="{E5C4D7CF-C65D-4B3B-8850-037A4DFC88D1}" sibTransId="{F2CF6601-4696-4AD7-B7C5-3AE52B74CD30}"/>
    <dgm:cxn modelId="{BC00B182-48CE-42AE-89D0-3DFE3FE6F241}" type="presParOf" srcId="{3060F984-6F02-488D-A425-A3DDEA0A3089}" destId="{8C5E5356-0576-4F3F-AF6A-B4945DB9A957}" srcOrd="0" destOrd="0" presId="urn:microsoft.com/office/officeart/2005/8/layout/arrow2"/>
    <dgm:cxn modelId="{CEF4567A-9F9D-473A-839E-E69C1D77F78F}" type="presParOf" srcId="{3060F984-6F02-488D-A425-A3DDEA0A3089}" destId="{3385AC30-82F0-415E-BE5C-654EC9730DC4}" srcOrd="1" destOrd="0" presId="urn:microsoft.com/office/officeart/2005/8/layout/arrow2"/>
    <dgm:cxn modelId="{C43E75A3-931B-4274-BA4F-C95B34C45F7A}" type="presParOf" srcId="{3385AC30-82F0-415E-BE5C-654EC9730DC4}" destId="{4BDA9D34-1ADA-4539-AD22-2C6DB406F97D}" srcOrd="0" destOrd="0" presId="urn:microsoft.com/office/officeart/2005/8/layout/arrow2"/>
    <dgm:cxn modelId="{66094592-30C1-4780-8FE0-887788B244CA}" type="presParOf" srcId="{3385AC30-82F0-415E-BE5C-654EC9730DC4}" destId="{45C0040E-143A-4E20-B9C8-3D7525A0D37B}" srcOrd="1" destOrd="0" presId="urn:microsoft.com/office/officeart/2005/8/layout/arrow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4BFCCB4C-EDE3-4F84-97E9-A3FD1E50F481}" type="doc">
      <dgm:prSet loTypeId="urn:microsoft.com/office/officeart/2009/3/layout/IncreasingArrowsProcess" loCatId="process" qsTypeId="urn:microsoft.com/office/officeart/2005/8/quickstyle/simple1" qsCatId="simple" csTypeId="urn:microsoft.com/office/officeart/2005/8/colors/colorful1" csCatId="colorful" phldr="1"/>
      <dgm:spPr/>
      <dgm:t>
        <a:bodyPr/>
        <a:lstStyle/>
        <a:p>
          <a:endParaRPr lang="en-US"/>
        </a:p>
      </dgm:t>
    </dgm:pt>
    <dgm:pt modelId="{8C055561-F760-47A7-86EF-87E3048BFC60}">
      <dgm:prSet phldrT="[Text]" custT="1"/>
      <dgm:spPr>
        <a:solidFill>
          <a:srgbClr val="C00000"/>
        </a:solidFill>
      </dgm:spPr>
      <dgm:t>
        <a:bodyPr/>
        <a:lstStyle/>
        <a:p>
          <a:pPr rtl="1"/>
          <a:r>
            <a:rPr lang="ar-SA" sz="3200" b="1" dirty="0" smtClean="0"/>
            <a:t>أولاً</a:t>
          </a:r>
          <a:endParaRPr lang="en-US" sz="3200" dirty="0">
            <a:latin typeface="+mj-lt"/>
          </a:endParaRPr>
        </a:p>
      </dgm:t>
    </dgm:pt>
    <dgm:pt modelId="{C6855283-3A7E-4B66-B41E-E26516066D1E}" type="parTrans" cxnId="{2383C7CC-B0A7-486A-A78E-7A53ECD3D746}">
      <dgm:prSet/>
      <dgm:spPr/>
      <dgm:t>
        <a:bodyPr/>
        <a:lstStyle/>
        <a:p>
          <a:endParaRPr lang="en-US"/>
        </a:p>
      </dgm:t>
    </dgm:pt>
    <dgm:pt modelId="{4970CA3C-C1B7-490E-A8A7-BE6E849BBDB2}" type="sibTrans" cxnId="{2383C7CC-B0A7-486A-A78E-7A53ECD3D746}">
      <dgm:prSet/>
      <dgm:spPr/>
      <dgm:t>
        <a:bodyPr/>
        <a:lstStyle/>
        <a:p>
          <a:endParaRPr lang="en-US"/>
        </a:p>
      </dgm:t>
    </dgm:pt>
    <dgm:pt modelId="{CAF88B9A-1A3B-40CF-82A3-7FB6D1560E66}">
      <dgm:prSet phldrT="[Text]" custT="1"/>
      <dgm:spPr>
        <a:solidFill>
          <a:srgbClr val="002060"/>
        </a:solidFill>
      </dgm:spPr>
      <dgm:t>
        <a:bodyPr/>
        <a:lstStyle/>
        <a:p>
          <a:pPr algn="ctr"/>
          <a:r>
            <a:rPr lang="id-ID" sz="2400" dirty="0" smtClean="0">
              <a:latin typeface="+mj-lt"/>
            </a:rPr>
            <a:t>               </a:t>
          </a:r>
          <a:r>
            <a:rPr lang="ar-SA" sz="3200" b="1" dirty="0" smtClean="0"/>
            <a:t>ثانياً</a:t>
          </a:r>
          <a:endParaRPr lang="en-US" sz="3200" dirty="0">
            <a:latin typeface="+mj-lt"/>
          </a:endParaRPr>
        </a:p>
      </dgm:t>
    </dgm:pt>
    <dgm:pt modelId="{A1F36D7F-236E-4182-9D63-C5CA55051E5A}" type="parTrans" cxnId="{0603C6A2-0ED0-46AB-B234-2D683FD78E77}">
      <dgm:prSet/>
      <dgm:spPr/>
      <dgm:t>
        <a:bodyPr/>
        <a:lstStyle/>
        <a:p>
          <a:endParaRPr lang="en-US"/>
        </a:p>
      </dgm:t>
    </dgm:pt>
    <dgm:pt modelId="{04C79982-8B1E-4394-99A9-D33B1FD3BEB2}" type="sibTrans" cxnId="{0603C6A2-0ED0-46AB-B234-2D683FD78E77}">
      <dgm:prSet/>
      <dgm:spPr/>
      <dgm:t>
        <a:bodyPr/>
        <a:lstStyle/>
        <a:p>
          <a:endParaRPr lang="en-US"/>
        </a:p>
      </dgm:t>
    </dgm:pt>
    <dgm:pt modelId="{1DDDD07C-E697-49C1-B36B-60E196698460}" type="pres">
      <dgm:prSet presAssocID="{4BFCCB4C-EDE3-4F84-97E9-A3FD1E50F481}" presName="Name0" presStyleCnt="0">
        <dgm:presLayoutVars>
          <dgm:chMax val="5"/>
          <dgm:chPref val="5"/>
          <dgm:dir/>
          <dgm:animLvl val="lvl"/>
        </dgm:presLayoutVars>
      </dgm:prSet>
      <dgm:spPr/>
      <dgm:t>
        <a:bodyPr/>
        <a:lstStyle/>
        <a:p>
          <a:endParaRPr lang="en-US"/>
        </a:p>
      </dgm:t>
    </dgm:pt>
    <dgm:pt modelId="{B9C58491-6977-44BF-A47A-FE1E5D4EDCF5}" type="pres">
      <dgm:prSet presAssocID="{8C055561-F760-47A7-86EF-87E3048BFC60}" presName="parentText1" presStyleLbl="node1" presStyleIdx="0" presStyleCnt="2" custScaleX="74267" custScaleY="127666" custLinFactNeighborX="40" custLinFactNeighborY="-33450">
        <dgm:presLayoutVars>
          <dgm:chMax/>
          <dgm:chPref val="3"/>
          <dgm:bulletEnabled val="1"/>
        </dgm:presLayoutVars>
      </dgm:prSet>
      <dgm:spPr/>
      <dgm:t>
        <a:bodyPr/>
        <a:lstStyle/>
        <a:p>
          <a:endParaRPr lang="en-US"/>
        </a:p>
      </dgm:t>
    </dgm:pt>
    <dgm:pt modelId="{FD788759-3423-4F29-9A6E-7DEBD1F7DFE8}" type="pres">
      <dgm:prSet presAssocID="{CAF88B9A-1A3B-40CF-82A3-7FB6D1560E66}" presName="parentText2" presStyleLbl="node1" presStyleIdx="1" presStyleCnt="2" custScaleX="87677" custScaleY="136265" custLinFactNeighborX="7383" custLinFactNeighborY="10929">
        <dgm:presLayoutVars>
          <dgm:chMax/>
          <dgm:chPref val="3"/>
          <dgm:bulletEnabled val="1"/>
        </dgm:presLayoutVars>
      </dgm:prSet>
      <dgm:spPr/>
      <dgm:t>
        <a:bodyPr/>
        <a:lstStyle/>
        <a:p>
          <a:endParaRPr lang="en-US"/>
        </a:p>
      </dgm:t>
    </dgm:pt>
  </dgm:ptLst>
  <dgm:cxnLst>
    <dgm:cxn modelId="{0603C6A2-0ED0-46AB-B234-2D683FD78E77}" srcId="{4BFCCB4C-EDE3-4F84-97E9-A3FD1E50F481}" destId="{CAF88B9A-1A3B-40CF-82A3-7FB6D1560E66}" srcOrd="1" destOrd="0" parTransId="{A1F36D7F-236E-4182-9D63-C5CA55051E5A}" sibTransId="{04C79982-8B1E-4394-99A9-D33B1FD3BEB2}"/>
    <dgm:cxn modelId="{85FFEA88-09A2-45FC-A8F1-1D58155F98F5}" type="presOf" srcId="{4BFCCB4C-EDE3-4F84-97E9-A3FD1E50F481}" destId="{1DDDD07C-E697-49C1-B36B-60E196698460}" srcOrd="0" destOrd="0" presId="urn:microsoft.com/office/officeart/2009/3/layout/IncreasingArrowsProcess"/>
    <dgm:cxn modelId="{2383C7CC-B0A7-486A-A78E-7A53ECD3D746}" srcId="{4BFCCB4C-EDE3-4F84-97E9-A3FD1E50F481}" destId="{8C055561-F760-47A7-86EF-87E3048BFC60}" srcOrd="0" destOrd="0" parTransId="{C6855283-3A7E-4B66-B41E-E26516066D1E}" sibTransId="{4970CA3C-C1B7-490E-A8A7-BE6E849BBDB2}"/>
    <dgm:cxn modelId="{834B0C1F-9CC2-4F59-90F4-D0B6A533F00B}" type="presOf" srcId="{CAF88B9A-1A3B-40CF-82A3-7FB6D1560E66}" destId="{FD788759-3423-4F29-9A6E-7DEBD1F7DFE8}" srcOrd="0" destOrd="0" presId="urn:microsoft.com/office/officeart/2009/3/layout/IncreasingArrowsProcess"/>
    <dgm:cxn modelId="{6BBE8421-9069-441C-8B29-F5271021FDD3}" type="presOf" srcId="{8C055561-F760-47A7-86EF-87E3048BFC60}" destId="{B9C58491-6977-44BF-A47A-FE1E5D4EDCF5}" srcOrd="0" destOrd="0" presId="urn:microsoft.com/office/officeart/2009/3/layout/IncreasingArrowsProcess"/>
    <dgm:cxn modelId="{224BE95C-6E64-4FC9-B465-9FA029259790}" type="presParOf" srcId="{1DDDD07C-E697-49C1-B36B-60E196698460}" destId="{B9C58491-6977-44BF-A47A-FE1E5D4EDCF5}" srcOrd="0" destOrd="0" presId="urn:microsoft.com/office/officeart/2009/3/layout/IncreasingArrowsProcess"/>
    <dgm:cxn modelId="{6355A572-7A44-43EE-8A20-F7E98439CC90}" type="presParOf" srcId="{1DDDD07C-E697-49C1-B36B-60E196698460}" destId="{FD788759-3423-4F29-9A6E-7DEBD1F7DFE8}" srcOrd="1"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4BFCCB4C-EDE3-4F84-97E9-A3FD1E50F481}" type="doc">
      <dgm:prSet loTypeId="urn:microsoft.com/office/officeart/2009/3/layout/IncreasingArrowsProcess" loCatId="process" qsTypeId="urn:microsoft.com/office/officeart/2005/8/quickstyle/simple1" qsCatId="simple" csTypeId="urn:microsoft.com/office/officeart/2005/8/colors/colorful1" csCatId="colorful" phldr="1"/>
      <dgm:spPr/>
      <dgm:t>
        <a:bodyPr/>
        <a:lstStyle/>
        <a:p>
          <a:endParaRPr lang="en-US"/>
        </a:p>
      </dgm:t>
    </dgm:pt>
    <dgm:pt modelId="{8C055561-F760-47A7-86EF-87E3048BFC60}">
      <dgm:prSet phldrT="[Text]" custT="1"/>
      <dgm:spPr/>
      <dgm:t>
        <a:bodyPr/>
        <a:lstStyle/>
        <a:p>
          <a:pPr rtl="1"/>
          <a:r>
            <a:rPr lang="ar-SA" sz="3200" b="1" dirty="0" smtClean="0"/>
            <a:t>ثالثاً</a:t>
          </a:r>
          <a:endParaRPr lang="en-US" sz="3200" dirty="0">
            <a:latin typeface="+mj-lt"/>
          </a:endParaRPr>
        </a:p>
      </dgm:t>
    </dgm:pt>
    <dgm:pt modelId="{C6855283-3A7E-4B66-B41E-E26516066D1E}" type="parTrans" cxnId="{2383C7CC-B0A7-486A-A78E-7A53ECD3D746}">
      <dgm:prSet/>
      <dgm:spPr/>
      <dgm:t>
        <a:bodyPr/>
        <a:lstStyle/>
        <a:p>
          <a:endParaRPr lang="en-US"/>
        </a:p>
      </dgm:t>
    </dgm:pt>
    <dgm:pt modelId="{4970CA3C-C1B7-490E-A8A7-BE6E849BBDB2}" type="sibTrans" cxnId="{2383C7CC-B0A7-486A-A78E-7A53ECD3D746}">
      <dgm:prSet/>
      <dgm:spPr/>
      <dgm:t>
        <a:bodyPr/>
        <a:lstStyle/>
        <a:p>
          <a:endParaRPr lang="en-US"/>
        </a:p>
      </dgm:t>
    </dgm:pt>
    <dgm:pt modelId="{CAF88B9A-1A3B-40CF-82A3-7FB6D1560E66}">
      <dgm:prSet phldrT="[Text]" custT="1"/>
      <dgm:spPr/>
      <dgm:t>
        <a:bodyPr/>
        <a:lstStyle/>
        <a:p>
          <a:pPr algn="ctr"/>
          <a:r>
            <a:rPr lang="id-ID" sz="2400" dirty="0" smtClean="0">
              <a:latin typeface="+mj-lt"/>
            </a:rPr>
            <a:t>               </a:t>
          </a:r>
          <a:r>
            <a:rPr lang="ar-SA" sz="2400" b="1" dirty="0" smtClean="0"/>
            <a:t>رابعاً</a:t>
          </a:r>
          <a:endParaRPr lang="en-US" sz="3200" dirty="0">
            <a:latin typeface="+mj-lt"/>
          </a:endParaRPr>
        </a:p>
      </dgm:t>
    </dgm:pt>
    <dgm:pt modelId="{A1F36D7F-236E-4182-9D63-C5CA55051E5A}" type="parTrans" cxnId="{0603C6A2-0ED0-46AB-B234-2D683FD78E77}">
      <dgm:prSet/>
      <dgm:spPr/>
      <dgm:t>
        <a:bodyPr/>
        <a:lstStyle/>
        <a:p>
          <a:endParaRPr lang="en-US"/>
        </a:p>
      </dgm:t>
    </dgm:pt>
    <dgm:pt modelId="{04C79982-8B1E-4394-99A9-D33B1FD3BEB2}" type="sibTrans" cxnId="{0603C6A2-0ED0-46AB-B234-2D683FD78E77}">
      <dgm:prSet/>
      <dgm:spPr/>
      <dgm:t>
        <a:bodyPr/>
        <a:lstStyle/>
        <a:p>
          <a:endParaRPr lang="en-US"/>
        </a:p>
      </dgm:t>
    </dgm:pt>
    <dgm:pt modelId="{0DB8272D-998F-4620-B95E-C2A32B17CDA2}">
      <dgm:prSet phldrT="[Text]" custT="1"/>
      <dgm:spPr/>
      <dgm:t>
        <a:bodyPr/>
        <a:lstStyle/>
        <a:p>
          <a:pPr algn="ctr"/>
          <a:r>
            <a:rPr lang="id-ID" sz="2400" dirty="0" smtClean="0">
              <a:latin typeface="+mj-lt"/>
            </a:rPr>
            <a:t>       </a:t>
          </a:r>
          <a:r>
            <a:rPr lang="ar-SA" sz="3200" b="1" dirty="0" smtClean="0"/>
            <a:t>خامسا</a:t>
          </a:r>
          <a:endParaRPr lang="en-US" sz="3200" dirty="0">
            <a:latin typeface="+mj-lt"/>
          </a:endParaRPr>
        </a:p>
      </dgm:t>
    </dgm:pt>
    <dgm:pt modelId="{BE1B4E4C-1F25-4567-9FD2-BA5A33F78645}" type="parTrans" cxnId="{EAA5FDFA-F780-413B-B7E9-AB5C0004EE73}">
      <dgm:prSet/>
      <dgm:spPr/>
      <dgm:t>
        <a:bodyPr/>
        <a:lstStyle/>
        <a:p>
          <a:endParaRPr lang="en-US"/>
        </a:p>
      </dgm:t>
    </dgm:pt>
    <dgm:pt modelId="{8951BD99-DC8F-4681-A6C7-128BE0564FE5}" type="sibTrans" cxnId="{EAA5FDFA-F780-413B-B7E9-AB5C0004EE73}">
      <dgm:prSet/>
      <dgm:spPr/>
      <dgm:t>
        <a:bodyPr/>
        <a:lstStyle/>
        <a:p>
          <a:endParaRPr lang="en-US"/>
        </a:p>
      </dgm:t>
    </dgm:pt>
    <dgm:pt modelId="{1DDDD07C-E697-49C1-B36B-60E196698460}" type="pres">
      <dgm:prSet presAssocID="{4BFCCB4C-EDE3-4F84-97E9-A3FD1E50F481}" presName="Name0" presStyleCnt="0">
        <dgm:presLayoutVars>
          <dgm:chMax val="5"/>
          <dgm:chPref val="5"/>
          <dgm:dir/>
          <dgm:animLvl val="lvl"/>
        </dgm:presLayoutVars>
      </dgm:prSet>
      <dgm:spPr/>
      <dgm:t>
        <a:bodyPr/>
        <a:lstStyle/>
        <a:p>
          <a:endParaRPr lang="en-US"/>
        </a:p>
      </dgm:t>
    </dgm:pt>
    <dgm:pt modelId="{B9C58491-6977-44BF-A47A-FE1E5D4EDCF5}" type="pres">
      <dgm:prSet presAssocID="{8C055561-F760-47A7-86EF-87E3048BFC60}" presName="parentText1" presStyleLbl="node1" presStyleIdx="0" presStyleCnt="3" custScaleX="74267" custScaleY="127666" custLinFactNeighborX="40" custLinFactNeighborY="-33450">
        <dgm:presLayoutVars>
          <dgm:chMax/>
          <dgm:chPref val="3"/>
          <dgm:bulletEnabled val="1"/>
        </dgm:presLayoutVars>
      </dgm:prSet>
      <dgm:spPr/>
      <dgm:t>
        <a:bodyPr/>
        <a:lstStyle/>
        <a:p>
          <a:endParaRPr lang="en-US"/>
        </a:p>
      </dgm:t>
    </dgm:pt>
    <dgm:pt modelId="{FD788759-3423-4F29-9A6E-7DEBD1F7DFE8}" type="pres">
      <dgm:prSet presAssocID="{CAF88B9A-1A3B-40CF-82A3-7FB6D1560E66}" presName="parentText2" presStyleLbl="node1" presStyleIdx="1" presStyleCnt="3" custScaleX="87677" custScaleY="136265" custLinFactNeighborX="11530" custLinFactNeighborY="21174">
        <dgm:presLayoutVars>
          <dgm:chMax/>
          <dgm:chPref val="3"/>
          <dgm:bulletEnabled val="1"/>
        </dgm:presLayoutVars>
      </dgm:prSet>
      <dgm:spPr/>
      <dgm:t>
        <a:bodyPr/>
        <a:lstStyle/>
        <a:p>
          <a:endParaRPr lang="en-US"/>
        </a:p>
      </dgm:t>
    </dgm:pt>
    <dgm:pt modelId="{3C5138F7-F7EB-4421-9D29-30667609D5DF}" type="pres">
      <dgm:prSet presAssocID="{0DB8272D-998F-4620-B95E-C2A32B17CDA2}" presName="parentText3" presStyleLbl="node1" presStyleIdx="2" presStyleCnt="3" custScaleX="114854" custScaleY="127224" custLinFactY="43527" custLinFactNeighborX="20868" custLinFactNeighborY="100000">
        <dgm:presLayoutVars>
          <dgm:chMax/>
          <dgm:chPref val="3"/>
          <dgm:bulletEnabled val="1"/>
        </dgm:presLayoutVars>
      </dgm:prSet>
      <dgm:spPr/>
      <dgm:t>
        <a:bodyPr/>
        <a:lstStyle/>
        <a:p>
          <a:endParaRPr lang="en-US"/>
        </a:p>
      </dgm:t>
    </dgm:pt>
  </dgm:ptLst>
  <dgm:cxnLst>
    <dgm:cxn modelId="{0603C6A2-0ED0-46AB-B234-2D683FD78E77}" srcId="{4BFCCB4C-EDE3-4F84-97E9-A3FD1E50F481}" destId="{CAF88B9A-1A3B-40CF-82A3-7FB6D1560E66}" srcOrd="1" destOrd="0" parTransId="{A1F36D7F-236E-4182-9D63-C5CA55051E5A}" sibTransId="{04C79982-8B1E-4394-99A9-D33B1FD3BEB2}"/>
    <dgm:cxn modelId="{E44A81D6-A5A7-455A-A75B-0332FB785EA7}" type="presOf" srcId="{8C055561-F760-47A7-86EF-87E3048BFC60}" destId="{B9C58491-6977-44BF-A47A-FE1E5D4EDCF5}" srcOrd="0" destOrd="0" presId="urn:microsoft.com/office/officeart/2009/3/layout/IncreasingArrowsProcess"/>
    <dgm:cxn modelId="{2383C7CC-B0A7-486A-A78E-7A53ECD3D746}" srcId="{4BFCCB4C-EDE3-4F84-97E9-A3FD1E50F481}" destId="{8C055561-F760-47A7-86EF-87E3048BFC60}" srcOrd="0" destOrd="0" parTransId="{C6855283-3A7E-4B66-B41E-E26516066D1E}" sibTransId="{4970CA3C-C1B7-490E-A8A7-BE6E849BBDB2}"/>
    <dgm:cxn modelId="{FF9A8E22-7B45-45FE-869C-873387C04178}" type="presOf" srcId="{CAF88B9A-1A3B-40CF-82A3-7FB6D1560E66}" destId="{FD788759-3423-4F29-9A6E-7DEBD1F7DFE8}" srcOrd="0" destOrd="0" presId="urn:microsoft.com/office/officeart/2009/3/layout/IncreasingArrowsProcess"/>
    <dgm:cxn modelId="{9CED433B-B878-4B05-BF6C-0072EF58D5A7}" type="presOf" srcId="{4BFCCB4C-EDE3-4F84-97E9-A3FD1E50F481}" destId="{1DDDD07C-E697-49C1-B36B-60E196698460}" srcOrd="0" destOrd="0" presId="urn:microsoft.com/office/officeart/2009/3/layout/IncreasingArrowsProcess"/>
    <dgm:cxn modelId="{4B41ABFA-D857-4137-A82A-8547DF11BF30}" type="presOf" srcId="{0DB8272D-998F-4620-B95E-C2A32B17CDA2}" destId="{3C5138F7-F7EB-4421-9D29-30667609D5DF}" srcOrd="0" destOrd="0" presId="urn:microsoft.com/office/officeart/2009/3/layout/IncreasingArrowsProcess"/>
    <dgm:cxn modelId="{EAA5FDFA-F780-413B-B7E9-AB5C0004EE73}" srcId="{4BFCCB4C-EDE3-4F84-97E9-A3FD1E50F481}" destId="{0DB8272D-998F-4620-B95E-C2A32B17CDA2}" srcOrd="2" destOrd="0" parTransId="{BE1B4E4C-1F25-4567-9FD2-BA5A33F78645}" sibTransId="{8951BD99-DC8F-4681-A6C7-128BE0564FE5}"/>
    <dgm:cxn modelId="{15C7538F-844D-4DB3-87E1-BDA320AFC93C}" type="presParOf" srcId="{1DDDD07C-E697-49C1-B36B-60E196698460}" destId="{B9C58491-6977-44BF-A47A-FE1E5D4EDCF5}" srcOrd="0" destOrd="0" presId="urn:microsoft.com/office/officeart/2009/3/layout/IncreasingArrowsProcess"/>
    <dgm:cxn modelId="{6A8AF9F6-8EEC-479D-9B8A-F30205E1EB26}" type="presParOf" srcId="{1DDDD07C-E697-49C1-B36B-60E196698460}" destId="{FD788759-3423-4F29-9A6E-7DEBD1F7DFE8}" srcOrd="1" destOrd="0" presId="urn:microsoft.com/office/officeart/2009/3/layout/IncreasingArrowsProcess"/>
    <dgm:cxn modelId="{A4C9AA92-0E5B-41EF-B5B4-64CA4BEAF693}" type="presParOf" srcId="{1DDDD07C-E697-49C1-B36B-60E196698460}" destId="{3C5138F7-F7EB-4421-9D29-30667609D5DF}" srcOrd="2"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4BFCCB4C-EDE3-4F84-97E9-A3FD1E50F481}" type="doc">
      <dgm:prSet loTypeId="urn:microsoft.com/office/officeart/2009/3/layout/IncreasingArrowsProcess" loCatId="process" qsTypeId="urn:microsoft.com/office/officeart/2005/8/quickstyle/simple1" qsCatId="simple" csTypeId="urn:microsoft.com/office/officeart/2005/8/colors/colorful1" csCatId="colorful" phldr="1"/>
      <dgm:spPr/>
      <dgm:t>
        <a:bodyPr/>
        <a:lstStyle/>
        <a:p>
          <a:endParaRPr lang="en-US"/>
        </a:p>
      </dgm:t>
    </dgm:pt>
    <dgm:pt modelId="{8C055561-F760-47A7-86EF-87E3048BFC60}">
      <dgm:prSet phldrT="[Text]" custT="1"/>
      <dgm:spPr>
        <a:solidFill>
          <a:schemeClr val="accent5"/>
        </a:solidFill>
      </dgm:spPr>
      <dgm:t>
        <a:bodyPr/>
        <a:lstStyle/>
        <a:p>
          <a:pPr rtl="1"/>
          <a:r>
            <a:rPr lang="ar-SA" sz="3200" b="1" dirty="0" smtClean="0"/>
            <a:t>سادسا</a:t>
          </a:r>
          <a:endParaRPr lang="en-US" sz="3200" dirty="0">
            <a:latin typeface="+mj-lt"/>
          </a:endParaRPr>
        </a:p>
      </dgm:t>
    </dgm:pt>
    <dgm:pt modelId="{C6855283-3A7E-4B66-B41E-E26516066D1E}" type="parTrans" cxnId="{2383C7CC-B0A7-486A-A78E-7A53ECD3D746}">
      <dgm:prSet/>
      <dgm:spPr/>
      <dgm:t>
        <a:bodyPr/>
        <a:lstStyle/>
        <a:p>
          <a:endParaRPr lang="en-US"/>
        </a:p>
      </dgm:t>
    </dgm:pt>
    <dgm:pt modelId="{4970CA3C-C1B7-490E-A8A7-BE6E849BBDB2}" type="sibTrans" cxnId="{2383C7CC-B0A7-486A-A78E-7A53ECD3D746}">
      <dgm:prSet/>
      <dgm:spPr/>
      <dgm:t>
        <a:bodyPr/>
        <a:lstStyle/>
        <a:p>
          <a:endParaRPr lang="en-US"/>
        </a:p>
      </dgm:t>
    </dgm:pt>
    <dgm:pt modelId="{CAF88B9A-1A3B-40CF-82A3-7FB6D1560E66}">
      <dgm:prSet phldrT="[Text]" custT="1"/>
      <dgm:spPr>
        <a:solidFill>
          <a:srgbClr val="7030A0"/>
        </a:solidFill>
      </dgm:spPr>
      <dgm:t>
        <a:bodyPr/>
        <a:lstStyle/>
        <a:p>
          <a:pPr algn="ctr"/>
          <a:r>
            <a:rPr lang="id-ID" sz="2400" dirty="0" smtClean="0">
              <a:latin typeface="+mj-lt"/>
            </a:rPr>
            <a:t>               </a:t>
          </a:r>
          <a:r>
            <a:rPr lang="ar-SA" sz="2400" b="1" dirty="0" smtClean="0"/>
            <a:t>سابعا</a:t>
          </a:r>
          <a:endParaRPr lang="en-US" sz="3200" dirty="0">
            <a:latin typeface="+mj-lt"/>
          </a:endParaRPr>
        </a:p>
      </dgm:t>
    </dgm:pt>
    <dgm:pt modelId="{A1F36D7F-236E-4182-9D63-C5CA55051E5A}" type="parTrans" cxnId="{0603C6A2-0ED0-46AB-B234-2D683FD78E77}">
      <dgm:prSet/>
      <dgm:spPr/>
      <dgm:t>
        <a:bodyPr/>
        <a:lstStyle/>
        <a:p>
          <a:endParaRPr lang="en-US"/>
        </a:p>
      </dgm:t>
    </dgm:pt>
    <dgm:pt modelId="{04C79982-8B1E-4394-99A9-D33B1FD3BEB2}" type="sibTrans" cxnId="{0603C6A2-0ED0-46AB-B234-2D683FD78E77}">
      <dgm:prSet/>
      <dgm:spPr/>
      <dgm:t>
        <a:bodyPr/>
        <a:lstStyle/>
        <a:p>
          <a:endParaRPr lang="en-US"/>
        </a:p>
      </dgm:t>
    </dgm:pt>
    <dgm:pt modelId="{0DB8272D-998F-4620-B95E-C2A32B17CDA2}">
      <dgm:prSet phldrT="[Text]" custT="1"/>
      <dgm:spPr>
        <a:solidFill>
          <a:schemeClr val="accent4">
            <a:lumMod val="60000"/>
            <a:lumOff val="40000"/>
          </a:schemeClr>
        </a:solidFill>
      </dgm:spPr>
      <dgm:t>
        <a:bodyPr/>
        <a:lstStyle/>
        <a:p>
          <a:pPr algn="ctr"/>
          <a:r>
            <a:rPr lang="id-ID" sz="2400" dirty="0" smtClean="0">
              <a:latin typeface="+mj-lt"/>
            </a:rPr>
            <a:t>       </a:t>
          </a:r>
          <a:r>
            <a:rPr lang="ar-SA" sz="3200" b="1" dirty="0" smtClean="0"/>
            <a:t>ثامنا</a:t>
          </a:r>
          <a:endParaRPr lang="en-US" sz="3200" dirty="0">
            <a:latin typeface="+mj-lt"/>
          </a:endParaRPr>
        </a:p>
      </dgm:t>
    </dgm:pt>
    <dgm:pt modelId="{BE1B4E4C-1F25-4567-9FD2-BA5A33F78645}" type="parTrans" cxnId="{EAA5FDFA-F780-413B-B7E9-AB5C0004EE73}">
      <dgm:prSet/>
      <dgm:spPr/>
      <dgm:t>
        <a:bodyPr/>
        <a:lstStyle/>
        <a:p>
          <a:endParaRPr lang="en-US"/>
        </a:p>
      </dgm:t>
    </dgm:pt>
    <dgm:pt modelId="{8951BD99-DC8F-4681-A6C7-128BE0564FE5}" type="sibTrans" cxnId="{EAA5FDFA-F780-413B-B7E9-AB5C0004EE73}">
      <dgm:prSet/>
      <dgm:spPr/>
      <dgm:t>
        <a:bodyPr/>
        <a:lstStyle/>
        <a:p>
          <a:endParaRPr lang="en-US"/>
        </a:p>
      </dgm:t>
    </dgm:pt>
    <dgm:pt modelId="{1DDDD07C-E697-49C1-B36B-60E196698460}" type="pres">
      <dgm:prSet presAssocID="{4BFCCB4C-EDE3-4F84-97E9-A3FD1E50F481}" presName="Name0" presStyleCnt="0">
        <dgm:presLayoutVars>
          <dgm:chMax val="5"/>
          <dgm:chPref val="5"/>
          <dgm:dir/>
          <dgm:animLvl val="lvl"/>
        </dgm:presLayoutVars>
      </dgm:prSet>
      <dgm:spPr/>
      <dgm:t>
        <a:bodyPr/>
        <a:lstStyle/>
        <a:p>
          <a:endParaRPr lang="en-US"/>
        </a:p>
      </dgm:t>
    </dgm:pt>
    <dgm:pt modelId="{B9C58491-6977-44BF-A47A-FE1E5D4EDCF5}" type="pres">
      <dgm:prSet presAssocID="{8C055561-F760-47A7-86EF-87E3048BFC60}" presName="parentText1" presStyleLbl="node1" presStyleIdx="0" presStyleCnt="3" custScaleX="74267" custScaleY="127666" custLinFactY="-19002" custLinFactNeighborX="4433" custLinFactNeighborY="-100000">
        <dgm:presLayoutVars>
          <dgm:chMax/>
          <dgm:chPref val="3"/>
          <dgm:bulletEnabled val="1"/>
        </dgm:presLayoutVars>
      </dgm:prSet>
      <dgm:spPr/>
      <dgm:t>
        <a:bodyPr/>
        <a:lstStyle/>
        <a:p>
          <a:endParaRPr lang="en-US"/>
        </a:p>
      </dgm:t>
    </dgm:pt>
    <dgm:pt modelId="{FD788759-3423-4F29-9A6E-7DEBD1F7DFE8}" type="pres">
      <dgm:prSet presAssocID="{CAF88B9A-1A3B-40CF-82A3-7FB6D1560E66}" presName="parentText2" presStyleLbl="node1" presStyleIdx="1" presStyleCnt="3" custScaleX="87677" custScaleY="136265" custLinFactNeighborX="11855" custLinFactNeighborY="244">
        <dgm:presLayoutVars>
          <dgm:chMax/>
          <dgm:chPref val="3"/>
          <dgm:bulletEnabled val="1"/>
        </dgm:presLayoutVars>
      </dgm:prSet>
      <dgm:spPr/>
      <dgm:t>
        <a:bodyPr/>
        <a:lstStyle/>
        <a:p>
          <a:endParaRPr lang="en-US"/>
        </a:p>
      </dgm:t>
    </dgm:pt>
    <dgm:pt modelId="{3C5138F7-F7EB-4421-9D29-30667609D5DF}" type="pres">
      <dgm:prSet presAssocID="{0DB8272D-998F-4620-B95E-C2A32B17CDA2}" presName="parentText3" presStyleLbl="node1" presStyleIdx="2" presStyleCnt="3" custScaleX="114854" custScaleY="127224" custLinFactY="12868" custLinFactNeighborX="36797" custLinFactNeighborY="100000">
        <dgm:presLayoutVars>
          <dgm:chMax/>
          <dgm:chPref val="3"/>
          <dgm:bulletEnabled val="1"/>
        </dgm:presLayoutVars>
      </dgm:prSet>
      <dgm:spPr/>
      <dgm:t>
        <a:bodyPr/>
        <a:lstStyle/>
        <a:p>
          <a:endParaRPr lang="en-US"/>
        </a:p>
      </dgm:t>
    </dgm:pt>
  </dgm:ptLst>
  <dgm:cxnLst>
    <dgm:cxn modelId="{0603C6A2-0ED0-46AB-B234-2D683FD78E77}" srcId="{4BFCCB4C-EDE3-4F84-97E9-A3FD1E50F481}" destId="{CAF88B9A-1A3B-40CF-82A3-7FB6D1560E66}" srcOrd="1" destOrd="0" parTransId="{A1F36D7F-236E-4182-9D63-C5CA55051E5A}" sibTransId="{04C79982-8B1E-4394-99A9-D33B1FD3BEB2}"/>
    <dgm:cxn modelId="{B7E83FD7-63FF-4464-82C8-04013CCD6289}" type="presOf" srcId="{4BFCCB4C-EDE3-4F84-97E9-A3FD1E50F481}" destId="{1DDDD07C-E697-49C1-B36B-60E196698460}" srcOrd="0" destOrd="0" presId="urn:microsoft.com/office/officeart/2009/3/layout/IncreasingArrowsProcess"/>
    <dgm:cxn modelId="{2383C7CC-B0A7-486A-A78E-7A53ECD3D746}" srcId="{4BFCCB4C-EDE3-4F84-97E9-A3FD1E50F481}" destId="{8C055561-F760-47A7-86EF-87E3048BFC60}" srcOrd="0" destOrd="0" parTransId="{C6855283-3A7E-4B66-B41E-E26516066D1E}" sibTransId="{4970CA3C-C1B7-490E-A8A7-BE6E849BBDB2}"/>
    <dgm:cxn modelId="{151921E3-3DB0-4CF9-8D51-70BE9624F883}" type="presOf" srcId="{8C055561-F760-47A7-86EF-87E3048BFC60}" destId="{B9C58491-6977-44BF-A47A-FE1E5D4EDCF5}" srcOrd="0" destOrd="0" presId="urn:microsoft.com/office/officeart/2009/3/layout/IncreasingArrowsProcess"/>
    <dgm:cxn modelId="{EAA5FDFA-F780-413B-B7E9-AB5C0004EE73}" srcId="{4BFCCB4C-EDE3-4F84-97E9-A3FD1E50F481}" destId="{0DB8272D-998F-4620-B95E-C2A32B17CDA2}" srcOrd="2" destOrd="0" parTransId="{BE1B4E4C-1F25-4567-9FD2-BA5A33F78645}" sibTransId="{8951BD99-DC8F-4681-A6C7-128BE0564FE5}"/>
    <dgm:cxn modelId="{841B0009-62B6-49E7-BD6A-FD596304F342}" type="presOf" srcId="{CAF88B9A-1A3B-40CF-82A3-7FB6D1560E66}" destId="{FD788759-3423-4F29-9A6E-7DEBD1F7DFE8}" srcOrd="0" destOrd="0" presId="urn:microsoft.com/office/officeart/2009/3/layout/IncreasingArrowsProcess"/>
    <dgm:cxn modelId="{9C28EF9E-EA59-41FD-A612-03422503E5F2}" type="presOf" srcId="{0DB8272D-998F-4620-B95E-C2A32B17CDA2}" destId="{3C5138F7-F7EB-4421-9D29-30667609D5DF}" srcOrd="0" destOrd="0" presId="urn:microsoft.com/office/officeart/2009/3/layout/IncreasingArrowsProcess"/>
    <dgm:cxn modelId="{4644D8EF-8ABC-4DE1-A291-5A8C8A1B78B0}" type="presParOf" srcId="{1DDDD07C-E697-49C1-B36B-60E196698460}" destId="{B9C58491-6977-44BF-A47A-FE1E5D4EDCF5}" srcOrd="0" destOrd="0" presId="urn:microsoft.com/office/officeart/2009/3/layout/IncreasingArrowsProcess"/>
    <dgm:cxn modelId="{5A22727F-C2F6-416E-8244-5E3B2DEB65AC}" type="presParOf" srcId="{1DDDD07C-E697-49C1-B36B-60E196698460}" destId="{FD788759-3423-4F29-9A6E-7DEBD1F7DFE8}" srcOrd="1" destOrd="0" presId="urn:microsoft.com/office/officeart/2009/3/layout/IncreasingArrowsProcess"/>
    <dgm:cxn modelId="{D95712F7-2B0A-4DD9-A134-9619BDBFEC5C}" type="presParOf" srcId="{1DDDD07C-E697-49C1-B36B-60E196698460}" destId="{3C5138F7-F7EB-4421-9D29-30667609D5DF}" srcOrd="2"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3D5D2F09-9492-4734-8C96-99F95A34D9B4}" type="presOf" srcId="{70B4E3E7-92BD-4BA3-8C93-826D98F65609}" destId="{402BF6D5-BC22-4BEB-9027-2D822CD0A19A}" srcOrd="0" destOrd="0" presId="urn:microsoft.com/office/officeart/2011/layout/ThemePictureAlternatingAccent"/>
    <dgm:cxn modelId="{6680CE4A-E0D4-4E56-8ED1-177D586FA575}"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950D4444-E22C-441F-8584-1B5194F6A00E}" type="presParOf" srcId="{402BF6D5-BC22-4BEB-9027-2D822CD0A19A}" destId="{7F383395-A406-466B-9E8C-672150081A67}" srcOrd="0" destOrd="0" presId="urn:microsoft.com/office/officeart/2011/layout/ThemePictureAlternatingAccent"/>
    <dgm:cxn modelId="{73383D4C-A1A8-42C6-ADE2-C77C2516A1A1}" type="presParOf" srcId="{7F383395-A406-466B-9E8C-672150081A67}" destId="{63E8F094-BB29-4F1C-8DE8-869308440306}" srcOrd="0" destOrd="0" presId="urn:microsoft.com/office/officeart/2011/layout/ThemePictureAlternatingAccent"/>
    <dgm:cxn modelId="{7B87F708-E5BE-49B0-9A6D-99B23DDADBE7}"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2DF0185E-6F05-8B48-A098-75FCA1FA48AA}" type="presOf" srcId="{70B4E3E7-92BD-4BA3-8C93-826D98F65609}" destId="{402BF6D5-BC22-4BEB-9027-2D822CD0A19A}" srcOrd="0" destOrd="0" presId="urn:microsoft.com/office/officeart/2011/layout/ThemePictureAlternatingAccent"/>
    <dgm:cxn modelId="{110C2DA5-EF5E-1F46-BF55-C16FECC8B5B9}"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3C834AC8-D170-E348-BA18-520C5D32D7F3}" type="presParOf" srcId="{402BF6D5-BC22-4BEB-9027-2D822CD0A19A}" destId="{7F383395-A406-466B-9E8C-672150081A67}" srcOrd="0" destOrd="0" presId="urn:microsoft.com/office/officeart/2011/layout/ThemePictureAlternatingAccent"/>
    <dgm:cxn modelId="{45CA8D2C-00EC-474E-9A89-0C35B02813F1}" type="presParOf" srcId="{7F383395-A406-466B-9E8C-672150081A67}" destId="{63E8F094-BB29-4F1C-8DE8-869308440306}" srcOrd="0" destOrd="0" presId="urn:microsoft.com/office/officeart/2011/layout/ThemePictureAlternatingAccent"/>
    <dgm:cxn modelId="{14CA52D7-DD4F-224A-B6B8-20349FFA97D4}"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C090EA61-C8E3-4A4C-AC06-46066336ED45}" type="doc">
      <dgm:prSet loTypeId="urn:microsoft.com/office/officeart/2008/layout/VerticalCurvedList" loCatId="list" qsTypeId="urn:microsoft.com/office/officeart/2005/8/quickstyle/simple1" qsCatId="simple" csTypeId="urn:microsoft.com/office/officeart/2005/8/colors/accent1_2" csCatId="accent1" phldr="1"/>
      <dgm:spPr/>
      <dgm:t>
        <a:bodyPr/>
        <a:lstStyle/>
        <a:p>
          <a:endParaRPr lang="id-ID"/>
        </a:p>
      </dgm:t>
    </dgm:pt>
    <dgm:pt modelId="{FF572C35-7181-4EED-9868-B1843985006F}">
      <dgm:prSet phldrT="[Text]" custT="1"/>
      <dgm:spPr>
        <a:solidFill>
          <a:schemeClr val="accent6"/>
        </a:solidFill>
        <a:ln>
          <a:noFill/>
        </a:ln>
      </dgm:spPr>
      <dgm:t>
        <a:bodyPr/>
        <a:lstStyle/>
        <a:p>
          <a:pPr algn="r">
            <a:lnSpc>
              <a:spcPct val="80000"/>
            </a:lnSpc>
          </a:pPr>
          <a:endParaRPr lang="id-ID" sz="1100" dirty="0">
            <a:solidFill>
              <a:schemeClr val="bg1">
                <a:lumMod val="95000"/>
              </a:schemeClr>
            </a:solidFill>
          </a:endParaRPr>
        </a:p>
      </dgm:t>
    </dgm:pt>
    <dgm:pt modelId="{107FA316-5BEC-4071-B517-CF72ABBDA0CF}" type="parTrans" cxnId="{08F02896-D321-47D8-83BC-A51C30A0DE89}">
      <dgm:prSet/>
      <dgm:spPr/>
      <dgm:t>
        <a:bodyPr/>
        <a:lstStyle/>
        <a:p>
          <a:endParaRPr lang="id-ID"/>
        </a:p>
      </dgm:t>
    </dgm:pt>
    <dgm:pt modelId="{2032E0B3-373D-4865-9D96-92ABCF947DCC}" type="sibTrans" cxnId="{08F02896-D321-47D8-83BC-A51C30A0DE89}">
      <dgm:prSet/>
      <dgm:spPr>
        <a:gradFill flip="none" rotWithShape="1">
          <a:gsLst>
            <a:gs pos="0">
              <a:schemeClr val="accent5">
                <a:lumMod val="40000"/>
                <a:lumOff val="60000"/>
              </a:schemeClr>
            </a:gs>
            <a:gs pos="46000">
              <a:schemeClr val="accent5">
                <a:lumMod val="95000"/>
                <a:lumOff val="5000"/>
              </a:schemeClr>
            </a:gs>
            <a:gs pos="100000">
              <a:schemeClr val="accent5">
                <a:lumMod val="60000"/>
              </a:schemeClr>
            </a:gs>
          </a:gsLst>
          <a:lin ang="8100000" scaled="0"/>
          <a:tileRect/>
        </a:gradFill>
        <a:ln w="50800">
          <a:solidFill>
            <a:schemeClr val="bg1">
              <a:lumMod val="85000"/>
            </a:schemeClr>
          </a:solidFill>
        </a:ln>
      </dgm:spPr>
      <dgm:t>
        <a:bodyPr/>
        <a:lstStyle/>
        <a:p>
          <a:endParaRPr lang="id-ID"/>
        </a:p>
      </dgm:t>
    </dgm:pt>
    <dgm:pt modelId="{F464168C-B9B5-48B3-80B3-B9BAC4E3EFE5}">
      <dgm:prSet phldrT="[Text]" custT="1"/>
      <dgm:spPr>
        <a:solidFill>
          <a:schemeClr val="accent4"/>
        </a:solidFill>
        <a:ln>
          <a:noFill/>
        </a:ln>
      </dgm:spPr>
      <dgm:t>
        <a:bodyPr/>
        <a:lstStyle/>
        <a:p>
          <a:pPr algn="r"/>
          <a:endParaRPr lang="id-ID" sz="1100" dirty="0"/>
        </a:p>
      </dgm:t>
    </dgm:pt>
    <dgm:pt modelId="{C5CA7FDC-9220-4A28-81B0-9E59401C33D2}" type="parTrans" cxnId="{228D32B1-54F7-4A3F-B3A7-7A222B89BA8F}">
      <dgm:prSet/>
      <dgm:spPr/>
      <dgm:t>
        <a:bodyPr/>
        <a:lstStyle/>
        <a:p>
          <a:endParaRPr lang="id-ID"/>
        </a:p>
      </dgm:t>
    </dgm:pt>
    <dgm:pt modelId="{F362941F-3704-46DE-A73B-9F05CCC216F6}" type="sibTrans" cxnId="{228D32B1-54F7-4A3F-B3A7-7A222B89BA8F}">
      <dgm:prSet/>
      <dgm:spPr/>
      <dgm:t>
        <a:bodyPr/>
        <a:lstStyle/>
        <a:p>
          <a:endParaRPr lang="id-ID"/>
        </a:p>
      </dgm:t>
    </dgm:pt>
    <dgm:pt modelId="{A3BB8AA4-8AEC-4D76-996C-D83AFAB969B0}">
      <dgm:prSet phldrT="[Text]" custT="1"/>
      <dgm:spPr>
        <a:solidFill>
          <a:schemeClr val="accent1"/>
        </a:solidFill>
        <a:ln>
          <a:noFill/>
        </a:ln>
      </dgm:spPr>
      <dgm:t>
        <a:bodyPr/>
        <a:lstStyle/>
        <a:p>
          <a:pPr algn="r"/>
          <a:endParaRPr lang="id-ID" sz="1100" dirty="0"/>
        </a:p>
      </dgm:t>
    </dgm:pt>
    <dgm:pt modelId="{DB04D0D9-DF3A-4343-B14E-87B5C93E0D3C}" type="parTrans" cxnId="{64C0EE63-6E80-4FDE-BE31-DDA07841435B}">
      <dgm:prSet/>
      <dgm:spPr/>
      <dgm:t>
        <a:bodyPr/>
        <a:lstStyle/>
        <a:p>
          <a:endParaRPr lang="id-ID"/>
        </a:p>
      </dgm:t>
    </dgm:pt>
    <dgm:pt modelId="{06BFE6B5-1149-49FC-94F7-36F3B2D94360}" type="sibTrans" cxnId="{64C0EE63-6E80-4FDE-BE31-DDA07841435B}">
      <dgm:prSet/>
      <dgm:spPr/>
      <dgm:t>
        <a:bodyPr/>
        <a:lstStyle/>
        <a:p>
          <a:endParaRPr lang="id-ID"/>
        </a:p>
      </dgm:t>
    </dgm:pt>
    <dgm:pt modelId="{A4B3B5ED-E77C-4CEE-9563-A86B05230D42}" type="pres">
      <dgm:prSet presAssocID="{C090EA61-C8E3-4A4C-AC06-46066336ED45}" presName="Name0" presStyleCnt="0">
        <dgm:presLayoutVars>
          <dgm:chMax val="7"/>
          <dgm:chPref val="7"/>
          <dgm:dir/>
        </dgm:presLayoutVars>
      </dgm:prSet>
      <dgm:spPr/>
      <dgm:t>
        <a:bodyPr/>
        <a:lstStyle/>
        <a:p>
          <a:endParaRPr lang="id-ID"/>
        </a:p>
      </dgm:t>
    </dgm:pt>
    <dgm:pt modelId="{72F47CC7-88E0-4F5D-94D9-73BDFA8C241B}" type="pres">
      <dgm:prSet presAssocID="{C090EA61-C8E3-4A4C-AC06-46066336ED45}" presName="Name1" presStyleCnt="0"/>
      <dgm:spPr/>
    </dgm:pt>
    <dgm:pt modelId="{2844E872-67CA-4942-AA3D-E009585F6288}" type="pres">
      <dgm:prSet presAssocID="{C090EA61-C8E3-4A4C-AC06-46066336ED45}" presName="cycle" presStyleCnt="0"/>
      <dgm:spPr/>
    </dgm:pt>
    <dgm:pt modelId="{BAE1BF70-C526-4681-95FB-03838A4B5F1B}" type="pres">
      <dgm:prSet presAssocID="{C090EA61-C8E3-4A4C-AC06-46066336ED45}" presName="srcNode" presStyleLbl="node1" presStyleIdx="0" presStyleCnt="3"/>
      <dgm:spPr/>
    </dgm:pt>
    <dgm:pt modelId="{78832E72-F703-4C47-AAA5-64154F10AE41}" type="pres">
      <dgm:prSet presAssocID="{C090EA61-C8E3-4A4C-AC06-46066336ED45}" presName="conn" presStyleLbl="parChTrans1D2" presStyleIdx="0" presStyleCnt="1" custScaleX="69777" custScaleY="69737" custLinFactNeighborX="14584" custLinFactNeighborY="408"/>
      <dgm:spPr>
        <a:prstGeom prst="ellipse">
          <a:avLst/>
        </a:prstGeom>
      </dgm:spPr>
      <dgm:t>
        <a:bodyPr/>
        <a:lstStyle/>
        <a:p>
          <a:endParaRPr lang="id-ID"/>
        </a:p>
      </dgm:t>
    </dgm:pt>
    <dgm:pt modelId="{3024F21D-8F54-4535-A661-CBABDA54CBC2}" type="pres">
      <dgm:prSet presAssocID="{C090EA61-C8E3-4A4C-AC06-46066336ED45}" presName="extraNode" presStyleLbl="node1" presStyleIdx="0" presStyleCnt="3"/>
      <dgm:spPr/>
    </dgm:pt>
    <dgm:pt modelId="{C894305F-A625-4DA0-91B0-BCFD61FF1903}" type="pres">
      <dgm:prSet presAssocID="{C090EA61-C8E3-4A4C-AC06-46066336ED45}" presName="dstNode" presStyleLbl="node1" presStyleIdx="0" presStyleCnt="3"/>
      <dgm:spPr/>
    </dgm:pt>
    <dgm:pt modelId="{DB9E7401-3FC8-4B04-9EF3-EDD9CC5CE259}" type="pres">
      <dgm:prSet presAssocID="{FF572C35-7181-4EED-9868-B1843985006F}" presName="text_1" presStyleLbl="node1" presStyleIdx="0" presStyleCnt="3" custScaleY="122443">
        <dgm:presLayoutVars>
          <dgm:bulletEnabled val="1"/>
        </dgm:presLayoutVars>
      </dgm:prSet>
      <dgm:spPr/>
      <dgm:t>
        <a:bodyPr/>
        <a:lstStyle/>
        <a:p>
          <a:endParaRPr lang="id-ID"/>
        </a:p>
      </dgm:t>
    </dgm:pt>
    <dgm:pt modelId="{7954CF99-84C7-426D-9E21-1067DD640DF3}" type="pres">
      <dgm:prSet presAssocID="{FF572C35-7181-4EED-9868-B1843985006F}" presName="accent_1" presStyleCnt="0"/>
      <dgm:spPr/>
    </dgm:pt>
    <dgm:pt modelId="{91E77D32-1797-407C-AD06-049179877358}" type="pres">
      <dgm:prSet presAssocID="{FF572C35-7181-4EED-9868-B1843985006F}" presName="accentRepeatNode" presStyleLbl="solidFgAcc1" presStyleIdx="0" presStyleCnt="3" custScaleX="112647" custScaleY="112647"/>
      <dgm:spPr>
        <a:solidFill>
          <a:schemeClr val="bg1">
            <a:lumMod val="95000"/>
          </a:schemeClr>
        </a:solidFill>
        <a:ln w="50800">
          <a:solidFill>
            <a:schemeClr val="accent6"/>
          </a:solidFill>
        </a:ln>
      </dgm:spPr>
    </dgm:pt>
    <dgm:pt modelId="{68AC2E10-C45F-41E0-A9DE-CF8CF047EF68}" type="pres">
      <dgm:prSet presAssocID="{F464168C-B9B5-48B3-80B3-B9BAC4E3EFE5}" presName="text_2" presStyleLbl="node1" presStyleIdx="1" presStyleCnt="3" custScaleX="102754" custScaleY="122443" custLinFactNeighborX="-1833" custLinFactNeighborY="97">
        <dgm:presLayoutVars>
          <dgm:bulletEnabled val="1"/>
        </dgm:presLayoutVars>
      </dgm:prSet>
      <dgm:spPr/>
      <dgm:t>
        <a:bodyPr/>
        <a:lstStyle/>
        <a:p>
          <a:endParaRPr lang="id-ID"/>
        </a:p>
      </dgm:t>
    </dgm:pt>
    <dgm:pt modelId="{9A7C03F4-1172-493C-B4BF-A4287988E025}" type="pres">
      <dgm:prSet presAssocID="{F464168C-B9B5-48B3-80B3-B9BAC4E3EFE5}" presName="accent_2" presStyleCnt="0"/>
      <dgm:spPr/>
    </dgm:pt>
    <dgm:pt modelId="{DBC25E09-3833-4F8F-8DF5-1C0B44C0EF9C}" type="pres">
      <dgm:prSet presAssocID="{F464168C-B9B5-48B3-80B3-B9BAC4E3EFE5}" presName="accentRepeatNode" presStyleLbl="solidFgAcc1" presStyleIdx="1" presStyleCnt="3" custScaleX="112647" custScaleY="112647" custLinFactNeighborX="-28248" custLinFactNeighborY="2553"/>
      <dgm:spPr>
        <a:ln w="50800">
          <a:solidFill>
            <a:schemeClr val="accent4"/>
          </a:solidFill>
        </a:ln>
      </dgm:spPr>
      <dgm:t>
        <a:bodyPr/>
        <a:lstStyle/>
        <a:p>
          <a:endParaRPr lang="id-ID"/>
        </a:p>
      </dgm:t>
    </dgm:pt>
    <dgm:pt modelId="{E4B00987-42F8-47FB-B8AA-E97EA72147A0}" type="pres">
      <dgm:prSet presAssocID="{A3BB8AA4-8AEC-4D76-996C-D83AFAB969B0}" presName="text_3" presStyleLbl="node1" presStyleIdx="2" presStyleCnt="3" custScaleY="122443">
        <dgm:presLayoutVars>
          <dgm:bulletEnabled val="1"/>
        </dgm:presLayoutVars>
      </dgm:prSet>
      <dgm:spPr/>
      <dgm:t>
        <a:bodyPr/>
        <a:lstStyle/>
        <a:p>
          <a:endParaRPr lang="id-ID"/>
        </a:p>
      </dgm:t>
    </dgm:pt>
    <dgm:pt modelId="{4BCFD6DB-7D79-4EF6-848A-EEA997287E1D}" type="pres">
      <dgm:prSet presAssocID="{A3BB8AA4-8AEC-4D76-996C-D83AFAB969B0}" presName="accent_3" presStyleCnt="0"/>
      <dgm:spPr/>
    </dgm:pt>
    <dgm:pt modelId="{C7615556-BC4D-4CE9-A43D-728AF1BEA7F7}" type="pres">
      <dgm:prSet presAssocID="{A3BB8AA4-8AEC-4D76-996C-D83AFAB969B0}" presName="accentRepeatNode" presStyleLbl="solidFgAcc1" presStyleIdx="2" presStyleCnt="3" custScaleX="112647" custScaleY="112647"/>
      <dgm:spPr>
        <a:solidFill>
          <a:schemeClr val="bg1">
            <a:lumMod val="95000"/>
          </a:schemeClr>
        </a:solidFill>
        <a:ln w="50800">
          <a:solidFill>
            <a:schemeClr val="accent1"/>
          </a:solidFill>
        </a:ln>
      </dgm:spPr>
    </dgm:pt>
  </dgm:ptLst>
  <dgm:cxnLst>
    <dgm:cxn modelId="{6B7BA794-0FDB-1C4F-8FDB-F57271F25240}" type="presOf" srcId="{FF572C35-7181-4EED-9868-B1843985006F}" destId="{DB9E7401-3FC8-4B04-9EF3-EDD9CC5CE259}" srcOrd="0" destOrd="0" presId="urn:microsoft.com/office/officeart/2008/layout/VerticalCurvedList"/>
    <dgm:cxn modelId="{470CED8F-4286-8A45-827A-08A38A9FF09D}" type="presOf" srcId="{C090EA61-C8E3-4A4C-AC06-46066336ED45}" destId="{A4B3B5ED-E77C-4CEE-9563-A86B05230D42}" srcOrd="0" destOrd="0" presId="urn:microsoft.com/office/officeart/2008/layout/VerticalCurvedList"/>
    <dgm:cxn modelId="{AC5280F4-7F0F-F748-AC47-4F50A9104B2E}" type="presOf" srcId="{2032E0B3-373D-4865-9D96-92ABCF947DCC}" destId="{78832E72-F703-4C47-AAA5-64154F10AE41}" srcOrd="0" destOrd="0" presId="urn:microsoft.com/office/officeart/2008/layout/VerticalCurvedList"/>
    <dgm:cxn modelId="{8CFC5073-E3F0-C24D-BB97-5BBCF0EF1632}" type="presOf" srcId="{A3BB8AA4-8AEC-4D76-996C-D83AFAB969B0}" destId="{E4B00987-42F8-47FB-B8AA-E97EA72147A0}" srcOrd="0" destOrd="0" presId="urn:microsoft.com/office/officeart/2008/layout/VerticalCurvedList"/>
    <dgm:cxn modelId="{08F02896-D321-47D8-83BC-A51C30A0DE89}" srcId="{C090EA61-C8E3-4A4C-AC06-46066336ED45}" destId="{FF572C35-7181-4EED-9868-B1843985006F}" srcOrd="0" destOrd="0" parTransId="{107FA316-5BEC-4071-B517-CF72ABBDA0CF}" sibTransId="{2032E0B3-373D-4865-9D96-92ABCF947DCC}"/>
    <dgm:cxn modelId="{64C0EE63-6E80-4FDE-BE31-DDA07841435B}" srcId="{C090EA61-C8E3-4A4C-AC06-46066336ED45}" destId="{A3BB8AA4-8AEC-4D76-996C-D83AFAB969B0}" srcOrd="2" destOrd="0" parTransId="{DB04D0D9-DF3A-4343-B14E-87B5C93E0D3C}" sibTransId="{06BFE6B5-1149-49FC-94F7-36F3B2D94360}"/>
    <dgm:cxn modelId="{228D32B1-54F7-4A3F-B3A7-7A222B89BA8F}" srcId="{C090EA61-C8E3-4A4C-AC06-46066336ED45}" destId="{F464168C-B9B5-48B3-80B3-B9BAC4E3EFE5}" srcOrd="1" destOrd="0" parTransId="{C5CA7FDC-9220-4A28-81B0-9E59401C33D2}" sibTransId="{F362941F-3704-46DE-A73B-9F05CCC216F6}"/>
    <dgm:cxn modelId="{1199F9E4-83FD-944D-9ADA-B4D2DCE85944}" type="presOf" srcId="{F464168C-B9B5-48B3-80B3-B9BAC4E3EFE5}" destId="{68AC2E10-C45F-41E0-A9DE-CF8CF047EF68}" srcOrd="0" destOrd="0" presId="urn:microsoft.com/office/officeart/2008/layout/VerticalCurvedList"/>
    <dgm:cxn modelId="{A41676D6-B5B4-A141-8B7A-B70EC5908F04}" type="presParOf" srcId="{A4B3B5ED-E77C-4CEE-9563-A86B05230D42}" destId="{72F47CC7-88E0-4F5D-94D9-73BDFA8C241B}" srcOrd="0" destOrd="0" presId="urn:microsoft.com/office/officeart/2008/layout/VerticalCurvedList"/>
    <dgm:cxn modelId="{19716DA6-E162-4D45-A943-A3594932B5C3}" type="presParOf" srcId="{72F47CC7-88E0-4F5D-94D9-73BDFA8C241B}" destId="{2844E872-67CA-4942-AA3D-E009585F6288}" srcOrd="0" destOrd="0" presId="urn:microsoft.com/office/officeart/2008/layout/VerticalCurvedList"/>
    <dgm:cxn modelId="{1BA4BF48-062F-8B4B-BFF1-C8E9CC855DF4}" type="presParOf" srcId="{2844E872-67CA-4942-AA3D-E009585F6288}" destId="{BAE1BF70-C526-4681-95FB-03838A4B5F1B}" srcOrd="0" destOrd="0" presId="urn:microsoft.com/office/officeart/2008/layout/VerticalCurvedList"/>
    <dgm:cxn modelId="{1933B22B-0723-934A-A7C5-1DD7ACD0CB97}" type="presParOf" srcId="{2844E872-67CA-4942-AA3D-E009585F6288}" destId="{78832E72-F703-4C47-AAA5-64154F10AE41}" srcOrd="1" destOrd="0" presId="urn:microsoft.com/office/officeart/2008/layout/VerticalCurvedList"/>
    <dgm:cxn modelId="{9D92BA4E-8A52-4B45-8D4E-DF21107EFF0E}" type="presParOf" srcId="{2844E872-67CA-4942-AA3D-E009585F6288}" destId="{3024F21D-8F54-4535-A661-CBABDA54CBC2}" srcOrd="2" destOrd="0" presId="urn:microsoft.com/office/officeart/2008/layout/VerticalCurvedList"/>
    <dgm:cxn modelId="{79BA14D2-0F99-1940-AB9C-3C39A4173286}" type="presParOf" srcId="{2844E872-67CA-4942-AA3D-E009585F6288}" destId="{C894305F-A625-4DA0-91B0-BCFD61FF1903}" srcOrd="3" destOrd="0" presId="urn:microsoft.com/office/officeart/2008/layout/VerticalCurvedList"/>
    <dgm:cxn modelId="{A8006C9E-8C0F-F54D-B277-E1186911FB5F}" type="presParOf" srcId="{72F47CC7-88E0-4F5D-94D9-73BDFA8C241B}" destId="{DB9E7401-3FC8-4B04-9EF3-EDD9CC5CE259}" srcOrd="1" destOrd="0" presId="urn:microsoft.com/office/officeart/2008/layout/VerticalCurvedList"/>
    <dgm:cxn modelId="{67C7BCDC-B041-A343-90A8-8996946BF890}" type="presParOf" srcId="{72F47CC7-88E0-4F5D-94D9-73BDFA8C241B}" destId="{7954CF99-84C7-426D-9E21-1067DD640DF3}" srcOrd="2" destOrd="0" presId="urn:microsoft.com/office/officeart/2008/layout/VerticalCurvedList"/>
    <dgm:cxn modelId="{B685932C-DA67-8F4A-98F4-FCECF5FD1156}" type="presParOf" srcId="{7954CF99-84C7-426D-9E21-1067DD640DF3}" destId="{91E77D32-1797-407C-AD06-049179877358}" srcOrd="0" destOrd="0" presId="urn:microsoft.com/office/officeart/2008/layout/VerticalCurvedList"/>
    <dgm:cxn modelId="{329FA8D9-5A1C-0246-ABB9-C97DC852E596}" type="presParOf" srcId="{72F47CC7-88E0-4F5D-94D9-73BDFA8C241B}" destId="{68AC2E10-C45F-41E0-A9DE-CF8CF047EF68}" srcOrd="3" destOrd="0" presId="urn:microsoft.com/office/officeart/2008/layout/VerticalCurvedList"/>
    <dgm:cxn modelId="{338CCD33-8EFC-094A-AFDD-11B80D23ACA6}" type="presParOf" srcId="{72F47CC7-88E0-4F5D-94D9-73BDFA8C241B}" destId="{9A7C03F4-1172-493C-B4BF-A4287988E025}" srcOrd="4" destOrd="0" presId="urn:microsoft.com/office/officeart/2008/layout/VerticalCurvedList"/>
    <dgm:cxn modelId="{48614853-6F67-E74C-B861-CD4BDF253098}" type="presParOf" srcId="{9A7C03F4-1172-493C-B4BF-A4287988E025}" destId="{DBC25E09-3833-4F8F-8DF5-1C0B44C0EF9C}" srcOrd="0" destOrd="0" presId="urn:microsoft.com/office/officeart/2008/layout/VerticalCurvedList"/>
    <dgm:cxn modelId="{14A98895-0CBD-5E40-BA9B-27E287FE18EF}" type="presParOf" srcId="{72F47CC7-88E0-4F5D-94D9-73BDFA8C241B}" destId="{E4B00987-42F8-47FB-B8AA-E97EA72147A0}" srcOrd="5" destOrd="0" presId="urn:microsoft.com/office/officeart/2008/layout/VerticalCurvedList"/>
    <dgm:cxn modelId="{045F23B3-F050-0C4D-BEC6-B2B86C305B6B}" type="presParOf" srcId="{72F47CC7-88E0-4F5D-94D9-73BDFA8C241B}" destId="{4BCFD6DB-7D79-4EF6-848A-EEA997287E1D}" srcOrd="6" destOrd="0" presId="urn:microsoft.com/office/officeart/2008/layout/VerticalCurvedList"/>
    <dgm:cxn modelId="{945D7F09-E259-A743-9949-0922DABE6501}" type="presParOf" srcId="{4BCFD6DB-7D79-4EF6-848A-EEA997287E1D}" destId="{C7615556-BC4D-4CE9-A43D-728AF1BEA7F7}"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C090EA61-C8E3-4A4C-AC06-46066336ED45}" type="doc">
      <dgm:prSet loTypeId="urn:microsoft.com/office/officeart/2008/layout/VerticalCurvedList" loCatId="list" qsTypeId="urn:microsoft.com/office/officeart/2005/8/quickstyle/simple1" qsCatId="simple" csTypeId="urn:microsoft.com/office/officeart/2005/8/colors/accent1_2" csCatId="accent1" phldr="1"/>
      <dgm:spPr/>
      <dgm:t>
        <a:bodyPr/>
        <a:lstStyle/>
        <a:p>
          <a:endParaRPr lang="id-ID"/>
        </a:p>
      </dgm:t>
    </dgm:pt>
    <dgm:pt modelId="{FF572C35-7181-4EED-9868-B1843985006F}">
      <dgm:prSet phldrT="[Text]" custT="1"/>
      <dgm:spPr>
        <a:solidFill>
          <a:schemeClr val="accent6"/>
        </a:solidFill>
        <a:ln>
          <a:noFill/>
        </a:ln>
      </dgm:spPr>
      <dgm:t>
        <a:bodyPr/>
        <a:lstStyle/>
        <a:p>
          <a:pPr algn="r">
            <a:lnSpc>
              <a:spcPct val="80000"/>
            </a:lnSpc>
          </a:pPr>
          <a:endParaRPr lang="id-ID" sz="1100" dirty="0">
            <a:solidFill>
              <a:schemeClr val="bg1">
                <a:lumMod val="95000"/>
              </a:schemeClr>
            </a:solidFill>
          </a:endParaRPr>
        </a:p>
      </dgm:t>
    </dgm:pt>
    <dgm:pt modelId="{107FA316-5BEC-4071-B517-CF72ABBDA0CF}" type="parTrans" cxnId="{08F02896-D321-47D8-83BC-A51C30A0DE89}">
      <dgm:prSet/>
      <dgm:spPr/>
      <dgm:t>
        <a:bodyPr/>
        <a:lstStyle/>
        <a:p>
          <a:endParaRPr lang="id-ID"/>
        </a:p>
      </dgm:t>
    </dgm:pt>
    <dgm:pt modelId="{2032E0B3-373D-4865-9D96-92ABCF947DCC}" type="sibTrans" cxnId="{08F02896-D321-47D8-83BC-A51C30A0DE89}">
      <dgm:prSet/>
      <dgm:spPr>
        <a:gradFill flip="none" rotWithShape="1">
          <a:gsLst>
            <a:gs pos="0">
              <a:schemeClr val="accent5">
                <a:lumMod val="40000"/>
                <a:lumOff val="60000"/>
              </a:schemeClr>
            </a:gs>
            <a:gs pos="46000">
              <a:schemeClr val="accent5">
                <a:lumMod val="95000"/>
                <a:lumOff val="5000"/>
              </a:schemeClr>
            </a:gs>
            <a:gs pos="100000">
              <a:schemeClr val="accent5">
                <a:lumMod val="60000"/>
              </a:schemeClr>
            </a:gs>
          </a:gsLst>
          <a:lin ang="8100000" scaled="0"/>
          <a:tileRect/>
        </a:gradFill>
        <a:ln w="50800">
          <a:solidFill>
            <a:schemeClr val="bg1">
              <a:lumMod val="85000"/>
            </a:schemeClr>
          </a:solidFill>
        </a:ln>
      </dgm:spPr>
      <dgm:t>
        <a:bodyPr/>
        <a:lstStyle/>
        <a:p>
          <a:endParaRPr lang="id-ID"/>
        </a:p>
      </dgm:t>
    </dgm:pt>
    <dgm:pt modelId="{F464168C-B9B5-48B3-80B3-B9BAC4E3EFE5}">
      <dgm:prSet phldrT="[Text]" custT="1"/>
      <dgm:spPr>
        <a:solidFill>
          <a:schemeClr val="accent4"/>
        </a:solidFill>
        <a:ln>
          <a:noFill/>
        </a:ln>
      </dgm:spPr>
      <dgm:t>
        <a:bodyPr/>
        <a:lstStyle/>
        <a:p>
          <a:pPr algn="r"/>
          <a:endParaRPr lang="id-ID" sz="1100" dirty="0"/>
        </a:p>
      </dgm:t>
    </dgm:pt>
    <dgm:pt modelId="{C5CA7FDC-9220-4A28-81B0-9E59401C33D2}" type="parTrans" cxnId="{228D32B1-54F7-4A3F-B3A7-7A222B89BA8F}">
      <dgm:prSet/>
      <dgm:spPr/>
      <dgm:t>
        <a:bodyPr/>
        <a:lstStyle/>
        <a:p>
          <a:endParaRPr lang="id-ID"/>
        </a:p>
      </dgm:t>
    </dgm:pt>
    <dgm:pt modelId="{F362941F-3704-46DE-A73B-9F05CCC216F6}" type="sibTrans" cxnId="{228D32B1-54F7-4A3F-B3A7-7A222B89BA8F}">
      <dgm:prSet/>
      <dgm:spPr/>
      <dgm:t>
        <a:bodyPr/>
        <a:lstStyle/>
        <a:p>
          <a:endParaRPr lang="id-ID"/>
        </a:p>
      </dgm:t>
    </dgm:pt>
    <dgm:pt modelId="{A3BB8AA4-8AEC-4D76-996C-D83AFAB969B0}">
      <dgm:prSet phldrT="[Text]" custT="1"/>
      <dgm:spPr>
        <a:solidFill>
          <a:schemeClr val="accent1"/>
        </a:solidFill>
        <a:ln>
          <a:noFill/>
        </a:ln>
      </dgm:spPr>
      <dgm:t>
        <a:bodyPr/>
        <a:lstStyle/>
        <a:p>
          <a:pPr algn="r"/>
          <a:endParaRPr lang="id-ID" sz="1100" dirty="0"/>
        </a:p>
      </dgm:t>
    </dgm:pt>
    <dgm:pt modelId="{DB04D0D9-DF3A-4343-B14E-87B5C93E0D3C}" type="parTrans" cxnId="{64C0EE63-6E80-4FDE-BE31-DDA07841435B}">
      <dgm:prSet/>
      <dgm:spPr/>
      <dgm:t>
        <a:bodyPr/>
        <a:lstStyle/>
        <a:p>
          <a:endParaRPr lang="id-ID"/>
        </a:p>
      </dgm:t>
    </dgm:pt>
    <dgm:pt modelId="{06BFE6B5-1149-49FC-94F7-36F3B2D94360}" type="sibTrans" cxnId="{64C0EE63-6E80-4FDE-BE31-DDA07841435B}">
      <dgm:prSet/>
      <dgm:spPr/>
      <dgm:t>
        <a:bodyPr/>
        <a:lstStyle/>
        <a:p>
          <a:endParaRPr lang="id-ID"/>
        </a:p>
      </dgm:t>
    </dgm:pt>
    <dgm:pt modelId="{A4B3B5ED-E77C-4CEE-9563-A86B05230D42}" type="pres">
      <dgm:prSet presAssocID="{C090EA61-C8E3-4A4C-AC06-46066336ED45}" presName="Name0" presStyleCnt="0">
        <dgm:presLayoutVars>
          <dgm:chMax val="7"/>
          <dgm:chPref val="7"/>
          <dgm:dir/>
        </dgm:presLayoutVars>
      </dgm:prSet>
      <dgm:spPr/>
      <dgm:t>
        <a:bodyPr/>
        <a:lstStyle/>
        <a:p>
          <a:endParaRPr lang="id-ID"/>
        </a:p>
      </dgm:t>
    </dgm:pt>
    <dgm:pt modelId="{72F47CC7-88E0-4F5D-94D9-73BDFA8C241B}" type="pres">
      <dgm:prSet presAssocID="{C090EA61-C8E3-4A4C-AC06-46066336ED45}" presName="Name1" presStyleCnt="0"/>
      <dgm:spPr/>
    </dgm:pt>
    <dgm:pt modelId="{2844E872-67CA-4942-AA3D-E009585F6288}" type="pres">
      <dgm:prSet presAssocID="{C090EA61-C8E3-4A4C-AC06-46066336ED45}" presName="cycle" presStyleCnt="0"/>
      <dgm:spPr/>
    </dgm:pt>
    <dgm:pt modelId="{BAE1BF70-C526-4681-95FB-03838A4B5F1B}" type="pres">
      <dgm:prSet presAssocID="{C090EA61-C8E3-4A4C-AC06-46066336ED45}" presName="srcNode" presStyleLbl="node1" presStyleIdx="0" presStyleCnt="3"/>
      <dgm:spPr/>
    </dgm:pt>
    <dgm:pt modelId="{78832E72-F703-4C47-AAA5-64154F10AE41}" type="pres">
      <dgm:prSet presAssocID="{C090EA61-C8E3-4A4C-AC06-46066336ED45}" presName="conn" presStyleLbl="parChTrans1D2" presStyleIdx="0" presStyleCnt="1" custScaleX="69777" custScaleY="69737" custLinFactNeighborX="14584" custLinFactNeighborY="408"/>
      <dgm:spPr>
        <a:prstGeom prst="ellipse">
          <a:avLst/>
        </a:prstGeom>
      </dgm:spPr>
      <dgm:t>
        <a:bodyPr/>
        <a:lstStyle/>
        <a:p>
          <a:endParaRPr lang="id-ID"/>
        </a:p>
      </dgm:t>
    </dgm:pt>
    <dgm:pt modelId="{3024F21D-8F54-4535-A661-CBABDA54CBC2}" type="pres">
      <dgm:prSet presAssocID="{C090EA61-C8E3-4A4C-AC06-46066336ED45}" presName="extraNode" presStyleLbl="node1" presStyleIdx="0" presStyleCnt="3"/>
      <dgm:spPr/>
    </dgm:pt>
    <dgm:pt modelId="{C894305F-A625-4DA0-91B0-BCFD61FF1903}" type="pres">
      <dgm:prSet presAssocID="{C090EA61-C8E3-4A4C-AC06-46066336ED45}" presName="dstNode" presStyleLbl="node1" presStyleIdx="0" presStyleCnt="3"/>
      <dgm:spPr/>
    </dgm:pt>
    <dgm:pt modelId="{DB9E7401-3FC8-4B04-9EF3-EDD9CC5CE259}" type="pres">
      <dgm:prSet presAssocID="{FF572C35-7181-4EED-9868-B1843985006F}" presName="text_1" presStyleLbl="node1" presStyleIdx="0" presStyleCnt="3" custScaleY="122443">
        <dgm:presLayoutVars>
          <dgm:bulletEnabled val="1"/>
        </dgm:presLayoutVars>
      </dgm:prSet>
      <dgm:spPr/>
      <dgm:t>
        <a:bodyPr/>
        <a:lstStyle/>
        <a:p>
          <a:endParaRPr lang="id-ID"/>
        </a:p>
      </dgm:t>
    </dgm:pt>
    <dgm:pt modelId="{7954CF99-84C7-426D-9E21-1067DD640DF3}" type="pres">
      <dgm:prSet presAssocID="{FF572C35-7181-4EED-9868-B1843985006F}" presName="accent_1" presStyleCnt="0"/>
      <dgm:spPr/>
    </dgm:pt>
    <dgm:pt modelId="{91E77D32-1797-407C-AD06-049179877358}" type="pres">
      <dgm:prSet presAssocID="{FF572C35-7181-4EED-9868-B1843985006F}" presName="accentRepeatNode" presStyleLbl="solidFgAcc1" presStyleIdx="0" presStyleCnt="3" custScaleX="112647" custScaleY="112647"/>
      <dgm:spPr>
        <a:solidFill>
          <a:schemeClr val="bg1">
            <a:lumMod val="95000"/>
          </a:schemeClr>
        </a:solidFill>
        <a:ln w="50800">
          <a:solidFill>
            <a:schemeClr val="accent6"/>
          </a:solidFill>
        </a:ln>
      </dgm:spPr>
    </dgm:pt>
    <dgm:pt modelId="{68AC2E10-C45F-41E0-A9DE-CF8CF047EF68}" type="pres">
      <dgm:prSet presAssocID="{F464168C-B9B5-48B3-80B3-B9BAC4E3EFE5}" presName="text_2" presStyleLbl="node1" presStyleIdx="1" presStyleCnt="3" custScaleX="102754" custScaleY="122443" custLinFactNeighborX="-1833" custLinFactNeighborY="97">
        <dgm:presLayoutVars>
          <dgm:bulletEnabled val="1"/>
        </dgm:presLayoutVars>
      </dgm:prSet>
      <dgm:spPr/>
      <dgm:t>
        <a:bodyPr/>
        <a:lstStyle/>
        <a:p>
          <a:endParaRPr lang="id-ID"/>
        </a:p>
      </dgm:t>
    </dgm:pt>
    <dgm:pt modelId="{9A7C03F4-1172-493C-B4BF-A4287988E025}" type="pres">
      <dgm:prSet presAssocID="{F464168C-B9B5-48B3-80B3-B9BAC4E3EFE5}" presName="accent_2" presStyleCnt="0"/>
      <dgm:spPr/>
    </dgm:pt>
    <dgm:pt modelId="{DBC25E09-3833-4F8F-8DF5-1C0B44C0EF9C}" type="pres">
      <dgm:prSet presAssocID="{F464168C-B9B5-48B3-80B3-B9BAC4E3EFE5}" presName="accentRepeatNode" presStyleLbl="solidFgAcc1" presStyleIdx="1" presStyleCnt="3" custScaleX="112647" custScaleY="112647" custLinFactNeighborX="-28248" custLinFactNeighborY="2553"/>
      <dgm:spPr>
        <a:ln w="50800">
          <a:solidFill>
            <a:schemeClr val="accent4"/>
          </a:solidFill>
        </a:ln>
      </dgm:spPr>
      <dgm:t>
        <a:bodyPr/>
        <a:lstStyle/>
        <a:p>
          <a:endParaRPr lang="id-ID"/>
        </a:p>
      </dgm:t>
    </dgm:pt>
    <dgm:pt modelId="{E4B00987-42F8-47FB-B8AA-E97EA72147A0}" type="pres">
      <dgm:prSet presAssocID="{A3BB8AA4-8AEC-4D76-996C-D83AFAB969B0}" presName="text_3" presStyleLbl="node1" presStyleIdx="2" presStyleCnt="3" custScaleY="122443">
        <dgm:presLayoutVars>
          <dgm:bulletEnabled val="1"/>
        </dgm:presLayoutVars>
      </dgm:prSet>
      <dgm:spPr/>
      <dgm:t>
        <a:bodyPr/>
        <a:lstStyle/>
        <a:p>
          <a:endParaRPr lang="id-ID"/>
        </a:p>
      </dgm:t>
    </dgm:pt>
    <dgm:pt modelId="{4BCFD6DB-7D79-4EF6-848A-EEA997287E1D}" type="pres">
      <dgm:prSet presAssocID="{A3BB8AA4-8AEC-4D76-996C-D83AFAB969B0}" presName="accent_3" presStyleCnt="0"/>
      <dgm:spPr/>
    </dgm:pt>
    <dgm:pt modelId="{C7615556-BC4D-4CE9-A43D-728AF1BEA7F7}" type="pres">
      <dgm:prSet presAssocID="{A3BB8AA4-8AEC-4D76-996C-D83AFAB969B0}" presName="accentRepeatNode" presStyleLbl="solidFgAcc1" presStyleIdx="2" presStyleCnt="3" custScaleX="112647" custScaleY="112647"/>
      <dgm:spPr>
        <a:solidFill>
          <a:schemeClr val="bg1">
            <a:lumMod val="95000"/>
          </a:schemeClr>
        </a:solidFill>
        <a:ln w="50800">
          <a:solidFill>
            <a:schemeClr val="accent1"/>
          </a:solidFill>
        </a:ln>
      </dgm:spPr>
    </dgm:pt>
  </dgm:ptLst>
  <dgm:cxnLst>
    <dgm:cxn modelId="{EA693B9D-B614-FF49-82A8-A2F8C3BBA148}" type="presOf" srcId="{FF572C35-7181-4EED-9868-B1843985006F}" destId="{DB9E7401-3FC8-4B04-9EF3-EDD9CC5CE259}" srcOrd="0" destOrd="0" presId="urn:microsoft.com/office/officeart/2008/layout/VerticalCurvedList"/>
    <dgm:cxn modelId="{322F863A-AF2A-0B44-AE5D-5BC656E0A8A7}" type="presOf" srcId="{A3BB8AA4-8AEC-4D76-996C-D83AFAB969B0}" destId="{E4B00987-42F8-47FB-B8AA-E97EA72147A0}" srcOrd="0" destOrd="0" presId="urn:microsoft.com/office/officeart/2008/layout/VerticalCurvedList"/>
    <dgm:cxn modelId="{08F02896-D321-47D8-83BC-A51C30A0DE89}" srcId="{C090EA61-C8E3-4A4C-AC06-46066336ED45}" destId="{FF572C35-7181-4EED-9868-B1843985006F}" srcOrd="0" destOrd="0" parTransId="{107FA316-5BEC-4071-B517-CF72ABBDA0CF}" sibTransId="{2032E0B3-373D-4865-9D96-92ABCF947DCC}"/>
    <dgm:cxn modelId="{64C0EE63-6E80-4FDE-BE31-DDA07841435B}" srcId="{C090EA61-C8E3-4A4C-AC06-46066336ED45}" destId="{A3BB8AA4-8AEC-4D76-996C-D83AFAB969B0}" srcOrd="2" destOrd="0" parTransId="{DB04D0D9-DF3A-4343-B14E-87B5C93E0D3C}" sibTransId="{06BFE6B5-1149-49FC-94F7-36F3B2D94360}"/>
    <dgm:cxn modelId="{228D32B1-54F7-4A3F-B3A7-7A222B89BA8F}" srcId="{C090EA61-C8E3-4A4C-AC06-46066336ED45}" destId="{F464168C-B9B5-48B3-80B3-B9BAC4E3EFE5}" srcOrd="1" destOrd="0" parTransId="{C5CA7FDC-9220-4A28-81B0-9E59401C33D2}" sibTransId="{F362941F-3704-46DE-A73B-9F05CCC216F6}"/>
    <dgm:cxn modelId="{60B6A764-D892-0B4D-8B5C-1C6FB9D69AAF}" type="presOf" srcId="{C090EA61-C8E3-4A4C-AC06-46066336ED45}" destId="{A4B3B5ED-E77C-4CEE-9563-A86B05230D42}" srcOrd="0" destOrd="0" presId="urn:microsoft.com/office/officeart/2008/layout/VerticalCurvedList"/>
    <dgm:cxn modelId="{0D1C0676-D59F-A445-BBDC-7CC89EEB2DCA}" type="presOf" srcId="{2032E0B3-373D-4865-9D96-92ABCF947DCC}" destId="{78832E72-F703-4C47-AAA5-64154F10AE41}" srcOrd="0" destOrd="0" presId="urn:microsoft.com/office/officeart/2008/layout/VerticalCurvedList"/>
    <dgm:cxn modelId="{1E4523EC-8E4C-594B-A8D2-5D084B1FCEAE}" type="presOf" srcId="{F464168C-B9B5-48B3-80B3-B9BAC4E3EFE5}" destId="{68AC2E10-C45F-41E0-A9DE-CF8CF047EF68}" srcOrd="0" destOrd="0" presId="urn:microsoft.com/office/officeart/2008/layout/VerticalCurvedList"/>
    <dgm:cxn modelId="{94C4D4CA-D95D-DE4D-9A39-621B8803DB44}" type="presParOf" srcId="{A4B3B5ED-E77C-4CEE-9563-A86B05230D42}" destId="{72F47CC7-88E0-4F5D-94D9-73BDFA8C241B}" srcOrd="0" destOrd="0" presId="urn:microsoft.com/office/officeart/2008/layout/VerticalCurvedList"/>
    <dgm:cxn modelId="{C54867B6-C590-AF4A-B4BE-CBE60E0AA0D3}" type="presParOf" srcId="{72F47CC7-88E0-4F5D-94D9-73BDFA8C241B}" destId="{2844E872-67CA-4942-AA3D-E009585F6288}" srcOrd="0" destOrd="0" presId="urn:microsoft.com/office/officeart/2008/layout/VerticalCurvedList"/>
    <dgm:cxn modelId="{CE86EF11-E552-0F4B-9358-91B517A55B73}" type="presParOf" srcId="{2844E872-67CA-4942-AA3D-E009585F6288}" destId="{BAE1BF70-C526-4681-95FB-03838A4B5F1B}" srcOrd="0" destOrd="0" presId="urn:microsoft.com/office/officeart/2008/layout/VerticalCurvedList"/>
    <dgm:cxn modelId="{4373CD65-A0F8-104A-9A08-BFA94FEAD841}" type="presParOf" srcId="{2844E872-67CA-4942-AA3D-E009585F6288}" destId="{78832E72-F703-4C47-AAA5-64154F10AE41}" srcOrd="1" destOrd="0" presId="urn:microsoft.com/office/officeart/2008/layout/VerticalCurvedList"/>
    <dgm:cxn modelId="{99C8AFD2-23BE-C741-AC6D-25513EB19135}" type="presParOf" srcId="{2844E872-67CA-4942-AA3D-E009585F6288}" destId="{3024F21D-8F54-4535-A661-CBABDA54CBC2}" srcOrd="2" destOrd="0" presId="urn:microsoft.com/office/officeart/2008/layout/VerticalCurvedList"/>
    <dgm:cxn modelId="{F255968D-5D9A-D849-89D3-0E0F3200268D}" type="presParOf" srcId="{2844E872-67CA-4942-AA3D-E009585F6288}" destId="{C894305F-A625-4DA0-91B0-BCFD61FF1903}" srcOrd="3" destOrd="0" presId="urn:microsoft.com/office/officeart/2008/layout/VerticalCurvedList"/>
    <dgm:cxn modelId="{C821C483-9135-6444-8DC7-EA08EC3CF24B}" type="presParOf" srcId="{72F47CC7-88E0-4F5D-94D9-73BDFA8C241B}" destId="{DB9E7401-3FC8-4B04-9EF3-EDD9CC5CE259}" srcOrd="1" destOrd="0" presId="urn:microsoft.com/office/officeart/2008/layout/VerticalCurvedList"/>
    <dgm:cxn modelId="{75FD4127-E6F9-DE4F-8BB7-BD19A1342ABE}" type="presParOf" srcId="{72F47CC7-88E0-4F5D-94D9-73BDFA8C241B}" destId="{7954CF99-84C7-426D-9E21-1067DD640DF3}" srcOrd="2" destOrd="0" presId="urn:microsoft.com/office/officeart/2008/layout/VerticalCurvedList"/>
    <dgm:cxn modelId="{8CC30FEF-1D55-1640-9EA3-A8969C177B1C}" type="presParOf" srcId="{7954CF99-84C7-426D-9E21-1067DD640DF3}" destId="{91E77D32-1797-407C-AD06-049179877358}" srcOrd="0" destOrd="0" presId="urn:microsoft.com/office/officeart/2008/layout/VerticalCurvedList"/>
    <dgm:cxn modelId="{A0503974-54E8-184B-A7B6-BF522D062674}" type="presParOf" srcId="{72F47CC7-88E0-4F5D-94D9-73BDFA8C241B}" destId="{68AC2E10-C45F-41E0-A9DE-CF8CF047EF68}" srcOrd="3" destOrd="0" presId="urn:microsoft.com/office/officeart/2008/layout/VerticalCurvedList"/>
    <dgm:cxn modelId="{A7440EA1-7BB6-0D4A-8649-18A83FEA8943}" type="presParOf" srcId="{72F47CC7-88E0-4F5D-94D9-73BDFA8C241B}" destId="{9A7C03F4-1172-493C-B4BF-A4287988E025}" srcOrd="4" destOrd="0" presId="urn:microsoft.com/office/officeart/2008/layout/VerticalCurvedList"/>
    <dgm:cxn modelId="{A041AE00-C578-A04E-967A-8B2FE23ACE59}" type="presParOf" srcId="{9A7C03F4-1172-493C-B4BF-A4287988E025}" destId="{DBC25E09-3833-4F8F-8DF5-1C0B44C0EF9C}" srcOrd="0" destOrd="0" presId="urn:microsoft.com/office/officeart/2008/layout/VerticalCurvedList"/>
    <dgm:cxn modelId="{C3E9816F-98E5-3B40-9696-FD4377232815}" type="presParOf" srcId="{72F47CC7-88E0-4F5D-94D9-73BDFA8C241B}" destId="{E4B00987-42F8-47FB-B8AA-E97EA72147A0}" srcOrd="5" destOrd="0" presId="urn:microsoft.com/office/officeart/2008/layout/VerticalCurvedList"/>
    <dgm:cxn modelId="{B67B5468-6912-E443-BBEC-201DA79360AE}" type="presParOf" srcId="{72F47CC7-88E0-4F5D-94D9-73BDFA8C241B}" destId="{4BCFD6DB-7D79-4EF6-848A-EEA997287E1D}" srcOrd="6" destOrd="0" presId="urn:microsoft.com/office/officeart/2008/layout/VerticalCurvedList"/>
    <dgm:cxn modelId="{086DDD94-1A5F-6944-A407-9D9EB3BEA3C2}" type="presParOf" srcId="{4BCFD6DB-7D79-4EF6-848A-EEA997287E1D}" destId="{C7615556-BC4D-4CE9-A43D-728AF1BEA7F7}"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D9E39CFC-0EB7-6143-B862-D60CBF2A668D}" type="presOf" srcId="{70B4E3E7-92BD-4BA3-8C93-826D98F65609}" destId="{402BF6D5-BC22-4BEB-9027-2D822CD0A19A}" srcOrd="0" destOrd="0" presId="urn:microsoft.com/office/officeart/2011/layout/ThemePictureAlternatingAccent"/>
    <dgm:cxn modelId="{39262984-D9C3-EF4B-949A-B41EA69E5ADE}"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F06DC71D-FDC3-444F-B8F7-704460E5F56C}" type="presParOf" srcId="{402BF6D5-BC22-4BEB-9027-2D822CD0A19A}" destId="{7F383395-A406-466B-9E8C-672150081A67}" srcOrd="0" destOrd="0" presId="urn:microsoft.com/office/officeart/2011/layout/ThemePictureAlternatingAccent"/>
    <dgm:cxn modelId="{87495D51-5A00-5549-9F2C-DFF9DC939D1B}" type="presParOf" srcId="{7F383395-A406-466B-9E8C-672150081A67}" destId="{63E8F094-BB29-4F1C-8DE8-869308440306}" srcOrd="0" destOrd="0" presId="urn:microsoft.com/office/officeart/2011/layout/ThemePictureAlternatingAccent"/>
    <dgm:cxn modelId="{96BEA878-37E2-BA47-BF42-03B6EF5C795D}"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D44FE216-AB09-2044-B4AE-742A1332C584}" type="presOf" srcId="{EF85E227-2C46-46B0-8C25-15ED58A3377E}" destId="{BF7C867C-0ECC-4DC7-8F13-5617889C754B}" srcOrd="0" destOrd="0" presId="urn:microsoft.com/office/officeart/2011/layout/ThemePictureAlternatingAccent"/>
    <dgm:cxn modelId="{2F9F826F-D006-1041-BB50-656E0A73CABA}"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A0213133-7FE0-0F4E-98EE-7CCDB4D2A3E7}" type="presParOf" srcId="{402BF6D5-BC22-4BEB-9027-2D822CD0A19A}" destId="{7F383395-A406-466B-9E8C-672150081A67}" srcOrd="0" destOrd="0" presId="urn:microsoft.com/office/officeart/2011/layout/ThemePictureAlternatingAccent"/>
    <dgm:cxn modelId="{7C179D72-A430-EA4A-B436-E9F979AD047D}" type="presParOf" srcId="{7F383395-A406-466B-9E8C-672150081A67}" destId="{63E8F094-BB29-4F1C-8DE8-869308440306}" srcOrd="0" destOrd="0" presId="urn:microsoft.com/office/officeart/2011/layout/ThemePictureAlternatingAccent"/>
    <dgm:cxn modelId="{9EC4BCA9-FCFF-7A40-B502-3DB7672EFCD1}"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62D707B7-686D-A74F-95EA-AC6533F877F8}" type="presOf" srcId="{70B4E3E7-92BD-4BA3-8C93-826D98F65609}" destId="{402BF6D5-BC22-4BEB-9027-2D822CD0A19A}" srcOrd="0" destOrd="0" presId="urn:microsoft.com/office/officeart/2011/layout/ThemePictureAlternatingAccent"/>
    <dgm:cxn modelId="{AB1901B2-834A-814A-96B0-272353AF4C40}"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DEEA0E89-6570-3C4A-A6DC-EE8A2FD986ED}" type="presParOf" srcId="{402BF6D5-BC22-4BEB-9027-2D822CD0A19A}" destId="{7F383395-A406-466B-9E8C-672150081A67}" srcOrd="0" destOrd="0" presId="urn:microsoft.com/office/officeart/2011/layout/ThemePictureAlternatingAccent"/>
    <dgm:cxn modelId="{E9653BDE-C455-FD47-891A-019EE4E5309A}" type="presParOf" srcId="{7F383395-A406-466B-9E8C-672150081A67}" destId="{63E8F094-BB29-4F1C-8DE8-869308440306}" srcOrd="0" destOrd="0" presId="urn:microsoft.com/office/officeart/2011/layout/ThemePictureAlternatingAccent"/>
    <dgm:cxn modelId="{85A6A68C-F23D-274B-8CC7-375FF30893BD}"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2BC3506D-4178-3440-BDD1-25A32C137A65}"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103E3909-D53B-1C48-8C20-B61EDF48E5D7}" type="presOf" srcId="{EF85E227-2C46-46B0-8C25-15ED58A3377E}" destId="{BF7C867C-0ECC-4DC7-8F13-5617889C754B}" srcOrd="0" destOrd="0" presId="urn:microsoft.com/office/officeart/2011/layout/ThemePictureAlternatingAccent"/>
    <dgm:cxn modelId="{704743CA-319E-B248-B7A7-B9E896C900F2}" type="presParOf" srcId="{402BF6D5-BC22-4BEB-9027-2D822CD0A19A}" destId="{7F383395-A406-466B-9E8C-672150081A67}" srcOrd="0" destOrd="0" presId="urn:microsoft.com/office/officeart/2011/layout/ThemePictureAlternatingAccent"/>
    <dgm:cxn modelId="{67153E05-106E-284E-8374-E83B235243DF}" type="presParOf" srcId="{7F383395-A406-466B-9E8C-672150081A67}" destId="{63E8F094-BB29-4F1C-8DE8-869308440306}" srcOrd="0" destOrd="0" presId="urn:microsoft.com/office/officeart/2011/layout/ThemePictureAlternatingAccent"/>
    <dgm:cxn modelId="{E9E44BEB-2022-2644-B24C-1A88DDDEDF38}"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4BFCCB4C-EDE3-4F84-97E9-A3FD1E50F481}" type="doc">
      <dgm:prSet loTypeId="urn:microsoft.com/office/officeart/2009/3/layout/IncreasingArrowsProcess" loCatId="process" qsTypeId="urn:microsoft.com/office/officeart/2005/8/quickstyle/simple1" qsCatId="simple" csTypeId="urn:microsoft.com/office/officeart/2005/8/colors/colorful1" csCatId="colorful" phldr="1"/>
      <dgm:spPr/>
      <dgm:t>
        <a:bodyPr/>
        <a:lstStyle/>
        <a:p>
          <a:endParaRPr lang="en-US"/>
        </a:p>
      </dgm:t>
    </dgm:pt>
    <dgm:pt modelId="{8C055561-F760-47A7-86EF-87E3048BFC60}">
      <dgm:prSet phldrT="[Text]" custT="1"/>
      <dgm:spPr/>
      <dgm:t>
        <a:bodyPr/>
        <a:lstStyle/>
        <a:p>
          <a:pPr rtl="1"/>
          <a:r>
            <a:rPr lang="ar-SA" sz="3200" b="1" dirty="0" smtClean="0"/>
            <a:t>أولاً</a:t>
          </a:r>
          <a:endParaRPr lang="en-US" sz="3200" b="1" dirty="0" smtClean="0"/>
        </a:p>
      </dgm:t>
    </dgm:pt>
    <dgm:pt modelId="{C6855283-3A7E-4B66-B41E-E26516066D1E}" type="parTrans" cxnId="{2383C7CC-B0A7-486A-A78E-7A53ECD3D746}">
      <dgm:prSet/>
      <dgm:spPr/>
      <dgm:t>
        <a:bodyPr/>
        <a:lstStyle/>
        <a:p>
          <a:endParaRPr lang="en-US"/>
        </a:p>
      </dgm:t>
    </dgm:pt>
    <dgm:pt modelId="{4970CA3C-C1B7-490E-A8A7-BE6E849BBDB2}" type="sibTrans" cxnId="{2383C7CC-B0A7-486A-A78E-7A53ECD3D746}">
      <dgm:prSet/>
      <dgm:spPr/>
      <dgm:t>
        <a:bodyPr/>
        <a:lstStyle/>
        <a:p>
          <a:endParaRPr lang="en-US"/>
        </a:p>
      </dgm:t>
    </dgm:pt>
    <dgm:pt modelId="{CAF88B9A-1A3B-40CF-82A3-7FB6D1560E66}">
      <dgm:prSet phldrT="[Text]" custT="1"/>
      <dgm:spPr/>
      <dgm:t>
        <a:bodyPr/>
        <a:lstStyle/>
        <a:p>
          <a:pPr algn="ctr"/>
          <a:r>
            <a:rPr lang="id-ID" sz="2400" dirty="0" smtClean="0">
              <a:latin typeface="+mj-lt"/>
            </a:rPr>
            <a:t>               </a:t>
          </a:r>
          <a:r>
            <a:rPr lang="ar-SA" sz="3200" b="1" dirty="0" smtClean="0">
              <a:latin typeface="+mj-lt"/>
            </a:rPr>
            <a:t>ثانياً</a:t>
          </a:r>
          <a:endParaRPr lang="en-US" sz="2400" b="1" dirty="0" smtClean="0">
            <a:latin typeface="+mj-lt"/>
          </a:endParaRPr>
        </a:p>
      </dgm:t>
    </dgm:pt>
    <dgm:pt modelId="{A1F36D7F-236E-4182-9D63-C5CA55051E5A}" type="parTrans" cxnId="{0603C6A2-0ED0-46AB-B234-2D683FD78E77}">
      <dgm:prSet/>
      <dgm:spPr/>
      <dgm:t>
        <a:bodyPr/>
        <a:lstStyle/>
        <a:p>
          <a:endParaRPr lang="en-US"/>
        </a:p>
      </dgm:t>
    </dgm:pt>
    <dgm:pt modelId="{04C79982-8B1E-4394-99A9-D33B1FD3BEB2}" type="sibTrans" cxnId="{0603C6A2-0ED0-46AB-B234-2D683FD78E77}">
      <dgm:prSet/>
      <dgm:spPr/>
      <dgm:t>
        <a:bodyPr/>
        <a:lstStyle/>
        <a:p>
          <a:endParaRPr lang="en-US"/>
        </a:p>
      </dgm:t>
    </dgm:pt>
    <dgm:pt modelId="{0DB8272D-998F-4620-B95E-C2A32B17CDA2}">
      <dgm:prSet phldrT="[Text]" custT="1"/>
      <dgm:spPr/>
      <dgm:t>
        <a:bodyPr/>
        <a:lstStyle/>
        <a:p>
          <a:pPr algn="ctr"/>
          <a:r>
            <a:rPr lang="id-ID" sz="2400" dirty="0" smtClean="0">
              <a:latin typeface="+mj-lt"/>
            </a:rPr>
            <a:t>       </a:t>
          </a:r>
          <a:r>
            <a:rPr lang="ar-SA" sz="3200" dirty="0" smtClean="0">
              <a:latin typeface="+mj-lt"/>
            </a:rPr>
            <a:t>ثالثاً</a:t>
          </a:r>
          <a:endParaRPr lang="en-US" sz="2400" dirty="0" smtClean="0">
            <a:latin typeface="+mj-lt"/>
          </a:endParaRPr>
        </a:p>
      </dgm:t>
    </dgm:pt>
    <dgm:pt modelId="{BE1B4E4C-1F25-4567-9FD2-BA5A33F78645}" type="parTrans" cxnId="{EAA5FDFA-F780-413B-B7E9-AB5C0004EE73}">
      <dgm:prSet/>
      <dgm:spPr/>
      <dgm:t>
        <a:bodyPr/>
        <a:lstStyle/>
        <a:p>
          <a:endParaRPr lang="en-US"/>
        </a:p>
      </dgm:t>
    </dgm:pt>
    <dgm:pt modelId="{8951BD99-DC8F-4681-A6C7-128BE0564FE5}" type="sibTrans" cxnId="{EAA5FDFA-F780-413B-B7E9-AB5C0004EE73}">
      <dgm:prSet/>
      <dgm:spPr/>
      <dgm:t>
        <a:bodyPr/>
        <a:lstStyle/>
        <a:p>
          <a:endParaRPr lang="en-US"/>
        </a:p>
      </dgm:t>
    </dgm:pt>
    <dgm:pt modelId="{1DDDD07C-E697-49C1-B36B-60E196698460}" type="pres">
      <dgm:prSet presAssocID="{4BFCCB4C-EDE3-4F84-97E9-A3FD1E50F481}" presName="Name0" presStyleCnt="0">
        <dgm:presLayoutVars>
          <dgm:chMax val="5"/>
          <dgm:chPref val="5"/>
          <dgm:dir/>
          <dgm:animLvl val="lvl"/>
        </dgm:presLayoutVars>
      </dgm:prSet>
      <dgm:spPr/>
      <dgm:t>
        <a:bodyPr/>
        <a:lstStyle/>
        <a:p>
          <a:endParaRPr lang="en-US"/>
        </a:p>
      </dgm:t>
    </dgm:pt>
    <dgm:pt modelId="{B9C58491-6977-44BF-A47A-FE1E5D4EDCF5}" type="pres">
      <dgm:prSet presAssocID="{8C055561-F760-47A7-86EF-87E3048BFC60}" presName="parentText1" presStyleLbl="node1" presStyleIdx="0" presStyleCnt="3" custScaleX="74267" custScaleY="127666" custLinFactNeighborX="40" custLinFactNeighborY="-33450">
        <dgm:presLayoutVars>
          <dgm:chMax/>
          <dgm:chPref val="3"/>
          <dgm:bulletEnabled val="1"/>
        </dgm:presLayoutVars>
      </dgm:prSet>
      <dgm:spPr/>
      <dgm:t>
        <a:bodyPr/>
        <a:lstStyle/>
        <a:p>
          <a:endParaRPr lang="en-US"/>
        </a:p>
      </dgm:t>
    </dgm:pt>
    <dgm:pt modelId="{FD788759-3423-4F29-9A6E-7DEBD1F7DFE8}" type="pres">
      <dgm:prSet presAssocID="{CAF88B9A-1A3B-40CF-82A3-7FB6D1560E66}" presName="parentText2" presStyleLbl="node1" presStyleIdx="1" presStyleCnt="3" custScaleX="87677" custScaleY="136265" custLinFactNeighborX="11530" custLinFactNeighborY="21174">
        <dgm:presLayoutVars>
          <dgm:chMax/>
          <dgm:chPref val="3"/>
          <dgm:bulletEnabled val="1"/>
        </dgm:presLayoutVars>
      </dgm:prSet>
      <dgm:spPr/>
      <dgm:t>
        <a:bodyPr/>
        <a:lstStyle/>
        <a:p>
          <a:endParaRPr lang="en-US"/>
        </a:p>
      </dgm:t>
    </dgm:pt>
    <dgm:pt modelId="{3C5138F7-F7EB-4421-9D29-30667609D5DF}" type="pres">
      <dgm:prSet presAssocID="{0DB8272D-998F-4620-B95E-C2A32B17CDA2}" presName="parentText3" presStyleLbl="node1" presStyleIdx="2" presStyleCnt="3" custScaleX="114854" custScaleY="127224" custLinFactY="43527" custLinFactNeighborX="20868" custLinFactNeighborY="100000">
        <dgm:presLayoutVars>
          <dgm:chMax/>
          <dgm:chPref val="3"/>
          <dgm:bulletEnabled val="1"/>
        </dgm:presLayoutVars>
      </dgm:prSet>
      <dgm:spPr/>
      <dgm:t>
        <a:bodyPr/>
        <a:lstStyle/>
        <a:p>
          <a:endParaRPr lang="en-US"/>
        </a:p>
      </dgm:t>
    </dgm:pt>
  </dgm:ptLst>
  <dgm:cxnLst>
    <dgm:cxn modelId="{0603C6A2-0ED0-46AB-B234-2D683FD78E77}" srcId="{4BFCCB4C-EDE3-4F84-97E9-A3FD1E50F481}" destId="{CAF88B9A-1A3B-40CF-82A3-7FB6D1560E66}" srcOrd="1" destOrd="0" parTransId="{A1F36D7F-236E-4182-9D63-C5CA55051E5A}" sibTransId="{04C79982-8B1E-4394-99A9-D33B1FD3BEB2}"/>
    <dgm:cxn modelId="{2383C7CC-B0A7-486A-A78E-7A53ECD3D746}" srcId="{4BFCCB4C-EDE3-4F84-97E9-A3FD1E50F481}" destId="{8C055561-F760-47A7-86EF-87E3048BFC60}" srcOrd="0" destOrd="0" parTransId="{C6855283-3A7E-4B66-B41E-E26516066D1E}" sibTransId="{4970CA3C-C1B7-490E-A8A7-BE6E849BBDB2}"/>
    <dgm:cxn modelId="{0D38A151-2391-B544-84AC-FEEE93124B13}" type="presOf" srcId="{4BFCCB4C-EDE3-4F84-97E9-A3FD1E50F481}" destId="{1DDDD07C-E697-49C1-B36B-60E196698460}" srcOrd="0" destOrd="0" presId="urn:microsoft.com/office/officeart/2009/3/layout/IncreasingArrowsProcess"/>
    <dgm:cxn modelId="{426821DD-45FA-B04C-924B-D5F5416362C1}" type="presOf" srcId="{0DB8272D-998F-4620-B95E-C2A32B17CDA2}" destId="{3C5138F7-F7EB-4421-9D29-30667609D5DF}" srcOrd="0" destOrd="0" presId="urn:microsoft.com/office/officeart/2009/3/layout/IncreasingArrowsProcess"/>
    <dgm:cxn modelId="{EAA5FDFA-F780-413B-B7E9-AB5C0004EE73}" srcId="{4BFCCB4C-EDE3-4F84-97E9-A3FD1E50F481}" destId="{0DB8272D-998F-4620-B95E-C2A32B17CDA2}" srcOrd="2" destOrd="0" parTransId="{BE1B4E4C-1F25-4567-9FD2-BA5A33F78645}" sibTransId="{8951BD99-DC8F-4681-A6C7-128BE0564FE5}"/>
    <dgm:cxn modelId="{86EF7589-8DAF-FE42-9EEC-8CA0684740F2}" type="presOf" srcId="{CAF88B9A-1A3B-40CF-82A3-7FB6D1560E66}" destId="{FD788759-3423-4F29-9A6E-7DEBD1F7DFE8}" srcOrd="0" destOrd="0" presId="urn:microsoft.com/office/officeart/2009/3/layout/IncreasingArrowsProcess"/>
    <dgm:cxn modelId="{B205F98A-B815-4541-9EDE-B1842F38B1F2}" type="presOf" srcId="{8C055561-F760-47A7-86EF-87E3048BFC60}" destId="{B9C58491-6977-44BF-A47A-FE1E5D4EDCF5}" srcOrd="0" destOrd="0" presId="urn:microsoft.com/office/officeart/2009/3/layout/IncreasingArrowsProcess"/>
    <dgm:cxn modelId="{A80C510E-69D0-4D40-B7E5-4BE7A3281FE3}" type="presParOf" srcId="{1DDDD07C-E697-49C1-B36B-60E196698460}" destId="{B9C58491-6977-44BF-A47A-FE1E5D4EDCF5}" srcOrd="0" destOrd="0" presId="urn:microsoft.com/office/officeart/2009/3/layout/IncreasingArrowsProcess"/>
    <dgm:cxn modelId="{A979104D-CF78-2649-A416-080AF33C43BA}" type="presParOf" srcId="{1DDDD07C-E697-49C1-B36B-60E196698460}" destId="{FD788759-3423-4F29-9A6E-7DEBD1F7DFE8}" srcOrd="1" destOrd="0" presId="urn:microsoft.com/office/officeart/2009/3/layout/IncreasingArrowsProcess"/>
    <dgm:cxn modelId="{284F4CAB-D82D-8A4D-A3DB-823C999086D0}" type="presParOf" srcId="{1DDDD07C-E697-49C1-B36B-60E196698460}" destId="{3C5138F7-F7EB-4421-9D29-30667609D5DF}" srcOrd="2"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4BFCCB4C-EDE3-4F84-97E9-A3FD1E50F481}" type="doc">
      <dgm:prSet loTypeId="urn:microsoft.com/office/officeart/2009/3/layout/IncreasingArrowsProcess" loCatId="process" qsTypeId="urn:microsoft.com/office/officeart/2005/8/quickstyle/simple1" qsCatId="simple" csTypeId="urn:microsoft.com/office/officeart/2005/8/colors/colorful1" csCatId="colorful" phldr="1"/>
      <dgm:spPr/>
      <dgm:t>
        <a:bodyPr/>
        <a:lstStyle/>
        <a:p>
          <a:endParaRPr lang="en-US"/>
        </a:p>
      </dgm:t>
    </dgm:pt>
    <dgm:pt modelId="{8C055561-F760-47A7-86EF-87E3048BFC60}">
      <dgm:prSet phldrT="[Text]" custT="1"/>
      <dgm:spPr>
        <a:solidFill>
          <a:srgbClr val="C00000"/>
        </a:solidFill>
      </dgm:spPr>
      <dgm:t>
        <a:bodyPr/>
        <a:lstStyle/>
        <a:p>
          <a:pPr rtl="1"/>
          <a:r>
            <a:rPr lang="ar-SA" sz="3200" b="1" dirty="0" smtClean="0"/>
            <a:t>رابعاً</a:t>
          </a:r>
          <a:endParaRPr lang="en-US" sz="3200" b="1" dirty="0" smtClean="0"/>
        </a:p>
      </dgm:t>
    </dgm:pt>
    <dgm:pt modelId="{C6855283-3A7E-4B66-B41E-E26516066D1E}" type="parTrans" cxnId="{2383C7CC-B0A7-486A-A78E-7A53ECD3D746}">
      <dgm:prSet/>
      <dgm:spPr/>
      <dgm:t>
        <a:bodyPr/>
        <a:lstStyle/>
        <a:p>
          <a:endParaRPr lang="en-US"/>
        </a:p>
      </dgm:t>
    </dgm:pt>
    <dgm:pt modelId="{4970CA3C-C1B7-490E-A8A7-BE6E849BBDB2}" type="sibTrans" cxnId="{2383C7CC-B0A7-486A-A78E-7A53ECD3D746}">
      <dgm:prSet/>
      <dgm:spPr/>
      <dgm:t>
        <a:bodyPr/>
        <a:lstStyle/>
        <a:p>
          <a:endParaRPr lang="en-US"/>
        </a:p>
      </dgm:t>
    </dgm:pt>
    <dgm:pt modelId="{CAF88B9A-1A3B-40CF-82A3-7FB6D1560E66}">
      <dgm:prSet phldrT="[Text]" custT="1"/>
      <dgm:spPr>
        <a:solidFill>
          <a:srgbClr val="002060"/>
        </a:solidFill>
      </dgm:spPr>
      <dgm:t>
        <a:bodyPr/>
        <a:lstStyle/>
        <a:p>
          <a:pPr algn="ctr"/>
          <a:r>
            <a:rPr lang="id-ID" sz="2400" dirty="0" smtClean="0">
              <a:latin typeface="+mj-lt"/>
            </a:rPr>
            <a:t>               </a:t>
          </a:r>
          <a:r>
            <a:rPr lang="ar-SA" sz="3200" dirty="0" smtClean="0">
              <a:latin typeface="+mj-lt"/>
            </a:rPr>
            <a:t>خامسا</a:t>
          </a:r>
          <a:endParaRPr lang="en-US" sz="2400" dirty="0" smtClean="0">
            <a:latin typeface="+mj-lt"/>
          </a:endParaRPr>
        </a:p>
      </dgm:t>
    </dgm:pt>
    <dgm:pt modelId="{A1F36D7F-236E-4182-9D63-C5CA55051E5A}" type="parTrans" cxnId="{0603C6A2-0ED0-46AB-B234-2D683FD78E77}">
      <dgm:prSet/>
      <dgm:spPr/>
      <dgm:t>
        <a:bodyPr/>
        <a:lstStyle/>
        <a:p>
          <a:endParaRPr lang="en-US"/>
        </a:p>
      </dgm:t>
    </dgm:pt>
    <dgm:pt modelId="{04C79982-8B1E-4394-99A9-D33B1FD3BEB2}" type="sibTrans" cxnId="{0603C6A2-0ED0-46AB-B234-2D683FD78E77}">
      <dgm:prSet/>
      <dgm:spPr/>
      <dgm:t>
        <a:bodyPr/>
        <a:lstStyle/>
        <a:p>
          <a:endParaRPr lang="en-US"/>
        </a:p>
      </dgm:t>
    </dgm:pt>
    <dgm:pt modelId="{1DDDD07C-E697-49C1-B36B-60E196698460}" type="pres">
      <dgm:prSet presAssocID="{4BFCCB4C-EDE3-4F84-97E9-A3FD1E50F481}" presName="Name0" presStyleCnt="0">
        <dgm:presLayoutVars>
          <dgm:chMax val="5"/>
          <dgm:chPref val="5"/>
          <dgm:dir/>
          <dgm:animLvl val="lvl"/>
        </dgm:presLayoutVars>
      </dgm:prSet>
      <dgm:spPr/>
      <dgm:t>
        <a:bodyPr/>
        <a:lstStyle/>
        <a:p>
          <a:endParaRPr lang="en-US"/>
        </a:p>
      </dgm:t>
    </dgm:pt>
    <dgm:pt modelId="{B9C58491-6977-44BF-A47A-FE1E5D4EDCF5}" type="pres">
      <dgm:prSet presAssocID="{8C055561-F760-47A7-86EF-87E3048BFC60}" presName="parentText1" presStyleLbl="node1" presStyleIdx="0" presStyleCnt="2" custScaleX="74267" custScaleY="127666" custLinFactNeighborX="40" custLinFactNeighborY="-33450">
        <dgm:presLayoutVars>
          <dgm:chMax/>
          <dgm:chPref val="3"/>
          <dgm:bulletEnabled val="1"/>
        </dgm:presLayoutVars>
      </dgm:prSet>
      <dgm:spPr/>
      <dgm:t>
        <a:bodyPr/>
        <a:lstStyle/>
        <a:p>
          <a:endParaRPr lang="en-US"/>
        </a:p>
      </dgm:t>
    </dgm:pt>
    <dgm:pt modelId="{FD788759-3423-4F29-9A6E-7DEBD1F7DFE8}" type="pres">
      <dgm:prSet presAssocID="{CAF88B9A-1A3B-40CF-82A3-7FB6D1560E66}" presName="parentText2" presStyleLbl="node1" presStyleIdx="1" presStyleCnt="2" custScaleX="87677" custScaleY="136265" custLinFactNeighborX="12793" custLinFactNeighborY="94875">
        <dgm:presLayoutVars>
          <dgm:chMax/>
          <dgm:chPref val="3"/>
          <dgm:bulletEnabled val="1"/>
        </dgm:presLayoutVars>
      </dgm:prSet>
      <dgm:spPr/>
      <dgm:t>
        <a:bodyPr/>
        <a:lstStyle/>
        <a:p>
          <a:endParaRPr lang="en-US"/>
        </a:p>
      </dgm:t>
    </dgm:pt>
  </dgm:ptLst>
  <dgm:cxnLst>
    <dgm:cxn modelId="{0603C6A2-0ED0-46AB-B234-2D683FD78E77}" srcId="{4BFCCB4C-EDE3-4F84-97E9-A3FD1E50F481}" destId="{CAF88B9A-1A3B-40CF-82A3-7FB6D1560E66}" srcOrd="1" destOrd="0" parTransId="{A1F36D7F-236E-4182-9D63-C5CA55051E5A}" sibTransId="{04C79982-8B1E-4394-99A9-D33B1FD3BEB2}"/>
    <dgm:cxn modelId="{8C900FAA-5E9A-1146-A3ED-6BC15187F000}" type="presOf" srcId="{4BFCCB4C-EDE3-4F84-97E9-A3FD1E50F481}" destId="{1DDDD07C-E697-49C1-B36B-60E196698460}" srcOrd="0" destOrd="0" presId="urn:microsoft.com/office/officeart/2009/3/layout/IncreasingArrowsProcess"/>
    <dgm:cxn modelId="{7AD1CAFF-214B-8F45-A8D5-BC460DED5AC9}" type="presOf" srcId="{8C055561-F760-47A7-86EF-87E3048BFC60}" destId="{B9C58491-6977-44BF-A47A-FE1E5D4EDCF5}" srcOrd="0" destOrd="0" presId="urn:microsoft.com/office/officeart/2009/3/layout/IncreasingArrowsProcess"/>
    <dgm:cxn modelId="{2383C7CC-B0A7-486A-A78E-7A53ECD3D746}" srcId="{4BFCCB4C-EDE3-4F84-97E9-A3FD1E50F481}" destId="{8C055561-F760-47A7-86EF-87E3048BFC60}" srcOrd="0" destOrd="0" parTransId="{C6855283-3A7E-4B66-B41E-E26516066D1E}" sibTransId="{4970CA3C-C1B7-490E-A8A7-BE6E849BBDB2}"/>
    <dgm:cxn modelId="{D604E3A0-D019-CC46-A778-5F56E1B94CED}" type="presOf" srcId="{CAF88B9A-1A3B-40CF-82A3-7FB6D1560E66}" destId="{FD788759-3423-4F29-9A6E-7DEBD1F7DFE8}" srcOrd="0" destOrd="0" presId="urn:microsoft.com/office/officeart/2009/3/layout/IncreasingArrowsProcess"/>
    <dgm:cxn modelId="{179C562D-7273-364A-BBAC-6054A06EE537}" type="presParOf" srcId="{1DDDD07C-E697-49C1-B36B-60E196698460}" destId="{B9C58491-6977-44BF-A47A-FE1E5D4EDCF5}" srcOrd="0" destOrd="0" presId="urn:microsoft.com/office/officeart/2009/3/layout/IncreasingArrowsProcess"/>
    <dgm:cxn modelId="{5CA92D1E-DF60-3145-8FB8-B7399F8F2652}" type="presParOf" srcId="{1DDDD07C-E697-49C1-B36B-60E196698460}" destId="{FD788759-3423-4F29-9A6E-7DEBD1F7DFE8}" srcOrd="1"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057DBE11-6671-46DC-80FC-0A4A272FB7B5}"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7619ECBD-1B06-4413-9287-41F5C221E9B2}">
      <dgm:prSet phldrT="[Text]" custT="1"/>
      <dgm:spPr/>
      <dgm:t>
        <a:bodyPr/>
        <a:lstStyle/>
        <a:p>
          <a:r>
            <a:rPr lang="ar-SA" sz="2400" b="1" dirty="0" smtClean="0"/>
            <a:t>أهم مميزات موقع تيد التعليمي، في النقاط التالية: </a:t>
          </a:r>
          <a:endParaRPr lang="en-US" sz="2400" dirty="0"/>
        </a:p>
      </dgm:t>
    </dgm:pt>
    <dgm:pt modelId="{2374D02E-217F-4634-9953-1CF9FCC38453}" type="parTrans" cxnId="{539273AE-B292-4581-98A7-1BE3D31A2735}">
      <dgm:prSet/>
      <dgm:spPr/>
      <dgm:t>
        <a:bodyPr/>
        <a:lstStyle/>
        <a:p>
          <a:endParaRPr lang="en-US"/>
        </a:p>
      </dgm:t>
    </dgm:pt>
    <dgm:pt modelId="{44D51568-FACA-411A-9B09-839BF865583A}" type="sibTrans" cxnId="{539273AE-B292-4581-98A7-1BE3D31A2735}">
      <dgm:prSet/>
      <dgm:spPr/>
      <dgm:t>
        <a:bodyPr/>
        <a:lstStyle/>
        <a:p>
          <a:endParaRPr lang="en-US"/>
        </a:p>
      </dgm:t>
    </dgm:pt>
    <dgm:pt modelId="{D011F554-60B5-47EC-A611-3A7434162846}">
      <dgm:prSet phldrT="[Text]" custT="1"/>
      <dgm:spPr>
        <a:solidFill>
          <a:schemeClr val="accent2"/>
        </a:solidFill>
      </dgm:spPr>
      <dgm:t>
        <a:bodyPr/>
        <a:lstStyle/>
        <a:p>
          <a:r>
            <a:rPr lang="ar-SA" sz="2800" b="1" dirty="0" smtClean="0"/>
            <a:t>سهولة إنشاء دروس تعليمية تفاعلية خاصة، فهي تعتمد على فيديوهات معدة سابقًا.</a:t>
          </a:r>
          <a:endParaRPr lang="en-US" sz="2800" b="1" dirty="0">
            <a:latin typeface="Bebas Neue" panose="020B0606020202050201" pitchFamily="34" charset="0"/>
          </a:endParaRPr>
        </a:p>
      </dgm:t>
    </dgm:pt>
    <dgm:pt modelId="{767B83B0-C468-47AC-98E8-93B396EEDD03}" type="parTrans" cxnId="{D83E296C-5A5C-41F4-A9FA-CF0D23A46E30}">
      <dgm:prSet/>
      <dgm:spPr>
        <a:solidFill>
          <a:schemeClr val="tx2">
            <a:lumMod val="50000"/>
          </a:schemeClr>
        </a:solidFill>
        <a:ln>
          <a:solidFill>
            <a:schemeClr val="tx2">
              <a:lumMod val="50000"/>
            </a:schemeClr>
          </a:solidFill>
        </a:ln>
      </dgm:spPr>
      <dgm:t>
        <a:bodyPr/>
        <a:lstStyle/>
        <a:p>
          <a:endParaRPr lang="en-US"/>
        </a:p>
      </dgm:t>
    </dgm:pt>
    <dgm:pt modelId="{B86DFDD8-CAD5-4445-883A-45AFF68DF88B}" type="sibTrans" cxnId="{D83E296C-5A5C-41F4-A9FA-CF0D23A46E30}">
      <dgm:prSet/>
      <dgm:spPr/>
      <dgm:t>
        <a:bodyPr/>
        <a:lstStyle/>
        <a:p>
          <a:endParaRPr lang="en-US"/>
        </a:p>
      </dgm:t>
    </dgm:pt>
    <dgm:pt modelId="{7F2644C7-CD4A-48B6-9295-3EF51640C832}">
      <dgm:prSet phldrT="[Text]" custT="1"/>
      <dgm:spPr>
        <a:solidFill>
          <a:schemeClr val="accent3"/>
        </a:solidFill>
      </dgm:spPr>
      <dgm:t>
        <a:bodyPr/>
        <a:lstStyle/>
        <a:p>
          <a:r>
            <a:rPr lang="ar-SA" sz="2800" dirty="0" smtClean="0"/>
            <a:t>تفاعل الطلاب مع الدروس من خلال التعليق على الفيديو أو الإجابة على الأسئلة والأنشطة</a:t>
          </a:r>
          <a:endParaRPr lang="en-US" sz="2800" b="1" dirty="0"/>
        </a:p>
      </dgm:t>
    </dgm:pt>
    <dgm:pt modelId="{1E57602C-87C1-4145-A5BE-4875B852D188}" type="parTrans" cxnId="{8792D61F-F7CA-47CD-A082-4B6357B0308E}">
      <dgm:prSet/>
      <dgm:spPr>
        <a:ln>
          <a:solidFill>
            <a:schemeClr val="tx2">
              <a:lumMod val="50000"/>
            </a:schemeClr>
          </a:solidFill>
        </a:ln>
      </dgm:spPr>
      <dgm:t>
        <a:bodyPr/>
        <a:lstStyle/>
        <a:p>
          <a:endParaRPr lang="en-US"/>
        </a:p>
      </dgm:t>
    </dgm:pt>
    <dgm:pt modelId="{3E221BBA-9D25-40C0-A598-BE29FF270CB6}" type="sibTrans" cxnId="{8792D61F-F7CA-47CD-A082-4B6357B0308E}">
      <dgm:prSet/>
      <dgm:spPr/>
      <dgm:t>
        <a:bodyPr/>
        <a:lstStyle/>
        <a:p>
          <a:endParaRPr lang="en-US"/>
        </a:p>
      </dgm:t>
    </dgm:pt>
    <dgm:pt modelId="{8F429131-CA47-40E4-958D-FA75F0196C89}" type="pres">
      <dgm:prSet presAssocID="{057DBE11-6671-46DC-80FC-0A4A272FB7B5}" presName="Name0" presStyleCnt="0">
        <dgm:presLayoutVars>
          <dgm:chPref val="1"/>
          <dgm:dir/>
          <dgm:animOne val="branch"/>
          <dgm:animLvl val="lvl"/>
          <dgm:resizeHandles val="exact"/>
        </dgm:presLayoutVars>
      </dgm:prSet>
      <dgm:spPr/>
      <dgm:t>
        <a:bodyPr/>
        <a:lstStyle/>
        <a:p>
          <a:endParaRPr lang="en-US"/>
        </a:p>
      </dgm:t>
    </dgm:pt>
    <dgm:pt modelId="{EBA7017A-F7A6-4D9F-843B-01C02FD18C5B}" type="pres">
      <dgm:prSet presAssocID="{7619ECBD-1B06-4413-9287-41F5C221E9B2}" presName="root1" presStyleCnt="0"/>
      <dgm:spPr/>
    </dgm:pt>
    <dgm:pt modelId="{5A2036BD-28B1-47A2-8950-B30AD0C87495}" type="pres">
      <dgm:prSet presAssocID="{7619ECBD-1B06-4413-9287-41F5C221E9B2}" presName="LevelOneTextNode" presStyleLbl="node0" presStyleIdx="0" presStyleCnt="1">
        <dgm:presLayoutVars>
          <dgm:chPref val="3"/>
        </dgm:presLayoutVars>
      </dgm:prSet>
      <dgm:spPr/>
      <dgm:t>
        <a:bodyPr/>
        <a:lstStyle/>
        <a:p>
          <a:endParaRPr lang="en-US"/>
        </a:p>
      </dgm:t>
    </dgm:pt>
    <dgm:pt modelId="{C9521A5F-2124-4041-8418-F0A57DEAB5AA}" type="pres">
      <dgm:prSet presAssocID="{7619ECBD-1B06-4413-9287-41F5C221E9B2}" presName="level2hierChild" presStyleCnt="0"/>
      <dgm:spPr/>
    </dgm:pt>
    <dgm:pt modelId="{4CDB22AB-2A8B-40A4-BFFC-C3B361EBAD77}" type="pres">
      <dgm:prSet presAssocID="{767B83B0-C468-47AC-98E8-93B396EEDD03}" presName="conn2-1" presStyleLbl="parChTrans1D2" presStyleIdx="0" presStyleCnt="2"/>
      <dgm:spPr/>
      <dgm:t>
        <a:bodyPr/>
        <a:lstStyle/>
        <a:p>
          <a:endParaRPr lang="en-US"/>
        </a:p>
      </dgm:t>
    </dgm:pt>
    <dgm:pt modelId="{906824CC-0E71-44F5-8D65-D76CA2DBBC51}" type="pres">
      <dgm:prSet presAssocID="{767B83B0-C468-47AC-98E8-93B396EEDD03}" presName="connTx" presStyleLbl="parChTrans1D2" presStyleIdx="0" presStyleCnt="2"/>
      <dgm:spPr/>
      <dgm:t>
        <a:bodyPr/>
        <a:lstStyle/>
        <a:p>
          <a:endParaRPr lang="en-US"/>
        </a:p>
      </dgm:t>
    </dgm:pt>
    <dgm:pt modelId="{8FE24D98-B226-46BA-95E4-126040D5FAFA}" type="pres">
      <dgm:prSet presAssocID="{D011F554-60B5-47EC-A611-3A7434162846}" presName="root2" presStyleCnt="0"/>
      <dgm:spPr/>
    </dgm:pt>
    <dgm:pt modelId="{F6FB5295-9529-4704-9BC6-BB7327F79681}" type="pres">
      <dgm:prSet presAssocID="{D011F554-60B5-47EC-A611-3A7434162846}" presName="LevelTwoTextNode" presStyleLbl="node2" presStyleIdx="0" presStyleCnt="2" custScaleX="178941" custScaleY="130721">
        <dgm:presLayoutVars>
          <dgm:chPref val="3"/>
        </dgm:presLayoutVars>
      </dgm:prSet>
      <dgm:spPr/>
      <dgm:t>
        <a:bodyPr/>
        <a:lstStyle/>
        <a:p>
          <a:endParaRPr lang="en-US"/>
        </a:p>
      </dgm:t>
    </dgm:pt>
    <dgm:pt modelId="{7B44963F-DCFC-4604-9927-922C0995AFDF}" type="pres">
      <dgm:prSet presAssocID="{D011F554-60B5-47EC-A611-3A7434162846}" presName="level3hierChild" presStyleCnt="0"/>
      <dgm:spPr/>
    </dgm:pt>
    <dgm:pt modelId="{5BE4EBA2-87D2-4FD8-B6F8-F63763B1BB97}" type="pres">
      <dgm:prSet presAssocID="{1E57602C-87C1-4145-A5BE-4875B852D188}" presName="conn2-1" presStyleLbl="parChTrans1D2" presStyleIdx="1" presStyleCnt="2"/>
      <dgm:spPr/>
      <dgm:t>
        <a:bodyPr/>
        <a:lstStyle/>
        <a:p>
          <a:endParaRPr lang="en-US"/>
        </a:p>
      </dgm:t>
    </dgm:pt>
    <dgm:pt modelId="{C08756AD-2408-4544-A31F-6F70E322FCA3}" type="pres">
      <dgm:prSet presAssocID="{1E57602C-87C1-4145-A5BE-4875B852D188}" presName="connTx" presStyleLbl="parChTrans1D2" presStyleIdx="1" presStyleCnt="2"/>
      <dgm:spPr/>
      <dgm:t>
        <a:bodyPr/>
        <a:lstStyle/>
        <a:p>
          <a:endParaRPr lang="en-US"/>
        </a:p>
      </dgm:t>
    </dgm:pt>
    <dgm:pt modelId="{BB57E73B-C55D-4975-8FD2-C92161ACE1E3}" type="pres">
      <dgm:prSet presAssocID="{7F2644C7-CD4A-48B6-9295-3EF51640C832}" presName="root2" presStyleCnt="0"/>
      <dgm:spPr/>
    </dgm:pt>
    <dgm:pt modelId="{5605C233-11D8-4AEB-948C-11D75975D535}" type="pres">
      <dgm:prSet presAssocID="{7F2644C7-CD4A-48B6-9295-3EF51640C832}" presName="LevelTwoTextNode" presStyleLbl="node2" presStyleIdx="1" presStyleCnt="2" custScaleX="178941" custScaleY="130721">
        <dgm:presLayoutVars>
          <dgm:chPref val="3"/>
        </dgm:presLayoutVars>
      </dgm:prSet>
      <dgm:spPr/>
      <dgm:t>
        <a:bodyPr/>
        <a:lstStyle/>
        <a:p>
          <a:endParaRPr lang="en-US"/>
        </a:p>
      </dgm:t>
    </dgm:pt>
    <dgm:pt modelId="{42B56764-5755-496C-996A-A001DF338DE5}" type="pres">
      <dgm:prSet presAssocID="{7F2644C7-CD4A-48B6-9295-3EF51640C832}" presName="level3hierChild" presStyleCnt="0"/>
      <dgm:spPr/>
    </dgm:pt>
  </dgm:ptLst>
  <dgm:cxnLst>
    <dgm:cxn modelId="{D83E296C-5A5C-41F4-A9FA-CF0D23A46E30}" srcId="{7619ECBD-1B06-4413-9287-41F5C221E9B2}" destId="{D011F554-60B5-47EC-A611-3A7434162846}" srcOrd="0" destOrd="0" parTransId="{767B83B0-C468-47AC-98E8-93B396EEDD03}" sibTransId="{B86DFDD8-CAD5-4445-883A-45AFF68DF88B}"/>
    <dgm:cxn modelId="{5E6B40F6-B4D8-164A-B44E-548FD0ECB447}" type="presOf" srcId="{767B83B0-C468-47AC-98E8-93B396EEDD03}" destId="{906824CC-0E71-44F5-8D65-D76CA2DBBC51}" srcOrd="1" destOrd="0" presId="urn:microsoft.com/office/officeart/2008/layout/HorizontalMultiLevelHierarchy"/>
    <dgm:cxn modelId="{8792D61F-F7CA-47CD-A082-4B6357B0308E}" srcId="{7619ECBD-1B06-4413-9287-41F5C221E9B2}" destId="{7F2644C7-CD4A-48B6-9295-3EF51640C832}" srcOrd="1" destOrd="0" parTransId="{1E57602C-87C1-4145-A5BE-4875B852D188}" sibTransId="{3E221BBA-9D25-40C0-A598-BE29FF270CB6}"/>
    <dgm:cxn modelId="{FD128807-3515-5044-ABCC-E339F9F44B2D}" type="presOf" srcId="{057DBE11-6671-46DC-80FC-0A4A272FB7B5}" destId="{8F429131-CA47-40E4-958D-FA75F0196C89}" srcOrd="0" destOrd="0" presId="urn:microsoft.com/office/officeart/2008/layout/HorizontalMultiLevelHierarchy"/>
    <dgm:cxn modelId="{E96A855E-37A9-8848-A5AA-B1A0058FDA1B}" type="presOf" srcId="{1E57602C-87C1-4145-A5BE-4875B852D188}" destId="{5BE4EBA2-87D2-4FD8-B6F8-F63763B1BB97}" srcOrd="0" destOrd="0" presId="urn:microsoft.com/office/officeart/2008/layout/HorizontalMultiLevelHierarchy"/>
    <dgm:cxn modelId="{53910724-5243-E042-A42D-2D80DCCAB6A9}" type="presOf" srcId="{7619ECBD-1B06-4413-9287-41F5C221E9B2}" destId="{5A2036BD-28B1-47A2-8950-B30AD0C87495}" srcOrd="0" destOrd="0" presId="urn:microsoft.com/office/officeart/2008/layout/HorizontalMultiLevelHierarchy"/>
    <dgm:cxn modelId="{20A205CE-8976-5D48-BFEE-EEA0FD0C94C1}" type="presOf" srcId="{767B83B0-C468-47AC-98E8-93B396EEDD03}" destId="{4CDB22AB-2A8B-40A4-BFFC-C3B361EBAD77}" srcOrd="0" destOrd="0" presId="urn:microsoft.com/office/officeart/2008/layout/HorizontalMultiLevelHierarchy"/>
    <dgm:cxn modelId="{D322256F-7D5C-C847-BFA1-52967DAA2064}" type="presOf" srcId="{1E57602C-87C1-4145-A5BE-4875B852D188}" destId="{C08756AD-2408-4544-A31F-6F70E322FCA3}" srcOrd="1" destOrd="0" presId="urn:microsoft.com/office/officeart/2008/layout/HorizontalMultiLevelHierarchy"/>
    <dgm:cxn modelId="{450AFA0E-5AB4-FF4B-9D42-4DE9CDE4AD15}" type="presOf" srcId="{7F2644C7-CD4A-48B6-9295-3EF51640C832}" destId="{5605C233-11D8-4AEB-948C-11D75975D535}" srcOrd="0" destOrd="0" presId="urn:microsoft.com/office/officeart/2008/layout/HorizontalMultiLevelHierarchy"/>
    <dgm:cxn modelId="{539273AE-B292-4581-98A7-1BE3D31A2735}" srcId="{057DBE11-6671-46DC-80FC-0A4A272FB7B5}" destId="{7619ECBD-1B06-4413-9287-41F5C221E9B2}" srcOrd="0" destOrd="0" parTransId="{2374D02E-217F-4634-9953-1CF9FCC38453}" sibTransId="{44D51568-FACA-411A-9B09-839BF865583A}"/>
    <dgm:cxn modelId="{64BFD5F4-1EE8-5849-BBFD-255336EB96D8}" type="presOf" srcId="{D011F554-60B5-47EC-A611-3A7434162846}" destId="{F6FB5295-9529-4704-9BC6-BB7327F79681}" srcOrd="0" destOrd="0" presId="urn:microsoft.com/office/officeart/2008/layout/HorizontalMultiLevelHierarchy"/>
    <dgm:cxn modelId="{60DB7E0D-2F17-0A41-A2DB-41891B8D8E06}" type="presParOf" srcId="{8F429131-CA47-40E4-958D-FA75F0196C89}" destId="{EBA7017A-F7A6-4D9F-843B-01C02FD18C5B}" srcOrd="0" destOrd="0" presId="urn:microsoft.com/office/officeart/2008/layout/HorizontalMultiLevelHierarchy"/>
    <dgm:cxn modelId="{400D7194-AA25-C545-88EF-162FE5DC03D5}" type="presParOf" srcId="{EBA7017A-F7A6-4D9F-843B-01C02FD18C5B}" destId="{5A2036BD-28B1-47A2-8950-B30AD0C87495}" srcOrd="0" destOrd="0" presId="urn:microsoft.com/office/officeart/2008/layout/HorizontalMultiLevelHierarchy"/>
    <dgm:cxn modelId="{B547A9DC-10D8-FC4B-B53F-7A470DDEE801}" type="presParOf" srcId="{EBA7017A-F7A6-4D9F-843B-01C02FD18C5B}" destId="{C9521A5F-2124-4041-8418-F0A57DEAB5AA}" srcOrd="1" destOrd="0" presId="urn:microsoft.com/office/officeart/2008/layout/HorizontalMultiLevelHierarchy"/>
    <dgm:cxn modelId="{812A7F2E-4A23-044E-92B1-77A9138543BF}" type="presParOf" srcId="{C9521A5F-2124-4041-8418-F0A57DEAB5AA}" destId="{4CDB22AB-2A8B-40A4-BFFC-C3B361EBAD77}" srcOrd="0" destOrd="0" presId="urn:microsoft.com/office/officeart/2008/layout/HorizontalMultiLevelHierarchy"/>
    <dgm:cxn modelId="{9CE5592C-51A0-854B-8935-3AB431F32ABA}" type="presParOf" srcId="{4CDB22AB-2A8B-40A4-BFFC-C3B361EBAD77}" destId="{906824CC-0E71-44F5-8D65-D76CA2DBBC51}" srcOrd="0" destOrd="0" presId="urn:microsoft.com/office/officeart/2008/layout/HorizontalMultiLevelHierarchy"/>
    <dgm:cxn modelId="{625ADAE9-4D78-AB41-8D1A-B4B2E3D0B17E}" type="presParOf" srcId="{C9521A5F-2124-4041-8418-F0A57DEAB5AA}" destId="{8FE24D98-B226-46BA-95E4-126040D5FAFA}" srcOrd="1" destOrd="0" presId="urn:microsoft.com/office/officeart/2008/layout/HorizontalMultiLevelHierarchy"/>
    <dgm:cxn modelId="{568B1B1F-895F-5F4E-A36D-232A05BF3084}" type="presParOf" srcId="{8FE24D98-B226-46BA-95E4-126040D5FAFA}" destId="{F6FB5295-9529-4704-9BC6-BB7327F79681}" srcOrd="0" destOrd="0" presId="urn:microsoft.com/office/officeart/2008/layout/HorizontalMultiLevelHierarchy"/>
    <dgm:cxn modelId="{16C3DB7A-8887-7549-BF34-3F8697A6D3EF}" type="presParOf" srcId="{8FE24D98-B226-46BA-95E4-126040D5FAFA}" destId="{7B44963F-DCFC-4604-9927-922C0995AFDF}" srcOrd="1" destOrd="0" presId="urn:microsoft.com/office/officeart/2008/layout/HorizontalMultiLevelHierarchy"/>
    <dgm:cxn modelId="{B3AB57C8-3B57-4248-B176-C8053BC6AE54}" type="presParOf" srcId="{C9521A5F-2124-4041-8418-F0A57DEAB5AA}" destId="{5BE4EBA2-87D2-4FD8-B6F8-F63763B1BB97}" srcOrd="2" destOrd="0" presId="urn:microsoft.com/office/officeart/2008/layout/HorizontalMultiLevelHierarchy"/>
    <dgm:cxn modelId="{08D544EC-EC04-214A-8587-386F7A263C59}" type="presParOf" srcId="{5BE4EBA2-87D2-4FD8-B6F8-F63763B1BB97}" destId="{C08756AD-2408-4544-A31F-6F70E322FCA3}" srcOrd="0" destOrd="0" presId="urn:microsoft.com/office/officeart/2008/layout/HorizontalMultiLevelHierarchy"/>
    <dgm:cxn modelId="{C45B052B-A6F3-6D4A-8D0D-C838FCF1DC98}" type="presParOf" srcId="{C9521A5F-2124-4041-8418-F0A57DEAB5AA}" destId="{BB57E73B-C55D-4975-8FD2-C92161ACE1E3}" srcOrd="3" destOrd="0" presId="urn:microsoft.com/office/officeart/2008/layout/HorizontalMultiLevelHierarchy"/>
    <dgm:cxn modelId="{D3635C05-BBE5-AC44-953F-270A1F75FC30}" type="presParOf" srcId="{BB57E73B-C55D-4975-8FD2-C92161ACE1E3}" destId="{5605C233-11D8-4AEB-948C-11D75975D535}" srcOrd="0" destOrd="0" presId="urn:microsoft.com/office/officeart/2008/layout/HorizontalMultiLevelHierarchy"/>
    <dgm:cxn modelId="{B6A40D6C-6327-4945-8DAB-93921B788338}" type="presParOf" srcId="{BB57E73B-C55D-4975-8FD2-C92161ACE1E3}" destId="{42B56764-5755-496C-996A-A001DF338DE5}" srcOrd="1" destOrd="0" presId="urn:microsoft.com/office/officeart/2008/layout/HorizontalMultiLevelHierarchy"/>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057DBE11-6671-46DC-80FC-0A4A272FB7B5}"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7619ECBD-1B06-4413-9287-41F5C221E9B2}">
      <dgm:prSet phldrT="[Text]" custT="1"/>
      <dgm:spPr/>
      <dgm:t>
        <a:bodyPr/>
        <a:lstStyle/>
        <a:p>
          <a:r>
            <a:rPr lang="ar-SA" sz="2400" b="1" dirty="0" smtClean="0"/>
            <a:t>أهم مميزات موقع تيد التعليمي، في النقاط التالية: </a:t>
          </a:r>
          <a:endParaRPr lang="en-US" sz="2400" dirty="0"/>
        </a:p>
      </dgm:t>
    </dgm:pt>
    <dgm:pt modelId="{2374D02E-217F-4634-9953-1CF9FCC38453}" type="parTrans" cxnId="{539273AE-B292-4581-98A7-1BE3D31A2735}">
      <dgm:prSet/>
      <dgm:spPr/>
      <dgm:t>
        <a:bodyPr/>
        <a:lstStyle/>
        <a:p>
          <a:endParaRPr lang="en-US"/>
        </a:p>
      </dgm:t>
    </dgm:pt>
    <dgm:pt modelId="{44D51568-FACA-411A-9B09-839BF865583A}" type="sibTrans" cxnId="{539273AE-B292-4581-98A7-1BE3D31A2735}">
      <dgm:prSet/>
      <dgm:spPr/>
      <dgm:t>
        <a:bodyPr/>
        <a:lstStyle/>
        <a:p>
          <a:endParaRPr lang="en-US"/>
        </a:p>
      </dgm:t>
    </dgm:pt>
    <dgm:pt modelId="{D011F554-60B5-47EC-A611-3A7434162846}">
      <dgm:prSet phldrT="[Text]" custT="1"/>
      <dgm:spPr>
        <a:solidFill>
          <a:schemeClr val="accent2"/>
        </a:solidFill>
      </dgm:spPr>
      <dgm:t>
        <a:bodyPr/>
        <a:lstStyle/>
        <a:p>
          <a:pPr rtl="1"/>
          <a:r>
            <a:rPr lang="ar-SA" sz="2800" b="1" dirty="0" smtClean="0"/>
            <a:t>إضافة أسئلة وأنشطة بعد كل درس تعليمي يتم نشره</a:t>
          </a:r>
          <a:endParaRPr lang="en-US" sz="2800" b="1" dirty="0">
            <a:latin typeface="Bebas Neue" panose="020B0606020202050201" pitchFamily="34" charset="0"/>
          </a:endParaRPr>
        </a:p>
      </dgm:t>
    </dgm:pt>
    <dgm:pt modelId="{767B83B0-C468-47AC-98E8-93B396EEDD03}" type="parTrans" cxnId="{D83E296C-5A5C-41F4-A9FA-CF0D23A46E30}">
      <dgm:prSet/>
      <dgm:spPr>
        <a:solidFill>
          <a:schemeClr val="tx2">
            <a:lumMod val="50000"/>
          </a:schemeClr>
        </a:solidFill>
        <a:ln>
          <a:solidFill>
            <a:schemeClr val="tx2">
              <a:lumMod val="50000"/>
            </a:schemeClr>
          </a:solidFill>
        </a:ln>
      </dgm:spPr>
      <dgm:t>
        <a:bodyPr/>
        <a:lstStyle/>
        <a:p>
          <a:endParaRPr lang="en-US"/>
        </a:p>
      </dgm:t>
    </dgm:pt>
    <dgm:pt modelId="{B86DFDD8-CAD5-4445-883A-45AFF68DF88B}" type="sibTrans" cxnId="{D83E296C-5A5C-41F4-A9FA-CF0D23A46E30}">
      <dgm:prSet/>
      <dgm:spPr/>
      <dgm:t>
        <a:bodyPr/>
        <a:lstStyle/>
        <a:p>
          <a:endParaRPr lang="en-US"/>
        </a:p>
      </dgm:t>
    </dgm:pt>
    <dgm:pt modelId="{7F2644C7-CD4A-48B6-9295-3EF51640C832}">
      <dgm:prSet phldrT="[Text]" custT="1"/>
      <dgm:spPr>
        <a:solidFill>
          <a:schemeClr val="accent3"/>
        </a:solidFill>
      </dgm:spPr>
      <dgm:t>
        <a:bodyPr/>
        <a:lstStyle/>
        <a:p>
          <a:pPr rtl="1"/>
          <a:r>
            <a:rPr lang="ar-SA" sz="2800" dirty="0" smtClean="0"/>
            <a:t>خاصية التعديل على الدروس وإعادة تشكيلها مرة اخرى وإضافة أسئلة وأنشطة أخرى</a:t>
          </a:r>
          <a:endParaRPr lang="en-US" sz="2800" b="1" dirty="0"/>
        </a:p>
      </dgm:t>
    </dgm:pt>
    <dgm:pt modelId="{1E57602C-87C1-4145-A5BE-4875B852D188}" type="parTrans" cxnId="{8792D61F-F7CA-47CD-A082-4B6357B0308E}">
      <dgm:prSet/>
      <dgm:spPr>
        <a:ln>
          <a:solidFill>
            <a:schemeClr val="tx2">
              <a:lumMod val="50000"/>
            </a:schemeClr>
          </a:solidFill>
        </a:ln>
      </dgm:spPr>
      <dgm:t>
        <a:bodyPr/>
        <a:lstStyle/>
        <a:p>
          <a:endParaRPr lang="en-US"/>
        </a:p>
      </dgm:t>
    </dgm:pt>
    <dgm:pt modelId="{3E221BBA-9D25-40C0-A598-BE29FF270CB6}" type="sibTrans" cxnId="{8792D61F-F7CA-47CD-A082-4B6357B0308E}">
      <dgm:prSet/>
      <dgm:spPr/>
      <dgm:t>
        <a:bodyPr/>
        <a:lstStyle/>
        <a:p>
          <a:endParaRPr lang="en-US"/>
        </a:p>
      </dgm:t>
    </dgm:pt>
    <dgm:pt modelId="{8F429131-CA47-40E4-958D-FA75F0196C89}" type="pres">
      <dgm:prSet presAssocID="{057DBE11-6671-46DC-80FC-0A4A272FB7B5}" presName="Name0" presStyleCnt="0">
        <dgm:presLayoutVars>
          <dgm:chPref val="1"/>
          <dgm:dir/>
          <dgm:animOne val="branch"/>
          <dgm:animLvl val="lvl"/>
          <dgm:resizeHandles val="exact"/>
        </dgm:presLayoutVars>
      </dgm:prSet>
      <dgm:spPr/>
      <dgm:t>
        <a:bodyPr/>
        <a:lstStyle/>
        <a:p>
          <a:endParaRPr lang="en-US"/>
        </a:p>
      </dgm:t>
    </dgm:pt>
    <dgm:pt modelId="{EBA7017A-F7A6-4D9F-843B-01C02FD18C5B}" type="pres">
      <dgm:prSet presAssocID="{7619ECBD-1B06-4413-9287-41F5C221E9B2}" presName="root1" presStyleCnt="0"/>
      <dgm:spPr/>
    </dgm:pt>
    <dgm:pt modelId="{5A2036BD-28B1-47A2-8950-B30AD0C87495}" type="pres">
      <dgm:prSet presAssocID="{7619ECBD-1B06-4413-9287-41F5C221E9B2}" presName="LevelOneTextNode" presStyleLbl="node0" presStyleIdx="0" presStyleCnt="1">
        <dgm:presLayoutVars>
          <dgm:chPref val="3"/>
        </dgm:presLayoutVars>
      </dgm:prSet>
      <dgm:spPr/>
      <dgm:t>
        <a:bodyPr/>
        <a:lstStyle/>
        <a:p>
          <a:endParaRPr lang="en-US"/>
        </a:p>
      </dgm:t>
    </dgm:pt>
    <dgm:pt modelId="{C9521A5F-2124-4041-8418-F0A57DEAB5AA}" type="pres">
      <dgm:prSet presAssocID="{7619ECBD-1B06-4413-9287-41F5C221E9B2}" presName="level2hierChild" presStyleCnt="0"/>
      <dgm:spPr/>
    </dgm:pt>
    <dgm:pt modelId="{4CDB22AB-2A8B-40A4-BFFC-C3B361EBAD77}" type="pres">
      <dgm:prSet presAssocID="{767B83B0-C468-47AC-98E8-93B396EEDD03}" presName="conn2-1" presStyleLbl="parChTrans1D2" presStyleIdx="0" presStyleCnt="2"/>
      <dgm:spPr/>
      <dgm:t>
        <a:bodyPr/>
        <a:lstStyle/>
        <a:p>
          <a:endParaRPr lang="en-US"/>
        </a:p>
      </dgm:t>
    </dgm:pt>
    <dgm:pt modelId="{906824CC-0E71-44F5-8D65-D76CA2DBBC51}" type="pres">
      <dgm:prSet presAssocID="{767B83B0-C468-47AC-98E8-93B396EEDD03}" presName="connTx" presStyleLbl="parChTrans1D2" presStyleIdx="0" presStyleCnt="2"/>
      <dgm:spPr/>
      <dgm:t>
        <a:bodyPr/>
        <a:lstStyle/>
        <a:p>
          <a:endParaRPr lang="en-US"/>
        </a:p>
      </dgm:t>
    </dgm:pt>
    <dgm:pt modelId="{8FE24D98-B226-46BA-95E4-126040D5FAFA}" type="pres">
      <dgm:prSet presAssocID="{D011F554-60B5-47EC-A611-3A7434162846}" presName="root2" presStyleCnt="0"/>
      <dgm:spPr/>
    </dgm:pt>
    <dgm:pt modelId="{F6FB5295-9529-4704-9BC6-BB7327F79681}" type="pres">
      <dgm:prSet presAssocID="{D011F554-60B5-47EC-A611-3A7434162846}" presName="LevelTwoTextNode" presStyleLbl="node2" presStyleIdx="0" presStyleCnt="2" custScaleX="178941" custScaleY="130721">
        <dgm:presLayoutVars>
          <dgm:chPref val="3"/>
        </dgm:presLayoutVars>
      </dgm:prSet>
      <dgm:spPr/>
      <dgm:t>
        <a:bodyPr/>
        <a:lstStyle/>
        <a:p>
          <a:endParaRPr lang="en-US"/>
        </a:p>
      </dgm:t>
    </dgm:pt>
    <dgm:pt modelId="{7B44963F-DCFC-4604-9927-922C0995AFDF}" type="pres">
      <dgm:prSet presAssocID="{D011F554-60B5-47EC-A611-3A7434162846}" presName="level3hierChild" presStyleCnt="0"/>
      <dgm:spPr/>
    </dgm:pt>
    <dgm:pt modelId="{5BE4EBA2-87D2-4FD8-B6F8-F63763B1BB97}" type="pres">
      <dgm:prSet presAssocID="{1E57602C-87C1-4145-A5BE-4875B852D188}" presName="conn2-1" presStyleLbl="parChTrans1D2" presStyleIdx="1" presStyleCnt="2"/>
      <dgm:spPr/>
      <dgm:t>
        <a:bodyPr/>
        <a:lstStyle/>
        <a:p>
          <a:endParaRPr lang="en-US"/>
        </a:p>
      </dgm:t>
    </dgm:pt>
    <dgm:pt modelId="{C08756AD-2408-4544-A31F-6F70E322FCA3}" type="pres">
      <dgm:prSet presAssocID="{1E57602C-87C1-4145-A5BE-4875B852D188}" presName="connTx" presStyleLbl="parChTrans1D2" presStyleIdx="1" presStyleCnt="2"/>
      <dgm:spPr/>
      <dgm:t>
        <a:bodyPr/>
        <a:lstStyle/>
        <a:p>
          <a:endParaRPr lang="en-US"/>
        </a:p>
      </dgm:t>
    </dgm:pt>
    <dgm:pt modelId="{BB57E73B-C55D-4975-8FD2-C92161ACE1E3}" type="pres">
      <dgm:prSet presAssocID="{7F2644C7-CD4A-48B6-9295-3EF51640C832}" presName="root2" presStyleCnt="0"/>
      <dgm:spPr/>
    </dgm:pt>
    <dgm:pt modelId="{5605C233-11D8-4AEB-948C-11D75975D535}" type="pres">
      <dgm:prSet presAssocID="{7F2644C7-CD4A-48B6-9295-3EF51640C832}" presName="LevelTwoTextNode" presStyleLbl="node2" presStyleIdx="1" presStyleCnt="2" custScaleX="178941" custScaleY="130721">
        <dgm:presLayoutVars>
          <dgm:chPref val="3"/>
        </dgm:presLayoutVars>
      </dgm:prSet>
      <dgm:spPr/>
      <dgm:t>
        <a:bodyPr/>
        <a:lstStyle/>
        <a:p>
          <a:endParaRPr lang="en-US"/>
        </a:p>
      </dgm:t>
    </dgm:pt>
    <dgm:pt modelId="{42B56764-5755-496C-996A-A001DF338DE5}" type="pres">
      <dgm:prSet presAssocID="{7F2644C7-CD4A-48B6-9295-3EF51640C832}" presName="level3hierChild" presStyleCnt="0"/>
      <dgm:spPr/>
    </dgm:pt>
  </dgm:ptLst>
  <dgm:cxnLst>
    <dgm:cxn modelId="{D8D0BD4B-DAC5-364B-8CFE-07DB446E4FD2}" type="presOf" srcId="{057DBE11-6671-46DC-80FC-0A4A272FB7B5}" destId="{8F429131-CA47-40E4-958D-FA75F0196C89}" srcOrd="0" destOrd="0" presId="urn:microsoft.com/office/officeart/2008/layout/HorizontalMultiLevelHierarchy"/>
    <dgm:cxn modelId="{D83E296C-5A5C-41F4-A9FA-CF0D23A46E30}" srcId="{7619ECBD-1B06-4413-9287-41F5C221E9B2}" destId="{D011F554-60B5-47EC-A611-3A7434162846}" srcOrd="0" destOrd="0" parTransId="{767B83B0-C468-47AC-98E8-93B396EEDD03}" sibTransId="{B86DFDD8-CAD5-4445-883A-45AFF68DF88B}"/>
    <dgm:cxn modelId="{C425F7F6-639E-E44C-8126-D7E777B3EAFA}" type="presOf" srcId="{D011F554-60B5-47EC-A611-3A7434162846}" destId="{F6FB5295-9529-4704-9BC6-BB7327F79681}" srcOrd="0" destOrd="0" presId="urn:microsoft.com/office/officeart/2008/layout/HorizontalMultiLevelHierarchy"/>
    <dgm:cxn modelId="{8792D61F-F7CA-47CD-A082-4B6357B0308E}" srcId="{7619ECBD-1B06-4413-9287-41F5C221E9B2}" destId="{7F2644C7-CD4A-48B6-9295-3EF51640C832}" srcOrd="1" destOrd="0" parTransId="{1E57602C-87C1-4145-A5BE-4875B852D188}" sibTransId="{3E221BBA-9D25-40C0-A598-BE29FF270CB6}"/>
    <dgm:cxn modelId="{C29A5B0D-1A44-0145-90A5-32AC8015A8CC}" type="presOf" srcId="{7619ECBD-1B06-4413-9287-41F5C221E9B2}" destId="{5A2036BD-28B1-47A2-8950-B30AD0C87495}" srcOrd="0" destOrd="0" presId="urn:microsoft.com/office/officeart/2008/layout/HorizontalMultiLevelHierarchy"/>
    <dgm:cxn modelId="{B1020334-CFE3-0441-A554-06BCE3098EC0}" type="presOf" srcId="{1E57602C-87C1-4145-A5BE-4875B852D188}" destId="{C08756AD-2408-4544-A31F-6F70E322FCA3}" srcOrd="1" destOrd="0" presId="urn:microsoft.com/office/officeart/2008/layout/HorizontalMultiLevelHierarchy"/>
    <dgm:cxn modelId="{FBF10B5B-4BF8-F84B-8EBB-DF188CE60D9A}" type="presOf" srcId="{767B83B0-C468-47AC-98E8-93B396EEDD03}" destId="{4CDB22AB-2A8B-40A4-BFFC-C3B361EBAD77}" srcOrd="0" destOrd="0" presId="urn:microsoft.com/office/officeart/2008/layout/HorizontalMultiLevelHierarchy"/>
    <dgm:cxn modelId="{30BDE9C3-15D3-654D-AC5E-619F6103FDFF}" type="presOf" srcId="{7F2644C7-CD4A-48B6-9295-3EF51640C832}" destId="{5605C233-11D8-4AEB-948C-11D75975D535}" srcOrd="0" destOrd="0" presId="urn:microsoft.com/office/officeart/2008/layout/HorizontalMultiLevelHierarchy"/>
    <dgm:cxn modelId="{A073D6A0-2EA1-7749-B0A1-FFEAAA11FC70}" type="presOf" srcId="{1E57602C-87C1-4145-A5BE-4875B852D188}" destId="{5BE4EBA2-87D2-4FD8-B6F8-F63763B1BB97}" srcOrd="0" destOrd="0" presId="urn:microsoft.com/office/officeart/2008/layout/HorizontalMultiLevelHierarchy"/>
    <dgm:cxn modelId="{526CE314-A8E8-734D-8946-8E6CF8A2EB5E}" type="presOf" srcId="{767B83B0-C468-47AC-98E8-93B396EEDD03}" destId="{906824CC-0E71-44F5-8D65-D76CA2DBBC51}" srcOrd="1" destOrd="0" presId="urn:microsoft.com/office/officeart/2008/layout/HorizontalMultiLevelHierarchy"/>
    <dgm:cxn modelId="{539273AE-B292-4581-98A7-1BE3D31A2735}" srcId="{057DBE11-6671-46DC-80FC-0A4A272FB7B5}" destId="{7619ECBD-1B06-4413-9287-41F5C221E9B2}" srcOrd="0" destOrd="0" parTransId="{2374D02E-217F-4634-9953-1CF9FCC38453}" sibTransId="{44D51568-FACA-411A-9B09-839BF865583A}"/>
    <dgm:cxn modelId="{82561D19-2170-6D49-B1BF-FFE2B3E7093C}" type="presParOf" srcId="{8F429131-CA47-40E4-958D-FA75F0196C89}" destId="{EBA7017A-F7A6-4D9F-843B-01C02FD18C5B}" srcOrd="0" destOrd="0" presId="urn:microsoft.com/office/officeart/2008/layout/HorizontalMultiLevelHierarchy"/>
    <dgm:cxn modelId="{3084E6ED-F340-6143-A649-4519630CA6DD}" type="presParOf" srcId="{EBA7017A-F7A6-4D9F-843B-01C02FD18C5B}" destId="{5A2036BD-28B1-47A2-8950-B30AD0C87495}" srcOrd="0" destOrd="0" presId="urn:microsoft.com/office/officeart/2008/layout/HorizontalMultiLevelHierarchy"/>
    <dgm:cxn modelId="{F2671D26-3D8E-AC4A-8601-5E9B70370C27}" type="presParOf" srcId="{EBA7017A-F7A6-4D9F-843B-01C02FD18C5B}" destId="{C9521A5F-2124-4041-8418-F0A57DEAB5AA}" srcOrd="1" destOrd="0" presId="urn:microsoft.com/office/officeart/2008/layout/HorizontalMultiLevelHierarchy"/>
    <dgm:cxn modelId="{476F4DFF-751C-5B4F-8CE6-2AA488186053}" type="presParOf" srcId="{C9521A5F-2124-4041-8418-F0A57DEAB5AA}" destId="{4CDB22AB-2A8B-40A4-BFFC-C3B361EBAD77}" srcOrd="0" destOrd="0" presId="urn:microsoft.com/office/officeart/2008/layout/HorizontalMultiLevelHierarchy"/>
    <dgm:cxn modelId="{F4BA3218-94D9-1242-996B-E9EE9D0D8BD6}" type="presParOf" srcId="{4CDB22AB-2A8B-40A4-BFFC-C3B361EBAD77}" destId="{906824CC-0E71-44F5-8D65-D76CA2DBBC51}" srcOrd="0" destOrd="0" presId="urn:microsoft.com/office/officeart/2008/layout/HorizontalMultiLevelHierarchy"/>
    <dgm:cxn modelId="{591E4AF8-A341-274E-84B7-D89DDC85F70B}" type="presParOf" srcId="{C9521A5F-2124-4041-8418-F0A57DEAB5AA}" destId="{8FE24D98-B226-46BA-95E4-126040D5FAFA}" srcOrd="1" destOrd="0" presId="urn:microsoft.com/office/officeart/2008/layout/HorizontalMultiLevelHierarchy"/>
    <dgm:cxn modelId="{0B900C04-C33B-FB48-96C2-4448AA2761E8}" type="presParOf" srcId="{8FE24D98-B226-46BA-95E4-126040D5FAFA}" destId="{F6FB5295-9529-4704-9BC6-BB7327F79681}" srcOrd="0" destOrd="0" presId="urn:microsoft.com/office/officeart/2008/layout/HorizontalMultiLevelHierarchy"/>
    <dgm:cxn modelId="{68AEC899-8087-D742-A8AF-AFCDAD12774F}" type="presParOf" srcId="{8FE24D98-B226-46BA-95E4-126040D5FAFA}" destId="{7B44963F-DCFC-4604-9927-922C0995AFDF}" srcOrd="1" destOrd="0" presId="urn:microsoft.com/office/officeart/2008/layout/HorizontalMultiLevelHierarchy"/>
    <dgm:cxn modelId="{3BD12911-BA33-204B-89F7-80B1F567571B}" type="presParOf" srcId="{C9521A5F-2124-4041-8418-F0A57DEAB5AA}" destId="{5BE4EBA2-87D2-4FD8-B6F8-F63763B1BB97}" srcOrd="2" destOrd="0" presId="urn:microsoft.com/office/officeart/2008/layout/HorizontalMultiLevelHierarchy"/>
    <dgm:cxn modelId="{35FD30E2-B71B-7443-9255-DDE25F4B68D4}" type="presParOf" srcId="{5BE4EBA2-87D2-4FD8-B6F8-F63763B1BB97}" destId="{C08756AD-2408-4544-A31F-6F70E322FCA3}" srcOrd="0" destOrd="0" presId="urn:microsoft.com/office/officeart/2008/layout/HorizontalMultiLevelHierarchy"/>
    <dgm:cxn modelId="{EAF62B94-A530-1449-89B8-060DA9F03B9C}" type="presParOf" srcId="{C9521A5F-2124-4041-8418-F0A57DEAB5AA}" destId="{BB57E73B-C55D-4975-8FD2-C92161ACE1E3}" srcOrd="3" destOrd="0" presId="urn:microsoft.com/office/officeart/2008/layout/HorizontalMultiLevelHierarchy"/>
    <dgm:cxn modelId="{8DD4DCB8-60F3-AF4A-B45C-7A31B097B5C5}" type="presParOf" srcId="{BB57E73B-C55D-4975-8FD2-C92161ACE1E3}" destId="{5605C233-11D8-4AEB-948C-11D75975D535}" srcOrd="0" destOrd="0" presId="urn:microsoft.com/office/officeart/2008/layout/HorizontalMultiLevelHierarchy"/>
    <dgm:cxn modelId="{1DFB685A-AB03-B74E-B0CC-2130EA6EEA7C}" type="presParOf" srcId="{BB57E73B-C55D-4975-8FD2-C92161ACE1E3}" destId="{42B56764-5755-496C-996A-A001DF338DE5}" srcOrd="1" destOrd="0" presId="urn:microsoft.com/office/officeart/2008/layout/HorizontalMultiLevelHierarchy"/>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057DBE11-6671-46DC-80FC-0A4A272FB7B5}"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7619ECBD-1B06-4413-9287-41F5C221E9B2}">
      <dgm:prSet phldrT="[Text]" custT="1"/>
      <dgm:spPr/>
      <dgm:t>
        <a:bodyPr/>
        <a:lstStyle/>
        <a:p>
          <a:r>
            <a:rPr lang="ar-SA" sz="2400" b="1" dirty="0" smtClean="0"/>
            <a:t>استخدامات الفيسبوك في التعليم والتعلم</a:t>
          </a:r>
          <a:endParaRPr lang="en-US" sz="2400" dirty="0"/>
        </a:p>
      </dgm:t>
    </dgm:pt>
    <dgm:pt modelId="{2374D02E-217F-4634-9953-1CF9FCC38453}" type="parTrans" cxnId="{539273AE-B292-4581-98A7-1BE3D31A2735}">
      <dgm:prSet/>
      <dgm:spPr/>
      <dgm:t>
        <a:bodyPr/>
        <a:lstStyle/>
        <a:p>
          <a:endParaRPr lang="en-US"/>
        </a:p>
      </dgm:t>
    </dgm:pt>
    <dgm:pt modelId="{44D51568-FACA-411A-9B09-839BF865583A}" type="sibTrans" cxnId="{539273AE-B292-4581-98A7-1BE3D31A2735}">
      <dgm:prSet/>
      <dgm:spPr/>
      <dgm:t>
        <a:bodyPr/>
        <a:lstStyle/>
        <a:p>
          <a:endParaRPr lang="en-US"/>
        </a:p>
      </dgm:t>
    </dgm:pt>
    <dgm:pt modelId="{D011F554-60B5-47EC-A611-3A7434162846}">
      <dgm:prSet phldrT="[Text]" custT="1"/>
      <dgm:spPr>
        <a:solidFill>
          <a:schemeClr val="accent2"/>
        </a:solidFill>
      </dgm:spPr>
      <dgm:t>
        <a:bodyPr/>
        <a:lstStyle/>
        <a:p>
          <a:r>
            <a:rPr lang="ar-SA" sz="2800" b="1" dirty="0" smtClean="0"/>
            <a:t>‌تساعد في إنشاء مجتمع تعليمي للتواصل حول موضوع التعلم وتبادل المعارف والأفكار.</a:t>
          </a:r>
          <a:endParaRPr lang="en-US" sz="2800" b="1" dirty="0">
            <a:latin typeface="Bebas Neue" panose="020B0606020202050201" pitchFamily="34" charset="0"/>
          </a:endParaRPr>
        </a:p>
      </dgm:t>
    </dgm:pt>
    <dgm:pt modelId="{767B83B0-C468-47AC-98E8-93B396EEDD03}" type="parTrans" cxnId="{D83E296C-5A5C-41F4-A9FA-CF0D23A46E30}">
      <dgm:prSet/>
      <dgm:spPr>
        <a:solidFill>
          <a:schemeClr val="tx2">
            <a:lumMod val="50000"/>
          </a:schemeClr>
        </a:solidFill>
        <a:ln>
          <a:solidFill>
            <a:schemeClr val="tx2">
              <a:lumMod val="50000"/>
            </a:schemeClr>
          </a:solidFill>
        </a:ln>
      </dgm:spPr>
      <dgm:t>
        <a:bodyPr/>
        <a:lstStyle/>
        <a:p>
          <a:endParaRPr lang="en-US"/>
        </a:p>
      </dgm:t>
    </dgm:pt>
    <dgm:pt modelId="{B86DFDD8-CAD5-4445-883A-45AFF68DF88B}" type="sibTrans" cxnId="{D83E296C-5A5C-41F4-A9FA-CF0D23A46E30}">
      <dgm:prSet/>
      <dgm:spPr/>
      <dgm:t>
        <a:bodyPr/>
        <a:lstStyle/>
        <a:p>
          <a:endParaRPr lang="en-US"/>
        </a:p>
      </dgm:t>
    </dgm:pt>
    <dgm:pt modelId="{7F2644C7-CD4A-48B6-9295-3EF51640C832}">
      <dgm:prSet phldrT="[Text]" custT="1"/>
      <dgm:spPr>
        <a:solidFill>
          <a:schemeClr val="accent3"/>
        </a:solidFill>
      </dgm:spPr>
      <dgm:t>
        <a:bodyPr/>
        <a:lstStyle/>
        <a:p>
          <a:pPr rtl="1"/>
          <a:r>
            <a:rPr lang="ar-SA" sz="2800" b="1" dirty="0" smtClean="0"/>
            <a:t>نشر الصور ومقاطع الفيديو التعليمية المناسبة للمادة وتبادلها بين الطلاب والمهتمين</a:t>
          </a:r>
          <a:endParaRPr lang="en-US" sz="2800" b="1" dirty="0"/>
        </a:p>
      </dgm:t>
    </dgm:pt>
    <dgm:pt modelId="{1E57602C-87C1-4145-A5BE-4875B852D188}" type="parTrans" cxnId="{8792D61F-F7CA-47CD-A082-4B6357B0308E}">
      <dgm:prSet/>
      <dgm:spPr>
        <a:ln>
          <a:solidFill>
            <a:schemeClr val="tx2">
              <a:lumMod val="50000"/>
            </a:schemeClr>
          </a:solidFill>
        </a:ln>
      </dgm:spPr>
      <dgm:t>
        <a:bodyPr/>
        <a:lstStyle/>
        <a:p>
          <a:endParaRPr lang="en-US"/>
        </a:p>
      </dgm:t>
    </dgm:pt>
    <dgm:pt modelId="{3E221BBA-9D25-40C0-A598-BE29FF270CB6}" type="sibTrans" cxnId="{8792D61F-F7CA-47CD-A082-4B6357B0308E}">
      <dgm:prSet/>
      <dgm:spPr/>
      <dgm:t>
        <a:bodyPr/>
        <a:lstStyle/>
        <a:p>
          <a:endParaRPr lang="en-US"/>
        </a:p>
      </dgm:t>
    </dgm:pt>
    <dgm:pt modelId="{8F429131-CA47-40E4-958D-FA75F0196C89}" type="pres">
      <dgm:prSet presAssocID="{057DBE11-6671-46DC-80FC-0A4A272FB7B5}" presName="Name0" presStyleCnt="0">
        <dgm:presLayoutVars>
          <dgm:chPref val="1"/>
          <dgm:dir/>
          <dgm:animOne val="branch"/>
          <dgm:animLvl val="lvl"/>
          <dgm:resizeHandles val="exact"/>
        </dgm:presLayoutVars>
      </dgm:prSet>
      <dgm:spPr/>
      <dgm:t>
        <a:bodyPr/>
        <a:lstStyle/>
        <a:p>
          <a:endParaRPr lang="en-US"/>
        </a:p>
      </dgm:t>
    </dgm:pt>
    <dgm:pt modelId="{EBA7017A-F7A6-4D9F-843B-01C02FD18C5B}" type="pres">
      <dgm:prSet presAssocID="{7619ECBD-1B06-4413-9287-41F5C221E9B2}" presName="root1" presStyleCnt="0"/>
      <dgm:spPr/>
    </dgm:pt>
    <dgm:pt modelId="{5A2036BD-28B1-47A2-8950-B30AD0C87495}" type="pres">
      <dgm:prSet presAssocID="{7619ECBD-1B06-4413-9287-41F5C221E9B2}" presName="LevelOneTextNode" presStyleLbl="node0" presStyleIdx="0" presStyleCnt="1">
        <dgm:presLayoutVars>
          <dgm:chPref val="3"/>
        </dgm:presLayoutVars>
      </dgm:prSet>
      <dgm:spPr/>
      <dgm:t>
        <a:bodyPr/>
        <a:lstStyle/>
        <a:p>
          <a:endParaRPr lang="en-US"/>
        </a:p>
      </dgm:t>
    </dgm:pt>
    <dgm:pt modelId="{C9521A5F-2124-4041-8418-F0A57DEAB5AA}" type="pres">
      <dgm:prSet presAssocID="{7619ECBD-1B06-4413-9287-41F5C221E9B2}" presName="level2hierChild" presStyleCnt="0"/>
      <dgm:spPr/>
    </dgm:pt>
    <dgm:pt modelId="{4CDB22AB-2A8B-40A4-BFFC-C3B361EBAD77}" type="pres">
      <dgm:prSet presAssocID="{767B83B0-C468-47AC-98E8-93B396EEDD03}" presName="conn2-1" presStyleLbl="parChTrans1D2" presStyleIdx="0" presStyleCnt="2"/>
      <dgm:spPr/>
      <dgm:t>
        <a:bodyPr/>
        <a:lstStyle/>
        <a:p>
          <a:endParaRPr lang="en-US"/>
        </a:p>
      </dgm:t>
    </dgm:pt>
    <dgm:pt modelId="{906824CC-0E71-44F5-8D65-D76CA2DBBC51}" type="pres">
      <dgm:prSet presAssocID="{767B83B0-C468-47AC-98E8-93B396EEDD03}" presName="connTx" presStyleLbl="parChTrans1D2" presStyleIdx="0" presStyleCnt="2"/>
      <dgm:spPr/>
      <dgm:t>
        <a:bodyPr/>
        <a:lstStyle/>
        <a:p>
          <a:endParaRPr lang="en-US"/>
        </a:p>
      </dgm:t>
    </dgm:pt>
    <dgm:pt modelId="{8FE24D98-B226-46BA-95E4-126040D5FAFA}" type="pres">
      <dgm:prSet presAssocID="{D011F554-60B5-47EC-A611-3A7434162846}" presName="root2" presStyleCnt="0"/>
      <dgm:spPr/>
    </dgm:pt>
    <dgm:pt modelId="{F6FB5295-9529-4704-9BC6-BB7327F79681}" type="pres">
      <dgm:prSet presAssocID="{D011F554-60B5-47EC-A611-3A7434162846}" presName="LevelTwoTextNode" presStyleLbl="node2" presStyleIdx="0" presStyleCnt="2" custScaleX="205603" custScaleY="130721" custLinFactNeighborX="16144">
        <dgm:presLayoutVars>
          <dgm:chPref val="3"/>
        </dgm:presLayoutVars>
      </dgm:prSet>
      <dgm:spPr/>
      <dgm:t>
        <a:bodyPr/>
        <a:lstStyle/>
        <a:p>
          <a:endParaRPr lang="en-US"/>
        </a:p>
      </dgm:t>
    </dgm:pt>
    <dgm:pt modelId="{7B44963F-DCFC-4604-9927-922C0995AFDF}" type="pres">
      <dgm:prSet presAssocID="{D011F554-60B5-47EC-A611-3A7434162846}" presName="level3hierChild" presStyleCnt="0"/>
      <dgm:spPr/>
    </dgm:pt>
    <dgm:pt modelId="{5BE4EBA2-87D2-4FD8-B6F8-F63763B1BB97}" type="pres">
      <dgm:prSet presAssocID="{1E57602C-87C1-4145-A5BE-4875B852D188}" presName="conn2-1" presStyleLbl="parChTrans1D2" presStyleIdx="1" presStyleCnt="2"/>
      <dgm:spPr/>
      <dgm:t>
        <a:bodyPr/>
        <a:lstStyle/>
        <a:p>
          <a:endParaRPr lang="en-US"/>
        </a:p>
      </dgm:t>
    </dgm:pt>
    <dgm:pt modelId="{C08756AD-2408-4544-A31F-6F70E322FCA3}" type="pres">
      <dgm:prSet presAssocID="{1E57602C-87C1-4145-A5BE-4875B852D188}" presName="connTx" presStyleLbl="parChTrans1D2" presStyleIdx="1" presStyleCnt="2"/>
      <dgm:spPr/>
      <dgm:t>
        <a:bodyPr/>
        <a:lstStyle/>
        <a:p>
          <a:endParaRPr lang="en-US"/>
        </a:p>
      </dgm:t>
    </dgm:pt>
    <dgm:pt modelId="{BB57E73B-C55D-4975-8FD2-C92161ACE1E3}" type="pres">
      <dgm:prSet presAssocID="{7F2644C7-CD4A-48B6-9295-3EF51640C832}" presName="root2" presStyleCnt="0"/>
      <dgm:spPr/>
    </dgm:pt>
    <dgm:pt modelId="{5605C233-11D8-4AEB-948C-11D75975D535}" type="pres">
      <dgm:prSet presAssocID="{7F2644C7-CD4A-48B6-9295-3EF51640C832}" presName="LevelTwoTextNode" presStyleLbl="node2" presStyleIdx="1" presStyleCnt="2" custScaleX="205603" custScaleY="130721" custLinFactNeighborX="16144">
        <dgm:presLayoutVars>
          <dgm:chPref val="3"/>
        </dgm:presLayoutVars>
      </dgm:prSet>
      <dgm:spPr/>
      <dgm:t>
        <a:bodyPr/>
        <a:lstStyle/>
        <a:p>
          <a:endParaRPr lang="en-US"/>
        </a:p>
      </dgm:t>
    </dgm:pt>
    <dgm:pt modelId="{42B56764-5755-496C-996A-A001DF338DE5}" type="pres">
      <dgm:prSet presAssocID="{7F2644C7-CD4A-48B6-9295-3EF51640C832}" presName="level3hierChild" presStyleCnt="0"/>
      <dgm:spPr/>
    </dgm:pt>
  </dgm:ptLst>
  <dgm:cxnLst>
    <dgm:cxn modelId="{B5B76540-BE37-124D-A696-EE1F373589C4}" type="presOf" srcId="{1E57602C-87C1-4145-A5BE-4875B852D188}" destId="{C08756AD-2408-4544-A31F-6F70E322FCA3}" srcOrd="1" destOrd="0" presId="urn:microsoft.com/office/officeart/2008/layout/HorizontalMultiLevelHierarchy"/>
    <dgm:cxn modelId="{D83E296C-5A5C-41F4-A9FA-CF0D23A46E30}" srcId="{7619ECBD-1B06-4413-9287-41F5C221E9B2}" destId="{D011F554-60B5-47EC-A611-3A7434162846}" srcOrd="0" destOrd="0" parTransId="{767B83B0-C468-47AC-98E8-93B396EEDD03}" sibTransId="{B86DFDD8-CAD5-4445-883A-45AFF68DF88B}"/>
    <dgm:cxn modelId="{217EA460-F2BA-1345-8496-A55A62C9C733}" type="presOf" srcId="{767B83B0-C468-47AC-98E8-93B396EEDD03}" destId="{4CDB22AB-2A8B-40A4-BFFC-C3B361EBAD77}" srcOrd="0" destOrd="0" presId="urn:microsoft.com/office/officeart/2008/layout/HorizontalMultiLevelHierarchy"/>
    <dgm:cxn modelId="{8792D61F-F7CA-47CD-A082-4B6357B0308E}" srcId="{7619ECBD-1B06-4413-9287-41F5C221E9B2}" destId="{7F2644C7-CD4A-48B6-9295-3EF51640C832}" srcOrd="1" destOrd="0" parTransId="{1E57602C-87C1-4145-A5BE-4875B852D188}" sibTransId="{3E221BBA-9D25-40C0-A598-BE29FF270CB6}"/>
    <dgm:cxn modelId="{2A336685-76B3-024E-966D-4662593D56E9}" type="presOf" srcId="{1E57602C-87C1-4145-A5BE-4875B852D188}" destId="{5BE4EBA2-87D2-4FD8-B6F8-F63763B1BB97}" srcOrd="0" destOrd="0" presId="urn:microsoft.com/office/officeart/2008/layout/HorizontalMultiLevelHierarchy"/>
    <dgm:cxn modelId="{29291ABF-5F23-D04A-922E-6764EF836BFB}" type="presOf" srcId="{7F2644C7-CD4A-48B6-9295-3EF51640C832}" destId="{5605C233-11D8-4AEB-948C-11D75975D535}" srcOrd="0" destOrd="0" presId="urn:microsoft.com/office/officeart/2008/layout/HorizontalMultiLevelHierarchy"/>
    <dgm:cxn modelId="{A4D60710-179C-BB4F-9076-1605E976A189}" type="presOf" srcId="{7619ECBD-1B06-4413-9287-41F5C221E9B2}" destId="{5A2036BD-28B1-47A2-8950-B30AD0C87495}" srcOrd="0" destOrd="0" presId="urn:microsoft.com/office/officeart/2008/layout/HorizontalMultiLevelHierarchy"/>
    <dgm:cxn modelId="{2C8C6F80-C75A-8B4B-B504-380E8287638C}" type="presOf" srcId="{D011F554-60B5-47EC-A611-3A7434162846}" destId="{F6FB5295-9529-4704-9BC6-BB7327F79681}" srcOrd="0" destOrd="0" presId="urn:microsoft.com/office/officeart/2008/layout/HorizontalMultiLevelHierarchy"/>
    <dgm:cxn modelId="{5223B98F-4D89-8545-9037-7E46DD8DB792}" type="presOf" srcId="{057DBE11-6671-46DC-80FC-0A4A272FB7B5}" destId="{8F429131-CA47-40E4-958D-FA75F0196C89}" srcOrd="0" destOrd="0" presId="urn:microsoft.com/office/officeart/2008/layout/HorizontalMultiLevelHierarchy"/>
    <dgm:cxn modelId="{81205A29-4291-3D43-AD1F-11CF7E00CFB0}" type="presOf" srcId="{767B83B0-C468-47AC-98E8-93B396EEDD03}" destId="{906824CC-0E71-44F5-8D65-D76CA2DBBC51}" srcOrd="1" destOrd="0" presId="urn:microsoft.com/office/officeart/2008/layout/HorizontalMultiLevelHierarchy"/>
    <dgm:cxn modelId="{539273AE-B292-4581-98A7-1BE3D31A2735}" srcId="{057DBE11-6671-46DC-80FC-0A4A272FB7B5}" destId="{7619ECBD-1B06-4413-9287-41F5C221E9B2}" srcOrd="0" destOrd="0" parTransId="{2374D02E-217F-4634-9953-1CF9FCC38453}" sibTransId="{44D51568-FACA-411A-9B09-839BF865583A}"/>
    <dgm:cxn modelId="{6985F83A-2E5D-F14E-B6C1-FFADFD335BC5}" type="presParOf" srcId="{8F429131-CA47-40E4-958D-FA75F0196C89}" destId="{EBA7017A-F7A6-4D9F-843B-01C02FD18C5B}" srcOrd="0" destOrd="0" presId="urn:microsoft.com/office/officeart/2008/layout/HorizontalMultiLevelHierarchy"/>
    <dgm:cxn modelId="{F006F940-5923-504C-B853-E08FEF0B484A}" type="presParOf" srcId="{EBA7017A-F7A6-4D9F-843B-01C02FD18C5B}" destId="{5A2036BD-28B1-47A2-8950-B30AD0C87495}" srcOrd="0" destOrd="0" presId="urn:microsoft.com/office/officeart/2008/layout/HorizontalMultiLevelHierarchy"/>
    <dgm:cxn modelId="{4BBBEE09-3B0E-174F-AFFA-6FC56E62468E}" type="presParOf" srcId="{EBA7017A-F7A6-4D9F-843B-01C02FD18C5B}" destId="{C9521A5F-2124-4041-8418-F0A57DEAB5AA}" srcOrd="1" destOrd="0" presId="urn:microsoft.com/office/officeart/2008/layout/HorizontalMultiLevelHierarchy"/>
    <dgm:cxn modelId="{E5BCAC53-E6E3-454D-A55C-232773090EAD}" type="presParOf" srcId="{C9521A5F-2124-4041-8418-F0A57DEAB5AA}" destId="{4CDB22AB-2A8B-40A4-BFFC-C3B361EBAD77}" srcOrd="0" destOrd="0" presId="urn:microsoft.com/office/officeart/2008/layout/HorizontalMultiLevelHierarchy"/>
    <dgm:cxn modelId="{058DA56C-4242-F34E-BC59-5C9D34F2D9AD}" type="presParOf" srcId="{4CDB22AB-2A8B-40A4-BFFC-C3B361EBAD77}" destId="{906824CC-0E71-44F5-8D65-D76CA2DBBC51}" srcOrd="0" destOrd="0" presId="urn:microsoft.com/office/officeart/2008/layout/HorizontalMultiLevelHierarchy"/>
    <dgm:cxn modelId="{ED0E06B7-ED4A-7348-93F7-04E0D7CF99FE}" type="presParOf" srcId="{C9521A5F-2124-4041-8418-F0A57DEAB5AA}" destId="{8FE24D98-B226-46BA-95E4-126040D5FAFA}" srcOrd="1" destOrd="0" presId="urn:microsoft.com/office/officeart/2008/layout/HorizontalMultiLevelHierarchy"/>
    <dgm:cxn modelId="{573F4FD9-6EBA-4748-BE4C-339C5740B6FF}" type="presParOf" srcId="{8FE24D98-B226-46BA-95E4-126040D5FAFA}" destId="{F6FB5295-9529-4704-9BC6-BB7327F79681}" srcOrd="0" destOrd="0" presId="urn:microsoft.com/office/officeart/2008/layout/HorizontalMultiLevelHierarchy"/>
    <dgm:cxn modelId="{70328D54-829C-904A-A6C8-08D4BA31E93E}" type="presParOf" srcId="{8FE24D98-B226-46BA-95E4-126040D5FAFA}" destId="{7B44963F-DCFC-4604-9927-922C0995AFDF}" srcOrd="1" destOrd="0" presId="urn:microsoft.com/office/officeart/2008/layout/HorizontalMultiLevelHierarchy"/>
    <dgm:cxn modelId="{D92E2CC7-16C8-034C-A98D-0F60BF604137}" type="presParOf" srcId="{C9521A5F-2124-4041-8418-F0A57DEAB5AA}" destId="{5BE4EBA2-87D2-4FD8-B6F8-F63763B1BB97}" srcOrd="2" destOrd="0" presId="urn:microsoft.com/office/officeart/2008/layout/HorizontalMultiLevelHierarchy"/>
    <dgm:cxn modelId="{02E71757-F3F2-BE45-B534-07E7B6365E72}" type="presParOf" srcId="{5BE4EBA2-87D2-4FD8-B6F8-F63763B1BB97}" destId="{C08756AD-2408-4544-A31F-6F70E322FCA3}" srcOrd="0" destOrd="0" presId="urn:microsoft.com/office/officeart/2008/layout/HorizontalMultiLevelHierarchy"/>
    <dgm:cxn modelId="{DDC13C5F-D91B-1147-84D0-5CA929593FC6}" type="presParOf" srcId="{C9521A5F-2124-4041-8418-F0A57DEAB5AA}" destId="{BB57E73B-C55D-4975-8FD2-C92161ACE1E3}" srcOrd="3" destOrd="0" presId="urn:microsoft.com/office/officeart/2008/layout/HorizontalMultiLevelHierarchy"/>
    <dgm:cxn modelId="{A0C0B3C4-D61C-EB42-8F41-DD76F615CF9B}" type="presParOf" srcId="{BB57E73B-C55D-4975-8FD2-C92161ACE1E3}" destId="{5605C233-11D8-4AEB-948C-11D75975D535}" srcOrd="0" destOrd="0" presId="urn:microsoft.com/office/officeart/2008/layout/HorizontalMultiLevelHierarchy"/>
    <dgm:cxn modelId="{92745BD2-31DC-374E-8D83-0C51975AB484}" type="presParOf" srcId="{BB57E73B-C55D-4975-8FD2-C92161ACE1E3}" destId="{42B56764-5755-496C-996A-A001DF338DE5}" srcOrd="1" destOrd="0" presId="urn:microsoft.com/office/officeart/2008/layout/HorizontalMultiLevelHierarchy"/>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xml><?xml version="1.0" encoding="utf-8"?>
<dgm:dataModel xmlns:dgm="http://schemas.openxmlformats.org/drawingml/2006/diagram" xmlns:a="http://schemas.openxmlformats.org/drawingml/2006/main">
  <dgm:ptLst>
    <dgm:pt modelId="{057DBE11-6671-46DC-80FC-0A4A272FB7B5}"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7619ECBD-1B06-4413-9287-41F5C221E9B2}">
      <dgm:prSet phldrT="[Text]" custT="1"/>
      <dgm:spPr/>
      <dgm:t>
        <a:bodyPr/>
        <a:lstStyle/>
        <a:p>
          <a:r>
            <a:rPr lang="ar-SA" sz="2400" b="1" dirty="0" smtClean="0"/>
            <a:t>استخدامات الفيسبوك في التعليم والتعلم</a:t>
          </a:r>
          <a:endParaRPr lang="en-US" sz="2400" dirty="0"/>
        </a:p>
      </dgm:t>
    </dgm:pt>
    <dgm:pt modelId="{2374D02E-217F-4634-9953-1CF9FCC38453}" type="parTrans" cxnId="{539273AE-B292-4581-98A7-1BE3D31A2735}">
      <dgm:prSet/>
      <dgm:spPr/>
      <dgm:t>
        <a:bodyPr/>
        <a:lstStyle/>
        <a:p>
          <a:endParaRPr lang="en-US"/>
        </a:p>
      </dgm:t>
    </dgm:pt>
    <dgm:pt modelId="{44D51568-FACA-411A-9B09-839BF865583A}" type="sibTrans" cxnId="{539273AE-B292-4581-98A7-1BE3D31A2735}">
      <dgm:prSet/>
      <dgm:spPr/>
      <dgm:t>
        <a:bodyPr/>
        <a:lstStyle/>
        <a:p>
          <a:endParaRPr lang="en-US"/>
        </a:p>
      </dgm:t>
    </dgm:pt>
    <dgm:pt modelId="{D011F554-60B5-47EC-A611-3A7434162846}">
      <dgm:prSet phldrT="[Text]" custT="1"/>
      <dgm:spPr>
        <a:solidFill>
          <a:schemeClr val="accent2"/>
        </a:solidFill>
      </dgm:spPr>
      <dgm:t>
        <a:bodyPr/>
        <a:lstStyle/>
        <a:p>
          <a:pPr rtl="1"/>
          <a:r>
            <a:rPr lang="ar-SA" sz="2800" b="1" dirty="0" smtClean="0"/>
            <a:t>تكوين صداقات وعلاقات مع المهتمين بمادة أو موضوع تعليمي معين من جميع أنحاء العالم وتبادل المعلومات والخبرات بينهم</a:t>
          </a:r>
          <a:endParaRPr lang="en-US" sz="2800" b="1" dirty="0">
            <a:latin typeface="Bebas Neue" panose="020B0606020202050201" pitchFamily="34" charset="0"/>
          </a:endParaRPr>
        </a:p>
      </dgm:t>
    </dgm:pt>
    <dgm:pt modelId="{767B83B0-C468-47AC-98E8-93B396EEDD03}" type="parTrans" cxnId="{D83E296C-5A5C-41F4-A9FA-CF0D23A46E30}">
      <dgm:prSet/>
      <dgm:spPr>
        <a:solidFill>
          <a:schemeClr val="tx2">
            <a:lumMod val="50000"/>
          </a:schemeClr>
        </a:solidFill>
        <a:ln>
          <a:solidFill>
            <a:schemeClr val="tx2">
              <a:lumMod val="50000"/>
            </a:schemeClr>
          </a:solidFill>
        </a:ln>
      </dgm:spPr>
      <dgm:t>
        <a:bodyPr/>
        <a:lstStyle/>
        <a:p>
          <a:endParaRPr lang="en-US"/>
        </a:p>
      </dgm:t>
    </dgm:pt>
    <dgm:pt modelId="{B86DFDD8-CAD5-4445-883A-45AFF68DF88B}" type="sibTrans" cxnId="{D83E296C-5A5C-41F4-A9FA-CF0D23A46E30}">
      <dgm:prSet/>
      <dgm:spPr/>
      <dgm:t>
        <a:bodyPr/>
        <a:lstStyle/>
        <a:p>
          <a:endParaRPr lang="en-US"/>
        </a:p>
      </dgm:t>
    </dgm:pt>
    <dgm:pt modelId="{7F2644C7-CD4A-48B6-9295-3EF51640C832}">
      <dgm:prSet phldrT="[Text]" custT="1"/>
      <dgm:spPr>
        <a:solidFill>
          <a:schemeClr val="accent3"/>
        </a:solidFill>
      </dgm:spPr>
      <dgm:t>
        <a:bodyPr/>
        <a:lstStyle/>
        <a:p>
          <a:pPr rtl="1"/>
          <a:r>
            <a:rPr lang="ar-SA" sz="2800" b="1" dirty="0" smtClean="0"/>
            <a:t>استخدامه كوسيلة لاستمرار العلاقة بين المتعلمين للاستمرار في التعلم وتطوير الذات في نفس التخصص</a:t>
          </a:r>
          <a:endParaRPr lang="en-US" sz="2800" b="1" dirty="0"/>
        </a:p>
      </dgm:t>
    </dgm:pt>
    <dgm:pt modelId="{1E57602C-87C1-4145-A5BE-4875B852D188}" type="parTrans" cxnId="{8792D61F-F7CA-47CD-A082-4B6357B0308E}">
      <dgm:prSet/>
      <dgm:spPr>
        <a:ln>
          <a:solidFill>
            <a:schemeClr val="tx2">
              <a:lumMod val="50000"/>
            </a:schemeClr>
          </a:solidFill>
        </a:ln>
      </dgm:spPr>
      <dgm:t>
        <a:bodyPr/>
        <a:lstStyle/>
        <a:p>
          <a:endParaRPr lang="en-US"/>
        </a:p>
      </dgm:t>
    </dgm:pt>
    <dgm:pt modelId="{3E221BBA-9D25-40C0-A598-BE29FF270CB6}" type="sibTrans" cxnId="{8792D61F-F7CA-47CD-A082-4B6357B0308E}">
      <dgm:prSet/>
      <dgm:spPr/>
      <dgm:t>
        <a:bodyPr/>
        <a:lstStyle/>
        <a:p>
          <a:endParaRPr lang="en-US"/>
        </a:p>
      </dgm:t>
    </dgm:pt>
    <dgm:pt modelId="{E26B387A-D667-44E1-BEBF-2762AA643626}">
      <dgm:prSet phldrT="[Text]" custT="1"/>
      <dgm:spPr>
        <a:solidFill>
          <a:schemeClr val="accent5"/>
        </a:solidFill>
      </dgm:spPr>
      <dgm:t>
        <a:bodyPr/>
        <a:lstStyle/>
        <a:p>
          <a:pPr rtl="1"/>
          <a:r>
            <a:rPr lang="ar-SA" sz="2800" b="1" dirty="0" smtClean="0"/>
            <a:t>استخدامه كوسيلة لدعوة الطلاب وغيرهم للمناسبات التعليمية المختلفة.</a:t>
          </a:r>
          <a:endParaRPr lang="en-US" sz="2800" b="1" dirty="0"/>
        </a:p>
      </dgm:t>
    </dgm:pt>
    <dgm:pt modelId="{F58F2742-42F9-4589-A89E-888DEE75E88B}" type="parTrans" cxnId="{F8CFC647-07F5-4671-A822-59CA92A5EC72}">
      <dgm:prSet/>
      <dgm:spPr>
        <a:solidFill>
          <a:schemeClr val="tx2">
            <a:lumMod val="50000"/>
          </a:schemeClr>
        </a:solidFill>
        <a:ln>
          <a:solidFill>
            <a:schemeClr val="tx2">
              <a:lumMod val="50000"/>
            </a:schemeClr>
          </a:solidFill>
        </a:ln>
      </dgm:spPr>
      <dgm:t>
        <a:bodyPr/>
        <a:lstStyle/>
        <a:p>
          <a:endParaRPr lang="en-US"/>
        </a:p>
      </dgm:t>
    </dgm:pt>
    <dgm:pt modelId="{127B940F-BE1D-4812-87C9-0215B8BA2C50}" type="sibTrans" cxnId="{F8CFC647-07F5-4671-A822-59CA92A5EC72}">
      <dgm:prSet/>
      <dgm:spPr/>
      <dgm:t>
        <a:bodyPr/>
        <a:lstStyle/>
        <a:p>
          <a:endParaRPr lang="en-US"/>
        </a:p>
      </dgm:t>
    </dgm:pt>
    <dgm:pt modelId="{8F429131-CA47-40E4-958D-FA75F0196C89}" type="pres">
      <dgm:prSet presAssocID="{057DBE11-6671-46DC-80FC-0A4A272FB7B5}" presName="Name0" presStyleCnt="0">
        <dgm:presLayoutVars>
          <dgm:chPref val="1"/>
          <dgm:dir/>
          <dgm:animOne val="branch"/>
          <dgm:animLvl val="lvl"/>
          <dgm:resizeHandles val="exact"/>
        </dgm:presLayoutVars>
      </dgm:prSet>
      <dgm:spPr/>
      <dgm:t>
        <a:bodyPr/>
        <a:lstStyle/>
        <a:p>
          <a:endParaRPr lang="en-US"/>
        </a:p>
      </dgm:t>
    </dgm:pt>
    <dgm:pt modelId="{EBA7017A-F7A6-4D9F-843B-01C02FD18C5B}" type="pres">
      <dgm:prSet presAssocID="{7619ECBD-1B06-4413-9287-41F5C221E9B2}" presName="root1" presStyleCnt="0"/>
      <dgm:spPr/>
    </dgm:pt>
    <dgm:pt modelId="{5A2036BD-28B1-47A2-8950-B30AD0C87495}" type="pres">
      <dgm:prSet presAssocID="{7619ECBD-1B06-4413-9287-41F5C221E9B2}" presName="LevelOneTextNode" presStyleLbl="node0" presStyleIdx="0" presStyleCnt="1">
        <dgm:presLayoutVars>
          <dgm:chPref val="3"/>
        </dgm:presLayoutVars>
      </dgm:prSet>
      <dgm:spPr/>
      <dgm:t>
        <a:bodyPr/>
        <a:lstStyle/>
        <a:p>
          <a:endParaRPr lang="en-US"/>
        </a:p>
      </dgm:t>
    </dgm:pt>
    <dgm:pt modelId="{C9521A5F-2124-4041-8418-F0A57DEAB5AA}" type="pres">
      <dgm:prSet presAssocID="{7619ECBD-1B06-4413-9287-41F5C221E9B2}" presName="level2hierChild" presStyleCnt="0"/>
      <dgm:spPr/>
    </dgm:pt>
    <dgm:pt modelId="{4CDB22AB-2A8B-40A4-BFFC-C3B361EBAD77}" type="pres">
      <dgm:prSet presAssocID="{767B83B0-C468-47AC-98E8-93B396EEDD03}" presName="conn2-1" presStyleLbl="parChTrans1D2" presStyleIdx="0" presStyleCnt="3"/>
      <dgm:spPr/>
      <dgm:t>
        <a:bodyPr/>
        <a:lstStyle/>
        <a:p>
          <a:endParaRPr lang="en-US"/>
        </a:p>
      </dgm:t>
    </dgm:pt>
    <dgm:pt modelId="{906824CC-0E71-44F5-8D65-D76CA2DBBC51}" type="pres">
      <dgm:prSet presAssocID="{767B83B0-C468-47AC-98E8-93B396EEDD03}" presName="connTx" presStyleLbl="parChTrans1D2" presStyleIdx="0" presStyleCnt="3"/>
      <dgm:spPr/>
      <dgm:t>
        <a:bodyPr/>
        <a:lstStyle/>
        <a:p>
          <a:endParaRPr lang="en-US"/>
        </a:p>
      </dgm:t>
    </dgm:pt>
    <dgm:pt modelId="{8FE24D98-B226-46BA-95E4-126040D5FAFA}" type="pres">
      <dgm:prSet presAssocID="{D011F554-60B5-47EC-A611-3A7434162846}" presName="root2" presStyleCnt="0"/>
      <dgm:spPr/>
    </dgm:pt>
    <dgm:pt modelId="{F6FB5295-9529-4704-9BC6-BB7327F79681}" type="pres">
      <dgm:prSet presAssocID="{D011F554-60B5-47EC-A611-3A7434162846}" presName="LevelTwoTextNode" presStyleLbl="node2" presStyleIdx="0" presStyleCnt="3" custScaleX="245231" custScaleY="130721" custLinFactNeighborX="16144">
        <dgm:presLayoutVars>
          <dgm:chPref val="3"/>
        </dgm:presLayoutVars>
      </dgm:prSet>
      <dgm:spPr/>
      <dgm:t>
        <a:bodyPr/>
        <a:lstStyle/>
        <a:p>
          <a:endParaRPr lang="en-US"/>
        </a:p>
      </dgm:t>
    </dgm:pt>
    <dgm:pt modelId="{7B44963F-DCFC-4604-9927-922C0995AFDF}" type="pres">
      <dgm:prSet presAssocID="{D011F554-60B5-47EC-A611-3A7434162846}" presName="level3hierChild" presStyleCnt="0"/>
      <dgm:spPr/>
    </dgm:pt>
    <dgm:pt modelId="{5BE4EBA2-87D2-4FD8-B6F8-F63763B1BB97}" type="pres">
      <dgm:prSet presAssocID="{1E57602C-87C1-4145-A5BE-4875B852D188}" presName="conn2-1" presStyleLbl="parChTrans1D2" presStyleIdx="1" presStyleCnt="3"/>
      <dgm:spPr/>
      <dgm:t>
        <a:bodyPr/>
        <a:lstStyle/>
        <a:p>
          <a:endParaRPr lang="en-US"/>
        </a:p>
      </dgm:t>
    </dgm:pt>
    <dgm:pt modelId="{C08756AD-2408-4544-A31F-6F70E322FCA3}" type="pres">
      <dgm:prSet presAssocID="{1E57602C-87C1-4145-A5BE-4875B852D188}" presName="connTx" presStyleLbl="parChTrans1D2" presStyleIdx="1" presStyleCnt="3"/>
      <dgm:spPr/>
      <dgm:t>
        <a:bodyPr/>
        <a:lstStyle/>
        <a:p>
          <a:endParaRPr lang="en-US"/>
        </a:p>
      </dgm:t>
    </dgm:pt>
    <dgm:pt modelId="{BB57E73B-C55D-4975-8FD2-C92161ACE1E3}" type="pres">
      <dgm:prSet presAssocID="{7F2644C7-CD4A-48B6-9295-3EF51640C832}" presName="root2" presStyleCnt="0"/>
      <dgm:spPr/>
    </dgm:pt>
    <dgm:pt modelId="{5605C233-11D8-4AEB-948C-11D75975D535}" type="pres">
      <dgm:prSet presAssocID="{7F2644C7-CD4A-48B6-9295-3EF51640C832}" presName="LevelTwoTextNode" presStyleLbl="node2" presStyleIdx="1" presStyleCnt="3" custScaleX="245231" custScaleY="130721" custLinFactNeighborX="16144">
        <dgm:presLayoutVars>
          <dgm:chPref val="3"/>
        </dgm:presLayoutVars>
      </dgm:prSet>
      <dgm:spPr/>
      <dgm:t>
        <a:bodyPr/>
        <a:lstStyle/>
        <a:p>
          <a:endParaRPr lang="en-US"/>
        </a:p>
      </dgm:t>
    </dgm:pt>
    <dgm:pt modelId="{42B56764-5755-496C-996A-A001DF338DE5}" type="pres">
      <dgm:prSet presAssocID="{7F2644C7-CD4A-48B6-9295-3EF51640C832}" presName="level3hierChild" presStyleCnt="0"/>
      <dgm:spPr/>
    </dgm:pt>
    <dgm:pt modelId="{ACA47142-B88B-424F-A650-0D5A765C6628}" type="pres">
      <dgm:prSet presAssocID="{F58F2742-42F9-4589-A89E-888DEE75E88B}" presName="conn2-1" presStyleLbl="parChTrans1D2" presStyleIdx="2" presStyleCnt="3"/>
      <dgm:spPr/>
      <dgm:t>
        <a:bodyPr/>
        <a:lstStyle/>
        <a:p>
          <a:endParaRPr lang="en-US"/>
        </a:p>
      </dgm:t>
    </dgm:pt>
    <dgm:pt modelId="{51F71247-720B-4CD3-8D74-16A6453D7F3E}" type="pres">
      <dgm:prSet presAssocID="{F58F2742-42F9-4589-A89E-888DEE75E88B}" presName="connTx" presStyleLbl="parChTrans1D2" presStyleIdx="2" presStyleCnt="3"/>
      <dgm:spPr/>
      <dgm:t>
        <a:bodyPr/>
        <a:lstStyle/>
        <a:p>
          <a:endParaRPr lang="en-US"/>
        </a:p>
      </dgm:t>
    </dgm:pt>
    <dgm:pt modelId="{493042F3-1179-437D-BA61-6744EA085466}" type="pres">
      <dgm:prSet presAssocID="{E26B387A-D667-44E1-BEBF-2762AA643626}" presName="root2" presStyleCnt="0"/>
      <dgm:spPr/>
    </dgm:pt>
    <dgm:pt modelId="{CDD4B805-11D4-4C44-BB62-4EF6B585C3F2}" type="pres">
      <dgm:prSet presAssocID="{E26B387A-D667-44E1-BEBF-2762AA643626}" presName="LevelTwoTextNode" presStyleLbl="node2" presStyleIdx="2" presStyleCnt="3" custScaleX="245231" custScaleY="130721" custLinFactNeighborX="16144">
        <dgm:presLayoutVars>
          <dgm:chPref val="3"/>
        </dgm:presLayoutVars>
      </dgm:prSet>
      <dgm:spPr/>
      <dgm:t>
        <a:bodyPr/>
        <a:lstStyle/>
        <a:p>
          <a:endParaRPr lang="en-US"/>
        </a:p>
      </dgm:t>
    </dgm:pt>
    <dgm:pt modelId="{8ADD05F6-684E-467A-BC4D-2C580D82FA5B}" type="pres">
      <dgm:prSet presAssocID="{E26B387A-D667-44E1-BEBF-2762AA643626}" presName="level3hierChild" presStyleCnt="0"/>
      <dgm:spPr/>
    </dgm:pt>
  </dgm:ptLst>
  <dgm:cxnLst>
    <dgm:cxn modelId="{7672A558-CD98-AC4F-803F-A463921F449E}" type="presOf" srcId="{1E57602C-87C1-4145-A5BE-4875B852D188}" destId="{C08756AD-2408-4544-A31F-6F70E322FCA3}" srcOrd="1" destOrd="0" presId="urn:microsoft.com/office/officeart/2008/layout/HorizontalMultiLevelHierarchy"/>
    <dgm:cxn modelId="{1160777C-38FB-FB44-B957-35950F7BDB16}" type="presOf" srcId="{D011F554-60B5-47EC-A611-3A7434162846}" destId="{F6FB5295-9529-4704-9BC6-BB7327F79681}" srcOrd="0" destOrd="0" presId="urn:microsoft.com/office/officeart/2008/layout/HorizontalMultiLevelHierarchy"/>
    <dgm:cxn modelId="{9D1D5B51-4394-B648-9E47-3BACC34AE56D}" type="presOf" srcId="{7F2644C7-CD4A-48B6-9295-3EF51640C832}" destId="{5605C233-11D8-4AEB-948C-11D75975D535}" srcOrd="0" destOrd="0" presId="urn:microsoft.com/office/officeart/2008/layout/HorizontalMultiLevelHierarchy"/>
    <dgm:cxn modelId="{737ED9FF-3D67-BF4F-9374-2317B96A6A43}" type="presOf" srcId="{E26B387A-D667-44E1-BEBF-2762AA643626}" destId="{CDD4B805-11D4-4C44-BB62-4EF6B585C3F2}" srcOrd="0" destOrd="0" presId="urn:microsoft.com/office/officeart/2008/layout/HorizontalMultiLevelHierarchy"/>
    <dgm:cxn modelId="{D83E296C-5A5C-41F4-A9FA-CF0D23A46E30}" srcId="{7619ECBD-1B06-4413-9287-41F5C221E9B2}" destId="{D011F554-60B5-47EC-A611-3A7434162846}" srcOrd="0" destOrd="0" parTransId="{767B83B0-C468-47AC-98E8-93B396EEDD03}" sibTransId="{B86DFDD8-CAD5-4445-883A-45AFF68DF88B}"/>
    <dgm:cxn modelId="{AA61E76E-7478-1748-97FE-91FB0E6D1260}" type="presOf" srcId="{057DBE11-6671-46DC-80FC-0A4A272FB7B5}" destId="{8F429131-CA47-40E4-958D-FA75F0196C89}" srcOrd="0" destOrd="0" presId="urn:microsoft.com/office/officeart/2008/layout/HorizontalMultiLevelHierarchy"/>
    <dgm:cxn modelId="{8792D61F-F7CA-47CD-A082-4B6357B0308E}" srcId="{7619ECBD-1B06-4413-9287-41F5C221E9B2}" destId="{7F2644C7-CD4A-48B6-9295-3EF51640C832}" srcOrd="1" destOrd="0" parTransId="{1E57602C-87C1-4145-A5BE-4875B852D188}" sibTransId="{3E221BBA-9D25-40C0-A598-BE29FF270CB6}"/>
    <dgm:cxn modelId="{5980F1B1-EAF9-904B-A7A2-1EBE2ED6F595}" type="presOf" srcId="{767B83B0-C468-47AC-98E8-93B396EEDD03}" destId="{4CDB22AB-2A8B-40A4-BFFC-C3B361EBAD77}" srcOrd="0" destOrd="0" presId="urn:microsoft.com/office/officeart/2008/layout/HorizontalMultiLevelHierarchy"/>
    <dgm:cxn modelId="{7D0E889F-B9C2-0642-A1E4-880BA8DB18E1}" type="presOf" srcId="{7619ECBD-1B06-4413-9287-41F5C221E9B2}" destId="{5A2036BD-28B1-47A2-8950-B30AD0C87495}" srcOrd="0" destOrd="0" presId="urn:microsoft.com/office/officeart/2008/layout/HorizontalMultiLevelHierarchy"/>
    <dgm:cxn modelId="{F8CFC647-07F5-4671-A822-59CA92A5EC72}" srcId="{7619ECBD-1B06-4413-9287-41F5C221E9B2}" destId="{E26B387A-D667-44E1-BEBF-2762AA643626}" srcOrd="2" destOrd="0" parTransId="{F58F2742-42F9-4589-A89E-888DEE75E88B}" sibTransId="{127B940F-BE1D-4812-87C9-0215B8BA2C50}"/>
    <dgm:cxn modelId="{55B1DC5D-674A-FD48-BF58-14673F63CBC9}" type="presOf" srcId="{767B83B0-C468-47AC-98E8-93B396EEDD03}" destId="{906824CC-0E71-44F5-8D65-D76CA2DBBC51}" srcOrd="1" destOrd="0" presId="urn:microsoft.com/office/officeart/2008/layout/HorizontalMultiLevelHierarchy"/>
    <dgm:cxn modelId="{13CDADB5-4F3B-2045-BBFB-D6D02D87E8F0}" type="presOf" srcId="{F58F2742-42F9-4589-A89E-888DEE75E88B}" destId="{51F71247-720B-4CD3-8D74-16A6453D7F3E}" srcOrd="1" destOrd="0" presId="urn:microsoft.com/office/officeart/2008/layout/HorizontalMultiLevelHierarchy"/>
    <dgm:cxn modelId="{539273AE-B292-4581-98A7-1BE3D31A2735}" srcId="{057DBE11-6671-46DC-80FC-0A4A272FB7B5}" destId="{7619ECBD-1B06-4413-9287-41F5C221E9B2}" srcOrd="0" destOrd="0" parTransId="{2374D02E-217F-4634-9953-1CF9FCC38453}" sibTransId="{44D51568-FACA-411A-9B09-839BF865583A}"/>
    <dgm:cxn modelId="{AFEAF37F-0E11-094E-B51D-39822EEFB2B3}" type="presOf" srcId="{1E57602C-87C1-4145-A5BE-4875B852D188}" destId="{5BE4EBA2-87D2-4FD8-B6F8-F63763B1BB97}" srcOrd="0" destOrd="0" presId="urn:microsoft.com/office/officeart/2008/layout/HorizontalMultiLevelHierarchy"/>
    <dgm:cxn modelId="{6B5DA4A2-24D4-EF46-810B-F8D7386F762C}" type="presOf" srcId="{F58F2742-42F9-4589-A89E-888DEE75E88B}" destId="{ACA47142-B88B-424F-A650-0D5A765C6628}" srcOrd="0" destOrd="0" presId="urn:microsoft.com/office/officeart/2008/layout/HorizontalMultiLevelHierarchy"/>
    <dgm:cxn modelId="{1D4F1C21-CF4B-0542-B538-F771A352632E}" type="presParOf" srcId="{8F429131-CA47-40E4-958D-FA75F0196C89}" destId="{EBA7017A-F7A6-4D9F-843B-01C02FD18C5B}" srcOrd="0" destOrd="0" presId="urn:microsoft.com/office/officeart/2008/layout/HorizontalMultiLevelHierarchy"/>
    <dgm:cxn modelId="{CB509B9A-CE9D-3F44-B915-721AC2360C67}" type="presParOf" srcId="{EBA7017A-F7A6-4D9F-843B-01C02FD18C5B}" destId="{5A2036BD-28B1-47A2-8950-B30AD0C87495}" srcOrd="0" destOrd="0" presId="urn:microsoft.com/office/officeart/2008/layout/HorizontalMultiLevelHierarchy"/>
    <dgm:cxn modelId="{989DDC47-20D0-234B-AAC8-F99EB3CFABF2}" type="presParOf" srcId="{EBA7017A-F7A6-4D9F-843B-01C02FD18C5B}" destId="{C9521A5F-2124-4041-8418-F0A57DEAB5AA}" srcOrd="1" destOrd="0" presId="urn:microsoft.com/office/officeart/2008/layout/HorizontalMultiLevelHierarchy"/>
    <dgm:cxn modelId="{A0547EF3-FA02-5047-8A7A-26D8730254F0}" type="presParOf" srcId="{C9521A5F-2124-4041-8418-F0A57DEAB5AA}" destId="{4CDB22AB-2A8B-40A4-BFFC-C3B361EBAD77}" srcOrd="0" destOrd="0" presId="urn:microsoft.com/office/officeart/2008/layout/HorizontalMultiLevelHierarchy"/>
    <dgm:cxn modelId="{31F668A2-EA8F-664D-B9D0-3BFFA6787588}" type="presParOf" srcId="{4CDB22AB-2A8B-40A4-BFFC-C3B361EBAD77}" destId="{906824CC-0E71-44F5-8D65-D76CA2DBBC51}" srcOrd="0" destOrd="0" presId="urn:microsoft.com/office/officeart/2008/layout/HorizontalMultiLevelHierarchy"/>
    <dgm:cxn modelId="{BB24C684-11A4-C04E-96B4-7F9E88E89386}" type="presParOf" srcId="{C9521A5F-2124-4041-8418-F0A57DEAB5AA}" destId="{8FE24D98-B226-46BA-95E4-126040D5FAFA}" srcOrd="1" destOrd="0" presId="urn:microsoft.com/office/officeart/2008/layout/HorizontalMultiLevelHierarchy"/>
    <dgm:cxn modelId="{9A7A6488-A168-BA4B-A9D6-C5241FE5BE58}" type="presParOf" srcId="{8FE24D98-B226-46BA-95E4-126040D5FAFA}" destId="{F6FB5295-9529-4704-9BC6-BB7327F79681}" srcOrd="0" destOrd="0" presId="urn:microsoft.com/office/officeart/2008/layout/HorizontalMultiLevelHierarchy"/>
    <dgm:cxn modelId="{5A32931D-2A7E-C340-B4BF-7A5EF5686CAD}" type="presParOf" srcId="{8FE24D98-B226-46BA-95E4-126040D5FAFA}" destId="{7B44963F-DCFC-4604-9927-922C0995AFDF}" srcOrd="1" destOrd="0" presId="urn:microsoft.com/office/officeart/2008/layout/HorizontalMultiLevelHierarchy"/>
    <dgm:cxn modelId="{99567292-3DCA-7146-846C-31484AB413EC}" type="presParOf" srcId="{C9521A5F-2124-4041-8418-F0A57DEAB5AA}" destId="{5BE4EBA2-87D2-4FD8-B6F8-F63763B1BB97}" srcOrd="2" destOrd="0" presId="urn:microsoft.com/office/officeart/2008/layout/HorizontalMultiLevelHierarchy"/>
    <dgm:cxn modelId="{86B1D927-1488-B446-B412-1679A2184A03}" type="presParOf" srcId="{5BE4EBA2-87D2-4FD8-B6F8-F63763B1BB97}" destId="{C08756AD-2408-4544-A31F-6F70E322FCA3}" srcOrd="0" destOrd="0" presId="urn:microsoft.com/office/officeart/2008/layout/HorizontalMultiLevelHierarchy"/>
    <dgm:cxn modelId="{E8354A15-25FD-154F-8E17-0AEE840E6EDA}" type="presParOf" srcId="{C9521A5F-2124-4041-8418-F0A57DEAB5AA}" destId="{BB57E73B-C55D-4975-8FD2-C92161ACE1E3}" srcOrd="3" destOrd="0" presId="urn:microsoft.com/office/officeart/2008/layout/HorizontalMultiLevelHierarchy"/>
    <dgm:cxn modelId="{FD565EC2-A8F7-8248-9BBE-303E250F83FC}" type="presParOf" srcId="{BB57E73B-C55D-4975-8FD2-C92161ACE1E3}" destId="{5605C233-11D8-4AEB-948C-11D75975D535}" srcOrd="0" destOrd="0" presId="urn:microsoft.com/office/officeart/2008/layout/HorizontalMultiLevelHierarchy"/>
    <dgm:cxn modelId="{89ACC22F-4782-5445-85E9-312DCA691A8F}" type="presParOf" srcId="{BB57E73B-C55D-4975-8FD2-C92161ACE1E3}" destId="{42B56764-5755-496C-996A-A001DF338DE5}" srcOrd="1" destOrd="0" presId="urn:microsoft.com/office/officeart/2008/layout/HorizontalMultiLevelHierarchy"/>
    <dgm:cxn modelId="{6A321448-D42D-FB4D-A7A1-0302A381B890}" type="presParOf" srcId="{C9521A5F-2124-4041-8418-F0A57DEAB5AA}" destId="{ACA47142-B88B-424F-A650-0D5A765C6628}" srcOrd="4" destOrd="0" presId="urn:microsoft.com/office/officeart/2008/layout/HorizontalMultiLevelHierarchy"/>
    <dgm:cxn modelId="{079A245D-7052-E246-8AE6-B17AB4F8FD62}" type="presParOf" srcId="{ACA47142-B88B-424F-A650-0D5A765C6628}" destId="{51F71247-720B-4CD3-8D74-16A6453D7F3E}" srcOrd="0" destOrd="0" presId="urn:microsoft.com/office/officeart/2008/layout/HorizontalMultiLevelHierarchy"/>
    <dgm:cxn modelId="{9827881D-B59B-4F48-B39B-CDDE3CE00739}" type="presParOf" srcId="{C9521A5F-2124-4041-8418-F0A57DEAB5AA}" destId="{493042F3-1179-437D-BA61-6744EA085466}" srcOrd="5" destOrd="0" presId="urn:microsoft.com/office/officeart/2008/layout/HorizontalMultiLevelHierarchy"/>
    <dgm:cxn modelId="{34EB21D8-4AEB-534D-B518-A7D15B647FFA}" type="presParOf" srcId="{493042F3-1179-437D-BA61-6744EA085466}" destId="{CDD4B805-11D4-4C44-BB62-4EF6B585C3F2}" srcOrd="0" destOrd="0" presId="urn:microsoft.com/office/officeart/2008/layout/HorizontalMultiLevelHierarchy"/>
    <dgm:cxn modelId="{832FF029-68A6-4E4E-A021-6AE4B4D3DA23}" type="presParOf" srcId="{493042F3-1179-437D-BA61-6744EA085466}" destId="{8ADD05F6-684E-467A-BC4D-2C580D82FA5B}" srcOrd="1" destOrd="0" presId="urn:microsoft.com/office/officeart/2008/layout/HorizontalMultiLevelHierarchy"/>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5C94AF31-7044-3349-B32B-D95633195978}" type="presOf" srcId="{EF85E227-2C46-46B0-8C25-15ED58A3377E}" destId="{BF7C867C-0ECC-4DC7-8F13-5617889C754B}" srcOrd="0" destOrd="0" presId="urn:microsoft.com/office/officeart/2011/layout/ThemePictureAlternatingAccent"/>
    <dgm:cxn modelId="{4957A3D3-6EDF-B643-86B2-75E36CAD0175}"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D71EFBAC-6DEA-CF43-BC71-CE82247371CF}" type="presParOf" srcId="{402BF6D5-BC22-4BEB-9027-2D822CD0A19A}" destId="{7F383395-A406-466B-9E8C-672150081A67}" srcOrd="0" destOrd="0" presId="urn:microsoft.com/office/officeart/2011/layout/ThemePictureAlternatingAccent"/>
    <dgm:cxn modelId="{05D2C78C-E707-604E-93BB-F0BC4F4D5DE9}" type="presParOf" srcId="{7F383395-A406-466B-9E8C-672150081A67}" destId="{63E8F094-BB29-4F1C-8DE8-869308440306}" srcOrd="0" destOrd="0" presId="urn:microsoft.com/office/officeart/2011/layout/ThemePictureAlternatingAccent"/>
    <dgm:cxn modelId="{357D22A2-C205-5A45-9271-E50A39BD995B}"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29.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179EBD84-61B3-9942-BED5-A568C6D3DB99}"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90D9E8AD-7297-1246-8644-71359DE45E63}" type="presOf" srcId="{EF85E227-2C46-46B0-8C25-15ED58A3377E}" destId="{BF7C867C-0ECC-4DC7-8F13-5617889C754B}" srcOrd="0" destOrd="0" presId="urn:microsoft.com/office/officeart/2011/layout/ThemePictureAlternatingAccent"/>
    <dgm:cxn modelId="{802C2829-5E3F-DD47-BC4C-9D1785DF2ECE}" type="presParOf" srcId="{402BF6D5-BC22-4BEB-9027-2D822CD0A19A}" destId="{7F383395-A406-466B-9E8C-672150081A67}" srcOrd="0" destOrd="0" presId="urn:microsoft.com/office/officeart/2011/layout/ThemePictureAlternatingAccent"/>
    <dgm:cxn modelId="{C8FF94EE-BD51-CB43-ABC8-B34252D56B77}" type="presParOf" srcId="{7F383395-A406-466B-9E8C-672150081A67}" destId="{63E8F094-BB29-4F1C-8DE8-869308440306}" srcOrd="0" destOrd="0" presId="urn:microsoft.com/office/officeart/2011/layout/ThemePictureAlternatingAccent"/>
    <dgm:cxn modelId="{D528DA05-77FE-224D-A22C-2B55FF513087}"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30.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29564" custLinFactNeighborY="22454"/>
      <dgm:spPr>
        <a:blipFill>
          <a:blip xmlns:r="http://schemas.openxmlformats.org/officeDocument/2006/relationships" r:embed="rId1">
            <a:extLst>
              <a:ext uri="{28A0092B-C50C-407E-A947-70E740481C1C}">
                <a14:useLocalDpi xmlns:a14="http://schemas.microsoft.com/office/drawing/2010/main" val="0"/>
              </a:ext>
            </a:extLst>
          </a:blip>
          <a:srcRect/>
          <a:stretch>
            <a:fillRect t="-118000" b="-118000"/>
          </a:stretch>
        </a:blipFill>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27A34387-07FF-4044-8948-0BA80CC06FDA}" type="presOf" srcId="{EF85E227-2C46-46B0-8C25-15ED58A3377E}" destId="{BF7C867C-0ECC-4DC7-8F13-5617889C754B}" srcOrd="0" destOrd="0" presId="urn:microsoft.com/office/officeart/2011/layout/ThemePictureAlternatingAccent"/>
    <dgm:cxn modelId="{39E70B5D-E636-5143-9DCA-3710DBC46081}"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734AEEA6-DF2D-4F43-8B43-20D62407912C}" type="presParOf" srcId="{402BF6D5-BC22-4BEB-9027-2D822CD0A19A}" destId="{7F383395-A406-466B-9E8C-672150081A67}" srcOrd="0" destOrd="0" presId="urn:microsoft.com/office/officeart/2011/layout/ThemePictureAlternatingAccent"/>
    <dgm:cxn modelId="{4EBD9EA6-5438-4040-9614-C282E34FEBCA}" type="presParOf" srcId="{7F383395-A406-466B-9E8C-672150081A67}" destId="{63E8F094-BB29-4F1C-8DE8-869308440306}" srcOrd="0" destOrd="0" presId="urn:microsoft.com/office/officeart/2011/layout/ThemePictureAlternatingAccent"/>
    <dgm:cxn modelId="{75DB381A-A757-C84C-8663-CB399EBB7182}"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31.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29564" custLinFactNeighborY="22454"/>
      <dgm:spPr>
        <a:blipFill>
          <a:blip xmlns:r="http://schemas.openxmlformats.org/officeDocument/2006/relationships" r:embed="rId1">
            <a:extLst>
              <a:ext uri="{28A0092B-C50C-407E-A947-70E740481C1C}">
                <a14:useLocalDpi xmlns:a14="http://schemas.microsoft.com/office/drawing/2010/main" val="0"/>
              </a:ext>
            </a:extLst>
          </a:blip>
          <a:srcRect/>
          <a:stretch>
            <a:fillRect t="-118000" b="-118000"/>
          </a:stretch>
        </a:blipFill>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BDD5DD8E-EE4C-5141-B5F0-721302A96161}"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38D92A7D-A9BC-CE42-B1A9-08B56521A215}" type="presOf" srcId="{EF85E227-2C46-46B0-8C25-15ED58A3377E}" destId="{BF7C867C-0ECC-4DC7-8F13-5617889C754B}" srcOrd="0" destOrd="0" presId="urn:microsoft.com/office/officeart/2011/layout/ThemePictureAlternatingAccent"/>
    <dgm:cxn modelId="{D41DC4E3-E6CB-9E45-989A-E36DFB3128FA}" type="presParOf" srcId="{402BF6D5-BC22-4BEB-9027-2D822CD0A19A}" destId="{7F383395-A406-466B-9E8C-672150081A67}" srcOrd="0" destOrd="0" presId="urn:microsoft.com/office/officeart/2011/layout/ThemePictureAlternatingAccent"/>
    <dgm:cxn modelId="{7FFD32B1-7EC6-154C-988C-96F7D6089559}" type="presParOf" srcId="{7F383395-A406-466B-9E8C-672150081A67}" destId="{63E8F094-BB29-4F1C-8DE8-869308440306}" srcOrd="0" destOrd="0" presId="urn:microsoft.com/office/officeart/2011/layout/ThemePictureAlternatingAccent"/>
    <dgm:cxn modelId="{F781A409-799F-E44E-9222-1D8368D6FFA7}"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32.xml><?xml version="1.0" encoding="utf-8"?>
<dgm:dataModel xmlns:dgm="http://schemas.openxmlformats.org/drawingml/2006/diagram" xmlns:a="http://schemas.openxmlformats.org/drawingml/2006/main">
  <dgm:ptLst>
    <dgm:pt modelId="{73198CEB-C602-4DC4-87A4-A5DE68826ED4}" type="doc">
      <dgm:prSet loTypeId="urn:microsoft.com/office/officeart/2005/8/layout/hProcess7" loCatId="list" qsTypeId="urn:microsoft.com/office/officeart/2005/8/quickstyle/simple1" qsCatId="simple" csTypeId="urn:microsoft.com/office/officeart/2005/8/colors/accent1_2" csCatId="accent1" phldr="1"/>
      <dgm:spPr/>
      <dgm:t>
        <a:bodyPr/>
        <a:lstStyle/>
        <a:p>
          <a:endParaRPr lang="en-US"/>
        </a:p>
      </dgm:t>
    </dgm:pt>
    <dgm:pt modelId="{2BA6F42E-80F8-4E62-8947-81957A5D1A81}">
      <dgm:prSet phldrT="[Text]"/>
      <dgm:spPr>
        <a:ln>
          <a:noFill/>
        </a:ln>
      </dgm:spPr>
      <dgm:t>
        <a:bodyPr/>
        <a:lstStyle/>
        <a:p>
          <a:r>
            <a:rPr lang="en-US" dirty="0" smtClean="0"/>
            <a:t> </a:t>
          </a:r>
          <a:endParaRPr lang="en-US" dirty="0"/>
        </a:p>
      </dgm:t>
    </dgm:pt>
    <dgm:pt modelId="{1D87633F-2438-4274-84AA-4C65E2E2B9F8}" type="parTrans" cxnId="{5C5E8206-2B1D-4C82-A42F-C4B9B214508F}">
      <dgm:prSet/>
      <dgm:spPr/>
      <dgm:t>
        <a:bodyPr/>
        <a:lstStyle/>
        <a:p>
          <a:endParaRPr lang="en-US"/>
        </a:p>
      </dgm:t>
    </dgm:pt>
    <dgm:pt modelId="{5F02448B-103D-4033-91D7-A1F8EF9D562C}" type="sibTrans" cxnId="{5C5E8206-2B1D-4C82-A42F-C4B9B214508F}">
      <dgm:prSet/>
      <dgm:spPr/>
      <dgm:t>
        <a:bodyPr/>
        <a:lstStyle/>
        <a:p>
          <a:endParaRPr lang="en-US"/>
        </a:p>
      </dgm:t>
    </dgm:pt>
    <dgm:pt modelId="{6F3DA4FA-1868-4DB9-8E58-AD32CE8DCB27}">
      <dgm:prSet phldrT="[Text]"/>
      <dgm:spPr>
        <a:solidFill>
          <a:schemeClr val="accent2"/>
        </a:solidFill>
        <a:ln>
          <a:noFill/>
        </a:ln>
      </dgm:spPr>
      <dgm:t>
        <a:bodyPr/>
        <a:lstStyle/>
        <a:p>
          <a:r>
            <a:rPr lang="en-US" dirty="0" smtClean="0"/>
            <a:t> </a:t>
          </a:r>
          <a:endParaRPr lang="en-US" dirty="0"/>
        </a:p>
      </dgm:t>
    </dgm:pt>
    <dgm:pt modelId="{9C52B202-1B68-4BD3-820D-BBD9FA7C9655}" type="sibTrans" cxnId="{601D2FFE-BA10-4C7F-A865-EB25654070F1}">
      <dgm:prSet/>
      <dgm:spPr/>
      <dgm:t>
        <a:bodyPr/>
        <a:lstStyle/>
        <a:p>
          <a:endParaRPr lang="en-US"/>
        </a:p>
      </dgm:t>
    </dgm:pt>
    <dgm:pt modelId="{7FC67FBE-A5BC-482B-9250-781C3BD43F07}" type="parTrans" cxnId="{601D2FFE-BA10-4C7F-A865-EB25654070F1}">
      <dgm:prSet/>
      <dgm:spPr/>
      <dgm:t>
        <a:bodyPr/>
        <a:lstStyle/>
        <a:p>
          <a:endParaRPr lang="en-US"/>
        </a:p>
      </dgm:t>
    </dgm:pt>
    <dgm:pt modelId="{C4E677B7-50E1-4445-BC6F-16B4A758D7F7}" type="pres">
      <dgm:prSet presAssocID="{73198CEB-C602-4DC4-87A4-A5DE68826ED4}" presName="Name0" presStyleCnt="0">
        <dgm:presLayoutVars>
          <dgm:dir/>
          <dgm:animLvl val="lvl"/>
          <dgm:resizeHandles val="exact"/>
        </dgm:presLayoutVars>
      </dgm:prSet>
      <dgm:spPr/>
      <dgm:t>
        <a:bodyPr/>
        <a:lstStyle/>
        <a:p>
          <a:endParaRPr lang="en-US"/>
        </a:p>
      </dgm:t>
    </dgm:pt>
    <dgm:pt modelId="{99D38E47-5F66-4A42-9118-641B4B9A2430}" type="pres">
      <dgm:prSet presAssocID="{2BA6F42E-80F8-4E62-8947-81957A5D1A81}" presName="compositeNode" presStyleCnt="0">
        <dgm:presLayoutVars>
          <dgm:bulletEnabled val="1"/>
        </dgm:presLayoutVars>
      </dgm:prSet>
      <dgm:spPr/>
    </dgm:pt>
    <dgm:pt modelId="{6A306AD5-8A9A-4947-991B-440D43C6B6E5}" type="pres">
      <dgm:prSet presAssocID="{2BA6F42E-80F8-4E62-8947-81957A5D1A81}" presName="bgRect" presStyleLbl="node1" presStyleIdx="0" presStyleCnt="2"/>
      <dgm:spPr/>
      <dgm:t>
        <a:bodyPr/>
        <a:lstStyle/>
        <a:p>
          <a:endParaRPr lang="en-US"/>
        </a:p>
      </dgm:t>
    </dgm:pt>
    <dgm:pt modelId="{70BD72B0-3AE0-499B-A8E4-EA60E033DE4C}" type="pres">
      <dgm:prSet presAssocID="{2BA6F42E-80F8-4E62-8947-81957A5D1A81}" presName="parentNode" presStyleLbl="node1" presStyleIdx="0" presStyleCnt="2">
        <dgm:presLayoutVars>
          <dgm:chMax val="0"/>
          <dgm:bulletEnabled val="1"/>
        </dgm:presLayoutVars>
      </dgm:prSet>
      <dgm:spPr/>
      <dgm:t>
        <a:bodyPr/>
        <a:lstStyle/>
        <a:p>
          <a:endParaRPr lang="en-US"/>
        </a:p>
      </dgm:t>
    </dgm:pt>
    <dgm:pt modelId="{D3A096DE-4E16-4C83-B40D-C9C6B6771655}" type="pres">
      <dgm:prSet presAssocID="{5F02448B-103D-4033-91D7-A1F8EF9D562C}" presName="hSp" presStyleCnt="0"/>
      <dgm:spPr/>
    </dgm:pt>
    <dgm:pt modelId="{7F936809-2781-435E-BCED-C441E9C9EDD2}" type="pres">
      <dgm:prSet presAssocID="{5F02448B-103D-4033-91D7-A1F8EF9D562C}" presName="vProcSp" presStyleCnt="0"/>
      <dgm:spPr/>
    </dgm:pt>
    <dgm:pt modelId="{C9E5CA0C-F77C-4BFD-9895-1C5281DE8241}" type="pres">
      <dgm:prSet presAssocID="{5F02448B-103D-4033-91D7-A1F8EF9D562C}" presName="vSp1" presStyleCnt="0"/>
      <dgm:spPr/>
    </dgm:pt>
    <dgm:pt modelId="{FD5ABCD3-9C58-484B-A6DD-E02B8469E0F6}" type="pres">
      <dgm:prSet presAssocID="{5F02448B-103D-4033-91D7-A1F8EF9D562C}" presName="simulatedConn" presStyleLbl="solidFgAcc1" presStyleIdx="0" presStyleCnt="1"/>
      <dgm:spPr/>
    </dgm:pt>
    <dgm:pt modelId="{C29ED275-0E28-4A27-B16E-2CA9891FD9CD}" type="pres">
      <dgm:prSet presAssocID="{5F02448B-103D-4033-91D7-A1F8EF9D562C}" presName="vSp2" presStyleCnt="0"/>
      <dgm:spPr/>
    </dgm:pt>
    <dgm:pt modelId="{5BB6E845-0ACA-47CF-AC40-37332432B93A}" type="pres">
      <dgm:prSet presAssocID="{5F02448B-103D-4033-91D7-A1F8EF9D562C}" presName="sibTrans" presStyleCnt="0"/>
      <dgm:spPr/>
    </dgm:pt>
    <dgm:pt modelId="{E07784AF-E704-491D-B036-406986B34AAE}" type="pres">
      <dgm:prSet presAssocID="{6F3DA4FA-1868-4DB9-8E58-AD32CE8DCB27}" presName="compositeNode" presStyleCnt="0">
        <dgm:presLayoutVars>
          <dgm:bulletEnabled val="1"/>
        </dgm:presLayoutVars>
      </dgm:prSet>
      <dgm:spPr/>
    </dgm:pt>
    <dgm:pt modelId="{87477790-A349-4BC8-87B2-94A6910AEC2D}" type="pres">
      <dgm:prSet presAssocID="{6F3DA4FA-1868-4DB9-8E58-AD32CE8DCB27}" presName="bgRect" presStyleLbl="node1" presStyleIdx="1" presStyleCnt="2"/>
      <dgm:spPr/>
      <dgm:t>
        <a:bodyPr/>
        <a:lstStyle/>
        <a:p>
          <a:endParaRPr lang="en-US"/>
        </a:p>
      </dgm:t>
    </dgm:pt>
    <dgm:pt modelId="{A5535810-CF6B-4B41-A97A-D1157CE61361}" type="pres">
      <dgm:prSet presAssocID="{6F3DA4FA-1868-4DB9-8E58-AD32CE8DCB27}" presName="parentNode" presStyleLbl="node1" presStyleIdx="1" presStyleCnt="2">
        <dgm:presLayoutVars>
          <dgm:chMax val="0"/>
          <dgm:bulletEnabled val="1"/>
        </dgm:presLayoutVars>
      </dgm:prSet>
      <dgm:spPr/>
      <dgm:t>
        <a:bodyPr/>
        <a:lstStyle/>
        <a:p>
          <a:endParaRPr lang="en-US"/>
        </a:p>
      </dgm:t>
    </dgm:pt>
  </dgm:ptLst>
  <dgm:cxnLst>
    <dgm:cxn modelId="{7640A54B-FB01-0241-B1B9-2FB034A5A49E}" type="presOf" srcId="{6F3DA4FA-1868-4DB9-8E58-AD32CE8DCB27}" destId="{A5535810-CF6B-4B41-A97A-D1157CE61361}" srcOrd="1" destOrd="0" presId="urn:microsoft.com/office/officeart/2005/8/layout/hProcess7"/>
    <dgm:cxn modelId="{C769A101-11F6-824E-B185-FB2B11A573FD}" type="presOf" srcId="{6F3DA4FA-1868-4DB9-8E58-AD32CE8DCB27}" destId="{87477790-A349-4BC8-87B2-94A6910AEC2D}" srcOrd="0" destOrd="0" presId="urn:microsoft.com/office/officeart/2005/8/layout/hProcess7"/>
    <dgm:cxn modelId="{B2CF2401-91A7-B448-9B73-7198D52064B6}" type="presOf" srcId="{2BA6F42E-80F8-4E62-8947-81957A5D1A81}" destId="{70BD72B0-3AE0-499B-A8E4-EA60E033DE4C}" srcOrd="1" destOrd="0" presId="urn:microsoft.com/office/officeart/2005/8/layout/hProcess7"/>
    <dgm:cxn modelId="{601D2FFE-BA10-4C7F-A865-EB25654070F1}" srcId="{73198CEB-C602-4DC4-87A4-A5DE68826ED4}" destId="{6F3DA4FA-1868-4DB9-8E58-AD32CE8DCB27}" srcOrd="1" destOrd="0" parTransId="{7FC67FBE-A5BC-482B-9250-781C3BD43F07}" sibTransId="{9C52B202-1B68-4BD3-820D-BBD9FA7C9655}"/>
    <dgm:cxn modelId="{0ECB8846-2CD0-BC4D-868E-58B8407686E3}" type="presOf" srcId="{73198CEB-C602-4DC4-87A4-A5DE68826ED4}" destId="{C4E677B7-50E1-4445-BC6F-16B4A758D7F7}" srcOrd="0" destOrd="0" presId="urn:microsoft.com/office/officeart/2005/8/layout/hProcess7"/>
    <dgm:cxn modelId="{3D042130-B61B-7B41-BC16-45C2AB8C4629}" type="presOf" srcId="{2BA6F42E-80F8-4E62-8947-81957A5D1A81}" destId="{6A306AD5-8A9A-4947-991B-440D43C6B6E5}" srcOrd="0" destOrd="0" presId="urn:microsoft.com/office/officeart/2005/8/layout/hProcess7"/>
    <dgm:cxn modelId="{5C5E8206-2B1D-4C82-A42F-C4B9B214508F}" srcId="{73198CEB-C602-4DC4-87A4-A5DE68826ED4}" destId="{2BA6F42E-80F8-4E62-8947-81957A5D1A81}" srcOrd="0" destOrd="0" parTransId="{1D87633F-2438-4274-84AA-4C65E2E2B9F8}" sibTransId="{5F02448B-103D-4033-91D7-A1F8EF9D562C}"/>
    <dgm:cxn modelId="{EE2CA2DA-71CA-F14B-BA5C-7C8C132DCC4F}" type="presParOf" srcId="{C4E677B7-50E1-4445-BC6F-16B4A758D7F7}" destId="{99D38E47-5F66-4A42-9118-641B4B9A2430}" srcOrd="0" destOrd="0" presId="urn:microsoft.com/office/officeart/2005/8/layout/hProcess7"/>
    <dgm:cxn modelId="{D56101B5-F9F8-694F-AD14-B4864ED6A755}" type="presParOf" srcId="{99D38E47-5F66-4A42-9118-641B4B9A2430}" destId="{6A306AD5-8A9A-4947-991B-440D43C6B6E5}" srcOrd="0" destOrd="0" presId="urn:microsoft.com/office/officeart/2005/8/layout/hProcess7"/>
    <dgm:cxn modelId="{892DF23E-7442-644E-A8AB-5039D10C5C65}" type="presParOf" srcId="{99D38E47-5F66-4A42-9118-641B4B9A2430}" destId="{70BD72B0-3AE0-499B-A8E4-EA60E033DE4C}" srcOrd="1" destOrd="0" presId="urn:microsoft.com/office/officeart/2005/8/layout/hProcess7"/>
    <dgm:cxn modelId="{4AA39764-B68C-554C-B4B1-9396728FB2A8}" type="presParOf" srcId="{C4E677B7-50E1-4445-BC6F-16B4A758D7F7}" destId="{D3A096DE-4E16-4C83-B40D-C9C6B6771655}" srcOrd="1" destOrd="0" presId="urn:microsoft.com/office/officeart/2005/8/layout/hProcess7"/>
    <dgm:cxn modelId="{E4E052FB-AE0D-6345-BD8C-B5366CD80E1F}" type="presParOf" srcId="{C4E677B7-50E1-4445-BC6F-16B4A758D7F7}" destId="{7F936809-2781-435E-BCED-C441E9C9EDD2}" srcOrd="2" destOrd="0" presId="urn:microsoft.com/office/officeart/2005/8/layout/hProcess7"/>
    <dgm:cxn modelId="{D83ECD29-2DEE-9744-A5C4-D192417ACE31}" type="presParOf" srcId="{7F936809-2781-435E-BCED-C441E9C9EDD2}" destId="{C9E5CA0C-F77C-4BFD-9895-1C5281DE8241}" srcOrd="0" destOrd="0" presId="urn:microsoft.com/office/officeart/2005/8/layout/hProcess7"/>
    <dgm:cxn modelId="{0ABFCC87-5686-8340-9D88-765E6B7A090B}" type="presParOf" srcId="{7F936809-2781-435E-BCED-C441E9C9EDD2}" destId="{FD5ABCD3-9C58-484B-A6DD-E02B8469E0F6}" srcOrd="1" destOrd="0" presId="urn:microsoft.com/office/officeart/2005/8/layout/hProcess7"/>
    <dgm:cxn modelId="{98B024BA-1512-084D-9E64-47147448B18D}" type="presParOf" srcId="{7F936809-2781-435E-BCED-C441E9C9EDD2}" destId="{C29ED275-0E28-4A27-B16E-2CA9891FD9CD}" srcOrd="2" destOrd="0" presId="urn:microsoft.com/office/officeart/2005/8/layout/hProcess7"/>
    <dgm:cxn modelId="{D1D178AE-8664-6A4E-B8A8-E19910548CE6}" type="presParOf" srcId="{C4E677B7-50E1-4445-BC6F-16B4A758D7F7}" destId="{5BB6E845-0ACA-47CF-AC40-37332432B93A}" srcOrd="3" destOrd="0" presId="urn:microsoft.com/office/officeart/2005/8/layout/hProcess7"/>
    <dgm:cxn modelId="{804D8E61-9F46-C74A-AE11-23EE7B881210}" type="presParOf" srcId="{C4E677B7-50E1-4445-BC6F-16B4A758D7F7}" destId="{E07784AF-E704-491D-B036-406986B34AAE}" srcOrd="4" destOrd="0" presId="urn:microsoft.com/office/officeart/2005/8/layout/hProcess7"/>
    <dgm:cxn modelId="{032AF073-A4E0-F042-B7B8-FD1F9A0A8411}" type="presParOf" srcId="{E07784AF-E704-491D-B036-406986B34AAE}" destId="{87477790-A349-4BC8-87B2-94A6910AEC2D}" srcOrd="0" destOrd="0" presId="urn:microsoft.com/office/officeart/2005/8/layout/hProcess7"/>
    <dgm:cxn modelId="{CB432DB2-E382-1F4C-8A4C-458D44CB45AA}" type="presParOf" srcId="{E07784AF-E704-491D-B036-406986B34AAE}" destId="{A5535810-CF6B-4B41-A97A-D1157CE61361}" srcOrd="1" destOrd="0" presId="urn:microsoft.com/office/officeart/2005/8/layout/hProcess7"/>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3.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29564" custLinFactNeighborY="22454"/>
      <dgm:spPr>
        <a:blipFill>
          <a:blip xmlns:r="http://schemas.openxmlformats.org/officeDocument/2006/relationships" r:embed="rId1">
            <a:extLst>
              <a:ext uri="{28A0092B-C50C-407E-A947-70E740481C1C}">
                <a14:useLocalDpi xmlns:a14="http://schemas.microsoft.com/office/drawing/2010/main" val="0"/>
              </a:ext>
            </a:extLst>
          </a:blip>
          <a:srcRect/>
          <a:stretch>
            <a:fillRect t="-118000" b="-118000"/>
          </a:stretch>
        </a:blipFill>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563DAE08-3892-A040-99A5-D2922635D2C7}" type="presOf" srcId="{70B4E3E7-92BD-4BA3-8C93-826D98F65609}" destId="{402BF6D5-BC22-4BEB-9027-2D822CD0A19A}" srcOrd="0" destOrd="0" presId="urn:microsoft.com/office/officeart/2011/layout/ThemePictureAlternatingAccent"/>
    <dgm:cxn modelId="{67AE4DA9-0DDC-2B49-A290-26158AB25B9C}"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9041D7E1-FF56-2948-8095-FB1514A5CBBA}" type="presParOf" srcId="{402BF6D5-BC22-4BEB-9027-2D822CD0A19A}" destId="{7F383395-A406-466B-9E8C-672150081A67}" srcOrd="0" destOrd="0" presId="urn:microsoft.com/office/officeart/2011/layout/ThemePictureAlternatingAccent"/>
    <dgm:cxn modelId="{DB99D089-F022-894D-BF54-670CE6CF6D75}" type="presParOf" srcId="{7F383395-A406-466B-9E8C-672150081A67}" destId="{63E8F094-BB29-4F1C-8DE8-869308440306}" srcOrd="0" destOrd="0" presId="urn:microsoft.com/office/officeart/2011/layout/ThemePictureAlternatingAccent"/>
    <dgm:cxn modelId="{F818CF64-A7B3-0A44-B5DD-4A98981CEA40}"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34.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9695852D-DD47-674F-BE34-5F2B5B436BAB}"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175A329C-03F7-A04D-B8C2-742DF9E1493E}" type="presOf" srcId="{70B4E3E7-92BD-4BA3-8C93-826D98F65609}" destId="{402BF6D5-BC22-4BEB-9027-2D822CD0A19A}" srcOrd="0" destOrd="0" presId="urn:microsoft.com/office/officeart/2011/layout/ThemePictureAlternatingAccent"/>
    <dgm:cxn modelId="{3C9064C6-E931-4F41-850D-63584E38308B}" type="presParOf" srcId="{402BF6D5-BC22-4BEB-9027-2D822CD0A19A}" destId="{7F383395-A406-466B-9E8C-672150081A67}" srcOrd="0" destOrd="0" presId="urn:microsoft.com/office/officeart/2011/layout/ThemePictureAlternatingAccent"/>
    <dgm:cxn modelId="{857CFFF9-5D4A-6244-9D44-6AE4ABE298D8}" type="presParOf" srcId="{7F383395-A406-466B-9E8C-672150081A67}" destId="{63E8F094-BB29-4F1C-8DE8-869308440306}" srcOrd="0" destOrd="0" presId="urn:microsoft.com/office/officeart/2011/layout/ThemePictureAlternatingAccent"/>
    <dgm:cxn modelId="{3B56F7B0-94E7-CB47-82D6-973306923020}"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35.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29564" custLinFactNeighborY="22454"/>
      <dgm:spPr>
        <a:blipFill>
          <a:blip xmlns:r="http://schemas.openxmlformats.org/officeDocument/2006/relationships" r:embed="rId1">
            <a:extLst>
              <a:ext uri="{28A0092B-C50C-407E-A947-70E740481C1C}">
                <a14:useLocalDpi xmlns:a14="http://schemas.microsoft.com/office/drawing/2010/main" val="0"/>
              </a:ext>
            </a:extLst>
          </a:blip>
          <a:srcRect/>
          <a:stretch>
            <a:fillRect t="-118000" b="-118000"/>
          </a:stretch>
        </a:blipFill>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636707BB-6DB6-894F-B0E0-6A52CB45D548}" type="presOf" srcId="{EF85E227-2C46-46B0-8C25-15ED58A3377E}" destId="{BF7C867C-0ECC-4DC7-8F13-5617889C754B}" srcOrd="0" destOrd="0" presId="urn:microsoft.com/office/officeart/2011/layout/ThemePictureAlternatingAccent"/>
    <dgm:cxn modelId="{26D80844-81EE-704E-B6A1-1EA1344F6588}"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46F4E884-EB81-144E-84E1-0C25BCF48933}" type="presParOf" srcId="{402BF6D5-BC22-4BEB-9027-2D822CD0A19A}" destId="{7F383395-A406-466B-9E8C-672150081A67}" srcOrd="0" destOrd="0" presId="urn:microsoft.com/office/officeart/2011/layout/ThemePictureAlternatingAccent"/>
    <dgm:cxn modelId="{06EAF5B4-C272-7543-A7EF-F8E97366F2C8}" type="presParOf" srcId="{7F383395-A406-466B-9E8C-672150081A67}" destId="{63E8F094-BB29-4F1C-8DE8-869308440306}" srcOrd="0" destOrd="0" presId="urn:microsoft.com/office/officeart/2011/layout/ThemePictureAlternatingAccent"/>
    <dgm:cxn modelId="{C2928787-53E2-1C4B-959A-E19475297D0C}"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C5E5356-0576-4F3F-AF6A-B4945DB9A957}">
      <dsp:nvSpPr>
        <dsp:cNvPr id="0" name=""/>
        <dsp:cNvSpPr/>
      </dsp:nvSpPr>
      <dsp:spPr>
        <a:xfrm>
          <a:off x="1179286" y="0"/>
          <a:ext cx="8669867" cy="5418667"/>
        </a:xfrm>
        <a:prstGeom prst="swooshArrow">
          <a:avLst>
            <a:gd name="adj1" fmla="val 25000"/>
            <a:gd name="adj2" fmla="val 25000"/>
          </a:avLst>
        </a:prstGeom>
        <a:solidFill>
          <a:schemeClr val="accent1">
            <a:lumMod val="60000"/>
            <a:lumOff val="40000"/>
          </a:schemeClr>
        </a:solidFill>
        <a:ln>
          <a:noFill/>
        </a:ln>
        <a:effectLst/>
      </dsp:spPr>
      <dsp:style>
        <a:lnRef idx="0">
          <a:scrgbClr r="0" g="0" b="0"/>
        </a:lnRef>
        <a:fillRef idx="1">
          <a:scrgbClr r="0" g="0" b="0"/>
        </a:fillRef>
        <a:effectRef idx="0">
          <a:scrgbClr r="0" g="0" b="0"/>
        </a:effectRef>
        <a:fontRef idx="minor"/>
      </dsp:style>
    </dsp:sp>
    <dsp:sp modelId="{4BDA9D34-1ADA-4539-AD22-2C6DB406F97D}">
      <dsp:nvSpPr>
        <dsp:cNvPr id="0" name=""/>
        <dsp:cNvSpPr/>
      </dsp:nvSpPr>
      <dsp:spPr>
        <a:xfrm>
          <a:off x="2067381" y="3773419"/>
          <a:ext cx="414018" cy="414018"/>
        </a:xfrm>
        <a:prstGeom prst="ellipse">
          <a:avLst/>
        </a:prstGeom>
        <a:solidFill>
          <a:schemeClr val="accent5">
            <a:lumMod val="5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5C0040E-143A-4E20-B9C8-3D7525A0D37B}">
      <dsp:nvSpPr>
        <dsp:cNvPr id="0" name=""/>
        <dsp:cNvSpPr/>
      </dsp:nvSpPr>
      <dsp:spPr>
        <a:xfrm>
          <a:off x="3745982" y="3092942"/>
          <a:ext cx="6885747" cy="1998448"/>
        </a:xfrm>
        <a:prstGeom prst="round2Diag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339955" bIns="0" numCol="1" spcCol="1270" anchor="t" anchorCtr="0">
          <a:noAutofit/>
        </a:bodyPr>
        <a:lstStyle/>
        <a:p>
          <a:pPr lvl="0" algn="r" defTabSz="1244600" rtl="1">
            <a:lnSpc>
              <a:spcPct val="90000"/>
            </a:lnSpc>
            <a:spcBef>
              <a:spcPct val="0"/>
            </a:spcBef>
            <a:spcAft>
              <a:spcPct val="35000"/>
            </a:spcAft>
          </a:pPr>
          <a:r>
            <a:rPr lang="ar-SA" sz="2800" b="1" kern="1200" dirty="0" smtClean="0">
              <a:solidFill>
                <a:schemeClr val="accent5">
                  <a:lumMod val="50000"/>
                </a:schemeClr>
              </a:solidFill>
            </a:rPr>
            <a:t>أ - </a:t>
          </a:r>
          <a:r>
            <a:rPr lang="ar-JO" sz="2800" b="1" kern="1200" dirty="0" smtClean="0">
              <a:solidFill>
                <a:schemeClr val="accent5">
                  <a:lumMod val="50000"/>
                </a:schemeClr>
              </a:solidFill>
            </a:rPr>
            <a:t>بدأت الأبحاث الأولى على هذه التقنية عام 1947م عن طريق العالم البريطاني دينيس جابور (</a:t>
          </a:r>
          <a:r>
            <a:rPr lang="en-US" sz="2800" b="1" kern="1200" dirty="0" smtClean="0">
              <a:solidFill>
                <a:schemeClr val="accent5">
                  <a:lumMod val="50000"/>
                </a:schemeClr>
              </a:solidFill>
            </a:rPr>
            <a:t>Dennis Gabor</a:t>
          </a:r>
          <a:r>
            <a:rPr lang="ar-JO" sz="2800" b="1" kern="1200" dirty="0" smtClean="0">
              <a:solidFill>
                <a:schemeClr val="accent5">
                  <a:lumMod val="50000"/>
                </a:schemeClr>
              </a:solidFill>
            </a:rPr>
            <a:t>) عندما حاول تحسين قوة التكبير في المجهر الإلكتروني، لكنه لم يتمكن من تطبيق فكرته لأن موارد الضوء المتاحه في ذلك الوقت كانت أحادية اللون . </a:t>
          </a:r>
          <a:endParaRPr lang="en-US" sz="2800" b="1" kern="1200" dirty="0">
            <a:solidFill>
              <a:schemeClr val="accent5">
                <a:lumMod val="50000"/>
              </a:schemeClr>
            </a:solidFill>
            <a:latin typeface="Bebas Neue" panose="020B0606020202050201" pitchFamily="34" charset="0"/>
          </a:endParaRPr>
        </a:p>
      </dsp:txBody>
      <dsp:txXfrm>
        <a:off x="3843538" y="3190498"/>
        <a:ext cx="6690635" cy="1803336"/>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C5E5356-0576-4F3F-AF6A-B4945DB9A957}">
      <dsp:nvSpPr>
        <dsp:cNvPr id="0" name=""/>
        <dsp:cNvSpPr/>
      </dsp:nvSpPr>
      <dsp:spPr>
        <a:xfrm>
          <a:off x="1359546" y="0"/>
          <a:ext cx="8669867" cy="5418667"/>
        </a:xfrm>
        <a:prstGeom prst="swooshArrow">
          <a:avLst>
            <a:gd name="adj1" fmla="val 25000"/>
            <a:gd name="adj2" fmla="val 25000"/>
          </a:avLst>
        </a:prstGeom>
        <a:solidFill>
          <a:schemeClr val="accent1">
            <a:lumMod val="60000"/>
            <a:lumOff val="40000"/>
          </a:schemeClr>
        </a:solidFill>
        <a:ln>
          <a:noFill/>
        </a:ln>
        <a:effectLst/>
      </dsp:spPr>
      <dsp:style>
        <a:lnRef idx="0">
          <a:scrgbClr r="0" g="0" b="0"/>
        </a:lnRef>
        <a:fillRef idx="1">
          <a:scrgbClr r="0" g="0" b="0"/>
        </a:fillRef>
        <a:effectRef idx="0">
          <a:scrgbClr r="0" g="0" b="0"/>
        </a:effectRef>
        <a:fontRef idx="minor"/>
      </dsp:style>
    </dsp:sp>
    <dsp:sp modelId="{4BDA9D34-1ADA-4539-AD22-2C6DB406F97D}">
      <dsp:nvSpPr>
        <dsp:cNvPr id="0" name=""/>
        <dsp:cNvSpPr/>
      </dsp:nvSpPr>
      <dsp:spPr>
        <a:xfrm>
          <a:off x="3143511" y="2820527"/>
          <a:ext cx="641570" cy="641570"/>
        </a:xfrm>
        <a:prstGeom prst="ellipse">
          <a:avLst/>
        </a:prstGeom>
        <a:solidFill>
          <a:schemeClr val="accent4">
            <a:lumMod val="5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5C0040E-143A-4E20-B9C8-3D7525A0D37B}">
      <dsp:nvSpPr>
        <dsp:cNvPr id="0" name=""/>
        <dsp:cNvSpPr/>
      </dsp:nvSpPr>
      <dsp:spPr>
        <a:xfrm>
          <a:off x="4782167" y="2659253"/>
          <a:ext cx="6507602" cy="2522954"/>
        </a:xfrm>
        <a:prstGeom prst="round2Diag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339955" bIns="0" numCol="1" spcCol="1270" anchor="t" anchorCtr="0">
          <a:noAutofit/>
        </a:bodyPr>
        <a:lstStyle/>
        <a:p>
          <a:pPr lvl="0" algn="r" defTabSz="1244600" rtl="1">
            <a:lnSpc>
              <a:spcPct val="90000"/>
            </a:lnSpc>
            <a:spcBef>
              <a:spcPct val="0"/>
            </a:spcBef>
            <a:spcAft>
              <a:spcPct val="35000"/>
            </a:spcAft>
          </a:pPr>
          <a:r>
            <a:rPr lang="ar-SA" sz="2800" b="1" kern="1200" dirty="0" smtClean="0">
              <a:solidFill>
                <a:schemeClr val="accent4">
                  <a:lumMod val="50000"/>
                </a:schemeClr>
              </a:solidFill>
            </a:rPr>
            <a:t>ب - </a:t>
          </a:r>
          <a:r>
            <a:rPr lang="ar-JO" sz="2800" b="1" kern="1200" dirty="0" smtClean="0">
              <a:solidFill>
                <a:schemeClr val="accent4">
                  <a:lumMod val="50000"/>
                </a:schemeClr>
              </a:solidFill>
            </a:rPr>
            <a:t>ساهم اكتشاف ضوء الليزر في عام 1960م على تسريع تطبيق فكرة التصوير المجسم، وذلك عندما قام العالمان جيوريس أوباتنيكس </a:t>
          </a:r>
          <a:r>
            <a:rPr lang="en-US" sz="2800" b="1" kern="1200" dirty="0" smtClean="0">
              <a:solidFill>
                <a:schemeClr val="accent4">
                  <a:lumMod val="50000"/>
                </a:schemeClr>
              </a:solidFill>
            </a:rPr>
            <a:t>(Juris </a:t>
          </a:r>
          <a:r>
            <a:rPr lang="en-US" sz="2800" b="1" kern="1200" dirty="0" err="1" smtClean="0">
              <a:solidFill>
                <a:schemeClr val="accent4">
                  <a:lumMod val="50000"/>
                </a:schemeClr>
              </a:solidFill>
            </a:rPr>
            <a:t>Upatnieks</a:t>
          </a:r>
          <a:r>
            <a:rPr lang="en-US" sz="2800" b="1" kern="1200" dirty="0" smtClean="0">
              <a:solidFill>
                <a:schemeClr val="accent4">
                  <a:lumMod val="50000"/>
                </a:schemeClr>
              </a:solidFill>
            </a:rPr>
            <a:t>)</a:t>
          </a:r>
          <a:r>
            <a:rPr lang="ar-JO" sz="2800" b="1" kern="1200" dirty="0" smtClean="0">
              <a:solidFill>
                <a:schemeClr val="accent4">
                  <a:lumMod val="50000"/>
                </a:schemeClr>
              </a:solidFill>
            </a:rPr>
            <a:t> و ايميت ليث </a:t>
          </a:r>
          <a:r>
            <a:rPr lang="en-US" sz="2800" b="1" kern="1200" dirty="0" smtClean="0">
              <a:solidFill>
                <a:schemeClr val="accent4">
                  <a:lumMod val="50000"/>
                </a:schemeClr>
              </a:solidFill>
            </a:rPr>
            <a:t> (Emmitt </a:t>
          </a:r>
          <a:r>
            <a:rPr lang="en-US" sz="2800" b="1" kern="1200" dirty="0" err="1" smtClean="0">
              <a:solidFill>
                <a:schemeClr val="accent4">
                  <a:lumMod val="50000"/>
                </a:schemeClr>
              </a:solidFill>
            </a:rPr>
            <a:t>Leith</a:t>
          </a:r>
          <a:r>
            <a:rPr lang="en-US" sz="2800" b="1" kern="1200" dirty="0" smtClean="0">
              <a:solidFill>
                <a:schemeClr val="accent4">
                  <a:lumMod val="50000"/>
                </a:schemeClr>
              </a:solidFill>
            </a:rPr>
            <a:t>) </a:t>
          </a:r>
          <a:r>
            <a:rPr lang="ar-JO" sz="2800" b="1" kern="1200" dirty="0" smtClean="0">
              <a:solidFill>
                <a:schemeClr val="accent4">
                  <a:lumMod val="50000"/>
                </a:schemeClr>
              </a:solidFill>
            </a:rPr>
            <a:t>بقراءه جميع الأوراق والأبحاث المكتوبه من قبل العالم دينيس جابور ومحاولة تطبيقها بتقنية الليزر</a:t>
          </a:r>
          <a:endParaRPr lang="en-US" sz="2800" b="1" kern="1200" dirty="0">
            <a:solidFill>
              <a:schemeClr val="accent4">
                <a:lumMod val="50000"/>
              </a:schemeClr>
            </a:solidFill>
            <a:latin typeface="Bebas Neue" panose="020B0606020202050201" pitchFamily="34" charset="0"/>
          </a:endParaRPr>
        </a:p>
      </dsp:txBody>
      <dsp:txXfrm>
        <a:off x="4905327" y="2782413"/>
        <a:ext cx="6261282" cy="2276634"/>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C5E5356-0576-4F3F-AF6A-B4945DB9A957}">
      <dsp:nvSpPr>
        <dsp:cNvPr id="0" name=""/>
        <dsp:cNvSpPr/>
      </dsp:nvSpPr>
      <dsp:spPr>
        <a:xfrm>
          <a:off x="1359546" y="0"/>
          <a:ext cx="8669867" cy="5418667"/>
        </a:xfrm>
        <a:prstGeom prst="swooshArrow">
          <a:avLst>
            <a:gd name="adj1" fmla="val 25000"/>
            <a:gd name="adj2" fmla="val 25000"/>
          </a:avLst>
        </a:prstGeom>
        <a:solidFill>
          <a:schemeClr val="accent1">
            <a:lumMod val="60000"/>
            <a:lumOff val="40000"/>
          </a:schemeClr>
        </a:solidFill>
        <a:ln>
          <a:noFill/>
        </a:ln>
        <a:effectLst/>
      </dsp:spPr>
      <dsp:style>
        <a:lnRef idx="0">
          <a:scrgbClr r="0" g="0" b="0"/>
        </a:lnRef>
        <a:fillRef idx="1">
          <a:scrgbClr r="0" g="0" b="0"/>
        </a:fillRef>
        <a:effectRef idx="0">
          <a:scrgbClr r="0" g="0" b="0"/>
        </a:effectRef>
        <a:fontRef idx="minor"/>
      </dsp:style>
    </dsp:sp>
    <dsp:sp modelId="{4BDA9D34-1ADA-4539-AD22-2C6DB406F97D}">
      <dsp:nvSpPr>
        <dsp:cNvPr id="0" name=""/>
        <dsp:cNvSpPr/>
      </dsp:nvSpPr>
      <dsp:spPr>
        <a:xfrm>
          <a:off x="5048513" y="1887081"/>
          <a:ext cx="641570" cy="641570"/>
        </a:xfrm>
        <a:prstGeom prst="ellipse">
          <a:avLst/>
        </a:prstGeom>
        <a:solidFill>
          <a:srgbClr val="4B2C5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5C0040E-143A-4E20-B9C8-3D7525A0D37B}">
      <dsp:nvSpPr>
        <dsp:cNvPr id="0" name=""/>
        <dsp:cNvSpPr/>
      </dsp:nvSpPr>
      <dsp:spPr>
        <a:xfrm>
          <a:off x="4782167" y="3054432"/>
          <a:ext cx="6507602" cy="2364234"/>
        </a:xfrm>
        <a:prstGeom prst="round2Diag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339955" bIns="0" numCol="1" spcCol="1270" anchor="t" anchorCtr="0">
          <a:noAutofit/>
        </a:bodyPr>
        <a:lstStyle/>
        <a:p>
          <a:pPr lvl="0" algn="ctr" defTabSz="1244600" rtl="1">
            <a:lnSpc>
              <a:spcPct val="90000"/>
            </a:lnSpc>
            <a:spcBef>
              <a:spcPct val="0"/>
            </a:spcBef>
            <a:spcAft>
              <a:spcPct val="35000"/>
            </a:spcAft>
          </a:pPr>
          <a:r>
            <a:rPr lang="ar-SA" sz="2800" b="1" kern="1200" dirty="0" smtClean="0">
              <a:solidFill>
                <a:srgbClr val="4B2C50"/>
              </a:solidFill>
            </a:rPr>
            <a:t>ج - </a:t>
          </a:r>
          <a:r>
            <a:rPr lang="ar-JO" sz="2800" b="1" kern="1200" dirty="0" smtClean="0">
              <a:solidFill>
                <a:srgbClr val="4B2C50"/>
              </a:solidFill>
            </a:rPr>
            <a:t>وبعد عامين من العمل المتواصل نجح العالمين أوباتنيكس وليث في عام 1962م، من صنع أول صور مجسمة بوضوح وعمق واقعي.</a:t>
          </a:r>
          <a:endParaRPr lang="en-US" sz="2800" b="1" kern="1200" dirty="0" smtClean="0">
            <a:solidFill>
              <a:srgbClr val="4B2C50"/>
            </a:solidFill>
          </a:endParaRPr>
        </a:p>
      </dsp:txBody>
      <dsp:txXfrm>
        <a:off x="4897579" y="3169844"/>
        <a:ext cx="6276778" cy="2133410"/>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C5E5356-0576-4F3F-AF6A-B4945DB9A957}">
      <dsp:nvSpPr>
        <dsp:cNvPr id="0" name=""/>
        <dsp:cNvSpPr/>
      </dsp:nvSpPr>
      <dsp:spPr>
        <a:xfrm>
          <a:off x="1359546" y="0"/>
          <a:ext cx="8669867" cy="5418667"/>
        </a:xfrm>
        <a:prstGeom prst="swooshArrow">
          <a:avLst>
            <a:gd name="adj1" fmla="val 25000"/>
            <a:gd name="adj2" fmla="val 25000"/>
          </a:avLst>
        </a:prstGeom>
        <a:solidFill>
          <a:schemeClr val="accent1">
            <a:lumMod val="60000"/>
            <a:lumOff val="40000"/>
          </a:schemeClr>
        </a:solidFill>
        <a:ln>
          <a:noFill/>
        </a:ln>
        <a:effectLst/>
      </dsp:spPr>
      <dsp:style>
        <a:lnRef idx="0">
          <a:scrgbClr r="0" g="0" b="0"/>
        </a:lnRef>
        <a:fillRef idx="1">
          <a:scrgbClr r="0" g="0" b="0"/>
        </a:fillRef>
        <a:effectRef idx="0">
          <a:scrgbClr r="0" g="0" b="0"/>
        </a:effectRef>
        <a:fontRef idx="minor"/>
      </dsp:style>
    </dsp:sp>
    <dsp:sp modelId="{4BDA9D34-1ADA-4539-AD22-2C6DB406F97D}">
      <dsp:nvSpPr>
        <dsp:cNvPr id="0" name=""/>
        <dsp:cNvSpPr/>
      </dsp:nvSpPr>
      <dsp:spPr>
        <a:xfrm>
          <a:off x="6934459" y="1282138"/>
          <a:ext cx="641570" cy="641570"/>
        </a:xfrm>
        <a:prstGeom prst="ellipse">
          <a:avLst/>
        </a:prstGeom>
        <a:solidFill>
          <a:srgbClr val="C000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5C0040E-143A-4E20-B9C8-3D7525A0D37B}">
      <dsp:nvSpPr>
        <dsp:cNvPr id="0" name=""/>
        <dsp:cNvSpPr/>
      </dsp:nvSpPr>
      <dsp:spPr>
        <a:xfrm>
          <a:off x="5664239" y="3046054"/>
          <a:ext cx="4952436" cy="1066806"/>
        </a:xfrm>
        <a:prstGeom prst="round2Diag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339955" bIns="0" numCol="1" spcCol="1270" anchor="t" anchorCtr="0">
          <a:noAutofit/>
        </a:bodyPr>
        <a:lstStyle/>
        <a:p>
          <a:pPr lvl="0" algn="ctr" defTabSz="1244600" rtl="1">
            <a:lnSpc>
              <a:spcPct val="90000"/>
            </a:lnSpc>
            <a:spcBef>
              <a:spcPct val="0"/>
            </a:spcBef>
            <a:spcAft>
              <a:spcPct val="35000"/>
            </a:spcAft>
          </a:pPr>
          <a:r>
            <a:rPr lang="ar-SA" sz="2800" b="1" kern="1200" dirty="0" smtClean="0">
              <a:solidFill>
                <a:srgbClr val="C00000"/>
              </a:solidFill>
            </a:rPr>
            <a:t>د - </a:t>
          </a:r>
          <a:r>
            <a:rPr lang="ar-JO" sz="2800" b="1" kern="1200" dirty="0" smtClean="0">
              <a:solidFill>
                <a:srgbClr val="C00000"/>
              </a:solidFill>
            </a:rPr>
            <a:t>ثم توالت بعد ذلك التجارب ليتم في عام 1967م، عرض أول صور هولوجراميه ثلاثية الأبعاد لشخص</a:t>
          </a:r>
          <a:endParaRPr lang="en-US" sz="2800" b="1" kern="1200" dirty="0" smtClean="0">
            <a:solidFill>
              <a:srgbClr val="C00000"/>
            </a:solidFill>
          </a:endParaRPr>
        </a:p>
      </dsp:txBody>
      <dsp:txXfrm>
        <a:off x="5716316" y="3098131"/>
        <a:ext cx="4848282" cy="962652"/>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C5E5356-0576-4F3F-AF6A-B4945DB9A957}">
      <dsp:nvSpPr>
        <dsp:cNvPr id="0" name=""/>
        <dsp:cNvSpPr/>
      </dsp:nvSpPr>
      <dsp:spPr>
        <a:xfrm>
          <a:off x="1359546" y="0"/>
          <a:ext cx="8669867" cy="5418667"/>
        </a:xfrm>
        <a:prstGeom prst="swooshArrow">
          <a:avLst>
            <a:gd name="adj1" fmla="val 25000"/>
            <a:gd name="adj2" fmla="val 25000"/>
          </a:avLst>
        </a:prstGeom>
        <a:solidFill>
          <a:schemeClr val="accent1">
            <a:lumMod val="60000"/>
            <a:lumOff val="40000"/>
          </a:schemeClr>
        </a:solidFill>
        <a:ln>
          <a:noFill/>
        </a:ln>
        <a:effectLst/>
      </dsp:spPr>
      <dsp:style>
        <a:lnRef idx="0">
          <a:scrgbClr r="0" g="0" b="0"/>
        </a:lnRef>
        <a:fillRef idx="1">
          <a:scrgbClr r="0" g="0" b="0"/>
        </a:fillRef>
        <a:effectRef idx="0">
          <a:scrgbClr r="0" g="0" b="0"/>
        </a:effectRef>
        <a:fontRef idx="minor"/>
      </dsp:style>
    </dsp:sp>
    <dsp:sp modelId="{4BDA9D34-1ADA-4539-AD22-2C6DB406F97D}">
      <dsp:nvSpPr>
        <dsp:cNvPr id="0" name=""/>
        <dsp:cNvSpPr/>
      </dsp:nvSpPr>
      <dsp:spPr>
        <a:xfrm>
          <a:off x="8839461" y="958286"/>
          <a:ext cx="641570" cy="641570"/>
        </a:xfrm>
        <a:prstGeom prst="ellipse">
          <a:avLst/>
        </a:prstGeom>
        <a:solidFill>
          <a:schemeClr val="tx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5C0040E-143A-4E20-B9C8-3D7525A0D37B}">
      <dsp:nvSpPr>
        <dsp:cNvPr id="0" name=""/>
        <dsp:cNvSpPr/>
      </dsp:nvSpPr>
      <dsp:spPr>
        <a:xfrm>
          <a:off x="5013462" y="2930124"/>
          <a:ext cx="5663885" cy="2252983"/>
        </a:xfrm>
        <a:prstGeom prst="round2Diag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339955" bIns="0" numCol="1" spcCol="1270" anchor="t" anchorCtr="0">
          <a:noAutofit/>
        </a:bodyPr>
        <a:lstStyle/>
        <a:p>
          <a:pPr lvl="0" algn="ctr" defTabSz="1244600" rtl="1">
            <a:lnSpc>
              <a:spcPct val="90000"/>
            </a:lnSpc>
            <a:spcBef>
              <a:spcPct val="0"/>
            </a:spcBef>
            <a:spcAft>
              <a:spcPct val="35000"/>
            </a:spcAft>
          </a:pPr>
          <a:r>
            <a:rPr lang="ar-SA" sz="2800" b="1" kern="1200" dirty="0" smtClean="0">
              <a:solidFill>
                <a:schemeClr val="tx1"/>
              </a:solidFill>
            </a:rPr>
            <a:t>ه - </a:t>
          </a:r>
          <a:r>
            <a:rPr lang="ar-JO" sz="2800" b="1" kern="1200" dirty="0" smtClean="0">
              <a:solidFill>
                <a:schemeClr val="tx1"/>
              </a:solidFill>
            </a:rPr>
            <a:t>شهد عام 1972م التطور الأبرز في تاريخ التصوير التجسيمي عندما تمكن العالم لويد كروز </a:t>
          </a:r>
          <a:r>
            <a:rPr lang="en-US" sz="2800" b="1" kern="1200" dirty="0" smtClean="0">
              <a:solidFill>
                <a:schemeClr val="tx1"/>
              </a:solidFill>
            </a:rPr>
            <a:t>(Lloyd Cross)  </a:t>
          </a:r>
          <a:r>
            <a:rPr lang="ar-JO" sz="2800" b="1" kern="1200" dirty="0" smtClean="0">
              <a:solidFill>
                <a:schemeClr val="tx1"/>
              </a:solidFill>
            </a:rPr>
            <a:t>من صناعة أول هولوغرام يجمع بين الصور المجسمة ثلاثية الأبعاد والسينما غرافي ذات البعدين</a:t>
          </a:r>
          <a:endParaRPr lang="en-US" sz="2800" b="1" kern="1200" dirty="0" smtClean="0">
            <a:solidFill>
              <a:schemeClr val="tx1"/>
            </a:solidFill>
          </a:endParaRPr>
        </a:p>
      </dsp:txBody>
      <dsp:txXfrm>
        <a:off x="5123444" y="3040106"/>
        <a:ext cx="5443921" cy="2033019"/>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9C58491-6977-44BF-A47A-FE1E5D4EDCF5}">
      <dsp:nvSpPr>
        <dsp:cNvPr id="0" name=""/>
        <dsp:cNvSpPr/>
      </dsp:nvSpPr>
      <dsp:spPr>
        <a:xfrm>
          <a:off x="693587" y="538368"/>
          <a:ext cx="6335330" cy="1586271"/>
        </a:xfrm>
        <a:prstGeom prst="rightArrow">
          <a:avLst>
            <a:gd name="adj1" fmla="val 50000"/>
            <a:gd name="adj2" fmla="val 50000"/>
          </a:avLst>
        </a:prstGeom>
        <a:solidFill>
          <a:srgbClr val="C000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254000" bIns="197249" numCol="1" spcCol="1270" anchor="ctr" anchorCtr="0">
          <a:noAutofit/>
        </a:bodyPr>
        <a:lstStyle/>
        <a:p>
          <a:pPr lvl="0" algn="ctr" defTabSz="1422400" rtl="1">
            <a:lnSpc>
              <a:spcPct val="90000"/>
            </a:lnSpc>
            <a:spcBef>
              <a:spcPct val="0"/>
            </a:spcBef>
            <a:spcAft>
              <a:spcPct val="35000"/>
            </a:spcAft>
          </a:pPr>
          <a:r>
            <a:rPr lang="ar-SA" sz="3200" b="1" kern="1200" dirty="0" smtClean="0"/>
            <a:t>أولاً</a:t>
          </a:r>
          <a:endParaRPr lang="en-US" sz="3200" kern="1200" dirty="0">
            <a:latin typeface="+mj-lt"/>
          </a:endParaRPr>
        </a:p>
      </dsp:txBody>
      <dsp:txXfrm>
        <a:off x="693587" y="934936"/>
        <a:ext cx="5938762" cy="793135"/>
      </dsp:txXfrm>
    </dsp:sp>
    <dsp:sp modelId="{FD788759-3423-4F29-9A6E-7DEBD1F7DFE8}">
      <dsp:nvSpPr>
        <dsp:cNvPr id="0" name=""/>
        <dsp:cNvSpPr/>
      </dsp:nvSpPr>
      <dsp:spPr>
        <a:xfrm>
          <a:off x="4155292" y="1450313"/>
          <a:ext cx="4023845" cy="1693115"/>
        </a:xfrm>
        <a:prstGeom prst="rightArrow">
          <a:avLst>
            <a:gd name="adj1" fmla="val 50000"/>
            <a:gd name="adj2" fmla="val 50000"/>
          </a:avLst>
        </a:prstGeom>
        <a:solidFill>
          <a:srgbClr val="00206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254000" bIns="197249" numCol="1" spcCol="1270" anchor="ctr" anchorCtr="0">
          <a:noAutofit/>
        </a:bodyPr>
        <a:lstStyle/>
        <a:p>
          <a:pPr lvl="0" algn="ctr" defTabSz="1066800">
            <a:lnSpc>
              <a:spcPct val="90000"/>
            </a:lnSpc>
            <a:spcBef>
              <a:spcPct val="0"/>
            </a:spcBef>
            <a:spcAft>
              <a:spcPct val="35000"/>
            </a:spcAft>
          </a:pPr>
          <a:r>
            <a:rPr lang="id-ID" sz="2400" kern="1200" dirty="0" smtClean="0">
              <a:latin typeface="+mj-lt"/>
            </a:rPr>
            <a:t>               </a:t>
          </a:r>
          <a:r>
            <a:rPr lang="ar-SA" sz="3200" b="1" kern="1200" dirty="0" smtClean="0"/>
            <a:t>ثانياً</a:t>
          </a:r>
          <a:endParaRPr lang="en-US" sz="3200" kern="1200" dirty="0">
            <a:latin typeface="+mj-lt"/>
          </a:endParaRPr>
        </a:p>
      </dsp:txBody>
      <dsp:txXfrm>
        <a:off x="4155292" y="1873592"/>
        <a:ext cx="3600566" cy="846557"/>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9C58491-6977-44BF-A47A-FE1E5D4EDCF5}">
      <dsp:nvSpPr>
        <dsp:cNvPr id="0" name=""/>
        <dsp:cNvSpPr/>
      </dsp:nvSpPr>
      <dsp:spPr>
        <a:xfrm>
          <a:off x="430555" y="691148"/>
          <a:ext cx="6335330" cy="1586075"/>
        </a:xfrm>
        <a:prstGeom prst="rightArrow">
          <a:avLst>
            <a:gd name="adj1" fmla="val 50000"/>
            <a:gd name="adj2" fmla="val 50000"/>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254000" bIns="197225" numCol="1" spcCol="1270" anchor="ctr" anchorCtr="0">
          <a:noAutofit/>
        </a:bodyPr>
        <a:lstStyle/>
        <a:p>
          <a:pPr lvl="0" algn="ctr" defTabSz="1422400" rtl="1">
            <a:lnSpc>
              <a:spcPct val="90000"/>
            </a:lnSpc>
            <a:spcBef>
              <a:spcPct val="0"/>
            </a:spcBef>
            <a:spcAft>
              <a:spcPct val="35000"/>
            </a:spcAft>
          </a:pPr>
          <a:r>
            <a:rPr lang="ar-SA" sz="3200" b="1" kern="1200" dirty="0" smtClean="0"/>
            <a:t>ثالثاً</a:t>
          </a:r>
          <a:endParaRPr lang="en-US" sz="3200" kern="1200" dirty="0">
            <a:latin typeface="+mj-lt"/>
          </a:endParaRPr>
        </a:p>
      </dsp:txBody>
      <dsp:txXfrm>
        <a:off x="430555" y="1087667"/>
        <a:ext cx="5938811" cy="793037"/>
      </dsp:txXfrm>
    </dsp:sp>
    <dsp:sp modelId="{FD788759-3423-4F29-9A6E-7DEBD1F7DFE8}">
      <dsp:nvSpPr>
        <dsp:cNvPr id="0" name=""/>
        <dsp:cNvSpPr/>
      </dsp:nvSpPr>
      <dsp:spPr>
        <a:xfrm>
          <a:off x="3001302" y="1730482"/>
          <a:ext cx="5175652" cy="1692905"/>
        </a:xfrm>
        <a:prstGeom prst="rightArrow">
          <a:avLst>
            <a:gd name="adj1" fmla="val 50000"/>
            <a:gd name="adj2" fmla="val 50000"/>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254000" bIns="197225" numCol="1" spcCol="1270" anchor="ctr" anchorCtr="0">
          <a:noAutofit/>
        </a:bodyPr>
        <a:lstStyle/>
        <a:p>
          <a:pPr lvl="0" algn="ctr" defTabSz="1066800">
            <a:lnSpc>
              <a:spcPct val="90000"/>
            </a:lnSpc>
            <a:spcBef>
              <a:spcPct val="0"/>
            </a:spcBef>
            <a:spcAft>
              <a:spcPct val="35000"/>
            </a:spcAft>
          </a:pPr>
          <a:r>
            <a:rPr lang="id-ID" sz="2400" kern="1200" dirty="0" smtClean="0">
              <a:latin typeface="+mj-lt"/>
            </a:rPr>
            <a:t>               </a:t>
          </a:r>
          <a:r>
            <a:rPr lang="ar-SA" sz="2400" b="1" kern="1200" dirty="0" smtClean="0"/>
            <a:t>رابعاً</a:t>
          </a:r>
          <a:endParaRPr lang="en-US" sz="3200" kern="1200" dirty="0">
            <a:latin typeface="+mj-lt"/>
          </a:endParaRPr>
        </a:p>
      </dsp:txBody>
      <dsp:txXfrm>
        <a:off x="3001302" y="2153708"/>
        <a:ext cx="4752426" cy="846453"/>
      </dsp:txXfrm>
    </dsp:sp>
    <dsp:sp modelId="{3C5138F7-F7EB-4421-9D29-30667609D5DF}">
      <dsp:nvSpPr>
        <dsp:cNvPr id="0" name=""/>
        <dsp:cNvSpPr/>
      </dsp:nvSpPr>
      <dsp:spPr>
        <a:xfrm>
          <a:off x="4768201" y="3044426"/>
          <a:ext cx="3762276" cy="1580583"/>
        </a:xfrm>
        <a:prstGeom prst="rightArrow">
          <a:avLst>
            <a:gd name="adj1" fmla="val 50000"/>
            <a:gd name="adj2" fmla="val 50000"/>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254000" bIns="197225" numCol="1" spcCol="1270" anchor="ctr" anchorCtr="0">
          <a:noAutofit/>
        </a:bodyPr>
        <a:lstStyle/>
        <a:p>
          <a:pPr lvl="0" algn="ctr" defTabSz="1066800">
            <a:lnSpc>
              <a:spcPct val="90000"/>
            </a:lnSpc>
            <a:spcBef>
              <a:spcPct val="0"/>
            </a:spcBef>
            <a:spcAft>
              <a:spcPct val="35000"/>
            </a:spcAft>
          </a:pPr>
          <a:r>
            <a:rPr lang="id-ID" sz="2400" kern="1200" dirty="0" smtClean="0">
              <a:latin typeface="+mj-lt"/>
            </a:rPr>
            <a:t>       </a:t>
          </a:r>
          <a:r>
            <a:rPr lang="ar-SA" sz="3200" b="1" kern="1200" dirty="0" smtClean="0"/>
            <a:t>خامسا</a:t>
          </a:r>
          <a:endParaRPr lang="en-US" sz="3200" kern="1200" dirty="0">
            <a:latin typeface="+mj-lt"/>
          </a:endParaRPr>
        </a:p>
      </dsp:txBody>
      <dsp:txXfrm>
        <a:off x="4768201" y="3439572"/>
        <a:ext cx="3367130" cy="790291"/>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9C58491-6977-44BF-A47A-FE1E5D4EDCF5}">
      <dsp:nvSpPr>
        <dsp:cNvPr id="0" name=""/>
        <dsp:cNvSpPr/>
      </dsp:nvSpPr>
      <dsp:spPr>
        <a:xfrm>
          <a:off x="805299" y="0"/>
          <a:ext cx="6335330" cy="1586075"/>
        </a:xfrm>
        <a:prstGeom prst="rightArrow">
          <a:avLst>
            <a:gd name="adj1" fmla="val 50000"/>
            <a:gd name="adj2" fmla="val 50000"/>
          </a:avLst>
        </a:prstGeom>
        <a:solidFill>
          <a:schemeClr val="accent5"/>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254000" bIns="197225" numCol="1" spcCol="1270" anchor="ctr" anchorCtr="0">
          <a:noAutofit/>
        </a:bodyPr>
        <a:lstStyle/>
        <a:p>
          <a:pPr lvl="0" algn="ctr" defTabSz="1422400" rtl="1">
            <a:lnSpc>
              <a:spcPct val="90000"/>
            </a:lnSpc>
            <a:spcBef>
              <a:spcPct val="0"/>
            </a:spcBef>
            <a:spcAft>
              <a:spcPct val="35000"/>
            </a:spcAft>
          </a:pPr>
          <a:r>
            <a:rPr lang="ar-SA" sz="3200" b="1" kern="1200" dirty="0" smtClean="0"/>
            <a:t>سادسا</a:t>
          </a:r>
          <a:endParaRPr lang="en-US" sz="3200" kern="1200" dirty="0">
            <a:latin typeface="+mj-lt"/>
          </a:endParaRPr>
        </a:p>
      </dsp:txBody>
      <dsp:txXfrm>
        <a:off x="805299" y="396519"/>
        <a:ext cx="5938811" cy="793037"/>
      </dsp:txXfrm>
    </dsp:sp>
    <dsp:sp modelId="{FD788759-3423-4F29-9A6E-7DEBD1F7DFE8}">
      <dsp:nvSpPr>
        <dsp:cNvPr id="0" name=""/>
        <dsp:cNvSpPr/>
      </dsp:nvSpPr>
      <dsp:spPr>
        <a:xfrm>
          <a:off x="3020487" y="1839677"/>
          <a:ext cx="5175652" cy="1692905"/>
        </a:xfrm>
        <a:prstGeom prst="rightArrow">
          <a:avLst>
            <a:gd name="adj1" fmla="val 50000"/>
            <a:gd name="adj2" fmla="val 50000"/>
          </a:avLst>
        </a:prstGeom>
        <a:solidFill>
          <a:srgbClr val="7030A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254000" bIns="197225" numCol="1" spcCol="1270" anchor="ctr" anchorCtr="0">
          <a:noAutofit/>
        </a:bodyPr>
        <a:lstStyle/>
        <a:p>
          <a:pPr lvl="0" algn="ctr" defTabSz="1066800">
            <a:lnSpc>
              <a:spcPct val="90000"/>
            </a:lnSpc>
            <a:spcBef>
              <a:spcPct val="0"/>
            </a:spcBef>
            <a:spcAft>
              <a:spcPct val="35000"/>
            </a:spcAft>
          </a:pPr>
          <a:r>
            <a:rPr lang="id-ID" sz="2400" kern="1200" dirty="0" smtClean="0">
              <a:latin typeface="+mj-lt"/>
            </a:rPr>
            <a:t>               </a:t>
          </a:r>
          <a:r>
            <a:rPr lang="ar-SA" sz="2400" b="1" kern="1200" dirty="0" smtClean="0"/>
            <a:t>سابعا</a:t>
          </a:r>
          <a:endParaRPr lang="en-US" sz="3200" kern="1200" dirty="0">
            <a:latin typeface="+mj-lt"/>
          </a:endParaRPr>
        </a:p>
      </dsp:txBody>
      <dsp:txXfrm>
        <a:off x="3020487" y="2262903"/>
        <a:ext cx="4752426" cy="846453"/>
      </dsp:txXfrm>
    </dsp:sp>
    <dsp:sp modelId="{3C5138F7-F7EB-4421-9D29-30667609D5DF}">
      <dsp:nvSpPr>
        <dsp:cNvPr id="0" name=""/>
        <dsp:cNvSpPr/>
      </dsp:nvSpPr>
      <dsp:spPr>
        <a:xfrm>
          <a:off x="4768201" y="3709158"/>
          <a:ext cx="3762276" cy="1580583"/>
        </a:xfrm>
        <a:prstGeom prst="rightArrow">
          <a:avLst>
            <a:gd name="adj1" fmla="val 50000"/>
            <a:gd name="adj2" fmla="val 50000"/>
          </a:avLst>
        </a:prstGeom>
        <a:solidFill>
          <a:schemeClr val="accent4">
            <a:lumMod val="60000"/>
            <a:lumOff val="4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254000" bIns="197225" numCol="1" spcCol="1270" anchor="ctr" anchorCtr="0">
          <a:noAutofit/>
        </a:bodyPr>
        <a:lstStyle/>
        <a:p>
          <a:pPr lvl="0" algn="ctr" defTabSz="1066800">
            <a:lnSpc>
              <a:spcPct val="90000"/>
            </a:lnSpc>
            <a:spcBef>
              <a:spcPct val="0"/>
            </a:spcBef>
            <a:spcAft>
              <a:spcPct val="35000"/>
            </a:spcAft>
          </a:pPr>
          <a:r>
            <a:rPr lang="id-ID" sz="2400" kern="1200" dirty="0" smtClean="0">
              <a:latin typeface="+mj-lt"/>
            </a:rPr>
            <a:t>       </a:t>
          </a:r>
          <a:r>
            <a:rPr lang="ar-SA" sz="3200" b="1" kern="1200" dirty="0" smtClean="0"/>
            <a:t>ثامنا</a:t>
          </a:r>
          <a:endParaRPr lang="en-US" sz="3200" kern="1200" dirty="0">
            <a:latin typeface="+mj-lt"/>
          </a:endParaRPr>
        </a:p>
      </dsp:txBody>
      <dsp:txXfrm>
        <a:off x="4768201" y="4104304"/>
        <a:ext cx="3367130" cy="790291"/>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25400" cap="flat" cmpd="sng" algn="ctr">
          <a:noFill/>
          <a:prstDash val="solid"/>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25400" cap="flat" cmpd="sng" algn="ctr">
          <a:noFill/>
          <a:prstDash val="solid"/>
        </a:ln>
        <a:effectLst/>
        <a:sp3d/>
      </dsp:spPr>
      <dsp:style>
        <a:lnRef idx="2">
          <a:scrgbClr r="0" g="0" b="0"/>
        </a:lnRef>
        <a:fillRef idx="1">
          <a:scrgbClr r="0" g="0" b="0"/>
        </a:fillRef>
        <a:effectRef idx="0">
          <a:scrgbClr r="0" g="0" b="0"/>
        </a:effectRef>
        <a:fontRef idx="minor">
          <a:schemeClr val="lt1"/>
        </a:fontRef>
      </dsp:style>
      <dsp:txBody>
        <a:bodyPr spcFirstLastPara="0" vert="horz" wrap="square" lIns="72390" tIns="24130" rIns="72390" bIns="24130" numCol="1" spcCol="1270" anchor="b" anchorCtr="0">
          <a:noAutofit/>
        </a:bodyPr>
        <a:lstStyle/>
        <a:p>
          <a:pPr lvl="0" algn="l" defTabSz="844550">
            <a:lnSpc>
              <a:spcPct val="90000"/>
            </a:lnSpc>
            <a:spcBef>
              <a:spcPct val="0"/>
            </a:spcBef>
            <a:spcAft>
              <a:spcPct val="35000"/>
            </a:spcAft>
          </a:pPr>
          <a:endParaRPr lang="en-US" sz="1900" kern="1200" dirty="0"/>
        </a:p>
      </dsp:txBody>
      <dsp:txXfrm>
        <a:off x="3948074" y="2327184"/>
        <a:ext cx="4295851" cy="309195"/>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8832E72-F703-4C47-AAA5-64154F10AE41}">
      <dsp:nvSpPr>
        <dsp:cNvPr id="0" name=""/>
        <dsp:cNvSpPr/>
      </dsp:nvSpPr>
      <dsp:spPr>
        <a:xfrm>
          <a:off x="-2188388" y="104625"/>
          <a:ext cx="2764815" cy="2763230"/>
        </a:xfrm>
        <a:prstGeom prst="ellipse">
          <a:avLst/>
        </a:prstGeom>
        <a:gradFill flip="none" rotWithShape="1">
          <a:gsLst>
            <a:gs pos="0">
              <a:schemeClr val="accent5">
                <a:lumMod val="40000"/>
                <a:lumOff val="60000"/>
              </a:schemeClr>
            </a:gs>
            <a:gs pos="46000">
              <a:schemeClr val="accent5">
                <a:lumMod val="95000"/>
                <a:lumOff val="5000"/>
              </a:schemeClr>
            </a:gs>
            <a:gs pos="100000">
              <a:schemeClr val="accent5">
                <a:lumMod val="60000"/>
              </a:schemeClr>
            </a:gs>
          </a:gsLst>
          <a:lin ang="8100000" scaled="0"/>
          <a:tileRect/>
        </a:gradFill>
        <a:ln w="50800" cap="flat" cmpd="sng" algn="ctr">
          <a:solidFill>
            <a:schemeClr val="bg1">
              <a:lumMod val="85000"/>
            </a:schemeClr>
          </a:solidFill>
          <a:prstDash val="solid"/>
        </a:ln>
        <a:effectLst/>
      </dsp:spPr>
      <dsp:style>
        <a:lnRef idx="2">
          <a:scrgbClr r="0" g="0" b="0"/>
        </a:lnRef>
        <a:fillRef idx="0">
          <a:scrgbClr r="0" g="0" b="0"/>
        </a:fillRef>
        <a:effectRef idx="0">
          <a:scrgbClr r="0" g="0" b="0"/>
        </a:effectRef>
        <a:fontRef idx="minor"/>
      </dsp:style>
    </dsp:sp>
    <dsp:sp modelId="{DB9E7401-3FC8-4B04-9EF3-EDD9CC5CE259}">
      <dsp:nvSpPr>
        <dsp:cNvPr id="0" name=""/>
        <dsp:cNvSpPr/>
      </dsp:nvSpPr>
      <dsp:spPr>
        <a:xfrm>
          <a:off x="369029" y="228029"/>
          <a:ext cx="9262814" cy="720001"/>
        </a:xfrm>
        <a:prstGeom prst="rect">
          <a:avLst/>
        </a:prstGeom>
        <a:solidFill>
          <a:schemeClr val="accent6"/>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66748" tIns="27940" rIns="27940" bIns="27940" numCol="1" spcCol="1270" anchor="ctr" anchorCtr="0">
          <a:noAutofit/>
        </a:bodyPr>
        <a:lstStyle/>
        <a:p>
          <a:pPr lvl="0" algn="r" defTabSz="488950">
            <a:lnSpc>
              <a:spcPct val="80000"/>
            </a:lnSpc>
            <a:spcBef>
              <a:spcPct val="0"/>
            </a:spcBef>
            <a:spcAft>
              <a:spcPct val="35000"/>
            </a:spcAft>
          </a:pPr>
          <a:endParaRPr lang="id-ID" sz="1100" kern="1200" dirty="0">
            <a:solidFill>
              <a:schemeClr val="bg1">
                <a:lumMod val="95000"/>
              </a:schemeClr>
            </a:solidFill>
          </a:endParaRPr>
        </a:p>
      </dsp:txBody>
      <dsp:txXfrm>
        <a:off x="369029" y="228029"/>
        <a:ext cx="9262814" cy="720001"/>
      </dsp:txXfrm>
    </dsp:sp>
    <dsp:sp modelId="{91E77D32-1797-407C-AD06-049179877358}">
      <dsp:nvSpPr>
        <dsp:cNvPr id="0" name=""/>
        <dsp:cNvSpPr/>
      </dsp:nvSpPr>
      <dsp:spPr>
        <a:xfrm>
          <a:off x="-44968" y="174031"/>
          <a:ext cx="827997" cy="827997"/>
        </a:xfrm>
        <a:prstGeom prst="ellipse">
          <a:avLst/>
        </a:prstGeom>
        <a:solidFill>
          <a:schemeClr val="bg1">
            <a:lumMod val="95000"/>
          </a:schemeClr>
        </a:solidFill>
        <a:ln w="50800" cap="flat" cmpd="sng" algn="ctr">
          <a:solidFill>
            <a:schemeClr val="accent6"/>
          </a:solidFill>
          <a:prstDash val="solid"/>
        </a:ln>
        <a:effectLst/>
      </dsp:spPr>
      <dsp:style>
        <a:lnRef idx="2">
          <a:scrgbClr r="0" g="0" b="0"/>
        </a:lnRef>
        <a:fillRef idx="1">
          <a:scrgbClr r="0" g="0" b="0"/>
        </a:fillRef>
        <a:effectRef idx="0">
          <a:scrgbClr r="0" g="0" b="0"/>
        </a:effectRef>
        <a:fontRef idx="minor"/>
      </dsp:style>
    </dsp:sp>
    <dsp:sp modelId="{68AC2E10-C45F-41E0-A9DE-CF8CF047EF68}">
      <dsp:nvSpPr>
        <dsp:cNvPr id="0" name=""/>
        <dsp:cNvSpPr/>
      </dsp:nvSpPr>
      <dsp:spPr>
        <a:xfrm>
          <a:off x="292303" y="1110643"/>
          <a:ext cx="9298276" cy="720001"/>
        </a:xfrm>
        <a:prstGeom prst="rect">
          <a:avLst/>
        </a:prstGeom>
        <a:solidFill>
          <a:schemeClr val="accent4"/>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66748" tIns="27940" rIns="27940" bIns="27940" numCol="1" spcCol="1270" anchor="ctr" anchorCtr="0">
          <a:noAutofit/>
        </a:bodyPr>
        <a:lstStyle/>
        <a:p>
          <a:pPr lvl="0" algn="r" defTabSz="488950">
            <a:lnSpc>
              <a:spcPct val="90000"/>
            </a:lnSpc>
            <a:spcBef>
              <a:spcPct val="0"/>
            </a:spcBef>
            <a:spcAft>
              <a:spcPct val="35000"/>
            </a:spcAft>
          </a:pPr>
          <a:endParaRPr lang="id-ID" sz="1100" kern="1200" dirty="0"/>
        </a:p>
      </dsp:txBody>
      <dsp:txXfrm>
        <a:off x="292303" y="1110643"/>
        <a:ext cx="9298276" cy="720001"/>
      </dsp:txXfrm>
    </dsp:sp>
    <dsp:sp modelId="{DBC25E09-3833-4F8F-8DF5-1C0B44C0EF9C}">
      <dsp:nvSpPr>
        <dsp:cNvPr id="0" name=""/>
        <dsp:cNvSpPr/>
      </dsp:nvSpPr>
      <dsp:spPr>
        <a:xfrm>
          <a:off x="0" y="1074840"/>
          <a:ext cx="827997" cy="827997"/>
        </a:xfrm>
        <a:prstGeom prst="ellipse">
          <a:avLst/>
        </a:prstGeom>
        <a:solidFill>
          <a:schemeClr val="lt1">
            <a:hueOff val="0"/>
            <a:satOff val="0"/>
            <a:lumOff val="0"/>
            <a:alphaOff val="0"/>
          </a:schemeClr>
        </a:solidFill>
        <a:ln w="50800" cap="flat" cmpd="sng" algn="ctr">
          <a:solidFill>
            <a:schemeClr val="accent4"/>
          </a:solidFill>
          <a:prstDash val="solid"/>
        </a:ln>
        <a:effectLst/>
      </dsp:spPr>
      <dsp:style>
        <a:lnRef idx="2">
          <a:scrgbClr r="0" g="0" b="0"/>
        </a:lnRef>
        <a:fillRef idx="1">
          <a:scrgbClr r="0" g="0" b="0"/>
        </a:fillRef>
        <a:effectRef idx="0">
          <a:scrgbClr r="0" g="0" b="0"/>
        </a:effectRef>
        <a:fontRef idx="minor"/>
      </dsp:style>
    </dsp:sp>
    <dsp:sp modelId="{E4B00987-42F8-47FB-B8AA-E97EA72147A0}">
      <dsp:nvSpPr>
        <dsp:cNvPr id="0" name=""/>
        <dsp:cNvSpPr/>
      </dsp:nvSpPr>
      <dsp:spPr>
        <a:xfrm>
          <a:off x="369029" y="1992117"/>
          <a:ext cx="9262814" cy="720001"/>
        </a:xfrm>
        <a:prstGeom prst="rect">
          <a:avLst/>
        </a:prstGeom>
        <a:solidFill>
          <a:schemeClr val="accent1"/>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66748" tIns="27940" rIns="27940" bIns="27940" numCol="1" spcCol="1270" anchor="ctr" anchorCtr="0">
          <a:noAutofit/>
        </a:bodyPr>
        <a:lstStyle/>
        <a:p>
          <a:pPr lvl="0" algn="r" defTabSz="488950">
            <a:lnSpc>
              <a:spcPct val="90000"/>
            </a:lnSpc>
            <a:spcBef>
              <a:spcPct val="0"/>
            </a:spcBef>
            <a:spcAft>
              <a:spcPct val="35000"/>
            </a:spcAft>
          </a:pPr>
          <a:endParaRPr lang="id-ID" sz="1100" kern="1200" dirty="0"/>
        </a:p>
      </dsp:txBody>
      <dsp:txXfrm>
        <a:off x="369029" y="1992117"/>
        <a:ext cx="9262814" cy="720001"/>
      </dsp:txXfrm>
    </dsp:sp>
    <dsp:sp modelId="{C7615556-BC4D-4CE9-A43D-728AF1BEA7F7}">
      <dsp:nvSpPr>
        <dsp:cNvPr id="0" name=""/>
        <dsp:cNvSpPr/>
      </dsp:nvSpPr>
      <dsp:spPr>
        <a:xfrm>
          <a:off x="-44968" y="1938119"/>
          <a:ext cx="827997" cy="827997"/>
        </a:xfrm>
        <a:prstGeom prst="ellipse">
          <a:avLst/>
        </a:prstGeom>
        <a:solidFill>
          <a:schemeClr val="bg1">
            <a:lumMod val="95000"/>
          </a:schemeClr>
        </a:solidFill>
        <a:ln w="50800" cap="flat" cmpd="sng" algn="ctr">
          <a:solidFill>
            <a:schemeClr val="accent1"/>
          </a:solidFill>
          <a:prstDash val="solid"/>
        </a:ln>
        <a:effectLst/>
      </dsp:spPr>
      <dsp:style>
        <a:lnRef idx="2">
          <a:scrgbClr r="0" g="0" b="0"/>
        </a:lnRef>
        <a:fillRef idx="1">
          <a:scrgbClr r="0" g="0" b="0"/>
        </a:fillRef>
        <a:effectRef idx="0">
          <a:scrgbClr r="0" g="0" b="0"/>
        </a:effectRef>
        <a:fontRef idx="minor"/>
      </dsp:style>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8832E72-F703-4C47-AAA5-64154F10AE41}">
      <dsp:nvSpPr>
        <dsp:cNvPr id="0" name=""/>
        <dsp:cNvSpPr/>
      </dsp:nvSpPr>
      <dsp:spPr>
        <a:xfrm>
          <a:off x="-2188388" y="104625"/>
          <a:ext cx="2764815" cy="2763230"/>
        </a:xfrm>
        <a:prstGeom prst="ellipse">
          <a:avLst/>
        </a:prstGeom>
        <a:gradFill flip="none" rotWithShape="1">
          <a:gsLst>
            <a:gs pos="0">
              <a:schemeClr val="accent5">
                <a:lumMod val="40000"/>
                <a:lumOff val="60000"/>
              </a:schemeClr>
            </a:gs>
            <a:gs pos="46000">
              <a:schemeClr val="accent5">
                <a:lumMod val="95000"/>
                <a:lumOff val="5000"/>
              </a:schemeClr>
            </a:gs>
            <a:gs pos="100000">
              <a:schemeClr val="accent5">
                <a:lumMod val="60000"/>
              </a:schemeClr>
            </a:gs>
          </a:gsLst>
          <a:lin ang="8100000" scaled="0"/>
          <a:tileRect/>
        </a:gradFill>
        <a:ln w="50800" cap="flat" cmpd="sng" algn="ctr">
          <a:solidFill>
            <a:schemeClr val="bg1">
              <a:lumMod val="85000"/>
            </a:schemeClr>
          </a:solidFill>
          <a:prstDash val="solid"/>
        </a:ln>
        <a:effectLst/>
      </dsp:spPr>
      <dsp:style>
        <a:lnRef idx="2">
          <a:scrgbClr r="0" g="0" b="0"/>
        </a:lnRef>
        <a:fillRef idx="0">
          <a:scrgbClr r="0" g="0" b="0"/>
        </a:fillRef>
        <a:effectRef idx="0">
          <a:scrgbClr r="0" g="0" b="0"/>
        </a:effectRef>
        <a:fontRef idx="minor"/>
      </dsp:style>
    </dsp:sp>
    <dsp:sp modelId="{DB9E7401-3FC8-4B04-9EF3-EDD9CC5CE259}">
      <dsp:nvSpPr>
        <dsp:cNvPr id="0" name=""/>
        <dsp:cNvSpPr/>
      </dsp:nvSpPr>
      <dsp:spPr>
        <a:xfrm>
          <a:off x="369029" y="228029"/>
          <a:ext cx="9262814" cy="720001"/>
        </a:xfrm>
        <a:prstGeom prst="rect">
          <a:avLst/>
        </a:prstGeom>
        <a:solidFill>
          <a:schemeClr val="accent6"/>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66748" tIns="27940" rIns="27940" bIns="27940" numCol="1" spcCol="1270" anchor="ctr" anchorCtr="0">
          <a:noAutofit/>
        </a:bodyPr>
        <a:lstStyle/>
        <a:p>
          <a:pPr lvl="0" algn="r" defTabSz="488950">
            <a:lnSpc>
              <a:spcPct val="80000"/>
            </a:lnSpc>
            <a:spcBef>
              <a:spcPct val="0"/>
            </a:spcBef>
            <a:spcAft>
              <a:spcPct val="35000"/>
            </a:spcAft>
          </a:pPr>
          <a:endParaRPr lang="id-ID" sz="1100" kern="1200" dirty="0">
            <a:solidFill>
              <a:schemeClr val="bg1">
                <a:lumMod val="95000"/>
              </a:schemeClr>
            </a:solidFill>
          </a:endParaRPr>
        </a:p>
      </dsp:txBody>
      <dsp:txXfrm>
        <a:off x="369029" y="228029"/>
        <a:ext cx="9262814" cy="720001"/>
      </dsp:txXfrm>
    </dsp:sp>
    <dsp:sp modelId="{91E77D32-1797-407C-AD06-049179877358}">
      <dsp:nvSpPr>
        <dsp:cNvPr id="0" name=""/>
        <dsp:cNvSpPr/>
      </dsp:nvSpPr>
      <dsp:spPr>
        <a:xfrm>
          <a:off x="-44968" y="174031"/>
          <a:ext cx="827997" cy="827997"/>
        </a:xfrm>
        <a:prstGeom prst="ellipse">
          <a:avLst/>
        </a:prstGeom>
        <a:solidFill>
          <a:schemeClr val="bg1">
            <a:lumMod val="95000"/>
          </a:schemeClr>
        </a:solidFill>
        <a:ln w="50800" cap="flat" cmpd="sng" algn="ctr">
          <a:solidFill>
            <a:schemeClr val="accent6"/>
          </a:solidFill>
          <a:prstDash val="solid"/>
        </a:ln>
        <a:effectLst/>
      </dsp:spPr>
      <dsp:style>
        <a:lnRef idx="2">
          <a:scrgbClr r="0" g="0" b="0"/>
        </a:lnRef>
        <a:fillRef idx="1">
          <a:scrgbClr r="0" g="0" b="0"/>
        </a:fillRef>
        <a:effectRef idx="0">
          <a:scrgbClr r="0" g="0" b="0"/>
        </a:effectRef>
        <a:fontRef idx="minor"/>
      </dsp:style>
    </dsp:sp>
    <dsp:sp modelId="{68AC2E10-C45F-41E0-A9DE-CF8CF047EF68}">
      <dsp:nvSpPr>
        <dsp:cNvPr id="0" name=""/>
        <dsp:cNvSpPr/>
      </dsp:nvSpPr>
      <dsp:spPr>
        <a:xfrm>
          <a:off x="292303" y="1110643"/>
          <a:ext cx="9298276" cy="720001"/>
        </a:xfrm>
        <a:prstGeom prst="rect">
          <a:avLst/>
        </a:prstGeom>
        <a:solidFill>
          <a:schemeClr val="accent4"/>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66748" tIns="27940" rIns="27940" bIns="27940" numCol="1" spcCol="1270" anchor="ctr" anchorCtr="0">
          <a:noAutofit/>
        </a:bodyPr>
        <a:lstStyle/>
        <a:p>
          <a:pPr lvl="0" algn="r" defTabSz="488950">
            <a:lnSpc>
              <a:spcPct val="90000"/>
            </a:lnSpc>
            <a:spcBef>
              <a:spcPct val="0"/>
            </a:spcBef>
            <a:spcAft>
              <a:spcPct val="35000"/>
            </a:spcAft>
          </a:pPr>
          <a:endParaRPr lang="id-ID" sz="1100" kern="1200" dirty="0"/>
        </a:p>
      </dsp:txBody>
      <dsp:txXfrm>
        <a:off x="292303" y="1110643"/>
        <a:ext cx="9298276" cy="720001"/>
      </dsp:txXfrm>
    </dsp:sp>
    <dsp:sp modelId="{DBC25E09-3833-4F8F-8DF5-1C0B44C0EF9C}">
      <dsp:nvSpPr>
        <dsp:cNvPr id="0" name=""/>
        <dsp:cNvSpPr/>
      </dsp:nvSpPr>
      <dsp:spPr>
        <a:xfrm>
          <a:off x="0" y="1074840"/>
          <a:ext cx="827997" cy="827997"/>
        </a:xfrm>
        <a:prstGeom prst="ellipse">
          <a:avLst/>
        </a:prstGeom>
        <a:solidFill>
          <a:schemeClr val="lt1">
            <a:hueOff val="0"/>
            <a:satOff val="0"/>
            <a:lumOff val="0"/>
            <a:alphaOff val="0"/>
          </a:schemeClr>
        </a:solidFill>
        <a:ln w="50800" cap="flat" cmpd="sng" algn="ctr">
          <a:solidFill>
            <a:schemeClr val="accent4"/>
          </a:solidFill>
          <a:prstDash val="solid"/>
        </a:ln>
        <a:effectLst/>
      </dsp:spPr>
      <dsp:style>
        <a:lnRef idx="2">
          <a:scrgbClr r="0" g="0" b="0"/>
        </a:lnRef>
        <a:fillRef idx="1">
          <a:scrgbClr r="0" g="0" b="0"/>
        </a:fillRef>
        <a:effectRef idx="0">
          <a:scrgbClr r="0" g="0" b="0"/>
        </a:effectRef>
        <a:fontRef idx="minor"/>
      </dsp:style>
    </dsp:sp>
    <dsp:sp modelId="{E4B00987-42F8-47FB-B8AA-E97EA72147A0}">
      <dsp:nvSpPr>
        <dsp:cNvPr id="0" name=""/>
        <dsp:cNvSpPr/>
      </dsp:nvSpPr>
      <dsp:spPr>
        <a:xfrm>
          <a:off x="369029" y="1992117"/>
          <a:ext cx="9262814" cy="720001"/>
        </a:xfrm>
        <a:prstGeom prst="rect">
          <a:avLst/>
        </a:prstGeom>
        <a:solidFill>
          <a:schemeClr val="accent1"/>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66748" tIns="27940" rIns="27940" bIns="27940" numCol="1" spcCol="1270" anchor="ctr" anchorCtr="0">
          <a:noAutofit/>
        </a:bodyPr>
        <a:lstStyle/>
        <a:p>
          <a:pPr lvl="0" algn="r" defTabSz="488950">
            <a:lnSpc>
              <a:spcPct val="90000"/>
            </a:lnSpc>
            <a:spcBef>
              <a:spcPct val="0"/>
            </a:spcBef>
            <a:spcAft>
              <a:spcPct val="35000"/>
            </a:spcAft>
          </a:pPr>
          <a:endParaRPr lang="id-ID" sz="1100" kern="1200" dirty="0"/>
        </a:p>
      </dsp:txBody>
      <dsp:txXfrm>
        <a:off x="369029" y="1992117"/>
        <a:ext cx="9262814" cy="720001"/>
      </dsp:txXfrm>
    </dsp:sp>
    <dsp:sp modelId="{C7615556-BC4D-4CE9-A43D-728AF1BEA7F7}">
      <dsp:nvSpPr>
        <dsp:cNvPr id="0" name=""/>
        <dsp:cNvSpPr/>
      </dsp:nvSpPr>
      <dsp:spPr>
        <a:xfrm>
          <a:off x="-44968" y="1938119"/>
          <a:ext cx="827997" cy="827997"/>
        </a:xfrm>
        <a:prstGeom prst="ellipse">
          <a:avLst/>
        </a:prstGeom>
        <a:solidFill>
          <a:schemeClr val="bg1">
            <a:lumMod val="95000"/>
          </a:schemeClr>
        </a:solidFill>
        <a:ln w="50800" cap="flat" cmpd="sng" algn="ctr">
          <a:solidFill>
            <a:schemeClr val="accent1"/>
          </a:solidFill>
          <a:prstDash val="solid"/>
        </a:ln>
        <a:effectLst/>
      </dsp:spPr>
      <dsp:style>
        <a:lnRef idx="2">
          <a:scrgbClr r="0" g="0" b="0"/>
        </a:lnRef>
        <a:fillRef idx="1">
          <a:scrgbClr r="0" g="0" b="0"/>
        </a:fillRef>
        <a:effectRef idx="0">
          <a:scrgbClr r="0" g="0" b="0"/>
        </a:effectRef>
        <a:fontRef idx="minor"/>
      </dsp:style>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25400" cap="flat" cmpd="sng" algn="ctr">
          <a:noFill/>
          <a:prstDash val="solid"/>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25400" cap="flat" cmpd="sng" algn="ctr">
          <a:noFill/>
          <a:prstDash val="solid"/>
        </a:ln>
        <a:effectLst/>
        <a:sp3d/>
      </dsp:spPr>
      <dsp:style>
        <a:lnRef idx="2">
          <a:scrgbClr r="0" g="0" b="0"/>
        </a:lnRef>
        <a:fillRef idx="1">
          <a:scrgbClr r="0" g="0" b="0"/>
        </a:fillRef>
        <a:effectRef idx="0">
          <a:scrgbClr r="0" g="0" b="0"/>
        </a:effectRef>
        <a:fontRef idx="minor">
          <a:schemeClr val="lt1"/>
        </a:fontRef>
      </dsp:style>
      <dsp:txBody>
        <a:bodyPr spcFirstLastPara="0" vert="horz" wrap="square" lIns="72390" tIns="24130" rIns="72390" bIns="24130" numCol="1" spcCol="1270" anchor="b" anchorCtr="0">
          <a:noAutofit/>
        </a:bodyPr>
        <a:lstStyle/>
        <a:p>
          <a:pPr lvl="0" algn="l" defTabSz="844550">
            <a:lnSpc>
              <a:spcPct val="90000"/>
            </a:lnSpc>
            <a:spcBef>
              <a:spcPct val="0"/>
            </a:spcBef>
            <a:spcAft>
              <a:spcPct val="35000"/>
            </a:spcAft>
          </a:pPr>
          <a:endParaRPr lang="en-US" sz="1900" kern="1200" dirty="0"/>
        </a:p>
      </dsp:txBody>
      <dsp:txXfrm>
        <a:off x="3948074" y="2327184"/>
        <a:ext cx="4295851" cy="309195"/>
      </dsp:txXfrm>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25400" cap="flat" cmpd="sng" algn="ctr">
          <a:noFill/>
          <a:prstDash val="solid"/>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25400" cap="flat" cmpd="sng" algn="ctr">
          <a:noFill/>
          <a:prstDash val="solid"/>
        </a:ln>
        <a:effectLst/>
        <a:sp3d/>
      </dsp:spPr>
      <dsp:style>
        <a:lnRef idx="2">
          <a:scrgbClr r="0" g="0" b="0"/>
        </a:lnRef>
        <a:fillRef idx="1">
          <a:scrgbClr r="0" g="0" b="0"/>
        </a:fillRef>
        <a:effectRef idx="0">
          <a:scrgbClr r="0" g="0" b="0"/>
        </a:effectRef>
        <a:fontRef idx="minor">
          <a:schemeClr val="lt1"/>
        </a:fontRef>
      </dsp:style>
      <dsp:txBody>
        <a:bodyPr spcFirstLastPara="0" vert="horz" wrap="square" lIns="72390" tIns="24130" rIns="72390" bIns="24130" numCol="1" spcCol="1270" anchor="b" anchorCtr="0">
          <a:noAutofit/>
        </a:bodyPr>
        <a:lstStyle/>
        <a:p>
          <a:pPr lvl="0" algn="l" defTabSz="844550">
            <a:lnSpc>
              <a:spcPct val="90000"/>
            </a:lnSpc>
            <a:spcBef>
              <a:spcPct val="0"/>
            </a:spcBef>
            <a:spcAft>
              <a:spcPct val="35000"/>
            </a:spcAft>
          </a:pPr>
          <a:endParaRPr lang="en-US" sz="1900" kern="1200" dirty="0"/>
        </a:p>
      </dsp:txBody>
      <dsp:txXfrm>
        <a:off x="3948074" y="2327184"/>
        <a:ext cx="4295851" cy="309195"/>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25400" cap="flat" cmpd="sng" algn="ctr">
          <a:noFill/>
          <a:prstDash val="solid"/>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25400" cap="flat" cmpd="sng" algn="ctr">
          <a:noFill/>
          <a:prstDash val="solid"/>
        </a:ln>
        <a:effectLst/>
        <a:sp3d/>
      </dsp:spPr>
      <dsp:style>
        <a:lnRef idx="2">
          <a:scrgbClr r="0" g="0" b="0"/>
        </a:lnRef>
        <a:fillRef idx="1">
          <a:scrgbClr r="0" g="0" b="0"/>
        </a:fillRef>
        <a:effectRef idx="0">
          <a:scrgbClr r="0" g="0" b="0"/>
        </a:effectRef>
        <a:fontRef idx="minor">
          <a:schemeClr val="lt1"/>
        </a:fontRef>
      </dsp:style>
      <dsp:txBody>
        <a:bodyPr spcFirstLastPara="0" vert="horz" wrap="square" lIns="72390" tIns="24130" rIns="72390" bIns="24130" numCol="1" spcCol="1270" anchor="b" anchorCtr="0">
          <a:noAutofit/>
        </a:bodyPr>
        <a:lstStyle/>
        <a:p>
          <a:pPr lvl="0" algn="l" defTabSz="844550">
            <a:lnSpc>
              <a:spcPct val="90000"/>
            </a:lnSpc>
            <a:spcBef>
              <a:spcPct val="0"/>
            </a:spcBef>
            <a:spcAft>
              <a:spcPct val="35000"/>
            </a:spcAft>
          </a:pPr>
          <a:endParaRPr lang="en-US" sz="1900" kern="1200" dirty="0"/>
        </a:p>
      </dsp:txBody>
      <dsp:txXfrm>
        <a:off x="3948074" y="2327184"/>
        <a:ext cx="4295851" cy="309195"/>
      </dsp:txXfrm>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25400" cap="flat" cmpd="sng" algn="ctr">
          <a:noFill/>
          <a:prstDash val="solid"/>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25400" cap="flat" cmpd="sng" algn="ctr">
          <a:noFill/>
          <a:prstDash val="solid"/>
        </a:ln>
        <a:effectLst/>
        <a:sp3d/>
      </dsp:spPr>
      <dsp:style>
        <a:lnRef idx="2">
          <a:scrgbClr r="0" g="0" b="0"/>
        </a:lnRef>
        <a:fillRef idx="1">
          <a:scrgbClr r="0" g="0" b="0"/>
        </a:fillRef>
        <a:effectRef idx="0">
          <a:scrgbClr r="0" g="0" b="0"/>
        </a:effectRef>
        <a:fontRef idx="minor">
          <a:schemeClr val="lt1"/>
        </a:fontRef>
      </dsp:style>
      <dsp:txBody>
        <a:bodyPr spcFirstLastPara="0" vert="horz" wrap="square" lIns="72390" tIns="24130" rIns="72390" bIns="24130" numCol="1" spcCol="1270" anchor="b" anchorCtr="0">
          <a:noAutofit/>
        </a:bodyPr>
        <a:lstStyle/>
        <a:p>
          <a:pPr lvl="0" algn="l" defTabSz="844550">
            <a:lnSpc>
              <a:spcPct val="90000"/>
            </a:lnSpc>
            <a:spcBef>
              <a:spcPct val="0"/>
            </a:spcBef>
            <a:spcAft>
              <a:spcPct val="35000"/>
            </a:spcAft>
          </a:pPr>
          <a:endParaRPr lang="en-US" sz="1900" kern="1200" dirty="0"/>
        </a:p>
      </dsp:txBody>
      <dsp:txXfrm>
        <a:off x="3948074" y="2327184"/>
        <a:ext cx="4295851" cy="309195"/>
      </dsp:txXfrm>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9C58491-6977-44BF-A47A-FE1E5D4EDCF5}">
      <dsp:nvSpPr>
        <dsp:cNvPr id="0" name=""/>
        <dsp:cNvSpPr/>
      </dsp:nvSpPr>
      <dsp:spPr>
        <a:xfrm>
          <a:off x="430555" y="691148"/>
          <a:ext cx="6335330" cy="1586075"/>
        </a:xfrm>
        <a:prstGeom prst="rightArrow">
          <a:avLst>
            <a:gd name="adj1" fmla="val 50000"/>
            <a:gd name="adj2" fmla="val 50000"/>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254000" bIns="197225" numCol="1" spcCol="1270" anchor="ctr" anchorCtr="0">
          <a:noAutofit/>
        </a:bodyPr>
        <a:lstStyle/>
        <a:p>
          <a:pPr lvl="0" algn="ctr" defTabSz="1422400" rtl="1">
            <a:lnSpc>
              <a:spcPct val="90000"/>
            </a:lnSpc>
            <a:spcBef>
              <a:spcPct val="0"/>
            </a:spcBef>
            <a:spcAft>
              <a:spcPct val="35000"/>
            </a:spcAft>
          </a:pPr>
          <a:r>
            <a:rPr lang="ar-SA" sz="3200" b="1" kern="1200" dirty="0" smtClean="0"/>
            <a:t>أولاً</a:t>
          </a:r>
          <a:endParaRPr lang="en-US" sz="3200" b="1" kern="1200" dirty="0" smtClean="0"/>
        </a:p>
      </dsp:txBody>
      <dsp:txXfrm>
        <a:off x="430555" y="1087667"/>
        <a:ext cx="5938811" cy="793037"/>
      </dsp:txXfrm>
    </dsp:sp>
    <dsp:sp modelId="{FD788759-3423-4F29-9A6E-7DEBD1F7DFE8}">
      <dsp:nvSpPr>
        <dsp:cNvPr id="0" name=""/>
        <dsp:cNvSpPr/>
      </dsp:nvSpPr>
      <dsp:spPr>
        <a:xfrm>
          <a:off x="3001302" y="1730482"/>
          <a:ext cx="5175652" cy="1692905"/>
        </a:xfrm>
        <a:prstGeom prst="rightArrow">
          <a:avLst>
            <a:gd name="adj1" fmla="val 50000"/>
            <a:gd name="adj2" fmla="val 50000"/>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254000" bIns="197225" numCol="1" spcCol="1270" anchor="ctr" anchorCtr="0">
          <a:noAutofit/>
        </a:bodyPr>
        <a:lstStyle/>
        <a:p>
          <a:pPr lvl="0" algn="ctr" defTabSz="1066800">
            <a:lnSpc>
              <a:spcPct val="90000"/>
            </a:lnSpc>
            <a:spcBef>
              <a:spcPct val="0"/>
            </a:spcBef>
            <a:spcAft>
              <a:spcPct val="35000"/>
            </a:spcAft>
          </a:pPr>
          <a:r>
            <a:rPr lang="id-ID" sz="2400" kern="1200" dirty="0" smtClean="0">
              <a:latin typeface="+mj-lt"/>
            </a:rPr>
            <a:t>               </a:t>
          </a:r>
          <a:r>
            <a:rPr lang="ar-SA" sz="3200" b="1" kern="1200" dirty="0" smtClean="0">
              <a:latin typeface="+mj-lt"/>
            </a:rPr>
            <a:t>ثانياً</a:t>
          </a:r>
          <a:endParaRPr lang="en-US" sz="2400" b="1" kern="1200" dirty="0" smtClean="0">
            <a:latin typeface="+mj-lt"/>
          </a:endParaRPr>
        </a:p>
      </dsp:txBody>
      <dsp:txXfrm>
        <a:off x="3001302" y="2153708"/>
        <a:ext cx="4752426" cy="846453"/>
      </dsp:txXfrm>
    </dsp:sp>
    <dsp:sp modelId="{3C5138F7-F7EB-4421-9D29-30667609D5DF}">
      <dsp:nvSpPr>
        <dsp:cNvPr id="0" name=""/>
        <dsp:cNvSpPr/>
      </dsp:nvSpPr>
      <dsp:spPr>
        <a:xfrm>
          <a:off x="4768201" y="3044426"/>
          <a:ext cx="3762276" cy="1580583"/>
        </a:xfrm>
        <a:prstGeom prst="rightArrow">
          <a:avLst>
            <a:gd name="adj1" fmla="val 50000"/>
            <a:gd name="adj2" fmla="val 50000"/>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254000" bIns="197225" numCol="1" spcCol="1270" anchor="ctr" anchorCtr="0">
          <a:noAutofit/>
        </a:bodyPr>
        <a:lstStyle/>
        <a:p>
          <a:pPr lvl="0" algn="ctr" defTabSz="1066800">
            <a:lnSpc>
              <a:spcPct val="90000"/>
            </a:lnSpc>
            <a:spcBef>
              <a:spcPct val="0"/>
            </a:spcBef>
            <a:spcAft>
              <a:spcPct val="35000"/>
            </a:spcAft>
          </a:pPr>
          <a:r>
            <a:rPr lang="id-ID" sz="2400" kern="1200" dirty="0" smtClean="0">
              <a:latin typeface="+mj-lt"/>
            </a:rPr>
            <a:t>       </a:t>
          </a:r>
          <a:r>
            <a:rPr lang="ar-SA" sz="3200" kern="1200" dirty="0" smtClean="0">
              <a:latin typeface="+mj-lt"/>
            </a:rPr>
            <a:t>ثالثاً</a:t>
          </a:r>
          <a:endParaRPr lang="en-US" sz="2400" kern="1200" dirty="0" smtClean="0">
            <a:latin typeface="+mj-lt"/>
          </a:endParaRPr>
        </a:p>
      </dsp:txBody>
      <dsp:txXfrm>
        <a:off x="4768201" y="3439572"/>
        <a:ext cx="3367130" cy="790291"/>
      </dsp:txXfrm>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9C58491-6977-44BF-A47A-FE1E5D4EDCF5}">
      <dsp:nvSpPr>
        <dsp:cNvPr id="0" name=""/>
        <dsp:cNvSpPr/>
      </dsp:nvSpPr>
      <dsp:spPr>
        <a:xfrm>
          <a:off x="693587" y="538368"/>
          <a:ext cx="6335330" cy="1586271"/>
        </a:xfrm>
        <a:prstGeom prst="rightArrow">
          <a:avLst>
            <a:gd name="adj1" fmla="val 50000"/>
            <a:gd name="adj2" fmla="val 50000"/>
          </a:avLst>
        </a:prstGeom>
        <a:solidFill>
          <a:srgbClr val="C00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254000" bIns="197249" numCol="1" spcCol="1270" anchor="ctr" anchorCtr="0">
          <a:noAutofit/>
        </a:bodyPr>
        <a:lstStyle/>
        <a:p>
          <a:pPr lvl="0" algn="ctr" defTabSz="1422400" rtl="1">
            <a:lnSpc>
              <a:spcPct val="90000"/>
            </a:lnSpc>
            <a:spcBef>
              <a:spcPct val="0"/>
            </a:spcBef>
            <a:spcAft>
              <a:spcPct val="35000"/>
            </a:spcAft>
          </a:pPr>
          <a:r>
            <a:rPr lang="ar-SA" sz="3200" b="1" kern="1200" dirty="0" smtClean="0"/>
            <a:t>رابعاً</a:t>
          </a:r>
          <a:endParaRPr lang="en-US" sz="3200" b="1" kern="1200" dirty="0" smtClean="0"/>
        </a:p>
      </dsp:txBody>
      <dsp:txXfrm>
        <a:off x="693587" y="934936"/>
        <a:ext cx="5938762" cy="793135"/>
      </dsp:txXfrm>
    </dsp:sp>
    <dsp:sp modelId="{FD788759-3423-4F29-9A6E-7DEBD1F7DFE8}">
      <dsp:nvSpPr>
        <dsp:cNvPr id="0" name=""/>
        <dsp:cNvSpPr/>
      </dsp:nvSpPr>
      <dsp:spPr>
        <a:xfrm>
          <a:off x="4403578" y="2268508"/>
          <a:ext cx="4023845" cy="1693115"/>
        </a:xfrm>
        <a:prstGeom prst="rightArrow">
          <a:avLst>
            <a:gd name="adj1" fmla="val 50000"/>
            <a:gd name="adj2" fmla="val 50000"/>
          </a:avLst>
        </a:prstGeom>
        <a:solidFill>
          <a:srgbClr val="00206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254000" bIns="197249" numCol="1" spcCol="1270" anchor="ctr" anchorCtr="0">
          <a:noAutofit/>
        </a:bodyPr>
        <a:lstStyle/>
        <a:p>
          <a:pPr lvl="0" algn="ctr" defTabSz="1066800">
            <a:lnSpc>
              <a:spcPct val="90000"/>
            </a:lnSpc>
            <a:spcBef>
              <a:spcPct val="0"/>
            </a:spcBef>
            <a:spcAft>
              <a:spcPct val="35000"/>
            </a:spcAft>
          </a:pPr>
          <a:r>
            <a:rPr lang="id-ID" sz="2400" kern="1200" dirty="0" smtClean="0">
              <a:latin typeface="+mj-lt"/>
            </a:rPr>
            <a:t>               </a:t>
          </a:r>
          <a:r>
            <a:rPr lang="ar-SA" sz="3200" kern="1200" dirty="0" smtClean="0">
              <a:latin typeface="+mj-lt"/>
            </a:rPr>
            <a:t>خامسا</a:t>
          </a:r>
          <a:endParaRPr lang="en-US" sz="2400" kern="1200" dirty="0" smtClean="0">
            <a:latin typeface="+mj-lt"/>
          </a:endParaRPr>
        </a:p>
      </dsp:txBody>
      <dsp:txXfrm>
        <a:off x="4403578" y="2691787"/>
        <a:ext cx="3600566" cy="846557"/>
      </dsp:txXfrm>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BE4EBA2-87D2-4FD8-B6F8-F63763B1BB97}">
      <dsp:nvSpPr>
        <dsp:cNvPr id="0" name=""/>
        <dsp:cNvSpPr/>
      </dsp:nvSpPr>
      <dsp:spPr>
        <a:xfrm>
          <a:off x="2045532" y="2329506"/>
          <a:ext cx="579565" cy="687885"/>
        </a:xfrm>
        <a:custGeom>
          <a:avLst/>
          <a:gdLst/>
          <a:ahLst/>
          <a:cxnLst/>
          <a:rect l="0" t="0" r="0" b="0"/>
          <a:pathLst>
            <a:path>
              <a:moveTo>
                <a:pt x="0" y="0"/>
              </a:moveTo>
              <a:lnTo>
                <a:pt x="289782" y="0"/>
              </a:lnTo>
              <a:lnTo>
                <a:pt x="289782" y="687885"/>
              </a:lnTo>
              <a:lnTo>
                <a:pt x="579565" y="687885"/>
              </a:lnTo>
            </a:path>
          </a:pathLst>
        </a:custGeom>
        <a:noFill/>
        <a:ln w="25400" cap="flat" cmpd="sng" algn="ctr">
          <a:solidFill>
            <a:schemeClr val="tx2">
              <a:lumMod val="5000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312828" y="2650961"/>
        <a:ext cx="44974" cy="44974"/>
      </dsp:txXfrm>
    </dsp:sp>
    <dsp:sp modelId="{4CDB22AB-2A8B-40A4-BFFC-C3B361EBAD77}">
      <dsp:nvSpPr>
        <dsp:cNvPr id="0" name=""/>
        <dsp:cNvSpPr/>
      </dsp:nvSpPr>
      <dsp:spPr>
        <a:xfrm>
          <a:off x="2045532" y="1641620"/>
          <a:ext cx="579565" cy="687885"/>
        </a:xfrm>
        <a:custGeom>
          <a:avLst/>
          <a:gdLst/>
          <a:ahLst/>
          <a:cxnLst/>
          <a:rect l="0" t="0" r="0" b="0"/>
          <a:pathLst>
            <a:path>
              <a:moveTo>
                <a:pt x="0" y="687885"/>
              </a:moveTo>
              <a:lnTo>
                <a:pt x="289782" y="687885"/>
              </a:lnTo>
              <a:lnTo>
                <a:pt x="289782" y="0"/>
              </a:lnTo>
              <a:lnTo>
                <a:pt x="579565" y="0"/>
              </a:lnTo>
            </a:path>
          </a:pathLst>
        </a:custGeom>
        <a:noFill/>
        <a:ln w="25400" cap="flat" cmpd="sng" algn="ctr">
          <a:solidFill>
            <a:schemeClr val="tx2">
              <a:lumMod val="5000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312828" y="1963076"/>
        <a:ext cx="44974" cy="44974"/>
      </dsp:txXfrm>
    </dsp:sp>
    <dsp:sp modelId="{5A2036BD-28B1-47A2-8950-B30AD0C87495}">
      <dsp:nvSpPr>
        <dsp:cNvPr id="0" name=""/>
        <dsp:cNvSpPr/>
      </dsp:nvSpPr>
      <dsp:spPr>
        <a:xfrm rot="16200000">
          <a:off x="-721168" y="1887763"/>
          <a:ext cx="4649916" cy="883484"/>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ar-SA" sz="2400" b="1" kern="1200" dirty="0" smtClean="0"/>
            <a:t>أهم مميزات موقع تيد التعليمي، في النقاط التالية: </a:t>
          </a:r>
          <a:endParaRPr lang="en-US" sz="2400" kern="1200" dirty="0"/>
        </a:p>
      </dsp:txBody>
      <dsp:txXfrm>
        <a:off x="-721168" y="1887763"/>
        <a:ext cx="4649916" cy="883484"/>
      </dsp:txXfrm>
    </dsp:sp>
    <dsp:sp modelId="{F6FB5295-9529-4704-9BC6-BB7327F79681}">
      <dsp:nvSpPr>
        <dsp:cNvPr id="0" name=""/>
        <dsp:cNvSpPr/>
      </dsp:nvSpPr>
      <dsp:spPr>
        <a:xfrm>
          <a:off x="2625098" y="1064171"/>
          <a:ext cx="5185402" cy="1154899"/>
        </a:xfrm>
        <a:prstGeom prst="rect">
          <a:avLst/>
        </a:prstGeom>
        <a:solidFill>
          <a:schemeClr val="accent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ar-SA" sz="2800" b="1" kern="1200" dirty="0" smtClean="0"/>
            <a:t>سهولة إنشاء دروس تعليمية تفاعلية خاصة، فهي تعتمد على فيديوهات معدة سابقًا.</a:t>
          </a:r>
          <a:endParaRPr lang="en-US" sz="2800" b="1" kern="1200" dirty="0">
            <a:latin typeface="Bebas Neue" panose="020B0606020202050201" pitchFamily="34" charset="0"/>
          </a:endParaRPr>
        </a:p>
      </dsp:txBody>
      <dsp:txXfrm>
        <a:off x="2625098" y="1064171"/>
        <a:ext cx="5185402" cy="1154899"/>
      </dsp:txXfrm>
    </dsp:sp>
    <dsp:sp modelId="{5605C233-11D8-4AEB-948C-11D75975D535}">
      <dsp:nvSpPr>
        <dsp:cNvPr id="0" name=""/>
        <dsp:cNvSpPr/>
      </dsp:nvSpPr>
      <dsp:spPr>
        <a:xfrm>
          <a:off x="2625098" y="2439941"/>
          <a:ext cx="5185402" cy="1154899"/>
        </a:xfrm>
        <a:prstGeom prst="rect">
          <a:avLst/>
        </a:prstGeom>
        <a:solidFill>
          <a:schemeClr val="accent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ar-SA" sz="2800" kern="1200" dirty="0" smtClean="0"/>
            <a:t>تفاعل الطلاب مع الدروس من خلال التعليق على الفيديو أو الإجابة على الأسئلة والأنشطة</a:t>
          </a:r>
          <a:endParaRPr lang="en-US" sz="2800" b="1" kern="1200" dirty="0"/>
        </a:p>
      </dsp:txBody>
      <dsp:txXfrm>
        <a:off x="2625098" y="2439941"/>
        <a:ext cx="5185402" cy="1154899"/>
      </dsp:txXfrm>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BE4EBA2-87D2-4FD8-B6F8-F63763B1BB97}">
      <dsp:nvSpPr>
        <dsp:cNvPr id="0" name=""/>
        <dsp:cNvSpPr/>
      </dsp:nvSpPr>
      <dsp:spPr>
        <a:xfrm>
          <a:off x="2045532" y="2329506"/>
          <a:ext cx="579565" cy="687885"/>
        </a:xfrm>
        <a:custGeom>
          <a:avLst/>
          <a:gdLst/>
          <a:ahLst/>
          <a:cxnLst/>
          <a:rect l="0" t="0" r="0" b="0"/>
          <a:pathLst>
            <a:path>
              <a:moveTo>
                <a:pt x="0" y="0"/>
              </a:moveTo>
              <a:lnTo>
                <a:pt x="289782" y="0"/>
              </a:lnTo>
              <a:lnTo>
                <a:pt x="289782" y="687885"/>
              </a:lnTo>
              <a:lnTo>
                <a:pt x="579565" y="687885"/>
              </a:lnTo>
            </a:path>
          </a:pathLst>
        </a:custGeom>
        <a:noFill/>
        <a:ln w="25400" cap="flat" cmpd="sng" algn="ctr">
          <a:solidFill>
            <a:schemeClr val="tx2">
              <a:lumMod val="5000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312828" y="2650961"/>
        <a:ext cx="44974" cy="44974"/>
      </dsp:txXfrm>
    </dsp:sp>
    <dsp:sp modelId="{4CDB22AB-2A8B-40A4-BFFC-C3B361EBAD77}">
      <dsp:nvSpPr>
        <dsp:cNvPr id="0" name=""/>
        <dsp:cNvSpPr/>
      </dsp:nvSpPr>
      <dsp:spPr>
        <a:xfrm>
          <a:off x="2045532" y="1641620"/>
          <a:ext cx="579565" cy="687885"/>
        </a:xfrm>
        <a:custGeom>
          <a:avLst/>
          <a:gdLst/>
          <a:ahLst/>
          <a:cxnLst/>
          <a:rect l="0" t="0" r="0" b="0"/>
          <a:pathLst>
            <a:path>
              <a:moveTo>
                <a:pt x="0" y="687885"/>
              </a:moveTo>
              <a:lnTo>
                <a:pt x="289782" y="687885"/>
              </a:lnTo>
              <a:lnTo>
                <a:pt x="289782" y="0"/>
              </a:lnTo>
              <a:lnTo>
                <a:pt x="579565" y="0"/>
              </a:lnTo>
            </a:path>
          </a:pathLst>
        </a:custGeom>
        <a:noFill/>
        <a:ln w="25400" cap="flat" cmpd="sng" algn="ctr">
          <a:solidFill>
            <a:schemeClr val="tx2">
              <a:lumMod val="5000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312828" y="1963076"/>
        <a:ext cx="44974" cy="44974"/>
      </dsp:txXfrm>
    </dsp:sp>
    <dsp:sp modelId="{5A2036BD-28B1-47A2-8950-B30AD0C87495}">
      <dsp:nvSpPr>
        <dsp:cNvPr id="0" name=""/>
        <dsp:cNvSpPr/>
      </dsp:nvSpPr>
      <dsp:spPr>
        <a:xfrm rot="16200000">
          <a:off x="-721168" y="1887763"/>
          <a:ext cx="4649916" cy="883484"/>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ar-SA" sz="2400" b="1" kern="1200" dirty="0" smtClean="0"/>
            <a:t>أهم مميزات موقع تيد التعليمي، في النقاط التالية: </a:t>
          </a:r>
          <a:endParaRPr lang="en-US" sz="2400" kern="1200" dirty="0"/>
        </a:p>
      </dsp:txBody>
      <dsp:txXfrm>
        <a:off x="-721168" y="1887763"/>
        <a:ext cx="4649916" cy="883484"/>
      </dsp:txXfrm>
    </dsp:sp>
    <dsp:sp modelId="{F6FB5295-9529-4704-9BC6-BB7327F79681}">
      <dsp:nvSpPr>
        <dsp:cNvPr id="0" name=""/>
        <dsp:cNvSpPr/>
      </dsp:nvSpPr>
      <dsp:spPr>
        <a:xfrm>
          <a:off x="2625098" y="1064171"/>
          <a:ext cx="5185402" cy="1154899"/>
        </a:xfrm>
        <a:prstGeom prst="rect">
          <a:avLst/>
        </a:prstGeom>
        <a:solidFill>
          <a:schemeClr val="accent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rtl="1">
            <a:lnSpc>
              <a:spcPct val="90000"/>
            </a:lnSpc>
            <a:spcBef>
              <a:spcPct val="0"/>
            </a:spcBef>
            <a:spcAft>
              <a:spcPct val="35000"/>
            </a:spcAft>
          </a:pPr>
          <a:r>
            <a:rPr lang="ar-SA" sz="2800" b="1" kern="1200" dirty="0" smtClean="0"/>
            <a:t>إضافة أسئلة وأنشطة بعد كل درس تعليمي يتم نشره</a:t>
          </a:r>
          <a:endParaRPr lang="en-US" sz="2800" b="1" kern="1200" dirty="0">
            <a:latin typeface="Bebas Neue" panose="020B0606020202050201" pitchFamily="34" charset="0"/>
          </a:endParaRPr>
        </a:p>
      </dsp:txBody>
      <dsp:txXfrm>
        <a:off x="2625098" y="1064171"/>
        <a:ext cx="5185402" cy="1154899"/>
      </dsp:txXfrm>
    </dsp:sp>
    <dsp:sp modelId="{5605C233-11D8-4AEB-948C-11D75975D535}">
      <dsp:nvSpPr>
        <dsp:cNvPr id="0" name=""/>
        <dsp:cNvSpPr/>
      </dsp:nvSpPr>
      <dsp:spPr>
        <a:xfrm>
          <a:off x="2625098" y="2439941"/>
          <a:ext cx="5185402" cy="1154899"/>
        </a:xfrm>
        <a:prstGeom prst="rect">
          <a:avLst/>
        </a:prstGeom>
        <a:solidFill>
          <a:schemeClr val="accent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rtl="1">
            <a:lnSpc>
              <a:spcPct val="90000"/>
            </a:lnSpc>
            <a:spcBef>
              <a:spcPct val="0"/>
            </a:spcBef>
            <a:spcAft>
              <a:spcPct val="35000"/>
            </a:spcAft>
          </a:pPr>
          <a:r>
            <a:rPr lang="ar-SA" sz="2800" kern="1200" dirty="0" smtClean="0"/>
            <a:t>خاصية التعديل على الدروس وإعادة تشكيلها مرة اخرى وإضافة أسئلة وأنشطة أخرى</a:t>
          </a:r>
          <a:endParaRPr lang="en-US" sz="2800" b="1" kern="1200" dirty="0"/>
        </a:p>
      </dsp:txBody>
      <dsp:txXfrm>
        <a:off x="2625098" y="2439941"/>
        <a:ext cx="5185402" cy="1154899"/>
      </dsp:txXfrm>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BE4EBA2-87D2-4FD8-B6F8-F63763B1BB97}">
      <dsp:nvSpPr>
        <dsp:cNvPr id="0" name=""/>
        <dsp:cNvSpPr/>
      </dsp:nvSpPr>
      <dsp:spPr>
        <a:xfrm>
          <a:off x="1659222" y="2329506"/>
          <a:ext cx="1047391" cy="687885"/>
        </a:xfrm>
        <a:custGeom>
          <a:avLst/>
          <a:gdLst/>
          <a:ahLst/>
          <a:cxnLst/>
          <a:rect l="0" t="0" r="0" b="0"/>
          <a:pathLst>
            <a:path>
              <a:moveTo>
                <a:pt x="0" y="0"/>
              </a:moveTo>
              <a:lnTo>
                <a:pt x="523695" y="0"/>
              </a:lnTo>
              <a:lnTo>
                <a:pt x="523695" y="687885"/>
              </a:lnTo>
              <a:lnTo>
                <a:pt x="1047391" y="687885"/>
              </a:lnTo>
            </a:path>
          </a:pathLst>
        </a:custGeom>
        <a:noFill/>
        <a:ln w="25400" cap="flat" cmpd="sng" algn="ctr">
          <a:solidFill>
            <a:schemeClr val="tx2">
              <a:lumMod val="5000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151591" y="2642121"/>
        <a:ext cx="62654" cy="62654"/>
      </dsp:txXfrm>
    </dsp:sp>
    <dsp:sp modelId="{4CDB22AB-2A8B-40A4-BFFC-C3B361EBAD77}">
      <dsp:nvSpPr>
        <dsp:cNvPr id="0" name=""/>
        <dsp:cNvSpPr/>
      </dsp:nvSpPr>
      <dsp:spPr>
        <a:xfrm>
          <a:off x="1659222" y="1641620"/>
          <a:ext cx="1047391" cy="687885"/>
        </a:xfrm>
        <a:custGeom>
          <a:avLst/>
          <a:gdLst/>
          <a:ahLst/>
          <a:cxnLst/>
          <a:rect l="0" t="0" r="0" b="0"/>
          <a:pathLst>
            <a:path>
              <a:moveTo>
                <a:pt x="0" y="687885"/>
              </a:moveTo>
              <a:lnTo>
                <a:pt x="523695" y="687885"/>
              </a:lnTo>
              <a:lnTo>
                <a:pt x="523695" y="0"/>
              </a:lnTo>
              <a:lnTo>
                <a:pt x="1047391" y="0"/>
              </a:lnTo>
            </a:path>
          </a:pathLst>
        </a:custGeom>
        <a:noFill/>
        <a:ln w="25400" cap="flat" cmpd="sng" algn="ctr">
          <a:solidFill>
            <a:schemeClr val="tx2">
              <a:lumMod val="5000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151591" y="1954236"/>
        <a:ext cx="62654" cy="62654"/>
      </dsp:txXfrm>
    </dsp:sp>
    <dsp:sp modelId="{5A2036BD-28B1-47A2-8950-B30AD0C87495}">
      <dsp:nvSpPr>
        <dsp:cNvPr id="0" name=""/>
        <dsp:cNvSpPr/>
      </dsp:nvSpPr>
      <dsp:spPr>
        <a:xfrm rot="16200000">
          <a:off x="-1107477" y="1887763"/>
          <a:ext cx="4649916" cy="883484"/>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ar-SA" sz="2400" b="1" kern="1200" dirty="0" smtClean="0"/>
            <a:t>استخدامات الفيسبوك في التعليم والتعلم</a:t>
          </a:r>
          <a:endParaRPr lang="en-US" sz="2400" kern="1200" dirty="0"/>
        </a:p>
      </dsp:txBody>
      <dsp:txXfrm>
        <a:off x="-1107477" y="1887763"/>
        <a:ext cx="4649916" cy="883484"/>
      </dsp:txXfrm>
    </dsp:sp>
    <dsp:sp modelId="{F6FB5295-9529-4704-9BC6-BB7327F79681}">
      <dsp:nvSpPr>
        <dsp:cNvPr id="0" name=""/>
        <dsp:cNvSpPr/>
      </dsp:nvSpPr>
      <dsp:spPr>
        <a:xfrm>
          <a:off x="2706613" y="1064171"/>
          <a:ext cx="5958021" cy="1154899"/>
        </a:xfrm>
        <a:prstGeom prst="rect">
          <a:avLst/>
        </a:prstGeom>
        <a:solidFill>
          <a:schemeClr val="accent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ar-SA" sz="2800" b="1" kern="1200" dirty="0" smtClean="0"/>
            <a:t>‌تساعد في إنشاء مجتمع تعليمي للتواصل حول موضوع التعلم وتبادل المعارف والأفكار.</a:t>
          </a:r>
          <a:endParaRPr lang="en-US" sz="2800" b="1" kern="1200" dirty="0">
            <a:latin typeface="Bebas Neue" panose="020B0606020202050201" pitchFamily="34" charset="0"/>
          </a:endParaRPr>
        </a:p>
      </dsp:txBody>
      <dsp:txXfrm>
        <a:off x="2706613" y="1064171"/>
        <a:ext cx="5958021" cy="1154899"/>
      </dsp:txXfrm>
    </dsp:sp>
    <dsp:sp modelId="{5605C233-11D8-4AEB-948C-11D75975D535}">
      <dsp:nvSpPr>
        <dsp:cNvPr id="0" name=""/>
        <dsp:cNvSpPr/>
      </dsp:nvSpPr>
      <dsp:spPr>
        <a:xfrm>
          <a:off x="2706613" y="2439941"/>
          <a:ext cx="5958021" cy="1154899"/>
        </a:xfrm>
        <a:prstGeom prst="rect">
          <a:avLst/>
        </a:prstGeom>
        <a:solidFill>
          <a:schemeClr val="accent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rtl="1">
            <a:lnSpc>
              <a:spcPct val="90000"/>
            </a:lnSpc>
            <a:spcBef>
              <a:spcPct val="0"/>
            </a:spcBef>
            <a:spcAft>
              <a:spcPct val="35000"/>
            </a:spcAft>
          </a:pPr>
          <a:r>
            <a:rPr lang="ar-SA" sz="2800" b="1" kern="1200" dirty="0" smtClean="0"/>
            <a:t>نشر الصور ومقاطع الفيديو التعليمية المناسبة للمادة وتبادلها بين الطلاب والمهتمين</a:t>
          </a:r>
          <a:endParaRPr lang="en-US" sz="2800" b="1" kern="1200" dirty="0"/>
        </a:p>
      </dsp:txBody>
      <dsp:txXfrm>
        <a:off x="2706613" y="2439941"/>
        <a:ext cx="5958021" cy="1154899"/>
      </dsp:txXfrm>
    </dsp:sp>
  </dsp:spTree>
</dsp:drawing>
</file>

<file path=ppt/diagrams/drawing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CA47142-B88B-424F-A650-0D5A765C6628}">
      <dsp:nvSpPr>
        <dsp:cNvPr id="0" name=""/>
        <dsp:cNvSpPr/>
      </dsp:nvSpPr>
      <dsp:spPr>
        <a:xfrm>
          <a:off x="1473357" y="2329506"/>
          <a:ext cx="1047391" cy="1375770"/>
        </a:xfrm>
        <a:custGeom>
          <a:avLst/>
          <a:gdLst/>
          <a:ahLst/>
          <a:cxnLst/>
          <a:rect l="0" t="0" r="0" b="0"/>
          <a:pathLst>
            <a:path>
              <a:moveTo>
                <a:pt x="0" y="0"/>
              </a:moveTo>
              <a:lnTo>
                <a:pt x="523695" y="0"/>
              </a:lnTo>
              <a:lnTo>
                <a:pt x="523695" y="1375770"/>
              </a:lnTo>
              <a:lnTo>
                <a:pt x="1047391" y="1375770"/>
              </a:lnTo>
            </a:path>
          </a:pathLst>
        </a:custGeom>
        <a:noFill/>
        <a:ln w="25400" cap="flat" cmpd="sng" algn="ctr">
          <a:solidFill>
            <a:schemeClr val="tx2">
              <a:lumMod val="5000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66700">
            <a:lnSpc>
              <a:spcPct val="90000"/>
            </a:lnSpc>
            <a:spcBef>
              <a:spcPct val="0"/>
            </a:spcBef>
            <a:spcAft>
              <a:spcPct val="35000"/>
            </a:spcAft>
          </a:pPr>
          <a:endParaRPr lang="en-US" sz="600" kern="1200"/>
        </a:p>
      </dsp:txBody>
      <dsp:txXfrm>
        <a:off x="1953825" y="2974163"/>
        <a:ext cx="86454" cy="86454"/>
      </dsp:txXfrm>
    </dsp:sp>
    <dsp:sp modelId="{5BE4EBA2-87D2-4FD8-B6F8-F63763B1BB97}">
      <dsp:nvSpPr>
        <dsp:cNvPr id="0" name=""/>
        <dsp:cNvSpPr/>
      </dsp:nvSpPr>
      <dsp:spPr>
        <a:xfrm>
          <a:off x="1473357" y="2283785"/>
          <a:ext cx="1047391" cy="91440"/>
        </a:xfrm>
        <a:custGeom>
          <a:avLst/>
          <a:gdLst/>
          <a:ahLst/>
          <a:cxnLst/>
          <a:rect l="0" t="0" r="0" b="0"/>
          <a:pathLst>
            <a:path>
              <a:moveTo>
                <a:pt x="0" y="45720"/>
              </a:moveTo>
              <a:lnTo>
                <a:pt x="1047391" y="45720"/>
              </a:lnTo>
            </a:path>
          </a:pathLst>
        </a:custGeom>
        <a:noFill/>
        <a:ln w="25400" cap="flat" cmpd="sng" algn="ctr">
          <a:solidFill>
            <a:schemeClr val="tx2">
              <a:lumMod val="5000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1970868" y="2303321"/>
        <a:ext cx="52369" cy="52369"/>
      </dsp:txXfrm>
    </dsp:sp>
    <dsp:sp modelId="{4CDB22AB-2A8B-40A4-BFFC-C3B361EBAD77}">
      <dsp:nvSpPr>
        <dsp:cNvPr id="0" name=""/>
        <dsp:cNvSpPr/>
      </dsp:nvSpPr>
      <dsp:spPr>
        <a:xfrm>
          <a:off x="1473357" y="953735"/>
          <a:ext cx="1047391" cy="1375770"/>
        </a:xfrm>
        <a:custGeom>
          <a:avLst/>
          <a:gdLst/>
          <a:ahLst/>
          <a:cxnLst/>
          <a:rect l="0" t="0" r="0" b="0"/>
          <a:pathLst>
            <a:path>
              <a:moveTo>
                <a:pt x="0" y="1375770"/>
              </a:moveTo>
              <a:lnTo>
                <a:pt x="523695" y="1375770"/>
              </a:lnTo>
              <a:lnTo>
                <a:pt x="523695" y="0"/>
              </a:lnTo>
              <a:lnTo>
                <a:pt x="1047391" y="0"/>
              </a:lnTo>
            </a:path>
          </a:pathLst>
        </a:custGeom>
        <a:noFill/>
        <a:ln w="25400" cap="flat" cmpd="sng" algn="ctr">
          <a:solidFill>
            <a:schemeClr val="tx2">
              <a:lumMod val="5000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66700">
            <a:lnSpc>
              <a:spcPct val="90000"/>
            </a:lnSpc>
            <a:spcBef>
              <a:spcPct val="0"/>
            </a:spcBef>
            <a:spcAft>
              <a:spcPct val="35000"/>
            </a:spcAft>
          </a:pPr>
          <a:endParaRPr lang="en-US" sz="600" kern="1200"/>
        </a:p>
      </dsp:txBody>
      <dsp:txXfrm>
        <a:off x="1953825" y="1598393"/>
        <a:ext cx="86454" cy="86454"/>
      </dsp:txXfrm>
    </dsp:sp>
    <dsp:sp modelId="{5A2036BD-28B1-47A2-8950-B30AD0C87495}">
      <dsp:nvSpPr>
        <dsp:cNvPr id="0" name=""/>
        <dsp:cNvSpPr/>
      </dsp:nvSpPr>
      <dsp:spPr>
        <a:xfrm rot="16200000">
          <a:off x="-1293342" y="1887763"/>
          <a:ext cx="4649916" cy="883484"/>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ar-SA" sz="2400" b="1" kern="1200" dirty="0" smtClean="0"/>
            <a:t>استخدامات الفيسبوك في التعليم والتعلم</a:t>
          </a:r>
          <a:endParaRPr lang="en-US" sz="2400" kern="1200" dirty="0"/>
        </a:p>
      </dsp:txBody>
      <dsp:txXfrm>
        <a:off x="-1293342" y="1887763"/>
        <a:ext cx="4649916" cy="883484"/>
      </dsp:txXfrm>
    </dsp:sp>
    <dsp:sp modelId="{F6FB5295-9529-4704-9BC6-BB7327F79681}">
      <dsp:nvSpPr>
        <dsp:cNvPr id="0" name=""/>
        <dsp:cNvSpPr/>
      </dsp:nvSpPr>
      <dsp:spPr>
        <a:xfrm>
          <a:off x="2520748" y="376285"/>
          <a:ext cx="7106372" cy="1154899"/>
        </a:xfrm>
        <a:prstGeom prst="rect">
          <a:avLst/>
        </a:prstGeom>
        <a:solidFill>
          <a:schemeClr val="accent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rtl="1">
            <a:lnSpc>
              <a:spcPct val="90000"/>
            </a:lnSpc>
            <a:spcBef>
              <a:spcPct val="0"/>
            </a:spcBef>
            <a:spcAft>
              <a:spcPct val="35000"/>
            </a:spcAft>
          </a:pPr>
          <a:r>
            <a:rPr lang="ar-SA" sz="2800" b="1" kern="1200" dirty="0" smtClean="0"/>
            <a:t>تكوين صداقات وعلاقات مع المهتمين بمادة أو موضوع تعليمي معين من جميع أنحاء العالم وتبادل المعلومات والخبرات بينهم</a:t>
          </a:r>
          <a:endParaRPr lang="en-US" sz="2800" b="1" kern="1200" dirty="0">
            <a:latin typeface="Bebas Neue" panose="020B0606020202050201" pitchFamily="34" charset="0"/>
          </a:endParaRPr>
        </a:p>
      </dsp:txBody>
      <dsp:txXfrm>
        <a:off x="2520748" y="376285"/>
        <a:ext cx="7106372" cy="1154899"/>
      </dsp:txXfrm>
    </dsp:sp>
    <dsp:sp modelId="{5605C233-11D8-4AEB-948C-11D75975D535}">
      <dsp:nvSpPr>
        <dsp:cNvPr id="0" name=""/>
        <dsp:cNvSpPr/>
      </dsp:nvSpPr>
      <dsp:spPr>
        <a:xfrm>
          <a:off x="2520748" y="1752056"/>
          <a:ext cx="7106372" cy="1154899"/>
        </a:xfrm>
        <a:prstGeom prst="rect">
          <a:avLst/>
        </a:prstGeom>
        <a:solidFill>
          <a:schemeClr val="accent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rtl="1">
            <a:lnSpc>
              <a:spcPct val="90000"/>
            </a:lnSpc>
            <a:spcBef>
              <a:spcPct val="0"/>
            </a:spcBef>
            <a:spcAft>
              <a:spcPct val="35000"/>
            </a:spcAft>
          </a:pPr>
          <a:r>
            <a:rPr lang="ar-SA" sz="2800" b="1" kern="1200" dirty="0" smtClean="0"/>
            <a:t>استخدامه كوسيلة لاستمرار العلاقة بين المتعلمين للاستمرار في التعلم وتطوير الذات في نفس التخصص</a:t>
          </a:r>
          <a:endParaRPr lang="en-US" sz="2800" b="1" kern="1200" dirty="0"/>
        </a:p>
      </dsp:txBody>
      <dsp:txXfrm>
        <a:off x="2520748" y="1752056"/>
        <a:ext cx="7106372" cy="1154899"/>
      </dsp:txXfrm>
    </dsp:sp>
    <dsp:sp modelId="{CDD4B805-11D4-4C44-BB62-4EF6B585C3F2}">
      <dsp:nvSpPr>
        <dsp:cNvPr id="0" name=""/>
        <dsp:cNvSpPr/>
      </dsp:nvSpPr>
      <dsp:spPr>
        <a:xfrm>
          <a:off x="2520748" y="3127826"/>
          <a:ext cx="7106372" cy="1154899"/>
        </a:xfrm>
        <a:prstGeom prst="rect">
          <a:avLst/>
        </a:prstGeom>
        <a:solidFill>
          <a:schemeClr val="accent5"/>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rtl="1">
            <a:lnSpc>
              <a:spcPct val="90000"/>
            </a:lnSpc>
            <a:spcBef>
              <a:spcPct val="0"/>
            </a:spcBef>
            <a:spcAft>
              <a:spcPct val="35000"/>
            </a:spcAft>
          </a:pPr>
          <a:r>
            <a:rPr lang="ar-SA" sz="2800" b="1" kern="1200" dirty="0" smtClean="0"/>
            <a:t>استخدامه كوسيلة لدعوة الطلاب وغيرهم للمناسبات التعليمية المختلفة.</a:t>
          </a:r>
          <a:endParaRPr lang="en-US" sz="2800" b="1" kern="1200" dirty="0"/>
        </a:p>
      </dsp:txBody>
      <dsp:txXfrm>
        <a:off x="2520748" y="3127826"/>
        <a:ext cx="7106372" cy="1154899"/>
      </dsp:txXfrm>
    </dsp:sp>
  </dsp:spTree>
</dsp:drawing>
</file>

<file path=ppt/diagrams/drawing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25400" cap="flat" cmpd="sng" algn="ctr">
          <a:noFill/>
          <a:prstDash val="solid"/>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25400" cap="flat" cmpd="sng" algn="ctr">
          <a:noFill/>
          <a:prstDash val="solid"/>
        </a:ln>
        <a:effectLst/>
        <a:sp3d/>
      </dsp:spPr>
      <dsp:style>
        <a:lnRef idx="2">
          <a:scrgbClr r="0" g="0" b="0"/>
        </a:lnRef>
        <a:fillRef idx="1">
          <a:scrgbClr r="0" g="0" b="0"/>
        </a:fillRef>
        <a:effectRef idx="0">
          <a:scrgbClr r="0" g="0" b="0"/>
        </a:effectRef>
        <a:fontRef idx="minor">
          <a:schemeClr val="lt1"/>
        </a:fontRef>
      </dsp:style>
      <dsp:txBody>
        <a:bodyPr spcFirstLastPara="0" vert="horz" wrap="square" lIns="72390" tIns="24130" rIns="72390" bIns="24130" numCol="1" spcCol="1270" anchor="b" anchorCtr="0">
          <a:noAutofit/>
        </a:bodyPr>
        <a:lstStyle/>
        <a:p>
          <a:pPr lvl="0" algn="l" defTabSz="844550">
            <a:lnSpc>
              <a:spcPct val="90000"/>
            </a:lnSpc>
            <a:spcBef>
              <a:spcPct val="0"/>
            </a:spcBef>
            <a:spcAft>
              <a:spcPct val="35000"/>
            </a:spcAft>
          </a:pPr>
          <a:endParaRPr lang="en-US" sz="1900" kern="1200" dirty="0"/>
        </a:p>
      </dsp:txBody>
      <dsp:txXfrm>
        <a:off x="3948074" y="2327184"/>
        <a:ext cx="4295851" cy="309195"/>
      </dsp:txXfrm>
    </dsp:sp>
  </dsp:spTree>
</dsp:drawing>
</file>

<file path=ppt/diagrams/drawing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25400" cap="flat" cmpd="sng" algn="ctr">
          <a:noFill/>
          <a:prstDash val="solid"/>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25400" cap="flat" cmpd="sng" algn="ctr">
          <a:noFill/>
          <a:prstDash val="solid"/>
        </a:ln>
        <a:effectLst/>
        <a:sp3d/>
      </dsp:spPr>
      <dsp:style>
        <a:lnRef idx="2">
          <a:scrgbClr r="0" g="0" b="0"/>
        </a:lnRef>
        <a:fillRef idx="1">
          <a:scrgbClr r="0" g="0" b="0"/>
        </a:fillRef>
        <a:effectRef idx="0">
          <a:scrgbClr r="0" g="0" b="0"/>
        </a:effectRef>
        <a:fontRef idx="minor">
          <a:schemeClr val="lt1"/>
        </a:fontRef>
      </dsp:style>
      <dsp:txBody>
        <a:bodyPr spcFirstLastPara="0" vert="horz" wrap="square" lIns="72390" tIns="24130" rIns="72390" bIns="24130" numCol="1" spcCol="1270" anchor="b" anchorCtr="0">
          <a:noAutofit/>
        </a:bodyPr>
        <a:lstStyle/>
        <a:p>
          <a:pPr lvl="0" algn="l" defTabSz="844550">
            <a:lnSpc>
              <a:spcPct val="90000"/>
            </a:lnSpc>
            <a:spcBef>
              <a:spcPct val="0"/>
            </a:spcBef>
            <a:spcAft>
              <a:spcPct val="35000"/>
            </a:spcAft>
          </a:pPr>
          <a:endParaRPr lang="en-US" sz="1900" kern="1200" dirty="0"/>
        </a:p>
      </dsp:txBody>
      <dsp:txXfrm>
        <a:off x="3948074" y="2327184"/>
        <a:ext cx="4295851" cy="309195"/>
      </dsp:txXfrm>
    </dsp:sp>
  </dsp:spTree>
</dsp:drawing>
</file>

<file path=ppt/diagrams/drawing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t="-118000" b="-118000"/>
          </a:stretch>
        </a:blipFill>
        <a:ln w="25400" cap="flat" cmpd="sng" algn="ctr">
          <a:noFill/>
          <a:prstDash val="solid"/>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25400" cap="flat" cmpd="sng" algn="ctr">
          <a:noFill/>
          <a:prstDash val="solid"/>
        </a:ln>
        <a:effectLst/>
        <a:sp3d/>
      </dsp:spPr>
      <dsp:style>
        <a:lnRef idx="2">
          <a:scrgbClr r="0" g="0" b="0"/>
        </a:lnRef>
        <a:fillRef idx="1">
          <a:scrgbClr r="0" g="0" b="0"/>
        </a:fillRef>
        <a:effectRef idx="0">
          <a:scrgbClr r="0" g="0" b="0"/>
        </a:effectRef>
        <a:fontRef idx="minor">
          <a:schemeClr val="lt1"/>
        </a:fontRef>
      </dsp:style>
      <dsp:txBody>
        <a:bodyPr spcFirstLastPara="0" vert="horz" wrap="square" lIns="72390" tIns="24130" rIns="72390" bIns="24130" numCol="1" spcCol="1270" anchor="b" anchorCtr="0">
          <a:noAutofit/>
        </a:bodyPr>
        <a:lstStyle/>
        <a:p>
          <a:pPr lvl="0" algn="l" defTabSz="844550">
            <a:lnSpc>
              <a:spcPct val="90000"/>
            </a:lnSpc>
            <a:spcBef>
              <a:spcPct val="0"/>
            </a:spcBef>
            <a:spcAft>
              <a:spcPct val="35000"/>
            </a:spcAft>
          </a:pPr>
          <a:endParaRPr lang="en-US" sz="1900" kern="1200" dirty="0"/>
        </a:p>
      </dsp:txBody>
      <dsp:txXfrm>
        <a:off x="3948074" y="2327184"/>
        <a:ext cx="4295851" cy="309195"/>
      </dsp:txXfrm>
    </dsp:sp>
  </dsp:spTree>
</dsp:drawing>
</file>

<file path=ppt/diagrams/drawing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t="-118000" b="-118000"/>
          </a:stretch>
        </a:blipFill>
        <a:ln w="25400" cap="flat" cmpd="sng" algn="ctr">
          <a:noFill/>
          <a:prstDash val="solid"/>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25400" cap="flat" cmpd="sng" algn="ctr">
          <a:noFill/>
          <a:prstDash val="solid"/>
        </a:ln>
        <a:effectLst/>
        <a:sp3d/>
      </dsp:spPr>
      <dsp:style>
        <a:lnRef idx="2">
          <a:scrgbClr r="0" g="0" b="0"/>
        </a:lnRef>
        <a:fillRef idx="1">
          <a:scrgbClr r="0" g="0" b="0"/>
        </a:fillRef>
        <a:effectRef idx="0">
          <a:scrgbClr r="0" g="0" b="0"/>
        </a:effectRef>
        <a:fontRef idx="minor">
          <a:schemeClr val="lt1"/>
        </a:fontRef>
      </dsp:style>
      <dsp:txBody>
        <a:bodyPr spcFirstLastPara="0" vert="horz" wrap="square" lIns="72390" tIns="24130" rIns="72390" bIns="24130" numCol="1" spcCol="1270" anchor="b" anchorCtr="0">
          <a:noAutofit/>
        </a:bodyPr>
        <a:lstStyle/>
        <a:p>
          <a:pPr lvl="0" algn="l" defTabSz="844550">
            <a:lnSpc>
              <a:spcPct val="90000"/>
            </a:lnSpc>
            <a:spcBef>
              <a:spcPct val="0"/>
            </a:spcBef>
            <a:spcAft>
              <a:spcPct val="35000"/>
            </a:spcAft>
          </a:pPr>
          <a:endParaRPr lang="en-US" sz="1900" kern="1200" dirty="0"/>
        </a:p>
      </dsp:txBody>
      <dsp:txXfrm>
        <a:off x="3948074" y="2327184"/>
        <a:ext cx="4295851" cy="309195"/>
      </dsp:txXfrm>
    </dsp:sp>
  </dsp:spTree>
</dsp:drawing>
</file>

<file path=ppt/diagrams/drawing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A306AD5-8A9A-4947-991B-440D43C6B6E5}">
      <dsp:nvSpPr>
        <dsp:cNvPr id="0" name=""/>
        <dsp:cNvSpPr/>
      </dsp:nvSpPr>
      <dsp:spPr>
        <a:xfrm>
          <a:off x="1656" y="0"/>
          <a:ext cx="4220045" cy="4081457"/>
        </a:xfrm>
        <a:prstGeom prst="roundRect">
          <a:avLst>
            <a:gd name="adj" fmla="val 5000"/>
          </a:avLst>
        </a:prstGeom>
        <a:solidFill>
          <a:schemeClr val="accent1">
            <a:hueOff val="0"/>
            <a:satOff val="0"/>
            <a:lumOff val="0"/>
            <a:alphaOff val="0"/>
          </a:schemeClr>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0" tIns="171450" rIns="222250" bIns="0" numCol="1" spcCol="1270" anchor="t" anchorCtr="0">
          <a:noAutofit/>
        </a:bodyPr>
        <a:lstStyle/>
        <a:p>
          <a:pPr lvl="0" algn="r" defTabSz="2222500">
            <a:lnSpc>
              <a:spcPct val="90000"/>
            </a:lnSpc>
            <a:spcBef>
              <a:spcPct val="0"/>
            </a:spcBef>
            <a:spcAft>
              <a:spcPct val="35000"/>
            </a:spcAft>
          </a:pPr>
          <a:r>
            <a:rPr lang="en-US" sz="5000" kern="1200" dirty="0" smtClean="0"/>
            <a:t> </a:t>
          </a:r>
          <a:endParaRPr lang="en-US" sz="5000" kern="1200" dirty="0"/>
        </a:p>
      </dsp:txBody>
      <dsp:txXfrm rot="16200000">
        <a:off x="-1249735" y="1251392"/>
        <a:ext cx="3346794" cy="844009"/>
      </dsp:txXfrm>
    </dsp:sp>
    <dsp:sp modelId="{87477790-A349-4BC8-87B2-94A6910AEC2D}">
      <dsp:nvSpPr>
        <dsp:cNvPr id="0" name=""/>
        <dsp:cNvSpPr/>
      </dsp:nvSpPr>
      <dsp:spPr>
        <a:xfrm>
          <a:off x="4369403" y="0"/>
          <a:ext cx="4220045" cy="4081457"/>
        </a:xfrm>
        <a:prstGeom prst="roundRect">
          <a:avLst>
            <a:gd name="adj" fmla="val 5000"/>
          </a:avLst>
        </a:prstGeom>
        <a:solidFill>
          <a:schemeClr val="accent2"/>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0" tIns="171450" rIns="222250" bIns="0" numCol="1" spcCol="1270" anchor="t" anchorCtr="0">
          <a:noAutofit/>
        </a:bodyPr>
        <a:lstStyle/>
        <a:p>
          <a:pPr lvl="0" algn="r" defTabSz="2222500">
            <a:lnSpc>
              <a:spcPct val="90000"/>
            </a:lnSpc>
            <a:spcBef>
              <a:spcPct val="0"/>
            </a:spcBef>
            <a:spcAft>
              <a:spcPct val="35000"/>
            </a:spcAft>
          </a:pPr>
          <a:r>
            <a:rPr lang="en-US" sz="5000" kern="1200" dirty="0" smtClean="0"/>
            <a:t> </a:t>
          </a:r>
          <a:endParaRPr lang="en-US" sz="5000" kern="1200" dirty="0"/>
        </a:p>
      </dsp:txBody>
      <dsp:txXfrm rot="16200000">
        <a:off x="3118010" y="1251392"/>
        <a:ext cx="3346794" cy="844009"/>
      </dsp:txXfrm>
    </dsp:sp>
    <dsp:sp modelId="{FD5ABCD3-9C58-484B-A6DD-E02B8469E0F6}">
      <dsp:nvSpPr>
        <dsp:cNvPr id="0" name=""/>
        <dsp:cNvSpPr/>
      </dsp:nvSpPr>
      <dsp:spPr>
        <a:xfrm rot="5400000">
          <a:off x="4090675" y="3181498"/>
          <a:ext cx="599657" cy="633006"/>
        </a:xfrm>
        <a:prstGeom prst="flowChartExtract">
          <a:avLst/>
        </a:prstGeom>
        <a:solidFill>
          <a:schemeClr val="lt1">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drawing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t="-118000" b="-118000"/>
          </a:stretch>
        </a:blipFill>
        <a:ln w="25400" cap="flat" cmpd="sng" algn="ctr">
          <a:noFill/>
          <a:prstDash val="solid"/>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25400" cap="flat" cmpd="sng" algn="ctr">
          <a:noFill/>
          <a:prstDash val="solid"/>
        </a:ln>
        <a:effectLst/>
        <a:sp3d/>
      </dsp:spPr>
      <dsp:style>
        <a:lnRef idx="2">
          <a:scrgbClr r="0" g="0" b="0"/>
        </a:lnRef>
        <a:fillRef idx="1">
          <a:scrgbClr r="0" g="0" b="0"/>
        </a:fillRef>
        <a:effectRef idx="0">
          <a:scrgbClr r="0" g="0" b="0"/>
        </a:effectRef>
        <a:fontRef idx="minor">
          <a:schemeClr val="lt1"/>
        </a:fontRef>
      </dsp:style>
      <dsp:txBody>
        <a:bodyPr spcFirstLastPara="0" vert="horz" wrap="square" lIns="72390" tIns="24130" rIns="72390" bIns="24130" numCol="1" spcCol="1270" anchor="b" anchorCtr="0">
          <a:noAutofit/>
        </a:bodyPr>
        <a:lstStyle/>
        <a:p>
          <a:pPr lvl="0" algn="l" defTabSz="844550">
            <a:lnSpc>
              <a:spcPct val="90000"/>
            </a:lnSpc>
            <a:spcBef>
              <a:spcPct val="0"/>
            </a:spcBef>
            <a:spcAft>
              <a:spcPct val="35000"/>
            </a:spcAft>
          </a:pPr>
          <a:endParaRPr lang="en-US" sz="1900" kern="1200" dirty="0"/>
        </a:p>
      </dsp:txBody>
      <dsp:txXfrm>
        <a:off x="3948074" y="2327184"/>
        <a:ext cx="4295851" cy="309195"/>
      </dsp:txXfrm>
    </dsp:sp>
  </dsp:spTree>
</dsp:drawing>
</file>

<file path=ppt/diagrams/drawing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25400" cap="flat" cmpd="sng" algn="ctr">
          <a:noFill/>
          <a:prstDash val="solid"/>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25400" cap="flat" cmpd="sng" algn="ctr">
          <a:noFill/>
          <a:prstDash val="solid"/>
        </a:ln>
        <a:effectLst/>
        <a:sp3d/>
      </dsp:spPr>
      <dsp:style>
        <a:lnRef idx="2">
          <a:scrgbClr r="0" g="0" b="0"/>
        </a:lnRef>
        <a:fillRef idx="1">
          <a:scrgbClr r="0" g="0" b="0"/>
        </a:fillRef>
        <a:effectRef idx="0">
          <a:scrgbClr r="0" g="0" b="0"/>
        </a:effectRef>
        <a:fontRef idx="minor">
          <a:schemeClr val="lt1"/>
        </a:fontRef>
      </dsp:style>
      <dsp:txBody>
        <a:bodyPr spcFirstLastPara="0" vert="horz" wrap="square" lIns="72390" tIns="24130" rIns="72390" bIns="24130" numCol="1" spcCol="1270" anchor="b" anchorCtr="0">
          <a:noAutofit/>
        </a:bodyPr>
        <a:lstStyle/>
        <a:p>
          <a:pPr lvl="0" algn="l" defTabSz="844550">
            <a:lnSpc>
              <a:spcPct val="90000"/>
            </a:lnSpc>
            <a:spcBef>
              <a:spcPct val="0"/>
            </a:spcBef>
            <a:spcAft>
              <a:spcPct val="35000"/>
            </a:spcAft>
          </a:pPr>
          <a:endParaRPr lang="en-US" sz="1900" kern="1200" dirty="0"/>
        </a:p>
      </dsp:txBody>
      <dsp:txXfrm>
        <a:off x="3948074" y="2327184"/>
        <a:ext cx="4295851" cy="309195"/>
      </dsp:txXfrm>
    </dsp:sp>
  </dsp:spTree>
</dsp:drawing>
</file>

<file path=ppt/diagrams/drawing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t="-118000" b="-118000"/>
          </a:stretch>
        </a:blipFill>
        <a:ln w="25400" cap="flat" cmpd="sng" algn="ctr">
          <a:noFill/>
          <a:prstDash val="solid"/>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25400" cap="flat" cmpd="sng" algn="ctr">
          <a:noFill/>
          <a:prstDash val="solid"/>
        </a:ln>
        <a:effectLst/>
        <a:sp3d/>
      </dsp:spPr>
      <dsp:style>
        <a:lnRef idx="2">
          <a:scrgbClr r="0" g="0" b="0"/>
        </a:lnRef>
        <a:fillRef idx="1">
          <a:scrgbClr r="0" g="0" b="0"/>
        </a:fillRef>
        <a:effectRef idx="0">
          <a:scrgbClr r="0" g="0" b="0"/>
        </a:effectRef>
        <a:fontRef idx="minor">
          <a:schemeClr val="lt1"/>
        </a:fontRef>
      </dsp:style>
      <dsp:txBody>
        <a:bodyPr spcFirstLastPara="0" vert="horz" wrap="square" lIns="72390" tIns="24130" rIns="72390" bIns="24130" numCol="1" spcCol="1270" anchor="b" anchorCtr="0">
          <a:noAutofit/>
        </a:bodyPr>
        <a:lstStyle/>
        <a:p>
          <a:pPr lvl="0" algn="l" defTabSz="844550">
            <a:lnSpc>
              <a:spcPct val="90000"/>
            </a:lnSpc>
            <a:spcBef>
              <a:spcPct val="0"/>
            </a:spcBef>
            <a:spcAft>
              <a:spcPct val="35000"/>
            </a:spcAft>
          </a:pPr>
          <a:endParaRPr lang="en-US" sz="1900" kern="1200" dirty="0"/>
        </a:p>
      </dsp:txBody>
      <dsp:txXfrm>
        <a:off x="3948074" y="2327184"/>
        <a:ext cx="4295851" cy="309195"/>
      </dsp:txXfrm>
    </dsp:sp>
  </dsp:spTree>
</dsp:drawing>
</file>

<file path=ppt/diagrams/layout1.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arrow2">
  <dgm:title val=""/>
  <dgm:desc val=""/>
  <dgm:catLst>
    <dgm:cat type="process" pri="2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arrowDiagram">
    <dgm:varLst>
      <dgm:chMax val="5"/>
      <dgm:dir/>
      <dgm:resizeHandles val="exact"/>
    </dgm:varLst>
    <dgm:alg type="composite">
      <dgm:param type="ar" val="1.6"/>
    </dgm:alg>
    <dgm:shape xmlns:r="http://schemas.openxmlformats.org/officeDocument/2006/relationships" r:blip="">
      <dgm:adjLst/>
    </dgm:shape>
    <dgm:presOf/>
    <dgm:constrLst>
      <dgm:constr type="l" for="ch" forName="arrow"/>
      <dgm:constr type="t" for="ch" forName="arrow"/>
      <dgm:constr type="w" for="ch" forName="arrow" refType="w"/>
      <dgm:constr type="h" for="ch" forName="arrow" refType="h"/>
      <dgm:constr type="ctrX" for="ch" forName="arrowDiagram1" refType="w" fact="0.5"/>
      <dgm:constr type="ctrY" for="ch" forName="arrowDiagram1" refType="h" fact="0.5"/>
      <dgm:constr type="w" for="ch" forName="arrowDiagram1" refType="w"/>
      <dgm:constr type="h" for="ch" forName="arrowDiagram1" refType="h"/>
      <dgm:constr type="ctrX" for="ch" forName="arrowDiagram2" refType="w" fact="0.5"/>
      <dgm:constr type="ctrY" for="ch" forName="arrowDiagram2" refType="h" fact="0.5"/>
      <dgm:constr type="w" for="ch" forName="arrowDiagram2" refType="w"/>
      <dgm:constr type="h" for="ch" forName="arrowDiagram2" refType="h"/>
      <dgm:constr type="ctrX" for="ch" forName="arrowDiagram3" refType="w" fact="0.5"/>
      <dgm:constr type="ctrY" for="ch" forName="arrowDiagram3" refType="h" fact="0.5"/>
      <dgm:constr type="w" for="ch" forName="arrowDiagram3" refType="w"/>
      <dgm:constr type="h" for="ch" forName="arrowDiagram3" refType="h"/>
      <dgm:constr type="ctrX" for="ch" forName="arrowDiagram4" refType="w" fact="0.5"/>
      <dgm:constr type="ctrY" for="ch" forName="arrowDiagram4" refType="h" fact="0.5"/>
      <dgm:constr type="w" for="ch" forName="arrowDiagram4" refType="w"/>
      <dgm:constr type="h" for="ch" forName="arrowDiagram4" refType="h"/>
      <dgm:constr type="ctrX" for="ch" forName="arrowDiagram5" refType="w" fact="0.5"/>
      <dgm:constr type="ctrY" for="ch" forName="arrowDiagram5" refType="h" fact="0.5"/>
      <dgm:constr type="w" for="ch" forName="arrowDiagram5" refType="w"/>
      <dgm:constr type="h" for="ch" forName="arrowDiagram5" refType="h"/>
    </dgm:constrLst>
    <dgm:ruleLst/>
    <dgm:choose name="Name0">
      <dgm:if name="Name1" axis="ch" ptType="node" func="cnt" op="gte" val="1">
        <dgm:layoutNode name="arrow" styleLbl="bgShp">
          <dgm:alg type="sp"/>
          <dgm:shape xmlns:r="http://schemas.openxmlformats.org/officeDocument/2006/relationships" type="swooshArrow" r:blip="">
            <dgm:adjLst>
              <dgm:adj idx="2" val="0.25"/>
            </dgm:adjLst>
          </dgm:shape>
          <dgm:presOf/>
          <dgm:constrLst/>
          <dgm:ruleLst/>
        </dgm:layoutNode>
        <dgm:choose name="Name2">
          <dgm:if name="Name3" axis="ch" ptType="node" func="cnt" op="lt" val="1"/>
          <dgm:if name="Name4" axis="ch" ptType="node" func="cnt" op="equ" val="1">
            <dgm:layoutNode name="arrowDiagram1">
              <dgm:varLst>
                <dgm:bulletEnabled val="1"/>
              </dgm:varLst>
              <dgm:alg type="composite">
                <dgm:param type="vertAlign" val="none"/>
                <dgm:param type="horzAlign" val="none"/>
              </dgm:alg>
              <dgm:shape xmlns:r="http://schemas.openxmlformats.org/officeDocument/2006/relationships" r:blip="">
                <dgm:adjLst/>
              </dgm:shape>
              <dgm:presOf/>
              <dgm:constrLst>
                <dgm:constr type="ctrX" for="ch" forName="bullet1" refType="w" fact="0.8"/>
                <dgm:constr type="ctrY" for="ch" forName="bullet1" refType="h" fact="0.262"/>
                <dgm:constr type="w" for="ch" forName="bullet1" refType="w" fact="0.074"/>
                <dgm:constr type="h" for="ch" forName="bullet1" refType="w" refFor="ch" refForName="bullet1"/>
                <dgm:constr type="r" for="ch" forName="textBox1" refType="ctrX" refFor="ch" refForName="bullet1"/>
                <dgm:constr type="t" for="ch" forName="textBox1" refType="ctrY" refFor="ch" refForName="bullet1"/>
                <dgm:constr type="w" for="ch" forName="textBox1" refType="w" fact="0.4"/>
                <dgm:constr type="h" for="ch" forName="textBox1" refType="h" fact="0.738"/>
                <dgm:constr type="userA" refType="h" refFor="ch" refForName="bullet1" fact="0.53"/>
                <dgm:constr type="rMarg" for="ch" forName="textBox1" refType="userA" fact="2.834"/>
                <dgm:constr type="primFontSz" for="ch" ptType="node" op="equ" val="65"/>
              </dgm:constrLst>
              <dgm:ruleLst/>
              <dgm:forEach name="Name5" axis="ch" ptType="node" cnt="1">
                <dgm:layoutNode name="bullet1" styleLbl="node1">
                  <dgm:alg type="sp"/>
                  <dgm:shape xmlns:r="http://schemas.openxmlformats.org/officeDocument/2006/relationships" type="ellipse" r:blip="">
                    <dgm:adjLst/>
                  </dgm:shape>
                  <dgm:presOf/>
                  <dgm:constrLst/>
                  <dgm:ruleLst/>
                </dgm:layoutNode>
                <dgm:layoutNode name="textBox1" styleLbl="revTx">
                  <dgm:varLst>
                    <dgm:bulletEnabled val="1"/>
                  </dgm:varLst>
                  <dgm:alg type="tx">
                    <dgm:param type="txAnchorVert" val="t"/>
                    <dgm:param type="parTxLTRAlign" val="r"/>
                    <dgm:param type="parTxRTLAlign" val="r"/>
                  </dgm:alg>
                  <dgm:shape xmlns:r="http://schemas.openxmlformats.org/officeDocument/2006/relationships" type="round2DiagRect" r:blip="">
                    <dgm:adjLst/>
                  </dgm:shape>
                  <dgm:presOf axis="desOrSelf" ptType="node"/>
                  <dgm:constrLst>
                    <dgm:constr type="lMarg"/>
                    <dgm:constr type="tMarg"/>
                    <dgm:constr type="bMarg"/>
                  </dgm:constrLst>
                  <dgm:ruleLst>
                    <dgm:rule type="primFontSz" val="5" fact="NaN" max="NaN"/>
                  </dgm:ruleLst>
                </dgm:layoutNode>
              </dgm:forEach>
            </dgm:layoutNode>
          </dgm:if>
          <dgm:if name="Name6" axis="ch" ptType="node" func="cnt" op="equ" val="2">
            <dgm:layoutNode name="arrowDiagram2">
              <dgm:alg type="composite">
                <dgm:param type="vertAlign" val="none"/>
                <dgm:param type="horzAlign" val="none"/>
              </dgm:alg>
              <dgm:shape xmlns:r="http://schemas.openxmlformats.org/officeDocument/2006/relationships" r:blip="">
                <dgm:adjLst/>
              </dgm:shape>
              <dgm:presOf/>
              <dgm:choose name="Name7">
                <dgm:if name="Name8" func="var" arg="dir" op="equ" val="norm">
                  <dgm:constrLst>
                    <dgm:constr type="ctrX" for="ch" forName="bullet2a" refType="w" fact="0.25"/>
                    <dgm:constr type="ctrY" for="ch" forName="bullet2a" refType="h" fact="0.573"/>
                    <dgm:constr type="w" for="ch" forName="bullet2a" refType="w" fact="0.035"/>
                    <dgm:constr type="h" for="ch" forName="bullet2a" refType="w" refFor="ch" refForName="bullet2a"/>
                    <dgm:constr type="l" for="ch" forName="textBox2a" refType="ctrX" refFor="ch" refForName="bullet2a"/>
                    <dgm:constr type="t" for="ch" forName="textBox2a" refType="ctrY" refFor="ch" refForName="bullet2a"/>
                    <dgm:constr type="w" for="ch" forName="textBox2a" refType="w" fact="0.325"/>
                    <dgm:constr type="h" for="ch" forName="textBox2a" refType="h" fact="0.427"/>
                    <dgm:constr type="userA" refType="h" refFor="ch" refForName="bullet2a" fact="0.53"/>
                    <dgm:constr type="l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l" for="ch" forName="textBox2b" refType="ctrX" refFor="ch" refForName="bullet2b"/>
                    <dgm:constr type="t" for="ch" forName="textBox2b" refType="ctrY" refFor="ch" refForName="bullet2b"/>
                    <dgm:constr type="w" for="ch" forName="textBox2b" refType="w" fact="0.325"/>
                    <dgm:constr type="h" for="ch" forName="textBox2b" refType="h" fact="0.662"/>
                    <dgm:constr type="userB" refType="h" refFor="ch" refForName="bullet2b" fact="0.53"/>
                    <dgm:constr type="lMarg" for="ch" forName="textBox2b" refType="userB" fact="2.834"/>
                    <dgm:constr type="primFontSz" for="ch" ptType="node" op="equ" val="65"/>
                  </dgm:constrLst>
                </dgm:if>
                <dgm:else name="Name9">
                  <dgm:constrLst>
                    <dgm:constr type="ctrX" for="ch" forName="bullet2a" refType="w" fact="0.25"/>
                    <dgm:constr type="ctrY" for="ch" forName="bullet2a" refType="h" fact="0.573"/>
                    <dgm:constr type="w" for="ch" forName="bullet2a" refType="w" fact="0.035"/>
                    <dgm:constr type="h" for="ch" forName="bullet2a" refType="w" refFor="ch" refForName="bullet2a"/>
                    <dgm:constr type="r" for="ch" forName="textBox2a" refType="ctrX" refFor="ch" refForName="bullet2a"/>
                    <dgm:constr type="b" for="ch" forName="textBox2a" refType="ctrY" refFor="ch" refForName="bullet2a"/>
                    <dgm:constr type="w" for="ch" forName="textBox2a" refType="w" fact="0.25"/>
                    <dgm:constr type="h" for="ch" forName="textBox2a" refType="h" fact="0.573"/>
                    <dgm:constr type="userA" refType="h" refFor="ch" refForName="bullet2a" fact="0.53"/>
                    <dgm:constr type="r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r" for="ch" forName="textBox2b" refType="ctrX" refFor="ch" refForName="bullet2b"/>
                    <dgm:constr type="b" for="ch" forName="textBox2b" refType="ctrY" refFor="ch" refForName="bullet2b"/>
                    <dgm:constr type="w" for="ch" forName="textBox2b" refType="w" fact="0.28"/>
                    <dgm:constr type="h" for="ch" forName="textBox2b" refType="h" fact="0.338"/>
                    <dgm:constr type="userB" refType="h" refFor="ch" refForName="bullet2b" fact="0.53"/>
                    <dgm:constr type="rMarg" for="ch" forName="textBox2b" refType="userB" fact="2.834"/>
                    <dgm:constr type="primFontSz" for="ch" ptType="node" op="equ" val="65"/>
                  </dgm:constrLst>
                </dgm:else>
              </dgm:choose>
              <dgm:ruleLst/>
              <dgm:forEach name="Name10" axis="ch" ptType="node" cnt="1">
                <dgm:layoutNode name="bullet2a" styleLbl="node1">
                  <dgm:alg type="sp"/>
                  <dgm:shape xmlns:r="http://schemas.openxmlformats.org/officeDocument/2006/relationships" type="ellipse" r:blip="">
                    <dgm:adjLst/>
                  </dgm:shape>
                  <dgm:presOf/>
                  <dgm:constrLst/>
                  <dgm:ruleLst/>
                </dgm:layoutNode>
                <dgm:layoutNode name="textBox2a" styleLbl="revTx">
                  <dgm:varLst>
                    <dgm:bulletEnabled val="1"/>
                  </dgm:varLst>
                  <dgm:choose name="Name11">
                    <dgm:if name="Name12" func="var" arg="dir" op="equ" val="norm">
                      <dgm:choose name="Name13">
                        <dgm:if name="Name14" axis="root des" ptType="all node" func="maxDepth" op="gt" val="1">
                          <dgm:alg type="tx">
                            <dgm:param type="txAnchorVert" val="t"/>
                            <dgm:param type="parTxLTRAlign" val="l"/>
                            <dgm:param type="parTxRTLAlign" val="r"/>
                          </dgm:alg>
                        </dgm:if>
                        <dgm:else name="Name15">
                          <dgm:alg type="tx">
                            <dgm:param type="txAnchorVert" val="t"/>
                            <dgm:param type="parTxLTRAlign" val="l"/>
                            <dgm:param type="parTxRTLAlign" val="l"/>
                          </dgm:alg>
                        </dgm:else>
                      </dgm:choose>
                    </dgm:if>
                    <dgm:else name="Name16">
                      <dgm:choose name="Name17">
                        <dgm:if name="Name18" axis="root des" ptType="all node" func="maxDepth" op="gt" val="1">
                          <dgm:alg type="tx">
                            <dgm:param type="txAnchorVert" val="b"/>
                            <dgm:param type="txAnchorVertCh" val="b"/>
                            <dgm:param type="parTxLTRAlign" val="l"/>
                            <dgm:param type="parTxRTLAlign" val="r"/>
                          </dgm:alg>
                        </dgm:if>
                        <dgm:else name="Name1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
                    <dgm:if name="Name21" func="var" arg="dir" op="equ" val="norm">
                      <dgm:constrLst>
                        <dgm:constr type="rMarg"/>
                        <dgm:constr type="tMarg"/>
                        <dgm:constr type="bMarg"/>
                      </dgm:constrLst>
                    </dgm:if>
                    <dgm:else name="Name22">
                      <dgm:constrLst>
                        <dgm:constr type="lMarg"/>
                        <dgm:constr type="tMarg"/>
                        <dgm:constr type="bMarg"/>
                      </dgm:constrLst>
                    </dgm:else>
                  </dgm:choose>
                  <dgm:ruleLst>
                    <dgm:rule type="primFontSz" val="5" fact="NaN" max="NaN"/>
                  </dgm:ruleLst>
                </dgm:layoutNode>
              </dgm:forEach>
              <dgm:forEach name="Name23" axis="ch" ptType="node" st="2" cnt="1">
                <dgm:layoutNode name="bullet2b" styleLbl="node1">
                  <dgm:alg type="sp"/>
                  <dgm:shape xmlns:r="http://schemas.openxmlformats.org/officeDocument/2006/relationships" type="ellipse" r:blip="">
                    <dgm:adjLst/>
                  </dgm:shape>
                  <dgm:presOf/>
                  <dgm:constrLst/>
                  <dgm:ruleLst/>
                </dgm:layoutNode>
                <dgm:layoutNode name="textBox2b" styleLbl="revTx">
                  <dgm:varLst>
                    <dgm:bulletEnabled val="1"/>
                  </dgm:varLst>
                  <dgm:choose name="Name24">
                    <dgm:if name="Name25" func="var" arg="dir" op="equ" val="norm">
                      <dgm:choose name="Name26">
                        <dgm:if name="Name27" axis="root des" ptType="all node" func="maxDepth" op="gt" val="1">
                          <dgm:alg type="tx">
                            <dgm:param type="txAnchorVert" val="t"/>
                            <dgm:param type="parTxLTRAlign" val="l"/>
                            <dgm:param type="parTxRTLAlign" val="r"/>
                          </dgm:alg>
                        </dgm:if>
                        <dgm:else name="Name28">
                          <dgm:alg type="tx">
                            <dgm:param type="txAnchorVert" val="t"/>
                            <dgm:param type="parTxLTRAlign" val="l"/>
                            <dgm:param type="parTxRTLAlign" val="l"/>
                          </dgm:alg>
                        </dgm:else>
                      </dgm:choose>
                    </dgm:if>
                    <dgm:else name="Name29">
                      <dgm:choose name="Name30">
                        <dgm:if name="Name31" axis="root des" ptType="all node" func="maxDepth" op="gt" val="1">
                          <dgm:alg type="tx">
                            <dgm:param type="txAnchorVert" val="b"/>
                            <dgm:param type="txAnchorVertCh" val="b"/>
                            <dgm:param type="parTxLTRAlign" val="l"/>
                            <dgm:param type="parTxRTLAlign" val="r"/>
                          </dgm:alg>
                        </dgm:if>
                        <dgm:else name="Name3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33">
                    <dgm:if name="Name34" func="var" arg="dir" op="equ" val="norm">
                      <dgm:constrLst>
                        <dgm:constr type="rMarg"/>
                        <dgm:constr type="tMarg"/>
                        <dgm:constr type="bMarg"/>
                      </dgm:constrLst>
                    </dgm:if>
                    <dgm:else name="Name35">
                      <dgm:constrLst>
                        <dgm:constr type="lMarg"/>
                        <dgm:constr type="tMarg"/>
                        <dgm:constr type="bMarg"/>
                      </dgm:constrLst>
                    </dgm:else>
                  </dgm:choose>
                  <dgm:ruleLst>
                    <dgm:rule type="primFontSz" val="5" fact="NaN" max="NaN"/>
                  </dgm:ruleLst>
                </dgm:layoutNode>
              </dgm:forEach>
            </dgm:layoutNode>
          </dgm:if>
          <dgm:if name="Name36" axis="ch" ptType="node" func="cnt" op="equ" val="3">
            <dgm:layoutNode name="arrowDiagram3">
              <dgm:alg type="composite">
                <dgm:param type="vertAlign" val="none"/>
                <dgm:param type="horzAlign" val="none"/>
              </dgm:alg>
              <dgm:shape xmlns:r="http://schemas.openxmlformats.org/officeDocument/2006/relationships" r:blip="">
                <dgm:adjLst/>
              </dgm:shape>
              <dgm:presOf/>
              <dgm:choose name="Name37">
                <dgm:if name="Name38" func="var" arg="dir" op="equ" val="norm">
                  <dgm:constrLst>
                    <dgm:constr type="ctrX" for="ch" forName="bullet3a" refType="w" fact="0.14"/>
                    <dgm:constr type="ctrY" for="ch" forName="bullet3a" refType="h" fact="0.711"/>
                    <dgm:constr type="w" for="ch" forName="bullet3a" refType="w" fact="0.026"/>
                    <dgm:constr type="h" for="ch" forName="bullet3a" refType="w" refFor="ch" refForName="bullet3a"/>
                    <dgm:constr type="l" for="ch" forName="textBox3a" refType="ctrX" refFor="ch" refForName="bullet3a"/>
                    <dgm:constr type="t" for="ch" forName="textBox3a" refType="ctrY" refFor="ch" refForName="bullet3a"/>
                    <dgm:constr type="w" for="ch" forName="textBox3a" refType="w" fact="0.233"/>
                    <dgm:constr type="h" for="ch" forName="textBox3a" refType="h" fact="0.289"/>
                    <dgm:constr type="userA" refType="h" refFor="ch" refForName="bullet3a" fact="0.53"/>
                    <dgm:constr type="l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l" for="ch" forName="textBox3b" refType="ctrX" refFor="ch" refForName="bullet3b"/>
                    <dgm:constr type="t" for="ch" forName="textBox3b" refType="ctrY" refFor="ch" refForName="bullet3b"/>
                    <dgm:constr type="w" for="ch" forName="textBox3b" refType="w" fact="0.24"/>
                    <dgm:constr type="h" for="ch" forName="textBox3b" refType="h" fact="0.544"/>
                    <dgm:constr type="userB" refType="h" refFor="ch" refForName="bullet3b" fact="0.53"/>
                    <dgm:constr type="l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l" for="ch" forName="textBox3c" refType="ctrX" refFor="ch" refForName="bullet3c"/>
                    <dgm:constr type="t" for="ch" forName="textBox3c" refType="ctrY" refFor="ch" refForName="bullet3c"/>
                    <dgm:constr type="w" for="ch" forName="textBox3c" refType="w" fact="0.24"/>
                    <dgm:constr type="h" for="ch" forName="textBox3c" refType="h" fact="0.695"/>
                    <dgm:constr type="userC" refType="h" refFor="ch" refForName="bullet3c" fact="0.53"/>
                    <dgm:constr type="lMarg" for="ch" forName="textBox3c" refType="userC" fact="2.834"/>
                    <dgm:constr type="primFontSz" for="ch" ptType="node" op="equ" val="65"/>
                  </dgm:constrLst>
                </dgm:if>
                <dgm:else name="Name39">
                  <dgm:constrLst>
                    <dgm:constr type="ctrX" for="ch" forName="bullet3a" refType="w" fact="0.14"/>
                    <dgm:constr type="ctrY" for="ch" forName="bullet3a" refType="h" fact="0.711"/>
                    <dgm:constr type="w" for="ch" forName="bullet3a" refType="w" fact="0.026"/>
                    <dgm:constr type="h" for="ch" forName="bullet3a" refType="w" refFor="ch" refForName="bullet3a"/>
                    <dgm:constr type="r" for="ch" forName="textBox3a" refType="ctrX" refFor="ch" refForName="bullet3a"/>
                    <dgm:constr type="b" for="ch" forName="textBox3a" refType="ctrY" refFor="ch" refForName="bullet3a"/>
                    <dgm:constr type="w" for="ch" forName="textBox3a" refType="w" fact="0.14"/>
                    <dgm:constr type="h" for="ch" forName="textBox3a" refType="h" fact="0.711"/>
                    <dgm:constr type="userA" refType="h" refFor="ch" refForName="bullet3a" fact="0.53"/>
                    <dgm:constr type="r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r" for="ch" forName="textBox3b" refType="ctrX" refFor="ch" refForName="bullet3b"/>
                    <dgm:constr type="b" for="ch" forName="textBox3b" refType="ctrY" refFor="ch" refForName="bullet3b"/>
                    <dgm:constr type="w" for="ch" forName="textBox3b" refType="w" fact="0.24"/>
                    <dgm:constr type="h" for="ch" forName="textBox3b" refType="h" fact="0.456"/>
                    <dgm:constr type="userB" refType="h" refFor="ch" refForName="bullet3b" fact="0.53"/>
                    <dgm:constr type="r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r" for="ch" forName="textBox3c" refType="ctrX" refFor="ch" refForName="bullet3c"/>
                    <dgm:constr type="b" for="ch" forName="textBox3c" refType="ctrY" refFor="ch" refForName="bullet3c"/>
                    <dgm:constr type="w" for="ch" forName="textBox3c" refType="w" fact="0.24"/>
                    <dgm:constr type="h" for="ch" forName="textBox3c" refType="h" fact="0.305"/>
                    <dgm:constr type="userC" refType="h" refFor="ch" refForName="bullet3c" fact="0.53"/>
                    <dgm:constr type="rMarg" for="ch" forName="textBox3c" refType="userC" fact="2.834"/>
                    <dgm:constr type="primFontSz" for="ch" ptType="node" op="equ" val="65"/>
                  </dgm:constrLst>
                </dgm:else>
              </dgm:choose>
              <dgm:ruleLst/>
              <dgm:forEach name="Name40" axis="ch" ptType="node" cnt="1">
                <dgm:layoutNode name="bullet3a" styleLbl="node1">
                  <dgm:alg type="sp"/>
                  <dgm:shape xmlns:r="http://schemas.openxmlformats.org/officeDocument/2006/relationships" type="ellipse" r:blip="">
                    <dgm:adjLst/>
                  </dgm:shape>
                  <dgm:presOf/>
                  <dgm:constrLst/>
                  <dgm:ruleLst/>
                </dgm:layoutNode>
                <dgm:layoutNode name="textBox3a" styleLbl="revTx">
                  <dgm:varLst>
                    <dgm:bulletEnabled val="1"/>
                  </dgm:varLst>
                  <dgm:choose name="Name41">
                    <dgm:if name="Name42" func="var" arg="dir" op="equ" val="norm">
                      <dgm:choose name="Name43">
                        <dgm:if name="Name44" axis="root des" ptType="all node" func="maxDepth" op="gt" val="1">
                          <dgm:alg type="tx">
                            <dgm:param type="txAnchorVert" val="t"/>
                            <dgm:param type="parTxLTRAlign" val="l"/>
                            <dgm:param type="parTxRTLAlign" val="r"/>
                          </dgm:alg>
                        </dgm:if>
                        <dgm:else name="Name45">
                          <dgm:alg type="tx">
                            <dgm:param type="txAnchorVert" val="t"/>
                            <dgm:param type="parTxLTRAlign" val="l"/>
                            <dgm:param type="parTxRTLAlign" val="l"/>
                          </dgm:alg>
                        </dgm:else>
                      </dgm:choose>
                    </dgm:if>
                    <dgm:else name="Name46">
                      <dgm:choose name="Name47">
                        <dgm:if name="Name48" axis="root des" ptType="all node" func="maxDepth" op="gt" val="1">
                          <dgm:alg type="tx">
                            <dgm:param type="txAnchorVert" val="b"/>
                            <dgm:param type="txAnchorVertCh" val="b"/>
                            <dgm:param type="parTxLTRAlign" val="l"/>
                            <dgm:param type="parTxRTLAlign" val="r"/>
                          </dgm:alg>
                        </dgm:if>
                        <dgm:else name="Name4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50">
                    <dgm:if name="Name51" func="var" arg="dir" op="equ" val="norm">
                      <dgm:constrLst>
                        <dgm:constr type="rMarg"/>
                        <dgm:constr type="tMarg"/>
                        <dgm:constr type="bMarg"/>
                      </dgm:constrLst>
                    </dgm:if>
                    <dgm:else name="Name52">
                      <dgm:constrLst>
                        <dgm:constr type="lMarg"/>
                        <dgm:constr type="tMarg"/>
                        <dgm:constr type="bMarg"/>
                      </dgm:constrLst>
                    </dgm:else>
                  </dgm:choose>
                  <dgm:ruleLst>
                    <dgm:rule type="primFontSz" val="5" fact="NaN" max="NaN"/>
                  </dgm:ruleLst>
                </dgm:layoutNode>
              </dgm:forEach>
              <dgm:forEach name="Name53" axis="ch" ptType="node" st="2" cnt="1">
                <dgm:layoutNode name="bullet3b" styleLbl="node1">
                  <dgm:alg type="sp"/>
                  <dgm:shape xmlns:r="http://schemas.openxmlformats.org/officeDocument/2006/relationships" type="ellipse" r:blip="">
                    <dgm:adjLst/>
                  </dgm:shape>
                  <dgm:presOf/>
                  <dgm:constrLst/>
                  <dgm:ruleLst/>
                </dgm:layoutNode>
                <dgm:layoutNode name="textBox3b" styleLbl="revTx">
                  <dgm:varLst>
                    <dgm:bulletEnabled val="1"/>
                  </dgm:varLst>
                  <dgm:choose name="Name54">
                    <dgm:if name="Name55" func="var" arg="dir" op="equ" val="norm">
                      <dgm:choose name="Name56">
                        <dgm:if name="Name57" axis="root des" ptType="all node" func="maxDepth" op="gt" val="1">
                          <dgm:alg type="tx">
                            <dgm:param type="txAnchorVert" val="t"/>
                            <dgm:param type="parTxLTRAlign" val="l"/>
                            <dgm:param type="parTxRTLAlign" val="r"/>
                          </dgm:alg>
                        </dgm:if>
                        <dgm:else name="Name58">
                          <dgm:alg type="tx">
                            <dgm:param type="txAnchorVert" val="t"/>
                            <dgm:param type="parTxLTRAlign" val="l"/>
                            <dgm:param type="parTxRTLAlign" val="l"/>
                          </dgm:alg>
                        </dgm:else>
                      </dgm:choose>
                    </dgm:if>
                    <dgm:else name="Name59">
                      <dgm:choose name="Name60">
                        <dgm:if name="Name61" axis="root des" ptType="all node" func="maxDepth" op="gt" val="1">
                          <dgm:alg type="tx">
                            <dgm:param type="txAnchorVert" val="b"/>
                            <dgm:param type="txAnchorVertCh" val="b"/>
                            <dgm:param type="parTxLTRAlign" val="l"/>
                            <dgm:param type="parTxRTLAlign" val="r"/>
                          </dgm:alg>
                        </dgm:if>
                        <dgm:else name="Name6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63">
                    <dgm:if name="Name64" func="var" arg="dir" op="equ" val="norm">
                      <dgm:constrLst>
                        <dgm:constr type="rMarg"/>
                        <dgm:constr type="tMarg"/>
                        <dgm:constr type="bMarg"/>
                      </dgm:constrLst>
                    </dgm:if>
                    <dgm:else name="Name65">
                      <dgm:constrLst>
                        <dgm:constr type="lMarg"/>
                        <dgm:constr type="tMarg"/>
                        <dgm:constr type="bMarg"/>
                      </dgm:constrLst>
                    </dgm:else>
                  </dgm:choose>
                  <dgm:ruleLst>
                    <dgm:rule type="primFontSz" val="5" fact="NaN" max="NaN"/>
                  </dgm:ruleLst>
                </dgm:layoutNode>
              </dgm:forEach>
              <dgm:forEach name="Name66" axis="ch" ptType="node" st="3" cnt="1">
                <dgm:layoutNode name="bullet3c" styleLbl="node1">
                  <dgm:alg type="sp"/>
                  <dgm:shape xmlns:r="http://schemas.openxmlformats.org/officeDocument/2006/relationships" type="ellipse" r:blip="">
                    <dgm:adjLst/>
                  </dgm:shape>
                  <dgm:presOf/>
                  <dgm:constrLst/>
                  <dgm:ruleLst/>
                </dgm:layoutNode>
                <dgm:layoutNode name="textBox3c" styleLbl="revTx">
                  <dgm:varLst>
                    <dgm:bulletEnabled val="1"/>
                  </dgm:varLst>
                  <dgm:choose name="Name67">
                    <dgm:if name="Name68" func="var" arg="dir" op="equ" val="norm">
                      <dgm:choose name="Name69">
                        <dgm:if name="Name70" axis="root des" ptType="all node" func="maxDepth" op="gt" val="1">
                          <dgm:alg type="tx">
                            <dgm:param type="txAnchorVert" val="t"/>
                            <dgm:param type="parTxLTRAlign" val="l"/>
                            <dgm:param type="parTxRTLAlign" val="r"/>
                          </dgm:alg>
                        </dgm:if>
                        <dgm:else name="Name71">
                          <dgm:alg type="tx">
                            <dgm:param type="txAnchorVert" val="t"/>
                            <dgm:param type="parTxLTRAlign" val="l"/>
                            <dgm:param type="parTxRTLAlign" val="l"/>
                          </dgm:alg>
                        </dgm:else>
                      </dgm:choose>
                    </dgm:if>
                    <dgm:else name="Name72">
                      <dgm:choose name="Name73">
                        <dgm:if name="Name74" axis="root des" ptType="all node" func="maxDepth" op="gt" val="1">
                          <dgm:alg type="tx">
                            <dgm:param type="txAnchorVert" val="b"/>
                            <dgm:param type="txAnchorVertCh" val="b"/>
                            <dgm:param type="parTxLTRAlign" val="l"/>
                            <dgm:param type="parTxRTLAlign" val="r"/>
                          </dgm:alg>
                        </dgm:if>
                        <dgm:else name="Name7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76">
                    <dgm:if name="Name77" func="var" arg="dir" op="equ" val="norm">
                      <dgm:constrLst>
                        <dgm:constr type="rMarg"/>
                        <dgm:constr type="tMarg"/>
                        <dgm:constr type="bMarg"/>
                      </dgm:constrLst>
                    </dgm:if>
                    <dgm:else name="Name78">
                      <dgm:constrLst>
                        <dgm:constr type="lMarg"/>
                        <dgm:constr type="tMarg"/>
                        <dgm:constr type="bMarg"/>
                      </dgm:constrLst>
                    </dgm:else>
                  </dgm:choose>
                  <dgm:ruleLst>
                    <dgm:rule type="primFontSz" val="5" fact="NaN" max="NaN"/>
                  </dgm:ruleLst>
                </dgm:layoutNode>
              </dgm:forEach>
            </dgm:layoutNode>
          </dgm:if>
          <dgm:if name="Name79" axis="ch" ptType="node" func="cnt" op="equ" val="4">
            <dgm:layoutNode name="arrowDiagram4">
              <dgm:alg type="composite">
                <dgm:param type="vertAlign" val="none"/>
                <dgm:param type="horzAlign" val="none"/>
              </dgm:alg>
              <dgm:shape xmlns:r="http://schemas.openxmlformats.org/officeDocument/2006/relationships" r:blip="">
                <dgm:adjLst/>
              </dgm:shape>
              <dgm:presOf/>
              <dgm:choose name="Name80">
                <dgm:if name="Name81" func="var" arg="dir" op="equ" val="norm">
                  <dgm:constrLst>
                    <dgm:constr type="ctrX" for="ch" forName="bullet4a" refType="w" fact="0.11"/>
                    <dgm:constr type="ctrY" for="ch" forName="bullet4a" refType="h" fact="0.762"/>
                    <dgm:constr type="w" for="ch" forName="bullet4a" refType="w" fact="0.023"/>
                    <dgm:constr type="h" for="ch" forName="bullet4a" refType="w" refFor="ch" refForName="bullet4a"/>
                    <dgm:constr type="l" for="ch" forName="textBox4a" refType="ctrX" refFor="ch" refForName="bullet4a"/>
                    <dgm:constr type="t" for="ch" forName="textBox4a" refType="ctrY" refFor="ch" refForName="bullet4a"/>
                    <dgm:constr type="w" for="ch" forName="textBox4a" refType="w" fact="0.171"/>
                    <dgm:constr type="h" for="ch" forName="textBox4a" refType="h" fact="0.238"/>
                    <dgm:constr type="userA" refType="h" refFor="ch" refForName="bullet4a" fact="0.53"/>
                    <dgm:constr type="l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l" for="ch" forName="textBox4b" refType="ctrX" refFor="ch" refForName="bullet4b"/>
                    <dgm:constr type="t" for="ch" forName="textBox4b" refType="ctrY" refFor="ch" refForName="bullet4b"/>
                    <dgm:constr type="w" for="ch" forName="textBox4b" refType="w" fact="0.21"/>
                    <dgm:constr type="h" for="ch" forName="textBox4b" refType="h" fact="0.457"/>
                    <dgm:constr type="userB" refType="h" refFor="ch" refForName="bullet4b" fact="0.53"/>
                    <dgm:constr type="l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l" for="ch" forName="textBox4c" refType="ctrX" refFor="ch" refForName="bullet4c"/>
                    <dgm:constr type="t" for="ch" forName="textBox4c" refType="ctrY" refFor="ch" refForName="bullet4c"/>
                    <dgm:constr type="w" for="ch" forName="textBox4c" refType="w" fact="0.21"/>
                    <dgm:constr type="h" for="ch" forName="textBox4c" refType="h" fact="0.618"/>
                    <dgm:constr type="userC" refType="h" refFor="ch" refForName="bullet4c" fact="0.53"/>
                    <dgm:constr type="l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l" for="ch" forName="textBox4d" refType="ctrX" refFor="ch" refForName="bullet4d"/>
                    <dgm:constr type="t" for="ch" forName="textBox4d" refType="ctrY" refFor="ch" refForName="bullet4d"/>
                    <dgm:constr type="w" for="ch" forName="textBox4d" refType="w" fact="0.21"/>
                    <dgm:constr type="h" for="ch" forName="textBox4d" refType="h" fact="0.717"/>
                    <dgm:constr type="userD" refType="h" refFor="ch" refForName="bullet4d" fact="0.53"/>
                    <dgm:constr type="lMarg" for="ch" forName="textBox4d" refType="userD" fact="2.834"/>
                    <dgm:constr type="primFontSz" for="ch" ptType="node" op="equ" val="65"/>
                  </dgm:constrLst>
                </dgm:if>
                <dgm:else name="Name82">
                  <dgm:constrLst>
                    <dgm:constr type="ctrX" for="ch" forName="bullet4a" refType="w" fact="0.11"/>
                    <dgm:constr type="ctrY" for="ch" forName="bullet4a" refType="h" fact="0.762"/>
                    <dgm:constr type="w" for="ch" forName="bullet4a" refType="w" fact="0.023"/>
                    <dgm:constr type="h" for="ch" forName="bullet4a" refType="w" refFor="ch" refForName="bullet4a"/>
                    <dgm:constr type="r" for="ch" forName="textBox4a" refType="ctrX" refFor="ch" refForName="bullet4a"/>
                    <dgm:constr type="b" for="ch" forName="textBox4a" refType="ctrY" refFor="ch" refForName="bullet4a"/>
                    <dgm:constr type="w" for="ch" forName="textBox4a" refType="w" fact="0.11"/>
                    <dgm:constr type="h" for="ch" forName="textBox4a" refType="h" fact="0.762"/>
                    <dgm:constr type="userA" refType="h" refFor="ch" refForName="bullet4a" fact="0.53"/>
                    <dgm:constr type="r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r" for="ch" forName="textBox4b" refType="ctrX" refFor="ch" refForName="bullet4b"/>
                    <dgm:constr type="b" for="ch" forName="textBox4b" refType="ctrY" refFor="ch" refForName="bullet4b"/>
                    <dgm:constr type="w" for="ch" forName="textBox4b" refType="w" fact="0.171"/>
                    <dgm:constr type="h" for="ch" forName="textBox4b" refType="h" fact="0.543"/>
                    <dgm:constr type="userB" refType="h" refFor="ch" refForName="bullet4b" fact="0.53"/>
                    <dgm:constr type="r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r" for="ch" forName="textBox4c" refType="ctrX" refFor="ch" refForName="bullet4c"/>
                    <dgm:constr type="b" for="ch" forName="textBox4c" refType="ctrY" refFor="ch" refForName="bullet4c"/>
                    <dgm:constr type="w" for="ch" forName="textBox4c" refType="w" fact="0.21"/>
                    <dgm:constr type="h" for="ch" forName="textBox4c" refType="h" fact="0.382"/>
                    <dgm:constr type="userC" refType="h" refFor="ch" refForName="bullet4c" fact="0.53"/>
                    <dgm:constr type="r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r" for="ch" forName="textBox4d" refType="ctrX" refFor="ch" refForName="bullet4d"/>
                    <dgm:constr type="b" for="ch" forName="textBox4d" refType="ctrY" refFor="ch" refForName="bullet4d"/>
                    <dgm:constr type="w" for="ch" forName="textBox4d" refType="w" fact="0.21"/>
                    <dgm:constr type="h" for="ch" forName="textBox4d" refType="h" fact="0.283"/>
                    <dgm:constr type="userD" refType="h" refFor="ch" refForName="bullet4d" fact="0.53"/>
                    <dgm:constr type="rMarg" for="ch" forName="textBox4d" refType="userD" fact="2.834"/>
                    <dgm:constr type="primFontSz" for="ch" ptType="node" op="equ" val="65"/>
                  </dgm:constrLst>
                </dgm:else>
              </dgm:choose>
              <dgm:ruleLst/>
              <dgm:forEach name="Name83" axis="ch" ptType="node" cnt="1">
                <dgm:layoutNode name="bullet4a" styleLbl="node1">
                  <dgm:alg type="sp"/>
                  <dgm:shape xmlns:r="http://schemas.openxmlformats.org/officeDocument/2006/relationships" type="ellipse" r:blip="">
                    <dgm:adjLst/>
                  </dgm:shape>
                  <dgm:presOf/>
                  <dgm:constrLst/>
                  <dgm:ruleLst/>
                </dgm:layoutNode>
                <dgm:layoutNode name="textBox4a" styleLbl="revTx">
                  <dgm:varLst>
                    <dgm:bulletEnabled val="1"/>
                  </dgm:varLst>
                  <dgm:choose name="Name84">
                    <dgm:if name="Name85" func="var" arg="dir" op="equ" val="norm">
                      <dgm:choose name="Name86">
                        <dgm:if name="Name87" axis="root des" ptType="all node" func="maxDepth" op="gt" val="1">
                          <dgm:alg type="tx">
                            <dgm:param type="txAnchorVert" val="t"/>
                            <dgm:param type="parTxLTRAlign" val="l"/>
                            <dgm:param type="parTxRTLAlign" val="r"/>
                          </dgm:alg>
                        </dgm:if>
                        <dgm:else name="Name88">
                          <dgm:alg type="tx">
                            <dgm:param type="txAnchorVert" val="t"/>
                            <dgm:param type="parTxLTRAlign" val="l"/>
                            <dgm:param type="parTxRTLAlign" val="l"/>
                          </dgm:alg>
                        </dgm:else>
                      </dgm:choose>
                    </dgm:if>
                    <dgm:else name="Name89">
                      <dgm:choose name="Name90">
                        <dgm:if name="Name91" axis="root des" ptType="all node" func="maxDepth" op="gt" val="1">
                          <dgm:alg type="tx">
                            <dgm:param type="txAnchorVert" val="b"/>
                            <dgm:param type="txAnchorVertCh" val="b"/>
                            <dgm:param type="parTxLTRAlign" val="l"/>
                            <dgm:param type="parTxRTLAlign" val="r"/>
                          </dgm:alg>
                        </dgm:if>
                        <dgm:else name="Name9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93">
                    <dgm:if name="Name94" func="var" arg="dir" op="equ" val="norm">
                      <dgm:constrLst>
                        <dgm:constr type="rMarg"/>
                        <dgm:constr type="tMarg"/>
                        <dgm:constr type="bMarg"/>
                      </dgm:constrLst>
                    </dgm:if>
                    <dgm:else name="Name95">
                      <dgm:constrLst>
                        <dgm:constr type="lMarg"/>
                        <dgm:constr type="tMarg"/>
                        <dgm:constr type="bMarg"/>
                      </dgm:constrLst>
                    </dgm:else>
                  </dgm:choose>
                  <dgm:ruleLst>
                    <dgm:rule type="primFontSz" val="5" fact="NaN" max="NaN"/>
                  </dgm:ruleLst>
                </dgm:layoutNode>
              </dgm:forEach>
              <dgm:forEach name="Name96" axis="ch" ptType="node" st="2" cnt="1">
                <dgm:layoutNode name="bullet4b" styleLbl="node1">
                  <dgm:alg type="sp"/>
                  <dgm:shape xmlns:r="http://schemas.openxmlformats.org/officeDocument/2006/relationships" type="ellipse" r:blip="">
                    <dgm:adjLst/>
                  </dgm:shape>
                  <dgm:presOf/>
                  <dgm:constrLst/>
                  <dgm:ruleLst/>
                </dgm:layoutNode>
                <dgm:layoutNode name="textBox4b" styleLbl="revTx">
                  <dgm:varLst>
                    <dgm:bulletEnabled val="1"/>
                  </dgm:varLst>
                  <dgm:choose name="Name97">
                    <dgm:if name="Name98" func="var" arg="dir" op="equ" val="norm">
                      <dgm:choose name="Name99">
                        <dgm:if name="Name100" axis="root des" ptType="all node" func="maxDepth" op="gt" val="1">
                          <dgm:alg type="tx">
                            <dgm:param type="txAnchorVert" val="t"/>
                            <dgm:param type="parTxLTRAlign" val="l"/>
                            <dgm:param type="parTxRTLAlign" val="r"/>
                          </dgm:alg>
                        </dgm:if>
                        <dgm:else name="Name101">
                          <dgm:alg type="tx">
                            <dgm:param type="txAnchorVert" val="t"/>
                            <dgm:param type="parTxLTRAlign" val="l"/>
                            <dgm:param type="parTxRTLAlign" val="l"/>
                          </dgm:alg>
                        </dgm:else>
                      </dgm:choose>
                    </dgm:if>
                    <dgm:else name="Name102">
                      <dgm:choose name="Name103">
                        <dgm:if name="Name104" axis="root des" ptType="all node" func="maxDepth" op="gt" val="1">
                          <dgm:alg type="tx">
                            <dgm:param type="txAnchorVert" val="b"/>
                            <dgm:param type="txAnchorVertCh" val="b"/>
                            <dgm:param type="parTxLTRAlign" val="l"/>
                            <dgm:param type="parTxRTLAlign" val="r"/>
                          </dgm:alg>
                        </dgm:if>
                        <dgm:else name="Name10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06">
                    <dgm:if name="Name107" func="var" arg="dir" op="equ" val="norm">
                      <dgm:constrLst>
                        <dgm:constr type="rMarg"/>
                        <dgm:constr type="tMarg"/>
                        <dgm:constr type="bMarg"/>
                      </dgm:constrLst>
                    </dgm:if>
                    <dgm:else name="Name108">
                      <dgm:constrLst>
                        <dgm:constr type="lMarg"/>
                        <dgm:constr type="tMarg"/>
                        <dgm:constr type="bMarg"/>
                      </dgm:constrLst>
                    </dgm:else>
                  </dgm:choose>
                  <dgm:ruleLst>
                    <dgm:rule type="primFontSz" val="5" fact="NaN" max="NaN"/>
                  </dgm:ruleLst>
                </dgm:layoutNode>
              </dgm:forEach>
              <dgm:forEach name="Name109" axis="ch" ptType="node" st="3" cnt="1">
                <dgm:layoutNode name="bullet4c" styleLbl="node1">
                  <dgm:alg type="sp"/>
                  <dgm:shape xmlns:r="http://schemas.openxmlformats.org/officeDocument/2006/relationships" type="ellipse" r:blip="">
                    <dgm:adjLst/>
                  </dgm:shape>
                  <dgm:presOf/>
                  <dgm:constrLst/>
                  <dgm:ruleLst/>
                </dgm:layoutNode>
                <dgm:layoutNode name="textBox4c" styleLbl="revTx">
                  <dgm:varLst>
                    <dgm:bulletEnabled val="1"/>
                  </dgm:varLst>
                  <dgm:choose name="Name110">
                    <dgm:if name="Name111" func="var" arg="dir" op="equ" val="norm">
                      <dgm:choose name="Name112">
                        <dgm:if name="Name113" axis="root des" ptType="all node" func="maxDepth" op="gt" val="1">
                          <dgm:alg type="tx">
                            <dgm:param type="txAnchorVert" val="t"/>
                            <dgm:param type="parTxLTRAlign" val="l"/>
                            <dgm:param type="parTxRTLAlign" val="r"/>
                          </dgm:alg>
                        </dgm:if>
                        <dgm:else name="Name114">
                          <dgm:alg type="tx">
                            <dgm:param type="txAnchorVert" val="t"/>
                            <dgm:param type="parTxLTRAlign" val="l"/>
                            <dgm:param type="parTxRTLAlign" val="l"/>
                          </dgm:alg>
                        </dgm:else>
                      </dgm:choose>
                    </dgm:if>
                    <dgm:else name="Name115">
                      <dgm:choose name="Name116">
                        <dgm:if name="Name117" axis="root des" ptType="all node" func="maxDepth" op="gt" val="1">
                          <dgm:alg type="tx">
                            <dgm:param type="txAnchorVert" val="b"/>
                            <dgm:param type="txAnchorVertCh" val="b"/>
                            <dgm:param type="parTxLTRAlign" val="l"/>
                            <dgm:param type="parTxRTLAlign" val="r"/>
                          </dgm:alg>
                        </dgm:if>
                        <dgm:else name="Name11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19">
                    <dgm:if name="Name120" func="var" arg="dir" op="equ" val="norm">
                      <dgm:constrLst>
                        <dgm:constr type="rMarg"/>
                        <dgm:constr type="tMarg"/>
                        <dgm:constr type="bMarg"/>
                      </dgm:constrLst>
                    </dgm:if>
                    <dgm:else name="Name121">
                      <dgm:constrLst>
                        <dgm:constr type="lMarg"/>
                        <dgm:constr type="tMarg"/>
                        <dgm:constr type="bMarg"/>
                      </dgm:constrLst>
                    </dgm:else>
                  </dgm:choose>
                  <dgm:ruleLst>
                    <dgm:rule type="primFontSz" val="5" fact="NaN" max="NaN"/>
                  </dgm:ruleLst>
                </dgm:layoutNode>
              </dgm:forEach>
              <dgm:forEach name="Name122" axis="ch" ptType="node" st="4" cnt="1">
                <dgm:layoutNode name="bullet4d" styleLbl="node1">
                  <dgm:alg type="sp"/>
                  <dgm:shape xmlns:r="http://schemas.openxmlformats.org/officeDocument/2006/relationships" type="ellipse" r:blip="">
                    <dgm:adjLst/>
                  </dgm:shape>
                  <dgm:presOf/>
                  <dgm:constrLst/>
                  <dgm:ruleLst/>
                </dgm:layoutNode>
                <dgm:layoutNode name="textBox4d" styleLbl="revTx">
                  <dgm:varLst>
                    <dgm:bulletEnabled val="1"/>
                  </dgm:varLst>
                  <dgm:choose name="Name123">
                    <dgm:if name="Name124" func="var" arg="dir" op="equ" val="norm">
                      <dgm:choose name="Name125">
                        <dgm:if name="Name126" axis="root des" ptType="all node" func="maxDepth" op="gt" val="1">
                          <dgm:alg type="tx">
                            <dgm:param type="txAnchorVert" val="t"/>
                            <dgm:param type="parTxLTRAlign" val="l"/>
                            <dgm:param type="parTxRTLAlign" val="r"/>
                          </dgm:alg>
                        </dgm:if>
                        <dgm:else name="Name127">
                          <dgm:alg type="tx">
                            <dgm:param type="txAnchorVert" val="t"/>
                            <dgm:param type="parTxLTRAlign" val="l"/>
                            <dgm:param type="parTxRTLAlign" val="l"/>
                          </dgm:alg>
                        </dgm:else>
                      </dgm:choose>
                    </dgm:if>
                    <dgm:else name="Name128">
                      <dgm:choose name="Name129">
                        <dgm:if name="Name130" axis="root des" ptType="all node" func="maxDepth" op="gt" val="1">
                          <dgm:alg type="tx">
                            <dgm:param type="txAnchorVert" val="b"/>
                            <dgm:param type="txAnchorVertCh" val="b"/>
                            <dgm:param type="parTxLTRAlign" val="l"/>
                            <dgm:param type="parTxRTLAlign" val="r"/>
                          </dgm:alg>
                        </dgm:if>
                        <dgm:else name="Name13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32">
                    <dgm:if name="Name133" func="var" arg="dir" op="equ" val="norm">
                      <dgm:constrLst>
                        <dgm:constr type="rMarg"/>
                        <dgm:constr type="tMarg"/>
                        <dgm:constr type="bMarg"/>
                      </dgm:constrLst>
                    </dgm:if>
                    <dgm:else name="Name134">
                      <dgm:constrLst>
                        <dgm:constr type="lMarg"/>
                        <dgm:constr type="tMarg"/>
                        <dgm:constr type="bMarg"/>
                      </dgm:constrLst>
                    </dgm:else>
                  </dgm:choose>
                  <dgm:ruleLst>
                    <dgm:rule type="primFontSz" val="5" fact="NaN" max="NaN"/>
                  </dgm:ruleLst>
                </dgm:layoutNode>
              </dgm:forEach>
            </dgm:layoutNode>
          </dgm:if>
          <dgm:else name="Name135">
            <dgm:layoutNode name="arrowDiagram5">
              <dgm:alg type="composite">
                <dgm:param type="vertAlign" val="none"/>
                <dgm:param type="horzAlign" val="none"/>
              </dgm:alg>
              <dgm:shape xmlns:r="http://schemas.openxmlformats.org/officeDocument/2006/relationships" r:blip="">
                <dgm:adjLst/>
              </dgm:shape>
              <dgm:presOf/>
              <dgm:choose name="Name136">
                <dgm:if name="Name137" func="var" arg="dir" op="equ" val="norm">
                  <dgm:constrLst>
                    <dgm:constr type="ctrX" for="ch" forName="bullet5a" refType="w" fact="0.11"/>
                    <dgm:constr type="ctrY" for="ch" forName="bullet5a" refType="h" fact="0.762"/>
                    <dgm:constr type="w" for="ch" forName="bullet5a" refType="w" fact="0.023"/>
                    <dgm:constr type="h" for="ch" forName="bullet5a" refType="w" refFor="ch" refForName="bullet5a"/>
                    <dgm:constr type="l" for="ch" forName="textBox5a" refType="ctrX" refFor="ch" refForName="bullet5a"/>
                    <dgm:constr type="t" for="ch" forName="textBox5a" refType="ctrY" refFor="ch" refForName="bullet5a"/>
                    <dgm:constr type="w" for="ch" forName="textBox5a" refType="w" fact="0.131"/>
                    <dgm:constr type="h" for="ch" forName="textBox5a" refType="h" fact="0.238"/>
                    <dgm:constr type="userA" refType="h" refFor="ch" refForName="bullet5a" fact="0.53"/>
                    <dgm:constr type="l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l" for="ch" forName="textBox5b" refType="ctrX" refFor="ch" refForName="bullet5b"/>
                    <dgm:constr type="t" for="ch" forName="textBox5b" refType="ctrY" refFor="ch" refForName="bullet5b"/>
                    <dgm:constr type="w" for="ch" forName="textBox5b" refType="w" fact="0.166"/>
                    <dgm:constr type="h" for="ch" forName="textBox5b" refType="h" fact="0.419"/>
                    <dgm:constr type="userB" refType="h" refFor="ch" refForName="bullet5b" fact="0.53"/>
                    <dgm:constr type="l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l" for="ch" forName="textBox5c" refType="ctrX" refFor="ch" refForName="bullet5c"/>
                    <dgm:constr type="t" for="ch" forName="textBox5c" refType="ctrY" refFor="ch" refForName="bullet5c"/>
                    <dgm:constr type="w" for="ch" forName="textBox5c" refType="w" fact="0.193"/>
                    <dgm:constr type="h" for="ch" forName="textBox5c" refType="h" fact="0.562"/>
                    <dgm:constr type="userC" refType="h" refFor="ch" refForName="bullet5c" fact="0.53"/>
                    <dgm:constr type="l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l" for="ch" forName="textBox5d" refType="ctrX" refFor="ch" refForName="bullet5d"/>
                    <dgm:constr type="t" for="ch" forName="textBox5d" refType="ctrY" refFor="ch" refForName="bullet5d"/>
                    <dgm:constr type="w" for="ch" forName="textBox5d" refType="w" fact="0.2"/>
                    <dgm:constr type="h" for="ch" forName="textBox5d" refType="h" fact="0.67"/>
                    <dgm:constr type="userD" refType="h" refFor="ch" refForName="bullet5d" fact="0.53"/>
                    <dgm:constr type="l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l" for="ch" forName="textBox5e" refType="ctrX" refFor="ch" refForName="bullet5e"/>
                    <dgm:constr type="t" for="ch" forName="textBox5e" refType="ctrY" refFor="ch" refForName="bullet5e"/>
                    <dgm:constr type="w" for="ch" forName="textBox5e" refType="w" fact="0.2"/>
                    <dgm:constr type="h" for="ch" forName="textBox5e" refType="h" fact="0.736"/>
                    <dgm:constr type="userE" refType="h" refFor="ch" refForName="bullet5e" fact="0.53"/>
                    <dgm:constr type="lMarg" for="ch" forName="textBox5e" refType="userE" fact="2.834"/>
                    <dgm:constr type="primFontSz" for="ch" ptType="node" op="equ" val="65"/>
                  </dgm:constrLst>
                </dgm:if>
                <dgm:else name="Name138">
                  <dgm:constrLst>
                    <dgm:constr type="ctrX" for="ch" forName="bullet5a" refType="w" fact="0.11"/>
                    <dgm:constr type="ctrY" for="ch" forName="bullet5a" refType="h" fact="0.762"/>
                    <dgm:constr type="w" for="ch" forName="bullet5a" refType="w" fact="0.023"/>
                    <dgm:constr type="h" for="ch" forName="bullet5a" refType="w" refFor="ch" refForName="bullet5a"/>
                    <dgm:constr type="r" for="ch" forName="textBox5a" refType="ctrX" refFor="ch" refForName="bullet5a"/>
                    <dgm:constr type="b" for="ch" forName="textBox5a" refType="ctrY" refFor="ch" refForName="bullet5a"/>
                    <dgm:constr type="w" for="ch" forName="textBox5a" refType="w" fact="0.11"/>
                    <dgm:constr type="h" for="ch" forName="textBox5a" refType="h" fact="0.762"/>
                    <dgm:constr type="userA" refType="h" refFor="ch" refForName="bullet5a" fact="0.53"/>
                    <dgm:constr type="r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r" for="ch" forName="textBox5b" refType="ctrX" refFor="ch" refForName="bullet5b"/>
                    <dgm:constr type="b" for="ch" forName="textBox5b" refType="ctrY" refFor="ch" refForName="bullet5b"/>
                    <dgm:constr type="w" for="ch" forName="textBox5b" refType="w" fact="0.131"/>
                    <dgm:constr type="h" for="ch" forName="textBox5b" refType="h" fact="0.581"/>
                    <dgm:constr type="userB" refType="h" refFor="ch" refForName="bullet5b" fact="0.53"/>
                    <dgm:constr type="r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r" for="ch" forName="textBox5c" refType="ctrX" refFor="ch" refForName="bullet5c"/>
                    <dgm:constr type="b" for="ch" forName="textBox5c" refType="ctrY" refFor="ch" refForName="bullet5c"/>
                    <dgm:constr type="w" for="ch" forName="textBox5c" refType="w" fact="0.166"/>
                    <dgm:constr type="h" for="ch" forName="textBox5c" refType="h" fact="0.438"/>
                    <dgm:constr type="userC" refType="h" refFor="ch" refForName="bullet5c" fact="0.53"/>
                    <dgm:constr type="r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r" for="ch" forName="textBox5d" refType="ctrX" refFor="ch" refForName="bullet5d"/>
                    <dgm:constr type="b" for="ch" forName="textBox5d" refType="ctrY" refFor="ch" refForName="bullet5d"/>
                    <dgm:constr type="w" for="ch" forName="textBox5d" refType="w" fact="0.193"/>
                    <dgm:constr type="h" for="ch" forName="textBox5d" refType="h" fact="0.33"/>
                    <dgm:constr type="userD" refType="h" refFor="ch" refForName="bullet5d" fact="0.53"/>
                    <dgm:constr type="r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r" for="ch" forName="textBox5e" refType="ctrX" refFor="ch" refForName="bullet5e"/>
                    <dgm:constr type="b" for="ch" forName="textBox5e" refType="ctrY" refFor="ch" refForName="bullet5e"/>
                    <dgm:constr type="w" for="ch" forName="textBox5e" refType="w" fact="0.2"/>
                    <dgm:constr type="h" for="ch" forName="textBox5e" refType="h" fact="0.264"/>
                    <dgm:constr type="userE" refType="h" refFor="ch" refForName="bullet5e" fact="0.53"/>
                    <dgm:constr type="rMarg" for="ch" forName="textBox5e" refType="userE" fact="2.834"/>
                    <dgm:constr type="primFontSz" for="ch" ptType="node" op="equ" val="65"/>
                  </dgm:constrLst>
                </dgm:else>
              </dgm:choose>
              <dgm:ruleLst/>
              <dgm:forEach name="Name139" axis="ch" ptType="node" cnt="1">
                <dgm:layoutNode name="bullet5a" styleLbl="node1">
                  <dgm:alg type="sp"/>
                  <dgm:shape xmlns:r="http://schemas.openxmlformats.org/officeDocument/2006/relationships" type="ellipse" r:blip="">
                    <dgm:adjLst/>
                  </dgm:shape>
                  <dgm:presOf/>
                  <dgm:constrLst/>
                  <dgm:ruleLst/>
                </dgm:layoutNode>
                <dgm:layoutNode name="textBox5a" styleLbl="revTx">
                  <dgm:varLst>
                    <dgm:bulletEnabled val="1"/>
                  </dgm:varLst>
                  <dgm:choose name="Name140">
                    <dgm:if name="Name141" func="var" arg="dir" op="equ" val="norm">
                      <dgm:choose name="Name142">
                        <dgm:if name="Name143" axis="root des" ptType="all node" func="maxDepth" op="gt" val="1">
                          <dgm:alg type="tx">
                            <dgm:param type="txAnchorVert" val="t"/>
                            <dgm:param type="parTxLTRAlign" val="l"/>
                            <dgm:param type="parTxRTLAlign" val="r"/>
                          </dgm:alg>
                        </dgm:if>
                        <dgm:else name="Name144">
                          <dgm:alg type="tx">
                            <dgm:param type="txAnchorVert" val="t"/>
                            <dgm:param type="parTxLTRAlign" val="l"/>
                            <dgm:param type="parTxRTLAlign" val="l"/>
                          </dgm:alg>
                        </dgm:else>
                      </dgm:choose>
                    </dgm:if>
                    <dgm:else name="Name145">
                      <dgm:choose name="Name146">
                        <dgm:if name="Name147" axis="root des" ptType="all node" func="maxDepth" op="gt" val="1">
                          <dgm:alg type="tx">
                            <dgm:param type="txAnchorVert" val="b"/>
                            <dgm:param type="txAnchorVertCh" val="b"/>
                            <dgm:param type="parTxLTRAlign" val="l"/>
                            <dgm:param type="parTxRTLAlign" val="r"/>
                          </dgm:alg>
                        </dgm:if>
                        <dgm:else name="Name14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49">
                    <dgm:if name="Name150" func="var" arg="dir" op="equ" val="norm">
                      <dgm:constrLst>
                        <dgm:constr type="rMarg"/>
                        <dgm:constr type="tMarg"/>
                        <dgm:constr type="bMarg"/>
                      </dgm:constrLst>
                    </dgm:if>
                    <dgm:else name="Name151">
                      <dgm:constrLst>
                        <dgm:constr type="lMarg"/>
                        <dgm:constr type="tMarg"/>
                        <dgm:constr type="bMarg"/>
                      </dgm:constrLst>
                    </dgm:else>
                  </dgm:choose>
                  <dgm:ruleLst>
                    <dgm:rule type="primFontSz" val="5" fact="NaN" max="NaN"/>
                  </dgm:ruleLst>
                </dgm:layoutNode>
              </dgm:forEach>
              <dgm:forEach name="Name152" axis="ch" ptType="node" st="2" cnt="1">
                <dgm:layoutNode name="bullet5b" styleLbl="node1">
                  <dgm:alg type="sp"/>
                  <dgm:shape xmlns:r="http://schemas.openxmlformats.org/officeDocument/2006/relationships" type="ellipse" r:blip="">
                    <dgm:adjLst/>
                  </dgm:shape>
                  <dgm:presOf/>
                  <dgm:constrLst/>
                  <dgm:ruleLst/>
                </dgm:layoutNode>
                <dgm:layoutNode name="textBox5b" styleLbl="revTx">
                  <dgm:varLst>
                    <dgm:bulletEnabled val="1"/>
                  </dgm:varLst>
                  <dgm:choose name="Name153">
                    <dgm:if name="Name154" func="var" arg="dir" op="equ" val="norm">
                      <dgm:choose name="Name155">
                        <dgm:if name="Name156" axis="root des" ptType="all node" func="maxDepth" op="gt" val="1">
                          <dgm:alg type="tx">
                            <dgm:param type="txAnchorVert" val="t"/>
                            <dgm:param type="parTxLTRAlign" val="l"/>
                            <dgm:param type="parTxRTLAlign" val="r"/>
                          </dgm:alg>
                        </dgm:if>
                        <dgm:else name="Name157">
                          <dgm:alg type="tx">
                            <dgm:param type="txAnchorVert" val="t"/>
                            <dgm:param type="parTxLTRAlign" val="l"/>
                            <dgm:param type="parTxRTLAlign" val="l"/>
                          </dgm:alg>
                        </dgm:else>
                      </dgm:choose>
                    </dgm:if>
                    <dgm:else name="Name158">
                      <dgm:choose name="Name159">
                        <dgm:if name="Name160" axis="root des" ptType="all node" func="maxDepth" op="gt" val="1">
                          <dgm:alg type="tx">
                            <dgm:param type="txAnchorVert" val="b"/>
                            <dgm:param type="txAnchorVertCh" val="b"/>
                            <dgm:param type="parTxLTRAlign" val="l"/>
                            <dgm:param type="parTxRTLAlign" val="r"/>
                          </dgm:alg>
                        </dgm:if>
                        <dgm:else name="Name16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62">
                    <dgm:if name="Name163" func="var" arg="dir" op="equ" val="norm">
                      <dgm:constrLst>
                        <dgm:constr type="rMarg"/>
                        <dgm:constr type="tMarg"/>
                        <dgm:constr type="bMarg"/>
                      </dgm:constrLst>
                    </dgm:if>
                    <dgm:else name="Name164">
                      <dgm:constrLst>
                        <dgm:constr type="lMarg"/>
                        <dgm:constr type="tMarg"/>
                        <dgm:constr type="bMarg"/>
                      </dgm:constrLst>
                    </dgm:else>
                  </dgm:choose>
                  <dgm:ruleLst>
                    <dgm:rule type="primFontSz" val="5" fact="NaN" max="NaN"/>
                  </dgm:ruleLst>
                </dgm:layoutNode>
              </dgm:forEach>
              <dgm:forEach name="Name165" axis="ch" ptType="node" st="3" cnt="1">
                <dgm:layoutNode name="bullet5c" styleLbl="node1">
                  <dgm:alg type="sp"/>
                  <dgm:shape xmlns:r="http://schemas.openxmlformats.org/officeDocument/2006/relationships" type="ellipse" r:blip="">
                    <dgm:adjLst/>
                  </dgm:shape>
                  <dgm:presOf/>
                  <dgm:constrLst/>
                  <dgm:ruleLst/>
                </dgm:layoutNode>
                <dgm:layoutNode name="textBox5c" styleLbl="revTx">
                  <dgm:varLst>
                    <dgm:bulletEnabled val="1"/>
                  </dgm:varLst>
                  <dgm:choose name="Name166">
                    <dgm:if name="Name167" func="var" arg="dir" op="equ" val="norm">
                      <dgm:choose name="Name168">
                        <dgm:if name="Name169" axis="root des" ptType="all node" func="maxDepth" op="gt" val="1">
                          <dgm:alg type="tx">
                            <dgm:param type="txAnchorVert" val="t"/>
                            <dgm:param type="parTxLTRAlign" val="l"/>
                            <dgm:param type="parTxRTLAlign" val="r"/>
                          </dgm:alg>
                        </dgm:if>
                        <dgm:else name="Name170">
                          <dgm:alg type="tx">
                            <dgm:param type="txAnchorVert" val="t"/>
                            <dgm:param type="parTxLTRAlign" val="l"/>
                            <dgm:param type="parTxRTLAlign" val="l"/>
                          </dgm:alg>
                        </dgm:else>
                      </dgm:choose>
                    </dgm:if>
                    <dgm:else name="Name171">
                      <dgm:choose name="Name172">
                        <dgm:if name="Name173" axis="root des" ptType="all node" func="maxDepth" op="gt" val="1">
                          <dgm:alg type="tx">
                            <dgm:param type="txAnchorVert" val="b"/>
                            <dgm:param type="txAnchorVertCh" val="b"/>
                            <dgm:param type="parTxLTRAlign" val="l"/>
                            <dgm:param type="parTxRTLAlign" val="r"/>
                          </dgm:alg>
                        </dgm:if>
                        <dgm:else name="Name174">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75">
                    <dgm:if name="Name176" func="var" arg="dir" op="equ" val="norm">
                      <dgm:constrLst>
                        <dgm:constr type="rMarg"/>
                        <dgm:constr type="tMarg"/>
                        <dgm:constr type="bMarg"/>
                      </dgm:constrLst>
                    </dgm:if>
                    <dgm:else name="Name177">
                      <dgm:constrLst>
                        <dgm:constr type="lMarg"/>
                        <dgm:constr type="tMarg"/>
                        <dgm:constr type="bMarg"/>
                      </dgm:constrLst>
                    </dgm:else>
                  </dgm:choose>
                  <dgm:ruleLst>
                    <dgm:rule type="primFontSz" val="5" fact="NaN" max="NaN"/>
                  </dgm:ruleLst>
                </dgm:layoutNode>
              </dgm:forEach>
              <dgm:forEach name="Name178" axis="ch" ptType="node" st="4" cnt="1">
                <dgm:layoutNode name="bullet5d" styleLbl="node1">
                  <dgm:alg type="sp"/>
                  <dgm:shape xmlns:r="http://schemas.openxmlformats.org/officeDocument/2006/relationships" type="ellipse" r:blip="">
                    <dgm:adjLst/>
                  </dgm:shape>
                  <dgm:presOf/>
                  <dgm:constrLst/>
                  <dgm:ruleLst/>
                </dgm:layoutNode>
                <dgm:layoutNode name="textBox5d" styleLbl="revTx">
                  <dgm:varLst>
                    <dgm:bulletEnabled val="1"/>
                  </dgm:varLst>
                  <dgm:choose name="Name179">
                    <dgm:if name="Name180" func="var" arg="dir" op="equ" val="norm">
                      <dgm:choose name="Name181">
                        <dgm:if name="Name182" axis="root des" ptType="all node" func="maxDepth" op="gt" val="1">
                          <dgm:alg type="tx">
                            <dgm:param type="txAnchorVert" val="t"/>
                            <dgm:param type="parTxLTRAlign" val="l"/>
                            <dgm:param type="parTxRTLAlign" val="r"/>
                          </dgm:alg>
                        </dgm:if>
                        <dgm:else name="Name183">
                          <dgm:alg type="tx">
                            <dgm:param type="txAnchorVert" val="t"/>
                            <dgm:param type="parTxLTRAlign" val="l"/>
                            <dgm:param type="parTxRTLAlign" val="l"/>
                          </dgm:alg>
                        </dgm:else>
                      </dgm:choose>
                    </dgm:if>
                    <dgm:else name="Name184">
                      <dgm:choose name="Name185">
                        <dgm:if name="Name186" axis="root des" ptType="all node" func="maxDepth" op="gt" val="1">
                          <dgm:alg type="tx">
                            <dgm:param type="txAnchorVert" val="b"/>
                            <dgm:param type="txAnchorVertCh" val="b"/>
                            <dgm:param type="parTxLTRAlign" val="l"/>
                            <dgm:param type="parTxRTLAlign" val="r"/>
                          </dgm:alg>
                        </dgm:if>
                        <dgm:else name="Name187">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88">
                    <dgm:if name="Name189" func="var" arg="dir" op="equ" val="norm">
                      <dgm:constrLst>
                        <dgm:constr type="rMarg"/>
                        <dgm:constr type="tMarg"/>
                        <dgm:constr type="bMarg"/>
                      </dgm:constrLst>
                    </dgm:if>
                    <dgm:else name="Name190">
                      <dgm:constrLst>
                        <dgm:constr type="lMarg"/>
                        <dgm:constr type="tMarg"/>
                        <dgm:constr type="bMarg"/>
                      </dgm:constrLst>
                    </dgm:else>
                  </dgm:choose>
                  <dgm:ruleLst>
                    <dgm:rule type="primFontSz" val="5" fact="NaN" max="NaN"/>
                  </dgm:ruleLst>
                </dgm:layoutNode>
              </dgm:forEach>
              <dgm:forEach name="Name191" axis="ch" ptType="node" st="5" cnt="1">
                <dgm:layoutNode name="bullet5e" styleLbl="node1">
                  <dgm:alg type="sp"/>
                  <dgm:shape xmlns:r="http://schemas.openxmlformats.org/officeDocument/2006/relationships" type="ellipse" r:blip="">
                    <dgm:adjLst/>
                  </dgm:shape>
                  <dgm:presOf/>
                  <dgm:constrLst/>
                  <dgm:ruleLst/>
                </dgm:layoutNode>
                <dgm:layoutNode name="textBox5e" styleLbl="revTx">
                  <dgm:varLst>
                    <dgm:bulletEnabled val="1"/>
                  </dgm:varLst>
                  <dgm:choose name="Name192">
                    <dgm:if name="Name193" func="var" arg="dir" op="equ" val="norm">
                      <dgm:choose name="Name194">
                        <dgm:if name="Name195" axis="root des" ptType="all node" func="maxDepth" op="gt" val="1">
                          <dgm:alg type="tx">
                            <dgm:param type="txAnchorVert" val="t"/>
                            <dgm:param type="parTxLTRAlign" val="l"/>
                            <dgm:param type="parTxRTLAlign" val="r"/>
                          </dgm:alg>
                        </dgm:if>
                        <dgm:else name="Name196">
                          <dgm:alg type="tx">
                            <dgm:param type="txAnchorVert" val="t"/>
                            <dgm:param type="parTxLTRAlign" val="l"/>
                            <dgm:param type="parTxRTLAlign" val="l"/>
                          </dgm:alg>
                        </dgm:else>
                      </dgm:choose>
                    </dgm:if>
                    <dgm:else name="Name197">
                      <dgm:choose name="Name198">
                        <dgm:if name="Name199" axis="root des" ptType="all node" func="maxDepth" op="gt" val="1">
                          <dgm:alg type="tx">
                            <dgm:param type="txAnchorVert" val="b"/>
                            <dgm:param type="txAnchorVertCh" val="b"/>
                            <dgm:param type="parTxLTRAlign" val="l"/>
                            <dgm:param type="parTxRTLAlign" val="r"/>
                          </dgm:alg>
                        </dgm:if>
                        <dgm:else name="Name200">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1">
                    <dgm:if name="Name202" func="var" arg="dir" op="equ" val="norm">
                      <dgm:constrLst>
                        <dgm:constr type="rMarg"/>
                        <dgm:constr type="tMarg"/>
                        <dgm:constr type="bMarg"/>
                      </dgm:constrLst>
                    </dgm:if>
                    <dgm:else name="Name203">
                      <dgm:constrLst>
                        <dgm:constr type="lMarg"/>
                        <dgm:constr type="tMarg"/>
                        <dgm:constr type="bMarg"/>
                      </dgm:constrLst>
                    </dgm:else>
                  </dgm:choose>
                  <dgm:ruleLst>
                    <dgm:rule type="primFontSz" val="5" fact="NaN" max="NaN"/>
                  </dgm:ruleLst>
                </dgm:layoutNode>
              </dgm:forEach>
            </dgm:layoutNode>
          </dgm:else>
        </dgm:choose>
      </dgm:if>
      <dgm:else name="Name204"/>
    </dgm:choose>
  </dgm:layoutNode>
</dgm:layoutDef>
</file>

<file path=ppt/diagrams/layout7.xml><?xml version="1.0" encoding="utf-8"?>
<dgm:layoutDef xmlns:dgm="http://schemas.openxmlformats.org/drawingml/2006/diagram" xmlns:a="http://schemas.openxmlformats.org/drawingml/2006/main" uniqueId="urn:microsoft.com/office/officeart/2005/8/layout/arrow2">
  <dgm:title val=""/>
  <dgm:desc val=""/>
  <dgm:catLst>
    <dgm:cat type="process" pri="2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arrowDiagram">
    <dgm:varLst>
      <dgm:chMax val="5"/>
      <dgm:dir/>
      <dgm:resizeHandles val="exact"/>
    </dgm:varLst>
    <dgm:alg type="composite">
      <dgm:param type="ar" val="1.6"/>
    </dgm:alg>
    <dgm:shape xmlns:r="http://schemas.openxmlformats.org/officeDocument/2006/relationships" r:blip="">
      <dgm:adjLst/>
    </dgm:shape>
    <dgm:presOf/>
    <dgm:constrLst>
      <dgm:constr type="l" for="ch" forName="arrow"/>
      <dgm:constr type="t" for="ch" forName="arrow"/>
      <dgm:constr type="w" for="ch" forName="arrow" refType="w"/>
      <dgm:constr type="h" for="ch" forName="arrow" refType="h"/>
      <dgm:constr type="ctrX" for="ch" forName="arrowDiagram1" refType="w" fact="0.5"/>
      <dgm:constr type="ctrY" for="ch" forName="arrowDiagram1" refType="h" fact="0.5"/>
      <dgm:constr type="w" for="ch" forName="arrowDiagram1" refType="w"/>
      <dgm:constr type="h" for="ch" forName="arrowDiagram1" refType="h"/>
      <dgm:constr type="ctrX" for="ch" forName="arrowDiagram2" refType="w" fact="0.5"/>
      <dgm:constr type="ctrY" for="ch" forName="arrowDiagram2" refType="h" fact="0.5"/>
      <dgm:constr type="w" for="ch" forName="arrowDiagram2" refType="w"/>
      <dgm:constr type="h" for="ch" forName="arrowDiagram2" refType="h"/>
      <dgm:constr type="ctrX" for="ch" forName="arrowDiagram3" refType="w" fact="0.5"/>
      <dgm:constr type="ctrY" for="ch" forName="arrowDiagram3" refType="h" fact="0.5"/>
      <dgm:constr type="w" for="ch" forName="arrowDiagram3" refType="w"/>
      <dgm:constr type="h" for="ch" forName="arrowDiagram3" refType="h"/>
      <dgm:constr type="ctrX" for="ch" forName="arrowDiagram4" refType="w" fact="0.5"/>
      <dgm:constr type="ctrY" for="ch" forName="arrowDiagram4" refType="h" fact="0.5"/>
      <dgm:constr type="w" for="ch" forName="arrowDiagram4" refType="w"/>
      <dgm:constr type="h" for="ch" forName="arrowDiagram4" refType="h"/>
      <dgm:constr type="ctrX" for="ch" forName="arrowDiagram5" refType="w" fact="0.5"/>
      <dgm:constr type="ctrY" for="ch" forName="arrowDiagram5" refType="h" fact="0.5"/>
      <dgm:constr type="w" for="ch" forName="arrowDiagram5" refType="w"/>
      <dgm:constr type="h" for="ch" forName="arrowDiagram5" refType="h"/>
    </dgm:constrLst>
    <dgm:ruleLst/>
    <dgm:choose name="Name0">
      <dgm:if name="Name1" axis="ch" ptType="node" func="cnt" op="gte" val="1">
        <dgm:layoutNode name="arrow" styleLbl="bgShp">
          <dgm:alg type="sp"/>
          <dgm:shape xmlns:r="http://schemas.openxmlformats.org/officeDocument/2006/relationships" type="swooshArrow" r:blip="">
            <dgm:adjLst>
              <dgm:adj idx="2" val="0.25"/>
            </dgm:adjLst>
          </dgm:shape>
          <dgm:presOf/>
          <dgm:constrLst/>
          <dgm:ruleLst/>
        </dgm:layoutNode>
        <dgm:choose name="Name2">
          <dgm:if name="Name3" axis="ch" ptType="node" func="cnt" op="lt" val="1"/>
          <dgm:if name="Name4" axis="ch" ptType="node" func="cnt" op="equ" val="1">
            <dgm:layoutNode name="arrowDiagram1">
              <dgm:varLst>
                <dgm:bulletEnabled val="1"/>
              </dgm:varLst>
              <dgm:alg type="composite">
                <dgm:param type="vertAlign" val="none"/>
                <dgm:param type="horzAlign" val="none"/>
              </dgm:alg>
              <dgm:shape xmlns:r="http://schemas.openxmlformats.org/officeDocument/2006/relationships" r:blip="">
                <dgm:adjLst/>
              </dgm:shape>
              <dgm:presOf/>
              <dgm:constrLst>
                <dgm:constr type="ctrX" for="ch" forName="bullet1" refType="w" fact="0.8"/>
                <dgm:constr type="ctrY" for="ch" forName="bullet1" refType="h" fact="0.262"/>
                <dgm:constr type="w" for="ch" forName="bullet1" refType="w" fact="0.074"/>
                <dgm:constr type="h" for="ch" forName="bullet1" refType="w" refFor="ch" refForName="bullet1"/>
                <dgm:constr type="r" for="ch" forName="textBox1" refType="ctrX" refFor="ch" refForName="bullet1"/>
                <dgm:constr type="t" for="ch" forName="textBox1" refType="ctrY" refFor="ch" refForName="bullet1"/>
                <dgm:constr type="w" for="ch" forName="textBox1" refType="w" fact="0.4"/>
                <dgm:constr type="h" for="ch" forName="textBox1" refType="h" fact="0.738"/>
                <dgm:constr type="userA" refType="h" refFor="ch" refForName="bullet1" fact="0.53"/>
                <dgm:constr type="rMarg" for="ch" forName="textBox1" refType="userA" fact="2.834"/>
                <dgm:constr type="primFontSz" for="ch" ptType="node" op="equ" val="65"/>
              </dgm:constrLst>
              <dgm:ruleLst/>
              <dgm:forEach name="Name5" axis="ch" ptType="node" cnt="1">
                <dgm:layoutNode name="bullet1" styleLbl="node1">
                  <dgm:alg type="sp"/>
                  <dgm:shape xmlns:r="http://schemas.openxmlformats.org/officeDocument/2006/relationships" type="ellipse" r:blip="">
                    <dgm:adjLst/>
                  </dgm:shape>
                  <dgm:presOf/>
                  <dgm:constrLst/>
                  <dgm:ruleLst/>
                </dgm:layoutNode>
                <dgm:layoutNode name="textBox1" styleLbl="revTx">
                  <dgm:varLst>
                    <dgm:bulletEnabled val="1"/>
                  </dgm:varLst>
                  <dgm:alg type="tx">
                    <dgm:param type="txAnchorVert" val="t"/>
                    <dgm:param type="parTxLTRAlign" val="r"/>
                    <dgm:param type="parTxRTLAlign" val="r"/>
                  </dgm:alg>
                  <dgm:shape xmlns:r="http://schemas.openxmlformats.org/officeDocument/2006/relationships" type="round2DiagRect" r:blip="">
                    <dgm:adjLst/>
                  </dgm:shape>
                  <dgm:presOf axis="desOrSelf" ptType="node"/>
                  <dgm:constrLst>
                    <dgm:constr type="lMarg"/>
                    <dgm:constr type="tMarg"/>
                    <dgm:constr type="bMarg"/>
                  </dgm:constrLst>
                  <dgm:ruleLst>
                    <dgm:rule type="primFontSz" val="5" fact="NaN" max="NaN"/>
                  </dgm:ruleLst>
                </dgm:layoutNode>
              </dgm:forEach>
            </dgm:layoutNode>
          </dgm:if>
          <dgm:if name="Name6" axis="ch" ptType="node" func="cnt" op="equ" val="2">
            <dgm:layoutNode name="arrowDiagram2">
              <dgm:alg type="composite">
                <dgm:param type="vertAlign" val="none"/>
                <dgm:param type="horzAlign" val="none"/>
              </dgm:alg>
              <dgm:shape xmlns:r="http://schemas.openxmlformats.org/officeDocument/2006/relationships" r:blip="">
                <dgm:adjLst/>
              </dgm:shape>
              <dgm:presOf/>
              <dgm:choose name="Name7">
                <dgm:if name="Name8" func="var" arg="dir" op="equ" val="norm">
                  <dgm:constrLst>
                    <dgm:constr type="ctrX" for="ch" forName="bullet2a" refType="w" fact="0.25"/>
                    <dgm:constr type="ctrY" for="ch" forName="bullet2a" refType="h" fact="0.573"/>
                    <dgm:constr type="w" for="ch" forName="bullet2a" refType="w" fact="0.035"/>
                    <dgm:constr type="h" for="ch" forName="bullet2a" refType="w" refFor="ch" refForName="bullet2a"/>
                    <dgm:constr type="l" for="ch" forName="textBox2a" refType="ctrX" refFor="ch" refForName="bullet2a"/>
                    <dgm:constr type="t" for="ch" forName="textBox2a" refType="ctrY" refFor="ch" refForName="bullet2a"/>
                    <dgm:constr type="w" for="ch" forName="textBox2a" refType="w" fact="0.325"/>
                    <dgm:constr type="h" for="ch" forName="textBox2a" refType="h" fact="0.427"/>
                    <dgm:constr type="userA" refType="h" refFor="ch" refForName="bullet2a" fact="0.53"/>
                    <dgm:constr type="l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l" for="ch" forName="textBox2b" refType="ctrX" refFor="ch" refForName="bullet2b"/>
                    <dgm:constr type="t" for="ch" forName="textBox2b" refType="ctrY" refFor="ch" refForName="bullet2b"/>
                    <dgm:constr type="w" for="ch" forName="textBox2b" refType="w" fact="0.325"/>
                    <dgm:constr type="h" for="ch" forName="textBox2b" refType="h" fact="0.662"/>
                    <dgm:constr type="userB" refType="h" refFor="ch" refForName="bullet2b" fact="0.53"/>
                    <dgm:constr type="lMarg" for="ch" forName="textBox2b" refType="userB" fact="2.834"/>
                    <dgm:constr type="primFontSz" for="ch" ptType="node" op="equ" val="65"/>
                  </dgm:constrLst>
                </dgm:if>
                <dgm:else name="Name9">
                  <dgm:constrLst>
                    <dgm:constr type="ctrX" for="ch" forName="bullet2a" refType="w" fact="0.25"/>
                    <dgm:constr type="ctrY" for="ch" forName="bullet2a" refType="h" fact="0.573"/>
                    <dgm:constr type="w" for="ch" forName="bullet2a" refType="w" fact="0.035"/>
                    <dgm:constr type="h" for="ch" forName="bullet2a" refType="w" refFor="ch" refForName="bullet2a"/>
                    <dgm:constr type="r" for="ch" forName="textBox2a" refType="ctrX" refFor="ch" refForName="bullet2a"/>
                    <dgm:constr type="b" for="ch" forName="textBox2a" refType="ctrY" refFor="ch" refForName="bullet2a"/>
                    <dgm:constr type="w" for="ch" forName="textBox2a" refType="w" fact="0.25"/>
                    <dgm:constr type="h" for="ch" forName="textBox2a" refType="h" fact="0.573"/>
                    <dgm:constr type="userA" refType="h" refFor="ch" refForName="bullet2a" fact="0.53"/>
                    <dgm:constr type="r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r" for="ch" forName="textBox2b" refType="ctrX" refFor="ch" refForName="bullet2b"/>
                    <dgm:constr type="b" for="ch" forName="textBox2b" refType="ctrY" refFor="ch" refForName="bullet2b"/>
                    <dgm:constr type="w" for="ch" forName="textBox2b" refType="w" fact="0.28"/>
                    <dgm:constr type="h" for="ch" forName="textBox2b" refType="h" fact="0.338"/>
                    <dgm:constr type="userB" refType="h" refFor="ch" refForName="bullet2b" fact="0.53"/>
                    <dgm:constr type="rMarg" for="ch" forName="textBox2b" refType="userB" fact="2.834"/>
                    <dgm:constr type="primFontSz" for="ch" ptType="node" op="equ" val="65"/>
                  </dgm:constrLst>
                </dgm:else>
              </dgm:choose>
              <dgm:ruleLst/>
              <dgm:forEach name="Name10" axis="ch" ptType="node" cnt="1">
                <dgm:layoutNode name="bullet2a" styleLbl="node1">
                  <dgm:alg type="sp"/>
                  <dgm:shape xmlns:r="http://schemas.openxmlformats.org/officeDocument/2006/relationships" type="ellipse" r:blip="">
                    <dgm:adjLst/>
                  </dgm:shape>
                  <dgm:presOf/>
                  <dgm:constrLst/>
                  <dgm:ruleLst/>
                </dgm:layoutNode>
                <dgm:layoutNode name="textBox2a" styleLbl="revTx">
                  <dgm:varLst>
                    <dgm:bulletEnabled val="1"/>
                  </dgm:varLst>
                  <dgm:choose name="Name11">
                    <dgm:if name="Name12" func="var" arg="dir" op="equ" val="norm">
                      <dgm:choose name="Name13">
                        <dgm:if name="Name14" axis="root des" ptType="all node" func="maxDepth" op="gt" val="1">
                          <dgm:alg type="tx">
                            <dgm:param type="txAnchorVert" val="t"/>
                            <dgm:param type="parTxLTRAlign" val="l"/>
                            <dgm:param type="parTxRTLAlign" val="r"/>
                          </dgm:alg>
                        </dgm:if>
                        <dgm:else name="Name15">
                          <dgm:alg type="tx">
                            <dgm:param type="txAnchorVert" val="t"/>
                            <dgm:param type="parTxLTRAlign" val="l"/>
                            <dgm:param type="parTxRTLAlign" val="l"/>
                          </dgm:alg>
                        </dgm:else>
                      </dgm:choose>
                    </dgm:if>
                    <dgm:else name="Name16">
                      <dgm:choose name="Name17">
                        <dgm:if name="Name18" axis="root des" ptType="all node" func="maxDepth" op="gt" val="1">
                          <dgm:alg type="tx">
                            <dgm:param type="txAnchorVert" val="b"/>
                            <dgm:param type="txAnchorVertCh" val="b"/>
                            <dgm:param type="parTxLTRAlign" val="l"/>
                            <dgm:param type="parTxRTLAlign" val="r"/>
                          </dgm:alg>
                        </dgm:if>
                        <dgm:else name="Name1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
                    <dgm:if name="Name21" func="var" arg="dir" op="equ" val="norm">
                      <dgm:constrLst>
                        <dgm:constr type="rMarg"/>
                        <dgm:constr type="tMarg"/>
                        <dgm:constr type="bMarg"/>
                      </dgm:constrLst>
                    </dgm:if>
                    <dgm:else name="Name22">
                      <dgm:constrLst>
                        <dgm:constr type="lMarg"/>
                        <dgm:constr type="tMarg"/>
                        <dgm:constr type="bMarg"/>
                      </dgm:constrLst>
                    </dgm:else>
                  </dgm:choose>
                  <dgm:ruleLst>
                    <dgm:rule type="primFontSz" val="5" fact="NaN" max="NaN"/>
                  </dgm:ruleLst>
                </dgm:layoutNode>
              </dgm:forEach>
              <dgm:forEach name="Name23" axis="ch" ptType="node" st="2" cnt="1">
                <dgm:layoutNode name="bullet2b" styleLbl="node1">
                  <dgm:alg type="sp"/>
                  <dgm:shape xmlns:r="http://schemas.openxmlformats.org/officeDocument/2006/relationships" type="ellipse" r:blip="">
                    <dgm:adjLst/>
                  </dgm:shape>
                  <dgm:presOf/>
                  <dgm:constrLst/>
                  <dgm:ruleLst/>
                </dgm:layoutNode>
                <dgm:layoutNode name="textBox2b" styleLbl="revTx">
                  <dgm:varLst>
                    <dgm:bulletEnabled val="1"/>
                  </dgm:varLst>
                  <dgm:choose name="Name24">
                    <dgm:if name="Name25" func="var" arg="dir" op="equ" val="norm">
                      <dgm:choose name="Name26">
                        <dgm:if name="Name27" axis="root des" ptType="all node" func="maxDepth" op="gt" val="1">
                          <dgm:alg type="tx">
                            <dgm:param type="txAnchorVert" val="t"/>
                            <dgm:param type="parTxLTRAlign" val="l"/>
                            <dgm:param type="parTxRTLAlign" val="r"/>
                          </dgm:alg>
                        </dgm:if>
                        <dgm:else name="Name28">
                          <dgm:alg type="tx">
                            <dgm:param type="txAnchorVert" val="t"/>
                            <dgm:param type="parTxLTRAlign" val="l"/>
                            <dgm:param type="parTxRTLAlign" val="l"/>
                          </dgm:alg>
                        </dgm:else>
                      </dgm:choose>
                    </dgm:if>
                    <dgm:else name="Name29">
                      <dgm:choose name="Name30">
                        <dgm:if name="Name31" axis="root des" ptType="all node" func="maxDepth" op="gt" val="1">
                          <dgm:alg type="tx">
                            <dgm:param type="txAnchorVert" val="b"/>
                            <dgm:param type="txAnchorVertCh" val="b"/>
                            <dgm:param type="parTxLTRAlign" val="l"/>
                            <dgm:param type="parTxRTLAlign" val="r"/>
                          </dgm:alg>
                        </dgm:if>
                        <dgm:else name="Name3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33">
                    <dgm:if name="Name34" func="var" arg="dir" op="equ" val="norm">
                      <dgm:constrLst>
                        <dgm:constr type="rMarg"/>
                        <dgm:constr type="tMarg"/>
                        <dgm:constr type="bMarg"/>
                      </dgm:constrLst>
                    </dgm:if>
                    <dgm:else name="Name35">
                      <dgm:constrLst>
                        <dgm:constr type="lMarg"/>
                        <dgm:constr type="tMarg"/>
                        <dgm:constr type="bMarg"/>
                      </dgm:constrLst>
                    </dgm:else>
                  </dgm:choose>
                  <dgm:ruleLst>
                    <dgm:rule type="primFontSz" val="5" fact="NaN" max="NaN"/>
                  </dgm:ruleLst>
                </dgm:layoutNode>
              </dgm:forEach>
            </dgm:layoutNode>
          </dgm:if>
          <dgm:if name="Name36" axis="ch" ptType="node" func="cnt" op="equ" val="3">
            <dgm:layoutNode name="arrowDiagram3">
              <dgm:alg type="composite">
                <dgm:param type="vertAlign" val="none"/>
                <dgm:param type="horzAlign" val="none"/>
              </dgm:alg>
              <dgm:shape xmlns:r="http://schemas.openxmlformats.org/officeDocument/2006/relationships" r:blip="">
                <dgm:adjLst/>
              </dgm:shape>
              <dgm:presOf/>
              <dgm:choose name="Name37">
                <dgm:if name="Name38" func="var" arg="dir" op="equ" val="norm">
                  <dgm:constrLst>
                    <dgm:constr type="ctrX" for="ch" forName="bullet3a" refType="w" fact="0.14"/>
                    <dgm:constr type="ctrY" for="ch" forName="bullet3a" refType="h" fact="0.711"/>
                    <dgm:constr type="w" for="ch" forName="bullet3a" refType="w" fact="0.026"/>
                    <dgm:constr type="h" for="ch" forName="bullet3a" refType="w" refFor="ch" refForName="bullet3a"/>
                    <dgm:constr type="l" for="ch" forName="textBox3a" refType="ctrX" refFor="ch" refForName="bullet3a"/>
                    <dgm:constr type="t" for="ch" forName="textBox3a" refType="ctrY" refFor="ch" refForName="bullet3a"/>
                    <dgm:constr type="w" for="ch" forName="textBox3a" refType="w" fact="0.233"/>
                    <dgm:constr type="h" for="ch" forName="textBox3a" refType="h" fact="0.289"/>
                    <dgm:constr type="userA" refType="h" refFor="ch" refForName="bullet3a" fact="0.53"/>
                    <dgm:constr type="l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l" for="ch" forName="textBox3b" refType="ctrX" refFor="ch" refForName="bullet3b"/>
                    <dgm:constr type="t" for="ch" forName="textBox3b" refType="ctrY" refFor="ch" refForName="bullet3b"/>
                    <dgm:constr type="w" for="ch" forName="textBox3b" refType="w" fact="0.24"/>
                    <dgm:constr type="h" for="ch" forName="textBox3b" refType="h" fact="0.544"/>
                    <dgm:constr type="userB" refType="h" refFor="ch" refForName="bullet3b" fact="0.53"/>
                    <dgm:constr type="l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l" for="ch" forName="textBox3c" refType="ctrX" refFor="ch" refForName="bullet3c"/>
                    <dgm:constr type="t" for="ch" forName="textBox3c" refType="ctrY" refFor="ch" refForName="bullet3c"/>
                    <dgm:constr type="w" for="ch" forName="textBox3c" refType="w" fact="0.24"/>
                    <dgm:constr type="h" for="ch" forName="textBox3c" refType="h" fact="0.695"/>
                    <dgm:constr type="userC" refType="h" refFor="ch" refForName="bullet3c" fact="0.53"/>
                    <dgm:constr type="lMarg" for="ch" forName="textBox3c" refType="userC" fact="2.834"/>
                    <dgm:constr type="primFontSz" for="ch" ptType="node" op="equ" val="65"/>
                  </dgm:constrLst>
                </dgm:if>
                <dgm:else name="Name39">
                  <dgm:constrLst>
                    <dgm:constr type="ctrX" for="ch" forName="bullet3a" refType="w" fact="0.14"/>
                    <dgm:constr type="ctrY" for="ch" forName="bullet3a" refType="h" fact="0.711"/>
                    <dgm:constr type="w" for="ch" forName="bullet3a" refType="w" fact="0.026"/>
                    <dgm:constr type="h" for="ch" forName="bullet3a" refType="w" refFor="ch" refForName="bullet3a"/>
                    <dgm:constr type="r" for="ch" forName="textBox3a" refType="ctrX" refFor="ch" refForName="bullet3a"/>
                    <dgm:constr type="b" for="ch" forName="textBox3a" refType="ctrY" refFor="ch" refForName="bullet3a"/>
                    <dgm:constr type="w" for="ch" forName="textBox3a" refType="w" fact="0.14"/>
                    <dgm:constr type="h" for="ch" forName="textBox3a" refType="h" fact="0.711"/>
                    <dgm:constr type="userA" refType="h" refFor="ch" refForName="bullet3a" fact="0.53"/>
                    <dgm:constr type="r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r" for="ch" forName="textBox3b" refType="ctrX" refFor="ch" refForName="bullet3b"/>
                    <dgm:constr type="b" for="ch" forName="textBox3b" refType="ctrY" refFor="ch" refForName="bullet3b"/>
                    <dgm:constr type="w" for="ch" forName="textBox3b" refType="w" fact="0.24"/>
                    <dgm:constr type="h" for="ch" forName="textBox3b" refType="h" fact="0.456"/>
                    <dgm:constr type="userB" refType="h" refFor="ch" refForName="bullet3b" fact="0.53"/>
                    <dgm:constr type="r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r" for="ch" forName="textBox3c" refType="ctrX" refFor="ch" refForName="bullet3c"/>
                    <dgm:constr type="b" for="ch" forName="textBox3c" refType="ctrY" refFor="ch" refForName="bullet3c"/>
                    <dgm:constr type="w" for="ch" forName="textBox3c" refType="w" fact="0.24"/>
                    <dgm:constr type="h" for="ch" forName="textBox3c" refType="h" fact="0.305"/>
                    <dgm:constr type="userC" refType="h" refFor="ch" refForName="bullet3c" fact="0.53"/>
                    <dgm:constr type="rMarg" for="ch" forName="textBox3c" refType="userC" fact="2.834"/>
                    <dgm:constr type="primFontSz" for="ch" ptType="node" op="equ" val="65"/>
                  </dgm:constrLst>
                </dgm:else>
              </dgm:choose>
              <dgm:ruleLst/>
              <dgm:forEach name="Name40" axis="ch" ptType="node" cnt="1">
                <dgm:layoutNode name="bullet3a" styleLbl="node1">
                  <dgm:alg type="sp"/>
                  <dgm:shape xmlns:r="http://schemas.openxmlformats.org/officeDocument/2006/relationships" type="ellipse" r:blip="">
                    <dgm:adjLst/>
                  </dgm:shape>
                  <dgm:presOf/>
                  <dgm:constrLst/>
                  <dgm:ruleLst/>
                </dgm:layoutNode>
                <dgm:layoutNode name="textBox3a" styleLbl="revTx">
                  <dgm:varLst>
                    <dgm:bulletEnabled val="1"/>
                  </dgm:varLst>
                  <dgm:choose name="Name41">
                    <dgm:if name="Name42" func="var" arg="dir" op="equ" val="norm">
                      <dgm:choose name="Name43">
                        <dgm:if name="Name44" axis="root des" ptType="all node" func="maxDepth" op="gt" val="1">
                          <dgm:alg type="tx">
                            <dgm:param type="txAnchorVert" val="t"/>
                            <dgm:param type="parTxLTRAlign" val="l"/>
                            <dgm:param type="parTxRTLAlign" val="r"/>
                          </dgm:alg>
                        </dgm:if>
                        <dgm:else name="Name45">
                          <dgm:alg type="tx">
                            <dgm:param type="txAnchorVert" val="t"/>
                            <dgm:param type="parTxLTRAlign" val="l"/>
                            <dgm:param type="parTxRTLAlign" val="l"/>
                          </dgm:alg>
                        </dgm:else>
                      </dgm:choose>
                    </dgm:if>
                    <dgm:else name="Name46">
                      <dgm:choose name="Name47">
                        <dgm:if name="Name48" axis="root des" ptType="all node" func="maxDepth" op="gt" val="1">
                          <dgm:alg type="tx">
                            <dgm:param type="txAnchorVert" val="b"/>
                            <dgm:param type="txAnchorVertCh" val="b"/>
                            <dgm:param type="parTxLTRAlign" val="l"/>
                            <dgm:param type="parTxRTLAlign" val="r"/>
                          </dgm:alg>
                        </dgm:if>
                        <dgm:else name="Name4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50">
                    <dgm:if name="Name51" func="var" arg="dir" op="equ" val="norm">
                      <dgm:constrLst>
                        <dgm:constr type="rMarg"/>
                        <dgm:constr type="tMarg"/>
                        <dgm:constr type="bMarg"/>
                      </dgm:constrLst>
                    </dgm:if>
                    <dgm:else name="Name52">
                      <dgm:constrLst>
                        <dgm:constr type="lMarg"/>
                        <dgm:constr type="tMarg"/>
                        <dgm:constr type="bMarg"/>
                      </dgm:constrLst>
                    </dgm:else>
                  </dgm:choose>
                  <dgm:ruleLst>
                    <dgm:rule type="primFontSz" val="5" fact="NaN" max="NaN"/>
                  </dgm:ruleLst>
                </dgm:layoutNode>
              </dgm:forEach>
              <dgm:forEach name="Name53" axis="ch" ptType="node" st="2" cnt="1">
                <dgm:layoutNode name="bullet3b" styleLbl="node1">
                  <dgm:alg type="sp"/>
                  <dgm:shape xmlns:r="http://schemas.openxmlformats.org/officeDocument/2006/relationships" type="ellipse" r:blip="">
                    <dgm:adjLst/>
                  </dgm:shape>
                  <dgm:presOf/>
                  <dgm:constrLst/>
                  <dgm:ruleLst/>
                </dgm:layoutNode>
                <dgm:layoutNode name="textBox3b" styleLbl="revTx">
                  <dgm:varLst>
                    <dgm:bulletEnabled val="1"/>
                  </dgm:varLst>
                  <dgm:choose name="Name54">
                    <dgm:if name="Name55" func="var" arg="dir" op="equ" val="norm">
                      <dgm:choose name="Name56">
                        <dgm:if name="Name57" axis="root des" ptType="all node" func="maxDepth" op="gt" val="1">
                          <dgm:alg type="tx">
                            <dgm:param type="txAnchorVert" val="t"/>
                            <dgm:param type="parTxLTRAlign" val="l"/>
                            <dgm:param type="parTxRTLAlign" val="r"/>
                          </dgm:alg>
                        </dgm:if>
                        <dgm:else name="Name58">
                          <dgm:alg type="tx">
                            <dgm:param type="txAnchorVert" val="t"/>
                            <dgm:param type="parTxLTRAlign" val="l"/>
                            <dgm:param type="parTxRTLAlign" val="l"/>
                          </dgm:alg>
                        </dgm:else>
                      </dgm:choose>
                    </dgm:if>
                    <dgm:else name="Name59">
                      <dgm:choose name="Name60">
                        <dgm:if name="Name61" axis="root des" ptType="all node" func="maxDepth" op="gt" val="1">
                          <dgm:alg type="tx">
                            <dgm:param type="txAnchorVert" val="b"/>
                            <dgm:param type="txAnchorVertCh" val="b"/>
                            <dgm:param type="parTxLTRAlign" val="l"/>
                            <dgm:param type="parTxRTLAlign" val="r"/>
                          </dgm:alg>
                        </dgm:if>
                        <dgm:else name="Name6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63">
                    <dgm:if name="Name64" func="var" arg="dir" op="equ" val="norm">
                      <dgm:constrLst>
                        <dgm:constr type="rMarg"/>
                        <dgm:constr type="tMarg"/>
                        <dgm:constr type="bMarg"/>
                      </dgm:constrLst>
                    </dgm:if>
                    <dgm:else name="Name65">
                      <dgm:constrLst>
                        <dgm:constr type="lMarg"/>
                        <dgm:constr type="tMarg"/>
                        <dgm:constr type="bMarg"/>
                      </dgm:constrLst>
                    </dgm:else>
                  </dgm:choose>
                  <dgm:ruleLst>
                    <dgm:rule type="primFontSz" val="5" fact="NaN" max="NaN"/>
                  </dgm:ruleLst>
                </dgm:layoutNode>
              </dgm:forEach>
              <dgm:forEach name="Name66" axis="ch" ptType="node" st="3" cnt="1">
                <dgm:layoutNode name="bullet3c" styleLbl="node1">
                  <dgm:alg type="sp"/>
                  <dgm:shape xmlns:r="http://schemas.openxmlformats.org/officeDocument/2006/relationships" type="ellipse" r:blip="">
                    <dgm:adjLst/>
                  </dgm:shape>
                  <dgm:presOf/>
                  <dgm:constrLst/>
                  <dgm:ruleLst/>
                </dgm:layoutNode>
                <dgm:layoutNode name="textBox3c" styleLbl="revTx">
                  <dgm:varLst>
                    <dgm:bulletEnabled val="1"/>
                  </dgm:varLst>
                  <dgm:choose name="Name67">
                    <dgm:if name="Name68" func="var" arg="dir" op="equ" val="norm">
                      <dgm:choose name="Name69">
                        <dgm:if name="Name70" axis="root des" ptType="all node" func="maxDepth" op="gt" val="1">
                          <dgm:alg type="tx">
                            <dgm:param type="txAnchorVert" val="t"/>
                            <dgm:param type="parTxLTRAlign" val="l"/>
                            <dgm:param type="parTxRTLAlign" val="r"/>
                          </dgm:alg>
                        </dgm:if>
                        <dgm:else name="Name71">
                          <dgm:alg type="tx">
                            <dgm:param type="txAnchorVert" val="t"/>
                            <dgm:param type="parTxLTRAlign" val="l"/>
                            <dgm:param type="parTxRTLAlign" val="l"/>
                          </dgm:alg>
                        </dgm:else>
                      </dgm:choose>
                    </dgm:if>
                    <dgm:else name="Name72">
                      <dgm:choose name="Name73">
                        <dgm:if name="Name74" axis="root des" ptType="all node" func="maxDepth" op="gt" val="1">
                          <dgm:alg type="tx">
                            <dgm:param type="txAnchorVert" val="b"/>
                            <dgm:param type="txAnchorVertCh" val="b"/>
                            <dgm:param type="parTxLTRAlign" val="l"/>
                            <dgm:param type="parTxRTLAlign" val="r"/>
                          </dgm:alg>
                        </dgm:if>
                        <dgm:else name="Name7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76">
                    <dgm:if name="Name77" func="var" arg="dir" op="equ" val="norm">
                      <dgm:constrLst>
                        <dgm:constr type="rMarg"/>
                        <dgm:constr type="tMarg"/>
                        <dgm:constr type="bMarg"/>
                      </dgm:constrLst>
                    </dgm:if>
                    <dgm:else name="Name78">
                      <dgm:constrLst>
                        <dgm:constr type="lMarg"/>
                        <dgm:constr type="tMarg"/>
                        <dgm:constr type="bMarg"/>
                      </dgm:constrLst>
                    </dgm:else>
                  </dgm:choose>
                  <dgm:ruleLst>
                    <dgm:rule type="primFontSz" val="5" fact="NaN" max="NaN"/>
                  </dgm:ruleLst>
                </dgm:layoutNode>
              </dgm:forEach>
            </dgm:layoutNode>
          </dgm:if>
          <dgm:if name="Name79" axis="ch" ptType="node" func="cnt" op="equ" val="4">
            <dgm:layoutNode name="arrowDiagram4">
              <dgm:alg type="composite">
                <dgm:param type="vertAlign" val="none"/>
                <dgm:param type="horzAlign" val="none"/>
              </dgm:alg>
              <dgm:shape xmlns:r="http://schemas.openxmlformats.org/officeDocument/2006/relationships" r:blip="">
                <dgm:adjLst/>
              </dgm:shape>
              <dgm:presOf/>
              <dgm:choose name="Name80">
                <dgm:if name="Name81" func="var" arg="dir" op="equ" val="norm">
                  <dgm:constrLst>
                    <dgm:constr type="ctrX" for="ch" forName="bullet4a" refType="w" fact="0.11"/>
                    <dgm:constr type="ctrY" for="ch" forName="bullet4a" refType="h" fact="0.762"/>
                    <dgm:constr type="w" for="ch" forName="bullet4a" refType="w" fact="0.023"/>
                    <dgm:constr type="h" for="ch" forName="bullet4a" refType="w" refFor="ch" refForName="bullet4a"/>
                    <dgm:constr type="l" for="ch" forName="textBox4a" refType="ctrX" refFor="ch" refForName="bullet4a"/>
                    <dgm:constr type="t" for="ch" forName="textBox4a" refType="ctrY" refFor="ch" refForName="bullet4a"/>
                    <dgm:constr type="w" for="ch" forName="textBox4a" refType="w" fact="0.171"/>
                    <dgm:constr type="h" for="ch" forName="textBox4a" refType="h" fact="0.238"/>
                    <dgm:constr type="userA" refType="h" refFor="ch" refForName="bullet4a" fact="0.53"/>
                    <dgm:constr type="l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l" for="ch" forName="textBox4b" refType="ctrX" refFor="ch" refForName="bullet4b"/>
                    <dgm:constr type="t" for="ch" forName="textBox4b" refType="ctrY" refFor="ch" refForName="bullet4b"/>
                    <dgm:constr type="w" for="ch" forName="textBox4b" refType="w" fact="0.21"/>
                    <dgm:constr type="h" for="ch" forName="textBox4b" refType="h" fact="0.457"/>
                    <dgm:constr type="userB" refType="h" refFor="ch" refForName="bullet4b" fact="0.53"/>
                    <dgm:constr type="l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l" for="ch" forName="textBox4c" refType="ctrX" refFor="ch" refForName="bullet4c"/>
                    <dgm:constr type="t" for="ch" forName="textBox4c" refType="ctrY" refFor="ch" refForName="bullet4c"/>
                    <dgm:constr type="w" for="ch" forName="textBox4c" refType="w" fact="0.21"/>
                    <dgm:constr type="h" for="ch" forName="textBox4c" refType="h" fact="0.618"/>
                    <dgm:constr type="userC" refType="h" refFor="ch" refForName="bullet4c" fact="0.53"/>
                    <dgm:constr type="l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l" for="ch" forName="textBox4d" refType="ctrX" refFor="ch" refForName="bullet4d"/>
                    <dgm:constr type="t" for="ch" forName="textBox4d" refType="ctrY" refFor="ch" refForName="bullet4d"/>
                    <dgm:constr type="w" for="ch" forName="textBox4d" refType="w" fact="0.21"/>
                    <dgm:constr type="h" for="ch" forName="textBox4d" refType="h" fact="0.717"/>
                    <dgm:constr type="userD" refType="h" refFor="ch" refForName="bullet4d" fact="0.53"/>
                    <dgm:constr type="lMarg" for="ch" forName="textBox4d" refType="userD" fact="2.834"/>
                    <dgm:constr type="primFontSz" for="ch" ptType="node" op="equ" val="65"/>
                  </dgm:constrLst>
                </dgm:if>
                <dgm:else name="Name82">
                  <dgm:constrLst>
                    <dgm:constr type="ctrX" for="ch" forName="bullet4a" refType="w" fact="0.11"/>
                    <dgm:constr type="ctrY" for="ch" forName="bullet4a" refType="h" fact="0.762"/>
                    <dgm:constr type="w" for="ch" forName="bullet4a" refType="w" fact="0.023"/>
                    <dgm:constr type="h" for="ch" forName="bullet4a" refType="w" refFor="ch" refForName="bullet4a"/>
                    <dgm:constr type="r" for="ch" forName="textBox4a" refType="ctrX" refFor="ch" refForName="bullet4a"/>
                    <dgm:constr type="b" for="ch" forName="textBox4a" refType="ctrY" refFor="ch" refForName="bullet4a"/>
                    <dgm:constr type="w" for="ch" forName="textBox4a" refType="w" fact="0.11"/>
                    <dgm:constr type="h" for="ch" forName="textBox4a" refType="h" fact="0.762"/>
                    <dgm:constr type="userA" refType="h" refFor="ch" refForName="bullet4a" fact="0.53"/>
                    <dgm:constr type="r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r" for="ch" forName="textBox4b" refType="ctrX" refFor="ch" refForName="bullet4b"/>
                    <dgm:constr type="b" for="ch" forName="textBox4b" refType="ctrY" refFor="ch" refForName="bullet4b"/>
                    <dgm:constr type="w" for="ch" forName="textBox4b" refType="w" fact="0.171"/>
                    <dgm:constr type="h" for="ch" forName="textBox4b" refType="h" fact="0.543"/>
                    <dgm:constr type="userB" refType="h" refFor="ch" refForName="bullet4b" fact="0.53"/>
                    <dgm:constr type="r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r" for="ch" forName="textBox4c" refType="ctrX" refFor="ch" refForName="bullet4c"/>
                    <dgm:constr type="b" for="ch" forName="textBox4c" refType="ctrY" refFor="ch" refForName="bullet4c"/>
                    <dgm:constr type="w" for="ch" forName="textBox4c" refType="w" fact="0.21"/>
                    <dgm:constr type="h" for="ch" forName="textBox4c" refType="h" fact="0.382"/>
                    <dgm:constr type="userC" refType="h" refFor="ch" refForName="bullet4c" fact="0.53"/>
                    <dgm:constr type="r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r" for="ch" forName="textBox4d" refType="ctrX" refFor="ch" refForName="bullet4d"/>
                    <dgm:constr type="b" for="ch" forName="textBox4d" refType="ctrY" refFor="ch" refForName="bullet4d"/>
                    <dgm:constr type="w" for="ch" forName="textBox4d" refType="w" fact="0.21"/>
                    <dgm:constr type="h" for="ch" forName="textBox4d" refType="h" fact="0.283"/>
                    <dgm:constr type="userD" refType="h" refFor="ch" refForName="bullet4d" fact="0.53"/>
                    <dgm:constr type="rMarg" for="ch" forName="textBox4d" refType="userD" fact="2.834"/>
                    <dgm:constr type="primFontSz" for="ch" ptType="node" op="equ" val="65"/>
                  </dgm:constrLst>
                </dgm:else>
              </dgm:choose>
              <dgm:ruleLst/>
              <dgm:forEach name="Name83" axis="ch" ptType="node" cnt="1">
                <dgm:layoutNode name="bullet4a" styleLbl="node1">
                  <dgm:alg type="sp"/>
                  <dgm:shape xmlns:r="http://schemas.openxmlformats.org/officeDocument/2006/relationships" type="ellipse" r:blip="">
                    <dgm:adjLst/>
                  </dgm:shape>
                  <dgm:presOf/>
                  <dgm:constrLst/>
                  <dgm:ruleLst/>
                </dgm:layoutNode>
                <dgm:layoutNode name="textBox4a" styleLbl="revTx">
                  <dgm:varLst>
                    <dgm:bulletEnabled val="1"/>
                  </dgm:varLst>
                  <dgm:choose name="Name84">
                    <dgm:if name="Name85" func="var" arg="dir" op="equ" val="norm">
                      <dgm:choose name="Name86">
                        <dgm:if name="Name87" axis="root des" ptType="all node" func="maxDepth" op="gt" val="1">
                          <dgm:alg type="tx">
                            <dgm:param type="txAnchorVert" val="t"/>
                            <dgm:param type="parTxLTRAlign" val="l"/>
                            <dgm:param type="parTxRTLAlign" val="r"/>
                          </dgm:alg>
                        </dgm:if>
                        <dgm:else name="Name88">
                          <dgm:alg type="tx">
                            <dgm:param type="txAnchorVert" val="t"/>
                            <dgm:param type="parTxLTRAlign" val="l"/>
                            <dgm:param type="parTxRTLAlign" val="l"/>
                          </dgm:alg>
                        </dgm:else>
                      </dgm:choose>
                    </dgm:if>
                    <dgm:else name="Name89">
                      <dgm:choose name="Name90">
                        <dgm:if name="Name91" axis="root des" ptType="all node" func="maxDepth" op="gt" val="1">
                          <dgm:alg type="tx">
                            <dgm:param type="txAnchorVert" val="b"/>
                            <dgm:param type="txAnchorVertCh" val="b"/>
                            <dgm:param type="parTxLTRAlign" val="l"/>
                            <dgm:param type="parTxRTLAlign" val="r"/>
                          </dgm:alg>
                        </dgm:if>
                        <dgm:else name="Name9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93">
                    <dgm:if name="Name94" func="var" arg="dir" op="equ" val="norm">
                      <dgm:constrLst>
                        <dgm:constr type="rMarg"/>
                        <dgm:constr type="tMarg"/>
                        <dgm:constr type="bMarg"/>
                      </dgm:constrLst>
                    </dgm:if>
                    <dgm:else name="Name95">
                      <dgm:constrLst>
                        <dgm:constr type="lMarg"/>
                        <dgm:constr type="tMarg"/>
                        <dgm:constr type="bMarg"/>
                      </dgm:constrLst>
                    </dgm:else>
                  </dgm:choose>
                  <dgm:ruleLst>
                    <dgm:rule type="primFontSz" val="5" fact="NaN" max="NaN"/>
                  </dgm:ruleLst>
                </dgm:layoutNode>
              </dgm:forEach>
              <dgm:forEach name="Name96" axis="ch" ptType="node" st="2" cnt="1">
                <dgm:layoutNode name="bullet4b" styleLbl="node1">
                  <dgm:alg type="sp"/>
                  <dgm:shape xmlns:r="http://schemas.openxmlformats.org/officeDocument/2006/relationships" type="ellipse" r:blip="">
                    <dgm:adjLst/>
                  </dgm:shape>
                  <dgm:presOf/>
                  <dgm:constrLst/>
                  <dgm:ruleLst/>
                </dgm:layoutNode>
                <dgm:layoutNode name="textBox4b" styleLbl="revTx">
                  <dgm:varLst>
                    <dgm:bulletEnabled val="1"/>
                  </dgm:varLst>
                  <dgm:choose name="Name97">
                    <dgm:if name="Name98" func="var" arg="dir" op="equ" val="norm">
                      <dgm:choose name="Name99">
                        <dgm:if name="Name100" axis="root des" ptType="all node" func="maxDepth" op="gt" val="1">
                          <dgm:alg type="tx">
                            <dgm:param type="txAnchorVert" val="t"/>
                            <dgm:param type="parTxLTRAlign" val="l"/>
                            <dgm:param type="parTxRTLAlign" val="r"/>
                          </dgm:alg>
                        </dgm:if>
                        <dgm:else name="Name101">
                          <dgm:alg type="tx">
                            <dgm:param type="txAnchorVert" val="t"/>
                            <dgm:param type="parTxLTRAlign" val="l"/>
                            <dgm:param type="parTxRTLAlign" val="l"/>
                          </dgm:alg>
                        </dgm:else>
                      </dgm:choose>
                    </dgm:if>
                    <dgm:else name="Name102">
                      <dgm:choose name="Name103">
                        <dgm:if name="Name104" axis="root des" ptType="all node" func="maxDepth" op="gt" val="1">
                          <dgm:alg type="tx">
                            <dgm:param type="txAnchorVert" val="b"/>
                            <dgm:param type="txAnchorVertCh" val="b"/>
                            <dgm:param type="parTxLTRAlign" val="l"/>
                            <dgm:param type="parTxRTLAlign" val="r"/>
                          </dgm:alg>
                        </dgm:if>
                        <dgm:else name="Name10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06">
                    <dgm:if name="Name107" func="var" arg="dir" op="equ" val="norm">
                      <dgm:constrLst>
                        <dgm:constr type="rMarg"/>
                        <dgm:constr type="tMarg"/>
                        <dgm:constr type="bMarg"/>
                      </dgm:constrLst>
                    </dgm:if>
                    <dgm:else name="Name108">
                      <dgm:constrLst>
                        <dgm:constr type="lMarg"/>
                        <dgm:constr type="tMarg"/>
                        <dgm:constr type="bMarg"/>
                      </dgm:constrLst>
                    </dgm:else>
                  </dgm:choose>
                  <dgm:ruleLst>
                    <dgm:rule type="primFontSz" val="5" fact="NaN" max="NaN"/>
                  </dgm:ruleLst>
                </dgm:layoutNode>
              </dgm:forEach>
              <dgm:forEach name="Name109" axis="ch" ptType="node" st="3" cnt="1">
                <dgm:layoutNode name="bullet4c" styleLbl="node1">
                  <dgm:alg type="sp"/>
                  <dgm:shape xmlns:r="http://schemas.openxmlformats.org/officeDocument/2006/relationships" type="ellipse" r:blip="">
                    <dgm:adjLst/>
                  </dgm:shape>
                  <dgm:presOf/>
                  <dgm:constrLst/>
                  <dgm:ruleLst/>
                </dgm:layoutNode>
                <dgm:layoutNode name="textBox4c" styleLbl="revTx">
                  <dgm:varLst>
                    <dgm:bulletEnabled val="1"/>
                  </dgm:varLst>
                  <dgm:choose name="Name110">
                    <dgm:if name="Name111" func="var" arg="dir" op="equ" val="norm">
                      <dgm:choose name="Name112">
                        <dgm:if name="Name113" axis="root des" ptType="all node" func="maxDepth" op="gt" val="1">
                          <dgm:alg type="tx">
                            <dgm:param type="txAnchorVert" val="t"/>
                            <dgm:param type="parTxLTRAlign" val="l"/>
                            <dgm:param type="parTxRTLAlign" val="r"/>
                          </dgm:alg>
                        </dgm:if>
                        <dgm:else name="Name114">
                          <dgm:alg type="tx">
                            <dgm:param type="txAnchorVert" val="t"/>
                            <dgm:param type="parTxLTRAlign" val="l"/>
                            <dgm:param type="parTxRTLAlign" val="l"/>
                          </dgm:alg>
                        </dgm:else>
                      </dgm:choose>
                    </dgm:if>
                    <dgm:else name="Name115">
                      <dgm:choose name="Name116">
                        <dgm:if name="Name117" axis="root des" ptType="all node" func="maxDepth" op="gt" val="1">
                          <dgm:alg type="tx">
                            <dgm:param type="txAnchorVert" val="b"/>
                            <dgm:param type="txAnchorVertCh" val="b"/>
                            <dgm:param type="parTxLTRAlign" val="l"/>
                            <dgm:param type="parTxRTLAlign" val="r"/>
                          </dgm:alg>
                        </dgm:if>
                        <dgm:else name="Name11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19">
                    <dgm:if name="Name120" func="var" arg="dir" op="equ" val="norm">
                      <dgm:constrLst>
                        <dgm:constr type="rMarg"/>
                        <dgm:constr type="tMarg"/>
                        <dgm:constr type="bMarg"/>
                      </dgm:constrLst>
                    </dgm:if>
                    <dgm:else name="Name121">
                      <dgm:constrLst>
                        <dgm:constr type="lMarg"/>
                        <dgm:constr type="tMarg"/>
                        <dgm:constr type="bMarg"/>
                      </dgm:constrLst>
                    </dgm:else>
                  </dgm:choose>
                  <dgm:ruleLst>
                    <dgm:rule type="primFontSz" val="5" fact="NaN" max="NaN"/>
                  </dgm:ruleLst>
                </dgm:layoutNode>
              </dgm:forEach>
              <dgm:forEach name="Name122" axis="ch" ptType="node" st="4" cnt="1">
                <dgm:layoutNode name="bullet4d" styleLbl="node1">
                  <dgm:alg type="sp"/>
                  <dgm:shape xmlns:r="http://schemas.openxmlformats.org/officeDocument/2006/relationships" type="ellipse" r:blip="">
                    <dgm:adjLst/>
                  </dgm:shape>
                  <dgm:presOf/>
                  <dgm:constrLst/>
                  <dgm:ruleLst/>
                </dgm:layoutNode>
                <dgm:layoutNode name="textBox4d" styleLbl="revTx">
                  <dgm:varLst>
                    <dgm:bulletEnabled val="1"/>
                  </dgm:varLst>
                  <dgm:choose name="Name123">
                    <dgm:if name="Name124" func="var" arg="dir" op="equ" val="norm">
                      <dgm:choose name="Name125">
                        <dgm:if name="Name126" axis="root des" ptType="all node" func="maxDepth" op="gt" val="1">
                          <dgm:alg type="tx">
                            <dgm:param type="txAnchorVert" val="t"/>
                            <dgm:param type="parTxLTRAlign" val="l"/>
                            <dgm:param type="parTxRTLAlign" val="r"/>
                          </dgm:alg>
                        </dgm:if>
                        <dgm:else name="Name127">
                          <dgm:alg type="tx">
                            <dgm:param type="txAnchorVert" val="t"/>
                            <dgm:param type="parTxLTRAlign" val="l"/>
                            <dgm:param type="parTxRTLAlign" val="l"/>
                          </dgm:alg>
                        </dgm:else>
                      </dgm:choose>
                    </dgm:if>
                    <dgm:else name="Name128">
                      <dgm:choose name="Name129">
                        <dgm:if name="Name130" axis="root des" ptType="all node" func="maxDepth" op="gt" val="1">
                          <dgm:alg type="tx">
                            <dgm:param type="txAnchorVert" val="b"/>
                            <dgm:param type="txAnchorVertCh" val="b"/>
                            <dgm:param type="parTxLTRAlign" val="l"/>
                            <dgm:param type="parTxRTLAlign" val="r"/>
                          </dgm:alg>
                        </dgm:if>
                        <dgm:else name="Name13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32">
                    <dgm:if name="Name133" func="var" arg="dir" op="equ" val="norm">
                      <dgm:constrLst>
                        <dgm:constr type="rMarg"/>
                        <dgm:constr type="tMarg"/>
                        <dgm:constr type="bMarg"/>
                      </dgm:constrLst>
                    </dgm:if>
                    <dgm:else name="Name134">
                      <dgm:constrLst>
                        <dgm:constr type="lMarg"/>
                        <dgm:constr type="tMarg"/>
                        <dgm:constr type="bMarg"/>
                      </dgm:constrLst>
                    </dgm:else>
                  </dgm:choose>
                  <dgm:ruleLst>
                    <dgm:rule type="primFontSz" val="5" fact="NaN" max="NaN"/>
                  </dgm:ruleLst>
                </dgm:layoutNode>
              </dgm:forEach>
            </dgm:layoutNode>
          </dgm:if>
          <dgm:else name="Name135">
            <dgm:layoutNode name="arrowDiagram5">
              <dgm:alg type="composite">
                <dgm:param type="vertAlign" val="none"/>
                <dgm:param type="horzAlign" val="none"/>
              </dgm:alg>
              <dgm:shape xmlns:r="http://schemas.openxmlformats.org/officeDocument/2006/relationships" r:blip="">
                <dgm:adjLst/>
              </dgm:shape>
              <dgm:presOf/>
              <dgm:choose name="Name136">
                <dgm:if name="Name137" func="var" arg="dir" op="equ" val="norm">
                  <dgm:constrLst>
                    <dgm:constr type="ctrX" for="ch" forName="bullet5a" refType="w" fact="0.11"/>
                    <dgm:constr type="ctrY" for="ch" forName="bullet5a" refType="h" fact="0.762"/>
                    <dgm:constr type="w" for="ch" forName="bullet5a" refType="w" fact="0.023"/>
                    <dgm:constr type="h" for="ch" forName="bullet5a" refType="w" refFor="ch" refForName="bullet5a"/>
                    <dgm:constr type="l" for="ch" forName="textBox5a" refType="ctrX" refFor="ch" refForName="bullet5a"/>
                    <dgm:constr type="t" for="ch" forName="textBox5a" refType="ctrY" refFor="ch" refForName="bullet5a"/>
                    <dgm:constr type="w" for="ch" forName="textBox5a" refType="w" fact="0.131"/>
                    <dgm:constr type="h" for="ch" forName="textBox5a" refType="h" fact="0.238"/>
                    <dgm:constr type="userA" refType="h" refFor="ch" refForName="bullet5a" fact="0.53"/>
                    <dgm:constr type="l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l" for="ch" forName="textBox5b" refType="ctrX" refFor="ch" refForName="bullet5b"/>
                    <dgm:constr type="t" for="ch" forName="textBox5b" refType="ctrY" refFor="ch" refForName="bullet5b"/>
                    <dgm:constr type="w" for="ch" forName="textBox5b" refType="w" fact="0.166"/>
                    <dgm:constr type="h" for="ch" forName="textBox5b" refType="h" fact="0.419"/>
                    <dgm:constr type="userB" refType="h" refFor="ch" refForName="bullet5b" fact="0.53"/>
                    <dgm:constr type="l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l" for="ch" forName="textBox5c" refType="ctrX" refFor="ch" refForName="bullet5c"/>
                    <dgm:constr type="t" for="ch" forName="textBox5c" refType="ctrY" refFor="ch" refForName="bullet5c"/>
                    <dgm:constr type="w" for="ch" forName="textBox5c" refType="w" fact="0.193"/>
                    <dgm:constr type="h" for="ch" forName="textBox5c" refType="h" fact="0.562"/>
                    <dgm:constr type="userC" refType="h" refFor="ch" refForName="bullet5c" fact="0.53"/>
                    <dgm:constr type="l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l" for="ch" forName="textBox5d" refType="ctrX" refFor="ch" refForName="bullet5d"/>
                    <dgm:constr type="t" for="ch" forName="textBox5d" refType="ctrY" refFor="ch" refForName="bullet5d"/>
                    <dgm:constr type="w" for="ch" forName="textBox5d" refType="w" fact="0.2"/>
                    <dgm:constr type="h" for="ch" forName="textBox5d" refType="h" fact="0.67"/>
                    <dgm:constr type="userD" refType="h" refFor="ch" refForName="bullet5d" fact="0.53"/>
                    <dgm:constr type="l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l" for="ch" forName="textBox5e" refType="ctrX" refFor="ch" refForName="bullet5e"/>
                    <dgm:constr type="t" for="ch" forName="textBox5e" refType="ctrY" refFor="ch" refForName="bullet5e"/>
                    <dgm:constr type="w" for="ch" forName="textBox5e" refType="w" fact="0.2"/>
                    <dgm:constr type="h" for="ch" forName="textBox5e" refType="h" fact="0.736"/>
                    <dgm:constr type="userE" refType="h" refFor="ch" refForName="bullet5e" fact="0.53"/>
                    <dgm:constr type="lMarg" for="ch" forName="textBox5e" refType="userE" fact="2.834"/>
                    <dgm:constr type="primFontSz" for="ch" ptType="node" op="equ" val="65"/>
                  </dgm:constrLst>
                </dgm:if>
                <dgm:else name="Name138">
                  <dgm:constrLst>
                    <dgm:constr type="ctrX" for="ch" forName="bullet5a" refType="w" fact="0.11"/>
                    <dgm:constr type="ctrY" for="ch" forName="bullet5a" refType="h" fact="0.762"/>
                    <dgm:constr type="w" for="ch" forName="bullet5a" refType="w" fact="0.023"/>
                    <dgm:constr type="h" for="ch" forName="bullet5a" refType="w" refFor="ch" refForName="bullet5a"/>
                    <dgm:constr type="r" for="ch" forName="textBox5a" refType="ctrX" refFor="ch" refForName="bullet5a"/>
                    <dgm:constr type="b" for="ch" forName="textBox5a" refType="ctrY" refFor="ch" refForName="bullet5a"/>
                    <dgm:constr type="w" for="ch" forName="textBox5a" refType="w" fact="0.11"/>
                    <dgm:constr type="h" for="ch" forName="textBox5a" refType="h" fact="0.762"/>
                    <dgm:constr type="userA" refType="h" refFor="ch" refForName="bullet5a" fact="0.53"/>
                    <dgm:constr type="r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r" for="ch" forName="textBox5b" refType="ctrX" refFor="ch" refForName="bullet5b"/>
                    <dgm:constr type="b" for="ch" forName="textBox5b" refType="ctrY" refFor="ch" refForName="bullet5b"/>
                    <dgm:constr type="w" for="ch" forName="textBox5b" refType="w" fact="0.131"/>
                    <dgm:constr type="h" for="ch" forName="textBox5b" refType="h" fact="0.581"/>
                    <dgm:constr type="userB" refType="h" refFor="ch" refForName="bullet5b" fact="0.53"/>
                    <dgm:constr type="r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r" for="ch" forName="textBox5c" refType="ctrX" refFor="ch" refForName="bullet5c"/>
                    <dgm:constr type="b" for="ch" forName="textBox5c" refType="ctrY" refFor="ch" refForName="bullet5c"/>
                    <dgm:constr type="w" for="ch" forName="textBox5c" refType="w" fact="0.166"/>
                    <dgm:constr type="h" for="ch" forName="textBox5c" refType="h" fact="0.438"/>
                    <dgm:constr type="userC" refType="h" refFor="ch" refForName="bullet5c" fact="0.53"/>
                    <dgm:constr type="r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r" for="ch" forName="textBox5d" refType="ctrX" refFor="ch" refForName="bullet5d"/>
                    <dgm:constr type="b" for="ch" forName="textBox5d" refType="ctrY" refFor="ch" refForName="bullet5d"/>
                    <dgm:constr type="w" for="ch" forName="textBox5d" refType="w" fact="0.193"/>
                    <dgm:constr type="h" for="ch" forName="textBox5d" refType="h" fact="0.33"/>
                    <dgm:constr type="userD" refType="h" refFor="ch" refForName="bullet5d" fact="0.53"/>
                    <dgm:constr type="r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r" for="ch" forName="textBox5e" refType="ctrX" refFor="ch" refForName="bullet5e"/>
                    <dgm:constr type="b" for="ch" forName="textBox5e" refType="ctrY" refFor="ch" refForName="bullet5e"/>
                    <dgm:constr type="w" for="ch" forName="textBox5e" refType="w" fact="0.2"/>
                    <dgm:constr type="h" for="ch" forName="textBox5e" refType="h" fact="0.264"/>
                    <dgm:constr type="userE" refType="h" refFor="ch" refForName="bullet5e" fact="0.53"/>
                    <dgm:constr type="rMarg" for="ch" forName="textBox5e" refType="userE" fact="2.834"/>
                    <dgm:constr type="primFontSz" for="ch" ptType="node" op="equ" val="65"/>
                  </dgm:constrLst>
                </dgm:else>
              </dgm:choose>
              <dgm:ruleLst/>
              <dgm:forEach name="Name139" axis="ch" ptType="node" cnt="1">
                <dgm:layoutNode name="bullet5a" styleLbl="node1">
                  <dgm:alg type="sp"/>
                  <dgm:shape xmlns:r="http://schemas.openxmlformats.org/officeDocument/2006/relationships" type="ellipse" r:blip="">
                    <dgm:adjLst/>
                  </dgm:shape>
                  <dgm:presOf/>
                  <dgm:constrLst/>
                  <dgm:ruleLst/>
                </dgm:layoutNode>
                <dgm:layoutNode name="textBox5a" styleLbl="revTx">
                  <dgm:varLst>
                    <dgm:bulletEnabled val="1"/>
                  </dgm:varLst>
                  <dgm:choose name="Name140">
                    <dgm:if name="Name141" func="var" arg="dir" op="equ" val="norm">
                      <dgm:choose name="Name142">
                        <dgm:if name="Name143" axis="root des" ptType="all node" func="maxDepth" op="gt" val="1">
                          <dgm:alg type="tx">
                            <dgm:param type="txAnchorVert" val="t"/>
                            <dgm:param type="parTxLTRAlign" val="l"/>
                            <dgm:param type="parTxRTLAlign" val="r"/>
                          </dgm:alg>
                        </dgm:if>
                        <dgm:else name="Name144">
                          <dgm:alg type="tx">
                            <dgm:param type="txAnchorVert" val="t"/>
                            <dgm:param type="parTxLTRAlign" val="l"/>
                            <dgm:param type="parTxRTLAlign" val="l"/>
                          </dgm:alg>
                        </dgm:else>
                      </dgm:choose>
                    </dgm:if>
                    <dgm:else name="Name145">
                      <dgm:choose name="Name146">
                        <dgm:if name="Name147" axis="root des" ptType="all node" func="maxDepth" op="gt" val="1">
                          <dgm:alg type="tx">
                            <dgm:param type="txAnchorVert" val="b"/>
                            <dgm:param type="txAnchorVertCh" val="b"/>
                            <dgm:param type="parTxLTRAlign" val="l"/>
                            <dgm:param type="parTxRTLAlign" val="r"/>
                          </dgm:alg>
                        </dgm:if>
                        <dgm:else name="Name14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49">
                    <dgm:if name="Name150" func="var" arg="dir" op="equ" val="norm">
                      <dgm:constrLst>
                        <dgm:constr type="rMarg"/>
                        <dgm:constr type="tMarg"/>
                        <dgm:constr type="bMarg"/>
                      </dgm:constrLst>
                    </dgm:if>
                    <dgm:else name="Name151">
                      <dgm:constrLst>
                        <dgm:constr type="lMarg"/>
                        <dgm:constr type="tMarg"/>
                        <dgm:constr type="bMarg"/>
                      </dgm:constrLst>
                    </dgm:else>
                  </dgm:choose>
                  <dgm:ruleLst>
                    <dgm:rule type="primFontSz" val="5" fact="NaN" max="NaN"/>
                  </dgm:ruleLst>
                </dgm:layoutNode>
              </dgm:forEach>
              <dgm:forEach name="Name152" axis="ch" ptType="node" st="2" cnt="1">
                <dgm:layoutNode name="bullet5b" styleLbl="node1">
                  <dgm:alg type="sp"/>
                  <dgm:shape xmlns:r="http://schemas.openxmlformats.org/officeDocument/2006/relationships" type="ellipse" r:blip="">
                    <dgm:adjLst/>
                  </dgm:shape>
                  <dgm:presOf/>
                  <dgm:constrLst/>
                  <dgm:ruleLst/>
                </dgm:layoutNode>
                <dgm:layoutNode name="textBox5b" styleLbl="revTx">
                  <dgm:varLst>
                    <dgm:bulletEnabled val="1"/>
                  </dgm:varLst>
                  <dgm:choose name="Name153">
                    <dgm:if name="Name154" func="var" arg="dir" op="equ" val="norm">
                      <dgm:choose name="Name155">
                        <dgm:if name="Name156" axis="root des" ptType="all node" func="maxDepth" op="gt" val="1">
                          <dgm:alg type="tx">
                            <dgm:param type="txAnchorVert" val="t"/>
                            <dgm:param type="parTxLTRAlign" val="l"/>
                            <dgm:param type="parTxRTLAlign" val="r"/>
                          </dgm:alg>
                        </dgm:if>
                        <dgm:else name="Name157">
                          <dgm:alg type="tx">
                            <dgm:param type="txAnchorVert" val="t"/>
                            <dgm:param type="parTxLTRAlign" val="l"/>
                            <dgm:param type="parTxRTLAlign" val="l"/>
                          </dgm:alg>
                        </dgm:else>
                      </dgm:choose>
                    </dgm:if>
                    <dgm:else name="Name158">
                      <dgm:choose name="Name159">
                        <dgm:if name="Name160" axis="root des" ptType="all node" func="maxDepth" op="gt" val="1">
                          <dgm:alg type="tx">
                            <dgm:param type="txAnchorVert" val="b"/>
                            <dgm:param type="txAnchorVertCh" val="b"/>
                            <dgm:param type="parTxLTRAlign" val="l"/>
                            <dgm:param type="parTxRTLAlign" val="r"/>
                          </dgm:alg>
                        </dgm:if>
                        <dgm:else name="Name16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62">
                    <dgm:if name="Name163" func="var" arg="dir" op="equ" val="norm">
                      <dgm:constrLst>
                        <dgm:constr type="rMarg"/>
                        <dgm:constr type="tMarg"/>
                        <dgm:constr type="bMarg"/>
                      </dgm:constrLst>
                    </dgm:if>
                    <dgm:else name="Name164">
                      <dgm:constrLst>
                        <dgm:constr type="lMarg"/>
                        <dgm:constr type="tMarg"/>
                        <dgm:constr type="bMarg"/>
                      </dgm:constrLst>
                    </dgm:else>
                  </dgm:choose>
                  <dgm:ruleLst>
                    <dgm:rule type="primFontSz" val="5" fact="NaN" max="NaN"/>
                  </dgm:ruleLst>
                </dgm:layoutNode>
              </dgm:forEach>
              <dgm:forEach name="Name165" axis="ch" ptType="node" st="3" cnt="1">
                <dgm:layoutNode name="bullet5c" styleLbl="node1">
                  <dgm:alg type="sp"/>
                  <dgm:shape xmlns:r="http://schemas.openxmlformats.org/officeDocument/2006/relationships" type="ellipse" r:blip="">
                    <dgm:adjLst/>
                  </dgm:shape>
                  <dgm:presOf/>
                  <dgm:constrLst/>
                  <dgm:ruleLst/>
                </dgm:layoutNode>
                <dgm:layoutNode name="textBox5c" styleLbl="revTx">
                  <dgm:varLst>
                    <dgm:bulletEnabled val="1"/>
                  </dgm:varLst>
                  <dgm:choose name="Name166">
                    <dgm:if name="Name167" func="var" arg="dir" op="equ" val="norm">
                      <dgm:choose name="Name168">
                        <dgm:if name="Name169" axis="root des" ptType="all node" func="maxDepth" op="gt" val="1">
                          <dgm:alg type="tx">
                            <dgm:param type="txAnchorVert" val="t"/>
                            <dgm:param type="parTxLTRAlign" val="l"/>
                            <dgm:param type="parTxRTLAlign" val="r"/>
                          </dgm:alg>
                        </dgm:if>
                        <dgm:else name="Name170">
                          <dgm:alg type="tx">
                            <dgm:param type="txAnchorVert" val="t"/>
                            <dgm:param type="parTxLTRAlign" val="l"/>
                            <dgm:param type="parTxRTLAlign" val="l"/>
                          </dgm:alg>
                        </dgm:else>
                      </dgm:choose>
                    </dgm:if>
                    <dgm:else name="Name171">
                      <dgm:choose name="Name172">
                        <dgm:if name="Name173" axis="root des" ptType="all node" func="maxDepth" op="gt" val="1">
                          <dgm:alg type="tx">
                            <dgm:param type="txAnchorVert" val="b"/>
                            <dgm:param type="txAnchorVertCh" val="b"/>
                            <dgm:param type="parTxLTRAlign" val="l"/>
                            <dgm:param type="parTxRTLAlign" val="r"/>
                          </dgm:alg>
                        </dgm:if>
                        <dgm:else name="Name174">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75">
                    <dgm:if name="Name176" func="var" arg="dir" op="equ" val="norm">
                      <dgm:constrLst>
                        <dgm:constr type="rMarg"/>
                        <dgm:constr type="tMarg"/>
                        <dgm:constr type="bMarg"/>
                      </dgm:constrLst>
                    </dgm:if>
                    <dgm:else name="Name177">
                      <dgm:constrLst>
                        <dgm:constr type="lMarg"/>
                        <dgm:constr type="tMarg"/>
                        <dgm:constr type="bMarg"/>
                      </dgm:constrLst>
                    </dgm:else>
                  </dgm:choose>
                  <dgm:ruleLst>
                    <dgm:rule type="primFontSz" val="5" fact="NaN" max="NaN"/>
                  </dgm:ruleLst>
                </dgm:layoutNode>
              </dgm:forEach>
              <dgm:forEach name="Name178" axis="ch" ptType="node" st="4" cnt="1">
                <dgm:layoutNode name="bullet5d" styleLbl="node1">
                  <dgm:alg type="sp"/>
                  <dgm:shape xmlns:r="http://schemas.openxmlformats.org/officeDocument/2006/relationships" type="ellipse" r:blip="">
                    <dgm:adjLst/>
                  </dgm:shape>
                  <dgm:presOf/>
                  <dgm:constrLst/>
                  <dgm:ruleLst/>
                </dgm:layoutNode>
                <dgm:layoutNode name="textBox5d" styleLbl="revTx">
                  <dgm:varLst>
                    <dgm:bulletEnabled val="1"/>
                  </dgm:varLst>
                  <dgm:choose name="Name179">
                    <dgm:if name="Name180" func="var" arg="dir" op="equ" val="norm">
                      <dgm:choose name="Name181">
                        <dgm:if name="Name182" axis="root des" ptType="all node" func="maxDepth" op="gt" val="1">
                          <dgm:alg type="tx">
                            <dgm:param type="txAnchorVert" val="t"/>
                            <dgm:param type="parTxLTRAlign" val="l"/>
                            <dgm:param type="parTxRTLAlign" val="r"/>
                          </dgm:alg>
                        </dgm:if>
                        <dgm:else name="Name183">
                          <dgm:alg type="tx">
                            <dgm:param type="txAnchorVert" val="t"/>
                            <dgm:param type="parTxLTRAlign" val="l"/>
                            <dgm:param type="parTxRTLAlign" val="l"/>
                          </dgm:alg>
                        </dgm:else>
                      </dgm:choose>
                    </dgm:if>
                    <dgm:else name="Name184">
                      <dgm:choose name="Name185">
                        <dgm:if name="Name186" axis="root des" ptType="all node" func="maxDepth" op="gt" val="1">
                          <dgm:alg type="tx">
                            <dgm:param type="txAnchorVert" val="b"/>
                            <dgm:param type="txAnchorVertCh" val="b"/>
                            <dgm:param type="parTxLTRAlign" val="l"/>
                            <dgm:param type="parTxRTLAlign" val="r"/>
                          </dgm:alg>
                        </dgm:if>
                        <dgm:else name="Name187">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88">
                    <dgm:if name="Name189" func="var" arg="dir" op="equ" val="norm">
                      <dgm:constrLst>
                        <dgm:constr type="rMarg"/>
                        <dgm:constr type="tMarg"/>
                        <dgm:constr type="bMarg"/>
                      </dgm:constrLst>
                    </dgm:if>
                    <dgm:else name="Name190">
                      <dgm:constrLst>
                        <dgm:constr type="lMarg"/>
                        <dgm:constr type="tMarg"/>
                        <dgm:constr type="bMarg"/>
                      </dgm:constrLst>
                    </dgm:else>
                  </dgm:choose>
                  <dgm:ruleLst>
                    <dgm:rule type="primFontSz" val="5" fact="NaN" max="NaN"/>
                  </dgm:ruleLst>
                </dgm:layoutNode>
              </dgm:forEach>
              <dgm:forEach name="Name191" axis="ch" ptType="node" st="5" cnt="1">
                <dgm:layoutNode name="bullet5e" styleLbl="node1">
                  <dgm:alg type="sp"/>
                  <dgm:shape xmlns:r="http://schemas.openxmlformats.org/officeDocument/2006/relationships" type="ellipse" r:blip="">
                    <dgm:adjLst/>
                  </dgm:shape>
                  <dgm:presOf/>
                  <dgm:constrLst/>
                  <dgm:ruleLst/>
                </dgm:layoutNode>
                <dgm:layoutNode name="textBox5e" styleLbl="revTx">
                  <dgm:varLst>
                    <dgm:bulletEnabled val="1"/>
                  </dgm:varLst>
                  <dgm:choose name="Name192">
                    <dgm:if name="Name193" func="var" arg="dir" op="equ" val="norm">
                      <dgm:choose name="Name194">
                        <dgm:if name="Name195" axis="root des" ptType="all node" func="maxDepth" op="gt" val="1">
                          <dgm:alg type="tx">
                            <dgm:param type="txAnchorVert" val="t"/>
                            <dgm:param type="parTxLTRAlign" val="l"/>
                            <dgm:param type="parTxRTLAlign" val="r"/>
                          </dgm:alg>
                        </dgm:if>
                        <dgm:else name="Name196">
                          <dgm:alg type="tx">
                            <dgm:param type="txAnchorVert" val="t"/>
                            <dgm:param type="parTxLTRAlign" val="l"/>
                            <dgm:param type="parTxRTLAlign" val="l"/>
                          </dgm:alg>
                        </dgm:else>
                      </dgm:choose>
                    </dgm:if>
                    <dgm:else name="Name197">
                      <dgm:choose name="Name198">
                        <dgm:if name="Name199" axis="root des" ptType="all node" func="maxDepth" op="gt" val="1">
                          <dgm:alg type="tx">
                            <dgm:param type="txAnchorVert" val="b"/>
                            <dgm:param type="txAnchorVertCh" val="b"/>
                            <dgm:param type="parTxLTRAlign" val="l"/>
                            <dgm:param type="parTxRTLAlign" val="r"/>
                          </dgm:alg>
                        </dgm:if>
                        <dgm:else name="Name200">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1">
                    <dgm:if name="Name202" func="var" arg="dir" op="equ" val="norm">
                      <dgm:constrLst>
                        <dgm:constr type="rMarg"/>
                        <dgm:constr type="tMarg"/>
                        <dgm:constr type="bMarg"/>
                      </dgm:constrLst>
                    </dgm:if>
                    <dgm:else name="Name203">
                      <dgm:constrLst>
                        <dgm:constr type="lMarg"/>
                        <dgm:constr type="tMarg"/>
                        <dgm:constr type="bMarg"/>
                      </dgm:constrLst>
                    </dgm:else>
                  </dgm:choose>
                  <dgm:ruleLst>
                    <dgm:rule type="primFontSz" val="5" fact="NaN" max="NaN"/>
                  </dgm:ruleLst>
                </dgm:layoutNode>
              </dgm:forEach>
            </dgm:layoutNode>
          </dgm:else>
        </dgm:choose>
      </dgm:if>
      <dgm:else name="Name204"/>
    </dgm:choose>
  </dgm:layoutNode>
</dgm:layoutDef>
</file>

<file path=ppt/diagrams/layout8.xml><?xml version="1.0" encoding="utf-8"?>
<dgm:layoutDef xmlns:dgm="http://schemas.openxmlformats.org/drawingml/2006/diagram" xmlns:a="http://schemas.openxmlformats.org/drawingml/2006/main" uniqueId="urn:microsoft.com/office/officeart/2005/8/layout/arrow2">
  <dgm:title val=""/>
  <dgm:desc val=""/>
  <dgm:catLst>
    <dgm:cat type="process" pri="2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arrowDiagram">
    <dgm:varLst>
      <dgm:chMax val="5"/>
      <dgm:dir/>
      <dgm:resizeHandles val="exact"/>
    </dgm:varLst>
    <dgm:alg type="composite">
      <dgm:param type="ar" val="1.6"/>
    </dgm:alg>
    <dgm:shape xmlns:r="http://schemas.openxmlformats.org/officeDocument/2006/relationships" r:blip="">
      <dgm:adjLst/>
    </dgm:shape>
    <dgm:presOf/>
    <dgm:constrLst>
      <dgm:constr type="l" for="ch" forName="arrow"/>
      <dgm:constr type="t" for="ch" forName="arrow"/>
      <dgm:constr type="w" for="ch" forName="arrow" refType="w"/>
      <dgm:constr type="h" for="ch" forName="arrow" refType="h"/>
      <dgm:constr type="ctrX" for="ch" forName="arrowDiagram1" refType="w" fact="0.5"/>
      <dgm:constr type="ctrY" for="ch" forName="arrowDiagram1" refType="h" fact="0.5"/>
      <dgm:constr type="w" for="ch" forName="arrowDiagram1" refType="w"/>
      <dgm:constr type="h" for="ch" forName="arrowDiagram1" refType="h"/>
      <dgm:constr type="ctrX" for="ch" forName="arrowDiagram2" refType="w" fact="0.5"/>
      <dgm:constr type="ctrY" for="ch" forName="arrowDiagram2" refType="h" fact="0.5"/>
      <dgm:constr type="w" for="ch" forName="arrowDiagram2" refType="w"/>
      <dgm:constr type="h" for="ch" forName="arrowDiagram2" refType="h"/>
      <dgm:constr type="ctrX" for="ch" forName="arrowDiagram3" refType="w" fact="0.5"/>
      <dgm:constr type="ctrY" for="ch" forName="arrowDiagram3" refType="h" fact="0.5"/>
      <dgm:constr type="w" for="ch" forName="arrowDiagram3" refType="w"/>
      <dgm:constr type="h" for="ch" forName="arrowDiagram3" refType="h"/>
      <dgm:constr type="ctrX" for="ch" forName="arrowDiagram4" refType="w" fact="0.5"/>
      <dgm:constr type="ctrY" for="ch" forName="arrowDiagram4" refType="h" fact="0.5"/>
      <dgm:constr type="w" for="ch" forName="arrowDiagram4" refType="w"/>
      <dgm:constr type="h" for="ch" forName="arrowDiagram4" refType="h"/>
      <dgm:constr type="ctrX" for="ch" forName="arrowDiagram5" refType="w" fact="0.5"/>
      <dgm:constr type="ctrY" for="ch" forName="arrowDiagram5" refType="h" fact="0.5"/>
      <dgm:constr type="w" for="ch" forName="arrowDiagram5" refType="w"/>
      <dgm:constr type="h" for="ch" forName="arrowDiagram5" refType="h"/>
    </dgm:constrLst>
    <dgm:ruleLst/>
    <dgm:choose name="Name0">
      <dgm:if name="Name1" axis="ch" ptType="node" func="cnt" op="gte" val="1">
        <dgm:layoutNode name="arrow" styleLbl="bgShp">
          <dgm:alg type="sp"/>
          <dgm:shape xmlns:r="http://schemas.openxmlformats.org/officeDocument/2006/relationships" type="swooshArrow" r:blip="">
            <dgm:adjLst>
              <dgm:adj idx="2" val="0.25"/>
            </dgm:adjLst>
          </dgm:shape>
          <dgm:presOf/>
          <dgm:constrLst/>
          <dgm:ruleLst/>
        </dgm:layoutNode>
        <dgm:choose name="Name2">
          <dgm:if name="Name3" axis="ch" ptType="node" func="cnt" op="lt" val="1"/>
          <dgm:if name="Name4" axis="ch" ptType="node" func="cnt" op="equ" val="1">
            <dgm:layoutNode name="arrowDiagram1">
              <dgm:varLst>
                <dgm:bulletEnabled val="1"/>
              </dgm:varLst>
              <dgm:alg type="composite">
                <dgm:param type="vertAlign" val="none"/>
                <dgm:param type="horzAlign" val="none"/>
              </dgm:alg>
              <dgm:shape xmlns:r="http://schemas.openxmlformats.org/officeDocument/2006/relationships" r:blip="">
                <dgm:adjLst/>
              </dgm:shape>
              <dgm:presOf/>
              <dgm:constrLst>
                <dgm:constr type="ctrX" for="ch" forName="bullet1" refType="w" fact="0.8"/>
                <dgm:constr type="ctrY" for="ch" forName="bullet1" refType="h" fact="0.262"/>
                <dgm:constr type="w" for="ch" forName="bullet1" refType="w" fact="0.074"/>
                <dgm:constr type="h" for="ch" forName="bullet1" refType="w" refFor="ch" refForName="bullet1"/>
                <dgm:constr type="r" for="ch" forName="textBox1" refType="ctrX" refFor="ch" refForName="bullet1"/>
                <dgm:constr type="t" for="ch" forName="textBox1" refType="ctrY" refFor="ch" refForName="bullet1"/>
                <dgm:constr type="w" for="ch" forName="textBox1" refType="w" fact="0.4"/>
                <dgm:constr type="h" for="ch" forName="textBox1" refType="h" fact="0.738"/>
                <dgm:constr type="userA" refType="h" refFor="ch" refForName="bullet1" fact="0.53"/>
                <dgm:constr type="rMarg" for="ch" forName="textBox1" refType="userA" fact="2.834"/>
                <dgm:constr type="primFontSz" for="ch" ptType="node" op="equ" val="65"/>
              </dgm:constrLst>
              <dgm:ruleLst/>
              <dgm:forEach name="Name5" axis="ch" ptType="node" cnt="1">
                <dgm:layoutNode name="bullet1" styleLbl="node1">
                  <dgm:alg type="sp"/>
                  <dgm:shape xmlns:r="http://schemas.openxmlformats.org/officeDocument/2006/relationships" type="ellipse" r:blip="">
                    <dgm:adjLst/>
                  </dgm:shape>
                  <dgm:presOf/>
                  <dgm:constrLst/>
                  <dgm:ruleLst/>
                </dgm:layoutNode>
                <dgm:layoutNode name="textBox1" styleLbl="revTx">
                  <dgm:varLst>
                    <dgm:bulletEnabled val="1"/>
                  </dgm:varLst>
                  <dgm:alg type="tx">
                    <dgm:param type="txAnchorVert" val="t"/>
                    <dgm:param type="parTxLTRAlign" val="r"/>
                    <dgm:param type="parTxRTLAlign" val="r"/>
                  </dgm:alg>
                  <dgm:shape xmlns:r="http://schemas.openxmlformats.org/officeDocument/2006/relationships" type="round2DiagRect" r:blip="">
                    <dgm:adjLst/>
                  </dgm:shape>
                  <dgm:presOf axis="desOrSelf" ptType="node"/>
                  <dgm:constrLst>
                    <dgm:constr type="lMarg"/>
                    <dgm:constr type="tMarg"/>
                    <dgm:constr type="bMarg"/>
                  </dgm:constrLst>
                  <dgm:ruleLst>
                    <dgm:rule type="primFontSz" val="5" fact="NaN" max="NaN"/>
                  </dgm:ruleLst>
                </dgm:layoutNode>
              </dgm:forEach>
            </dgm:layoutNode>
          </dgm:if>
          <dgm:if name="Name6" axis="ch" ptType="node" func="cnt" op="equ" val="2">
            <dgm:layoutNode name="arrowDiagram2">
              <dgm:alg type="composite">
                <dgm:param type="vertAlign" val="none"/>
                <dgm:param type="horzAlign" val="none"/>
              </dgm:alg>
              <dgm:shape xmlns:r="http://schemas.openxmlformats.org/officeDocument/2006/relationships" r:blip="">
                <dgm:adjLst/>
              </dgm:shape>
              <dgm:presOf/>
              <dgm:choose name="Name7">
                <dgm:if name="Name8" func="var" arg="dir" op="equ" val="norm">
                  <dgm:constrLst>
                    <dgm:constr type="ctrX" for="ch" forName="bullet2a" refType="w" fact="0.25"/>
                    <dgm:constr type="ctrY" for="ch" forName="bullet2a" refType="h" fact="0.573"/>
                    <dgm:constr type="w" for="ch" forName="bullet2a" refType="w" fact="0.035"/>
                    <dgm:constr type="h" for="ch" forName="bullet2a" refType="w" refFor="ch" refForName="bullet2a"/>
                    <dgm:constr type="l" for="ch" forName="textBox2a" refType="ctrX" refFor="ch" refForName="bullet2a"/>
                    <dgm:constr type="t" for="ch" forName="textBox2a" refType="ctrY" refFor="ch" refForName="bullet2a"/>
                    <dgm:constr type="w" for="ch" forName="textBox2a" refType="w" fact="0.325"/>
                    <dgm:constr type="h" for="ch" forName="textBox2a" refType="h" fact="0.427"/>
                    <dgm:constr type="userA" refType="h" refFor="ch" refForName="bullet2a" fact="0.53"/>
                    <dgm:constr type="l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l" for="ch" forName="textBox2b" refType="ctrX" refFor="ch" refForName="bullet2b"/>
                    <dgm:constr type="t" for="ch" forName="textBox2b" refType="ctrY" refFor="ch" refForName="bullet2b"/>
                    <dgm:constr type="w" for="ch" forName="textBox2b" refType="w" fact="0.325"/>
                    <dgm:constr type="h" for="ch" forName="textBox2b" refType="h" fact="0.662"/>
                    <dgm:constr type="userB" refType="h" refFor="ch" refForName="bullet2b" fact="0.53"/>
                    <dgm:constr type="lMarg" for="ch" forName="textBox2b" refType="userB" fact="2.834"/>
                    <dgm:constr type="primFontSz" for="ch" ptType="node" op="equ" val="65"/>
                  </dgm:constrLst>
                </dgm:if>
                <dgm:else name="Name9">
                  <dgm:constrLst>
                    <dgm:constr type="ctrX" for="ch" forName="bullet2a" refType="w" fact="0.25"/>
                    <dgm:constr type="ctrY" for="ch" forName="bullet2a" refType="h" fact="0.573"/>
                    <dgm:constr type="w" for="ch" forName="bullet2a" refType="w" fact="0.035"/>
                    <dgm:constr type="h" for="ch" forName="bullet2a" refType="w" refFor="ch" refForName="bullet2a"/>
                    <dgm:constr type="r" for="ch" forName="textBox2a" refType="ctrX" refFor="ch" refForName="bullet2a"/>
                    <dgm:constr type="b" for="ch" forName="textBox2a" refType="ctrY" refFor="ch" refForName="bullet2a"/>
                    <dgm:constr type="w" for="ch" forName="textBox2a" refType="w" fact="0.25"/>
                    <dgm:constr type="h" for="ch" forName="textBox2a" refType="h" fact="0.573"/>
                    <dgm:constr type="userA" refType="h" refFor="ch" refForName="bullet2a" fact="0.53"/>
                    <dgm:constr type="r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r" for="ch" forName="textBox2b" refType="ctrX" refFor="ch" refForName="bullet2b"/>
                    <dgm:constr type="b" for="ch" forName="textBox2b" refType="ctrY" refFor="ch" refForName="bullet2b"/>
                    <dgm:constr type="w" for="ch" forName="textBox2b" refType="w" fact="0.28"/>
                    <dgm:constr type="h" for="ch" forName="textBox2b" refType="h" fact="0.338"/>
                    <dgm:constr type="userB" refType="h" refFor="ch" refForName="bullet2b" fact="0.53"/>
                    <dgm:constr type="rMarg" for="ch" forName="textBox2b" refType="userB" fact="2.834"/>
                    <dgm:constr type="primFontSz" for="ch" ptType="node" op="equ" val="65"/>
                  </dgm:constrLst>
                </dgm:else>
              </dgm:choose>
              <dgm:ruleLst/>
              <dgm:forEach name="Name10" axis="ch" ptType="node" cnt="1">
                <dgm:layoutNode name="bullet2a" styleLbl="node1">
                  <dgm:alg type="sp"/>
                  <dgm:shape xmlns:r="http://schemas.openxmlformats.org/officeDocument/2006/relationships" type="ellipse" r:blip="">
                    <dgm:adjLst/>
                  </dgm:shape>
                  <dgm:presOf/>
                  <dgm:constrLst/>
                  <dgm:ruleLst/>
                </dgm:layoutNode>
                <dgm:layoutNode name="textBox2a" styleLbl="revTx">
                  <dgm:varLst>
                    <dgm:bulletEnabled val="1"/>
                  </dgm:varLst>
                  <dgm:choose name="Name11">
                    <dgm:if name="Name12" func="var" arg="dir" op="equ" val="norm">
                      <dgm:choose name="Name13">
                        <dgm:if name="Name14" axis="root des" ptType="all node" func="maxDepth" op="gt" val="1">
                          <dgm:alg type="tx">
                            <dgm:param type="txAnchorVert" val="t"/>
                            <dgm:param type="parTxLTRAlign" val="l"/>
                            <dgm:param type="parTxRTLAlign" val="r"/>
                          </dgm:alg>
                        </dgm:if>
                        <dgm:else name="Name15">
                          <dgm:alg type="tx">
                            <dgm:param type="txAnchorVert" val="t"/>
                            <dgm:param type="parTxLTRAlign" val="l"/>
                            <dgm:param type="parTxRTLAlign" val="l"/>
                          </dgm:alg>
                        </dgm:else>
                      </dgm:choose>
                    </dgm:if>
                    <dgm:else name="Name16">
                      <dgm:choose name="Name17">
                        <dgm:if name="Name18" axis="root des" ptType="all node" func="maxDepth" op="gt" val="1">
                          <dgm:alg type="tx">
                            <dgm:param type="txAnchorVert" val="b"/>
                            <dgm:param type="txAnchorVertCh" val="b"/>
                            <dgm:param type="parTxLTRAlign" val="l"/>
                            <dgm:param type="parTxRTLAlign" val="r"/>
                          </dgm:alg>
                        </dgm:if>
                        <dgm:else name="Name1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
                    <dgm:if name="Name21" func="var" arg="dir" op="equ" val="norm">
                      <dgm:constrLst>
                        <dgm:constr type="rMarg"/>
                        <dgm:constr type="tMarg"/>
                        <dgm:constr type="bMarg"/>
                      </dgm:constrLst>
                    </dgm:if>
                    <dgm:else name="Name22">
                      <dgm:constrLst>
                        <dgm:constr type="lMarg"/>
                        <dgm:constr type="tMarg"/>
                        <dgm:constr type="bMarg"/>
                      </dgm:constrLst>
                    </dgm:else>
                  </dgm:choose>
                  <dgm:ruleLst>
                    <dgm:rule type="primFontSz" val="5" fact="NaN" max="NaN"/>
                  </dgm:ruleLst>
                </dgm:layoutNode>
              </dgm:forEach>
              <dgm:forEach name="Name23" axis="ch" ptType="node" st="2" cnt="1">
                <dgm:layoutNode name="bullet2b" styleLbl="node1">
                  <dgm:alg type="sp"/>
                  <dgm:shape xmlns:r="http://schemas.openxmlformats.org/officeDocument/2006/relationships" type="ellipse" r:blip="">
                    <dgm:adjLst/>
                  </dgm:shape>
                  <dgm:presOf/>
                  <dgm:constrLst/>
                  <dgm:ruleLst/>
                </dgm:layoutNode>
                <dgm:layoutNode name="textBox2b" styleLbl="revTx">
                  <dgm:varLst>
                    <dgm:bulletEnabled val="1"/>
                  </dgm:varLst>
                  <dgm:choose name="Name24">
                    <dgm:if name="Name25" func="var" arg="dir" op="equ" val="norm">
                      <dgm:choose name="Name26">
                        <dgm:if name="Name27" axis="root des" ptType="all node" func="maxDepth" op="gt" val="1">
                          <dgm:alg type="tx">
                            <dgm:param type="txAnchorVert" val="t"/>
                            <dgm:param type="parTxLTRAlign" val="l"/>
                            <dgm:param type="parTxRTLAlign" val="r"/>
                          </dgm:alg>
                        </dgm:if>
                        <dgm:else name="Name28">
                          <dgm:alg type="tx">
                            <dgm:param type="txAnchorVert" val="t"/>
                            <dgm:param type="parTxLTRAlign" val="l"/>
                            <dgm:param type="parTxRTLAlign" val="l"/>
                          </dgm:alg>
                        </dgm:else>
                      </dgm:choose>
                    </dgm:if>
                    <dgm:else name="Name29">
                      <dgm:choose name="Name30">
                        <dgm:if name="Name31" axis="root des" ptType="all node" func="maxDepth" op="gt" val="1">
                          <dgm:alg type="tx">
                            <dgm:param type="txAnchorVert" val="b"/>
                            <dgm:param type="txAnchorVertCh" val="b"/>
                            <dgm:param type="parTxLTRAlign" val="l"/>
                            <dgm:param type="parTxRTLAlign" val="r"/>
                          </dgm:alg>
                        </dgm:if>
                        <dgm:else name="Name3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33">
                    <dgm:if name="Name34" func="var" arg="dir" op="equ" val="norm">
                      <dgm:constrLst>
                        <dgm:constr type="rMarg"/>
                        <dgm:constr type="tMarg"/>
                        <dgm:constr type="bMarg"/>
                      </dgm:constrLst>
                    </dgm:if>
                    <dgm:else name="Name35">
                      <dgm:constrLst>
                        <dgm:constr type="lMarg"/>
                        <dgm:constr type="tMarg"/>
                        <dgm:constr type="bMarg"/>
                      </dgm:constrLst>
                    </dgm:else>
                  </dgm:choose>
                  <dgm:ruleLst>
                    <dgm:rule type="primFontSz" val="5" fact="NaN" max="NaN"/>
                  </dgm:ruleLst>
                </dgm:layoutNode>
              </dgm:forEach>
            </dgm:layoutNode>
          </dgm:if>
          <dgm:if name="Name36" axis="ch" ptType="node" func="cnt" op="equ" val="3">
            <dgm:layoutNode name="arrowDiagram3">
              <dgm:alg type="composite">
                <dgm:param type="vertAlign" val="none"/>
                <dgm:param type="horzAlign" val="none"/>
              </dgm:alg>
              <dgm:shape xmlns:r="http://schemas.openxmlformats.org/officeDocument/2006/relationships" r:blip="">
                <dgm:adjLst/>
              </dgm:shape>
              <dgm:presOf/>
              <dgm:choose name="Name37">
                <dgm:if name="Name38" func="var" arg="dir" op="equ" val="norm">
                  <dgm:constrLst>
                    <dgm:constr type="ctrX" for="ch" forName="bullet3a" refType="w" fact="0.14"/>
                    <dgm:constr type="ctrY" for="ch" forName="bullet3a" refType="h" fact="0.711"/>
                    <dgm:constr type="w" for="ch" forName="bullet3a" refType="w" fact="0.026"/>
                    <dgm:constr type="h" for="ch" forName="bullet3a" refType="w" refFor="ch" refForName="bullet3a"/>
                    <dgm:constr type="l" for="ch" forName="textBox3a" refType="ctrX" refFor="ch" refForName="bullet3a"/>
                    <dgm:constr type="t" for="ch" forName="textBox3a" refType="ctrY" refFor="ch" refForName="bullet3a"/>
                    <dgm:constr type="w" for="ch" forName="textBox3a" refType="w" fact="0.233"/>
                    <dgm:constr type="h" for="ch" forName="textBox3a" refType="h" fact="0.289"/>
                    <dgm:constr type="userA" refType="h" refFor="ch" refForName="bullet3a" fact="0.53"/>
                    <dgm:constr type="l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l" for="ch" forName="textBox3b" refType="ctrX" refFor="ch" refForName="bullet3b"/>
                    <dgm:constr type="t" for="ch" forName="textBox3b" refType="ctrY" refFor="ch" refForName="bullet3b"/>
                    <dgm:constr type="w" for="ch" forName="textBox3b" refType="w" fact="0.24"/>
                    <dgm:constr type="h" for="ch" forName="textBox3b" refType="h" fact="0.544"/>
                    <dgm:constr type="userB" refType="h" refFor="ch" refForName="bullet3b" fact="0.53"/>
                    <dgm:constr type="l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l" for="ch" forName="textBox3c" refType="ctrX" refFor="ch" refForName="bullet3c"/>
                    <dgm:constr type="t" for="ch" forName="textBox3c" refType="ctrY" refFor="ch" refForName="bullet3c"/>
                    <dgm:constr type="w" for="ch" forName="textBox3c" refType="w" fact="0.24"/>
                    <dgm:constr type="h" for="ch" forName="textBox3c" refType="h" fact="0.695"/>
                    <dgm:constr type="userC" refType="h" refFor="ch" refForName="bullet3c" fact="0.53"/>
                    <dgm:constr type="lMarg" for="ch" forName="textBox3c" refType="userC" fact="2.834"/>
                    <dgm:constr type="primFontSz" for="ch" ptType="node" op="equ" val="65"/>
                  </dgm:constrLst>
                </dgm:if>
                <dgm:else name="Name39">
                  <dgm:constrLst>
                    <dgm:constr type="ctrX" for="ch" forName="bullet3a" refType="w" fact="0.14"/>
                    <dgm:constr type="ctrY" for="ch" forName="bullet3a" refType="h" fact="0.711"/>
                    <dgm:constr type="w" for="ch" forName="bullet3a" refType="w" fact="0.026"/>
                    <dgm:constr type="h" for="ch" forName="bullet3a" refType="w" refFor="ch" refForName="bullet3a"/>
                    <dgm:constr type="r" for="ch" forName="textBox3a" refType="ctrX" refFor="ch" refForName="bullet3a"/>
                    <dgm:constr type="b" for="ch" forName="textBox3a" refType="ctrY" refFor="ch" refForName="bullet3a"/>
                    <dgm:constr type="w" for="ch" forName="textBox3a" refType="w" fact="0.14"/>
                    <dgm:constr type="h" for="ch" forName="textBox3a" refType="h" fact="0.711"/>
                    <dgm:constr type="userA" refType="h" refFor="ch" refForName="bullet3a" fact="0.53"/>
                    <dgm:constr type="r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r" for="ch" forName="textBox3b" refType="ctrX" refFor="ch" refForName="bullet3b"/>
                    <dgm:constr type="b" for="ch" forName="textBox3b" refType="ctrY" refFor="ch" refForName="bullet3b"/>
                    <dgm:constr type="w" for="ch" forName="textBox3b" refType="w" fact="0.24"/>
                    <dgm:constr type="h" for="ch" forName="textBox3b" refType="h" fact="0.456"/>
                    <dgm:constr type="userB" refType="h" refFor="ch" refForName="bullet3b" fact="0.53"/>
                    <dgm:constr type="r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r" for="ch" forName="textBox3c" refType="ctrX" refFor="ch" refForName="bullet3c"/>
                    <dgm:constr type="b" for="ch" forName="textBox3c" refType="ctrY" refFor="ch" refForName="bullet3c"/>
                    <dgm:constr type="w" for="ch" forName="textBox3c" refType="w" fact="0.24"/>
                    <dgm:constr type="h" for="ch" forName="textBox3c" refType="h" fact="0.305"/>
                    <dgm:constr type="userC" refType="h" refFor="ch" refForName="bullet3c" fact="0.53"/>
                    <dgm:constr type="rMarg" for="ch" forName="textBox3c" refType="userC" fact="2.834"/>
                    <dgm:constr type="primFontSz" for="ch" ptType="node" op="equ" val="65"/>
                  </dgm:constrLst>
                </dgm:else>
              </dgm:choose>
              <dgm:ruleLst/>
              <dgm:forEach name="Name40" axis="ch" ptType="node" cnt="1">
                <dgm:layoutNode name="bullet3a" styleLbl="node1">
                  <dgm:alg type="sp"/>
                  <dgm:shape xmlns:r="http://schemas.openxmlformats.org/officeDocument/2006/relationships" type="ellipse" r:blip="">
                    <dgm:adjLst/>
                  </dgm:shape>
                  <dgm:presOf/>
                  <dgm:constrLst/>
                  <dgm:ruleLst/>
                </dgm:layoutNode>
                <dgm:layoutNode name="textBox3a" styleLbl="revTx">
                  <dgm:varLst>
                    <dgm:bulletEnabled val="1"/>
                  </dgm:varLst>
                  <dgm:choose name="Name41">
                    <dgm:if name="Name42" func="var" arg="dir" op="equ" val="norm">
                      <dgm:choose name="Name43">
                        <dgm:if name="Name44" axis="root des" ptType="all node" func="maxDepth" op="gt" val="1">
                          <dgm:alg type="tx">
                            <dgm:param type="txAnchorVert" val="t"/>
                            <dgm:param type="parTxLTRAlign" val="l"/>
                            <dgm:param type="parTxRTLAlign" val="r"/>
                          </dgm:alg>
                        </dgm:if>
                        <dgm:else name="Name45">
                          <dgm:alg type="tx">
                            <dgm:param type="txAnchorVert" val="t"/>
                            <dgm:param type="parTxLTRAlign" val="l"/>
                            <dgm:param type="parTxRTLAlign" val="l"/>
                          </dgm:alg>
                        </dgm:else>
                      </dgm:choose>
                    </dgm:if>
                    <dgm:else name="Name46">
                      <dgm:choose name="Name47">
                        <dgm:if name="Name48" axis="root des" ptType="all node" func="maxDepth" op="gt" val="1">
                          <dgm:alg type="tx">
                            <dgm:param type="txAnchorVert" val="b"/>
                            <dgm:param type="txAnchorVertCh" val="b"/>
                            <dgm:param type="parTxLTRAlign" val="l"/>
                            <dgm:param type="parTxRTLAlign" val="r"/>
                          </dgm:alg>
                        </dgm:if>
                        <dgm:else name="Name4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50">
                    <dgm:if name="Name51" func="var" arg="dir" op="equ" val="norm">
                      <dgm:constrLst>
                        <dgm:constr type="rMarg"/>
                        <dgm:constr type="tMarg"/>
                        <dgm:constr type="bMarg"/>
                      </dgm:constrLst>
                    </dgm:if>
                    <dgm:else name="Name52">
                      <dgm:constrLst>
                        <dgm:constr type="lMarg"/>
                        <dgm:constr type="tMarg"/>
                        <dgm:constr type="bMarg"/>
                      </dgm:constrLst>
                    </dgm:else>
                  </dgm:choose>
                  <dgm:ruleLst>
                    <dgm:rule type="primFontSz" val="5" fact="NaN" max="NaN"/>
                  </dgm:ruleLst>
                </dgm:layoutNode>
              </dgm:forEach>
              <dgm:forEach name="Name53" axis="ch" ptType="node" st="2" cnt="1">
                <dgm:layoutNode name="bullet3b" styleLbl="node1">
                  <dgm:alg type="sp"/>
                  <dgm:shape xmlns:r="http://schemas.openxmlformats.org/officeDocument/2006/relationships" type="ellipse" r:blip="">
                    <dgm:adjLst/>
                  </dgm:shape>
                  <dgm:presOf/>
                  <dgm:constrLst/>
                  <dgm:ruleLst/>
                </dgm:layoutNode>
                <dgm:layoutNode name="textBox3b" styleLbl="revTx">
                  <dgm:varLst>
                    <dgm:bulletEnabled val="1"/>
                  </dgm:varLst>
                  <dgm:choose name="Name54">
                    <dgm:if name="Name55" func="var" arg="dir" op="equ" val="norm">
                      <dgm:choose name="Name56">
                        <dgm:if name="Name57" axis="root des" ptType="all node" func="maxDepth" op="gt" val="1">
                          <dgm:alg type="tx">
                            <dgm:param type="txAnchorVert" val="t"/>
                            <dgm:param type="parTxLTRAlign" val="l"/>
                            <dgm:param type="parTxRTLAlign" val="r"/>
                          </dgm:alg>
                        </dgm:if>
                        <dgm:else name="Name58">
                          <dgm:alg type="tx">
                            <dgm:param type="txAnchorVert" val="t"/>
                            <dgm:param type="parTxLTRAlign" val="l"/>
                            <dgm:param type="parTxRTLAlign" val="l"/>
                          </dgm:alg>
                        </dgm:else>
                      </dgm:choose>
                    </dgm:if>
                    <dgm:else name="Name59">
                      <dgm:choose name="Name60">
                        <dgm:if name="Name61" axis="root des" ptType="all node" func="maxDepth" op="gt" val="1">
                          <dgm:alg type="tx">
                            <dgm:param type="txAnchorVert" val="b"/>
                            <dgm:param type="txAnchorVertCh" val="b"/>
                            <dgm:param type="parTxLTRAlign" val="l"/>
                            <dgm:param type="parTxRTLAlign" val="r"/>
                          </dgm:alg>
                        </dgm:if>
                        <dgm:else name="Name6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63">
                    <dgm:if name="Name64" func="var" arg="dir" op="equ" val="norm">
                      <dgm:constrLst>
                        <dgm:constr type="rMarg"/>
                        <dgm:constr type="tMarg"/>
                        <dgm:constr type="bMarg"/>
                      </dgm:constrLst>
                    </dgm:if>
                    <dgm:else name="Name65">
                      <dgm:constrLst>
                        <dgm:constr type="lMarg"/>
                        <dgm:constr type="tMarg"/>
                        <dgm:constr type="bMarg"/>
                      </dgm:constrLst>
                    </dgm:else>
                  </dgm:choose>
                  <dgm:ruleLst>
                    <dgm:rule type="primFontSz" val="5" fact="NaN" max="NaN"/>
                  </dgm:ruleLst>
                </dgm:layoutNode>
              </dgm:forEach>
              <dgm:forEach name="Name66" axis="ch" ptType="node" st="3" cnt="1">
                <dgm:layoutNode name="bullet3c" styleLbl="node1">
                  <dgm:alg type="sp"/>
                  <dgm:shape xmlns:r="http://schemas.openxmlformats.org/officeDocument/2006/relationships" type="ellipse" r:blip="">
                    <dgm:adjLst/>
                  </dgm:shape>
                  <dgm:presOf/>
                  <dgm:constrLst/>
                  <dgm:ruleLst/>
                </dgm:layoutNode>
                <dgm:layoutNode name="textBox3c" styleLbl="revTx">
                  <dgm:varLst>
                    <dgm:bulletEnabled val="1"/>
                  </dgm:varLst>
                  <dgm:choose name="Name67">
                    <dgm:if name="Name68" func="var" arg="dir" op="equ" val="norm">
                      <dgm:choose name="Name69">
                        <dgm:if name="Name70" axis="root des" ptType="all node" func="maxDepth" op="gt" val="1">
                          <dgm:alg type="tx">
                            <dgm:param type="txAnchorVert" val="t"/>
                            <dgm:param type="parTxLTRAlign" val="l"/>
                            <dgm:param type="parTxRTLAlign" val="r"/>
                          </dgm:alg>
                        </dgm:if>
                        <dgm:else name="Name71">
                          <dgm:alg type="tx">
                            <dgm:param type="txAnchorVert" val="t"/>
                            <dgm:param type="parTxLTRAlign" val="l"/>
                            <dgm:param type="parTxRTLAlign" val="l"/>
                          </dgm:alg>
                        </dgm:else>
                      </dgm:choose>
                    </dgm:if>
                    <dgm:else name="Name72">
                      <dgm:choose name="Name73">
                        <dgm:if name="Name74" axis="root des" ptType="all node" func="maxDepth" op="gt" val="1">
                          <dgm:alg type="tx">
                            <dgm:param type="txAnchorVert" val="b"/>
                            <dgm:param type="txAnchorVertCh" val="b"/>
                            <dgm:param type="parTxLTRAlign" val="l"/>
                            <dgm:param type="parTxRTLAlign" val="r"/>
                          </dgm:alg>
                        </dgm:if>
                        <dgm:else name="Name7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76">
                    <dgm:if name="Name77" func="var" arg="dir" op="equ" val="norm">
                      <dgm:constrLst>
                        <dgm:constr type="rMarg"/>
                        <dgm:constr type="tMarg"/>
                        <dgm:constr type="bMarg"/>
                      </dgm:constrLst>
                    </dgm:if>
                    <dgm:else name="Name78">
                      <dgm:constrLst>
                        <dgm:constr type="lMarg"/>
                        <dgm:constr type="tMarg"/>
                        <dgm:constr type="bMarg"/>
                      </dgm:constrLst>
                    </dgm:else>
                  </dgm:choose>
                  <dgm:ruleLst>
                    <dgm:rule type="primFontSz" val="5" fact="NaN" max="NaN"/>
                  </dgm:ruleLst>
                </dgm:layoutNode>
              </dgm:forEach>
            </dgm:layoutNode>
          </dgm:if>
          <dgm:if name="Name79" axis="ch" ptType="node" func="cnt" op="equ" val="4">
            <dgm:layoutNode name="arrowDiagram4">
              <dgm:alg type="composite">
                <dgm:param type="vertAlign" val="none"/>
                <dgm:param type="horzAlign" val="none"/>
              </dgm:alg>
              <dgm:shape xmlns:r="http://schemas.openxmlformats.org/officeDocument/2006/relationships" r:blip="">
                <dgm:adjLst/>
              </dgm:shape>
              <dgm:presOf/>
              <dgm:choose name="Name80">
                <dgm:if name="Name81" func="var" arg="dir" op="equ" val="norm">
                  <dgm:constrLst>
                    <dgm:constr type="ctrX" for="ch" forName="bullet4a" refType="w" fact="0.11"/>
                    <dgm:constr type="ctrY" for="ch" forName="bullet4a" refType="h" fact="0.762"/>
                    <dgm:constr type="w" for="ch" forName="bullet4a" refType="w" fact="0.023"/>
                    <dgm:constr type="h" for="ch" forName="bullet4a" refType="w" refFor="ch" refForName="bullet4a"/>
                    <dgm:constr type="l" for="ch" forName="textBox4a" refType="ctrX" refFor="ch" refForName="bullet4a"/>
                    <dgm:constr type="t" for="ch" forName="textBox4a" refType="ctrY" refFor="ch" refForName="bullet4a"/>
                    <dgm:constr type="w" for="ch" forName="textBox4a" refType="w" fact="0.171"/>
                    <dgm:constr type="h" for="ch" forName="textBox4a" refType="h" fact="0.238"/>
                    <dgm:constr type="userA" refType="h" refFor="ch" refForName="bullet4a" fact="0.53"/>
                    <dgm:constr type="l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l" for="ch" forName="textBox4b" refType="ctrX" refFor="ch" refForName="bullet4b"/>
                    <dgm:constr type="t" for="ch" forName="textBox4b" refType="ctrY" refFor="ch" refForName="bullet4b"/>
                    <dgm:constr type="w" for="ch" forName="textBox4b" refType="w" fact="0.21"/>
                    <dgm:constr type="h" for="ch" forName="textBox4b" refType="h" fact="0.457"/>
                    <dgm:constr type="userB" refType="h" refFor="ch" refForName="bullet4b" fact="0.53"/>
                    <dgm:constr type="l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l" for="ch" forName="textBox4c" refType="ctrX" refFor="ch" refForName="bullet4c"/>
                    <dgm:constr type="t" for="ch" forName="textBox4c" refType="ctrY" refFor="ch" refForName="bullet4c"/>
                    <dgm:constr type="w" for="ch" forName="textBox4c" refType="w" fact="0.21"/>
                    <dgm:constr type="h" for="ch" forName="textBox4c" refType="h" fact="0.618"/>
                    <dgm:constr type="userC" refType="h" refFor="ch" refForName="bullet4c" fact="0.53"/>
                    <dgm:constr type="l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l" for="ch" forName="textBox4d" refType="ctrX" refFor="ch" refForName="bullet4d"/>
                    <dgm:constr type="t" for="ch" forName="textBox4d" refType="ctrY" refFor="ch" refForName="bullet4d"/>
                    <dgm:constr type="w" for="ch" forName="textBox4d" refType="w" fact="0.21"/>
                    <dgm:constr type="h" for="ch" forName="textBox4d" refType="h" fact="0.717"/>
                    <dgm:constr type="userD" refType="h" refFor="ch" refForName="bullet4d" fact="0.53"/>
                    <dgm:constr type="lMarg" for="ch" forName="textBox4d" refType="userD" fact="2.834"/>
                    <dgm:constr type="primFontSz" for="ch" ptType="node" op="equ" val="65"/>
                  </dgm:constrLst>
                </dgm:if>
                <dgm:else name="Name82">
                  <dgm:constrLst>
                    <dgm:constr type="ctrX" for="ch" forName="bullet4a" refType="w" fact="0.11"/>
                    <dgm:constr type="ctrY" for="ch" forName="bullet4a" refType="h" fact="0.762"/>
                    <dgm:constr type="w" for="ch" forName="bullet4a" refType="w" fact="0.023"/>
                    <dgm:constr type="h" for="ch" forName="bullet4a" refType="w" refFor="ch" refForName="bullet4a"/>
                    <dgm:constr type="r" for="ch" forName="textBox4a" refType="ctrX" refFor="ch" refForName="bullet4a"/>
                    <dgm:constr type="b" for="ch" forName="textBox4a" refType="ctrY" refFor="ch" refForName="bullet4a"/>
                    <dgm:constr type="w" for="ch" forName="textBox4a" refType="w" fact="0.11"/>
                    <dgm:constr type="h" for="ch" forName="textBox4a" refType="h" fact="0.762"/>
                    <dgm:constr type="userA" refType="h" refFor="ch" refForName="bullet4a" fact="0.53"/>
                    <dgm:constr type="r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r" for="ch" forName="textBox4b" refType="ctrX" refFor="ch" refForName="bullet4b"/>
                    <dgm:constr type="b" for="ch" forName="textBox4b" refType="ctrY" refFor="ch" refForName="bullet4b"/>
                    <dgm:constr type="w" for="ch" forName="textBox4b" refType="w" fact="0.171"/>
                    <dgm:constr type="h" for="ch" forName="textBox4b" refType="h" fact="0.543"/>
                    <dgm:constr type="userB" refType="h" refFor="ch" refForName="bullet4b" fact="0.53"/>
                    <dgm:constr type="r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r" for="ch" forName="textBox4c" refType="ctrX" refFor="ch" refForName="bullet4c"/>
                    <dgm:constr type="b" for="ch" forName="textBox4c" refType="ctrY" refFor="ch" refForName="bullet4c"/>
                    <dgm:constr type="w" for="ch" forName="textBox4c" refType="w" fact="0.21"/>
                    <dgm:constr type="h" for="ch" forName="textBox4c" refType="h" fact="0.382"/>
                    <dgm:constr type="userC" refType="h" refFor="ch" refForName="bullet4c" fact="0.53"/>
                    <dgm:constr type="r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r" for="ch" forName="textBox4d" refType="ctrX" refFor="ch" refForName="bullet4d"/>
                    <dgm:constr type="b" for="ch" forName="textBox4d" refType="ctrY" refFor="ch" refForName="bullet4d"/>
                    <dgm:constr type="w" for="ch" forName="textBox4d" refType="w" fact="0.21"/>
                    <dgm:constr type="h" for="ch" forName="textBox4d" refType="h" fact="0.283"/>
                    <dgm:constr type="userD" refType="h" refFor="ch" refForName="bullet4d" fact="0.53"/>
                    <dgm:constr type="rMarg" for="ch" forName="textBox4d" refType="userD" fact="2.834"/>
                    <dgm:constr type="primFontSz" for="ch" ptType="node" op="equ" val="65"/>
                  </dgm:constrLst>
                </dgm:else>
              </dgm:choose>
              <dgm:ruleLst/>
              <dgm:forEach name="Name83" axis="ch" ptType="node" cnt="1">
                <dgm:layoutNode name="bullet4a" styleLbl="node1">
                  <dgm:alg type="sp"/>
                  <dgm:shape xmlns:r="http://schemas.openxmlformats.org/officeDocument/2006/relationships" type="ellipse" r:blip="">
                    <dgm:adjLst/>
                  </dgm:shape>
                  <dgm:presOf/>
                  <dgm:constrLst/>
                  <dgm:ruleLst/>
                </dgm:layoutNode>
                <dgm:layoutNode name="textBox4a" styleLbl="revTx">
                  <dgm:varLst>
                    <dgm:bulletEnabled val="1"/>
                  </dgm:varLst>
                  <dgm:choose name="Name84">
                    <dgm:if name="Name85" func="var" arg="dir" op="equ" val="norm">
                      <dgm:choose name="Name86">
                        <dgm:if name="Name87" axis="root des" ptType="all node" func="maxDepth" op="gt" val="1">
                          <dgm:alg type="tx">
                            <dgm:param type="txAnchorVert" val="t"/>
                            <dgm:param type="parTxLTRAlign" val="l"/>
                            <dgm:param type="parTxRTLAlign" val="r"/>
                          </dgm:alg>
                        </dgm:if>
                        <dgm:else name="Name88">
                          <dgm:alg type="tx">
                            <dgm:param type="txAnchorVert" val="t"/>
                            <dgm:param type="parTxLTRAlign" val="l"/>
                            <dgm:param type="parTxRTLAlign" val="l"/>
                          </dgm:alg>
                        </dgm:else>
                      </dgm:choose>
                    </dgm:if>
                    <dgm:else name="Name89">
                      <dgm:choose name="Name90">
                        <dgm:if name="Name91" axis="root des" ptType="all node" func="maxDepth" op="gt" val="1">
                          <dgm:alg type="tx">
                            <dgm:param type="txAnchorVert" val="b"/>
                            <dgm:param type="txAnchorVertCh" val="b"/>
                            <dgm:param type="parTxLTRAlign" val="l"/>
                            <dgm:param type="parTxRTLAlign" val="r"/>
                          </dgm:alg>
                        </dgm:if>
                        <dgm:else name="Name9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93">
                    <dgm:if name="Name94" func="var" arg="dir" op="equ" val="norm">
                      <dgm:constrLst>
                        <dgm:constr type="rMarg"/>
                        <dgm:constr type="tMarg"/>
                        <dgm:constr type="bMarg"/>
                      </dgm:constrLst>
                    </dgm:if>
                    <dgm:else name="Name95">
                      <dgm:constrLst>
                        <dgm:constr type="lMarg"/>
                        <dgm:constr type="tMarg"/>
                        <dgm:constr type="bMarg"/>
                      </dgm:constrLst>
                    </dgm:else>
                  </dgm:choose>
                  <dgm:ruleLst>
                    <dgm:rule type="primFontSz" val="5" fact="NaN" max="NaN"/>
                  </dgm:ruleLst>
                </dgm:layoutNode>
              </dgm:forEach>
              <dgm:forEach name="Name96" axis="ch" ptType="node" st="2" cnt="1">
                <dgm:layoutNode name="bullet4b" styleLbl="node1">
                  <dgm:alg type="sp"/>
                  <dgm:shape xmlns:r="http://schemas.openxmlformats.org/officeDocument/2006/relationships" type="ellipse" r:blip="">
                    <dgm:adjLst/>
                  </dgm:shape>
                  <dgm:presOf/>
                  <dgm:constrLst/>
                  <dgm:ruleLst/>
                </dgm:layoutNode>
                <dgm:layoutNode name="textBox4b" styleLbl="revTx">
                  <dgm:varLst>
                    <dgm:bulletEnabled val="1"/>
                  </dgm:varLst>
                  <dgm:choose name="Name97">
                    <dgm:if name="Name98" func="var" arg="dir" op="equ" val="norm">
                      <dgm:choose name="Name99">
                        <dgm:if name="Name100" axis="root des" ptType="all node" func="maxDepth" op="gt" val="1">
                          <dgm:alg type="tx">
                            <dgm:param type="txAnchorVert" val="t"/>
                            <dgm:param type="parTxLTRAlign" val="l"/>
                            <dgm:param type="parTxRTLAlign" val="r"/>
                          </dgm:alg>
                        </dgm:if>
                        <dgm:else name="Name101">
                          <dgm:alg type="tx">
                            <dgm:param type="txAnchorVert" val="t"/>
                            <dgm:param type="parTxLTRAlign" val="l"/>
                            <dgm:param type="parTxRTLAlign" val="l"/>
                          </dgm:alg>
                        </dgm:else>
                      </dgm:choose>
                    </dgm:if>
                    <dgm:else name="Name102">
                      <dgm:choose name="Name103">
                        <dgm:if name="Name104" axis="root des" ptType="all node" func="maxDepth" op="gt" val="1">
                          <dgm:alg type="tx">
                            <dgm:param type="txAnchorVert" val="b"/>
                            <dgm:param type="txAnchorVertCh" val="b"/>
                            <dgm:param type="parTxLTRAlign" val="l"/>
                            <dgm:param type="parTxRTLAlign" val="r"/>
                          </dgm:alg>
                        </dgm:if>
                        <dgm:else name="Name10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06">
                    <dgm:if name="Name107" func="var" arg="dir" op="equ" val="norm">
                      <dgm:constrLst>
                        <dgm:constr type="rMarg"/>
                        <dgm:constr type="tMarg"/>
                        <dgm:constr type="bMarg"/>
                      </dgm:constrLst>
                    </dgm:if>
                    <dgm:else name="Name108">
                      <dgm:constrLst>
                        <dgm:constr type="lMarg"/>
                        <dgm:constr type="tMarg"/>
                        <dgm:constr type="bMarg"/>
                      </dgm:constrLst>
                    </dgm:else>
                  </dgm:choose>
                  <dgm:ruleLst>
                    <dgm:rule type="primFontSz" val="5" fact="NaN" max="NaN"/>
                  </dgm:ruleLst>
                </dgm:layoutNode>
              </dgm:forEach>
              <dgm:forEach name="Name109" axis="ch" ptType="node" st="3" cnt="1">
                <dgm:layoutNode name="bullet4c" styleLbl="node1">
                  <dgm:alg type="sp"/>
                  <dgm:shape xmlns:r="http://schemas.openxmlformats.org/officeDocument/2006/relationships" type="ellipse" r:blip="">
                    <dgm:adjLst/>
                  </dgm:shape>
                  <dgm:presOf/>
                  <dgm:constrLst/>
                  <dgm:ruleLst/>
                </dgm:layoutNode>
                <dgm:layoutNode name="textBox4c" styleLbl="revTx">
                  <dgm:varLst>
                    <dgm:bulletEnabled val="1"/>
                  </dgm:varLst>
                  <dgm:choose name="Name110">
                    <dgm:if name="Name111" func="var" arg="dir" op="equ" val="norm">
                      <dgm:choose name="Name112">
                        <dgm:if name="Name113" axis="root des" ptType="all node" func="maxDepth" op="gt" val="1">
                          <dgm:alg type="tx">
                            <dgm:param type="txAnchorVert" val="t"/>
                            <dgm:param type="parTxLTRAlign" val="l"/>
                            <dgm:param type="parTxRTLAlign" val="r"/>
                          </dgm:alg>
                        </dgm:if>
                        <dgm:else name="Name114">
                          <dgm:alg type="tx">
                            <dgm:param type="txAnchorVert" val="t"/>
                            <dgm:param type="parTxLTRAlign" val="l"/>
                            <dgm:param type="parTxRTLAlign" val="l"/>
                          </dgm:alg>
                        </dgm:else>
                      </dgm:choose>
                    </dgm:if>
                    <dgm:else name="Name115">
                      <dgm:choose name="Name116">
                        <dgm:if name="Name117" axis="root des" ptType="all node" func="maxDepth" op="gt" val="1">
                          <dgm:alg type="tx">
                            <dgm:param type="txAnchorVert" val="b"/>
                            <dgm:param type="txAnchorVertCh" val="b"/>
                            <dgm:param type="parTxLTRAlign" val="l"/>
                            <dgm:param type="parTxRTLAlign" val="r"/>
                          </dgm:alg>
                        </dgm:if>
                        <dgm:else name="Name11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19">
                    <dgm:if name="Name120" func="var" arg="dir" op="equ" val="norm">
                      <dgm:constrLst>
                        <dgm:constr type="rMarg"/>
                        <dgm:constr type="tMarg"/>
                        <dgm:constr type="bMarg"/>
                      </dgm:constrLst>
                    </dgm:if>
                    <dgm:else name="Name121">
                      <dgm:constrLst>
                        <dgm:constr type="lMarg"/>
                        <dgm:constr type="tMarg"/>
                        <dgm:constr type="bMarg"/>
                      </dgm:constrLst>
                    </dgm:else>
                  </dgm:choose>
                  <dgm:ruleLst>
                    <dgm:rule type="primFontSz" val="5" fact="NaN" max="NaN"/>
                  </dgm:ruleLst>
                </dgm:layoutNode>
              </dgm:forEach>
              <dgm:forEach name="Name122" axis="ch" ptType="node" st="4" cnt="1">
                <dgm:layoutNode name="bullet4d" styleLbl="node1">
                  <dgm:alg type="sp"/>
                  <dgm:shape xmlns:r="http://schemas.openxmlformats.org/officeDocument/2006/relationships" type="ellipse" r:blip="">
                    <dgm:adjLst/>
                  </dgm:shape>
                  <dgm:presOf/>
                  <dgm:constrLst/>
                  <dgm:ruleLst/>
                </dgm:layoutNode>
                <dgm:layoutNode name="textBox4d" styleLbl="revTx">
                  <dgm:varLst>
                    <dgm:bulletEnabled val="1"/>
                  </dgm:varLst>
                  <dgm:choose name="Name123">
                    <dgm:if name="Name124" func="var" arg="dir" op="equ" val="norm">
                      <dgm:choose name="Name125">
                        <dgm:if name="Name126" axis="root des" ptType="all node" func="maxDepth" op="gt" val="1">
                          <dgm:alg type="tx">
                            <dgm:param type="txAnchorVert" val="t"/>
                            <dgm:param type="parTxLTRAlign" val="l"/>
                            <dgm:param type="parTxRTLAlign" val="r"/>
                          </dgm:alg>
                        </dgm:if>
                        <dgm:else name="Name127">
                          <dgm:alg type="tx">
                            <dgm:param type="txAnchorVert" val="t"/>
                            <dgm:param type="parTxLTRAlign" val="l"/>
                            <dgm:param type="parTxRTLAlign" val="l"/>
                          </dgm:alg>
                        </dgm:else>
                      </dgm:choose>
                    </dgm:if>
                    <dgm:else name="Name128">
                      <dgm:choose name="Name129">
                        <dgm:if name="Name130" axis="root des" ptType="all node" func="maxDepth" op="gt" val="1">
                          <dgm:alg type="tx">
                            <dgm:param type="txAnchorVert" val="b"/>
                            <dgm:param type="txAnchorVertCh" val="b"/>
                            <dgm:param type="parTxLTRAlign" val="l"/>
                            <dgm:param type="parTxRTLAlign" val="r"/>
                          </dgm:alg>
                        </dgm:if>
                        <dgm:else name="Name13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32">
                    <dgm:if name="Name133" func="var" arg="dir" op="equ" val="norm">
                      <dgm:constrLst>
                        <dgm:constr type="rMarg"/>
                        <dgm:constr type="tMarg"/>
                        <dgm:constr type="bMarg"/>
                      </dgm:constrLst>
                    </dgm:if>
                    <dgm:else name="Name134">
                      <dgm:constrLst>
                        <dgm:constr type="lMarg"/>
                        <dgm:constr type="tMarg"/>
                        <dgm:constr type="bMarg"/>
                      </dgm:constrLst>
                    </dgm:else>
                  </dgm:choose>
                  <dgm:ruleLst>
                    <dgm:rule type="primFontSz" val="5" fact="NaN" max="NaN"/>
                  </dgm:ruleLst>
                </dgm:layoutNode>
              </dgm:forEach>
            </dgm:layoutNode>
          </dgm:if>
          <dgm:else name="Name135">
            <dgm:layoutNode name="arrowDiagram5">
              <dgm:alg type="composite">
                <dgm:param type="vertAlign" val="none"/>
                <dgm:param type="horzAlign" val="none"/>
              </dgm:alg>
              <dgm:shape xmlns:r="http://schemas.openxmlformats.org/officeDocument/2006/relationships" r:blip="">
                <dgm:adjLst/>
              </dgm:shape>
              <dgm:presOf/>
              <dgm:choose name="Name136">
                <dgm:if name="Name137" func="var" arg="dir" op="equ" val="norm">
                  <dgm:constrLst>
                    <dgm:constr type="ctrX" for="ch" forName="bullet5a" refType="w" fact="0.11"/>
                    <dgm:constr type="ctrY" for="ch" forName="bullet5a" refType="h" fact="0.762"/>
                    <dgm:constr type="w" for="ch" forName="bullet5a" refType="w" fact="0.023"/>
                    <dgm:constr type="h" for="ch" forName="bullet5a" refType="w" refFor="ch" refForName="bullet5a"/>
                    <dgm:constr type="l" for="ch" forName="textBox5a" refType="ctrX" refFor="ch" refForName="bullet5a"/>
                    <dgm:constr type="t" for="ch" forName="textBox5a" refType="ctrY" refFor="ch" refForName="bullet5a"/>
                    <dgm:constr type="w" for="ch" forName="textBox5a" refType="w" fact="0.131"/>
                    <dgm:constr type="h" for="ch" forName="textBox5a" refType="h" fact="0.238"/>
                    <dgm:constr type="userA" refType="h" refFor="ch" refForName="bullet5a" fact="0.53"/>
                    <dgm:constr type="l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l" for="ch" forName="textBox5b" refType="ctrX" refFor="ch" refForName="bullet5b"/>
                    <dgm:constr type="t" for="ch" forName="textBox5b" refType="ctrY" refFor="ch" refForName="bullet5b"/>
                    <dgm:constr type="w" for="ch" forName="textBox5b" refType="w" fact="0.166"/>
                    <dgm:constr type="h" for="ch" forName="textBox5b" refType="h" fact="0.419"/>
                    <dgm:constr type="userB" refType="h" refFor="ch" refForName="bullet5b" fact="0.53"/>
                    <dgm:constr type="l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l" for="ch" forName="textBox5c" refType="ctrX" refFor="ch" refForName="bullet5c"/>
                    <dgm:constr type="t" for="ch" forName="textBox5c" refType="ctrY" refFor="ch" refForName="bullet5c"/>
                    <dgm:constr type="w" for="ch" forName="textBox5c" refType="w" fact="0.193"/>
                    <dgm:constr type="h" for="ch" forName="textBox5c" refType="h" fact="0.562"/>
                    <dgm:constr type="userC" refType="h" refFor="ch" refForName="bullet5c" fact="0.53"/>
                    <dgm:constr type="l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l" for="ch" forName="textBox5d" refType="ctrX" refFor="ch" refForName="bullet5d"/>
                    <dgm:constr type="t" for="ch" forName="textBox5d" refType="ctrY" refFor="ch" refForName="bullet5d"/>
                    <dgm:constr type="w" for="ch" forName="textBox5d" refType="w" fact="0.2"/>
                    <dgm:constr type="h" for="ch" forName="textBox5d" refType="h" fact="0.67"/>
                    <dgm:constr type="userD" refType="h" refFor="ch" refForName="bullet5d" fact="0.53"/>
                    <dgm:constr type="l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l" for="ch" forName="textBox5e" refType="ctrX" refFor="ch" refForName="bullet5e"/>
                    <dgm:constr type="t" for="ch" forName="textBox5e" refType="ctrY" refFor="ch" refForName="bullet5e"/>
                    <dgm:constr type="w" for="ch" forName="textBox5e" refType="w" fact="0.2"/>
                    <dgm:constr type="h" for="ch" forName="textBox5e" refType="h" fact="0.736"/>
                    <dgm:constr type="userE" refType="h" refFor="ch" refForName="bullet5e" fact="0.53"/>
                    <dgm:constr type="lMarg" for="ch" forName="textBox5e" refType="userE" fact="2.834"/>
                    <dgm:constr type="primFontSz" for="ch" ptType="node" op="equ" val="65"/>
                  </dgm:constrLst>
                </dgm:if>
                <dgm:else name="Name138">
                  <dgm:constrLst>
                    <dgm:constr type="ctrX" for="ch" forName="bullet5a" refType="w" fact="0.11"/>
                    <dgm:constr type="ctrY" for="ch" forName="bullet5a" refType="h" fact="0.762"/>
                    <dgm:constr type="w" for="ch" forName="bullet5a" refType="w" fact="0.023"/>
                    <dgm:constr type="h" for="ch" forName="bullet5a" refType="w" refFor="ch" refForName="bullet5a"/>
                    <dgm:constr type="r" for="ch" forName="textBox5a" refType="ctrX" refFor="ch" refForName="bullet5a"/>
                    <dgm:constr type="b" for="ch" forName="textBox5a" refType="ctrY" refFor="ch" refForName="bullet5a"/>
                    <dgm:constr type="w" for="ch" forName="textBox5a" refType="w" fact="0.11"/>
                    <dgm:constr type="h" for="ch" forName="textBox5a" refType="h" fact="0.762"/>
                    <dgm:constr type="userA" refType="h" refFor="ch" refForName="bullet5a" fact="0.53"/>
                    <dgm:constr type="r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r" for="ch" forName="textBox5b" refType="ctrX" refFor="ch" refForName="bullet5b"/>
                    <dgm:constr type="b" for="ch" forName="textBox5b" refType="ctrY" refFor="ch" refForName="bullet5b"/>
                    <dgm:constr type="w" for="ch" forName="textBox5b" refType="w" fact="0.131"/>
                    <dgm:constr type="h" for="ch" forName="textBox5b" refType="h" fact="0.581"/>
                    <dgm:constr type="userB" refType="h" refFor="ch" refForName="bullet5b" fact="0.53"/>
                    <dgm:constr type="r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r" for="ch" forName="textBox5c" refType="ctrX" refFor="ch" refForName="bullet5c"/>
                    <dgm:constr type="b" for="ch" forName="textBox5c" refType="ctrY" refFor="ch" refForName="bullet5c"/>
                    <dgm:constr type="w" for="ch" forName="textBox5c" refType="w" fact="0.166"/>
                    <dgm:constr type="h" for="ch" forName="textBox5c" refType="h" fact="0.438"/>
                    <dgm:constr type="userC" refType="h" refFor="ch" refForName="bullet5c" fact="0.53"/>
                    <dgm:constr type="r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r" for="ch" forName="textBox5d" refType="ctrX" refFor="ch" refForName="bullet5d"/>
                    <dgm:constr type="b" for="ch" forName="textBox5d" refType="ctrY" refFor="ch" refForName="bullet5d"/>
                    <dgm:constr type="w" for="ch" forName="textBox5d" refType="w" fact="0.193"/>
                    <dgm:constr type="h" for="ch" forName="textBox5d" refType="h" fact="0.33"/>
                    <dgm:constr type="userD" refType="h" refFor="ch" refForName="bullet5d" fact="0.53"/>
                    <dgm:constr type="r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r" for="ch" forName="textBox5e" refType="ctrX" refFor="ch" refForName="bullet5e"/>
                    <dgm:constr type="b" for="ch" forName="textBox5e" refType="ctrY" refFor="ch" refForName="bullet5e"/>
                    <dgm:constr type="w" for="ch" forName="textBox5e" refType="w" fact="0.2"/>
                    <dgm:constr type="h" for="ch" forName="textBox5e" refType="h" fact="0.264"/>
                    <dgm:constr type="userE" refType="h" refFor="ch" refForName="bullet5e" fact="0.53"/>
                    <dgm:constr type="rMarg" for="ch" forName="textBox5e" refType="userE" fact="2.834"/>
                    <dgm:constr type="primFontSz" for="ch" ptType="node" op="equ" val="65"/>
                  </dgm:constrLst>
                </dgm:else>
              </dgm:choose>
              <dgm:ruleLst/>
              <dgm:forEach name="Name139" axis="ch" ptType="node" cnt="1">
                <dgm:layoutNode name="bullet5a" styleLbl="node1">
                  <dgm:alg type="sp"/>
                  <dgm:shape xmlns:r="http://schemas.openxmlformats.org/officeDocument/2006/relationships" type="ellipse" r:blip="">
                    <dgm:adjLst/>
                  </dgm:shape>
                  <dgm:presOf/>
                  <dgm:constrLst/>
                  <dgm:ruleLst/>
                </dgm:layoutNode>
                <dgm:layoutNode name="textBox5a" styleLbl="revTx">
                  <dgm:varLst>
                    <dgm:bulletEnabled val="1"/>
                  </dgm:varLst>
                  <dgm:choose name="Name140">
                    <dgm:if name="Name141" func="var" arg="dir" op="equ" val="norm">
                      <dgm:choose name="Name142">
                        <dgm:if name="Name143" axis="root des" ptType="all node" func="maxDepth" op="gt" val="1">
                          <dgm:alg type="tx">
                            <dgm:param type="txAnchorVert" val="t"/>
                            <dgm:param type="parTxLTRAlign" val="l"/>
                            <dgm:param type="parTxRTLAlign" val="r"/>
                          </dgm:alg>
                        </dgm:if>
                        <dgm:else name="Name144">
                          <dgm:alg type="tx">
                            <dgm:param type="txAnchorVert" val="t"/>
                            <dgm:param type="parTxLTRAlign" val="l"/>
                            <dgm:param type="parTxRTLAlign" val="l"/>
                          </dgm:alg>
                        </dgm:else>
                      </dgm:choose>
                    </dgm:if>
                    <dgm:else name="Name145">
                      <dgm:choose name="Name146">
                        <dgm:if name="Name147" axis="root des" ptType="all node" func="maxDepth" op="gt" val="1">
                          <dgm:alg type="tx">
                            <dgm:param type="txAnchorVert" val="b"/>
                            <dgm:param type="txAnchorVertCh" val="b"/>
                            <dgm:param type="parTxLTRAlign" val="l"/>
                            <dgm:param type="parTxRTLAlign" val="r"/>
                          </dgm:alg>
                        </dgm:if>
                        <dgm:else name="Name14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49">
                    <dgm:if name="Name150" func="var" arg="dir" op="equ" val="norm">
                      <dgm:constrLst>
                        <dgm:constr type="rMarg"/>
                        <dgm:constr type="tMarg"/>
                        <dgm:constr type="bMarg"/>
                      </dgm:constrLst>
                    </dgm:if>
                    <dgm:else name="Name151">
                      <dgm:constrLst>
                        <dgm:constr type="lMarg"/>
                        <dgm:constr type="tMarg"/>
                        <dgm:constr type="bMarg"/>
                      </dgm:constrLst>
                    </dgm:else>
                  </dgm:choose>
                  <dgm:ruleLst>
                    <dgm:rule type="primFontSz" val="5" fact="NaN" max="NaN"/>
                  </dgm:ruleLst>
                </dgm:layoutNode>
              </dgm:forEach>
              <dgm:forEach name="Name152" axis="ch" ptType="node" st="2" cnt="1">
                <dgm:layoutNode name="bullet5b" styleLbl="node1">
                  <dgm:alg type="sp"/>
                  <dgm:shape xmlns:r="http://schemas.openxmlformats.org/officeDocument/2006/relationships" type="ellipse" r:blip="">
                    <dgm:adjLst/>
                  </dgm:shape>
                  <dgm:presOf/>
                  <dgm:constrLst/>
                  <dgm:ruleLst/>
                </dgm:layoutNode>
                <dgm:layoutNode name="textBox5b" styleLbl="revTx">
                  <dgm:varLst>
                    <dgm:bulletEnabled val="1"/>
                  </dgm:varLst>
                  <dgm:choose name="Name153">
                    <dgm:if name="Name154" func="var" arg="dir" op="equ" val="norm">
                      <dgm:choose name="Name155">
                        <dgm:if name="Name156" axis="root des" ptType="all node" func="maxDepth" op="gt" val="1">
                          <dgm:alg type="tx">
                            <dgm:param type="txAnchorVert" val="t"/>
                            <dgm:param type="parTxLTRAlign" val="l"/>
                            <dgm:param type="parTxRTLAlign" val="r"/>
                          </dgm:alg>
                        </dgm:if>
                        <dgm:else name="Name157">
                          <dgm:alg type="tx">
                            <dgm:param type="txAnchorVert" val="t"/>
                            <dgm:param type="parTxLTRAlign" val="l"/>
                            <dgm:param type="parTxRTLAlign" val="l"/>
                          </dgm:alg>
                        </dgm:else>
                      </dgm:choose>
                    </dgm:if>
                    <dgm:else name="Name158">
                      <dgm:choose name="Name159">
                        <dgm:if name="Name160" axis="root des" ptType="all node" func="maxDepth" op="gt" val="1">
                          <dgm:alg type="tx">
                            <dgm:param type="txAnchorVert" val="b"/>
                            <dgm:param type="txAnchorVertCh" val="b"/>
                            <dgm:param type="parTxLTRAlign" val="l"/>
                            <dgm:param type="parTxRTLAlign" val="r"/>
                          </dgm:alg>
                        </dgm:if>
                        <dgm:else name="Name16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62">
                    <dgm:if name="Name163" func="var" arg="dir" op="equ" val="norm">
                      <dgm:constrLst>
                        <dgm:constr type="rMarg"/>
                        <dgm:constr type="tMarg"/>
                        <dgm:constr type="bMarg"/>
                      </dgm:constrLst>
                    </dgm:if>
                    <dgm:else name="Name164">
                      <dgm:constrLst>
                        <dgm:constr type="lMarg"/>
                        <dgm:constr type="tMarg"/>
                        <dgm:constr type="bMarg"/>
                      </dgm:constrLst>
                    </dgm:else>
                  </dgm:choose>
                  <dgm:ruleLst>
                    <dgm:rule type="primFontSz" val="5" fact="NaN" max="NaN"/>
                  </dgm:ruleLst>
                </dgm:layoutNode>
              </dgm:forEach>
              <dgm:forEach name="Name165" axis="ch" ptType="node" st="3" cnt="1">
                <dgm:layoutNode name="bullet5c" styleLbl="node1">
                  <dgm:alg type="sp"/>
                  <dgm:shape xmlns:r="http://schemas.openxmlformats.org/officeDocument/2006/relationships" type="ellipse" r:blip="">
                    <dgm:adjLst/>
                  </dgm:shape>
                  <dgm:presOf/>
                  <dgm:constrLst/>
                  <dgm:ruleLst/>
                </dgm:layoutNode>
                <dgm:layoutNode name="textBox5c" styleLbl="revTx">
                  <dgm:varLst>
                    <dgm:bulletEnabled val="1"/>
                  </dgm:varLst>
                  <dgm:choose name="Name166">
                    <dgm:if name="Name167" func="var" arg="dir" op="equ" val="norm">
                      <dgm:choose name="Name168">
                        <dgm:if name="Name169" axis="root des" ptType="all node" func="maxDepth" op="gt" val="1">
                          <dgm:alg type="tx">
                            <dgm:param type="txAnchorVert" val="t"/>
                            <dgm:param type="parTxLTRAlign" val="l"/>
                            <dgm:param type="parTxRTLAlign" val="r"/>
                          </dgm:alg>
                        </dgm:if>
                        <dgm:else name="Name170">
                          <dgm:alg type="tx">
                            <dgm:param type="txAnchorVert" val="t"/>
                            <dgm:param type="parTxLTRAlign" val="l"/>
                            <dgm:param type="parTxRTLAlign" val="l"/>
                          </dgm:alg>
                        </dgm:else>
                      </dgm:choose>
                    </dgm:if>
                    <dgm:else name="Name171">
                      <dgm:choose name="Name172">
                        <dgm:if name="Name173" axis="root des" ptType="all node" func="maxDepth" op="gt" val="1">
                          <dgm:alg type="tx">
                            <dgm:param type="txAnchorVert" val="b"/>
                            <dgm:param type="txAnchorVertCh" val="b"/>
                            <dgm:param type="parTxLTRAlign" val="l"/>
                            <dgm:param type="parTxRTLAlign" val="r"/>
                          </dgm:alg>
                        </dgm:if>
                        <dgm:else name="Name174">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75">
                    <dgm:if name="Name176" func="var" arg="dir" op="equ" val="norm">
                      <dgm:constrLst>
                        <dgm:constr type="rMarg"/>
                        <dgm:constr type="tMarg"/>
                        <dgm:constr type="bMarg"/>
                      </dgm:constrLst>
                    </dgm:if>
                    <dgm:else name="Name177">
                      <dgm:constrLst>
                        <dgm:constr type="lMarg"/>
                        <dgm:constr type="tMarg"/>
                        <dgm:constr type="bMarg"/>
                      </dgm:constrLst>
                    </dgm:else>
                  </dgm:choose>
                  <dgm:ruleLst>
                    <dgm:rule type="primFontSz" val="5" fact="NaN" max="NaN"/>
                  </dgm:ruleLst>
                </dgm:layoutNode>
              </dgm:forEach>
              <dgm:forEach name="Name178" axis="ch" ptType="node" st="4" cnt="1">
                <dgm:layoutNode name="bullet5d" styleLbl="node1">
                  <dgm:alg type="sp"/>
                  <dgm:shape xmlns:r="http://schemas.openxmlformats.org/officeDocument/2006/relationships" type="ellipse" r:blip="">
                    <dgm:adjLst/>
                  </dgm:shape>
                  <dgm:presOf/>
                  <dgm:constrLst/>
                  <dgm:ruleLst/>
                </dgm:layoutNode>
                <dgm:layoutNode name="textBox5d" styleLbl="revTx">
                  <dgm:varLst>
                    <dgm:bulletEnabled val="1"/>
                  </dgm:varLst>
                  <dgm:choose name="Name179">
                    <dgm:if name="Name180" func="var" arg="dir" op="equ" val="norm">
                      <dgm:choose name="Name181">
                        <dgm:if name="Name182" axis="root des" ptType="all node" func="maxDepth" op="gt" val="1">
                          <dgm:alg type="tx">
                            <dgm:param type="txAnchorVert" val="t"/>
                            <dgm:param type="parTxLTRAlign" val="l"/>
                            <dgm:param type="parTxRTLAlign" val="r"/>
                          </dgm:alg>
                        </dgm:if>
                        <dgm:else name="Name183">
                          <dgm:alg type="tx">
                            <dgm:param type="txAnchorVert" val="t"/>
                            <dgm:param type="parTxLTRAlign" val="l"/>
                            <dgm:param type="parTxRTLAlign" val="l"/>
                          </dgm:alg>
                        </dgm:else>
                      </dgm:choose>
                    </dgm:if>
                    <dgm:else name="Name184">
                      <dgm:choose name="Name185">
                        <dgm:if name="Name186" axis="root des" ptType="all node" func="maxDepth" op="gt" val="1">
                          <dgm:alg type="tx">
                            <dgm:param type="txAnchorVert" val="b"/>
                            <dgm:param type="txAnchorVertCh" val="b"/>
                            <dgm:param type="parTxLTRAlign" val="l"/>
                            <dgm:param type="parTxRTLAlign" val="r"/>
                          </dgm:alg>
                        </dgm:if>
                        <dgm:else name="Name187">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88">
                    <dgm:if name="Name189" func="var" arg="dir" op="equ" val="norm">
                      <dgm:constrLst>
                        <dgm:constr type="rMarg"/>
                        <dgm:constr type="tMarg"/>
                        <dgm:constr type="bMarg"/>
                      </dgm:constrLst>
                    </dgm:if>
                    <dgm:else name="Name190">
                      <dgm:constrLst>
                        <dgm:constr type="lMarg"/>
                        <dgm:constr type="tMarg"/>
                        <dgm:constr type="bMarg"/>
                      </dgm:constrLst>
                    </dgm:else>
                  </dgm:choose>
                  <dgm:ruleLst>
                    <dgm:rule type="primFontSz" val="5" fact="NaN" max="NaN"/>
                  </dgm:ruleLst>
                </dgm:layoutNode>
              </dgm:forEach>
              <dgm:forEach name="Name191" axis="ch" ptType="node" st="5" cnt="1">
                <dgm:layoutNode name="bullet5e" styleLbl="node1">
                  <dgm:alg type="sp"/>
                  <dgm:shape xmlns:r="http://schemas.openxmlformats.org/officeDocument/2006/relationships" type="ellipse" r:blip="">
                    <dgm:adjLst/>
                  </dgm:shape>
                  <dgm:presOf/>
                  <dgm:constrLst/>
                  <dgm:ruleLst/>
                </dgm:layoutNode>
                <dgm:layoutNode name="textBox5e" styleLbl="revTx">
                  <dgm:varLst>
                    <dgm:bulletEnabled val="1"/>
                  </dgm:varLst>
                  <dgm:choose name="Name192">
                    <dgm:if name="Name193" func="var" arg="dir" op="equ" val="norm">
                      <dgm:choose name="Name194">
                        <dgm:if name="Name195" axis="root des" ptType="all node" func="maxDepth" op="gt" val="1">
                          <dgm:alg type="tx">
                            <dgm:param type="txAnchorVert" val="t"/>
                            <dgm:param type="parTxLTRAlign" val="l"/>
                            <dgm:param type="parTxRTLAlign" val="r"/>
                          </dgm:alg>
                        </dgm:if>
                        <dgm:else name="Name196">
                          <dgm:alg type="tx">
                            <dgm:param type="txAnchorVert" val="t"/>
                            <dgm:param type="parTxLTRAlign" val="l"/>
                            <dgm:param type="parTxRTLAlign" val="l"/>
                          </dgm:alg>
                        </dgm:else>
                      </dgm:choose>
                    </dgm:if>
                    <dgm:else name="Name197">
                      <dgm:choose name="Name198">
                        <dgm:if name="Name199" axis="root des" ptType="all node" func="maxDepth" op="gt" val="1">
                          <dgm:alg type="tx">
                            <dgm:param type="txAnchorVert" val="b"/>
                            <dgm:param type="txAnchorVertCh" val="b"/>
                            <dgm:param type="parTxLTRAlign" val="l"/>
                            <dgm:param type="parTxRTLAlign" val="r"/>
                          </dgm:alg>
                        </dgm:if>
                        <dgm:else name="Name200">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1">
                    <dgm:if name="Name202" func="var" arg="dir" op="equ" val="norm">
                      <dgm:constrLst>
                        <dgm:constr type="rMarg"/>
                        <dgm:constr type="tMarg"/>
                        <dgm:constr type="bMarg"/>
                      </dgm:constrLst>
                    </dgm:if>
                    <dgm:else name="Name203">
                      <dgm:constrLst>
                        <dgm:constr type="lMarg"/>
                        <dgm:constr type="tMarg"/>
                        <dgm:constr type="bMarg"/>
                      </dgm:constrLst>
                    </dgm:else>
                  </dgm:choose>
                  <dgm:ruleLst>
                    <dgm:rule type="primFontSz" val="5" fact="NaN" max="NaN"/>
                  </dgm:ruleLst>
                </dgm:layoutNode>
              </dgm:forEach>
            </dgm:layoutNode>
          </dgm:else>
        </dgm:choose>
      </dgm:if>
      <dgm:else name="Name204"/>
    </dgm:choose>
  </dgm:layoutNode>
</dgm:layoutDef>
</file>

<file path=ppt/diagrams/layout9.xml><?xml version="1.0" encoding="utf-8"?>
<dgm:layoutDef xmlns:dgm="http://schemas.openxmlformats.org/drawingml/2006/diagram" xmlns:a="http://schemas.openxmlformats.org/drawingml/2006/main" uniqueId="urn:microsoft.com/office/officeart/2005/8/layout/arrow2">
  <dgm:title val=""/>
  <dgm:desc val=""/>
  <dgm:catLst>
    <dgm:cat type="process" pri="2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arrowDiagram">
    <dgm:varLst>
      <dgm:chMax val="5"/>
      <dgm:dir/>
      <dgm:resizeHandles val="exact"/>
    </dgm:varLst>
    <dgm:alg type="composite">
      <dgm:param type="ar" val="1.6"/>
    </dgm:alg>
    <dgm:shape xmlns:r="http://schemas.openxmlformats.org/officeDocument/2006/relationships" r:blip="">
      <dgm:adjLst/>
    </dgm:shape>
    <dgm:presOf/>
    <dgm:constrLst>
      <dgm:constr type="l" for="ch" forName="arrow"/>
      <dgm:constr type="t" for="ch" forName="arrow"/>
      <dgm:constr type="w" for="ch" forName="arrow" refType="w"/>
      <dgm:constr type="h" for="ch" forName="arrow" refType="h"/>
      <dgm:constr type="ctrX" for="ch" forName="arrowDiagram1" refType="w" fact="0.5"/>
      <dgm:constr type="ctrY" for="ch" forName="arrowDiagram1" refType="h" fact="0.5"/>
      <dgm:constr type="w" for="ch" forName="arrowDiagram1" refType="w"/>
      <dgm:constr type="h" for="ch" forName="arrowDiagram1" refType="h"/>
      <dgm:constr type="ctrX" for="ch" forName="arrowDiagram2" refType="w" fact="0.5"/>
      <dgm:constr type="ctrY" for="ch" forName="arrowDiagram2" refType="h" fact="0.5"/>
      <dgm:constr type="w" for="ch" forName="arrowDiagram2" refType="w"/>
      <dgm:constr type="h" for="ch" forName="arrowDiagram2" refType="h"/>
      <dgm:constr type="ctrX" for="ch" forName="arrowDiagram3" refType="w" fact="0.5"/>
      <dgm:constr type="ctrY" for="ch" forName="arrowDiagram3" refType="h" fact="0.5"/>
      <dgm:constr type="w" for="ch" forName="arrowDiagram3" refType="w"/>
      <dgm:constr type="h" for="ch" forName="arrowDiagram3" refType="h"/>
      <dgm:constr type="ctrX" for="ch" forName="arrowDiagram4" refType="w" fact="0.5"/>
      <dgm:constr type="ctrY" for="ch" forName="arrowDiagram4" refType="h" fact="0.5"/>
      <dgm:constr type="w" for="ch" forName="arrowDiagram4" refType="w"/>
      <dgm:constr type="h" for="ch" forName="arrowDiagram4" refType="h"/>
      <dgm:constr type="ctrX" for="ch" forName="arrowDiagram5" refType="w" fact="0.5"/>
      <dgm:constr type="ctrY" for="ch" forName="arrowDiagram5" refType="h" fact="0.5"/>
      <dgm:constr type="w" for="ch" forName="arrowDiagram5" refType="w"/>
      <dgm:constr type="h" for="ch" forName="arrowDiagram5" refType="h"/>
    </dgm:constrLst>
    <dgm:ruleLst/>
    <dgm:choose name="Name0">
      <dgm:if name="Name1" axis="ch" ptType="node" func="cnt" op="gte" val="1">
        <dgm:layoutNode name="arrow" styleLbl="bgShp">
          <dgm:alg type="sp"/>
          <dgm:shape xmlns:r="http://schemas.openxmlformats.org/officeDocument/2006/relationships" type="swooshArrow" r:blip="">
            <dgm:adjLst>
              <dgm:adj idx="2" val="0.25"/>
            </dgm:adjLst>
          </dgm:shape>
          <dgm:presOf/>
          <dgm:constrLst/>
          <dgm:ruleLst/>
        </dgm:layoutNode>
        <dgm:choose name="Name2">
          <dgm:if name="Name3" axis="ch" ptType="node" func="cnt" op="lt" val="1"/>
          <dgm:if name="Name4" axis="ch" ptType="node" func="cnt" op="equ" val="1">
            <dgm:layoutNode name="arrowDiagram1">
              <dgm:varLst>
                <dgm:bulletEnabled val="1"/>
              </dgm:varLst>
              <dgm:alg type="composite">
                <dgm:param type="vertAlign" val="none"/>
                <dgm:param type="horzAlign" val="none"/>
              </dgm:alg>
              <dgm:shape xmlns:r="http://schemas.openxmlformats.org/officeDocument/2006/relationships" r:blip="">
                <dgm:adjLst/>
              </dgm:shape>
              <dgm:presOf/>
              <dgm:constrLst>
                <dgm:constr type="ctrX" for="ch" forName="bullet1" refType="w" fact="0.8"/>
                <dgm:constr type="ctrY" for="ch" forName="bullet1" refType="h" fact="0.262"/>
                <dgm:constr type="w" for="ch" forName="bullet1" refType="w" fact="0.074"/>
                <dgm:constr type="h" for="ch" forName="bullet1" refType="w" refFor="ch" refForName="bullet1"/>
                <dgm:constr type="r" for="ch" forName="textBox1" refType="ctrX" refFor="ch" refForName="bullet1"/>
                <dgm:constr type="t" for="ch" forName="textBox1" refType="ctrY" refFor="ch" refForName="bullet1"/>
                <dgm:constr type="w" for="ch" forName="textBox1" refType="w" fact="0.4"/>
                <dgm:constr type="h" for="ch" forName="textBox1" refType="h" fact="0.738"/>
                <dgm:constr type="userA" refType="h" refFor="ch" refForName="bullet1" fact="0.53"/>
                <dgm:constr type="rMarg" for="ch" forName="textBox1" refType="userA" fact="2.834"/>
                <dgm:constr type="primFontSz" for="ch" ptType="node" op="equ" val="65"/>
              </dgm:constrLst>
              <dgm:ruleLst/>
              <dgm:forEach name="Name5" axis="ch" ptType="node" cnt="1">
                <dgm:layoutNode name="bullet1" styleLbl="node1">
                  <dgm:alg type="sp"/>
                  <dgm:shape xmlns:r="http://schemas.openxmlformats.org/officeDocument/2006/relationships" type="ellipse" r:blip="">
                    <dgm:adjLst/>
                  </dgm:shape>
                  <dgm:presOf/>
                  <dgm:constrLst/>
                  <dgm:ruleLst/>
                </dgm:layoutNode>
                <dgm:layoutNode name="textBox1" styleLbl="revTx">
                  <dgm:varLst>
                    <dgm:bulletEnabled val="1"/>
                  </dgm:varLst>
                  <dgm:alg type="tx">
                    <dgm:param type="txAnchorVert" val="t"/>
                    <dgm:param type="parTxLTRAlign" val="r"/>
                    <dgm:param type="parTxRTLAlign" val="r"/>
                  </dgm:alg>
                  <dgm:shape xmlns:r="http://schemas.openxmlformats.org/officeDocument/2006/relationships" type="round2DiagRect" r:blip="">
                    <dgm:adjLst/>
                  </dgm:shape>
                  <dgm:presOf axis="desOrSelf" ptType="node"/>
                  <dgm:constrLst>
                    <dgm:constr type="lMarg"/>
                    <dgm:constr type="tMarg"/>
                    <dgm:constr type="bMarg"/>
                  </dgm:constrLst>
                  <dgm:ruleLst>
                    <dgm:rule type="primFontSz" val="5" fact="NaN" max="NaN"/>
                  </dgm:ruleLst>
                </dgm:layoutNode>
              </dgm:forEach>
            </dgm:layoutNode>
          </dgm:if>
          <dgm:if name="Name6" axis="ch" ptType="node" func="cnt" op="equ" val="2">
            <dgm:layoutNode name="arrowDiagram2">
              <dgm:alg type="composite">
                <dgm:param type="vertAlign" val="none"/>
                <dgm:param type="horzAlign" val="none"/>
              </dgm:alg>
              <dgm:shape xmlns:r="http://schemas.openxmlformats.org/officeDocument/2006/relationships" r:blip="">
                <dgm:adjLst/>
              </dgm:shape>
              <dgm:presOf/>
              <dgm:choose name="Name7">
                <dgm:if name="Name8" func="var" arg="dir" op="equ" val="norm">
                  <dgm:constrLst>
                    <dgm:constr type="ctrX" for="ch" forName="bullet2a" refType="w" fact="0.25"/>
                    <dgm:constr type="ctrY" for="ch" forName="bullet2a" refType="h" fact="0.573"/>
                    <dgm:constr type="w" for="ch" forName="bullet2a" refType="w" fact="0.035"/>
                    <dgm:constr type="h" for="ch" forName="bullet2a" refType="w" refFor="ch" refForName="bullet2a"/>
                    <dgm:constr type="l" for="ch" forName="textBox2a" refType="ctrX" refFor="ch" refForName="bullet2a"/>
                    <dgm:constr type="t" for="ch" forName="textBox2a" refType="ctrY" refFor="ch" refForName="bullet2a"/>
                    <dgm:constr type="w" for="ch" forName="textBox2a" refType="w" fact="0.325"/>
                    <dgm:constr type="h" for="ch" forName="textBox2a" refType="h" fact="0.427"/>
                    <dgm:constr type="userA" refType="h" refFor="ch" refForName="bullet2a" fact="0.53"/>
                    <dgm:constr type="l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l" for="ch" forName="textBox2b" refType="ctrX" refFor="ch" refForName="bullet2b"/>
                    <dgm:constr type="t" for="ch" forName="textBox2b" refType="ctrY" refFor="ch" refForName="bullet2b"/>
                    <dgm:constr type="w" for="ch" forName="textBox2b" refType="w" fact="0.325"/>
                    <dgm:constr type="h" for="ch" forName="textBox2b" refType="h" fact="0.662"/>
                    <dgm:constr type="userB" refType="h" refFor="ch" refForName="bullet2b" fact="0.53"/>
                    <dgm:constr type="lMarg" for="ch" forName="textBox2b" refType="userB" fact="2.834"/>
                    <dgm:constr type="primFontSz" for="ch" ptType="node" op="equ" val="65"/>
                  </dgm:constrLst>
                </dgm:if>
                <dgm:else name="Name9">
                  <dgm:constrLst>
                    <dgm:constr type="ctrX" for="ch" forName="bullet2a" refType="w" fact="0.25"/>
                    <dgm:constr type="ctrY" for="ch" forName="bullet2a" refType="h" fact="0.573"/>
                    <dgm:constr type="w" for="ch" forName="bullet2a" refType="w" fact="0.035"/>
                    <dgm:constr type="h" for="ch" forName="bullet2a" refType="w" refFor="ch" refForName="bullet2a"/>
                    <dgm:constr type="r" for="ch" forName="textBox2a" refType="ctrX" refFor="ch" refForName="bullet2a"/>
                    <dgm:constr type="b" for="ch" forName="textBox2a" refType="ctrY" refFor="ch" refForName="bullet2a"/>
                    <dgm:constr type="w" for="ch" forName="textBox2a" refType="w" fact="0.25"/>
                    <dgm:constr type="h" for="ch" forName="textBox2a" refType="h" fact="0.573"/>
                    <dgm:constr type="userA" refType="h" refFor="ch" refForName="bullet2a" fact="0.53"/>
                    <dgm:constr type="r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r" for="ch" forName="textBox2b" refType="ctrX" refFor="ch" refForName="bullet2b"/>
                    <dgm:constr type="b" for="ch" forName="textBox2b" refType="ctrY" refFor="ch" refForName="bullet2b"/>
                    <dgm:constr type="w" for="ch" forName="textBox2b" refType="w" fact="0.28"/>
                    <dgm:constr type="h" for="ch" forName="textBox2b" refType="h" fact="0.338"/>
                    <dgm:constr type="userB" refType="h" refFor="ch" refForName="bullet2b" fact="0.53"/>
                    <dgm:constr type="rMarg" for="ch" forName="textBox2b" refType="userB" fact="2.834"/>
                    <dgm:constr type="primFontSz" for="ch" ptType="node" op="equ" val="65"/>
                  </dgm:constrLst>
                </dgm:else>
              </dgm:choose>
              <dgm:ruleLst/>
              <dgm:forEach name="Name10" axis="ch" ptType="node" cnt="1">
                <dgm:layoutNode name="bullet2a" styleLbl="node1">
                  <dgm:alg type="sp"/>
                  <dgm:shape xmlns:r="http://schemas.openxmlformats.org/officeDocument/2006/relationships" type="ellipse" r:blip="">
                    <dgm:adjLst/>
                  </dgm:shape>
                  <dgm:presOf/>
                  <dgm:constrLst/>
                  <dgm:ruleLst/>
                </dgm:layoutNode>
                <dgm:layoutNode name="textBox2a" styleLbl="revTx">
                  <dgm:varLst>
                    <dgm:bulletEnabled val="1"/>
                  </dgm:varLst>
                  <dgm:choose name="Name11">
                    <dgm:if name="Name12" func="var" arg="dir" op="equ" val="norm">
                      <dgm:choose name="Name13">
                        <dgm:if name="Name14" axis="root des" ptType="all node" func="maxDepth" op="gt" val="1">
                          <dgm:alg type="tx">
                            <dgm:param type="txAnchorVert" val="t"/>
                            <dgm:param type="parTxLTRAlign" val="l"/>
                            <dgm:param type="parTxRTLAlign" val="r"/>
                          </dgm:alg>
                        </dgm:if>
                        <dgm:else name="Name15">
                          <dgm:alg type="tx">
                            <dgm:param type="txAnchorVert" val="t"/>
                            <dgm:param type="parTxLTRAlign" val="l"/>
                            <dgm:param type="parTxRTLAlign" val="l"/>
                          </dgm:alg>
                        </dgm:else>
                      </dgm:choose>
                    </dgm:if>
                    <dgm:else name="Name16">
                      <dgm:choose name="Name17">
                        <dgm:if name="Name18" axis="root des" ptType="all node" func="maxDepth" op="gt" val="1">
                          <dgm:alg type="tx">
                            <dgm:param type="txAnchorVert" val="b"/>
                            <dgm:param type="txAnchorVertCh" val="b"/>
                            <dgm:param type="parTxLTRAlign" val="l"/>
                            <dgm:param type="parTxRTLAlign" val="r"/>
                          </dgm:alg>
                        </dgm:if>
                        <dgm:else name="Name1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
                    <dgm:if name="Name21" func="var" arg="dir" op="equ" val="norm">
                      <dgm:constrLst>
                        <dgm:constr type="rMarg"/>
                        <dgm:constr type="tMarg"/>
                        <dgm:constr type="bMarg"/>
                      </dgm:constrLst>
                    </dgm:if>
                    <dgm:else name="Name22">
                      <dgm:constrLst>
                        <dgm:constr type="lMarg"/>
                        <dgm:constr type="tMarg"/>
                        <dgm:constr type="bMarg"/>
                      </dgm:constrLst>
                    </dgm:else>
                  </dgm:choose>
                  <dgm:ruleLst>
                    <dgm:rule type="primFontSz" val="5" fact="NaN" max="NaN"/>
                  </dgm:ruleLst>
                </dgm:layoutNode>
              </dgm:forEach>
              <dgm:forEach name="Name23" axis="ch" ptType="node" st="2" cnt="1">
                <dgm:layoutNode name="bullet2b" styleLbl="node1">
                  <dgm:alg type="sp"/>
                  <dgm:shape xmlns:r="http://schemas.openxmlformats.org/officeDocument/2006/relationships" type="ellipse" r:blip="">
                    <dgm:adjLst/>
                  </dgm:shape>
                  <dgm:presOf/>
                  <dgm:constrLst/>
                  <dgm:ruleLst/>
                </dgm:layoutNode>
                <dgm:layoutNode name="textBox2b" styleLbl="revTx">
                  <dgm:varLst>
                    <dgm:bulletEnabled val="1"/>
                  </dgm:varLst>
                  <dgm:choose name="Name24">
                    <dgm:if name="Name25" func="var" arg="dir" op="equ" val="norm">
                      <dgm:choose name="Name26">
                        <dgm:if name="Name27" axis="root des" ptType="all node" func="maxDepth" op="gt" val="1">
                          <dgm:alg type="tx">
                            <dgm:param type="txAnchorVert" val="t"/>
                            <dgm:param type="parTxLTRAlign" val="l"/>
                            <dgm:param type="parTxRTLAlign" val="r"/>
                          </dgm:alg>
                        </dgm:if>
                        <dgm:else name="Name28">
                          <dgm:alg type="tx">
                            <dgm:param type="txAnchorVert" val="t"/>
                            <dgm:param type="parTxLTRAlign" val="l"/>
                            <dgm:param type="parTxRTLAlign" val="l"/>
                          </dgm:alg>
                        </dgm:else>
                      </dgm:choose>
                    </dgm:if>
                    <dgm:else name="Name29">
                      <dgm:choose name="Name30">
                        <dgm:if name="Name31" axis="root des" ptType="all node" func="maxDepth" op="gt" val="1">
                          <dgm:alg type="tx">
                            <dgm:param type="txAnchorVert" val="b"/>
                            <dgm:param type="txAnchorVertCh" val="b"/>
                            <dgm:param type="parTxLTRAlign" val="l"/>
                            <dgm:param type="parTxRTLAlign" val="r"/>
                          </dgm:alg>
                        </dgm:if>
                        <dgm:else name="Name3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33">
                    <dgm:if name="Name34" func="var" arg="dir" op="equ" val="norm">
                      <dgm:constrLst>
                        <dgm:constr type="rMarg"/>
                        <dgm:constr type="tMarg"/>
                        <dgm:constr type="bMarg"/>
                      </dgm:constrLst>
                    </dgm:if>
                    <dgm:else name="Name35">
                      <dgm:constrLst>
                        <dgm:constr type="lMarg"/>
                        <dgm:constr type="tMarg"/>
                        <dgm:constr type="bMarg"/>
                      </dgm:constrLst>
                    </dgm:else>
                  </dgm:choose>
                  <dgm:ruleLst>
                    <dgm:rule type="primFontSz" val="5" fact="NaN" max="NaN"/>
                  </dgm:ruleLst>
                </dgm:layoutNode>
              </dgm:forEach>
            </dgm:layoutNode>
          </dgm:if>
          <dgm:if name="Name36" axis="ch" ptType="node" func="cnt" op="equ" val="3">
            <dgm:layoutNode name="arrowDiagram3">
              <dgm:alg type="composite">
                <dgm:param type="vertAlign" val="none"/>
                <dgm:param type="horzAlign" val="none"/>
              </dgm:alg>
              <dgm:shape xmlns:r="http://schemas.openxmlformats.org/officeDocument/2006/relationships" r:blip="">
                <dgm:adjLst/>
              </dgm:shape>
              <dgm:presOf/>
              <dgm:choose name="Name37">
                <dgm:if name="Name38" func="var" arg="dir" op="equ" val="norm">
                  <dgm:constrLst>
                    <dgm:constr type="ctrX" for="ch" forName="bullet3a" refType="w" fact="0.14"/>
                    <dgm:constr type="ctrY" for="ch" forName="bullet3a" refType="h" fact="0.711"/>
                    <dgm:constr type="w" for="ch" forName="bullet3a" refType="w" fact="0.026"/>
                    <dgm:constr type="h" for="ch" forName="bullet3a" refType="w" refFor="ch" refForName="bullet3a"/>
                    <dgm:constr type="l" for="ch" forName="textBox3a" refType="ctrX" refFor="ch" refForName="bullet3a"/>
                    <dgm:constr type="t" for="ch" forName="textBox3a" refType="ctrY" refFor="ch" refForName="bullet3a"/>
                    <dgm:constr type="w" for="ch" forName="textBox3a" refType="w" fact="0.233"/>
                    <dgm:constr type="h" for="ch" forName="textBox3a" refType="h" fact="0.289"/>
                    <dgm:constr type="userA" refType="h" refFor="ch" refForName="bullet3a" fact="0.53"/>
                    <dgm:constr type="l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l" for="ch" forName="textBox3b" refType="ctrX" refFor="ch" refForName="bullet3b"/>
                    <dgm:constr type="t" for="ch" forName="textBox3b" refType="ctrY" refFor="ch" refForName="bullet3b"/>
                    <dgm:constr type="w" for="ch" forName="textBox3b" refType="w" fact="0.24"/>
                    <dgm:constr type="h" for="ch" forName="textBox3b" refType="h" fact="0.544"/>
                    <dgm:constr type="userB" refType="h" refFor="ch" refForName="bullet3b" fact="0.53"/>
                    <dgm:constr type="l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l" for="ch" forName="textBox3c" refType="ctrX" refFor="ch" refForName="bullet3c"/>
                    <dgm:constr type="t" for="ch" forName="textBox3c" refType="ctrY" refFor="ch" refForName="bullet3c"/>
                    <dgm:constr type="w" for="ch" forName="textBox3c" refType="w" fact="0.24"/>
                    <dgm:constr type="h" for="ch" forName="textBox3c" refType="h" fact="0.695"/>
                    <dgm:constr type="userC" refType="h" refFor="ch" refForName="bullet3c" fact="0.53"/>
                    <dgm:constr type="lMarg" for="ch" forName="textBox3c" refType="userC" fact="2.834"/>
                    <dgm:constr type="primFontSz" for="ch" ptType="node" op="equ" val="65"/>
                  </dgm:constrLst>
                </dgm:if>
                <dgm:else name="Name39">
                  <dgm:constrLst>
                    <dgm:constr type="ctrX" for="ch" forName="bullet3a" refType="w" fact="0.14"/>
                    <dgm:constr type="ctrY" for="ch" forName="bullet3a" refType="h" fact="0.711"/>
                    <dgm:constr type="w" for="ch" forName="bullet3a" refType="w" fact="0.026"/>
                    <dgm:constr type="h" for="ch" forName="bullet3a" refType="w" refFor="ch" refForName="bullet3a"/>
                    <dgm:constr type="r" for="ch" forName="textBox3a" refType="ctrX" refFor="ch" refForName="bullet3a"/>
                    <dgm:constr type="b" for="ch" forName="textBox3a" refType="ctrY" refFor="ch" refForName="bullet3a"/>
                    <dgm:constr type="w" for="ch" forName="textBox3a" refType="w" fact="0.14"/>
                    <dgm:constr type="h" for="ch" forName="textBox3a" refType="h" fact="0.711"/>
                    <dgm:constr type="userA" refType="h" refFor="ch" refForName="bullet3a" fact="0.53"/>
                    <dgm:constr type="r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r" for="ch" forName="textBox3b" refType="ctrX" refFor="ch" refForName="bullet3b"/>
                    <dgm:constr type="b" for="ch" forName="textBox3b" refType="ctrY" refFor="ch" refForName="bullet3b"/>
                    <dgm:constr type="w" for="ch" forName="textBox3b" refType="w" fact="0.24"/>
                    <dgm:constr type="h" for="ch" forName="textBox3b" refType="h" fact="0.456"/>
                    <dgm:constr type="userB" refType="h" refFor="ch" refForName="bullet3b" fact="0.53"/>
                    <dgm:constr type="r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r" for="ch" forName="textBox3c" refType="ctrX" refFor="ch" refForName="bullet3c"/>
                    <dgm:constr type="b" for="ch" forName="textBox3c" refType="ctrY" refFor="ch" refForName="bullet3c"/>
                    <dgm:constr type="w" for="ch" forName="textBox3c" refType="w" fact="0.24"/>
                    <dgm:constr type="h" for="ch" forName="textBox3c" refType="h" fact="0.305"/>
                    <dgm:constr type="userC" refType="h" refFor="ch" refForName="bullet3c" fact="0.53"/>
                    <dgm:constr type="rMarg" for="ch" forName="textBox3c" refType="userC" fact="2.834"/>
                    <dgm:constr type="primFontSz" for="ch" ptType="node" op="equ" val="65"/>
                  </dgm:constrLst>
                </dgm:else>
              </dgm:choose>
              <dgm:ruleLst/>
              <dgm:forEach name="Name40" axis="ch" ptType="node" cnt="1">
                <dgm:layoutNode name="bullet3a" styleLbl="node1">
                  <dgm:alg type="sp"/>
                  <dgm:shape xmlns:r="http://schemas.openxmlformats.org/officeDocument/2006/relationships" type="ellipse" r:blip="">
                    <dgm:adjLst/>
                  </dgm:shape>
                  <dgm:presOf/>
                  <dgm:constrLst/>
                  <dgm:ruleLst/>
                </dgm:layoutNode>
                <dgm:layoutNode name="textBox3a" styleLbl="revTx">
                  <dgm:varLst>
                    <dgm:bulletEnabled val="1"/>
                  </dgm:varLst>
                  <dgm:choose name="Name41">
                    <dgm:if name="Name42" func="var" arg="dir" op="equ" val="norm">
                      <dgm:choose name="Name43">
                        <dgm:if name="Name44" axis="root des" ptType="all node" func="maxDepth" op="gt" val="1">
                          <dgm:alg type="tx">
                            <dgm:param type="txAnchorVert" val="t"/>
                            <dgm:param type="parTxLTRAlign" val="l"/>
                            <dgm:param type="parTxRTLAlign" val="r"/>
                          </dgm:alg>
                        </dgm:if>
                        <dgm:else name="Name45">
                          <dgm:alg type="tx">
                            <dgm:param type="txAnchorVert" val="t"/>
                            <dgm:param type="parTxLTRAlign" val="l"/>
                            <dgm:param type="parTxRTLAlign" val="l"/>
                          </dgm:alg>
                        </dgm:else>
                      </dgm:choose>
                    </dgm:if>
                    <dgm:else name="Name46">
                      <dgm:choose name="Name47">
                        <dgm:if name="Name48" axis="root des" ptType="all node" func="maxDepth" op="gt" val="1">
                          <dgm:alg type="tx">
                            <dgm:param type="txAnchorVert" val="b"/>
                            <dgm:param type="txAnchorVertCh" val="b"/>
                            <dgm:param type="parTxLTRAlign" val="l"/>
                            <dgm:param type="parTxRTLAlign" val="r"/>
                          </dgm:alg>
                        </dgm:if>
                        <dgm:else name="Name4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50">
                    <dgm:if name="Name51" func="var" arg="dir" op="equ" val="norm">
                      <dgm:constrLst>
                        <dgm:constr type="rMarg"/>
                        <dgm:constr type="tMarg"/>
                        <dgm:constr type="bMarg"/>
                      </dgm:constrLst>
                    </dgm:if>
                    <dgm:else name="Name52">
                      <dgm:constrLst>
                        <dgm:constr type="lMarg"/>
                        <dgm:constr type="tMarg"/>
                        <dgm:constr type="bMarg"/>
                      </dgm:constrLst>
                    </dgm:else>
                  </dgm:choose>
                  <dgm:ruleLst>
                    <dgm:rule type="primFontSz" val="5" fact="NaN" max="NaN"/>
                  </dgm:ruleLst>
                </dgm:layoutNode>
              </dgm:forEach>
              <dgm:forEach name="Name53" axis="ch" ptType="node" st="2" cnt="1">
                <dgm:layoutNode name="bullet3b" styleLbl="node1">
                  <dgm:alg type="sp"/>
                  <dgm:shape xmlns:r="http://schemas.openxmlformats.org/officeDocument/2006/relationships" type="ellipse" r:blip="">
                    <dgm:adjLst/>
                  </dgm:shape>
                  <dgm:presOf/>
                  <dgm:constrLst/>
                  <dgm:ruleLst/>
                </dgm:layoutNode>
                <dgm:layoutNode name="textBox3b" styleLbl="revTx">
                  <dgm:varLst>
                    <dgm:bulletEnabled val="1"/>
                  </dgm:varLst>
                  <dgm:choose name="Name54">
                    <dgm:if name="Name55" func="var" arg="dir" op="equ" val="norm">
                      <dgm:choose name="Name56">
                        <dgm:if name="Name57" axis="root des" ptType="all node" func="maxDepth" op="gt" val="1">
                          <dgm:alg type="tx">
                            <dgm:param type="txAnchorVert" val="t"/>
                            <dgm:param type="parTxLTRAlign" val="l"/>
                            <dgm:param type="parTxRTLAlign" val="r"/>
                          </dgm:alg>
                        </dgm:if>
                        <dgm:else name="Name58">
                          <dgm:alg type="tx">
                            <dgm:param type="txAnchorVert" val="t"/>
                            <dgm:param type="parTxLTRAlign" val="l"/>
                            <dgm:param type="parTxRTLAlign" val="l"/>
                          </dgm:alg>
                        </dgm:else>
                      </dgm:choose>
                    </dgm:if>
                    <dgm:else name="Name59">
                      <dgm:choose name="Name60">
                        <dgm:if name="Name61" axis="root des" ptType="all node" func="maxDepth" op="gt" val="1">
                          <dgm:alg type="tx">
                            <dgm:param type="txAnchorVert" val="b"/>
                            <dgm:param type="txAnchorVertCh" val="b"/>
                            <dgm:param type="parTxLTRAlign" val="l"/>
                            <dgm:param type="parTxRTLAlign" val="r"/>
                          </dgm:alg>
                        </dgm:if>
                        <dgm:else name="Name6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63">
                    <dgm:if name="Name64" func="var" arg="dir" op="equ" val="norm">
                      <dgm:constrLst>
                        <dgm:constr type="rMarg"/>
                        <dgm:constr type="tMarg"/>
                        <dgm:constr type="bMarg"/>
                      </dgm:constrLst>
                    </dgm:if>
                    <dgm:else name="Name65">
                      <dgm:constrLst>
                        <dgm:constr type="lMarg"/>
                        <dgm:constr type="tMarg"/>
                        <dgm:constr type="bMarg"/>
                      </dgm:constrLst>
                    </dgm:else>
                  </dgm:choose>
                  <dgm:ruleLst>
                    <dgm:rule type="primFontSz" val="5" fact="NaN" max="NaN"/>
                  </dgm:ruleLst>
                </dgm:layoutNode>
              </dgm:forEach>
              <dgm:forEach name="Name66" axis="ch" ptType="node" st="3" cnt="1">
                <dgm:layoutNode name="bullet3c" styleLbl="node1">
                  <dgm:alg type="sp"/>
                  <dgm:shape xmlns:r="http://schemas.openxmlformats.org/officeDocument/2006/relationships" type="ellipse" r:blip="">
                    <dgm:adjLst/>
                  </dgm:shape>
                  <dgm:presOf/>
                  <dgm:constrLst/>
                  <dgm:ruleLst/>
                </dgm:layoutNode>
                <dgm:layoutNode name="textBox3c" styleLbl="revTx">
                  <dgm:varLst>
                    <dgm:bulletEnabled val="1"/>
                  </dgm:varLst>
                  <dgm:choose name="Name67">
                    <dgm:if name="Name68" func="var" arg="dir" op="equ" val="norm">
                      <dgm:choose name="Name69">
                        <dgm:if name="Name70" axis="root des" ptType="all node" func="maxDepth" op="gt" val="1">
                          <dgm:alg type="tx">
                            <dgm:param type="txAnchorVert" val="t"/>
                            <dgm:param type="parTxLTRAlign" val="l"/>
                            <dgm:param type="parTxRTLAlign" val="r"/>
                          </dgm:alg>
                        </dgm:if>
                        <dgm:else name="Name71">
                          <dgm:alg type="tx">
                            <dgm:param type="txAnchorVert" val="t"/>
                            <dgm:param type="parTxLTRAlign" val="l"/>
                            <dgm:param type="parTxRTLAlign" val="l"/>
                          </dgm:alg>
                        </dgm:else>
                      </dgm:choose>
                    </dgm:if>
                    <dgm:else name="Name72">
                      <dgm:choose name="Name73">
                        <dgm:if name="Name74" axis="root des" ptType="all node" func="maxDepth" op="gt" val="1">
                          <dgm:alg type="tx">
                            <dgm:param type="txAnchorVert" val="b"/>
                            <dgm:param type="txAnchorVertCh" val="b"/>
                            <dgm:param type="parTxLTRAlign" val="l"/>
                            <dgm:param type="parTxRTLAlign" val="r"/>
                          </dgm:alg>
                        </dgm:if>
                        <dgm:else name="Name7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76">
                    <dgm:if name="Name77" func="var" arg="dir" op="equ" val="norm">
                      <dgm:constrLst>
                        <dgm:constr type="rMarg"/>
                        <dgm:constr type="tMarg"/>
                        <dgm:constr type="bMarg"/>
                      </dgm:constrLst>
                    </dgm:if>
                    <dgm:else name="Name78">
                      <dgm:constrLst>
                        <dgm:constr type="lMarg"/>
                        <dgm:constr type="tMarg"/>
                        <dgm:constr type="bMarg"/>
                      </dgm:constrLst>
                    </dgm:else>
                  </dgm:choose>
                  <dgm:ruleLst>
                    <dgm:rule type="primFontSz" val="5" fact="NaN" max="NaN"/>
                  </dgm:ruleLst>
                </dgm:layoutNode>
              </dgm:forEach>
            </dgm:layoutNode>
          </dgm:if>
          <dgm:if name="Name79" axis="ch" ptType="node" func="cnt" op="equ" val="4">
            <dgm:layoutNode name="arrowDiagram4">
              <dgm:alg type="composite">
                <dgm:param type="vertAlign" val="none"/>
                <dgm:param type="horzAlign" val="none"/>
              </dgm:alg>
              <dgm:shape xmlns:r="http://schemas.openxmlformats.org/officeDocument/2006/relationships" r:blip="">
                <dgm:adjLst/>
              </dgm:shape>
              <dgm:presOf/>
              <dgm:choose name="Name80">
                <dgm:if name="Name81" func="var" arg="dir" op="equ" val="norm">
                  <dgm:constrLst>
                    <dgm:constr type="ctrX" for="ch" forName="bullet4a" refType="w" fact="0.11"/>
                    <dgm:constr type="ctrY" for="ch" forName="bullet4a" refType="h" fact="0.762"/>
                    <dgm:constr type="w" for="ch" forName="bullet4a" refType="w" fact="0.023"/>
                    <dgm:constr type="h" for="ch" forName="bullet4a" refType="w" refFor="ch" refForName="bullet4a"/>
                    <dgm:constr type="l" for="ch" forName="textBox4a" refType="ctrX" refFor="ch" refForName="bullet4a"/>
                    <dgm:constr type="t" for="ch" forName="textBox4a" refType="ctrY" refFor="ch" refForName="bullet4a"/>
                    <dgm:constr type="w" for="ch" forName="textBox4a" refType="w" fact="0.171"/>
                    <dgm:constr type="h" for="ch" forName="textBox4a" refType="h" fact="0.238"/>
                    <dgm:constr type="userA" refType="h" refFor="ch" refForName="bullet4a" fact="0.53"/>
                    <dgm:constr type="l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l" for="ch" forName="textBox4b" refType="ctrX" refFor="ch" refForName="bullet4b"/>
                    <dgm:constr type="t" for="ch" forName="textBox4b" refType="ctrY" refFor="ch" refForName="bullet4b"/>
                    <dgm:constr type="w" for="ch" forName="textBox4b" refType="w" fact="0.21"/>
                    <dgm:constr type="h" for="ch" forName="textBox4b" refType="h" fact="0.457"/>
                    <dgm:constr type="userB" refType="h" refFor="ch" refForName="bullet4b" fact="0.53"/>
                    <dgm:constr type="l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l" for="ch" forName="textBox4c" refType="ctrX" refFor="ch" refForName="bullet4c"/>
                    <dgm:constr type="t" for="ch" forName="textBox4c" refType="ctrY" refFor="ch" refForName="bullet4c"/>
                    <dgm:constr type="w" for="ch" forName="textBox4c" refType="w" fact="0.21"/>
                    <dgm:constr type="h" for="ch" forName="textBox4c" refType="h" fact="0.618"/>
                    <dgm:constr type="userC" refType="h" refFor="ch" refForName="bullet4c" fact="0.53"/>
                    <dgm:constr type="l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l" for="ch" forName="textBox4d" refType="ctrX" refFor="ch" refForName="bullet4d"/>
                    <dgm:constr type="t" for="ch" forName="textBox4d" refType="ctrY" refFor="ch" refForName="bullet4d"/>
                    <dgm:constr type="w" for="ch" forName="textBox4d" refType="w" fact="0.21"/>
                    <dgm:constr type="h" for="ch" forName="textBox4d" refType="h" fact="0.717"/>
                    <dgm:constr type="userD" refType="h" refFor="ch" refForName="bullet4d" fact="0.53"/>
                    <dgm:constr type="lMarg" for="ch" forName="textBox4d" refType="userD" fact="2.834"/>
                    <dgm:constr type="primFontSz" for="ch" ptType="node" op="equ" val="65"/>
                  </dgm:constrLst>
                </dgm:if>
                <dgm:else name="Name82">
                  <dgm:constrLst>
                    <dgm:constr type="ctrX" for="ch" forName="bullet4a" refType="w" fact="0.11"/>
                    <dgm:constr type="ctrY" for="ch" forName="bullet4a" refType="h" fact="0.762"/>
                    <dgm:constr type="w" for="ch" forName="bullet4a" refType="w" fact="0.023"/>
                    <dgm:constr type="h" for="ch" forName="bullet4a" refType="w" refFor="ch" refForName="bullet4a"/>
                    <dgm:constr type="r" for="ch" forName="textBox4a" refType="ctrX" refFor="ch" refForName="bullet4a"/>
                    <dgm:constr type="b" for="ch" forName="textBox4a" refType="ctrY" refFor="ch" refForName="bullet4a"/>
                    <dgm:constr type="w" for="ch" forName="textBox4a" refType="w" fact="0.11"/>
                    <dgm:constr type="h" for="ch" forName="textBox4a" refType="h" fact="0.762"/>
                    <dgm:constr type="userA" refType="h" refFor="ch" refForName="bullet4a" fact="0.53"/>
                    <dgm:constr type="r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r" for="ch" forName="textBox4b" refType="ctrX" refFor="ch" refForName="bullet4b"/>
                    <dgm:constr type="b" for="ch" forName="textBox4b" refType="ctrY" refFor="ch" refForName="bullet4b"/>
                    <dgm:constr type="w" for="ch" forName="textBox4b" refType="w" fact="0.171"/>
                    <dgm:constr type="h" for="ch" forName="textBox4b" refType="h" fact="0.543"/>
                    <dgm:constr type="userB" refType="h" refFor="ch" refForName="bullet4b" fact="0.53"/>
                    <dgm:constr type="r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r" for="ch" forName="textBox4c" refType="ctrX" refFor="ch" refForName="bullet4c"/>
                    <dgm:constr type="b" for="ch" forName="textBox4c" refType="ctrY" refFor="ch" refForName="bullet4c"/>
                    <dgm:constr type="w" for="ch" forName="textBox4c" refType="w" fact="0.21"/>
                    <dgm:constr type="h" for="ch" forName="textBox4c" refType="h" fact="0.382"/>
                    <dgm:constr type="userC" refType="h" refFor="ch" refForName="bullet4c" fact="0.53"/>
                    <dgm:constr type="r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r" for="ch" forName="textBox4d" refType="ctrX" refFor="ch" refForName="bullet4d"/>
                    <dgm:constr type="b" for="ch" forName="textBox4d" refType="ctrY" refFor="ch" refForName="bullet4d"/>
                    <dgm:constr type="w" for="ch" forName="textBox4d" refType="w" fact="0.21"/>
                    <dgm:constr type="h" for="ch" forName="textBox4d" refType="h" fact="0.283"/>
                    <dgm:constr type="userD" refType="h" refFor="ch" refForName="bullet4d" fact="0.53"/>
                    <dgm:constr type="rMarg" for="ch" forName="textBox4d" refType="userD" fact="2.834"/>
                    <dgm:constr type="primFontSz" for="ch" ptType="node" op="equ" val="65"/>
                  </dgm:constrLst>
                </dgm:else>
              </dgm:choose>
              <dgm:ruleLst/>
              <dgm:forEach name="Name83" axis="ch" ptType="node" cnt="1">
                <dgm:layoutNode name="bullet4a" styleLbl="node1">
                  <dgm:alg type="sp"/>
                  <dgm:shape xmlns:r="http://schemas.openxmlformats.org/officeDocument/2006/relationships" type="ellipse" r:blip="">
                    <dgm:adjLst/>
                  </dgm:shape>
                  <dgm:presOf/>
                  <dgm:constrLst/>
                  <dgm:ruleLst/>
                </dgm:layoutNode>
                <dgm:layoutNode name="textBox4a" styleLbl="revTx">
                  <dgm:varLst>
                    <dgm:bulletEnabled val="1"/>
                  </dgm:varLst>
                  <dgm:choose name="Name84">
                    <dgm:if name="Name85" func="var" arg="dir" op="equ" val="norm">
                      <dgm:choose name="Name86">
                        <dgm:if name="Name87" axis="root des" ptType="all node" func="maxDepth" op="gt" val="1">
                          <dgm:alg type="tx">
                            <dgm:param type="txAnchorVert" val="t"/>
                            <dgm:param type="parTxLTRAlign" val="l"/>
                            <dgm:param type="parTxRTLAlign" val="r"/>
                          </dgm:alg>
                        </dgm:if>
                        <dgm:else name="Name88">
                          <dgm:alg type="tx">
                            <dgm:param type="txAnchorVert" val="t"/>
                            <dgm:param type="parTxLTRAlign" val="l"/>
                            <dgm:param type="parTxRTLAlign" val="l"/>
                          </dgm:alg>
                        </dgm:else>
                      </dgm:choose>
                    </dgm:if>
                    <dgm:else name="Name89">
                      <dgm:choose name="Name90">
                        <dgm:if name="Name91" axis="root des" ptType="all node" func="maxDepth" op="gt" val="1">
                          <dgm:alg type="tx">
                            <dgm:param type="txAnchorVert" val="b"/>
                            <dgm:param type="txAnchorVertCh" val="b"/>
                            <dgm:param type="parTxLTRAlign" val="l"/>
                            <dgm:param type="parTxRTLAlign" val="r"/>
                          </dgm:alg>
                        </dgm:if>
                        <dgm:else name="Name9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93">
                    <dgm:if name="Name94" func="var" arg="dir" op="equ" val="norm">
                      <dgm:constrLst>
                        <dgm:constr type="rMarg"/>
                        <dgm:constr type="tMarg"/>
                        <dgm:constr type="bMarg"/>
                      </dgm:constrLst>
                    </dgm:if>
                    <dgm:else name="Name95">
                      <dgm:constrLst>
                        <dgm:constr type="lMarg"/>
                        <dgm:constr type="tMarg"/>
                        <dgm:constr type="bMarg"/>
                      </dgm:constrLst>
                    </dgm:else>
                  </dgm:choose>
                  <dgm:ruleLst>
                    <dgm:rule type="primFontSz" val="5" fact="NaN" max="NaN"/>
                  </dgm:ruleLst>
                </dgm:layoutNode>
              </dgm:forEach>
              <dgm:forEach name="Name96" axis="ch" ptType="node" st="2" cnt="1">
                <dgm:layoutNode name="bullet4b" styleLbl="node1">
                  <dgm:alg type="sp"/>
                  <dgm:shape xmlns:r="http://schemas.openxmlformats.org/officeDocument/2006/relationships" type="ellipse" r:blip="">
                    <dgm:adjLst/>
                  </dgm:shape>
                  <dgm:presOf/>
                  <dgm:constrLst/>
                  <dgm:ruleLst/>
                </dgm:layoutNode>
                <dgm:layoutNode name="textBox4b" styleLbl="revTx">
                  <dgm:varLst>
                    <dgm:bulletEnabled val="1"/>
                  </dgm:varLst>
                  <dgm:choose name="Name97">
                    <dgm:if name="Name98" func="var" arg="dir" op="equ" val="norm">
                      <dgm:choose name="Name99">
                        <dgm:if name="Name100" axis="root des" ptType="all node" func="maxDepth" op="gt" val="1">
                          <dgm:alg type="tx">
                            <dgm:param type="txAnchorVert" val="t"/>
                            <dgm:param type="parTxLTRAlign" val="l"/>
                            <dgm:param type="parTxRTLAlign" val="r"/>
                          </dgm:alg>
                        </dgm:if>
                        <dgm:else name="Name101">
                          <dgm:alg type="tx">
                            <dgm:param type="txAnchorVert" val="t"/>
                            <dgm:param type="parTxLTRAlign" val="l"/>
                            <dgm:param type="parTxRTLAlign" val="l"/>
                          </dgm:alg>
                        </dgm:else>
                      </dgm:choose>
                    </dgm:if>
                    <dgm:else name="Name102">
                      <dgm:choose name="Name103">
                        <dgm:if name="Name104" axis="root des" ptType="all node" func="maxDepth" op="gt" val="1">
                          <dgm:alg type="tx">
                            <dgm:param type="txAnchorVert" val="b"/>
                            <dgm:param type="txAnchorVertCh" val="b"/>
                            <dgm:param type="parTxLTRAlign" val="l"/>
                            <dgm:param type="parTxRTLAlign" val="r"/>
                          </dgm:alg>
                        </dgm:if>
                        <dgm:else name="Name10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06">
                    <dgm:if name="Name107" func="var" arg="dir" op="equ" val="norm">
                      <dgm:constrLst>
                        <dgm:constr type="rMarg"/>
                        <dgm:constr type="tMarg"/>
                        <dgm:constr type="bMarg"/>
                      </dgm:constrLst>
                    </dgm:if>
                    <dgm:else name="Name108">
                      <dgm:constrLst>
                        <dgm:constr type="lMarg"/>
                        <dgm:constr type="tMarg"/>
                        <dgm:constr type="bMarg"/>
                      </dgm:constrLst>
                    </dgm:else>
                  </dgm:choose>
                  <dgm:ruleLst>
                    <dgm:rule type="primFontSz" val="5" fact="NaN" max="NaN"/>
                  </dgm:ruleLst>
                </dgm:layoutNode>
              </dgm:forEach>
              <dgm:forEach name="Name109" axis="ch" ptType="node" st="3" cnt="1">
                <dgm:layoutNode name="bullet4c" styleLbl="node1">
                  <dgm:alg type="sp"/>
                  <dgm:shape xmlns:r="http://schemas.openxmlformats.org/officeDocument/2006/relationships" type="ellipse" r:blip="">
                    <dgm:adjLst/>
                  </dgm:shape>
                  <dgm:presOf/>
                  <dgm:constrLst/>
                  <dgm:ruleLst/>
                </dgm:layoutNode>
                <dgm:layoutNode name="textBox4c" styleLbl="revTx">
                  <dgm:varLst>
                    <dgm:bulletEnabled val="1"/>
                  </dgm:varLst>
                  <dgm:choose name="Name110">
                    <dgm:if name="Name111" func="var" arg="dir" op="equ" val="norm">
                      <dgm:choose name="Name112">
                        <dgm:if name="Name113" axis="root des" ptType="all node" func="maxDepth" op="gt" val="1">
                          <dgm:alg type="tx">
                            <dgm:param type="txAnchorVert" val="t"/>
                            <dgm:param type="parTxLTRAlign" val="l"/>
                            <dgm:param type="parTxRTLAlign" val="r"/>
                          </dgm:alg>
                        </dgm:if>
                        <dgm:else name="Name114">
                          <dgm:alg type="tx">
                            <dgm:param type="txAnchorVert" val="t"/>
                            <dgm:param type="parTxLTRAlign" val="l"/>
                            <dgm:param type="parTxRTLAlign" val="l"/>
                          </dgm:alg>
                        </dgm:else>
                      </dgm:choose>
                    </dgm:if>
                    <dgm:else name="Name115">
                      <dgm:choose name="Name116">
                        <dgm:if name="Name117" axis="root des" ptType="all node" func="maxDepth" op="gt" val="1">
                          <dgm:alg type="tx">
                            <dgm:param type="txAnchorVert" val="b"/>
                            <dgm:param type="txAnchorVertCh" val="b"/>
                            <dgm:param type="parTxLTRAlign" val="l"/>
                            <dgm:param type="parTxRTLAlign" val="r"/>
                          </dgm:alg>
                        </dgm:if>
                        <dgm:else name="Name11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19">
                    <dgm:if name="Name120" func="var" arg="dir" op="equ" val="norm">
                      <dgm:constrLst>
                        <dgm:constr type="rMarg"/>
                        <dgm:constr type="tMarg"/>
                        <dgm:constr type="bMarg"/>
                      </dgm:constrLst>
                    </dgm:if>
                    <dgm:else name="Name121">
                      <dgm:constrLst>
                        <dgm:constr type="lMarg"/>
                        <dgm:constr type="tMarg"/>
                        <dgm:constr type="bMarg"/>
                      </dgm:constrLst>
                    </dgm:else>
                  </dgm:choose>
                  <dgm:ruleLst>
                    <dgm:rule type="primFontSz" val="5" fact="NaN" max="NaN"/>
                  </dgm:ruleLst>
                </dgm:layoutNode>
              </dgm:forEach>
              <dgm:forEach name="Name122" axis="ch" ptType="node" st="4" cnt="1">
                <dgm:layoutNode name="bullet4d" styleLbl="node1">
                  <dgm:alg type="sp"/>
                  <dgm:shape xmlns:r="http://schemas.openxmlformats.org/officeDocument/2006/relationships" type="ellipse" r:blip="">
                    <dgm:adjLst/>
                  </dgm:shape>
                  <dgm:presOf/>
                  <dgm:constrLst/>
                  <dgm:ruleLst/>
                </dgm:layoutNode>
                <dgm:layoutNode name="textBox4d" styleLbl="revTx">
                  <dgm:varLst>
                    <dgm:bulletEnabled val="1"/>
                  </dgm:varLst>
                  <dgm:choose name="Name123">
                    <dgm:if name="Name124" func="var" arg="dir" op="equ" val="norm">
                      <dgm:choose name="Name125">
                        <dgm:if name="Name126" axis="root des" ptType="all node" func="maxDepth" op="gt" val="1">
                          <dgm:alg type="tx">
                            <dgm:param type="txAnchorVert" val="t"/>
                            <dgm:param type="parTxLTRAlign" val="l"/>
                            <dgm:param type="parTxRTLAlign" val="r"/>
                          </dgm:alg>
                        </dgm:if>
                        <dgm:else name="Name127">
                          <dgm:alg type="tx">
                            <dgm:param type="txAnchorVert" val="t"/>
                            <dgm:param type="parTxLTRAlign" val="l"/>
                            <dgm:param type="parTxRTLAlign" val="l"/>
                          </dgm:alg>
                        </dgm:else>
                      </dgm:choose>
                    </dgm:if>
                    <dgm:else name="Name128">
                      <dgm:choose name="Name129">
                        <dgm:if name="Name130" axis="root des" ptType="all node" func="maxDepth" op="gt" val="1">
                          <dgm:alg type="tx">
                            <dgm:param type="txAnchorVert" val="b"/>
                            <dgm:param type="txAnchorVertCh" val="b"/>
                            <dgm:param type="parTxLTRAlign" val="l"/>
                            <dgm:param type="parTxRTLAlign" val="r"/>
                          </dgm:alg>
                        </dgm:if>
                        <dgm:else name="Name13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32">
                    <dgm:if name="Name133" func="var" arg="dir" op="equ" val="norm">
                      <dgm:constrLst>
                        <dgm:constr type="rMarg"/>
                        <dgm:constr type="tMarg"/>
                        <dgm:constr type="bMarg"/>
                      </dgm:constrLst>
                    </dgm:if>
                    <dgm:else name="Name134">
                      <dgm:constrLst>
                        <dgm:constr type="lMarg"/>
                        <dgm:constr type="tMarg"/>
                        <dgm:constr type="bMarg"/>
                      </dgm:constrLst>
                    </dgm:else>
                  </dgm:choose>
                  <dgm:ruleLst>
                    <dgm:rule type="primFontSz" val="5" fact="NaN" max="NaN"/>
                  </dgm:ruleLst>
                </dgm:layoutNode>
              </dgm:forEach>
            </dgm:layoutNode>
          </dgm:if>
          <dgm:else name="Name135">
            <dgm:layoutNode name="arrowDiagram5">
              <dgm:alg type="composite">
                <dgm:param type="vertAlign" val="none"/>
                <dgm:param type="horzAlign" val="none"/>
              </dgm:alg>
              <dgm:shape xmlns:r="http://schemas.openxmlformats.org/officeDocument/2006/relationships" r:blip="">
                <dgm:adjLst/>
              </dgm:shape>
              <dgm:presOf/>
              <dgm:choose name="Name136">
                <dgm:if name="Name137" func="var" arg="dir" op="equ" val="norm">
                  <dgm:constrLst>
                    <dgm:constr type="ctrX" for="ch" forName="bullet5a" refType="w" fact="0.11"/>
                    <dgm:constr type="ctrY" for="ch" forName="bullet5a" refType="h" fact="0.762"/>
                    <dgm:constr type="w" for="ch" forName="bullet5a" refType="w" fact="0.023"/>
                    <dgm:constr type="h" for="ch" forName="bullet5a" refType="w" refFor="ch" refForName="bullet5a"/>
                    <dgm:constr type="l" for="ch" forName="textBox5a" refType="ctrX" refFor="ch" refForName="bullet5a"/>
                    <dgm:constr type="t" for="ch" forName="textBox5a" refType="ctrY" refFor="ch" refForName="bullet5a"/>
                    <dgm:constr type="w" for="ch" forName="textBox5a" refType="w" fact="0.131"/>
                    <dgm:constr type="h" for="ch" forName="textBox5a" refType="h" fact="0.238"/>
                    <dgm:constr type="userA" refType="h" refFor="ch" refForName="bullet5a" fact="0.53"/>
                    <dgm:constr type="l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l" for="ch" forName="textBox5b" refType="ctrX" refFor="ch" refForName="bullet5b"/>
                    <dgm:constr type="t" for="ch" forName="textBox5b" refType="ctrY" refFor="ch" refForName="bullet5b"/>
                    <dgm:constr type="w" for="ch" forName="textBox5b" refType="w" fact="0.166"/>
                    <dgm:constr type="h" for="ch" forName="textBox5b" refType="h" fact="0.419"/>
                    <dgm:constr type="userB" refType="h" refFor="ch" refForName="bullet5b" fact="0.53"/>
                    <dgm:constr type="l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l" for="ch" forName="textBox5c" refType="ctrX" refFor="ch" refForName="bullet5c"/>
                    <dgm:constr type="t" for="ch" forName="textBox5c" refType="ctrY" refFor="ch" refForName="bullet5c"/>
                    <dgm:constr type="w" for="ch" forName="textBox5c" refType="w" fact="0.193"/>
                    <dgm:constr type="h" for="ch" forName="textBox5c" refType="h" fact="0.562"/>
                    <dgm:constr type="userC" refType="h" refFor="ch" refForName="bullet5c" fact="0.53"/>
                    <dgm:constr type="l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l" for="ch" forName="textBox5d" refType="ctrX" refFor="ch" refForName="bullet5d"/>
                    <dgm:constr type="t" for="ch" forName="textBox5d" refType="ctrY" refFor="ch" refForName="bullet5d"/>
                    <dgm:constr type="w" for="ch" forName="textBox5d" refType="w" fact="0.2"/>
                    <dgm:constr type="h" for="ch" forName="textBox5d" refType="h" fact="0.67"/>
                    <dgm:constr type="userD" refType="h" refFor="ch" refForName="bullet5d" fact="0.53"/>
                    <dgm:constr type="l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l" for="ch" forName="textBox5e" refType="ctrX" refFor="ch" refForName="bullet5e"/>
                    <dgm:constr type="t" for="ch" forName="textBox5e" refType="ctrY" refFor="ch" refForName="bullet5e"/>
                    <dgm:constr type="w" for="ch" forName="textBox5e" refType="w" fact="0.2"/>
                    <dgm:constr type="h" for="ch" forName="textBox5e" refType="h" fact="0.736"/>
                    <dgm:constr type="userE" refType="h" refFor="ch" refForName="bullet5e" fact="0.53"/>
                    <dgm:constr type="lMarg" for="ch" forName="textBox5e" refType="userE" fact="2.834"/>
                    <dgm:constr type="primFontSz" for="ch" ptType="node" op="equ" val="65"/>
                  </dgm:constrLst>
                </dgm:if>
                <dgm:else name="Name138">
                  <dgm:constrLst>
                    <dgm:constr type="ctrX" for="ch" forName="bullet5a" refType="w" fact="0.11"/>
                    <dgm:constr type="ctrY" for="ch" forName="bullet5a" refType="h" fact="0.762"/>
                    <dgm:constr type="w" for="ch" forName="bullet5a" refType="w" fact="0.023"/>
                    <dgm:constr type="h" for="ch" forName="bullet5a" refType="w" refFor="ch" refForName="bullet5a"/>
                    <dgm:constr type="r" for="ch" forName="textBox5a" refType="ctrX" refFor="ch" refForName="bullet5a"/>
                    <dgm:constr type="b" for="ch" forName="textBox5a" refType="ctrY" refFor="ch" refForName="bullet5a"/>
                    <dgm:constr type="w" for="ch" forName="textBox5a" refType="w" fact="0.11"/>
                    <dgm:constr type="h" for="ch" forName="textBox5a" refType="h" fact="0.762"/>
                    <dgm:constr type="userA" refType="h" refFor="ch" refForName="bullet5a" fact="0.53"/>
                    <dgm:constr type="r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r" for="ch" forName="textBox5b" refType="ctrX" refFor="ch" refForName="bullet5b"/>
                    <dgm:constr type="b" for="ch" forName="textBox5b" refType="ctrY" refFor="ch" refForName="bullet5b"/>
                    <dgm:constr type="w" for="ch" forName="textBox5b" refType="w" fact="0.131"/>
                    <dgm:constr type="h" for="ch" forName="textBox5b" refType="h" fact="0.581"/>
                    <dgm:constr type="userB" refType="h" refFor="ch" refForName="bullet5b" fact="0.53"/>
                    <dgm:constr type="r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r" for="ch" forName="textBox5c" refType="ctrX" refFor="ch" refForName="bullet5c"/>
                    <dgm:constr type="b" for="ch" forName="textBox5c" refType="ctrY" refFor="ch" refForName="bullet5c"/>
                    <dgm:constr type="w" for="ch" forName="textBox5c" refType="w" fact="0.166"/>
                    <dgm:constr type="h" for="ch" forName="textBox5c" refType="h" fact="0.438"/>
                    <dgm:constr type="userC" refType="h" refFor="ch" refForName="bullet5c" fact="0.53"/>
                    <dgm:constr type="r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r" for="ch" forName="textBox5d" refType="ctrX" refFor="ch" refForName="bullet5d"/>
                    <dgm:constr type="b" for="ch" forName="textBox5d" refType="ctrY" refFor="ch" refForName="bullet5d"/>
                    <dgm:constr type="w" for="ch" forName="textBox5d" refType="w" fact="0.193"/>
                    <dgm:constr type="h" for="ch" forName="textBox5d" refType="h" fact="0.33"/>
                    <dgm:constr type="userD" refType="h" refFor="ch" refForName="bullet5d" fact="0.53"/>
                    <dgm:constr type="r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r" for="ch" forName="textBox5e" refType="ctrX" refFor="ch" refForName="bullet5e"/>
                    <dgm:constr type="b" for="ch" forName="textBox5e" refType="ctrY" refFor="ch" refForName="bullet5e"/>
                    <dgm:constr type="w" for="ch" forName="textBox5e" refType="w" fact="0.2"/>
                    <dgm:constr type="h" for="ch" forName="textBox5e" refType="h" fact="0.264"/>
                    <dgm:constr type="userE" refType="h" refFor="ch" refForName="bullet5e" fact="0.53"/>
                    <dgm:constr type="rMarg" for="ch" forName="textBox5e" refType="userE" fact="2.834"/>
                    <dgm:constr type="primFontSz" for="ch" ptType="node" op="equ" val="65"/>
                  </dgm:constrLst>
                </dgm:else>
              </dgm:choose>
              <dgm:ruleLst/>
              <dgm:forEach name="Name139" axis="ch" ptType="node" cnt="1">
                <dgm:layoutNode name="bullet5a" styleLbl="node1">
                  <dgm:alg type="sp"/>
                  <dgm:shape xmlns:r="http://schemas.openxmlformats.org/officeDocument/2006/relationships" type="ellipse" r:blip="">
                    <dgm:adjLst/>
                  </dgm:shape>
                  <dgm:presOf/>
                  <dgm:constrLst/>
                  <dgm:ruleLst/>
                </dgm:layoutNode>
                <dgm:layoutNode name="textBox5a" styleLbl="revTx">
                  <dgm:varLst>
                    <dgm:bulletEnabled val="1"/>
                  </dgm:varLst>
                  <dgm:choose name="Name140">
                    <dgm:if name="Name141" func="var" arg="dir" op="equ" val="norm">
                      <dgm:choose name="Name142">
                        <dgm:if name="Name143" axis="root des" ptType="all node" func="maxDepth" op="gt" val="1">
                          <dgm:alg type="tx">
                            <dgm:param type="txAnchorVert" val="t"/>
                            <dgm:param type="parTxLTRAlign" val="l"/>
                            <dgm:param type="parTxRTLAlign" val="r"/>
                          </dgm:alg>
                        </dgm:if>
                        <dgm:else name="Name144">
                          <dgm:alg type="tx">
                            <dgm:param type="txAnchorVert" val="t"/>
                            <dgm:param type="parTxLTRAlign" val="l"/>
                            <dgm:param type="parTxRTLAlign" val="l"/>
                          </dgm:alg>
                        </dgm:else>
                      </dgm:choose>
                    </dgm:if>
                    <dgm:else name="Name145">
                      <dgm:choose name="Name146">
                        <dgm:if name="Name147" axis="root des" ptType="all node" func="maxDepth" op="gt" val="1">
                          <dgm:alg type="tx">
                            <dgm:param type="txAnchorVert" val="b"/>
                            <dgm:param type="txAnchorVertCh" val="b"/>
                            <dgm:param type="parTxLTRAlign" val="l"/>
                            <dgm:param type="parTxRTLAlign" val="r"/>
                          </dgm:alg>
                        </dgm:if>
                        <dgm:else name="Name14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49">
                    <dgm:if name="Name150" func="var" arg="dir" op="equ" val="norm">
                      <dgm:constrLst>
                        <dgm:constr type="rMarg"/>
                        <dgm:constr type="tMarg"/>
                        <dgm:constr type="bMarg"/>
                      </dgm:constrLst>
                    </dgm:if>
                    <dgm:else name="Name151">
                      <dgm:constrLst>
                        <dgm:constr type="lMarg"/>
                        <dgm:constr type="tMarg"/>
                        <dgm:constr type="bMarg"/>
                      </dgm:constrLst>
                    </dgm:else>
                  </dgm:choose>
                  <dgm:ruleLst>
                    <dgm:rule type="primFontSz" val="5" fact="NaN" max="NaN"/>
                  </dgm:ruleLst>
                </dgm:layoutNode>
              </dgm:forEach>
              <dgm:forEach name="Name152" axis="ch" ptType="node" st="2" cnt="1">
                <dgm:layoutNode name="bullet5b" styleLbl="node1">
                  <dgm:alg type="sp"/>
                  <dgm:shape xmlns:r="http://schemas.openxmlformats.org/officeDocument/2006/relationships" type="ellipse" r:blip="">
                    <dgm:adjLst/>
                  </dgm:shape>
                  <dgm:presOf/>
                  <dgm:constrLst/>
                  <dgm:ruleLst/>
                </dgm:layoutNode>
                <dgm:layoutNode name="textBox5b" styleLbl="revTx">
                  <dgm:varLst>
                    <dgm:bulletEnabled val="1"/>
                  </dgm:varLst>
                  <dgm:choose name="Name153">
                    <dgm:if name="Name154" func="var" arg="dir" op="equ" val="norm">
                      <dgm:choose name="Name155">
                        <dgm:if name="Name156" axis="root des" ptType="all node" func="maxDepth" op="gt" val="1">
                          <dgm:alg type="tx">
                            <dgm:param type="txAnchorVert" val="t"/>
                            <dgm:param type="parTxLTRAlign" val="l"/>
                            <dgm:param type="parTxRTLAlign" val="r"/>
                          </dgm:alg>
                        </dgm:if>
                        <dgm:else name="Name157">
                          <dgm:alg type="tx">
                            <dgm:param type="txAnchorVert" val="t"/>
                            <dgm:param type="parTxLTRAlign" val="l"/>
                            <dgm:param type="parTxRTLAlign" val="l"/>
                          </dgm:alg>
                        </dgm:else>
                      </dgm:choose>
                    </dgm:if>
                    <dgm:else name="Name158">
                      <dgm:choose name="Name159">
                        <dgm:if name="Name160" axis="root des" ptType="all node" func="maxDepth" op="gt" val="1">
                          <dgm:alg type="tx">
                            <dgm:param type="txAnchorVert" val="b"/>
                            <dgm:param type="txAnchorVertCh" val="b"/>
                            <dgm:param type="parTxLTRAlign" val="l"/>
                            <dgm:param type="parTxRTLAlign" val="r"/>
                          </dgm:alg>
                        </dgm:if>
                        <dgm:else name="Name16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62">
                    <dgm:if name="Name163" func="var" arg="dir" op="equ" val="norm">
                      <dgm:constrLst>
                        <dgm:constr type="rMarg"/>
                        <dgm:constr type="tMarg"/>
                        <dgm:constr type="bMarg"/>
                      </dgm:constrLst>
                    </dgm:if>
                    <dgm:else name="Name164">
                      <dgm:constrLst>
                        <dgm:constr type="lMarg"/>
                        <dgm:constr type="tMarg"/>
                        <dgm:constr type="bMarg"/>
                      </dgm:constrLst>
                    </dgm:else>
                  </dgm:choose>
                  <dgm:ruleLst>
                    <dgm:rule type="primFontSz" val="5" fact="NaN" max="NaN"/>
                  </dgm:ruleLst>
                </dgm:layoutNode>
              </dgm:forEach>
              <dgm:forEach name="Name165" axis="ch" ptType="node" st="3" cnt="1">
                <dgm:layoutNode name="bullet5c" styleLbl="node1">
                  <dgm:alg type="sp"/>
                  <dgm:shape xmlns:r="http://schemas.openxmlformats.org/officeDocument/2006/relationships" type="ellipse" r:blip="">
                    <dgm:adjLst/>
                  </dgm:shape>
                  <dgm:presOf/>
                  <dgm:constrLst/>
                  <dgm:ruleLst/>
                </dgm:layoutNode>
                <dgm:layoutNode name="textBox5c" styleLbl="revTx">
                  <dgm:varLst>
                    <dgm:bulletEnabled val="1"/>
                  </dgm:varLst>
                  <dgm:choose name="Name166">
                    <dgm:if name="Name167" func="var" arg="dir" op="equ" val="norm">
                      <dgm:choose name="Name168">
                        <dgm:if name="Name169" axis="root des" ptType="all node" func="maxDepth" op="gt" val="1">
                          <dgm:alg type="tx">
                            <dgm:param type="txAnchorVert" val="t"/>
                            <dgm:param type="parTxLTRAlign" val="l"/>
                            <dgm:param type="parTxRTLAlign" val="r"/>
                          </dgm:alg>
                        </dgm:if>
                        <dgm:else name="Name170">
                          <dgm:alg type="tx">
                            <dgm:param type="txAnchorVert" val="t"/>
                            <dgm:param type="parTxLTRAlign" val="l"/>
                            <dgm:param type="parTxRTLAlign" val="l"/>
                          </dgm:alg>
                        </dgm:else>
                      </dgm:choose>
                    </dgm:if>
                    <dgm:else name="Name171">
                      <dgm:choose name="Name172">
                        <dgm:if name="Name173" axis="root des" ptType="all node" func="maxDepth" op="gt" val="1">
                          <dgm:alg type="tx">
                            <dgm:param type="txAnchorVert" val="b"/>
                            <dgm:param type="txAnchorVertCh" val="b"/>
                            <dgm:param type="parTxLTRAlign" val="l"/>
                            <dgm:param type="parTxRTLAlign" val="r"/>
                          </dgm:alg>
                        </dgm:if>
                        <dgm:else name="Name174">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75">
                    <dgm:if name="Name176" func="var" arg="dir" op="equ" val="norm">
                      <dgm:constrLst>
                        <dgm:constr type="rMarg"/>
                        <dgm:constr type="tMarg"/>
                        <dgm:constr type="bMarg"/>
                      </dgm:constrLst>
                    </dgm:if>
                    <dgm:else name="Name177">
                      <dgm:constrLst>
                        <dgm:constr type="lMarg"/>
                        <dgm:constr type="tMarg"/>
                        <dgm:constr type="bMarg"/>
                      </dgm:constrLst>
                    </dgm:else>
                  </dgm:choose>
                  <dgm:ruleLst>
                    <dgm:rule type="primFontSz" val="5" fact="NaN" max="NaN"/>
                  </dgm:ruleLst>
                </dgm:layoutNode>
              </dgm:forEach>
              <dgm:forEach name="Name178" axis="ch" ptType="node" st="4" cnt="1">
                <dgm:layoutNode name="bullet5d" styleLbl="node1">
                  <dgm:alg type="sp"/>
                  <dgm:shape xmlns:r="http://schemas.openxmlformats.org/officeDocument/2006/relationships" type="ellipse" r:blip="">
                    <dgm:adjLst/>
                  </dgm:shape>
                  <dgm:presOf/>
                  <dgm:constrLst/>
                  <dgm:ruleLst/>
                </dgm:layoutNode>
                <dgm:layoutNode name="textBox5d" styleLbl="revTx">
                  <dgm:varLst>
                    <dgm:bulletEnabled val="1"/>
                  </dgm:varLst>
                  <dgm:choose name="Name179">
                    <dgm:if name="Name180" func="var" arg="dir" op="equ" val="norm">
                      <dgm:choose name="Name181">
                        <dgm:if name="Name182" axis="root des" ptType="all node" func="maxDepth" op="gt" val="1">
                          <dgm:alg type="tx">
                            <dgm:param type="txAnchorVert" val="t"/>
                            <dgm:param type="parTxLTRAlign" val="l"/>
                            <dgm:param type="parTxRTLAlign" val="r"/>
                          </dgm:alg>
                        </dgm:if>
                        <dgm:else name="Name183">
                          <dgm:alg type="tx">
                            <dgm:param type="txAnchorVert" val="t"/>
                            <dgm:param type="parTxLTRAlign" val="l"/>
                            <dgm:param type="parTxRTLAlign" val="l"/>
                          </dgm:alg>
                        </dgm:else>
                      </dgm:choose>
                    </dgm:if>
                    <dgm:else name="Name184">
                      <dgm:choose name="Name185">
                        <dgm:if name="Name186" axis="root des" ptType="all node" func="maxDepth" op="gt" val="1">
                          <dgm:alg type="tx">
                            <dgm:param type="txAnchorVert" val="b"/>
                            <dgm:param type="txAnchorVertCh" val="b"/>
                            <dgm:param type="parTxLTRAlign" val="l"/>
                            <dgm:param type="parTxRTLAlign" val="r"/>
                          </dgm:alg>
                        </dgm:if>
                        <dgm:else name="Name187">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88">
                    <dgm:if name="Name189" func="var" arg="dir" op="equ" val="norm">
                      <dgm:constrLst>
                        <dgm:constr type="rMarg"/>
                        <dgm:constr type="tMarg"/>
                        <dgm:constr type="bMarg"/>
                      </dgm:constrLst>
                    </dgm:if>
                    <dgm:else name="Name190">
                      <dgm:constrLst>
                        <dgm:constr type="lMarg"/>
                        <dgm:constr type="tMarg"/>
                        <dgm:constr type="bMarg"/>
                      </dgm:constrLst>
                    </dgm:else>
                  </dgm:choose>
                  <dgm:ruleLst>
                    <dgm:rule type="primFontSz" val="5" fact="NaN" max="NaN"/>
                  </dgm:ruleLst>
                </dgm:layoutNode>
              </dgm:forEach>
              <dgm:forEach name="Name191" axis="ch" ptType="node" st="5" cnt="1">
                <dgm:layoutNode name="bullet5e" styleLbl="node1">
                  <dgm:alg type="sp"/>
                  <dgm:shape xmlns:r="http://schemas.openxmlformats.org/officeDocument/2006/relationships" type="ellipse" r:blip="">
                    <dgm:adjLst/>
                  </dgm:shape>
                  <dgm:presOf/>
                  <dgm:constrLst/>
                  <dgm:ruleLst/>
                </dgm:layoutNode>
                <dgm:layoutNode name="textBox5e" styleLbl="revTx">
                  <dgm:varLst>
                    <dgm:bulletEnabled val="1"/>
                  </dgm:varLst>
                  <dgm:choose name="Name192">
                    <dgm:if name="Name193" func="var" arg="dir" op="equ" val="norm">
                      <dgm:choose name="Name194">
                        <dgm:if name="Name195" axis="root des" ptType="all node" func="maxDepth" op="gt" val="1">
                          <dgm:alg type="tx">
                            <dgm:param type="txAnchorVert" val="t"/>
                            <dgm:param type="parTxLTRAlign" val="l"/>
                            <dgm:param type="parTxRTLAlign" val="r"/>
                          </dgm:alg>
                        </dgm:if>
                        <dgm:else name="Name196">
                          <dgm:alg type="tx">
                            <dgm:param type="txAnchorVert" val="t"/>
                            <dgm:param type="parTxLTRAlign" val="l"/>
                            <dgm:param type="parTxRTLAlign" val="l"/>
                          </dgm:alg>
                        </dgm:else>
                      </dgm:choose>
                    </dgm:if>
                    <dgm:else name="Name197">
                      <dgm:choose name="Name198">
                        <dgm:if name="Name199" axis="root des" ptType="all node" func="maxDepth" op="gt" val="1">
                          <dgm:alg type="tx">
                            <dgm:param type="txAnchorVert" val="b"/>
                            <dgm:param type="txAnchorVertCh" val="b"/>
                            <dgm:param type="parTxLTRAlign" val="l"/>
                            <dgm:param type="parTxRTLAlign" val="r"/>
                          </dgm:alg>
                        </dgm:if>
                        <dgm:else name="Name200">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1">
                    <dgm:if name="Name202" func="var" arg="dir" op="equ" val="norm">
                      <dgm:constrLst>
                        <dgm:constr type="rMarg"/>
                        <dgm:constr type="tMarg"/>
                        <dgm:constr type="bMarg"/>
                      </dgm:constrLst>
                    </dgm:if>
                    <dgm:else name="Name203">
                      <dgm:constrLst>
                        <dgm:constr type="lMarg"/>
                        <dgm:constr type="tMarg"/>
                        <dgm:constr type="bMarg"/>
                      </dgm:constrLst>
                    </dgm:else>
                  </dgm:choose>
                  <dgm:ruleLst>
                    <dgm:rule type="primFontSz" val="5" fact="NaN" max="NaN"/>
                  </dgm:ruleLst>
                </dgm:layoutNode>
              </dgm:forEach>
            </dgm:layoutNode>
          </dgm:else>
        </dgm:choose>
      </dgm:if>
      <dgm:else name="Name204"/>
    </dgm:choose>
  </dgm:layoutNode>
</dgm:layoutDef>
</file>

<file path=ppt/diagrams/layout10.xml><?xml version="1.0" encoding="utf-8"?>
<dgm:layoutDef xmlns:dgm="http://schemas.openxmlformats.org/drawingml/2006/diagram" xmlns:a="http://schemas.openxmlformats.org/drawingml/2006/main" uniqueId="urn:microsoft.com/office/officeart/2005/8/layout/arrow2">
  <dgm:title val=""/>
  <dgm:desc val=""/>
  <dgm:catLst>
    <dgm:cat type="process" pri="2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arrowDiagram">
    <dgm:varLst>
      <dgm:chMax val="5"/>
      <dgm:dir/>
      <dgm:resizeHandles val="exact"/>
    </dgm:varLst>
    <dgm:alg type="composite">
      <dgm:param type="ar" val="1.6"/>
    </dgm:alg>
    <dgm:shape xmlns:r="http://schemas.openxmlformats.org/officeDocument/2006/relationships" r:blip="">
      <dgm:adjLst/>
    </dgm:shape>
    <dgm:presOf/>
    <dgm:constrLst>
      <dgm:constr type="l" for="ch" forName="arrow"/>
      <dgm:constr type="t" for="ch" forName="arrow"/>
      <dgm:constr type="w" for="ch" forName="arrow" refType="w"/>
      <dgm:constr type="h" for="ch" forName="arrow" refType="h"/>
      <dgm:constr type="ctrX" for="ch" forName="arrowDiagram1" refType="w" fact="0.5"/>
      <dgm:constr type="ctrY" for="ch" forName="arrowDiagram1" refType="h" fact="0.5"/>
      <dgm:constr type="w" for="ch" forName="arrowDiagram1" refType="w"/>
      <dgm:constr type="h" for="ch" forName="arrowDiagram1" refType="h"/>
      <dgm:constr type="ctrX" for="ch" forName="arrowDiagram2" refType="w" fact="0.5"/>
      <dgm:constr type="ctrY" for="ch" forName="arrowDiagram2" refType="h" fact="0.5"/>
      <dgm:constr type="w" for="ch" forName="arrowDiagram2" refType="w"/>
      <dgm:constr type="h" for="ch" forName="arrowDiagram2" refType="h"/>
      <dgm:constr type="ctrX" for="ch" forName="arrowDiagram3" refType="w" fact="0.5"/>
      <dgm:constr type="ctrY" for="ch" forName="arrowDiagram3" refType="h" fact="0.5"/>
      <dgm:constr type="w" for="ch" forName="arrowDiagram3" refType="w"/>
      <dgm:constr type="h" for="ch" forName="arrowDiagram3" refType="h"/>
      <dgm:constr type="ctrX" for="ch" forName="arrowDiagram4" refType="w" fact="0.5"/>
      <dgm:constr type="ctrY" for="ch" forName="arrowDiagram4" refType="h" fact="0.5"/>
      <dgm:constr type="w" for="ch" forName="arrowDiagram4" refType="w"/>
      <dgm:constr type="h" for="ch" forName="arrowDiagram4" refType="h"/>
      <dgm:constr type="ctrX" for="ch" forName="arrowDiagram5" refType="w" fact="0.5"/>
      <dgm:constr type="ctrY" for="ch" forName="arrowDiagram5" refType="h" fact="0.5"/>
      <dgm:constr type="w" for="ch" forName="arrowDiagram5" refType="w"/>
      <dgm:constr type="h" for="ch" forName="arrowDiagram5" refType="h"/>
    </dgm:constrLst>
    <dgm:ruleLst/>
    <dgm:choose name="Name0">
      <dgm:if name="Name1" axis="ch" ptType="node" func="cnt" op="gte" val="1">
        <dgm:layoutNode name="arrow" styleLbl="bgShp">
          <dgm:alg type="sp"/>
          <dgm:shape xmlns:r="http://schemas.openxmlformats.org/officeDocument/2006/relationships" type="swooshArrow" r:blip="">
            <dgm:adjLst>
              <dgm:adj idx="2" val="0.25"/>
            </dgm:adjLst>
          </dgm:shape>
          <dgm:presOf/>
          <dgm:constrLst/>
          <dgm:ruleLst/>
        </dgm:layoutNode>
        <dgm:choose name="Name2">
          <dgm:if name="Name3" axis="ch" ptType="node" func="cnt" op="lt" val="1"/>
          <dgm:if name="Name4" axis="ch" ptType="node" func="cnt" op="equ" val="1">
            <dgm:layoutNode name="arrowDiagram1">
              <dgm:varLst>
                <dgm:bulletEnabled val="1"/>
              </dgm:varLst>
              <dgm:alg type="composite">
                <dgm:param type="vertAlign" val="none"/>
                <dgm:param type="horzAlign" val="none"/>
              </dgm:alg>
              <dgm:shape xmlns:r="http://schemas.openxmlformats.org/officeDocument/2006/relationships" r:blip="">
                <dgm:adjLst/>
              </dgm:shape>
              <dgm:presOf/>
              <dgm:constrLst>
                <dgm:constr type="ctrX" for="ch" forName="bullet1" refType="w" fact="0.8"/>
                <dgm:constr type="ctrY" for="ch" forName="bullet1" refType="h" fact="0.262"/>
                <dgm:constr type="w" for="ch" forName="bullet1" refType="w" fact="0.074"/>
                <dgm:constr type="h" for="ch" forName="bullet1" refType="w" refFor="ch" refForName="bullet1"/>
                <dgm:constr type="r" for="ch" forName="textBox1" refType="ctrX" refFor="ch" refForName="bullet1"/>
                <dgm:constr type="t" for="ch" forName="textBox1" refType="ctrY" refFor="ch" refForName="bullet1"/>
                <dgm:constr type="w" for="ch" forName="textBox1" refType="w" fact="0.4"/>
                <dgm:constr type="h" for="ch" forName="textBox1" refType="h" fact="0.738"/>
                <dgm:constr type="userA" refType="h" refFor="ch" refForName="bullet1" fact="0.53"/>
                <dgm:constr type="rMarg" for="ch" forName="textBox1" refType="userA" fact="2.834"/>
                <dgm:constr type="primFontSz" for="ch" ptType="node" op="equ" val="65"/>
              </dgm:constrLst>
              <dgm:ruleLst/>
              <dgm:forEach name="Name5" axis="ch" ptType="node" cnt="1">
                <dgm:layoutNode name="bullet1" styleLbl="node1">
                  <dgm:alg type="sp"/>
                  <dgm:shape xmlns:r="http://schemas.openxmlformats.org/officeDocument/2006/relationships" type="ellipse" r:blip="">
                    <dgm:adjLst/>
                  </dgm:shape>
                  <dgm:presOf/>
                  <dgm:constrLst/>
                  <dgm:ruleLst/>
                </dgm:layoutNode>
                <dgm:layoutNode name="textBox1" styleLbl="revTx">
                  <dgm:varLst>
                    <dgm:bulletEnabled val="1"/>
                  </dgm:varLst>
                  <dgm:alg type="tx">
                    <dgm:param type="txAnchorVert" val="t"/>
                    <dgm:param type="parTxLTRAlign" val="r"/>
                    <dgm:param type="parTxRTLAlign" val="r"/>
                  </dgm:alg>
                  <dgm:shape xmlns:r="http://schemas.openxmlformats.org/officeDocument/2006/relationships" type="round2DiagRect" r:blip="">
                    <dgm:adjLst/>
                  </dgm:shape>
                  <dgm:presOf axis="desOrSelf" ptType="node"/>
                  <dgm:constrLst>
                    <dgm:constr type="lMarg"/>
                    <dgm:constr type="tMarg"/>
                    <dgm:constr type="bMarg"/>
                  </dgm:constrLst>
                  <dgm:ruleLst>
                    <dgm:rule type="primFontSz" val="5" fact="NaN" max="NaN"/>
                  </dgm:ruleLst>
                </dgm:layoutNode>
              </dgm:forEach>
            </dgm:layoutNode>
          </dgm:if>
          <dgm:if name="Name6" axis="ch" ptType="node" func="cnt" op="equ" val="2">
            <dgm:layoutNode name="arrowDiagram2">
              <dgm:alg type="composite">
                <dgm:param type="vertAlign" val="none"/>
                <dgm:param type="horzAlign" val="none"/>
              </dgm:alg>
              <dgm:shape xmlns:r="http://schemas.openxmlformats.org/officeDocument/2006/relationships" r:blip="">
                <dgm:adjLst/>
              </dgm:shape>
              <dgm:presOf/>
              <dgm:choose name="Name7">
                <dgm:if name="Name8" func="var" arg="dir" op="equ" val="norm">
                  <dgm:constrLst>
                    <dgm:constr type="ctrX" for="ch" forName="bullet2a" refType="w" fact="0.25"/>
                    <dgm:constr type="ctrY" for="ch" forName="bullet2a" refType="h" fact="0.573"/>
                    <dgm:constr type="w" for="ch" forName="bullet2a" refType="w" fact="0.035"/>
                    <dgm:constr type="h" for="ch" forName="bullet2a" refType="w" refFor="ch" refForName="bullet2a"/>
                    <dgm:constr type="l" for="ch" forName="textBox2a" refType="ctrX" refFor="ch" refForName="bullet2a"/>
                    <dgm:constr type="t" for="ch" forName="textBox2a" refType="ctrY" refFor="ch" refForName="bullet2a"/>
                    <dgm:constr type="w" for="ch" forName="textBox2a" refType="w" fact="0.325"/>
                    <dgm:constr type="h" for="ch" forName="textBox2a" refType="h" fact="0.427"/>
                    <dgm:constr type="userA" refType="h" refFor="ch" refForName="bullet2a" fact="0.53"/>
                    <dgm:constr type="l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l" for="ch" forName="textBox2b" refType="ctrX" refFor="ch" refForName="bullet2b"/>
                    <dgm:constr type="t" for="ch" forName="textBox2b" refType="ctrY" refFor="ch" refForName="bullet2b"/>
                    <dgm:constr type="w" for="ch" forName="textBox2b" refType="w" fact="0.325"/>
                    <dgm:constr type="h" for="ch" forName="textBox2b" refType="h" fact="0.662"/>
                    <dgm:constr type="userB" refType="h" refFor="ch" refForName="bullet2b" fact="0.53"/>
                    <dgm:constr type="lMarg" for="ch" forName="textBox2b" refType="userB" fact="2.834"/>
                    <dgm:constr type="primFontSz" for="ch" ptType="node" op="equ" val="65"/>
                  </dgm:constrLst>
                </dgm:if>
                <dgm:else name="Name9">
                  <dgm:constrLst>
                    <dgm:constr type="ctrX" for="ch" forName="bullet2a" refType="w" fact="0.25"/>
                    <dgm:constr type="ctrY" for="ch" forName="bullet2a" refType="h" fact="0.573"/>
                    <dgm:constr type="w" for="ch" forName="bullet2a" refType="w" fact="0.035"/>
                    <dgm:constr type="h" for="ch" forName="bullet2a" refType="w" refFor="ch" refForName="bullet2a"/>
                    <dgm:constr type="r" for="ch" forName="textBox2a" refType="ctrX" refFor="ch" refForName="bullet2a"/>
                    <dgm:constr type="b" for="ch" forName="textBox2a" refType="ctrY" refFor="ch" refForName="bullet2a"/>
                    <dgm:constr type="w" for="ch" forName="textBox2a" refType="w" fact="0.25"/>
                    <dgm:constr type="h" for="ch" forName="textBox2a" refType="h" fact="0.573"/>
                    <dgm:constr type="userA" refType="h" refFor="ch" refForName="bullet2a" fact="0.53"/>
                    <dgm:constr type="r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r" for="ch" forName="textBox2b" refType="ctrX" refFor="ch" refForName="bullet2b"/>
                    <dgm:constr type="b" for="ch" forName="textBox2b" refType="ctrY" refFor="ch" refForName="bullet2b"/>
                    <dgm:constr type="w" for="ch" forName="textBox2b" refType="w" fact="0.28"/>
                    <dgm:constr type="h" for="ch" forName="textBox2b" refType="h" fact="0.338"/>
                    <dgm:constr type="userB" refType="h" refFor="ch" refForName="bullet2b" fact="0.53"/>
                    <dgm:constr type="rMarg" for="ch" forName="textBox2b" refType="userB" fact="2.834"/>
                    <dgm:constr type="primFontSz" for="ch" ptType="node" op="equ" val="65"/>
                  </dgm:constrLst>
                </dgm:else>
              </dgm:choose>
              <dgm:ruleLst/>
              <dgm:forEach name="Name10" axis="ch" ptType="node" cnt="1">
                <dgm:layoutNode name="bullet2a" styleLbl="node1">
                  <dgm:alg type="sp"/>
                  <dgm:shape xmlns:r="http://schemas.openxmlformats.org/officeDocument/2006/relationships" type="ellipse" r:blip="">
                    <dgm:adjLst/>
                  </dgm:shape>
                  <dgm:presOf/>
                  <dgm:constrLst/>
                  <dgm:ruleLst/>
                </dgm:layoutNode>
                <dgm:layoutNode name="textBox2a" styleLbl="revTx">
                  <dgm:varLst>
                    <dgm:bulletEnabled val="1"/>
                  </dgm:varLst>
                  <dgm:choose name="Name11">
                    <dgm:if name="Name12" func="var" arg="dir" op="equ" val="norm">
                      <dgm:choose name="Name13">
                        <dgm:if name="Name14" axis="root des" ptType="all node" func="maxDepth" op="gt" val="1">
                          <dgm:alg type="tx">
                            <dgm:param type="txAnchorVert" val="t"/>
                            <dgm:param type="parTxLTRAlign" val="l"/>
                            <dgm:param type="parTxRTLAlign" val="r"/>
                          </dgm:alg>
                        </dgm:if>
                        <dgm:else name="Name15">
                          <dgm:alg type="tx">
                            <dgm:param type="txAnchorVert" val="t"/>
                            <dgm:param type="parTxLTRAlign" val="l"/>
                            <dgm:param type="parTxRTLAlign" val="l"/>
                          </dgm:alg>
                        </dgm:else>
                      </dgm:choose>
                    </dgm:if>
                    <dgm:else name="Name16">
                      <dgm:choose name="Name17">
                        <dgm:if name="Name18" axis="root des" ptType="all node" func="maxDepth" op="gt" val="1">
                          <dgm:alg type="tx">
                            <dgm:param type="txAnchorVert" val="b"/>
                            <dgm:param type="txAnchorVertCh" val="b"/>
                            <dgm:param type="parTxLTRAlign" val="l"/>
                            <dgm:param type="parTxRTLAlign" val="r"/>
                          </dgm:alg>
                        </dgm:if>
                        <dgm:else name="Name1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
                    <dgm:if name="Name21" func="var" arg="dir" op="equ" val="norm">
                      <dgm:constrLst>
                        <dgm:constr type="rMarg"/>
                        <dgm:constr type="tMarg"/>
                        <dgm:constr type="bMarg"/>
                      </dgm:constrLst>
                    </dgm:if>
                    <dgm:else name="Name22">
                      <dgm:constrLst>
                        <dgm:constr type="lMarg"/>
                        <dgm:constr type="tMarg"/>
                        <dgm:constr type="bMarg"/>
                      </dgm:constrLst>
                    </dgm:else>
                  </dgm:choose>
                  <dgm:ruleLst>
                    <dgm:rule type="primFontSz" val="5" fact="NaN" max="NaN"/>
                  </dgm:ruleLst>
                </dgm:layoutNode>
              </dgm:forEach>
              <dgm:forEach name="Name23" axis="ch" ptType="node" st="2" cnt="1">
                <dgm:layoutNode name="bullet2b" styleLbl="node1">
                  <dgm:alg type="sp"/>
                  <dgm:shape xmlns:r="http://schemas.openxmlformats.org/officeDocument/2006/relationships" type="ellipse" r:blip="">
                    <dgm:adjLst/>
                  </dgm:shape>
                  <dgm:presOf/>
                  <dgm:constrLst/>
                  <dgm:ruleLst/>
                </dgm:layoutNode>
                <dgm:layoutNode name="textBox2b" styleLbl="revTx">
                  <dgm:varLst>
                    <dgm:bulletEnabled val="1"/>
                  </dgm:varLst>
                  <dgm:choose name="Name24">
                    <dgm:if name="Name25" func="var" arg="dir" op="equ" val="norm">
                      <dgm:choose name="Name26">
                        <dgm:if name="Name27" axis="root des" ptType="all node" func="maxDepth" op="gt" val="1">
                          <dgm:alg type="tx">
                            <dgm:param type="txAnchorVert" val="t"/>
                            <dgm:param type="parTxLTRAlign" val="l"/>
                            <dgm:param type="parTxRTLAlign" val="r"/>
                          </dgm:alg>
                        </dgm:if>
                        <dgm:else name="Name28">
                          <dgm:alg type="tx">
                            <dgm:param type="txAnchorVert" val="t"/>
                            <dgm:param type="parTxLTRAlign" val="l"/>
                            <dgm:param type="parTxRTLAlign" val="l"/>
                          </dgm:alg>
                        </dgm:else>
                      </dgm:choose>
                    </dgm:if>
                    <dgm:else name="Name29">
                      <dgm:choose name="Name30">
                        <dgm:if name="Name31" axis="root des" ptType="all node" func="maxDepth" op="gt" val="1">
                          <dgm:alg type="tx">
                            <dgm:param type="txAnchorVert" val="b"/>
                            <dgm:param type="txAnchorVertCh" val="b"/>
                            <dgm:param type="parTxLTRAlign" val="l"/>
                            <dgm:param type="parTxRTLAlign" val="r"/>
                          </dgm:alg>
                        </dgm:if>
                        <dgm:else name="Name3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33">
                    <dgm:if name="Name34" func="var" arg="dir" op="equ" val="norm">
                      <dgm:constrLst>
                        <dgm:constr type="rMarg"/>
                        <dgm:constr type="tMarg"/>
                        <dgm:constr type="bMarg"/>
                      </dgm:constrLst>
                    </dgm:if>
                    <dgm:else name="Name35">
                      <dgm:constrLst>
                        <dgm:constr type="lMarg"/>
                        <dgm:constr type="tMarg"/>
                        <dgm:constr type="bMarg"/>
                      </dgm:constrLst>
                    </dgm:else>
                  </dgm:choose>
                  <dgm:ruleLst>
                    <dgm:rule type="primFontSz" val="5" fact="NaN" max="NaN"/>
                  </dgm:ruleLst>
                </dgm:layoutNode>
              </dgm:forEach>
            </dgm:layoutNode>
          </dgm:if>
          <dgm:if name="Name36" axis="ch" ptType="node" func="cnt" op="equ" val="3">
            <dgm:layoutNode name="arrowDiagram3">
              <dgm:alg type="composite">
                <dgm:param type="vertAlign" val="none"/>
                <dgm:param type="horzAlign" val="none"/>
              </dgm:alg>
              <dgm:shape xmlns:r="http://schemas.openxmlformats.org/officeDocument/2006/relationships" r:blip="">
                <dgm:adjLst/>
              </dgm:shape>
              <dgm:presOf/>
              <dgm:choose name="Name37">
                <dgm:if name="Name38" func="var" arg="dir" op="equ" val="norm">
                  <dgm:constrLst>
                    <dgm:constr type="ctrX" for="ch" forName="bullet3a" refType="w" fact="0.14"/>
                    <dgm:constr type="ctrY" for="ch" forName="bullet3a" refType="h" fact="0.711"/>
                    <dgm:constr type="w" for="ch" forName="bullet3a" refType="w" fact="0.026"/>
                    <dgm:constr type="h" for="ch" forName="bullet3a" refType="w" refFor="ch" refForName="bullet3a"/>
                    <dgm:constr type="l" for="ch" forName="textBox3a" refType="ctrX" refFor="ch" refForName="bullet3a"/>
                    <dgm:constr type="t" for="ch" forName="textBox3a" refType="ctrY" refFor="ch" refForName="bullet3a"/>
                    <dgm:constr type="w" for="ch" forName="textBox3a" refType="w" fact="0.233"/>
                    <dgm:constr type="h" for="ch" forName="textBox3a" refType="h" fact="0.289"/>
                    <dgm:constr type="userA" refType="h" refFor="ch" refForName="bullet3a" fact="0.53"/>
                    <dgm:constr type="l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l" for="ch" forName="textBox3b" refType="ctrX" refFor="ch" refForName="bullet3b"/>
                    <dgm:constr type="t" for="ch" forName="textBox3b" refType="ctrY" refFor="ch" refForName="bullet3b"/>
                    <dgm:constr type="w" for="ch" forName="textBox3b" refType="w" fact="0.24"/>
                    <dgm:constr type="h" for="ch" forName="textBox3b" refType="h" fact="0.544"/>
                    <dgm:constr type="userB" refType="h" refFor="ch" refForName="bullet3b" fact="0.53"/>
                    <dgm:constr type="l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l" for="ch" forName="textBox3c" refType="ctrX" refFor="ch" refForName="bullet3c"/>
                    <dgm:constr type="t" for="ch" forName="textBox3c" refType="ctrY" refFor="ch" refForName="bullet3c"/>
                    <dgm:constr type="w" for="ch" forName="textBox3c" refType="w" fact="0.24"/>
                    <dgm:constr type="h" for="ch" forName="textBox3c" refType="h" fact="0.695"/>
                    <dgm:constr type="userC" refType="h" refFor="ch" refForName="bullet3c" fact="0.53"/>
                    <dgm:constr type="lMarg" for="ch" forName="textBox3c" refType="userC" fact="2.834"/>
                    <dgm:constr type="primFontSz" for="ch" ptType="node" op="equ" val="65"/>
                  </dgm:constrLst>
                </dgm:if>
                <dgm:else name="Name39">
                  <dgm:constrLst>
                    <dgm:constr type="ctrX" for="ch" forName="bullet3a" refType="w" fact="0.14"/>
                    <dgm:constr type="ctrY" for="ch" forName="bullet3a" refType="h" fact="0.711"/>
                    <dgm:constr type="w" for="ch" forName="bullet3a" refType="w" fact="0.026"/>
                    <dgm:constr type="h" for="ch" forName="bullet3a" refType="w" refFor="ch" refForName="bullet3a"/>
                    <dgm:constr type="r" for="ch" forName="textBox3a" refType="ctrX" refFor="ch" refForName="bullet3a"/>
                    <dgm:constr type="b" for="ch" forName="textBox3a" refType="ctrY" refFor="ch" refForName="bullet3a"/>
                    <dgm:constr type="w" for="ch" forName="textBox3a" refType="w" fact="0.14"/>
                    <dgm:constr type="h" for="ch" forName="textBox3a" refType="h" fact="0.711"/>
                    <dgm:constr type="userA" refType="h" refFor="ch" refForName="bullet3a" fact="0.53"/>
                    <dgm:constr type="r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r" for="ch" forName="textBox3b" refType="ctrX" refFor="ch" refForName="bullet3b"/>
                    <dgm:constr type="b" for="ch" forName="textBox3b" refType="ctrY" refFor="ch" refForName="bullet3b"/>
                    <dgm:constr type="w" for="ch" forName="textBox3b" refType="w" fact="0.24"/>
                    <dgm:constr type="h" for="ch" forName="textBox3b" refType="h" fact="0.456"/>
                    <dgm:constr type="userB" refType="h" refFor="ch" refForName="bullet3b" fact="0.53"/>
                    <dgm:constr type="r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r" for="ch" forName="textBox3c" refType="ctrX" refFor="ch" refForName="bullet3c"/>
                    <dgm:constr type="b" for="ch" forName="textBox3c" refType="ctrY" refFor="ch" refForName="bullet3c"/>
                    <dgm:constr type="w" for="ch" forName="textBox3c" refType="w" fact="0.24"/>
                    <dgm:constr type="h" for="ch" forName="textBox3c" refType="h" fact="0.305"/>
                    <dgm:constr type="userC" refType="h" refFor="ch" refForName="bullet3c" fact="0.53"/>
                    <dgm:constr type="rMarg" for="ch" forName="textBox3c" refType="userC" fact="2.834"/>
                    <dgm:constr type="primFontSz" for="ch" ptType="node" op="equ" val="65"/>
                  </dgm:constrLst>
                </dgm:else>
              </dgm:choose>
              <dgm:ruleLst/>
              <dgm:forEach name="Name40" axis="ch" ptType="node" cnt="1">
                <dgm:layoutNode name="bullet3a" styleLbl="node1">
                  <dgm:alg type="sp"/>
                  <dgm:shape xmlns:r="http://schemas.openxmlformats.org/officeDocument/2006/relationships" type="ellipse" r:blip="">
                    <dgm:adjLst/>
                  </dgm:shape>
                  <dgm:presOf/>
                  <dgm:constrLst/>
                  <dgm:ruleLst/>
                </dgm:layoutNode>
                <dgm:layoutNode name="textBox3a" styleLbl="revTx">
                  <dgm:varLst>
                    <dgm:bulletEnabled val="1"/>
                  </dgm:varLst>
                  <dgm:choose name="Name41">
                    <dgm:if name="Name42" func="var" arg="dir" op="equ" val="norm">
                      <dgm:choose name="Name43">
                        <dgm:if name="Name44" axis="root des" ptType="all node" func="maxDepth" op="gt" val="1">
                          <dgm:alg type="tx">
                            <dgm:param type="txAnchorVert" val="t"/>
                            <dgm:param type="parTxLTRAlign" val="l"/>
                            <dgm:param type="parTxRTLAlign" val="r"/>
                          </dgm:alg>
                        </dgm:if>
                        <dgm:else name="Name45">
                          <dgm:alg type="tx">
                            <dgm:param type="txAnchorVert" val="t"/>
                            <dgm:param type="parTxLTRAlign" val="l"/>
                            <dgm:param type="parTxRTLAlign" val="l"/>
                          </dgm:alg>
                        </dgm:else>
                      </dgm:choose>
                    </dgm:if>
                    <dgm:else name="Name46">
                      <dgm:choose name="Name47">
                        <dgm:if name="Name48" axis="root des" ptType="all node" func="maxDepth" op="gt" val="1">
                          <dgm:alg type="tx">
                            <dgm:param type="txAnchorVert" val="b"/>
                            <dgm:param type="txAnchorVertCh" val="b"/>
                            <dgm:param type="parTxLTRAlign" val="l"/>
                            <dgm:param type="parTxRTLAlign" val="r"/>
                          </dgm:alg>
                        </dgm:if>
                        <dgm:else name="Name4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50">
                    <dgm:if name="Name51" func="var" arg="dir" op="equ" val="norm">
                      <dgm:constrLst>
                        <dgm:constr type="rMarg"/>
                        <dgm:constr type="tMarg"/>
                        <dgm:constr type="bMarg"/>
                      </dgm:constrLst>
                    </dgm:if>
                    <dgm:else name="Name52">
                      <dgm:constrLst>
                        <dgm:constr type="lMarg"/>
                        <dgm:constr type="tMarg"/>
                        <dgm:constr type="bMarg"/>
                      </dgm:constrLst>
                    </dgm:else>
                  </dgm:choose>
                  <dgm:ruleLst>
                    <dgm:rule type="primFontSz" val="5" fact="NaN" max="NaN"/>
                  </dgm:ruleLst>
                </dgm:layoutNode>
              </dgm:forEach>
              <dgm:forEach name="Name53" axis="ch" ptType="node" st="2" cnt="1">
                <dgm:layoutNode name="bullet3b" styleLbl="node1">
                  <dgm:alg type="sp"/>
                  <dgm:shape xmlns:r="http://schemas.openxmlformats.org/officeDocument/2006/relationships" type="ellipse" r:blip="">
                    <dgm:adjLst/>
                  </dgm:shape>
                  <dgm:presOf/>
                  <dgm:constrLst/>
                  <dgm:ruleLst/>
                </dgm:layoutNode>
                <dgm:layoutNode name="textBox3b" styleLbl="revTx">
                  <dgm:varLst>
                    <dgm:bulletEnabled val="1"/>
                  </dgm:varLst>
                  <dgm:choose name="Name54">
                    <dgm:if name="Name55" func="var" arg="dir" op="equ" val="norm">
                      <dgm:choose name="Name56">
                        <dgm:if name="Name57" axis="root des" ptType="all node" func="maxDepth" op="gt" val="1">
                          <dgm:alg type="tx">
                            <dgm:param type="txAnchorVert" val="t"/>
                            <dgm:param type="parTxLTRAlign" val="l"/>
                            <dgm:param type="parTxRTLAlign" val="r"/>
                          </dgm:alg>
                        </dgm:if>
                        <dgm:else name="Name58">
                          <dgm:alg type="tx">
                            <dgm:param type="txAnchorVert" val="t"/>
                            <dgm:param type="parTxLTRAlign" val="l"/>
                            <dgm:param type="parTxRTLAlign" val="l"/>
                          </dgm:alg>
                        </dgm:else>
                      </dgm:choose>
                    </dgm:if>
                    <dgm:else name="Name59">
                      <dgm:choose name="Name60">
                        <dgm:if name="Name61" axis="root des" ptType="all node" func="maxDepth" op="gt" val="1">
                          <dgm:alg type="tx">
                            <dgm:param type="txAnchorVert" val="b"/>
                            <dgm:param type="txAnchorVertCh" val="b"/>
                            <dgm:param type="parTxLTRAlign" val="l"/>
                            <dgm:param type="parTxRTLAlign" val="r"/>
                          </dgm:alg>
                        </dgm:if>
                        <dgm:else name="Name6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63">
                    <dgm:if name="Name64" func="var" arg="dir" op="equ" val="norm">
                      <dgm:constrLst>
                        <dgm:constr type="rMarg"/>
                        <dgm:constr type="tMarg"/>
                        <dgm:constr type="bMarg"/>
                      </dgm:constrLst>
                    </dgm:if>
                    <dgm:else name="Name65">
                      <dgm:constrLst>
                        <dgm:constr type="lMarg"/>
                        <dgm:constr type="tMarg"/>
                        <dgm:constr type="bMarg"/>
                      </dgm:constrLst>
                    </dgm:else>
                  </dgm:choose>
                  <dgm:ruleLst>
                    <dgm:rule type="primFontSz" val="5" fact="NaN" max="NaN"/>
                  </dgm:ruleLst>
                </dgm:layoutNode>
              </dgm:forEach>
              <dgm:forEach name="Name66" axis="ch" ptType="node" st="3" cnt="1">
                <dgm:layoutNode name="bullet3c" styleLbl="node1">
                  <dgm:alg type="sp"/>
                  <dgm:shape xmlns:r="http://schemas.openxmlformats.org/officeDocument/2006/relationships" type="ellipse" r:blip="">
                    <dgm:adjLst/>
                  </dgm:shape>
                  <dgm:presOf/>
                  <dgm:constrLst/>
                  <dgm:ruleLst/>
                </dgm:layoutNode>
                <dgm:layoutNode name="textBox3c" styleLbl="revTx">
                  <dgm:varLst>
                    <dgm:bulletEnabled val="1"/>
                  </dgm:varLst>
                  <dgm:choose name="Name67">
                    <dgm:if name="Name68" func="var" arg="dir" op="equ" val="norm">
                      <dgm:choose name="Name69">
                        <dgm:if name="Name70" axis="root des" ptType="all node" func="maxDepth" op="gt" val="1">
                          <dgm:alg type="tx">
                            <dgm:param type="txAnchorVert" val="t"/>
                            <dgm:param type="parTxLTRAlign" val="l"/>
                            <dgm:param type="parTxRTLAlign" val="r"/>
                          </dgm:alg>
                        </dgm:if>
                        <dgm:else name="Name71">
                          <dgm:alg type="tx">
                            <dgm:param type="txAnchorVert" val="t"/>
                            <dgm:param type="parTxLTRAlign" val="l"/>
                            <dgm:param type="parTxRTLAlign" val="l"/>
                          </dgm:alg>
                        </dgm:else>
                      </dgm:choose>
                    </dgm:if>
                    <dgm:else name="Name72">
                      <dgm:choose name="Name73">
                        <dgm:if name="Name74" axis="root des" ptType="all node" func="maxDepth" op="gt" val="1">
                          <dgm:alg type="tx">
                            <dgm:param type="txAnchorVert" val="b"/>
                            <dgm:param type="txAnchorVertCh" val="b"/>
                            <dgm:param type="parTxLTRAlign" val="l"/>
                            <dgm:param type="parTxRTLAlign" val="r"/>
                          </dgm:alg>
                        </dgm:if>
                        <dgm:else name="Name7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76">
                    <dgm:if name="Name77" func="var" arg="dir" op="equ" val="norm">
                      <dgm:constrLst>
                        <dgm:constr type="rMarg"/>
                        <dgm:constr type="tMarg"/>
                        <dgm:constr type="bMarg"/>
                      </dgm:constrLst>
                    </dgm:if>
                    <dgm:else name="Name78">
                      <dgm:constrLst>
                        <dgm:constr type="lMarg"/>
                        <dgm:constr type="tMarg"/>
                        <dgm:constr type="bMarg"/>
                      </dgm:constrLst>
                    </dgm:else>
                  </dgm:choose>
                  <dgm:ruleLst>
                    <dgm:rule type="primFontSz" val="5" fact="NaN" max="NaN"/>
                  </dgm:ruleLst>
                </dgm:layoutNode>
              </dgm:forEach>
            </dgm:layoutNode>
          </dgm:if>
          <dgm:if name="Name79" axis="ch" ptType="node" func="cnt" op="equ" val="4">
            <dgm:layoutNode name="arrowDiagram4">
              <dgm:alg type="composite">
                <dgm:param type="vertAlign" val="none"/>
                <dgm:param type="horzAlign" val="none"/>
              </dgm:alg>
              <dgm:shape xmlns:r="http://schemas.openxmlformats.org/officeDocument/2006/relationships" r:blip="">
                <dgm:adjLst/>
              </dgm:shape>
              <dgm:presOf/>
              <dgm:choose name="Name80">
                <dgm:if name="Name81" func="var" arg="dir" op="equ" val="norm">
                  <dgm:constrLst>
                    <dgm:constr type="ctrX" for="ch" forName="bullet4a" refType="w" fact="0.11"/>
                    <dgm:constr type="ctrY" for="ch" forName="bullet4a" refType="h" fact="0.762"/>
                    <dgm:constr type="w" for="ch" forName="bullet4a" refType="w" fact="0.023"/>
                    <dgm:constr type="h" for="ch" forName="bullet4a" refType="w" refFor="ch" refForName="bullet4a"/>
                    <dgm:constr type="l" for="ch" forName="textBox4a" refType="ctrX" refFor="ch" refForName="bullet4a"/>
                    <dgm:constr type="t" for="ch" forName="textBox4a" refType="ctrY" refFor="ch" refForName="bullet4a"/>
                    <dgm:constr type="w" for="ch" forName="textBox4a" refType="w" fact="0.171"/>
                    <dgm:constr type="h" for="ch" forName="textBox4a" refType="h" fact="0.238"/>
                    <dgm:constr type="userA" refType="h" refFor="ch" refForName="bullet4a" fact="0.53"/>
                    <dgm:constr type="l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l" for="ch" forName="textBox4b" refType="ctrX" refFor="ch" refForName="bullet4b"/>
                    <dgm:constr type="t" for="ch" forName="textBox4b" refType="ctrY" refFor="ch" refForName="bullet4b"/>
                    <dgm:constr type="w" for="ch" forName="textBox4b" refType="w" fact="0.21"/>
                    <dgm:constr type="h" for="ch" forName="textBox4b" refType="h" fact="0.457"/>
                    <dgm:constr type="userB" refType="h" refFor="ch" refForName="bullet4b" fact="0.53"/>
                    <dgm:constr type="l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l" for="ch" forName="textBox4c" refType="ctrX" refFor="ch" refForName="bullet4c"/>
                    <dgm:constr type="t" for="ch" forName="textBox4c" refType="ctrY" refFor="ch" refForName="bullet4c"/>
                    <dgm:constr type="w" for="ch" forName="textBox4c" refType="w" fact="0.21"/>
                    <dgm:constr type="h" for="ch" forName="textBox4c" refType="h" fact="0.618"/>
                    <dgm:constr type="userC" refType="h" refFor="ch" refForName="bullet4c" fact="0.53"/>
                    <dgm:constr type="l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l" for="ch" forName="textBox4d" refType="ctrX" refFor="ch" refForName="bullet4d"/>
                    <dgm:constr type="t" for="ch" forName="textBox4d" refType="ctrY" refFor="ch" refForName="bullet4d"/>
                    <dgm:constr type="w" for="ch" forName="textBox4d" refType="w" fact="0.21"/>
                    <dgm:constr type="h" for="ch" forName="textBox4d" refType="h" fact="0.717"/>
                    <dgm:constr type="userD" refType="h" refFor="ch" refForName="bullet4d" fact="0.53"/>
                    <dgm:constr type="lMarg" for="ch" forName="textBox4d" refType="userD" fact="2.834"/>
                    <dgm:constr type="primFontSz" for="ch" ptType="node" op="equ" val="65"/>
                  </dgm:constrLst>
                </dgm:if>
                <dgm:else name="Name82">
                  <dgm:constrLst>
                    <dgm:constr type="ctrX" for="ch" forName="bullet4a" refType="w" fact="0.11"/>
                    <dgm:constr type="ctrY" for="ch" forName="bullet4a" refType="h" fact="0.762"/>
                    <dgm:constr type="w" for="ch" forName="bullet4a" refType="w" fact="0.023"/>
                    <dgm:constr type="h" for="ch" forName="bullet4a" refType="w" refFor="ch" refForName="bullet4a"/>
                    <dgm:constr type="r" for="ch" forName="textBox4a" refType="ctrX" refFor="ch" refForName="bullet4a"/>
                    <dgm:constr type="b" for="ch" forName="textBox4a" refType="ctrY" refFor="ch" refForName="bullet4a"/>
                    <dgm:constr type="w" for="ch" forName="textBox4a" refType="w" fact="0.11"/>
                    <dgm:constr type="h" for="ch" forName="textBox4a" refType="h" fact="0.762"/>
                    <dgm:constr type="userA" refType="h" refFor="ch" refForName="bullet4a" fact="0.53"/>
                    <dgm:constr type="r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r" for="ch" forName="textBox4b" refType="ctrX" refFor="ch" refForName="bullet4b"/>
                    <dgm:constr type="b" for="ch" forName="textBox4b" refType="ctrY" refFor="ch" refForName="bullet4b"/>
                    <dgm:constr type="w" for="ch" forName="textBox4b" refType="w" fact="0.171"/>
                    <dgm:constr type="h" for="ch" forName="textBox4b" refType="h" fact="0.543"/>
                    <dgm:constr type="userB" refType="h" refFor="ch" refForName="bullet4b" fact="0.53"/>
                    <dgm:constr type="r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r" for="ch" forName="textBox4c" refType="ctrX" refFor="ch" refForName="bullet4c"/>
                    <dgm:constr type="b" for="ch" forName="textBox4c" refType="ctrY" refFor="ch" refForName="bullet4c"/>
                    <dgm:constr type="w" for="ch" forName="textBox4c" refType="w" fact="0.21"/>
                    <dgm:constr type="h" for="ch" forName="textBox4c" refType="h" fact="0.382"/>
                    <dgm:constr type="userC" refType="h" refFor="ch" refForName="bullet4c" fact="0.53"/>
                    <dgm:constr type="r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r" for="ch" forName="textBox4d" refType="ctrX" refFor="ch" refForName="bullet4d"/>
                    <dgm:constr type="b" for="ch" forName="textBox4d" refType="ctrY" refFor="ch" refForName="bullet4d"/>
                    <dgm:constr type="w" for="ch" forName="textBox4d" refType="w" fact="0.21"/>
                    <dgm:constr type="h" for="ch" forName="textBox4d" refType="h" fact="0.283"/>
                    <dgm:constr type="userD" refType="h" refFor="ch" refForName="bullet4d" fact="0.53"/>
                    <dgm:constr type="rMarg" for="ch" forName="textBox4d" refType="userD" fact="2.834"/>
                    <dgm:constr type="primFontSz" for="ch" ptType="node" op="equ" val="65"/>
                  </dgm:constrLst>
                </dgm:else>
              </dgm:choose>
              <dgm:ruleLst/>
              <dgm:forEach name="Name83" axis="ch" ptType="node" cnt="1">
                <dgm:layoutNode name="bullet4a" styleLbl="node1">
                  <dgm:alg type="sp"/>
                  <dgm:shape xmlns:r="http://schemas.openxmlformats.org/officeDocument/2006/relationships" type="ellipse" r:blip="">
                    <dgm:adjLst/>
                  </dgm:shape>
                  <dgm:presOf/>
                  <dgm:constrLst/>
                  <dgm:ruleLst/>
                </dgm:layoutNode>
                <dgm:layoutNode name="textBox4a" styleLbl="revTx">
                  <dgm:varLst>
                    <dgm:bulletEnabled val="1"/>
                  </dgm:varLst>
                  <dgm:choose name="Name84">
                    <dgm:if name="Name85" func="var" arg="dir" op="equ" val="norm">
                      <dgm:choose name="Name86">
                        <dgm:if name="Name87" axis="root des" ptType="all node" func="maxDepth" op="gt" val="1">
                          <dgm:alg type="tx">
                            <dgm:param type="txAnchorVert" val="t"/>
                            <dgm:param type="parTxLTRAlign" val="l"/>
                            <dgm:param type="parTxRTLAlign" val="r"/>
                          </dgm:alg>
                        </dgm:if>
                        <dgm:else name="Name88">
                          <dgm:alg type="tx">
                            <dgm:param type="txAnchorVert" val="t"/>
                            <dgm:param type="parTxLTRAlign" val="l"/>
                            <dgm:param type="parTxRTLAlign" val="l"/>
                          </dgm:alg>
                        </dgm:else>
                      </dgm:choose>
                    </dgm:if>
                    <dgm:else name="Name89">
                      <dgm:choose name="Name90">
                        <dgm:if name="Name91" axis="root des" ptType="all node" func="maxDepth" op="gt" val="1">
                          <dgm:alg type="tx">
                            <dgm:param type="txAnchorVert" val="b"/>
                            <dgm:param type="txAnchorVertCh" val="b"/>
                            <dgm:param type="parTxLTRAlign" val="l"/>
                            <dgm:param type="parTxRTLAlign" val="r"/>
                          </dgm:alg>
                        </dgm:if>
                        <dgm:else name="Name9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93">
                    <dgm:if name="Name94" func="var" arg="dir" op="equ" val="norm">
                      <dgm:constrLst>
                        <dgm:constr type="rMarg"/>
                        <dgm:constr type="tMarg"/>
                        <dgm:constr type="bMarg"/>
                      </dgm:constrLst>
                    </dgm:if>
                    <dgm:else name="Name95">
                      <dgm:constrLst>
                        <dgm:constr type="lMarg"/>
                        <dgm:constr type="tMarg"/>
                        <dgm:constr type="bMarg"/>
                      </dgm:constrLst>
                    </dgm:else>
                  </dgm:choose>
                  <dgm:ruleLst>
                    <dgm:rule type="primFontSz" val="5" fact="NaN" max="NaN"/>
                  </dgm:ruleLst>
                </dgm:layoutNode>
              </dgm:forEach>
              <dgm:forEach name="Name96" axis="ch" ptType="node" st="2" cnt="1">
                <dgm:layoutNode name="bullet4b" styleLbl="node1">
                  <dgm:alg type="sp"/>
                  <dgm:shape xmlns:r="http://schemas.openxmlformats.org/officeDocument/2006/relationships" type="ellipse" r:blip="">
                    <dgm:adjLst/>
                  </dgm:shape>
                  <dgm:presOf/>
                  <dgm:constrLst/>
                  <dgm:ruleLst/>
                </dgm:layoutNode>
                <dgm:layoutNode name="textBox4b" styleLbl="revTx">
                  <dgm:varLst>
                    <dgm:bulletEnabled val="1"/>
                  </dgm:varLst>
                  <dgm:choose name="Name97">
                    <dgm:if name="Name98" func="var" arg="dir" op="equ" val="norm">
                      <dgm:choose name="Name99">
                        <dgm:if name="Name100" axis="root des" ptType="all node" func="maxDepth" op="gt" val="1">
                          <dgm:alg type="tx">
                            <dgm:param type="txAnchorVert" val="t"/>
                            <dgm:param type="parTxLTRAlign" val="l"/>
                            <dgm:param type="parTxRTLAlign" val="r"/>
                          </dgm:alg>
                        </dgm:if>
                        <dgm:else name="Name101">
                          <dgm:alg type="tx">
                            <dgm:param type="txAnchorVert" val="t"/>
                            <dgm:param type="parTxLTRAlign" val="l"/>
                            <dgm:param type="parTxRTLAlign" val="l"/>
                          </dgm:alg>
                        </dgm:else>
                      </dgm:choose>
                    </dgm:if>
                    <dgm:else name="Name102">
                      <dgm:choose name="Name103">
                        <dgm:if name="Name104" axis="root des" ptType="all node" func="maxDepth" op="gt" val="1">
                          <dgm:alg type="tx">
                            <dgm:param type="txAnchorVert" val="b"/>
                            <dgm:param type="txAnchorVertCh" val="b"/>
                            <dgm:param type="parTxLTRAlign" val="l"/>
                            <dgm:param type="parTxRTLAlign" val="r"/>
                          </dgm:alg>
                        </dgm:if>
                        <dgm:else name="Name10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06">
                    <dgm:if name="Name107" func="var" arg="dir" op="equ" val="norm">
                      <dgm:constrLst>
                        <dgm:constr type="rMarg"/>
                        <dgm:constr type="tMarg"/>
                        <dgm:constr type="bMarg"/>
                      </dgm:constrLst>
                    </dgm:if>
                    <dgm:else name="Name108">
                      <dgm:constrLst>
                        <dgm:constr type="lMarg"/>
                        <dgm:constr type="tMarg"/>
                        <dgm:constr type="bMarg"/>
                      </dgm:constrLst>
                    </dgm:else>
                  </dgm:choose>
                  <dgm:ruleLst>
                    <dgm:rule type="primFontSz" val="5" fact="NaN" max="NaN"/>
                  </dgm:ruleLst>
                </dgm:layoutNode>
              </dgm:forEach>
              <dgm:forEach name="Name109" axis="ch" ptType="node" st="3" cnt="1">
                <dgm:layoutNode name="bullet4c" styleLbl="node1">
                  <dgm:alg type="sp"/>
                  <dgm:shape xmlns:r="http://schemas.openxmlformats.org/officeDocument/2006/relationships" type="ellipse" r:blip="">
                    <dgm:adjLst/>
                  </dgm:shape>
                  <dgm:presOf/>
                  <dgm:constrLst/>
                  <dgm:ruleLst/>
                </dgm:layoutNode>
                <dgm:layoutNode name="textBox4c" styleLbl="revTx">
                  <dgm:varLst>
                    <dgm:bulletEnabled val="1"/>
                  </dgm:varLst>
                  <dgm:choose name="Name110">
                    <dgm:if name="Name111" func="var" arg="dir" op="equ" val="norm">
                      <dgm:choose name="Name112">
                        <dgm:if name="Name113" axis="root des" ptType="all node" func="maxDepth" op="gt" val="1">
                          <dgm:alg type="tx">
                            <dgm:param type="txAnchorVert" val="t"/>
                            <dgm:param type="parTxLTRAlign" val="l"/>
                            <dgm:param type="parTxRTLAlign" val="r"/>
                          </dgm:alg>
                        </dgm:if>
                        <dgm:else name="Name114">
                          <dgm:alg type="tx">
                            <dgm:param type="txAnchorVert" val="t"/>
                            <dgm:param type="parTxLTRAlign" val="l"/>
                            <dgm:param type="parTxRTLAlign" val="l"/>
                          </dgm:alg>
                        </dgm:else>
                      </dgm:choose>
                    </dgm:if>
                    <dgm:else name="Name115">
                      <dgm:choose name="Name116">
                        <dgm:if name="Name117" axis="root des" ptType="all node" func="maxDepth" op="gt" val="1">
                          <dgm:alg type="tx">
                            <dgm:param type="txAnchorVert" val="b"/>
                            <dgm:param type="txAnchorVertCh" val="b"/>
                            <dgm:param type="parTxLTRAlign" val="l"/>
                            <dgm:param type="parTxRTLAlign" val="r"/>
                          </dgm:alg>
                        </dgm:if>
                        <dgm:else name="Name11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19">
                    <dgm:if name="Name120" func="var" arg="dir" op="equ" val="norm">
                      <dgm:constrLst>
                        <dgm:constr type="rMarg"/>
                        <dgm:constr type="tMarg"/>
                        <dgm:constr type="bMarg"/>
                      </dgm:constrLst>
                    </dgm:if>
                    <dgm:else name="Name121">
                      <dgm:constrLst>
                        <dgm:constr type="lMarg"/>
                        <dgm:constr type="tMarg"/>
                        <dgm:constr type="bMarg"/>
                      </dgm:constrLst>
                    </dgm:else>
                  </dgm:choose>
                  <dgm:ruleLst>
                    <dgm:rule type="primFontSz" val="5" fact="NaN" max="NaN"/>
                  </dgm:ruleLst>
                </dgm:layoutNode>
              </dgm:forEach>
              <dgm:forEach name="Name122" axis="ch" ptType="node" st="4" cnt="1">
                <dgm:layoutNode name="bullet4d" styleLbl="node1">
                  <dgm:alg type="sp"/>
                  <dgm:shape xmlns:r="http://schemas.openxmlformats.org/officeDocument/2006/relationships" type="ellipse" r:blip="">
                    <dgm:adjLst/>
                  </dgm:shape>
                  <dgm:presOf/>
                  <dgm:constrLst/>
                  <dgm:ruleLst/>
                </dgm:layoutNode>
                <dgm:layoutNode name="textBox4d" styleLbl="revTx">
                  <dgm:varLst>
                    <dgm:bulletEnabled val="1"/>
                  </dgm:varLst>
                  <dgm:choose name="Name123">
                    <dgm:if name="Name124" func="var" arg="dir" op="equ" val="norm">
                      <dgm:choose name="Name125">
                        <dgm:if name="Name126" axis="root des" ptType="all node" func="maxDepth" op="gt" val="1">
                          <dgm:alg type="tx">
                            <dgm:param type="txAnchorVert" val="t"/>
                            <dgm:param type="parTxLTRAlign" val="l"/>
                            <dgm:param type="parTxRTLAlign" val="r"/>
                          </dgm:alg>
                        </dgm:if>
                        <dgm:else name="Name127">
                          <dgm:alg type="tx">
                            <dgm:param type="txAnchorVert" val="t"/>
                            <dgm:param type="parTxLTRAlign" val="l"/>
                            <dgm:param type="parTxRTLAlign" val="l"/>
                          </dgm:alg>
                        </dgm:else>
                      </dgm:choose>
                    </dgm:if>
                    <dgm:else name="Name128">
                      <dgm:choose name="Name129">
                        <dgm:if name="Name130" axis="root des" ptType="all node" func="maxDepth" op="gt" val="1">
                          <dgm:alg type="tx">
                            <dgm:param type="txAnchorVert" val="b"/>
                            <dgm:param type="txAnchorVertCh" val="b"/>
                            <dgm:param type="parTxLTRAlign" val="l"/>
                            <dgm:param type="parTxRTLAlign" val="r"/>
                          </dgm:alg>
                        </dgm:if>
                        <dgm:else name="Name13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32">
                    <dgm:if name="Name133" func="var" arg="dir" op="equ" val="norm">
                      <dgm:constrLst>
                        <dgm:constr type="rMarg"/>
                        <dgm:constr type="tMarg"/>
                        <dgm:constr type="bMarg"/>
                      </dgm:constrLst>
                    </dgm:if>
                    <dgm:else name="Name134">
                      <dgm:constrLst>
                        <dgm:constr type="lMarg"/>
                        <dgm:constr type="tMarg"/>
                        <dgm:constr type="bMarg"/>
                      </dgm:constrLst>
                    </dgm:else>
                  </dgm:choose>
                  <dgm:ruleLst>
                    <dgm:rule type="primFontSz" val="5" fact="NaN" max="NaN"/>
                  </dgm:ruleLst>
                </dgm:layoutNode>
              </dgm:forEach>
            </dgm:layoutNode>
          </dgm:if>
          <dgm:else name="Name135">
            <dgm:layoutNode name="arrowDiagram5">
              <dgm:alg type="composite">
                <dgm:param type="vertAlign" val="none"/>
                <dgm:param type="horzAlign" val="none"/>
              </dgm:alg>
              <dgm:shape xmlns:r="http://schemas.openxmlformats.org/officeDocument/2006/relationships" r:blip="">
                <dgm:adjLst/>
              </dgm:shape>
              <dgm:presOf/>
              <dgm:choose name="Name136">
                <dgm:if name="Name137" func="var" arg="dir" op="equ" val="norm">
                  <dgm:constrLst>
                    <dgm:constr type="ctrX" for="ch" forName="bullet5a" refType="w" fact="0.11"/>
                    <dgm:constr type="ctrY" for="ch" forName="bullet5a" refType="h" fact="0.762"/>
                    <dgm:constr type="w" for="ch" forName="bullet5a" refType="w" fact="0.023"/>
                    <dgm:constr type="h" for="ch" forName="bullet5a" refType="w" refFor="ch" refForName="bullet5a"/>
                    <dgm:constr type="l" for="ch" forName="textBox5a" refType="ctrX" refFor="ch" refForName="bullet5a"/>
                    <dgm:constr type="t" for="ch" forName="textBox5a" refType="ctrY" refFor="ch" refForName="bullet5a"/>
                    <dgm:constr type="w" for="ch" forName="textBox5a" refType="w" fact="0.131"/>
                    <dgm:constr type="h" for="ch" forName="textBox5a" refType="h" fact="0.238"/>
                    <dgm:constr type="userA" refType="h" refFor="ch" refForName="bullet5a" fact="0.53"/>
                    <dgm:constr type="l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l" for="ch" forName="textBox5b" refType="ctrX" refFor="ch" refForName="bullet5b"/>
                    <dgm:constr type="t" for="ch" forName="textBox5b" refType="ctrY" refFor="ch" refForName="bullet5b"/>
                    <dgm:constr type="w" for="ch" forName="textBox5b" refType="w" fact="0.166"/>
                    <dgm:constr type="h" for="ch" forName="textBox5b" refType="h" fact="0.419"/>
                    <dgm:constr type="userB" refType="h" refFor="ch" refForName="bullet5b" fact="0.53"/>
                    <dgm:constr type="l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l" for="ch" forName="textBox5c" refType="ctrX" refFor="ch" refForName="bullet5c"/>
                    <dgm:constr type="t" for="ch" forName="textBox5c" refType="ctrY" refFor="ch" refForName="bullet5c"/>
                    <dgm:constr type="w" for="ch" forName="textBox5c" refType="w" fact="0.193"/>
                    <dgm:constr type="h" for="ch" forName="textBox5c" refType="h" fact="0.562"/>
                    <dgm:constr type="userC" refType="h" refFor="ch" refForName="bullet5c" fact="0.53"/>
                    <dgm:constr type="l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l" for="ch" forName="textBox5d" refType="ctrX" refFor="ch" refForName="bullet5d"/>
                    <dgm:constr type="t" for="ch" forName="textBox5d" refType="ctrY" refFor="ch" refForName="bullet5d"/>
                    <dgm:constr type="w" for="ch" forName="textBox5d" refType="w" fact="0.2"/>
                    <dgm:constr type="h" for="ch" forName="textBox5d" refType="h" fact="0.67"/>
                    <dgm:constr type="userD" refType="h" refFor="ch" refForName="bullet5d" fact="0.53"/>
                    <dgm:constr type="l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l" for="ch" forName="textBox5e" refType="ctrX" refFor="ch" refForName="bullet5e"/>
                    <dgm:constr type="t" for="ch" forName="textBox5e" refType="ctrY" refFor="ch" refForName="bullet5e"/>
                    <dgm:constr type="w" for="ch" forName="textBox5e" refType="w" fact="0.2"/>
                    <dgm:constr type="h" for="ch" forName="textBox5e" refType="h" fact="0.736"/>
                    <dgm:constr type="userE" refType="h" refFor="ch" refForName="bullet5e" fact="0.53"/>
                    <dgm:constr type="lMarg" for="ch" forName="textBox5e" refType="userE" fact="2.834"/>
                    <dgm:constr type="primFontSz" for="ch" ptType="node" op="equ" val="65"/>
                  </dgm:constrLst>
                </dgm:if>
                <dgm:else name="Name138">
                  <dgm:constrLst>
                    <dgm:constr type="ctrX" for="ch" forName="bullet5a" refType="w" fact="0.11"/>
                    <dgm:constr type="ctrY" for="ch" forName="bullet5a" refType="h" fact="0.762"/>
                    <dgm:constr type="w" for="ch" forName="bullet5a" refType="w" fact="0.023"/>
                    <dgm:constr type="h" for="ch" forName="bullet5a" refType="w" refFor="ch" refForName="bullet5a"/>
                    <dgm:constr type="r" for="ch" forName="textBox5a" refType="ctrX" refFor="ch" refForName="bullet5a"/>
                    <dgm:constr type="b" for="ch" forName="textBox5a" refType="ctrY" refFor="ch" refForName="bullet5a"/>
                    <dgm:constr type="w" for="ch" forName="textBox5a" refType="w" fact="0.11"/>
                    <dgm:constr type="h" for="ch" forName="textBox5a" refType="h" fact="0.762"/>
                    <dgm:constr type="userA" refType="h" refFor="ch" refForName="bullet5a" fact="0.53"/>
                    <dgm:constr type="r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r" for="ch" forName="textBox5b" refType="ctrX" refFor="ch" refForName="bullet5b"/>
                    <dgm:constr type="b" for="ch" forName="textBox5b" refType="ctrY" refFor="ch" refForName="bullet5b"/>
                    <dgm:constr type="w" for="ch" forName="textBox5b" refType="w" fact="0.131"/>
                    <dgm:constr type="h" for="ch" forName="textBox5b" refType="h" fact="0.581"/>
                    <dgm:constr type="userB" refType="h" refFor="ch" refForName="bullet5b" fact="0.53"/>
                    <dgm:constr type="r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r" for="ch" forName="textBox5c" refType="ctrX" refFor="ch" refForName="bullet5c"/>
                    <dgm:constr type="b" for="ch" forName="textBox5c" refType="ctrY" refFor="ch" refForName="bullet5c"/>
                    <dgm:constr type="w" for="ch" forName="textBox5c" refType="w" fact="0.166"/>
                    <dgm:constr type="h" for="ch" forName="textBox5c" refType="h" fact="0.438"/>
                    <dgm:constr type="userC" refType="h" refFor="ch" refForName="bullet5c" fact="0.53"/>
                    <dgm:constr type="r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r" for="ch" forName="textBox5d" refType="ctrX" refFor="ch" refForName="bullet5d"/>
                    <dgm:constr type="b" for="ch" forName="textBox5d" refType="ctrY" refFor="ch" refForName="bullet5d"/>
                    <dgm:constr type="w" for="ch" forName="textBox5d" refType="w" fact="0.193"/>
                    <dgm:constr type="h" for="ch" forName="textBox5d" refType="h" fact="0.33"/>
                    <dgm:constr type="userD" refType="h" refFor="ch" refForName="bullet5d" fact="0.53"/>
                    <dgm:constr type="r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r" for="ch" forName="textBox5e" refType="ctrX" refFor="ch" refForName="bullet5e"/>
                    <dgm:constr type="b" for="ch" forName="textBox5e" refType="ctrY" refFor="ch" refForName="bullet5e"/>
                    <dgm:constr type="w" for="ch" forName="textBox5e" refType="w" fact="0.2"/>
                    <dgm:constr type="h" for="ch" forName="textBox5e" refType="h" fact="0.264"/>
                    <dgm:constr type="userE" refType="h" refFor="ch" refForName="bullet5e" fact="0.53"/>
                    <dgm:constr type="rMarg" for="ch" forName="textBox5e" refType="userE" fact="2.834"/>
                    <dgm:constr type="primFontSz" for="ch" ptType="node" op="equ" val="65"/>
                  </dgm:constrLst>
                </dgm:else>
              </dgm:choose>
              <dgm:ruleLst/>
              <dgm:forEach name="Name139" axis="ch" ptType="node" cnt="1">
                <dgm:layoutNode name="bullet5a" styleLbl="node1">
                  <dgm:alg type="sp"/>
                  <dgm:shape xmlns:r="http://schemas.openxmlformats.org/officeDocument/2006/relationships" type="ellipse" r:blip="">
                    <dgm:adjLst/>
                  </dgm:shape>
                  <dgm:presOf/>
                  <dgm:constrLst/>
                  <dgm:ruleLst/>
                </dgm:layoutNode>
                <dgm:layoutNode name="textBox5a" styleLbl="revTx">
                  <dgm:varLst>
                    <dgm:bulletEnabled val="1"/>
                  </dgm:varLst>
                  <dgm:choose name="Name140">
                    <dgm:if name="Name141" func="var" arg="dir" op="equ" val="norm">
                      <dgm:choose name="Name142">
                        <dgm:if name="Name143" axis="root des" ptType="all node" func="maxDepth" op="gt" val="1">
                          <dgm:alg type="tx">
                            <dgm:param type="txAnchorVert" val="t"/>
                            <dgm:param type="parTxLTRAlign" val="l"/>
                            <dgm:param type="parTxRTLAlign" val="r"/>
                          </dgm:alg>
                        </dgm:if>
                        <dgm:else name="Name144">
                          <dgm:alg type="tx">
                            <dgm:param type="txAnchorVert" val="t"/>
                            <dgm:param type="parTxLTRAlign" val="l"/>
                            <dgm:param type="parTxRTLAlign" val="l"/>
                          </dgm:alg>
                        </dgm:else>
                      </dgm:choose>
                    </dgm:if>
                    <dgm:else name="Name145">
                      <dgm:choose name="Name146">
                        <dgm:if name="Name147" axis="root des" ptType="all node" func="maxDepth" op="gt" val="1">
                          <dgm:alg type="tx">
                            <dgm:param type="txAnchorVert" val="b"/>
                            <dgm:param type="txAnchorVertCh" val="b"/>
                            <dgm:param type="parTxLTRAlign" val="l"/>
                            <dgm:param type="parTxRTLAlign" val="r"/>
                          </dgm:alg>
                        </dgm:if>
                        <dgm:else name="Name14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49">
                    <dgm:if name="Name150" func="var" arg="dir" op="equ" val="norm">
                      <dgm:constrLst>
                        <dgm:constr type="rMarg"/>
                        <dgm:constr type="tMarg"/>
                        <dgm:constr type="bMarg"/>
                      </dgm:constrLst>
                    </dgm:if>
                    <dgm:else name="Name151">
                      <dgm:constrLst>
                        <dgm:constr type="lMarg"/>
                        <dgm:constr type="tMarg"/>
                        <dgm:constr type="bMarg"/>
                      </dgm:constrLst>
                    </dgm:else>
                  </dgm:choose>
                  <dgm:ruleLst>
                    <dgm:rule type="primFontSz" val="5" fact="NaN" max="NaN"/>
                  </dgm:ruleLst>
                </dgm:layoutNode>
              </dgm:forEach>
              <dgm:forEach name="Name152" axis="ch" ptType="node" st="2" cnt="1">
                <dgm:layoutNode name="bullet5b" styleLbl="node1">
                  <dgm:alg type="sp"/>
                  <dgm:shape xmlns:r="http://schemas.openxmlformats.org/officeDocument/2006/relationships" type="ellipse" r:blip="">
                    <dgm:adjLst/>
                  </dgm:shape>
                  <dgm:presOf/>
                  <dgm:constrLst/>
                  <dgm:ruleLst/>
                </dgm:layoutNode>
                <dgm:layoutNode name="textBox5b" styleLbl="revTx">
                  <dgm:varLst>
                    <dgm:bulletEnabled val="1"/>
                  </dgm:varLst>
                  <dgm:choose name="Name153">
                    <dgm:if name="Name154" func="var" arg="dir" op="equ" val="norm">
                      <dgm:choose name="Name155">
                        <dgm:if name="Name156" axis="root des" ptType="all node" func="maxDepth" op="gt" val="1">
                          <dgm:alg type="tx">
                            <dgm:param type="txAnchorVert" val="t"/>
                            <dgm:param type="parTxLTRAlign" val="l"/>
                            <dgm:param type="parTxRTLAlign" val="r"/>
                          </dgm:alg>
                        </dgm:if>
                        <dgm:else name="Name157">
                          <dgm:alg type="tx">
                            <dgm:param type="txAnchorVert" val="t"/>
                            <dgm:param type="parTxLTRAlign" val="l"/>
                            <dgm:param type="parTxRTLAlign" val="l"/>
                          </dgm:alg>
                        </dgm:else>
                      </dgm:choose>
                    </dgm:if>
                    <dgm:else name="Name158">
                      <dgm:choose name="Name159">
                        <dgm:if name="Name160" axis="root des" ptType="all node" func="maxDepth" op="gt" val="1">
                          <dgm:alg type="tx">
                            <dgm:param type="txAnchorVert" val="b"/>
                            <dgm:param type="txAnchorVertCh" val="b"/>
                            <dgm:param type="parTxLTRAlign" val="l"/>
                            <dgm:param type="parTxRTLAlign" val="r"/>
                          </dgm:alg>
                        </dgm:if>
                        <dgm:else name="Name16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62">
                    <dgm:if name="Name163" func="var" arg="dir" op="equ" val="norm">
                      <dgm:constrLst>
                        <dgm:constr type="rMarg"/>
                        <dgm:constr type="tMarg"/>
                        <dgm:constr type="bMarg"/>
                      </dgm:constrLst>
                    </dgm:if>
                    <dgm:else name="Name164">
                      <dgm:constrLst>
                        <dgm:constr type="lMarg"/>
                        <dgm:constr type="tMarg"/>
                        <dgm:constr type="bMarg"/>
                      </dgm:constrLst>
                    </dgm:else>
                  </dgm:choose>
                  <dgm:ruleLst>
                    <dgm:rule type="primFontSz" val="5" fact="NaN" max="NaN"/>
                  </dgm:ruleLst>
                </dgm:layoutNode>
              </dgm:forEach>
              <dgm:forEach name="Name165" axis="ch" ptType="node" st="3" cnt="1">
                <dgm:layoutNode name="bullet5c" styleLbl="node1">
                  <dgm:alg type="sp"/>
                  <dgm:shape xmlns:r="http://schemas.openxmlformats.org/officeDocument/2006/relationships" type="ellipse" r:blip="">
                    <dgm:adjLst/>
                  </dgm:shape>
                  <dgm:presOf/>
                  <dgm:constrLst/>
                  <dgm:ruleLst/>
                </dgm:layoutNode>
                <dgm:layoutNode name="textBox5c" styleLbl="revTx">
                  <dgm:varLst>
                    <dgm:bulletEnabled val="1"/>
                  </dgm:varLst>
                  <dgm:choose name="Name166">
                    <dgm:if name="Name167" func="var" arg="dir" op="equ" val="norm">
                      <dgm:choose name="Name168">
                        <dgm:if name="Name169" axis="root des" ptType="all node" func="maxDepth" op="gt" val="1">
                          <dgm:alg type="tx">
                            <dgm:param type="txAnchorVert" val="t"/>
                            <dgm:param type="parTxLTRAlign" val="l"/>
                            <dgm:param type="parTxRTLAlign" val="r"/>
                          </dgm:alg>
                        </dgm:if>
                        <dgm:else name="Name170">
                          <dgm:alg type="tx">
                            <dgm:param type="txAnchorVert" val="t"/>
                            <dgm:param type="parTxLTRAlign" val="l"/>
                            <dgm:param type="parTxRTLAlign" val="l"/>
                          </dgm:alg>
                        </dgm:else>
                      </dgm:choose>
                    </dgm:if>
                    <dgm:else name="Name171">
                      <dgm:choose name="Name172">
                        <dgm:if name="Name173" axis="root des" ptType="all node" func="maxDepth" op="gt" val="1">
                          <dgm:alg type="tx">
                            <dgm:param type="txAnchorVert" val="b"/>
                            <dgm:param type="txAnchorVertCh" val="b"/>
                            <dgm:param type="parTxLTRAlign" val="l"/>
                            <dgm:param type="parTxRTLAlign" val="r"/>
                          </dgm:alg>
                        </dgm:if>
                        <dgm:else name="Name174">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75">
                    <dgm:if name="Name176" func="var" arg="dir" op="equ" val="norm">
                      <dgm:constrLst>
                        <dgm:constr type="rMarg"/>
                        <dgm:constr type="tMarg"/>
                        <dgm:constr type="bMarg"/>
                      </dgm:constrLst>
                    </dgm:if>
                    <dgm:else name="Name177">
                      <dgm:constrLst>
                        <dgm:constr type="lMarg"/>
                        <dgm:constr type="tMarg"/>
                        <dgm:constr type="bMarg"/>
                      </dgm:constrLst>
                    </dgm:else>
                  </dgm:choose>
                  <dgm:ruleLst>
                    <dgm:rule type="primFontSz" val="5" fact="NaN" max="NaN"/>
                  </dgm:ruleLst>
                </dgm:layoutNode>
              </dgm:forEach>
              <dgm:forEach name="Name178" axis="ch" ptType="node" st="4" cnt="1">
                <dgm:layoutNode name="bullet5d" styleLbl="node1">
                  <dgm:alg type="sp"/>
                  <dgm:shape xmlns:r="http://schemas.openxmlformats.org/officeDocument/2006/relationships" type="ellipse" r:blip="">
                    <dgm:adjLst/>
                  </dgm:shape>
                  <dgm:presOf/>
                  <dgm:constrLst/>
                  <dgm:ruleLst/>
                </dgm:layoutNode>
                <dgm:layoutNode name="textBox5d" styleLbl="revTx">
                  <dgm:varLst>
                    <dgm:bulletEnabled val="1"/>
                  </dgm:varLst>
                  <dgm:choose name="Name179">
                    <dgm:if name="Name180" func="var" arg="dir" op="equ" val="norm">
                      <dgm:choose name="Name181">
                        <dgm:if name="Name182" axis="root des" ptType="all node" func="maxDepth" op="gt" val="1">
                          <dgm:alg type="tx">
                            <dgm:param type="txAnchorVert" val="t"/>
                            <dgm:param type="parTxLTRAlign" val="l"/>
                            <dgm:param type="parTxRTLAlign" val="r"/>
                          </dgm:alg>
                        </dgm:if>
                        <dgm:else name="Name183">
                          <dgm:alg type="tx">
                            <dgm:param type="txAnchorVert" val="t"/>
                            <dgm:param type="parTxLTRAlign" val="l"/>
                            <dgm:param type="parTxRTLAlign" val="l"/>
                          </dgm:alg>
                        </dgm:else>
                      </dgm:choose>
                    </dgm:if>
                    <dgm:else name="Name184">
                      <dgm:choose name="Name185">
                        <dgm:if name="Name186" axis="root des" ptType="all node" func="maxDepth" op="gt" val="1">
                          <dgm:alg type="tx">
                            <dgm:param type="txAnchorVert" val="b"/>
                            <dgm:param type="txAnchorVertCh" val="b"/>
                            <dgm:param type="parTxLTRAlign" val="l"/>
                            <dgm:param type="parTxRTLAlign" val="r"/>
                          </dgm:alg>
                        </dgm:if>
                        <dgm:else name="Name187">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88">
                    <dgm:if name="Name189" func="var" arg="dir" op="equ" val="norm">
                      <dgm:constrLst>
                        <dgm:constr type="rMarg"/>
                        <dgm:constr type="tMarg"/>
                        <dgm:constr type="bMarg"/>
                      </dgm:constrLst>
                    </dgm:if>
                    <dgm:else name="Name190">
                      <dgm:constrLst>
                        <dgm:constr type="lMarg"/>
                        <dgm:constr type="tMarg"/>
                        <dgm:constr type="bMarg"/>
                      </dgm:constrLst>
                    </dgm:else>
                  </dgm:choose>
                  <dgm:ruleLst>
                    <dgm:rule type="primFontSz" val="5" fact="NaN" max="NaN"/>
                  </dgm:ruleLst>
                </dgm:layoutNode>
              </dgm:forEach>
              <dgm:forEach name="Name191" axis="ch" ptType="node" st="5" cnt="1">
                <dgm:layoutNode name="bullet5e" styleLbl="node1">
                  <dgm:alg type="sp"/>
                  <dgm:shape xmlns:r="http://schemas.openxmlformats.org/officeDocument/2006/relationships" type="ellipse" r:blip="">
                    <dgm:adjLst/>
                  </dgm:shape>
                  <dgm:presOf/>
                  <dgm:constrLst/>
                  <dgm:ruleLst/>
                </dgm:layoutNode>
                <dgm:layoutNode name="textBox5e" styleLbl="revTx">
                  <dgm:varLst>
                    <dgm:bulletEnabled val="1"/>
                  </dgm:varLst>
                  <dgm:choose name="Name192">
                    <dgm:if name="Name193" func="var" arg="dir" op="equ" val="norm">
                      <dgm:choose name="Name194">
                        <dgm:if name="Name195" axis="root des" ptType="all node" func="maxDepth" op="gt" val="1">
                          <dgm:alg type="tx">
                            <dgm:param type="txAnchorVert" val="t"/>
                            <dgm:param type="parTxLTRAlign" val="l"/>
                            <dgm:param type="parTxRTLAlign" val="r"/>
                          </dgm:alg>
                        </dgm:if>
                        <dgm:else name="Name196">
                          <dgm:alg type="tx">
                            <dgm:param type="txAnchorVert" val="t"/>
                            <dgm:param type="parTxLTRAlign" val="l"/>
                            <dgm:param type="parTxRTLAlign" val="l"/>
                          </dgm:alg>
                        </dgm:else>
                      </dgm:choose>
                    </dgm:if>
                    <dgm:else name="Name197">
                      <dgm:choose name="Name198">
                        <dgm:if name="Name199" axis="root des" ptType="all node" func="maxDepth" op="gt" val="1">
                          <dgm:alg type="tx">
                            <dgm:param type="txAnchorVert" val="b"/>
                            <dgm:param type="txAnchorVertCh" val="b"/>
                            <dgm:param type="parTxLTRAlign" val="l"/>
                            <dgm:param type="parTxRTLAlign" val="r"/>
                          </dgm:alg>
                        </dgm:if>
                        <dgm:else name="Name200">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1">
                    <dgm:if name="Name202" func="var" arg="dir" op="equ" val="norm">
                      <dgm:constrLst>
                        <dgm:constr type="rMarg"/>
                        <dgm:constr type="tMarg"/>
                        <dgm:constr type="bMarg"/>
                      </dgm:constrLst>
                    </dgm:if>
                    <dgm:else name="Name203">
                      <dgm:constrLst>
                        <dgm:constr type="lMarg"/>
                        <dgm:constr type="tMarg"/>
                        <dgm:constr type="bMarg"/>
                      </dgm:constrLst>
                    </dgm:else>
                  </dgm:choose>
                  <dgm:ruleLst>
                    <dgm:rule type="primFontSz" val="5" fact="NaN" max="NaN"/>
                  </dgm:ruleLst>
                </dgm:layoutNode>
              </dgm:forEach>
            </dgm:layoutNode>
          </dgm:else>
        </dgm:choose>
      </dgm:if>
      <dgm:else name="Name204"/>
    </dgm:choose>
  </dgm:layoutNode>
</dgm:layoutDef>
</file>

<file path=ppt/diagrams/layout11.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12.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13.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14.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15.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16.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17.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18.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19.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20.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21.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22.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23.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24.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25.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26.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27.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28.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29.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30.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31.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32.xml><?xml version="1.0" encoding="utf-8"?>
<dgm:layoutDef xmlns:dgm="http://schemas.openxmlformats.org/drawingml/2006/diagram" xmlns:a="http://schemas.openxmlformats.org/drawingml/2006/main" uniqueId="urn:microsoft.com/office/officeart/2005/8/layout/hProcess7">
  <dgm:title val=""/>
  <dgm:desc val=""/>
  <dgm:catLst>
    <dgm:cat type="process" pri="21000"/>
    <dgm:cat type="list" pri="90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Lst>
      <dgm:cxnLst>
        <dgm:cxn modelId="4" srcId="0" destId="1" srcOrd="0" destOrd="0"/>
        <dgm:cxn modelId="5" srcId="0" destId="2" srcOrd="1" destOrd="0"/>
        <dgm:cxn modelId="6" srcId="0" destId="3" srcOrd="2" destOrd="0"/>
        <dgm:cxn modelId="13" srcId="1" destId="11" srcOrd="0" destOrd="0"/>
        <dgm:cxn modelId="23" srcId="2" destId="21" srcOrd="0" destOrd="0"/>
        <dgm:cxn modelId="33" srcId="3" destId="31" srcOrd="0"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h" for="ch" forName="compositeNode" refType="h"/>
      <dgm:constr type="w" for="ch" forName="compositeNode" refType="w"/>
      <dgm:constr type="w" for="ch" forName="hSp" refType="w" refFor="ch" refForName="compositeNode" fact="-0.035"/>
      <dgm:constr type="w" for="des" forName="simulatedConn" refType="w" refFor="ch" refForName="compositeNode" fact="0.15"/>
      <dgm:constr type="h" for="des" forName="simulatedConn" refType="w" refFor="des" refForName="simulatedConn"/>
      <dgm:constr type="h" for="des" forName="vSp1" refType="w" refFor="ch" refForName="compositeNode" fact="0.8"/>
      <dgm:constr type="h" for="des" forName="vSp2" refType="w" refFor="ch" refForName="compositeNode" fact="0.07"/>
      <dgm:constr type="w" for="ch" forName="vProcSp" refType="w" refFor="des" refForName="simulatedConn" op="equ"/>
      <dgm:constr type="h" for="ch" forName="vProcSp" refType="h" refFor="ch" refForName="compositeNode" op="equ"/>
      <dgm:constr type="w" for="ch" forName="sibTrans" refType="w" refFor="ch" refForName="compositeNode" fact="-0.08"/>
      <dgm:constr type="primFontSz" for="des" forName="parentNode" op="equ"/>
      <dgm:constr type="primFontSz" for="des" forName="childNode" op="equ"/>
    </dgm:constrLst>
    <dgm:ruleLst/>
    <dgm:forEach name="Name4" axis="ch" ptType="node">
      <dgm:layoutNode name="compositeNode">
        <dgm:varLst>
          <dgm:bulletEnabled val="1"/>
        </dgm:varLst>
        <dgm:alg type="composite"/>
        <dgm:choose name="Name5">
          <dgm:if name="Name6" func="var" arg="dir" op="equ" val="norm">
            <dgm:constrLst>
              <dgm:constr type="h" refType="w" op="lte" fact="1.2"/>
              <dgm:constr type="w" for="ch" forName="bgRect" refType="w"/>
              <dgm:constr type="h" for="ch" forName="bgRect" refType="h"/>
              <dgm:constr type="t" for="ch" forName="bgRect"/>
              <dgm:constr type="l" for="ch" forName="bgRect"/>
              <dgm:constr type="w" for="ch" forName="parentNode" refType="w" refFor="ch" refForName="bgRect" fact="0.2"/>
              <dgm:constr type="h" for="ch" forName="parentNode" refType="h" fact="0.82"/>
              <dgm:constr type="t" for="ch" forName="parentNode"/>
              <dgm:constr type="l" for="ch" forName="parentNode"/>
              <dgm:constr type="r" for="ch" forName="childNode" refType="r" refFor="ch" refForName="bgRect" fact="0.945"/>
              <dgm:constr type="h" for="ch" forName="childNode" refType="h" refFor="ch" refForName="bgRect" op="equ"/>
              <dgm:constr type="t" for="ch" forName="childNode"/>
              <dgm:constr type="l" for="ch" forName="childNode" refType="r" refFor="ch" refForName="parentNode"/>
            </dgm:constrLst>
          </dgm:if>
          <dgm:else name="Name7">
            <dgm:constrLst>
              <dgm:constr type="h" refType="w" op="lte" fact="1.2"/>
              <dgm:constr type="w" for="ch" forName="bgRect" refType="w"/>
              <dgm:constr type="h" for="ch" forName="bgRect" refType="h"/>
              <dgm:constr type="t" for="ch" forName="bgRect"/>
              <dgm:constr type="r" for="ch" forName="bgRect" refType="w"/>
              <dgm:constr type="w" for="ch" forName="parentNode" refType="w" refFor="ch" refForName="bgRect" fact="0.2"/>
              <dgm:constr type="h" for="ch" forName="parentNode" refType="h" fact="0.82"/>
              <dgm:constr type="t" for="ch" forName="parentNode"/>
              <dgm:constr type="r" for="ch" forName="parentNode" refType="w"/>
              <dgm:constr type="h" for="ch" forName="childNode" refType="h" refFor="ch" refForName="bgRect"/>
              <dgm:constr type="t" for="ch" forName="childNode"/>
              <dgm:constr type="r" for="ch" forName="childNode" refType="l" refFor="ch" refForName="parentNode"/>
              <dgm:constr type="l" for="ch" forName="childNode" refType="w" refFor="ch" refForName="bgRect" fact="0.055"/>
            </dgm:constrLst>
          </dgm:else>
        </dgm:choose>
        <dgm:ruleLst>
          <dgm:rule type="w" for="ch" forName="childNode" val="NaN" fact="NaN" max="30"/>
        </dgm:ruleLst>
        <dgm:layoutNode name="bgRect" styleLbl="node1">
          <dgm:alg type="sp"/>
          <dgm:shape xmlns:r="http://schemas.openxmlformats.org/officeDocument/2006/relationships" type="roundRect" r:blip="" zOrderOff="-1">
            <dgm:adjLst>
              <dgm:adj idx="1" val="0.05"/>
            </dgm:adjLst>
          </dgm:shape>
          <dgm:presOf axis="self"/>
          <dgm:constrLst/>
          <dgm:ruleLst/>
        </dgm:layoutNode>
        <dgm:layoutNode name="parentNode" styleLbl="node1">
          <dgm:varLst>
            <dgm:chMax val="0"/>
            <dgm:bulletEnabled val="1"/>
          </dgm:varLst>
          <dgm:presOf axis="self"/>
          <dgm:choose name="Name8">
            <dgm:if name="Name9" func="var" arg="dir" op="equ" val="norm">
              <dgm:alg type="tx">
                <dgm:param type="autoTxRot" val="grav"/>
                <dgm:param type="txAnchorVert" val="t"/>
                <dgm:param type="parTxLTRAlign" val="r"/>
                <dgm:param type="parTxRTLAlign" val="r"/>
              </dgm:alg>
              <dgm:shape xmlns:r="http://schemas.openxmlformats.org/officeDocument/2006/relationships" rot="270" type="rect" r:blip="" hideGeom="1">
                <dgm:adjLst/>
              </dgm:shape>
              <dgm:constrLst>
                <dgm:constr type="primFontSz" val="65"/>
                <dgm:constr type="lMarg"/>
                <dgm:constr type="rMarg" refType="primFontSz" fact="0.35"/>
                <dgm:constr type="tMarg" refType="primFontSz" fact="0.27"/>
                <dgm:constr type="bMarg"/>
              </dgm:constrLst>
            </dgm:if>
            <dgm:else name="Name10">
              <dgm:alg type="tx">
                <dgm:param type="autoTxRot" val="grav"/>
                <dgm:param type="txAnchorVert" val="t"/>
                <dgm:param type="parTxLTRAlign" val="l"/>
                <dgm:param type="parTxRTLAlign" val="l"/>
              </dgm:alg>
              <dgm:shape xmlns:r="http://schemas.openxmlformats.org/officeDocument/2006/relationships" rot="90" type="rect" r:blip="" hideGeom="1">
                <dgm:adjLst/>
              </dgm:shape>
              <dgm:constrLst>
                <dgm:constr type="primFontSz" val="65"/>
                <dgm:constr type="lMarg" refType="primFontSz" fact="0.35"/>
                <dgm:constr type="rMarg"/>
                <dgm:constr type="tMarg" refType="primFontSz" fact="0.27"/>
                <dgm:constr type="bMarg"/>
              </dgm:constrLst>
            </dgm:else>
          </dgm:choose>
          <dgm:ruleLst>
            <dgm:rule type="primFontSz" val="5" fact="NaN" max="NaN"/>
          </dgm:ruleLst>
        </dgm:layoutNode>
        <dgm:choose name="Name11">
          <dgm:if name="Name12" axis="ch" ptType="node" func="cnt" op="gte" val="1">
            <dgm:layoutNode name="childNode" styleLbl="node1" moveWith="bgRect">
              <dgm:varLst>
                <dgm:bulletEnabled val="1"/>
              </dgm:varLst>
              <dgm:alg type="tx">
                <dgm:param type="parTxLTRAlign" val="l"/>
                <dgm:param type="parTxRTLAlign" val="r"/>
                <dgm:param type="txAnchorVert" val="t"/>
              </dgm:alg>
              <dgm:shape xmlns:r="http://schemas.openxmlformats.org/officeDocument/2006/relationships" type="rect" r:blip="" hideGeom="1">
                <dgm:adjLst/>
              </dgm:shape>
              <dgm:presOf axis="des" ptType="node"/>
              <dgm:constrLst>
                <dgm:constr type="primFontSz" val="65"/>
                <dgm:constr type="lMarg"/>
                <dgm:constr type="bMarg"/>
                <dgm:constr type="tMarg" refType="primFontSz" fact="0.27"/>
                <dgm:constr type="rMarg"/>
              </dgm:constrLst>
              <dgm:ruleLst>
                <dgm:rule type="primFontSz" val="5" fact="NaN" max="NaN"/>
              </dgm:ruleLst>
            </dgm:layoutNode>
          </dgm:if>
          <dgm:else name="Name13"/>
        </dgm:choose>
      </dgm:layoutNode>
      <dgm:forEach name="Name14" axis="followSib" ptType="sibTrans" cnt="1">
        <dgm:layoutNode name="hSp">
          <dgm:alg type="sp"/>
          <dgm:shape xmlns:r="http://schemas.openxmlformats.org/officeDocument/2006/relationships" r:blip="">
            <dgm:adjLst/>
          </dgm:shape>
          <dgm:presOf/>
          <dgm:constrLst/>
          <dgm:ruleLst/>
        </dgm:layoutNode>
        <dgm:layoutNode name="vProcSp" moveWith="bgRect">
          <dgm:alg type="lin">
            <dgm:param type="linDir" val="fromT"/>
          </dgm:alg>
          <dgm:shape xmlns:r="http://schemas.openxmlformats.org/officeDocument/2006/relationships" r:blip="">
            <dgm:adjLst/>
          </dgm:shape>
          <dgm:presOf/>
          <dgm:constrLst>
            <dgm:constr type="w" for="ch" forName="vSp1" refType="w"/>
            <dgm:constr type="w" for="ch" forName="simulatedConn" refType="w"/>
            <dgm:constr type="w" for="ch" forName="vSp2" refType="w"/>
          </dgm:constrLst>
          <dgm:ruleLst/>
          <dgm:layoutNode name="vSp1">
            <dgm:alg type="sp"/>
            <dgm:shape xmlns:r="http://schemas.openxmlformats.org/officeDocument/2006/relationships" r:blip="">
              <dgm:adjLst/>
            </dgm:shape>
            <dgm:presOf/>
            <dgm:constrLst/>
            <dgm:ruleLst/>
          </dgm:layoutNode>
          <dgm:layoutNode name="simulatedConn" styleLbl="solidFgAcc1">
            <dgm:alg type="sp"/>
            <dgm:choose name="Name15">
              <dgm:if name="Name16" func="var" arg="dir" op="equ" val="norm">
                <dgm:shape xmlns:r="http://schemas.openxmlformats.org/officeDocument/2006/relationships" rot="90" type="flowChartExtract" r:blip="">
                  <dgm:adjLst/>
                </dgm:shape>
              </dgm:if>
              <dgm:else name="Name17">
                <dgm:shape xmlns:r="http://schemas.openxmlformats.org/officeDocument/2006/relationships" rot="-90" type="flowChartExtract" r:blip="">
                  <dgm:adjLst/>
                </dgm:shape>
              </dgm:else>
            </dgm:choose>
            <dgm:presOf/>
            <dgm:constrLst/>
            <dgm:ruleLst/>
          </dgm:layoutNode>
          <dgm:layoutNode name="vSp2">
            <dgm:alg type="sp"/>
            <dgm:shape xmlns:r="http://schemas.openxmlformats.org/officeDocument/2006/relationships" r:blip="">
              <dgm:adjLst/>
            </dgm:shape>
            <dgm:presOf/>
            <dgm:constrLst/>
            <dgm:ruleLst/>
          </dgm:layoutNode>
        </dgm:layoutNode>
        <dgm:layoutNode name="sibTrans">
          <dgm:alg type="sp"/>
          <dgm:shape xmlns:r="http://schemas.openxmlformats.org/officeDocument/2006/relationships" r:blip="">
            <dgm:adjLst/>
          </dgm:shape>
          <dgm:presOf/>
          <dgm:constrLst/>
          <dgm:ruleLst/>
        </dgm:layoutNode>
      </dgm:forEach>
    </dgm:forEach>
  </dgm:layoutNode>
</dgm:layoutDef>
</file>

<file path=ppt/diagrams/layout33.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34.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35.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1.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63CC894F-27C8-934D-8024-BBBD814941CA}" type="datetimeFigureOut">
              <a:rPr lang="en-US" smtClean="0"/>
              <a:t>8/17/16</a:t>
            </a:fld>
            <a:endParaRPr lang="en-US"/>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2F71CF76-3BF0-6940-8790-FC3919EB6495}" type="slidenum">
              <a:rPr lang="en-US" smtClean="0"/>
              <a:t>‹#›</a:t>
            </a:fld>
            <a:endParaRPr lang="en-US"/>
          </a:p>
        </p:txBody>
      </p:sp>
    </p:spTree>
    <p:extLst>
      <p:ext uri="{BB962C8B-B14F-4D97-AF65-F5344CB8AC3E}">
        <p14:creationId xmlns:p14="http://schemas.microsoft.com/office/powerpoint/2010/main" val="9650770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0.xml"/><Relationship Id="rId2" Type="http://schemas.openxmlformats.org/officeDocument/2006/relationships/image" Target="NUL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blipFill dpi="0" rotWithShape="1">
          <a:blip r:embed="rId2">
            <a:lum/>
          </a:blip>
          <a:srcRect/>
          <a:stretch>
            <a:fillRect r="-69000"/>
          </a:stretch>
        </a:blipFill>
        <a:effectLst/>
      </p:bgPr>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eaLnBrk="0" hangingPunct="0">
              <a:defRPr sz="1200">
                <a:cs typeface="+mn-cs"/>
              </a:defRPr>
            </a:lvl1pPr>
          </a:lstStyle>
          <a:p>
            <a:pPr>
              <a:defRPr/>
            </a:pPr>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en-US" noProof="0" smtClean="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eaLnBrk="0" hangingPunct="0">
              <a:defRPr sz="1200">
                <a:cs typeface="+mn-cs"/>
              </a:defRPr>
            </a:lvl1pPr>
          </a:lstStyle>
          <a:p>
            <a:pPr>
              <a:defRPr/>
            </a:pPr>
            <a:fld id="{50D9FA03-ED3F-4F6F-BA7A-3431F0A09B2F}" type="datetimeFigureOut">
              <a:rPr lang="en-US"/>
              <a:pPr>
                <a:defRPr/>
              </a:pPr>
              <a:t>8/17/16</a:t>
            </a:fld>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eaLnBrk="0" hangingPunct="0">
              <a:defRPr sz="1200">
                <a:cs typeface="+mn-cs"/>
              </a:defRPr>
            </a:lvl1pPr>
          </a:lstStyle>
          <a:p>
            <a:pPr>
              <a:defRPr/>
            </a:pPr>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eaLnBrk="0" hangingPunct="0">
              <a:defRPr sz="1200">
                <a:cs typeface="+mn-cs"/>
              </a:defRPr>
            </a:lvl1pPr>
          </a:lstStyle>
          <a:p>
            <a:pPr>
              <a:defRPr/>
            </a:pPr>
            <a:fld id="{5D9A2121-0F96-449C-97BB-E55E7D4D6120}" type="slidenum">
              <a:rPr lang="en-US"/>
              <a:pPr>
                <a:defRPr/>
              </a:pPr>
              <a:t>‹#›</a:t>
            </a:fld>
            <a:endParaRPr lang="en-US"/>
          </a:p>
        </p:txBody>
      </p:sp>
    </p:spTree>
    <p:extLst>
      <p:ext uri="{BB962C8B-B14F-4D97-AF65-F5344CB8AC3E}">
        <p14:creationId xmlns:p14="http://schemas.microsoft.com/office/powerpoint/2010/main" val="2039584163"/>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9.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4.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9.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7.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5.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9.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0.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7.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8.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9.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5.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2.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3.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7.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8.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5.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3.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5.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6.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7.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3.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4.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a:defRPr/>
            </a:pPr>
            <a:fld id="{5D9A2121-0F96-449C-97BB-E55E7D4D6120}" type="slidenum">
              <a:rPr lang="en-US" smtClean="0"/>
              <a:pPr>
                <a:defRPr/>
              </a:pPr>
              <a:t>1</a:t>
            </a:fld>
            <a:endParaRPr lang="en-US"/>
          </a:p>
        </p:txBody>
      </p:sp>
    </p:spTree>
    <p:extLst>
      <p:ext uri="{BB962C8B-B14F-4D97-AF65-F5344CB8AC3E}">
        <p14:creationId xmlns:p14="http://schemas.microsoft.com/office/powerpoint/2010/main" val="116148596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a:defRPr/>
            </a:pPr>
            <a:fld id="{5D9A2121-0F96-449C-97BB-E55E7D4D6120}" type="slidenum">
              <a:rPr lang="en-US" smtClean="0"/>
              <a:pPr>
                <a:defRPr/>
              </a:pPr>
              <a:t>2</a:t>
            </a:fld>
            <a:endParaRPr lang="en-US"/>
          </a:p>
        </p:txBody>
      </p:sp>
    </p:spTree>
    <p:extLst>
      <p:ext uri="{BB962C8B-B14F-4D97-AF65-F5344CB8AC3E}">
        <p14:creationId xmlns:p14="http://schemas.microsoft.com/office/powerpoint/2010/main" val="189962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a:defRPr/>
            </a:pPr>
            <a:fld id="{5D9A2121-0F96-449C-97BB-E55E7D4D6120}" type="slidenum">
              <a:rPr lang="en-US" smtClean="0"/>
              <a:pPr>
                <a:defRPr/>
              </a:pPr>
              <a:t>3</a:t>
            </a:fld>
            <a:endParaRPr lang="en-US"/>
          </a:p>
        </p:txBody>
      </p:sp>
    </p:spTree>
    <p:extLst>
      <p:ext uri="{BB962C8B-B14F-4D97-AF65-F5344CB8AC3E}">
        <p14:creationId xmlns:p14="http://schemas.microsoft.com/office/powerpoint/2010/main" val="207953167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a:defRPr/>
            </a:pPr>
            <a:fld id="{5D9A2121-0F96-449C-97BB-E55E7D4D6120}" type="slidenum">
              <a:rPr lang="en-US" smtClean="0"/>
              <a:pPr>
                <a:defRPr/>
              </a:pPr>
              <a:t>5</a:t>
            </a:fld>
            <a:endParaRPr lang="en-US"/>
          </a:p>
        </p:txBody>
      </p:sp>
    </p:spTree>
    <p:extLst>
      <p:ext uri="{BB962C8B-B14F-4D97-AF65-F5344CB8AC3E}">
        <p14:creationId xmlns:p14="http://schemas.microsoft.com/office/powerpoint/2010/main" val="24281413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10"/>
          </p:nvPr>
        </p:nvSpPr>
        <p:spPr/>
        <p:txBody>
          <a:bodyPr/>
          <a:lstStyle/>
          <a:p>
            <a:pPr>
              <a:defRPr/>
            </a:pPr>
            <a:r>
              <a:rPr lang="ar-SA" smtClean="0"/>
              <a:t>موسوعة تكنولوجيا التعليم</a:t>
            </a:r>
            <a:endParaRPr lang="en-US"/>
          </a:p>
        </p:txBody>
      </p:sp>
    </p:spTree>
    <p:extLst>
      <p:ext uri="{BB962C8B-B14F-4D97-AF65-F5344CB8AC3E}">
        <p14:creationId xmlns:p14="http://schemas.microsoft.com/office/powerpoint/2010/main" val="10669945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89" name="Slide Image Placeholder 1"/>
          <p:cNvSpPr>
            <a:spLocks noGrp="1" noRot="1" noChangeAspect="1"/>
          </p:cNvSpPr>
          <p:nvPr>
            <p:ph type="sldImg"/>
          </p:nvPr>
        </p:nvSpPr>
        <p:spPr bwMode="auto">
          <a:noFill/>
          <a:ln>
            <a:solidFill>
              <a:srgbClr val="000000"/>
            </a:solidFill>
            <a:miter lim="800000"/>
            <a:headEnd/>
            <a:tailEnd/>
          </a:ln>
        </p:spPr>
      </p:sp>
      <p:sp>
        <p:nvSpPr>
          <p:cNvPr id="473090"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73091"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246F1BDF-A98B-4378-84EC-23BDECBF18DE}" type="slidenum">
              <a:rPr lang="id-ID" smtClean="0">
                <a:solidFill>
                  <a:prstClr val="black"/>
                </a:solidFill>
                <a:cs typeface="Arial" charset="0"/>
              </a:rPr>
              <a:pPr/>
              <a:t>27</a:t>
            </a:fld>
            <a:endParaRPr lang="id-ID" smtClean="0">
              <a:solidFill>
                <a:prstClr val="black"/>
              </a:solidFill>
              <a:cs typeface="Arial" charset="0"/>
            </a:endParaRPr>
          </a:p>
        </p:txBody>
      </p:sp>
    </p:spTree>
    <p:extLst>
      <p:ext uri="{BB962C8B-B14F-4D97-AF65-F5344CB8AC3E}">
        <p14:creationId xmlns:p14="http://schemas.microsoft.com/office/powerpoint/2010/main" val="146517117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37</a:t>
            </a:fld>
            <a:endParaRPr lang="en-US">
              <a:solidFill>
                <a:prstClr val="black"/>
              </a:solidFill>
            </a:endParaRPr>
          </a:p>
        </p:txBody>
      </p:sp>
    </p:spTree>
    <p:extLst>
      <p:ext uri="{BB962C8B-B14F-4D97-AF65-F5344CB8AC3E}">
        <p14:creationId xmlns:p14="http://schemas.microsoft.com/office/powerpoint/2010/main" val="86030962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38</a:t>
            </a:fld>
            <a:endParaRPr lang="en-US">
              <a:solidFill>
                <a:prstClr val="black"/>
              </a:solidFill>
            </a:endParaRPr>
          </a:p>
        </p:txBody>
      </p:sp>
    </p:spTree>
    <p:extLst>
      <p:ext uri="{BB962C8B-B14F-4D97-AF65-F5344CB8AC3E}">
        <p14:creationId xmlns:p14="http://schemas.microsoft.com/office/powerpoint/2010/main" val="24742501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98</a:t>
            </a:fld>
            <a:endParaRPr lang="id-ID">
              <a:solidFill>
                <a:prstClr val="black"/>
              </a:solidFill>
            </a:endParaRPr>
          </a:p>
        </p:txBody>
      </p:sp>
    </p:spTree>
    <p:extLst>
      <p:ext uri="{BB962C8B-B14F-4D97-AF65-F5344CB8AC3E}">
        <p14:creationId xmlns:p14="http://schemas.microsoft.com/office/powerpoint/2010/main" val="182820644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99</a:t>
            </a:fld>
            <a:endParaRPr lang="id-ID">
              <a:solidFill>
                <a:prstClr val="black"/>
              </a:solidFill>
            </a:endParaRPr>
          </a:p>
        </p:txBody>
      </p:sp>
    </p:spTree>
    <p:extLst>
      <p:ext uri="{BB962C8B-B14F-4D97-AF65-F5344CB8AC3E}">
        <p14:creationId xmlns:p14="http://schemas.microsoft.com/office/powerpoint/2010/main" val="20859292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100</a:t>
            </a:fld>
            <a:endParaRPr lang="id-ID">
              <a:solidFill>
                <a:prstClr val="black"/>
              </a:solidFill>
            </a:endParaRPr>
          </a:p>
        </p:txBody>
      </p:sp>
    </p:spTree>
    <p:extLst>
      <p:ext uri="{BB962C8B-B14F-4D97-AF65-F5344CB8AC3E}">
        <p14:creationId xmlns:p14="http://schemas.microsoft.com/office/powerpoint/2010/main" val="303643700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Slide Image Placeholder 1"/>
          <p:cNvSpPr>
            <a:spLocks noGrp="1" noRot="1" noChangeAspect="1"/>
          </p:cNvSpPr>
          <p:nvPr>
            <p:ph type="sldImg"/>
          </p:nvPr>
        </p:nvSpPr>
        <p:spPr bwMode="auto">
          <a:noFill/>
          <a:ln>
            <a:solidFill>
              <a:srgbClr val="000000"/>
            </a:solidFill>
            <a:miter lim="800000"/>
            <a:headEnd/>
            <a:tailEnd/>
          </a:ln>
        </p:spPr>
      </p:sp>
      <p:sp>
        <p:nvSpPr>
          <p:cNvPr id="49766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9766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F69950D6-E6BE-481A-935E-FFFB1ADDF5CF}" type="slidenum">
              <a:rPr lang="id-ID" smtClean="0">
                <a:solidFill>
                  <a:srgbClr val="000000"/>
                </a:solidFill>
                <a:cs typeface="Arial" charset="0"/>
              </a:rPr>
              <a:pPr/>
              <a:t>110</a:t>
            </a:fld>
            <a:endParaRPr lang="id-ID" smtClean="0">
              <a:solidFill>
                <a:srgbClr val="000000"/>
              </a:solidFill>
              <a:cs typeface="Arial" charset="0"/>
            </a:endParaRPr>
          </a:p>
        </p:txBody>
      </p:sp>
    </p:spTree>
    <p:extLst>
      <p:ext uri="{BB962C8B-B14F-4D97-AF65-F5344CB8AC3E}">
        <p14:creationId xmlns:p14="http://schemas.microsoft.com/office/powerpoint/2010/main" val="3275413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Slide Image Placeholder 1"/>
          <p:cNvSpPr>
            <a:spLocks noGrp="1" noRot="1" noChangeAspect="1"/>
          </p:cNvSpPr>
          <p:nvPr>
            <p:ph type="sldImg"/>
          </p:nvPr>
        </p:nvSpPr>
        <p:spPr bwMode="auto">
          <a:noFill/>
          <a:ln>
            <a:solidFill>
              <a:srgbClr val="000000"/>
            </a:solidFill>
            <a:miter lim="800000"/>
            <a:headEnd/>
            <a:tailEnd/>
          </a:ln>
        </p:spPr>
      </p:sp>
      <p:sp>
        <p:nvSpPr>
          <p:cNvPr id="49766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9766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F69950D6-E6BE-481A-935E-FFFB1ADDF5CF}" type="slidenum">
              <a:rPr lang="id-ID" smtClean="0">
                <a:solidFill>
                  <a:srgbClr val="000000"/>
                </a:solidFill>
                <a:cs typeface="Arial" charset="0"/>
              </a:rPr>
              <a:pPr/>
              <a:t>111</a:t>
            </a:fld>
            <a:endParaRPr lang="id-ID" smtClean="0">
              <a:solidFill>
                <a:srgbClr val="000000"/>
              </a:solidFill>
              <a:cs typeface="Arial" charset="0"/>
            </a:endParaRPr>
          </a:p>
        </p:txBody>
      </p:sp>
    </p:spTree>
    <p:extLst>
      <p:ext uri="{BB962C8B-B14F-4D97-AF65-F5344CB8AC3E}">
        <p14:creationId xmlns:p14="http://schemas.microsoft.com/office/powerpoint/2010/main" val="157293499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Slide Image Placeholder 1"/>
          <p:cNvSpPr>
            <a:spLocks noGrp="1" noRot="1" noChangeAspect="1"/>
          </p:cNvSpPr>
          <p:nvPr>
            <p:ph type="sldImg"/>
          </p:nvPr>
        </p:nvSpPr>
        <p:spPr bwMode="auto">
          <a:noFill/>
          <a:ln>
            <a:solidFill>
              <a:srgbClr val="000000"/>
            </a:solidFill>
            <a:miter lim="800000"/>
            <a:headEnd/>
            <a:tailEnd/>
          </a:ln>
        </p:spPr>
      </p:sp>
      <p:sp>
        <p:nvSpPr>
          <p:cNvPr id="49766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9766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F69950D6-E6BE-481A-935E-FFFB1ADDF5CF}" type="slidenum">
              <a:rPr lang="id-ID" smtClean="0">
                <a:solidFill>
                  <a:srgbClr val="000000"/>
                </a:solidFill>
                <a:cs typeface="Arial" charset="0"/>
              </a:rPr>
              <a:pPr/>
              <a:t>112</a:t>
            </a:fld>
            <a:endParaRPr lang="id-ID" smtClean="0">
              <a:solidFill>
                <a:srgbClr val="000000"/>
              </a:solidFill>
              <a:cs typeface="Arial" charset="0"/>
            </a:endParaRPr>
          </a:p>
        </p:txBody>
      </p:sp>
    </p:spTree>
    <p:extLst>
      <p:ext uri="{BB962C8B-B14F-4D97-AF65-F5344CB8AC3E}">
        <p14:creationId xmlns:p14="http://schemas.microsoft.com/office/powerpoint/2010/main" val="39735965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125</a:t>
            </a:fld>
            <a:endParaRPr lang="en-US">
              <a:solidFill>
                <a:prstClr val="black"/>
              </a:solidFill>
            </a:endParaRPr>
          </a:p>
        </p:txBody>
      </p:sp>
    </p:spTree>
    <p:extLst>
      <p:ext uri="{BB962C8B-B14F-4D97-AF65-F5344CB8AC3E}">
        <p14:creationId xmlns:p14="http://schemas.microsoft.com/office/powerpoint/2010/main" val="133780075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CB707A31-FFF4-43E4-8A79-45809B1840D7}" type="slidenum">
              <a:rPr lang="en-AU" smtClean="0">
                <a:solidFill>
                  <a:prstClr val="black"/>
                </a:solidFill>
              </a:rPr>
              <a:pPr/>
              <a:t>126</a:t>
            </a:fld>
            <a:endParaRPr lang="en-AU">
              <a:solidFill>
                <a:prstClr val="black"/>
              </a:solidFill>
            </a:endParaRPr>
          </a:p>
        </p:txBody>
      </p:sp>
    </p:spTree>
    <p:extLst>
      <p:ext uri="{BB962C8B-B14F-4D97-AF65-F5344CB8AC3E}">
        <p14:creationId xmlns:p14="http://schemas.microsoft.com/office/powerpoint/2010/main" val="151023574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128</a:t>
            </a:fld>
            <a:endParaRPr lang="en-US">
              <a:solidFill>
                <a:prstClr val="black"/>
              </a:solidFill>
            </a:endParaRPr>
          </a:p>
        </p:txBody>
      </p:sp>
    </p:spTree>
    <p:extLst>
      <p:ext uri="{BB962C8B-B14F-4D97-AF65-F5344CB8AC3E}">
        <p14:creationId xmlns:p14="http://schemas.microsoft.com/office/powerpoint/2010/main" val="338848116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129</a:t>
            </a:fld>
            <a:endParaRPr lang="en-US">
              <a:solidFill>
                <a:prstClr val="black"/>
              </a:solidFill>
            </a:endParaRPr>
          </a:p>
        </p:txBody>
      </p:sp>
    </p:spTree>
    <p:extLst>
      <p:ext uri="{BB962C8B-B14F-4D97-AF65-F5344CB8AC3E}">
        <p14:creationId xmlns:p14="http://schemas.microsoft.com/office/powerpoint/2010/main" val="178744440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130</a:t>
            </a:fld>
            <a:endParaRPr lang="en-US">
              <a:solidFill>
                <a:prstClr val="black"/>
              </a:solidFill>
            </a:endParaRPr>
          </a:p>
        </p:txBody>
      </p:sp>
    </p:spTree>
    <p:extLst>
      <p:ext uri="{BB962C8B-B14F-4D97-AF65-F5344CB8AC3E}">
        <p14:creationId xmlns:p14="http://schemas.microsoft.com/office/powerpoint/2010/main" val="3489013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CB707A31-FFF4-43E4-8A79-45809B1840D7}" type="slidenum">
              <a:rPr lang="en-AU" smtClean="0">
                <a:solidFill>
                  <a:prstClr val="black"/>
                </a:solidFill>
              </a:rPr>
              <a:pPr/>
              <a:t>137</a:t>
            </a:fld>
            <a:endParaRPr lang="en-AU">
              <a:solidFill>
                <a:prstClr val="black"/>
              </a:solidFill>
            </a:endParaRPr>
          </a:p>
        </p:txBody>
      </p:sp>
    </p:spTree>
    <p:extLst>
      <p:ext uri="{BB962C8B-B14F-4D97-AF65-F5344CB8AC3E}">
        <p14:creationId xmlns:p14="http://schemas.microsoft.com/office/powerpoint/2010/main" val="198491193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174</a:t>
            </a:fld>
            <a:endParaRPr lang="en-US">
              <a:solidFill>
                <a:prstClr val="black"/>
              </a:solidFill>
            </a:endParaRPr>
          </a:p>
        </p:txBody>
      </p:sp>
    </p:spTree>
    <p:extLst>
      <p:ext uri="{BB962C8B-B14F-4D97-AF65-F5344CB8AC3E}">
        <p14:creationId xmlns:p14="http://schemas.microsoft.com/office/powerpoint/2010/main" val="297549193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175</a:t>
            </a:fld>
            <a:endParaRPr lang="en-US">
              <a:solidFill>
                <a:prstClr val="black"/>
              </a:solidFill>
            </a:endParaRPr>
          </a:p>
        </p:txBody>
      </p:sp>
    </p:spTree>
    <p:extLst>
      <p:ext uri="{BB962C8B-B14F-4D97-AF65-F5344CB8AC3E}">
        <p14:creationId xmlns:p14="http://schemas.microsoft.com/office/powerpoint/2010/main" val="239537353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178</a:t>
            </a:fld>
            <a:endParaRPr lang="en-US">
              <a:solidFill>
                <a:prstClr val="black"/>
              </a:solidFill>
            </a:endParaRPr>
          </a:p>
        </p:txBody>
      </p:sp>
    </p:spTree>
    <p:extLst>
      <p:ext uri="{BB962C8B-B14F-4D97-AF65-F5344CB8AC3E}">
        <p14:creationId xmlns:p14="http://schemas.microsoft.com/office/powerpoint/2010/main" val="65373059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179</a:t>
            </a:fld>
            <a:endParaRPr lang="en-US">
              <a:solidFill>
                <a:prstClr val="black"/>
              </a:solidFill>
            </a:endParaRPr>
          </a:p>
        </p:txBody>
      </p:sp>
    </p:spTree>
    <p:extLst>
      <p:ext uri="{BB962C8B-B14F-4D97-AF65-F5344CB8AC3E}">
        <p14:creationId xmlns:p14="http://schemas.microsoft.com/office/powerpoint/2010/main" val="300764580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Slide Image Placeholder 1"/>
          <p:cNvSpPr>
            <a:spLocks noGrp="1" noRot="1" noChangeAspect="1"/>
          </p:cNvSpPr>
          <p:nvPr>
            <p:ph type="sldImg"/>
          </p:nvPr>
        </p:nvSpPr>
        <p:spPr bwMode="auto">
          <a:noFill/>
          <a:ln>
            <a:solidFill>
              <a:srgbClr val="000000"/>
            </a:solidFill>
            <a:miter lim="800000"/>
            <a:headEnd/>
            <a:tailEnd/>
          </a:ln>
        </p:spPr>
      </p:sp>
      <p:sp>
        <p:nvSpPr>
          <p:cNvPr id="49766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9766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F69950D6-E6BE-481A-935E-FFFB1ADDF5CF}" type="slidenum">
              <a:rPr lang="id-ID" smtClean="0">
                <a:solidFill>
                  <a:srgbClr val="000000"/>
                </a:solidFill>
                <a:cs typeface="Arial" charset="0"/>
              </a:rPr>
              <a:pPr/>
              <a:t>196</a:t>
            </a:fld>
            <a:endParaRPr lang="id-ID" smtClean="0">
              <a:solidFill>
                <a:srgbClr val="000000"/>
              </a:solidFill>
              <a:cs typeface="Arial" charset="0"/>
            </a:endParaRPr>
          </a:p>
        </p:txBody>
      </p:sp>
    </p:spTree>
    <p:extLst>
      <p:ext uri="{BB962C8B-B14F-4D97-AF65-F5344CB8AC3E}">
        <p14:creationId xmlns:p14="http://schemas.microsoft.com/office/powerpoint/2010/main" val="245980644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Slide Image Placeholder 1"/>
          <p:cNvSpPr>
            <a:spLocks noGrp="1" noRot="1" noChangeAspect="1"/>
          </p:cNvSpPr>
          <p:nvPr>
            <p:ph type="sldImg"/>
          </p:nvPr>
        </p:nvSpPr>
        <p:spPr bwMode="auto">
          <a:noFill/>
          <a:ln>
            <a:solidFill>
              <a:srgbClr val="000000"/>
            </a:solidFill>
            <a:miter lim="800000"/>
            <a:headEnd/>
            <a:tailEnd/>
          </a:ln>
        </p:spPr>
      </p:sp>
      <p:sp>
        <p:nvSpPr>
          <p:cNvPr id="49766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9766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F69950D6-E6BE-481A-935E-FFFB1ADDF5CF}" type="slidenum">
              <a:rPr lang="id-ID" smtClean="0">
                <a:solidFill>
                  <a:srgbClr val="000000"/>
                </a:solidFill>
                <a:cs typeface="Arial" charset="0"/>
              </a:rPr>
              <a:pPr/>
              <a:t>197</a:t>
            </a:fld>
            <a:endParaRPr lang="id-ID" smtClean="0">
              <a:solidFill>
                <a:srgbClr val="000000"/>
              </a:solidFill>
              <a:cs typeface="Arial" charset="0"/>
            </a:endParaRPr>
          </a:p>
        </p:txBody>
      </p:sp>
    </p:spTree>
    <p:extLst>
      <p:ext uri="{BB962C8B-B14F-4D97-AF65-F5344CB8AC3E}">
        <p14:creationId xmlns:p14="http://schemas.microsoft.com/office/powerpoint/2010/main" val="173016907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Slide Image Placeholder 1"/>
          <p:cNvSpPr>
            <a:spLocks noGrp="1" noRot="1" noChangeAspect="1"/>
          </p:cNvSpPr>
          <p:nvPr>
            <p:ph type="sldImg"/>
          </p:nvPr>
        </p:nvSpPr>
        <p:spPr bwMode="auto">
          <a:noFill/>
          <a:ln>
            <a:solidFill>
              <a:srgbClr val="000000"/>
            </a:solidFill>
            <a:miter lim="800000"/>
            <a:headEnd/>
            <a:tailEnd/>
          </a:ln>
        </p:spPr>
      </p:sp>
      <p:sp>
        <p:nvSpPr>
          <p:cNvPr id="49766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9766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F69950D6-E6BE-481A-935E-FFFB1ADDF5CF}" type="slidenum">
              <a:rPr lang="id-ID" smtClean="0">
                <a:solidFill>
                  <a:srgbClr val="000000"/>
                </a:solidFill>
                <a:cs typeface="Arial" charset="0"/>
              </a:rPr>
              <a:pPr/>
              <a:t>198</a:t>
            </a:fld>
            <a:endParaRPr lang="id-ID" smtClean="0">
              <a:solidFill>
                <a:srgbClr val="000000"/>
              </a:solidFill>
              <a:cs typeface="Arial" charset="0"/>
            </a:endParaRPr>
          </a:p>
        </p:txBody>
      </p:sp>
    </p:spTree>
    <p:extLst>
      <p:ext uri="{BB962C8B-B14F-4D97-AF65-F5344CB8AC3E}">
        <p14:creationId xmlns:p14="http://schemas.microsoft.com/office/powerpoint/2010/main" val="158018467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Slide Image Placeholder 1"/>
          <p:cNvSpPr>
            <a:spLocks noGrp="1" noRot="1" noChangeAspect="1"/>
          </p:cNvSpPr>
          <p:nvPr>
            <p:ph type="sldImg"/>
          </p:nvPr>
        </p:nvSpPr>
        <p:spPr bwMode="auto">
          <a:noFill/>
          <a:ln>
            <a:solidFill>
              <a:srgbClr val="000000"/>
            </a:solidFill>
            <a:miter lim="800000"/>
            <a:headEnd/>
            <a:tailEnd/>
          </a:ln>
        </p:spPr>
      </p:sp>
      <p:sp>
        <p:nvSpPr>
          <p:cNvPr id="49766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9766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F69950D6-E6BE-481A-935E-FFFB1ADDF5CF}" type="slidenum">
              <a:rPr lang="id-ID" smtClean="0">
                <a:solidFill>
                  <a:srgbClr val="000000"/>
                </a:solidFill>
                <a:cs typeface="Arial" charset="0"/>
              </a:rPr>
              <a:pPr/>
              <a:t>199</a:t>
            </a:fld>
            <a:endParaRPr lang="id-ID" smtClean="0">
              <a:solidFill>
                <a:srgbClr val="000000"/>
              </a:solidFill>
              <a:cs typeface="Arial" charset="0"/>
            </a:endParaRPr>
          </a:p>
        </p:txBody>
      </p:sp>
    </p:spTree>
    <p:extLst>
      <p:ext uri="{BB962C8B-B14F-4D97-AF65-F5344CB8AC3E}">
        <p14:creationId xmlns:p14="http://schemas.microsoft.com/office/powerpoint/2010/main" val="209193311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Slide Image Placeholder 1"/>
          <p:cNvSpPr>
            <a:spLocks noGrp="1" noRot="1" noChangeAspect="1"/>
          </p:cNvSpPr>
          <p:nvPr>
            <p:ph type="sldImg"/>
          </p:nvPr>
        </p:nvSpPr>
        <p:spPr bwMode="auto">
          <a:noFill/>
          <a:ln>
            <a:solidFill>
              <a:srgbClr val="000000"/>
            </a:solidFill>
            <a:miter lim="800000"/>
            <a:headEnd/>
            <a:tailEnd/>
          </a:ln>
        </p:spPr>
      </p:sp>
      <p:sp>
        <p:nvSpPr>
          <p:cNvPr id="49766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9766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F69950D6-E6BE-481A-935E-FFFB1ADDF5CF}" type="slidenum">
              <a:rPr lang="id-ID" smtClean="0">
                <a:solidFill>
                  <a:srgbClr val="000000"/>
                </a:solidFill>
                <a:cs typeface="Arial" charset="0"/>
              </a:rPr>
              <a:pPr/>
              <a:t>200</a:t>
            </a:fld>
            <a:endParaRPr lang="id-ID" smtClean="0">
              <a:solidFill>
                <a:srgbClr val="000000"/>
              </a:solidFill>
              <a:cs typeface="Arial" charset="0"/>
            </a:endParaRPr>
          </a:p>
        </p:txBody>
      </p:sp>
    </p:spTree>
    <p:extLst>
      <p:ext uri="{BB962C8B-B14F-4D97-AF65-F5344CB8AC3E}">
        <p14:creationId xmlns:p14="http://schemas.microsoft.com/office/powerpoint/2010/main" val="33977109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235853700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319537734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73667357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227248947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96734736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39529762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266</a:t>
            </a:fld>
            <a:endParaRPr lang="en-US">
              <a:solidFill>
                <a:prstClr val="black"/>
              </a:solidFill>
            </a:endParaRPr>
          </a:p>
        </p:txBody>
      </p:sp>
    </p:spTree>
    <p:extLst>
      <p:ext uri="{BB962C8B-B14F-4D97-AF65-F5344CB8AC3E}">
        <p14:creationId xmlns:p14="http://schemas.microsoft.com/office/powerpoint/2010/main" val="120413918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57937003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272</a:t>
            </a:fld>
            <a:endParaRPr lang="en-US">
              <a:solidFill>
                <a:prstClr val="black"/>
              </a:solidFill>
            </a:endParaRPr>
          </a:p>
        </p:txBody>
      </p:sp>
    </p:spTree>
    <p:extLst>
      <p:ext uri="{BB962C8B-B14F-4D97-AF65-F5344CB8AC3E}">
        <p14:creationId xmlns:p14="http://schemas.microsoft.com/office/powerpoint/2010/main" val="115393723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278</a:t>
            </a:fld>
            <a:endParaRPr lang="en-US">
              <a:solidFill>
                <a:prstClr val="black"/>
              </a:solidFill>
            </a:endParaRPr>
          </a:p>
        </p:txBody>
      </p:sp>
    </p:spTree>
    <p:extLst>
      <p:ext uri="{BB962C8B-B14F-4D97-AF65-F5344CB8AC3E}">
        <p14:creationId xmlns:p14="http://schemas.microsoft.com/office/powerpoint/2010/main" val="2947150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280</a:t>
            </a:fld>
            <a:endParaRPr lang="en-US">
              <a:solidFill>
                <a:prstClr val="black"/>
              </a:solidFill>
            </a:endParaRPr>
          </a:p>
        </p:txBody>
      </p:sp>
    </p:spTree>
    <p:extLst>
      <p:ext uri="{BB962C8B-B14F-4D97-AF65-F5344CB8AC3E}">
        <p14:creationId xmlns:p14="http://schemas.microsoft.com/office/powerpoint/2010/main" val="42430510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282</a:t>
            </a:fld>
            <a:endParaRPr lang="en-US">
              <a:solidFill>
                <a:prstClr val="black"/>
              </a:solidFill>
            </a:endParaRPr>
          </a:p>
        </p:txBody>
      </p:sp>
    </p:spTree>
    <p:extLst>
      <p:ext uri="{BB962C8B-B14F-4D97-AF65-F5344CB8AC3E}">
        <p14:creationId xmlns:p14="http://schemas.microsoft.com/office/powerpoint/2010/main" val="127763185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283</a:t>
            </a:fld>
            <a:endParaRPr lang="en-US">
              <a:solidFill>
                <a:prstClr val="black"/>
              </a:solidFill>
            </a:endParaRPr>
          </a:p>
        </p:txBody>
      </p:sp>
    </p:spTree>
    <p:extLst>
      <p:ext uri="{BB962C8B-B14F-4D97-AF65-F5344CB8AC3E}">
        <p14:creationId xmlns:p14="http://schemas.microsoft.com/office/powerpoint/2010/main" val="159300195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285</a:t>
            </a:fld>
            <a:endParaRPr lang="en-US">
              <a:solidFill>
                <a:prstClr val="black"/>
              </a:solidFill>
            </a:endParaRPr>
          </a:p>
        </p:txBody>
      </p:sp>
    </p:spTree>
    <p:extLst>
      <p:ext uri="{BB962C8B-B14F-4D97-AF65-F5344CB8AC3E}">
        <p14:creationId xmlns:p14="http://schemas.microsoft.com/office/powerpoint/2010/main" val="112058266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90027711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21585617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04337986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92906517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298</a:t>
            </a:fld>
            <a:endParaRPr lang="en-US">
              <a:solidFill>
                <a:prstClr val="black"/>
              </a:solidFill>
            </a:endParaRPr>
          </a:p>
        </p:txBody>
      </p:sp>
    </p:spTree>
    <p:extLst>
      <p:ext uri="{BB962C8B-B14F-4D97-AF65-F5344CB8AC3E}">
        <p14:creationId xmlns:p14="http://schemas.microsoft.com/office/powerpoint/2010/main" val="123562437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9369283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49263079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44238039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2042051282"/>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89783597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31558081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212135060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70078779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81709353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542683899"/>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88664098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61522381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669906126"/>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21890674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83586758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208398172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521122916"/>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54910239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66463312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25368783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79936528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21890690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206465183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85588787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98971771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1145290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28342829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70843992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08176268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75129994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27270617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58196693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117150395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93691430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685765728"/>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7638" y="514350"/>
            <a:ext cx="4570412"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smtClean="0">
                <a:solidFill>
                  <a:prstClr val="black"/>
                </a:solidFill>
              </a:rPr>
              <a:t>My First Template</a:t>
            </a:r>
            <a:endParaRPr lang="en-US" dirty="0">
              <a:solidFill>
                <a:prstClr val="black"/>
              </a:solidFill>
            </a:endParaRPr>
          </a:p>
        </p:txBody>
      </p:sp>
    </p:spTree>
    <p:extLst>
      <p:ext uri="{BB962C8B-B14F-4D97-AF65-F5344CB8AC3E}">
        <p14:creationId xmlns:p14="http://schemas.microsoft.com/office/powerpoint/2010/main" val="9772804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NUL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NUL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NUL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NUL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NUL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NUL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NUL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NUL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NUL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NUL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27.xml"/><Relationship Id="rId2" Type="http://schemas.openxmlformats.org/officeDocument/2006/relationships/image" Target="../media/image2.png"/></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28.xml"/><Relationship Id="rId2" Type="http://schemas.openxmlformats.org/officeDocument/2006/relationships/image" Target="../media/image2.png"/></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29.xml"/><Relationship Id="rId2" Type="http://schemas.openxmlformats.org/officeDocument/2006/relationships/image" Target="../media/image2.png"/></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pPr>
              <a:defRPr/>
            </a:pPr>
            <a:fld id="{7BD0DF76-7922-450C-A811-805EF0484EA3}" type="datetimeFigureOut">
              <a:rPr lang="en-US" altLang="en-US" smtClean="0"/>
              <a:pPr>
                <a:defRPr/>
              </a:pPr>
              <a:t>8/17/16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ltLang="en-US"/>
          </a:p>
        </p:txBody>
      </p:sp>
      <p:sp>
        <p:nvSpPr>
          <p:cNvPr id="6" name="Slide Number Placeholder 5"/>
          <p:cNvSpPr>
            <a:spLocks noGrp="1"/>
          </p:cNvSpPr>
          <p:nvPr>
            <p:ph type="sldNum" sz="quarter" idx="12"/>
          </p:nvPr>
        </p:nvSpPr>
        <p:spPr/>
        <p:txBody>
          <a:bodyPr/>
          <a:lstStyle>
            <a:lvl1pPr>
              <a:defRPr/>
            </a:lvl1pPr>
          </a:lstStyle>
          <a:p>
            <a:pPr>
              <a:defRPr/>
            </a:pPr>
            <a:fld id="{6C874E79-F982-4134-8E67-C527FC16946D}"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61B2097E-4BBD-4B2D-9937-5C2400A43FC4}" type="datetimeFigureOut">
              <a:rPr lang="en-US" altLang="en-US" smtClean="0"/>
              <a:pPr>
                <a:defRPr/>
              </a:pPr>
              <a:t>8/17/16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ltLang="en-US"/>
          </a:p>
        </p:txBody>
      </p:sp>
      <p:sp>
        <p:nvSpPr>
          <p:cNvPr id="6" name="Slide Number Placeholder 5"/>
          <p:cNvSpPr>
            <a:spLocks noGrp="1"/>
          </p:cNvSpPr>
          <p:nvPr>
            <p:ph type="sldNum" sz="quarter" idx="12"/>
          </p:nvPr>
        </p:nvSpPr>
        <p:spPr/>
        <p:txBody>
          <a:bodyPr/>
          <a:lstStyle>
            <a:lvl1pPr>
              <a:defRPr/>
            </a:lvl1pPr>
          </a:lstStyle>
          <a:p>
            <a:pPr>
              <a:defRPr/>
            </a:pPr>
            <a:fld id="{94150626-0DF8-4519-9B56-15AB7C95B2AC}"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fld id="{2625D937-31BD-4748-BB77-A0CF0A60C8FA}" type="datetimeFigureOut">
              <a:rPr lang="en-US" altLang="en-US" smtClean="0"/>
              <a:pPr>
                <a:defRPr/>
              </a:pPr>
              <a:t>8/17/16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ltLang="en-US"/>
          </a:p>
        </p:txBody>
      </p:sp>
      <p:sp>
        <p:nvSpPr>
          <p:cNvPr id="6" name="Slide Number Placeholder 5"/>
          <p:cNvSpPr>
            <a:spLocks noGrp="1"/>
          </p:cNvSpPr>
          <p:nvPr>
            <p:ph type="sldNum" sz="quarter" idx="12"/>
          </p:nvPr>
        </p:nvSpPr>
        <p:spPr/>
        <p:txBody>
          <a:bodyPr/>
          <a:lstStyle>
            <a:lvl1pPr>
              <a:defRPr/>
            </a:lvl1pPr>
          </a:lstStyle>
          <a:p>
            <a:pPr>
              <a:defRPr/>
            </a:pPr>
            <a:fld id="{E2914BB3-B0E9-42D4-8FAB-BFA969E691EE}"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6A8FB099-7CED-44C4-844B-BA4850C3FD8A}" type="datetimeFigureOut">
              <a:rPr lang="en-US" altLang="en-US" smtClean="0"/>
              <a:pPr>
                <a:defRPr/>
              </a:pPr>
              <a:t>8/17/16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ltLang="en-US"/>
          </a:p>
        </p:txBody>
      </p:sp>
      <p:sp>
        <p:nvSpPr>
          <p:cNvPr id="7" name="Slide Number Placeholder 5"/>
          <p:cNvSpPr>
            <a:spLocks noGrp="1"/>
          </p:cNvSpPr>
          <p:nvPr>
            <p:ph type="sldNum" sz="quarter" idx="12"/>
          </p:nvPr>
        </p:nvSpPr>
        <p:spPr/>
        <p:txBody>
          <a:bodyPr/>
          <a:lstStyle>
            <a:lvl1pPr>
              <a:defRPr/>
            </a:lvl1pPr>
          </a:lstStyle>
          <a:p>
            <a:pPr>
              <a:defRPr/>
            </a:pPr>
            <a:fld id="{AD0E5F54-DF23-4610-B6B1-62A32A406C04}"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3"/>
          <p:cNvSpPr>
            <a:spLocks noGrp="1"/>
          </p:cNvSpPr>
          <p:nvPr>
            <p:ph type="dt" sz="half" idx="10"/>
          </p:nvPr>
        </p:nvSpPr>
        <p:spPr/>
        <p:txBody>
          <a:bodyPr/>
          <a:lstStyle>
            <a:lvl1pPr>
              <a:defRPr/>
            </a:lvl1pPr>
          </a:lstStyle>
          <a:p>
            <a:pPr>
              <a:defRPr/>
            </a:pPr>
            <a:fld id="{62E92A69-A221-4342-A0BD-762E5D1CC654}" type="datetimeFigureOut">
              <a:rPr lang="en-US" altLang="en-US" smtClean="0"/>
              <a:pPr>
                <a:defRPr/>
              </a:pPr>
              <a:t>8/17/16</a:t>
            </a:fld>
            <a:endParaRPr lang="en-US" altLang="en-US"/>
          </a:p>
        </p:txBody>
      </p:sp>
      <p:sp>
        <p:nvSpPr>
          <p:cNvPr id="8" name="Footer Placeholder 4"/>
          <p:cNvSpPr>
            <a:spLocks noGrp="1"/>
          </p:cNvSpPr>
          <p:nvPr>
            <p:ph type="ftr" sz="quarter" idx="11"/>
          </p:nvPr>
        </p:nvSpPr>
        <p:spPr/>
        <p:txBody>
          <a:bodyPr/>
          <a:lstStyle>
            <a:lvl1pPr>
              <a:defRPr/>
            </a:lvl1pPr>
          </a:lstStyle>
          <a:p>
            <a:pPr>
              <a:defRPr/>
            </a:pPr>
            <a:endParaRPr lang="en-US" altLang="en-US"/>
          </a:p>
        </p:txBody>
      </p:sp>
      <p:sp>
        <p:nvSpPr>
          <p:cNvPr id="9" name="Slide Number Placeholder 5"/>
          <p:cNvSpPr>
            <a:spLocks noGrp="1"/>
          </p:cNvSpPr>
          <p:nvPr>
            <p:ph type="sldNum" sz="quarter" idx="12"/>
          </p:nvPr>
        </p:nvSpPr>
        <p:spPr/>
        <p:txBody>
          <a:bodyPr/>
          <a:lstStyle>
            <a:lvl1pPr>
              <a:defRPr/>
            </a:lvl1pPr>
          </a:lstStyle>
          <a:p>
            <a:pPr>
              <a:defRPr/>
            </a:pPr>
            <a:fld id="{20EF772D-394F-4F58-BB1F-AC87ADC94F85}"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3"/>
          <p:cNvSpPr>
            <a:spLocks noGrp="1"/>
          </p:cNvSpPr>
          <p:nvPr>
            <p:ph type="dt" sz="half" idx="10"/>
          </p:nvPr>
        </p:nvSpPr>
        <p:spPr/>
        <p:txBody>
          <a:bodyPr/>
          <a:lstStyle>
            <a:lvl1pPr>
              <a:defRPr/>
            </a:lvl1pPr>
          </a:lstStyle>
          <a:p>
            <a:pPr>
              <a:defRPr/>
            </a:pPr>
            <a:fld id="{4855C710-F143-4247-A639-2A16D5CF6627}" type="datetimeFigureOut">
              <a:rPr lang="en-US" altLang="en-US" smtClean="0"/>
              <a:pPr>
                <a:defRPr/>
              </a:pPr>
              <a:t>8/17/16</a:t>
            </a:fld>
            <a:endParaRPr lang="en-US" altLang="en-US"/>
          </a:p>
        </p:txBody>
      </p:sp>
      <p:sp>
        <p:nvSpPr>
          <p:cNvPr id="4" name="Footer Placeholder 4"/>
          <p:cNvSpPr>
            <a:spLocks noGrp="1"/>
          </p:cNvSpPr>
          <p:nvPr>
            <p:ph type="ftr" sz="quarter" idx="11"/>
          </p:nvPr>
        </p:nvSpPr>
        <p:spPr/>
        <p:txBody>
          <a:bodyPr/>
          <a:lstStyle>
            <a:lvl1pPr>
              <a:defRPr/>
            </a:lvl1pPr>
          </a:lstStyle>
          <a:p>
            <a:pPr>
              <a:defRPr/>
            </a:pPr>
            <a:endParaRPr lang="en-US" altLang="en-US"/>
          </a:p>
        </p:txBody>
      </p:sp>
      <p:sp>
        <p:nvSpPr>
          <p:cNvPr id="5" name="Slide Number Placeholder 5"/>
          <p:cNvSpPr>
            <a:spLocks noGrp="1"/>
          </p:cNvSpPr>
          <p:nvPr>
            <p:ph type="sldNum" sz="quarter" idx="12"/>
          </p:nvPr>
        </p:nvSpPr>
        <p:spPr/>
        <p:txBody>
          <a:bodyPr/>
          <a:lstStyle>
            <a:lvl1pPr>
              <a:defRPr/>
            </a:lvl1pPr>
          </a:lstStyle>
          <a:p>
            <a:pPr>
              <a:defRPr/>
            </a:pPr>
            <a:fld id="{0EAAC29B-B2AA-4429-9D16-00B40816E9EF}"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7B405F70-7B7A-4EC5-ABC5-C4A778406EEF}" type="datetimeFigureOut">
              <a:rPr lang="en-US" altLang="en-US" smtClean="0"/>
              <a:pPr>
                <a:defRPr/>
              </a:pPr>
              <a:t>8/17/16</a:t>
            </a:fld>
            <a:endParaRPr lang="en-US" altLang="en-US"/>
          </a:p>
        </p:txBody>
      </p:sp>
      <p:sp>
        <p:nvSpPr>
          <p:cNvPr id="3" name="Footer Placeholder 4"/>
          <p:cNvSpPr>
            <a:spLocks noGrp="1"/>
          </p:cNvSpPr>
          <p:nvPr>
            <p:ph type="ftr" sz="quarter" idx="11"/>
          </p:nvPr>
        </p:nvSpPr>
        <p:spPr/>
        <p:txBody>
          <a:bodyPr/>
          <a:lstStyle>
            <a:lvl1pPr>
              <a:defRPr/>
            </a:lvl1pPr>
          </a:lstStyle>
          <a:p>
            <a:pPr>
              <a:defRPr/>
            </a:pPr>
            <a:endParaRPr lang="en-US" altLang="en-US"/>
          </a:p>
        </p:txBody>
      </p:sp>
      <p:sp>
        <p:nvSpPr>
          <p:cNvPr id="4" name="Slide Number Placeholder 5"/>
          <p:cNvSpPr>
            <a:spLocks noGrp="1"/>
          </p:cNvSpPr>
          <p:nvPr>
            <p:ph type="sldNum" sz="quarter" idx="12"/>
          </p:nvPr>
        </p:nvSpPr>
        <p:spPr/>
        <p:txBody>
          <a:bodyPr/>
          <a:lstStyle>
            <a:lvl1pPr>
              <a:defRPr/>
            </a:lvl1pPr>
          </a:lstStyle>
          <a:p>
            <a:pPr>
              <a:defRPr/>
            </a:pPr>
            <a:fld id="{EF46C066-2CC3-4540-9D04-1BEDCB40FC7E}"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D655AFAA-C1E6-4AD6-B702-8348D5CA299E}" type="datetimeFigureOut">
              <a:rPr lang="en-US" altLang="en-US" smtClean="0"/>
              <a:pPr>
                <a:defRPr/>
              </a:pPr>
              <a:t>8/17/16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ltLang="en-US"/>
          </a:p>
        </p:txBody>
      </p:sp>
      <p:sp>
        <p:nvSpPr>
          <p:cNvPr id="7" name="Slide Number Placeholder 5"/>
          <p:cNvSpPr>
            <a:spLocks noGrp="1"/>
          </p:cNvSpPr>
          <p:nvPr>
            <p:ph type="sldNum" sz="quarter" idx="12"/>
          </p:nvPr>
        </p:nvSpPr>
        <p:spPr/>
        <p:txBody>
          <a:bodyPr/>
          <a:lstStyle>
            <a:lvl1pPr>
              <a:defRPr/>
            </a:lvl1pPr>
          </a:lstStyle>
          <a:p>
            <a:pPr>
              <a:defRPr/>
            </a:pPr>
            <a:fld id="{73E42404-E510-4EAD-8770-D82EFFE2FC82}"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423AE2FF-3D53-48A5-85E5-9E350CE7AA07}" type="datetimeFigureOut">
              <a:rPr lang="en-US" altLang="en-US" smtClean="0"/>
              <a:pPr>
                <a:defRPr/>
              </a:pPr>
              <a:t>8/17/16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ltLang="en-US"/>
          </a:p>
        </p:txBody>
      </p:sp>
      <p:sp>
        <p:nvSpPr>
          <p:cNvPr id="7" name="Slide Number Placeholder 5"/>
          <p:cNvSpPr>
            <a:spLocks noGrp="1"/>
          </p:cNvSpPr>
          <p:nvPr>
            <p:ph type="sldNum" sz="quarter" idx="12"/>
          </p:nvPr>
        </p:nvSpPr>
        <p:spPr/>
        <p:txBody>
          <a:bodyPr/>
          <a:lstStyle>
            <a:lvl1pPr>
              <a:defRPr/>
            </a:lvl1pPr>
          </a:lstStyle>
          <a:p>
            <a:pPr>
              <a:defRPr/>
            </a:pPr>
            <a:fld id="{5FFEE715-D206-4C9A-BE2C-572379C68A7B}"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0B2E4F86-5B80-4056-920D-9D861000534F}" type="datetimeFigureOut">
              <a:rPr lang="en-US" altLang="en-US" smtClean="0"/>
              <a:pPr>
                <a:defRPr/>
              </a:pPr>
              <a:t>8/17/16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ltLang="en-US"/>
          </a:p>
        </p:txBody>
      </p:sp>
      <p:sp>
        <p:nvSpPr>
          <p:cNvPr id="6" name="Slide Number Placeholder 5"/>
          <p:cNvSpPr>
            <a:spLocks noGrp="1"/>
          </p:cNvSpPr>
          <p:nvPr>
            <p:ph type="sldNum" sz="quarter" idx="12"/>
          </p:nvPr>
        </p:nvSpPr>
        <p:spPr/>
        <p:txBody>
          <a:bodyPr/>
          <a:lstStyle>
            <a:lvl1pPr>
              <a:defRPr/>
            </a:lvl1pPr>
          </a:lstStyle>
          <a:p>
            <a:pPr>
              <a:defRPr/>
            </a:pPr>
            <a:fld id="{F7FA552E-1FFC-471A-8DB9-DDA222414FED}"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CF5EF3A3-8A89-4AD8-A60A-B232D365F831}" type="datetimeFigureOut">
              <a:rPr lang="en-US" altLang="en-US" smtClean="0"/>
              <a:pPr>
                <a:defRPr/>
              </a:pPr>
              <a:t>8/17/16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ltLang="en-US"/>
          </a:p>
        </p:txBody>
      </p:sp>
      <p:sp>
        <p:nvSpPr>
          <p:cNvPr id="6" name="Slide Number Placeholder 5"/>
          <p:cNvSpPr>
            <a:spLocks noGrp="1"/>
          </p:cNvSpPr>
          <p:nvPr>
            <p:ph type="sldNum" sz="quarter" idx="12"/>
          </p:nvPr>
        </p:nvSpPr>
        <p:spPr/>
        <p:txBody>
          <a:bodyPr/>
          <a:lstStyle>
            <a:lvl1pPr>
              <a:defRPr/>
            </a:lvl1pPr>
          </a:lstStyle>
          <a:p>
            <a:pPr>
              <a:defRPr/>
            </a:pPr>
            <a:fld id="{CC55BA6E-905B-4C9D-B169-BF824F41387B}"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BF3F10F2-EDB8-42B1-AA39-62EF0A38A6F7}" type="datetimeFigureOut">
              <a:rPr lang="id-ID" smtClean="0"/>
              <a:pPr>
                <a:defRPr/>
              </a:pPr>
              <a:t>17/08/16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8A648D8-E300-40D9-BBCE-6449401FB797}"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9D60AA1-483D-42F3-9658-011ECFA57E20}" type="datetimeFigureOut">
              <a:rPr lang="id-ID" smtClean="0"/>
              <a:pPr>
                <a:defRPr/>
              </a:pPr>
              <a:t>17/08/16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D07901B-3FD4-4392-ACA9-A3C9A5202785}"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0578778-5E41-472D-A76E-6543C20539D0}" type="datetimeFigureOut">
              <a:rPr lang="id-ID" smtClean="0"/>
              <a:pPr>
                <a:defRPr/>
              </a:pPr>
              <a:t>17/08/16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6B12FA48-C6ED-4866-B763-C065A3083F8C}"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C78CA73-3C4E-4026-AD6B-6F23C878F1EB}" type="datetimeFigureOut">
              <a:rPr lang="id-ID" smtClean="0"/>
              <a:pPr>
                <a:defRPr/>
              </a:pPr>
              <a:t>17/08/16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78EDC0E-42B3-4B6B-AF58-D0513D9A4A43}"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451C45E5-97B1-443B-A433-EAEFFA0E9257}" type="datetimeFigureOut">
              <a:rPr lang="id-ID" smtClean="0"/>
              <a:pPr>
                <a:defRPr/>
              </a:pPr>
              <a:t>17/08/16</a:t>
            </a:fld>
            <a:endParaRPr lang="id-ID"/>
          </a:p>
        </p:txBody>
      </p:sp>
      <p:sp>
        <p:nvSpPr>
          <p:cNvPr id="8" name="Footer Placeholder 7"/>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id-ID"/>
          </a:p>
        </p:txBody>
      </p:sp>
      <p:sp>
        <p:nvSpPr>
          <p:cNvPr id="9" name="Slide Number Placeholder 8"/>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D3C892C-1F3D-42D5-8A2F-71FFB87A3AE7}"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AA64CFB-ED0A-4AA6-8CBB-558DFE91AD1F}" type="datetimeFigureOut">
              <a:rPr lang="id-ID" smtClean="0"/>
              <a:pPr>
                <a:defRPr/>
              </a:pPr>
              <a:t>17/08/16</a:t>
            </a:fld>
            <a:endParaRPr lang="id-ID"/>
          </a:p>
        </p:txBody>
      </p:sp>
      <p:sp>
        <p:nvSpPr>
          <p:cNvPr id="4" name="Footer Placeholder 3"/>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id-ID"/>
          </a:p>
        </p:txBody>
      </p:sp>
      <p:sp>
        <p:nvSpPr>
          <p:cNvPr id="5" name="Slide Number Placeholder 4"/>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3AC1C44-C447-4581-B4D6-4A96D3FE2460}"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0A9B36E6-0C1C-447B-BF46-54E601B01E0F}" type="datetimeFigureOut">
              <a:rPr lang="id-ID" smtClean="0"/>
              <a:pPr>
                <a:defRPr/>
              </a:pPr>
              <a:t>17/08/16</a:t>
            </a:fld>
            <a:endParaRPr lang="id-ID"/>
          </a:p>
        </p:txBody>
      </p:sp>
      <p:sp>
        <p:nvSpPr>
          <p:cNvPr id="3" name="Footer Placeholder 2"/>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id-ID"/>
          </a:p>
        </p:txBody>
      </p:sp>
      <p:sp>
        <p:nvSpPr>
          <p:cNvPr id="4" name="Slide Number Placeholder 3"/>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4A5628C-59F4-41E3-A575-462B0A98A396}"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679B9EB6-B7AE-4C84-AD60-F4D7FDF946E5}" type="datetimeFigureOut">
              <a:rPr lang="id-ID" smtClean="0"/>
              <a:pPr>
                <a:defRPr/>
              </a:pPr>
              <a:t>17/08/16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98A7E57-0AC9-4377-A693-91651123BDAC}"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D631B52-83D5-4715-844A-FF9A9B9C9FF8}" type="datetimeFigureOut">
              <a:rPr lang="id-ID" smtClean="0"/>
              <a:pPr>
                <a:defRPr/>
              </a:pPr>
              <a:t>17/08/16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BB3765F9-DBBF-4CF4-9B38-75F637C9C6D6}"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AA14F7F-AC3A-45EC-A1F4-826B8F769E5D}" type="datetimeFigureOut">
              <a:rPr lang="id-ID" smtClean="0"/>
              <a:pPr>
                <a:defRPr/>
              </a:pPr>
              <a:t>17/08/16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452DE50-A611-48DE-B3AB-DA5D55B273E3}"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3BFB04E-B3AC-488A-B657-9E6991467D42}" type="datetimeFigureOut">
              <a:rPr lang="id-ID" smtClean="0"/>
              <a:pPr>
                <a:defRPr/>
              </a:pPr>
              <a:t>17/08/16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80AA319-0B3E-4752-A3F4-5703E5A4B324}"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8D44B51-AFA4-4FD7-BCB4-6AC2538E6125}" type="datetimeFigureOut">
              <a:rPr lang="en-US" smtClean="0"/>
              <a:pPr>
                <a:defRPr/>
              </a:pPr>
              <a:t>8/17/16</a:t>
            </a:fld>
            <a:endParaRPr lang="en-US" dirty="0"/>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B273CADB-D904-491C-95CA-DDA89772011F}"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2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2"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3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3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_2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2"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3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3"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1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1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2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2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2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2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92AEDD55-FD30-443D-9817-962973B1DE06}" type="datetimeFigureOut">
              <a:rPr lang="en-US" smtClean="0"/>
              <a:pPr>
                <a:defRPr/>
              </a:pPr>
              <a:t>8/17/16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D849E5C-8D15-4093-B31A-7742C30A9794}"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EB2329A0-AA47-45C5-9038-7CA26F949B0F}" type="datetimeFigureOut">
              <a:rPr lang="en-US" smtClean="0"/>
              <a:pPr>
                <a:defRPr/>
              </a:pPr>
              <a:t>8/17/16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D1EAD9D8-73FD-4365-A853-027632544F9C}"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E88087A-E4FB-478C-B2A0-1575E029FE42}" type="datetimeFigureOut">
              <a:rPr lang="en-US" smtClean="0"/>
              <a:pPr>
                <a:defRPr/>
              </a:pPr>
              <a:t>8/17/16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A850D57D-F0EB-4595-B030-02D71F5AB6F5}"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861456F-D477-430C-843E-43652CA25E5B}" type="datetimeFigureOut">
              <a:rPr lang="en-US" smtClean="0"/>
              <a:pPr>
                <a:defRPr/>
              </a:pPr>
              <a:t>8/17/16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710417D-AF6C-4BAD-A6C5-A630A1DF96CC}"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C2210534-C215-42F0-9BCA-0813BE161246}" type="datetimeFigureOut">
              <a:rPr lang="en-US" smtClean="0"/>
              <a:pPr>
                <a:defRPr/>
              </a:pPr>
              <a:t>8/17/16</a:t>
            </a:fld>
            <a:endParaRPr lang="en-US"/>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endParaRPr lang="en-US"/>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5D993C2A-80A1-4635-87ED-BDA7685DFAA9}"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DC491892-07EF-4BB7-9C8B-A2F47477D854}" type="datetimeFigureOut">
              <a:rPr lang="en-US" smtClean="0"/>
              <a:pPr>
                <a:defRPr/>
              </a:pPr>
              <a:t>8/17/16</a:t>
            </a:fld>
            <a:endParaRPr lang="en-US"/>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endParaRPr lang="en-US"/>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0911A3A-6772-43A7-B57E-DB2C0EF2543C}"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280D8C8-271E-418E-B609-63F65A005592}" type="datetimeFigureOut">
              <a:rPr lang="en-US" smtClean="0"/>
              <a:pPr>
                <a:defRPr/>
              </a:pPr>
              <a:t>8/17/16</a:t>
            </a:fld>
            <a:endParaRPr lang="en-US"/>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endParaRPr lang="en-US"/>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9D8E61C7-B0F0-4E2B-BB03-1D63DA34727F}"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2E103C22-B160-4D93-844D-BBED492F4CC2}" type="datetimeFigureOut">
              <a:rPr lang="en-US" smtClean="0"/>
              <a:pPr>
                <a:defRPr/>
              </a:pPr>
              <a:t>8/17/16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CD538A0-D803-48C4-992A-8ED4CECBD43A}"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639534B2-4377-4FF0-AAA2-BB1E75CEB8E6}" type="datetimeFigureOut">
              <a:rPr lang="en-US" smtClean="0"/>
              <a:pPr>
                <a:defRPr/>
              </a:pPr>
              <a:t>8/17/16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6DAA274-98AF-4F88-8718-BBC353CB7608}"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35BD766F-C0F9-41DD-B893-5C6A2AA11E9D}" type="datetimeFigureOut">
              <a:rPr lang="en-US" smtClean="0"/>
              <a:pPr>
                <a:defRPr/>
              </a:pPr>
              <a:t>8/17/16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ABD1E075-E13F-4F82-8402-A8F797A7CA07}"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BE52AD10-CC1D-4A21-8F0A-0C66CAA923A8}" type="datetimeFigureOut">
              <a:rPr lang="en-US" smtClean="0"/>
              <a:pPr>
                <a:defRPr/>
              </a:pPr>
              <a:t>8/17/16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3E4C25E-7285-4377-921E-F73B739D797B}"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197C7443-EAE2-4C29-B4BD-B00F07A030A9}" type="datetimeFigureOut">
              <a:rPr lang="en-US" smtClean="0">
                <a:solidFill>
                  <a:prstClr val="black"/>
                </a:solidFill>
                <a:latin typeface="Calibri" panose="020F0502020204030204"/>
                <a:cs typeface="+mn-cs"/>
              </a:rPr>
              <a:pPr fontAlgn="auto">
                <a:spcBef>
                  <a:spcPts val="0"/>
                </a:spcBef>
                <a:spcAft>
                  <a:spcPts val="0"/>
                </a:spcAft>
              </a:pPr>
              <a:t>8/17/16</a:t>
            </a:fld>
            <a:endParaRPr lang="en-US" dirty="0">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en-US" dirty="0">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2ED4C3CB-8FCE-4E6E-8BD4-52AFDB958BF7}" type="slidenum">
              <a:rPr lang="en-US" smtClean="0">
                <a:solidFill>
                  <a:prstClr val="black"/>
                </a:solidFill>
                <a:latin typeface="Calibri" panose="020F0502020204030204"/>
                <a:cs typeface="+mn-cs"/>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383648699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85524319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1"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115754740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2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2"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72990771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6996414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40593049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8032661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52173481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87277116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537326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14142199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56465104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61227858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78141211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3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5502989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3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6591207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1_2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2"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39621792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3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3"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29243349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37482012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3981254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90526592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1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7967550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59722088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1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82600377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6724624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92.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41618522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93.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10032915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8146755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userDrawn="1">
  <p:cSld name="2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41336979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96.xml><?xml version="1.0" encoding="utf-8"?>
<p:sldLayout xmlns:a="http://schemas.openxmlformats.org/drawingml/2006/main" xmlns:r="http://schemas.openxmlformats.org/officeDocument/2006/relationships" xmlns:p="http://schemas.openxmlformats.org/presentationml/2006/main" userDrawn="1">
  <p:cSld name="2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6760910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97.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52220236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86722024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99.xml><?xml version="1.0" encoding="utf-8"?>
<p:sldLayout xmlns:a="http://schemas.openxmlformats.org/drawingml/2006/main" xmlns:r="http://schemas.openxmlformats.org/officeDocument/2006/relationships" xmlns:p="http://schemas.openxmlformats.org/presentationml/2006/main" userDrawn="1">
  <p:cSld name="2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14021628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00.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3711651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01.xml><?xml version="1.0" encoding="utf-8"?>
<p:sldLayout xmlns:a="http://schemas.openxmlformats.org/drawingml/2006/main" xmlns:r="http://schemas.openxmlformats.org/officeDocument/2006/relationships" xmlns:p="http://schemas.openxmlformats.org/presentationml/2006/main" userDrawn="1">
  <p:cSld name="2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72050820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58889910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1"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173219413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69375402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1524000" y="1122363"/>
            <a:ext cx="9144000" cy="2387600"/>
          </a:xfrm>
        </p:spPr>
        <p:txBody>
          <a:bodyPr anchor="b">
            <a:normAutofit/>
          </a:bodyPr>
          <a:lstStyle>
            <a:lvl1pPr algn="ctr">
              <a:defRPr sz="6000"/>
            </a:lvl1pPr>
          </a:lstStyle>
          <a:p>
            <a:r>
              <a:rPr lang="en-US" dirty="0" smtClean="0"/>
              <a:t>CLICK TO EDIT MASTER TITLE STYLE</a:t>
            </a:r>
            <a:endParaRPr lang="en-AU" dirty="0"/>
          </a:p>
        </p:txBody>
      </p:sp>
      <p:sp>
        <p:nvSpPr>
          <p:cNvPr id="3" name="Subtitle 2"/>
          <p:cNvSpPr>
            <a:spLocks noGrp="1"/>
          </p:cNvSpPr>
          <p:nvPr>
            <p:ph type="subTitle" idx="1"/>
          </p:nvPr>
        </p:nvSpPr>
        <p:spPr>
          <a:xfrm>
            <a:off x="1524000" y="3602038"/>
            <a:ext cx="9144000" cy="1655762"/>
          </a:xfrm>
        </p:spPr>
        <p:txBody>
          <a:bodyPr>
            <a:normAutofit/>
          </a:bodyPr>
          <a:lstStyle>
            <a:lvl1pPr marL="0" indent="0" algn="ctr">
              <a:buNone/>
              <a:defRPr sz="20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46657495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anim calcmode="lin" valueType="num">
                                      <p:cBhvr>
                                        <p:cTn id="12"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42"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anim calcmode="lin" valueType="num">
                      <p:cBhvr>
                        <p:cTn dur="500" fill="hold"/>
                        <p:tgtEl>
                          <p:spTgt spid="3"/>
                        </p:tgtEl>
                        <p:attrNameLst>
                          <p:attrName>ppt_x</p:attrName>
                        </p:attrNameLst>
                      </p:cBhvr>
                      <p:tavLst>
                        <p:tav tm="0">
                          <p:val>
                            <p:strVal val="#ppt_x"/>
                          </p:val>
                        </p:tav>
                        <p:tav tm="100000">
                          <p:val>
                            <p:strVal val="#ppt_x"/>
                          </p:val>
                        </p:tav>
                      </p:tavLst>
                    </p:anim>
                    <p:anim calcmode="lin" valueType="num">
                      <p:cBhvr>
                        <p:cTn dur="500" fill="hold"/>
                        <p:tgtEl>
                          <p:spTgt spid="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4" name="Date Placeholder 3"/>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51961093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280536231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4" name="Date Placeholder 3"/>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7" name="Picture Placeholder 6"/>
          <p:cNvSpPr>
            <a:spLocks noGrp="1"/>
          </p:cNvSpPr>
          <p:nvPr>
            <p:ph type="pic" sz="quarter" idx="13"/>
          </p:nvPr>
        </p:nvSpPr>
        <p:spPr>
          <a:xfrm>
            <a:off x="0" y="1955800"/>
            <a:ext cx="12192000" cy="2254250"/>
          </a:xfrm>
          <a:solidFill>
            <a:schemeClr val="bg1">
              <a:lumMod val="95000"/>
            </a:schemeClr>
          </a:solidFill>
        </p:spPr>
        <p:txBody>
          <a:bodyPr/>
          <a:lstStyle/>
          <a:p>
            <a:endParaRPr lang="en-AU"/>
          </a:p>
        </p:txBody>
      </p:sp>
      <p:cxnSp>
        <p:nvCxnSpPr>
          <p:cNvPr id="9" name="Straight Connector 8"/>
          <p:cNvCxnSpPr/>
          <p:nvPr userDrawn="1"/>
        </p:nvCxnSpPr>
        <p:spPr>
          <a:xfrm>
            <a:off x="4229100" y="1174464"/>
            <a:ext cx="39243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 Placeholder 10"/>
          <p:cNvSpPr>
            <a:spLocks noGrp="1"/>
          </p:cNvSpPr>
          <p:nvPr>
            <p:ph type="body" sz="quarter" idx="14" hasCustomPrompt="1"/>
          </p:nvPr>
        </p:nvSpPr>
        <p:spPr>
          <a:xfrm>
            <a:off x="1903412" y="4484915"/>
            <a:ext cx="8385175" cy="348343"/>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2" name="Text Placeholder 10"/>
          <p:cNvSpPr>
            <a:spLocks noGrp="1"/>
          </p:cNvSpPr>
          <p:nvPr>
            <p:ph type="body" sz="quarter" idx="15" hasCustomPrompt="1"/>
          </p:nvPr>
        </p:nvSpPr>
        <p:spPr>
          <a:xfrm>
            <a:off x="1903412" y="4898121"/>
            <a:ext cx="8385175" cy="820511"/>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128357673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500" fill="hold"/>
                                        <p:tgtEl>
                                          <p:spTgt spid="7"/>
                                        </p:tgtEl>
                                        <p:attrNameLst>
                                          <p:attrName>ppt_w</p:attrName>
                                        </p:attrNameLst>
                                      </p:cBhvr>
                                      <p:tavLst>
                                        <p:tav tm="0">
                                          <p:val>
                                            <p:fltVal val="0"/>
                                          </p:val>
                                        </p:tav>
                                        <p:tav tm="100000">
                                          <p:val>
                                            <p:strVal val="#ppt_w"/>
                                          </p:val>
                                        </p:tav>
                                      </p:tavLst>
                                    </p:anim>
                                    <p:anim calcmode="lin" valueType="num">
                                      <p:cBhvr>
                                        <p:cTn id="16" dur="500" fill="hold"/>
                                        <p:tgtEl>
                                          <p:spTgt spid="7"/>
                                        </p:tgtEl>
                                        <p:attrNameLst>
                                          <p:attrName>ppt_h</p:attrName>
                                        </p:attrNameLst>
                                      </p:cBhvr>
                                      <p:tavLst>
                                        <p:tav tm="0">
                                          <p:val>
                                            <p:fltVal val="0"/>
                                          </p:val>
                                        </p:tav>
                                        <p:tav tm="100000">
                                          <p:val>
                                            <p:strVal val="#ppt_h"/>
                                          </p:val>
                                        </p:tav>
                                      </p:tavLst>
                                    </p:anim>
                                    <p:animEffect transition="in" filter="fade">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1">
                                            <p:txEl>
                                              <p:pRg st="0" end="0"/>
                                            </p:txEl>
                                          </p:spTgt>
                                        </p:tgtEl>
                                        <p:attrNameLst>
                                          <p:attrName>style.visibility</p:attrName>
                                        </p:attrNameLst>
                                      </p:cBhvr>
                                      <p:to>
                                        <p:strVal val="visible"/>
                                      </p:to>
                                    </p:set>
                                    <p:animEffect transition="in" filter="fade">
                                      <p:cBhvr>
                                        <p:cTn id="21" dur="500"/>
                                        <p:tgtEl>
                                          <p:spTgt spid="11">
                                            <p:txEl>
                                              <p:pRg st="0" end="0"/>
                                            </p:txEl>
                                          </p:spTgt>
                                        </p:tgtEl>
                                      </p:cBhvr>
                                    </p:animEffect>
                                  </p:childTnLst>
                                </p:cTn>
                              </p:par>
                              <p:par>
                                <p:cTn id="22" presetID="42" presetClass="entr" presetSubtype="0" fill="hold" grpId="0" nodeType="withEffect">
                                  <p:stCondLst>
                                    <p:cond delay="0"/>
                                  </p:stCondLst>
                                  <p:childTnLst>
                                    <p:set>
                                      <p:cBhvr>
                                        <p:cTn id="23" dur="1" fill="hold">
                                          <p:stCondLst>
                                            <p:cond delay="0"/>
                                          </p:stCondLst>
                                        </p:cTn>
                                        <p:tgtEl>
                                          <p:spTgt spid="12">
                                            <p:txEl>
                                              <p:pRg st="0" end="0"/>
                                            </p:txEl>
                                          </p:spTgt>
                                        </p:tgtEl>
                                        <p:attrNameLst>
                                          <p:attrName>style.visibility</p:attrName>
                                        </p:attrNameLst>
                                      </p:cBhvr>
                                      <p:to>
                                        <p:strVal val="visible"/>
                                      </p:to>
                                    </p:set>
                                    <p:animEffect transition="in" filter="fade">
                                      <p:cBhvr>
                                        <p:cTn id="24" dur="500"/>
                                        <p:tgtEl>
                                          <p:spTgt spid="12">
                                            <p:txEl>
                                              <p:pRg st="0" end="0"/>
                                            </p:txEl>
                                          </p:spTgt>
                                        </p:tgtEl>
                                      </p:cBhvr>
                                    </p:animEffect>
                                    <p:anim calcmode="lin" valueType="num">
                                      <p:cBhvr>
                                        <p:cTn id="25"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p:cTn id="26" dur="500" fill="hold"/>
                                        <p:tgtEl>
                                          <p:spTgt spid="12">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animBg="1"/>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P spid="12" grpId="0" build="p">
        <p:tmplLst>
          <p:tmpl lvl="1">
            <p:tnLst>
              <p:par>
                <p:cTn presetID="42" presetClass="entr" presetSubtype="0" fill="hold" nodeType="with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anim calcmode="lin" valueType="num">
                      <p:cBhvr>
                        <p:cTn dur="500" fill="hold"/>
                        <p:tgtEl>
                          <p:spTgt spid="12"/>
                        </p:tgtEl>
                        <p:attrNameLst>
                          <p:attrName>ppt_x</p:attrName>
                        </p:attrNameLst>
                      </p:cBhvr>
                      <p:tavLst>
                        <p:tav tm="0">
                          <p:val>
                            <p:strVal val="#ppt_x"/>
                          </p:val>
                        </p:tav>
                        <p:tav tm="100000">
                          <p:val>
                            <p:strVal val="#ppt_x"/>
                          </p:val>
                        </p:tav>
                      </p:tavLst>
                    </p:anim>
                    <p:anim calcmode="lin" valueType="num">
                      <p:cBhvr>
                        <p:cTn dur="500" fill="hold"/>
                        <p:tgtEl>
                          <p:spTgt spid="12"/>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Picture Placeholder 6"/>
          <p:cNvSpPr>
            <a:spLocks noGrp="1"/>
          </p:cNvSpPr>
          <p:nvPr>
            <p:ph type="pic" sz="quarter" idx="13"/>
          </p:nvPr>
        </p:nvSpPr>
        <p:spPr>
          <a:xfrm>
            <a:off x="0" y="1921790"/>
            <a:ext cx="5430982" cy="3022169"/>
          </a:xfrm>
          <a:solidFill>
            <a:schemeClr val="bg1">
              <a:lumMod val="95000"/>
            </a:schemeClr>
          </a:solidFill>
        </p:spPr>
        <p:txBody>
          <a:bodyPr/>
          <a:lstStyle/>
          <a:p>
            <a:endParaRPr lang="en-AU"/>
          </a:p>
        </p:txBody>
      </p:sp>
    </p:spTree>
    <p:extLst>
      <p:ext uri="{BB962C8B-B14F-4D97-AF65-F5344CB8AC3E}">
        <p14:creationId xmlns:p14="http://schemas.microsoft.com/office/powerpoint/2010/main" val="133462216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Lst>
  </p:timing>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1" name="Picture Placeholder 10"/>
          <p:cNvSpPr>
            <a:spLocks noGrp="1"/>
          </p:cNvSpPr>
          <p:nvPr>
            <p:ph type="pic" sz="quarter" idx="13"/>
          </p:nvPr>
        </p:nvSpPr>
        <p:spPr>
          <a:xfrm>
            <a:off x="1168938" y="2661653"/>
            <a:ext cx="2375187" cy="2375187"/>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1"/>
            </a:solidFill>
          </a:ln>
        </p:spPr>
        <p:txBody>
          <a:bodyPr wrap="square">
            <a:noAutofit/>
          </a:bodyPr>
          <a:lstStyle/>
          <a:p>
            <a:endParaRPr lang="en-AU"/>
          </a:p>
        </p:txBody>
      </p:sp>
      <p:sp>
        <p:nvSpPr>
          <p:cNvPr id="12" name="Text Placeholder 10"/>
          <p:cNvSpPr>
            <a:spLocks noGrp="1"/>
          </p:cNvSpPr>
          <p:nvPr>
            <p:ph type="body" sz="quarter" idx="14" hasCustomPrompt="1"/>
          </p:nvPr>
        </p:nvSpPr>
        <p:spPr>
          <a:xfrm>
            <a:off x="1288937" y="5131261"/>
            <a:ext cx="2135188" cy="348342"/>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14" name="Straight Connector 13"/>
          <p:cNvCxnSpPr/>
          <p:nvPr userDrawn="1"/>
        </p:nvCxnSpPr>
        <p:spPr>
          <a:xfrm flipV="1">
            <a:off x="3568571" y="3849248"/>
            <a:ext cx="1114555"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a:off x="4673600" y="2320185"/>
            <a:ext cx="0" cy="306461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7" name="Picture Placeholder 16"/>
          <p:cNvSpPr>
            <a:spLocks noGrp="1"/>
          </p:cNvSpPr>
          <p:nvPr>
            <p:ph type="pic" sz="quarter" idx="15"/>
          </p:nvPr>
        </p:nvSpPr>
        <p:spPr>
          <a:xfrm>
            <a:off x="5765800" y="1813721"/>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2"/>
            </a:solidFill>
          </a:ln>
        </p:spPr>
        <p:txBody>
          <a:bodyPr wrap="square">
            <a:noAutofit/>
          </a:bodyPr>
          <a:lstStyle/>
          <a:p>
            <a:endParaRPr lang="en-AU"/>
          </a:p>
        </p:txBody>
      </p:sp>
      <p:cxnSp>
        <p:nvCxnSpPr>
          <p:cNvPr id="18" name="Straight Connector 17"/>
          <p:cNvCxnSpPr/>
          <p:nvPr userDrawn="1"/>
        </p:nvCxnSpPr>
        <p:spPr>
          <a:xfrm flipV="1">
            <a:off x="4673600" y="2320185"/>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a:off x="4677317" y="3847005"/>
            <a:ext cx="1103817"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0" name="Text Placeholder 10"/>
          <p:cNvSpPr>
            <a:spLocks noGrp="1"/>
          </p:cNvSpPr>
          <p:nvPr>
            <p:ph type="body" sz="quarter" idx="16" hasCustomPrompt="1"/>
          </p:nvPr>
        </p:nvSpPr>
        <p:spPr>
          <a:xfrm>
            <a:off x="5321619" y="2953845"/>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21" name="Straight Connector 20"/>
          <p:cNvCxnSpPr/>
          <p:nvPr userDrawn="1"/>
        </p:nvCxnSpPr>
        <p:spPr>
          <a:xfrm flipV="1">
            <a:off x="4673600" y="5378587"/>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7" name="Picture Placeholder 26"/>
          <p:cNvSpPr>
            <a:spLocks noGrp="1"/>
          </p:cNvSpPr>
          <p:nvPr>
            <p:ph type="pic" sz="quarter" idx="17"/>
          </p:nvPr>
        </p:nvSpPr>
        <p:spPr>
          <a:xfrm>
            <a:off x="5765800" y="4835149"/>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4"/>
            </a:solidFill>
          </a:ln>
        </p:spPr>
        <p:txBody>
          <a:bodyPr wrap="square">
            <a:noAutofit/>
          </a:bodyPr>
          <a:lstStyle/>
          <a:p>
            <a:endParaRPr lang="en-AU"/>
          </a:p>
        </p:txBody>
      </p:sp>
      <p:sp>
        <p:nvSpPr>
          <p:cNvPr id="28" name="Text Placeholder 10"/>
          <p:cNvSpPr>
            <a:spLocks noGrp="1"/>
          </p:cNvSpPr>
          <p:nvPr>
            <p:ph type="body" sz="quarter" idx="18" hasCustomPrompt="1"/>
          </p:nvPr>
        </p:nvSpPr>
        <p:spPr>
          <a:xfrm>
            <a:off x="5321619" y="5927648"/>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9" name="Picture Placeholder 28"/>
          <p:cNvSpPr>
            <a:spLocks noGrp="1"/>
          </p:cNvSpPr>
          <p:nvPr>
            <p:ph type="pic" sz="quarter" idx="19"/>
          </p:nvPr>
        </p:nvSpPr>
        <p:spPr>
          <a:xfrm>
            <a:off x="5765800" y="3347071"/>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3"/>
            </a:solidFill>
          </a:ln>
        </p:spPr>
        <p:txBody>
          <a:bodyPr wrap="square">
            <a:noAutofit/>
          </a:bodyPr>
          <a:lstStyle/>
          <a:p>
            <a:endParaRPr lang="en-AU"/>
          </a:p>
        </p:txBody>
      </p:sp>
      <p:sp>
        <p:nvSpPr>
          <p:cNvPr id="30" name="Text Placeholder 10"/>
          <p:cNvSpPr>
            <a:spLocks noGrp="1"/>
          </p:cNvSpPr>
          <p:nvPr>
            <p:ph type="body" sz="quarter" idx="20" hasCustomPrompt="1"/>
          </p:nvPr>
        </p:nvSpPr>
        <p:spPr>
          <a:xfrm>
            <a:off x="5321619" y="4487195"/>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32" name="Straight Connector 31"/>
          <p:cNvCxnSpPr/>
          <p:nvPr userDrawn="1"/>
        </p:nvCxnSpPr>
        <p:spPr>
          <a:xfrm flipV="1">
            <a:off x="6781069" y="3845235"/>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7873269" y="2328206"/>
            <a:ext cx="0" cy="306461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flipV="1">
            <a:off x="7884885" y="2335078"/>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5" name="Picture Placeholder 34"/>
          <p:cNvSpPr>
            <a:spLocks noGrp="1"/>
          </p:cNvSpPr>
          <p:nvPr>
            <p:ph type="pic" sz="quarter" idx="21"/>
          </p:nvPr>
        </p:nvSpPr>
        <p:spPr>
          <a:xfrm>
            <a:off x="8988700" y="1830416"/>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5"/>
            </a:solidFill>
          </a:ln>
        </p:spPr>
        <p:txBody>
          <a:bodyPr wrap="square">
            <a:noAutofit/>
          </a:bodyPr>
          <a:lstStyle/>
          <a:p>
            <a:endParaRPr lang="en-AU"/>
          </a:p>
        </p:txBody>
      </p:sp>
      <p:sp>
        <p:nvSpPr>
          <p:cNvPr id="36" name="Text Placeholder 10"/>
          <p:cNvSpPr>
            <a:spLocks noGrp="1"/>
          </p:cNvSpPr>
          <p:nvPr>
            <p:ph type="body" sz="quarter" idx="22" hasCustomPrompt="1"/>
          </p:nvPr>
        </p:nvSpPr>
        <p:spPr>
          <a:xfrm>
            <a:off x="8521287" y="2953845"/>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37" name="Straight Connector 36"/>
          <p:cNvCxnSpPr/>
          <p:nvPr userDrawn="1"/>
        </p:nvCxnSpPr>
        <p:spPr>
          <a:xfrm flipV="1">
            <a:off x="7840612" y="3845234"/>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Picture Placeholder 37"/>
          <p:cNvSpPr>
            <a:spLocks noGrp="1"/>
          </p:cNvSpPr>
          <p:nvPr>
            <p:ph type="pic" sz="quarter" idx="23"/>
          </p:nvPr>
        </p:nvSpPr>
        <p:spPr>
          <a:xfrm>
            <a:off x="8986509" y="3331791"/>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6"/>
            </a:solidFill>
          </a:ln>
        </p:spPr>
        <p:txBody>
          <a:bodyPr wrap="square">
            <a:noAutofit/>
          </a:bodyPr>
          <a:lstStyle/>
          <a:p>
            <a:endParaRPr lang="en-AU"/>
          </a:p>
        </p:txBody>
      </p:sp>
      <p:sp>
        <p:nvSpPr>
          <p:cNvPr id="39" name="Text Placeholder 10"/>
          <p:cNvSpPr>
            <a:spLocks noGrp="1"/>
          </p:cNvSpPr>
          <p:nvPr>
            <p:ph type="body" sz="quarter" idx="24" hasCustomPrompt="1"/>
          </p:nvPr>
        </p:nvSpPr>
        <p:spPr>
          <a:xfrm>
            <a:off x="8519096" y="4436170"/>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40" name="Picture Placeholder 39"/>
          <p:cNvSpPr>
            <a:spLocks noGrp="1"/>
          </p:cNvSpPr>
          <p:nvPr>
            <p:ph type="pic" sz="quarter" idx="25"/>
          </p:nvPr>
        </p:nvSpPr>
        <p:spPr>
          <a:xfrm>
            <a:off x="8986509" y="4865144"/>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tx2"/>
            </a:solidFill>
          </a:ln>
        </p:spPr>
        <p:txBody>
          <a:bodyPr wrap="square">
            <a:noAutofit/>
          </a:bodyPr>
          <a:lstStyle/>
          <a:p>
            <a:endParaRPr lang="en-AU"/>
          </a:p>
        </p:txBody>
      </p:sp>
      <p:sp>
        <p:nvSpPr>
          <p:cNvPr id="41" name="Text Placeholder 10"/>
          <p:cNvSpPr>
            <a:spLocks noGrp="1"/>
          </p:cNvSpPr>
          <p:nvPr>
            <p:ph type="body" sz="quarter" idx="26" hasCustomPrompt="1"/>
          </p:nvPr>
        </p:nvSpPr>
        <p:spPr>
          <a:xfrm>
            <a:off x="8519096" y="5969523"/>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42" name="Straight Connector 41"/>
          <p:cNvCxnSpPr/>
          <p:nvPr userDrawn="1"/>
        </p:nvCxnSpPr>
        <p:spPr>
          <a:xfrm flipV="1">
            <a:off x="7863744" y="5381212"/>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888486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p:cTn id="15" dur="500" fill="hold"/>
                                        <p:tgtEl>
                                          <p:spTgt spid="11"/>
                                        </p:tgtEl>
                                        <p:attrNameLst>
                                          <p:attrName>ppt_w</p:attrName>
                                        </p:attrNameLst>
                                      </p:cBhvr>
                                      <p:tavLst>
                                        <p:tav tm="0">
                                          <p:val>
                                            <p:fltVal val="0"/>
                                          </p:val>
                                        </p:tav>
                                        <p:tav tm="100000">
                                          <p:val>
                                            <p:strVal val="#ppt_w"/>
                                          </p:val>
                                        </p:tav>
                                      </p:tavLst>
                                    </p:anim>
                                    <p:anim calcmode="lin" valueType="num">
                                      <p:cBhvr>
                                        <p:cTn id="16" dur="500" fill="hold"/>
                                        <p:tgtEl>
                                          <p:spTgt spid="11"/>
                                        </p:tgtEl>
                                        <p:attrNameLst>
                                          <p:attrName>ppt_h</p:attrName>
                                        </p:attrNameLst>
                                      </p:cBhvr>
                                      <p:tavLst>
                                        <p:tav tm="0">
                                          <p:val>
                                            <p:fltVal val="0"/>
                                          </p:val>
                                        </p:tav>
                                        <p:tav tm="100000">
                                          <p:val>
                                            <p:strVal val="#ppt_h"/>
                                          </p:val>
                                        </p:tav>
                                      </p:tavLst>
                                    </p:anim>
                                    <p:animEffect transition="in" filter="fade">
                                      <p:cBhvr>
                                        <p:cTn id="17" dur="500"/>
                                        <p:tgtEl>
                                          <p:spTgt spid="11"/>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2">
                                            <p:txEl>
                                              <p:pRg st="0" end="0"/>
                                            </p:txEl>
                                          </p:spTgt>
                                        </p:tgtEl>
                                        <p:attrNameLst>
                                          <p:attrName>style.visibility</p:attrName>
                                        </p:attrNameLst>
                                      </p:cBhvr>
                                      <p:to>
                                        <p:strVal val="visible"/>
                                      </p:to>
                                    </p:set>
                                    <p:animEffect transition="in" filter="fade">
                                      <p:cBhvr>
                                        <p:cTn id="21" dur="500"/>
                                        <p:tgtEl>
                                          <p:spTgt spid="12">
                                            <p:txEl>
                                              <p:pRg st="0" end="0"/>
                                            </p:txEl>
                                          </p:spTgt>
                                        </p:tgtEl>
                                      </p:cBhvr>
                                    </p:animEffect>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ipe(left)">
                                      <p:cBhvr>
                                        <p:cTn id="25" dur="500"/>
                                        <p:tgtEl>
                                          <p:spTgt spid="14"/>
                                        </p:tgtEl>
                                      </p:cBhvr>
                                    </p:animEffect>
                                  </p:childTnLst>
                                </p:cTn>
                              </p:par>
                            </p:childTnLst>
                          </p:cTn>
                        </p:par>
                        <p:par>
                          <p:cTn id="26" fill="hold">
                            <p:stCondLst>
                              <p:cond delay="2500"/>
                            </p:stCondLst>
                            <p:childTnLst>
                              <p:par>
                                <p:cTn id="27" presetID="22" presetClass="entr" presetSubtype="4" fill="hold" nodeType="after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wipe(down)">
                                      <p:cBhvr>
                                        <p:cTn id="29" dur="500"/>
                                        <p:tgtEl>
                                          <p:spTgt spid="16"/>
                                        </p:tgtEl>
                                      </p:cBhvr>
                                    </p:animEffect>
                                  </p:childTnLst>
                                </p:cTn>
                              </p:par>
                            </p:childTnLst>
                          </p:cTn>
                        </p:par>
                        <p:par>
                          <p:cTn id="30" fill="hold">
                            <p:stCondLst>
                              <p:cond delay="3000"/>
                            </p:stCondLst>
                            <p:childTnLst>
                              <p:par>
                                <p:cTn id="31" presetID="22" presetClass="entr" presetSubtype="8" fill="hold" nodeType="after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wipe(left)">
                                      <p:cBhvr>
                                        <p:cTn id="33" dur="500"/>
                                        <p:tgtEl>
                                          <p:spTgt spid="18"/>
                                        </p:tgtEl>
                                      </p:cBhvr>
                                    </p:animEffect>
                                  </p:childTnLst>
                                </p:cTn>
                              </p:par>
                              <p:par>
                                <p:cTn id="34" presetID="22" presetClass="entr" presetSubtype="8" fill="hold" nodeType="with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wipe(left)">
                                      <p:cBhvr>
                                        <p:cTn id="36" dur="500"/>
                                        <p:tgtEl>
                                          <p:spTgt spid="19"/>
                                        </p:tgtEl>
                                      </p:cBhvr>
                                    </p:animEffect>
                                  </p:childTnLst>
                                </p:cTn>
                              </p:par>
                              <p:par>
                                <p:cTn id="37" presetID="22" presetClass="entr" presetSubtype="8" fill="hold" nodeType="with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wipe(left)">
                                      <p:cBhvr>
                                        <p:cTn id="39" dur="500"/>
                                        <p:tgtEl>
                                          <p:spTgt spid="21"/>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500" fill="hold"/>
                                        <p:tgtEl>
                                          <p:spTgt spid="17"/>
                                        </p:tgtEl>
                                        <p:attrNameLst>
                                          <p:attrName>ppt_w</p:attrName>
                                        </p:attrNameLst>
                                      </p:cBhvr>
                                      <p:tavLst>
                                        <p:tav tm="0">
                                          <p:val>
                                            <p:fltVal val="0"/>
                                          </p:val>
                                        </p:tav>
                                        <p:tav tm="100000">
                                          <p:val>
                                            <p:strVal val="#ppt_w"/>
                                          </p:val>
                                        </p:tav>
                                      </p:tavLst>
                                    </p:anim>
                                    <p:anim calcmode="lin" valueType="num">
                                      <p:cBhvr>
                                        <p:cTn id="44" dur="500" fill="hold"/>
                                        <p:tgtEl>
                                          <p:spTgt spid="17"/>
                                        </p:tgtEl>
                                        <p:attrNameLst>
                                          <p:attrName>ppt_h</p:attrName>
                                        </p:attrNameLst>
                                      </p:cBhvr>
                                      <p:tavLst>
                                        <p:tav tm="0">
                                          <p:val>
                                            <p:fltVal val="0"/>
                                          </p:val>
                                        </p:tav>
                                        <p:tav tm="100000">
                                          <p:val>
                                            <p:strVal val="#ppt_h"/>
                                          </p:val>
                                        </p:tav>
                                      </p:tavLst>
                                    </p:anim>
                                    <p:animEffect transition="in" filter="fade">
                                      <p:cBhvr>
                                        <p:cTn id="45" dur="500"/>
                                        <p:tgtEl>
                                          <p:spTgt spid="17"/>
                                        </p:tgtEl>
                                      </p:cBhvr>
                                    </p:animEffect>
                                  </p:childTnLst>
                                </p:cTn>
                              </p:par>
                            </p:childTnLst>
                          </p:cTn>
                        </p:par>
                        <p:par>
                          <p:cTn id="46" fill="hold">
                            <p:stCondLst>
                              <p:cond delay="4000"/>
                            </p:stCondLst>
                            <p:childTnLst>
                              <p:par>
                                <p:cTn id="47" presetID="10" presetClass="entr" presetSubtype="0" fill="hold" grpId="0" nodeType="afterEffect">
                                  <p:stCondLst>
                                    <p:cond delay="0"/>
                                  </p:stCondLst>
                                  <p:childTnLst>
                                    <p:set>
                                      <p:cBhvr>
                                        <p:cTn id="48" dur="1" fill="hold">
                                          <p:stCondLst>
                                            <p:cond delay="0"/>
                                          </p:stCondLst>
                                        </p:cTn>
                                        <p:tgtEl>
                                          <p:spTgt spid="20">
                                            <p:txEl>
                                              <p:pRg st="0" end="0"/>
                                            </p:txEl>
                                          </p:spTgt>
                                        </p:tgtEl>
                                        <p:attrNameLst>
                                          <p:attrName>style.visibility</p:attrName>
                                        </p:attrNameLst>
                                      </p:cBhvr>
                                      <p:to>
                                        <p:strVal val="visible"/>
                                      </p:to>
                                    </p:set>
                                    <p:animEffect transition="in" filter="fade">
                                      <p:cBhvr>
                                        <p:cTn id="49" dur="500"/>
                                        <p:tgtEl>
                                          <p:spTgt spid="20">
                                            <p:txEl>
                                              <p:pRg st="0" end="0"/>
                                            </p:txEl>
                                          </p:spTgt>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29"/>
                                        </p:tgtEl>
                                        <p:attrNameLst>
                                          <p:attrName>style.visibility</p:attrName>
                                        </p:attrNameLst>
                                      </p:cBhvr>
                                      <p:to>
                                        <p:strVal val="visible"/>
                                      </p:to>
                                    </p:set>
                                    <p:anim calcmode="lin" valueType="num">
                                      <p:cBhvr>
                                        <p:cTn id="52" dur="500" fill="hold"/>
                                        <p:tgtEl>
                                          <p:spTgt spid="29"/>
                                        </p:tgtEl>
                                        <p:attrNameLst>
                                          <p:attrName>ppt_w</p:attrName>
                                        </p:attrNameLst>
                                      </p:cBhvr>
                                      <p:tavLst>
                                        <p:tav tm="0">
                                          <p:val>
                                            <p:fltVal val="0"/>
                                          </p:val>
                                        </p:tav>
                                        <p:tav tm="100000">
                                          <p:val>
                                            <p:strVal val="#ppt_w"/>
                                          </p:val>
                                        </p:tav>
                                      </p:tavLst>
                                    </p:anim>
                                    <p:anim calcmode="lin" valueType="num">
                                      <p:cBhvr>
                                        <p:cTn id="53" dur="500" fill="hold"/>
                                        <p:tgtEl>
                                          <p:spTgt spid="29"/>
                                        </p:tgtEl>
                                        <p:attrNameLst>
                                          <p:attrName>ppt_h</p:attrName>
                                        </p:attrNameLst>
                                      </p:cBhvr>
                                      <p:tavLst>
                                        <p:tav tm="0">
                                          <p:val>
                                            <p:fltVal val="0"/>
                                          </p:val>
                                        </p:tav>
                                        <p:tav tm="100000">
                                          <p:val>
                                            <p:strVal val="#ppt_h"/>
                                          </p:val>
                                        </p:tav>
                                      </p:tavLst>
                                    </p:anim>
                                    <p:animEffect transition="in" filter="fade">
                                      <p:cBhvr>
                                        <p:cTn id="54" dur="500"/>
                                        <p:tgtEl>
                                          <p:spTgt spid="29"/>
                                        </p:tgtEl>
                                      </p:cBhvr>
                                    </p:animEffect>
                                  </p:childTnLst>
                                </p:cTn>
                              </p:par>
                            </p:childTnLst>
                          </p:cTn>
                        </p:par>
                        <p:par>
                          <p:cTn id="55" fill="hold">
                            <p:stCondLst>
                              <p:cond delay="4500"/>
                            </p:stCondLst>
                            <p:childTnLst>
                              <p:par>
                                <p:cTn id="56" presetID="10" presetClass="entr" presetSubtype="0" fill="hold" grpId="0" nodeType="afterEffect">
                                  <p:stCondLst>
                                    <p:cond delay="0"/>
                                  </p:stCondLst>
                                  <p:childTnLst>
                                    <p:set>
                                      <p:cBhvr>
                                        <p:cTn id="57" dur="1" fill="hold">
                                          <p:stCondLst>
                                            <p:cond delay="0"/>
                                          </p:stCondLst>
                                        </p:cTn>
                                        <p:tgtEl>
                                          <p:spTgt spid="30">
                                            <p:txEl>
                                              <p:pRg st="0" end="0"/>
                                            </p:txEl>
                                          </p:spTgt>
                                        </p:tgtEl>
                                        <p:attrNameLst>
                                          <p:attrName>style.visibility</p:attrName>
                                        </p:attrNameLst>
                                      </p:cBhvr>
                                      <p:to>
                                        <p:strVal val="visible"/>
                                      </p:to>
                                    </p:set>
                                    <p:animEffect transition="in" filter="fade">
                                      <p:cBhvr>
                                        <p:cTn id="58" dur="500"/>
                                        <p:tgtEl>
                                          <p:spTgt spid="30">
                                            <p:txEl>
                                              <p:pRg st="0" end="0"/>
                                            </p:txEl>
                                          </p:spTgt>
                                        </p:tgtEl>
                                      </p:cBhvr>
                                    </p:animEffect>
                                  </p:childTnLst>
                                </p:cTn>
                              </p:par>
                              <p:par>
                                <p:cTn id="59" presetID="53" presetClass="entr" presetSubtype="16" fill="hold" grpId="0" nodeType="withEffect">
                                  <p:stCondLst>
                                    <p:cond delay="0"/>
                                  </p:stCondLst>
                                  <p:childTnLst>
                                    <p:set>
                                      <p:cBhvr>
                                        <p:cTn id="60" dur="1" fill="hold">
                                          <p:stCondLst>
                                            <p:cond delay="0"/>
                                          </p:stCondLst>
                                        </p:cTn>
                                        <p:tgtEl>
                                          <p:spTgt spid="27"/>
                                        </p:tgtEl>
                                        <p:attrNameLst>
                                          <p:attrName>style.visibility</p:attrName>
                                        </p:attrNameLst>
                                      </p:cBhvr>
                                      <p:to>
                                        <p:strVal val="visible"/>
                                      </p:to>
                                    </p:set>
                                    <p:anim calcmode="lin" valueType="num">
                                      <p:cBhvr>
                                        <p:cTn id="61" dur="500" fill="hold"/>
                                        <p:tgtEl>
                                          <p:spTgt spid="27"/>
                                        </p:tgtEl>
                                        <p:attrNameLst>
                                          <p:attrName>ppt_w</p:attrName>
                                        </p:attrNameLst>
                                      </p:cBhvr>
                                      <p:tavLst>
                                        <p:tav tm="0">
                                          <p:val>
                                            <p:fltVal val="0"/>
                                          </p:val>
                                        </p:tav>
                                        <p:tav tm="100000">
                                          <p:val>
                                            <p:strVal val="#ppt_w"/>
                                          </p:val>
                                        </p:tav>
                                      </p:tavLst>
                                    </p:anim>
                                    <p:anim calcmode="lin" valueType="num">
                                      <p:cBhvr>
                                        <p:cTn id="62" dur="500" fill="hold"/>
                                        <p:tgtEl>
                                          <p:spTgt spid="27"/>
                                        </p:tgtEl>
                                        <p:attrNameLst>
                                          <p:attrName>ppt_h</p:attrName>
                                        </p:attrNameLst>
                                      </p:cBhvr>
                                      <p:tavLst>
                                        <p:tav tm="0">
                                          <p:val>
                                            <p:fltVal val="0"/>
                                          </p:val>
                                        </p:tav>
                                        <p:tav tm="100000">
                                          <p:val>
                                            <p:strVal val="#ppt_h"/>
                                          </p:val>
                                        </p:tav>
                                      </p:tavLst>
                                    </p:anim>
                                    <p:animEffect transition="in" filter="fade">
                                      <p:cBhvr>
                                        <p:cTn id="63" dur="500"/>
                                        <p:tgtEl>
                                          <p:spTgt spid="27"/>
                                        </p:tgtEl>
                                      </p:cBhvr>
                                    </p:animEffect>
                                  </p:childTnLst>
                                </p:cTn>
                              </p:par>
                            </p:childTnLst>
                          </p:cTn>
                        </p:par>
                        <p:par>
                          <p:cTn id="64" fill="hold">
                            <p:stCondLst>
                              <p:cond delay="5000"/>
                            </p:stCondLst>
                            <p:childTnLst>
                              <p:par>
                                <p:cTn id="65" presetID="10" presetClass="entr" presetSubtype="0" fill="hold" grpId="0" nodeType="afterEffect">
                                  <p:stCondLst>
                                    <p:cond delay="0"/>
                                  </p:stCondLst>
                                  <p:childTnLst>
                                    <p:set>
                                      <p:cBhvr>
                                        <p:cTn id="66" dur="1" fill="hold">
                                          <p:stCondLst>
                                            <p:cond delay="0"/>
                                          </p:stCondLst>
                                        </p:cTn>
                                        <p:tgtEl>
                                          <p:spTgt spid="28">
                                            <p:txEl>
                                              <p:pRg st="0" end="0"/>
                                            </p:txEl>
                                          </p:spTgt>
                                        </p:tgtEl>
                                        <p:attrNameLst>
                                          <p:attrName>style.visibility</p:attrName>
                                        </p:attrNameLst>
                                      </p:cBhvr>
                                      <p:to>
                                        <p:strVal val="visible"/>
                                      </p:to>
                                    </p:set>
                                    <p:animEffect transition="in" filter="fade">
                                      <p:cBhvr>
                                        <p:cTn id="67" dur="500"/>
                                        <p:tgtEl>
                                          <p:spTgt spid="28">
                                            <p:txEl>
                                              <p:pRg st="0" end="0"/>
                                            </p:txEl>
                                          </p:spTgt>
                                        </p:tgtEl>
                                      </p:cBhvr>
                                    </p:animEffect>
                                  </p:childTnLst>
                                </p:cTn>
                              </p:par>
                            </p:childTnLst>
                          </p:cTn>
                        </p:par>
                        <p:par>
                          <p:cTn id="68" fill="hold">
                            <p:stCondLst>
                              <p:cond delay="5500"/>
                            </p:stCondLst>
                            <p:childTnLst>
                              <p:par>
                                <p:cTn id="69" presetID="22" presetClass="entr" presetSubtype="8" fill="hold" nodeType="afterEffect">
                                  <p:stCondLst>
                                    <p:cond delay="0"/>
                                  </p:stCondLst>
                                  <p:childTnLst>
                                    <p:set>
                                      <p:cBhvr>
                                        <p:cTn id="70" dur="1" fill="hold">
                                          <p:stCondLst>
                                            <p:cond delay="0"/>
                                          </p:stCondLst>
                                        </p:cTn>
                                        <p:tgtEl>
                                          <p:spTgt spid="32"/>
                                        </p:tgtEl>
                                        <p:attrNameLst>
                                          <p:attrName>style.visibility</p:attrName>
                                        </p:attrNameLst>
                                      </p:cBhvr>
                                      <p:to>
                                        <p:strVal val="visible"/>
                                      </p:to>
                                    </p:set>
                                    <p:animEffect transition="in" filter="wipe(left)">
                                      <p:cBhvr>
                                        <p:cTn id="71" dur="500"/>
                                        <p:tgtEl>
                                          <p:spTgt spid="32"/>
                                        </p:tgtEl>
                                      </p:cBhvr>
                                    </p:animEffect>
                                  </p:childTnLst>
                                </p:cTn>
                              </p:par>
                            </p:childTnLst>
                          </p:cTn>
                        </p:par>
                        <p:par>
                          <p:cTn id="72" fill="hold">
                            <p:stCondLst>
                              <p:cond delay="6000"/>
                            </p:stCondLst>
                            <p:childTnLst>
                              <p:par>
                                <p:cTn id="73" presetID="22" presetClass="entr" presetSubtype="4" fill="hold" nodeType="afterEffect">
                                  <p:stCondLst>
                                    <p:cond delay="0"/>
                                  </p:stCondLst>
                                  <p:childTnLst>
                                    <p:set>
                                      <p:cBhvr>
                                        <p:cTn id="74" dur="1" fill="hold">
                                          <p:stCondLst>
                                            <p:cond delay="0"/>
                                          </p:stCondLst>
                                        </p:cTn>
                                        <p:tgtEl>
                                          <p:spTgt spid="33"/>
                                        </p:tgtEl>
                                        <p:attrNameLst>
                                          <p:attrName>style.visibility</p:attrName>
                                        </p:attrNameLst>
                                      </p:cBhvr>
                                      <p:to>
                                        <p:strVal val="visible"/>
                                      </p:to>
                                    </p:set>
                                    <p:animEffect transition="in" filter="wipe(down)">
                                      <p:cBhvr>
                                        <p:cTn id="75" dur="500"/>
                                        <p:tgtEl>
                                          <p:spTgt spid="33"/>
                                        </p:tgtEl>
                                      </p:cBhvr>
                                    </p:animEffect>
                                  </p:childTnLst>
                                </p:cTn>
                              </p:par>
                            </p:childTnLst>
                          </p:cTn>
                        </p:par>
                        <p:par>
                          <p:cTn id="76" fill="hold">
                            <p:stCondLst>
                              <p:cond delay="6500"/>
                            </p:stCondLst>
                            <p:childTnLst>
                              <p:par>
                                <p:cTn id="77" presetID="22" presetClass="entr" presetSubtype="8" fill="hold" nodeType="afterEffect">
                                  <p:stCondLst>
                                    <p:cond delay="0"/>
                                  </p:stCondLst>
                                  <p:childTnLst>
                                    <p:set>
                                      <p:cBhvr>
                                        <p:cTn id="78" dur="1" fill="hold">
                                          <p:stCondLst>
                                            <p:cond delay="0"/>
                                          </p:stCondLst>
                                        </p:cTn>
                                        <p:tgtEl>
                                          <p:spTgt spid="34"/>
                                        </p:tgtEl>
                                        <p:attrNameLst>
                                          <p:attrName>style.visibility</p:attrName>
                                        </p:attrNameLst>
                                      </p:cBhvr>
                                      <p:to>
                                        <p:strVal val="visible"/>
                                      </p:to>
                                    </p:set>
                                    <p:animEffect transition="in" filter="wipe(left)">
                                      <p:cBhvr>
                                        <p:cTn id="79" dur="500"/>
                                        <p:tgtEl>
                                          <p:spTgt spid="34"/>
                                        </p:tgtEl>
                                      </p:cBhvr>
                                    </p:animEffect>
                                  </p:childTnLst>
                                </p:cTn>
                              </p:par>
                              <p:par>
                                <p:cTn id="80" presetID="22" presetClass="entr" presetSubtype="8" fill="hold" nodeType="withEffect">
                                  <p:stCondLst>
                                    <p:cond delay="0"/>
                                  </p:stCondLst>
                                  <p:childTnLst>
                                    <p:set>
                                      <p:cBhvr>
                                        <p:cTn id="81" dur="1" fill="hold">
                                          <p:stCondLst>
                                            <p:cond delay="0"/>
                                          </p:stCondLst>
                                        </p:cTn>
                                        <p:tgtEl>
                                          <p:spTgt spid="37"/>
                                        </p:tgtEl>
                                        <p:attrNameLst>
                                          <p:attrName>style.visibility</p:attrName>
                                        </p:attrNameLst>
                                      </p:cBhvr>
                                      <p:to>
                                        <p:strVal val="visible"/>
                                      </p:to>
                                    </p:set>
                                    <p:animEffect transition="in" filter="wipe(left)">
                                      <p:cBhvr>
                                        <p:cTn id="82" dur="500"/>
                                        <p:tgtEl>
                                          <p:spTgt spid="37"/>
                                        </p:tgtEl>
                                      </p:cBhvr>
                                    </p:animEffect>
                                  </p:childTnLst>
                                </p:cTn>
                              </p:par>
                              <p:par>
                                <p:cTn id="83" presetID="22" presetClass="entr" presetSubtype="8" fill="hold" nodeType="withEffect">
                                  <p:stCondLst>
                                    <p:cond delay="0"/>
                                  </p:stCondLst>
                                  <p:childTnLst>
                                    <p:set>
                                      <p:cBhvr>
                                        <p:cTn id="84" dur="1" fill="hold">
                                          <p:stCondLst>
                                            <p:cond delay="0"/>
                                          </p:stCondLst>
                                        </p:cTn>
                                        <p:tgtEl>
                                          <p:spTgt spid="42"/>
                                        </p:tgtEl>
                                        <p:attrNameLst>
                                          <p:attrName>style.visibility</p:attrName>
                                        </p:attrNameLst>
                                      </p:cBhvr>
                                      <p:to>
                                        <p:strVal val="visible"/>
                                      </p:to>
                                    </p:set>
                                    <p:animEffect transition="in" filter="wipe(left)">
                                      <p:cBhvr>
                                        <p:cTn id="85" dur="500"/>
                                        <p:tgtEl>
                                          <p:spTgt spid="42"/>
                                        </p:tgtEl>
                                      </p:cBhvr>
                                    </p:animEffect>
                                  </p:childTnLst>
                                </p:cTn>
                              </p:par>
                            </p:childTnLst>
                          </p:cTn>
                        </p:par>
                        <p:par>
                          <p:cTn id="86" fill="hold">
                            <p:stCondLst>
                              <p:cond delay="7000"/>
                            </p:stCondLst>
                            <p:childTnLst>
                              <p:par>
                                <p:cTn id="87" presetID="53" presetClass="entr" presetSubtype="16" fill="hold" grpId="0" nodeType="afterEffect">
                                  <p:stCondLst>
                                    <p:cond delay="0"/>
                                  </p:stCondLst>
                                  <p:childTnLst>
                                    <p:set>
                                      <p:cBhvr>
                                        <p:cTn id="88" dur="1" fill="hold">
                                          <p:stCondLst>
                                            <p:cond delay="0"/>
                                          </p:stCondLst>
                                        </p:cTn>
                                        <p:tgtEl>
                                          <p:spTgt spid="35"/>
                                        </p:tgtEl>
                                        <p:attrNameLst>
                                          <p:attrName>style.visibility</p:attrName>
                                        </p:attrNameLst>
                                      </p:cBhvr>
                                      <p:to>
                                        <p:strVal val="visible"/>
                                      </p:to>
                                    </p:set>
                                    <p:anim calcmode="lin" valueType="num">
                                      <p:cBhvr>
                                        <p:cTn id="89" dur="500" fill="hold"/>
                                        <p:tgtEl>
                                          <p:spTgt spid="35"/>
                                        </p:tgtEl>
                                        <p:attrNameLst>
                                          <p:attrName>ppt_w</p:attrName>
                                        </p:attrNameLst>
                                      </p:cBhvr>
                                      <p:tavLst>
                                        <p:tav tm="0">
                                          <p:val>
                                            <p:fltVal val="0"/>
                                          </p:val>
                                        </p:tav>
                                        <p:tav tm="100000">
                                          <p:val>
                                            <p:strVal val="#ppt_w"/>
                                          </p:val>
                                        </p:tav>
                                      </p:tavLst>
                                    </p:anim>
                                    <p:anim calcmode="lin" valueType="num">
                                      <p:cBhvr>
                                        <p:cTn id="90" dur="500" fill="hold"/>
                                        <p:tgtEl>
                                          <p:spTgt spid="35"/>
                                        </p:tgtEl>
                                        <p:attrNameLst>
                                          <p:attrName>ppt_h</p:attrName>
                                        </p:attrNameLst>
                                      </p:cBhvr>
                                      <p:tavLst>
                                        <p:tav tm="0">
                                          <p:val>
                                            <p:fltVal val="0"/>
                                          </p:val>
                                        </p:tav>
                                        <p:tav tm="100000">
                                          <p:val>
                                            <p:strVal val="#ppt_h"/>
                                          </p:val>
                                        </p:tav>
                                      </p:tavLst>
                                    </p:anim>
                                    <p:animEffect transition="in" filter="fade">
                                      <p:cBhvr>
                                        <p:cTn id="91" dur="500"/>
                                        <p:tgtEl>
                                          <p:spTgt spid="35"/>
                                        </p:tgtEl>
                                      </p:cBhvr>
                                    </p:animEffect>
                                  </p:childTnLst>
                                </p:cTn>
                              </p:par>
                            </p:childTnLst>
                          </p:cTn>
                        </p:par>
                        <p:par>
                          <p:cTn id="92" fill="hold">
                            <p:stCondLst>
                              <p:cond delay="7500"/>
                            </p:stCondLst>
                            <p:childTnLst>
                              <p:par>
                                <p:cTn id="93" presetID="10" presetClass="entr" presetSubtype="0" fill="hold" grpId="0" nodeType="afterEffect">
                                  <p:stCondLst>
                                    <p:cond delay="0"/>
                                  </p:stCondLst>
                                  <p:childTnLst>
                                    <p:set>
                                      <p:cBhvr>
                                        <p:cTn id="94" dur="1" fill="hold">
                                          <p:stCondLst>
                                            <p:cond delay="0"/>
                                          </p:stCondLst>
                                        </p:cTn>
                                        <p:tgtEl>
                                          <p:spTgt spid="36">
                                            <p:txEl>
                                              <p:pRg st="0" end="0"/>
                                            </p:txEl>
                                          </p:spTgt>
                                        </p:tgtEl>
                                        <p:attrNameLst>
                                          <p:attrName>style.visibility</p:attrName>
                                        </p:attrNameLst>
                                      </p:cBhvr>
                                      <p:to>
                                        <p:strVal val="visible"/>
                                      </p:to>
                                    </p:set>
                                    <p:animEffect transition="in" filter="fade">
                                      <p:cBhvr>
                                        <p:cTn id="95" dur="500"/>
                                        <p:tgtEl>
                                          <p:spTgt spid="36">
                                            <p:txEl>
                                              <p:pRg st="0" end="0"/>
                                            </p:txEl>
                                          </p:spTgt>
                                        </p:tgtEl>
                                      </p:cBhvr>
                                    </p:animEffect>
                                  </p:childTnLst>
                                </p:cTn>
                              </p:par>
                              <p:par>
                                <p:cTn id="96" presetID="53" presetClass="entr" presetSubtype="16" fill="hold" grpId="0" nodeType="withEffect">
                                  <p:stCondLst>
                                    <p:cond delay="0"/>
                                  </p:stCondLst>
                                  <p:childTnLst>
                                    <p:set>
                                      <p:cBhvr>
                                        <p:cTn id="97" dur="1" fill="hold">
                                          <p:stCondLst>
                                            <p:cond delay="0"/>
                                          </p:stCondLst>
                                        </p:cTn>
                                        <p:tgtEl>
                                          <p:spTgt spid="38"/>
                                        </p:tgtEl>
                                        <p:attrNameLst>
                                          <p:attrName>style.visibility</p:attrName>
                                        </p:attrNameLst>
                                      </p:cBhvr>
                                      <p:to>
                                        <p:strVal val="visible"/>
                                      </p:to>
                                    </p:set>
                                    <p:anim calcmode="lin" valueType="num">
                                      <p:cBhvr>
                                        <p:cTn id="98" dur="500" fill="hold"/>
                                        <p:tgtEl>
                                          <p:spTgt spid="38"/>
                                        </p:tgtEl>
                                        <p:attrNameLst>
                                          <p:attrName>ppt_w</p:attrName>
                                        </p:attrNameLst>
                                      </p:cBhvr>
                                      <p:tavLst>
                                        <p:tav tm="0">
                                          <p:val>
                                            <p:fltVal val="0"/>
                                          </p:val>
                                        </p:tav>
                                        <p:tav tm="100000">
                                          <p:val>
                                            <p:strVal val="#ppt_w"/>
                                          </p:val>
                                        </p:tav>
                                      </p:tavLst>
                                    </p:anim>
                                    <p:anim calcmode="lin" valueType="num">
                                      <p:cBhvr>
                                        <p:cTn id="99" dur="500" fill="hold"/>
                                        <p:tgtEl>
                                          <p:spTgt spid="38"/>
                                        </p:tgtEl>
                                        <p:attrNameLst>
                                          <p:attrName>ppt_h</p:attrName>
                                        </p:attrNameLst>
                                      </p:cBhvr>
                                      <p:tavLst>
                                        <p:tav tm="0">
                                          <p:val>
                                            <p:fltVal val="0"/>
                                          </p:val>
                                        </p:tav>
                                        <p:tav tm="100000">
                                          <p:val>
                                            <p:strVal val="#ppt_h"/>
                                          </p:val>
                                        </p:tav>
                                      </p:tavLst>
                                    </p:anim>
                                    <p:animEffect transition="in" filter="fade">
                                      <p:cBhvr>
                                        <p:cTn id="100" dur="500"/>
                                        <p:tgtEl>
                                          <p:spTgt spid="38"/>
                                        </p:tgtEl>
                                      </p:cBhvr>
                                    </p:animEffect>
                                  </p:childTnLst>
                                </p:cTn>
                              </p:par>
                            </p:childTnLst>
                          </p:cTn>
                        </p:par>
                        <p:par>
                          <p:cTn id="101" fill="hold">
                            <p:stCondLst>
                              <p:cond delay="8000"/>
                            </p:stCondLst>
                            <p:childTnLst>
                              <p:par>
                                <p:cTn id="102" presetID="10" presetClass="entr" presetSubtype="0" fill="hold" grpId="0" nodeType="afterEffect">
                                  <p:stCondLst>
                                    <p:cond delay="0"/>
                                  </p:stCondLst>
                                  <p:childTnLst>
                                    <p:set>
                                      <p:cBhvr>
                                        <p:cTn id="103" dur="1" fill="hold">
                                          <p:stCondLst>
                                            <p:cond delay="0"/>
                                          </p:stCondLst>
                                        </p:cTn>
                                        <p:tgtEl>
                                          <p:spTgt spid="39">
                                            <p:txEl>
                                              <p:pRg st="0" end="0"/>
                                            </p:txEl>
                                          </p:spTgt>
                                        </p:tgtEl>
                                        <p:attrNameLst>
                                          <p:attrName>style.visibility</p:attrName>
                                        </p:attrNameLst>
                                      </p:cBhvr>
                                      <p:to>
                                        <p:strVal val="visible"/>
                                      </p:to>
                                    </p:set>
                                    <p:animEffect transition="in" filter="fade">
                                      <p:cBhvr>
                                        <p:cTn id="104" dur="500"/>
                                        <p:tgtEl>
                                          <p:spTgt spid="39">
                                            <p:txEl>
                                              <p:pRg st="0" end="0"/>
                                            </p:txEl>
                                          </p:spTgt>
                                        </p:tgtEl>
                                      </p:cBhvr>
                                    </p:animEffect>
                                  </p:childTnLst>
                                </p:cTn>
                              </p:par>
                              <p:par>
                                <p:cTn id="105" presetID="53" presetClass="entr" presetSubtype="16" fill="hold" grpId="0" nodeType="withEffect">
                                  <p:stCondLst>
                                    <p:cond delay="0"/>
                                  </p:stCondLst>
                                  <p:childTnLst>
                                    <p:set>
                                      <p:cBhvr>
                                        <p:cTn id="106" dur="1" fill="hold">
                                          <p:stCondLst>
                                            <p:cond delay="0"/>
                                          </p:stCondLst>
                                        </p:cTn>
                                        <p:tgtEl>
                                          <p:spTgt spid="40"/>
                                        </p:tgtEl>
                                        <p:attrNameLst>
                                          <p:attrName>style.visibility</p:attrName>
                                        </p:attrNameLst>
                                      </p:cBhvr>
                                      <p:to>
                                        <p:strVal val="visible"/>
                                      </p:to>
                                    </p:set>
                                    <p:anim calcmode="lin" valueType="num">
                                      <p:cBhvr>
                                        <p:cTn id="107" dur="500" fill="hold"/>
                                        <p:tgtEl>
                                          <p:spTgt spid="40"/>
                                        </p:tgtEl>
                                        <p:attrNameLst>
                                          <p:attrName>ppt_w</p:attrName>
                                        </p:attrNameLst>
                                      </p:cBhvr>
                                      <p:tavLst>
                                        <p:tav tm="0">
                                          <p:val>
                                            <p:fltVal val="0"/>
                                          </p:val>
                                        </p:tav>
                                        <p:tav tm="100000">
                                          <p:val>
                                            <p:strVal val="#ppt_w"/>
                                          </p:val>
                                        </p:tav>
                                      </p:tavLst>
                                    </p:anim>
                                    <p:anim calcmode="lin" valueType="num">
                                      <p:cBhvr>
                                        <p:cTn id="108" dur="500" fill="hold"/>
                                        <p:tgtEl>
                                          <p:spTgt spid="40"/>
                                        </p:tgtEl>
                                        <p:attrNameLst>
                                          <p:attrName>ppt_h</p:attrName>
                                        </p:attrNameLst>
                                      </p:cBhvr>
                                      <p:tavLst>
                                        <p:tav tm="0">
                                          <p:val>
                                            <p:fltVal val="0"/>
                                          </p:val>
                                        </p:tav>
                                        <p:tav tm="100000">
                                          <p:val>
                                            <p:strVal val="#ppt_h"/>
                                          </p:val>
                                        </p:tav>
                                      </p:tavLst>
                                    </p:anim>
                                    <p:animEffect transition="in" filter="fade">
                                      <p:cBhvr>
                                        <p:cTn id="109" dur="500"/>
                                        <p:tgtEl>
                                          <p:spTgt spid="40"/>
                                        </p:tgtEl>
                                      </p:cBhvr>
                                    </p:animEffect>
                                  </p:childTnLst>
                                </p:cTn>
                              </p:par>
                            </p:childTnLst>
                          </p:cTn>
                        </p:par>
                        <p:par>
                          <p:cTn id="110" fill="hold">
                            <p:stCondLst>
                              <p:cond delay="8500"/>
                            </p:stCondLst>
                            <p:childTnLst>
                              <p:par>
                                <p:cTn id="111" presetID="10" presetClass="entr" presetSubtype="0" fill="hold" grpId="0" nodeType="afterEffect">
                                  <p:stCondLst>
                                    <p:cond delay="0"/>
                                  </p:stCondLst>
                                  <p:childTnLst>
                                    <p:set>
                                      <p:cBhvr>
                                        <p:cTn id="112" dur="1" fill="hold">
                                          <p:stCondLst>
                                            <p:cond delay="0"/>
                                          </p:stCondLst>
                                        </p:cTn>
                                        <p:tgtEl>
                                          <p:spTgt spid="41">
                                            <p:txEl>
                                              <p:pRg st="0" end="0"/>
                                            </p:txEl>
                                          </p:spTgt>
                                        </p:tgtEl>
                                        <p:attrNameLst>
                                          <p:attrName>style.visibility</p:attrName>
                                        </p:attrNameLst>
                                      </p:cBhvr>
                                      <p:to>
                                        <p:strVal val="visible"/>
                                      </p:to>
                                    </p:set>
                                    <p:animEffect transition="in" filter="fade">
                                      <p:cBhvr>
                                        <p:cTn id="113" dur="500"/>
                                        <p:tgtEl>
                                          <p:spTgt spid="4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1" grpId="0" animBg="1"/>
      <p:bldP spid="12" grpId="0" build="p">
        <p:tmplLst>
          <p:tmpl lvl="1">
            <p:tnLst>
              <p:par>
                <p:cTn presetID="10" presetClass="entr" presetSubtype="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childTnLst>
                </p:cTn>
              </p:par>
            </p:tnLst>
          </p:tmpl>
        </p:tmplLst>
      </p:bldP>
      <p:bldP spid="17" grpId="0" animBg="1"/>
      <p:bldP spid="20" grpId="0" build="p">
        <p:tmplLst>
          <p:tmpl lvl="1">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7" grpId="0" animBg="1"/>
      <p:bldP spid="28" grpId="0" build="p">
        <p:tmplLst>
          <p:tmpl lvl="1">
            <p:tnLst>
              <p:par>
                <p:cTn presetID="10" presetClass="entr" presetSubtype="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9" grpId="0" animBg="1"/>
      <p:bldP spid="30" grpId="0" build="p">
        <p:tmplLst>
          <p:tmpl lvl="1">
            <p:tnLst>
              <p:par>
                <p:cTn presetID="10" presetClass="entr" presetSubtype="0"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5" grpId="0" animBg="1"/>
      <p:bldP spid="36" grpId="0" build="p">
        <p:tmplLst>
          <p:tmpl lvl="1">
            <p:tnLst>
              <p:par>
                <p:cTn presetID="10" presetClass="entr" presetSubtype="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8" grpId="0" animBg="1"/>
      <p:bldP spid="39" grpId="0" build="p">
        <p:tmplLst>
          <p:tmpl lvl="1">
            <p:tnLst>
              <p:par>
                <p:cTn presetID="10" presetClass="entr" presetSubtype="0" fill="hold" nodeType="after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0" grpId="0" animBg="1"/>
      <p:bldP spid="41" grpId="0" build="p">
        <p:tmplLst>
          <p:tmpl lvl="1">
            <p:tnLst>
              <p:par>
                <p:cTn presetID="10" presetClass="entr" presetSubtype="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Lst>
  </p:timing>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cxnSp>
        <p:nvCxnSpPr>
          <p:cNvPr id="17" name="Straight Connector 16"/>
          <p:cNvCxnSpPr/>
          <p:nvPr userDrawn="1"/>
        </p:nvCxnSpPr>
        <p:spPr>
          <a:xfrm flipV="1">
            <a:off x="2022475" y="3292186"/>
            <a:ext cx="18161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61721"/>
          </a:xfrm>
        </p:spPr>
        <p:txBody>
          <a:bodyPr/>
          <a:lstStyle>
            <a:lvl1pPr algn="l">
              <a:defRPr sz="36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4904"/>
            <a:ext cx="5472112" cy="294121"/>
          </a:xfrm>
        </p:spPr>
        <p:txBody>
          <a:bodyPr/>
          <a:lstStyle>
            <a:lvl1pPr algn="l">
              <a:defRPr/>
            </a:lvl1pPr>
          </a:lstStyle>
          <a:p>
            <a:pPr lvl="0"/>
            <a:r>
              <a:rPr lang="en-US" dirty="0" smtClean="0"/>
              <a:t>Click to edit Master text styles</a:t>
            </a:r>
          </a:p>
        </p:txBody>
      </p:sp>
      <p:sp>
        <p:nvSpPr>
          <p:cNvPr id="10" name="Picture Placeholder 9"/>
          <p:cNvSpPr>
            <a:spLocks noGrp="1"/>
          </p:cNvSpPr>
          <p:nvPr>
            <p:ph type="pic" sz="quarter" idx="13" hasCustomPrompt="1"/>
          </p:nvPr>
        </p:nvSpPr>
        <p:spPr>
          <a:xfrm>
            <a:off x="838200" y="2692400"/>
            <a:ext cx="1206500" cy="120650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5" name="Picture Placeholder 14"/>
          <p:cNvSpPr>
            <a:spLocks noGrp="1"/>
          </p:cNvSpPr>
          <p:nvPr>
            <p:ph type="pic" sz="quarter" idx="14" hasCustomPrompt="1"/>
          </p:nvPr>
        </p:nvSpPr>
        <p:spPr>
          <a:xfrm>
            <a:off x="4746625" y="1574695"/>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20" name="Straight Connector 19"/>
          <p:cNvCxnSpPr/>
          <p:nvPr userDrawn="1"/>
        </p:nvCxnSpPr>
        <p:spPr>
          <a:xfrm>
            <a:off x="3838575" y="2050451"/>
            <a:ext cx="0" cy="3232574"/>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a:xfrm flipV="1">
            <a:off x="3838575" y="2067123"/>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a:xfrm flipV="1">
            <a:off x="3838575" y="3714754"/>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5" name="Picture Placeholder 24"/>
          <p:cNvSpPr>
            <a:spLocks noGrp="1"/>
          </p:cNvSpPr>
          <p:nvPr>
            <p:ph type="pic" sz="quarter" idx="15" hasCustomPrompt="1"/>
          </p:nvPr>
        </p:nvSpPr>
        <p:spPr>
          <a:xfrm>
            <a:off x="4746625" y="3252556"/>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27" name="Picture Placeholder 26"/>
          <p:cNvSpPr>
            <a:spLocks noGrp="1"/>
          </p:cNvSpPr>
          <p:nvPr>
            <p:ph type="pic" sz="quarter" idx="16" hasCustomPrompt="1"/>
          </p:nvPr>
        </p:nvSpPr>
        <p:spPr>
          <a:xfrm>
            <a:off x="4746625" y="4780917"/>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29" name="Straight Connector 28"/>
          <p:cNvCxnSpPr/>
          <p:nvPr userDrawn="1"/>
        </p:nvCxnSpPr>
        <p:spPr>
          <a:xfrm flipV="1">
            <a:off x="3838575" y="5283025"/>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flipV="1">
            <a:off x="5718175" y="2069699"/>
            <a:ext cx="18161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2" name="Picture Placeholder 31"/>
          <p:cNvSpPr>
            <a:spLocks noGrp="1"/>
          </p:cNvSpPr>
          <p:nvPr>
            <p:ph type="pic" sz="quarter" idx="17" hasCustomPrompt="1"/>
          </p:nvPr>
        </p:nvSpPr>
        <p:spPr>
          <a:xfrm>
            <a:off x="8458200" y="124984"/>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34" name="Straight Connector 33"/>
          <p:cNvCxnSpPr/>
          <p:nvPr userDrawn="1"/>
        </p:nvCxnSpPr>
        <p:spPr>
          <a:xfrm>
            <a:off x="7534275" y="558800"/>
            <a:ext cx="0" cy="3232574"/>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a:xfrm flipV="1">
            <a:off x="7531102" y="583773"/>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6" name="Picture Placeholder 35"/>
          <p:cNvSpPr>
            <a:spLocks noGrp="1"/>
          </p:cNvSpPr>
          <p:nvPr>
            <p:ph type="pic" sz="quarter" idx="18" hasCustomPrompt="1"/>
          </p:nvPr>
        </p:nvSpPr>
        <p:spPr>
          <a:xfrm>
            <a:off x="8458200" y="3290656"/>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38" name="Straight Connector 37"/>
          <p:cNvCxnSpPr/>
          <p:nvPr userDrawn="1"/>
        </p:nvCxnSpPr>
        <p:spPr>
          <a:xfrm flipV="1">
            <a:off x="7531102" y="3795802"/>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flipV="1">
            <a:off x="7542213" y="2184041"/>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40" name="Picture Placeholder 39"/>
          <p:cNvSpPr>
            <a:spLocks noGrp="1"/>
          </p:cNvSpPr>
          <p:nvPr>
            <p:ph type="pic" sz="quarter" idx="19" hasCustomPrompt="1"/>
          </p:nvPr>
        </p:nvSpPr>
        <p:spPr>
          <a:xfrm>
            <a:off x="8442324" y="1692743"/>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44" name="Picture Placeholder 43"/>
          <p:cNvSpPr>
            <a:spLocks noGrp="1"/>
          </p:cNvSpPr>
          <p:nvPr>
            <p:ph type="pic" sz="quarter" idx="20" hasCustomPrompt="1"/>
          </p:nvPr>
        </p:nvSpPr>
        <p:spPr>
          <a:xfrm>
            <a:off x="1701799" y="3714755"/>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1"/>
          </a:solidFill>
        </p:spPr>
        <p:txBody>
          <a:bodyPr wrap="square">
            <a:noAutofit/>
          </a:bodyPr>
          <a:lstStyle>
            <a:lvl1pPr>
              <a:defRPr sz="500"/>
            </a:lvl1pPr>
          </a:lstStyle>
          <a:p>
            <a:r>
              <a:rPr lang="id-ID" dirty="0" smtClean="0"/>
              <a:t>-</a:t>
            </a:r>
            <a:endParaRPr lang="en-AU" dirty="0"/>
          </a:p>
        </p:txBody>
      </p:sp>
      <p:sp>
        <p:nvSpPr>
          <p:cNvPr id="51" name="Picture Placeholder 50"/>
          <p:cNvSpPr>
            <a:spLocks noGrp="1"/>
          </p:cNvSpPr>
          <p:nvPr>
            <p:ph type="pic" sz="quarter" idx="21" hasCustomPrompt="1"/>
          </p:nvPr>
        </p:nvSpPr>
        <p:spPr>
          <a:xfrm>
            <a:off x="5476873" y="2355154"/>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2"/>
          </a:solidFill>
        </p:spPr>
        <p:txBody>
          <a:bodyPr wrap="square">
            <a:noAutofit/>
          </a:bodyPr>
          <a:lstStyle>
            <a:lvl1pPr>
              <a:defRPr sz="500"/>
            </a:lvl1pPr>
          </a:lstStyle>
          <a:p>
            <a:r>
              <a:rPr lang="id-ID" dirty="0" smtClean="0"/>
              <a:t>-</a:t>
            </a:r>
            <a:endParaRPr lang="en-AU" dirty="0"/>
          </a:p>
        </p:txBody>
      </p:sp>
      <p:sp>
        <p:nvSpPr>
          <p:cNvPr id="52" name="Picture Placeholder 51"/>
          <p:cNvSpPr>
            <a:spLocks noGrp="1"/>
          </p:cNvSpPr>
          <p:nvPr>
            <p:ph type="pic" sz="quarter" idx="22" hasCustomPrompt="1"/>
          </p:nvPr>
        </p:nvSpPr>
        <p:spPr>
          <a:xfrm>
            <a:off x="5476873" y="4031985"/>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3"/>
          </a:solidFill>
        </p:spPr>
        <p:txBody>
          <a:bodyPr wrap="square">
            <a:noAutofit/>
          </a:bodyPr>
          <a:lstStyle>
            <a:lvl1pPr>
              <a:defRPr sz="500"/>
            </a:lvl1pPr>
          </a:lstStyle>
          <a:p>
            <a:r>
              <a:rPr lang="id-ID" dirty="0" smtClean="0"/>
              <a:t>-</a:t>
            </a:r>
            <a:endParaRPr lang="en-AU" dirty="0"/>
          </a:p>
        </p:txBody>
      </p:sp>
      <p:sp>
        <p:nvSpPr>
          <p:cNvPr id="53" name="Picture Placeholder 52"/>
          <p:cNvSpPr>
            <a:spLocks noGrp="1"/>
          </p:cNvSpPr>
          <p:nvPr>
            <p:ph type="pic" sz="quarter" idx="23" hasCustomPrompt="1"/>
          </p:nvPr>
        </p:nvSpPr>
        <p:spPr>
          <a:xfrm>
            <a:off x="5476873" y="5560346"/>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4"/>
          </a:solidFill>
        </p:spPr>
        <p:txBody>
          <a:bodyPr wrap="square">
            <a:noAutofit/>
          </a:bodyPr>
          <a:lstStyle>
            <a:lvl1pPr>
              <a:defRPr sz="500"/>
            </a:lvl1pPr>
          </a:lstStyle>
          <a:p>
            <a:r>
              <a:rPr lang="id-ID" dirty="0" smtClean="0"/>
              <a:t>-</a:t>
            </a:r>
            <a:endParaRPr lang="en-AU" dirty="0"/>
          </a:p>
        </p:txBody>
      </p:sp>
      <p:sp>
        <p:nvSpPr>
          <p:cNvPr id="54" name="Picture Placeholder 53"/>
          <p:cNvSpPr>
            <a:spLocks noGrp="1"/>
          </p:cNvSpPr>
          <p:nvPr>
            <p:ph type="pic" sz="quarter" idx="24" hasCustomPrompt="1"/>
          </p:nvPr>
        </p:nvSpPr>
        <p:spPr>
          <a:xfrm>
            <a:off x="9188449" y="907403"/>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5"/>
          </a:solidFill>
        </p:spPr>
        <p:txBody>
          <a:bodyPr wrap="square">
            <a:noAutofit/>
          </a:bodyPr>
          <a:lstStyle>
            <a:lvl1pPr>
              <a:defRPr sz="500"/>
            </a:lvl1pPr>
          </a:lstStyle>
          <a:p>
            <a:r>
              <a:rPr lang="id-ID" dirty="0" smtClean="0"/>
              <a:t>-</a:t>
            </a:r>
            <a:endParaRPr lang="en-AU" dirty="0"/>
          </a:p>
        </p:txBody>
      </p:sp>
      <p:sp>
        <p:nvSpPr>
          <p:cNvPr id="55" name="Picture Placeholder 54"/>
          <p:cNvSpPr>
            <a:spLocks noGrp="1"/>
          </p:cNvSpPr>
          <p:nvPr>
            <p:ph type="pic" sz="quarter" idx="25" hasCustomPrompt="1"/>
          </p:nvPr>
        </p:nvSpPr>
        <p:spPr>
          <a:xfrm>
            <a:off x="9172572" y="2475162"/>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6"/>
          </a:solidFill>
        </p:spPr>
        <p:txBody>
          <a:bodyPr wrap="square">
            <a:noAutofit/>
          </a:bodyPr>
          <a:lstStyle>
            <a:lvl1pPr>
              <a:defRPr sz="500"/>
            </a:lvl1pPr>
          </a:lstStyle>
          <a:p>
            <a:r>
              <a:rPr lang="id-ID" dirty="0" smtClean="0"/>
              <a:t>-</a:t>
            </a:r>
            <a:endParaRPr lang="en-AU" dirty="0"/>
          </a:p>
        </p:txBody>
      </p:sp>
      <p:sp>
        <p:nvSpPr>
          <p:cNvPr id="56" name="Picture Placeholder 55"/>
          <p:cNvSpPr>
            <a:spLocks noGrp="1"/>
          </p:cNvSpPr>
          <p:nvPr>
            <p:ph type="pic" sz="quarter" idx="26" hasCustomPrompt="1"/>
          </p:nvPr>
        </p:nvSpPr>
        <p:spPr>
          <a:xfrm>
            <a:off x="9188449" y="4073075"/>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tx2"/>
          </a:solidFill>
        </p:spPr>
        <p:txBody>
          <a:bodyPr wrap="square">
            <a:noAutofit/>
          </a:bodyPr>
          <a:lstStyle>
            <a:lvl1pPr>
              <a:defRPr sz="500"/>
            </a:lvl1pPr>
          </a:lstStyle>
          <a:p>
            <a:r>
              <a:rPr lang="id-ID" dirty="0" smtClean="0"/>
              <a:t>-</a:t>
            </a:r>
            <a:endParaRPr lang="en-AU" dirty="0"/>
          </a:p>
        </p:txBody>
      </p:sp>
      <p:sp>
        <p:nvSpPr>
          <p:cNvPr id="57" name="Text Placeholder 10"/>
          <p:cNvSpPr>
            <a:spLocks noGrp="1"/>
          </p:cNvSpPr>
          <p:nvPr>
            <p:ph type="body" sz="quarter" idx="27" hasCustomPrompt="1"/>
          </p:nvPr>
        </p:nvSpPr>
        <p:spPr>
          <a:xfrm>
            <a:off x="1772877" y="3806231"/>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8" name="Text Placeholder 10"/>
          <p:cNvSpPr>
            <a:spLocks noGrp="1"/>
          </p:cNvSpPr>
          <p:nvPr>
            <p:ph type="body" sz="quarter" idx="28" hasCustomPrompt="1"/>
          </p:nvPr>
        </p:nvSpPr>
        <p:spPr>
          <a:xfrm>
            <a:off x="1772877" y="4192422"/>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59" name="Text Placeholder 10"/>
          <p:cNvSpPr>
            <a:spLocks noGrp="1"/>
          </p:cNvSpPr>
          <p:nvPr>
            <p:ph type="body" sz="quarter" idx="29" hasCustomPrompt="1"/>
          </p:nvPr>
        </p:nvSpPr>
        <p:spPr>
          <a:xfrm>
            <a:off x="5554812" y="2828001"/>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0" name="Text Placeholder 10"/>
          <p:cNvSpPr>
            <a:spLocks noGrp="1"/>
          </p:cNvSpPr>
          <p:nvPr>
            <p:ph type="body" sz="quarter" idx="30" hasCustomPrompt="1"/>
          </p:nvPr>
        </p:nvSpPr>
        <p:spPr>
          <a:xfrm>
            <a:off x="5547951" y="4507946"/>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1" name="Text Placeholder 10"/>
          <p:cNvSpPr>
            <a:spLocks noGrp="1"/>
          </p:cNvSpPr>
          <p:nvPr>
            <p:ph type="body" sz="quarter" idx="31" hasCustomPrompt="1"/>
          </p:nvPr>
        </p:nvSpPr>
        <p:spPr>
          <a:xfrm>
            <a:off x="5523062" y="6012854"/>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2" name="Text Placeholder 10"/>
          <p:cNvSpPr>
            <a:spLocks noGrp="1"/>
          </p:cNvSpPr>
          <p:nvPr>
            <p:ph type="body" sz="quarter" idx="32" hasCustomPrompt="1"/>
          </p:nvPr>
        </p:nvSpPr>
        <p:spPr>
          <a:xfrm>
            <a:off x="9259527" y="1359286"/>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3" name="Text Placeholder 10"/>
          <p:cNvSpPr>
            <a:spLocks noGrp="1"/>
          </p:cNvSpPr>
          <p:nvPr>
            <p:ph type="body" sz="quarter" idx="33" hasCustomPrompt="1"/>
          </p:nvPr>
        </p:nvSpPr>
        <p:spPr>
          <a:xfrm>
            <a:off x="9259527" y="2939682"/>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4" name="Text Placeholder 10"/>
          <p:cNvSpPr>
            <a:spLocks noGrp="1"/>
          </p:cNvSpPr>
          <p:nvPr>
            <p:ph type="body" sz="quarter" idx="34" hasCustomPrompt="1"/>
          </p:nvPr>
        </p:nvSpPr>
        <p:spPr>
          <a:xfrm>
            <a:off x="9243650" y="4516838"/>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5" name="Text Placeholder 10"/>
          <p:cNvSpPr>
            <a:spLocks noGrp="1"/>
          </p:cNvSpPr>
          <p:nvPr>
            <p:ph type="body" sz="quarter" idx="35" hasCustomPrompt="1"/>
          </p:nvPr>
        </p:nvSpPr>
        <p:spPr>
          <a:xfrm>
            <a:off x="5546516" y="2458316"/>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68" name="Text Placeholder 10"/>
          <p:cNvSpPr>
            <a:spLocks noGrp="1"/>
          </p:cNvSpPr>
          <p:nvPr>
            <p:ph type="body" sz="quarter" idx="38" hasCustomPrompt="1"/>
          </p:nvPr>
        </p:nvSpPr>
        <p:spPr>
          <a:xfrm>
            <a:off x="5546516" y="4133855"/>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69" name="Text Placeholder 10"/>
          <p:cNvSpPr>
            <a:spLocks noGrp="1"/>
          </p:cNvSpPr>
          <p:nvPr>
            <p:ph type="body" sz="quarter" idx="39" hasCustomPrompt="1"/>
          </p:nvPr>
        </p:nvSpPr>
        <p:spPr>
          <a:xfrm>
            <a:off x="5523062" y="5664098"/>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70" name="Text Placeholder 10"/>
          <p:cNvSpPr>
            <a:spLocks noGrp="1"/>
          </p:cNvSpPr>
          <p:nvPr>
            <p:ph type="body" sz="quarter" idx="40" hasCustomPrompt="1"/>
          </p:nvPr>
        </p:nvSpPr>
        <p:spPr>
          <a:xfrm>
            <a:off x="9243650" y="1008087"/>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71" name="Text Placeholder 10"/>
          <p:cNvSpPr>
            <a:spLocks noGrp="1"/>
          </p:cNvSpPr>
          <p:nvPr>
            <p:ph type="body" sz="quarter" idx="41" hasCustomPrompt="1"/>
          </p:nvPr>
        </p:nvSpPr>
        <p:spPr>
          <a:xfrm>
            <a:off x="9259527" y="2579639"/>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72" name="Text Placeholder 10"/>
          <p:cNvSpPr>
            <a:spLocks noGrp="1"/>
          </p:cNvSpPr>
          <p:nvPr>
            <p:ph type="body" sz="quarter" idx="42" hasCustomPrompt="1"/>
          </p:nvPr>
        </p:nvSpPr>
        <p:spPr>
          <a:xfrm>
            <a:off x="9259527" y="4177552"/>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Tree>
    <p:extLst>
      <p:ext uri="{BB962C8B-B14F-4D97-AF65-F5344CB8AC3E}">
        <p14:creationId xmlns:p14="http://schemas.microsoft.com/office/powerpoint/2010/main" val="377376570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fltVal val="0"/>
                                          </p:val>
                                        </p:tav>
                                        <p:tav tm="100000">
                                          <p:val>
                                            <p:strVal val="#ppt_w"/>
                                          </p:val>
                                        </p:tav>
                                      </p:tavLst>
                                    </p:anim>
                                    <p:anim calcmode="lin" valueType="num">
                                      <p:cBhvr>
                                        <p:cTn id="16" dur="500" fill="hold"/>
                                        <p:tgtEl>
                                          <p:spTgt spid="10"/>
                                        </p:tgtEl>
                                        <p:attrNameLst>
                                          <p:attrName>ppt_h</p:attrName>
                                        </p:attrNameLst>
                                      </p:cBhvr>
                                      <p:tavLst>
                                        <p:tav tm="0">
                                          <p:val>
                                            <p:fltVal val="0"/>
                                          </p:val>
                                        </p:tav>
                                        <p:tav tm="100000">
                                          <p:val>
                                            <p:strVal val="#ppt_h"/>
                                          </p:val>
                                        </p:tav>
                                      </p:tavLst>
                                    </p:anim>
                                    <p:animEffect transition="in" filter="fade">
                                      <p:cBhvr>
                                        <p:cTn id="17" dur="500"/>
                                        <p:tgtEl>
                                          <p:spTgt spid="10"/>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44"/>
                                        </p:tgtEl>
                                        <p:attrNameLst>
                                          <p:attrName>style.visibility</p:attrName>
                                        </p:attrNameLst>
                                      </p:cBhvr>
                                      <p:to>
                                        <p:strVal val="visible"/>
                                      </p:to>
                                    </p:set>
                                    <p:animEffect transition="in" filter="fade">
                                      <p:cBhvr>
                                        <p:cTn id="21" dur="500"/>
                                        <p:tgtEl>
                                          <p:spTgt spid="44"/>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57">
                                            <p:txEl>
                                              <p:pRg st="0" end="0"/>
                                            </p:txEl>
                                          </p:spTgt>
                                        </p:tgtEl>
                                        <p:attrNameLst>
                                          <p:attrName>style.visibility</p:attrName>
                                        </p:attrNameLst>
                                      </p:cBhvr>
                                      <p:to>
                                        <p:strVal val="visible"/>
                                      </p:to>
                                    </p:set>
                                    <p:animEffect transition="in" filter="fade">
                                      <p:cBhvr>
                                        <p:cTn id="24" dur="500"/>
                                        <p:tgtEl>
                                          <p:spTgt spid="57">
                                            <p:txEl>
                                              <p:pRg st="0" end="0"/>
                                            </p:txEl>
                                          </p:spTgt>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58">
                                            <p:txEl>
                                              <p:pRg st="0" end="0"/>
                                            </p:txEl>
                                          </p:spTgt>
                                        </p:tgtEl>
                                        <p:attrNameLst>
                                          <p:attrName>style.visibility</p:attrName>
                                        </p:attrNameLst>
                                      </p:cBhvr>
                                      <p:to>
                                        <p:strVal val="visible"/>
                                      </p:to>
                                    </p:set>
                                    <p:animEffect transition="in" filter="fade">
                                      <p:cBhvr>
                                        <p:cTn id="27" dur="500"/>
                                        <p:tgtEl>
                                          <p:spTgt spid="58">
                                            <p:txEl>
                                              <p:pRg st="0" end="0"/>
                                            </p:txEl>
                                          </p:spTgt>
                                        </p:tgtEl>
                                      </p:cBhvr>
                                    </p:animEffect>
                                  </p:childTnLst>
                                </p:cTn>
                              </p:par>
                            </p:childTnLst>
                          </p:cTn>
                        </p:par>
                        <p:par>
                          <p:cTn id="28" fill="hold">
                            <p:stCondLst>
                              <p:cond delay="2000"/>
                            </p:stCondLst>
                            <p:childTnLst>
                              <p:par>
                                <p:cTn id="29" presetID="22" presetClass="entr" presetSubtype="8" fill="hold"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left)">
                                      <p:cBhvr>
                                        <p:cTn id="31" dur="500"/>
                                        <p:tgtEl>
                                          <p:spTgt spid="17"/>
                                        </p:tgtEl>
                                      </p:cBhvr>
                                    </p:animEffect>
                                  </p:childTnLst>
                                </p:cTn>
                              </p:par>
                              <p:par>
                                <p:cTn id="32" presetID="16" presetClass="entr" presetSubtype="21" fill="hold" nodeType="with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barn(inVertical)">
                                      <p:cBhvr>
                                        <p:cTn id="34" dur="500"/>
                                        <p:tgtEl>
                                          <p:spTgt spid="20"/>
                                        </p:tgtEl>
                                      </p:cBhvr>
                                    </p:animEffect>
                                  </p:childTnLst>
                                </p:cTn>
                              </p:par>
                            </p:childTnLst>
                          </p:cTn>
                        </p:par>
                        <p:par>
                          <p:cTn id="35" fill="hold">
                            <p:stCondLst>
                              <p:cond delay="2500"/>
                            </p:stCondLst>
                            <p:childTnLst>
                              <p:par>
                                <p:cTn id="36" presetID="22" presetClass="entr" presetSubtype="4" fill="hold" nodeType="after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wipe(down)">
                                      <p:cBhvr>
                                        <p:cTn id="38" dur="500"/>
                                        <p:tgtEl>
                                          <p:spTgt spid="21"/>
                                        </p:tgtEl>
                                      </p:cBhvr>
                                    </p:animEffect>
                                  </p:childTnLst>
                                </p:cTn>
                              </p:par>
                              <p:par>
                                <p:cTn id="39" presetID="22" presetClass="entr" presetSubtype="4" fill="hold" nodeType="with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wipe(down)">
                                      <p:cBhvr>
                                        <p:cTn id="41" dur="500"/>
                                        <p:tgtEl>
                                          <p:spTgt spid="24"/>
                                        </p:tgtEl>
                                      </p:cBhvr>
                                    </p:animEffect>
                                  </p:childTnLst>
                                </p:cTn>
                              </p:par>
                              <p:par>
                                <p:cTn id="42" presetID="22" presetClass="entr" presetSubtype="4" fill="hold" nodeType="withEffect">
                                  <p:stCondLst>
                                    <p:cond delay="0"/>
                                  </p:stCondLst>
                                  <p:childTnLst>
                                    <p:set>
                                      <p:cBhvr>
                                        <p:cTn id="43" dur="1" fill="hold">
                                          <p:stCondLst>
                                            <p:cond delay="0"/>
                                          </p:stCondLst>
                                        </p:cTn>
                                        <p:tgtEl>
                                          <p:spTgt spid="29"/>
                                        </p:tgtEl>
                                        <p:attrNameLst>
                                          <p:attrName>style.visibility</p:attrName>
                                        </p:attrNameLst>
                                      </p:cBhvr>
                                      <p:to>
                                        <p:strVal val="visible"/>
                                      </p:to>
                                    </p:set>
                                    <p:animEffect transition="in" filter="wipe(down)">
                                      <p:cBhvr>
                                        <p:cTn id="44" dur="500"/>
                                        <p:tgtEl>
                                          <p:spTgt spid="29"/>
                                        </p:tgtEl>
                                      </p:cBhvr>
                                    </p:animEffect>
                                  </p:childTnLst>
                                </p:cTn>
                              </p:par>
                            </p:childTnLst>
                          </p:cTn>
                        </p:par>
                        <p:par>
                          <p:cTn id="45" fill="hold">
                            <p:stCondLst>
                              <p:cond delay="3000"/>
                            </p:stCondLst>
                            <p:childTnLst>
                              <p:par>
                                <p:cTn id="46" presetID="53" presetClass="entr" presetSubtype="16" fill="hold" grpId="0" nodeType="afterEffect">
                                  <p:stCondLst>
                                    <p:cond delay="0"/>
                                  </p:stCondLst>
                                  <p:childTnLst>
                                    <p:set>
                                      <p:cBhvr>
                                        <p:cTn id="47" dur="1" fill="hold">
                                          <p:stCondLst>
                                            <p:cond delay="0"/>
                                          </p:stCondLst>
                                        </p:cTn>
                                        <p:tgtEl>
                                          <p:spTgt spid="15"/>
                                        </p:tgtEl>
                                        <p:attrNameLst>
                                          <p:attrName>style.visibility</p:attrName>
                                        </p:attrNameLst>
                                      </p:cBhvr>
                                      <p:to>
                                        <p:strVal val="visible"/>
                                      </p:to>
                                    </p:set>
                                    <p:anim calcmode="lin" valueType="num">
                                      <p:cBhvr>
                                        <p:cTn id="48" dur="500" fill="hold"/>
                                        <p:tgtEl>
                                          <p:spTgt spid="15"/>
                                        </p:tgtEl>
                                        <p:attrNameLst>
                                          <p:attrName>ppt_w</p:attrName>
                                        </p:attrNameLst>
                                      </p:cBhvr>
                                      <p:tavLst>
                                        <p:tav tm="0">
                                          <p:val>
                                            <p:fltVal val="0"/>
                                          </p:val>
                                        </p:tav>
                                        <p:tav tm="100000">
                                          <p:val>
                                            <p:strVal val="#ppt_w"/>
                                          </p:val>
                                        </p:tav>
                                      </p:tavLst>
                                    </p:anim>
                                    <p:anim calcmode="lin" valueType="num">
                                      <p:cBhvr>
                                        <p:cTn id="49" dur="500" fill="hold"/>
                                        <p:tgtEl>
                                          <p:spTgt spid="15"/>
                                        </p:tgtEl>
                                        <p:attrNameLst>
                                          <p:attrName>ppt_h</p:attrName>
                                        </p:attrNameLst>
                                      </p:cBhvr>
                                      <p:tavLst>
                                        <p:tav tm="0">
                                          <p:val>
                                            <p:fltVal val="0"/>
                                          </p:val>
                                        </p:tav>
                                        <p:tav tm="100000">
                                          <p:val>
                                            <p:strVal val="#ppt_h"/>
                                          </p:val>
                                        </p:tav>
                                      </p:tavLst>
                                    </p:anim>
                                    <p:animEffect transition="in" filter="fade">
                                      <p:cBhvr>
                                        <p:cTn id="50" dur="500"/>
                                        <p:tgtEl>
                                          <p:spTgt spid="15"/>
                                        </p:tgtEl>
                                      </p:cBhvr>
                                    </p:animEffect>
                                  </p:childTnLst>
                                </p:cTn>
                              </p:par>
                            </p:childTnLst>
                          </p:cTn>
                        </p:par>
                        <p:par>
                          <p:cTn id="51" fill="hold">
                            <p:stCondLst>
                              <p:cond delay="3500"/>
                            </p:stCondLst>
                            <p:childTnLst>
                              <p:par>
                                <p:cTn id="52" presetID="10" presetClass="entr" presetSubtype="0" fill="hold" grpId="0" nodeType="afterEffect">
                                  <p:stCondLst>
                                    <p:cond delay="0"/>
                                  </p:stCondLst>
                                  <p:childTnLst>
                                    <p:set>
                                      <p:cBhvr>
                                        <p:cTn id="53" dur="1" fill="hold">
                                          <p:stCondLst>
                                            <p:cond delay="0"/>
                                          </p:stCondLst>
                                        </p:cTn>
                                        <p:tgtEl>
                                          <p:spTgt spid="51"/>
                                        </p:tgtEl>
                                        <p:attrNameLst>
                                          <p:attrName>style.visibility</p:attrName>
                                        </p:attrNameLst>
                                      </p:cBhvr>
                                      <p:to>
                                        <p:strVal val="visible"/>
                                      </p:to>
                                    </p:set>
                                    <p:animEffect transition="in" filter="fade">
                                      <p:cBhvr>
                                        <p:cTn id="54" dur="500"/>
                                        <p:tgtEl>
                                          <p:spTgt spid="5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65">
                                            <p:txEl>
                                              <p:pRg st="0" end="0"/>
                                            </p:txEl>
                                          </p:spTgt>
                                        </p:tgtEl>
                                        <p:attrNameLst>
                                          <p:attrName>style.visibility</p:attrName>
                                        </p:attrNameLst>
                                      </p:cBhvr>
                                      <p:to>
                                        <p:strVal val="visible"/>
                                      </p:to>
                                    </p:set>
                                    <p:animEffect transition="in" filter="fade">
                                      <p:cBhvr>
                                        <p:cTn id="57" dur="500"/>
                                        <p:tgtEl>
                                          <p:spTgt spid="65">
                                            <p:txEl>
                                              <p:pRg st="0" end="0"/>
                                            </p:txEl>
                                          </p:spTgt>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59">
                                            <p:txEl>
                                              <p:pRg st="0" end="0"/>
                                            </p:txEl>
                                          </p:spTgt>
                                        </p:tgtEl>
                                        <p:attrNameLst>
                                          <p:attrName>style.visibility</p:attrName>
                                        </p:attrNameLst>
                                      </p:cBhvr>
                                      <p:to>
                                        <p:strVal val="visible"/>
                                      </p:to>
                                    </p:set>
                                    <p:animEffect transition="in" filter="fade">
                                      <p:cBhvr>
                                        <p:cTn id="60" dur="500"/>
                                        <p:tgtEl>
                                          <p:spTgt spid="59">
                                            <p:txEl>
                                              <p:pRg st="0" end="0"/>
                                            </p:txEl>
                                          </p:spTgt>
                                        </p:tgtEl>
                                      </p:cBhvr>
                                    </p:animEffect>
                                  </p:childTnLst>
                                </p:cTn>
                              </p:par>
                            </p:childTnLst>
                          </p:cTn>
                        </p:par>
                        <p:par>
                          <p:cTn id="61" fill="hold">
                            <p:stCondLst>
                              <p:cond delay="4000"/>
                            </p:stCondLst>
                            <p:childTnLst>
                              <p:par>
                                <p:cTn id="62" presetID="53" presetClass="entr" presetSubtype="16" fill="hold" grpId="0" nodeType="afterEffect">
                                  <p:stCondLst>
                                    <p:cond delay="0"/>
                                  </p:stCondLst>
                                  <p:childTnLst>
                                    <p:set>
                                      <p:cBhvr>
                                        <p:cTn id="63" dur="1" fill="hold">
                                          <p:stCondLst>
                                            <p:cond delay="0"/>
                                          </p:stCondLst>
                                        </p:cTn>
                                        <p:tgtEl>
                                          <p:spTgt spid="25"/>
                                        </p:tgtEl>
                                        <p:attrNameLst>
                                          <p:attrName>style.visibility</p:attrName>
                                        </p:attrNameLst>
                                      </p:cBhvr>
                                      <p:to>
                                        <p:strVal val="visible"/>
                                      </p:to>
                                    </p:set>
                                    <p:anim calcmode="lin" valueType="num">
                                      <p:cBhvr>
                                        <p:cTn id="64" dur="500" fill="hold"/>
                                        <p:tgtEl>
                                          <p:spTgt spid="25"/>
                                        </p:tgtEl>
                                        <p:attrNameLst>
                                          <p:attrName>ppt_w</p:attrName>
                                        </p:attrNameLst>
                                      </p:cBhvr>
                                      <p:tavLst>
                                        <p:tav tm="0">
                                          <p:val>
                                            <p:fltVal val="0"/>
                                          </p:val>
                                        </p:tav>
                                        <p:tav tm="100000">
                                          <p:val>
                                            <p:strVal val="#ppt_w"/>
                                          </p:val>
                                        </p:tav>
                                      </p:tavLst>
                                    </p:anim>
                                    <p:anim calcmode="lin" valueType="num">
                                      <p:cBhvr>
                                        <p:cTn id="65" dur="500" fill="hold"/>
                                        <p:tgtEl>
                                          <p:spTgt spid="25"/>
                                        </p:tgtEl>
                                        <p:attrNameLst>
                                          <p:attrName>ppt_h</p:attrName>
                                        </p:attrNameLst>
                                      </p:cBhvr>
                                      <p:tavLst>
                                        <p:tav tm="0">
                                          <p:val>
                                            <p:fltVal val="0"/>
                                          </p:val>
                                        </p:tav>
                                        <p:tav tm="100000">
                                          <p:val>
                                            <p:strVal val="#ppt_h"/>
                                          </p:val>
                                        </p:tav>
                                      </p:tavLst>
                                    </p:anim>
                                    <p:animEffect transition="in" filter="fade">
                                      <p:cBhvr>
                                        <p:cTn id="66" dur="500"/>
                                        <p:tgtEl>
                                          <p:spTgt spid="25"/>
                                        </p:tgtEl>
                                      </p:cBhvr>
                                    </p:animEffect>
                                  </p:childTnLst>
                                </p:cTn>
                              </p:par>
                            </p:childTnLst>
                          </p:cTn>
                        </p:par>
                        <p:par>
                          <p:cTn id="67" fill="hold">
                            <p:stCondLst>
                              <p:cond delay="4500"/>
                            </p:stCondLst>
                            <p:childTnLst>
                              <p:par>
                                <p:cTn id="68" presetID="10" presetClass="entr" presetSubtype="0" fill="hold" grpId="0" nodeType="afterEffect">
                                  <p:stCondLst>
                                    <p:cond delay="0"/>
                                  </p:stCondLst>
                                  <p:childTnLst>
                                    <p:set>
                                      <p:cBhvr>
                                        <p:cTn id="69" dur="1" fill="hold">
                                          <p:stCondLst>
                                            <p:cond delay="0"/>
                                          </p:stCondLst>
                                        </p:cTn>
                                        <p:tgtEl>
                                          <p:spTgt spid="52"/>
                                        </p:tgtEl>
                                        <p:attrNameLst>
                                          <p:attrName>style.visibility</p:attrName>
                                        </p:attrNameLst>
                                      </p:cBhvr>
                                      <p:to>
                                        <p:strVal val="visible"/>
                                      </p:to>
                                    </p:set>
                                    <p:animEffect transition="in" filter="fade">
                                      <p:cBhvr>
                                        <p:cTn id="70" dur="500"/>
                                        <p:tgtEl>
                                          <p:spTgt spid="52"/>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68">
                                            <p:txEl>
                                              <p:pRg st="0" end="0"/>
                                            </p:txEl>
                                          </p:spTgt>
                                        </p:tgtEl>
                                        <p:attrNameLst>
                                          <p:attrName>style.visibility</p:attrName>
                                        </p:attrNameLst>
                                      </p:cBhvr>
                                      <p:to>
                                        <p:strVal val="visible"/>
                                      </p:to>
                                    </p:set>
                                    <p:animEffect transition="in" filter="fade">
                                      <p:cBhvr>
                                        <p:cTn id="73" dur="500"/>
                                        <p:tgtEl>
                                          <p:spTgt spid="68">
                                            <p:txEl>
                                              <p:pRg st="0" end="0"/>
                                            </p:txEl>
                                          </p:spTgt>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60">
                                            <p:txEl>
                                              <p:pRg st="0" end="0"/>
                                            </p:txEl>
                                          </p:spTgt>
                                        </p:tgtEl>
                                        <p:attrNameLst>
                                          <p:attrName>style.visibility</p:attrName>
                                        </p:attrNameLst>
                                      </p:cBhvr>
                                      <p:to>
                                        <p:strVal val="visible"/>
                                      </p:to>
                                    </p:set>
                                    <p:animEffect transition="in" filter="fade">
                                      <p:cBhvr>
                                        <p:cTn id="76" dur="500"/>
                                        <p:tgtEl>
                                          <p:spTgt spid="60">
                                            <p:txEl>
                                              <p:pRg st="0" end="0"/>
                                            </p:txEl>
                                          </p:spTgt>
                                        </p:tgtEl>
                                      </p:cBhvr>
                                    </p:animEffect>
                                  </p:childTnLst>
                                </p:cTn>
                              </p:par>
                            </p:childTnLst>
                          </p:cTn>
                        </p:par>
                        <p:par>
                          <p:cTn id="77" fill="hold">
                            <p:stCondLst>
                              <p:cond delay="5000"/>
                            </p:stCondLst>
                            <p:childTnLst>
                              <p:par>
                                <p:cTn id="78" presetID="53" presetClass="entr" presetSubtype="16" fill="hold" grpId="0" nodeType="afterEffect">
                                  <p:stCondLst>
                                    <p:cond delay="0"/>
                                  </p:stCondLst>
                                  <p:childTnLst>
                                    <p:set>
                                      <p:cBhvr>
                                        <p:cTn id="79" dur="1" fill="hold">
                                          <p:stCondLst>
                                            <p:cond delay="0"/>
                                          </p:stCondLst>
                                        </p:cTn>
                                        <p:tgtEl>
                                          <p:spTgt spid="27"/>
                                        </p:tgtEl>
                                        <p:attrNameLst>
                                          <p:attrName>style.visibility</p:attrName>
                                        </p:attrNameLst>
                                      </p:cBhvr>
                                      <p:to>
                                        <p:strVal val="visible"/>
                                      </p:to>
                                    </p:set>
                                    <p:anim calcmode="lin" valueType="num">
                                      <p:cBhvr>
                                        <p:cTn id="80" dur="500" fill="hold"/>
                                        <p:tgtEl>
                                          <p:spTgt spid="27"/>
                                        </p:tgtEl>
                                        <p:attrNameLst>
                                          <p:attrName>ppt_w</p:attrName>
                                        </p:attrNameLst>
                                      </p:cBhvr>
                                      <p:tavLst>
                                        <p:tav tm="0">
                                          <p:val>
                                            <p:fltVal val="0"/>
                                          </p:val>
                                        </p:tav>
                                        <p:tav tm="100000">
                                          <p:val>
                                            <p:strVal val="#ppt_w"/>
                                          </p:val>
                                        </p:tav>
                                      </p:tavLst>
                                    </p:anim>
                                    <p:anim calcmode="lin" valueType="num">
                                      <p:cBhvr>
                                        <p:cTn id="81" dur="500" fill="hold"/>
                                        <p:tgtEl>
                                          <p:spTgt spid="27"/>
                                        </p:tgtEl>
                                        <p:attrNameLst>
                                          <p:attrName>ppt_h</p:attrName>
                                        </p:attrNameLst>
                                      </p:cBhvr>
                                      <p:tavLst>
                                        <p:tav tm="0">
                                          <p:val>
                                            <p:fltVal val="0"/>
                                          </p:val>
                                        </p:tav>
                                        <p:tav tm="100000">
                                          <p:val>
                                            <p:strVal val="#ppt_h"/>
                                          </p:val>
                                        </p:tav>
                                      </p:tavLst>
                                    </p:anim>
                                    <p:animEffect transition="in" filter="fade">
                                      <p:cBhvr>
                                        <p:cTn id="82" dur="500"/>
                                        <p:tgtEl>
                                          <p:spTgt spid="27"/>
                                        </p:tgtEl>
                                      </p:cBhvr>
                                    </p:animEffect>
                                  </p:childTnLst>
                                </p:cTn>
                              </p:par>
                            </p:childTnLst>
                          </p:cTn>
                        </p:par>
                        <p:par>
                          <p:cTn id="83" fill="hold">
                            <p:stCondLst>
                              <p:cond delay="5500"/>
                            </p:stCondLst>
                            <p:childTnLst>
                              <p:par>
                                <p:cTn id="84" presetID="10" presetClass="entr" presetSubtype="0" fill="hold" grpId="0" nodeType="afterEffect">
                                  <p:stCondLst>
                                    <p:cond delay="0"/>
                                  </p:stCondLst>
                                  <p:childTnLst>
                                    <p:set>
                                      <p:cBhvr>
                                        <p:cTn id="85" dur="1" fill="hold">
                                          <p:stCondLst>
                                            <p:cond delay="0"/>
                                          </p:stCondLst>
                                        </p:cTn>
                                        <p:tgtEl>
                                          <p:spTgt spid="53"/>
                                        </p:tgtEl>
                                        <p:attrNameLst>
                                          <p:attrName>style.visibility</p:attrName>
                                        </p:attrNameLst>
                                      </p:cBhvr>
                                      <p:to>
                                        <p:strVal val="visible"/>
                                      </p:to>
                                    </p:set>
                                    <p:animEffect transition="in" filter="fade">
                                      <p:cBhvr>
                                        <p:cTn id="86" dur="500"/>
                                        <p:tgtEl>
                                          <p:spTgt spid="53"/>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69">
                                            <p:txEl>
                                              <p:pRg st="0" end="0"/>
                                            </p:txEl>
                                          </p:spTgt>
                                        </p:tgtEl>
                                        <p:attrNameLst>
                                          <p:attrName>style.visibility</p:attrName>
                                        </p:attrNameLst>
                                      </p:cBhvr>
                                      <p:to>
                                        <p:strVal val="visible"/>
                                      </p:to>
                                    </p:set>
                                    <p:animEffect transition="in" filter="fade">
                                      <p:cBhvr>
                                        <p:cTn id="89" dur="500"/>
                                        <p:tgtEl>
                                          <p:spTgt spid="69">
                                            <p:txEl>
                                              <p:pRg st="0" end="0"/>
                                            </p:txEl>
                                          </p:spTgt>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61">
                                            <p:txEl>
                                              <p:pRg st="0" end="0"/>
                                            </p:txEl>
                                          </p:spTgt>
                                        </p:tgtEl>
                                        <p:attrNameLst>
                                          <p:attrName>style.visibility</p:attrName>
                                        </p:attrNameLst>
                                      </p:cBhvr>
                                      <p:to>
                                        <p:strVal val="visible"/>
                                      </p:to>
                                    </p:set>
                                    <p:animEffect transition="in" filter="fade">
                                      <p:cBhvr>
                                        <p:cTn id="92" dur="500"/>
                                        <p:tgtEl>
                                          <p:spTgt spid="61">
                                            <p:txEl>
                                              <p:pRg st="0" end="0"/>
                                            </p:txEl>
                                          </p:spTgt>
                                        </p:tgtEl>
                                      </p:cBhvr>
                                    </p:animEffect>
                                  </p:childTnLst>
                                </p:cTn>
                              </p:par>
                            </p:childTnLst>
                          </p:cTn>
                        </p:par>
                        <p:par>
                          <p:cTn id="93" fill="hold">
                            <p:stCondLst>
                              <p:cond delay="6000"/>
                            </p:stCondLst>
                            <p:childTnLst>
                              <p:par>
                                <p:cTn id="94" presetID="22" presetClass="entr" presetSubtype="8" fill="hold" nodeType="afterEffect">
                                  <p:stCondLst>
                                    <p:cond delay="0"/>
                                  </p:stCondLst>
                                  <p:childTnLst>
                                    <p:set>
                                      <p:cBhvr>
                                        <p:cTn id="95" dur="1" fill="hold">
                                          <p:stCondLst>
                                            <p:cond delay="0"/>
                                          </p:stCondLst>
                                        </p:cTn>
                                        <p:tgtEl>
                                          <p:spTgt spid="31"/>
                                        </p:tgtEl>
                                        <p:attrNameLst>
                                          <p:attrName>style.visibility</p:attrName>
                                        </p:attrNameLst>
                                      </p:cBhvr>
                                      <p:to>
                                        <p:strVal val="visible"/>
                                      </p:to>
                                    </p:set>
                                    <p:animEffect transition="in" filter="wipe(left)">
                                      <p:cBhvr>
                                        <p:cTn id="96" dur="500"/>
                                        <p:tgtEl>
                                          <p:spTgt spid="31"/>
                                        </p:tgtEl>
                                      </p:cBhvr>
                                    </p:animEffect>
                                  </p:childTnLst>
                                </p:cTn>
                              </p:par>
                              <p:par>
                                <p:cTn id="97" presetID="16" presetClass="entr" presetSubtype="21" fill="hold" nodeType="withEffect">
                                  <p:stCondLst>
                                    <p:cond delay="0"/>
                                  </p:stCondLst>
                                  <p:childTnLst>
                                    <p:set>
                                      <p:cBhvr>
                                        <p:cTn id="98" dur="1" fill="hold">
                                          <p:stCondLst>
                                            <p:cond delay="0"/>
                                          </p:stCondLst>
                                        </p:cTn>
                                        <p:tgtEl>
                                          <p:spTgt spid="34"/>
                                        </p:tgtEl>
                                        <p:attrNameLst>
                                          <p:attrName>style.visibility</p:attrName>
                                        </p:attrNameLst>
                                      </p:cBhvr>
                                      <p:to>
                                        <p:strVal val="visible"/>
                                      </p:to>
                                    </p:set>
                                    <p:animEffect transition="in" filter="barn(inVertical)">
                                      <p:cBhvr>
                                        <p:cTn id="99" dur="500"/>
                                        <p:tgtEl>
                                          <p:spTgt spid="34"/>
                                        </p:tgtEl>
                                      </p:cBhvr>
                                    </p:animEffect>
                                  </p:childTnLst>
                                </p:cTn>
                              </p:par>
                            </p:childTnLst>
                          </p:cTn>
                        </p:par>
                        <p:par>
                          <p:cTn id="100" fill="hold">
                            <p:stCondLst>
                              <p:cond delay="6500"/>
                            </p:stCondLst>
                            <p:childTnLst>
                              <p:par>
                                <p:cTn id="101" presetID="22" presetClass="entr" presetSubtype="8" fill="hold" nodeType="afterEffect">
                                  <p:stCondLst>
                                    <p:cond delay="0"/>
                                  </p:stCondLst>
                                  <p:childTnLst>
                                    <p:set>
                                      <p:cBhvr>
                                        <p:cTn id="102" dur="1" fill="hold">
                                          <p:stCondLst>
                                            <p:cond delay="0"/>
                                          </p:stCondLst>
                                        </p:cTn>
                                        <p:tgtEl>
                                          <p:spTgt spid="35"/>
                                        </p:tgtEl>
                                        <p:attrNameLst>
                                          <p:attrName>style.visibility</p:attrName>
                                        </p:attrNameLst>
                                      </p:cBhvr>
                                      <p:to>
                                        <p:strVal val="visible"/>
                                      </p:to>
                                    </p:set>
                                    <p:animEffect transition="in" filter="wipe(left)">
                                      <p:cBhvr>
                                        <p:cTn id="103" dur="500"/>
                                        <p:tgtEl>
                                          <p:spTgt spid="35"/>
                                        </p:tgtEl>
                                      </p:cBhvr>
                                    </p:animEffect>
                                  </p:childTnLst>
                                </p:cTn>
                              </p:par>
                              <p:par>
                                <p:cTn id="104" presetID="22" presetClass="entr" presetSubtype="8" fill="hold" nodeType="withEffect">
                                  <p:stCondLst>
                                    <p:cond delay="0"/>
                                  </p:stCondLst>
                                  <p:childTnLst>
                                    <p:set>
                                      <p:cBhvr>
                                        <p:cTn id="105" dur="1" fill="hold">
                                          <p:stCondLst>
                                            <p:cond delay="0"/>
                                          </p:stCondLst>
                                        </p:cTn>
                                        <p:tgtEl>
                                          <p:spTgt spid="39"/>
                                        </p:tgtEl>
                                        <p:attrNameLst>
                                          <p:attrName>style.visibility</p:attrName>
                                        </p:attrNameLst>
                                      </p:cBhvr>
                                      <p:to>
                                        <p:strVal val="visible"/>
                                      </p:to>
                                    </p:set>
                                    <p:animEffect transition="in" filter="wipe(left)">
                                      <p:cBhvr>
                                        <p:cTn id="106" dur="500"/>
                                        <p:tgtEl>
                                          <p:spTgt spid="39"/>
                                        </p:tgtEl>
                                      </p:cBhvr>
                                    </p:animEffect>
                                  </p:childTnLst>
                                </p:cTn>
                              </p:par>
                              <p:par>
                                <p:cTn id="107" presetID="22" presetClass="entr" presetSubtype="8" fill="hold" nodeType="withEffect">
                                  <p:stCondLst>
                                    <p:cond delay="0"/>
                                  </p:stCondLst>
                                  <p:childTnLst>
                                    <p:set>
                                      <p:cBhvr>
                                        <p:cTn id="108" dur="1" fill="hold">
                                          <p:stCondLst>
                                            <p:cond delay="0"/>
                                          </p:stCondLst>
                                        </p:cTn>
                                        <p:tgtEl>
                                          <p:spTgt spid="38"/>
                                        </p:tgtEl>
                                        <p:attrNameLst>
                                          <p:attrName>style.visibility</p:attrName>
                                        </p:attrNameLst>
                                      </p:cBhvr>
                                      <p:to>
                                        <p:strVal val="visible"/>
                                      </p:to>
                                    </p:set>
                                    <p:animEffect transition="in" filter="wipe(left)">
                                      <p:cBhvr>
                                        <p:cTn id="109" dur="500"/>
                                        <p:tgtEl>
                                          <p:spTgt spid="38"/>
                                        </p:tgtEl>
                                      </p:cBhvr>
                                    </p:animEffect>
                                  </p:childTnLst>
                                </p:cTn>
                              </p:par>
                            </p:childTnLst>
                          </p:cTn>
                        </p:par>
                        <p:par>
                          <p:cTn id="110" fill="hold">
                            <p:stCondLst>
                              <p:cond delay="7000"/>
                            </p:stCondLst>
                            <p:childTnLst>
                              <p:par>
                                <p:cTn id="111" presetID="53" presetClass="entr" presetSubtype="16" fill="hold" grpId="0" nodeType="afterEffect">
                                  <p:stCondLst>
                                    <p:cond delay="0"/>
                                  </p:stCondLst>
                                  <p:childTnLst>
                                    <p:set>
                                      <p:cBhvr>
                                        <p:cTn id="112" dur="1" fill="hold">
                                          <p:stCondLst>
                                            <p:cond delay="0"/>
                                          </p:stCondLst>
                                        </p:cTn>
                                        <p:tgtEl>
                                          <p:spTgt spid="32"/>
                                        </p:tgtEl>
                                        <p:attrNameLst>
                                          <p:attrName>style.visibility</p:attrName>
                                        </p:attrNameLst>
                                      </p:cBhvr>
                                      <p:to>
                                        <p:strVal val="visible"/>
                                      </p:to>
                                    </p:set>
                                    <p:anim calcmode="lin" valueType="num">
                                      <p:cBhvr>
                                        <p:cTn id="113" dur="500" fill="hold"/>
                                        <p:tgtEl>
                                          <p:spTgt spid="32"/>
                                        </p:tgtEl>
                                        <p:attrNameLst>
                                          <p:attrName>ppt_w</p:attrName>
                                        </p:attrNameLst>
                                      </p:cBhvr>
                                      <p:tavLst>
                                        <p:tav tm="0">
                                          <p:val>
                                            <p:fltVal val="0"/>
                                          </p:val>
                                        </p:tav>
                                        <p:tav tm="100000">
                                          <p:val>
                                            <p:strVal val="#ppt_w"/>
                                          </p:val>
                                        </p:tav>
                                      </p:tavLst>
                                    </p:anim>
                                    <p:anim calcmode="lin" valueType="num">
                                      <p:cBhvr>
                                        <p:cTn id="114" dur="500" fill="hold"/>
                                        <p:tgtEl>
                                          <p:spTgt spid="32"/>
                                        </p:tgtEl>
                                        <p:attrNameLst>
                                          <p:attrName>ppt_h</p:attrName>
                                        </p:attrNameLst>
                                      </p:cBhvr>
                                      <p:tavLst>
                                        <p:tav tm="0">
                                          <p:val>
                                            <p:fltVal val="0"/>
                                          </p:val>
                                        </p:tav>
                                        <p:tav tm="100000">
                                          <p:val>
                                            <p:strVal val="#ppt_h"/>
                                          </p:val>
                                        </p:tav>
                                      </p:tavLst>
                                    </p:anim>
                                    <p:animEffect transition="in" filter="fade">
                                      <p:cBhvr>
                                        <p:cTn id="115" dur="500"/>
                                        <p:tgtEl>
                                          <p:spTgt spid="32"/>
                                        </p:tgtEl>
                                      </p:cBhvr>
                                    </p:animEffect>
                                  </p:childTnLst>
                                </p:cTn>
                              </p:par>
                            </p:childTnLst>
                          </p:cTn>
                        </p:par>
                        <p:par>
                          <p:cTn id="116" fill="hold">
                            <p:stCondLst>
                              <p:cond delay="7500"/>
                            </p:stCondLst>
                            <p:childTnLst>
                              <p:par>
                                <p:cTn id="117" presetID="10" presetClass="entr" presetSubtype="0" fill="hold" grpId="0" nodeType="afterEffect">
                                  <p:stCondLst>
                                    <p:cond delay="0"/>
                                  </p:stCondLst>
                                  <p:childTnLst>
                                    <p:set>
                                      <p:cBhvr>
                                        <p:cTn id="118" dur="1" fill="hold">
                                          <p:stCondLst>
                                            <p:cond delay="0"/>
                                          </p:stCondLst>
                                        </p:cTn>
                                        <p:tgtEl>
                                          <p:spTgt spid="54"/>
                                        </p:tgtEl>
                                        <p:attrNameLst>
                                          <p:attrName>style.visibility</p:attrName>
                                        </p:attrNameLst>
                                      </p:cBhvr>
                                      <p:to>
                                        <p:strVal val="visible"/>
                                      </p:to>
                                    </p:set>
                                    <p:animEffect transition="in" filter="fade">
                                      <p:cBhvr>
                                        <p:cTn id="119" dur="500"/>
                                        <p:tgtEl>
                                          <p:spTgt spid="54"/>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70">
                                            <p:txEl>
                                              <p:pRg st="0" end="0"/>
                                            </p:txEl>
                                          </p:spTgt>
                                        </p:tgtEl>
                                        <p:attrNameLst>
                                          <p:attrName>style.visibility</p:attrName>
                                        </p:attrNameLst>
                                      </p:cBhvr>
                                      <p:to>
                                        <p:strVal val="visible"/>
                                      </p:to>
                                    </p:set>
                                    <p:animEffect transition="in" filter="fade">
                                      <p:cBhvr>
                                        <p:cTn id="122" dur="500"/>
                                        <p:tgtEl>
                                          <p:spTgt spid="70">
                                            <p:txEl>
                                              <p:pRg st="0" end="0"/>
                                            </p:txEl>
                                          </p:spTgt>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62">
                                            <p:txEl>
                                              <p:pRg st="0" end="0"/>
                                            </p:txEl>
                                          </p:spTgt>
                                        </p:tgtEl>
                                        <p:attrNameLst>
                                          <p:attrName>style.visibility</p:attrName>
                                        </p:attrNameLst>
                                      </p:cBhvr>
                                      <p:to>
                                        <p:strVal val="visible"/>
                                      </p:to>
                                    </p:set>
                                    <p:animEffect transition="in" filter="fade">
                                      <p:cBhvr>
                                        <p:cTn id="125" dur="500"/>
                                        <p:tgtEl>
                                          <p:spTgt spid="62">
                                            <p:txEl>
                                              <p:pRg st="0" end="0"/>
                                            </p:txEl>
                                          </p:spTgt>
                                        </p:tgtEl>
                                      </p:cBhvr>
                                    </p:animEffect>
                                  </p:childTnLst>
                                </p:cTn>
                              </p:par>
                            </p:childTnLst>
                          </p:cTn>
                        </p:par>
                        <p:par>
                          <p:cTn id="126" fill="hold">
                            <p:stCondLst>
                              <p:cond delay="8000"/>
                            </p:stCondLst>
                            <p:childTnLst>
                              <p:par>
                                <p:cTn id="127" presetID="53" presetClass="entr" presetSubtype="16" fill="hold" grpId="0" nodeType="afterEffect">
                                  <p:stCondLst>
                                    <p:cond delay="0"/>
                                  </p:stCondLst>
                                  <p:childTnLst>
                                    <p:set>
                                      <p:cBhvr>
                                        <p:cTn id="128" dur="1" fill="hold">
                                          <p:stCondLst>
                                            <p:cond delay="0"/>
                                          </p:stCondLst>
                                        </p:cTn>
                                        <p:tgtEl>
                                          <p:spTgt spid="40"/>
                                        </p:tgtEl>
                                        <p:attrNameLst>
                                          <p:attrName>style.visibility</p:attrName>
                                        </p:attrNameLst>
                                      </p:cBhvr>
                                      <p:to>
                                        <p:strVal val="visible"/>
                                      </p:to>
                                    </p:set>
                                    <p:anim calcmode="lin" valueType="num">
                                      <p:cBhvr>
                                        <p:cTn id="129" dur="500" fill="hold"/>
                                        <p:tgtEl>
                                          <p:spTgt spid="40"/>
                                        </p:tgtEl>
                                        <p:attrNameLst>
                                          <p:attrName>ppt_w</p:attrName>
                                        </p:attrNameLst>
                                      </p:cBhvr>
                                      <p:tavLst>
                                        <p:tav tm="0">
                                          <p:val>
                                            <p:fltVal val="0"/>
                                          </p:val>
                                        </p:tav>
                                        <p:tav tm="100000">
                                          <p:val>
                                            <p:strVal val="#ppt_w"/>
                                          </p:val>
                                        </p:tav>
                                      </p:tavLst>
                                    </p:anim>
                                    <p:anim calcmode="lin" valueType="num">
                                      <p:cBhvr>
                                        <p:cTn id="130" dur="500" fill="hold"/>
                                        <p:tgtEl>
                                          <p:spTgt spid="40"/>
                                        </p:tgtEl>
                                        <p:attrNameLst>
                                          <p:attrName>ppt_h</p:attrName>
                                        </p:attrNameLst>
                                      </p:cBhvr>
                                      <p:tavLst>
                                        <p:tav tm="0">
                                          <p:val>
                                            <p:fltVal val="0"/>
                                          </p:val>
                                        </p:tav>
                                        <p:tav tm="100000">
                                          <p:val>
                                            <p:strVal val="#ppt_h"/>
                                          </p:val>
                                        </p:tav>
                                      </p:tavLst>
                                    </p:anim>
                                    <p:animEffect transition="in" filter="fade">
                                      <p:cBhvr>
                                        <p:cTn id="131" dur="500"/>
                                        <p:tgtEl>
                                          <p:spTgt spid="40"/>
                                        </p:tgtEl>
                                      </p:cBhvr>
                                    </p:animEffect>
                                  </p:childTnLst>
                                </p:cTn>
                              </p:par>
                            </p:childTnLst>
                          </p:cTn>
                        </p:par>
                        <p:par>
                          <p:cTn id="132" fill="hold">
                            <p:stCondLst>
                              <p:cond delay="8500"/>
                            </p:stCondLst>
                            <p:childTnLst>
                              <p:par>
                                <p:cTn id="133" presetID="10" presetClass="entr" presetSubtype="0" fill="hold" grpId="0" nodeType="afterEffect">
                                  <p:stCondLst>
                                    <p:cond delay="0"/>
                                  </p:stCondLst>
                                  <p:childTnLst>
                                    <p:set>
                                      <p:cBhvr>
                                        <p:cTn id="134" dur="1" fill="hold">
                                          <p:stCondLst>
                                            <p:cond delay="0"/>
                                          </p:stCondLst>
                                        </p:cTn>
                                        <p:tgtEl>
                                          <p:spTgt spid="55"/>
                                        </p:tgtEl>
                                        <p:attrNameLst>
                                          <p:attrName>style.visibility</p:attrName>
                                        </p:attrNameLst>
                                      </p:cBhvr>
                                      <p:to>
                                        <p:strVal val="visible"/>
                                      </p:to>
                                    </p:set>
                                    <p:animEffect transition="in" filter="fade">
                                      <p:cBhvr>
                                        <p:cTn id="135" dur="500"/>
                                        <p:tgtEl>
                                          <p:spTgt spid="55"/>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71">
                                            <p:txEl>
                                              <p:pRg st="0" end="0"/>
                                            </p:txEl>
                                          </p:spTgt>
                                        </p:tgtEl>
                                        <p:attrNameLst>
                                          <p:attrName>style.visibility</p:attrName>
                                        </p:attrNameLst>
                                      </p:cBhvr>
                                      <p:to>
                                        <p:strVal val="visible"/>
                                      </p:to>
                                    </p:set>
                                    <p:animEffect transition="in" filter="fade">
                                      <p:cBhvr>
                                        <p:cTn id="138" dur="500"/>
                                        <p:tgtEl>
                                          <p:spTgt spid="71">
                                            <p:txEl>
                                              <p:pRg st="0" end="0"/>
                                            </p:txEl>
                                          </p:spTgt>
                                        </p:tgtEl>
                                      </p:cBhvr>
                                    </p:animEffect>
                                  </p:childTnLst>
                                </p:cTn>
                              </p:par>
                              <p:par>
                                <p:cTn id="139" presetID="10" presetClass="entr" presetSubtype="0" fill="hold" grpId="0" nodeType="withEffect">
                                  <p:stCondLst>
                                    <p:cond delay="0"/>
                                  </p:stCondLst>
                                  <p:childTnLst>
                                    <p:set>
                                      <p:cBhvr>
                                        <p:cTn id="140" dur="1" fill="hold">
                                          <p:stCondLst>
                                            <p:cond delay="0"/>
                                          </p:stCondLst>
                                        </p:cTn>
                                        <p:tgtEl>
                                          <p:spTgt spid="63">
                                            <p:txEl>
                                              <p:pRg st="0" end="0"/>
                                            </p:txEl>
                                          </p:spTgt>
                                        </p:tgtEl>
                                        <p:attrNameLst>
                                          <p:attrName>style.visibility</p:attrName>
                                        </p:attrNameLst>
                                      </p:cBhvr>
                                      <p:to>
                                        <p:strVal val="visible"/>
                                      </p:to>
                                    </p:set>
                                    <p:animEffect transition="in" filter="fade">
                                      <p:cBhvr>
                                        <p:cTn id="141" dur="500"/>
                                        <p:tgtEl>
                                          <p:spTgt spid="63">
                                            <p:txEl>
                                              <p:pRg st="0" end="0"/>
                                            </p:txEl>
                                          </p:spTgt>
                                        </p:tgtEl>
                                      </p:cBhvr>
                                    </p:animEffect>
                                  </p:childTnLst>
                                </p:cTn>
                              </p:par>
                            </p:childTnLst>
                          </p:cTn>
                        </p:par>
                        <p:par>
                          <p:cTn id="142" fill="hold">
                            <p:stCondLst>
                              <p:cond delay="9000"/>
                            </p:stCondLst>
                            <p:childTnLst>
                              <p:par>
                                <p:cTn id="143" presetID="53" presetClass="entr" presetSubtype="16" fill="hold" grpId="0" nodeType="afterEffect">
                                  <p:stCondLst>
                                    <p:cond delay="0"/>
                                  </p:stCondLst>
                                  <p:childTnLst>
                                    <p:set>
                                      <p:cBhvr>
                                        <p:cTn id="144" dur="1" fill="hold">
                                          <p:stCondLst>
                                            <p:cond delay="0"/>
                                          </p:stCondLst>
                                        </p:cTn>
                                        <p:tgtEl>
                                          <p:spTgt spid="36"/>
                                        </p:tgtEl>
                                        <p:attrNameLst>
                                          <p:attrName>style.visibility</p:attrName>
                                        </p:attrNameLst>
                                      </p:cBhvr>
                                      <p:to>
                                        <p:strVal val="visible"/>
                                      </p:to>
                                    </p:set>
                                    <p:anim calcmode="lin" valueType="num">
                                      <p:cBhvr>
                                        <p:cTn id="145" dur="500" fill="hold"/>
                                        <p:tgtEl>
                                          <p:spTgt spid="36"/>
                                        </p:tgtEl>
                                        <p:attrNameLst>
                                          <p:attrName>ppt_w</p:attrName>
                                        </p:attrNameLst>
                                      </p:cBhvr>
                                      <p:tavLst>
                                        <p:tav tm="0">
                                          <p:val>
                                            <p:fltVal val="0"/>
                                          </p:val>
                                        </p:tav>
                                        <p:tav tm="100000">
                                          <p:val>
                                            <p:strVal val="#ppt_w"/>
                                          </p:val>
                                        </p:tav>
                                      </p:tavLst>
                                    </p:anim>
                                    <p:anim calcmode="lin" valueType="num">
                                      <p:cBhvr>
                                        <p:cTn id="146" dur="500" fill="hold"/>
                                        <p:tgtEl>
                                          <p:spTgt spid="36"/>
                                        </p:tgtEl>
                                        <p:attrNameLst>
                                          <p:attrName>ppt_h</p:attrName>
                                        </p:attrNameLst>
                                      </p:cBhvr>
                                      <p:tavLst>
                                        <p:tav tm="0">
                                          <p:val>
                                            <p:fltVal val="0"/>
                                          </p:val>
                                        </p:tav>
                                        <p:tav tm="100000">
                                          <p:val>
                                            <p:strVal val="#ppt_h"/>
                                          </p:val>
                                        </p:tav>
                                      </p:tavLst>
                                    </p:anim>
                                    <p:animEffect transition="in" filter="fade">
                                      <p:cBhvr>
                                        <p:cTn id="147" dur="500"/>
                                        <p:tgtEl>
                                          <p:spTgt spid="36"/>
                                        </p:tgtEl>
                                      </p:cBhvr>
                                    </p:animEffect>
                                  </p:childTnLst>
                                </p:cTn>
                              </p:par>
                            </p:childTnLst>
                          </p:cTn>
                        </p:par>
                        <p:par>
                          <p:cTn id="148" fill="hold">
                            <p:stCondLst>
                              <p:cond delay="9500"/>
                            </p:stCondLst>
                            <p:childTnLst>
                              <p:par>
                                <p:cTn id="149" presetID="10" presetClass="entr" presetSubtype="0" fill="hold" grpId="0" nodeType="afterEffect">
                                  <p:stCondLst>
                                    <p:cond delay="0"/>
                                  </p:stCondLst>
                                  <p:childTnLst>
                                    <p:set>
                                      <p:cBhvr>
                                        <p:cTn id="150" dur="1" fill="hold">
                                          <p:stCondLst>
                                            <p:cond delay="0"/>
                                          </p:stCondLst>
                                        </p:cTn>
                                        <p:tgtEl>
                                          <p:spTgt spid="56"/>
                                        </p:tgtEl>
                                        <p:attrNameLst>
                                          <p:attrName>style.visibility</p:attrName>
                                        </p:attrNameLst>
                                      </p:cBhvr>
                                      <p:to>
                                        <p:strVal val="visible"/>
                                      </p:to>
                                    </p:set>
                                    <p:animEffect transition="in" filter="fade">
                                      <p:cBhvr>
                                        <p:cTn id="151" dur="500"/>
                                        <p:tgtEl>
                                          <p:spTgt spid="56"/>
                                        </p:tgtEl>
                                      </p:cBhvr>
                                    </p:animEffect>
                                  </p:childTnLst>
                                </p:cTn>
                              </p:par>
                              <p:par>
                                <p:cTn id="152" presetID="10" presetClass="entr" presetSubtype="0" fill="hold" grpId="0" nodeType="withEffect">
                                  <p:stCondLst>
                                    <p:cond delay="0"/>
                                  </p:stCondLst>
                                  <p:childTnLst>
                                    <p:set>
                                      <p:cBhvr>
                                        <p:cTn id="153" dur="1" fill="hold">
                                          <p:stCondLst>
                                            <p:cond delay="0"/>
                                          </p:stCondLst>
                                        </p:cTn>
                                        <p:tgtEl>
                                          <p:spTgt spid="72">
                                            <p:txEl>
                                              <p:pRg st="0" end="0"/>
                                            </p:txEl>
                                          </p:spTgt>
                                        </p:tgtEl>
                                        <p:attrNameLst>
                                          <p:attrName>style.visibility</p:attrName>
                                        </p:attrNameLst>
                                      </p:cBhvr>
                                      <p:to>
                                        <p:strVal val="visible"/>
                                      </p:to>
                                    </p:set>
                                    <p:animEffect transition="in" filter="fade">
                                      <p:cBhvr>
                                        <p:cTn id="154" dur="500"/>
                                        <p:tgtEl>
                                          <p:spTgt spid="72">
                                            <p:txEl>
                                              <p:pRg st="0" end="0"/>
                                            </p:txEl>
                                          </p:spTgt>
                                        </p:tgtEl>
                                      </p:cBhvr>
                                    </p:animEffect>
                                  </p:childTnLst>
                                </p:cTn>
                              </p:par>
                              <p:par>
                                <p:cTn id="155" presetID="10" presetClass="entr" presetSubtype="0" fill="hold" grpId="0" nodeType="withEffect">
                                  <p:stCondLst>
                                    <p:cond delay="0"/>
                                  </p:stCondLst>
                                  <p:childTnLst>
                                    <p:set>
                                      <p:cBhvr>
                                        <p:cTn id="156" dur="1" fill="hold">
                                          <p:stCondLst>
                                            <p:cond delay="0"/>
                                          </p:stCondLst>
                                        </p:cTn>
                                        <p:tgtEl>
                                          <p:spTgt spid="64">
                                            <p:txEl>
                                              <p:pRg st="0" end="0"/>
                                            </p:txEl>
                                          </p:spTgt>
                                        </p:tgtEl>
                                        <p:attrNameLst>
                                          <p:attrName>style.visibility</p:attrName>
                                        </p:attrNameLst>
                                      </p:cBhvr>
                                      <p:to>
                                        <p:strVal val="visible"/>
                                      </p:to>
                                    </p:set>
                                    <p:animEffect transition="in" filter="fade">
                                      <p:cBhvr>
                                        <p:cTn id="157"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0" grpId="0" animBg="1"/>
      <p:bldP spid="15" grpId="0" animBg="1"/>
      <p:bldP spid="25" grpId="0" animBg="1"/>
      <p:bldP spid="27" grpId="0" animBg="1"/>
      <p:bldP spid="32" grpId="0" animBg="1"/>
      <p:bldP spid="36" grpId="0" animBg="1"/>
      <p:bldP spid="40" grpId="0" animBg="1"/>
      <p:bldP spid="44" grpId="0" animBg="1"/>
      <p:bldP spid="51" grpId="0" animBg="1"/>
      <p:bldP spid="52" grpId="0" animBg="1"/>
      <p:bldP spid="53" grpId="0" animBg="1"/>
      <p:bldP spid="54" grpId="0" animBg="1"/>
      <p:bldP spid="55" grpId="0" animBg="1"/>
      <p:bldP spid="56" grpId="0" animBg="1"/>
      <p:bldP spid="57" grpId="0" build="p">
        <p:tmplLst>
          <p:tmpl lvl="1">
            <p:tnLst>
              <p:par>
                <p:cTn presetID="10" presetClass="entr" presetSubtype="0" fill="hold" nodeType="with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10"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build="p">
        <p:tmplLst>
          <p:tmpl lvl="1">
            <p:tnLst>
              <p:par>
                <p:cTn presetID="10" presetClass="entr" presetSubtype="0"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build="p">
        <p:tmplLst>
          <p:tmpl lvl="1">
            <p:tnLst>
              <p:par>
                <p:cTn presetID="10" presetClass="entr" presetSubtype="0" fill="hold" nodeType="with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build="p">
        <p:tmplLst>
          <p:tmpl lvl="1">
            <p:tnLst>
              <p:par>
                <p:cTn presetID="10"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build="p">
        <p:tmplLst>
          <p:tmpl lvl="1">
            <p:tnLst>
              <p:par>
                <p:cTn presetID="10" presetClass="entr" presetSubtype="0" fill="hold" nodeType="with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childTnLst>
                </p:cTn>
              </p:par>
            </p:tnLst>
          </p:tmpl>
        </p:tmplLst>
      </p:bldP>
      <p:bldP spid="63" grpId="0" build="p">
        <p:tmplLst>
          <p:tmpl lvl="1">
            <p:tnLst>
              <p:par>
                <p:cTn presetID="10" presetClass="entr" presetSubtype="0" fill="hold" nodeType="with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build="p">
        <p:tmplLst>
          <p:tmpl lvl="1">
            <p:tnLst>
              <p:par>
                <p:cTn presetID="10"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10"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8" grpId="0" build="p">
        <p:tmplLst>
          <p:tmpl lvl="1">
            <p:tnLst>
              <p:par>
                <p:cTn presetID="10" presetClass="entr" presetSubtype="0" fill="hold" nodeType="with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fade">
                      <p:cBhvr>
                        <p:cTn dur="500"/>
                        <p:tgtEl>
                          <p:spTgt spid="68"/>
                        </p:tgtEl>
                      </p:cBhvr>
                    </p:animEffect>
                  </p:childTnLst>
                </p:cTn>
              </p:par>
            </p:tnLst>
          </p:tmpl>
        </p:tmplLst>
      </p:bldP>
      <p:bldP spid="69" grpId="0" build="p">
        <p:tmplLst>
          <p:tmpl lvl="1">
            <p:tnLst>
              <p:par>
                <p:cTn presetID="10" presetClass="entr" presetSubtype="0" fill="hold" nodeType="with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fade">
                      <p:cBhvr>
                        <p:cTn dur="500"/>
                        <p:tgtEl>
                          <p:spTgt spid="69"/>
                        </p:tgtEl>
                      </p:cBhvr>
                    </p:animEffect>
                  </p:childTnLst>
                </p:cTn>
              </p:par>
            </p:tnLst>
          </p:tmpl>
        </p:tmplLst>
      </p:bldP>
      <p:bldP spid="70" grpId="0" build="p">
        <p:tmplLst>
          <p:tmpl lvl="1">
            <p:tnLst>
              <p:par>
                <p:cTn presetID="10" presetClass="entr" presetSubtype="0" fill="hold" nodeType="withEffect">
                  <p:stCondLst>
                    <p:cond delay="0"/>
                  </p:stCondLst>
                  <p:childTnLst>
                    <p:set>
                      <p:cBhvr>
                        <p:cTn dur="1" fill="hold">
                          <p:stCondLst>
                            <p:cond delay="0"/>
                          </p:stCondLst>
                        </p:cTn>
                        <p:tgtEl>
                          <p:spTgt spid="70"/>
                        </p:tgtEl>
                        <p:attrNameLst>
                          <p:attrName>style.visibility</p:attrName>
                        </p:attrNameLst>
                      </p:cBhvr>
                      <p:to>
                        <p:strVal val="visible"/>
                      </p:to>
                    </p:set>
                    <p:animEffect transition="in" filter="fade">
                      <p:cBhvr>
                        <p:cTn dur="500"/>
                        <p:tgtEl>
                          <p:spTgt spid="70"/>
                        </p:tgtEl>
                      </p:cBhvr>
                    </p:animEffect>
                  </p:childTnLst>
                </p:cTn>
              </p:par>
            </p:tnLst>
          </p:tmpl>
        </p:tmplLst>
      </p:bldP>
      <p:bldP spid="71" grpId="0" build="p">
        <p:tmplLst>
          <p:tmpl lvl="1">
            <p:tnLst>
              <p:par>
                <p:cTn presetID="10" presetClass="entr" presetSubtype="0" fill="hold" nodeType="with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fade">
                      <p:cBhvr>
                        <p:cTn dur="500"/>
                        <p:tgtEl>
                          <p:spTgt spid="71"/>
                        </p:tgtEl>
                      </p:cBhvr>
                    </p:animEffect>
                  </p:childTnLst>
                </p:cTn>
              </p:par>
            </p:tnLst>
          </p:tmpl>
        </p:tmplLst>
      </p:bldP>
      <p:bldP spid="72" grpId="0" build="p">
        <p:tmplLst>
          <p:tmpl lvl="1">
            <p:tnLst>
              <p:par>
                <p:cTn presetID="10" presetClass="entr" presetSubtype="0" fill="hold" nodeType="with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fade">
                      <p:cBhvr>
                        <p:cTn dur="500"/>
                        <p:tgtEl>
                          <p:spTgt spid="72"/>
                        </p:tgtEl>
                      </p:cBhvr>
                    </p:animEffect>
                  </p:childTnLst>
                </p:cTn>
              </p:par>
            </p:tnLst>
          </p:tmpl>
        </p:tmplLst>
      </p:bldP>
    </p:bldLst>
  </p:timing>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Rounded Rectangle 7"/>
          <p:cNvSpPr/>
          <p:nvPr userDrawn="1"/>
        </p:nvSpPr>
        <p:spPr>
          <a:xfrm>
            <a:off x="838199" y="5261841"/>
            <a:ext cx="2105891" cy="60353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1" name="Picture Placeholder 10"/>
          <p:cNvSpPr>
            <a:spLocks noGrp="1"/>
          </p:cNvSpPr>
          <p:nvPr>
            <p:ph type="pic" sz="quarter" idx="13"/>
          </p:nvPr>
        </p:nvSpPr>
        <p:spPr>
          <a:xfrm>
            <a:off x="838200" y="1995054"/>
            <a:ext cx="2105891" cy="3158837"/>
          </a:xfrm>
          <a:custGeom>
            <a:avLst/>
            <a:gdLst>
              <a:gd name="connsiteX0" fmla="*/ 226299 w 2105891"/>
              <a:gd name="connsiteY0" fmla="*/ 0 h 3158837"/>
              <a:gd name="connsiteX1" fmla="*/ 1879592 w 2105891"/>
              <a:gd name="connsiteY1" fmla="*/ 0 h 3158837"/>
              <a:gd name="connsiteX2" fmla="*/ 2105891 w 2105891"/>
              <a:gd name="connsiteY2" fmla="*/ 226299 h 3158837"/>
              <a:gd name="connsiteX3" fmla="*/ 2105891 w 2105891"/>
              <a:gd name="connsiteY3" fmla="*/ 2932538 h 3158837"/>
              <a:gd name="connsiteX4" fmla="*/ 1879592 w 2105891"/>
              <a:gd name="connsiteY4" fmla="*/ 3158837 h 3158837"/>
              <a:gd name="connsiteX5" fmla="*/ 226299 w 2105891"/>
              <a:gd name="connsiteY5" fmla="*/ 3158837 h 3158837"/>
              <a:gd name="connsiteX6" fmla="*/ 0 w 2105891"/>
              <a:gd name="connsiteY6" fmla="*/ 2932538 h 3158837"/>
              <a:gd name="connsiteX7" fmla="*/ 0 w 2105891"/>
              <a:gd name="connsiteY7" fmla="*/ 226299 h 3158837"/>
              <a:gd name="connsiteX8" fmla="*/ 226299 w 2105891"/>
              <a:gd name="connsiteY8" fmla="*/ 0 h 315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5891" h="3158837">
                <a:moveTo>
                  <a:pt x="226299" y="0"/>
                </a:moveTo>
                <a:lnTo>
                  <a:pt x="1879592" y="0"/>
                </a:lnTo>
                <a:cubicBezTo>
                  <a:pt x="2004573" y="0"/>
                  <a:pt x="2105891" y="101318"/>
                  <a:pt x="2105891" y="226299"/>
                </a:cubicBezTo>
                <a:lnTo>
                  <a:pt x="2105891" y="2932538"/>
                </a:lnTo>
                <a:cubicBezTo>
                  <a:pt x="2105891" y="3057519"/>
                  <a:pt x="2004573" y="3158837"/>
                  <a:pt x="1879592" y="3158837"/>
                </a:cubicBezTo>
                <a:lnTo>
                  <a:pt x="226299" y="3158837"/>
                </a:lnTo>
                <a:cubicBezTo>
                  <a:pt x="101318" y="3158837"/>
                  <a:pt x="0" y="3057519"/>
                  <a:pt x="0" y="2932538"/>
                </a:cubicBezTo>
                <a:lnTo>
                  <a:pt x="0" y="226299"/>
                </a:lnTo>
                <a:cubicBezTo>
                  <a:pt x="0" y="101318"/>
                  <a:pt x="101318" y="0"/>
                  <a:pt x="226299" y="0"/>
                </a:cubicBezTo>
                <a:close/>
              </a:path>
            </a:pathLst>
          </a:custGeom>
          <a:solidFill>
            <a:schemeClr val="bg1">
              <a:lumMod val="95000"/>
            </a:schemeClr>
          </a:solidFill>
        </p:spPr>
        <p:txBody>
          <a:bodyPr wrap="square">
            <a:noAutofit/>
          </a:bodyPr>
          <a:lstStyle/>
          <a:p>
            <a:endParaRPr lang="en-AU" dirty="0"/>
          </a:p>
        </p:txBody>
      </p:sp>
      <p:sp>
        <p:nvSpPr>
          <p:cNvPr id="12" name="Text Placeholder 10"/>
          <p:cNvSpPr>
            <a:spLocks noGrp="1"/>
          </p:cNvSpPr>
          <p:nvPr>
            <p:ph type="body" sz="quarter" idx="14" hasCustomPrompt="1"/>
          </p:nvPr>
        </p:nvSpPr>
        <p:spPr>
          <a:xfrm>
            <a:off x="3581400" y="1995054"/>
            <a:ext cx="3962400" cy="348342"/>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3" name="Text Placeholder 10"/>
          <p:cNvSpPr>
            <a:spLocks noGrp="1"/>
          </p:cNvSpPr>
          <p:nvPr>
            <p:ph type="body" sz="quarter" idx="15" hasCustomPrompt="1"/>
          </p:nvPr>
        </p:nvSpPr>
        <p:spPr>
          <a:xfrm>
            <a:off x="3581400" y="3766006"/>
            <a:ext cx="3962400" cy="348342"/>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4" name="Text Placeholder 10"/>
          <p:cNvSpPr>
            <a:spLocks noGrp="1"/>
          </p:cNvSpPr>
          <p:nvPr>
            <p:ph type="body" sz="quarter" idx="16" hasCustomPrompt="1"/>
          </p:nvPr>
        </p:nvSpPr>
        <p:spPr>
          <a:xfrm>
            <a:off x="3581401" y="2424114"/>
            <a:ext cx="6837218" cy="762432"/>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8" name="Text Placeholder 10"/>
          <p:cNvSpPr>
            <a:spLocks noGrp="1"/>
          </p:cNvSpPr>
          <p:nvPr>
            <p:ph type="body" sz="quarter" idx="17" hasCustomPrompt="1"/>
          </p:nvPr>
        </p:nvSpPr>
        <p:spPr>
          <a:xfrm>
            <a:off x="838199" y="5406778"/>
            <a:ext cx="2135188" cy="348342"/>
          </a:xfrm>
        </p:spPr>
        <p:txBody>
          <a:bodyPr>
            <a:normAutofit/>
          </a:bodyPr>
          <a:lstStyle>
            <a:lvl1pPr algn="ctr">
              <a:defRPr sz="14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Tree>
    <p:extLst>
      <p:ext uri="{BB962C8B-B14F-4D97-AF65-F5344CB8AC3E}">
        <p14:creationId xmlns:p14="http://schemas.microsoft.com/office/powerpoint/2010/main" val="265344344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p:cTn id="15" dur="500" fill="hold"/>
                                        <p:tgtEl>
                                          <p:spTgt spid="11"/>
                                        </p:tgtEl>
                                        <p:attrNameLst>
                                          <p:attrName>ppt_w</p:attrName>
                                        </p:attrNameLst>
                                      </p:cBhvr>
                                      <p:tavLst>
                                        <p:tav tm="0">
                                          <p:val>
                                            <p:fltVal val="0"/>
                                          </p:val>
                                        </p:tav>
                                        <p:tav tm="100000">
                                          <p:val>
                                            <p:strVal val="#ppt_w"/>
                                          </p:val>
                                        </p:tav>
                                      </p:tavLst>
                                    </p:anim>
                                    <p:anim calcmode="lin" valueType="num">
                                      <p:cBhvr>
                                        <p:cTn id="16" dur="500" fill="hold"/>
                                        <p:tgtEl>
                                          <p:spTgt spid="11"/>
                                        </p:tgtEl>
                                        <p:attrNameLst>
                                          <p:attrName>ppt_h</p:attrName>
                                        </p:attrNameLst>
                                      </p:cBhvr>
                                      <p:tavLst>
                                        <p:tav tm="0">
                                          <p:val>
                                            <p:fltVal val="0"/>
                                          </p:val>
                                        </p:tav>
                                        <p:tav tm="100000">
                                          <p:val>
                                            <p:strVal val="#ppt_h"/>
                                          </p:val>
                                        </p:tav>
                                      </p:tavLst>
                                    </p:anim>
                                    <p:animEffect transition="in" filter="fade">
                                      <p:cBhvr>
                                        <p:cTn id="17" dur="500"/>
                                        <p:tgtEl>
                                          <p:spTgt spid="11"/>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8">
                                            <p:txEl>
                                              <p:pRg st="0" end="0"/>
                                            </p:txEl>
                                          </p:spTgt>
                                        </p:tgtEl>
                                        <p:attrNameLst>
                                          <p:attrName>style.visibility</p:attrName>
                                        </p:attrNameLst>
                                      </p:cBhvr>
                                      <p:to>
                                        <p:strVal val="visible"/>
                                      </p:to>
                                    </p:set>
                                    <p:animEffect transition="in" filter="fade">
                                      <p:cBhvr>
                                        <p:cTn id="24" dur="500"/>
                                        <p:tgtEl>
                                          <p:spTgt spid="28">
                                            <p:txEl>
                                              <p:pRg st="0" end="0"/>
                                            </p:txEl>
                                          </p:spTgt>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12">
                                            <p:txEl>
                                              <p:pRg st="0" end="0"/>
                                            </p:txEl>
                                          </p:spTgt>
                                        </p:tgtEl>
                                        <p:attrNameLst>
                                          <p:attrName>style.visibility</p:attrName>
                                        </p:attrNameLst>
                                      </p:cBhvr>
                                      <p:to>
                                        <p:strVal val="visible"/>
                                      </p:to>
                                    </p:set>
                                    <p:animEffect transition="in" filter="fade">
                                      <p:cBhvr>
                                        <p:cTn id="28" dur="500"/>
                                        <p:tgtEl>
                                          <p:spTgt spid="12">
                                            <p:txEl>
                                              <p:pRg st="0" end="0"/>
                                            </p:txEl>
                                          </p:spTgt>
                                        </p:tgtEl>
                                      </p:cBhvr>
                                    </p:animEffect>
                                  </p:childTnLst>
                                </p:cTn>
                              </p:par>
                              <p:par>
                                <p:cTn id="29" presetID="42" presetClass="entr" presetSubtype="0" fill="hold" grpId="0" nodeType="withEffect">
                                  <p:stCondLst>
                                    <p:cond delay="0"/>
                                  </p:stCondLst>
                                  <p:childTnLst>
                                    <p:set>
                                      <p:cBhvr>
                                        <p:cTn id="30" dur="1" fill="hold">
                                          <p:stCondLst>
                                            <p:cond delay="0"/>
                                          </p:stCondLst>
                                        </p:cTn>
                                        <p:tgtEl>
                                          <p:spTgt spid="14">
                                            <p:txEl>
                                              <p:pRg st="0" end="0"/>
                                            </p:txEl>
                                          </p:spTgt>
                                        </p:tgtEl>
                                        <p:attrNameLst>
                                          <p:attrName>style.visibility</p:attrName>
                                        </p:attrNameLst>
                                      </p:cBhvr>
                                      <p:to>
                                        <p:strVal val="visible"/>
                                      </p:to>
                                    </p:set>
                                    <p:animEffect transition="in" filter="fade">
                                      <p:cBhvr>
                                        <p:cTn id="31" dur="500"/>
                                        <p:tgtEl>
                                          <p:spTgt spid="14">
                                            <p:txEl>
                                              <p:pRg st="0" end="0"/>
                                            </p:txEl>
                                          </p:spTgt>
                                        </p:tgtEl>
                                      </p:cBhvr>
                                    </p:animEffect>
                                    <p:anim calcmode="lin" valueType="num">
                                      <p:cBhvr>
                                        <p:cTn id="3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3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10" presetClass="entr" presetSubtype="0" fill="hold" grpId="0" nodeType="afterEffect">
                                  <p:stCondLst>
                                    <p:cond delay="0"/>
                                  </p:stCondLst>
                                  <p:childTnLst>
                                    <p:set>
                                      <p:cBhvr>
                                        <p:cTn id="36" dur="1" fill="hold">
                                          <p:stCondLst>
                                            <p:cond delay="0"/>
                                          </p:stCondLst>
                                        </p:cTn>
                                        <p:tgtEl>
                                          <p:spTgt spid="13">
                                            <p:txEl>
                                              <p:pRg st="0" end="0"/>
                                            </p:txEl>
                                          </p:spTgt>
                                        </p:tgtEl>
                                        <p:attrNameLst>
                                          <p:attrName>style.visibility</p:attrName>
                                        </p:attrNameLst>
                                      </p:cBhvr>
                                      <p:to>
                                        <p:strVal val="visible"/>
                                      </p:to>
                                    </p:set>
                                    <p:animEffect transition="in" filter="fade">
                                      <p:cBhvr>
                                        <p:cTn id="37"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11" grpId="0" animBg="1"/>
      <p:bldP spid="12" grpId="0" build="p">
        <p:tmplLst>
          <p:tmpl lvl="1">
            <p:tnLst>
              <p:par>
                <p:cTn presetID="10" presetClass="entr" presetSubtype="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childTnLst>
                </p:cTn>
              </p:par>
            </p:tnLst>
          </p:tmpl>
        </p:tmplLst>
      </p:bldP>
      <p:bldP spid="13" grpId="0" build="p">
        <p:tmplLst>
          <p:tmpl lvl="1">
            <p:tnLst>
              <p:par>
                <p:cTn presetID="10" presetClass="entr" presetSubtype="0"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4" grpId="0" build="p">
        <p:tmplLst>
          <p:tmpl lvl="1">
            <p:tnLst>
              <p:par>
                <p:cTn presetID="42" presetClass="entr" presetSubtype="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10"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Lst>
  </p:timing>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dirty="0">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5" name="Picture Placeholder 9"/>
          <p:cNvSpPr>
            <a:spLocks noGrp="1"/>
          </p:cNvSpPr>
          <p:nvPr>
            <p:ph type="pic" sz="quarter" idx="13" hasCustomPrompt="1"/>
          </p:nvPr>
        </p:nvSpPr>
        <p:spPr>
          <a:xfrm>
            <a:off x="1146628" y="2100942"/>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7" name="Picture Placeholder 9"/>
          <p:cNvSpPr>
            <a:spLocks noGrp="1"/>
          </p:cNvSpPr>
          <p:nvPr>
            <p:ph type="pic" sz="quarter" idx="14" hasCustomPrompt="1"/>
          </p:nvPr>
        </p:nvSpPr>
        <p:spPr>
          <a:xfrm>
            <a:off x="5032828" y="2100942"/>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8" name="Picture Placeholder 9"/>
          <p:cNvSpPr>
            <a:spLocks noGrp="1"/>
          </p:cNvSpPr>
          <p:nvPr>
            <p:ph type="pic" sz="quarter" idx="15" hasCustomPrompt="1"/>
          </p:nvPr>
        </p:nvSpPr>
        <p:spPr>
          <a:xfrm>
            <a:off x="8919028" y="2100941"/>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9" name="Text Placeholder 10"/>
          <p:cNvSpPr>
            <a:spLocks noGrp="1"/>
          </p:cNvSpPr>
          <p:nvPr>
            <p:ph type="body" sz="quarter" idx="29" hasCustomPrompt="1"/>
          </p:nvPr>
        </p:nvSpPr>
        <p:spPr>
          <a:xfrm>
            <a:off x="1146628" y="4642861"/>
            <a:ext cx="2126343"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20" name="Text Placeholder 10"/>
          <p:cNvSpPr>
            <a:spLocks noGrp="1"/>
          </p:cNvSpPr>
          <p:nvPr>
            <p:ph type="body" sz="quarter" idx="35" hasCustomPrompt="1"/>
          </p:nvPr>
        </p:nvSpPr>
        <p:spPr>
          <a:xfrm>
            <a:off x="1146628" y="4431245"/>
            <a:ext cx="2126343" cy="210146"/>
          </a:xfrm>
        </p:spPr>
        <p:txBody>
          <a:bodyPr>
            <a:normAutofit/>
          </a:bodyPr>
          <a:lstStyle>
            <a:lvl1pPr algn="ctr">
              <a:defRPr sz="1200" baseline="0">
                <a:solidFill>
                  <a:schemeClr val="accent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5" name="Text Placeholder 10"/>
          <p:cNvSpPr>
            <a:spLocks noGrp="1"/>
          </p:cNvSpPr>
          <p:nvPr>
            <p:ph type="body" sz="quarter" idx="16" hasCustomPrompt="1"/>
          </p:nvPr>
        </p:nvSpPr>
        <p:spPr>
          <a:xfrm>
            <a:off x="1146628" y="5233299"/>
            <a:ext cx="2126343" cy="773509"/>
          </a:xfrm>
        </p:spPr>
        <p:txBody>
          <a:bodyPr>
            <a:normAutofit/>
          </a:bodyPr>
          <a:lstStyle>
            <a:lvl1pPr algn="ctr">
              <a:defRPr sz="10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6" name="Text Placeholder 10"/>
          <p:cNvSpPr>
            <a:spLocks noGrp="1"/>
          </p:cNvSpPr>
          <p:nvPr>
            <p:ph type="body" sz="quarter" idx="36" hasCustomPrompt="1"/>
          </p:nvPr>
        </p:nvSpPr>
        <p:spPr>
          <a:xfrm>
            <a:off x="5032828" y="4642861"/>
            <a:ext cx="2126343"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27" name="Text Placeholder 10"/>
          <p:cNvSpPr>
            <a:spLocks noGrp="1"/>
          </p:cNvSpPr>
          <p:nvPr>
            <p:ph type="body" sz="quarter" idx="37" hasCustomPrompt="1"/>
          </p:nvPr>
        </p:nvSpPr>
        <p:spPr>
          <a:xfrm>
            <a:off x="5032828" y="4431245"/>
            <a:ext cx="2126343" cy="210146"/>
          </a:xfrm>
        </p:spPr>
        <p:txBody>
          <a:bodyPr>
            <a:normAutofit/>
          </a:bodyPr>
          <a:lstStyle>
            <a:lvl1pPr algn="ctr">
              <a:defRPr sz="1200" baseline="0">
                <a:solidFill>
                  <a:schemeClr val="accent2"/>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9" name="Text Placeholder 10"/>
          <p:cNvSpPr>
            <a:spLocks noGrp="1"/>
          </p:cNvSpPr>
          <p:nvPr>
            <p:ph type="body" sz="quarter" idx="38" hasCustomPrompt="1"/>
          </p:nvPr>
        </p:nvSpPr>
        <p:spPr>
          <a:xfrm>
            <a:off x="5032828" y="5233299"/>
            <a:ext cx="2126343" cy="773509"/>
          </a:xfrm>
        </p:spPr>
        <p:txBody>
          <a:bodyPr>
            <a:normAutofit/>
          </a:bodyPr>
          <a:lstStyle>
            <a:lvl1pPr algn="ctr">
              <a:defRPr sz="10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30" name="Text Placeholder 10"/>
          <p:cNvSpPr>
            <a:spLocks noGrp="1"/>
          </p:cNvSpPr>
          <p:nvPr>
            <p:ph type="body" sz="quarter" idx="39" hasCustomPrompt="1"/>
          </p:nvPr>
        </p:nvSpPr>
        <p:spPr>
          <a:xfrm>
            <a:off x="8919028" y="4637053"/>
            <a:ext cx="2126343"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31" name="Text Placeholder 10"/>
          <p:cNvSpPr>
            <a:spLocks noGrp="1"/>
          </p:cNvSpPr>
          <p:nvPr>
            <p:ph type="body" sz="quarter" idx="40" hasCustomPrompt="1"/>
          </p:nvPr>
        </p:nvSpPr>
        <p:spPr>
          <a:xfrm>
            <a:off x="8919028" y="4425437"/>
            <a:ext cx="2126343" cy="210146"/>
          </a:xfrm>
        </p:spPr>
        <p:txBody>
          <a:bodyPr>
            <a:normAutofit/>
          </a:bodyPr>
          <a:lstStyle>
            <a:lvl1pPr algn="ctr">
              <a:defRPr sz="1200" baseline="0">
                <a:solidFill>
                  <a:schemeClr val="accent4"/>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2" name="Text Placeholder 10"/>
          <p:cNvSpPr>
            <a:spLocks noGrp="1"/>
          </p:cNvSpPr>
          <p:nvPr>
            <p:ph type="body" sz="quarter" idx="41" hasCustomPrompt="1"/>
          </p:nvPr>
        </p:nvSpPr>
        <p:spPr>
          <a:xfrm>
            <a:off x="8919028" y="5227491"/>
            <a:ext cx="2126343" cy="773509"/>
          </a:xfrm>
        </p:spPr>
        <p:txBody>
          <a:bodyPr>
            <a:normAutofit/>
          </a:bodyPr>
          <a:lstStyle>
            <a:lvl1pPr algn="ctr">
              <a:defRPr sz="10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grpSp>
        <p:nvGrpSpPr>
          <p:cNvPr id="33" name="Group 32"/>
          <p:cNvGrpSpPr/>
          <p:nvPr userDrawn="1"/>
        </p:nvGrpSpPr>
        <p:grpSpPr>
          <a:xfrm>
            <a:off x="1441126" y="4932435"/>
            <a:ext cx="1537345" cy="214571"/>
            <a:chOff x="5317188" y="3092930"/>
            <a:chExt cx="1537345" cy="214571"/>
          </a:xfrm>
          <a:solidFill>
            <a:srgbClr val="FFC000"/>
          </a:solidFill>
        </p:grpSpPr>
        <p:sp>
          <p:nvSpPr>
            <p:cNvPr id="34" name="5-Point Star 33"/>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5-Point Star 34"/>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5-Point Star 35"/>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7" name="5-Point Star 36"/>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8" name="5-Point Star 37"/>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39" name="Group 38"/>
          <p:cNvGrpSpPr/>
          <p:nvPr userDrawn="1"/>
        </p:nvGrpSpPr>
        <p:grpSpPr>
          <a:xfrm>
            <a:off x="5327327" y="4932479"/>
            <a:ext cx="1537345" cy="214571"/>
            <a:chOff x="5317188" y="3092930"/>
            <a:chExt cx="1537345" cy="214571"/>
          </a:xfrm>
          <a:solidFill>
            <a:srgbClr val="FFC000"/>
          </a:solidFill>
        </p:grpSpPr>
        <p:sp>
          <p:nvSpPr>
            <p:cNvPr id="40" name="5-Point Star 39"/>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1" name="5-Point Star 40"/>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2" name="5-Point Star 41"/>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3" name="5-Point Star 42"/>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5-Point Star 43"/>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45" name="Group 44"/>
          <p:cNvGrpSpPr/>
          <p:nvPr userDrawn="1"/>
        </p:nvGrpSpPr>
        <p:grpSpPr>
          <a:xfrm>
            <a:off x="9213526" y="4932435"/>
            <a:ext cx="1537345" cy="214571"/>
            <a:chOff x="5317188" y="3092930"/>
            <a:chExt cx="1537345" cy="214571"/>
          </a:xfrm>
          <a:solidFill>
            <a:srgbClr val="FFC000"/>
          </a:solidFill>
        </p:grpSpPr>
        <p:sp>
          <p:nvSpPr>
            <p:cNvPr id="46" name="5-Point Star 45"/>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7" name="5-Point Star 46"/>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8" name="5-Point Star 47"/>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9" name="5-Point Star 48"/>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0" name="5-Point Star 49"/>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Tree>
    <p:extLst>
      <p:ext uri="{BB962C8B-B14F-4D97-AF65-F5344CB8AC3E}">
        <p14:creationId xmlns:p14="http://schemas.microsoft.com/office/powerpoint/2010/main" val="401360655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p:cTn id="15" dur="500" fill="hold"/>
                                        <p:tgtEl>
                                          <p:spTgt spid="15"/>
                                        </p:tgtEl>
                                        <p:attrNameLst>
                                          <p:attrName>ppt_w</p:attrName>
                                        </p:attrNameLst>
                                      </p:cBhvr>
                                      <p:tavLst>
                                        <p:tav tm="0">
                                          <p:val>
                                            <p:fltVal val="0"/>
                                          </p:val>
                                        </p:tav>
                                        <p:tav tm="100000">
                                          <p:val>
                                            <p:strVal val="#ppt_w"/>
                                          </p:val>
                                        </p:tav>
                                      </p:tavLst>
                                    </p:anim>
                                    <p:anim calcmode="lin" valueType="num">
                                      <p:cBhvr>
                                        <p:cTn id="16" dur="500" fill="hold"/>
                                        <p:tgtEl>
                                          <p:spTgt spid="15"/>
                                        </p:tgtEl>
                                        <p:attrNameLst>
                                          <p:attrName>ppt_h</p:attrName>
                                        </p:attrNameLst>
                                      </p:cBhvr>
                                      <p:tavLst>
                                        <p:tav tm="0">
                                          <p:val>
                                            <p:fltVal val="0"/>
                                          </p:val>
                                        </p:tav>
                                        <p:tav tm="100000">
                                          <p:val>
                                            <p:strVal val="#ppt_h"/>
                                          </p:val>
                                        </p:tav>
                                      </p:tavLst>
                                    </p:anim>
                                    <p:animEffect transition="in" filter="fade">
                                      <p:cBhvr>
                                        <p:cTn id="17" dur="500"/>
                                        <p:tgtEl>
                                          <p:spTgt spid="15"/>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fade">
                                      <p:cBhvr>
                                        <p:cTn id="20" dur="500"/>
                                        <p:tgtEl>
                                          <p:spTgt spid="20">
                                            <p:txEl>
                                              <p:pRg st="0" end="0"/>
                                            </p:tx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9">
                                            <p:txEl>
                                              <p:pRg st="0" end="0"/>
                                            </p:txEl>
                                          </p:spTgt>
                                        </p:tgtEl>
                                        <p:attrNameLst>
                                          <p:attrName>style.visibility</p:attrName>
                                        </p:attrNameLst>
                                      </p:cBhvr>
                                      <p:to>
                                        <p:strVal val="visible"/>
                                      </p:to>
                                    </p:set>
                                    <p:animEffect transition="in" filter="fade">
                                      <p:cBhvr>
                                        <p:cTn id="23" dur="500"/>
                                        <p:tgtEl>
                                          <p:spTgt spid="19">
                                            <p:txEl>
                                              <p:pRg st="0" end="0"/>
                                            </p:txEl>
                                          </p:spTgt>
                                        </p:tgtEl>
                                      </p:cBhvr>
                                    </p:animEffect>
                                  </p:childTnLst>
                                </p:cTn>
                              </p:par>
                            </p:childTnLst>
                          </p:cTn>
                        </p:par>
                        <p:par>
                          <p:cTn id="24" fill="hold">
                            <p:stCondLst>
                              <p:cond delay="1500"/>
                            </p:stCondLst>
                            <p:childTnLst>
                              <p:par>
                                <p:cTn id="25" presetID="22" presetClass="entr" presetSubtype="8" fill="hold" nodeType="afterEffect">
                                  <p:stCondLst>
                                    <p:cond delay="0"/>
                                  </p:stCondLst>
                                  <p:childTnLst>
                                    <p:set>
                                      <p:cBhvr>
                                        <p:cTn id="26" dur="1" fill="hold">
                                          <p:stCondLst>
                                            <p:cond delay="0"/>
                                          </p:stCondLst>
                                        </p:cTn>
                                        <p:tgtEl>
                                          <p:spTgt spid="33"/>
                                        </p:tgtEl>
                                        <p:attrNameLst>
                                          <p:attrName>style.visibility</p:attrName>
                                        </p:attrNameLst>
                                      </p:cBhvr>
                                      <p:to>
                                        <p:strVal val="visible"/>
                                      </p:to>
                                    </p:set>
                                    <p:animEffect transition="in" filter="wipe(left)">
                                      <p:cBhvr>
                                        <p:cTn id="27" dur="500"/>
                                        <p:tgtEl>
                                          <p:spTgt spid="33"/>
                                        </p:tgtEl>
                                      </p:cBhvr>
                                    </p:animEffect>
                                  </p:childTnLst>
                                </p:cTn>
                              </p:par>
                              <p:par>
                                <p:cTn id="28" presetID="42" presetClass="entr" presetSubtype="0" fill="hold" grpId="0" nodeType="withEffect">
                                  <p:stCondLst>
                                    <p:cond delay="0"/>
                                  </p:stCondLst>
                                  <p:childTnLst>
                                    <p:set>
                                      <p:cBhvr>
                                        <p:cTn id="29" dur="1" fill="hold">
                                          <p:stCondLst>
                                            <p:cond delay="0"/>
                                          </p:stCondLst>
                                        </p:cTn>
                                        <p:tgtEl>
                                          <p:spTgt spid="25">
                                            <p:txEl>
                                              <p:pRg st="0" end="0"/>
                                            </p:txEl>
                                          </p:spTgt>
                                        </p:tgtEl>
                                        <p:attrNameLst>
                                          <p:attrName>style.visibility</p:attrName>
                                        </p:attrNameLst>
                                      </p:cBhvr>
                                      <p:to>
                                        <p:strVal val="visible"/>
                                      </p:to>
                                    </p:set>
                                    <p:animEffect transition="in" filter="fade">
                                      <p:cBhvr>
                                        <p:cTn id="30" dur="500"/>
                                        <p:tgtEl>
                                          <p:spTgt spid="25">
                                            <p:txEl>
                                              <p:pRg st="0" end="0"/>
                                            </p:txEl>
                                          </p:spTgt>
                                        </p:tgtEl>
                                      </p:cBhvr>
                                    </p:animEffect>
                                    <p:anim calcmode="lin" valueType="num">
                                      <p:cBhvr>
                                        <p:cTn id="31"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32" dur="500" fill="hold"/>
                                        <p:tgtEl>
                                          <p:spTgt spid="25">
                                            <p:txEl>
                                              <p:pRg st="0" end="0"/>
                                            </p:txEl>
                                          </p:spTgt>
                                        </p:tgtEl>
                                        <p:attrNameLst>
                                          <p:attrName>ppt_y</p:attrName>
                                        </p:attrNameLst>
                                      </p:cBhvr>
                                      <p:tavLst>
                                        <p:tav tm="0">
                                          <p:val>
                                            <p:strVal val="#ppt_y+.1"/>
                                          </p:val>
                                        </p:tav>
                                        <p:tav tm="100000">
                                          <p:val>
                                            <p:strVal val="#ppt_y"/>
                                          </p:val>
                                        </p:tav>
                                      </p:tavLst>
                                    </p:anim>
                                  </p:childTnLst>
                                </p:cTn>
                              </p:par>
                            </p:childTnLst>
                          </p:cTn>
                        </p:par>
                        <p:par>
                          <p:cTn id="33" fill="hold">
                            <p:stCondLst>
                              <p:cond delay="2000"/>
                            </p:stCondLst>
                            <p:childTnLst>
                              <p:par>
                                <p:cTn id="34" presetID="53" presetClass="entr" presetSubtype="16" fill="hold" grpId="0" nodeType="afterEffect">
                                  <p:stCondLst>
                                    <p:cond delay="0"/>
                                  </p:stCondLst>
                                  <p:childTnLst>
                                    <p:set>
                                      <p:cBhvr>
                                        <p:cTn id="35" dur="1" fill="hold">
                                          <p:stCondLst>
                                            <p:cond delay="0"/>
                                          </p:stCondLst>
                                        </p:cTn>
                                        <p:tgtEl>
                                          <p:spTgt spid="17"/>
                                        </p:tgtEl>
                                        <p:attrNameLst>
                                          <p:attrName>style.visibility</p:attrName>
                                        </p:attrNameLst>
                                      </p:cBhvr>
                                      <p:to>
                                        <p:strVal val="visible"/>
                                      </p:to>
                                    </p:set>
                                    <p:anim calcmode="lin" valueType="num">
                                      <p:cBhvr>
                                        <p:cTn id="36" dur="500" fill="hold"/>
                                        <p:tgtEl>
                                          <p:spTgt spid="17"/>
                                        </p:tgtEl>
                                        <p:attrNameLst>
                                          <p:attrName>ppt_w</p:attrName>
                                        </p:attrNameLst>
                                      </p:cBhvr>
                                      <p:tavLst>
                                        <p:tav tm="0">
                                          <p:val>
                                            <p:fltVal val="0"/>
                                          </p:val>
                                        </p:tav>
                                        <p:tav tm="100000">
                                          <p:val>
                                            <p:strVal val="#ppt_w"/>
                                          </p:val>
                                        </p:tav>
                                      </p:tavLst>
                                    </p:anim>
                                    <p:anim calcmode="lin" valueType="num">
                                      <p:cBhvr>
                                        <p:cTn id="37" dur="500" fill="hold"/>
                                        <p:tgtEl>
                                          <p:spTgt spid="17"/>
                                        </p:tgtEl>
                                        <p:attrNameLst>
                                          <p:attrName>ppt_h</p:attrName>
                                        </p:attrNameLst>
                                      </p:cBhvr>
                                      <p:tavLst>
                                        <p:tav tm="0">
                                          <p:val>
                                            <p:fltVal val="0"/>
                                          </p:val>
                                        </p:tav>
                                        <p:tav tm="100000">
                                          <p:val>
                                            <p:strVal val="#ppt_h"/>
                                          </p:val>
                                        </p:tav>
                                      </p:tavLst>
                                    </p:anim>
                                    <p:animEffect transition="in" filter="fade">
                                      <p:cBhvr>
                                        <p:cTn id="38" dur="500"/>
                                        <p:tgtEl>
                                          <p:spTgt spid="17"/>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xEl>
                                              <p:pRg st="0" end="0"/>
                                            </p:txEl>
                                          </p:spTgt>
                                        </p:tgtEl>
                                        <p:attrNameLst>
                                          <p:attrName>style.visibility</p:attrName>
                                        </p:attrNameLst>
                                      </p:cBhvr>
                                      <p:to>
                                        <p:strVal val="visible"/>
                                      </p:to>
                                    </p:set>
                                    <p:animEffect transition="in" filter="fade">
                                      <p:cBhvr>
                                        <p:cTn id="41" dur="500"/>
                                        <p:tgtEl>
                                          <p:spTgt spid="27">
                                            <p:txEl>
                                              <p:pRg st="0" end="0"/>
                                            </p:txEl>
                                          </p:spTgt>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6">
                                            <p:txEl>
                                              <p:pRg st="0" end="0"/>
                                            </p:txEl>
                                          </p:spTgt>
                                        </p:tgtEl>
                                        <p:attrNameLst>
                                          <p:attrName>style.visibility</p:attrName>
                                        </p:attrNameLst>
                                      </p:cBhvr>
                                      <p:to>
                                        <p:strVal val="visible"/>
                                      </p:to>
                                    </p:set>
                                    <p:animEffect transition="in" filter="fade">
                                      <p:cBhvr>
                                        <p:cTn id="44" dur="500"/>
                                        <p:tgtEl>
                                          <p:spTgt spid="26">
                                            <p:txEl>
                                              <p:pRg st="0" end="0"/>
                                            </p:txEl>
                                          </p:spTgt>
                                        </p:tgtEl>
                                      </p:cBhvr>
                                    </p:animEffect>
                                  </p:childTnLst>
                                </p:cTn>
                              </p:par>
                            </p:childTnLst>
                          </p:cTn>
                        </p:par>
                        <p:par>
                          <p:cTn id="45" fill="hold">
                            <p:stCondLst>
                              <p:cond delay="2500"/>
                            </p:stCondLst>
                            <p:childTnLst>
                              <p:par>
                                <p:cTn id="46" presetID="22" presetClass="entr" presetSubtype="8" fill="hold" nodeType="afterEffect">
                                  <p:stCondLst>
                                    <p:cond delay="0"/>
                                  </p:stCondLst>
                                  <p:childTnLst>
                                    <p:set>
                                      <p:cBhvr>
                                        <p:cTn id="47" dur="1" fill="hold">
                                          <p:stCondLst>
                                            <p:cond delay="0"/>
                                          </p:stCondLst>
                                        </p:cTn>
                                        <p:tgtEl>
                                          <p:spTgt spid="39"/>
                                        </p:tgtEl>
                                        <p:attrNameLst>
                                          <p:attrName>style.visibility</p:attrName>
                                        </p:attrNameLst>
                                      </p:cBhvr>
                                      <p:to>
                                        <p:strVal val="visible"/>
                                      </p:to>
                                    </p:set>
                                    <p:animEffect transition="in" filter="wipe(left)">
                                      <p:cBhvr>
                                        <p:cTn id="48" dur="500"/>
                                        <p:tgtEl>
                                          <p:spTgt spid="39"/>
                                        </p:tgtEl>
                                      </p:cBhvr>
                                    </p:animEffect>
                                  </p:childTnLst>
                                </p:cTn>
                              </p:par>
                              <p:par>
                                <p:cTn id="49" presetID="42" presetClass="entr" presetSubtype="0" fill="hold" grpId="0" nodeType="withEffect">
                                  <p:stCondLst>
                                    <p:cond delay="0"/>
                                  </p:stCondLst>
                                  <p:childTnLst>
                                    <p:set>
                                      <p:cBhvr>
                                        <p:cTn id="50" dur="1" fill="hold">
                                          <p:stCondLst>
                                            <p:cond delay="0"/>
                                          </p:stCondLst>
                                        </p:cTn>
                                        <p:tgtEl>
                                          <p:spTgt spid="29">
                                            <p:txEl>
                                              <p:pRg st="0" end="0"/>
                                            </p:txEl>
                                          </p:spTgt>
                                        </p:tgtEl>
                                        <p:attrNameLst>
                                          <p:attrName>style.visibility</p:attrName>
                                        </p:attrNameLst>
                                      </p:cBhvr>
                                      <p:to>
                                        <p:strVal val="visible"/>
                                      </p:to>
                                    </p:set>
                                    <p:animEffect transition="in" filter="fade">
                                      <p:cBhvr>
                                        <p:cTn id="51" dur="500"/>
                                        <p:tgtEl>
                                          <p:spTgt spid="29">
                                            <p:txEl>
                                              <p:pRg st="0" end="0"/>
                                            </p:txEl>
                                          </p:spTgt>
                                        </p:tgtEl>
                                      </p:cBhvr>
                                    </p:animEffect>
                                    <p:anim calcmode="lin" valueType="num">
                                      <p:cBhvr>
                                        <p:cTn id="52"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3000"/>
                            </p:stCondLst>
                            <p:childTnLst>
                              <p:par>
                                <p:cTn id="55" presetID="53" presetClass="entr" presetSubtype="16" fill="hold" grpId="0" nodeType="afterEffect">
                                  <p:stCondLst>
                                    <p:cond delay="0"/>
                                  </p:stCondLst>
                                  <p:childTnLst>
                                    <p:set>
                                      <p:cBhvr>
                                        <p:cTn id="56" dur="1" fill="hold">
                                          <p:stCondLst>
                                            <p:cond delay="0"/>
                                          </p:stCondLst>
                                        </p:cTn>
                                        <p:tgtEl>
                                          <p:spTgt spid="18"/>
                                        </p:tgtEl>
                                        <p:attrNameLst>
                                          <p:attrName>style.visibility</p:attrName>
                                        </p:attrNameLst>
                                      </p:cBhvr>
                                      <p:to>
                                        <p:strVal val="visible"/>
                                      </p:to>
                                    </p:set>
                                    <p:anim calcmode="lin" valueType="num">
                                      <p:cBhvr>
                                        <p:cTn id="57" dur="500" fill="hold"/>
                                        <p:tgtEl>
                                          <p:spTgt spid="18"/>
                                        </p:tgtEl>
                                        <p:attrNameLst>
                                          <p:attrName>ppt_w</p:attrName>
                                        </p:attrNameLst>
                                      </p:cBhvr>
                                      <p:tavLst>
                                        <p:tav tm="0">
                                          <p:val>
                                            <p:fltVal val="0"/>
                                          </p:val>
                                        </p:tav>
                                        <p:tav tm="100000">
                                          <p:val>
                                            <p:strVal val="#ppt_w"/>
                                          </p:val>
                                        </p:tav>
                                      </p:tavLst>
                                    </p:anim>
                                    <p:anim calcmode="lin" valueType="num">
                                      <p:cBhvr>
                                        <p:cTn id="58" dur="500" fill="hold"/>
                                        <p:tgtEl>
                                          <p:spTgt spid="18"/>
                                        </p:tgtEl>
                                        <p:attrNameLst>
                                          <p:attrName>ppt_h</p:attrName>
                                        </p:attrNameLst>
                                      </p:cBhvr>
                                      <p:tavLst>
                                        <p:tav tm="0">
                                          <p:val>
                                            <p:fltVal val="0"/>
                                          </p:val>
                                        </p:tav>
                                        <p:tav tm="100000">
                                          <p:val>
                                            <p:strVal val="#ppt_h"/>
                                          </p:val>
                                        </p:tav>
                                      </p:tavLst>
                                    </p:anim>
                                    <p:animEffect transition="in" filter="fade">
                                      <p:cBhvr>
                                        <p:cTn id="59" dur="500"/>
                                        <p:tgtEl>
                                          <p:spTgt spid="1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1">
                                            <p:txEl>
                                              <p:pRg st="0" end="0"/>
                                            </p:txEl>
                                          </p:spTgt>
                                        </p:tgtEl>
                                        <p:attrNameLst>
                                          <p:attrName>style.visibility</p:attrName>
                                        </p:attrNameLst>
                                      </p:cBhvr>
                                      <p:to>
                                        <p:strVal val="visible"/>
                                      </p:to>
                                    </p:set>
                                    <p:animEffect transition="in" filter="fade">
                                      <p:cBhvr>
                                        <p:cTn id="62" dur="500"/>
                                        <p:tgtEl>
                                          <p:spTgt spid="31">
                                            <p:txEl>
                                              <p:pRg st="0" end="0"/>
                                            </p:txEl>
                                          </p:spTgt>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0">
                                            <p:txEl>
                                              <p:pRg st="0" end="0"/>
                                            </p:txEl>
                                          </p:spTgt>
                                        </p:tgtEl>
                                        <p:attrNameLst>
                                          <p:attrName>style.visibility</p:attrName>
                                        </p:attrNameLst>
                                      </p:cBhvr>
                                      <p:to>
                                        <p:strVal val="visible"/>
                                      </p:to>
                                    </p:set>
                                    <p:animEffect transition="in" filter="fade">
                                      <p:cBhvr>
                                        <p:cTn id="65" dur="500"/>
                                        <p:tgtEl>
                                          <p:spTgt spid="30">
                                            <p:txEl>
                                              <p:pRg st="0" end="0"/>
                                            </p:txEl>
                                          </p:spTgt>
                                        </p:tgtEl>
                                      </p:cBhvr>
                                    </p:animEffect>
                                  </p:childTnLst>
                                </p:cTn>
                              </p:par>
                            </p:childTnLst>
                          </p:cTn>
                        </p:par>
                        <p:par>
                          <p:cTn id="66" fill="hold">
                            <p:stCondLst>
                              <p:cond delay="3500"/>
                            </p:stCondLst>
                            <p:childTnLst>
                              <p:par>
                                <p:cTn id="67" presetID="22" presetClass="entr" presetSubtype="8" fill="hold" nodeType="afterEffect">
                                  <p:stCondLst>
                                    <p:cond delay="0"/>
                                  </p:stCondLst>
                                  <p:childTnLst>
                                    <p:set>
                                      <p:cBhvr>
                                        <p:cTn id="68" dur="1" fill="hold">
                                          <p:stCondLst>
                                            <p:cond delay="0"/>
                                          </p:stCondLst>
                                        </p:cTn>
                                        <p:tgtEl>
                                          <p:spTgt spid="45"/>
                                        </p:tgtEl>
                                        <p:attrNameLst>
                                          <p:attrName>style.visibility</p:attrName>
                                        </p:attrNameLst>
                                      </p:cBhvr>
                                      <p:to>
                                        <p:strVal val="visible"/>
                                      </p:to>
                                    </p:set>
                                    <p:animEffect transition="in" filter="wipe(left)">
                                      <p:cBhvr>
                                        <p:cTn id="69" dur="500"/>
                                        <p:tgtEl>
                                          <p:spTgt spid="45"/>
                                        </p:tgtEl>
                                      </p:cBhvr>
                                    </p:animEffect>
                                  </p:childTnLst>
                                </p:cTn>
                              </p:par>
                              <p:par>
                                <p:cTn id="70" presetID="42" presetClass="entr" presetSubtype="0" fill="hold" grpId="0" nodeType="withEffect">
                                  <p:stCondLst>
                                    <p:cond delay="0"/>
                                  </p:stCondLst>
                                  <p:childTnLst>
                                    <p:set>
                                      <p:cBhvr>
                                        <p:cTn id="71" dur="1" fill="hold">
                                          <p:stCondLst>
                                            <p:cond delay="0"/>
                                          </p:stCondLst>
                                        </p:cTn>
                                        <p:tgtEl>
                                          <p:spTgt spid="32">
                                            <p:txEl>
                                              <p:pRg st="0" end="0"/>
                                            </p:txEl>
                                          </p:spTgt>
                                        </p:tgtEl>
                                        <p:attrNameLst>
                                          <p:attrName>style.visibility</p:attrName>
                                        </p:attrNameLst>
                                      </p:cBhvr>
                                      <p:to>
                                        <p:strVal val="visible"/>
                                      </p:to>
                                    </p:set>
                                    <p:animEffect transition="in" filter="fade">
                                      <p:cBhvr>
                                        <p:cTn id="72" dur="500"/>
                                        <p:tgtEl>
                                          <p:spTgt spid="32">
                                            <p:txEl>
                                              <p:pRg st="0" end="0"/>
                                            </p:txEl>
                                          </p:spTgt>
                                        </p:tgtEl>
                                      </p:cBhvr>
                                    </p:animEffect>
                                    <p:anim calcmode="lin" valueType="num">
                                      <p:cBhvr>
                                        <p:cTn id="73"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74" dur="500" fill="hold"/>
                                        <p:tgtEl>
                                          <p:spTgt spid="32">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5" grpId="0" animBg="1"/>
      <p:bldP spid="17" grpId="0" animBg="1"/>
      <p:bldP spid="18" grpId="0" animBg="1"/>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build="p">
        <p:tmplLst>
          <p:tmpl lvl="1">
            <p:tnLst>
              <p:par>
                <p:cTn presetID="10"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anim calcmode="lin" valueType="num">
                      <p:cBhvr>
                        <p:cTn dur="500" fill="hold"/>
                        <p:tgtEl>
                          <p:spTgt spid="25"/>
                        </p:tgtEl>
                        <p:attrNameLst>
                          <p:attrName>ppt_x</p:attrName>
                        </p:attrNameLst>
                      </p:cBhvr>
                      <p:tavLst>
                        <p:tav tm="0">
                          <p:val>
                            <p:strVal val="#ppt_x"/>
                          </p:val>
                        </p:tav>
                        <p:tav tm="100000">
                          <p:val>
                            <p:strVal val="#ppt_x"/>
                          </p:val>
                        </p:tav>
                      </p:tavLst>
                    </p:anim>
                    <p:anim calcmode="lin" valueType="num">
                      <p:cBhvr>
                        <p:cTn dur="500" fill="hold"/>
                        <p:tgtEl>
                          <p:spTgt spid="25"/>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10"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7" grpId="0" build="p">
        <p:tmplLst>
          <p:tmpl lvl="1">
            <p:tnLst>
              <p:par>
                <p:cTn presetID="10"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10"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10"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2" grpId="0" build="p">
        <p:tmplLst>
          <p:tmpl lvl="1">
            <p:tnLst>
              <p:par>
                <p:cTn presetID="42"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anim calcmode="lin" valueType="num">
                      <p:cBhvr>
                        <p:cTn dur="500" fill="hold"/>
                        <p:tgtEl>
                          <p:spTgt spid="32"/>
                        </p:tgtEl>
                        <p:attrNameLst>
                          <p:attrName>ppt_x</p:attrName>
                        </p:attrNameLst>
                      </p:cBhvr>
                      <p:tavLst>
                        <p:tav tm="0">
                          <p:val>
                            <p:strVal val="#ppt_x"/>
                          </p:val>
                        </p:tav>
                        <p:tav tm="100000">
                          <p:val>
                            <p:strVal val="#ppt_x"/>
                          </p:val>
                        </p:tav>
                      </p:tavLst>
                    </p:anim>
                    <p:anim calcmode="lin" valueType="num">
                      <p:cBhvr>
                        <p:cTn dur="500" fill="hold"/>
                        <p:tgtEl>
                          <p:spTgt spid="32"/>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Picture Placeholder 6"/>
          <p:cNvSpPr>
            <a:spLocks noGrp="1"/>
          </p:cNvSpPr>
          <p:nvPr>
            <p:ph type="pic" sz="quarter" idx="13" hasCustomPrompt="1"/>
          </p:nvPr>
        </p:nvSpPr>
        <p:spPr>
          <a:xfrm>
            <a:off x="838200" y="1975890"/>
            <a:ext cx="2046740" cy="2015540"/>
          </a:xfrm>
          <a:solidFill>
            <a:schemeClr val="bg1">
              <a:lumMod val="95000"/>
            </a:schemeClr>
          </a:solidFill>
        </p:spPr>
        <p:txBody>
          <a:bodyPr/>
          <a:lstStyle>
            <a:lvl1pPr>
              <a:defRPr/>
            </a:lvl1pPr>
          </a:lstStyle>
          <a:p>
            <a:r>
              <a:rPr lang="id-ID" dirty="0" smtClean="0"/>
              <a:t>Img</a:t>
            </a:r>
            <a:endParaRPr lang="en-AU" dirty="0"/>
          </a:p>
        </p:txBody>
      </p:sp>
      <p:sp>
        <p:nvSpPr>
          <p:cNvPr id="11" name="Picture Placeholder 6"/>
          <p:cNvSpPr>
            <a:spLocks noGrp="1"/>
          </p:cNvSpPr>
          <p:nvPr>
            <p:ph type="pic" sz="quarter" idx="14" hasCustomPrompt="1"/>
          </p:nvPr>
        </p:nvSpPr>
        <p:spPr>
          <a:xfrm>
            <a:off x="3037340" y="4143830"/>
            <a:ext cx="2046740" cy="2015540"/>
          </a:xfrm>
          <a:solidFill>
            <a:schemeClr val="bg1">
              <a:lumMod val="95000"/>
            </a:schemeClr>
          </a:solidFill>
        </p:spPr>
        <p:txBody>
          <a:bodyPr/>
          <a:lstStyle>
            <a:lvl1pPr>
              <a:defRPr/>
            </a:lvl1pPr>
          </a:lstStyle>
          <a:p>
            <a:r>
              <a:rPr lang="id-ID" dirty="0" smtClean="0"/>
              <a:t>Img</a:t>
            </a:r>
            <a:endParaRPr lang="en-AU" dirty="0"/>
          </a:p>
        </p:txBody>
      </p:sp>
      <p:sp>
        <p:nvSpPr>
          <p:cNvPr id="2" name="Rectangle 1"/>
          <p:cNvSpPr/>
          <p:nvPr userDrawn="1"/>
        </p:nvSpPr>
        <p:spPr>
          <a:xfrm>
            <a:off x="838200" y="4143830"/>
            <a:ext cx="2046740" cy="20155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3" name="Rectangle 12"/>
          <p:cNvSpPr/>
          <p:nvPr userDrawn="1"/>
        </p:nvSpPr>
        <p:spPr>
          <a:xfrm>
            <a:off x="3037340" y="1988171"/>
            <a:ext cx="2046740" cy="20155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4" name="Text Placeholder 10"/>
          <p:cNvSpPr>
            <a:spLocks noGrp="1"/>
          </p:cNvSpPr>
          <p:nvPr>
            <p:ph type="body" sz="quarter" idx="27" hasCustomPrompt="1"/>
          </p:nvPr>
        </p:nvSpPr>
        <p:spPr>
          <a:xfrm>
            <a:off x="943566" y="4443315"/>
            <a:ext cx="1856079" cy="210146"/>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5" name="Text Placeholder 10"/>
          <p:cNvSpPr>
            <a:spLocks noGrp="1"/>
          </p:cNvSpPr>
          <p:nvPr>
            <p:ph type="body" sz="quarter" idx="28" hasCustomPrompt="1"/>
          </p:nvPr>
        </p:nvSpPr>
        <p:spPr>
          <a:xfrm>
            <a:off x="943566" y="4774084"/>
            <a:ext cx="1856079"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8" name="Text Placeholder 10"/>
          <p:cNvSpPr>
            <a:spLocks noGrp="1"/>
          </p:cNvSpPr>
          <p:nvPr>
            <p:ph type="body" sz="quarter" idx="29" hasCustomPrompt="1"/>
          </p:nvPr>
        </p:nvSpPr>
        <p:spPr>
          <a:xfrm>
            <a:off x="3139100" y="2321461"/>
            <a:ext cx="1856079" cy="210146"/>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9" name="Text Placeholder 10"/>
          <p:cNvSpPr>
            <a:spLocks noGrp="1"/>
          </p:cNvSpPr>
          <p:nvPr>
            <p:ph type="body" sz="quarter" idx="30" hasCustomPrompt="1"/>
          </p:nvPr>
        </p:nvSpPr>
        <p:spPr>
          <a:xfrm>
            <a:off x="3139100" y="2652230"/>
            <a:ext cx="1856079"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20" name="Picture Placeholder 6"/>
          <p:cNvSpPr>
            <a:spLocks noGrp="1"/>
          </p:cNvSpPr>
          <p:nvPr>
            <p:ph type="pic" sz="quarter" idx="31" hasCustomPrompt="1"/>
          </p:nvPr>
        </p:nvSpPr>
        <p:spPr>
          <a:xfrm>
            <a:off x="5236480" y="2023193"/>
            <a:ext cx="6117320" cy="1980518"/>
          </a:xfrm>
          <a:solidFill>
            <a:schemeClr val="bg1">
              <a:lumMod val="95000"/>
            </a:schemeClr>
          </a:solidFill>
        </p:spPr>
        <p:txBody>
          <a:bodyPr/>
          <a:lstStyle>
            <a:lvl1pPr>
              <a:defRPr/>
            </a:lvl1pPr>
          </a:lstStyle>
          <a:p>
            <a:r>
              <a:rPr lang="id-ID" dirty="0" smtClean="0"/>
              <a:t>Img</a:t>
            </a:r>
            <a:endParaRPr lang="en-AU" dirty="0"/>
          </a:p>
        </p:txBody>
      </p:sp>
      <p:sp>
        <p:nvSpPr>
          <p:cNvPr id="21" name="Rectangle 20"/>
          <p:cNvSpPr/>
          <p:nvPr userDrawn="1"/>
        </p:nvSpPr>
        <p:spPr>
          <a:xfrm>
            <a:off x="5236480" y="4143830"/>
            <a:ext cx="6117320" cy="20155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2" name="Text Placeholder 10"/>
          <p:cNvSpPr>
            <a:spLocks noGrp="1"/>
          </p:cNvSpPr>
          <p:nvPr>
            <p:ph type="body" sz="quarter" idx="32" hasCustomPrompt="1"/>
          </p:nvPr>
        </p:nvSpPr>
        <p:spPr>
          <a:xfrm>
            <a:off x="5500255" y="4408159"/>
            <a:ext cx="5537858" cy="210146"/>
          </a:xfrm>
        </p:spPr>
        <p:txBody>
          <a:bodyPr>
            <a:noAutofit/>
          </a:bodyPr>
          <a:lstStyle>
            <a:lvl1pPr algn="l">
              <a:defRPr sz="16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3" name="Text Placeholder 10"/>
          <p:cNvSpPr>
            <a:spLocks noGrp="1"/>
          </p:cNvSpPr>
          <p:nvPr>
            <p:ph type="body" sz="quarter" idx="33" hasCustomPrompt="1"/>
          </p:nvPr>
        </p:nvSpPr>
        <p:spPr>
          <a:xfrm>
            <a:off x="5500255" y="4794349"/>
            <a:ext cx="5537858" cy="947408"/>
          </a:xfrm>
        </p:spPr>
        <p:txBody>
          <a:bodyPr>
            <a:noAutofit/>
          </a:bodyPr>
          <a:lstStyle>
            <a:lvl1pPr algn="l">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 here</a:t>
            </a:r>
            <a:endParaRPr lang="en-AU" dirty="0"/>
          </a:p>
        </p:txBody>
      </p:sp>
    </p:spTree>
    <p:extLst>
      <p:ext uri="{BB962C8B-B14F-4D97-AF65-F5344CB8AC3E}">
        <p14:creationId xmlns:p14="http://schemas.microsoft.com/office/powerpoint/2010/main" val="217792397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Effect transition="in" filter="fade">
                                      <p:cBhvr>
                                        <p:cTn id="25" dur="500"/>
                                        <p:tgtEl>
                                          <p:spTgt spid="14">
                                            <p:txEl>
                                              <p:pRg st="0" end="0"/>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5">
                                            <p:txEl>
                                              <p:pRg st="0" end="0"/>
                                            </p:txEl>
                                          </p:spTgt>
                                        </p:tgtEl>
                                        <p:attrNameLst>
                                          <p:attrName>style.visibility</p:attrName>
                                        </p:attrNameLst>
                                      </p:cBhvr>
                                      <p:to>
                                        <p:strVal val="visible"/>
                                      </p:to>
                                    </p:set>
                                    <p:animEffect transition="in" filter="fade">
                                      <p:cBhvr>
                                        <p:cTn id="28" dur="500"/>
                                        <p:tgtEl>
                                          <p:spTgt spid="15">
                                            <p:txEl>
                                              <p:pRg st="0" end="0"/>
                                            </p:txEl>
                                          </p:spTgt>
                                        </p:tgtEl>
                                      </p:cBhvr>
                                    </p:animEffect>
                                  </p:childTnLst>
                                </p:cTn>
                              </p:par>
                            </p:childTnLst>
                          </p:cTn>
                        </p:par>
                        <p:par>
                          <p:cTn id="29" fill="hold">
                            <p:stCondLst>
                              <p:cond delay="2500"/>
                            </p:stCondLst>
                            <p:childTnLst>
                              <p:par>
                                <p:cTn id="30" presetID="53" presetClass="entr" presetSubtype="16"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p:cTn id="32" dur="500" fill="hold"/>
                                        <p:tgtEl>
                                          <p:spTgt spid="11"/>
                                        </p:tgtEl>
                                        <p:attrNameLst>
                                          <p:attrName>ppt_w</p:attrName>
                                        </p:attrNameLst>
                                      </p:cBhvr>
                                      <p:tavLst>
                                        <p:tav tm="0">
                                          <p:val>
                                            <p:fltVal val="0"/>
                                          </p:val>
                                        </p:tav>
                                        <p:tav tm="100000">
                                          <p:val>
                                            <p:strVal val="#ppt_w"/>
                                          </p:val>
                                        </p:tav>
                                      </p:tavLst>
                                    </p:anim>
                                    <p:anim calcmode="lin" valueType="num">
                                      <p:cBhvr>
                                        <p:cTn id="33" dur="500" fill="hold"/>
                                        <p:tgtEl>
                                          <p:spTgt spid="11"/>
                                        </p:tgtEl>
                                        <p:attrNameLst>
                                          <p:attrName>ppt_h</p:attrName>
                                        </p:attrNameLst>
                                      </p:cBhvr>
                                      <p:tavLst>
                                        <p:tav tm="0">
                                          <p:val>
                                            <p:fltVal val="0"/>
                                          </p:val>
                                        </p:tav>
                                        <p:tav tm="100000">
                                          <p:val>
                                            <p:strVal val="#ppt_h"/>
                                          </p:val>
                                        </p:tav>
                                      </p:tavLst>
                                    </p:anim>
                                    <p:animEffect transition="in" filter="fade">
                                      <p:cBhvr>
                                        <p:cTn id="34" dur="500"/>
                                        <p:tgtEl>
                                          <p:spTgt spid="11"/>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childTnLst>
                          </p:cTn>
                        </p:par>
                        <p:par>
                          <p:cTn id="39" fill="hold">
                            <p:stCondLst>
                              <p:cond delay="3500"/>
                            </p:stCondLst>
                            <p:childTnLst>
                              <p:par>
                                <p:cTn id="40" presetID="10" presetClass="entr" presetSubtype="0" fill="hold" grpId="0" nodeType="afterEffect">
                                  <p:stCondLst>
                                    <p:cond delay="0"/>
                                  </p:stCondLst>
                                  <p:childTnLst>
                                    <p:set>
                                      <p:cBhvr>
                                        <p:cTn id="41" dur="1" fill="hold">
                                          <p:stCondLst>
                                            <p:cond delay="0"/>
                                          </p:stCondLst>
                                        </p:cTn>
                                        <p:tgtEl>
                                          <p:spTgt spid="18">
                                            <p:txEl>
                                              <p:pRg st="0" end="0"/>
                                            </p:txEl>
                                          </p:spTgt>
                                        </p:tgtEl>
                                        <p:attrNameLst>
                                          <p:attrName>style.visibility</p:attrName>
                                        </p:attrNameLst>
                                      </p:cBhvr>
                                      <p:to>
                                        <p:strVal val="visible"/>
                                      </p:to>
                                    </p:set>
                                    <p:animEffect transition="in" filter="fade">
                                      <p:cBhvr>
                                        <p:cTn id="42" dur="500"/>
                                        <p:tgtEl>
                                          <p:spTgt spid="18">
                                            <p:txEl>
                                              <p:pRg st="0" end="0"/>
                                            </p:txEl>
                                          </p:spTgt>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9">
                                            <p:txEl>
                                              <p:pRg st="0" end="0"/>
                                            </p:txEl>
                                          </p:spTgt>
                                        </p:tgtEl>
                                        <p:attrNameLst>
                                          <p:attrName>style.visibility</p:attrName>
                                        </p:attrNameLst>
                                      </p:cBhvr>
                                      <p:to>
                                        <p:strVal val="visible"/>
                                      </p:to>
                                    </p:set>
                                    <p:animEffect transition="in" filter="fade">
                                      <p:cBhvr>
                                        <p:cTn id="45" dur="500"/>
                                        <p:tgtEl>
                                          <p:spTgt spid="19">
                                            <p:txEl>
                                              <p:pRg st="0" end="0"/>
                                            </p:txEl>
                                          </p:spTgt>
                                        </p:tgtEl>
                                      </p:cBhvr>
                                    </p:animEffect>
                                  </p:childTnLst>
                                </p:cTn>
                              </p:par>
                            </p:childTnLst>
                          </p:cTn>
                        </p:par>
                        <p:par>
                          <p:cTn id="46" fill="hold">
                            <p:stCondLst>
                              <p:cond delay="4000"/>
                            </p:stCondLst>
                            <p:childTnLst>
                              <p:par>
                                <p:cTn id="47" presetID="53" presetClass="entr" presetSubtype="16" fill="hold" grpId="0" nodeType="afterEffect">
                                  <p:stCondLst>
                                    <p:cond delay="0"/>
                                  </p:stCondLst>
                                  <p:childTnLst>
                                    <p:set>
                                      <p:cBhvr>
                                        <p:cTn id="48" dur="1" fill="hold">
                                          <p:stCondLst>
                                            <p:cond delay="0"/>
                                          </p:stCondLst>
                                        </p:cTn>
                                        <p:tgtEl>
                                          <p:spTgt spid="20"/>
                                        </p:tgtEl>
                                        <p:attrNameLst>
                                          <p:attrName>style.visibility</p:attrName>
                                        </p:attrNameLst>
                                      </p:cBhvr>
                                      <p:to>
                                        <p:strVal val="visible"/>
                                      </p:to>
                                    </p:set>
                                    <p:anim calcmode="lin" valueType="num">
                                      <p:cBhvr>
                                        <p:cTn id="49" dur="500" fill="hold"/>
                                        <p:tgtEl>
                                          <p:spTgt spid="20"/>
                                        </p:tgtEl>
                                        <p:attrNameLst>
                                          <p:attrName>ppt_w</p:attrName>
                                        </p:attrNameLst>
                                      </p:cBhvr>
                                      <p:tavLst>
                                        <p:tav tm="0">
                                          <p:val>
                                            <p:fltVal val="0"/>
                                          </p:val>
                                        </p:tav>
                                        <p:tav tm="100000">
                                          <p:val>
                                            <p:strVal val="#ppt_w"/>
                                          </p:val>
                                        </p:tav>
                                      </p:tavLst>
                                    </p:anim>
                                    <p:anim calcmode="lin" valueType="num">
                                      <p:cBhvr>
                                        <p:cTn id="50" dur="500" fill="hold"/>
                                        <p:tgtEl>
                                          <p:spTgt spid="20"/>
                                        </p:tgtEl>
                                        <p:attrNameLst>
                                          <p:attrName>ppt_h</p:attrName>
                                        </p:attrNameLst>
                                      </p:cBhvr>
                                      <p:tavLst>
                                        <p:tav tm="0">
                                          <p:val>
                                            <p:fltVal val="0"/>
                                          </p:val>
                                        </p:tav>
                                        <p:tav tm="100000">
                                          <p:val>
                                            <p:strVal val="#ppt_h"/>
                                          </p:val>
                                        </p:tav>
                                      </p:tavLst>
                                    </p:anim>
                                    <p:animEffect transition="in" filter="fade">
                                      <p:cBhvr>
                                        <p:cTn id="51" dur="500"/>
                                        <p:tgtEl>
                                          <p:spTgt spid="20"/>
                                        </p:tgtEl>
                                      </p:cBhvr>
                                    </p:animEffect>
                                  </p:childTnLst>
                                </p:cTn>
                              </p:par>
                            </p:childTnLst>
                          </p:cTn>
                        </p:par>
                        <p:par>
                          <p:cTn id="52" fill="hold">
                            <p:stCondLst>
                              <p:cond delay="4500"/>
                            </p:stCondLst>
                            <p:childTnLst>
                              <p:par>
                                <p:cTn id="53" presetID="10" presetClass="entr" presetSubtype="0"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par>
                          <p:cTn id="56" fill="hold">
                            <p:stCondLst>
                              <p:cond delay="5000"/>
                            </p:stCondLst>
                            <p:childTnLst>
                              <p:par>
                                <p:cTn id="57" presetID="10" presetClass="entr" presetSubtype="0" fill="hold" grpId="0" nodeType="afterEffect">
                                  <p:stCondLst>
                                    <p:cond delay="0"/>
                                  </p:stCondLst>
                                  <p:childTnLst>
                                    <p:set>
                                      <p:cBhvr>
                                        <p:cTn id="58" dur="1" fill="hold">
                                          <p:stCondLst>
                                            <p:cond delay="0"/>
                                          </p:stCondLst>
                                        </p:cTn>
                                        <p:tgtEl>
                                          <p:spTgt spid="22">
                                            <p:txEl>
                                              <p:pRg st="0" end="0"/>
                                            </p:txEl>
                                          </p:spTgt>
                                        </p:tgtEl>
                                        <p:attrNameLst>
                                          <p:attrName>style.visibility</p:attrName>
                                        </p:attrNameLst>
                                      </p:cBhvr>
                                      <p:to>
                                        <p:strVal val="visible"/>
                                      </p:to>
                                    </p:set>
                                    <p:animEffect transition="in" filter="fade">
                                      <p:cBhvr>
                                        <p:cTn id="59" dur="500"/>
                                        <p:tgtEl>
                                          <p:spTgt spid="22">
                                            <p:txEl>
                                              <p:pRg st="0" end="0"/>
                                            </p:txEl>
                                          </p:spTgt>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3">
                                            <p:txEl>
                                              <p:pRg st="0" end="0"/>
                                            </p:txEl>
                                          </p:spTgt>
                                        </p:tgtEl>
                                        <p:attrNameLst>
                                          <p:attrName>style.visibility</p:attrName>
                                        </p:attrNameLst>
                                      </p:cBhvr>
                                      <p:to>
                                        <p:strVal val="visible"/>
                                      </p:to>
                                    </p:set>
                                    <p:animEffect transition="in" filter="fade">
                                      <p:cBhvr>
                                        <p:cTn id="62" dur="500"/>
                                        <p:tgtEl>
                                          <p:spTgt spid="2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11" grpId="0" animBg="1"/>
      <p:bldP spid="2" grpId="0" animBg="1"/>
      <p:bldP spid="13" grpId="0" animBg="1"/>
      <p:bldP spid="14" grpId="0" build="p">
        <p:tmplLst>
          <p:tmpl lvl="1">
            <p:tnLst>
              <p:par>
                <p:cTn presetID="10" presetClass="entr" presetSubtype="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5" grpId="0" build="p">
        <p:tmplLst>
          <p:tmpl lvl="1">
            <p:tnLst>
              <p:par>
                <p:cTn presetID="10"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8" grpId="0" build="p">
        <p:tmplLst>
          <p:tmpl lvl="1">
            <p:tnLst>
              <p:par>
                <p:cTn presetID="10"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animBg="1"/>
      <p:bldP spid="21" grpId="0" animBg="1"/>
      <p:bldP spid="22" grpId="0" build="p">
        <p:tmplLst>
          <p:tmpl lvl="1">
            <p:tnLst>
              <p:par>
                <p:cTn presetID="10" presetClass="entr" presetSubtype="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3" grpId="0" build="p">
        <p:tmplLst>
          <p:tmpl lvl="1">
            <p:tnLst>
              <p:par>
                <p:cTn presetID="10" presetClass="entr" presetSubtype="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Lst>
  </p:timing>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Picture Placeholder 6"/>
          <p:cNvSpPr>
            <a:spLocks noGrp="1"/>
          </p:cNvSpPr>
          <p:nvPr>
            <p:ph type="pic" sz="quarter" idx="13" hasCustomPrompt="1"/>
          </p:nvPr>
        </p:nvSpPr>
        <p:spPr>
          <a:xfrm>
            <a:off x="0" y="1732353"/>
            <a:ext cx="3049966" cy="2213642"/>
          </a:xfrm>
          <a:solidFill>
            <a:schemeClr val="bg1">
              <a:lumMod val="95000"/>
            </a:schemeClr>
          </a:solidFill>
        </p:spPr>
        <p:txBody>
          <a:bodyPr/>
          <a:lstStyle>
            <a:lvl1pPr>
              <a:defRPr/>
            </a:lvl1pPr>
          </a:lstStyle>
          <a:p>
            <a:r>
              <a:rPr lang="id-ID" dirty="0" smtClean="0"/>
              <a:t>Img</a:t>
            </a:r>
            <a:endParaRPr lang="en-AU" dirty="0"/>
          </a:p>
        </p:txBody>
      </p:sp>
      <p:sp>
        <p:nvSpPr>
          <p:cNvPr id="13" name="Rectangle 12"/>
          <p:cNvSpPr/>
          <p:nvPr userDrawn="1"/>
        </p:nvSpPr>
        <p:spPr>
          <a:xfrm>
            <a:off x="0" y="3956223"/>
            <a:ext cx="3049966" cy="22096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6"/>
          <p:cNvSpPr>
            <a:spLocks noGrp="1"/>
          </p:cNvSpPr>
          <p:nvPr>
            <p:ph type="pic" sz="quarter" idx="14" hasCustomPrompt="1"/>
          </p:nvPr>
        </p:nvSpPr>
        <p:spPr>
          <a:xfrm>
            <a:off x="3049966" y="3952208"/>
            <a:ext cx="3078994" cy="2207429"/>
          </a:xfrm>
          <a:solidFill>
            <a:schemeClr val="bg1">
              <a:lumMod val="95000"/>
            </a:schemeClr>
          </a:solidFill>
        </p:spPr>
        <p:txBody>
          <a:bodyPr/>
          <a:lstStyle>
            <a:lvl1pPr>
              <a:defRPr/>
            </a:lvl1pPr>
          </a:lstStyle>
          <a:p>
            <a:r>
              <a:rPr lang="id-ID" dirty="0" smtClean="0"/>
              <a:t>Img</a:t>
            </a:r>
            <a:endParaRPr lang="en-AU" dirty="0"/>
          </a:p>
        </p:txBody>
      </p:sp>
      <p:sp>
        <p:nvSpPr>
          <p:cNvPr id="30" name="Rectangle 29"/>
          <p:cNvSpPr/>
          <p:nvPr userDrawn="1"/>
        </p:nvSpPr>
        <p:spPr>
          <a:xfrm>
            <a:off x="3049966" y="1732353"/>
            <a:ext cx="3078994" cy="221985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Picture Placeholder 6"/>
          <p:cNvSpPr>
            <a:spLocks noGrp="1"/>
          </p:cNvSpPr>
          <p:nvPr>
            <p:ph type="pic" sz="quarter" idx="15" hasCustomPrompt="1"/>
          </p:nvPr>
        </p:nvSpPr>
        <p:spPr>
          <a:xfrm>
            <a:off x="6128960" y="1738566"/>
            <a:ext cx="3049966" cy="2213642"/>
          </a:xfrm>
          <a:solidFill>
            <a:schemeClr val="bg1">
              <a:lumMod val="95000"/>
            </a:schemeClr>
          </a:solidFill>
        </p:spPr>
        <p:txBody>
          <a:bodyPr/>
          <a:lstStyle>
            <a:lvl1pPr>
              <a:defRPr/>
            </a:lvl1pPr>
          </a:lstStyle>
          <a:p>
            <a:r>
              <a:rPr lang="id-ID" dirty="0" smtClean="0"/>
              <a:t>Img</a:t>
            </a:r>
            <a:endParaRPr lang="en-AU" dirty="0"/>
          </a:p>
        </p:txBody>
      </p:sp>
      <p:sp>
        <p:nvSpPr>
          <p:cNvPr id="32" name="Rectangle 31"/>
          <p:cNvSpPr/>
          <p:nvPr userDrawn="1"/>
        </p:nvSpPr>
        <p:spPr>
          <a:xfrm>
            <a:off x="6128960" y="3952208"/>
            <a:ext cx="3049966" cy="221985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Picture Placeholder 6"/>
          <p:cNvSpPr>
            <a:spLocks noGrp="1"/>
          </p:cNvSpPr>
          <p:nvPr>
            <p:ph type="pic" sz="quarter" idx="16" hasCustomPrompt="1"/>
          </p:nvPr>
        </p:nvSpPr>
        <p:spPr>
          <a:xfrm>
            <a:off x="9178926" y="3941990"/>
            <a:ext cx="3078994" cy="2217647"/>
          </a:xfrm>
          <a:solidFill>
            <a:schemeClr val="bg1">
              <a:lumMod val="95000"/>
            </a:schemeClr>
          </a:solidFill>
        </p:spPr>
        <p:txBody>
          <a:bodyPr/>
          <a:lstStyle>
            <a:lvl1pPr>
              <a:defRPr/>
            </a:lvl1pPr>
          </a:lstStyle>
          <a:p>
            <a:r>
              <a:rPr lang="id-ID" dirty="0" smtClean="0"/>
              <a:t>Img</a:t>
            </a:r>
            <a:endParaRPr lang="en-AU" dirty="0"/>
          </a:p>
        </p:txBody>
      </p:sp>
      <p:sp>
        <p:nvSpPr>
          <p:cNvPr id="34" name="Rectangle 33"/>
          <p:cNvSpPr/>
          <p:nvPr userDrawn="1"/>
        </p:nvSpPr>
        <p:spPr>
          <a:xfrm>
            <a:off x="9178926" y="1732353"/>
            <a:ext cx="3078994" cy="221985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Text Placeholder 10"/>
          <p:cNvSpPr>
            <a:spLocks noGrp="1"/>
          </p:cNvSpPr>
          <p:nvPr>
            <p:ph type="body" sz="quarter" idx="27" hasCustomPrompt="1"/>
          </p:nvPr>
        </p:nvSpPr>
        <p:spPr>
          <a:xfrm>
            <a:off x="482080" y="4287622"/>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6" name="Text Placeholder 10"/>
          <p:cNvSpPr>
            <a:spLocks noGrp="1"/>
          </p:cNvSpPr>
          <p:nvPr>
            <p:ph type="body" sz="quarter" idx="28" hasCustomPrompt="1"/>
          </p:nvPr>
        </p:nvSpPr>
        <p:spPr>
          <a:xfrm>
            <a:off x="482080" y="4624507"/>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37" name="Text Placeholder 10"/>
          <p:cNvSpPr>
            <a:spLocks noGrp="1"/>
          </p:cNvSpPr>
          <p:nvPr>
            <p:ph type="body" sz="quarter" idx="29" hasCustomPrompt="1"/>
          </p:nvPr>
        </p:nvSpPr>
        <p:spPr>
          <a:xfrm>
            <a:off x="3452654" y="2109863"/>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8" name="Text Placeholder 10"/>
          <p:cNvSpPr>
            <a:spLocks noGrp="1"/>
          </p:cNvSpPr>
          <p:nvPr>
            <p:ph type="body" sz="quarter" idx="30" hasCustomPrompt="1"/>
          </p:nvPr>
        </p:nvSpPr>
        <p:spPr>
          <a:xfrm>
            <a:off x="3452654" y="2446748"/>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39" name="Text Placeholder 10"/>
          <p:cNvSpPr>
            <a:spLocks noGrp="1"/>
          </p:cNvSpPr>
          <p:nvPr>
            <p:ph type="body" sz="quarter" idx="31" hasCustomPrompt="1"/>
          </p:nvPr>
        </p:nvSpPr>
        <p:spPr>
          <a:xfrm>
            <a:off x="6531648" y="4323504"/>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40" name="Text Placeholder 10"/>
          <p:cNvSpPr>
            <a:spLocks noGrp="1"/>
          </p:cNvSpPr>
          <p:nvPr>
            <p:ph type="body" sz="quarter" idx="32" hasCustomPrompt="1"/>
          </p:nvPr>
        </p:nvSpPr>
        <p:spPr>
          <a:xfrm>
            <a:off x="6531648" y="4660389"/>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41" name="Text Placeholder 10"/>
          <p:cNvSpPr>
            <a:spLocks noGrp="1"/>
          </p:cNvSpPr>
          <p:nvPr>
            <p:ph type="body" sz="quarter" idx="33" hasCustomPrompt="1"/>
          </p:nvPr>
        </p:nvSpPr>
        <p:spPr>
          <a:xfrm>
            <a:off x="9610642" y="2109863"/>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42" name="Text Placeholder 10"/>
          <p:cNvSpPr>
            <a:spLocks noGrp="1"/>
          </p:cNvSpPr>
          <p:nvPr>
            <p:ph type="body" sz="quarter" idx="34" hasCustomPrompt="1"/>
          </p:nvPr>
        </p:nvSpPr>
        <p:spPr>
          <a:xfrm>
            <a:off x="9610642" y="2446748"/>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Tree>
    <p:extLst>
      <p:ext uri="{BB962C8B-B14F-4D97-AF65-F5344CB8AC3E}">
        <p14:creationId xmlns:p14="http://schemas.microsoft.com/office/powerpoint/2010/main" val="59564159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par>
                                <p:cTn id="18" presetID="22" presetClass="entr" presetSubtype="1" fill="hold" grpId="0" nodeType="with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wipe(up)">
                                      <p:cBhvr>
                                        <p:cTn id="20" dur="500"/>
                                        <p:tgtEl>
                                          <p:spTgt spid="13"/>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animEffect transition="in" filter="fade">
                                      <p:cBhvr>
                                        <p:cTn id="23" dur="500"/>
                                        <p:tgtEl>
                                          <p:spTgt spid="35">
                                            <p:txEl>
                                              <p:pRg st="0" end="0"/>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6">
                                            <p:txEl>
                                              <p:pRg st="0" end="0"/>
                                            </p:txEl>
                                          </p:spTgt>
                                        </p:tgtEl>
                                        <p:attrNameLst>
                                          <p:attrName>style.visibility</p:attrName>
                                        </p:attrNameLst>
                                      </p:cBhvr>
                                      <p:to>
                                        <p:strVal val="visible"/>
                                      </p:to>
                                    </p:set>
                                    <p:animEffect transition="in" filter="fade">
                                      <p:cBhvr>
                                        <p:cTn id="26" dur="500"/>
                                        <p:tgtEl>
                                          <p:spTgt spid="36">
                                            <p:txEl>
                                              <p:pRg st="0" end="0"/>
                                            </p:txEl>
                                          </p:spTgt>
                                        </p:tgtEl>
                                      </p:cBhvr>
                                    </p:animEffect>
                                  </p:childTnLst>
                                </p:cTn>
                              </p:par>
                            </p:childTnLst>
                          </p:cTn>
                        </p:par>
                        <p:par>
                          <p:cTn id="27" fill="hold">
                            <p:stCondLst>
                              <p:cond delay="1500"/>
                            </p:stCondLst>
                            <p:childTnLst>
                              <p:par>
                                <p:cTn id="28" presetID="53" presetClass="entr" presetSubtype="16" fill="hold" grpId="0" nodeType="afterEffect">
                                  <p:stCondLst>
                                    <p:cond delay="0"/>
                                  </p:stCondLst>
                                  <p:childTnLst>
                                    <p:set>
                                      <p:cBhvr>
                                        <p:cTn id="29" dur="1" fill="hold">
                                          <p:stCondLst>
                                            <p:cond delay="0"/>
                                          </p:stCondLst>
                                        </p:cTn>
                                        <p:tgtEl>
                                          <p:spTgt spid="29"/>
                                        </p:tgtEl>
                                        <p:attrNameLst>
                                          <p:attrName>style.visibility</p:attrName>
                                        </p:attrNameLst>
                                      </p:cBhvr>
                                      <p:to>
                                        <p:strVal val="visible"/>
                                      </p:to>
                                    </p:set>
                                    <p:anim calcmode="lin" valueType="num">
                                      <p:cBhvr>
                                        <p:cTn id="30" dur="500" fill="hold"/>
                                        <p:tgtEl>
                                          <p:spTgt spid="29"/>
                                        </p:tgtEl>
                                        <p:attrNameLst>
                                          <p:attrName>ppt_w</p:attrName>
                                        </p:attrNameLst>
                                      </p:cBhvr>
                                      <p:tavLst>
                                        <p:tav tm="0">
                                          <p:val>
                                            <p:fltVal val="0"/>
                                          </p:val>
                                        </p:tav>
                                        <p:tav tm="100000">
                                          <p:val>
                                            <p:strVal val="#ppt_w"/>
                                          </p:val>
                                        </p:tav>
                                      </p:tavLst>
                                    </p:anim>
                                    <p:anim calcmode="lin" valueType="num">
                                      <p:cBhvr>
                                        <p:cTn id="31" dur="500" fill="hold"/>
                                        <p:tgtEl>
                                          <p:spTgt spid="29"/>
                                        </p:tgtEl>
                                        <p:attrNameLst>
                                          <p:attrName>ppt_h</p:attrName>
                                        </p:attrNameLst>
                                      </p:cBhvr>
                                      <p:tavLst>
                                        <p:tav tm="0">
                                          <p:val>
                                            <p:fltVal val="0"/>
                                          </p:val>
                                        </p:tav>
                                        <p:tav tm="100000">
                                          <p:val>
                                            <p:strVal val="#ppt_h"/>
                                          </p:val>
                                        </p:tav>
                                      </p:tavLst>
                                    </p:anim>
                                    <p:animEffect transition="in" filter="fade">
                                      <p:cBhvr>
                                        <p:cTn id="32" dur="500"/>
                                        <p:tgtEl>
                                          <p:spTgt spid="29"/>
                                        </p:tgtEl>
                                      </p:cBhvr>
                                    </p:animEffect>
                                  </p:childTnLst>
                                </p:cTn>
                              </p:par>
                              <p:par>
                                <p:cTn id="33" presetID="22" presetClass="entr" presetSubtype="4"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wipe(down)">
                                      <p:cBhvr>
                                        <p:cTn id="35" dur="500"/>
                                        <p:tgtEl>
                                          <p:spTgt spid="3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7">
                                            <p:txEl>
                                              <p:pRg st="0" end="0"/>
                                            </p:txEl>
                                          </p:spTgt>
                                        </p:tgtEl>
                                        <p:attrNameLst>
                                          <p:attrName>style.visibility</p:attrName>
                                        </p:attrNameLst>
                                      </p:cBhvr>
                                      <p:to>
                                        <p:strVal val="visible"/>
                                      </p:to>
                                    </p:set>
                                    <p:animEffect transition="in" filter="fade">
                                      <p:cBhvr>
                                        <p:cTn id="38" dur="500"/>
                                        <p:tgtEl>
                                          <p:spTgt spid="37">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8">
                                            <p:txEl>
                                              <p:pRg st="0" end="0"/>
                                            </p:txEl>
                                          </p:spTgt>
                                        </p:tgtEl>
                                        <p:attrNameLst>
                                          <p:attrName>style.visibility</p:attrName>
                                        </p:attrNameLst>
                                      </p:cBhvr>
                                      <p:to>
                                        <p:strVal val="visible"/>
                                      </p:to>
                                    </p:set>
                                    <p:animEffect transition="in" filter="fade">
                                      <p:cBhvr>
                                        <p:cTn id="41" dur="500"/>
                                        <p:tgtEl>
                                          <p:spTgt spid="38">
                                            <p:txEl>
                                              <p:pRg st="0" end="0"/>
                                            </p:txEl>
                                          </p:spTgt>
                                        </p:tgtEl>
                                      </p:cBhvr>
                                    </p:animEffect>
                                  </p:childTnLst>
                                </p:cTn>
                              </p:par>
                            </p:childTnLst>
                          </p:cTn>
                        </p:par>
                        <p:par>
                          <p:cTn id="42" fill="hold">
                            <p:stCondLst>
                              <p:cond delay="2000"/>
                            </p:stCondLst>
                            <p:childTnLst>
                              <p:par>
                                <p:cTn id="43" presetID="53" presetClass="entr" presetSubtype="16" fill="hold" grpId="0" nodeType="afterEffect">
                                  <p:stCondLst>
                                    <p:cond delay="0"/>
                                  </p:stCondLst>
                                  <p:childTnLst>
                                    <p:set>
                                      <p:cBhvr>
                                        <p:cTn id="44" dur="1" fill="hold">
                                          <p:stCondLst>
                                            <p:cond delay="0"/>
                                          </p:stCondLst>
                                        </p:cTn>
                                        <p:tgtEl>
                                          <p:spTgt spid="31"/>
                                        </p:tgtEl>
                                        <p:attrNameLst>
                                          <p:attrName>style.visibility</p:attrName>
                                        </p:attrNameLst>
                                      </p:cBhvr>
                                      <p:to>
                                        <p:strVal val="visible"/>
                                      </p:to>
                                    </p:set>
                                    <p:anim calcmode="lin" valueType="num">
                                      <p:cBhvr>
                                        <p:cTn id="45" dur="500" fill="hold"/>
                                        <p:tgtEl>
                                          <p:spTgt spid="31"/>
                                        </p:tgtEl>
                                        <p:attrNameLst>
                                          <p:attrName>ppt_w</p:attrName>
                                        </p:attrNameLst>
                                      </p:cBhvr>
                                      <p:tavLst>
                                        <p:tav tm="0">
                                          <p:val>
                                            <p:fltVal val="0"/>
                                          </p:val>
                                        </p:tav>
                                        <p:tav tm="100000">
                                          <p:val>
                                            <p:strVal val="#ppt_w"/>
                                          </p:val>
                                        </p:tav>
                                      </p:tavLst>
                                    </p:anim>
                                    <p:anim calcmode="lin" valueType="num">
                                      <p:cBhvr>
                                        <p:cTn id="46" dur="500" fill="hold"/>
                                        <p:tgtEl>
                                          <p:spTgt spid="31"/>
                                        </p:tgtEl>
                                        <p:attrNameLst>
                                          <p:attrName>ppt_h</p:attrName>
                                        </p:attrNameLst>
                                      </p:cBhvr>
                                      <p:tavLst>
                                        <p:tav tm="0">
                                          <p:val>
                                            <p:fltVal val="0"/>
                                          </p:val>
                                        </p:tav>
                                        <p:tav tm="100000">
                                          <p:val>
                                            <p:strVal val="#ppt_h"/>
                                          </p:val>
                                        </p:tav>
                                      </p:tavLst>
                                    </p:anim>
                                    <p:animEffect transition="in" filter="fade">
                                      <p:cBhvr>
                                        <p:cTn id="47" dur="500"/>
                                        <p:tgtEl>
                                          <p:spTgt spid="31"/>
                                        </p:tgtEl>
                                      </p:cBhvr>
                                    </p:animEffect>
                                  </p:childTnLst>
                                </p:cTn>
                              </p:par>
                              <p:par>
                                <p:cTn id="48" presetID="22" presetClass="entr" presetSubtype="1" fill="hold" grpId="0" nodeType="with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wipe(up)">
                                      <p:cBhvr>
                                        <p:cTn id="50" dur="500"/>
                                        <p:tgtEl>
                                          <p:spTgt spid="32"/>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9">
                                            <p:txEl>
                                              <p:pRg st="0" end="0"/>
                                            </p:txEl>
                                          </p:spTgt>
                                        </p:tgtEl>
                                        <p:attrNameLst>
                                          <p:attrName>style.visibility</p:attrName>
                                        </p:attrNameLst>
                                      </p:cBhvr>
                                      <p:to>
                                        <p:strVal val="visible"/>
                                      </p:to>
                                    </p:set>
                                    <p:animEffect transition="in" filter="fade">
                                      <p:cBhvr>
                                        <p:cTn id="53" dur="500"/>
                                        <p:tgtEl>
                                          <p:spTgt spid="39">
                                            <p:txEl>
                                              <p:pRg st="0" end="0"/>
                                            </p:txEl>
                                          </p:spTgt>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0">
                                            <p:txEl>
                                              <p:pRg st="0" end="0"/>
                                            </p:txEl>
                                          </p:spTgt>
                                        </p:tgtEl>
                                        <p:attrNameLst>
                                          <p:attrName>style.visibility</p:attrName>
                                        </p:attrNameLst>
                                      </p:cBhvr>
                                      <p:to>
                                        <p:strVal val="visible"/>
                                      </p:to>
                                    </p:set>
                                    <p:animEffect transition="in" filter="fade">
                                      <p:cBhvr>
                                        <p:cTn id="56" dur="500"/>
                                        <p:tgtEl>
                                          <p:spTgt spid="40">
                                            <p:txEl>
                                              <p:pRg st="0" end="0"/>
                                            </p:txEl>
                                          </p:spTgt>
                                        </p:tgtEl>
                                      </p:cBhvr>
                                    </p:animEffect>
                                  </p:childTnLst>
                                </p:cTn>
                              </p:par>
                            </p:childTnLst>
                          </p:cTn>
                        </p:par>
                        <p:par>
                          <p:cTn id="57" fill="hold">
                            <p:stCondLst>
                              <p:cond delay="2500"/>
                            </p:stCondLst>
                            <p:childTnLst>
                              <p:par>
                                <p:cTn id="58" presetID="53" presetClass="entr" presetSubtype="16" fill="hold" grpId="0" nodeType="afterEffect">
                                  <p:stCondLst>
                                    <p:cond delay="0"/>
                                  </p:stCondLst>
                                  <p:childTnLst>
                                    <p:set>
                                      <p:cBhvr>
                                        <p:cTn id="59" dur="1" fill="hold">
                                          <p:stCondLst>
                                            <p:cond delay="0"/>
                                          </p:stCondLst>
                                        </p:cTn>
                                        <p:tgtEl>
                                          <p:spTgt spid="33"/>
                                        </p:tgtEl>
                                        <p:attrNameLst>
                                          <p:attrName>style.visibility</p:attrName>
                                        </p:attrNameLst>
                                      </p:cBhvr>
                                      <p:to>
                                        <p:strVal val="visible"/>
                                      </p:to>
                                    </p:set>
                                    <p:anim calcmode="lin" valueType="num">
                                      <p:cBhvr>
                                        <p:cTn id="60" dur="500" fill="hold"/>
                                        <p:tgtEl>
                                          <p:spTgt spid="33"/>
                                        </p:tgtEl>
                                        <p:attrNameLst>
                                          <p:attrName>ppt_w</p:attrName>
                                        </p:attrNameLst>
                                      </p:cBhvr>
                                      <p:tavLst>
                                        <p:tav tm="0">
                                          <p:val>
                                            <p:fltVal val="0"/>
                                          </p:val>
                                        </p:tav>
                                        <p:tav tm="100000">
                                          <p:val>
                                            <p:strVal val="#ppt_w"/>
                                          </p:val>
                                        </p:tav>
                                      </p:tavLst>
                                    </p:anim>
                                    <p:anim calcmode="lin" valueType="num">
                                      <p:cBhvr>
                                        <p:cTn id="61" dur="500" fill="hold"/>
                                        <p:tgtEl>
                                          <p:spTgt spid="33"/>
                                        </p:tgtEl>
                                        <p:attrNameLst>
                                          <p:attrName>ppt_h</p:attrName>
                                        </p:attrNameLst>
                                      </p:cBhvr>
                                      <p:tavLst>
                                        <p:tav tm="0">
                                          <p:val>
                                            <p:fltVal val="0"/>
                                          </p:val>
                                        </p:tav>
                                        <p:tav tm="100000">
                                          <p:val>
                                            <p:strVal val="#ppt_h"/>
                                          </p:val>
                                        </p:tav>
                                      </p:tavLst>
                                    </p:anim>
                                    <p:animEffect transition="in" filter="fade">
                                      <p:cBhvr>
                                        <p:cTn id="62" dur="500"/>
                                        <p:tgtEl>
                                          <p:spTgt spid="33"/>
                                        </p:tgtEl>
                                      </p:cBhvr>
                                    </p:animEffect>
                                  </p:childTnLst>
                                </p:cTn>
                              </p:par>
                              <p:par>
                                <p:cTn id="63" presetID="22" presetClass="entr" presetSubtype="4" fill="hold" grpId="0" nodeType="withEffect">
                                  <p:stCondLst>
                                    <p:cond delay="0"/>
                                  </p:stCondLst>
                                  <p:childTnLst>
                                    <p:set>
                                      <p:cBhvr>
                                        <p:cTn id="64" dur="1" fill="hold">
                                          <p:stCondLst>
                                            <p:cond delay="0"/>
                                          </p:stCondLst>
                                        </p:cTn>
                                        <p:tgtEl>
                                          <p:spTgt spid="34"/>
                                        </p:tgtEl>
                                        <p:attrNameLst>
                                          <p:attrName>style.visibility</p:attrName>
                                        </p:attrNameLst>
                                      </p:cBhvr>
                                      <p:to>
                                        <p:strVal val="visible"/>
                                      </p:to>
                                    </p:set>
                                    <p:animEffect transition="in" filter="wipe(down)">
                                      <p:cBhvr>
                                        <p:cTn id="65" dur="500"/>
                                        <p:tgtEl>
                                          <p:spTgt spid="34"/>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1">
                                            <p:txEl>
                                              <p:pRg st="0" end="0"/>
                                            </p:txEl>
                                          </p:spTgt>
                                        </p:tgtEl>
                                        <p:attrNameLst>
                                          <p:attrName>style.visibility</p:attrName>
                                        </p:attrNameLst>
                                      </p:cBhvr>
                                      <p:to>
                                        <p:strVal val="visible"/>
                                      </p:to>
                                    </p:set>
                                    <p:animEffect transition="in" filter="fade">
                                      <p:cBhvr>
                                        <p:cTn id="68" dur="500"/>
                                        <p:tgtEl>
                                          <p:spTgt spid="41">
                                            <p:txEl>
                                              <p:pRg st="0" end="0"/>
                                            </p:txEl>
                                          </p:spTgt>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42">
                                            <p:txEl>
                                              <p:pRg st="0" end="0"/>
                                            </p:txEl>
                                          </p:spTgt>
                                        </p:tgtEl>
                                        <p:attrNameLst>
                                          <p:attrName>style.visibility</p:attrName>
                                        </p:attrNameLst>
                                      </p:cBhvr>
                                      <p:to>
                                        <p:strVal val="visible"/>
                                      </p:to>
                                    </p:set>
                                    <p:animEffect transition="in" filter="fade">
                                      <p:cBhvr>
                                        <p:cTn id="71" dur="500"/>
                                        <p:tgtEl>
                                          <p:spTgt spid="4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13" grpId="0" animBg="1"/>
      <p:bldP spid="29" grpId="0" animBg="1"/>
      <p:bldP spid="30" grpId="0" animBg="1"/>
      <p:bldP spid="31" grpId="0" animBg="1"/>
      <p:bldP spid="32" grpId="0" animBg="1"/>
      <p:bldP spid="33" grpId="0" animBg="1"/>
      <p:bldP spid="34" grpId="0" animBg="1"/>
      <p:bldP spid="35" grpId="0" build="p">
        <p:tmplLst>
          <p:tmpl lvl="1">
            <p:tnLst>
              <p:par>
                <p:cTn presetID="10" presetClass="entr" presetSubtype="0" fill="hold" nodeType="with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childTnLst>
                </p:cTn>
              </p:par>
            </p:tnLst>
          </p:tmpl>
        </p:tmplLst>
      </p:bldP>
      <p:bldP spid="36" grpId="0" build="p">
        <p:tmplLst>
          <p:tmpl lvl="1">
            <p:tnLst>
              <p:par>
                <p:cTn presetID="10" presetClass="entr" presetSubtype="0" fill="hold" nodeType="with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7" grpId="0" build="p">
        <p:tmplLst>
          <p:tmpl lvl="1">
            <p:tnLst>
              <p:par>
                <p:cTn presetID="10"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8" grpId="0" build="p">
        <p:tmplLst>
          <p:tmpl lvl="1">
            <p:tnLst>
              <p:par>
                <p:cTn presetID="10"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39" grpId="0" build="p">
        <p:tmplLst>
          <p:tmpl lvl="1">
            <p:tnLst>
              <p:par>
                <p:cTn presetID="10"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0" grpId="0" build="p">
        <p:tmplLst>
          <p:tmpl lvl="1">
            <p:tnLst>
              <p:par>
                <p:cTn presetID="10"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build="p">
        <p:tmplLst>
          <p:tmpl lvl="1">
            <p:tnLst>
              <p:par>
                <p:cTn presetID="10"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42" grpId="0" build="p">
        <p:tmplLst>
          <p:tmpl lvl="1">
            <p:tnLst>
              <p:par>
                <p:cTn presetID="10"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Lst>
  </p:timing>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25" name="Rectangle 24"/>
          <p:cNvSpPr/>
          <p:nvPr/>
        </p:nvSpPr>
        <p:spPr>
          <a:xfrm>
            <a:off x="750415" y="4140551"/>
            <a:ext cx="2438400" cy="1556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28" name="Rectangle 27"/>
          <p:cNvSpPr/>
          <p:nvPr/>
        </p:nvSpPr>
        <p:spPr>
          <a:xfrm>
            <a:off x="3513935" y="4140551"/>
            <a:ext cx="2438400" cy="15569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45" name="Rectangle 44"/>
          <p:cNvSpPr/>
          <p:nvPr/>
        </p:nvSpPr>
        <p:spPr>
          <a:xfrm>
            <a:off x="6252376" y="4140551"/>
            <a:ext cx="2438400" cy="15569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48" name="Rectangle 47"/>
          <p:cNvSpPr/>
          <p:nvPr/>
        </p:nvSpPr>
        <p:spPr>
          <a:xfrm>
            <a:off x="9015896" y="4138659"/>
            <a:ext cx="2438400" cy="15569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49" name="Picture Placeholder 48"/>
          <p:cNvSpPr>
            <a:spLocks noGrp="1"/>
          </p:cNvSpPr>
          <p:nvPr>
            <p:ph type="pic" sz="quarter" idx="13"/>
          </p:nvPr>
        </p:nvSpPr>
        <p:spPr>
          <a:xfrm>
            <a:off x="750414" y="1953469"/>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0" name="Picture Placeholder 49"/>
          <p:cNvSpPr>
            <a:spLocks noGrp="1"/>
          </p:cNvSpPr>
          <p:nvPr>
            <p:ph type="pic" sz="quarter" idx="14"/>
          </p:nvPr>
        </p:nvSpPr>
        <p:spPr>
          <a:xfrm>
            <a:off x="3513934" y="1953469"/>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1" name="Picture Placeholder 50"/>
          <p:cNvSpPr>
            <a:spLocks noGrp="1"/>
          </p:cNvSpPr>
          <p:nvPr>
            <p:ph type="pic" sz="quarter" idx="15"/>
          </p:nvPr>
        </p:nvSpPr>
        <p:spPr>
          <a:xfrm>
            <a:off x="6252376" y="1953469"/>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2" name="Picture Placeholder 51"/>
          <p:cNvSpPr>
            <a:spLocks noGrp="1"/>
          </p:cNvSpPr>
          <p:nvPr>
            <p:ph type="pic" sz="quarter" idx="16"/>
          </p:nvPr>
        </p:nvSpPr>
        <p:spPr>
          <a:xfrm>
            <a:off x="9015896" y="1955361"/>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3" name="Text Placeholder 10"/>
          <p:cNvSpPr>
            <a:spLocks noGrp="1"/>
          </p:cNvSpPr>
          <p:nvPr>
            <p:ph type="body" sz="quarter" idx="17" hasCustomPrompt="1"/>
          </p:nvPr>
        </p:nvSpPr>
        <p:spPr>
          <a:xfrm>
            <a:off x="750413"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4" name="Text Placeholder 10"/>
          <p:cNvSpPr>
            <a:spLocks noGrp="1"/>
          </p:cNvSpPr>
          <p:nvPr>
            <p:ph type="body" sz="quarter" idx="18" hasCustomPrompt="1"/>
          </p:nvPr>
        </p:nvSpPr>
        <p:spPr>
          <a:xfrm>
            <a:off x="750414"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55" name="Text Placeholder 10"/>
          <p:cNvSpPr>
            <a:spLocks noGrp="1"/>
          </p:cNvSpPr>
          <p:nvPr>
            <p:ph type="body" sz="quarter" idx="19" hasCustomPrompt="1"/>
          </p:nvPr>
        </p:nvSpPr>
        <p:spPr>
          <a:xfrm>
            <a:off x="3513934"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6" name="Text Placeholder 10"/>
          <p:cNvSpPr>
            <a:spLocks noGrp="1"/>
          </p:cNvSpPr>
          <p:nvPr>
            <p:ph type="body" sz="quarter" idx="20" hasCustomPrompt="1"/>
          </p:nvPr>
        </p:nvSpPr>
        <p:spPr>
          <a:xfrm>
            <a:off x="3513935"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57" name="Text Placeholder 10"/>
          <p:cNvSpPr>
            <a:spLocks noGrp="1"/>
          </p:cNvSpPr>
          <p:nvPr>
            <p:ph type="body" sz="quarter" idx="21" hasCustomPrompt="1"/>
          </p:nvPr>
        </p:nvSpPr>
        <p:spPr>
          <a:xfrm>
            <a:off x="6277455"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8" name="Text Placeholder 10"/>
          <p:cNvSpPr>
            <a:spLocks noGrp="1"/>
          </p:cNvSpPr>
          <p:nvPr>
            <p:ph type="body" sz="quarter" idx="22" hasCustomPrompt="1"/>
          </p:nvPr>
        </p:nvSpPr>
        <p:spPr>
          <a:xfrm>
            <a:off x="6277456"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59" name="Text Placeholder 10"/>
          <p:cNvSpPr>
            <a:spLocks noGrp="1"/>
          </p:cNvSpPr>
          <p:nvPr>
            <p:ph type="body" sz="quarter" idx="23" hasCustomPrompt="1"/>
          </p:nvPr>
        </p:nvSpPr>
        <p:spPr>
          <a:xfrm>
            <a:off x="9015895"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60" name="Text Placeholder 10"/>
          <p:cNvSpPr>
            <a:spLocks noGrp="1"/>
          </p:cNvSpPr>
          <p:nvPr>
            <p:ph type="body" sz="quarter" idx="24" hasCustomPrompt="1"/>
          </p:nvPr>
        </p:nvSpPr>
        <p:spPr>
          <a:xfrm>
            <a:off x="9015896"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276735672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fade">
                                      <p:cBhvr>
                                        <p:cTn id="15" dur="500"/>
                                        <p:tgtEl>
                                          <p:spTgt spid="4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fade">
                                      <p:cBhvr>
                                        <p:cTn id="18" dur="500"/>
                                        <p:tgtEl>
                                          <p:spTgt spid="25"/>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53">
                                            <p:txEl>
                                              <p:pRg st="0" end="0"/>
                                            </p:txEl>
                                          </p:spTgt>
                                        </p:tgtEl>
                                        <p:attrNameLst>
                                          <p:attrName>style.visibility</p:attrName>
                                        </p:attrNameLst>
                                      </p:cBhvr>
                                      <p:to>
                                        <p:strVal val="visible"/>
                                      </p:to>
                                    </p:set>
                                    <p:animEffect transition="in" filter="fade">
                                      <p:cBhvr>
                                        <p:cTn id="22" dur="500"/>
                                        <p:tgtEl>
                                          <p:spTgt spid="53">
                                            <p:txEl>
                                              <p:pRg st="0" end="0"/>
                                            </p:txEl>
                                          </p:spTgt>
                                        </p:tgtEl>
                                      </p:cBhvr>
                                    </p:animEffect>
                                  </p:childTnLst>
                                </p:cTn>
                              </p:par>
                              <p:par>
                                <p:cTn id="23" presetID="42" presetClass="entr" presetSubtype="0" fill="hold" grpId="0" nodeType="withEffect">
                                  <p:stCondLst>
                                    <p:cond delay="0"/>
                                  </p:stCondLst>
                                  <p:childTnLst>
                                    <p:set>
                                      <p:cBhvr>
                                        <p:cTn id="24" dur="1" fill="hold">
                                          <p:stCondLst>
                                            <p:cond delay="0"/>
                                          </p:stCondLst>
                                        </p:cTn>
                                        <p:tgtEl>
                                          <p:spTgt spid="54">
                                            <p:txEl>
                                              <p:pRg st="0" end="0"/>
                                            </p:txEl>
                                          </p:spTgt>
                                        </p:tgtEl>
                                        <p:attrNameLst>
                                          <p:attrName>style.visibility</p:attrName>
                                        </p:attrNameLst>
                                      </p:cBhvr>
                                      <p:to>
                                        <p:strVal val="visible"/>
                                      </p:to>
                                    </p:set>
                                    <p:animEffect transition="in" filter="fade">
                                      <p:cBhvr>
                                        <p:cTn id="25" dur="500"/>
                                        <p:tgtEl>
                                          <p:spTgt spid="54">
                                            <p:txEl>
                                              <p:pRg st="0" end="0"/>
                                            </p:txEl>
                                          </p:spTgt>
                                        </p:tgtEl>
                                      </p:cBhvr>
                                    </p:animEffect>
                                    <p:anim calcmode="lin" valueType="num">
                                      <p:cBhvr>
                                        <p:cTn id="26" dur="500" fill="hold"/>
                                        <p:tgtEl>
                                          <p:spTgt spid="54">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54">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50"/>
                                        </p:tgtEl>
                                        <p:attrNameLst>
                                          <p:attrName>style.visibility</p:attrName>
                                        </p:attrNameLst>
                                      </p:cBhvr>
                                      <p:to>
                                        <p:strVal val="visible"/>
                                      </p:to>
                                    </p:set>
                                    <p:animEffect transition="in" filter="fade">
                                      <p:cBhvr>
                                        <p:cTn id="31" dur="500"/>
                                        <p:tgtEl>
                                          <p:spTgt spid="5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fade">
                                      <p:cBhvr>
                                        <p:cTn id="34" dur="500"/>
                                        <p:tgtEl>
                                          <p:spTgt spid="28"/>
                                        </p:tgtEl>
                                      </p:cBhvr>
                                    </p:animEffect>
                                  </p:childTnLst>
                                </p:cTn>
                              </p:par>
                            </p:childTnLst>
                          </p:cTn>
                        </p:par>
                        <p:par>
                          <p:cTn id="35" fill="hold">
                            <p:stCondLst>
                              <p:cond delay="2500"/>
                            </p:stCondLst>
                            <p:childTnLst>
                              <p:par>
                                <p:cTn id="36" presetID="10" presetClass="entr" presetSubtype="0" fill="hold" grpId="0" nodeType="afterEffect">
                                  <p:stCondLst>
                                    <p:cond delay="0"/>
                                  </p:stCondLst>
                                  <p:childTnLst>
                                    <p:set>
                                      <p:cBhvr>
                                        <p:cTn id="37" dur="1" fill="hold">
                                          <p:stCondLst>
                                            <p:cond delay="0"/>
                                          </p:stCondLst>
                                        </p:cTn>
                                        <p:tgtEl>
                                          <p:spTgt spid="55">
                                            <p:txEl>
                                              <p:pRg st="0" end="0"/>
                                            </p:txEl>
                                          </p:spTgt>
                                        </p:tgtEl>
                                        <p:attrNameLst>
                                          <p:attrName>style.visibility</p:attrName>
                                        </p:attrNameLst>
                                      </p:cBhvr>
                                      <p:to>
                                        <p:strVal val="visible"/>
                                      </p:to>
                                    </p:set>
                                    <p:animEffect transition="in" filter="fade">
                                      <p:cBhvr>
                                        <p:cTn id="38" dur="500"/>
                                        <p:tgtEl>
                                          <p:spTgt spid="55">
                                            <p:txEl>
                                              <p:pRg st="0" end="0"/>
                                            </p:txEl>
                                          </p:spTgt>
                                        </p:tgtEl>
                                      </p:cBhvr>
                                    </p:animEffect>
                                  </p:childTnLst>
                                </p:cTn>
                              </p:par>
                              <p:par>
                                <p:cTn id="39" presetID="42" presetClass="entr" presetSubtype="0" fill="hold" grpId="0" nodeType="withEffect">
                                  <p:stCondLst>
                                    <p:cond delay="0"/>
                                  </p:stCondLst>
                                  <p:childTnLst>
                                    <p:set>
                                      <p:cBhvr>
                                        <p:cTn id="40" dur="1" fill="hold">
                                          <p:stCondLst>
                                            <p:cond delay="0"/>
                                          </p:stCondLst>
                                        </p:cTn>
                                        <p:tgtEl>
                                          <p:spTgt spid="56">
                                            <p:txEl>
                                              <p:pRg st="0" end="0"/>
                                            </p:txEl>
                                          </p:spTgt>
                                        </p:tgtEl>
                                        <p:attrNameLst>
                                          <p:attrName>style.visibility</p:attrName>
                                        </p:attrNameLst>
                                      </p:cBhvr>
                                      <p:to>
                                        <p:strVal val="visible"/>
                                      </p:to>
                                    </p:set>
                                    <p:animEffect transition="in" filter="fade">
                                      <p:cBhvr>
                                        <p:cTn id="41" dur="500"/>
                                        <p:tgtEl>
                                          <p:spTgt spid="56">
                                            <p:txEl>
                                              <p:pRg st="0" end="0"/>
                                            </p:txEl>
                                          </p:spTgt>
                                        </p:tgtEl>
                                      </p:cBhvr>
                                    </p:animEffect>
                                    <p:anim calcmode="lin" valueType="num">
                                      <p:cBhvr>
                                        <p:cTn id="42" dur="500" fill="hold"/>
                                        <p:tgtEl>
                                          <p:spTgt spid="5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5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3000"/>
                            </p:stCondLst>
                            <p:childTnLst>
                              <p:par>
                                <p:cTn id="45" presetID="10" presetClass="entr" presetSubtype="0" fill="hold" grpId="0" nodeType="afterEffect">
                                  <p:stCondLst>
                                    <p:cond delay="0"/>
                                  </p:stCondLst>
                                  <p:childTnLst>
                                    <p:set>
                                      <p:cBhvr>
                                        <p:cTn id="46" dur="1" fill="hold">
                                          <p:stCondLst>
                                            <p:cond delay="0"/>
                                          </p:stCondLst>
                                        </p:cTn>
                                        <p:tgtEl>
                                          <p:spTgt spid="51"/>
                                        </p:tgtEl>
                                        <p:attrNameLst>
                                          <p:attrName>style.visibility</p:attrName>
                                        </p:attrNameLst>
                                      </p:cBhvr>
                                      <p:to>
                                        <p:strVal val="visible"/>
                                      </p:to>
                                    </p:set>
                                    <p:animEffect transition="in" filter="fade">
                                      <p:cBhvr>
                                        <p:cTn id="47" dur="500"/>
                                        <p:tgtEl>
                                          <p:spTgt spid="51"/>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5"/>
                                        </p:tgtEl>
                                        <p:attrNameLst>
                                          <p:attrName>style.visibility</p:attrName>
                                        </p:attrNameLst>
                                      </p:cBhvr>
                                      <p:to>
                                        <p:strVal val="visible"/>
                                      </p:to>
                                    </p:set>
                                    <p:animEffect transition="in" filter="fade">
                                      <p:cBhvr>
                                        <p:cTn id="50" dur="500"/>
                                        <p:tgtEl>
                                          <p:spTgt spid="45"/>
                                        </p:tgtEl>
                                      </p:cBhvr>
                                    </p:animEffect>
                                  </p:childTnLst>
                                </p:cTn>
                              </p:par>
                            </p:childTnLst>
                          </p:cTn>
                        </p:par>
                        <p:par>
                          <p:cTn id="51" fill="hold">
                            <p:stCondLst>
                              <p:cond delay="3500"/>
                            </p:stCondLst>
                            <p:childTnLst>
                              <p:par>
                                <p:cTn id="52" presetID="10" presetClass="entr" presetSubtype="0" fill="hold" grpId="0" nodeType="afterEffect">
                                  <p:stCondLst>
                                    <p:cond delay="0"/>
                                  </p:stCondLst>
                                  <p:childTnLst>
                                    <p:set>
                                      <p:cBhvr>
                                        <p:cTn id="53" dur="1" fill="hold">
                                          <p:stCondLst>
                                            <p:cond delay="0"/>
                                          </p:stCondLst>
                                        </p:cTn>
                                        <p:tgtEl>
                                          <p:spTgt spid="57">
                                            <p:txEl>
                                              <p:pRg st="0" end="0"/>
                                            </p:txEl>
                                          </p:spTgt>
                                        </p:tgtEl>
                                        <p:attrNameLst>
                                          <p:attrName>style.visibility</p:attrName>
                                        </p:attrNameLst>
                                      </p:cBhvr>
                                      <p:to>
                                        <p:strVal val="visible"/>
                                      </p:to>
                                    </p:set>
                                    <p:animEffect transition="in" filter="fade">
                                      <p:cBhvr>
                                        <p:cTn id="54" dur="500"/>
                                        <p:tgtEl>
                                          <p:spTgt spid="57">
                                            <p:txEl>
                                              <p:pRg st="0" end="0"/>
                                            </p:txEl>
                                          </p:spTgt>
                                        </p:tgtEl>
                                      </p:cBhvr>
                                    </p:animEffect>
                                  </p:childTnLst>
                                </p:cTn>
                              </p:par>
                              <p:par>
                                <p:cTn id="55" presetID="42" presetClass="entr" presetSubtype="0" fill="hold" grpId="0" nodeType="withEffect">
                                  <p:stCondLst>
                                    <p:cond delay="0"/>
                                  </p:stCondLst>
                                  <p:childTnLst>
                                    <p:set>
                                      <p:cBhvr>
                                        <p:cTn id="56" dur="1" fill="hold">
                                          <p:stCondLst>
                                            <p:cond delay="0"/>
                                          </p:stCondLst>
                                        </p:cTn>
                                        <p:tgtEl>
                                          <p:spTgt spid="58">
                                            <p:txEl>
                                              <p:pRg st="0" end="0"/>
                                            </p:txEl>
                                          </p:spTgt>
                                        </p:tgtEl>
                                        <p:attrNameLst>
                                          <p:attrName>style.visibility</p:attrName>
                                        </p:attrNameLst>
                                      </p:cBhvr>
                                      <p:to>
                                        <p:strVal val="visible"/>
                                      </p:to>
                                    </p:set>
                                    <p:animEffect transition="in" filter="fade">
                                      <p:cBhvr>
                                        <p:cTn id="57" dur="500"/>
                                        <p:tgtEl>
                                          <p:spTgt spid="58">
                                            <p:txEl>
                                              <p:pRg st="0" end="0"/>
                                            </p:txEl>
                                          </p:spTgt>
                                        </p:tgtEl>
                                      </p:cBhvr>
                                    </p:animEffect>
                                    <p:anim calcmode="lin" valueType="num">
                                      <p:cBhvr>
                                        <p:cTn id="58" dur="500" fill="hold"/>
                                        <p:tgtEl>
                                          <p:spTgt spid="58">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58">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4000"/>
                            </p:stCondLst>
                            <p:childTnLst>
                              <p:par>
                                <p:cTn id="61" presetID="10" presetClass="entr" presetSubtype="0" fill="hold" grpId="0" nodeType="afterEffect">
                                  <p:stCondLst>
                                    <p:cond delay="0"/>
                                  </p:stCondLst>
                                  <p:childTnLst>
                                    <p:set>
                                      <p:cBhvr>
                                        <p:cTn id="62" dur="1" fill="hold">
                                          <p:stCondLst>
                                            <p:cond delay="0"/>
                                          </p:stCondLst>
                                        </p:cTn>
                                        <p:tgtEl>
                                          <p:spTgt spid="52"/>
                                        </p:tgtEl>
                                        <p:attrNameLst>
                                          <p:attrName>style.visibility</p:attrName>
                                        </p:attrNameLst>
                                      </p:cBhvr>
                                      <p:to>
                                        <p:strVal val="visible"/>
                                      </p:to>
                                    </p:set>
                                    <p:animEffect transition="in" filter="fade">
                                      <p:cBhvr>
                                        <p:cTn id="63" dur="500"/>
                                        <p:tgtEl>
                                          <p:spTgt spid="52"/>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48"/>
                                        </p:tgtEl>
                                        <p:attrNameLst>
                                          <p:attrName>style.visibility</p:attrName>
                                        </p:attrNameLst>
                                      </p:cBhvr>
                                      <p:to>
                                        <p:strVal val="visible"/>
                                      </p:to>
                                    </p:set>
                                    <p:animEffect transition="in" filter="fade">
                                      <p:cBhvr>
                                        <p:cTn id="66" dur="500"/>
                                        <p:tgtEl>
                                          <p:spTgt spid="48"/>
                                        </p:tgtEl>
                                      </p:cBhvr>
                                    </p:animEffect>
                                  </p:childTnLst>
                                </p:cTn>
                              </p:par>
                            </p:childTnLst>
                          </p:cTn>
                        </p:par>
                        <p:par>
                          <p:cTn id="67" fill="hold">
                            <p:stCondLst>
                              <p:cond delay="4500"/>
                            </p:stCondLst>
                            <p:childTnLst>
                              <p:par>
                                <p:cTn id="68" presetID="10" presetClass="entr" presetSubtype="0" fill="hold" grpId="0" nodeType="afterEffect">
                                  <p:stCondLst>
                                    <p:cond delay="0"/>
                                  </p:stCondLst>
                                  <p:childTnLst>
                                    <p:set>
                                      <p:cBhvr>
                                        <p:cTn id="69" dur="1" fill="hold">
                                          <p:stCondLst>
                                            <p:cond delay="0"/>
                                          </p:stCondLst>
                                        </p:cTn>
                                        <p:tgtEl>
                                          <p:spTgt spid="59">
                                            <p:txEl>
                                              <p:pRg st="0" end="0"/>
                                            </p:txEl>
                                          </p:spTgt>
                                        </p:tgtEl>
                                        <p:attrNameLst>
                                          <p:attrName>style.visibility</p:attrName>
                                        </p:attrNameLst>
                                      </p:cBhvr>
                                      <p:to>
                                        <p:strVal val="visible"/>
                                      </p:to>
                                    </p:set>
                                    <p:animEffect transition="in" filter="fade">
                                      <p:cBhvr>
                                        <p:cTn id="70" dur="500"/>
                                        <p:tgtEl>
                                          <p:spTgt spid="59">
                                            <p:txEl>
                                              <p:pRg st="0" end="0"/>
                                            </p:txEl>
                                          </p:spTgt>
                                        </p:tgtEl>
                                      </p:cBhvr>
                                    </p:animEffect>
                                  </p:childTnLst>
                                </p:cTn>
                              </p:par>
                              <p:par>
                                <p:cTn id="71" presetID="42" presetClass="entr" presetSubtype="0" fill="hold" grpId="0" nodeType="withEffect">
                                  <p:stCondLst>
                                    <p:cond delay="0"/>
                                  </p:stCondLst>
                                  <p:childTnLst>
                                    <p:set>
                                      <p:cBhvr>
                                        <p:cTn id="72" dur="1" fill="hold">
                                          <p:stCondLst>
                                            <p:cond delay="0"/>
                                          </p:stCondLst>
                                        </p:cTn>
                                        <p:tgtEl>
                                          <p:spTgt spid="60">
                                            <p:txEl>
                                              <p:pRg st="0" end="0"/>
                                            </p:txEl>
                                          </p:spTgt>
                                        </p:tgtEl>
                                        <p:attrNameLst>
                                          <p:attrName>style.visibility</p:attrName>
                                        </p:attrNameLst>
                                      </p:cBhvr>
                                      <p:to>
                                        <p:strVal val="visible"/>
                                      </p:to>
                                    </p:set>
                                    <p:animEffect transition="in" filter="fade">
                                      <p:cBhvr>
                                        <p:cTn id="73" dur="500"/>
                                        <p:tgtEl>
                                          <p:spTgt spid="60">
                                            <p:txEl>
                                              <p:pRg st="0" end="0"/>
                                            </p:txEl>
                                          </p:spTgt>
                                        </p:tgtEl>
                                      </p:cBhvr>
                                    </p:animEffect>
                                    <p:anim calcmode="lin" valueType="num">
                                      <p:cBhvr>
                                        <p:cTn id="74" dur="500" fill="hold"/>
                                        <p:tgtEl>
                                          <p:spTgt spid="6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6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25" grpId="0" animBg="1"/>
      <p:bldP spid="28" grpId="0" animBg="1"/>
      <p:bldP spid="45" grpId="0" animBg="1"/>
      <p:bldP spid="48" grpId="0" animBg="1"/>
      <p:bldP spid="49" grpId="0" animBg="1"/>
      <p:bldP spid="50" grpId="0" animBg="1"/>
      <p:bldP spid="51" grpId="0" animBg="1"/>
      <p:bldP spid="52" grpId="0" animBg="1"/>
      <p:bldP spid="53" grpId="0" build="p">
        <p:tmplLst>
          <p:tmpl lvl="1">
            <p:tnLst>
              <p:par>
                <p:cTn presetID="10" presetClass="entr" presetSubtype="0"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4" grpId="0" build="p">
        <p:tmplLst>
          <p:tmpl lvl="1">
            <p:tnLst>
              <p:par>
                <p:cTn presetID="42" presetClass="entr" presetSubtype="0"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fade">
                      <p:cBhvr>
                        <p:cTn dur="500"/>
                        <p:tgtEl>
                          <p:spTgt spid="54"/>
                        </p:tgtEl>
                      </p:cBhvr>
                    </p:animEffect>
                    <p:anim calcmode="lin" valueType="num">
                      <p:cBhvr>
                        <p:cTn dur="500" fill="hold"/>
                        <p:tgtEl>
                          <p:spTgt spid="54"/>
                        </p:tgtEl>
                        <p:attrNameLst>
                          <p:attrName>ppt_x</p:attrName>
                        </p:attrNameLst>
                      </p:cBhvr>
                      <p:tavLst>
                        <p:tav tm="0">
                          <p:val>
                            <p:strVal val="#ppt_x"/>
                          </p:val>
                        </p:tav>
                        <p:tav tm="100000">
                          <p:val>
                            <p:strVal val="#ppt_x"/>
                          </p:val>
                        </p:tav>
                      </p:tavLst>
                    </p:anim>
                    <p:anim calcmode="lin" valueType="num">
                      <p:cBhvr>
                        <p:cTn dur="500" fill="hold"/>
                        <p:tgtEl>
                          <p:spTgt spid="54"/>
                        </p:tgtEl>
                        <p:attrNameLst>
                          <p:attrName>ppt_y</p:attrName>
                        </p:attrNameLst>
                      </p:cBhvr>
                      <p:tavLst>
                        <p:tav tm="0">
                          <p:val>
                            <p:strVal val="#ppt_y+.1"/>
                          </p:val>
                        </p:tav>
                        <p:tav tm="100000">
                          <p:val>
                            <p:strVal val="#ppt_y"/>
                          </p:val>
                        </p:tav>
                      </p:tavLst>
                    </p:anim>
                  </p:childTnLst>
                </p:cTn>
              </p:par>
            </p:tnLst>
          </p:tmpl>
        </p:tmplLst>
      </p:bldP>
      <p:bldP spid="55" grpId="0" build="p">
        <p:tmplLst>
          <p:tmpl lvl="1">
            <p:tnLst>
              <p:par>
                <p:cTn presetID="10" presetClass="entr" presetSubtype="0"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fade">
                      <p:cBhvr>
                        <p:cTn dur="500"/>
                        <p:tgtEl>
                          <p:spTgt spid="55"/>
                        </p:tgtEl>
                      </p:cBhvr>
                    </p:animEffect>
                  </p:childTnLst>
                </p:cTn>
              </p:par>
            </p:tnLst>
          </p:tmpl>
        </p:tmplLst>
      </p:bldP>
      <p:bldP spid="56" grpId="0" build="p">
        <p:tmplLst>
          <p:tmpl lvl="1">
            <p:tnLst>
              <p:par>
                <p:cTn presetID="42"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anim calcmode="lin" valueType="num">
                      <p:cBhvr>
                        <p:cTn dur="500" fill="hold"/>
                        <p:tgtEl>
                          <p:spTgt spid="56"/>
                        </p:tgtEl>
                        <p:attrNameLst>
                          <p:attrName>ppt_x</p:attrName>
                        </p:attrNameLst>
                      </p:cBhvr>
                      <p:tavLst>
                        <p:tav tm="0">
                          <p:val>
                            <p:strVal val="#ppt_x"/>
                          </p:val>
                        </p:tav>
                        <p:tav tm="100000">
                          <p:val>
                            <p:strVal val="#ppt_x"/>
                          </p:val>
                        </p:tav>
                      </p:tavLst>
                    </p:anim>
                    <p:anim calcmode="lin" valueType="num">
                      <p:cBhvr>
                        <p:cTn dur="500" fill="hold"/>
                        <p:tgtEl>
                          <p:spTgt spid="56"/>
                        </p:tgtEl>
                        <p:attrNameLst>
                          <p:attrName>ppt_y</p:attrName>
                        </p:attrNameLst>
                      </p:cBhvr>
                      <p:tavLst>
                        <p:tav tm="0">
                          <p:val>
                            <p:strVal val="#ppt_y+.1"/>
                          </p:val>
                        </p:tav>
                        <p:tav tm="100000">
                          <p:val>
                            <p:strVal val="#ppt_y"/>
                          </p:val>
                        </p:tav>
                      </p:tavLst>
                    </p:anim>
                  </p:childTnLst>
                </p:cTn>
              </p:par>
            </p:tnLst>
          </p:tmpl>
        </p:tmplLst>
      </p:bldP>
      <p:bldP spid="57" grpId="0" build="p">
        <p:tmplLst>
          <p:tmpl lvl="1">
            <p:tnLst>
              <p:par>
                <p:cTn presetID="10" presetClass="entr" presetSubtype="0"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42"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anim calcmode="lin" valueType="num">
                      <p:cBhvr>
                        <p:cTn dur="500" fill="hold"/>
                        <p:tgtEl>
                          <p:spTgt spid="58"/>
                        </p:tgtEl>
                        <p:attrNameLst>
                          <p:attrName>ppt_x</p:attrName>
                        </p:attrNameLst>
                      </p:cBhvr>
                      <p:tavLst>
                        <p:tav tm="0">
                          <p:val>
                            <p:strVal val="#ppt_x"/>
                          </p:val>
                        </p:tav>
                        <p:tav tm="100000">
                          <p:val>
                            <p:strVal val="#ppt_x"/>
                          </p:val>
                        </p:tav>
                      </p:tavLst>
                    </p:anim>
                    <p:anim calcmode="lin" valueType="num">
                      <p:cBhvr>
                        <p:cTn dur="500" fill="hold"/>
                        <p:tgtEl>
                          <p:spTgt spid="58"/>
                        </p:tgtEl>
                        <p:attrNameLst>
                          <p:attrName>ppt_y</p:attrName>
                        </p:attrNameLst>
                      </p:cBhvr>
                      <p:tavLst>
                        <p:tav tm="0">
                          <p:val>
                            <p:strVal val="#ppt_y+.1"/>
                          </p:val>
                        </p:tav>
                        <p:tav tm="100000">
                          <p:val>
                            <p:strVal val="#ppt_y"/>
                          </p:val>
                        </p:tav>
                      </p:tavLst>
                    </p:anim>
                  </p:childTnLst>
                </p:cTn>
              </p:par>
            </p:tnLst>
          </p:tmpl>
        </p:tmplLst>
      </p:bldP>
      <p:bldP spid="59" grpId="0" build="p">
        <p:tmplLst>
          <p:tmpl lvl="1">
            <p:tnLst>
              <p:par>
                <p:cTn presetID="10" presetClass="entr" presetSubtype="0"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build="p">
        <p:tmplLst>
          <p:tmpl lvl="1">
            <p:tnLst>
              <p:par>
                <p:cTn presetID="42" presetClass="entr" presetSubtype="0" fill="hold" nodeType="with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anim calcmode="lin" valueType="num">
                      <p:cBhvr>
                        <p:cTn dur="500" fill="hold"/>
                        <p:tgtEl>
                          <p:spTgt spid="60"/>
                        </p:tgtEl>
                        <p:attrNameLst>
                          <p:attrName>ppt_x</p:attrName>
                        </p:attrNameLst>
                      </p:cBhvr>
                      <p:tavLst>
                        <p:tav tm="0">
                          <p:val>
                            <p:strVal val="#ppt_x"/>
                          </p:val>
                        </p:tav>
                        <p:tav tm="100000">
                          <p:val>
                            <p:strVal val="#ppt_x"/>
                          </p:val>
                        </p:tav>
                      </p:tavLst>
                    </p:anim>
                    <p:anim calcmode="lin" valueType="num">
                      <p:cBhvr>
                        <p:cTn dur="500" fill="hold"/>
                        <p:tgtEl>
                          <p:spTgt spid="6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Rectangle 7"/>
          <p:cNvSpPr/>
          <p:nvPr userDrawn="1"/>
        </p:nvSpPr>
        <p:spPr>
          <a:xfrm>
            <a:off x="-1" y="2536326"/>
            <a:ext cx="6481549" cy="18037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2980B9">
                  <a:lumMod val="20000"/>
                  <a:lumOff val="80000"/>
                </a:srgbClr>
              </a:solidFill>
            </a:endParaRPr>
          </a:p>
        </p:txBody>
      </p:sp>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9" y="2831005"/>
            <a:ext cx="5472112" cy="828098"/>
          </a:xfrm>
        </p:spPr>
        <p:txBody>
          <a:bodyPr/>
          <a:lstStyle>
            <a:lvl1pPr algn="ctr">
              <a:defRPr b="1">
                <a:solidFill>
                  <a:schemeClr val="bg1"/>
                </a:solidFill>
              </a:defRPr>
            </a:lvl1pPr>
          </a:lstStyle>
          <a:p>
            <a:r>
              <a:rPr lang="id-ID" dirty="0" smtClean="0"/>
              <a:t>Title here</a:t>
            </a:r>
            <a:endParaRPr lang="en-AU" dirty="0"/>
          </a:p>
        </p:txBody>
      </p:sp>
      <p:sp>
        <p:nvSpPr>
          <p:cNvPr id="7" name="Content Placeholder 2"/>
          <p:cNvSpPr>
            <a:spLocks noGrp="1"/>
          </p:cNvSpPr>
          <p:nvPr>
            <p:ph idx="1"/>
          </p:nvPr>
        </p:nvSpPr>
        <p:spPr>
          <a:xfrm>
            <a:off x="623889" y="3714523"/>
            <a:ext cx="5472112" cy="294121"/>
          </a:xfrm>
        </p:spPr>
        <p:txBody>
          <a:bodyPr/>
          <a:lstStyle>
            <a:lvl1pPr algn="ctr">
              <a:defRPr>
                <a:solidFill>
                  <a:schemeClr val="bg1"/>
                </a:solidFill>
              </a:defRPr>
            </a:lvl1pPr>
          </a:lstStyle>
          <a:p>
            <a:pPr lvl="0"/>
            <a:r>
              <a:rPr lang="en-US" dirty="0" smtClean="0"/>
              <a:t>Click to edit Master text styles</a:t>
            </a:r>
          </a:p>
        </p:txBody>
      </p:sp>
      <p:sp>
        <p:nvSpPr>
          <p:cNvPr id="23" name="Picture Placeholder 22"/>
          <p:cNvSpPr>
            <a:spLocks noGrp="1"/>
          </p:cNvSpPr>
          <p:nvPr>
            <p:ph type="pic" sz="quarter" idx="13"/>
          </p:nvPr>
        </p:nvSpPr>
        <p:spPr>
          <a:xfrm>
            <a:off x="3871418" y="769256"/>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26" name="Picture Placeholder 25"/>
          <p:cNvSpPr>
            <a:spLocks noGrp="1"/>
          </p:cNvSpPr>
          <p:nvPr>
            <p:ph type="pic" sz="quarter" idx="14"/>
          </p:nvPr>
        </p:nvSpPr>
        <p:spPr>
          <a:xfrm>
            <a:off x="6599014" y="0"/>
            <a:ext cx="2610275" cy="2411677"/>
          </a:xfrm>
          <a:custGeom>
            <a:avLst/>
            <a:gdLst>
              <a:gd name="connsiteX0" fmla="*/ 0 w 2610275"/>
              <a:gd name="connsiteY0" fmla="*/ 0 h 2411677"/>
              <a:gd name="connsiteX1" fmla="*/ 2610275 w 2610275"/>
              <a:gd name="connsiteY1" fmla="*/ 0 h 2411677"/>
              <a:gd name="connsiteX2" fmla="*/ 2610275 w 2610275"/>
              <a:gd name="connsiteY2" fmla="*/ 2411677 h 2411677"/>
              <a:gd name="connsiteX3" fmla="*/ 0 w 2610275"/>
              <a:gd name="connsiteY3" fmla="*/ 2411677 h 2411677"/>
            </a:gdLst>
            <a:ahLst/>
            <a:cxnLst>
              <a:cxn ang="0">
                <a:pos x="connsiteX0" y="connsiteY0"/>
              </a:cxn>
              <a:cxn ang="0">
                <a:pos x="connsiteX1" y="connsiteY1"/>
              </a:cxn>
              <a:cxn ang="0">
                <a:pos x="connsiteX2" y="connsiteY2"/>
              </a:cxn>
              <a:cxn ang="0">
                <a:pos x="connsiteX3" y="connsiteY3"/>
              </a:cxn>
            </a:cxnLst>
            <a:rect l="l" t="t" r="r" b="b"/>
            <a:pathLst>
              <a:path w="2610275" h="2411677">
                <a:moveTo>
                  <a:pt x="0" y="0"/>
                </a:moveTo>
                <a:lnTo>
                  <a:pt x="2610275" y="0"/>
                </a:lnTo>
                <a:lnTo>
                  <a:pt x="2610275" y="2411677"/>
                </a:lnTo>
                <a:lnTo>
                  <a:pt x="0" y="2411677"/>
                </a:lnTo>
                <a:close/>
              </a:path>
            </a:pathLst>
          </a:custGeom>
          <a:solidFill>
            <a:schemeClr val="bg1">
              <a:lumMod val="95000"/>
            </a:schemeClr>
          </a:solidFill>
        </p:spPr>
        <p:txBody>
          <a:bodyPr wrap="square">
            <a:noAutofit/>
          </a:bodyPr>
          <a:lstStyle/>
          <a:p>
            <a:endParaRPr lang="en-AU"/>
          </a:p>
        </p:txBody>
      </p:sp>
      <p:sp>
        <p:nvSpPr>
          <p:cNvPr id="29" name="Picture Placeholder 28"/>
          <p:cNvSpPr>
            <a:spLocks noGrp="1"/>
          </p:cNvSpPr>
          <p:nvPr>
            <p:ph type="pic" sz="quarter" idx="15"/>
          </p:nvPr>
        </p:nvSpPr>
        <p:spPr>
          <a:xfrm>
            <a:off x="6599014" y="2536326"/>
            <a:ext cx="2610275" cy="1803729"/>
          </a:xfrm>
          <a:custGeom>
            <a:avLst/>
            <a:gdLst>
              <a:gd name="connsiteX0" fmla="*/ 0 w 2610275"/>
              <a:gd name="connsiteY0" fmla="*/ 0 h 1803729"/>
              <a:gd name="connsiteX1" fmla="*/ 2610275 w 2610275"/>
              <a:gd name="connsiteY1" fmla="*/ 0 h 1803729"/>
              <a:gd name="connsiteX2" fmla="*/ 2610275 w 2610275"/>
              <a:gd name="connsiteY2" fmla="*/ 1803729 h 1803729"/>
              <a:gd name="connsiteX3" fmla="*/ 0 w 261027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610275" h="1803729">
                <a:moveTo>
                  <a:pt x="0" y="0"/>
                </a:moveTo>
                <a:lnTo>
                  <a:pt x="2610275" y="0"/>
                </a:lnTo>
                <a:lnTo>
                  <a:pt x="2610275" y="1803729"/>
                </a:lnTo>
                <a:lnTo>
                  <a:pt x="0" y="1803729"/>
                </a:lnTo>
                <a:close/>
              </a:path>
            </a:pathLst>
          </a:custGeom>
          <a:solidFill>
            <a:schemeClr val="bg1">
              <a:lumMod val="95000"/>
            </a:schemeClr>
          </a:solidFill>
        </p:spPr>
        <p:txBody>
          <a:bodyPr wrap="square">
            <a:noAutofit/>
          </a:bodyPr>
          <a:lstStyle/>
          <a:p>
            <a:endParaRPr lang="en-AU"/>
          </a:p>
        </p:txBody>
      </p:sp>
      <p:sp>
        <p:nvSpPr>
          <p:cNvPr id="32" name="Picture Placeholder 31"/>
          <p:cNvSpPr>
            <a:spLocks noGrp="1"/>
          </p:cNvSpPr>
          <p:nvPr>
            <p:ph type="pic" sz="quarter" idx="16"/>
          </p:nvPr>
        </p:nvSpPr>
        <p:spPr>
          <a:xfrm>
            <a:off x="9326755" y="2536326"/>
            <a:ext cx="2865245" cy="1803729"/>
          </a:xfrm>
          <a:custGeom>
            <a:avLst/>
            <a:gdLst>
              <a:gd name="connsiteX0" fmla="*/ 0 w 2865245"/>
              <a:gd name="connsiteY0" fmla="*/ 0 h 1803729"/>
              <a:gd name="connsiteX1" fmla="*/ 2865245 w 2865245"/>
              <a:gd name="connsiteY1" fmla="*/ 0 h 1803729"/>
              <a:gd name="connsiteX2" fmla="*/ 2865245 w 2865245"/>
              <a:gd name="connsiteY2" fmla="*/ 1803729 h 1803729"/>
              <a:gd name="connsiteX3" fmla="*/ 0 w 286524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865245" h="1803729">
                <a:moveTo>
                  <a:pt x="0" y="0"/>
                </a:moveTo>
                <a:lnTo>
                  <a:pt x="2865245" y="0"/>
                </a:lnTo>
                <a:lnTo>
                  <a:pt x="2865245" y="1803729"/>
                </a:lnTo>
                <a:lnTo>
                  <a:pt x="0" y="1803729"/>
                </a:lnTo>
                <a:close/>
              </a:path>
            </a:pathLst>
          </a:custGeom>
          <a:solidFill>
            <a:schemeClr val="bg1">
              <a:lumMod val="95000"/>
            </a:schemeClr>
          </a:solidFill>
        </p:spPr>
        <p:txBody>
          <a:bodyPr wrap="square">
            <a:noAutofit/>
          </a:bodyPr>
          <a:lstStyle/>
          <a:p>
            <a:endParaRPr lang="en-AU"/>
          </a:p>
        </p:txBody>
      </p:sp>
      <p:sp>
        <p:nvSpPr>
          <p:cNvPr id="35" name="Picture Placeholder 34"/>
          <p:cNvSpPr>
            <a:spLocks noGrp="1"/>
          </p:cNvSpPr>
          <p:nvPr>
            <p:ph type="pic" sz="quarter" idx="17"/>
          </p:nvPr>
        </p:nvSpPr>
        <p:spPr>
          <a:xfrm>
            <a:off x="6599014" y="4464702"/>
            <a:ext cx="2610275" cy="2393297"/>
          </a:xfrm>
          <a:custGeom>
            <a:avLst/>
            <a:gdLst>
              <a:gd name="connsiteX0" fmla="*/ 0 w 2610275"/>
              <a:gd name="connsiteY0" fmla="*/ 0 h 2393297"/>
              <a:gd name="connsiteX1" fmla="*/ 2610275 w 2610275"/>
              <a:gd name="connsiteY1" fmla="*/ 0 h 2393297"/>
              <a:gd name="connsiteX2" fmla="*/ 2610275 w 2610275"/>
              <a:gd name="connsiteY2" fmla="*/ 2393297 h 2393297"/>
              <a:gd name="connsiteX3" fmla="*/ 0 w 2610275"/>
              <a:gd name="connsiteY3" fmla="*/ 2393297 h 2393297"/>
            </a:gdLst>
            <a:ahLst/>
            <a:cxnLst>
              <a:cxn ang="0">
                <a:pos x="connsiteX0" y="connsiteY0"/>
              </a:cxn>
              <a:cxn ang="0">
                <a:pos x="connsiteX1" y="connsiteY1"/>
              </a:cxn>
              <a:cxn ang="0">
                <a:pos x="connsiteX2" y="connsiteY2"/>
              </a:cxn>
              <a:cxn ang="0">
                <a:pos x="connsiteX3" y="connsiteY3"/>
              </a:cxn>
            </a:cxnLst>
            <a:rect l="l" t="t" r="r" b="b"/>
            <a:pathLst>
              <a:path w="2610275" h="2393297">
                <a:moveTo>
                  <a:pt x="0" y="0"/>
                </a:moveTo>
                <a:lnTo>
                  <a:pt x="2610275" y="0"/>
                </a:lnTo>
                <a:lnTo>
                  <a:pt x="2610275" y="2393297"/>
                </a:lnTo>
                <a:lnTo>
                  <a:pt x="0" y="2393297"/>
                </a:lnTo>
                <a:close/>
              </a:path>
            </a:pathLst>
          </a:custGeom>
          <a:solidFill>
            <a:schemeClr val="bg1">
              <a:lumMod val="95000"/>
            </a:schemeClr>
          </a:solidFill>
        </p:spPr>
        <p:txBody>
          <a:bodyPr wrap="square">
            <a:noAutofit/>
          </a:bodyPr>
          <a:lstStyle/>
          <a:p>
            <a:endParaRPr lang="en-AU"/>
          </a:p>
        </p:txBody>
      </p:sp>
      <p:sp>
        <p:nvSpPr>
          <p:cNvPr id="38" name="Picture Placeholder 37"/>
          <p:cNvSpPr>
            <a:spLocks noGrp="1"/>
          </p:cNvSpPr>
          <p:nvPr>
            <p:ph type="pic" sz="quarter" idx="18"/>
          </p:nvPr>
        </p:nvSpPr>
        <p:spPr>
          <a:xfrm>
            <a:off x="9326755" y="4464487"/>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Tree>
    <p:extLst>
      <p:ext uri="{BB962C8B-B14F-4D97-AF65-F5344CB8AC3E}">
        <p14:creationId xmlns:p14="http://schemas.microsoft.com/office/powerpoint/2010/main" val="47898832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xEl>
                                              <p:pRg st="0" end="0"/>
                                            </p:txEl>
                                          </p:spTgt>
                                        </p:tgtEl>
                                        <p:attrNameLst>
                                          <p:attrName>style.visibility</p:attrName>
                                        </p:attrNameLst>
                                      </p:cBhvr>
                                      <p:to>
                                        <p:strVal val="visible"/>
                                      </p:to>
                                    </p:set>
                                    <p:animEffect transition="in" filter="fade">
                                      <p:cBhvr>
                                        <p:cTn id="15" dur="500"/>
                                        <p:tgtEl>
                                          <p:spTgt spid="7">
                                            <p:txEl>
                                              <p:pRg st="0" end="0"/>
                                            </p:txEl>
                                          </p:spTgt>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29"/>
                                        </p:tgtEl>
                                        <p:attrNameLst>
                                          <p:attrName>style.visibility</p:attrName>
                                        </p:attrNameLst>
                                      </p:cBhvr>
                                      <p:to>
                                        <p:strVal val="visible"/>
                                      </p:to>
                                    </p:set>
                                    <p:anim calcmode="lin" valueType="num">
                                      <p:cBhvr>
                                        <p:cTn id="19" dur="500" fill="hold"/>
                                        <p:tgtEl>
                                          <p:spTgt spid="29"/>
                                        </p:tgtEl>
                                        <p:attrNameLst>
                                          <p:attrName>ppt_w</p:attrName>
                                        </p:attrNameLst>
                                      </p:cBhvr>
                                      <p:tavLst>
                                        <p:tav tm="0">
                                          <p:val>
                                            <p:fltVal val="0"/>
                                          </p:val>
                                        </p:tav>
                                        <p:tav tm="100000">
                                          <p:val>
                                            <p:strVal val="#ppt_w"/>
                                          </p:val>
                                        </p:tav>
                                      </p:tavLst>
                                    </p:anim>
                                    <p:anim calcmode="lin" valueType="num">
                                      <p:cBhvr>
                                        <p:cTn id="20" dur="500" fill="hold"/>
                                        <p:tgtEl>
                                          <p:spTgt spid="29"/>
                                        </p:tgtEl>
                                        <p:attrNameLst>
                                          <p:attrName>ppt_h</p:attrName>
                                        </p:attrNameLst>
                                      </p:cBhvr>
                                      <p:tavLst>
                                        <p:tav tm="0">
                                          <p:val>
                                            <p:fltVal val="0"/>
                                          </p:val>
                                        </p:tav>
                                        <p:tav tm="100000">
                                          <p:val>
                                            <p:strVal val="#ppt_h"/>
                                          </p:val>
                                        </p:tav>
                                      </p:tavLst>
                                    </p:anim>
                                    <p:animEffect transition="in" filter="fade">
                                      <p:cBhvr>
                                        <p:cTn id="21" dur="500"/>
                                        <p:tgtEl>
                                          <p:spTgt spid="29"/>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32"/>
                                        </p:tgtEl>
                                        <p:attrNameLst>
                                          <p:attrName>style.visibility</p:attrName>
                                        </p:attrNameLst>
                                      </p:cBhvr>
                                      <p:to>
                                        <p:strVal val="visible"/>
                                      </p:to>
                                    </p:set>
                                    <p:anim calcmode="lin" valueType="num">
                                      <p:cBhvr>
                                        <p:cTn id="24" dur="500" fill="hold"/>
                                        <p:tgtEl>
                                          <p:spTgt spid="32"/>
                                        </p:tgtEl>
                                        <p:attrNameLst>
                                          <p:attrName>ppt_w</p:attrName>
                                        </p:attrNameLst>
                                      </p:cBhvr>
                                      <p:tavLst>
                                        <p:tav tm="0">
                                          <p:val>
                                            <p:fltVal val="0"/>
                                          </p:val>
                                        </p:tav>
                                        <p:tav tm="100000">
                                          <p:val>
                                            <p:strVal val="#ppt_w"/>
                                          </p:val>
                                        </p:tav>
                                      </p:tavLst>
                                    </p:anim>
                                    <p:anim calcmode="lin" valueType="num">
                                      <p:cBhvr>
                                        <p:cTn id="25" dur="500" fill="hold"/>
                                        <p:tgtEl>
                                          <p:spTgt spid="32"/>
                                        </p:tgtEl>
                                        <p:attrNameLst>
                                          <p:attrName>ppt_h</p:attrName>
                                        </p:attrNameLst>
                                      </p:cBhvr>
                                      <p:tavLst>
                                        <p:tav tm="0">
                                          <p:val>
                                            <p:fltVal val="0"/>
                                          </p:val>
                                        </p:tav>
                                        <p:tav tm="100000">
                                          <p:val>
                                            <p:strVal val="#ppt_h"/>
                                          </p:val>
                                        </p:tav>
                                      </p:tavLst>
                                    </p:anim>
                                    <p:animEffect transition="in" filter="fade">
                                      <p:cBhvr>
                                        <p:cTn id="26" dur="500"/>
                                        <p:tgtEl>
                                          <p:spTgt spid="32"/>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26"/>
                                        </p:tgtEl>
                                        <p:attrNameLst>
                                          <p:attrName>style.visibility</p:attrName>
                                        </p:attrNameLst>
                                      </p:cBhvr>
                                      <p:to>
                                        <p:strVal val="visible"/>
                                      </p:to>
                                    </p:set>
                                    <p:anim calcmode="lin" valueType="num">
                                      <p:cBhvr>
                                        <p:cTn id="29" dur="500" fill="hold"/>
                                        <p:tgtEl>
                                          <p:spTgt spid="26"/>
                                        </p:tgtEl>
                                        <p:attrNameLst>
                                          <p:attrName>ppt_w</p:attrName>
                                        </p:attrNameLst>
                                      </p:cBhvr>
                                      <p:tavLst>
                                        <p:tav tm="0">
                                          <p:val>
                                            <p:fltVal val="0"/>
                                          </p:val>
                                        </p:tav>
                                        <p:tav tm="100000">
                                          <p:val>
                                            <p:strVal val="#ppt_w"/>
                                          </p:val>
                                        </p:tav>
                                      </p:tavLst>
                                    </p:anim>
                                    <p:anim calcmode="lin" valueType="num">
                                      <p:cBhvr>
                                        <p:cTn id="30" dur="500" fill="hold"/>
                                        <p:tgtEl>
                                          <p:spTgt spid="26"/>
                                        </p:tgtEl>
                                        <p:attrNameLst>
                                          <p:attrName>ppt_h</p:attrName>
                                        </p:attrNameLst>
                                      </p:cBhvr>
                                      <p:tavLst>
                                        <p:tav tm="0">
                                          <p:val>
                                            <p:fltVal val="0"/>
                                          </p:val>
                                        </p:tav>
                                        <p:tav tm="100000">
                                          <p:val>
                                            <p:strVal val="#ppt_h"/>
                                          </p:val>
                                        </p:tav>
                                      </p:tavLst>
                                    </p:anim>
                                    <p:animEffect transition="in" filter="fade">
                                      <p:cBhvr>
                                        <p:cTn id="31" dur="500"/>
                                        <p:tgtEl>
                                          <p:spTgt spid="26"/>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23"/>
                                        </p:tgtEl>
                                        <p:attrNameLst>
                                          <p:attrName>style.visibility</p:attrName>
                                        </p:attrNameLst>
                                      </p:cBhvr>
                                      <p:to>
                                        <p:strVal val="visible"/>
                                      </p:to>
                                    </p:set>
                                    <p:anim calcmode="lin" valueType="num">
                                      <p:cBhvr>
                                        <p:cTn id="34" dur="500" fill="hold"/>
                                        <p:tgtEl>
                                          <p:spTgt spid="23"/>
                                        </p:tgtEl>
                                        <p:attrNameLst>
                                          <p:attrName>ppt_w</p:attrName>
                                        </p:attrNameLst>
                                      </p:cBhvr>
                                      <p:tavLst>
                                        <p:tav tm="0">
                                          <p:val>
                                            <p:fltVal val="0"/>
                                          </p:val>
                                        </p:tav>
                                        <p:tav tm="100000">
                                          <p:val>
                                            <p:strVal val="#ppt_w"/>
                                          </p:val>
                                        </p:tav>
                                      </p:tavLst>
                                    </p:anim>
                                    <p:anim calcmode="lin" valueType="num">
                                      <p:cBhvr>
                                        <p:cTn id="35" dur="500" fill="hold"/>
                                        <p:tgtEl>
                                          <p:spTgt spid="23"/>
                                        </p:tgtEl>
                                        <p:attrNameLst>
                                          <p:attrName>ppt_h</p:attrName>
                                        </p:attrNameLst>
                                      </p:cBhvr>
                                      <p:tavLst>
                                        <p:tav tm="0">
                                          <p:val>
                                            <p:fltVal val="0"/>
                                          </p:val>
                                        </p:tav>
                                        <p:tav tm="100000">
                                          <p:val>
                                            <p:strVal val="#ppt_h"/>
                                          </p:val>
                                        </p:tav>
                                      </p:tavLst>
                                    </p:anim>
                                    <p:animEffect transition="in" filter="fade">
                                      <p:cBhvr>
                                        <p:cTn id="36" dur="500"/>
                                        <p:tgtEl>
                                          <p:spTgt spid="23"/>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35"/>
                                        </p:tgtEl>
                                        <p:attrNameLst>
                                          <p:attrName>style.visibility</p:attrName>
                                        </p:attrNameLst>
                                      </p:cBhvr>
                                      <p:to>
                                        <p:strVal val="visible"/>
                                      </p:to>
                                    </p:set>
                                    <p:anim calcmode="lin" valueType="num">
                                      <p:cBhvr>
                                        <p:cTn id="39" dur="500" fill="hold"/>
                                        <p:tgtEl>
                                          <p:spTgt spid="35"/>
                                        </p:tgtEl>
                                        <p:attrNameLst>
                                          <p:attrName>ppt_w</p:attrName>
                                        </p:attrNameLst>
                                      </p:cBhvr>
                                      <p:tavLst>
                                        <p:tav tm="0">
                                          <p:val>
                                            <p:fltVal val="0"/>
                                          </p:val>
                                        </p:tav>
                                        <p:tav tm="100000">
                                          <p:val>
                                            <p:strVal val="#ppt_w"/>
                                          </p:val>
                                        </p:tav>
                                      </p:tavLst>
                                    </p:anim>
                                    <p:anim calcmode="lin" valueType="num">
                                      <p:cBhvr>
                                        <p:cTn id="40" dur="500" fill="hold"/>
                                        <p:tgtEl>
                                          <p:spTgt spid="35"/>
                                        </p:tgtEl>
                                        <p:attrNameLst>
                                          <p:attrName>ppt_h</p:attrName>
                                        </p:attrNameLst>
                                      </p:cBhvr>
                                      <p:tavLst>
                                        <p:tav tm="0">
                                          <p:val>
                                            <p:fltVal val="0"/>
                                          </p:val>
                                        </p:tav>
                                        <p:tav tm="100000">
                                          <p:val>
                                            <p:strVal val="#ppt_h"/>
                                          </p:val>
                                        </p:tav>
                                      </p:tavLst>
                                    </p:anim>
                                    <p:animEffect transition="in" filter="fade">
                                      <p:cBhvr>
                                        <p:cTn id="41" dur="500"/>
                                        <p:tgtEl>
                                          <p:spTgt spid="35"/>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38"/>
                                        </p:tgtEl>
                                        <p:attrNameLst>
                                          <p:attrName>style.visibility</p:attrName>
                                        </p:attrNameLst>
                                      </p:cBhvr>
                                      <p:to>
                                        <p:strVal val="visible"/>
                                      </p:to>
                                    </p:set>
                                    <p:anim calcmode="lin" valueType="num">
                                      <p:cBhvr>
                                        <p:cTn id="44" dur="500" fill="hold"/>
                                        <p:tgtEl>
                                          <p:spTgt spid="38"/>
                                        </p:tgtEl>
                                        <p:attrNameLst>
                                          <p:attrName>ppt_w</p:attrName>
                                        </p:attrNameLst>
                                      </p:cBhvr>
                                      <p:tavLst>
                                        <p:tav tm="0">
                                          <p:val>
                                            <p:fltVal val="0"/>
                                          </p:val>
                                        </p:tav>
                                        <p:tav tm="100000">
                                          <p:val>
                                            <p:strVal val="#ppt_w"/>
                                          </p:val>
                                        </p:tav>
                                      </p:tavLst>
                                    </p:anim>
                                    <p:anim calcmode="lin" valueType="num">
                                      <p:cBhvr>
                                        <p:cTn id="45" dur="500" fill="hold"/>
                                        <p:tgtEl>
                                          <p:spTgt spid="38"/>
                                        </p:tgtEl>
                                        <p:attrNameLst>
                                          <p:attrName>ppt_h</p:attrName>
                                        </p:attrNameLst>
                                      </p:cBhvr>
                                      <p:tavLst>
                                        <p:tav tm="0">
                                          <p:val>
                                            <p:fltVal val="0"/>
                                          </p:val>
                                        </p:tav>
                                        <p:tav tm="100000">
                                          <p:val>
                                            <p:strVal val="#ppt_h"/>
                                          </p:val>
                                        </p:tav>
                                      </p:tavLst>
                                    </p:anim>
                                    <p:animEffect transition="in" filter="fade">
                                      <p:cBhvr>
                                        <p:cTn id="46"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23" grpId="0" animBg="1"/>
      <p:bldP spid="26" grpId="0" animBg="1"/>
      <p:bldP spid="29" grpId="0" animBg="1"/>
      <p:bldP spid="32" grpId="0" animBg="1"/>
      <p:bldP spid="35" grpId="0" animBg="1"/>
      <p:bldP spid="38" grpId="0" animBg="1"/>
    </p:bldLst>
  </p:timing>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Picture Placeholder 5"/>
          <p:cNvSpPr>
            <a:spLocks noGrp="1"/>
          </p:cNvSpPr>
          <p:nvPr>
            <p:ph type="pic" sz="quarter" idx="13"/>
          </p:nvPr>
        </p:nvSpPr>
        <p:spPr>
          <a:xfrm>
            <a:off x="1090863" y="1668378"/>
            <a:ext cx="5005138" cy="2245896"/>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9"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cxnSp>
        <p:nvCxnSpPr>
          <p:cNvPr id="10" name="Straight Connector 9"/>
          <p:cNvCxnSpPr/>
          <p:nvPr userDrawn="1"/>
        </p:nvCxnSpPr>
        <p:spPr>
          <a:xfrm>
            <a:off x="4198620" y="1174464"/>
            <a:ext cx="39243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2" name="Picture Placeholder 11"/>
          <p:cNvSpPr>
            <a:spLocks noGrp="1"/>
          </p:cNvSpPr>
          <p:nvPr>
            <p:ph type="pic" sz="quarter" idx="14"/>
          </p:nvPr>
        </p:nvSpPr>
        <p:spPr>
          <a:xfrm>
            <a:off x="6108031" y="3914274"/>
            <a:ext cx="5005138" cy="2245896"/>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15" name="Rectangle 14"/>
          <p:cNvSpPr/>
          <p:nvPr userDrawn="1"/>
        </p:nvSpPr>
        <p:spPr>
          <a:xfrm>
            <a:off x="6248400" y="2220530"/>
            <a:ext cx="3049966" cy="154134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6" name="Text Placeholder 10"/>
          <p:cNvSpPr>
            <a:spLocks noGrp="1"/>
          </p:cNvSpPr>
          <p:nvPr>
            <p:ph type="body" sz="quarter" idx="27" hasCustomPrompt="1"/>
          </p:nvPr>
        </p:nvSpPr>
        <p:spPr>
          <a:xfrm>
            <a:off x="6426869" y="2389754"/>
            <a:ext cx="272415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7" name="Text Placeholder 10"/>
          <p:cNvSpPr>
            <a:spLocks noGrp="1"/>
          </p:cNvSpPr>
          <p:nvPr>
            <p:ph type="body" sz="quarter" idx="28" hasCustomPrompt="1"/>
          </p:nvPr>
        </p:nvSpPr>
        <p:spPr>
          <a:xfrm>
            <a:off x="6426869" y="2670772"/>
            <a:ext cx="2724150"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8" name="Rectangle 17"/>
          <p:cNvSpPr/>
          <p:nvPr userDrawn="1"/>
        </p:nvSpPr>
        <p:spPr>
          <a:xfrm>
            <a:off x="2893634" y="4066674"/>
            <a:ext cx="3049966" cy="154134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Text Placeholder 10"/>
          <p:cNvSpPr>
            <a:spLocks noGrp="1"/>
          </p:cNvSpPr>
          <p:nvPr>
            <p:ph type="body" sz="quarter" idx="29" hasCustomPrompt="1"/>
          </p:nvPr>
        </p:nvSpPr>
        <p:spPr>
          <a:xfrm>
            <a:off x="3072103" y="4235898"/>
            <a:ext cx="272415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0" name="Text Placeholder 10"/>
          <p:cNvSpPr>
            <a:spLocks noGrp="1"/>
          </p:cNvSpPr>
          <p:nvPr>
            <p:ph type="body" sz="quarter" idx="30" hasCustomPrompt="1"/>
          </p:nvPr>
        </p:nvSpPr>
        <p:spPr>
          <a:xfrm>
            <a:off x="3072103" y="4516916"/>
            <a:ext cx="2724150"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Tree>
    <p:extLst>
      <p:ext uri="{BB962C8B-B14F-4D97-AF65-F5344CB8AC3E}">
        <p14:creationId xmlns:p14="http://schemas.microsoft.com/office/powerpoint/2010/main" val="25662739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par>
                                <p:cTn id="12" presetID="53" presetClass="entr" presetSubtype="16"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500" fill="hold"/>
                                        <p:tgtEl>
                                          <p:spTgt spid="12"/>
                                        </p:tgtEl>
                                        <p:attrNameLst>
                                          <p:attrName>ppt_w</p:attrName>
                                        </p:attrNameLst>
                                      </p:cBhvr>
                                      <p:tavLst>
                                        <p:tav tm="0">
                                          <p:val>
                                            <p:fltVal val="0"/>
                                          </p:val>
                                        </p:tav>
                                        <p:tav tm="100000">
                                          <p:val>
                                            <p:strVal val="#ppt_w"/>
                                          </p:val>
                                        </p:tav>
                                      </p:tavLst>
                                    </p:anim>
                                    <p:anim calcmode="lin" valueType="num">
                                      <p:cBhvr>
                                        <p:cTn id="20" dur="500" fill="hold"/>
                                        <p:tgtEl>
                                          <p:spTgt spid="12"/>
                                        </p:tgtEl>
                                        <p:attrNameLst>
                                          <p:attrName>ppt_h</p:attrName>
                                        </p:attrNameLst>
                                      </p:cBhvr>
                                      <p:tavLst>
                                        <p:tav tm="0">
                                          <p:val>
                                            <p:fltVal val="0"/>
                                          </p:val>
                                        </p:tav>
                                        <p:tav tm="100000">
                                          <p:val>
                                            <p:strVal val="#ppt_h"/>
                                          </p:val>
                                        </p:tav>
                                      </p:tavLst>
                                    </p:anim>
                                    <p:animEffect transition="in" filter="fade">
                                      <p:cBhvr>
                                        <p:cTn id="21" dur="500"/>
                                        <p:tgtEl>
                                          <p:spTgt spid="12"/>
                                        </p:tgtEl>
                                      </p:cBhvr>
                                    </p:animEffect>
                                  </p:childTnLst>
                                </p:cTn>
                              </p:par>
                              <p:par>
                                <p:cTn id="22" presetID="22" presetClass="entr" presetSubtype="1" fill="hold" grpId="0"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wipe(up)">
                                      <p:cBhvr>
                                        <p:cTn id="24" dur="500"/>
                                        <p:tgtEl>
                                          <p:spTgt spid="15"/>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6">
                                            <p:txEl>
                                              <p:pRg st="0" end="0"/>
                                            </p:txEl>
                                          </p:spTgt>
                                        </p:tgtEl>
                                        <p:attrNameLst>
                                          <p:attrName>style.visibility</p:attrName>
                                        </p:attrNameLst>
                                      </p:cBhvr>
                                      <p:to>
                                        <p:strVal val="visible"/>
                                      </p:to>
                                    </p:set>
                                    <p:animEffect transition="in" filter="fade">
                                      <p:cBhvr>
                                        <p:cTn id="27" dur="500"/>
                                        <p:tgtEl>
                                          <p:spTgt spid="16">
                                            <p:txEl>
                                              <p:pRg st="0" end="0"/>
                                            </p:txEl>
                                          </p:spTgt>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7">
                                            <p:txEl>
                                              <p:pRg st="0" end="0"/>
                                            </p:txEl>
                                          </p:spTgt>
                                        </p:tgtEl>
                                        <p:attrNameLst>
                                          <p:attrName>style.visibility</p:attrName>
                                        </p:attrNameLst>
                                      </p:cBhvr>
                                      <p:to>
                                        <p:strVal val="visible"/>
                                      </p:to>
                                    </p:set>
                                    <p:animEffect transition="in" filter="fade">
                                      <p:cBhvr>
                                        <p:cTn id="30" dur="500"/>
                                        <p:tgtEl>
                                          <p:spTgt spid="17">
                                            <p:txEl>
                                              <p:pRg st="0" end="0"/>
                                            </p:txEl>
                                          </p:spTgt>
                                        </p:tgtEl>
                                      </p:cBhvr>
                                    </p:animEffect>
                                  </p:childTnLst>
                                </p:cTn>
                              </p:par>
                              <p:par>
                                <p:cTn id="31" presetID="22" presetClass="entr" presetSubtype="1" fill="hold" grpId="0" nodeType="with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wipe(up)">
                                      <p:cBhvr>
                                        <p:cTn id="33" dur="500"/>
                                        <p:tgtEl>
                                          <p:spTgt spid="18"/>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9">
                                            <p:txEl>
                                              <p:pRg st="0" end="0"/>
                                            </p:txEl>
                                          </p:spTgt>
                                        </p:tgtEl>
                                        <p:attrNameLst>
                                          <p:attrName>style.visibility</p:attrName>
                                        </p:attrNameLst>
                                      </p:cBhvr>
                                      <p:to>
                                        <p:strVal val="visible"/>
                                      </p:to>
                                    </p:set>
                                    <p:animEffect transition="in" filter="fade">
                                      <p:cBhvr>
                                        <p:cTn id="36" dur="500"/>
                                        <p:tgtEl>
                                          <p:spTgt spid="19">
                                            <p:txEl>
                                              <p:pRg st="0" end="0"/>
                                            </p:txEl>
                                          </p:spTgt>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20">
                                            <p:txEl>
                                              <p:pRg st="0" end="0"/>
                                            </p:txEl>
                                          </p:spTgt>
                                        </p:tgtEl>
                                        <p:attrNameLst>
                                          <p:attrName>style.visibility</p:attrName>
                                        </p:attrNameLst>
                                      </p:cBhvr>
                                      <p:to>
                                        <p:strVal val="visible"/>
                                      </p:to>
                                    </p:set>
                                    <p:animEffect transition="in" filter="fade">
                                      <p:cBhvr>
                                        <p:cTn id="39"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p:bldP spid="12" grpId="0" animBg="1"/>
      <p:bldP spid="15" grpId="0" animBg="1"/>
      <p:bldP spid="16" grpId="0" build="p">
        <p:tmplLst>
          <p:tmpl lvl="1">
            <p:tnLst>
              <p:par>
                <p:cTn presetID="10"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10"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animBg="1"/>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build="p">
        <p:tmplLst>
          <p:tmpl lvl="1">
            <p:tnLst>
              <p:par>
                <p:cTn presetID="10"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Lst>
  </p:timing>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10" name="Picture Placeholder 9"/>
          <p:cNvSpPr>
            <a:spLocks noGrp="1"/>
          </p:cNvSpPr>
          <p:nvPr>
            <p:ph type="pic" sz="quarter" idx="13"/>
          </p:nvPr>
        </p:nvSpPr>
        <p:spPr>
          <a:xfrm>
            <a:off x="1314001"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13" name="Picture Placeholder 12"/>
          <p:cNvSpPr>
            <a:spLocks noGrp="1"/>
          </p:cNvSpPr>
          <p:nvPr>
            <p:ph type="pic" sz="quarter" idx="14" hasCustomPrompt="1"/>
          </p:nvPr>
        </p:nvSpPr>
        <p:spPr>
          <a:xfrm>
            <a:off x="1314001"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1"/>
          </a:solidFill>
          <a:ln w="57150">
            <a:solidFill>
              <a:schemeClr val="bg1"/>
            </a:solidFill>
          </a:ln>
        </p:spPr>
        <p:txBody>
          <a:bodyPr wrap="square">
            <a:noAutofit/>
          </a:bodyPr>
          <a:lstStyle/>
          <a:p>
            <a:r>
              <a:rPr lang="id-ID" dirty="0" smtClean="0"/>
              <a:t>-</a:t>
            </a:r>
            <a:endParaRPr lang="en-AU" dirty="0"/>
          </a:p>
        </p:txBody>
      </p:sp>
      <p:sp>
        <p:nvSpPr>
          <p:cNvPr id="20" name="Picture Placeholder 19"/>
          <p:cNvSpPr>
            <a:spLocks noGrp="1"/>
          </p:cNvSpPr>
          <p:nvPr>
            <p:ph type="pic" sz="quarter" idx="15"/>
          </p:nvPr>
        </p:nvSpPr>
        <p:spPr>
          <a:xfrm>
            <a:off x="3736526"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21" name="Picture Placeholder 20"/>
          <p:cNvSpPr>
            <a:spLocks noGrp="1"/>
          </p:cNvSpPr>
          <p:nvPr>
            <p:ph type="pic" sz="quarter" idx="16" hasCustomPrompt="1"/>
          </p:nvPr>
        </p:nvSpPr>
        <p:spPr>
          <a:xfrm>
            <a:off x="3736526"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2"/>
          </a:solidFill>
          <a:ln w="57150">
            <a:solidFill>
              <a:schemeClr val="bg1"/>
            </a:solidFill>
          </a:ln>
        </p:spPr>
        <p:txBody>
          <a:bodyPr wrap="square">
            <a:noAutofit/>
          </a:bodyPr>
          <a:lstStyle/>
          <a:p>
            <a:r>
              <a:rPr lang="id-ID" dirty="0" smtClean="0"/>
              <a:t>-</a:t>
            </a:r>
            <a:endParaRPr lang="en-AU" dirty="0"/>
          </a:p>
        </p:txBody>
      </p:sp>
      <p:sp>
        <p:nvSpPr>
          <p:cNvPr id="22" name="Picture Placeholder 21"/>
          <p:cNvSpPr>
            <a:spLocks noGrp="1"/>
          </p:cNvSpPr>
          <p:nvPr>
            <p:ph type="pic" sz="quarter" idx="17"/>
          </p:nvPr>
        </p:nvSpPr>
        <p:spPr>
          <a:xfrm>
            <a:off x="6159051"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23" name="Picture Placeholder 22"/>
          <p:cNvSpPr>
            <a:spLocks noGrp="1"/>
          </p:cNvSpPr>
          <p:nvPr>
            <p:ph type="pic" sz="quarter" idx="18" hasCustomPrompt="1"/>
          </p:nvPr>
        </p:nvSpPr>
        <p:spPr>
          <a:xfrm>
            <a:off x="6159051"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3"/>
          </a:solidFill>
          <a:ln w="57150">
            <a:solidFill>
              <a:schemeClr val="bg1"/>
            </a:solidFill>
          </a:ln>
        </p:spPr>
        <p:txBody>
          <a:bodyPr wrap="square">
            <a:noAutofit/>
          </a:bodyPr>
          <a:lstStyle/>
          <a:p>
            <a:r>
              <a:rPr lang="id-ID" dirty="0" smtClean="0"/>
              <a:t>-</a:t>
            </a:r>
            <a:endParaRPr lang="en-AU" dirty="0"/>
          </a:p>
        </p:txBody>
      </p:sp>
      <p:sp>
        <p:nvSpPr>
          <p:cNvPr id="24" name="Picture Placeholder 23"/>
          <p:cNvSpPr>
            <a:spLocks noGrp="1"/>
          </p:cNvSpPr>
          <p:nvPr>
            <p:ph type="pic" sz="quarter" idx="19"/>
          </p:nvPr>
        </p:nvSpPr>
        <p:spPr>
          <a:xfrm>
            <a:off x="8610600"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25" name="Picture Placeholder 24"/>
          <p:cNvSpPr>
            <a:spLocks noGrp="1"/>
          </p:cNvSpPr>
          <p:nvPr>
            <p:ph type="pic" sz="quarter" idx="20" hasCustomPrompt="1"/>
          </p:nvPr>
        </p:nvSpPr>
        <p:spPr>
          <a:xfrm>
            <a:off x="8610600"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4"/>
          </a:solidFill>
          <a:ln w="57150">
            <a:solidFill>
              <a:schemeClr val="bg1"/>
            </a:solidFill>
          </a:ln>
        </p:spPr>
        <p:txBody>
          <a:bodyPr wrap="square">
            <a:noAutofit/>
          </a:bodyPr>
          <a:lstStyle/>
          <a:p>
            <a:r>
              <a:rPr lang="id-ID" dirty="0" smtClean="0"/>
              <a:t>-</a:t>
            </a:r>
            <a:endParaRPr lang="en-AU" dirty="0"/>
          </a:p>
        </p:txBody>
      </p:sp>
      <p:sp>
        <p:nvSpPr>
          <p:cNvPr id="2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cxnSp>
        <p:nvCxnSpPr>
          <p:cNvPr id="27" name="Straight Connector 26"/>
          <p:cNvCxnSpPr/>
          <p:nvPr userDrawn="1"/>
        </p:nvCxnSpPr>
        <p:spPr>
          <a:xfrm>
            <a:off x="4229100" y="1174464"/>
            <a:ext cx="39243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5" name="Text Placeholder 10"/>
          <p:cNvSpPr>
            <a:spLocks noGrp="1"/>
          </p:cNvSpPr>
          <p:nvPr>
            <p:ph type="body" sz="quarter" idx="29" hasCustomPrompt="1"/>
          </p:nvPr>
        </p:nvSpPr>
        <p:spPr>
          <a:xfrm>
            <a:off x="1505367" y="4471290"/>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6" name="Text Placeholder 10"/>
          <p:cNvSpPr>
            <a:spLocks noGrp="1"/>
          </p:cNvSpPr>
          <p:nvPr>
            <p:ph type="body" sz="quarter" idx="30" hasCustomPrompt="1"/>
          </p:nvPr>
        </p:nvSpPr>
        <p:spPr>
          <a:xfrm>
            <a:off x="1505367" y="4752308"/>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7" name="Text Placeholder 10"/>
          <p:cNvSpPr>
            <a:spLocks noGrp="1"/>
          </p:cNvSpPr>
          <p:nvPr>
            <p:ph type="body" sz="quarter" idx="31" hasCustomPrompt="1"/>
          </p:nvPr>
        </p:nvSpPr>
        <p:spPr>
          <a:xfrm>
            <a:off x="3963670" y="4471290"/>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8" name="Text Placeholder 10"/>
          <p:cNvSpPr>
            <a:spLocks noGrp="1"/>
          </p:cNvSpPr>
          <p:nvPr>
            <p:ph type="body" sz="quarter" idx="32" hasCustomPrompt="1"/>
          </p:nvPr>
        </p:nvSpPr>
        <p:spPr>
          <a:xfrm>
            <a:off x="3963670" y="4752308"/>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9" name="Text Placeholder 10"/>
          <p:cNvSpPr>
            <a:spLocks noGrp="1"/>
          </p:cNvSpPr>
          <p:nvPr>
            <p:ph type="body" sz="quarter" idx="33" hasCustomPrompt="1"/>
          </p:nvPr>
        </p:nvSpPr>
        <p:spPr>
          <a:xfrm>
            <a:off x="6351687" y="4475579"/>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8" name="Text Placeholder 10"/>
          <p:cNvSpPr>
            <a:spLocks noGrp="1"/>
          </p:cNvSpPr>
          <p:nvPr>
            <p:ph type="body" sz="quarter" idx="34" hasCustomPrompt="1"/>
          </p:nvPr>
        </p:nvSpPr>
        <p:spPr>
          <a:xfrm>
            <a:off x="6351687" y="4756597"/>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29" name="Text Placeholder 10"/>
          <p:cNvSpPr>
            <a:spLocks noGrp="1"/>
          </p:cNvSpPr>
          <p:nvPr>
            <p:ph type="body" sz="quarter" idx="35" hasCustomPrompt="1"/>
          </p:nvPr>
        </p:nvSpPr>
        <p:spPr>
          <a:xfrm>
            <a:off x="8807450" y="4473463"/>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0" name="Text Placeholder 10"/>
          <p:cNvSpPr>
            <a:spLocks noGrp="1"/>
          </p:cNvSpPr>
          <p:nvPr>
            <p:ph type="body" sz="quarter" idx="36" hasCustomPrompt="1"/>
          </p:nvPr>
        </p:nvSpPr>
        <p:spPr>
          <a:xfrm>
            <a:off x="8807450" y="4754481"/>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Tree>
    <p:extLst>
      <p:ext uri="{BB962C8B-B14F-4D97-AF65-F5344CB8AC3E}">
        <p14:creationId xmlns:p14="http://schemas.microsoft.com/office/powerpoint/2010/main" val="57441253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500"/>
                                        <p:tgtEl>
                                          <p:spTgt spid="2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5">
                                            <p:txEl>
                                              <p:pRg st="0" end="0"/>
                                            </p:txEl>
                                          </p:spTgt>
                                        </p:tgtEl>
                                        <p:attrNameLst>
                                          <p:attrName>style.visibility</p:attrName>
                                        </p:attrNameLst>
                                      </p:cBhvr>
                                      <p:to>
                                        <p:strVal val="visible"/>
                                      </p:to>
                                    </p:set>
                                    <p:animEffect transition="in" filter="fade">
                                      <p:cBhvr>
                                        <p:cTn id="23" dur="500"/>
                                        <p:tgtEl>
                                          <p:spTgt spid="15">
                                            <p:txEl>
                                              <p:pRg st="0" end="0"/>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6">
                                            <p:txEl>
                                              <p:pRg st="0" end="0"/>
                                            </p:txEl>
                                          </p:spTgt>
                                        </p:tgtEl>
                                        <p:attrNameLst>
                                          <p:attrName>style.visibility</p:attrName>
                                        </p:attrNameLst>
                                      </p:cBhvr>
                                      <p:to>
                                        <p:strVal val="visible"/>
                                      </p:to>
                                    </p:set>
                                    <p:animEffect transition="in" filter="fade">
                                      <p:cBhvr>
                                        <p:cTn id="26" dur="500"/>
                                        <p:tgtEl>
                                          <p:spTgt spid="16">
                                            <p:txEl>
                                              <p:pRg st="0" end="0"/>
                                            </p:txEl>
                                          </p:spTgt>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childTnLst>
                          </p:cTn>
                        </p:par>
                        <p:par>
                          <p:cTn id="31" fill="hold">
                            <p:stCondLst>
                              <p:cond delay="3000"/>
                            </p:stCondLst>
                            <p:childTnLst>
                              <p:par>
                                <p:cTn id="32" presetID="22" presetClass="entr" presetSubtype="4" fill="hold" grpId="0" nodeType="after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wipe(down)">
                                      <p:cBhvr>
                                        <p:cTn id="34" dur="500"/>
                                        <p:tgtEl>
                                          <p:spTgt spid="21"/>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17">
                                            <p:txEl>
                                              <p:pRg st="0" end="0"/>
                                            </p:txEl>
                                          </p:spTgt>
                                        </p:tgtEl>
                                        <p:attrNameLst>
                                          <p:attrName>style.visibility</p:attrName>
                                        </p:attrNameLst>
                                      </p:cBhvr>
                                      <p:to>
                                        <p:strVal val="visible"/>
                                      </p:to>
                                    </p:set>
                                    <p:animEffect transition="in" filter="fade">
                                      <p:cBhvr>
                                        <p:cTn id="38" dur="500"/>
                                        <p:tgtEl>
                                          <p:spTgt spid="17">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8">
                                            <p:txEl>
                                              <p:pRg st="0" end="0"/>
                                            </p:txEl>
                                          </p:spTgt>
                                        </p:tgtEl>
                                        <p:attrNameLst>
                                          <p:attrName>style.visibility</p:attrName>
                                        </p:attrNameLst>
                                      </p:cBhvr>
                                      <p:to>
                                        <p:strVal val="visible"/>
                                      </p:to>
                                    </p:set>
                                    <p:animEffect transition="in" filter="fade">
                                      <p:cBhvr>
                                        <p:cTn id="41" dur="500"/>
                                        <p:tgtEl>
                                          <p:spTgt spid="18">
                                            <p:txEl>
                                              <p:pRg st="0" end="0"/>
                                            </p:txEl>
                                          </p:spTgt>
                                        </p:tgtEl>
                                      </p:cBhvr>
                                    </p:animEffect>
                                  </p:childTnLst>
                                </p:cTn>
                              </p:par>
                            </p:childTnLst>
                          </p:cTn>
                        </p:par>
                        <p:par>
                          <p:cTn id="42" fill="hold">
                            <p:stCondLst>
                              <p:cond delay="4000"/>
                            </p:stCondLst>
                            <p:childTnLst>
                              <p:par>
                                <p:cTn id="43" presetID="10" presetClass="entr" presetSubtype="0" fill="hold" grpId="0" nodeType="after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fade">
                                      <p:cBhvr>
                                        <p:cTn id="45" dur="500"/>
                                        <p:tgtEl>
                                          <p:spTgt spid="22"/>
                                        </p:tgtEl>
                                      </p:cBhvr>
                                    </p:animEffect>
                                  </p:childTnLst>
                                </p:cTn>
                              </p:par>
                            </p:childTnLst>
                          </p:cTn>
                        </p:par>
                        <p:par>
                          <p:cTn id="46" fill="hold">
                            <p:stCondLst>
                              <p:cond delay="4500"/>
                            </p:stCondLst>
                            <p:childTnLst>
                              <p:par>
                                <p:cTn id="47" presetID="22" presetClass="entr" presetSubtype="4" fill="hold" grpId="0" nodeType="after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wipe(down)">
                                      <p:cBhvr>
                                        <p:cTn id="49" dur="500"/>
                                        <p:tgtEl>
                                          <p:spTgt spid="23"/>
                                        </p:tgtEl>
                                      </p:cBhvr>
                                    </p:animEffect>
                                  </p:childTnLst>
                                </p:cTn>
                              </p:par>
                            </p:childTnLst>
                          </p:cTn>
                        </p:par>
                        <p:par>
                          <p:cTn id="50" fill="hold">
                            <p:stCondLst>
                              <p:cond delay="5000"/>
                            </p:stCondLst>
                            <p:childTnLst>
                              <p:par>
                                <p:cTn id="51" presetID="10" presetClass="entr" presetSubtype="0" fill="hold" grpId="0" nodeType="afterEffect">
                                  <p:stCondLst>
                                    <p:cond delay="0"/>
                                  </p:stCondLst>
                                  <p:childTnLst>
                                    <p:set>
                                      <p:cBhvr>
                                        <p:cTn id="52" dur="1" fill="hold">
                                          <p:stCondLst>
                                            <p:cond delay="0"/>
                                          </p:stCondLst>
                                        </p:cTn>
                                        <p:tgtEl>
                                          <p:spTgt spid="19">
                                            <p:txEl>
                                              <p:pRg st="0" end="0"/>
                                            </p:txEl>
                                          </p:spTgt>
                                        </p:tgtEl>
                                        <p:attrNameLst>
                                          <p:attrName>style.visibility</p:attrName>
                                        </p:attrNameLst>
                                      </p:cBhvr>
                                      <p:to>
                                        <p:strVal val="visible"/>
                                      </p:to>
                                    </p:set>
                                    <p:animEffect transition="in" filter="fade">
                                      <p:cBhvr>
                                        <p:cTn id="53" dur="500"/>
                                        <p:tgtEl>
                                          <p:spTgt spid="19">
                                            <p:txEl>
                                              <p:pRg st="0" end="0"/>
                                            </p:txEl>
                                          </p:spTgt>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8">
                                            <p:txEl>
                                              <p:pRg st="0" end="0"/>
                                            </p:txEl>
                                          </p:spTgt>
                                        </p:tgtEl>
                                        <p:attrNameLst>
                                          <p:attrName>style.visibility</p:attrName>
                                        </p:attrNameLst>
                                      </p:cBhvr>
                                      <p:to>
                                        <p:strVal val="visible"/>
                                      </p:to>
                                    </p:set>
                                    <p:animEffect transition="in" filter="fade">
                                      <p:cBhvr>
                                        <p:cTn id="56" dur="500"/>
                                        <p:tgtEl>
                                          <p:spTgt spid="28">
                                            <p:txEl>
                                              <p:pRg st="0" end="0"/>
                                            </p:txEl>
                                          </p:spTgt>
                                        </p:tgtEl>
                                      </p:cBhvr>
                                    </p:animEffect>
                                  </p:childTnLst>
                                </p:cTn>
                              </p:par>
                            </p:childTnLst>
                          </p:cTn>
                        </p:par>
                        <p:par>
                          <p:cTn id="57" fill="hold">
                            <p:stCondLst>
                              <p:cond delay="5500"/>
                            </p:stCondLst>
                            <p:childTnLst>
                              <p:par>
                                <p:cTn id="58" presetID="10" presetClass="entr" presetSubtype="0" fill="hold" grpId="0" nodeType="afterEffect">
                                  <p:stCondLst>
                                    <p:cond delay="0"/>
                                  </p:stCondLst>
                                  <p:childTnLst>
                                    <p:set>
                                      <p:cBhvr>
                                        <p:cTn id="59" dur="1" fill="hold">
                                          <p:stCondLst>
                                            <p:cond delay="0"/>
                                          </p:stCondLst>
                                        </p:cTn>
                                        <p:tgtEl>
                                          <p:spTgt spid="24"/>
                                        </p:tgtEl>
                                        <p:attrNameLst>
                                          <p:attrName>style.visibility</p:attrName>
                                        </p:attrNameLst>
                                      </p:cBhvr>
                                      <p:to>
                                        <p:strVal val="visible"/>
                                      </p:to>
                                    </p:set>
                                    <p:animEffect transition="in" filter="fade">
                                      <p:cBhvr>
                                        <p:cTn id="60" dur="500"/>
                                        <p:tgtEl>
                                          <p:spTgt spid="24"/>
                                        </p:tgtEl>
                                      </p:cBhvr>
                                    </p:animEffect>
                                  </p:childTnLst>
                                </p:cTn>
                              </p:par>
                            </p:childTnLst>
                          </p:cTn>
                        </p:par>
                        <p:par>
                          <p:cTn id="61" fill="hold">
                            <p:stCondLst>
                              <p:cond delay="6000"/>
                            </p:stCondLst>
                            <p:childTnLst>
                              <p:par>
                                <p:cTn id="62" presetID="22" presetClass="entr" presetSubtype="4" fill="hold" grpId="0" nodeType="afterEffect">
                                  <p:stCondLst>
                                    <p:cond delay="0"/>
                                  </p:stCondLst>
                                  <p:childTnLst>
                                    <p:set>
                                      <p:cBhvr>
                                        <p:cTn id="63" dur="1" fill="hold">
                                          <p:stCondLst>
                                            <p:cond delay="0"/>
                                          </p:stCondLst>
                                        </p:cTn>
                                        <p:tgtEl>
                                          <p:spTgt spid="25"/>
                                        </p:tgtEl>
                                        <p:attrNameLst>
                                          <p:attrName>style.visibility</p:attrName>
                                        </p:attrNameLst>
                                      </p:cBhvr>
                                      <p:to>
                                        <p:strVal val="visible"/>
                                      </p:to>
                                    </p:set>
                                    <p:animEffect transition="in" filter="wipe(down)">
                                      <p:cBhvr>
                                        <p:cTn id="64" dur="500"/>
                                        <p:tgtEl>
                                          <p:spTgt spid="25"/>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29">
                                            <p:txEl>
                                              <p:pRg st="0" end="0"/>
                                            </p:txEl>
                                          </p:spTgt>
                                        </p:tgtEl>
                                        <p:attrNameLst>
                                          <p:attrName>style.visibility</p:attrName>
                                        </p:attrNameLst>
                                      </p:cBhvr>
                                      <p:to>
                                        <p:strVal val="visible"/>
                                      </p:to>
                                    </p:set>
                                    <p:animEffect transition="in" filter="fade">
                                      <p:cBhvr>
                                        <p:cTn id="68" dur="500"/>
                                        <p:tgtEl>
                                          <p:spTgt spid="29">
                                            <p:txEl>
                                              <p:pRg st="0" end="0"/>
                                            </p:txEl>
                                          </p:spTgt>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0">
                                            <p:txEl>
                                              <p:pRg st="0" end="0"/>
                                            </p:txEl>
                                          </p:spTgt>
                                        </p:tgtEl>
                                        <p:attrNameLst>
                                          <p:attrName>style.visibility</p:attrName>
                                        </p:attrNameLst>
                                      </p:cBhvr>
                                      <p:to>
                                        <p:strVal val="visible"/>
                                      </p:to>
                                    </p:set>
                                    <p:animEffect transition="in" filter="fade">
                                      <p:cBhvr>
                                        <p:cTn id="71"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3" grpId="0" animBg="1"/>
      <p:bldP spid="20" grpId="0" animBg="1"/>
      <p:bldP spid="21" grpId="0" animBg="1"/>
      <p:bldP spid="22" grpId="0" animBg="1"/>
      <p:bldP spid="23" grpId="0" animBg="1"/>
      <p:bldP spid="24" grpId="0" animBg="1"/>
      <p:bldP spid="25" grpId="0" animBg="1"/>
      <p:bldP spid="26"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10"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build="p">
        <p:tmplLst>
          <p:tmpl lvl="1">
            <p:tnLst>
              <p:par>
                <p:cTn presetID="10"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10" presetClass="entr" presetSubtype="0"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8" grpId="0" build="p">
        <p:tmplLst>
          <p:tmpl lvl="1">
            <p:tnLst>
              <p:par>
                <p:cTn presetID="10"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9" grpId="0" build="p">
        <p:tmplLst>
          <p:tmpl lvl="1">
            <p:tnLst>
              <p:par>
                <p:cTn presetID="10" presetClass="entr" presetSubtype="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childTnLst>
                </p:cTn>
              </p:par>
            </p:tnLst>
          </p:tmpl>
        </p:tmplLst>
      </p:bldP>
      <p:bldP spid="30" grpId="0" build="p">
        <p:tmplLst>
          <p:tmpl lvl="1">
            <p:tnLst>
              <p:par>
                <p:cTn presetID="10"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Lst>
  </p:timing>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95034"/>
          </a:xfrm>
        </p:spPr>
        <p:txBody>
          <a:bodyPr>
            <a:normAutofit/>
          </a:bodyPr>
          <a:lstStyle>
            <a:lvl1pPr algn="l">
              <a:defRPr sz="44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9500"/>
            <a:ext cx="5472112" cy="294121"/>
          </a:xfrm>
        </p:spPr>
        <p:txBody>
          <a:bodyPr/>
          <a:lstStyle>
            <a:lvl1pPr algn="l">
              <a:defRPr/>
            </a:lvl1pPr>
          </a:lstStyle>
          <a:p>
            <a:pPr lvl="0"/>
            <a:r>
              <a:rPr lang="en-US" dirty="0" smtClean="0"/>
              <a:t>Click to edit Master text styles</a:t>
            </a:r>
          </a:p>
        </p:txBody>
      </p:sp>
    </p:spTree>
    <p:extLst>
      <p:ext uri="{BB962C8B-B14F-4D97-AF65-F5344CB8AC3E}">
        <p14:creationId xmlns:p14="http://schemas.microsoft.com/office/powerpoint/2010/main" val="245995324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61721"/>
          </a:xfrm>
        </p:spPr>
        <p:txBody>
          <a:bodyPr/>
          <a:lstStyle>
            <a:lvl1pPr algn="l">
              <a:defRPr sz="36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4904"/>
            <a:ext cx="5472112" cy="294121"/>
          </a:xfrm>
        </p:spPr>
        <p:txBody>
          <a:bodyPr/>
          <a:lstStyle>
            <a:lvl1pPr algn="l">
              <a:defRPr/>
            </a:lvl1pPr>
          </a:lstStyle>
          <a:p>
            <a:pPr lvl="0"/>
            <a:r>
              <a:rPr lang="en-US" dirty="0" smtClean="0"/>
              <a:t>Click to edit Master text styles</a:t>
            </a:r>
          </a:p>
        </p:txBody>
      </p:sp>
    </p:spTree>
    <p:extLst>
      <p:ext uri="{BB962C8B-B14F-4D97-AF65-F5344CB8AC3E}">
        <p14:creationId xmlns:p14="http://schemas.microsoft.com/office/powerpoint/2010/main" val="192991817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95034"/>
          </a:xfrm>
        </p:spPr>
        <p:txBody>
          <a:bodyPr>
            <a:normAutofit/>
          </a:bodyPr>
          <a:lstStyle>
            <a:lvl1pPr algn="l">
              <a:defRPr sz="44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9500"/>
            <a:ext cx="5472112" cy="294121"/>
          </a:xfrm>
        </p:spPr>
        <p:txBody>
          <a:bodyPr/>
          <a:lstStyle>
            <a:lvl1pPr algn="l">
              <a:defRPr/>
            </a:lvl1pPr>
          </a:lstStyle>
          <a:p>
            <a:pPr lvl="0"/>
            <a:r>
              <a:rPr lang="en-US" dirty="0" smtClean="0"/>
              <a:t>Click to edit Master text styles</a:t>
            </a:r>
          </a:p>
        </p:txBody>
      </p:sp>
      <p:sp>
        <p:nvSpPr>
          <p:cNvPr id="8" name="Picture Placeholder 9"/>
          <p:cNvSpPr>
            <a:spLocks noGrp="1"/>
          </p:cNvSpPr>
          <p:nvPr>
            <p:ph type="pic" sz="quarter" idx="13" hasCustomPrompt="1"/>
          </p:nvPr>
        </p:nvSpPr>
        <p:spPr>
          <a:xfrm>
            <a:off x="1912257" y="1954314"/>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grpSp>
        <p:nvGrpSpPr>
          <p:cNvPr id="9" name="Group 8"/>
          <p:cNvGrpSpPr/>
          <p:nvPr userDrawn="1"/>
        </p:nvGrpSpPr>
        <p:grpSpPr>
          <a:xfrm>
            <a:off x="2234464" y="4370171"/>
            <a:ext cx="1537345" cy="214571"/>
            <a:chOff x="5317188" y="3092930"/>
            <a:chExt cx="1537345" cy="214571"/>
          </a:xfrm>
          <a:solidFill>
            <a:srgbClr val="FFC000"/>
          </a:solidFill>
        </p:grpSpPr>
        <p:sp>
          <p:nvSpPr>
            <p:cNvPr id="10" name="5-Point Star 9"/>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5-Point Star 10"/>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5-Point Star 11"/>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3" name="5-Point Star 12"/>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5-Point Star 13"/>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15" name="Text Placeholder 10"/>
          <p:cNvSpPr>
            <a:spLocks noGrp="1"/>
          </p:cNvSpPr>
          <p:nvPr>
            <p:ph type="body" sz="quarter" idx="14" hasCustomPrompt="1"/>
          </p:nvPr>
        </p:nvSpPr>
        <p:spPr>
          <a:xfrm>
            <a:off x="6481771" y="1995054"/>
            <a:ext cx="4576754" cy="348342"/>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6" name="Text Placeholder 10"/>
          <p:cNvSpPr>
            <a:spLocks noGrp="1"/>
          </p:cNvSpPr>
          <p:nvPr>
            <p:ph type="body" sz="quarter" idx="16" hasCustomPrompt="1"/>
          </p:nvPr>
        </p:nvSpPr>
        <p:spPr>
          <a:xfrm>
            <a:off x="6481772" y="2424114"/>
            <a:ext cx="4576753" cy="1533524"/>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17" name="Text Placeholder 10"/>
          <p:cNvSpPr>
            <a:spLocks noGrp="1"/>
          </p:cNvSpPr>
          <p:nvPr>
            <p:ph type="body" sz="quarter" idx="17" hasCustomPrompt="1"/>
          </p:nvPr>
        </p:nvSpPr>
        <p:spPr>
          <a:xfrm>
            <a:off x="1012091" y="4868947"/>
            <a:ext cx="3990966" cy="1155181"/>
          </a:xfrm>
        </p:spPr>
        <p:txBody>
          <a:bodyPr>
            <a:normAutofit/>
          </a:bodyPr>
          <a:lstStyle>
            <a:lvl1pPr algn="ctr">
              <a:defRPr sz="1200" i="1"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9690491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wipe(left)">
                                      <p:cBhvr>
                                        <p:cTn id="2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Lst>
  </p:timing>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23" name="Picture Placeholder 22"/>
          <p:cNvSpPr>
            <a:spLocks noGrp="1"/>
          </p:cNvSpPr>
          <p:nvPr>
            <p:ph type="pic" sz="quarter" idx="13"/>
          </p:nvPr>
        </p:nvSpPr>
        <p:spPr>
          <a:xfrm>
            <a:off x="3437532" y="4365702"/>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29" name="Picture Placeholder 28"/>
          <p:cNvSpPr>
            <a:spLocks noGrp="1"/>
          </p:cNvSpPr>
          <p:nvPr>
            <p:ph type="pic" sz="quarter" idx="15"/>
          </p:nvPr>
        </p:nvSpPr>
        <p:spPr>
          <a:xfrm>
            <a:off x="3437532" y="2437541"/>
            <a:ext cx="2610275" cy="1803729"/>
          </a:xfrm>
          <a:custGeom>
            <a:avLst/>
            <a:gdLst>
              <a:gd name="connsiteX0" fmla="*/ 0 w 2610275"/>
              <a:gd name="connsiteY0" fmla="*/ 0 h 1803729"/>
              <a:gd name="connsiteX1" fmla="*/ 2610275 w 2610275"/>
              <a:gd name="connsiteY1" fmla="*/ 0 h 1803729"/>
              <a:gd name="connsiteX2" fmla="*/ 2610275 w 2610275"/>
              <a:gd name="connsiteY2" fmla="*/ 1803729 h 1803729"/>
              <a:gd name="connsiteX3" fmla="*/ 0 w 261027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610275" h="1803729">
                <a:moveTo>
                  <a:pt x="0" y="0"/>
                </a:moveTo>
                <a:lnTo>
                  <a:pt x="2610275" y="0"/>
                </a:lnTo>
                <a:lnTo>
                  <a:pt x="2610275" y="1803729"/>
                </a:lnTo>
                <a:lnTo>
                  <a:pt x="0" y="1803729"/>
                </a:lnTo>
                <a:close/>
              </a:path>
            </a:pathLst>
          </a:custGeom>
          <a:solidFill>
            <a:schemeClr val="bg1">
              <a:lumMod val="95000"/>
            </a:schemeClr>
          </a:solidFill>
        </p:spPr>
        <p:txBody>
          <a:bodyPr wrap="square">
            <a:noAutofit/>
          </a:bodyPr>
          <a:lstStyle/>
          <a:p>
            <a:endParaRPr lang="en-AU"/>
          </a:p>
        </p:txBody>
      </p:sp>
      <p:sp>
        <p:nvSpPr>
          <p:cNvPr id="32" name="Picture Placeholder 31"/>
          <p:cNvSpPr>
            <a:spLocks noGrp="1"/>
          </p:cNvSpPr>
          <p:nvPr>
            <p:ph type="pic" sz="quarter" idx="16"/>
          </p:nvPr>
        </p:nvSpPr>
        <p:spPr>
          <a:xfrm>
            <a:off x="6165273" y="2437541"/>
            <a:ext cx="2610275" cy="1803729"/>
          </a:xfrm>
          <a:custGeom>
            <a:avLst/>
            <a:gdLst>
              <a:gd name="connsiteX0" fmla="*/ 0 w 2865245"/>
              <a:gd name="connsiteY0" fmla="*/ 0 h 1803729"/>
              <a:gd name="connsiteX1" fmla="*/ 2865245 w 2865245"/>
              <a:gd name="connsiteY1" fmla="*/ 0 h 1803729"/>
              <a:gd name="connsiteX2" fmla="*/ 2865245 w 2865245"/>
              <a:gd name="connsiteY2" fmla="*/ 1803729 h 1803729"/>
              <a:gd name="connsiteX3" fmla="*/ 0 w 286524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865245" h="1803729">
                <a:moveTo>
                  <a:pt x="0" y="0"/>
                </a:moveTo>
                <a:lnTo>
                  <a:pt x="2865245" y="0"/>
                </a:lnTo>
                <a:lnTo>
                  <a:pt x="2865245" y="1803729"/>
                </a:lnTo>
                <a:lnTo>
                  <a:pt x="0" y="1803729"/>
                </a:lnTo>
                <a:close/>
              </a:path>
            </a:pathLst>
          </a:custGeom>
          <a:solidFill>
            <a:schemeClr val="bg1">
              <a:lumMod val="95000"/>
            </a:schemeClr>
          </a:solidFill>
        </p:spPr>
        <p:txBody>
          <a:bodyPr wrap="square">
            <a:noAutofit/>
          </a:bodyPr>
          <a:lstStyle/>
          <a:p>
            <a:endParaRPr lang="en-AU"/>
          </a:p>
        </p:txBody>
      </p:sp>
      <p:sp>
        <p:nvSpPr>
          <p:cNvPr id="38" name="Picture Placeholder 37"/>
          <p:cNvSpPr>
            <a:spLocks noGrp="1"/>
          </p:cNvSpPr>
          <p:nvPr>
            <p:ph type="pic" sz="quarter" idx="18"/>
          </p:nvPr>
        </p:nvSpPr>
        <p:spPr>
          <a:xfrm>
            <a:off x="6165273" y="4365702"/>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14"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15"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6" name="Text Placeholder 10"/>
          <p:cNvSpPr>
            <a:spLocks noGrp="1"/>
          </p:cNvSpPr>
          <p:nvPr>
            <p:ph type="body" sz="quarter" idx="17" hasCustomPrompt="1"/>
          </p:nvPr>
        </p:nvSpPr>
        <p:spPr>
          <a:xfrm>
            <a:off x="838200" y="3026156"/>
            <a:ext cx="2438401" cy="273368"/>
          </a:xfrm>
        </p:spPr>
        <p:txBody>
          <a:bodyPr/>
          <a:lstStyle>
            <a:lvl1pPr algn="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7" name="Text Placeholder 10"/>
          <p:cNvSpPr>
            <a:spLocks noGrp="1"/>
          </p:cNvSpPr>
          <p:nvPr>
            <p:ph type="body" sz="quarter" idx="19" hasCustomPrompt="1"/>
          </p:nvPr>
        </p:nvSpPr>
        <p:spPr>
          <a:xfrm>
            <a:off x="838201" y="3377725"/>
            <a:ext cx="2438400" cy="1085225"/>
          </a:xfrm>
        </p:spPr>
        <p:txBody>
          <a:bodyPr>
            <a:normAutofit/>
          </a:bodyPr>
          <a:lstStyle>
            <a:lvl1pPr algn="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18" name="Text Placeholder 10"/>
          <p:cNvSpPr>
            <a:spLocks noGrp="1"/>
          </p:cNvSpPr>
          <p:nvPr>
            <p:ph type="body" sz="quarter" idx="20" hasCustomPrompt="1"/>
          </p:nvPr>
        </p:nvSpPr>
        <p:spPr>
          <a:xfrm>
            <a:off x="838200" y="4743477"/>
            <a:ext cx="2438401" cy="273368"/>
          </a:xfrm>
        </p:spPr>
        <p:txBody>
          <a:bodyPr/>
          <a:lstStyle>
            <a:lvl1pPr algn="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9" name="Text Placeholder 10"/>
          <p:cNvSpPr>
            <a:spLocks noGrp="1"/>
          </p:cNvSpPr>
          <p:nvPr>
            <p:ph type="body" sz="quarter" idx="21" hasCustomPrompt="1"/>
          </p:nvPr>
        </p:nvSpPr>
        <p:spPr>
          <a:xfrm>
            <a:off x="838201" y="5095046"/>
            <a:ext cx="2438400" cy="1085225"/>
          </a:xfrm>
        </p:spPr>
        <p:txBody>
          <a:bodyPr>
            <a:normAutofit/>
          </a:bodyPr>
          <a:lstStyle>
            <a:lvl1pPr algn="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0" name="Text Placeholder 10"/>
          <p:cNvSpPr>
            <a:spLocks noGrp="1"/>
          </p:cNvSpPr>
          <p:nvPr>
            <p:ph type="body" sz="quarter" idx="22" hasCustomPrompt="1"/>
          </p:nvPr>
        </p:nvSpPr>
        <p:spPr>
          <a:xfrm>
            <a:off x="8929254" y="3027921"/>
            <a:ext cx="2438401" cy="273368"/>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1" name="Text Placeholder 10"/>
          <p:cNvSpPr>
            <a:spLocks noGrp="1"/>
          </p:cNvSpPr>
          <p:nvPr>
            <p:ph type="body" sz="quarter" idx="23" hasCustomPrompt="1"/>
          </p:nvPr>
        </p:nvSpPr>
        <p:spPr>
          <a:xfrm>
            <a:off x="8929255" y="3379490"/>
            <a:ext cx="2438400" cy="1085225"/>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2" name="Text Placeholder 10"/>
          <p:cNvSpPr>
            <a:spLocks noGrp="1"/>
          </p:cNvSpPr>
          <p:nvPr>
            <p:ph type="body" sz="quarter" idx="24" hasCustomPrompt="1"/>
          </p:nvPr>
        </p:nvSpPr>
        <p:spPr>
          <a:xfrm>
            <a:off x="8929254" y="4743477"/>
            <a:ext cx="2438401" cy="273368"/>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4" name="Text Placeholder 10"/>
          <p:cNvSpPr>
            <a:spLocks noGrp="1"/>
          </p:cNvSpPr>
          <p:nvPr>
            <p:ph type="body" sz="quarter" idx="25" hasCustomPrompt="1"/>
          </p:nvPr>
        </p:nvSpPr>
        <p:spPr>
          <a:xfrm>
            <a:off x="8929255" y="5095046"/>
            <a:ext cx="2438400" cy="1085225"/>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32936120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ppt_w</p:attrName>
                                        </p:attrNameLst>
                                      </p:cBhvr>
                                      <p:tavLst>
                                        <p:tav tm="0">
                                          <p:val>
                                            <p:fltVal val="0"/>
                                          </p:val>
                                        </p:tav>
                                        <p:tav tm="100000">
                                          <p:val>
                                            <p:strVal val="#ppt_w"/>
                                          </p:val>
                                        </p:tav>
                                      </p:tavLst>
                                    </p:anim>
                                    <p:anim calcmode="lin" valueType="num">
                                      <p:cBhvr>
                                        <p:cTn id="8" dur="500" fill="hold"/>
                                        <p:tgtEl>
                                          <p:spTgt spid="29"/>
                                        </p:tgtEl>
                                        <p:attrNameLst>
                                          <p:attrName>ppt_h</p:attrName>
                                        </p:attrNameLst>
                                      </p:cBhvr>
                                      <p:tavLst>
                                        <p:tav tm="0">
                                          <p:val>
                                            <p:fltVal val="0"/>
                                          </p:val>
                                        </p:tav>
                                        <p:tav tm="100000">
                                          <p:val>
                                            <p:strVal val="#ppt_h"/>
                                          </p:val>
                                        </p:tav>
                                      </p:tavLst>
                                    </p:anim>
                                    <p:animEffect transition="in" filter="fade">
                                      <p:cBhvr>
                                        <p:cTn id="9" dur="500"/>
                                        <p:tgtEl>
                                          <p:spTgt spid="29"/>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32"/>
                                        </p:tgtEl>
                                        <p:attrNameLst>
                                          <p:attrName>style.visibility</p:attrName>
                                        </p:attrNameLst>
                                      </p:cBhvr>
                                      <p:to>
                                        <p:strVal val="visible"/>
                                      </p:to>
                                    </p:set>
                                    <p:anim calcmode="lin" valueType="num">
                                      <p:cBhvr>
                                        <p:cTn id="12" dur="500" fill="hold"/>
                                        <p:tgtEl>
                                          <p:spTgt spid="32"/>
                                        </p:tgtEl>
                                        <p:attrNameLst>
                                          <p:attrName>ppt_w</p:attrName>
                                        </p:attrNameLst>
                                      </p:cBhvr>
                                      <p:tavLst>
                                        <p:tav tm="0">
                                          <p:val>
                                            <p:fltVal val="0"/>
                                          </p:val>
                                        </p:tav>
                                        <p:tav tm="100000">
                                          <p:val>
                                            <p:strVal val="#ppt_w"/>
                                          </p:val>
                                        </p:tav>
                                      </p:tavLst>
                                    </p:anim>
                                    <p:anim calcmode="lin" valueType="num">
                                      <p:cBhvr>
                                        <p:cTn id="13" dur="500" fill="hold"/>
                                        <p:tgtEl>
                                          <p:spTgt spid="32"/>
                                        </p:tgtEl>
                                        <p:attrNameLst>
                                          <p:attrName>ppt_h</p:attrName>
                                        </p:attrNameLst>
                                      </p:cBhvr>
                                      <p:tavLst>
                                        <p:tav tm="0">
                                          <p:val>
                                            <p:fltVal val="0"/>
                                          </p:val>
                                        </p:tav>
                                        <p:tav tm="100000">
                                          <p:val>
                                            <p:strVal val="#ppt_h"/>
                                          </p:val>
                                        </p:tav>
                                      </p:tavLst>
                                    </p:anim>
                                    <p:animEffect transition="in" filter="fade">
                                      <p:cBhvr>
                                        <p:cTn id="14" dur="500"/>
                                        <p:tgtEl>
                                          <p:spTgt spid="32"/>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p:cTn id="17" dur="500" fill="hold"/>
                                        <p:tgtEl>
                                          <p:spTgt spid="23"/>
                                        </p:tgtEl>
                                        <p:attrNameLst>
                                          <p:attrName>ppt_w</p:attrName>
                                        </p:attrNameLst>
                                      </p:cBhvr>
                                      <p:tavLst>
                                        <p:tav tm="0">
                                          <p:val>
                                            <p:fltVal val="0"/>
                                          </p:val>
                                        </p:tav>
                                        <p:tav tm="100000">
                                          <p:val>
                                            <p:strVal val="#ppt_w"/>
                                          </p:val>
                                        </p:tav>
                                      </p:tavLst>
                                    </p:anim>
                                    <p:anim calcmode="lin" valueType="num">
                                      <p:cBhvr>
                                        <p:cTn id="18" dur="500" fill="hold"/>
                                        <p:tgtEl>
                                          <p:spTgt spid="23"/>
                                        </p:tgtEl>
                                        <p:attrNameLst>
                                          <p:attrName>ppt_h</p:attrName>
                                        </p:attrNameLst>
                                      </p:cBhvr>
                                      <p:tavLst>
                                        <p:tav tm="0">
                                          <p:val>
                                            <p:fltVal val="0"/>
                                          </p:val>
                                        </p:tav>
                                        <p:tav tm="100000">
                                          <p:val>
                                            <p:strVal val="#ppt_h"/>
                                          </p:val>
                                        </p:tav>
                                      </p:tavLst>
                                    </p:anim>
                                    <p:animEffect transition="in" filter="fade">
                                      <p:cBhvr>
                                        <p:cTn id="19" dur="500"/>
                                        <p:tgtEl>
                                          <p:spTgt spid="23"/>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 calcmode="lin" valueType="num">
                                      <p:cBhvr>
                                        <p:cTn id="22" dur="500" fill="hold"/>
                                        <p:tgtEl>
                                          <p:spTgt spid="38"/>
                                        </p:tgtEl>
                                        <p:attrNameLst>
                                          <p:attrName>ppt_w</p:attrName>
                                        </p:attrNameLst>
                                      </p:cBhvr>
                                      <p:tavLst>
                                        <p:tav tm="0">
                                          <p:val>
                                            <p:fltVal val="0"/>
                                          </p:val>
                                        </p:tav>
                                        <p:tav tm="100000">
                                          <p:val>
                                            <p:strVal val="#ppt_w"/>
                                          </p:val>
                                        </p:tav>
                                      </p:tavLst>
                                    </p:anim>
                                    <p:anim calcmode="lin" valueType="num">
                                      <p:cBhvr>
                                        <p:cTn id="23" dur="500" fill="hold"/>
                                        <p:tgtEl>
                                          <p:spTgt spid="38"/>
                                        </p:tgtEl>
                                        <p:attrNameLst>
                                          <p:attrName>ppt_h</p:attrName>
                                        </p:attrNameLst>
                                      </p:cBhvr>
                                      <p:tavLst>
                                        <p:tav tm="0">
                                          <p:val>
                                            <p:fltVal val="0"/>
                                          </p:val>
                                        </p:tav>
                                        <p:tav tm="100000">
                                          <p:val>
                                            <p:strVal val="#ppt_h"/>
                                          </p:val>
                                        </p:tav>
                                      </p:tavLst>
                                    </p:anim>
                                    <p:animEffect transition="in" filter="fade">
                                      <p:cBhvr>
                                        <p:cTn id="24" dur="500"/>
                                        <p:tgtEl>
                                          <p:spTgt spid="38"/>
                                        </p:tgtEl>
                                      </p:cBhvr>
                                    </p:animEffect>
                                  </p:childTnLst>
                                </p:cTn>
                              </p:par>
                            </p:childTnLst>
                          </p:cTn>
                        </p:par>
                        <p:par>
                          <p:cTn id="25" fill="hold">
                            <p:stCondLst>
                              <p:cond delay="500"/>
                            </p:stCondLst>
                            <p:childTnLst>
                              <p:par>
                                <p:cTn id="26" presetID="10" presetClass="entr" presetSubtype="0" fill="hold" grpId="0" nodeType="after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par>
                          <p:cTn id="29" fill="hold">
                            <p:stCondLst>
                              <p:cond delay="1000"/>
                            </p:stCondLst>
                            <p:childTnLst>
                              <p:par>
                                <p:cTn id="30" presetID="10" presetClass="entr" presetSubtype="0" fill="hold" grpId="0" nodeType="afterEffect">
                                  <p:stCondLst>
                                    <p:cond delay="0"/>
                                  </p:stCondLst>
                                  <p:childTnLst>
                                    <p:set>
                                      <p:cBhvr>
                                        <p:cTn id="31" dur="1" fill="hold">
                                          <p:stCondLst>
                                            <p:cond delay="0"/>
                                          </p:stCondLst>
                                        </p:cTn>
                                        <p:tgtEl>
                                          <p:spTgt spid="15">
                                            <p:txEl>
                                              <p:pRg st="0" end="0"/>
                                            </p:txEl>
                                          </p:spTgt>
                                        </p:tgtEl>
                                        <p:attrNameLst>
                                          <p:attrName>style.visibility</p:attrName>
                                        </p:attrNameLst>
                                      </p:cBhvr>
                                      <p:to>
                                        <p:strVal val="visible"/>
                                      </p:to>
                                    </p:set>
                                    <p:animEffect transition="in" filter="fade">
                                      <p:cBhvr>
                                        <p:cTn id="32" dur="500"/>
                                        <p:tgtEl>
                                          <p:spTgt spid="15">
                                            <p:txEl>
                                              <p:pRg st="0" end="0"/>
                                            </p:txEl>
                                          </p:spTgt>
                                        </p:tgtEl>
                                      </p:cBhvr>
                                    </p:animEffect>
                                  </p:childTnLst>
                                </p:cTn>
                              </p:par>
                            </p:childTnLst>
                          </p:cTn>
                        </p:par>
                        <p:par>
                          <p:cTn id="33" fill="hold">
                            <p:stCondLst>
                              <p:cond delay="1500"/>
                            </p:stCondLst>
                            <p:childTnLst>
                              <p:par>
                                <p:cTn id="34" presetID="10" presetClass="entr" presetSubtype="0" fill="hold" grpId="0" nodeType="afterEffect">
                                  <p:stCondLst>
                                    <p:cond delay="0"/>
                                  </p:stCondLst>
                                  <p:childTnLst>
                                    <p:set>
                                      <p:cBhvr>
                                        <p:cTn id="35" dur="1" fill="hold">
                                          <p:stCondLst>
                                            <p:cond delay="0"/>
                                          </p:stCondLst>
                                        </p:cTn>
                                        <p:tgtEl>
                                          <p:spTgt spid="16">
                                            <p:txEl>
                                              <p:pRg st="0" end="0"/>
                                            </p:txEl>
                                          </p:spTgt>
                                        </p:tgtEl>
                                        <p:attrNameLst>
                                          <p:attrName>style.visibility</p:attrName>
                                        </p:attrNameLst>
                                      </p:cBhvr>
                                      <p:to>
                                        <p:strVal val="visible"/>
                                      </p:to>
                                    </p:set>
                                    <p:animEffect transition="in" filter="fade">
                                      <p:cBhvr>
                                        <p:cTn id="36" dur="500"/>
                                        <p:tgtEl>
                                          <p:spTgt spid="16">
                                            <p:txEl>
                                              <p:pRg st="0" end="0"/>
                                            </p:txEl>
                                          </p:spTgt>
                                        </p:tgtEl>
                                      </p:cBhvr>
                                    </p:animEffect>
                                  </p:childTnLst>
                                </p:cTn>
                              </p:par>
                              <p:par>
                                <p:cTn id="37" presetID="42" presetClass="entr" presetSubtype="0" fill="hold" grpId="0" nodeType="withEffect">
                                  <p:stCondLst>
                                    <p:cond delay="0"/>
                                  </p:stCondLst>
                                  <p:childTnLst>
                                    <p:set>
                                      <p:cBhvr>
                                        <p:cTn id="38" dur="1" fill="hold">
                                          <p:stCondLst>
                                            <p:cond delay="0"/>
                                          </p:stCondLst>
                                        </p:cTn>
                                        <p:tgtEl>
                                          <p:spTgt spid="17">
                                            <p:txEl>
                                              <p:pRg st="0" end="0"/>
                                            </p:txEl>
                                          </p:spTgt>
                                        </p:tgtEl>
                                        <p:attrNameLst>
                                          <p:attrName>style.visibility</p:attrName>
                                        </p:attrNameLst>
                                      </p:cBhvr>
                                      <p:to>
                                        <p:strVal val="visible"/>
                                      </p:to>
                                    </p:set>
                                    <p:animEffect transition="in" filter="fade">
                                      <p:cBhvr>
                                        <p:cTn id="39" dur="500"/>
                                        <p:tgtEl>
                                          <p:spTgt spid="17">
                                            <p:txEl>
                                              <p:pRg st="0" end="0"/>
                                            </p:txEl>
                                          </p:spTgt>
                                        </p:tgtEl>
                                      </p:cBhvr>
                                    </p:animEffect>
                                    <p:anim calcmode="lin" valueType="num">
                                      <p:cBhvr>
                                        <p:cTn id="40"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41" dur="500" fill="hold"/>
                                        <p:tgtEl>
                                          <p:spTgt spid="17">
                                            <p:txEl>
                                              <p:pRg st="0" end="0"/>
                                            </p:txEl>
                                          </p:spTgt>
                                        </p:tgtEl>
                                        <p:attrNameLst>
                                          <p:attrName>ppt_y</p:attrName>
                                        </p:attrNameLst>
                                      </p:cBhvr>
                                      <p:tavLst>
                                        <p:tav tm="0">
                                          <p:val>
                                            <p:strVal val="#ppt_y+.1"/>
                                          </p:val>
                                        </p:tav>
                                        <p:tav tm="100000">
                                          <p:val>
                                            <p:strVal val="#ppt_y"/>
                                          </p:val>
                                        </p:tav>
                                      </p:tavLst>
                                    </p:anim>
                                  </p:childTnLst>
                                </p:cTn>
                              </p:par>
                            </p:childTnLst>
                          </p:cTn>
                        </p:par>
                        <p:par>
                          <p:cTn id="42" fill="hold">
                            <p:stCondLst>
                              <p:cond delay="2000"/>
                            </p:stCondLst>
                            <p:childTnLst>
                              <p:par>
                                <p:cTn id="43" presetID="10" presetClass="entr" presetSubtype="0" fill="hold" grpId="0" nodeType="afterEffect">
                                  <p:stCondLst>
                                    <p:cond delay="0"/>
                                  </p:stCondLst>
                                  <p:childTnLst>
                                    <p:set>
                                      <p:cBhvr>
                                        <p:cTn id="44" dur="1" fill="hold">
                                          <p:stCondLst>
                                            <p:cond delay="0"/>
                                          </p:stCondLst>
                                        </p:cTn>
                                        <p:tgtEl>
                                          <p:spTgt spid="18">
                                            <p:txEl>
                                              <p:pRg st="0" end="0"/>
                                            </p:txEl>
                                          </p:spTgt>
                                        </p:tgtEl>
                                        <p:attrNameLst>
                                          <p:attrName>style.visibility</p:attrName>
                                        </p:attrNameLst>
                                      </p:cBhvr>
                                      <p:to>
                                        <p:strVal val="visible"/>
                                      </p:to>
                                    </p:set>
                                    <p:animEffect transition="in" filter="fade">
                                      <p:cBhvr>
                                        <p:cTn id="45" dur="500"/>
                                        <p:tgtEl>
                                          <p:spTgt spid="18">
                                            <p:txEl>
                                              <p:pRg st="0" end="0"/>
                                            </p:txEl>
                                          </p:spTgt>
                                        </p:tgtEl>
                                      </p:cBhvr>
                                    </p:animEffect>
                                  </p:childTnLst>
                                </p:cTn>
                              </p:par>
                              <p:par>
                                <p:cTn id="46" presetID="42" presetClass="entr" presetSubtype="0" fill="hold" grpId="0" nodeType="withEffect">
                                  <p:stCondLst>
                                    <p:cond delay="0"/>
                                  </p:stCondLst>
                                  <p:childTnLst>
                                    <p:set>
                                      <p:cBhvr>
                                        <p:cTn id="47" dur="1" fill="hold">
                                          <p:stCondLst>
                                            <p:cond delay="0"/>
                                          </p:stCondLst>
                                        </p:cTn>
                                        <p:tgtEl>
                                          <p:spTgt spid="19">
                                            <p:txEl>
                                              <p:pRg st="0" end="0"/>
                                            </p:txEl>
                                          </p:spTgt>
                                        </p:tgtEl>
                                        <p:attrNameLst>
                                          <p:attrName>style.visibility</p:attrName>
                                        </p:attrNameLst>
                                      </p:cBhvr>
                                      <p:to>
                                        <p:strVal val="visible"/>
                                      </p:to>
                                    </p:set>
                                    <p:animEffect transition="in" filter="fade">
                                      <p:cBhvr>
                                        <p:cTn id="48" dur="500"/>
                                        <p:tgtEl>
                                          <p:spTgt spid="19">
                                            <p:txEl>
                                              <p:pRg st="0" end="0"/>
                                            </p:txEl>
                                          </p:spTgt>
                                        </p:tgtEl>
                                      </p:cBhvr>
                                    </p:animEffect>
                                    <p:anim calcmode="lin" valueType="num">
                                      <p:cBhvr>
                                        <p:cTn id="49"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0"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1" fill="hold">
                            <p:stCondLst>
                              <p:cond delay="2500"/>
                            </p:stCondLst>
                            <p:childTnLst>
                              <p:par>
                                <p:cTn id="52" presetID="10" presetClass="entr" presetSubtype="0" fill="hold" grpId="0" nodeType="afterEffect">
                                  <p:stCondLst>
                                    <p:cond delay="0"/>
                                  </p:stCondLst>
                                  <p:childTnLst>
                                    <p:set>
                                      <p:cBhvr>
                                        <p:cTn id="53" dur="1" fill="hold">
                                          <p:stCondLst>
                                            <p:cond delay="0"/>
                                          </p:stCondLst>
                                        </p:cTn>
                                        <p:tgtEl>
                                          <p:spTgt spid="20">
                                            <p:txEl>
                                              <p:pRg st="0" end="0"/>
                                            </p:txEl>
                                          </p:spTgt>
                                        </p:tgtEl>
                                        <p:attrNameLst>
                                          <p:attrName>style.visibility</p:attrName>
                                        </p:attrNameLst>
                                      </p:cBhvr>
                                      <p:to>
                                        <p:strVal val="visible"/>
                                      </p:to>
                                    </p:set>
                                    <p:animEffect transition="in" filter="fade">
                                      <p:cBhvr>
                                        <p:cTn id="54" dur="500"/>
                                        <p:tgtEl>
                                          <p:spTgt spid="20">
                                            <p:txEl>
                                              <p:pRg st="0" end="0"/>
                                            </p:txEl>
                                          </p:spTgt>
                                        </p:tgtEl>
                                      </p:cBhvr>
                                    </p:animEffect>
                                  </p:childTnLst>
                                </p:cTn>
                              </p:par>
                              <p:par>
                                <p:cTn id="55" presetID="42" presetClass="entr" presetSubtype="0" fill="hold" grpId="0" nodeType="withEffect">
                                  <p:stCondLst>
                                    <p:cond delay="0"/>
                                  </p:st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3000"/>
                            </p:stCondLst>
                            <p:childTnLst>
                              <p:par>
                                <p:cTn id="61" presetID="10" presetClass="entr" presetSubtype="0" fill="hold" grpId="0" nodeType="afterEffect">
                                  <p:stCondLst>
                                    <p:cond delay="0"/>
                                  </p:stCondLst>
                                  <p:childTnLst>
                                    <p:set>
                                      <p:cBhvr>
                                        <p:cTn id="62" dur="1" fill="hold">
                                          <p:stCondLst>
                                            <p:cond delay="0"/>
                                          </p:stCondLst>
                                        </p:cTn>
                                        <p:tgtEl>
                                          <p:spTgt spid="22">
                                            <p:txEl>
                                              <p:pRg st="0" end="0"/>
                                            </p:txEl>
                                          </p:spTgt>
                                        </p:tgtEl>
                                        <p:attrNameLst>
                                          <p:attrName>style.visibility</p:attrName>
                                        </p:attrNameLst>
                                      </p:cBhvr>
                                      <p:to>
                                        <p:strVal val="visible"/>
                                      </p:to>
                                    </p:set>
                                    <p:animEffect transition="in" filter="fade">
                                      <p:cBhvr>
                                        <p:cTn id="63" dur="500"/>
                                        <p:tgtEl>
                                          <p:spTgt spid="22">
                                            <p:txEl>
                                              <p:pRg st="0" end="0"/>
                                            </p:txEl>
                                          </p:spTgt>
                                        </p:tgtEl>
                                      </p:cBhvr>
                                    </p:animEffect>
                                  </p:childTnLst>
                                </p:cTn>
                              </p:par>
                              <p:par>
                                <p:cTn id="64" presetID="42" presetClass="entr" presetSubtype="0" fill="hold" grpId="0" nodeType="withEffect">
                                  <p:stCondLst>
                                    <p:cond delay="0"/>
                                  </p:stCondLst>
                                  <p:childTnLst>
                                    <p:set>
                                      <p:cBhvr>
                                        <p:cTn id="65" dur="1" fill="hold">
                                          <p:stCondLst>
                                            <p:cond delay="0"/>
                                          </p:stCondLst>
                                        </p:cTn>
                                        <p:tgtEl>
                                          <p:spTgt spid="24">
                                            <p:txEl>
                                              <p:pRg st="0" end="0"/>
                                            </p:txEl>
                                          </p:spTgt>
                                        </p:tgtEl>
                                        <p:attrNameLst>
                                          <p:attrName>style.visibility</p:attrName>
                                        </p:attrNameLst>
                                      </p:cBhvr>
                                      <p:to>
                                        <p:strVal val="visible"/>
                                      </p:to>
                                    </p:set>
                                    <p:animEffect transition="in" filter="fade">
                                      <p:cBhvr>
                                        <p:cTn id="66" dur="500"/>
                                        <p:tgtEl>
                                          <p:spTgt spid="24">
                                            <p:txEl>
                                              <p:pRg st="0" end="0"/>
                                            </p:txEl>
                                          </p:spTgt>
                                        </p:tgtEl>
                                      </p:cBhvr>
                                    </p:animEffect>
                                    <p:anim calcmode="lin" valueType="num">
                                      <p:cBhvr>
                                        <p:cTn id="67"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8"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9" grpId="0" animBg="1"/>
      <p:bldP spid="32" grpId="0" animBg="1"/>
      <p:bldP spid="38" grpId="0" animBg="1"/>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10" presetClass="entr" presetSubtype="0"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42"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anim calcmode="lin" valueType="num">
                      <p:cBhvr>
                        <p:cTn dur="500" fill="hold"/>
                        <p:tgtEl>
                          <p:spTgt spid="17"/>
                        </p:tgtEl>
                        <p:attrNameLst>
                          <p:attrName>ppt_x</p:attrName>
                        </p:attrNameLst>
                      </p:cBhvr>
                      <p:tavLst>
                        <p:tav tm="0">
                          <p:val>
                            <p:strVal val="#ppt_x"/>
                          </p:val>
                        </p:tav>
                        <p:tav tm="100000">
                          <p:val>
                            <p:strVal val="#ppt_x"/>
                          </p:val>
                        </p:tav>
                      </p:tavLst>
                    </p:anim>
                    <p:anim calcmode="lin" valueType="num">
                      <p:cBhvr>
                        <p:cTn dur="500" fill="hold"/>
                        <p:tgtEl>
                          <p:spTgt spid="1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10"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42"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10" presetClass="entr" presetSubtype="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13" name="Picture Placeholder 12"/>
          <p:cNvSpPr>
            <a:spLocks noGrp="1"/>
          </p:cNvSpPr>
          <p:nvPr>
            <p:ph type="pic" sz="quarter" idx="13"/>
          </p:nvPr>
        </p:nvSpPr>
        <p:spPr>
          <a:xfrm>
            <a:off x="1127613" y="2204642"/>
            <a:ext cx="4337184" cy="2448716"/>
          </a:xfrm>
          <a:custGeom>
            <a:avLst/>
            <a:gdLst>
              <a:gd name="connsiteX0" fmla="*/ 0 w 4337184"/>
              <a:gd name="connsiteY0" fmla="*/ 0 h 2448716"/>
              <a:gd name="connsiteX1" fmla="*/ 4337184 w 4337184"/>
              <a:gd name="connsiteY1" fmla="*/ 0 h 2448716"/>
              <a:gd name="connsiteX2" fmla="*/ 4337184 w 4337184"/>
              <a:gd name="connsiteY2" fmla="*/ 2448716 h 2448716"/>
              <a:gd name="connsiteX3" fmla="*/ 0 w 4337184"/>
              <a:gd name="connsiteY3" fmla="*/ 2448716 h 2448716"/>
            </a:gdLst>
            <a:ahLst/>
            <a:cxnLst>
              <a:cxn ang="0">
                <a:pos x="connsiteX0" y="connsiteY0"/>
              </a:cxn>
              <a:cxn ang="0">
                <a:pos x="connsiteX1" y="connsiteY1"/>
              </a:cxn>
              <a:cxn ang="0">
                <a:pos x="connsiteX2" y="connsiteY2"/>
              </a:cxn>
              <a:cxn ang="0">
                <a:pos x="connsiteX3" y="connsiteY3"/>
              </a:cxn>
            </a:cxnLst>
            <a:rect l="l" t="t" r="r" b="b"/>
            <a:pathLst>
              <a:path w="4337184" h="2448716">
                <a:moveTo>
                  <a:pt x="0" y="0"/>
                </a:moveTo>
                <a:lnTo>
                  <a:pt x="4337184" y="0"/>
                </a:lnTo>
                <a:lnTo>
                  <a:pt x="4337184" y="2448716"/>
                </a:lnTo>
                <a:lnTo>
                  <a:pt x="0" y="2448716"/>
                </a:lnTo>
                <a:close/>
              </a:path>
            </a:pathLst>
          </a:custGeom>
          <a:solidFill>
            <a:schemeClr val="bg1">
              <a:lumMod val="95000"/>
            </a:schemeClr>
          </a:solidFill>
        </p:spPr>
        <p:txBody>
          <a:bodyPr wrap="square">
            <a:noAutofit/>
          </a:bodyPr>
          <a:lstStyle/>
          <a:p>
            <a:endParaRPr lang="en-AU"/>
          </a:p>
        </p:txBody>
      </p:sp>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14"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15"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295602382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Effect transition="in" filter="fade">
                                      <p:cBhvr>
                                        <p:cTn id="11" dur="500"/>
                                        <p:tgtEl>
                                          <p:spTgt spid="15">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Lst>
  </p:timing>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14"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15"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3" name="Picture Placeholder 12"/>
          <p:cNvSpPr>
            <a:spLocks noGrp="1"/>
          </p:cNvSpPr>
          <p:nvPr>
            <p:ph type="pic" sz="quarter" idx="13"/>
          </p:nvPr>
        </p:nvSpPr>
        <p:spPr>
          <a:xfrm>
            <a:off x="5168901" y="2552700"/>
            <a:ext cx="1866900" cy="2495760"/>
          </a:xfrm>
          <a:custGeom>
            <a:avLst/>
            <a:gdLst>
              <a:gd name="connsiteX0" fmla="*/ 0 w 4337184"/>
              <a:gd name="connsiteY0" fmla="*/ 0 h 2448716"/>
              <a:gd name="connsiteX1" fmla="*/ 4337184 w 4337184"/>
              <a:gd name="connsiteY1" fmla="*/ 0 h 2448716"/>
              <a:gd name="connsiteX2" fmla="*/ 4337184 w 4337184"/>
              <a:gd name="connsiteY2" fmla="*/ 2448716 h 2448716"/>
              <a:gd name="connsiteX3" fmla="*/ 0 w 4337184"/>
              <a:gd name="connsiteY3" fmla="*/ 2448716 h 2448716"/>
            </a:gdLst>
            <a:ahLst/>
            <a:cxnLst>
              <a:cxn ang="0">
                <a:pos x="connsiteX0" y="connsiteY0"/>
              </a:cxn>
              <a:cxn ang="0">
                <a:pos x="connsiteX1" y="connsiteY1"/>
              </a:cxn>
              <a:cxn ang="0">
                <a:pos x="connsiteX2" y="connsiteY2"/>
              </a:cxn>
              <a:cxn ang="0">
                <a:pos x="connsiteX3" y="connsiteY3"/>
              </a:cxn>
            </a:cxnLst>
            <a:rect l="l" t="t" r="r" b="b"/>
            <a:pathLst>
              <a:path w="4337184" h="2448716">
                <a:moveTo>
                  <a:pt x="0" y="0"/>
                </a:moveTo>
                <a:lnTo>
                  <a:pt x="4337184" y="0"/>
                </a:lnTo>
                <a:lnTo>
                  <a:pt x="4337184" y="2448716"/>
                </a:lnTo>
                <a:lnTo>
                  <a:pt x="0" y="2448716"/>
                </a:lnTo>
                <a:close/>
              </a:path>
            </a:pathLst>
          </a:custGeom>
          <a:solidFill>
            <a:schemeClr val="bg1">
              <a:lumMod val="95000"/>
            </a:schemeClr>
          </a:solidFill>
        </p:spPr>
        <p:txBody>
          <a:bodyPr wrap="square">
            <a:noAutofit/>
          </a:bodyPr>
          <a:lstStyle/>
          <a:p>
            <a:endParaRPr lang="en-AU"/>
          </a:p>
        </p:txBody>
      </p:sp>
    </p:spTree>
    <p:extLst>
      <p:ext uri="{BB962C8B-B14F-4D97-AF65-F5344CB8AC3E}">
        <p14:creationId xmlns:p14="http://schemas.microsoft.com/office/powerpoint/2010/main" val="334282563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Effect transition="in" filter="fade">
                                      <p:cBhvr>
                                        <p:cTn id="11" dur="500"/>
                                        <p:tgtEl>
                                          <p:spTgt spid="15">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3" grpId="0" animBg="1"/>
    </p:bldLst>
  </p:timing>
</p:sldLayout>
</file>

<file path=ppt/slideLayouts/slideLayout1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2403762"/>
            <a:ext cx="10515600" cy="544657"/>
          </a:xfrm>
        </p:spPr>
        <p:txBody>
          <a:bodyPr anchor="b">
            <a:normAutofit/>
          </a:bodyPr>
          <a:lstStyle>
            <a:lvl1pPr>
              <a:defRPr sz="4400">
                <a:solidFill>
                  <a:schemeClr val="tx1">
                    <a:lumMod val="75000"/>
                    <a:lumOff val="25000"/>
                  </a:schemeClr>
                </a:solidFill>
              </a:defRPr>
            </a:lvl1pPr>
          </a:lstStyle>
          <a:p>
            <a:r>
              <a:rPr lang="en-US" dirty="0" smtClean="0"/>
              <a:t>Click to edit Master title style</a:t>
            </a:r>
            <a:endParaRPr lang="en-AU" dirty="0"/>
          </a:p>
        </p:txBody>
      </p:sp>
      <p:sp>
        <p:nvSpPr>
          <p:cNvPr id="3" name="Text Placeholder 2"/>
          <p:cNvSpPr>
            <a:spLocks noGrp="1"/>
          </p:cNvSpPr>
          <p:nvPr>
            <p:ph type="body" idx="1"/>
          </p:nvPr>
        </p:nvSpPr>
        <p:spPr>
          <a:xfrm>
            <a:off x="623888" y="2975408"/>
            <a:ext cx="10515600" cy="453592"/>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71315987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5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Effect transition="in" filter="fade">
                                      <p:cBhvr>
                                        <p:cTn id="13"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1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7730847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3554954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91857994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23796374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84033183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78780130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3816472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4369776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solidFill>
            <a:schemeClr val="bg1">
              <a:lumMod val="85000"/>
            </a:schemeClr>
          </a:solidFill>
        </p:spPr>
        <p:txBody>
          <a:bodyPr/>
          <a:lstStyle/>
          <a:p>
            <a:endParaRPr lang="en-AU"/>
          </a:p>
        </p:txBody>
      </p:sp>
      <p:sp>
        <p:nvSpPr>
          <p:cNvPr id="9" name="Picture Placeholder 7"/>
          <p:cNvSpPr>
            <a:spLocks noGrp="1"/>
          </p:cNvSpPr>
          <p:nvPr>
            <p:ph type="pic" sz="quarter" idx="14"/>
          </p:nvPr>
        </p:nvSpPr>
        <p:spPr>
          <a:xfrm>
            <a:off x="3028950" y="1943100"/>
            <a:ext cx="6096000" cy="4914900"/>
          </a:xfrm>
          <a:solidFill>
            <a:schemeClr val="bg2">
              <a:lumMod val="25000"/>
            </a:schemeClr>
          </a:solidFill>
        </p:spPr>
        <p:txBody>
          <a:bodyPr/>
          <a:lstStyle/>
          <a:p>
            <a:endParaRPr lang="en-AU"/>
          </a:p>
        </p:txBody>
      </p:sp>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AU"/>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23878416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down)">
                                      <p:cBhvr>
                                        <p:cTn id="7" dur="500"/>
                                        <p:tgtEl>
                                          <p:spTgt spid="9"/>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anim calcmode="lin" valueType="num">
                                      <p:cBhvr>
                                        <p:cTn id="12" dur="500" fill="hold"/>
                                        <p:tgtEl>
                                          <p:spTgt spid="2"/>
                                        </p:tgtEl>
                                        <p:attrNameLst>
                                          <p:attrName>ppt_x</p:attrName>
                                        </p:attrNameLst>
                                      </p:cBhvr>
                                      <p:tavLst>
                                        <p:tav tm="0">
                                          <p:val>
                                            <p:strVal val="#ppt_x"/>
                                          </p:val>
                                        </p:tav>
                                        <p:tav tm="100000">
                                          <p:val>
                                            <p:strVal val="#ppt_x"/>
                                          </p:val>
                                        </p:tav>
                                      </p:tavLst>
                                    </p:anim>
                                    <p:anim calcmode="lin" valueType="num">
                                      <p:cBhvr>
                                        <p:cTn id="13" dur="500" fill="hold"/>
                                        <p:tgtEl>
                                          <p:spTgt spid="2"/>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animEffect transition="in" filter="fade">
                                      <p:cBhvr>
                                        <p:cTn id="17" dur="500"/>
                                        <p:tgtEl>
                                          <p:spTgt spid="3">
                                            <p:txEl>
                                              <p:pRg st="0" end="0"/>
                                            </p:txEl>
                                          </p:spTgt>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p:cTn id="21" dur="500" fill="hold"/>
                                        <p:tgtEl>
                                          <p:spTgt spid="8"/>
                                        </p:tgtEl>
                                        <p:attrNameLst>
                                          <p:attrName>ppt_w</p:attrName>
                                        </p:attrNameLst>
                                      </p:cBhvr>
                                      <p:tavLst>
                                        <p:tav tm="0">
                                          <p:val>
                                            <p:fltVal val="0"/>
                                          </p:val>
                                        </p:tav>
                                        <p:tav tm="100000">
                                          <p:val>
                                            <p:strVal val="#ppt_w"/>
                                          </p:val>
                                        </p:tav>
                                      </p:tavLst>
                                    </p:anim>
                                    <p:anim calcmode="lin" valueType="num">
                                      <p:cBhvr>
                                        <p:cTn id="22" dur="500" fill="hold"/>
                                        <p:tgtEl>
                                          <p:spTgt spid="8"/>
                                        </p:tgtEl>
                                        <p:attrNameLst>
                                          <p:attrName>ppt_h</p:attrName>
                                        </p:attrNameLst>
                                      </p:cBhvr>
                                      <p:tavLst>
                                        <p:tav tm="0">
                                          <p:val>
                                            <p:fltVal val="0"/>
                                          </p:val>
                                        </p:tav>
                                        <p:tav tm="100000">
                                          <p:val>
                                            <p:strVal val="#ppt_h"/>
                                          </p:val>
                                        </p:tav>
                                      </p:tavLst>
                                    </p:anim>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778000" y="1996719"/>
            <a:ext cx="4307472" cy="839020"/>
          </a:xfrm>
        </p:spPr>
        <p:txBody>
          <a:bodyPr>
            <a:noAutofit/>
          </a:bodyPr>
          <a:lstStyle>
            <a:lvl1pPr algn="r">
              <a:defRPr sz="6000">
                <a:solidFill>
                  <a:schemeClr val="tx1">
                    <a:lumMod val="75000"/>
                    <a:lumOff val="25000"/>
                  </a:schemeClr>
                </a:solidFill>
              </a:defRPr>
            </a:lvl1pPr>
          </a:lstStyle>
          <a:p>
            <a:r>
              <a:rPr lang="id-ID" dirty="0" smtClean="0"/>
              <a:t>TITLE</a:t>
            </a:r>
            <a:endParaRPr lang="en-AU" dirty="0"/>
          </a:p>
        </p:txBody>
      </p:sp>
      <p:sp>
        <p:nvSpPr>
          <p:cNvPr id="3" name="Content Placeholder 2"/>
          <p:cNvSpPr>
            <a:spLocks noGrp="1"/>
          </p:cNvSpPr>
          <p:nvPr>
            <p:ph idx="1"/>
          </p:nvPr>
        </p:nvSpPr>
        <p:spPr>
          <a:xfrm>
            <a:off x="1788528" y="2758235"/>
            <a:ext cx="4307472" cy="1425158"/>
          </a:xfrm>
        </p:spPr>
        <p:txBody>
          <a:bodyPr>
            <a:normAutofit/>
          </a:bodyPr>
          <a:lstStyle>
            <a:lvl1pPr algn="r">
              <a:defRPr sz="2000">
                <a:solidFill>
                  <a:schemeClr val="tx1">
                    <a:lumMod val="50000"/>
                    <a:lumOff val="50000"/>
                  </a:schemeClr>
                </a:solidFill>
              </a:defRPr>
            </a:lvl1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Picture Placeholder 7"/>
          <p:cNvSpPr>
            <a:spLocks noGrp="1"/>
          </p:cNvSpPr>
          <p:nvPr>
            <p:ph type="pic" sz="quarter" idx="13" hasCustomPrompt="1"/>
          </p:nvPr>
        </p:nvSpPr>
        <p:spPr>
          <a:xfrm>
            <a:off x="0" y="0"/>
            <a:ext cx="12192000" cy="1989138"/>
          </a:xfrm>
          <a:solidFill>
            <a:schemeClr val="bg1">
              <a:lumMod val="85000"/>
            </a:schemeClr>
          </a:solidFill>
        </p:spPr>
        <p:txBody>
          <a:bodyPr>
            <a:normAutofit/>
          </a:bodyPr>
          <a:lstStyle>
            <a:lvl1pPr>
              <a:defRPr sz="1000"/>
            </a:lvl1pPr>
          </a:lstStyle>
          <a:p>
            <a:r>
              <a:rPr lang="id-ID" dirty="0" smtClean="0"/>
              <a:t>Pic here</a:t>
            </a:r>
            <a:endParaRPr lang="en-AU" dirty="0"/>
          </a:p>
        </p:txBody>
      </p:sp>
      <p:sp>
        <p:nvSpPr>
          <p:cNvPr id="10" name="Picture Placeholder 9"/>
          <p:cNvSpPr>
            <a:spLocks noGrp="1"/>
          </p:cNvSpPr>
          <p:nvPr>
            <p:ph type="pic" sz="quarter" idx="14"/>
          </p:nvPr>
        </p:nvSpPr>
        <p:spPr>
          <a:xfrm rot="21079909">
            <a:off x="7010400" y="1587500"/>
            <a:ext cx="1976438" cy="1976438"/>
          </a:xfrm>
          <a:solidFill>
            <a:schemeClr val="bg1">
              <a:lumMod val="75000"/>
            </a:schemeClr>
          </a:solidFill>
        </p:spPr>
        <p:txBody>
          <a:bodyPr/>
          <a:lstStyle/>
          <a:p>
            <a:endParaRPr lang="en-AU"/>
          </a:p>
        </p:txBody>
      </p:sp>
      <p:sp>
        <p:nvSpPr>
          <p:cNvPr id="16" name="Picture Placeholder 15"/>
          <p:cNvSpPr>
            <a:spLocks noGrp="1"/>
          </p:cNvSpPr>
          <p:nvPr>
            <p:ph type="pic" sz="quarter" idx="16" hasCustomPrompt="1"/>
          </p:nvPr>
        </p:nvSpPr>
        <p:spPr>
          <a:xfrm>
            <a:off x="7010400" y="1583575"/>
            <a:ext cx="1976438" cy="63291"/>
          </a:xfrm>
          <a:solidFill>
            <a:schemeClr val="accent1"/>
          </a:solidFill>
        </p:spPr>
        <p:txBody>
          <a:bodyPr>
            <a:noAutofit/>
          </a:bodyPr>
          <a:lstStyle>
            <a:lvl1pPr algn="r">
              <a:defRPr sz="500"/>
            </a:lvl1pPr>
          </a:lstStyle>
          <a:p>
            <a:r>
              <a:rPr lang="id-ID" dirty="0" smtClean="0"/>
              <a:t>Nopic</a:t>
            </a:r>
            <a:endParaRPr lang="en-AU" dirty="0"/>
          </a:p>
        </p:txBody>
      </p:sp>
      <p:sp>
        <p:nvSpPr>
          <p:cNvPr id="18" name="Picture Placeholder 15"/>
          <p:cNvSpPr>
            <a:spLocks noGrp="1"/>
          </p:cNvSpPr>
          <p:nvPr>
            <p:ph type="pic" sz="quarter" idx="17" hasCustomPrompt="1"/>
          </p:nvPr>
        </p:nvSpPr>
        <p:spPr>
          <a:xfrm rot="16200000">
            <a:off x="6053827" y="2538457"/>
            <a:ext cx="1976438" cy="63291"/>
          </a:xfrm>
          <a:solidFill>
            <a:schemeClr val="accent2"/>
          </a:solidFill>
        </p:spPr>
        <p:txBody>
          <a:bodyPr>
            <a:noAutofit/>
          </a:bodyPr>
          <a:lstStyle>
            <a:lvl1pPr algn="r">
              <a:defRPr sz="500"/>
            </a:lvl1pPr>
          </a:lstStyle>
          <a:p>
            <a:r>
              <a:rPr lang="id-ID" dirty="0" smtClean="0"/>
              <a:t>Nopic</a:t>
            </a:r>
            <a:endParaRPr lang="en-AU" dirty="0"/>
          </a:p>
        </p:txBody>
      </p:sp>
      <p:sp>
        <p:nvSpPr>
          <p:cNvPr id="19" name="Picture Placeholder 15"/>
          <p:cNvSpPr>
            <a:spLocks noGrp="1"/>
          </p:cNvSpPr>
          <p:nvPr>
            <p:ph type="pic" sz="quarter" idx="18" hasCustomPrompt="1"/>
          </p:nvPr>
        </p:nvSpPr>
        <p:spPr>
          <a:xfrm rot="16200000">
            <a:off x="7966974" y="2538458"/>
            <a:ext cx="1976438" cy="63291"/>
          </a:xfrm>
          <a:solidFill>
            <a:schemeClr val="accent4"/>
          </a:solidFill>
        </p:spPr>
        <p:txBody>
          <a:bodyPr>
            <a:noAutofit/>
          </a:bodyPr>
          <a:lstStyle>
            <a:lvl1pPr algn="r">
              <a:defRPr sz="500"/>
            </a:lvl1pPr>
          </a:lstStyle>
          <a:p>
            <a:r>
              <a:rPr lang="id-ID" dirty="0" smtClean="0"/>
              <a:t>Nopic</a:t>
            </a:r>
            <a:endParaRPr lang="en-AU" dirty="0"/>
          </a:p>
        </p:txBody>
      </p:sp>
      <p:sp>
        <p:nvSpPr>
          <p:cNvPr id="20" name="Picture Placeholder 15"/>
          <p:cNvSpPr>
            <a:spLocks noGrp="1"/>
          </p:cNvSpPr>
          <p:nvPr>
            <p:ph type="pic" sz="quarter" idx="19" hasCustomPrompt="1"/>
          </p:nvPr>
        </p:nvSpPr>
        <p:spPr>
          <a:xfrm>
            <a:off x="7010400" y="3523186"/>
            <a:ext cx="1976438" cy="63291"/>
          </a:xfrm>
          <a:solidFill>
            <a:schemeClr val="accent5"/>
          </a:solidFill>
        </p:spPr>
        <p:txBody>
          <a:bodyPr>
            <a:noAutofit/>
          </a:bodyPr>
          <a:lstStyle>
            <a:lvl1pPr algn="r">
              <a:defRPr sz="500"/>
            </a:lvl1pPr>
          </a:lstStyle>
          <a:p>
            <a:r>
              <a:rPr lang="id-ID" dirty="0" smtClean="0"/>
              <a:t>Nopic</a:t>
            </a:r>
            <a:endParaRPr lang="en-AU" dirty="0"/>
          </a:p>
        </p:txBody>
      </p:sp>
      <p:sp>
        <p:nvSpPr>
          <p:cNvPr id="22" name="Text Placeholder 21"/>
          <p:cNvSpPr>
            <a:spLocks noGrp="1"/>
          </p:cNvSpPr>
          <p:nvPr>
            <p:ph type="body" sz="quarter" idx="20"/>
          </p:nvPr>
        </p:nvSpPr>
        <p:spPr>
          <a:xfrm>
            <a:off x="6872288" y="4073525"/>
            <a:ext cx="3109912"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1"/>
          </p:nvPr>
        </p:nvSpPr>
        <p:spPr>
          <a:xfrm>
            <a:off x="6872288" y="4482636"/>
            <a:ext cx="3109912"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6"/>
          <p:cNvSpPr>
            <a:spLocks noGrp="1"/>
          </p:cNvSpPr>
          <p:nvPr>
            <p:ph type="body" sz="quarter" idx="22"/>
          </p:nvPr>
        </p:nvSpPr>
        <p:spPr>
          <a:xfrm>
            <a:off x="2526297" y="1603582"/>
            <a:ext cx="3559175" cy="372856"/>
          </a:xfrm>
        </p:spPr>
        <p:txBody>
          <a:bodyPr>
            <a:noAutofit/>
          </a:bodyPr>
          <a:lstStyle>
            <a:lvl1pPr algn="r">
              <a:defRPr sz="2800">
                <a:solidFill>
                  <a:schemeClr val="tx1">
                    <a:lumMod val="65000"/>
                    <a:lumOff val="35000"/>
                  </a:schemeClr>
                </a:solidFill>
                <a:latin typeface="+mj-lt"/>
              </a:defRPr>
            </a:lvl1pPr>
          </a:lstStyle>
          <a:p>
            <a:pPr lvl="0"/>
            <a:endParaRPr lang="en-AU" dirty="0"/>
          </a:p>
        </p:txBody>
      </p:sp>
    </p:spTree>
    <p:extLst>
      <p:ext uri="{BB962C8B-B14F-4D97-AF65-F5344CB8AC3E}">
        <p14:creationId xmlns:p14="http://schemas.microsoft.com/office/powerpoint/2010/main" val="18185699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24">
                                            <p:txEl>
                                              <p:pRg st="0" end="0"/>
                                            </p:txEl>
                                          </p:spTgt>
                                        </p:tgtEl>
                                        <p:attrNameLst>
                                          <p:attrName>style.visibility</p:attrName>
                                        </p:attrNameLst>
                                      </p:cBhvr>
                                      <p:to>
                                        <p:strVal val="visible"/>
                                      </p:to>
                                    </p:set>
                                    <p:animEffect transition="in" filter="fade">
                                      <p:cBhvr>
                                        <p:cTn id="13" dur="500"/>
                                        <p:tgtEl>
                                          <p:spTgt spid="24">
                                            <p:txEl>
                                              <p:pRg st="0" end="0"/>
                                            </p:txEl>
                                          </p:spTgt>
                                        </p:tgtEl>
                                      </p:cBhvr>
                                    </p:animEffect>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anim calcmode="lin" valueType="num">
                                      <p:cBhvr>
                                        <p:cTn id="18" dur="500" fill="hold"/>
                                        <p:tgtEl>
                                          <p:spTgt spid="2"/>
                                        </p:tgtEl>
                                        <p:attrNameLst>
                                          <p:attrName>ppt_x</p:attrName>
                                        </p:attrNameLst>
                                      </p:cBhvr>
                                      <p:tavLst>
                                        <p:tav tm="0">
                                          <p:val>
                                            <p:strVal val="#ppt_x"/>
                                          </p:val>
                                        </p:tav>
                                        <p:tav tm="100000">
                                          <p:val>
                                            <p:strVal val="#ppt_x"/>
                                          </p:val>
                                        </p:tav>
                                      </p:tavLst>
                                    </p:anim>
                                    <p:anim calcmode="lin" valueType="num">
                                      <p:cBhvr>
                                        <p:cTn id="19" dur="5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3">
                                            <p:txEl>
                                              <p:pRg st="0" end="0"/>
                                            </p:txEl>
                                          </p:spTgt>
                                        </p:tgtEl>
                                        <p:attrNameLst>
                                          <p:attrName>style.visibility</p:attrName>
                                        </p:attrNameLst>
                                      </p:cBhvr>
                                      <p:to>
                                        <p:strVal val="visible"/>
                                      </p:to>
                                    </p:set>
                                    <p:animEffect transition="in" filter="fade">
                                      <p:cBhvr>
                                        <p:cTn id="23" dur="500"/>
                                        <p:tgtEl>
                                          <p:spTgt spid="3">
                                            <p:txEl>
                                              <p:pRg st="0" end="0"/>
                                            </p:txEl>
                                          </p:spTgt>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wipe(left)">
                                      <p:cBhvr>
                                        <p:cTn id="31" dur="500"/>
                                        <p:tgtEl>
                                          <p:spTgt spid="16"/>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up)">
                                      <p:cBhvr>
                                        <p:cTn id="34" dur="500"/>
                                        <p:tgtEl>
                                          <p:spTgt spid="19"/>
                                        </p:tgtEl>
                                      </p:cBhvr>
                                    </p:animEffect>
                                  </p:childTnLst>
                                </p:cTn>
                              </p:par>
                              <p:par>
                                <p:cTn id="35" presetID="22" presetClass="entr" presetSubtype="2"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right)">
                                      <p:cBhvr>
                                        <p:cTn id="37" dur="500"/>
                                        <p:tgtEl>
                                          <p:spTgt spid="20"/>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down)">
                                      <p:cBhvr>
                                        <p:cTn id="40" dur="500"/>
                                        <p:tgtEl>
                                          <p:spTgt spid="18"/>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22">
                                            <p:txEl>
                                              <p:pRg st="0" end="0"/>
                                            </p:txEl>
                                          </p:spTgt>
                                        </p:tgtEl>
                                        <p:attrNameLst>
                                          <p:attrName>style.visibility</p:attrName>
                                        </p:attrNameLst>
                                      </p:cBhvr>
                                      <p:to>
                                        <p:strVal val="visible"/>
                                      </p:to>
                                    </p:set>
                                    <p:anim calcmode="lin" valueType="num">
                                      <p:cBhvr>
                                        <p:cTn id="44"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22">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23">
                                            <p:txEl>
                                              <p:pRg st="0" end="0"/>
                                            </p:txEl>
                                          </p:spTgt>
                                        </p:tgtEl>
                                        <p:attrNameLst>
                                          <p:attrName>style.visibility</p:attrName>
                                        </p:attrNameLst>
                                      </p:cBhvr>
                                      <p:to>
                                        <p:strVal val="visible"/>
                                      </p:to>
                                    </p:set>
                                    <p:animEffect transition="in" filter="fade">
                                      <p:cBhvr>
                                        <p:cTn id="50" dur="500"/>
                                        <p:tgtEl>
                                          <p:spTgt spid="23">
                                            <p:txEl>
                                              <p:pRg st="0" end="0"/>
                                            </p:txEl>
                                          </p:spTgt>
                                        </p:tgtEl>
                                      </p:cBhvr>
                                    </p:animEffect>
                                    <p:anim calcmode="lin" valueType="num">
                                      <p:cBhvr>
                                        <p:cTn id="51"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8" grpId="0" animBg="1"/>
      <p:bldP spid="10" grpId="0" animBg="1"/>
      <p:bldP spid="16" grpId="0" animBg="1"/>
      <p:bldP spid="18" grpId="0" animBg="1"/>
      <p:bldP spid="19" grpId="0" animBg="1"/>
      <p:bldP spid="20"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Lst>
  </p:timing>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28872036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7" name="Picture Placeholder 16"/>
          <p:cNvSpPr>
            <a:spLocks noGrp="1"/>
          </p:cNvSpPr>
          <p:nvPr>
            <p:ph type="pic" sz="quarter" idx="14" hasCustomPrompt="1"/>
          </p:nvPr>
        </p:nvSpPr>
        <p:spPr>
          <a:xfrm>
            <a:off x="1839095" y="2048259"/>
            <a:ext cx="2886714" cy="3313449"/>
          </a:xfrm>
          <a:custGeom>
            <a:avLst/>
            <a:gdLst>
              <a:gd name="connsiteX0" fmla="*/ 947087 w 3533533"/>
              <a:gd name="connsiteY0" fmla="*/ 1224307 h 4055885"/>
              <a:gd name="connsiteX1" fmla="*/ 1170091 w 3533533"/>
              <a:gd name="connsiteY1" fmla="*/ 1352331 h 4055885"/>
              <a:gd name="connsiteX2" fmla="*/ 2355380 w 3533533"/>
              <a:gd name="connsiteY2" fmla="*/ 3719063 h 4055885"/>
              <a:gd name="connsiteX3" fmla="*/ 2251556 w 3533533"/>
              <a:gd name="connsiteY3" fmla="*/ 4031211 h 4055885"/>
              <a:gd name="connsiteX4" fmla="*/ 2251557 w 3533533"/>
              <a:gd name="connsiteY4" fmla="*/ 4031210 h 4055885"/>
              <a:gd name="connsiteX5" fmla="*/ 1939409 w 3533533"/>
              <a:gd name="connsiteY5" fmla="*/ 3927386 h 4055885"/>
              <a:gd name="connsiteX6" fmla="*/ 754120 w 3533533"/>
              <a:gd name="connsiteY6" fmla="*/ 1560655 h 4055885"/>
              <a:gd name="connsiteX7" fmla="*/ 857943 w 3533533"/>
              <a:gd name="connsiteY7" fmla="*/ 1248507 h 4055885"/>
              <a:gd name="connsiteX8" fmla="*/ 947087 w 3533533"/>
              <a:gd name="connsiteY8" fmla="*/ 1224307 h 4055885"/>
              <a:gd name="connsiteX9" fmla="*/ 217642 w 3533533"/>
              <a:gd name="connsiteY9" fmla="*/ 943467 h 4055885"/>
              <a:gd name="connsiteX10" fmla="*/ 440647 w 3533533"/>
              <a:gd name="connsiteY10" fmla="*/ 1071491 h 4055885"/>
              <a:gd name="connsiteX11" fmla="*/ 1625936 w 3533533"/>
              <a:gd name="connsiteY11" fmla="*/ 3438223 h 4055885"/>
              <a:gd name="connsiteX12" fmla="*/ 1522111 w 3533533"/>
              <a:gd name="connsiteY12" fmla="*/ 3750371 h 4055885"/>
              <a:gd name="connsiteX13" fmla="*/ 1522112 w 3533533"/>
              <a:gd name="connsiteY13" fmla="*/ 3750370 h 4055885"/>
              <a:gd name="connsiteX14" fmla="*/ 1209964 w 3533533"/>
              <a:gd name="connsiteY14" fmla="*/ 3646546 h 4055885"/>
              <a:gd name="connsiteX15" fmla="*/ 24675 w 3533533"/>
              <a:gd name="connsiteY15" fmla="*/ 1279815 h 4055885"/>
              <a:gd name="connsiteX16" fmla="*/ 128499 w 3533533"/>
              <a:gd name="connsiteY16" fmla="*/ 967667 h 4055885"/>
              <a:gd name="connsiteX17" fmla="*/ 217642 w 3533533"/>
              <a:gd name="connsiteY17" fmla="*/ 943467 h 4055885"/>
              <a:gd name="connsiteX18" fmla="*/ 1888548 w 3533533"/>
              <a:gd name="connsiteY18" fmla="*/ 752811 h 4055885"/>
              <a:gd name="connsiteX19" fmla="*/ 2111553 w 3533533"/>
              <a:gd name="connsiteY19" fmla="*/ 880835 h 4055885"/>
              <a:gd name="connsiteX20" fmla="*/ 3296841 w 3533533"/>
              <a:gd name="connsiteY20" fmla="*/ 3247567 h 4055885"/>
              <a:gd name="connsiteX21" fmla="*/ 3193017 w 3533533"/>
              <a:gd name="connsiteY21" fmla="*/ 3559715 h 4055885"/>
              <a:gd name="connsiteX22" fmla="*/ 3193018 w 3533533"/>
              <a:gd name="connsiteY22" fmla="*/ 3559714 h 4055885"/>
              <a:gd name="connsiteX23" fmla="*/ 2880870 w 3533533"/>
              <a:gd name="connsiteY23" fmla="*/ 3455890 h 4055885"/>
              <a:gd name="connsiteX24" fmla="*/ 1695581 w 3533533"/>
              <a:gd name="connsiteY24" fmla="*/ 1089159 h 4055885"/>
              <a:gd name="connsiteX25" fmla="*/ 1799405 w 3533533"/>
              <a:gd name="connsiteY25" fmla="*/ 777011 h 4055885"/>
              <a:gd name="connsiteX26" fmla="*/ 1888548 w 3533533"/>
              <a:gd name="connsiteY26" fmla="*/ 752811 h 4055885"/>
              <a:gd name="connsiteX27" fmla="*/ 1011122 w 3533533"/>
              <a:gd name="connsiteY27" fmla="*/ 176488 h 4055885"/>
              <a:gd name="connsiteX28" fmla="*/ 1234126 w 3533533"/>
              <a:gd name="connsiteY28" fmla="*/ 304512 h 4055885"/>
              <a:gd name="connsiteX29" fmla="*/ 2419415 w 3533533"/>
              <a:gd name="connsiteY29" fmla="*/ 2671244 h 4055885"/>
              <a:gd name="connsiteX30" fmla="*/ 2315591 w 3533533"/>
              <a:gd name="connsiteY30" fmla="*/ 2983392 h 4055885"/>
              <a:gd name="connsiteX31" fmla="*/ 2315592 w 3533533"/>
              <a:gd name="connsiteY31" fmla="*/ 2983391 h 4055885"/>
              <a:gd name="connsiteX32" fmla="*/ 2003444 w 3533533"/>
              <a:gd name="connsiteY32" fmla="*/ 2879567 h 4055885"/>
              <a:gd name="connsiteX33" fmla="*/ 818154 w 3533533"/>
              <a:gd name="connsiteY33" fmla="*/ 512836 h 4055885"/>
              <a:gd name="connsiteX34" fmla="*/ 921978 w 3533533"/>
              <a:gd name="connsiteY34" fmla="*/ 200688 h 4055885"/>
              <a:gd name="connsiteX35" fmla="*/ 1011122 w 3533533"/>
              <a:gd name="connsiteY35" fmla="*/ 176488 h 4055885"/>
              <a:gd name="connsiteX36" fmla="*/ 2100564 w 3533533"/>
              <a:gd name="connsiteY36" fmla="*/ 475 h 4055885"/>
              <a:gd name="connsiteX37" fmla="*/ 2323569 w 3533533"/>
              <a:gd name="connsiteY37" fmla="*/ 128499 h 4055885"/>
              <a:gd name="connsiteX38" fmla="*/ 3508858 w 3533533"/>
              <a:gd name="connsiteY38" fmla="*/ 2495231 h 4055885"/>
              <a:gd name="connsiteX39" fmla="*/ 3405034 w 3533533"/>
              <a:gd name="connsiteY39" fmla="*/ 2807379 h 4055885"/>
              <a:gd name="connsiteX40" fmla="*/ 3405034 w 3533533"/>
              <a:gd name="connsiteY40" fmla="*/ 2807378 h 4055885"/>
              <a:gd name="connsiteX41" fmla="*/ 3092887 w 3533533"/>
              <a:gd name="connsiteY41" fmla="*/ 2703554 h 4055885"/>
              <a:gd name="connsiteX42" fmla="*/ 1907597 w 3533533"/>
              <a:gd name="connsiteY42" fmla="*/ 336823 h 4055885"/>
              <a:gd name="connsiteX43" fmla="*/ 2011421 w 3533533"/>
              <a:gd name="connsiteY43" fmla="*/ 24675 h 4055885"/>
              <a:gd name="connsiteX44" fmla="*/ 2100564 w 3533533"/>
              <a:gd name="connsiteY44" fmla="*/ 475 h 405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33533" h="4055885">
                <a:moveTo>
                  <a:pt x="947087" y="1224307"/>
                </a:moveTo>
                <a:cubicBezTo>
                  <a:pt x="1037548" y="1218495"/>
                  <a:pt x="1126946" y="1266180"/>
                  <a:pt x="1170091" y="1352331"/>
                </a:cubicBezTo>
                <a:cubicBezTo>
                  <a:pt x="1565188" y="2141242"/>
                  <a:pt x="1960283" y="2930152"/>
                  <a:pt x="2355380" y="3719063"/>
                </a:cubicBezTo>
                <a:cubicBezTo>
                  <a:pt x="2412907" y="3833931"/>
                  <a:pt x="2366424" y="3973684"/>
                  <a:pt x="2251556" y="4031211"/>
                </a:cubicBezTo>
                <a:lnTo>
                  <a:pt x="2251557" y="4031210"/>
                </a:lnTo>
                <a:cubicBezTo>
                  <a:pt x="2136689" y="4088737"/>
                  <a:pt x="1996936" y="4042254"/>
                  <a:pt x="1939409" y="3927386"/>
                </a:cubicBezTo>
                <a:lnTo>
                  <a:pt x="754120" y="1560655"/>
                </a:lnTo>
                <a:cubicBezTo>
                  <a:pt x="696592" y="1445787"/>
                  <a:pt x="743075" y="1306034"/>
                  <a:pt x="857943" y="1248507"/>
                </a:cubicBezTo>
                <a:cubicBezTo>
                  <a:pt x="886660" y="1234125"/>
                  <a:pt x="916933" y="1226244"/>
                  <a:pt x="947087" y="1224307"/>
                </a:cubicBezTo>
                <a:close/>
                <a:moveTo>
                  <a:pt x="217642" y="943467"/>
                </a:moveTo>
                <a:cubicBezTo>
                  <a:pt x="308104" y="937655"/>
                  <a:pt x="397501" y="985340"/>
                  <a:pt x="440647" y="1071491"/>
                </a:cubicBezTo>
                <a:cubicBezTo>
                  <a:pt x="835743" y="1860402"/>
                  <a:pt x="1230839" y="2649312"/>
                  <a:pt x="1625936" y="3438223"/>
                </a:cubicBezTo>
                <a:cubicBezTo>
                  <a:pt x="1683463" y="3553091"/>
                  <a:pt x="1636980" y="3692844"/>
                  <a:pt x="1522111" y="3750371"/>
                </a:cubicBezTo>
                <a:lnTo>
                  <a:pt x="1522112" y="3750370"/>
                </a:lnTo>
                <a:cubicBezTo>
                  <a:pt x="1407244" y="3807897"/>
                  <a:pt x="1267491" y="3761414"/>
                  <a:pt x="1209964" y="3646546"/>
                </a:cubicBezTo>
                <a:lnTo>
                  <a:pt x="24675" y="1279815"/>
                </a:lnTo>
                <a:cubicBezTo>
                  <a:pt x="-32852" y="1164947"/>
                  <a:pt x="13631" y="1025194"/>
                  <a:pt x="128499" y="967667"/>
                </a:cubicBezTo>
                <a:cubicBezTo>
                  <a:pt x="157216" y="953285"/>
                  <a:pt x="187488" y="945404"/>
                  <a:pt x="217642" y="943467"/>
                </a:cubicBezTo>
                <a:close/>
                <a:moveTo>
                  <a:pt x="1888548" y="752811"/>
                </a:moveTo>
                <a:cubicBezTo>
                  <a:pt x="1979010" y="747000"/>
                  <a:pt x="2068407" y="794684"/>
                  <a:pt x="2111553" y="880835"/>
                </a:cubicBezTo>
                <a:cubicBezTo>
                  <a:pt x="2506649" y="1669746"/>
                  <a:pt x="2901745" y="2458656"/>
                  <a:pt x="3296841" y="3247567"/>
                </a:cubicBezTo>
                <a:cubicBezTo>
                  <a:pt x="3354369" y="3362435"/>
                  <a:pt x="3307885" y="3502188"/>
                  <a:pt x="3193017" y="3559715"/>
                </a:cubicBezTo>
                <a:lnTo>
                  <a:pt x="3193018" y="3559714"/>
                </a:lnTo>
                <a:cubicBezTo>
                  <a:pt x="3078150" y="3617241"/>
                  <a:pt x="2938397" y="3570758"/>
                  <a:pt x="2880870" y="3455890"/>
                </a:cubicBezTo>
                <a:lnTo>
                  <a:pt x="1695581" y="1089159"/>
                </a:lnTo>
                <a:cubicBezTo>
                  <a:pt x="1638053" y="974291"/>
                  <a:pt x="1684537" y="834539"/>
                  <a:pt x="1799405" y="777011"/>
                </a:cubicBezTo>
                <a:cubicBezTo>
                  <a:pt x="1828122" y="762629"/>
                  <a:pt x="1858394" y="754748"/>
                  <a:pt x="1888548" y="752811"/>
                </a:cubicBezTo>
                <a:close/>
                <a:moveTo>
                  <a:pt x="1011122" y="176488"/>
                </a:moveTo>
                <a:cubicBezTo>
                  <a:pt x="1101583" y="170677"/>
                  <a:pt x="1190981" y="218361"/>
                  <a:pt x="1234126" y="304512"/>
                </a:cubicBezTo>
                <a:cubicBezTo>
                  <a:pt x="1629223" y="1093423"/>
                  <a:pt x="2024319" y="1882334"/>
                  <a:pt x="2419415" y="2671244"/>
                </a:cubicBezTo>
                <a:cubicBezTo>
                  <a:pt x="2476943" y="2786112"/>
                  <a:pt x="2430459" y="2925865"/>
                  <a:pt x="2315591" y="2983392"/>
                </a:cubicBezTo>
                <a:lnTo>
                  <a:pt x="2315592" y="2983391"/>
                </a:lnTo>
                <a:cubicBezTo>
                  <a:pt x="2200724" y="3040918"/>
                  <a:pt x="2060971" y="2994435"/>
                  <a:pt x="2003444" y="2879567"/>
                </a:cubicBezTo>
                <a:lnTo>
                  <a:pt x="818154" y="512836"/>
                </a:lnTo>
                <a:cubicBezTo>
                  <a:pt x="760627" y="397969"/>
                  <a:pt x="807110" y="258216"/>
                  <a:pt x="921978" y="200688"/>
                </a:cubicBezTo>
                <a:cubicBezTo>
                  <a:pt x="950695" y="186307"/>
                  <a:pt x="980968" y="178425"/>
                  <a:pt x="1011122" y="176488"/>
                </a:cubicBezTo>
                <a:close/>
                <a:moveTo>
                  <a:pt x="2100564" y="475"/>
                </a:moveTo>
                <a:cubicBezTo>
                  <a:pt x="2191026" y="-5336"/>
                  <a:pt x="2280424" y="42348"/>
                  <a:pt x="2323569" y="128499"/>
                </a:cubicBezTo>
                <a:cubicBezTo>
                  <a:pt x="2718666" y="917410"/>
                  <a:pt x="3113761" y="1706320"/>
                  <a:pt x="3508858" y="2495231"/>
                </a:cubicBezTo>
                <a:cubicBezTo>
                  <a:pt x="3566385" y="2610099"/>
                  <a:pt x="3519902" y="2749852"/>
                  <a:pt x="3405034" y="2807379"/>
                </a:cubicBezTo>
                <a:lnTo>
                  <a:pt x="3405034" y="2807378"/>
                </a:lnTo>
                <a:cubicBezTo>
                  <a:pt x="3290167" y="2864905"/>
                  <a:pt x="3150414" y="2818422"/>
                  <a:pt x="3092887" y="2703554"/>
                </a:cubicBezTo>
                <a:lnTo>
                  <a:pt x="1907597" y="336823"/>
                </a:lnTo>
                <a:cubicBezTo>
                  <a:pt x="1850070" y="221955"/>
                  <a:pt x="1896553" y="82203"/>
                  <a:pt x="2011421" y="24675"/>
                </a:cubicBezTo>
                <a:cubicBezTo>
                  <a:pt x="2040138" y="10293"/>
                  <a:pt x="2070410" y="2412"/>
                  <a:pt x="2100564" y="475"/>
                </a:cubicBezTo>
                <a:close/>
              </a:path>
            </a:pathLst>
          </a:custGeom>
          <a:solidFill>
            <a:schemeClr val="bg1">
              <a:lumMod val="85000"/>
            </a:schemeClr>
          </a:solidFill>
        </p:spPr>
        <p:txBody>
          <a:bodyPr wrap="square">
            <a:noAutofit/>
          </a:bodyPr>
          <a:lstStyle>
            <a:lvl1pPr>
              <a:defRPr baseline="0"/>
            </a:lvl1pPr>
          </a:lstStyle>
          <a:p>
            <a:r>
              <a:rPr lang="id-ID" dirty="0" smtClean="0"/>
              <a:t>Pic here</a:t>
            </a:r>
            <a:endParaRPr lang="en-AU" dirty="0"/>
          </a:p>
        </p:txBody>
      </p:sp>
      <p:sp>
        <p:nvSpPr>
          <p:cNvPr id="18" name="Text Placeholder 21"/>
          <p:cNvSpPr>
            <a:spLocks noGrp="1"/>
          </p:cNvSpPr>
          <p:nvPr>
            <p:ph type="body" sz="quarter" idx="21"/>
          </p:nvPr>
        </p:nvSpPr>
        <p:spPr>
          <a:xfrm>
            <a:off x="1727496" y="5567867"/>
            <a:ext cx="3109912" cy="291162"/>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0"/>
          </p:nvPr>
        </p:nvSpPr>
        <p:spPr>
          <a:xfrm>
            <a:off x="7315633" y="2417115"/>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2"/>
          </p:nvPr>
        </p:nvSpPr>
        <p:spPr>
          <a:xfrm>
            <a:off x="7315633" y="2715386"/>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3"/>
          </p:nvPr>
        </p:nvSpPr>
        <p:spPr>
          <a:xfrm>
            <a:off x="7315633" y="3436112"/>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24"/>
          </p:nvPr>
        </p:nvSpPr>
        <p:spPr>
          <a:xfrm>
            <a:off x="7315633" y="3734383"/>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5"/>
          </p:nvPr>
        </p:nvSpPr>
        <p:spPr>
          <a:xfrm>
            <a:off x="7315633" y="4449520"/>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6"/>
          </p:nvPr>
        </p:nvSpPr>
        <p:spPr>
          <a:xfrm>
            <a:off x="7315633" y="4747791"/>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Oval 24"/>
          <p:cNvSpPr/>
          <p:nvPr userDrawn="1"/>
        </p:nvSpPr>
        <p:spPr>
          <a:xfrm>
            <a:off x="6059039" y="6567361"/>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Oval 25"/>
          <p:cNvSpPr/>
          <p:nvPr userDrawn="1"/>
        </p:nvSpPr>
        <p:spPr>
          <a:xfrm>
            <a:off x="5867450" y="6278852"/>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Oval 26"/>
          <p:cNvSpPr/>
          <p:nvPr userDrawn="1"/>
        </p:nvSpPr>
        <p:spPr>
          <a:xfrm>
            <a:off x="6104759" y="6188934"/>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8" name="Oval 27"/>
          <p:cNvSpPr/>
          <p:nvPr userDrawn="1"/>
        </p:nvSpPr>
        <p:spPr>
          <a:xfrm>
            <a:off x="6276844" y="6207097"/>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Oval 28"/>
          <p:cNvSpPr/>
          <p:nvPr userDrawn="1"/>
        </p:nvSpPr>
        <p:spPr>
          <a:xfrm>
            <a:off x="5932674" y="5972031"/>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Oval 29"/>
          <p:cNvSpPr/>
          <p:nvPr userDrawn="1"/>
        </p:nvSpPr>
        <p:spPr>
          <a:xfrm>
            <a:off x="6194113" y="5651678"/>
            <a:ext cx="414701" cy="4147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Oval 30"/>
          <p:cNvSpPr/>
          <p:nvPr userDrawn="1"/>
        </p:nvSpPr>
        <p:spPr>
          <a:xfrm>
            <a:off x="5655825" y="5288725"/>
            <a:ext cx="538288" cy="53828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Tree>
    <p:extLst>
      <p:ext uri="{BB962C8B-B14F-4D97-AF65-F5344CB8AC3E}">
        <p14:creationId xmlns:p14="http://schemas.microsoft.com/office/powerpoint/2010/main" val="271033833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par>
                          <p:cTn id="22" fill="hold">
                            <p:stCondLst>
                              <p:cond delay="2000"/>
                            </p:stCondLst>
                            <p:childTnLst>
                              <p:par>
                                <p:cTn id="23" presetID="42" presetClass="entr" presetSubtype="0" fill="hold" grpId="0" nodeType="afterEffect" nodePh="1">
                                  <p:stCondLst>
                                    <p:cond delay="0"/>
                                  </p:stCondLst>
                                  <p:endCondLst>
                                    <p:cond evt="begin" delay="0">
                                      <p:tn val="23"/>
                                    </p:cond>
                                  </p:endCondLst>
                                  <p:childTnLst>
                                    <p:set>
                                      <p:cBhvr>
                                        <p:cTn id="24" dur="1" fill="hold">
                                          <p:stCondLst>
                                            <p:cond delay="0"/>
                                          </p:stCondLst>
                                        </p:cTn>
                                        <p:tgtEl>
                                          <p:spTgt spid="18">
                                            <p:txEl>
                                              <p:pRg st="0" end="0"/>
                                            </p:txEl>
                                          </p:spTgt>
                                        </p:tgtEl>
                                        <p:attrNameLst>
                                          <p:attrName>style.visibility</p:attrName>
                                        </p:attrNameLst>
                                      </p:cBhvr>
                                      <p:to>
                                        <p:strVal val="visible"/>
                                      </p:to>
                                    </p:set>
                                    <p:animEffect transition="in" filter="fade">
                                      <p:cBhvr>
                                        <p:cTn id="25" dur="500"/>
                                        <p:tgtEl>
                                          <p:spTgt spid="18">
                                            <p:txEl>
                                              <p:pRg st="0" end="0"/>
                                            </p:txEl>
                                          </p:spTgt>
                                        </p:tgtEl>
                                      </p:cBhvr>
                                    </p:animEffect>
                                    <p:anim calcmode="lin" valueType="num">
                                      <p:cBhvr>
                                        <p:cTn id="2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4">
                                            <p:txEl>
                                              <p:pRg st="0" end="0"/>
                                            </p:txEl>
                                          </p:spTgt>
                                        </p:tgtEl>
                                        <p:attrNameLst>
                                          <p:attrName>style.visibility</p:attrName>
                                        </p:attrNameLst>
                                      </p:cBhvr>
                                      <p:to>
                                        <p:strVal val="visible"/>
                                      </p:to>
                                    </p:set>
                                    <p:anim calcmode="lin" valueType="num">
                                      <p:cBhvr>
                                        <p:cTn id="31" dur="500" fill="hold"/>
                                        <p:tgtEl>
                                          <p:spTgt spid="14">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4">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4">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15">
                                            <p:txEl>
                                              <p:pRg st="0" end="0"/>
                                            </p:txEl>
                                          </p:spTgt>
                                        </p:tgtEl>
                                        <p:attrNameLst>
                                          <p:attrName>style.visibility</p:attrName>
                                        </p:attrNameLst>
                                      </p:cBhvr>
                                      <p:to>
                                        <p:strVal val="visible"/>
                                      </p:to>
                                    </p:set>
                                    <p:animEffect transition="in" filter="fade">
                                      <p:cBhvr>
                                        <p:cTn id="37" dur="500"/>
                                        <p:tgtEl>
                                          <p:spTgt spid="15">
                                            <p:txEl>
                                              <p:pRg st="0" end="0"/>
                                            </p:txEl>
                                          </p:spTgt>
                                        </p:tgtEl>
                                      </p:cBhvr>
                                    </p:animEffect>
                                    <p:anim calcmode="lin" valueType="num">
                                      <p:cBhvr>
                                        <p:cTn id="38"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1">
                                            <p:txEl>
                                              <p:pRg st="0" end="0"/>
                                            </p:txEl>
                                          </p:spTgt>
                                        </p:tgtEl>
                                        <p:attrNameLst>
                                          <p:attrName>style.visibility</p:attrName>
                                        </p:attrNameLst>
                                      </p:cBhvr>
                                      <p:to>
                                        <p:strVal val="visible"/>
                                      </p:to>
                                    </p:set>
                                    <p:anim calcmode="lin" valueType="num">
                                      <p:cBhvr>
                                        <p:cTn id="43"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1">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1">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Effect transition="in" filter="fade">
                                      <p:cBhvr>
                                        <p:cTn id="49" dur="500"/>
                                        <p:tgtEl>
                                          <p:spTgt spid="22">
                                            <p:txEl>
                                              <p:pRg st="0" end="0"/>
                                            </p:txEl>
                                          </p:spTgt>
                                        </p:tgtEl>
                                      </p:cBhvr>
                                    </p:animEffect>
                                    <p:anim calcmode="lin" valueType="num">
                                      <p:cBhvr>
                                        <p:cTn id="5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52" fill="hold">
                            <p:stCondLst>
                              <p:cond delay="4500"/>
                            </p:stCondLst>
                            <p:childTnLst>
                              <p:par>
                                <p:cTn id="53" presetID="53" presetClass="entr" presetSubtype="16"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 calcmode="lin" valueType="num">
                                      <p:cBhvr>
                                        <p:cTn id="55"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56"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57" dur="500"/>
                                        <p:tgtEl>
                                          <p:spTgt spid="23">
                                            <p:txEl>
                                              <p:pRg st="0" end="0"/>
                                            </p:txEl>
                                          </p:spTgt>
                                        </p:tgtEl>
                                      </p:cBhvr>
                                    </p:animEffect>
                                  </p:childTnLst>
                                </p:cTn>
                              </p:par>
                            </p:childTnLst>
                          </p:cTn>
                        </p:par>
                        <p:par>
                          <p:cTn id="58" fill="hold">
                            <p:stCondLst>
                              <p:cond delay="5000"/>
                            </p:stCondLst>
                            <p:childTnLst>
                              <p:par>
                                <p:cTn id="59" presetID="42" presetClass="entr" presetSubtype="0" fill="hold" grpId="0" nodeType="afterEffect" nodePh="1">
                                  <p:stCondLst>
                                    <p:cond delay="0"/>
                                  </p:stCondLst>
                                  <p:endCondLst>
                                    <p:cond evt="begin" delay="0">
                                      <p:tn val="59"/>
                                    </p:cond>
                                  </p:endCondLst>
                                  <p:childTnLst>
                                    <p:set>
                                      <p:cBhvr>
                                        <p:cTn id="60" dur="1" fill="hold">
                                          <p:stCondLst>
                                            <p:cond delay="0"/>
                                          </p:stCondLst>
                                        </p:cTn>
                                        <p:tgtEl>
                                          <p:spTgt spid="24">
                                            <p:txEl>
                                              <p:pRg st="0" end="0"/>
                                            </p:txEl>
                                          </p:spTgt>
                                        </p:tgtEl>
                                        <p:attrNameLst>
                                          <p:attrName>style.visibility</p:attrName>
                                        </p:attrNameLst>
                                      </p:cBhvr>
                                      <p:to>
                                        <p:strVal val="visible"/>
                                      </p:to>
                                    </p:set>
                                    <p:animEffect transition="in" filter="fade">
                                      <p:cBhvr>
                                        <p:cTn id="61" dur="500"/>
                                        <p:tgtEl>
                                          <p:spTgt spid="24">
                                            <p:txEl>
                                              <p:pRg st="0" end="0"/>
                                            </p:txEl>
                                          </p:spTgt>
                                        </p:tgtEl>
                                      </p:cBhvr>
                                    </p:animEffect>
                                    <p:anim calcmode="lin" valueType="num">
                                      <p:cBhvr>
                                        <p:cTn id="6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3"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64" fill="hold">
                            <p:stCondLst>
                              <p:cond delay="5500"/>
                            </p:stCondLst>
                            <p:childTnLst>
                              <p:par>
                                <p:cTn id="65" presetID="42" presetClass="entr" presetSubtype="0" fill="hold" grpId="0" nodeType="after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anim calcmode="lin" valueType="num">
                                      <p:cBhvr>
                                        <p:cTn id="68" dur="500" fill="hold"/>
                                        <p:tgtEl>
                                          <p:spTgt spid="25"/>
                                        </p:tgtEl>
                                        <p:attrNameLst>
                                          <p:attrName>ppt_x</p:attrName>
                                        </p:attrNameLst>
                                      </p:cBhvr>
                                      <p:tavLst>
                                        <p:tav tm="0">
                                          <p:val>
                                            <p:strVal val="#ppt_x"/>
                                          </p:val>
                                        </p:tav>
                                        <p:tav tm="100000">
                                          <p:val>
                                            <p:strVal val="#ppt_x"/>
                                          </p:val>
                                        </p:tav>
                                      </p:tavLst>
                                    </p:anim>
                                    <p:anim calcmode="lin" valueType="num">
                                      <p:cBhvr>
                                        <p:cTn id="69" dur="500" fill="hold"/>
                                        <p:tgtEl>
                                          <p:spTgt spid="25"/>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anim calcmode="lin" valueType="num">
                                      <p:cBhvr>
                                        <p:cTn id="73" dur="500" fill="hold"/>
                                        <p:tgtEl>
                                          <p:spTgt spid="26"/>
                                        </p:tgtEl>
                                        <p:attrNameLst>
                                          <p:attrName>ppt_x</p:attrName>
                                        </p:attrNameLst>
                                      </p:cBhvr>
                                      <p:tavLst>
                                        <p:tav tm="0">
                                          <p:val>
                                            <p:strVal val="#ppt_x"/>
                                          </p:val>
                                        </p:tav>
                                        <p:tav tm="100000">
                                          <p:val>
                                            <p:strVal val="#ppt_x"/>
                                          </p:val>
                                        </p:tav>
                                      </p:tavLst>
                                    </p:anim>
                                    <p:anim calcmode="lin" valueType="num">
                                      <p:cBhvr>
                                        <p:cTn id="74" dur="500" fill="hold"/>
                                        <p:tgtEl>
                                          <p:spTgt spid="26"/>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anim calcmode="lin" valueType="num">
                                      <p:cBhvr>
                                        <p:cTn id="78" dur="500" fill="hold"/>
                                        <p:tgtEl>
                                          <p:spTgt spid="27"/>
                                        </p:tgtEl>
                                        <p:attrNameLst>
                                          <p:attrName>ppt_x</p:attrName>
                                        </p:attrNameLst>
                                      </p:cBhvr>
                                      <p:tavLst>
                                        <p:tav tm="0">
                                          <p:val>
                                            <p:strVal val="#ppt_x"/>
                                          </p:val>
                                        </p:tav>
                                        <p:tav tm="100000">
                                          <p:val>
                                            <p:strVal val="#ppt_x"/>
                                          </p:val>
                                        </p:tav>
                                      </p:tavLst>
                                    </p:anim>
                                    <p:anim calcmode="lin" valueType="num">
                                      <p:cBhvr>
                                        <p:cTn id="79" dur="500" fill="hold"/>
                                        <p:tgtEl>
                                          <p:spTgt spid="27"/>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fade">
                                      <p:cBhvr>
                                        <p:cTn id="82" dur="500"/>
                                        <p:tgtEl>
                                          <p:spTgt spid="28"/>
                                        </p:tgtEl>
                                      </p:cBhvr>
                                    </p:animEffect>
                                    <p:anim calcmode="lin" valueType="num">
                                      <p:cBhvr>
                                        <p:cTn id="83" dur="500" fill="hold"/>
                                        <p:tgtEl>
                                          <p:spTgt spid="28"/>
                                        </p:tgtEl>
                                        <p:attrNameLst>
                                          <p:attrName>ppt_x</p:attrName>
                                        </p:attrNameLst>
                                      </p:cBhvr>
                                      <p:tavLst>
                                        <p:tav tm="0">
                                          <p:val>
                                            <p:strVal val="#ppt_x"/>
                                          </p:val>
                                        </p:tav>
                                        <p:tav tm="100000">
                                          <p:val>
                                            <p:strVal val="#ppt_x"/>
                                          </p:val>
                                        </p:tav>
                                      </p:tavLst>
                                    </p:anim>
                                    <p:anim calcmode="lin" valueType="num">
                                      <p:cBhvr>
                                        <p:cTn id="84" dur="500" fill="hold"/>
                                        <p:tgtEl>
                                          <p:spTgt spid="28"/>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anim calcmode="lin" valueType="num">
                                      <p:cBhvr>
                                        <p:cTn id="88" dur="500" fill="hold"/>
                                        <p:tgtEl>
                                          <p:spTgt spid="29"/>
                                        </p:tgtEl>
                                        <p:attrNameLst>
                                          <p:attrName>ppt_x</p:attrName>
                                        </p:attrNameLst>
                                      </p:cBhvr>
                                      <p:tavLst>
                                        <p:tav tm="0">
                                          <p:val>
                                            <p:strVal val="#ppt_x"/>
                                          </p:val>
                                        </p:tav>
                                        <p:tav tm="100000">
                                          <p:val>
                                            <p:strVal val="#ppt_x"/>
                                          </p:val>
                                        </p:tav>
                                      </p:tavLst>
                                    </p:anim>
                                    <p:anim calcmode="lin" valueType="num">
                                      <p:cBhvr>
                                        <p:cTn id="89" dur="500" fill="hold"/>
                                        <p:tgtEl>
                                          <p:spTgt spid="29"/>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30"/>
                                        </p:tgtEl>
                                        <p:attrNameLst>
                                          <p:attrName>style.visibility</p:attrName>
                                        </p:attrNameLst>
                                      </p:cBhvr>
                                      <p:to>
                                        <p:strVal val="visible"/>
                                      </p:to>
                                    </p:set>
                                    <p:animEffect transition="in" filter="fade">
                                      <p:cBhvr>
                                        <p:cTn id="92" dur="500"/>
                                        <p:tgtEl>
                                          <p:spTgt spid="30"/>
                                        </p:tgtEl>
                                      </p:cBhvr>
                                    </p:animEffect>
                                    <p:anim calcmode="lin" valueType="num">
                                      <p:cBhvr>
                                        <p:cTn id="93" dur="500" fill="hold"/>
                                        <p:tgtEl>
                                          <p:spTgt spid="30"/>
                                        </p:tgtEl>
                                        <p:attrNameLst>
                                          <p:attrName>ppt_x</p:attrName>
                                        </p:attrNameLst>
                                      </p:cBhvr>
                                      <p:tavLst>
                                        <p:tav tm="0">
                                          <p:val>
                                            <p:strVal val="#ppt_x"/>
                                          </p:val>
                                        </p:tav>
                                        <p:tav tm="100000">
                                          <p:val>
                                            <p:strVal val="#ppt_x"/>
                                          </p:val>
                                        </p:tav>
                                      </p:tavLst>
                                    </p:anim>
                                    <p:anim calcmode="lin" valueType="num">
                                      <p:cBhvr>
                                        <p:cTn id="94" dur="500" fill="hold"/>
                                        <p:tgtEl>
                                          <p:spTgt spid="30"/>
                                        </p:tgtEl>
                                        <p:attrNameLst>
                                          <p:attrName>ppt_y</p:attrName>
                                        </p:attrNameLst>
                                      </p:cBhvr>
                                      <p:tavLst>
                                        <p:tav tm="0">
                                          <p:val>
                                            <p:strVal val="#ppt_y+.1"/>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31"/>
                                        </p:tgtEl>
                                        <p:attrNameLst>
                                          <p:attrName>style.visibility</p:attrName>
                                        </p:attrNameLst>
                                      </p:cBhvr>
                                      <p:to>
                                        <p:strVal val="visible"/>
                                      </p:to>
                                    </p:set>
                                    <p:animEffect transition="in" filter="fade">
                                      <p:cBhvr>
                                        <p:cTn id="97" dur="500"/>
                                        <p:tgtEl>
                                          <p:spTgt spid="31"/>
                                        </p:tgtEl>
                                      </p:cBhvr>
                                    </p:animEffect>
                                    <p:anim calcmode="lin" valueType="num">
                                      <p:cBhvr>
                                        <p:cTn id="98" dur="500" fill="hold"/>
                                        <p:tgtEl>
                                          <p:spTgt spid="31"/>
                                        </p:tgtEl>
                                        <p:attrNameLst>
                                          <p:attrName>ppt_x</p:attrName>
                                        </p:attrNameLst>
                                      </p:cBhvr>
                                      <p:tavLst>
                                        <p:tav tm="0">
                                          <p:val>
                                            <p:strVal val="#ppt_x"/>
                                          </p:val>
                                        </p:tav>
                                        <p:tav tm="100000">
                                          <p:val>
                                            <p:strVal val="#ppt_x"/>
                                          </p:val>
                                        </p:tav>
                                      </p:tavLst>
                                    </p:anim>
                                    <p:anim calcmode="lin" valueType="num">
                                      <p:cBhvr>
                                        <p:cTn id="99" dur="5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7" grpId="0" animBg="1"/>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 calcmode="lin" valueType="num">
                      <p:cBhvr>
                        <p:cTn dur="500" fill="hold"/>
                        <p:tgtEl>
                          <p:spTgt spid="14"/>
                        </p:tgtEl>
                        <p:attrNameLst>
                          <p:attrName>ppt_w</p:attrName>
                        </p:attrNameLst>
                      </p:cBhvr>
                      <p:tavLst>
                        <p:tav tm="0">
                          <p:val>
                            <p:fltVal val="0"/>
                          </p:val>
                        </p:tav>
                        <p:tav tm="100000">
                          <p:val>
                            <p:strVal val="#ppt_w"/>
                          </p:val>
                        </p:tav>
                      </p:tavLst>
                    </p:anim>
                    <p:anim calcmode="lin" valueType="num">
                      <p:cBhvr>
                        <p:cTn dur="500" fill="hold"/>
                        <p:tgtEl>
                          <p:spTgt spid="14"/>
                        </p:tgtEl>
                        <p:attrNameLst>
                          <p:attrName>ppt_h</p:attrName>
                        </p:attrNameLst>
                      </p:cBhvr>
                      <p:tavLst>
                        <p:tav tm="0">
                          <p:val>
                            <p:fltVal val="0"/>
                          </p:val>
                        </p:tav>
                        <p:tav tm="100000">
                          <p:val>
                            <p:strVal val="#ppt_h"/>
                          </p:val>
                        </p:tav>
                      </p:tavLst>
                    </p:anim>
                    <p:animEffect transition="in" filter="fade">
                      <p:cBhvr>
                        <p:cTn dur="500"/>
                        <p:tgtEl>
                          <p:spTgt spid="14"/>
                        </p:tgtEl>
                      </p:cBhvr>
                    </p:animEffect>
                  </p:childTnLst>
                </p:cTn>
              </p:par>
            </p:tnLst>
          </p:tmpl>
        </p:tmplLst>
      </p:bldP>
      <p:bldP spid="1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anim calcmode="lin" valueType="num">
                      <p:cBhvr>
                        <p:cTn dur="500" fill="hold"/>
                        <p:tgtEl>
                          <p:spTgt spid="15"/>
                        </p:tgtEl>
                        <p:attrNameLst>
                          <p:attrName>ppt_x</p:attrName>
                        </p:attrNameLst>
                      </p:cBhvr>
                      <p:tavLst>
                        <p:tav tm="0">
                          <p:val>
                            <p:strVal val="#ppt_x"/>
                          </p:val>
                        </p:tav>
                        <p:tav tm="100000">
                          <p:val>
                            <p:strVal val="#ppt_x"/>
                          </p:val>
                        </p:tav>
                      </p:tavLst>
                    </p:anim>
                    <p:anim calcmode="lin" valueType="num">
                      <p:cBhvr>
                        <p:cTn dur="500" fill="hold"/>
                        <p:tgtEl>
                          <p:spTgt spid="15"/>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 calcmode="lin" valueType="num">
                      <p:cBhvr>
                        <p:cTn dur="500" fill="hold"/>
                        <p:tgtEl>
                          <p:spTgt spid="21"/>
                        </p:tgtEl>
                        <p:attrNameLst>
                          <p:attrName>ppt_w</p:attrName>
                        </p:attrNameLst>
                      </p:cBhvr>
                      <p:tavLst>
                        <p:tav tm="0">
                          <p:val>
                            <p:fltVal val="0"/>
                          </p:val>
                        </p:tav>
                        <p:tav tm="100000">
                          <p:val>
                            <p:strVal val="#ppt_w"/>
                          </p:val>
                        </p:tav>
                      </p:tavLst>
                    </p:anim>
                    <p:anim calcmode="lin" valueType="num">
                      <p:cBhvr>
                        <p:cTn dur="500" fill="hold"/>
                        <p:tgtEl>
                          <p:spTgt spid="21"/>
                        </p:tgtEl>
                        <p:attrNameLst>
                          <p:attrName>ppt_h</p:attrName>
                        </p:attrNameLst>
                      </p:cBhvr>
                      <p:tavLst>
                        <p:tav tm="0">
                          <p:val>
                            <p:fltVal val="0"/>
                          </p:val>
                        </p:tav>
                        <p:tav tm="100000">
                          <p:val>
                            <p:strVal val="#ppt_h"/>
                          </p:val>
                        </p:tav>
                      </p:tavLst>
                    </p:anim>
                    <p:animEffect transition="in" filter="fade">
                      <p:cBhvr>
                        <p:cTn dur="500"/>
                        <p:tgtEl>
                          <p:spTgt spid="21"/>
                        </p:tgtEl>
                      </p:cBhvr>
                    </p:animEffect>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5" grpId="0" animBg="1"/>
      <p:bldP spid="26" grpId="0" animBg="1"/>
      <p:bldP spid="27" grpId="0" animBg="1"/>
      <p:bldP spid="28" grpId="0" animBg="1"/>
      <p:bldP spid="29" grpId="0" animBg="1"/>
      <p:bldP spid="30" grpId="0" animBg="1"/>
      <p:bldP spid="31" grpId="0" animBg="1"/>
    </p:bldLst>
  </p:timing>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182666776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9" name="Picture Placeholder 7"/>
          <p:cNvSpPr>
            <a:spLocks noGrp="1"/>
          </p:cNvSpPr>
          <p:nvPr>
            <p:ph type="pic" sz="quarter" idx="14" hasCustomPrompt="1"/>
          </p:nvPr>
        </p:nvSpPr>
        <p:spPr>
          <a:xfrm>
            <a:off x="0" y="0"/>
            <a:ext cx="40386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5" name="Picture Placeholder 34"/>
          <p:cNvSpPr>
            <a:spLocks noGrp="1"/>
          </p:cNvSpPr>
          <p:nvPr>
            <p:ph type="pic" sz="quarter" idx="15" hasCustomPrompt="1"/>
          </p:nvPr>
        </p:nvSpPr>
        <p:spPr>
          <a:xfrm>
            <a:off x="2768558" y="2247607"/>
            <a:ext cx="1435225" cy="1418415"/>
          </a:xfrm>
          <a:custGeom>
            <a:avLst/>
            <a:gdLst>
              <a:gd name="connsiteX0" fmla="*/ 1419184 w 1435225"/>
              <a:gd name="connsiteY0" fmla="*/ 0 h 1418415"/>
              <a:gd name="connsiteX1" fmla="*/ 1435225 w 1435225"/>
              <a:gd name="connsiteY1" fmla="*/ 810 h 1418415"/>
              <a:gd name="connsiteX2" fmla="*/ 1435225 w 1435225"/>
              <a:gd name="connsiteY2" fmla="*/ 138129 h 1418415"/>
              <a:gd name="connsiteX3" fmla="*/ 1419184 w 1435225"/>
              <a:gd name="connsiteY3" fmla="*/ 137319 h 1418415"/>
              <a:gd name="connsiteX4" fmla="*/ 143897 w 1435225"/>
              <a:gd name="connsiteY4" fmla="*/ 1288158 h 1418415"/>
              <a:gd name="connsiteX5" fmla="*/ 137319 w 1435225"/>
              <a:gd name="connsiteY5" fmla="*/ 1418415 h 1418415"/>
              <a:gd name="connsiteX6" fmla="*/ 0 w 1435225"/>
              <a:gd name="connsiteY6" fmla="*/ 1418415 h 1418415"/>
              <a:gd name="connsiteX7" fmla="*/ 7287 w 1435225"/>
              <a:gd name="connsiteY7" fmla="*/ 1274118 h 1418415"/>
              <a:gd name="connsiteX8" fmla="*/ 1419184 w 1435225"/>
              <a:gd name="connsiteY8"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225" h="1418415">
                <a:moveTo>
                  <a:pt x="1419184" y="0"/>
                </a:moveTo>
                <a:lnTo>
                  <a:pt x="1435225" y="810"/>
                </a:lnTo>
                <a:lnTo>
                  <a:pt x="1435225" y="138129"/>
                </a:lnTo>
                <a:lnTo>
                  <a:pt x="1419184" y="137319"/>
                </a:lnTo>
                <a:cubicBezTo>
                  <a:pt x="755456" y="137319"/>
                  <a:pt x="209543" y="641749"/>
                  <a:pt x="143897" y="1288158"/>
                </a:cubicBezTo>
                <a:lnTo>
                  <a:pt x="137319" y="1418415"/>
                </a:lnTo>
                <a:lnTo>
                  <a:pt x="0" y="1418415"/>
                </a:lnTo>
                <a:lnTo>
                  <a:pt x="7287" y="1274118"/>
                </a:lnTo>
                <a:cubicBezTo>
                  <a:pt x="79965" y="558465"/>
                  <a:pt x="684357" y="0"/>
                  <a:pt x="1419184" y="0"/>
                </a:cubicBezTo>
                <a:close/>
              </a:path>
            </a:pathLst>
          </a:custGeom>
          <a:solidFill>
            <a:schemeClr val="accent2"/>
          </a:solidFill>
          <a:ln>
            <a:noFill/>
          </a:ln>
        </p:spPr>
        <p:txBody>
          <a:bodyPr wrap="square">
            <a:noAutofit/>
          </a:bodyPr>
          <a:lstStyle>
            <a:lvl1pPr>
              <a:defRPr sz="800"/>
            </a:lvl1pPr>
          </a:lstStyle>
          <a:p>
            <a:r>
              <a:rPr lang="id-ID" dirty="0" smtClean="0"/>
              <a:t>Nopic</a:t>
            </a:r>
            <a:endParaRPr lang="en-AU" dirty="0"/>
          </a:p>
        </p:txBody>
      </p:sp>
      <p:sp>
        <p:nvSpPr>
          <p:cNvPr id="40" name="Picture Placeholder 39"/>
          <p:cNvSpPr>
            <a:spLocks noGrp="1"/>
          </p:cNvSpPr>
          <p:nvPr>
            <p:ph type="pic" sz="quarter" idx="16" hasCustomPrompt="1"/>
          </p:nvPr>
        </p:nvSpPr>
        <p:spPr>
          <a:xfrm>
            <a:off x="4203783" y="2247608"/>
            <a:ext cx="1403184" cy="1418415"/>
          </a:xfrm>
          <a:custGeom>
            <a:avLst/>
            <a:gdLst>
              <a:gd name="connsiteX0" fmla="*/ 0 w 1403184"/>
              <a:gd name="connsiteY0" fmla="*/ 0 h 1418415"/>
              <a:gd name="connsiteX1" fmla="*/ 129067 w 1403184"/>
              <a:gd name="connsiteY1" fmla="*/ 6517 h 1418415"/>
              <a:gd name="connsiteX2" fmla="*/ 1403184 w 1403184"/>
              <a:gd name="connsiteY2" fmla="*/ 1418415 h 1418415"/>
              <a:gd name="connsiteX3" fmla="*/ 1265865 w 1403184"/>
              <a:gd name="connsiteY3" fmla="*/ 1418415 h 1418415"/>
              <a:gd name="connsiteX4" fmla="*/ 115027 w 1403184"/>
              <a:gd name="connsiteY4" fmla="*/ 143128 h 1418415"/>
              <a:gd name="connsiteX5" fmla="*/ 0 w 1403184"/>
              <a:gd name="connsiteY5" fmla="*/ 137319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184" h="1418415">
                <a:moveTo>
                  <a:pt x="0" y="0"/>
                </a:moveTo>
                <a:lnTo>
                  <a:pt x="129067" y="6517"/>
                </a:lnTo>
                <a:cubicBezTo>
                  <a:pt x="844719" y="79196"/>
                  <a:pt x="1403184" y="683588"/>
                  <a:pt x="1403184" y="1418415"/>
                </a:cubicBezTo>
                <a:lnTo>
                  <a:pt x="1265865" y="1418415"/>
                </a:lnTo>
                <a:cubicBezTo>
                  <a:pt x="1265865" y="754687"/>
                  <a:pt x="761435" y="208774"/>
                  <a:pt x="115027" y="143128"/>
                </a:cubicBezTo>
                <a:lnTo>
                  <a:pt x="0" y="137319"/>
                </a:lnTo>
                <a:close/>
              </a:path>
            </a:pathLst>
          </a:custGeom>
          <a:solidFill>
            <a:schemeClr val="accent4"/>
          </a:solidFill>
          <a:ln>
            <a:noFill/>
          </a:ln>
        </p:spPr>
        <p:txBody>
          <a:bodyPr wrap="square">
            <a:noAutofit/>
          </a:bodyPr>
          <a:lstStyle>
            <a:lvl1pPr algn="r">
              <a:defRPr sz="800"/>
            </a:lvl1pPr>
          </a:lstStyle>
          <a:p>
            <a:r>
              <a:rPr lang="id-ID" dirty="0" smtClean="0"/>
              <a:t>Nopic</a:t>
            </a:r>
            <a:endParaRPr lang="en-AU" dirty="0"/>
          </a:p>
        </p:txBody>
      </p:sp>
      <p:sp>
        <p:nvSpPr>
          <p:cNvPr id="43" name="Picture Placeholder 42"/>
          <p:cNvSpPr>
            <a:spLocks noGrp="1"/>
          </p:cNvSpPr>
          <p:nvPr>
            <p:ph type="pic" sz="quarter" idx="17" hasCustomPrompt="1"/>
          </p:nvPr>
        </p:nvSpPr>
        <p:spPr>
          <a:xfrm>
            <a:off x="2768517" y="3664402"/>
            <a:ext cx="1435266" cy="1420035"/>
          </a:xfrm>
          <a:custGeom>
            <a:avLst/>
            <a:gdLst>
              <a:gd name="connsiteX0" fmla="*/ 41 w 1435266"/>
              <a:gd name="connsiteY0" fmla="*/ 0 h 1420035"/>
              <a:gd name="connsiteX1" fmla="*/ 137360 w 1435266"/>
              <a:gd name="connsiteY1" fmla="*/ 0 h 1420035"/>
              <a:gd name="connsiteX2" fmla="*/ 137319 w 1435266"/>
              <a:gd name="connsiteY2" fmla="*/ 810 h 1420035"/>
              <a:gd name="connsiteX3" fmla="*/ 1419225 w 1435266"/>
              <a:gd name="connsiteY3" fmla="*/ 1282716 h 1420035"/>
              <a:gd name="connsiteX4" fmla="*/ 1435266 w 1435266"/>
              <a:gd name="connsiteY4" fmla="*/ 1281906 h 1420035"/>
              <a:gd name="connsiteX5" fmla="*/ 1435266 w 1435266"/>
              <a:gd name="connsiteY5" fmla="*/ 1419225 h 1420035"/>
              <a:gd name="connsiteX6" fmla="*/ 1419225 w 1435266"/>
              <a:gd name="connsiteY6" fmla="*/ 1420035 h 1420035"/>
              <a:gd name="connsiteX7" fmla="*/ 0 w 1435266"/>
              <a:gd name="connsiteY7" fmla="*/ 810 h 142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5266" h="1420035">
                <a:moveTo>
                  <a:pt x="41" y="0"/>
                </a:moveTo>
                <a:lnTo>
                  <a:pt x="137360" y="0"/>
                </a:lnTo>
                <a:lnTo>
                  <a:pt x="137319" y="810"/>
                </a:lnTo>
                <a:cubicBezTo>
                  <a:pt x="137319" y="708787"/>
                  <a:pt x="711248" y="1282716"/>
                  <a:pt x="1419225" y="1282716"/>
                </a:cubicBezTo>
                <a:lnTo>
                  <a:pt x="1435266" y="1281906"/>
                </a:lnTo>
                <a:lnTo>
                  <a:pt x="1435266" y="1419225"/>
                </a:lnTo>
                <a:lnTo>
                  <a:pt x="1419225" y="1420035"/>
                </a:lnTo>
                <a:cubicBezTo>
                  <a:pt x="635409" y="1420035"/>
                  <a:pt x="0" y="784626"/>
                  <a:pt x="0" y="810"/>
                </a:cubicBezTo>
                <a:close/>
              </a:path>
            </a:pathLst>
          </a:custGeom>
          <a:solidFill>
            <a:schemeClr val="accent1"/>
          </a:solidFill>
          <a:ln>
            <a:noFill/>
          </a:ln>
        </p:spPr>
        <p:txBody>
          <a:bodyPr wrap="square">
            <a:noAutofit/>
          </a:bodyPr>
          <a:lstStyle>
            <a:lvl1pPr>
              <a:defRPr sz="800"/>
            </a:lvl1pPr>
          </a:lstStyle>
          <a:p>
            <a:r>
              <a:rPr lang="id-ID" dirty="0" smtClean="0"/>
              <a:t>Nopic</a:t>
            </a:r>
            <a:endParaRPr lang="en-AU" dirty="0"/>
          </a:p>
        </p:txBody>
      </p:sp>
      <p:sp>
        <p:nvSpPr>
          <p:cNvPr id="46" name="Picture Placeholder 45"/>
          <p:cNvSpPr>
            <a:spLocks noGrp="1"/>
          </p:cNvSpPr>
          <p:nvPr>
            <p:ph type="pic" sz="quarter" idx="18" hasCustomPrompt="1"/>
          </p:nvPr>
        </p:nvSpPr>
        <p:spPr>
          <a:xfrm>
            <a:off x="4203783" y="3666022"/>
            <a:ext cx="1403184" cy="1418415"/>
          </a:xfrm>
          <a:custGeom>
            <a:avLst/>
            <a:gdLst>
              <a:gd name="connsiteX0" fmla="*/ 1265865 w 1403184"/>
              <a:gd name="connsiteY0" fmla="*/ 0 h 1418415"/>
              <a:gd name="connsiteX1" fmla="*/ 1403184 w 1403184"/>
              <a:gd name="connsiteY1" fmla="*/ 0 h 1418415"/>
              <a:gd name="connsiteX2" fmla="*/ 129067 w 1403184"/>
              <a:gd name="connsiteY2" fmla="*/ 1411898 h 1418415"/>
              <a:gd name="connsiteX3" fmla="*/ 0 w 1403184"/>
              <a:gd name="connsiteY3" fmla="*/ 1418415 h 1418415"/>
              <a:gd name="connsiteX4" fmla="*/ 0 w 1403184"/>
              <a:gd name="connsiteY4" fmla="*/ 1281096 h 1418415"/>
              <a:gd name="connsiteX5" fmla="*/ 115027 w 1403184"/>
              <a:gd name="connsiteY5" fmla="*/ 1275288 h 1418415"/>
              <a:gd name="connsiteX6" fmla="*/ 1265865 w 1403184"/>
              <a:gd name="connsiteY6"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3184" h="1418415">
                <a:moveTo>
                  <a:pt x="1265865" y="0"/>
                </a:moveTo>
                <a:lnTo>
                  <a:pt x="1403184" y="0"/>
                </a:lnTo>
                <a:cubicBezTo>
                  <a:pt x="1403184" y="734828"/>
                  <a:pt x="844719" y="1339219"/>
                  <a:pt x="129067" y="1411898"/>
                </a:cubicBezTo>
                <a:lnTo>
                  <a:pt x="0" y="1418415"/>
                </a:lnTo>
                <a:lnTo>
                  <a:pt x="0" y="1281096"/>
                </a:lnTo>
                <a:lnTo>
                  <a:pt x="115027" y="1275288"/>
                </a:lnTo>
                <a:cubicBezTo>
                  <a:pt x="761435" y="1209641"/>
                  <a:pt x="1265865" y="663729"/>
                  <a:pt x="1265865" y="0"/>
                </a:cubicBezTo>
                <a:close/>
              </a:path>
            </a:pathLst>
          </a:custGeom>
          <a:solidFill>
            <a:schemeClr val="accent5"/>
          </a:solidFill>
          <a:ln>
            <a:noFill/>
          </a:ln>
        </p:spPr>
        <p:txBody>
          <a:bodyPr wrap="square">
            <a:noAutofit/>
          </a:bodyPr>
          <a:lstStyle>
            <a:lvl1pPr>
              <a:defRPr sz="800"/>
            </a:lvl1pPr>
          </a:lstStyle>
          <a:p>
            <a:r>
              <a:rPr lang="id-ID" dirty="0" smtClean="0"/>
              <a:t>Nopic</a:t>
            </a:r>
            <a:endParaRPr lang="en-AU" dirty="0"/>
          </a:p>
        </p:txBody>
      </p:sp>
      <p:sp>
        <p:nvSpPr>
          <p:cNvPr id="50" name="Picture Placeholder 49"/>
          <p:cNvSpPr>
            <a:spLocks noGrp="1"/>
          </p:cNvSpPr>
          <p:nvPr>
            <p:ph type="pic" sz="quarter" idx="19" hasCustomPrompt="1"/>
          </p:nvPr>
        </p:nvSpPr>
        <p:spPr>
          <a:xfrm>
            <a:off x="2941304" y="2416943"/>
            <a:ext cx="2492875" cy="2494587"/>
          </a:xfrm>
          <a:custGeom>
            <a:avLst/>
            <a:gdLst>
              <a:gd name="connsiteX0" fmla="*/ 1103672 w 2207344"/>
              <a:gd name="connsiteY0" fmla="*/ 0 h 2208860"/>
              <a:gd name="connsiteX1" fmla="*/ 2207344 w 2207344"/>
              <a:gd name="connsiteY1" fmla="*/ 1104430 h 2208860"/>
              <a:gd name="connsiteX2" fmla="*/ 1103672 w 2207344"/>
              <a:gd name="connsiteY2" fmla="*/ 2208860 h 2208860"/>
              <a:gd name="connsiteX3" fmla="*/ 0 w 2207344"/>
              <a:gd name="connsiteY3" fmla="*/ 1104430 h 2208860"/>
              <a:gd name="connsiteX4" fmla="*/ 1103672 w 2207344"/>
              <a:gd name="connsiteY4" fmla="*/ 0 h 220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7344" h="2208860">
                <a:moveTo>
                  <a:pt x="1103672" y="0"/>
                </a:moveTo>
                <a:cubicBezTo>
                  <a:pt x="1713213" y="0"/>
                  <a:pt x="2207344" y="494470"/>
                  <a:pt x="2207344" y="1104430"/>
                </a:cubicBezTo>
                <a:cubicBezTo>
                  <a:pt x="2207344" y="1714390"/>
                  <a:pt x="1713213" y="2208860"/>
                  <a:pt x="1103672" y="2208860"/>
                </a:cubicBezTo>
                <a:cubicBezTo>
                  <a:pt x="494131" y="2208860"/>
                  <a:pt x="0" y="1714390"/>
                  <a:pt x="0" y="1104430"/>
                </a:cubicBezTo>
                <a:cubicBezTo>
                  <a:pt x="0" y="494470"/>
                  <a:pt x="494131" y="0"/>
                  <a:pt x="1103672" y="0"/>
                </a:cubicBezTo>
                <a:close/>
              </a:path>
            </a:pathLst>
          </a:custGeom>
          <a:solidFill>
            <a:schemeClr val="accent3"/>
          </a:solidFill>
        </p:spPr>
        <p:txBody>
          <a:bodyPr wrap="square">
            <a:noAutofit/>
          </a:bodyPr>
          <a:lstStyle>
            <a:lvl1pPr>
              <a:defRPr/>
            </a:lvl1pPr>
          </a:lstStyle>
          <a:p>
            <a:r>
              <a:rPr lang="id-ID" dirty="0" smtClean="0"/>
              <a:t>Nopic</a:t>
            </a:r>
            <a:endParaRPr lang="en-AU" dirty="0"/>
          </a:p>
        </p:txBody>
      </p:sp>
      <p:sp>
        <p:nvSpPr>
          <p:cNvPr id="51" name="Text Placeholder 21"/>
          <p:cNvSpPr>
            <a:spLocks noGrp="1"/>
          </p:cNvSpPr>
          <p:nvPr>
            <p:ph type="body" sz="quarter" idx="20"/>
          </p:nvPr>
        </p:nvSpPr>
        <p:spPr>
          <a:xfrm>
            <a:off x="6095999" y="198658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2" name="Text Placeholder 21"/>
          <p:cNvSpPr>
            <a:spLocks noGrp="1"/>
          </p:cNvSpPr>
          <p:nvPr>
            <p:ph type="body" sz="quarter" idx="21"/>
          </p:nvPr>
        </p:nvSpPr>
        <p:spPr>
          <a:xfrm>
            <a:off x="6095999" y="2395699"/>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3" name="Text Placeholder 21"/>
          <p:cNvSpPr>
            <a:spLocks noGrp="1"/>
          </p:cNvSpPr>
          <p:nvPr>
            <p:ph type="body" sz="quarter" idx="22" hasCustomPrompt="1"/>
          </p:nvPr>
        </p:nvSpPr>
        <p:spPr>
          <a:xfrm>
            <a:off x="6122109" y="4374419"/>
            <a:ext cx="5616575" cy="360363"/>
          </a:xfrm>
        </p:spPr>
        <p:txBody>
          <a:bodyPr>
            <a:noAutofit/>
          </a:bodyPr>
          <a:lstStyle>
            <a:lvl1pPr>
              <a:defRPr sz="60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a:t>
            </a:r>
            <a:endParaRPr lang="en-AU" dirty="0"/>
          </a:p>
        </p:txBody>
      </p:sp>
      <p:sp>
        <p:nvSpPr>
          <p:cNvPr id="54" name="Text Placeholder 21"/>
          <p:cNvSpPr>
            <a:spLocks noGrp="1"/>
          </p:cNvSpPr>
          <p:nvPr>
            <p:ph type="body" sz="quarter" idx="23"/>
          </p:nvPr>
        </p:nvSpPr>
        <p:spPr>
          <a:xfrm>
            <a:off x="6122109" y="4828372"/>
            <a:ext cx="5616575" cy="1337478"/>
          </a:xfrm>
        </p:spPr>
        <p:txBody>
          <a:bodyPr>
            <a:normAutofit/>
          </a:bodyPr>
          <a:lstStyle>
            <a:lvl1pPr>
              <a:defRPr sz="1400" i="1">
                <a:solidFill>
                  <a:schemeClr val="tx1">
                    <a:lumMod val="75000"/>
                    <a:lumOff val="25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77140795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fade">
                                      <p:cBhvr>
                                        <p:cTn id="27" dur="500"/>
                                        <p:tgtEl>
                                          <p:spTgt spid="50"/>
                                        </p:tgtEl>
                                      </p:cBhvr>
                                    </p:animEffect>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wipe(down)">
                                      <p:cBhvr>
                                        <p:cTn id="31" dur="500"/>
                                        <p:tgtEl>
                                          <p:spTgt spid="35"/>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wipe(up)">
                                      <p:cBhvr>
                                        <p:cTn id="34" dur="500"/>
                                        <p:tgtEl>
                                          <p:spTgt spid="40"/>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46"/>
                                        </p:tgtEl>
                                        <p:attrNameLst>
                                          <p:attrName>style.visibility</p:attrName>
                                        </p:attrNameLst>
                                      </p:cBhvr>
                                      <p:to>
                                        <p:strVal val="visible"/>
                                      </p:to>
                                    </p:set>
                                    <p:animEffect transition="in" filter="wipe(up)">
                                      <p:cBhvr>
                                        <p:cTn id="37" dur="500"/>
                                        <p:tgtEl>
                                          <p:spTgt spid="46"/>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43"/>
                                        </p:tgtEl>
                                        <p:attrNameLst>
                                          <p:attrName>style.visibility</p:attrName>
                                        </p:attrNameLst>
                                      </p:cBhvr>
                                      <p:to>
                                        <p:strVal val="visible"/>
                                      </p:to>
                                    </p:set>
                                    <p:animEffect transition="in" filter="wipe(down)">
                                      <p:cBhvr>
                                        <p:cTn id="40" dur="500"/>
                                        <p:tgtEl>
                                          <p:spTgt spid="43"/>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51">
                                            <p:txEl>
                                              <p:pRg st="0" end="0"/>
                                            </p:txEl>
                                          </p:spTgt>
                                        </p:tgtEl>
                                        <p:attrNameLst>
                                          <p:attrName>style.visibility</p:attrName>
                                        </p:attrNameLst>
                                      </p:cBhvr>
                                      <p:to>
                                        <p:strVal val="visible"/>
                                      </p:to>
                                    </p:set>
                                    <p:anim calcmode="lin" valueType="num">
                                      <p:cBhvr>
                                        <p:cTn id="44" dur="500" fill="hold"/>
                                        <p:tgtEl>
                                          <p:spTgt spid="51">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51">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51">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52">
                                            <p:txEl>
                                              <p:pRg st="0" end="0"/>
                                            </p:txEl>
                                          </p:spTgt>
                                        </p:tgtEl>
                                        <p:attrNameLst>
                                          <p:attrName>style.visibility</p:attrName>
                                        </p:attrNameLst>
                                      </p:cBhvr>
                                      <p:to>
                                        <p:strVal val="visible"/>
                                      </p:to>
                                    </p:set>
                                    <p:animEffect transition="in" filter="fade">
                                      <p:cBhvr>
                                        <p:cTn id="50" dur="500"/>
                                        <p:tgtEl>
                                          <p:spTgt spid="52">
                                            <p:txEl>
                                              <p:pRg st="0" end="0"/>
                                            </p:txEl>
                                          </p:spTgt>
                                        </p:tgtEl>
                                      </p:cBhvr>
                                    </p:animEffect>
                                    <p:anim calcmode="lin" valueType="num">
                                      <p:cBhvr>
                                        <p:cTn id="51" dur="50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par>
                          <p:cTn id="53" fill="hold">
                            <p:stCondLst>
                              <p:cond delay="4000"/>
                            </p:stCondLst>
                            <p:childTnLst>
                              <p:par>
                                <p:cTn id="54" presetID="53" presetClass="entr" presetSubtype="16" fill="hold" grpId="0" nodeType="afterEffect">
                                  <p:stCondLst>
                                    <p:cond delay="0"/>
                                  </p:stCondLst>
                                  <p:childTnLst>
                                    <p:set>
                                      <p:cBhvr>
                                        <p:cTn id="55" dur="1" fill="hold">
                                          <p:stCondLst>
                                            <p:cond delay="0"/>
                                          </p:stCondLst>
                                        </p:cTn>
                                        <p:tgtEl>
                                          <p:spTgt spid="53">
                                            <p:txEl>
                                              <p:pRg st="0" end="0"/>
                                            </p:txEl>
                                          </p:spTgt>
                                        </p:tgtEl>
                                        <p:attrNameLst>
                                          <p:attrName>style.visibility</p:attrName>
                                        </p:attrNameLst>
                                      </p:cBhvr>
                                      <p:to>
                                        <p:strVal val="visible"/>
                                      </p:to>
                                    </p:set>
                                    <p:anim calcmode="lin" valueType="num">
                                      <p:cBhvr>
                                        <p:cTn id="56" dur="500" fill="hold"/>
                                        <p:tgtEl>
                                          <p:spTgt spid="53">
                                            <p:txEl>
                                              <p:pRg st="0" end="0"/>
                                            </p:txEl>
                                          </p:spTgt>
                                        </p:tgtEl>
                                        <p:attrNameLst>
                                          <p:attrName>ppt_w</p:attrName>
                                        </p:attrNameLst>
                                      </p:cBhvr>
                                      <p:tavLst>
                                        <p:tav tm="0">
                                          <p:val>
                                            <p:fltVal val="0"/>
                                          </p:val>
                                        </p:tav>
                                        <p:tav tm="100000">
                                          <p:val>
                                            <p:strVal val="#ppt_w"/>
                                          </p:val>
                                        </p:tav>
                                      </p:tavLst>
                                    </p:anim>
                                    <p:anim calcmode="lin" valueType="num">
                                      <p:cBhvr>
                                        <p:cTn id="57" dur="500" fill="hold"/>
                                        <p:tgtEl>
                                          <p:spTgt spid="53">
                                            <p:txEl>
                                              <p:pRg st="0" end="0"/>
                                            </p:txEl>
                                          </p:spTgt>
                                        </p:tgtEl>
                                        <p:attrNameLst>
                                          <p:attrName>ppt_h</p:attrName>
                                        </p:attrNameLst>
                                      </p:cBhvr>
                                      <p:tavLst>
                                        <p:tav tm="0">
                                          <p:val>
                                            <p:fltVal val="0"/>
                                          </p:val>
                                        </p:tav>
                                        <p:tav tm="100000">
                                          <p:val>
                                            <p:strVal val="#ppt_h"/>
                                          </p:val>
                                        </p:tav>
                                      </p:tavLst>
                                    </p:anim>
                                    <p:animEffect transition="in" filter="fade">
                                      <p:cBhvr>
                                        <p:cTn id="58" dur="500"/>
                                        <p:tgtEl>
                                          <p:spTgt spid="53">
                                            <p:txEl>
                                              <p:pRg st="0" end="0"/>
                                            </p:txEl>
                                          </p:spTgt>
                                        </p:tgtEl>
                                      </p:cBhvr>
                                    </p:animEffect>
                                  </p:childTnLst>
                                </p:cTn>
                              </p:par>
                            </p:childTnLst>
                          </p:cTn>
                        </p:par>
                        <p:par>
                          <p:cTn id="59" fill="hold">
                            <p:stCondLst>
                              <p:cond delay="4500"/>
                            </p:stCondLst>
                            <p:childTnLst>
                              <p:par>
                                <p:cTn id="60" presetID="53" presetClass="entr" presetSubtype="16" fill="hold" grpId="0" nodeType="afterEffect" nodePh="1">
                                  <p:stCondLst>
                                    <p:cond delay="0"/>
                                  </p:stCondLst>
                                  <p:endCondLst>
                                    <p:cond evt="begin" delay="0">
                                      <p:tn val="60"/>
                                    </p:cond>
                                  </p:endCondLst>
                                  <p:childTnLst>
                                    <p:set>
                                      <p:cBhvr>
                                        <p:cTn id="61" dur="1" fill="hold">
                                          <p:stCondLst>
                                            <p:cond delay="0"/>
                                          </p:stCondLst>
                                        </p:cTn>
                                        <p:tgtEl>
                                          <p:spTgt spid="54">
                                            <p:txEl>
                                              <p:pRg st="0" end="0"/>
                                            </p:txEl>
                                          </p:spTgt>
                                        </p:tgtEl>
                                        <p:attrNameLst>
                                          <p:attrName>style.visibility</p:attrName>
                                        </p:attrNameLst>
                                      </p:cBhvr>
                                      <p:to>
                                        <p:strVal val="visible"/>
                                      </p:to>
                                    </p:set>
                                    <p:anim calcmode="lin" valueType="num">
                                      <p:cBhvr>
                                        <p:cTn id="62" dur="500" fill="hold"/>
                                        <p:tgtEl>
                                          <p:spTgt spid="54">
                                            <p:txEl>
                                              <p:pRg st="0" end="0"/>
                                            </p:txEl>
                                          </p:spTgt>
                                        </p:tgtEl>
                                        <p:attrNameLst>
                                          <p:attrName>ppt_w</p:attrName>
                                        </p:attrNameLst>
                                      </p:cBhvr>
                                      <p:tavLst>
                                        <p:tav tm="0">
                                          <p:val>
                                            <p:fltVal val="0"/>
                                          </p:val>
                                        </p:tav>
                                        <p:tav tm="100000">
                                          <p:val>
                                            <p:strVal val="#ppt_w"/>
                                          </p:val>
                                        </p:tav>
                                      </p:tavLst>
                                    </p:anim>
                                    <p:anim calcmode="lin" valueType="num">
                                      <p:cBhvr>
                                        <p:cTn id="63" dur="500" fill="hold"/>
                                        <p:tgtEl>
                                          <p:spTgt spid="54">
                                            <p:txEl>
                                              <p:pRg st="0" end="0"/>
                                            </p:txEl>
                                          </p:spTgt>
                                        </p:tgtEl>
                                        <p:attrNameLst>
                                          <p:attrName>ppt_h</p:attrName>
                                        </p:attrNameLst>
                                      </p:cBhvr>
                                      <p:tavLst>
                                        <p:tav tm="0">
                                          <p:val>
                                            <p:fltVal val="0"/>
                                          </p:val>
                                        </p:tav>
                                        <p:tav tm="100000">
                                          <p:val>
                                            <p:strVal val="#ppt_h"/>
                                          </p:val>
                                        </p:tav>
                                      </p:tavLst>
                                    </p:anim>
                                    <p:animEffect transition="in" filter="fade">
                                      <p:cBhvr>
                                        <p:cTn id="64" dur="500"/>
                                        <p:tgtEl>
                                          <p:spTgt spid="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5" grpId="0" animBg="1"/>
      <p:bldP spid="40" grpId="0" animBg="1"/>
      <p:bldP spid="43" grpId="0" animBg="1"/>
      <p:bldP spid="46" grpId="0" animBg="1"/>
      <p:bldP spid="50" grpId="0" animBg="1"/>
      <p:bldP spid="5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 calcmode="lin" valueType="num">
                      <p:cBhvr>
                        <p:cTn dur="500" fill="hold"/>
                        <p:tgtEl>
                          <p:spTgt spid="51"/>
                        </p:tgtEl>
                        <p:attrNameLst>
                          <p:attrName>ppt_w</p:attrName>
                        </p:attrNameLst>
                      </p:cBhvr>
                      <p:tavLst>
                        <p:tav tm="0">
                          <p:val>
                            <p:fltVal val="0"/>
                          </p:val>
                        </p:tav>
                        <p:tav tm="100000">
                          <p:val>
                            <p:strVal val="#ppt_w"/>
                          </p:val>
                        </p:tav>
                      </p:tavLst>
                    </p:anim>
                    <p:anim calcmode="lin" valueType="num">
                      <p:cBhvr>
                        <p:cTn dur="500" fill="hold"/>
                        <p:tgtEl>
                          <p:spTgt spid="51"/>
                        </p:tgtEl>
                        <p:attrNameLst>
                          <p:attrName>ppt_h</p:attrName>
                        </p:attrNameLst>
                      </p:cBhvr>
                      <p:tavLst>
                        <p:tav tm="0">
                          <p:val>
                            <p:fltVal val="0"/>
                          </p:val>
                        </p:tav>
                        <p:tav tm="100000">
                          <p:val>
                            <p:strVal val="#ppt_h"/>
                          </p:val>
                        </p:tav>
                      </p:tavLst>
                    </p:anim>
                    <p:animEffect transition="in" filter="fade">
                      <p:cBhvr>
                        <p:cTn dur="500"/>
                        <p:tgtEl>
                          <p:spTgt spid="51"/>
                        </p:tgtEl>
                      </p:cBhvr>
                    </p:animEffect>
                  </p:childTnLst>
                </p:cTn>
              </p:par>
            </p:tnLst>
          </p:tmpl>
        </p:tmplLst>
      </p:bldP>
      <p:bldP spid="5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anim calcmode="lin" valueType="num">
                      <p:cBhvr>
                        <p:cTn dur="500" fill="hold"/>
                        <p:tgtEl>
                          <p:spTgt spid="52"/>
                        </p:tgtEl>
                        <p:attrNameLst>
                          <p:attrName>ppt_x</p:attrName>
                        </p:attrNameLst>
                      </p:cBhvr>
                      <p:tavLst>
                        <p:tav tm="0">
                          <p:val>
                            <p:strVal val="#ppt_x"/>
                          </p:val>
                        </p:tav>
                        <p:tav tm="100000">
                          <p:val>
                            <p:strVal val="#ppt_x"/>
                          </p:val>
                        </p:tav>
                      </p:tavLst>
                    </p:anim>
                    <p:anim calcmode="lin" valueType="num">
                      <p:cBhvr>
                        <p:cTn dur="50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53" presetClass="entr" presetSubtype="16"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 calcmode="lin" valueType="num">
                      <p:cBhvr>
                        <p:cTn dur="500" fill="hold"/>
                        <p:tgtEl>
                          <p:spTgt spid="53"/>
                        </p:tgtEl>
                        <p:attrNameLst>
                          <p:attrName>ppt_w</p:attrName>
                        </p:attrNameLst>
                      </p:cBhvr>
                      <p:tavLst>
                        <p:tav tm="0">
                          <p:val>
                            <p:fltVal val="0"/>
                          </p:val>
                        </p:tav>
                        <p:tav tm="100000">
                          <p:val>
                            <p:strVal val="#ppt_w"/>
                          </p:val>
                        </p:tav>
                      </p:tavLst>
                    </p:anim>
                    <p:anim calcmode="lin" valueType="num">
                      <p:cBhvr>
                        <p:cTn dur="500" fill="hold"/>
                        <p:tgtEl>
                          <p:spTgt spid="53"/>
                        </p:tgtEl>
                        <p:attrNameLst>
                          <p:attrName>ppt_h</p:attrName>
                        </p:attrNameLst>
                      </p:cBhvr>
                      <p:tavLst>
                        <p:tav tm="0">
                          <p:val>
                            <p:fltVal val="0"/>
                          </p:val>
                        </p:tav>
                        <p:tav tm="100000">
                          <p:val>
                            <p:strVal val="#ppt_h"/>
                          </p:val>
                        </p:tav>
                      </p:tavLst>
                    </p:anim>
                    <p:animEffect transition="in" filter="fade">
                      <p:cBhvr>
                        <p:cTn dur="500"/>
                        <p:tgtEl>
                          <p:spTgt spid="53"/>
                        </p:tgtEl>
                      </p:cBhvr>
                    </p:animEffect>
                  </p:childTnLst>
                </p:cTn>
              </p:par>
            </p:tnLst>
          </p:tmpl>
        </p:tmplLst>
      </p:bldP>
      <p:bldP spid="5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4"/>
                        </p:tgtEl>
                        <p:attrNameLst>
                          <p:attrName>style.visibility</p:attrName>
                        </p:attrNameLst>
                      </p:cBhvr>
                      <p:to>
                        <p:strVal val="visible"/>
                      </p:to>
                    </p:set>
                    <p:anim calcmode="lin" valueType="num">
                      <p:cBhvr>
                        <p:cTn dur="500" fill="hold"/>
                        <p:tgtEl>
                          <p:spTgt spid="54"/>
                        </p:tgtEl>
                        <p:attrNameLst>
                          <p:attrName>ppt_w</p:attrName>
                        </p:attrNameLst>
                      </p:cBhvr>
                      <p:tavLst>
                        <p:tav tm="0">
                          <p:val>
                            <p:fltVal val="0"/>
                          </p:val>
                        </p:tav>
                        <p:tav tm="100000">
                          <p:val>
                            <p:strVal val="#ppt_w"/>
                          </p:val>
                        </p:tav>
                      </p:tavLst>
                    </p:anim>
                    <p:anim calcmode="lin" valueType="num">
                      <p:cBhvr>
                        <p:cTn dur="500" fill="hold"/>
                        <p:tgtEl>
                          <p:spTgt spid="54"/>
                        </p:tgtEl>
                        <p:attrNameLst>
                          <p:attrName>ppt_h</p:attrName>
                        </p:attrNameLst>
                      </p:cBhvr>
                      <p:tavLst>
                        <p:tav tm="0">
                          <p:val>
                            <p:fltVal val="0"/>
                          </p:val>
                        </p:tav>
                        <p:tav tm="100000">
                          <p:val>
                            <p:strVal val="#ppt_h"/>
                          </p:val>
                        </p:tav>
                      </p:tavLst>
                    </p:anim>
                    <p:animEffect transition="in" filter="fade">
                      <p:cBhvr>
                        <p:cTn dur="500"/>
                        <p:tgtEl>
                          <p:spTgt spid="54"/>
                        </p:tgtEl>
                      </p:cBhvr>
                    </p:animEffect>
                  </p:childTnLst>
                </p:cTn>
              </p:par>
            </p:tnLst>
          </p:tmpl>
        </p:tmplLst>
      </p:bldP>
    </p:bldLst>
  </p:timing>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9" name="Picture Placeholder 24"/>
          <p:cNvSpPr>
            <a:spLocks noGrp="1"/>
          </p:cNvSpPr>
          <p:nvPr>
            <p:ph type="pic" sz="quarter" idx="14" hasCustomPrompt="1"/>
          </p:nvPr>
        </p:nvSpPr>
        <p:spPr>
          <a:xfrm>
            <a:off x="7758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0" name="Picture Placeholder 24"/>
          <p:cNvSpPr>
            <a:spLocks noGrp="1"/>
          </p:cNvSpPr>
          <p:nvPr>
            <p:ph type="pic" sz="quarter" idx="15" hasCustomPrompt="1"/>
          </p:nvPr>
        </p:nvSpPr>
        <p:spPr>
          <a:xfrm>
            <a:off x="35952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1" name="Picture Placeholder 24"/>
          <p:cNvSpPr>
            <a:spLocks noGrp="1"/>
          </p:cNvSpPr>
          <p:nvPr>
            <p:ph type="pic" sz="quarter" idx="16" hasCustomPrompt="1"/>
          </p:nvPr>
        </p:nvSpPr>
        <p:spPr>
          <a:xfrm>
            <a:off x="64146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2" name="Picture Placeholder 24"/>
          <p:cNvSpPr>
            <a:spLocks noGrp="1"/>
          </p:cNvSpPr>
          <p:nvPr>
            <p:ph type="pic" sz="quarter" idx="17" hasCustomPrompt="1"/>
          </p:nvPr>
        </p:nvSpPr>
        <p:spPr>
          <a:xfrm>
            <a:off x="92340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3" name="Text Placeholder 21"/>
          <p:cNvSpPr>
            <a:spLocks noGrp="1"/>
          </p:cNvSpPr>
          <p:nvPr>
            <p:ph type="body" sz="quarter" idx="20"/>
          </p:nvPr>
        </p:nvSpPr>
        <p:spPr>
          <a:xfrm>
            <a:off x="928685"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2"/>
          </p:nvPr>
        </p:nvSpPr>
        <p:spPr>
          <a:xfrm>
            <a:off x="928685"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4"/>
          </p:nvPr>
        </p:nvSpPr>
        <p:spPr>
          <a:xfrm>
            <a:off x="374115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26"/>
          </p:nvPr>
        </p:nvSpPr>
        <p:spPr>
          <a:xfrm>
            <a:off x="6609049"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28"/>
          </p:nvPr>
        </p:nvSpPr>
        <p:spPr>
          <a:xfrm>
            <a:off x="942844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5" name="Group 24"/>
          <p:cNvGrpSpPr/>
          <p:nvPr userDrawn="1"/>
        </p:nvGrpSpPr>
        <p:grpSpPr>
          <a:xfrm>
            <a:off x="1548795" y="5922241"/>
            <a:ext cx="615286" cy="184176"/>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9"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0"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1"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2" name="Group 31"/>
          <p:cNvGrpSpPr/>
          <p:nvPr userDrawn="1"/>
        </p:nvGrpSpPr>
        <p:grpSpPr>
          <a:xfrm>
            <a:off x="4371030" y="5929154"/>
            <a:ext cx="615286" cy="184176"/>
            <a:chOff x="3872969" y="5806923"/>
            <a:chExt cx="1724341" cy="516155"/>
          </a:xfrm>
        </p:grpSpPr>
        <p:sp>
          <p:nvSpPr>
            <p:cNvPr id="33" name="Oval 32"/>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Oval 33"/>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Oval 34"/>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6"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7"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8"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9" name="Group 38"/>
          <p:cNvGrpSpPr/>
          <p:nvPr userDrawn="1"/>
        </p:nvGrpSpPr>
        <p:grpSpPr>
          <a:xfrm>
            <a:off x="7190430" y="5922241"/>
            <a:ext cx="615286" cy="184176"/>
            <a:chOff x="3872969" y="5806923"/>
            <a:chExt cx="1724341" cy="516155"/>
          </a:xfrm>
        </p:grpSpPr>
        <p:sp>
          <p:nvSpPr>
            <p:cNvPr id="40" name="Oval 39"/>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Oval 40"/>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4"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5"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6" name="Group 45"/>
          <p:cNvGrpSpPr/>
          <p:nvPr userDrawn="1"/>
        </p:nvGrpSpPr>
        <p:grpSpPr>
          <a:xfrm>
            <a:off x="10028060" y="5922241"/>
            <a:ext cx="615286" cy="184176"/>
            <a:chOff x="3872969" y="5806923"/>
            <a:chExt cx="1724341" cy="516155"/>
          </a:xfrm>
        </p:grpSpPr>
        <p:sp>
          <p:nvSpPr>
            <p:cNvPr id="47" name="Oval 46"/>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8" name="Oval 47"/>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1"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2"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17387752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53" presetClass="entr" presetSubtype="16"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childTnLst>
                          </p:cTn>
                        </p:par>
                        <p:par>
                          <p:cTn id="30" fill="hold">
                            <p:stCondLst>
                              <p:cond delay="2500"/>
                            </p:stCondLst>
                            <p:childTnLst>
                              <p:par>
                                <p:cTn id="31" presetID="53" presetClass="entr" presetSubtype="16"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p:cTn id="33" dur="500" fill="hold"/>
                                        <p:tgtEl>
                                          <p:spTgt spid="11"/>
                                        </p:tgtEl>
                                        <p:attrNameLst>
                                          <p:attrName>ppt_w</p:attrName>
                                        </p:attrNameLst>
                                      </p:cBhvr>
                                      <p:tavLst>
                                        <p:tav tm="0">
                                          <p:val>
                                            <p:fltVal val="0"/>
                                          </p:val>
                                        </p:tav>
                                        <p:tav tm="100000">
                                          <p:val>
                                            <p:strVal val="#ppt_w"/>
                                          </p:val>
                                        </p:tav>
                                      </p:tavLst>
                                    </p:anim>
                                    <p:anim calcmode="lin" valueType="num">
                                      <p:cBhvr>
                                        <p:cTn id="34" dur="500" fill="hold"/>
                                        <p:tgtEl>
                                          <p:spTgt spid="11"/>
                                        </p:tgtEl>
                                        <p:attrNameLst>
                                          <p:attrName>ppt_h</p:attrName>
                                        </p:attrNameLst>
                                      </p:cBhvr>
                                      <p:tavLst>
                                        <p:tav tm="0">
                                          <p:val>
                                            <p:fltVal val="0"/>
                                          </p:val>
                                        </p:tav>
                                        <p:tav tm="100000">
                                          <p:val>
                                            <p:strVal val="#ppt_h"/>
                                          </p:val>
                                        </p:tav>
                                      </p:tavLst>
                                    </p:anim>
                                    <p:animEffect transition="in" filter="fade">
                                      <p:cBhvr>
                                        <p:cTn id="35" dur="500"/>
                                        <p:tgtEl>
                                          <p:spTgt spid="11"/>
                                        </p:tgtEl>
                                      </p:cBhvr>
                                    </p:animEffect>
                                  </p:childTnLst>
                                </p:cTn>
                              </p:par>
                            </p:childTnLst>
                          </p:cTn>
                        </p:par>
                        <p:par>
                          <p:cTn id="36" fill="hold">
                            <p:stCondLst>
                              <p:cond delay="3000"/>
                            </p:stCondLst>
                            <p:childTnLst>
                              <p:par>
                                <p:cTn id="37" presetID="53" presetClass="entr" presetSubtype="16" fill="hold" grpId="0" nodeType="after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500" fill="hold"/>
                                        <p:tgtEl>
                                          <p:spTgt spid="12"/>
                                        </p:tgtEl>
                                        <p:attrNameLst>
                                          <p:attrName>ppt_w</p:attrName>
                                        </p:attrNameLst>
                                      </p:cBhvr>
                                      <p:tavLst>
                                        <p:tav tm="0">
                                          <p:val>
                                            <p:fltVal val="0"/>
                                          </p:val>
                                        </p:tav>
                                        <p:tav tm="100000">
                                          <p:val>
                                            <p:strVal val="#ppt_w"/>
                                          </p:val>
                                        </p:tav>
                                      </p:tavLst>
                                    </p:anim>
                                    <p:anim calcmode="lin" valueType="num">
                                      <p:cBhvr>
                                        <p:cTn id="40" dur="500" fill="hold"/>
                                        <p:tgtEl>
                                          <p:spTgt spid="12"/>
                                        </p:tgtEl>
                                        <p:attrNameLst>
                                          <p:attrName>ppt_h</p:attrName>
                                        </p:attrNameLst>
                                      </p:cBhvr>
                                      <p:tavLst>
                                        <p:tav tm="0">
                                          <p:val>
                                            <p:fltVal val="0"/>
                                          </p:val>
                                        </p:tav>
                                        <p:tav tm="100000">
                                          <p:val>
                                            <p:strVal val="#ppt_h"/>
                                          </p:val>
                                        </p:tav>
                                      </p:tavLst>
                                    </p:anim>
                                    <p:animEffect transition="in" filter="fade">
                                      <p:cBhvr>
                                        <p:cTn id="41" dur="500"/>
                                        <p:tgtEl>
                                          <p:spTgt spid="12"/>
                                        </p:tgtEl>
                                      </p:cBhvr>
                                    </p:animEffect>
                                  </p:childTnLst>
                                </p:cTn>
                              </p:par>
                            </p:childTnLst>
                          </p:cTn>
                        </p:par>
                        <p:par>
                          <p:cTn id="42" fill="hold">
                            <p:stCondLst>
                              <p:cond delay="3500"/>
                            </p:stCondLst>
                            <p:childTnLst>
                              <p:par>
                                <p:cTn id="43" presetID="53" presetClass="entr" presetSubtype="16" fill="hold" grpId="0" nodeType="afterEffect" nodePh="1">
                                  <p:stCondLst>
                                    <p:cond delay="0"/>
                                  </p:stCondLst>
                                  <p:endCondLst>
                                    <p:cond evt="begin" delay="0">
                                      <p:tn val="43"/>
                                    </p:cond>
                                  </p:endCondLst>
                                  <p:childTnLst>
                                    <p:set>
                                      <p:cBhvr>
                                        <p:cTn id="44" dur="1" fill="hold">
                                          <p:stCondLst>
                                            <p:cond delay="0"/>
                                          </p:stCondLst>
                                        </p:cTn>
                                        <p:tgtEl>
                                          <p:spTgt spid="13">
                                            <p:txEl>
                                              <p:pRg st="0" end="0"/>
                                            </p:txEl>
                                          </p:spTgt>
                                        </p:tgtEl>
                                        <p:attrNameLst>
                                          <p:attrName>style.visibility</p:attrName>
                                        </p:attrNameLst>
                                      </p:cBhvr>
                                      <p:to>
                                        <p:strVal val="visible"/>
                                      </p:to>
                                    </p:set>
                                    <p:anim calcmode="lin" valueType="num">
                                      <p:cBhvr>
                                        <p:cTn id="45"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46"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47" dur="500"/>
                                        <p:tgtEl>
                                          <p:spTgt spid="13">
                                            <p:txEl>
                                              <p:pRg st="0" end="0"/>
                                            </p:txEl>
                                          </p:spTgt>
                                        </p:tgtEl>
                                      </p:cBhvr>
                                    </p:animEffect>
                                  </p:childTnLst>
                                </p:cTn>
                              </p:par>
                            </p:childTnLst>
                          </p:cTn>
                        </p:par>
                        <p:par>
                          <p:cTn id="48" fill="hold">
                            <p:stCondLst>
                              <p:cond delay="4000"/>
                            </p:stCondLst>
                            <p:childTnLst>
                              <p:par>
                                <p:cTn id="49" presetID="42" presetClass="entr" presetSubtype="0" fill="hold" grpId="0" nodeType="afterEffect" nodePh="1">
                                  <p:stCondLst>
                                    <p:cond delay="0"/>
                                  </p:stCondLst>
                                  <p:endCondLst>
                                    <p:cond evt="begin" delay="0">
                                      <p:tn val="49"/>
                                    </p:cond>
                                  </p:endCondLst>
                                  <p:childTnLst>
                                    <p:set>
                                      <p:cBhvr>
                                        <p:cTn id="50" dur="1" fill="hold">
                                          <p:stCondLst>
                                            <p:cond delay="0"/>
                                          </p:stCondLst>
                                        </p:cTn>
                                        <p:tgtEl>
                                          <p:spTgt spid="14">
                                            <p:txEl>
                                              <p:pRg st="0" end="0"/>
                                            </p:txEl>
                                          </p:spTgt>
                                        </p:tgtEl>
                                        <p:attrNameLst>
                                          <p:attrName>style.visibility</p:attrName>
                                        </p:attrNameLst>
                                      </p:cBhvr>
                                      <p:to>
                                        <p:strVal val="visible"/>
                                      </p:to>
                                    </p:set>
                                    <p:animEffect transition="in" filter="fade">
                                      <p:cBhvr>
                                        <p:cTn id="51" dur="500"/>
                                        <p:tgtEl>
                                          <p:spTgt spid="14">
                                            <p:txEl>
                                              <p:pRg st="0" end="0"/>
                                            </p:txEl>
                                          </p:spTgt>
                                        </p:tgtEl>
                                      </p:cBhvr>
                                    </p:animEffect>
                                    <p:anim calcmode="lin" valueType="num">
                                      <p:cBhvr>
                                        <p:cTn id="5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10" presetClass="entr" presetSubtype="0" fill="hold" nodeType="after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childTnLst>
                          </p:cTn>
                        </p:par>
                        <p:par>
                          <p:cTn id="64" fill="hold">
                            <p:stCondLst>
                              <p:cond delay="55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5">
                                            <p:txEl>
                                              <p:pRg st="0" end="0"/>
                                            </p:txEl>
                                          </p:spTgt>
                                        </p:tgtEl>
                                        <p:attrNameLst>
                                          <p:attrName>style.visibility</p:attrName>
                                        </p:attrNameLst>
                                      </p:cBhvr>
                                      <p:to>
                                        <p:strVal val="visible"/>
                                      </p:to>
                                    </p:set>
                                    <p:anim calcmode="lin" valueType="num">
                                      <p:cBhvr>
                                        <p:cTn id="6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5">
                                            <p:txEl>
                                              <p:pRg st="0" end="0"/>
                                            </p:txEl>
                                          </p:spTgt>
                                        </p:tgtEl>
                                      </p:cBhvr>
                                    </p:animEffect>
                                  </p:childTnLst>
                                </p:cTn>
                              </p:par>
                            </p:childTnLst>
                          </p:cTn>
                        </p:par>
                        <p:par>
                          <p:cTn id="70" fill="hold">
                            <p:stCondLst>
                              <p:cond delay="60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16">
                                            <p:txEl>
                                              <p:pRg st="0" end="0"/>
                                            </p:txEl>
                                          </p:spTgt>
                                        </p:tgtEl>
                                        <p:attrNameLst>
                                          <p:attrName>style.visibility</p:attrName>
                                        </p:attrNameLst>
                                      </p:cBhvr>
                                      <p:to>
                                        <p:strVal val="visible"/>
                                      </p:to>
                                    </p:set>
                                    <p:animEffect transition="in" filter="fade">
                                      <p:cBhvr>
                                        <p:cTn id="73" dur="500"/>
                                        <p:tgtEl>
                                          <p:spTgt spid="16">
                                            <p:txEl>
                                              <p:pRg st="0" end="0"/>
                                            </p:txEl>
                                          </p:spTgt>
                                        </p:tgtEl>
                                      </p:cBhvr>
                                    </p:animEffect>
                                    <p:anim calcmode="lin" valueType="num">
                                      <p:cBhvr>
                                        <p:cTn id="7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6500"/>
                            </p:stCondLst>
                            <p:childTnLst>
                              <p:par>
                                <p:cTn id="77" presetID="42" presetClass="entr" presetSubtype="0" fill="hold" grpId="0" nodeType="afterEffect" nodePh="1">
                                  <p:stCondLst>
                                    <p:cond delay="0"/>
                                  </p:stCondLst>
                                  <p:endCondLst>
                                    <p:cond evt="begin" delay="0">
                                      <p:tn val="77"/>
                                    </p:cond>
                                  </p:endCondLst>
                                  <p:childTnLst>
                                    <p:set>
                                      <p:cBhvr>
                                        <p:cTn id="78" dur="1" fill="hold">
                                          <p:stCondLst>
                                            <p:cond delay="0"/>
                                          </p:stCondLst>
                                        </p:cTn>
                                        <p:tgtEl>
                                          <p:spTgt spid="22">
                                            <p:txEl>
                                              <p:pRg st="0" end="0"/>
                                            </p:txEl>
                                          </p:spTgt>
                                        </p:tgtEl>
                                        <p:attrNameLst>
                                          <p:attrName>style.visibility</p:attrName>
                                        </p:attrNameLst>
                                      </p:cBhvr>
                                      <p:to>
                                        <p:strVal val="visible"/>
                                      </p:to>
                                    </p:set>
                                    <p:animEffect transition="in" filter="fade">
                                      <p:cBhvr>
                                        <p:cTn id="79" dur="500"/>
                                        <p:tgtEl>
                                          <p:spTgt spid="22">
                                            <p:txEl>
                                              <p:pRg st="0" end="0"/>
                                            </p:txEl>
                                          </p:spTgt>
                                        </p:tgtEl>
                                      </p:cBhvr>
                                    </p:animEffect>
                                    <p:anim calcmode="lin" valueType="num">
                                      <p:cBhvr>
                                        <p:cTn id="8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8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82" fill="hold">
                            <p:stCondLst>
                              <p:cond delay="7000"/>
                            </p:stCondLst>
                            <p:childTnLst>
                              <p:par>
                                <p:cTn id="83" presetID="10" presetClass="entr" presetSubtype="0" fill="hold" nodeType="afterEffect">
                                  <p:stCondLst>
                                    <p:cond delay="0"/>
                                  </p:stCondLst>
                                  <p:childTnLst>
                                    <p:set>
                                      <p:cBhvr>
                                        <p:cTn id="84" dur="1" fill="hold">
                                          <p:stCondLst>
                                            <p:cond delay="0"/>
                                          </p:stCondLst>
                                        </p:cTn>
                                        <p:tgtEl>
                                          <p:spTgt spid="32"/>
                                        </p:tgtEl>
                                        <p:attrNameLst>
                                          <p:attrName>style.visibility</p:attrName>
                                        </p:attrNameLst>
                                      </p:cBhvr>
                                      <p:to>
                                        <p:strVal val="visible"/>
                                      </p:to>
                                    </p:set>
                                    <p:animEffect transition="in" filter="fade">
                                      <p:cBhvr>
                                        <p:cTn id="85" dur="500"/>
                                        <p:tgtEl>
                                          <p:spTgt spid="32"/>
                                        </p:tgtEl>
                                      </p:cBhvr>
                                    </p:animEffect>
                                  </p:childTnLst>
                                </p:cTn>
                              </p:par>
                            </p:childTnLst>
                          </p:cTn>
                        </p:par>
                        <p:par>
                          <p:cTn id="86" fill="hold">
                            <p:stCondLst>
                              <p:cond delay="7500"/>
                            </p:stCondLst>
                            <p:childTnLst>
                              <p:par>
                                <p:cTn id="87" presetID="53" presetClass="entr" presetSubtype="16" fill="hold" grpId="0" nodeType="afterEffect" nodePh="1">
                                  <p:stCondLst>
                                    <p:cond delay="0"/>
                                  </p:stCondLst>
                                  <p:endCondLst>
                                    <p:cond evt="begin" delay="0">
                                      <p:tn val="87"/>
                                    </p:cond>
                                  </p:endCondLst>
                                  <p:childTnLst>
                                    <p:set>
                                      <p:cBhvr>
                                        <p:cTn id="88" dur="1" fill="hold">
                                          <p:stCondLst>
                                            <p:cond delay="0"/>
                                          </p:stCondLst>
                                        </p:cTn>
                                        <p:tgtEl>
                                          <p:spTgt spid="17">
                                            <p:txEl>
                                              <p:pRg st="0" end="0"/>
                                            </p:txEl>
                                          </p:spTgt>
                                        </p:tgtEl>
                                        <p:attrNameLst>
                                          <p:attrName>style.visibility</p:attrName>
                                        </p:attrNameLst>
                                      </p:cBhvr>
                                      <p:to>
                                        <p:strVal val="visible"/>
                                      </p:to>
                                    </p:set>
                                    <p:anim calcmode="lin" valueType="num">
                                      <p:cBhvr>
                                        <p:cTn id="89"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90"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91" dur="500"/>
                                        <p:tgtEl>
                                          <p:spTgt spid="17">
                                            <p:txEl>
                                              <p:pRg st="0" end="0"/>
                                            </p:txEl>
                                          </p:spTgt>
                                        </p:tgtEl>
                                      </p:cBhvr>
                                    </p:animEffect>
                                  </p:childTnLst>
                                </p:cTn>
                              </p:par>
                            </p:childTnLst>
                          </p:cTn>
                        </p:par>
                        <p:par>
                          <p:cTn id="92" fill="hold">
                            <p:stCondLst>
                              <p:cond delay="8000"/>
                            </p:stCondLst>
                            <p:childTnLst>
                              <p:par>
                                <p:cTn id="93" presetID="42" presetClass="entr" presetSubtype="0" fill="hold" grpId="0" nodeType="afterEffect" nodePh="1">
                                  <p:stCondLst>
                                    <p:cond delay="0"/>
                                  </p:stCondLst>
                                  <p:endCondLst>
                                    <p:cond evt="begin" delay="0">
                                      <p:tn val="93"/>
                                    </p:cond>
                                  </p:endCondLst>
                                  <p:childTnLst>
                                    <p:set>
                                      <p:cBhvr>
                                        <p:cTn id="94" dur="1" fill="hold">
                                          <p:stCondLst>
                                            <p:cond delay="0"/>
                                          </p:stCondLst>
                                        </p:cTn>
                                        <p:tgtEl>
                                          <p:spTgt spid="18">
                                            <p:txEl>
                                              <p:pRg st="0" end="0"/>
                                            </p:txEl>
                                          </p:spTgt>
                                        </p:tgtEl>
                                        <p:attrNameLst>
                                          <p:attrName>style.visibility</p:attrName>
                                        </p:attrNameLst>
                                      </p:cBhvr>
                                      <p:to>
                                        <p:strVal val="visible"/>
                                      </p:to>
                                    </p:set>
                                    <p:animEffect transition="in" filter="fade">
                                      <p:cBhvr>
                                        <p:cTn id="95" dur="500"/>
                                        <p:tgtEl>
                                          <p:spTgt spid="18">
                                            <p:txEl>
                                              <p:pRg st="0" end="0"/>
                                            </p:txEl>
                                          </p:spTgt>
                                        </p:tgtEl>
                                      </p:cBhvr>
                                    </p:animEffect>
                                    <p:anim calcmode="lin" valueType="num">
                                      <p:cBhvr>
                                        <p:cTn id="9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9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23">
                                            <p:txEl>
                                              <p:pRg st="0" end="0"/>
                                            </p:txEl>
                                          </p:spTgt>
                                        </p:tgtEl>
                                        <p:attrNameLst>
                                          <p:attrName>style.visibility</p:attrName>
                                        </p:attrNameLst>
                                      </p:cBhvr>
                                      <p:to>
                                        <p:strVal val="visible"/>
                                      </p:to>
                                    </p:set>
                                    <p:animEffect transition="in" filter="fade">
                                      <p:cBhvr>
                                        <p:cTn id="101" dur="500"/>
                                        <p:tgtEl>
                                          <p:spTgt spid="23">
                                            <p:txEl>
                                              <p:pRg st="0" end="0"/>
                                            </p:txEl>
                                          </p:spTgt>
                                        </p:tgtEl>
                                      </p:cBhvr>
                                    </p:animEffect>
                                    <p:anim calcmode="lin" valueType="num">
                                      <p:cBhvr>
                                        <p:cTn id="10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10" presetClass="entr" presetSubtype="0" fill="hold" nodeType="afterEffect">
                                  <p:stCondLst>
                                    <p:cond delay="0"/>
                                  </p:stCondLst>
                                  <p:childTnLst>
                                    <p:set>
                                      <p:cBhvr>
                                        <p:cTn id="106" dur="1" fill="hold">
                                          <p:stCondLst>
                                            <p:cond delay="0"/>
                                          </p:stCondLst>
                                        </p:cTn>
                                        <p:tgtEl>
                                          <p:spTgt spid="39"/>
                                        </p:tgtEl>
                                        <p:attrNameLst>
                                          <p:attrName>style.visibility</p:attrName>
                                        </p:attrNameLst>
                                      </p:cBhvr>
                                      <p:to>
                                        <p:strVal val="visible"/>
                                      </p:to>
                                    </p:set>
                                    <p:animEffect transition="in" filter="fade">
                                      <p:cBhvr>
                                        <p:cTn id="107" dur="500"/>
                                        <p:tgtEl>
                                          <p:spTgt spid="39"/>
                                        </p:tgtEl>
                                      </p:cBhvr>
                                    </p:animEffect>
                                  </p:childTnLst>
                                </p:cTn>
                              </p:par>
                            </p:childTnLst>
                          </p:cTn>
                        </p:par>
                        <p:par>
                          <p:cTn id="108" fill="hold">
                            <p:stCondLst>
                              <p:cond delay="9500"/>
                            </p:stCondLst>
                            <p:childTnLst>
                              <p:par>
                                <p:cTn id="109" presetID="53" presetClass="entr" presetSubtype="16" fill="hold" grpId="0" nodeType="afterEffect" nodePh="1">
                                  <p:stCondLst>
                                    <p:cond delay="0"/>
                                  </p:stCondLst>
                                  <p:endCondLst>
                                    <p:cond evt="begin" delay="0">
                                      <p:tn val="109"/>
                                    </p:cond>
                                  </p:endCondLst>
                                  <p:childTnLst>
                                    <p:set>
                                      <p:cBhvr>
                                        <p:cTn id="110" dur="1" fill="hold">
                                          <p:stCondLst>
                                            <p:cond delay="0"/>
                                          </p:stCondLst>
                                        </p:cTn>
                                        <p:tgtEl>
                                          <p:spTgt spid="19">
                                            <p:txEl>
                                              <p:pRg st="0" end="0"/>
                                            </p:txEl>
                                          </p:spTgt>
                                        </p:tgtEl>
                                        <p:attrNameLst>
                                          <p:attrName>style.visibility</p:attrName>
                                        </p:attrNameLst>
                                      </p:cBhvr>
                                      <p:to>
                                        <p:strVal val="visible"/>
                                      </p:to>
                                    </p:set>
                                    <p:anim calcmode="lin" valueType="num">
                                      <p:cBhvr>
                                        <p:cTn id="111"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12"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13" dur="500"/>
                                        <p:tgtEl>
                                          <p:spTgt spid="19">
                                            <p:txEl>
                                              <p:pRg st="0" end="0"/>
                                            </p:txEl>
                                          </p:spTgt>
                                        </p:tgtEl>
                                      </p:cBhvr>
                                    </p:animEffect>
                                  </p:childTnLst>
                                </p:cTn>
                              </p:par>
                            </p:childTnLst>
                          </p:cTn>
                        </p:par>
                        <p:par>
                          <p:cTn id="114" fill="hold">
                            <p:stCondLst>
                              <p:cond delay="10000"/>
                            </p:stCondLst>
                            <p:childTnLst>
                              <p:par>
                                <p:cTn id="115" presetID="42" presetClass="entr" presetSubtype="0" fill="hold" grpId="0" nodeType="afterEffect" nodePh="1">
                                  <p:stCondLst>
                                    <p:cond delay="0"/>
                                  </p:stCondLst>
                                  <p:endCondLst>
                                    <p:cond evt="begin" delay="0">
                                      <p:tn val="115"/>
                                    </p:cond>
                                  </p:endCondLst>
                                  <p:childTnLst>
                                    <p:set>
                                      <p:cBhvr>
                                        <p:cTn id="116" dur="1" fill="hold">
                                          <p:stCondLst>
                                            <p:cond delay="0"/>
                                          </p:stCondLst>
                                        </p:cTn>
                                        <p:tgtEl>
                                          <p:spTgt spid="20">
                                            <p:txEl>
                                              <p:pRg st="0" end="0"/>
                                            </p:txEl>
                                          </p:spTgt>
                                        </p:tgtEl>
                                        <p:attrNameLst>
                                          <p:attrName>style.visibility</p:attrName>
                                        </p:attrNameLst>
                                      </p:cBhvr>
                                      <p:to>
                                        <p:strVal val="visible"/>
                                      </p:to>
                                    </p:set>
                                    <p:animEffect transition="in" filter="fade">
                                      <p:cBhvr>
                                        <p:cTn id="117" dur="500"/>
                                        <p:tgtEl>
                                          <p:spTgt spid="20">
                                            <p:txEl>
                                              <p:pRg st="0" end="0"/>
                                            </p:txEl>
                                          </p:spTgt>
                                        </p:tgtEl>
                                      </p:cBhvr>
                                    </p:animEffect>
                                    <p:anim calcmode="lin" valueType="num">
                                      <p:cBhvr>
                                        <p:cTn id="118"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119"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120" fill="hold">
                            <p:stCondLst>
                              <p:cond delay="10500"/>
                            </p:stCondLst>
                            <p:childTnLst>
                              <p:par>
                                <p:cTn id="121" presetID="42" presetClass="entr" presetSubtype="0" fill="hold" grpId="0" nodeType="afterEffect" nodePh="1">
                                  <p:stCondLst>
                                    <p:cond delay="0"/>
                                  </p:stCondLst>
                                  <p:endCondLst>
                                    <p:cond evt="begin" delay="0">
                                      <p:tn val="121"/>
                                    </p:cond>
                                  </p:endCondLst>
                                  <p:childTnLst>
                                    <p:set>
                                      <p:cBhvr>
                                        <p:cTn id="122" dur="1" fill="hold">
                                          <p:stCondLst>
                                            <p:cond delay="0"/>
                                          </p:stCondLst>
                                        </p:cTn>
                                        <p:tgtEl>
                                          <p:spTgt spid="24">
                                            <p:txEl>
                                              <p:pRg st="0" end="0"/>
                                            </p:txEl>
                                          </p:spTgt>
                                        </p:tgtEl>
                                        <p:attrNameLst>
                                          <p:attrName>style.visibility</p:attrName>
                                        </p:attrNameLst>
                                      </p:cBhvr>
                                      <p:to>
                                        <p:strVal val="visible"/>
                                      </p:to>
                                    </p:set>
                                    <p:animEffect transition="in" filter="fade">
                                      <p:cBhvr>
                                        <p:cTn id="123" dur="500"/>
                                        <p:tgtEl>
                                          <p:spTgt spid="24">
                                            <p:txEl>
                                              <p:pRg st="0" end="0"/>
                                            </p:txEl>
                                          </p:spTgt>
                                        </p:tgtEl>
                                      </p:cBhvr>
                                    </p:animEffect>
                                    <p:anim calcmode="lin" valueType="num">
                                      <p:cBhvr>
                                        <p:cTn id="12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2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26" fill="hold">
                            <p:stCondLst>
                              <p:cond delay="11000"/>
                            </p:stCondLst>
                            <p:childTnLst>
                              <p:par>
                                <p:cTn id="127" presetID="10" presetClass="entr" presetSubtype="0" fill="hold" nodeType="afterEffect">
                                  <p:stCondLst>
                                    <p:cond delay="0"/>
                                  </p:stCondLst>
                                  <p:childTnLst>
                                    <p:set>
                                      <p:cBhvr>
                                        <p:cTn id="128" dur="1" fill="hold">
                                          <p:stCondLst>
                                            <p:cond delay="0"/>
                                          </p:stCondLst>
                                        </p:cTn>
                                        <p:tgtEl>
                                          <p:spTgt spid="46"/>
                                        </p:tgtEl>
                                        <p:attrNameLst>
                                          <p:attrName>style.visibility</p:attrName>
                                        </p:attrNameLst>
                                      </p:cBhvr>
                                      <p:to>
                                        <p:strVal val="visible"/>
                                      </p:to>
                                    </p:set>
                                    <p:animEffect transition="in" filter="fade">
                                      <p:cBhvr>
                                        <p:cTn id="12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9" grpId="0" animBg="1"/>
      <p:bldP spid="10" grpId="0" animBg="1"/>
      <p:bldP spid="11" grpId="0" animBg="1"/>
      <p:bldP spid="12" grpId="0" animBg="1"/>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928685"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124607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3" name="Picture Placeholder 30"/>
          <p:cNvSpPr>
            <a:spLocks noGrp="1"/>
          </p:cNvSpPr>
          <p:nvPr>
            <p:ph type="pic" sz="quarter" idx="34" hasCustomPrompt="1"/>
          </p:nvPr>
        </p:nvSpPr>
        <p:spPr>
          <a:xfrm>
            <a:off x="403860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5" name="Picture Placeholder 30"/>
          <p:cNvSpPr>
            <a:spLocks noGrp="1"/>
          </p:cNvSpPr>
          <p:nvPr>
            <p:ph type="pic" sz="quarter" idx="35" hasCustomPrompt="1"/>
          </p:nvPr>
        </p:nvSpPr>
        <p:spPr>
          <a:xfrm>
            <a:off x="6834187"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7" name="Picture Placeholder 30"/>
          <p:cNvSpPr>
            <a:spLocks noGrp="1"/>
          </p:cNvSpPr>
          <p:nvPr>
            <p:ph type="pic" sz="quarter" idx="36" hasCustomPrompt="1"/>
          </p:nvPr>
        </p:nvSpPr>
        <p:spPr>
          <a:xfrm>
            <a:off x="9712442" y="2009148"/>
            <a:ext cx="1233487" cy="1695450"/>
          </a:xfrm>
          <a:solidFill>
            <a:schemeClr val="bg1">
              <a:lumMod val="85000"/>
            </a:schemeClr>
          </a:solidFill>
        </p:spPr>
        <p:txBody>
          <a:bodyPr/>
          <a:lstStyle>
            <a:lvl1pPr>
              <a:defRPr/>
            </a:lvl1pPr>
          </a:lstStyle>
          <a:p>
            <a:r>
              <a:rPr lang="id-ID" dirty="0" smtClean="0"/>
              <a:t>Pic here</a:t>
            </a:r>
            <a:endParaRPr lang="en-AU" dirty="0"/>
          </a:p>
        </p:txBody>
      </p:sp>
      <p:grpSp>
        <p:nvGrpSpPr>
          <p:cNvPr id="25" name="Group 24"/>
          <p:cNvGrpSpPr/>
          <p:nvPr userDrawn="1"/>
        </p:nvGrpSpPr>
        <p:grpSpPr>
          <a:xfrm>
            <a:off x="973770" y="5352142"/>
            <a:ext cx="1724341" cy="516155"/>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8"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9"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0" name="Group 39"/>
          <p:cNvGrpSpPr/>
          <p:nvPr userDrawn="1"/>
        </p:nvGrpSpPr>
        <p:grpSpPr>
          <a:xfrm>
            <a:off x="3793172" y="5361672"/>
            <a:ext cx="1724341" cy="516155"/>
            <a:chOff x="3872969" y="5806923"/>
            <a:chExt cx="1724341" cy="516155"/>
          </a:xfrm>
        </p:grpSpPr>
        <p:sp>
          <p:nvSpPr>
            <p:cNvPr id="41" name="Oval 40"/>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Oval 42"/>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4"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5"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6"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7" name="Group 46"/>
          <p:cNvGrpSpPr/>
          <p:nvPr userDrawn="1"/>
        </p:nvGrpSpPr>
        <p:grpSpPr>
          <a:xfrm>
            <a:off x="6654134" y="5352141"/>
            <a:ext cx="1724341" cy="516155"/>
            <a:chOff x="3872969" y="5806923"/>
            <a:chExt cx="1724341" cy="516155"/>
          </a:xfrm>
        </p:grpSpPr>
        <p:sp>
          <p:nvSpPr>
            <p:cNvPr id="48" name="Oval 47"/>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Oval 49"/>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1"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2"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3"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54" name="Group 53"/>
          <p:cNvGrpSpPr/>
          <p:nvPr userDrawn="1"/>
        </p:nvGrpSpPr>
        <p:grpSpPr>
          <a:xfrm>
            <a:off x="9473536" y="5361672"/>
            <a:ext cx="1724341" cy="516155"/>
            <a:chOff x="3872969" y="5806923"/>
            <a:chExt cx="1724341" cy="516155"/>
          </a:xfrm>
        </p:grpSpPr>
        <p:sp>
          <p:nvSpPr>
            <p:cNvPr id="55" name="Oval 54"/>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Oval 55"/>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7" name="Oval 56"/>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8"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9"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60"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380751074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33"/>
                                        </p:tgtEl>
                                        <p:attrNameLst>
                                          <p:attrName>style.visibility</p:attrName>
                                        </p:attrNameLst>
                                      </p:cBhvr>
                                      <p:to>
                                        <p:strVal val="visible"/>
                                      </p:to>
                                    </p:set>
                                    <p:animEffect transition="in" filter="fade">
                                      <p:cBhvr>
                                        <p:cTn id="45" dur="500"/>
                                        <p:tgtEl>
                                          <p:spTgt spid="33"/>
                                        </p:tgtEl>
                                      </p:cBhvr>
                                    </p:animEffect>
                                    <p:anim calcmode="lin" valueType="num">
                                      <p:cBhvr>
                                        <p:cTn id="46" dur="500" fill="hold"/>
                                        <p:tgtEl>
                                          <p:spTgt spid="33"/>
                                        </p:tgtEl>
                                        <p:attrNameLst>
                                          <p:attrName>ppt_x</p:attrName>
                                        </p:attrNameLst>
                                      </p:cBhvr>
                                      <p:tavLst>
                                        <p:tav tm="0">
                                          <p:val>
                                            <p:strVal val="#ppt_x"/>
                                          </p:val>
                                        </p:tav>
                                        <p:tav tm="100000">
                                          <p:val>
                                            <p:strVal val="#ppt_x"/>
                                          </p:val>
                                        </p:tav>
                                      </p:tavLst>
                                    </p:anim>
                                    <p:anim calcmode="lin" valueType="num">
                                      <p:cBhvr>
                                        <p:cTn id="47" dur="500" fill="hold"/>
                                        <p:tgtEl>
                                          <p:spTgt spid="33"/>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53" presetClass="entr" presetSubtype="16" fill="hold" grpId="0" nodeType="afterEffect" nodePh="1">
                                  <p:stCondLst>
                                    <p:cond delay="0"/>
                                  </p:stCondLst>
                                  <p:endCondLst>
                                    <p:cond evt="begin" delay="0">
                                      <p:tn val="49"/>
                                    </p:cond>
                                  </p:endCondLst>
                                  <p:childTnLst>
                                    <p:set>
                                      <p:cBhvr>
                                        <p:cTn id="50" dur="1" fill="hold">
                                          <p:stCondLst>
                                            <p:cond delay="0"/>
                                          </p:stCondLst>
                                        </p:cTn>
                                        <p:tgtEl>
                                          <p:spTgt spid="15">
                                            <p:txEl>
                                              <p:pRg st="0" end="0"/>
                                            </p:txEl>
                                          </p:spTgt>
                                        </p:tgtEl>
                                        <p:attrNameLst>
                                          <p:attrName>style.visibility</p:attrName>
                                        </p:attrNameLst>
                                      </p:cBhvr>
                                      <p:to>
                                        <p:strVal val="visible"/>
                                      </p:to>
                                    </p:set>
                                    <p:anim calcmode="lin" valueType="num">
                                      <p:cBhvr>
                                        <p:cTn id="51"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52"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53" dur="500"/>
                                        <p:tgtEl>
                                          <p:spTgt spid="15">
                                            <p:txEl>
                                              <p:pRg st="0" end="0"/>
                                            </p:txEl>
                                          </p:spTgt>
                                        </p:tgtEl>
                                      </p:cBhvr>
                                    </p:animEffect>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2">
                                            <p:txEl>
                                              <p:pRg st="0" end="0"/>
                                            </p:txEl>
                                          </p:spTgt>
                                        </p:tgtEl>
                                        <p:attrNameLst>
                                          <p:attrName>style.visibility</p:attrName>
                                        </p:attrNameLst>
                                      </p:cBhvr>
                                      <p:to>
                                        <p:strVal val="visible"/>
                                      </p:to>
                                    </p:set>
                                    <p:animEffect transition="in" filter="fade">
                                      <p:cBhvr>
                                        <p:cTn id="57" dur="500"/>
                                        <p:tgtEl>
                                          <p:spTgt spid="22">
                                            <p:txEl>
                                              <p:pRg st="0" end="0"/>
                                            </p:txEl>
                                          </p:spTgt>
                                        </p:tgtEl>
                                      </p:cBhvr>
                                    </p:animEffect>
                                    <p:anim calcmode="lin" valueType="num">
                                      <p:cBhvr>
                                        <p:cTn id="58"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53" presetClass="entr" presetSubtype="16" fill="hold" nodeType="afterEffect">
                                  <p:stCondLst>
                                    <p:cond delay="0"/>
                                  </p:stCondLst>
                                  <p:childTnLst>
                                    <p:set>
                                      <p:cBhvr>
                                        <p:cTn id="62" dur="1" fill="hold">
                                          <p:stCondLst>
                                            <p:cond delay="0"/>
                                          </p:stCondLst>
                                        </p:cTn>
                                        <p:tgtEl>
                                          <p:spTgt spid="40"/>
                                        </p:tgtEl>
                                        <p:attrNameLst>
                                          <p:attrName>style.visibility</p:attrName>
                                        </p:attrNameLst>
                                      </p:cBhvr>
                                      <p:to>
                                        <p:strVal val="visible"/>
                                      </p:to>
                                    </p:set>
                                    <p:anim calcmode="lin" valueType="num">
                                      <p:cBhvr>
                                        <p:cTn id="63" dur="500" fill="hold"/>
                                        <p:tgtEl>
                                          <p:spTgt spid="40"/>
                                        </p:tgtEl>
                                        <p:attrNameLst>
                                          <p:attrName>ppt_w</p:attrName>
                                        </p:attrNameLst>
                                      </p:cBhvr>
                                      <p:tavLst>
                                        <p:tav tm="0">
                                          <p:val>
                                            <p:fltVal val="0"/>
                                          </p:val>
                                        </p:tav>
                                        <p:tav tm="100000">
                                          <p:val>
                                            <p:strVal val="#ppt_w"/>
                                          </p:val>
                                        </p:tav>
                                      </p:tavLst>
                                    </p:anim>
                                    <p:anim calcmode="lin" valueType="num">
                                      <p:cBhvr>
                                        <p:cTn id="64" dur="500" fill="hold"/>
                                        <p:tgtEl>
                                          <p:spTgt spid="40"/>
                                        </p:tgtEl>
                                        <p:attrNameLst>
                                          <p:attrName>ppt_h</p:attrName>
                                        </p:attrNameLst>
                                      </p:cBhvr>
                                      <p:tavLst>
                                        <p:tav tm="0">
                                          <p:val>
                                            <p:fltVal val="0"/>
                                          </p:val>
                                        </p:tav>
                                        <p:tav tm="100000">
                                          <p:val>
                                            <p:strVal val="#ppt_h"/>
                                          </p:val>
                                        </p:tav>
                                      </p:tavLst>
                                    </p:anim>
                                    <p:animEffect transition="in" filter="fade">
                                      <p:cBhvr>
                                        <p:cTn id="65" dur="500"/>
                                        <p:tgtEl>
                                          <p:spTgt spid="40"/>
                                        </p:tgtEl>
                                      </p:cBhvr>
                                    </p:animEffect>
                                  </p:childTnLst>
                                </p:cTn>
                              </p:par>
                            </p:childTnLst>
                          </p:cTn>
                        </p:par>
                        <p:par>
                          <p:cTn id="66" fill="hold">
                            <p:stCondLst>
                              <p:cond delay="5500"/>
                            </p:stCondLst>
                            <p:childTnLst>
                              <p:par>
                                <p:cTn id="67" presetID="42" presetClass="entr" presetSubtype="0" fill="hold" grpId="0" nodeType="afterEffect">
                                  <p:stCondLst>
                                    <p:cond delay="0"/>
                                  </p:stCondLst>
                                  <p:childTnLst>
                                    <p:set>
                                      <p:cBhvr>
                                        <p:cTn id="68" dur="1" fill="hold">
                                          <p:stCondLst>
                                            <p:cond delay="0"/>
                                          </p:stCondLst>
                                        </p:cTn>
                                        <p:tgtEl>
                                          <p:spTgt spid="35"/>
                                        </p:tgtEl>
                                        <p:attrNameLst>
                                          <p:attrName>style.visibility</p:attrName>
                                        </p:attrNameLst>
                                      </p:cBhvr>
                                      <p:to>
                                        <p:strVal val="visible"/>
                                      </p:to>
                                    </p:set>
                                    <p:animEffect transition="in" filter="fade">
                                      <p:cBhvr>
                                        <p:cTn id="69" dur="500"/>
                                        <p:tgtEl>
                                          <p:spTgt spid="35"/>
                                        </p:tgtEl>
                                      </p:cBhvr>
                                    </p:animEffect>
                                    <p:anim calcmode="lin" valueType="num">
                                      <p:cBhvr>
                                        <p:cTn id="70" dur="500" fill="hold"/>
                                        <p:tgtEl>
                                          <p:spTgt spid="35"/>
                                        </p:tgtEl>
                                        <p:attrNameLst>
                                          <p:attrName>ppt_x</p:attrName>
                                        </p:attrNameLst>
                                      </p:cBhvr>
                                      <p:tavLst>
                                        <p:tav tm="0">
                                          <p:val>
                                            <p:strVal val="#ppt_x"/>
                                          </p:val>
                                        </p:tav>
                                        <p:tav tm="100000">
                                          <p:val>
                                            <p:strVal val="#ppt_x"/>
                                          </p:val>
                                        </p:tav>
                                      </p:tavLst>
                                    </p:anim>
                                    <p:anim calcmode="lin" valueType="num">
                                      <p:cBhvr>
                                        <p:cTn id="71" dur="500" fill="hold"/>
                                        <p:tgtEl>
                                          <p:spTgt spid="35"/>
                                        </p:tgtEl>
                                        <p:attrNameLst>
                                          <p:attrName>ppt_y</p:attrName>
                                        </p:attrNameLst>
                                      </p:cBhvr>
                                      <p:tavLst>
                                        <p:tav tm="0">
                                          <p:val>
                                            <p:strVal val="#ppt_y+.1"/>
                                          </p:val>
                                        </p:tav>
                                        <p:tav tm="100000">
                                          <p:val>
                                            <p:strVal val="#ppt_y"/>
                                          </p:val>
                                        </p:tav>
                                      </p:tavLst>
                                    </p:anim>
                                  </p:childTnLst>
                                </p:cTn>
                              </p:par>
                            </p:childTnLst>
                          </p:cTn>
                        </p:par>
                        <p:par>
                          <p:cTn id="72" fill="hold">
                            <p:stCondLst>
                              <p:cond delay="60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17">
                                            <p:txEl>
                                              <p:pRg st="0" end="0"/>
                                            </p:txEl>
                                          </p:spTgt>
                                        </p:tgtEl>
                                        <p:attrNameLst>
                                          <p:attrName>style.visibility</p:attrName>
                                        </p:attrNameLst>
                                      </p:cBhvr>
                                      <p:to>
                                        <p:strVal val="visible"/>
                                      </p:to>
                                    </p:set>
                                    <p:anim calcmode="lin" valueType="num">
                                      <p:cBhvr>
                                        <p:cTn id="75"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17">
                                            <p:txEl>
                                              <p:pRg st="0" end="0"/>
                                            </p:txEl>
                                          </p:spTgt>
                                        </p:tgtEl>
                                      </p:cBhvr>
                                    </p:animEffect>
                                  </p:childTnLst>
                                </p:cTn>
                              </p:par>
                            </p:childTnLst>
                          </p:cTn>
                        </p:par>
                        <p:par>
                          <p:cTn id="78" fill="hold">
                            <p:stCondLst>
                              <p:cond delay="6500"/>
                            </p:stCondLst>
                            <p:childTnLst>
                              <p:par>
                                <p:cTn id="79" presetID="42" presetClass="entr" presetSubtype="0" fill="hold" grpId="0" nodeType="afterEffect" nodePh="1">
                                  <p:stCondLst>
                                    <p:cond delay="0"/>
                                  </p:stCondLst>
                                  <p:endCondLst>
                                    <p:cond evt="begin" delay="0">
                                      <p:tn val="79"/>
                                    </p:cond>
                                  </p:endCondLst>
                                  <p:childTnLst>
                                    <p:set>
                                      <p:cBhvr>
                                        <p:cTn id="80" dur="1" fill="hold">
                                          <p:stCondLst>
                                            <p:cond delay="0"/>
                                          </p:stCondLst>
                                        </p:cTn>
                                        <p:tgtEl>
                                          <p:spTgt spid="23">
                                            <p:txEl>
                                              <p:pRg st="0" end="0"/>
                                            </p:txEl>
                                          </p:spTgt>
                                        </p:tgtEl>
                                        <p:attrNameLst>
                                          <p:attrName>style.visibility</p:attrName>
                                        </p:attrNameLst>
                                      </p:cBhvr>
                                      <p:to>
                                        <p:strVal val="visible"/>
                                      </p:to>
                                    </p:set>
                                    <p:animEffect transition="in" filter="fade">
                                      <p:cBhvr>
                                        <p:cTn id="81" dur="500"/>
                                        <p:tgtEl>
                                          <p:spTgt spid="23">
                                            <p:txEl>
                                              <p:pRg st="0" end="0"/>
                                            </p:txEl>
                                          </p:spTgt>
                                        </p:tgtEl>
                                      </p:cBhvr>
                                    </p:animEffect>
                                    <p:anim calcmode="lin" valueType="num">
                                      <p:cBhvr>
                                        <p:cTn id="8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8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84" fill="hold">
                            <p:stCondLst>
                              <p:cond delay="7000"/>
                            </p:stCondLst>
                            <p:childTnLst>
                              <p:par>
                                <p:cTn id="85" presetID="53" presetClass="entr" presetSubtype="16" fill="hold" nodeType="after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p:cTn id="87" dur="500" fill="hold"/>
                                        <p:tgtEl>
                                          <p:spTgt spid="47"/>
                                        </p:tgtEl>
                                        <p:attrNameLst>
                                          <p:attrName>ppt_w</p:attrName>
                                        </p:attrNameLst>
                                      </p:cBhvr>
                                      <p:tavLst>
                                        <p:tav tm="0">
                                          <p:val>
                                            <p:fltVal val="0"/>
                                          </p:val>
                                        </p:tav>
                                        <p:tav tm="100000">
                                          <p:val>
                                            <p:strVal val="#ppt_w"/>
                                          </p:val>
                                        </p:tav>
                                      </p:tavLst>
                                    </p:anim>
                                    <p:anim calcmode="lin" valueType="num">
                                      <p:cBhvr>
                                        <p:cTn id="88" dur="500" fill="hold"/>
                                        <p:tgtEl>
                                          <p:spTgt spid="47"/>
                                        </p:tgtEl>
                                        <p:attrNameLst>
                                          <p:attrName>ppt_h</p:attrName>
                                        </p:attrNameLst>
                                      </p:cBhvr>
                                      <p:tavLst>
                                        <p:tav tm="0">
                                          <p:val>
                                            <p:fltVal val="0"/>
                                          </p:val>
                                        </p:tav>
                                        <p:tav tm="100000">
                                          <p:val>
                                            <p:strVal val="#ppt_h"/>
                                          </p:val>
                                        </p:tav>
                                      </p:tavLst>
                                    </p:anim>
                                    <p:animEffect transition="in" filter="fade">
                                      <p:cBhvr>
                                        <p:cTn id="89" dur="500"/>
                                        <p:tgtEl>
                                          <p:spTgt spid="47"/>
                                        </p:tgtEl>
                                      </p:cBhvr>
                                    </p:animEffect>
                                  </p:childTnLst>
                                </p:cTn>
                              </p:par>
                            </p:childTnLst>
                          </p:cTn>
                        </p:par>
                        <p:par>
                          <p:cTn id="90" fill="hold">
                            <p:stCondLst>
                              <p:cond delay="7500"/>
                            </p:stCondLst>
                            <p:childTnLst>
                              <p:par>
                                <p:cTn id="91" presetID="42" presetClass="entr" presetSubtype="0" fill="hold" grpId="0" nodeType="afterEffect">
                                  <p:stCondLst>
                                    <p:cond delay="0"/>
                                  </p:stCondLst>
                                  <p:childTnLst>
                                    <p:set>
                                      <p:cBhvr>
                                        <p:cTn id="92" dur="1" fill="hold">
                                          <p:stCondLst>
                                            <p:cond delay="0"/>
                                          </p:stCondLst>
                                        </p:cTn>
                                        <p:tgtEl>
                                          <p:spTgt spid="37"/>
                                        </p:tgtEl>
                                        <p:attrNameLst>
                                          <p:attrName>style.visibility</p:attrName>
                                        </p:attrNameLst>
                                      </p:cBhvr>
                                      <p:to>
                                        <p:strVal val="visible"/>
                                      </p:to>
                                    </p:set>
                                    <p:animEffect transition="in" filter="fade">
                                      <p:cBhvr>
                                        <p:cTn id="93" dur="500"/>
                                        <p:tgtEl>
                                          <p:spTgt spid="37"/>
                                        </p:tgtEl>
                                      </p:cBhvr>
                                    </p:animEffect>
                                    <p:anim calcmode="lin" valueType="num">
                                      <p:cBhvr>
                                        <p:cTn id="94" dur="500" fill="hold"/>
                                        <p:tgtEl>
                                          <p:spTgt spid="37"/>
                                        </p:tgtEl>
                                        <p:attrNameLst>
                                          <p:attrName>ppt_x</p:attrName>
                                        </p:attrNameLst>
                                      </p:cBhvr>
                                      <p:tavLst>
                                        <p:tav tm="0">
                                          <p:val>
                                            <p:strVal val="#ppt_x"/>
                                          </p:val>
                                        </p:tav>
                                        <p:tav tm="100000">
                                          <p:val>
                                            <p:strVal val="#ppt_x"/>
                                          </p:val>
                                        </p:tav>
                                      </p:tavLst>
                                    </p:anim>
                                    <p:anim calcmode="lin" valueType="num">
                                      <p:cBhvr>
                                        <p:cTn id="95" dur="500" fill="hold"/>
                                        <p:tgtEl>
                                          <p:spTgt spid="37"/>
                                        </p:tgtEl>
                                        <p:attrNameLst>
                                          <p:attrName>ppt_y</p:attrName>
                                        </p:attrNameLst>
                                      </p:cBhvr>
                                      <p:tavLst>
                                        <p:tav tm="0">
                                          <p:val>
                                            <p:strVal val="#ppt_y+.1"/>
                                          </p:val>
                                        </p:tav>
                                        <p:tav tm="100000">
                                          <p:val>
                                            <p:strVal val="#ppt_y"/>
                                          </p:val>
                                        </p:tav>
                                      </p:tavLst>
                                    </p:anim>
                                  </p:childTnLst>
                                </p:cTn>
                              </p:par>
                            </p:childTnLst>
                          </p:cTn>
                        </p:par>
                        <p:par>
                          <p:cTn id="96" fill="hold">
                            <p:stCondLst>
                              <p:cond delay="8000"/>
                            </p:stCondLst>
                            <p:childTnLst>
                              <p:par>
                                <p:cTn id="97" presetID="53" presetClass="entr" presetSubtype="16" fill="hold" grpId="0" nodeType="afterEffect" nodePh="1">
                                  <p:stCondLst>
                                    <p:cond delay="0"/>
                                  </p:stCondLst>
                                  <p:endCondLst>
                                    <p:cond evt="begin" delay="0">
                                      <p:tn val="97"/>
                                    </p:cond>
                                  </p:endCondLst>
                                  <p:childTnLst>
                                    <p:set>
                                      <p:cBhvr>
                                        <p:cTn id="98" dur="1" fill="hold">
                                          <p:stCondLst>
                                            <p:cond delay="0"/>
                                          </p:stCondLst>
                                        </p:cTn>
                                        <p:tgtEl>
                                          <p:spTgt spid="19">
                                            <p:txEl>
                                              <p:pRg st="0" end="0"/>
                                            </p:txEl>
                                          </p:spTgt>
                                        </p:tgtEl>
                                        <p:attrNameLst>
                                          <p:attrName>style.visibility</p:attrName>
                                        </p:attrNameLst>
                                      </p:cBhvr>
                                      <p:to>
                                        <p:strVal val="visible"/>
                                      </p:to>
                                    </p:set>
                                    <p:anim calcmode="lin" valueType="num">
                                      <p:cBhvr>
                                        <p:cTn id="99"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00"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01" dur="500"/>
                                        <p:tgtEl>
                                          <p:spTgt spid="19">
                                            <p:txEl>
                                              <p:pRg st="0" end="0"/>
                                            </p:txEl>
                                          </p:spTgt>
                                        </p:tgtEl>
                                      </p:cBhvr>
                                    </p:animEffect>
                                  </p:childTnLst>
                                </p:cTn>
                              </p:par>
                            </p:childTnLst>
                          </p:cTn>
                        </p:par>
                        <p:par>
                          <p:cTn id="102" fill="hold">
                            <p:stCondLst>
                              <p:cond delay="8500"/>
                            </p:stCondLst>
                            <p:childTnLst>
                              <p:par>
                                <p:cTn id="103" presetID="42" presetClass="entr" presetSubtype="0" fill="hold" grpId="0" nodeType="afterEffect" nodePh="1">
                                  <p:stCondLst>
                                    <p:cond delay="0"/>
                                  </p:stCondLst>
                                  <p:endCondLst>
                                    <p:cond evt="begin" delay="0">
                                      <p:tn val="103"/>
                                    </p:cond>
                                  </p:endCondLst>
                                  <p:childTnLst>
                                    <p:set>
                                      <p:cBhvr>
                                        <p:cTn id="104" dur="1" fill="hold">
                                          <p:stCondLst>
                                            <p:cond delay="0"/>
                                          </p:stCondLst>
                                        </p:cTn>
                                        <p:tgtEl>
                                          <p:spTgt spid="24">
                                            <p:txEl>
                                              <p:pRg st="0" end="0"/>
                                            </p:txEl>
                                          </p:spTgt>
                                        </p:tgtEl>
                                        <p:attrNameLst>
                                          <p:attrName>style.visibility</p:attrName>
                                        </p:attrNameLst>
                                      </p:cBhvr>
                                      <p:to>
                                        <p:strVal val="visible"/>
                                      </p:to>
                                    </p:set>
                                    <p:animEffect transition="in" filter="fade">
                                      <p:cBhvr>
                                        <p:cTn id="105" dur="500"/>
                                        <p:tgtEl>
                                          <p:spTgt spid="24">
                                            <p:txEl>
                                              <p:pRg st="0" end="0"/>
                                            </p:txEl>
                                          </p:spTgt>
                                        </p:tgtEl>
                                      </p:cBhvr>
                                    </p:animEffect>
                                    <p:anim calcmode="lin" valueType="num">
                                      <p:cBhvr>
                                        <p:cTn id="10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07"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08" fill="hold">
                            <p:stCondLst>
                              <p:cond delay="9000"/>
                            </p:stCondLst>
                            <p:childTnLst>
                              <p:par>
                                <p:cTn id="109" presetID="53" presetClass="entr" presetSubtype="16" fill="hold" nodeType="afterEffect">
                                  <p:stCondLst>
                                    <p:cond delay="0"/>
                                  </p:stCondLst>
                                  <p:childTnLst>
                                    <p:set>
                                      <p:cBhvr>
                                        <p:cTn id="110" dur="1" fill="hold">
                                          <p:stCondLst>
                                            <p:cond delay="0"/>
                                          </p:stCondLst>
                                        </p:cTn>
                                        <p:tgtEl>
                                          <p:spTgt spid="54"/>
                                        </p:tgtEl>
                                        <p:attrNameLst>
                                          <p:attrName>style.visibility</p:attrName>
                                        </p:attrNameLst>
                                      </p:cBhvr>
                                      <p:to>
                                        <p:strVal val="visible"/>
                                      </p:to>
                                    </p:set>
                                    <p:anim calcmode="lin" valueType="num">
                                      <p:cBhvr>
                                        <p:cTn id="111" dur="500" fill="hold"/>
                                        <p:tgtEl>
                                          <p:spTgt spid="54"/>
                                        </p:tgtEl>
                                        <p:attrNameLst>
                                          <p:attrName>ppt_w</p:attrName>
                                        </p:attrNameLst>
                                      </p:cBhvr>
                                      <p:tavLst>
                                        <p:tav tm="0">
                                          <p:val>
                                            <p:fltVal val="0"/>
                                          </p:val>
                                        </p:tav>
                                        <p:tav tm="100000">
                                          <p:val>
                                            <p:strVal val="#ppt_w"/>
                                          </p:val>
                                        </p:tav>
                                      </p:tavLst>
                                    </p:anim>
                                    <p:anim calcmode="lin" valueType="num">
                                      <p:cBhvr>
                                        <p:cTn id="112" dur="500" fill="hold"/>
                                        <p:tgtEl>
                                          <p:spTgt spid="54"/>
                                        </p:tgtEl>
                                        <p:attrNameLst>
                                          <p:attrName>ppt_h</p:attrName>
                                        </p:attrNameLst>
                                      </p:cBhvr>
                                      <p:tavLst>
                                        <p:tav tm="0">
                                          <p:val>
                                            <p:fltVal val="0"/>
                                          </p:val>
                                        </p:tav>
                                        <p:tav tm="100000">
                                          <p:val>
                                            <p:strVal val="#ppt_h"/>
                                          </p:val>
                                        </p:tav>
                                      </p:tavLst>
                                    </p:anim>
                                    <p:animEffect transition="in" filter="fade">
                                      <p:cBhvr>
                                        <p:cTn id="11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31" grpId="0" animBg="1"/>
      <p:bldP spid="33" grpId="0" animBg="1"/>
      <p:bldP spid="35" grpId="0" animBg="1"/>
      <p:bldP spid="37" grpId="0" animBg="1"/>
    </p:bldLst>
  </p:timing>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153400" y="5316142"/>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153400" y="5593818"/>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8153400" y="1898601"/>
            <a:ext cx="2492492" cy="3145782"/>
          </a:xfrm>
          <a:solidFill>
            <a:schemeClr val="bg1">
              <a:lumMod val="85000"/>
            </a:schemeClr>
          </a:solidFill>
        </p:spPr>
        <p:txBody>
          <a:bodyPr/>
          <a:lstStyle>
            <a:lvl1pPr>
              <a:defRPr/>
            </a:lvl1pPr>
          </a:lstStyle>
          <a:p>
            <a:r>
              <a:rPr lang="id-ID" dirty="0" smtClean="0"/>
              <a:t>Pic here</a:t>
            </a:r>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97100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25426012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p:cTn id="39"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25">
                                            <p:txEl>
                                              <p:pRg st="0" end="0"/>
                                            </p:txEl>
                                          </p:spTgt>
                                        </p:tgtEl>
                                      </p:cBhvr>
                                    </p:animEffect>
                                  </p:childTnLst>
                                </p:cTn>
                              </p:par>
                            </p:childTnLst>
                          </p:cTn>
                        </p:par>
                        <p:par>
                          <p:cTn id="42" fill="hold">
                            <p:stCondLst>
                              <p:cond delay="35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26">
                                            <p:txEl>
                                              <p:pRg st="0" end="0"/>
                                            </p:txEl>
                                          </p:spTgt>
                                        </p:tgtEl>
                                        <p:attrNameLst>
                                          <p:attrName>style.visibility</p:attrName>
                                        </p:attrNameLst>
                                      </p:cBhvr>
                                      <p:to>
                                        <p:strVal val="visible"/>
                                      </p:to>
                                    </p:set>
                                    <p:animEffect transition="in" filter="fade">
                                      <p:cBhvr>
                                        <p:cTn id="45" dur="500"/>
                                        <p:tgtEl>
                                          <p:spTgt spid="26">
                                            <p:txEl>
                                              <p:pRg st="0" end="0"/>
                                            </p:txEl>
                                          </p:spTgt>
                                        </p:tgtEl>
                                      </p:cBhvr>
                                    </p:animEffect>
                                    <p:anim calcmode="lin" valueType="num">
                                      <p:cBhvr>
                                        <p:cTn id="46"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31"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14" name="Picture Placeholder 7"/>
          <p:cNvSpPr>
            <a:spLocks noGrp="1"/>
          </p:cNvSpPr>
          <p:nvPr>
            <p:ph type="pic" sz="quarter" idx="14" hasCustomPrompt="1"/>
          </p:nvPr>
        </p:nvSpPr>
        <p:spPr>
          <a:xfrm>
            <a:off x="0" y="0"/>
            <a:ext cx="121920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7" name="Picture Placeholder 16"/>
          <p:cNvSpPr>
            <a:spLocks noGrp="1"/>
          </p:cNvSpPr>
          <p:nvPr>
            <p:ph type="pic" sz="quarter" idx="35" hasCustomPrompt="1"/>
          </p:nvPr>
        </p:nvSpPr>
        <p:spPr>
          <a:xfrm>
            <a:off x="-228600" y="-247650"/>
            <a:ext cx="7616332" cy="7296150"/>
          </a:xfrm>
          <a:custGeom>
            <a:avLst/>
            <a:gdLst>
              <a:gd name="connsiteX0" fmla="*/ 0 w 7373178"/>
              <a:gd name="connsiteY0" fmla="*/ 0 h 6858000"/>
              <a:gd name="connsiteX1" fmla="*/ 6921578 w 7373178"/>
              <a:gd name="connsiteY1" fmla="*/ 0 h 6858000"/>
              <a:gd name="connsiteX2" fmla="*/ 6822196 w 7373178"/>
              <a:gd name="connsiteY2" fmla="*/ 188338 h 6858000"/>
              <a:gd name="connsiteX3" fmla="*/ 6788524 w 7373178"/>
              <a:gd name="connsiteY3" fmla="*/ 5808780 h 6858000"/>
              <a:gd name="connsiteX4" fmla="*/ 7247696 w 7373178"/>
              <a:gd name="connsiteY4" fmla="*/ 6667831 h 6858000"/>
              <a:gd name="connsiteX5" fmla="*/ 7373178 w 7373178"/>
              <a:gd name="connsiteY5" fmla="*/ 6858000 h 6858000"/>
              <a:gd name="connsiteX6" fmla="*/ 0 w 7373178"/>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73178" h="6858000">
                <a:moveTo>
                  <a:pt x="0" y="0"/>
                </a:moveTo>
                <a:lnTo>
                  <a:pt x="6921578" y="0"/>
                </a:lnTo>
                <a:lnTo>
                  <a:pt x="6822196" y="188338"/>
                </a:lnTo>
                <a:cubicBezTo>
                  <a:pt x="6006786" y="1830158"/>
                  <a:pt x="5931281" y="3899984"/>
                  <a:pt x="6788524" y="5808780"/>
                </a:cubicBezTo>
                <a:cubicBezTo>
                  <a:pt x="6923879" y="6110169"/>
                  <a:pt x="7077682" y="6396843"/>
                  <a:pt x="7247696" y="6667831"/>
                </a:cubicBezTo>
                <a:lnTo>
                  <a:pt x="7373178" y="6858000"/>
                </a:lnTo>
                <a:lnTo>
                  <a:pt x="0" y="6858000"/>
                </a:lnTo>
                <a:close/>
              </a:path>
            </a:pathLst>
          </a:custGeom>
          <a:solidFill>
            <a:schemeClr val="accent4">
              <a:alpha val="35000"/>
            </a:schemeClr>
          </a:solidFill>
          <a:ln w="76200">
            <a:solidFill>
              <a:schemeClr val="bg1"/>
            </a:solidFill>
          </a:ln>
        </p:spPr>
        <p:txBody>
          <a:bodyPr wrap="square">
            <a:no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303907" y="5417740"/>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303907" y="5695416"/>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1285330"/>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33920092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Effect transition="in" filter="fade">
                                      <p:cBhvr>
                                        <p:cTn id="23" dur="500"/>
                                        <p:tgtEl>
                                          <p:spTgt spid="1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500"/>
                                        <p:tgtEl>
                                          <p:spTgt spid="17"/>
                                        </p:tgtEl>
                                      </p:cBhvr>
                                    </p:animEffect>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3">
                                            <p:txEl>
                                              <p:pRg st="0" end="0"/>
                                            </p:txEl>
                                          </p:spTgt>
                                        </p:tgtEl>
                                        <p:attrNameLst>
                                          <p:attrName>style.visibility</p:attrName>
                                        </p:attrNameLst>
                                      </p:cBhvr>
                                      <p:to>
                                        <p:strVal val="visible"/>
                                      </p:to>
                                    </p:set>
                                    <p:anim calcmode="lin" valueType="num">
                                      <p:cBhvr>
                                        <p:cTn id="31"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3">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21">
                                            <p:txEl>
                                              <p:pRg st="0" end="0"/>
                                            </p:txEl>
                                          </p:spTgt>
                                        </p:tgtEl>
                                        <p:attrNameLst>
                                          <p:attrName>style.visibility</p:attrName>
                                        </p:attrNameLst>
                                      </p:cBhvr>
                                      <p:to>
                                        <p:strVal val="visible"/>
                                      </p:to>
                                    </p:set>
                                    <p:animEffect transition="in" filter="fade">
                                      <p:cBhvr>
                                        <p:cTn id="37" dur="500"/>
                                        <p:tgtEl>
                                          <p:spTgt spid="21">
                                            <p:txEl>
                                              <p:pRg st="0" end="0"/>
                                            </p:txEl>
                                          </p:spTgt>
                                        </p:tgtEl>
                                      </p:cBhvr>
                                    </p:animEffect>
                                    <p:anim calcmode="lin" valueType="num">
                                      <p:cBhvr>
                                        <p:cTn id="3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5">
                                            <p:txEl>
                                              <p:pRg st="0" end="0"/>
                                            </p:txEl>
                                          </p:spTgt>
                                        </p:tgtEl>
                                        <p:attrNameLst>
                                          <p:attrName>style.visibility</p:attrName>
                                        </p:attrNameLst>
                                      </p:cBhvr>
                                      <p:to>
                                        <p:strVal val="visible"/>
                                      </p:to>
                                    </p:set>
                                    <p:anim calcmode="lin" valueType="num">
                                      <p:cBhvr>
                                        <p:cTn id="43"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5">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6">
                                            <p:txEl>
                                              <p:pRg st="0" end="0"/>
                                            </p:txEl>
                                          </p:spTgt>
                                        </p:tgtEl>
                                        <p:attrNameLst>
                                          <p:attrName>style.visibility</p:attrName>
                                        </p:attrNameLst>
                                      </p:cBhvr>
                                      <p:to>
                                        <p:strVal val="visible"/>
                                      </p:to>
                                    </p:set>
                                    <p:animEffect transition="in" filter="fade">
                                      <p:cBhvr>
                                        <p:cTn id="49" dur="500"/>
                                        <p:tgtEl>
                                          <p:spTgt spid="26">
                                            <p:txEl>
                                              <p:pRg st="0" end="0"/>
                                            </p:txEl>
                                          </p:spTgt>
                                        </p:tgtEl>
                                      </p:cBhvr>
                                    </p:animEffect>
                                    <p:anim calcmode="lin" valueType="num">
                                      <p:cBhvr>
                                        <p:cTn id="5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7"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9" name="Picture Placeholder 38"/>
          <p:cNvSpPr>
            <a:spLocks noGrp="1"/>
          </p:cNvSpPr>
          <p:nvPr>
            <p:ph type="pic" sz="quarter" idx="14"/>
          </p:nvPr>
        </p:nvSpPr>
        <p:spPr>
          <a:xfrm>
            <a:off x="1031972" y="2625206"/>
            <a:ext cx="1919046" cy="1872751"/>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0" name="Picture Placeholder 39"/>
          <p:cNvSpPr>
            <a:spLocks noGrp="1"/>
          </p:cNvSpPr>
          <p:nvPr>
            <p:ph type="pic" sz="quarter" idx="15"/>
          </p:nvPr>
        </p:nvSpPr>
        <p:spPr>
          <a:xfrm flipH="1">
            <a:off x="3913909" y="510524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1" name="Picture Placeholder 40"/>
          <p:cNvSpPr>
            <a:spLocks noGrp="1"/>
          </p:cNvSpPr>
          <p:nvPr>
            <p:ph type="pic" sz="quarter" idx="16"/>
          </p:nvPr>
        </p:nvSpPr>
        <p:spPr>
          <a:xfrm flipH="1">
            <a:off x="3913908" y="187796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2" name="Picture Placeholder 41"/>
          <p:cNvSpPr>
            <a:spLocks noGrp="1"/>
          </p:cNvSpPr>
          <p:nvPr>
            <p:ph type="pic" sz="quarter" idx="17"/>
          </p:nvPr>
        </p:nvSpPr>
        <p:spPr>
          <a:xfrm flipH="1">
            <a:off x="4191001" y="3495474"/>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cxnSp>
        <p:nvCxnSpPr>
          <p:cNvPr id="12" name="Curved Connector 11"/>
          <p:cNvCxnSpPr/>
          <p:nvPr userDrawn="1"/>
        </p:nvCxnSpPr>
        <p:spPr>
          <a:xfrm flipV="1">
            <a:off x="3016827" y="2482812"/>
            <a:ext cx="831271" cy="750746"/>
          </a:xfrm>
          <a:prstGeom prst="curvedConnector3">
            <a:avLst>
              <a:gd name="adj1" fmla="val 42552"/>
            </a:avLst>
          </a:prstGeom>
          <a:ln w="63500">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Curved Connector 42"/>
          <p:cNvCxnSpPr/>
          <p:nvPr userDrawn="1"/>
        </p:nvCxnSpPr>
        <p:spPr>
          <a:xfrm>
            <a:off x="3054763" y="3447034"/>
            <a:ext cx="1052417" cy="466216"/>
          </a:xfrm>
          <a:prstGeom prst="curvedConnector3">
            <a:avLst>
              <a:gd name="adj1" fmla="val 50000"/>
            </a:avLst>
          </a:prstGeom>
          <a:ln w="63500">
            <a:solidFill>
              <a:schemeClr val="accent2"/>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47" name="Curved Connector 46"/>
          <p:cNvCxnSpPr/>
          <p:nvPr userDrawn="1"/>
        </p:nvCxnSpPr>
        <p:spPr>
          <a:xfrm rot="16200000" flipH="1">
            <a:off x="2903902" y="3831001"/>
            <a:ext cx="1285559" cy="983837"/>
          </a:xfrm>
          <a:prstGeom prst="curvedConnector3">
            <a:avLst>
              <a:gd name="adj1" fmla="val 50000"/>
            </a:avLst>
          </a:prstGeom>
          <a:ln w="63500">
            <a:solidFill>
              <a:schemeClr val="accent3"/>
            </a:solidFill>
            <a:tailEnd type="triangle" w="med" len="med"/>
          </a:ln>
        </p:spPr>
        <p:style>
          <a:lnRef idx="1">
            <a:schemeClr val="accent1"/>
          </a:lnRef>
          <a:fillRef idx="0">
            <a:schemeClr val="accent1"/>
          </a:fillRef>
          <a:effectRef idx="0">
            <a:schemeClr val="accent1"/>
          </a:effectRef>
          <a:fontRef idx="minor">
            <a:schemeClr val="tx1"/>
          </a:fontRef>
        </p:style>
      </p:cxnSp>
      <p:sp>
        <p:nvSpPr>
          <p:cNvPr id="15" name="Text Placeholder 21"/>
          <p:cNvSpPr>
            <a:spLocks noGrp="1"/>
          </p:cNvSpPr>
          <p:nvPr>
            <p:ph type="body" sz="quarter" idx="20"/>
          </p:nvPr>
        </p:nvSpPr>
        <p:spPr>
          <a:xfrm>
            <a:off x="727364" y="4731063"/>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27364" y="5008739"/>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30"/>
          </p:nvPr>
        </p:nvSpPr>
        <p:spPr>
          <a:xfrm>
            <a:off x="4984173" y="1985429"/>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1"/>
          </p:nvPr>
        </p:nvSpPr>
        <p:spPr>
          <a:xfrm>
            <a:off x="4984173" y="2263105"/>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2"/>
          </p:nvPr>
        </p:nvSpPr>
        <p:spPr>
          <a:xfrm>
            <a:off x="5347857" y="3720474"/>
            <a:ext cx="1959723" cy="228072"/>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3"/>
          </p:nvPr>
        </p:nvSpPr>
        <p:spPr>
          <a:xfrm>
            <a:off x="5347857" y="3998149"/>
            <a:ext cx="1959723" cy="29348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4"/>
          </p:nvPr>
        </p:nvSpPr>
        <p:spPr>
          <a:xfrm>
            <a:off x="4984173" y="5377600"/>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5"/>
          </p:nvPr>
        </p:nvSpPr>
        <p:spPr>
          <a:xfrm>
            <a:off x="4984173" y="5655276"/>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cxnSp>
        <p:nvCxnSpPr>
          <p:cNvPr id="31" name="Curved Connector 30"/>
          <p:cNvCxnSpPr/>
          <p:nvPr userDrawn="1"/>
        </p:nvCxnSpPr>
        <p:spPr>
          <a:xfrm flipV="1">
            <a:off x="7470570" y="2732683"/>
            <a:ext cx="1396339" cy="1062006"/>
          </a:xfrm>
          <a:prstGeom prst="curvedConnector3">
            <a:avLst>
              <a:gd name="adj1" fmla="val 50000"/>
            </a:avLst>
          </a:prstGeom>
          <a:ln w="63500">
            <a:solidFill>
              <a:schemeClr val="accent5"/>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Curved Connector 31"/>
          <p:cNvCxnSpPr/>
          <p:nvPr userDrawn="1"/>
        </p:nvCxnSpPr>
        <p:spPr>
          <a:xfrm>
            <a:off x="7459981" y="3998149"/>
            <a:ext cx="1140030" cy="0"/>
          </a:xfrm>
          <a:prstGeom prst="straightConnector1">
            <a:avLst/>
          </a:prstGeom>
          <a:ln w="63500">
            <a:solidFill>
              <a:schemeClr val="accent4"/>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5" name="Curved Connector 34"/>
          <p:cNvCxnSpPr/>
          <p:nvPr userDrawn="1"/>
        </p:nvCxnSpPr>
        <p:spPr>
          <a:xfrm>
            <a:off x="7455230" y="4220040"/>
            <a:ext cx="1396339" cy="1062006"/>
          </a:xfrm>
          <a:prstGeom prst="curvedConnector3">
            <a:avLst>
              <a:gd name="adj1" fmla="val 50000"/>
            </a:avLst>
          </a:prstGeom>
          <a:ln w="63500">
            <a:solidFill>
              <a:schemeClr val="accent6"/>
            </a:solidFill>
            <a:tailEnd type="triangle" w="med" len="med"/>
          </a:ln>
        </p:spPr>
        <p:style>
          <a:lnRef idx="1">
            <a:schemeClr val="accent1"/>
          </a:lnRef>
          <a:fillRef idx="0">
            <a:schemeClr val="accent1"/>
          </a:fillRef>
          <a:effectRef idx="0">
            <a:schemeClr val="accent1"/>
          </a:effectRef>
          <a:fontRef idx="minor">
            <a:schemeClr val="tx1"/>
          </a:fontRef>
        </p:style>
      </p:cxnSp>
      <p:sp>
        <p:nvSpPr>
          <p:cNvPr id="36" name="Picture Placeholder 40"/>
          <p:cNvSpPr>
            <a:spLocks noGrp="1"/>
          </p:cNvSpPr>
          <p:nvPr>
            <p:ph type="pic" sz="quarter" idx="36"/>
          </p:nvPr>
        </p:nvSpPr>
        <p:spPr>
          <a:xfrm flipH="1">
            <a:off x="8891349" y="1938226"/>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7" name="Picture Placeholder 40"/>
          <p:cNvSpPr>
            <a:spLocks noGrp="1"/>
          </p:cNvSpPr>
          <p:nvPr>
            <p:ph type="pic" sz="quarter" idx="37"/>
          </p:nvPr>
        </p:nvSpPr>
        <p:spPr>
          <a:xfrm flipH="1">
            <a:off x="8860669" y="3517733"/>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8" name="Picture Placeholder 40"/>
          <p:cNvSpPr>
            <a:spLocks noGrp="1"/>
          </p:cNvSpPr>
          <p:nvPr>
            <p:ph type="pic" sz="quarter" idx="38"/>
          </p:nvPr>
        </p:nvSpPr>
        <p:spPr>
          <a:xfrm flipH="1">
            <a:off x="8891349" y="5189755"/>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4" name="Text Placeholder 21"/>
          <p:cNvSpPr>
            <a:spLocks noGrp="1"/>
          </p:cNvSpPr>
          <p:nvPr>
            <p:ph type="body" sz="quarter" idx="39"/>
          </p:nvPr>
        </p:nvSpPr>
        <p:spPr>
          <a:xfrm>
            <a:off x="9975125" y="2355972"/>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40"/>
          </p:nvPr>
        </p:nvSpPr>
        <p:spPr>
          <a:xfrm>
            <a:off x="9975125" y="2633648"/>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41"/>
          </p:nvPr>
        </p:nvSpPr>
        <p:spPr>
          <a:xfrm>
            <a:off x="9975125" y="3907067"/>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42"/>
          </p:nvPr>
        </p:nvSpPr>
        <p:spPr>
          <a:xfrm>
            <a:off x="9975125" y="4184743"/>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43"/>
          </p:nvPr>
        </p:nvSpPr>
        <p:spPr>
          <a:xfrm>
            <a:off x="9975125" y="5398106"/>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44"/>
          </p:nvPr>
        </p:nvSpPr>
        <p:spPr>
          <a:xfrm>
            <a:off x="9975125" y="5675782"/>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60381498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p:cTn id="21" dur="500" fill="hold"/>
                                        <p:tgtEl>
                                          <p:spTgt spid="39"/>
                                        </p:tgtEl>
                                        <p:attrNameLst>
                                          <p:attrName>ppt_w</p:attrName>
                                        </p:attrNameLst>
                                      </p:cBhvr>
                                      <p:tavLst>
                                        <p:tav tm="0">
                                          <p:val>
                                            <p:fltVal val="0"/>
                                          </p:val>
                                        </p:tav>
                                        <p:tav tm="100000">
                                          <p:val>
                                            <p:strVal val="#ppt_w"/>
                                          </p:val>
                                        </p:tav>
                                      </p:tavLst>
                                    </p:anim>
                                    <p:anim calcmode="lin" valueType="num">
                                      <p:cBhvr>
                                        <p:cTn id="22" dur="500" fill="hold"/>
                                        <p:tgtEl>
                                          <p:spTgt spid="39"/>
                                        </p:tgtEl>
                                        <p:attrNameLst>
                                          <p:attrName>ppt_h</p:attrName>
                                        </p:attrNameLst>
                                      </p:cBhvr>
                                      <p:tavLst>
                                        <p:tav tm="0">
                                          <p:val>
                                            <p:fltVal val="0"/>
                                          </p:val>
                                        </p:tav>
                                        <p:tav tm="100000">
                                          <p:val>
                                            <p:strVal val="#ppt_h"/>
                                          </p:val>
                                        </p:tav>
                                      </p:tavLst>
                                    </p:anim>
                                    <p:animEffect transition="in" filter="fade">
                                      <p:cBhvr>
                                        <p:cTn id="23" dur="500"/>
                                        <p:tgtEl>
                                          <p:spTgt spid="39"/>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22" presetClass="entr" presetSubtype="8"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wipe(left)">
                                      <p:cBhvr>
                                        <p:cTn id="39" dur="500"/>
                                        <p:tgtEl>
                                          <p:spTgt spid="12"/>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fade">
                                      <p:cBhvr>
                                        <p:cTn id="43" dur="500"/>
                                        <p:tgtEl>
                                          <p:spTgt spid="41"/>
                                        </p:tgtEl>
                                      </p:cBhvr>
                                    </p:animEffect>
                                  </p:childTnLst>
                                </p:cTn>
                              </p:par>
                            </p:childTnLst>
                          </p:cTn>
                        </p:par>
                        <p:par>
                          <p:cTn id="44" fill="hold">
                            <p:stCondLst>
                              <p:cond delay="40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17">
                                            <p:txEl>
                                              <p:pRg st="0" end="0"/>
                                            </p:txEl>
                                          </p:spTgt>
                                        </p:tgtEl>
                                        <p:attrNameLst>
                                          <p:attrName>style.visibility</p:attrName>
                                        </p:attrNameLst>
                                      </p:cBhvr>
                                      <p:to>
                                        <p:strVal val="visible"/>
                                      </p:to>
                                    </p:set>
                                    <p:anim calcmode="lin" valueType="num">
                                      <p:cBhvr>
                                        <p:cTn id="47"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17">
                                            <p:txEl>
                                              <p:pRg st="0" end="0"/>
                                            </p:txEl>
                                          </p:spTgt>
                                        </p:tgtEl>
                                      </p:cBhvr>
                                    </p:animEffect>
                                  </p:childTnLst>
                                </p:cTn>
                              </p:par>
                            </p:childTnLst>
                          </p:cTn>
                        </p:par>
                        <p:par>
                          <p:cTn id="50" fill="hold">
                            <p:stCondLst>
                              <p:cond delay="45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18">
                                            <p:txEl>
                                              <p:pRg st="0" end="0"/>
                                            </p:txEl>
                                          </p:spTgt>
                                        </p:tgtEl>
                                        <p:attrNameLst>
                                          <p:attrName>style.visibility</p:attrName>
                                        </p:attrNameLst>
                                      </p:cBhvr>
                                      <p:to>
                                        <p:strVal val="visible"/>
                                      </p:to>
                                    </p:set>
                                    <p:animEffect transition="in" filter="fade">
                                      <p:cBhvr>
                                        <p:cTn id="53" dur="500"/>
                                        <p:tgtEl>
                                          <p:spTgt spid="18">
                                            <p:txEl>
                                              <p:pRg st="0" end="0"/>
                                            </p:txEl>
                                          </p:spTgt>
                                        </p:tgtEl>
                                      </p:cBhvr>
                                    </p:animEffect>
                                    <p:anim calcmode="lin" valueType="num">
                                      <p:cBhvr>
                                        <p:cTn id="5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22" presetClass="entr" presetSubtype="8" fill="hold" nodeType="afterEffect">
                                  <p:stCondLst>
                                    <p:cond delay="0"/>
                                  </p:stCondLst>
                                  <p:childTnLst>
                                    <p:set>
                                      <p:cBhvr>
                                        <p:cTn id="58" dur="1" fill="hold">
                                          <p:stCondLst>
                                            <p:cond delay="0"/>
                                          </p:stCondLst>
                                        </p:cTn>
                                        <p:tgtEl>
                                          <p:spTgt spid="43"/>
                                        </p:tgtEl>
                                        <p:attrNameLst>
                                          <p:attrName>style.visibility</p:attrName>
                                        </p:attrNameLst>
                                      </p:cBhvr>
                                      <p:to>
                                        <p:strVal val="visible"/>
                                      </p:to>
                                    </p:set>
                                    <p:animEffect transition="in" filter="wipe(left)">
                                      <p:cBhvr>
                                        <p:cTn id="59" dur="500"/>
                                        <p:tgtEl>
                                          <p:spTgt spid="43"/>
                                        </p:tgtEl>
                                      </p:cBhvr>
                                    </p:animEffect>
                                  </p:childTnLst>
                                </p:cTn>
                              </p:par>
                            </p:childTnLst>
                          </p:cTn>
                        </p:par>
                        <p:par>
                          <p:cTn id="60" fill="hold">
                            <p:stCondLst>
                              <p:cond delay="5500"/>
                            </p:stCondLst>
                            <p:childTnLst>
                              <p:par>
                                <p:cTn id="61" presetID="10" presetClass="entr" presetSubtype="0" fill="hold" grpId="0" nodeType="after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fade">
                                      <p:cBhvr>
                                        <p:cTn id="63" dur="500"/>
                                        <p:tgtEl>
                                          <p:spTgt spid="42"/>
                                        </p:tgtEl>
                                      </p:cBhvr>
                                    </p:animEffect>
                                  </p:childTnLst>
                                </p:cTn>
                              </p:par>
                            </p:childTnLst>
                          </p:cTn>
                        </p:par>
                        <p:par>
                          <p:cTn id="64" fill="hold">
                            <p:stCondLst>
                              <p:cond delay="60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9">
                                            <p:txEl>
                                              <p:pRg st="0" end="0"/>
                                            </p:txEl>
                                          </p:spTgt>
                                        </p:tgtEl>
                                        <p:attrNameLst>
                                          <p:attrName>style.visibility</p:attrName>
                                        </p:attrNameLst>
                                      </p:cBhvr>
                                      <p:to>
                                        <p:strVal val="visible"/>
                                      </p:to>
                                    </p:set>
                                    <p:anim calcmode="lin" valueType="num">
                                      <p:cBhvr>
                                        <p:cTn id="67"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9">
                                            <p:txEl>
                                              <p:pRg st="0" end="0"/>
                                            </p:txEl>
                                          </p:spTgt>
                                        </p:tgtEl>
                                      </p:cBhvr>
                                    </p:animEffect>
                                  </p:childTnLst>
                                </p:cTn>
                              </p:par>
                            </p:childTnLst>
                          </p:cTn>
                        </p:par>
                        <p:par>
                          <p:cTn id="70" fill="hold">
                            <p:stCondLst>
                              <p:cond delay="65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20">
                                            <p:txEl>
                                              <p:pRg st="0" end="0"/>
                                            </p:txEl>
                                          </p:spTgt>
                                        </p:tgtEl>
                                        <p:attrNameLst>
                                          <p:attrName>style.visibility</p:attrName>
                                        </p:attrNameLst>
                                      </p:cBhvr>
                                      <p:to>
                                        <p:strVal val="visible"/>
                                      </p:to>
                                    </p:set>
                                    <p:animEffect transition="in" filter="fade">
                                      <p:cBhvr>
                                        <p:cTn id="73" dur="500"/>
                                        <p:tgtEl>
                                          <p:spTgt spid="20">
                                            <p:txEl>
                                              <p:pRg st="0" end="0"/>
                                            </p:txEl>
                                          </p:spTgt>
                                        </p:tgtEl>
                                      </p:cBhvr>
                                    </p:animEffect>
                                    <p:anim calcmode="lin" valueType="num">
                                      <p:cBhvr>
                                        <p:cTn id="74"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7000"/>
                            </p:stCondLst>
                            <p:childTnLst>
                              <p:par>
                                <p:cTn id="77" presetID="22" presetClass="entr" presetSubtype="8" fill="hold" nodeType="afterEffect">
                                  <p:stCondLst>
                                    <p:cond delay="0"/>
                                  </p:stCondLst>
                                  <p:childTnLst>
                                    <p:set>
                                      <p:cBhvr>
                                        <p:cTn id="78" dur="1" fill="hold">
                                          <p:stCondLst>
                                            <p:cond delay="0"/>
                                          </p:stCondLst>
                                        </p:cTn>
                                        <p:tgtEl>
                                          <p:spTgt spid="47"/>
                                        </p:tgtEl>
                                        <p:attrNameLst>
                                          <p:attrName>style.visibility</p:attrName>
                                        </p:attrNameLst>
                                      </p:cBhvr>
                                      <p:to>
                                        <p:strVal val="visible"/>
                                      </p:to>
                                    </p:set>
                                    <p:animEffect transition="in" filter="wipe(left)">
                                      <p:cBhvr>
                                        <p:cTn id="79" dur="500"/>
                                        <p:tgtEl>
                                          <p:spTgt spid="47"/>
                                        </p:tgtEl>
                                      </p:cBhvr>
                                    </p:animEffect>
                                  </p:childTnLst>
                                </p:cTn>
                              </p:par>
                            </p:childTnLst>
                          </p:cTn>
                        </p:par>
                        <p:par>
                          <p:cTn id="80" fill="hold">
                            <p:stCondLst>
                              <p:cond delay="7500"/>
                            </p:stCondLst>
                            <p:childTnLst>
                              <p:par>
                                <p:cTn id="81" presetID="10" presetClass="entr" presetSubtype="0" fill="hold" grpId="0" nodeType="afterEffect">
                                  <p:stCondLst>
                                    <p:cond delay="0"/>
                                  </p:stCondLst>
                                  <p:childTnLst>
                                    <p:set>
                                      <p:cBhvr>
                                        <p:cTn id="82" dur="1" fill="hold">
                                          <p:stCondLst>
                                            <p:cond delay="0"/>
                                          </p:stCondLst>
                                        </p:cTn>
                                        <p:tgtEl>
                                          <p:spTgt spid="40"/>
                                        </p:tgtEl>
                                        <p:attrNameLst>
                                          <p:attrName>style.visibility</p:attrName>
                                        </p:attrNameLst>
                                      </p:cBhvr>
                                      <p:to>
                                        <p:strVal val="visible"/>
                                      </p:to>
                                    </p:set>
                                    <p:animEffect transition="in" filter="fade">
                                      <p:cBhvr>
                                        <p:cTn id="83" dur="500"/>
                                        <p:tgtEl>
                                          <p:spTgt spid="40"/>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28">
                                            <p:txEl>
                                              <p:pRg st="0" end="0"/>
                                            </p:txEl>
                                          </p:spTgt>
                                        </p:tgtEl>
                                        <p:attrNameLst>
                                          <p:attrName>style.visibility</p:attrName>
                                        </p:attrNameLst>
                                      </p:cBhvr>
                                      <p:to>
                                        <p:strVal val="visible"/>
                                      </p:to>
                                    </p:set>
                                    <p:anim calcmode="lin" valueType="num">
                                      <p:cBhvr>
                                        <p:cTn id="87"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28">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29">
                                            <p:txEl>
                                              <p:pRg st="0" end="0"/>
                                            </p:txEl>
                                          </p:spTgt>
                                        </p:tgtEl>
                                        <p:attrNameLst>
                                          <p:attrName>style.visibility</p:attrName>
                                        </p:attrNameLst>
                                      </p:cBhvr>
                                      <p:to>
                                        <p:strVal val="visible"/>
                                      </p:to>
                                    </p:set>
                                    <p:animEffect transition="in" filter="fade">
                                      <p:cBhvr>
                                        <p:cTn id="93" dur="500"/>
                                        <p:tgtEl>
                                          <p:spTgt spid="29">
                                            <p:txEl>
                                              <p:pRg st="0" end="0"/>
                                            </p:txEl>
                                          </p:spTgt>
                                        </p:tgtEl>
                                      </p:cBhvr>
                                    </p:animEffect>
                                    <p:anim calcmode="lin" valueType="num">
                                      <p:cBhvr>
                                        <p:cTn id="94"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9000"/>
                            </p:stCondLst>
                            <p:childTnLst>
                              <p:par>
                                <p:cTn id="97" presetID="22" presetClass="entr" presetSubtype="8" fill="hold"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wipe(left)">
                                      <p:cBhvr>
                                        <p:cTn id="99" dur="500"/>
                                        <p:tgtEl>
                                          <p:spTgt spid="31"/>
                                        </p:tgtEl>
                                      </p:cBhvr>
                                    </p:animEffect>
                                  </p:childTnLst>
                                </p:cTn>
                              </p:par>
                            </p:childTnLst>
                          </p:cTn>
                        </p:par>
                        <p:par>
                          <p:cTn id="100" fill="hold">
                            <p:stCondLst>
                              <p:cond delay="9500"/>
                            </p:stCondLst>
                            <p:childTnLst>
                              <p:par>
                                <p:cTn id="101" presetID="22" presetClass="entr" presetSubtype="8" fill="hold" nodeType="afterEffect">
                                  <p:stCondLst>
                                    <p:cond delay="0"/>
                                  </p:stCondLst>
                                  <p:childTnLst>
                                    <p:set>
                                      <p:cBhvr>
                                        <p:cTn id="102" dur="1" fill="hold">
                                          <p:stCondLst>
                                            <p:cond delay="0"/>
                                          </p:stCondLst>
                                        </p:cTn>
                                        <p:tgtEl>
                                          <p:spTgt spid="32"/>
                                        </p:tgtEl>
                                        <p:attrNameLst>
                                          <p:attrName>style.visibility</p:attrName>
                                        </p:attrNameLst>
                                      </p:cBhvr>
                                      <p:to>
                                        <p:strVal val="visible"/>
                                      </p:to>
                                    </p:set>
                                    <p:animEffect transition="in" filter="wipe(left)">
                                      <p:cBhvr>
                                        <p:cTn id="103" dur="500"/>
                                        <p:tgtEl>
                                          <p:spTgt spid="32"/>
                                        </p:tgtEl>
                                      </p:cBhvr>
                                    </p:animEffect>
                                  </p:childTnLst>
                                </p:cTn>
                              </p:par>
                            </p:childTnLst>
                          </p:cTn>
                        </p:par>
                        <p:par>
                          <p:cTn id="104" fill="hold">
                            <p:stCondLst>
                              <p:cond delay="10000"/>
                            </p:stCondLst>
                            <p:childTnLst>
                              <p:par>
                                <p:cTn id="105" presetID="22" presetClass="entr" presetSubtype="8" fill="hold" nodeType="afterEffect">
                                  <p:stCondLst>
                                    <p:cond delay="0"/>
                                  </p:stCondLst>
                                  <p:childTnLst>
                                    <p:set>
                                      <p:cBhvr>
                                        <p:cTn id="106" dur="1" fill="hold">
                                          <p:stCondLst>
                                            <p:cond delay="0"/>
                                          </p:stCondLst>
                                        </p:cTn>
                                        <p:tgtEl>
                                          <p:spTgt spid="35"/>
                                        </p:tgtEl>
                                        <p:attrNameLst>
                                          <p:attrName>style.visibility</p:attrName>
                                        </p:attrNameLst>
                                      </p:cBhvr>
                                      <p:to>
                                        <p:strVal val="visible"/>
                                      </p:to>
                                    </p:set>
                                    <p:animEffect transition="in" filter="wipe(left)">
                                      <p:cBhvr>
                                        <p:cTn id="107" dur="500"/>
                                        <p:tgtEl>
                                          <p:spTgt spid="35"/>
                                        </p:tgtEl>
                                      </p:cBhvr>
                                    </p:animEffect>
                                  </p:childTnLst>
                                </p:cTn>
                              </p:par>
                            </p:childTnLst>
                          </p:cTn>
                        </p:par>
                        <p:par>
                          <p:cTn id="108" fill="hold">
                            <p:stCondLst>
                              <p:cond delay="10500"/>
                            </p:stCondLst>
                            <p:childTnLst>
                              <p:par>
                                <p:cTn id="109" presetID="10" presetClass="entr" presetSubtype="0" fill="hold" grpId="0" nodeType="after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500"/>
                                        <p:tgtEl>
                                          <p:spTgt spid="36"/>
                                        </p:tgtEl>
                                      </p:cBhvr>
                                    </p:animEffect>
                                  </p:childTnLst>
                                </p:cTn>
                              </p:par>
                            </p:childTnLst>
                          </p:cTn>
                        </p:par>
                        <p:par>
                          <p:cTn id="112" fill="hold">
                            <p:stCondLst>
                              <p:cond delay="11000"/>
                            </p:stCondLst>
                            <p:childTnLst>
                              <p:par>
                                <p:cTn id="113" presetID="53" presetClass="entr" presetSubtype="16" fill="hold" grpId="0" nodeType="afterEffect" nodePh="1">
                                  <p:stCondLst>
                                    <p:cond delay="0"/>
                                  </p:stCondLst>
                                  <p:endCondLst>
                                    <p:cond evt="begin" delay="0">
                                      <p:tn val="113"/>
                                    </p:cond>
                                  </p:endCondLst>
                                  <p:childTnLst>
                                    <p:set>
                                      <p:cBhvr>
                                        <p:cTn id="114" dur="1" fill="hold">
                                          <p:stCondLst>
                                            <p:cond delay="0"/>
                                          </p:stCondLst>
                                        </p:cTn>
                                        <p:tgtEl>
                                          <p:spTgt spid="44">
                                            <p:txEl>
                                              <p:pRg st="0" end="0"/>
                                            </p:txEl>
                                          </p:spTgt>
                                        </p:tgtEl>
                                        <p:attrNameLst>
                                          <p:attrName>style.visibility</p:attrName>
                                        </p:attrNameLst>
                                      </p:cBhvr>
                                      <p:to>
                                        <p:strVal val="visible"/>
                                      </p:to>
                                    </p:set>
                                    <p:anim calcmode="lin" valueType="num">
                                      <p:cBhvr>
                                        <p:cTn id="11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11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117" dur="500"/>
                                        <p:tgtEl>
                                          <p:spTgt spid="44">
                                            <p:txEl>
                                              <p:pRg st="0" end="0"/>
                                            </p:txEl>
                                          </p:spTgt>
                                        </p:tgtEl>
                                      </p:cBhvr>
                                    </p:animEffect>
                                  </p:childTnLst>
                                </p:cTn>
                              </p:par>
                            </p:childTnLst>
                          </p:cTn>
                        </p:par>
                        <p:par>
                          <p:cTn id="118" fill="hold">
                            <p:stCondLst>
                              <p:cond delay="11500"/>
                            </p:stCondLst>
                            <p:childTnLst>
                              <p:par>
                                <p:cTn id="119" presetID="42" presetClass="entr" presetSubtype="0" fill="hold" grpId="0" nodeType="afterEffect" nodePh="1">
                                  <p:stCondLst>
                                    <p:cond delay="0"/>
                                  </p:stCondLst>
                                  <p:endCondLst>
                                    <p:cond evt="begin" delay="0">
                                      <p:tn val="119"/>
                                    </p:cond>
                                  </p:endCondLst>
                                  <p:childTnLst>
                                    <p:set>
                                      <p:cBhvr>
                                        <p:cTn id="120" dur="1" fill="hold">
                                          <p:stCondLst>
                                            <p:cond delay="0"/>
                                          </p:stCondLst>
                                        </p:cTn>
                                        <p:tgtEl>
                                          <p:spTgt spid="45">
                                            <p:txEl>
                                              <p:pRg st="0" end="0"/>
                                            </p:txEl>
                                          </p:spTgt>
                                        </p:tgtEl>
                                        <p:attrNameLst>
                                          <p:attrName>style.visibility</p:attrName>
                                        </p:attrNameLst>
                                      </p:cBhvr>
                                      <p:to>
                                        <p:strVal val="visible"/>
                                      </p:to>
                                    </p:set>
                                    <p:animEffect transition="in" filter="fade">
                                      <p:cBhvr>
                                        <p:cTn id="121" dur="500"/>
                                        <p:tgtEl>
                                          <p:spTgt spid="45">
                                            <p:txEl>
                                              <p:pRg st="0" end="0"/>
                                            </p:txEl>
                                          </p:spTgt>
                                        </p:tgtEl>
                                      </p:cBhvr>
                                    </p:animEffect>
                                    <p:anim calcmode="lin" valueType="num">
                                      <p:cBhvr>
                                        <p:cTn id="12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12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124" fill="hold">
                            <p:stCondLst>
                              <p:cond delay="12000"/>
                            </p:stCondLst>
                            <p:childTnLst>
                              <p:par>
                                <p:cTn id="125" presetID="10" presetClass="entr" presetSubtype="0" fill="hold" grpId="0" nodeType="afterEffect">
                                  <p:stCondLst>
                                    <p:cond delay="0"/>
                                  </p:stCondLst>
                                  <p:childTnLst>
                                    <p:set>
                                      <p:cBhvr>
                                        <p:cTn id="126" dur="1" fill="hold">
                                          <p:stCondLst>
                                            <p:cond delay="0"/>
                                          </p:stCondLst>
                                        </p:cTn>
                                        <p:tgtEl>
                                          <p:spTgt spid="37"/>
                                        </p:tgtEl>
                                        <p:attrNameLst>
                                          <p:attrName>style.visibility</p:attrName>
                                        </p:attrNameLst>
                                      </p:cBhvr>
                                      <p:to>
                                        <p:strVal val="visible"/>
                                      </p:to>
                                    </p:set>
                                    <p:animEffect transition="in" filter="fade">
                                      <p:cBhvr>
                                        <p:cTn id="127" dur="500"/>
                                        <p:tgtEl>
                                          <p:spTgt spid="37"/>
                                        </p:tgtEl>
                                      </p:cBhvr>
                                    </p:animEffect>
                                  </p:childTnLst>
                                </p:cTn>
                              </p:par>
                            </p:childTnLst>
                          </p:cTn>
                        </p:par>
                        <p:par>
                          <p:cTn id="128" fill="hold">
                            <p:stCondLst>
                              <p:cond delay="12500"/>
                            </p:stCondLst>
                            <p:childTnLst>
                              <p:par>
                                <p:cTn id="129" presetID="53" presetClass="entr" presetSubtype="16" fill="hold" grpId="0" nodeType="afterEffect" nodePh="1">
                                  <p:stCondLst>
                                    <p:cond delay="0"/>
                                  </p:stCondLst>
                                  <p:endCondLst>
                                    <p:cond evt="begin" delay="0">
                                      <p:tn val="129"/>
                                    </p:cond>
                                  </p:endCondLst>
                                  <p:childTnLst>
                                    <p:set>
                                      <p:cBhvr>
                                        <p:cTn id="130" dur="1" fill="hold">
                                          <p:stCondLst>
                                            <p:cond delay="0"/>
                                          </p:stCondLst>
                                        </p:cTn>
                                        <p:tgtEl>
                                          <p:spTgt spid="46">
                                            <p:txEl>
                                              <p:pRg st="0" end="0"/>
                                            </p:txEl>
                                          </p:spTgt>
                                        </p:tgtEl>
                                        <p:attrNameLst>
                                          <p:attrName>style.visibility</p:attrName>
                                        </p:attrNameLst>
                                      </p:cBhvr>
                                      <p:to>
                                        <p:strVal val="visible"/>
                                      </p:to>
                                    </p:set>
                                    <p:anim calcmode="lin" valueType="num">
                                      <p:cBhvr>
                                        <p:cTn id="131"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132"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133" dur="500"/>
                                        <p:tgtEl>
                                          <p:spTgt spid="46">
                                            <p:txEl>
                                              <p:pRg st="0" end="0"/>
                                            </p:txEl>
                                          </p:spTgt>
                                        </p:tgtEl>
                                      </p:cBhvr>
                                    </p:animEffect>
                                  </p:childTnLst>
                                </p:cTn>
                              </p:par>
                            </p:childTnLst>
                          </p:cTn>
                        </p:par>
                        <p:par>
                          <p:cTn id="134" fill="hold">
                            <p:stCondLst>
                              <p:cond delay="13000"/>
                            </p:stCondLst>
                            <p:childTnLst>
                              <p:par>
                                <p:cTn id="135" presetID="42" presetClass="entr" presetSubtype="0" fill="hold" grpId="0" nodeType="afterEffect" nodePh="1">
                                  <p:stCondLst>
                                    <p:cond delay="0"/>
                                  </p:stCondLst>
                                  <p:endCondLst>
                                    <p:cond evt="begin" delay="0">
                                      <p:tn val="135"/>
                                    </p:cond>
                                  </p:endCondLst>
                                  <p:childTnLst>
                                    <p:set>
                                      <p:cBhvr>
                                        <p:cTn id="136" dur="1" fill="hold">
                                          <p:stCondLst>
                                            <p:cond delay="0"/>
                                          </p:stCondLst>
                                        </p:cTn>
                                        <p:tgtEl>
                                          <p:spTgt spid="48">
                                            <p:txEl>
                                              <p:pRg st="0" end="0"/>
                                            </p:txEl>
                                          </p:spTgt>
                                        </p:tgtEl>
                                        <p:attrNameLst>
                                          <p:attrName>style.visibility</p:attrName>
                                        </p:attrNameLst>
                                      </p:cBhvr>
                                      <p:to>
                                        <p:strVal val="visible"/>
                                      </p:to>
                                    </p:set>
                                    <p:animEffect transition="in" filter="fade">
                                      <p:cBhvr>
                                        <p:cTn id="137" dur="500"/>
                                        <p:tgtEl>
                                          <p:spTgt spid="48">
                                            <p:txEl>
                                              <p:pRg st="0" end="0"/>
                                            </p:txEl>
                                          </p:spTgt>
                                        </p:tgtEl>
                                      </p:cBhvr>
                                    </p:animEffect>
                                    <p:anim calcmode="lin" valueType="num">
                                      <p:cBhvr>
                                        <p:cTn id="138" dur="50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139" dur="500" fill="hold"/>
                                        <p:tgtEl>
                                          <p:spTgt spid="48">
                                            <p:txEl>
                                              <p:pRg st="0" end="0"/>
                                            </p:txEl>
                                          </p:spTgt>
                                        </p:tgtEl>
                                        <p:attrNameLst>
                                          <p:attrName>ppt_y</p:attrName>
                                        </p:attrNameLst>
                                      </p:cBhvr>
                                      <p:tavLst>
                                        <p:tav tm="0">
                                          <p:val>
                                            <p:strVal val="#ppt_y+.1"/>
                                          </p:val>
                                        </p:tav>
                                        <p:tav tm="100000">
                                          <p:val>
                                            <p:strVal val="#ppt_y"/>
                                          </p:val>
                                        </p:tav>
                                      </p:tavLst>
                                    </p:anim>
                                  </p:childTnLst>
                                </p:cTn>
                              </p:par>
                            </p:childTnLst>
                          </p:cTn>
                        </p:par>
                        <p:par>
                          <p:cTn id="140" fill="hold">
                            <p:stCondLst>
                              <p:cond delay="13500"/>
                            </p:stCondLst>
                            <p:childTnLst>
                              <p:par>
                                <p:cTn id="141" presetID="10" presetClass="entr" presetSubtype="0" fill="hold" grpId="0" nodeType="after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fade">
                                      <p:cBhvr>
                                        <p:cTn id="143" dur="500"/>
                                        <p:tgtEl>
                                          <p:spTgt spid="38"/>
                                        </p:tgtEl>
                                      </p:cBhvr>
                                    </p:animEffect>
                                  </p:childTnLst>
                                </p:cTn>
                              </p:par>
                            </p:childTnLst>
                          </p:cTn>
                        </p:par>
                        <p:par>
                          <p:cTn id="144" fill="hold">
                            <p:stCondLst>
                              <p:cond delay="14000"/>
                            </p:stCondLst>
                            <p:childTnLst>
                              <p:par>
                                <p:cTn id="145" presetID="53" presetClass="entr" presetSubtype="16" fill="hold" grpId="0" nodeType="afterEffect" nodePh="1">
                                  <p:stCondLst>
                                    <p:cond delay="0"/>
                                  </p:stCondLst>
                                  <p:endCondLst>
                                    <p:cond evt="begin" delay="0">
                                      <p:tn val="145"/>
                                    </p:cond>
                                  </p:endCondLst>
                                  <p:childTnLst>
                                    <p:set>
                                      <p:cBhvr>
                                        <p:cTn id="146" dur="1" fill="hold">
                                          <p:stCondLst>
                                            <p:cond delay="0"/>
                                          </p:stCondLst>
                                        </p:cTn>
                                        <p:tgtEl>
                                          <p:spTgt spid="49">
                                            <p:txEl>
                                              <p:pRg st="0" end="0"/>
                                            </p:txEl>
                                          </p:spTgt>
                                        </p:tgtEl>
                                        <p:attrNameLst>
                                          <p:attrName>style.visibility</p:attrName>
                                        </p:attrNameLst>
                                      </p:cBhvr>
                                      <p:to>
                                        <p:strVal val="visible"/>
                                      </p:to>
                                    </p:set>
                                    <p:anim calcmode="lin" valueType="num">
                                      <p:cBhvr>
                                        <p:cTn id="147" dur="500" fill="hold"/>
                                        <p:tgtEl>
                                          <p:spTgt spid="49">
                                            <p:txEl>
                                              <p:pRg st="0" end="0"/>
                                            </p:txEl>
                                          </p:spTgt>
                                        </p:tgtEl>
                                        <p:attrNameLst>
                                          <p:attrName>ppt_w</p:attrName>
                                        </p:attrNameLst>
                                      </p:cBhvr>
                                      <p:tavLst>
                                        <p:tav tm="0">
                                          <p:val>
                                            <p:fltVal val="0"/>
                                          </p:val>
                                        </p:tav>
                                        <p:tav tm="100000">
                                          <p:val>
                                            <p:strVal val="#ppt_w"/>
                                          </p:val>
                                        </p:tav>
                                      </p:tavLst>
                                    </p:anim>
                                    <p:anim calcmode="lin" valueType="num">
                                      <p:cBhvr>
                                        <p:cTn id="148" dur="500" fill="hold"/>
                                        <p:tgtEl>
                                          <p:spTgt spid="49">
                                            <p:txEl>
                                              <p:pRg st="0" end="0"/>
                                            </p:txEl>
                                          </p:spTgt>
                                        </p:tgtEl>
                                        <p:attrNameLst>
                                          <p:attrName>ppt_h</p:attrName>
                                        </p:attrNameLst>
                                      </p:cBhvr>
                                      <p:tavLst>
                                        <p:tav tm="0">
                                          <p:val>
                                            <p:fltVal val="0"/>
                                          </p:val>
                                        </p:tav>
                                        <p:tav tm="100000">
                                          <p:val>
                                            <p:strVal val="#ppt_h"/>
                                          </p:val>
                                        </p:tav>
                                      </p:tavLst>
                                    </p:anim>
                                    <p:animEffect transition="in" filter="fade">
                                      <p:cBhvr>
                                        <p:cTn id="149" dur="500"/>
                                        <p:tgtEl>
                                          <p:spTgt spid="49">
                                            <p:txEl>
                                              <p:pRg st="0" end="0"/>
                                            </p:txEl>
                                          </p:spTgt>
                                        </p:tgtEl>
                                      </p:cBhvr>
                                    </p:animEffect>
                                  </p:childTnLst>
                                </p:cTn>
                              </p:par>
                            </p:childTnLst>
                          </p:cTn>
                        </p:par>
                        <p:par>
                          <p:cTn id="150" fill="hold">
                            <p:stCondLst>
                              <p:cond delay="14500"/>
                            </p:stCondLst>
                            <p:childTnLst>
                              <p:par>
                                <p:cTn id="151" presetID="42" presetClass="entr" presetSubtype="0" fill="hold" grpId="0" nodeType="afterEffect" nodePh="1">
                                  <p:stCondLst>
                                    <p:cond delay="0"/>
                                  </p:stCondLst>
                                  <p:endCondLst>
                                    <p:cond evt="begin" delay="0">
                                      <p:tn val="151"/>
                                    </p:cond>
                                  </p:endCondLst>
                                  <p:childTnLst>
                                    <p:set>
                                      <p:cBhvr>
                                        <p:cTn id="152" dur="1" fill="hold">
                                          <p:stCondLst>
                                            <p:cond delay="0"/>
                                          </p:stCondLst>
                                        </p:cTn>
                                        <p:tgtEl>
                                          <p:spTgt spid="50">
                                            <p:txEl>
                                              <p:pRg st="0" end="0"/>
                                            </p:txEl>
                                          </p:spTgt>
                                        </p:tgtEl>
                                        <p:attrNameLst>
                                          <p:attrName>style.visibility</p:attrName>
                                        </p:attrNameLst>
                                      </p:cBhvr>
                                      <p:to>
                                        <p:strVal val="visible"/>
                                      </p:to>
                                    </p:set>
                                    <p:animEffect transition="in" filter="fade">
                                      <p:cBhvr>
                                        <p:cTn id="153" dur="500"/>
                                        <p:tgtEl>
                                          <p:spTgt spid="50">
                                            <p:txEl>
                                              <p:pRg st="0" end="0"/>
                                            </p:txEl>
                                          </p:spTgt>
                                        </p:tgtEl>
                                      </p:cBhvr>
                                    </p:animEffect>
                                    <p:anim calcmode="lin" valueType="num">
                                      <p:cBhvr>
                                        <p:cTn id="154" dur="50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155" dur="50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9" grpId="0" animBg="1"/>
      <p:bldP spid="40" grpId="0" animBg="1"/>
      <p:bldP spid="41" grpId="0" animBg="1"/>
      <p:bldP spid="42"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6" grpId="0" animBg="1"/>
      <p:bldP spid="37" grpId="0" animBg="1"/>
      <p:bldP spid="38"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anim calcmode="lin" valueType="num">
                      <p:cBhvr>
                        <p:cTn dur="500" fill="hold"/>
                        <p:tgtEl>
                          <p:spTgt spid="48"/>
                        </p:tgtEl>
                        <p:attrNameLst>
                          <p:attrName>ppt_x</p:attrName>
                        </p:attrNameLst>
                      </p:cBhvr>
                      <p:tavLst>
                        <p:tav tm="0">
                          <p:val>
                            <p:strVal val="#ppt_x"/>
                          </p:val>
                        </p:tav>
                        <p:tav tm="100000">
                          <p:val>
                            <p:strVal val="#ppt_x"/>
                          </p:val>
                        </p:tav>
                      </p:tavLst>
                    </p:anim>
                    <p:anim calcmode="lin" valueType="num">
                      <p:cBhvr>
                        <p:cTn dur="50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 calcmode="lin" valueType="num">
                      <p:cBhvr>
                        <p:cTn dur="500" fill="hold"/>
                        <p:tgtEl>
                          <p:spTgt spid="49"/>
                        </p:tgtEl>
                        <p:attrNameLst>
                          <p:attrName>ppt_w</p:attrName>
                        </p:attrNameLst>
                      </p:cBhvr>
                      <p:tavLst>
                        <p:tav tm="0">
                          <p:val>
                            <p:fltVal val="0"/>
                          </p:val>
                        </p:tav>
                        <p:tav tm="100000">
                          <p:val>
                            <p:strVal val="#ppt_w"/>
                          </p:val>
                        </p:tav>
                      </p:tavLst>
                    </p:anim>
                    <p:anim calcmode="lin" valueType="num">
                      <p:cBhvr>
                        <p:cTn dur="500" fill="hold"/>
                        <p:tgtEl>
                          <p:spTgt spid="49"/>
                        </p:tgtEl>
                        <p:attrNameLst>
                          <p:attrName>ppt_h</p:attrName>
                        </p:attrNameLst>
                      </p:cBhvr>
                      <p:tavLst>
                        <p:tav tm="0">
                          <p:val>
                            <p:fltVal val="0"/>
                          </p:val>
                        </p:tav>
                        <p:tav tm="100000">
                          <p:val>
                            <p:strVal val="#ppt_h"/>
                          </p:val>
                        </p:tav>
                      </p:tavLst>
                    </p:anim>
                    <p:animEffect transition="in" filter="fade">
                      <p:cBhvr>
                        <p:cTn dur="500"/>
                        <p:tgtEl>
                          <p:spTgt spid="49"/>
                        </p:tgtEl>
                      </p:cBhvr>
                    </p:animEffect>
                  </p:childTnLst>
                </p:cTn>
              </p:par>
            </p:tnLst>
          </p:tmpl>
        </p:tmplLst>
      </p:bldP>
      <p:bldP spid="5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Effect transition="in" filter="fade">
                      <p:cBhvr>
                        <p:cTn dur="500"/>
                        <p:tgtEl>
                          <p:spTgt spid="50"/>
                        </p:tgtEl>
                      </p:cBhvr>
                    </p:animEffect>
                    <p:anim calcmode="lin" valueType="num">
                      <p:cBhvr>
                        <p:cTn dur="500" fill="hold"/>
                        <p:tgtEl>
                          <p:spTgt spid="50"/>
                        </p:tgtEl>
                        <p:attrNameLst>
                          <p:attrName>ppt_x</p:attrName>
                        </p:attrNameLst>
                      </p:cBhvr>
                      <p:tavLst>
                        <p:tav tm="0">
                          <p:val>
                            <p:strVal val="#ppt_x"/>
                          </p:val>
                        </p:tav>
                        <p:tav tm="100000">
                          <p:val>
                            <p:strVal val="#ppt_x"/>
                          </p:val>
                        </p:tav>
                      </p:tavLst>
                    </p:anim>
                    <p:anim calcmode="lin" valueType="num">
                      <p:cBhvr>
                        <p:cTn dur="500" fill="hold"/>
                        <p:tgtEl>
                          <p:spTgt spid="5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6" name="Rectangle 5"/>
          <p:cNvSpPr/>
          <p:nvPr userDrawn="1"/>
        </p:nvSpPr>
        <p:spPr>
          <a:xfrm rot="20700000">
            <a:off x="1558637" y="2070541"/>
            <a:ext cx="1510146" cy="18288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Rectangle 8"/>
          <p:cNvSpPr/>
          <p:nvPr userDrawn="1"/>
        </p:nvSpPr>
        <p:spPr>
          <a:xfrm rot="900000">
            <a:off x="1558636" y="2070541"/>
            <a:ext cx="1510146" cy="18288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Picture Placeholder 17"/>
          <p:cNvSpPr>
            <a:spLocks noGrp="1"/>
          </p:cNvSpPr>
          <p:nvPr>
            <p:ph type="pic" sz="quarter" idx="15"/>
          </p:nvPr>
        </p:nvSpPr>
        <p:spPr>
          <a:xfrm>
            <a:off x="1558637"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19" name="Rectangle 18"/>
          <p:cNvSpPr/>
          <p:nvPr userDrawn="1"/>
        </p:nvSpPr>
        <p:spPr>
          <a:xfrm rot="20700000">
            <a:off x="5346295" y="2070541"/>
            <a:ext cx="1510146" cy="1828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rot="900000">
            <a:off x="5346294" y="2070541"/>
            <a:ext cx="1510146" cy="1828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1" name="Picture Placeholder 20"/>
          <p:cNvSpPr>
            <a:spLocks noGrp="1"/>
          </p:cNvSpPr>
          <p:nvPr>
            <p:ph type="pic" sz="quarter" idx="16"/>
          </p:nvPr>
        </p:nvSpPr>
        <p:spPr>
          <a:xfrm>
            <a:off x="5346295"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2" name="Rectangle 21"/>
          <p:cNvSpPr/>
          <p:nvPr userDrawn="1"/>
        </p:nvSpPr>
        <p:spPr>
          <a:xfrm rot="20700000">
            <a:off x="9133955" y="2049759"/>
            <a:ext cx="1510146" cy="18288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3" name="Rectangle 22"/>
          <p:cNvSpPr/>
          <p:nvPr userDrawn="1"/>
        </p:nvSpPr>
        <p:spPr>
          <a:xfrm rot="900000">
            <a:off x="9133954" y="2049759"/>
            <a:ext cx="1510146" cy="18288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4" name="Picture Placeholder 23"/>
          <p:cNvSpPr>
            <a:spLocks noGrp="1"/>
          </p:cNvSpPr>
          <p:nvPr>
            <p:ph type="pic" sz="quarter" idx="17"/>
          </p:nvPr>
        </p:nvSpPr>
        <p:spPr>
          <a:xfrm>
            <a:off x="9133955" y="2021973"/>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5" name="Text Placeholder 21"/>
          <p:cNvSpPr>
            <a:spLocks noGrp="1"/>
          </p:cNvSpPr>
          <p:nvPr>
            <p:ph type="body" sz="quarter" idx="20"/>
          </p:nvPr>
        </p:nvSpPr>
        <p:spPr>
          <a:xfrm>
            <a:off x="1347700"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9"/>
          </p:nvPr>
        </p:nvSpPr>
        <p:spPr>
          <a:xfrm>
            <a:off x="1347700"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0"/>
          </p:nvPr>
        </p:nvSpPr>
        <p:spPr>
          <a:xfrm>
            <a:off x="5188743"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1"/>
          </p:nvPr>
        </p:nvSpPr>
        <p:spPr>
          <a:xfrm>
            <a:off x="5188743"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2"/>
          </p:nvPr>
        </p:nvSpPr>
        <p:spPr>
          <a:xfrm>
            <a:off x="9029786"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Text Placeholder 21"/>
          <p:cNvSpPr>
            <a:spLocks noGrp="1"/>
          </p:cNvSpPr>
          <p:nvPr>
            <p:ph type="body" sz="quarter" idx="33"/>
          </p:nvPr>
        </p:nvSpPr>
        <p:spPr>
          <a:xfrm>
            <a:off x="9029786"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44500766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25">
                                            <p:txEl>
                                              <p:pRg st="0" end="0"/>
                                            </p:txEl>
                                          </p:spTgt>
                                        </p:tgtEl>
                                        <p:attrNameLst>
                                          <p:attrName>style.visibility</p:attrName>
                                        </p:attrNameLst>
                                      </p:cBhvr>
                                      <p:to>
                                        <p:strVal val="visible"/>
                                      </p:to>
                                    </p:set>
                                    <p:anim calcmode="lin" valueType="num">
                                      <p:cBhvr>
                                        <p:cTn id="35"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25">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26">
                                            <p:txEl>
                                              <p:pRg st="0" end="0"/>
                                            </p:txEl>
                                          </p:spTgt>
                                        </p:tgtEl>
                                        <p:attrNameLst>
                                          <p:attrName>style.visibility</p:attrName>
                                        </p:attrNameLst>
                                      </p:cBhvr>
                                      <p:to>
                                        <p:strVal val="visible"/>
                                      </p:to>
                                    </p:set>
                                    <p:animEffect transition="in" filter="fade">
                                      <p:cBhvr>
                                        <p:cTn id="41" dur="500"/>
                                        <p:tgtEl>
                                          <p:spTgt spid="26">
                                            <p:txEl>
                                              <p:pRg st="0" end="0"/>
                                            </p:txEl>
                                          </p:spTgt>
                                        </p:tgtEl>
                                      </p:cBhvr>
                                    </p:animEffect>
                                    <p:anim calcmode="lin" valueType="num">
                                      <p:cBhvr>
                                        <p:cTn id="4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10" presetClass="entr" presetSubtype="0"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childTnLst>
                          </p:cTn>
                        </p:par>
                        <p:par>
                          <p:cTn id="52" fill="hold">
                            <p:stCondLst>
                              <p:cond delay="5000"/>
                            </p:stCondLst>
                            <p:childTnLst>
                              <p:par>
                                <p:cTn id="53" presetID="53" presetClass="entr" presetSubtype="16"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 calcmode="lin" valueType="num">
                                      <p:cBhvr>
                                        <p:cTn id="55" dur="500" fill="hold"/>
                                        <p:tgtEl>
                                          <p:spTgt spid="21"/>
                                        </p:tgtEl>
                                        <p:attrNameLst>
                                          <p:attrName>ppt_w</p:attrName>
                                        </p:attrNameLst>
                                      </p:cBhvr>
                                      <p:tavLst>
                                        <p:tav tm="0">
                                          <p:val>
                                            <p:fltVal val="0"/>
                                          </p:val>
                                        </p:tav>
                                        <p:tav tm="100000">
                                          <p:val>
                                            <p:strVal val="#ppt_w"/>
                                          </p:val>
                                        </p:tav>
                                      </p:tavLst>
                                    </p:anim>
                                    <p:anim calcmode="lin" valueType="num">
                                      <p:cBhvr>
                                        <p:cTn id="56" dur="500" fill="hold"/>
                                        <p:tgtEl>
                                          <p:spTgt spid="21"/>
                                        </p:tgtEl>
                                        <p:attrNameLst>
                                          <p:attrName>ppt_h</p:attrName>
                                        </p:attrNameLst>
                                      </p:cBhvr>
                                      <p:tavLst>
                                        <p:tav tm="0">
                                          <p:val>
                                            <p:fltVal val="0"/>
                                          </p:val>
                                        </p:tav>
                                        <p:tav tm="100000">
                                          <p:val>
                                            <p:strVal val="#ppt_h"/>
                                          </p:val>
                                        </p:tav>
                                      </p:tavLst>
                                    </p:anim>
                                    <p:animEffect transition="in" filter="fade">
                                      <p:cBhvr>
                                        <p:cTn id="57" dur="500"/>
                                        <p:tgtEl>
                                          <p:spTgt spid="21"/>
                                        </p:tgtEl>
                                      </p:cBhvr>
                                    </p:animEffect>
                                  </p:childTnLst>
                                </p:cTn>
                              </p:par>
                            </p:childTnLst>
                          </p:cTn>
                        </p:par>
                        <p:par>
                          <p:cTn id="58" fill="hold">
                            <p:stCondLst>
                              <p:cond delay="5500"/>
                            </p:stCondLst>
                            <p:childTnLst>
                              <p:par>
                                <p:cTn id="59" presetID="53" presetClass="entr" presetSubtype="16" fill="hold" grpId="0" nodeType="afterEffect" nodePh="1">
                                  <p:stCondLst>
                                    <p:cond delay="0"/>
                                  </p:stCondLst>
                                  <p:endCondLst>
                                    <p:cond evt="begin" delay="0">
                                      <p:tn val="59"/>
                                    </p:cond>
                                  </p:endCondLst>
                                  <p:childTnLst>
                                    <p:set>
                                      <p:cBhvr>
                                        <p:cTn id="60" dur="1" fill="hold">
                                          <p:stCondLst>
                                            <p:cond delay="0"/>
                                          </p:stCondLst>
                                        </p:cTn>
                                        <p:tgtEl>
                                          <p:spTgt spid="28">
                                            <p:txEl>
                                              <p:pRg st="0" end="0"/>
                                            </p:txEl>
                                          </p:spTgt>
                                        </p:tgtEl>
                                        <p:attrNameLst>
                                          <p:attrName>style.visibility</p:attrName>
                                        </p:attrNameLst>
                                      </p:cBhvr>
                                      <p:to>
                                        <p:strVal val="visible"/>
                                      </p:to>
                                    </p:set>
                                    <p:anim calcmode="lin" valueType="num">
                                      <p:cBhvr>
                                        <p:cTn id="6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3" dur="500"/>
                                        <p:tgtEl>
                                          <p:spTgt spid="28">
                                            <p:txEl>
                                              <p:pRg st="0" end="0"/>
                                            </p:txEl>
                                          </p:spTgt>
                                        </p:tgtEl>
                                      </p:cBhvr>
                                    </p:animEffect>
                                  </p:childTnLst>
                                </p:cTn>
                              </p:par>
                            </p:childTnLst>
                          </p:cTn>
                        </p:par>
                        <p:par>
                          <p:cTn id="64" fill="hold">
                            <p:stCondLst>
                              <p:cond delay="6000"/>
                            </p:stCondLst>
                            <p:childTnLst>
                              <p:par>
                                <p:cTn id="65" presetID="42" presetClass="entr" presetSubtype="0" fill="hold" grpId="0" nodeType="afterEffect" nodePh="1">
                                  <p:stCondLst>
                                    <p:cond delay="0"/>
                                  </p:stCondLst>
                                  <p:endCondLst>
                                    <p:cond evt="begin" delay="0">
                                      <p:tn val="65"/>
                                    </p:cond>
                                  </p:endCondLst>
                                  <p:childTnLst>
                                    <p:set>
                                      <p:cBhvr>
                                        <p:cTn id="66" dur="1" fill="hold">
                                          <p:stCondLst>
                                            <p:cond delay="0"/>
                                          </p:stCondLst>
                                        </p:cTn>
                                        <p:tgtEl>
                                          <p:spTgt spid="29">
                                            <p:txEl>
                                              <p:pRg st="0" end="0"/>
                                            </p:txEl>
                                          </p:spTgt>
                                        </p:tgtEl>
                                        <p:attrNameLst>
                                          <p:attrName>style.visibility</p:attrName>
                                        </p:attrNameLst>
                                      </p:cBhvr>
                                      <p:to>
                                        <p:strVal val="visible"/>
                                      </p:to>
                                    </p:set>
                                    <p:animEffect transition="in" filter="fade">
                                      <p:cBhvr>
                                        <p:cTn id="67" dur="500"/>
                                        <p:tgtEl>
                                          <p:spTgt spid="29">
                                            <p:txEl>
                                              <p:pRg st="0" end="0"/>
                                            </p:txEl>
                                          </p:spTgt>
                                        </p:tgtEl>
                                      </p:cBhvr>
                                    </p:animEffect>
                                    <p:anim calcmode="lin" valueType="num">
                                      <p:cBhvr>
                                        <p:cTn id="68"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69"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70" fill="hold">
                            <p:stCondLst>
                              <p:cond delay="6500"/>
                            </p:stCondLst>
                            <p:childTnLst>
                              <p:par>
                                <p:cTn id="71" presetID="10" presetClass="entr" presetSubtype="0" fill="hold" grpId="0" nodeType="afterEffect">
                                  <p:stCondLst>
                                    <p:cond delay="0"/>
                                  </p:stCondLst>
                                  <p:childTnLst>
                                    <p:set>
                                      <p:cBhvr>
                                        <p:cTn id="72" dur="1" fill="hold">
                                          <p:stCondLst>
                                            <p:cond delay="0"/>
                                          </p:stCondLst>
                                        </p:cTn>
                                        <p:tgtEl>
                                          <p:spTgt spid="22"/>
                                        </p:tgtEl>
                                        <p:attrNameLst>
                                          <p:attrName>style.visibility</p:attrName>
                                        </p:attrNameLst>
                                      </p:cBhvr>
                                      <p:to>
                                        <p:strVal val="visible"/>
                                      </p:to>
                                    </p:set>
                                    <p:animEffect transition="in" filter="fade">
                                      <p:cBhvr>
                                        <p:cTn id="73" dur="500"/>
                                        <p:tgtEl>
                                          <p:spTgt spid="22"/>
                                        </p:tgtEl>
                                      </p:cBhvr>
                                    </p:animEffect>
                                  </p:childTnLst>
                                </p:cTn>
                              </p:par>
                            </p:childTnLst>
                          </p:cTn>
                        </p:par>
                        <p:par>
                          <p:cTn id="74" fill="hold">
                            <p:stCondLst>
                              <p:cond delay="7000"/>
                            </p:stCondLst>
                            <p:childTnLst>
                              <p:par>
                                <p:cTn id="75" presetID="10" presetClass="entr" presetSubtype="0"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par>
                          <p:cTn id="78" fill="hold">
                            <p:stCondLst>
                              <p:cond delay="7500"/>
                            </p:stCondLst>
                            <p:childTnLst>
                              <p:par>
                                <p:cTn id="79" presetID="53" presetClass="entr" presetSubtype="16" fill="hold" grpId="0" nodeType="afterEffect">
                                  <p:stCondLst>
                                    <p:cond delay="0"/>
                                  </p:stCondLst>
                                  <p:childTnLst>
                                    <p:set>
                                      <p:cBhvr>
                                        <p:cTn id="80" dur="1" fill="hold">
                                          <p:stCondLst>
                                            <p:cond delay="0"/>
                                          </p:stCondLst>
                                        </p:cTn>
                                        <p:tgtEl>
                                          <p:spTgt spid="24"/>
                                        </p:tgtEl>
                                        <p:attrNameLst>
                                          <p:attrName>style.visibility</p:attrName>
                                        </p:attrNameLst>
                                      </p:cBhvr>
                                      <p:to>
                                        <p:strVal val="visible"/>
                                      </p:to>
                                    </p:set>
                                    <p:anim calcmode="lin" valueType="num">
                                      <p:cBhvr>
                                        <p:cTn id="81" dur="500" fill="hold"/>
                                        <p:tgtEl>
                                          <p:spTgt spid="24"/>
                                        </p:tgtEl>
                                        <p:attrNameLst>
                                          <p:attrName>ppt_w</p:attrName>
                                        </p:attrNameLst>
                                      </p:cBhvr>
                                      <p:tavLst>
                                        <p:tav tm="0">
                                          <p:val>
                                            <p:fltVal val="0"/>
                                          </p:val>
                                        </p:tav>
                                        <p:tav tm="100000">
                                          <p:val>
                                            <p:strVal val="#ppt_w"/>
                                          </p:val>
                                        </p:tav>
                                      </p:tavLst>
                                    </p:anim>
                                    <p:anim calcmode="lin" valueType="num">
                                      <p:cBhvr>
                                        <p:cTn id="82" dur="500" fill="hold"/>
                                        <p:tgtEl>
                                          <p:spTgt spid="24"/>
                                        </p:tgtEl>
                                        <p:attrNameLst>
                                          <p:attrName>ppt_h</p:attrName>
                                        </p:attrNameLst>
                                      </p:cBhvr>
                                      <p:tavLst>
                                        <p:tav tm="0">
                                          <p:val>
                                            <p:fltVal val="0"/>
                                          </p:val>
                                        </p:tav>
                                        <p:tav tm="100000">
                                          <p:val>
                                            <p:strVal val="#ppt_h"/>
                                          </p:val>
                                        </p:tav>
                                      </p:tavLst>
                                    </p:anim>
                                    <p:animEffect transition="in" filter="fade">
                                      <p:cBhvr>
                                        <p:cTn id="83" dur="500"/>
                                        <p:tgtEl>
                                          <p:spTgt spid="24"/>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30">
                                            <p:txEl>
                                              <p:pRg st="0" end="0"/>
                                            </p:txEl>
                                          </p:spTgt>
                                        </p:tgtEl>
                                        <p:attrNameLst>
                                          <p:attrName>style.visibility</p:attrName>
                                        </p:attrNameLst>
                                      </p:cBhvr>
                                      <p:to>
                                        <p:strVal val="visible"/>
                                      </p:to>
                                    </p:set>
                                    <p:anim calcmode="lin" valueType="num">
                                      <p:cBhvr>
                                        <p:cTn id="87"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30">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31">
                                            <p:txEl>
                                              <p:pRg st="0" end="0"/>
                                            </p:txEl>
                                          </p:spTgt>
                                        </p:tgtEl>
                                        <p:attrNameLst>
                                          <p:attrName>style.visibility</p:attrName>
                                        </p:attrNameLst>
                                      </p:cBhvr>
                                      <p:to>
                                        <p:strVal val="visible"/>
                                      </p:to>
                                    </p:set>
                                    <p:animEffect transition="in" filter="fade">
                                      <p:cBhvr>
                                        <p:cTn id="93" dur="500"/>
                                        <p:tgtEl>
                                          <p:spTgt spid="31">
                                            <p:txEl>
                                              <p:pRg st="0" end="0"/>
                                            </p:txEl>
                                          </p:spTgt>
                                        </p:tgtEl>
                                      </p:cBhvr>
                                    </p:animEffect>
                                    <p:anim calcmode="lin" valueType="num">
                                      <p:cBhvr>
                                        <p:cTn id="94"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6" grpId="0" animBg="1"/>
      <p:bldP spid="9" grpId="0" animBg="1"/>
      <p:bldP spid="18" grpId="0" animBg="1"/>
      <p:bldP spid="19" grpId="0" animBg="1"/>
      <p:bldP spid="20" grpId="0" animBg="1"/>
      <p:bldP spid="21" grpId="0" animBg="1"/>
      <p:bldP spid="22" grpId="0" animBg="1"/>
      <p:bldP spid="23" grpId="0" animBg="1"/>
      <p:bldP spid="24"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3" name="Freeform 22"/>
          <p:cNvSpPr/>
          <p:nvPr userDrawn="1"/>
        </p:nvSpPr>
        <p:spPr>
          <a:xfrm>
            <a:off x="713492" y="2456421"/>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7" name="Picture Placeholder 16"/>
          <p:cNvSpPr>
            <a:spLocks noGrp="1"/>
          </p:cNvSpPr>
          <p:nvPr>
            <p:ph type="pic" sz="quarter" idx="13"/>
          </p:nvPr>
        </p:nvSpPr>
        <p:spPr>
          <a:xfrm>
            <a:off x="809647" y="2542735"/>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4" name="Freeform 23"/>
          <p:cNvSpPr/>
          <p:nvPr userDrawn="1"/>
        </p:nvSpPr>
        <p:spPr>
          <a:xfrm>
            <a:off x="3663045"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Picture Placeholder 24"/>
          <p:cNvSpPr>
            <a:spLocks noGrp="1"/>
          </p:cNvSpPr>
          <p:nvPr>
            <p:ph type="pic" sz="quarter" idx="14"/>
          </p:nvPr>
        </p:nvSpPr>
        <p:spPr>
          <a:xfrm>
            <a:off x="3759200"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6" name="Freeform 25"/>
          <p:cNvSpPr/>
          <p:nvPr userDrawn="1"/>
        </p:nvSpPr>
        <p:spPr>
          <a:xfrm>
            <a:off x="9562151" y="2453684"/>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Picture Placeholder 26"/>
          <p:cNvSpPr>
            <a:spLocks noGrp="1"/>
          </p:cNvSpPr>
          <p:nvPr>
            <p:ph type="pic" sz="quarter" idx="15"/>
          </p:nvPr>
        </p:nvSpPr>
        <p:spPr>
          <a:xfrm>
            <a:off x="9658306" y="2539998"/>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28" name="Freeform 27"/>
          <p:cNvSpPr/>
          <p:nvPr userDrawn="1"/>
        </p:nvSpPr>
        <p:spPr>
          <a:xfrm>
            <a:off x="6612598"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28"/>
          <p:cNvSpPr>
            <a:spLocks noGrp="1"/>
          </p:cNvSpPr>
          <p:nvPr>
            <p:ph type="pic" sz="quarter" idx="16"/>
          </p:nvPr>
        </p:nvSpPr>
        <p:spPr>
          <a:xfrm>
            <a:off x="6708753"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15" name="Text Placeholder 21"/>
          <p:cNvSpPr>
            <a:spLocks noGrp="1"/>
          </p:cNvSpPr>
          <p:nvPr>
            <p:ph type="body" sz="quarter" idx="20"/>
          </p:nvPr>
        </p:nvSpPr>
        <p:spPr>
          <a:xfrm>
            <a:off x="71349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1349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0"/>
          </p:nvPr>
        </p:nvSpPr>
        <p:spPr>
          <a:xfrm>
            <a:off x="3717217"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1"/>
          </p:nvPr>
        </p:nvSpPr>
        <p:spPr>
          <a:xfrm>
            <a:off x="3717217"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2"/>
          </p:nvPr>
        </p:nvSpPr>
        <p:spPr>
          <a:xfrm>
            <a:off x="672094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33"/>
          </p:nvPr>
        </p:nvSpPr>
        <p:spPr>
          <a:xfrm>
            <a:off x="672094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4"/>
          </p:nvPr>
        </p:nvSpPr>
        <p:spPr>
          <a:xfrm>
            <a:off x="9724667" y="4546572"/>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5"/>
          </p:nvPr>
        </p:nvSpPr>
        <p:spPr>
          <a:xfrm>
            <a:off x="9724667" y="4853276"/>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18839083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500" fill="hold"/>
                                        <p:tgtEl>
                                          <p:spTgt spid="17"/>
                                        </p:tgtEl>
                                        <p:attrNameLst>
                                          <p:attrName>ppt_w</p:attrName>
                                        </p:attrNameLst>
                                      </p:cBhvr>
                                      <p:tavLst>
                                        <p:tav tm="0">
                                          <p:val>
                                            <p:fltVal val="0"/>
                                          </p:val>
                                        </p:tav>
                                        <p:tav tm="100000">
                                          <p:val>
                                            <p:strVal val="#ppt_w"/>
                                          </p:val>
                                        </p:tav>
                                      </p:tavLst>
                                    </p:anim>
                                    <p:anim calcmode="lin" valueType="num">
                                      <p:cBhvr>
                                        <p:cTn id="22" dur="500" fill="hold"/>
                                        <p:tgtEl>
                                          <p:spTgt spid="17"/>
                                        </p:tgtEl>
                                        <p:attrNameLst>
                                          <p:attrName>ppt_h</p:attrName>
                                        </p:attrNameLst>
                                      </p:cBhvr>
                                      <p:tavLst>
                                        <p:tav tm="0">
                                          <p:val>
                                            <p:fltVal val="0"/>
                                          </p:val>
                                        </p:tav>
                                        <p:tav tm="100000">
                                          <p:val>
                                            <p:strVal val="#ppt_h"/>
                                          </p:val>
                                        </p:tav>
                                      </p:tavLst>
                                    </p:anim>
                                    <p:animEffect transition="in" filter="fade">
                                      <p:cBhvr>
                                        <p:cTn id="23" dur="500"/>
                                        <p:tgtEl>
                                          <p:spTgt spid="17"/>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18">
                                            <p:txEl>
                                              <p:pRg st="0" end="0"/>
                                            </p:txEl>
                                          </p:spTgt>
                                        </p:tgtEl>
                                        <p:attrNameLst>
                                          <p:attrName>style.visibility</p:attrName>
                                        </p:attrNameLst>
                                      </p:cBhvr>
                                      <p:to>
                                        <p:strVal val="visible"/>
                                      </p:to>
                                    </p:set>
                                    <p:anim calcmode="lin" valueType="num">
                                      <p:cBhvr>
                                        <p:cTn id="49" dur="500" fill="hold"/>
                                        <p:tgtEl>
                                          <p:spTgt spid="18">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18">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18">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19">
                                            <p:txEl>
                                              <p:pRg st="0" end="0"/>
                                            </p:txEl>
                                          </p:spTgt>
                                        </p:tgtEl>
                                        <p:attrNameLst>
                                          <p:attrName>style.visibility</p:attrName>
                                        </p:attrNameLst>
                                      </p:cBhvr>
                                      <p:to>
                                        <p:strVal val="visible"/>
                                      </p:to>
                                    </p:set>
                                    <p:animEffect transition="in" filter="fade">
                                      <p:cBhvr>
                                        <p:cTn id="55" dur="500"/>
                                        <p:tgtEl>
                                          <p:spTgt spid="19">
                                            <p:txEl>
                                              <p:pRg st="0" end="0"/>
                                            </p:txEl>
                                          </p:spTgt>
                                        </p:tgtEl>
                                      </p:cBhvr>
                                    </p:animEffect>
                                    <p:anim calcmode="lin" valueType="num">
                                      <p:cBhvr>
                                        <p:cTn id="5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childTnLst>
                          </p:cTn>
                        </p:par>
                        <p:par>
                          <p:cTn id="62" fill="hold">
                            <p:stCondLst>
                              <p:cond delay="5500"/>
                            </p:stCondLst>
                            <p:childTnLst>
                              <p:par>
                                <p:cTn id="63" presetID="53" presetClass="entr" presetSubtype="16" fill="hold" grpId="0" nodeType="afterEffect">
                                  <p:stCondLst>
                                    <p:cond delay="0"/>
                                  </p:stCondLst>
                                  <p:childTnLst>
                                    <p:set>
                                      <p:cBhvr>
                                        <p:cTn id="64" dur="1" fill="hold">
                                          <p:stCondLst>
                                            <p:cond delay="0"/>
                                          </p:stCondLst>
                                        </p:cTn>
                                        <p:tgtEl>
                                          <p:spTgt spid="29"/>
                                        </p:tgtEl>
                                        <p:attrNameLst>
                                          <p:attrName>style.visibility</p:attrName>
                                        </p:attrNameLst>
                                      </p:cBhvr>
                                      <p:to>
                                        <p:strVal val="visible"/>
                                      </p:to>
                                    </p:set>
                                    <p:anim calcmode="lin" valueType="num">
                                      <p:cBhvr>
                                        <p:cTn id="65" dur="500" fill="hold"/>
                                        <p:tgtEl>
                                          <p:spTgt spid="29"/>
                                        </p:tgtEl>
                                        <p:attrNameLst>
                                          <p:attrName>ppt_w</p:attrName>
                                        </p:attrNameLst>
                                      </p:cBhvr>
                                      <p:tavLst>
                                        <p:tav tm="0">
                                          <p:val>
                                            <p:fltVal val="0"/>
                                          </p:val>
                                        </p:tav>
                                        <p:tav tm="100000">
                                          <p:val>
                                            <p:strVal val="#ppt_w"/>
                                          </p:val>
                                        </p:tav>
                                      </p:tavLst>
                                    </p:anim>
                                    <p:anim calcmode="lin" valueType="num">
                                      <p:cBhvr>
                                        <p:cTn id="66" dur="500" fill="hold"/>
                                        <p:tgtEl>
                                          <p:spTgt spid="29"/>
                                        </p:tgtEl>
                                        <p:attrNameLst>
                                          <p:attrName>ppt_h</p:attrName>
                                        </p:attrNameLst>
                                      </p:cBhvr>
                                      <p:tavLst>
                                        <p:tav tm="0">
                                          <p:val>
                                            <p:fltVal val="0"/>
                                          </p:val>
                                        </p:tav>
                                        <p:tav tm="100000">
                                          <p:val>
                                            <p:strVal val="#ppt_h"/>
                                          </p:val>
                                        </p:tav>
                                      </p:tavLst>
                                    </p:anim>
                                    <p:animEffect transition="in" filter="fade">
                                      <p:cBhvr>
                                        <p:cTn id="67" dur="500"/>
                                        <p:tgtEl>
                                          <p:spTgt spid="29"/>
                                        </p:tgtEl>
                                      </p:cBhvr>
                                    </p:animEffect>
                                  </p:childTnLst>
                                </p:cTn>
                              </p:par>
                            </p:childTnLst>
                          </p:cTn>
                        </p:par>
                        <p:par>
                          <p:cTn id="68" fill="hold">
                            <p:stCondLst>
                              <p:cond delay="6000"/>
                            </p:stCondLst>
                            <p:childTnLst>
                              <p:par>
                                <p:cTn id="69" presetID="53" presetClass="entr" presetSubtype="16" fill="hold" grpId="0" nodeType="afterEffect" nodePh="1">
                                  <p:stCondLst>
                                    <p:cond delay="0"/>
                                  </p:stCondLst>
                                  <p:endCondLst>
                                    <p:cond evt="begin" delay="0">
                                      <p:tn val="69"/>
                                    </p:cond>
                                  </p:endCondLst>
                                  <p:childTnLst>
                                    <p:set>
                                      <p:cBhvr>
                                        <p:cTn id="70" dur="1" fill="hold">
                                          <p:stCondLst>
                                            <p:cond delay="0"/>
                                          </p:stCondLst>
                                        </p:cTn>
                                        <p:tgtEl>
                                          <p:spTgt spid="20">
                                            <p:txEl>
                                              <p:pRg st="0" end="0"/>
                                            </p:txEl>
                                          </p:spTgt>
                                        </p:tgtEl>
                                        <p:attrNameLst>
                                          <p:attrName>style.visibility</p:attrName>
                                        </p:attrNameLst>
                                      </p:cBhvr>
                                      <p:to>
                                        <p:strVal val="visible"/>
                                      </p:to>
                                    </p:set>
                                    <p:anim calcmode="lin" valueType="num">
                                      <p:cBhvr>
                                        <p:cTn id="71" dur="500" fill="hold"/>
                                        <p:tgtEl>
                                          <p:spTgt spid="20">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0">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0">
                                            <p:txEl>
                                              <p:pRg st="0" end="0"/>
                                            </p:txEl>
                                          </p:spTgt>
                                        </p:tgtEl>
                                      </p:cBhvr>
                                    </p:animEffect>
                                  </p:childTnLst>
                                </p:cTn>
                              </p:par>
                            </p:childTnLst>
                          </p:cTn>
                        </p:par>
                        <p:par>
                          <p:cTn id="74" fill="hold">
                            <p:stCondLst>
                              <p:cond delay="6500"/>
                            </p:stCondLst>
                            <p:childTnLst>
                              <p:par>
                                <p:cTn id="75" presetID="42" presetClass="entr" presetSubtype="0" fill="hold" grpId="0" nodeType="afterEffect" nodePh="1">
                                  <p:stCondLst>
                                    <p:cond delay="0"/>
                                  </p:stCondLst>
                                  <p:endCondLst>
                                    <p:cond evt="begin" delay="0">
                                      <p:tn val="75"/>
                                    </p:cond>
                                  </p:endCondLst>
                                  <p:childTnLst>
                                    <p:set>
                                      <p:cBhvr>
                                        <p:cTn id="76" dur="1" fill="hold">
                                          <p:stCondLst>
                                            <p:cond delay="0"/>
                                          </p:stCondLst>
                                        </p:cTn>
                                        <p:tgtEl>
                                          <p:spTgt spid="21">
                                            <p:txEl>
                                              <p:pRg st="0" end="0"/>
                                            </p:txEl>
                                          </p:spTgt>
                                        </p:tgtEl>
                                        <p:attrNameLst>
                                          <p:attrName>style.visibility</p:attrName>
                                        </p:attrNameLst>
                                      </p:cBhvr>
                                      <p:to>
                                        <p:strVal val="visible"/>
                                      </p:to>
                                    </p:set>
                                    <p:animEffect transition="in" filter="fade">
                                      <p:cBhvr>
                                        <p:cTn id="77" dur="500"/>
                                        <p:tgtEl>
                                          <p:spTgt spid="21">
                                            <p:txEl>
                                              <p:pRg st="0" end="0"/>
                                            </p:txEl>
                                          </p:spTgt>
                                        </p:tgtEl>
                                      </p:cBhvr>
                                    </p:animEffect>
                                    <p:anim calcmode="lin" valueType="num">
                                      <p:cBhvr>
                                        <p:cTn id="7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7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10" presetClass="entr" presetSubtype="0" fill="hold" grpId="0" nodeType="afterEffect">
                                  <p:stCondLst>
                                    <p:cond delay="0"/>
                                  </p:stCondLst>
                                  <p:childTnLst>
                                    <p:set>
                                      <p:cBhvr>
                                        <p:cTn id="82" dur="1" fill="hold">
                                          <p:stCondLst>
                                            <p:cond delay="0"/>
                                          </p:stCondLst>
                                        </p:cTn>
                                        <p:tgtEl>
                                          <p:spTgt spid="26"/>
                                        </p:tgtEl>
                                        <p:attrNameLst>
                                          <p:attrName>style.visibility</p:attrName>
                                        </p:attrNameLst>
                                      </p:cBhvr>
                                      <p:to>
                                        <p:strVal val="visible"/>
                                      </p:to>
                                    </p:set>
                                    <p:animEffect transition="in" filter="fade">
                                      <p:cBhvr>
                                        <p:cTn id="83" dur="500"/>
                                        <p:tgtEl>
                                          <p:spTgt spid="26"/>
                                        </p:tgtEl>
                                      </p:cBhvr>
                                    </p:animEffect>
                                  </p:childTnLst>
                                </p:cTn>
                              </p:par>
                            </p:childTnLst>
                          </p:cTn>
                        </p:par>
                        <p:par>
                          <p:cTn id="84" fill="hold">
                            <p:stCondLst>
                              <p:cond delay="7500"/>
                            </p:stCondLst>
                            <p:childTnLst>
                              <p:par>
                                <p:cTn id="85" presetID="53" presetClass="entr" presetSubtype="16" fill="hold" grpId="0" nodeType="afterEffect">
                                  <p:stCondLst>
                                    <p:cond delay="0"/>
                                  </p:stCondLst>
                                  <p:childTnLst>
                                    <p:set>
                                      <p:cBhvr>
                                        <p:cTn id="86" dur="1" fill="hold">
                                          <p:stCondLst>
                                            <p:cond delay="0"/>
                                          </p:stCondLst>
                                        </p:cTn>
                                        <p:tgtEl>
                                          <p:spTgt spid="27"/>
                                        </p:tgtEl>
                                        <p:attrNameLst>
                                          <p:attrName>style.visibility</p:attrName>
                                        </p:attrNameLst>
                                      </p:cBhvr>
                                      <p:to>
                                        <p:strVal val="visible"/>
                                      </p:to>
                                    </p:set>
                                    <p:anim calcmode="lin" valueType="num">
                                      <p:cBhvr>
                                        <p:cTn id="87" dur="500" fill="hold"/>
                                        <p:tgtEl>
                                          <p:spTgt spid="27"/>
                                        </p:tgtEl>
                                        <p:attrNameLst>
                                          <p:attrName>ppt_w</p:attrName>
                                        </p:attrNameLst>
                                      </p:cBhvr>
                                      <p:tavLst>
                                        <p:tav tm="0">
                                          <p:val>
                                            <p:fltVal val="0"/>
                                          </p:val>
                                        </p:tav>
                                        <p:tav tm="100000">
                                          <p:val>
                                            <p:strVal val="#ppt_w"/>
                                          </p:val>
                                        </p:tav>
                                      </p:tavLst>
                                    </p:anim>
                                    <p:anim calcmode="lin" valueType="num">
                                      <p:cBhvr>
                                        <p:cTn id="88" dur="500" fill="hold"/>
                                        <p:tgtEl>
                                          <p:spTgt spid="27"/>
                                        </p:tgtEl>
                                        <p:attrNameLst>
                                          <p:attrName>ppt_h</p:attrName>
                                        </p:attrNameLst>
                                      </p:cBhvr>
                                      <p:tavLst>
                                        <p:tav tm="0">
                                          <p:val>
                                            <p:fltVal val="0"/>
                                          </p:val>
                                        </p:tav>
                                        <p:tav tm="100000">
                                          <p:val>
                                            <p:strVal val="#ppt_h"/>
                                          </p:val>
                                        </p:tav>
                                      </p:tavLst>
                                    </p:anim>
                                    <p:animEffect transition="in" filter="fade">
                                      <p:cBhvr>
                                        <p:cTn id="89" dur="500"/>
                                        <p:tgtEl>
                                          <p:spTgt spid="27"/>
                                        </p:tgtEl>
                                      </p:cBhvr>
                                    </p:animEffect>
                                  </p:childTnLst>
                                </p:cTn>
                              </p:par>
                            </p:childTnLst>
                          </p:cTn>
                        </p:par>
                        <p:par>
                          <p:cTn id="90" fill="hold">
                            <p:stCondLst>
                              <p:cond delay="8000"/>
                            </p:stCondLst>
                            <p:childTnLst>
                              <p:par>
                                <p:cTn id="91" presetID="53" presetClass="entr" presetSubtype="16" fill="hold" grpId="0" nodeType="afterEffect" nodePh="1">
                                  <p:stCondLst>
                                    <p:cond delay="0"/>
                                  </p:stCondLst>
                                  <p:endCondLst>
                                    <p:cond evt="begin" delay="0">
                                      <p:tn val="91"/>
                                    </p:cond>
                                  </p:endCondLst>
                                  <p:childTnLst>
                                    <p:set>
                                      <p:cBhvr>
                                        <p:cTn id="92" dur="1" fill="hold">
                                          <p:stCondLst>
                                            <p:cond delay="0"/>
                                          </p:stCondLst>
                                        </p:cTn>
                                        <p:tgtEl>
                                          <p:spTgt spid="22">
                                            <p:txEl>
                                              <p:pRg st="0" end="0"/>
                                            </p:txEl>
                                          </p:spTgt>
                                        </p:tgtEl>
                                        <p:attrNameLst>
                                          <p:attrName>style.visibility</p:attrName>
                                        </p:attrNameLst>
                                      </p:cBhvr>
                                      <p:to>
                                        <p:strVal val="visible"/>
                                      </p:to>
                                    </p:set>
                                    <p:anim calcmode="lin" valueType="num">
                                      <p:cBhvr>
                                        <p:cTn id="93"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94"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95" dur="500"/>
                                        <p:tgtEl>
                                          <p:spTgt spid="22">
                                            <p:txEl>
                                              <p:pRg st="0" end="0"/>
                                            </p:txEl>
                                          </p:spTgt>
                                        </p:tgtEl>
                                      </p:cBhvr>
                                    </p:animEffect>
                                  </p:childTnLst>
                                </p:cTn>
                              </p:par>
                            </p:childTnLst>
                          </p:cTn>
                        </p:par>
                        <p:par>
                          <p:cTn id="96" fill="hold">
                            <p:stCondLst>
                              <p:cond delay="8500"/>
                            </p:stCondLst>
                            <p:childTnLst>
                              <p:par>
                                <p:cTn id="97" presetID="42" presetClass="entr" presetSubtype="0" fill="hold" grpId="0" nodeType="afterEffect" nodePh="1">
                                  <p:stCondLst>
                                    <p:cond delay="0"/>
                                  </p:stCondLst>
                                  <p:endCondLst>
                                    <p:cond evt="begin" delay="0">
                                      <p:tn val="97"/>
                                    </p:cond>
                                  </p:endCondLst>
                                  <p:childTnLst>
                                    <p:set>
                                      <p:cBhvr>
                                        <p:cTn id="98" dur="1" fill="hold">
                                          <p:stCondLst>
                                            <p:cond delay="0"/>
                                          </p:stCondLst>
                                        </p:cTn>
                                        <p:tgtEl>
                                          <p:spTgt spid="30">
                                            <p:txEl>
                                              <p:pRg st="0" end="0"/>
                                            </p:txEl>
                                          </p:spTgt>
                                        </p:tgtEl>
                                        <p:attrNameLst>
                                          <p:attrName>style.visibility</p:attrName>
                                        </p:attrNameLst>
                                      </p:cBhvr>
                                      <p:to>
                                        <p:strVal val="visible"/>
                                      </p:to>
                                    </p:set>
                                    <p:animEffect transition="in" filter="fade">
                                      <p:cBhvr>
                                        <p:cTn id="99" dur="500"/>
                                        <p:tgtEl>
                                          <p:spTgt spid="30">
                                            <p:txEl>
                                              <p:pRg st="0" end="0"/>
                                            </p:txEl>
                                          </p:spTgt>
                                        </p:tgtEl>
                                      </p:cBhvr>
                                    </p:animEffect>
                                    <p:anim calcmode="lin" valueType="num">
                                      <p:cBhvr>
                                        <p:cTn id="100"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101" dur="50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23" grpId="0" animBg="1"/>
      <p:bldP spid="17" grpId="0" animBg="1"/>
      <p:bldP spid="24" grpId="0" animBg="1"/>
      <p:bldP spid="25" grpId="0" animBg="1"/>
      <p:bldP spid="26" grpId="0" animBg="1"/>
      <p:bldP spid="27" grpId="0" animBg="1"/>
      <p:bldP spid="28" grpId="0" animBg="1"/>
      <p:bldP spid="29"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 calcmode="lin" valueType="num">
                      <p:cBhvr>
                        <p:cTn dur="500" fill="hold"/>
                        <p:tgtEl>
                          <p:spTgt spid="18"/>
                        </p:tgtEl>
                        <p:attrNameLst>
                          <p:attrName>ppt_w</p:attrName>
                        </p:attrNameLst>
                      </p:cBhvr>
                      <p:tavLst>
                        <p:tav tm="0">
                          <p:val>
                            <p:fltVal val="0"/>
                          </p:val>
                        </p:tav>
                        <p:tav tm="100000">
                          <p:val>
                            <p:strVal val="#ppt_w"/>
                          </p:val>
                        </p:tav>
                      </p:tavLst>
                    </p:anim>
                    <p:anim calcmode="lin" valueType="num">
                      <p:cBhvr>
                        <p:cTn dur="500" fill="hold"/>
                        <p:tgtEl>
                          <p:spTgt spid="18"/>
                        </p:tgtEl>
                        <p:attrNameLst>
                          <p:attrName>ppt_h</p:attrName>
                        </p:attrNameLst>
                      </p:cBhvr>
                      <p:tavLst>
                        <p:tav tm="0">
                          <p:val>
                            <p:fltVal val="0"/>
                          </p:val>
                        </p:tav>
                        <p:tav tm="100000">
                          <p:val>
                            <p:strVal val="#ppt_h"/>
                          </p:val>
                        </p:tav>
                      </p:tavLst>
                    </p:anim>
                    <p:animEffect transition="in" filter="fade">
                      <p:cBhvr>
                        <p:cTn dur="500"/>
                        <p:tgtEl>
                          <p:spTgt spid="18"/>
                        </p:tgtEl>
                      </p:cBhvr>
                    </p:animEffect>
                  </p:childTnLst>
                </p:cTn>
              </p:par>
            </p:tnLst>
          </p:tmpl>
        </p:tmplLst>
      </p:bldP>
      <p:bldP spid="1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 calcmode="lin" valueType="num">
                      <p:cBhvr>
                        <p:cTn dur="500" fill="hold"/>
                        <p:tgtEl>
                          <p:spTgt spid="20"/>
                        </p:tgtEl>
                        <p:attrNameLst>
                          <p:attrName>ppt_w</p:attrName>
                        </p:attrNameLst>
                      </p:cBhvr>
                      <p:tavLst>
                        <p:tav tm="0">
                          <p:val>
                            <p:fltVal val="0"/>
                          </p:val>
                        </p:tav>
                        <p:tav tm="100000">
                          <p:val>
                            <p:strVal val="#ppt_w"/>
                          </p:val>
                        </p:tav>
                      </p:tavLst>
                    </p:anim>
                    <p:anim calcmode="lin" valueType="num">
                      <p:cBhvr>
                        <p:cTn dur="500" fill="hold"/>
                        <p:tgtEl>
                          <p:spTgt spid="20"/>
                        </p:tgtEl>
                        <p:attrNameLst>
                          <p:attrName>ppt_h</p:attrName>
                        </p:attrNameLst>
                      </p:cBhvr>
                      <p:tavLst>
                        <p:tav tm="0">
                          <p:val>
                            <p:fltVal val="0"/>
                          </p:val>
                        </p:tav>
                        <p:tav tm="100000">
                          <p:val>
                            <p:strVal val="#ppt_h"/>
                          </p:val>
                        </p:tav>
                      </p:tavLst>
                    </p:anim>
                    <p:animEffect transition="in" filter="fade">
                      <p:cBhvr>
                        <p:cTn dur="500"/>
                        <p:tgtEl>
                          <p:spTgt spid="20"/>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3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anim calcmode="lin" valueType="num">
                      <p:cBhvr>
                        <p:cTn dur="500" fill="hold"/>
                        <p:tgtEl>
                          <p:spTgt spid="30"/>
                        </p:tgtEl>
                        <p:attrNameLst>
                          <p:attrName>ppt_x</p:attrName>
                        </p:attrNameLst>
                      </p:cBhvr>
                      <p:tavLst>
                        <p:tav tm="0">
                          <p:val>
                            <p:strVal val="#ppt_x"/>
                          </p:val>
                        </p:tav>
                        <p:tav tm="100000">
                          <p:val>
                            <p:strVal val="#ppt_x"/>
                          </p:val>
                        </p:tav>
                      </p:tavLst>
                    </p:anim>
                    <p:anim calcmode="lin" valueType="num">
                      <p:cBhvr>
                        <p:cTn dur="500" fill="hold"/>
                        <p:tgtEl>
                          <p:spTgt spid="3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1" name="Picture Placeholder 30"/>
          <p:cNvSpPr>
            <a:spLocks noGrp="1"/>
          </p:cNvSpPr>
          <p:nvPr>
            <p:ph type="pic" sz="quarter" idx="33" hasCustomPrompt="1"/>
          </p:nvPr>
        </p:nvSpPr>
        <p:spPr>
          <a:xfrm>
            <a:off x="30898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25" name="Picture Placeholder 30"/>
          <p:cNvSpPr>
            <a:spLocks noGrp="1"/>
          </p:cNvSpPr>
          <p:nvPr>
            <p:ph type="pic" sz="quarter" idx="34" hasCustomPrompt="1"/>
          </p:nvPr>
        </p:nvSpPr>
        <p:spPr>
          <a:xfrm>
            <a:off x="308985"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2" name="Picture Placeholder 30"/>
          <p:cNvSpPr>
            <a:spLocks noGrp="1"/>
          </p:cNvSpPr>
          <p:nvPr>
            <p:ph type="pic" sz="quarter" idx="35" hasCustomPrompt="1"/>
          </p:nvPr>
        </p:nvSpPr>
        <p:spPr>
          <a:xfrm>
            <a:off x="4209040"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4209040"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4" name="Picture Placeholder 30"/>
          <p:cNvSpPr>
            <a:spLocks noGrp="1"/>
          </p:cNvSpPr>
          <p:nvPr>
            <p:ph type="pic" sz="quarter" idx="37" hasCustomPrompt="1"/>
          </p:nvPr>
        </p:nvSpPr>
        <p:spPr>
          <a:xfrm>
            <a:off x="810909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5" name="Picture Placeholder 30"/>
          <p:cNvSpPr>
            <a:spLocks noGrp="1"/>
          </p:cNvSpPr>
          <p:nvPr>
            <p:ph type="pic" sz="quarter" idx="38" hasCustomPrompt="1"/>
          </p:nvPr>
        </p:nvSpPr>
        <p:spPr>
          <a:xfrm>
            <a:off x="8109095" y="4300488"/>
            <a:ext cx="3773920" cy="2183006"/>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287732192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anim calcmode="lin" valueType="num">
                                      <p:cBhvr>
                                        <p:cTn id="28" dur="500" fill="hold"/>
                                        <p:tgtEl>
                                          <p:spTgt spid="25"/>
                                        </p:tgtEl>
                                        <p:attrNameLst>
                                          <p:attrName>ppt_x</p:attrName>
                                        </p:attrNameLst>
                                      </p:cBhvr>
                                      <p:tavLst>
                                        <p:tav tm="0">
                                          <p:val>
                                            <p:strVal val="#ppt_x"/>
                                          </p:val>
                                        </p:tav>
                                        <p:tav tm="100000">
                                          <p:val>
                                            <p:strVal val="#ppt_x"/>
                                          </p:val>
                                        </p:tav>
                                      </p:tavLst>
                                    </p:anim>
                                    <p:anim calcmode="lin" valueType="num">
                                      <p:cBhvr>
                                        <p:cTn id="29" dur="500" fill="hold"/>
                                        <p:tgtEl>
                                          <p:spTgt spid="25"/>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fade">
                                      <p:cBhvr>
                                        <p:cTn id="33" dur="500"/>
                                        <p:tgtEl>
                                          <p:spTgt spid="42"/>
                                        </p:tgtEl>
                                      </p:cBhvr>
                                    </p:animEffect>
                                    <p:anim calcmode="lin" valueType="num">
                                      <p:cBhvr>
                                        <p:cTn id="34" dur="500" fill="hold"/>
                                        <p:tgtEl>
                                          <p:spTgt spid="42"/>
                                        </p:tgtEl>
                                        <p:attrNameLst>
                                          <p:attrName>ppt_x</p:attrName>
                                        </p:attrNameLst>
                                      </p:cBhvr>
                                      <p:tavLst>
                                        <p:tav tm="0">
                                          <p:val>
                                            <p:strVal val="#ppt_x"/>
                                          </p:val>
                                        </p:tav>
                                        <p:tav tm="100000">
                                          <p:val>
                                            <p:strVal val="#ppt_x"/>
                                          </p:val>
                                        </p:tav>
                                      </p:tavLst>
                                    </p:anim>
                                    <p:anim calcmode="lin" valueType="num">
                                      <p:cBhvr>
                                        <p:cTn id="35" dur="500" fill="hold"/>
                                        <p:tgtEl>
                                          <p:spTgt spid="42"/>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500"/>
                                        <p:tgtEl>
                                          <p:spTgt spid="43"/>
                                        </p:tgtEl>
                                      </p:cBhvr>
                                    </p:animEffect>
                                    <p:anim calcmode="lin" valueType="num">
                                      <p:cBhvr>
                                        <p:cTn id="40" dur="500" fill="hold"/>
                                        <p:tgtEl>
                                          <p:spTgt spid="43"/>
                                        </p:tgtEl>
                                        <p:attrNameLst>
                                          <p:attrName>ppt_x</p:attrName>
                                        </p:attrNameLst>
                                      </p:cBhvr>
                                      <p:tavLst>
                                        <p:tav tm="0">
                                          <p:val>
                                            <p:strVal val="#ppt_x"/>
                                          </p:val>
                                        </p:tav>
                                        <p:tav tm="100000">
                                          <p:val>
                                            <p:strVal val="#ppt_x"/>
                                          </p:val>
                                        </p:tav>
                                      </p:tavLst>
                                    </p:anim>
                                    <p:anim calcmode="lin" valueType="num">
                                      <p:cBhvr>
                                        <p:cTn id="41" dur="500" fill="hold"/>
                                        <p:tgtEl>
                                          <p:spTgt spid="43"/>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44"/>
                                        </p:tgtEl>
                                        <p:attrNameLst>
                                          <p:attrName>style.visibility</p:attrName>
                                        </p:attrNameLst>
                                      </p:cBhvr>
                                      <p:to>
                                        <p:strVal val="visible"/>
                                      </p:to>
                                    </p:set>
                                    <p:animEffect transition="in" filter="fade">
                                      <p:cBhvr>
                                        <p:cTn id="45" dur="500"/>
                                        <p:tgtEl>
                                          <p:spTgt spid="44"/>
                                        </p:tgtEl>
                                      </p:cBhvr>
                                    </p:animEffect>
                                    <p:anim calcmode="lin" valueType="num">
                                      <p:cBhvr>
                                        <p:cTn id="46" dur="500" fill="hold"/>
                                        <p:tgtEl>
                                          <p:spTgt spid="44"/>
                                        </p:tgtEl>
                                        <p:attrNameLst>
                                          <p:attrName>ppt_x</p:attrName>
                                        </p:attrNameLst>
                                      </p:cBhvr>
                                      <p:tavLst>
                                        <p:tav tm="0">
                                          <p:val>
                                            <p:strVal val="#ppt_x"/>
                                          </p:val>
                                        </p:tav>
                                        <p:tav tm="100000">
                                          <p:val>
                                            <p:strVal val="#ppt_x"/>
                                          </p:val>
                                        </p:tav>
                                      </p:tavLst>
                                    </p:anim>
                                    <p:anim calcmode="lin" valueType="num">
                                      <p:cBhvr>
                                        <p:cTn id="47" dur="500" fill="hold"/>
                                        <p:tgtEl>
                                          <p:spTgt spid="44"/>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42" presetClass="entr" presetSubtype="0" fill="hold" grpId="0" nodeType="afterEffect">
                                  <p:stCondLst>
                                    <p:cond delay="0"/>
                                  </p:stCondLst>
                                  <p:childTnLst>
                                    <p:set>
                                      <p:cBhvr>
                                        <p:cTn id="50" dur="1" fill="hold">
                                          <p:stCondLst>
                                            <p:cond delay="0"/>
                                          </p:stCondLst>
                                        </p:cTn>
                                        <p:tgtEl>
                                          <p:spTgt spid="45"/>
                                        </p:tgtEl>
                                        <p:attrNameLst>
                                          <p:attrName>style.visibility</p:attrName>
                                        </p:attrNameLst>
                                      </p:cBhvr>
                                      <p:to>
                                        <p:strVal val="visible"/>
                                      </p:to>
                                    </p:set>
                                    <p:animEffect transition="in" filter="fade">
                                      <p:cBhvr>
                                        <p:cTn id="51" dur="500"/>
                                        <p:tgtEl>
                                          <p:spTgt spid="45"/>
                                        </p:tgtEl>
                                      </p:cBhvr>
                                    </p:animEffect>
                                    <p:anim calcmode="lin" valueType="num">
                                      <p:cBhvr>
                                        <p:cTn id="52" dur="500" fill="hold"/>
                                        <p:tgtEl>
                                          <p:spTgt spid="45"/>
                                        </p:tgtEl>
                                        <p:attrNameLst>
                                          <p:attrName>ppt_x</p:attrName>
                                        </p:attrNameLst>
                                      </p:cBhvr>
                                      <p:tavLst>
                                        <p:tav tm="0">
                                          <p:val>
                                            <p:strVal val="#ppt_x"/>
                                          </p:val>
                                        </p:tav>
                                        <p:tav tm="100000">
                                          <p:val>
                                            <p:strVal val="#ppt_x"/>
                                          </p:val>
                                        </p:tav>
                                      </p:tavLst>
                                    </p:anim>
                                    <p:anim calcmode="lin" valueType="num">
                                      <p:cBhvr>
                                        <p:cTn id="53" dur="500" fill="hold"/>
                                        <p:tgtEl>
                                          <p:spTgt spid="4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1" grpId="0" animBg="1"/>
      <p:bldP spid="25" grpId="0" animBg="1"/>
      <p:bldP spid="42" grpId="0" animBg="1"/>
      <p:bldP spid="43" grpId="0" animBg="1"/>
      <p:bldP spid="44" grpId="0" animBg="1"/>
      <p:bldP spid="45" grpId="0" animBg="1"/>
    </p:bld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2" name="Picture Placeholder 30"/>
          <p:cNvSpPr>
            <a:spLocks noGrp="1"/>
          </p:cNvSpPr>
          <p:nvPr>
            <p:ph type="pic" sz="quarter" idx="35" hasCustomPrompt="1"/>
          </p:nvPr>
        </p:nvSpPr>
        <p:spPr>
          <a:xfrm>
            <a:off x="507135"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507134"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6" name="Picture Placeholder 30"/>
          <p:cNvSpPr>
            <a:spLocks noGrp="1"/>
          </p:cNvSpPr>
          <p:nvPr>
            <p:ph type="pic" sz="quarter" idx="37" hasCustomPrompt="1"/>
          </p:nvPr>
        </p:nvSpPr>
        <p:spPr>
          <a:xfrm>
            <a:off x="6179133"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7" name="Picture Placeholder 30"/>
          <p:cNvSpPr>
            <a:spLocks noGrp="1"/>
          </p:cNvSpPr>
          <p:nvPr>
            <p:ph type="pic" sz="quarter" idx="38" hasCustomPrompt="1"/>
          </p:nvPr>
        </p:nvSpPr>
        <p:spPr>
          <a:xfrm>
            <a:off x="6179132"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21" name="Picture Placeholder 20"/>
          <p:cNvSpPr>
            <a:spLocks noGrp="1"/>
          </p:cNvSpPr>
          <p:nvPr>
            <p:ph type="pic" sz="quarter" idx="39" hasCustomPrompt="1"/>
          </p:nvPr>
        </p:nvSpPr>
        <p:spPr>
          <a:xfrm>
            <a:off x="4731330" y="2893088"/>
            <a:ext cx="2743200" cy="2743200"/>
          </a:xfrm>
          <a:custGeom>
            <a:avLst/>
            <a:gdLst>
              <a:gd name="connsiteX0" fmla="*/ 1371600 w 2743200"/>
              <a:gd name="connsiteY0" fmla="*/ 0 h 2743200"/>
              <a:gd name="connsiteX1" fmla="*/ 2743200 w 2743200"/>
              <a:gd name="connsiteY1" fmla="*/ 1371600 h 2743200"/>
              <a:gd name="connsiteX2" fmla="*/ 1371600 w 2743200"/>
              <a:gd name="connsiteY2" fmla="*/ 2743200 h 2743200"/>
              <a:gd name="connsiteX3" fmla="*/ 0 w 2743200"/>
              <a:gd name="connsiteY3" fmla="*/ 1371600 h 2743200"/>
              <a:gd name="connsiteX4" fmla="*/ 1371600 w 2743200"/>
              <a:gd name="connsiteY4" fmla="*/ 0 h 274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2743200">
                <a:moveTo>
                  <a:pt x="1371600" y="0"/>
                </a:moveTo>
                <a:cubicBezTo>
                  <a:pt x="2129114" y="0"/>
                  <a:pt x="2743200" y="614086"/>
                  <a:pt x="2743200" y="1371600"/>
                </a:cubicBezTo>
                <a:cubicBezTo>
                  <a:pt x="2743200" y="2129114"/>
                  <a:pt x="2129114" y="2743200"/>
                  <a:pt x="1371600" y="2743200"/>
                </a:cubicBezTo>
                <a:cubicBezTo>
                  <a:pt x="614086" y="2743200"/>
                  <a:pt x="0" y="2129114"/>
                  <a:pt x="0" y="1371600"/>
                </a:cubicBezTo>
                <a:cubicBezTo>
                  <a:pt x="0" y="614086"/>
                  <a:pt x="614086" y="0"/>
                  <a:pt x="1371600" y="0"/>
                </a:cubicBezTo>
                <a:close/>
              </a:path>
            </a:pathLst>
          </a:custGeom>
          <a:solidFill>
            <a:schemeClr val="accent4"/>
          </a:solidFill>
        </p:spPr>
        <p:txBody>
          <a:bodyPr wrap="square">
            <a:noAutofit/>
          </a:bodyPr>
          <a:lstStyle>
            <a:lvl1pPr algn="r">
              <a:defRPr sz="1000"/>
            </a:lvl1pPr>
          </a:lstStyle>
          <a:p>
            <a:r>
              <a:rPr lang="id-ID" dirty="0" smtClean="0"/>
              <a:t>Nopic</a:t>
            </a:r>
            <a:endParaRPr lang="en-AU" dirty="0"/>
          </a:p>
        </p:txBody>
      </p:sp>
      <p:sp>
        <p:nvSpPr>
          <p:cNvPr id="22" name="Text Placeholder 21"/>
          <p:cNvSpPr>
            <a:spLocks noGrp="1"/>
          </p:cNvSpPr>
          <p:nvPr>
            <p:ph type="body" sz="quarter" idx="20"/>
          </p:nvPr>
        </p:nvSpPr>
        <p:spPr>
          <a:xfrm>
            <a:off x="4731331" y="3492745"/>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9"/>
          </p:nvPr>
        </p:nvSpPr>
        <p:spPr>
          <a:xfrm>
            <a:off x="4731331" y="3799449"/>
            <a:ext cx="2743200" cy="1304045"/>
          </a:xfrm>
        </p:spPr>
        <p:txBody>
          <a:bodyPr>
            <a:norm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52001958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42"/>
                                        </p:tgtEl>
                                        <p:attrNameLst>
                                          <p:attrName>style.visibility</p:attrName>
                                        </p:attrNameLst>
                                      </p:cBhvr>
                                      <p:to>
                                        <p:strVal val="visible"/>
                                      </p:to>
                                    </p:set>
                                    <p:animEffect transition="in" filter="fade">
                                      <p:cBhvr>
                                        <p:cTn id="21" dur="500"/>
                                        <p:tgtEl>
                                          <p:spTgt spid="42"/>
                                        </p:tgtEl>
                                      </p:cBhvr>
                                    </p:animEffect>
                                    <p:anim calcmode="lin" valueType="num">
                                      <p:cBhvr>
                                        <p:cTn id="22" dur="500" fill="hold"/>
                                        <p:tgtEl>
                                          <p:spTgt spid="42"/>
                                        </p:tgtEl>
                                        <p:attrNameLst>
                                          <p:attrName>ppt_x</p:attrName>
                                        </p:attrNameLst>
                                      </p:cBhvr>
                                      <p:tavLst>
                                        <p:tav tm="0">
                                          <p:val>
                                            <p:strVal val="#ppt_x"/>
                                          </p:val>
                                        </p:tav>
                                        <p:tav tm="100000">
                                          <p:val>
                                            <p:strVal val="#ppt_x"/>
                                          </p:val>
                                        </p:tav>
                                      </p:tavLst>
                                    </p:anim>
                                    <p:anim calcmode="lin" valueType="num">
                                      <p:cBhvr>
                                        <p:cTn id="23" dur="500" fill="hold"/>
                                        <p:tgtEl>
                                          <p:spTgt spid="42"/>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fade">
                                      <p:cBhvr>
                                        <p:cTn id="27" dur="500"/>
                                        <p:tgtEl>
                                          <p:spTgt spid="43"/>
                                        </p:tgtEl>
                                      </p:cBhvr>
                                    </p:animEffect>
                                    <p:anim calcmode="lin" valueType="num">
                                      <p:cBhvr>
                                        <p:cTn id="28" dur="500" fill="hold"/>
                                        <p:tgtEl>
                                          <p:spTgt spid="43"/>
                                        </p:tgtEl>
                                        <p:attrNameLst>
                                          <p:attrName>ppt_x</p:attrName>
                                        </p:attrNameLst>
                                      </p:cBhvr>
                                      <p:tavLst>
                                        <p:tav tm="0">
                                          <p:val>
                                            <p:strVal val="#ppt_x"/>
                                          </p:val>
                                        </p:tav>
                                        <p:tav tm="100000">
                                          <p:val>
                                            <p:strVal val="#ppt_x"/>
                                          </p:val>
                                        </p:tav>
                                      </p:tavLst>
                                    </p:anim>
                                    <p:anim calcmode="lin" valueType="num">
                                      <p:cBhvr>
                                        <p:cTn id="29" dur="500" fill="hold"/>
                                        <p:tgtEl>
                                          <p:spTgt spid="43"/>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anim calcmode="lin" valueType="num">
                                      <p:cBhvr>
                                        <p:cTn id="34" dur="500" fill="hold"/>
                                        <p:tgtEl>
                                          <p:spTgt spid="16"/>
                                        </p:tgtEl>
                                        <p:attrNameLst>
                                          <p:attrName>ppt_x</p:attrName>
                                        </p:attrNameLst>
                                      </p:cBhvr>
                                      <p:tavLst>
                                        <p:tav tm="0">
                                          <p:val>
                                            <p:strVal val="#ppt_x"/>
                                          </p:val>
                                        </p:tav>
                                        <p:tav tm="100000">
                                          <p:val>
                                            <p:strVal val="#ppt_x"/>
                                          </p:val>
                                        </p:tav>
                                      </p:tavLst>
                                    </p:anim>
                                    <p:anim calcmode="lin" valueType="num">
                                      <p:cBhvr>
                                        <p:cTn id="35" dur="500" fill="hold"/>
                                        <p:tgtEl>
                                          <p:spTgt spid="16"/>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anim calcmode="lin" valueType="num">
                                      <p:cBhvr>
                                        <p:cTn id="40" dur="500" fill="hold"/>
                                        <p:tgtEl>
                                          <p:spTgt spid="17"/>
                                        </p:tgtEl>
                                        <p:attrNameLst>
                                          <p:attrName>ppt_x</p:attrName>
                                        </p:attrNameLst>
                                      </p:cBhvr>
                                      <p:tavLst>
                                        <p:tav tm="0">
                                          <p:val>
                                            <p:strVal val="#ppt_x"/>
                                          </p:val>
                                        </p:tav>
                                        <p:tav tm="100000">
                                          <p:val>
                                            <p:strVal val="#ppt_x"/>
                                          </p:val>
                                        </p:tav>
                                      </p:tavLst>
                                    </p:anim>
                                    <p:anim calcmode="lin" valueType="num">
                                      <p:cBhvr>
                                        <p:cTn id="41" dur="500" fill="hold"/>
                                        <p:tgtEl>
                                          <p:spTgt spid="17"/>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10" presetClass="entr" presetSubtype="0" fill="hold" grpId="0" nodeType="after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p:cTn id="49"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22">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Effect transition="in" filter="fade">
                                      <p:cBhvr>
                                        <p:cTn id="55" dur="500"/>
                                        <p:tgtEl>
                                          <p:spTgt spid="23">
                                            <p:txEl>
                                              <p:pRg st="0" end="0"/>
                                            </p:txEl>
                                          </p:spTgt>
                                        </p:tgtEl>
                                      </p:cBhvr>
                                    </p:animEffect>
                                    <p:anim calcmode="lin" valueType="num">
                                      <p:cBhvr>
                                        <p:cTn id="56"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42" grpId="0" animBg="1"/>
      <p:bldP spid="43" grpId="0" animBg="1"/>
      <p:bldP spid="16" grpId="0" animBg="1"/>
      <p:bldP spid="17" grpId="0" animBg="1"/>
      <p:bldP spid="21"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1" name="Rounded Rectangle 30"/>
          <p:cNvSpPr/>
          <p:nvPr userDrawn="1"/>
        </p:nvSpPr>
        <p:spPr>
          <a:xfrm>
            <a:off x="83723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Rounded Rectangle 29"/>
          <p:cNvSpPr/>
          <p:nvPr userDrawn="1"/>
        </p:nvSpPr>
        <p:spPr>
          <a:xfrm>
            <a:off x="47147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Rounded Rectangle 5"/>
          <p:cNvSpPr/>
          <p:nvPr userDrawn="1"/>
        </p:nvSpPr>
        <p:spPr>
          <a:xfrm>
            <a:off x="10571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10571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9" name="Picture Placeholder 30"/>
          <p:cNvSpPr>
            <a:spLocks noGrp="1"/>
          </p:cNvSpPr>
          <p:nvPr>
            <p:ph type="pic" sz="quarter" idx="37" hasCustomPrompt="1"/>
          </p:nvPr>
        </p:nvSpPr>
        <p:spPr>
          <a:xfrm>
            <a:off x="47147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0" name="Picture Placeholder 30"/>
          <p:cNvSpPr>
            <a:spLocks noGrp="1"/>
          </p:cNvSpPr>
          <p:nvPr>
            <p:ph type="pic" sz="quarter" idx="38" hasCustomPrompt="1"/>
          </p:nvPr>
        </p:nvSpPr>
        <p:spPr>
          <a:xfrm>
            <a:off x="83723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4" name="Picture Placeholder 30"/>
          <p:cNvSpPr>
            <a:spLocks noGrp="1"/>
          </p:cNvSpPr>
          <p:nvPr>
            <p:ph type="pic" sz="quarter" idx="39" hasCustomPrompt="1"/>
          </p:nvPr>
        </p:nvSpPr>
        <p:spPr>
          <a:xfrm>
            <a:off x="1057131" y="4142509"/>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5" name="Picture Placeholder 30"/>
          <p:cNvSpPr>
            <a:spLocks noGrp="1"/>
          </p:cNvSpPr>
          <p:nvPr>
            <p:ph type="pic" sz="quarter" idx="40" hasCustomPrompt="1"/>
          </p:nvPr>
        </p:nvSpPr>
        <p:spPr>
          <a:xfrm>
            <a:off x="4714731" y="4142509"/>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26" name="Picture Placeholder 30"/>
          <p:cNvSpPr>
            <a:spLocks noGrp="1"/>
          </p:cNvSpPr>
          <p:nvPr>
            <p:ph type="pic" sz="quarter" idx="41" hasCustomPrompt="1"/>
          </p:nvPr>
        </p:nvSpPr>
        <p:spPr>
          <a:xfrm>
            <a:off x="8372331" y="4142509"/>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1057131" y="4332757"/>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42"/>
          </p:nvPr>
        </p:nvSpPr>
        <p:spPr>
          <a:xfrm>
            <a:off x="4734069"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43"/>
          </p:nvPr>
        </p:nvSpPr>
        <p:spPr>
          <a:xfrm>
            <a:off x="8372331"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3" name="Text Placeholder 21"/>
          <p:cNvSpPr>
            <a:spLocks noGrp="1"/>
          </p:cNvSpPr>
          <p:nvPr>
            <p:ph type="body" sz="quarter" idx="44"/>
          </p:nvPr>
        </p:nvSpPr>
        <p:spPr>
          <a:xfrm>
            <a:off x="1057131" y="5014501"/>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4" name="Text Placeholder 21"/>
          <p:cNvSpPr>
            <a:spLocks noGrp="1"/>
          </p:cNvSpPr>
          <p:nvPr>
            <p:ph type="body" sz="quarter" idx="45"/>
          </p:nvPr>
        </p:nvSpPr>
        <p:spPr>
          <a:xfrm>
            <a:off x="469539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5" name="Text Placeholder 21"/>
          <p:cNvSpPr>
            <a:spLocks noGrp="1"/>
          </p:cNvSpPr>
          <p:nvPr>
            <p:ph type="body" sz="quarter" idx="46"/>
          </p:nvPr>
        </p:nvSpPr>
        <p:spPr>
          <a:xfrm>
            <a:off x="838070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0911755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43"/>
                                        </p:tgtEl>
                                        <p:attrNameLst>
                                          <p:attrName>style.visibility</p:attrName>
                                        </p:attrNameLst>
                                      </p:cBhvr>
                                      <p:to>
                                        <p:strVal val="visible"/>
                                      </p:to>
                                    </p:set>
                                    <p:animEffect transition="in" filter="fade">
                                      <p:cBhvr>
                                        <p:cTn id="17" dur="500"/>
                                        <p:tgtEl>
                                          <p:spTgt spid="43"/>
                                        </p:tgtEl>
                                      </p:cBhvr>
                                    </p:animEffect>
                                    <p:anim calcmode="lin" valueType="num">
                                      <p:cBhvr>
                                        <p:cTn id="18" dur="500" fill="hold"/>
                                        <p:tgtEl>
                                          <p:spTgt spid="43"/>
                                        </p:tgtEl>
                                        <p:attrNameLst>
                                          <p:attrName>ppt_x</p:attrName>
                                        </p:attrNameLst>
                                      </p:cBhvr>
                                      <p:tavLst>
                                        <p:tav tm="0">
                                          <p:val>
                                            <p:strVal val="#ppt_x"/>
                                          </p:val>
                                        </p:tav>
                                        <p:tav tm="100000">
                                          <p:val>
                                            <p:strVal val="#ppt_x"/>
                                          </p:val>
                                        </p:tav>
                                      </p:tavLst>
                                    </p:anim>
                                    <p:anim calcmode="lin" valueType="num">
                                      <p:cBhvr>
                                        <p:cTn id="19" dur="500" fill="hold"/>
                                        <p:tgtEl>
                                          <p:spTgt spid="43"/>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anim calcmode="lin" valueType="num">
                                      <p:cBhvr>
                                        <p:cTn id="24" dur="500" fill="hold"/>
                                        <p:tgtEl>
                                          <p:spTgt spid="19"/>
                                        </p:tgtEl>
                                        <p:attrNameLst>
                                          <p:attrName>ppt_x</p:attrName>
                                        </p:attrNameLst>
                                      </p:cBhvr>
                                      <p:tavLst>
                                        <p:tav tm="0">
                                          <p:val>
                                            <p:strVal val="#ppt_x"/>
                                          </p:val>
                                        </p:tav>
                                        <p:tav tm="100000">
                                          <p:val>
                                            <p:strVal val="#ppt_x"/>
                                          </p:val>
                                        </p:tav>
                                      </p:tavLst>
                                    </p:anim>
                                    <p:anim calcmode="lin" valueType="num">
                                      <p:cBhvr>
                                        <p:cTn id="25" dur="500" fill="hold"/>
                                        <p:tgtEl>
                                          <p:spTgt spid="19"/>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anim calcmode="lin" valueType="num">
                                      <p:cBhvr>
                                        <p:cTn id="30" dur="500" fill="hold"/>
                                        <p:tgtEl>
                                          <p:spTgt spid="20"/>
                                        </p:tgtEl>
                                        <p:attrNameLst>
                                          <p:attrName>ppt_x</p:attrName>
                                        </p:attrNameLst>
                                      </p:cBhvr>
                                      <p:tavLst>
                                        <p:tav tm="0">
                                          <p:val>
                                            <p:strVal val="#ppt_x"/>
                                          </p:val>
                                        </p:tav>
                                        <p:tav tm="100000">
                                          <p:val>
                                            <p:strVal val="#ppt_x"/>
                                          </p:val>
                                        </p:tav>
                                      </p:tavLst>
                                    </p:anim>
                                    <p:anim calcmode="lin" valueType="num">
                                      <p:cBhvr>
                                        <p:cTn id="31" dur="500" fill="hold"/>
                                        <p:tgtEl>
                                          <p:spTgt spid="20"/>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2" presetClass="entr" presetSubtype="0" fill="hold" grpId="0" nodeType="after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anim calcmode="lin" valueType="num">
                                      <p:cBhvr>
                                        <p:cTn id="36" dur="500" fill="hold"/>
                                        <p:tgtEl>
                                          <p:spTgt spid="24"/>
                                        </p:tgtEl>
                                        <p:attrNameLst>
                                          <p:attrName>ppt_x</p:attrName>
                                        </p:attrNameLst>
                                      </p:cBhvr>
                                      <p:tavLst>
                                        <p:tav tm="0">
                                          <p:val>
                                            <p:strVal val="#ppt_x"/>
                                          </p:val>
                                        </p:tav>
                                        <p:tav tm="100000">
                                          <p:val>
                                            <p:strVal val="#ppt_x"/>
                                          </p:val>
                                        </p:tav>
                                      </p:tavLst>
                                    </p:anim>
                                    <p:anim calcmode="lin" valueType="num">
                                      <p:cBhvr>
                                        <p:cTn id="37" dur="500" fill="hold"/>
                                        <p:tgtEl>
                                          <p:spTgt spid="24"/>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2" presetClass="entr" presetSubtype="0" fill="hold" grpId="0" nodeType="after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anim calcmode="lin" valueType="num">
                                      <p:cBhvr>
                                        <p:cTn id="42" dur="500" fill="hold"/>
                                        <p:tgtEl>
                                          <p:spTgt spid="25"/>
                                        </p:tgtEl>
                                        <p:attrNameLst>
                                          <p:attrName>ppt_x</p:attrName>
                                        </p:attrNameLst>
                                      </p:cBhvr>
                                      <p:tavLst>
                                        <p:tav tm="0">
                                          <p:val>
                                            <p:strVal val="#ppt_x"/>
                                          </p:val>
                                        </p:tav>
                                        <p:tav tm="100000">
                                          <p:val>
                                            <p:strVal val="#ppt_x"/>
                                          </p:val>
                                        </p:tav>
                                      </p:tavLst>
                                    </p:anim>
                                    <p:anim calcmode="lin" valueType="num">
                                      <p:cBhvr>
                                        <p:cTn id="43" dur="500" fill="hold"/>
                                        <p:tgtEl>
                                          <p:spTgt spid="25"/>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anim calcmode="lin" valueType="num">
                                      <p:cBhvr>
                                        <p:cTn id="48" dur="500" fill="hold"/>
                                        <p:tgtEl>
                                          <p:spTgt spid="26"/>
                                        </p:tgtEl>
                                        <p:attrNameLst>
                                          <p:attrName>ppt_x</p:attrName>
                                        </p:attrNameLst>
                                      </p:cBhvr>
                                      <p:tavLst>
                                        <p:tav tm="0">
                                          <p:val>
                                            <p:strVal val="#ppt_x"/>
                                          </p:val>
                                        </p:tav>
                                        <p:tav tm="100000">
                                          <p:val>
                                            <p:strVal val="#ppt_x"/>
                                          </p:val>
                                        </p:tav>
                                      </p:tavLst>
                                    </p:anim>
                                    <p:anim calcmode="lin" valueType="num">
                                      <p:cBhvr>
                                        <p:cTn id="49" dur="500" fill="hold"/>
                                        <p:tgtEl>
                                          <p:spTgt spid="26"/>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27">
                                            <p:txEl>
                                              <p:pRg st="0" end="0"/>
                                            </p:txEl>
                                          </p:spTgt>
                                        </p:tgtEl>
                                        <p:attrNameLst>
                                          <p:attrName>style.visibility</p:attrName>
                                        </p:attrNameLst>
                                      </p:cBhvr>
                                      <p:to>
                                        <p:strVal val="visible"/>
                                      </p:to>
                                    </p:set>
                                    <p:anim calcmode="lin" valueType="num">
                                      <p:cBhvr>
                                        <p:cTn id="5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27">
                                            <p:txEl>
                                              <p:pRg st="0" end="0"/>
                                            </p:txEl>
                                          </p:spTgt>
                                        </p:tgtEl>
                                      </p:cBhvr>
                                    </p:animEffect>
                                  </p:childTnLst>
                                </p:cTn>
                              </p:par>
                            </p:childTnLst>
                          </p:cTn>
                        </p:par>
                        <p:par>
                          <p:cTn id="56" fill="hold">
                            <p:stCondLst>
                              <p:cond delay="5000"/>
                            </p:stCondLst>
                            <p:childTnLst>
                              <p:par>
                                <p:cTn id="57" presetID="53" presetClass="entr" presetSubtype="16"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p:cTn id="59"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8">
                                            <p:txEl>
                                              <p:pRg st="0" end="0"/>
                                            </p:txEl>
                                          </p:spTgt>
                                        </p:tgtEl>
                                      </p:cBhvr>
                                    </p:animEffect>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29">
                                            <p:txEl>
                                              <p:pRg st="0" end="0"/>
                                            </p:txEl>
                                          </p:spTgt>
                                        </p:tgtEl>
                                        <p:attrNameLst>
                                          <p:attrName>style.visibility</p:attrName>
                                        </p:attrNameLst>
                                      </p:cBhvr>
                                      <p:to>
                                        <p:strVal val="visible"/>
                                      </p:to>
                                    </p:set>
                                    <p:anim calcmode="lin" valueType="num">
                                      <p:cBhvr>
                                        <p:cTn id="65"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9">
                                            <p:txEl>
                                              <p:pRg st="0" end="0"/>
                                            </p:txEl>
                                          </p:spTgt>
                                        </p:tgtEl>
                                      </p:cBhvr>
                                    </p:animEffect>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6"/>
                                        </p:tgtEl>
                                        <p:attrNameLst>
                                          <p:attrName>style.visibility</p:attrName>
                                        </p:attrNameLst>
                                      </p:cBhvr>
                                      <p:to>
                                        <p:strVal val="visible"/>
                                      </p:to>
                                    </p:set>
                                    <p:animEffect transition="in" filter="fade">
                                      <p:cBhvr>
                                        <p:cTn id="71" dur="500"/>
                                        <p:tgtEl>
                                          <p:spTgt spid="6"/>
                                        </p:tgtEl>
                                      </p:cBhvr>
                                    </p:animEffect>
                                  </p:childTnLst>
                                </p:cTn>
                              </p:par>
                            </p:childTnLst>
                          </p:cTn>
                        </p:par>
                        <p:par>
                          <p:cTn id="72" fill="hold">
                            <p:stCondLst>
                              <p:cond delay="65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33">
                                            <p:txEl>
                                              <p:pRg st="0" end="0"/>
                                            </p:txEl>
                                          </p:spTgt>
                                        </p:tgtEl>
                                        <p:attrNameLst>
                                          <p:attrName>style.visibility</p:attrName>
                                        </p:attrNameLst>
                                      </p:cBhvr>
                                      <p:to>
                                        <p:strVal val="visible"/>
                                      </p:to>
                                    </p:set>
                                    <p:anim calcmode="lin" valueType="num">
                                      <p:cBhvr>
                                        <p:cTn id="75" dur="5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33">
                                            <p:txEl>
                                              <p:pRg st="0" end="0"/>
                                            </p:txEl>
                                          </p:spTgt>
                                        </p:tgtEl>
                                      </p:cBhvr>
                                    </p:animEffect>
                                  </p:childTnLst>
                                </p:cTn>
                              </p:par>
                            </p:childTnLst>
                          </p:cTn>
                        </p:par>
                        <p:par>
                          <p:cTn id="78" fill="hold">
                            <p:stCondLst>
                              <p:cond delay="7000"/>
                            </p:stCondLst>
                            <p:childTnLst>
                              <p:par>
                                <p:cTn id="79" presetID="10" presetClass="entr" presetSubtype="0" fill="hold" grpId="0" nodeType="after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par>
                          <p:cTn id="82" fill="hold">
                            <p:stCondLst>
                              <p:cond delay="7500"/>
                            </p:stCondLst>
                            <p:childTnLst>
                              <p:par>
                                <p:cTn id="83" presetID="53" presetClass="entr" presetSubtype="16" fill="hold" grpId="0" nodeType="afterEffect" nodePh="1">
                                  <p:stCondLst>
                                    <p:cond delay="0"/>
                                  </p:stCondLst>
                                  <p:endCondLst>
                                    <p:cond evt="begin" delay="0">
                                      <p:tn val="83"/>
                                    </p:cond>
                                  </p:endCondLst>
                                  <p:childTnLst>
                                    <p:set>
                                      <p:cBhvr>
                                        <p:cTn id="84" dur="1" fill="hold">
                                          <p:stCondLst>
                                            <p:cond delay="0"/>
                                          </p:stCondLst>
                                        </p:cTn>
                                        <p:tgtEl>
                                          <p:spTgt spid="34">
                                            <p:txEl>
                                              <p:pRg st="0" end="0"/>
                                            </p:txEl>
                                          </p:spTgt>
                                        </p:tgtEl>
                                        <p:attrNameLst>
                                          <p:attrName>style.visibility</p:attrName>
                                        </p:attrNameLst>
                                      </p:cBhvr>
                                      <p:to>
                                        <p:strVal val="visible"/>
                                      </p:to>
                                    </p:set>
                                    <p:anim calcmode="lin" valueType="num">
                                      <p:cBhvr>
                                        <p:cTn id="85" dur="500" fill="hold"/>
                                        <p:tgtEl>
                                          <p:spTgt spid="34">
                                            <p:txEl>
                                              <p:pRg st="0" end="0"/>
                                            </p:txEl>
                                          </p:spTgt>
                                        </p:tgtEl>
                                        <p:attrNameLst>
                                          <p:attrName>ppt_w</p:attrName>
                                        </p:attrNameLst>
                                      </p:cBhvr>
                                      <p:tavLst>
                                        <p:tav tm="0">
                                          <p:val>
                                            <p:fltVal val="0"/>
                                          </p:val>
                                        </p:tav>
                                        <p:tav tm="100000">
                                          <p:val>
                                            <p:strVal val="#ppt_w"/>
                                          </p:val>
                                        </p:tav>
                                      </p:tavLst>
                                    </p:anim>
                                    <p:anim calcmode="lin" valueType="num">
                                      <p:cBhvr>
                                        <p:cTn id="86" dur="500" fill="hold"/>
                                        <p:tgtEl>
                                          <p:spTgt spid="34">
                                            <p:txEl>
                                              <p:pRg st="0" end="0"/>
                                            </p:txEl>
                                          </p:spTgt>
                                        </p:tgtEl>
                                        <p:attrNameLst>
                                          <p:attrName>ppt_h</p:attrName>
                                        </p:attrNameLst>
                                      </p:cBhvr>
                                      <p:tavLst>
                                        <p:tav tm="0">
                                          <p:val>
                                            <p:fltVal val="0"/>
                                          </p:val>
                                        </p:tav>
                                        <p:tav tm="100000">
                                          <p:val>
                                            <p:strVal val="#ppt_h"/>
                                          </p:val>
                                        </p:tav>
                                      </p:tavLst>
                                    </p:anim>
                                    <p:animEffect transition="in" filter="fade">
                                      <p:cBhvr>
                                        <p:cTn id="87" dur="500"/>
                                        <p:tgtEl>
                                          <p:spTgt spid="34">
                                            <p:txEl>
                                              <p:pRg st="0" end="0"/>
                                            </p:txEl>
                                          </p:spTgt>
                                        </p:tgtEl>
                                      </p:cBhvr>
                                    </p:animEffect>
                                  </p:childTnLst>
                                </p:cTn>
                              </p:par>
                            </p:childTnLst>
                          </p:cTn>
                        </p:par>
                        <p:par>
                          <p:cTn id="88" fill="hold">
                            <p:stCondLst>
                              <p:cond delay="8000"/>
                            </p:stCondLst>
                            <p:childTnLst>
                              <p:par>
                                <p:cTn id="89" presetID="10" presetClass="entr" presetSubtype="0" fill="hold" grpId="0" nodeType="afterEffect">
                                  <p:stCondLst>
                                    <p:cond delay="0"/>
                                  </p:stCondLst>
                                  <p:childTnLst>
                                    <p:set>
                                      <p:cBhvr>
                                        <p:cTn id="90" dur="1" fill="hold">
                                          <p:stCondLst>
                                            <p:cond delay="0"/>
                                          </p:stCondLst>
                                        </p:cTn>
                                        <p:tgtEl>
                                          <p:spTgt spid="31"/>
                                        </p:tgtEl>
                                        <p:attrNameLst>
                                          <p:attrName>style.visibility</p:attrName>
                                        </p:attrNameLst>
                                      </p:cBhvr>
                                      <p:to>
                                        <p:strVal val="visible"/>
                                      </p:to>
                                    </p:set>
                                    <p:animEffect transition="in" filter="fade">
                                      <p:cBhvr>
                                        <p:cTn id="91" dur="500"/>
                                        <p:tgtEl>
                                          <p:spTgt spid="31"/>
                                        </p:tgtEl>
                                      </p:cBhvr>
                                    </p:animEffect>
                                  </p:childTnLst>
                                </p:cTn>
                              </p:par>
                            </p:childTnLst>
                          </p:cTn>
                        </p:par>
                        <p:par>
                          <p:cTn id="92" fill="hold">
                            <p:stCondLst>
                              <p:cond delay="85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35">
                                            <p:txEl>
                                              <p:pRg st="0" end="0"/>
                                            </p:txEl>
                                          </p:spTgt>
                                        </p:tgtEl>
                                        <p:attrNameLst>
                                          <p:attrName>style.visibility</p:attrName>
                                        </p:attrNameLst>
                                      </p:cBhvr>
                                      <p:to>
                                        <p:strVal val="visible"/>
                                      </p:to>
                                    </p:set>
                                    <p:anim calcmode="lin" valueType="num">
                                      <p:cBhvr>
                                        <p:cTn id="95" dur="500" fill="hold"/>
                                        <p:tgtEl>
                                          <p:spTgt spid="35">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35">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6" grpId="0" animBg="1"/>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animBg="1"/>
      <p:bldP spid="20" grpId="0" animBg="1"/>
      <p:bldP spid="24" grpId="0" animBg="1"/>
      <p:bldP spid="25" grpId="0" animBg="1"/>
      <p:bldP spid="26"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3"/>
                        </p:tgtEl>
                        <p:attrNameLst>
                          <p:attrName>style.visibility</p:attrName>
                        </p:attrNameLst>
                      </p:cBhvr>
                      <p:to>
                        <p:strVal val="visible"/>
                      </p:to>
                    </p:set>
                    <p:anim calcmode="lin" valueType="num">
                      <p:cBhvr>
                        <p:cTn dur="500" fill="hold"/>
                        <p:tgtEl>
                          <p:spTgt spid="33"/>
                        </p:tgtEl>
                        <p:attrNameLst>
                          <p:attrName>ppt_w</p:attrName>
                        </p:attrNameLst>
                      </p:cBhvr>
                      <p:tavLst>
                        <p:tav tm="0">
                          <p:val>
                            <p:fltVal val="0"/>
                          </p:val>
                        </p:tav>
                        <p:tav tm="100000">
                          <p:val>
                            <p:strVal val="#ppt_w"/>
                          </p:val>
                        </p:tav>
                      </p:tavLst>
                    </p:anim>
                    <p:anim calcmode="lin" valueType="num">
                      <p:cBhvr>
                        <p:cTn dur="500" fill="hold"/>
                        <p:tgtEl>
                          <p:spTgt spid="33"/>
                        </p:tgtEl>
                        <p:attrNameLst>
                          <p:attrName>ppt_h</p:attrName>
                        </p:attrNameLst>
                      </p:cBhvr>
                      <p:tavLst>
                        <p:tav tm="0">
                          <p:val>
                            <p:fltVal val="0"/>
                          </p:val>
                        </p:tav>
                        <p:tav tm="100000">
                          <p:val>
                            <p:strVal val="#ppt_h"/>
                          </p:val>
                        </p:tav>
                      </p:tavLst>
                    </p:anim>
                    <p:animEffect transition="in" filter="fade">
                      <p:cBhvr>
                        <p:cTn dur="500"/>
                        <p:tgtEl>
                          <p:spTgt spid="33"/>
                        </p:tgtEl>
                      </p:cBhvr>
                    </p:animEffect>
                  </p:childTnLst>
                </p:cTn>
              </p:par>
            </p:tnLst>
          </p:tmpl>
        </p:tmplLst>
      </p:bldP>
      <p:bldP spid="3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4"/>
                        </p:tgtEl>
                        <p:attrNameLst>
                          <p:attrName>style.visibility</p:attrName>
                        </p:attrNameLst>
                      </p:cBhvr>
                      <p:to>
                        <p:strVal val="visible"/>
                      </p:to>
                    </p:set>
                    <p:anim calcmode="lin" valueType="num">
                      <p:cBhvr>
                        <p:cTn dur="500" fill="hold"/>
                        <p:tgtEl>
                          <p:spTgt spid="34"/>
                        </p:tgtEl>
                        <p:attrNameLst>
                          <p:attrName>ppt_w</p:attrName>
                        </p:attrNameLst>
                      </p:cBhvr>
                      <p:tavLst>
                        <p:tav tm="0">
                          <p:val>
                            <p:fltVal val="0"/>
                          </p:val>
                        </p:tav>
                        <p:tav tm="100000">
                          <p:val>
                            <p:strVal val="#ppt_w"/>
                          </p:val>
                        </p:tav>
                      </p:tavLst>
                    </p:anim>
                    <p:anim calcmode="lin" valueType="num">
                      <p:cBhvr>
                        <p:cTn dur="500" fill="hold"/>
                        <p:tgtEl>
                          <p:spTgt spid="34"/>
                        </p:tgtEl>
                        <p:attrNameLst>
                          <p:attrName>ppt_h</p:attrName>
                        </p:attrNameLst>
                      </p:cBhvr>
                      <p:tavLst>
                        <p:tav tm="0">
                          <p:val>
                            <p:fltVal val="0"/>
                          </p:val>
                        </p:tav>
                        <p:tav tm="100000">
                          <p:val>
                            <p:strVal val="#ppt_h"/>
                          </p:val>
                        </p:tav>
                      </p:tavLst>
                    </p:anim>
                    <p:animEffect transition="in" filter="fade">
                      <p:cBhvr>
                        <p:cTn dur="500"/>
                        <p:tgtEl>
                          <p:spTgt spid="34"/>
                        </p:tgtEl>
                      </p:cBhvr>
                    </p:animEffect>
                  </p:childTnLst>
                </p:cTn>
              </p:par>
            </p:tnLst>
          </p:tmpl>
        </p:tmplLst>
      </p:bldP>
      <p:bldP spid="3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5"/>
                        </p:tgtEl>
                        <p:attrNameLst>
                          <p:attrName>style.visibility</p:attrName>
                        </p:attrNameLst>
                      </p:cBhvr>
                      <p:to>
                        <p:strVal val="visible"/>
                      </p:to>
                    </p:set>
                    <p:anim calcmode="lin" valueType="num">
                      <p:cBhvr>
                        <p:cTn dur="500" fill="hold"/>
                        <p:tgtEl>
                          <p:spTgt spid="35"/>
                        </p:tgtEl>
                        <p:attrNameLst>
                          <p:attrName>ppt_w</p:attrName>
                        </p:attrNameLst>
                      </p:cBhvr>
                      <p:tavLst>
                        <p:tav tm="0">
                          <p:val>
                            <p:fltVal val="0"/>
                          </p:val>
                        </p:tav>
                        <p:tav tm="100000">
                          <p:val>
                            <p:strVal val="#ppt_w"/>
                          </p:val>
                        </p:tav>
                      </p:tavLst>
                    </p:anim>
                    <p:anim calcmode="lin" valueType="num">
                      <p:cBhvr>
                        <p:cTn dur="500" fill="hold"/>
                        <p:tgtEl>
                          <p:spTgt spid="35"/>
                        </p:tgtEl>
                        <p:attrNameLst>
                          <p:attrName>ppt_h</p:attrName>
                        </p:attrNameLst>
                      </p:cBhvr>
                      <p:tavLst>
                        <p:tav tm="0">
                          <p:val>
                            <p:fltVal val="0"/>
                          </p:val>
                        </p:tav>
                        <p:tav tm="100000">
                          <p:val>
                            <p:strVal val="#ppt_h"/>
                          </p:val>
                        </p:tav>
                      </p:tavLst>
                    </p:anim>
                    <p:animEffect transition="in" filter="fade">
                      <p:cBhvr>
                        <p:cTn dur="500"/>
                        <p:tgtEl>
                          <p:spTgt spid="35"/>
                        </p:tgtEl>
                      </p:cBhvr>
                    </p:animEffect>
                  </p:childTnLst>
                </p:cTn>
              </p:par>
            </p:tnLst>
          </p:tmpl>
        </p:tmplLst>
      </p:bldP>
    </p:bldLst>
  </p:timing>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590262" y="1729839"/>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4" name="Picture Placeholder 30"/>
          <p:cNvSpPr>
            <a:spLocks noGrp="1"/>
          </p:cNvSpPr>
          <p:nvPr>
            <p:ph type="pic" sz="quarter" idx="39" hasCustomPrompt="1"/>
          </p:nvPr>
        </p:nvSpPr>
        <p:spPr>
          <a:xfrm>
            <a:off x="590262" y="3794166"/>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590262"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Picture Placeholder 30"/>
          <p:cNvSpPr>
            <a:spLocks noGrp="1"/>
          </p:cNvSpPr>
          <p:nvPr>
            <p:ph type="pic" sz="quarter" idx="40" hasCustomPrompt="1"/>
          </p:nvPr>
        </p:nvSpPr>
        <p:spPr>
          <a:xfrm>
            <a:off x="3352800" y="3794166"/>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32" name="Text Placeholder 21"/>
          <p:cNvSpPr>
            <a:spLocks noGrp="1"/>
          </p:cNvSpPr>
          <p:nvPr>
            <p:ph type="body" sz="quarter" idx="41"/>
          </p:nvPr>
        </p:nvSpPr>
        <p:spPr>
          <a:xfrm>
            <a:off x="3352800"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6" name="Picture Placeholder 30"/>
          <p:cNvSpPr>
            <a:spLocks noGrp="1"/>
          </p:cNvSpPr>
          <p:nvPr>
            <p:ph type="pic" sz="quarter" idx="42" hasCustomPrompt="1"/>
          </p:nvPr>
        </p:nvSpPr>
        <p:spPr>
          <a:xfrm>
            <a:off x="6115338" y="3782703"/>
            <a:ext cx="2762538" cy="637309"/>
          </a:xfrm>
          <a:solidFill>
            <a:schemeClr val="accent3"/>
          </a:solidFill>
        </p:spPr>
        <p:txBody>
          <a:bodyPr>
            <a:normAutofit/>
          </a:bodyPr>
          <a:lstStyle>
            <a:lvl1pPr algn="r">
              <a:defRPr sz="1050"/>
            </a:lvl1pPr>
          </a:lstStyle>
          <a:p>
            <a:r>
              <a:rPr lang="id-ID" dirty="0" smtClean="0"/>
              <a:t>Nopic</a:t>
            </a:r>
            <a:endParaRPr lang="en-AU" dirty="0"/>
          </a:p>
        </p:txBody>
      </p:sp>
      <p:sp>
        <p:nvSpPr>
          <p:cNvPr id="37" name="Text Placeholder 21"/>
          <p:cNvSpPr>
            <a:spLocks noGrp="1"/>
          </p:cNvSpPr>
          <p:nvPr>
            <p:ph type="body" sz="quarter" idx="43"/>
          </p:nvPr>
        </p:nvSpPr>
        <p:spPr>
          <a:xfrm>
            <a:off x="61153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8" name="Picture Placeholder 30"/>
          <p:cNvSpPr>
            <a:spLocks noGrp="1"/>
          </p:cNvSpPr>
          <p:nvPr>
            <p:ph type="pic" sz="quarter" idx="44" hasCustomPrompt="1"/>
          </p:nvPr>
        </p:nvSpPr>
        <p:spPr>
          <a:xfrm>
            <a:off x="3352800" y="4431473"/>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39" name="Picture Placeholder 30"/>
          <p:cNvSpPr>
            <a:spLocks noGrp="1"/>
          </p:cNvSpPr>
          <p:nvPr>
            <p:ph type="pic" sz="quarter" idx="45" hasCustomPrompt="1"/>
          </p:nvPr>
        </p:nvSpPr>
        <p:spPr>
          <a:xfrm>
            <a:off x="6115338" y="1726630"/>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0" name="Picture Placeholder 30"/>
          <p:cNvSpPr>
            <a:spLocks noGrp="1"/>
          </p:cNvSpPr>
          <p:nvPr>
            <p:ph type="pic" sz="quarter" idx="46" hasCustomPrompt="1"/>
          </p:nvPr>
        </p:nvSpPr>
        <p:spPr>
          <a:xfrm>
            <a:off x="8858538" y="3782703"/>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41" name="Text Placeholder 21"/>
          <p:cNvSpPr>
            <a:spLocks noGrp="1"/>
          </p:cNvSpPr>
          <p:nvPr>
            <p:ph type="body" sz="quarter" idx="47"/>
          </p:nvPr>
        </p:nvSpPr>
        <p:spPr>
          <a:xfrm>
            <a:off x="88585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2" name="Picture Placeholder 30"/>
          <p:cNvSpPr>
            <a:spLocks noGrp="1"/>
          </p:cNvSpPr>
          <p:nvPr>
            <p:ph type="pic" sz="quarter" idx="48" hasCustomPrompt="1"/>
          </p:nvPr>
        </p:nvSpPr>
        <p:spPr>
          <a:xfrm>
            <a:off x="8848869" y="4408547"/>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4" name="Text Placeholder 21"/>
          <p:cNvSpPr>
            <a:spLocks noGrp="1"/>
          </p:cNvSpPr>
          <p:nvPr>
            <p:ph type="body" sz="quarter" idx="49"/>
          </p:nvPr>
        </p:nvSpPr>
        <p:spPr>
          <a:xfrm>
            <a:off x="628994"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29"/>
          </p:nvPr>
        </p:nvSpPr>
        <p:spPr>
          <a:xfrm>
            <a:off x="628994"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50"/>
          </p:nvPr>
        </p:nvSpPr>
        <p:spPr>
          <a:xfrm>
            <a:off x="3536364"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7" name="Text Placeholder 21"/>
          <p:cNvSpPr>
            <a:spLocks noGrp="1"/>
          </p:cNvSpPr>
          <p:nvPr>
            <p:ph type="body" sz="quarter" idx="51"/>
          </p:nvPr>
        </p:nvSpPr>
        <p:spPr>
          <a:xfrm>
            <a:off x="3536364"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52"/>
          </p:nvPr>
        </p:nvSpPr>
        <p:spPr>
          <a:xfrm>
            <a:off x="6294067"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53"/>
          </p:nvPr>
        </p:nvSpPr>
        <p:spPr>
          <a:xfrm>
            <a:off x="6294067"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54"/>
          </p:nvPr>
        </p:nvSpPr>
        <p:spPr>
          <a:xfrm>
            <a:off x="9061440"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1" name="Text Placeholder 21"/>
          <p:cNvSpPr>
            <a:spLocks noGrp="1"/>
          </p:cNvSpPr>
          <p:nvPr>
            <p:ph type="body" sz="quarter" idx="55"/>
          </p:nvPr>
        </p:nvSpPr>
        <p:spPr>
          <a:xfrm>
            <a:off x="9061440"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70720000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anim calcmode="lin" valueType="num">
                                      <p:cBhvr>
                                        <p:cTn id="18" dur="500" fill="hold"/>
                                        <p:tgtEl>
                                          <p:spTgt spid="24"/>
                                        </p:tgtEl>
                                        <p:attrNameLst>
                                          <p:attrName>ppt_x</p:attrName>
                                        </p:attrNameLst>
                                      </p:cBhvr>
                                      <p:tavLst>
                                        <p:tav tm="0">
                                          <p:val>
                                            <p:strVal val="#ppt_x"/>
                                          </p:val>
                                        </p:tav>
                                        <p:tav tm="100000">
                                          <p:val>
                                            <p:strVal val="#ppt_x"/>
                                          </p:val>
                                        </p:tav>
                                      </p:tavLst>
                                    </p:anim>
                                    <p:anim calcmode="lin" valueType="num">
                                      <p:cBhvr>
                                        <p:cTn id="19" dur="500" fill="hold"/>
                                        <p:tgtEl>
                                          <p:spTgt spid="24"/>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53" presetClass="entr" presetSubtype="16" fill="hold" grpId="0" nodeType="afterEffect" nodePh="1">
                                  <p:stCondLst>
                                    <p:cond delay="0"/>
                                  </p:stCondLst>
                                  <p:endCondLst>
                                    <p:cond evt="begin" delay="0">
                                      <p:tn val="21"/>
                                    </p:cond>
                                  </p:endCondLst>
                                  <p:childTnLst>
                                    <p:set>
                                      <p:cBhvr>
                                        <p:cTn id="22" dur="1" fill="hold">
                                          <p:stCondLst>
                                            <p:cond delay="0"/>
                                          </p:stCondLst>
                                        </p:cTn>
                                        <p:tgtEl>
                                          <p:spTgt spid="27">
                                            <p:txEl>
                                              <p:pRg st="0" end="0"/>
                                            </p:txEl>
                                          </p:spTgt>
                                        </p:tgtEl>
                                        <p:attrNameLst>
                                          <p:attrName>style.visibility</p:attrName>
                                        </p:attrNameLst>
                                      </p:cBhvr>
                                      <p:to>
                                        <p:strVal val="visible"/>
                                      </p:to>
                                    </p:set>
                                    <p:anim calcmode="lin" valueType="num">
                                      <p:cBhvr>
                                        <p:cTn id="2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2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25" dur="500"/>
                                        <p:tgtEl>
                                          <p:spTgt spid="27">
                                            <p:txEl>
                                              <p:pRg st="0" end="0"/>
                                            </p:txEl>
                                          </p:spTgt>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anim calcmode="lin" valueType="num">
                                      <p:cBhvr>
                                        <p:cTn id="30" dur="500" fill="hold"/>
                                        <p:tgtEl>
                                          <p:spTgt spid="43"/>
                                        </p:tgtEl>
                                        <p:attrNameLst>
                                          <p:attrName>ppt_x</p:attrName>
                                        </p:attrNameLst>
                                      </p:cBhvr>
                                      <p:tavLst>
                                        <p:tav tm="0">
                                          <p:val>
                                            <p:strVal val="#ppt_x"/>
                                          </p:val>
                                        </p:tav>
                                        <p:tav tm="100000">
                                          <p:val>
                                            <p:strVal val="#ppt_x"/>
                                          </p:val>
                                        </p:tav>
                                      </p:tavLst>
                                    </p:anim>
                                    <p:anim calcmode="lin" valueType="num">
                                      <p:cBhvr>
                                        <p:cTn id="31" dur="500" fill="hold"/>
                                        <p:tgtEl>
                                          <p:spTgt spid="43"/>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44">
                                            <p:txEl>
                                              <p:pRg st="0" end="0"/>
                                            </p:txEl>
                                          </p:spTgt>
                                        </p:tgtEl>
                                        <p:attrNameLst>
                                          <p:attrName>style.visibility</p:attrName>
                                        </p:attrNameLst>
                                      </p:cBhvr>
                                      <p:to>
                                        <p:strVal val="visible"/>
                                      </p:to>
                                    </p:set>
                                    <p:anim calcmode="lin" valueType="num">
                                      <p:cBhvr>
                                        <p:cTn id="3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44">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45">
                                            <p:txEl>
                                              <p:pRg st="0" end="0"/>
                                            </p:txEl>
                                          </p:spTgt>
                                        </p:tgtEl>
                                        <p:attrNameLst>
                                          <p:attrName>style.visibility</p:attrName>
                                        </p:attrNameLst>
                                      </p:cBhvr>
                                      <p:to>
                                        <p:strVal val="visible"/>
                                      </p:to>
                                    </p:set>
                                    <p:animEffect transition="in" filter="fade">
                                      <p:cBhvr>
                                        <p:cTn id="41" dur="500"/>
                                        <p:tgtEl>
                                          <p:spTgt spid="45">
                                            <p:txEl>
                                              <p:pRg st="0" end="0"/>
                                            </p:txEl>
                                          </p:spTgt>
                                        </p:tgtEl>
                                      </p:cBhvr>
                                    </p:animEffect>
                                    <p:anim calcmode="lin" valueType="num">
                                      <p:cBhvr>
                                        <p:cTn id="4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3"/>
                                        </p:tgtEl>
                                        <p:attrNameLst>
                                          <p:attrName>style.visibility</p:attrName>
                                        </p:attrNameLst>
                                      </p:cBhvr>
                                      <p:to>
                                        <p:strVal val="visible"/>
                                      </p:to>
                                    </p:set>
                                    <p:animEffect transition="in" filter="fade">
                                      <p:cBhvr>
                                        <p:cTn id="47" dur="500"/>
                                        <p:tgtEl>
                                          <p:spTgt spid="23"/>
                                        </p:tgtEl>
                                      </p:cBhvr>
                                    </p:animEffect>
                                    <p:anim calcmode="lin" valueType="num">
                                      <p:cBhvr>
                                        <p:cTn id="48" dur="500" fill="hold"/>
                                        <p:tgtEl>
                                          <p:spTgt spid="23"/>
                                        </p:tgtEl>
                                        <p:attrNameLst>
                                          <p:attrName>ppt_x</p:attrName>
                                        </p:attrNameLst>
                                      </p:cBhvr>
                                      <p:tavLst>
                                        <p:tav tm="0">
                                          <p:val>
                                            <p:strVal val="#ppt_x"/>
                                          </p:val>
                                        </p:tav>
                                        <p:tav tm="100000">
                                          <p:val>
                                            <p:strVal val="#ppt_x"/>
                                          </p:val>
                                        </p:tav>
                                      </p:tavLst>
                                    </p:anim>
                                    <p:anim calcmode="lin" valueType="num">
                                      <p:cBhvr>
                                        <p:cTn id="49" dur="500" fill="hold"/>
                                        <p:tgtEl>
                                          <p:spTgt spid="23"/>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32">
                                            <p:txEl>
                                              <p:pRg st="0" end="0"/>
                                            </p:txEl>
                                          </p:spTgt>
                                        </p:tgtEl>
                                        <p:attrNameLst>
                                          <p:attrName>style.visibility</p:attrName>
                                        </p:attrNameLst>
                                      </p:cBhvr>
                                      <p:to>
                                        <p:strVal val="visible"/>
                                      </p:to>
                                    </p:set>
                                    <p:anim calcmode="lin" valueType="num">
                                      <p:cBhvr>
                                        <p:cTn id="53" dur="500" fill="hold"/>
                                        <p:tgtEl>
                                          <p:spTgt spid="32">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32">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32">
                                            <p:txEl>
                                              <p:pRg st="0" end="0"/>
                                            </p:txEl>
                                          </p:spTgt>
                                        </p:tgtEl>
                                      </p:cBhvr>
                                    </p:animEffect>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500"/>
                                        <p:tgtEl>
                                          <p:spTgt spid="38"/>
                                        </p:tgtEl>
                                      </p:cBhvr>
                                    </p:animEffect>
                                    <p:anim calcmode="lin" valueType="num">
                                      <p:cBhvr>
                                        <p:cTn id="60" dur="500" fill="hold"/>
                                        <p:tgtEl>
                                          <p:spTgt spid="38"/>
                                        </p:tgtEl>
                                        <p:attrNameLst>
                                          <p:attrName>ppt_x</p:attrName>
                                        </p:attrNameLst>
                                      </p:cBhvr>
                                      <p:tavLst>
                                        <p:tav tm="0">
                                          <p:val>
                                            <p:strVal val="#ppt_x"/>
                                          </p:val>
                                        </p:tav>
                                        <p:tav tm="100000">
                                          <p:val>
                                            <p:strVal val="#ppt_x"/>
                                          </p:val>
                                        </p:tav>
                                      </p:tavLst>
                                    </p:anim>
                                    <p:anim calcmode="lin" valueType="num">
                                      <p:cBhvr>
                                        <p:cTn id="61" dur="500" fill="hold"/>
                                        <p:tgtEl>
                                          <p:spTgt spid="38"/>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46">
                                            <p:txEl>
                                              <p:pRg st="0" end="0"/>
                                            </p:txEl>
                                          </p:spTgt>
                                        </p:tgtEl>
                                        <p:attrNameLst>
                                          <p:attrName>style.visibility</p:attrName>
                                        </p:attrNameLst>
                                      </p:cBhvr>
                                      <p:to>
                                        <p:strVal val="visible"/>
                                      </p:to>
                                    </p:set>
                                    <p:anim calcmode="lin" valueType="num">
                                      <p:cBhvr>
                                        <p:cTn id="65"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46">
                                            <p:txEl>
                                              <p:pRg st="0" end="0"/>
                                            </p:txEl>
                                          </p:spTgt>
                                        </p:tgtEl>
                                      </p:cBhvr>
                                    </p:animEffect>
                                  </p:childTnLst>
                                </p:cTn>
                              </p:par>
                            </p:childTnLst>
                          </p:cTn>
                        </p:par>
                        <p:par>
                          <p:cTn id="68" fill="hold">
                            <p:stCondLst>
                              <p:cond delay="6000"/>
                            </p:stCondLst>
                            <p:childTnLst>
                              <p:par>
                                <p:cTn id="69" presetID="42" presetClass="entr" presetSubtype="0" fill="hold" grpId="0" nodeType="afterEffect" nodePh="1">
                                  <p:stCondLst>
                                    <p:cond delay="0"/>
                                  </p:stCondLst>
                                  <p:endCondLst>
                                    <p:cond evt="begin" delay="0">
                                      <p:tn val="69"/>
                                    </p:cond>
                                  </p:endCondLst>
                                  <p:childTnLst>
                                    <p:set>
                                      <p:cBhvr>
                                        <p:cTn id="70" dur="1" fill="hold">
                                          <p:stCondLst>
                                            <p:cond delay="0"/>
                                          </p:stCondLst>
                                        </p:cTn>
                                        <p:tgtEl>
                                          <p:spTgt spid="47">
                                            <p:txEl>
                                              <p:pRg st="0" end="0"/>
                                            </p:txEl>
                                          </p:spTgt>
                                        </p:tgtEl>
                                        <p:attrNameLst>
                                          <p:attrName>style.visibility</p:attrName>
                                        </p:attrNameLst>
                                      </p:cBhvr>
                                      <p:to>
                                        <p:strVal val="visible"/>
                                      </p:to>
                                    </p:set>
                                    <p:animEffect transition="in" filter="fade">
                                      <p:cBhvr>
                                        <p:cTn id="71" dur="500"/>
                                        <p:tgtEl>
                                          <p:spTgt spid="47">
                                            <p:txEl>
                                              <p:pRg st="0" end="0"/>
                                            </p:txEl>
                                          </p:spTgt>
                                        </p:tgtEl>
                                      </p:cBhvr>
                                    </p:animEffect>
                                    <p:anim calcmode="lin" valueType="num">
                                      <p:cBhvr>
                                        <p:cTn id="72"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47">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2" presetClass="entr" presetSubtype="0" fill="hold" grpId="0" nodeType="afterEffect">
                                  <p:stCondLst>
                                    <p:cond delay="0"/>
                                  </p:stCondLst>
                                  <p:childTnLst>
                                    <p:set>
                                      <p:cBhvr>
                                        <p:cTn id="76" dur="1" fill="hold">
                                          <p:stCondLst>
                                            <p:cond delay="0"/>
                                          </p:stCondLst>
                                        </p:cTn>
                                        <p:tgtEl>
                                          <p:spTgt spid="36"/>
                                        </p:tgtEl>
                                        <p:attrNameLst>
                                          <p:attrName>style.visibility</p:attrName>
                                        </p:attrNameLst>
                                      </p:cBhvr>
                                      <p:to>
                                        <p:strVal val="visible"/>
                                      </p:to>
                                    </p:set>
                                    <p:animEffect transition="in" filter="fade">
                                      <p:cBhvr>
                                        <p:cTn id="77" dur="500"/>
                                        <p:tgtEl>
                                          <p:spTgt spid="36"/>
                                        </p:tgtEl>
                                      </p:cBhvr>
                                    </p:animEffect>
                                    <p:anim calcmode="lin" valueType="num">
                                      <p:cBhvr>
                                        <p:cTn id="78" dur="500" fill="hold"/>
                                        <p:tgtEl>
                                          <p:spTgt spid="36"/>
                                        </p:tgtEl>
                                        <p:attrNameLst>
                                          <p:attrName>ppt_x</p:attrName>
                                        </p:attrNameLst>
                                      </p:cBhvr>
                                      <p:tavLst>
                                        <p:tav tm="0">
                                          <p:val>
                                            <p:strVal val="#ppt_x"/>
                                          </p:val>
                                        </p:tav>
                                        <p:tav tm="100000">
                                          <p:val>
                                            <p:strVal val="#ppt_x"/>
                                          </p:val>
                                        </p:tav>
                                      </p:tavLst>
                                    </p:anim>
                                    <p:anim calcmode="lin" valueType="num">
                                      <p:cBhvr>
                                        <p:cTn id="79" dur="500" fill="hold"/>
                                        <p:tgtEl>
                                          <p:spTgt spid="36"/>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53" presetClass="entr" presetSubtype="16" fill="hold" grpId="0" nodeType="afterEffect" nodePh="1">
                                  <p:stCondLst>
                                    <p:cond delay="0"/>
                                  </p:stCondLst>
                                  <p:endCondLst>
                                    <p:cond evt="begin" delay="0">
                                      <p:tn val="81"/>
                                    </p:cond>
                                  </p:endCondLst>
                                  <p:childTnLst>
                                    <p:set>
                                      <p:cBhvr>
                                        <p:cTn id="82" dur="1" fill="hold">
                                          <p:stCondLst>
                                            <p:cond delay="0"/>
                                          </p:stCondLst>
                                        </p:cTn>
                                        <p:tgtEl>
                                          <p:spTgt spid="37">
                                            <p:txEl>
                                              <p:pRg st="0" end="0"/>
                                            </p:txEl>
                                          </p:spTgt>
                                        </p:tgtEl>
                                        <p:attrNameLst>
                                          <p:attrName>style.visibility</p:attrName>
                                        </p:attrNameLst>
                                      </p:cBhvr>
                                      <p:to>
                                        <p:strVal val="visible"/>
                                      </p:to>
                                    </p:set>
                                    <p:anim calcmode="lin" valueType="num">
                                      <p:cBhvr>
                                        <p:cTn id="83"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7">
                                            <p:txEl>
                                              <p:pRg st="0" end="0"/>
                                            </p:txEl>
                                          </p:spTgt>
                                        </p:tgtEl>
                                      </p:cBhvr>
                                    </p:animEffect>
                                  </p:childTnLst>
                                </p:cTn>
                              </p:par>
                            </p:childTnLst>
                          </p:cTn>
                        </p:par>
                        <p:par>
                          <p:cTn id="86" fill="hold">
                            <p:stCondLst>
                              <p:cond delay="7500"/>
                            </p:stCondLst>
                            <p:childTnLst>
                              <p:par>
                                <p:cTn id="87" presetID="42" presetClass="entr" presetSubtype="0" fill="hold" grpId="0" nodeType="afterEffect">
                                  <p:stCondLst>
                                    <p:cond delay="0"/>
                                  </p:stCondLst>
                                  <p:childTnLst>
                                    <p:set>
                                      <p:cBhvr>
                                        <p:cTn id="88" dur="1" fill="hold">
                                          <p:stCondLst>
                                            <p:cond delay="0"/>
                                          </p:stCondLst>
                                        </p:cTn>
                                        <p:tgtEl>
                                          <p:spTgt spid="39"/>
                                        </p:tgtEl>
                                        <p:attrNameLst>
                                          <p:attrName>style.visibility</p:attrName>
                                        </p:attrNameLst>
                                      </p:cBhvr>
                                      <p:to>
                                        <p:strVal val="visible"/>
                                      </p:to>
                                    </p:set>
                                    <p:animEffect transition="in" filter="fade">
                                      <p:cBhvr>
                                        <p:cTn id="89" dur="500"/>
                                        <p:tgtEl>
                                          <p:spTgt spid="39"/>
                                        </p:tgtEl>
                                      </p:cBhvr>
                                    </p:animEffect>
                                    <p:anim calcmode="lin" valueType="num">
                                      <p:cBhvr>
                                        <p:cTn id="90" dur="500" fill="hold"/>
                                        <p:tgtEl>
                                          <p:spTgt spid="39"/>
                                        </p:tgtEl>
                                        <p:attrNameLst>
                                          <p:attrName>ppt_x</p:attrName>
                                        </p:attrNameLst>
                                      </p:cBhvr>
                                      <p:tavLst>
                                        <p:tav tm="0">
                                          <p:val>
                                            <p:strVal val="#ppt_x"/>
                                          </p:val>
                                        </p:tav>
                                        <p:tav tm="100000">
                                          <p:val>
                                            <p:strVal val="#ppt_x"/>
                                          </p:val>
                                        </p:tav>
                                      </p:tavLst>
                                    </p:anim>
                                    <p:anim calcmode="lin" valueType="num">
                                      <p:cBhvr>
                                        <p:cTn id="91" dur="500" fill="hold"/>
                                        <p:tgtEl>
                                          <p:spTgt spid="39"/>
                                        </p:tgtEl>
                                        <p:attrNameLst>
                                          <p:attrName>ppt_y</p:attrName>
                                        </p:attrNameLst>
                                      </p:cBhvr>
                                      <p:tavLst>
                                        <p:tav tm="0">
                                          <p:val>
                                            <p:strVal val="#ppt_y+.1"/>
                                          </p:val>
                                        </p:tav>
                                        <p:tav tm="100000">
                                          <p:val>
                                            <p:strVal val="#ppt_y"/>
                                          </p:val>
                                        </p:tav>
                                      </p:tavLst>
                                    </p:anim>
                                  </p:childTnLst>
                                </p:cTn>
                              </p:par>
                            </p:childTnLst>
                          </p:cTn>
                        </p:par>
                        <p:par>
                          <p:cTn id="92" fill="hold">
                            <p:stCondLst>
                              <p:cond delay="80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48">
                                            <p:txEl>
                                              <p:pRg st="0" end="0"/>
                                            </p:txEl>
                                          </p:spTgt>
                                        </p:tgtEl>
                                        <p:attrNameLst>
                                          <p:attrName>style.visibility</p:attrName>
                                        </p:attrNameLst>
                                      </p:cBhvr>
                                      <p:to>
                                        <p:strVal val="visible"/>
                                      </p:to>
                                    </p:set>
                                    <p:anim calcmode="lin" valueType="num">
                                      <p:cBhvr>
                                        <p:cTn id="95" dur="500" fill="hold"/>
                                        <p:tgtEl>
                                          <p:spTgt spid="48">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48">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48">
                                            <p:txEl>
                                              <p:pRg st="0" end="0"/>
                                            </p:txEl>
                                          </p:spTgt>
                                        </p:tgtEl>
                                      </p:cBhvr>
                                    </p:animEffect>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49">
                                            <p:txEl>
                                              <p:pRg st="0" end="0"/>
                                            </p:txEl>
                                          </p:spTgt>
                                        </p:tgtEl>
                                        <p:attrNameLst>
                                          <p:attrName>style.visibility</p:attrName>
                                        </p:attrNameLst>
                                      </p:cBhvr>
                                      <p:to>
                                        <p:strVal val="visible"/>
                                      </p:to>
                                    </p:set>
                                    <p:animEffect transition="in" filter="fade">
                                      <p:cBhvr>
                                        <p:cTn id="101" dur="500"/>
                                        <p:tgtEl>
                                          <p:spTgt spid="49">
                                            <p:txEl>
                                              <p:pRg st="0" end="0"/>
                                            </p:txEl>
                                          </p:spTgt>
                                        </p:tgtEl>
                                      </p:cBhvr>
                                    </p:animEffect>
                                    <p:anim calcmode="lin" valueType="num">
                                      <p:cBhvr>
                                        <p:cTn id="102"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42" presetClass="entr" presetSubtype="0" fill="hold" grpId="0" nodeType="afterEffect">
                                  <p:stCondLst>
                                    <p:cond delay="0"/>
                                  </p:stCondLst>
                                  <p:childTnLst>
                                    <p:set>
                                      <p:cBhvr>
                                        <p:cTn id="106" dur="1" fill="hold">
                                          <p:stCondLst>
                                            <p:cond delay="0"/>
                                          </p:stCondLst>
                                        </p:cTn>
                                        <p:tgtEl>
                                          <p:spTgt spid="40"/>
                                        </p:tgtEl>
                                        <p:attrNameLst>
                                          <p:attrName>style.visibility</p:attrName>
                                        </p:attrNameLst>
                                      </p:cBhvr>
                                      <p:to>
                                        <p:strVal val="visible"/>
                                      </p:to>
                                    </p:set>
                                    <p:animEffect transition="in" filter="fade">
                                      <p:cBhvr>
                                        <p:cTn id="107" dur="500"/>
                                        <p:tgtEl>
                                          <p:spTgt spid="40"/>
                                        </p:tgtEl>
                                      </p:cBhvr>
                                    </p:animEffect>
                                    <p:anim calcmode="lin" valueType="num">
                                      <p:cBhvr>
                                        <p:cTn id="108" dur="500" fill="hold"/>
                                        <p:tgtEl>
                                          <p:spTgt spid="40"/>
                                        </p:tgtEl>
                                        <p:attrNameLst>
                                          <p:attrName>ppt_x</p:attrName>
                                        </p:attrNameLst>
                                      </p:cBhvr>
                                      <p:tavLst>
                                        <p:tav tm="0">
                                          <p:val>
                                            <p:strVal val="#ppt_x"/>
                                          </p:val>
                                        </p:tav>
                                        <p:tav tm="100000">
                                          <p:val>
                                            <p:strVal val="#ppt_x"/>
                                          </p:val>
                                        </p:tav>
                                      </p:tavLst>
                                    </p:anim>
                                    <p:anim calcmode="lin" valueType="num">
                                      <p:cBhvr>
                                        <p:cTn id="109" dur="500" fill="hold"/>
                                        <p:tgtEl>
                                          <p:spTgt spid="40"/>
                                        </p:tgtEl>
                                        <p:attrNameLst>
                                          <p:attrName>ppt_y</p:attrName>
                                        </p:attrNameLst>
                                      </p:cBhvr>
                                      <p:tavLst>
                                        <p:tav tm="0">
                                          <p:val>
                                            <p:strVal val="#ppt_y+.1"/>
                                          </p:val>
                                        </p:tav>
                                        <p:tav tm="100000">
                                          <p:val>
                                            <p:strVal val="#ppt_y"/>
                                          </p:val>
                                        </p:tav>
                                      </p:tavLst>
                                    </p:anim>
                                  </p:childTnLst>
                                </p:cTn>
                              </p:par>
                            </p:childTnLst>
                          </p:cTn>
                        </p:par>
                        <p:par>
                          <p:cTn id="110" fill="hold">
                            <p:stCondLst>
                              <p:cond delay="9500"/>
                            </p:stCondLst>
                            <p:childTnLst>
                              <p:par>
                                <p:cTn id="111" presetID="53" presetClass="entr" presetSubtype="16" fill="hold" grpId="0" nodeType="afterEffect" nodePh="1">
                                  <p:stCondLst>
                                    <p:cond delay="0"/>
                                  </p:stCondLst>
                                  <p:endCondLst>
                                    <p:cond evt="begin" delay="0">
                                      <p:tn val="111"/>
                                    </p:cond>
                                  </p:endCondLst>
                                  <p:childTnLst>
                                    <p:set>
                                      <p:cBhvr>
                                        <p:cTn id="112" dur="1" fill="hold">
                                          <p:stCondLst>
                                            <p:cond delay="0"/>
                                          </p:stCondLst>
                                        </p:cTn>
                                        <p:tgtEl>
                                          <p:spTgt spid="41">
                                            <p:txEl>
                                              <p:pRg st="0" end="0"/>
                                            </p:txEl>
                                          </p:spTgt>
                                        </p:tgtEl>
                                        <p:attrNameLst>
                                          <p:attrName>style.visibility</p:attrName>
                                        </p:attrNameLst>
                                      </p:cBhvr>
                                      <p:to>
                                        <p:strVal val="visible"/>
                                      </p:to>
                                    </p:set>
                                    <p:anim calcmode="lin" valueType="num">
                                      <p:cBhvr>
                                        <p:cTn id="113" dur="500" fill="hold"/>
                                        <p:tgtEl>
                                          <p:spTgt spid="41">
                                            <p:txEl>
                                              <p:pRg st="0" end="0"/>
                                            </p:txEl>
                                          </p:spTgt>
                                        </p:tgtEl>
                                        <p:attrNameLst>
                                          <p:attrName>ppt_w</p:attrName>
                                        </p:attrNameLst>
                                      </p:cBhvr>
                                      <p:tavLst>
                                        <p:tav tm="0">
                                          <p:val>
                                            <p:fltVal val="0"/>
                                          </p:val>
                                        </p:tav>
                                        <p:tav tm="100000">
                                          <p:val>
                                            <p:strVal val="#ppt_w"/>
                                          </p:val>
                                        </p:tav>
                                      </p:tavLst>
                                    </p:anim>
                                    <p:anim calcmode="lin" valueType="num">
                                      <p:cBhvr>
                                        <p:cTn id="114" dur="500" fill="hold"/>
                                        <p:tgtEl>
                                          <p:spTgt spid="41">
                                            <p:txEl>
                                              <p:pRg st="0" end="0"/>
                                            </p:txEl>
                                          </p:spTgt>
                                        </p:tgtEl>
                                        <p:attrNameLst>
                                          <p:attrName>ppt_h</p:attrName>
                                        </p:attrNameLst>
                                      </p:cBhvr>
                                      <p:tavLst>
                                        <p:tav tm="0">
                                          <p:val>
                                            <p:fltVal val="0"/>
                                          </p:val>
                                        </p:tav>
                                        <p:tav tm="100000">
                                          <p:val>
                                            <p:strVal val="#ppt_h"/>
                                          </p:val>
                                        </p:tav>
                                      </p:tavLst>
                                    </p:anim>
                                    <p:animEffect transition="in" filter="fade">
                                      <p:cBhvr>
                                        <p:cTn id="115" dur="500"/>
                                        <p:tgtEl>
                                          <p:spTgt spid="41">
                                            <p:txEl>
                                              <p:pRg st="0" end="0"/>
                                            </p:txEl>
                                          </p:spTgt>
                                        </p:tgtEl>
                                      </p:cBhvr>
                                    </p:animEffect>
                                  </p:childTnLst>
                                </p:cTn>
                              </p:par>
                            </p:childTnLst>
                          </p:cTn>
                        </p:par>
                        <p:par>
                          <p:cTn id="116" fill="hold">
                            <p:stCondLst>
                              <p:cond delay="10000"/>
                            </p:stCondLst>
                            <p:childTnLst>
                              <p:par>
                                <p:cTn id="117" presetID="47" presetClass="entr" presetSubtype="0" fill="hold" grpId="0" nodeType="afterEffect">
                                  <p:stCondLst>
                                    <p:cond delay="0"/>
                                  </p:stCondLst>
                                  <p:childTnLst>
                                    <p:set>
                                      <p:cBhvr>
                                        <p:cTn id="118" dur="1" fill="hold">
                                          <p:stCondLst>
                                            <p:cond delay="0"/>
                                          </p:stCondLst>
                                        </p:cTn>
                                        <p:tgtEl>
                                          <p:spTgt spid="42"/>
                                        </p:tgtEl>
                                        <p:attrNameLst>
                                          <p:attrName>style.visibility</p:attrName>
                                        </p:attrNameLst>
                                      </p:cBhvr>
                                      <p:to>
                                        <p:strVal val="visible"/>
                                      </p:to>
                                    </p:set>
                                    <p:animEffect transition="in" filter="fade">
                                      <p:cBhvr>
                                        <p:cTn id="119" dur="500"/>
                                        <p:tgtEl>
                                          <p:spTgt spid="42"/>
                                        </p:tgtEl>
                                      </p:cBhvr>
                                    </p:animEffect>
                                    <p:anim calcmode="lin" valueType="num">
                                      <p:cBhvr>
                                        <p:cTn id="120" dur="500" fill="hold"/>
                                        <p:tgtEl>
                                          <p:spTgt spid="42"/>
                                        </p:tgtEl>
                                        <p:attrNameLst>
                                          <p:attrName>ppt_x</p:attrName>
                                        </p:attrNameLst>
                                      </p:cBhvr>
                                      <p:tavLst>
                                        <p:tav tm="0">
                                          <p:val>
                                            <p:strVal val="#ppt_x"/>
                                          </p:val>
                                        </p:tav>
                                        <p:tav tm="100000">
                                          <p:val>
                                            <p:strVal val="#ppt_x"/>
                                          </p:val>
                                        </p:tav>
                                      </p:tavLst>
                                    </p:anim>
                                    <p:anim calcmode="lin" valueType="num">
                                      <p:cBhvr>
                                        <p:cTn id="121" dur="500" fill="hold"/>
                                        <p:tgtEl>
                                          <p:spTgt spid="42"/>
                                        </p:tgtEl>
                                        <p:attrNameLst>
                                          <p:attrName>ppt_y</p:attrName>
                                        </p:attrNameLst>
                                      </p:cBhvr>
                                      <p:tavLst>
                                        <p:tav tm="0">
                                          <p:val>
                                            <p:strVal val="#ppt_y-.1"/>
                                          </p:val>
                                        </p:tav>
                                        <p:tav tm="100000">
                                          <p:val>
                                            <p:strVal val="#ppt_y"/>
                                          </p:val>
                                        </p:tav>
                                      </p:tavLst>
                                    </p:anim>
                                  </p:childTnLst>
                                </p:cTn>
                              </p:par>
                            </p:childTnLst>
                          </p:cTn>
                        </p:par>
                        <p:par>
                          <p:cTn id="122" fill="hold">
                            <p:stCondLst>
                              <p:cond delay="10500"/>
                            </p:stCondLst>
                            <p:childTnLst>
                              <p:par>
                                <p:cTn id="123" presetID="53" presetClass="entr" presetSubtype="16" fill="hold" grpId="0" nodeType="afterEffect" nodePh="1">
                                  <p:stCondLst>
                                    <p:cond delay="0"/>
                                  </p:stCondLst>
                                  <p:endCondLst>
                                    <p:cond evt="begin" delay="0">
                                      <p:tn val="123"/>
                                    </p:cond>
                                  </p:endCondLst>
                                  <p:childTnLst>
                                    <p:set>
                                      <p:cBhvr>
                                        <p:cTn id="124" dur="1" fill="hold">
                                          <p:stCondLst>
                                            <p:cond delay="0"/>
                                          </p:stCondLst>
                                        </p:cTn>
                                        <p:tgtEl>
                                          <p:spTgt spid="50">
                                            <p:txEl>
                                              <p:pRg st="0" end="0"/>
                                            </p:txEl>
                                          </p:spTgt>
                                        </p:tgtEl>
                                        <p:attrNameLst>
                                          <p:attrName>style.visibility</p:attrName>
                                        </p:attrNameLst>
                                      </p:cBhvr>
                                      <p:to>
                                        <p:strVal val="visible"/>
                                      </p:to>
                                    </p:set>
                                    <p:anim calcmode="lin" valueType="num">
                                      <p:cBhvr>
                                        <p:cTn id="125" dur="500" fill="hold"/>
                                        <p:tgtEl>
                                          <p:spTgt spid="50">
                                            <p:txEl>
                                              <p:pRg st="0" end="0"/>
                                            </p:txEl>
                                          </p:spTgt>
                                        </p:tgtEl>
                                        <p:attrNameLst>
                                          <p:attrName>ppt_w</p:attrName>
                                        </p:attrNameLst>
                                      </p:cBhvr>
                                      <p:tavLst>
                                        <p:tav tm="0">
                                          <p:val>
                                            <p:fltVal val="0"/>
                                          </p:val>
                                        </p:tav>
                                        <p:tav tm="100000">
                                          <p:val>
                                            <p:strVal val="#ppt_w"/>
                                          </p:val>
                                        </p:tav>
                                      </p:tavLst>
                                    </p:anim>
                                    <p:anim calcmode="lin" valueType="num">
                                      <p:cBhvr>
                                        <p:cTn id="126" dur="500" fill="hold"/>
                                        <p:tgtEl>
                                          <p:spTgt spid="50">
                                            <p:txEl>
                                              <p:pRg st="0" end="0"/>
                                            </p:txEl>
                                          </p:spTgt>
                                        </p:tgtEl>
                                        <p:attrNameLst>
                                          <p:attrName>ppt_h</p:attrName>
                                        </p:attrNameLst>
                                      </p:cBhvr>
                                      <p:tavLst>
                                        <p:tav tm="0">
                                          <p:val>
                                            <p:fltVal val="0"/>
                                          </p:val>
                                        </p:tav>
                                        <p:tav tm="100000">
                                          <p:val>
                                            <p:strVal val="#ppt_h"/>
                                          </p:val>
                                        </p:tav>
                                      </p:tavLst>
                                    </p:anim>
                                    <p:animEffect transition="in" filter="fade">
                                      <p:cBhvr>
                                        <p:cTn id="127" dur="500"/>
                                        <p:tgtEl>
                                          <p:spTgt spid="50">
                                            <p:txEl>
                                              <p:pRg st="0" end="0"/>
                                            </p:txEl>
                                          </p:spTgt>
                                        </p:tgtEl>
                                      </p:cBhvr>
                                    </p:animEffect>
                                  </p:childTnLst>
                                </p:cTn>
                              </p:par>
                            </p:childTnLst>
                          </p:cTn>
                        </p:par>
                        <p:par>
                          <p:cTn id="128" fill="hold">
                            <p:stCondLst>
                              <p:cond delay="11000"/>
                            </p:stCondLst>
                            <p:childTnLst>
                              <p:par>
                                <p:cTn id="129" presetID="42" presetClass="entr" presetSubtype="0" fill="hold" grpId="0" nodeType="afterEffect" nodePh="1">
                                  <p:stCondLst>
                                    <p:cond delay="0"/>
                                  </p:stCondLst>
                                  <p:endCondLst>
                                    <p:cond evt="begin" delay="0">
                                      <p:tn val="129"/>
                                    </p:cond>
                                  </p:endCondLst>
                                  <p:childTnLst>
                                    <p:set>
                                      <p:cBhvr>
                                        <p:cTn id="130" dur="1" fill="hold">
                                          <p:stCondLst>
                                            <p:cond delay="0"/>
                                          </p:stCondLst>
                                        </p:cTn>
                                        <p:tgtEl>
                                          <p:spTgt spid="51">
                                            <p:txEl>
                                              <p:pRg st="0" end="0"/>
                                            </p:txEl>
                                          </p:spTgt>
                                        </p:tgtEl>
                                        <p:attrNameLst>
                                          <p:attrName>style.visibility</p:attrName>
                                        </p:attrNameLst>
                                      </p:cBhvr>
                                      <p:to>
                                        <p:strVal val="visible"/>
                                      </p:to>
                                    </p:set>
                                    <p:animEffect transition="in" filter="fade">
                                      <p:cBhvr>
                                        <p:cTn id="131" dur="500"/>
                                        <p:tgtEl>
                                          <p:spTgt spid="51">
                                            <p:txEl>
                                              <p:pRg st="0" end="0"/>
                                            </p:txEl>
                                          </p:spTgt>
                                        </p:tgtEl>
                                      </p:cBhvr>
                                    </p:animEffect>
                                    <p:anim calcmode="lin" valueType="num">
                                      <p:cBhvr>
                                        <p:cTn id="132" dur="50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133" dur="500" fill="hold"/>
                                        <p:tgtEl>
                                          <p:spTgt spid="5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4"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3" grpId="0" animBg="1"/>
      <p:bldP spid="3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2"/>
                        </p:tgtEl>
                        <p:attrNameLst>
                          <p:attrName>style.visibility</p:attrName>
                        </p:attrNameLst>
                      </p:cBhvr>
                      <p:to>
                        <p:strVal val="visible"/>
                      </p:to>
                    </p:set>
                    <p:anim calcmode="lin" valueType="num">
                      <p:cBhvr>
                        <p:cTn dur="500" fill="hold"/>
                        <p:tgtEl>
                          <p:spTgt spid="32"/>
                        </p:tgtEl>
                        <p:attrNameLst>
                          <p:attrName>ppt_w</p:attrName>
                        </p:attrNameLst>
                      </p:cBhvr>
                      <p:tavLst>
                        <p:tav tm="0">
                          <p:val>
                            <p:fltVal val="0"/>
                          </p:val>
                        </p:tav>
                        <p:tav tm="100000">
                          <p:val>
                            <p:strVal val="#ppt_w"/>
                          </p:val>
                        </p:tav>
                      </p:tavLst>
                    </p:anim>
                    <p:anim calcmode="lin" valueType="num">
                      <p:cBhvr>
                        <p:cTn dur="500" fill="hold"/>
                        <p:tgtEl>
                          <p:spTgt spid="32"/>
                        </p:tgtEl>
                        <p:attrNameLst>
                          <p:attrName>ppt_h</p:attrName>
                        </p:attrNameLst>
                      </p:cBhvr>
                      <p:tavLst>
                        <p:tav tm="0">
                          <p:val>
                            <p:fltVal val="0"/>
                          </p:val>
                        </p:tav>
                        <p:tav tm="100000">
                          <p:val>
                            <p:strVal val="#ppt_h"/>
                          </p:val>
                        </p:tav>
                      </p:tavLst>
                    </p:anim>
                    <p:animEffect transition="in" filter="fade">
                      <p:cBhvr>
                        <p:cTn dur="500"/>
                        <p:tgtEl>
                          <p:spTgt spid="32"/>
                        </p:tgtEl>
                      </p:cBhvr>
                    </p:animEffect>
                  </p:childTnLst>
                </p:cTn>
              </p:par>
            </p:tnLst>
          </p:tmpl>
        </p:tmplLst>
      </p:bldP>
      <p:bldP spid="36" grpId="0" animBg="1"/>
      <p:bldP spid="3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 calcmode="lin" valueType="num">
                      <p:cBhvr>
                        <p:cTn dur="500" fill="hold"/>
                        <p:tgtEl>
                          <p:spTgt spid="37"/>
                        </p:tgtEl>
                        <p:attrNameLst>
                          <p:attrName>ppt_w</p:attrName>
                        </p:attrNameLst>
                      </p:cBhvr>
                      <p:tavLst>
                        <p:tav tm="0">
                          <p:val>
                            <p:fltVal val="0"/>
                          </p:val>
                        </p:tav>
                        <p:tav tm="100000">
                          <p:val>
                            <p:strVal val="#ppt_w"/>
                          </p:val>
                        </p:tav>
                      </p:tavLst>
                    </p:anim>
                    <p:anim calcmode="lin" valueType="num">
                      <p:cBhvr>
                        <p:cTn dur="500" fill="hold"/>
                        <p:tgtEl>
                          <p:spTgt spid="37"/>
                        </p:tgtEl>
                        <p:attrNameLst>
                          <p:attrName>ppt_h</p:attrName>
                        </p:attrNameLst>
                      </p:cBhvr>
                      <p:tavLst>
                        <p:tav tm="0">
                          <p:val>
                            <p:fltVal val="0"/>
                          </p:val>
                        </p:tav>
                        <p:tav tm="100000">
                          <p:val>
                            <p:strVal val="#ppt_h"/>
                          </p:val>
                        </p:tav>
                      </p:tavLst>
                    </p:anim>
                    <p:animEffect transition="in" filter="fade">
                      <p:cBhvr>
                        <p:cTn dur="500"/>
                        <p:tgtEl>
                          <p:spTgt spid="37"/>
                        </p:tgtEl>
                      </p:cBhvr>
                    </p:animEffect>
                  </p:childTnLst>
                </p:cTn>
              </p:par>
            </p:tnLst>
          </p:tmpl>
        </p:tmplLst>
      </p:bldP>
      <p:bldP spid="38" grpId="0" animBg="1"/>
      <p:bldP spid="39" grpId="0" animBg="1"/>
      <p:bldP spid="40" grpId="0" animBg="1"/>
      <p:bldP spid="4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1"/>
                        </p:tgtEl>
                        <p:attrNameLst>
                          <p:attrName>style.visibility</p:attrName>
                        </p:attrNameLst>
                      </p:cBhvr>
                      <p:to>
                        <p:strVal val="visible"/>
                      </p:to>
                    </p:set>
                    <p:anim calcmode="lin" valueType="num">
                      <p:cBhvr>
                        <p:cTn dur="500" fill="hold"/>
                        <p:tgtEl>
                          <p:spTgt spid="41"/>
                        </p:tgtEl>
                        <p:attrNameLst>
                          <p:attrName>ppt_w</p:attrName>
                        </p:attrNameLst>
                      </p:cBhvr>
                      <p:tavLst>
                        <p:tav tm="0">
                          <p:val>
                            <p:fltVal val="0"/>
                          </p:val>
                        </p:tav>
                        <p:tav tm="100000">
                          <p:val>
                            <p:strVal val="#ppt_w"/>
                          </p:val>
                        </p:tav>
                      </p:tavLst>
                    </p:anim>
                    <p:anim calcmode="lin" valueType="num">
                      <p:cBhvr>
                        <p:cTn dur="500" fill="hold"/>
                        <p:tgtEl>
                          <p:spTgt spid="41"/>
                        </p:tgtEl>
                        <p:attrNameLst>
                          <p:attrName>ppt_h</p:attrName>
                        </p:attrNameLst>
                      </p:cBhvr>
                      <p:tavLst>
                        <p:tav tm="0">
                          <p:val>
                            <p:fltVal val="0"/>
                          </p:val>
                        </p:tav>
                        <p:tav tm="100000">
                          <p:val>
                            <p:strVal val="#ppt_h"/>
                          </p:val>
                        </p:tav>
                      </p:tavLst>
                    </p:anim>
                    <p:animEffect transition="in" filter="fade">
                      <p:cBhvr>
                        <p:cTn dur="500"/>
                        <p:tgtEl>
                          <p:spTgt spid="41"/>
                        </p:tgtEl>
                      </p:cBhvr>
                    </p:animEffect>
                  </p:childTnLst>
                </p:cTn>
              </p:par>
            </p:tnLst>
          </p:tmpl>
        </p:tmplLst>
      </p:bldP>
      <p:bldP spid="42"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7"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anim calcmode="lin" valueType="num">
                      <p:cBhvr>
                        <p:cTn dur="500" fill="hold"/>
                        <p:tgtEl>
                          <p:spTgt spid="47"/>
                        </p:tgtEl>
                        <p:attrNameLst>
                          <p:attrName>ppt_x</p:attrName>
                        </p:attrNameLst>
                      </p:cBhvr>
                      <p:tavLst>
                        <p:tav tm="0">
                          <p:val>
                            <p:strVal val="#ppt_x"/>
                          </p:val>
                        </p:tav>
                        <p:tav tm="100000">
                          <p:val>
                            <p:strVal val="#ppt_x"/>
                          </p:val>
                        </p:tav>
                      </p:tavLst>
                    </p:anim>
                    <p:anim calcmode="lin" valueType="num">
                      <p:cBhvr>
                        <p:cTn dur="50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 calcmode="lin" valueType="num">
                      <p:cBhvr>
                        <p:cTn dur="500" fill="hold"/>
                        <p:tgtEl>
                          <p:spTgt spid="48"/>
                        </p:tgtEl>
                        <p:attrNameLst>
                          <p:attrName>ppt_w</p:attrName>
                        </p:attrNameLst>
                      </p:cBhvr>
                      <p:tavLst>
                        <p:tav tm="0">
                          <p:val>
                            <p:fltVal val="0"/>
                          </p:val>
                        </p:tav>
                        <p:tav tm="100000">
                          <p:val>
                            <p:strVal val="#ppt_w"/>
                          </p:val>
                        </p:tav>
                      </p:tavLst>
                    </p:anim>
                    <p:anim calcmode="lin" valueType="num">
                      <p:cBhvr>
                        <p:cTn dur="500" fill="hold"/>
                        <p:tgtEl>
                          <p:spTgt spid="48"/>
                        </p:tgtEl>
                        <p:attrNameLst>
                          <p:attrName>ppt_h</p:attrName>
                        </p:attrNameLst>
                      </p:cBhvr>
                      <p:tavLst>
                        <p:tav tm="0">
                          <p:val>
                            <p:fltVal val="0"/>
                          </p:val>
                        </p:tav>
                        <p:tav tm="100000">
                          <p:val>
                            <p:strVal val="#ppt_h"/>
                          </p:val>
                        </p:tav>
                      </p:tavLst>
                    </p:anim>
                    <p:animEffect transition="in" filter="fade">
                      <p:cBhvr>
                        <p:cTn dur="500"/>
                        <p:tgtEl>
                          <p:spTgt spid="48"/>
                        </p:tgtEl>
                      </p:cBhvr>
                    </p:animEffect>
                  </p:childTnLst>
                </p:cTn>
              </p:par>
            </p:tnLst>
          </p:tmpl>
        </p:tmplLst>
      </p:bldP>
      <p:bldP spid="4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anim calcmode="lin" valueType="num">
                      <p:cBhvr>
                        <p:cTn dur="500" fill="hold"/>
                        <p:tgtEl>
                          <p:spTgt spid="49"/>
                        </p:tgtEl>
                        <p:attrNameLst>
                          <p:attrName>ppt_x</p:attrName>
                        </p:attrNameLst>
                      </p:cBhvr>
                      <p:tavLst>
                        <p:tav tm="0">
                          <p:val>
                            <p:strVal val="#ppt_x"/>
                          </p:val>
                        </p:tav>
                        <p:tav tm="100000">
                          <p:val>
                            <p:strVal val="#ppt_x"/>
                          </p:val>
                        </p:tav>
                      </p:tavLst>
                    </p:anim>
                    <p:anim calcmode="lin" valueType="num">
                      <p:cBhvr>
                        <p:cTn dur="50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 calcmode="lin" valueType="num">
                      <p:cBhvr>
                        <p:cTn dur="500" fill="hold"/>
                        <p:tgtEl>
                          <p:spTgt spid="50"/>
                        </p:tgtEl>
                        <p:attrNameLst>
                          <p:attrName>ppt_w</p:attrName>
                        </p:attrNameLst>
                      </p:cBhvr>
                      <p:tavLst>
                        <p:tav tm="0">
                          <p:val>
                            <p:fltVal val="0"/>
                          </p:val>
                        </p:tav>
                        <p:tav tm="100000">
                          <p:val>
                            <p:strVal val="#ppt_w"/>
                          </p:val>
                        </p:tav>
                      </p:tavLst>
                    </p:anim>
                    <p:anim calcmode="lin" valueType="num">
                      <p:cBhvr>
                        <p:cTn dur="500" fill="hold"/>
                        <p:tgtEl>
                          <p:spTgt spid="50"/>
                        </p:tgtEl>
                        <p:attrNameLst>
                          <p:attrName>ppt_h</p:attrName>
                        </p:attrNameLst>
                      </p:cBhvr>
                      <p:tavLst>
                        <p:tav tm="0">
                          <p:val>
                            <p:fltVal val="0"/>
                          </p:val>
                        </p:tav>
                        <p:tav tm="100000">
                          <p:val>
                            <p:strVal val="#ppt_h"/>
                          </p:val>
                        </p:tav>
                      </p:tavLst>
                    </p:anim>
                    <p:animEffect transition="in" filter="fade">
                      <p:cBhvr>
                        <p:cTn dur="500"/>
                        <p:tgtEl>
                          <p:spTgt spid="50"/>
                        </p:tgtEl>
                      </p:cBhvr>
                    </p:animEffect>
                  </p:childTnLst>
                </p:cTn>
              </p:par>
            </p:tnLst>
          </p:tmpl>
        </p:tmplLst>
      </p:bldP>
      <p:bldP spid="5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anim calcmode="lin" valueType="num">
                      <p:cBhvr>
                        <p:cTn dur="500" fill="hold"/>
                        <p:tgtEl>
                          <p:spTgt spid="51"/>
                        </p:tgtEl>
                        <p:attrNameLst>
                          <p:attrName>ppt_x</p:attrName>
                        </p:attrNameLst>
                      </p:cBhvr>
                      <p:tavLst>
                        <p:tav tm="0">
                          <p:val>
                            <p:strVal val="#ppt_x"/>
                          </p:val>
                        </p:tav>
                        <p:tav tm="100000">
                          <p:val>
                            <p:strVal val="#ppt_x"/>
                          </p:val>
                        </p:tav>
                      </p:tavLst>
                    </p:anim>
                    <p:anim calcmode="lin" valueType="num">
                      <p:cBhvr>
                        <p:cTn dur="500" fill="hold"/>
                        <p:tgtEl>
                          <p:spTgt spid="5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9" name="Rectangle 8"/>
          <p:cNvSpPr/>
          <p:nvPr userDrawn="1"/>
        </p:nvSpPr>
        <p:spPr>
          <a:xfrm>
            <a:off x="-158750" y="2006600"/>
            <a:ext cx="12509500" cy="4159250"/>
          </a:xfrm>
          <a:prstGeom prst="rect">
            <a:avLst/>
          </a:prstGeom>
          <a:solidFill>
            <a:schemeClr val="tx1">
              <a:lumMod val="75000"/>
              <a:lumOff val="2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 name="Title 1"/>
          <p:cNvSpPr>
            <a:spLocks noGrp="1"/>
          </p:cNvSpPr>
          <p:nvPr>
            <p:ph type="title" hasCustomPrompt="1"/>
          </p:nvPr>
        </p:nvSpPr>
        <p:spPr>
          <a:xfrm>
            <a:off x="479425" y="692150"/>
            <a:ext cx="11233150" cy="405130"/>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lgn="ctr">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Picture Placeholder 6"/>
          <p:cNvSpPr>
            <a:spLocks noGrp="1"/>
          </p:cNvSpPr>
          <p:nvPr>
            <p:ph type="pic" sz="quarter" idx="13"/>
          </p:nvPr>
        </p:nvSpPr>
        <p:spPr>
          <a:xfrm>
            <a:off x="3505200" y="2006600"/>
            <a:ext cx="5181600" cy="4159250"/>
          </a:xfrm>
          <a:solidFill>
            <a:schemeClr val="bg1">
              <a:lumMod val="85000"/>
            </a:schemeClr>
          </a:solidFill>
          <a:ln w="57150">
            <a:solidFill>
              <a:schemeClr val="bg1"/>
            </a:solidFill>
          </a:ln>
        </p:spPr>
        <p:txBody>
          <a:bodyPr/>
          <a:lstStyle/>
          <a:p>
            <a:endParaRPr lang="en-AU"/>
          </a:p>
        </p:txBody>
      </p:sp>
    </p:spTree>
    <p:extLst>
      <p:ext uri="{BB962C8B-B14F-4D97-AF65-F5344CB8AC3E}">
        <p14:creationId xmlns:p14="http://schemas.microsoft.com/office/powerpoint/2010/main" val="225156488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Lst>
  </p:timing>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7" name="Picture Placeholder 6"/>
          <p:cNvSpPr>
            <a:spLocks noGrp="1"/>
          </p:cNvSpPr>
          <p:nvPr>
            <p:ph type="pic" sz="quarter" idx="13"/>
          </p:nvPr>
        </p:nvSpPr>
        <p:spPr>
          <a:xfrm>
            <a:off x="838200" y="692150"/>
            <a:ext cx="4687664" cy="3679952"/>
          </a:xfrm>
          <a:solidFill>
            <a:schemeClr val="bg1">
              <a:lumMod val="85000"/>
            </a:schemeClr>
          </a:solidFill>
          <a:ln w="57150">
            <a:solidFill>
              <a:schemeClr val="bg1"/>
            </a:solidFill>
          </a:ln>
        </p:spPr>
        <p:txBody>
          <a:bodyPr/>
          <a:lstStyle/>
          <a:p>
            <a:endParaRPr lang="en-AU" dirty="0"/>
          </a:p>
        </p:txBody>
      </p:sp>
      <p:sp>
        <p:nvSpPr>
          <p:cNvPr id="12" name="Picture Placeholder 6"/>
          <p:cNvSpPr>
            <a:spLocks noGrp="1"/>
          </p:cNvSpPr>
          <p:nvPr>
            <p:ph type="pic" sz="quarter" idx="14"/>
          </p:nvPr>
        </p:nvSpPr>
        <p:spPr>
          <a:xfrm>
            <a:off x="838200" y="4372102"/>
            <a:ext cx="1175430" cy="972340"/>
          </a:xfrm>
          <a:solidFill>
            <a:schemeClr val="bg1">
              <a:lumMod val="85000"/>
            </a:schemeClr>
          </a:solidFill>
          <a:ln w="57150">
            <a:solidFill>
              <a:schemeClr val="bg1"/>
            </a:solidFill>
          </a:ln>
        </p:spPr>
        <p:txBody>
          <a:bodyPr/>
          <a:lstStyle/>
          <a:p>
            <a:endParaRPr lang="en-AU"/>
          </a:p>
        </p:txBody>
      </p:sp>
      <p:sp>
        <p:nvSpPr>
          <p:cNvPr id="13" name="Picture Placeholder 6"/>
          <p:cNvSpPr>
            <a:spLocks noGrp="1"/>
          </p:cNvSpPr>
          <p:nvPr>
            <p:ph type="pic" sz="quarter" idx="15"/>
          </p:nvPr>
        </p:nvSpPr>
        <p:spPr>
          <a:xfrm>
            <a:off x="1999574" y="4372102"/>
            <a:ext cx="1175430" cy="972340"/>
          </a:xfrm>
          <a:solidFill>
            <a:schemeClr val="bg1">
              <a:lumMod val="85000"/>
            </a:schemeClr>
          </a:solidFill>
          <a:ln w="57150">
            <a:solidFill>
              <a:schemeClr val="bg1"/>
            </a:solidFill>
          </a:ln>
        </p:spPr>
        <p:txBody>
          <a:bodyPr/>
          <a:lstStyle/>
          <a:p>
            <a:endParaRPr lang="en-AU"/>
          </a:p>
        </p:txBody>
      </p:sp>
      <p:sp>
        <p:nvSpPr>
          <p:cNvPr id="2" name="Title 1"/>
          <p:cNvSpPr>
            <a:spLocks noGrp="1"/>
          </p:cNvSpPr>
          <p:nvPr>
            <p:ph type="title" hasCustomPrompt="1"/>
          </p:nvPr>
        </p:nvSpPr>
        <p:spPr>
          <a:xfrm>
            <a:off x="6096000" y="692150"/>
            <a:ext cx="5616574" cy="970396"/>
          </a:xfrm>
        </p:spPr>
        <p:txBody>
          <a:bodyPr/>
          <a:lstStyle>
            <a:lvl1pPr algn="l">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6096000" y="1702911"/>
            <a:ext cx="5616575" cy="272983"/>
          </a:xfrm>
        </p:spPr>
        <p:txBody>
          <a:bodyPr>
            <a:normAutofit/>
          </a:bodyPr>
          <a:lstStyle>
            <a:lvl1pPr marL="0" indent="0" algn="l">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4" name="Picture Placeholder 6"/>
          <p:cNvSpPr>
            <a:spLocks noGrp="1"/>
          </p:cNvSpPr>
          <p:nvPr>
            <p:ph type="pic" sz="quarter" idx="16"/>
          </p:nvPr>
        </p:nvSpPr>
        <p:spPr>
          <a:xfrm>
            <a:off x="3175004" y="4372102"/>
            <a:ext cx="1175430" cy="972340"/>
          </a:xfrm>
          <a:solidFill>
            <a:schemeClr val="bg1">
              <a:lumMod val="85000"/>
            </a:schemeClr>
          </a:solidFill>
          <a:ln w="57150">
            <a:solidFill>
              <a:schemeClr val="bg1"/>
            </a:solidFill>
          </a:ln>
        </p:spPr>
        <p:txBody>
          <a:bodyPr/>
          <a:lstStyle/>
          <a:p>
            <a:endParaRPr lang="en-AU"/>
          </a:p>
        </p:txBody>
      </p:sp>
      <p:sp>
        <p:nvSpPr>
          <p:cNvPr id="15" name="Picture Placeholder 6"/>
          <p:cNvSpPr>
            <a:spLocks noGrp="1"/>
          </p:cNvSpPr>
          <p:nvPr>
            <p:ph type="pic" sz="quarter" idx="17"/>
          </p:nvPr>
        </p:nvSpPr>
        <p:spPr>
          <a:xfrm>
            <a:off x="4350434" y="4372102"/>
            <a:ext cx="1175430" cy="972340"/>
          </a:xfrm>
          <a:solidFill>
            <a:schemeClr val="bg1">
              <a:lumMod val="85000"/>
            </a:schemeClr>
          </a:solidFill>
          <a:ln w="57150">
            <a:solidFill>
              <a:schemeClr val="bg1"/>
            </a:solidFill>
          </a:ln>
        </p:spPr>
        <p:txBody>
          <a:bodyPr/>
          <a:lstStyle/>
          <a:p>
            <a:endParaRPr lang="en-AU"/>
          </a:p>
        </p:txBody>
      </p:sp>
      <p:sp>
        <p:nvSpPr>
          <p:cNvPr id="23" name="Text Placeholder 21"/>
          <p:cNvSpPr>
            <a:spLocks noGrp="1"/>
          </p:cNvSpPr>
          <p:nvPr>
            <p:ph type="body" sz="quarter" idx="34"/>
          </p:nvPr>
        </p:nvSpPr>
        <p:spPr>
          <a:xfrm>
            <a:off x="6099595" y="295902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1"/>
          </p:nvPr>
        </p:nvSpPr>
        <p:spPr>
          <a:xfrm>
            <a:off x="6099595" y="3368138"/>
            <a:ext cx="5616575" cy="267486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35" hasCustomPrompt="1"/>
          </p:nvPr>
        </p:nvSpPr>
        <p:spPr>
          <a:xfrm>
            <a:off x="2943025" y="2171676"/>
            <a:ext cx="478016" cy="720899"/>
          </a:xfrm>
        </p:spPr>
        <p:txBody>
          <a:bodyPr>
            <a:noAutofit/>
          </a:bodyPr>
          <a:lstStyle>
            <a:lvl1pPr>
              <a:defRPr sz="54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1</a:t>
            </a:r>
            <a:endParaRPr lang="en-AU" dirty="0"/>
          </a:p>
        </p:txBody>
      </p:sp>
      <p:sp>
        <p:nvSpPr>
          <p:cNvPr id="27" name="Text Placeholder 21"/>
          <p:cNvSpPr>
            <a:spLocks noGrp="1"/>
          </p:cNvSpPr>
          <p:nvPr>
            <p:ph type="body" sz="quarter" idx="36" hasCustomPrompt="1"/>
          </p:nvPr>
        </p:nvSpPr>
        <p:spPr>
          <a:xfrm>
            <a:off x="1186835"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2</a:t>
            </a:r>
            <a:endParaRPr lang="en-AU" dirty="0"/>
          </a:p>
        </p:txBody>
      </p:sp>
      <p:sp>
        <p:nvSpPr>
          <p:cNvPr id="28" name="Text Placeholder 21"/>
          <p:cNvSpPr>
            <a:spLocks noGrp="1"/>
          </p:cNvSpPr>
          <p:nvPr>
            <p:ph type="body" sz="quarter" idx="37" hasCustomPrompt="1"/>
          </p:nvPr>
        </p:nvSpPr>
        <p:spPr>
          <a:xfrm>
            <a:off x="2348209"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3</a:t>
            </a:r>
            <a:endParaRPr lang="en-AU" dirty="0"/>
          </a:p>
        </p:txBody>
      </p:sp>
      <p:sp>
        <p:nvSpPr>
          <p:cNvPr id="29" name="Text Placeholder 21"/>
          <p:cNvSpPr>
            <a:spLocks noGrp="1"/>
          </p:cNvSpPr>
          <p:nvPr>
            <p:ph type="body" sz="quarter" idx="38" hasCustomPrompt="1"/>
          </p:nvPr>
        </p:nvSpPr>
        <p:spPr>
          <a:xfrm>
            <a:off x="3518358"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4</a:t>
            </a:r>
            <a:endParaRPr lang="en-AU" dirty="0"/>
          </a:p>
        </p:txBody>
      </p:sp>
      <p:sp>
        <p:nvSpPr>
          <p:cNvPr id="30" name="Text Placeholder 21"/>
          <p:cNvSpPr>
            <a:spLocks noGrp="1"/>
          </p:cNvSpPr>
          <p:nvPr>
            <p:ph type="body" sz="quarter" idx="39" hasCustomPrompt="1"/>
          </p:nvPr>
        </p:nvSpPr>
        <p:spPr>
          <a:xfrm>
            <a:off x="4699141"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5</a:t>
            </a:r>
            <a:endParaRPr lang="en-AU" dirty="0"/>
          </a:p>
        </p:txBody>
      </p:sp>
    </p:spTree>
    <p:extLst>
      <p:ext uri="{BB962C8B-B14F-4D97-AF65-F5344CB8AC3E}">
        <p14:creationId xmlns:p14="http://schemas.microsoft.com/office/powerpoint/2010/main" val="247439553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Effect transition="in" filter="fade">
                                      <p:cBhvr>
                                        <p:cTn id="19" dur="500"/>
                                        <p:tgtEl>
                                          <p:spTgt spid="7"/>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ppt_w</p:attrName>
                                        </p:attrNameLst>
                                      </p:cBhvr>
                                      <p:tavLst>
                                        <p:tav tm="0">
                                          <p:val>
                                            <p:fltVal val="0"/>
                                          </p:val>
                                        </p:tav>
                                        <p:tav tm="100000">
                                          <p:val>
                                            <p:strVal val="#ppt_w"/>
                                          </p:val>
                                        </p:tav>
                                      </p:tavLst>
                                    </p:anim>
                                    <p:anim calcmode="lin" valueType="num">
                                      <p:cBhvr>
                                        <p:cTn id="24" dur="500" fill="hold"/>
                                        <p:tgtEl>
                                          <p:spTgt spid="12"/>
                                        </p:tgtEl>
                                        <p:attrNameLst>
                                          <p:attrName>ppt_h</p:attrName>
                                        </p:attrNameLst>
                                      </p:cBhvr>
                                      <p:tavLst>
                                        <p:tav tm="0">
                                          <p:val>
                                            <p:fltVal val="0"/>
                                          </p:val>
                                        </p:tav>
                                        <p:tav tm="100000">
                                          <p:val>
                                            <p:strVal val="#ppt_h"/>
                                          </p:val>
                                        </p:tav>
                                      </p:tavLst>
                                    </p:anim>
                                    <p:animEffect transition="in" filter="fade">
                                      <p:cBhvr>
                                        <p:cTn id="25" dur="500"/>
                                        <p:tgtEl>
                                          <p:spTgt spid="12"/>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fltVal val="0"/>
                                          </p:val>
                                        </p:tav>
                                        <p:tav tm="100000">
                                          <p:val>
                                            <p:strVal val="#ppt_h"/>
                                          </p:val>
                                        </p:tav>
                                      </p:tavLst>
                                    </p:anim>
                                    <p:animEffect transition="in" filter="fade">
                                      <p:cBhvr>
                                        <p:cTn id="37" dur="500"/>
                                        <p:tgtEl>
                                          <p:spTgt spid="14"/>
                                        </p:tgtEl>
                                      </p:cBhvr>
                                    </p:animEffect>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animEffect transition="in" filter="fade">
                                      <p:cBhvr>
                                        <p:cTn id="43" dur="500"/>
                                        <p:tgtEl>
                                          <p:spTgt spid="15"/>
                                        </p:tgtEl>
                                      </p:cBhvr>
                                    </p:animEffect>
                                  </p:childTnLst>
                                </p:cTn>
                              </p:par>
                            </p:childTnLst>
                          </p:cTn>
                        </p:par>
                        <p:par>
                          <p:cTn id="44" fill="hold">
                            <p:stCondLst>
                              <p:cond delay="35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23">
                                            <p:txEl>
                                              <p:pRg st="0" end="0"/>
                                            </p:txEl>
                                          </p:spTgt>
                                        </p:tgtEl>
                                        <p:attrNameLst>
                                          <p:attrName>style.visibility</p:attrName>
                                        </p:attrNameLst>
                                      </p:cBhvr>
                                      <p:to>
                                        <p:strVal val="visible"/>
                                      </p:to>
                                    </p:set>
                                    <p:anim calcmode="lin" valueType="num">
                                      <p:cBhvr>
                                        <p:cTn id="4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23">
                                            <p:txEl>
                                              <p:pRg st="0" end="0"/>
                                            </p:txEl>
                                          </p:spTgt>
                                        </p:tgtEl>
                                      </p:cBhvr>
                                    </p:animEffect>
                                  </p:childTnLst>
                                </p:cTn>
                              </p:par>
                            </p:childTnLst>
                          </p:cTn>
                        </p:par>
                        <p:par>
                          <p:cTn id="50" fill="hold">
                            <p:stCondLst>
                              <p:cond delay="40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24">
                                            <p:txEl>
                                              <p:pRg st="0" end="0"/>
                                            </p:txEl>
                                          </p:spTgt>
                                        </p:tgtEl>
                                        <p:attrNameLst>
                                          <p:attrName>style.visibility</p:attrName>
                                        </p:attrNameLst>
                                      </p:cBhvr>
                                      <p:to>
                                        <p:strVal val="visible"/>
                                      </p:to>
                                    </p:set>
                                    <p:animEffect transition="in" filter="fade">
                                      <p:cBhvr>
                                        <p:cTn id="53" dur="500"/>
                                        <p:tgtEl>
                                          <p:spTgt spid="24">
                                            <p:txEl>
                                              <p:pRg st="0" end="0"/>
                                            </p:txEl>
                                          </p:spTgt>
                                        </p:tgtEl>
                                      </p:cBhvr>
                                    </p:animEffect>
                                    <p:anim calcmode="lin" valueType="num">
                                      <p:cBhvr>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4500"/>
                            </p:stCondLst>
                            <p:childTnLst>
                              <p:par>
                                <p:cTn id="57" presetID="53" presetClass="entr" presetSubtype="16" fill="hold" grpId="0" nodeType="afterEffect">
                                  <p:stCondLst>
                                    <p:cond delay="0"/>
                                  </p:stCondLst>
                                  <p:childTnLst>
                                    <p:set>
                                      <p:cBhvr>
                                        <p:cTn id="58" dur="1" fill="hold">
                                          <p:stCondLst>
                                            <p:cond delay="0"/>
                                          </p:stCondLst>
                                        </p:cTn>
                                        <p:tgtEl>
                                          <p:spTgt spid="26">
                                            <p:txEl>
                                              <p:pRg st="0" end="0"/>
                                            </p:txEl>
                                          </p:spTgt>
                                        </p:tgtEl>
                                        <p:attrNameLst>
                                          <p:attrName>style.visibility</p:attrName>
                                        </p:attrNameLst>
                                      </p:cBhvr>
                                      <p:to>
                                        <p:strVal val="visible"/>
                                      </p:to>
                                    </p:set>
                                    <p:anim calcmode="lin" valueType="num">
                                      <p:cBhvr>
                                        <p:cTn id="59" dur="5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6">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6">
                                            <p:txEl>
                                              <p:pRg st="0" end="0"/>
                                            </p:txEl>
                                          </p:spTgt>
                                        </p:tgtEl>
                                      </p:cBhvr>
                                    </p:animEffect>
                                  </p:childTnLst>
                                </p:cTn>
                              </p:par>
                            </p:childTnLst>
                          </p:cTn>
                        </p:par>
                        <p:par>
                          <p:cTn id="62" fill="hold">
                            <p:stCondLst>
                              <p:cond delay="5000"/>
                            </p:stCondLst>
                            <p:childTnLst>
                              <p:par>
                                <p:cTn id="63" presetID="53" presetClass="entr" presetSubtype="16" fill="hold" grpId="0" nodeType="afterEffect">
                                  <p:stCondLst>
                                    <p:cond delay="0"/>
                                  </p:stCondLst>
                                  <p:childTnLst>
                                    <p:set>
                                      <p:cBhvr>
                                        <p:cTn id="64" dur="1" fill="hold">
                                          <p:stCondLst>
                                            <p:cond delay="0"/>
                                          </p:stCondLst>
                                        </p:cTn>
                                        <p:tgtEl>
                                          <p:spTgt spid="27">
                                            <p:txEl>
                                              <p:pRg st="0" end="0"/>
                                            </p:txEl>
                                          </p:spTgt>
                                        </p:tgtEl>
                                        <p:attrNameLst>
                                          <p:attrName>style.visibility</p:attrName>
                                        </p:attrNameLst>
                                      </p:cBhvr>
                                      <p:to>
                                        <p:strVal val="visible"/>
                                      </p:to>
                                    </p:set>
                                    <p:anim calcmode="lin" valueType="num">
                                      <p:cBhvr>
                                        <p:cTn id="65"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7">
                                            <p:txEl>
                                              <p:pRg st="0" end="0"/>
                                            </p:txEl>
                                          </p:spTgt>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28">
                                            <p:txEl>
                                              <p:pRg st="0" end="0"/>
                                            </p:txEl>
                                          </p:spTgt>
                                        </p:tgtEl>
                                        <p:attrNameLst>
                                          <p:attrName>style.visibility</p:attrName>
                                        </p:attrNameLst>
                                      </p:cBhvr>
                                      <p:to>
                                        <p:strVal val="visible"/>
                                      </p:to>
                                    </p:set>
                                    <p:anim calcmode="lin" valueType="num">
                                      <p:cBhvr>
                                        <p:cTn id="7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8">
                                            <p:txEl>
                                              <p:pRg st="0" end="0"/>
                                            </p:txEl>
                                          </p:spTgt>
                                        </p:tgtEl>
                                      </p:cBhvr>
                                    </p:animEffect>
                                  </p:childTnLst>
                                </p:cTn>
                              </p:par>
                            </p:childTnLst>
                          </p:cTn>
                        </p:par>
                        <p:par>
                          <p:cTn id="74" fill="hold">
                            <p:stCondLst>
                              <p:cond delay="6000"/>
                            </p:stCondLst>
                            <p:childTnLst>
                              <p:par>
                                <p:cTn id="75" presetID="53" presetClass="entr" presetSubtype="16" fill="hold" grpId="0" nodeType="afterEffect">
                                  <p:stCondLst>
                                    <p:cond delay="0"/>
                                  </p:stCondLst>
                                  <p:childTnLst>
                                    <p:set>
                                      <p:cBhvr>
                                        <p:cTn id="76" dur="1" fill="hold">
                                          <p:stCondLst>
                                            <p:cond delay="0"/>
                                          </p:stCondLst>
                                        </p:cTn>
                                        <p:tgtEl>
                                          <p:spTgt spid="29">
                                            <p:txEl>
                                              <p:pRg st="0" end="0"/>
                                            </p:txEl>
                                          </p:spTgt>
                                        </p:tgtEl>
                                        <p:attrNameLst>
                                          <p:attrName>style.visibility</p:attrName>
                                        </p:attrNameLst>
                                      </p:cBhvr>
                                      <p:to>
                                        <p:strVal val="visible"/>
                                      </p:to>
                                    </p:set>
                                    <p:anim calcmode="lin" valueType="num">
                                      <p:cBhvr>
                                        <p:cTn id="77"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78"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79" dur="500"/>
                                        <p:tgtEl>
                                          <p:spTgt spid="29">
                                            <p:txEl>
                                              <p:pRg st="0" end="0"/>
                                            </p:txEl>
                                          </p:spTgt>
                                        </p:tgtEl>
                                      </p:cBhvr>
                                    </p:animEffect>
                                  </p:childTnLst>
                                </p:cTn>
                              </p:par>
                            </p:childTnLst>
                          </p:cTn>
                        </p:par>
                        <p:par>
                          <p:cTn id="80" fill="hold">
                            <p:stCondLst>
                              <p:cond delay="6500"/>
                            </p:stCondLst>
                            <p:childTnLst>
                              <p:par>
                                <p:cTn id="81" presetID="53" presetClass="entr" presetSubtype="16" fill="hold" grpId="0" nodeType="afterEffect">
                                  <p:stCondLst>
                                    <p:cond delay="0"/>
                                  </p:stCondLst>
                                  <p:childTnLst>
                                    <p:set>
                                      <p:cBhvr>
                                        <p:cTn id="82" dur="1" fill="hold">
                                          <p:stCondLst>
                                            <p:cond delay="0"/>
                                          </p:stCondLst>
                                        </p:cTn>
                                        <p:tgtEl>
                                          <p:spTgt spid="30">
                                            <p:txEl>
                                              <p:pRg st="0" end="0"/>
                                            </p:txEl>
                                          </p:spTgt>
                                        </p:tgtEl>
                                        <p:attrNameLst>
                                          <p:attrName>style.visibility</p:attrName>
                                        </p:attrNameLst>
                                      </p:cBhvr>
                                      <p:to>
                                        <p:strVal val="visible"/>
                                      </p:to>
                                    </p:set>
                                    <p:anim calcmode="lin" valueType="num">
                                      <p:cBhvr>
                                        <p:cTn id="83"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4" grpId="0" animBg="1"/>
      <p:bldP spid="15" grpId="0" animBg="1"/>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53" presetClass="entr" presetSubtype="16"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p:cTn dur="500" fill="hold"/>
                        <p:tgtEl>
                          <p:spTgt spid="26"/>
                        </p:tgtEl>
                        <p:attrNameLst>
                          <p:attrName>ppt_w</p:attrName>
                        </p:attrNameLst>
                      </p:cBhvr>
                      <p:tavLst>
                        <p:tav tm="0">
                          <p:val>
                            <p:fltVal val="0"/>
                          </p:val>
                        </p:tav>
                        <p:tav tm="100000">
                          <p:val>
                            <p:strVal val="#ppt_w"/>
                          </p:val>
                        </p:tav>
                      </p:tavLst>
                    </p:anim>
                    <p:anim calcmode="lin" valueType="num">
                      <p:cBhvr>
                        <p:cTn dur="500" fill="hold"/>
                        <p:tgtEl>
                          <p:spTgt spid="26"/>
                        </p:tgtEl>
                        <p:attrNameLst>
                          <p:attrName>ppt_h</p:attrName>
                        </p:attrNameLst>
                      </p:cBhvr>
                      <p:tavLst>
                        <p:tav tm="0">
                          <p:val>
                            <p:fltVal val="0"/>
                          </p:val>
                        </p:tav>
                        <p:tav tm="100000">
                          <p:val>
                            <p:strVal val="#ppt_h"/>
                          </p:val>
                        </p:tav>
                      </p:tavLst>
                    </p:anim>
                    <p:animEffect transition="in" filter="fade">
                      <p:cBhvr>
                        <p:cTn dur="500"/>
                        <p:tgtEl>
                          <p:spTgt spid="26"/>
                        </p:tgtEl>
                      </p:cBhvr>
                    </p:animEffect>
                  </p:childTnLst>
                </p:cTn>
              </p:par>
            </p:tnLst>
          </p:tmpl>
        </p:tmplLst>
      </p:bldP>
      <p:bldP spid="27" grpId="0" build="p">
        <p:tmplLst>
          <p:tmpl lvl="1">
            <p:tnLst>
              <p:par>
                <p:cTn presetID="53" presetClass="entr" presetSubtype="16"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0" grpId="0" build="p">
        <p:tmplLst>
          <p:tmpl lvl="1">
            <p:tnLst>
              <p:par>
                <p:cTn presetID="53" presetClass="entr" presetSubtype="16"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Lst>
  </p:timing>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673352"/>
            <a:ext cx="4605193" cy="1559213"/>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4" y="2394613"/>
            <a:ext cx="2164273" cy="458854"/>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419157452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Rectangle 6"/>
          <p:cNvSpPr/>
          <p:nvPr userDrawn="1"/>
        </p:nvSpPr>
        <p:spPr>
          <a:xfrm>
            <a:off x="1714500" y="1695450"/>
            <a:ext cx="10477500" cy="7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Isosceles Triangle 8"/>
          <p:cNvSpPr/>
          <p:nvPr userDrawn="1"/>
        </p:nvSpPr>
        <p:spPr>
          <a:xfrm rot="10800000">
            <a:off x="1890032" y="1731450"/>
            <a:ext cx="516618" cy="25281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0" name="Picture Placeholder 7"/>
          <p:cNvSpPr>
            <a:spLocks noGrp="1"/>
          </p:cNvSpPr>
          <p:nvPr>
            <p:ph type="pic" sz="quarter" idx="14" hasCustomPrompt="1"/>
          </p:nvPr>
        </p:nvSpPr>
        <p:spPr>
          <a:xfrm>
            <a:off x="0" y="2365620"/>
            <a:ext cx="5389418" cy="449238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3" name="Picture Placeholder 12"/>
          <p:cNvSpPr>
            <a:spLocks noGrp="1"/>
          </p:cNvSpPr>
          <p:nvPr>
            <p:ph type="pic" sz="quarter" idx="15" hasCustomPrompt="1"/>
          </p:nvPr>
        </p:nvSpPr>
        <p:spPr>
          <a:xfrm>
            <a:off x="4905829" y="2931885"/>
            <a:ext cx="878115" cy="878115"/>
          </a:xfrm>
          <a:custGeom>
            <a:avLst/>
            <a:gdLst>
              <a:gd name="connsiteX0" fmla="*/ 595086 w 1190172"/>
              <a:gd name="connsiteY0" fmla="*/ 0 h 1190172"/>
              <a:gd name="connsiteX1" fmla="*/ 1190172 w 1190172"/>
              <a:gd name="connsiteY1" fmla="*/ 595086 h 1190172"/>
              <a:gd name="connsiteX2" fmla="*/ 595086 w 1190172"/>
              <a:gd name="connsiteY2" fmla="*/ 1190172 h 1190172"/>
              <a:gd name="connsiteX3" fmla="*/ 0 w 1190172"/>
              <a:gd name="connsiteY3" fmla="*/ 595086 h 1190172"/>
              <a:gd name="connsiteX4" fmla="*/ 595086 w 1190172"/>
              <a:gd name="connsiteY4" fmla="*/ 0 h 1190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172" h="1190172">
                <a:moveTo>
                  <a:pt x="595086" y="0"/>
                </a:moveTo>
                <a:cubicBezTo>
                  <a:pt x="923743" y="0"/>
                  <a:pt x="1190172" y="266429"/>
                  <a:pt x="1190172" y="595086"/>
                </a:cubicBezTo>
                <a:cubicBezTo>
                  <a:pt x="1190172" y="923743"/>
                  <a:pt x="923743" y="1190172"/>
                  <a:pt x="595086" y="1190172"/>
                </a:cubicBezTo>
                <a:cubicBezTo>
                  <a:pt x="266429" y="1190172"/>
                  <a:pt x="0" y="923743"/>
                  <a:pt x="0" y="595086"/>
                </a:cubicBezTo>
                <a:cubicBezTo>
                  <a:pt x="0" y="266429"/>
                  <a:pt x="266429" y="0"/>
                  <a:pt x="595086" y="0"/>
                </a:cubicBezTo>
                <a:close/>
              </a:path>
            </a:pathLst>
          </a:custGeom>
          <a:solidFill>
            <a:schemeClr val="accent4"/>
          </a:solidFill>
          <a:ln w="76200">
            <a:solidFill>
              <a:schemeClr val="bg1"/>
            </a:solidFill>
          </a:ln>
          <a:effectLst>
            <a:outerShdw blurRad="50800" dist="38100" dir="8100000" algn="tr" rotWithShape="0">
              <a:prstClr val="black">
                <a:alpha val="40000"/>
              </a:prstClr>
            </a:outerShdw>
          </a:effectLst>
        </p:spPr>
        <p:txBody>
          <a:bodyPr wrap="square">
            <a:noAutofit/>
          </a:bodyPr>
          <a:lstStyle>
            <a:lvl1pPr>
              <a:defRPr sz="1000"/>
            </a:lvl1pPr>
          </a:lstStyle>
          <a:p>
            <a:r>
              <a:rPr lang="id-ID" dirty="0" smtClean="0"/>
              <a:t>Nopic</a:t>
            </a:r>
            <a:endParaRPr lang="en-AU" dirty="0"/>
          </a:p>
        </p:txBody>
      </p:sp>
      <p:sp>
        <p:nvSpPr>
          <p:cNvPr id="15" name="Text Placeholder 21"/>
          <p:cNvSpPr>
            <a:spLocks noGrp="1"/>
          </p:cNvSpPr>
          <p:nvPr>
            <p:ph type="body" sz="quarter" idx="20"/>
          </p:nvPr>
        </p:nvSpPr>
        <p:spPr>
          <a:xfrm>
            <a:off x="6096000" y="2934950"/>
            <a:ext cx="5616575" cy="360363"/>
          </a:xfrm>
        </p:spPr>
        <p:txBody>
          <a:bodyPr/>
          <a:lstStyle>
            <a:lvl1pP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1"/>
          </p:nvPr>
        </p:nvSpPr>
        <p:spPr>
          <a:xfrm>
            <a:off x="6096000" y="3344061"/>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1" name="Group 20"/>
          <p:cNvGrpSpPr/>
          <p:nvPr userDrawn="1"/>
        </p:nvGrpSpPr>
        <p:grpSpPr>
          <a:xfrm>
            <a:off x="0" y="2256968"/>
            <a:ext cx="5389418" cy="108652"/>
            <a:chOff x="0" y="2256968"/>
            <a:chExt cx="5721120" cy="108652"/>
          </a:xfrm>
        </p:grpSpPr>
        <p:sp>
          <p:nvSpPr>
            <p:cNvPr id="17" name="Rectangle 16"/>
            <p:cNvSpPr/>
            <p:nvPr userDrawn="1"/>
          </p:nvSpPr>
          <p:spPr>
            <a:xfrm>
              <a:off x="0" y="2257620"/>
              <a:ext cx="1447800" cy="1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Rectangle 17"/>
            <p:cNvSpPr/>
            <p:nvPr userDrawn="1"/>
          </p:nvSpPr>
          <p:spPr>
            <a:xfrm>
              <a:off x="1424440" y="2257620"/>
              <a:ext cx="1447800" cy="10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Rectangle 18"/>
            <p:cNvSpPr/>
            <p:nvPr userDrawn="1"/>
          </p:nvSpPr>
          <p:spPr>
            <a:xfrm>
              <a:off x="2872240" y="2256968"/>
              <a:ext cx="1447800"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a:off x="4273320" y="2256968"/>
              <a:ext cx="1447800" cy="1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157463304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22" presetClass="entr" presetSubtype="2"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right)">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500" fill="hold"/>
                                        <p:tgtEl>
                                          <p:spTgt spid="10"/>
                                        </p:tgtEl>
                                        <p:attrNameLst>
                                          <p:attrName>ppt_w</p:attrName>
                                        </p:attrNameLst>
                                      </p:cBhvr>
                                      <p:tavLst>
                                        <p:tav tm="0">
                                          <p:val>
                                            <p:fltVal val="0"/>
                                          </p:val>
                                        </p:tav>
                                        <p:tav tm="100000">
                                          <p:val>
                                            <p:strVal val="#ppt_w"/>
                                          </p:val>
                                        </p:tav>
                                      </p:tavLst>
                                    </p:anim>
                                    <p:anim calcmode="lin" valueType="num">
                                      <p:cBhvr>
                                        <p:cTn id="30" dur="500" fill="hold"/>
                                        <p:tgtEl>
                                          <p:spTgt spid="10"/>
                                        </p:tgtEl>
                                        <p:attrNameLst>
                                          <p:attrName>ppt_h</p:attrName>
                                        </p:attrNameLst>
                                      </p:cBhvr>
                                      <p:tavLst>
                                        <p:tav tm="0">
                                          <p:val>
                                            <p:fltVal val="0"/>
                                          </p:val>
                                        </p:tav>
                                        <p:tav tm="100000">
                                          <p:val>
                                            <p:strVal val="#ppt_h"/>
                                          </p:val>
                                        </p:tav>
                                      </p:tavLst>
                                    </p:anim>
                                    <p:animEffect transition="in" filter="fade">
                                      <p:cBhvr>
                                        <p:cTn id="31" dur="500"/>
                                        <p:tgtEl>
                                          <p:spTgt spid="10"/>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par>
                          <p:cTn id="36" fill="hold">
                            <p:stCondLst>
                              <p:cond delay="35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15">
                                            <p:txEl>
                                              <p:pRg st="0" end="0"/>
                                            </p:txEl>
                                          </p:spTgt>
                                        </p:tgtEl>
                                        <p:attrNameLst>
                                          <p:attrName>style.visibility</p:attrName>
                                        </p:attrNameLst>
                                      </p:cBhvr>
                                      <p:to>
                                        <p:strVal val="visible"/>
                                      </p:to>
                                    </p:set>
                                    <p:anim calcmode="lin" valueType="num">
                                      <p:cBhvr>
                                        <p:cTn id="39"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15">
                                            <p:txEl>
                                              <p:pRg st="0" end="0"/>
                                            </p:txEl>
                                          </p:spTgt>
                                        </p:tgtEl>
                                      </p:cBhvr>
                                    </p:animEffect>
                                  </p:childTnLst>
                                </p:cTn>
                              </p:par>
                            </p:childTnLst>
                          </p:cTn>
                        </p:par>
                        <p:par>
                          <p:cTn id="42" fill="hold">
                            <p:stCondLst>
                              <p:cond delay="40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16">
                                            <p:txEl>
                                              <p:pRg st="0" end="0"/>
                                            </p:txEl>
                                          </p:spTgt>
                                        </p:tgtEl>
                                        <p:attrNameLst>
                                          <p:attrName>style.visibility</p:attrName>
                                        </p:attrNameLst>
                                      </p:cBhvr>
                                      <p:to>
                                        <p:strVal val="visible"/>
                                      </p:to>
                                    </p:set>
                                    <p:animEffect transition="in" filter="fade">
                                      <p:cBhvr>
                                        <p:cTn id="45" dur="500"/>
                                        <p:tgtEl>
                                          <p:spTgt spid="16">
                                            <p:txEl>
                                              <p:pRg st="0" end="0"/>
                                            </p:txEl>
                                          </p:spTgt>
                                        </p:tgtEl>
                                      </p:cBhvr>
                                    </p:animEffect>
                                    <p:anim calcmode="lin" valueType="num">
                                      <p:cBhvr>
                                        <p:cTn id="46"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P spid="9" grpId="0" animBg="1"/>
      <p:bldP spid="10" grpId="0" animBg="1"/>
      <p:bldP spid="13"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grpSp>
        <p:nvGrpSpPr>
          <p:cNvPr id="6" name="Group 5"/>
          <p:cNvGrpSpPr/>
          <p:nvPr userDrawn="1"/>
        </p:nvGrpSpPr>
        <p:grpSpPr>
          <a:xfrm>
            <a:off x="0" y="2827606"/>
            <a:ext cx="6136175" cy="4030394"/>
            <a:chOff x="1017405" y="2693983"/>
            <a:chExt cx="6794663" cy="4462905"/>
          </a:xfrm>
        </p:grpSpPr>
        <p:grpSp>
          <p:nvGrpSpPr>
            <p:cNvPr id="7" name="Group 6"/>
            <p:cNvGrpSpPr/>
            <p:nvPr/>
          </p:nvGrpSpPr>
          <p:grpSpPr>
            <a:xfrm>
              <a:off x="1017405" y="2693983"/>
              <a:ext cx="6794663" cy="4462905"/>
              <a:chOff x="1017405" y="2693983"/>
              <a:chExt cx="6794663" cy="4462905"/>
            </a:xfrm>
          </p:grpSpPr>
          <p:sp>
            <p:nvSpPr>
              <p:cNvPr id="9" name="AutoShape 1"/>
              <p:cNvSpPr>
                <a:spLocks/>
              </p:cNvSpPr>
              <p:nvPr/>
            </p:nvSpPr>
            <p:spPr bwMode="auto">
              <a:xfrm>
                <a:off x="1017405" y="2693983"/>
                <a:ext cx="6794663" cy="4462905"/>
              </a:xfrm>
              <a:prstGeom prst="roundRect">
                <a:avLst>
                  <a:gd name="adj" fmla="val 1292"/>
                </a:avLst>
              </a:prstGeom>
              <a:solidFill>
                <a:srgbClr val="343434"/>
              </a:solidFill>
              <a:ln w="25400" cap="flat">
                <a:noFill/>
                <a:prstDash val="solid"/>
                <a:miter lim="800000"/>
                <a:headEnd type="none" w="med" len="med"/>
                <a:tailEnd type="none" w="med" len="med"/>
              </a:ln>
              <a:effectLst>
                <a:outerShdw blurRad="254000" dist="114299" dir="5340024" algn="ctr" rotWithShape="0">
                  <a:schemeClr val="bg2">
                    <a:alpha val="39000"/>
                  </a:schemeClr>
                </a:outerShdw>
              </a:effectLst>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0" name="Rectangle 2"/>
              <p:cNvSpPr>
                <a:spLocks/>
              </p:cNvSpPr>
              <p:nvPr/>
            </p:nvSpPr>
            <p:spPr bwMode="auto">
              <a:xfrm>
                <a:off x="1017405" y="3024940"/>
                <a:ext cx="6794663" cy="315914"/>
              </a:xfrm>
              <a:prstGeom prst="rect">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1" name="AutoShape 3"/>
              <p:cNvSpPr>
                <a:spLocks/>
              </p:cNvSpPr>
              <p:nvPr/>
            </p:nvSpPr>
            <p:spPr bwMode="auto">
              <a:xfrm>
                <a:off x="2035351" y="2779231"/>
                <a:ext cx="2064459" cy="561624"/>
              </a:xfrm>
              <a:prstGeom prst="roundRect">
                <a:avLst>
                  <a:gd name="adj" fmla="val 11986"/>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2" name="Oval 4"/>
              <p:cNvSpPr>
                <a:spLocks/>
              </p:cNvSpPr>
              <p:nvPr/>
            </p:nvSpPr>
            <p:spPr bwMode="auto">
              <a:xfrm>
                <a:off x="1137753" y="2814331"/>
                <a:ext cx="95903" cy="95276"/>
              </a:xfrm>
              <a:prstGeom prst="ellipse">
                <a:avLst/>
              </a:prstGeom>
              <a:solidFill>
                <a:schemeClr val="accent1"/>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3" name="Oval 5"/>
              <p:cNvSpPr>
                <a:spLocks/>
              </p:cNvSpPr>
              <p:nvPr/>
            </p:nvSpPr>
            <p:spPr bwMode="auto">
              <a:xfrm>
                <a:off x="1307620" y="2814331"/>
                <a:ext cx="95903" cy="95276"/>
              </a:xfrm>
              <a:prstGeom prst="ellipse">
                <a:avLst/>
              </a:prstGeom>
              <a:solidFill>
                <a:schemeClr val="accent2"/>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4" name="Oval 6"/>
              <p:cNvSpPr>
                <a:spLocks/>
              </p:cNvSpPr>
              <p:nvPr/>
            </p:nvSpPr>
            <p:spPr bwMode="auto">
              <a:xfrm>
                <a:off x="1477486" y="2814331"/>
                <a:ext cx="95903" cy="95276"/>
              </a:xfrm>
              <a:prstGeom prst="ellipse">
                <a:avLst/>
              </a:prstGeom>
              <a:solidFill>
                <a:schemeClr val="accent4"/>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5" name="Rectangle 11"/>
              <p:cNvSpPr>
                <a:spLocks/>
              </p:cNvSpPr>
              <p:nvPr/>
            </p:nvSpPr>
            <p:spPr bwMode="auto">
              <a:xfrm>
                <a:off x="2205844" y="3085114"/>
                <a:ext cx="5104773" cy="200580"/>
              </a:xfrm>
              <a:prstGeom prst="rect">
                <a:avLst/>
              </a:prstGeom>
              <a:solidFill>
                <a:srgbClr val="FFFFFF"/>
              </a:solidFill>
              <a:ln w="25400" cap="flat">
                <a:solidFill>
                  <a:srgbClr val="B3B3B3"/>
                </a:solid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mn-cs"/>
                </a:endParaRPr>
              </a:p>
            </p:txBody>
          </p:sp>
          <p:sp>
            <p:nvSpPr>
              <p:cNvPr id="16" name="Freeform 9"/>
              <p:cNvSpPr>
                <a:spLocks/>
              </p:cNvSpPr>
              <p:nvPr/>
            </p:nvSpPr>
            <p:spPr bwMode="auto">
              <a:xfrm rot="18900000">
                <a:off x="3964946" y="2855903"/>
                <a:ext cx="99496" cy="99498"/>
              </a:xfrm>
              <a:custGeom>
                <a:avLst/>
                <a:gdLst>
                  <a:gd name="T0" fmla="*/ 42 w 64"/>
                  <a:gd name="T1" fmla="*/ 0 h 64"/>
                  <a:gd name="T2" fmla="*/ 21 w 64"/>
                  <a:gd name="T3" fmla="*/ 0 h 64"/>
                  <a:gd name="T4" fmla="*/ 21 w 64"/>
                  <a:gd name="T5" fmla="*/ 21 h 64"/>
                  <a:gd name="T6" fmla="*/ 0 w 64"/>
                  <a:gd name="T7" fmla="*/ 21 h 64"/>
                  <a:gd name="T8" fmla="*/ 0 w 64"/>
                  <a:gd name="T9" fmla="*/ 42 h 64"/>
                  <a:gd name="T10" fmla="*/ 21 w 64"/>
                  <a:gd name="T11" fmla="*/ 42 h 64"/>
                  <a:gd name="T12" fmla="*/ 21 w 64"/>
                  <a:gd name="T13" fmla="*/ 64 h 64"/>
                  <a:gd name="T14" fmla="*/ 42 w 64"/>
                  <a:gd name="T15" fmla="*/ 64 h 64"/>
                  <a:gd name="T16" fmla="*/ 42 w 64"/>
                  <a:gd name="T17" fmla="*/ 42 h 64"/>
                  <a:gd name="T18" fmla="*/ 64 w 64"/>
                  <a:gd name="T19" fmla="*/ 42 h 64"/>
                  <a:gd name="T20" fmla="*/ 64 w 64"/>
                  <a:gd name="T21" fmla="*/ 21 h 64"/>
                  <a:gd name="T22" fmla="*/ 42 w 64"/>
                  <a:gd name="T23" fmla="*/ 21 h 64"/>
                  <a:gd name="T24" fmla="*/ 42 w 64"/>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4">
                    <a:moveTo>
                      <a:pt x="42" y="0"/>
                    </a:moveTo>
                    <a:lnTo>
                      <a:pt x="21" y="0"/>
                    </a:lnTo>
                    <a:lnTo>
                      <a:pt x="21" y="21"/>
                    </a:lnTo>
                    <a:lnTo>
                      <a:pt x="0" y="21"/>
                    </a:lnTo>
                    <a:lnTo>
                      <a:pt x="0" y="42"/>
                    </a:lnTo>
                    <a:lnTo>
                      <a:pt x="21" y="42"/>
                    </a:lnTo>
                    <a:lnTo>
                      <a:pt x="21" y="64"/>
                    </a:lnTo>
                    <a:lnTo>
                      <a:pt x="42" y="64"/>
                    </a:lnTo>
                    <a:lnTo>
                      <a:pt x="42" y="42"/>
                    </a:lnTo>
                    <a:lnTo>
                      <a:pt x="64" y="42"/>
                    </a:lnTo>
                    <a:lnTo>
                      <a:pt x="64" y="21"/>
                    </a:lnTo>
                    <a:lnTo>
                      <a:pt x="42" y="21"/>
                    </a:lnTo>
                    <a:lnTo>
                      <a:pt x="42" y="0"/>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nvGrpSpPr>
              <p:cNvPr id="17" name="Group 16"/>
              <p:cNvGrpSpPr/>
              <p:nvPr/>
            </p:nvGrpSpPr>
            <p:grpSpPr>
              <a:xfrm>
                <a:off x="7494380" y="2779230"/>
                <a:ext cx="155357" cy="155272"/>
                <a:chOff x="4763" y="0"/>
                <a:chExt cx="2900362" cy="2898775"/>
              </a:xfrm>
              <a:solidFill>
                <a:schemeClr val="bg1">
                  <a:lumMod val="50000"/>
                </a:schemeClr>
              </a:solidFill>
            </p:grpSpPr>
            <p:sp>
              <p:nvSpPr>
                <p:cNvPr id="20" name="Freeform 13"/>
                <p:cNvSpPr>
                  <a:spLocks/>
                </p:cNvSpPr>
                <p:nvPr/>
              </p:nvSpPr>
              <p:spPr bwMode="auto">
                <a:xfrm>
                  <a:off x="4763" y="0"/>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2" y="192"/>
                        <a:pt x="193" y="182"/>
                        <a:pt x="193" y="168"/>
                      </a:cubicBezTo>
                      <a:cubicBezTo>
                        <a:pt x="193" y="24"/>
                        <a:pt x="193" y="24"/>
                        <a:pt x="193" y="24"/>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1" name="Freeform 14"/>
                <p:cNvSpPr>
                  <a:spLocks/>
                </p:cNvSpPr>
                <p:nvPr/>
              </p:nvSpPr>
              <p:spPr bwMode="auto">
                <a:xfrm>
                  <a:off x="4763" y="1087438"/>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2" y="192"/>
                        <a:pt x="193" y="181"/>
                        <a:pt x="193" y="168"/>
                      </a:cubicBezTo>
                      <a:cubicBezTo>
                        <a:pt x="193" y="24"/>
                        <a:pt x="193" y="24"/>
                        <a:pt x="193" y="24"/>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2" name="Freeform 15"/>
                <p:cNvSpPr>
                  <a:spLocks/>
                </p:cNvSpPr>
                <p:nvPr/>
              </p:nvSpPr>
              <p:spPr bwMode="auto">
                <a:xfrm>
                  <a:off x="4763" y="2171700"/>
                  <a:ext cx="727075" cy="727075"/>
                </a:xfrm>
                <a:custGeom>
                  <a:avLst/>
                  <a:gdLst>
                    <a:gd name="T0" fmla="*/ 168 w 193"/>
                    <a:gd name="T1" fmla="*/ 0 h 193"/>
                    <a:gd name="T2" fmla="*/ 24 w 193"/>
                    <a:gd name="T3" fmla="*/ 0 h 193"/>
                    <a:gd name="T4" fmla="*/ 0 w 193"/>
                    <a:gd name="T5" fmla="*/ 25 h 193"/>
                    <a:gd name="T6" fmla="*/ 0 w 193"/>
                    <a:gd name="T7" fmla="*/ 169 h 193"/>
                    <a:gd name="T8" fmla="*/ 24 w 193"/>
                    <a:gd name="T9" fmla="*/ 193 h 193"/>
                    <a:gd name="T10" fmla="*/ 168 w 193"/>
                    <a:gd name="T11" fmla="*/ 193 h 193"/>
                    <a:gd name="T12" fmla="*/ 193 w 193"/>
                    <a:gd name="T13" fmla="*/ 169 h 193"/>
                    <a:gd name="T14" fmla="*/ 193 w 193"/>
                    <a:gd name="T15" fmla="*/ 25 h 193"/>
                    <a:gd name="T16" fmla="*/ 168 w 193"/>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2" y="193"/>
                        <a:pt x="193" y="182"/>
                        <a:pt x="193" y="169"/>
                      </a:cubicBezTo>
                      <a:cubicBezTo>
                        <a:pt x="193" y="25"/>
                        <a:pt x="193" y="25"/>
                        <a:pt x="193" y="25"/>
                      </a:cubicBezTo>
                      <a:cubicBezTo>
                        <a:pt x="193" y="11"/>
                        <a:pt x="182"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3" name="Freeform 16"/>
                <p:cNvSpPr>
                  <a:spLocks/>
                </p:cNvSpPr>
                <p:nvPr/>
              </p:nvSpPr>
              <p:spPr bwMode="auto">
                <a:xfrm>
                  <a:off x="1093788" y="0"/>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4" name="Freeform 17"/>
                <p:cNvSpPr>
                  <a:spLocks/>
                </p:cNvSpPr>
                <p:nvPr/>
              </p:nvSpPr>
              <p:spPr bwMode="auto">
                <a:xfrm>
                  <a:off x="1093788" y="1087438"/>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5" name="Freeform 18"/>
                <p:cNvSpPr>
                  <a:spLocks/>
                </p:cNvSpPr>
                <p:nvPr/>
              </p:nvSpPr>
              <p:spPr bwMode="auto">
                <a:xfrm>
                  <a:off x="1093788" y="2171700"/>
                  <a:ext cx="722312"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6" name="Freeform 19"/>
                <p:cNvSpPr>
                  <a:spLocks/>
                </p:cNvSpPr>
                <p:nvPr/>
              </p:nvSpPr>
              <p:spPr bwMode="auto">
                <a:xfrm>
                  <a:off x="2181225" y="0"/>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2"/>
                        <a:pt x="10"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7" name="Freeform 20"/>
                <p:cNvSpPr>
                  <a:spLocks/>
                </p:cNvSpPr>
                <p:nvPr/>
              </p:nvSpPr>
              <p:spPr bwMode="auto">
                <a:xfrm>
                  <a:off x="2181225" y="1087438"/>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1"/>
                        <a:pt x="10"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8" name="Freeform 21"/>
                <p:cNvSpPr>
                  <a:spLocks/>
                </p:cNvSpPr>
                <p:nvPr/>
              </p:nvSpPr>
              <p:spPr bwMode="auto">
                <a:xfrm>
                  <a:off x="2181225" y="2171700"/>
                  <a:ext cx="723900"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0" y="0"/>
                        <a:pt x="0" y="11"/>
                        <a:pt x="0" y="25"/>
                      </a:cubicBezTo>
                      <a:cubicBezTo>
                        <a:pt x="0" y="169"/>
                        <a:pt x="0" y="169"/>
                        <a:pt x="0" y="169"/>
                      </a:cubicBezTo>
                      <a:cubicBezTo>
                        <a:pt x="0" y="182"/>
                        <a:pt x="10"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sp>
            <p:nvSpPr>
              <p:cNvPr id="18" name="Freeform 25"/>
              <p:cNvSpPr>
                <a:spLocks/>
              </p:cNvSpPr>
              <p:nvPr/>
            </p:nvSpPr>
            <p:spPr bwMode="auto">
              <a:xfrm rot="5400000">
                <a:off x="7497092" y="3115886"/>
                <a:ext cx="146921" cy="128651"/>
              </a:xfrm>
              <a:custGeom>
                <a:avLst/>
                <a:gdLst>
                  <a:gd name="T0" fmla="*/ 504 w 896"/>
                  <a:gd name="T1" fmla="*/ 0 h 784"/>
                  <a:gd name="T2" fmla="*/ 116 w 896"/>
                  <a:gd name="T3" fmla="*/ 336 h 784"/>
                  <a:gd name="T4" fmla="*/ 0 w 896"/>
                  <a:gd name="T5" fmla="*/ 336 h 784"/>
                  <a:gd name="T6" fmla="*/ 168 w 896"/>
                  <a:gd name="T7" fmla="*/ 560 h 784"/>
                  <a:gd name="T8" fmla="*/ 336 w 896"/>
                  <a:gd name="T9" fmla="*/ 336 h 784"/>
                  <a:gd name="T10" fmla="*/ 230 w 896"/>
                  <a:gd name="T11" fmla="*/ 336 h 784"/>
                  <a:gd name="T12" fmla="*/ 504 w 896"/>
                  <a:gd name="T13" fmla="*/ 112 h 784"/>
                  <a:gd name="T14" fmla="*/ 784 w 896"/>
                  <a:gd name="T15" fmla="*/ 392 h 784"/>
                  <a:gd name="T16" fmla="*/ 504 w 896"/>
                  <a:gd name="T17" fmla="*/ 672 h 784"/>
                  <a:gd name="T18" fmla="*/ 504 w 896"/>
                  <a:gd name="T19" fmla="*/ 784 h 784"/>
                  <a:gd name="T20" fmla="*/ 896 w 896"/>
                  <a:gd name="T21" fmla="*/ 392 h 784"/>
                  <a:gd name="T22" fmla="*/ 504 w 896"/>
                  <a:gd name="T23"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6" h="784">
                    <a:moveTo>
                      <a:pt x="504" y="0"/>
                    </a:moveTo>
                    <a:cubicBezTo>
                      <a:pt x="307" y="0"/>
                      <a:pt x="144" y="146"/>
                      <a:pt x="116" y="336"/>
                    </a:cubicBezTo>
                    <a:cubicBezTo>
                      <a:pt x="0" y="336"/>
                      <a:pt x="0" y="336"/>
                      <a:pt x="0" y="336"/>
                    </a:cubicBezTo>
                    <a:cubicBezTo>
                      <a:pt x="168" y="560"/>
                      <a:pt x="168" y="560"/>
                      <a:pt x="168" y="560"/>
                    </a:cubicBezTo>
                    <a:cubicBezTo>
                      <a:pt x="336" y="336"/>
                      <a:pt x="336" y="336"/>
                      <a:pt x="336" y="336"/>
                    </a:cubicBezTo>
                    <a:cubicBezTo>
                      <a:pt x="230" y="336"/>
                      <a:pt x="230" y="336"/>
                      <a:pt x="230" y="336"/>
                    </a:cubicBezTo>
                    <a:cubicBezTo>
                      <a:pt x="256" y="208"/>
                      <a:pt x="369" y="112"/>
                      <a:pt x="504" y="112"/>
                    </a:cubicBezTo>
                    <a:cubicBezTo>
                      <a:pt x="658" y="112"/>
                      <a:pt x="784" y="238"/>
                      <a:pt x="784" y="392"/>
                    </a:cubicBezTo>
                    <a:cubicBezTo>
                      <a:pt x="784" y="546"/>
                      <a:pt x="658" y="672"/>
                      <a:pt x="504" y="672"/>
                    </a:cubicBezTo>
                    <a:cubicBezTo>
                      <a:pt x="504" y="784"/>
                      <a:pt x="504" y="784"/>
                      <a:pt x="504" y="784"/>
                    </a:cubicBezTo>
                    <a:cubicBezTo>
                      <a:pt x="721" y="784"/>
                      <a:pt x="896" y="609"/>
                      <a:pt x="896" y="392"/>
                    </a:cubicBezTo>
                    <a:cubicBezTo>
                      <a:pt x="896" y="175"/>
                      <a:pt x="721" y="0"/>
                      <a:pt x="504"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19" name="Oval 6"/>
              <p:cNvSpPr>
                <a:spLocks/>
              </p:cNvSpPr>
              <p:nvPr/>
            </p:nvSpPr>
            <p:spPr bwMode="auto">
              <a:xfrm>
                <a:off x="1655635" y="2814331"/>
                <a:ext cx="95903" cy="95276"/>
              </a:xfrm>
              <a:prstGeom prst="ellipse">
                <a:avLst/>
              </a:prstGeom>
              <a:solidFill>
                <a:schemeClr val="accent5"/>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grpSp>
        <p:sp>
          <p:nvSpPr>
            <p:cNvPr id="8" name="TextBox 7"/>
            <p:cNvSpPr txBox="1"/>
            <p:nvPr/>
          </p:nvSpPr>
          <p:spPr>
            <a:xfrm>
              <a:off x="2353072" y="3063038"/>
              <a:ext cx="1372295" cy="223997"/>
            </a:xfrm>
            <a:prstGeom prst="rect">
              <a:avLst/>
            </a:prstGeom>
            <a:noFill/>
          </p:spPr>
          <p:txBody>
            <a:bodyPr wrap="none" rtlCol="0">
              <a:spAutoFit/>
            </a:bodyPr>
            <a:lstStyle/>
            <a:p>
              <a:pPr fontAlgn="auto">
                <a:spcBef>
                  <a:spcPts val="0"/>
                </a:spcBef>
                <a:spcAft>
                  <a:spcPts val="0"/>
                </a:spcAft>
              </a:pPr>
              <a:r>
                <a:rPr lang="id-ID" sz="900" dirty="0" smtClean="0">
                  <a:solidFill>
                    <a:prstClr val="white">
                      <a:lumMod val="65000"/>
                    </a:prstClr>
                  </a:solidFill>
                  <a:latin typeface="Roboto"/>
                  <a:cs typeface="+mn-cs"/>
                </a:rPr>
                <a:t>www.designcorner.com</a:t>
              </a:r>
              <a:endParaRPr lang="id-ID" sz="900" dirty="0">
                <a:solidFill>
                  <a:prstClr val="white">
                    <a:lumMod val="65000"/>
                  </a:prstClr>
                </a:solidFill>
                <a:latin typeface="Roboto"/>
                <a:cs typeface="+mn-cs"/>
              </a:endParaRPr>
            </a:p>
          </p:txBody>
        </p:sp>
      </p:grpSp>
      <p:sp>
        <p:nvSpPr>
          <p:cNvPr id="29"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0"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31"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2" name="Picture Placeholder 30"/>
          <p:cNvSpPr>
            <a:spLocks noGrp="1"/>
          </p:cNvSpPr>
          <p:nvPr>
            <p:ph type="pic" sz="quarter" idx="36" hasCustomPrompt="1"/>
          </p:nvPr>
        </p:nvSpPr>
        <p:spPr>
          <a:xfrm>
            <a:off x="-1" y="3411787"/>
            <a:ext cx="6136175" cy="3446213"/>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196856854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0">
                                            <p:txEl>
                                              <p:pRg st="0" end="0"/>
                                            </p:txEl>
                                          </p:spTgt>
                                        </p:tgtEl>
                                        <p:attrNameLst>
                                          <p:attrName>style.visibility</p:attrName>
                                        </p:attrNameLst>
                                      </p:cBhvr>
                                      <p:to>
                                        <p:strVal val="visible"/>
                                      </p:to>
                                    </p:set>
                                    <p:animEffect transition="in" filter="fade">
                                      <p:cBhvr>
                                        <p:cTn id="7" dur="500"/>
                                        <p:tgtEl>
                                          <p:spTgt spid="30">
                                            <p:txEl>
                                              <p:pRg st="0" end="0"/>
                                            </p:txEl>
                                          </p:spTgt>
                                        </p:tgtEl>
                                      </p:cBhvr>
                                    </p:animEffect>
                                  </p:childTnLst>
                                </p:cTn>
                              </p:par>
                            </p:childTnLst>
                          </p:cTn>
                        </p:par>
                        <p:par>
                          <p:cTn id="8" fill="hold">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par>
                          <p:cTn id="12" fill="hold">
                            <p:stCondLst>
                              <p:cond delay="2000"/>
                            </p:stCondLst>
                            <p:childTnLst>
                              <p:par>
                                <p:cTn id="13" presetID="42" presetClass="entr" presetSubtype="0" fill="hold" grpId="0" nodeType="afterEffect">
                                  <p:stCondLst>
                                    <p:cond delay="0"/>
                                  </p:stCondLst>
                                  <p:childTnLst>
                                    <p:set>
                                      <p:cBhvr>
                                        <p:cTn id="14" dur="1" fill="hold">
                                          <p:stCondLst>
                                            <p:cond delay="0"/>
                                          </p:stCondLst>
                                        </p:cTn>
                                        <p:tgtEl>
                                          <p:spTgt spid="31">
                                            <p:txEl>
                                              <p:pRg st="0" end="0"/>
                                            </p:txEl>
                                          </p:spTgt>
                                        </p:tgtEl>
                                        <p:attrNameLst>
                                          <p:attrName>style.visibility</p:attrName>
                                        </p:attrNameLst>
                                      </p:cBhvr>
                                      <p:to>
                                        <p:strVal val="visible"/>
                                      </p:to>
                                    </p:set>
                                    <p:animEffect transition="in" filter="fade">
                                      <p:cBhvr>
                                        <p:cTn id="15" dur="500"/>
                                        <p:tgtEl>
                                          <p:spTgt spid="31">
                                            <p:txEl>
                                              <p:pRg st="0" end="0"/>
                                            </p:txEl>
                                          </p:spTgt>
                                        </p:tgtEl>
                                      </p:cBhvr>
                                    </p:animEffect>
                                    <p:anim calcmode="lin" valueType="num">
                                      <p:cBhvr>
                                        <p:cTn id="16"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2500"/>
                            </p:stCondLst>
                            <p:childTnLst>
                              <p:par>
                                <p:cTn id="19" presetID="42" presetClass="entr" presetSubtype="0"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par>
                          <p:cTn id="24" fill="hold">
                            <p:stCondLst>
                              <p:cond delay="3500"/>
                            </p:stCondLst>
                            <p:childTnLst>
                              <p:par>
                                <p:cTn id="25" presetID="42"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anim calcmode="lin" valueType="num">
                                      <p:cBhvr>
                                        <p:cTn id="28" dur="500" fill="hold"/>
                                        <p:tgtEl>
                                          <p:spTgt spid="32"/>
                                        </p:tgtEl>
                                        <p:attrNameLst>
                                          <p:attrName>ppt_x</p:attrName>
                                        </p:attrNameLst>
                                      </p:cBhvr>
                                      <p:tavLst>
                                        <p:tav tm="0">
                                          <p:val>
                                            <p:strVal val="#ppt_x"/>
                                          </p:val>
                                        </p:tav>
                                        <p:tav tm="100000">
                                          <p:val>
                                            <p:strVal val="#ppt_x"/>
                                          </p:val>
                                        </p:tav>
                                      </p:tavLst>
                                    </p:anim>
                                    <p:anim calcmode="lin" valueType="num">
                                      <p:cBhvr>
                                        <p:cTn id="29" dur="5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P spid="32" grpId="0" animBg="1"/>
    </p:bldLst>
  </p:timing>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8" name="Picture Placeholder 30"/>
          <p:cNvSpPr>
            <a:spLocks noGrp="1"/>
          </p:cNvSpPr>
          <p:nvPr>
            <p:ph type="pic" sz="quarter" idx="36" hasCustomPrompt="1"/>
          </p:nvPr>
        </p:nvSpPr>
        <p:spPr>
          <a:xfrm>
            <a:off x="1"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29" name="Picture Placeholder 30"/>
          <p:cNvSpPr>
            <a:spLocks noGrp="1"/>
          </p:cNvSpPr>
          <p:nvPr>
            <p:ph type="pic" sz="quarter" idx="37" hasCustomPrompt="1"/>
          </p:nvPr>
        </p:nvSpPr>
        <p:spPr>
          <a:xfrm>
            <a:off x="0" y="4464733"/>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0" name="Picture Placeholder 30"/>
          <p:cNvSpPr>
            <a:spLocks noGrp="1"/>
          </p:cNvSpPr>
          <p:nvPr>
            <p:ph type="pic" sz="quarter" idx="38" hasCustomPrompt="1"/>
          </p:nvPr>
        </p:nvSpPr>
        <p:spPr>
          <a:xfrm>
            <a:off x="4038600"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1" name="Picture Placeholder 30"/>
          <p:cNvSpPr>
            <a:spLocks noGrp="1"/>
          </p:cNvSpPr>
          <p:nvPr>
            <p:ph type="pic" sz="quarter" idx="39" hasCustomPrompt="1"/>
          </p:nvPr>
        </p:nvSpPr>
        <p:spPr>
          <a:xfrm>
            <a:off x="4038599" y="4464733"/>
            <a:ext cx="4038600" cy="2393267"/>
          </a:xfrm>
          <a:solidFill>
            <a:schemeClr val="bg1">
              <a:lumMod val="85000"/>
            </a:schemeClr>
          </a:solidFill>
        </p:spPr>
        <p:txBody>
          <a:bodyPr/>
          <a:lstStyle>
            <a:lvl1pPr>
              <a:defRPr/>
            </a:lvl1pPr>
          </a:lstStyle>
          <a:p>
            <a:r>
              <a:rPr lang="id-ID" dirty="0" smtClean="0"/>
              <a:t>Pic here</a:t>
            </a:r>
            <a:endParaRPr lang="en-AU" dirty="0"/>
          </a:p>
        </p:txBody>
      </p:sp>
      <p:grpSp>
        <p:nvGrpSpPr>
          <p:cNvPr id="6" name="Group 5"/>
          <p:cNvGrpSpPr/>
          <p:nvPr userDrawn="1"/>
        </p:nvGrpSpPr>
        <p:grpSpPr>
          <a:xfrm>
            <a:off x="8077197" y="2071466"/>
            <a:ext cx="4114803" cy="4786534"/>
            <a:chOff x="8077197" y="2071466"/>
            <a:chExt cx="4114803" cy="3172804"/>
          </a:xfrm>
        </p:grpSpPr>
        <p:sp>
          <p:nvSpPr>
            <p:cNvPr id="2" name="Rectangle 1"/>
            <p:cNvSpPr/>
            <p:nvPr userDrawn="1"/>
          </p:nvSpPr>
          <p:spPr>
            <a:xfrm>
              <a:off x="8077199" y="2071466"/>
              <a:ext cx="4114801" cy="80236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Rectangle 32"/>
            <p:cNvSpPr/>
            <p:nvPr userDrawn="1"/>
          </p:nvSpPr>
          <p:spPr>
            <a:xfrm>
              <a:off x="8077198" y="2866917"/>
              <a:ext cx="4114801" cy="8023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4" name="Rectangle 33"/>
            <p:cNvSpPr/>
            <p:nvPr userDrawn="1"/>
          </p:nvSpPr>
          <p:spPr>
            <a:xfrm>
              <a:off x="8077197" y="3657868"/>
              <a:ext cx="4114801" cy="8023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Rectangle 34"/>
            <p:cNvSpPr/>
            <p:nvPr userDrawn="1"/>
          </p:nvSpPr>
          <p:spPr>
            <a:xfrm>
              <a:off x="8077199" y="4441907"/>
              <a:ext cx="4114801" cy="8023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28814545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anim calcmode="lin" valueType="num">
                                      <p:cBhvr>
                                        <p:cTn id="18" dur="500" fill="hold"/>
                                        <p:tgtEl>
                                          <p:spTgt spid="28"/>
                                        </p:tgtEl>
                                        <p:attrNameLst>
                                          <p:attrName>ppt_x</p:attrName>
                                        </p:attrNameLst>
                                      </p:cBhvr>
                                      <p:tavLst>
                                        <p:tav tm="0">
                                          <p:val>
                                            <p:strVal val="#ppt_x"/>
                                          </p:val>
                                        </p:tav>
                                        <p:tav tm="100000">
                                          <p:val>
                                            <p:strVal val="#ppt_x"/>
                                          </p:val>
                                        </p:tav>
                                      </p:tavLst>
                                    </p:anim>
                                    <p:anim calcmode="lin" valueType="num">
                                      <p:cBhvr>
                                        <p:cTn id="19" dur="500" fill="hold"/>
                                        <p:tgtEl>
                                          <p:spTgt spid="28"/>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42" presetClass="entr" presetSubtype="0"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anim calcmode="lin" valueType="num">
                                      <p:cBhvr>
                                        <p:cTn id="24" dur="500" fill="hold"/>
                                        <p:tgtEl>
                                          <p:spTgt spid="29"/>
                                        </p:tgtEl>
                                        <p:attrNameLst>
                                          <p:attrName>ppt_x</p:attrName>
                                        </p:attrNameLst>
                                      </p:cBhvr>
                                      <p:tavLst>
                                        <p:tav tm="0">
                                          <p:val>
                                            <p:strVal val="#ppt_x"/>
                                          </p:val>
                                        </p:tav>
                                        <p:tav tm="100000">
                                          <p:val>
                                            <p:strVal val="#ppt_x"/>
                                          </p:val>
                                        </p:tav>
                                      </p:tavLst>
                                    </p:anim>
                                    <p:anim calcmode="lin" valueType="num">
                                      <p:cBhvr>
                                        <p:cTn id="25" dur="500" fill="hold"/>
                                        <p:tgtEl>
                                          <p:spTgt spid="29"/>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2" presetClass="entr" presetSubtype="0" fill="hold" grpId="0" nodeType="after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fade">
                                      <p:cBhvr>
                                        <p:cTn id="29" dur="500"/>
                                        <p:tgtEl>
                                          <p:spTgt spid="30"/>
                                        </p:tgtEl>
                                      </p:cBhvr>
                                    </p:animEffect>
                                    <p:anim calcmode="lin" valueType="num">
                                      <p:cBhvr>
                                        <p:cTn id="30" dur="500" fill="hold"/>
                                        <p:tgtEl>
                                          <p:spTgt spid="30"/>
                                        </p:tgtEl>
                                        <p:attrNameLst>
                                          <p:attrName>ppt_x</p:attrName>
                                        </p:attrNameLst>
                                      </p:cBhvr>
                                      <p:tavLst>
                                        <p:tav tm="0">
                                          <p:val>
                                            <p:strVal val="#ppt_x"/>
                                          </p:val>
                                        </p:tav>
                                        <p:tav tm="100000">
                                          <p:val>
                                            <p:strVal val="#ppt_x"/>
                                          </p:val>
                                        </p:tav>
                                      </p:tavLst>
                                    </p:anim>
                                    <p:anim calcmode="lin" valueType="num">
                                      <p:cBhvr>
                                        <p:cTn id="31" dur="500" fill="hold"/>
                                        <p:tgtEl>
                                          <p:spTgt spid="30"/>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42" presetClass="entr" presetSubtype="0" fill="hold" grpId="0" nodeType="after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anim calcmode="lin" valueType="num">
                                      <p:cBhvr>
                                        <p:cTn id="36" dur="500" fill="hold"/>
                                        <p:tgtEl>
                                          <p:spTgt spid="31"/>
                                        </p:tgtEl>
                                        <p:attrNameLst>
                                          <p:attrName>ppt_x</p:attrName>
                                        </p:attrNameLst>
                                      </p:cBhvr>
                                      <p:tavLst>
                                        <p:tav tm="0">
                                          <p:val>
                                            <p:strVal val="#ppt_x"/>
                                          </p:val>
                                        </p:tav>
                                        <p:tav tm="100000">
                                          <p:val>
                                            <p:strVal val="#ppt_x"/>
                                          </p:val>
                                        </p:tav>
                                      </p:tavLst>
                                    </p:anim>
                                    <p:anim calcmode="lin" valueType="num">
                                      <p:cBhvr>
                                        <p:cTn id="37" dur="500" fill="hold"/>
                                        <p:tgtEl>
                                          <p:spTgt spid="31"/>
                                        </p:tgtEl>
                                        <p:attrNameLst>
                                          <p:attrName>ppt_y</p:attrName>
                                        </p:attrNameLst>
                                      </p:cBhvr>
                                      <p:tavLst>
                                        <p:tav tm="0">
                                          <p:val>
                                            <p:strVal val="#ppt_y+.1"/>
                                          </p:val>
                                        </p:tav>
                                        <p:tav tm="100000">
                                          <p:val>
                                            <p:strVal val="#ppt_y"/>
                                          </p:val>
                                        </p:tav>
                                      </p:tavLst>
                                    </p:anim>
                                  </p:childTnLst>
                                </p:cTn>
                              </p:par>
                            </p:childTnLst>
                          </p:cTn>
                        </p:par>
                        <p:par>
                          <p:cTn id="38" fill="hold">
                            <p:stCondLst>
                              <p:cond delay="3000"/>
                            </p:stCondLst>
                            <p:childTnLst>
                              <p:par>
                                <p:cTn id="39" presetID="22" presetClass="entr" presetSubtype="8"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left)">
                                      <p:cBhvr>
                                        <p:cTn id="4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8" grpId="0" animBg="1"/>
      <p:bldP spid="29" grpId="0" animBg="1"/>
      <p:bldP spid="30" grpId="0" animBg="1"/>
      <p:bldP spid="31" grpId="0" animBg="1"/>
    </p:bldLst>
  </p:timing>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549236"/>
            <a:ext cx="4605193" cy="1683329"/>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55754072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AU"/>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7592384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74727728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3759943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57850511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8082618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02806537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35135811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74520453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91182496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6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C8A8F75F-6551-4069-A40E-11368AA3DC20}" type="datetimeFigureOut">
              <a:rPr lang="en-US" smtClean="0">
                <a:solidFill>
                  <a:prstClr val="black"/>
                </a:solidFill>
                <a:latin typeface="Calibri" panose="020F0502020204030204"/>
                <a:cs typeface="+mn-cs"/>
              </a:rPr>
              <a:pPr fontAlgn="auto">
                <a:spcBef>
                  <a:spcPts val="0"/>
                </a:spcBef>
                <a:spcAft>
                  <a:spcPts val="0"/>
                </a:spcAft>
              </a:pPr>
              <a:t>8/17/16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80733561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662782"/>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C8A8F75F-6551-4069-A40E-11368AA3DC20}" type="datetimeFigureOut">
              <a:rPr lang="en-US" smtClean="0">
                <a:solidFill>
                  <a:prstClr val="black"/>
                </a:solidFill>
                <a:latin typeface="Calibri" panose="020F0502020204030204"/>
                <a:cs typeface="+mn-cs"/>
              </a:rPr>
              <a:pPr fontAlgn="auto">
                <a:spcBef>
                  <a:spcPts val="0"/>
                </a:spcBef>
                <a:spcAft>
                  <a:spcPts val="0"/>
                </a:spcAft>
              </a:pPr>
              <a:t>8/17/16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en-US">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386507429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C8A8F75F-6551-4069-A40E-11368AA3DC20}" type="datetimeFigureOut">
              <a:rPr lang="en-US" smtClean="0">
                <a:solidFill>
                  <a:prstClr val="black"/>
                </a:solidFill>
                <a:latin typeface="Calibri" panose="020F0502020204030204"/>
                <a:cs typeface="+mn-cs"/>
              </a:rPr>
              <a:pPr fontAlgn="auto">
                <a:spcBef>
                  <a:spcPts val="0"/>
                </a:spcBef>
                <a:spcAft>
                  <a:spcPts val="0"/>
                </a:spcAft>
              </a:pPr>
              <a:t>8/17/16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en-US">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200799408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C8A8F75F-6551-4069-A40E-11368AA3DC20}" type="datetimeFigureOut">
              <a:rPr lang="en-US" smtClean="0">
                <a:solidFill>
                  <a:prstClr val="black"/>
                </a:solidFill>
                <a:latin typeface="Calibri" panose="020F0502020204030204"/>
                <a:cs typeface="+mn-cs"/>
              </a:rPr>
              <a:pPr fontAlgn="auto">
                <a:spcBef>
                  <a:spcPts val="0"/>
                </a:spcBef>
                <a:spcAft>
                  <a:spcPts val="0"/>
                </a:spcAft>
              </a:pPr>
              <a:t>8/17/16</a:t>
            </a:fld>
            <a:endParaRPr lang="en-US">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403873789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C8A8F75F-6551-4069-A40E-11368AA3DC20}" type="datetimeFigureOut">
              <a:rPr lang="en-US" smtClean="0">
                <a:solidFill>
                  <a:prstClr val="black"/>
                </a:solidFill>
                <a:latin typeface="Calibri" panose="020F0502020204030204"/>
                <a:cs typeface="+mn-cs"/>
              </a:rPr>
              <a:pPr fontAlgn="auto">
                <a:spcBef>
                  <a:spcPts val="0"/>
                </a:spcBef>
                <a:spcAft>
                  <a:spcPts val="0"/>
                </a:spcAft>
              </a:pPr>
              <a:t>8/17/16</a:t>
            </a:fld>
            <a:endParaRPr lang="en-US">
              <a:solidFill>
                <a:prstClr val="black"/>
              </a:solidFill>
              <a:latin typeface="Calibri" panose="020F0502020204030204"/>
              <a:cs typeface="+mn-cs"/>
            </a:endParaRPr>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83235329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C8A8F75F-6551-4069-A40E-11368AA3DC20}" type="datetimeFigureOut">
              <a:rPr lang="en-US" smtClean="0">
                <a:solidFill>
                  <a:prstClr val="black"/>
                </a:solidFill>
                <a:latin typeface="Calibri" panose="020F0502020204030204"/>
                <a:cs typeface="+mn-cs"/>
              </a:rPr>
              <a:pPr fontAlgn="auto">
                <a:spcBef>
                  <a:spcPts val="0"/>
                </a:spcBef>
                <a:spcAft>
                  <a:spcPts val="0"/>
                </a:spcAft>
              </a:pPr>
              <a:t>8/17/16</a:t>
            </a:fld>
            <a:endParaRPr lang="en-US">
              <a:solidFill>
                <a:prstClr val="black"/>
              </a:solidFill>
              <a:latin typeface="Calibri" panose="020F0502020204030204"/>
              <a:cs typeface="+mn-cs"/>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en-US">
              <a:solidFill>
                <a:prstClr val="black"/>
              </a:solidFill>
              <a:latin typeface="Calibri" panose="020F0502020204030204"/>
              <a:cs typeface="+mn-cs"/>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192603334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C8A8F75F-6551-4069-A40E-11368AA3DC20}" type="datetimeFigureOut">
              <a:rPr lang="en-US" smtClean="0">
                <a:solidFill>
                  <a:prstClr val="black"/>
                </a:solidFill>
                <a:latin typeface="Calibri" panose="020F0502020204030204"/>
                <a:cs typeface="+mn-cs"/>
              </a:rPr>
              <a:pPr fontAlgn="auto">
                <a:spcBef>
                  <a:spcPts val="0"/>
                </a:spcBef>
                <a:spcAft>
                  <a:spcPts val="0"/>
                </a:spcAft>
              </a:pPr>
              <a:t>8/17/16</a:t>
            </a:fld>
            <a:endParaRPr lang="en-US">
              <a:solidFill>
                <a:prstClr val="black"/>
              </a:solidFill>
              <a:latin typeface="Calibri" panose="020F0502020204030204"/>
              <a:cs typeface="+mn-cs"/>
            </a:endParaRPr>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en-US">
              <a:solidFill>
                <a:prstClr val="black"/>
              </a:solidFill>
              <a:latin typeface="Calibri" panose="020F0502020204030204"/>
              <a:cs typeface="+mn-cs"/>
            </a:endParaRPr>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394503544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C8A8F75F-6551-4069-A40E-11368AA3DC20}" type="datetimeFigureOut">
              <a:rPr lang="en-US" smtClean="0">
                <a:solidFill>
                  <a:prstClr val="black"/>
                </a:solidFill>
                <a:latin typeface="Calibri" panose="020F0502020204030204"/>
                <a:cs typeface="+mn-cs"/>
              </a:rPr>
              <a:pPr fontAlgn="auto">
                <a:spcBef>
                  <a:spcPts val="0"/>
                </a:spcBef>
                <a:spcAft>
                  <a:spcPts val="0"/>
                </a:spcAft>
              </a:pPr>
              <a:t>8/17/16</a:t>
            </a:fld>
            <a:endParaRPr lang="en-US">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348719678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C8A8F75F-6551-4069-A40E-11368AA3DC20}" type="datetimeFigureOut">
              <a:rPr lang="en-US" smtClean="0">
                <a:solidFill>
                  <a:prstClr val="black"/>
                </a:solidFill>
                <a:latin typeface="Calibri" panose="020F0502020204030204"/>
                <a:cs typeface="+mn-cs"/>
              </a:rPr>
              <a:pPr fontAlgn="auto">
                <a:spcBef>
                  <a:spcPts val="0"/>
                </a:spcBef>
                <a:spcAft>
                  <a:spcPts val="0"/>
                </a:spcAft>
              </a:pPr>
              <a:t>8/17/16</a:t>
            </a:fld>
            <a:endParaRPr lang="en-US">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280778718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C8A8F75F-6551-4069-A40E-11368AA3DC20}" type="datetimeFigureOut">
              <a:rPr lang="en-US" smtClean="0">
                <a:solidFill>
                  <a:prstClr val="black"/>
                </a:solidFill>
                <a:latin typeface="Calibri" panose="020F0502020204030204"/>
                <a:cs typeface="+mn-cs"/>
              </a:rPr>
              <a:pPr fontAlgn="auto">
                <a:spcBef>
                  <a:spcPts val="0"/>
                </a:spcBef>
                <a:spcAft>
                  <a:spcPts val="0"/>
                </a:spcAft>
              </a:pPr>
              <a:t>8/17/16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en-US">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426832576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C8A8F75F-6551-4069-A40E-11368AA3DC20}" type="datetimeFigureOut">
              <a:rPr lang="en-US" smtClean="0">
                <a:solidFill>
                  <a:prstClr val="black"/>
                </a:solidFill>
                <a:latin typeface="Calibri" panose="020F0502020204030204"/>
                <a:cs typeface="+mn-cs"/>
              </a:rPr>
              <a:pPr fontAlgn="auto">
                <a:spcBef>
                  <a:spcPts val="0"/>
                </a:spcBef>
                <a:spcAft>
                  <a:spcPts val="0"/>
                </a:spcAft>
              </a:pPr>
              <a:t>8/17/16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en-US">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278600250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79.xml><?xml version="1.0" encoding="utf-8"?>
<p:sldLayout xmlns:a="http://schemas.openxmlformats.org/drawingml/2006/main" xmlns:r="http://schemas.openxmlformats.org/officeDocument/2006/relationships" xmlns:p="http://schemas.openxmlformats.org/presentationml/2006/main" userDrawn="1">
  <p:cSld name="Title and Footer">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38200" y="365125"/>
            <a:ext cx="10515600" cy="1325563"/>
          </a:xfrm>
          <a:prstGeom prst="rect">
            <a:avLst/>
          </a:prstGeom>
        </p:spPr>
        <p:txBody>
          <a:bodyPr/>
          <a:lstStyle/>
          <a:p>
            <a:r>
              <a:rPr lang="en-US" dirty="0" smtClean="0"/>
              <a:t>CLICK TO EDIT MASTER TITLE STYLE</a:t>
            </a:r>
            <a:endParaRPr lang="en-US" dirty="0"/>
          </a:p>
        </p:txBody>
      </p:sp>
      <p:sp>
        <p:nvSpPr>
          <p:cNvPr id="4" name="Date Placeholder 3"/>
          <p:cNvSpPr>
            <a:spLocks noGrp="1"/>
          </p:cNvSpPr>
          <p:nvPr>
            <p:ph type="dt" sz="half" idx="10"/>
          </p:nvPr>
        </p:nvSpPr>
        <p:spPr>
          <a:xfrm>
            <a:off x="609600" y="8333734"/>
            <a:ext cx="2844800" cy="365125"/>
          </a:xfrm>
          <a:prstGeom prst="rect">
            <a:avLst/>
          </a:prstGeom>
        </p:spPr>
        <p:txBody>
          <a:bodyPr/>
          <a:lstStyle/>
          <a:p>
            <a:pPr fontAlgn="auto">
              <a:spcBef>
                <a:spcPts val="0"/>
              </a:spcBef>
              <a:spcAft>
                <a:spcPts val="0"/>
              </a:spcAft>
            </a:pPr>
            <a:r>
              <a:rPr lang="en-US" smtClean="0">
                <a:solidFill>
                  <a:prstClr val="black"/>
                </a:solidFill>
                <a:latin typeface="Calibri" panose="020F0502020204030204"/>
                <a:cs typeface="+mn-cs"/>
              </a:rPr>
              <a:t>www.bestppt.com</a:t>
            </a:r>
            <a:endParaRPr lang="en-US" dirty="0">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0D1EDE-7116-2443-9BDD-368CE5B37660}" type="slidenum">
              <a:rPr lang="en-US" smtClean="0">
                <a:solidFill>
                  <a:prstClr val="black"/>
                </a:solidFill>
                <a:latin typeface="Calibri" panose="020F0502020204030204"/>
                <a:cs typeface="+mn-cs"/>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344856991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40832997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17/08/16</a:t>
            </a:fld>
            <a:endParaRPr lang="id-ID">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125755500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id-ID"/>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17/08/16</a:t>
            </a:fld>
            <a:endParaRPr lang="id-ID">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136508970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17/08/16</a:t>
            </a:fld>
            <a:endParaRPr lang="id-ID">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72517403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id-ID"/>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7" name="Date Placeholder 6"/>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17/08/16</a:t>
            </a:fld>
            <a:endParaRPr lang="id-ID">
              <a:solidFill>
                <a:prstClr val="black"/>
              </a:solidFill>
              <a:latin typeface="Calibri" panose="020F0502020204030204"/>
              <a:cs typeface="+mn-cs"/>
            </a:endParaRPr>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298274835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Date Placeholder 2"/>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17/08/16</a:t>
            </a:fld>
            <a:endParaRPr lang="id-ID">
              <a:solidFill>
                <a:prstClr val="black"/>
              </a:solidFill>
              <a:latin typeface="Calibri" panose="020F0502020204030204"/>
              <a:cs typeface="+mn-cs"/>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1898363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1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17/08/16</a:t>
            </a:fld>
            <a:endParaRPr lang="id-ID">
              <a:solidFill>
                <a:prstClr val="black"/>
              </a:solidFill>
              <a:latin typeface="Calibri" panose="020F0502020204030204"/>
              <a:cs typeface="+mn-cs"/>
            </a:endParaRPr>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29019617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id-ID"/>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17/08/16</a:t>
            </a:fld>
            <a:endParaRPr lang="id-ID">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183347630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id-ID"/>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id-ID"/>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17/08/16</a:t>
            </a:fld>
            <a:endParaRPr lang="id-ID">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29453729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17/08/16</a:t>
            </a:fld>
            <a:endParaRPr lang="id-ID">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261741806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id-ID"/>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6F139D3-93DB-4E7C-B53E-C14544E8DD13}" type="datetimeFigureOut">
              <a:rPr lang="id-ID" smtClean="0">
                <a:solidFill>
                  <a:prstClr val="black"/>
                </a:solidFill>
                <a:latin typeface="Calibri" panose="020F0502020204030204"/>
                <a:cs typeface="+mn-cs"/>
              </a:rPr>
              <a:pPr fontAlgn="auto">
                <a:spcBef>
                  <a:spcPts val="0"/>
                </a:spcBef>
                <a:spcAft>
                  <a:spcPts val="0"/>
                </a:spcAft>
              </a:pPr>
              <a:t>17/08/16</a:t>
            </a:fld>
            <a:endParaRPr lang="id-ID">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endParaRPr lang="id-ID">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362981449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9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57510678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72777204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5264703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52284806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72199394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6772465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3001129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05594068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27458665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82783768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30199526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02.xml><?xml version="1.0" encoding="utf-8"?>
<p:sldLayout xmlns:a="http://schemas.openxmlformats.org/drawingml/2006/main" xmlns:r="http://schemas.openxmlformats.org/officeDocument/2006/relationships" xmlns:p="http://schemas.openxmlformats.org/presentationml/2006/main" userDrawn="1">
  <p:cSld name="First Slide">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3845278" y="2587724"/>
            <a:ext cx="4511964" cy="431780"/>
          </a:xfrm>
          <a:prstGeom prst="rect">
            <a:avLst/>
          </a:prstGeom>
        </p:spPr>
        <p:txBody>
          <a:bodyPr vert="horz" lIns="0" tIns="40504" rIns="0" bIns="40504" anchor="ctr"/>
          <a:lstStyle>
            <a:lvl1pPr marL="0" indent="0" algn="ctr">
              <a:lnSpc>
                <a:spcPct val="100000"/>
              </a:lnSpc>
              <a:spcBef>
                <a:spcPts val="0"/>
              </a:spcBef>
              <a:buNone/>
              <a:defRPr sz="4200" b="1">
                <a:solidFill>
                  <a:schemeClr val="tx1">
                    <a:lumMod val="75000"/>
                    <a:lumOff val="25000"/>
                  </a:schemeClr>
                </a:solidFill>
                <a:latin typeface="Lato Light"/>
                <a:cs typeface="Lato Light"/>
              </a:defRPr>
            </a:lvl1pPr>
          </a:lstStyle>
          <a:p>
            <a:pPr lvl="0"/>
            <a:r>
              <a:rPr lang="es-ES_tradnl" dirty="0" smtClean="0"/>
              <a:t>TITLE HERE</a:t>
            </a:r>
          </a:p>
        </p:txBody>
      </p:sp>
      <p:sp>
        <p:nvSpPr>
          <p:cNvPr id="9" name="Text Placeholder 7"/>
          <p:cNvSpPr>
            <a:spLocks noGrp="1"/>
          </p:cNvSpPr>
          <p:nvPr>
            <p:ph type="body" sz="quarter" idx="11" hasCustomPrompt="1"/>
          </p:nvPr>
        </p:nvSpPr>
        <p:spPr>
          <a:xfrm>
            <a:off x="3845278" y="3171523"/>
            <a:ext cx="4511964" cy="228451"/>
          </a:xfrm>
          <a:prstGeom prst="rect">
            <a:avLst/>
          </a:prstGeom>
        </p:spPr>
        <p:txBody>
          <a:bodyPr vert="horz" lIns="0" tIns="40504" rIns="0" bIns="40504" anchor="ctr"/>
          <a:lstStyle>
            <a:lvl1pPr marL="0" indent="0" algn="ctr">
              <a:lnSpc>
                <a:spcPct val="100000"/>
              </a:lnSpc>
              <a:spcBef>
                <a:spcPts val="0"/>
              </a:spcBef>
              <a:spcAft>
                <a:spcPts val="0"/>
              </a:spcAft>
              <a:buNone/>
              <a:defRPr sz="1800" b="0">
                <a:solidFill>
                  <a:schemeClr val="accent3"/>
                </a:solidFill>
                <a:latin typeface="Lato Light"/>
                <a:cs typeface="Lato Light"/>
              </a:defRPr>
            </a:lvl1pPr>
          </a:lstStyle>
          <a:p>
            <a:pPr lvl="0"/>
            <a:r>
              <a:rPr lang="es-ES_tradnl" dirty="0" err="1" smtClean="0"/>
              <a:t>Ultimate</a:t>
            </a:r>
            <a:r>
              <a:rPr lang="es-ES_tradnl" dirty="0" smtClean="0"/>
              <a:t> </a:t>
            </a:r>
            <a:r>
              <a:rPr lang="es-ES_tradnl" dirty="0" err="1" smtClean="0"/>
              <a:t>Powerpoint</a:t>
            </a:r>
            <a:r>
              <a:rPr lang="es-ES_tradnl" dirty="0" smtClean="0"/>
              <a:t> </a:t>
            </a:r>
            <a:r>
              <a:rPr lang="es-ES_tradnl" dirty="0" err="1" smtClean="0"/>
              <a:t>Template</a:t>
            </a:r>
            <a:endParaRPr lang="es-ES_tradnl" dirty="0" smtClean="0"/>
          </a:p>
        </p:txBody>
      </p:sp>
      <p:sp>
        <p:nvSpPr>
          <p:cNvPr id="10" name="Text Placeholder 2"/>
          <p:cNvSpPr>
            <a:spLocks noGrp="1"/>
          </p:cNvSpPr>
          <p:nvPr>
            <p:ph type="body" sz="quarter" idx="16" hasCustomPrompt="1"/>
          </p:nvPr>
        </p:nvSpPr>
        <p:spPr>
          <a:xfrm>
            <a:off x="3865739" y="3604097"/>
            <a:ext cx="4488039" cy="1536868"/>
          </a:xfrm>
          <a:prstGeom prst="rect">
            <a:avLst/>
          </a:prstGeom>
        </p:spPr>
        <p:txBody>
          <a:bodyPr vert="horz" lIns="0" tIns="0" rIns="0" bIns="0"/>
          <a:lstStyle>
            <a:lvl1pPr marL="0" indent="0" algn="ctr">
              <a:lnSpc>
                <a:spcPct val="130000"/>
              </a:lnSpc>
              <a:buNone/>
              <a:defRPr sz="144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a:t>
            </a:r>
          </a:p>
        </p:txBody>
      </p:sp>
    </p:spTree>
    <p:extLst>
      <p:ext uri="{BB962C8B-B14F-4D97-AF65-F5344CB8AC3E}">
        <p14:creationId xmlns:p14="http://schemas.microsoft.com/office/powerpoint/2010/main" val="29122969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fade">
                                      <p:cBhvr>
                                        <p:cTn id="17"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10" grpId="0" build="p">
        <p:tmplLst>
          <p:tmpl lvl="1">
            <p:tnLst>
              <p:par>
                <p:cTn presetID="10" presetClass="entr" presetSubtype="0" fill="hold" nodeType="withEffect">
                  <p:stCondLst>
                    <p:cond delay="800"/>
                  </p:st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Lst>
  </p:timing>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5_Blank">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0" y="0"/>
            <a:ext cx="6819900" cy="6858000"/>
          </a:xfrm>
        </p:spPr>
        <p:txBody>
          <a:bodyPr/>
          <a:lstStyle/>
          <a:p>
            <a:endParaRPr lang="en-IN"/>
          </a:p>
        </p:txBody>
      </p:sp>
      <p:sp>
        <p:nvSpPr>
          <p:cNvPr id="3" name="Slide Number Placeholder 5"/>
          <p:cNvSpPr>
            <a:spLocks noGrp="1"/>
          </p:cNvSpPr>
          <p:nvPr>
            <p:ph type="sldNum" sz="quarter" idx="4"/>
          </p:nvPr>
        </p:nvSpPr>
        <p:spPr>
          <a:xfrm>
            <a:off x="11841956" y="80168"/>
            <a:ext cx="273050" cy="182563"/>
          </a:xfrm>
          <a:prstGeom prst="rect">
            <a:avLst/>
          </a:prstGeom>
          <a:solidFill>
            <a:schemeClr val="accent6">
              <a:lumMod val="50000"/>
            </a:schemeClr>
          </a:solidFill>
        </p:spPr>
        <p:txBody>
          <a:bodyPr vert="horz" lIns="0" tIns="0" rIns="0" bIns="0" rtlCol="0" anchor="ctr"/>
          <a:lstStyle>
            <a:lvl1pPr algn="ctr">
              <a:defRPr sz="10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410725560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04.xml><?xml version="1.0" encoding="utf-8"?>
<p:sldLayout xmlns:a="http://schemas.openxmlformats.org/drawingml/2006/main" xmlns:r="http://schemas.openxmlformats.org/officeDocument/2006/relationships" xmlns:p="http://schemas.openxmlformats.org/presentationml/2006/main" userDrawn="1">
  <p:cSld name="10_Blank">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0" y="0"/>
            <a:ext cx="6819900" cy="6858000"/>
          </a:xfrm>
        </p:spPr>
        <p:txBody>
          <a:bodyPr/>
          <a:lstStyle/>
          <a:p>
            <a:endParaRPr lang="en-IN"/>
          </a:p>
        </p:txBody>
      </p:sp>
      <p:sp>
        <p:nvSpPr>
          <p:cNvPr id="3" name="Slide Number Placeholder 5"/>
          <p:cNvSpPr>
            <a:spLocks noGrp="1"/>
          </p:cNvSpPr>
          <p:nvPr>
            <p:ph type="sldNum" sz="quarter" idx="4"/>
          </p:nvPr>
        </p:nvSpPr>
        <p:spPr>
          <a:xfrm>
            <a:off x="11841956" y="80168"/>
            <a:ext cx="273050" cy="182563"/>
          </a:xfrm>
          <a:prstGeom prst="rect">
            <a:avLst/>
          </a:prstGeom>
          <a:solidFill>
            <a:schemeClr val="accent6">
              <a:lumMod val="50000"/>
            </a:schemeClr>
          </a:solidFill>
        </p:spPr>
        <p:txBody>
          <a:bodyPr vert="horz" lIns="0" tIns="0" rIns="0" bIns="0" rtlCol="0" anchor="ctr"/>
          <a:lstStyle>
            <a:lvl1pPr algn="ctr">
              <a:defRPr sz="10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146176708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05.xml><?xml version="1.0" encoding="utf-8"?>
<p:sldLayout xmlns:a="http://schemas.openxmlformats.org/drawingml/2006/main" xmlns:r="http://schemas.openxmlformats.org/officeDocument/2006/relationships" xmlns:p="http://schemas.openxmlformats.org/presentationml/2006/main" userDrawn="1">
  <p:cSld name="16_Blank">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0" y="0"/>
            <a:ext cx="6819900" cy="6858000"/>
          </a:xfrm>
        </p:spPr>
        <p:txBody>
          <a:bodyPr/>
          <a:lstStyle/>
          <a:p>
            <a:endParaRPr lang="en-IN"/>
          </a:p>
        </p:txBody>
      </p:sp>
      <p:sp>
        <p:nvSpPr>
          <p:cNvPr id="3" name="Slide Number Placeholder 5"/>
          <p:cNvSpPr>
            <a:spLocks noGrp="1"/>
          </p:cNvSpPr>
          <p:nvPr>
            <p:ph type="sldNum" sz="quarter" idx="4"/>
          </p:nvPr>
        </p:nvSpPr>
        <p:spPr>
          <a:xfrm>
            <a:off x="11841956" y="80168"/>
            <a:ext cx="273050" cy="182563"/>
          </a:xfrm>
          <a:prstGeom prst="rect">
            <a:avLst/>
          </a:prstGeom>
          <a:solidFill>
            <a:schemeClr val="accent6">
              <a:lumMod val="50000"/>
            </a:schemeClr>
          </a:solidFill>
        </p:spPr>
        <p:txBody>
          <a:bodyPr vert="horz" lIns="0" tIns="0" rIns="0" bIns="0" rtlCol="0" anchor="ctr"/>
          <a:lstStyle>
            <a:lvl1pPr algn="ctr">
              <a:defRPr sz="10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139845476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423317213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1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673352"/>
            <a:ext cx="4605193" cy="1559213"/>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4" y="2394613"/>
            <a:ext cx="2164273" cy="458854"/>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226578999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08.xml><?xml version="1.0" encoding="utf-8"?>
<p:sldLayout xmlns:a="http://schemas.openxmlformats.org/drawingml/2006/main" xmlns:r="http://schemas.openxmlformats.org/officeDocument/2006/relationships" xmlns:p="http://schemas.openxmlformats.org/presentationml/2006/main" userDrawn="1">
  <p:cSld name="1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217340564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209.xml><?xml version="1.0" encoding="utf-8"?>
<p:sldLayout xmlns:a="http://schemas.openxmlformats.org/drawingml/2006/main" xmlns:r="http://schemas.openxmlformats.org/officeDocument/2006/relationships" xmlns:p="http://schemas.openxmlformats.org/presentationml/2006/main" userDrawn="1">
  <p:cSld name="20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49048843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43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42326302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1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4C89A50-0280-4DDA-8480-DC2C9D23C65F}" type="datetimeFigureOut">
              <a:rPr lang="en-US" smtClean="0">
                <a:solidFill>
                  <a:srgbClr val="7E7E7E">
                    <a:tint val="75000"/>
                  </a:srgbClr>
                </a:solidFill>
              </a:rPr>
              <a:pPr/>
              <a:t>8/17/16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1679494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4C89A50-0280-4DDA-8480-DC2C9D23C65F}" type="datetimeFigureOut">
              <a:rPr lang="en-US" smtClean="0">
                <a:solidFill>
                  <a:srgbClr val="7E7E7E">
                    <a:tint val="75000"/>
                  </a:srgbClr>
                </a:solidFill>
              </a:rPr>
              <a:pPr/>
              <a:t>8/17/16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82567144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1" y="1709740"/>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1" y="4589465"/>
            <a:ext cx="10515600" cy="1500187"/>
          </a:xfrm>
        </p:spPr>
        <p:txBody>
          <a:bodyPr/>
          <a:lstStyle>
            <a:lvl1pPr marL="0" indent="0">
              <a:buNone/>
              <a:defRPr sz="2400">
                <a:solidFill>
                  <a:schemeClr val="tx1">
                    <a:tint val="75000"/>
                  </a:schemeClr>
                </a:solidFill>
              </a:defRPr>
            </a:lvl1pPr>
            <a:lvl2pPr marL="457189" indent="0">
              <a:buNone/>
              <a:defRPr sz="2000">
                <a:solidFill>
                  <a:schemeClr val="tx1">
                    <a:tint val="75000"/>
                  </a:schemeClr>
                </a:solidFill>
              </a:defRPr>
            </a:lvl2pPr>
            <a:lvl3pPr marL="914377"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1"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4C89A50-0280-4DDA-8480-DC2C9D23C65F}" type="datetimeFigureOut">
              <a:rPr lang="en-US" smtClean="0">
                <a:solidFill>
                  <a:srgbClr val="7E7E7E">
                    <a:tint val="75000"/>
                  </a:srgbClr>
                </a:solidFill>
              </a:rPr>
              <a:pPr/>
              <a:t>8/17/16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373777272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4C89A50-0280-4DDA-8480-DC2C9D23C65F}" type="datetimeFigureOut">
              <a:rPr lang="en-US" smtClean="0">
                <a:solidFill>
                  <a:srgbClr val="7E7E7E">
                    <a:tint val="75000"/>
                  </a:srgbClr>
                </a:solidFill>
              </a:rPr>
              <a:pPr/>
              <a:t>8/17/16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311844745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7"/>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9" y="1681163"/>
            <a:ext cx="5157787"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9"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1" y="1681163"/>
            <a:ext cx="5183188"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1"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4C89A50-0280-4DDA-8480-DC2C9D23C65F}" type="datetimeFigureOut">
              <a:rPr lang="en-US" smtClean="0">
                <a:solidFill>
                  <a:srgbClr val="7E7E7E">
                    <a:tint val="75000"/>
                  </a:srgbClr>
                </a:solidFill>
              </a:rPr>
              <a:pPr/>
              <a:t>8/17/16</a:t>
            </a:fld>
            <a:endParaRPr lang="en-US">
              <a:solidFill>
                <a:srgbClr val="7E7E7E">
                  <a:tint val="75000"/>
                </a:srgbClr>
              </a:solidFill>
            </a:endParaRPr>
          </a:p>
        </p:txBody>
      </p:sp>
      <p:sp>
        <p:nvSpPr>
          <p:cNvPr id="8" name="Footer Placeholder 7"/>
          <p:cNvSpPr>
            <a:spLocks noGrp="1"/>
          </p:cNvSpPr>
          <p:nvPr>
            <p:ph type="ftr" sz="quarter" idx="11"/>
          </p:nvPr>
        </p:nvSpPr>
        <p:spPr/>
        <p:txBody>
          <a:bodyPr/>
          <a:lstStyle/>
          <a:p>
            <a:endParaRPr lang="en-US">
              <a:solidFill>
                <a:srgbClr val="7E7E7E">
                  <a:tint val="75000"/>
                </a:srgbClr>
              </a:solidFill>
            </a:endParaRPr>
          </a:p>
        </p:txBody>
      </p:sp>
      <p:sp>
        <p:nvSpPr>
          <p:cNvPr id="9" name="Slide Number Placeholder 8"/>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16844326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4C89A50-0280-4DDA-8480-DC2C9D23C65F}" type="datetimeFigureOut">
              <a:rPr lang="en-US" smtClean="0">
                <a:solidFill>
                  <a:srgbClr val="7E7E7E">
                    <a:tint val="75000"/>
                  </a:srgbClr>
                </a:solidFill>
              </a:rPr>
              <a:pPr/>
              <a:t>8/17/16</a:t>
            </a:fld>
            <a:endParaRPr lang="en-US">
              <a:solidFill>
                <a:srgbClr val="7E7E7E">
                  <a:tint val="75000"/>
                </a:srgbClr>
              </a:solidFill>
            </a:endParaRPr>
          </a:p>
        </p:txBody>
      </p:sp>
      <p:sp>
        <p:nvSpPr>
          <p:cNvPr id="4" name="Footer Placeholder 3"/>
          <p:cNvSpPr>
            <a:spLocks noGrp="1"/>
          </p:cNvSpPr>
          <p:nvPr>
            <p:ph type="ftr" sz="quarter" idx="11"/>
          </p:nvPr>
        </p:nvSpPr>
        <p:spPr/>
        <p:txBody>
          <a:bodyPr/>
          <a:lstStyle/>
          <a:p>
            <a:endParaRPr lang="en-US">
              <a:solidFill>
                <a:srgbClr val="7E7E7E">
                  <a:tint val="75000"/>
                </a:srgbClr>
              </a:solidFill>
            </a:endParaRPr>
          </a:p>
        </p:txBody>
      </p:sp>
      <p:sp>
        <p:nvSpPr>
          <p:cNvPr id="5" name="Slide Number Placeholder 4"/>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7980612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4C89A50-0280-4DDA-8480-DC2C9D23C65F}" type="datetimeFigureOut">
              <a:rPr lang="en-US" smtClean="0">
                <a:solidFill>
                  <a:srgbClr val="7E7E7E">
                    <a:tint val="75000"/>
                  </a:srgbClr>
                </a:solidFill>
              </a:rPr>
              <a:pPr/>
              <a:t>8/17/16</a:t>
            </a:fld>
            <a:endParaRPr lang="en-US">
              <a:solidFill>
                <a:srgbClr val="7E7E7E">
                  <a:tint val="75000"/>
                </a:srgbClr>
              </a:solidFill>
            </a:endParaRPr>
          </a:p>
        </p:txBody>
      </p:sp>
      <p:sp>
        <p:nvSpPr>
          <p:cNvPr id="3" name="Footer Placeholder 2"/>
          <p:cNvSpPr>
            <a:spLocks noGrp="1"/>
          </p:cNvSpPr>
          <p:nvPr>
            <p:ph type="ftr" sz="quarter" idx="11"/>
          </p:nvPr>
        </p:nvSpPr>
        <p:spPr/>
        <p:txBody>
          <a:bodyPr/>
          <a:lstStyle/>
          <a:p>
            <a:endParaRPr lang="en-US">
              <a:solidFill>
                <a:srgbClr val="7E7E7E">
                  <a:tint val="75000"/>
                </a:srgbClr>
              </a:solidFill>
            </a:endParaRPr>
          </a:p>
        </p:txBody>
      </p:sp>
      <p:sp>
        <p:nvSpPr>
          <p:cNvPr id="4" name="Slide Number Placeholder 3"/>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31892914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7"/>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4C89A50-0280-4DDA-8480-DC2C9D23C65F}" type="datetimeFigureOut">
              <a:rPr lang="en-US" smtClean="0">
                <a:solidFill>
                  <a:srgbClr val="7E7E7E">
                    <a:tint val="75000"/>
                  </a:srgbClr>
                </a:solidFill>
              </a:rPr>
              <a:pPr/>
              <a:t>8/17/16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408665536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7"/>
            <a:ext cx="6172200" cy="4873625"/>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4C89A50-0280-4DDA-8480-DC2C9D23C65F}" type="datetimeFigureOut">
              <a:rPr lang="en-US" smtClean="0">
                <a:solidFill>
                  <a:srgbClr val="7E7E7E">
                    <a:tint val="75000"/>
                  </a:srgbClr>
                </a:solidFill>
              </a:rPr>
              <a:pPr/>
              <a:t>8/17/16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20526540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4C89A50-0280-4DDA-8480-DC2C9D23C65F}" type="datetimeFigureOut">
              <a:rPr lang="en-US" smtClean="0">
                <a:solidFill>
                  <a:srgbClr val="7E7E7E">
                    <a:tint val="75000"/>
                  </a:srgbClr>
                </a:solidFill>
              </a:rPr>
              <a:pPr/>
              <a:t>8/17/16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1153714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1"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1"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4C89A50-0280-4DDA-8480-DC2C9D23C65F}" type="datetimeFigureOut">
              <a:rPr lang="en-US" smtClean="0">
                <a:solidFill>
                  <a:srgbClr val="7E7E7E">
                    <a:tint val="75000"/>
                  </a:srgbClr>
                </a:solidFill>
              </a:rPr>
              <a:pPr/>
              <a:t>8/17/16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4101710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2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48302998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45659828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99647075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16956551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8" name="Footer Placeholder 7"/>
          <p:cNvSpPr>
            <a:spLocks noGrp="1"/>
          </p:cNvSpPr>
          <p:nvPr>
            <p:ph type="ftr" sz="quarter" idx="11"/>
          </p:nvPr>
        </p:nvSpPr>
        <p:spPr/>
        <p:txBody>
          <a:bodyPr/>
          <a:lstStyle/>
          <a:p>
            <a:endParaRPr lang="en-US">
              <a:solidFill>
                <a:srgbClr val="000000">
                  <a:tint val="75000"/>
                </a:srgbClr>
              </a:solidFill>
            </a:endParaRPr>
          </a:p>
        </p:txBody>
      </p:sp>
      <p:sp>
        <p:nvSpPr>
          <p:cNvPr id="9" name="Slide Number Placeholder 8"/>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5651007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endParaRPr lang="en-US">
              <a:solidFill>
                <a:srgbClr val="000000">
                  <a:tint val="75000"/>
                </a:srgbClr>
              </a:solidFill>
            </a:endParaRPr>
          </a:p>
        </p:txBody>
      </p:sp>
      <p:sp>
        <p:nvSpPr>
          <p:cNvPr id="5" name="Slide Number Placeholder 4"/>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37305737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99729527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smtClean="0"/>
              <a:t>Click to edit Master title style</a:t>
            </a:r>
            <a:endParaRPr lang="en-US"/>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5754124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51296455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29131627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99842684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33.xml><?xml version="1.0" encoding="utf-8"?>
<p:sldLayout xmlns:a="http://schemas.openxmlformats.org/drawingml/2006/main" xmlns:r="http://schemas.openxmlformats.org/officeDocument/2006/relationships" xmlns:p="http://schemas.openxmlformats.org/presentationml/2006/main"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1"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426910420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34.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20300647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23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10636506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75990807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55327681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6993852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8" name="Footer Placeholder 7"/>
          <p:cNvSpPr>
            <a:spLocks noGrp="1"/>
          </p:cNvSpPr>
          <p:nvPr>
            <p:ph type="ftr" sz="quarter" idx="11"/>
          </p:nvPr>
        </p:nvSpPr>
        <p:spPr/>
        <p:txBody>
          <a:bodyPr/>
          <a:lstStyle/>
          <a:p>
            <a:endParaRPr lang="en-US">
              <a:solidFill>
                <a:srgbClr val="95A5A6">
                  <a:tint val="75000"/>
                </a:srgbClr>
              </a:solidFill>
            </a:endParaRPr>
          </a:p>
        </p:txBody>
      </p:sp>
      <p:sp>
        <p:nvSpPr>
          <p:cNvPr id="9" name="Slide Number Placeholder 8"/>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1022448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4" name="Footer Placeholder 3"/>
          <p:cNvSpPr>
            <a:spLocks noGrp="1"/>
          </p:cNvSpPr>
          <p:nvPr>
            <p:ph type="ftr" sz="quarter" idx="11"/>
          </p:nvPr>
        </p:nvSpPr>
        <p:spPr/>
        <p:txBody>
          <a:bodyPr/>
          <a:lstStyle/>
          <a:p>
            <a:endParaRPr lang="en-US">
              <a:solidFill>
                <a:srgbClr val="95A5A6">
                  <a:tint val="75000"/>
                </a:srgbClr>
              </a:solidFill>
            </a:endParaRPr>
          </a:p>
        </p:txBody>
      </p:sp>
      <p:sp>
        <p:nvSpPr>
          <p:cNvPr id="5" name="Slide Number Placeholder 4"/>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0915119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3" name="Footer Placeholder 2"/>
          <p:cNvSpPr>
            <a:spLocks noGrp="1"/>
          </p:cNvSpPr>
          <p:nvPr>
            <p:ph type="ftr" sz="quarter" idx="11"/>
          </p:nvPr>
        </p:nvSpPr>
        <p:spPr/>
        <p:txBody>
          <a:bodyPr/>
          <a:lstStyle/>
          <a:p>
            <a:endParaRPr lang="en-US">
              <a:solidFill>
                <a:srgbClr val="95A5A6">
                  <a:tint val="75000"/>
                </a:srgbClr>
              </a:solidFill>
            </a:endParaRPr>
          </a:p>
        </p:txBody>
      </p:sp>
      <p:sp>
        <p:nvSpPr>
          <p:cNvPr id="4" name="Slide Number Placeholder 3"/>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388474293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420005263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6955418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20455297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426596672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4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10875579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6" name="Rectangle 5"/>
          <p:cNvSpPr/>
          <p:nvPr userDrawn="1"/>
        </p:nvSpPr>
        <p:spPr>
          <a:xfrm>
            <a:off x="0" y="0"/>
            <a:ext cx="12192000" cy="5095569"/>
          </a:xfrm>
          <a:prstGeom prst="rect">
            <a:avLst/>
          </a:prstGeom>
          <a:solidFill>
            <a:schemeClr val="accent1"/>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pic>
        <p:nvPicPr>
          <p:cNvPr id="29" name="Picture 28"/>
          <p:cNvPicPr>
            <a:picLocks noChangeAspect="1"/>
          </p:cNvPicPr>
          <p:nvPr userDrawn="1"/>
        </p:nvPicPr>
        <p:blipFill rotWithShape="1">
          <a:blip r:embed="rId2" cstate="print">
            <a:extLst>
              <a:ext uri="{28A0092B-C50C-407E-A947-70E740481C1C}">
                <a14:useLocalDpi xmlns:a14="http://schemas.microsoft.com/office/drawing/2010/main" val="0"/>
              </a:ext>
            </a:extLst>
          </a:blip>
          <a:srcRect l="5354" t="8440" r="6203" b="10137"/>
          <a:stretch/>
        </p:blipFill>
        <p:spPr>
          <a:xfrm rot="16200000">
            <a:off x="1972459" y="1093844"/>
            <a:ext cx="3478736" cy="4423114"/>
          </a:xfrm>
          <a:prstGeom prst="rect">
            <a:avLst/>
          </a:prstGeom>
          <a:effectLst/>
        </p:spPr>
      </p:pic>
      <p:sp>
        <p:nvSpPr>
          <p:cNvPr id="30" name="Rectangle 29"/>
          <p:cNvSpPr>
            <a:spLocks noChangeAspect="1"/>
          </p:cNvSpPr>
          <p:nvPr userDrawn="1"/>
        </p:nvSpPr>
        <p:spPr>
          <a:xfrm>
            <a:off x="2002971" y="2061576"/>
            <a:ext cx="3341481" cy="244511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1" name="Picture Placeholder 40"/>
          <p:cNvSpPr>
            <a:spLocks noGrp="1"/>
          </p:cNvSpPr>
          <p:nvPr>
            <p:ph type="pic" sz="quarter" idx="10"/>
          </p:nvPr>
        </p:nvSpPr>
        <p:spPr>
          <a:xfrm>
            <a:off x="2002971" y="2061576"/>
            <a:ext cx="3341481" cy="2445110"/>
          </a:xfrm>
        </p:spPr>
        <p:txBody>
          <a:bodyPr/>
          <a:lstStyle/>
          <a:p>
            <a:endParaRPr lang="en-US"/>
          </a:p>
        </p:txBody>
      </p:sp>
    </p:spTree>
    <p:extLst>
      <p:ext uri="{BB962C8B-B14F-4D97-AF65-F5344CB8AC3E}">
        <p14:creationId xmlns:p14="http://schemas.microsoft.com/office/powerpoint/2010/main" val="314189922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randombar(horizontal)">
                                      <p:cBhvr>
                                        <p:cTn id="7" dur="500"/>
                                        <p:tgtEl>
                                          <p:spTgt spid="6"/>
                                        </p:tgtEl>
                                      </p:cBhvr>
                                    </p:animEffect>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29"/>
                                        </p:tgtEl>
                                        <p:attrNameLst>
                                          <p:attrName>style.visibility</p:attrName>
                                        </p:attrNameLst>
                                      </p:cBhvr>
                                      <p:to>
                                        <p:strVal val="visible"/>
                                      </p:to>
                                    </p:set>
                                    <p:anim calcmode="lin" valueType="num">
                                      <p:cBhvr additive="base">
                                        <p:cTn id="11" dur="250" fill="hold"/>
                                        <p:tgtEl>
                                          <p:spTgt spid="29"/>
                                        </p:tgtEl>
                                        <p:attrNameLst>
                                          <p:attrName>ppt_x</p:attrName>
                                        </p:attrNameLst>
                                      </p:cBhvr>
                                      <p:tavLst>
                                        <p:tav tm="0">
                                          <p:val>
                                            <p:strVal val="#ppt_x"/>
                                          </p:val>
                                        </p:tav>
                                        <p:tav tm="100000">
                                          <p:val>
                                            <p:strVal val="#ppt_x"/>
                                          </p:val>
                                        </p:tav>
                                      </p:tavLst>
                                    </p:anim>
                                    <p:anim calcmode="lin" valueType="num">
                                      <p:cBhvr additive="base">
                                        <p:cTn id="12" dur="250" fill="hold"/>
                                        <p:tgtEl>
                                          <p:spTgt spid="29"/>
                                        </p:tgtEl>
                                        <p:attrNameLst>
                                          <p:attrName>ppt_y</p:attrName>
                                        </p:attrNameLst>
                                      </p:cBhvr>
                                      <p:tavLst>
                                        <p:tav tm="0">
                                          <p:val>
                                            <p:strVal val="1+#ppt_h/2"/>
                                          </p:val>
                                        </p:tav>
                                        <p:tav tm="100000">
                                          <p:val>
                                            <p:strVal val="#ppt_y"/>
                                          </p:val>
                                        </p:tav>
                                      </p:tavLst>
                                    </p:anim>
                                  </p:childTnLst>
                                </p:cTn>
                              </p:par>
                            </p:childTnLst>
                          </p:cTn>
                        </p:par>
                        <p:par>
                          <p:cTn id="13" fill="hold">
                            <p:stCondLst>
                              <p:cond delay="750"/>
                            </p:stCondLst>
                            <p:childTnLst>
                              <p:par>
                                <p:cTn id="14" presetID="2" presetClass="entr" presetSubtype="4" fill="hold" grpId="0" nodeType="afterEffect">
                                  <p:stCondLst>
                                    <p:cond delay="0"/>
                                  </p:stCondLst>
                                  <p:childTnLst>
                                    <p:set>
                                      <p:cBhvr>
                                        <p:cTn id="15" dur="1" fill="hold">
                                          <p:stCondLst>
                                            <p:cond delay="0"/>
                                          </p:stCondLst>
                                        </p:cTn>
                                        <p:tgtEl>
                                          <p:spTgt spid="30"/>
                                        </p:tgtEl>
                                        <p:attrNameLst>
                                          <p:attrName>style.visibility</p:attrName>
                                        </p:attrNameLst>
                                      </p:cBhvr>
                                      <p:to>
                                        <p:strVal val="visible"/>
                                      </p:to>
                                    </p:set>
                                    <p:anim calcmode="lin" valueType="num">
                                      <p:cBhvr additive="base">
                                        <p:cTn id="16" dur="250" fill="hold"/>
                                        <p:tgtEl>
                                          <p:spTgt spid="30"/>
                                        </p:tgtEl>
                                        <p:attrNameLst>
                                          <p:attrName>ppt_x</p:attrName>
                                        </p:attrNameLst>
                                      </p:cBhvr>
                                      <p:tavLst>
                                        <p:tav tm="0">
                                          <p:val>
                                            <p:strVal val="#ppt_x"/>
                                          </p:val>
                                        </p:tav>
                                        <p:tav tm="100000">
                                          <p:val>
                                            <p:strVal val="#ppt_x"/>
                                          </p:val>
                                        </p:tav>
                                      </p:tavLst>
                                    </p:anim>
                                    <p:anim calcmode="lin" valueType="num">
                                      <p:cBhvr additive="base">
                                        <p:cTn id="17" dur="25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0" grpId="0" animBg="1"/>
    </p:bldLst>
  </p:timing>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6" name="Rectangle 5"/>
          <p:cNvSpPr/>
          <p:nvPr userDrawn="1"/>
        </p:nvSpPr>
        <p:spPr>
          <a:xfrm flipH="1">
            <a:off x="0" y="-1"/>
            <a:ext cx="12192000" cy="50452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7" name="Rectangle 6"/>
          <p:cNvSpPr/>
          <p:nvPr userDrawn="1"/>
        </p:nvSpPr>
        <p:spPr>
          <a:xfrm>
            <a:off x="0" y="0"/>
            <a:ext cx="12191999" cy="5045294"/>
          </a:xfrm>
          <a:prstGeom prst="rect">
            <a:avLst/>
          </a:prstGeom>
          <a:solidFill>
            <a:schemeClr val="tx2">
              <a:lumMod val="50000"/>
              <a:alpha val="7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pic>
        <p:nvPicPr>
          <p:cNvPr id="33" name="Picture 32"/>
          <p:cNvPicPr>
            <a:picLocks noChangeAspect="1"/>
          </p:cNvPicPr>
          <p:nvPr userDrawn="1"/>
        </p:nvPicPr>
        <p:blipFill rotWithShape="1">
          <a:blip r:embed="rId2" cstate="print">
            <a:extLst>
              <a:ext uri="{28A0092B-C50C-407E-A947-70E740481C1C}">
                <a14:useLocalDpi xmlns:a14="http://schemas.microsoft.com/office/drawing/2010/main" val="0"/>
              </a:ext>
            </a:extLst>
          </a:blip>
          <a:srcRect l="19221" t="29398" r="17922" b="13718"/>
          <a:stretch/>
        </p:blipFill>
        <p:spPr>
          <a:xfrm>
            <a:off x="509714" y="1572550"/>
            <a:ext cx="5617574" cy="3389114"/>
          </a:xfrm>
          <a:prstGeom prst="rect">
            <a:avLst/>
          </a:prstGeom>
        </p:spPr>
      </p:pic>
      <p:sp>
        <p:nvSpPr>
          <p:cNvPr id="34" name="Rectangle 33"/>
          <p:cNvSpPr/>
          <p:nvPr userDrawn="1"/>
        </p:nvSpPr>
        <p:spPr>
          <a:xfrm>
            <a:off x="1328639" y="1971593"/>
            <a:ext cx="3892642" cy="244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Picture Placeholder 43"/>
          <p:cNvSpPr>
            <a:spLocks noGrp="1"/>
          </p:cNvSpPr>
          <p:nvPr>
            <p:ph type="pic" sz="quarter" idx="10"/>
          </p:nvPr>
        </p:nvSpPr>
        <p:spPr>
          <a:xfrm>
            <a:off x="1328637" y="1959007"/>
            <a:ext cx="3892643" cy="2460586"/>
          </a:xfrm>
        </p:spPr>
        <p:txBody>
          <a:bodyPr/>
          <a:lstStyle/>
          <a:p>
            <a:endParaRPr lang="en-US"/>
          </a:p>
        </p:txBody>
      </p:sp>
    </p:spTree>
    <p:extLst>
      <p:ext uri="{BB962C8B-B14F-4D97-AF65-F5344CB8AC3E}">
        <p14:creationId xmlns:p14="http://schemas.microsoft.com/office/powerpoint/2010/main" val="22505102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31" name="Picture Placeholder 30"/>
          <p:cNvSpPr>
            <a:spLocks noGrp="1"/>
          </p:cNvSpPr>
          <p:nvPr>
            <p:ph type="pic" sz="quarter" idx="10"/>
          </p:nvPr>
        </p:nvSpPr>
        <p:spPr>
          <a:xfrm>
            <a:off x="0" y="-9591"/>
            <a:ext cx="2290067" cy="2458632"/>
          </a:xfrm>
        </p:spPr>
        <p:txBody>
          <a:bodyPr>
            <a:normAutofit/>
          </a:bodyPr>
          <a:lstStyle>
            <a:lvl1pPr marL="0" indent="0">
              <a:buNone/>
              <a:defRPr sz="1400"/>
            </a:lvl1pPr>
          </a:lstStyle>
          <a:p>
            <a:endParaRPr lang="en-US"/>
          </a:p>
        </p:txBody>
      </p:sp>
      <p:sp>
        <p:nvSpPr>
          <p:cNvPr id="32" name="Picture Placeholder 30"/>
          <p:cNvSpPr>
            <a:spLocks noGrp="1"/>
          </p:cNvSpPr>
          <p:nvPr>
            <p:ph type="pic" sz="quarter" idx="11"/>
          </p:nvPr>
        </p:nvSpPr>
        <p:spPr>
          <a:xfrm>
            <a:off x="4792386" y="-9591"/>
            <a:ext cx="2501330" cy="2458632"/>
          </a:xfrm>
        </p:spPr>
        <p:txBody>
          <a:bodyPr>
            <a:normAutofit/>
          </a:bodyPr>
          <a:lstStyle>
            <a:lvl1pPr marL="0" indent="0">
              <a:buNone/>
              <a:defRPr sz="1400"/>
            </a:lvl1pPr>
          </a:lstStyle>
          <a:p>
            <a:endParaRPr lang="en-US"/>
          </a:p>
        </p:txBody>
      </p:sp>
      <p:sp>
        <p:nvSpPr>
          <p:cNvPr id="33" name="Picture Placeholder 30"/>
          <p:cNvSpPr>
            <a:spLocks noGrp="1"/>
          </p:cNvSpPr>
          <p:nvPr>
            <p:ph type="pic" sz="quarter" idx="12"/>
          </p:nvPr>
        </p:nvSpPr>
        <p:spPr>
          <a:xfrm>
            <a:off x="2299120" y="2449041"/>
            <a:ext cx="2489332" cy="2458633"/>
          </a:xfrm>
        </p:spPr>
        <p:txBody>
          <a:bodyPr>
            <a:normAutofit/>
          </a:bodyPr>
          <a:lstStyle>
            <a:lvl1pPr marL="0" indent="0">
              <a:buNone/>
              <a:defRPr sz="1400"/>
            </a:lvl1pPr>
          </a:lstStyle>
          <a:p>
            <a:endParaRPr lang="en-US"/>
          </a:p>
        </p:txBody>
      </p:sp>
      <p:sp>
        <p:nvSpPr>
          <p:cNvPr id="34" name="Picture Placeholder 30"/>
          <p:cNvSpPr>
            <a:spLocks noGrp="1"/>
          </p:cNvSpPr>
          <p:nvPr>
            <p:ph type="pic" sz="quarter" idx="13"/>
          </p:nvPr>
        </p:nvSpPr>
        <p:spPr>
          <a:xfrm>
            <a:off x="7285651" y="2449041"/>
            <a:ext cx="2504782" cy="2458633"/>
          </a:xfrm>
        </p:spPr>
        <p:txBody>
          <a:bodyPr>
            <a:normAutofit/>
          </a:bodyPr>
          <a:lstStyle>
            <a:lvl1pPr marL="0" indent="0">
              <a:buNone/>
              <a:defRPr sz="1400"/>
            </a:lvl1pPr>
          </a:lstStyle>
          <a:p>
            <a:endParaRPr lang="en-US" dirty="0"/>
          </a:p>
        </p:txBody>
      </p:sp>
      <p:sp>
        <p:nvSpPr>
          <p:cNvPr id="35" name="Picture Placeholder 30"/>
          <p:cNvSpPr>
            <a:spLocks noGrp="1"/>
          </p:cNvSpPr>
          <p:nvPr>
            <p:ph type="pic" sz="quarter" idx="14"/>
          </p:nvPr>
        </p:nvSpPr>
        <p:spPr>
          <a:xfrm>
            <a:off x="9782368" y="-9591"/>
            <a:ext cx="2409632" cy="2458631"/>
          </a:xfrm>
        </p:spPr>
        <p:txBody>
          <a:bodyPr>
            <a:normAutofit/>
          </a:bodyPr>
          <a:lstStyle>
            <a:lvl1pPr marL="0" indent="0">
              <a:buNone/>
              <a:defRPr sz="1400"/>
            </a:lvl1pPr>
          </a:lstStyle>
          <a:p>
            <a:endParaRPr lang="en-US"/>
          </a:p>
        </p:txBody>
      </p:sp>
      <p:sp>
        <p:nvSpPr>
          <p:cNvPr id="8" name="Rectangle 7"/>
          <p:cNvSpPr/>
          <p:nvPr/>
        </p:nvSpPr>
        <p:spPr>
          <a:xfrm>
            <a:off x="7285651" y="-9590"/>
            <a:ext cx="2500839" cy="245863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3" name="Rectangle 12"/>
          <p:cNvSpPr/>
          <p:nvPr userDrawn="1"/>
        </p:nvSpPr>
        <p:spPr>
          <a:xfrm>
            <a:off x="0" y="2449044"/>
            <a:ext cx="2297644" cy="245863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7" name="Rectangle 16"/>
          <p:cNvSpPr/>
          <p:nvPr userDrawn="1"/>
        </p:nvSpPr>
        <p:spPr>
          <a:xfrm>
            <a:off x="4790722" y="2449044"/>
            <a:ext cx="2500839" cy="245863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1" name="Rectangle 20"/>
          <p:cNvSpPr/>
          <p:nvPr userDrawn="1"/>
        </p:nvSpPr>
        <p:spPr>
          <a:xfrm>
            <a:off x="9782368" y="2449041"/>
            <a:ext cx="2409632" cy="24731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5" name="Rectangle 24"/>
          <p:cNvSpPr/>
          <p:nvPr/>
        </p:nvSpPr>
        <p:spPr>
          <a:xfrm>
            <a:off x="2290069" y="-9590"/>
            <a:ext cx="2500840" cy="245863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Tree>
    <p:extLst>
      <p:ext uri="{BB962C8B-B14F-4D97-AF65-F5344CB8AC3E}">
        <p14:creationId xmlns:p14="http://schemas.microsoft.com/office/powerpoint/2010/main" val="2121079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1055402" y="1783041"/>
            <a:ext cx="4779646" cy="3883456"/>
          </a:xfrm>
        </p:spPr>
        <p:txBody>
          <a:bodyPr/>
          <a:lstStyle/>
          <a:p>
            <a:endParaRPr lang="en-US"/>
          </a:p>
        </p:txBody>
      </p:sp>
    </p:spTree>
    <p:extLst>
      <p:ext uri="{BB962C8B-B14F-4D97-AF65-F5344CB8AC3E}">
        <p14:creationId xmlns:p14="http://schemas.microsoft.com/office/powerpoint/2010/main" val="338085537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1" y="1683839"/>
            <a:ext cx="8052887" cy="3883456"/>
          </a:xfrm>
        </p:spPr>
        <p:txBody>
          <a:bodyPr/>
          <a:lstStyle/>
          <a:p>
            <a:endParaRPr lang="en-US"/>
          </a:p>
        </p:txBody>
      </p:sp>
    </p:spTree>
    <p:extLst>
      <p:ext uri="{BB962C8B-B14F-4D97-AF65-F5344CB8AC3E}">
        <p14:creationId xmlns:p14="http://schemas.microsoft.com/office/powerpoint/2010/main" val="355039510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9" name="Picture Placeholder 17"/>
          <p:cNvSpPr>
            <a:spLocks noGrp="1"/>
          </p:cNvSpPr>
          <p:nvPr>
            <p:ph type="pic" sz="quarter" idx="11"/>
          </p:nvPr>
        </p:nvSpPr>
        <p:spPr>
          <a:xfrm>
            <a:off x="6135624" y="1883664"/>
            <a:ext cx="1847088" cy="2542032"/>
          </a:xfrm>
        </p:spPr>
        <p:txBody>
          <a:bodyPr/>
          <a:lstStyle/>
          <a:p>
            <a:endParaRPr lang="en-US" dirty="0"/>
          </a:p>
        </p:txBody>
      </p:sp>
      <p:sp>
        <p:nvSpPr>
          <p:cNvPr id="20" name="Picture Placeholder 17"/>
          <p:cNvSpPr>
            <a:spLocks noGrp="1"/>
          </p:cNvSpPr>
          <p:nvPr>
            <p:ph type="pic" sz="quarter" idx="12"/>
          </p:nvPr>
        </p:nvSpPr>
        <p:spPr>
          <a:xfrm>
            <a:off x="4123944" y="1883664"/>
            <a:ext cx="1499616" cy="2542032"/>
          </a:xfrm>
        </p:spPr>
        <p:txBody>
          <a:bodyPr/>
          <a:lstStyle/>
          <a:p>
            <a:endParaRPr lang="en-US" dirty="0"/>
          </a:p>
        </p:txBody>
      </p:sp>
      <p:sp>
        <p:nvSpPr>
          <p:cNvPr id="18" name="Picture Placeholder 17"/>
          <p:cNvSpPr>
            <a:spLocks noGrp="1"/>
          </p:cNvSpPr>
          <p:nvPr>
            <p:ph type="pic" sz="quarter" idx="10"/>
          </p:nvPr>
        </p:nvSpPr>
        <p:spPr>
          <a:xfrm>
            <a:off x="5212080" y="1773936"/>
            <a:ext cx="1636776" cy="2843784"/>
          </a:xfrm>
        </p:spPr>
        <p:txBody>
          <a:bodyPr/>
          <a:lstStyle/>
          <a:p>
            <a:endParaRPr lang="en-US" dirty="0"/>
          </a:p>
        </p:txBody>
      </p:sp>
    </p:spTree>
    <p:extLst>
      <p:ext uri="{BB962C8B-B14F-4D97-AF65-F5344CB8AC3E}">
        <p14:creationId xmlns:p14="http://schemas.microsoft.com/office/powerpoint/2010/main" val="403691269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724211" y="2086084"/>
            <a:ext cx="3098385" cy="3046095"/>
          </a:xfrm>
        </p:spPr>
        <p:txBody>
          <a:bodyPr/>
          <a:lstStyle>
            <a:lvl1pPr marL="0" indent="0">
              <a:buNone/>
              <a:defRPr/>
            </a:lvl1pPr>
          </a:lstStyle>
          <a:p>
            <a:endParaRPr lang="en-US"/>
          </a:p>
        </p:txBody>
      </p:sp>
      <p:sp>
        <p:nvSpPr>
          <p:cNvPr id="18" name="Picture Placeholder 2"/>
          <p:cNvSpPr>
            <a:spLocks noGrp="1"/>
          </p:cNvSpPr>
          <p:nvPr>
            <p:ph type="pic" sz="quarter" idx="11"/>
          </p:nvPr>
        </p:nvSpPr>
        <p:spPr>
          <a:xfrm>
            <a:off x="4546808" y="2086084"/>
            <a:ext cx="3098385" cy="3046095"/>
          </a:xfrm>
        </p:spPr>
        <p:txBody>
          <a:bodyPr/>
          <a:lstStyle>
            <a:lvl1pPr marL="0" indent="0">
              <a:buNone/>
              <a:defRPr/>
            </a:lvl1pPr>
          </a:lstStyle>
          <a:p>
            <a:endParaRPr lang="en-US"/>
          </a:p>
        </p:txBody>
      </p:sp>
      <p:sp>
        <p:nvSpPr>
          <p:cNvPr id="19" name="Picture Placeholder 2"/>
          <p:cNvSpPr>
            <a:spLocks noGrp="1"/>
          </p:cNvSpPr>
          <p:nvPr>
            <p:ph type="pic" sz="quarter" idx="12"/>
          </p:nvPr>
        </p:nvSpPr>
        <p:spPr>
          <a:xfrm>
            <a:off x="8369403" y="2086084"/>
            <a:ext cx="3098385" cy="3046095"/>
          </a:xfrm>
        </p:spPr>
        <p:txBody>
          <a:bodyPr/>
          <a:lstStyle>
            <a:lvl1pPr marL="0" indent="0">
              <a:buNone/>
              <a:defRPr/>
            </a:lvl1pPr>
          </a:lstStyle>
          <a:p>
            <a:endParaRPr lang="en-US"/>
          </a:p>
        </p:txBody>
      </p:sp>
    </p:spTree>
    <p:extLst>
      <p:ext uri="{BB962C8B-B14F-4D97-AF65-F5344CB8AC3E}">
        <p14:creationId xmlns:p14="http://schemas.microsoft.com/office/powerpoint/2010/main" val="299076144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p:spPr>
        <p:txBody>
          <a:bodyPr/>
          <a:lstStyle/>
          <a:p>
            <a:endParaRPr lang="en-US"/>
          </a:p>
        </p:txBody>
      </p:sp>
    </p:spTree>
    <p:extLst>
      <p:ext uri="{BB962C8B-B14F-4D97-AF65-F5344CB8AC3E}">
        <p14:creationId xmlns:p14="http://schemas.microsoft.com/office/powerpoint/2010/main" val="425931904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08099695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88341727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80707336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085958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47183196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92678669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32" name="Oval 31"/>
          <p:cNvSpPr/>
          <p:nvPr userDrawn="1"/>
        </p:nvSpPr>
        <p:spPr>
          <a:xfrm>
            <a:off x="8749343" y="4405387"/>
            <a:ext cx="1666608" cy="166660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34" name="Oval 33"/>
          <p:cNvSpPr/>
          <p:nvPr userDrawn="1"/>
        </p:nvSpPr>
        <p:spPr>
          <a:xfrm>
            <a:off x="8832080" y="4478599"/>
            <a:ext cx="1522962" cy="152296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35" name="Picture Placeholder 8"/>
          <p:cNvSpPr>
            <a:spLocks noGrp="1"/>
          </p:cNvSpPr>
          <p:nvPr userDrawn="1">
            <p:ph type="pic" sz="quarter" idx="34"/>
          </p:nvPr>
        </p:nvSpPr>
        <p:spPr>
          <a:xfrm>
            <a:off x="8904825" y="4561147"/>
            <a:ext cx="1378814" cy="1378814"/>
          </a:xfrm>
          <a:prstGeom prst="ellipse">
            <a:avLst/>
          </a:prstGeom>
        </p:spPr>
        <p:txBody>
          <a:bodyPr/>
          <a:lstStyle>
            <a:lvl1pPr>
              <a:defRPr sz="1200">
                <a:solidFill>
                  <a:schemeClr val="bg1"/>
                </a:solidFill>
              </a:defRPr>
            </a:lvl1pPr>
          </a:lstStyle>
          <a:p>
            <a:endParaRPr lang="id-ID" dirty="0"/>
          </a:p>
        </p:txBody>
      </p:sp>
      <p:sp>
        <p:nvSpPr>
          <p:cNvPr id="19" name="Oval 18"/>
          <p:cNvSpPr/>
          <p:nvPr userDrawn="1"/>
        </p:nvSpPr>
        <p:spPr>
          <a:xfrm>
            <a:off x="1506715" y="4405387"/>
            <a:ext cx="1666608" cy="16666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24" name="Oval 23"/>
          <p:cNvSpPr/>
          <p:nvPr userDrawn="1"/>
        </p:nvSpPr>
        <p:spPr>
          <a:xfrm>
            <a:off x="1589452" y="4478599"/>
            <a:ext cx="1522962" cy="152296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25" name="Picture Placeholder 8"/>
          <p:cNvSpPr>
            <a:spLocks noGrp="1"/>
          </p:cNvSpPr>
          <p:nvPr userDrawn="1">
            <p:ph type="pic" sz="quarter" idx="10"/>
          </p:nvPr>
        </p:nvSpPr>
        <p:spPr>
          <a:xfrm>
            <a:off x="1662197" y="4561147"/>
            <a:ext cx="1378814" cy="1378814"/>
          </a:xfrm>
          <a:prstGeom prst="ellipse">
            <a:avLst/>
          </a:prstGeom>
        </p:spPr>
        <p:txBody>
          <a:bodyPr/>
          <a:lstStyle>
            <a:lvl1pPr>
              <a:defRPr sz="1200">
                <a:solidFill>
                  <a:schemeClr val="bg1"/>
                </a:solidFill>
              </a:defRPr>
            </a:lvl1pPr>
          </a:lstStyle>
          <a:p>
            <a:endParaRPr lang="id-ID" dirty="0"/>
          </a:p>
        </p:txBody>
      </p:sp>
      <p:sp>
        <p:nvSpPr>
          <p:cNvPr id="27" name="Oval 26"/>
          <p:cNvSpPr/>
          <p:nvPr userDrawn="1"/>
        </p:nvSpPr>
        <p:spPr>
          <a:xfrm>
            <a:off x="5186087" y="4405387"/>
            <a:ext cx="1666608" cy="16666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29" name="Oval 28"/>
          <p:cNvSpPr/>
          <p:nvPr userDrawn="1"/>
        </p:nvSpPr>
        <p:spPr>
          <a:xfrm>
            <a:off x="5268823" y="4478599"/>
            <a:ext cx="1522962" cy="152296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30" name="Picture Placeholder 8"/>
          <p:cNvSpPr>
            <a:spLocks noGrp="1"/>
          </p:cNvSpPr>
          <p:nvPr userDrawn="1">
            <p:ph type="pic" sz="quarter" idx="33"/>
          </p:nvPr>
        </p:nvSpPr>
        <p:spPr>
          <a:xfrm>
            <a:off x="5341569" y="4561147"/>
            <a:ext cx="1378814" cy="1378814"/>
          </a:xfrm>
          <a:prstGeom prst="ellipse">
            <a:avLst/>
          </a:prstGeom>
        </p:spPr>
        <p:txBody>
          <a:bodyPr/>
          <a:lstStyle>
            <a:lvl1pPr>
              <a:defRPr sz="1200">
                <a:solidFill>
                  <a:schemeClr val="bg1"/>
                </a:solidFill>
              </a:defRPr>
            </a:lvl1pPr>
          </a:lstStyle>
          <a:p>
            <a:endParaRPr lang="id-ID" dirty="0"/>
          </a:p>
        </p:txBody>
      </p:sp>
    </p:spTree>
    <p:extLst>
      <p:ext uri="{BB962C8B-B14F-4D97-AF65-F5344CB8AC3E}">
        <p14:creationId xmlns:p14="http://schemas.microsoft.com/office/powerpoint/2010/main" val="31521296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nodePh="1">
                                  <p:stCondLst>
                                    <p:cond delay="0"/>
                                  </p:stCondLst>
                                  <p:endCondLst>
                                    <p:cond evt="begin" delay="0">
                                      <p:tn val="5"/>
                                    </p:cond>
                                  </p:endCondLst>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animEffect transition="in" filter="fade">
                                      <p:cBhvr>
                                        <p:cTn id="9" dur="500"/>
                                        <p:tgtEl>
                                          <p:spTgt spid="25"/>
                                        </p:tgtEl>
                                      </p:cBhvr>
                                    </p:animEffect>
                                  </p:childTnLst>
                                </p:cTn>
                              </p:par>
                              <p:par>
                                <p:cTn id="10" presetID="53" presetClass="entr" presetSubtype="16" fill="hold" grpId="0" nodeType="withEffect" nodePh="1">
                                  <p:stCondLst>
                                    <p:cond delay="0"/>
                                  </p:stCondLst>
                                  <p:endCondLst>
                                    <p:cond evt="begin" delay="0">
                                      <p:tn val="10"/>
                                    </p:cond>
                                  </p:endCondLst>
                                  <p:childTnLst>
                                    <p:set>
                                      <p:cBhvr>
                                        <p:cTn id="11" dur="1" fill="hold">
                                          <p:stCondLst>
                                            <p:cond delay="0"/>
                                          </p:stCondLst>
                                        </p:cTn>
                                        <p:tgtEl>
                                          <p:spTgt spid="30"/>
                                        </p:tgtEl>
                                        <p:attrNameLst>
                                          <p:attrName>style.visibility</p:attrName>
                                        </p:attrNameLst>
                                      </p:cBhvr>
                                      <p:to>
                                        <p:strVal val="visible"/>
                                      </p:to>
                                    </p:set>
                                    <p:anim calcmode="lin" valueType="num">
                                      <p:cBhvr>
                                        <p:cTn id="12" dur="500" fill="hold"/>
                                        <p:tgtEl>
                                          <p:spTgt spid="30"/>
                                        </p:tgtEl>
                                        <p:attrNameLst>
                                          <p:attrName>ppt_w</p:attrName>
                                        </p:attrNameLst>
                                      </p:cBhvr>
                                      <p:tavLst>
                                        <p:tav tm="0">
                                          <p:val>
                                            <p:fltVal val="0"/>
                                          </p:val>
                                        </p:tav>
                                        <p:tav tm="100000">
                                          <p:val>
                                            <p:strVal val="#ppt_w"/>
                                          </p:val>
                                        </p:tav>
                                      </p:tavLst>
                                    </p:anim>
                                    <p:anim calcmode="lin" valueType="num">
                                      <p:cBhvr>
                                        <p:cTn id="13" dur="500" fill="hold"/>
                                        <p:tgtEl>
                                          <p:spTgt spid="30"/>
                                        </p:tgtEl>
                                        <p:attrNameLst>
                                          <p:attrName>ppt_h</p:attrName>
                                        </p:attrNameLst>
                                      </p:cBhvr>
                                      <p:tavLst>
                                        <p:tav tm="0">
                                          <p:val>
                                            <p:fltVal val="0"/>
                                          </p:val>
                                        </p:tav>
                                        <p:tav tm="100000">
                                          <p:val>
                                            <p:strVal val="#ppt_h"/>
                                          </p:val>
                                        </p:tav>
                                      </p:tavLst>
                                    </p:anim>
                                    <p:animEffect transition="in" filter="fade">
                                      <p:cBhvr>
                                        <p:cTn id="14" dur="500"/>
                                        <p:tgtEl>
                                          <p:spTgt spid="30"/>
                                        </p:tgtEl>
                                      </p:cBhvr>
                                    </p:animEffect>
                                  </p:childTnLst>
                                </p:cTn>
                              </p:par>
                              <p:par>
                                <p:cTn id="15" presetID="53" presetClass="entr" presetSubtype="16" fill="hold" grpId="0" nodeType="withEffect" nodePh="1">
                                  <p:stCondLst>
                                    <p:cond delay="0"/>
                                  </p:stCondLst>
                                  <p:endCondLst>
                                    <p:cond evt="begin" delay="0">
                                      <p:tn val="15"/>
                                    </p:cond>
                                  </p:endCondLst>
                                  <p:childTnLst>
                                    <p:set>
                                      <p:cBhvr>
                                        <p:cTn id="16" dur="1" fill="hold">
                                          <p:stCondLst>
                                            <p:cond delay="0"/>
                                          </p:stCondLst>
                                        </p:cTn>
                                        <p:tgtEl>
                                          <p:spTgt spid="35"/>
                                        </p:tgtEl>
                                        <p:attrNameLst>
                                          <p:attrName>style.visibility</p:attrName>
                                        </p:attrNameLst>
                                      </p:cBhvr>
                                      <p:to>
                                        <p:strVal val="visible"/>
                                      </p:to>
                                    </p:set>
                                    <p:anim calcmode="lin" valueType="num">
                                      <p:cBhvr>
                                        <p:cTn id="17" dur="500" fill="hold"/>
                                        <p:tgtEl>
                                          <p:spTgt spid="35"/>
                                        </p:tgtEl>
                                        <p:attrNameLst>
                                          <p:attrName>ppt_w</p:attrName>
                                        </p:attrNameLst>
                                      </p:cBhvr>
                                      <p:tavLst>
                                        <p:tav tm="0">
                                          <p:val>
                                            <p:fltVal val="0"/>
                                          </p:val>
                                        </p:tav>
                                        <p:tav tm="100000">
                                          <p:val>
                                            <p:strVal val="#ppt_w"/>
                                          </p:val>
                                        </p:tav>
                                      </p:tavLst>
                                    </p:anim>
                                    <p:anim calcmode="lin" valueType="num">
                                      <p:cBhvr>
                                        <p:cTn id="18" dur="500" fill="hold"/>
                                        <p:tgtEl>
                                          <p:spTgt spid="35"/>
                                        </p:tgtEl>
                                        <p:attrNameLst>
                                          <p:attrName>ppt_h</p:attrName>
                                        </p:attrNameLst>
                                      </p:cBhvr>
                                      <p:tavLst>
                                        <p:tav tm="0">
                                          <p:val>
                                            <p:fltVal val="0"/>
                                          </p:val>
                                        </p:tav>
                                        <p:tav tm="100000">
                                          <p:val>
                                            <p:strVal val="#ppt_h"/>
                                          </p:val>
                                        </p:tav>
                                      </p:tavLst>
                                    </p:anim>
                                    <p:animEffect transition="in" filter="fade">
                                      <p:cBhvr>
                                        <p:cTn id="19"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25" grpId="0"/>
      <p:bldP spid="30" grpId="0"/>
    </p:bldLst>
  </p:timing>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2044700" y="2603500"/>
            <a:ext cx="4038600" cy="2895600"/>
          </a:xfrm>
        </p:spPr>
        <p:txBody>
          <a:bodyPr/>
          <a:lstStyle/>
          <a:p>
            <a:endParaRPr lang="en-US"/>
          </a:p>
        </p:txBody>
      </p:sp>
    </p:spTree>
    <p:extLst>
      <p:ext uri="{BB962C8B-B14F-4D97-AF65-F5344CB8AC3E}">
        <p14:creationId xmlns:p14="http://schemas.microsoft.com/office/powerpoint/2010/main" val="19652022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2_Blank">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930999" y="1463724"/>
            <a:ext cx="4751343" cy="4020845"/>
          </a:xfrm>
        </p:spPr>
        <p:txBody>
          <a:bodyPr/>
          <a:lstStyle/>
          <a:p>
            <a:endParaRPr lang="en-US"/>
          </a:p>
        </p:txBody>
      </p:sp>
      <p:sp>
        <p:nvSpPr>
          <p:cNvPr id="7" name="Picture Placeholder 4"/>
          <p:cNvSpPr>
            <a:spLocks noGrp="1"/>
          </p:cNvSpPr>
          <p:nvPr>
            <p:ph type="pic" sz="quarter" idx="11"/>
          </p:nvPr>
        </p:nvSpPr>
        <p:spPr>
          <a:xfrm>
            <a:off x="6417278" y="1463724"/>
            <a:ext cx="4751343" cy="4020845"/>
          </a:xfrm>
        </p:spPr>
        <p:txBody>
          <a:bodyPr/>
          <a:lstStyle/>
          <a:p>
            <a:endParaRPr lang="en-US"/>
          </a:p>
        </p:txBody>
      </p:sp>
    </p:spTree>
    <p:extLst>
      <p:ext uri="{BB962C8B-B14F-4D97-AF65-F5344CB8AC3E}">
        <p14:creationId xmlns:p14="http://schemas.microsoft.com/office/powerpoint/2010/main" val="299941378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13426010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5939879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36965026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solidFill>
                  <a:prstClr val="black">
                    <a:tint val="75000"/>
                  </a:prstClr>
                </a:solidFill>
              </a:rPr>
              <a:pPr/>
              <a:t>17/08/16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13421125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68.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p:spPr>
        <p:txBody>
          <a:bodyPr/>
          <a:lstStyle/>
          <a:p>
            <a:endParaRPr lang="en-US"/>
          </a:p>
        </p:txBody>
      </p:sp>
    </p:spTree>
    <p:extLst>
      <p:ext uri="{BB962C8B-B14F-4D97-AF65-F5344CB8AC3E}">
        <p14:creationId xmlns:p14="http://schemas.microsoft.com/office/powerpoint/2010/main" val="29379538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69.xml><?xml version="1.0" encoding="utf-8"?>
<p:sldLayout xmlns:a="http://schemas.openxmlformats.org/drawingml/2006/main" xmlns:r="http://schemas.openxmlformats.org/officeDocument/2006/relationships" xmlns:p="http://schemas.openxmlformats.org/presentationml/2006/main" userDrawn="1">
  <p:cSld name="3_Meet_the_team">
    <p:spTree>
      <p:nvGrpSpPr>
        <p:cNvPr id="1" name=""/>
        <p:cNvGrpSpPr/>
        <p:nvPr/>
      </p:nvGrpSpPr>
      <p:grpSpPr>
        <a:xfrm>
          <a:off x="0" y="0"/>
          <a:ext cx="0" cy="0"/>
          <a:chOff x="0" y="0"/>
          <a:chExt cx="0" cy="0"/>
        </a:xfrm>
      </p:grpSpPr>
      <p:sp>
        <p:nvSpPr>
          <p:cNvPr id="5" name="Picture Placeholder 22"/>
          <p:cNvSpPr>
            <a:spLocks noGrp="1"/>
          </p:cNvSpPr>
          <p:nvPr>
            <p:ph type="pic" sz="quarter" idx="14"/>
          </p:nvPr>
        </p:nvSpPr>
        <p:spPr>
          <a:xfrm>
            <a:off x="988485" y="1821006"/>
            <a:ext cx="1822449" cy="1824566"/>
          </a:xfrm>
        </p:spPr>
        <p:txBody>
          <a:bodyPr>
            <a:normAutofit/>
          </a:bodyPr>
          <a:lstStyle>
            <a:lvl1pPr marL="0" indent="0">
              <a:buNone/>
              <a:defRPr sz="1440">
                <a:solidFill>
                  <a:schemeClr val="bg1"/>
                </a:solidFill>
                <a:latin typeface="Calibri Light"/>
                <a:cs typeface="Calibri Light"/>
              </a:defRPr>
            </a:lvl1pPr>
          </a:lstStyle>
          <a:p>
            <a:endParaRPr lang="id-ID" dirty="0"/>
          </a:p>
        </p:txBody>
      </p:sp>
    </p:spTree>
    <p:extLst>
      <p:ext uri="{BB962C8B-B14F-4D97-AF65-F5344CB8AC3E}">
        <p14:creationId xmlns:p14="http://schemas.microsoft.com/office/powerpoint/2010/main" val="69492113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70.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p:spPr>
        <p:txBody>
          <a:bodyPr/>
          <a:lstStyle/>
          <a:p>
            <a:endParaRPr lang="en-US"/>
          </a:p>
        </p:txBody>
      </p:sp>
    </p:spTree>
    <p:extLst>
      <p:ext uri="{BB962C8B-B14F-4D97-AF65-F5344CB8AC3E}">
        <p14:creationId xmlns:p14="http://schemas.microsoft.com/office/powerpoint/2010/main" val="227668848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71.xml><?xml version="1.0" encoding="utf-8"?>
<p:sldLayout xmlns:a="http://schemas.openxmlformats.org/drawingml/2006/main" xmlns:r="http://schemas.openxmlformats.org/officeDocument/2006/relationships" xmlns:p="http://schemas.openxmlformats.org/presentationml/2006/main" userDrawn="1">
  <p:cSld name="17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209968" y="2133600"/>
            <a:ext cx="1761019" cy="1925230"/>
          </a:xfrm>
        </p:spPr>
        <p:txBody>
          <a:bodyPr/>
          <a:lstStyle/>
          <a:p>
            <a:endParaRPr lang="en-US" dirty="0"/>
          </a:p>
        </p:txBody>
      </p:sp>
    </p:spTree>
    <p:extLst>
      <p:ext uri="{BB962C8B-B14F-4D97-AF65-F5344CB8AC3E}">
        <p14:creationId xmlns:p14="http://schemas.microsoft.com/office/powerpoint/2010/main" val="126048227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72.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
        <p:nvSpPr>
          <p:cNvPr id="86" name="Picture Placeholder 2"/>
          <p:cNvSpPr>
            <a:spLocks noGrp="1"/>
          </p:cNvSpPr>
          <p:nvPr>
            <p:ph type="pic" sz="quarter" idx="36"/>
          </p:nvPr>
        </p:nvSpPr>
        <p:spPr>
          <a:xfrm>
            <a:off x="6304844" y="2133600"/>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87" name="Picture Placeholder 2"/>
          <p:cNvSpPr>
            <a:spLocks noGrp="1"/>
          </p:cNvSpPr>
          <p:nvPr>
            <p:ph type="pic" sz="quarter" idx="37"/>
          </p:nvPr>
        </p:nvSpPr>
        <p:spPr>
          <a:xfrm>
            <a:off x="6302356" y="4062132"/>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64" name="Picture Placeholder 2"/>
          <p:cNvSpPr>
            <a:spLocks noGrp="1"/>
          </p:cNvSpPr>
          <p:nvPr>
            <p:ph type="pic" sz="quarter" idx="29"/>
          </p:nvPr>
        </p:nvSpPr>
        <p:spPr>
          <a:xfrm>
            <a:off x="1248628" y="2133600"/>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26" name="Picture Placeholder 2"/>
          <p:cNvSpPr>
            <a:spLocks noGrp="1"/>
          </p:cNvSpPr>
          <p:nvPr>
            <p:ph type="pic" sz="quarter" idx="24"/>
          </p:nvPr>
        </p:nvSpPr>
        <p:spPr>
          <a:xfrm>
            <a:off x="1246140" y="4060545"/>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395012842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64"/>
                                        </p:tgtEl>
                                        <p:attrNameLst>
                                          <p:attrName>style.visibility</p:attrName>
                                        </p:attrNameLst>
                                      </p:cBhvr>
                                      <p:to>
                                        <p:strVal val="visible"/>
                                      </p:to>
                                    </p:set>
                                    <p:animEffect transition="in" filter="fade">
                                      <p:cBhvr>
                                        <p:cTn id="7" dur="500"/>
                                        <p:tgtEl>
                                          <p:spTgt spid="64"/>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86"/>
                                        </p:tgtEl>
                                        <p:attrNameLst>
                                          <p:attrName>style.visibility</p:attrName>
                                        </p:attrNameLst>
                                      </p:cBhvr>
                                      <p:to>
                                        <p:strVal val="visible"/>
                                      </p:to>
                                    </p:set>
                                    <p:animEffect transition="in" filter="fade">
                                      <p:cBhvr>
                                        <p:cTn id="11" dur="500"/>
                                        <p:tgtEl>
                                          <p:spTgt spid="86"/>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87"/>
                                        </p:tgtEl>
                                        <p:attrNameLst>
                                          <p:attrName>style.visibility</p:attrName>
                                        </p:attrNameLst>
                                      </p:cBhvr>
                                      <p:to>
                                        <p:strVal val="visible"/>
                                      </p:to>
                                    </p:set>
                                    <p:animEffect transition="in" filter="fade">
                                      <p:cBhvr>
                                        <p:cTn id="19" dur="5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87" grpId="0"/>
      <p:bldP spid="64" grpId="0"/>
      <p:bldP spid="26" grpId="0"/>
    </p:bldLst>
  </p:timing>
</p:sldLayout>
</file>

<file path=ppt/slideLayouts/slideLayout273.xml><?xml version="1.0" encoding="utf-8"?>
<p:sldLayout xmlns:a="http://schemas.openxmlformats.org/drawingml/2006/main" xmlns:r="http://schemas.openxmlformats.org/officeDocument/2006/relationships" xmlns:p="http://schemas.openxmlformats.org/presentationml/2006/main" userDrawn="1">
  <p:cSld name="13_Custom Layout">
    <p:spTree>
      <p:nvGrpSpPr>
        <p:cNvPr id="1" name=""/>
        <p:cNvGrpSpPr/>
        <p:nvPr/>
      </p:nvGrpSpPr>
      <p:grpSpPr>
        <a:xfrm>
          <a:off x="0" y="0"/>
          <a:ext cx="0" cy="0"/>
          <a:chOff x="0" y="0"/>
          <a:chExt cx="0" cy="0"/>
        </a:xfrm>
      </p:grpSpPr>
      <p:sp>
        <p:nvSpPr>
          <p:cNvPr id="6" name="Picture Placeholder 10"/>
          <p:cNvSpPr>
            <a:spLocks noGrp="1"/>
          </p:cNvSpPr>
          <p:nvPr>
            <p:ph type="pic" sz="quarter" idx="12"/>
          </p:nvPr>
        </p:nvSpPr>
        <p:spPr>
          <a:xfrm>
            <a:off x="8272578" y="4343400"/>
            <a:ext cx="731521" cy="658368"/>
          </a:xfrm>
          <a:prstGeom prst="ellipse">
            <a:avLst/>
          </a:prstGeom>
        </p:spPr>
        <p:txBody>
          <a:bodyPr/>
          <a:lstStyle/>
          <a:p>
            <a:endParaRPr lang="en-US" dirty="0"/>
          </a:p>
        </p:txBody>
      </p:sp>
      <p:sp>
        <p:nvSpPr>
          <p:cNvPr id="7" name="Picture Placeholder 10"/>
          <p:cNvSpPr>
            <a:spLocks noGrp="1"/>
          </p:cNvSpPr>
          <p:nvPr>
            <p:ph type="pic" sz="quarter" idx="10"/>
          </p:nvPr>
        </p:nvSpPr>
        <p:spPr>
          <a:xfrm>
            <a:off x="1518535" y="4343400"/>
            <a:ext cx="731521" cy="658368"/>
          </a:xfrm>
          <a:prstGeom prst="ellipse">
            <a:avLst/>
          </a:prstGeom>
        </p:spPr>
        <p:txBody>
          <a:bodyPr/>
          <a:lstStyle/>
          <a:p>
            <a:endParaRPr lang="en-US"/>
          </a:p>
        </p:txBody>
      </p:sp>
      <p:sp>
        <p:nvSpPr>
          <p:cNvPr id="8" name="Picture Placeholder 10"/>
          <p:cNvSpPr>
            <a:spLocks noGrp="1"/>
          </p:cNvSpPr>
          <p:nvPr>
            <p:ph type="pic" sz="quarter" idx="11"/>
          </p:nvPr>
        </p:nvSpPr>
        <p:spPr>
          <a:xfrm>
            <a:off x="4896004" y="4343400"/>
            <a:ext cx="731521" cy="658368"/>
          </a:xfrm>
          <a:prstGeom prst="ellipse">
            <a:avLst/>
          </a:prstGeom>
        </p:spPr>
        <p:txBody>
          <a:bodyPr/>
          <a:lstStyle/>
          <a:p>
            <a:endParaRPr lang="en-US"/>
          </a:p>
        </p:txBody>
      </p:sp>
    </p:spTree>
    <p:extLst>
      <p:ext uri="{BB962C8B-B14F-4D97-AF65-F5344CB8AC3E}">
        <p14:creationId xmlns:p14="http://schemas.microsoft.com/office/powerpoint/2010/main" val="1507813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74.xml><?xml version="1.0" encoding="utf-8"?>
<p:sldLayout xmlns:a="http://schemas.openxmlformats.org/drawingml/2006/main" xmlns:r="http://schemas.openxmlformats.org/officeDocument/2006/relationships" xmlns:p="http://schemas.openxmlformats.org/presentationml/2006/main" userDrawn="1">
  <p:cSld name="3_Custom Layout">
    <p:spTree>
      <p:nvGrpSpPr>
        <p:cNvPr id="1" name=""/>
        <p:cNvGrpSpPr/>
        <p:nvPr/>
      </p:nvGrpSpPr>
      <p:grpSpPr>
        <a:xfrm>
          <a:off x="0" y="0"/>
          <a:ext cx="0" cy="0"/>
          <a:chOff x="0" y="0"/>
          <a:chExt cx="0" cy="0"/>
        </a:xfrm>
      </p:grpSpPr>
      <p:sp>
        <p:nvSpPr>
          <p:cNvPr id="13" name="Picture Placeholder 10"/>
          <p:cNvSpPr>
            <a:spLocks noGrp="1"/>
          </p:cNvSpPr>
          <p:nvPr>
            <p:ph type="pic" sz="quarter" idx="12"/>
          </p:nvPr>
        </p:nvSpPr>
        <p:spPr>
          <a:xfrm>
            <a:off x="7730836" y="1970810"/>
            <a:ext cx="2401455" cy="2401455"/>
          </a:xfrm>
        </p:spPr>
        <p:txBody>
          <a:bodyPr/>
          <a:lstStyle/>
          <a:p>
            <a:endParaRPr lang="en-US"/>
          </a:p>
        </p:txBody>
      </p:sp>
      <p:sp>
        <p:nvSpPr>
          <p:cNvPr id="11" name="Picture Placeholder 10"/>
          <p:cNvSpPr>
            <a:spLocks noGrp="1"/>
          </p:cNvSpPr>
          <p:nvPr>
            <p:ph type="pic" sz="quarter" idx="10"/>
          </p:nvPr>
        </p:nvSpPr>
        <p:spPr>
          <a:xfrm>
            <a:off x="2059710" y="1970810"/>
            <a:ext cx="2401455" cy="2401455"/>
          </a:xfrm>
        </p:spPr>
        <p:txBody>
          <a:bodyPr/>
          <a:lstStyle/>
          <a:p>
            <a:endParaRPr lang="en-US"/>
          </a:p>
        </p:txBody>
      </p:sp>
      <p:sp>
        <p:nvSpPr>
          <p:cNvPr id="12" name="Picture Placeholder 10"/>
          <p:cNvSpPr>
            <a:spLocks noGrp="1"/>
          </p:cNvSpPr>
          <p:nvPr>
            <p:ph type="pic" sz="quarter" idx="11"/>
          </p:nvPr>
        </p:nvSpPr>
        <p:spPr>
          <a:xfrm>
            <a:off x="4895273" y="1970810"/>
            <a:ext cx="2401455" cy="2401455"/>
          </a:xfrm>
        </p:spPr>
        <p:txBody>
          <a:bodyPr/>
          <a:lstStyle/>
          <a:p>
            <a:endParaRPr lang="en-US"/>
          </a:p>
        </p:txBody>
      </p:sp>
    </p:spTree>
    <p:extLst>
      <p:ext uri="{BB962C8B-B14F-4D97-AF65-F5344CB8AC3E}">
        <p14:creationId xmlns:p14="http://schemas.microsoft.com/office/powerpoint/2010/main" val="150060425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13" name="Picture Placeholder 10"/>
          <p:cNvSpPr>
            <a:spLocks noGrp="1"/>
          </p:cNvSpPr>
          <p:nvPr>
            <p:ph type="pic" sz="quarter" idx="12"/>
          </p:nvPr>
        </p:nvSpPr>
        <p:spPr>
          <a:xfrm>
            <a:off x="7946737" y="1856511"/>
            <a:ext cx="1984664" cy="1984664"/>
          </a:xfrm>
          <a:prstGeom prst="ellipse">
            <a:avLst/>
          </a:prstGeom>
        </p:spPr>
        <p:txBody>
          <a:bodyPr/>
          <a:lstStyle>
            <a:lvl1pPr marL="0" indent="0">
              <a:buNone/>
              <a:defRPr/>
            </a:lvl1pPr>
          </a:lstStyle>
          <a:p>
            <a:endParaRPr lang="en-US"/>
          </a:p>
        </p:txBody>
      </p:sp>
      <p:sp>
        <p:nvSpPr>
          <p:cNvPr id="11" name="Picture Placeholder 10"/>
          <p:cNvSpPr>
            <a:spLocks noGrp="1"/>
          </p:cNvSpPr>
          <p:nvPr>
            <p:ph type="pic" sz="quarter" idx="10"/>
          </p:nvPr>
        </p:nvSpPr>
        <p:spPr>
          <a:xfrm>
            <a:off x="2275611" y="1856511"/>
            <a:ext cx="1984664" cy="1984664"/>
          </a:xfrm>
          <a:prstGeom prst="ellipse">
            <a:avLst/>
          </a:prstGeom>
        </p:spPr>
        <p:txBody>
          <a:bodyPr/>
          <a:lstStyle>
            <a:lvl1pPr marL="0" indent="0">
              <a:buNone/>
              <a:defRPr/>
            </a:lvl1pPr>
          </a:lstStyle>
          <a:p>
            <a:endParaRPr lang="en-US" dirty="0"/>
          </a:p>
        </p:txBody>
      </p:sp>
      <p:sp>
        <p:nvSpPr>
          <p:cNvPr id="12" name="Picture Placeholder 10"/>
          <p:cNvSpPr>
            <a:spLocks noGrp="1"/>
          </p:cNvSpPr>
          <p:nvPr>
            <p:ph type="pic" sz="quarter" idx="11"/>
          </p:nvPr>
        </p:nvSpPr>
        <p:spPr>
          <a:xfrm>
            <a:off x="5111174" y="1856511"/>
            <a:ext cx="1984664" cy="1984664"/>
          </a:xfrm>
          <a:prstGeom prst="ellipse">
            <a:avLst/>
          </a:prstGeom>
        </p:spPr>
        <p:txBody>
          <a:bodyPr/>
          <a:lstStyle>
            <a:lvl1pPr marL="0" indent="0">
              <a:buNone/>
              <a:defRPr/>
            </a:lvl1pPr>
          </a:lstStyle>
          <a:p>
            <a:endParaRPr lang="en-US"/>
          </a:p>
        </p:txBody>
      </p:sp>
    </p:spTree>
    <p:extLst>
      <p:ext uri="{BB962C8B-B14F-4D97-AF65-F5344CB8AC3E}">
        <p14:creationId xmlns:p14="http://schemas.microsoft.com/office/powerpoint/2010/main" val="287848506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13" name="Picture Placeholder 10"/>
          <p:cNvSpPr>
            <a:spLocks noGrp="1"/>
          </p:cNvSpPr>
          <p:nvPr>
            <p:ph type="pic" sz="quarter" idx="12"/>
          </p:nvPr>
        </p:nvSpPr>
        <p:spPr>
          <a:xfrm>
            <a:off x="5317837" y="2021611"/>
            <a:ext cx="1565564" cy="1565564"/>
          </a:xfrm>
        </p:spPr>
        <p:txBody>
          <a:bodyPr/>
          <a:lstStyle>
            <a:lvl1pPr marL="0" indent="0">
              <a:buNone/>
              <a:defRPr/>
            </a:lvl1pPr>
          </a:lstStyle>
          <a:p>
            <a:endParaRPr lang="en-US"/>
          </a:p>
        </p:txBody>
      </p:sp>
      <p:sp>
        <p:nvSpPr>
          <p:cNvPr id="11" name="Picture Placeholder 10"/>
          <p:cNvSpPr>
            <a:spLocks noGrp="1"/>
          </p:cNvSpPr>
          <p:nvPr>
            <p:ph type="pic" sz="quarter" idx="10"/>
          </p:nvPr>
        </p:nvSpPr>
        <p:spPr>
          <a:xfrm>
            <a:off x="1323111" y="2021611"/>
            <a:ext cx="1565564" cy="1565564"/>
          </a:xfrm>
        </p:spPr>
        <p:txBody>
          <a:bodyPr/>
          <a:lstStyle>
            <a:lvl1pPr marL="0" indent="0">
              <a:buNone/>
              <a:defRPr/>
            </a:lvl1pPr>
          </a:lstStyle>
          <a:p>
            <a:endParaRPr lang="en-US" dirty="0"/>
          </a:p>
        </p:txBody>
      </p:sp>
      <p:sp>
        <p:nvSpPr>
          <p:cNvPr id="12" name="Picture Placeholder 10"/>
          <p:cNvSpPr>
            <a:spLocks noGrp="1"/>
          </p:cNvSpPr>
          <p:nvPr>
            <p:ph type="pic" sz="quarter" idx="11"/>
          </p:nvPr>
        </p:nvSpPr>
        <p:spPr>
          <a:xfrm>
            <a:off x="3320474" y="2021611"/>
            <a:ext cx="1565564" cy="1565564"/>
          </a:xfrm>
        </p:spPr>
        <p:txBody>
          <a:bodyPr/>
          <a:lstStyle>
            <a:lvl1pPr marL="0" indent="0">
              <a:buNone/>
              <a:defRPr/>
            </a:lvl1pPr>
          </a:lstStyle>
          <a:p>
            <a:endParaRPr lang="en-US"/>
          </a:p>
        </p:txBody>
      </p:sp>
      <p:sp>
        <p:nvSpPr>
          <p:cNvPr id="5" name="Picture Placeholder 10"/>
          <p:cNvSpPr>
            <a:spLocks noGrp="1"/>
          </p:cNvSpPr>
          <p:nvPr>
            <p:ph type="pic" sz="quarter" idx="13"/>
          </p:nvPr>
        </p:nvSpPr>
        <p:spPr>
          <a:xfrm>
            <a:off x="7315200" y="2021611"/>
            <a:ext cx="1565564" cy="1565564"/>
          </a:xfrm>
        </p:spPr>
        <p:txBody>
          <a:bodyPr/>
          <a:lstStyle>
            <a:lvl1pPr marL="0" indent="0">
              <a:buNone/>
              <a:defRPr/>
            </a:lvl1pPr>
          </a:lstStyle>
          <a:p>
            <a:endParaRPr lang="en-US"/>
          </a:p>
        </p:txBody>
      </p:sp>
      <p:sp>
        <p:nvSpPr>
          <p:cNvPr id="6" name="Picture Placeholder 10"/>
          <p:cNvSpPr>
            <a:spLocks noGrp="1"/>
          </p:cNvSpPr>
          <p:nvPr>
            <p:ph type="pic" sz="quarter" idx="14"/>
          </p:nvPr>
        </p:nvSpPr>
        <p:spPr>
          <a:xfrm>
            <a:off x="9312563" y="2021611"/>
            <a:ext cx="1565564" cy="1565564"/>
          </a:xfrm>
        </p:spPr>
        <p:txBody>
          <a:bodyPr/>
          <a:lstStyle>
            <a:lvl1pPr marL="0" indent="0">
              <a:buNone/>
              <a:defRPr/>
            </a:lvl1pPr>
          </a:lstStyle>
          <a:p>
            <a:endParaRPr lang="en-US"/>
          </a:p>
        </p:txBody>
      </p:sp>
    </p:spTree>
    <p:extLst>
      <p:ext uri="{BB962C8B-B14F-4D97-AF65-F5344CB8AC3E}">
        <p14:creationId xmlns:p14="http://schemas.microsoft.com/office/powerpoint/2010/main" val="15063221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77.xml><?xml version="1.0" encoding="utf-8"?>
<p:sldLayout xmlns:a="http://schemas.openxmlformats.org/drawingml/2006/main" xmlns:r="http://schemas.openxmlformats.org/officeDocument/2006/relationships" xmlns:p="http://schemas.openxmlformats.org/presentationml/2006/main" userDrawn="1">
  <p:cSld name="32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0553197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78.xml><?xml version="1.0" encoding="utf-8"?>
<p:sldLayout xmlns:a="http://schemas.openxmlformats.org/drawingml/2006/main" xmlns:r="http://schemas.openxmlformats.org/officeDocument/2006/relationships" xmlns:p="http://schemas.openxmlformats.org/presentationml/2006/main" userDrawn="1">
  <p:cSld name="9_Custom Layout">
    <p:spTree>
      <p:nvGrpSpPr>
        <p:cNvPr id="1" name=""/>
        <p:cNvGrpSpPr/>
        <p:nvPr/>
      </p:nvGrpSpPr>
      <p:grpSpPr>
        <a:xfrm>
          <a:off x="0" y="0"/>
          <a:ext cx="0" cy="0"/>
          <a:chOff x="0" y="0"/>
          <a:chExt cx="0" cy="0"/>
        </a:xfrm>
      </p:grpSpPr>
      <p:sp>
        <p:nvSpPr>
          <p:cNvPr id="17" name="Picture Placeholder 16"/>
          <p:cNvSpPr>
            <a:spLocks noGrp="1"/>
          </p:cNvSpPr>
          <p:nvPr>
            <p:ph type="pic" sz="quarter" idx="11"/>
          </p:nvPr>
        </p:nvSpPr>
        <p:spPr>
          <a:xfrm>
            <a:off x="6421521" y="2251765"/>
            <a:ext cx="4493161" cy="3145736"/>
          </a:xfrm>
        </p:spPr>
        <p:txBody>
          <a:bodyPr/>
          <a:lstStyle/>
          <a:p>
            <a:endParaRPr lang="en-US"/>
          </a:p>
        </p:txBody>
      </p:sp>
      <p:sp>
        <p:nvSpPr>
          <p:cNvPr id="3" name="Picture Placeholder 2"/>
          <p:cNvSpPr>
            <a:spLocks noGrp="1"/>
          </p:cNvSpPr>
          <p:nvPr>
            <p:ph type="pic" sz="quarter" idx="10"/>
          </p:nvPr>
        </p:nvSpPr>
        <p:spPr>
          <a:xfrm>
            <a:off x="1285035" y="2235200"/>
            <a:ext cx="4484807" cy="3162300"/>
          </a:xfrm>
        </p:spPr>
        <p:txBody>
          <a:bodyPr/>
          <a:lstStyle/>
          <a:p>
            <a:endParaRPr lang="en-US"/>
          </a:p>
        </p:txBody>
      </p:sp>
    </p:spTree>
    <p:extLst>
      <p:ext uri="{BB962C8B-B14F-4D97-AF65-F5344CB8AC3E}">
        <p14:creationId xmlns:p14="http://schemas.microsoft.com/office/powerpoint/2010/main" val="53469515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79.xml><?xml version="1.0" encoding="utf-8"?>
<p:sldLayout xmlns:a="http://schemas.openxmlformats.org/drawingml/2006/main" xmlns:r="http://schemas.openxmlformats.org/officeDocument/2006/relationships" xmlns:p="http://schemas.openxmlformats.org/presentationml/2006/main" userDrawn="1">
  <p:cSld name="5_Meet_the_team1">
    <p:spTree>
      <p:nvGrpSpPr>
        <p:cNvPr id="1" name=""/>
        <p:cNvGrpSpPr/>
        <p:nvPr/>
      </p:nvGrpSpPr>
      <p:grpSpPr>
        <a:xfrm>
          <a:off x="0" y="0"/>
          <a:ext cx="0" cy="0"/>
          <a:chOff x="0" y="0"/>
          <a:chExt cx="0" cy="0"/>
        </a:xfrm>
      </p:grpSpPr>
      <p:sp>
        <p:nvSpPr>
          <p:cNvPr id="26" name="Picture Placeholder 25"/>
          <p:cNvSpPr>
            <a:spLocks noGrp="1"/>
          </p:cNvSpPr>
          <p:nvPr>
            <p:ph type="pic" sz="quarter" idx="10"/>
          </p:nvPr>
        </p:nvSpPr>
        <p:spPr>
          <a:xfrm>
            <a:off x="614836" y="2001032"/>
            <a:ext cx="2103668" cy="2880142"/>
          </a:xfrm>
        </p:spPr>
        <p:txBody>
          <a:bodyPr>
            <a:normAutofit/>
          </a:bodyPr>
          <a:lstStyle>
            <a:lvl1pPr marL="0" indent="0">
              <a:buNone/>
              <a:defRPr sz="1400"/>
            </a:lvl1pPr>
          </a:lstStyle>
          <a:p>
            <a:endParaRPr lang="en-US" dirty="0"/>
          </a:p>
        </p:txBody>
      </p:sp>
      <p:sp>
        <p:nvSpPr>
          <p:cNvPr id="30" name="Picture Placeholder 25"/>
          <p:cNvSpPr>
            <a:spLocks noGrp="1"/>
          </p:cNvSpPr>
          <p:nvPr>
            <p:ph type="pic" sz="quarter" idx="11"/>
          </p:nvPr>
        </p:nvSpPr>
        <p:spPr>
          <a:xfrm>
            <a:off x="2815428" y="2001032"/>
            <a:ext cx="2103668" cy="2880142"/>
          </a:xfrm>
        </p:spPr>
        <p:txBody>
          <a:bodyPr>
            <a:normAutofit/>
          </a:bodyPr>
          <a:lstStyle>
            <a:lvl1pPr marL="0" indent="0">
              <a:buNone/>
              <a:defRPr sz="1400"/>
            </a:lvl1pPr>
          </a:lstStyle>
          <a:p>
            <a:endParaRPr lang="en-US" dirty="0"/>
          </a:p>
        </p:txBody>
      </p:sp>
      <p:sp>
        <p:nvSpPr>
          <p:cNvPr id="31" name="Picture Placeholder 25"/>
          <p:cNvSpPr>
            <a:spLocks noGrp="1"/>
          </p:cNvSpPr>
          <p:nvPr>
            <p:ph type="pic" sz="quarter" idx="12"/>
          </p:nvPr>
        </p:nvSpPr>
        <p:spPr>
          <a:xfrm>
            <a:off x="5016019" y="2001032"/>
            <a:ext cx="2103668" cy="2880142"/>
          </a:xfrm>
        </p:spPr>
        <p:txBody>
          <a:bodyPr>
            <a:normAutofit/>
          </a:bodyPr>
          <a:lstStyle>
            <a:lvl1pPr marL="0" indent="0">
              <a:buNone/>
              <a:defRPr sz="1400"/>
            </a:lvl1pPr>
          </a:lstStyle>
          <a:p>
            <a:endParaRPr lang="en-US" dirty="0"/>
          </a:p>
        </p:txBody>
      </p:sp>
      <p:sp>
        <p:nvSpPr>
          <p:cNvPr id="32" name="Picture Placeholder 25"/>
          <p:cNvSpPr>
            <a:spLocks noGrp="1"/>
          </p:cNvSpPr>
          <p:nvPr>
            <p:ph type="pic" sz="quarter" idx="13"/>
          </p:nvPr>
        </p:nvSpPr>
        <p:spPr>
          <a:xfrm>
            <a:off x="9478422" y="2001032"/>
            <a:ext cx="2103668" cy="2880142"/>
          </a:xfrm>
        </p:spPr>
        <p:txBody>
          <a:bodyPr>
            <a:normAutofit/>
          </a:bodyPr>
          <a:lstStyle>
            <a:lvl1pPr marL="0" indent="0">
              <a:buNone/>
              <a:defRPr sz="1400"/>
            </a:lvl1pPr>
          </a:lstStyle>
          <a:p>
            <a:endParaRPr lang="en-US" dirty="0"/>
          </a:p>
        </p:txBody>
      </p:sp>
      <p:sp>
        <p:nvSpPr>
          <p:cNvPr id="6" name="Rectángulo 30"/>
          <p:cNvSpPr/>
          <p:nvPr userDrawn="1"/>
        </p:nvSpPr>
        <p:spPr>
          <a:xfrm>
            <a:off x="7207667" y="2001374"/>
            <a:ext cx="2200990" cy="288014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black"/>
              </a:solidFill>
            </a:endParaRPr>
          </a:p>
        </p:txBody>
      </p:sp>
    </p:spTree>
    <p:extLst>
      <p:ext uri="{BB962C8B-B14F-4D97-AF65-F5344CB8AC3E}">
        <p14:creationId xmlns:p14="http://schemas.microsoft.com/office/powerpoint/2010/main" val="273713414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80.xml><?xml version="1.0" encoding="utf-8"?>
<p:sldLayout xmlns:a="http://schemas.openxmlformats.org/drawingml/2006/main" xmlns:r="http://schemas.openxmlformats.org/officeDocument/2006/relationships" xmlns:p="http://schemas.openxmlformats.org/presentationml/2006/main" userDrawn="1">
  <p:cSld name="79_Title Slide">
    <p:spTree>
      <p:nvGrpSpPr>
        <p:cNvPr id="1" name=""/>
        <p:cNvGrpSpPr/>
        <p:nvPr/>
      </p:nvGrpSpPr>
      <p:grpSpPr>
        <a:xfrm>
          <a:off x="0" y="0"/>
          <a:ext cx="0" cy="0"/>
          <a:chOff x="0" y="0"/>
          <a:chExt cx="0" cy="0"/>
        </a:xfrm>
      </p:grpSpPr>
      <p:sp>
        <p:nvSpPr>
          <p:cNvPr id="28" name="Title 1"/>
          <p:cNvSpPr>
            <a:spLocks noGrp="1"/>
          </p:cNvSpPr>
          <p:nvPr>
            <p:ph type="title" hasCustomPrompt="1"/>
          </p:nvPr>
        </p:nvSpPr>
        <p:spPr>
          <a:xfrm>
            <a:off x="2080134" y="516468"/>
            <a:ext cx="7518400" cy="471365"/>
          </a:xfrm>
          <a:prstGeom prst="rect">
            <a:avLst/>
          </a:prstGeom>
        </p:spPr>
        <p:txBody>
          <a:bodyPr wrap="none" lIns="0" tIns="0" rIns="0" bIns="0" anchor="ctr">
            <a:noAutofit/>
          </a:bodyPr>
          <a:lstStyle>
            <a:lvl1pPr algn="ctr">
              <a:defRPr sz="3732" b="1" baseline="0">
                <a:solidFill>
                  <a:schemeClr val="tx1">
                    <a:lumMod val="50000"/>
                    <a:lumOff val="50000"/>
                  </a:schemeClr>
                </a:solidFill>
              </a:defRPr>
            </a:lvl1pPr>
          </a:lstStyle>
          <a:p>
            <a:r>
              <a:rPr lang="en-US" dirty="0" smtClean="0"/>
              <a:t>Click To Edit Master Title Style</a:t>
            </a:r>
            <a:endParaRPr lang="en-US" dirty="0"/>
          </a:p>
        </p:txBody>
      </p:sp>
      <p:sp>
        <p:nvSpPr>
          <p:cNvPr id="29" name="Text Placeholder 3"/>
          <p:cNvSpPr>
            <a:spLocks noGrp="1"/>
          </p:cNvSpPr>
          <p:nvPr>
            <p:ph type="body" sz="half" idx="2" hasCustomPrompt="1"/>
          </p:nvPr>
        </p:nvSpPr>
        <p:spPr>
          <a:xfrm>
            <a:off x="3096134" y="985789"/>
            <a:ext cx="5486400" cy="267661"/>
          </a:xfrm>
          <a:prstGeom prst="rect">
            <a:avLst/>
          </a:prstGeom>
        </p:spPr>
        <p:txBody>
          <a:bodyPr wrap="none" lIns="0" tIns="0" rIns="0" bIns="0" anchor="ctr">
            <a:noAutofit/>
          </a:bodyPr>
          <a:lstStyle>
            <a:lvl1pPr marL="0" indent="0" algn="ctr">
              <a:buNone/>
              <a:defRPr sz="1466" b="1" baseline="0">
                <a:solidFill>
                  <a:schemeClr val="bg1">
                    <a:lumMod val="75000"/>
                  </a:schemeClr>
                </a:solidFill>
              </a:defRPr>
            </a:lvl1pPr>
            <a:lvl2pPr marL="609448" indent="0">
              <a:buNone/>
              <a:defRPr sz="1600"/>
            </a:lvl2pPr>
            <a:lvl3pPr marL="1218895" indent="0">
              <a:buNone/>
              <a:defRPr sz="1333"/>
            </a:lvl3pPr>
            <a:lvl4pPr marL="1828343" indent="0">
              <a:buNone/>
              <a:defRPr sz="1200"/>
            </a:lvl4pPr>
            <a:lvl5pPr marL="2437790" indent="0">
              <a:buNone/>
              <a:defRPr sz="1200"/>
            </a:lvl5pPr>
            <a:lvl6pPr marL="3047238" indent="0">
              <a:buNone/>
              <a:defRPr sz="1200"/>
            </a:lvl6pPr>
            <a:lvl7pPr marL="3656686" indent="0">
              <a:buNone/>
              <a:defRPr sz="1200"/>
            </a:lvl7pPr>
            <a:lvl8pPr marL="4266133" indent="0">
              <a:buNone/>
              <a:defRPr sz="1200"/>
            </a:lvl8pPr>
            <a:lvl9pPr marL="4875581" indent="0">
              <a:buNone/>
              <a:defRPr sz="1200"/>
            </a:lvl9pPr>
          </a:lstStyle>
          <a:p>
            <a:pPr lvl="0"/>
            <a:r>
              <a:rPr lang="en-US" dirty="0" smtClean="0"/>
              <a:t>Subtext Goes Here</a:t>
            </a:r>
          </a:p>
        </p:txBody>
      </p:sp>
      <p:sp>
        <p:nvSpPr>
          <p:cNvPr id="23" name="Picture Placeholder 7"/>
          <p:cNvSpPr>
            <a:spLocks noGrp="1"/>
          </p:cNvSpPr>
          <p:nvPr>
            <p:ph type="pic" sz="quarter" idx="18" hasCustomPrompt="1"/>
          </p:nvPr>
        </p:nvSpPr>
        <p:spPr>
          <a:xfrm>
            <a:off x="712891"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26" name="Picture Placeholder 7"/>
          <p:cNvSpPr>
            <a:spLocks noGrp="1"/>
          </p:cNvSpPr>
          <p:nvPr>
            <p:ph type="pic" sz="quarter" idx="34" hasCustomPrompt="1"/>
          </p:nvPr>
        </p:nvSpPr>
        <p:spPr>
          <a:xfrm>
            <a:off x="3419350"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38" hasCustomPrompt="1"/>
          </p:nvPr>
        </p:nvSpPr>
        <p:spPr>
          <a:xfrm>
            <a:off x="6135817"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34" name="Picture Placeholder 7"/>
          <p:cNvSpPr>
            <a:spLocks noGrp="1"/>
          </p:cNvSpPr>
          <p:nvPr>
            <p:ph type="pic" sz="quarter" idx="42" hasCustomPrompt="1"/>
          </p:nvPr>
        </p:nvSpPr>
        <p:spPr>
          <a:xfrm>
            <a:off x="8827684"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49" name="Picture Placeholder 7"/>
          <p:cNvSpPr>
            <a:spLocks noGrp="1"/>
          </p:cNvSpPr>
          <p:nvPr>
            <p:ph type="pic" sz="quarter" idx="32" hasCustomPrompt="1"/>
          </p:nvPr>
        </p:nvSpPr>
        <p:spPr>
          <a:xfrm>
            <a:off x="712891" y="3657600"/>
            <a:ext cx="10767909" cy="2703140"/>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79150228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up)">
                                      <p:cBhvr>
                                        <p:cTn id="7" dur="500"/>
                                        <p:tgtEl>
                                          <p:spTgt spid="28"/>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29">
                                            <p:txEl>
                                              <p:pRg st="0" end="0"/>
                                            </p:txEl>
                                          </p:spTgt>
                                        </p:tgtEl>
                                        <p:attrNameLst>
                                          <p:attrName>style.visibility</p:attrName>
                                        </p:attrNameLst>
                                      </p:cBhvr>
                                      <p:to>
                                        <p:strVal val="visible"/>
                                      </p:to>
                                    </p:set>
                                    <p:animEffect transition="in" filter="wipe(up)">
                                      <p:cBhvr>
                                        <p:cTn id="11" dur="500"/>
                                        <p:tgtEl>
                                          <p:spTgt spid="29">
                                            <p:txEl>
                                              <p:pRg st="0" end="0"/>
                                            </p:txEl>
                                          </p:spTgt>
                                        </p:tgtEl>
                                      </p:cBhvr>
                                    </p:animEffect>
                                  </p:childTnLst>
                                </p:cTn>
                              </p:par>
                            </p:childTnLst>
                          </p:cTn>
                        </p:par>
                        <p:par>
                          <p:cTn id="12" fill="hold">
                            <p:stCondLst>
                              <p:cond delay="1000"/>
                            </p:stCondLst>
                            <p:childTnLst>
                              <p:par>
                                <p:cTn id="13" presetID="2" presetClass="entr" presetSubtype="4" accel="50000" decel="50000" fill="hold" grpId="0" nodeType="afterEffect">
                                  <p:stCondLst>
                                    <p:cond delay="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500" fill="hold"/>
                                        <p:tgtEl>
                                          <p:spTgt spid="23"/>
                                        </p:tgtEl>
                                        <p:attrNameLst>
                                          <p:attrName>ppt_x</p:attrName>
                                        </p:attrNameLst>
                                      </p:cBhvr>
                                      <p:tavLst>
                                        <p:tav tm="0">
                                          <p:val>
                                            <p:strVal val="#ppt_x"/>
                                          </p:val>
                                        </p:tav>
                                        <p:tav tm="100000">
                                          <p:val>
                                            <p:strVal val="#ppt_x"/>
                                          </p:val>
                                        </p:tav>
                                      </p:tavLst>
                                    </p:anim>
                                    <p:anim calcmode="lin" valueType="num">
                                      <p:cBhvr additive="base">
                                        <p:cTn id="16" dur="500" fill="hold"/>
                                        <p:tgtEl>
                                          <p:spTgt spid="23"/>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2" presetClass="entr" presetSubtype="4" accel="50000" decel="50000" fill="hold" grpId="0" nodeType="afterEffect">
                                  <p:stCondLst>
                                    <p:cond delay="0"/>
                                  </p:stCondLst>
                                  <p:childTnLst>
                                    <p:set>
                                      <p:cBhvr>
                                        <p:cTn id="19" dur="1" fill="hold">
                                          <p:stCondLst>
                                            <p:cond delay="0"/>
                                          </p:stCondLst>
                                        </p:cTn>
                                        <p:tgtEl>
                                          <p:spTgt spid="26"/>
                                        </p:tgtEl>
                                        <p:attrNameLst>
                                          <p:attrName>style.visibility</p:attrName>
                                        </p:attrNameLst>
                                      </p:cBhvr>
                                      <p:to>
                                        <p:strVal val="visible"/>
                                      </p:to>
                                    </p:set>
                                    <p:anim calcmode="lin" valueType="num">
                                      <p:cBhvr additive="base">
                                        <p:cTn id="20" dur="500" fill="hold"/>
                                        <p:tgtEl>
                                          <p:spTgt spid="26"/>
                                        </p:tgtEl>
                                        <p:attrNameLst>
                                          <p:attrName>ppt_x</p:attrName>
                                        </p:attrNameLst>
                                      </p:cBhvr>
                                      <p:tavLst>
                                        <p:tav tm="0">
                                          <p:val>
                                            <p:strVal val="#ppt_x"/>
                                          </p:val>
                                        </p:tav>
                                        <p:tav tm="100000">
                                          <p:val>
                                            <p:strVal val="#ppt_x"/>
                                          </p:val>
                                        </p:tav>
                                      </p:tavLst>
                                    </p:anim>
                                    <p:anim calcmode="lin" valueType="num">
                                      <p:cBhvr additive="base">
                                        <p:cTn id="21" dur="500" fill="hold"/>
                                        <p:tgtEl>
                                          <p:spTgt spid="26"/>
                                        </p:tgtEl>
                                        <p:attrNameLst>
                                          <p:attrName>ppt_y</p:attrName>
                                        </p:attrNameLst>
                                      </p:cBhvr>
                                      <p:tavLst>
                                        <p:tav tm="0">
                                          <p:val>
                                            <p:strVal val="1+#ppt_h/2"/>
                                          </p:val>
                                        </p:tav>
                                        <p:tav tm="100000">
                                          <p:val>
                                            <p:strVal val="#ppt_y"/>
                                          </p:val>
                                        </p:tav>
                                      </p:tavLst>
                                    </p:anim>
                                  </p:childTnLst>
                                </p:cTn>
                              </p:par>
                            </p:childTnLst>
                          </p:cTn>
                        </p:par>
                        <p:par>
                          <p:cTn id="22" fill="hold">
                            <p:stCondLst>
                              <p:cond delay="2000"/>
                            </p:stCondLst>
                            <p:childTnLst>
                              <p:par>
                                <p:cTn id="23" presetID="2" presetClass="entr" presetSubtype="4" accel="50000" decel="50000" fill="hold" grpId="0" nodeType="afterEffect">
                                  <p:stCondLst>
                                    <p:cond delay="0"/>
                                  </p:stCondLst>
                                  <p:childTnLst>
                                    <p:set>
                                      <p:cBhvr>
                                        <p:cTn id="24" dur="1" fill="hold">
                                          <p:stCondLst>
                                            <p:cond delay="0"/>
                                          </p:stCondLst>
                                        </p:cTn>
                                        <p:tgtEl>
                                          <p:spTgt spid="31"/>
                                        </p:tgtEl>
                                        <p:attrNameLst>
                                          <p:attrName>style.visibility</p:attrName>
                                        </p:attrNameLst>
                                      </p:cBhvr>
                                      <p:to>
                                        <p:strVal val="visible"/>
                                      </p:to>
                                    </p:set>
                                    <p:anim calcmode="lin" valueType="num">
                                      <p:cBhvr additive="base">
                                        <p:cTn id="25" dur="500" fill="hold"/>
                                        <p:tgtEl>
                                          <p:spTgt spid="31"/>
                                        </p:tgtEl>
                                        <p:attrNameLst>
                                          <p:attrName>ppt_x</p:attrName>
                                        </p:attrNameLst>
                                      </p:cBhvr>
                                      <p:tavLst>
                                        <p:tav tm="0">
                                          <p:val>
                                            <p:strVal val="#ppt_x"/>
                                          </p:val>
                                        </p:tav>
                                        <p:tav tm="100000">
                                          <p:val>
                                            <p:strVal val="#ppt_x"/>
                                          </p:val>
                                        </p:tav>
                                      </p:tavLst>
                                    </p:anim>
                                    <p:anim calcmode="lin" valueType="num">
                                      <p:cBhvr additive="base">
                                        <p:cTn id="26" dur="500" fill="hold"/>
                                        <p:tgtEl>
                                          <p:spTgt spid="31"/>
                                        </p:tgtEl>
                                        <p:attrNameLst>
                                          <p:attrName>ppt_y</p:attrName>
                                        </p:attrNameLst>
                                      </p:cBhvr>
                                      <p:tavLst>
                                        <p:tav tm="0">
                                          <p:val>
                                            <p:strVal val="1+#ppt_h/2"/>
                                          </p:val>
                                        </p:tav>
                                        <p:tav tm="100000">
                                          <p:val>
                                            <p:strVal val="#ppt_y"/>
                                          </p:val>
                                        </p:tav>
                                      </p:tavLst>
                                    </p:anim>
                                  </p:childTnLst>
                                </p:cTn>
                              </p:par>
                            </p:childTnLst>
                          </p:cTn>
                        </p:par>
                        <p:par>
                          <p:cTn id="27" fill="hold">
                            <p:stCondLst>
                              <p:cond delay="2500"/>
                            </p:stCondLst>
                            <p:childTnLst>
                              <p:par>
                                <p:cTn id="28" presetID="2" presetClass="entr" presetSubtype="4" accel="50000" decel="50000" fill="hold" grpId="0" nodeType="afterEffect">
                                  <p:stCondLst>
                                    <p:cond delay="0"/>
                                  </p:stCondLst>
                                  <p:childTnLst>
                                    <p:set>
                                      <p:cBhvr>
                                        <p:cTn id="29" dur="1" fill="hold">
                                          <p:stCondLst>
                                            <p:cond delay="0"/>
                                          </p:stCondLst>
                                        </p:cTn>
                                        <p:tgtEl>
                                          <p:spTgt spid="34"/>
                                        </p:tgtEl>
                                        <p:attrNameLst>
                                          <p:attrName>style.visibility</p:attrName>
                                        </p:attrNameLst>
                                      </p:cBhvr>
                                      <p:to>
                                        <p:strVal val="visible"/>
                                      </p:to>
                                    </p:set>
                                    <p:anim calcmode="lin" valueType="num">
                                      <p:cBhvr additive="base">
                                        <p:cTn id="30" dur="500" fill="hold"/>
                                        <p:tgtEl>
                                          <p:spTgt spid="34"/>
                                        </p:tgtEl>
                                        <p:attrNameLst>
                                          <p:attrName>ppt_x</p:attrName>
                                        </p:attrNameLst>
                                      </p:cBhvr>
                                      <p:tavLst>
                                        <p:tav tm="0">
                                          <p:val>
                                            <p:strVal val="#ppt_x"/>
                                          </p:val>
                                        </p:tav>
                                        <p:tav tm="100000">
                                          <p:val>
                                            <p:strVal val="#ppt_x"/>
                                          </p:val>
                                        </p:tav>
                                      </p:tavLst>
                                    </p:anim>
                                    <p:anim calcmode="lin" valueType="num">
                                      <p:cBhvr additive="base">
                                        <p:cTn id="31" dur="500" fill="hold"/>
                                        <p:tgtEl>
                                          <p:spTgt spid="34"/>
                                        </p:tgtEl>
                                        <p:attrNameLst>
                                          <p:attrName>ppt_y</p:attrName>
                                        </p:attrNameLst>
                                      </p:cBhvr>
                                      <p:tavLst>
                                        <p:tav tm="0">
                                          <p:val>
                                            <p:strVal val="1+#ppt_h/2"/>
                                          </p:val>
                                        </p:tav>
                                        <p:tav tm="100000">
                                          <p:val>
                                            <p:strVal val="#ppt_y"/>
                                          </p:val>
                                        </p:tav>
                                      </p:tavLst>
                                    </p:anim>
                                  </p:childTnLst>
                                </p:cTn>
                              </p:par>
                            </p:childTnLst>
                          </p:cTn>
                        </p:par>
                        <p:par>
                          <p:cTn id="32" fill="hold">
                            <p:stCondLst>
                              <p:cond delay="3000"/>
                            </p:stCondLst>
                            <p:childTnLst>
                              <p:par>
                                <p:cTn id="33" presetID="2" presetClass="entr" presetSubtype="4" accel="50000" decel="50000" fill="hold" grpId="0" nodeType="afterEffect">
                                  <p:stCondLst>
                                    <p:cond delay="0"/>
                                  </p:stCondLst>
                                  <p:childTnLst>
                                    <p:set>
                                      <p:cBhvr>
                                        <p:cTn id="34" dur="1" fill="hold">
                                          <p:stCondLst>
                                            <p:cond delay="0"/>
                                          </p:stCondLst>
                                        </p:cTn>
                                        <p:tgtEl>
                                          <p:spTgt spid="49"/>
                                        </p:tgtEl>
                                        <p:attrNameLst>
                                          <p:attrName>style.visibility</p:attrName>
                                        </p:attrNameLst>
                                      </p:cBhvr>
                                      <p:to>
                                        <p:strVal val="visible"/>
                                      </p:to>
                                    </p:set>
                                    <p:anim calcmode="lin" valueType="num">
                                      <p:cBhvr additive="base">
                                        <p:cTn id="35" dur="500" fill="hold"/>
                                        <p:tgtEl>
                                          <p:spTgt spid="49"/>
                                        </p:tgtEl>
                                        <p:attrNameLst>
                                          <p:attrName>ppt_x</p:attrName>
                                        </p:attrNameLst>
                                      </p:cBhvr>
                                      <p:tavLst>
                                        <p:tav tm="0">
                                          <p:val>
                                            <p:strVal val="#ppt_x"/>
                                          </p:val>
                                        </p:tav>
                                        <p:tav tm="100000">
                                          <p:val>
                                            <p:strVal val="#ppt_x"/>
                                          </p:val>
                                        </p:tav>
                                      </p:tavLst>
                                    </p:anim>
                                    <p:anim calcmode="lin" valueType="num">
                                      <p:cBhvr additive="base">
                                        <p:cTn id="36"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build="p">
        <p:tmplLst>
          <p:tmpl lvl="1">
            <p:tnLst>
              <p:par>
                <p:cTn presetID="22" presetClass="entr" presetSubtype="1"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up)">
                      <p:cBhvr>
                        <p:cTn dur="500"/>
                        <p:tgtEl>
                          <p:spTgt spid="29"/>
                        </p:tgtEl>
                      </p:cBhvr>
                    </p:animEffect>
                  </p:childTnLst>
                </p:cTn>
              </p:par>
            </p:tnLst>
          </p:tmpl>
        </p:tmplLst>
      </p:bldP>
      <p:bldP spid="23" grpId="0" animBg="1"/>
      <p:bldP spid="26" grpId="0" animBg="1"/>
      <p:bldP spid="31" grpId="0" animBg="1"/>
      <p:bldP spid="34" grpId="0" animBg="1"/>
      <p:bldP spid="49" grpId="0" animBg="1"/>
    </p:bldLst>
  </p:timing>
</p:sldLayout>
</file>

<file path=ppt/slideLayouts/slideLayout281.xml><?xml version="1.0" encoding="utf-8"?>
<p:sldLayout xmlns:a="http://schemas.openxmlformats.org/drawingml/2006/main" xmlns:r="http://schemas.openxmlformats.org/officeDocument/2006/relationships" xmlns:p="http://schemas.openxmlformats.org/presentationml/2006/main" userDrawn="1">
  <p:cSld name="8_Custom Layout">
    <p:spTree>
      <p:nvGrpSpPr>
        <p:cNvPr id="1" name=""/>
        <p:cNvGrpSpPr/>
        <p:nvPr/>
      </p:nvGrpSpPr>
      <p:grpSpPr>
        <a:xfrm>
          <a:off x="0" y="0"/>
          <a:ext cx="0" cy="0"/>
          <a:chOff x="0" y="0"/>
          <a:chExt cx="0" cy="0"/>
        </a:xfrm>
      </p:grpSpPr>
      <p:sp>
        <p:nvSpPr>
          <p:cNvPr id="6" name="Picture Placeholder 3"/>
          <p:cNvSpPr>
            <a:spLocks noGrp="1"/>
          </p:cNvSpPr>
          <p:nvPr>
            <p:ph type="pic" sz="quarter" idx="10"/>
          </p:nvPr>
        </p:nvSpPr>
        <p:spPr>
          <a:xfrm>
            <a:off x="750627" y="2006224"/>
            <a:ext cx="5345373" cy="4163820"/>
          </a:xfrm>
        </p:spPr>
        <p:txBody>
          <a:bodyPr/>
          <a:lstStyle/>
          <a:p>
            <a:endParaRPr lang="en-US"/>
          </a:p>
        </p:txBody>
      </p:sp>
      <p:sp>
        <p:nvSpPr>
          <p:cNvPr id="4" name="Picture Placeholder 3"/>
          <p:cNvSpPr>
            <a:spLocks noGrp="1"/>
          </p:cNvSpPr>
          <p:nvPr>
            <p:ph type="pic" sz="quarter" idx="11"/>
          </p:nvPr>
        </p:nvSpPr>
        <p:spPr>
          <a:xfrm>
            <a:off x="6324660" y="2008496"/>
            <a:ext cx="5182950" cy="1953904"/>
          </a:xfrm>
        </p:spPr>
        <p:txBody>
          <a:bodyPr/>
          <a:lstStyle/>
          <a:p>
            <a:endParaRPr lang="en-US"/>
          </a:p>
        </p:txBody>
      </p:sp>
      <p:sp>
        <p:nvSpPr>
          <p:cNvPr id="7" name="Picture Placeholder 3"/>
          <p:cNvSpPr>
            <a:spLocks noGrp="1"/>
          </p:cNvSpPr>
          <p:nvPr>
            <p:ph type="pic" sz="quarter" idx="12"/>
          </p:nvPr>
        </p:nvSpPr>
        <p:spPr>
          <a:xfrm>
            <a:off x="6324660" y="4205785"/>
            <a:ext cx="5182950" cy="1953904"/>
          </a:xfrm>
        </p:spPr>
        <p:txBody>
          <a:bodyPr/>
          <a:lstStyle/>
          <a:p>
            <a:endParaRPr lang="en-US"/>
          </a:p>
        </p:txBody>
      </p:sp>
    </p:spTree>
    <p:extLst>
      <p:ext uri="{BB962C8B-B14F-4D97-AF65-F5344CB8AC3E}">
        <p14:creationId xmlns:p14="http://schemas.microsoft.com/office/powerpoint/2010/main" val="11519816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82.xml><?xml version="1.0" encoding="utf-8"?>
<p:sldLayout xmlns:a="http://schemas.openxmlformats.org/drawingml/2006/main" xmlns:r="http://schemas.openxmlformats.org/officeDocument/2006/relationships" xmlns:p="http://schemas.openxmlformats.org/presentationml/2006/main" userDrawn="1">
  <p:cSld name="6_Meet_the_team1">
    <p:spTree>
      <p:nvGrpSpPr>
        <p:cNvPr id="1" name=""/>
        <p:cNvGrpSpPr/>
        <p:nvPr/>
      </p:nvGrpSpPr>
      <p:grpSpPr>
        <a:xfrm>
          <a:off x="0" y="0"/>
          <a:ext cx="0" cy="0"/>
          <a:chOff x="0" y="0"/>
          <a:chExt cx="0" cy="0"/>
        </a:xfrm>
      </p:grpSpPr>
      <p:sp>
        <p:nvSpPr>
          <p:cNvPr id="26" name="Picture Placeholder 25"/>
          <p:cNvSpPr>
            <a:spLocks noGrp="1"/>
          </p:cNvSpPr>
          <p:nvPr>
            <p:ph type="pic" sz="quarter" idx="10"/>
          </p:nvPr>
        </p:nvSpPr>
        <p:spPr>
          <a:xfrm>
            <a:off x="614836" y="2001032"/>
            <a:ext cx="2103668" cy="2880142"/>
          </a:xfrm>
        </p:spPr>
        <p:txBody>
          <a:bodyPr>
            <a:normAutofit/>
          </a:bodyPr>
          <a:lstStyle>
            <a:lvl1pPr marL="0" indent="0">
              <a:buNone/>
              <a:defRPr sz="1400"/>
            </a:lvl1pPr>
          </a:lstStyle>
          <a:p>
            <a:endParaRPr lang="en-US" dirty="0"/>
          </a:p>
        </p:txBody>
      </p:sp>
      <p:sp>
        <p:nvSpPr>
          <p:cNvPr id="30" name="Picture Placeholder 25"/>
          <p:cNvSpPr>
            <a:spLocks noGrp="1"/>
          </p:cNvSpPr>
          <p:nvPr>
            <p:ph type="pic" sz="quarter" idx="11"/>
          </p:nvPr>
        </p:nvSpPr>
        <p:spPr>
          <a:xfrm>
            <a:off x="2815428" y="2001032"/>
            <a:ext cx="2103668" cy="2880142"/>
          </a:xfrm>
        </p:spPr>
        <p:txBody>
          <a:bodyPr>
            <a:normAutofit/>
          </a:bodyPr>
          <a:lstStyle>
            <a:lvl1pPr marL="0" indent="0">
              <a:buNone/>
              <a:defRPr sz="1400"/>
            </a:lvl1pPr>
          </a:lstStyle>
          <a:p>
            <a:endParaRPr lang="en-US" dirty="0"/>
          </a:p>
        </p:txBody>
      </p:sp>
      <p:sp>
        <p:nvSpPr>
          <p:cNvPr id="31" name="Picture Placeholder 25"/>
          <p:cNvSpPr>
            <a:spLocks noGrp="1"/>
          </p:cNvSpPr>
          <p:nvPr>
            <p:ph type="pic" sz="quarter" idx="12"/>
          </p:nvPr>
        </p:nvSpPr>
        <p:spPr>
          <a:xfrm>
            <a:off x="5016019" y="2001032"/>
            <a:ext cx="2103668" cy="2880142"/>
          </a:xfrm>
        </p:spPr>
        <p:txBody>
          <a:bodyPr>
            <a:normAutofit/>
          </a:bodyPr>
          <a:lstStyle>
            <a:lvl1pPr marL="0" indent="0">
              <a:buNone/>
              <a:defRPr sz="1400"/>
            </a:lvl1pPr>
          </a:lstStyle>
          <a:p>
            <a:endParaRPr lang="en-US" dirty="0"/>
          </a:p>
        </p:txBody>
      </p:sp>
    </p:spTree>
    <p:extLst>
      <p:ext uri="{BB962C8B-B14F-4D97-AF65-F5344CB8AC3E}">
        <p14:creationId xmlns:p14="http://schemas.microsoft.com/office/powerpoint/2010/main" val="320227536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83.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59" name="Picture Placeholder 2"/>
          <p:cNvSpPr>
            <a:spLocks noGrp="1"/>
          </p:cNvSpPr>
          <p:nvPr>
            <p:ph type="pic" sz="quarter" idx="33"/>
          </p:nvPr>
        </p:nvSpPr>
        <p:spPr>
          <a:xfrm>
            <a:off x="6163075" y="2721049"/>
            <a:ext cx="6028925" cy="3268275"/>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57" name="Picture Placeholder 2"/>
          <p:cNvSpPr>
            <a:spLocks noGrp="1"/>
          </p:cNvSpPr>
          <p:nvPr>
            <p:ph type="pic" sz="quarter" idx="31"/>
          </p:nvPr>
        </p:nvSpPr>
        <p:spPr>
          <a:xfrm>
            <a:off x="3369378" y="4400735"/>
            <a:ext cx="2668841"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 name="Picture Placeholder 2"/>
          <p:cNvSpPr>
            <a:spLocks noGrp="1"/>
          </p:cNvSpPr>
          <p:nvPr>
            <p:ph type="pic" sz="quarter" idx="22"/>
          </p:nvPr>
        </p:nvSpPr>
        <p:spPr>
          <a:xfrm>
            <a:off x="3366203" y="2721048"/>
            <a:ext cx="2675196"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16" name="Title 15"/>
          <p:cNvSpPr>
            <a:spLocks noGrp="1"/>
          </p:cNvSpPr>
          <p:nvPr>
            <p:ph type="title"/>
          </p:nvPr>
        </p:nvSpPr>
        <p:spPr>
          <a:xfrm>
            <a:off x="1524001" y="381001"/>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19" name="Picture Placeholder 2"/>
          <p:cNvSpPr>
            <a:spLocks noGrp="1"/>
          </p:cNvSpPr>
          <p:nvPr>
            <p:ph type="pic" sz="quarter" idx="34"/>
          </p:nvPr>
        </p:nvSpPr>
        <p:spPr>
          <a:xfrm>
            <a:off x="625464" y="4400735"/>
            <a:ext cx="2668841"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20" name="Picture Placeholder 2"/>
          <p:cNvSpPr>
            <a:spLocks noGrp="1"/>
          </p:cNvSpPr>
          <p:nvPr>
            <p:ph type="pic" sz="quarter" idx="35"/>
          </p:nvPr>
        </p:nvSpPr>
        <p:spPr>
          <a:xfrm>
            <a:off x="622288" y="2721048"/>
            <a:ext cx="2675196"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10630721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nodePh="1">
                                  <p:stCondLst>
                                    <p:cond delay="0"/>
                                  </p:stCondLst>
                                  <p:endCondLst>
                                    <p:cond evt="begin" delay="0">
                                      <p:tn val="9"/>
                                    </p:cond>
                                  </p:endCondLst>
                                  <p:childTnLst>
                                    <p:set>
                                      <p:cBhvr>
                                        <p:cTn id="10" dur="1" fill="hold">
                                          <p:stCondLst>
                                            <p:cond delay="0"/>
                                          </p:stCondLst>
                                        </p:cTn>
                                        <p:tgtEl>
                                          <p:spTgt spid="3"/>
                                        </p:tgtEl>
                                        <p:attrNameLst>
                                          <p:attrName>style.visibility</p:attrName>
                                        </p:attrNameLst>
                                      </p:cBhvr>
                                      <p:to>
                                        <p:strVal val="visible"/>
                                      </p:to>
                                    </p:set>
                                    <p:animEffect transition="in" filter="dissolve">
                                      <p:cBhvr>
                                        <p:cTn id="11" dur="500"/>
                                        <p:tgtEl>
                                          <p:spTgt spid="3"/>
                                        </p:tgtEl>
                                      </p:cBhvr>
                                    </p:animEffect>
                                  </p:childTnLst>
                                </p:cTn>
                              </p:par>
                            </p:childTnLst>
                          </p:cTn>
                        </p:par>
                        <p:par>
                          <p:cTn id="12" fill="hold">
                            <p:stCondLst>
                              <p:cond delay="1000"/>
                            </p:stCondLst>
                            <p:childTnLst>
                              <p:par>
                                <p:cTn id="13" presetID="9" presetClass="entr" presetSubtype="0" fill="hold" grpId="0" nodeType="afterEffect" nodePh="1">
                                  <p:stCondLst>
                                    <p:cond delay="0"/>
                                  </p:stCondLst>
                                  <p:endCondLst>
                                    <p:cond evt="begin" delay="0">
                                      <p:tn val="13"/>
                                    </p:cond>
                                  </p:endCondLst>
                                  <p:childTnLst>
                                    <p:set>
                                      <p:cBhvr>
                                        <p:cTn id="14" dur="1" fill="hold">
                                          <p:stCondLst>
                                            <p:cond delay="0"/>
                                          </p:stCondLst>
                                        </p:cTn>
                                        <p:tgtEl>
                                          <p:spTgt spid="59"/>
                                        </p:tgtEl>
                                        <p:attrNameLst>
                                          <p:attrName>style.visibility</p:attrName>
                                        </p:attrNameLst>
                                      </p:cBhvr>
                                      <p:to>
                                        <p:strVal val="visible"/>
                                      </p:to>
                                    </p:set>
                                    <p:animEffect transition="in" filter="dissolve">
                                      <p:cBhvr>
                                        <p:cTn id="15" dur="500"/>
                                        <p:tgtEl>
                                          <p:spTgt spid="59"/>
                                        </p:tgtEl>
                                      </p:cBhvr>
                                    </p:animEffect>
                                  </p:childTnLst>
                                </p:cTn>
                              </p:par>
                            </p:childTnLst>
                          </p:cTn>
                        </p:par>
                        <p:par>
                          <p:cTn id="16" fill="hold">
                            <p:stCondLst>
                              <p:cond delay="1500"/>
                            </p:stCondLst>
                            <p:childTnLst>
                              <p:par>
                                <p:cTn id="17" presetID="9"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dissolve">
                                      <p:cBhvr>
                                        <p:cTn id="19" dur="500"/>
                                        <p:tgtEl>
                                          <p:spTgt spid="57"/>
                                        </p:tgtEl>
                                      </p:cBhvr>
                                    </p:animEffect>
                                  </p:childTnLst>
                                </p:cTn>
                              </p:par>
                            </p:childTnLst>
                          </p:cTn>
                        </p:par>
                        <p:par>
                          <p:cTn id="20" fill="hold">
                            <p:stCondLst>
                              <p:cond delay="2000"/>
                            </p:stCondLst>
                            <p:childTnLst>
                              <p:par>
                                <p:cTn id="21" presetID="9" presetClass="entr" presetSubtype="0" fill="hold" grpId="0" nodeType="afterEffect" nodePh="1">
                                  <p:stCondLst>
                                    <p:cond delay="0"/>
                                  </p:stCondLst>
                                  <p:endCondLst>
                                    <p:cond evt="begin" delay="0">
                                      <p:tn val="21"/>
                                    </p:cond>
                                  </p:endCondLst>
                                  <p:childTnLst>
                                    <p:set>
                                      <p:cBhvr>
                                        <p:cTn id="22" dur="1" fill="hold">
                                          <p:stCondLst>
                                            <p:cond delay="0"/>
                                          </p:stCondLst>
                                        </p:cTn>
                                        <p:tgtEl>
                                          <p:spTgt spid="20"/>
                                        </p:tgtEl>
                                        <p:attrNameLst>
                                          <p:attrName>style.visibility</p:attrName>
                                        </p:attrNameLst>
                                      </p:cBhvr>
                                      <p:to>
                                        <p:strVal val="visible"/>
                                      </p:to>
                                    </p:set>
                                    <p:animEffect transition="in" filter="dissolve">
                                      <p:cBhvr>
                                        <p:cTn id="23" dur="500"/>
                                        <p:tgtEl>
                                          <p:spTgt spid="20"/>
                                        </p:tgtEl>
                                      </p:cBhvr>
                                    </p:animEffect>
                                  </p:childTnLst>
                                </p:cTn>
                              </p:par>
                            </p:childTnLst>
                          </p:cTn>
                        </p:par>
                        <p:par>
                          <p:cTn id="24" fill="hold">
                            <p:stCondLst>
                              <p:cond delay="2500"/>
                            </p:stCondLst>
                            <p:childTnLst>
                              <p:par>
                                <p:cTn id="25" presetID="9" presetClass="entr" presetSubtype="0" fill="hold" grpId="0" nodeType="afterEffect" nodePh="1">
                                  <p:stCondLst>
                                    <p:cond delay="0"/>
                                  </p:stCondLst>
                                  <p:endCondLst>
                                    <p:cond evt="begin" delay="0">
                                      <p:tn val="25"/>
                                    </p:cond>
                                  </p:endCondLst>
                                  <p:childTnLst>
                                    <p:set>
                                      <p:cBhvr>
                                        <p:cTn id="26" dur="1" fill="hold">
                                          <p:stCondLst>
                                            <p:cond delay="0"/>
                                          </p:stCondLst>
                                        </p:cTn>
                                        <p:tgtEl>
                                          <p:spTgt spid="19"/>
                                        </p:tgtEl>
                                        <p:attrNameLst>
                                          <p:attrName>style.visibility</p:attrName>
                                        </p:attrNameLst>
                                      </p:cBhvr>
                                      <p:to>
                                        <p:strVal val="visible"/>
                                      </p:to>
                                    </p:set>
                                    <p:animEffect transition="in" filter="dissolv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P spid="57" grpId="0"/>
      <p:bldP spid="3" grpId="0"/>
      <p:bldP spid="16" grpId="0"/>
      <p:bldP spid="19" grpId="0"/>
      <p:bldP spid="20" grpId="0"/>
    </p:bldLst>
  </p:timing>
</p:sldLayout>
</file>

<file path=ppt/slideLayouts/slideLayout284.xml><?xml version="1.0" encoding="utf-8"?>
<p:sldLayout xmlns:a="http://schemas.openxmlformats.org/drawingml/2006/main" xmlns:r="http://schemas.openxmlformats.org/officeDocument/2006/relationships" xmlns:p="http://schemas.openxmlformats.org/presentationml/2006/main" userDrawn="1">
  <p:cSld name="Portfolio 4">
    <p:spTree>
      <p:nvGrpSpPr>
        <p:cNvPr id="1" name=""/>
        <p:cNvGrpSpPr/>
        <p:nvPr/>
      </p:nvGrpSpPr>
      <p:grpSpPr>
        <a:xfrm>
          <a:off x="0" y="0"/>
          <a:ext cx="0" cy="0"/>
          <a:chOff x="0" y="0"/>
          <a:chExt cx="0" cy="0"/>
        </a:xfrm>
      </p:grpSpPr>
      <p:sp>
        <p:nvSpPr>
          <p:cNvPr id="15" name="Picture Placeholder 13"/>
          <p:cNvSpPr>
            <a:spLocks noGrp="1"/>
          </p:cNvSpPr>
          <p:nvPr>
            <p:ph type="pic" sz="quarter" idx="11"/>
          </p:nvPr>
        </p:nvSpPr>
        <p:spPr>
          <a:xfrm>
            <a:off x="3758353" y="1699657"/>
            <a:ext cx="2286595" cy="2286000"/>
          </a:xfrm>
          <a:effectLst/>
        </p:spPr>
        <p:txBody>
          <a:bodyPr>
            <a:normAutofit/>
          </a:bodyPr>
          <a:lstStyle>
            <a:lvl1pPr marL="0" indent="0">
              <a:buNone/>
              <a:defRPr sz="2100">
                <a:ln>
                  <a:noFill/>
                </a:ln>
                <a:solidFill>
                  <a:schemeClr val="bg1">
                    <a:lumMod val="85000"/>
                  </a:schemeClr>
                </a:solidFill>
              </a:defRPr>
            </a:lvl1pPr>
          </a:lstStyle>
          <a:p>
            <a:endParaRPr lang="en-US"/>
          </a:p>
        </p:txBody>
      </p:sp>
      <p:sp>
        <p:nvSpPr>
          <p:cNvPr id="17" name="Picture Placeholder 13"/>
          <p:cNvSpPr>
            <a:spLocks noGrp="1"/>
          </p:cNvSpPr>
          <p:nvPr>
            <p:ph type="pic" sz="quarter" idx="13"/>
          </p:nvPr>
        </p:nvSpPr>
        <p:spPr>
          <a:xfrm>
            <a:off x="6169718" y="1709921"/>
            <a:ext cx="4695167" cy="4690877"/>
          </a:xfrm>
          <a:effectLst/>
        </p:spPr>
        <p:txBody>
          <a:bodyPr>
            <a:normAutofit/>
          </a:bodyPr>
          <a:lstStyle>
            <a:lvl1pPr marL="0" indent="0">
              <a:buNone/>
              <a:defRPr sz="2100">
                <a:ln>
                  <a:noFill/>
                </a:ln>
                <a:solidFill>
                  <a:schemeClr val="bg1">
                    <a:lumMod val="85000"/>
                  </a:schemeClr>
                </a:solidFill>
              </a:defRPr>
            </a:lvl1pPr>
          </a:lstStyle>
          <a:p>
            <a:endParaRPr lang="en-US"/>
          </a:p>
        </p:txBody>
      </p:sp>
      <p:sp>
        <p:nvSpPr>
          <p:cNvPr id="13" name="Picture Placeholder 13"/>
          <p:cNvSpPr>
            <a:spLocks noGrp="1"/>
          </p:cNvSpPr>
          <p:nvPr>
            <p:ph type="pic" sz="quarter" idx="16"/>
          </p:nvPr>
        </p:nvSpPr>
        <p:spPr>
          <a:xfrm>
            <a:off x="1397692" y="4085505"/>
            <a:ext cx="2286595" cy="2286000"/>
          </a:xfrm>
          <a:effectLst/>
        </p:spPr>
        <p:txBody>
          <a:bodyPr>
            <a:normAutofit/>
          </a:bodyPr>
          <a:lstStyle>
            <a:lvl1pPr marL="0" indent="0">
              <a:buNone/>
              <a:defRPr sz="2100">
                <a:ln>
                  <a:noFill/>
                </a:ln>
                <a:solidFill>
                  <a:schemeClr val="bg1">
                    <a:lumMod val="85000"/>
                  </a:schemeClr>
                </a:solidFill>
              </a:defRPr>
            </a:lvl1pPr>
          </a:lstStyle>
          <a:p>
            <a:endParaRPr lang="en-US"/>
          </a:p>
        </p:txBody>
      </p:sp>
      <p:sp>
        <p:nvSpPr>
          <p:cNvPr id="11" name="Rectangle 10"/>
          <p:cNvSpPr/>
          <p:nvPr userDrawn="1"/>
        </p:nvSpPr>
        <p:spPr>
          <a:xfrm>
            <a:off x="1398086" y="1683330"/>
            <a:ext cx="2286595" cy="22860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Rectangle 11"/>
          <p:cNvSpPr/>
          <p:nvPr userDrawn="1"/>
        </p:nvSpPr>
        <p:spPr>
          <a:xfrm>
            <a:off x="3781687" y="4100945"/>
            <a:ext cx="2286595" cy="2286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Tree>
    <p:extLst>
      <p:ext uri="{BB962C8B-B14F-4D97-AF65-F5344CB8AC3E}">
        <p14:creationId xmlns:p14="http://schemas.microsoft.com/office/powerpoint/2010/main" val="205668135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Lst>
  </p:timing>
</p:sldLayout>
</file>

<file path=ppt/slideLayouts/slideLayout285.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35" name="Picture Placeholder 2"/>
          <p:cNvSpPr>
            <a:spLocks noGrp="1"/>
          </p:cNvSpPr>
          <p:nvPr>
            <p:ph type="pic" sz="quarter" idx="27"/>
          </p:nvPr>
        </p:nvSpPr>
        <p:spPr>
          <a:xfrm>
            <a:off x="7756699" y="405823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6" name="Picture Placeholder 2"/>
          <p:cNvSpPr>
            <a:spLocks noGrp="1"/>
          </p:cNvSpPr>
          <p:nvPr>
            <p:ph type="pic" sz="quarter" idx="28"/>
          </p:nvPr>
        </p:nvSpPr>
        <p:spPr>
          <a:xfrm>
            <a:off x="7756699" y="225548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3" name="Picture Placeholder 2"/>
          <p:cNvSpPr>
            <a:spLocks noGrp="1"/>
          </p:cNvSpPr>
          <p:nvPr>
            <p:ph type="pic" sz="quarter" idx="25"/>
          </p:nvPr>
        </p:nvSpPr>
        <p:spPr>
          <a:xfrm>
            <a:off x="4489942" y="405823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4" name="Picture Placeholder 2"/>
          <p:cNvSpPr>
            <a:spLocks noGrp="1"/>
          </p:cNvSpPr>
          <p:nvPr>
            <p:ph type="pic" sz="quarter" idx="26"/>
          </p:nvPr>
        </p:nvSpPr>
        <p:spPr>
          <a:xfrm>
            <a:off x="4489942" y="225548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2" name="Picture Placeholder 2"/>
          <p:cNvSpPr>
            <a:spLocks noGrp="1"/>
          </p:cNvSpPr>
          <p:nvPr>
            <p:ph type="pic" sz="quarter" idx="24"/>
          </p:nvPr>
        </p:nvSpPr>
        <p:spPr>
          <a:xfrm>
            <a:off x="1225906" y="405823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 name="Picture Placeholder 2"/>
          <p:cNvSpPr>
            <a:spLocks noGrp="1"/>
          </p:cNvSpPr>
          <p:nvPr>
            <p:ph type="pic" sz="quarter" idx="22"/>
          </p:nvPr>
        </p:nvSpPr>
        <p:spPr>
          <a:xfrm>
            <a:off x="1225906" y="225548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16" name="Title 15"/>
          <p:cNvSpPr>
            <a:spLocks noGrp="1"/>
          </p:cNvSpPr>
          <p:nvPr>
            <p:ph type="title"/>
          </p:nvPr>
        </p:nvSpPr>
        <p:spPr>
          <a:xfrm>
            <a:off x="1524001" y="381001"/>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10" name="Text Placeholder 17"/>
          <p:cNvSpPr>
            <a:spLocks noGrp="1"/>
          </p:cNvSpPr>
          <p:nvPr>
            <p:ph type="body" sz="quarter" idx="21"/>
          </p:nvPr>
        </p:nvSpPr>
        <p:spPr>
          <a:xfrm>
            <a:off x="4939605" y="1828801"/>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24" name="Shape 575"/>
          <p:cNvSpPr/>
          <p:nvPr userDrawn="1"/>
        </p:nvSpPr>
        <p:spPr>
          <a:xfrm>
            <a:off x="1232323" y="1940009"/>
            <a:ext cx="232169" cy="111343"/>
          </a:xfrm>
          <a:prstGeom prst="rect">
            <a:avLst/>
          </a:prstGeom>
          <a:solidFill>
            <a:schemeClr val="accent2"/>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5" name="Shape 576"/>
          <p:cNvSpPr/>
          <p:nvPr userDrawn="1"/>
        </p:nvSpPr>
        <p:spPr>
          <a:xfrm>
            <a:off x="4491788" y="1940009"/>
            <a:ext cx="232169" cy="111343"/>
          </a:xfrm>
          <a:prstGeom prst="rect">
            <a:avLst/>
          </a:prstGeom>
          <a:solidFill>
            <a:schemeClr val="accent1"/>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6" name="Shape 577"/>
          <p:cNvSpPr/>
          <p:nvPr userDrawn="1"/>
        </p:nvSpPr>
        <p:spPr>
          <a:xfrm>
            <a:off x="7763650" y="1940009"/>
            <a:ext cx="232169" cy="111343"/>
          </a:xfrm>
          <a:prstGeom prst="rect">
            <a:avLst/>
          </a:prstGeom>
          <a:solidFill>
            <a:schemeClr val="accent3"/>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7" name="Shape 578"/>
          <p:cNvSpPr/>
          <p:nvPr userDrawn="1"/>
        </p:nvSpPr>
        <p:spPr>
          <a:xfrm>
            <a:off x="1232323" y="5969729"/>
            <a:ext cx="232169" cy="134714"/>
          </a:xfrm>
          <a:prstGeom prst="rect">
            <a:avLst/>
          </a:prstGeom>
          <a:solidFill>
            <a:schemeClr val="accent4"/>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8" name="Shape 579"/>
          <p:cNvSpPr/>
          <p:nvPr userDrawn="1"/>
        </p:nvSpPr>
        <p:spPr>
          <a:xfrm>
            <a:off x="4491788" y="5969729"/>
            <a:ext cx="232169" cy="134714"/>
          </a:xfrm>
          <a:prstGeom prst="rect">
            <a:avLst/>
          </a:prstGeom>
          <a:solidFill>
            <a:schemeClr val="accent5"/>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9" name="Shape 580"/>
          <p:cNvSpPr/>
          <p:nvPr userDrawn="1"/>
        </p:nvSpPr>
        <p:spPr>
          <a:xfrm>
            <a:off x="7763650" y="5969729"/>
            <a:ext cx="232169" cy="134714"/>
          </a:xfrm>
          <a:prstGeom prst="rect">
            <a:avLst/>
          </a:prstGeom>
          <a:solidFill>
            <a:schemeClr val="accent6"/>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30" name="Text Placeholder 17"/>
          <p:cNvSpPr>
            <a:spLocks noGrp="1"/>
          </p:cNvSpPr>
          <p:nvPr>
            <p:ph type="body" sz="quarter" idx="23"/>
          </p:nvPr>
        </p:nvSpPr>
        <p:spPr>
          <a:xfrm>
            <a:off x="1675252" y="1828801"/>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37" name="Text Placeholder 17"/>
          <p:cNvSpPr>
            <a:spLocks noGrp="1"/>
          </p:cNvSpPr>
          <p:nvPr>
            <p:ph type="body" sz="quarter" idx="29"/>
          </p:nvPr>
        </p:nvSpPr>
        <p:spPr>
          <a:xfrm>
            <a:off x="4939605" y="5891090"/>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38" name="Text Placeholder 17"/>
          <p:cNvSpPr>
            <a:spLocks noGrp="1"/>
          </p:cNvSpPr>
          <p:nvPr>
            <p:ph type="body" sz="quarter" idx="30"/>
          </p:nvPr>
        </p:nvSpPr>
        <p:spPr>
          <a:xfrm>
            <a:off x="1675252" y="5891090"/>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39" name="Text Placeholder 17"/>
          <p:cNvSpPr>
            <a:spLocks noGrp="1"/>
          </p:cNvSpPr>
          <p:nvPr>
            <p:ph type="body" sz="quarter" idx="31"/>
          </p:nvPr>
        </p:nvSpPr>
        <p:spPr>
          <a:xfrm>
            <a:off x="8191064" y="1828801"/>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40" name="Text Placeholder 17"/>
          <p:cNvSpPr>
            <a:spLocks noGrp="1"/>
          </p:cNvSpPr>
          <p:nvPr>
            <p:ph type="body" sz="quarter" idx="32"/>
          </p:nvPr>
        </p:nvSpPr>
        <p:spPr>
          <a:xfrm>
            <a:off x="8191064" y="5891090"/>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Tree>
    <p:extLst>
      <p:ext uri="{BB962C8B-B14F-4D97-AF65-F5344CB8AC3E}">
        <p14:creationId xmlns:p14="http://schemas.microsoft.com/office/powerpoint/2010/main" val="394119111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wipe(down)">
                                      <p:cBhvr>
                                        <p:cTn id="15" dur="500"/>
                                        <p:tgtEl>
                                          <p:spTgt spid="24"/>
                                        </p:tgtEl>
                                      </p:cBhvr>
                                    </p:animEffect>
                                  </p:childTnLst>
                                </p:cTn>
                              </p:par>
                            </p:childTnLst>
                          </p:cTn>
                        </p:par>
                        <p:par>
                          <p:cTn id="16" fill="hold">
                            <p:stCondLst>
                              <p:cond delay="1500"/>
                            </p:stCondLst>
                            <p:childTnLst>
                              <p:par>
                                <p:cTn id="17" presetID="9" presetClass="entr" presetSubtype="0" fill="hold" grpId="0" nodeType="afterEffect" nodePh="1">
                                  <p:stCondLst>
                                    <p:cond delay="0"/>
                                  </p:stCondLst>
                                  <p:endCondLst>
                                    <p:cond evt="begin" delay="0">
                                      <p:tn val="17"/>
                                    </p:cond>
                                  </p:endCondLst>
                                  <p:childTnLst>
                                    <p:set>
                                      <p:cBhvr>
                                        <p:cTn id="18" dur="1" fill="hold">
                                          <p:stCondLst>
                                            <p:cond delay="0"/>
                                          </p:stCondLst>
                                        </p:cTn>
                                        <p:tgtEl>
                                          <p:spTgt spid="30">
                                            <p:txEl>
                                              <p:pRg st="0" end="0"/>
                                            </p:txEl>
                                          </p:spTgt>
                                        </p:tgtEl>
                                        <p:attrNameLst>
                                          <p:attrName>style.visibility</p:attrName>
                                        </p:attrNameLst>
                                      </p:cBhvr>
                                      <p:to>
                                        <p:strVal val="visible"/>
                                      </p:to>
                                    </p:set>
                                    <p:animEffect transition="in" filter="dissolve">
                                      <p:cBhvr>
                                        <p:cTn id="19" dur="500"/>
                                        <p:tgtEl>
                                          <p:spTgt spid="30">
                                            <p:txEl>
                                              <p:pRg st="0" end="0"/>
                                            </p:txEl>
                                          </p:spTgt>
                                        </p:tgtEl>
                                      </p:cBhvr>
                                    </p:animEffect>
                                  </p:childTnLst>
                                </p:cTn>
                              </p:par>
                            </p:childTnLst>
                          </p:cTn>
                        </p:par>
                        <p:par>
                          <p:cTn id="20" fill="hold">
                            <p:stCondLst>
                              <p:cond delay="2000"/>
                            </p:stCondLst>
                            <p:childTnLst>
                              <p:par>
                                <p:cTn id="21" presetID="10" presetClass="entr" presetSubtype="0" fill="hold" grpId="0" nodeType="afterEffect" nodePh="1">
                                  <p:stCondLst>
                                    <p:cond delay="0"/>
                                  </p:stCondLst>
                                  <p:endCondLst>
                                    <p:cond evt="begin" delay="0">
                                      <p:tn val="21"/>
                                    </p:cond>
                                  </p:endCondLst>
                                  <p:childTnLst>
                                    <p:set>
                                      <p:cBhvr>
                                        <p:cTn id="22" dur="1" fill="hold">
                                          <p:stCondLst>
                                            <p:cond delay="0"/>
                                          </p:stCondLst>
                                        </p:cTn>
                                        <p:tgtEl>
                                          <p:spTgt spid="34"/>
                                        </p:tgtEl>
                                        <p:attrNameLst>
                                          <p:attrName>style.visibility</p:attrName>
                                        </p:attrNameLst>
                                      </p:cBhvr>
                                      <p:to>
                                        <p:strVal val="visible"/>
                                      </p:to>
                                    </p:set>
                                    <p:animEffect transition="in" filter="fade">
                                      <p:cBhvr>
                                        <p:cTn id="23" dur="500"/>
                                        <p:tgtEl>
                                          <p:spTgt spid="34"/>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down)">
                                      <p:cBhvr>
                                        <p:cTn id="27" dur="500"/>
                                        <p:tgtEl>
                                          <p:spTgt spid="25"/>
                                        </p:tgtEl>
                                      </p:cBhvr>
                                    </p:animEffect>
                                  </p:childTnLst>
                                </p:cTn>
                              </p:par>
                            </p:childTnLst>
                          </p:cTn>
                        </p:par>
                        <p:par>
                          <p:cTn id="28" fill="hold">
                            <p:stCondLst>
                              <p:cond delay="3000"/>
                            </p:stCondLst>
                            <p:childTnLst>
                              <p:par>
                                <p:cTn id="29" presetID="9" presetClass="entr" presetSubtype="0" fill="hold" grpId="0" nodeType="afterEffect" nodePh="1">
                                  <p:stCondLst>
                                    <p:cond delay="0"/>
                                  </p:stCondLst>
                                  <p:endCondLst>
                                    <p:cond evt="begin" delay="0">
                                      <p:tn val="29"/>
                                    </p:cond>
                                  </p:endCondLst>
                                  <p:childTnLst>
                                    <p:set>
                                      <p:cBhvr>
                                        <p:cTn id="30" dur="1" fill="hold">
                                          <p:stCondLst>
                                            <p:cond delay="0"/>
                                          </p:stCondLst>
                                        </p:cTn>
                                        <p:tgtEl>
                                          <p:spTgt spid="10">
                                            <p:txEl>
                                              <p:pRg st="0" end="0"/>
                                            </p:txEl>
                                          </p:spTgt>
                                        </p:tgtEl>
                                        <p:attrNameLst>
                                          <p:attrName>style.visibility</p:attrName>
                                        </p:attrNameLst>
                                      </p:cBhvr>
                                      <p:to>
                                        <p:strVal val="visible"/>
                                      </p:to>
                                    </p:set>
                                    <p:animEffect transition="in" filter="dissolve">
                                      <p:cBhvr>
                                        <p:cTn id="31" dur="500"/>
                                        <p:tgtEl>
                                          <p:spTgt spid="10">
                                            <p:txEl>
                                              <p:pRg st="0" end="0"/>
                                            </p:txEl>
                                          </p:spTgt>
                                        </p:tgtEl>
                                      </p:cBhvr>
                                    </p:animEffect>
                                  </p:childTnLst>
                                </p:cTn>
                              </p:par>
                            </p:childTnLst>
                          </p:cTn>
                        </p:par>
                        <p:par>
                          <p:cTn id="32" fill="hold">
                            <p:stCondLst>
                              <p:cond delay="3500"/>
                            </p:stCondLst>
                            <p:childTnLst>
                              <p:par>
                                <p:cTn id="33" presetID="10" presetClass="entr" presetSubtype="0" fill="hold" grpId="0" nodeType="afterEffect" nodePh="1">
                                  <p:stCondLst>
                                    <p:cond delay="0"/>
                                  </p:stCondLst>
                                  <p:endCondLst>
                                    <p:cond evt="begin" delay="0">
                                      <p:tn val="33"/>
                                    </p:cond>
                                  </p:endCondLst>
                                  <p:childTnLst>
                                    <p:set>
                                      <p:cBhvr>
                                        <p:cTn id="34" dur="1" fill="hold">
                                          <p:stCondLst>
                                            <p:cond delay="0"/>
                                          </p:stCondLst>
                                        </p:cTn>
                                        <p:tgtEl>
                                          <p:spTgt spid="36"/>
                                        </p:tgtEl>
                                        <p:attrNameLst>
                                          <p:attrName>style.visibility</p:attrName>
                                        </p:attrNameLst>
                                      </p:cBhvr>
                                      <p:to>
                                        <p:strVal val="visible"/>
                                      </p:to>
                                    </p:set>
                                    <p:animEffect transition="in" filter="fade">
                                      <p:cBhvr>
                                        <p:cTn id="35" dur="500"/>
                                        <p:tgtEl>
                                          <p:spTgt spid="36"/>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26"/>
                                        </p:tgtEl>
                                        <p:attrNameLst>
                                          <p:attrName>style.visibility</p:attrName>
                                        </p:attrNameLst>
                                      </p:cBhvr>
                                      <p:to>
                                        <p:strVal val="visible"/>
                                      </p:to>
                                    </p:set>
                                    <p:animEffect transition="in" filter="wipe(down)">
                                      <p:cBhvr>
                                        <p:cTn id="39" dur="500"/>
                                        <p:tgtEl>
                                          <p:spTgt spid="26"/>
                                        </p:tgtEl>
                                      </p:cBhvr>
                                    </p:animEffect>
                                  </p:childTnLst>
                                </p:cTn>
                              </p:par>
                            </p:childTnLst>
                          </p:cTn>
                        </p:par>
                        <p:par>
                          <p:cTn id="40" fill="hold">
                            <p:stCondLst>
                              <p:cond delay="4500"/>
                            </p:stCondLst>
                            <p:childTnLst>
                              <p:par>
                                <p:cTn id="41" presetID="9" presetClass="entr" presetSubtype="0" fill="hold" grpId="0" nodeType="afterEffect" nodePh="1">
                                  <p:stCondLst>
                                    <p:cond delay="0"/>
                                  </p:stCondLst>
                                  <p:endCondLst>
                                    <p:cond evt="begin" delay="0">
                                      <p:tn val="41"/>
                                    </p:cond>
                                  </p:endCondLst>
                                  <p:childTnLst>
                                    <p:set>
                                      <p:cBhvr>
                                        <p:cTn id="42" dur="1" fill="hold">
                                          <p:stCondLst>
                                            <p:cond delay="0"/>
                                          </p:stCondLst>
                                        </p:cTn>
                                        <p:tgtEl>
                                          <p:spTgt spid="39">
                                            <p:txEl>
                                              <p:pRg st="0" end="0"/>
                                            </p:txEl>
                                          </p:spTgt>
                                        </p:tgtEl>
                                        <p:attrNameLst>
                                          <p:attrName>style.visibility</p:attrName>
                                        </p:attrNameLst>
                                      </p:cBhvr>
                                      <p:to>
                                        <p:strVal val="visible"/>
                                      </p:to>
                                    </p:set>
                                    <p:animEffect transition="in" filter="dissolve">
                                      <p:cBhvr>
                                        <p:cTn id="43" dur="500"/>
                                        <p:tgtEl>
                                          <p:spTgt spid="39">
                                            <p:txEl>
                                              <p:pRg st="0" end="0"/>
                                            </p:txEl>
                                          </p:spTgt>
                                        </p:tgtEl>
                                      </p:cBhvr>
                                    </p:animEffect>
                                  </p:childTnLst>
                                </p:cTn>
                              </p:par>
                            </p:childTnLst>
                          </p:cTn>
                        </p:par>
                        <p:par>
                          <p:cTn id="44" fill="hold">
                            <p:stCondLst>
                              <p:cond delay="5000"/>
                            </p:stCondLst>
                            <p:childTnLst>
                              <p:par>
                                <p:cTn id="45" presetID="10" presetClass="entr" presetSubtype="0" fill="hold" grpId="0" nodeType="afterEffect" nodePh="1">
                                  <p:stCondLst>
                                    <p:cond delay="0"/>
                                  </p:stCondLst>
                                  <p:endCondLst>
                                    <p:cond evt="begin" delay="0">
                                      <p:tn val="45"/>
                                    </p:cond>
                                  </p:endCondLst>
                                  <p:childTnLst>
                                    <p:set>
                                      <p:cBhvr>
                                        <p:cTn id="46" dur="1" fill="hold">
                                          <p:stCondLst>
                                            <p:cond delay="0"/>
                                          </p:stCondLst>
                                        </p:cTn>
                                        <p:tgtEl>
                                          <p:spTgt spid="32"/>
                                        </p:tgtEl>
                                        <p:attrNameLst>
                                          <p:attrName>style.visibility</p:attrName>
                                        </p:attrNameLst>
                                      </p:cBhvr>
                                      <p:to>
                                        <p:strVal val="visible"/>
                                      </p:to>
                                    </p:set>
                                    <p:animEffect transition="in" filter="fade">
                                      <p:cBhvr>
                                        <p:cTn id="47" dur="500"/>
                                        <p:tgtEl>
                                          <p:spTgt spid="32"/>
                                        </p:tgtEl>
                                      </p:cBhvr>
                                    </p:animEffect>
                                  </p:childTnLst>
                                </p:cTn>
                              </p:par>
                            </p:childTnLst>
                          </p:cTn>
                        </p:par>
                        <p:par>
                          <p:cTn id="48" fill="hold">
                            <p:stCondLst>
                              <p:cond delay="5500"/>
                            </p:stCondLst>
                            <p:childTnLst>
                              <p:par>
                                <p:cTn id="49" presetID="22" presetClass="entr" presetSubtype="1" fill="hold" grpId="0" nodeType="after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wipe(up)">
                                      <p:cBhvr>
                                        <p:cTn id="51" dur="500"/>
                                        <p:tgtEl>
                                          <p:spTgt spid="27"/>
                                        </p:tgtEl>
                                      </p:cBhvr>
                                    </p:animEffect>
                                  </p:childTnLst>
                                </p:cTn>
                              </p:par>
                            </p:childTnLst>
                          </p:cTn>
                        </p:par>
                        <p:par>
                          <p:cTn id="52" fill="hold">
                            <p:stCondLst>
                              <p:cond delay="6000"/>
                            </p:stCondLst>
                            <p:childTnLst>
                              <p:par>
                                <p:cTn id="53" presetID="9" presetClass="entr" presetSubtype="0" fill="hold" grpId="0" nodeType="afterEffect" nodePh="1">
                                  <p:stCondLst>
                                    <p:cond delay="0"/>
                                  </p:stCondLst>
                                  <p:endCondLst>
                                    <p:cond evt="begin" delay="0">
                                      <p:tn val="53"/>
                                    </p:cond>
                                  </p:endCondLst>
                                  <p:childTnLst>
                                    <p:set>
                                      <p:cBhvr>
                                        <p:cTn id="54" dur="1" fill="hold">
                                          <p:stCondLst>
                                            <p:cond delay="0"/>
                                          </p:stCondLst>
                                        </p:cTn>
                                        <p:tgtEl>
                                          <p:spTgt spid="38">
                                            <p:txEl>
                                              <p:pRg st="0" end="0"/>
                                            </p:txEl>
                                          </p:spTgt>
                                        </p:tgtEl>
                                        <p:attrNameLst>
                                          <p:attrName>style.visibility</p:attrName>
                                        </p:attrNameLst>
                                      </p:cBhvr>
                                      <p:to>
                                        <p:strVal val="visible"/>
                                      </p:to>
                                    </p:set>
                                    <p:animEffect transition="in" filter="dissolve">
                                      <p:cBhvr>
                                        <p:cTn id="55" dur="500"/>
                                        <p:tgtEl>
                                          <p:spTgt spid="38">
                                            <p:txEl>
                                              <p:pRg st="0" end="0"/>
                                            </p:txEl>
                                          </p:spTgt>
                                        </p:tgtEl>
                                      </p:cBhvr>
                                    </p:animEffect>
                                  </p:childTnLst>
                                </p:cTn>
                              </p:par>
                            </p:childTnLst>
                          </p:cTn>
                        </p:par>
                        <p:par>
                          <p:cTn id="56" fill="hold">
                            <p:stCondLst>
                              <p:cond delay="6500"/>
                            </p:stCondLst>
                            <p:childTnLst>
                              <p:par>
                                <p:cTn id="57" presetID="10" presetClass="entr" presetSubtype="0" fill="hold" grpId="0" nodeType="afterEffect" nodePh="1">
                                  <p:stCondLst>
                                    <p:cond delay="0"/>
                                  </p:stCondLst>
                                  <p:endCondLst>
                                    <p:cond evt="begin" delay="0">
                                      <p:tn val="57"/>
                                    </p:cond>
                                  </p:endCondLst>
                                  <p:childTnLst>
                                    <p:set>
                                      <p:cBhvr>
                                        <p:cTn id="58" dur="1" fill="hold">
                                          <p:stCondLst>
                                            <p:cond delay="0"/>
                                          </p:stCondLst>
                                        </p:cTn>
                                        <p:tgtEl>
                                          <p:spTgt spid="33"/>
                                        </p:tgtEl>
                                        <p:attrNameLst>
                                          <p:attrName>style.visibility</p:attrName>
                                        </p:attrNameLst>
                                      </p:cBhvr>
                                      <p:to>
                                        <p:strVal val="visible"/>
                                      </p:to>
                                    </p:set>
                                    <p:animEffect transition="in" filter="fade">
                                      <p:cBhvr>
                                        <p:cTn id="59" dur="500"/>
                                        <p:tgtEl>
                                          <p:spTgt spid="33"/>
                                        </p:tgtEl>
                                      </p:cBhvr>
                                    </p:animEffect>
                                  </p:childTnLst>
                                </p:cTn>
                              </p:par>
                            </p:childTnLst>
                          </p:cTn>
                        </p:par>
                        <p:par>
                          <p:cTn id="60" fill="hold">
                            <p:stCondLst>
                              <p:cond delay="7000"/>
                            </p:stCondLst>
                            <p:childTnLst>
                              <p:par>
                                <p:cTn id="61" presetID="22" presetClass="entr" presetSubtype="1" fill="hold" grpId="0" nodeType="afterEffect">
                                  <p:stCondLst>
                                    <p:cond delay="0"/>
                                  </p:stCondLst>
                                  <p:childTnLst>
                                    <p:set>
                                      <p:cBhvr>
                                        <p:cTn id="62" dur="1" fill="hold">
                                          <p:stCondLst>
                                            <p:cond delay="0"/>
                                          </p:stCondLst>
                                        </p:cTn>
                                        <p:tgtEl>
                                          <p:spTgt spid="28"/>
                                        </p:tgtEl>
                                        <p:attrNameLst>
                                          <p:attrName>style.visibility</p:attrName>
                                        </p:attrNameLst>
                                      </p:cBhvr>
                                      <p:to>
                                        <p:strVal val="visible"/>
                                      </p:to>
                                    </p:set>
                                    <p:animEffect transition="in" filter="wipe(up)">
                                      <p:cBhvr>
                                        <p:cTn id="63" dur="500"/>
                                        <p:tgtEl>
                                          <p:spTgt spid="28"/>
                                        </p:tgtEl>
                                      </p:cBhvr>
                                    </p:animEffect>
                                  </p:childTnLst>
                                </p:cTn>
                              </p:par>
                            </p:childTnLst>
                          </p:cTn>
                        </p:par>
                        <p:par>
                          <p:cTn id="64" fill="hold">
                            <p:stCondLst>
                              <p:cond delay="7500"/>
                            </p:stCondLst>
                            <p:childTnLst>
                              <p:par>
                                <p:cTn id="65" presetID="9" presetClass="entr" presetSubtype="0" fill="hold" grpId="0" nodeType="afterEffect" nodePh="1">
                                  <p:stCondLst>
                                    <p:cond delay="0"/>
                                  </p:stCondLst>
                                  <p:endCondLst>
                                    <p:cond evt="begin" delay="0">
                                      <p:tn val="65"/>
                                    </p:cond>
                                  </p:endCondLst>
                                  <p:childTnLst>
                                    <p:set>
                                      <p:cBhvr>
                                        <p:cTn id="66" dur="1" fill="hold">
                                          <p:stCondLst>
                                            <p:cond delay="0"/>
                                          </p:stCondLst>
                                        </p:cTn>
                                        <p:tgtEl>
                                          <p:spTgt spid="37">
                                            <p:txEl>
                                              <p:pRg st="0" end="0"/>
                                            </p:txEl>
                                          </p:spTgt>
                                        </p:tgtEl>
                                        <p:attrNameLst>
                                          <p:attrName>style.visibility</p:attrName>
                                        </p:attrNameLst>
                                      </p:cBhvr>
                                      <p:to>
                                        <p:strVal val="visible"/>
                                      </p:to>
                                    </p:set>
                                    <p:animEffect transition="in" filter="dissolve">
                                      <p:cBhvr>
                                        <p:cTn id="67" dur="500"/>
                                        <p:tgtEl>
                                          <p:spTgt spid="37">
                                            <p:txEl>
                                              <p:pRg st="0" end="0"/>
                                            </p:txEl>
                                          </p:spTgt>
                                        </p:tgtEl>
                                      </p:cBhvr>
                                    </p:animEffect>
                                  </p:childTnLst>
                                </p:cTn>
                              </p:par>
                            </p:childTnLst>
                          </p:cTn>
                        </p:par>
                        <p:par>
                          <p:cTn id="68" fill="hold">
                            <p:stCondLst>
                              <p:cond delay="8000"/>
                            </p:stCondLst>
                            <p:childTnLst>
                              <p:par>
                                <p:cTn id="69" presetID="10" presetClass="entr" presetSubtype="0" fill="hold" grpId="0" nodeType="afterEffect" nodePh="1">
                                  <p:stCondLst>
                                    <p:cond delay="0"/>
                                  </p:stCondLst>
                                  <p:endCondLst>
                                    <p:cond evt="begin" delay="0">
                                      <p:tn val="69"/>
                                    </p:cond>
                                  </p:endCondLst>
                                  <p:childTnLst>
                                    <p:set>
                                      <p:cBhvr>
                                        <p:cTn id="70" dur="1" fill="hold">
                                          <p:stCondLst>
                                            <p:cond delay="0"/>
                                          </p:stCondLst>
                                        </p:cTn>
                                        <p:tgtEl>
                                          <p:spTgt spid="35"/>
                                        </p:tgtEl>
                                        <p:attrNameLst>
                                          <p:attrName>style.visibility</p:attrName>
                                        </p:attrNameLst>
                                      </p:cBhvr>
                                      <p:to>
                                        <p:strVal val="visible"/>
                                      </p:to>
                                    </p:set>
                                    <p:animEffect transition="in" filter="fade">
                                      <p:cBhvr>
                                        <p:cTn id="71" dur="500"/>
                                        <p:tgtEl>
                                          <p:spTgt spid="35"/>
                                        </p:tgtEl>
                                      </p:cBhvr>
                                    </p:animEffect>
                                  </p:childTnLst>
                                </p:cTn>
                              </p:par>
                            </p:childTnLst>
                          </p:cTn>
                        </p:par>
                        <p:par>
                          <p:cTn id="72" fill="hold">
                            <p:stCondLst>
                              <p:cond delay="8500"/>
                            </p:stCondLst>
                            <p:childTnLst>
                              <p:par>
                                <p:cTn id="73" presetID="22" presetClass="entr" presetSubtype="1" fill="hold" grpId="0" nodeType="afterEffect">
                                  <p:stCondLst>
                                    <p:cond delay="0"/>
                                  </p:stCondLst>
                                  <p:childTnLst>
                                    <p:set>
                                      <p:cBhvr>
                                        <p:cTn id="74" dur="1" fill="hold">
                                          <p:stCondLst>
                                            <p:cond delay="0"/>
                                          </p:stCondLst>
                                        </p:cTn>
                                        <p:tgtEl>
                                          <p:spTgt spid="29"/>
                                        </p:tgtEl>
                                        <p:attrNameLst>
                                          <p:attrName>style.visibility</p:attrName>
                                        </p:attrNameLst>
                                      </p:cBhvr>
                                      <p:to>
                                        <p:strVal val="visible"/>
                                      </p:to>
                                    </p:set>
                                    <p:animEffect transition="in" filter="wipe(up)">
                                      <p:cBhvr>
                                        <p:cTn id="75" dur="500"/>
                                        <p:tgtEl>
                                          <p:spTgt spid="29"/>
                                        </p:tgtEl>
                                      </p:cBhvr>
                                    </p:animEffect>
                                  </p:childTnLst>
                                </p:cTn>
                              </p:par>
                            </p:childTnLst>
                          </p:cTn>
                        </p:par>
                        <p:par>
                          <p:cTn id="76" fill="hold">
                            <p:stCondLst>
                              <p:cond delay="9000"/>
                            </p:stCondLst>
                            <p:childTnLst>
                              <p:par>
                                <p:cTn id="77" presetID="9" presetClass="entr" presetSubtype="0" fill="hold" grpId="0" nodeType="afterEffect" nodePh="1">
                                  <p:stCondLst>
                                    <p:cond delay="0"/>
                                  </p:stCondLst>
                                  <p:endCondLst>
                                    <p:cond evt="begin" delay="0">
                                      <p:tn val="77"/>
                                    </p:cond>
                                  </p:endCondLst>
                                  <p:childTnLst>
                                    <p:set>
                                      <p:cBhvr>
                                        <p:cTn id="78" dur="1" fill="hold">
                                          <p:stCondLst>
                                            <p:cond delay="0"/>
                                          </p:stCondLst>
                                        </p:cTn>
                                        <p:tgtEl>
                                          <p:spTgt spid="40">
                                            <p:txEl>
                                              <p:pRg st="0" end="0"/>
                                            </p:txEl>
                                          </p:spTgt>
                                        </p:tgtEl>
                                        <p:attrNameLst>
                                          <p:attrName>style.visibility</p:attrName>
                                        </p:attrNameLst>
                                      </p:cBhvr>
                                      <p:to>
                                        <p:strVal val="visible"/>
                                      </p:to>
                                    </p:set>
                                    <p:animEffect transition="in" filter="dissolve">
                                      <p:cBhvr>
                                        <p:cTn id="79" dur="500"/>
                                        <p:tgtEl>
                                          <p:spTgt spid="4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P spid="33" grpId="0"/>
      <p:bldP spid="34" grpId="0"/>
      <p:bldP spid="32" grpId="0"/>
      <p:bldP spid="3" grpId="0"/>
      <p:bldP spid="16" grpId="0"/>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24" grpId="0" animBg="1"/>
      <p:bldP spid="25" grpId="0" animBg="1"/>
      <p:bldP spid="26" grpId="0" animBg="1"/>
      <p:bldP spid="27" grpId="0" animBg="1"/>
      <p:bldP spid="28" grpId="0" animBg="1"/>
      <p:bldP spid="29" grpId="0" animBg="1"/>
      <p:bldP spid="3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dissolve">
                      <p:cBhvr>
                        <p:cTn dur="500"/>
                        <p:tgtEl>
                          <p:spTgt spid="30"/>
                        </p:tgtEl>
                      </p:cBhvr>
                    </p:animEffect>
                  </p:childTnLst>
                </p:cTn>
              </p:par>
            </p:tnLst>
          </p:tmpl>
        </p:tmplLst>
      </p:bldP>
      <p:bldP spid="37"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Effect transition="in" filter="dissolve">
                      <p:cBhvr>
                        <p:cTn dur="500"/>
                        <p:tgtEl>
                          <p:spTgt spid="37"/>
                        </p:tgtEl>
                      </p:cBhvr>
                    </p:animEffect>
                  </p:childTnLst>
                </p:cTn>
              </p:par>
            </p:tnLst>
          </p:tmpl>
        </p:tmplLst>
      </p:bldP>
      <p:bldP spid="38"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8"/>
                        </p:tgtEl>
                        <p:attrNameLst>
                          <p:attrName>style.visibility</p:attrName>
                        </p:attrNameLst>
                      </p:cBhvr>
                      <p:to>
                        <p:strVal val="visible"/>
                      </p:to>
                    </p:set>
                    <p:animEffect transition="in" filter="dissolve">
                      <p:cBhvr>
                        <p:cTn dur="500"/>
                        <p:tgtEl>
                          <p:spTgt spid="38"/>
                        </p:tgtEl>
                      </p:cBhvr>
                    </p:animEffect>
                  </p:childTnLst>
                </p:cTn>
              </p:par>
            </p:tnLst>
          </p:tmpl>
        </p:tmplLst>
      </p:bldP>
      <p:bldP spid="3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9"/>
                        </p:tgtEl>
                        <p:attrNameLst>
                          <p:attrName>style.visibility</p:attrName>
                        </p:attrNameLst>
                      </p:cBhvr>
                      <p:to>
                        <p:strVal val="visible"/>
                      </p:to>
                    </p:set>
                    <p:animEffect transition="in" filter="dissolve">
                      <p:cBhvr>
                        <p:cTn dur="500"/>
                        <p:tgtEl>
                          <p:spTgt spid="39"/>
                        </p:tgtEl>
                      </p:cBhvr>
                    </p:animEffect>
                  </p:childTnLst>
                </p:cTn>
              </p:par>
            </p:tnLst>
          </p:tmpl>
        </p:tmplLst>
      </p:bldP>
      <p:bldP spid="4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40"/>
                        </p:tgtEl>
                        <p:attrNameLst>
                          <p:attrName>style.visibility</p:attrName>
                        </p:attrNameLst>
                      </p:cBhvr>
                      <p:to>
                        <p:strVal val="visible"/>
                      </p:to>
                    </p:set>
                    <p:animEffect transition="in" filter="dissolve">
                      <p:cBhvr>
                        <p:cTn dur="500"/>
                        <p:tgtEl>
                          <p:spTgt spid="40"/>
                        </p:tgtEl>
                      </p:cBhvr>
                    </p:animEffect>
                  </p:childTnLst>
                </p:cTn>
              </p:par>
            </p:tnLst>
          </p:tmpl>
        </p:tmplLst>
      </p:bldP>
    </p:bldLst>
  </p:timing>
</p:sldLayout>
</file>

<file path=ppt/slideLayouts/slideLayout286.xml><?xml version="1.0" encoding="utf-8"?>
<p:sldLayout xmlns:a="http://schemas.openxmlformats.org/drawingml/2006/main" xmlns:r="http://schemas.openxmlformats.org/officeDocument/2006/relationships" xmlns:p="http://schemas.openxmlformats.org/presentationml/2006/main" userDrawn="1">
  <p:cSld name="16_Custom Layout">
    <p:spTree>
      <p:nvGrpSpPr>
        <p:cNvPr id="1" name=""/>
        <p:cNvGrpSpPr/>
        <p:nvPr/>
      </p:nvGrpSpPr>
      <p:grpSpPr>
        <a:xfrm>
          <a:off x="0" y="0"/>
          <a:ext cx="0" cy="0"/>
          <a:chOff x="0" y="0"/>
          <a:chExt cx="0" cy="0"/>
        </a:xfrm>
      </p:grpSpPr>
      <p:sp>
        <p:nvSpPr>
          <p:cNvPr id="19" name="Picture Placeholder 11"/>
          <p:cNvSpPr>
            <a:spLocks noGrp="1"/>
          </p:cNvSpPr>
          <p:nvPr>
            <p:ph type="pic" sz="quarter" idx="13"/>
          </p:nvPr>
        </p:nvSpPr>
        <p:spPr>
          <a:xfrm>
            <a:off x="8829962" y="4442693"/>
            <a:ext cx="2576945" cy="1699491"/>
          </a:xfrm>
        </p:spPr>
        <p:txBody>
          <a:bodyPr/>
          <a:lstStyle/>
          <a:p>
            <a:endParaRPr lang="en-US"/>
          </a:p>
        </p:txBody>
      </p:sp>
      <p:sp>
        <p:nvSpPr>
          <p:cNvPr id="15" name="Picture Placeholder 14"/>
          <p:cNvSpPr>
            <a:spLocks noGrp="1"/>
          </p:cNvSpPr>
          <p:nvPr>
            <p:ph type="pic" sz="quarter" idx="11"/>
          </p:nvPr>
        </p:nvSpPr>
        <p:spPr>
          <a:xfrm>
            <a:off x="6086760" y="2689198"/>
            <a:ext cx="2576945" cy="3452985"/>
          </a:xfrm>
        </p:spPr>
        <p:txBody>
          <a:bodyPr/>
          <a:lstStyle/>
          <a:p>
            <a:endParaRPr lang="en-US"/>
          </a:p>
        </p:txBody>
      </p:sp>
      <p:sp>
        <p:nvSpPr>
          <p:cNvPr id="18" name="Picture Placeholder 14"/>
          <p:cNvSpPr>
            <a:spLocks noGrp="1"/>
          </p:cNvSpPr>
          <p:nvPr>
            <p:ph type="pic" sz="quarter" idx="12"/>
          </p:nvPr>
        </p:nvSpPr>
        <p:spPr>
          <a:xfrm>
            <a:off x="8829963" y="811573"/>
            <a:ext cx="2576945" cy="3452985"/>
          </a:xfrm>
        </p:spPr>
        <p:txBody>
          <a:bodyPr/>
          <a:lstStyle/>
          <a:p>
            <a:endParaRPr lang="en-US"/>
          </a:p>
        </p:txBody>
      </p:sp>
      <p:sp>
        <p:nvSpPr>
          <p:cNvPr id="5" name="Picture Placeholder 11"/>
          <p:cNvSpPr>
            <a:spLocks noGrp="1"/>
          </p:cNvSpPr>
          <p:nvPr>
            <p:ph type="pic" sz="quarter" idx="14"/>
          </p:nvPr>
        </p:nvSpPr>
        <p:spPr>
          <a:xfrm>
            <a:off x="6086760" y="811598"/>
            <a:ext cx="2576945" cy="1699491"/>
          </a:xfrm>
        </p:spPr>
        <p:txBody>
          <a:bodyPr/>
          <a:lstStyle/>
          <a:p>
            <a:endParaRPr lang="en-US"/>
          </a:p>
        </p:txBody>
      </p:sp>
    </p:spTree>
    <p:extLst>
      <p:ext uri="{BB962C8B-B14F-4D97-AF65-F5344CB8AC3E}">
        <p14:creationId xmlns:p14="http://schemas.microsoft.com/office/powerpoint/2010/main" val="415685779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87.xml><?xml version="1.0" encoding="utf-8"?>
<p:sldLayout xmlns:a="http://schemas.openxmlformats.org/drawingml/2006/main" xmlns:r="http://schemas.openxmlformats.org/officeDocument/2006/relationships" xmlns:p="http://schemas.openxmlformats.org/presentationml/2006/main" userDrawn="1">
  <p:cSld name="7_Custom Layout">
    <p:spTree>
      <p:nvGrpSpPr>
        <p:cNvPr id="1" name=""/>
        <p:cNvGrpSpPr/>
        <p:nvPr/>
      </p:nvGrpSpPr>
      <p:grpSpPr>
        <a:xfrm>
          <a:off x="0" y="0"/>
          <a:ext cx="0" cy="0"/>
          <a:chOff x="0" y="0"/>
          <a:chExt cx="0" cy="0"/>
        </a:xfrm>
      </p:grpSpPr>
      <p:sp>
        <p:nvSpPr>
          <p:cNvPr id="8" name="AutoShape 1"/>
          <p:cNvSpPr>
            <a:spLocks/>
          </p:cNvSpPr>
          <p:nvPr userDrawn="1"/>
        </p:nvSpPr>
        <p:spPr bwMode="auto">
          <a:xfrm>
            <a:off x="1141710" y="1792337"/>
            <a:ext cx="5027714" cy="2740448"/>
          </a:xfrm>
          <a:custGeom>
            <a:avLst/>
            <a:gdLst>
              <a:gd name="T0" fmla="*/ 1712119 w 21600"/>
              <a:gd name="T1" fmla="*/ 1022350 h 21600"/>
              <a:gd name="T2" fmla="*/ 1712119 w 21600"/>
              <a:gd name="T3" fmla="*/ 1022350 h 21600"/>
              <a:gd name="T4" fmla="*/ 1712119 w 21600"/>
              <a:gd name="T5" fmla="*/ 1022350 h 21600"/>
              <a:gd name="T6" fmla="*/ 1712119 w 21600"/>
              <a:gd name="T7" fmla="*/ 1022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chemeClr val="accent1"/>
          </a:solidFill>
          <a:ln w="25400" cap="flat" cmpd="sng">
            <a:solidFill>
              <a:srgbClr val="000000">
                <a:alpha val="0"/>
              </a:srgbClr>
            </a:solidFill>
            <a:prstDash val="solid"/>
            <a:miter lim="0"/>
            <a:headEnd/>
            <a:tailEnd/>
          </a:ln>
          <a:effectLs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endParaRPr lang="en-US"/>
          </a:p>
        </p:txBody>
      </p:sp>
      <p:sp>
        <p:nvSpPr>
          <p:cNvPr id="9" name="AutoShape 2"/>
          <p:cNvSpPr>
            <a:spLocks/>
          </p:cNvSpPr>
          <p:nvPr userDrawn="1"/>
        </p:nvSpPr>
        <p:spPr bwMode="auto">
          <a:xfrm>
            <a:off x="6141453" y="1788083"/>
            <a:ext cx="4908837" cy="2738321"/>
          </a:xfrm>
          <a:custGeom>
            <a:avLst/>
            <a:gdLst>
              <a:gd name="T0" fmla="*/ 1671638 w 21600"/>
              <a:gd name="T1" fmla="*/ 1021557 h 21600"/>
              <a:gd name="T2" fmla="*/ 1671638 w 21600"/>
              <a:gd name="T3" fmla="*/ 1021557 h 21600"/>
              <a:gd name="T4" fmla="*/ 1671638 w 21600"/>
              <a:gd name="T5" fmla="*/ 1021557 h 21600"/>
              <a:gd name="T6" fmla="*/ 1671638 w 21600"/>
              <a:gd name="T7" fmla="*/ 1021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chemeClr val="bg1">
              <a:lumMod val="50000"/>
            </a:schemeClr>
          </a:solidFill>
          <a:ln w="25400" cap="flat" cmpd="sng">
            <a:solidFill>
              <a:srgbClr val="000000">
                <a:alpha val="0"/>
              </a:srgbClr>
            </a:solidFill>
            <a:prstDash val="solid"/>
            <a:miter lim="0"/>
            <a:headEnd/>
            <a:tailEnd/>
          </a:ln>
          <a:effectLs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endParaRPr lang="en-US"/>
          </a:p>
        </p:txBody>
      </p:sp>
      <p:sp>
        <p:nvSpPr>
          <p:cNvPr id="3" name="AutoShape 5" descr="image4.png"/>
          <p:cNvSpPr>
            <a:spLocks/>
          </p:cNvSpPr>
          <p:nvPr userDrawn="1"/>
        </p:nvSpPr>
        <p:spPr bwMode="auto">
          <a:xfrm>
            <a:off x="5086155" y="1702976"/>
            <a:ext cx="2019691" cy="4272375"/>
          </a:xfrm>
          <a:custGeom>
            <a:avLst/>
            <a:gdLst>
              <a:gd name="T0" fmla="*/ 753269 w 21600"/>
              <a:gd name="T1" fmla="*/ 1593850 h 21600"/>
              <a:gd name="T2" fmla="*/ 753269 w 21600"/>
              <a:gd name="T3" fmla="*/ 1593850 h 21600"/>
              <a:gd name="T4" fmla="*/ 753269 w 21600"/>
              <a:gd name="T5" fmla="*/ 1593850 h 21600"/>
              <a:gd name="T6" fmla="*/ 753269 w 21600"/>
              <a:gd name="T7" fmla="*/ 1593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blipFill dpi="0" rotWithShape="0">
            <a:blip r:embed="rId2"/>
            <a:srcRect/>
            <a:stretch>
              <a:fillRect/>
            </a:stretch>
          </a:bli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endParaRPr lang="en-US"/>
          </a:p>
        </p:txBody>
      </p:sp>
      <p:sp>
        <p:nvSpPr>
          <p:cNvPr id="7" name="Picture Placeholder 6"/>
          <p:cNvSpPr>
            <a:spLocks noGrp="1"/>
          </p:cNvSpPr>
          <p:nvPr userDrawn="1">
            <p:ph type="pic" sz="quarter" idx="10"/>
          </p:nvPr>
        </p:nvSpPr>
        <p:spPr>
          <a:xfrm>
            <a:off x="5293816" y="2598728"/>
            <a:ext cx="1611975" cy="2502477"/>
          </a:xfrm>
        </p:spPr>
        <p:txBody>
          <a:bodyPr>
            <a:normAutofit/>
          </a:bodyPr>
          <a:lstStyle>
            <a:lvl1pPr marL="0" indent="0">
              <a:buNone/>
              <a:defRPr sz="1600"/>
            </a:lvl1pPr>
          </a:lstStyle>
          <a:p>
            <a:endParaRPr lang="en-US" dirty="0"/>
          </a:p>
        </p:txBody>
      </p:sp>
    </p:spTree>
    <p:extLst>
      <p:ext uri="{BB962C8B-B14F-4D97-AF65-F5344CB8AC3E}">
        <p14:creationId xmlns:p14="http://schemas.microsoft.com/office/powerpoint/2010/main" val="162108258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88.xml><?xml version="1.0" encoding="utf-8"?>
<p:sldLayout xmlns:a="http://schemas.openxmlformats.org/drawingml/2006/main" xmlns:r="http://schemas.openxmlformats.org/officeDocument/2006/relationships" xmlns:p="http://schemas.openxmlformats.org/presentationml/2006/main" userDrawn="1">
  <p:cSld name="7_Meet_the_team1">
    <p:spTree>
      <p:nvGrpSpPr>
        <p:cNvPr id="1" name=""/>
        <p:cNvGrpSpPr/>
        <p:nvPr/>
      </p:nvGrpSpPr>
      <p:grpSpPr>
        <a:xfrm>
          <a:off x="0" y="0"/>
          <a:ext cx="0" cy="0"/>
          <a:chOff x="0" y="0"/>
          <a:chExt cx="0" cy="0"/>
        </a:xfrm>
      </p:grpSpPr>
      <p:pic>
        <p:nvPicPr>
          <p:cNvPr id="2" name="Imagen 3"/>
          <p:cNvPicPr>
            <a:picLocks noChangeAspect="1"/>
          </p:cNvPicPr>
          <p:nvPr userDrawn="1"/>
        </p:nvPicPr>
        <p:blipFill rotWithShape="1">
          <a:blip r:embed="rId2">
            <a:extLst>
              <a:ext uri="{28A0092B-C50C-407E-A947-70E740481C1C}">
                <a14:useLocalDpi xmlns:a14="http://schemas.microsoft.com/office/drawing/2010/main" val="0"/>
              </a:ext>
            </a:extLst>
          </a:blip>
          <a:srcRect l="14342" t="15112" r="13428" b="14458"/>
          <a:stretch/>
        </p:blipFill>
        <p:spPr>
          <a:xfrm>
            <a:off x="3231933" y="1955800"/>
            <a:ext cx="5719097" cy="3244804"/>
          </a:xfrm>
          <a:prstGeom prst="rect">
            <a:avLst/>
          </a:prstGeom>
        </p:spPr>
      </p:pic>
      <p:sp>
        <p:nvSpPr>
          <p:cNvPr id="3" name="Rectángulo 1"/>
          <p:cNvSpPr/>
          <p:nvPr userDrawn="1"/>
        </p:nvSpPr>
        <p:spPr>
          <a:xfrm>
            <a:off x="3951414" y="2113708"/>
            <a:ext cx="4257145" cy="2691809"/>
          </a:xfrm>
          <a:prstGeom prst="rect">
            <a:avLst/>
          </a:prstGeom>
          <a:solidFill>
            <a:srgbClr val="EBEBE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white"/>
              </a:solidFill>
            </a:endParaRPr>
          </a:p>
        </p:txBody>
      </p:sp>
      <p:sp>
        <p:nvSpPr>
          <p:cNvPr id="4" name="Triángulo isósceles 30"/>
          <p:cNvSpPr/>
          <p:nvPr userDrawn="1"/>
        </p:nvSpPr>
        <p:spPr>
          <a:xfrm rot="10800000">
            <a:off x="6700553" y="1976550"/>
            <a:ext cx="1614647" cy="2391080"/>
          </a:xfrm>
          <a:prstGeom prst="triangle">
            <a:avLst>
              <a:gd name="adj" fmla="val 0"/>
            </a:avLst>
          </a:prstGeom>
          <a:solidFill>
            <a:srgbClr val="95A5A5">
              <a:alpha val="10000"/>
            </a:srgbClr>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white"/>
              </a:solidFill>
            </a:endParaRPr>
          </a:p>
        </p:txBody>
      </p:sp>
      <p:sp>
        <p:nvSpPr>
          <p:cNvPr id="6" name="Picture Placeholder 5"/>
          <p:cNvSpPr>
            <a:spLocks noGrp="1"/>
          </p:cNvSpPr>
          <p:nvPr>
            <p:ph type="pic" sz="quarter" idx="10"/>
          </p:nvPr>
        </p:nvSpPr>
        <p:spPr>
          <a:xfrm>
            <a:off x="3951414" y="2113707"/>
            <a:ext cx="4257145" cy="2691809"/>
          </a:xfrm>
        </p:spPr>
        <p:txBody>
          <a:bodyPr/>
          <a:lstStyle/>
          <a:p>
            <a:endParaRPr lang="en-US"/>
          </a:p>
        </p:txBody>
      </p:sp>
    </p:spTree>
    <p:extLst>
      <p:ext uri="{BB962C8B-B14F-4D97-AF65-F5344CB8AC3E}">
        <p14:creationId xmlns:p14="http://schemas.microsoft.com/office/powerpoint/2010/main" val="32884030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89.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8" name="Rectangle 7"/>
          <p:cNvSpPr/>
          <p:nvPr userDrawn="1"/>
        </p:nvSpPr>
        <p:spPr>
          <a:xfrm>
            <a:off x="7128310" y="0"/>
            <a:ext cx="2972199"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15" name="macbook-pro.png"/>
          <p:cNvPicPr/>
          <p:nvPr userDrawn="1"/>
        </p:nvPicPr>
        <p:blipFill>
          <a:blip r:embed="rId2">
            <a:extLst/>
          </a:blip>
          <a:stretch>
            <a:fillRect/>
          </a:stretch>
        </p:blipFill>
        <p:spPr>
          <a:xfrm>
            <a:off x="6172219" y="2341083"/>
            <a:ext cx="4877320" cy="2780420"/>
          </a:xfrm>
          <a:prstGeom prst="rect">
            <a:avLst/>
          </a:prstGeom>
          <a:ln w="12700">
            <a:miter lim="400000"/>
          </a:ln>
        </p:spPr>
      </p:pic>
      <p:sp>
        <p:nvSpPr>
          <p:cNvPr id="9" name="Content Placeholder 20"/>
          <p:cNvSpPr>
            <a:spLocks noGrp="1"/>
          </p:cNvSpPr>
          <p:nvPr>
            <p:ph sz="quarter" idx="16"/>
          </p:nvPr>
        </p:nvSpPr>
        <p:spPr>
          <a:xfrm>
            <a:off x="1217929" y="2802155"/>
            <a:ext cx="297257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1217930" y="3145952"/>
            <a:ext cx="4662855" cy="2035649"/>
          </a:xfrm>
        </p:spPr>
        <p:txBody>
          <a:bodyPr lIns="0" tIns="0" rIns="0" bIns="0">
            <a:normAutofit/>
          </a:bodyPr>
          <a:lstStyle>
            <a:lvl1pPr marL="0" indent="0" algn="l">
              <a:lnSpc>
                <a:spcPts val="16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57" name="Picture Placeholder 2"/>
          <p:cNvSpPr>
            <a:spLocks noGrp="1"/>
          </p:cNvSpPr>
          <p:nvPr>
            <p:ph type="pic" sz="quarter" idx="23"/>
          </p:nvPr>
        </p:nvSpPr>
        <p:spPr>
          <a:xfrm>
            <a:off x="6934043" y="2520069"/>
            <a:ext cx="3353673" cy="2150559"/>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261550606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down)">
                                      <p:cBhvr>
                                        <p:cTn id="7" dur="500"/>
                                        <p:tgtEl>
                                          <p:spTgt spid="15"/>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57"/>
                                        </p:tgtEl>
                                        <p:attrNameLst>
                                          <p:attrName>style.visibility</p:attrName>
                                        </p:attrNameLst>
                                      </p:cBhvr>
                                      <p:to>
                                        <p:strVal val="visible"/>
                                      </p:to>
                                    </p:set>
                                    <p:animEffect transition="in" filter="fade">
                                      <p:cBhvr>
                                        <p:cTn id="11" dur="500"/>
                                        <p:tgtEl>
                                          <p:spTgt spid="57"/>
                                        </p:tgtEl>
                                      </p:cBhvr>
                                    </p:animEffect>
                                  </p:childTnLst>
                                </p:cTn>
                              </p:par>
                            </p:childTnLst>
                          </p:cTn>
                        </p:par>
                        <p:par>
                          <p:cTn id="12" fill="hold">
                            <p:stCondLst>
                              <p:cond delay="1000"/>
                            </p:stCondLst>
                            <p:childTnLst>
                              <p:par>
                                <p:cTn id="13" presetID="9" presetClass="entr" presetSubtype="0" fill="hold" grpId="0" nodeType="afterEffect" nodePh="1">
                                  <p:stCondLst>
                                    <p:cond delay="0"/>
                                  </p:stCondLst>
                                  <p:endCondLst>
                                    <p:cond evt="begin" delay="0">
                                      <p:tn val="13"/>
                                    </p:cond>
                                  </p:endCondLst>
                                  <p:childTnLst>
                                    <p:set>
                                      <p:cBhvr>
                                        <p:cTn id="14" dur="1" fill="hold">
                                          <p:stCondLst>
                                            <p:cond delay="0"/>
                                          </p:stCondLst>
                                        </p:cTn>
                                        <p:tgtEl>
                                          <p:spTgt spid="9">
                                            <p:txEl>
                                              <p:pRg st="0" end="0"/>
                                            </p:txEl>
                                          </p:spTgt>
                                        </p:tgtEl>
                                        <p:attrNameLst>
                                          <p:attrName>style.visibility</p:attrName>
                                        </p:attrNameLst>
                                      </p:cBhvr>
                                      <p:to>
                                        <p:strVal val="visible"/>
                                      </p:to>
                                    </p:set>
                                    <p:animEffect transition="in" filter="dissolve">
                                      <p:cBhvr>
                                        <p:cTn id="15" dur="500"/>
                                        <p:tgtEl>
                                          <p:spTgt spid="9">
                                            <p:txEl>
                                              <p:pRg st="0" end="0"/>
                                            </p:txEl>
                                          </p:spTgt>
                                        </p:tgtEl>
                                      </p:cBhvr>
                                    </p:animEffect>
                                  </p:childTnLst>
                                </p:cTn>
                              </p:par>
                            </p:childTnLst>
                          </p:cTn>
                        </p:par>
                        <p:par>
                          <p:cTn id="16" fill="hold">
                            <p:stCondLst>
                              <p:cond delay="1500"/>
                            </p:stCondLst>
                            <p:childTnLst>
                              <p:par>
                                <p:cTn id="17" presetID="9" presetClass="entr" presetSubtype="0" fill="hold" grpId="0" nodeType="afterEffect" nodePh="1">
                                  <p:stCondLst>
                                    <p:cond delay="0"/>
                                  </p:stCondLst>
                                  <p:endCondLst>
                                    <p:cond evt="begin" delay="0">
                                      <p:tn val="17"/>
                                    </p:cond>
                                  </p:endCondLst>
                                  <p:childTnLst>
                                    <p:set>
                                      <p:cBhvr>
                                        <p:cTn id="18" dur="1" fill="hold">
                                          <p:stCondLst>
                                            <p:cond delay="0"/>
                                          </p:stCondLst>
                                        </p:cTn>
                                        <p:tgtEl>
                                          <p:spTgt spid="10">
                                            <p:txEl>
                                              <p:pRg st="0" end="0"/>
                                            </p:txEl>
                                          </p:spTgt>
                                        </p:tgtEl>
                                        <p:attrNameLst>
                                          <p:attrName>style.visibility</p:attrName>
                                        </p:attrNameLst>
                                      </p:cBhvr>
                                      <p:to>
                                        <p:strVal val="visible"/>
                                      </p:to>
                                    </p:set>
                                    <p:animEffect transition="in" filter="dissolve">
                                      <p:cBhvr>
                                        <p:cTn id="19"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Lst>
  </p:timing>
</p:sldLayout>
</file>

<file path=ppt/slideLayouts/slideLayout290.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pic>
        <p:nvPicPr>
          <p:cNvPr id="93" name="phone-white.png"/>
          <p:cNvPicPr/>
          <p:nvPr userDrawn="1"/>
        </p:nvPicPr>
        <p:blipFill>
          <a:blip r:embed="rId2" cstate="print">
            <a:extLst/>
          </a:blip>
          <a:stretch>
            <a:fillRect/>
          </a:stretch>
        </p:blipFill>
        <p:spPr>
          <a:xfrm>
            <a:off x="1899523" y="1917700"/>
            <a:ext cx="2032000" cy="4019551"/>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4526039" y="2292351"/>
            <a:ext cx="297257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4526039" y="2673352"/>
            <a:ext cx="52659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grpSp>
        <p:nvGrpSpPr>
          <p:cNvPr id="2" name="Group 684"/>
          <p:cNvGrpSpPr/>
          <p:nvPr userDrawn="1"/>
        </p:nvGrpSpPr>
        <p:grpSpPr>
          <a:xfrm>
            <a:off x="4529038" y="4335821"/>
            <a:ext cx="455806" cy="455814"/>
            <a:chOff x="0" y="0"/>
            <a:chExt cx="911610" cy="911627"/>
          </a:xfrm>
        </p:grpSpPr>
        <p:sp>
          <p:nvSpPr>
            <p:cNvPr id="46" name="Shape 682"/>
            <p:cNvSpPr/>
            <p:nvPr/>
          </p:nvSpPr>
          <p:spPr>
            <a:xfrm>
              <a:off x="0" y="0"/>
              <a:ext cx="911611" cy="911628"/>
            </a:xfrm>
            <a:custGeom>
              <a:avLst/>
              <a:gdLst/>
              <a:ahLst/>
              <a:cxnLst>
                <a:cxn ang="0">
                  <a:pos x="wd2" y="hd2"/>
                </a:cxn>
                <a:cxn ang="5400000">
                  <a:pos x="wd2" y="hd2"/>
                </a:cxn>
                <a:cxn ang="10800000">
                  <a:pos x="wd2" y="hd2"/>
                </a:cxn>
                <a:cxn ang="16200000">
                  <a:pos x="wd2" y="hd2"/>
                </a:cxn>
              </a:cxnLst>
              <a:rect l="0" t="0" r="r" b="b"/>
              <a:pathLst>
                <a:path w="19806" h="19807" extrusionOk="0">
                  <a:moveTo>
                    <a:pt x="7908" y="205"/>
                  </a:moveTo>
                  <a:cubicBezTo>
                    <a:pt x="13264" y="-897"/>
                    <a:pt x="18499" y="2552"/>
                    <a:pt x="19601" y="7908"/>
                  </a:cubicBezTo>
                  <a:cubicBezTo>
                    <a:pt x="20703" y="13265"/>
                    <a:pt x="17255" y="18500"/>
                    <a:pt x="11899" y="19602"/>
                  </a:cubicBezTo>
                  <a:cubicBezTo>
                    <a:pt x="6545" y="20703"/>
                    <a:pt x="1313" y="17258"/>
                    <a:pt x="207" y="11907"/>
                  </a:cubicBezTo>
                  <a:cubicBezTo>
                    <a:pt x="207" y="11904"/>
                    <a:pt x="206" y="11901"/>
                    <a:pt x="206" y="11899"/>
                  </a:cubicBezTo>
                  <a:cubicBezTo>
                    <a:pt x="-897" y="6543"/>
                    <a:pt x="2552" y="1307"/>
                    <a:pt x="7908" y="205"/>
                  </a:cubicBezTo>
                  <a:close/>
                </a:path>
              </a:pathLst>
            </a:custGeom>
            <a:solidFill>
              <a:schemeClr val="accent4"/>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47" name="Shape 683"/>
            <p:cNvSpPr/>
            <p:nvPr/>
          </p:nvSpPr>
          <p:spPr>
            <a:xfrm>
              <a:off x="291291" y="290673"/>
              <a:ext cx="278230" cy="313031"/>
            </a:xfrm>
            <a:custGeom>
              <a:avLst/>
              <a:gdLst/>
              <a:ahLst/>
              <a:cxnLst>
                <a:cxn ang="0">
                  <a:pos x="wd2" y="hd2"/>
                </a:cxn>
                <a:cxn ang="5400000">
                  <a:pos x="wd2" y="hd2"/>
                </a:cxn>
                <a:cxn ang="10800000">
                  <a:pos x="wd2" y="hd2"/>
                </a:cxn>
                <a:cxn ang="16200000">
                  <a:pos x="wd2" y="hd2"/>
                </a:cxn>
              </a:cxnLst>
              <a:rect l="0" t="0" r="r" b="b"/>
              <a:pathLst>
                <a:path w="21600" h="21600" extrusionOk="0">
                  <a:moveTo>
                    <a:pt x="4049" y="14400"/>
                  </a:moveTo>
                  <a:lnTo>
                    <a:pt x="1079" y="14400"/>
                  </a:lnTo>
                  <a:cubicBezTo>
                    <a:pt x="333" y="14400"/>
                    <a:pt x="0" y="14938"/>
                    <a:pt x="0" y="15599"/>
                  </a:cubicBezTo>
                  <a:lnTo>
                    <a:pt x="0" y="21600"/>
                  </a:lnTo>
                  <a:lnTo>
                    <a:pt x="5400" y="21600"/>
                  </a:lnTo>
                  <a:lnTo>
                    <a:pt x="5400" y="15599"/>
                  </a:lnTo>
                  <a:cubicBezTo>
                    <a:pt x="5400" y="14938"/>
                    <a:pt x="4796" y="14400"/>
                    <a:pt x="4049" y="14400"/>
                  </a:cubicBezTo>
                  <a:close/>
                  <a:moveTo>
                    <a:pt x="12150" y="7200"/>
                  </a:moveTo>
                  <a:lnTo>
                    <a:pt x="9180" y="7200"/>
                  </a:lnTo>
                  <a:cubicBezTo>
                    <a:pt x="8434" y="7200"/>
                    <a:pt x="8099" y="7738"/>
                    <a:pt x="8099" y="8401"/>
                  </a:cubicBezTo>
                  <a:lnTo>
                    <a:pt x="8099" y="21600"/>
                  </a:lnTo>
                  <a:lnTo>
                    <a:pt x="13499" y="21600"/>
                  </a:lnTo>
                  <a:lnTo>
                    <a:pt x="13499" y="8401"/>
                  </a:lnTo>
                  <a:cubicBezTo>
                    <a:pt x="13499" y="7738"/>
                    <a:pt x="12895" y="7200"/>
                    <a:pt x="12150" y="7200"/>
                  </a:cubicBezTo>
                  <a:close/>
                  <a:moveTo>
                    <a:pt x="20251" y="0"/>
                  </a:moveTo>
                  <a:lnTo>
                    <a:pt x="17281" y="0"/>
                  </a:lnTo>
                  <a:cubicBezTo>
                    <a:pt x="16534" y="0"/>
                    <a:pt x="16200" y="538"/>
                    <a:pt x="16200" y="1201"/>
                  </a:cubicBezTo>
                  <a:lnTo>
                    <a:pt x="16200" y="21600"/>
                  </a:lnTo>
                  <a:lnTo>
                    <a:pt x="21600" y="21600"/>
                  </a:lnTo>
                  <a:lnTo>
                    <a:pt x="21600" y="1201"/>
                  </a:lnTo>
                  <a:cubicBezTo>
                    <a:pt x="21600" y="538"/>
                    <a:pt x="20995" y="0"/>
                    <a:pt x="20251" y="0"/>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grpSp>
      <p:sp>
        <p:nvSpPr>
          <p:cNvPr id="49" name="Shape 685"/>
          <p:cNvSpPr/>
          <p:nvPr/>
        </p:nvSpPr>
        <p:spPr>
          <a:xfrm>
            <a:off x="7571957" y="4335821"/>
            <a:ext cx="455820" cy="455815"/>
          </a:xfrm>
          <a:custGeom>
            <a:avLst/>
            <a:gdLst/>
            <a:ahLst/>
            <a:cxnLst>
              <a:cxn ang="0">
                <a:pos x="wd2" y="hd2"/>
              </a:cxn>
              <a:cxn ang="5400000">
                <a:pos x="wd2" y="hd2"/>
              </a:cxn>
              <a:cxn ang="10800000">
                <a:pos x="wd2" y="hd2"/>
              </a:cxn>
              <a:cxn ang="16200000">
                <a:pos x="wd2" y="hd2"/>
              </a:cxn>
            </a:cxnLst>
            <a:rect l="0" t="0" r="r" b="b"/>
            <a:pathLst>
              <a:path w="19807" h="19806" extrusionOk="0">
                <a:moveTo>
                  <a:pt x="7908" y="205"/>
                </a:moveTo>
                <a:cubicBezTo>
                  <a:pt x="13264" y="-897"/>
                  <a:pt x="18500" y="2551"/>
                  <a:pt x="19602" y="7907"/>
                </a:cubicBezTo>
                <a:cubicBezTo>
                  <a:pt x="20703" y="13264"/>
                  <a:pt x="17254" y="18499"/>
                  <a:pt x="11899" y="19601"/>
                </a:cubicBezTo>
                <a:cubicBezTo>
                  <a:pt x="6545" y="20703"/>
                  <a:pt x="1312" y="17258"/>
                  <a:pt x="207" y="11907"/>
                </a:cubicBezTo>
                <a:cubicBezTo>
                  <a:pt x="206" y="11904"/>
                  <a:pt x="206" y="11901"/>
                  <a:pt x="205" y="11898"/>
                </a:cubicBezTo>
                <a:cubicBezTo>
                  <a:pt x="-897" y="6542"/>
                  <a:pt x="2552" y="1307"/>
                  <a:pt x="7908" y="205"/>
                </a:cubicBezTo>
                <a:close/>
              </a:path>
            </a:pathLst>
          </a:custGeom>
          <a:solidFill>
            <a:schemeClr val="accent1"/>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50" name="Shape 686"/>
          <p:cNvSpPr/>
          <p:nvPr/>
        </p:nvSpPr>
        <p:spPr>
          <a:xfrm>
            <a:off x="7701889" y="4488635"/>
            <a:ext cx="195957" cy="156760"/>
          </a:xfrm>
          <a:custGeom>
            <a:avLst/>
            <a:gdLst/>
            <a:ahLst/>
            <a:cxnLst>
              <a:cxn ang="0">
                <a:pos x="wd2" y="hd2"/>
              </a:cxn>
              <a:cxn ang="5400000">
                <a:pos x="wd2" y="hd2"/>
              </a:cxn>
              <a:cxn ang="10800000">
                <a:pos x="wd2" y="hd2"/>
              </a:cxn>
              <a:cxn ang="16200000">
                <a:pos x="wd2" y="hd2"/>
              </a:cxn>
            </a:cxnLst>
            <a:rect l="0" t="0" r="r" b="b"/>
            <a:pathLst>
              <a:path w="21600" h="21600" extrusionOk="0">
                <a:moveTo>
                  <a:pt x="18143" y="10800"/>
                </a:moveTo>
                <a:cubicBezTo>
                  <a:pt x="17065" y="10800"/>
                  <a:pt x="16800" y="11898"/>
                  <a:pt x="16709" y="12419"/>
                </a:cubicBezTo>
                <a:cubicBezTo>
                  <a:pt x="16115" y="15817"/>
                  <a:pt x="13696" y="18359"/>
                  <a:pt x="10800" y="18359"/>
                </a:cubicBezTo>
                <a:cubicBezTo>
                  <a:pt x="9130" y="18359"/>
                  <a:pt x="7618" y="17514"/>
                  <a:pt x="6524" y="16146"/>
                </a:cubicBezTo>
                <a:cubicBezTo>
                  <a:pt x="6018" y="15513"/>
                  <a:pt x="5198" y="15513"/>
                  <a:pt x="4691" y="16146"/>
                </a:cubicBezTo>
                <a:cubicBezTo>
                  <a:pt x="4185" y="16779"/>
                  <a:pt x="4185" y="17804"/>
                  <a:pt x="4691" y="18437"/>
                </a:cubicBezTo>
                <a:cubicBezTo>
                  <a:pt x="6255" y="20391"/>
                  <a:pt x="8415" y="21600"/>
                  <a:pt x="10800" y="21600"/>
                </a:cubicBezTo>
                <a:cubicBezTo>
                  <a:pt x="14669" y="21600"/>
                  <a:pt x="17943" y="18421"/>
                  <a:pt x="19043" y="14039"/>
                </a:cubicBezTo>
                <a:lnTo>
                  <a:pt x="21600" y="14039"/>
                </a:lnTo>
                <a:lnTo>
                  <a:pt x="21600" y="10800"/>
                </a:lnTo>
                <a:cubicBezTo>
                  <a:pt x="21600" y="10800"/>
                  <a:pt x="18143" y="10800"/>
                  <a:pt x="18143" y="10800"/>
                </a:cubicBezTo>
                <a:close/>
                <a:moveTo>
                  <a:pt x="4891" y="9180"/>
                </a:moveTo>
                <a:cubicBezTo>
                  <a:pt x="5484" y="5783"/>
                  <a:pt x="7904" y="3240"/>
                  <a:pt x="10800" y="3240"/>
                </a:cubicBezTo>
                <a:cubicBezTo>
                  <a:pt x="12470" y="3240"/>
                  <a:pt x="13982" y="4086"/>
                  <a:pt x="15076" y="5454"/>
                </a:cubicBezTo>
                <a:cubicBezTo>
                  <a:pt x="15582" y="6086"/>
                  <a:pt x="16404" y="6086"/>
                  <a:pt x="16909" y="5454"/>
                </a:cubicBezTo>
                <a:cubicBezTo>
                  <a:pt x="17415" y="4821"/>
                  <a:pt x="17415" y="3796"/>
                  <a:pt x="16909" y="3163"/>
                </a:cubicBezTo>
                <a:cubicBezTo>
                  <a:pt x="15346" y="1209"/>
                  <a:pt x="13186" y="0"/>
                  <a:pt x="10800" y="0"/>
                </a:cubicBezTo>
                <a:cubicBezTo>
                  <a:pt x="6931" y="0"/>
                  <a:pt x="3658" y="3178"/>
                  <a:pt x="2557" y="7560"/>
                </a:cubicBezTo>
                <a:lnTo>
                  <a:pt x="0" y="7560"/>
                </a:lnTo>
                <a:lnTo>
                  <a:pt x="0" y="10800"/>
                </a:lnTo>
                <a:lnTo>
                  <a:pt x="3457" y="10800"/>
                </a:lnTo>
                <a:cubicBezTo>
                  <a:pt x="4535" y="10800"/>
                  <a:pt x="4800" y="9702"/>
                  <a:pt x="4891" y="9180"/>
                </a:cubicBezTo>
                <a:close/>
                <a:moveTo>
                  <a:pt x="7343" y="10800"/>
                </a:moveTo>
                <a:cubicBezTo>
                  <a:pt x="7343" y="13185"/>
                  <a:pt x="8891" y="15120"/>
                  <a:pt x="10800" y="15120"/>
                </a:cubicBezTo>
                <a:cubicBezTo>
                  <a:pt x="12709" y="15120"/>
                  <a:pt x="14255" y="13185"/>
                  <a:pt x="14255" y="10800"/>
                </a:cubicBezTo>
                <a:cubicBezTo>
                  <a:pt x="14255" y="8415"/>
                  <a:pt x="12709" y="6480"/>
                  <a:pt x="10800" y="6480"/>
                </a:cubicBezTo>
                <a:cubicBezTo>
                  <a:pt x="8891" y="6480"/>
                  <a:pt x="7343" y="8415"/>
                  <a:pt x="7343" y="10800"/>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52" name="Shape 688"/>
          <p:cNvSpPr/>
          <p:nvPr userDrawn="1"/>
        </p:nvSpPr>
        <p:spPr>
          <a:xfrm>
            <a:off x="4529035" y="5179878"/>
            <a:ext cx="455811" cy="455815"/>
          </a:xfrm>
          <a:custGeom>
            <a:avLst/>
            <a:gdLst/>
            <a:ahLst/>
            <a:cxnLst>
              <a:cxn ang="0">
                <a:pos x="wd2" y="hd2"/>
              </a:cxn>
              <a:cxn ang="5400000">
                <a:pos x="wd2" y="hd2"/>
              </a:cxn>
              <a:cxn ang="10800000">
                <a:pos x="wd2" y="hd2"/>
              </a:cxn>
              <a:cxn ang="16200000">
                <a:pos x="wd2" y="hd2"/>
              </a:cxn>
            </a:cxnLst>
            <a:rect l="0" t="0" r="r" b="b"/>
            <a:pathLst>
              <a:path w="19807" h="19807" extrusionOk="0">
                <a:moveTo>
                  <a:pt x="7907" y="205"/>
                </a:moveTo>
                <a:cubicBezTo>
                  <a:pt x="13264" y="-897"/>
                  <a:pt x="18498" y="2551"/>
                  <a:pt x="19601" y="7908"/>
                </a:cubicBezTo>
                <a:cubicBezTo>
                  <a:pt x="20703" y="13264"/>
                  <a:pt x="17254" y="18500"/>
                  <a:pt x="11898" y="19602"/>
                </a:cubicBezTo>
                <a:cubicBezTo>
                  <a:pt x="6545" y="20703"/>
                  <a:pt x="1312" y="17258"/>
                  <a:pt x="206" y="11907"/>
                </a:cubicBezTo>
                <a:cubicBezTo>
                  <a:pt x="206" y="11904"/>
                  <a:pt x="205" y="11901"/>
                  <a:pt x="204" y="11899"/>
                </a:cubicBezTo>
                <a:cubicBezTo>
                  <a:pt x="-897" y="6542"/>
                  <a:pt x="2551" y="1307"/>
                  <a:pt x="7907" y="205"/>
                </a:cubicBezTo>
                <a:close/>
              </a:path>
            </a:pathLst>
          </a:custGeom>
          <a:solidFill>
            <a:schemeClr val="accent1"/>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53" name="Shape 689"/>
          <p:cNvSpPr/>
          <p:nvPr userDrawn="1"/>
        </p:nvSpPr>
        <p:spPr>
          <a:xfrm>
            <a:off x="4694891" y="5305811"/>
            <a:ext cx="124099" cy="198551"/>
          </a:xfrm>
          <a:custGeom>
            <a:avLst/>
            <a:gdLst/>
            <a:ahLst/>
            <a:cxnLst>
              <a:cxn ang="0">
                <a:pos x="wd2" y="hd2"/>
              </a:cxn>
              <a:cxn ang="5400000">
                <a:pos x="wd2" y="hd2"/>
              </a:cxn>
              <a:cxn ang="10800000">
                <a:pos x="wd2" y="hd2"/>
              </a:cxn>
              <a:cxn ang="16200000">
                <a:pos x="wd2" y="hd2"/>
              </a:cxn>
            </a:cxnLst>
            <a:rect l="0" t="0" r="r" b="b"/>
            <a:pathLst>
              <a:path w="21600" h="21600" extrusionOk="0">
                <a:moveTo>
                  <a:pt x="10801" y="10476"/>
                </a:moveTo>
                <a:cubicBezTo>
                  <a:pt x="7579" y="10476"/>
                  <a:pt x="4968" y="8844"/>
                  <a:pt x="4968" y="6831"/>
                </a:cubicBezTo>
                <a:cubicBezTo>
                  <a:pt x="4968" y="4818"/>
                  <a:pt x="7579" y="3186"/>
                  <a:pt x="10801" y="3186"/>
                </a:cubicBezTo>
                <a:cubicBezTo>
                  <a:pt x="14021" y="3186"/>
                  <a:pt x="16632" y="4818"/>
                  <a:pt x="16632" y="6831"/>
                </a:cubicBezTo>
                <a:cubicBezTo>
                  <a:pt x="16632" y="8844"/>
                  <a:pt x="14021" y="10476"/>
                  <a:pt x="10801" y="10476"/>
                </a:cubicBezTo>
                <a:close/>
                <a:moveTo>
                  <a:pt x="10801" y="0"/>
                </a:moveTo>
                <a:cubicBezTo>
                  <a:pt x="4835" y="0"/>
                  <a:pt x="0" y="3022"/>
                  <a:pt x="0" y="6749"/>
                </a:cubicBezTo>
                <a:cubicBezTo>
                  <a:pt x="0" y="13195"/>
                  <a:pt x="10801" y="21600"/>
                  <a:pt x="10801" y="21600"/>
                </a:cubicBezTo>
                <a:cubicBezTo>
                  <a:pt x="10801" y="21600"/>
                  <a:pt x="21600" y="13195"/>
                  <a:pt x="21600" y="6749"/>
                </a:cubicBezTo>
                <a:cubicBezTo>
                  <a:pt x="21600" y="3022"/>
                  <a:pt x="16765" y="0"/>
                  <a:pt x="10801" y="0"/>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grpSp>
        <p:nvGrpSpPr>
          <p:cNvPr id="5" name="Group 693"/>
          <p:cNvGrpSpPr/>
          <p:nvPr userDrawn="1"/>
        </p:nvGrpSpPr>
        <p:grpSpPr>
          <a:xfrm>
            <a:off x="7571967" y="5179878"/>
            <a:ext cx="455799" cy="455814"/>
            <a:chOff x="0" y="0"/>
            <a:chExt cx="911596" cy="911627"/>
          </a:xfrm>
        </p:grpSpPr>
        <p:sp>
          <p:nvSpPr>
            <p:cNvPr id="55" name="Shape 691"/>
            <p:cNvSpPr/>
            <p:nvPr/>
          </p:nvSpPr>
          <p:spPr>
            <a:xfrm>
              <a:off x="-1" y="0"/>
              <a:ext cx="911598" cy="911628"/>
            </a:xfrm>
            <a:custGeom>
              <a:avLst/>
              <a:gdLst/>
              <a:ahLst/>
              <a:cxnLst>
                <a:cxn ang="0">
                  <a:pos x="wd2" y="hd2"/>
                </a:cxn>
                <a:cxn ang="5400000">
                  <a:pos x="wd2" y="hd2"/>
                </a:cxn>
                <a:cxn ang="10800000">
                  <a:pos x="wd2" y="hd2"/>
                </a:cxn>
                <a:cxn ang="16200000">
                  <a:pos x="wd2" y="hd2"/>
                </a:cxn>
              </a:cxnLst>
              <a:rect l="0" t="0" r="r" b="b"/>
              <a:pathLst>
                <a:path w="19806" h="19806" extrusionOk="0">
                  <a:moveTo>
                    <a:pt x="11898" y="19600"/>
                  </a:moveTo>
                  <a:cubicBezTo>
                    <a:pt x="6542" y="20703"/>
                    <a:pt x="1307" y="17254"/>
                    <a:pt x="205" y="11898"/>
                  </a:cubicBezTo>
                  <a:cubicBezTo>
                    <a:pt x="-897" y="6542"/>
                    <a:pt x="2551" y="1307"/>
                    <a:pt x="7908" y="205"/>
                  </a:cubicBezTo>
                  <a:cubicBezTo>
                    <a:pt x="13261" y="-897"/>
                    <a:pt x="18494" y="2548"/>
                    <a:pt x="19599" y="7899"/>
                  </a:cubicBezTo>
                  <a:cubicBezTo>
                    <a:pt x="19600" y="7902"/>
                    <a:pt x="19600" y="7905"/>
                    <a:pt x="19600" y="7907"/>
                  </a:cubicBezTo>
                  <a:cubicBezTo>
                    <a:pt x="20703" y="13263"/>
                    <a:pt x="17254" y="18499"/>
                    <a:pt x="11898" y="19600"/>
                  </a:cubicBezTo>
                  <a:close/>
                </a:path>
              </a:pathLst>
            </a:custGeom>
            <a:solidFill>
              <a:schemeClr val="accent3"/>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56" name="Shape 692"/>
            <p:cNvSpPr/>
            <p:nvPr/>
          </p:nvSpPr>
          <p:spPr>
            <a:xfrm>
              <a:off x="295953" y="290581"/>
              <a:ext cx="319690" cy="319667"/>
            </a:xfrm>
            <a:custGeom>
              <a:avLst/>
              <a:gdLst/>
              <a:ahLst/>
              <a:cxnLst>
                <a:cxn ang="0">
                  <a:pos x="wd2" y="hd2"/>
                </a:cxn>
                <a:cxn ang="5400000">
                  <a:pos x="wd2" y="hd2"/>
                </a:cxn>
                <a:cxn ang="10800000">
                  <a:pos x="wd2" y="hd2"/>
                </a:cxn>
                <a:cxn ang="16200000">
                  <a:pos x="wd2" y="hd2"/>
                </a:cxn>
              </a:cxnLst>
              <a:rect l="0" t="0" r="r" b="b"/>
              <a:pathLst>
                <a:path w="21600" h="21600" extrusionOk="0">
                  <a:moveTo>
                    <a:pt x="10800" y="15497"/>
                  </a:moveTo>
                  <a:cubicBezTo>
                    <a:pt x="8207" y="15497"/>
                    <a:pt x="6104" y="13394"/>
                    <a:pt x="6104" y="10801"/>
                  </a:cubicBezTo>
                  <a:cubicBezTo>
                    <a:pt x="6104" y="8206"/>
                    <a:pt x="8207" y="6103"/>
                    <a:pt x="10800" y="6103"/>
                  </a:cubicBezTo>
                  <a:cubicBezTo>
                    <a:pt x="13395" y="6103"/>
                    <a:pt x="15497" y="8206"/>
                    <a:pt x="15497" y="10801"/>
                  </a:cubicBezTo>
                  <a:cubicBezTo>
                    <a:pt x="15497" y="13394"/>
                    <a:pt x="13395" y="15497"/>
                    <a:pt x="10800" y="15497"/>
                  </a:cubicBezTo>
                  <a:close/>
                  <a:moveTo>
                    <a:pt x="19522" y="10801"/>
                  </a:moveTo>
                  <a:cubicBezTo>
                    <a:pt x="19522" y="9454"/>
                    <a:pt x="20352" y="8390"/>
                    <a:pt x="21600" y="7659"/>
                  </a:cubicBezTo>
                  <a:cubicBezTo>
                    <a:pt x="21376" y="6908"/>
                    <a:pt x="21077" y="6187"/>
                    <a:pt x="20711" y="5509"/>
                  </a:cubicBezTo>
                  <a:cubicBezTo>
                    <a:pt x="19310" y="5876"/>
                    <a:pt x="18177" y="5328"/>
                    <a:pt x="17225" y="4375"/>
                  </a:cubicBezTo>
                  <a:cubicBezTo>
                    <a:pt x="16273" y="3423"/>
                    <a:pt x="15982" y="2288"/>
                    <a:pt x="16347" y="889"/>
                  </a:cubicBezTo>
                  <a:cubicBezTo>
                    <a:pt x="15671" y="522"/>
                    <a:pt x="14951" y="225"/>
                    <a:pt x="14198" y="0"/>
                  </a:cubicBezTo>
                  <a:cubicBezTo>
                    <a:pt x="13467" y="1248"/>
                    <a:pt x="12147" y="2078"/>
                    <a:pt x="10800" y="2078"/>
                  </a:cubicBezTo>
                  <a:cubicBezTo>
                    <a:pt x="9453" y="2078"/>
                    <a:pt x="8134" y="1248"/>
                    <a:pt x="7403" y="0"/>
                  </a:cubicBezTo>
                  <a:cubicBezTo>
                    <a:pt x="6651" y="225"/>
                    <a:pt x="5931" y="522"/>
                    <a:pt x="5253" y="889"/>
                  </a:cubicBezTo>
                  <a:cubicBezTo>
                    <a:pt x="5620" y="2288"/>
                    <a:pt x="5329" y="3422"/>
                    <a:pt x="4375" y="4375"/>
                  </a:cubicBezTo>
                  <a:cubicBezTo>
                    <a:pt x="3423" y="5328"/>
                    <a:pt x="2290" y="5876"/>
                    <a:pt x="890" y="5510"/>
                  </a:cubicBezTo>
                  <a:cubicBezTo>
                    <a:pt x="523" y="6187"/>
                    <a:pt x="224" y="6908"/>
                    <a:pt x="0" y="7659"/>
                  </a:cubicBezTo>
                  <a:cubicBezTo>
                    <a:pt x="1249" y="8390"/>
                    <a:pt x="2078" y="9454"/>
                    <a:pt x="2078" y="10801"/>
                  </a:cubicBezTo>
                  <a:cubicBezTo>
                    <a:pt x="2078" y="12146"/>
                    <a:pt x="1249" y="13467"/>
                    <a:pt x="0" y="14198"/>
                  </a:cubicBezTo>
                  <a:cubicBezTo>
                    <a:pt x="224" y="14950"/>
                    <a:pt x="523" y="15670"/>
                    <a:pt x="890" y="16348"/>
                  </a:cubicBezTo>
                  <a:cubicBezTo>
                    <a:pt x="2290" y="15981"/>
                    <a:pt x="3423" y="16272"/>
                    <a:pt x="4375" y="17226"/>
                  </a:cubicBezTo>
                  <a:cubicBezTo>
                    <a:pt x="5327" y="18178"/>
                    <a:pt x="5620" y="19312"/>
                    <a:pt x="5253" y="20711"/>
                  </a:cubicBezTo>
                  <a:cubicBezTo>
                    <a:pt x="5931" y="21078"/>
                    <a:pt x="6651" y="21377"/>
                    <a:pt x="7403" y="21600"/>
                  </a:cubicBezTo>
                  <a:cubicBezTo>
                    <a:pt x="8134" y="20352"/>
                    <a:pt x="9453" y="19524"/>
                    <a:pt x="10800" y="19524"/>
                  </a:cubicBezTo>
                  <a:cubicBezTo>
                    <a:pt x="12147" y="19524"/>
                    <a:pt x="13467" y="20352"/>
                    <a:pt x="14198" y="21600"/>
                  </a:cubicBezTo>
                  <a:cubicBezTo>
                    <a:pt x="14951" y="21376"/>
                    <a:pt x="15671" y="21078"/>
                    <a:pt x="16349" y="20711"/>
                  </a:cubicBezTo>
                  <a:cubicBezTo>
                    <a:pt x="15982" y="19312"/>
                    <a:pt x="16273" y="18178"/>
                    <a:pt x="17225" y="17226"/>
                  </a:cubicBezTo>
                  <a:cubicBezTo>
                    <a:pt x="18177" y="16272"/>
                    <a:pt x="19310" y="15724"/>
                    <a:pt x="20711" y="16091"/>
                  </a:cubicBezTo>
                  <a:cubicBezTo>
                    <a:pt x="21077" y="15413"/>
                    <a:pt x="21376" y="14693"/>
                    <a:pt x="21600" y="13941"/>
                  </a:cubicBezTo>
                  <a:cubicBezTo>
                    <a:pt x="20352" y="13210"/>
                    <a:pt x="19522" y="12146"/>
                    <a:pt x="19522" y="10801"/>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grpSp>
      <p:sp>
        <p:nvSpPr>
          <p:cNvPr id="57" name="Picture Placeholder 2"/>
          <p:cNvSpPr>
            <a:spLocks noGrp="1"/>
          </p:cNvSpPr>
          <p:nvPr userDrawn="1">
            <p:ph type="pic" sz="quarter" idx="23"/>
          </p:nvPr>
        </p:nvSpPr>
        <p:spPr>
          <a:xfrm>
            <a:off x="2140154" y="2513019"/>
            <a:ext cx="1550736" cy="2828912"/>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59" name="Content Placeholder 20"/>
          <p:cNvSpPr>
            <a:spLocks noGrp="1"/>
          </p:cNvSpPr>
          <p:nvPr userDrawn="1">
            <p:ph sz="quarter" idx="25"/>
          </p:nvPr>
        </p:nvSpPr>
        <p:spPr>
          <a:xfrm>
            <a:off x="5257581" y="4360575"/>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0" name="Text Placeholder 17"/>
          <p:cNvSpPr>
            <a:spLocks noGrp="1"/>
          </p:cNvSpPr>
          <p:nvPr userDrawn="1">
            <p:ph type="body" sz="quarter" idx="26"/>
          </p:nvPr>
        </p:nvSpPr>
        <p:spPr>
          <a:xfrm>
            <a:off x="5257581" y="4589175"/>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61" name="Content Placeholder 20"/>
          <p:cNvSpPr>
            <a:spLocks noGrp="1"/>
          </p:cNvSpPr>
          <p:nvPr userDrawn="1">
            <p:ph sz="quarter" idx="27"/>
          </p:nvPr>
        </p:nvSpPr>
        <p:spPr>
          <a:xfrm>
            <a:off x="5257581" y="5204632"/>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2" name="Text Placeholder 17"/>
          <p:cNvSpPr>
            <a:spLocks noGrp="1"/>
          </p:cNvSpPr>
          <p:nvPr userDrawn="1">
            <p:ph type="body" sz="quarter" idx="28"/>
          </p:nvPr>
        </p:nvSpPr>
        <p:spPr>
          <a:xfrm>
            <a:off x="5257581" y="5433232"/>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63" name="Content Placeholder 20"/>
          <p:cNvSpPr>
            <a:spLocks noGrp="1"/>
          </p:cNvSpPr>
          <p:nvPr userDrawn="1">
            <p:ph sz="quarter" idx="29"/>
          </p:nvPr>
        </p:nvSpPr>
        <p:spPr>
          <a:xfrm>
            <a:off x="8230155" y="4365588"/>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4" name="Text Placeholder 17"/>
          <p:cNvSpPr>
            <a:spLocks noGrp="1"/>
          </p:cNvSpPr>
          <p:nvPr userDrawn="1">
            <p:ph type="body" sz="quarter" idx="30"/>
          </p:nvPr>
        </p:nvSpPr>
        <p:spPr>
          <a:xfrm>
            <a:off x="8230155" y="4594188"/>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65" name="Content Placeholder 20"/>
          <p:cNvSpPr>
            <a:spLocks noGrp="1"/>
          </p:cNvSpPr>
          <p:nvPr userDrawn="1">
            <p:ph sz="quarter" idx="31"/>
          </p:nvPr>
        </p:nvSpPr>
        <p:spPr>
          <a:xfrm>
            <a:off x="8230155" y="5209645"/>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6" name="Text Placeholder 17"/>
          <p:cNvSpPr>
            <a:spLocks noGrp="1"/>
          </p:cNvSpPr>
          <p:nvPr userDrawn="1">
            <p:ph type="body" sz="quarter" idx="32"/>
          </p:nvPr>
        </p:nvSpPr>
        <p:spPr>
          <a:xfrm>
            <a:off x="8230155" y="5438245"/>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Tree>
    <p:extLst>
      <p:ext uri="{BB962C8B-B14F-4D97-AF65-F5344CB8AC3E}">
        <p14:creationId xmlns:p14="http://schemas.microsoft.com/office/powerpoint/2010/main" val="30941781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93"/>
                                        </p:tgtEl>
                                        <p:attrNameLst>
                                          <p:attrName>style.visibility</p:attrName>
                                        </p:attrNameLst>
                                      </p:cBhvr>
                                      <p:to>
                                        <p:strVal val="visible"/>
                                      </p:to>
                                    </p:set>
                                    <p:animEffect transition="in" filter="wipe(up)">
                                      <p:cBhvr>
                                        <p:cTn id="15" dur="500"/>
                                        <p:tgtEl>
                                          <p:spTgt spid="93"/>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9" presetClass="entr" presetSubtype="0" fill="hold" grpId="0" nodeType="afterEffect" nodePh="1">
                                  <p:stCondLst>
                                    <p:cond delay="0"/>
                                  </p:stCondLst>
                                  <p:endCondLst>
                                    <p:cond evt="begin" delay="0">
                                      <p:tn val="21"/>
                                    </p:cond>
                                  </p:endCondLst>
                                  <p:childTnLst>
                                    <p:set>
                                      <p:cBhvr>
                                        <p:cTn id="22" dur="1" fill="hold">
                                          <p:stCondLst>
                                            <p:cond delay="0"/>
                                          </p:stCondLst>
                                        </p:cTn>
                                        <p:tgtEl>
                                          <p:spTgt spid="9">
                                            <p:txEl>
                                              <p:pRg st="0" end="0"/>
                                            </p:txEl>
                                          </p:spTgt>
                                        </p:tgtEl>
                                        <p:attrNameLst>
                                          <p:attrName>style.visibility</p:attrName>
                                        </p:attrNameLst>
                                      </p:cBhvr>
                                      <p:to>
                                        <p:strVal val="visible"/>
                                      </p:to>
                                    </p:set>
                                    <p:animEffect transition="in" filter="dissolve">
                                      <p:cBhvr>
                                        <p:cTn id="23" dur="500"/>
                                        <p:tgtEl>
                                          <p:spTgt spid="9">
                                            <p:txEl>
                                              <p:pRg st="0" end="0"/>
                                            </p:txEl>
                                          </p:spTgt>
                                        </p:tgtEl>
                                      </p:cBhvr>
                                    </p:animEffect>
                                  </p:childTnLst>
                                </p:cTn>
                              </p:par>
                            </p:childTnLst>
                          </p:cTn>
                        </p:par>
                        <p:par>
                          <p:cTn id="24" fill="hold">
                            <p:stCondLst>
                              <p:cond delay="2500"/>
                            </p:stCondLst>
                            <p:childTnLst>
                              <p:par>
                                <p:cTn id="25" presetID="9" presetClass="entr" presetSubtype="0" fill="hold" grpId="0" nodeType="afterEffect" nodePh="1">
                                  <p:stCondLst>
                                    <p:cond delay="0"/>
                                  </p:stCondLst>
                                  <p:endCondLst>
                                    <p:cond evt="begin" delay="0">
                                      <p:tn val="25"/>
                                    </p:cond>
                                  </p:end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fade">
                                      <p:cBhvr>
                                        <p:cTn id="31" dur="500"/>
                                        <p:tgtEl>
                                          <p:spTgt spid="2"/>
                                        </p:tgtEl>
                                      </p:cBhvr>
                                    </p:animEffect>
                                  </p:childTnLst>
                                </p:cTn>
                              </p:par>
                            </p:childTnLst>
                          </p:cTn>
                        </p:par>
                        <p:par>
                          <p:cTn id="32" fill="hold">
                            <p:stCondLst>
                              <p:cond delay="3500"/>
                            </p:stCondLst>
                            <p:childTnLst>
                              <p:par>
                                <p:cTn id="33" presetID="10" presetClass="entr" presetSubtype="0" fill="hold" grpId="0" nodeType="afterEffect" nodePh="1">
                                  <p:stCondLst>
                                    <p:cond delay="0"/>
                                  </p:stCondLst>
                                  <p:endCondLst>
                                    <p:cond evt="begin" delay="0">
                                      <p:tn val="33"/>
                                    </p:cond>
                                  </p:endCondLst>
                                  <p:childTnLst>
                                    <p:set>
                                      <p:cBhvr>
                                        <p:cTn id="34" dur="1" fill="hold">
                                          <p:stCondLst>
                                            <p:cond delay="0"/>
                                          </p:stCondLst>
                                        </p:cTn>
                                        <p:tgtEl>
                                          <p:spTgt spid="59">
                                            <p:txEl>
                                              <p:pRg st="0" end="0"/>
                                            </p:txEl>
                                          </p:spTgt>
                                        </p:tgtEl>
                                        <p:attrNameLst>
                                          <p:attrName>style.visibility</p:attrName>
                                        </p:attrNameLst>
                                      </p:cBhvr>
                                      <p:to>
                                        <p:strVal val="visible"/>
                                      </p:to>
                                    </p:set>
                                    <p:animEffect transition="in" filter="fade">
                                      <p:cBhvr>
                                        <p:cTn id="35" dur="500"/>
                                        <p:tgtEl>
                                          <p:spTgt spid="59">
                                            <p:txEl>
                                              <p:pRg st="0" end="0"/>
                                            </p:txEl>
                                          </p:spTgt>
                                        </p:tgtEl>
                                      </p:cBhvr>
                                    </p:animEffect>
                                  </p:childTnLst>
                                </p:cTn>
                              </p:par>
                              <p:par>
                                <p:cTn id="36" presetID="10" presetClass="entr" presetSubtype="0" fill="hold" grpId="0" nodeType="withEffect" nodePh="1">
                                  <p:stCondLst>
                                    <p:cond delay="0"/>
                                  </p:stCondLst>
                                  <p:endCondLst>
                                    <p:cond evt="begin" delay="0">
                                      <p:tn val="36"/>
                                    </p:cond>
                                  </p:endCondLst>
                                  <p:childTnLst>
                                    <p:set>
                                      <p:cBhvr>
                                        <p:cTn id="37" dur="1" fill="hold">
                                          <p:stCondLst>
                                            <p:cond delay="0"/>
                                          </p:stCondLst>
                                        </p:cTn>
                                        <p:tgtEl>
                                          <p:spTgt spid="60">
                                            <p:txEl>
                                              <p:pRg st="0" end="0"/>
                                            </p:txEl>
                                          </p:spTgt>
                                        </p:tgtEl>
                                        <p:attrNameLst>
                                          <p:attrName>style.visibility</p:attrName>
                                        </p:attrNameLst>
                                      </p:cBhvr>
                                      <p:to>
                                        <p:strVal val="visible"/>
                                      </p:to>
                                    </p:set>
                                    <p:animEffect transition="in" filter="fade">
                                      <p:cBhvr>
                                        <p:cTn id="38" dur="500"/>
                                        <p:tgtEl>
                                          <p:spTgt spid="60">
                                            <p:txEl>
                                              <p:pRg st="0" end="0"/>
                                            </p:txEl>
                                          </p:spTgt>
                                        </p:tgtEl>
                                      </p:cBhvr>
                                    </p:animEffect>
                                  </p:childTnLst>
                                </p:cTn>
                              </p:par>
                            </p:childTnLst>
                          </p:cTn>
                        </p:par>
                        <p:par>
                          <p:cTn id="39" fill="hold">
                            <p:stCondLst>
                              <p:cond delay="4000"/>
                            </p:stCondLst>
                            <p:childTnLst>
                              <p:par>
                                <p:cTn id="40" presetID="10" presetClass="entr" presetSubtype="0" fill="hold" grpId="0" nodeType="afterEffect" nodePh="1">
                                  <p:stCondLst>
                                    <p:cond delay="0"/>
                                  </p:stCondLst>
                                  <p:endCondLst>
                                    <p:cond evt="begin" delay="0">
                                      <p:tn val="40"/>
                                    </p:cond>
                                  </p:endCondLst>
                                  <p:childTnLst>
                                    <p:set>
                                      <p:cBhvr>
                                        <p:cTn id="41" dur="1" fill="hold">
                                          <p:stCondLst>
                                            <p:cond delay="0"/>
                                          </p:stCondLst>
                                        </p:cTn>
                                        <p:tgtEl>
                                          <p:spTgt spid="63">
                                            <p:txEl>
                                              <p:pRg st="0" end="0"/>
                                            </p:txEl>
                                          </p:spTgt>
                                        </p:tgtEl>
                                        <p:attrNameLst>
                                          <p:attrName>style.visibility</p:attrName>
                                        </p:attrNameLst>
                                      </p:cBhvr>
                                      <p:to>
                                        <p:strVal val="visible"/>
                                      </p:to>
                                    </p:set>
                                    <p:animEffect transition="in" filter="fade">
                                      <p:cBhvr>
                                        <p:cTn id="42" dur="500"/>
                                        <p:tgtEl>
                                          <p:spTgt spid="63">
                                            <p:txEl>
                                              <p:pRg st="0" end="0"/>
                                            </p:txEl>
                                          </p:spTgt>
                                        </p:tgtEl>
                                      </p:cBhvr>
                                    </p:animEffect>
                                  </p:childTnLst>
                                </p:cTn>
                              </p:par>
                              <p:par>
                                <p:cTn id="43" presetID="10" presetClass="entr" presetSubtype="0" fill="hold" grpId="0" nodeType="withEffect" nodePh="1">
                                  <p:stCondLst>
                                    <p:cond delay="0"/>
                                  </p:stCondLst>
                                  <p:endCondLst>
                                    <p:cond evt="begin" delay="0">
                                      <p:tn val="43"/>
                                    </p:cond>
                                  </p:endCondLst>
                                  <p:childTnLst>
                                    <p:set>
                                      <p:cBhvr>
                                        <p:cTn id="44" dur="1" fill="hold">
                                          <p:stCondLst>
                                            <p:cond delay="0"/>
                                          </p:stCondLst>
                                        </p:cTn>
                                        <p:tgtEl>
                                          <p:spTgt spid="64">
                                            <p:txEl>
                                              <p:pRg st="0" end="0"/>
                                            </p:txEl>
                                          </p:spTgt>
                                        </p:tgtEl>
                                        <p:attrNameLst>
                                          <p:attrName>style.visibility</p:attrName>
                                        </p:attrNameLst>
                                      </p:cBhvr>
                                      <p:to>
                                        <p:strVal val="visible"/>
                                      </p:to>
                                    </p:set>
                                    <p:animEffect transition="in" filter="fade">
                                      <p:cBhvr>
                                        <p:cTn id="45" dur="500"/>
                                        <p:tgtEl>
                                          <p:spTgt spid="64">
                                            <p:txEl>
                                              <p:pRg st="0" end="0"/>
                                            </p:txEl>
                                          </p:spTgt>
                                        </p:tgtEl>
                                      </p:cBhvr>
                                    </p:animEffect>
                                  </p:childTnLst>
                                </p:cTn>
                              </p:par>
                            </p:childTnLst>
                          </p:cTn>
                        </p:par>
                        <p:par>
                          <p:cTn id="46" fill="hold">
                            <p:stCondLst>
                              <p:cond delay="4500"/>
                            </p:stCondLst>
                            <p:childTnLst>
                              <p:par>
                                <p:cTn id="47" presetID="10" presetClass="entr" presetSubtype="0" fill="hold" grpId="0" nodeType="afterEffect" nodePh="1">
                                  <p:stCondLst>
                                    <p:cond delay="0"/>
                                  </p:stCondLst>
                                  <p:endCondLst>
                                    <p:cond evt="begin" delay="0">
                                      <p:tn val="47"/>
                                    </p:cond>
                                  </p:endCondLst>
                                  <p:childTnLst>
                                    <p:set>
                                      <p:cBhvr>
                                        <p:cTn id="48" dur="1" fill="hold">
                                          <p:stCondLst>
                                            <p:cond delay="0"/>
                                          </p:stCondLst>
                                        </p:cTn>
                                        <p:tgtEl>
                                          <p:spTgt spid="61">
                                            <p:txEl>
                                              <p:pRg st="0" end="0"/>
                                            </p:txEl>
                                          </p:spTgt>
                                        </p:tgtEl>
                                        <p:attrNameLst>
                                          <p:attrName>style.visibility</p:attrName>
                                        </p:attrNameLst>
                                      </p:cBhvr>
                                      <p:to>
                                        <p:strVal val="visible"/>
                                      </p:to>
                                    </p:set>
                                    <p:animEffect transition="in" filter="fade">
                                      <p:cBhvr>
                                        <p:cTn id="49" dur="500"/>
                                        <p:tgtEl>
                                          <p:spTgt spid="61">
                                            <p:txEl>
                                              <p:pRg st="0" end="0"/>
                                            </p:txEl>
                                          </p:spTgt>
                                        </p:tgtEl>
                                      </p:cBhvr>
                                    </p:animEffect>
                                  </p:childTnLst>
                                </p:cTn>
                              </p:par>
                              <p:par>
                                <p:cTn id="50" presetID="10" presetClass="entr" presetSubtype="0" fill="hold" grpId="0" nodeType="withEffect" nodePh="1">
                                  <p:stCondLst>
                                    <p:cond delay="0"/>
                                  </p:stCondLst>
                                  <p:endCondLst>
                                    <p:cond evt="begin" delay="0">
                                      <p:tn val="50"/>
                                    </p:cond>
                                  </p:endCondLst>
                                  <p:childTnLst>
                                    <p:set>
                                      <p:cBhvr>
                                        <p:cTn id="51" dur="1" fill="hold">
                                          <p:stCondLst>
                                            <p:cond delay="0"/>
                                          </p:stCondLst>
                                        </p:cTn>
                                        <p:tgtEl>
                                          <p:spTgt spid="62">
                                            <p:txEl>
                                              <p:pRg st="0" end="0"/>
                                            </p:txEl>
                                          </p:spTgt>
                                        </p:tgtEl>
                                        <p:attrNameLst>
                                          <p:attrName>style.visibility</p:attrName>
                                        </p:attrNameLst>
                                      </p:cBhvr>
                                      <p:to>
                                        <p:strVal val="visible"/>
                                      </p:to>
                                    </p:set>
                                    <p:animEffect transition="in" filter="fade">
                                      <p:cBhvr>
                                        <p:cTn id="52" dur="500"/>
                                        <p:tgtEl>
                                          <p:spTgt spid="62">
                                            <p:txEl>
                                              <p:pRg st="0" end="0"/>
                                            </p:txEl>
                                          </p:spTgt>
                                        </p:tgtEl>
                                      </p:cBhvr>
                                    </p:animEffect>
                                  </p:childTnLst>
                                </p:cTn>
                              </p:par>
                            </p:childTnLst>
                          </p:cTn>
                        </p:par>
                        <p:par>
                          <p:cTn id="53" fill="hold">
                            <p:stCondLst>
                              <p:cond delay="5000"/>
                            </p:stCondLst>
                            <p:childTnLst>
                              <p:par>
                                <p:cTn id="54" presetID="10" presetClass="entr" presetSubtype="0" fill="hold" nodeType="afterEffect">
                                  <p:stCondLst>
                                    <p:cond delay="0"/>
                                  </p:stCondLst>
                                  <p:childTnLst>
                                    <p:set>
                                      <p:cBhvr>
                                        <p:cTn id="55" dur="1" fill="hold">
                                          <p:stCondLst>
                                            <p:cond delay="0"/>
                                          </p:stCondLst>
                                        </p:cTn>
                                        <p:tgtEl>
                                          <p:spTgt spid="5"/>
                                        </p:tgtEl>
                                        <p:attrNameLst>
                                          <p:attrName>style.visibility</p:attrName>
                                        </p:attrNameLst>
                                      </p:cBhvr>
                                      <p:to>
                                        <p:strVal val="visible"/>
                                      </p:to>
                                    </p:set>
                                    <p:animEffect transition="in" filter="fade">
                                      <p:cBhvr>
                                        <p:cTn id="56" dur="500"/>
                                        <p:tgtEl>
                                          <p:spTgt spid="5"/>
                                        </p:tgtEl>
                                      </p:cBhvr>
                                    </p:animEffect>
                                  </p:childTnLst>
                                </p:cTn>
                              </p:par>
                            </p:childTnLst>
                          </p:cTn>
                        </p:par>
                        <p:par>
                          <p:cTn id="57" fill="hold">
                            <p:stCondLst>
                              <p:cond delay="5500"/>
                            </p:stCondLst>
                            <p:childTnLst>
                              <p:par>
                                <p:cTn id="58" presetID="10" presetClass="entr" presetSubtype="0" fill="hold" grpId="0" nodeType="afterEffect" nodePh="1">
                                  <p:stCondLst>
                                    <p:cond delay="0"/>
                                  </p:stCondLst>
                                  <p:endCondLst>
                                    <p:cond evt="begin" delay="0">
                                      <p:tn val="58"/>
                                    </p:cond>
                                  </p:endCondLst>
                                  <p:childTnLst>
                                    <p:set>
                                      <p:cBhvr>
                                        <p:cTn id="59" dur="1" fill="hold">
                                          <p:stCondLst>
                                            <p:cond delay="0"/>
                                          </p:stCondLst>
                                        </p:cTn>
                                        <p:tgtEl>
                                          <p:spTgt spid="65">
                                            <p:txEl>
                                              <p:pRg st="0" end="0"/>
                                            </p:txEl>
                                          </p:spTgt>
                                        </p:tgtEl>
                                        <p:attrNameLst>
                                          <p:attrName>style.visibility</p:attrName>
                                        </p:attrNameLst>
                                      </p:cBhvr>
                                      <p:to>
                                        <p:strVal val="visible"/>
                                      </p:to>
                                    </p:set>
                                    <p:animEffect transition="in" filter="fade">
                                      <p:cBhvr>
                                        <p:cTn id="60" dur="500"/>
                                        <p:tgtEl>
                                          <p:spTgt spid="65">
                                            <p:txEl>
                                              <p:pRg st="0" end="0"/>
                                            </p:txEl>
                                          </p:spTgt>
                                        </p:tgtEl>
                                      </p:cBhvr>
                                    </p:animEffect>
                                  </p:childTnLst>
                                </p:cTn>
                              </p:par>
                              <p:par>
                                <p:cTn id="61" presetID="10" presetClass="entr" presetSubtype="0" fill="hold" grpId="0" nodeType="withEffect" nodePh="1">
                                  <p:stCondLst>
                                    <p:cond delay="0"/>
                                  </p:stCondLst>
                                  <p:endCondLst>
                                    <p:cond evt="begin" delay="0">
                                      <p:tn val="61"/>
                                    </p:cond>
                                  </p:endCondLst>
                                  <p:childTnLst>
                                    <p:set>
                                      <p:cBhvr>
                                        <p:cTn id="62" dur="1" fill="hold">
                                          <p:stCondLst>
                                            <p:cond delay="0"/>
                                          </p:stCondLst>
                                        </p:cTn>
                                        <p:tgtEl>
                                          <p:spTgt spid="66">
                                            <p:txEl>
                                              <p:pRg st="0" end="0"/>
                                            </p:txEl>
                                          </p:spTgt>
                                        </p:tgtEl>
                                        <p:attrNameLst>
                                          <p:attrName>style.visibility</p:attrName>
                                        </p:attrNameLst>
                                      </p:cBhvr>
                                      <p:to>
                                        <p:strVal val="visible"/>
                                      </p:to>
                                    </p:set>
                                    <p:animEffect transition="in" filter="fade">
                                      <p:cBhvr>
                                        <p:cTn id="63" dur="500"/>
                                        <p:tgtEl>
                                          <p:spTgt spid="6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59"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childTnLst>
                </p:cTn>
              </p:par>
            </p:tnLst>
          </p:tmpl>
        </p:tmplLst>
      </p:bldP>
      <p:bldP spid="63"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6"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6"/>
                        </p:tgtEl>
                        <p:attrNameLst>
                          <p:attrName>style.visibility</p:attrName>
                        </p:attrNameLst>
                      </p:cBhvr>
                      <p:to>
                        <p:strVal val="visible"/>
                      </p:to>
                    </p:set>
                    <p:animEffect transition="in" filter="fade">
                      <p:cBhvr>
                        <p:cTn dur="500"/>
                        <p:tgtEl>
                          <p:spTgt spid="66"/>
                        </p:tgtEl>
                      </p:cBhvr>
                    </p:animEffect>
                  </p:childTnLst>
                </p:cTn>
              </p:par>
            </p:tnLst>
          </p:tmpl>
        </p:tmplLst>
      </p:bldP>
    </p:bldLst>
  </p:timing>
</p:sldLayout>
</file>

<file path=ppt/slideLayouts/slideLayout291.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pic>
        <p:nvPicPr>
          <p:cNvPr id="93" name="phone-white.png"/>
          <p:cNvPicPr/>
          <p:nvPr userDrawn="1"/>
        </p:nvPicPr>
        <p:blipFill>
          <a:blip r:embed="rId2" cstate="print">
            <a:extLst/>
          </a:blip>
          <a:stretch>
            <a:fillRect/>
          </a:stretch>
        </p:blipFill>
        <p:spPr>
          <a:xfrm>
            <a:off x="1522809" y="1905000"/>
            <a:ext cx="2032000" cy="4019551"/>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57" name="Picture Placeholder 2"/>
          <p:cNvSpPr>
            <a:spLocks noGrp="1"/>
          </p:cNvSpPr>
          <p:nvPr userDrawn="1">
            <p:ph type="pic" sz="quarter" idx="23"/>
          </p:nvPr>
        </p:nvSpPr>
        <p:spPr>
          <a:xfrm>
            <a:off x="1763440" y="2500319"/>
            <a:ext cx="1550736" cy="2828912"/>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161481243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93"/>
                                        </p:tgtEl>
                                        <p:attrNameLst>
                                          <p:attrName>style.visibility</p:attrName>
                                        </p:attrNameLst>
                                      </p:cBhvr>
                                      <p:to>
                                        <p:strVal val="visible"/>
                                      </p:to>
                                    </p:set>
                                    <p:animEffect transition="in" filter="wipe(up)">
                                      <p:cBhvr>
                                        <p:cTn id="15" dur="500"/>
                                        <p:tgtEl>
                                          <p:spTgt spid="93"/>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57" grpId="0"/>
    </p:bldLst>
  </p:timing>
</p:sldLayout>
</file>

<file path=ppt/slideLayouts/slideLayout292.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
        <p:nvSpPr>
          <p:cNvPr id="17" name="Rectangle 16"/>
          <p:cNvSpPr/>
          <p:nvPr userDrawn="1"/>
        </p:nvSpPr>
        <p:spPr>
          <a:xfrm>
            <a:off x="-1" y="4989787"/>
            <a:ext cx="12192000" cy="1143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Shape 985"/>
          <p:cNvSpPr/>
          <p:nvPr/>
        </p:nvSpPr>
        <p:spPr>
          <a:xfrm>
            <a:off x="8496637" y="2743201"/>
            <a:ext cx="562721" cy="586899"/>
          </a:xfrm>
          <a:prstGeom prst="rect">
            <a:avLst/>
          </a:prstGeom>
          <a:solidFill>
            <a:schemeClr val="accent2"/>
          </a:solidFill>
          <a:ln w="12700" cap="flat">
            <a:noFill/>
            <a:miter lim="400000"/>
          </a:ln>
          <a:effectLst/>
        </p:spPr>
        <p:txBody>
          <a:bodyPr wrap="square" lIns="50800" tIns="50800" rIns="50800" bIns="508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1" name="Shape 988"/>
          <p:cNvSpPr/>
          <p:nvPr/>
        </p:nvSpPr>
        <p:spPr>
          <a:xfrm>
            <a:off x="4242089" y="2743201"/>
            <a:ext cx="562721" cy="586899"/>
          </a:xfrm>
          <a:prstGeom prst="rect">
            <a:avLst/>
          </a:prstGeom>
          <a:solidFill>
            <a:schemeClr val="accent3"/>
          </a:solidFill>
          <a:ln w="12700" cap="flat">
            <a:noFill/>
            <a:miter lim="400000"/>
          </a:ln>
          <a:effectLst/>
        </p:spPr>
        <p:txBody>
          <a:bodyPr wrap="square" lIns="50800" tIns="50800" rIns="50800" bIns="508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pic>
        <p:nvPicPr>
          <p:cNvPr id="34" name="phone-black.png"/>
          <p:cNvPicPr/>
          <p:nvPr userDrawn="1"/>
        </p:nvPicPr>
        <p:blipFill>
          <a:blip r:embed="rId2" cstate="print">
            <a:extLst/>
          </a:blip>
          <a:stretch>
            <a:fillRect/>
          </a:stretch>
        </p:blipFill>
        <p:spPr>
          <a:xfrm>
            <a:off x="1940400" y="2076142"/>
            <a:ext cx="1878071" cy="3715059"/>
          </a:xfrm>
          <a:prstGeom prst="rect">
            <a:avLst/>
          </a:prstGeom>
          <a:ln w="12700">
            <a:miter lim="400000"/>
          </a:ln>
        </p:spPr>
      </p:pic>
      <p:pic>
        <p:nvPicPr>
          <p:cNvPr id="36" name="phone-white.png"/>
          <p:cNvPicPr/>
          <p:nvPr userDrawn="1"/>
        </p:nvPicPr>
        <p:blipFill>
          <a:blip r:embed="rId2" cstate="print">
            <a:extLst/>
          </a:blip>
          <a:stretch>
            <a:fillRect/>
          </a:stretch>
        </p:blipFill>
        <p:spPr>
          <a:xfrm>
            <a:off x="6201876" y="2076142"/>
            <a:ext cx="1878071" cy="3715059"/>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4235465" y="3585586"/>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4235465" y="3960518"/>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57" name="Picture Placeholder 2"/>
          <p:cNvSpPr>
            <a:spLocks noGrp="1"/>
          </p:cNvSpPr>
          <p:nvPr>
            <p:ph type="pic" sz="quarter" idx="23"/>
          </p:nvPr>
        </p:nvSpPr>
        <p:spPr>
          <a:xfrm>
            <a:off x="2132567" y="2655766"/>
            <a:ext cx="1463421" cy="2590312"/>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42" name="Picture Placeholder 2"/>
          <p:cNvSpPr>
            <a:spLocks noGrp="1"/>
          </p:cNvSpPr>
          <p:nvPr>
            <p:ph type="pic" sz="quarter" idx="24" hasCustomPrompt="1"/>
          </p:nvPr>
        </p:nvSpPr>
        <p:spPr>
          <a:xfrm>
            <a:off x="6416823" y="2655766"/>
            <a:ext cx="1448177" cy="2590312"/>
          </a:xfrm>
          <a:ln w="19050">
            <a:noFill/>
          </a:ln>
        </p:spPr>
        <p:txBody>
          <a:bodyPr>
            <a:normAutofit/>
          </a:bodyPr>
          <a:lstStyle>
            <a:lvl1pPr marL="0" indent="0">
              <a:buNone/>
              <a:defRPr sz="1200">
                <a:solidFill>
                  <a:schemeClr val="bg1">
                    <a:lumMod val="50000"/>
                  </a:schemeClr>
                </a:solidFill>
                <a:latin typeface="Source Sans Pro Light"/>
              </a:defRPr>
            </a:lvl1pPr>
          </a:lstStyle>
          <a:p>
            <a:r>
              <a:rPr lang="en-US" dirty="0" smtClean="0"/>
              <a:t> </a:t>
            </a:r>
            <a:endParaRPr lang="en-US" dirty="0"/>
          </a:p>
        </p:txBody>
      </p:sp>
      <p:sp>
        <p:nvSpPr>
          <p:cNvPr id="69" name="Content Placeholder 20"/>
          <p:cNvSpPr>
            <a:spLocks noGrp="1"/>
          </p:cNvSpPr>
          <p:nvPr>
            <p:ph sz="quarter" idx="25"/>
          </p:nvPr>
        </p:nvSpPr>
        <p:spPr>
          <a:xfrm>
            <a:off x="8569830" y="3585586"/>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70" name="Text Placeholder 17"/>
          <p:cNvSpPr>
            <a:spLocks noGrp="1"/>
          </p:cNvSpPr>
          <p:nvPr>
            <p:ph type="body" sz="quarter" idx="26"/>
          </p:nvPr>
        </p:nvSpPr>
        <p:spPr>
          <a:xfrm>
            <a:off x="8569830" y="3960518"/>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3" name="Content Placeholder 2"/>
          <p:cNvSpPr>
            <a:spLocks noGrp="1"/>
          </p:cNvSpPr>
          <p:nvPr>
            <p:ph sz="quarter" idx="27" hasCustomPrompt="1"/>
          </p:nvPr>
        </p:nvSpPr>
        <p:spPr>
          <a:xfrm>
            <a:off x="4293113" y="2806373"/>
            <a:ext cx="460675" cy="460555"/>
          </a:xfrm>
        </p:spPr>
        <p:txBody>
          <a:bodyPr anchor="ctr">
            <a:normAutofit/>
          </a:bodyPr>
          <a:lstStyle>
            <a:lvl1pPr marL="0" indent="0" algn="ctr">
              <a:buNone/>
              <a:defRPr sz="2700">
                <a:solidFill>
                  <a:schemeClr val="bg1"/>
                </a:solidFill>
                <a:latin typeface="Source Sans Pro Light"/>
              </a:defRPr>
            </a:lvl1pPr>
          </a:lstStyle>
          <a:p>
            <a:pPr lvl="0"/>
            <a:r>
              <a:rPr lang="en-US" dirty="0" smtClean="0"/>
              <a:t>a</a:t>
            </a:r>
            <a:endParaRPr lang="en-US" dirty="0"/>
          </a:p>
        </p:txBody>
      </p:sp>
      <p:sp>
        <p:nvSpPr>
          <p:cNvPr id="26" name="Content Placeholder 2"/>
          <p:cNvSpPr>
            <a:spLocks noGrp="1"/>
          </p:cNvSpPr>
          <p:nvPr>
            <p:ph sz="quarter" idx="28" hasCustomPrompt="1"/>
          </p:nvPr>
        </p:nvSpPr>
        <p:spPr>
          <a:xfrm>
            <a:off x="8547661" y="2806373"/>
            <a:ext cx="460675" cy="460555"/>
          </a:xfrm>
        </p:spPr>
        <p:txBody>
          <a:bodyPr anchor="ctr">
            <a:normAutofit/>
          </a:bodyPr>
          <a:lstStyle>
            <a:lvl1pPr marL="0" indent="0" algn="ctr">
              <a:buNone/>
              <a:defRPr sz="2700">
                <a:solidFill>
                  <a:schemeClr val="bg1"/>
                </a:solidFill>
                <a:latin typeface="Source Sans Pro Light"/>
              </a:defRPr>
            </a:lvl1pPr>
          </a:lstStyle>
          <a:p>
            <a:pPr lvl="0"/>
            <a:r>
              <a:rPr lang="en-US" dirty="0" smtClean="0"/>
              <a:t>a</a:t>
            </a:r>
            <a:endParaRPr lang="en-US" dirty="0"/>
          </a:p>
        </p:txBody>
      </p:sp>
    </p:spTree>
    <p:extLst>
      <p:ext uri="{BB962C8B-B14F-4D97-AF65-F5344CB8AC3E}">
        <p14:creationId xmlns:p14="http://schemas.microsoft.com/office/powerpoint/2010/main" val="158468761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wipe(up)">
                                      <p:cBhvr>
                                        <p:cTn id="15" dur="500"/>
                                        <p:tgtEl>
                                          <p:spTgt spid="34"/>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wipe(left)">
                                      <p:cBhvr>
                                        <p:cTn id="23" dur="500"/>
                                        <p:tgtEl>
                                          <p:spTgt spid="21"/>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3">
                                            <p:txEl>
                                              <p:pRg st="0" end="0"/>
                                            </p:txEl>
                                          </p:spTgt>
                                        </p:tgtEl>
                                        <p:attrNameLst>
                                          <p:attrName>style.visibility</p:attrName>
                                        </p:attrNameLst>
                                      </p:cBhvr>
                                      <p:to>
                                        <p:strVal val="visible"/>
                                      </p:to>
                                    </p:set>
                                    <p:animEffect transition="in" filter="wipe(left)">
                                      <p:cBhvr>
                                        <p:cTn id="26" dur="500"/>
                                        <p:tgtEl>
                                          <p:spTgt spid="3">
                                            <p:txEl>
                                              <p:pRg st="0" end="0"/>
                                            </p:txEl>
                                          </p:spTgt>
                                        </p:tgtEl>
                                      </p:cBhvr>
                                    </p:animEffect>
                                  </p:childTnLst>
                                </p:cTn>
                              </p:par>
                            </p:childTnLst>
                          </p:cTn>
                        </p:par>
                        <p:par>
                          <p:cTn id="27" fill="hold">
                            <p:stCondLst>
                              <p:cond delay="2500"/>
                            </p:stCondLst>
                            <p:childTnLst>
                              <p:par>
                                <p:cTn id="28" presetID="9" presetClass="entr" presetSubtype="0" fill="hold" grpId="0" nodeType="afterEffect" nodePh="1">
                                  <p:stCondLst>
                                    <p:cond delay="0"/>
                                  </p:stCondLst>
                                  <p:endCondLst>
                                    <p:cond evt="begin" delay="0">
                                      <p:tn val="28"/>
                                    </p:cond>
                                  </p:endCondLst>
                                  <p:childTnLst>
                                    <p:set>
                                      <p:cBhvr>
                                        <p:cTn id="29" dur="1" fill="hold">
                                          <p:stCondLst>
                                            <p:cond delay="0"/>
                                          </p:stCondLst>
                                        </p:cTn>
                                        <p:tgtEl>
                                          <p:spTgt spid="9">
                                            <p:txEl>
                                              <p:pRg st="0" end="0"/>
                                            </p:txEl>
                                          </p:spTgt>
                                        </p:tgtEl>
                                        <p:attrNameLst>
                                          <p:attrName>style.visibility</p:attrName>
                                        </p:attrNameLst>
                                      </p:cBhvr>
                                      <p:to>
                                        <p:strVal val="visible"/>
                                      </p:to>
                                    </p:set>
                                    <p:animEffect transition="in" filter="dissolve">
                                      <p:cBhvr>
                                        <p:cTn id="30" dur="500"/>
                                        <p:tgtEl>
                                          <p:spTgt spid="9">
                                            <p:txEl>
                                              <p:pRg st="0" end="0"/>
                                            </p:txEl>
                                          </p:spTgt>
                                        </p:tgtEl>
                                      </p:cBhvr>
                                    </p:animEffect>
                                  </p:childTnLst>
                                </p:cTn>
                              </p:par>
                            </p:childTnLst>
                          </p:cTn>
                        </p:par>
                        <p:par>
                          <p:cTn id="31" fill="hold">
                            <p:stCondLst>
                              <p:cond delay="3000"/>
                            </p:stCondLst>
                            <p:childTnLst>
                              <p:par>
                                <p:cTn id="32" presetID="9" presetClass="entr" presetSubtype="0" fill="hold" grpId="0" nodeType="afterEffect" nodePh="1">
                                  <p:stCondLst>
                                    <p:cond delay="0"/>
                                  </p:stCondLst>
                                  <p:endCondLst>
                                    <p:cond evt="begin" delay="0">
                                      <p:tn val="32"/>
                                    </p:cond>
                                  </p:endCondLst>
                                  <p:childTnLst>
                                    <p:set>
                                      <p:cBhvr>
                                        <p:cTn id="33" dur="1" fill="hold">
                                          <p:stCondLst>
                                            <p:cond delay="0"/>
                                          </p:stCondLst>
                                        </p:cTn>
                                        <p:tgtEl>
                                          <p:spTgt spid="10">
                                            <p:txEl>
                                              <p:pRg st="0" end="0"/>
                                            </p:txEl>
                                          </p:spTgt>
                                        </p:tgtEl>
                                        <p:attrNameLst>
                                          <p:attrName>style.visibility</p:attrName>
                                        </p:attrNameLst>
                                      </p:cBhvr>
                                      <p:to>
                                        <p:strVal val="visible"/>
                                      </p:to>
                                    </p:set>
                                    <p:animEffect transition="in" filter="dissolve">
                                      <p:cBhvr>
                                        <p:cTn id="34" dur="500"/>
                                        <p:tgtEl>
                                          <p:spTgt spid="10">
                                            <p:txEl>
                                              <p:pRg st="0" end="0"/>
                                            </p:txEl>
                                          </p:spTgt>
                                        </p:tgtEl>
                                      </p:cBhvr>
                                    </p:animEffect>
                                  </p:childTnLst>
                                </p:cTn>
                              </p:par>
                            </p:childTnLst>
                          </p:cTn>
                        </p:par>
                        <p:par>
                          <p:cTn id="35" fill="hold">
                            <p:stCondLst>
                              <p:cond delay="3500"/>
                            </p:stCondLst>
                            <p:childTnLst>
                              <p:par>
                                <p:cTn id="36" presetID="22" presetClass="entr" presetSubtype="1" fill="hold" nodeType="afterEffect">
                                  <p:stCondLst>
                                    <p:cond delay="0"/>
                                  </p:stCondLst>
                                  <p:childTnLst>
                                    <p:set>
                                      <p:cBhvr>
                                        <p:cTn id="37" dur="1" fill="hold">
                                          <p:stCondLst>
                                            <p:cond delay="0"/>
                                          </p:stCondLst>
                                        </p:cTn>
                                        <p:tgtEl>
                                          <p:spTgt spid="36"/>
                                        </p:tgtEl>
                                        <p:attrNameLst>
                                          <p:attrName>style.visibility</p:attrName>
                                        </p:attrNameLst>
                                      </p:cBhvr>
                                      <p:to>
                                        <p:strVal val="visible"/>
                                      </p:to>
                                    </p:set>
                                    <p:animEffect transition="in" filter="wipe(up)">
                                      <p:cBhvr>
                                        <p:cTn id="38" dur="500"/>
                                        <p:tgtEl>
                                          <p:spTgt spid="36"/>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fade">
                                      <p:cBhvr>
                                        <p:cTn id="42" dur="500"/>
                                        <p:tgtEl>
                                          <p:spTgt spid="42"/>
                                        </p:tgtEl>
                                      </p:cBhvr>
                                    </p:animEffect>
                                  </p:childTnLst>
                                </p:cTn>
                              </p:par>
                            </p:childTnLst>
                          </p:cTn>
                        </p:par>
                        <p:par>
                          <p:cTn id="43" fill="hold">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wipe(left)">
                                      <p:cBhvr>
                                        <p:cTn id="46" dur="500"/>
                                        <p:tgtEl>
                                          <p:spTgt spid="18"/>
                                        </p:tgtEl>
                                      </p:cBhvr>
                                    </p:animEffect>
                                  </p:childTnLst>
                                </p:cTn>
                              </p:par>
                              <p:par>
                                <p:cTn id="47" presetID="22" presetClass="entr" presetSubtype="8" fill="hold" grpId="0" nodeType="withEffect">
                                  <p:stCondLst>
                                    <p:cond delay="0"/>
                                  </p:stCondLst>
                                  <p:childTnLst>
                                    <p:set>
                                      <p:cBhvr>
                                        <p:cTn id="48" dur="1" fill="hold">
                                          <p:stCondLst>
                                            <p:cond delay="0"/>
                                          </p:stCondLst>
                                        </p:cTn>
                                        <p:tgtEl>
                                          <p:spTgt spid="26">
                                            <p:txEl>
                                              <p:pRg st="0" end="0"/>
                                            </p:txEl>
                                          </p:spTgt>
                                        </p:tgtEl>
                                        <p:attrNameLst>
                                          <p:attrName>style.visibility</p:attrName>
                                        </p:attrNameLst>
                                      </p:cBhvr>
                                      <p:to>
                                        <p:strVal val="visible"/>
                                      </p:to>
                                    </p:set>
                                    <p:animEffect transition="in" filter="wipe(left)">
                                      <p:cBhvr>
                                        <p:cTn id="49" dur="500"/>
                                        <p:tgtEl>
                                          <p:spTgt spid="26">
                                            <p:txEl>
                                              <p:pRg st="0" end="0"/>
                                            </p:txEl>
                                          </p:spTgt>
                                        </p:tgtEl>
                                      </p:cBhvr>
                                    </p:animEffect>
                                  </p:childTnLst>
                                </p:cTn>
                              </p:par>
                            </p:childTnLst>
                          </p:cTn>
                        </p:par>
                        <p:par>
                          <p:cTn id="50" fill="hold">
                            <p:stCondLst>
                              <p:cond delay="5000"/>
                            </p:stCondLst>
                            <p:childTnLst>
                              <p:par>
                                <p:cTn id="51" presetID="9" presetClass="entr" presetSubtype="0" fill="hold" grpId="0" nodeType="afterEffect" nodePh="1">
                                  <p:stCondLst>
                                    <p:cond delay="0"/>
                                  </p:stCondLst>
                                  <p:endCondLst>
                                    <p:cond evt="begin" delay="0">
                                      <p:tn val="51"/>
                                    </p:cond>
                                  </p:endCondLst>
                                  <p:childTnLst>
                                    <p:set>
                                      <p:cBhvr>
                                        <p:cTn id="52" dur="1" fill="hold">
                                          <p:stCondLst>
                                            <p:cond delay="0"/>
                                          </p:stCondLst>
                                        </p:cTn>
                                        <p:tgtEl>
                                          <p:spTgt spid="69">
                                            <p:txEl>
                                              <p:pRg st="0" end="0"/>
                                            </p:txEl>
                                          </p:spTgt>
                                        </p:tgtEl>
                                        <p:attrNameLst>
                                          <p:attrName>style.visibility</p:attrName>
                                        </p:attrNameLst>
                                      </p:cBhvr>
                                      <p:to>
                                        <p:strVal val="visible"/>
                                      </p:to>
                                    </p:set>
                                    <p:animEffect transition="in" filter="dissolve">
                                      <p:cBhvr>
                                        <p:cTn id="53" dur="500"/>
                                        <p:tgtEl>
                                          <p:spTgt spid="69">
                                            <p:txEl>
                                              <p:pRg st="0" end="0"/>
                                            </p:txEl>
                                          </p:spTgt>
                                        </p:tgtEl>
                                      </p:cBhvr>
                                    </p:animEffect>
                                  </p:childTnLst>
                                </p:cTn>
                              </p:par>
                            </p:childTnLst>
                          </p:cTn>
                        </p:par>
                        <p:par>
                          <p:cTn id="54" fill="hold">
                            <p:stCondLst>
                              <p:cond delay="5500"/>
                            </p:stCondLst>
                            <p:childTnLst>
                              <p:par>
                                <p:cTn id="55" presetID="9" presetClass="entr" presetSubtype="0" fill="hold" grpId="0" nodeType="afterEffect" nodePh="1">
                                  <p:stCondLst>
                                    <p:cond delay="0"/>
                                  </p:stCondLst>
                                  <p:endCondLst>
                                    <p:cond evt="begin" delay="0">
                                      <p:tn val="55"/>
                                    </p:cond>
                                  </p:endCondLst>
                                  <p:childTnLst>
                                    <p:set>
                                      <p:cBhvr>
                                        <p:cTn id="56" dur="1" fill="hold">
                                          <p:stCondLst>
                                            <p:cond delay="0"/>
                                          </p:stCondLst>
                                        </p:cTn>
                                        <p:tgtEl>
                                          <p:spTgt spid="70">
                                            <p:txEl>
                                              <p:pRg st="0" end="0"/>
                                            </p:txEl>
                                          </p:spTgt>
                                        </p:tgtEl>
                                        <p:attrNameLst>
                                          <p:attrName>style.visibility</p:attrName>
                                        </p:attrNameLst>
                                      </p:cBhvr>
                                      <p:to>
                                        <p:strVal val="visible"/>
                                      </p:to>
                                    </p:set>
                                    <p:animEffect transition="in" filter="dissolve">
                                      <p:cBhvr>
                                        <p:cTn id="57" dur="500"/>
                                        <p:tgtEl>
                                          <p:spTgt spid="7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42" grpId="0"/>
      <p:bldP spid="6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69"/>
                        </p:tgtEl>
                        <p:attrNameLst>
                          <p:attrName>style.visibility</p:attrName>
                        </p:attrNameLst>
                      </p:cBhvr>
                      <p:to>
                        <p:strVal val="visible"/>
                      </p:to>
                    </p:set>
                    <p:animEffect transition="in" filter="dissolve">
                      <p:cBhvr>
                        <p:cTn dur="500"/>
                        <p:tgtEl>
                          <p:spTgt spid="69"/>
                        </p:tgtEl>
                      </p:cBhvr>
                    </p:animEffect>
                  </p:childTnLst>
                </p:cTn>
              </p:par>
            </p:tnLst>
          </p:tmpl>
        </p:tmplLst>
      </p:bldP>
      <p:bldP spid="7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70"/>
                        </p:tgtEl>
                        <p:attrNameLst>
                          <p:attrName>style.visibility</p:attrName>
                        </p:attrNameLst>
                      </p:cBhvr>
                      <p:to>
                        <p:strVal val="visible"/>
                      </p:to>
                    </p:set>
                    <p:animEffect transition="in" filter="dissolve">
                      <p:cBhvr>
                        <p:cTn dur="500"/>
                        <p:tgtEl>
                          <p:spTgt spid="70"/>
                        </p:tgtEl>
                      </p:cBhvr>
                    </p:animEffect>
                  </p:childTnLst>
                </p:cTn>
              </p:par>
            </p:tnLst>
          </p:tmpl>
        </p:tmplLst>
      </p:bldP>
      <p:bldP spid="3" grpId="0" build="p">
        <p:tmplLst>
          <p:tmpl lvl="1">
            <p:tnLst>
              <p:par>
                <p:cTn presetID="22" presetClass="entr" presetSubtype="8" fill="hold" nodeType="with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wipe(left)">
                      <p:cBhvr>
                        <p:cTn dur="500"/>
                        <p:tgtEl>
                          <p:spTgt spid="3"/>
                        </p:tgtEl>
                      </p:cBhvr>
                    </p:animEffect>
                  </p:childTnLst>
                </p:cTn>
              </p:par>
            </p:tnLst>
          </p:tmpl>
        </p:tmplLst>
      </p:bldP>
      <p:bldP spid="26" grpId="0" build="p">
        <p:tmplLst>
          <p:tmpl lvl="1">
            <p:tnLst>
              <p:par>
                <p:cTn presetID="22" presetClass="entr" presetSubtype="8"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Lst>
  </p:timing>
</p:sldLayout>
</file>

<file path=ppt/slideLayouts/slideLayout293.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
        <p:nvSpPr>
          <p:cNvPr id="18" name="Shape 1097"/>
          <p:cNvSpPr/>
          <p:nvPr/>
        </p:nvSpPr>
        <p:spPr>
          <a:xfrm>
            <a:off x="9396843" y="2905800"/>
            <a:ext cx="562722" cy="586899"/>
          </a:xfrm>
          <a:prstGeom prst="rect">
            <a:avLst/>
          </a:prstGeom>
          <a:solidFill>
            <a:schemeClr val="tx1">
              <a:lumMod val="75000"/>
              <a:lumOff val="25000"/>
            </a:schemeClr>
          </a:solidFill>
          <a:ln w="12700" cap="flat">
            <a:noFill/>
            <a:miter lim="400000"/>
          </a:ln>
          <a:effectLst/>
        </p:spPr>
        <p:txBody>
          <a:bodyPr wrap="square" lIns="50800" tIns="50800" rIns="50800" bIns="508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1" name="Shape 1100"/>
          <p:cNvSpPr/>
          <p:nvPr/>
        </p:nvSpPr>
        <p:spPr>
          <a:xfrm>
            <a:off x="4356427" y="2905800"/>
            <a:ext cx="562722" cy="586899"/>
          </a:xfrm>
          <a:prstGeom prst="rect">
            <a:avLst/>
          </a:prstGeom>
          <a:solidFill>
            <a:schemeClr val="accent1"/>
          </a:solidFill>
          <a:ln w="12700" cap="flat">
            <a:noFill/>
            <a:miter lim="400000"/>
          </a:ln>
          <a:effectLst/>
        </p:spPr>
        <p:txBody>
          <a:bodyPr wrap="square" lIns="50800" tIns="50800" rIns="50800" bIns="508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pic>
        <p:nvPicPr>
          <p:cNvPr id="27" name="tablet-black.png"/>
          <p:cNvPicPr/>
          <p:nvPr userDrawn="1"/>
        </p:nvPicPr>
        <p:blipFill>
          <a:blip r:embed="rId2" cstate="print">
            <a:extLst/>
          </a:blip>
          <a:stretch>
            <a:fillRect/>
          </a:stretch>
        </p:blipFill>
        <p:spPr>
          <a:xfrm>
            <a:off x="6250001" y="2036274"/>
            <a:ext cx="2597011" cy="3666026"/>
          </a:xfrm>
          <a:prstGeom prst="rect">
            <a:avLst/>
          </a:prstGeom>
          <a:ln w="12700">
            <a:miter lim="400000"/>
          </a:ln>
        </p:spPr>
      </p:pic>
      <p:pic>
        <p:nvPicPr>
          <p:cNvPr id="30" name="tablet-white.png"/>
          <p:cNvPicPr/>
          <p:nvPr userDrawn="1"/>
        </p:nvPicPr>
        <p:blipFill>
          <a:blip r:embed="rId2" cstate="print">
            <a:extLst/>
          </a:blip>
          <a:stretch>
            <a:fillRect/>
          </a:stretch>
        </p:blipFill>
        <p:spPr>
          <a:xfrm>
            <a:off x="1270059" y="2029659"/>
            <a:ext cx="2598678" cy="3668379"/>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4342943" y="3736249"/>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4342943" y="4111181"/>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57" name="Picture Placeholder 2"/>
          <p:cNvSpPr>
            <a:spLocks noGrp="1"/>
          </p:cNvSpPr>
          <p:nvPr>
            <p:ph type="pic" sz="quarter" idx="23"/>
          </p:nvPr>
        </p:nvSpPr>
        <p:spPr>
          <a:xfrm>
            <a:off x="1502319" y="2420967"/>
            <a:ext cx="2134156" cy="289664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69" name="Content Placeholder 20"/>
          <p:cNvSpPr>
            <a:spLocks noGrp="1"/>
          </p:cNvSpPr>
          <p:nvPr>
            <p:ph sz="quarter" idx="25"/>
          </p:nvPr>
        </p:nvSpPr>
        <p:spPr>
          <a:xfrm>
            <a:off x="9389416" y="3736249"/>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70" name="Text Placeholder 17"/>
          <p:cNvSpPr>
            <a:spLocks noGrp="1"/>
          </p:cNvSpPr>
          <p:nvPr>
            <p:ph type="body" sz="quarter" idx="26"/>
          </p:nvPr>
        </p:nvSpPr>
        <p:spPr>
          <a:xfrm>
            <a:off x="9389416" y="4111181"/>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33" name="Picture Placeholder 2"/>
          <p:cNvSpPr>
            <a:spLocks noGrp="1"/>
          </p:cNvSpPr>
          <p:nvPr>
            <p:ph type="pic" sz="quarter" idx="27"/>
          </p:nvPr>
        </p:nvSpPr>
        <p:spPr>
          <a:xfrm>
            <a:off x="6481428" y="2420967"/>
            <a:ext cx="2134156" cy="289664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 name="Text Placeholder 2"/>
          <p:cNvSpPr>
            <a:spLocks noGrp="1"/>
          </p:cNvSpPr>
          <p:nvPr>
            <p:ph type="body" sz="quarter" idx="28"/>
          </p:nvPr>
        </p:nvSpPr>
        <p:spPr>
          <a:xfrm>
            <a:off x="4447239" y="3008750"/>
            <a:ext cx="381098" cy="380999"/>
          </a:xfrm>
        </p:spPr>
        <p:txBody>
          <a:bodyPr anchor="ctr">
            <a:noAutofit/>
          </a:bodyPr>
          <a:lstStyle>
            <a:lvl1pPr marL="0" indent="0" algn="ctr">
              <a:buFontTx/>
              <a:buNone/>
              <a:defRPr sz="3000">
                <a:solidFill>
                  <a:schemeClr val="bg1"/>
                </a:solidFill>
                <a:latin typeface="Source Sans Pro Light"/>
              </a:defRPr>
            </a:lvl1pPr>
            <a:lvl2pPr>
              <a:defRPr sz="3000">
                <a:latin typeface="Source Sans Pro Light"/>
              </a:defRPr>
            </a:lvl2pPr>
            <a:lvl3pPr>
              <a:defRPr sz="3000">
                <a:latin typeface="Source Sans Pro Light"/>
              </a:defRPr>
            </a:lvl3pPr>
            <a:lvl4pPr>
              <a:defRPr sz="3000">
                <a:latin typeface="Source Sans Pro Light"/>
              </a:defRPr>
            </a:lvl4pPr>
            <a:lvl5pPr>
              <a:defRPr sz="3000">
                <a:latin typeface="Source Sans Pro Light"/>
              </a:defRPr>
            </a:lvl5pPr>
          </a:lstStyle>
          <a:p>
            <a:pPr lvl="0"/>
            <a:endParaRPr lang="en-US" dirty="0"/>
          </a:p>
        </p:txBody>
      </p:sp>
      <p:sp>
        <p:nvSpPr>
          <p:cNvPr id="37" name="Text Placeholder 2"/>
          <p:cNvSpPr>
            <a:spLocks noGrp="1"/>
          </p:cNvSpPr>
          <p:nvPr>
            <p:ph type="body" sz="quarter" idx="29"/>
          </p:nvPr>
        </p:nvSpPr>
        <p:spPr>
          <a:xfrm>
            <a:off x="9487655" y="3008750"/>
            <a:ext cx="381098" cy="380999"/>
          </a:xfrm>
        </p:spPr>
        <p:txBody>
          <a:bodyPr anchor="ctr">
            <a:noAutofit/>
          </a:bodyPr>
          <a:lstStyle>
            <a:lvl1pPr marL="0" indent="0" algn="ctr">
              <a:buFontTx/>
              <a:buNone/>
              <a:defRPr sz="3000">
                <a:solidFill>
                  <a:schemeClr val="bg1"/>
                </a:solidFill>
                <a:latin typeface="Source Sans Pro Light"/>
              </a:defRPr>
            </a:lvl1pPr>
            <a:lvl2pPr>
              <a:defRPr sz="3000">
                <a:latin typeface="Source Sans Pro Light"/>
              </a:defRPr>
            </a:lvl2pPr>
            <a:lvl3pPr>
              <a:defRPr sz="3000">
                <a:latin typeface="Source Sans Pro Light"/>
              </a:defRPr>
            </a:lvl3pPr>
            <a:lvl4pPr>
              <a:defRPr sz="3000">
                <a:latin typeface="Source Sans Pro Light"/>
              </a:defRPr>
            </a:lvl4pPr>
            <a:lvl5pPr>
              <a:defRPr sz="3000">
                <a:latin typeface="Source Sans Pro Light"/>
              </a:defRPr>
            </a:lvl5pPr>
          </a:lstStyle>
          <a:p>
            <a:pPr lvl="0"/>
            <a:endParaRPr lang="en-US" dirty="0"/>
          </a:p>
        </p:txBody>
      </p:sp>
    </p:spTree>
    <p:extLst>
      <p:ext uri="{BB962C8B-B14F-4D97-AF65-F5344CB8AC3E}">
        <p14:creationId xmlns:p14="http://schemas.microsoft.com/office/powerpoint/2010/main" val="200399626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wipe(up)">
                                      <p:cBhvr>
                                        <p:cTn id="15" dur="500"/>
                                        <p:tgtEl>
                                          <p:spTgt spid="30"/>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wipe(left)">
                                      <p:cBhvr>
                                        <p:cTn id="23" dur="500"/>
                                        <p:tgtEl>
                                          <p:spTgt spid="21"/>
                                        </p:tgtEl>
                                      </p:cBhvr>
                                    </p:animEffect>
                                  </p:childTnLst>
                                </p:cTn>
                              </p:par>
                              <p:par>
                                <p:cTn id="24" presetID="22" presetClass="entr" presetSubtype="8" fill="hold" grpId="0" nodeType="withEffect" nodePh="1">
                                  <p:stCondLst>
                                    <p:cond delay="0"/>
                                  </p:stCondLst>
                                  <p:endCondLst>
                                    <p:cond evt="begin" delay="0">
                                      <p:tn val="24"/>
                                    </p:cond>
                                  </p:endCondLst>
                                  <p:childTnLst>
                                    <p:set>
                                      <p:cBhvr>
                                        <p:cTn id="25" dur="1" fill="hold">
                                          <p:stCondLst>
                                            <p:cond delay="0"/>
                                          </p:stCondLst>
                                        </p:cTn>
                                        <p:tgtEl>
                                          <p:spTgt spid="3">
                                            <p:txEl>
                                              <p:pRg st="0" end="0"/>
                                            </p:txEl>
                                          </p:spTgt>
                                        </p:tgtEl>
                                        <p:attrNameLst>
                                          <p:attrName>style.visibility</p:attrName>
                                        </p:attrNameLst>
                                      </p:cBhvr>
                                      <p:to>
                                        <p:strVal val="visible"/>
                                      </p:to>
                                    </p:set>
                                    <p:animEffect transition="in" filter="wipe(left)">
                                      <p:cBhvr>
                                        <p:cTn id="26" dur="500"/>
                                        <p:tgtEl>
                                          <p:spTgt spid="3">
                                            <p:txEl>
                                              <p:pRg st="0" end="0"/>
                                            </p:txEl>
                                          </p:spTgt>
                                        </p:tgtEl>
                                      </p:cBhvr>
                                    </p:animEffect>
                                  </p:childTnLst>
                                </p:cTn>
                              </p:par>
                            </p:childTnLst>
                          </p:cTn>
                        </p:par>
                        <p:par>
                          <p:cTn id="27" fill="hold">
                            <p:stCondLst>
                              <p:cond delay="2500"/>
                            </p:stCondLst>
                            <p:childTnLst>
                              <p:par>
                                <p:cTn id="28" presetID="9" presetClass="entr" presetSubtype="0" fill="hold" grpId="0" nodeType="afterEffect" nodePh="1">
                                  <p:stCondLst>
                                    <p:cond delay="0"/>
                                  </p:stCondLst>
                                  <p:endCondLst>
                                    <p:cond evt="begin" delay="0">
                                      <p:tn val="28"/>
                                    </p:cond>
                                  </p:endCondLst>
                                  <p:childTnLst>
                                    <p:set>
                                      <p:cBhvr>
                                        <p:cTn id="29" dur="1" fill="hold">
                                          <p:stCondLst>
                                            <p:cond delay="0"/>
                                          </p:stCondLst>
                                        </p:cTn>
                                        <p:tgtEl>
                                          <p:spTgt spid="9">
                                            <p:txEl>
                                              <p:pRg st="0" end="0"/>
                                            </p:txEl>
                                          </p:spTgt>
                                        </p:tgtEl>
                                        <p:attrNameLst>
                                          <p:attrName>style.visibility</p:attrName>
                                        </p:attrNameLst>
                                      </p:cBhvr>
                                      <p:to>
                                        <p:strVal val="visible"/>
                                      </p:to>
                                    </p:set>
                                    <p:animEffect transition="in" filter="dissolve">
                                      <p:cBhvr>
                                        <p:cTn id="30" dur="500"/>
                                        <p:tgtEl>
                                          <p:spTgt spid="9">
                                            <p:txEl>
                                              <p:pRg st="0" end="0"/>
                                            </p:txEl>
                                          </p:spTgt>
                                        </p:tgtEl>
                                      </p:cBhvr>
                                    </p:animEffect>
                                  </p:childTnLst>
                                </p:cTn>
                              </p:par>
                            </p:childTnLst>
                          </p:cTn>
                        </p:par>
                        <p:par>
                          <p:cTn id="31" fill="hold">
                            <p:stCondLst>
                              <p:cond delay="3000"/>
                            </p:stCondLst>
                            <p:childTnLst>
                              <p:par>
                                <p:cTn id="32" presetID="9" presetClass="entr" presetSubtype="0" fill="hold" grpId="0" nodeType="afterEffect" nodePh="1">
                                  <p:stCondLst>
                                    <p:cond delay="0"/>
                                  </p:stCondLst>
                                  <p:endCondLst>
                                    <p:cond evt="begin" delay="0">
                                      <p:tn val="32"/>
                                    </p:cond>
                                  </p:endCondLst>
                                  <p:childTnLst>
                                    <p:set>
                                      <p:cBhvr>
                                        <p:cTn id="33" dur="1" fill="hold">
                                          <p:stCondLst>
                                            <p:cond delay="0"/>
                                          </p:stCondLst>
                                        </p:cTn>
                                        <p:tgtEl>
                                          <p:spTgt spid="10">
                                            <p:txEl>
                                              <p:pRg st="0" end="0"/>
                                            </p:txEl>
                                          </p:spTgt>
                                        </p:tgtEl>
                                        <p:attrNameLst>
                                          <p:attrName>style.visibility</p:attrName>
                                        </p:attrNameLst>
                                      </p:cBhvr>
                                      <p:to>
                                        <p:strVal val="visible"/>
                                      </p:to>
                                    </p:set>
                                    <p:animEffect transition="in" filter="dissolve">
                                      <p:cBhvr>
                                        <p:cTn id="34" dur="500"/>
                                        <p:tgtEl>
                                          <p:spTgt spid="10">
                                            <p:txEl>
                                              <p:pRg st="0" end="0"/>
                                            </p:txEl>
                                          </p:spTgt>
                                        </p:tgtEl>
                                      </p:cBhvr>
                                    </p:animEffect>
                                  </p:childTnLst>
                                </p:cTn>
                              </p:par>
                            </p:childTnLst>
                          </p:cTn>
                        </p:par>
                        <p:par>
                          <p:cTn id="35" fill="hold">
                            <p:stCondLst>
                              <p:cond delay="3500"/>
                            </p:stCondLst>
                            <p:childTnLst>
                              <p:par>
                                <p:cTn id="36" presetID="22" presetClass="entr" presetSubtype="1" fill="hold" nodeType="after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wipe(up)">
                                      <p:cBhvr>
                                        <p:cTn id="38" dur="500"/>
                                        <p:tgtEl>
                                          <p:spTgt spid="27"/>
                                        </p:tgtEl>
                                      </p:cBhvr>
                                    </p:animEffect>
                                  </p:childTnLst>
                                </p:cTn>
                              </p:par>
                            </p:childTnLst>
                          </p:cTn>
                        </p:par>
                        <p:par>
                          <p:cTn id="39" fill="hold">
                            <p:stCondLst>
                              <p:cond delay="4000"/>
                            </p:stCondLst>
                            <p:childTnLst>
                              <p:par>
                                <p:cTn id="40" presetID="10" presetClass="entr" presetSubtype="0" fill="hold" grpId="0" nodeType="afterEffect" nodePh="1">
                                  <p:stCondLst>
                                    <p:cond delay="0"/>
                                  </p:stCondLst>
                                  <p:endCondLst>
                                    <p:cond evt="begin" delay="0">
                                      <p:tn val="40"/>
                                    </p:cond>
                                  </p:endCondLst>
                                  <p:childTnLst>
                                    <p:set>
                                      <p:cBhvr>
                                        <p:cTn id="41" dur="1" fill="hold">
                                          <p:stCondLst>
                                            <p:cond delay="0"/>
                                          </p:stCondLst>
                                        </p:cTn>
                                        <p:tgtEl>
                                          <p:spTgt spid="33"/>
                                        </p:tgtEl>
                                        <p:attrNameLst>
                                          <p:attrName>style.visibility</p:attrName>
                                        </p:attrNameLst>
                                      </p:cBhvr>
                                      <p:to>
                                        <p:strVal val="visible"/>
                                      </p:to>
                                    </p:set>
                                    <p:animEffect transition="in" filter="fade">
                                      <p:cBhvr>
                                        <p:cTn id="42" dur="500"/>
                                        <p:tgtEl>
                                          <p:spTgt spid="33"/>
                                        </p:tgtEl>
                                      </p:cBhvr>
                                    </p:animEffect>
                                  </p:childTnLst>
                                </p:cTn>
                              </p:par>
                            </p:childTnLst>
                          </p:cTn>
                        </p:par>
                        <p:par>
                          <p:cTn id="43" fill="hold">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wipe(left)">
                                      <p:cBhvr>
                                        <p:cTn id="46" dur="500"/>
                                        <p:tgtEl>
                                          <p:spTgt spid="18"/>
                                        </p:tgtEl>
                                      </p:cBhvr>
                                    </p:animEffect>
                                  </p:childTnLst>
                                </p:cTn>
                              </p:par>
                              <p:par>
                                <p:cTn id="47" presetID="22" presetClass="entr" presetSubtype="8" fill="hold" grpId="0" nodeType="withEffect" nodePh="1">
                                  <p:stCondLst>
                                    <p:cond delay="0"/>
                                  </p:stCondLst>
                                  <p:endCondLst>
                                    <p:cond evt="begin" delay="0">
                                      <p:tn val="47"/>
                                    </p:cond>
                                  </p:endCondLst>
                                  <p:childTnLst>
                                    <p:set>
                                      <p:cBhvr>
                                        <p:cTn id="48" dur="1" fill="hold">
                                          <p:stCondLst>
                                            <p:cond delay="0"/>
                                          </p:stCondLst>
                                        </p:cTn>
                                        <p:tgtEl>
                                          <p:spTgt spid="37">
                                            <p:txEl>
                                              <p:pRg st="0" end="0"/>
                                            </p:txEl>
                                          </p:spTgt>
                                        </p:tgtEl>
                                        <p:attrNameLst>
                                          <p:attrName>style.visibility</p:attrName>
                                        </p:attrNameLst>
                                      </p:cBhvr>
                                      <p:to>
                                        <p:strVal val="visible"/>
                                      </p:to>
                                    </p:set>
                                    <p:animEffect transition="in" filter="wipe(left)">
                                      <p:cBhvr>
                                        <p:cTn id="49" dur="500"/>
                                        <p:tgtEl>
                                          <p:spTgt spid="37">
                                            <p:txEl>
                                              <p:pRg st="0" end="0"/>
                                            </p:txEl>
                                          </p:spTgt>
                                        </p:tgtEl>
                                      </p:cBhvr>
                                    </p:animEffect>
                                  </p:childTnLst>
                                </p:cTn>
                              </p:par>
                            </p:childTnLst>
                          </p:cTn>
                        </p:par>
                        <p:par>
                          <p:cTn id="50" fill="hold">
                            <p:stCondLst>
                              <p:cond delay="5000"/>
                            </p:stCondLst>
                            <p:childTnLst>
                              <p:par>
                                <p:cTn id="51" presetID="9" presetClass="entr" presetSubtype="0" fill="hold" grpId="0" nodeType="afterEffect" nodePh="1">
                                  <p:stCondLst>
                                    <p:cond delay="0"/>
                                  </p:stCondLst>
                                  <p:endCondLst>
                                    <p:cond evt="begin" delay="0">
                                      <p:tn val="51"/>
                                    </p:cond>
                                  </p:endCondLst>
                                  <p:childTnLst>
                                    <p:set>
                                      <p:cBhvr>
                                        <p:cTn id="52" dur="1" fill="hold">
                                          <p:stCondLst>
                                            <p:cond delay="0"/>
                                          </p:stCondLst>
                                        </p:cTn>
                                        <p:tgtEl>
                                          <p:spTgt spid="69">
                                            <p:txEl>
                                              <p:pRg st="0" end="0"/>
                                            </p:txEl>
                                          </p:spTgt>
                                        </p:tgtEl>
                                        <p:attrNameLst>
                                          <p:attrName>style.visibility</p:attrName>
                                        </p:attrNameLst>
                                      </p:cBhvr>
                                      <p:to>
                                        <p:strVal val="visible"/>
                                      </p:to>
                                    </p:set>
                                    <p:animEffect transition="in" filter="dissolve">
                                      <p:cBhvr>
                                        <p:cTn id="53" dur="500"/>
                                        <p:tgtEl>
                                          <p:spTgt spid="69">
                                            <p:txEl>
                                              <p:pRg st="0" end="0"/>
                                            </p:txEl>
                                          </p:spTgt>
                                        </p:tgtEl>
                                      </p:cBhvr>
                                    </p:animEffect>
                                  </p:childTnLst>
                                </p:cTn>
                              </p:par>
                            </p:childTnLst>
                          </p:cTn>
                        </p:par>
                        <p:par>
                          <p:cTn id="54" fill="hold">
                            <p:stCondLst>
                              <p:cond delay="5500"/>
                            </p:stCondLst>
                            <p:childTnLst>
                              <p:par>
                                <p:cTn id="55" presetID="9" presetClass="entr" presetSubtype="0" fill="hold" grpId="0" nodeType="afterEffect" nodePh="1">
                                  <p:stCondLst>
                                    <p:cond delay="0"/>
                                  </p:stCondLst>
                                  <p:endCondLst>
                                    <p:cond evt="begin" delay="0">
                                      <p:tn val="55"/>
                                    </p:cond>
                                  </p:endCondLst>
                                  <p:childTnLst>
                                    <p:set>
                                      <p:cBhvr>
                                        <p:cTn id="56" dur="1" fill="hold">
                                          <p:stCondLst>
                                            <p:cond delay="0"/>
                                          </p:stCondLst>
                                        </p:cTn>
                                        <p:tgtEl>
                                          <p:spTgt spid="70">
                                            <p:txEl>
                                              <p:pRg st="0" end="0"/>
                                            </p:txEl>
                                          </p:spTgt>
                                        </p:tgtEl>
                                        <p:attrNameLst>
                                          <p:attrName>style.visibility</p:attrName>
                                        </p:attrNameLst>
                                      </p:cBhvr>
                                      <p:to>
                                        <p:strVal val="visible"/>
                                      </p:to>
                                    </p:set>
                                    <p:animEffect transition="in" filter="dissolve">
                                      <p:cBhvr>
                                        <p:cTn id="57" dur="500"/>
                                        <p:tgtEl>
                                          <p:spTgt spid="7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6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69"/>
                        </p:tgtEl>
                        <p:attrNameLst>
                          <p:attrName>style.visibility</p:attrName>
                        </p:attrNameLst>
                      </p:cBhvr>
                      <p:to>
                        <p:strVal val="visible"/>
                      </p:to>
                    </p:set>
                    <p:animEffect transition="in" filter="dissolve">
                      <p:cBhvr>
                        <p:cTn dur="500"/>
                        <p:tgtEl>
                          <p:spTgt spid="69"/>
                        </p:tgtEl>
                      </p:cBhvr>
                    </p:animEffect>
                  </p:childTnLst>
                </p:cTn>
              </p:par>
            </p:tnLst>
          </p:tmpl>
        </p:tmplLst>
      </p:bldP>
      <p:bldP spid="7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70"/>
                        </p:tgtEl>
                        <p:attrNameLst>
                          <p:attrName>style.visibility</p:attrName>
                        </p:attrNameLst>
                      </p:cBhvr>
                      <p:to>
                        <p:strVal val="visible"/>
                      </p:to>
                    </p:set>
                    <p:animEffect transition="in" filter="dissolve">
                      <p:cBhvr>
                        <p:cTn dur="500"/>
                        <p:tgtEl>
                          <p:spTgt spid="70"/>
                        </p:tgtEl>
                      </p:cBhvr>
                    </p:animEffect>
                  </p:childTnLst>
                </p:cTn>
              </p:par>
            </p:tnLst>
          </p:tmpl>
        </p:tmplLst>
      </p:bldP>
      <p:bldP spid="33" grpId="0"/>
      <p:bldP spid="3" grpId="0" build="p">
        <p:tmplLst>
          <p:tmpl lvl="1">
            <p:tnLst>
              <p:par>
                <p:cTn presetID="22" presetClass="entr" presetSubtype="8" fill="hold" nodeType="withEffect" nodePh="1">
                  <p:stCondLst>
                    <p:cond delay="0"/>
                  </p:stCondLst>
                  <p:endCondLst>
                    <p:cond delay="0"/>
                  </p:endCondLst>
                  <p:childTnLst>
                    <p:set>
                      <p:cBhvr>
                        <p:cTn dur="1" fill="hold">
                          <p:stCondLst>
                            <p:cond delay="0"/>
                          </p:stCondLst>
                        </p:cTn>
                        <p:tgtEl>
                          <p:spTgt spid="3"/>
                        </p:tgtEl>
                        <p:attrNameLst>
                          <p:attrName>style.visibility</p:attrName>
                        </p:attrNameLst>
                      </p:cBhvr>
                      <p:to>
                        <p:strVal val="visible"/>
                      </p:to>
                    </p:set>
                    <p:animEffect transition="in" filter="wipe(left)">
                      <p:cBhvr>
                        <p:cTn dur="500"/>
                        <p:tgtEl>
                          <p:spTgt spid="3"/>
                        </p:tgtEl>
                      </p:cBhvr>
                    </p:animEffect>
                  </p:childTnLst>
                </p:cTn>
              </p:par>
            </p:tnLst>
          </p:tmpl>
        </p:tmplLst>
      </p:bldP>
      <p:bldP spid="37" grpId="0" build="p">
        <p:tmplLst>
          <p:tmpl lvl="1">
            <p:tnLst>
              <p:par>
                <p:cTn presetID="22" presetClass="entr" presetSubtype="8" fill="hold" nodeType="with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Lst>
  </p:timing>
</p:sldLayout>
</file>

<file path=ppt/slideLayouts/slideLayout294.xml><?xml version="1.0" encoding="utf-8"?>
<p:sldLayout xmlns:a="http://schemas.openxmlformats.org/drawingml/2006/main" xmlns:r="http://schemas.openxmlformats.org/officeDocument/2006/relationships" xmlns:p="http://schemas.openxmlformats.org/presentationml/2006/main" userDrawn="1">
  <p:cSld name="25_Title Slide">
    <p:spTree>
      <p:nvGrpSpPr>
        <p:cNvPr id="1" name=""/>
        <p:cNvGrpSpPr/>
        <p:nvPr/>
      </p:nvGrpSpPr>
      <p:grpSpPr>
        <a:xfrm>
          <a:off x="0" y="0"/>
          <a:ext cx="0" cy="0"/>
          <a:chOff x="0" y="0"/>
          <a:chExt cx="0" cy="0"/>
        </a:xfrm>
      </p:grpSpPr>
      <p:grpSp>
        <p:nvGrpSpPr>
          <p:cNvPr id="68" name="Group 67"/>
          <p:cNvGrpSpPr/>
          <p:nvPr userDrawn="1"/>
        </p:nvGrpSpPr>
        <p:grpSpPr>
          <a:xfrm>
            <a:off x="1624758" y="1301630"/>
            <a:ext cx="2260866" cy="4444878"/>
            <a:chOff x="983432" y="329743"/>
            <a:chExt cx="2747755" cy="5403513"/>
          </a:xfrm>
        </p:grpSpPr>
        <p:grpSp>
          <p:nvGrpSpPr>
            <p:cNvPr id="69" name="Group 68"/>
            <p:cNvGrpSpPr/>
            <p:nvPr/>
          </p:nvGrpSpPr>
          <p:grpSpPr>
            <a:xfrm>
              <a:off x="983432" y="329743"/>
              <a:ext cx="2747755" cy="5403513"/>
              <a:chOff x="10007600" y="6019800"/>
              <a:chExt cx="3363917" cy="7113589"/>
            </a:xfrm>
          </p:grpSpPr>
          <p:sp>
            <p:nvSpPr>
              <p:cNvPr id="71" name="AutoShape 12"/>
              <p:cNvSpPr>
                <a:spLocks/>
              </p:cNvSpPr>
              <p:nvPr/>
            </p:nvSpPr>
            <p:spPr bwMode="auto">
              <a:xfrm>
                <a:off x="12496800" y="6019800"/>
                <a:ext cx="427038" cy="571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600"/>
                    </a:moveTo>
                    <a:lnTo>
                      <a:pt x="0" y="21600"/>
                    </a:lnTo>
                    <a:lnTo>
                      <a:pt x="0" y="0"/>
                    </a:lnTo>
                    <a:lnTo>
                      <a:pt x="21599" y="0"/>
                    </a:lnTo>
                    <a:cubicBezTo>
                      <a:pt x="21599" y="0"/>
                      <a:pt x="21599" y="21600"/>
                      <a:pt x="21599" y="21600"/>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2" name="AutoShape 13"/>
              <p:cNvSpPr>
                <a:spLocks/>
              </p:cNvSpPr>
              <p:nvPr/>
            </p:nvSpPr>
            <p:spPr bwMode="auto">
              <a:xfrm>
                <a:off x="10007600" y="7658100"/>
                <a:ext cx="44450" cy="2428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600"/>
                    </a:moveTo>
                    <a:lnTo>
                      <a:pt x="0" y="21600"/>
                    </a:lnTo>
                    <a:lnTo>
                      <a:pt x="0" y="0"/>
                    </a:lnTo>
                    <a:lnTo>
                      <a:pt x="21599" y="0"/>
                    </a:lnTo>
                    <a:cubicBezTo>
                      <a:pt x="21599" y="0"/>
                      <a:pt x="21599" y="21600"/>
                      <a:pt x="21599" y="21600"/>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3" name="AutoShape 14"/>
              <p:cNvSpPr>
                <a:spLocks/>
              </p:cNvSpPr>
              <p:nvPr/>
            </p:nvSpPr>
            <p:spPr bwMode="auto">
              <a:xfrm>
                <a:off x="10007600" y="7366000"/>
                <a:ext cx="44450" cy="2428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599"/>
                    </a:moveTo>
                    <a:lnTo>
                      <a:pt x="0" y="21599"/>
                    </a:lnTo>
                    <a:lnTo>
                      <a:pt x="0" y="0"/>
                    </a:lnTo>
                    <a:lnTo>
                      <a:pt x="21599" y="0"/>
                    </a:lnTo>
                    <a:cubicBezTo>
                      <a:pt x="21599" y="0"/>
                      <a:pt x="21599" y="21599"/>
                      <a:pt x="21599" y="21599"/>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4" name="AutoShape 15"/>
              <p:cNvSpPr>
                <a:spLocks/>
              </p:cNvSpPr>
              <p:nvPr/>
            </p:nvSpPr>
            <p:spPr bwMode="auto">
              <a:xfrm>
                <a:off x="10007600" y="7073900"/>
                <a:ext cx="44450" cy="219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599"/>
                    </a:moveTo>
                    <a:lnTo>
                      <a:pt x="0" y="21599"/>
                    </a:lnTo>
                    <a:lnTo>
                      <a:pt x="0" y="0"/>
                    </a:lnTo>
                    <a:lnTo>
                      <a:pt x="21599" y="0"/>
                    </a:lnTo>
                    <a:cubicBezTo>
                      <a:pt x="21599" y="0"/>
                      <a:pt x="21599" y="21599"/>
                      <a:pt x="21599" y="21599"/>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5" name="AutoShape 16"/>
              <p:cNvSpPr>
                <a:spLocks/>
              </p:cNvSpPr>
              <p:nvPr/>
            </p:nvSpPr>
            <p:spPr bwMode="auto">
              <a:xfrm>
                <a:off x="10058403" y="6070600"/>
                <a:ext cx="3313114" cy="7062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20267"/>
                    </a:moveTo>
                    <a:cubicBezTo>
                      <a:pt x="21600" y="20922"/>
                      <a:pt x="21126" y="21599"/>
                      <a:pt x="18834" y="21599"/>
                    </a:cubicBezTo>
                    <a:lnTo>
                      <a:pt x="3537" y="21599"/>
                    </a:lnTo>
                    <a:cubicBezTo>
                      <a:pt x="1644" y="21599"/>
                      <a:pt x="0" y="21272"/>
                      <a:pt x="0" y="20220"/>
                    </a:cubicBezTo>
                    <a:lnTo>
                      <a:pt x="0" y="1402"/>
                    </a:lnTo>
                    <a:cubicBezTo>
                      <a:pt x="0" y="514"/>
                      <a:pt x="1843" y="0"/>
                      <a:pt x="3438" y="0"/>
                    </a:cubicBezTo>
                    <a:lnTo>
                      <a:pt x="18286" y="0"/>
                    </a:lnTo>
                    <a:cubicBezTo>
                      <a:pt x="20130" y="0"/>
                      <a:pt x="21600" y="467"/>
                      <a:pt x="21600" y="1355"/>
                    </a:cubicBezTo>
                    <a:cubicBezTo>
                      <a:pt x="21600" y="1355"/>
                      <a:pt x="21600" y="20267"/>
                      <a:pt x="21600" y="20267"/>
                    </a:cubicBezTo>
                    <a:close/>
                  </a:path>
                </a:pathLst>
              </a:custGeom>
              <a:solidFill>
                <a:schemeClr val="tx1">
                  <a:lumMod val="65000"/>
                  <a:lumOff val="35000"/>
                </a:schemeClr>
              </a:solidFill>
              <a:ln w="38100" cap="flat" cmpd="sng">
                <a:solidFill>
                  <a:schemeClr val="bg1">
                    <a:lumMod val="75000"/>
                  </a:schemeClr>
                </a:solidFill>
                <a:prstDash val="solid"/>
                <a:miter lim="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6" name="AutoShape 18"/>
              <p:cNvSpPr>
                <a:spLocks/>
              </p:cNvSpPr>
              <p:nvPr/>
            </p:nvSpPr>
            <p:spPr bwMode="auto">
              <a:xfrm>
                <a:off x="11455400" y="12382500"/>
                <a:ext cx="542925" cy="5429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799"/>
                    </a:moveTo>
                    <a:cubicBezTo>
                      <a:pt x="21600" y="16763"/>
                      <a:pt x="16764" y="21599"/>
                      <a:pt x="10799" y="21599"/>
                    </a:cubicBezTo>
                    <a:cubicBezTo>
                      <a:pt x="4834" y="21599"/>
                      <a:pt x="0" y="16763"/>
                      <a:pt x="0" y="10799"/>
                    </a:cubicBezTo>
                    <a:cubicBezTo>
                      <a:pt x="0" y="4835"/>
                      <a:pt x="4834" y="0"/>
                      <a:pt x="10799" y="0"/>
                    </a:cubicBezTo>
                    <a:cubicBezTo>
                      <a:pt x="16764" y="0"/>
                      <a:pt x="21600" y="4835"/>
                      <a:pt x="21600" y="10799"/>
                    </a:cubicBezTo>
                    <a:close/>
                  </a:path>
                </a:pathLst>
              </a:custGeom>
              <a:solidFill>
                <a:srgbClr val="484849"/>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7" name="AutoShape 19"/>
              <p:cNvSpPr>
                <a:spLocks/>
              </p:cNvSpPr>
              <p:nvPr/>
            </p:nvSpPr>
            <p:spPr bwMode="auto">
              <a:xfrm>
                <a:off x="11442700" y="12649200"/>
                <a:ext cx="552450" cy="2714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0"/>
                    </a:moveTo>
                    <a:cubicBezTo>
                      <a:pt x="21600" y="11928"/>
                      <a:pt x="16671" y="21600"/>
                      <a:pt x="10806" y="21600"/>
                    </a:cubicBezTo>
                    <a:cubicBezTo>
                      <a:pt x="4942" y="21600"/>
                      <a:pt x="0" y="11928"/>
                      <a:pt x="0" y="0"/>
                    </a:cubicBezTo>
                    <a:cubicBezTo>
                      <a:pt x="9268" y="7540"/>
                      <a:pt x="13298" y="7288"/>
                      <a:pt x="21600" y="0"/>
                    </a:cubicBezTo>
                    <a:close/>
                  </a:path>
                </a:pathLst>
              </a:custGeom>
              <a:solidFill>
                <a:srgbClr val="232323">
                  <a:alpha val="29999"/>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8" name="AutoShape 20"/>
              <p:cNvSpPr>
                <a:spLocks/>
              </p:cNvSpPr>
              <p:nvPr/>
            </p:nvSpPr>
            <p:spPr bwMode="auto">
              <a:xfrm>
                <a:off x="11633200" y="12585700"/>
                <a:ext cx="176213" cy="176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599"/>
                    </a:moveTo>
                    <a:lnTo>
                      <a:pt x="0" y="21599"/>
                    </a:lnTo>
                    <a:lnTo>
                      <a:pt x="0" y="0"/>
                    </a:lnTo>
                    <a:lnTo>
                      <a:pt x="21599" y="0"/>
                    </a:lnTo>
                    <a:cubicBezTo>
                      <a:pt x="21599" y="0"/>
                      <a:pt x="21599" y="21599"/>
                      <a:pt x="21599" y="21599"/>
                    </a:cubicBezTo>
                    <a:close/>
                  </a:path>
                </a:pathLst>
              </a:custGeom>
              <a:noFill/>
              <a:ln w="12700" cap="flat" cmpd="sng">
                <a:solidFill>
                  <a:srgbClr val="929292"/>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C0C0C0"/>
                    </a:outerShdw>
                  </a:effectLst>
                </a:endParaRPr>
              </a:p>
            </p:txBody>
          </p:sp>
          <p:sp>
            <p:nvSpPr>
              <p:cNvPr id="79" name="AutoShape 21"/>
              <p:cNvSpPr>
                <a:spLocks/>
              </p:cNvSpPr>
              <p:nvPr/>
            </p:nvSpPr>
            <p:spPr bwMode="auto">
              <a:xfrm>
                <a:off x="11684000" y="6350000"/>
                <a:ext cx="79375" cy="793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10798"/>
                    </a:moveTo>
                    <a:cubicBezTo>
                      <a:pt x="21599" y="16761"/>
                      <a:pt x="16768" y="21599"/>
                      <a:pt x="10801" y="21599"/>
                    </a:cubicBezTo>
                    <a:cubicBezTo>
                      <a:pt x="4835" y="21599"/>
                      <a:pt x="0" y="16761"/>
                      <a:pt x="0" y="10798"/>
                    </a:cubicBezTo>
                    <a:cubicBezTo>
                      <a:pt x="0" y="4835"/>
                      <a:pt x="4835" y="0"/>
                      <a:pt x="10801" y="0"/>
                    </a:cubicBezTo>
                    <a:cubicBezTo>
                      <a:pt x="16768" y="0"/>
                      <a:pt x="21599" y="4835"/>
                      <a:pt x="21599" y="10798"/>
                    </a:cubicBezTo>
                    <a:close/>
                  </a:path>
                </a:pathLst>
              </a:custGeom>
              <a:solidFill>
                <a:srgbClr val="232323"/>
              </a:solidFill>
              <a:ln w="12700" cap="flat" cmpd="sng">
                <a:solidFill>
                  <a:srgbClr val="232323"/>
                </a:solidFill>
                <a:prstDash val="solid"/>
                <a:miter lim="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80" name="AutoShape 22"/>
              <p:cNvSpPr>
                <a:spLocks/>
              </p:cNvSpPr>
              <p:nvPr/>
            </p:nvSpPr>
            <p:spPr bwMode="auto">
              <a:xfrm>
                <a:off x="11417300" y="6616700"/>
                <a:ext cx="595313" cy="1031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2"/>
                    </a:moveTo>
                    <a:cubicBezTo>
                      <a:pt x="21600" y="16757"/>
                      <a:pt x="20762" y="21600"/>
                      <a:pt x="19730" y="21600"/>
                    </a:cubicBezTo>
                    <a:lnTo>
                      <a:pt x="1869" y="21600"/>
                    </a:lnTo>
                    <a:cubicBezTo>
                      <a:pt x="836" y="21600"/>
                      <a:pt x="0" y="16757"/>
                      <a:pt x="0" y="10802"/>
                    </a:cubicBezTo>
                    <a:cubicBezTo>
                      <a:pt x="0" y="4842"/>
                      <a:pt x="836" y="0"/>
                      <a:pt x="1869" y="0"/>
                    </a:cubicBezTo>
                    <a:lnTo>
                      <a:pt x="19730" y="0"/>
                    </a:lnTo>
                    <a:cubicBezTo>
                      <a:pt x="20762" y="0"/>
                      <a:pt x="21600" y="4842"/>
                      <a:pt x="21600" y="10802"/>
                    </a:cubicBezTo>
                    <a:cubicBezTo>
                      <a:pt x="21600" y="10802"/>
                      <a:pt x="21600" y="10802"/>
                      <a:pt x="21600" y="10802"/>
                    </a:cubicBezTo>
                    <a:close/>
                  </a:path>
                </a:pathLst>
              </a:custGeom>
              <a:solidFill>
                <a:srgbClr val="232323"/>
              </a:solidFill>
              <a:ln w="12700" cap="flat" cmpd="sng">
                <a:solidFill>
                  <a:srgbClr val="232323"/>
                </a:solidFill>
                <a:prstDash val="solid"/>
                <a:miter lim="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81" name="AutoShape 17"/>
              <p:cNvSpPr>
                <a:spLocks/>
              </p:cNvSpPr>
              <p:nvPr/>
            </p:nvSpPr>
            <p:spPr bwMode="auto">
              <a:xfrm>
                <a:off x="10070492" y="6070600"/>
                <a:ext cx="3298826" cy="704532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0254"/>
                    </a:moveTo>
                    <a:cubicBezTo>
                      <a:pt x="21599" y="20909"/>
                      <a:pt x="21187" y="21600"/>
                      <a:pt x="18888" y="21600"/>
                    </a:cubicBezTo>
                    <a:lnTo>
                      <a:pt x="3547" y="21600"/>
                    </a:lnTo>
                    <a:cubicBezTo>
                      <a:pt x="1648" y="21600"/>
                      <a:pt x="0" y="21272"/>
                      <a:pt x="0" y="20220"/>
                    </a:cubicBezTo>
                    <a:lnTo>
                      <a:pt x="0" y="1402"/>
                    </a:lnTo>
                    <a:cubicBezTo>
                      <a:pt x="0" y="514"/>
                      <a:pt x="1848" y="0"/>
                      <a:pt x="3447" y="0"/>
                    </a:cubicBezTo>
                    <a:lnTo>
                      <a:pt x="6821" y="0"/>
                    </a:lnTo>
                    <a:cubicBezTo>
                      <a:pt x="6821" y="0"/>
                      <a:pt x="21599" y="20254"/>
                      <a:pt x="21599" y="20254"/>
                    </a:cubicBezTo>
                    <a:close/>
                  </a:path>
                </a:pathLst>
              </a:custGeom>
              <a:solidFill>
                <a:srgbClr val="424242">
                  <a:alpha val="23000"/>
                </a:srgbClr>
              </a:solidFill>
              <a:ln>
                <a:noFill/>
              </a:ln>
              <a:effectLs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grpSp>
        <p:sp>
          <p:nvSpPr>
            <p:cNvPr id="70" name="Rectangle 69"/>
            <p:cNvSpPr/>
            <p:nvPr/>
          </p:nvSpPr>
          <p:spPr>
            <a:xfrm>
              <a:off x="1161051" y="956363"/>
              <a:ext cx="2448272" cy="3891009"/>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vi-VN">
                <a:solidFill>
                  <a:prstClr val="white"/>
                </a:solidFill>
              </a:endParaRPr>
            </a:p>
          </p:txBody>
        </p:sp>
      </p:grpSp>
      <p:sp>
        <p:nvSpPr>
          <p:cNvPr id="21" name="Text Placeholder 17"/>
          <p:cNvSpPr>
            <a:spLocks noGrp="1"/>
          </p:cNvSpPr>
          <p:nvPr>
            <p:ph type="body" sz="quarter" idx="36" hasCustomPrompt="1"/>
          </p:nvPr>
        </p:nvSpPr>
        <p:spPr>
          <a:xfrm>
            <a:off x="7886477" y="2497707"/>
            <a:ext cx="2516480" cy="721552"/>
          </a:xfrm>
        </p:spPr>
        <p:txBody>
          <a:bodyPr lIns="0" tIns="0" rIns="0" bIns="0" anchor="t">
            <a:normAutofit/>
          </a:bodyPr>
          <a:lstStyle>
            <a:lvl1pPr marL="0" indent="0" algn="l">
              <a:lnSpc>
                <a:spcPts val="1700"/>
              </a:lnSpc>
              <a:buNone/>
              <a:defRPr sz="1200">
                <a:solidFill>
                  <a:schemeClr val="tx2"/>
                </a:solidFill>
              </a:defRPr>
            </a:lvl1pPr>
          </a:lstStyle>
          <a:p>
            <a:pPr lvl="0"/>
            <a:r>
              <a:rPr lang="id-ID" dirty="0" smtClean="0"/>
              <a:t>Click to edit Master text  styles lorem ipsum dolor sit amet aleh pue h om alah hai meutuwah ka abeh cara pen</a:t>
            </a:r>
          </a:p>
        </p:txBody>
      </p:sp>
      <p:sp>
        <p:nvSpPr>
          <p:cNvPr id="15" name="Text Placeholder 17"/>
          <p:cNvSpPr>
            <a:spLocks noGrp="1"/>
          </p:cNvSpPr>
          <p:nvPr>
            <p:ph type="body" sz="quarter" idx="39" hasCustomPrompt="1"/>
          </p:nvPr>
        </p:nvSpPr>
        <p:spPr>
          <a:xfrm>
            <a:off x="8413751" y="2046263"/>
            <a:ext cx="1887607" cy="303488"/>
          </a:xfrm>
        </p:spPr>
        <p:txBody>
          <a:bodyPr lIns="0" tIns="0" rIns="0" bIns="0" anchor="ctr">
            <a:normAutofit/>
          </a:bodyPr>
          <a:lstStyle>
            <a:lvl1pPr marL="0" indent="0" algn="l">
              <a:lnSpc>
                <a:spcPts val="1700"/>
              </a:lnSpc>
              <a:buNone/>
              <a:defRPr sz="1600" b="1">
                <a:solidFill>
                  <a:schemeClr val="bg1"/>
                </a:solidFill>
              </a:defRPr>
            </a:lvl1pPr>
          </a:lstStyle>
          <a:p>
            <a:pPr lvl="0"/>
            <a:r>
              <a:rPr lang="id-ID" dirty="0" smtClean="0"/>
              <a:t>Info Portofolio</a:t>
            </a:r>
          </a:p>
        </p:txBody>
      </p:sp>
      <p:sp>
        <p:nvSpPr>
          <p:cNvPr id="20" name="Shape 1716"/>
          <p:cNvSpPr/>
          <p:nvPr/>
        </p:nvSpPr>
        <p:spPr>
          <a:xfrm>
            <a:off x="6822922" y="2030691"/>
            <a:ext cx="346346" cy="346346"/>
          </a:xfrm>
          <a:prstGeom prst="rect">
            <a:avLst/>
          </a:prstGeom>
          <a:solidFill>
            <a:schemeClr val="accent1"/>
          </a:solidFill>
          <a:ln w="12700" cap="flat">
            <a:noFill/>
            <a:miter lim="400000"/>
          </a:ln>
          <a:effectLst/>
        </p:spPr>
        <p:txBody>
          <a:bodyPr wrap="square" lIns="50800" tIns="50800" rIns="50800" bIns="50800"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sp>
        <p:nvSpPr>
          <p:cNvPr id="22" name="Shape 1934"/>
          <p:cNvSpPr/>
          <p:nvPr/>
        </p:nvSpPr>
        <p:spPr>
          <a:xfrm>
            <a:off x="6913248" y="2071029"/>
            <a:ext cx="288013" cy="302101"/>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grpSp>
        <p:nvGrpSpPr>
          <p:cNvPr id="3" name="Group 23"/>
          <p:cNvGrpSpPr/>
          <p:nvPr userDrawn="1"/>
        </p:nvGrpSpPr>
        <p:grpSpPr>
          <a:xfrm>
            <a:off x="6822922" y="3520887"/>
            <a:ext cx="378340" cy="346346"/>
            <a:chOff x="1166868" y="2106605"/>
            <a:chExt cx="780242" cy="714264"/>
          </a:xfrm>
        </p:grpSpPr>
        <p:sp>
          <p:nvSpPr>
            <p:cNvPr id="25" name="Shape 1716"/>
            <p:cNvSpPr/>
            <p:nvPr/>
          </p:nvSpPr>
          <p:spPr>
            <a:xfrm>
              <a:off x="1166868" y="2106605"/>
              <a:ext cx="714263" cy="714264"/>
            </a:xfrm>
            <a:prstGeom prst="rect">
              <a:avLst/>
            </a:prstGeom>
            <a:solidFill>
              <a:schemeClr val="accent3"/>
            </a:solidFill>
            <a:ln w="12700" cap="flat">
              <a:noFill/>
              <a:miter lim="400000"/>
            </a:ln>
            <a:effectLst/>
          </p:spPr>
          <p:txBody>
            <a:bodyPr wrap="square" lIns="50800" tIns="50800" rIns="50800" bIns="50800"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sp>
          <p:nvSpPr>
            <p:cNvPr id="26" name="Shape 1934"/>
            <p:cNvSpPr/>
            <p:nvPr/>
          </p:nvSpPr>
          <p:spPr>
            <a:xfrm>
              <a:off x="1353147" y="2189791"/>
              <a:ext cx="593963" cy="623019"/>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grpSp>
      <p:sp>
        <p:nvSpPr>
          <p:cNvPr id="28" name="Shape 1716"/>
          <p:cNvSpPr/>
          <p:nvPr/>
        </p:nvSpPr>
        <p:spPr>
          <a:xfrm>
            <a:off x="7886477" y="2030691"/>
            <a:ext cx="346346" cy="346346"/>
          </a:xfrm>
          <a:prstGeom prst="rect">
            <a:avLst/>
          </a:prstGeom>
          <a:solidFill>
            <a:schemeClr val="accent6"/>
          </a:solidFill>
          <a:ln w="12700" cap="flat">
            <a:noFill/>
            <a:miter lim="400000"/>
          </a:ln>
          <a:effectLst/>
        </p:spPr>
        <p:txBody>
          <a:bodyPr wrap="square" lIns="50800" tIns="50800" rIns="50800" bIns="50800"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sp>
        <p:nvSpPr>
          <p:cNvPr id="29" name="Shape 1934"/>
          <p:cNvSpPr/>
          <p:nvPr/>
        </p:nvSpPr>
        <p:spPr>
          <a:xfrm>
            <a:off x="7976803" y="2071029"/>
            <a:ext cx="288013" cy="302101"/>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grpSp>
        <p:nvGrpSpPr>
          <p:cNvPr id="5" name="Group 29"/>
          <p:cNvGrpSpPr/>
          <p:nvPr userDrawn="1"/>
        </p:nvGrpSpPr>
        <p:grpSpPr>
          <a:xfrm>
            <a:off x="7886477" y="3520887"/>
            <a:ext cx="378340" cy="346346"/>
            <a:chOff x="1166868" y="2106605"/>
            <a:chExt cx="780242" cy="714264"/>
          </a:xfrm>
        </p:grpSpPr>
        <p:sp>
          <p:nvSpPr>
            <p:cNvPr id="31" name="Shape 1716"/>
            <p:cNvSpPr/>
            <p:nvPr/>
          </p:nvSpPr>
          <p:spPr>
            <a:xfrm>
              <a:off x="1166868" y="2106605"/>
              <a:ext cx="714263" cy="714264"/>
            </a:xfrm>
            <a:prstGeom prst="rect">
              <a:avLst/>
            </a:prstGeom>
            <a:solidFill>
              <a:schemeClr val="accent4"/>
            </a:solidFill>
            <a:ln w="12700" cap="flat">
              <a:noFill/>
              <a:miter lim="400000"/>
            </a:ln>
            <a:effectLst/>
          </p:spPr>
          <p:txBody>
            <a:bodyPr wrap="square" lIns="50800" tIns="50800" rIns="50800" bIns="50800"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sp>
          <p:nvSpPr>
            <p:cNvPr id="32" name="Shape 1934"/>
            <p:cNvSpPr/>
            <p:nvPr/>
          </p:nvSpPr>
          <p:spPr>
            <a:xfrm>
              <a:off x="1353147" y="2189791"/>
              <a:ext cx="593963" cy="623019"/>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grpSp>
      <p:sp>
        <p:nvSpPr>
          <p:cNvPr id="47" name="Picture Placeholder 6"/>
          <p:cNvSpPr>
            <a:spLocks noGrp="1"/>
          </p:cNvSpPr>
          <p:nvPr userDrawn="1">
            <p:ph type="pic" sz="quarter" idx="27"/>
          </p:nvPr>
        </p:nvSpPr>
        <p:spPr>
          <a:xfrm>
            <a:off x="1750108" y="1844318"/>
            <a:ext cx="2012687" cy="3162558"/>
          </a:xfrm>
          <a:prstGeom prst="rect">
            <a:avLst/>
          </a:prstGeom>
          <a:noFill/>
          <a:ln w="6350">
            <a:noFill/>
          </a:ln>
        </p:spPr>
        <p:txBody>
          <a:bodyPr>
            <a:normAutofit/>
          </a:bodyPr>
          <a:lstStyle>
            <a:lvl1pPr>
              <a:defRPr sz="1400"/>
            </a:lvl1pPr>
          </a:lstStyle>
          <a:p>
            <a:endParaRPr lang="en-GB" dirty="0"/>
          </a:p>
        </p:txBody>
      </p:sp>
      <p:sp>
        <p:nvSpPr>
          <p:cNvPr id="46" name="Text Placeholder 17"/>
          <p:cNvSpPr>
            <a:spLocks noGrp="1"/>
          </p:cNvSpPr>
          <p:nvPr userDrawn="1">
            <p:ph type="body" sz="quarter" idx="40" hasCustomPrompt="1"/>
          </p:nvPr>
        </p:nvSpPr>
        <p:spPr>
          <a:xfrm>
            <a:off x="4696239" y="2497707"/>
            <a:ext cx="2473030" cy="721552"/>
          </a:xfrm>
        </p:spPr>
        <p:txBody>
          <a:bodyPr lIns="0" tIns="0" rIns="0" bIns="0" anchor="t">
            <a:normAutofit/>
          </a:bodyPr>
          <a:lstStyle>
            <a:lvl1pPr marL="0" indent="0" algn="r">
              <a:lnSpc>
                <a:spcPts val="1700"/>
              </a:lnSpc>
              <a:buNone/>
              <a:defRPr sz="1200">
                <a:solidFill>
                  <a:schemeClr val="tx2"/>
                </a:solidFill>
              </a:defRPr>
            </a:lvl1pPr>
          </a:lstStyle>
          <a:p>
            <a:pPr lvl="0"/>
            <a:r>
              <a:rPr lang="id-ID" dirty="0" smtClean="0"/>
              <a:t>Click to edit Master text  styles lorem ipsum dolor sit amet aleh pue h om alah hai meutuwah ka</a:t>
            </a:r>
          </a:p>
        </p:txBody>
      </p:sp>
      <p:sp>
        <p:nvSpPr>
          <p:cNvPr id="48" name="Text Placeholder 17"/>
          <p:cNvSpPr>
            <a:spLocks noGrp="1"/>
          </p:cNvSpPr>
          <p:nvPr userDrawn="1">
            <p:ph type="body" sz="quarter" idx="41" hasCustomPrompt="1"/>
          </p:nvPr>
        </p:nvSpPr>
        <p:spPr>
          <a:xfrm>
            <a:off x="4897043" y="2031023"/>
            <a:ext cx="1675347" cy="303488"/>
          </a:xfrm>
        </p:spPr>
        <p:txBody>
          <a:bodyPr lIns="0" tIns="0" rIns="0" bIns="0" anchor="ctr">
            <a:normAutofit/>
          </a:bodyPr>
          <a:lstStyle>
            <a:lvl1pPr marL="0" indent="0" algn="r">
              <a:lnSpc>
                <a:spcPts val="1700"/>
              </a:lnSpc>
              <a:buNone/>
              <a:defRPr sz="1600" b="1">
                <a:solidFill>
                  <a:schemeClr val="bg1"/>
                </a:solidFill>
              </a:defRPr>
            </a:lvl1pPr>
          </a:lstStyle>
          <a:p>
            <a:pPr lvl="0"/>
            <a:r>
              <a:rPr lang="id-ID" dirty="0" smtClean="0"/>
              <a:t>Info Portofolio</a:t>
            </a:r>
          </a:p>
        </p:txBody>
      </p:sp>
      <p:sp>
        <p:nvSpPr>
          <p:cNvPr id="49" name="Text Placeholder 17"/>
          <p:cNvSpPr>
            <a:spLocks noGrp="1"/>
          </p:cNvSpPr>
          <p:nvPr userDrawn="1">
            <p:ph type="body" sz="quarter" idx="42" hasCustomPrompt="1"/>
          </p:nvPr>
        </p:nvSpPr>
        <p:spPr>
          <a:xfrm>
            <a:off x="4696239" y="4067721"/>
            <a:ext cx="2473030" cy="721552"/>
          </a:xfrm>
        </p:spPr>
        <p:txBody>
          <a:bodyPr lIns="0" tIns="0" rIns="0" bIns="0" anchor="t">
            <a:normAutofit/>
          </a:bodyPr>
          <a:lstStyle>
            <a:lvl1pPr marL="0" indent="0" algn="r">
              <a:lnSpc>
                <a:spcPts val="1700"/>
              </a:lnSpc>
              <a:buNone/>
              <a:defRPr sz="1200">
                <a:solidFill>
                  <a:schemeClr val="tx2"/>
                </a:solidFill>
              </a:defRPr>
            </a:lvl1pPr>
          </a:lstStyle>
          <a:p>
            <a:pPr lvl="0"/>
            <a:r>
              <a:rPr lang="id-ID" dirty="0" smtClean="0"/>
              <a:t>Click to edit Master text  styles lorem ipsum dolor sit amet aleh pue h om alah hai meutuwah ka</a:t>
            </a:r>
          </a:p>
        </p:txBody>
      </p:sp>
      <p:sp>
        <p:nvSpPr>
          <p:cNvPr id="50" name="Text Placeholder 17"/>
          <p:cNvSpPr>
            <a:spLocks noGrp="1"/>
          </p:cNvSpPr>
          <p:nvPr userDrawn="1">
            <p:ph type="body" sz="quarter" idx="43" hasCustomPrompt="1"/>
          </p:nvPr>
        </p:nvSpPr>
        <p:spPr>
          <a:xfrm>
            <a:off x="4897043" y="3547697"/>
            <a:ext cx="1675347" cy="303488"/>
          </a:xfrm>
        </p:spPr>
        <p:txBody>
          <a:bodyPr lIns="0" tIns="0" rIns="0" bIns="0" anchor="ctr">
            <a:normAutofit/>
          </a:bodyPr>
          <a:lstStyle>
            <a:lvl1pPr marL="0" indent="0" algn="r">
              <a:lnSpc>
                <a:spcPts val="1700"/>
              </a:lnSpc>
              <a:buNone/>
              <a:defRPr sz="1600" b="1">
                <a:solidFill>
                  <a:schemeClr val="bg1"/>
                </a:solidFill>
              </a:defRPr>
            </a:lvl1pPr>
          </a:lstStyle>
          <a:p>
            <a:pPr lvl="0"/>
            <a:r>
              <a:rPr lang="id-ID" dirty="0" smtClean="0"/>
              <a:t>Info Portofolio</a:t>
            </a:r>
          </a:p>
        </p:txBody>
      </p:sp>
      <p:sp>
        <p:nvSpPr>
          <p:cNvPr id="51" name="Text Placeholder 17"/>
          <p:cNvSpPr>
            <a:spLocks noGrp="1"/>
          </p:cNvSpPr>
          <p:nvPr userDrawn="1">
            <p:ph type="body" sz="quarter" idx="44" hasCustomPrompt="1"/>
          </p:nvPr>
        </p:nvSpPr>
        <p:spPr>
          <a:xfrm>
            <a:off x="7886477" y="4079048"/>
            <a:ext cx="2516480" cy="721552"/>
          </a:xfrm>
        </p:spPr>
        <p:txBody>
          <a:bodyPr lIns="0" tIns="0" rIns="0" bIns="0" anchor="t">
            <a:normAutofit/>
          </a:bodyPr>
          <a:lstStyle>
            <a:lvl1pPr marL="0" indent="0" algn="l">
              <a:lnSpc>
                <a:spcPts val="1700"/>
              </a:lnSpc>
              <a:buNone/>
              <a:defRPr sz="1200">
                <a:solidFill>
                  <a:schemeClr val="tx2"/>
                </a:solidFill>
              </a:defRPr>
            </a:lvl1pPr>
          </a:lstStyle>
          <a:p>
            <a:pPr lvl="0"/>
            <a:r>
              <a:rPr lang="id-ID" dirty="0" smtClean="0"/>
              <a:t>Click to edit Master text  styles lorem ipsum dolor sit amet aleh pue h om alah hai meutuwah ka abeh cara pen</a:t>
            </a:r>
          </a:p>
        </p:txBody>
      </p:sp>
      <p:sp>
        <p:nvSpPr>
          <p:cNvPr id="52" name="Text Placeholder 17"/>
          <p:cNvSpPr>
            <a:spLocks noGrp="1"/>
          </p:cNvSpPr>
          <p:nvPr userDrawn="1">
            <p:ph type="body" sz="quarter" idx="45" hasCustomPrompt="1"/>
          </p:nvPr>
        </p:nvSpPr>
        <p:spPr>
          <a:xfrm>
            <a:off x="8413751" y="3559024"/>
            <a:ext cx="1887607" cy="303488"/>
          </a:xfrm>
        </p:spPr>
        <p:txBody>
          <a:bodyPr lIns="0" tIns="0" rIns="0" bIns="0" anchor="ctr">
            <a:normAutofit/>
          </a:bodyPr>
          <a:lstStyle>
            <a:lvl1pPr marL="0" indent="0" algn="l">
              <a:lnSpc>
                <a:spcPts val="1700"/>
              </a:lnSpc>
              <a:buNone/>
              <a:defRPr sz="1600" b="1">
                <a:solidFill>
                  <a:schemeClr val="bg1"/>
                </a:solidFill>
              </a:defRPr>
            </a:lvl1pPr>
          </a:lstStyle>
          <a:p>
            <a:pPr lvl="0"/>
            <a:r>
              <a:rPr lang="id-ID" dirty="0" smtClean="0"/>
              <a:t>Info Portofolio</a:t>
            </a:r>
          </a:p>
        </p:txBody>
      </p:sp>
      <p:sp>
        <p:nvSpPr>
          <p:cNvPr id="24" name="Rectangle 23"/>
          <p:cNvSpPr/>
          <p:nvPr userDrawn="1"/>
        </p:nvSpPr>
        <p:spPr>
          <a:xfrm>
            <a:off x="-1587" y="5017790"/>
            <a:ext cx="12195176" cy="1840211"/>
          </a:xfrm>
          <a:prstGeom prst="rect">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defPPr>
              <a:defRPr lang="vi-V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fontAlgn="auto">
              <a:spcBef>
                <a:spcPts val="0"/>
              </a:spcBef>
              <a:spcAft>
                <a:spcPts val="0"/>
              </a:spcAft>
            </a:pPr>
            <a:endParaRPr lang="vi-VN">
              <a:solidFill>
                <a:prstClr val="white"/>
              </a:solidFill>
            </a:endParaRPr>
          </a:p>
        </p:txBody>
      </p:sp>
    </p:spTree>
    <p:extLst>
      <p:ext uri="{BB962C8B-B14F-4D97-AF65-F5344CB8AC3E}">
        <p14:creationId xmlns:p14="http://schemas.microsoft.com/office/powerpoint/2010/main" val="57174692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nodePh="1">
                                  <p:stCondLst>
                                    <p:cond delay="0"/>
                                  </p:stCondLst>
                                  <p:endCondLst>
                                    <p:cond evt="begin" delay="0">
                                      <p:tn val="5"/>
                                    </p:cond>
                                  </p:end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500" fill="hold"/>
                                        <p:tgtEl>
                                          <p:spTgt spid="47"/>
                                        </p:tgtEl>
                                        <p:attrNameLst>
                                          <p:attrName>ppt_x</p:attrName>
                                        </p:attrNameLst>
                                      </p:cBhvr>
                                      <p:tavLst>
                                        <p:tav tm="0">
                                          <p:val>
                                            <p:strVal val="0-#ppt_w/2"/>
                                          </p:val>
                                        </p:tav>
                                        <p:tav tm="100000">
                                          <p:val>
                                            <p:strVal val="#ppt_x"/>
                                          </p:val>
                                        </p:tav>
                                      </p:tavLst>
                                    </p:anim>
                                    <p:anim calcmode="lin" valueType="num">
                                      <p:cBhvr additive="base">
                                        <p:cTn id="8" dur="500" fill="hold"/>
                                        <p:tgtEl>
                                          <p:spTgt spid="4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2" fill="hold" grpId="0" nodeType="afterEffect">
                                  <p:stCondLst>
                                    <p:cond delay="0"/>
                                  </p:stCondLst>
                                  <p:childTnLst>
                                    <p:set>
                                      <p:cBhvr>
                                        <p:cTn id="11" dur="1" fill="hold">
                                          <p:stCondLst>
                                            <p:cond delay="0"/>
                                          </p:stCondLst>
                                        </p:cTn>
                                        <p:tgtEl>
                                          <p:spTgt spid="48">
                                            <p:txEl>
                                              <p:pRg st="0" end="0"/>
                                            </p:txEl>
                                          </p:spTgt>
                                        </p:tgtEl>
                                        <p:attrNameLst>
                                          <p:attrName>style.visibility</p:attrName>
                                        </p:attrNameLst>
                                      </p:cBhvr>
                                      <p:to>
                                        <p:strVal val="visible"/>
                                      </p:to>
                                    </p:set>
                                    <p:animEffect transition="in" filter="wipe(right)">
                                      <p:cBhvr>
                                        <p:cTn id="12" dur="500"/>
                                        <p:tgtEl>
                                          <p:spTgt spid="48">
                                            <p:txEl>
                                              <p:pRg st="0" end="0"/>
                                            </p:txEl>
                                          </p:spTgt>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46">
                                            <p:txEl>
                                              <p:pRg st="0" end="0"/>
                                            </p:txEl>
                                          </p:spTgt>
                                        </p:tgtEl>
                                        <p:attrNameLst>
                                          <p:attrName>style.visibility</p:attrName>
                                        </p:attrNameLst>
                                      </p:cBhvr>
                                      <p:to>
                                        <p:strVal val="visible"/>
                                      </p:to>
                                    </p:set>
                                    <p:animEffect transition="in" filter="fade">
                                      <p:cBhvr>
                                        <p:cTn id="16" dur="500"/>
                                        <p:tgtEl>
                                          <p:spTgt spid="46">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animEffect transition="in" filter="fade">
                                      <p:cBhvr>
                                        <p:cTn id="22" dur="500"/>
                                        <p:tgtEl>
                                          <p:spTgt spid="3"/>
                                        </p:tgtEl>
                                      </p:cBhvr>
                                    </p:animEffect>
                                  </p:childTnLst>
                                </p:cTn>
                              </p:par>
                            </p:childTnLst>
                          </p:cTn>
                        </p:par>
                        <p:par>
                          <p:cTn id="23" fill="hold">
                            <p:stCondLst>
                              <p:cond delay="2000"/>
                            </p:stCondLst>
                            <p:childTnLst>
                              <p:par>
                                <p:cTn id="24" presetID="22" presetClass="entr" presetSubtype="2" fill="hold" grpId="0" nodeType="afterEffect">
                                  <p:stCondLst>
                                    <p:cond delay="0"/>
                                  </p:stCondLst>
                                  <p:childTnLst>
                                    <p:set>
                                      <p:cBhvr>
                                        <p:cTn id="25" dur="1" fill="hold">
                                          <p:stCondLst>
                                            <p:cond delay="0"/>
                                          </p:stCondLst>
                                        </p:cTn>
                                        <p:tgtEl>
                                          <p:spTgt spid="50">
                                            <p:txEl>
                                              <p:pRg st="0" end="0"/>
                                            </p:txEl>
                                          </p:spTgt>
                                        </p:tgtEl>
                                        <p:attrNameLst>
                                          <p:attrName>style.visibility</p:attrName>
                                        </p:attrNameLst>
                                      </p:cBhvr>
                                      <p:to>
                                        <p:strVal val="visible"/>
                                      </p:to>
                                    </p:set>
                                    <p:animEffect transition="in" filter="wipe(right)">
                                      <p:cBhvr>
                                        <p:cTn id="26" dur="500"/>
                                        <p:tgtEl>
                                          <p:spTgt spid="50">
                                            <p:txEl>
                                              <p:pRg st="0" end="0"/>
                                            </p:txEl>
                                          </p:spTgt>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49">
                                            <p:txEl>
                                              <p:pRg st="0" end="0"/>
                                            </p:txEl>
                                          </p:spTgt>
                                        </p:tgtEl>
                                        <p:attrNameLst>
                                          <p:attrName>style.visibility</p:attrName>
                                        </p:attrNameLst>
                                      </p:cBhvr>
                                      <p:to>
                                        <p:strVal val="visible"/>
                                      </p:to>
                                    </p:set>
                                    <p:animEffect transition="in" filter="fade">
                                      <p:cBhvr>
                                        <p:cTn id="30" dur="500"/>
                                        <p:tgtEl>
                                          <p:spTgt spid="49">
                                            <p:txEl>
                                              <p:pRg st="0" end="0"/>
                                            </p:txEl>
                                          </p:spTgt>
                                        </p:tgtEl>
                                      </p:cBhvr>
                                    </p:animEffect>
                                  </p:childTnLst>
                                </p:cTn>
                              </p:par>
                            </p:childTnLst>
                          </p:cTn>
                        </p:par>
                        <p:par>
                          <p:cTn id="31" fill="hold">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15">
                                            <p:txEl>
                                              <p:pRg st="0" end="0"/>
                                            </p:txEl>
                                          </p:spTgt>
                                        </p:tgtEl>
                                        <p:attrNameLst>
                                          <p:attrName>style.visibility</p:attrName>
                                        </p:attrNameLst>
                                      </p:cBhvr>
                                      <p:to>
                                        <p:strVal val="visible"/>
                                      </p:to>
                                    </p:set>
                                    <p:animEffect transition="in" filter="wipe(left)">
                                      <p:cBhvr>
                                        <p:cTn id="34" dur="500"/>
                                        <p:tgtEl>
                                          <p:spTgt spid="15">
                                            <p:txEl>
                                              <p:pRg st="0" end="0"/>
                                            </p:txEl>
                                          </p:spTgt>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21">
                                            <p:txEl>
                                              <p:pRg st="0" end="0"/>
                                            </p:txEl>
                                          </p:spTgt>
                                        </p:tgtEl>
                                        <p:attrNameLst>
                                          <p:attrName>style.visibility</p:attrName>
                                        </p:attrNameLst>
                                      </p:cBhvr>
                                      <p:to>
                                        <p:strVal val="visible"/>
                                      </p:to>
                                    </p:set>
                                    <p:animEffect transition="in" filter="fade">
                                      <p:cBhvr>
                                        <p:cTn id="38" dur="500"/>
                                        <p:tgtEl>
                                          <p:spTgt spid="21">
                                            <p:txEl>
                                              <p:pRg st="0" end="0"/>
                                            </p:txEl>
                                          </p:spTgt>
                                        </p:tgtEl>
                                      </p:cBhvr>
                                    </p:animEffect>
                                  </p:childTnLst>
                                </p:cTn>
                              </p:par>
                            </p:childTnLst>
                          </p:cTn>
                        </p:par>
                        <p:par>
                          <p:cTn id="39" fill="hold">
                            <p:stCondLst>
                              <p:cond delay="4000"/>
                            </p:stCondLst>
                            <p:childTnLst>
                              <p:par>
                                <p:cTn id="40" presetID="53" presetClass="entr" presetSubtype="16" fill="hold" nodeType="afterEffect">
                                  <p:stCondLst>
                                    <p:cond delay="0"/>
                                  </p:stCondLst>
                                  <p:childTnLst>
                                    <p:set>
                                      <p:cBhvr>
                                        <p:cTn id="41" dur="1" fill="hold">
                                          <p:stCondLst>
                                            <p:cond delay="0"/>
                                          </p:stCondLst>
                                        </p:cTn>
                                        <p:tgtEl>
                                          <p:spTgt spid="5"/>
                                        </p:tgtEl>
                                        <p:attrNameLst>
                                          <p:attrName>style.visibility</p:attrName>
                                        </p:attrNameLst>
                                      </p:cBhvr>
                                      <p:to>
                                        <p:strVal val="visible"/>
                                      </p:to>
                                    </p:set>
                                    <p:anim calcmode="lin" valueType="num">
                                      <p:cBhvr>
                                        <p:cTn id="42" dur="500" fill="hold"/>
                                        <p:tgtEl>
                                          <p:spTgt spid="5"/>
                                        </p:tgtEl>
                                        <p:attrNameLst>
                                          <p:attrName>ppt_w</p:attrName>
                                        </p:attrNameLst>
                                      </p:cBhvr>
                                      <p:tavLst>
                                        <p:tav tm="0">
                                          <p:val>
                                            <p:fltVal val="0"/>
                                          </p:val>
                                        </p:tav>
                                        <p:tav tm="100000">
                                          <p:val>
                                            <p:strVal val="#ppt_w"/>
                                          </p:val>
                                        </p:tav>
                                      </p:tavLst>
                                    </p:anim>
                                    <p:anim calcmode="lin" valueType="num">
                                      <p:cBhvr>
                                        <p:cTn id="43" dur="500" fill="hold"/>
                                        <p:tgtEl>
                                          <p:spTgt spid="5"/>
                                        </p:tgtEl>
                                        <p:attrNameLst>
                                          <p:attrName>ppt_h</p:attrName>
                                        </p:attrNameLst>
                                      </p:cBhvr>
                                      <p:tavLst>
                                        <p:tav tm="0">
                                          <p:val>
                                            <p:fltVal val="0"/>
                                          </p:val>
                                        </p:tav>
                                        <p:tav tm="100000">
                                          <p:val>
                                            <p:strVal val="#ppt_h"/>
                                          </p:val>
                                        </p:tav>
                                      </p:tavLst>
                                    </p:anim>
                                    <p:animEffect transition="in" filter="fade">
                                      <p:cBhvr>
                                        <p:cTn id="44" dur="500"/>
                                        <p:tgtEl>
                                          <p:spTgt spid="5"/>
                                        </p:tgtEl>
                                      </p:cBhvr>
                                    </p:animEffect>
                                  </p:childTnLst>
                                </p:cTn>
                              </p:par>
                            </p:childTnLst>
                          </p:cTn>
                        </p:par>
                        <p:par>
                          <p:cTn id="45" fill="hold">
                            <p:stCondLst>
                              <p:cond delay="4500"/>
                            </p:stCondLst>
                            <p:childTnLst>
                              <p:par>
                                <p:cTn id="46" presetID="22" presetClass="entr" presetSubtype="8" fill="hold" grpId="0" nodeType="afterEffect">
                                  <p:stCondLst>
                                    <p:cond delay="0"/>
                                  </p:stCondLst>
                                  <p:childTnLst>
                                    <p:set>
                                      <p:cBhvr>
                                        <p:cTn id="47" dur="1" fill="hold">
                                          <p:stCondLst>
                                            <p:cond delay="0"/>
                                          </p:stCondLst>
                                        </p:cTn>
                                        <p:tgtEl>
                                          <p:spTgt spid="52">
                                            <p:txEl>
                                              <p:pRg st="0" end="0"/>
                                            </p:txEl>
                                          </p:spTgt>
                                        </p:tgtEl>
                                        <p:attrNameLst>
                                          <p:attrName>style.visibility</p:attrName>
                                        </p:attrNameLst>
                                      </p:cBhvr>
                                      <p:to>
                                        <p:strVal val="visible"/>
                                      </p:to>
                                    </p:set>
                                    <p:animEffect transition="in" filter="wipe(left)">
                                      <p:cBhvr>
                                        <p:cTn id="48" dur="500"/>
                                        <p:tgtEl>
                                          <p:spTgt spid="52">
                                            <p:txEl>
                                              <p:pRg st="0" end="0"/>
                                            </p:txEl>
                                          </p:spTgt>
                                        </p:tgtEl>
                                      </p:cBhvr>
                                    </p:animEffect>
                                  </p:childTnLst>
                                </p:cTn>
                              </p:par>
                            </p:childTnLst>
                          </p:cTn>
                        </p:par>
                        <p:par>
                          <p:cTn id="49" fill="hold">
                            <p:stCondLst>
                              <p:cond delay="5000"/>
                            </p:stCondLst>
                            <p:childTnLst>
                              <p:par>
                                <p:cTn id="50" presetID="10" presetClass="entr" presetSubtype="0" fill="hold" grpId="0" nodeType="afterEffect">
                                  <p:stCondLst>
                                    <p:cond delay="0"/>
                                  </p:stCondLst>
                                  <p:childTnLst>
                                    <p:set>
                                      <p:cBhvr>
                                        <p:cTn id="51" dur="1" fill="hold">
                                          <p:stCondLst>
                                            <p:cond delay="0"/>
                                          </p:stCondLst>
                                        </p:cTn>
                                        <p:tgtEl>
                                          <p:spTgt spid="51">
                                            <p:txEl>
                                              <p:pRg st="0" end="0"/>
                                            </p:txEl>
                                          </p:spTgt>
                                        </p:tgtEl>
                                        <p:attrNameLst>
                                          <p:attrName>style.visibility</p:attrName>
                                        </p:attrNameLst>
                                      </p:cBhvr>
                                      <p:to>
                                        <p:strVal val="visible"/>
                                      </p:to>
                                    </p:set>
                                    <p:animEffect transition="in" filter="fade">
                                      <p:cBhvr>
                                        <p:cTn id="52" dur="500"/>
                                        <p:tgtEl>
                                          <p:spTgt spid="51">
                                            <p:txEl>
                                              <p:pRg st="0" end="0"/>
                                            </p:txEl>
                                          </p:spTgt>
                                        </p:tgtEl>
                                      </p:cBhvr>
                                    </p:animEffect>
                                  </p:childTnLst>
                                </p:cTn>
                              </p:par>
                            </p:childTnLst>
                          </p:cTn>
                        </p:par>
                        <p:par>
                          <p:cTn id="53" fill="hold">
                            <p:stCondLst>
                              <p:cond delay="5500"/>
                            </p:stCondLst>
                            <p:childTnLst>
                              <p:par>
                                <p:cTn id="54" presetID="42" presetClass="entr" presetSubtype="0" fill="hold" nodeType="afterEffect">
                                  <p:stCondLst>
                                    <p:cond delay="0"/>
                                  </p:stCondLst>
                                  <p:childTnLst>
                                    <p:set>
                                      <p:cBhvr>
                                        <p:cTn id="55" dur="1" fill="hold">
                                          <p:stCondLst>
                                            <p:cond delay="0"/>
                                          </p:stCondLst>
                                        </p:cTn>
                                        <p:tgtEl>
                                          <p:spTgt spid="68"/>
                                        </p:tgtEl>
                                        <p:attrNameLst>
                                          <p:attrName>style.visibility</p:attrName>
                                        </p:attrNameLst>
                                      </p:cBhvr>
                                      <p:to>
                                        <p:strVal val="visible"/>
                                      </p:to>
                                    </p:set>
                                    <p:animEffect transition="in" filter="fade">
                                      <p:cBhvr>
                                        <p:cTn id="56" dur="1000"/>
                                        <p:tgtEl>
                                          <p:spTgt spid="68"/>
                                        </p:tgtEl>
                                      </p:cBhvr>
                                    </p:animEffect>
                                    <p:anim calcmode="lin" valueType="num">
                                      <p:cBhvr>
                                        <p:cTn id="57" dur="1000" fill="hold"/>
                                        <p:tgtEl>
                                          <p:spTgt spid="68"/>
                                        </p:tgtEl>
                                        <p:attrNameLst>
                                          <p:attrName>ppt_x</p:attrName>
                                        </p:attrNameLst>
                                      </p:cBhvr>
                                      <p:tavLst>
                                        <p:tav tm="0">
                                          <p:val>
                                            <p:strVal val="#ppt_x"/>
                                          </p:val>
                                        </p:tav>
                                        <p:tav tm="100000">
                                          <p:val>
                                            <p:strVal val="#ppt_x"/>
                                          </p:val>
                                        </p:tav>
                                      </p:tavLst>
                                    </p:anim>
                                    <p:anim calcmode="lin" valueType="num">
                                      <p:cBhvr>
                                        <p:cTn id="58" dur="1000" fill="hold"/>
                                        <p:tgtEl>
                                          <p:spTgt spid="6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10" presetClass="entr" presetSubtype="0"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15" grpId="0" build="p">
        <p:tmplLst>
          <p:tmpl lvl="1">
            <p:tnLst>
              <p:par>
                <p:cTn presetID="22" presetClass="entr" presetSubtype="8"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wipe(left)">
                      <p:cBhvr>
                        <p:cTn dur="500"/>
                        <p:tgtEl>
                          <p:spTgt spid="15"/>
                        </p:tgtEl>
                      </p:cBhvr>
                    </p:animEffect>
                  </p:childTnLst>
                </p:cTn>
              </p:par>
            </p:tnLst>
          </p:tmpl>
        </p:tmplLst>
      </p:bldP>
      <p:bldP spid="47" grpId="0"/>
      <p:bldP spid="46" grpId="0" build="p">
        <p:tmplLst>
          <p:tmpl lvl="1">
            <p:tnLst>
              <p:par>
                <p:cTn presetID="10" presetClass="entr" presetSubtype="0"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fade">
                      <p:cBhvr>
                        <p:cTn dur="500"/>
                        <p:tgtEl>
                          <p:spTgt spid="46"/>
                        </p:tgtEl>
                      </p:cBhvr>
                    </p:animEffect>
                  </p:childTnLst>
                </p:cTn>
              </p:par>
            </p:tnLst>
          </p:tmpl>
        </p:tmplLst>
      </p:bldP>
      <p:bldP spid="48" grpId="0" build="p">
        <p:tmplLst>
          <p:tmpl lvl="1">
            <p:tnLst>
              <p:par>
                <p:cTn presetID="22" presetClass="entr" presetSubtype="2" fill="hold" nodeType="after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wipe(right)">
                      <p:cBhvr>
                        <p:cTn dur="500"/>
                        <p:tgtEl>
                          <p:spTgt spid="48"/>
                        </p:tgtEl>
                      </p:cBhvr>
                    </p:animEffect>
                  </p:childTnLst>
                </p:cTn>
              </p:par>
            </p:tnLst>
          </p:tmpl>
        </p:tmplLst>
      </p:bldP>
      <p:bldP spid="49" grpId="0" build="p">
        <p:tmplLst>
          <p:tmpl lvl="1">
            <p:tnLst>
              <p:par>
                <p:cTn presetID="10" presetClass="entr" presetSubtype="0"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childTnLst>
                </p:cTn>
              </p:par>
            </p:tnLst>
          </p:tmpl>
        </p:tmplLst>
      </p:bldP>
      <p:bldP spid="50" grpId="0" build="p">
        <p:tmplLst>
          <p:tmpl lvl="1">
            <p:tnLst>
              <p:par>
                <p:cTn presetID="22" presetClass="entr" presetSubtype="2"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right)">
                      <p:cBhvr>
                        <p:cTn dur="500"/>
                        <p:tgtEl>
                          <p:spTgt spid="50"/>
                        </p:tgtEl>
                      </p:cBhvr>
                    </p:animEffect>
                  </p:childTnLst>
                </p:cTn>
              </p:par>
            </p:tnLst>
          </p:tmpl>
        </p:tmplLst>
      </p:bldP>
      <p:bldP spid="51" grpId="0" build="p">
        <p:tmplLst>
          <p:tmpl lvl="1">
            <p:tnLst>
              <p:par>
                <p:cTn presetID="10" presetClass="entr" presetSubtype="0"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Lst>
  </p:timing>
</p:sldLayout>
</file>

<file path=ppt/slideLayouts/slideLayout295.xml><?xml version="1.0" encoding="utf-8"?>
<p:sldLayout xmlns:a="http://schemas.openxmlformats.org/drawingml/2006/main" xmlns:r="http://schemas.openxmlformats.org/officeDocument/2006/relationships" xmlns:p="http://schemas.openxmlformats.org/presentationml/2006/main" userDrawn="1">
  <p:cSld name="33_Title Slide">
    <p:spTree>
      <p:nvGrpSpPr>
        <p:cNvPr id="1" name=""/>
        <p:cNvGrpSpPr/>
        <p:nvPr/>
      </p:nvGrpSpPr>
      <p:grpSpPr>
        <a:xfrm>
          <a:off x="0" y="0"/>
          <a:ext cx="0" cy="0"/>
          <a:chOff x="0" y="0"/>
          <a:chExt cx="0" cy="0"/>
        </a:xfrm>
      </p:grpSpPr>
      <p:sp>
        <p:nvSpPr>
          <p:cNvPr id="20" name="Picture Placeholder 7"/>
          <p:cNvSpPr>
            <a:spLocks noGrp="1"/>
          </p:cNvSpPr>
          <p:nvPr>
            <p:ph type="pic" sz="quarter" idx="33"/>
          </p:nvPr>
        </p:nvSpPr>
        <p:spPr>
          <a:xfrm>
            <a:off x="5222196" y="2322445"/>
            <a:ext cx="1779854" cy="2930829"/>
          </a:xfrm>
          <a:prstGeom prst="rect">
            <a:avLst/>
          </a:prstGeom>
        </p:spPr>
        <p:txBody>
          <a:bodyPr/>
          <a:lstStyle>
            <a:lvl1pPr>
              <a:defRPr sz="1799"/>
            </a:lvl1pPr>
          </a:lstStyle>
          <a:p>
            <a:endParaRPr lang="id-ID" dirty="0"/>
          </a:p>
        </p:txBody>
      </p:sp>
    </p:spTree>
    <p:extLst>
      <p:ext uri="{BB962C8B-B14F-4D97-AF65-F5344CB8AC3E}">
        <p14:creationId xmlns:p14="http://schemas.microsoft.com/office/powerpoint/2010/main" val="209083918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96.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42" name="Text Placeholder 17"/>
          <p:cNvSpPr>
            <a:spLocks noGrp="1"/>
          </p:cNvSpPr>
          <p:nvPr>
            <p:ph type="body" sz="quarter" idx="27"/>
          </p:nvPr>
        </p:nvSpPr>
        <p:spPr>
          <a:xfrm>
            <a:off x="1239105" y="5461615"/>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43" name="Text Placeholder 17"/>
          <p:cNvSpPr>
            <a:spLocks noGrp="1"/>
          </p:cNvSpPr>
          <p:nvPr>
            <p:ph type="body" sz="quarter" idx="28"/>
          </p:nvPr>
        </p:nvSpPr>
        <p:spPr>
          <a:xfrm>
            <a:off x="1239105" y="5791200"/>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40" name="Text Placeholder 17"/>
          <p:cNvSpPr>
            <a:spLocks noGrp="1"/>
          </p:cNvSpPr>
          <p:nvPr>
            <p:ph type="body" sz="quarter" idx="25"/>
          </p:nvPr>
        </p:nvSpPr>
        <p:spPr>
          <a:xfrm>
            <a:off x="1249699" y="4771921"/>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41" name="Text Placeholder 17"/>
          <p:cNvSpPr>
            <a:spLocks noGrp="1"/>
          </p:cNvSpPr>
          <p:nvPr>
            <p:ph type="body" sz="quarter" idx="26"/>
          </p:nvPr>
        </p:nvSpPr>
        <p:spPr>
          <a:xfrm>
            <a:off x="1249699" y="5118937"/>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pic>
        <p:nvPicPr>
          <p:cNvPr id="8" name="imac.png"/>
          <p:cNvPicPr/>
          <p:nvPr userDrawn="1"/>
        </p:nvPicPr>
        <p:blipFill>
          <a:blip r:embed="rId2" cstate="print">
            <a:extLst/>
          </a:blip>
          <a:stretch>
            <a:fillRect/>
          </a:stretch>
        </p:blipFill>
        <p:spPr>
          <a:xfrm>
            <a:off x="6710785" y="2630220"/>
            <a:ext cx="4339505" cy="3465780"/>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1217929" y="3020244"/>
            <a:ext cx="2972574" cy="228600"/>
          </a:xfrm>
        </p:spPr>
        <p:txBody>
          <a:bodyPr lIns="0" tIns="0" rIns="0" bIns="0" anchor="ctr">
            <a:normAutofit/>
          </a:bodyPr>
          <a:lstStyle>
            <a:lvl1pPr marL="0" indent="0" algn="l">
              <a:buNone/>
              <a:defRPr sz="1200" b="1">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GB" dirty="0" smtClean="0"/>
          </a:p>
        </p:txBody>
      </p:sp>
      <p:sp>
        <p:nvSpPr>
          <p:cNvPr id="10" name="Text Placeholder 17"/>
          <p:cNvSpPr>
            <a:spLocks noGrp="1"/>
          </p:cNvSpPr>
          <p:nvPr>
            <p:ph type="body" sz="quarter" idx="21"/>
          </p:nvPr>
        </p:nvSpPr>
        <p:spPr>
          <a:xfrm>
            <a:off x="1217930" y="3364041"/>
            <a:ext cx="4662855" cy="651444"/>
          </a:xfrm>
        </p:spPr>
        <p:txBody>
          <a:bodyPr lIns="0" tIns="0" rIns="0" bIns="0">
            <a:normAutofit/>
          </a:bodyPr>
          <a:lstStyle>
            <a:lvl1pPr marL="0" indent="0" algn="l">
              <a:lnSpc>
                <a:spcPts val="1600"/>
              </a:lnSpc>
              <a:spcBef>
                <a:spcPts val="1500"/>
              </a:spcBef>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7" name="Picture Placeholder 2"/>
          <p:cNvSpPr>
            <a:spLocks noGrp="1"/>
          </p:cNvSpPr>
          <p:nvPr>
            <p:ph type="pic" sz="quarter" idx="23"/>
          </p:nvPr>
        </p:nvSpPr>
        <p:spPr>
          <a:xfrm>
            <a:off x="6898821" y="2796285"/>
            <a:ext cx="3963432" cy="2267895"/>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9" name="Content Placeholder 20"/>
          <p:cNvSpPr>
            <a:spLocks noGrp="1"/>
          </p:cNvSpPr>
          <p:nvPr>
            <p:ph sz="quarter" idx="24"/>
          </p:nvPr>
        </p:nvSpPr>
        <p:spPr>
          <a:xfrm>
            <a:off x="1227522" y="4393647"/>
            <a:ext cx="2972574" cy="228600"/>
          </a:xfrm>
        </p:spPr>
        <p:txBody>
          <a:bodyPr lIns="0" tIns="0" rIns="0" bIns="0" anchor="ctr">
            <a:normAutofit/>
          </a:bodyPr>
          <a:lstStyle>
            <a:lvl1pPr marL="0" indent="0" algn="l">
              <a:buNone/>
              <a:defRPr sz="1200" b="1">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GB" dirty="0" smtClean="0"/>
          </a:p>
        </p:txBody>
      </p:sp>
      <p:sp>
        <p:nvSpPr>
          <p:cNvPr id="44" name="Shape 882"/>
          <p:cNvSpPr/>
          <p:nvPr userDrawn="1"/>
        </p:nvSpPr>
        <p:spPr>
          <a:xfrm>
            <a:off x="2755129" y="5882043"/>
            <a:ext cx="2434764"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45" name="Shape 885"/>
          <p:cNvSpPr/>
          <p:nvPr userDrawn="1"/>
        </p:nvSpPr>
        <p:spPr>
          <a:xfrm>
            <a:off x="2755128" y="5544495"/>
            <a:ext cx="2434548"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46" name="Shape 888"/>
          <p:cNvSpPr/>
          <p:nvPr userDrawn="1"/>
        </p:nvSpPr>
        <p:spPr>
          <a:xfrm>
            <a:off x="2755127" y="5201874"/>
            <a:ext cx="2434432"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47" name="Shape 891"/>
          <p:cNvSpPr/>
          <p:nvPr userDrawn="1"/>
        </p:nvSpPr>
        <p:spPr>
          <a:xfrm>
            <a:off x="2755129" y="4854858"/>
            <a:ext cx="2436474"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48" name="Shape 897"/>
          <p:cNvSpPr/>
          <p:nvPr userDrawn="1"/>
        </p:nvSpPr>
        <p:spPr>
          <a:xfrm>
            <a:off x="2749301" y="4854858"/>
            <a:ext cx="1880864" cy="62726"/>
          </a:xfrm>
          <a:prstGeom prst="rect">
            <a:avLst/>
          </a:prstGeom>
          <a:solidFill>
            <a:schemeClr val="accent3"/>
          </a:solidFill>
          <a:ln w="12700">
            <a:miter lim="400000"/>
          </a:ln>
        </p:spPr>
        <p:txBody>
          <a:bodyPr lIns="0" tIns="0" rIns="0" bIns="0" anchor="ct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49" name="Shape 898"/>
          <p:cNvSpPr/>
          <p:nvPr userDrawn="1"/>
        </p:nvSpPr>
        <p:spPr>
          <a:xfrm>
            <a:off x="2749301" y="5201874"/>
            <a:ext cx="1236240" cy="62726"/>
          </a:xfrm>
          <a:prstGeom prst="rect">
            <a:avLst/>
          </a:prstGeom>
          <a:solidFill>
            <a:schemeClr val="tx1">
              <a:lumMod val="65000"/>
              <a:lumOff val="35000"/>
            </a:schemeClr>
          </a:solidFill>
          <a:ln w="12700">
            <a:miter lim="400000"/>
          </a:ln>
        </p:spPr>
        <p:txBody>
          <a:bodyPr lIns="0" tIns="0" rIns="0" bIns="0" anchor="ct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50" name="Shape 899"/>
          <p:cNvSpPr/>
          <p:nvPr userDrawn="1"/>
        </p:nvSpPr>
        <p:spPr>
          <a:xfrm>
            <a:off x="2749301" y="5544495"/>
            <a:ext cx="2272964" cy="62726"/>
          </a:xfrm>
          <a:prstGeom prst="rect">
            <a:avLst/>
          </a:prstGeom>
          <a:solidFill>
            <a:schemeClr val="accent1"/>
          </a:solidFill>
          <a:ln w="12700">
            <a:miter lim="400000"/>
          </a:ln>
        </p:spPr>
        <p:txBody>
          <a:bodyPr lIns="0" tIns="0" rIns="0" bIns="0" anchor="ct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51" name="Shape 900"/>
          <p:cNvSpPr/>
          <p:nvPr userDrawn="1"/>
        </p:nvSpPr>
        <p:spPr>
          <a:xfrm>
            <a:off x="2749301" y="5882043"/>
            <a:ext cx="1716867" cy="62726"/>
          </a:xfrm>
          <a:prstGeom prst="rect">
            <a:avLst/>
          </a:prstGeom>
          <a:solidFill>
            <a:schemeClr val="tx1">
              <a:lumMod val="65000"/>
              <a:lumOff val="35000"/>
            </a:schemeClr>
          </a:solidFill>
          <a:ln w="12700">
            <a:miter lim="400000"/>
          </a:ln>
        </p:spPr>
        <p:txBody>
          <a:bodyPr lIns="0" tIns="0" rIns="0" bIns="0" anchor="ct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52" name="Text Placeholder 17"/>
          <p:cNvSpPr>
            <a:spLocks noGrp="1"/>
          </p:cNvSpPr>
          <p:nvPr>
            <p:ph type="body" sz="quarter" idx="29"/>
          </p:nvPr>
        </p:nvSpPr>
        <p:spPr>
          <a:xfrm>
            <a:off x="5541875" y="5461615"/>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3" name="Text Placeholder 17"/>
          <p:cNvSpPr>
            <a:spLocks noGrp="1"/>
          </p:cNvSpPr>
          <p:nvPr>
            <p:ph type="body" sz="quarter" idx="30"/>
          </p:nvPr>
        </p:nvSpPr>
        <p:spPr>
          <a:xfrm>
            <a:off x="5541875" y="5791200"/>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4" name="Text Placeholder 17"/>
          <p:cNvSpPr>
            <a:spLocks noGrp="1"/>
          </p:cNvSpPr>
          <p:nvPr>
            <p:ph type="body" sz="quarter" idx="31"/>
          </p:nvPr>
        </p:nvSpPr>
        <p:spPr>
          <a:xfrm>
            <a:off x="5552469" y="4771921"/>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5" name="Text Placeholder 17"/>
          <p:cNvSpPr>
            <a:spLocks noGrp="1"/>
          </p:cNvSpPr>
          <p:nvPr>
            <p:ph type="body" sz="quarter" idx="32"/>
          </p:nvPr>
        </p:nvSpPr>
        <p:spPr>
          <a:xfrm>
            <a:off x="5552469" y="5118937"/>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Tree>
    <p:extLst>
      <p:ext uri="{BB962C8B-B14F-4D97-AF65-F5344CB8AC3E}">
        <p14:creationId xmlns:p14="http://schemas.microsoft.com/office/powerpoint/2010/main" val="141088059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9" presetClass="entr" presetSubtype="0" fill="hold" grpId="0" nodeType="afterEffect" nodePh="1">
                                  <p:stCondLst>
                                    <p:cond delay="0"/>
                                  </p:stCondLst>
                                  <p:endCondLst>
                                    <p:cond evt="begin" delay="0">
                                      <p:tn val="21"/>
                                    </p:cond>
                                  </p:endCondLst>
                                  <p:childTnLst>
                                    <p:set>
                                      <p:cBhvr>
                                        <p:cTn id="22" dur="1" fill="hold">
                                          <p:stCondLst>
                                            <p:cond delay="0"/>
                                          </p:stCondLst>
                                        </p:cTn>
                                        <p:tgtEl>
                                          <p:spTgt spid="9">
                                            <p:txEl>
                                              <p:pRg st="0" end="0"/>
                                            </p:txEl>
                                          </p:spTgt>
                                        </p:tgtEl>
                                        <p:attrNameLst>
                                          <p:attrName>style.visibility</p:attrName>
                                        </p:attrNameLst>
                                      </p:cBhvr>
                                      <p:to>
                                        <p:strVal val="visible"/>
                                      </p:to>
                                    </p:set>
                                    <p:animEffect transition="in" filter="dissolve">
                                      <p:cBhvr>
                                        <p:cTn id="23" dur="500"/>
                                        <p:tgtEl>
                                          <p:spTgt spid="9">
                                            <p:txEl>
                                              <p:pRg st="0" end="0"/>
                                            </p:txEl>
                                          </p:spTgt>
                                        </p:tgtEl>
                                      </p:cBhvr>
                                    </p:animEffect>
                                  </p:childTnLst>
                                </p:cTn>
                              </p:par>
                            </p:childTnLst>
                          </p:cTn>
                        </p:par>
                        <p:par>
                          <p:cTn id="24" fill="hold">
                            <p:stCondLst>
                              <p:cond delay="2500"/>
                            </p:stCondLst>
                            <p:childTnLst>
                              <p:par>
                                <p:cTn id="25" presetID="9" presetClass="entr" presetSubtype="0" fill="hold" grpId="0" nodeType="afterEffect" nodePh="1">
                                  <p:stCondLst>
                                    <p:cond delay="0"/>
                                  </p:stCondLst>
                                  <p:endCondLst>
                                    <p:cond evt="begin" delay="0">
                                      <p:tn val="25"/>
                                    </p:cond>
                                  </p:end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childTnLst>
                          </p:cTn>
                        </p:par>
                        <p:par>
                          <p:cTn id="28" fill="hold">
                            <p:stCondLst>
                              <p:cond delay="3000"/>
                            </p:stCondLst>
                            <p:childTnLst>
                              <p:par>
                                <p:cTn id="29" presetID="10" presetClass="entr" presetSubtype="0" fill="hold" grpId="0" nodeType="afterEffect" nodePh="1">
                                  <p:stCondLst>
                                    <p:cond delay="0"/>
                                  </p:stCondLst>
                                  <p:endCondLst>
                                    <p:cond evt="begin" delay="0">
                                      <p:tn val="29"/>
                                    </p:cond>
                                  </p:endCondLst>
                                  <p:childTnLst>
                                    <p:set>
                                      <p:cBhvr>
                                        <p:cTn id="30" dur="1" fill="hold">
                                          <p:stCondLst>
                                            <p:cond delay="0"/>
                                          </p:stCondLst>
                                        </p:cTn>
                                        <p:tgtEl>
                                          <p:spTgt spid="39">
                                            <p:txEl>
                                              <p:pRg st="0" end="0"/>
                                            </p:txEl>
                                          </p:spTgt>
                                        </p:tgtEl>
                                        <p:attrNameLst>
                                          <p:attrName>style.visibility</p:attrName>
                                        </p:attrNameLst>
                                      </p:cBhvr>
                                      <p:to>
                                        <p:strVal val="visible"/>
                                      </p:to>
                                    </p:set>
                                    <p:animEffect transition="in" filter="fade">
                                      <p:cBhvr>
                                        <p:cTn id="31" dur="500"/>
                                        <p:tgtEl>
                                          <p:spTgt spid="39">
                                            <p:txEl>
                                              <p:pRg st="0" end="0"/>
                                            </p:txEl>
                                          </p:spTgt>
                                        </p:tgtEl>
                                      </p:cBhvr>
                                    </p:animEffect>
                                  </p:childTnLst>
                                </p:cTn>
                              </p:par>
                            </p:childTnLst>
                          </p:cTn>
                        </p:par>
                        <p:par>
                          <p:cTn id="32" fill="hold">
                            <p:stCondLst>
                              <p:cond delay="3500"/>
                            </p:stCondLst>
                            <p:childTnLst>
                              <p:par>
                                <p:cTn id="33" presetID="10" presetClass="entr" presetSubtype="0" fill="hold" grpId="0" nodeType="afterEffect" nodePh="1">
                                  <p:stCondLst>
                                    <p:cond delay="0"/>
                                  </p:stCondLst>
                                  <p:endCondLst>
                                    <p:cond evt="begin" delay="0">
                                      <p:tn val="33"/>
                                    </p:cond>
                                  </p:endCondLst>
                                  <p:childTnLst>
                                    <p:set>
                                      <p:cBhvr>
                                        <p:cTn id="34" dur="1" fill="hold">
                                          <p:stCondLst>
                                            <p:cond delay="0"/>
                                          </p:stCondLst>
                                        </p:cTn>
                                        <p:tgtEl>
                                          <p:spTgt spid="40">
                                            <p:txEl>
                                              <p:pRg st="0" end="0"/>
                                            </p:txEl>
                                          </p:spTgt>
                                        </p:tgtEl>
                                        <p:attrNameLst>
                                          <p:attrName>style.visibility</p:attrName>
                                        </p:attrNameLst>
                                      </p:cBhvr>
                                      <p:to>
                                        <p:strVal val="visible"/>
                                      </p:to>
                                    </p:set>
                                    <p:animEffect transition="in" filter="fade">
                                      <p:cBhvr>
                                        <p:cTn id="35" dur="500"/>
                                        <p:tgtEl>
                                          <p:spTgt spid="40">
                                            <p:txEl>
                                              <p:pRg st="0" end="0"/>
                                            </p:txEl>
                                          </p:spTgt>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47"/>
                                        </p:tgtEl>
                                        <p:attrNameLst>
                                          <p:attrName>style.visibility</p:attrName>
                                        </p:attrNameLst>
                                      </p:cBhvr>
                                      <p:to>
                                        <p:strVal val="visible"/>
                                      </p:to>
                                    </p:set>
                                    <p:animEffect transition="in" filter="fade">
                                      <p:cBhvr>
                                        <p:cTn id="38" dur="500"/>
                                        <p:tgtEl>
                                          <p:spTgt spid="47"/>
                                        </p:tgtEl>
                                      </p:cBhvr>
                                    </p:animEffect>
                                  </p:childTnLst>
                                </p:cTn>
                              </p:par>
                            </p:childTnLst>
                          </p:cTn>
                        </p:par>
                        <p:par>
                          <p:cTn id="39" fill="hold">
                            <p:stCondLst>
                              <p:cond delay="4000"/>
                            </p:stCondLst>
                            <p:childTnLst>
                              <p:par>
                                <p:cTn id="40" presetID="22" presetClass="entr" presetSubtype="8" fill="hold" grpId="0" nodeType="afterEffect">
                                  <p:stCondLst>
                                    <p:cond delay="0"/>
                                  </p:stCondLst>
                                  <p:childTnLst>
                                    <p:set>
                                      <p:cBhvr>
                                        <p:cTn id="41" dur="1" fill="hold">
                                          <p:stCondLst>
                                            <p:cond delay="0"/>
                                          </p:stCondLst>
                                        </p:cTn>
                                        <p:tgtEl>
                                          <p:spTgt spid="48"/>
                                        </p:tgtEl>
                                        <p:attrNameLst>
                                          <p:attrName>style.visibility</p:attrName>
                                        </p:attrNameLst>
                                      </p:cBhvr>
                                      <p:to>
                                        <p:strVal val="visible"/>
                                      </p:to>
                                    </p:set>
                                    <p:animEffect transition="in" filter="wipe(left)">
                                      <p:cBhvr>
                                        <p:cTn id="42" dur="500"/>
                                        <p:tgtEl>
                                          <p:spTgt spid="48"/>
                                        </p:tgtEl>
                                      </p:cBhvr>
                                    </p:animEffect>
                                  </p:childTnLst>
                                </p:cTn>
                              </p:par>
                            </p:childTnLst>
                          </p:cTn>
                        </p:par>
                        <p:par>
                          <p:cTn id="43" fill="hold">
                            <p:stCondLst>
                              <p:cond delay="4500"/>
                            </p:stCondLst>
                            <p:childTnLst>
                              <p:par>
                                <p:cTn id="44" presetID="9" presetClass="entr" presetSubtype="0" fill="hold" grpId="0" nodeType="afterEffect" nodePh="1">
                                  <p:stCondLst>
                                    <p:cond delay="0"/>
                                  </p:stCondLst>
                                  <p:endCondLst>
                                    <p:cond evt="begin" delay="0">
                                      <p:tn val="44"/>
                                    </p:cond>
                                  </p:endCondLst>
                                  <p:childTnLst>
                                    <p:set>
                                      <p:cBhvr>
                                        <p:cTn id="45" dur="1" fill="hold">
                                          <p:stCondLst>
                                            <p:cond delay="0"/>
                                          </p:stCondLst>
                                        </p:cTn>
                                        <p:tgtEl>
                                          <p:spTgt spid="54">
                                            <p:txEl>
                                              <p:pRg st="0" end="0"/>
                                            </p:txEl>
                                          </p:spTgt>
                                        </p:tgtEl>
                                        <p:attrNameLst>
                                          <p:attrName>style.visibility</p:attrName>
                                        </p:attrNameLst>
                                      </p:cBhvr>
                                      <p:to>
                                        <p:strVal val="visible"/>
                                      </p:to>
                                    </p:set>
                                    <p:animEffect transition="in" filter="dissolve">
                                      <p:cBhvr>
                                        <p:cTn id="46" dur="500"/>
                                        <p:tgtEl>
                                          <p:spTgt spid="54">
                                            <p:txEl>
                                              <p:pRg st="0" end="0"/>
                                            </p:txEl>
                                          </p:spTgt>
                                        </p:tgtEl>
                                      </p:cBhvr>
                                    </p:animEffect>
                                  </p:childTnLst>
                                </p:cTn>
                              </p:par>
                            </p:childTnLst>
                          </p:cTn>
                        </p:par>
                        <p:par>
                          <p:cTn id="47" fill="hold">
                            <p:stCondLst>
                              <p:cond delay="5000"/>
                            </p:stCondLst>
                            <p:childTnLst>
                              <p:par>
                                <p:cTn id="48" presetID="10" presetClass="entr" presetSubtype="0" fill="hold" grpId="0" nodeType="afterEffect" nodePh="1">
                                  <p:stCondLst>
                                    <p:cond delay="0"/>
                                  </p:stCondLst>
                                  <p:endCondLst>
                                    <p:cond evt="begin" delay="0">
                                      <p:tn val="48"/>
                                    </p:cond>
                                  </p:endCondLst>
                                  <p:childTnLst>
                                    <p:set>
                                      <p:cBhvr>
                                        <p:cTn id="49" dur="1" fill="hold">
                                          <p:stCondLst>
                                            <p:cond delay="0"/>
                                          </p:stCondLst>
                                        </p:cTn>
                                        <p:tgtEl>
                                          <p:spTgt spid="41">
                                            <p:txEl>
                                              <p:pRg st="0" end="0"/>
                                            </p:txEl>
                                          </p:spTgt>
                                        </p:tgtEl>
                                        <p:attrNameLst>
                                          <p:attrName>style.visibility</p:attrName>
                                        </p:attrNameLst>
                                      </p:cBhvr>
                                      <p:to>
                                        <p:strVal val="visible"/>
                                      </p:to>
                                    </p:set>
                                    <p:animEffect transition="in" filter="fade">
                                      <p:cBhvr>
                                        <p:cTn id="50" dur="500"/>
                                        <p:tgtEl>
                                          <p:spTgt spid="41">
                                            <p:txEl>
                                              <p:pRg st="0" end="0"/>
                                            </p:txEl>
                                          </p:spTgt>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46"/>
                                        </p:tgtEl>
                                        <p:attrNameLst>
                                          <p:attrName>style.visibility</p:attrName>
                                        </p:attrNameLst>
                                      </p:cBhvr>
                                      <p:to>
                                        <p:strVal val="visible"/>
                                      </p:to>
                                    </p:set>
                                    <p:animEffect transition="in" filter="fade">
                                      <p:cBhvr>
                                        <p:cTn id="53" dur="500"/>
                                        <p:tgtEl>
                                          <p:spTgt spid="46"/>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9"/>
                                        </p:tgtEl>
                                        <p:attrNameLst>
                                          <p:attrName>style.visibility</p:attrName>
                                        </p:attrNameLst>
                                      </p:cBhvr>
                                      <p:to>
                                        <p:strVal val="visible"/>
                                      </p:to>
                                    </p:set>
                                    <p:animEffect transition="in" filter="wipe(left)">
                                      <p:cBhvr>
                                        <p:cTn id="57" dur="500"/>
                                        <p:tgtEl>
                                          <p:spTgt spid="49"/>
                                        </p:tgtEl>
                                      </p:cBhvr>
                                    </p:animEffect>
                                  </p:childTnLst>
                                </p:cTn>
                              </p:par>
                            </p:childTnLst>
                          </p:cTn>
                        </p:par>
                        <p:par>
                          <p:cTn id="58" fill="hold">
                            <p:stCondLst>
                              <p:cond delay="6000"/>
                            </p:stCondLst>
                            <p:childTnLst>
                              <p:par>
                                <p:cTn id="59" presetID="9" presetClass="entr" presetSubtype="0" fill="hold" grpId="0" nodeType="afterEffect" nodePh="1">
                                  <p:stCondLst>
                                    <p:cond delay="0"/>
                                  </p:stCondLst>
                                  <p:endCondLst>
                                    <p:cond evt="begin" delay="0">
                                      <p:tn val="59"/>
                                    </p:cond>
                                  </p:endCondLst>
                                  <p:childTnLst>
                                    <p:set>
                                      <p:cBhvr>
                                        <p:cTn id="60" dur="1" fill="hold">
                                          <p:stCondLst>
                                            <p:cond delay="0"/>
                                          </p:stCondLst>
                                        </p:cTn>
                                        <p:tgtEl>
                                          <p:spTgt spid="55">
                                            <p:txEl>
                                              <p:pRg st="0" end="0"/>
                                            </p:txEl>
                                          </p:spTgt>
                                        </p:tgtEl>
                                        <p:attrNameLst>
                                          <p:attrName>style.visibility</p:attrName>
                                        </p:attrNameLst>
                                      </p:cBhvr>
                                      <p:to>
                                        <p:strVal val="visible"/>
                                      </p:to>
                                    </p:set>
                                    <p:animEffect transition="in" filter="dissolve">
                                      <p:cBhvr>
                                        <p:cTn id="61" dur="500"/>
                                        <p:tgtEl>
                                          <p:spTgt spid="55">
                                            <p:txEl>
                                              <p:pRg st="0" end="0"/>
                                            </p:txEl>
                                          </p:spTgt>
                                        </p:tgtEl>
                                      </p:cBhvr>
                                    </p:animEffect>
                                  </p:childTnLst>
                                </p:cTn>
                              </p:par>
                            </p:childTnLst>
                          </p:cTn>
                        </p:par>
                        <p:par>
                          <p:cTn id="62" fill="hold">
                            <p:stCondLst>
                              <p:cond delay="6500"/>
                            </p:stCondLst>
                            <p:childTnLst>
                              <p:par>
                                <p:cTn id="63" presetID="10" presetClass="entr" presetSubtype="0" fill="hold" grpId="0" nodeType="afterEffect" nodePh="1">
                                  <p:stCondLst>
                                    <p:cond delay="0"/>
                                  </p:stCondLst>
                                  <p:endCondLst>
                                    <p:cond evt="begin" delay="0">
                                      <p:tn val="63"/>
                                    </p:cond>
                                  </p:endCondLst>
                                  <p:childTnLst>
                                    <p:set>
                                      <p:cBhvr>
                                        <p:cTn id="64" dur="1" fill="hold">
                                          <p:stCondLst>
                                            <p:cond delay="0"/>
                                          </p:stCondLst>
                                        </p:cTn>
                                        <p:tgtEl>
                                          <p:spTgt spid="42">
                                            <p:txEl>
                                              <p:pRg st="0" end="0"/>
                                            </p:txEl>
                                          </p:spTgt>
                                        </p:tgtEl>
                                        <p:attrNameLst>
                                          <p:attrName>style.visibility</p:attrName>
                                        </p:attrNameLst>
                                      </p:cBhvr>
                                      <p:to>
                                        <p:strVal val="visible"/>
                                      </p:to>
                                    </p:set>
                                    <p:animEffect transition="in" filter="fade">
                                      <p:cBhvr>
                                        <p:cTn id="65" dur="500"/>
                                        <p:tgtEl>
                                          <p:spTgt spid="42">
                                            <p:txEl>
                                              <p:pRg st="0" end="0"/>
                                            </p:txEl>
                                          </p:spTgt>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5"/>
                                        </p:tgtEl>
                                        <p:attrNameLst>
                                          <p:attrName>style.visibility</p:attrName>
                                        </p:attrNameLst>
                                      </p:cBhvr>
                                      <p:to>
                                        <p:strVal val="visible"/>
                                      </p:to>
                                    </p:set>
                                    <p:animEffect transition="in" filter="fade">
                                      <p:cBhvr>
                                        <p:cTn id="68" dur="500"/>
                                        <p:tgtEl>
                                          <p:spTgt spid="45"/>
                                        </p:tgtEl>
                                      </p:cBhvr>
                                    </p:animEffect>
                                  </p:childTnLst>
                                </p:cTn>
                              </p:par>
                            </p:childTnLst>
                          </p:cTn>
                        </p:par>
                        <p:par>
                          <p:cTn id="69" fill="hold">
                            <p:stCondLst>
                              <p:cond delay="7000"/>
                            </p:stCondLst>
                            <p:childTnLst>
                              <p:par>
                                <p:cTn id="70" presetID="22" presetClass="entr" presetSubtype="8" fill="hold" grpId="0" nodeType="afterEffect">
                                  <p:stCondLst>
                                    <p:cond delay="0"/>
                                  </p:stCondLst>
                                  <p:childTnLst>
                                    <p:set>
                                      <p:cBhvr>
                                        <p:cTn id="71" dur="1" fill="hold">
                                          <p:stCondLst>
                                            <p:cond delay="0"/>
                                          </p:stCondLst>
                                        </p:cTn>
                                        <p:tgtEl>
                                          <p:spTgt spid="50"/>
                                        </p:tgtEl>
                                        <p:attrNameLst>
                                          <p:attrName>style.visibility</p:attrName>
                                        </p:attrNameLst>
                                      </p:cBhvr>
                                      <p:to>
                                        <p:strVal val="visible"/>
                                      </p:to>
                                    </p:set>
                                    <p:animEffect transition="in" filter="wipe(left)">
                                      <p:cBhvr>
                                        <p:cTn id="72" dur="500"/>
                                        <p:tgtEl>
                                          <p:spTgt spid="50"/>
                                        </p:tgtEl>
                                      </p:cBhvr>
                                    </p:animEffect>
                                  </p:childTnLst>
                                </p:cTn>
                              </p:par>
                            </p:childTnLst>
                          </p:cTn>
                        </p:par>
                        <p:par>
                          <p:cTn id="73" fill="hold">
                            <p:stCondLst>
                              <p:cond delay="7500"/>
                            </p:stCondLst>
                            <p:childTnLst>
                              <p:par>
                                <p:cTn id="74" presetID="9" presetClass="entr" presetSubtype="0" fill="hold" grpId="0" nodeType="afterEffect" nodePh="1">
                                  <p:stCondLst>
                                    <p:cond delay="0"/>
                                  </p:stCondLst>
                                  <p:endCondLst>
                                    <p:cond evt="begin" delay="0">
                                      <p:tn val="74"/>
                                    </p:cond>
                                  </p:endCondLst>
                                  <p:childTnLst>
                                    <p:set>
                                      <p:cBhvr>
                                        <p:cTn id="75" dur="1" fill="hold">
                                          <p:stCondLst>
                                            <p:cond delay="0"/>
                                          </p:stCondLst>
                                        </p:cTn>
                                        <p:tgtEl>
                                          <p:spTgt spid="52">
                                            <p:txEl>
                                              <p:pRg st="0" end="0"/>
                                            </p:txEl>
                                          </p:spTgt>
                                        </p:tgtEl>
                                        <p:attrNameLst>
                                          <p:attrName>style.visibility</p:attrName>
                                        </p:attrNameLst>
                                      </p:cBhvr>
                                      <p:to>
                                        <p:strVal val="visible"/>
                                      </p:to>
                                    </p:set>
                                    <p:animEffect transition="in" filter="dissolve">
                                      <p:cBhvr>
                                        <p:cTn id="76" dur="500"/>
                                        <p:tgtEl>
                                          <p:spTgt spid="52">
                                            <p:txEl>
                                              <p:pRg st="0" end="0"/>
                                            </p:txEl>
                                          </p:spTgt>
                                        </p:tgtEl>
                                      </p:cBhvr>
                                    </p:animEffect>
                                  </p:childTnLst>
                                </p:cTn>
                              </p:par>
                            </p:childTnLst>
                          </p:cTn>
                        </p:par>
                        <p:par>
                          <p:cTn id="77" fill="hold">
                            <p:stCondLst>
                              <p:cond delay="8000"/>
                            </p:stCondLst>
                            <p:childTnLst>
                              <p:par>
                                <p:cTn id="78" presetID="10" presetClass="entr" presetSubtype="0" fill="hold" grpId="0" nodeType="afterEffect" nodePh="1">
                                  <p:stCondLst>
                                    <p:cond delay="0"/>
                                  </p:stCondLst>
                                  <p:endCondLst>
                                    <p:cond evt="begin" delay="0">
                                      <p:tn val="78"/>
                                    </p:cond>
                                  </p:endCondLst>
                                  <p:childTnLst>
                                    <p:set>
                                      <p:cBhvr>
                                        <p:cTn id="79" dur="1" fill="hold">
                                          <p:stCondLst>
                                            <p:cond delay="0"/>
                                          </p:stCondLst>
                                        </p:cTn>
                                        <p:tgtEl>
                                          <p:spTgt spid="43">
                                            <p:txEl>
                                              <p:pRg st="0" end="0"/>
                                            </p:txEl>
                                          </p:spTgt>
                                        </p:tgtEl>
                                        <p:attrNameLst>
                                          <p:attrName>style.visibility</p:attrName>
                                        </p:attrNameLst>
                                      </p:cBhvr>
                                      <p:to>
                                        <p:strVal val="visible"/>
                                      </p:to>
                                    </p:set>
                                    <p:animEffect transition="in" filter="fade">
                                      <p:cBhvr>
                                        <p:cTn id="80" dur="500"/>
                                        <p:tgtEl>
                                          <p:spTgt spid="43">
                                            <p:txEl>
                                              <p:pRg st="0" end="0"/>
                                            </p:txEl>
                                          </p:spTgt>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44"/>
                                        </p:tgtEl>
                                        <p:attrNameLst>
                                          <p:attrName>style.visibility</p:attrName>
                                        </p:attrNameLst>
                                      </p:cBhvr>
                                      <p:to>
                                        <p:strVal val="visible"/>
                                      </p:to>
                                    </p:set>
                                    <p:animEffect transition="in" filter="fade">
                                      <p:cBhvr>
                                        <p:cTn id="83" dur="500"/>
                                        <p:tgtEl>
                                          <p:spTgt spid="44"/>
                                        </p:tgtEl>
                                      </p:cBhvr>
                                    </p:animEffect>
                                  </p:childTnLst>
                                </p:cTn>
                              </p:par>
                            </p:childTnLst>
                          </p:cTn>
                        </p:par>
                        <p:par>
                          <p:cTn id="84" fill="hold">
                            <p:stCondLst>
                              <p:cond delay="8500"/>
                            </p:stCondLst>
                            <p:childTnLst>
                              <p:par>
                                <p:cTn id="85" presetID="22" presetClass="entr" presetSubtype="8" fill="hold" grpId="0" nodeType="afterEffect">
                                  <p:stCondLst>
                                    <p:cond delay="0"/>
                                  </p:stCondLst>
                                  <p:childTnLst>
                                    <p:set>
                                      <p:cBhvr>
                                        <p:cTn id="86" dur="1" fill="hold">
                                          <p:stCondLst>
                                            <p:cond delay="0"/>
                                          </p:stCondLst>
                                        </p:cTn>
                                        <p:tgtEl>
                                          <p:spTgt spid="51"/>
                                        </p:tgtEl>
                                        <p:attrNameLst>
                                          <p:attrName>style.visibility</p:attrName>
                                        </p:attrNameLst>
                                      </p:cBhvr>
                                      <p:to>
                                        <p:strVal val="visible"/>
                                      </p:to>
                                    </p:set>
                                    <p:animEffect transition="in" filter="wipe(left)">
                                      <p:cBhvr>
                                        <p:cTn id="87" dur="500"/>
                                        <p:tgtEl>
                                          <p:spTgt spid="51"/>
                                        </p:tgtEl>
                                      </p:cBhvr>
                                    </p:animEffect>
                                  </p:childTnLst>
                                </p:cTn>
                              </p:par>
                            </p:childTnLst>
                          </p:cTn>
                        </p:par>
                        <p:par>
                          <p:cTn id="88" fill="hold">
                            <p:stCondLst>
                              <p:cond delay="9000"/>
                            </p:stCondLst>
                            <p:childTnLst>
                              <p:par>
                                <p:cTn id="89" presetID="9" presetClass="entr" presetSubtype="0" fill="hold" grpId="0" nodeType="afterEffect" nodePh="1">
                                  <p:stCondLst>
                                    <p:cond delay="0"/>
                                  </p:stCondLst>
                                  <p:endCondLst>
                                    <p:cond evt="begin" delay="0">
                                      <p:tn val="89"/>
                                    </p:cond>
                                  </p:endCondLst>
                                  <p:childTnLst>
                                    <p:set>
                                      <p:cBhvr>
                                        <p:cTn id="90" dur="1" fill="hold">
                                          <p:stCondLst>
                                            <p:cond delay="0"/>
                                          </p:stCondLst>
                                        </p:cTn>
                                        <p:tgtEl>
                                          <p:spTgt spid="53">
                                            <p:txEl>
                                              <p:pRg st="0" end="0"/>
                                            </p:txEl>
                                          </p:spTgt>
                                        </p:tgtEl>
                                        <p:attrNameLst>
                                          <p:attrName>style.visibility</p:attrName>
                                        </p:attrNameLst>
                                      </p:cBhvr>
                                      <p:to>
                                        <p:strVal val="visible"/>
                                      </p:to>
                                    </p:set>
                                    <p:animEffect transition="in" filter="dissolve">
                                      <p:cBhvr>
                                        <p:cTn id="91" dur="500"/>
                                        <p:tgtEl>
                                          <p:spTgt spid="5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3"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P spid="4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39"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4" grpId="0" animBg="1"/>
      <p:bldP spid="45" grpId="0" animBg="1"/>
      <p:bldP spid="46" grpId="0" animBg="1"/>
      <p:bldP spid="47" grpId="0" animBg="1"/>
      <p:bldP spid="48" grpId="0" animBg="1"/>
      <p:bldP spid="49" grpId="0" animBg="1"/>
      <p:bldP spid="50" grpId="0" animBg="1"/>
      <p:bldP spid="51" grpId="0" animBg="1"/>
      <p:bldP spid="52"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dissolve">
                      <p:cBhvr>
                        <p:cTn dur="500"/>
                        <p:tgtEl>
                          <p:spTgt spid="52"/>
                        </p:tgtEl>
                      </p:cBhvr>
                    </p:animEffect>
                  </p:childTnLst>
                </p:cTn>
              </p:par>
            </p:tnLst>
          </p:tmpl>
        </p:tmplLst>
      </p:bldP>
      <p:bldP spid="53"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3"/>
                        </p:tgtEl>
                        <p:attrNameLst>
                          <p:attrName>style.visibility</p:attrName>
                        </p:attrNameLst>
                      </p:cBhvr>
                      <p:to>
                        <p:strVal val="visible"/>
                      </p:to>
                    </p:set>
                    <p:animEffect transition="in" filter="dissolve">
                      <p:cBhvr>
                        <p:cTn dur="500"/>
                        <p:tgtEl>
                          <p:spTgt spid="53"/>
                        </p:tgtEl>
                      </p:cBhvr>
                    </p:animEffect>
                  </p:childTnLst>
                </p:cTn>
              </p:par>
            </p:tnLst>
          </p:tmpl>
        </p:tmplLst>
      </p:bldP>
      <p:bldP spid="54"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4"/>
                        </p:tgtEl>
                        <p:attrNameLst>
                          <p:attrName>style.visibility</p:attrName>
                        </p:attrNameLst>
                      </p:cBhvr>
                      <p:to>
                        <p:strVal val="visible"/>
                      </p:to>
                    </p:set>
                    <p:animEffect transition="in" filter="dissolve">
                      <p:cBhvr>
                        <p:cTn dur="500"/>
                        <p:tgtEl>
                          <p:spTgt spid="54"/>
                        </p:tgtEl>
                      </p:cBhvr>
                    </p:animEffect>
                  </p:childTnLst>
                </p:cTn>
              </p:par>
            </p:tnLst>
          </p:tmpl>
        </p:tmplLst>
      </p:bldP>
      <p:bldP spid="55"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5"/>
                        </p:tgtEl>
                        <p:attrNameLst>
                          <p:attrName>style.visibility</p:attrName>
                        </p:attrNameLst>
                      </p:cBhvr>
                      <p:to>
                        <p:strVal val="visible"/>
                      </p:to>
                    </p:set>
                    <p:animEffect transition="in" filter="dissolve">
                      <p:cBhvr>
                        <p:cTn dur="500"/>
                        <p:tgtEl>
                          <p:spTgt spid="55"/>
                        </p:tgtEl>
                      </p:cBhvr>
                    </p:animEffect>
                  </p:childTnLst>
                </p:cTn>
              </p:par>
            </p:tnLst>
          </p:tmpl>
        </p:tmplLst>
      </p:bldP>
    </p:bldLst>
  </p:timing>
</p:sldLayout>
</file>

<file path=ppt/slideLayouts/slideLayout297.xml><?xml version="1.0" encoding="utf-8"?>
<p:sldLayout xmlns:a="http://schemas.openxmlformats.org/drawingml/2006/main" xmlns:r="http://schemas.openxmlformats.org/officeDocument/2006/relationships" xmlns:p="http://schemas.openxmlformats.org/presentationml/2006/main" userDrawn="1">
  <p:cSld name="4_Meet_the_team1">
    <p:spTree>
      <p:nvGrpSpPr>
        <p:cNvPr id="1" name=""/>
        <p:cNvGrpSpPr/>
        <p:nvPr/>
      </p:nvGrpSpPr>
      <p:grpSpPr>
        <a:xfrm>
          <a:off x="0" y="0"/>
          <a:ext cx="0" cy="0"/>
          <a:chOff x="0" y="0"/>
          <a:chExt cx="0" cy="0"/>
        </a:xfrm>
      </p:grpSpPr>
    </p:spTree>
    <p:extLst>
      <p:ext uri="{BB962C8B-B14F-4D97-AF65-F5344CB8AC3E}">
        <p14:creationId xmlns:p14="http://schemas.microsoft.com/office/powerpoint/2010/main" val="82685615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298.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 y="0"/>
            <a:ext cx="12192000" cy="6858000"/>
          </a:xfrm>
        </p:spPr>
        <p:txBody>
          <a:bodyPr/>
          <a:lstStyle/>
          <a:p>
            <a:endParaRPr lang="en-US"/>
          </a:p>
        </p:txBody>
      </p:sp>
    </p:spTree>
    <p:extLst>
      <p:ext uri="{BB962C8B-B14F-4D97-AF65-F5344CB8AC3E}">
        <p14:creationId xmlns:p14="http://schemas.microsoft.com/office/powerpoint/2010/main" val="224729258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299.xml><?xml version="1.0" encoding="utf-8"?>
<p:sldLayout xmlns:a="http://schemas.openxmlformats.org/drawingml/2006/main" xmlns:r="http://schemas.openxmlformats.org/officeDocument/2006/relationships" xmlns:p="http://schemas.openxmlformats.org/presentationml/2006/main" userDrawn="1">
  <p:cSld name="10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23899223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300.xml><?xml version="1.0" encoding="utf-8"?>
<p:sldLayout xmlns:a="http://schemas.openxmlformats.org/drawingml/2006/main" xmlns:r="http://schemas.openxmlformats.org/officeDocument/2006/relationships" xmlns:p="http://schemas.openxmlformats.org/presentationml/2006/main" userDrawn="1">
  <p:cSld name="11_Custom Layout">
    <p:spTree>
      <p:nvGrpSpPr>
        <p:cNvPr id="1" name=""/>
        <p:cNvGrpSpPr/>
        <p:nvPr/>
      </p:nvGrpSpPr>
      <p:grpSpPr>
        <a:xfrm>
          <a:off x="0" y="0"/>
          <a:ext cx="0" cy="0"/>
          <a:chOff x="0" y="0"/>
          <a:chExt cx="0" cy="0"/>
        </a:xfrm>
      </p:grpSpPr>
      <p:sp>
        <p:nvSpPr>
          <p:cNvPr id="7" name="Picture Placeholder 5"/>
          <p:cNvSpPr>
            <a:spLocks noGrp="1"/>
          </p:cNvSpPr>
          <p:nvPr>
            <p:ph type="pic" sz="quarter" idx="11"/>
          </p:nvPr>
        </p:nvSpPr>
        <p:spPr>
          <a:xfrm>
            <a:off x="6315353" y="2178554"/>
            <a:ext cx="4611266" cy="2244435"/>
          </a:xfrm>
        </p:spPr>
        <p:txBody>
          <a:bodyPr/>
          <a:lstStyle/>
          <a:p>
            <a:endParaRPr lang="en-US"/>
          </a:p>
        </p:txBody>
      </p:sp>
      <p:sp>
        <p:nvSpPr>
          <p:cNvPr id="6" name="Picture Placeholder 5"/>
          <p:cNvSpPr>
            <a:spLocks noGrp="1"/>
          </p:cNvSpPr>
          <p:nvPr>
            <p:ph type="pic" sz="quarter" idx="10"/>
          </p:nvPr>
        </p:nvSpPr>
        <p:spPr>
          <a:xfrm>
            <a:off x="1265383" y="2178554"/>
            <a:ext cx="4611266" cy="2244435"/>
          </a:xfrm>
        </p:spPr>
        <p:txBody>
          <a:bodyPr/>
          <a:lstStyle/>
          <a:p>
            <a:endParaRPr lang="en-US"/>
          </a:p>
        </p:txBody>
      </p:sp>
    </p:spTree>
    <p:extLst>
      <p:ext uri="{BB962C8B-B14F-4D97-AF65-F5344CB8AC3E}">
        <p14:creationId xmlns:p14="http://schemas.microsoft.com/office/powerpoint/2010/main" val="10584277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301.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374210383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302.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122073264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303.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7563087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304.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339350190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1028181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5"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24" name="Text Placeholder 23"/>
          <p:cNvSpPr>
            <a:spLocks noGrp="1"/>
          </p:cNvSpPr>
          <p:nvPr>
            <p:ph type="body" sz="quarter" idx="10"/>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spTree>
    <p:extLst>
      <p:ext uri="{BB962C8B-B14F-4D97-AF65-F5344CB8AC3E}">
        <p14:creationId xmlns:p14="http://schemas.microsoft.com/office/powerpoint/2010/main" val="129131575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15"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24" name="Text Placeholder 23"/>
          <p:cNvSpPr>
            <a:spLocks noGrp="1"/>
          </p:cNvSpPr>
          <p:nvPr>
            <p:ph type="body" sz="quarter" idx="10"/>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sp>
        <p:nvSpPr>
          <p:cNvPr id="2" name="Rectangle 1"/>
          <p:cNvSpPr/>
          <p:nvPr userDrawn="1"/>
        </p:nvSpPr>
        <p:spPr>
          <a:xfrm>
            <a:off x="10915247" y="6455364"/>
            <a:ext cx="349776" cy="261610"/>
          </a:xfrm>
          <a:prstGeom prst="rect">
            <a:avLst/>
          </a:prstGeom>
        </p:spPr>
        <p:txBody>
          <a:bodyPr wrap="none">
            <a:spAutoFit/>
          </a:bodyPr>
          <a:lstStyle/>
          <a:p>
            <a:pPr algn="ctr" fontAlgn="auto">
              <a:spcBef>
                <a:spcPts val="0"/>
              </a:spcBef>
              <a:spcAft>
                <a:spcPts val="0"/>
              </a:spcAft>
            </a:pPr>
            <a:fld id="{52D6D798-CB88-473E-97C8-67A016EA1979}" type="slidenum">
              <a:rPr lang="en-US" sz="1100" smtClean="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rPr>
              <a:pPr algn="ctr" fontAlgn="auto">
                <a:spcBef>
                  <a:spcPts val="0"/>
                </a:spcBef>
                <a:spcAft>
                  <a:spcPts val="0"/>
                </a:spcAft>
              </a:pPr>
              <a:t>‹#›</a:t>
            </a:fld>
            <a:endParaRPr lang="en-US" sz="11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41938505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32" name="Picture Placeholder 4"/>
          <p:cNvSpPr>
            <a:spLocks noGrp="1"/>
          </p:cNvSpPr>
          <p:nvPr>
            <p:ph type="pic" sz="quarter" idx="19"/>
          </p:nvPr>
        </p:nvSpPr>
        <p:spPr>
          <a:xfrm>
            <a:off x="8591549" y="1855027"/>
            <a:ext cx="2416550" cy="1448449"/>
          </a:xfrm>
        </p:spPr>
        <p:txBody>
          <a:bodyPr/>
          <a:lstStyle/>
          <a:p>
            <a:endParaRPr lang="en-US"/>
          </a:p>
        </p:txBody>
      </p:sp>
      <p:sp>
        <p:nvSpPr>
          <p:cNvPr id="15"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24" name="Text Placeholder 23"/>
          <p:cNvSpPr>
            <a:spLocks noGrp="1"/>
          </p:cNvSpPr>
          <p:nvPr>
            <p:ph type="body" sz="quarter" idx="10"/>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sp>
        <p:nvSpPr>
          <p:cNvPr id="3" name="Picture Placeholder 2"/>
          <p:cNvSpPr>
            <a:spLocks noGrp="1"/>
          </p:cNvSpPr>
          <p:nvPr>
            <p:ph type="pic" sz="quarter" idx="11"/>
          </p:nvPr>
        </p:nvSpPr>
        <p:spPr>
          <a:xfrm>
            <a:off x="1183343" y="1860186"/>
            <a:ext cx="2415428" cy="2298851"/>
          </a:xfrm>
        </p:spPr>
        <p:txBody>
          <a:bodyPr/>
          <a:lstStyle/>
          <a:p>
            <a:endParaRPr lang="en-US"/>
          </a:p>
        </p:txBody>
      </p:sp>
      <p:sp>
        <p:nvSpPr>
          <p:cNvPr id="21" name="Picture Placeholder 2"/>
          <p:cNvSpPr>
            <a:spLocks noGrp="1"/>
          </p:cNvSpPr>
          <p:nvPr>
            <p:ph type="pic" sz="quarter" idx="12"/>
          </p:nvPr>
        </p:nvSpPr>
        <p:spPr>
          <a:xfrm>
            <a:off x="8592110" y="3360384"/>
            <a:ext cx="2415428" cy="2298851"/>
          </a:xfrm>
        </p:spPr>
        <p:txBody>
          <a:bodyPr/>
          <a:lstStyle/>
          <a:p>
            <a:endParaRPr lang="en-US"/>
          </a:p>
        </p:txBody>
      </p:sp>
      <p:sp>
        <p:nvSpPr>
          <p:cNvPr id="5" name="Picture Placeholder 4"/>
          <p:cNvSpPr>
            <a:spLocks noGrp="1"/>
          </p:cNvSpPr>
          <p:nvPr>
            <p:ph type="pic" sz="quarter" idx="13"/>
          </p:nvPr>
        </p:nvSpPr>
        <p:spPr>
          <a:xfrm>
            <a:off x="1182222" y="4210786"/>
            <a:ext cx="2416550" cy="1448449"/>
          </a:xfrm>
        </p:spPr>
        <p:txBody>
          <a:bodyPr/>
          <a:lstStyle/>
          <a:p>
            <a:endParaRPr lang="en-US"/>
          </a:p>
        </p:txBody>
      </p:sp>
      <p:sp>
        <p:nvSpPr>
          <p:cNvPr id="7" name="Picture Placeholder 6"/>
          <p:cNvSpPr>
            <a:spLocks noGrp="1"/>
          </p:cNvSpPr>
          <p:nvPr>
            <p:ph type="pic" sz="quarter" idx="14"/>
          </p:nvPr>
        </p:nvSpPr>
        <p:spPr>
          <a:xfrm>
            <a:off x="3651438" y="1860186"/>
            <a:ext cx="2417670" cy="1702971"/>
          </a:xfrm>
        </p:spPr>
        <p:txBody>
          <a:bodyPr/>
          <a:lstStyle/>
          <a:p>
            <a:endParaRPr lang="en-US"/>
          </a:p>
        </p:txBody>
      </p:sp>
      <p:sp>
        <p:nvSpPr>
          <p:cNvPr id="22" name="Picture Placeholder 21"/>
          <p:cNvSpPr>
            <a:spLocks noGrp="1"/>
          </p:cNvSpPr>
          <p:nvPr>
            <p:ph type="pic" sz="quarter" idx="15"/>
          </p:nvPr>
        </p:nvSpPr>
        <p:spPr>
          <a:xfrm>
            <a:off x="3651438" y="3613728"/>
            <a:ext cx="2417669" cy="2045508"/>
          </a:xfrm>
        </p:spPr>
        <p:txBody>
          <a:bodyPr/>
          <a:lstStyle/>
          <a:p>
            <a:endParaRPr lang="en-US"/>
          </a:p>
        </p:txBody>
      </p:sp>
      <p:sp>
        <p:nvSpPr>
          <p:cNvPr id="29" name="Picture Placeholder 21"/>
          <p:cNvSpPr>
            <a:spLocks noGrp="1"/>
          </p:cNvSpPr>
          <p:nvPr>
            <p:ph type="pic" sz="quarter" idx="16"/>
          </p:nvPr>
        </p:nvSpPr>
        <p:spPr>
          <a:xfrm>
            <a:off x="6120654" y="1858910"/>
            <a:ext cx="2417669" cy="2045508"/>
          </a:xfrm>
        </p:spPr>
        <p:txBody>
          <a:bodyPr/>
          <a:lstStyle/>
          <a:p>
            <a:endParaRPr lang="en-US"/>
          </a:p>
        </p:txBody>
      </p:sp>
      <p:sp>
        <p:nvSpPr>
          <p:cNvPr id="30" name="Picture Placeholder 6"/>
          <p:cNvSpPr>
            <a:spLocks noGrp="1"/>
          </p:cNvSpPr>
          <p:nvPr>
            <p:ph type="pic" sz="quarter" idx="17"/>
          </p:nvPr>
        </p:nvSpPr>
        <p:spPr>
          <a:xfrm>
            <a:off x="6120653" y="3953089"/>
            <a:ext cx="2417670" cy="1702971"/>
          </a:xfrm>
        </p:spPr>
        <p:txBody>
          <a:bodyPr/>
          <a:lstStyle/>
          <a:p>
            <a:endParaRPr lang="en-US"/>
          </a:p>
        </p:txBody>
      </p:sp>
    </p:spTree>
    <p:extLst>
      <p:ext uri="{BB962C8B-B14F-4D97-AF65-F5344CB8AC3E}">
        <p14:creationId xmlns:p14="http://schemas.microsoft.com/office/powerpoint/2010/main" val="143724391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18" name="Picture Placeholder 2"/>
          <p:cNvSpPr>
            <a:spLocks noGrp="1"/>
          </p:cNvSpPr>
          <p:nvPr>
            <p:ph type="pic" sz="quarter" idx="14"/>
          </p:nvPr>
        </p:nvSpPr>
        <p:spPr>
          <a:xfrm>
            <a:off x="9046510" y="1797981"/>
            <a:ext cx="2106704" cy="3254189"/>
          </a:xfrm>
        </p:spPr>
        <p:txBody>
          <a:bodyPr/>
          <a:lstStyle/>
          <a:p>
            <a:endParaRPr lang="en-US"/>
          </a:p>
        </p:txBody>
      </p:sp>
      <p:sp>
        <p:nvSpPr>
          <p:cNvPr id="15"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24" name="Text Placeholder 23"/>
          <p:cNvSpPr>
            <a:spLocks noGrp="1"/>
          </p:cNvSpPr>
          <p:nvPr>
            <p:ph type="body" sz="quarter" idx="10"/>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sp>
        <p:nvSpPr>
          <p:cNvPr id="26" name="Rounded Rectangle 25"/>
          <p:cNvSpPr/>
          <p:nvPr userDrawn="1"/>
        </p:nvSpPr>
        <p:spPr>
          <a:xfrm>
            <a:off x="838200" y="6268029"/>
            <a:ext cx="105156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28" name="Straight Connector 27"/>
          <p:cNvCxnSpPr/>
          <p:nvPr userDrawn="1"/>
        </p:nvCxnSpPr>
        <p:spPr>
          <a:xfrm>
            <a:off x="5367755" y="908854"/>
            <a:ext cx="1456491" cy="0"/>
          </a:xfrm>
          <a:prstGeom prst="line">
            <a:avLst/>
          </a:prstGeom>
          <a:ln>
            <a:solidFill>
              <a:srgbClr val="B3D334"/>
            </a:solidFill>
          </a:ln>
        </p:spPr>
        <p:style>
          <a:lnRef idx="1">
            <a:schemeClr val="accent1"/>
          </a:lnRef>
          <a:fillRef idx="0">
            <a:schemeClr val="accent1"/>
          </a:fillRef>
          <a:effectRef idx="0">
            <a:schemeClr val="accent1"/>
          </a:effectRef>
          <a:fontRef idx="minor">
            <a:schemeClr val="tx1"/>
          </a:fontRef>
        </p:style>
      </p:cxnSp>
      <p:sp>
        <p:nvSpPr>
          <p:cNvPr id="35" name="Oval 34"/>
          <p:cNvSpPr/>
          <p:nvPr userDrawn="1"/>
        </p:nvSpPr>
        <p:spPr>
          <a:xfrm>
            <a:off x="10932341" y="6424036"/>
            <a:ext cx="315589" cy="315589"/>
          </a:xfrm>
          <a:prstGeom prst="ellipse">
            <a:avLst/>
          </a:prstGeom>
          <a:solidFill>
            <a:srgbClr val="B3D33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TextBox 43"/>
          <p:cNvSpPr txBox="1"/>
          <p:nvPr userDrawn="1"/>
        </p:nvSpPr>
        <p:spPr>
          <a:xfrm>
            <a:off x="838200" y="6474108"/>
            <a:ext cx="2382383" cy="215444"/>
          </a:xfrm>
          <a:prstGeom prst="rect">
            <a:avLst/>
          </a:prstGeom>
          <a:noFill/>
        </p:spPr>
        <p:txBody>
          <a:bodyPr wrap="none" rtlCol="0">
            <a:spAutoFit/>
          </a:bodyPr>
          <a:lstStyle/>
          <a:p>
            <a:pPr fontAlgn="auto">
              <a:spcBef>
                <a:spcPts val="0"/>
              </a:spcBef>
              <a:spcAft>
                <a:spcPts val="0"/>
              </a:spcAft>
            </a:pPr>
            <a:r>
              <a:rPr lang="en-US" sz="800" dirty="0" err="1"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Laukpauk</a:t>
            </a:r>
            <a:r>
              <a:rPr lang="en-US" sz="800" dirty="0"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 Presentation | www.yourwebsite.com</a:t>
            </a:r>
            <a:endParaRPr lang="en-US" sz="800"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 name="Picture Placeholder 2"/>
          <p:cNvSpPr>
            <a:spLocks noGrp="1"/>
          </p:cNvSpPr>
          <p:nvPr>
            <p:ph type="pic" sz="quarter" idx="11"/>
          </p:nvPr>
        </p:nvSpPr>
        <p:spPr>
          <a:xfrm>
            <a:off x="1038787" y="1790988"/>
            <a:ext cx="2106704" cy="3254189"/>
          </a:xfrm>
        </p:spPr>
        <p:txBody>
          <a:bodyPr/>
          <a:lstStyle/>
          <a:p>
            <a:endParaRPr lang="en-US"/>
          </a:p>
        </p:txBody>
      </p:sp>
      <p:sp>
        <p:nvSpPr>
          <p:cNvPr id="16" name="Picture Placeholder 2"/>
          <p:cNvSpPr>
            <a:spLocks noGrp="1"/>
          </p:cNvSpPr>
          <p:nvPr>
            <p:ph type="pic" sz="quarter" idx="12"/>
          </p:nvPr>
        </p:nvSpPr>
        <p:spPr>
          <a:xfrm>
            <a:off x="3708028" y="1790988"/>
            <a:ext cx="2106704" cy="3254189"/>
          </a:xfrm>
        </p:spPr>
        <p:txBody>
          <a:bodyPr/>
          <a:lstStyle/>
          <a:p>
            <a:endParaRPr lang="en-US"/>
          </a:p>
        </p:txBody>
      </p:sp>
      <p:sp>
        <p:nvSpPr>
          <p:cNvPr id="17" name="Picture Placeholder 2"/>
          <p:cNvSpPr>
            <a:spLocks noGrp="1"/>
          </p:cNvSpPr>
          <p:nvPr>
            <p:ph type="pic" sz="quarter" idx="13"/>
          </p:nvPr>
        </p:nvSpPr>
        <p:spPr>
          <a:xfrm>
            <a:off x="6377268" y="1790988"/>
            <a:ext cx="2106704" cy="3254189"/>
          </a:xfrm>
        </p:spPr>
        <p:txBody>
          <a:bodyPr/>
          <a:lstStyle/>
          <a:p>
            <a:endParaRPr lang="en-US"/>
          </a:p>
        </p:txBody>
      </p:sp>
      <p:sp>
        <p:nvSpPr>
          <p:cNvPr id="12" name="Rectangle 11"/>
          <p:cNvSpPr/>
          <p:nvPr userDrawn="1"/>
        </p:nvSpPr>
        <p:spPr>
          <a:xfrm>
            <a:off x="10915247" y="6455364"/>
            <a:ext cx="349776" cy="261610"/>
          </a:xfrm>
          <a:prstGeom prst="rect">
            <a:avLst/>
          </a:prstGeom>
        </p:spPr>
        <p:txBody>
          <a:bodyPr wrap="none">
            <a:spAutoFit/>
          </a:bodyPr>
          <a:lstStyle/>
          <a:p>
            <a:pPr algn="ctr" fontAlgn="auto">
              <a:spcBef>
                <a:spcPts val="0"/>
              </a:spcBef>
              <a:spcAft>
                <a:spcPts val="0"/>
              </a:spcAft>
            </a:pPr>
            <a:fld id="{52D6D798-CB88-473E-97C8-67A016EA1979}" type="slidenum">
              <a:rPr lang="en-US" sz="1100" smtClean="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rPr>
              <a:pPr algn="ctr" fontAlgn="auto">
                <a:spcBef>
                  <a:spcPts val="0"/>
                </a:spcBef>
                <a:spcAft>
                  <a:spcPts val="0"/>
                </a:spcAft>
              </a:pPr>
              <a:t>‹#›</a:t>
            </a:fld>
            <a:endParaRPr lang="en-US" sz="11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379255051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1" y="1973105"/>
            <a:ext cx="12192000" cy="3087781"/>
          </a:xfrm>
        </p:spPr>
        <p:txBody>
          <a:bodyPr/>
          <a:lstStyle/>
          <a:p>
            <a:endParaRPr lang="en-US"/>
          </a:p>
        </p:txBody>
      </p:sp>
      <p:sp>
        <p:nvSpPr>
          <p:cNvPr id="7"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8" name="Text Placeholder 23"/>
          <p:cNvSpPr>
            <a:spLocks noGrp="1"/>
          </p:cNvSpPr>
          <p:nvPr>
            <p:ph type="body" sz="quarter" idx="11"/>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sp>
        <p:nvSpPr>
          <p:cNvPr id="9" name="Rounded Rectangle 8"/>
          <p:cNvSpPr/>
          <p:nvPr userDrawn="1"/>
        </p:nvSpPr>
        <p:spPr>
          <a:xfrm>
            <a:off x="838200" y="6268029"/>
            <a:ext cx="105156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10" name="Straight Connector 9"/>
          <p:cNvCxnSpPr/>
          <p:nvPr userDrawn="1"/>
        </p:nvCxnSpPr>
        <p:spPr>
          <a:xfrm>
            <a:off x="5367755" y="908854"/>
            <a:ext cx="1456491" cy="0"/>
          </a:xfrm>
          <a:prstGeom prst="line">
            <a:avLst/>
          </a:prstGeom>
          <a:ln>
            <a:solidFill>
              <a:srgbClr val="B3D334"/>
            </a:solidFill>
          </a:ln>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10932341" y="6424036"/>
            <a:ext cx="315589" cy="315589"/>
          </a:xfrm>
          <a:prstGeom prst="ellipse">
            <a:avLst/>
          </a:prstGeom>
          <a:solidFill>
            <a:srgbClr val="B3D33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TextBox 11"/>
          <p:cNvSpPr txBox="1"/>
          <p:nvPr userDrawn="1"/>
        </p:nvSpPr>
        <p:spPr>
          <a:xfrm>
            <a:off x="838200" y="6474108"/>
            <a:ext cx="2382383" cy="215444"/>
          </a:xfrm>
          <a:prstGeom prst="rect">
            <a:avLst/>
          </a:prstGeom>
          <a:noFill/>
        </p:spPr>
        <p:txBody>
          <a:bodyPr wrap="none" rtlCol="0">
            <a:spAutoFit/>
          </a:bodyPr>
          <a:lstStyle/>
          <a:p>
            <a:pPr fontAlgn="auto">
              <a:spcBef>
                <a:spcPts val="0"/>
              </a:spcBef>
              <a:spcAft>
                <a:spcPts val="0"/>
              </a:spcAft>
            </a:pPr>
            <a:r>
              <a:rPr lang="en-US" sz="800" dirty="0" err="1"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Laukpauk</a:t>
            </a:r>
            <a:r>
              <a:rPr lang="en-US" sz="800" dirty="0"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 Presentation | www.yourwebsite.com</a:t>
            </a:r>
            <a:endParaRPr lang="en-US" sz="800"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3" name="Rectangle 12"/>
          <p:cNvSpPr/>
          <p:nvPr userDrawn="1"/>
        </p:nvSpPr>
        <p:spPr>
          <a:xfrm>
            <a:off x="10915247" y="6455364"/>
            <a:ext cx="349776" cy="261610"/>
          </a:xfrm>
          <a:prstGeom prst="rect">
            <a:avLst/>
          </a:prstGeom>
        </p:spPr>
        <p:txBody>
          <a:bodyPr wrap="none">
            <a:spAutoFit/>
          </a:bodyPr>
          <a:lstStyle/>
          <a:p>
            <a:pPr algn="ctr" fontAlgn="auto">
              <a:spcBef>
                <a:spcPts val="0"/>
              </a:spcBef>
              <a:spcAft>
                <a:spcPts val="0"/>
              </a:spcAft>
            </a:pPr>
            <a:fld id="{52D6D798-CB88-473E-97C8-67A016EA1979}" type="slidenum">
              <a:rPr lang="en-US" sz="1100" smtClean="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rPr>
              <a:pPr algn="ctr" fontAlgn="auto">
                <a:spcBef>
                  <a:spcPts val="0"/>
                </a:spcBef>
                <a:spcAft>
                  <a:spcPts val="0"/>
                </a:spcAft>
              </a:pPr>
              <a:t>‹#›</a:t>
            </a:fld>
            <a:endParaRPr lang="en-US" sz="11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371471659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1" y="0"/>
            <a:ext cx="12192000" cy="6858000"/>
          </a:xfrm>
        </p:spPr>
        <p:txBody>
          <a:bodyPr/>
          <a:lstStyle/>
          <a:p>
            <a:endParaRPr lang="en-US" dirty="0"/>
          </a:p>
        </p:txBody>
      </p:sp>
    </p:spTree>
    <p:extLst>
      <p:ext uri="{BB962C8B-B14F-4D97-AF65-F5344CB8AC3E}">
        <p14:creationId xmlns:p14="http://schemas.microsoft.com/office/powerpoint/2010/main" val="206519955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2"/>
          <p:cNvSpPr>
            <a:spLocks noGrp="1"/>
          </p:cNvSpPr>
          <p:nvPr>
            <p:ph type="pic" sz="quarter" idx="11"/>
          </p:nvPr>
        </p:nvSpPr>
        <p:spPr>
          <a:xfrm>
            <a:off x="1062318" y="1860185"/>
            <a:ext cx="1788459" cy="1788459"/>
          </a:xfrm>
          <a:prstGeom prst="teardrop">
            <a:avLst/>
          </a:prstGeom>
        </p:spPr>
        <p:txBody>
          <a:bodyPr/>
          <a:lstStyle/>
          <a:p>
            <a:endParaRPr lang="en-US"/>
          </a:p>
        </p:txBody>
      </p:sp>
      <p:sp>
        <p:nvSpPr>
          <p:cNvPr id="14" name="Picture Placeholder 2"/>
          <p:cNvSpPr>
            <a:spLocks noGrp="1"/>
          </p:cNvSpPr>
          <p:nvPr>
            <p:ph type="pic" sz="quarter" idx="12"/>
          </p:nvPr>
        </p:nvSpPr>
        <p:spPr>
          <a:xfrm>
            <a:off x="6603337" y="1860185"/>
            <a:ext cx="1788459" cy="1788459"/>
          </a:xfrm>
          <a:prstGeom prst="teardrop">
            <a:avLst/>
          </a:prstGeom>
        </p:spPr>
        <p:txBody>
          <a:bodyPr/>
          <a:lstStyle/>
          <a:p>
            <a:endParaRPr lang="en-US"/>
          </a:p>
        </p:txBody>
      </p:sp>
      <p:sp>
        <p:nvSpPr>
          <p:cNvPr id="16" name="Picture Placeholder 2"/>
          <p:cNvSpPr>
            <a:spLocks noGrp="1"/>
          </p:cNvSpPr>
          <p:nvPr>
            <p:ph type="pic" sz="quarter" idx="13"/>
          </p:nvPr>
        </p:nvSpPr>
        <p:spPr>
          <a:xfrm>
            <a:off x="6603337" y="3906101"/>
            <a:ext cx="1788459" cy="1788459"/>
          </a:xfrm>
          <a:prstGeom prst="teardrop">
            <a:avLst/>
          </a:prstGeom>
        </p:spPr>
        <p:txBody>
          <a:bodyPr/>
          <a:lstStyle/>
          <a:p>
            <a:endParaRPr lang="en-US"/>
          </a:p>
        </p:txBody>
      </p:sp>
      <p:sp>
        <p:nvSpPr>
          <p:cNvPr id="17" name="Picture Placeholder 2"/>
          <p:cNvSpPr>
            <a:spLocks noGrp="1"/>
          </p:cNvSpPr>
          <p:nvPr>
            <p:ph type="pic" sz="quarter" idx="14"/>
          </p:nvPr>
        </p:nvSpPr>
        <p:spPr>
          <a:xfrm>
            <a:off x="1062318" y="3906101"/>
            <a:ext cx="1788459" cy="1788459"/>
          </a:xfrm>
          <a:prstGeom prst="teardrop">
            <a:avLst/>
          </a:prstGeom>
        </p:spPr>
        <p:txBody>
          <a:bodyPr/>
          <a:lstStyle/>
          <a:p>
            <a:endParaRPr lang="en-US"/>
          </a:p>
        </p:txBody>
      </p:sp>
      <p:sp>
        <p:nvSpPr>
          <p:cNvPr id="15"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24" name="Text Placeholder 23"/>
          <p:cNvSpPr>
            <a:spLocks noGrp="1"/>
          </p:cNvSpPr>
          <p:nvPr>
            <p:ph type="body" sz="quarter" idx="10"/>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sp>
        <p:nvSpPr>
          <p:cNvPr id="26" name="Rounded Rectangle 25"/>
          <p:cNvSpPr/>
          <p:nvPr userDrawn="1"/>
        </p:nvSpPr>
        <p:spPr>
          <a:xfrm>
            <a:off x="838200" y="6268029"/>
            <a:ext cx="105156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28" name="Straight Connector 27"/>
          <p:cNvCxnSpPr/>
          <p:nvPr userDrawn="1"/>
        </p:nvCxnSpPr>
        <p:spPr>
          <a:xfrm>
            <a:off x="5367755" y="908854"/>
            <a:ext cx="1456491" cy="0"/>
          </a:xfrm>
          <a:prstGeom prst="line">
            <a:avLst/>
          </a:prstGeom>
          <a:ln>
            <a:solidFill>
              <a:srgbClr val="B3D334"/>
            </a:solidFill>
          </a:ln>
        </p:spPr>
        <p:style>
          <a:lnRef idx="1">
            <a:schemeClr val="accent1"/>
          </a:lnRef>
          <a:fillRef idx="0">
            <a:schemeClr val="accent1"/>
          </a:fillRef>
          <a:effectRef idx="0">
            <a:schemeClr val="accent1"/>
          </a:effectRef>
          <a:fontRef idx="minor">
            <a:schemeClr val="tx1"/>
          </a:fontRef>
        </p:style>
      </p:cxnSp>
      <p:sp>
        <p:nvSpPr>
          <p:cNvPr id="35" name="Oval 34"/>
          <p:cNvSpPr/>
          <p:nvPr userDrawn="1"/>
        </p:nvSpPr>
        <p:spPr>
          <a:xfrm>
            <a:off x="10932341" y="6424036"/>
            <a:ext cx="315589" cy="315589"/>
          </a:xfrm>
          <a:prstGeom prst="ellipse">
            <a:avLst/>
          </a:prstGeom>
          <a:solidFill>
            <a:srgbClr val="B3D33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TextBox 43"/>
          <p:cNvSpPr txBox="1"/>
          <p:nvPr userDrawn="1"/>
        </p:nvSpPr>
        <p:spPr>
          <a:xfrm>
            <a:off x="838200" y="6474108"/>
            <a:ext cx="2382383" cy="215444"/>
          </a:xfrm>
          <a:prstGeom prst="rect">
            <a:avLst/>
          </a:prstGeom>
          <a:noFill/>
        </p:spPr>
        <p:txBody>
          <a:bodyPr wrap="none" rtlCol="0">
            <a:spAutoFit/>
          </a:bodyPr>
          <a:lstStyle/>
          <a:p>
            <a:pPr fontAlgn="auto">
              <a:spcBef>
                <a:spcPts val="0"/>
              </a:spcBef>
              <a:spcAft>
                <a:spcPts val="0"/>
              </a:spcAft>
            </a:pPr>
            <a:r>
              <a:rPr lang="en-US" sz="800" dirty="0" err="1"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Laukpauk</a:t>
            </a:r>
            <a:r>
              <a:rPr lang="en-US" sz="800" dirty="0"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 Presentation | www.yourwebsite.com</a:t>
            </a:r>
            <a:endParaRPr lang="en-US" sz="800"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2" name="Rectangle 11"/>
          <p:cNvSpPr/>
          <p:nvPr userDrawn="1"/>
        </p:nvSpPr>
        <p:spPr>
          <a:xfrm>
            <a:off x="10915247" y="6455364"/>
            <a:ext cx="349776" cy="261610"/>
          </a:xfrm>
          <a:prstGeom prst="rect">
            <a:avLst/>
          </a:prstGeom>
        </p:spPr>
        <p:txBody>
          <a:bodyPr wrap="none">
            <a:spAutoFit/>
          </a:bodyPr>
          <a:lstStyle/>
          <a:p>
            <a:pPr algn="ctr" fontAlgn="auto">
              <a:spcBef>
                <a:spcPts val="0"/>
              </a:spcBef>
              <a:spcAft>
                <a:spcPts val="0"/>
              </a:spcAft>
            </a:pPr>
            <a:fld id="{52D6D798-CB88-473E-97C8-67A016EA1979}" type="slidenum">
              <a:rPr lang="en-US" sz="1100" smtClean="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rPr>
              <a:pPr algn="ctr" fontAlgn="auto">
                <a:spcBef>
                  <a:spcPts val="0"/>
                </a:spcBef>
                <a:spcAft>
                  <a:spcPts val="0"/>
                </a:spcAft>
              </a:pPr>
              <a:t>‹#›</a:t>
            </a:fld>
            <a:endParaRPr lang="en-US" sz="11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221094713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18" name="Picture Placeholder 2"/>
          <p:cNvSpPr>
            <a:spLocks noGrp="1"/>
          </p:cNvSpPr>
          <p:nvPr>
            <p:ph type="pic" sz="quarter" idx="14"/>
          </p:nvPr>
        </p:nvSpPr>
        <p:spPr>
          <a:xfrm>
            <a:off x="8711451" y="1925905"/>
            <a:ext cx="2628900" cy="1691236"/>
          </a:xfrm>
        </p:spPr>
        <p:txBody>
          <a:bodyPr/>
          <a:lstStyle/>
          <a:p>
            <a:endParaRPr lang="en-US"/>
          </a:p>
        </p:txBody>
      </p:sp>
      <p:sp>
        <p:nvSpPr>
          <p:cNvPr id="15"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24" name="Text Placeholder 23"/>
          <p:cNvSpPr>
            <a:spLocks noGrp="1"/>
          </p:cNvSpPr>
          <p:nvPr>
            <p:ph type="body" sz="quarter" idx="10"/>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sp>
        <p:nvSpPr>
          <p:cNvPr id="26" name="Rounded Rectangle 25"/>
          <p:cNvSpPr/>
          <p:nvPr userDrawn="1"/>
        </p:nvSpPr>
        <p:spPr>
          <a:xfrm>
            <a:off x="838200" y="6268029"/>
            <a:ext cx="105156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28" name="Straight Connector 27"/>
          <p:cNvCxnSpPr/>
          <p:nvPr userDrawn="1"/>
        </p:nvCxnSpPr>
        <p:spPr>
          <a:xfrm>
            <a:off x="5367755" y="908854"/>
            <a:ext cx="1456491" cy="0"/>
          </a:xfrm>
          <a:prstGeom prst="line">
            <a:avLst/>
          </a:prstGeom>
          <a:ln>
            <a:solidFill>
              <a:srgbClr val="B3D334"/>
            </a:solidFill>
          </a:ln>
        </p:spPr>
        <p:style>
          <a:lnRef idx="1">
            <a:schemeClr val="accent1"/>
          </a:lnRef>
          <a:fillRef idx="0">
            <a:schemeClr val="accent1"/>
          </a:fillRef>
          <a:effectRef idx="0">
            <a:schemeClr val="accent1"/>
          </a:effectRef>
          <a:fontRef idx="minor">
            <a:schemeClr val="tx1"/>
          </a:fontRef>
        </p:style>
      </p:cxnSp>
      <p:sp>
        <p:nvSpPr>
          <p:cNvPr id="35" name="Oval 34"/>
          <p:cNvSpPr/>
          <p:nvPr userDrawn="1"/>
        </p:nvSpPr>
        <p:spPr>
          <a:xfrm>
            <a:off x="10932341" y="6424036"/>
            <a:ext cx="315589" cy="315589"/>
          </a:xfrm>
          <a:prstGeom prst="ellipse">
            <a:avLst/>
          </a:prstGeom>
          <a:solidFill>
            <a:srgbClr val="B3D33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TextBox 43"/>
          <p:cNvSpPr txBox="1"/>
          <p:nvPr userDrawn="1"/>
        </p:nvSpPr>
        <p:spPr>
          <a:xfrm>
            <a:off x="838200" y="6474108"/>
            <a:ext cx="2382383" cy="215444"/>
          </a:xfrm>
          <a:prstGeom prst="rect">
            <a:avLst/>
          </a:prstGeom>
          <a:noFill/>
        </p:spPr>
        <p:txBody>
          <a:bodyPr wrap="none" rtlCol="0">
            <a:spAutoFit/>
          </a:bodyPr>
          <a:lstStyle/>
          <a:p>
            <a:pPr fontAlgn="auto">
              <a:spcBef>
                <a:spcPts val="0"/>
              </a:spcBef>
              <a:spcAft>
                <a:spcPts val="0"/>
              </a:spcAft>
            </a:pPr>
            <a:r>
              <a:rPr lang="en-US" sz="800" dirty="0" err="1"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Laukpauk</a:t>
            </a:r>
            <a:r>
              <a:rPr lang="en-US" sz="800" dirty="0" smtClean="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rPr>
              <a:t> Presentation | www.yourwebsite.com</a:t>
            </a:r>
            <a:endParaRPr lang="en-US" sz="800"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 name="Picture Placeholder 2"/>
          <p:cNvSpPr>
            <a:spLocks noGrp="1"/>
          </p:cNvSpPr>
          <p:nvPr>
            <p:ph type="pic" sz="quarter" idx="11"/>
          </p:nvPr>
        </p:nvSpPr>
        <p:spPr>
          <a:xfrm>
            <a:off x="838200" y="1925905"/>
            <a:ext cx="2628900" cy="1691236"/>
          </a:xfrm>
        </p:spPr>
        <p:txBody>
          <a:bodyPr/>
          <a:lstStyle/>
          <a:p>
            <a:endParaRPr lang="en-US"/>
          </a:p>
        </p:txBody>
      </p:sp>
      <p:sp>
        <p:nvSpPr>
          <p:cNvPr id="16" name="Picture Placeholder 2"/>
          <p:cNvSpPr>
            <a:spLocks noGrp="1"/>
          </p:cNvSpPr>
          <p:nvPr>
            <p:ph type="pic" sz="quarter" idx="12"/>
          </p:nvPr>
        </p:nvSpPr>
        <p:spPr>
          <a:xfrm>
            <a:off x="3467100" y="1925905"/>
            <a:ext cx="2628900" cy="1691236"/>
          </a:xfrm>
        </p:spPr>
        <p:txBody>
          <a:bodyPr/>
          <a:lstStyle/>
          <a:p>
            <a:endParaRPr lang="en-US"/>
          </a:p>
        </p:txBody>
      </p:sp>
      <p:sp>
        <p:nvSpPr>
          <p:cNvPr id="17" name="Picture Placeholder 2"/>
          <p:cNvSpPr>
            <a:spLocks noGrp="1"/>
          </p:cNvSpPr>
          <p:nvPr>
            <p:ph type="pic" sz="quarter" idx="13"/>
          </p:nvPr>
        </p:nvSpPr>
        <p:spPr>
          <a:xfrm>
            <a:off x="6082551" y="1925905"/>
            <a:ext cx="2628900" cy="1691236"/>
          </a:xfrm>
        </p:spPr>
        <p:txBody>
          <a:bodyPr/>
          <a:lstStyle/>
          <a:p>
            <a:endParaRPr lang="en-US"/>
          </a:p>
        </p:txBody>
      </p:sp>
      <p:sp>
        <p:nvSpPr>
          <p:cNvPr id="12" name="Rectangle 11"/>
          <p:cNvSpPr/>
          <p:nvPr userDrawn="1"/>
        </p:nvSpPr>
        <p:spPr>
          <a:xfrm>
            <a:off x="10915247" y="6455364"/>
            <a:ext cx="349776" cy="261610"/>
          </a:xfrm>
          <a:prstGeom prst="rect">
            <a:avLst/>
          </a:prstGeom>
        </p:spPr>
        <p:txBody>
          <a:bodyPr wrap="none">
            <a:spAutoFit/>
          </a:bodyPr>
          <a:lstStyle/>
          <a:p>
            <a:pPr algn="ctr" fontAlgn="auto">
              <a:spcBef>
                <a:spcPts val="0"/>
              </a:spcBef>
              <a:spcAft>
                <a:spcPts val="0"/>
              </a:spcAft>
            </a:pPr>
            <a:fld id="{52D6D798-CB88-473E-97C8-67A016EA1979}" type="slidenum">
              <a:rPr lang="en-US" sz="1100" smtClean="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rPr>
              <a:pPr algn="ctr" fontAlgn="auto">
                <a:spcBef>
                  <a:spcPts val="0"/>
                </a:spcBef>
                <a:spcAft>
                  <a:spcPts val="0"/>
                </a:spcAft>
              </a:pPr>
              <a:t>‹#›</a:t>
            </a:fld>
            <a:endParaRPr lang="en-US" sz="11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67646522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6" name="Picture Placeholder 27"/>
          <p:cNvSpPr>
            <a:spLocks noGrp="1"/>
          </p:cNvSpPr>
          <p:nvPr>
            <p:ph type="pic" sz="quarter" idx="10"/>
          </p:nvPr>
        </p:nvSpPr>
        <p:spPr>
          <a:xfrm>
            <a:off x="0" y="0"/>
            <a:ext cx="2438401" cy="1714501"/>
          </a:xfrm>
        </p:spPr>
        <p:txBody>
          <a:bodyPr/>
          <a:lstStyle/>
          <a:p>
            <a:endParaRPr lang="en-US"/>
          </a:p>
        </p:txBody>
      </p:sp>
      <p:sp>
        <p:nvSpPr>
          <p:cNvPr id="7" name="Picture Placeholder 27"/>
          <p:cNvSpPr>
            <a:spLocks noGrp="1"/>
          </p:cNvSpPr>
          <p:nvPr>
            <p:ph type="pic" sz="quarter" idx="11"/>
          </p:nvPr>
        </p:nvSpPr>
        <p:spPr>
          <a:xfrm>
            <a:off x="2438399" y="0"/>
            <a:ext cx="2438401" cy="1714501"/>
          </a:xfrm>
        </p:spPr>
        <p:txBody>
          <a:bodyPr/>
          <a:lstStyle/>
          <a:p>
            <a:endParaRPr lang="en-US"/>
          </a:p>
        </p:txBody>
      </p:sp>
      <p:sp>
        <p:nvSpPr>
          <p:cNvPr id="8" name="Picture Placeholder 27"/>
          <p:cNvSpPr>
            <a:spLocks noGrp="1"/>
          </p:cNvSpPr>
          <p:nvPr>
            <p:ph type="pic" sz="quarter" idx="12"/>
          </p:nvPr>
        </p:nvSpPr>
        <p:spPr>
          <a:xfrm>
            <a:off x="4876797" y="0"/>
            <a:ext cx="2438401" cy="1714501"/>
          </a:xfrm>
        </p:spPr>
        <p:txBody>
          <a:bodyPr/>
          <a:lstStyle/>
          <a:p>
            <a:endParaRPr lang="en-US"/>
          </a:p>
        </p:txBody>
      </p:sp>
      <p:sp>
        <p:nvSpPr>
          <p:cNvPr id="9" name="Picture Placeholder 27"/>
          <p:cNvSpPr>
            <a:spLocks noGrp="1"/>
          </p:cNvSpPr>
          <p:nvPr>
            <p:ph type="pic" sz="quarter" idx="13"/>
          </p:nvPr>
        </p:nvSpPr>
        <p:spPr>
          <a:xfrm>
            <a:off x="7315196" y="0"/>
            <a:ext cx="2438401" cy="1714501"/>
          </a:xfrm>
        </p:spPr>
        <p:txBody>
          <a:bodyPr/>
          <a:lstStyle/>
          <a:p>
            <a:endParaRPr lang="en-US"/>
          </a:p>
        </p:txBody>
      </p:sp>
      <p:sp>
        <p:nvSpPr>
          <p:cNvPr id="10" name="Picture Placeholder 27"/>
          <p:cNvSpPr>
            <a:spLocks noGrp="1"/>
          </p:cNvSpPr>
          <p:nvPr>
            <p:ph type="pic" sz="quarter" idx="14"/>
          </p:nvPr>
        </p:nvSpPr>
        <p:spPr>
          <a:xfrm>
            <a:off x="9753591" y="0"/>
            <a:ext cx="2438401" cy="1714501"/>
          </a:xfrm>
        </p:spPr>
        <p:txBody>
          <a:bodyPr/>
          <a:lstStyle/>
          <a:p>
            <a:endParaRPr lang="en-US"/>
          </a:p>
        </p:txBody>
      </p:sp>
      <p:sp>
        <p:nvSpPr>
          <p:cNvPr id="11" name="Picture Placeholder 27"/>
          <p:cNvSpPr>
            <a:spLocks noGrp="1"/>
          </p:cNvSpPr>
          <p:nvPr>
            <p:ph type="pic" sz="quarter" idx="15"/>
          </p:nvPr>
        </p:nvSpPr>
        <p:spPr>
          <a:xfrm>
            <a:off x="0" y="1714499"/>
            <a:ext cx="2438401" cy="1714501"/>
          </a:xfrm>
        </p:spPr>
        <p:txBody>
          <a:bodyPr/>
          <a:lstStyle/>
          <a:p>
            <a:endParaRPr lang="en-US"/>
          </a:p>
        </p:txBody>
      </p:sp>
      <p:sp>
        <p:nvSpPr>
          <p:cNvPr id="12" name="Picture Placeholder 27"/>
          <p:cNvSpPr>
            <a:spLocks noGrp="1"/>
          </p:cNvSpPr>
          <p:nvPr>
            <p:ph type="pic" sz="quarter" idx="16"/>
          </p:nvPr>
        </p:nvSpPr>
        <p:spPr>
          <a:xfrm>
            <a:off x="2438399" y="1714499"/>
            <a:ext cx="2438401" cy="1714501"/>
          </a:xfrm>
        </p:spPr>
        <p:txBody>
          <a:bodyPr/>
          <a:lstStyle/>
          <a:p>
            <a:endParaRPr lang="en-US"/>
          </a:p>
        </p:txBody>
      </p:sp>
      <p:sp>
        <p:nvSpPr>
          <p:cNvPr id="13" name="Picture Placeholder 27"/>
          <p:cNvSpPr>
            <a:spLocks noGrp="1"/>
          </p:cNvSpPr>
          <p:nvPr>
            <p:ph type="pic" sz="quarter" idx="17"/>
          </p:nvPr>
        </p:nvSpPr>
        <p:spPr>
          <a:xfrm>
            <a:off x="4876797" y="1714499"/>
            <a:ext cx="2438401" cy="1714501"/>
          </a:xfrm>
        </p:spPr>
        <p:txBody>
          <a:bodyPr/>
          <a:lstStyle/>
          <a:p>
            <a:endParaRPr lang="en-US"/>
          </a:p>
        </p:txBody>
      </p:sp>
      <p:sp>
        <p:nvSpPr>
          <p:cNvPr id="14" name="Picture Placeholder 27"/>
          <p:cNvSpPr>
            <a:spLocks noGrp="1"/>
          </p:cNvSpPr>
          <p:nvPr>
            <p:ph type="pic" sz="quarter" idx="18"/>
          </p:nvPr>
        </p:nvSpPr>
        <p:spPr>
          <a:xfrm>
            <a:off x="7315196" y="1714499"/>
            <a:ext cx="2438401" cy="1714501"/>
          </a:xfrm>
        </p:spPr>
        <p:txBody>
          <a:bodyPr/>
          <a:lstStyle/>
          <a:p>
            <a:endParaRPr lang="en-US"/>
          </a:p>
        </p:txBody>
      </p:sp>
      <p:sp>
        <p:nvSpPr>
          <p:cNvPr id="15" name="Picture Placeholder 27"/>
          <p:cNvSpPr>
            <a:spLocks noGrp="1"/>
          </p:cNvSpPr>
          <p:nvPr>
            <p:ph type="pic" sz="quarter" idx="19"/>
          </p:nvPr>
        </p:nvSpPr>
        <p:spPr>
          <a:xfrm>
            <a:off x="9753591" y="1714499"/>
            <a:ext cx="2438401" cy="1714501"/>
          </a:xfrm>
        </p:spPr>
        <p:txBody>
          <a:bodyPr/>
          <a:lstStyle/>
          <a:p>
            <a:endParaRPr lang="en-US"/>
          </a:p>
        </p:txBody>
      </p:sp>
      <p:sp>
        <p:nvSpPr>
          <p:cNvPr id="22" name="Rounded Rectangle 21"/>
          <p:cNvSpPr/>
          <p:nvPr userDrawn="1"/>
        </p:nvSpPr>
        <p:spPr>
          <a:xfrm>
            <a:off x="838200" y="6268029"/>
            <a:ext cx="105156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Oval 22"/>
          <p:cNvSpPr/>
          <p:nvPr userDrawn="1"/>
        </p:nvSpPr>
        <p:spPr>
          <a:xfrm>
            <a:off x="10932341" y="6424036"/>
            <a:ext cx="315589" cy="315589"/>
          </a:xfrm>
          <a:prstGeom prst="ellipse">
            <a:avLst/>
          </a:prstGeom>
          <a:solidFill>
            <a:srgbClr val="B3D33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4" name="TextBox 23"/>
          <p:cNvSpPr txBox="1"/>
          <p:nvPr userDrawn="1"/>
        </p:nvSpPr>
        <p:spPr>
          <a:xfrm>
            <a:off x="838200" y="6474108"/>
            <a:ext cx="2382383" cy="215444"/>
          </a:xfrm>
          <a:prstGeom prst="rect">
            <a:avLst/>
          </a:prstGeom>
          <a:noFill/>
        </p:spPr>
        <p:txBody>
          <a:bodyPr wrap="none" rtlCol="0">
            <a:spAutoFit/>
          </a:bodyPr>
          <a:lstStyle/>
          <a:p>
            <a:pPr fontAlgn="auto">
              <a:spcBef>
                <a:spcPts val="0"/>
              </a:spcBef>
              <a:spcAft>
                <a:spcPts val="0"/>
              </a:spcAft>
            </a:pPr>
            <a:r>
              <a:rPr lang="en-US" sz="800" dirty="0" err="1" smtClean="0">
                <a:solidFill>
                  <a:srgbClr val="44546A">
                    <a:lumMod val="50000"/>
                  </a:srgbClr>
                </a:solidFill>
                <a:latin typeface="Open Sans Light" panose="020B0306030504020204" pitchFamily="34" charset="0"/>
                <a:ea typeface="Open Sans Light" panose="020B0306030504020204" pitchFamily="34" charset="0"/>
                <a:cs typeface="Open Sans Light" panose="020B0306030504020204" pitchFamily="34" charset="0"/>
              </a:rPr>
              <a:t>Laukpauk</a:t>
            </a:r>
            <a:r>
              <a:rPr lang="en-US" sz="800" dirty="0" smtClean="0">
                <a:solidFill>
                  <a:srgbClr val="44546A">
                    <a:lumMod val="50000"/>
                  </a:srgbClr>
                </a:solidFill>
                <a:latin typeface="Open Sans Light" panose="020B0306030504020204" pitchFamily="34" charset="0"/>
                <a:ea typeface="Open Sans Light" panose="020B0306030504020204" pitchFamily="34" charset="0"/>
                <a:cs typeface="Open Sans Light" panose="020B0306030504020204" pitchFamily="34" charset="0"/>
              </a:rPr>
              <a:t> Presentation | www.yourwebsite.com</a:t>
            </a:r>
            <a:endParaRPr lang="en-US" sz="800" dirty="0">
              <a:solidFill>
                <a:srgbClr val="44546A">
                  <a:lumMod val="50000"/>
                </a:srgb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6" name="Rectangle 15"/>
          <p:cNvSpPr/>
          <p:nvPr userDrawn="1"/>
        </p:nvSpPr>
        <p:spPr>
          <a:xfrm>
            <a:off x="10915247" y="6455364"/>
            <a:ext cx="349776" cy="261610"/>
          </a:xfrm>
          <a:prstGeom prst="rect">
            <a:avLst/>
          </a:prstGeom>
        </p:spPr>
        <p:txBody>
          <a:bodyPr wrap="none">
            <a:spAutoFit/>
          </a:bodyPr>
          <a:lstStyle/>
          <a:p>
            <a:pPr algn="ctr" fontAlgn="auto">
              <a:spcBef>
                <a:spcPts val="0"/>
              </a:spcBef>
              <a:spcAft>
                <a:spcPts val="0"/>
              </a:spcAft>
            </a:pPr>
            <a:fld id="{52D6D798-CB88-473E-97C8-67A016EA1979}" type="slidenum">
              <a:rPr lang="en-US" sz="1100" smtClean="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rPr>
              <a:pPr algn="ctr" fontAlgn="auto">
                <a:spcBef>
                  <a:spcPts val="0"/>
                </a:spcBef>
                <a:spcAft>
                  <a:spcPts val="0"/>
                </a:spcAft>
              </a:pPr>
              <a:t>‹#›</a:t>
            </a:fld>
            <a:endParaRPr lang="en-US" sz="11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215856453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6483927" y="1"/>
            <a:ext cx="5708073" cy="6858000"/>
          </a:xfrm>
        </p:spPr>
        <p:txBody>
          <a:bodyPr/>
          <a:lstStyle/>
          <a:p>
            <a:endParaRPr lang="en-US"/>
          </a:p>
        </p:txBody>
      </p:sp>
    </p:spTree>
    <p:extLst>
      <p:ext uri="{BB962C8B-B14F-4D97-AF65-F5344CB8AC3E}">
        <p14:creationId xmlns:p14="http://schemas.microsoft.com/office/powerpoint/2010/main" val="142437029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1860186"/>
            <a:ext cx="12192000" cy="2822575"/>
          </a:xfrm>
        </p:spPr>
        <p:txBody>
          <a:bodyPr/>
          <a:lstStyle/>
          <a:p>
            <a:endParaRPr lang="en-US"/>
          </a:p>
        </p:txBody>
      </p:sp>
      <p:sp>
        <p:nvSpPr>
          <p:cNvPr id="8" name="Title 14"/>
          <p:cNvSpPr>
            <a:spLocks noGrp="1"/>
          </p:cNvSpPr>
          <p:nvPr>
            <p:ph type="title"/>
          </p:nvPr>
        </p:nvSpPr>
        <p:spPr>
          <a:xfrm>
            <a:off x="838200" y="308482"/>
            <a:ext cx="10515600" cy="783944"/>
          </a:xfr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9" name="Text Placeholder 23"/>
          <p:cNvSpPr>
            <a:spLocks noGrp="1"/>
          </p:cNvSpPr>
          <p:nvPr>
            <p:ph type="body" sz="quarter" idx="11"/>
          </p:nvPr>
        </p:nvSpPr>
        <p:spPr>
          <a:xfrm>
            <a:off x="838201" y="1076242"/>
            <a:ext cx="10515600" cy="526488"/>
          </a:xfrm>
        </p:spPr>
        <p:txBody>
          <a:bodyPr/>
          <a:lstStyle>
            <a:lvl1pPr>
              <a:defRPr>
                <a:solidFill>
                  <a:schemeClr val="bg1">
                    <a:lumMod val="50000"/>
                  </a:schemeClr>
                </a:solidFill>
              </a:defRPr>
            </a:lvl1pPr>
          </a:lstStyle>
          <a:p>
            <a:pPr lvl="0"/>
            <a:endParaRPr lang="en-US" dirty="0"/>
          </a:p>
        </p:txBody>
      </p:sp>
      <p:cxnSp>
        <p:nvCxnSpPr>
          <p:cNvPr id="10" name="Straight Connector 9"/>
          <p:cNvCxnSpPr/>
          <p:nvPr userDrawn="1"/>
        </p:nvCxnSpPr>
        <p:spPr>
          <a:xfrm>
            <a:off x="5367755" y="908854"/>
            <a:ext cx="1456491" cy="0"/>
          </a:xfrm>
          <a:prstGeom prst="line">
            <a:avLst/>
          </a:prstGeom>
          <a:ln>
            <a:solidFill>
              <a:srgbClr val="B3D334"/>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4442047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1" y="0"/>
            <a:ext cx="12191999" cy="4726744"/>
          </a:xfrm>
        </p:spPr>
        <p:txBody>
          <a:bodyPr/>
          <a:lstStyle/>
          <a:p>
            <a:endParaRPr lang="en-US"/>
          </a:p>
        </p:txBody>
      </p:sp>
    </p:spTree>
    <p:extLst>
      <p:ext uri="{BB962C8B-B14F-4D97-AF65-F5344CB8AC3E}">
        <p14:creationId xmlns:p14="http://schemas.microsoft.com/office/powerpoint/2010/main" val="292395416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31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EBB86D25-F85E-417C-A770-84F152573AFA}" type="datetime1">
              <a:rPr lang="en-US" smtClean="0">
                <a:solidFill>
                  <a:srgbClr val="5C5C5C">
                    <a:tint val="75000"/>
                  </a:srgbClr>
                </a:solidFill>
              </a:rPr>
              <a:pPr/>
              <a:t>8/17/16</a:t>
            </a:fld>
            <a:endParaRPr lang="en-US">
              <a:solidFill>
                <a:srgbClr val="5C5C5C">
                  <a:tint val="75000"/>
                </a:srgbClr>
              </a:solidFill>
            </a:endParaRPr>
          </a:p>
        </p:txBody>
      </p:sp>
      <p:sp>
        <p:nvSpPr>
          <p:cNvPr id="5" name="Footer Placeholder 4"/>
          <p:cNvSpPr>
            <a:spLocks noGrp="1"/>
          </p:cNvSpPr>
          <p:nvPr>
            <p:ph type="ftr" sz="quarter" idx="11"/>
          </p:nvPr>
        </p:nvSpPr>
        <p:spPr/>
        <p:txBody>
          <a:bodyPr/>
          <a:lstStyle/>
          <a:p>
            <a:endParaRPr lang="en-US">
              <a:solidFill>
                <a:srgbClr val="5C5C5C">
                  <a:tint val="75000"/>
                </a:srgbClr>
              </a:solidFill>
            </a:endParaRPr>
          </a:p>
        </p:txBody>
      </p:sp>
      <p:sp>
        <p:nvSpPr>
          <p:cNvPr id="6" name="Slide Number Placeholder 5"/>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246592033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87C0457-4DE4-41F9-9F1A-73D167509535}" type="datetime1">
              <a:rPr lang="en-US" smtClean="0">
                <a:solidFill>
                  <a:srgbClr val="5C5C5C">
                    <a:tint val="75000"/>
                  </a:srgbClr>
                </a:solidFill>
              </a:rPr>
              <a:pPr/>
              <a:t>8/17/16</a:t>
            </a:fld>
            <a:endParaRPr lang="en-US">
              <a:solidFill>
                <a:srgbClr val="5C5C5C">
                  <a:tint val="75000"/>
                </a:srgbClr>
              </a:solidFill>
            </a:endParaRPr>
          </a:p>
        </p:txBody>
      </p:sp>
      <p:sp>
        <p:nvSpPr>
          <p:cNvPr id="5" name="Footer Placeholder 4"/>
          <p:cNvSpPr>
            <a:spLocks noGrp="1"/>
          </p:cNvSpPr>
          <p:nvPr>
            <p:ph type="ftr" sz="quarter" idx="11"/>
          </p:nvPr>
        </p:nvSpPr>
        <p:spPr/>
        <p:txBody>
          <a:bodyPr/>
          <a:lstStyle/>
          <a:p>
            <a:endParaRPr lang="en-US">
              <a:solidFill>
                <a:srgbClr val="5C5C5C">
                  <a:tint val="75000"/>
                </a:srgbClr>
              </a:solidFill>
            </a:endParaRPr>
          </a:p>
        </p:txBody>
      </p:sp>
      <p:sp>
        <p:nvSpPr>
          <p:cNvPr id="6" name="Slide Number Placeholder 5"/>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27310104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F6685F3B-464B-458C-A7DB-37892E4B6C9D}" type="datetime1">
              <a:rPr lang="en-US" smtClean="0">
                <a:solidFill>
                  <a:srgbClr val="5C5C5C">
                    <a:tint val="75000"/>
                  </a:srgbClr>
                </a:solidFill>
              </a:rPr>
              <a:pPr/>
              <a:t>8/17/16</a:t>
            </a:fld>
            <a:endParaRPr lang="en-US">
              <a:solidFill>
                <a:srgbClr val="5C5C5C">
                  <a:tint val="75000"/>
                </a:srgbClr>
              </a:solidFill>
            </a:endParaRPr>
          </a:p>
        </p:txBody>
      </p:sp>
      <p:sp>
        <p:nvSpPr>
          <p:cNvPr id="5" name="Footer Placeholder 4"/>
          <p:cNvSpPr>
            <a:spLocks noGrp="1"/>
          </p:cNvSpPr>
          <p:nvPr>
            <p:ph type="ftr" sz="quarter" idx="11"/>
          </p:nvPr>
        </p:nvSpPr>
        <p:spPr/>
        <p:txBody>
          <a:bodyPr/>
          <a:lstStyle/>
          <a:p>
            <a:endParaRPr lang="en-US">
              <a:solidFill>
                <a:srgbClr val="5C5C5C">
                  <a:tint val="75000"/>
                </a:srgbClr>
              </a:solidFill>
            </a:endParaRPr>
          </a:p>
        </p:txBody>
      </p:sp>
      <p:sp>
        <p:nvSpPr>
          <p:cNvPr id="6" name="Slide Number Placeholder 5"/>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345397322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2439A0C9-4136-486D-BA63-BC7A0C5F1D11}" type="datetime1">
              <a:rPr lang="en-US" smtClean="0">
                <a:solidFill>
                  <a:srgbClr val="5C5C5C">
                    <a:tint val="75000"/>
                  </a:srgbClr>
                </a:solidFill>
              </a:rPr>
              <a:pPr/>
              <a:t>8/17/16</a:t>
            </a:fld>
            <a:endParaRPr lang="en-US">
              <a:solidFill>
                <a:srgbClr val="5C5C5C">
                  <a:tint val="75000"/>
                </a:srgbClr>
              </a:solidFill>
            </a:endParaRPr>
          </a:p>
        </p:txBody>
      </p:sp>
      <p:sp>
        <p:nvSpPr>
          <p:cNvPr id="6" name="Footer Placeholder 5"/>
          <p:cNvSpPr>
            <a:spLocks noGrp="1"/>
          </p:cNvSpPr>
          <p:nvPr>
            <p:ph type="ftr" sz="quarter" idx="11"/>
          </p:nvPr>
        </p:nvSpPr>
        <p:spPr/>
        <p:txBody>
          <a:bodyPr/>
          <a:lstStyle/>
          <a:p>
            <a:endParaRPr lang="en-US">
              <a:solidFill>
                <a:srgbClr val="5C5C5C">
                  <a:tint val="75000"/>
                </a:srgbClr>
              </a:solidFill>
            </a:endParaRPr>
          </a:p>
        </p:txBody>
      </p:sp>
      <p:sp>
        <p:nvSpPr>
          <p:cNvPr id="7" name="Slide Number Placeholder 6"/>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4110508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72104E29-ED5A-4208-9C0A-4CB55C564722}" type="datetime1">
              <a:rPr lang="en-US" smtClean="0">
                <a:solidFill>
                  <a:srgbClr val="5C5C5C">
                    <a:tint val="75000"/>
                  </a:srgbClr>
                </a:solidFill>
              </a:rPr>
              <a:pPr/>
              <a:t>8/17/16</a:t>
            </a:fld>
            <a:endParaRPr lang="en-US">
              <a:solidFill>
                <a:srgbClr val="5C5C5C">
                  <a:tint val="75000"/>
                </a:srgbClr>
              </a:solidFill>
            </a:endParaRPr>
          </a:p>
        </p:txBody>
      </p:sp>
      <p:sp>
        <p:nvSpPr>
          <p:cNvPr id="8" name="Footer Placeholder 7"/>
          <p:cNvSpPr>
            <a:spLocks noGrp="1"/>
          </p:cNvSpPr>
          <p:nvPr>
            <p:ph type="ftr" sz="quarter" idx="11"/>
          </p:nvPr>
        </p:nvSpPr>
        <p:spPr/>
        <p:txBody>
          <a:bodyPr/>
          <a:lstStyle/>
          <a:p>
            <a:endParaRPr lang="en-US">
              <a:solidFill>
                <a:srgbClr val="5C5C5C">
                  <a:tint val="75000"/>
                </a:srgbClr>
              </a:solidFill>
            </a:endParaRPr>
          </a:p>
        </p:txBody>
      </p:sp>
      <p:sp>
        <p:nvSpPr>
          <p:cNvPr id="9" name="Slide Number Placeholder 8"/>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95603858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5" name="Slide Number Placeholder 4"/>
          <p:cNvSpPr>
            <a:spLocks noGrp="1"/>
          </p:cNvSpPr>
          <p:nvPr>
            <p:ph type="sldNum" sz="quarter" idx="12"/>
          </p:nvPr>
        </p:nvSpPr>
        <p:spPr>
          <a:xfrm>
            <a:off x="11026206"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6" name="Rectangle 5"/>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 name="Chevron 6"/>
          <p:cNvSpPr/>
          <p:nvPr userDrawn="1"/>
        </p:nvSpPr>
        <p:spPr>
          <a:xfrm>
            <a:off x="11547439"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9" name="Chevron 8"/>
          <p:cNvSpPr/>
          <p:nvPr userDrawn="1"/>
        </p:nvSpPr>
        <p:spPr>
          <a:xfrm flipH="1">
            <a:off x="10855172"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20" name="Rounded Rectangle 19"/>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1" name="Group 4"/>
          <p:cNvGrpSpPr>
            <a:grpSpLocks noChangeAspect="1"/>
          </p:cNvGrpSpPr>
          <p:nvPr userDrawn="1"/>
        </p:nvGrpSpPr>
        <p:grpSpPr bwMode="auto">
          <a:xfrm>
            <a:off x="442997" y="6336771"/>
            <a:ext cx="509890" cy="403223"/>
            <a:chOff x="2100" y="784"/>
            <a:chExt cx="3480" cy="2752"/>
          </a:xfrm>
        </p:grpSpPr>
        <p:sp>
          <p:nvSpPr>
            <p:cNvPr id="22"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3"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24"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25" name="TextBox 24"/>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Tree>
    <p:extLst>
      <p:ext uri="{BB962C8B-B14F-4D97-AF65-F5344CB8AC3E}">
        <p14:creationId xmlns:p14="http://schemas.microsoft.com/office/powerpoint/2010/main" val="337430778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750"/>
                                        <p:tgtEl>
                                          <p:spTgt spid="2"/>
                                        </p:tgtEl>
                                        <p:attrNameLst>
                                          <p:attrName>ppt_x</p:attrName>
                                        </p:attrNameLst>
                                      </p:cBhvr>
                                      <p:tavLst>
                                        <p:tav tm="0">
                                          <p:val>
                                            <p:strVal val="#ppt_x-#ppt_w*1.125000"/>
                                          </p:val>
                                        </p:tav>
                                        <p:tav tm="100000">
                                          <p:val>
                                            <p:strVal val="#ppt_x"/>
                                          </p:val>
                                        </p:tav>
                                      </p:tavLst>
                                    </p:anim>
                                    <p:animEffect transition="in" filter="wipe(right)">
                                      <p:cBhvr>
                                        <p:cTn id="8" dur="75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63492571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6312383-BCA4-46A3-8A0D-1879218E910A}" type="datetime1">
              <a:rPr lang="en-US" smtClean="0">
                <a:solidFill>
                  <a:srgbClr val="5C5C5C">
                    <a:tint val="75000"/>
                  </a:srgbClr>
                </a:solidFill>
              </a:rPr>
              <a:pPr/>
              <a:t>8/17/16</a:t>
            </a:fld>
            <a:endParaRPr lang="en-US">
              <a:solidFill>
                <a:srgbClr val="5C5C5C">
                  <a:tint val="75000"/>
                </a:srgbClr>
              </a:solidFill>
            </a:endParaRPr>
          </a:p>
        </p:txBody>
      </p:sp>
      <p:sp>
        <p:nvSpPr>
          <p:cNvPr id="6" name="Footer Placeholder 5"/>
          <p:cNvSpPr>
            <a:spLocks noGrp="1"/>
          </p:cNvSpPr>
          <p:nvPr>
            <p:ph type="ftr" sz="quarter" idx="11"/>
          </p:nvPr>
        </p:nvSpPr>
        <p:spPr/>
        <p:txBody>
          <a:bodyPr/>
          <a:lstStyle/>
          <a:p>
            <a:endParaRPr lang="en-US">
              <a:solidFill>
                <a:srgbClr val="5C5C5C">
                  <a:tint val="75000"/>
                </a:srgbClr>
              </a:solidFill>
            </a:endParaRPr>
          </a:p>
        </p:txBody>
      </p:sp>
      <p:sp>
        <p:nvSpPr>
          <p:cNvPr id="7" name="Slide Number Placeholder 6"/>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213005403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B3118B1-1A33-480F-93F6-7943452C2CAE}" type="datetime1">
              <a:rPr lang="en-US" smtClean="0">
                <a:solidFill>
                  <a:srgbClr val="5C5C5C">
                    <a:tint val="75000"/>
                  </a:srgbClr>
                </a:solidFill>
              </a:rPr>
              <a:pPr/>
              <a:t>8/17/16</a:t>
            </a:fld>
            <a:endParaRPr lang="en-US">
              <a:solidFill>
                <a:srgbClr val="5C5C5C">
                  <a:tint val="75000"/>
                </a:srgbClr>
              </a:solidFill>
            </a:endParaRPr>
          </a:p>
        </p:txBody>
      </p:sp>
      <p:sp>
        <p:nvSpPr>
          <p:cNvPr id="6" name="Footer Placeholder 5"/>
          <p:cNvSpPr>
            <a:spLocks noGrp="1"/>
          </p:cNvSpPr>
          <p:nvPr>
            <p:ph type="ftr" sz="quarter" idx="11"/>
          </p:nvPr>
        </p:nvSpPr>
        <p:spPr/>
        <p:txBody>
          <a:bodyPr/>
          <a:lstStyle/>
          <a:p>
            <a:endParaRPr lang="en-US">
              <a:solidFill>
                <a:srgbClr val="5C5C5C">
                  <a:tint val="75000"/>
                </a:srgbClr>
              </a:solidFill>
            </a:endParaRPr>
          </a:p>
        </p:txBody>
      </p:sp>
      <p:sp>
        <p:nvSpPr>
          <p:cNvPr id="7" name="Slide Number Placeholder 6"/>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260584456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E4C3DEE6-FB74-4EF8-A7BD-B411F71D0D88}" type="datetime1">
              <a:rPr lang="en-US" smtClean="0">
                <a:solidFill>
                  <a:srgbClr val="5C5C5C">
                    <a:tint val="75000"/>
                  </a:srgbClr>
                </a:solidFill>
              </a:rPr>
              <a:pPr/>
              <a:t>8/17/16</a:t>
            </a:fld>
            <a:endParaRPr lang="en-US">
              <a:solidFill>
                <a:srgbClr val="5C5C5C">
                  <a:tint val="75000"/>
                </a:srgbClr>
              </a:solidFill>
            </a:endParaRPr>
          </a:p>
        </p:txBody>
      </p:sp>
      <p:sp>
        <p:nvSpPr>
          <p:cNvPr id="5" name="Footer Placeholder 4"/>
          <p:cNvSpPr>
            <a:spLocks noGrp="1"/>
          </p:cNvSpPr>
          <p:nvPr>
            <p:ph type="ftr" sz="quarter" idx="11"/>
          </p:nvPr>
        </p:nvSpPr>
        <p:spPr/>
        <p:txBody>
          <a:bodyPr/>
          <a:lstStyle/>
          <a:p>
            <a:endParaRPr lang="en-US">
              <a:solidFill>
                <a:srgbClr val="5C5C5C">
                  <a:tint val="75000"/>
                </a:srgbClr>
              </a:solidFill>
            </a:endParaRPr>
          </a:p>
        </p:txBody>
      </p:sp>
      <p:sp>
        <p:nvSpPr>
          <p:cNvPr id="6" name="Slide Number Placeholder 5"/>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423149724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E2DB81D5-68F1-44B8-8D0D-0C98AA6A765C}" type="datetime1">
              <a:rPr lang="en-US" smtClean="0">
                <a:solidFill>
                  <a:srgbClr val="5C5C5C">
                    <a:tint val="75000"/>
                  </a:srgbClr>
                </a:solidFill>
              </a:rPr>
              <a:pPr/>
              <a:t>8/17/16</a:t>
            </a:fld>
            <a:endParaRPr lang="en-US">
              <a:solidFill>
                <a:srgbClr val="5C5C5C">
                  <a:tint val="75000"/>
                </a:srgbClr>
              </a:solidFill>
            </a:endParaRPr>
          </a:p>
        </p:txBody>
      </p:sp>
      <p:sp>
        <p:nvSpPr>
          <p:cNvPr id="5" name="Footer Placeholder 4"/>
          <p:cNvSpPr>
            <a:spLocks noGrp="1"/>
          </p:cNvSpPr>
          <p:nvPr>
            <p:ph type="ftr" sz="quarter" idx="11"/>
          </p:nvPr>
        </p:nvSpPr>
        <p:spPr/>
        <p:txBody>
          <a:bodyPr/>
          <a:lstStyle/>
          <a:p>
            <a:endParaRPr lang="en-US">
              <a:solidFill>
                <a:srgbClr val="5C5C5C">
                  <a:tint val="75000"/>
                </a:srgbClr>
              </a:solidFill>
            </a:endParaRPr>
          </a:p>
        </p:txBody>
      </p:sp>
      <p:sp>
        <p:nvSpPr>
          <p:cNvPr id="6" name="Slide Number Placeholder 5"/>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421095194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0"/>
            <a:ext cx="12192000" cy="6858000"/>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80974509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1404379" y="2124554"/>
            <a:ext cx="4201644" cy="2608891"/>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48522154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6" name="Picture Placeholder 7"/>
          <p:cNvSpPr>
            <a:spLocks noGrp="1"/>
          </p:cNvSpPr>
          <p:nvPr>
            <p:ph type="pic" sz="quarter" idx="10"/>
          </p:nvPr>
        </p:nvSpPr>
        <p:spPr>
          <a:xfrm>
            <a:off x="6732681" y="1672506"/>
            <a:ext cx="3530865" cy="3530865"/>
          </a:xfrm>
          <a:prstGeom prst="ellipse">
            <a:avLst/>
          </a:prstGeo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09835314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6" name="Picture Placeholder 7"/>
          <p:cNvSpPr>
            <a:spLocks noGrp="1"/>
          </p:cNvSpPr>
          <p:nvPr>
            <p:ph type="pic" sz="quarter" idx="10"/>
          </p:nvPr>
        </p:nvSpPr>
        <p:spPr>
          <a:xfrm>
            <a:off x="0" y="1659988"/>
            <a:ext cx="12192000" cy="3291840"/>
          </a:xfrm>
        </p:spPr>
        <p:txBody>
          <a:bodyPr>
            <a:normAutofit/>
          </a:bodyPr>
          <a:lstStyle>
            <a:lvl1pPr>
              <a:defRPr sz="2000">
                <a:solidFill>
                  <a:schemeClr val="bg1">
                    <a:lumMod val="50000"/>
                  </a:schemeClr>
                </a:solidFill>
              </a:defRPr>
            </a:lvl1pPr>
          </a:lstStyle>
          <a:p>
            <a:endParaRPr lang="en-US"/>
          </a:p>
        </p:txBody>
      </p:sp>
      <p:sp>
        <p:nvSpPr>
          <p:cNvPr id="7"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8" name="Slide Number Placeholder 4"/>
          <p:cNvSpPr>
            <a:spLocks noGrp="1"/>
          </p:cNvSpPr>
          <p:nvPr>
            <p:ph type="sldNum" sz="quarter" idx="12"/>
          </p:nvPr>
        </p:nvSpPr>
        <p:spPr>
          <a:xfrm>
            <a:off x="11095481"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9" name="Rectangle 8"/>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Chevron 9"/>
          <p:cNvSpPr/>
          <p:nvPr userDrawn="1"/>
        </p:nvSpPr>
        <p:spPr>
          <a:xfrm>
            <a:off x="11616714"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1" name="Chevron 10"/>
          <p:cNvSpPr/>
          <p:nvPr userDrawn="1"/>
        </p:nvSpPr>
        <p:spPr>
          <a:xfrm flipH="1">
            <a:off x="10924447"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2" name="Rounded Rectangle 11"/>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3" name="Group 4"/>
          <p:cNvGrpSpPr>
            <a:grpSpLocks noChangeAspect="1"/>
          </p:cNvGrpSpPr>
          <p:nvPr userDrawn="1"/>
        </p:nvGrpSpPr>
        <p:grpSpPr bwMode="auto">
          <a:xfrm>
            <a:off x="442997" y="6336771"/>
            <a:ext cx="509890" cy="403223"/>
            <a:chOff x="2100" y="784"/>
            <a:chExt cx="3480" cy="2752"/>
          </a:xfrm>
        </p:grpSpPr>
        <p:sp>
          <p:nvSpPr>
            <p:cNvPr id="14"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5"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16"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17" name="TextBox 16"/>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Tree>
    <p:extLst>
      <p:ext uri="{BB962C8B-B14F-4D97-AF65-F5344CB8AC3E}">
        <p14:creationId xmlns:p14="http://schemas.microsoft.com/office/powerpoint/2010/main" val="179395101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0" y="422032"/>
            <a:ext cx="12192000" cy="6435968"/>
          </a:xfrm>
          <a:prstGeom prst="rtTriangle">
            <a:avLst/>
          </a:prstGeo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61684443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6" name="Picture Placeholder 10"/>
          <p:cNvSpPr>
            <a:spLocks noGrp="1"/>
          </p:cNvSpPr>
          <p:nvPr>
            <p:ph type="pic" sz="quarter" idx="10"/>
          </p:nvPr>
        </p:nvSpPr>
        <p:spPr>
          <a:xfrm>
            <a:off x="838200" y="524020"/>
            <a:ext cx="3016348" cy="5809957"/>
          </a:xfrm>
        </p:spPr>
        <p:txBody>
          <a:bodyPr>
            <a:normAutofit/>
          </a:bodyPr>
          <a:lstStyle>
            <a:lvl1pPr>
              <a:defRPr sz="2000">
                <a:solidFill>
                  <a:schemeClr val="bg1">
                    <a:lumMod val="50000"/>
                  </a:schemeClr>
                </a:solidFill>
              </a:defRPr>
            </a:lvl1pPr>
          </a:lstStyle>
          <a:p>
            <a:endParaRPr lang="en-US"/>
          </a:p>
        </p:txBody>
      </p:sp>
      <p:sp>
        <p:nvSpPr>
          <p:cNvPr id="7" name="Picture Placeholder 12"/>
          <p:cNvSpPr>
            <a:spLocks noGrp="1"/>
          </p:cNvSpPr>
          <p:nvPr>
            <p:ph type="pic" sz="quarter" idx="11"/>
          </p:nvPr>
        </p:nvSpPr>
        <p:spPr>
          <a:xfrm>
            <a:off x="4020618" y="524019"/>
            <a:ext cx="2371719" cy="1960099"/>
          </a:xfrm>
        </p:spPr>
        <p:txBody>
          <a:bodyPr>
            <a:normAutofit/>
          </a:bodyPr>
          <a:lstStyle>
            <a:lvl1pPr>
              <a:defRPr sz="2000">
                <a:solidFill>
                  <a:schemeClr val="bg1">
                    <a:lumMod val="50000"/>
                  </a:schemeClr>
                </a:solidFill>
              </a:defRPr>
            </a:lvl1pPr>
          </a:lstStyle>
          <a:p>
            <a:endParaRPr lang="en-US"/>
          </a:p>
        </p:txBody>
      </p:sp>
      <p:sp>
        <p:nvSpPr>
          <p:cNvPr id="8" name="Picture Placeholder 14"/>
          <p:cNvSpPr>
            <a:spLocks noGrp="1"/>
          </p:cNvSpPr>
          <p:nvPr>
            <p:ph type="pic" sz="quarter" idx="12"/>
          </p:nvPr>
        </p:nvSpPr>
        <p:spPr>
          <a:xfrm>
            <a:off x="9096196" y="524017"/>
            <a:ext cx="2371719" cy="1960099"/>
          </a:xfrm>
        </p:spPr>
        <p:txBody>
          <a:bodyPr>
            <a:normAutofit/>
          </a:bodyPr>
          <a:lstStyle>
            <a:lvl1pPr>
              <a:defRPr sz="2000">
                <a:solidFill>
                  <a:schemeClr val="bg1">
                    <a:lumMod val="50000"/>
                  </a:schemeClr>
                </a:solidFill>
              </a:defRPr>
            </a:lvl1pPr>
          </a:lstStyle>
          <a:p>
            <a:endParaRPr lang="en-US"/>
          </a:p>
        </p:txBody>
      </p:sp>
      <p:sp>
        <p:nvSpPr>
          <p:cNvPr id="9" name="Picture Placeholder 16"/>
          <p:cNvSpPr>
            <a:spLocks noGrp="1"/>
          </p:cNvSpPr>
          <p:nvPr>
            <p:ph type="pic" sz="quarter" idx="13"/>
          </p:nvPr>
        </p:nvSpPr>
        <p:spPr>
          <a:xfrm>
            <a:off x="6558407" y="524018"/>
            <a:ext cx="2371719" cy="1960099"/>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662981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6" name="Picture Placeholder 9"/>
          <p:cNvSpPr>
            <a:spLocks noGrp="1"/>
          </p:cNvSpPr>
          <p:nvPr>
            <p:ph type="pic" sz="quarter" idx="10"/>
          </p:nvPr>
        </p:nvSpPr>
        <p:spPr>
          <a:xfrm>
            <a:off x="1139484" y="-1"/>
            <a:ext cx="3052690" cy="4994031"/>
          </a:xfrm>
        </p:spPr>
        <p:txBody>
          <a:bodyPr>
            <a:normAutofit/>
          </a:bodyPr>
          <a:lstStyle>
            <a:lvl1pPr>
              <a:defRPr sz="2000">
                <a:solidFill>
                  <a:schemeClr val="bg1">
                    <a:lumMod val="50000"/>
                  </a:schemeClr>
                </a:solidFill>
              </a:defRPr>
            </a:lvl1pPr>
          </a:lstStyle>
          <a:p>
            <a:endParaRPr lang="en-US"/>
          </a:p>
        </p:txBody>
      </p:sp>
      <p:sp>
        <p:nvSpPr>
          <p:cNvPr id="7" name="Picture Placeholder 11"/>
          <p:cNvSpPr>
            <a:spLocks noGrp="1"/>
          </p:cNvSpPr>
          <p:nvPr>
            <p:ph type="pic" sz="quarter" idx="11"/>
          </p:nvPr>
        </p:nvSpPr>
        <p:spPr>
          <a:xfrm>
            <a:off x="4569655" y="-1"/>
            <a:ext cx="3052689" cy="4994032"/>
          </a:xfrm>
        </p:spPr>
        <p:txBody>
          <a:bodyPr>
            <a:normAutofit/>
          </a:bodyPr>
          <a:lstStyle>
            <a:lvl1pPr>
              <a:defRPr sz="2000">
                <a:solidFill>
                  <a:schemeClr val="bg1">
                    <a:lumMod val="50000"/>
                  </a:schemeClr>
                </a:solidFill>
              </a:defRPr>
            </a:lvl1pPr>
          </a:lstStyle>
          <a:p>
            <a:endParaRPr lang="en-US"/>
          </a:p>
        </p:txBody>
      </p:sp>
      <p:sp>
        <p:nvSpPr>
          <p:cNvPr id="8" name="Picture Placeholder 15"/>
          <p:cNvSpPr>
            <a:spLocks noGrp="1"/>
          </p:cNvSpPr>
          <p:nvPr>
            <p:ph type="pic" sz="quarter" idx="12"/>
          </p:nvPr>
        </p:nvSpPr>
        <p:spPr>
          <a:xfrm>
            <a:off x="7999826" y="-1"/>
            <a:ext cx="3052690" cy="4994032"/>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17842819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0" y="0"/>
            <a:ext cx="12191999" cy="4670474"/>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80842500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0" y="0"/>
            <a:ext cx="12191999" cy="3837709"/>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47677789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extLst mod="1">
    <p:ext uri="{DCECCB84-F9BA-43D5-87BE-67443E8EF086}">
      <p15:sldGuideLst xmlns:p15="http://schemas.microsoft.com/office/powerpoint/2012/main">
        <p15:guide id="1" pos="3840">
          <p15:clr>
            <a:srgbClr val="FBAE40"/>
          </p15:clr>
        </p15:guide>
        <p15:guide id="2" orient="horz" pos="2160">
          <p15:clr>
            <a:srgbClr val="FBAE40"/>
          </p15:clr>
        </p15:guide>
      </p15:sldGuideLst>
    </p:ext>
  </p:extLst>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46918" y="1095522"/>
            <a:ext cx="7845082" cy="4666956"/>
          </a:xfrm>
        </p:spPr>
        <p:txBody>
          <a:bodyPr>
            <a:normAutofit/>
          </a:bodyPr>
          <a:lstStyle>
            <a:lvl1pPr>
              <a:defRPr sz="1800">
                <a:solidFill>
                  <a:schemeClr val="bg1">
                    <a:lumMod val="65000"/>
                  </a:schemeClr>
                </a:solidFill>
              </a:defRPr>
            </a:lvl1pPr>
          </a:lstStyle>
          <a:p>
            <a:endParaRPr lang="en-US"/>
          </a:p>
        </p:txBody>
      </p:sp>
    </p:spTree>
    <p:extLst>
      <p:ext uri="{BB962C8B-B14F-4D97-AF65-F5344CB8AC3E}">
        <p14:creationId xmlns:p14="http://schemas.microsoft.com/office/powerpoint/2010/main" val="423981263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15" name="Picture Placeholder 14"/>
          <p:cNvSpPr>
            <a:spLocks noGrp="1"/>
          </p:cNvSpPr>
          <p:nvPr>
            <p:ph type="pic" sz="quarter" idx="10"/>
          </p:nvPr>
        </p:nvSpPr>
        <p:spPr>
          <a:xfrm>
            <a:off x="1436973" y="1348259"/>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16" name="Picture Placeholder 14"/>
          <p:cNvSpPr>
            <a:spLocks noGrp="1"/>
          </p:cNvSpPr>
          <p:nvPr>
            <p:ph type="pic" sz="quarter" idx="11"/>
          </p:nvPr>
        </p:nvSpPr>
        <p:spPr>
          <a:xfrm>
            <a:off x="4003018" y="1348259"/>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17" name="Picture Placeholder 14"/>
          <p:cNvSpPr>
            <a:spLocks noGrp="1"/>
          </p:cNvSpPr>
          <p:nvPr>
            <p:ph type="pic" sz="quarter" idx="12"/>
          </p:nvPr>
        </p:nvSpPr>
        <p:spPr>
          <a:xfrm>
            <a:off x="6569065" y="1348259"/>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18" name="Picture Placeholder 14"/>
          <p:cNvSpPr>
            <a:spLocks noGrp="1"/>
          </p:cNvSpPr>
          <p:nvPr>
            <p:ph type="pic" sz="quarter" idx="13"/>
          </p:nvPr>
        </p:nvSpPr>
        <p:spPr>
          <a:xfrm>
            <a:off x="9135111" y="1348259"/>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19" name="Picture Placeholder 14"/>
          <p:cNvSpPr>
            <a:spLocks noGrp="1"/>
          </p:cNvSpPr>
          <p:nvPr>
            <p:ph type="pic" sz="quarter" idx="14"/>
          </p:nvPr>
        </p:nvSpPr>
        <p:spPr>
          <a:xfrm>
            <a:off x="1436973" y="3904426"/>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20" name="Picture Placeholder 14"/>
          <p:cNvSpPr>
            <a:spLocks noGrp="1"/>
          </p:cNvSpPr>
          <p:nvPr>
            <p:ph type="pic" sz="quarter" idx="15"/>
          </p:nvPr>
        </p:nvSpPr>
        <p:spPr>
          <a:xfrm>
            <a:off x="4003018" y="3904426"/>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21" name="Picture Placeholder 14"/>
          <p:cNvSpPr>
            <a:spLocks noGrp="1"/>
          </p:cNvSpPr>
          <p:nvPr>
            <p:ph type="pic" sz="quarter" idx="16"/>
          </p:nvPr>
        </p:nvSpPr>
        <p:spPr>
          <a:xfrm>
            <a:off x="6569065" y="3904426"/>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22" name="Picture Placeholder 14"/>
          <p:cNvSpPr>
            <a:spLocks noGrp="1"/>
          </p:cNvSpPr>
          <p:nvPr>
            <p:ph type="pic" sz="quarter" idx="17"/>
          </p:nvPr>
        </p:nvSpPr>
        <p:spPr>
          <a:xfrm>
            <a:off x="9135111" y="3904426"/>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23"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24" name="Slide Number Placeholder 4"/>
          <p:cNvSpPr>
            <a:spLocks noGrp="1"/>
          </p:cNvSpPr>
          <p:nvPr>
            <p:ph type="sldNum" sz="quarter" idx="18"/>
          </p:nvPr>
        </p:nvSpPr>
        <p:spPr>
          <a:xfrm>
            <a:off x="11026206"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25" name="Rectangle 24"/>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6" name="Chevron 25"/>
          <p:cNvSpPr/>
          <p:nvPr userDrawn="1"/>
        </p:nvSpPr>
        <p:spPr>
          <a:xfrm>
            <a:off x="11547439"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27" name="Chevron 26"/>
          <p:cNvSpPr/>
          <p:nvPr userDrawn="1"/>
        </p:nvSpPr>
        <p:spPr>
          <a:xfrm flipH="1">
            <a:off x="10855172"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28" name="Rounded Rectangle 27"/>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9" name="Group 4"/>
          <p:cNvGrpSpPr>
            <a:grpSpLocks noChangeAspect="1"/>
          </p:cNvGrpSpPr>
          <p:nvPr userDrawn="1"/>
        </p:nvGrpSpPr>
        <p:grpSpPr bwMode="auto">
          <a:xfrm>
            <a:off x="442997" y="6336771"/>
            <a:ext cx="509890" cy="403223"/>
            <a:chOff x="2100" y="784"/>
            <a:chExt cx="3480" cy="2752"/>
          </a:xfrm>
        </p:grpSpPr>
        <p:sp>
          <p:nvSpPr>
            <p:cNvPr id="30"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1"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32"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33" name="TextBox 32"/>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Tree>
    <p:extLst>
      <p:ext uri="{BB962C8B-B14F-4D97-AF65-F5344CB8AC3E}">
        <p14:creationId xmlns:p14="http://schemas.microsoft.com/office/powerpoint/2010/main" val="34740267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21" name="Picture Placeholder 20"/>
          <p:cNvSpPr>
            <a:spLocks noGrp="1"/>
          </p:cNvSpPr>
          <p:nvPr>
            <p:ph type="pic" sz="quarter" idx="19"/>
          </p:nvPr>
        </p:nvSpPr>
        <p:spPr>
          <a:xfrm>
            <a:off x="1587303" y="1575585"/>
            <a:ext cx="2546252" cy="2700997"/>
          </a:xfrm>
        </p:spPr>
        <p:txBody>
          <a:bodyPr>
            <a:normAutofit/>
          </a:bodyPr>
          <a:lstStyle>
            <a:lvl1pPr>
              <a:defRPr sz="1800">
                <a:solidFill>
                  <a:schemeClr val="bg1">
                    <a:lumMod val="65000"/>
                  </a:schemeClr>
                </a:solidFill>
              </a:defRPr>
            </a:lvl1pPr>
          </a:lstStyle>
          <a:p>
            <a:endParaRPr lang="en-US"/>
          </a:p>
        </p:txBody>
      </p:sp>
      <p:sp>
        <p:nvSpPr>
          <p:cNvPr id="22" name="Picture Placeholder 20"/>
          <p:cNvSpPr>
            <a:spLocks noGrp="1"/>
          </p:cNvSpPr>
          <p:nvPr>
            <p:ph type="pic" sz="quarter" idx="20"/>
          </p:nvPr>
        </p:nvSpPr>
        <p:spPr>
          <a:xfrm>
            <a:off x="4822873" y="1575585"/>
            <a:ext cx="2546252" cy="2700997"/>
          </a:xfrm>
        </p:spPr>
        <p:txBody>
          <a:bodyPr>
            <a:normAutofit/>
          </a:bodyPr>
          <a:lstStyle>
            <a:lvl1pPr>
              <a:defRPr sz="1800">
                <a:solidFill>
                  <a:schemeClr val="bg1">
                    <a:lumMod val="65000"/>
                  </a:schemeClr>
                </a:solidFill>
              </a:defRPr>
            </a:lvl1pPr>
          </a:lstStyle>
          <a:p>
            <a:endParaRPr lang="en-US"/>
          </a:p>
        </p:txBody>
      </p:sp>
      <p:sp>
        <p:nvSpPr>
          <p:cNvPr id="23" name="Picture Placeholder 20"/>
          <p:cNvSpPr>
            <a:spLocks noGrp="1"/>
          </p:cNvSpPr>
          <p:nvPr>
            <p:ph type="pic" sz="quarter" idx="21"/>
          </p:nvPr>
        </p:nvSpPr>
        <p:spPr>
          <a:xfrm>
            <a:off x="8058445" y="1575585"/>
            <a:ext cx="2546252" cy="2700997"/>
          </a:xfrm>
        </p:spPr>
        <p:txBody>
          <a:bodyPr>
            <a:normAutofit/>
          </a:bodyPr>
          <a:lstStyle>
            <a:lvl1pPr>
              <a:defRPr sz="1800">
                <a:solidFill>
                  <a:schemeClr val="bg1">
                    <a:lumMod val="65000"/>
                  </a:schemeClr>
                </a:solidFill>
              </a:defRPr>
            </a:lvl1pPr>
          </a:lstStyle>
          <a:p>
            <a:endParaRPr lang="en-US"/>
          </a:p>
        </p:txBody>
      </p:sp>
      <p:sp>
        <p:nvSpPr>
          <p:cNvPr id="9"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10" name="Slide Number Placeholder 4"/>
          <p:cNvSpPr>
            <a:spLocks noGrp="1"/>
          </p:cNvSpPr>
          <p:nvPr>
            <p:ph type="sldNum" sz="quarter" idx="18"/>
          </p:nvPr>
        </p:nvSpPr>
        <p:spPr>
          <a:xfrm>
            <a:off x="11026206"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11" name="Rectangle 10"/>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Chevron 11"/>
          <p:cNvSpPr/>
          <p:nvPr userDrawn="1"/>
        </p:nvSpPr>
        <p:spPr>
          <a:xfrm>
            <a:off x="11547439"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3" name="Chevron 12"/>
          <p:cNvSpPr/>
          <p:nvPr userDrawn="1"/>
        </p:nvSpPr>
        <p:spPr>
          <a:xfrm flipH="1">
            <a:off x="10855172"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4" name="Rounded Rectangle 13"/>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5" name="Group 4"/>
          <p:cNvGrpSpPr>
            <a:grpSpLocks noChangeAspect="1"/>
          </p:cNvGrpSpPr>
          <p:nvPr userDrawn="1"/>
        </p:nvGrpSpPr>
        <p:grpSpPr bwMode="auto">
          <a:xfrm>
            <a:off x="442997" y="6336771"/>
            <a:ext cx="509890" cy="403223"/>
            <a:chOff x="2100" y="784"/>
            <a:chExt cx="3480" cy="2752"/>
          </a:xfrm>
        </p:grpSpPr>
        <p:sp>
          <p:nvSpPr>
            <p:cNvPr id="16"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7"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18"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19" name="TextBox 18"/>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Tree>
    <p:extLst>
      <p:ext uri="{BB962C8B-B14F-4D97-AF65-F5344CB8AC3E}">
        <p14:creationId xmlns:p14="http://schemas.microsoft.com/office/powerpoint/2010/main" val="152433122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905491" y="999355"/>
            <a:ext cx="2156107" cy="2156108"/>
          </a:xfrm>
          <a:prstGeom prst="ellipse">
            <a:avLst/>
          </a:prstGeom>
          <a:ln w="15875">
            <a:solidFill>
              <a:schemeClr val="bg1"/>
            </a:solidFill>
          </a:ln>
        </p:spPr>
        <p:txBody>
          <a:bodyPr>
            <a:normAutofit/>
          </a:bodyPr>
          <a:lstStyle>
            <a:lvl1pPr>
              <a:defRPr sz="1800">
                <a:solidFill>
                  <a:schemeClr val="bg1">
                    <a:lumMod val="50000"/>
                  </a:schemeClr>
                </a:solidFill>
              </a:defRPr>
            </a:lvl1pPr>
          </a:lstStyle>
          <a:p>
            <a:endParaRPr lang="en-US"/>
          </a:p>
        </p:txBody>
      </p:sp>
    </p:spTree>
    <p:extLst>
      <p:ext uri="{BB962C8B-B14F-4D97-AF65-F5344CB8AC3E}">
        <p14:creationId xmlns:p14="http://schemas.microsoft.com/office/powerpoint/2010/main" val="378666121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0"/>
            <a:ext cx="12191999" cy="2697605"/>
          </a:xfrm>
        </p:spPr>
        <p:txBody>
          <a:bodyPr>
            <a:normAutofit/>
          </a:bodyPr>
          <a:lstStyle>
            <a:lvl1pPr>
              <a:defRPr sz="1800">
                <a:solidFill>
                  <a:schemeClr val="bg1">
                    <a:lumMod val="50000"/>
                  </a:schemeClr>
                </a:solidFill>
              </a:defRPr>
            </a:lvl1pPr>
          </a:lstStyle>
          <a:p>
            <a:endParaRPr lang="en-US"/>
          </a:p>
        </p:txBody>
      </p:sp>
      <p:sp>
        <p:nvSpPr>
          <p:cNvPr id="7" name="Picture Placeholder 6"/>
          <p:cNvSpPr>
            <a:spLocks noGrp="1"/>
          </p:cNvSpPr>
          <p:nvPr>
            <p:ph type="pic" sz="quarter" idx="11"/>
          </p:nvPr>
        </p:nvSpPr>
        <p:spPr>
          <a:xfrm>
            <a:off x="776826" y="1268038"/>
            <a:ext cx="2314774" cy="2455452"/>
          </a:xfrm>
          <a:ln w="19050">
            <a:solidFill>
              <a:schemeClr val="bg1"/>
            </a:solidFill>
          </a:ln>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00178804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Picture Placeholder 2"/>
          <p:cNvSpPr>
            <a:spLocks noGrp="1"/>
          </p:cNvSpPr>
          <p:nvPr>
            <p:ph type="pic" sz="quarter" idx="15"/>
          </p:nvPr>
        </p:nvSpPr>
        <p:spPr>
          <a:xfrm>
            <a:off x="0"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3" name="Picture Placeholder 2"/>
          <p:cNvSpPr>
            <a:spLocks noGrp="1"/>
          </p:cNvSpPr>
          <p:nvPr>
            <p:ph type="pic" sz="quarter" idx="16"/>
          </p:nvPr>
        </p:nvSpPr>
        <p:spPr>
          <a:xfrm>
            <a:off x="2441448"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4" name="Picture Placeholder 2"/>
          <p:cNvSpPr>
            <a:spLocks noGrp="1"/>
          </p:cNvSpPr>
          <p:nvPr>
            <p:ph type="pic" sz="quarter" idx="17"/>
          </p:nvPr>
        </p:nvSpPr>
        <p:spPr>
          <a:xfrm>
            <a:off x="4882896"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5" name="Picture Placeholder 2"/>
          <p:cNvSpPr>
            <a:spLocks noGrp="1"/>
          </p:cNvSpPr>
          <p:nvPr>
            <p:ph type="pic" sz="quarter" idx="18"/>
          </p:nvPr>
        </p:nvSpPr>
        <p:spPr>
          <a:xfrm>
            <a:off x="7324344"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6" name="Picture Placeholder 2"/>
          <p:cNvSpPr>
            <a:spLocks noGrp="1"/>
          </p:cNvSpPr>
          <p:nvPr>
            <p:ph type="pic" sz="quarter" idx="19"/>
          </p:nvPr>
        </p:nvSpPr>
        <p:spPr>
          <a:xfrm>
            <a:off x="9765792"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20"/>
          </p:nvPr>
        </p:nvSpPr>
        <p:spPr>
          <a:xfrm>
            <a:off x="0"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21"/>
          </p:nvPr>
        </p:nvSpPr>
        <p:spPr>
          <a:xfrm>
            <a:off x="4882896"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22"/>
          </p:nvPr>
        </p:nvSpPr>
        <p:spPr>
          <a:xfrm>
            <a:off x="9765792"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77187549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6" name="Picture Placeholder 2"/>
          <p:cNvSpPr>
            <a:spLocks noGrp="1"/>
          </p:cNvSpPr>
          <p:nvPr>
            <p:ph type="pic" sz="quarter" idx="15"/>
          </p:nvPr>
        </p:nvSpPr>
        <p:spPr>
          <a:xfrm>
            <a:off x="0" y="0"/>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16"/>
          </p:nvPr>
        </p:nvSpPr>
        <p:spPr>
          <a:xfrm>
            <a:off x="2441448"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17"/>
          </p:nvPr>
        </p:nvSpPr>
        <p:spPr>
          <a:xfrm>
            <a:off x="4882896"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18"/>
          </p:nvPr>
        </p:nvSpPr>
        <p:spPr>
          <a:xfrm>
            <a:off x="7324344"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Picture Placeholder 2"/>
          <p:cNvSpPr>
            <a:spLocks noGrp="1"/>
          </p:cNvSpPr>
          <p:nvPr>
            <p:ph type="pic" sz="quarter" idx="19"/>
          </p:nvPr>
        </p:nvSpPr>
        <p:spPr>
          <a:xfrm>
            <a:off x="9765792"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52692928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10" name="Picture Placeholder 4"/>
          <p:cNvSpPr>
            <a:spLocks noGrp="1"/>
          </p:cNvSpPr>
          <p:nvPr>
            <p:ph type="pic" sz="quarter" idx="21"/>
          </p:nvPr>
        </p:nvSpPr>
        <p:spPr>
          <a:xfrm>
            <a:off x="855289" y="1588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1" name="Picture Placeholder 4"/>
          <p:cNvSpPr>
            <a:spLocks noGrp="1"/>
          </p:cNvSpPr>
          <p:nvPr>
            <p:ph type="pic" sz="quarter" idx="22"/>
          </p:nvPr>
        </p:nvSpPr>
        <p:spPr>
          <a:xfrm>
            <a:off x="3514938" y="1588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2" name="Picture Placeholder 4"/>
          <p:cNvSpPr>
            <a:spLocks noGrp="1"/>
          </p:cNvSpPr>
          <p:nvPr>
            <p:ph type="pic" sz="quarter" idx="23"/>
          </p:nvPr>
        </p:nvSpPr>
        <p:spPr>
          <a:xfrm>
            <a:off x="6174587" y="1588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3" name="Picture Placeholder 4"/>
          <p:cNvSpPr>
            <a:spLocks noGrp="1"/>
          </p:cNvSpPr>
          <p:nvPr>
            <p:ph type="pic" sz="quarter" idx="24"/>
          </p:nvPr>
        </p:nvSpPr>
        <p:spPr>
          <a:xfrm>
            <a:off x="8834236" y="1588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4"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15" name="Slide Number Placeholder 4"/>
          <p:cNvSpPr>
            <a:spLocks noGrp="1"/>
          </p:cNvSpPr>
          <p:nvPr>
            <p:ph type="sldNum" sz="quarter" idx="12"/>
          </p:nvPr>
        </p:nvSpPr>
        <p:spPr>
          <a:xfrm>
            <a:off x="11095481"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16" name="Rectangle 15"/>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7" name="Chevron 16"/>
          <p:cNvSpPr/>
          <p:nvPr userDrawn="1"/>
        </p:nvSpPr>
        <p:spPr>
          <a:xfrm>
            <a:off x="11616714"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8" name="Chevron 17"/>
          <p:cNvSpPr/>
          <p:nvPr userDrawn="1"/>
        </p:nvSpPr>
        <p:spPr>
          <a:xfrm flipH="1">
            <a:off x="10924447"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9" name="Rounded Rectangle 18"/>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0" name="Group 4"/>
          <p:cNvGrpSpPr>
            <a:grpSpLocks noChangeAspect="1"/>
          </p:cNvGrpSpPr>
          <p:nvPr userDrawn="1"/>
        </p:nvGrpSpPr>
        <p:grpSpPr bwMode="auto">
          <a:xfrm>
            <a:off x="442997" y="6336771"/>
            <a:ext cx="509890" cy="403223"/>
            <a:chOff x="2100" y="784"/>
            <a:chExt cx="3480" cy="2752"/>
          </a:xfrm>
        </p:grpSpPr>
        <p:sp>
          <p:nvSpPr>
            <p:cNvPr id="21"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23"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24" name="TextBox 23"/>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Tree>
    <p:extLst>
      <p:ext uri="{BB962C8B-B14F-4D97-AF65-F5344CB8AC3E}">
        <p14:creationId xmlns:p14="http://schemas.microsoft.com/office/powerpoint/2010/main" val="245252252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14"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15" name="Slide Number Placeholder 4"/>
          <p:cNvSpPr>
            <a:spLocks noGrp="1"/>
          </p:cNvSpPr>
          <p:nvPr>
            <p:ph type="sldNum" sz="quarter" idx="12"/>
          </p:nvPr>
        </p:nvSpPr>
        <p:spPr>
          <a:xfrm>
            <a:off x="11095481"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16" name="Rectangle 15"/>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7" name="Chevron 16"/>
          <p:cNvSpPr/>
          <p:nvPr userDrawn="1"/>
        </p:nvSpPr>
        <p:spPr>
          <a:xfrm>
            <a:off x="11616714"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8" name="Chevron 17"/>
          <p:cNvSpPr/>
          <p:nvPr userDrawn="1"/>
        </p:nvSpPr>
        <p:spPr>
          <a:xfrm flipH="1">
            <a:off x="10924447"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9" name="Rounded Rectangle 18"/>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0" name="Group 4"/>
          <p:cNvGrpSpPr>
            <a:grpSpLocks noChangeAspect="1"/>
          </p:cNvGrpSpPr>
          <p:nvPr userDrawn="1"/>
        </p:nvGrpSpPr>
        <p:grpSpPr bwMode="auto">
          <a:xfrm>
            <a:off x="442997" y="6336771"/>
            <a:ext cx="509890" cy="403223"/>
            <a:chOff x="2100" y="784"/>
            <a:chExt cx="3480" cy="2752"/>
          </a:xfrm>
        </p:grpSpPr>
        <p:sp>
          <p:nvSpPr>
            <p:cNvPr id="21"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23"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24" name="TextBox 23"/>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
        <p:nvSpPr>
          <p:cNvPr id="25" name="Picture Placeholder 9"/>
          <p:cNvSpPr>
            <a:spLocks noGrp="1"/>
          </p:cNvSpPr>
          <p:nvPr>
            <p:ph type="pic" sz="quarter" idx="13"/>
          </p:nvPr>
        </p:nvSpPr>
        <p:spPr>
          <a:xfrm>
            <a:off x="1053888" y="1481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6" name="Picture Placeholder 9"/>
          <p:cNvSpPr>
            <a:spLocks noGrp="1"/>
          </p:cNvSpPr>
          <p:nvPr>
            <p:ph type="pic" sz="quarter" idx="14"/>
          </p:nvPr>
        </p:nvSpPr>
        <p:spPr>
          <a:xfrm>
            <a:off x="6190129" y="1481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01665322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14"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15" name="Slide Number Placeholder 4"/>
          <p:cNvSpPr>
            <a:spLocks noGrp="1"/>
          </p:cNvSpPr>
          <p:nvPr>
            <p:ph type="sldNum" sz="quarter" idx="12"/>
          </p:nvPr>
        </p:nvSpPr>
        <p:spPr>
          <a:xfrm>
            <a:off x="11095481"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16" name="Rectangle 15"/>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7" name="Chevron 16"/>
          <p:cNvSpPr/>
          <p:nvPr userDrawn="1"/>
        </p:nvSpPr>
        <p:spPr>
          <a:xfrm>
            <a:off x="11616714"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8" name="Chevron 17"/>
          <p:cNvSpPr/>
          <p:nvPr userDrawn="1"/>
        </p:nvSpPr>
        <p:spPr>
          <a:xfrm flipH="1">
            <a:off x="10924447"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9" name="Rounded Rectangle 18"/>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0" name="Group 4"/>
          <p:cNvGrpSpPr>
            <a:grpSpLocks noChangeAspect="1"/>
          </p:cNvGrpSpPr>
          <p:nvPr userDrawn="1"/>
        </p:nvGrpSpPr>
        <p:grpSpPr bwMode="auto">
          <a:xfrm>
            <a:off x="442997" y="6336771"/>
            <a:ext cx="509890" cy="403223"/>
            <a:chOff x="2100" y="784"/>
            <a:chExt cx="3480" cy="2752"/>
          </a:xfrm>
        </p:grpSpPr>
        <p:sp>
          <p:nvSpPr>
            <p:cNvPr id="21"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23"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24" name="TextBox 23"/>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
        <p:nvSpPr>
          <p:cNvPr id="27" name="Picture Placeholder 10"/>
          <p:cNvSpPr>
            <a:spLocks noGrp="1"/>
          </p:cNvSpPr>
          <p:nvPr>
            <p:ph type="pic" sz="quarter" idx="13"/>
          </p:nvPr>
        </p:nvSpPr>
        <p:spPr>
          <a:xfrm>
            <a:off x="4791554" y="1668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8" name="Picture Placeholder 10"/>
          <p:cNvSpPr>
            <a:spLocks noGrp="1"/>
          </p:cNvSpPr>
          <p:nvPr>
            <p:ph type="pic" sz="quarter" idx="14"/>
          </p:nvPr>
        </p:nvSpPr>
        <p:spPr>
          <a:xfrm>
            <a:off x="1618048" y="1668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9" name="Picture Placeholder 10"/>
          <p:cNvSpPr>
            <a:spLocks noGrp="1"/>
          </p:cNvSpPr>
          <p:nvPr>
            <p:ph type="pic" sz="quarter" idx="15"/>
          </p:nvPr>
        </p:nvSpPr>
        <p:spPr>
          <a:xfrm>
            <a:off x="7965060" y="1668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27036518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14"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15" name="Slide Number Placeholder 4"/>
          <p:cNvSpPr>
            <a:spLocks noGrp="1"/>
          </p:cNvSpPr>
          <p:nvPr>
            <p:ph type="sldNum" sz="quarter" idx="12"/>
          </p:nvPr>
        </p:nvSpPr>
        <p:spPr>
          <a:xfrm>
            <a:off x="11095481"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16" name="Rectangle 15"/>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7" name="Chevron 16"/>
          <p:cNvSpPr/>
          <p:nvPr userDrawn="1"/>
        </p:nvSpPr>
        <p:spPr>
          <a:xfrm>
            <a:off x="11616714"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8" name="Chevron 17"/>
          <p:cNvSpPr/>
          <p:nvPr userDrawn="1"/>
        </p:nvSpPr>
        <p:spPr>
          <a:xfrm flipH="1">
            <a:off x="10924447"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9" name="Rounded Rectangle 18"/>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0" name="Group 4"/>
          <p:cNvGrpSpPr>
            <a:grpSpLocks noChangeAspect="1"/>
          </p:cNvGrpSpPr>
          <p:nvPr userDrawn="1"/>
        </p:nvGrpSpPr>
        <p:grpSpPr bwMode="auto">
          <a:xfrm>
            <a:off x="442997" y="6336771"/>
            <a:ext cx="509890" cy="403223"/>
            <a:chOff x="2100" y="784"/>
            <a:chExt cx="3480" cy="2752"/>
          </a:xfrm>
        </p:grpSpPr>
        <p:sp>
          <p:nvSpPr>
            <p:cNvPr id="21"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23"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24" name="TextBox 23"/>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
        <p:nvSpPr>
          <p:cNvPr id="25" name="Picture Placeholder 14"/>
          <p:cNvSpPr>
            <a:spLocks noGrp="1"/>
          </p:cNvSpPr>
          <p:nvPr>
            <p:ph type="pic" sz="quarter" idx="14"/>
          </p:nvPr>
        </p:nvSpPr>
        <p:spPr>
          <a:xfrm>
            <a:off x="978115" y="1672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6" name="Picture Placeholder 14"/>
          <p:cNvSpPr>
            <a:spLocks noGrp="1"/>
          </p:cNvSpPr>
          <p:nvPr>
            <p:ph type="pic" sz="quarter" idx="15"/>
          </p:nvPr>
        </p:nvSpPr>
        <p:spPr>
          <a:xfrm>
            <a:off x="3663902" y="1672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30" name="Picture Placeholder 14"/>
          <p:cNvSpPr>
            <a:spLocks noGrp="1"/>
          </p:cNvSpPr>
          <p:nvPr>
            <p:ph type="pic" sz="quarter" idx="16"/>
          </p:nvPr>
        </p:nvSpPr>
        <p:spPr>
          <a:xfrm>
            <a:off x="6349689" y="1672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31" name="Picture Placeholder 14"/>
          <p:cNvSpPr>
            <a:spLocks noGrp="1"/>
          </p:cNvSpPr>
          <p:nvPr>
            <p:ph type="pic" sz="quarter" idx="17"/>
          </p:nvPr>
        </p:nvSpPr>
        <p:spPr>
          <a:xfrm>
            <a:off x="9035476" y="1672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13914094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25" name="Picture Placeholder 2"/>
          <p:cNvSpPr>
            <a:spLocks noGrp="1"/>
          </p:cNvSpPr>
          <p:nvPr>
            <p:ph type="pic" idx="1"/>
          </p:nvPr>
        </p:nvSpPr>
        <p:spPr>
          <a:xfrm>
            <a:off x="6096000" y="0"/>
            <a:ext cx="6096000" cy="6857999"/>
          </a:xfrm>
          <a:solidFill>
            <a:schemeClr val="bg1">
              <a:lumMod val="95000"/>
            </a:schemeClr>
          </a:solidFill>
        </p:spPr>
        <p:txBody>
          <a:bodyPr>
            <a:normAutofit/>
          </a:bodyPr>
          <a:lstStyle>
            <a:lvl1pPr marL="0" indent="0">
              <a:buNone/>
              <a:defRPr sz="20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Tree>
    <p:extLst>
      <p:ext uri="{BB962C8B-B14F-4D97-AF65-F5344CB8AC3E}">
        <p14:creationId xmlns:p14="http://schemas.microsoft.com/office/powerpoint/2010/main" val="131218960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5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EBB86D25-F85E-417C-A770-84F152573AFA}" type="datetime1">
              <a:rPr lang="en-US" smtClean="0">
                <a:solidFill>
                  <a:srgbClr val="5C5C5C">
                    <a:tint val="75000"/>
                  </a:srgbClr>
                </a:solidFill>
              </a:rPr>
              <a:pPr/>
              <a:t>8/17/16</a:t>
            </a:fld>
            <a:endParaRPr lang="en-US">
              <a:solidFill>
                <a:srgbClr val="5C5C5C">
                  <a:tint val="75000"/>
                </a:srgbClr>
              </a:solidFill>
            </a:endParaRPr>
          </a:p>
        </p:txBody>
      </p:sp>
      <p:sp>
        <p:nvSpPr>
          <p:cNvPr id="5" name="Footer Placeholder 4"/>
          <p:cNvSpPr>
            <a:spLocks noGrp="1"/>
          </p:cNvSpPr>
          <p:nvPr>
            <p:ph type="ftr" sz="quarter" idx="11"/>
          </p:nvPr>
        </p:nvSpPr>
        <p:spPr/>
        <p:txBody>
          <a:bodyPr/>
          <a:lstStyle/>
          <a:p>
            <a:endParaRPr lang="en-US">
              <a:solidFill>
                <a:srgbClr val="5C5C5C">
                  <a:tint val="75000"/>
                </a:srgbClr>
              </a:solidFill>
            </a:endParaRPr>
          </a:p>
        </p:txBody>
      </p:sp>
      <p:sp>
        <p:nvSpPr>
          <p:cNvPr id="6" name="Slide Number Placeholder 5"/>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26413944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87C0457-4DE4-41F9-9F1A-73D167509535}" type="datetime1">
              <a:rPr lang="en-US" smtClean="0">
                <a:solidFill>
                  <a:srgbClr val="5C5C5C">
                    <a:tint val="75000"/>
                  </a:srgbClr>
                </a:solidFill>
              </a:rPr>
              <a:pPr/>
              <a:t>8/17/16</a:t>
            </a:fld>
            <a:endParaRPr lang="en-US">
              <a:solidFill>
                <a:srgbClr val="5C5C5C">
                  <a:tint val="75000"/>
                </a:srgbClr>
              </a:solidFill>
            </a:endParaRPr>
          </a:p>
        </p:txBody>
      </p:sp>
      <p:sp>
        <p:nvSpPr>
          <p:cNvPr id="5" name="Footer Placeholder 4"/>
          <p:cNvSpPr>
            <a:spLocks noGrp="1"/>
          </p:cNvSpPr>
          <p:nvPr>
            <p:ph type="ftr" sz="quarter" idx="11"/>
          </p:nvPr>
        </p:nvSpPr>
        <p:spPr/>
        <p:txBody>
          <a:bodyPr/>
          <a:lstStyle/>
          <a:p>
            <a:endParaRPr lang="en-US">
              <a:solidFill>
                <a:srgbClr val="5C5C5C">
                  <a:tint val="75000"/>
                </a:srgbClr>
              </a:solidFill>
            </a:endParaRPr>
          </a:p>
        </p:txBody>
      </p:sp>
      <p:sp>
        <p:nvSpPr>
          <p:cNvPr id="6" name="Slide Number Placeholder 5"/>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177445453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5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F6685F3B-464B-458C-A7DB-37892E4B6C9D}" type="datetime1">
              <a:rPr lang="en-US" smtClean="0">
                <a:solidFill>
                  <a:srgbClr val="5C5C5C">
                    <a:tint val="75000"/>
                  </a:srgbClr>
                </a:solidFill>
              </a:rPr>
              <a:pPr/>
              <a:t>8/17/16</a:t>
            </a:fld>
            <a:endParaRPr lang="en-US">
              <a:solidFill>
                <a:srgbClr val="5C5C5C">
                  <a:tint val="75000"/>
                </a:srgbClr>
              </a:solidFill>
            </a:endParaRPr>
          </a:p>
        </p:txBody>
      </p:sp>
      <p:sp>
        <p:nvSpPr>
          <p:cNvPr id="5" name="Footer Placeholder 4"/>
          <p:cNvSpPr>
            <a:spLocks noGrp="1"/>
          </p:cNvSpPr>
          <p:nvPr>
            <p:ph type="ftr" sz="quarter" idx="11"/>
          </p:nvPr>
        </p:nvSpPr>
        <p:spPr/>
        <p:txBody>
          <a:bodyPr/>
          <a:lstStyle/>
          <a:p>
            <a:endParaRPr lang="en-US">
              <a:solidFill>
                <a:srgbClr val="5C5C5C">
                  <a:tint val="75000"/>
                </a:srgbClr>
              </a:solidFill>
            </a:endParaRPr>
          </a:p>
        </p:txBody>
      </p:sp>
      <p:sp>
        <p:nvSpPr>
          <p:cNvPr id="6" name="Slide Number Placeholder 5"/>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420675625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5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2439A0C9-4136-486D-BA63-BC7A0C5F1D11}" type="datetime1">
              <a:rPr lang="en-US" smtClean="0">
                <a:solidFill>
                  <a:srgbClr val="5C5C5C">
                    <a:tint val="75000"/>
                  </a:srgbClr>
                </a:solidFill>
              </a:rPr>
              <a:pPr/>
              <a:t>8/17/16</a:t>
            </a:fld>
            <a:endParaRPr lang="en-US">
              <a:solidFill>
                <a:srgbClr val="5C5C5C">
                  <a:tint val="75000"/>
                </a:srgbClr>
              </a:solidFill>
            </a:endParaRPr>
          </a:p>
        </p:txBody>
      </p:sp>
      <p:sp>
        <p:nvSpPr>
          <p:cNvPr id="6" name="Footer Placeholder 5"/>
          <p:cNvSpPr>
            <a:spLocks noGrp="1"/>
          </p:cNvSpPr>
          <p:nvPr>
            <p:ph type="ftr" sz="quarter" idx="11"/>
          </p:nvPr>
        </p:nvSpPr>
        <p:spPr/>
        <p:txBody>
          <a:bodyPr/>
          <a:lstStyle/>
          <a:p>
            <a:endParaRPr lang="en-US">
              <a:solidFill>
                <a:srgbClr val="5C5C5C">
                  <a:tint val="75000"/>
                </a:srgbClr>
              </a:solidFill>
            </a:endParaRPr>
          </a:p>
        </p:txBody>
      </p:sp>
      <p:sp>
        <p:nvSpPr>
          <p:cNvPr id="7" name="Slide Number Placeholder 6"/>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384358857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5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72104E29-ED5A-4208-9C0A-4CB55C564722}" type="datetime1">
              <a:rPr lang="en-US" smtClean="0">
                <a:solidFill>
                  <a:srgbClr val="5C5C5C">
                    <a:tint val="75000"/>
                  </a:srgbClr>
                </a:solidFill>
              </a:rPr>
              <a:pPr/>
              <a:t>8/17/16</a:t>
            </a:fld>
            <a:endParaRPr lang="en-US">
              <a:solidFill>
                <a:srgbClr val="5C5C5C">
                  <a:tint val="75000"/>
                </a:srgbClr>
              </a:solidFill>
            </a:endParaRPr>
          </a:p>
        </p:txBody>
      </p:sp>
      <p:sp>
        <p:nvSpPr>
          <p:cNvPr id="8" name="Footer Placeholder 7"/>
          <p:cNvSpPr>
            <a:spLocks noGrp="1"/>
          </p:cNvSpPr>
          <p:nvPr>
            <p:ph type="ftr" sz="quarter" idx="11"/>
          </p:nvPr>
        </p:nvSpPr>
        <p:spPr/>
        <p:txBody>
          <a:bodyPr/>
          <a:lstStyle/>
          <a:p>
            <a:endParaRPr lang="en-US">
              <a:solidFill>
                <a:srgbClr val="5C5C5C">
                  <a:tint val="75000"/>
                </a:srgbClr>
              </a:solidFill>
            </a:endParaRPr>
          </a:p>
        </p:txBody>
      </p:sp>
      <p:sp>
        <p:nvSpPr>
          <p:cNvPr id="9" name="Slide Number Placeholder 8"/>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37921891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6" name="Rectangle 5"/>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0" name="Rounded Rectangle 19"/>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Tree>
    <p:extLst>
      <p:ext uri="{BB962C8B-B14F-4D97-AF65-F5344CB8AC3E}">
        <p14:creationId xmlns:p14="http://schemas.microsoft.com/office/powerpoint/2010/main" val="296077182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750"/>
                                        <p:tgtEl>
                                          <p:spTgt spid="2"/>
                                        </p:tgtEl>
                                        <p:attrNameLst>
                                          <p:attrName>ppt_x</p:attrName>
                                        </p:attrNameLst>
                                      </p:cBhvr>
                                      <p:tavLst>
                                        <p:tav tm="0">
                                          <p:val>
                                            <p:strVal val="#ppt_x-#ppt_w*1.125000"/>
                                          </p:val>
                                        </p:tav>
                                        <p:tav tm="100000">
                                          <p:val>
                                            <p:strVal val="#ppt_x"/>
                                          </p:val>
                                        </p:tav>
                                      </p:tavLst>
                                    </p:anim>
                                    <p:animEffect transition="in" filter="wipe(right)">
                                      <p:cBhvr>
                                        <p:cTn id="8" dur="75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80620441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5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6312383-BCA4-46A3-8A0D-1879218E910A}" type="datetime1">
              <a:rPr lang="en-US" smtClean="0">
                <a:solidFill>
                  <a:srgbClr val="5C5C5C">
                    <a:tint val="75000"/>
                  </a:srgbClr>
                </a:solidFill>
              </a:rPr>
              <a:pPr/>
              <a:t>8/17/16</a:t>
            </a:fld>
            <a:endParaRPr lang="en-US">
              <a:solidFill>
                <a:srgbClr val="5C5C5C">
                  <a:tint val="75000"/>
                </a:srgbClr>
              </a:solidFill>
            </a:endParaRPr>
          </a:p>
        </p:txBody>
      </p:sp>
      <p:sp>
        <p:nvSpPr>
          <p:cNvPr id="6" name="Footer Placeholder 5"/>
          <p:cNvSpPr>
            <a:spLocks noGrp="1"/>
          </p:cNvSpPr>
          <p:nvPr>
            <p:ph type="ftr" sz="quarter" idx="11"/>
          </p:nvPr>
        </p:nvSpPr>
        <p:spPr/>
        <p:txBody>
          <a:bodyPr/>
          <a:lstStyle/>
          <a:p>
            <a:endParaRPr lang="en-US">
              <a:solidFill>
                <a:srgbClr val="5C5C5C">
                  <a:tint val="75000"/>
                </a:srgbClr>
              </a:solidFill>
            </a:endParaRPr>
          </a:p>
        </p:txBody>
      </p:sp>
      <p:sp>
        <p:nvSpPr>
          <p:cNvPr id="7" name="Slide Number Placeholder 6"/>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183829456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5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B3118B1-1A33-480F-93F6-7943452C2CAE}" type="datetime1">
              <a:rPr lang="en-US" smtClean="0">
                <a:solidFill>
                  <a:srgbClr val="5C5C5C">
                    <a:tint val="75000"/>
                  </a:srgbClr>
                </a:solidFill>
              </a:rPr>
              <a:pPr/>
              <a:t>8/17/16</a:t>
            </a:fld>
            <a:endParaRPr lang="en-US">
              <a:solidFill>
                <a:srgbClr val="5C5C5C">
                  <a:tint val="75000"/>
                </a:srgbClr>
              </a:solidFill>
            </a:endParaRPr>
          </a:p>
        </p:txBody>
      </p:sp>
      <p:sp>
        <p:nvSpPr>
          <p:cNvPr id="6" name="Footer Placeholder 5"/>
          <p:cNvSpPr>
            <a:spLocks noGrp="1"/>
          </p:cNvSpPr>
          <p:nvPr>
            <p:ph type="ftr" sz="quarter" idx="11"/>
          </p:nvPr>
        </p:nvSpPr>
        <p:spPr/>
        <p:txBody>
          <a:bodyPr/>
          <a:lstStyle/>
          <a:p>
            <a:endParaRPr lang="en-US">
              <a:solidFill>
                <a:srgbClr val="5C5C5C">
                  <a:tint val="75000"/>
                </a:srgbClr>
              </a:solidFill>
            </a:endParaRPr>
          </a:p>
        </p:txBody>
      </p:sp>
      <p:sp>
        <p:nvSpPr>
          <p:cNvPr id="7" name="Slide Number Placeholder 6"/>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214938362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E4C3DEE6-FB74-4EF8-A7BD-B411F71D0D88}" type="datetime1">
              <a:rPr lang="en-US" smtClean="0">
                <a:solidFill>
                  <a:srgbClr val="5C5C5C">
                    <a:tint val="75000"/>
                  </a:srgbClr>
                </a:solidFill>
              </a:rPr>
              <a:pPr/>
              <a:t>8/17/16</a:t>
            </a:fld>
            <a:endParaRPr lang="en-US">
              <a:solidFill>
                <a:srgbClr val="5C5C5C">
                  <a:tint val="75000"/>
                </a:srgbClr>
              </a:solidFill>
            </a:endParaRPr>
          </a:p>
        </p:txBody>
      </p:sp>
      <p:sp>
        <p:nvSpPr>
          <p:cNvPr id="5" name="Footer Placeholder 4"/>
          <p:cNvSpPr>
            <a:spLocks noGrp="1"/>
          </p:cNvSpPr>
          <p:nvPr>
            <p:ph type="ftr" sz="quarter" idx="11"/>
          </p:nvPr>
        </p:nvSpPr>
        <p:spPr/>
        <p:txBody>
          <a:bodyPr/>
          <a:lstStyle/>
          <a:p>
            <a:endParaRPr lang="en-US">
              <a:solidFill>
                <a:srgbClr val="5C5C5C">
                  <a:tint val="75000"/>
                </a:srgbClr>
              </a:solidFill>
            </a:endParaRPr>
          </a:p>
        </p:txBody>
      </p:sp>
      <p:sp>
        <p:nvSpPr>
          <p:cNvPr id="6" name="Slide Number Placeholder 5"/>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17443143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6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E2DB81D5-68F1-44B8-8D0D-0C98AA6A765C}" type="datetime1">
              <a:rPr lang="en-US" smtClean="0">
                <a:solidFill>
                  <a:srgbClr val="5C5C5C">
                    <a:tint val="75000"/>
                  </a:srgbClr>
                </a:solidFill>
              </a:rPr>
              <a:pPr/>
              <a:t>8/17/16</a:t>
            </a:fld>
            <a:endParaRPr lang="en-US">
              <a:solidFill>
                <a:srgbClr val="5C5C5C">
                  <a:tint val="75000"/>
                </a:srgbClr>
              </a:solidFill>
            </a:endParaRPr>
          </a:p>
        </p:txBody>
      </p:sp>
      <p:sp>
        <p:nvSpPr>
          <p:cNvPr id="5" name="Footer Placeholder 4"/>
          <p:cNvSpPr>
            <a:spLocks noGrp="1"/>
          </p:cNvSpPr>
          <p:nvPr>
            <p:ph type="ftr" sz="quarter" idx="11"/>
          </p:nvPr>
        </p:nvSpPr>
        <p:spPr/>
        <p:txBody>
          <a:bodyPr/>
          <a:lstStyle/>
          <a:p>
            <a:endParaRPr lang="en-US">
              <a:solidFill>
                <a:srgbClr val="5C5C5C">
                  <a:tint val="75000"/>
                </a:srgbClr>
              </a:solidFill>
            </a:endParaRPr>
          </a:p>
        </p:txBody>
      </p:sp>
      <p:sp>
        <p:nvSpPr>
          <p:cNvPr id="6" name="Slide Number Placeholder 5"/>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286441379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0"/>
            <a:ext cx="12192000" cy="6858000"/>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98088625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1404379" y="2124554"/>
            <a:ext cx="4201644" cy="2608891"/>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17398335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6" name="Picture Placeholder 7"/>
          <p:cNvSpPr>
            <a:spLocks noGrp="1"/>
          </p:cNvSpPr>
          <p:nvPr>
            <p:ph type="pic" sz="quarter" idx="10"/>
          </p:nvPr>
        </p:nvSpPr>
        <p:spPr>
          <a:xfrm>
            <a:off x="6732681" y="1672506"/>
            <a:ext cx="3530865" cy="3530865"/>
          </a:xfrm>
          <a:prstGeom prst="ellipse">
            <a:avLst/>
          </a:prstGeo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96783331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6" name="Picture Placeholder 7"/>
          <p:cNvSpPr>
            <a:spLocks noGrp="1"/>
          </p:cNvSpPr>
          <p:nvPr>
            <p:ph type="pic" sz="quarter" idx="10"/>
          </p:nvPr>
        </p:nvSpPr>
        <p:spPr>
          <a:xfrm>
            <a:off x="0" y="1659988"/>
            <a:ext cx="12192000" cy="3291840"/>
          </a:xfrm>
        </p:spPr>
        <p:txBody>
          <a:bodyPr>
            <a:normAutofit/>
          </a:bodyPr>
          <a:lstStyle>
            <a:lvl1pPr>
              <a:defRPr sz="2000">
                <a:solidFill>
                  <a:schemeClr val="bg1">
                    <a:lumMod val="50000"/>
                  </a:schemeClr>
                </a:solidFill>
              </a:defRPr>
            </a:lvl1pPr>
          </a:lstStyle>
          <a:p>
            <a:endParaRPr lang="en-US"/>
          </a:p>
        </p:txBody>
      </p:sp>
      <p:sp>
        <p:nvSpPr>
          <p:cNvPr id="7"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8" name="Slide Number Placeholder 4"/>
          <p:cNvSpPr>
            <a:spLocks noGrp="1"/>
          </p:cNvSpPr>
          <p:nvPr>
            <p:ph type="sldNum" sz="quarter" idx="12"/>
          </p:nvPr>
        </p:nvSpPr>
        <p:spPr>
          <a:xfrm>
            <a:off x="11095481"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9" name="Rectangle 8"/>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Chevron 9"/>
          <p:cNvSpPr/>
          <p:nvPr userDrawn="1"/>
        </p:nvSpPr>
        <p:spPr>
          <a:xfrm>
            <a:off x="11616714"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1" name="Chevron 10"/>
          <p:cNvSpPr/>
          <p:nvPr userDrawn="1"/>
        </p:nvSpPr>
        <p:spPr>
          <a:xfrm flipH="1">
            <a:off x="10924447"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2" name="Rounded Rectangle 11"/>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3" name="Group 4"/>
          <p:cNvGrpSpPr>
            <a:grpSpLocks noChangeAspect="1"/>
          </p:cNvGrpSpPr>
          <p:nvPr userDrawn="1"/>
        </p:nvGrpSpPr>
        <p:grpSpPr bwMode="auto">
          <a:xfrm>
            <a:off x="442997" y="6336771"/>
            <a:ext cx="509890" cy="403223"/>
            <a:chOff x="2100" y="784"/>
            <a:chExt cx="3480" cy="2752"/>
          </a:xfrm>
        </p:grpSpPr>
        <p:sp>
          <p:nvSpPr>
            <p:cNvPr id="14"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5"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16"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17" name="TextBox 16"/>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Tree>
    <p:extLst>
      <p:ext uri="{BB962C8B-B14F-4D97-AF65-F5344CB8AC3E}">
        <p14:creationId xmlns:p14="http://schemas.microsoft.com/office/powerpoint/2010/main" val="226926169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0" y="422032"/>
            <a:ext cx="12192000" cy="6435968"/>
          </a:xfrm>
          <a:prstGeom prst="rtTriangle">
            <a:avLst/>
          </a:prstGeo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72131544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6" name="Picture Placeholder 10"/>
          <p:cNvSpPr>
            <a:spLocks noGrp="1"/>
          </p:cNvSpPr>
          <p:nvPr>
            <p:ph type="pic" sz="quarter" idx="10"/>
          </p:nvPr>
        </p:nvSpPr>
        <p:spPr>
          <a:xfrm>
            <a:off x="838200" y="524020"/>
            <a:ext cx="3016348" cy="5809957"/>
          </a:xfrm>
        </p:spPr>
        <p:txBody>
          <a:bodyPr>
            <a:normAutofit/>
          </a:bodyPr>
          <a:lstStyle>
            <a:lvl1pPr>
              <a:defRPr sz="2000">
                <a:solidFill>
                  <a:schemeClr val="bg1">
                    <a:lumMod val="50000"/>
                  </a:schemeClr>
                </a:solidFill>
              </a:defRPr>
            </a:lvl1pPr>
          </a:lstStyle>
          <a:p>
            <a:endParaRPr lang="en-US"/>
          </a:p>
        </p:txBody>
      </p:sp>
      <p:sp>
        <p:nvSpPr>
          <p:cNvPr id="7" name="Picture Placeholder 12"/>
          <p:cNvSpPr>
            <a:spLocks noGrp="1"/>
          </p:cNvSpPr>
          <p:nvPr>
            <p:ph type="pic" sz="quarter" idx="11"/>
          </p:nvPr>
        </p:nvSpPr>
        <p:spPr>
          <a:xfrm>
            <a:off x="4020618" y="524019"/>
            <a:ext cx="2371719" cy="1960099"/>
          </a:xfrm>
        </p:spPr>
        <p:txBody>
          <a:bodyPr>
            <a:normAutofit/>
          </a:bodyPr>
          <a:lstStyle>
            <a:lvl1pPr>
              <a:defRPr sz="2000">
                <a:solidFill>
                  <a:schemeClr val="bg1">
                    <a:lumMod val="50000"/>
                  </a:schemeClr>
                </a:solidFill>
              </a:defRPr>
            </a:lvl1pPr>
          </a:lstStyle>
          <a:p>
            <a:endParaRPr lang="en-US"/>
          </a:p>
        </p:txBody>
      </p:sp>
      <p:sp>
        <p:nvSpPr>
          <p:cNvPr id="8" name="Picture Placeholder 14"/>
          <p:cNvSpPr>
            <a:spLocks noGrp="1"/>
          </p:cNvSpPr>
          <p:nvPr>
            <p:ph type="pic" sz="quarter" idx="12"/>
          </p:nvPr>
        </p:nvSpPr>
        <p:spPr>
          <a:xfrm>
            <a:off x="9096196" y="524017"/>
            <a:ext cx="2371719" cy="1960099"/>
          </a:xfrm>
        </p:spPr>
        <p:txBody>
          <a:bodyPr>
            <a:normAutofit/>
          </a:bodyPr>
          <a:lstStyle>
            <a:lvl1pPr>
              <a:defRPr sz="2000">
                <a:solidFill>
                  <a:schemeClr val="bg1">
                    <a:lumMod val="50000"/>
                  </a:schemeClr>
                </a:solidFill>
              </a:defRPr>
            </a:lvl1pPr>
          </a:lstStyle>
          <a:p>
            <a:endParaRPr lang="en-US"/>
          </a:p>
        </p:txBody>
      </p:sp>
      <p:sp>
        <p:nvSpPr>
          <p:cNvPr id="9" name="Picture Placeholder 16"/>
          <p:cNvSpPr>
            <a:spLocks noGrp="1"/>
          </p:cNvSpPr>
          <p:nvPr>
            <p:ph type="pic" sz="quarter" idx="13"/>
          </p:nvPr>
        </p:nvSpPr>
        <p:spPr>
          <a:xfrm>
            <a:off x="6558407" y="524018"/>
            <a:ext cx="2371719" cy="1960099"/>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12497948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6" name="Picture Placeholder 9"/>
          <p:cNvSpPr>
            <a:spLocks noGrp="1"/>
          </p:cNvSpPr>
          <p:nvPr>
            <p:ph type="pic" sz="quarter" idx="10"/>
          </p:nvPr>
        </p:nvSpPr>
        <p:spPr>
          <a:xfrm>
            <a:off x="1139484" y="-1"/>
            <a:ext cx="3052690" cy="4994031"/>
          </a:xfrm>
        </p:spPr>
        <p:txBody>
          <a:bodyPr>
            <a:normAutofit/>
          </a:bodyPr>
          <a:lstStyle>
            <a:lvl1pPr>
              <a:defRPr sz="2000">
                <a:solidFill>
                  <a:schemeClr val="bg1">
                    <a:lumMod val="50000"/>
                  </a:schemeClr>
                </a:solidFill>
              </a:defRPr>
            </a:lvl1pPr>
          </a:lstStyle>
          <a:p>
            <a:endParaRPr lang="en-US"/>
          </a:p>
        </p:txBody>
      </p:sp>
      <p:sp>
        <p:nvSpPr>
          <p:cNvPr id="7" name="Picture Placeholder 11"/>
          <p:cNvSpPr>
            <a:spLocks noGrp="1"/>
          </p:cNvSpPr>
          <p:nvPr>
            <p:ph type="pic" sz="quarter" idx="11"/>
          </p:nvPr>
        </p:nvSpPr>
        <p:spPr>
          <a:xfrm>
            <a:off x="4569655" y="-1"/>
            <a:ext cx="3052689" cy="4994032"/>
          </a:xfrm>
        </p:spPr>
        <p:txBody>
          <a:bodyPr>
            <a:normAutofit/>
          </a:bodyPr>
          <a:lstStyle>
            <a:lvl1pPr>
              <a:defRPr sz="2000">
                <a:solidFill>
                  <a:schemeClr val="bg1">
                    <a:lumMod val="50000"/>
                  </a:schemeClr>
                </a:solidFill>
              </a:defRPr>
            </a:lvl1pPr>
          </a:lstStyle>
          <a:p>
            <a:endParaRPr lang="en-US"/>
          </a:p>
        </p:txBody>
      </p:sp>
      <p:sp>
        <p:nvSpPr>
          <p:cNvPr id="8" name="Picture Placeholder 15"/>
          <p:cNvSpPr>
            <a:spLocks noGrp="1"/>
          </p:cNvSpPr>
          <p:nvPr>
            <p:ph type="pic" sz="quarter" idx="12"/>
          </p:nvPr>
        </p:nvSpPr>
        <p:spPr>
          <a:xfrm>
            <a:off x="7999826" y="-1"/>
            <a:ext cx="3052690" cy="4994032"/>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42656695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0" y="0"/>
            <a:ext cx="12191999" cy="4670474"/>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82312691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0" y="0"/>
            <a:ext cx="12191999" cy="3837709"/>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98059078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extLst mod="1">
    <p:ext uri="{DCECCB84-F9BA-43D5-87BE-67443E8EF086}">
      <p15:sldGuideLst xmlns:p15="http://schemas.microsoft.com/office/powerpoint/2012/main">
        <p15:guide id="1" pos="3840">
          <p15:clr>
            <a:srgbClr val="FBAE40"/>
          </p15:clr>
        </p15:guide>
        <p15:guide id="2" orient="horz" pos="2160">
          <p15:clr>
            <a:srgbClr val="FBAE40"/>
          </p15:clr>
        </p15:guide>
      </p15:sldGuideLst>
    </p:ext>
  </p:extLst>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46918" y="1095522"/>
            <a:ext cx="7845082" cy="4666956"/>
          </a:xfrm>
        </p:spPr>
        <p:txBody>
          <a:bodyPr>
            <a:normAutofit/>
          </a:bodyPr>
          <a:lstStyle>
            <a:lvl1pPr>
              <a:defRPr sz="1800">
                <a:solidFill>
                  <a:schemeClr val="bg1">
                    <a:lumMod val="65000"/>
                  </a:schemeClr>
                </a:solidFill>
              </a:defRPr>
            </a:lvl1pPr>
          </a:lstStyle>
          <a:p>
            <a:endParaRPr lang="en-US"/>
          </a:p>
        </p:txBody>
      </p:sp>
    </p:spTree>
    <p:extLst>
      <p:ext uri="{BB962C8B-B14F-4D97-AF65-F5344CB8AC3E}">
        <p14:creationId xmlns:p14="http://schemas.microsoft.com/office/powerpoint/2010/main" val="313339245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15" name="Picture Placeholder 14"/>
          <p:cNvSpPr>
            <a:spLocks noGrp="1"/>
          </p:cNvSpPr>
          <p:nvPr>
            <p:ph type="pic" sz="quarter" idx="10"/>
          </p:nvPr>
        </p:nvSpPr>
        <p:spPr>
          <a:xfrm>
            <a:off x="1436973" y="1348259"/>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16" name="Picture Placeholder 14"/>
          <p:cNvSpPr>
            <a:spLocks noGrp="1"/>
          </p:cNvSpPr>
          <p:nvPr>
            <p:ph type="pic" sz="quarter" idx="11"/>
          </p:nvPr>
        </p:nvSpPr>
        <p:spPr>
          <a:xfrm>
            <a:off x="4003018" y="1348259"/>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17" name="Picture Placeholder 14"/>
          <p:cNvSpPr>
            <a:spLocks noGrp="1"/>
          </p:cNvSpPr>
          <p:nvPr>
            <p:ph type="pic" sz="quarter" idx="12"/>
          </p:nvPr>
        </p:nvSpPr>
        <p:spPr>
          <a:xfrm>
            <a:off x="6569065" y="1348259"/>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18" name="Picture Placeholder 14"/>
          <p:cNvSpPr>
            <a:spLocks noGrp="1"/>
          </p:cNvSpPr>
          <p:nvPr>
            <p:ph type="pic" sz="quarter" idx="13"/>
          </p:nvPr>
        </p:nvSpPr>
        <p:spPr>
          <a:xfrm>
            <a:off x="9135111" y="1348259"/>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19" name="Picture Placeholder 14"/>
          <p:cNvSpPr>
            <a:spLocks noGrp="1"/>
          </p:cNvSpPr>
          <p:nvPr>
            <p:ph type="pic" sz="quarter" idx="14"/>
          </p:nvPr>
        </p:nvSpPr>
        <p:spPr>
          <a:xfrm>
            <a:off x="1436973" y="3904426"/>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20" name="Picture Placeholder 14"/>
          <p:cNvSpPr>
            <a:spLocks noGrp="1"/>
          </p:cNvSpPr>
          <p:nvPr>
            <p:ph type="pic" sz="quarter" idx="15"/>
          </p:nvPr>
        </p:nvSpPr>
        <p:spPr>
          <a:xfrm>
            <a:off x="4003018" y="3904426"/>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21" name="Picture Placeholder 14"/>
          <p:cNvSpPr>
            <a:spLocks noGrp="1"/>
          </p:cNvSpPr>
          <p:nvPr>
            <p:ph type="pic" sz="quarter" idx="16"/>
          </p:nvPr>
        </p:nvSpPr>
        <p:spPr>
          <a:xfrm>
            <a:off x="6569065" y="3904426"/>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22" name="Picture Placeholder 14"/>
          <p:cNvSpPr>
            <a:spLocks noGrp="1"/>
          </p:cNvSpPr>
          <p:nvPr>
            <p:ph type="pic" sz="quarter" idx="17"/>
          </p:nvPr>
        </p:nvSpPr>
        <p:spPr>
          <a:xfrm>
            <a:off x="9135111" y="3904426"/>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23"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24" name="Slide Number Placeholder 4"/>
          <p:cNvSpPr>
            <a:spLocks noGrp="1"/>
          </p:cNvSpPr>
          <p:nvPr>
            <p:ph type="sldNum" sz="quarter" idx="18"/>
          </p:nvPr>
        </p:nvSpPr>
        <p:spPr>
          <a:xfrm>
            <a:off x="11026206"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25" name="Rectangle 24"/>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6" name="Chevron 25"/>
          <p:cNvSpPr/>
          <p:nvPr userDrawn="1"/>
        </p:nvSpPr>
        <p:spPr>
          <a:xfrm>
            <a:off x="11547439"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27" name="Chevron 26"/>
          <p:cNvSpPr/>
          <p:nvPr userDrawn="1"/>
        </p:nvSpPr>
        <p:spPr>
          <a:xfrm flipH="1">
            <a:off x="10855172"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28" name="Rounded Rectangle 27"/>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9" name="Group 4"/>
          <p:cNvGrpSpPr>
            <a:grpSpLocks noChangeAspect="1"/>
          </p:cNvGrpSpPr>
          <p:nvPr userDrawn="1"/>
        </p:nvGrpSpPr>
        <p:grpSpPr bwMode="auto">
          <a:xfrm>
            <a:off x="442997" y="6336771"/>
            <a:ext cx="509890" cy="403223"/>
            <a:chOff x="2100" y="784"/>
            <a:chExt cx="3480" cy="2752"/>
          </a:xfrm>
        </p:grpSpPr>
        <p:sp>
          <p:nvSpPr>
            <p:cNvPr id="30"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1"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32"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33" name="TextBox 32"/>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Tree>
    <p:extLst>
      <p:ext uri="{BB962C8B-B14F-4D97-AF65-F5344CB8AC3E}">
        <p14:creationId xmlns:p14="http://schemas.microsoft.com/office/powerpoint/2010/main" val="17460366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21" name="Picture Placeholder 20"/>
          <p:cNvSpPr>
            <a:spLocks noGrp="1"/>
          </p:cNvSpPr>
          <p:nvPr>
            <p:ph type="pic" sz="quarter" idx="19"/>
          </p:nvPr>
        </p:nvSpPr>
        <p:spPr>
          <a:xfrm>
            <a:off x="1587303" y="1575585"/>
            <a:ext cx="2546252" cy="2700997"/>
          </a:xfrm>
        </p:spPr>
        <p:txBody>
          <a:bodyPr>
            <a:normAutofit/>
          </a:bodyPr>
          <a:lstStyle>
            <a:lvl1pPr>
              <a:defRPr sz="1800">
                <a:solidFill>
                  <a:schemeClr val="bg1">
                    <a:lumMod val="65000"/>
                  </a:schemeClr>
                </a:solidFill>
              </a:defRPr>
            </a:lvl1pPr>
          </a:lstStyle>
          <a:p>
            <a:endParaRPr lang="en-US"/>
          </a:p>
        </p:txBody>
      </p:sp>
      <p:sp>
        <p:nvSpPr>
          <p:cNvPr id="22" name="Picture Placeholder 20"/>
          <p:cNvSpPr>
            <a:spLocks noGrp="1"/>
          </p:cNvSpPr>
          <p:nvPr>
            <p:ph type="pic" sz="quarter" idx="20"/>
          </p:nvPr>
        </p:nvSpPr>
        <p:spPr>
          <a:xfrm>
            <a:off x="4822873" y="1575585"/>
            <a:ext cx="2546252" cy="2700997"/>
          </a:xfrm>
        </p:spPr>
        <p:txBody>
          <a:bodyPr>
            <a:normAutofit/>
          </a:bodyPr>
          <a:lstStyle>
            <a:lvl1pPr>
              <a:defRPr sz="1800">
                <a:solidFill>
                  <a:schemeClr val="bg1">
                    <a:lumMod val="65000"/>
                  </a:schemeClr>
                </a:solidFill>
              </a:defRPr>
            </a:lvl1pPr>
          </a:lstStyle>
          <a:p>
            <a:endParaRPr lang="en-US"/>
          </a:p>
        </p:txBody>
      </p:sp>
      <p:sp>
        <p:nvSpPr>
          <p:cNvPr id="23" name="Picture Placeholder 20"/>
          <p:cNvSpPr>
            <a:spLocks noGrp="1"/>
          </p:cNvSpPr>
          <p:nvPr>
            <p:ph type="pic" sz="quarter" idx="21"/>
          </p:nvPr>
        </p:nvSpPr>
        <p:spPr>
          <a:xfrm>
            <a:off x="8058445" y="1575585"/>
            <a:ext cx="2546252" cy="2700997"/>
          </a:xfrm>
        </p:spPr>
        <p:txBody>
          <a:bodyPr>
            <a:normAutofit/>
          </a:bodyPr>
          <a:lstStyle>
            <a:lvl1pPr>
              <a:defRPr sz="1800">
                <a:solidFill>
                  <a:schemeClr val="bg1">
                    <a:lumMod val="65000"/>
                  </a:schemeClr>
                </a:solidFill>
              </a:defRPr>
            </a:lvl1pPr>
          </a:lstStyle>
          <a:p>
            <a:endParaRPr lang="en-US"/>
          </a:p>
        </p:txBody>
      </p:sp>
      <p:sp>
        <p:nvSpPr>
          <p:cNvPr id="9"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10" name="Slide Number Placeholder 4"/>
          <p:cNvSpPr>
            <a:spLocks noGrp="1"/>
          </p:cNvSpPr>
          <p:nvPr>
            <p:ph type="sldNum" sz="quarter" idx="18"/>
          </p:nvPr>
        </p:nvSpPr>
        <p:spPr>
          <a:xfrm>
            <a:off x="11026206"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11" name="Rectangle 10"/>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Chevron 11"/>
          <p:cNvSpPr/>
          <p:nvPr userDrawn="1"/>
        </p:nvSpPr>
        <p:spPr>
          <a:xfrm>
            <a:off x="11547439"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3" name="Chevron 12"/>
          <p:cNvSpPr/>
          <p:nvPr userDrawn="1"/>
        </p:nvSpPr>
        <p:spPr>
          <a:xfrm flipH="1">
            <a:off x="10855172"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4" name="Rounded Rectangle 13"/>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5" name="Group 4"/>
          <p:cNvGrpSpPr>
            <a:grpSpLocks noChangeAspect="1"/>
          </p:cNvGrpSpPr>
          <p:nvPr userDrawn="1"/>
        </p:nvGrpSpPr>
        <p:grpSpPr bwMode="auto">
          <a:xfrm>
            <a:off x="442997" y="6336771"/>
            <a:ext cx="509890" cy="403223"/>
            <a:chOff x="2100" y="784"/>
            <a:chExt cx="3480" cy="2752"/>
          </a:xfrm>
        </p:grpSpPr>
        <p:sp>
          <p:nvSpPr>
            <p:cNvPr id="16"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7"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18"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19" name="TextBox 18"/>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Tree>
    <p:extLst>
      <p:ext uri="{BB962C8B-B14F-4D97-AF65-F5344CB8AC3E}">
        <p14:creationId xmlns:p14="http://schemas.microsoft.com/office/powerpoint/2010/main" val="146404315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905491" y="999355"/>
            <a:ext cx="2156107" cy="2156108"/>
          </a:xfrm>
          <a:prstGeom prst="ellipse">
            <a:avLst/>
          </a:prstGeom>
          <a:ln w="15875">
            <a:solidFill>
              <a:schemeClr val="bg1"/>
            </a:solidFill>
          </a:ln>
        </p:spPr>
        <p:txBody>
          <a:bodyPr>
            <a:normAutofit/>
          </a:bodyPr>
          <a:lstStyle>
            <a:lvl1pPr>
              <a:defRPr sz="1800">
                <a:solidFill>
                  <a:schemeClr val="bg1">
                    <a:lumMod val="50000"/>
                  </a:schemeClr>
                </a:solidFill>
              </a:defRPr>
            </a:lvl1pPr>
          </a:lstStyle>
          <a:p>
            <a:endParaRPr lang="en-US"/>
          </a:p>
        </p:txBody>
      </p:sp>
    </p:spTree>
    <p:extLst>
      <p:ext uri="{BB962C8B-B14F-4D97-AF65-F5344CB8AC3E}">
        <p14:creationId xmlns:p14="http://schemas.microsoft.com/office/powerpoint/2010/main" val="36966564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0"/>
            <a:ext cx="12191999" cy="2697605"/>
          </a:xfrm>
        </p:spPr>
        <p:txBody>
          <a:bodyPr>
            <a:normAutofit/>
          </a:bodyPr>
          <a:lstStyle>
            <a:lvl1pPr>
              <a:defRPr sz="1800">
                <a:solidFill>
                  <a:schemeClr val="bg1">
                    <a:lumMod val="50000"/>
                  </a:schemeClr>
                </a:solidFill>
              </a:defRPr>
            </a:lvl1pPr>
          </a:lstStyle>
          <a:p>
            <a:endParaRPr lang="en-US"/>
          </a:p>
        </p:txBody>
      </p:sp>
      <p:sp>
        <p:nvSpPr>
          <p:cNvPr id="7" name="Picture Placeholder 6"/>
          <p:cNvSpPr>
            <a:spLocks noGrp="1"/>
          </p:cNvSpPr>
          <p:nvPr>
            <p:ph type="pic" sz="quarter" idx="11"/>
          </p:nvPr>
        </p:nvSpPr>
        <p:spPr>
          <a:xfrm>
            <a:off x="776826" y="1268038"/>
            <a:ext cx="2314774" cy="2455452"/>
          </a:xfrm>
          <a:ln w="19050">
            <a:solidFill>
              <a:schemeClr val="bg1"/>
            </a:solidFill>
          </a:ln>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01755526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Picture Placeholder 2"/>
          <p:cNvSpPr>
            <a:spLocks noGrp="1"/>
          </p:cNvSpPr>
          <p:nvPr>
            <p:ph type="pic" sz="quarter" idx="15"/>
          </p:nvPr>
        </p:nvSpPr>
        <p:spPr>
          <a:xfrm>
            <a:off x="0"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3" name="Picture Placeholder 2"/>
          <p:cNvSpPr>
            <a:spLocks noGrp="1"/>
          </p:cNvSpPr>
          <p:nvPr>
            <p:ph type="pic" sz="quarter" idx="16"/>
          </p:nvPr>
        </p:nvSpPr>
        <p:spPr>
          <a:xfrm>
            <a:off x="2441448"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4" name="Picture Placeholder 2"/>
          <p:cNvSpPr>
            <a:spLocks noGrp="1"/>
          </p:cNvSpPr>
          <p:nvPr>
            <p:ph type="pic" sz="quarter" idx="17"/>
          </p:nvPr>
        </p:nvSpPr>
        <p:spPr>
          <a:xfrm>
            <a:off x="4882896"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5" name="Picture Placeholder 2"/>
          <p:cNvSpPr>
            <a:spLocks noGrp="1"/>
          </p:cNvSpPr>
          <p:nvPr>
            <p:ph type="pic" sz="quarter" idx="18"/>
          </p:nvPr>
        </p:nvSpPr>
        <p:spPr>
          <a:xfrm>
            <a:off x="7324344"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6" name="Picture Placeholder 2"/>
          <p:cNvSpPr>
            <a:spLocks noGrp="1"/>
          </p:cNvSpPr>
          <p:nvPr>
            <p:ph type="pic" sz="quarter" idx="19"/>
          </p:nvPr>
        </p:nvSpPr>
        <p:spPr>
          <a:xfrm>
            <a:off x="9765792"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20"/>
          </p:nvPr>
        </p:nvSpPr>
        <p:spPr>
          <a:xfrm>
            <a:off x="0"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21"/>
          </p:nvPr>
        </p:nvSpPr>
        <p:spPr>
          <a:xfrm>
            <a:off x="4882896"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22"/>
          </p:nvPr>
        </p:nvSpPr>
        <p:spPr>
          <a:xfrm>
            <a:off x="9765792"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70249743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6" name="Picture Placeholder 2"/>
          <p:cNvSpPr>
            <a:spLocks noGrp="1"/>
          </p:cNvSpPr>
          <p:nvPr>
            <p:ph type="pic" sz="quarter" idx="15"/>
          </p:nvPr>
        </p:nvSpPr>
        <p:spPr>
          <a:xfrm>
            <a:off x="0" y="0"/>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16"/>
          </p:nvPr>
        </p:nvSpPr>
        <p:spPr>
          <a:xfrm>
            <a:off x="2441448"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17"/>
          </p:nvPr>
        </p:nvSpPr>
        <p:spPr>
          <a:xfrm>
            <a:off x="4882896"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18"/>
          </p:nvPr>
        </p:nvSpPr>
        <p:spPr>
          <a:xfrm>
            <a:off x="7324344"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Picture Placeholder 2"/>
          <p:cNvSpPr>
            <a:spLocks noGrp="1"/>
          </p:cNvSpPr>
          <p:nvPr>
            <p:ph type="pic" sz="quarter" idx="19"/>
          </p:nvPr>
        </p:nvSpPr>
        <p:spPr>
          <a:xfrm>
            <a:off x="9765792"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69922066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10" name="Picture Placeholder 4"/>
          <p:cNvSpPr>
            <a:spLocks noGrp="1"/>
          </p:cNvSpPr>
          <p:nvPr>
            <p:ph type="pic" sz="quarter" idx="21"/>
          </p:nvPr>
        </p:nvSpPr>
        <p:spPr>
          <a:xfrm>
            <a:off x="855289" y="1588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1" name="Picture Placeholder 4"/>
          <p:cNvSpPr>
            <a:spLocks noGrp="1"/>
          </p:cNvSpPr>
          <p:nvPr>
            <p:ph type="pic" sz="quarter" idx="22"/>
          </p:nvPr>
        </p:nvSpPr>
        <p:spPr>
          <a:xfrm>
            <a:off x="3514938" y="1588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2" name="Picture Placeholder 4"/>
          <p:cNvSpPr>
            <a:spLocks noGrp="1"/>
          </p:cNvSpPr>
          <p:nvPr>
            <p:ph type="pic" sz="quarter" idx="23"/>
          </p:nvPr>
        </p:nvSpPr>
        <p:spPr>
          <a:xfrm>
            <a:off x="6174587" y="1588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3" name="Picture Placeholder 4"/>
          <p:cNvSpPr>
            <a:spLocks noGrp="1"/>
          </p:cNvSpPr>
          <p:nvPr>
            <p:ph type="pic" sz="quarter" idx="24"/>
          </p:nvPr>
        </p:nvSpPr>
        <p:spPr>
          <a:xfrm>
            <a:off x="8834236" y="1588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4"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15" name="Slide Number Placeholder 4"/>
          <p:cNvSpPr>
            <a:spLocks noGrp="1"/>
          </p:cNvSpPr>
          <p:nvPr>
            <p:ph type="sldNum" sz="quarter" idx="12"/>
          </p:nvPr>
        </p:nvSpPr>
        <p:spPr>
          <a:xfrm>
            <a:off x="11095481"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16" name="Rectangle 15"/>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7" name="Chevron 16"/>
          <p:cNvSpPr/>
          <p:nvPr userDrawn="1"/>
        </p:nvSpPr>
        <p:spPr>
          <a:xfrm>
            <a:off x="11616714"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8" name="Chevron 17"/>
          <p:cNvSpPr/>
          <p:nvPr userDrawn="1"/>
        </p:nvSpPr>
        <p:spPr>
          <a:xfrm flipH="1">
            <a:off x="10924447"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9" name="Rounded Rectangle 18"/>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0" name="Group 4"/>
          <p:cNvGrpSpPr>
            <a:grpSpLocks noChangeAspect="1"/>
          </p:cNvGrpSpPr>
          <p:nvPr userDrawn="1"/>
        </p:nvGrpSpPr>
        <p:grpSpPr bwMode="auto">
          <a:xfrm>
            <a:off x="442997" y="6336771"/>
            <a:ext cx="509890" cy="403223"/>
            <a:chOff x="2100" y="784"/>
            <a:chExt cx="3480" cy="2752"/>
          </a:xfrm>
        </p:grpSpPr>
        <p:sp>
          <p:nvSpPr>
            <p:cNvPr id="21"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23"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24" name="TextBox 23"/>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Tree>
    <p:extLst>
      <p:ext uri="{BB962C8B-B14F-4D97-AF65-F5344CB8AC3E}">
        <p14:creationId xmlns:p14="http://schemas.microsoft.com/office/powerpoint/2010/main" val="219703727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14"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15" name="Slide Number Placeholder 4"/>
          <p:cNvSpPr>
            <a:spLocks noGrp="1"/>
          </p:cNvSpPr>
          <p:nvPr>
            <p:ph type="sldNum" sz="quarter" idx="12"/>
          </p:nvPr>
        </p:nvSpPr>
        <p:spPr>
          <a:xfrm>
            <a:off x="11095481"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16" name="Rectangle 15"/>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7" name="Chevron 16"/>
          <p:cNvSpPr/>
          <p:nvPr userDrawn="1"/>
        </p:nvSpPr>
        <p:spPr>
          <a:xfrm>
            <a:off x="11616714"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8" name="Chevron 17"/>
          <p:cNvSpPr/>
          <p:nvPr userDrawn="1"/>
        </p:nvSpPr>
        <p:spPr>
          <a:xfrm flipH="1">
            <a:off x="10924447"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9" name="Rounded Rectangle 18"/>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0" name="Group 4"/>
          <p:cNvGrpSpPr>
            <a:grpSpLocks noChangeAspect="1"/>
          </p:cNvGrpSpPr>
          <p:nvPr userDrawn="1"/>
        </p:nvGrpSpPr>
        <p:grpSpPr bwMode="auto">
          <a:xfrm>
            <a:off x="442997" y="6336771"/>
            <a:ext cx="509890" cy="403223"/>
            <a:chOff x="2100" y="784"/>
            <a:chExt cx="3480" cy="2752"/>
          </a:xfrm>
        </p:grpSpPr>
        <p:sp>
          <p:nvSpPr>
            <p:cNvPr id="21"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23"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24" name="TextBox 23"/>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
        <p:nvSpPr>
          <p:cNvPr id="25" name="Picture Placeholder 9"/>
          <p:cNvSpPr>
            <a:spLocks noGrp="1"/>
          </p:cNvSpPr>
          <p:nvPr>
            <p:ph type="pic" sz="quarter" idx="13"/>
          </p:nvPr>
        </p:nvSpPr>
        <p:spPr>
          <a:xfrm>
            <a:off x="1053888" y="1481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6" name="Picture Placeholder 9"/>
          <p:cNvSpPr>
            <a:spLocks noGrp="1"/>
          </p:cNvSpPr>
          <p:nvPr>
            <p:ph type="pic" sz="quarter" idx="14"/>
          </p:nvPr>
        </p:nvSpPr>
        <p:spPr>
          <a:xfrm>
            <a:off x="6190129" y="1481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52164081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14"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15" name="Slide Number Placeholder 4"/>
          <p:cNvSpPr>
            <a:spLocks noGrp="1"/>
          </p:cNvSpPr>
          <p:nvPr>
            <p:ph type="sldNum" sz="quarter" idx="12"/>
          </p:nvPr>
        </p:nvSpPr>
        <p:spPr>
          <a:xfrm>
            <a:off x="11095481"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16" name="Rectangle 15"/>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7" name="Chevron 16"/>
          <p:cNvSpPr/>
          <p:nvPr userDrawn="1"/>
        </p:nvSpPr>
        <p:spPr>
          <a:xfrm>
            <a:off x="11616714"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8" name="Chevron 17"/>
          <p:cNvSpPr/>
          <p:nvPr userDrawn="1"/>
        </p:nvSpPr>
        <p:spPr>
          <a:xfrm flipH="1">
            <a:off x="10924447"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9" name="Rounded Rectangle 18"/>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0" name="Group 4"/>
          <p:cNvGrpSpPr>
            <a:grpSpLocks noChangeAspect="1"/>
          </p:cNvGrpSpPr>
          <p:nvPr userDrawn="1"/>
        </p:nvGrpSpPr>
        <p:grpSpPr bwMode="auto">
          <a:xfrm>
            <a:off x="442997" y="6336771"/>
            <a:ext cx="509890" cy="403223"/>
            <a:chOff x="2100" y="784"/>
            <a:chExt cx="3480" cy="2752"/>
          </a:xfrm>
        </p:grpSpPr>
        <p:sp>
          <p:nvSpPr>
            <p:cNvPr id="21"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23"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24" name="TextBox 23"/>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
        <p:nvSpPr>
          <p:cNvPr id="27" name="Picture Placeholder 10"/>
          <p:cNvSpPr>
            <a:spLocks noGrp="1"/>
          </p:cNvSpPr>
          <p:nvPr>
            <p:ph type="pic" sz="quarter" idx="13"/>
          </p:nvPr>
        </p:nvSpPr>
        <p:spPr>
          <a:xfrm>
            <a:off x="4791554" y="1668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8" name="Picture Placeholder 10"/>
          <p:cNvSpPr>
            <a:spLocks noGrp="1"/>
          </p:cNvSpPr>
          <p:nvPr>
            <p:ph type="pic" sz="quarter" idx="14"/>
          </p:nvPr>
        </p:nvSpPr>
        <p:spPr>
          <a:xfrm>
            <a:off x="1618048" y="1668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9" name="Picture Placeholder 10"/>
          <p:cNvSpPr>
            <a:spLocks noGrp="1"/>
          </p:cNvSpPr>
          <p:nvPr>
            <p:ph type="pic" sz="quarter" idx="15"/>
          </p:nvPr>
        </p:nvSpPr>
        <p:spPr>
          <a:xfrm>
            <a:off x="7965060" y="1668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5626312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14"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15" name="Slide Number Placeholder 4"/>
          <p:cNvSpPr>
            <a:spLocks noGrp="1"/>
          </p:cNvSpPr>
          <p:nvPr>
            <p:ph type="sldNum" sz="quarter" idx="12"/>
          </p:nvPr>
        </p:nvSpPr>
        <p:spPr>
          <a:xfrm>
            <a:off x="11095481"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16" name="Rectangle 15"/>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7" name="Chevron 16"/>
          <p:cNvSpPr/>
          <p:nvPr userDrawn="1"/>
        </p:nvSpPr>
        <p:spPr>
          <a:xfrm>
            <a:off x="11616714"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8" name="Chevron 17"/>
          <p:cNvSpPr/>
          <p:nvPr userDrawn="1"/>
        </p:nvSpPr>
        <p:spPr>
          <a:xfrm flipH="1">
            <a:off x="10924447"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9" name="Rounded Rectangle 18"/>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0" name="Group 4"/>
          <p:cNvGrpSpPr>
            <a:grpSpLocks noChangeAspect="1"/>
          </p:cNvGrpSpPr>
          <p:nvPr userDrawn="1"/>
        </p:nvGrpSpPr>
        <p:grpSpPr bwMode="auto">
          <a:xfrm>
            <a:off x="442997" y="6336771"/>
            <a:ext cx="509890" cy="403223"/>
            <a:chOff x="2100" y="784"/>
            <a:chExt cx="3480" cy="2752"/>
          </a:xfrm>
        </p:grpSpPr>
        <p:sp>
          <p:nvSpPr>
            <p:cNvPr id="21"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23"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24" name="TextBox 23"/>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
        <p:nvSpPr>
          <p:cNvPr id="25" name="Picture Placeholder 14"/>
          <p:cNvSpPr>
            <a:spLocks noGrp="1"/>
          </p:cNvSpPr>
          <p:nvPr>
            <p:ph type="pic" sz="quarter" idx="14"/>
          </p:nvPr>
        </p:nvSpPr>
        <p:spPr>
          <a:xfrm>
            <a:off x="978115" y="1672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6" name="Picture Placeholder 14"/>
          <p:cNvSpPr>
            <a:spLocks noGrp="1"/>
          </p:cNvSpPr>
          <p:nvPr>
            <p:ph type="pic" sz="quarter" idx="15"/>
          </p:nvPr>
        </p:nvSpPr>
        <p:spPr>
          <a:xfrm>
            <a:off x="3663902" y="1672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30" name="Picture Placeholder 14"/>
          <p:cNvSpPr>
            <a:spLocks noGrp="1"/>
          </p:cNvSpPr>
          <p:nvPr>
            <p:ph type="pic" sz="quarter" idx="16"/>
          </p:nvPr>
        </p:nvSpPr>
        <p:spPr>
          <a:xfrm>
            <a:off x="6349689" y="1672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31" name="Picture Placeholder 14"/>
          <p:cNvSpPr>
            <a:spLocks noGrp="1"/>
          </p:cNvSpPr>
          <p:nvPr>
            <p:ph type="pic" sz="quarter" idx="17"/>
          </p:nvPr>
        </p:nvSpPr>
        <p:spPr>
          <a:xfrm>
            <a:off x="9035476" y="1672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59822876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25" name="Picture Placeholder 2"/>
          <p:cNvSpPr>
            <a:spLocks noGrp="1"/>
          </p:cNvSpPr>
          <p:nvPr>
            <p:ph type="pic" idx="1"/>
          </p:nvPr>
        </p:nvSpPr>
        <p:spPr>
          <a:xfrm>
            <a:off x="6096000" y="0"/>
            <a:ext cx="6096000" cy="6857999"/>
          </a:xfrm>
          <a:solidFill>
            <a:schemeClr val="bg1">
              <a:lumMod val="95000"/>
            </a:schemeClr>
          </a:solidFill>
        </p:spPr>
        <p:txBody>
          <a:bodyPr>
            <a:normAutofit/>
          </a:bodyPr>
          <a:lstStyle>
            <a:lvl1pPr marL="0" indent="0">
              <a:buNone/>
              <a:defRPr sz="20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Tree>
    <p:extLst>
      <p:ext uri="{BB962C8B-B14F-4D97-AF65-F5344CB8AC3E}">
        <p14:creationId xmlns:p14="http://schemas.microsoft.com/office/powerpoint/2010/main" val="69709863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8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EBB86D25-F85E-417C-A770-84F152573AFA}" type="datetime1">
              <a:rPr lang="en-US" smtClean="0">
                <a:solidFill>
                  <a:srgbClr val="5C5C5C">
                    <a:tint val="75000"/>
                  </a:srgbClr>
                </a:solidFill>
              </a:rPr>
              <a:pPr/>
              <a:t>8/17/16</a:t>
            </a:fld>
            <a:endParaRPr lang="en-US">
              <a:solidFill>
                <a:srgbClr val="5C5C5C">
                  <a:tint val="75000"/>
                </a:srgbClr>
              </a:solidFill>
            </a:endParaRPr>
          </a:p>
        </p:txBody>
      </p:sp>
      <p:sp>
        <p:nvSpPr>
          <p:cNvPr id="5" name="Footer Placeholder 4"/>
          <p:cNvSpPr>
            <a:spLocks noGrp="1"/>
          </p:cNvSpPr>
          <p:nvPr>
            <p:ph type="ftr" sz="quarter" idx="11"/>
          </p:nvPr>
        </p:nvSpPr>
        <p:spPr/>
        <p:txBody>
          <a:bodyPr/>
          <a:lstStyle/>
          <a:p>
            <a:endParaRPr lang="en-US">
              <a:solidFill>
                <a:srgbClr val="5C5C5C">
                  <a:tint val="75000"/>
                </a:srgbClr>
              </a:solidFill>
            </a:endParaRPr>
          </a:p>
        </p:txBody>
      </p:sp>
      <p:sp>
        <p:nvSpPr>
          <p:cNvPr id="6" name="Slide Number Placeholder 5"/>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74931661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3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87C0457-4DE4-41F9-9F1A-73D167509535}" type="datetime1">
              <a:rPr lang="en-US" smtClean="0">
                <a:solidFill>
                  <a:srgbClr val="5C5C5C">
                    <a:tint val="75000"/>
                  </a:srgbClr>
                </a:solidFill>
              </a:rPr>
              <a:pPr/>
              <a:t>8/17/16</a:t>
            </a:fld>
            <a:endParaRPr lang="en-US">
              <a:solidFill>
                <a:srgbClr val="5C5C5C">
                  <a:tint val="75000"/>
                </a:srgbClr>
              </a:solidFill>
            </a:endParaRPr>
          </a:p>
        </p:txBody>
      </p:sp>
      <p:sp>
        <p:nvSpPr>
          <p:cNvPr id="5" name="Footer Placeholder 4"/>
          <p:cNvSpPr>
            <a:spLocks noGrp="1"/>
          </p:cNvSpPr>
          <p:nvPr>
            <p:ph type="ftr" sz="quarter" idx="11"/>
          </p:nvPr>
        </p:nvSpPr>
        <p:spPr/>
        <p:txBody>
          <a:bodyPr/>
          <a:lstStyle/>
          <a:p>
            <a:endParaRPr lang="en-US">
              <a:solidFill>
                <a:srgbClr val="5C5C5C">
                  <a:tint val="75000"/>
                </a:srgbClr>
              </a:solidFill>
            </a:endParaRPr>
          </a:p>
        </p:txBody>
      </p:sp>
      <p:sp>
        <p:nvSpPr>
          <p:cNvPr id="6" name="Slide Number Placeholder 5"/>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155615959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F6685F3B-464B-458C-A7DB-37892E4B6C9D}" type="datetime1">
              <a:rPr lang="en-US" smtClean="0">
                <a:solidFill>
                  <a:srgbClr val="5C5C5C">
                    <a:tint val="75000"/>
                  </a:srgbClr>
                </a:solidFill>
              </a:rPr>
              <a:pPr/>
              <a:t>8/17/16</a:t>
            </a:fld>
            <a:endParaRPr lang="en-US">
              <a:solidFill>
                <a:srgbClr val="5C5C5C">
                  <a:tint val="75000"/>
                </a:srgbClr>
              </a:solidFill>
            </a:endParaRPr>
          </a:p>
        </p:txBody>
      </p:sp>
      <p:sp>
        <p:nvSpPr>
          <p:cNvPr id="5" name="Footer Placeholder 4"/>
          <p:cNvSpPr>
            <a:spLocks noGrp="1"/>
          </p:cNvSpPr>
          <p:nvPr>
            <p:ph type="ftr" sz="quarter" idx="11"/>
          </p:nvPr>
        </p:nvSpPr>
        <p:spPr/>
        <p:txBody>
          <a:bodyPr/>
          <a:lstStyle/>
          <a:p>
            <a:endParaRPr lang="en-US">
              <a:solidFill>
                <a:srgbClr val="5C5C5C">
                  <a:tint val="75000"/>
                </a:srgbClr>
              </a:solidFill>
            </a:endParaRPr>
          </a:p>
        </p:txBody>
      </p:sp>
      <p:sp>
        <p:nvSpPr>
          <p:cNvPr id="6" name="Slide Number Placeholder 5"/>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296183283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2439A0C9-4136-486D-BA63-BC7A0C5F1D11}" type="datetime1">
              <a:rPr lang="en-US" smtClean="0">
                <a:solidFill>
                  <a:srgbClr val="5C5C5C">
                    <a:tint val="75000"/>
                  </a:srgbClr>
                </a:solidFill>
              </a:rPr>
              <a:pPr/>
              <a:t>8/17/16</a:t>
            </a:fld>
            <a:endParaRPr lang="en-US">
              <a:solidFill>
                <a:srgbClr val="5C5C5C">
                  <a:tint val="75000"/>
                </a:srgbClr>
              </a:solidFill>
            </a:endParaRPr>
          </a:p>
        </p:txBody>
      </p:sp>
      <p:sp>
        <p:nvSpPr>
          <p:cNvPr id="6" name="Footer Placeholder 5"/>
          <p:cNvSpPr>
            <a:spLocks noGrp="1"/>
          </p:cNvSpPr>
          <p:nvPr>
            <p:ph type="ftr" sz="quarter" idx="11"/>
          </p:nvPr>
        </p:nvSpPr>
        <p:spPr/>
        <p:txBody>
          <a:bodyPr/>
          <a:lstStyle/>
          <a:p>
            <a:endParaRPr lang="en-US">
              <a:solidFill>
                <a:srgbClr val="5C5C5C">
                  <a:tint val="75000"/>
                </a:srgbClr>
              </a:solidFill>
            </a:endParaRPr>
          </a:p>
        </p:txBody>
      </p:sp>
      <p:sp>
        <p:nvSpPr>
          <p:cNvPr id="7" name="Slide Number Placeholder 6"/>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114987102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72104E29-ED5A-4208-9C0A-4CB55C564722}" type="datetime1">
              <a:rPr lang="en-US" smtClean="0">
                <a:solidFill>
                  <a:srgbClr val="5C5C5C">
                    <a:tint val="75000"/>
                  </a:srgbClr>
                </a:solidFill>
              </a:rPr>
              <a:pPr/>
              <a:t>8/17/16</a:t>
            </a:fld>
            <a:endParaRPr lang="en-US">
              <a:solidFill>
                <a:srgbClr val="5C5C5C">
                  <a:tint val="75000"/>
                </a:srgbClr>
              </a:solidFill>
            </a:endParaRPr>
          </a:p>
        </p:txBody>
      </p:sp>
      <p:sp>
        <p:nvSpPr>
          <p:cNvPr id="8" name="Footer Placeholder 7"/>
          <p:cNvSpPr>
            <a:spLocks noGrp="1"/>
          </p:cNvSpPr>
          <p:nvPr>
            <p:ph type="ftr" sz="quarter" idx="11"/>
          </p:nvPr>
        </p:nvSpPr>
        <p:spPr/>
        <p:txBody>
          <a:bodyPr/>
          <a:lstStyle/>
          <a:p>
            <a:endParaRPr lang="en-US">
              <a:solidFill>
                <a:srgbClr val="5C5C5C">
                  <a:tint val="75000"/>
                </a:srgbClr>
              </a:solidFill>
            </a:endParaRPr>
          </a:p>
        </p:txBody>
      </p:sp>
      <p:sp>
        <p:nvSpPr>
          <p:cNvPr id="9" name="Slide Number Placeholder 8"/>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69684045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6" name="Rectangle 5"/>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0" name="Rounded Rectangle 19"/>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Tree>
    <p:extLst>
      <p:ext uri="{BB962C8B-B14F-4D97-AF65-F5344CB8AC3E}">
        <p14:creationId xmlns:p14="http://schemas.microsoft.com/office/powerpoint/2010/main" val="98258191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750"/>
                                        <p:tgtEl>
                                          <p:spTgt spid="2"/>
                                        </p:tgtEl>
                                        <p:attrNameLst>
                                          <p:attrName>ppt_x</p:attrName>
                                        </p:attrNameLst>
                                      </p:cBhvr>
                                      <p:tavLst>
                                        <p:tav tm="0">
                                          <p:val>
                                            <p:strVal val="#ppt_x-#ppt_w*1.125000"/>
                                          </p:val>
                                        </p:tav>
                                        <p:tav tm="100000">
                                          <p:val>
                                            <p:strVal val="#ppt_x"/>
                                          </p:val>
                                        </p:tav>
                                      </p:tavLst>
                                    </p:anim>
                                    <p:animEffect transition="in" filter="wipe(right)">
                                      <p:cBhvr>
                                        <p:cTn id="8" dur="75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61602705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6312383-BCA4-46A3-8A0D-1879218E910A}" type="datetime1">
              <a:rPr lang="en-US" smtClean="0">
                <a:solidFill>
                  <a:srgbClr val="5C5C5C">
                    <a:tint val="75000"/>
                  </a:srgbClr>
                </a:solidFill>
              </a:rPr>
              <a:pPr/>
              <a:t>8/17/16</a:t>
            </a:fld>
            <a:endParaRPr lang="en-US">
              <a:solidFill>
                <a:srgbClr val="5C5C5C">
                  <a:tint val="75000"/>
                </a:srgbClr>
              </a:solidFill>
            </a:endParaRPr>
          </a:p>
        </p:txBody>
      </p:sp>
      <p:sp>
        <p:nvSpPr>
          <p:cNvPr id="6" name="Footer Placeholder 5"/>
          <p:cNvSpPr>
            <a:spLocks noGrp="1"/>
          </p:cNvSpPr>
          <p:nvPr>
            <p:ph type="ftr" sz="quarter" idx="11"/>
          </p:nvPr>
        </p:nvSpPr>
        <p:spPr/>
        <p:txBody>
          <a:bodyPr/>
          <a:lstStyle/>
          <a:p>
            <a:endParaRPr lang="en-US">
              <a:solidFill>
                <a:srgbClr val="5C5C5C">
                  <a:tint val="75000"/>
                </a:srgbClr>
              </a:solidFill>
            </a:endParaRPr>
          </a:p>
        </p:txBody>
      </p:sp>
      <p:sp>
        <p:nvSpPr>
          <p:cNvPr id="7" name="Slide Number Placeholder 6"/>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36084113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B3118B1-1A33-480F-93F6-7943452C2CAE}" type="datetime1">
              <a:rPr lang="en-US" smtClean="0">
                <a:solidFill>
                  <a:srgbClr val="5C5C5C">
                    <a:tint val="75000"/>
                  </a:srgbClr>
                </a:solidFill>
              </a:rPr>
              <a:pPr/>
              <a:t>8/17/16</a:t>
            </a:fld>
            <a:endParaRPr lang="en-US">
              <a:solidFill>
                <a:srgbClr val="5C5C5C">
                  <a:tint val="75000"/>
                </a:srgbClr>
              </a:solidFill>
            </a:endParaRPr>
          </a:p>
        </p:txBody>
      </p:sp>
      <p:sp>
        <p:nvSpPr>
          <p:cNvPr id="6" name="Footer Placeholder 5"/>
          <p:cNvSpPr>
            <a:spLocks noGrp="1"/>
          </p:cNvSpPr>
          <p:nvPr>
            <p:ph type="ftr" sz="quarter" idx="11"/>
          </p:nvPr>
        </p:nvSpPr>
        <p:spPr/>
        <p:txBody>
          <a:bodyPr/>
          <a:lstStyle/>
          <a:p>
            <a:endParaRPr lang="en-US">
              <a:solidFill>
                <a:srgbClr val="5C5C5C">
                  <a:tint val="75000"/>
                </a:srgbClr>
              </a:solidFill>
            </a:endParaRPr>
          </a:p>
        </p:txBody>
      </p:sp>
      <p:sp>
        <p:nvSpPr>
          <p:cNvPr id="7" name="Slide Number Placeholder 6"/>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1514867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E4C3DEE6-FB74-4EF8-A7BD-B411F71D0D88}" type="datetime1">
              <a:rPr lang="en-US" smtClean="0">
                <a:solidFill>
                  <a:srgbClr val="5C5C5C">
                    <a:tint val="75000"/>
                  </a:srgbClr>
                </a:solidFill>
              </a:rPr>
              <a:pPr/>
              <a:t>8/17/16</a:t>
            </a:fld>
            <a:endParaRPr lang="en-US">
              <a:solidFill>
                <a:srgbClr val="5C5C5C">
                  <a:tint val="75000"/>
                </a:srgbClr>
              </a:solidFill>
            </a:endParaRPr>
          </a:p>
        </p:txBody>
      </p:sp>
      <p:sp>
        <p:nvSpPr>
          <p:cNvPr id="5" name="Footer Placeholder 4"/>
          <p:cNvSpPr>
            <a:spLocks noGrp="1"/>
          </p:cNvSpPr>
          <p:nvPr>
            <p:ph type="ftr" sz="quarter" idx="11"/>
          </p:nvPr>
        </p:nvSpPr>
        <p:spPr/>
        <p:txBody>
          <a:bodyPr/>
          <a:lstStyle/>
          <a:p>
            <a:endParaRPr lang="en-US">
              <a:solidFill>
                <a:srgbClr val="5C5C5C">
                  <a:tint val="75000"/>
                </a:srgbClr>
              </a:solidFill>
            </a:endParaRPr>
          </a:p>
        </p:txBody>
      </p:sp>
      <p:sp>
        <p:nvSpPr>
          <p:cNvPr id="6" name="Slide Number Placeholder 5"/>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360425935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E2DB81D5-68F1-44B8-8D0D-0C98AA6A765C}" type="datetime1">
              <a:rPr lang="en-US" smtClean="0">
                <a:solidFill>
                  <a:srgbClr val="5C5C5C">
                    <a:tint val="75000"/>
                  </a:srgbClr>
                </a:solidFill>
              </a:rPr>
              <a:pPr/>
              <a:t>8/17/16</a:t>
            </a:fld>
            <a:endParaRPr lang="en-US">
              <a:solidFill>
                <a:srgbClr val="5C5C5C">
                  <a:tint val="75000"/>
                </a:srgbClr>
              </a:solidFill>
            </a:endParaRPr>
          </a:p>
        </p:txBody>
      </p:sp>
      <p:sp>
        <p:nvSpPr>
          <p:cNvPr id="5" name="Footer Placeholder 4"/>
          <p:cNvSpPr>
            <a:spLocks noGrp="1"/>
          </p:cNvSpPr>
          <p:nvPr>
            <p:ph type="ftr" sz="quarter" idx="11"/>
          </p:nvPr>
        </p:nvSpPr>
        <p:spPr/>
        <p:txBody>
          <a:bodyPr/>
          <a:lstStyle/>
          <a:p>
            <a:endParaRPr lang="en-US">
              <a:solidFill>
                <a:srgbClr val="5C5C5C">
                  <a:tint val="75000"/>
                </a:srgbClr>
              </a:solidFill>
            </a:endParaRPr>
          </a:p>
        </p:txBody>
      </p:sp>
      <p:sp>
        <p:nvSpPr>
          <p:cNvPr id="6" name="Slide Number Placeholder 5"/>
          <p:cNvSpPr>
            <a:spLocks noGrp="1"/>
          </p:cNvSpPr>
          <p:nvPr>
            <p:ph type="sldNum" sz="quarter" idx="12"/>
          </p:nvPr>
        </p:nvSpPr>
        <p:spPr/>
        <p:txBody>
          <a:bodyPr/>
          <a:lstStyle/>
          <a:p>
            <a:fld id="{ED726997-92CC-4F2C-B5E2-6BD758616CD8}" type="slidenum">
              <a:rPr lang="en-US" smtClean="0">
                <a:solidFill>
                  <a:srgbClr val="5C5C5C">
                    <a:tint val="75000"/>
                  </a:srgbClr>
                </a:solidFill>
              </a:rPr>
              <a:pPr/>
              <a:t>‹#›</a:t>
            </a:fld>
            <a:endParaRPr lang="en-US">
              <a:solidFill>
                <a:srgbClr val="5C5C5C">
                  <a:tint val="75000"/>
                </a:srgbClr>
              </a:solidFill>
            </a:endParaRPr>
          </a:p>
        </p:txBody>
      </p:sp>
    </p:spTree>
    <p:extLst>
      <p:ext uri="{BB962C8B-B14F-4D97-AF65-F5344CB8AC3E}">
        <p14:creationId xmlns:p14="http://schemas.microsoft.com/office/powerpoint/2010/main" val="68332117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9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0"/>
            <a:ext cx="12192000" cy="6858000"/>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96476131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1404379" y="2124554"/>
            <a:ext cx="4201644" cy="2608891"/>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7202624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6" name="Picture Placeholder 7"/>
          <p:cNvSpPr>
            <a:spLocks noGrp="1"/>
          </p:cNvSpPr>
          <p:nvPr>
            <p:ph type="pic" sz="quarter" idx="10"/>
          </p:nvPr>
        </p:nvSpPr>
        <p:spPr>
          <a:xfrm>
            <a:off x="6732681" y="1672506"/>
            <a:ext cx="3530865" cy="3530865"/>
          </a:xfrm>
          <a:prstGeom prst="ellipse">
            <a:avLst/>
          </a:prstGeo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67778342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6" name="Picture Placeholder 7"/>
          <p:cNvSpPr>
            <a:spLocks noGrp="1"/>
          </p:cNvSpPr>
          <p:nvPr>
            <p:ph type="pic" sz="quarter" idx="10"/>
          </p:nvPr>
        </p:nvSpPr>
        <p:spPr>
          <a:xfrm>
            <a:off x="0" y="1659988"/>
            <a:ext cx="12192000" cy="3291840"/>
          </a:xfrm>
        </p:spPr>
        <p:txBody>
          <a:bodyPr>
            <a:normAutofit/>
          </a:bodyPr>
          <a:lstStyle>
            <a:lvl1pPr>
              <a:defRPr sz="2000">
                <a:solidFill>
                  <a:schemeClr val="bg1">
                    <a:lumMod val="50000"/>
                  </a:schemeClr>
                </a:solidFill>
              </a:defRPr>
            </a:lvl1pPr>
          </a:lstStyle>
          <a:p>
            <a:endParaRPr lang="en-US"/>
          </a:p>
        </p:txBody>
      </p:sp>
      <p:sp>
        <p:nvSpPr>
          <p:cNvPr id="7"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8" name="Slide Number Placeholder 4"/>
          <p:cNvSpPr>
            <a:spLocks noGrp="1"/>
          </p:cNvSpPr>
          <p:nvPr>
            <p:ph type="sldNum" sz="quarter" idx="12"/>
          </p:nvPr>
        </p:nvSpPr>
        <p:spPr>
          <a:xfrm>
            <a:off x="11095481"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9" name="Rectangle 8"/>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Chevron 9"/>
          <p:cNvSpPr/>
          <p:nvPr userDrawn="1"/>
        </p:nvSpPr>
        <p:spPr>
          <a:xfrm>
            <a:off x="11616714"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1" name="Chevron 10"/>
          <p:cNvSpPr/>
          <p:nvPr userDrawn="1"/>
        </p:nvSpPr>
        <p:spPr>
          <a:xfrm flipH="1">
            <a:off x="10924447"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2" name="Rounded Rectangle 11"/>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3" name="Group 4"/>
          <p:cNvGrpSpPr>
            <a:grpSpLocks noChangeAspect="1"/>
          </p:cNvGrpSpPr>
          <p:nvPr userDrawn="1"/>
        </p:nvGrpSpPr>
        <p:grpSpPr bwMode="auto">
          <a:xfrm>
            <a:off x="442997" y="6336771"/>
            <a:ext cx="509890" cy="403223"/>
            <a:chOff x="2100" y="784"/>
            <a:chExt cx="3480" cy="2752"/>
          </a:xfrm>
        </p:grpSpPr>
        <p:sp>
          <p:nvSpPr>
            <p:cNvPr id="14"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5"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16"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17" name="TextBox 16"/>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Tree>
    <p:extLst>
      <p:ext uri="{BB962C8B-B14F-4D97-AF65-F5344CB8AC3E}">
        <p14:creationId xmlns:p14="http://schemas.microsoft.com/office/powerpoint/2010/main" val="43432343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97.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0" y="422032"/>
            <a:ext cx="12192000" cy="6435968"/>
          </a:xfrm>
          <a:prstGeom prst="rtTriangle">
            <a:avLst/>
          </a:prstGeo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68542942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6" name="Picture Placeholder 10"/>
          <p:cNvSpPr>
            <a:spLocks noGrp="1"/>
          </p:cNvSpPr>
          <p:nvPr>
            <p:ph type="pic" sz="quarter" idx="10"/>
          </p:nvPr>
        </p:nvSpPr>
        <p:spPr>
          <a:xfrm>
            <a:off x="838200" y="524020"/>
            <a:ext cx="3016348" cy="5809957"/>
          </a:xfrm>
        </p:spPr>
        <p:txBody>
          <a:bodyPr>
            <a:normAutofit/>
          </a:bodyPr>
          <a:lstStyle>
            <a:lvl1pPr>
              <a:defRPr sz="2000">
                <a:solidFill>
                  <a:schemeClr val="bg1">
                    <a:lumMod val="50000"/>
                  </a:schemeClr>
                </a:solidFill>
              </a:defRPr>
            </a:lvl1pPr>
          </a:lstStyle>
          <a:p>
            <a:endParaRPr lang="en-US"/>
          </a:p>
        </p:txBody>
      </p:sp>
      <p:sp>
        <p:nvSpPr>
          <p:cNvPr id="7" name="Picture Placeholder 12"/>
          <p:cNvSpPr>
            <a:spLocks noGrp="1"/>
          </p:cNvSpPr>
          <p:nvPr>
            <p:ph type="pic" sz="quarter" idx="11"/>
          </p:nvPr>
        </p:nvSpPr>
        <p:spPr>
          <a:xfrm>
            <a:off x="4020618" y="524019"/>
            <a:ext cx="2371719" cy="1960099"/>
          </a:xfrm>
        </p:spPr>
        <p:txBody>
          <a:bodyPr>
            <a:normAutofit/>
          </a:bodyPr>
          <a:lstStyle>
            <a:lvl1pPr>
              <a:defRPr sz="2000">
                <a:solidFill>
                  <a:schemeClr val="bg1">
                    <a:lumMod val="50000"/>
                  </a:schemeClr>
                </a:solidFill>
              </a:defRPr>
            </a:lvl1pPr>
          </a:lstStyle>
          <a:p>
            <a:endParaRPr lang="en-US"/>
          </a:p>
        </p:txBody>
      </p:sp>
      <p:sp>
        <p:nvSpPr>
          <p:cNvPr id="8" name="Picture Placeholder 14"/>
          <p:cNvSpPr>
            <a:spLocks noGrp="1"/>
          </p:cNvSpPr>
          <p:nvPr>
            <p:ph type="pic" sz="quarter" idx="12"/>
          </p:nvPr>
        </p:nvSpPr>
        <p:spPr>
          <a:xfrm>
            <a:off x="9096196" y="524017"/>
            <a:ext cx="2371719" cy="1960099"/>
          </a:xfrm>
        </p:spPr>
        <p:txBody>
          <a:bodyPr>
            <a:normAutofit/>
          </a:bodyPr>
          <a:lstStyle>
            <a:lvl1pPr>
              <a:defRPr sz="2000">
                <a:solidFill>
                  <a:schemeClr val="bg1">
                    <a:lumMod val="50000"/>
                  </a:schemeClr>
                </a:solidFill>
              </a:defRPr>
            </a:lvl1pPr>
          </a:lstStyle>
          <a:p>
            <a:endParaRPr lang="en-US"/>
          </a:p>
        </p:txBody>
      </p:sp>
      <p:sp>
        <p:nvSpPr>
          <p:cNvPr id="9" name="Picture Placeholder 16"/>
          <p:cNvSpPr>
            <a:spLocks noGrp="1"/>
          </p:cNvSpPr>
          <p:nvPr>
            <p:ph type="pic" sz="quarter" idx="13"/>
          </p:nvPr>
        </p:nvSpPr>
        <p:spPr>
          <a:xfrm>
            <a:off x="6558407" y="524018"/>
            <a:ext cx="2371719" cy="1960099"/>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416360562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6" name="Picture Placeholder 9"/>
          <p:cNvSpPr>
            <a:spLocks noGrp="1"/>
          </p:cNvSpPr>
          <p:nvPr>
            <p:ph type="pic" sz="quarter" idx="10"/>
          </p:nvPr>
        </p:nvSpPr>
        <p:spPr>
          <a:xfrm>
            <a:off x="1139484" y="-1"/>
            <a:ext cx="3052690" cy="4994031"/>
          </a:xfrm>
        </p:spPr>
        <p:txBody>
          <a:bodyPr>
            <a:normAutofit/>
          </a:bodyPr>
          <a:lstStyle>
            <a:lvl1pPr>
              <a:defRPr sz="2000">
                <a:solidFill>
                  <a:schemeClr val="bg1">
                    <a:lumMod val="50000"/>
                  </a:schemeClr>
                </a:solidFill>
              </a:defRPr>
            </a:lvl1pPr>
          </a:lstStyle>
          <a:p>
            <a:endParaRPr lang="en-US"/>
          </a:p>
        </p:txBody>
      </p:sp>
      <p:sp>
        <p:nvSpPr>
          <p:cNvPr id="7" name="Picture Placeholder 11"/>
          <p:cNvSpPr>
            <a:spLocks noGrp="1"/>
          </p:cNvSpPr>
          <p:nvPr>
            <p:ph type="pic" sz="quarter" idx="11"/>
          </p:nvPr>
        </p:nvSpPr>
        <p:spPr>
          <a:xfrm>
            <a:off x="4569655" y="-1"/>
            <a:ext cx="3052689" cy="4994032"/>
          </a:xfrm>
        </p:spPr>
        <p:txBody>
          <a:bodyPr>
            <a:normAutofit/>
          </a:bodyPr>
          <a:lstStyle>
            <a:lvl1pPr>
              <a:defRPr sz="2000">
                <a:solidFill>
                  <a:schemeClr val="bg1">
                    <a:lumMod val="50000"/>
                  </a:schemeClr>
                </a:solidFill>
              </a:defRPr>
            </a:lvl1pPr>
          </a:lstStyle>
          <a:p>
            <a:endParaRPr lang="en-US"/>
          </a:p>
        </p:txBody>
      </p:sp>
      <p:sp>
        <p:nvSpPr>
          <p:cNvPr id="8" name="Picture Placeholder 15"/>
          <p:cNvSpPr>
            <a:spLocks noGrp="1"/>
          </p:cNvSpPr>
          <p:nvPr>
            <p:ph type="pic" sz="quarter" idx="12"/>
          </p:nvPr>
        </p:nvSpPr>
        <p:spPr>
          <a:xfrm>
            <a:off x="7999826" y="-1"/>
            <a:ext cx="3052690" cy="4994032"/>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53635882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0" y="0"/>
            <a:ext cx="12191999" cy="4670474"/>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56228081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6" name="Picture Placeholder 6"/>
          <p:cNvSpPr>
            <a:spLocks noGrp="1"/>
          </p:cNvSpPr>
          <p:nvPr>
            <p:ph type="pic" sz="quarter" idx="10"/>
          </p:nvPr>
        </p:nvSpPr>
        <p:spPr>
          <a:xfrm>
            <a:off x="0" y="0"/>
            <a:ext cx="12191999" cy="3837709"/>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94242344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extLst mod="1">
    <p:ext uri="{DCECCB84-F9BA-43D5-87BE-67443E8EF086}">
      <p15:sldGuideLst xmlns:p15="http://schemas.microsoft.com/office/powerpoint/2012/main">
        <p15:guide id="1" pos="3840">
          <p15:clr>
            <a:srgbClr val="FBAE40"/>
          </p15:clr>
        </p15:guide>
        <p15:guide id="2" orient="horz" pos="2160">
          <p15:clr>
            <a:srgbClr val="FBAE40"/>
          </p15:clr>
        </p15:guide>
      </p15:sldGuideLst>
    </p:ext>
  </p:extLst>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46918" y="1095522"/>
            <a:ext cx="7845082" cy="4666956"/>
          </a:xfrm>
        </p:spPr>
        <p:txBody>
          <a:bodyPr>
            <a:normAutofit/>
          </a:bodyPr>
          <a:lstStyle>
            <a:lvl1pPr>
              <a:defRPr sz="1800">
                <a:solidFill>
                  <a:schemeClr val="bg1">
                    <a:lumMod val="65000"/>
                  </a:schemeClr>
                </a:solidFill>
              </a:defRPr>
            </a:lvl1pPr>
          </a:lstStyle>
          <a:p>
            <a:endParaRPr lang="en-US"/>
          </a:p>
        </p:txBody>
      </p:sp>
    </p:spTree>
    <p:extLst>
      <p:ext uri="{BB962C8B-B14F-4D97-AF65-F5344CB8AC3E}">
        <p14:creationId xmlns:p14="http://schemas.microsoft.com/office/powerpoint/2010/main" val="334511919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15" name="Picture Placeholder 14"/>
          <p:cNvSpPr>
            <a:spLocks noGrp="1"/>
          </p:cNvSpPr>
          <p:nvPr>
            <p:ph type="pic" sz="quarter" idx="10"/>
          </p:nvPr>
        </p:nvSpPr>
        <p:spPr>
          <a:xfrm>
            <a:off x="1436973" y="1348259"/>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16" name="Picture Placeholder 14"/>
          <p:cNvSpPr>
            <a:spLocks noGrp="1"/>
          </p:cNvSpPr>
          <p:nvPr>
            <p:ph type="pic" sz="quarter" idx="11"/>
          </p:nvPr>
        </p:nvSpPr>
        <p:spPr>
          <a:xfrm>
            <a:off x="4003018" y="1348259"/>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17" name="Picture Placeholder 14"/>
          <p:cNvSpPr>
            <a:spLocks noGrp="1"/>
          </p:cNvSpPr>
          <p:nvPr>
            <p:ph type="pic" sz="quarter" idx="12"/>
          </p:nvPr>
        </p:nvSpPr>
        <p:spPr>
          <a:xfrm>
            <a:off x="6569065" y="1348259"/>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18" name="Picture Placeholder 14"/>
          <p:cNvSpPr>
            <a:spLocks noGrp="1"/>
          </p:cNvSpPr>
          <p:nvPr>
            <p:ph type="pic" sz="quarter" idx="13"/>
          </p:nvPr>
        </p:nvSpPr>
        <p:spPr>
          <a:xfrm>
            <a:off x="9135111" y="1348259"/>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19" name="Picture Placeholder 14"/>
          <p:cNvSpPr>
            <a:spLocks noGrp="1"/>
          </p:cNvSpPr>
          <p:nvPr>
            <p:ph type="pic" sz="quarter" idx="14"/>
          </p:nvPr>
        </p:nvSpPr>
        <p:spPr>
          <a:xfrm>
            <a:off x="1436973" y="3904426"/>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20" name="Picture Placeholder 14"/>
          <p:cNvSpPr>
            <a:spLocks noGrp="1"/>
          </p:cNvSpPr>
          <p:nvPr>
            <p:ph type="pic" sz="quarter" idx="15"/>
          </p:nvPr>
        </p:nvSpPr>
        <p:spPr>
          <a:xfrm>
            <a:off x="4003018" y="3904426"/>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21" name="Picture Placeholder 14"/>
          <p:cNvSpPr>
            <a:spLocks noGrp="1"/>
          </p:cNvSpPr>
          <p:nvPr>
            <p:ph type="pic" sz="quarter" idx="16"/>
          </p:nvPr>
        </p:nvSpPr>
        <p:spPr>
          <a:xfrm>
            <a:off x="6569065" y="3904426"/>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22" name="Picture Placeholder 14"/>
          <p:cNvSpPr>
            <a:spLocks noGrp="1"/>
          </p:cNvSpPr>
          <p:nvPr>
            <p:ph type="pic" sz="quarter" idx="17"/>
          </p:nvPr>
        </p:nvSpPr>
        <p:spPr>
          <a:xfrm>
            <a:off x="9135111" y="3904426"/>
            <a:ext cx="1619915" cy="1619914"/>
          </a:xfrm>
          <a:prstGeom prst="ellipse">
            <a:avLst/>
          </a:prstGeom>
        </p:spPr>
        <p:txBody>
          <a:bodyPr>
            <a:normAutofit/>
          </a:bodyPr>
          <a:lstStyle>
            <a:lvl1pPr>
              <a:defRPr sz="2000">
                <a:solidFill>
                  <a:schemeClr val="bg1">
                    <a:lumMod val="65000"/>
                  </a:schemeClr>
                </a:solidFill>
              </a:defRPr>
            </a:lvl1pPr>
          </a:lstStyle>
          <a:p>
            <a:endParaRPr lang="en-US"/>
          </a:p>
        </p:txBody>
      </p:sp>
      <p:sp>
        <p:nvSpPr>
          <p:cNvPr id="23"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24" name="Slide Number Placeholder 4"/>
          <p:cNvSpPr>
            <a:spLocks noGrp="1"/>
          </p:cNvSpPr>
          <p:nvPr>
            <p:ph type="sldNum" sz="quarter" idx="18"/>
          </p:nvPr>
        </p:nvSpPr>
        <p:spPr>
          <a:xfrm>
            <a:off x="11026206"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25" name="Rectangle 24"/>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6" name="Chevron 25"/>
          <p:cNvSpPr/>
          <p:nvPr userDrawn="1"/>
        </p:nvSpPr>
        <p:spPr>
          <a:xfrm>
            <a:off x="11547439"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27" name="Chevron 26"/>
          <p:cNvSpPr/>
          <p:nvPr userDrawn="1"/>
        </p:nvSpPr>
        <p:spPr>
          <a:xfrm flipH="1">
            <a:off x="10855172"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28" name="Rounded Rectangle 27"/>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9" name="Group 4"/>
          <p:cNvGrpSpPr>
            <a:grpSpLocks noChangeAspect="1"/>
          </p:cNvGrpSpPr>
          <p:nvPr userDrawn="1"/>
        </p:nvGrpSpPr>
        <p:grpSpPr bwMode="auto">
          <a:xfrm>
            <a:off x="442997" y="6336771"/>
            <a:ext cx="509890" cy="403223"/>
            <a:chOff x="2100" y="784"/>
            <a:chExt cx="3480" cy="2752"/>
          </a:xfrm>
        </p:grpSpPr>
        <p:sp>
          <p:nvSpPr>
            <p:cNvPr id="30"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1"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32"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33" name="TextBox 32"/>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Tree>
    <p:extLst>
      <p:ext uri="{BB962C8B-B14F-4D97-AF65-F5344CB8AC3E}">
        <p14:creationId xmlns:p14="http://schemas.microsoft.com/office/powerpoint/2010/main" val="38695055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21" name="Picture Placeholder 20"/>
          <p:cNvSpPr>
            <a:spLocks noGrp="1"/>
          </p:cNvSpPr>
          <p:nvPr>
            <p:ph type="pic" sz="quarter" idx="19"/>
          </p:nvPr>
        </p:nvSpPr>
        <p:spPr>
          <a:xfrm>
            <a:off x="1587303" y="1575585"/>
            <a:ext cx="2546252" cy="2700997"/>
          </a:xfrm>
        </p:spPr>
        <p:txBody>
          <a:bodyPr>
            <a:normAutofit/>
          </a:bodyPr>
          <a:lstStyle>
            <a:lvl1pPr>
              <a:defRPr sz="1800">
                <a:solidFill>
                  <a:schemeClr val="bg1">
                    <a:lumMod val="65000"/>
                  </a:schemeClr>
                </a:solidFill>
              </a:defRPr>
            </a:lvl1pPr>
          </a:lstStyle>
          <a:p>
            <a:endParaRPr lang="en-US"/>
          </a:p>
        </p:txBody>
      </p:sp>
      <p:sp>
        <p:nvSpPr>
          <p:cNvPr id="22" name="Picture Placeholder 20"/>
          <p:cNvSpPr>
            <a:spLocks noGrp="1"/>
          </p:cNvSpPr>
          <p:nvPr>
            <p:ph type="pic" sz="quarter" idx="20"/>
          </p:nvPr>
        </p:nvSpPr>
        <p:spPr>
          <a:xfrm>
            <a:off x="4822873" y="1575585"/>
            <a:ext cx="2546252" cy="2700997"/>
          </a:xfrm>
        </p:spPr>
        <p:txBody>
          <a:bodyPr>
            <a:normAutofit/>
          </a:bodyPr>
          <a:lstStyle>
            <a:lvl1pPr>
              <a:defRPr sz="1800">
                <a:solidFill>
                  <a:schemeClr val="bg1">
                    <a:lumMod val="65000"/>
                  </a:schemeClr>
                </a:solidFill>
              </a:defRPr>
            </a:lvl1pPr>
          </a:lstStyle>
          <a:p>
            <a:endParaRPr lang="en-US"/>
          </a:p>
        </p:txBody>
      </p:sp>
      <p:sp>
        <p:nvSpPr>
          <p:cNvPr id="23" name="Picture Placeholder 20"/>
          <p:cNvSpPr>
            <a:spLocks noGrp="1"/>
          </p:cNvSpPr>
          <p:nvPr>
            <p:ph type="pic" sz="quarter" idx="21"/>
          </p:nvPr>
        </p:nvSpPr>
        <p:spPr>
          <a:xfrm>
            <a:off x="8058445" y="1575585"/>
            <a:ext cx="2546252" cy="2700997"/>
          </a:xfrm>
        </p:spPr>
        <p:txBody>
          <a:bodyPr>
            <a:normAutofit/>
          </a:bodyPr>
          <a:lstStyle>
            <a:lvl1pPr>
              <a:defRPr sz="1800">
                <a:solidFill>
                  <a:schemeClr val="bg1">
                    <a:lumMod val="65000"/>
                  </a:schemeClr>
                </a:solidFill>
              </a:defRPr>
            </a:lvl1pPr>
          </a:lstStyle>
          <a:p>
            <a:endParaRPr lang="en-US"/>
          </a:p>
        </p:txBody>
      </p:sp>
      <p:sp>
        <p:nvSpPr>
          <p:cNvPr id="9"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10" name="Slide Number Placeholder 4"/>
          <p:cNvSpPr>
            <a:spLocks noGrp="1"/>
          </p:cNvSpPr>
          <p:nvPr>
            <p:ph type="sldNum" sz="quarter" idx="18"/>
          </p:nvPr>
        </p:nvSpPr>
        <p:spPr>
          <a:xfrm>
            <a:off x="11026206"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11" name="Rectangle 10"/>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Chevron 11"/>
          <p:cNvSpPr/>
          <p:nvPr userDrawn="1"/>
        </p:nvSpPr>
        <p:spPr>
          <a:xfrm>
            <a:off x="11547439"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3" name="Chevron 12"/>
          <p:cNvSpPr/>
          <p:nvPr userDrawn="1"/>
        </p:nvSpPr>
        <p:spPr>
          <a:xfrm flipH="1">
            <a:off x="10855172"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4" name="Rounded Rectangle 13"/>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5" name="Group 4"/>
          <p:cNvGrpSpPr>
            <a:grpSpLocks noChangeAspect="1"/>
          </p:cNvGrpSpPr>
          <p:nvPr userDrawn="1"/>
        </p:nvGrpSpPr>
        <p:grpSpPr bwMode="auto">
          <a:xfrm>
            <a:off x="442997" y="6336771"/>
            <a:ext cx="509890" cy="403223"/>
            <a:chOff x="2100" y="784"/>
            <a:chExt cx="3480" cy="2752"/>
          </a:xfrm>
        </p:grpSpPr>
        <p:sp>
          <p:nvSpPr>
            <p:cNvPr id="16"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7"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18"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19" name="TextBox 18"/>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Tree>
    <p:extLst>
      <p:ext uri="{BB962C8B-B14F-4D97-AF65-F5344CB8AC3E}">
        <p14:creationId xmlns:p14="http://schemas.microsoft.com/office/powerpoint/2010/main" val="42189522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905491" y="999355"/>
            <a:ext cx="2156107" cy="2156108"/>
          </a:xfrm>
          <a:prstGeom prst="ellipse">
            <a:avLst/>
          </a:prstGeom>
          <a:ln w="15875">
            <a:solidFill>
              <a:schemeClr val="bg1"/>
            </a:solidFill>
          </a:ln>
        </p:spPr>
        <p:txBody>
          <a:bodyPr>
            <a:normAutofit/>
          </a:bodyPr>
          <a:lstStyle>
            <a:lvl1pPr>
              <a:defRPr sz="1800">
                <a:solidFill>
                  <a:schemeClr val="bg1">
                    <a:lumMod val="50000"/>
                  </a:schemeClr>
                </a:solidFill>
              </a:defRPr>
            </a:lvl1pPr>
          </a:lstStyle>
          <a:p>
            <a:endParaRPr lang="en-US"/>
          </a:p>
        </p:txBody>
      </p:sp>
    </p:spTree>
    <p:extLst>
      <p:ext uri="{BB962C8B-B14F-4D97-AF65-F5344CB8AC3E}">
        <p14:creationId xmlns:p14="http://schemas.microsoft.com/office/powerpoint/2010/main" val="314758304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0"/>
            <a:ext cx="12191999" cy="2697605"/>
          </a:xfrm>
        </p:spPr>
        <p:txBody>
          <a:bodyPr>
            <a:normAutofit/>
          </a:bodyPr>
          <a:lstStyle>
            <a:lvl1pPr>
              <a:defRPr sz="1800">
                <a:solidFill>
                  <a:schemeClr val="bg1">
                    <a:lumMod val="50000"/>
                  </a:schemeClr>
                </a:solidFill>
              </a:defRPr>
            </a:lvl1pPr>
          </a:lstStyle>
          <a:p>
            <a:endParaRPr lang="en-US"/>
          </a:p>
        </p:txBody>
      </p:sp>
      <p:sp>
        <p:nvSpPr>
          <p:cNvPr id="7" name="Picture Placeholder 6"/>
          <p:cNvSpPr>
            <a:spLocks noGrp="1"/>
          </p:cNvSpPr>
          <p:nvPr>
            <p:ph type="pic" sz="quarter" idx="11"/>
          </p:nvPr>
        </p:nvSpPr>
        <p:spPr>
          <a:xfrm>
            <a:off x="776826" y="1268038"/>
            <a:ext cx="2314774" cy="2455452"/>
          </a:xfrm>
          <a:ln w="19050">
            <a:solidFill>
              <a:schemeClr val="bg1"/>
            </a:solidFill>
          </a:ln>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55322863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Picture Placeholder 2"/>
          <p:cNvSpPr>
            <a:spLocks noGrp="1"/>
          </p:cNvSpPr>
          <p:nvPr>
            <p:ph type="pic" sz="quarter" idx="15"/>
          </p:nvPr>
        </p:nvSpPr>
        <p:spPr>
          <a:xfrm>
            <a:off x="0"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3" name="Picture Placeholder 2"/>
          <p:cNvSpPr>
            <a:spLocks noGrp="1"/>
          </p:cNvSpPr>
          <p:nvPr>
            <p:ph type="pic" sz="quarter" idx="16"/>
          </p:nvPr>
        </p:nvSpPr>
        <p:spPr>
          <a:xfrm>
            <a:off x="2441448"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4" name="Picture Placeholder 2"/>
          <p:cNvSpPr>
            <a:spLocks noGrp="1"/>
          </p:cNvSpPr>
          <p:nvPr>
            <p:ph type="pic" sz="quarter" idx="17"/>
          </p:nvPr>
        </p:nvSpPr>
        <p:spPr>
          <a:xfrm>
            <a:off x="4882896"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5" name="Picture Placeholder 2"/>
          <p:cNvSpPr>
            <a:spLocks noGrp="1"/>
          </p:cNvSpPr>
          <p:nvPr>
            <p:ph type="pic" sz="quarter" idx="18"/>
          </p:nvPr>
        </p:nvSpPr>
        <p:spPr>
          <a:xfrm>
            <a:off x="7324344"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6" name="Picture Placeholder 2"/>
          <p:cNvSpPr>
            <a:spLocks noGrp="1"/>
          </p:cNvSpPr>
          <p:nvPr>
            <p:ph type="pic" sz="quarter" idx="19"/>
          </p:nvPr>
        </p:nvSpPr>
        <p:spPr>
          <a:xfrm>
            <a:off x="9765792"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20"/>
          </p:nvPr>
        </p:nvSpPr>
        <p:spPr>
          <a:xfrm>
            <a:off x="0"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21"/>
          </p:nvPr>
        </p:nvSpPr>
        <p:spPr>
          <a:xfrm>
            <a:off x="4882896"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22"/>
          </p:nvPr>
        </p:nvSpPr>
        <p:spPr>
          <a:xfrm>
            <a:off x="9765792"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42403899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08.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6" name="Picture Placeholder 2"/>
          <p:cNvSpPr>
            <a:spLocks noGrp="1"/>
          </p:cNvSpPr>
          <p:nvPr>
            <p:ph type="pic" sz="quarter" idx="15"/>
          </p:nvPr>
        </p:nvSpPr>
        <p:spPr>
          <a:xfrm>
            <a:off x="0" y="0"/>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16"/>
          </p:nvPr>
        </p:nvSpPr>
        <p:spPr>
          <a:xfrm>
            <a:off x="2441448"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17"/>
          </p:nvPr>
        </p:nvSpPr>
        <p:spPr>
          <a:xfrm>
            <a:off x="4882896"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18"/>
          </p:nvPr>
        </p:nvSpPr>
        <p:spPr>
          <a:xfrm>
            <a:off x="7324344"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Picture Placeholder 2"/>
          <p:cNvSpPr>
            <a:spLocks noGrp="1"/>
          </p:cNvSpPr>
          <p:nvPr>
            <p:ph type="pic" sz="quarter" idx="19"/>
          </p:nvPr>
        </p:nvSpPr>
        <p:spPr>
          <a:xfrm>
            <a:off x="9765792"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94534564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09.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10" name="Picture Placeholder 4"/>
          <p:cNvSpPr>
            <a:spLocks noGrp="1"/>
          </p:cNvSpPr>
          <p:nvPr>
            <p:ph type="pic" sz="quarter" idx="21"/>
          </p:nvPr>
        </p:nvSpPr>
        <p:spPr>
          <a:xfrm>
            <a:off x="855289" y="1588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1" name="Picture Placeholder 4"/>
          <p:cNvSpPr>
            <a:spLocks noGrp="1"/>
          </p:cNvSpPr>
          <p:nvPr>
            <p:ph type="pic" sz="quarter" idx="22"/>
          </p:nvPr>
        </p:nvSpPr>
        <p:spPr>
          <a:xfrm>
            <a:off x="3514938" y="1588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2" name="Picture Placeholder 4"/>
          <p:cNvSpPr>
            <a:spLocks noGrp="1"/>
          </p:cNvSpPr>
          <p:nvPr>
            <p:ph type="pic" sz="quarter" idx="23"/>
          </p:nvPr>
        </p:nvSpPr>
        <p:spPr>
          <a:xfrm>
            <a:off x="6174587" y="1588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3" name="Picture Placeholder 4"/>
          <p:cNvSpPr>
            <a:spLocks noGrp="1"/>
          </p:cNvSpPr>
          <p:nvPr>
            <p:ph type="pic" sz="quarter" idx="24"/>
          </p:nvPr>
        </p:nvSpPr>
        <p:spPr>
          <a:xfrm>
            <a:off x="8834236" y="1588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4"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15" name="Slide Number Placeholder 4"/>
          <p:cNvSpPr>
            <a:spLocks noGrp="1"/>
          </p:cNvSpPr>
          <p:nvPr>
            <p:ph type="sldNum" sz="quarter" idx="12"/>
          </p:nvPr>
        </p:nvSpPr>
        <p:spPr>
          <a:xfrm>
            <a:off x="11095481"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16" name="Rectangle 15"/>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7" name="Chevron 16"/>
          <p:cNvSpPr/>
          <p:nvPr userDrawn="1"/>
        </p:nvSpPr>
        <p:spPr>
          <a:xfrm>
            <a:off x="11616714"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8" name="Chevron 17"/>
          <p:cNvSpPr/>
          <p:nvPr userDrawn="1"/>
        </p:nvSpPr>
        <p:spPr>
          <a:xfrm flipH="1">
            <a:off x="10924447"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9" name="Rounded Rectangle 18"/>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0" name="Group 4"/>
          <p:cNvGrpSpPr>
            <a:grpSpLocks noChangeAspect="1"/>
          </p:cNvGrpSpPr>
          <p:nvPr userDrawn="1"/>
        </p:nvGrpSpPr>
        <p:grpSpPr bwMode="auto">
          <a:xfrm>
            <a:off x="442997" y="6336771"/>
            <a:ext cx="509890" cy="403223"/>
            <a:chOff x="2100" y="784"/>
            <a:chExt cx="3480" cy="2752"/>
          </a:xfrm>
        </p:grpSpPr>
        <p:sp>
          <p:nvSpPr>
            <p:cNvPr id="21"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23"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24" name="TextBox 23"/>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Tree>
    <p:extLst>
      <p:ext uri="{BB962C8B-B14F-4D97-AF65-F5344CB8AC3E}">
        <p14:creationId xmlns:p14="http://schemas.microsoft.com/office/powerpoint/2010/main" val="285011382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14"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15" name="Slide Number Placeholder 4"/>
          <p:cNvSpPr>
            <a:spLocks noGrp="1"/>
          </p:cNvSpPr>
          <p:nvPr>
            <p:ph type="sldNum" sz="quarter" idx="12"/>
          </p:nvPr>
        </p:nvSpPr>
        <p:spPr>
          <a:xfrm>
            <a:off x="11095481"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16" name="Rectangle 15"/>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7" name="Chevron 16"/>
          <p:cNvSpPr/>
          <p:nvPr userDrawn="1"/>
        </p:nvSpPr>
        <p:spPr>
          <a:xfrm>
            <a:off x="11616714"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8" name="Chevron 17"/>
          <p:cNvSpPr/>
          <p:nvPr userDrawn="1"/>
        </p:nvSpPr>
        <p:spPr>
          <a:xfrm flipH="1">
            <a:off x="10924447"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9" name="Rounded Rectangle 18"/>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0" name="Group 4"/>
          <p:cNvGrpSpPr>
            <a:grpSpLocks noChangeAspect="1"/>
          </p:cNvGrpSpPr>
          <p:nvPr userDrawn="1"/>
        </p:nvGrpSpPr>
        <p:grpSpPr bwMode="auto">
          <a:xfrm>
            <a:off x="442997" y="6336771"/>
            <a:ext cx="509890" cy="403223"/>
            <a:chOff x="2100" y="784"/>
            <a:chExt cx="3480" cy="2752"/>
          </a:xfrm>
        </p:grpSpPr>
        <p:sp>
          <p:nvSpPr>
            <p:cNvPr id="21"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23"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24" name="TextBox 23"/>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
        <p:nvSpPr>
          <p:cNvPr id="25" name="Picture Placeholder 9"/>
          <p:cNvSpPr>
            <a:spLocks noGrp="1"/>
          </p:cNvSpPr>
          <p:nvPr>
            <p:ph type="pic" sz="quarter" idx="13"/>
          </p:nvPr>
        </p:nvSpPr>
        <p:spPr>
          <a:xfrm>
            <a:off x="1053888" y="1481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6" name="Picture Placeholder 9"/>
          <p:cNvSpPr>
            <a:spLocks noGrp="1"/>
          </p:cNvSpPr>
          <p:nvPr>
            <p:ph type="pic" sz="quarter" idx="14"/>
          </p:nvPr>
        </p:nvSpPr>
        <p:spPr>
          <a:xfrm>
            <a:off x="6190129" y="1481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7020751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11.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14"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15" name="Slide Number Placeholder 4"/>
          <p:cNvSpPr>
            <a:spLocks noGrp="1"/>
          </p:cNvSpPr>
          <p:nvPr>
            <p:ph type="sldNum" sz="quarter" idx="12"/>
          </p:nvPr>
        </p:nvSpPr>
        <p:spPr>
          <a:xfrm>
            <a:off x="11095481"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16" name="Rectangle 15"/>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7" name="Chevron 16"/>
          <p:cNvSpPr/>
          <p:nvPr userDrawn="1"/>
        </p:nvSpPr>
        <p:spPr>
          <a:xfrm>
            <a:off x="11616714"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8" name="Chevron 17"/>
          <p:cNvSpPr/>
          <p:nvPr userDrawn="1"/>
        </p:nvSpPr>
        <p:spPr>
          <a:xfrm flipH="1">
            <a:off x="10924447"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9" name="Rounded Rectangle 18"/>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0" name="Group 4"/>
          <p:cNvGrpSpPr>
            <a:grpSpLocks noChangeAspect="1"/>
          </p:cNvGrpSpPr>
          <p:nvPr userDrawn="1"/>
        </p:nvGrpSpPr>
        <p:grpSpPr bwMode="auto">
          <a:xfrm>
            <a:off x="442997" y="6336771"/>
            <a:ext cx="509890" cy="403223"/>
            <a:chOff x="2100" y="784"/>
            <a:chExt cx="3480" cy="2752"/>
          </a:xfrm>
        </p:grpSpPr>
        <p:sp>
          <p:nvSpPr>
            <p:cNvPr id="21"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23"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24" name="TextBox 23"/>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
        <p:nvSpPr>
          <p:cNvPr id="27" name="Picture Placeholder 10"/>
          <p:cNvSpPr>
            <a:spLocks noGrp="1"/>
          </p:cNvSpPr>
          <p:nvPr>
            <p:ph type="pic" sz="quarter" idx="13"/>
          </p:nvPr>
        </p:nvSpPr>
        <p:spPr>
          <a:xfrm>
            <a:off x="4791554" y="1668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8" name="Picture Placeholder 10"/>
          <p:cNvSpPr>
            <a:spLocks noGrp="1"/>
          </p:cNvSpPr>
          <p:nvPr>
            <p:ph type="pic" sz="quarter" idx="14"/>
          </p:nvPr>
        </p:nvSpPr>
        <p:spPr>
          <a:xfrm>
            <a:off x="1618048" y="1668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9" name="Picture Placeholder 10"/>
          <p:cNvSpPr>
            <a:spLocks noGrp="1"/>
          </p:cNvSpPr>
          <p:nvPr>
            <p:ph type="pic" sz="quarter" idx="15"/>
          </p:nvPr>
        </p:nvSpPr>
        <p:spPr>
          <a:xfrm>
            <a:off x="7965060" y="1668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6102943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14" name="Title 1"/>
          <p:cNvSpPr>
            <a:spLocks noGrp="1"/>
          </p:cNvSpPr>
          <p:nvPr>
            <p:ph type="title" hasCustomPrompt="1"/>
          </p:nvPr>
        </p:nvSpPr>
        <p:spPr>
          <a:xfrm>
            <a:off x="442997" y="-14068"/>
            <a:ext cx="10515600" cy="1154186"/>
          </a:xfrm>
        </p:spPr>
        <p:txBody>
          <a:bodyPr/>
          <a:lstStyle>
            <a:lvl1pPr>
              <a:defRPr>
                <a:solidFill>
                  <a:schemeClr val="bg1">
                    <a:lumMod val="50000"/>
                  </a:schemeClr>
                </a:solidFill>
                <a:latin typeface="+mj-lt"/>
              </a:defRPr>
            </a:lvl1pPr>
          </a:lstStyle>
          <a:p>
            <a:r>
              <a:rPr lang="en-US" smtClean="0"/>
              <a:t>Click to edit master title style</a:t>
            </a:r>
            <a:endParaRPr lang="en-US"/>
          </a:p>
        </p:txBody>
      </p:sp>
      <p:sp>
        <p:nvSpPr>
          <p:cNvPr id="15" name="Slide Number Placeholder 4"/>
          <p:cNvSpPr>
            <a:spLocks noGrp="1"/>
          </p:cNvSpPr>
          <p:nvPr>
            <p:ph type="sldNum" sz="quarter" idx="12"/>
          </p:nvPr>
        </p:nvSpPr>
        <p:spPr>
          <a:xfrm>
            <a:off x="11095481" y="6404089"/>
            <a:ext cx="623763" cy="365125"/>
          </a:xfrm>
        </p:spPr>
        <p:txBody>
          <a:bodyPr/>
          <a:lstStyle>
            <a:lvl1pPr algn="ctr">
              <a:defRPr sz="1600">
                <a:solidFill>
                  <a:schemeClr val="bg1">
                    <a:lumMod val="65000"/>
                  </a:schemeClr>
                </a:solidFill>
              </a:defRPr>
            </a:lvl1pPr>
          </a:lstStyle>
          <a:p>
            <a:fld id="{ED726997-92CC-4F2C-B5E2-6BD758616CD8}" type="slidenum">
              <a:rPr lang="en-US" smtClean="0">
                <a:solidFill>
                  <a:prstClr val="white">
                    <a:lumMod val="65000"/>
                  </a:prstClr>
                </a:solidFill>
              </a:rPr>
              <a:pPr/>
              <a:t>‹#›</a:t>
            </a:fld>
            <a:endParaRPr lang="en-US">
              <a:solidFill>
                <a:prstClr val="white">
                  <a:lumMod val="65000"/>
                </a:prstClr>
              </a:solidFill>
            </a:endParaRPr>
          </a:p>
        </p:txBody>
      </p:sp>
      <p:sp>
        <p:nvSpPr>
          <p:cNvPr id="16" name="Rectangle 15"/>
          <p:cNvSpPr/>
          <p:nvPr userDrawn="1"/>
        </p:nvSpPr>
        <p:spPr>
          <a:xfrm>
            <a:off x="0" y="0"/>
            <a:ext cx="154745" cy="70338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7" name="Chevron 16"/>
          <p:cNvSpPr/>
          <p:nvPr userDrawn="1"/>
        </p:nvSpPr>
        <p:spPr>
          <a:xfrm>
            <a:off x="11616714" y="6449872"/>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8" name="Chevron 17"/>
          <p:cNvSpPr/>
          <p:nvPr userDrawn="1"/>
        </p:nvSpPr>
        <p:spPr>
          <a:xfrm flipH="1">
            <a:off x="10924447" y="6449871"/>
            <a:ext cx="273563" cy="273563"/>
          </a:xfrm>
          <a:prstGeom prst="chevr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5C5C5C"/>
              </a:solidFill>
            </a:endParaRPr>
          </a:p>
        </p:txBody>
      </p:sp>
      <p:sp>
        <p:nvSpPr>
          <p:cNvPr id="19" name="Rounded Rectangle 18"/>
          <p:cNvSpPr/>
          <p:nvPr userDrawn="1"/>
        </p:nvSpPr>
        <p:spPr>
          <a:xfrm>
            <a:off x="527403" y="938419"/>
            <a:ext cx="11137193" cy="8035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0" name="Group 4"/>
          <p:cNvGrpSpPr>
            <a:grpSpLocks noChangeAspect="1"/>
          </p:cNvGrpSpPr>
          <p:nvPr userDrawn="1"/>
        </p:nvGrpSpPr>
        <p:grpSpPr bwMode="auto">
          <a:xfrm>
            <a:off x="442997" y="6336771"/>
            <a:ext cx="509890" cy="403223"/>
            <a:chOff x="2100" y="784"/>
            <a:chExt cx="3480" cy="2752"/>
          </a:xfrm>
        </p:grpSpPr>
        <p:sp>
          <p:nvSpPr>
            <p:cNvPr id="21" name="Freeform 5"/>
            <p:cNvSpPr>
              <a:spLocks noEditPoints="1"/>
            </p:cNvSpPr>
            <p:nvPr/>
          </p:nvSpPr>
          <p:spPr bwMode="auto">
            <a:xfrm>
              <a:off x="2100" y="1121"/>
              <a:ext cx="3480" cy="2078"/>
            </a:xfrm>
            <a:custGeom>
              <a:avLst/>
              <a:gdLst>
                <a:gd name="T0" fmla="*/ 2886 w 3480"/>
                <a:gd name="T1" fmla="*/ 127 h 2078"/>
                <a:gd name="T2" fmla="*/ 2659 w 3480"/>
                <a:gd name="T3" fmla="*/ 175 h 2078"/>
                <a:gd name="T4" fmla="*/ 2775 w 3480"/>
                <a:gd name="T5" fmla="*/ 303 h 2078"/>
                <a:gd name="T6" fmla="*/ 2760 w 3480"/>
                <a:gd name="T7" fmla="*/ 319 h 2078"/>
                <a:gd name="T8" fmla="*/ 2235 w 3480"/>
                <a:gd name="T9" fmla="*/ 857 h 2078"/>
                <a:gd name="T10" fmla="*/ 1849 w 3480"/>
                <a:gd name="T11" fmla="*/ 419 h 2078"/>
                <a:gd name="T12" fmla="*/ 1113 w 3480"/>
                <a:gd name="T13" fmla="*/ 1351 h 2078"/>
                <a:gd name="T14" fmla="*/ 791 w 3480"/>
                <a:gd name="T15" fmla="*/ 944 h 2078"/>
                <a:gd name="T16" fmla="*/ 703 w 3480"/>
                <a:gd name="T17" fmla="*/ 1070 h 2078"/>
                <a:gd name="T18" fmla="*/ 514 w 3480"/>
                <a:gd name="T19" fmla="*/ 1340 h 2078"/>
                <a:gd name="T20" fmla="*/ 0 w 3480"/>
                <a:gd name="T21" fmla="*/ 2078 h 2078"/>
                <a:gd name="T22" fmla="*/ 578 w 3480"/>
                <a:gd name="T23" fmla="*/ 1541 h 2078"/>
                <a:gd name="T24" fmla="*/ 753 w 3480"/>
                <a:gd name="T25" fmla="*/ 1378 h 2078"/>
                <a:gd name="T26" fmla="*/ 772 w 3480"/>
                <a:gd name="T27" fmla="*/ 1359 h 2078"/>
                <a:gd name="T28" fmla="*/ 1146 w 3480"/>
                <a:gd name="T29" fmla="*/ 1787 h 2078"/>
                <a:gd name="T30" fmla="*/ 1794 w 3480"/>
                <a:gd name="T31" fmla="*/ 1148 h 2078"/>
                <a:gd name="T32" fmla="*/ 2216 w 3480"/>
                <a:gd name="T33" fmla="*/ 1595 h 2078"/>
                <a:gd name="T34" fmla="*/ 2990 w 3480"/>
                <a:gd name="T35" fmla="*/ 807 h 2078"/>
                <a:gd name="T36" fmla="*/ 3116 w 3480"/>
                <a:gd name="T37" fmla="*/ 679 h 2078"/>
                <a:gd name="T38" fmla="*/ 3208 w 3480"/>
                <a:gd name="T39" fmla="*/ 781 h 2078"/>
                <a:gd name="T40" fmla="*/ 3222 w 3480"/>
                <a:gd name="T41" fmla="*/ 797 h 2078"/>
                <a:gd name="T42" fmla="*/ 3480 w 3480"/>
                <a:gd name="T43" fmla="*/ 0 h 2078"/>
                <a:gd name="T44" fmla="*/ 2886 w 3480"/>
                <a:gd name="T45" fmla="*/ 127 h 2078"/>
                <a:gd name="T46" fmla="*/ 3191 w 3480"/>
                <a:gd name="T47" fmla="*/ 653 h 2078"/>
                <a:gd name="T48" fmla="*/ 3172 w 3480"/>
                <a:gd name="T49" fmla="*/ 632 h 2078"/>
                <a:gd name="T50" fmla="*/ 3118 w 3480"/>
                <a:gd name="T51" fmla="*/ 573 h 2078"/>
                <a:gd name="T52" fmla="*/ 2969 w 3480"/>
                <a:gd name="T53" fmla="*/ 724 h 2078"/>
                <a:gd name="T54" fmla="*/ 2216 w 3480"/>
                <a:gd name="T55" fmla="*/ 1491 h 2078"/>
                <a:gd name="T56" fmla="*/ 1797 w 3480"/>
                <a:gd name="T57" fmla="*/ 1044 h 2078"/>
                <a:gd name="T58" fmla="*/ 1151 w 3480"/>
                <a:gd name="T59" fmla="*/ 1681 h 2078"/>
                <a:gd name="T60" fmla="*/ 776 w 3480"/>
                <a:gd name="T61" fmla="*/ 1252 h 2078"/>
                <a:gd name="T62" fmla="*/ 732 w 3480"/>
                <a:gd name="T63" fmla="*/ 1297 h 2078"/>
                <a:gd name="T64" fmla="*/ 549 w 3480"/>
                <a:gd name="T65" fmla="*/ 1465 h 2078"/>
                <a:gd name="T66" fmla="*/ 455 w 3480"/>
                <a:gd name="T67" fmla="*/ 1553 h 2078"/>
                <a:gd name="T68" fmla="*/ 540 w 3480"/>
                <a:gd name="T69" fmla="*/ 1434 h 2078"/>
                <a:gd name="T70" fmla="*/ 710 w 3480"/>
                <a:gd name="T71" fmla="*/ 1186 h 2078"/>
                <a:gd name="T72" fmla="*/ 795 w 3480"/>
                <a:gd name="T73" fmla="*/ 1067 h 2078"/>
                <a:gd name="T74" fmla="*/ 1113 w 3480"/>
                <a:gd name="T75" fmla="*/ 1470 h 2078"/>
                <a:gd name="T76" fmla="*/ 1854 w 3480"/>
                <a:gd name="T77" fmla="*/ 532 h 2078"/>
                <a:gd name="T78" fmla="*/ 2232 w 3480"/>
                <a:gd name="T79" fmla="*/ 963 h 2078"/>
                <a:gd name="T80" fmla="*/ 2805 w 3480"/>
                <a:gd name="T81" fmla="*/ 378 h 2078"/>
                <a:gd name="T82" fmla="*/ 2876 w 3480"/>
                <a:gd name="T83" fmla="*/ 305 h 2078"/>
                <a:gd name="T84" fmla="*/ 2798 w 3480"/>
                <a:gd name="T85" fmla="*/ 220 h 2078"/>
                <a:gd name="T86" fmla="*/ 2940 w 3480"/>
                <a:gd name="T87" fmla="*/ 191 h 2078"/>
                <a:gd name="T88" fmla="*/ 3371 w 3480"/>
                <a:gd name="T89" fmla="*/ 97 h 2078"/>
                <a:gd name="T90" fmla="*/ 3191 w 3480"/>
                <a:gd name="T91" fmla="*/ 653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0" h="2078">
                  <a:moveTo>
                    <a:pt x="2886" y="127"/>
                  </a:moveTo>
                  <a:lnTo>
                    <a:pt x="2659" y="175"/>
                  </a:lnTo>
                  <a:lnTo>
                    <a:pt x="2775" y="303"/>
                  </a:lnTo>
                  <a:lnTo>
                    <a:pt x="2760" y="319"/>
                  </a:lnTo>
                  <a:lnTo>
                    <a:pt x="2235" y="857"/>
                  </a:lnTo>
                  <a:lnTo>
                    <a:pt x="1849" y="419"/>
                  </a:lnTo>
                  <a:lnTo>
                    <a:pt x="1113" y="1351"/>
                  </a:lnTo>
                  <a:lnTo>
                    <a:pt x="791" y="944"/>
                  </a:lnTo>
                  <a:lnTo>
                    <a:pt x="703" y="1070"/>
                  </a:lnTo>
                  <a:lnTo>
                    <a:pt x="514" y="1340"/>
                  </a:lnTo>
                  <a:lnTo>
                    <a:pt x="0" y="2078"/>
                  </a:lnTo>
                  <a:lnTo>
                    <a:pt x="578" y="1541"/>
                  </a:lnTo>
                  <a:lnTo>
                    <a:pt x="753" y="1378"/>
                  </a:lnTo>
                  <a:lnTo>
                    <a:pt x="772" y="1359"/>
                  </a:lnTo>
                  <a:lnTo>
                    <a:pt x="1146" y="1787"/>
                  </a:lnTo>
                  <a:lnTo>
                    <a:pt x="1794" y="1148"/>
                  </a:lnTo>
                  <a:lnTo>
                    <a:pt x="2216" y="1595"/>
                  </a:lnTo>
                  <a:lnTo>
                    <a:pt x="2990" y="807"/>
                  </a:lnTo>
                  <a:lnTo>
                    <a:pt x="3116" y="679"/>
                  </a:lnTo>
                  <a:lnTo>
                    <a:pt x="3208" y="781"/>
                  </a:lnTo>
                  <a:lnTo>
                    <a:pt x="3222" y="797"/>
                  </a:lnTo>
                  <a:lnTo>
                    <a:pt x="3480" y="0"/>
                  </a:lnTo>
                  <a:lnTo>
                    <a:pt x="2886" y="127"/>
                  </a:lnTo>
                  <a:close/>
                  <a:moveTo>
                    <a:pt x="3191" y="653"/>
                  </a:moveTo>
                  <a:lnTo>
                    <a:pt x="3172" y="632"/>
                  </a:lnTo>
                  <a:lnTo>
                    <a:pt x="3118" y="573"/>
                  </a:lnTo>
                  <a:lnTo>
                    <a:pt x="2969" y="724"/>
                  </a:lnTo>
                  <a:lnTo>
                    <a:pt x="2216" y="1491"/>
                  </a:lnTo>
                  <a:lnTo>
                    <a:pt x="1797" y="1044"/>
                  </a:lnTo>
                  <a:lnTo>
                    <a:pt x="1151" y="1681"/>
                  </a:lnTo>
                  <a:lnTo>
                    <a:pt x="776" y="1252"/>
                  </a:lnTo>
                  <a:lnTo>
                    <a:pt x="732" y="1297"/>
                  </a:lnTo>
                  <a:lnTo>
                    <a:pt x="549" y="1465"/>
                  </a:lnTo>
                  <a:lnTo>
                    <a:pt x="455" y="1553"/>
                  </a:lnTo>
                  <a:lnTo>
                    <a:pt x="540" y="1434"/>
                  </a:lnTo>
                  <a:lnTo>
                    <a:pt x="710" y="1186"/>
                  </a:lnTo>
                  <a:lnTo>
                    <a:pt x="795" y="1067"/>
                  </a:lnTo>
                  <a:lnTo>
                    <a:pt x="1113" y="1470"/>
                  </a:lnTo>
                  <a:lnTo>
                    <a:pt x="1854" y="532"/>
                  </a:lnTo>
                  <a:lnTo>
                    <a:pt x="2232" y="963"/>
                  </a:lnTo>
                  <a:lnTo>
                    <a:pt x="2805" y="378"/>
                  </a:lnTo>
                  <a:lnTo>
                    <a:pt x="2876" y="305"/>
                  </a:lnTo>
                  <a:lnTo>
                    <a:pt x="2798" y="220"/>
                  </a:lnTo>
                  <a:lnTo>
                    <a:pt x="2940" y="191"/>
                  </a:lnTo>
                  <a:lnTo>
                    <a:pt x="3371" y="97"/>
                  </a:lnTo>
                  <a:lnTo>
                    <a:pt x="3191" y="65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6"/>
            <p:cNvSpPr>
              <a:spLocks/>
            </p:cNvSpPr>
            <p:nvPr/>
          </p:nvSpPr>
          <p:spPr bwMode="auto">
            <a:xfrm>
              <a:off x="2356" y="784"/>
              <a:ext cx="2878" cy="1999"/>
            </a:xfrm>
            <a:custGeom>
              <a:avLst/>
              <a:gdLst>
                <a:gd name="T0" fmla="*/ 189 w 1216"/>
                <a:gd name="T1" fmla="*/ 558 h 844"/>
                <a:gd name="T2" fmla="*/ 677 w 1216"/>
                <a:gd name="T3" fmla="*/ 93 h 844"/>
                <a:gd name="T4" fmla="*/ 984 w 1216"/>
                <a:gd name="T5" fmla="*/ 202 h 844"/>
                <a:gd name="T6" fmla="*/ 1216 w 1216"/>
                <a:gd name="T7" fmla="*/ 150 h 844"/>
                <a:gd name="T8" fmla="*/ 1080 w 1216"/>
                <a:gd name="T9" fmla="*/ 164 h 844"/>
                <a:gd name="T10" fmla="*/ 677 w 1216"/>
                <a:gd name="T11" fmla="*/ 0 h 844"/>
                <a:gd name="T12" fmla="*/ 95 w 1216"/>
                <a:gd name="T13" fmla="*/ 581 h 844"/>
                <a:gd name="T14" fmla="*/ 98 w 1216"/>
                <a:gd name="T15" fmla="*/ 637 h 844"/>
                <a:gd name="T16" fmla="*/ 0 w 1216"/>
                <a:gd name="T17" fmla="*/ 844 h 844"/>
                <a:gd name="T18" fmla="*/ 189 w 1216"/>
                <a:gd name="T19" fmla="*/ 558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6" h="844">
                  <a:moveTo>
                    <a:pt x="189" y="558"/>
                  </a:moveTo>
                  <a:cubicBezTo>
                    <a:pt x="201" y="299"/>
                    <a:pt x="415" y="93"/>
                    <a:pt x="677" y="93"/>
                  </a:cubicBezTo>
                  <a:cubicBezTo>
                    <a:pt x="793" y="93"/>
                    <a:pt x="900" y="134"/>
                    <a:pt x="984" y="202"/>
                  </a:cubicBezTo>
                  <a:cubicBezTo>
                    <a:pt x="1216" y="150"/>
                    <a:pt x="1216" y="150"/>
                    <a:pt x="1216" y="150"/>
                  </a:cubicBezTo>
                  <a:cubicBezTo>
                    <a:pt x="1080" y="164"/>
                    <a:pt x="1080" y="164"/>
                    <a:pt x="1080" y="164"/>
                  </a:cubicBezTo>
                  <a:cubicBezTo>
                    <a:pt x="976" y="62"/>
                    <a:pt x="833" y="0"/>
                    <a:pt x="677" y="0"/>
                  </a:cubicBezTo>
                  <a:cubicBezTo>
                    <a:pt x="356" y="0"/>
                    <a:pt x="95" y="260"/>
                    <a:pt x="95" y="581"/>
                  </a:cubicBezTo>
                  <a:cubicBezTo>
                    <a:pt x="95" y="600"/>
                    <a:pt x="96" y="619"/>
                    <a:pt x="98" y="637"/>
                  </a:cubicBezTo>
                  <a:cubicBezTo>
                    <a:pt x="0" y="844"/>
                    <a:pt x="0" y="844"/>
                    <a:pt x="0" y="844"/>
                  </a:cubicBezTo>
                  <a:lnTo>
                    <a:pt x="189" y="55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84CBC5"/>
                </a:solidFill>
                <a:latin typeface="Lato Light"/>
                <a:cs typeface="+mn-cs"/>
              </a:endParaRPr>
            </a:p>
          </p:txBody>
        </p:sp>
        <p:sp>
          <p:nvSpPr>
            <p:cNvPr id="23" name="Freeform 7"/>
            <p:cNvSpPr>
              <a:spLocks/>
            </p:cNvSpPr>
            <p:nvPr/>
          </p:nvSpPr>
          <p:spPr bwMode="auto">
            <a:xfrm>
              <a:off x="2462" y="1506"/>
              <a:ext cx="3045" cy="2030"/>
            </a:xfrm>
            <a:custGeom>
              <a:avLst/>
              <a:gdLst>
                <a:gd name="T0" fmla="*/ 1162 w 1286"/>
                <a:gd name="T1" fmla="*/ 154 h 857"/>
                <a:gd name="T2" fmla="*/ 1114 w 1286"/>
                <a:gd name="T3" fmla="*/ 203 h 857"/>
                <a:gd name="T4" fmla="*/ 1120 w 1286"/>
                <a:gd name="T5" fmla="*/ 276 h 857"/>
                <a:gd name="T6" fmla="*/ 632 w 1286"/>
                <a:gd name="T7" fmla="*/ 764 h 857"/>
                <a:gd name="T8" fmla="*/ 172 w 1286"/>
                <a:gd name="T9" fmla="*/ 441 h 857"/>
                <a:gd name="T10" fmla="*/ 172 w 1286"/>
                <a:gd name="T11" fmla="*/ 441 h 857"/>
                <a:gd name="T12" fmla="*/ 0 w 1286"/>
                <a:gd name="T13" fmla="*/ 599 h 857"/>
                <a:gd name="T14" fmla="*/ 110 w 1286"/>
                <a:gd name="T15" fmla="*/ 532 h 857"/>
                <a:gd name="T16" fmla="*/ 632 w 1286"/>
                <a:gd name="T17" fmla="*/ 857 h 857"/>
                <a:gd name="T18" fmla="*/ 1213 w 1286"/>
                <a:gd name="T19" fmla="*/ 276 h 857"/>
                <a:gd name="T20" fmla="*/ 1285 w 1286"/>
                <a:gd name="T21" fmla="*/ 9 h 857"/>
                <a:gd name="T22" fmla="*/ 1215 w 1286"/>
                <a:gd name="T23" fmla="*/ 207 h 857"/>
                <a:gd name="T24" fmla="*/ 1162 w 1286"/>
                <a:gd name="T25" fmla="*/ 154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6" h="857">
                  <a:moveTo>
                    <a:pt x="1162" y="154"/>
                  </a:moveTo>
                  <a:cubicBezTo>
                    <a:pt x="1114" y="203"/>
                    <a:pt x="1114" y="203"/>
                    <a:pt x="1114" y="203"/>
                  </a:cubicBezTo>
                  <a:cubicBezTo>
                    <a:pt x="1118" y="227"/>
                    <a:pt x="1120" y="251"/>
                    <a:pt x="1120" y="276"/>
                  </a:cubicBezTo>
                  <a:cubicBezTo>
                    <a:pt x="1120" y="545"/>
                    <a:pt x="901" y="764"/>
                    <a:pt x="632" y="764"/>
                  </a:cubicBezTo>
                  <a:cubicBezTo>
                    <a:pt x="420" y="764"/>
                    <a:pt x="240" y="629"/>
                    <a:pt x="172" y="441"/>
                  </a:cubicBezTo>
                  <a:cubicBezTo>
                    <a:pt x="172" y="441"/>
                    <a:pt x="172" y="441"/>
                    <a:pt x="172" y="441"/>
                  </a:cubicBezTo>
                  <a:cubicBezTo>
                    <a:pt x="0" y="599"/>
                    <a:pt x="0" y="599"/>
                    <a:pt x="0" y="599"/>
                  </a:cubicBezTo>
                  <a:cubicBezTo>
                    <a:pt x="110" y="532"/>
                    <a:pt x="110" y="532"/>
                    <a:pt x="110" y="532"/>
                  </a:cubicBezTo>
                  <a:cubicBezTo>
                    <a:pt x="205" y="724"/>
                    <a:pt x="403" y="857"/>
                    <a:pt x="632" y="857"/>
                  </a:cubicBezTo>
                  <a:cubicBezTo>
                    <a:pt x="952" y="857"/>
                    <a:pt x="1213" y="596"/>
                    <a:pt x="1213" y="276"/>
                  </a:cubicBezTo>
                  <a:cubicBezTo>
                    <a:pt x="1213" y="268"/>
                    <a:pt x="1285" y="9"/>
                    <a:pt x="1285" y="9"/>
                  </a:cubicBezTo>
                  <a:cubicBezTo>
                    <a:pt x="1286" y="0"/>
                    <a:pt x="1215" y="207"/>
                    <a:pt x="1215" y="207"/>
                  </a:cubicBezTo>
                  <a:lnTo>
                    <a:pt x="1162"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24" name="TextBox 23"/>
          <p:cNvSpPr txBox="1"/>
          <p:nvPr userDrawn="1"/>
        </p:nvSpPr>
        <p:spPr>
          <a:xfrm>
            <a:off x="1005927" y="6245994"/>
            <a:ext cx="1481688" cy="523220"/>
          </a:xfrm>
          <a:prstGeom prst="rect">
            <a:avLst/>
          </a:prstGeom>
          <a:noFill/>
        </p:spPr>
        <p:txBody>
          <a:bodyPr wrap="none" rtlCol="0">
            <a:spAutoFit/>
          </a:bodyPr>
          <a:lstStyle/>
          <a:p>
            <a:pPr fontAlgn="auto">
              <a:spcBef>
                <a:spcPts val="0"/>
              </a:spcBef>
              <a:spcAft>
                <a:spcPts val="0"/>
              </a:spcAft>
            </a:pPr>
            <a:r>
              <a:rPr lang="en-US" sz="1400" b="1" smtClean="0">
                <a:solidFill>
                  <a:prstClr val="white">
                    <a:lumMod val="75000"/>
                  </a:prstClr>
                </a:solidFill>
                <a:latin typeface="Lato Light"/>
                <a:cs typeface="+mn-cs"/>
              </a:rPr>
              <a:t>ARMANI</a:t>
            </a:r>
          </a:p>
          <a:p>
            <a:pPr fontAlgn="auto">
              <a:spcBef>
                <a:spcPts val="0"/>
              </a:spcBef>
              <a:spcAft>
                <a:spcPts val="0"/>
              </a:spcAft>
            </a:pPr>
            <a:r>
              <a:rPr lang="en-US" sz="1400" b="1" smtClean="0">
                <a:solidFill>
                  <a:prstClr val="white">
                    <a:lumMod val="75000"/>
                  </a:prstClr>
                </a:solidFill>
                <a:latin typeface="Lato Light"/>
                <a:cs typeface="+mn-cs"/>
              </a:rPr>
              <a:t>PRESENTATION</a:t>
            </a:r>
            <a:endParaRPr lang="en-US" sz="1400" b="1">
              <a:solidFill>
                <a:prstClr val="white">
                  <a:lumMod val="75000"/>
                </a:prstClr>
              </a:solidFill>
              <a:latin typeface="Lato Light"/>
              <a:cs typeface="+mn-cs"/>
            </a:endParaRPr>
          </a:p>
        </p:txBody>
      </p:sp>
      <p:sp>
        <p:nvSpPr>
          <p:cNvPr id="25" name="Picture Placeholder 14"/>
          <p:cNvSpPr>
            <a:spLocks noGrp="1"/>
          </p:cNvSpPr>
          <p:nvPr>
            <p:ph type="pic" sz="quarter" idx="14"/>
          </p:nvPr>
        </p:nvSpPr>
        <p:spPr>
          <a:xfrm>
            <a:off x="978115" y="1672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6" name="Picture Placeholder 14"/>
          <p:cNvSpPr>
            <a:spLocks noGrp="1"/>
          </p:cNvSpPr>
          <p:nvPr>
            <p:ph type="pic" sz="quarter" idx="15"/>
          </p:nvPr>
        </p:nvSpPr>
        <p:spPr>
          <a:xfrm>
            <a:off x="3663902" y="1672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30" name="Picture Placeholder 14"/>
          <p:cNvSpPr>
            <a:spLocks noGrp="1"/>
          </p:cNvSpPr>
          <p:nvPr>
            <p:ph type="pic" sz="quarter" idx="16"/>
          </p:nvPr>
        </p:nvSpPr>
        <p:spPr>
          <a:xfrm>
            <a:off x="6349689" y="1672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31" name="Picture Placeholder 14"/>
          <p:cNvSpPr>
            <a:spLocks noGrp="1"/>
          </p:cNvSpPr>
          <p:nvPr>
            <p:ph type="pic" sz="quarter" idx="17"/>
          </p:nvPr>
        </p:nvSpPr>
        <p:spPr>
          <a:xfrm>
            <a:off x="9035476" y="1672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7540676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25" name="Picture Placeholder 2"/>
          <p:cNvSpPr>
            <a:spLocks noGrp="1"/>
          </p:cNvSpPr>
          <p:nvPr>
            <p:ph type="pic" idx="1"/>
          </p:nvPr>
        </p:nvSpPr>
        <p:spPr>
          <a:xfrm>
            <a:off x="6096000" y="0"/>
            <a:ext cx="6096000" cy="6857999"/>
          </a:xfrm>
          <a:solidFill>
            <a:schemeClr val="bg1">
              <a:lumMod val="95000"/>
            </a:schemeClr>
          </a:solidFill>
        </p:spPr>
        <p:txBody>
          <a:bodyPr>
            <a:normAutofit/>
          </a:bodyPr>
          <a:lstStyle>
            <a:lvl1pPr marL="0" indent="0">
              <a:buNone/>
              <a:defRPr sz="20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Tree>
    <p:extLst>
      <p:ext uri="{BB962C8B-B14F-4D97-AF65-F5344CB8AC3E}">
        <p14:creationId xmlns:p14="http://schemas.microsoft.com/office/powerpoint/2010/main" val="346921233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1524000" y="1122363"/>
            <a:ext cx="9144000" cy="2387600"/>
          </a:xfrm>
        </p:spPr>
        <p:txBody>
          <a:bodyPr anchor="b">
            <a:normAutofit/>
          </a:bodyPr>
          <a:lstStyle>
            <a:lvl1pPr algn="ctr">
              <a:defRPr sz="6000"/>
            </a:lvl1pPr>
          </a:lstStyle>
          <a:p>
            <a:r>
              <a:rPr lang="en-US" dirty="0" smtClean="0"/>
              <a:t>CLICK TO EDIT MASTER TITLE STYLE</a:t>
            </a:r>
            <a:endParaRPr lang="en-AU" dirty="0"/>
          </a:p>
        </p:txBody>
      </p:sp>
      <p:sp>
        <p:nvSpPr>
          <p:cNvPr id="3" name="Subtitle 2"/>
          <p:cNvSpPr>
            <a:spLocks noGrp="1"/>
          </p:cNvSpPr>
          <p:nvPr>
            <p:ph type="subTitle" idx="1"/>
          </p:nvPr>
        </p:nvSpPr>
        <p:spPr>
          <a:xfrm>
            <a:off x="1524000" y="3602038"/>
            <a:ext cx="9144000" cy="1655762"/>
          </a:xfrm>
        </p:spPr>
        <p:txBody>
          <a:bodyPr>
            <a:normAutofit/>
          </a:bodyPr>
          <a:lstStyle>
            <a:lvl1pPr marL="0" indent="0" algn="ctr">
              <a:buNone/>
              <a:defRPr sz="20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24783732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anim calcmode="lin" valueType="num">
                                      <p:cBhvr>
                                        <p:cTn id="12"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42"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anim calcmode="lin" valueType="num">
                      <p:cBhvr>
                        <p:cTn dur="500" fill="hold"/>
                        <p:tgtEl>
                          <p:spTgt spid="3"/>
                        </p:tgtEl>
                        <p:attrNameLst>
                          <p:attrName>ppt_x</p:attrName>
                        </p:attrNameLst>
                      </p:cBhvr>
                      <p:tavLst>
                        <p:tav tm="0">
                          <p:val>
                            <p:strVal val="#ppt_x"/>
                          </p:val>
                        </p:tav>
                        <p:tav tm="100000">
                          <p:val>
                            <p:strVal val="#ppt_x"/>
                          </p:val>
                        </p:tav>
                      </p:tavLst>
                    </p:anim>
                    <p:anim calcmode="lin" valueType="num">
                      <p:cBhvr>
                        <p:cTn dur="500" fill="hold"/>
                        <p:tgtEl>
                          <p:spTgt spid="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415.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4" name="Date Placeholder 3"/>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63059012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41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335940005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4" name="Date Placeholder 3"/>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7" name="Picture Placeholder 6"/>
          <p:cNvSpPr>
            <a:spLocks noGrp="1"/>
          </p:cNvSpPr>
          <p:nvPr>
            <p:ph type="pic" sz="quarter" idx="13"/>
          </p:nvPr>
        </p:nvSpPr>
        <p:spPr>
          <a:xfrm>
            <a:off x="0" y="1955800"/>
            <a:ext cx="12192000" cy="2254250"/>
          </a:xfrm>
          <a:solidFill>
            <a:schemeClr val="bg1">
              <a:lumMod val="95000"/>
            </a:schemeClr>
          </a:solidFill>
        </p:spPr>
        <p:txBody>
          <a:bodyPr/>
          <a:lstStyle/>
          <a:p>
            <a:endParaRPr lang="en-AU"/>
          </a:p>
        </p:txBody>
      </p:sp>
      <p:cxnSp>
        <p:nvCxnSpPr>
          <p:cNvPr id="9" name="Straight Connector 8"/>
          <p:cNvCxnSpPr/>
          <p:nvPr userDrawn="1"/>
        </p:nvCxnSpPr>
        <p:spPr>
          <a:xfrm>
            <a:off x="4229100" y="1174464"/>
            <a:ext cx="39243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 Placeholder 10"/>
          <p:cNvSpPr>
            <a:spLocks noGrp="1"/>
          </p:cNvSpPr>
          <p:nvPr>
            <p:ph type="body" sz="quarter" idx="14" hasCustomPrompt="1"/>
          </p:nvPr>
        </p:nvSpPr>
        <p:spPr>
          <a:xfrm>
            <a:off x="1903412" y="4484915"/>
            <a:ext cx="8385175" cy="348343"/>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2" name="Text Placeholder 10"/>
          <p:cNvSpPr>
            <a:spLocks noGrp="1"/>
          </p:cNvSpPr>
          <p:nvPr>
            <p:ph type="body" sz="quarter" idx="15" hasCustomPrompt="1"/>
          </p:nvPr>
        </p:nvSpPr>
        <p:spPr>
          <a:xfrm>
            <a:off x="1903412" y="4898121"/>
            <a:ext cx="8385175" cy="820511"/>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371300994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500" fill="hold"/>
                                        <p:tgtEl>
                                          <p:spTgt spid="7"/>
                                        </p:tgtEl>
                                        <p:attrNameLst>
                                          <p:attrName>ppt_w</p:attrName>
                                        </p:attrNameLst>
                                      </p:cBhvr>
                                      <p:tavLst>
                                        <p:tav tm="0">
                                          <p:val>
                                            <p:fltVal val="0"/>
                                          </p:val>
                                        </p:tav>
                                        <p:tav tm="100000">
                                          <p:val>
                                            <p:strVal val="#ppt_w"/>
                                          </p:val>
                                        </p:tav>
                                      </p:tavLst>
                                    </p:anim>
                                    <p:anim calcmode="lin" valueType="num">
                                      <p:cBhvr>
                                        <p:cTn id="16" dur="500" fill="hold"/>
                                        <p:tgtEl>
                                          <p:spTgt spid="7"/>
                                        </p:tgtEl>
                                        <p:attrNameLst>
                                          <p:attrName>ppt_h</p:attrName>
                                        </p:attrNameLst>
                                      </p:cBhvr>
                                      <p:tavLst>
                                        <p:tav tm="0">
                                          <p:val>
                                            <p:fltVal val="0"/>
                                          </p:val>
                                        </p:tav>
                                        <p:tav tm="100000">
                                          <p:val>
                                            <p:strVal val="#ppt_h"/>
                                          </p:val>
                                        </p:tav>
                                      </p:tavLst>
                                    </p:anim>
                                    <p:animEffect transition="in" filter="fade">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1">
                                            <p:txEl>
                                              <p:pRg st="0" end="0"/>
                                            </p:txEl>
                                          </p:spTgt>
                                        </p:tgtEl>
                                        <p:attrNameLst>
                                          <p:attrName>style.visibility</p:attrName>
                                        </p:attrNameLst>
                                      </p:cBhvr>
                                      <p:to>
                                        <p:strVal val="visible"/>
                                      </p:to>
                                    </p:set>
                                    <p:animEffect transition="in" filter="fade">
                                      <p:cBhvr>
                                        <p:cTn id="21" dur="500"/>
                                        <p:tgtEl>
                                          <p:spTgt spid="11">
                                            <p:txEl>
                                              <p:pRg st="0" end="0"/>
                                            </p:txEl>
                                          </p:spTgt>
                                        </p:tgtEl>
                                      </p:cBhvr>
                                    </p:animEffect>
                                  </p:childTnLst>
                                </p:cTn>
                              </p:par>
                              <p:par>
                                <p:cTn id="22" presetID="42" presetClass="entr" presetSubtype="0" fill="hold" grpId="0" nodeType="withEffect">
                                  <p:stCondLst>
                                    <p:cond delay="0"/>
                                  </p:stCondLst>
                                  <p:childTnLst>
                                    <p:set>
                                      <p:cBhvr>
                                        <p:cTn id="23" dur="1" fill="hold">
                                          <p:stCondLst>
                                            <p:cond delay="0"/>
                                          </p:stCondLst>
                                        </p:cTn>
                                        <p:tgtEl>
                                          <p:spTgt spid="12">
                                            <p:txEl>
                                              <p:pRg st="0" end="0"/>
                                            </p:txEl>
                                          </p:spTgt>
                                        </p:tgtEl>
                                        <p:attrNameLst>
                                          <p:attrName>style.visibility</p:attrName>
                                        </p:attrNameLst>
                                      </p:cBhvr>
                                      <p:to>
                                        <p:strVal val="visible"/>
                                      </p:to>
                                    </p:set>
                                    <p:animEffect transition="in" filter="fade">
                                      <p:cBhvr>
                                        <p:cTn id="24" dur="500"/>
                                        <p:tgtEl>
                                          <p:spTgt spid="12">
                                            <p:txEl>
                                              <p:pRg st="0" end="0"/>
                                            </p:txEl>
                                          </p:spTgt>
                                        </p:tgtEl>
                                      </p:cBhvr>
                                    </p:animEffect>
                                    <p:anim calcmode="lin" valueType="num">
                                      <p:cBhvr>
                                        <p:cTn id="25"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p:cTn id="26" dur="500" fill="hold"/>
                                        <p:tgtEl>
                                          <p:spTgt spid="12">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animBg="1"/>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P spid="12" grpId="0" build="p">
        <p:tmplLst>
          <p:tmpl lvl="1">
            <p:tnLst>
              <p:par>
                <p:cTn presetID="42" presetClass="entr" presetSubtype="0" fill="hold" nodeType="with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anim calcmode="lin" valueType="num">
                      <p:cBhvr>
                        <p:cTn dur="500" fill="hold"/>
                        <p:tgtEl>
                          <p:spTgt spid="12"/>
                        </p:tgtEl>
                        <p:attrNameLst>
                          <p:attrName>ppt_x</p:attrName>
                        </p:attrNameLst>
                      </p:cBhvr>
                      <p:tavLst>
                        <p:tav tm="0">
                          <p:val>
                            <p:strVal val="#ppt_x"/>
                          </p:val>
                        </p:tav>
                        <p:tav tm="100000">
                          <p:val>
                            <p:strVal val="#ppt_x"/>
                          </p:val>
                        </p:tav>
                      </p:tavLst>
                    </p:anim>
                    <p:anim calcmode="lin" valueType="num">
                      <p:cBhvr>
                        <p:cTn dur="500" fill="hold"/>
                        <p:tgtEl>
                          <p:spTgt spid="12"/>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Picture Placeholder 6"/>
          <p:cNvSpPr>
            <a:spLocks noGrp="1"/>
          </p:cNvSpPr>
          <p:nvPr>
            <p:ph type="pic" sz="quarter" idx="13"/>
          </p:nvPr>
        </p:nvSpPr>
        <p:spPr>
          <a:xfrm>
            <a:off x="0" y="1921790"/>
            <a:ext cx="5430982" cy="3022169"/>
          </a:xfrm>
          <a:solidFill>
            <a:schemeClr val="bg1">
              <a:lumMod val="95000"/>
            </a:schemeClr>
          </a:solidFill>
        </p:spPr>
        <p:txBody>
          <a:bodyPr/>
          <a:lstStyle/>
          <a:p>
            <a:endParaRPr lang="en-AU"/>
          </a:p>
        </p:txBody>
      </p:sp>
    </p:spTree>
    <p:extLst>
      <p:ext uri="{BB962C8B-B14F-4D97-AF65-F5344CB8AC3E}">
        <p14:creationId xmlns:p14="http://schemas.microsoft.com/office/powerpoint/2010/main" val="283670441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Lst>
  </p:timing>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1" name="Picture Placeholder 10"/>
          <p:cNvSpPr>
            <a:spLocks noGrp="1"/>
          </p:cNvSpPr>
          <p:nvPr>
            <p:ph type="pic" sz="quarter" idx="13"/>
          </p:nvPr>
        </p:nvSpPr>
        <p:spPr>
          <a:xfrm>
            <a:off x="1168938" y="2661653"/>
            <a:ext cx="2375187" cy="2375187"/>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1"/>
            </a:solidFill>
          </a:ln>
        </p:spPr>
        <p:txBody>
          <a:bodyPr wrap="square">
            <a:noAutofit/>
          </a:bodyPr>
          <a:lstStyle/>
          <a:p>
            <a:endParaRPr lang="en-AU"/>
          </a:p>
        </p:txBody>
      </p:sp>
      <p:sp>
        <p:nvSpPr>
          <p:cNvPr id="12" name="Text Placeholder 10"/>
          <p:cNvSpPr>
            <a:spLocks noGrp="1"/>
          </p:cNvSpPr>
          <p:nvPr>
            <p:ph type="body" sz="quarter" idx="14" hasCustomPrompt="1"/>
          </p:nvPr>
        </p:nvSpPr>
        <p:spPr>
          <a:xfrm>
            <a:off x="1288937" y="5131261"/>
            <a:ext cx="2135188" cy="348342"/>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14" name="Straight Connector 13"/>
          <p:cNvCxnSpPr/>
          <p:nvPr userDrawn="1"/>
        </p:nvCxnSpPr>
        <p:spPr>
          <a:xfrm flipV="1">
            <a:off x="3568571" y="3849248"/>
            <a:ext cx="1114555"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a:off x="4673600" y="2320185"/>
            <a:ext cx="0" cy="306461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7" name="Picture Placeholder 16"/>
          <p:cNvSpPr>
            <a:spLocks noGrp="1"/>
          </p:cNvSpPr>
          <p:nvPr>
            <p:ph type="pic" sz="quarter" idx="15"/>
          </p:nvPr>
        </p:nvSpPr>
        <p:spPr>
          <a:xfrm>
            <a:off x="5765800" y="1813721"/>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2"/>
            </a:solidFill>
          </a:ln>
        </p:spPr>
        <p:txBody>
          <a:bodyPr wrap="square">
            <a:noAutofit/>
          </a:bodyPr>
          <a:lstStyle/>
          <a:p>
            <a:endParaRPr lang="en-AU"/>
          </a:p>
        </p:txBody>
      </p:sp>
      <p:cxnSp>
        <p:nvCxnSpPr>
          <p:cNvPr id="18" name="Straight Connector 17"/>
          <p:cNvCxnSpPr/>
          <p:nvPr userDrawn="1"/>
        </p:nvCxnSpPr>
        <p:spPr>
          <a:xfrm flipV="1">
            <a:off x="4673600" y="2320185"/>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a:off x="4677317" y="3847005"/>
            <a:ext cx="1103817"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0" name="Text Placeholder 10"/>
          <p:cNvSpPr>
            <a:spLocks noGrp="1"/>
          </p:cNvSpPr>
          <p:nvPr>
            <p:ph type="body" sz="quarter" idx="16" hasCustomPrompt="1"/>
          </p:nvPr>
        </p:nvSpPr>
        <p:spPr>
          <a:xfrm>
            <a:off x="5321619" y="2953845"/>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21" name="Straight Connector 20"/>
          <p:cNvCxnSpPr/>
          <p:nvPr userDrawn="1"/>
        </p:nvCxnSpPr>
        <p:spPr>
          <a:xfrm flipV="1">
            <a:off x="4673600" y="5378587"/>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7" name="Picture Placeholder 26"/>
          <p:cNvSpPr>
            <a:spLocks noGrp="1"/>
          </p:cNvSpPr>
          <p:nvPr>
            <p:ph type="pic" sz="quarter" idx="17"/>
          </p:nvPr>
        </p:nvSpPr>
        <p:spPr>
          <a:xfrm>
            <a:off x="5765800" y="4835149"/>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4"/>
            </a:solidFill>
          </a:ln>
        </p:spPr>
        <p:txBody>
          <a:bodyPr wrap="square">
            <a:noAutofit/>
          </a:bodyPr>
          <a:lstStyle/>
          <a:p>
            <a:endParaRPr lang="en-AU"/>
          </a:p>
        </p:txBody>
      </p:sp>
      <p:sp>
        <p:nvSpPr>
          <p:cNvPr id="28" name="Text Placeholder 10"/>
          <p:cNvSpPr>
            <a:spLocks noGrp="1"/>
          </p:cNvSpPr>
          <p:nvPr>
            <p:ph type="body" sz="quarter" idx="18" hasCustomPrompt="1"/>
          </p:nvPr>
        </p:nvSpPr>
        <p:spPr>
          <a:xfrm>
            <a:off x="5321619" y="5927648"/>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9" name="Picture Placeholder 28"/>
          <p:cNvSpPr>
            <a:spLocks noGrp="1"/>
          </p:cNvSpPr>
          <p:nvPr>
            <p:ph type="pic" sz="quarter" idx="19"/>
          </p:nvPr>
        </p:nvSpPr>
        <p:spPr>
          <a:xfrm>
            <a:off x="5765800" y="3347071"/>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3"/>
            </a:solidFill>
          </a:ln>
        </p:spPr>
        <p:txBody>
          <a:bodyPr wrap="square">
            <a:noAutofit/>
          </a:bodyPr>
          <a:lstStyle/>
          <a:p>
            <a:endParaRPr lang="en-AU"/>
          </a:p>
        </p:txBody>
      </p:sp>
      <p:sp>
        <p:nvSpPr>
          <p:cNvPr id="30" name="Text Placeholder 10"/>
          <p:cNvSpPr>
            <a:spLocks noGrp="1"/>
          </p:cNvSpPr>
          <p:nvPr>
            <p:ph type="body" sz="quarter" idx="20" hasCustomPrompt="1"/>
          </p:nvPr>
        </p:nvSpPr>
        <p:spPr>
          <a:xfrm>
            <a:off x="5321619" y="4487195"/>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32" name="Straight Connector 31"/>
          <p:cNvCxnSpPr/>
          <p:nvPr userDrawn="1"/>
        </p:nvCxnSpPr>
        <p:spPr>
          <a:xfrm flipV="1">
            <a:off x="6781069" y="3845235"/>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7873269" y="2328206"/>
            <a:ext cx="0" cy="306461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flipV="1">
            <a:off x="7884885" y="2335078"/>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5" name="Picture Placeholder 34"/>
          <p:cNvSpPr>
            <a:spLocks noGrp="1"/>
          </p:cNvSpPr>
          <p:nvPr>
            <p:ph type="pic" sz="quarter" idx="21"/>
          </p:nvPr>
        </p:nvSpPr>
        <p:spPr>
          <a:xfrm>
            <a:off x="8988700" y="1830416"/>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5"/>
            </a:solidFill>
          </a:ln>
        </p:spPr>
        <p:txBody>
          <a:bodyPr wrap="square">
            <a:noAutofit/>
          </a:bodyPr>
          <a:lstStyle/>
          <a:p>
            <a:endParaRPr lang="en-AU"/>
          </a:p>
        </p:txBody>
      </p:sp>
      <p:sp>
        <p:nvSpPr>
          <p:cNvPr id="36" name="Text Placeholder 10"/>
          <p:cNvSpPr>
            <a:spLocks noGrp="1"/>
          </p:cNvSpPr>
          <p:nvPr>
            <p:ph type="body" sz="quarter" idx="22" hasCustomPrompt="1"/>
          </p:nvPr>
        </p:nvSpPr>
        <p:spPr>
          <a:xfrm>
            <a:off x="8521287" y="2953845"/>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37" name="Straight Connector 36"/>
          <p:cNvCxnSpPr/>
          <p:nvPr userDrawn="1"/>
        </p:nvCxnSpPr>
        <p:spPr>
          <a:xfrm flipV="1">
            <a:off x="7840612" y="3845234"/>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Picture Placeholder 37"/>
          <p:cNvSpPr>
            <a:spLocks noGrp="1"/>
          </p:cNvSpPr>
          <p:nvPr>
            <p:ph type="pic" sz="quarter" idx="23"/>
          </p:nvPr>
        </p:nvSpPr>
        <p:spPr>
          <a:xfrm>
            <a:off x="8986509" y="3331791"/>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6"/>
            </a:solidFill>
          </a:ln>
        </p:spPr>
        <p:txBody>
          <a:bodyPr wrap="square">
            <a:noAutofit/>
          </a:bodyPr>
          <a:lstStyle/>
          <a:p>
            <a:endParaRPr lang="en-AU"/>
          </a:p>
        </p:txBody>
      </p:sp>
      <p:sp>
        <p:nvSpPr>
          <p:cNvPr id="39" name="Text Placeholder 10"/>
          <p:cNvSpPr>
            <a:spLocks noGrp="1"/>
          </p:cNvSpPr>
          <p:nvPr>
            <p:ph type="body" sz="quarter" idx="24" hasCustomPrompt="1"/>
          </p:nvPr>
        </p:nvSpPr>
        <p:spPr>
          <a:xfrm>
            <a:off x="8519096" y="4436170"/>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40" name="Picture Placeholder 39"/>
          <p:cNvSpPr>
            <a:spLocks noGrp="1"/>
          </p:cNvSpPr>
          <p:nvPr>
            <p:ph type="pic" sz="quarter" idx="25"/>
          </p:nvPr>
        </p:nvSpPr>
        <p:spPr>
          <a:xfrm>
            <a:off x="8986509" y="4865144"/>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tx2"/>
            </a:solidFill>
          </a:ln>
        </p:spPr>
        <p:txBody>
          <a:bodyPr wrap="square">
            <a:noAutofit/>
          </a:bodyPr>
          <a:lstStyle/>
          <a:p>
            <a:endParaRPr lang="en-AU"/>
          </a:p>
        </p:txBody>
      </p:sp>
      <p:sp>
        <p:nvSpPr>
          <p:cNvPr id="41" name="Text Placeholder 10"/>
          <p:cNvSpPr>
            <a:spLocks noGrp="1"/>
          </p:cNvSpPr>
          <p:nvPr>
            <p:ph type="body" sz="quarter" idx="26" hasCustomPrompt="1"/>
          </p:nvPr>
        </p:nvSpPr>
        <p:spPr>
          <a:xfrm>
            <a:off x="8519096" y="5969523"/>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42" name="Straight Connector 41"/>
          <p:cNvCxnSpPr/>
          <p:nvPr userDrawn="1"/>
        </p:nvCxnSpPr>
        <p:spPr>
          <a:xfrm flipV="1">
            <a:off x="7863744" y="5381212"/>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677477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p:cTn id="15" dur="500" fill="hold"/>
                                        <p:tgtEl>
                                          <p:spTgt spid="11"/>
                                        </p:tgtEl>
                                        <p:attrNameLst>
                                          <p:attrName>ppt_w</p:attrName>
                                        </p:attrNameLst>
                                      </p:cBhvr>
                                      <p:tavLst>
                                        <p:tav tm="0">
                                          <p:val>
                                            <p:fltVal val="0"/>
                                          </p:val>
                                        </p:tav>
                                        <p:tav tm="100000">
                                          <p:val>
                                            <p:strVal val="#ppt_w"/>
                                          </p:val>
                                        </p:tav>
                                      </p:tavLst>
                                    </p:anim>
                                    <p:anim calcmode="lin" valueType="num">
                                      <p:cBhvr>
                                        <p:cTn id="16" dur="500" fill="hold"/>
                                        <p:tgtEl>
                                          <p:spTgt spid="11"/>
                                        </p:tgtEl>
                                        <p:attrNameLst>
                                          <p:attrName>ppt_h</p:attrName>
                                        </p:attrNameLst>
                                      </p:cBhvr>
                                      <p:tavLst>
                                        <p:tav tm="0">
                                          <p:val>
                                            <p:fltVal val="0"/>
                                          </p:val>
                                        </p:tav>
                                        <p:tav tm="100000">
                                          <p:val>
                                            <p:strVal val="#ppt_h"/>
                                          </p:val>
                                        </p:tav>
                                      </p:tavLst>
                                    </p:anim>
                                    <p:animEffect transition="in" filter="fade">
                                      <p:cBhvr>
                                        <p:cTn id="17" dur="500"/>
                                        <p:tgtEl>
                                          <p:spTgt spid="11"/>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2">
                                            <p:txEl>
                                              <p:pRg st="0" end="0"/>
                                            </p:txEl>
                                          </p:spTgt>
                                        </p:tgtEl>
                                        <p:attrNameLst>
                                          <p:attrName>style.visibility</p:attrName>
                                        </p:attrNameLst>
                                      </p:cBhvr>
                                      <p:to>
                                        <p:strVal val="visible"/>
                                      </p:to>
                                    </p:set>
                                    <p:animEffect transition="in" filter="fade">
                                      <p:cBhvr>
                                        <p:cTn id="21" dur="500"/>
                                        <p:tgtEl>
                                          <p:spTgt spid="12">
                                            <p:txEl>
                                              <p:pRg st="0" end="0"/>
                                            </p:txEl>
                                          </p:spTgt>
                                        </p:tgtEl>
                                      </p:cBhvr>
                                    </p:animEffect>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ipe(left)">
                                      <p:cBhvr>
                                        <p:cTn id="25" dur="500"/>
                                        <p:tgtEl>
                                          <p:spTgt spid="14"/>
                                        </p:tgtEl>
                                      </p:cBhvr>
                                    </p:animEffect>
                                  </p:childTnLst>
                                </p:cTn>
                              </p:par>
                            </p:childTnLst>
                          </p:cTn>
                        </p:par>
                        <p:par>
                          <p:cTn id="26" fill="hold">
                            <p:stCondLst>
                              <p:cond delay="2500"/>
                            </p:stCondLst>
                            <p:childTnLst>
                              <p:par>
                                <p:cTn id="27" presetID="22" presetClass="entr" presetSubtype="4" fill="hold" nodeType="after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wipe(down)">
                                      <p:cBhvr>
                                        <p:cTn id="29" dur="500"/>
                                        <p:tgtEl>
                                          <p:spTgt spid="16"/>
                                        </p:tgtEl>
                                      </p:cBhvr>
                                    </p:animEffect>
                                  </p:childTnLst>
                                </p:cTn>
                              </p:par>
                            </p:childTnLst>
                          </p:cTn>
                        </p:par>
                        <p:par>
                          <p:cTn id="30" fill="hold">
                            <p:stCondLst>
                              <p:cond delay="3000"/>
                            </p:stCondLst>
                            <p:childTnLst>
                              <p:par>
                                <p:cTn id="31" presetID="22" presetClass="entr" presetSubtype="8" fill="hold" nodeType="after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wipe(left)">
                                      <p:cBhvr>
                                        <p:cTn id="33" dur="500"/>
                                        <p:tgtEl>
                                          <p:spTgt spid="18"/>
                                        </p:tgtEl>
                                      </p:cBhvr>
                                    </p:animEffect>
                                  </p:childTnLst>
                                </p:cTn>
                              </p:par>
                              <p:par>
                                <p:cTn id="34" presetID="22" presetClass="entr" presetSubtype="8" fill="hold" nodeType="with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wipe(left)">
                                      <p:cBhvr>
                                        <p:cTn id="36" dur="500"/>
                                        <p:tgtEl>
                                          <p:spTgt spid="19"/>
                                        </p:tgtEl>
                                      </p:cBhvr>
                                    </p:animEffect>
                                  </p:childTnLst>
                                </p:cTn>
                              </p:par>
                              <p:par>
                                <p:cTn id="37" presetID="22" presetClass="entr" presetSubtype="8" fill="hold" nodeType="with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wipe(left)">
                                      <p:cBhvr>
                                        <p:cTn id="39" dur="500"/>
                                        <p:tgtEl>
                                          <p:spTgt spid="21"/>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500" fill="hold"/>
                                        <p:tgtEl>
                                          <p:spTgt spid="17"/>
                                        </p:tgtEl>
                                        <p:attrNameLst>
                                          <p:attrName>ppt_w</p:attrName>
                                        </p:attrNameLst>
                                      </p:cBhvr>
                                      <p:tavLst>
                                        <p:tav tm="0">
                                          <p:val>
                                            <p:fltVal val="0"/>
                                          </p:val>
                                        </p:tav>
                                        <p:tav tm="100000">
                                          <p:val>
                                            <p:strVal val="#ppt_w"/>
                                          </p:val>
                                        </p:tav>
                                      </p:tavLst>
                                    </p:anim>
                                    <p:anim calcmode="lin" valueType="num">
                                      <p:cBhvr>
                                        <p:cTn id="44" dur="500" fill="hold"/>
                                        <p:tgtEl>
                                          <p:spTgt spid="17"/>
                                        </p:tgtEl>
                                        <p:attrNameLst>
                                          <p:attrName>ppt_h</p:attrName>
                                        </p:attrNameLst>
                                      </p:cBhvr>
                                      <p:tavLst>
                                        <p:tav tm="0">
                                          <p:val>
                                            <p:fltVal val="0"/>
                                          </p:val>
                                        </p:tav>
                                        <p:tav tm="100000">
                                          <p:val>
                                            <p:strVal val="#ppt_h"/>
                                          </p:val>
                                        </p:tav>
                                      </p:tavLst>
                                    </p:anim>
                                    <p:animEffect transition="in" filter="fade">
                                      <p:cBhvr>
                                        <p:cTn id="45" dur="500"/>
                                        <p:tgtEl>
                                          <p:spTgt spid="17"/>
                                        </p:tgtEl>
                                      </p:cBhvr>
                                    </p:animEffect>
                                  </p:childTnLst>
                                </p:cTn>
                              </p:par>
                            </p:childTnLst>
                          </p:cTn>
                        </p:par>
                        <p:par>
                          <p:cTn id="46" fill="hold">
                            <p:stCondLst>
                              <p:cond delay="4000"/>
                            </p:stCondLst>
                            <p:childTnLst>
                              <p:par>
                                <p:cTn id="47" presetID="10" presetClass="entr" presetSubtype="0" fill="hold" grpId="0" nodeType="afterEffect">
                                  <p:stCondLst>
                                    <p:cond delay="0"/>
                                  </p:stCondLst>
                                  <p:childTnLst>
                                    <p:set>
                                      <p:cBhvr>
                                        <p:cTn id="48" dur="1" fill="hold">
                                          <p:stCondLst>
                                            <p:cond delay="0"/>
                                          </p:stCondLst>
                                        </p:cTn>
                                        <p:tgtEl>
                                          <p:spTgt spid="20">
                                            <p:txEl>
                                              <p:pRg st="0" end="0"/>
                                            </p:txEl>
                                          </p:spTgt>
                                        </p:tgtEl>
                                        <p:attrNameLst>
                                          <p:attrName>style.visibility</p:attrName>
                                        </p:attrNameLst>
                                      </p:cBhvr>
                                      <p:to>
                                        <p:strVal val="visible"/>
                                      </p:to>
                                    </p:set>
                                    <p:animEffect transition="in" filter="fade">
                                      <p:cBhvr>
                                        <p:cTn id="49" dur="500"/>
                                        <p:tgtEl>
                                          <p:spTgt spid="20">
                                            <p:txEl>
                                              <p:pRg st="0" end="0"/>
                                            </p:txEl>
                                          </p:spTgt>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29"/>
                                        </p:tgtEl>
                                        <p:attrNameLst>
                                          <p:attrName>style.visibility</p:attrName>
                                        </p:attrNameLst>
                                      </p:cBhvr>
                                      <p:to>
                                        <p:strVal val="visible"/>
                                      </p:to>
                                    </p:set>
                                    <p:anim calcmode="lin" valueType="num">
                                      <p:cBhvr>
                                        <p:cTn id="52" dur="500" fill="hold"/>
                                        <p:tgtEl>
                                          <p:spTgt spid="29"/>
                                        </p:tgtEl>
                                        <p:attrNameLst>
                                          <p:attrName>ppt_w</p:attrName>
                                        </p:attrNameLst>
                                      </p:cBhvr>
                                      <p:tavLst>
                                        <p:tav tm="0">
                                          <p:val>
                                            <p:fltVal val="0"/>
                                          </p:val>
                                        </p:tav>
                                        <p:tav tm="100000">
                                          <p:val>
                                            <p:strVal val="#ppt_w"/>
                                          </p:val>
                                        </p:tav>
                                      </p:tavLst>
                                    </p:anim>
                                    <p:anim calcmode="lin" valueType="num">
                                      <p:cBhvr>
                                        <p:cTn id="53" dur="500" fill="hold"/>
                                        <p:tgtEl>
                                          <p:spTgt spid="29"/>
                                        </p:tgtEl>
                                        <p:attrNameLst>
                                          <p:attrName>ppt_h</p:attrName>
                                        </p:attrNameLst>
                                      </p:cBhvr>
                                      <p:tavLst>
                                        <p:tav tm="0">
                                          <p:val>
                                            <p:fltVal val="0"/>
                                          </p:val>
                                        </p:tav>
                                        <p:tav tm="100000">
                                          <p:val>
                                            <p:strVal val="#ppt_h"/>
                                          </p:val>
                                        </p:tav>
                                      </p:tavLst>
                                    </p:anim>
                                    <p:animEffect transition="in" filter="fade">
                                      <p:cBhvr>
                                        <p:cTn id="54" dur="500"/>
                                        <p:tgtEl>
                                          <p:spTgt spid="29"/>
                                        </p:tgtEl>
                                      </p:cBhvr>
                                    </p:animEffect>
                                  </p:childTnLst>
                                </p:cTn>
                              </p:par>
                            </p:childTnLst>
                          </p:cTn>
                        </p:par>
                        <p:par>
                          <p:cTn id="55" fill="hold">
                            <p:stCondLst>
                              <p:cond delay="4500"/>
                            </p:stCondLst>
                            <p:childTnLst>
                              <p:par>
                                <p:cTn id="56" presetID="10" presetClass="entr" presetSubtype="0" fill="hold" grpId="0" nodeType="afterEffect">
                                  <p:stCondLst>
                                    <p:cond delay="0"/>
                                  </p:stCondLst>
                                  <p:childTnLst>
                                    <p:set>
                                      <p:cBhvr>
                                        <p:cTn id="57" dur="1" fill="hold">
                                          <p:stCondLst>
                                            <p:cond delay="0"/>
                                          </p:stCondLst>
                                        </p:cTn>
                                        <p:tgtEl>
                                          <p:spTgt spid="30">
                                            <p:txEl>
                                              <p:pRg st="0" end="0"/>
                                            </p:txEl>
                                          </p:spTgt>
                                        </p:tgtEl>
                                        <p:attrNameLst>
                                          <p:attrName>style.visibility</p:attrName>
                                        </p:attrNameLst>
                                      </p:cBhvr>
                                      <p:to>
                                        <p:strVal val="visible"/>
                                      </p:to>
                                    </p:set>
                                    <p:animEffect transition="in" filter="fade">
                                      <p:cBhvr>
                                        <p:cTn id="58" dur="500"/>
                                        <p:tgtEl>
                                          <p:spTgt spid="30">
                                            <p:txEl>
                                              <p:pRg st="0" end="0"/>
                                            </p:txEl>
                                          </p:spTgt>
                                        </p:tgtEl>
                                      </p:cBhvr>
                                    </p:animEffect>
                                  </p:childTnLst>
                                </p:cTn>
                              </p:par>
                              <p:par>
                                <p:cTn id="59" presetID="53" presetClass="entr" presetSubtype="16" fill="hold" grpId="0" nodeType="withEffect">
                                  <p:stCondLst>
                                    <p:cond delay="0"/>
                                  </p:stCondLst>
                                  <p:childTnLst>
                                    <p:set>
                                      <p:cBhvr>
                                        <p:cTn id="60" dur="1" fill="hold">
                                          <p:stCondLst>
                                            <p:cond delay="0"/>
                                          </p:stCondLst>
                                        </p:cTn>
                                        <p:tgtEl>
                                          <p:spTgt spid="27"/>
                                        </p:tgtEl>
                                        <p:attrNameLst>
                                          <p:attrName>style.visibility</p:attrName>
                                        </p:attrNameLst>
                                      </p:cBhvr>
                                      <p:to>
                                        <p:strVal val="visible"/>
                                      </p:to>
                                    </p:set>
                                    <p:anim calcmode="lin" valueType="num">
                                      <p:cBhvr>
                                        <p:cTn id="61" dur="500" fill="hold"/>
                                        <p:tgtEl>
                                          <p:spTgt spid="27"/>
                                        </p:tgtEl>
                                        <p:attrNameLst>
                                          <p:attrName>ppt_w</p:attrName>
                                        </p:attrNameLst>
                                      </p:cBhvr>
                                      <p:tavLst>
                                        <p:tav tm="0">
                                          <p:val>
                                            <p:fltVal val="0"/>
                                          </p:val>
                                        </p:tav>
                                        <p:tav tm="100000">
                                          <p:val>
                                            <p:strVal val="#ppt_w"/>
                                          </p:val>
                                        </p:tav>
                                      </p:tavLst>
                                    </p:anim>
                                    <p:anim calcmode="lin" valueType="num">
                                      <p:cBhvr>
                                        <p:cTn id="62" dur="500" fill="hold"/>
                                        <p:tgtEl>
                                          <p:spTgt spid="27"/>
                                        </p:tgtEl>
                                        <p:attrNameLst>
                                          <p:attrName>ppt_h</p:attrName>
                                        </p:attrNameLst>
                                      </p:cBhvr>
                                      <p:tavLst>
                                        <p:tav tm="0">
                                          <p:val>
                                            <p:fltVal val="0"/>
                                          </p:val>
                                        </p:tav>
                                        <p:tav tm="100000">
                                          <p:val>
                                            <p:strVal val="#ppt_h"/>
                                          </p:val>
                                        </p:tav>
                                      </p:tavLst>
                                    </p:anim>
                                    <p:animEffect transition="in" filter="fade">
                                      <p:cBhvr>
                                        <p:cTn id="63" dur="500"/>
                                        <p:tgtEl>
                                          <p:spTgt spid="27"/>
                                        </p:tgtEl>
                                      </p:cBhvr>
                                    </p:animEffect>
                                  </p:childTnLst>
                                </p:cTn>
                              </p:par>
                            </p:childTnLst>
                          </p:cTn>
                        </p:par>
                        <p:par>
                          <p:cTn id="64" fill="hold">
                            <p:stCondLst>
                              <p:cond delay="5000"/>
                            </p:stCondLst>
                            <p:childTnLst>
                              <p:par>
                                <p:cTn id="65" presetID="10" presetClass="entr" presetSubtype="0" fill="hold" grpId="0" nodeType="afterEffect">
                                  <p:stCondLst>
                                    <p:cond delay="0"/>
                                  </p:stCondLst>
                                  <p:childTnLst>
                                    <p:set>
                                      <p:cBhvr>
                                        <p:cTn id="66" dur="1" fill="hold">
                                          <p:stCondLst>
                                            <p:cond delay="0"/>
                                          </p:stCondLst>
                                        </p:cTn>
                                        <p:tgtEl>
                                          <p:spTgt spid="28">
                                            <p:txEl>
                                              <p:pRg st="0" end="0"/>
                                            </p:txEl>
                                          </p:spTgt>
                                        </p:tgtEl>
                                        <p:attrNameLst>
                                          <p:attrName>style.visibility</p:attrName>
                                        </p:attrNameLst>
                                      </p:cBhvr>
                                      <p:to>
                                        <p:strVal val="visible"/>
                                      </p:to>
                                    </p:set>
                                    <p:animEffect transition="in" filter="fade">
                                      <p:cBhvr>
                                        <p:cTn id="67" dur="500"/>
                                        <p:tgtEl>
                                          <p:spTgt spid="28">
                                            <p:txEl>
                                              <p:pRg st="0" end="0"/>
                                            </p:txEl>
                                          </p:spTgt>
                                        </p:tgtEl>
                                      </p:cBhvr>
                                    </p:animEffect>
                                  </p:childTnLst>
                                </p:cTn>
                              </p:par>
                            </p:childTnLst>
                          </p:cTn>
                        </p:par>
                        <p:par>
                          <p:cTn id="68" fill="hold">
                            <p:stCondLst>
                              <p:cond delay="5500"/>
                            </p:stCondLst>
                            <p:childTnLst>
                              <p:par>
                                <p:cTn id="69" presetID="22" presetClass="entr" presetSubtype="8" fill="hold" nodeType="afterEffect">
                                  <p:stCondLst>
                                    <p:cond delay="0"/>
                                  </p:stCondLst>
                                  <p:childTnLst>
                                    <p:set>
                                      <p:cBhvr>
                                        <p:cTn id="70" dur="1" fill="hold">
                                          <p:stCondLst>
                                            <p:cond delay="0"/>
                                          </p:stCondLst>
                                        </p:cTn>
                                        <p:tgtEl>
                                          <p:spTgt spid="32"/>
                                        </p:tgtEl>
                                        <p:attrNameLst>
                                          <p:attrName>style.visibility</p:attrName>
                                        </p:attrNameLst>
                                      </p:cBhvr>
                                      <p:to>
                                        <p:strVal val="visible"/>
                                      </p:to>
                                    </p:set>
                                    <p:animEffect transition="in" filter="wipe(left)">
                                      <p:cBhvr>
                                        <p:cTn id="71" dur="500"/>
                                        <p:tgtEl>
                                          <p:spTgt spid="32"/>
                                        </p:tgtEl>
                                      </p:cBhvr>
                                    </p:animEffect>
                                  </p:childTnLst>
                                </p:cTn>
                              </p:par>
                            </p:childTnLst>
                          </p:cTn>
                        </p:par>
                        <p:par>
                          <p:cTn id="72" fill="hold">
                            <p:stCondLst>
                              <p:cond delay="6000"/>
                            </p:stCondLst>
                            <p:childTnLst>
                              <p:par>
                                <p:cTn id="73" presetID="22" presetClass="entr" presetSubtype="4" fill="hold" nodeType="afterEffect">
                                  <p:stCondLst>
                                    <p:cond delay="0"/>
                                  </p:stCondLst>
                                  <p:childTnLst>
                                    <p:set>
                                      <p:cBhvr>
                                        <p:cTn id="74" dur="1" fill="hold">
                                          <p:stCondLst>
                                            <p:cond delay="0"/>
                                          </p:stCondLst>
                                        </p:cTn>
                                        <p:tgtEl>
                                          <p:spTgt spid="33"/>
                                        </p:tgtEl>
                                        <p:attrNameLst>
                                          <p:attrName>style.visibility</p:attrName>
                                        </p:attrNameLst>
                                      </p:cBhvr>
                                      <p:to>
                                        <p:strVal val="visible"/>
                                      </p:to>
                                    </p:set>
                                    <p:animEffect transition="in" filter="wipe(down)">
                                      <p:cBhvr>
                                        <p:cTn id="75" dur="500"/>
                                        <p:tgtEl>
                                          <p:spTgt spid="33"/>
                                        </p:tgtEl>
                                      </p:cBhvr>
                                    </p:animEffect>
                                  </p:childTnLst>
                                </p:cTn>
                              </p:par>
                            </p:childTnLst>
                          </p:cTn>
                        </p:par>
                        <p:par>
                          <p:cTn id="76" fill="hold">
                            <p:stCondLst>
                              <p:cond delay="6500"/>
                            </p:stCondLst>
                            <p:childTnLst>
                              <p:par>
                                <p:cTn id="77" presetID="22" presetClass="entr" presetSubtype="8" fill="hold" nodeType="afterEffect">
                                  <p:stCondLst>
                                    <p:cond delay="0"/>
                                  </p:stCondLst>
                                  <p:childTnLst>
                                    <p:set>
                                      <p:cBhvr>
                                        <p:cTn id="78" dur="1" fill="hold">
                                          <p:stCondLst>
                                            <p:cond delay="0"/>
                                          </p:stCondLst>
                                        </p:cTn>
                                        <p:tgtEl>
                                          <p:spTgt spid="34"/>
                                        </p:tgtEl>
                                        <p:attrNameLst>
                                          <p:attrName>style.visibility</p:attrName>
                                        </p:attrNameLst>
                                      </p:cBhvr>
                                      <p:to>
                                        <p:strVal val="visible"/>
                                      </p:to>
                                    </p:set>
                                    <p:animEffect transition="in" filter="wipe(left)">
                                      <p:cBhvr>
                                        <p:cTn id="79" dur="500"/>
                                        <p:tgtEl>
                                          <p:spTgt spid="34"/>
                                        </p:tgtEl>
                                      </p:cBhvr>
                                    </p:animEffect>
                                  </p:childTnLst>
                                </p:cTn>
                              </p:par>
                              <p:par>
                                <p:cTn id="80" presetID="22" presetClass="entr" presetSubtype="8" fill="hold" nodeType="withEffect">
                                  <p:stCondLst>
                                    <p:cond delay="0"/>
                                  </p:stCondLst>
                                  <p:childTnLst>
                                    <p:set>
                                      <p:cBhvr>
                                        <p:cTn id="81" dur="1" fill="hold">
                                          <p:stCondLst>
                                            <p:cond delay="0"/>
                                          </p:stCondLst>
                                        </p:cTn>
                                        <p:tgtEl>
                                          <p:spTgt spid="37"/>
                                        </p:tgtEl>
                                        <p:attrNameLst>
                                          <p:attrName>style.visibility</p:attrName>
                                        </p:attrNameLst>
                                      </p:cBhvr>
                                      <p:to>
                                        <p:strVal val="visible"/>
                                      </p:to>
                                    </p:set>
                                    <p:animEffect transition="in" filter="wipe(left)">
                                      <p:cBhvr>
                                        <p:cTn id="82" dur="500"/>
                                        <p:tgtEl>
                                          <p:spTgt spid="37"/>
                                        </p:tgtEl>
                                      </p:cBhvr>
                                    </p:animEffect>
                                  </p:childTnLst>
                                </p:cTn>
                              </p:par>
                              <p:par>
                                <p:cTn id="83" presetID="22" presetClass="entr" presetSubtype="8" fill="hold" nodeType="withEffect">
                                  <p:stCondLst>
                                    <p:cond delay="0"/>
                                  </p:stCondLst>
                                  <p:childTnLst>
                                    <p:set>
                                      <p:cBhvr>
                                        <p:cTn id="84" dur="1" fill="hold">
                                          <p:stCondLst>
                                            <p:cond delay="0"/>
                                          </p:stCondLst>
                                        </p:cTn>
                                        <p:tgtEl>
                                          <p:spTgt spid="42"/>
                                        </p:tgtEl>
                                        <p:attrNameLst>
                                          <p:attrName>style.visibility</p:attrName>
                                        </p:attrNameLst>
                                      </p:cBhvr>
                                      <p:to>
                                        <p:strVal val="visible"/>
                                      </p:to>
                                    </p:set>
                                    <p:animEffect transition="in" filter="wipe(left)">
                                      <p:cBhvr>
                                        <p:cTn id="85" dur="500"/>
                                        <p:tgtEl>
                                          <p:spTgt spid="42"/>
                                        </p:tgtEl>
                                      </p:cBhvr>
                                    </p:animEffect>
                                  </p:childTnLst>
                                </p:cTn>
                              </p:par>
                            </p:childTnLst>
                          </p:cTn>
                        </p:par>
                        <p:par>
                          <p:cTn id="86" fill="hold">
                            <p:stCondLst>
                              <p:cond delay="7000"/>
                            </p:stCondLst>
                            <p:childTnLst>
                              <p:par>
                                <p:cTn id="87" presetID="53" presetClass="entr" presetSubtype="16" fill="hold" grpId="0" nodeType="afterEffect">
                                  <p:stCondLst>
                                    <p:cond delay="0"/>
                                  </p:stCondLst>
                                  <p:childTnLst>
                                    <p:set>
                                      <p:cBhvr>
                                        <p:cTn id="88" dur="1" fill="hold">
                                          <p:stCondLst>
                                            <p:cond delay="0"/>
                                          </p:stCondLst>
                                        </p:cTn>
                                        <p:tgtEl>
                                          <p:spTgt spid="35"/>
                                        </p:tgtEl>
                                        <p:attrNameLst>
                                          <p:attrName>style.visibility</p:attrName>
                                        </p:attrNameLst>
                                      </p:cBhvr>
                                      <p:to>
                                        <p:strVal val="visible"/>
                                      </p:to>
                                    </p:set>
                                    <p:anim calcmode="lin" valueType="num">
                                      <p:cBhvr>
                                        <p:cTn id="89" dur="500" fill="hold"/>
                                        <p:tgtEl>
                                          <p:spTgt spid="35"/>
                                        </p:tgtEl>
                                        <p:attrNameLst>
                                          <p:attrName>ppt_w</p:attrName>
                                        </p:attrNameLst>
                                      </p:cBhvr>
                                      <p:tavLst>
                                        <p:tav tm="0">
                                          <p:val>
                                            <p:fltVal val="0"/>
                                          </p:val>
                                        </p:tav>
                                        <p:tav tm="100000">
                                          <p:val>
                                            <p:strVal val="#ppt_w"/>
                                          </p:val>
                                        </p:tav>
                                      </p:tavLst>
                                    </p:anim>
                                    <p:anim calcmode="lin" valueType="num">
                                      <p:cBhvr>
                                        <p:cTn id="90" dur="500" fill="hold"/>
                                        <p:tgtEl>
                                          <p:spTgt spid="35"/>
                                        </p:tgtEl>
                                        <p:attrNameLst>
                                          <p:attrName>ppt_h</p:attrName>
                                        </p:attrNameLst>
                                      </p:cBhvr>
                                      <p:tavLst>
                                        <p:tav tm="0">
                                          <p:val>
                                            <p:fltVal val="0"/>
                                          </p:val>
                                        </p:tav>
                                        <p:tav tm="100000">
                                          <p:val>
                                            <p:strVal val="#ppt_h"/>
                                          </p:val>
                                        </p:tav>
                                      </p:tavLst>
                                    </p:anim>
                                    <p:animEffect transition="in" filter="fade">
                                      <p:cBhvr>
                                        <p:cTn id="91" dur="500"/>
                                        <p:tgtEl>
                                          <p:spTgt spid="35"/>
                                        </p:tgtEl>
                                      </p:cBhvr>
                                    </p:animEffect>
                                  </p:childTnLst>
                                </p:cTn>
                              </p:par>
                            </p:childTnLst>
                          </p:cTn>
                        </p:par>
                        <p:par>
                          <p:cTn id="92" fill="hold">
                            <p:stCondLst>
                              <p:cond delay="7500"/>
                            </p:stCondLst>
                            <p:childTnLst>
                              <p:par>
                                <p:cTn id="93" presetID="10" presetClass="entr" presetSubtype="0" fill="hold" grpId="0" nodeType="afterEffect">
                                  <p:stCondLst>
                                    <p:cond delay="0"/>
                                  </p:stCondLst>
                                  <p:childTnLst>
                                    <p:set>
                                      <p:cBhvr>
                                        <p:cTn id="94" dur="1" fill="hold">
                                          <p:stCondLst>
                                            <p:cond delay="0"/>
                                          </p:stCondLst>
                                        </p:cTn>
                                        <p:tgtEl>
                                          <p:spTgt spid="36">
                                            <p:txEl>
                                              <p:pRg st="0" end="0"/>
                                            </p:txEl>
                                          </p:spTgt>
                                        </p:tgtEl>
                                        <p:attrNameLst>
                                          <p:attrName>style.visibility</p:attrName>
                                        </p:attrNameLst>
                                      </p:cBhvr>
                                      <p:to>
                                        <p:strVal val="visible"/>
                                      </p:to>
                                    </p:set>
                                    <p:animEffect transition="in" filter="fade">
                                      <p:cBhvr>
                                        <p:cTn id="95" dur="500"/>
                                        <p:tgtEl>
                                          <p:spTgt spid="36">
                                            <p:txEl>
                                              <p:pRg st="0" end="0"/>
                                            </p:txEl>
                                          </p:spTgt>
                                        </p:tgtEl>
                                      </p:cBhvr>
                                    </p:animEffect>
                                  </p:childTnLst>
                                </p:cTn>
                              </p:par>
                              <p:par>
                                <p:cTn id="96" presetID="53" presetClass="entr" presetSubtype="16" fill="hold" grpId="0" nodeType="withEffect">
                                  <p:stCondLst>
                                    <p:cond delay="0"/>
                                  </p:stCondLst>
                                  <p:childTnLst>
                                    <p:set>
                                      <p:cBhvr>
                                        <p:cTn id="97" dur="1" fill="hold">
                                          <p:stCondLst>
                                            <p:cond delay="0"/>
                                          </p:stCondLst>
                                        </p:cTn>
                                        <p:tgtEl>
                                          <p:spTgt spid="38"/>
                                        </p:tgtEl>
                                        <p:attrNameLst>
                                          <p:attrName>style.visibility</p:attrName>
                                        </p:attrNameLst>
                                      </p:cBhvr>
                                      <p:to>
                                        <p:strVal val="visible"/>
                                      </p:to>
                                    </p:set>
                                    <p:anim calcmode="lin" valueType="num">
                                      <p:cBhvr>
                                        <p:cTn id="98" dur="500" fill="hold"/>
                                        <p:tgtEl>
                                          <p:spTgt spid="38"/>
                                        </p:tgtEl>
                                        <p:attrNameLst>
                                          <p:attrName>ppt_w</p:attrName>
                                        </p:attrNameLst>
                                      </p:cBhvr>
                                      <p:tavLst>
                                        <p:tav tm="0">
                                          <p:val>
                                            <p:fltVal val="0"/>
                                          </p:val>
                                        </p:tav>
                                        <p:tav tm="100000">
                                          <p:val>
                                            <p:strVal val="#ppt_w"/>
                                          </p:val>
                                        </p:tav>
                                      </p:tavLst>
                                    </p:anim>
                                    <p:anim calcmode="lin" valueType="num">
                                      <p:cBhvr>
                                        <p:cTn id="99" dur="500" fill="hold"/>
                                        <p:tgtEl>
                                          <p:spTgt spid="38"/>
                                        </p:tgtEl>
                                        <p:attrNameLst>
                                          <p:attrName>ppt_h</p:attrName>
                                        </p:attrNameLst>
                                      </p:cBhvr>
                                      <p:tavLst>
                                        <p:tav tm="0">
                                          <p:val>
                                            <p:fltVal val="0"/>
                                          </p:val>
                                        </p:tav>
                                        <p:tav tm="100000">
                                          <p:val>
                                            <p:strVal val="#ppt_h"/>
                                          </p:val>
                                        </p:tav>
                                      </p:tavLst>
                                    </p:anim>
                                    <p:animEffect transition="in" filter="fade">
                                      <p:cBhvr>
                                        <p:cTn id="100" dur="500"/>
                                        <p:tgtEl>
                                          <p:spTgt spid="38"/>
                                        </p:tgtEl>
                                      </p:cBhvr>
                                    </p:animEffect>
                                  </p:childTnLst>
                                </p:cTn>
                              </p:par>
                            </p:childTnLst>
                          </p:cTn>
                        </p:par>
                        <p:par>
                          <p:cTn id="101" fill="hold">
                            <p:stCondLst>
                              <p:cond delay="8000"/>
                            </p:stCondLst>
                            <p:childTnLst>
                              <p:par>
                                <p:cTn id="102" presetID="10" presetClass="entr" presetSubtype="0" fill="hold" grpId="0" nodeType="afterEffect">
                                  <p:stCondLst>
                                    <p:cond delay="0"/>
                                  </p:stCondLst>
                                  <p:childTnLst>
                                    <p:set>
                                      <p:cBhvr>
                                        <p:cTn id="103" dur="1" fill="hold">
                                          <p:stCondLst>
                                            <p:cond delay="0"/>
                                          </p:stCondLst>
                                        </p:cTn>
                                        <p:tgtEl>
                                          <p:spTgt spid="39">
                                            <p:txEl>
                                              <p:pRg st="0" end="0"/>
                                            </p:txEl>
                                          </p:spTgt>
                                        </p:tgtEl>
                                        <p:attrNameLst>
                                          <p:attrName>style.visibility</p:attrName>
                                        </p:attrNameLst>
                                      </p:cBhvr>
                                      <p:to>
                                        <p:strVal val="visible"/>
                                      </p:to>
                                    </p:set>
                                    <p:animEffect transition="in" filter="fade">
                                      <p:cBhvr>
                                        <p:cTn id="104" dur="500"/>
                                        <p:tgtEl>
                                          <p:spTgt spid="39">
                                            <p:txEl>
                                              <p:pRg st="0" end="0"/>
                                            </p:txEl>
                                          </p:spTgt>
                                        </p:tgtEl>
                                      </p:cBhvr>
                                    </p:animEffect>
                                  </p:childTnLst>
                                </p:cTn>
                              </p:par>
                              <p:par>
                                <p:cTn id="105" presetID="53" presetClass="entr" presetSubtype="16" fill="hold" grpId="0" nodeType="withEffect">
                                  <p:stCondLst>
                                    <p:cond delay="0"/>
                                  </p:stCondLst>
                                  <p:childTnLst>
                                    <p:set>
                                      <p:cBhvr>
                                        <p:cTn id="106" dur="1" fill="hold">
                                          <p:stCondLst>
                                            <p:cond delay="0"/>
                                          </p:stCondLst>
                                        </p:cTn>
                                        <p:tgtEl>
                                          <p:spTgt spid="40"/>
                                        </p:tgtEl>
                                        <p:attrNameLst>
                                          <p:attrName>style.visibility</p:attrName>
                                        </p:attrNameLst>
                                      </p:cBhvr>
                                      <p:to>
                                        <p:strVal val="visible"/>
                                      </p:to>
                                    </p:set>
                                    <p:anim calcmode="lin" valueType="num">
                                      <p:cBhvr>
                                        <p:cTn id="107" dur="500" fill="hold"/>
                                        <p:tgtEl>
                                          <p:spTgt spid="40"/>
                                        </p:tgtEl>
                                        <p:attrNameLst>
                                          <p:attrName>ppt_w</p:attrName>
                                        </p:attrNameLst>
                                      </p:cBhvr>
                                      <p:tavLst>
                                        <p:tav tm="0">
                                          <p:val>
                                            <p:fltVal val="0"/>
                                          </p:val>
                                        </p:tav>
                                        <p:tav tm="100000">
                                          <p:val>
                                            <p:strVal val="#ppt_w"/>
                                          </p:val>
                                        </p:tav>
                                      </p:tavLst>
                                    </p:anim>
                                    <p:anim calcmode="lin" valueType="num">
                                      <p:cBhvr>
                                        <p:cTn id="108" dur="500" fill="hold"/>
                                        <p:tgtEl>
                                          <p:spTgt spid="40"/>
                                        </p:tgtEl>
                                        <p:attrNameLst>
                                          <p:attrName>ppt_h</p:attrName>
                                        </p:attrNameLst>
                                      </p:cBhvr>
                                      <p:tavLst>
                                        <p:tav tm="0">
                                          <p:val>
                                            <p:fltVal val="0"/>
                                          </p:val>
                                        </p:tav>
                                        <p:tav tm="100000">
                                          <p:val>
                                            <p:strVal val="#ppt_h"/>
                                          </p:val>
                                        </p:tav>
                                      </p:tavLst>
                                    </p:anim>
                                    <p:animEffect transition="in" filter="fade">
                                      <p:cBhvr>
                                        <p:cTn id="109" dur="500"/>
                                        <p:tgtEl>
                                          <p:spTgt spid="40"/>
                                        </p:tgtEl>
                                      </p:cBhvr>
                                    </p:animEffect>
                                  </p:childTnLst>
                                </p:cTn>
                              </p:par>
                            </p:childTnLst>
                          </p:cTn>
                        </p:par>
                        <p:par>
                          <p:cTn id="110" fill="hold">
                            <p:stCondLst>
                              <p:cond delay="8500"/>
                            </p:stCondLst>
                            <p:childTnLst>
                              <p:par>
                                <p:cTn id="111" presetID="10" presetClass="entr" presetSubtype="0" fill="hold" grpId="0" nodeType="afterEffect">
                                  <p:stCondLst>
                                    <p:cond delay="0"/>
                                  </p:stCondLst>
                                  <p:childTnLst>
                                    <p:set>
                                      <p:cBhvr>
                                        <p:cTn id="112" dur="1" fill="hold">
                                          <p:stCondLst>
                                            <p:cond delay="0"/>
                                          </p:stCondLst>
                                        </p:cTn>
                                        <p:tgtEl>
                                          <p:spTgt spid="41">
                                            <p:txEl>
                                              <p:pRg st="0" end="0"/>
                                            </p:txEl>
                                          </p:spTgt>
                                        </p:tgtEl>
                                        <p:attrNameLst>
                                          <p:attrName>style.visibility</p:attrName>
                                        </p:attrNameLst>
                                      </p:cBhvr>
                                      <p:to>
                                        <p:strVal val="visible"/>
                                      </p:to>
                                    </p:set>
                                    <p:animEffect transition="in" filter="fade">
                                      <p:cBhvr>
                                        <p:cTn id="113" dur="500"/>
                                        <p:tgtEl>
                                          <p:spTgt spid="4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1" grpId="0" animBg="1"/>
      <p:bldP spid="12" grpId="0" build="p">
        <p:tmplLst>
          <p:tmpl lvl="1">
            <p:tnLst>
              <p:par>
                <p:cTn presetID="10" presetClass="entr" presetSubtype="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childTnLst>
                </p:cTn>
              </p:par>
            </p:tnLst>
          </p:tmpl>
        </p:tmplLst>
      </p:bldP>
      <p:bldP spid="17" grpId="0" animBg="1"/>
      <p:bldP spid="20" grpId="0" build="p">
        <p:tmplLst>
          <p:tmpl lvl="1">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7" grpId="0" animBg="1"/>
      <p:bldP spid="28" grpId="0" build="p">
        <p:tmplLst>
          <p:tmpl lvl="1">
            <p:tnLst>
              <p:par>
                <p:cTn presetID="10" presetClass="entr" presetSubtype="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9" grpId="0" animBg="1"/>
      <p:bldP spid="30" grpId="0" build="p">
        <p:tmplLst>
          <p:tmpl lvl="1">
            <p:tnLst>
              <p:par>
                <p:cTn presetID="10" presetClass="entr" presetSubtype="0"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5" grpId="0" animBg="1"/>
      <p:bldP spid="36" grpId="0" build="p">
        <p:tmplLst>
          <p:tmpl lvl="1">
            <p:tnLst>
              <p:par>
                <p:cTn presetID="10" presetClass="entr" presetSubtype="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8" grpId="0" animBg="1"/>
      <p:bldP spid="39" grpId="0" build="p">
        <p:tmplLst>
          <p:tmpl lvl="1">
            <p:tnLst>
              <p:par>
                <p:cTn presetID="10" presetClass="entr" presetSubtype="0" fill="hold" nodeType="after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0" grpId="0" animBg="1"/>
      <p:bldP spid="41" grpId="0" build="p">
        <p:tmplLst>
          <p:tmpl lvl="1">
            <p:tnLst>
              <p:par>
                <p:cTn presetID="10" presetClass="entr" presetSubtype="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Lst>
  </p:timing>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cxnSp>
        <p:nvCxnSpPr>
          <p:cNvPr id="17" name="Straight Connector 16"/>
          <p:cNvCxnSpPr/>
          <p:nvPr userDrawn="1"/>
        </p:nvCxnSpPr>
        <p:spPr>
          <a:xfrm flipV="1">
            <a:off x="2022475" y="3292186"/>
            <a:ext cx="18161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61721"/>
          </a:xfrm>
        </p:spPr>
        <p:txBody>
          <a:bodyPr/>
          <a:lstStyle>
            <a:lvl1pPr algn="l">
              <a:defRPr sz="36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4904"/>
            <a:ext cx="5472112" cy="294121"/>
          </a:xfrm>
        </p:spPr>
        <p:txBody>
          <a:bodyPr/>
          <a:lstStyle>
            <a:lvl1pPr algn="l">
              <a:defRPr/>
            </a:lvl1pPr>
          </a:lstStyle>
          <a:p>
            <a:pPr lvl="0"/>
            <a:r>
              <a:rPr lang="en-US" dirty="0" smtClean="0"/>
              <a:t>Click to edit Master text styles</a:t>
            </a:r>
          </a:p>
        </p:txBody>
      </p:sp>
      <p:sp>
        <p:nvSpPr>
          <p:cNvPr id="10" name="Picture Placeholder 9"/>
          <p:cNvSpPr>
            <a:spLocks noGrp="1"/>
          </p:cNvSpPr>
          <p:nvPr>
            <p:ph type="pic" sz="quarter" idx="13" hasCustomPrompt="1"/>
          </p:nvPr>
        </p:nvSpPr>
        <p:spPr>
          <a:xfrm>
            <a:off x="838200" y="2692400"/>
            <a:ext cx="1206500" cy="120650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5" name="Picture Placeholder 14"/>
          <p:cNvSpPr>
            <a:spLocks noGrp="1"/>
          </p:cNvSpPr>
          <p:nvPr>
            <p:ph type="pic" sz="quarter" idx="14" hasCustomPrompt="1"/>
          </p:nvPr>
        </p:nvSpPr>
        <p:spPr>
          <a:xfrm>
            <a:off x="4746625" y="1574695"/>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20" name="Straight Connector 19"/>
          <p:cNvCxnSpPr/>
          <p:nvPr userDrawn="1"/>
        </p:nvCxnSpPr>
        <p:spPr>
          <a:xfrm>
            <a:off x="3838575" y="2050451"/>
            <a:ext cx="0" cy="3232574"/>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a:xfrm flipV="1">
            <a:off x="3838575" y="2067123"/>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a:xfrm flipV="1">
            <a:off x="3838575" y="3714754"/>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5" name="Picture Placeholder 24"/>
          <p:cNvSpPr>
            <a:spLocks noGrp="1"/>
          </p:cNvSpPr>
          <p:nvPr>
            <p:ph type="pic" sz="quarter" idx="15" hasCustomPrompt="1"/>
          </p:nvPr>
        </p:nvSpPr>
        <p:spPr>
          <a:xfrm>
            <a:off x="4746625" y="3252556"/>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27" name="Picture Placeholder 26"/>
          <p:cNvSpPr>
            <a:spLocks noGrp="1"/>
          </p:cNvSpPr>
          <p:nvPr>
            <p:ph type="pic" sz="quarter" idx="16" hasCustomPrompt="1"/>
          </p:nvPr>
        </p:nvSpPr>
        <p:spPr>
          <a:xfrm>
            <a:off x="4746625" y="4780917"/>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29" name="Straight Connector 28"/>
          <p:cNvCxnSpPr/>
          <p:nvPr userDrawn="1"/>
        </p:nvCxnSpPr>
        <p:spPr>
          <a:xfrm flipV="1">
            <a:off x="3838575" y="5283025"/>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flipV="1">
            <a:off x="5718175" y="2069699"/>
            <a:ext cx="18161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2" name="Picture Placeholder 31"/>
          <p:cNvSpPr>
            <a:spLocks noGrp="1"/>
          </p:cNvSpPr>
          <p:nvPr>
            <p:ph type="pic" sz="quarter" idx="17" hasCustomPrompt="1"/>
          </p:nvPr>
        </p:nvSpPr>
        <p:spPr>
          <a:xfrm>
            <a:off x="8458200" y="124984"/>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34" name="Straight Connector 33"/>
          <p:cNvCxnSpPr/>
          <p:nvPr userDrawn="1"/>
        </p:nvCxnSpPr>
        <p:spPr>
          <a:xfrm>
            <a:off x="7534275" y="558800"/>
            <a:ext cx="0" cy="3232574"/>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a:xfrm flipV="1">
            <a:off x="7531102" y="583773"/>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6" name="Picture Placeholder 35"/>
          <p:cNvSpPr>
            <a:spLocks noGrp="1"/>
          </p:cNvSpPr>
          <p:nvPr>
            <p:ph type="pic" sz="quarter" idx="18" hasCustomPrompt="1"/>
          </p:nvPr>
        </p:nvSpPr>
        <p:spPr>
          <a:xfrm>
            <a:off x="8458200" y="3290656"/>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38" name="Straight Connector 37"/>
          <p:cNvCxnSpPr/>
          <p:nvPr userDrawn="1"/>
        </p:nvCxnSpPr>
        <p:spPr>
          <a:xfrm flipV="1">
            <a:off x="7531102" y="3795802"/>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flipV="1">
            <a:off x="7542213" y="2184041"/>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40" name="Picture Placeholder 39"/>
          <p:cNvSpPr>
            <a:spLocks noGrp="1"/>
          </p:cNvSpPr>
          <p:nvPr>
            <p:ph type="pic" sz="quarter" idx="19" hasCustomPrompt="1"/>
          </p:nvPr>
        </p:nvSpPr>
        <p:spPr>
          <a:xfrm>
            <a:off x="8442324" y="1692743"/>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44" name="Picture Placeholder 43"/>
          <p:cNvSpPr>
            <a:spLocks noGrp="1"/>
          </p:cNvSpPr>
          <p:nvPr>
            <p:ph type="pic" sz="quarter" idx="20" hasCustomPrompt="1"/>
          </p:nvPr>
        </p:nvSpPr>
        <p:spPr>
          <a:xfrm>
            <a:off x="1701799" y="3714755"/>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1"/>
          </a:solidFill>
        </p:spPr>
        <p:txBody>
          <a:bodyPr wrap="square">
            <a:noAutofit/>
          </a:bodyPr>
          <a:lstStyle>
            <a:lvl1pPr>
              <a:defRPr sz="500"/>
            </a:lvl1pPr>
          </a:lstStyle>
          <a:p>
            <a:r>
              <a:rPr lang="id-ID" dirty="0" smtClean="0"/>
              <a:t>-</a:t>
            </a:r>
            <a:endParaRPr lang="en-AU" dirty="0"/>
          </a:p>
        </p:txBody>
      </p:sp>
      <p:sp>
        <p:nvSpPr>
          <p:cNvPr id="51" name="Picture Placeholder 50"/>
          <p:cNvSpPr>
            <a:spLocks noGrp="1"/>
          </p:cNvSpPr>
          <p:nvPr>
            <p:ph type="pic" sz="quarter" idx="21" hasCustomPrompt="1"/>
          </p:nvPr>
        </p:nvSpPr>
        <p:spPr>
          <a:xfrm>
            <a:off x="5476873" y="2355154"/>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2"/>
          </a:solidFill>
        </p:spPr>
        <p:txBody>
          <a:bodyPr wrap="square">
            <a:noAutofit/>
          </a:bodyPr>
          <a:lstStyle>
            <a:lvl1pPr>
              <a:defRPr sz="500"/>
            </a:lvl1pPr>
          </a:lstStyle>
          <a:p>
            <a:r>
              <a:rPr lang="id-ID" dirty="0" smtClean="0"/>
              <a:t>-</a:t>
            </a:r>
            <a:endParaRPr lang="en-AU" dirty="0"/>
          </a:p>
        </p:txBody>
      </p:sp>
      <p:sp>
        <p:nvSpPr>
          <p:cNvPr id="52" name="Picture Placeholder 51"/>
          <p:cNvSpPr>
            <a:spLocks noGrp="1"/>
          </p:cNvSpPr>
          <p:nvPr>
            <p:ph type="pic" sz="quarter" idx="22" hasCustomPrompt="1"/>
          </p:nvPr>
        </p:nvSpPr>
        <p:spPr>
          <a:xfrm>
            <a:off x="5476873" y="4031985"/>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3"/>
          </a:solidFill>
        </p:spPr>
        <p:txBody>
          <a:bodyPr wrap="square">
            <a:noAutofit/>
          </a:bodyPr>
          <a:lstStyle>
            <a:lvl1pPr>
              <a:defRPr sz="500"/>
            </a:lvl1pPr>
          </a:lstStyle>
          <a:p>
            <a:r>
              <a:rPr lang="id-ID" dirty="0" smtClean="0"/>
              <a:t>-</a:t>
            </a:r>
            <a:endParaRPr lang="en-AU" dirty="0"/>
          </a:p>
        </p:txBody>
      </p:sp>
      <p:sp>
        <p:nvSpPr>
          <p:cNvPr id="53" name="Picture Placeholder 52"/>
          <p:cNvSpPr>
            <a:spLocks noGrp="1"/>
          </p:cNvSpPr>
          <p:nvPr>
            <p:ph type="pic" sz="quarter" idx="23" hasCustomPrompt="1"/>
          </p:nvPr>
        </p:nvSpPr>
        <p:spPr>
          <a:xfrm>
            <a:off x="5476873" y="5560346"/>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4"/>
          </a:solidFill>
        </p:spPr>
        <p:txBody>
          <a:bodyPr wrap="square">
            <a:noAutofit/>
          </a:bodyPr>
          <a:lstStyle>
            <a:lvl1pPr>
              <a:defRPr sz="500"/>
            </a:lvl1pPr>
          </a:lstStyle>
          <a:p>
            <a:r>
              <a:rPr lang="id-ID" dirty="0" smtClean="0"/>
              <a:t>-</a:t>
            </a:r>
            <a:endParaRPr lang="en-AU" dirty="0"/>
          </a:p>
        </p:txBody>
      </p:sp>
      <p:sp>
        <p:nvSpPr>
          <p:cNvPr id="54" name="Picture Placeholder 53"/>
          <p:cNvSpPr>
            <a:spLocks noGrp="1"/>
          </p:cNvSpPr>
          <p:nvPr>
            <p:ph type="pic" sz="quarter" idx="24" hasCustomPrompt="1"/>
          </p:nvPr>
        </p:nvSpPr>
        <p:spPr>
          <a:xfrm>
            <a:off x="9188449" y="907403"/>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5"/>
          </a:solidFill>
        </p:spPr>
        <p:txBody>
          <a:bodyPr wrap="square">
            <a:noAutofit/>
          </a:bodyPr>
          <a:lstStyle>
            <a:lvl1pPr>
              <a:defRPr sz="500"/>
            </a:lvl1pPr>
          </a:lstStyle>
          <a:p>
            <a:r>
              <a:rPr lang="id-ID" dirty="0" smtClean="0"/>
              <a:t>-</a:t>
            </a:r>
            <a:endParaRPr lang="en-AU" dirty="0"/>
          </a:p>
        </p:txBody>
      </p:sp>
      <p:sp>
        <p:nvSpPr>
          <p:cNvPr id="55" name="Picture Placeholder 54"/>
          <p:cNvSpPr>
            <a:spLocks noGrp="1"/>
          </p:cNvSpPr>
          <p:nvPr>
            <p:ph type="pic" sz="quarter" idx="25" hasCustomPrompt="1"/>
          </p:nvPr>
        </p:nvSpPr>
        <p:spPr>
          <a:xfrm>
            <a:off x="9172572" y="2475162"/>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6"/>
          </a:solidFill>
        </p:spPr>
        <p:txBody>
          <a:bodyPr wrap="square">
            <a:noAutofit/>
          </a:bodyPr>
          <a:lstStyle>
            <a:lvl1pPr>
              <a:defRPr sz="500"/>
            </a:lvl1pPr>
          </a:lstStyle>
          <a:p>
            <a:r>
              <a:rPr lang="id-ID" dirty="0" smtClean="0"/>
              <a:t>-</a:t>
            </a:r>
            <a:endParaRPr lang="en-AU" dirty="0"/>
          </a:p>
        </p:txBody>
      </p:sp>
      <p:sp>
        <p:nvSpPr>
          <p:cNvPr id="56" name="Picture Placeholder 55"/>
          <p:cNvSpPr>
            <a:spLocks noGrp="1"/>
          </p:cNvSpPr>
          <p:nvPr>
            <p:ph type="pic" sz="quarter" idx="26" hasCustomPrompt="1"/>
          </p:nvPr>
        </p:nvSpPr>
        <p:spPr>
          <a:xfrm>
            <a:off x="9188449" y="4073075"/>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tx2"/>
          </a:solidFill>
        </p:spPr>
        <p:txBody>
          <a:bodyPr wrap="square">
            <a:noAutofit/>
          </a:bodyPr>
          <a:lstStyle>
            <a:lvl1pPr>
              <a:defRPr sz="500"/>
            </a:lvl1pPr>
          </a:lstStyle>
          <a:p>
            <a:r>
              <a:rPr lang="id-ID" dirty="0" smtClean="0"/>
              <a:t>-</a:t>
            </a:r>
            <a:endParaRPr lang="en-AU" dirty="0"/>
          </a:p>
        </p:txBody>
      </p:sp>
      <p:sp>
        <p:nvSpPr>
          <p:cNvPr id="57" name="Text Placeholder 10"/>
          <p:cNvSpPr>
            <a:spLocks noGrp="1"/>
          </p:cNvSpPr>
          <p:nvPr>
            <p:ph type="body" sz="quarter" idx="27" hasCustomPrompt="1"/>
          </p:nvPr>
        </p:nvSpPr>
        <p:spPr>
          <a:xfrm>
            <a:off x="1772877" y="3806231"/>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8" name="Text Placeholder 10"/>
          <p:cNvSpPr>
            <a:spLocks noGrp="1"/>
          </p:cNvSpPr>
          <p:nvPr>
            <p:ph type="body" sz="quarter" idx="28" hasCustomPrompt="1"/>
          </p:nvPr>
        </p:nvSpPr>
        <p:spPr>
          <a:xfrm>
            <a:off x="1772877" y="4192422"/>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59" name="Text Placeholder 10"/>
          <p:cNvSpPr>
            <a:spLocks noGrp="1"/>
          </p:cNvSpPr>
          <p:nvPr>
            <p:ph type="body" sz="quarter" idx="29" hasCustomPrompt="1"/>
          </p:nvPr>
        </p:nvSpPr>
        <p:spPr>
          <a:xfrm>
            <a:off x="5554812" y="2828001"/>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0" name="Text Placeholder 10"/>
          <p:cNvSpPr>
            <a:spLocks noGrp="1"/>
          </p:cNvSpPr>
          <p:nvPr>
            <p:ph type="body" sz="quarter" idx="30" hasCustomPrompt="1"/>
          </p:nvPr>
        </p:nvSpPr>
        <p:spPr>
          <a:xfrm>
            <a:off x="5547951" y="4507946"/>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1" name="Text Placeholder 10"/>
          <p:cNvSpPr>
            <a:spLocks noGrp="1"/>
          </p:cNvSpPr>
          <p:nvPr>
            <p:ph type="body" sz="quarter" idx="31" hasCustomPrompt="1"/>
          </p:nvPr>
        </p:nvSpPr>
        <p:spPr>
          <a:xfrm>
            <a:off x="5523062" y="6012854"/>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2" name="Text Placeholder 10"/>
          <p:cNvSpPr>
            <a:spLocks noGrp="1"/>
          </p:cNvSpPr>
          <p:nvPr>
            <p:ph type="body" sz="quarter" idx="32" hasCustomPrompt="1"/>
          </p:nvPr>
        </p:nvSpPr>
        <p:spPr>
          <a:xfrm>
            <a:off x="9259527" y="1359286"/>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3" name="Text Placeholder 10"/>
          <p:cNvSpPr>
            <a:spLocks noGrp="1"/>
          </p:cNvSpPr>
          <p:nvPr>
            <p:ph type="body" sz="quarter" idx="33" hasCustomPrompt="1"/>
          </p:nvPr>
        </p:nvSpPr>
        <p:spPr>
          <a:xfrm>
            <a:off x="9259527" y="2939682"/>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4" name="Text Placeholder 10"/>
          <p:cNvSpPr>
            <a:spLocks noGrp="1"/>
          </p:cNvSpPr>
          <p:nvPr>
            <p:ph type="body" sz="quarter" idx="34" hasCustomPrompt="1"/>
          </p:nvPr>
        </p:nvSpPr>
        <p:spPr>
          <a:xfrm>
            <a:off x="9243650" y="4516838"/>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5" name="Text Placeholder 10"/>
          <p:cNvSpPr>
            <a:spLocks noGrp="1"/>
          </p:cNvSpPr>
          <p:nvPr>
            <p:ph type="body" sz="quarter" idx="35" hasCustomPrompt="1"/>
          </p:nvPr>
        </p:nvSpPr>
        <p:spPr>
          <a:xfrm>
            <a:off x="5546516" y="2458316"/>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68" name="Text Placeholder 10"/>
          <p:cNvSpPr>
            <a:spLocks noGrp="1"/>
          </p:cNvSpPr>
          <p:nvPr>
            <p:ph type="body" sz="quarter" idx="38" hasCustomPrompt="1"/>
          </p:nvPr>
        </p:nvSpPr>
        <p:spPr>
          <a:xfrm>
            <a:off x="5546516" y="4133855"/>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69" name="Text Placeholder 10"/>
          <p:cNvSpPr>
            <a:spLocks noGrp="1"/>
          </p:cNvSpPr>
          <p:nvPr>
            <p:ph type="body" sz="quarter" idx="39" hasCustomPrompt="1"/>
          </p:nvPr>
        </p:nvSpPr>
        <p:spPr>
          <a:xfrm>
            <a:off x="5523062" y="5664098"/>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70" name="Text Placeholder 10"/>
          <p:cNvSpPr>
            <a:spLocks noGrp="1"/>
          </p:cNvSpPr>
          <p:nvPr>
            <p:ph type="body" sz="quarter" idx="40" hasCustomPrompt="1"/>
          </p:nvPr>
        </p:nvSpPr>
        <p:spPr>
          <a:xfrm>
            <a:off x="9243650" y="1008087"/>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71" name="Text Placeholder 10"/>
          <p:cNvSpPr>
            <a:spLocks noGrp="1"/>
          </p:cNvSpPr>
          <p:nvPr>
            <p:ph type="body" sz="quarter" idx="41" hasCustomPrompt="1"/>
          </p:nvPr>
        </p:nvSpPr>
        <p:spPr>
          <a:xfrm>
            <a:off x="9259527" y="2579639"/>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72" name="Text Placeholder 10"/>
          <p:cNvSpPr>
            <a:spLocks noGrp="1"/>
          </p:cNvSpPr>
          <p:nvPr>
            <p:ph type="body" sz="quarter" idx="42" hasCustomPrompt="1"/>
          </p:nvPr>
        </p:nvSpPr>
        <p:spPr>
          <a:xfrm>
            <a:off x="9259527" y="4177552"/>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Tree>
    <p:extLst>
      <p:ext uri="{BB962C8B-B14F-4D97-AF65-F5344CB8AC3E}">
        <p14:creationId xmlns:p14="http://schemas.microsoft.com/office/powerpoint/2010/main" val="31667364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fltVal val="0"/>
                                          </p:val>
                                        </p:tav>
                                        <p:tav tm="100000">
                                          <p:val>
                                            <p:strVal val="#ppt_w"/>
                                          </p:val>
                                        </p:tav>
                                      </p:tavLst>
                                    </p:anim>
                                    <p:anim calcmode="lin" valueType="num">
                                      <p:cBhvr>
                                        <p:cTn id="16" dur="500" fill="hold"/>
                                        <p:tgtEl>
                                          <p:spTgt spid="10"/>
                                        </p:tgtEl>
                                        <p:attrNameLst>
                                          <p:attrName>ppt_h</p:attrName>
                                        </p:attrNameLst>
                                      </p:cBhvr>
                                      <p:tavLst>
                                        <p:tav tm="0">
                                          <p:val>
                                            <p:fltVal val="0"/>
                                          </p:val>
                                        </p:tav>
                                        <p:tav tm="100000">
                                          <p:val>
                                            <p:strVal val="#ppt_h"/>
                                          </p:val>
                                        </p:tav>
                                      </p:tavLst>
                                    </p:anim>
                                    <p:animEffect transition="in" filter="fade">
                                      <p:cBhvr>
                                        <p:cTn id="17" dur="500"/>
                                        <p:tgtEl>
                                          <p:spTgt spid="10"/>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44"/>
                                        </p:tgtEl>
                                        <p:attrNameLst>
                                          <p:attrName>style.visibility</p:attrName>
                                        </p:attrNameLst>
                                      </p:cBhvr>
                                      <p:to>
                                        <p:strVal val="visible"/>
                                      </p:to>
                                    </p:set>
                                    <p:animEffect transition="in" filter="fade">
                                      <p:cBhvr>
                                        <p:cTn id="21" dur="500"/>
                                        <p:tgtEl>
                                          <p:spTgt spid="44"/>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57">
                                            <p:txEl>
                                              <p:pRg st="0" end="0"/>
                                            </p:txEl>
                                          </p:spTgt>
                                        </p:tgtEl>
                                        <p:attrNameLst>
                                          <p:attrName>style.visibility</p:attrName>
                                        </p:attrNameLst>
                                      </p:cBhvr>
                                      <p:to>
                                        <p:strVal val="visible"/>
                                      </p:to>
                                    </p:set>
                                    <p:animEffect transition="in" filter="fade">
                                      <p:cBhvr>
                                        <p:cTn id="24" dur="500"/>
                                        <p:tgtEl>
                                          <p:spTgt spid="57">
                                            <p:txEl>
                                              <p:pRg st="0" end="0"/>
                                            </p:txEl>
                                          </p:spTgt>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58">
                                            <p:txEl>
                                              <p:pRg st="0" end="0"/>
                                            </p:txEl>
                                          </p:spTgt>
                                        </p:tgtEl>
                                        <p:attrNameLst>
                                          <p:attrName>style.visibility</p:attrName>
                                        </p:attrNameLst>
                                      </p:cBhvr>
                                      <p:to>
                                        <p:strVal val="visible"/>
                                      </p:to>
                                    </p:set>
                                    <p:animEffect transition="in" filter="fade">
                                      <p:cBhvr>
                                        <p:cTn id="27" dur="500"/>
                                        <p:tgtEl>
                                          <p:spTgt spid="58">
                                            <p:txEl>
                                              <p:pRg st="0" end="0"/>
                                            </p:txEl>
                                          </p:spTgt>
                                        </p:tgtEl>
                                      </p:cBhvr>
                                    </p:animEffect>
                                  </p:childTnLst>
                                </p:cTn>
                              </p:par>
                            </p:childTnLst>
                          </p:cTn>
                        </p:par>
                        <p:par>
                          <p:cTn id="28" fill="hold">
                            <p:stCondLst>
                              <p:cond delay="2000"/>
                            </p:stCondLst>
                            <p:childTnLst>
                              <p:par>
                                <p:cTn id="29" presetID="22" presetClass="entr" presetSubtype="8" fill="hold"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left)">
                                      <p:cBhvr>
                                        <p:cTn id="31" dur="500"/>
                                        <p:tgtEl>
                                          <p:spTgt spid="17"/>
                                        </p:tgtEl>
                                      </p:cBhvr>
                                    </p:animEffect>
                                  </p:childTnLst>
                                </p:cTn>
                              </p:par>
                              <p:par>
                                <p:cTn id="32" presetID="16" presetClass="entr" presetSubtype="21" fill="hold" nodeType="with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barn(inVertical)">
                                      <p:cBhvr>
                                        <p:cTn id="34" dur="500"/>
                                        <p:tgtEl>
                                          <p:spTgt spid="20"/>
                                        </p:tgtEl>
                                      </p:cBhvr>
                                    </p:animEffect>
                                  </p:childTnLst>
                                </p:cTn>
                              </p:par>
                            </p:childTnLst>
                          </p:cTn>
                        </p:par>
                        <p:par>
                          <p:cTn id="35" fill="hold">
                            <p:stCondLst>
                              <p:cond delay="2500"/>
                            </p:stCondLst>
                            <p:childTnLst>
                              <p:par>
                                <p:cTn id="36" presetID="22" presetClass="entr" presetSubtype="4" fill="hold" nodeType="after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wipe(down)">
                                      <p:cBhvr>
                                        <p:cTn id="38" dur="500"/>
                                        <p:tgtEl>
                                          <p:spTgt spid="21"/>
                                        </p:tgtEl>
                                      </p:cBhvr>
                                    </p:animEffect>
                                  </p:childTnLst>
                                </p:cTn>
                              </p:par>
                              <p:par>
                                <p:cTn id="39" presetID="22" presetClass="entr" presetSubtype="4" fill="hold" nodeType="with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wipe(down)">
                                      <p:cBhvr>
                                        <p:cTn id="41" dur="500"/>
                                        <p:tgtEl>
                                          <p:spTgt spid="24"/>
                                        </p:tgtEl>
                                      </p:cBhvr>
                                    </p:animEffect>
                                  </p:childTnLst>
                                </p:cTn>
                              </p:par>
                              <p:par>
                                <p:cTn id="42" presetID="22" presetClass="entr" presetSubtype="4" fill="hold" nodeType="withEffect">
                                  <p:stCondLst>
                                    <p:cond delay="0"/>
                                  </p:stCondLst>
                                  <p:childTnLst>
                                    <p:set>
                                      <p:cBhvr>
                                        <p:cTn id="43" dur="1" fill="hold">
                                          <p:stCondLst>
                                            <p:cond delay="0"/>
                                          </p:stCondLst>
                                        </p:cTn>
                                        <p:tgtEl>
                                          <p:spTgt spid="29"/>
                                        </p:tgtEl>
                                        <p:attrNameLst>
                                          <p:attrName>style.visibility</p:attrName>
                                        </p:attrNameLst>
                                      </p:cBhvr>
                                      <p:to>
                                        <p:strVal val="visible"/>
                                      </p:to>
                                    </p:set>
                                    <p:animEffect transition="in" filter="wipe(down)">
                                      <p:cBhvr>
                                        <p:cTn id="44" dur="500"/>
                                        <p:tgtEl>
                                          <p:spTgt spid="29"/>
                                        </p:tgtEl>
                                      </p:cBhvr>
                                    </p:animEffect>
                                  </p:childTnLst>
                                </p:cTn>
                              </p:par>
                            </p:childTnLst>
                          </p:cTn>
                        </p:par>
                        <p:par>
                          <p:cTn id="45" fill="hold">
                            <p:stCondLst>
                              <p:cond delay="3000"/>
                            </p:stCondLst>
                            <p:childTnLst>
                              <p:par>
                                <p:cTn id="46" presetID="53" presetClass="entr" presetSubtype="16" fill="hold" grpId="0" nodeType="afterEffect">
                                  <p:stCondLst>
                                    <p:cond delay="0"/>
                                  </p:stCondLst>
                                  <p:childTnLst>
                                    <p:set>
                                      <p:cBhvr>
                                        <p:cTn id="47" dur="1" fill="hold">
                                          <p:stCondLst>
                                            <p:cond delay="0"/>
                                          </p:stCondLst>
                                        </p:cTn>
                                        <p:tgtEl>
                                          <p:spTgt spid="15"/>
                                        </p:tgtEl>
                                        <p:attrNameLst>
                                          <p:attrName>style.visibility</p:attrName>
                                        </p:attrNameLst>
                                      </p:cBhvr>
                                      <p:to>
                                        <p:strVal val="visible"/>
                                      </p:to>
                                    </p:set>
                                    <p:anim calcmode="lin" valueType="num">
                                      <p:cBhvr>
                                        <p:cTn id="48" dur="500" fill="hold"/>
                                        <p:tgtEl>
                                          <p:spTgt spid="15"/>
                                        </p:tgtEl>
                                        <p:attrNameLst>
                                          <p:attrName>ppt_w</p:attrName>
                                        </p:attrNameLst>
                                      </p:cBhvr>
                                      <p:tavLst>
                                        <p:tav tm="0">
                                          <p:val>
                                            <p:fltVal val="0"/>
                                          </p:val>
                                        </p:tav>
                                        <p:tav tm="100000">
                                          <p:val>
                                            <p:strVal val="#ppt_w"/>
                                          </p:val>
                                        </p:tav>
                                      </p:tavLst>
                                    </p:anim>
                                    <p:anim calcmode="lin" valueType="num">
                                      <p:cBhvr>
                                        <p:cTn id="49" dur="500" fill="hold"/>
                                        <p:tgtEl>
                                          <p:spTgt spid="15"/>
                                        </p:tgtEl>
                                        <p:attrNameLst>
                                          <p:attrName>ppt_h</p:attrName>
                                        </p:attrNameLst>
                                      </p:cBhvr>
                                      <p:tavLst>
                                        <p:tav tm="0">
                                          <p:val>
                                            <p:fltVal val="0"/>
                                          </p:val>
                                        </p:tav>
                                        <p:tav tm="100000">
                                          <p:val>
                                            <p:strVal val="#ppt_h"/>
                                          </p:val>
                                        </p:tav>
                                      </p:tavLst>
                                    </p:anim>
                                    <p:animEffect transition="in" filter="fade">
                                      <p:cBhvr>
                                        <p:cTn id="50" dur="500"/>
                                        <p:tgtEl>
                                          <p:spTgt spid="15"/>
                                        </p:tgtEl>
                                      </p:cBhvr>
                                    </p:animEffect>
                                  </p:childTnLst>
                                </p:cTn>
                              </p:par>
                            </p:childTnLst>
                          </p:cTn>
                        </p:par>
                        <p:par>
                          <p:cTn id="51" fill="hold">
                            <p:stCondLst>
                              <p:cond delay="3500"/>
                            </p:stCondLst>
                            <p:childTnLst>
                              <p:par>
                                <p:cTn id="52" presetID="10" presetClass="entr" presetSubtype="0" fill="hold" grpId="0" nodeType="afterEffect">
                                  <p:stCondLst>
                                    <p:cond delay="0"/>
                                  </p:stCondLst>
                                  <p:childTnLst>
                                    <p:set>
                                      <p:cBhvr>
                                        <p:cTn id="53" dur="1" fill="hold">
                                          <p:stCondLst>
                                            <p:cond delay="0"/>
                                          </p:stCondLst>
                                        </p:cTn>
                                        <p:tgtEl>
                                          <p:spTgt spid="51"/>
                                        </p:tgtEl>
                                        <p:attrNameLst>
                                          <p:attrName>style.visibility</p:attrName>
                                        </p:attrNameLst>
                                      </p:cBhvr>
                                      <p:to>
                                        <p:strVal val="visible"/>
                                      </p:to>
                                    </p:set>
                                    <p:animEffect transition="in" filter="fade">
                                      <p:cBhvr>
                                        <p:cTn id="54" dur="500"/>
                                        <p:tgtEl>
                                          <p:spTgt spid="5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65">
                                            <p:txEl>
                                              <p:pRg st="0" end="0"/>
                                            </p:txEl>
                                          </p:spTgt>
                                        </p:tgtEl>
                                        <p:attrNameLst>
                                          <p:attrName>style.visibility</p:attrName>
                                        </p:attrNameLst>
                                      </p:cBhvr>
                                      <p:to>
                                        <p:strVal val="visible"/>
                                      </p:to>
                                    </p:set>
                                    <p:animEffect transition="in" filter="fade">
                                      <p:cBhvr>
                                        <p:cTn id="57" dur="500"/>
                                        <p:tgtEl>
                                          <p:spTgt spid="65">
                                            <p:txEl>
                                              <p:pRg st="0" end="0"/>
                                            </p:txEl>
                                          </p:spTgt>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59">
                                            <p:txEl>
                                              <p:pRg st="0" end="0"/>
                                            </p:txEl>
                                          </p:spTgt>
                                        </p:tgtEl>
                                        <p:attrNameLst>
                                          <p:attrName>style.visibility</p:attrName>
                                        </p:attrNameLst>
                                      </p:cBhvr>
                                      <p:to>
                                        <p:strVal val="visible"/>
                                      </p:to>
                                    </p:set>
                                    <p:animEffect transition="in" filter="fade">
                                      <p:cBhvr>
                                        <p:cTn id="60" dur="500"/>
                                        <p:tgtEl>
                                          <p:spTgt spid="59">
                                            <p:txEl>
                                              <p:pRg st="0" end="0"/>
                                            </p:txEl>
                                          </p:spTgt>
                                        </p:tgtEl>
                                      </p:cBhvr>
                                    </p:animEffect>
                                  </p:childTnLst>
                                </p:cTn>
                              </p:par>
                            </p:childTnLst>
                          </p:cTn>
                        </p:par>
                        <p:par>
                          <p:cTn id="61" fill="hold">
                            <p:stCondLst>
                              <p:cond delay="4000"/>
                            </p:stCondLst>
                            <p:childTnLst>
                              <p:par>
                                <p:cTn id="62" presetID="53" presetClass="entr" presetSubtype="16" fill="hold" grpId="0" nodeType="afterEffect">
                                  <p:stCondLst>
                                    <p:cond delay="0"/>
                                  </p:stCondLst>
                                  <p:childTnLst>
                                    <p:set>
                                      <p:cBhvr>
                                        <p:cTn id="63" dur="1" fill="hold">
                                          <p:stCondLst>
                                            <p:cond delay="0"/>
                                          </p:stCondLst>
                                        </p:cTn>
                                        <p:tgtEl>
                                          <p:spTgt spid="25"/>
                                        </p:tgtEl>
                                        <p:attrNameLst>
                                          <p:attrName>style.visibility</p:attrName>
                                        </p:attrNameLst>
                                      </p:cBhvr>
                                      <p:to>
                                        <p:strVal val="visible"/>
                                      </p:to>
                                    </p:set>
                                    <p:anim calcmode="lin" valueType="num">
                                      <p:cBhvr>
                                        <p:cTn id="64" dur="500" fill="hold"/>
                                        <p:tgtEl>
                                          <p:spTgt spid="25"/>
                                        </p:tgtEl>
                                        <p:attrNameLst>
                                          <p:attrName>ppt_w</p:attrName>
                                        </p:attrNameLst>
                                      </p:cBhvr>
                                      <p:tavLst>
                                        <p:tav tm="0">
                                          <p:val>
                                            <p:fltVal val="0"/>
                                          </p:val>
                                        </p:tav>
                                        <p:tav tm="100000">
                                          <p:val>
                                            <p:strVal val="#ppt_w"/>
                                          </p:val>
                                        </p:tav>
                                      </p:tavLst>
                                    </p:anim>
                                    <p:anim calcmode="lin" valueType="num">
                                      <p:cBhvr>
                                        <p:cTn id="65" dur="500" fill="hold"/>
                                        <p:tgtEl>
                                          <p:spTgt spid="25"/>
                                        </p:tgtEl>
                                        <p:attrNameLst>
                                          <p:attrName>ppt_h</p:attrName>
                                        </p:attrNameLst>
                                      </p:cBhvr>
                                      <p:tavLst>
                                        <p:tav tm="0">
                                          <p:val>
                                            <p:fltVal val="0"/>
                                          </p:val>
                                        </p:tav>
                                        <p:tav tm="100000">
                                          <p:val>
                                            <p:strVal val="#ppt_h"/>
                                          </p:val>
                                        </p:tav>
                                      </p:tavLst>
                                    </p:anim>
                                    <p:animEffect transition="in" filter="fade">
                                      <p:cBhvr>
                                        <p:cTn id="66" dur="500"/>
                                        <p:tgtEl>
                                          <p:spTgt spid="25"/>
                                        </p:tgtEl>
                                      </p:cBhvr>
                                    </p:animEffect>
                                  </p:childTnLst>
                                </p:cTn>
                              </p:par>
                            </p:childTnLst>
                          </p:cTn>
                        </p:par>
                        <p:par>
                          <p:cTn id="67" fill="hold">
                            <p:stCondLst>
                              <p:cond delay="4500"/>
                            </p:stCondLst>
                            <p:childTnLst>
                              <p:par>
                                <p:cTn id="68" presetID="10" presetClass="entr" presetSubtype="0" fill="hold" grpId="0" nodeType="afterEffect">
                                  <p:stCondLst>
                                    <p:cond delay="0"/>
                                  </p:stCondLst>
                                  <p:childTnLst>
                                    <p:set>
                                      <p:cBhvr>
                                        <p:cTn id="69" dur="1" fill="hold">
                                          <p:stCondLst>
                                            <p:cond delay="0"/>
                                          </p:stCondLst>
                                        </p:cTn>
                                        <p:tgtEl>
                                          <p:spTgt spid="52"/>
                                        </p:tgtEl>
                                        <p:attrNameLst>
                                          <p:attrName>style.visibility</p:attrName>
                                        </p:attrNameLst>
                                      </p:cBhvr>
                                      <p:to>
                                        <p:strVal val="visible"/>
                                      </p:to>
                                    </p:set>
                                    <p:animEffect transition="in" filter="fade">
                                      <p:cBhvr>
                                        <p:cTn id="70" dur="500"/>
                                        <p:tgtEl>
                                          <p:spTgt spid="52"/>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68">
                                            <p:txEl>
                                              <p:pRg st="0" end="0"/>
                                            </p:txEl>
                                          </p:spTgt>
                                        </p:tgtEl>
                                        <p:attrNameLst>
                                          <p:attrName>style.visibility</p:attrName>
                                        </p:attrNameLst>
                                      </p:cBhvr>
                                      <p:to>
                                        <p:strVal val="visible"/>
                                      </p:to>
                                    </p:set>
                                    <p:animEffect transition="in" filter="fade">
                                      <p:cBhvr>
                                        <p:cTn id="73" dur="500"/>
                                        <p:tgtEl>
                                          <p:spTgt spid="68">
                                            <p:txEl>
                                              <p:pRg st="0" end="0"/>
                                            </p:txEl>
                                          </p:spTgt>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60">
                                            <p:txEl>
                                              <p:pRg st="0" end="0"/>
                                            </p:txEl>
                                          </p:spTgt>
                                        </p:tgtEl>
                                        <p:attrNameLst>
                                          <p:attrName>style.visibility</p:attrName>
                                        </p:attrNameLst>
                                      </p:cBhvr>
                                      <p:to>
                                        <p:strVal val="visible"/>
                                      </p:to>
                                    </p:set>
                                    <p:animEffect transition="in" filter="fade">
                                      <p:cBhvr>
                                        <p:cTn id="76" dur="500"/>
                                        <p:tgtEl>
                                          <p:spTgt spid="60">
                                            <p:txEl>
                                              <p:pRg st="0" end="0"/>
                                            </p:txEl>
                                          </p:spTgt>
                                        </p:tgtEl>
                                      </p:cBhvr>
                                    </p:animEffect>
                                  </p:childTnLst>
                                </p:cTn>
                              </p:par>
                            </p:childTnLst>
                          </p:cTn>
                        </p:par>
                        <p:par>
                          <p:cTn id="77" fill="hold">
                            <p:stCondLst>
                              <p:cond delay="5000"/>
                            </p:stCondLst>
                            <p:childTnLst>
                              <p:par>
                                <p:cTn id="78" presetID="53" presetClass="entr" presetSubtype="16" fill="hold" grpId="0" nodeType="afterEffect">
                                  <p:stCondLst>
                                    <p:cond delay="0"/>
                                  </p:stCondLst>
                                  <p:childTnLst>
                                    <p:set>
                                      <p:cBhvr>
                                        <p:cTn id="79" dur="1" fill="hold">
                                          <p:stCondLst>
                                            <p:cond delay="0"/>
                                          </p:stCondLst>
                                        </p:cTn>
                                        <p:tgtEl>
                                          <p:spTgt spid="27"/>
                                        </p:tgtEl>
                                        <p:attrNameLst>
                                          <p:attrName>style.visibility</p:attrName>
                                        </p:attrNameLst>
                                      </p:cBhvr>
                                      <p:to>
                                        <p:strVal val="visible"/>
                                      </p:to>
                                    </p:set>
                                    <p:anim calcmode="lin" valueType="num">
                                      <p:cBhvr>
                                        <p:cTn id="80" dur="500" fill="hold"/>
                                        <p:tgtEl>
                                          <p:spTgt spid="27"/>
                                        </p:tgtEl>
                                        <p:attrNameLst>
                                          <p:attrName>ppt_w</p:attrName>
                                        </p:attrNameLst>
                                      </p:cBhvr>
                                      <p:tavLst>
                                        <p:tav tm="0">
                                          <p:val>
                                            <p:fltVal val="0"/>
                                          </p:val>
                                        </p:tav>
                                        <p:tav tm="100000">
                                          <p:val>
                                            <p:strVal val="#ppt_w"/>
                                          </p:val>
                                        </p:tav>
                                      </p:tavLst>
                                    </p:anim>
                                    <p:anim calcmode="lin" valueType="num">
                                      <p:cBhvr>
                                        <p:cTn id="81" dur="500" fill="hold"/>
                                        <p:tgtEl>
                                          <p:spTgt spid="27"/>
                                        </p:tgtEl>
                                        <p:attrNameLst>
                                          <p:attrName>ppt_h</p:attrName>
                                        </p:attrNameLst>
                                      </p:cBhvr>
                                      <p:tavLst>
                                        <p:tav tm="0">
                                          <p:val>
                                            <p:fltVal val="0"/>
                                          </p:val>
                                        </p:tav>
                                        <p:tav tm="100000">
                                          <p:val>
                                            <p:strVal val="#ppt_h"/>
                                          </p:val>
                                        </p:tav>
                                      </p:tavLst>
                                    </p:anim>
                                    <p:animEffect transition="in" filter="fade">
                                      <p:cBhvr>
                                        <p:cTn id="82" dur="500"/>
                                        <p:tgtEl>
                                          <p:spTgt spid="27"/>
                                        </p:tgtEl>
                                      </p:cBhvr>
                                    </p:animEffect>
                                  </p:childTnLst>
                                </p:cTn>
                              </p:par>
                            </p:childTnLst>
                          </p:cTn>
                        </p:par>
                        <p:par>
                          <p:cTn id="83" fill="hold">
                            <p:stCondLst>
                              <p:cond delay="5500"/>
                            </p:stCondLst>
                            <p:childTnLst>
                              <p:par>
                                <p:cTn id="84" presetID="10" presetClass="entr" presetSubtype="0" fill="hold" grpId="0" nodeType="afterEffect">
                                  <p:stCondLst>
                                    <p:cond delay="0"/>
                                  </p:stCondLst>
                                  <p:childTnLst>
                                    <p:set>
                                      <p:cBhvr>
                                        <p:cTn id="85" dur="1" fill="hold">
                                          <p:stCondLst>
                                            <p:cond delay="0"/>
                                          </p:stCondLst>
                                        </p:cTn>
                                        <p:tgtEl>
                                          <p:spTgt spid="53"/>
                                        </p:tgtEl>
                                        <p:attrNameLst>
                                          <p:attrName>style.visibility</p:attrName>
                                        </p:attrNameLst>
                                      </p:cBhvr>
                                      <p:to>
                                        <p:strVal val="visible"/>
                                      </p:to>
                                    </p:set>
                                    <p:animEffect transition="in" filter="fade">
                                      <p:cBhvr>
                                        <p:cTn id="86" dur="500"/>
                                        <p:tgtEl>
                                          <p:spTgt spid="53"/>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69">
                                            <p:txEl>
                                              <p:pRg st="0" end="0"/>
                                            </p:txEl>
                                          </p:spTgt>
                                        </p:tgtEl>
                                        <p:attrNameLst>
                                          <p:attrName>style.visibility</p:attrName>
                                        </p:attrNameLst>
                                      </p:cBhvr>
                                      <p:to>
                                        <p:strVal val="visible"/>
                                      </p:to>
                                    </p:set>
                                    <p:animEffect transition="in" filter="fade">
                                      <p:cBhvr>
                                        <p:cTn id="89" dur="500"/>
                                        <p:tgtEl>
                                          <p:spTgt spid="69">
                                            <p:txEl>
                                              <p:pRg st="0" end="0"/>
                                            </p:txEl>
                                          </p:spTgt>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61">
                                            <p:txEl>
                                              <p:pRg st="0" end="0"/>
                                            </p:txEl>
                                          </p:spTgt>
                                        </p:tgtEl>
                                        <p:attrNameLst>
                                          <p:attrName>style.visibility</p:attrName>
                                        </p:attrNameLst>
                                      </p:cBhvr>
                                      <p:to>
                                        <p:strVal val="visible"/>
                                      </p:to>
                                    </p:set>
                                    <p:animEffect transition="in" filter="fade">
                                      <p:cBhvr>
                                        <p:cTn id="92" dur="500"/>
                                        <p:tgtEl>
                                          <p:spTgt spid="61">
                                            <p:txEl>
                                              <p:pRg st="0" end="0"/>
                                            </p:txEl>
                                          </p:spTgt>
                                        </p:tgtEl>
                                      </p:cBhvr>
                                    </p:animEffect>
                                  </p:childTnLst>
                                </p:cTn>
                              </p:par>
                            </p:childTnLst>
                          </p:cTn>
                        </p:par>
                        <p:par>
                          <p:cTn id="93" fill="hold">
                            <p:stCondLst>
                              <p:cond delay="6000"/>
                            </p:stCondLst>
                            <p:childTnLst>
                              <p:par>
                                <p:cTn id="94" presetID="22" presetClass="entr" presetSubtype="8" fill="hold" nodeType="afterEffect">
                                  <p:stCondLst>
                                    <p:cond delay="0"/>
                                  </p:stCondLst>
                                  <p:childTnLst>
                                    <p:set>
                                      <p:cBhvr>
                                        <p:cTn id="95" dur="1" fill="hold">
                                          <p:stCondLst>
                                            <p:cond delay="0"/>
                                          </p:stCondLst>
                                        </p:cTn>
                                        <p:tgtEl>
                                          <p:spTgt spid="31"/>
                                        </p:tgtEl>
                                        <p:attrNameLst>
                                          <p:attrName>style.visibility</p:attrName>
                                        </p:attrNameLst>
                                      </p:cBhvr>
                                      <p:to>
                                        <p:strVal val="visible"/>
                                      </p:to>
                                    </p:set>
                                    <p:animEffect transition="in" filter="wipe(left)">
                                      <p:cBhvr>
                                        <p:cTn id="96" dur="500"/>
                                        <p:tgtEl>
                                          <p:spTgt spid="31"/>
                                        </p:tgtEl>
                                      </p:cBhvr>
                                    </p:animEffect>
                                  </p:childTnLst>
                                </p:cTn>
                              </p:par>
                              <p:par>
                                <p:cTn id="97" presetID="16" presetClass="entr" presetSubtype="21" fill="hold" nodeType="withEffect">
                                  <p:stCondLst>
                                    <p:cond delay="0"/>
                                  </p:stCondLst>
                                  <p:childTnLst>
                                    <p:set>
                                      <p:cBhvr>
                                        <p:cTn id="98" dur="1" fill="hold">
                                          <p:stCondLst>
                                            <p:cond delay="0"/>
                                          </p:stCondLst>
                                        </p:cTn>
                                        <p:tgtEl>
                                          <p:spTgt spid="34"/>
                                        </p:tgtEl>
                                        <p:attrNameLst>
                                          <p:attrName>style.visibility</p:attrName>
                                        </p:attrNameLst>
                                      </p:cBhvr>
                                      <p:to>
                                        <p:strVal val="visible"/>
                                      </p:to>
                                    </p:set>
                                    <p:animEffect transition="in" filter="barn(inVertical)">
                                      <p:cBhvr>
                                        <p:cTn id="99" dur="500"/>
                                        <p:tgtEl>
                                          <p:spTgt spid="34"/>
                                        </p:tgtEl>
                                      </p:cBhvr>
                                    </p:animEffect>
                                  </p:childTnLst>
                                </p:cTn>
                              </p:par>
                            </p:childTnLst>
                          </p:cTn>
                        </p:par>
                        <p:par>
                          <p:cTn id="100" fill="hold">
                            <p:stCondLst>
                              <p:cond delay="6500"/>
                            </p:stCondLst>
                            <p:childTnLst>
                              <p:par>
                                <p:cTn id="101" presetID="22" presetClass="entr" presetSubtype="8" fill="hold" nodeType="afterEffect">
                                  <p:stCondLst>
                                    <p:cond delay="0"/>
                                  </p:stCondLst>
                                  <p:childTnLst>
                                    <p:set>
                                      <p:cBhvr>
                                        <p:cTn id="102" dur="1" fill="hold">
                                          <p:stCondLst>
                                            <p:cond delay="0"/>
                                          </p:stCondLst>
                                        </p:cTn>
                                        <p:tgtEl>
                                          <p:spTgt spid="35"/>
                                        </p:tgtEl>
                                        <p:attrNameLst>
                                          <p:attrName>style.visibility</p:attrName>
                                        </p:attrNameLst>
                                      </p:cBhvr>
                                      <p:to>
                                        <p:strVal val="visible"/>
                                      </p:to>
                                    </p:set>
                                    <p:animEffect transition="in" filter="wipe(left)">
                                      <p:cBhvr>
                                        <p:cTn id="103" dur="500"/>
                                        <p:tgtEl>
                                          <p:spTgt spid="35"/>
                                        </p:tgtEl>
                                      </p:cBhvr>
                                    </p:animEffect>
                                  </p:childTnLst>
                                </p:cTn>
                              </p:par>
                              <p:par>
                                <p:cTn id="104" presetID="22" presetClass="entr" presetSubtype="8" fill="hold" nodeType="withEffect">
                                  <p:stCondLst>
                                    <p:cond delay="0"/>
                                  </p:stCondLst>
                                  <p:childTnLst>
                                    <p:set>
                                      <p:cBhvr>
                                        <p:cTn id="105" dur="1" fill="hold">
                                          <p:stCondLst>
                                            <p:cond delay="0"/>
                                          </p:stCondLst>
                                        </p:cTn>
                                        <p:tgtEl>
                                          <p:spTgt spid="39"/>
                                        </p:tgtEl>
                                        <p:attrNameLst>
                                          <p:attrName>style.visibility</p:attrName>
                                        </p:attrNameLst>
                                      </p:cBhvr>
                                      <p:to>
                                        <p:strVal val="visible"/>
                                      </p:to>
                                    </p:set>
                                    <p:animEffect transition="in" filter="wipe(left)">
                                      <p:cBhvr>
                                        <p:cTn id="106" dur="500"/>
                                        <p:tgtEl>
                                          <p:spTgt spid="39"/>
                                        </p:tgtEl>
                                      </p:cBhvr>
                                    </p:animEffect>
                                  </p:childTnLst>
                                </p:cTn>
                              </p:par>
                              <p:par>
                                <p:cTn id="107" presetID="22" presetClass="entr" presetSubtype="8" fill="hold" nodeType="withEffect">
                                  <p:stCondLst>
                                    <p:cond delay="0"/>
                                  </p:stCondLst>
                                  <p:childTnLst>
                                    <p:set>
                                      <p:cBhvr>
                                        <p:cTn id="108" dur="1" fill="hold">
                                          <p:stCondLst>
                                            <p:cond delay="0"/>
                                          </p:stCondLst>
                                        </p:cTn>
                                        <p:tgtEl>
                                          <p:spTgt spid="38"/>
                                        </p:tgtEl>
                                        <p:attrNameLst>
                                          <p:attrName>style.visibility</p:attrName>
                                        </p:attrNameLst>
                                      </p:cBhvr>
                                      <p:to>
                                        <p:strVal val="visible"/>
                                      </p:to>
                                    </p:set>
                                    <p:animEffect transition="in" filter="wipe(left)">
                                      <p:cBhvr>
                                        <p:cTn id="109" dur="500"/>
                                        <p:tgtEl>
                                          <p:spTgt spid="38"/>
                                        </p:tgtEl>
                                      </p:cBhvr>
                                    </p:animEffect>
                                  </p:childTnLst>
                                </p:cTn>
                              </p:par>
                            </p:childTnLst>
                          </p:cTn>
                        </p:par>
                        <p:par>
                          <p:cTn id="110" fill="hold">
                            <p:stCondLst>
                              <p:cond delay="7000"/>
                            </p:stCondLst>
                            <p:childTnLst>
                              <p:par>
                                <p:cTn id="111" presetID="53" presetClass="entr" presetSubtype="16" fill="hold" grpId="0" nodeType="afterEffect">
                                  <p:stCondLst>
                                    <p:cond delay="0"/>
                                  </p:stCondLst>
                                  <p:childTnLst>
                                    <p:set>
                                      <p:cBhvr>
                                        <p:cTn id="112" dur="1" fill="hold">
                                          <p:stCondLst>
                                            <p:cond delay="0"/>
                                          </p:stCondLst>
                                        </p:cTn>
                                        <p:tgtEl>
                                          <p:spTgt spid="32"/>
                                        </p:tgtEl>
                                        <p:attrNameLst>
                                          <p:attrName>style.visibility</p:attrName>
                                        </p:attrNameLst>
                                      </p:cBhvr>
                                      <p:to>
                                        <p:strVal val="visible"/>
                                      </p:to>
                                    </p:set>
                                    <p:anim calcmode="lin" valueType="num">
                                      <p:cBhvr>
                                        <p:cTn id="113" dur="500" fill="hold"/>
                                        <p:tgtEl>
                                          <p:spTgt spid="32"/>
                                        </p:tgtEl>
                                        <p:attrNameLst>
                                          <p:attrName>ppt_w</p:attrName>
                                        </p:attrNameLst>
                                      </p:cBhvr>
                                      <p:tavLst>
                                        <p:tav tm="0">
                                          <p:val>
                                            <p:fltVal val="0"/>
                                          </p:val>
                                        </p:tav>
                                        <p:tav tm="100000">
                                          <p:val>
                                            <p:strVal val="#ppt_w"/>
                                          </p:val>
                                        </p:tav>
                                      </p:tavLst>
                                    </p:anim>
                                    <p:anim calcmode="lin" valueType="num">
                                      <p:cBhvr>
                                        <p:cTn id="114" dur="500" fill="hold"/>
                                        <p:tgtEl>
                                          <p:spTgt spid="32"/>
                                        </p:tgtEl>
                                        <p:attrNameLst>
                                          <p:attrName>ppt_h</p:attrName>
                                        </p:attrNameLst>
                                      </p:cBhvr>
                                      <p:tavLst>
                                        <p:tav tm="0">
                                          <p:val>
                                            <p:fltVal val="0"/>
                                          </p:val>
                                        </p:tav>
                                        <p:tav tm="100000">
                                          <p:val>
                                            <p:strVal val="#ppt_h"/>
                                          </p:val>
                                        </p:tav>
                                      </p:tavLst>
                                    </p:anim>
                                    <p:animEffect transition="in" filter="fade">
                                      <p:cBhvr>
                                        <p:cTn id="115" dur="500"/>
                                        <p:tgtEl>
                                          <p:spTgt spid="32"/>
                                        </p:tgtEl>
                                      </p:cBhvr>
                                    </p:animEffect>
                                  </p:childTnLst>
                                </p:cTn>
                              </p:par>
                            </p:childTnLst>
                          </p:cTn>
                        </p:par>
                        <p:par>
                          <p:cTn id="116" fill="hold">
                            <p:stCondLst>
                              <p:cond delay="7500"/>
                            </p:stCondLst>
                            <p:childTnLst>
                              <p:par>
                                <p:cTn id="117" presetID="10" presetClass="entr" presetSubtype="0" fill="hold" grpId="0" nodeType="afterEffect">
                                  <p:stCondLst>
                                    <p:cond delay="0"/>
                                  </p:stCondLst>
                                  <p:childTnLst>
                                    <p:set>
                                      <p:cBhvr>
                                        <p:cTn id="118" dur="1" fill="hold">
                                          <p:stCondLst>
                                            <p:cond delay="0"/>
                                          </p:stCondLst>
                                        </p:cTn>
                                        <p:tgtEl>
                                          <p:spTgt spid="54"/>
                                        </p:tgtEl>
                                        <p:attrNameLst>
                                          <p:attrName>style.visibility</p:attrName>
                                        </p:attrNameLst>
                                      </p:cBhvr>
                                      <p:to>
                                        <p:strVal val="visible"/>
                                      </p:to>
                                    </p:set>
                                    <p:animEffect transition="in" filter="fade">
                                      <p:cBhvr>
                                        <p:cTn id="119" dur="500"/>
                                        <p:tgtEl>
                                          <p:spTgt spid="54"/>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70">
                                            <p:txEl>
                                              <p:pRg st="0" end="0"/>
                                            </p:txEl>
                                          </p:spTgt>
                                        </p:tgtEl>
                                        <p:attrNameLst>
                                          <p:attrName>style.visibility</p:attrName>
                                        </p:attrNameLst>
                                      </p:cBhvr>
                                      <p:to>
                                        <p:strVal val="visible"/>
                                      </p:to>
                                    </p:set>
                                    <p:animEffect transition="in" filter="fade">
                                      <p:cBhvr>
                                        <p:cTn id="122" dur="500"/>
                                        <p:tgtEl>
                                          <p:spTgt spid="70">
                                            <p:txEl>
                                              <p:pRg st="0" end="0"/>
                                            </p:txEl>
                                          </p:spTgt>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62">
                                            <p:txEl>
                                              <p:pRg st="0" end="0"/>
                                            </p:txEl>
                                          </p:spTgt>
                                        </p:tgtEl>
                                        <p:attrNameLst>
                                          <p:attrName>style.visibility</p:attrName>
                                        </p:attrNameLst>
                                      </p:cBhvr>
                                      <p:to>
                                        <p:strVal val="visible"/>
                                      </p:to>
                                    </p:set>
                                    <p:animEffect transition="in" filter="fade">
                                      <p:cBhvr>
                                        <p:cTn id="125" dur="500"/>
                                        <p:tgtEl>
                                          <p:spTgt spid="62">
                                            <p:txEl>
                                              <p:pRg st="0" end="0"/>
                                            </p:txEl>
                                          </p:spTgt>
                                        </p:tgtEl>
                                      </p:cBhvr>
                                    </p:animEffect>
                                  </p:childTnLst>
                                </p:cTn>
                              </p:par>
                            </p:childTnLst>
                          </p:cTn>
                        </p:par>
                        <p:par>
                          <p:cTn id="126" fill="hold">
                            <p:stCondLst>
                              <p:cond delay="8000"/>
                            </p:stCondLst>
                            <p:childTnLst>
                              <p:par>
                                <p:cTn id="127" presetID="53" presetClass="entr" presetSubtype="16" fill="hold" grpId="0" nodeType="afterEffect">
                                  <p:stCondLst>
                                    <p:cond delay="0"/>
                                  </p:stCondLst>
                                  <p:childTnLst>
                                    <p:set>
                                      <p:cBhvr>
                                        <p:cTn id="128" dur="1" fill="hold">
                                          <p:stCondLst>
                                            <p:cond delay="0"/>
                                          </p:stCondLst>
                                        </p:cTn>
                                        <p:tgtEl>
                                          <p:spTgt spid="40"/>
                                        </p:tgtEl>
                                        <p:attrNameLst>
                                          <p:attrName>style.visibility</p:attrName>
                                        </p:attrNameLst>
                                      </p:cBhvr>
                                      <p:to>
                                        <p:strVal val="visible"/>
                                      </p:to>
                                    </p:set>
                                    <p:anim calcmode="lin" valueType="num">
                                      <p:cBhvr>
                                        <p:cTn id="129" dur="500" fill="hold"/>
                                        <p:tgtEl>
                                          <p:spTgt spid="40"/>
                                        </p:tgtEl>
                                        <p:attrNameLst>
                                          <p:attrName>ppt_w</p:attrName>
                                        </p:attrNameLst>
                                      </p:cBhvr>
                                      <p:tavLst>
                                        <p:tav tm="0">
                                          <p:val>
                                            <p:fltVal val="0"/>
                                          </p:val>
                                        </p:tav>
                                        <p:tav tm="100000">
                                          <p:val>
                                            <p:strVal val="#ppt_w"/>
                                          </p:val>
                                        </p:tav>
                                      </p:tavLst>
                                    </p:anim>
                                    <p:anim calcmode="lin" valueType="num">
                                      <p:cBhvr>
                                        <p:cTn id="130" dur="500" fill="hold"/>
                                        <p:tgtEl>
                                          <p:spTgt spid="40"/>
                                        </p:tgtEl>
                                        <p:attrNameLst>
                                          <p:attrName>ppt_h</p:attrName>
                                        </p:attrNameLst>
                                      </p:cBhvr>
                                      <p:tavLst>
                                        <p:tav tm="0">
                                          <p:val>
                                            <p:fltVal val="0"/>
                                          </p:val>
                                        </p:tav>
                                        <p:tav tm="100000">
                                          <p:val>
                                            <p:strVal val="#ppt_h"/>
                                          </p:val>
                                        </p:tav>
                                      </p:tavLst>
                                    </p:anim>
                                    <p:animEffect transition="in" filter="fade">
                                      <p:cBhvr>
                                        <p:cTn id="131" dur="500"/>
                                        <p:tgtEl>
                                          <p:spTgt spid="40"/>
                                        </p:tgtEl>
                                      </p:cBhvr>
                                    </p:animEffect>
                                  </p:childTnLst>
                                </p:cTn>
                              </p:par>
                            </p:childTnLst>
                          </p:cTn>
                        </p:par>
                        <p:par>
                          <p:cTn id="132" fill="hold">
                            <p:stCondLst>
                              <p:cond delay="8500"/>
                            </p:stCondLst>
                            <p:childTnLst>
                              <p:par>
                                <p:cTn id="133" presetID="10" presetClass="entr" presetSubtype="0" fill="hold" grpId="0" nodeType="afterEffect">
                                  <p:stCondLst>
                                    <p:cond delay="0"/>
                                  </p:stCondLst>
                                  <p:childTnLst>
                                    <p:set>
                                      <p:cBhvr>
                                        <p:cTn id="134" dur="1" fill="hold">
                                          <p:stCondLst>
                                            <p:cond delay="0"/>
                                          </p:stCondLst>
                                        </p:cTn>
                                        <p:tgtEl>
                                          <p:spTgt spid="55"/>
                                        </p:tgtEl>
                                        <p:attrNameLst>
                                          <p:attrName>style.visibility</p:attrName>
                                        </p:attrNameLst>
                                      </p:cBhvr>
                                      <p:to>
                                        <p:strVal val="visible"/>
                                      </p:to>
                                    </p:set>
                                    <p:animEffect transition="in" filter="fade">
                                      <p:cBhvr>
                                        <p:cTn id="135" dur="500"/>
                                        <p:tgtEl>
                                          <p:spTgt spid="55"/>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71">
                                            <p:txEl>
                                              <p:pRg st="0" end="0"/>
                                            </p:txEl>
                                          </p:spTgt>
                                        </p:tgtEl>
                                        <p:attrNameLst>
                                          <p:attrName>style.visibility</p:attrName>
                                        </p:attrNameLst>
                                      </p:cBhvr>
                                      <p:to>
                                        <p:strVal val="visible"/>
                                      </p:to>
                                    </p:set>
                                    <p:animEffect transition="in" filter="fade">
                                      <p:cBhvr>
                                        <p:cTn id="138" dur="500"/>
                                        <p:tgtEl>
                                          <p:spTgt spid="71">
                                            <p:txEl>
                                              <p:pRg st="0" end="0"/>
                                            </p:txEl>
                                          </p:spTgt>
                                        </p:tgtEl>
                                      </p:cBhvr>
                                    </p:animEffect>
                                  </p:childTnLst>
                                </p:cTn>
                              </p:par>
                              <p:par>
                                <p:cTn id="139" presetID="10" presetClass="entr" presetSubtype="0" fill="hold" grpId="0" nodeType="withEffect">
                                  <p:stCondLst>
                                    <p:cond delay="0"/>
                                  </p:stCondLst>
                                  <p:childTnLst>
                                    <p:set>
                                      <p:cBhvr>
                                        <p:cTn id="140" dur="1" fill="hold">
                                          <p:stCondLst>
                                            <p:cond delay="0"/>
                                          </p:stCondLst>
                                        </p:cTn>
                                        <p:tgtEl>
                                          <p:spTgt spid="63">
                                            <p:txEl>
                                              <p:pRg st="0" end="0"/>
                                            </p:txEl>
                                          </p:spTgt>
                                        </p:tgtEl>
                                        <p:attrNameLst>
                                          <p:attrName>style.visibility</p:attrName>
                                        </p:attrNameLst>
                                      </p:cBhvr>
                                      <p:to>
                                        <p:strVal val="visible"/>
                                      </p:to>
                                    </p:set>
                                    <p:animEffect transition="in" filter="fade">
                                      <p:cBhvr>
                                        <p:cTn id="141" dur="500"/>
                                        <p:tgtEl>
                                          <p:spTgt spid="63">
                                            <p:txEl>
                                              <p:pRg st="0" end="0"/>
                                            </p:txEl>
                                          </p:spTgt>
                                        </p:tgtEl>
                                      </p:cBhvr>
                                    </p:animEffect>
                                  </p:childTnLst>
                                </p:cTn>
                              </p:par>
                            </p:childTnLst>
                          </p:cTn>
                        </p:par>
                        <p:par>
                          <p:cTn id="142" fill="hold">
                            <p:stCondLst>
                              <p:cond delay="9000"/>
                            </p:stCondLst>
                            <p:childTnLst>
                              <p:par>
                                <p:cTn id="143" presetID="53" presetClass="entr" presetSubtype="16" fill="hold" grpId="0" nodeType="afterEffect">
                                  <p:stCondLst>
                                    <p:cond delay="0"/>
                                  </p:stCondLst>
                                  <p:childTnLst>
                                    <p:set>
                                      <p:cBhvr>
                                        <p:cTn id="144" dur="1" fill="hold">
                                          <p:stCondLst>
                                            <p:cond delay="0"/>
                                          </p:stCondLst>
                                        </p:cTn>
                                        <p:tgtEl>
                                          <p:spTgt spid="36"/>
                                        </p:tgtEl>
                                        <p:attrNameLst>
                                          <p:attrName>style.visibility</p:attrName>
                                        </p:attrNameLst>
                                      </p:cBhvr>
                                      <p:to>
                                        <p:strVal val="visible"/>
                                      </p:to>
                                    </p:set>
                                    <p:anim calcmode="lin" valueType="num">
                                      <p:cBhvr>
                                        <p:cTn id="145" dur="500" fill="hold"/>
                                        <p:tgtEl>
                                          <p:spTgt spid="36"/>
                                        </p:tgtEl>
                                        <p:attrNameLst>
                                          <p:attrName>ppt_w</p:attrName>
                                        </p:attrNameLst>
                                      </p:cBhvr>
                                      <p:tavLst>
                                        <p:tav tm="0">
                                          <p:val>
                                            <p:fltVal val="0"/>
                                          </p:val>
                                        </p:tav>
                                        <p:tav tm="100000">
                                          <p:val>
                                            <p:strVal val="#ppt_w"/>
                                          </p:val>
                                        </p:tav>
                                      </p:tavLst>
                                    </p:anim>
                                    <p:anim calcmode="lin" valueType="num">
                                      <p:cBhvr>
                                        <p:cTn id="146" dur="500" fill="hold"/>
                                        <p:tgtEl>
                                          <p:spTgt spid="36"/>
                                        </p:tgtEl>
                                        <p:attrNameLst>
                                          <p:attrName>ppt_h</p:attrName>
                                        </p:attrNameLst>
                                      </p:cBhvr>
                                      <p:tavLst>
                                        <p:tav tm="0">
                                          <p:val>
                                            <p:fltVal val="0"/>
                                          </p:val>
                                        </p:tav>
                                        <p:tav tm="100000">
                                          <p:val>
                                            <p:strVal val="#ppt_h"/>
                                          </p:val>
                                        </p:tav>
                                      </p:tavLst>
                                    </p:anim>
                                    <p:animEffect transition="in" filter="fade">
                                      <p:cBhvr>
                                        <p:cTn id="147" dur="500"/>
                                        <p:tgtEl>
                                          <p:spTgt spid="36"/>
                                        </p:tgtEl>
                                      </p:cBhvr>
                                    </p:animEffect>
                                  </p:childTnLst>
                                </p:cTn>
                              </p:par>
                            </p:childTnLst>
                          </p:cTn>
                        </p:par>
                        <p:par>
                          <p:cTn id="148" fill="hold">
                            <p:stCondLst>
                              <p:cond delay="9500"/>
                            </p:stCondLst>
                            <p:childTnLst>
                              <p:par>
                                <p:cTn id="149" presetID="10" presetClass="entr" presetSubtype="0" fill="hold" grpId="0" nodeType="afterEffect">
                                  <p:stCondLst>
                                    <p:cond delay="0"/>
                                  </p:stCondLst>
                                  <p:childTnLst>
                                    <p:set>
                                      <p:cBhvr>
                                        <p:cTn id="150" dur="1" fill="hold">
                                          <p:stCondLst>
                                            <p:cond delay="0"/>
                                          </p:stCondLst>
                                        </p:cTn>
                                        <p:tgtEl>
                                          <p:spTgt spid="56"/>
                                        </p:tgtEl>
                                        <p:attrNameLst>
                                          <p:attrName>style.visibility</p:attrName>
                                        </p:attrNameLst>
                                      </p:cBhvr>
                                      <p:to>
                                        <p:strVal val="visible"/>
                                      </p:to>
                                    </p:set>
                                    <p:animEffect transition="in" filter="fade">
                                      <p:cBhvr>
                                        <p:cTn id="151" dur="500"/>
                                        <p:tgtEl>
                                          <p:spTgt spid="56"/>
                                        </p:tgtEl>
                                      </p:cBhvr>
                                    </p:animEffect>
                                  </p:childTnLst>
                                </p:cTn>
                              </p:par>
                              <p:par>
                                <p:cTn id="152" presetID="10" presetClass="entr" presetSubtype="0" fill="hold" grpId="0" nodeType="withEffect">
                                  <p:stCondLst>
                                    <p:cond delay="0"/>
                                  </p:stCondLst>
                                  <p:childTnLst>
                                    <p:set>
                                      <p:cBhvr>
                                        <p:cTn id="153" dur="1" fill="hold">
                                          <p:stCondLst>
                                            <p:cond delay="0"/>
                                          </p:stCondLst>
                                        </p:cTn>
                                        <p:tgtEl>
                                          <p:spTgt spid="72">
                                            <p:txEl>
                                              <p:pRg st="0" end="0"/>
                                            </p:txEl>
                                          </p:spTgt>
                                        </p:tgtEl>
                                        <p:attrNameLst>
                                          <p:attrName>style.visibility</p:attrName>
                                        </p:attrNameLst>
                                      </p:cBhvr>
                                      <p:to>
                                        <p:strVal val="visible"/>
                                      </p:to>
                                    </p:set>
                                    <p:animEffect transition="in" filter="fade">
                                      <p:cBhvr>
                                        <p:cTn id="154" dur="500"/>
                                        <p:tgtEl>
                                          <p:spTgt spid="72">
                                            <p:txEl>
                                              <p:pRg st="0" end="0"/>
                                            </p:txEl>
                                          </p:spTgt>
                                        </p:tgtEl>
                                      </p:cBhvr>
                                    </p:animEffect>
                                  </p:childTnLst>
                                </p:cTn>
                              </p:par>
                              <p:par>
                                <p:cTn id="155" presetID="10" presetClass="entr" presetSubtype="0" fill="hold" grpId="0" nodeType="withEffect">
                                  <p:stCondLst>
                                    <p:cond delay="0"/>
                                  </p:stCondLst>
                                  <p:childTnLst>
                                    <p:set>
                                      <p:cBhvr>
                                        <p:cTn id="156" dur="1" fill="hold">
                                          <p:stCondLst>
                                            <p:cond delay="0"/>
                                          </p:stCondLst>
                                        </p:cTn>
                                        <p:tgtEl>
                                          <p:spTgt spid="64">
                                            <p:txEl>
                                              <p:pRg st="0" end="0"/>
                                            </p:txEl>
                                          </p:spTgt>
                                        </p:tgtEl>
                                        <p:attrNameLst>
                                          <p:attrName>style.visibility</p:attrName>
                                        </p:attrNameLst>
                                      </p:cBhvr>
                                      <p:to>
                                        <p:strVal val="visible"/>
                                      </p:to>
                                    </p:set>
                                    <p:animEffect transition="in" filter="fade">
                                      <p:cBhvr>
                                        <p:cTn id="157"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0" grpId="0" animBg="1"/>
      <p:bldP spid="15" grpId="0" animBg="1"/>
      <p:bldP spid="25" grpId="0" animBg="1"/>
      <p:bldP spid="27" grpId="0" animBg="1"/>
      <p:bldP spid="32" grpId="0" animBg="1"/>
      <p:bldP spid="36" grpId="0" animBg="1"/>
      <p:bldP spid="40" grpId="0" animBg="1"/>
      <p:bldP spid="44" grpId="0" animBg="1"/>
      <p:bldP spid="51" grpId="0" animBg="1"/>
      <p:bldP spid="52" grpId="0" animBg="1"/>
      <p:bldP spid="53" grpId="0" animBg="1"/>
      <p:bldP spid="54" grpId="0" animBg="1"/>
      <p:bldP spid="55" grpId="0" animBg="1"/>
      <p:bldP spid="56" grpId="0" animBg="1"/>
      <p:bldP spid="57" grpId="0" build="p">
        <p:tmplLst>
          <p:tmpl lvl="1">
            <p:tnLst>
              <p:par>
                <p:cTn presetID="10" presetClass="entr" presetSubtype="0" fill="hold" nodeType="with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10"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build="p">
        <p:tmplLst>
          <p:tmpl lvl="1">
            <p:tnLst>
              <p:par>
                <p:cTn presetID="10" presetClass="entr" presetSubtype="0"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build="p">
        <p:tmplLst>
          <p:tmpl lvl="1">
            <p:tnLst>
              <p:par>
                <p:cTn presetID="10" presetClass="entr" presetSubtype="0" fill="hold" nodeType="with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build="p">
        <p:tmplLst>
          <p:tmpl lvl="1">
            <p:tnLst>
              <p:par>
                <p:cTn presetID="10"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build="p">
        <p:tmplLst>
          <p:tmpl lvl="1">
            <p:tnLst>
              <p:par>
                <p:cTn presetID="10" presetClass="entr" presetSubtype="0" fill="hold" nodeType="with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childTnLst>
                </p:cTn>
              </p:par>
            </p:tnLst>
          </p:tmpl>
        </p:tmplLst>
      </p:bldP>
      <p:bldP spid="63" grpId="0" build="p">
        <p:tmplLst>
          <p:tmpl lvl="1">
            <p:tnLst>
              <p:par>
                <p:cTn presetID="10" presetClass="entr" presetSubtype="0" fill="hold" nodeType="with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build="p">
        <p:tmplLst>
          <p:tmpl lvl="1">
            <p:tnLst>
              <p:par>
                <p:cTn presetID="10"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10"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8" grpId="0" build="p">
        <p:tmplLst>
          <p:tmpl lvl="1">
            <p:tnLst>
              <p:par>
                <p:cTn presetID="10" presetClass="entr" presetSubtype="0" fill="hold" nodeType="with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fade">
                      <p:cBhvr>
                        <p:cTn dur="500"/>
                        <p:tgtEl>
                          <p:spTgt spid="68"/>
                        </p:tgtEl>
                      </p:cBhvr>
                    </p:animEffect>
                  </p:childTnLst>
                </p:cTn>
              </p:par>
            </p:tnLst>
          </p:tmpl>
        </p:tmplLst>
      </p:bldP>
      <p:bldP spid="69" grpId="0" build="p">
        <p:tmplLst>
          <p:tmpl lvl="1">
            <p:tnLst>
              <p:par>
                <p:cTn presetID="10" presetClass="entr" presetSubtype="0" fill="hold" nodeType="with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fade">
                      <p:cBhvr>
                        <p:cTn dur="500"/>
                        <p:tgtEl>
                          <p:spTgt spid="69"/>
                        </p:tgtEl>
                      </p:cBhvr>
                    </p:animEffect>
                  </p:childTnLst>
                </p:cTn>
              </p:par>
            </p:tnLst>
          </p:tmpl>
        </p:tmplLst>
      </p:bldP>
      <p:bldP spid="70" grpId="0" build="p">
        <p:tmplLst>
          <p:tmpl lvl="1">
            <p:tnLst>
              <p:par>
                <p:cTn presetID="10" presetClass="entr" presetSubtype="0" fill="hold" nodeType="withEffect">
                  <p:stCondLst>
                    <p:cond delay="0"/>
                  </p:stCondLst>
                  <p:childTnLst>
                    <p:set>
                      <p:cBhvr>
                        <p:cTn dur="1" fill="hold">
                          <p:stCondLst>
                            <p:cond delay="0"/>
                          </p:stCondLst>
                        </p:cTn>
                        <p:tgtEl>
                          <p:spTgt spid="70"/>
                        </p:tgtEl>
                        <p:attrNameLst>
                          <p:attrName>style.visibility</p:attrName>
                        </p:attrNameLst>
                      </p:cBhvr>
                      <p:to>
                        <p:strVal val="visible"/>
                      </p:to>
                    </p:set>
                    <p:animEffect transition="in" filter="fade">
                      <p:cBhvr>
                        <p:cTn dur="500"/>
                        <p:tgtEl>
                          <p:spTgt spid="70"/>
                        </p:tgtEl>
                      </p:cBhvr>
                    </p:animEffect>
                  </p:childTnLst>
                </p:cTn>
              </p:par>
            </p:tnLst>
          </p:tmpl>
        </p:tmplLst>
      </p:bldP>
      <p:bldP spid="71" grpId="0" build="p">
        <p:tmplLst>
          <p:tmpl lvl="1">
            <p:tnLst>
              <p:par>
                <p:cTn presetID="10" presetClass="entr" presetSubtype="0" fill="hold" nodeType="with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fade">
                      <p:cBhvr>
                        <p:cTn dur="500"/>
                        <p:tgtEl>
                          <p:spTgt spid="71"/>
                        </p:tgtEl>
                      </p:cBhvr>
                    </p:animEffect>
                  </p:childTnLst>
                </p:cTn>
              </p:par>
            </p:tnLst>
          </p:tmpl>
        </p:tmplLst>
      </p:bldP>
      <p:bldP spid="72" grpId="0" build="p">
        <p:tmplLst>
          <p:tmpl lvl="1">
            <p:tnLst>
              <p:par>
                <p:cTn presetID="10" presetClass="entr" presetSubtype="0" fill="hold" nodeType="with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fade">
                      <p:cBhvr>
                        <p:cTn dur="500"/>
                        <p:tgtEl>
                          <p:spTgt spid="72"/>
                        </p:tgtEl>
                      </p:cBhvr>
                    </p:animEffect>
                  </p:childTnLst>
                </p:cTn>
              </p:par>
            </p:tnLst>
          </p:tmpl>
        </p:tmplLst>
      </p:bldP>
    </p:bldLst>
  </p:timing>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Rounded Rectangle 7"/>
          <p:cNvSpPr/>
          <p:nvPr userDrawn="1"/>
        </p:nvSpPr>
        <p:spPr>
          <a:xfrm>
            <a:off x="838199" y="5261841"/>
            <a:ext cx="2105891" cy="60353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1" name="Picture Placeholder 10"/>
          <p:cNvSpPr>
            <a:spLocks noGrp="1"/>
          </p:cNvSpPr>
          <p:nvPr>
            <p:ph type="pic" sz="quarter" idx="13"/>
          </p:nvPr>
        </p:nvSpPr>
        <p:spPr>
          <a:xfrm>
            <a:off x="838200" y="1995054"/>
            <a:ext cx="2105891" cy="3158837"/>
          </a:xfrm>
          <a:custGeom>
            <a:avLst/>
            <a:gdLst>
              <a:gd name="connsiteX0" fmla="*/ 226299 w 2105891"/>
              <a:gd name="connsiteY0" fmla="*/ 0 h 3158837"/>
              <a:gd name="connsiteX1" fmla="*/ 1879592 w 2105891"/>
              <a:gd name="connsiteY1" fmla="*/ 0 h 3158837"/>
              <a:gd name="connsiteX2" fmla="*/ 2105891 w 2105891"/>
              <a:gd name="connsiteY2" fmla="*/ 226299 h 3158837"/>
              <a:gd name="connsiteX3" fmla="*/ 2105891 w 2105891"/>
              <a:gd name="connsiteY3" fmla="*/ 2932538 h 3158837"/>
              <a:gd name="connsiteX4" fmla="*/ 1879592 w 2105891"/>
              <a:gd name="connsiteY4" fmla="*/ 3158837 h 3158837"/>
              <a:gd name="connsiteX5" fmla="*/ 226299 w 2105891"/>
              <a:gd name="connsiteY5" fmla="*/ 3158837 h 3158837"/>
              <a:gd name="connsiteX6" fmla="*/ 0 w 2105891"/>
              <a:gd name="connsiteY6" fmla="*/ 2932538 h 3158837"/>
              <a:gd name="connsiteX7" fmla="*/ 0 w 2105891"/>
              <a:gd name="connsiteY7" fmla="*/ 226299 h 3158837"/>
              <a:gd name="connsiteX8" fmla="*/ 226299 w 2105891"/>
              <a:gd name="connsiteY8" fmla="*/ 0 h 315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5891" h="3158837">
                <a:moveTo>
                  <a:pt x="226299" y="0"/>
                </a:moveTo>
                <a:lnTo>
                  <a:pt x="1879592" y="0"/>
                </a:lnTo>
                <a:cubicBezTo>
                  <a:pt x="2004573" y="0"/>
                  <a:pt x="2105891" y="101318"/>
                  <a:pt x="2105891" y="226299"/>
                </a:cubicBezTo>
                <a:lnTo>
                  <a:pt x="2105891" y="2932538"/>
                </a:lnTo>
                <a:cubicBezTo>
                  <a:pt x="2105891" y="3057519"/>
                  <a:pt x="2004573" y="3158837"/>
                  <a:pt x="1879592" y="3158837"/>
                </a:cubicBezTo>
                <a:lnTo>
                  <a:pt x="226299" y="3158837"/>
                </a:lnTo>
                <a:cubicBezTo>
                  <a:pt x="101318" y="3158837"/>
                  <a:pt x="0" y="3057519"/>
                  <a:pt x="0" y="2932538"/>
                </a:cubicBezTo>
                <a:lnTo>
                  <a:pt x="0" y="226299"/>
                </a:lnTo>
                <a:cubicBezTo>
                  <a:pt x="0" y="101318"/>
                  <a:pt x="101318" y="0"/>
                  <a:pt x="226299" y="0"/>
                </a:cubicBezTo>
                <a:close/>
              </a:path>
            </a:pathLst>
          </a:custGeom>
          <a:solidFill>
            <a:schemeClr val="bg1">
              <a:lumMod val="95000"/>
            </a:schemeClr>
          </a:solidFill>
        </p:spPr>
        <p:txBody>
          <a:bodyPr wrap="square">
            <a:noAutofit/>
          </a:bodyPr>
          <a:lstStyle/>
          <a:p>
            <a:endParaRPr lang="en-AU" dirty="0"/>
          </a:p>
        </p:txBody>
      </p:sp>
      <p:sp>
        <p:nvSpPr>
          <p:cNvPr id="12" name="Text Placeholder 10"/>
          <p:cNvSpPr>
            <a:spLocks noGrp="1"/>
          </p:cNvSpPr>
          <p:nvPr>
            <p:ph type="body" sz="quarter" idx="14" hasCustomPrompt="1"/>
          </p:nvPr>
        </p:nvSpPr>
        <p:spPr>
          <a:xfrm>
            <a:off x="3581400" y="1995054"/>
            <a:ext cx="3962400" cy="348342"/>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3" name="Text Placeholder 10"/>
          <p:cNvSpPr>
            <a:spLocks noGrp="1"/>
          </p:cNvSpPr>
          <p:nvPr>
            <p:ph type="body" sz="quarter" idx="15" hasCustomPrompt="1"/>
          </p:nvPr>
        </p:nvSpPr>
        <p:spPr>
          <a:xfrm>
            <a:off x="3581400" y="3766006"/>
            <a:ext cx="3962400" cy="348342"/>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4" name="Text Placeholder 10"/>
          <p:cNvSpPr>
            <a:spLocks noGrp="1"/>
          </p:cNvSpPr>
          <p:nvPr>
            <p:ph type="body" sz="quarter" idx="16" hasCustomPrompt="1"/>
          </p:nvPr>
        </p:nvSpPr>
        <p:spPr>
          <a:xfrm>
            <a:off x="3581401" y="2424114"/>
            <a:ext cx="6837218" cy="762432"/>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8" name="Text Placeholder 10"/>
          <p:cNvSpPr>
            <a:spLocks noGrp="1"/>
          </p:cNvSpPr>
          <p:nvPr>
            <p:ph type="body" sz="quarter" idx="17" hasCustomPrompt="1"/>
          </p:nvPr>
        </p:nvSpPr>
        <p:spPr>
          <a:xfrm>
            <a:off x="838199" y="5406778"/>
            <a:ext cx="2135188" cy="348342"/>
          </a:xfrm>
        </p:spPr>
        <p:txBody>
          <a:bodyPr>
            <a:normAutofit/>
          </a:bodyPr>
          <a:lstStyle>
            <a:lvl1pPr algn="ctr">
              <a:defRPr sz="14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Tree>
    <p:extLst>
      <p:ext uri="{BB962C8B-B14F-4D97-AF65-F5344CB8AC3E}">
        <p14:creationId xmlns:p14="http://schemas.microsoft.com/office/powerpoint/2010/main" val="208403070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p:cTn id="15" dur="500" fill="hold"/>
                                        <p:tgtEl>
                                          <p:spTgt spid="11"/>
                                        </p:tgtEl>
                                        <p:attrNameLst>
                                          <p:attrName>ppt_w</p:attrName>
                                        </p:attrNameLst>
                                      </p:cBhvr>
                                      <p:tavLst>
                                        <p:tav tm="0">
                                          <p:val>
                                            <p:fltVal val="0"/>
                                          </p:val>
                                        </p:tav>
                                        <p:tav tm="100000">
                                          <p:val>
                                            <p:strVal val="#ppt_w"/>
                                          </p:val>
                                        </p:tav>
                                      </p:tavLst>
                                    </p:anim>
                                    <p:anim calcmode="lin" valueType="num">
                                      <p:cBhvr>
                                        <p:cTn id="16" dur="500" fill="hold"/>
                                        <p:tgtEl>
                                          <p:spTgt spid="11"/>
                                        </p:tgtEl>
                                        <p:attrNameLst>
                                          <p:attrName>ppt_h</p:attrName>
                                        </p:attrNameLst>
                                      </p:cBhvr>
                                      <p:tavLst>
                                        <p:tav tm="0">
                                          <p:val>
                                            <p:fltVal val="0"/>
                                          </p:val>
                                        </p:tav>
                                        <p:tav tm="100000">
                                          <p:val>
                                            <p:strVal val="#ppt_h"/>
                                          </p:val>
                                        </p:tav>
                                      </p:tavLst>
                                    </p:anim>
                                    <p:animEffect transition="in" filter="fade">
                                      <p:cBhvr>
                                        <p:cTn id="17" dur="500"/>
                                        <p:tgtEl>
                                          <p:spTgt spid="11"/>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8">
                                            <p:txEl>
                                              <p:pRg st="0" end="0"/>
                                            </p:txEl>
                                          </p:spTgt>
                                        </p:tgtEl>
                                        <p:attrNameLst>
                                          <p:attrName>style.visibility</p:attrName>
                                        </p:attrNameLst>
                                      </p:cBhvr>
                                      <p:to>
                                        <p:strVal val="visible"/>
                                      </p:to>
                                    </p:set>
                                    <p:animEffect transition="in" filter="fade">
                                      <p:cBhvr>
                                        <p:cTn id="24" dur="500"/>
                                        <p:tgtEl>
                                          <p:spTgt spid="28">
                                            <p:txEl>
                                              <p:pRg st="0" end="0"/>
                                            </p:txEl>
                                          </p:spTgt>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12">
                                            <p:txEl>
                                              <p:pRg st="0" end="0"/>
                                            </p:txEl>
                                          </p:spTgt>
                                        </p:tgtEl>
                                        <p:attrNameLst>
                                          <p:attrName>style.visibility</p:attrName>
                                        </p:attrNameLst>
                                      </p:cBhvr>
                                      <p:to>
                                        <p:strVal val="visible"/>
                                      </p:to>
                                    </p:set>
                                    <p:animEffect transition="in" filter="fade">
                                      <p:cBhvr>
                                        <p:cTn id="28" dur="500"/>
                                        <p:tgtEl>
                                          <p:spTgt spid="12">
                                            <p:txEl>
                                              <p:pRg st="0" end="0"/>
                                            </p:txEl>
                                          </p:spTgt>
                                        </p:tgtEl>
                                      </p:cBhvr>
                                    </p:animEffect>
                                  </p:childTnLst>
                                </p:cTn>
                              </p:par>
                              <p:par>
                                <p:cTn id="29" presetID="42" presetClass="entr" presetSubtype="0" fill="hold" grpId="0" nodeType="withEffect">
                                  <p:stCondLst>
                                    <p:cond delay="0"/>
                                  </p:stCondLst>
                                  <p:childTnLst>
                                    <p:set>
                                      <p:cBhvr>
                                        <p:cTn id="30" dur="1" fill="hold">
                                          <p:stCondLst>
                                            <p:cond delay="0"/>
                                          </p:stCondLst>
                                        </p:cTn>
                                        <p:tgtEl>
                                          <p:spTgt spid="14">
                                            <p:txEl>
                                              <p:pRg st="0" end="0"/>
                                            </p:txEl>
                                          </p:spTgt>
                                        </p:tgtEl>
                                        <p:attrNameLst>
                                          <p:attrName>style.visibility</p:attrName>
                                        </p:attrNameLst>
                                      </p:cBhvr>
                                      <p:to>
                                        <p:strVal val="visible"/>
                                      </p:to>
                                    </p:set>
                                    <p:animEffect transition="in" filter="fade">
                                      <p:cBhvr>
                                        <p:cTn id="31" dur="500"/>
                                        <p:tgtEl>
                                          <p:spTgt spid="14">
                                            <p:txEl>
                                              <p:pRg st="0" end="0"/>
                                            </p:txEl>
                                          </p:spTgt>
                                        </p:tgtEl>
                                      </p:cBhvr>
                                    </p:animEffect>
                                    <p:anim calcmode="lin" valueType="num">
                                      <p:cBhvr>
                                        <p:cTn id="3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3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10" presetClass="entr" presetSubtype="0" fill="hold" grpId="0" nodeType="afterEffect">
                                  <p:stCondLst>
                                    <p:cond delay="0"/>
                                  </p:stCondLst>
                                  <p:childTnLst>
                                    <p:set>
                                      <p:cBhvr>
                                        <p:cTn id="36" dur="1" fill="hold">
                                          <p:stCondLst>
                                            <p:cond delay="0"/>
                                          </p:stCondLst>
                                        </p:cTn>
                                        <p:tgtEl>
                                          <p:spTgt spid="13">
                                            <p:txEl>
                                              <p:pRg st="0" end="0"/>
                                            </p:txEl>
                                          </p:spTgt>
                                        </p:tgtEl>
                                        <p:attrNameLst>
                                          <p:attrName>style.visibility</p:attrName>
                                        </p:attrNameLst>
                                      </p:cBhvr>
                                      <p:to>
                                        <p:strVal val="visible"/>
                                      </p:to>
                                    </p:set>
                                    <p:animEffect transition="in" filter="fade">
                                      <p:cBhvr>
                                        <p:cTn id="37"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11" grpId="0" animBg="1"/>
      <p:bldP spid="12" grpId="0" build="p">
        <p:tmplLst>
          <p:tmpl lvl="1">
            <p:tnLst>
              <p:par>
                <p:cTn presetID="10" presetClass="entr" presetSubtype="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childTnLst>
                </p:cTn>
              </p:par>
            </p:tnLst>
          </p:tmpl>
        </p:tmplLst>
      </p:bldP>
      <p:bldP spid="13" grpId="0" build="p">
        <p:tmplLst>
          <p:tmpl lvl="1">
            <p:tnLst>
              <p:par>
                <p:cTn presetID="10" presetClass="entr" presetSubtype="0"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4" grpId="0" build="p">
        <p:tmplLst>
          <p:tmpl lvl="1">
            <p:tnLst>
              <p:par>
                <p:cTn presetID="42" presetClass="entr" presetSubtype="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10"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Lst>
  </p:timing>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dirty="0">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5" name="Picture Placeholder 9"/>
          <p:cNvSpPr>
            <a:spLocks noGrp="1"/>
          </p:cNvSpPr>
          <p:nvPr>
            <p:ph type="pic" sz="quarter" idx="13" hasCustomPrompt="1"/>
          </p:nvPr>
        </p:nvSpPr>
        <p:spPr>
          <a:xfrm>
            <a:off x="1146628" y="2100942"/>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7" name="Picture Placeholder 9"/>
          <p:cNvSpPr>
            <a:spLocks noGrp="1"/>
          </p:cNvSpPr>
          <p:nvPr>
            <p:ph type="pic" sz="quarter" idx="14" hasCustomPrompt="1"/>
          </p:nvPr>
        </p:nvSpPr>
        <p:spPr>
          <a:xfrm>
            <a:off x="5032828" y="2100942"/>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8" name="Picture Placeholder 9"/>
          <p:cNvSpPr>
            <a:spLocks noGrp="1"/>
          </p:cNvSpPr>
          <p:nvPr>
            <p:ph type="pic" sz="quarter" idx="15" hasCustomPrompt="1"/>
          </p:nvPr>
        </p:nvSpPr>
        <p:spPr>
          <a:xfrm>
            <a:off x="8919028" y="2100941"/>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9" name="Text Placeholder 10"/>
          <p:cNvSpPr>
            <a:spLocks noGrp="1"/>
          </p:cNvSpPr>
          <p:nvPr>
            <p:ph type="body" sz="quarter" idx="29" hasCustomPrompt="1"/>
          </p:nvPr>
        </p:nvSpPr>
        <p:spPr>
          <a:xfrm>
            <a:off x="1146628" y="4642861"/>
            <a:ext cx="2126343"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20" name="Text Placeholder 10"/>
          <p:cNvSpPr>
            <a:spLocks noGrp="1"/>
          </p:cNvSpPr>
          <p:nvPr>
            <p:ph type="body" sz="quarter" idx="35" hasCustomPrompt="1"/>
          </p:nvPr>
        </p:nvSpPr>
        <p:spPr>
          <a:xfrm>
            <a:off x="1146628" y="4431245"/>
            <a:ext cx="2126343" cy="210146"/>
          </a:xfrm>
        </p:spPr>
        <p:txBody>
          <a:bodyPr>
            <a:normAutofit/>
          </a:bodyPr>
          <a:lstStyle>
            <a:lvl1pPr algn="ctr">
              <a:defRPr sz="1200" baseline="0">
                <a:solidFill>
                  <a:schemeClr val="accent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5" name="Text Placeholder 10"/>
          <p:cNvSpPr>
            <a:spLocks noGrp="1"/>
          </p:cNvSpPr>
          <p:nvPr>
            <p:ph type="body" sz="quarter" idx="16" hasCustomPrompt="1"/>
          </p:nvPr>
        </p:nvSpPr>
        <p:spPr>
          <a:xfrm>
            <a:off x="1146628" y="5233299"/>
            <a:ext cx="2126343" cy="773509"/>
          </a:xfrm>
        </p:spPr>
        <p:txBody>
          <a:bodyPr>
            <a:normAutofit/>
          </a:bodyPr>
          <a:lstStyle>
            <a:lvl1pPr algn="ctr">
              <a:defRPr sz="10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6" name="Text Placeholder 10"/>
          <p:cNvSpPr>
            <a:spLocks noGrp="1"/>
          </p:cNvSpPr>
          <p:nvPr>
            <p:ph type="body" sz="quarter" idx="36" hasCustomPrompt="1"/>
          </p:nvPr>
        </p:nvSpPr>
        <p:spPr>
          <a:xfrm>
            <a:off x="5032828" y="4642861"/>
            <a:ext cx="2126343"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27" name="Text Placeholder 10"/>
          <p:cNvSpPr>
            <a:spLocks noGrp="1"/>
          </p:cNvSpPr>
          <p:nvPr>
            <p:ph type="body" sz="quarter" idx="37" hasCustomPrompt="1"/>
          </p:nvPr>
        </p:nvSpPr>
        <p:spPr>
          <a:xfrm>
            <a:off x="5032828" y="4431245"/>
            <a:ext cx="2126343" cy="210146"/>
          </a:xfrm>
        </p:spPr>
        <p:txBody>
          <a:bodyPr>
            <a:normAutofit/>
          </a:bodyPr>
          <a:lstStyle>
            <a:lvl1pPr algn="ctr">
              <a:defRPr sz="1200" baseline="0">
                <a:solidFill>
                  <a:schemeClr val="accent2"/>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9" name="Text Placeholder 10"/>
          <p:cNvSpPr>
            <a:spLocks noGrp="1"/>
          </p:cNvSpPr>
          <p:nvPr>
            <p:ph type="body" sz="quarter" idx="38" hasCustomPrompt="1"/>
          </p:nvPr>
        </p:nvSpPr>
        <p:spPr>
          <a:xfrm>
            <a:off x="5032828" y="5233299"/>
            <a:ext cx="2126343" cy="773509"/>
          </a:xfrm>
        </p:spPr>
        <p:txBody>
          <a:bodyPr>
            <a:normAutofit/>
          </a:bodyPr>
          <a:lstStyle>
            <a:lvl1pPr algn="ctr">
              <a:defRPr sz="10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30" name="Text Placeholder 10"/>
          <p:cNvSpPr>
            <a:spLocks noGrp="1"/>
          </p:cNvSpPr>
          <p:nvPr>
            <p:ph type="body" sz="quarter" idx="39" hasCustomPrompt="1"/>
          </p:nvPr>
        </p:nvSpPr>
        <p:spPr>
          <a:xfrm>
            <a:off x="8919028" y="4637053"/>
            <a:ext cx="2126343"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31" name="Text Placeholder 10"/>
          <p:cNvSpPr>
            <a:spLocks noGrp="1"/>
          </p:cNvSpPr>
          <p:nvPr>
            <p:ph type="body" sz="quarter" idx="40" hasCustomPrompt="1"/>
          </p:nvPr>
        </p:nvSpPr>
        <p:spPr>
          <a:xfrm>
            <a:off x="8919028" y="4425437"/>
            <a:ext cx="2126343" cy="210146"/>
          </a:xfrm>
        </p:spPr>
        <p:txBody>
          <a:bodyPr>
            <a:normAutofit/>
          </a:bodyPr>
          <a:lstStyle>
            <a:lvl1pPr algn="ctr">
              <a:defRPr sz="1200" baseline="0">
                <a:solidFill>
                  <a:schemeClr val="accent4"/>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2" name="Text Placeholder 10"/>
          <p:cNvSpPr>
            <a:spLocks noGrp="1"/>
          </p:cNvSpPr>
          <p:nvPr>
            <p:ph type="body" sz="quarter" idx="41" hasCustomPrompt="1"/>
          </p:nvPr>
        </p:nvSpPr>
        <p:spPr>
          <a:xfrm>
            <a:off x="8919028" y="5227491"/>
            <a:ext cx="2126343" cy="773509"/>
          </a:xfrm>
        </p:spPr>
        <p:txBody>
          <a:bodyPr>
            <a:normAutofit/>
          </a:bodyPr>
          <a:lstStyle>
            <a:lvl1pPr algn="ctr">
              <a:defRPr sz="10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grpSp>
        <p:nvGrpSpPr>
          <p:cNvPr id="33" name="Group 32"/>
          <p:cNvGrpSpPr/>
          <p:nvPr userDrawn="1"/>
        </p:nvGrpSpPr>
        <p:grpSpPr>
          <a:xfrm>
            <a:off x="1441126" y="4932435"/>
            <a:ext cx="1537345" cy="214571"/>
            <a:chOff x="5317188" y="3092930"/>
            <a:chExt cx="1537345" cy="214571"/>
          </a:xfrm>
          <a:solidFill>
            <a:srgbClr val="FFC000"/>
          </a:solidFill>
        </p:grpSpPr>
        <p:sp>
          <p:nvSpPr>
            <p:cNvPr id="34" name="5-Point Star 33"/>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5-Point Star 34"/>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5-Point Star 35"/>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7" name="5-Point Star 36"/>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8" name="5-Point Star 37"/>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39" name="Group 38"/>
          <p:cNvGrpSpPr/>
          <p:nvPr userDrawn="1"/>
        </p:nvGrpSpPr>
        <p:grpSpPr>
          <a:xfrm>
            <a:off x="5327327" y="4932479"/>
            <a:ext cx="1537345" cy="214571"/>
            <a:chOff x="5317188" y="3092930"/>
            <a:chExt cx="1537345" cy="214571"/>
          </a:xfrm>
          <a:solidFill>
            <a:srgbClr val="FFC000"/>
          </a:solidFill>
        </p:grpSpPr>
        <p:sp>
          <p:nvSpPr>
            <p:cNvPr id="40" name="5-Point Star 39"/>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1" name="5-Point Star 40"/>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2" name="5-Point Star 41"/>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3" name="5-Point Star 42"/>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5-Point Star 43"/>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45" name="Group 44"/>
          <p:cNvGrpSpPr/>
          <p:nvPr userDrawn="1"/>
        </p:nvGrpSpPr>
        <p:grpSpPr>
          <a:xfrm>
            <a:off x="9213526" y="4932435"/>
            <a:ext cx="1537345" cy="214571"/>
            <a:chOff x="5317188" y="3092930"/>
            <a:chExt cx="1537345" cy="214571"/>
          </a:xfrm>
          <a:solidFill>
            <a:srgbClr val="FFC000"/>
          </a:solidFill>
        </p:grpSpPr>
        <p:sp>
          <p:nvSpPr>
            <p:cNvPr id="46" name="5-Point Star 45"/>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7" name="5-Point Star 46"/>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8" name="5-Point Star 47"/>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9" name="5-Point Star 48"/>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0" name="5-Point Star 49"/>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Tree>
    <p:extLst>
      <p:ext uri="{BB962C8B-B14F-4D97-AF65-F5344CB8AC3E}">
        <p14:creationId xmlns:p14="http://schemas.microsoft.com/office/powerpoint/2010/main" val="224458861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p:cTn id="15" dur="500" fill="hold"/>
                                        <p:tgtEl>
                                          <p:spTgt spid="15"/>
                                        </p:tgtEl>
                                        <p:attrNameLst>
                                          <p:attrName>ppt_w</p:attrName>
                                        </p:attrNameLst>
                                      </p:cBhvr>
                                      <p:tavLst>
                                        <p:tav tm="0">
                                          <p:val>
                                            <p:fltVal val="0"/>
                                          </p:val>
                                        </p:tav>
                                        <p:tav tm="100000">
                                          <p:val>
                                            <p:strVal val="#ppt_w"/>
                                          </p:val>
                                        </p:tav>
                                      </p:tavLst>
                                    </p:anim>
                                    <p:anim calcmode="lin" valueType="num">
                                      <p:cBhvr>
                                        <p:cTn id="16" dur="500" fill="hold"/>
                                        <p:tgtEl>
                                          <p:spTgt spid="15"/>
                                        </p:tgtEl>
                                        <p:attrNameLst>
                                          <p:attrName>ppt_h</p:attrName>
                                        </p:attrNameLst>
                                      </p:cBhvr>
                                      <p:tavLst>
                                        <p:tav tm="0">
                                          <p:val>
                                            <p:fltVal val="0"/>
                                          </p:val>
                                        </p:tav>
                                        <p:tav tm="100000">
                                          <p:val>
                                            <p:strVal val="#ppt_h"/>
                                          </p:val>
                                        </p:tav>
                                      </p:tavLst>
                                    </p:anim>
                                    <p:animEffect transition="in" filter="fade">
                                      <p:cBhvr>
                                        <p:cTn id="17" dur="500"/>
                                        <p:tgtEl>
                                          <p:spTgt spid="15"/>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fade">
                                      <p:cBhvr>
                                        <p:cTn id="20" dur="500"/>
                                        <p:tgtEl>
                                          <p:spTgt spid="20">
                                            <p:txEl>
                                              <p:pRg st="0" end="0"/>
                                            </p:tx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9">
                                            <p:txEl>
                                              <p:pRg st="0" end="0"/>
                                            </p:txEl>
                                          </p:spTgt>
                                        </p:tgtEl>
                                        <p:attrNameLst>
                                          <p:attrName>style.visibility</p:attrName>
                                        </p:attrNameLst>
                                      </p:cBhvr>
                                      <p:to>
                                        <p:strVal val="visible"/>
                                      </p:to>
                                    </p:set>
                                    <p:animEffect transition="in" filter="fade">
                                      <p:cBhvr>
                                        <p:cTn id="23" dur="500"/>
                                        <p:tgtEl>
                                          <p:spTgt spid="19">
                                            <p:txEl>
                                              <p:pRg st="0" end="0"/>
                                            </p:txEl>
                                          </p:spTgt>
                                        </p:tgtEl>
                                      </p:cBhvr>
                                    </p:animEffect>
                                  </p:childTnLst>
                                </p:cTn>
                              </p:par>
                            </p:childTnLst>
                          </p:cTn>
                        </p:par>
                        <p:par>
                          <p:cTn id="24" fill="hold">
                            <p:stCondLst>
                              <p:cond delay="1500"/>
                            </p:stCondLst>
                            <p:childTnLst>
                              <p:par>
                                <p:cTn id="25" presetID="22" presetClass="entr" presetSubtype="8" fill="hold" nodeType="afterEffect">
                                  <p:stCondLst>
                                    <p:cond delay="0"/>
                                  </p:stCondLst>
                                  <p:childTnLst>
                                    <p:set>
                                      <p:cBhvr>
                                        <p:cTn id="26" dur="1" fill="hold">
                                          <p:stCondLst>
                                            <p:cond delay="0"/>
                                          </p:stCondLst>
                                        </p:cTn>
                                        <p:tgtEl>
                                          <p:spTgt spid="33"/>
                                        </p:tgtEl>
                                        <p:attrNameLst>
                                          <p:attrName>style.visibility</p:attrName>
                                        </p:attrNameLst>
                                      </p:cBhvr>
                                      <p:to>
                                        <p:strVal val="visible"/>
                                      </p:to>
                                    </p:set>
                                    <p:animEffect transition="in" filter="wipe(left)">
                                      <p:cBhvr>
                                        <p:cTn id="27" dur="500"/>
                                        <p:tgtEl>
                                          <p:spTgt spid="33"/>
                                        </p:tgtEl>
                                      </p:cBhvr>
                                    </p:animEffect>
                                  </p:childTnLst>
                                </p:cTn>
                              </p:par>
                              <p:par>
                                <p:cTn id="28" presetID="42" presetClass="entr" presetSubtype="0" fill="hold" grpId="0" nodeType="withEffect">
                                  <p:stCondLst>
                                    <p:cond delay="0"/>
                                  </p:stCondLst>
                                  <p:childTnLst>
                                    <p:set>
                                      <p:cBhvr>
                                        <p:cTn id="29" dur="1" fill="hold">
                                          <p:stCondLst>
                                            <p:cond delay="0"/>
                                          </p:stCondLst>
                                        </p:cTn>
                                        <p:tgtEl>
                                          <p:spTgt spid="25">
                                            <p:txEl>
                                              <p:pRg st="0" end="0"/>
                                            </p:txEl>
                                          </p:spTgt>
                                        </p:tgtEl>
                                        <p:attrNameLst>
                                          <p:attrName>style.visibility</p:attrName>
                                        </p:attrNameLst>
                                      </p:cBhvr>
                                      <p:to>
                                        <p:strVal val="visible"/>
                                      </p:to>
                                    </p:set>
                                    <p:animEffect transition="in" filter="fade">
                                      <p:cBhvr>
                                        <p:cTn id="30" dur="500"/>
                                        <p:tgtEl>
                                          <p:spTgt spid="25">
                                            <p:txEl>
                                              <p:pRg st="0" end="0"/>
                                            </p:txEl>
                                          </p:spTgt>
                                        </p:tgtEl>
                                      </p:cBhvr>
                                    </p:animEffect>
                                    <p:anim calcmode="lin" valueType="num">
                                      <p:cBhvr>
                                        <p:cTn id="31"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32" dur="500" fill="hold"/>
                                        <p:tgtEl>
                                          <p:spTgt spid="25">
                                            <p:txEl>
                                              <p:pRg st="0" end="0"/>
                                            </p:txEl>
                                          </p:spTgt>
                                        </p:tgtEl>
                                        <p:attrNameLst>
                                          <p:attrName>ppt_y</p:attrName>
                                        </p:attrNameLst>
                                      </p:cBhvr>
                                      <p:tavLst>
                                        <p:tav tm="0">
                                          <p:val>
                                            <p:strVal val="#ppt_y+.1"/>
                                          </p:val>
                                        </p:tav>
                                        <p:tav tm="100000">
                                          <p:val>
                                            <p:strVal val="#ppt_y"/>
                                          </p:val>
                                        </p:tav>
                                      </p:tavLst>
                                    </p:anim>
                                  </p:childTnLst>
                                </p:cTn>
                              </p:par>
                            </p:childTnLst>
                          </p:cTn>
                        </p:par>
                        <p:par>
                          <p:cTn id="33" fill="hold">
                            <p:stCondLst>
                              <p:cond delay="2000"/>
                            </p:stCondLst>
                            <p:childTnLst>
                              <p:par>
                                <p:cTn id="34" presetID="53" presetClass="entr" presetSubtype="16" fill="hold" grpId="0" nodeType="afterEffect">
                                  <p:stCondLst>
                                    <p:cond delay="0"/>
                                  </p:stCondLst>
                                  <p:childTnLst>
                                    <p:set>
                                      <p:cBhvr>
                                        <p:cTn id="35" dur="1" fill="hold">
                                          <p:stCondLst>
                                            <p:cond delay="0"/>
                                          </p:stCondLst>
                                        </p:cTn>
                                        <p:tgtEl>
                                          <p:spTgt spid="17"/>
                                        </p:tgtEl>
                                        <p:attrNameLst>
                                          <p:attrName>style.visibility</p:attrName>
                                        </p:attrNameLst>
                                      </p:cBhvr>
                                      <p:to>
                                        <p:strVal val="visible"/>
                                      </p:to>
                                    </p:set>
                                    <p:anim calcmode="lin" valueType="num">
                                      <p:cBhvr>
                                        <p:cTn id="36" dur="500" fill="hold"/>
                                        <p:tgtEl>
                                          <p:spTgt spid="17"/>
                                        </p:tgtEl>
                                        <p:attrNameLst>
                                          <p:attrName>ppt_w</p:attrName>
                                        </p:attrNameLst>
                                      </p:cBhvr>
                                      <p:tavLst>
                                        <p:tav tm="0">
                                          <p:val>
                                            <p:fltVal val="0"/>
                                          </p:val>
                                        </p:tav>
                                        <p:tav tm="100000">
                                          <p:val>
                                            <p:strVal val="#ppt_w"/>
                                          </p:val>
                                        </p:tav>
                                      </p:tavLst>
                                    </p:anim>
                                    <p:anim calcmode="lin" valueType="num">
                                      <p:cBhvr>
                                        <p:cTn id="37" dur="500" fill="hold"/>
                                        <p:tgtEl>
                                          <p:spTgt spid="17"/>
                                        </p:tgtEl>
                                        <p:attrNameLst>
                                          <p:attrName>ppt_h</p:attrName>
                                        </p:attrNameLst>
                                      </p:cBhvr>
                                      <p:tavLst>
                                        <p:tav tm="0">
                                          <p:val>
                                            <p:fltVal val="0"/>
                                          </p:val>
                                        </p:tav>
                                        <p:tav tm="100000">
                                          <p:val>
                                            <p:strVal val="#ppt_h"/>
                                          </p:val>
                                        </p:tav>
                                      </p:tavLst>
                                    </p:anim>
                                    <p:animEffect transition="in" filter="fade">
                                      <p:cBhvr>
                                        <p:cTn id="38" dur="500"/>
                                        <p:tgtEl>
                                          <p:spTgt spid="17"/>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xEl>
                                              <p:pRg st="0" end="0"/>
                                            </p:txEl>
                                          </p:spTgt>
                                        </p:tgtEl>
                                        <p:attrNameLst>
                                          <p:attrName>style.visibility</p:attrName>
                                        </p:attrNameLst>
                                      </p:cBhvr>
                                      <p:to>
                                        <p:strVal val="visible"/>
                                      </p:to>
                                    </p:set>
                                    <p:animEffect transition="in" filter="fade">
                                      <p:cBhvr>
                                        <p:cTn id="41" dur="500"/>
                                        <p:tgtEl>
                                          <p:spTgt spid="27">
                                            <p:txEl>
                                              <p:pRg st="0" end="0"/>
                                            </p:txEl>
                                          </p:spTgt>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6">
                                            <p:txEl>
                                              <p:pRg st="0" end="0"/>
                                            </p:txEl>
                                          </p:spTgt>
                                        </p:tgtEl>
                                        <p:attrNameLst>
                                          <p:attrName>style.visibility</p:attrName>
                                        </p:attrNameLst>
                                      </p:cBhvr>
                                      <p:to>
                                        <p:strVal val="visible"/>
                                      </p:to>
                                    </p:set>
                                    <p:animEffect transition="in" filter="fade">
                                      <p:cBhvr>
                                        <p:cTn id="44" dur="500"/>
                                        <p:tgtEl>
                                          <p:spTgt spid="26">
                                            <p:txEl>
                                              <p:pRg st="0" end="0"/>
                                            </p:txEl>
                                          </p:spTgt>
                                        </p:tgtEl>
                                      </p:cBhvr>
                                    </p:animEffect>
                                  </p:childTnLst>
                                </p:cTn>
                              </p:par>
                            </p:childTnLst>
                          </p:cTn>
                        </p:par>
                        <p:par>
                          <p:cTn id="45" fill="hold">
                            <p:stCondLst>
                              <p:cond delay="2500"/>
                            </p:stCondLst>
                            <p:childTnLst>
                              <p:par>
                                <p:cTn id="46" presetID="22" presetClass="entr" presetSubtype="8" fill="hold" nodeType="afterEffect">
                                  <p:stCondLst>
                                    <p:cond delay="0"/>
                                  </p:stCondLst>
                                  <p:childTnLst>
                                    <p:set>
                                      <p:cBhvr>
                                        <p:cTn id="47" dur="1" fill="hold">
                                          <p:stCondLst>
                                            <p:cond delay="0"/>
                                          </p:stCondLst>
                                        </p:cTn>
                                        <p:tgtEl>
                                          <p:spTgt spid="39"/>
                                        </p:tgtEl>
                                        <p:attrNameLst>
                                          <p:attrName>style.visibility</p:attrName>
                                        </p:attrNameLst>
                                      </p:cBhvr>
                                      <p:to>
                                        <p:strVal val="visible"/>
                                      </p:to>
                                    </p:set>
                                    <p:animEffect transition="in" filter="wipe(left)">
                                      <p:cBhvr>
                                        <p:cTn id="48" dur="500"/>
                                        <p:tgtEl>
                                          <p:spTgt spid="39"/>
                                        </p:tgtEl>
                                      </p:cBhvr>
                                    </p:animEffect>
                                  </p:childTnLst>
                                </p:cTn>
                              </p:par>
                              <p:par>
                                <p:cTn id="49" presetID="42" presetClass="entr" presetSubtype="0" fill="hold" grpId="0" nodeType="withEffect">
                                  <p:stCondLst>
                                    <p:cond delay="0"/>
                                  </p:stCondLst>
                                  <p:childTnLst>
                                    <p:set>
                                      <p:cBhvr>
                                        <p:cTn id="50" dur="1" fill="hold">
                                          <p:stCondLst>
                                            <p:cond delay="0"/>
                                          </p:stCondLst>
                                        </p:cTn>
                                        <p:tgtEl>
                                          <p:spTgt spid="29">
                                            <p:txEl>
                                              <p:pRg st="0" end="0"/>
                                            </p:txEl>
                                          </p:spTgt>
                                        </p:tgtEl>
                                        <p:attrNameLst>
                                          <p:attrName>style.visibility</p:attrName>
                                        </p:attrNameLst>
                                      </p:cBhvr>
                                      <p:to>
                                        <p:strVal val="visible"/>
                                      </p:to>
                                    </p:set>
                                    <p:animEffect transition="in" filter="fade">
                                      <p:cBhvr>
                                        <p:cTn id="51" dur="500"/>
                                        <p:tgtEl>
                                          <p:spTgt spid="29">
                                            <p:txEl>
                                              <p:pRg st="0" end="0"/>
                                            </p:txEl>
                                          </p:spTgt>
                                        </p:tgtEl>
                                      </p:cBhvr>
                                    </p:animEffect>
                                    <p:anim calcmode="lin" valueType="num">
                                      <p:cBhvr>
                                        <p:cTn id="52"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3000"/>
                            </p:stCondLst>
                            <p:childTnLst>
                              <p:par>
                                <p:cTn id="55" presetID="53" presetClass="entr" presetSubtype="16" fill="hold" grpId="0" nodeType="afterEffect">
                                  <p:stCondLst>
                                    <p:cond delay="0"/>
                                  </p:stCondLst>
                                  <p:childTnLst>
                                    <p:set>
                                      <p:cBhvr>
                                        <p:cTn id="56" dur="1" fill="hold">
                                          <p:stCondLst>
                                            <p:cond delay="0"/>
                                          </p:stCondLst>
                                        </p:cTn>
                                        <p:tgtEl>
                                          <p:spTgt spid="18"/>
                                        </p:tgtEl>
                                        <p:attrNameLst>
                                          <p:attrName>style.visibility</p:attrName>
                                        </p:attrNameLst>
                                      </p:cBhvr>
                                      <p:to>
                                        <p:strVal val="visible"/>
                                      </p:to>
                                    </p:set>
                                    <p:anim calcmode="lin" valueType="num">
                                      <p:cBhvr>
                                        <p:cTn id="57" dur="500" fill="hold"/>
                                        <p:tgtEl>
                                          <p:spTgt spid="18"/>
                                        </p:tgtEl>
                                        <p:attrNameLst>
                                          <p:attrName>ppt_w</p:attrName>
                                        </p:attrNameLst>
                                      </p:cBhvr>
                                      <p:tavLst>
                                        <p:tav tm="0">
                                          <p:val>
                                            <p:fltVal val="0"/>
                                          </p:val>
                                        </p:tav>
                                        <p:tav tm="100000">
                                          <p:val>
                                            <p:strVal val="#ppt_w"/>
                                          </p:val>
                                        </p:tav>
                                      </p:tavLst>
                                    </p:anim>
                                    <p:anim calcmode="lin" valueType="num">
                                      <p:cBhvr>
                                        <p:cTn id="58" dur="500" fill="hold"/>
                                        <p:tgtEl>
                                          <p:spTgt spid="18"/>
                                        </p:tgtEl>
                                        <p:attrNameLst>
                                          <p:attrName>ppt_h</p:attrName>
                                        </p:attrNameLst>
                                      </p:cBhvr>
                                      <p:tavLst>
                                        <p:tav tm="0">
                                          <p:val>
                                            <p:fltVal val="0"/>
                                          </p:val>
                                        </p:tav>
                                        <p:tav tm="100000">
                                          <p:val>
                                            <p:strVal val="#ppt_h"/>
                                          </p:val>
                                        </p:tav>
                                      </p:tavLst>
                                    </p:anim>
                                    <p:animEffect transition="in" filter="fade">
                                      <p:cBhvr>
                                        <p:cTn id="59" dur="500"/>
                                        <p:tgtEl>
                                          <p:spTgt spid="1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1">
                                            <p:txEl>
                                              <p:pRg st="0" end="0"/>
                                            </p:txEl>
                                          </p:spTgt>
                                        </p:tgtEl>
                                        <p:attrNameLst>
                                          <p:attrName>style.visibility</p:attrName>
                                        </p:attrNameLst>
                                      </p:cBhvr>
                                      <p:to>
                                        <p:strVal val="visible"/>
                                      </p:to>
                                    </p:set>
                                    <p:animEffect transition="in" filter="fade">
                                      <p:cBhvr>
                                        <p:cTn id="62" dur="500"/>
                                        <p:tgtEl>
                                          <p:spTgt spid="31">
                                            <p:txEl>
                                              <p:pRg st="0" end="0"/>
                                            </p:txEl>
                                          </p:spTgt>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0">
                                            <p:txEl>
                                              <p:pRg st="0" end="0"/>
                                            </p:txEl>
                                          </p:spTgt>
                                        </p:tgtEl>
                                        <p:attrNameLst>
                                          <p:attrName>style.visibility</p:attrName>
                                        </p:attrNameLst>
                                      </p:cBhvr>
                                      <p:to>
                                        <p:strVal val="visible"/>
                                      </p:to>
                                    </p:set>
                                    <p:animEffect transition="in" filter="fade">
                                      <p:cBhvr>
                                        <p:cTn id="65" dur="500"/>
                                        <p:tgtEl>
                                          <p:spTgt spid="30">
                                            <p:txEl>
                                              <p:pRg st="0" end="0"/>
                                            </p:txEl>
                                          </p:spTgt>
                                        </p:tgtEl>
                                      </p:cBhvr>
                                    </p:animEffect>
                                  </p:childTnLst>
                                </p:cTn>
                              </p:par>
                            </p:childTnLst>
                          </p:cTn>
                        </p:par>
                        <p:par>
                          <p:cTn id="66" fill="hold">
                            <p:stCondLst>
                              <p:cond delay="3500"/>
                            </p:stCondLst>
                            <p:childTnLst>
                              <p:par>
                                <p:cTn id="67" presetID="22" presetClass="entr" presetSubtype="8" fill="hold" nodeType="afterEffect">
                                  <p:stCondLst>
                                    <p:cond delay="0"/>
                                  </p:stCondLst>
                                  <p:childTnLst>
                                    <p:set>
                                      <p:cBhvr>
                                        <p:cTn id="68" dur="1" fill="hold">
                                          <p:stCondLst>
                                            <p:cond delay="0"/>
                                          </p:stCondLst>
                                        </p:cTn>
                                        <p:tgtEl>
                                          <p:spTgt spid="45"/>
                                        </p:tgtEl>
                                        <p:attrNameLst>
                                          <p:attrName>style.visibility</p:attrName>
                                        </p:attrNameLst>
                                      </p:cBhvr>
                                      <p:to>
                                        <p:strVal val="visible"/>
                                      </p:to>
                                    </p:set>
                                    <p:animEffect transition="in" filter="wipe(left)">
                                      <p:cBhvr>
                                        <p:cTn id="69" dur="500"/>
                                        <p:tgtEl>
                                          <p:spTgt spid="45"/>
                                        </p:tgtEl>
                                      </p:cBhvr>
                                    </p:animEffect>
                                  </p:childTnLst>
                                </p:cTn>
                              </p:par>
                              <p:par>
                                <p:cTn id="70" presetID="42" presetClass="entr" presetSubtype="0" fill="hold" grpId="0" nodeType="withEffect">
                                  <p:stCondLst>
                                    <p:cond delay="0"/>
                                  </p:stCondLst>
                                  <p:childTnLst>
                                    <p:set>
                                      <p:cBhvr>
                                        <p:cTn id="71" dur="1" fill="hold">
                                          <p:stCondLst>
                                            <p:cond delay="0"/>
                                          </p:stCondLst>
                                        </p:cTn>
                                        <p:tgtEl>
                                          <p:spTgt spid="32">
                                            <p:txEl>
                                              <p:pRg st="0" end="0"/>
                                            </p:txEl>
                                          </p:spTgt>
                                        </p:tgtEl>
                                        <p:attrNameLst>
                                          <p:attrName>style.visibility</p:attrName>
                                        </p:attrNameLst>
                                      </p:cBhvr>
                                      <p:to>
                                        <p:strVal val="visible"/>
                                      </p:to>
                                    </p:set>
                                    <p:animEffect transition="in" filter="fade">
                                      <p:cBhvr>
                                        <p:cTn id="72" dur="500"/>
                                        <p:tgtEl>
                                          <p:spTgt spid="32">
                                            <p:txEl>
                                              <p:pRg st="0" end="0"/>
                                            </p:txEl>
                                          </p:spTgt>
                                        </p:tgtEl>
                                      </p:cBhvr>
                                    </p:animEffect>
                                    <p:anim calcmode="lin" valueType="num">
                                      <p:cBhvr>
                                        <p:cTn id="73"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74" dur="500" fill="hold"/>
                                        <p:tgtEl>
                                          <p:spTgt spid="32">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5" grpId="0" animBg="1"/>
      <p:bldP spid="17" grpId="0" animBg="1"/>
      <p:bldP spid="18" grpId="0" animBg="1"/>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build="p">
        <p:tmplLst>
          <p:tmpl lvl="1">
            <p:tnLst>
              <p:par>
                <p:cTn presetID="10"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anim calcmode="lin" valueType="num">
                      <p:cBhvr>
                        <p:cTn dur="500" fill="hold"/>
                        <p:tgtEl>
                          <p:spTgt spid="25"/>
                        </p:tgtEl>
                        <p:attrNameLst>
                          <p:attrName>ppt_x</p:attrName>
                        </p:attrNameLst>
                      </p:cBhvr>
                      <p:tavLst>
                        <p:tav tm="0">
                          <p:val>
                            <p:strVal val="#ppt_x"/>
                          </p:val>
                        </p:tav>
                        <p:tav tm="100000">
                          <p:val>
                            <p:strVal val="#ppt_x"/>
                          </p:val>
                        </p:tav>
                      </p:tavLst>
                    </p:anim>
                    <p:anim calcmode="lin" valueType="num">
                      <p:cBhvr>
                        <p:cTn dur="500" fill="hold"/>
                        <p:tgtEl>
                          <p:spTgt spid="25"/>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10"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7" grpId="0" build="p">
        <p:tmplLst>
          <p:tmpl lvl="1">
            <p:tnLst>
              <p:par>
                <p:cTn presetID="10"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10"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10"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2" grpId="0" build="p">
        <p:tmplLst>
          <p:tmpl lvl="1">
            <p:tnLst>
              <p:par>
                <p:cTn presetID="42"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anim calcmode="lin" valueType="num">
                      <p:cBhvr>
                        <p:cTn dur="500" fill="hold"/>
                        <p:tgtEl>
                          <p:spTgt spid="32"/>
                        </p:tgtEl>
                        <p:attrNameLst>
                          <p:attrName>ppt_x</p:attrName>
                        </p:attrNameLst>
                      </p:cBhvr>
                      <p:tavLst>
                        <p:tav tm="0">
                          <p:val>
                            <p:strVal val="#ppt_x"/>
                          </p:val>
                        </p:tav>
                        <p:tav tm="100000">
                          <p:val>
                            <p:strVal val="#ppt_x"/>
                          </p:val>
                        </p:tav>
                      </p:tavLst>
                    </p:anim>
                    <p:anim calcmode="lin" valueType="num">
                      <p:cBhvr>
                        <p:cTn dur="500" fill="hold"/>
                        <p:tgtEl>
                          <p:spTgt spid="32"/>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Picture Placeholder 6"/>
          <p:cNvSpPr>
            <a:spLocks noGrp="1"/>
          </p:cNvSpPr>
          <p:nvPr>
            <p:ph type="pic" sz="quarter" idx="13" hasCustomPrompt="1"/>
          </p:nvPr>
        </p:nvSpPr>
        <p:spPr>
          <a:xfrm>
            <a:off x="838200" y="1975890"/>
            <a:ext cx="2046740" cy="2015540"/>
          </a:xfrm>
          <a:solidFill>
            <a:schemeClr val="bg1">
              <a:lumMod val="95000"/>
            </a:schemeClr>
          </a:solidFill>
        </p:spPr>
        <p:txBody>
          <a:bodyPr/>
          <a:lstStyle>
            <a:lvl1pPr>
              <a:defRPr/>
            </a:lvl1pPr>
          </a:lstStyle>
          <a:p>
            <a:r>
              <a:rPr lang="id-ID" dirty="0" smtClean="0"/>
              <a:t>Img</a:t>
            </a:r>
            <a:endParaRPr lang="en-AU" dirty="0"/>
          </a:p>
        </p:txBody>
      </p:sp>
      <p:sp>
        <p:nvSpPr>
          <p:cNvPr id="11" name="Picture Placeholder 6"/>
          <p:cNvSpPr>
            <a:spLocks noGrp="1"/>
          </p:cNvSpPr>
          <p:nvPr>
            <p:ph type="pic" sz="quarter" idx="14" hasCustomPrompt="1"/>
          </p:nvPr>
        </p:nvSpPr>
        <p:spPr>
          <a:xfrm>
            <a:off x="3037340" y="4143830"/>
            <a:ext cx="2046740" cy="2015540"/>
          </a:xfrm>
          <a:solidFill>
            <a:schemeClr val="bg1">
              <a:lumMod val="95000"/>
            </a:schemeClr>
          </a:solidFill>
        </p:spPr>
        <p:txBody>
          <a:bodyPr/>
          <a:lstStyle>
            <a:lvl1pPr>
              <a:defRPr/>
            </a:lvl1pPr>
          </a:lstStyle>
          <a:p>
            <a:r>
              <a:rPr lang="id-ID" dirty="0" smtClean="0"/>
              <a:t>Img</a:t>
            </a:r>
            <a:endParaRPr lang="en-AU" dirty="0"/>
          </a:p>
        </p:txBody>
      </p:sp>
      <p:sp>
        <p:nvSpPr>
          <p:cNvPr id="2" name="Rectangle 1"/>
          <p:cNvSpPr/>
          <p:nvPr userDrawn="1"/>
        </p:nvSpPr>
        <p:spPr>
          <a:xfrm>
            <a:off x="838200" y="4143830"/>
            <a:ext cx="2046740" cy="20155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3" name="Rectangle 12"/>
          <p:cNvSpPr/>
          <p:nvPr userDrawn="1"/>
        </p:nvSpPr>
        <p:spPr>
          <a:xfrm>
            <a:off x="3037340" y="1988171"/>
            <a:ext cx="2046740" cy="20155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4" name="Text Placeholder 10"/>
          <p:cNvSpPr>
            <a:spLocks noGrp="1"/>
          </p:cNvSpPr>
          <p:nvPr>
            <p:ph type="body" sz="quarter" idx="27" hasCustomPrompt="1"/>
          </p:nvPr>
        </p:nvSpPr>
        <p:spPr>
          <a:xfrm>
            <a:off x="943566" y="4443315"/>
            <a:ext cx="1856079" cy="210146"/>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5" name="Text Placeholder 10"/>
          <p:cNvSpPr>
            <a:spLocks noGrp="1"/>
          </p:cNvSpPr>
          <p:nvPr>
            <p:ph type="body" sz="quarter" idx="28" hasCustomPrompt="1"/>
          </p:nvPr>
        </p:nvSpPr>
        <p:spPr>
          <a:xfrm>
            <a:off x="943566" y="4774084"/>
            <a:ext cx="1856079"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8" name="Text Placeholder 10"/>
          <p:cNvSpPr>
            <a:spLocks noGrp="1"/>
          </p:cNvSpPr>
          <p:nvPr>
            <p:ph type="body" sz="quarter" idx="29" hasCustomPrompt="1"/>
          </p:nvPr>
        </p:nvSpPr>
        <p:spPr>
          <a:xfrm>
            <a:off x="3139100" y="2321461"/>
            <a:ext cx="1856079" cy="210146"/>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9" name="Text Placeholder 10"/>
          <p:cNvSpPr>
            <a:spLocks noGrp="1"/>
          </p:cNvSpPr>
          <p:nvPr>
            <p:ph type="body" sz="quarter" idx="30" hasCustomPrompt="1"/>
          </p:nvPr>
        </p:nvSpPr>
        <p:spPr>
          <a:xfrm>
            <a:off x="3139100" y="2652230"/>
            <a:ext cx="1856079"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20" name="Picture Placeholder 6"/>
          <p:cNvSpPr>
            <a:spLocks noGrp="1"/>
          </p:cNvSpPr>
          <p:nvPr>
            <p:ph type="pic" sz="quarter" idx="31" hasCustomPrompt="1"/>
          </p:nvPr>
        </p:nvSpPr>
        <p:spPr>
          <a:xfrm>
            <a:off x="5236480" y="2023193"/>
            <a:ext cx="6117320" cy="1980518"/>
          </a:xfrm>
          <a:solidFill>
            <a:schemeClr val="bg1">
              <a:lumMod val="95000"/>
            </a:schemeClr>
          </a:solidFill>
        </p:spPr>
        <p:txBody>
          <a:bodyPr/>
          <a:lstStyle>
            <a:lvl1pPr>
              <a:defRPr/>
            </a:lvl1pPr>
          </a:lstStyle>
          <a:p>
            <a:r>
              <a:rPr lang="id-ID" dirty="0" smtClean="0"/>
              <a:t>Img</a:t>
            </a:r>
            <a:endParaRPr lang="en-AU" dirty="0"/>
          </a:p>
        </p:txBody>
      </p:sp>
      <p:sp>
        <p:nvSpPr>
          <p:cNvPr id="21" name="Rectangle 20"/>
          <p:cNvSpPr/>
          <p:nvPr userDrawn="1"/>
        </p:nvSpPr>
        <p:spPr>
          <a:xfrm>
            <a:off x="5236480" y="4143830"/>
            <a:ext cx="6117320" cy="20155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2" name="Text Placeholder 10"/>
          <p:cNvSpPr>
            <a:spLocks noGrp="1"/>
          </p:cNvSpPr>
          <p:nvPr>
            <p:ph type="body" sz="quarter" idx="32" hasCustomPrompt="1"/>
          </p:nvPr>
        </p:nvSpPr>
        <p:spPr>
          <a:xfrm>
            <a:off x="5500255" y="4408159"/>
            <a:ext cx="5537858" cy="210146"/>
          </a:xfrm>
        </p:spPr>
        <p:txBody>
          <a:bodyPr>
            <a:noAutofit/>
          </a:bodyPr>
          <a:lstStyle>
            <a:lvl1pPr algn="l">
              <a:defRPr sz="16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3" name="Text Placeholder 10"/>
          <p:cNvSpPr>
            <a:spLocks noGrp="1"/>
          </p:cNvSpPr>
          <p:nvPr>
            <p:ph type="body" sz="quarter" idx="33" hasCustomPrompt="1"/>
          </p:nvPr>
        </p:nvSpPr>
        <p:spPr>
          <a:xfrm>
            <a:off x="5500255" y="4794349"/>
            <a:ext cx="5537858" cy="947408"/>
          </a:xfrm>
        </p:spPr>
        <p:txBody>
          <a:bodyPr>
            <a:noAutofit/>
          </a:bodyPr>
          <a:lstStyle>
            <a:lvl1pPr algn="l">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 here</a:t>
            </a:r>
            <a:endParaRPr lang="en-AU" dirty="0"/>
          </a:p>
        </p:txBody>
      </p:sp>
    </p:spTree>
    <p:extLst>
      <p:ext uri="{BB962C8B-B14F-4D97-AF65-F5344CB8AC3E}">
        <p14:creationId xmlns:p14="http://schemas.microsoft.com/office/powerpoint/2010/main" val="39821175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Effect transition="in" filter="fade">
                                      <p:cBhvr>
                                        <p:cTn id="25" dur="500"/>
                                        <p:tgtEl>
                                          <p:spTgt spid="14">
                                            <p:txEl>
                                              <p:pRg st="0" end="0"/>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5">
                                            <p:txEl>
                                              <p:pRg st="0" end="0"/>
                                            </p:txEl>
                                          </p:spTgt>
                                        </p:tgtEl>
                                        <p:attrNameLst>
                                          <p:attrName>style.visibility</p:attrName>
                                        </p:attrNameLst>
                                      </p:cBhvr>
                                      <p:to>
                                        <p:strVal val="visible"/>
                                      </p:to>
                                    </p:set>
                                    <p:animEffect transition="in" filter="fade">
                                      <p:cBhvr>
                                        <p:cTn id="28" dur="500"/>
                                        <p:tgtEl>
                                          <p:spTgt spid="15">
                                            <p:txEl>
                                              <p:pRg st="0" end="0"/>
                                            </p:txEl>
                                          </p:spTgt>
                                        </p:tgtEl>
                                      </p:cBhvr>
                                    </p:animEffect>
                                  </p:childTnLst>
                                </p:cTn>
                              </p:par>
                            </p:childTnLst>
                          </p:cTn>
                        </p:par>
                        <p:par>
                          <p:cTn id="29" fill="hold">
                            <p:stCondLst>
                              <p:cond delay="2500"/>
                            </p:stCondLst>
                            <p:childTnLst>
                              <p:par>
                                <p:cTn id="30" presetID="53" presetClass="entr" presetSubtype="16"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p:cTn id="32" dur="500" fill="hold"/>
                                        <p:tgtEl>
                                          <p:spTgt spid="11"/>
                                        </p:tgtEl>
                                        <p:attrNameLst>
                                          <p:attrName>ppt_w</p:attrName>
                                        </p:attrNameLst>
                                      </p:cBhvr>
                                      <p:tavLst>
                                        <p:tav tm="0">
                                          <p:val>
                                            <p:fltVal val="0"/>
                                          </p:val>
                                        </p:tav>
                                        <p:tav tm="100000">
                                          <p:val>
                                            <p:strVal val="#ppt_w"/>
                                          </p:val>
                                        </p:tav>
                                      </p:tavLst>
                                    </p:anim>
                                    <p:anim calcmode="lin" valueType="num">
                                      <p:cBhvr>
                                        <p:cTn id="33" dur="500" fill="hold"/>
                                        <p:tgtEl>
                                          <p:spTgt spid="11"/>
                                        </p:tgtEl>
                                        <p:attrNameLst>
                                          <p:attrName>ppt_h</p:attrName>
                                        </p:attrNameLst>
                                      </p:cBhvr>
                                      <p:tavLst>
                                        <p:tav tm="0">
                                          <p:val>
                                            <p:fltVal val="0"/>
                                          </p:val>
                                        </p:tav>
                                        <p:tav tm="100000">
                                          <p:val>
                                            <p:strVal val="#ppt_h"/>
                                          </p:val>
                                        </p:tav>
                                      </p:tavLst>
                                    </p:anim>
                                    <p:animEffect transition="in" filter="fade">
                                      <p:cBhvr>
                                        <p:cTn id="34" dur="500"/>
                                        <p:tgtEl>
                                          <p:spTgt spid="11"/>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childTnLst>
                          </p:cTn>
                        </p:par>
                        <p:par>
                          <p:cTn id="39" fill="hold">
                            <p:stCondLst>
                              <p:cond delay="3500"/>
                            </p:stCondLst>
                            <p:childTnLst>
                              <p:par>
                                <p:cTn id="40" presetID="10" presetClass="entr" presetSubtype="0" fill="hold" grpId="0" nodeType="afterEffect">
                                  <p:stCondLst>
                                    <p:cond delay="0"/>
                                  </p:stCondLst>
                                  <p:childTnLst>
                                    <p:set>
                                      <p:cBhvr>
                                        <p:cTn id="41" dur="1" fill="hold">
                                          <p:stCondLst>
                                            <p:cond delay="0"/>
                                          </p:stCondLst>
                                        </p:cTn>
                                        <p:tgtEl>
                                          <p:spTgt spid="18">
                                            <p:txEl>
                                              <p:pRg st="0" end="0"/>
                                            </p:txEl>
                                          </p:spTgt>
                                        </p:tgtEl>
                                        <p:attrNameLst>
                                          <p:attrName>style.visibility</p:attrName>
                                        </p:attrNameLst>
                                      </p:cBhvr>
                                      <p:to>
                                        <p:strVal val="visible"/>
                                      </p:to>
                                    </p:set>
                                    <p:animEffect transition="in" filter="fade">
                                      <p:cBhvr>
                                        <p:cTn id="42" dur="500"/>
                                        <p:tgtEl>
                                          <p:spTgt spid="18">
                                            <p:txEl>
                                              <p:pRg st="0" end="0"/>
                                            </p:txEl>
                                          </p:spTgt>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9">
                                            <p:txEl>
                                              <p:pRg st="0" end="0"/>
                                            </p:txEl>
                                          </p:spTgt>
                                        </p:tgtEl>
                                        <p:attrNameLst>
                                          <p:attrName>style.visibility</p:attrName>
                                        </p:attrNameLst>
                                      </p:cBhvr>
                                      <p:to>
                                        <p:strVal val="visible"/>
                                      </p:to>
                                    </p:set>
                                    <p:animEffect transition="in" filter="fade">
                                      <p:cBhvr>
                                        <p:cTn id="45" dur="500"/>
                                        <p:tgtEl>
                                          <p:spTgt spid="19">
                                            <p:txEl>
                                              <p:pRg st="0" end="0"/>
                                            </p:txEl>
                                          </p:spTgt>
                                        </p:tgtEl>
                                      </p:cBhvr>
                                    </p:animEffect>
                                  </p:childTnLst>
                                </p:cTn>
                              </p:par>
                            </p:childTnLst>
                          </p:cTn>
                        </p:par>
                        <p:par>
                          <p:cTn id="46" fill="hold">
                            <p:stCondLst>
                              <p:cond delay="4000"/>
                            </p:stCondLst>
                            <p:childTnLst>
                              <p:par>
                                <p:cTn id="47" presetID="53" presetClass="entr" presetSubtype="16" fill="hold" grpId="0" nodeType="afterEffect">
                                  <p:stCondLst>
                                    <p:cond delay="0"/>
                                  </p:stCondLst>
                                  <p:childTnLst>
                                    <p:set>
                                      <p:cBhvr>
                                        <p:cTn id="48" dur="1" fill="hold">
                                          <p:stCondLst>
                                            <p:cond delay="0"/>
                                          </p:stCondLst>
                                        </p:cTn>
                                        <p:tgtEl>
                                          <p:spTgt spid="20"/>
                                        </p:tgtEl>
                                        <p:attrNameLst>
                                          <p:attrName>style.visibility</p:attrName>
                                        </p:attrNameLst>
                                      </p:cBhvr>
                                      <p:to>
                                        <p:strVal val="visible"/>
                                      </p:to>
                                    </p:set>
                                    <p:anim calcmode="lin" valueType="num">
                                      <p:cBhvr>
                                        <p:cTn id="49" dur="500" fill="hold"/>
                                        <p:tgtEl>
                                          <p:spTgt spid="20"/>
                                        </p:tgtEl>
                                        <p:attrNameLst>
                                          <p:attrName>ppt_w</p:attrName>
                                        </p:attrNameLst>
                                      </p:cBhvr>
                                      <p:tavLst>
                                        <p:tav tm="0">
                                          <p:val>
                                            <p:fltVal val="0"/>
                                          </p:val>
                                        </p:tav>
                                        <p:tav tm="100000">
                                          <p:val>
                                            <p:strVal val="#ppt_w"/>
                                          </p:val>
                                        </p:tav>
                                      </p:tavLst>
                                    </p:anim>
                                    <p:anim calcmode="lin" valueType="num">
                                      <p:cBhvr>
                                        <p:cTn id="50" dur="500" fill="hold"/>
                                        <p:tgtEl>
                                          <p:spTgt spid="20"/>
                                        </p:tgtEl>
                                        <p:attrNameLst>
                                          <p:attrName>ppt_h</p:attrName>
                                        </p:attrNameLst>
                                      </p:cBhvr>
                                      <p:tavLst>
                                        <p:tav tm="0">
                                          <p:val>
                                            <p:fltVal val="0"/>
                                          </p:val>
                                        </p:tav>
                                        <p:tav tm="100000">
                                          <p:val>
                                            <p:strVal val="#ppt_h"/>
                                          </p:val>
                                        </p:tav>
                                      </p:tavLst>
                                    </p:anim>
                                    <p:animEffect transition="in" filter="fade">
                                      <p:cBhvr>
                                        <p:cTn id="51" dur="500"/>
                                        <p:tgtEl>
                                          <p:spTgt spid="20"/>
                                        </p:tgtEl>
                                      </p:cBhvr>
                                    </p:animEffect>
                                  </p:childTnLst>
                                </p:cTn>
                              </p:par>
                            </p:childTnLst>
                          </p:cTn>
                        </p:par>
                        <p:par>
                          <p:cTn id="52" fill="hold">
                            <p:stCondLst>
                              <p:cond delay="4500"/>
                            </p:stCondLst>
                            <p:childTnLst>
                              <p:par>
                                <p:cTn id="53" presetID="10" presetClass="entr" presetSubtype="0"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par>
                          <p:cTn id="56" fill="hold">
                            <p:stCondLst>
                              <p:cond delay="5000"/>
                            </p:stCondLst>
                            <p:childTnLst>
                              <p:par>
                                <p:cTn id="57" presetID="10" presetClass="entr" presetSubtype="0" fill="hold" grpId="0" nodeType="afterEffect">
                                  <p:stCondLst>
                                    <p:cond delay="0"/>
                                  </p:stCondLst>
                                  <p:childTnLst>
                                    <p:set>
                                      <p:cBhvr>
                                        <p:cTn id="58" dur="1" fill="hold">
                                          <p:stCondLst>
                                            <p:cond delay="0"/>
                                          </p:stCondLst>
                                        </p:cTn>
                                        <p:tgtEl>
                                          <p:spTgt spid="22">
                                            <p:txEl>
                                              <p:pRg st="0" end="0"/>
                                            </p:txEl>
                                          </p:spTgt>
                                        </p:tgtEl>
                                        <p:attrNameLst>
                                          <p:attrName>style.visibility</p:attrName>
                                        </p:attrNameLst>
                                      </p:cBhvr>
                                      <p:to>
                                        <p:strVal val="visible"/>
                                      </p:to>
                                    </p:set>
                                    <p:animEffect transition="in" filter="fade">
                                      <p:cBhvr>
                                        <p:cTn id="59" dur="500"/>
                                        <p:tgtEl>
                                          <p:spTgt spid="22">
                                            <p:txEl>
                                              <p:pRg st="0" end="0"/>
                                            </p:txEl>
                                          </p:spTgt>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3">
                                            <p:txEl>
                                              <p:pRg st="0" end="0"/>
                                            </p:txEl>
                                          </p:spTgt>
                                        </p:tgtEl>
                                        <p:attrNameLst>
                                          <p:attrName>style.visibility</p:attrName>
                                        </p:attrNameLst>
                                      </p:cBhvr>
                                      <p:to>
                                        <p:strVal val="visible"/>
                                      </p:to>
                                    </p:set>
                                    <p:animEffect transition="in" filter="fade">
                                      <p:cBhvr>
                                        <p:cTn id="62" dur="500"/>
                                        <p:tgtEl>
                                          <p:spTgt spid="2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11" grpId="0" animBg="1"/>
      <p:bldP spid="2" grpId="0" animBg="1"/>
      <p:bldP spid="13" grpId="0" animBg="1"/>
      <p:bldP spid="14" grpId="0" build="p">
        <p:tmplLst>
          <p:tmpl lvl="1">
            <p:tnLst>
              <p:par>
                <p:cTn presetID="10" presetClass="entr" presetSubtype="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5" grpId="0" build="p">
        <p:tmplLst>
          <p:tmpl lvl="1">
            <p:tnLst>
              <p:par>
                <p:cTn presetID="10"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8" grpId="0" build="p">
        <p:tmplLst>
          <p:tmpl lvl="1">
            <p:tnLst>
              <p:par>
                <p:cTn presetID="10"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animBg="1"/>
      <p:bldP spid="21" grpId="0" animBg="1"/>
      <p:bldP spid="22" grpId="0" build="p">
        <p:tmplLst>
          <p:tmpl lvl="1">
            <p:tnLst>
              <p:par>
                <p:cTn presetID="10" presetClass="entr" presetSubtype="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3" grpId="0" build="p">
        <p:tmplLst>
          <p:tmpl lvl="1">
            <p:tnLst>
              <p:par>
                <p:cTn presetID="10" presetClass="entr" presetSubtype="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Lst>
  </p:timing>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Picture Placeholder 6"/>
          <p:cNvSpPr>
            <a:spLocks noGrp="1"/>
          </p:cNvSpPr>
          <p:nvPr>
            <p:ph type="pic" sz="quarter" idx="13" hasCustomPrompt="1"/>
          </p:nvPr>
        </p:nvSpPr>
        <p:spPr>
          <a:xfrm>
            <a:off x="0" y="1732353"/>
            <a:ext cx="3049966" cy="2213642"/>
          </a:xfrm>
          <a:solidFill>
            <a:schemeClr val="bg1">
              <a:lumMod val="95000"/>
            </a:schemeClr>
          </a:solidFill>
        </p:spPr>
        <p:txBody>
          <a:bodyPr/>
          <a:lstStyle>
            <a:lvl1pPr>
              <a:defRPr/>
            </a:lvl1pPr>
          </a:lstStyle>
          <a:p>
            <a:r>
              <a:rPr lang="id-ID" dirty="0" smtClean="0"/>
              <a:t>Img</a:t>
            </a:r>
            <a:endParaRPr lang="en-AU" dirty="0"/>
          </a:p>
        </p:txBody>
      </p:sp>
      <p:sp>
        <p:nvSpPr>
          <p:cNvPr id="13" name="Rectangle 12"/>
          <p:cNvSpPr/>
          <p:nvPr userDrawn="1"/>
        </p:nvSpPr>
        <p:spPr>
          <a:xfrm>
            <a:off x="0" y="3956223"/>
            <a:ext cx="3049966" cy="22096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6"/>
          <p:cNvSpPr>
            <a:spLocks noGrp="1"/>
          </p:cNvSpPr>
          <p:nvPr>
            <p:ph type="pic" sz="quarter" idx="14" hasCustomPrompt="1"/>
          </p:nvPr>
        </p:nvSpPr>
        <p:spPr>
          <a:xfrm>
            <a:off x="3049966" y="3952208"/>
            <a:ext cx="3078994" cy="2207429"/>
          </a:xfrm>
          <a:solidFill>
            <a:schemeClr val="bg1">
              <a:lumMod val="95000"/>
            </a:schemeClr>
          </a:solidFill>
        </p:spPr>
        <p:txBody>
          <a:bodyPr/>
          <a:lstStyle>
            <a:lvl1pPr>
              <a:defRPr/>
            </a:lvl1pPr>
          </a:lstStyle>
          <a:p>
            <a:r>
              <a:rPr lang="id-ID" dirty="0" smtClean="0"/>
              <a:t>Img</a:t>
            </a:r>
            <a:endParaRPr lang="en-AU" dirty="0"/>
          </a:p>
        </p:txBody>
      </p:sp>
      <p:sp>
        <p:nvSpPr>
          <p:cNvPr id="30" name="Rectangle 29"/>
          <p:cNvSpPr/>
          <p:nvPr userDrawn="1"/>
        </p:nvSpPr>
        <p:spPr>
          <a:xfrm>
            <a:off x="3049966" y="1732353"/>
            <a:ext cx="3078994" cy="221985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Picture Placeholder 6"/>
          <p:cNvSpPr>
            <a:spLocks noGrp="1"/>
          </p:cNvSpPr>
          <p:nvPr>
            <p:ph type="pic" sz="quarter" idx="15" hasCustomPrompt="1"/>
          </p:nvPr>
        </p:nvSpPr>
        <p:spPr>
          <a:xfrm>
            <a:off x="6128960" y="1738566"/>
            <a:ext cx="3049966" cy="2213642"/>
          </a:xfrm>
          <a:solidFill>
            <a:schemeClr val="bg1">
              <a:lumMod val="95000"/>
            </a:schemeClr>
          </a:solidFill>
        </p:spPr>
        <p:txBody>
          <a:bodyPr/>
          <a:lstStyle>
            <a:lvl1pPr>
              <a:defRPr/>
            </a:lvl1pPr>
          </a:lstStyle>
          <a:p>
            <a:r>
              <a:rPr lang="id-ID" dirty="0" smtClean="0"/>
              <a:t>Img</a:t>
            </a:r>
            <a:endParaRPr lang="en-AU" dirty="0"/>
          </a:p>
        </p:txBody>
      </p:sp>
      <p:sp>
        <p:nvSpPr>
          <p:cNvPr id="32" name="Rectangle 31"/>
          <p:cNvSpPr/>
          <p:nvPr userDrawn="1"/>
        </p:nvSpPr>
        <p:spPr>
          <a:xfrm>
            <a:off x="6128960" y="3952208"/>
            <a:ext cx="3049966" cy="221985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Picture Placeholder 6"/>
          <p:cNvSpPr>
            <a:spLocks noGrp="1"/>
          </p:cNvSpPr>
          <p:nvPr>
            <p:ph type="pic" sz="quarter" idx="16" hasCustomPrompt="1"/>
          </p:nvPr>
        </p:nvSpPr>
        <p:spPr>
          <a:xfrm>
            <a:off x="9178926" y="3941990"/>
            <a:ext cx="3078994" cy="2217647"/>
          </a:xfrm>
          <a:solidFill>
            <a:schemeClr val="bg1">
              <a:lumMod val="95000"/>
            </a:schemeClr>
          </a:solidFill>
        </p:spPr>
        <p:txBody>
          <a:bodyPr/>
          <a:lstStyle>
            <a:lvl1pPr>
              <a:defRPr/>
            </a:lvl1pPr>
          </a:lstStyle>
          <a:p>
            <a:r>
              <a:rPr lang="id-ID" dirty="0" smtClean="0"/>
              <a:t>Img</a:t>
            </a:r>
            <a:endParaRPr lang="en-AU" dirty="0"/>
          </a:p>
        </p:txBody>
      </p:sp>
      <p:sp>
        <p:nvSpPr>
          <p:cNvPr id="34" name="Rectangle 33"/>
          <p:cNvSpPr/>
          <p:nvPr userDrawn="1"/>
        </p:nvSpPr>
        <p:spPr>
          <a:xfrm>
            <a:off x="9178926" y="1732353"/>
            <a:ext cx="3078994" cy="221985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Text Placeholder 10"/>
          <p:cNvSpPr>
            <a:spLocks noGrp="1"/>
          </p:cNvSpPr>
          <p:nvPr>
            <p:ph type="body" sz="quarter" idx="27" hasCustomPrompt="1"/>
          </p:nvPr>
        </p:nvSpPr>
        <p:spPr>
          <a:xfrm>
            <a:off x="482080" y="4287622"/>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6" name="Text Placeholder 10"/>
          <p:cNvSpPr>
            <a:spLocks noGrp="1"/>
          </p:cNvSpPr>
          <p:nvPr>
            <p:ph type="body" sz="quarter" idx="28" hasCustomPrompt="1"/>
          </p:nvPr>
        </p:nvSpPr>
        <p:spPr>
          <a:xfrm>
            <a:off x="482080" y="4624507"/>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37" name="Text Placeholder 10"/>
          <p:cNvSpPr>
            <a:spLocks noGrp="1"/>
          </p:cNvSpPr>
          <p:nvPr>
            <p:ph type="body" sz="quarter" idx="29" hasCustomPrompt="1"/>
          </p:nvPr>
        </p:nvSpPr>
        <p:spPr>
          <a:xfrm>
            <a:off x="3452654" y="2109863"/>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8" name="Text Placeholder 10"/>
          <p:cNvSpPr>
            <a:spLocks noGrp="1"/>
          </p:cNvSpPr>
          <p:nvPr>
            <p:ph type="body" sz="quarter" idx="30" hasCustomPrompt="1"/>
          </p:nvPr>
        </p:nvSpPr>
        <p:spPr>
          <a:xfrm>
            <a:off x="3452654" y="2446748"/>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39" name="Text Placeholder 10"/>
          <p:cNvSpPr>
            <a:spLocks noGrp="1"/>
          </p:cNvSpPr>
          <p:nvPr>
            <p:ph type="body" sz="quarter" idx="31" hasCustomPrompt="1"/>
          </p:nvPr>
        </p:nvSpPr>
        <p:spPr>
          <a:xfrm>
            <a:off x="6531648" y="4323504"/>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40" name="Text Placeholder 10"/>
          <p:cNvSpPr>
            <a:spLocks noGrp="1"/>
          </p:cNvSpPr>
          <p:nvPr>
            <p:ph type="body" sz="quarter" idx="32" hasCustomPrompt="1"/>
          </p:nvPr>
        </p:nvSpPr>
        <p:spPr>
          <a:xfrm>
            <a:off x="6531648" y="4660389"/>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41" name="Text Placeholder 10"/>
          <p:cNvSpPr>
            <a:spLocks noGrp="1"/>
          </p:cNvSpPr>
          <p:nvPr>
            <p:ph type="body" sz="quarter" idx="33" hasCustomPrompt="1"/>
          </p:nvPr>
        </p:nvSpPr>
        <p:spPr>
          <a:xfrm>
            <a:off x="9610642" y="2109863"/>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42" name="Text Placeholder 10"/>
          <p:cNvSpPr>
            <a:spLocks noGrp="1"/>
          </p:cNvSpPr>
          <p:nvPr>
            <p:ph type="body" sz="quarter" idx="34" hasCustomPrompt="1"/>
          </p:nvPr>
        </p:nvSpPr>
        <p:spPr>
          <a:xfrm>
            <a:off x="9610642" y="2446748"/>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Tree>
    <p:extLst>
      <p:ext uri="{BB962C8B-B14F-4D97-AF65-F5344CB8AC3E}">
        <p14:creationId xmlns:p14="http://schemas.microsoft.com/office/powerpoint/2010/main" val="238099031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par>
                                <p:cTn id="18" presetID="22" presetClass="entr" presetSubtype="1" fill="hold" grpId="0" nodeType="with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wipe(up)">
                                      <p:cBhvr>
                                        <p:cTn id="20" dur="500"/>
                                        <p:tgtEl>
                                          <p:spTgt spid="13"/>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animEffect transition="in" filter="fade">
                                      <p:cBhvr>
                                        <p:cTn id="23" dur="500"/>
                                        <p:tgtEl>
                                          <p:spTgt spid="35">
                                            <p:txEl>
                                              <p:pRg st="0" end="0"/>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6">
                                            <p:txEl>
                                              <p:pRg st="0" end="0"/>
                                            </p:txEl>
                                          </p:spTgt>
                                        </p:tgtEl>
                                        <p:attrNameLst>
                                          <p:attrName>style.visibility</p:attrName>
                                        </p:attrNameLst>
                                      </p:cBhvr>
                                      <p:to>
                                        <p:strVal val="visible"/>
                                      </p:to>
                                    </p:set>
                                    <p:animEffect transition="in" filter="fade">
                                      <p:cBhvr>
                                        <p:cTn id="26" dur="500"/>
                                        <p:tgtEl>
                                          <p:spTgt spid="36">
                                            <p:txEl>
                                              <p:pRg st="0" end="0"/>
                                            </p:txEl>
                                          </p:spTgt>
                                        </p:tgtEl>
                                      </p:cBhvr>
                                    </p:animEffect>
                                  </p:childTnLst>
                                </p:cTn>
                              </p:par>
                            </p:childTnLst>
                          </p:cTn>
                        </p:par>
                        <p:par>
                          <p:cTn id="27" fill="hold">
                            <p:stCondLst>
                              <p:cond delay="1500"/>
                            </p:stCondLst>
                            <p:childTnLst>
                              <p:par>
                                <p:cTn id="28" presetID="53" presetClass="entr" presetSubtype="16" fill="hold" grpId="0" nodeType="afterEffect">
                                  <p:stCondLst>
                                    <p:cond delay="0"/>
                                  </p:stCondLst>
                                  <p:childTnLst>
                                    <p:set>
                                      <p:cBhvr>
                                        <p:cTn id="29" dur="1" fill="hold">
                                          <p:stCondLst>
                                            <p:cond delay="0"/>
                                          </p:stCondLst>
                                        </p:cTn>
                                        <p:tgtEl>
                                          <p:spTgt spid="29"/>
                                        </p:tgtEl>
                                        <p:attrNameLst>
                                          <p:attrName>style.visibility</p:attrName>
                                        </p:attrNameLst>
                                      </p:cBhvr>
                                      <p:to>
                                        <p:strVal val="visible"/>
                                      </p:to>
                                    </p:set>
                                    <p:anim calcmode="lin" valueType="num">
                                      <p:cBhvr>
                                        <p:cTn id="30" dur="500" fill="hold"/>
                                        <p:tgtEl>
                                          <p:spTgt spid="29"/>
                                        </p:tgtEl>
                                        <p:attrNameLst>
                                          <p:attrName>ppt_w</p:attrName>
                                        </p:attrNameLst>
                                      </p:cBhvr>
                                      <p:tavLst>
                                        <p:tav tm="0">
                                          <p:val>
                                            <p:fltVal val="0"/>
                                          </p:val>
                                        </p:tav>
                                        <p:tav tm="100000">
                                          <p:val>
                                            <p:strVal val="#ppt_w"/>
                                          </p:val>
                                        </p:tav>
                                      </p:tavLst>
                                    </p:anim>
                                    <p:anim calcmode="lin" valueType="num">
                                      <p:cBhvr>
                                        <p:cTn id="31" dur="500" fill="hold"/>
                                        <p:tgtEl>
                                          <p:spTgt spid="29"/>
                                        </p:tgtEl>
                                        <p:attrNameLst>
                                          <p:attrName>ppt_h</p:attrName>
                                        </p:attrNameLst>
                                      </p:cBhvr>
                                      <p:tavLst>
                                        <p:tav tm="0">
                                          <p:val>
                                            <p:fltVal val="0"/>
                                          </p:val>
                                        </p:tav>
                                        <p:tav tm="100000">
                                          <p:val>
                                            <p:strVal val="#ppt_h"/>
                                          </p:val>
                                        </p:tav>
                                      </p:tavLst>
                                    </p:anim>
                                    <p:animEffect transition="in" filter="fade">
                                      <p:cBhvr>
                                        <p:cTn id="32" dur="500"/>
                                        <p:tgtEl>
                                          <p:spTgt spid="29"/>
                                        </p:tgtEl>
                                      </p:cBhvr>
                                    </p:animEffect>
                                  </p:childTnLst>
                                </p:cTn>
                              </p:par>
                              <p:par>
                                <p:cTn id="33" presetID="22" presetClass="entr" presetSubtype="4"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wipe(down)">
                                      <p:cBhvr>
                                        <p:cTn id="35" dur="500"/>
                                        <p:tgtEl>
                                          <p:spTgt spid="3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7">
                                            <p:txEl>
                                              <p:pRg st="0" end="0"/>
                                            </p:txEl>
                                          </p:spTgt>
                                        </p:tgtEl>
                                        <p:attrNameLst>
                                          <p:attrName>style.visibility</p:attrName>
                                        </p:attrNameLst>
                                      </p:cBhvr>
                                      <p:to>
                                        <p:strVal val="visible"/>
                                      </p:to>
                                    </p:set>
                                    <p:animEffect transition="in" filter="fade">
                                      <p:cBhvr>
                                        <p:cTn id="38" dur="500"/>
                                        <p:tgtEl>
                                          <p:spTgt spid="37">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8">
                                            <p:txEl>
                                              <p:pRg st="0" end="0"/>
                                            </p:txEl>
                                          </p:spTgt>
                                        </p:tgtEl>
                                        <p:attrNameLst>
                                          <p:attrName>style.visibility</p:attrName>
                                        </p:attrNameLst>
                                      </p:cBhvr>
                                      <p:to>
                                        <p:strVal val="visible"/>
                                      </p:to>
                                    </p:set>
                                    <p:animEffect transition="in" filter="fade">
                                      <p:cBhvr>
                                        <p:cTn id="41" dur="500"/>
                                        <p:tgtEl>
                                          <p:spTgt spid="38">
                                            <p:txEl>
                                              <p:pRg st="0" end="0"/>
                                            </p:txEl>
                                          </p:spTgt>
                                        </p:tgtEl>
                                      </p:cBhvr>
                                    </p:animEffect>
                                  </p:childTnLst>
                                </p:cTn>
                              </p:par>
                            </p:childTnLst>
                          </p:cTn>
                        </p:par>
                        <p:par>
                          <p:cTn id="42" fill="hold">
                            <p:stCondLst>
                              <p:cond delay="2000"/>
                            </p:stCondLst>
                            <p:childTnLst>
                              <p:par>
                                <p:cTn id="43" presetID="53" presetClass="entr" presetSubtype="16" fill="hold" grpId="0" nodeType="afterEffect">
                                  <p:stCondLst>
                                    <p:cond delay="0"/>
                                  </p:stCondLst>
                                  <p:childTnLst>
                                    <p:set>
                                      <p:cBhvr>
                                        <p:cTn id="44" dur="1" fill="hold">
                                          <p:stCondLst>
                                            <p:cond delay="0"/>
                                          </p:stCondLst>
                                        </p:cTn>
                                        <p:tgtEl>
                                          <p:spTgt spid="31"/>
                                        </p:tgtEl>
                                        <p:attrNameLst>
                                          <p:attrName>style.visibility</p:attrName>
                                        </p:attrNameLst>
                                      </p:cBhvr>
                                      <p:to>
                                        <p:strVal val="visible"/>
                                      </p:to>
                                    </p:set>
                                    <p:anim calcmode="lin" valueType="num">
                                      <p:cBhvr>
                                        <p:cTn id="45" dur="500" fill="hold"/>
                                        <p:tgtEl>
                                          <p:spTgt spid="31"/>
                                        </p:tgtEl>
                                        <p:attrNameLst>
                                          <p:attrName>ppt_w</p:attrName>
                                        </p:attrNameLst>
                                      </p:cBhvr>
                                      <p:tavLst>
                                        <p:tav tm="0">
                                          <p:val>
                                            <p:fltVal val="0"/>
                                          </p:val>
                                        </p:tav>
                                        <p:tav tm="100000">
                                          <p:val>
                                            <p:strVal val="#ppt_w"/>
                                          </p:val>
                                        </p:tav>
                                      </p:tavLst>
                                    </p:anim>
                                    <p:anim calcmode="lin" valueType="num">
                                      <p:cBhvr>
                                        <p:cTn id="46" dur="500" fill="hold"/>
                                        <p:tgtEl>
                                          <p:spTgt spid="31"/>
                                        </p:tgtEl>
                                        <p:attrNameLst>
                                          <p:attrName>ppt_h</p:attrName>
                                        </p:attrNameLst>
                                      </p:cBhvr>
                                      <p:tavLst>
                                        <p:tav tm="0">
                                          <p:val>
                                            <p:fltVal val="0"/>
                                          </p:val>
                                        </p:tav>
                                        <p:tav tm="100000">
                                          <p:val>
                                            <p:strVal val="#ppt_h"/>
                                          </p:val>
                                        </p:tav>
                                      </p:tavLst>
                                    </p:anim>
                                    <p:animEffect transition="in" filter="fade">
                                      <p:cBhvr>
                                        <p:cTn id="47" dur="500"/>
                                        <p:tgtEl>
                                          <p:spTgt spid="31"/>
                                        </p:tgtEl>
                                      </p:cBhvr>
                                    </p:animEffect>
                                  </p:childTnLst>
                                </p:cTn>
                              </p:par>
                              <p:par>
                                <p:cTn id="48" presetID="22" presetClass="entr" presetSubtype="1" fill="hold" grpId="0" nodeType="with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wipe(up)">
                                      <p:cBhvr>
                                        <p:cTn id="50" dur="500"/>
                                        <p:tgtEl>
                                          <p:spTgt spid="32"/>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9">
                                            <p:txEl>
                                              <p:pRg st="0" end="0"/>
                                            </p:txEl>
                                          </p:spTgt>
                                        </p:tgtEl>
                                        <p:attrNameLst>
                                          <p:attrName>style.visibility</p:attrName>
                                        </p:attrNameLst>
                                      </p:cBhvr>
                                      <p:to>
                                        <p:strVal val="visible"/>
                                      </p:to>
                                    </p:set>
                                    <p:animEffect transition="in" filter="fade">
                                      <p:cBhvr>
                                        <p:cTn id="53" dur="500"/>
                                        <p:tgtEl>
                                          <p:spTgt spid="39">
                                            <p:txEl>
                                              <p:pRg st="0" end="0"/>
                                            </p:txEl>
                                          </p:spTgt>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0">
                                            <p:txEl>
                                              <p:pRg st="0" end="0"/>
                                            </p:txEl>
                                          </p:spTgt>
                                        </p:tgtEl>
                                        <p:attrNameLst>
                                          <p:attrName>style.visibility</p:attrName>
                                        </p:attrNameLst>
                                      </p:cBhvr>
                                      <p:to>
                                        <p:strVal val="visible"/>
                                      </p:to>
                                    </p:set>
                                    <p:animEffect transition="in" filter="fade">
                                      <p:cBhvr>
                                        <p:cTn id="56" dur="500"/>
                                        <p:tgtEl>
                                          <p:spTgt spid="40">
                                            <p:txEl>
                                              <p:pRg st="0" end="0"/>
                                            </p:txEl>
                                          </p:spTgt>
                                        </p:tgtEl>
                                      </p:cBhvr>
                                    </p:animEffect>
                                  </p:childTnLst>
                                </p:cTn>
                              </p:par>
                            </p:childTnLst>
                          </p:cTn>
                        </p:par>
                        <p:par>
                          <p:cTn id="57" fill="hold">
                            <p:stCondLst>
                              <p:cond delay="2500"/>
                            </p:stCondLst>
                            <p:childTnLst>
                              <p:par>
                                <p:cTn id="58" presetID="53" presetClass="entr" presetSubtype="16" fill="hold" grpId="0" nodeType="afterEffect">
                                  <p:stCondLst>
                                    <p:cond delay="0"/>
                                  </p:stCondLst>
                                  <p:childTnLst>
                                    <p:set>
                                      <p:cBhvr>
                                        <p:cTn id="59" dur="1" fill="hold">
                                          <p:stCondLst>
                                            <p:cond delay="0"/>
                                          </p:stCondLst>
                                        </p:cTn>
                                        <p:tgtEl>
                                          <p:spTgt spid="33"/>
                                        </p:tgtEl>
                                        <p:attrNameLst>
                                          <p:attrName>style.visibility</p:attrName>
                                        </p:attrNameLst>
                                      </p:cBhvr>
                                      <p:to>
                                        <p:strVal val="visible"/>
                                      </p:to>
                                    </p:set>
                                    <p:anim calcmode="lin" valueType="num">
                                      <p:cBhvr>
                                        <p:cTn id="60" dur="500" fill="hold"/>
                                        <p:tgtEl>
                                          <p:spTgt spid="33"/>
                                        </p:tgtEl>
                                        <p:attrNameLst>
                                          <p:attrName>ppt_w</p:attrName>
                                        </p:attrNameLst>
                                      </p:cBhvr>
                                      <p:tavLst>
                                        <p:tav tm="0">
                                          <p:val>
                                            <p:fltVal val="0"/>
                                          </p:val>
                                        </p:tav>
                                        <p:tav tm="100000">
                                          <p:val>
                                            <p:strVal val="#ppt_w"/>
                                          </p:val>
                                        </p:tav>
                                      </p:tavLst>
                                    </p:anim>
                                    <p:anim calcmode="lin" valueType="num">
                                      <p:cBhvr>
                                        <p:cTn id="61" dur="500" fill="hold"/>
                                        <p:tgtEl>
                                          <p:spTgt spid="33"/>
                                        </p:tgtEl>
                                        <p:attrNameLst>
                                          <p:attrName>ppt_h</p:attrName>
                                        </p:attrNameLst>
                                      </p:cBhvr>
                                      <p:tavLst>
                                        <p:tav tm="0">
                                          <p:val>
                                            <p:fltVal val="0"/>
                                          </p:val>
                                        </p:tav>
                                        <p:tav tm="100000">
                                          <p:val>
                                            <p:strVal val="#ppt_h"/>
                                          </p:val>
                                        </p:tav>
                                      </p:tavLst>
                                    </p:anim>
                                    <p:animEffect transition="in" filter="fade">
                                      <p:cBhvr>
                                        <p:cTn id="62" dur="500"/>
                                        <p:tgtEl>
                                          <p:spTgt spid="33"/>
                                        </p:tgtEl>
                                      </p:cBhvr>
                                    </p:animEffect>
                                  </p:childTnLst>
                                </p:cTn>
                              </p:par>
                              <p:par>
                                <p:cTn id="63" presetID="22" presetClass="entr" presetSubtype="4" fill="hold" grpId="0" nodeType="withEffect">
                                  <p:stCondLst>
                                    <p:cond delay="0"/>
                                  </p:stCondLst>
                                  <p:childTnLst>
                                    <p:set>
                                      <p:cBhvr>
                                        <p:cTn id="64" dur="1" fill="hold">
                                          <p:stCondLst>
                                            <p:cond delay="0"/>
                                          </p:stCondLst>
                                        </p:cTn>
                                        <p:tgtEl>
                                          <p:spTgt spid="34"/>
                                        </p:tgtEl>
                                        <p:attrNameLst>
                                          <p:attrName>style.visibility</p:attrName>
                                        </p:attrNameLst>
                                      </p:cBhvr>
                                      <p:to>
                                        <p:strVal val="visible"/>
                                      </p:to>
                                    </p:set>
                                    <p:animEffect transition="in" filter="wipe(down)">
                                      <p:cBhvr>
                                        <p:cTn id="65" dur="500"/>
                                        <p:tgtEl>
                                          <p:spTgt spid="34"/>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1">
                                            <p:txEl>
                                              <p:pRg st="0" end="0"/>
                                            </p:txEl>
                                          </p:spTgt>
                                        </p:tgtEl>
                                        <p:attrNameLst>
                                          <p:attrName>style.visibility</p:attrName>
                                        </p:attrNameLst>
                                      </p:cBhvr>
                                      <p:to>
                                        <p:strVal val="visible"/>
                                      </p:to>
                                    </p:set>
                                    <p:animEffect transition="in" filter="fade">
                                      <p:cBhvr>
                                        <p:cTn id="68" dur="500"/>
                                        <p:tgtEl>
                                          <p:spTgt spid="41">
                                            <p:txEl>
                                              <p:pRg st="0" end="0"/>
                                            </p:txEl>
                                          </p:spTgt>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42">
                                            <p:txEl>
                                              <p:pRg st="0" end="0"/>
                                            </p:txEl>
                                          </p:spTgt>
                                        </p:tgtEl>
                                        <p:attrNameLst>
                                          <p:attrName>style.visibility</p:attrName>
                                        </p:attrNameLst>
                                      </p:cBhvr>
                                      <p:to>
                                        <p:strVal val="visible"/>
                                      </p:to>
                                    </p:set>
                                    <p:animEffect transition="in" filter="fade">
                                      <p:cBhvr>
                                        <p:cTn id="71" dur="500"/>
                                        <p:tgtEl>
                                          <p:spTgt spid="4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13" grpId="0" animBg="1"/>
      <p:bldP spid="29" grpId="0" animBg="1"/>
      <p:bldP spid="30" grpId="0" animBg="1"/>
      <p:bldP spid="31" grpId="0" animBg="1"/>
      <p:bldP spid="32" grpId="0" animBg="1"/>
      <p:bldP spid="33" grpId="0" animBg="1"/>
      <p:bldP spid="34" grpId="0" animBg="1"/>
      <p:bldP spid="35" grpId="0" build="p">
        <p:tmplLst>
          <p:tmpl lvl="1">
            <p:tnLst>
              <p:par>
                <p:cTn presetID="10" presetClass="entr" presetSubtype="0" fill="hold" nodeType="with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childTnLst>
                </p:cTn>
              </p:par>
            </p:tnLst>
          </p:tmpl>
        </p:tmplLst>
      </p:bldP>
      <p:bldP spid="36" grpId="0" build="p">
        <p:tmplLst>
          <p:tmpl lvl="1">
            <p:tnLst>
              <p:par>
                <p:cTn presetID="10" presetClass="entr" presetSubtype="0" fill="hold" nodeType="with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7" grpId="0" build="p">
        <p:tmplLst>
          <p:tmpl lvl="1">
            <p:tnLst>
              <p:par>
                <p:cTn presetID="10"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8" grpId="0" build="p">
        <p:tmplLst>
          <p:tmpl lvl="1">
            <p:tnLst>
              <p:par>
                <p:cTn presetID="10"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39" grpId="0" build="p">
        <p:tmplLst>
          <p:tmpl lvl="1">
            <p:tnLst>
              <p:par>
                <p:cTn presetID="10"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0" grpId="0" build="p">
        <p:tmplLst>
          <p:tmpl lvl="1">
            <p:tnLst>
              <p:par>
                <p:cTn presetID="10"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build="p">
        <p:tmplLst>
          <p:tmpl lvl="1">
            <p:tnLst>
              <p:par>
                <p:cTn presetID="10"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42" grpId="0" build="p">
        <p:tmplLst>
          <p:tmpl lvl="1">
            <p:tnLst>
              <p:par>
                <p:cTn presetID="10"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Lst>
  </p:timing>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25" name="Rectangle 24"/>
          <p:cNvSpPr/>
          <p:nvPr/>
        </p:nvSpPr>
        <p:spPr>
          <a:xfrm>
            <a:off x="750415" y="4140551"/>
            <a:ext cx="2438400" cy="1556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28" name="Rectangle 27"/>
          <p:cNvSpPr/>
          <p:nvPr/>
        </p:nvSpPr>
        <p:spPr>
          <a:xfrm>
            <a:off x="3513935" y="4140551"/>
            <a:ext cx="2438400" cy="15569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45" name="Rectangle 44"/>
          <p:cNvSpPr/>
          <p:nvPr/>
        </p:nvSpPr>
        <p:spPr>
          <a:xfrm>
            <a:off x="6252376" y="4140551"/>
            <a:ext cx="2438400" cy="15569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48" name="Rectangle 47"/>
          <p:cNvSpPr/>
          <p:nvPr/>
        </p:nvSpPr>
        <p:spPr>
          <a:xfrm>
            <a:off x="9015896" y="4138659"/>
            <a:ext cx="2438400" cy="15569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49" name="Picture Placeholder 48"/>
          <p:cNvSpPr>
            <a:spLocks noGrp="1"/>
          </p:cNvSpPr>
          <p:nvPr>
            <p:ph type="pic" sz="quarter" idx="13"/>
          </p:nvPr>
        </p:nvSpPr>
        <p:spPr>
          <a:xfrm>
            <a:off x="750414" y="1953469"/>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0" name="Picture Placeholder 49"/>
          <p:cNvSpPr>
            <a:spLocks noGrp="1"/>
          </p:cNvSpPr>
          <p:nvPr>
            <p:ph type="pic" sz="quarter" idx="14"/>
          </p:nvPr>
        </p:nvSpPr>
        <p:spPr>
          <a:xfrm>
            <a:off x="3513934" y="1953469"/>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1" name="Picture Placeholder 50"/>
          <p:cNvSpPr>
            <a:spLocks noGrp="1"/>
          </p:cNvSpPr>
          <p:nvPr>
            <p:ph type="pic" sz="quarter" idx="15"/>
          </p:nvPr>
        </p:nvSpPr>
        <p:spPr>
          <a:xfrm>
            <a:off x="6252376" y="1953469"/>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2" name="Picture Placeholder 51"/>
          <p:cNvSpPr>
            <a:spLocks noGrp="1"/>
          </p:cNvSpPr>
          <p:nvPr>
            <p:ph type="pic" sz="quarter" idx="16"/>
          </p:nvPr>
        </p:nvSpPr>
        <p:spPr>
          <a:xfrm>
            <a:off x="9015896" y="1955361"/>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3" name="Text Placeholder 10"/>
          <p:cNvSpPr>
            <a:spLocks noGrp="1"/>
          </p:cNvSpPr>
          <p:nvPr>
            <p:ph type="body" sz="quarter" idx="17" hasCustomPrompt="1"/>
          </p:nvPr>
        </p:nvSpPr>
        <p:spPr>
          <a:xfrm>
            <a:off x="750413"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4" name="Text Placeholder 10"/>
          <p:cNvSpPr>
            <a:spLocks noGrp="1"/>
          </p:cNvSpPr>
          <p:nvPr>
            <p:ph type="body" sz="quarter" idx="18" hasCustomPrompt="1"/>
          </p:nvPr>
        </p:nvSpPr>
        <p:spPr>
          <a:xfrm>
            <a:off x="750414"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55" name="Text Placeholder 10"/>
          <p:cNvSpPr>
            <a:spLocks noGrp="1"/>
          </p:cNvSpPr>
          <p:nvPr>
            <p:ph type="body" sz="quarter" idx="19" hasCustomPrompt="1"/>
          </p:nvPr>
        </p:nvSpPr>
        <p:spPr>
          <a:xfrm>
            <a:off x="3513934"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6" name="Text Placeholder 10"/>
          <p:cNvSpPr>
            <a:spLocks noGrp="1"/>
          </p:cNvSpPr>
          <p:nvPr>
            <p:ph type="body" sz="quarter" idx="20" hasCustomPrompt="1"/>
          </p:nvPr>
        </p:nvSpPr>
        <p:spPr>
          <a:xfrm>
            <a:off x="3513935"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57" name="Text Placeholder 10"/>
          <p:cNvSpPr>
            <a:spLocks noGrp="1"/>
          </p:cNvSpPr>
          <p:nvPr>
            <p:ph type="body" sz="quarter" idx="21" hasCustomPrompt="1"/>
          </p:nvPr>
        </p:nvSpPr>
        <p:spPr>
          <a:xfrm>
            <a:off x="6277455"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8" name="Text Placeholder 10"/>
          <p:cNvSpPr>
            <a:spLocks noGrp="1"/>
          </p:cNvSpPr>
          <p:nvPr>
            <p:ph type="body" sz="quarter" idx="22" hasCustomPrompt="1"/>
          </p:nvPr>
        </p:nvSpPr>
        <p:spPr>
          <a:xfrm>
            <a:off x="6277456"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59" name="Text Placeholder 10"/>
          <p:cNvSpPr>
            <a:spLocks noGrp="1"/>
          </p:cNvSpPr>
          <p:nvPr>
            <p:ph type="body" sz="quarter" idx="23" hasCustomPrompt="1"/>
          </p:nvPr>
        </p:nvSpPr>
        <p:spPr>
          <a:xfrm>
            <a:off x="9015895"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60" name="Text Placeholder 10"/>
          <p:cNvSpPr>
            <a:spLocks noGrp="1"/>
          </p:cNvSpPr>
          <p:nvPr>
            <p:ph type="body" sz="quarter" idx="24" hasCustomPrompt="1"/>
          </p:nvPr>
        </p:nvSpPr>
        <p:spPr>
          <a:xfrm>
            <a:off x="9015896"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285020767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fade">
                                      <p:cBhvr>
                                        <p:cTn id="15" dur="500"/>
                                        <p:tgtEl>
                                          <p:spTgt spid="4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fade">
                                      <p:cBhvr>
                                        <p:cTn id="18" dur="500"/>
                                        <p:tgtEl>
                                          <p:spTgt spid="25"/>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53">
                                            <p:txEl>
                                              <p:pRg st="0" end="0"/>
                                            </p:txEl>
                                          </p:spTgt>
                                        </p:tgtEl>
                                        <p:attrNameLst>
                                          <p:attrName>style.visibility</p:attrName>
                                        </p:attrNameLst>
                                      </p:cBhvr>
                                      <p:to>
                                        <p:strVal val="visible"/>
                                      </p:to>
                                    </p:set>
                                    <p:animEffect transition="in" filter="fade">
                                      <p:cBhvr>
                                        <p:cTn id="22" dur="500"/>
                                        <p:tgtEl>
                                          <p:spTgt spid="53">
                                            <p:txEl>
                                              <p:pRg st="0" end="0"/>
                                            </p:txEl>
                                          </p:spTgt>
                                        </p:tgtEl>
                                      </p:cBhvr>
                                    </p:animEffect>
                                  </p:childTnLst>
                                </p:cTn>
                              </p:par>
                              <p:par>
                                <p:cTn id="23" presetID="42" presetClass="entr" presetSubtype="0" fill="hold" grpId="0" nodeType="withEffect">
                                  <p:stCondLst>
                                    <p:cond delay="0"/>
                                  </p:stCondLst>
                                  <p:childTnLst>
                                    <p:set>
                                      <p:cBhvr>
                                        <p:cTn id="24" dur="1" fill="hold">
                                          <p:stCondLst>
                                            <p:cond delay="0"/>
                                          </p:stCondLst>
                                        </p:cTn>
                                        <p:tgtEl>
                                          <p:spTgt spid="54">
                                            <p:txEl>
                                              <p:pRg st="0" end="0"/>
                                            </p:txEl>
                                          </p:spTgt>
                                        </p:tgtEl>
                                        <p:attrNameLst>
                                          <p:attrName>style.visibility</p:attrName>
                                        </p:attrNameLst>
                                      </p:cBhvr>
                                      <p:to>
                                        <p:strVal val="visible"/>
                                      </p:to>
                                    </p:set>
                                    <p:animEffect transition="in" filter="fade">
                                      <p:cBhvr>
                                        <p:cTn id="25" dur="500"/>
                                        <p:tgtEl>
                                          <p:spTgt spid="54">
                                            <p:txEl>
                                              <p:pRg st="0" end="0"/>
                                            </p:txEl>
                                          </p:spTgt>
                                        </p:tgtEl>
                                      </p:cBhvr>
                                    </p:animEffect>
                                    <p:anim calcmode="lin" valueType="num">
                                      <p:cBhvr>
                                        <p:cTn id="26" dur="500" fill="hold"/>
                                        <p:tgtEl>
                                          <p:spTgt spid="54">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54">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50"/>
                                        </p:tgtEl>
                                        <p:attrNameLst>
                                          <p:attrName>style.visibility</p:attrName>
                                        </p:attrNameLst>
                                      </p:cBhvr>
                                      <p:to>
                                        <p:strVal val="visible"/>
                                      </p:to>
                                    </p:set>
                                    <p:animEffect transition="in" filter="fade">
                                      <p:cBhvr>
                                        <p:cTn id="31" dur="500"/>
                                        <p:tgtEl>
                                          <p:spTgt spid="5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fade">
                                      <p:cBhvr>
                                        <p:cTn id="34" dur="500"/>
                                        <p:tgtEl>
                                          <p:spTgt spid="28"/>
                                        </p:tgtEl>
                                      </p:cBhvr>
                                    </p:animEffect>
                                  </p:childTnLst>
                                </p:cTn>
                              </p:par>
                            </p:childTnLst>
                          </p:cTn>
                        </p:par>
                        <p:par>
                          <p:cTn id="35" fill="hold">
                            <p:stCondLst>
                              <p:cond delay="2500"/>
                            </p:stCondLst>
                            <p:childTnLst>
                              <p:par>
                                <p:cTn id="36" presetID="10" presetClass="entr" presetSubtype="0" fill="hold" grpId="0" nodeType="afterEffect">
                                  <p:stCondLst>
                                    <p:cond delay="0"/>
                                  </p:stCondLst>
                                  <p:childTnLst>
                                    <p:set>
                                      <p:cBhvr>
                                        <p:cTn id="37" dur="1" fill="hold">
                                          <p:stCondLst>
                                            <p:cond delay="0"/>
                                          </p:stCondLst>
                                        </p:cTn>
                                        <p:tgtEl>
                                          <p:spTgt spid="55">
                                            <p:txEl>
                                              <p:pRg st="0" end="0"/>
                                            </p:txEl>
                                          </p:spTgt>
                                        </p:tgtEl>
                                        <p:attrNameLst>
                                          <p:attrName>style.visibility</p:attrName>
                                        </p:attrNameLst>
                                      </p:cBhvr>
                                      <p:to>
                                        <p:strVal val="visible"/>
                                      </p:to>
                                    </p:set>
                                    <p:animEffect transition="in" filter="fade">
                                      <p:cBhvr>
                                        <p:cTn id="38" dur="500"/>
                                        <p:tgtEl>
                                          <p:spTgt spid="55">
                                            <p:txEl>
                                              <p:pRg st="0" end="0"/>
                                            </p:txEl>
                                          </p:spTgt>
                                        </p:tgtEl>
                                      </p:cBhvr>
                                    </p:animEffect>
                                  </p:childTnLst>
                                </p:cTn>
                              </p:par>
                              <p:par>
                                <p:cTn id="39" presetID="42" presetClass="entr" presetSubtype="0" fill="hold" grpId="0" nodeType="withEffect">
                                  <p:stCondLst>
                                    <p:cond delay="0"/>
                                  </p:stCondLst>
                                  <p:childTnLst>
                                    <p:set>
                                      <p:cBhvr>
                                        <p:cTn id="40" dur="1" fill="hold">
                                          <p:stCondLst>
                                            <p:cond delay="0"/>
                                          </p:stCondLst>
                                        </p:cTn>
                                        <p:tgtEl>
                                          <p:spTgt spid="56">
                                            <p:txEl>
                                              <p:pRg st="0" end="0"/>
                                            </p:txEl>
                                          </p:spTgt>
                                        </p:tgtEl>
                                        <p:attrNameLst>
                                          <p:attrName>style.visibility</p:attrName>
                                        </p:attrNameLst>
                                      </p:cBhvr>
                                      <p:to>
                                        <p:strVal val="visible"/>
                                      </p:to>
                                    </p:set>
                                    <p:animEffect transition="in" filter="fade">
                                      <p:cBhvr>
                                        <p:cTn id="41" dur="500"/>
                                        <p:tgtEl>
                                          <p:spTgt spid="56">
                                            <p:txEl>
                                              <p:pRg st="0" end="0"/>
                                            </p:txEl>
                                          </p:spTgt>
                                        </p:tgtEl>
                                      </p:cBhvr>
                                    </p:animEffect>
                                    <p:anim calcmode="lin" valueType="num">
                                      <p:cBhvr>
                                        <p:cTn id="42" dur="500" fill="hold"/>
                                        <p:tgtEl>
                                          <p:spTgt spid="5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5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3000"/>
                            </p:stCondLst>
                            <p:childTnLst>
                              <p:par>
                                <p:cTn id="45" presetID="10" presetClass="entr" presetSubtype="0" fill="hold" grpId="0" nodeType="afterEffect">
                                  <p:stCondLst>
                                    <p:cond delay="0"/>
                                  </p:stCondLst>
                                  <p:childTnLst>
                                    <p:set>
                                      <p:cBhvr>
                                        <p:cTn id="46" dur="1" fill="hold">
                                          <p:stCondLst>
                                            <p:cond delay="0"/>
                                          </p:stCondLst>
                                        </p:cTn>
                                        <p:tgtEl>
                                          <p:spTgt spid="51"/>
                                        </p:tgtEl>
                                        <p:attrNameLst>
                                          <p:attrName>style.visibility</p:attrName>
                                        </p:attrNameLst>
                                      </p:cBhvr>
                                      <p:to>
                                        <p:strVal val="visible"/>
                                      </p:to>
                                    </p:set>
                                    <p:animEffect transition="in" filter="fade">
                                      <p:cBhvr>
                                        <p:cTn id="47" dur="500"/>
                                        <p:tgtEl>
                                          <p:spTgt spid="51"/>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5"/>
                                        </p:tgtEl>
                                        <p:attrNameLst>
                                          <p:attrName>style.visibility</p:attrName>
                                        </p:attrNameLst>
                                      </p:cBhvr>
                                      <p:to>
                                        <p:strVal val="visible"/>
                                      </p:to>
                                    </p:set>
                                    <p:animEffect transition="in" filter="fade">
                                      <p:cBhvr>
                                        <p:cTn id="50" dur="500"/>
                                        <p:tgtEl>
                                          <p:spTgt spid="45"/>
                                        </p:tgtEl>
                                      </p:cBhvr>
                                    </p:animEffect>
                                  </p:childTnLst>
                                </p:cTn>
                              </p:par>
                            </p:childTnLst>
                          </p:cTn>
                        </p:par>
                        <p:par>
                          <p:cTn id="51" fill="hold">
                            <p:stCondLst>
                              <p:cond delay="3500"/>
                            </p:stCondLst>
                            <p:childTnLst>
                              <p:par>
                                <p:cTn id="52" presetID="10" presetClass="entr" presetSubtype="0" fill="hold" grpId="0" nodeType="afterEffect">
                                  <p:stCondLst>
                                    <p:cond delay="0"/>
                                  </p:stCondLst>
                                  <p:childTnLst>
                                    <p:set>
                                      <p:cBhvr>
                                        <p:cTn id="53" dur="1" fill="hold">
                                          <p:stCondLst>
                                            <p:cond delay="0"/>
                                          </p:stCondLst>
                                        </p:cTn>
                                        <p:tgtEl>
                                          <p:spTgt spid="57">
                                            <p:txEl>
                                              <p:pRg st="0" end="0"/>
                                            </p:txEl>
                                          </p:spTgt>
                                        </p:tgtEl>
                                        <p:attrNameLst>
                                          <p:attrName>style.visibility</p:attrName>
                                        </p:attrNameLst>
                                      </p:cBhvr>
                                      <p:to>
                                        <p:strVal val="visible"/>
                                      </p:to>
                                    </p:set>
                                    <p:animEffect transition="in" filter="fade">
                                      <p:cBhvr>
                                        <p:cTn id="54" dur="500"/>
                                        <p:tgtEl>
                                          <p:spTgt spid="57">
                                            <p:txEl>
                                              <p:pRg st="0" end="0"/>
                                            </p:txEl>
                                          </p:spTgt>
                                        </p:tgtEl>
                                      </p:cBhvr>
                                    </p:animEffect>
                                  </p:childTnLst>
                                </p:cTn>
                              </p:par>
                              <p:par>
                                <p:cTn id="55" presetID="42" presetClass="entr" presetSubtype="0" fill="hold" grpId="0" nodeType="withEffect">
                                  <p:stCondLst>
                                    <p:cond delay="0"/>
                                  </p:stCondLst>
                                  <p:childTnLst>
                                    <p:set>
                                      <p:cBhvr>
                                        <p:cTn id="56" dur="1" fill="hold">
                                          <p:stCondLst>
                                            <p:cond delay="0"/>
                                          </p:stCondLst>
                                        </p:cTn>
                                        <p:tgtEl>
                                          <p:spTgt spid="58">
                                            <p:txEl>
                                              <p:pRg st="0" end="0"/>
                                            </p:txEl>
                                          </p:spTgt>
                                        </p:tgtEl>
                                        <p:attrNameLst>
                                          <p:attrName>style.visibility</p:attrName>
                                        </p:attrNameLst>
                                      </p:cBhvr>
                                      <p:to>
                                        <p:strVal val="visible"/>
                                      </p:to>
                                    </p:set>
                                    <p:animEffect transition="in" filter="fade">
                                      <p:cBhvr>
                                        <p:cTn id="57" dur="500"/>
                                        <p:tgtEl>
                                          <p:spTgt spid="58">
                                            <p:txEl>
                                              <p:pRg st="0" end="0"/>
                                            </p:txEl>
                                          </p:spTgt>
                                        </p:tgtEl>
                                      </p:cBhvr>
                                    </p:animEffect>
                                    <p:anim calcmode="lin" valueType="num">
                                      <p:cBhvr>
                                        <p:cTn id="58" dur="500" fill="hold"/>
                                        <p:tgtEl>
                                          <p:spTgt spid="58">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58">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4000"/>
                            </p:stCondLst>
                            <p:childTnLst>
                              <p:par>
                                <p:cTn id="61" presetID="10" presetClass="entr" presetSubtype="0" fill="hold" grpId="0" nodeType="afterEffect">
                                  <p:stCondLst>
                                    <p:cond delay="0"/>
                                  </p:stCondLst>
                                  <p:childTnLst>
                                    <p:set>
                                      <p:cBhvr>
                                        <p:cTn id="62" dur="1" fill="hold">
                                          <p:stCondLst>
                                            <p:cond delay="0"/>
                                          </p:stCondLst>
                                        </p:cTn>
                                        <p:tgtEl>
                                          <p:spTgt spid="52"/>
                                        </p:tgtEl>
                                        <p:attrNameLst>
                                          <p:attrName>style.visibility</p:attrName>
                                        </p:attrNameLst>
                                      </p:cBhvr>
                                      <p:to>
                                        <p:strVal val="visible"/>
                                      </p:to>
                                    </p:set>
                                    <p:animEffect transition="in" filter="fade">
                                      <p:cBhvr>
                                        <p:cTn id="63" dur="500"/>
                                        <p:tgtEl>
                                          <p:spTgt spid="52"/>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48"/>
                                        </p:tgtEl>
                                        <p:attrNameLst>
                                          <p:attrName>style.visibility</p:attrName>
                                        </p:attrNameLst>
                                      </p:cBhvr>
                                      <p:to>
                                        <p:strVal val="visible"/>
                                      </p:to>
                                    </p:set>
                                    <p:animEffect transition="in" filter="fade">
                                      <p:cBhvr>
                                        <p:cTn id="66" dur="500"/>
                                        <p:tgtEl>
                                          <p:spTgt spid="48"/>
                                        </p:tgtEl>
                                      </p:cBhvr>
                                    </p:animEffect>
                                  </p:childTnLst>
                                </p:cTn>
                              </p:par>
                            </p:childTnLst>
                          </p:cTn>
                        </p:par>
                        <p:par>
                          <p:cTn id="67" fill="hold">
                            <p:stCondLst>
                              <p:cond delay="4500"/>
                            </p:stCondLst>
                            <p:childTnLst>
                              <p:par>
                                <p:cTn id="68" presetID="10" presetClass="entr" presetSubtype="0" fill="hold" grpId="0" nodeType="afterEffect">
                                  <p:stCondLst>
                                    <p:cond delay="0"/>
                                  </p:stCondLst>
                                  <p:childTnLst>
                                    <p:set>
                                      <p:cBhvr>
                                        <p:cTn id="69" dur="1" fill="hold">
                                          <p:stCondLst>
                                            <p:cond delay="0"/>
                                          </p:stCondLst>
                                        </p:cTn>
                                        <p:tgtEl>
                                          <p:spTgt spid="59">
                                            <p:txEl>
                                              <p:pRg st="0" end="0"/>
                                            </p:txEl>
                                          </p:spTgt>
                                        </p:tgtEl>
                                        <p:attrNameLst>
                                          <p:attrName>style.visibility</p:attrName>
                                        </p:attrNameLst>
                                      </p:cBhvr>
                                      <p:to>
                                        <p:strVal val="visible"/>
                                      </p:to>
                                    </p:set>
                                    <p:animEffect transition="in" filter="fade">
                                      <p:cBhvr>
                                        <p:cTn id="70" dur="500"/>
                                        <p:tgtEl>
                                          <p:spTgt spid="59">
                                            <p:txEl>
                                              <p:pRg st="0" end="0"/>
                                            </p:txEl>
                                          </p:spTgt>
                                        </p:tgtEl>
                                      </p:cBhvr>
                                    </p:animEffect>
                                  </p:childTnLst>
                                </p:cTn>
                              </p:par>
                              <p:par>
                                <p:cTn id="71" presetID="42" presetClass="entr" presetSubtype="0" fill="hold" grpId="0" nodeType="withEffect">
                                  <p:stCondLst>
                                    <p:cond delay="0"/>
                                  </p:stCondLst>
                                  <p:childTnLst>
                                    <p:set>
                                      <p:cBhvr>
                                        <p:cTn id="72" dur="1" fill="hold">
                                          <p:stCondLst>
                                            <p:cond delay="0"/>
                                          </p:stCondLst>
                                        </p:cTn>
                                        <p:tgtEl>
                                          <p:spTgt spid="60">
                                            <p:txEl>
                                              <p:pRg st="0" end="0"/>
                                            </p:txEl>
                                          </p:spTgt>
                                        </p:tgtEl>
                                        <p:attrNameLst>
                                          <p:attrName>style.visibility</p:attrName>
                                        </p:attrNameLst>
                                      </p:cBhvr>
                                      <p:to>
                                        <p:strVal val="visible"/>
                                      </p:to>
                                    </p:set>
                                    <p:animEffect transition="in" filter="fade">
                                      <p:cBhvr>
                                        <p:cTn id="73" dur="500"/>
                                        <p:tgtEl>
                                          <p:spTgt spid="60">
                                            <p:txEl>
                                              <p:pRg st="0" end="0"/>
                                            </p:txEl>
                                          </p:spTgt>
                                        </p:tgtEl>
                                      </p:cBhvr>
                                    </p:animEffect>
                                    <p:anim calcmode="lin" valueType="num">
                                      <p:cBhvr>
                                        <p:cTn id="74" dur="500" fill="hold"/>
                                        <p:tgtEl>
                                          <p:spTgt spid="6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6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25" grpId="0" animBg="1"/>
      <p:bldP spid="28" grpId="0" animBg="1"/>
      <p:bldP spid="45" grpId="0" animBg="1"/>
      <p:bldP spid="48" grpId="0" animBg="1"/>
      <p:bldP spid="49" grpId="0" animBg="1"/>
      <p:bldP spid="50" grpId="0" animBg="1"/>
      <p:bldP spid="51" grpId="0" animBg="1"/>
      <p:bldP spid="52" grpId="0" animBg="1"/>
      <p:bldP spid="53" grpId="0" build="p">
        <p:tmplLst>
          <p:tmpl lvl="1">
            <p:tnLst>
              <p:par>
                <p:cTn presetID="10" presetClass="entr" presetSubtype="0"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4" grpId="0" build="p">
        <p:tmplLst>
          <p:tmpl lvl="1">
            <p:tnLst>
              <p:par>
                <p:cTn presetID="42" presetClass="entr" presetSubtype="0"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fade">
                      <p:cBhvr>
                        <p:cTn dur="500"/>
                        <p:tgtEl>
                          <p:spTgt spid="54"/>
                        </p:tgtEl>
                      </p:cBhvr>
                    </p:animEffect>
                    <p:anim calcmode="lin" valueType="num">
                      <p:cBhvr>
                        <p:cTn dur="500" fill="hold"/>
                        <p:tgtEl>
                          <p:spTgt spid="54"/>
                        </p:tgtEl>
                        <p:attrNameLst>
                          <p:attrName>ppt_x</p:attrName>
                        </p:attrNameLst>
                      </p:cBhvr>
                      <p:tavLst>
                        <p:tav tm="0">
                          <p:val>
                            <p:strVal val="#ppt_x"/>
                          </p:val>
                        </p:tav>
                        <p:tav tm="100000">
                          <p:val>
                            <p:strVal val="#ppt_x"/>
                          </p:val>
                        </p:tav>
                      </p:tavLst>
                    </p:anim>
                    <p:anim calcmode="lin" valueType="num">
                      <p:cBhvr>
                        <p:cTn dur="500" fill="hold"/>
                        <p:tgtEl>
                          <p:spTgt spid="54"/>
                        </p:tgtEl>
                        <p:attrNameLst>
                          <p:attrName>ppt_y</p:attrName>
                        </p:attrNameLst>
                      </p:cBhvr>
                      <p:tavLst>
                        <p:tav tm="0">
                          <p:val>
                            <p:strVal val="#ppt_y+.1"/>
                          </p:val>
                        </p:tav>
                        <p:tav tm="100000">
                          <p:val>
                            <p:strVal val="#ppt_y"/>
                          </p:val>
                        </p:tav>
                      </p:tavLst>
                    </p:anim>
                  </p:childTnLst>
                </p:cTn>
              </p:par>
            </p:tnLst>
          </p:tmpl>
        </p:tmplLst>
      </p:bldP>
      <p:bldP spid="55" grpId="0" build="p">
        <p:tmplLst>
          <p:tmpl lvl="1">
            <p:tnLst>
              <p:par>
                <p:cTn presetID="10" presetClass="entr" presetSubtype="0"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fade">
                      <p:cBhvr>
                        <p:cTn dur="500"/>
                        <p:tgtEl>
                          <p:spTgt spid="55"/>
                        </p:tgtEl>
                      </p:cBhvr>
                    </p:animEffect>
                  </p:childTnLst>
                </p:cTn>
              </p:par>
            </p:tnLst>
          </p:tmpl>
        </p:tmplLst>
      </p:bldP>
      <p:bldP spid="56" grpId="0" build="p">
        <p:tmplLst>
          <p:tmpl lvl="1">
            <p:tnLst>
              <p:par>
                <p:cTn presetID="42"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anim calcmode="lin" valueType="num">
                      <p:cBhvr>
                        <p:cTn dur="500" fill="hold"/>
                        <p:tgtEl>
                          <p:spTgt spid="56"/>
                        </p:tgtEl>
                        <p:attrNameLst>
                          <p:attrName>ppt_x</p:attrName>
                        </p:attrNameLst>
                      </p:cBhvr>
                      <p:tavLst>
                        <p:tav tm="0">
                          <p:val>
                            <p:strVal val="#ppt_x"/>
                          </p:val>
                        </p:tav>
                        <p:tav tm="100000">
                          <p:val>
                            <p:strVal val="#ppt_x"/>
                          </p:val>
                        </p:tav>
                      </p:tavLst>
                    </p:anim>
                    <p:anim calcmode="lin" valueType="num">
                      <p:cBhvr>
                        <p:cTn dur="500" fill="hold"/>
                        <p:tgtEl>
                          <p:spTgt spid="56"/>
                        </p:tgtEl>
                        <p:attrNameLst>
                          <p:attrName>ppt_y</p:attrName>
                        </p:attrNameLst>
                      </p:cBhvr>
                      <p:tavLst>
                        <p:tav tm="0">
                          <p:val>
                            <p:strVal val="#ppt_y+.1"/>
                          </p:val>
                        </p:tav>
                        <p:tav tm="100000">
                          <p:val>
                            <p:strVal val="#ppt_y"/>
                          </p:val>
                        </p:tav>
                      </p:tavLst>
                    </p:anim>
                  </p:childTnLst>
                </p:cTn>
              </p:par>
            </p:tnLst>
          </p:tmpl>
        </p:tmplLst>
      </p:bldP>
      <p:bldP spid="57" grpId="0" build="p">
        <p:tmplLst>
          <p:tmpl lvl="1">
            <p:tnLst>
              <p:par>
                <p:cTn presetID="10" presetClass="entr" presetSubtype="0"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42"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anim calcmode="lin" valueType="num">
                      <p:cBhvr>
                        <p:cTn dur="500" fill="hold"/>
                        <p:tgtEl>
                          <p:spTgt spid="58"/>
                        </p:tgtEl>
                        <p:attrNameLst>
                          <p:attrName>ppt_x</p:attrName>
                        </p:attrNameLst>
                      </p:cBhvr>
                      <p:tavLst>
                        <p:tav tm="0">
                          <p:val>
                            <p:strVal val="#ppt_x"/>
                          </p:val>
                        </p:tav>
                        <p:tav tm="100000">
                          <p:val>
                            <p:strVal val="#ppt_x"/>
                          </p:val>
                        </p:tav>
                      </p:tavLst>
                    </p:anim>
                    <p:anim calcmode="lin" valueType="num">
                      <p:cBhvr>
                        <p:cTn dur="500" fill="hold"/>
                        <p:tgtEl>
                          <p:spTgt spid="58"/>
                        </p:tgtEl>
                        <p:attrNameLst>
                          <p:attrName>ppt_y</p:attrName>
                        </p:attrNameLst>
                      </p:cBhvr>
                      <p:tavLst>
                        <p:tav tm="0">
                          <p:val>
                            <p:strVal val="#ppt_y+.1"/>
                          </p:val>
                        </p:tav>
                        <p:tav tm="100000">
                          <p:val>
                            <p:strVal val="#ppt_y"/>
                          </p:val>
                        </p:tav>
                      </p:tavLst>
                    </p:anim>
                  </p:childTnLst>
                </p:cTn>
              </p:par>
            </p:tnLst>
          </p:tmpl>
        </p:tmplLst>
      </p:bldP>
      <p:bldP spid="59" grpId="0" build="p">
        <p:tmplLst>
          <p:tmpl lvl="1">
            <p:tnLst>
              <p:par>
                <p:cTn presetID="10" presetClass="entr" presetSubtype="0"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build="p">
        <p:tmplLst>
          <p:tmpl lvl="1">
            <p:tnLst>
              <p:par>
                <p:cTn presetID="42" presetClass="entr" presetSubtype="0" fill="hold" nodeType="with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anim calcmode="lin" valueType="num">
                      <p:cBhvr>
                        <p:cTn dur="500" fill="hold"/>
                        <p:tgtEl>
                          <p:spTgt spid="60"/>
                        </p:tgtEl>
                        <p:attrNameLst>
                          <p:attrName>ppt_x</p:attrName>
                        </p:attrNameLst>
                      </p:cBhvr>
                      <p:tavLst>
                        <p:tav tm="0">
                          <p:val>
                            <p:strVal val="#ppt_x"/>
                          </p:val>
                        </p:tav>
                        <p:tav tm="100000">
                          <p:val>
                            <p:strVal val="#ppt_x"/>
                          </p:val>
                        </p:tav>
                      </p:tavLst>
                    </p:anim>
                    <p:anim calcmode="lin" valueType="num">
                      <p:cBhvr>
                        <p:cTn dur="500" fill="hold"/>
                        <p:tgtEl>
                          <p:spTgt spid="6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Rectangle 7"/>
          <p:cNvSpPr/>
          <p:nvPr userDrawn="1"/>
        </p:nvSpPr>
        <p:spPr>
          <a:xfrm>
            <a:off x="-1" y="2536326"/>
            <a:ext cx="6481549" cy="18037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2980B9">
                  <a:lumMod val="20000"/>
                  <a:lumOff val="80000"/>
                </a:srgbClr>
              </a:solidFill>
            </a:endParaRPr>
          </a:p>
        </p:txBody>
      </p:sp>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9" y="2831005"/>
            <a:ext cx="5472112" cy="828098"/>
          </a:xfrm>
        </p:spPr>
        <p:txBody>
          <a:bodyPr/>
          <a:lstStyle>
            <a:lvl1pPr algn="ctr">
              <a:defRPr b="1">
                <a:solidFill>
                  <a:schemeClr val="bg1"/>
                </a:solidFill>
              </a:defRPr>
            </a:lvl1pPr>
          </a:lstStyle>
          <a:p>
            <a:r>
              <a:rPr lang="id-ID" dirty="0" smtClean="0"/>
              <a:t>Title here</a:t>
            </a:r>
            <a:endParaRPr lang="en-AU" dirty="0"/>
          </a:p>
        </p:txBody>
      </p:sp>
      <p:sp>
        <p:nvSpPr>
          <p:cNvPr id="7" name="Content Placeholder 2"/>
          <p:cNvSpPr>
            <a:spLocks noGrp="1"/>
          </p:cNvSpPr>
          <p:nvPr>
            <p:ph idx="1"/>
          </p:nvPr>
        </p:nvSpPr>
        <p:spPr>
          <a:xfrm>
            <a:off x="623889" y="3714523"/>
            <a:ext cx="5472112" cy="294121"/>
          </a:xfrm>
        </p:spPr>
        <p:txBody>
          <a:bodyPr/>
          <a:lstStyle>
            <a:lvl1pPr algn="ctr">
              <a:defRPr>
                <a:solidFill>
                  <a:schemeClr val="bg1"/>
                </a:solidFill>
              </a:defRPr>
            </a:lvl1pPr>
          </a:lstStyle>
          <a:p>
            <a:pPr lvl="0"/>
            <a:r>
              <a:rPr lang="en-US" dirty="0" smtClean="0"/>
              <a:t>Click to edit Master text styles</a:t>
            </a:r>
          </a:p>
        </p:txBody>
      </p:sp>
      <p:sp>
        <p:nvSpPr>
          <p:cNvPr id="23" name="Picture Placeholder 22"/>
          <p:cNvSpPr>
            <a:spLocks noGrp="1"/>
          </p:cNvSpPr>
          <p:nvPr>
            <p:ph type="pic" sz="quarter" idx="13"/>
          </p:nvPr>
        </p:nvSpPr>
        <p:spPr>
          <a:xfrm>
            <a:off x="3871418" y="769256"/>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26" name="Picture Placeholder 25"/>
          <p:cNvSpPr>
            <a:spLocks noGrp="1"/>
          </p:cNvSpPr>
          <p:nvPr>
            <p:ph type="pic" sz="quarter" idx="14"/>
          </p:nvPr>
        </p:nvSpPr>
        <p:spPr>
          <a:xfrm>
            <a:off x="6599014" y="0"/>
            <a:ext cx="2610275" cy="2411677"/>
          </a:xfrm>
          <a:custGeom>
            <a:avLst/>
            <a:gdLst>
              <a:gd name="connsiteX0" fmla="*/ 0 w 2610275"/>
              <a:gd name="connsiteY0" fmla="*/ 0 h 2411677"/>
              <a:gd name="connsiteX1" fmla="*/ 2610275 w 2610275"/>
              <a:gd name="connsiteY1" fmla="*/ 0 h 2411677"/>
              <a:gd name="connsiteX2" fmla="*/ 2610275 w 2610275"/>
              <a:gd name="connsiteY2" fmla="*/ 2411677 h 2411677"/>
              <a:gd name="connsiteX3" fmla="*/ 0 w 2610275"/>
              <a:gd name="connsiteY3" fmla="*/ 2411677 h 2411677"/>
            </a:gdLst>
            <a:ahLst/>
            <a:cxnLst>
              <a:cxn ang="0">
                <a:pos x="connsiteX0" y="connsiteY0"/>
              </a:cxn>
              <a:cxn ang="0">
                <a:pos x="connsiteX1" y="connsiteY1"/>
              </a:cxn>
              <a:cxn ang="0">
                <a:pos x="connsiteX2" y="connsiteY2"/>
              </a:cxn>
              <a:cxn ang="0">
                <a:pos x="connsiteX3" y="connsiteY3"/>
              </a:cxn>
            </a:cxnLst>
            <a:rect l="l" t="t" r="r" b="b"/>
            <a:pathLst>
              <a:path w="2610275" h="2411677">
                <a:moveTo>
                  <a:pt x="0" y="0"/>
                </a:moveTo>
                <a:lnTo>
                  <a:pt x="2610275" y="0"/>
                </a:lnTo>
                <a:lnTo>
                  <a:pt x="2610275" y="2411677"/>
                </a:lnTo>
                <a:lnTo>
                  <a:pt x="0" y="2411677"/>
                </a:lnTo>
                <a:close/>
              </a:path>
            </a:pathLst>
          </a:custGeom>
          <a:solidFill>
            <a:schemeClr val="bg1">
              <a:lumMod val="95000"/>
            </a:schemeClr>
          </a:solidFill>
        </p:spPr>
        <p:txBody>
          <a:bodyPr wrap="square">
            <a:noAutofit/>
          </a:bodyPr>
          <a:lstStyle/>
          <a:p>
            <a:endParaRPr lang="en-AU"/>
          </a:p>
        </p:txBody>
      </p:sp>
      <p:sp>
        <p:nvSpPr>
          <p:cNvPr id="29" name="Picture Placeholder 28"/>
          <p:cNvSpPr>
            <a:spLocks noGrp="1"/>
          </p:cNvSpPr>
          <p:nvPr>
            <p:ph type="pic" sz="quarter" idx="15"/>
          </p:nvPr>
        </p:nvSpPr>
        <p:spPr>
          <a:xfrm>
            <a:off x="6599014" y="2536326"/>
            <a:ext cx="2610275" cy="1803729"/>
          </a:xfrm>
          <a:custGeom>
            <a:avLst/>
            <a:gdLst>
              <a:gd name="connsiteX0" fmla="*/ 0 w 2610275"/>
              <a:gd name="connsiteY0" fmla="*/ 0 h 1803729"/>
              <a:gd name="connsiteX1" fmla="*/ 2610275 w 2610275"/>
              <a:gd name="connsiteY1" fmla="*/ 0 h 1803729"/>
              <a:gd name="connsiteX2" fmla="*/ 2610275 w 2610275"/>
              <a:gd name="connsiteY2" fmla="*/ 1803729 h 1803729"/>
              <a:gd name="connsiteX3" fmla="*/ 0 w 261027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610275" h="1803729">
                <a:moveTo>
                  <a:pt x="0" y="0"/>
                </a:moveTo>
                <a:lnTo>
                  <a:pt x="2610275" y="0"/>
                </a:lnTo>
                <a:lnTo>
                  <a:pt x="2610275" y="1803729"/>
                </a:lnTo>
                <a:lnTo>
                  <a:pt x="0" y="1803729"/>
                </a:lnTo>
                <a:close/>
              </a:path>
            </a:pathLst>
          </a:custGeom>
          <a:solidFill>
            <a:schemeClr val="bg1">
              <a:lumMod val="95000"/>
            </a:schemeClr>
          </a:solidFill>
        </p:spPr>
        <p:txBody>
          <a:bodyPr wrap="square">
            <a:noAutofit/>
          </a:bodyPr>
          <a:lstStyle/>
          <a:p>
            <a:endParaRPr lang="en-AU"/>
          </a:p>
        </p:txBody>
      </p:sp>
      <p:sp>
        <p:nvSpPr>
          <p:cNvPr id="32" name="Picture Placeholder 31"/>
          <p:cNvSpPr>
            <a:spLocks noGrp="1"/>
          </p:cNvSpPr>
          <p:nvPr>
            <p:ph type="pic" sz="quarter" idx="16"/>
          </p:nvPr>
        </p:nvSpPr>
        <p:spPr>
          <a:xfrm>
            <a:off x="9326755" y="2536326"/>
            <a:ext cx="2865245" cy="1803729"/>
          </a:xfrm>
          <a:custGeom>
            <a:avLst/>
            <a:gdLst>
              <a:gd name="connsiteX0" fmla="*/ 0 w 2865245"/>
              <a:gd name="connsiteY0" fmla="*/ 0 h 1803729"/>
              <a:gd name="connsiteX1" fmla="*/ 2865245 w 2865245"/>
              <a:gd name="connsiteY1" fmla="*/ 0 h 1803729"/>
              <a:gd name="connsiteX2" fmla="*/ 2865245 w 2865245"/>
              <a:gd name="connsiteY2" fmla="*/ 1803729 h 1803729"/>
              <a:gd name="connsiteX3" fmla="*/ 0 w 286524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865245" h="1803729">
                <a:moveTo>
                  <a:pt x="0" y="0"/>
                </a:moveTo>
                <a:lnTo>
                  <a:pt x="2865245" y="0"/>
                </a:lnTo>
                <a:lnTo>
                  <a:pt x="2865245" y="1803729"/>
                </a:lnTo>
                <a:lnTo>
                  <a:pt x="0" y="1803729"/>
                </a:lnTo>
                <a:close/>
              </a:path>
            </a:pathLst>
          </a:custGeom>
          <a:solidFill>
            <a:schemeClr val="bg1">
              <a:lumMod val="95000"/>
            </a:schemeClr>
          </a:solidFill>
        </p:spPr>
        <p:txBody>
          <a:bodyPr wrap="square">
            <a:noAutofit/>
          </a:bodyPr>
          <a:lstStyle/>
          <a:p>
            <a:endParaRPr lang="en-AU"/>
          </a:p>
        </p:txBody>
      </p:sp>
      <p:sp>
        <p:nvSpPr>
          <p:cNvPr id="35" name="Picture Placeholder 34"/>
          <p:cNvSpPr>
            <a:spLocks noGrp="1"/>
          </p:cNvSpPr>
          <p:nvPr>
            <p:ph type="pic" sz="quarter" idx="17"/>
          </p:nvPr>
        </p:nvSpPr>
        <p:spPr>
          <a:xfrm>
            <a:off x="6599014" y="4464702"/>
            <a:ext cx="2610275" cy="2393297"/>
          </a:xfrm>
          <a:custGeom>
            <a:avLst/>
            <a:gdLst>
              <a:gd name="connsiteX0" fmla="*/ 0 w 2610275"/>
              <a:gd name="connsiteY0" fmla="*/ 0 h 2393297"/>
              <a:gd name="connsiteX1" fmla="*/ 2610275 w 2610275"/>
              <a:gd name="connsiteY1" fmla="*/ 0 h 2393297"/>
              <a:gd name="connsiteX2" fmla="*/ 2610275 w 2610275"/>
              <a:gd name="connsiteY2" fmla="*/ 2393297 h 2393297"/>
              <a:gd name="connsiteX3" fmla="*/ 0 w 2610275"/>
              <a:gd name="connsiteY3" fmla="*/ 2393297 h 2393297"/>
            </a:gdLst>
            <a:ahLst/>
            <a:cxnLst>
              <a:cxn ang="0">
                <a:pos x="connsiteX0" y="connsiteY0"/>
              </a:cxn>
              <a:cxn ang="0">
                <a:pos x="connsiteX1" y="connsiteY1"/>
              </a:cxn>
              <a:cxn ang="0">
                <a:pos x="connsiteX2" y="connsiteY2"/>
              </a:cxn>
              <a:cxn ang="0">
                <a:pos x="connsiteX3" y="connsiteY3"/>
              </a:cxn>
            </a:cxnLst>
            <a:rect l="l" t="t" r="r" b="b"/>
            <a:pathLst>
              <a:path w="2610275" h="2393297">
                <a:moveTo>
                  <a:pt x="0" y="0"/>
                </a:moveTo>
                <a:lnTo>
                  <a:pt x="2610275" y="0"/>
                </a:lnTo>
                <a:lnTo>
                  <a:pt x="2610275" y="2393297"/>
                </a:lnTo>
                <a:lnTo>
                  <a:pt x="0" y="2393297"/>
                </a:lnTo>
                <a:close/>
              </a:path>
            </a:pathLst>
          </a:custGeom>
          <a:solidFill>
            <a:schemeClr val="bg1">
              <a:lumMod val="95000"/>
            </a:schemeClr>
          </a:solidFill>
        </p:spPr>
        <p:txBody>
          <a:bodyPr wrap="square">
            <a:noAutofit/>
          </a:bodyPr>
          <a:lstStyle/>
          <a:p>
            <a:endParaRPr lang="en-AU"/>
          </a:p>
        </p:txBody>
      </p:sp>
      <p:sp>
        <p:nvSpPr>
          <p:cNvPr id="38" name="Picture Placeholder 37"/>
          <p:cNvSpPr>
            <a:spLocks noGrp="1"/>
          </p:cNvSpPr>
          <p:nvPr>
            <p:ph type="pic" sz="quarter" idx="18"/>
          </p:nvPr>
        </p:nvSpPr>
        <p:spPr>
          <a:xfrm>
            <a:off x="9326755" y="4464487"/>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Tree>
    <p:extLst>
      <p:ext uri="{BB962C8B-B14F-4D97-AF65-F5344CB8AC3E}">
        <p14:creationId xmlns:p14="http://schemas.microsoft.com/office/powerpoint/2010/main" val="198374160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xEl>
                                              <p:pRg st="0" end="0"/>
                                            </p:txEl>
                                          </p:spTgt>
                                        </p:tgtEl>
                                        <p:attrNameLst>
                                          <p:attrName>style.visibility</p:attrName>
                                        </p:attrNameLst>
                                      </p:cBhvr>
                                      <p:to>
                                        <p:strVal val="visible"/>
                                      </p:to>
                                    </p:set>
                                    <p:animEffect transition="in" filter="fade">
                                      <p:cBhvr>
                                        <p:cTn id="15" dur="500"/>
                                        <p:tgtEl>
                                          <p:spTgt spid="7">
                                            <p:txEl>
                                              <p:pRg st="0" end="0"/>
                                            </p:txEl>
                                          </p:spTgt>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29"/>
                                        </p:tgtEl>
                                        <p:attrNameLst>
                                          <p:attrName>style.visibility</p:attrName>
                                        </p:attrNameLst>
                                      </p:cBhvr>
                                      <p:to>
                                        <p:strVal val="visible"/>
                                      </p:to>
                                    </p:set>
                                    <p:anim calcmode="lin" valueType="num">
                                      <p:cBhvr>
                                        <p:cTn id="19" dur="500" fill="hold"/>
                                        <p:tgtEl>
                                          <p:spTgt spid="29"/>
                                        </p:tgtEl>
                                        <p:attrNameLst>
                                          <p:attrName>ppt_w</p:attrName>
                                        </p:attrNameLst>
                                      </p:cBhvr>
                                      <p:tavLst>
                                        <p:tav tm="0">
                                          <p:val>
                                            <p:fltVal val="0"/>
                                          </p:val>
                                        </p:tav>
                                        <p:tav tm="100000">
                                          <p:val>
                                            <p:strVal val="#ppt_w"/>
                                          </p:val>
                                        </p:tav>
                                      </p:tavLst>
                                    </p:anim>
                                    <p:anim calcmode="lin" valueType="num">
                                      <p:cBhvr>
                                        <p:cTn id="20" dur="500" fill="hold"/>
                                        <p:tgtEl>
                                          <p:spTgt spid="29"/>
                                        </p:tgtEl>
                                        <p:attrNameLst>
                                          <p:attrName>ppt_h</p:attrName>
                                        </p:attrNameLst>
                                      </p:cBhvr>
                                      <p:tavLst>
                                        <p:tav tm="0">
                                          <p:val>
                                            <p:fltVal val="0"/>
                                          </p:val>
                                        </p:tav>
                                        <p:tav tm="100000">
                                          <p:val>
                                            <p:strVal val="#ppt_h"/>
                                          </p:val>
                                        </p:tav>
                                      </p:tavLst>
                                    </p:anim>
                                    <p:animEffect transition="in" filter="fade">
                                      <p:cBhvr>
                                        <p:cTn id="21" dur="500"/>
                                        <p:tgtEl>
                                          <p:spTgt spid="29"/>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32"/>
                                        </p:tgtEl>
                                        <p:attrNameLst>
                                          <p:attrName>style.visibility</p:attrName>
                                        </p:attrNameLst>
                                      </p:cBhvr>
                                      <p:to>
                                        <p:strVal val="visible"/>
                                      </p:to>
                                    </p:set>
                                    <p:anim calcmode="lin" valueType="num">
                                      <p:cBhvr>
                                        <p:cTn id="24" dur="500" fill="hold"/>
                                        <p:tgtEl>
                                          <p:spTgt spid="32"/>
                                        </p:tgtEl>
                                        <p:attrNameLst>
                                          <p:attrName>ppt_w</p:attrName>
                                        </p:attrNameLst>
                                      </p:cBhvr>
                                      <p:tavLst>
                                        <p:tav tm="0">
                                          <p:val>
                                            <p:fltVal val="0"/>
                                          </p:val>
                                        </p:tav>
                                        <p:tav tm="100000">
                                          <p:val>
                                            <p:strVal val="#ppt_w"/>
                                          </p:val>
                                        </p:tav>
                                      </p:tavLst>
                                    </p:anim>
                                    <p:anim calcmode="lin" valueType="num">
                                      <p:cBhvr>
                                        <p:cTn id="25" dur="500" fill="hold"/>
                                        <p:tgtEl>
                                          <p:spTgt spid="32"/>
                                        </p:tgtEl>
                                        <p:attrNameLst>
                                          <p:attrName>ppt_h</p:attrName>
                                        </p:attrNameLst>
                                      </p:cBhvr>
                                      <p:tavLst>
                                        <p:tav tm="0">
                                          <p:val>
                                            <p:fltVal val="0"/>
                                          </p:val>
                                        </p:tav>
                                        <p:tav tm="100000">
                                          <p:val>
                                            <p:strVal val="#ppt_h"/>
                                          </p:val>
                                        </p:tav>
                                      </p:tavLst>
                                    </p:anim>
                                    <p:animEffect transition="in" filter="fade">
                                      <p:cBhvr>
                                        <p:cTn id="26" dur="500"/>
                                        <p:tgtEl>
                                          <p:spTgt spid="32"/>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26"/>
                                        </p:tgtEl>
                                        <p:attrNameLst>
                                          <p:attrName>style.visibility</p:attrName>
                                        </p:attrNameLst>
                                      </p:cBhvr>
                                      <p:to>
                                        <p:strVal val="visible"/>
                                      </p:to>
                                    </p:set>
                                    <p:anim calcmode="lin" valueType="num">
                                      <p:cBhvr>
                                        <p:cTn id="29" dur="500" fill="hold"/>
                                        <p:tgtEl>
                                          <p:spTgt spid="26"/>
                                        </p:tgtEl>
                                        <p:attrNameLst>
                                          <p:attrName>ppt_w</p:attrName>
                                        </p:attrNameLst>
                                      </p:cBhvr>
                                      <p:tavLst>
                                        <p:tav tm="0">
                                          <p:val>
                                            <p:fltVal val="0"/>
                                          </p:val>
                                        </p:tav>
                                        <p:tav tm="100000">
                                          <p:val>
                                            <p:strVal val="#ppt_w"/>
                                          </p:val>
                                        </p:tav>
                                      </p:tavLst>
                                    </p:anim>
                                    <p:anim calcmode="lin" valueType="num">
                                      <p:cBhvr>
                                        <p:cTn id="30" dur="500" fill="hold"/>
                                        <p:tgtEl>
                                          <p:spTgt spid="26"/>
                                        </p:tgtEl>
                                        <p:attrNameLst>
                                          <p:attrName>ppt_h</p:attrName>
                                        </p:attrNameLst>
                                      </p:cBhvr>
                                      <p:tavLst>
                                        <p:tav tm="0">
                                          <p:val>
                                            <p:fltVal val="0"/>
                                          </p:val>
                                        </p:tav>
                                        <p:tav tm="100000">
                                          <p:val>
                                            <p:strVal val="#ppt_h"/>
                                          </p:val>
                                        </p:tav>
                                      </p:tavLst>
                                    </p:anim>
                                    <p:animEffect transition="in" filter="fade">
                                      <p:cBhvr>
                                        <p:cTn id="31" dur="500"/>
                                        <p:tgtEl>
                                          <p:spTgt spid="26"/>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23"/>
                                        </p:tgtEl>
                                        <p:attrNameLst>
                                          <p:attrName>style.visibility</p:attrName>
                                        </p:attrNameLst>
                                      </p:cBhvr>
                                      <p:to>
                                        <p:strVal val="visible"/>
                                      </p:to>
                                    </p:set>
                                    <p:anim calcmode="lin" valueType="num">
                                      <p:cBhvr>
                                        <p:cTn id="34" dur="500" fill="hold"/>
                                        <p:tgtEl>
                                          <p:spTgt spid="23"/>
                                        </p:tgtEl>
                                        <p:attrNameLst>
                                          <p:attrName>ppt_w</p:attrName>
                                        </p:attrNameLst>
                                      </p:cBhvr>
                                      <p:tavLst>
                                        <p:tav tm="0">
                                          <p:val>
                                            <p:fltVal val="0"/>
                                          </p:val>
                                        </p:tav>
                                        <p:tav tm="100000">
                                          <p:val>
                                            <p:strVal val="#ppt_w"/>
                                          </p:val>
                                        </p:tav>
                                      </p:tavLst>
                                    </p:anim>
                                    <p:anim calcmode="lin" valueType="num">
                                      <p:cBhvr>
                                        <p:cTn id="35" dur="500" fill="hold"/>
                                        <p:tgtEl>
                                          <p:spTgt spid="23"/>
                                        </p:tgtEl>
                                        <p:attrNameLst>
                                          <p:attrName>ppt_h</p:attrName>
                                        </p:attrNameLst>
                                      </p:cBhvr>
                                      <p:tavLst>
                                        <p:tav tm="0">
                                          <p:val>
                                            <p:fltVal val="0"/>
                                          </p:val>
                                        </p:tav>
                                        <p:tav tm="100000">
                                          <p:val>
                                            <p:strVal val="#ppt_h"/>
                                          </p:val>
                                        </p:tav>
                                      </p:tavLst>
                                    </p:anim>
                                    <p:animEffect transition="in" filter="fade">
                                      <p:cBhvr>
                                        <p:cTn id="36" dur="500"/>
                                        <p:tgtEl>
                                          <p:spTgt spid="23"/>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35"/>
                                        </p:tgtEl>
                                        <p:attrNameLst>
                                          <p:attrName>style.visibility</p:attrName>
                                        </p:attrNameLst>
                                      </p:cBhvr>
                                      <p:to>
                                        <p:strVal val="visible"/>
                                      </p:to>
                                    </p:set>
                                    <p:anim calcmode="lin" valueType="num">
                                      <p:cBhvr>
                                        <p:cTn id="39" dur="500" fill="hold"/>
                                        <p:tgtEl>
                                          <p:spTgt spid="35"/>
                                        </p:tgtEl>
                                        <p:attrNameLst>
                                          <p:attrName>ppt_w</p:attrName>
                                        </p:attrNameLst>
                                      </p:cBhvr>
                                      <p:tavLst>
                                        <p:tav tm="0">
                                          <p:val>
                                            <p:fltVal val="0"/>
                                          </p:val>
                                        </p:tav>
                                        <p:tav tm="100000">
                                          <p:val>
                                            <p:strVal val="#ppt_w"/>
                                          </p:val>
                                        </p:tav>
                                      </p:tavLst>
                                    </p:anim>
                                    <p:anim calcmode="lin" valueType="num">
                                      <p:cBhvr>
                                        <p:cTn id="40" dur="500" fill="hold"/>
                                        <p:tgtEl>
                                          <p:spTgt spid="35"/>
                                        </p:tgtEl>
                                        <p:attrNameLst>
                                          <p:attrName>ppt_h</p:attrName>
                                        </p:attrNameLst>
                                      </p:cBhvr>
                                      <p:tavLst>
                                        <p:tav tm="0">
                                          <p:val>
                                            <p:fltVal val="0"/>
                                          </p:val>
                                        </p:tav>
                                        <p:tav tm="100000">
                                          <p:val>
                                            <p:strVal val="#ppt_h"/>
                                          </p:val>
                                        </p:tav>
                                      </p:tavLst>
                                    </p:anim>
                                    <p:animEffect transition="in" filter="fade">
                                      <p:cBhvr>
                                        <p:cTn id="41" dur="500"/>
                                        <p:tgtEl>
                                          <p:spTgt spid="35"/>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38"/>
                                        </p:tgtEl>
                                        <p:attrNameLst>
                                          <p:attrName>style.visibility</p:attrName>
                                        </p:attrNameLst>
                                      </p:cBhvr>
                                      <p:to>
                                        <p:strVal val="visible"/>
                                      </p:to>
                                    </p:set>
                                    <p:anim calcmode="lin" valueType="num">
                                      <p:cBhvr>
                                        <p:cTn id="44" dur="500" fill="hold"/>
                                        <p:tgtEl>
                                          <p:spTgt spid="38"/>
                                        </p:tgtEl>
                                        <p:attrNameLst>
                                          <p:attrName>ppt_w</p:attrName>
                                        </p:attrNameLst>
                                      </p:cBhvr>
                                      <p:tavLst>
                                        <p:tav tm="0">
                                          <p:val>
                                            <p:fltVal val="0"/>
                                          </p:val>
                                        </p:tav>
                                        <p:tav tm="100000">
                                          <p:val>
                                            <p:strVal val="#ppt_w"/>
                                          </p:val>
                                        </p:tav>
                                      </p:tavLst>
                                    </p:anim>
                                    <p:anim calcmode="lin" valueType="num">
                                      <p:cBhvr>
                                        <p:cTn id="45" dur="500" fill="hold"/>
                                        <p:tgtEl>
                                          <p:spTgt spid="38"/>
                                        </p:tgtEl>
                                        <p:attrNameLst>
                                          <p:attrName>ppt_h</p:attrName>
                                        </p:attrNameLst>
                                      </p:cBhvr>
                                      <p:tavLst>
                                        <p:tav tm="0">
                                          <p:val>
                                            <p:fltVal val="0"/>
                                          </p:val>
                                        </p:tav>
                                        <p:tav tm="100000">
                                          <p:val>
                                            <p:strVal val="#ppt_h"/>
                                          </p:val>
                                        </p:tav>
                                      </p:tavLst>
                                    </p:anim>
                                    <p:animEffect transition="in" filter="fade">
                                      <p:cBhvr>
                                        <p:cTn id="46"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23" grpId="0" animBg="1"/>
      <p:bldP spid="26" grpId="0" animBg="1"/>
      <p:bldP spid="29" grpId="0" animBg="1"/>
      <p:bldP spid="32" grpId="0" animBg="1"/>
      <p:bldP spid="35" grpId="0" animBg="1"/>
      <p:bldP spid="38" grpId="0" animBg="1"/>
    </p:bldLst>
  </p:timing>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Picture Placeholder 5"/>
          <p:cNvSpPr>
            <a:spLocks noGrp="1"/>
          </p:cNvSpPr>
          <p:nvPr>
            <p:ph type="pic" sz="quarter" idx="13"/>
          </p:nvPr>
        </p:nvSpPr>
        <p:spPr>
          <a:xfrm>
            <a:off x="1090863" y="1668378"/>
            <a:ext cx="5005138" cy="2245896"/>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9"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cxnSp>
        <p:nvCxnSpPr>
          <p:cNvPr id="10" name="Straight Connector 9"/>
          <p:cNvCxnSpPr/>
          <p:nvPr userDrawn="1"/>
        </p:nvCxnSpPr>
        <p:spPr>
          <a:xfrm>
            <a:off x="4198620" y="1174464"/>
            <a:ext cx="39243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2" name="Picture Placeholder 11"/>
          <p:cNvSpPr>
            <a:spLocks noGrp="1"/>
          </p:cNvSpPr>
          <p:nvPr>
            <p:ph type="pic" sz="quarter" idx="14"/>
          </p:nvPr>
        </p:nvSpPr>
        <p:spPr>
          <a:xfrm>
            <a:off x="6108031" y="3914274"/>
            <a:ext cx="5005138" cy="2245896"/>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15" name="Rectangle 14"/>
          <p:cNvSpPr/>
          <p:nvPr userDrawn="1"/>
        </p:nvSpPr>
        <p:spPr>
          <a:xfrm>
            <a:off x="6248400" y="2220530"/>
            <a:ext cx="3049966" cy="154134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6" name="Text Placeholder 10"/>
          <p:cNvSpPr>
            <a:spLocks noGrp="1"/>
          </p:cNvSpPr>
          <p:nvPr>
            <p:ph type="body" sz="quarter" idx="27" hasCustomPrompt="1"/>
          </p:nvPr>
        </p:nvSpPr>
        <p:spPr>
          <a:xfrm>
            <a:off x="6426869" y="2389754"/>
            <a:ext cx="272415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7" name="Text Placeholder 10"/>
          <p:cNvSpPr>
            <a:spLocks noGrp="1"/>
          </p:cNvSpPr>
          <p:nvPr>
            <p:ph type="body" sz="quarter" idx="28" hasCustomPrompt="1"/>
          </p:nvPr>
        </p:nvSpPr>
        <p:spPr>
          <a:xfrm>
            <a:off x="6426869" y="2670772"/>
            <a:ext cx="2724150"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8" name="Rectangle 17"/>
          <p:cNvSpPr/>
          <p:nvPr userDrawn="1"/>
        </p:nvSpPr>
        <p:spPr>
          <a:xfrm>
            <a:off x="2893634" y="4066674"/>
            <a:ext cx="3049966" cy="154134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Text Placeholder 10"/>
          <p:cNvSpPr>
            <a:spLocks noGrp="1"/>
          </p:cNvSpPr>
          <p:nvPr>
            <p:ph type="body" sz="quarter" idx="29" hasCustomPrompt="1"/>
          </p:nvPr>
        </p:nvSpPr>
        <p:spPr>
          <a:xfrm>
            <a:off x="3072103" y="4235898"/>
            <a:ext cx="272415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0" name="Text Placeholder 10"/>
          <p:cNvSpPr>
            <a:spLocks noGrp="1"/>
          </p:cNvSpPr>
          <p:nvPr>
            <p:ph type="body" sz="quarter" idx="30" hasCustomPrompt="1"/>
          </p:nvPr>
        </p:nvSpPr>
        <p:spPr>
          <a:xfrm>
            <a:off x="3072103" y="4516916"/>
            <a:ext cx="2724150"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Tree>
    <p:extLst>
      <p:ext uri="{BB962C8B-B14F-4D97-AF65-F5344CB8AC3E}">
        <p14:creationId xmlns:p14="http://schemas.microsoft.com/office/powerpoint/2010/main" val="161242268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par>
                                <p:cTn id="12" presetID="53" presetClass="entr" presetSubtype="16"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500" fill="hold"/>
                                        <p:tgtEl>
                                          <p:spTgt spid="12"/>
                                        </p:tgtEl>
                                        <p:attrNameLst>
                                          <p:attrName>ppt_w</p:attrName>
                                        </p:attrNameLst>
                                      </p:cBhvr>
                                      <p:tavLst>
                                        <p:tav tm="0">
                                          <p:val>
                                            <p:fltVal val="0"/>
                                          </p:val>
                                        </p:tav>
                                        <p:tav tm="100000">
                                          <p:val>
                                            <p:strVal val="#ppt_w"/>
                                          </p:val>
                                        </p:tav>
                                      </p:tavLst>
                                    </p:anim>
                                    <p:anim calcmode="lin" valueType="num">
                                      <p:cBhvr>
                                        <p:cTn id="20" dur="500" fill="hold"/>
                                        <p:tgtEl>
                                          <p:spTgt spid="12"/>
                                        </p:tgtEl>
                                        <p:attrNameLst>
                                          <p:attrName>ppt_h</p:attrName>
                                        </p:attrNameLst>
                                      </p:cBhvr>
                                      <p:tavLst>
                                        <p:tav tm="0">
                                          <p:val>
                                            <p:fltVal val="0"/>
                                          </p:val>
                                        </p:tav>
                                        <p:tav tm="100000">
                                          <p:val>
                                            <p:strVal val="#ppt_h"/>
                                          </p:val>
                                        </p:tav>
                                      </p:tavLst>
                                    </p:anim>
                                    <p:animEffect transition="in" filter="fade">
                                      <p:cBhvr>
                                        <p:cTn id="21" dur="500"/>
                                        <p:tgtEl>
                                          <p:spTgt spid="12"/>
                                        </p:tgtEl>
                                      </p:cBhvr>
                                    </p:animEffect>
                                  </p:childTnLst>
                                </p:cTn>
                              </p:par>
                              <p:par>
                                <p:cTn id="22" presetID="22" presetClass="entr" presetSubtype="1" fill="hold" grpId="0"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wipe(up)">
                                      <p:cBhvr>
                                        <p:cTn id="24" dur="500"/>
                                        <p:tgtEl>
                                          <p:spTgt spid="15"/>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6">
                                            <p:txEl>
                                              <p:pRg st="0" end="0"/>
                                            </p:txEl>
                                          </p:spTgt>
                                        </p:tgtEl>
                                        <p:attrNameLst>
                                          <p:attrName>style.visibility</p:attrName>
                                        </p:attrNameLst>
                                      </p:cBhvr>
                                      <p:to>
                                        <p:strVal val="visible"/>
                                      </p:to>
                                    </p:set>
                                    <p:animEffect transition="in" filter="fade">
                                      <p:cBhvr>
                                        <p:cTn id="27" dur="500"/>
                                        <p:tgtEl>
                                          <p:spTgt spid="16">
                                            <p:txEl>
                                              <p:pRg st="0" end="0"/>
                                            </p:txEl>
                                          </p:spTgt>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7">
                                            <p:txEl>
                                              <p:pRg st="0" end="0"/>
                                            </p:txEl>
                                          </p:spTgt>
                                        </p:tgtEl>
                                        <p:attrNameLst>
                                          <p:attrName>style.visibility</p:attrName>
                                        </p:attrNameLst>
                                      </p:cBhvr>
                                      <p:to>
                                        <p:strVal val="visible"/>
                                      </p:to>
                                    </p:set>
                                    <p:animEffect transition="in" filter="fade">
                                      <p:cBhvr>
                                        <p:cTn id="30" dur="500"/>
                                        <p:tgtEl>
                                          <p:spTgt spid="17">
                                            <p:txEl>
                                              <p:pRg st="0" end="0"/>
                                            </p:txEl>
                                          </p:spTgt>
                                        </p:tgtEl>
                                      </p:cBhvr>
                                    </p:animEffect>
                                  </p:childTnLst>
                                </p:cTn>
                              </p:par>
                              <p:par>
                                <p:cTn id="31" presetID="22" presetClass="entr" presetSubtype="1" fill="hold" grpId="0" nodeType="with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wipe(up)">
                                      <p:cBhvr>
                                        <p:cTn id="33" dur="500"/>
                                        <p:tgtEl>
                                          <p:spTgt spid="18"/>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9">
                                            <p:txEl>
                                              <p:pRg st="0" end="0"/>
                                            </p:txEl>
                                          </p:spTgt>
                                        </p:tgtEl>
                                        <p:attrNameLst>
                                          <p:attrName>style.visibility</p:attrName>
                                        </p:attrNameLst>
                                      </p:cBhvr>
                                      <p:to>
                                        <p:strVal val="visible"/>
                                      </p:to>
                                    </p:set>
                                    <p:animEffect transition="in" filter="fade">
                                      <p:cBhvr>
                                        <p:cTn id="36" dur="500"/>
                                        <p:tgtEl>
                                          <p:spTgt spid="19">
                                            <p:txEl>
                                              <p:pRg st="0" end="0"/>
                                            </p:txEl>
                                          </p:spTgt>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20">
                                            <p:txEl>
                                              <p:pRg st="0" end="0"/>
                                            </p:txEl>
                                          </p:spTgt>
                                        </p:tgtEl>
                                        <p:attrNameLst>
                                          <p:attrName>style.visibility</p:attrName>
                                        </p:attrNameLst>
                                      </p:cBhvr>
                                      <p:to>
                                        <p:strVal val="visible"/>
                                      </p:to>
                                    </p:set>
                                    <p:animEffect transition="in" filter="fade">
                                      <p:cBhvr>
                                        <p:cTn id="39"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p:bldP spid="12" grpId="0" animBg="1"/>
      <p:bldP spid="15" grpId="0" animBg="1"/>
      <p:bldP spid="16" grpId="0" build="p">
        <p:tmplLst>
          <p:tmpl lvl="1">
            <p:tnLst>
              <p:par>
                <p:cTn presetID="10"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10"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animBg="1"/>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build="p">
        <p:tmplLst>
          <p:tmpl lvl="1">
            <p:tnLst>
              <p:par>
                <p:cTn presetID="10"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Lst>
  </p:timing>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10" name="Picture Placeholder 9"/>
          <p:cNvSpPr>
            <a:spLocks noGrp="1"/>
          </p:cNvSpPr>
          <p:nvPr>
            <p:ph type="pic" sz="quarter" idx="13"/>
          </p:nvPr>
        </p:nvSpPr>
        <p:spPr>
          <a:xfrm>
            <a:off x="1314001"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13" name="Picture Placeholder 12"/>
          <p:cNvSpPr>
            <a:spLocks noGrp="1"/>
          </p:cNvSpPr>
          <p:nvPr>
            <p:ph type="pic" sz="quarter" idx="14" hasCustomPrompt="1"/>
          </p:nvPr>
        </p:nvSpPr>
        <p:spPr>
          <a:xfrm>
            <a:off x="1314001"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1"/>
          </a:solidFill>
          <a:ln w="57150">
            <a:solidFill>
              <a:schemeClr val="bg1"/>
            </a:solidFill>
          </a:ln>
        </p:spPr>
        <p:txBody>
          <a:bodyPr wrap="square">
            <a:noAutofit/>
          </a:bodyPr>
          <a:lstStyle/>
          <a:p>
            <a:r>
              <a:rPr lang="id-ID" dirty="0" smtClean="0"/>
              <a:t>-</a:t>
            </a:r>
            <a:endParaRPr lang="en-AU" dirty="0"/>
          </a:p>
        </p:txBody>
      </p:sp>
      <p:sp>
        <p:nvSpPr>
          <p:cNvPr id="20" name="Picture Placeholder 19"/>
          <p:cNvSpPr>
            <a:spLocks noGrp="1"/>
          </p:cNvSpPr>
          <p:nvPr>
            <p:ph type="pic" sz="quarter" idx="15"/>
          </p:nvPr>
        </p:nvSpPr>
        <p:spPr>
          <a:xfrm>
            <a:off x="3736526"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21" name="Picture Placeholder 20"/>
          <p:cNvSpPr>
            <a:spLocks noGrp="1"/>
          </p:cNvSpPr>
          <p:nvPr>
            <p:ph type="pic" sz="quarter" idx="16" hasCustomPrompt="1"/>
          </p:nvPr>
        </p:nvSpPr>
        <p:spPr>
          <a:xfrm>
            <a:off x="3736526"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2"/>
          </a:solidFill>
          <a:ln w="57150">
            <a:solidFill>
              <a:schemeClr val="bg1"/>
            </a:solidFill>
          </a:ln>
        </p:spPr>
        <p:txBody>
          <a:bodyPr wrap="square">
            <a:noAutofit/>
          </a:bodyPr>
          <a:lstStyle/>
          <a:p>
            <a:r>
              <a:rPr lang="id-ID" dirty="0" smtClean="0"/>
              <a:t>-</a:t>
            </a:r>
            <a:endParaRPr lang="en-AU" dirty="0"/>
          </a:p>
        </p:txBody>
      </p:sp>
      <p:sp>
        <p:nvSpPr>
          <p:cNvPr id="22" name="Picture Placeholder 21"/>
          <p:cNvSpPr>
            <a:spLocks noGrp="1"/>
          </p:cNvSpPr>
          <p:nvPr>
            <p:ph type="pic" sz="quarter" idx="17"/>
          </p:nvPr>
        </p:nvSpPr>
        <p:spPr>
          <a:xfrm>
            <a:off x="6159051"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23" name="Picture Placeholder 22"/>
          <p:cNvSpPr>
            <a:spLocks noGrp="1"/>
          </p:cNvSpPr>
          <p:nvPr>
            <p:ph type="pic" sz="quarter" idx="18" hasCustomPrompt="1"/>
          </p:nvPr>
        </p:nvSpPr>
        <p:spPr>
          <a:xfrm>
            <a:off x="6159051"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3"/>
          </a:solidFill>
          <a:ln w="57150">
            <a:solidFill>
              <a:schemeClr val="bg1"/>
            </a:solidFill>
          </a:ln>
        </p:spPr>
        <p:txBody>
          <a:bodyPr wrap="square">
            <a:noAutofit/>
          </a:bodyPr>
          <a:lstStyle/>
          <a:p>
            <a:r>
              <a:rPr lang="id-ID" dirty="0" smtClean="0"/>
              <a:t>-</a:t>
            </a:r>
            <a:endParaRPr lang="en-AU" dirty="0"/>
          </a:p>
        </p:txBody>
      </p:sp>
      <p:sp>
        <p:nvSpPr>
          <p:cNvPr id="24" name="Picture Placeholder 23"/>
          <p:cNvSpPr>
            <a:spLocks noGrp="1"/>
          </p:cNvSpPr>
          <p:nvPr>
            <p:ph type="pic" sz="quarter" idx="19"/>
          </p:nvPr>
        </p:nvSpPr>
        <p:spPr>
          <a:xfrm>
            <a:off x="8610600"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25" name="Picture Placeholder 24"/>
          <p:cNvSpPr>
            <a:spLocks noGrp="1"/>
          </p:cNvSpPr>
          <p:nvPr>
            <p:ph type="pic" sz="quarter" idx="20" hasCustomPrompt="1"/>
          </p:nvPr>
        </p:nvSpPr>
        <p:spPr>
          <a:xfrm>
            <a:off x="8610600"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4"/>
          </a:solidFill>
          <a:ln w="57150">
            <a:solidFill>
              <a:schemeClr val="bg1"/>
            </a:solidFill>
          </a:ln>
        </p:spPr>
        <p:txBody>
          <a:bodyPr wrap="square">
            <a:noAutofit/>
          </a:bodyPr>
          <a:lstStyle/>
          <a:p>
            <a:r>
              <a:rPr lang="id-ID" dirty="0" smtClean="0"/>
              <a:t>-</a:t>
            </a:r>
            <a:endParaRPr lang="en-AU" dirty="0"/>
          </a:p>
        </p:txBody>
      </p:sp>
      <p:sp>
        <p:nvSpPr>
          <p:cNvPr id="2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cxnSp>
        <p:nvCxnSpPr>
          <p:cNvPr id="27" name="Straight Connector 26"/>
          <p:cNvCxnSpPr/>
          <p:nvPr userDrawn="1"/>
        </p:nvCxnSpPr>
        <p:spPr>
          <a:xfrm>
            <a:off x="4229100" y="1174464"/>
            <a:ext cx="39243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5" name="Text Placeholder 10"/>
          <p:cNvSpPr>
            <a:spLocks noGrp="1"/>
          </p:cNvSpPr>
          <p:nvPr>
            <p:ph type="body" sz="quarter" idx="29" hasCustomPrompt="1"/>
          </p:nvPr>
        </p:nvSpPr>
        <p:spPr>
          <a:xfrm>
            <a:off x="1505367" y="4471290"/>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6" name="Text Placeholder 10"/>
          <p:cNvSpPr>
            <a:spLocks noGrp="1"/>
          </p:cNvSpPr>
          <p:nvPr>
            <p:ph type="body" sz="quarter" idx="30" hasCustomPrompt="1"/>
          </p:nvPr>
        </p:nvSpPr>
        <p:spPr>
          <a:xfrm>
            <a:off x="1505367" y="4752308"/>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7" name="Text Placeholder 10"/>
          <p:cNvSpPr>
            <a:spLocks noGrp="1"/>
          </p:cNvSpPr>
          <p:nvPr>
            <p:ph type="body" sz="quarter" idx="31" hasCustomPrompt="1"/>
          </p:nvPr>
        </p:nvSpPr>
        <p:spPr>
          <a:xfrm>
            <a:off x="3963670" y="4471290"/>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8" name="Text Placeholder 10"/>
          <p:cNvSpPr>
            <a:spLocks noGrp="1"/>
          </p:cNvSpPr>
          <p:nvPr>
            <p:ph type="body" sz="quarter" idx="32" hasCustomPrompt="1"/>
          </p:nvPr>
        </p:nvSpPr>
        <p:spPr>
          <a:xfrm>
            <a:off x="3963670" y="4752308"/>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9" name="Text Placeholder 10"/>
          <p:cNvSpPr>
            <a:spLocks noGrp="1"/>
          </p:cNvSpPr>
          <p:nvPr>
            <p:ph type="body" sz="quarter" idx="33" hasCustomPrompt="1"/>
          </p:nvPr>
        </p:nvSpPr>
        <p:spPr>
          <a:xfrm>
            <a:off x="6351687" y="4475579"/>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8" name="Text Placeholder 10"/>
          <p:cNvSpPr>
            <a:spLocks noGrp="1"/>
          </p:cNvSpPr>
          <p:nvPr>
            <p:ph type="body" sz="quarter" idx="34" hasCustomPrompt="1"/>
          </p:nvPr>
        </p:nvSpPr>
        <p:spPr>
          <a:xfrm>
            <a:off x="6351687" y="4756597"/>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29" name="Text Placeholder 10"/>
          <p:cNvSpPr>
            <a:spLocks noGrp="1"/>
          </p:cNvSpPr>
          <p:nvPr>
            <p:ph type="body" sz="quarter" idx="35" hasCustomPrompt="1"/>
          </p:nvPr>
        </p:nvSpPr>
        <p:spPr>
          <a:xfrm>
            <a:off x="8807450" y="4473463"/>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0" name="Text Placeholder 10"/>
          <p:cNvSpPr>
            <a:spLocks noGrp="1"/>
          </p:cNvSpPr>
          <p:nvPr>
            <p:ph type="body" sz="quarter" idx="36" hasCustomPrompt="1"/>
          </p:nvPr>
        </p:nvSpPr>
        <p:spPr>
          <a:xfrm>
            <a:off x="8807450" y="4754481"/>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Tree>
    <p:extLst>
      <p:ext uri="{BB962C8B-B14F-4D97-AF65-F5344CB8AC3E}">
        <p14:creationId xmlns:p14="http://schemas.microsoft.com/office/powerpoint/2010/main" val="406517434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500"/>
                                        <p:tgtEl>
                                          <p:spTgt spid="2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5">
                                            <p:txEl>
                                              <p:pRg st="0" end="0"/>
                                            </p:txEl>
                                          </p:spTgt>
                                        </p:tgtEl>
                                        <p:attrNameLst>
                                          <p:attrName>style.visibility</p:attrName>
                                        </p:attrNameLst>
                                      </p:cBhvr>
                                      <p:to>
                                        <p:strVal val="visible"/>
                                      </p:to>
                                    </p:set>
                                    <p:animEffect transition="in" filter="fade">
                                      <p:cBhvr>
                                        <p:cTn id="23" dur="500"/>
                                        <p:tgtEl>
                                          <p:spTgt spid="15">
                                            <p:txEl>
                                              <p:pRg st="0" end="0"/>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6">
                                            <p:txEl>
                                              <p:pRg st="0" end="0"/>
                                            </p:txEl>
                                          </p:spTgt>
                                        </p:tgtEl>
                                        <p:attrNameLst>
                                          <p:attrName>style.visibility</p:attrName>
                                        </p:attrNameLst>
                                      </p:cBhvr>
                                      <p:to>
                                        <p:strVal val="visible"/>
                                      </p:to>
                                    </p:set>
                                    <p:animEffect transition="in" filter="fade">
                                      <p:cBhvr>
                                        <p:cTn id="26" dur="500"/>
                                        <p:tgtEl>
                                          <p:spTgt spid="16">
                                            <p:txEl>
                                              <p:pRg st="0" end="0"/>
                                            </p:txEl>
                                          </p:spTgt>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childTnLst>
                          </p:cTn>
                        </p:par>
                        <p:par>
                          <p:cTn id="31" fill="hold">
                            <p:stCondLst>
                              <p:cond delay="3000"/>
                            </p:stCondLst>
                            <p:childTnLst>
                              <p:par>
                                <p:cTn id="32" presetID="22" presetClass="entr" presetSubtype="4" fill="hold" grpId="0" nodeType="after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wipe(down)">
                                      <p:cBhvr>
                                        <p:cTn id="34" dur="500"/>
                                        <p:tgtEl>
                                          <p:spTgt spid="21"/>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17">
                                            <p:txEl>
                                              <p:pRg st="0" end="0"/>
                                            </p:txEl>
                                          </p:spTgt>
                                        </p:tgtEl>
                                        <p:attrNameLst>
                                          <p:attrName>style.visibility</p:attrName>
                                        </p:attrNameLst>
                                      </p:cBhvr>
                                      <p:to>
                                        <p:strVal val="visible"/>
                                      </p:to>
                                    </p:set>
                                    <p:animEffect transition="in" filter="fade">
                                      <p:cBhvr>
                                        <p:cTn id="38" dur="500"/>
                                        <p:tgtEl>
                                          <p:spTgt spid="17">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8">
                                            <p:txEl>
                                              <p:pRg st="0" end="0"/>
                                            </p:txEl>
                                          </p:spTgt>
                                        </p:tgtEl>
                                        <p:attrNameLst>
                                          <p:attrName>style.visibility</p:attrName>
                                        </p:attrNameLst>
                                      </p:cBhvr>
                                      <p:to>
                                        <p:strVal val="visible"/>
                                      </p:to>
                                    </p:set>
                                    <p:animEffect transition="in" filter="fade">
                                      <p:cBhvr>
                                        <p:cTn id="41" dur="500"/>
                                        <p:tgtEl>
                                          <p:spTgt spid="18">
                                            <p:txEl>
                                              <p:pRg st="0" end="0"/>
                                            </p:txEl>
                                          </p:spTgt>
                                        </p:tgtEl>
                                      </p:cBhvr>
                                    </p:animEffect>
                                  </p:childTnLst>
                                </p:cTn>
                              </p:par>
                            </p:childTnLst>
                          </p:cTn>
                        </p:par>
                        <p:par>
                          <p:cTn id="42" fill="hold">
                            <p:stCondLst>
                              <p:cond delay="4000"/>
                            </p:stCondLst>
                            <p:childTnLst>
                              <p:par>
                                <p:cTn id="43" presetID="10" presetClass="entr" presetSubtype="0" fill="hold" grpId="0" nodeType="after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fade">
                                      <p:cBhvr>
                                        <p:cTn id="45" dur="500"/>
                                        <p:tgtEl>
                                          <p:spTgt spid="22"/>
                                        </p:tgtEl>
                                      </p:cBhvr>
                                    </p:animEffect>
                                  </p:childTnLst>
                                </p:cTn>
                              </p:par>
                            </p:childTnLst>
                          </p:cTn>
                        </p:par>
                        <p:par>
                          <p:cTn id="46" fill="hold">
                            <p:stCondLst>
                              <p:cond delay="4500"/>
                            </p:stCondLst>
                            <p:childTnLst>
                              <p:par>
                                <p:cTn id="47" presetID="22" presetClass="entr" presetSubtype="4" fill="hold" grpId="0" nodeType="after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wipe(down)">
                                      <p:cBhvr>
                                        <p:cTn id="49" dur="500"/>
                                        <p:tgtEl>
                                          <p:spTgt spid="23"/>
                                        </p:tgtEl>
                                      </p:cBhvr>
                                    </p:animEffect>
                                  </p:childTnLst>
                                </p:cTn>
                              </p:par>
                            </p:childTnLst>
                          </p:cTn>
                        </p:par>
                        <p:par>
                          <p:cTn id="50" fill="hold">
                            <p:stCondLst>
                              <p:cond delay="5000"/>
                            </p:stCondLst>
                            <p:childTnLst>
                              <p:par>
                                <p:cTn id="51" presetID="10" presetClass="entr" presetSubtype="0" fill="hold" grpId="0" nodeType="afterEffect">
                                  <p:stCondLst>
                                    <p:cond delay="0"/>
                                  </p:stCondLst>
                                  <p:childTnLst>
                                    <p:set>
                                      <p:cBhvr>
                                        <p:cTn id="52" dur="1" fill="hold">
                                          <p:stCondLst>
                                            <p:cond delay="0"/>
                                          </p:stCondLst>
                                        </p:cTn>
                                        <p:tgtEl>
                                          <p:spTgt spid="19">
                                            <p:txEl>
                                              <p:pRg st="0" end="0"/>
                                            </p:txEl>
                                          </p:spTgt>
                                        </p:tgtEl>
                                        <p:attrNameLst>
                                          <p:attrName>style.visibility</p:attrName>
                                        </p:attrNameLst>
                                      </p:cBhvr>
                                      <p:to>
                                        <p:strVal val="visible"/>
                                      </p:to>
                                    </p:set>
                                    <p:animEffect transition="in" filter="fade">
                                      <p:cBhvr>
                                        <p:cTn id="53" dur="500"/>
                                        <p:tgtEl>
                                          <p:spTgt spid="19">
                                            <p:txEl>
                                              <p:pRg st="0" end="0"/>
                                            </p:txEl>
                                          </p:spTgt>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8">
                                            <p:txEl>
                                              <p:pRg st="0" end="0"/>
                                            </p:txEl>
                                          </p:spTgt>
                                        </p:tgtEl>
                                        <p:attrNameLst>
                                          <p:attrName>style.visibility</p:attrName>
                                        </p:attrNameLst>
                                      </p:cBhvr>
                                      <p:to>
                                        <p:strVal val="visible"/>
                                      </p:to>
                                    </p:set>
                                    <p:animEffect transition="in" filter="fade">
                                      <p:cBhvr>
                                        <p:cTn id="56" dur="500"/>
                                        <p:tgtEl>
                                          <p:spTgt spid="28">
                                            <p:txEl>
                                              <p:pRg st="0" end="0"/>
                                            </p:txEl>
                                          </p:spTgt>
                                        </p:tgtEl>
                                      </p:cBhvr>
                                    </p:animEffect>
                                  </p:childTnLst>
                                </p:cTn>
                              </p:par>
                            </p:childTnLst>
                          </p:cTn>
                        </p:par>
                        <p:par>
                          <p:cTn id="57" fill="hold">
                            <p:stCondLst>
                              <p:cond delay="5500"/>
                            </p:stCondLst>
                            <p:childTnLst>
                              <p:par>
                                <p:cTn id="58" presetID="10" presetClass="entr" presetSubtype="0" fill="hold" grpId="0" nodeType="afterEffect">
                                  <p:stCondLst>
                                    <p:cond delay="0"/>
                                  </p:stCondLst>
                                  <p:childTnLst>
                                    <p:set>
                                      <p:cBhvr>
                                        <p:cTn id="59" dur="1" fill="hold">
                                          <p:stCondLst>
                                            <p:cond delay="0"/>
                                          </p:stCondLst>
                                        </p:cTn>
                                        <p:tgtEl>
                                          <p:spTgt spid="24"/>
                                        </p:tgtEl>
                                        <p:attrNameLst>
                                          <p:attrName>style.visibility</p:attrName>
                                        </p:attrNameLst>
                                      </p:cBhvr>
                                      <p:to>
                                        <p:strVal val="visible"/>
                                      </p:to>
                                    </p:set>
                                    <p:animEffect transition="in" filter="fade">
                                      <p:cBhvr>
                                        <p:cTn id="60" dur="500"/>
                                        <p:tgtEl>
                                          <p:spTgt spid="24"/>
                                        </p:tgtEl>
                                      </p:cBhvr>
                                    </p:animEffect>
                                  </p:childTnLst>
                                </p:cTn>
                              </p:par>
                            </p:childTnLst>
                          </p:cTn>
                        </p:par>
                        <p:par>
                          <p:cTn id="61" fill="hold">
                            <p:stCondLst>
                              <p:cond delay="6000"/>
                            </p:stCondLst>
                            <p:childTnLst>
                              <p:par>
                                <p:cTn id="62" presetID="22" presetClass="entr" presetSubtype="4" fill="hold" grpId="0" nodeType="afterEffect">
                                  <p:stCondLst>
                                    <p:cond delay="0"/>
                                  </p:stCondLst>
                                  <p:childTnLst>
                                    <p:set>
                                      <p:cBhvr>
                                        <p:cTn id="63" dur="1" fill="hold">
                                          <p:stCondLst>
                                            <p:cond delay="0"/>
                                          </p:stCondLst>
                                        </p:cTn>
                                        <p:tgtEl>
                                          <p:spTgt spid="25"/>
                                        </p:tgtEl>
                                        <p:attrNameLst>
                                          <p:attrName>style.visibility</p:attrName>
                                        </p:attrNameLst>
                                      </p:cBhvr>
                                      <p:to>
                                        <p:strVal val="visible"/>
                                      </p:to>
                                    </p:set>
                                    <p:animEffect transition="in" filter="wipe(down)">
                                      <p:cBhvr>
                                        <p:cTn id="64" dur="500"/>
                                        <p:tgtEl>
                                          <p:spTgt spid="25"/>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29">
                                            <p:txEl>
                                              <p:pRg st="0" end="0"/>
                                            </p:txEl>
                                          </p:spTgt>
                                        </p:tgtEl>
                                        <p:attrNameLst>
                                          <p:attrName>style.visibility</p:attrName>
                                        </p:attrNameLst>
                                      </p:cBhvr>
                                      <p:to>
                                        <p:strVal val="visible"/>
                                      </p:to>
                                    </p:set>
                                    <p:animEffect transition="in" filter="fade">
                                      <p:cBhvr>
                                        <p:cTn id="68" dur="500"/>
                                        <p:tgtEl>
                                          <p:spTgt spid="29">
                                            <p:txEl>
                                              <p:pRg st="0" end="0"/>
                                            </p:txEl>
                                          </p:spTgt>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0">
                                            <p:txEl>
                                              <p:pRg st="0" end="0"/>
                                            </p:txEl>
                                          </p:spTgt>
                                        </p:tgtEl>
                                        <p:attrNameLst>
                                          <p:attrName>style.visibility</p:attrName>
                                        </p:attrNameLst>
                                      </p:cBhvr>
                                      <p:to>
                                        <p:strVal val="visible"/>
                                      </p:to>
                                    </p:set>
                                    <p:animEffect transition="in" filter="fade">
                                      <p:cBhvr>
                                        <p:cTn id="71"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3" grpId="0" animBg="1"/>
      <p:bldP spid="20" grpId="0" animBg="1"/>
      <p:bldP spid="21" grpId="0" animBg="1"/>
      <p:bldP spid="22" grpId="0" animBg="1"/>
      <p:bldP spid="23" grpId="0" animBg="1"/>
      <p:bldP spid="24" grpId="0" animBg="1"/>
      <p:bldP spid="25" grpId="0" animBg="1"/>
      <p:bldP spid="26"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10"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build="p">
        <p:tmplLst>
          <p:tmpl lvl="1">
            <p:tnLst>
              <p:par>
                <p:cTn presetID="10"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10" presetClass="entr" presetSubtype="0"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8" grpId="0" build="p">
        <p:tmplLst>
          <p:tmpl lvl="1">
            <p:tnLst>
              <p:par>
                <p:cTn presetID="10"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9" grpId="0" build="p">
        <p:tmplLst>
          <p:tmpl lvl="1">
            <p:tnLst>
              <p:par>
                <p:cTn presetID="10" presetClass="entr" presetSubtype="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childTnLst>
                </p:cTn>
              </p:par>
            </p:tnLst>
          </p:tmpl>
        </p:tmplLst>
      </p:bldP>
      <p:bldP spid="30" grpId="0" build="p">
        <p:tmplLst>
          <p:tmpl lvl="1">
            <p:tnLst>
              <p:par>
                <p:cTn presetID="10"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Lst>
  </p:timing>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95034"/>
          </a:xfrm>
        </p:spPr>
        <p:txBody>
          <a:bodyPr>
            <a:normAutofit/>
          </a:bodyPr>
          <a:lstStyle>
            <a:lvl1pPr algn="l">
              <a:defRPr sz="44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9500"/>
            <a:ext cx="5472112" cy="294121"/>
          </a:xfrm>
        </p:spPr>
        <p:txBody>
          <a:bodyPr/>
          <a:lstStyle>
            <a:lvl1pPr algn="l">
              <a:defRPr/>
            </a:lvl1pPr>
          </a:lstStyle>
          <a:p>
            <a:pPr lvl="0"/>
            <a:r>
              <a:rPr lang="en-US" dirty="0" smtClean="0"/>
              <a:t>Click to edit Master text styles</a:t>
            </a:r>
          </a:p>
        </p:txBody>
      </p:sp>
    </p:spTree>
    <p:extLst>
      <p:ext uri="{BB962C8B-B14F-4D97-AF65-F5344CB8AC3E}">
        <p14:creationId xmlns:p14="http://schemas.microsoft.com/office/powerpoint/2010/main" val="370522709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61721"/>
          </a:xfrm>
        </p:spPr>
        <p:txBody>
          <a:bodyPr/>
          <a:lstStyle>
            <a:lvl1pPr algn="l">
              <a:defRPr sz="36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4904"/>
            <a:ext cx="5472112" cy="294121"/>
          </a:xfrm>
        </p:spPr>
        <p:txBody>
          <a:bodyPr/>
          <a:lstStyle>
            <a:lvl1pPr algn="l">
              <a:defRPr/>
            </a:lvl1pPr>
          </a:lstStyle>
          <a:p>
            <a:pPr lvl="0"/>
            <a:r>
              <a:rPr lang="en-US" dirty="0" smtClean="0"/>
              <a:t>Click to edit Master text styles</a:t>
            </a:r>
          </a:p>
        </p:txBody>
      </p:sp>
    </p:spTree>
    <p:extLst>
      <p:ext uri="{BB962C8B-B14F-4D97-AF65-F5344CB8AC3E}">
        <p14:creationId xmlns:p14="http://schemas.microsoft.com/office/powerpoint/2010/main" val="115156546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95034"/>
          </a:xfrm>
        </p:spPr>
        <p:txBody>
          <a:bodyPr>
            <a:normAutofit/>
          </a:bodyPr>
          <a:lstStyle>
            <a:lvl1pPr algn="l">
              <a:defRPr sz="44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9500"/>
            <a:ext cx="5472112" cy="294121"/>
          </a:xfrm>
        </p:spPr>
        <p:txBody>
          <a:bodyPr/>
          <a:lstStyle>
            <a:lvl1pPr algn="l">
              <a:defRPr/>
            </a:lvl1pPr>
          </a:lstStyle>
          <a:p>
            <a:pPr lvl="0"/>
            <a:r>
              <a:rPr lang="en-US" dirty="0" smtClean="0"/>
              <a:t>Click to edit Master text styles</a:t>
            </a:r>
          </a:p>
        </p:txBody>
      </p:sp>
      <p:sp>
        <p:nvSpPr>
          <p:cNvPr id="8" name="Picture Placeholder 9"/>
          <p:cNvSpPr>
            <a:spLocks noGrp="1"/>
          </p:cNvSpPr>
          <p:nvPr>
            <p:ph type="pic" sz="quarter" idx="13" hasCustomPrompt="1"/>
          </p:nvPr>
        </p:nvSpPr>
        <p:spPr>
          <a:xfrm>
            <a:off x="1912257" y="1954314"/>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grpSp>
        <p:nvGrpSpPr>
          <p:cNvPr id="9" name="Group 8"/>
          <p:cNvGrpSpPr/>
          <p:nvPr userDrawn="1"/>
        </p:nvGrpSpPr>
        <p:grpSpPr>
          <a:xfrm>
            <a:off x="2234464" y="4370171"/>
            <a:ext cx="1537345" cy="214571"/>
            <a:chOff x="5317188" y="3092930"/>
            <a:chExt cx="1537345" cy="214571"/>
          </a:xfrm>
          <a:solidFill>
            <a:srgbClr val="FFC000"/>
          </a:solidFill>
        </p:grpSpPr>
        <p:sp>
          <p:nvSpPr>
            <p:cNvPr id="10" name="5-Point Star 9"/>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5-Point Star 10"/>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5-Point Star 11"/>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3" name="5-Point Star 12"/>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5-Point Star 13"/>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15" name="Text Placeholder 10"/>
          <p:cNvSpPr>
            <a:spLocks noGrp="1"/>
          </p:cNvSpPr>
          <p:nvPr>
            <p:ph type="body" sz="quarter" idx="14" hasCustomPrompt="1"/>
          </p:nvPr>
        </p:nvSpPr>
        <p:spPr>
          <a:xfrm>
            <a:off x="6481771" y="1995054"/>
            <a:ext cx="4576754" cy="348342"/>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6" name="Text Placeholder 10"/>
          <p:cNvSpPr>
            <a:spLocks noGrp="1"/>
          </p:cNvSpPr>
          <p:nvPr>
            <p:ph type="body" sz="quarter" idx="16" hasCustomPrompt="1"/>
          </p:nvPr>
        </p:nvSpPr>
        <p:spPr>
          <a:xfrm>
            <a:off x="6481772" y="2424114"/>
            <a:ext cx="4576753" cy="1533524"/>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17" name="Text Placeholder 10"/>
          <p:cNvSpPr>
            <a:spLocks noGrp="1"/>
          </p:cNvSpPr>
          <p:nvPr>
            <p:ph type="body" sz="quarter" idx="17" hasCustomPrompt="1"/>
          </p:nvPr>
        </p:nvSpPr>
        <p:spPr>
          <a:xfrm>
            <a:off x="1012091" y="4868947"/>
            <a:ext cx="3990966" cy="1155181"/>
          </a:xfrm>
        </p:spPr>
        <p:txBody>
          <a:bodyPr>
            <a:normAutofit/>
          </a:bodyPr>
          <a:lstStyle>
            <a:lvl1pPr algn="ctr">
              <a:defRPr sz="1200" i="1"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111348018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wipe(left)">
                                      <p:cBhvr>
                                        <p:cTn id="2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Lst>
  </p:timing>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23" name="Picture Placeholder 22"/>
          <p:cNvSpPr>
            <a:spLocks noGrp="1"/>
          </p:cNvSpPr>
          <p:nvPr>
            <p:ph type="pic" sz="quarter" idx="13"/>
          </p:nvPr>
        </p:nvSpPr>
        <p:spPr>
          <a:xfrm>
            <a:off x="3437532" y="4365702"/>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29" name="Picture Placeholder 28"/>
          <p:cNvSpPr>
            <a:spLocks noGrp="1"/>
          </p:cNvSpPr>
          <p:nvPr>
            <p:ph type="pic" sz="quarter" idx="15"/>
          </p:nvPr>
        </p:nvSpPr>
        <p:spPr>
          <a:xfrm>
            <a:off x="3437532" y="2437541"/>
            <a:ext cx="2610275" cy="1803729"/>
          </a:xfrm>
          <a:custGeom>
            <a:avLst/>
            <a:gdLst>
              <a:gd name="connsiteX0" fmla="*/ 0 w 2610275"/>
              <a:gd name="connsiteY0" fmla="*/ 0 h 1803729"/>
              <a:gd name="connsiteX1" fmla="*/ 2610275 w 2610275"/>
              <a:gd name="connsiteY1" fmla="*/ 0 h 1803729"/>
              <a:gd name="connsiteX2" fmla="*/ 2610275 w 2610275"/>
              <a:gd name="connsiteY2" fmla="*/ 1803729 h 1803729"/>
              <a:gd name="connsiteX3" fmla="*/ 0 w 261027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610275" h="1803729">
                <a:moveTo>
                  <a:pt x="0" y="0"/>
                </a:moveTo>
                <a:lnTo>
                  <a:pt x="2610275" y="0"/>
                </a:lnTo>
                <a:lnTo>
                  <a:pt x="2610275" y="1803729"/>
                </a:lnTo>
                <a:lnTo>
                  <a:pt x="0" y="1803729"/>
                </a:lnTo>
                <a:close/>
              </a:path>
            </a:pathLst>
          </a:custGeom>
          <a:solidFill>
            <a:schemeClr val="bg1">
              <a:lumMod val="95000"/>
            </a:schemeClr>
          </a:solidFill>
        </p:spPr>
        <p:txBody>
          <a:bodyPr wrap="square">
            <a:noAutofit/>
          </a:bodyPr>
          <a:lstStyle/>
          <a:p>
            <a:endParaRPr lang="en-AU"/>
          </a:p>
        </p:txBody>
      </p:sp>
      <p:sp>
        <p:nvSpPr>
          <p:cNvPr id="32" name="Picture Placeholder 31"/>
          <p:cNvSpPr>
            <a:spLocks noGrp="1"/>
          </p:cNvSpPr>
          <p:nvPr>
            <p:ph type="pic" sz="quarter" idx="16"/>
          </p:nvPr>
        </p:nvSpPr>
        <p:spPr>
          <a:xfrm>
            <a:off x="6165273" y="2437541"/>
            <a:ext cx="2610275" cy="1803729"/>
          </a:xfrm>
          <a:custGeom>
            <a:avLst/>
            <a:gdLst>
              <a:gd name="connsiteX0" fmla="*/ 0 w 2865245"/>
              <a:gd name="connsiteY0" fmla="*/ 0 h 1803729"/>
              <a:gd name="connsiteX1" fmla="*/ 2865245 w 2865245"/>
              <a:gd name="connsiteY1" fmla="*/ 0 h 1803729"/>
              <a:gd name="connsiteX2" fmla="*/ 2865245 w 2865245"/>
              <a:gd name="connsiteY2" fmla="*/ 1803729 h 1803729"/>
              <a:gd name="connsiteX3" fmla="*/ 0 w 286524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865245" h="1803729">
                <a:moveTo>
                  <a:pt x="0" y="0"/>
                </a:moveTo>
                <a:lnTo>
                  <a:pt x="2865245" y="0"/>
                </a:lnTo>
                <a:lnTo>
                  <a:pt x="2865245" y="1803729"/>
                </a:lnTo>
                <a:lnTo>
                  <a:pt x="0" y="1803729"/>
                </a:lnTo>
                <a:close/>
              </a:path>
            </a:pathLst>
          </a:custGeom>
          <a:solidFill>
            <a:schemeClr val="bg1">
              <a:lumMod val="95000"/>
            </a:schemeClr>
          </a:solidFill>
        </p:spPr>
        <p:txBody>
          <a:bodyPr wrap="square">
            <a:noAutofit/>
          </a:bodyPr>
          <a:lstStyle/>
          <a:p>
            <a:endParaRPr lang="en-AU"/>
          </a:p>
        </p:txBody>
      </p:sp>
      <p:sp>
        <p:nvSpPr>
          <p:cNvPr id="38" name="Picture Placeholder 37"/>
          <p:cNvSpPr>
            <a:spLocks noGrp="1"/>
          </p:cNvSpPr>
          <p:nvPr>
            <p:ph type="pic" sz="quarter" idx="18"/>
          </p:nvPr>
        </p:nvSpPr>
        <p:spPr>
          <a:xfrm>
            <a:off x="6165273" y="4365702"/>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14"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15"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6" name="Text Placeholder 10"/>
          <p:cNvSpPr>
            <a:spLocks noGrp="1"/>
          </p:cNvSpPr>
          <p:nvPr>
            <p:ph type="body" sz="quarter" idx="17" hasCustomPrompt="1"/>
          </p:nvPr>
        </p:nvSpPr>
        <p:spPr>
          <a:xfrm>
            <a:off x="838200" y="3026156"/>
            <a:ext cx="2438401" cy="273368"/>
          </a:xfrm>
        </p:spPr>
        <p:txBody>
          <a:bodyPr/>
          <a:lstStyle>
            <a:lvl1pPr algn="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7" name="Text Placeholder 10"/>
          <p:cNvSpPr>
            <a:spLocks noGrp="1"/>
          </p:cNvSpPr>
          <p:nvPr>
            <p:ph type="body" sz="quarter" idx="19" hasCustomPrompt="1"/>
          </p:nvPr>
        </p:nvSpPr>
        <p:spPr>
          <a:xfrm>
            <a:off x="838201" y="3377725"/>
            <a:ext cx="2438400" cy="1085225"/>
          </a:xfrm>
        </p:spPr>
        <p:txBody>
          <a:bodyPr>
            <a:normAutofit/>
          </a:bodyPr>
          <a:lstStyle>
            <a:lvl1pPr algn="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18" name="Text Placeholder 10"/>
          <p:cNvSpPr>
            <a:spLocks noGrp="1"/>
          </p:cNvSpPr>
          <p:nvPr>
            <p:ph type="body" sz="quarter" idx="20" hasCustomPrompt="1"/>
          </p:nvPr>
        </p:nvSpPr>
        <p:spPr>
          <a:xfrm>
            <a:off x="838200" y="4743477"/>
            <a:ext cx="2438401" cy="273368"/>
          </a:xfrm>
        </p:spPr>
        <p:txBody>
          <a:bodyPr/>
          <a:lstStyle>
            <a:lvl1pPr algn="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9" name="Text Placeholder 10"/>
          <p:cNvSpPr>
            <a:spLocks noGrp="1"/>
          </p:cNvSpPr>
          <p:nvPr>
            <p:ph type="body" sz="quarter" idx="21" hasCustomPrompt="1"/>
          </p:nvPr>
        </p:nvSpPr>
        <p:spPr>
          <a:xfrm>
            <a:off x="838201" y="5095046"/>
            <a:ext cx="2438400" cy="1085225"/>
          </a:xfrm>
        </p:spPr>
        <p:txBody>
          <a:bodyPr>
            <a:normAutofit/>
          </a:bodyPr>
          <a:lstStyle>
            <a:lvl1pPr algn="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0" name="Text Placeholder 10"/>
          <p:cNvSpPr>
            <a:spLocks noGrp="1"/>
          </p:cNvSpPr>
          <p:nvPr>
            <p:ph type="body" sz="quarter" idx="22" hasCustomPrompt="1"/>
          </p:nvPr>
        </p:nvSpPr>
        <p:spPr>
          <a:xfrm>
            <a:off x="8929254" y="3027921"/>
            <a:ext cx="2438401" cy="273368"/>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1" name="Text Placeholder 10"/>
          <p:cNvSpPr>
            <a:spLocks noGrp="1"/>
          </p:cNvSpPr>
          <p:nvPr>
            <p:ph type="body" sz="quarter" idx="23" hasCustomPrompt="1"/>
          </p:nvPr>
        </p:nvSpPr>
        <p:spPr>
          <a:xfrm>
            <a:off x="8929255" y="3379490"/>
            <a:ext cx="2438400" cy="1085225"/>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2" name="Text Placeholder 10"/>
          <p:cNvSpPr>
            <a:spLocks noGrp="1"/>
          </p:cNvSpPr>
          <p:nvPr>
            <p:ph type="body" sz="quarter" idx="24" hasCustomPrompt="1"/>
          </p:nvPr>
        </p:nvSpPr>
        <p:spPr>
          <a:xfrm>
            <a:off x="8929254" y="4743477"/>
            <a:ext cx="2438401" cy="273368"/>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4" name="Text Placeholder 10"/>
          <p:cNvSpPr>
            <a:spLocks noGrp="1"/>
          </p:cNvSpPr>
          <p:nvPr>
            <p:ph type="body" sz="quarter" idx="25" hasCustomPrompt="1"/>
          </p:nvPr>
        </p:nvSpPr>
        <p:spPr>
          <a:xfrm>
            <a:off x="8929255" y="5095046"/>
            <a:ext cx="2438400" cy="1085225"/>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37397752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ppt_w</p:attrName>
                                        </p:attrNameLst>
                                      </p:cBhvr>
                                      <p:tavLst>
                                        <p:tav tm="0">
                                          <p:val>
                                            <p:fltVal val="0"/>
                                          </p:val>
                                        </p:tav>
                                        <p:tav tm="100000">
                                          <p:val>
                                            <p:strVal val="#ppt_w"/>
                                          </p:val>
                                        </p:tav>
                                      </p:tavLst>
                                    </p:anim>
                                    <p:anim calcmode="lin" valueType="num">
                                      <p:cBhvr>
                                        <p:cTn id="8" dur="500" fill="hold"/>
                                        <p:tgtEl>
                                          <p:spTgt spid="29"/>
                                        </p:tgtEl>
                                        <p:attrNameLst>
                                          <p:attrName>ppt_h</p:attrName>
                                        </p:attrNameLst>
                                      </p:cBhvr>
                                      <p:tavLst>
                                        <p:tav tm="0">
                                          <p:val>
                                            <p:fltVal val="0"/>
                                          </p:val>
                                        </p:tav>
                                        <p:tav tm="100000">
                                          <p:val>
                                            <p:strVal val="#ppt_h"/>
                                          </p:val>
                                        </p:tav>
                                      </p:tavLst>
                                    </p:anim>
                                    <p:animEffect transition="in" filter="fade">
                                      <p:cBhvr>
                                        <p:cTn id="9" dur="500"/>
                                        <p:tgtEl>
                                          <p:spTgt spid="29"/>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32"/>
                                        </p:tgtEl>
                                        <p:attrNameLst>
                                          <p:attrName>style.visibility</p:attrName>
                                        </p:attrNameLst>
                                      </p:cBhvr>
                                      <p:to>
                                        <p:strVal val="visible"/>
                                      </p:to>
                                    </p:set>
                                    <p:anim calcmode="lin" valueType="num">
                                      <p:cBhvr>
                                        <p:cTn id="12" dur="500" fill="hold"/>
                                        <p:tgtEl>
                                          <p:spTgt spid="32"/>
                                        </p:tgtEl>
                                        <p:attrNameLst>
                                          <p:attrName>ppt_w</p:attrName>
                                        </p:attrNameLst>
                                      </p:cBhvr>
                                      <p:tavLst>
                                        <p:tav tm="0">
                                          <p:val>
                                            <p:fltVal val="0"/>
                                          </p:val>
                                        </p:tav>
                                        <p:tav tm="100000">
                                          <p:val>
                                            <p:strVal val="#ppt_w"/>
                                          </p:val>
                                        </p:tav>
                                      </p:tavLst>
                                    </p:anim>
                                    <p:anim calcmode="lin" valueType="num">
                                      <p:cBhvr>
                                        <p:cTn id="13" dur="500" fill="hold"/>
                                        <p:tgtEl>
                                          <p:spTgt spid="32"/>
                                        </p:tgtEl>
                                        <p:attrNameLst>
                                          <p:attrName>ppt_h</p:attrName>
                                        </p:attrNameLst>
                                      </p:cBhvr>
                                      <p:tavLst>
                                        <p:tav tm="0">
                                          <p:val>
                                            <p:fltVal val="0"/>
                                          </p:val>
                                        </p:tav>
                                        <p:tav tm="100000">
                                          <p:val>
                                            <p:strVal val="#ppt_h"/>
                                          </p:val>
                                        </p:tav>
                                      </p:tavLst>
                                    </p:anim>
                                    <p:animEffect transition="in" filter="fade">
                                      <p:cBhvr>
                                        <p:cTn id="14" dur="500"/>
                                        <p:tgtEl>
                                          <p:spTgt spid="32"/>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p:cTn id="17" dur="500" fill="hold"/>
                                        <p:tgtEl>
                                          <p:spTgt spid="23"/>
                                        </p:tgtEl>
                                        <p:attrNameLst>
                                          <p:attrName>ppt_w</p:attrName>
                                        </p:attrNameLst>
                                      </p:cBhvr>
                                      <p:tavLst>
                                        <p:tav tm="0">
                                          <p:val>
                                            <p:fltVal val="0"/>
                                          </p:val>
                                        </p:tav>
                                        <p:tav tm="100000">
                                          <p:val>
                                            <p:strVal val="#ppt_w"/>
                                          </p:val>
                                        </p:tav>
                                      </p:tavLst>
                                    </p:anim>
                                    <p:anim calcmode="lin" valueType="num">
                                      <p:cBhvr>
                                        <p:cTn id="18" dur="500" fill="hold"/>
                                        <p:tgtEl>
                                          <p:spTgt spid="23"/>
                                        </p:tgtEl>
                                        <p:attrNameLst>
                                          <p:attrName>ppt_h</p:attrName>
                                        </p:attrNameLst>
                                      </p:cBhvr>
                                      <p:tavLst>
                                        <p:tav tm="0">
                                          <p:val>
                                            <p:fltVal val="0"/>
                                          </p:val>
                                        </p:tav>
                                        <p:tav tm="100000">
                                          <p:val>
                                            <p:strVal val="#ppt_h"/>
                                          </p:val>
                                        </p:tav>
                                      </p:tavLst>
                                    </p:anim>
                                    <p:animEffect transition="in" filter="fade">
                                      <p:cBhvr>
                                        <p:cTn id="19" dur="500"/>
                                        <p:tgtEl>
                                          <p:spTgt spid="23"/>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 calcmode="lin" valueType="num">
                                      <p:cBhvr>
                                        <p:cTn id="22" dur="500" fill="hold"/>
                                        <p:tgtEl>
                                          <p:spTgt spid="38"/>
                                        </p:tgtEl>
                                        <p:attrNameLst>
                                          <p:attrName>ppt_w</p:attrName>
                                        </p:attrNameLst>
                                      </p:cBhvr>
                                      <p:tavLst>
                                        <p:tav tm="0">
                                          <p:val>
                                            <p:fltVal val="0"/>
                                          </p:val>
                                        </p:tav>
                                        <p:tav tm="100000">
                                          <p:val>
                                            <p:strVal val="#ppt_w"/>
                                          </p:val>
                                        </p:tav>
                                      </p:tavLst>
                                    </p:anim>
                                    <p:anim calcmode="lin" valueType="num">
                                      <p:cBhvr>
                                        <p:cTn id="23" dur="500" fill="hold"/>
                                        <p:tgtEl>
                                          <p:spTgt spid="38"/>
                                        </p:tgtEl>
                                        <p:attrNameLst>
                                          <p:attrName>ppt_h</p:attrName>
                                        </p:attrNameLst>
                                      </p:cBhvr>
                                      <p:tavLst>
                                        <p:tav tm="0">
                                          <p:val>
                                            <p:fltVal val="0"/>
                                          </p:val>
                                        </p:tav>
                                        <p:tav tm="100000">
                                          <p:val>
                                            <p:strVal val="#ppt_h"/>
                                          </p:val>
                                        </p:tav>
                                      </p:tavLst>
                                    </p:anim>
                                    <p:animEffect transition="in" filter="fade">
                                      <p:cBhvr>
                                        <p:cTn id="24" dur="500"/>
                                        <p:tgtEl>
                                          <p:spTgt spid="38"/>
                                        </p:tgtEl>
                                      </p:cBhvr>
                                    </p:animEffect>
                                  </p:childTnLst>
                                </p:cTn>
                              </p:par>
                            </p:childTnLst>
                          </p:cTn>
                        </p:par>
                        <p:par>
                          <p:cTn id="25" fill="hold">
                            <p:stCondLst>
                              <p:cond delay="500"/>
                            </p:stCondLst>
                            <p:childTnLst>
                              <p:par>
                                <p:cTn id="26" presetID="10" presetClass="entr" presetSubtype="0" fill="hold" grpId="0" nodeType="after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par>
                          <p:cTn id="29" fill="hold">
                            <p:stCondLst>
                              <p:cond delay="1000"/>
                            </p:stCondLst>
                            <p:childTnLst>
                              <p:par>
                                <p:cTn id="30" presetID="10" presetClass="entr" presetSubtype="0" fill="hold" grpId="0" nodeType="afterEffect">
                                  <p:stCondLst>
                                    <p:cond delay="0"/>
                                  </p:stCondLst>
                                  <p:childTnLst>
                                    <p:set>
                                      <p:cBhvr>
                                        <p:cTn id="31" dur="1" fill="hold">
                                          <p:stCondLst>
                                            <p:cond delay="0"/>
                                          </p:stCondLst>
                                        </p:cTn>
                                        <p:tgtEl>
                                          <p:spTgt spid="15">
                                            <p:txEl>
                                              <p:pRg st="0" end="0"/>
                                            </p:txEl>
                                          </p:spTgt>
                                        </p:tgtEl>
                                        <p:attrNameLst>
                                          <p:attrName>style.visibility</p:attrName>
                                        </p:attrNameLst>
                                      </p:cBhvr>
                                      <p:to>
                                        <p:strVal val="visible"/>
                                      </p:to>
                                    </p:set>
                                    <p:animEffect transition="in" filter="fade">
                                      <p:cBhvr>
                                        <p:cTn id="32" dur="500"/>
                                        <p:tgtEl>
                                          <p:spTgt spid="15">
                                            <p:txEl>
                                              <p:pRg st="0" end="0"/>
                                            </p:txEl>
                                          </p:spTgt>
                                        </p:tgtEl>
                                      </p:cBhvr>
                                    </p:animEffect>
                                  </p:childTnLst>
                                </p:cTn>
                              </p:par>
                            </p:childTnLst>
                          </p:cTn>
                        </p:par>
                        <p:par>
                          <p:cTn id="33" fill="hold">
                            <p:stCondLst>
                              <p:cond delay="1500"/>
                            </p:stCondLst>
                            <p:childTnLst>
                              <p:par>
                                <p:cTn id="34" presetID="10" presetClass="entr" presetSubtype="0" fill="hold" grpId="0" nodeType="afterEffect">
                                  <p:stCondLst>
                                    <p:cond delay="0"/>
                                  </p:stCondLst>
                                  <p:childTnLst>
                                    <p:set>
                                      <p:cBhvr>
                                        <p:cTn id="35" dur="1" fill="hold">
                                          <p:stCondLst>
                                            <p:cond delay="0"/>
                                          </p:stCondLst>
                                        </p:cTn>
                                        <p:tgtEl>
                                          <p:spTgt spid="16">
                                            <p:txEl>
                                              <p:pRg st="0" end="0"/>
                                            </p:txEl>
                                          </p:spTgt>
                                        </p:tgtEl>
                                        <p:attrNameLst>
                                          <p:attrName>style.visibility</p:attrName>
                                        </p:attrNameLst>
                                      </p:cBhvr>
                                      <p:to>
                                        <p:strVal val="visible"/>
                                      </p:to>
                                    </p:set>
                                    <p:animEffect transition="in" filter="fade">
                                      <p:cBhvr>
                                        <p:cTn id="36" dur="500"/>
                                        <p:tgtEl>
                                          <p:spTgt spid="16">
                                            <p:txEl>
                                              <p:pRg st="0" end="0"/>
                                            </p:txEl>
                                          </p:spTgt>
                                        </p:tgtEl>
                                      </p:cBhvr>
                                    </p:animEffect>
                                  </p:childTnLst>
                                </p:cTn>
                              </p:par>
                              <p:par>
                                <p:cTn id="37" presetID="42" presetClass="entr" presetSubtype="0" fill="hold" grpId="0" nodeType="withEffect">
                                  <p:stCondLst>
                                    <p:cond delay="0"/>
                                  </p:stCondLst>
                                  <p:childTnLst>
                                    <p:set>
                                      <p:cBhvr>
                                        <p:cTn id="38" dur="1" fill="hold">
                                          <p:stCondLst>
                                            <p:cond delay="0"/>
                                          </p:stCondLst>
                                        </p:cTn>
                                        <p:tgtEl>
                                          <p:spTgt spid="17">
                                            <p:txEl>
                                              <p:pRg st="0" end="0"/>
                                            </p:txEl>
                                          </p:spTgt>
                                        </p:tgtEl>
                                        <p:attrNameLst>
                                          <p:attrName>style.visibility</p:attrName>
                                        </p:attrNameLst>
                                      </p:cBhvr>
                                      <p:to>
                                        <p:strVal val="visible"/>
                                      </p:to>
                                    </p:set>
                                    <p:animEffect transition="in" filter="fade">
                                      <p:cBhvr>
                                        <p:cTn id="39" dur="500"/>
                                        <p:tgtEl>
                                          <p:spTgt spid="17">
                                            <p:txEl>
                                              <p:pRg st="0" end="0"/>
                                            </p:txEl>
                                          </p:spTgt>
                                        </p:tgtEl>
                                      </p:cBhvr>
                                    </p:animEffect>
                                    <p:anim calcmode="lin" valueType="num">
                                      <p:cBhvr>
                                        <p:cTn id="40"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41" dur="500" fill="hold"/>
                                        <p:tgtEl>
                                          <p:spTgt spid="17">
                                            <p:txEl>
                                              <p:pRg st="0" end="0"/>
                                            </p:txEl>
                                          </p:spTgt>
                                        </p:tgtEl>
                                        <p:attrNameLst>
                                          <p:attrName>ppt_y</p:attrName>
                                        </p:attrNameLst>
                                      </p:cBhvr>
                                      <p:tavLst>
                                        <p:tav tm="0">
                                          <p:val>
                                            <p:strVal val="#ppt_y+.1"/>
                                          </p:val>
                                        </p:tav>
                                        <p:tav tm="100000">
                                          <p:val>
                                            <p:strVal val="#ppt_y"/>
                                          </p:val>
                                        </p:tav>
                                      </p:tavLst>
                                    </p:anim>
                                  </p:childTnLst>
                                </p:cTn>
                              </p:par>
                            </p:childTnLst>
                          </p:cTn>
                        </p:par>
                        <p:par>
                          <p:cTn id="42" fill="hold">
                            <p:stCondLst>
                              <p:cond delay="2000"/>
                            </p:stCondLst>
                            <p:childTnLst>
                              <p:par>
                                <p:cTn id="43" presetID="10" presetClass="entr" presetSubtype="0" fill="hold" grpId="0" nodeType="afterEffect">
                                  <p:stCondLst>
                                    <p:cond delay="0"/>
                                  </p:stCondLst>
                                  <p:childTnLst>
                                    <p:set>
                                      <p:cBhvr>
                                        <p:cTn id="44" dur="1" fill="hold">
                                          <p:stCondLst>
                                            <p:cond delay="0"/>
                                          </p:stCondLst>
                                        </p:cTn>
                                        <p:tgtEl>
                                          <p:spTgt spid="18">
                                            <p:txEl>
                                              <p:pRg st="0" end="0"/>
                                            </p:txEl>
                                          </p:spTgt>
                                        </p:tgtEl>
                                        <p:attrNameLst>
                                          <p:attrName>style.visibility</p:attrName>
                                        </p:attrNameLst>
                                      </p:cBhvr>
                                      <p:to>
                                        <p:strVal val="visible"/>
                                      </p:to>
                                    </p:set>
                                    <p:animEffect transition="in" filter="fade">
                                      <p:cBhvr>
                                        <p:cTn id="45" dur="500"/>
                                        <p:tgtEl>
                                          <p:spTgt spid="18">
                                            <p:txEl>
                                              <p:pRg st="0" end="0"/>
                                            </p:txEl>
                                          </p:spTgt>
                                        </p:tgtEl>
                                      </p:cBhvr>
                                    </p:animEffect>
                                  </p:childTnLst>
                                </p:cTn>
                              </p:par>
                              <p:par>
                                <p:cTn id="46" presetID="42" presetClass="entr" presetSubtype="0" fill="hold" grpId="0" nodeType="withEffect">
                                  <p:stCondLst>
                                    <p:cond delay="0"/>
                                  </p:stCondLst>
                                  <p:childTnLst>
                                    <p:set>
                                      <p:cBhvr>
                                        <p:cTn id="47" dur="1" fill="hold">
                                          <p:stCondLst>
                                            <p:cond delay="0"/>
                                          </p:stCondLst>
                                        </p:cTn>
                                        <p:tgtEl>
                                          <p:spTgt spid="19">
                                            <p:txEl>
                                              <p:pRg st="0" end="0"/>
                                            </p:txEl>
                                          </p:spTgt>
                                        </p:tgtEl>
                                        <p:attrNameLst>
                                          <p:attrName>style.visibility</p:attrName>
                                        </p:attrNameLst>
                                      </p:cBhvr>
                                      <p:to>
                                        <p:strVal val="visible"/>
                                      </p:to>
                                    </p:set>
                                    <p:animEffect transition="in" filter="fade">
                                      <p:cBhvr>
                                        <p:cTn id="48" dur="500"/>
                                        <p:tgtEl>
                                          <p:spTgt spid="19">
                                            <p:txEl>
                                              <p:pRg st="0" end="0"/>
                                            </p:txEl>
                                          </p:spTgt>
                                        </p:tgtEl>
                                      </p:cBhvr>
                                    </p:animEffect>
                                    <p:anim calcmode="lin" valueType="num">
                                      <p:cBhvr>
                                        <p:cTn id="49"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0"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1" fill="hold">
                            <p:stCondLst>
                              <p:cond delay="2500"/>
                            </p:stCondLst>
                            <p:childTnLst>
                              <p:par>
                                <p:cTn id="52" presetID="10" presetClass="entr" presetSubtype="0" fill="hold" grpId="0" nodeType="afterEffect">
                                  <p:stCondLst>
                                    <p:cond delay="0"/>
                                  </p:stCondLst>
                                  <p:childTnLst>
                                    <p:set>
                                      <p:cBhvr>
                                        <p:cTn id="53" dur="1" fill="hold">
                                          <p:stCondLst>
                                            <p:cond delay="0"/>
                                          </p:stCondLst>
                                        </p:cTn>
                                        <p:tgtEl>
                                          <p:spTgt spid="20">
                                            <p:txEl>
                                              <p:pRg st="0" end="0"/>
                                            </p:txEl>
                                          </p:spTgt>
                                        </p:tgtEl>
                                        <p:attrNameLst>
                                          <p:attrName>style.visibility</p:attrName>
                                        </p:attrNameLst>
                                      </p:cBhvr>
                                      <p:to>
                                        <p:strVal val="visible"/>
                                      </p:to>
                                    </p:set>
                                    <p:animEffect transition="in" filter="fade">
                                      <p:cBhvr>
                                        <p:cTn id="54" dur="500"/>
                                        <p:tgtEl>
                                          <p:spTgt spid="20">
                                            <p:txEl>
                                              <p:pRg st="0" end="0"/>
                                            </p:txEl>
                                          </p:spTgt>
                                        </p:tgtEl>
                                      </p:cBhvr>
                                    </p:animEffect>
                                  </p:childTnLst>
                                </p:cTn>
                              </p:par>
                              <p:par>
                                <p:cTn id="55" presetID="42" presetClass="entr" presetSubtype="0" fill="hold" grpId="0" nodeType="withEffect">
                                  <p:stCondLst>
                                    <p:cond delay="0"/>
                                  </p:st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3000"/>
                            </p:stCondLst>
                            <p:childTnLst>
                              <p:par>
                                <p:cTn id="61" presetID="10" presetClass="entr" presetSubtype="0" fill="hold" grpId="0" nodeType="afterEffect">
                                  <p:stCondLst>
                                    <p:cond delay="0"/>
                                  </p:stCondLst>
                                  <p:childTnLst>
                                    <p:set>
                                      <p:cBhvr>
                                        <p:cTn id="62" dur="1" fill="hold">
                                          <p:stCondLst>
                                            <p:cond delay="0"/>
                                          </p:stCondLst>
                                        </p:cTn>
                                        <p:tgtEl>
                                          <p:spTgt spid="22">
                                            <p:txEl>
                                              <p:pRg st="0" end="0"/>
                                            </p:txEl>
                                          </p:spTgt>
                                        </p:tgtEl>
                                        <p:attrNameLst>
                                          <p:attrName>style.visibility</p:attrName>
                                        </p:attrNameLst>
                                      </p:cBhvr>
                                      <p:to>
                                        <p:strVal val="visible"/>
                                      </p:to>
                                    </p:set>
                                    <p:animEffect transition="in" filter="fade">
                                      <p:cBhvr>
                                        <p:cTn id="63" dur="500"/>
                                        <p:tgtEl>
                                          <p:spTgt spid="22">
                                            <p:txEl>
                                              <p:pRg st="0" end="0"/>
                                            </p:txEl>
                                          </p:spTgt>
                                        </p:tgtEl>
                                      </p:cBhvr>
                                    </p:animEffect>
                                  </p:childTnLst>
                                </p:cTn>
                              </p:par>
                              <p:par>
                                <p:cTn id="64" presetID="42" presetClass="entr" presetSubtype="0" fill="hold" grpId="0" nodeType="withEffect">
                                  <p:stCondLst>
                                    <p:cond delay="0"/>
                                  </p:stCondLst>
                                  <p:childTnLst>
                                    <p:set>
                                      <p:cBhvr>
                                        <p:cTn id="65" dur="1" fill="hold">
                                          <p:stCondLst>
                                            <p:cond delay="0"/>
                                          </p:stCondLst>
                                        </p:cTn>
                                        <p:tgtEl>
                                          <p:spTgt spid="24">
                                            <p:txEl>
                                              <p:pRg st="0" end="0"/>
                                            </p:txEl>
                                          </p:spTgt>
                                        </p:tgtEl>
                                        <p:attrNameLst>
                                          <p:attrName>style.visibility</p:attrName>
                                        </p:attrNameLst>
                                      </p:cBhvr>
                                      <p:to>
                                        <p:strVal val="visible"/>
                                      </p:to>
                                    </p:set>
                                    <p:animEffect transition="in" filter="fade">
                                      <p:cBhvr>
                                        <p:cTn id="66" dur="500"/>
                                        <p:tgtEl>
                                          <p:spTgt spid="24">
                                            <p:txEl>
                                              <p:pRg st="0" end="0"/>
                                            </p:txEl>
                                          </p:spTgt>
                                        </p:tgtEl>
                                      </p:cBhvr>
                                    </p:animEffect>
                                    <p:anim calcmode="lin" valueType="num">
                                      <p:cBhvr>
                                        <p:cTn id="67"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8"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9" grpId="0" animBg="1"/>
      <p:bldP spid="32" grpId="0" animBg="1"/>
      <p:bldP spid="38" grpId="0" animBg="1"/>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10" presetClass="entr" presetSubtype="0"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42"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anim calcmode="lin" valueType="num">
                      <p:cBhvr>
                        <p:cTn dur="500" fill="hold"/>
                        <p:tgtEl>
                          <p:spTgt spid="17"/>
                        </p:tgtEl>
                        <p:attrNameLst>
                          <p:attrName>ppt_x</p:attrName>
                        </p:attrNameLst>
                      </p:cBhvr>
                      <p:tavLst>
                        <p:tav tm="0">
                          <p:val>
                            <p:strVal val="#ppt_x"/>
                          </p:val>
                        </p:tav>
                        <p:tav tm="100000">
                          <p:val>
                            <p:strVal val="#ppt_x"/>
                          </p:val>
                        </p:tav>
                      </p:tavLst>
                    </p:anim>
                    <p:anim calcmode="lin" valueType="num">
                      <p:cBhvr>
                        <p:cTn dur="500" fill="hold"/>
                        <p:tgtEl>
                          <p:spTgt spid="1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10"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42"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10" presetClass="entr" presetSubtype="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13" name="Picture Placeholder 12"/>
          <p:cNvSpPr>
            <a:spLocks noGrp="1"/>
          </p:cNvSpPr>
          <p:nvPr>
            <p:ph type="pic" sz="quarter" idx="13"/>
          </p:nvPr>
        </p:nvSpPr>
        <p:spPr>
          <a:xfrm>
            <a:off x="1127613" y="2204642"/>
            <a:ext cx="4337184" cy="2448716"/>
          </a:xfrm>
          <a:custGeom>
            <a:avLst/>
            <a:gdLst>
              <a:gd name="connsiteX0" fmla="*/ 0 w 4337184"/>
              <a:gd name="connsiteY0" fmla="*/ 0 h 2448716"/>
              <a:gd name="connsiteX1" fmla="*/ 4337184 w 4337184"/>
              <a:gd name="connsiteY1" fmla="*/ 0 h 2448716"/>
              <a:gd name="connsiteX2" fmla="*/ 4337184 w 4337184"/>
              <a:gd name="connsiteY2" fmla="*/ 2448716 h 2448716"/>
              <a:gd name="connsiteX3" fmla="*/ 0 w 4337184"/>
              <a:gd name="connsiteY3" fmla="*/ 2448716 h 2448716"/>
            </a:gdLst>
            <a:ahLst/>
            <a:cxnLst>
              <a:cxn ang="0">
                <a:pos x="connsiteX0" y="connsiteY0"/>
              </a:cxn>
              <a:cxn ang="0">
                <a:pos x="connsiteX1" y="connsiteY1"/>
              </a:cxn>
              <a:cxn ang="0">
                <a:pos x="connsiteX2" y="connsiteY2"/>
              </a:cxn>
              <a:cxn ang="0">
                <a:pos x="connsiteX3" y="connsiteY3"/>
              </a:cxn>
            </a:cxnLst>
            <a:rect l="l" t="t" r="r" b="b"/>
            <a:pathLst>
              <a:path w="4337184" h="2448716">
                <a:moveTo>
                  <a:pt x="0" y="0"/>
                </a:moveTo>
                <a:lnTo>
                  <a:pt x="4337184" y="0"/>
                </a:lnTo>
                <a:lnTo>
                  <a:pt x="4337184" y="2448716"/>
                </a:lnTo>
                <a:lnTo>
                  <a:pt x="0" y="2448716"/>
                </a:lnTo>
                <a:close/>
              </a:path>
            </a:pathLst>
          </a:custGeom>
          <a:solidFill>
            <a:schemeClr val="bg1">
              <a:lumMod val="95000"/>
            </a:schemeClr>
          </a:solidFill>
        </p:spPr>
        <p:txBody>
          <a:bodyPr wrap="square">
            <a:noAutofit/>
          </a:bodyPr>
          <a:lstStyle/>
          <a:p>
            <a:endParaRPr lang="en-AU"/>
          </a:p>
        </p:txBody>
      </p:sp>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14"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15"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86393750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Effect transition="in" filter="fade">
                                      <p:cBhvr>
                                        <p:cTn id="11" dur="500"/>
                                        <p:tgtEl>
                                          <p:spTgt spid="15">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Lst>
  </p:timing>
</p:sldLayout>
</file>

<file path=ppt/slideLayouts/slideLayout434.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14"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15"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3" name="Picture Placeholder 12"/>
          <p:cNvSpPr>
            <a:spLocks noGrp="1"/>
          </p:cNvSpPr>
          <p:nvPr>
            <p:ph type="pic" sz="quarter" idx="13"/>
          </p:nvPr>
        </p:nvSpPr>
        <p:spPr>
          <a:xfrm>
            <a:off x="5168901" y="2552700"/>
            <a:ext cx="1866900" cy="2495760"/>
          </a:xfrm>
          <a:custGeom>
            <a:avLst/>
            <a:gdLst>
              <a:gd name="connsiteX0" fmla="*/ 0 w 4337184"/>
              <a:gd name="connsiteY0" fmla="*/ 0 h 2448716"/>
              <a:gd name="connsiteX1" fmla="*/ 4337184 w 4337184"/>
              <a:gd name="connsiteY1" fmla="*/ 0 h 2448716"/>
              <a:gd name="connsiteX2" fmla="*/ 4337184 w 4337184"/>
              <a:gd name="connsiteY2" fmla="*/ 2448716 h 2448716"/>
              <a:gd name="connsiteX3" fmla="*/ 0 w 4337184"/>
              <a:gd name="connsiteY3" fmla="*/ 2448716 h 2448716"/>
            </a:gdLst>
            <a:ahLst/>
            <a:cxnLst>
              <a:cxn ang="0">
                <a:pos x="connsiteX0" y="connsiteY0"/>
              </a:cxn>
              <a:cxn ang="0">
                <a:pos x="connsiteX1" y="connsiteY1"/>
              </a:cxn>
              <a:cxn ang="0">
                <a:pos x="connsiteX2" y="connsiteY2"/>
              </a:cxn>
              <a:cxn ang="0">
                <a:pos x="connsiteX3" y="connsiteY3"/>
              </a:cxn>
            </a:cxnLst>
            <a:rect l="l" t="t" r="r" b="b"/>
            <a:pathLst>
              <a:path w="4337184" h="2448716">
                <a:moveTo>
                  <a:pt x="0" y="0"/>
                </a:moveTo>
                <a:lnTo>
                  <a:pt x="4337184" y="0"/>
                </a:lnTo>
                <a:lnTo>
                  <a:pt x="4337184" y="2448716"/>
                </a:lnTo>
                <a:lnTo>
                  <a:pt x="0" y="2448716"/>
                </a:lnTo>
                <a:close/>
              </a:path>
            </a:pathLst>
          </a:custGeom>
          <a:solidFill>
            <a:schemeClr val="bg1">
              <a:lumMod val="95000"/>
            </a:schemeClr>
          </a:solidFill>
        </p:spPr>
        <p:txBody>
          <a:bodyPr wrap="square">
            <a:noAutofit/>
          </a:bodyPr>
          <a:lstStyle/>
          <a:p>
            <a:endParaRPr lang="en-AU"/>
          </a:p>
        </p:txBody>
      </p:sp>
    </p:spTree>
    <p:extLst>
      <p:ext uri="{BB962C8B-B14F-4D97-AF65-F5344CB8AC3E}">
        <p14:creationId xmlns:p14="http://schemas.microsoft.com/office/powerpoint/2010/main" val="234372371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Effect transition="in" filter="fade">
                                      <p:cBhvr>
                                        <p:cTn id="11" dur="500"/>
                                        <p:tgtEl>
                                          <p:spTgt spid="15">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3" grpId="0" animBg="1"/>
    </p:bldLst>
  </p:timing>
</p:sldLayout>
</file>

<file path=ppt/slideLayouts/slideLayout4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2403762"/>
            <a:ext cx="10515600" cy="544657"/>
          </a:xfrm>
        </p:spPr>
        <p:txBody>
          <a:bodyPr anchor="b">
            <a:normAutofit/>
          </a:bodyPr>
          <a:lstStyle>
            <a:lvl1pPr>
              <a:defRPr sz="4400">
                <a:solidFill>
                  <a:schemeClr val="tx1">
                    <a:lumMod val="75000"/>
                    <a:lumOff val="25000"/>
                  </a:schemeClr>
                </a:solidFill>
              </a:defRPr>
            </a:lvl1pPr>
          </a:lstStyle>
          <a:p>
            <a:r>
              <a:rPr lang="en-US" dirty="0" smtClean="0"/>
              <a:t>Click to edit Master title style</a:t>
            </a:r>
            <a:endParaRPr lang="en-AU" dirty="0"/>
          </a:p>
        </p:txBody>
      </p:sp>
      <p:sp>
        <p:nvSpPr>
          <p:cNvPr id="3" name="Text Placeholder 2"/>
          <p:cNvSpPr>
            <a:spLocks noGrp="1"/>
          </p:cNvSpPr>
          <p:nvPr>
            <p:ph type="body" idx="1"/>
          </p:nvPr>
        </p:nvSpPr>
        <p:spPr>
          <a:xfrm>
            <a:off x="623888" y="2975408"/>
            <a:ext cx="10515600" cy="453592"/>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07904131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5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Effect transition="in" filter="fade">
                                      <p:cBhvr>
                                        <p:cTn id="13"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4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04250369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38219678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6370720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28130477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7503509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8388473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34796984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43281924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4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74598100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00001747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32073799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60597027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8" name="Footer Placeholder 7"/>
          <p:cNvSpPr>
            <a:spLocks noGrp="1"/>
          </p:cNvSpPr>
          <p:nvPr>
            <p:ph type="ftr" sz="quarter" idx="11"/>
          </p:nvPr>
        </p:nvSpPr>
        <p:spPr/>
        <p:txBody>
          <a:bodyPr/>
          <a:lstStyle/>
          <a:p>
            <a:endParaRPr lang="en-US">
              <a:solidFill>
                <a:srgbClr val="95A5A6">
                  <a:tint val="75000"/>
                </a:srgbClr>
              </a:solidFill>
            </a:endParaRPr>
          </a:p>
        </p:txBody>
      </p:sp>
      <p:sp>
        <p:nvSpPr>
          <p:cNvPr id="9" name="Slide Number Placeholder 8"/>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37710173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4" name="Footer Placeholder 3"/>
          <p:cNvSpPr>
            <a:spLocks noGrp="1"/>
          </p:cNvSpPr>
          <p:nvPr>
            <p:ph type="ftr" sz="quarter" idx="11"/>
          </p:nvPr>
        </p:nvSpPr>
        <p:spPr/>
        <p:txBody>
          <a:bodyPr/>
          <a:lstStyle/>
          <a:p>
            <a:endParaRPr lang="en-US">
              <a:solidFill>
                <a:srgbClr val="95A5A6">
                  <a:tint val="75000"/>
                </a:srgbClr>
              </a:solidFill>
            </a:endParaRPr>
          </a:p>
        </p:txBody>
      </p:sp>
      <p:sp>
        <p:nvSpPr>
          <p:cNvPr id="5" name="Slide Number Placeholder 4"/>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33994037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3" name="Footer Placeholder 2"/>
          <p:cNvSpPr>
            <a:spLocks noGrp="1"/>
          </p:cNvSpPr>
          <p:nvPr>
            <p:ph type="ftr" sz="quarter" idx="11"/>
          </p:nvPr>
        </p:nvSpPr>
        <p:spPr/>
        <p:txBody>
          <a:bodyPr/>
          <a:lstStyle/>
          <a:p>
            <a:endParaRPr lang="en-US">
              <a:solidFill>
                <a:srgbClr val="95A5A6">
                  <a:tint val="75000"/>
                </a:srgbClr>
              </a:solidFill>
            </a:endParaRPr>
          </a:p>
        </p:txBody>
      </p:sp>
      <p:sp>
        <p:nvSpPr>
          <p:cNvPr id="4" name="Slide Number Placeholder 3"/>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98884622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26171084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4740347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394816463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76278629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5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92996035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27141741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4493185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31729626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8" name="Footer Placeholder 7"/>
          <p:cNvSpPr>
            <a:spLocks noGrp="1"/>
          </p:cNvSpPr>
          <p:nvPr>
            <p:ph type="ftr" sz="quarter" idx="11"/>
          </p:nvPr>
        </p:nvSpPr>
        <p:spPr/>
        <p:txBody>
          <a:bodyPr/>
          <a:lstStyle/>
          <a:p>
            <a:endParaRPr lang="en-US">
              <a:solidFill>
                <a:srgbClr val="000000">
                  <a:tint val="75000"/>
                </a:srgbClr>
              </a:solidFill>
            </a:endParaRPr>
          </a:p>
        </p:txBody>
      </p:sp>
      <p:sp>
        <p:nvSpPr>
          <p:cNvPr id="9" name="Slide Number Placeholder 8"/>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2272885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endParaRPr lang="en-US">
              <a:solidFill>
                <a:srgbClr val="000000">
                  <a:tint val="75000"/>
                </a:srgbClr>
              </a:solidFill>
            </a:endParaRPr>
          </a:p>
        </p:txBody>
      </p:sp>
      <p:sp>
        <p:nvSpPr>
          <p:cNvPr id="5" name="Slide Number Placeholder 4"/>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55433635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84472944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smtClean="0"/>
              <a:t>Click to edit Master title style</a:t>
            </a:r>
            <a:endParaRPr lang="en-US"/>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7455395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29086853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796870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2904015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6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54249528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00990081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7390271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91344755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8" name="Footer Placeholder 7"/>
          <p:cNvSpPr>
            <a:spLocks noGrp="1"/>
          </p:cNvSpPr>
          <p:nvPr>
            <p:ph type="ftr" sz="quarter" idx="11"/>
          </p:nvPr>
        </p:nvSpPr>
        <p:spPr/>
        <p:txBody>
          <a:bodyPr/>
          <a:lstStyle/>
          <a:p>
            <a:endParaRPr lang="en-US">
              <a:solidFill>
                <a:srgbClr val="000000">
                  <a:tint val="75000"/>
                </a:srgbClr>
              </a:solidFill>
            </a:endParaRPr>
          </a:p>
        </p:txBody>
      </p:sp>
      <p:sp>
        <p:nvSpPr>
          <p:cNvPr id="9" name="Slide Number Placeholder 8"/>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49625515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endParaRPr lang="en-US">
              <a:solidFill>
                <a:srgbClr val="000000">
                  <a:tint val="75000"/>
                </a:srgbClr>
              </a:solidFill>
            </a:endParaRPr>
          </a:p>
        </p:txBody>
      </p:sp>
      <p:sp>
        <p:nvSpPr>
          <p:cNvPr id="5" name="Slide Number Placeholder 4"/>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02205589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81231509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smtClean="0"/>
              <a:t>Click to edit Master title style</a:t>
            </a:r>
            <a:endParaRPr lang="en-US"/>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36067319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94435678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28821469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89585988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7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68533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478.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297429" y="850811"/>
            <a:ext cx="2765181" cy="2765181"/>
          </a:xfrm>
          <a:prstGeom prst="ellipse">
            <a:avLst/>
          </a:prstGeom>
        </p:spPr>
        <p:txBody>
          <a:bodyPr/>
          <a:lstStyle/>
          <a:p>
            <a:endParaRPr lang="en-US"/>
          </a:p>
        </p:txBody>
      </p:sp>
    </p:spTree>
    <p:extLst>
      <p:ext uri="{BB962C8B-B14F-4D97-AF65-F5344CB8AC3E}">
        <p14:creationId xmlns:p14="http://schemas.microsoft.com/office/powerpoint/2010/main" val="244914467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79.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5" name="Picture Placeholder 11"/>
          <p:cNvSpPr>
            <a:spLocks noGrp="1"/>
          </p:cNvSpPr>
          <p:nvPr>
            <p:ph type="pic" sz="quarter" idx="13"/>
          </p:nvPr>
        </p:nvSpPr>
        <p:spPr>
          <a:xfrm>
            <a:off x="9202086" y="1905000"/>
            <a:ext cx="1812616" cy="1812616"/>
          </a:xfrm>
          <a:prstGeom prst="ellipse">
            <a:avLst/>
          </a:prstGeom>
        </p:spPr>
        <p:txBody>
          <a:bodyPr/>
          <a:lstStyle/>
          <a:p>
            <a:endParaRPr lang="en-US"/>
          </a:p>
        </p:txBody>
      </p:sp>
      <p:sp>
        <p:nvSpPr>
          <p:cNvPr id="12" name="Picture Placeholder 11"/>
          <p:cNvSpPr>
            <a:spLocks noGrp="1"/>
          </p:cNvSpPr>
          <p:nvPr>
            <p:ph type="pic" sz="quarter" idx="10"/>
          </p:nvPr>
        </p:nvSpPr>
        <p:spPr>
          <a:xfrm>
            <a:off x="1177299" y="1905000"/>
            <a:ext cx="1812616" cy="1812616"/>
          </a:xfrm>
          <a:prstGeom prst="ellipse">
            <a:avLst/>
          </a:prstGeom>
        </p:spPr>
        <p:txBody>
          <a:bodyPr/>
          <a:lstStyle/>
          <a:p>
            <a:endParaRPr lang="en-US"/>
          </a:p>
        </p:txBody>
      </p:sp>
      <p:sp>
        <p:nvSpPr>
          <p:cNvPr id="13" name="Picture Placeholder 11"/>
          <p:cNvSpPr>
            <a:spLocks noGrp="1"/>
          </p:cNvSpPr>
          <p:nvPr>
            <p:ph type="pic" sz="quarter" idx="11"/>
          </p:nvPr>
        </p:nvSpPr>
        <p:spPr>
          <a:xfrm>
            <a:off x="3852228" y="1905000"/>
            <a:ext cx="1812616" cy="1812616"/>
          </a:xfrm>
          <a:prstGeom prst="ellipse">
            <a:avLst/>
          </a:prstGeom>
        </p:spPr>
        <p:txBody>
          <a:bodyPr/>
          <a:lstStyle/>
          <a:p>
            <a:endParaRPr lang="en-US"/>
          </a:p>
        </p:txBody>
      </p:sp>
      <p:sp>
        <p:nvSpPr>
          <p:cNvPr id="14" name="Picture Placeholder 11"/>
          <p:cNvSpPr>
            <a:spLocks noGrp="1"/>
          </p:cNvSpPr>
          <p:nvPr>
            <p:ph type="pic" sz="quarter" idx="12"/>
          </p:nvPr>
        </p:nvSpPr>
        <p:spPr>
          <a:xfrm>
            <a:off x="6527157" y="1905000"/>
            <a:ext cx="1812616" cy="1812616"/>
          </a:xfrm>
          <a:prstGeom prst="ellipse">
            <a:avLst/>
          </a:prstGeom>
        </p:spPr>
        <p:txBody>
          <a:bodyPr/>
          <a:lstStyle/>
          <a:p>
            <a:endParaRPr lang="en-US"/>
          </a:p>
        </p:txBody>
      </p:sp>
    </p:spTree>
    <p:extLst>
      <p:ext uri="{BB962C8B-B14F-4D97-AF65-F5344CB8AC3E}">
        <p14:creationId xmlns:p14="http://schemas.microsoft.com/office/powerpoint/2010/main" val="220436237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8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0"/>
            <a:ext cx="12192000" cy="6858000"/>
          </a:xfrm>
        </p:spPr>
        <p:txBody>
          <a:bodyPr/>
          <a:lstStyle/>
          <a:p>
            <a:endParaRPr lang="en-US"/>
          </a:p>
        </p:txBody>
      </p:sp>
    </p:spTree>
    <p:extLst>
      <p:ext uri="{BB962C8B-B14F-4D97-AF65-F5344CB8AC3E}">
        <p14:creationId xmlns:p14="http://schemas.microsoft.com/office/powerpoint/2010/main" val="398477113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81.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11" name="Picture Placeholder 9"/>
          <p:cNvSpPr>
            <a:spLocks noGrp="1"/>
          </p:cNvSpPr>
          <p:nvPr>
            <p:ph type="pic" sz="quarter" idx="11"/>
          </p:nvPr>
        </p:nvSpPr>
        <p:spPr>
          <a:xfrm>
            <a:off x="6396753" y="1905000"/>
            <a:ext cx="4466803" cy="2181478"/>
          </a:xfrm>
        </p:spPr>
        <p:txBody>
          <a:bodyPr/>
          <a:lstStyle/>
          <a:p>
            <a:endParaRPr lang="en-US"/>
          </a:p>
        </p:txBody>
      </p:sp>
      <p:sp>
        <p:nvSpPr>
          <p:cNvPr id="10" name="Picture Placeholder 9"/>
          <p:cNvSpPr>
            <a:spLocks noGrp="1"/>
          </p:cNvSpPr>
          <p:nvPr>
            <p:ph type="pic" sz="quarter" idx="10"/>
          </p:nvPr>
        </p:nvSpPr>
        <p:spPr>
          <a:xfrm>
            <a:off x="1328442" y="1905000"/>
            <a:ext cx="4466803" cy="2181478"/>
          </a:xfrm>
        </p:spPr>
        <p:txBody>
          <a:bodyPr/>
          <a:lstStyle/>
          <a:p>
            <a:endParaRPr lang="en-US"/>
          </a:p>
        </p:txBody>
      </p:sp>
    </p:spTree>
    <p:extLst>
      <p:ext uri="{BB962C8B-B14F-4D97-AF65-F5344CB8AC3E}">
        <p14:creationId xmlns:p14="http://schemas.microsoft.com/office/powerpoint/2010/main" val="346783512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82.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25" name="Picture Placeholder 21"/>
          <p:cNvSpPr>
            <a:spLocks noGrp="1"/>
          </p:cNvSpPr>
          <p:nvPr>
            <p:ph type="pic" sz="quarter" idx="13"/>
          </p:nvPr>
        </p:nvSpPr>
        <p:spPr>
          <a:xfrm>
            <a:off x="8713097" y="1905000"/>
            <a:ext cx="2150461" cy="3010236"/>
          </a:xfrm>
        </p:spPr>
        <p:txBody>
          <a:bodyPr/>
          <a:lstStyle/>
          <a:p>
            <a:endParaRPr lang="en-US"/>
          </a:p>
        </p:txBody>
      </p:sp>
      <p:sp>
        <p:nvSpPr>
          <p:cNvPr id="22" name="Picture Placeholder 21"/>
          <p:cNvSpPr>
            <a:spLocks noGrp="1"/>
          </p:cNvSpPr>
          <p:nvPr>
            <p:ph type="pic" sz="quarter" idx="10"/>
          </p:nvPr>
        </p:nvSpPr>
        <p:spPr>
          <a:xfrm>
            <a:off x="1328441" y="1905000"/>
            <a:ext cx="2150461" cy="3010236"/>
          </a:xfrm>
        </p:spPr>
        <p:txBody>
          <a:bodyPr/>
          <a:lstStyle/>
          <a:p>
            <a:endParaRPr lang="en-US"/>
          </a:p>
        </p:txBody>
      </p:sp>
      <p:sp>
        <p:nvSpPr>
          <p:cNvPr id="23" name="Picture Placeholder 21"/>
          <p:cNvSpPr>
            <a:spLocks noGrp="1"/>
          </p:cNvSpPr>
          <p:nvPr>
            <p:ph type="pic" sz="quarter" idx="11"/>
          </p:nvPr>
        </p:nvSpPr>
        <p:spPr>
          <a:xfrm>
            <a:off x="3789994" y="1905000"/>
            <a:ext cx="2150461" cy="3010236"/>
          </a:xfrm>
        </p:spPr>
        <p:txBody>
          <a:bodyPr/>
          <a:lstStyle/>
          <a:p>
            <a:endParaRPr lang="en-US"/>
          </a:p>
        </p:txBody>
      </p:sp>
      <p:sp>
        <p:nvSpPr>
          <p:cNvPr id="24" name="Picture Placeholder 21"/>
          <p:cNvSpPr>
            <a:spLocks noGrp="1"/>
          </p:cNvSpPr>
          <p:nvPr>
            <p:ph type="pic" sz="quarter" idx="12"/>
          </p:nvPr>
        </p:nvSpPr>
        <p:spPr>
          <a:xfrm>
            <a:off x="6251546" y="1905000"/>
            <a:ext cx="2150461" cy="3010236"/>
          </a:xfrm>
        </p:spPr>
        <p:txBody>
          <a:bodyPr/>
          <a:lstStyle/>
          <a:p>
            <a:endParaRPr lang="en-US"/>
          </a:p>
        </p:txBody>
      </p:sp>
    </p:spTree>
    <p:extLst>
      <p:ext uri="{BB962C8B-B14F-4D97-AF65-F5344CB8AC3E}">
        <p14:creationId xmlns:p14="http://schemas.microsoft.com/office/powerpoint/2010/main" val="288896594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83.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20" name="Picture Placeholder 15"/>
          <p:cNvSpPr>
            <a:spLocks noGrp="1"/>
          </p:cNvSpPr>
          <p:nvPr>
            <p:ph type="pic" sz="quarter" idx="14"/>
          </p:nvPr>
        </p:nvSpPr>
        <p:spPr>
          <a:xfrm>
            <a:off x="1328440" y="4160823"/>
            <a:ext cx="2150461" cy="1414589"/>
          </a:xfrm>
        </p:spPr>
        <p:txBody>
          <a:bodyPr/>
          <a:lstStyle/>
          <a:p>
            <a:endParaRPr lang="en-US"/>
          </a:p>
        </p:txBody>
      </p:sp>
      <p:sp>
        <p:nvSpPr>
          <p:cNvPr id="21" name="Picture Placeholder 15"/>
          <p:cNvSpPr>
            <a:spLocks noGrp="1"/>
          </p:cNvSpPr>
          <p:nvPr>
            <p:ph type="pic" sz="quarter" idx="15"/>
          </p:nvPr>
        </p:nvSpPr>
        <p:spPr>
          <a:xfrm>
            <a:off x="3789994" y="4160823"/>
            <a:ext cx="2150461" cy="1414589"/>
          </a:xfrm>
        </p:spPr>
        <p:txBody>
          <a:bodyPr/>
          <a:lstStyle/>
          <a:p>
            <a:endParaRPr lang="en-US"/>
          </a:p>
        </p:txBody>
      </p:sp>
      <p:sp>
        <p:nvSpPr>
          <p:cNvPr id="22" name="Picture Placeholder 15"/>
          <p:cNvSpPr>
            <a:spLocks noGrp="1"/>
          </p:cNvSpPr>
          <p:nvPr>
            <p:ph type="pic" sz="quarter" idx="16"/>
          </p:nvPr>
        </p:nvSpPr>
        <p:spPr>
          <a:xfrm>
            <a:off x="6251546" y="4160823"/>
            <a:ext cx="2150461" cy="1414589"/>
          </a:xfrm>
        </p:spPr>
        <p:txBody>
          <a:bodyPr/>
          <a:lstStyle/>
          <a:p>
            <a:endParaRPr lang="en-US"/>
          </a:p>
        </p:txBody>
      </p:sp>
      <p:sp>
        <p:nvSpPr>
          <p:cNvPr id="23" name="Picture Placeholder 15"/>
          <p:cNvSpPr>
            <a:spLocks noGrp="1"/>
          </p:cNvSpPr>
          <p:nvPr>
            <p:ph type="pic" sz="quarter" idx="17"/>
          </p:nvPr>
        </p:nvSpPr>
        <p:spPr>
          <a:xfrm>
            <a:off x="8713097" y="4160823"/>
            <a:ext cx="2150461" cy="1414589"/>
          </a:xfrm>
        </p:spPr>
        <p:txBody>
          <a:bodyPr/>
          <a:lstStyle/>
          <a:p>
            <a:endParaRPr lang="en-US"/>
          </a:p>
        </p:txBody>
      </p:sp>
      <p:sp>
        <p:nvSpPr>
          <p:cNvPr id="16" name="Picture Placeholder 15"/>
          <p:cNvSpPr>
            <a:spLocks noGrp="1"/>
          </p:cNvSpPr>
          <p:nvPr>
            <p:ph type="pic" sz="quarter" idx="10"/>
          </p:nvPr>
        </p:nvSpPr>
        <p:spPr>
          <a:xfrm>
            <a:off x="1328440" y="1904999"/>
            <a:ext cx="2150461" cy="1414589"/>
          </a:xfrm>
        </p:spPr>
        <p:txBody>
          <a:bodyPr/>
          <a:lstStyle/>
          <a:p>
            <a:endParaRPr lang="en-US"/>
          </a:p>
        </p:txBody>
      </p:sp>
      <p:sp>
        <p:nvSpPr>
          <p:cNvPr id="17" name="Picture Placeholder 15"/>
          <p:cNvSpPr>
            <a:spLocks noGrp="1"/>
          </p:cNvSpPr>
          <p:nvPr>
            <p:ph type="pic" sz="quarter" idx="11"/>
          </p:nvPr>
        </p:nvSpPr>
        <p:spPr>
          <a:xfrm>
            <a:off x="3789994" y="1904999"/>
            <a:ext cx="2150461" cy="1414589"/>
          </a:xfrm>
        </p:spPr>
        <p:txBody>
          <a:bodyPr/>
          <a:lstStyle/>
          <a:p>
            <a:endParaRPr lang="en-US"/>
          </a:p>
        </p:txBody>
      </p:sp>
      <p:sp>
        <p:nvSpPr>
          <p:cNvPr id="18" name="Picture Placeholder 15"/>
          <p:cNvSpPr>
            <a:spLocks noGrp="1"/>
          </p:cNvSpPr>
          <p:nvPr>
            <p:ph type="pic" sz="quarter" idx="12"/>
          </p:nvPr>
        </p:nvSpPr>
        <p:spPr>
          <a:xfrm>
            <a:off x="6251546" y="1904999"/>
            <a:ext cx="2150461" cy="1414589"/>
          </a:xfrm>
        </p:spPr>
        <p:txBody>
          <a:bodyPr/>
          <a:lstStyle/>
          <a:p>
            <a:endParaRPr lang="en-US"/>
          </a:p>
        </p:txBody>
      </p:sp>
      <p:sp>
        <p:nvSpPr>
          <p:cNvPr id="19" name="Picture Placeholder 15"/>
          <p:cNvSpPr>
            <a:spLocks noGrp="1"/>
          </p:cNvSpPr>
          <p:nvPr>
            <p:ph type="pic" sz="quarter" idx="13"/>
          </p:nvPr>
        </p:nvSpPr>
        <p:spPr>
          <a:xfrm>
            <a:off x="8713097" y="1904999"/>
            <a:ext cx="2150461" cy="1414589"/>
          </a:xfrm>
        </p:spPr>
        <p:txBody>
          <a:bodyPr/>
          <a:lstStyle/>
          <a:p>
            <a:endParaRPr lang="en-US"/>
          </a:p>
        </p:txBody>
      </p:sp>
    </p:spTree>
    <p:extLst>
      <p:ext uri="{BB962C8B-B14F-4D97-AF65-F5344CB8AC3E}">
        <p14:creationId xmlns:p14="http://schemas.microsoft.com/office/powerpoint/2010/main" val="275187384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15" name="Picture Placeholder 11"/>
          <p:cNvSpPr>
            <a:spLocks noGrp="1"/>
          </p:cNvSpPr>
          <p:nvPr>
            <p:ph type="pic" sz="quarter" idx="13"/>
          </p:nvPr>
        </p:nvSpPr>
        <p:spPr>
          <a:xfrm>
            <a:off x="8949103" y="1905000"/>
            <a:ext cx="2365131" cy="1805354"/>
          </a:xfrm>
        </p:spPr>
        <p:txBody>
          <a:bodyPr/>
          <a:lstStyle/>
          <a:p>
            <a:endParaRPr lang="en-US"/>
          </a:p>
        </p:txBody>
      </p:sp>
      <p:sp>
        <p:nvSpPr>
          <p:cNvPr id="12" name="Picture Placeholder 11"/>
          <p:cNvSpPr>
            <a:spLocks noGrp="1"/>
          </p:cNvSpPr>
          <p:nvPr>
            <p:ph type="pic" sz="quarter" idx="10"/>
          </p:nvPr>
        </p:nvSpPr>
        <p:spPr>
          <a:xfrm>
            <a:off x="877765" y="1905000"/>
            <a:ext cx="2365131" cy="1805354"/>
          </a:xfrm>
        </p:spPr>
        <p:txBody>
          <a:bodyPr/>
          <a:lstStyle/>
          <a:p>
            <a:endParaRPr lang="en-US"/>
          </a:p>
        </p:txBody>
      </p:sp>
      <p:sp>
        <p:nvSpPr>
          <p:cNvPr id="13" name="Picture Placeholder 11"/>
          <p:cNvSpPr>
            <a:spLocks noGrp="1"/>
          </p:cNvSpPr>
          <p:nvPr>
            <p:ph type="pic" sz="quarter" idx="11"/>
          </p:nvPr>
        </p:nvSpPr>
        <p:spPr>
          <a:xfrm>
            <a:off x="3568212" y="1905000"/>
            <a:ext cx="2365131" cy="1805354"/>
          </a:xfrm>
        </p:spPr>
        <p:txBody>
          <a:bodyPr/>
          <a:lstStyle/>
          <a:p>
            <a:endParaRPr lang="en-US"/>
          </a:p>
        </p:txBody>
      </p:sp>
      <p:sp>
        <p:nvSpPr>
          <p:cNvPr id="14" name="Picture Placeholder 11"/>
          <p:cNvSpPr>
            <a:spLocks noGrp="1"/>
          </p:cNvSpPr>
          <p:nvPr>
            <p:ph type="pic" sz="quarter" idx="12"/>
          </p:nvPr>
        </p:nvSpPr>
        <p:spPr>
          <a:xfrm>
            <a:off x="6258657" y="1905000"/>
            <a:ext cx="2365131" cy="1805354"/>
          </a:xfrm>
        </p:spPr>
        <p:txBody>
          <a:bodyPr/>
          <a:lstStyle/>
          <a:p>
            <a:endParaRPr lang="en-US"/>
          </a:p>
        </p:txBody>
      </p:sp>
    </p:spTree>
    <p:extLst>
      <p:ext uri="{BB962C8B-B14F-4D97-AF65-F5344CB8AC3E}">
        <p14:creationId xmlns:p14="http://schemas.microsoft.com/office/powerpoint/2010/main" val="107816945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8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6" name="Picture Placeholder 12"/>
          <p:cNvSpPr>
            <a:spLocks noGrp="1"/>
          </p:cNvSpPr>
          <p:nvPr>
            <p:ph type="pic" sz="quarter" idx="10"/>
          </p:nvPr>
        </p:nvSpPr>
        <p:spPr>
          <a:xfrm>
            <a:off x="0" y="2"/>
            <a:ext cx="4276165" cy="3325614"/>
          </a:xfrm>
          <a:prstGeom prst="rect">
            <a:avLst/>
          </a:prstGeom>
        </p:spPr>
        <p:txBody>
          <a:bodyPr/>
          <a:lstStyle/>
          <a:p>
            <a:endParaRPr lang="en-US"/>
          </a:p>
        </p:txBody>
      </p:sp>
      <p:sp>
        <p:nvSpPr>
          <p:cNvPr id="7" name="Picture Placeholder 14"/>
          <p:cNvSpPr>
            <a:spLocks noGrp="1"/>
          </p:cNvSpPr>
          <p:nvPr>
            <p:ph type="pic" sz="quarter" idx="11"/>
          </p:nvPr>
        </p:nvSpPr>
        <p:spPr>
          <a:xfrm>
            <a:off x="-1" y="3325614"/>
            <a:ext cx="2653553" cy="1270393"/>
          </a:xfrm>
          <a:prstGeom prst="rect">
            <a:avLst/>
          </a:prstGeom>
        </p:spPr>
        <p:txBody>
          <a:bodyPr/>
          <a:lstStyle/>
          <a:p>
            <a:endParaRPr lang="en-US"/>
          </a:p>
        </p:txBody>
      </p:sp>
      <p:sp>
        <p:nvSpPr>
          <p:cNvPr id="8" name="Picture Placeholder 16"/>
          <p:cNvSpPr>
            <a:spLocks noGrp="1"/>
          </p:cNvSpPr>
          <p:nvPr>
            <p:ph type="pic" sz="quarter" idx="12"/>
          </p:nvPr>
        </p:nvSpPr>
        <p:spPr>
          <a:xfrm>
            <a:off x="2653552" y="3325613"/>
            <a:ext cx="1616173" cy="1270393"/>
          </a:xfrm>
          <a:prstGeom prst="rect">
            <a:avLst/>
          </a:prstGeom>
        </p:spPr>
        <p:txBody>
          <a:bodyPr/>
          <a:lstStyle/>
          <a:p>
            <a:endParaRPr lang="en-US"/>
          </a:p>
        </p:txBody>
      </p:sp>
      <p:sp>
        <p:nvSpPr>
          <p:cNvPr id="9" name="Picture Placeholder 18"/>
          <p:cNvSpPr>
            <a:spLocks noGrp="1"/>
          </p:cNvSpPr>
          <p:nvPr>
            <p:ph type="pic" sz="quarter" idx="13"/>
          </p:nvPr>
        </p:nvSpPr>
        <p:spPr>
          <a:xfrm>
            <a:off x="7882506" y="1"/>
            <a:ext cx="2668955" cy="2298004"/>
          </a:xfrm>
          <a:prstGeom prst="rect">
            <a:avLst/>
          </a:prstGeom>
        </p:spPr>
        <p:txBody>
          <a:bodyPr/>
          <a:lstStyle/>
          <a:p>
            <a:endParaRPr lang="en-US"/>
          </a:p>
        </p:txBody>
      </p:sp>
      <p:sp>
        <p:nvSpPr>
          <p:cNvPr id="10" name="Picture Placeholder 20"/>
          <p:cNvSpPr>
            <a:spLocks noGrp="1"/>
          </p:cNvSpPr>
          <p:nvPr>
            <p:ph type="pic" sz="quarter" idx="14"/>
          </p:nvPr>
        </p:nvSpPr>
        <p:spPr>
          <a:xfrm>
            <a:off x="10538582" y="0"/>
            <a:ext cx="1653418" cy="2298003"/>
          </a:xfrm>
          <a:prstGeom prst="rect">
            <a:avLst/>
          </a:prstGeom>
        </p:spPr>
        <p:txBody>
          <a:bodyPr/>
          <a:lstStyle/>
          <a:p>
            <a:endParaRPr lang="en-US"/>
          </a:p>
        </p:txBody>
      </p:sp>
      <p:sp>
        <p:nvSpPr>
          <p:cNvPr id="11" name="Picture Placeholder 22"/>
          <p:cNvSpPr>
            <a:spLocks noGrp="1"/>
          </p:cNvSpPr>
          <p:nvPr>
            <p:ph type="pic" sz="quarter" idx="15"/>
          </p:nvPr>
        </p:nvSpPr>
        <p:spPr>
          <a:xfrm>
            <a:off x="7882506" y="2272263"/>
            <a:ext cx="4309494" cy="2323744"/>
          </a:xfrm>
          <a:prstGeom prst="rect">
            <a:avLst/>
          </a:prstGeom>
        </p:spPr>
        <p:txBody>
          <a:bodyPr/>
          <a:lstStyle/>
          <a:p>
            <a:endParaRPr lang="en-US"/>
          </a:p>
        </p:txBody>
      </p:sp>
      <p:sp>
        <p:nvSpPr>
          <p:cNvPr id="12" name="Picture Placeholder 24"/>
          <p:cNvSpPr>
            <a:spLocks noGrp="1"/>
          </p:cNvSpPr>
          <p:nvPr>
            <p:ph type="pic" sz="quarter" idx="16"/>
          </p:nvPr>
        </p:nvSpPr>
        <p:spPr>
          <a:xfrm>
            <a:off x="4269725" y="0"/>
            <a:ext cx="3612781" cy="4596006"/>
          </a:xfrm>
          <a:prstGeom prst="rect">
            <a:avLst/>
          </a:prstGeom>
        </p:spPr>
        <p:txBody>
          <a:bodyPr/>
          <a:lstStyle/>
          <a:p>
            <a:endParaRPr lang="en-US"/>
          </a:p>
        </p:txBody>
      </p:sp>
    </p:spTree>
    <p:extLst>
      <p:ext uri="{BB962C8B-B14F-4D97-AF65-F5344CB8AC3E}">
        <p14:creationId xmlns:p14="http://schemas.microsoft.com/office/powerpoint/2010/main" val="37651596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48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3" name="Picture Placeholder 17"/>
          <p:cNvSpPr>
            <a:spLocks noGrp="1"/>
          </p:cNvSpPr>
          <p:nvPr>
            <p:ph type="pic" sz="quarter" idx="15"/>
          </p:nvPr>
        </p:nvSpPr>
        <p:spPr>
          <a:xfrm>
            <a:off x="0" y="2438400"/>
            <a:ext cx="2438400" cy="2438400"/>
          </a:xfrm>
        </p:spPr>
        <p:txBody>
          <a:bodyPr/>
          <a:lstStyle/>
          <a:p>
            <a:endParaRPr lang="en-US"/>
          </a:p>
        </p:txBody>
      </p:sp>
      <p:sp>
        <p:nvSpPr>
          <p:cNvPr id="24" name="Picture Placeholder 17"/>
          <p:cNvSpPr>
            <a:spLocks noGrp="1"/>
          </p:cNvSpPr>
          <p:nvPr>
            <p:ph type="pic" sz="quarter" idx="16"/>
          </p:nvPr>
        </p:nvSpPr>
        <p:spPr>
          <a:xfrm>
            <a:off x="2438400" y="2438400"/>
            <a:ext cx="2438400" cy="2438400"/>
          </a:xfrm>
        </p:spPr>
        <p:txBody>
          <a:bodyPr/>
          <a:lstStyle/>
          <a:p>
            <a:endParaRPr lang="en-US"/>
          </a:p>
        </p:txBody>
      </p:sp>
      <p:sp>
        <p:nvSpPr>
          <p:cNvPr id="25" name="Picture Placeholder 17"/>
          <p:cNvSpPr>
            <a:spLocks noGrp="1"/>
          </p:cNvSpPr>
          <p:nvPr>
            <p:ph type="pic" sz="quarter" idx="17"/>
          </p:nvPr>
        </p:nvSpPr>
        <p:spPr>
          <a:xfrm>
            <a:off x="4876800" y="2438400"/>
            <a:ext cx="2438400" cy="2438400"/>
          </a:xfrm>
        </p:spPr>
        <p:txBody>
          <a:bodyPr/>
          <a:lstStyle/>
          <a:p>
            <a:endParaRPr lang="en-US"/>
          </a:p>
        </p:txBody>
      </p:sp>
      <p:sp>
        <p:nvSpPr>
          <p:cNvPr id="26" name="Picture Placeholder 17"/>
          <p:cNvSpPr>
            <a:spLocks noGrp="1"/>
          </p:cNvSpPr>
          <p:nvPr>
            <p:ph type="pic" sz="quarter" idx="18"/>
          </p:nvPr>
        </p:nvSpPr>
        <p:spPr>
          <a:xfrm>
            <a:off x="7315200" y="2438400"/>
            <a:ext cx="2438400" cy="2438400"/>
          </a:xfrm>
        </p:spPr>
        <p:txBody>
          <a:bodyPr/>
          <a:lstStyle/>
          <a:p>
            <a:endParaRPr lang="en-US"/>
          </a:p>
        </p:txBody>
      </p:sp>
      <p:sp>
        <p:nvSpPr>
          <p:cNvPr id="27" name="Picture Placeholder 17"/>
          <p:cNvSpPr>
            <a:spLocks noGrp="1"/>
          </p:cNvSpPr>
          <p:nvPr>
            <p:ph type="pic" sz="quarter" idx="19"/>
          </p:nvPr>
        </p:nvSpPr>
        <p:spPr>
          <a:xfrm>
            <a:off x="9753600" y="2438400"/>
            <a:ext cx="2438400" cy="2438400"/>
          </a:xfrm>
        </p:spPr>
        <p:txBody>
          <a:bodyPr/>
          <a:lstStyle/>
          <a:p>
            <a:endParaRPr lang="en-US"/>
          </a:p>
        </p:txBody>
      </p:sp>
      <p:sp>
        <p:nvSpPr>
          <p:cNvPr id="18" name="Picture Placeholder 17"/>
          <p:cNvSpPr>
            <a:spLocks noGrp="1"/>
          </p:cNvSpPr>
          <p:nvPr>
            <p:ph type="pic" sz="quarter" idx="10"/>
          </p:nvPr>
        </p:nvSpPr>
        <p:spPr>
          <a:xfrm>
            <a:off x="0" y="0"/>
            <a:ext cx="2438400" cy="2438400"/>
          </a:xfrm>
        </p:spPr>
        <p:txBody>
          <a:bodyPr/>
          <a:lstStyle/>
          <a:p>
            <a:endParaRPr lang="en-US"/>
          </a:p>
        </p:txBody>
      </p:sp>
      <p:sp>
        <p:nvSpPr>
          <p:cNvPr id="19" name="Picture Placeholder 17"/>
          <p:cNvSpPr>
            <a:spLocks noGrp="1"/>
          </p:cNvSpPr>
          <p:nvPr>
            <p:ph type="pic" sz="quarter" idx="11"/>
          </p:nvPr>
        </p:nvSpPr>
        <p:spPr>
          <a:xfrm>
            <a:off x="2438400" y="0"/>
            <a:ext cx="2438400" cy="2438400"/>
          </a:xfrm>
        </p:spPr>
        <p:txBody>
          <a:bodyPr/>
          <a:lstStyle/>
          <a:p>
            <a:endParaRPr lang="en-US"/>
          </a:p>
        </p:txBody>
      </p:sp>
      <p:sp>
        <p:nvSpPr>
          <p:cNvPr id="20" name="Picture Placeholder 17"/>
          <p:cNvSpPr>
            <a:spLocks noGrp="1"/>
          </p:cNvSpPr>
          <p:nvPr>
            <p:ph type="pic" sz="quarter" idx="12"/>
          </p:nvPr>
        </p:nvSpPr>
        <p:spPr>
          <a:xfrm>
            <a:off x="4876800" y="0"/>
            <a:ext cx="2438400" cy="2438400"/>
          </a:xfrm>
        </p:spPr>
        <p:txBody>
          <a:bodyPr/>
          <a:lstStyle/>
          <a:p>
            <a:endParaRPr lang="en-US"/>
          </a:p>
        </p:txBody>
      </p:sp>
      <p:sp>
        <p:nvSpPr>
          <p:cNvPr id="21" name="Picture Placeholder 17"/>
          <p:cNvSpPr>
            <a:spLocks noGrp="1"/>
          </p:cNvSpPr>
          <p:nvPr>
            <p:ph type="pic" sz="quarter" idx="13"/>
          </p:nvPr>
        </p:nvSpPr>
        <p:spPr>
          <a:xfrm>
            <a:off x="7315200" y="0"/>
            <a:ext cx="2438400" cy="2438400"/>
          </a:xfrm>
        </p:spPr>
        <p:txBody>
          <a:bodyPr/>
          <a:lstStyle/>
          <a:p>
            <a:endParaRPr lang="en-US"/>
          </a:p>
        </p:txBody>
      </p:sp>
      <p:sp>
        <p:nvSpPr>
          <p:cNvPr id="22" name="Picture Placeholder 17"/>
          <p:cNvSpPr>
            <a:spLocks noGrp="1"/>
          </p:cNvSpPr>
          <p:nvPr>
            <p:ph type="pic" sz="quarter" idx="14"/>
          </p:nvPr>
        </p:nvSpPr>
        <p:spPr>
          <a:xfrm>
            <a:off x="9753600" y="0"/>
            <a:ext cx="2438400" cy="2438400"/>
          </a:xfrm>
        </p:spPr>
        <p:txBody>
          <a:bodyPr/>
          <a:lstStyle/>
          <a:p>
            <a:endParaRPr lang="en-US"/>
          </a:p>
        </p:txBody>
      </p:sp>
    </p:spTree>
    <p:extLst>
      <p:ext uri="{BB962C8B-B14F-4D97-AF65-F5344CB8AC3E}">
        <p14:creationId xmlns:p14="http://schemas.microsoft.com/office/powerpoint/2010/main" val="276679890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8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99539959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98225046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4258260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31450759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8" name="Footer Placeholder 7"/>
          <p:cNvSpPr>
            <a:spLocks noGrp="1"/>
          </p:cNvSpPr>
          <p:nvPr>
            <p:ph type="ftr" sz="quarter" idx="11"/>
          </p:nvPr>
        </p:nvSpPr>
        <p:spPr/>
        <p:txBody>
          <a:bodyPr/>
          <a:lstStyle/>
          <a:p>
            <a:endParaRPr lang="en-US">
              <a:solidFill>
                <a:srgbClr val="000000">
                  <a:tint val="75000"/>
                </a:srgbClr>
              </a:solidFill>
            </a:endParaRPr>
          </a:p>
        </p:txBody>
      </p:sp>
      <p:sp>
        <p:nvSpPr>
          <p:cNvPr id="9" name="Slide Number Placeholder 8"/>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49776808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endParaRPr lang="en-US">
              <a:solidFill>
                <a:srgbClr val="000000">
                  <a:tint val="75000"/>
                </a:srgbClr>
              </a:solidFill>
            </a:endParaRPr>
          </a:p>
        </p:txBody>
      </p:sp>
      <p:sp>
        <p:nvSpPr>
          <p:cNvPr id="5" name="Slide Number Placeholder 4"/>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47958135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18098182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smtClean="0"/>
              <a:t>Click to edit Master title style</a:t>
            </a:r>
            <a:endParaRPr lang="en-US"/>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00819710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31744947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74573208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8/17/16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02238340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98.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328298295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499.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55242828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500.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21583967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501.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31139849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502.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73438902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503.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59210204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504.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91944822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505.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3220406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506.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4166552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507.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93902707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508.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850912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509.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24829480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510.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60108748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511.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56447862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512.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62629577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513.xml><?xml version="1.0" encoding="utf-8"?>
<p:sldLayout xmlns:a="http://schemas.openxmlformats.org/drawingml/2006/main" xmlns:r="http://schemas.openxmlformats.org/officeDocument/2006/relationships" xmlns:p="http://schemas.openxmlformats.org/presentationml/2006/main" userDrawn="1">
  <p:cSld name="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07082915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514.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01040068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515.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69268673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516.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72508009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517.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1786913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518.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80581947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519.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51739116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520.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71559606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521.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24429692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522.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fontAlgn="auto">
                <a:spcBef>
                  <a:spcPts val="0"/>
                </a:spcBef>
                <a:spcAft>
                  <a:spcPts val="0"/>
                </a:spcAft>
              </a:pPr>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r>
                <a:rPr lang="en-US" sz="2667" dirty="0" smtClean="0">
                  <a:solidFill>
                    <a:srgbClr val="262626"/>
                  </a:solidFill>
                  <a:latin typeface="Roboto Condensed"/>
                </a:rPr>
                <a:t> </a:t>
              </a:r>
              <a:endParaRPr lang="en-US" sz="2667" dirty="0">
                <a:solidFill>
                  <a:srgbClr val="262626"/>
                </a:solidFill>
                <a:latin typeface="Roboto Condensed"/>
              </a:endParaRP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64010155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523.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77230256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524.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12253377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525.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79020884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526.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10927822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527.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287925042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528.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14308190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529.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5509558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530.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21818758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531.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66676960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532.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71135044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533.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79571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534.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73985741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535.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013577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536.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8578661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537.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92869197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538.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26268000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539.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49394016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540.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6493698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541.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6243949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542.xml><?xml version="1.0" encoding="utf-8"?>
<p:sldLayout xmlns:a="http://schemas.openxmlformats.org/drawingml/2006/main" xmlns:r="http://schemas.openxmlformats.org/officeDocument/2006/relationships" xmlns:p="http://schemas.openxmlformats.org/presentationml/2006/main" userDrawn="1">
  <p:cSld name="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40264832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543.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17439351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544.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80233698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545.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6299239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546.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23757323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547.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70126902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548.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938430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549.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56593682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550.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52147820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551.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fontAlgn="auto">
                <a:spcBef>
                  <a:spcPts val="0"/>
                </a:spcBef>
                <a:spcAft>
                  <a:spcPts val="0"/>
                </a:spcAft>
              </a:pPr>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r>
                <a:rPr lang="en-US" sz="2667" dirty="0" smtClean="0">
                  <a:solidFill>
                    <a:srgbClr val="262626"/>
                  </a:solidFill>
                  <a:latin typeface="Roboto Condensed"/>
                </a:rPr>
                <a:t> </a:t>
              </a:r>
              <a:endParaRPr lang="en-US" sz="2667" dirty="0">
                <a:solidFill>
                  <a:srgbClr val="262626"/>
                </a:solidFill>
                <a:latin typeface="Roboto Condensed"/>
              </a:endParaRP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61193900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552.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782604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553.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5693937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554.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7149067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555.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67078022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556.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36876965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557.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95646800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558.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82758693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559.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98684233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560.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69827608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561.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08010283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562.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87668001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563.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106955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564.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92288699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565.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56972734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566.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26607505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567.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10383211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568.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02930185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569.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74054975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570.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63799680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571.xml><?xml version="1.0" encoding="utf-8"?>
<p:sldLayout xmlns:a="http://schemas.openxmlformats.org/drawingml/2006/main" xmlns:r="http://schemas.openxmlformats.org/officeDocument/2006/relationships" xmlns:p="http://schemas.openxmlformats.org/presentationml/2006/main" userDrawn="1">
  <p:cSld name="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63707316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572.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89779575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573.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76186474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574.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39137491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575.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75629110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576.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51481264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577.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88380266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578.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43378050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579.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74727057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580.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fontAlgn="auto">
                <a:spcBef>
                  <a:spcPts val="0"/>
                </a:spcBef>
                <a:spcAft>
                  <a:spcPts val="0"/>
                </a:spcAft>
              </a:pPr>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r>
                <a:rPr lang="en-US" sz="2667" dirty="0" smtClean="0">
                  <a:solidFill>
                    <a:srgbClr val="262626"/>
                  </a:solidFill>
                  <a:latin typeface="Roboto Condensed"/>
                </a:rPr>
                <a:t> </a:t>
              </a:r>
              <a:endParaRPr lang="en-US" sz="2667" dirty="0">
                <a:solidFill>
                  <a:srgbClr val="262626"/>
                </a:solidFill>
                <a:latin typeface="Roboto Condensed"/>
              </a:endParaRP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fontAlgn="auto">
                <a:spcBef>
                  <a:spcPts val="0"/>
                </a:spcBef>
                <a:spcAft>
                  <a:spcPts val="0"/>
                </a:spcAft>
              </a:pPr>
              <a:endParaRPr lang="en-US" sz="2667" dirty="0">
                <a:solidFill>
                  <a:srgbClr val="262626"/>
                </a:solidFill>
                <a:latin typeface="Roboto Condensed"/>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2334822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581.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4963566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582.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90597949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583.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40576522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584.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88323037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585.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1" y="0"/>
            <a:ext cx="12192000" cy="6858000"/>
          </a:xfrm>
          <a:prstGeom prst="rect">
            <a:avLst/>
          </a:prstGeom>
        </p:spPr>
        <p:txBody>
          <a:bodyPr/>
          <a:lstStyle/>
          <a:p>
            <a:endParaRPr lang="en-US" dirty="0"/>
          </a:p>
        </p:txBody>
      </p:sp>
    </p:spTree>
    <p:extLst>
      <p:ext uri="{BB962C8B-B14F-4D97-AF65-F5344CB8AC3E}">
        <p14:creationId xmlns:p14="http://schemas.microsoft.com/office/powerpoint/2010/main" val="192635706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586.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53857369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587.xml><?xml version="1.0" encoding="utf-8"?>
<p:sldLayout xmlns:a="http://schemas.openxmlformats.org/drawingml/2006/main" xmlns:r="http://schemas.openxmlformats.org/officeDocument/2006/relationships" xmlns:p="http://schemas.openxmlformats.org/presentationml/2006/main" userDrawn="1">
  <p:cSld name="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a:prstGeom prst="rect">
            <a:avLst/>
          </a:prstGeo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a:xfrm>
            <a:off x="838200" y="6356350"/>
            <a:ext cx="2743200" cy="365125"/>
          </a:xfrm>
          <a:prstGeom prst="rect">
            <a:avLst/>
          </a:prstGeom>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a:prstGeom prst="rect">
            <a:avLst/>
          </a:prstGeo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155462788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88.xml><?xml version="1.0" encoding="utf-8"?>
<p:sldLayout xmlns:a="http://schemas.openxmlformats.org/drawingml/2006/main" xmlns:r="http://schemas.openxmlformats.org/officeDocument/2006/relationships" xmlns:p="http://schemas.openxmlformats.org/presentationml/2006/main" userDrawn="1">
  <p:cSld name="3_Custom Layout">
    <p:spTree>
      <p:nvGrpSpPr>
        <p:cNvPr id="1" name=""/>
        <p:cNvGrpSpPr/>
        <p:nvPr/>
      </p:nvGrpSpPr>
      <p:grpSpPr>
        <a:xfrm>
          <a:off x="0" y="0"/>
          <a:ext cx="0" cy="0"/>
          <a:chOff x="0" y="0"/>
          <a:chExt cx="0" cy="0"/>
        </a:xfrm>
      </p:grpSpPr>
      <p:sp>
        <p:nvSpPr>
          <p:cNvPr id="15" name="Title 14"/>
          <p:cNvSpPr>
            <a:spLocks noGrp="1"/>
          </p:cNvSpPr>
          <p:nvPr>
            <p:ph type="title"/>
          </p:nvPr>
        </p:nvSpPr>
        <p:spPr>
          <a:xfrm>
            <a:off x="838200" y="308482"/>
            <a:ext cx="10515600" cy="783944"/>
          </a:xfrm>
          <a:prstGeom prst="rect">
            <a:avLst/>
          </a:prstGeom>
        </p:spPr>
        <p:txBody>
          <a:bodyPr/>
          <a:lstStyle>
            <a:lvl1pPr>
              <a:defRPr>
                <a:solidFill>
                  <a:schemeClr val="bg1">
                    <a:lumMod val="50000"/>
                  </a:schemeClr>
                </a:solidFill>
              </a:defRPr>
            </a:lvl1pPr>
          </a:lstStyle>
          <a:p>
            <a:r>
              <a:rPr lang="en-US" dirty="0" smtClean="0"/>
              <a:t>Click to edit Master title style</a:t>
            </a:r>
            <a:endParaRPr lang="en-US" dirty="0"/>
          </a:p>
        </p:txBody>
      </p:sp>
      <p:sp>
        <p:nvSpPr>
          <p:cNvPr id="24" name="Text Placeholder 23"/>
          <p:cNvSpPr>
            <a:spLocks noGrp="1"/>
          </p:cNvSpPr>
          <p:nvPr>
            <p:ph type="body" sz="quarter" idx="10"/>
          </p:nvPr>
        </p:nvSpPr>
        <p:spPr>
          <a:xfrm>
            <a:off x="838201" y="1076242"/>
            <a:ext cx="10515600" cy="526488"/>
          </a:xfrm>
          <a:prstGeom prst="rect">
            <a:avLst/>
          </a:prstGeom>
        </p:spPr>
        <p:txBody>
          <a:bodyPr/>
          <a:lstStyle>
            <a:lvl1pPr>
              <a:defRPr>
                <a:solidFill>
                  <a:schemeClr val="bg1">
                    <a:lumMod val="50000"/>
                  </a:schemeClr>
                </a:solidFill>
              </a:defRPr>
            </a:lvl1pPr>
          </a:lstStyle>
          <a:p>
            <a:pPr lvl="0"/>
            <a:endParaRPr lang="en-US" dirty="0"/>
          </a:p>
        </p:txBody>
      </p:sp>
      <p:sp>
        <p:nvSpPr>
          <p:cNvPr id="2" name="Rectangle 1"/>
          <p:cNvSpPr/>
          <p:nvPr userDrawn="1"/>
        </p:nvSpPr>
        <p:spPr>
          <a:xfrm>
            <a:off x="10915247" y="6455364"/>
            <a:ext cx="349776" cy="261610"/>
          </a:xfrm>
          <a:prstGeom prst="rect">
            <a:avLst/>
          </a:prstGeom>
        </p:spPr>
        <p:txBody>
          <a:bodyPr wrap="none">
            <a:spAutoFit/>
          </a:bodyPr>
          <a:lstStyle/>
          <a:p>
            <a:pPr algn="ctr" fontAlgn="auto">
              <a:spcBef>
                <a:spcPts val="0"/>
              </a:spcBef>
              <a:spcAft>
                <a:spcPts val="0"/>
              </a:spcAft>
            </a:pPr>
            <a:fld id="{52D6D798-CB88-473E-97C8-67A016EA1979}" type="slidenum">
              <a:rPr lang="en-US" sz="1100" smtClean="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rPr>
              <a:pPr algn="ctr" fontAlgn="auto">
                <a:spcBef>
                  <a:spcPts val="0"/>
                </a:spcBef>
                <a:spcAft>
                  <a:spcPts val="0"/>
                </a:spcAft>
              </a:pPr>
              <a:t>‹#›</a:t>
            </a:fld>
            <a:endParaRPr lang="en-US" sz="11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34527554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589.xml><?xml version="1.0" encoding="utf-8"?>
<p:sldLayout xmlns:a="http://schemas.openxmlformats.org/drawingml/2006/main" xmlns:r="http://schemas.openxmlformats.org/officeDocument/2006/relationships" xmlns:p="http://schemas.openxmlformats.org/presentationml/2006/main" userDrawn="1">
  <p:cSld name="5_Blank">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0" y="0"/>
            <a:ext cx="6819900" cy="6858000"/>
          </a:xfrm>
          <a:prstGeom prst="rect">
            <a:avLst/>
          </a:prstGeom>
        </p:spPr>
        <p:txBody>
          <a:bodyPr/>
          <a:lstStyle/>
          <a:p>
            <a:endParaRPr lang="en-IN"/>
          </a:p>
        </p:txBody>
      </p:sp>
      <p:sp>
        <p:nvSpPr>
          <p:cNvPr id="3" name="Slide Number Placeholder 5"/>
          <p:cNvSpPr>
            <a:spLocks noGrp="1"/>
          </p:cNvSpPr>
          <p:nvPr>
            <p:ph type="sldNum" sz="quarter" idx="4"/>
          </p:nvPr>
        </p:nvSpPr>
        <p:spPr>
          <a:xfrm>
            <a:off x="11841956" y="80168"/>
            <a:ext cx="273050" cy="182563"/>
          </a:xfrm>
          <a:prstGeom prst="rect">
            <a:avLst/>
          </a:prstGeom>
          <a:solidFill>
            <a:schemeClr val="accent6">
              <a:lumMod val="50000"/>
            </a:schemeClr>
          </a:solidFill>
        </p:spPr>
        <p:txBody>
          <a:bodyPr vert="horz" lIns="0" tIns="0" rIns="0" bIns="0" rtlCol="0" anchor="ctr"/>
          <a:lstStyle>
            <a:lvl1pPr algn="ctr">
              <a:defRPr sz="10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17857128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59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662782"/>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C8A8F75F-6551-4069-A40E-11368AA3DC20}" type="datetimeFigureOut">
              <a:rPr lang="en-US" smtClean="0">
                <a:solidFill>
                  <a:prstClr val="black"/>
                </a:solidFill>
                <a:latin typeface="Calibri" panose="020F0502020204030204"/>
              </a:rPr>
              <a:pPr fontAlgn="auto">
                <a:spcBef>
                  <a:spcPts val="0"/>
                </a:spcBef>
                <a:spcAft>
                  <a:spcPts val="0"/>
                </a:spcAft>
              </a:pPr>
              <a:t>8/17/16</a:t>
            </a:fld>
            <a:endParaRPr lang="en-US" dirty="0">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endParaRPr lang="en-US" dirty="0">
              <a:solidFill>
                <a:prstClr val="black"/>
              </a:solidFill>
              <a:latin typeface="Calibri" panose="020F0502020204030204"/>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a:defRPr>
                <a:cs typeface="Simplified Arabic" panose="02020603050405020304" pitchFamily="18" charset="-78"/>
              </a:defRPr>
            </a:lvl1pPr>
          </a:lstStyle>
          <a:p>
            <a:pPr fontAlgn="auto">
              <a:spcBef>
                <a:spcPts val="0"/>
              </a:spcBef>
              <a:spcAft>
                <a:spcPts val="0"/>
              </a:spcAft>
            </a:pPr>
            <a:fld id="{D174A313-1641-4995-8538-0141801DED91}" type="slidenum">
              <a:rPr lang="en-US" smtClean="0">
                <a:solidFill>
                  <a:prstClr val="black"/>
                </a:solidFill>
                <a:latin typeface="Calibri" panose="020F0502020204030204"/>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57455807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59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en-US">
              <a:solidFill>
                <a:srgbClr val="95A5A6">
                  <a:tint val="75000"/>
                </a:srgbClr>
              </a:solidFill>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74151626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592.xml><?xml version="1.0" encoding="utf-8"?>
<p:sldLayout xmlns:a="http://schemas.openxmlformats.org/drawingml/2006/main" xmlns:r="http://schemas.openxmlformats.org/officeDocument/2006/relationships" xmlns:p="http://schemas.openxmlformats.org/presentationml/2006/main" userDrawn="1">
  <p:cSld name="1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a:prstGeom prst="rect">
            <a:avLst/>
          </a:prstGeo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a:xfrm>
            <a:off x="838200" y="6356350"/>
            <a:ext cx="2743200" cy="365125"/>
          </a:xfrm>
          <a:prstGeom prst="rect">
            <a:avLst/>
          </a:prstGeom>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a:prstGeom prst="rect">
            <a:avLst/>
          </a:prstGeo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a:prstGeom prst="rect">
            <a:avLst/>
          </a:prstGeo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62685618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93.xml><?xml version="1.0" encoding="utf-8"?>
<p:sldLayout xmlns:a="http://schemas.openxmlformats.org/drawingml/2006/main" xmlns:r="http://schemas.openxmlformats.org/officeDocument/2006/relationships" xmlns:p="http://schemas.openxmlformats.org/presentationml/2006/main" userDrawn="1">
  <p:cSld name="20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a:xfrm>
            <a:off x="838200" y="6356350"/>
            <a:ext cx="2743200" cy="365125"/>
          </a:xfrm>
          <a:prstGeom prst="rect">
            <a:avLst/>
          </a:prstGeom>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a:prstGeom prst="rect">
            <a:avLst/>
          </a:prstGeo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a:prstGeom prst="rect">
            <a:avLst/>
          </a:prstGeo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86130089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594.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a:prstGeom prst="rect">
            <a:avLst/>
          </a:prstGeo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a:xfrm>
            <a:off x="838200" y="6356350"/>
            <a:ext cx="2743200" cy="365125"/>
          </a:xfrm>
          <a:prstGeom prst="rect">
            <a:avLst/>
          </a:prstGeom>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a:prstGeom prst="rect">
            <a:avLst/>
          </a:prstGeo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a:prstGeom prst="rect">
            <a:avLst/>
          </a:prstGeo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32825571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95.xml><?xml version="1.0" encoding="utf-8"?>
<p:sldLayout xmlns:a="http://schemas.openxmlformats.org/drawingml/2006/main" xmlns:r="http://schemas.openxmlformats.org/officeDocument/2006/relationships" xmlns:p="http://schemas.openxmlformats.org/presentationml/2006/main" userDrawn="1">
  <p:cSld name="1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549236"/>
            <a:ext cx="4605193" cy="1683329"/>
          </a:xfrm>
          <a:prstGeom prst="rect">
            <a:avLst/>
          </a:prstGeo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a:xfrm>
            <a:off x="838200" y="6356350"/>
            <a:ext cx="2743200" cy="365125"/>
          </a:xfrm>
          <a:prstGeom prst="rect">
            <a:avLst/>
          </a:prstGeom>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4" y="4418436"/>
            <a:ext cx="4605193" cy="272983"/>
          </a:xfrm>
          <a:prstGeom prst="rect">
            <a:avLst/>
          </a:prstGeo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47803997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96.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fld id="{AD786B27-129B-4F3D-BC93-2BECBFB1835F}" type="datetimeFigureOut">
              <a:rPr lang="en-US" smtClean="0">
                <a:solidFill>
                  <a:srgbClr val="95A5A6">
                    <a:tint val="75000"/>
                  </a:srgbClr>
                </a:solidFill>
              </a:rPr>
              <a:pPr/>
              <a:t>8/17/16</a:t>
            </a:fld>
            <a:endParaRPr lang="en-US">
              <a:solidFill>
                <a:srgbClr val="95A5A6">
                  <a:tint val="75000"/>
                </a:srgbClr>
              </a:solidFill>
            </a:endParaRPr>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endParaRPr lang="en-US">
              <a:solidFill>
                <a:srgbClr val="95A5A6">
                  <a:tint val="75000"/>
                </a:srgbClr>
              </a:solidFill>
            </a:endParaRPr>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76947648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597.xml><?xml version="1.0" encoding="utf-8"?>
<p:sldLayout xmlns:a="http://schemas.openxmlformats.org/drawingml/2006/main" xmlns:r="http://schemas.openxmlformats.org/officeDocument/2006/relationships" xmlns:p="http://schemas.openxmlformats.org/presentationml/2006/main" userDrawn="1">
  <p:cSld name="1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673352"/>
            <a:ext cx="4605193" cy="1559213"/>
          </a:xfrm>
          <a:prstGeom prst="rect">
            <a:avLst/>
          </a:prstGeo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a:xfrm>
            <a:off x="838200" y="6356350"/>
            <a:ext cx="2743200" cy="365125"/>
          </a:xfrm>
          <a:prstGeom prst="rect">
            <a:avLst/>
          </a:prstGeom>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4" y="2394613"/>
            <a:ext cx="2164273" cy="458854"/>
          </a:xfrm>
          <a:prstGeom prst="rect">
            <a:avLst/>
          </a:prstGeo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4" y="4418436"/>
            <a:ext cx="4605193" cy="272983"/>
          </a:xfrm>
          <a:prstGeom prst="rect">
            <a:avLst/>
          </a:prstGeo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158102916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98.xml><?xml version="1.0" encoding="utf-8"?>
<p:sldLayout xmlns:a="http://schemas.openxmlformats.org/drawingml/2006/main" xmlns:r="http://schemas.openxmlformats.org/officeDocument/2006/relationships" xmlns:p="http://schemas.openxmlformats.org/presentationml/2006/main"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1"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104254922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599.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a:prstGeom prst="rect">
            <a:avLst/>
          </a:prstGeom>
        </p:spPr>
        <p:txBody>
          <a:bodyPr/>
          <a:lstStyle/>
          <a:p>
            <a:endParaRPr lang="en-US"/>
          </a:p>
        </p:txBody>
      </p:sp>
    </p:spTree>
    <p:extLst>
      <p:ext uri="{BB962C8B-B14F-4D97-AF65-F5344CB8AC3E}">
        <p14:creationId xmlns:p14="http://schemas.microsoft.com/office/powerpoint/2010/main" val="15911176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600.xml><?xml version="1.0" encoding="utf-8"?>
<p:sldLayout xmlns:a="http://schemas.openxmlformats.org/drawingml/2006/main" xmlns:r="http://schemas.openxmlformats.org/officeDocument/2006/relationships" xmlns:p="http://schemas.openxmlformats.org/presentationml/2006/main" userDrawn="1">
  <p:cSld name="5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a:prstGeom prst="rect">
            <a:avLst/>
          </a:prstGeo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a:xfrm>
            <a:off x="838200" y="6356350"/>
            <a:ext cx="2743200" cy="365125"/>
          </a:xfrm>
          <a:prstGeom prst="rect">
            <a:avLst/>
          </a:prstGeom>
        </p:spPr>
        <p:txBody>
          <a:bodyPr/>
          <a:lstStyle/>
          <a:p>
            <a:fld id="{268D6DD3-4DB7-4C92-9690-614E4D50F47F}"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a:prstGeom prst="rect">
            <a:avLst/>
          </a:prstGeo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a:prstGeom prst="rect">
            <a:avLst/>
          </a:prstGeo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198668678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601.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632891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02.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90514650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03.xml><?xml version="1.0" encoding="utf-8"?>
<p:sldLayout xmlns:a="http://schemas.openxmlformats.org/drawingml/2006/main" xmlns:r="http://schemas.openxmlformats.org/officeDocument/2006/relationships" xmlns:p="http://schemas.openxmlformats.org/presentationml/2006/main" userDrawn="1">
  <p:cSld name="6_Blank">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0" y="0"/>
            <a:ext cx="6819900" cy="6858000"/>
          </a:xfrm>
          <a:prstGeom prst="rect">
            <a:avLst/>
          </a:prstGeom>
        </p:spPr>
        <p:txBody>
          <a:bodyPr/>
          <a:lstStyle/>
          <a:p>
            <a:endParaRPr lang="en-IN"/>
          </a:p>
        </p:txBody>
      </p:sp>
      <p:sp>
        <p:nvSpPr>
          <p:cNvPr id="3" name="Slide Number Placeholder 5"/>
          <p:cNvSpPr>
            <a:spLocks noGrp="1"/>
          </p:cNvSpPr>
          <p:nvPr>
            <p:ph type="sldNum" sz="quarter" idx="4"/>
          </p:nvPr>
        </p:nvSpPr>
        <p:spPr>
          <a:xfrm>
            <a:off x="11841956" y="80168"/>
            <a:ext cx="273050" cy="182563"/>
          </a:xfrm>
          <a:prstGeom prst="rect">
            <a:avLst/>
          </a:prstGeom>
          <a:solidFill>
            <a:schemeClr val="accent6">
              <a:lumMod val="50000"/>
            </a:schemeClr>
          </a:solidFill>
        </p:spPr>
        <p:txBody>
          <a:bodyPr vert="horz" lIns="0" tIns="0" rIns="0" bIns="0" rtlCol="0" anchor="ctr"/>
          <a:lstStyle>
            <a:lvl1pPr algn="ctr">
              <a:defRPr sz="10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67230528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04.xml><?xml version="1.0" encoding="utf-8"?>
<p:sldLayout xmlns:a="http://schemas.openxmlformats.org/drawingml/2006/main" xmlns:r="http://schemas.openxmlformats.org/officeDocument/2006/relationships" xmlns:p="http://schemas.openxmlformats.org/presentationml/2006/main" userDrawn="1">
  <p:cSld name="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a:xfrm>
            <a:off x="838200" y="6356350"/>
            <a:ext cx="2743200" cy="365125"/>
          </a:xfrm>
          <a:prstGeom prst="rect">
            <a:avLst/>
          </a:prstGeom>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a:prstGeom prst="rect">
            <a:avLst/>
          </a:prstGeo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a:prstGeom prst="rect">
            <a:avLst/>
          </a:prstGeo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108265808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605.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62290966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06.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45736496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07.xml><?xml version="1.0" encoding="utf-8"?>
<p:sldLayout xmlns:a="http://schemas.openxmlformats.org/drawingml/2006/main" xmlns:r="http://schemas.openxmlformats.org/officeDocument/2006/relationships" xmlns:p="http://schemas.openxmlformats.org/presentationml/2006/main" userDrawn="1">
  <p:cSld name="Team00">
    <p:spTree>
      <p:nvGrpSpPr>
        <p:cNvPr id="1" name=""/>
        <p:cNvGrpSpPr/>
        <p:nvPr/>
      </p:nvGrpSpPr>
      <p:grpSpPr>
        <a:xfrm>
          <a:off x="0" y="0"/>
          <a:ext cx="0" cy="0"/>
          <a:chOff x="0" y="0"/>
          <a:chExt cx="0" cy="0"/>
        </a:xfrm>
      </p:grpSpPr>
      <p:sp>
        <p:nvSpPr>
          <p:cNvPr id="18" name="Down Arrow Callout 17"/>
          <p:cNvSpPr/>
          <p:nvPr userDrawn="1"/>
        </p:nvSpPr>
        <p:spPr bwMode="auto">
          <a:xfrm>
            <a:off x="0" y="0"/>
            <a:ext cx="12192000" cy="3372155"/>
          </a:xfrm>
          <a:prstGeom prst="downArrowCallout">
            <a:avLst>
              <a:gd name="adj1" fmla="val 32676"/>
              <a:gd name="adj2" fmla="val 14109"/>
              <a:gd name="adj3" fmla="val 10498"/>
              <a:gd name="adj4" fmla="val 92638"/>
            </a:avLst>
          </a:prstGeom>
          <a:solidFill>
            <a:srgbClr val="5B9BD5"/>
          </a:solidFill>
          <a:ln w="9525">
            <a:noFill/>
            <a:round/>
            <a:headEnd/>
            <a:tailEnd/>
          </a:ln>
        </p:spPr>
        <p:txBody>
          <a:bodyPr vert="horz" wrap="square" lIns="121920" tIns="60960" rIns="121920" bIns="60960" numCol="1" rtlCol="0" anchor="t" anchorCtr="0" compatLnSpc="1">
            <a:prstTxWarp prst="textNoShape">
              <a:avLst/>
            </a:prstTxWarp>
          </a:bodyPr>
          <a:lstStyle/>
          <a:p>
            <a:pPr algn="ct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1" name="Picture Placeholder 7"/>
          <p:cNvSpPr>
            <a:spLocks noGrp="1"/>
          </p:cNvSpPr>
          <p:nvPr>
            <p:ph type="pic" sz="quarter" idx="10" hasCustomPrompt="1"/>
          </p:nvPr>
        </p:nvSpPr>
        <p:spPr>
          <a:xfrm>
            <a:off x="4999171" y="622368"/>
            <a:ext cx="2193663" cy="2193005"/>
          </a:xfrm>
          <a:prstGeom prst="ellipse">
            <a:avLst/>
          </a:prstGeom>
          <a:ln w="28575">
            <a:solidFill>
              <a:schemeClr val="accent1">
                <a:lumMod val="75000"/>
              </a:schemeClr>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grpSp>
        <p:nvGrpSpPr>
          <p:cNvPr id="17" name="Group 16"/>
          <p:cNvGrpSpPr/>
          <p:nvPr userDrawn="1"/>
        </p:nvGrpSpPr>
        <p:grpSpPr>
          <a:xfrm>
            <a:off x="0" y="1275080"/>
            <a:ext cx="12192000" cy="2125339"/>
            <a:chOff x="0" y="956310"/>
            <a:chExt cx="9144000" cy="1594004"/>
          </a:xfrm>
        </p:grpSpPr>
        <p:sp>
          <p:nvSpPr>
            <p:cNvPr id="14" name="Freeform 13"/>
            <p:cNvSpPr>
              <a:spLocks/>
            </p:cNvSpPr>
            <p:nvPr userDrawn="1"/>
          </p:nvSpPr>
          <p:spPr bwMode="auto">
            <a:xfrm>
              <a:off x="0" y="956310"/>
              <a:ext cx="9144000" cy="1300543"/>
            </a:xfrm>
            <a:custGeom>
              <a:avLst/>
              <a:gdLst/>
              <a:ahLst/>
              <a:cxnLst>
                <a:cxn ang="0">
                  <a:pos x="30" y="330"/>
                </a:cxn>
                <a:cxn ang="0">
                  <a:pos x="99" y="339"/>
                </a:cxn>
                <a:cxn ang="0">
                  <a:pos x="181" y="385"/>
                </a:cxn>
                <a:cxn ang="0">
                  <a:pos x="289" y="307"/>
                </a:cxn>
                <a:cxn ang="0">
                  <a:pos x="364" y="303"/>
                </a:cxn>
                <a:cxn ang="0">
                  <a:pos x="444" y="328"/>
                </a:cxn>
                <a:cxn ang="0">
                  <a:pos x="528" y="322"/>
                </a:cxn>
                <a:cxn ang="0">
                  <a:pos x="661" y="60"/>
                </a:cxn>
                <a:cxn ang="0">
                  <a:pos x="697" y="60"/>
                </a:cxn>
                <a:cxn ang="0">
                  <a:pos x="726" y="57"/>
                </a:cxn>
                <a:cxn ang="0">
                  <a:pos x="768" y="290"/>
                </a:cxn>
                <a:cxn ang="0">
                  <a:pos x="800" y="246"/>
                </a:cxn>
                <a:cxn ang="0">
                  <a:pos x="888" y="176"/>
                </a:cxn>
                <a:cxn ang="0">
                  <a:pos x="955" y="208"/>
                </a:cxn>
                <a:cxn ang="0">
                  <a:pos x="993" y="358"/>
                </a:cxn>
                <a:cxn ang="0">
                  <a:pos x="1025" y="178"/>
                </a:cxn>
                <a:cxn ang="0">
                  <a:pos x="1138" y="172"/>
                </a:cxn>
                <a:cxn ang="0">
                  <a:pos x="1216" y="161"/>
                </a:cxn>
                <a:cxn ang="0">
                  <a:pos x="1241" y="144"/>
                </a:cxn>
                <a:cxn ang="0">
                  <a:pos x="1300" y="0"/>
                </a:cxn>
                <a:cxn ang="0">
                  <a:pos x="1428" y="157"/>
                </a:cxn>
                <a:cxn ang="0">
                  <a:pos x="1462" y="102"/>
                </a:cxn>
                <a:cxn ang="0">
                  <a:pos x="1492" y="57"/>
                </a:cxn>
                <a:cxn ang="0">
                  <a:pos x="1531" y="55"/>
                </a:cxn>
                <a:cxn ang="0">
                  <a:pos x="1567" y="100"/>
                </a:cxn>
                <a:cxn ang="0">
                  <a:pos x="1670" y="159"/>
                </a:cxn>
                <a:cxn ang="0">
                  <a:pos x="1700" y="127"/>
                </a:cxn>
                <a:cxn ang="0">
                  <a:pos x="1782" y="297"/>
                </a:cxn>
                <a:cxn ang="0">
                  <a:pos x="1843" y="153"/>
                </a:cxn>
                <a:cxn ang="0">
                  <a:pos x="1939" y="153"/>
                </a:cxn>
                <a:cxn ang="0">
                  <a:pos x="1973" y="225"/>
                </a:cxn>
                <a:cxn ang="0">
                  <a:pos x="2011" y="131"/>
                </a:cxn>
                <a:cxn ang="0">
                  <a:pos x="2072" y="127"/>
                </a:cxn>
                <a:cxn ang="0">
                  <a:pos x="2127" y="136"/>
                </a:cxn>
                <a:cxn ang="0">
                  <a:pos x="2160" y="227"/>
                </a:cxn>
                <a:cxn ang="0">
                  <a:pos x="2198" y="358"/>
                </a:cxn>
                <a:cxn ang="0">
                  <a:pos x="2238" y="153"/>
                </a:cxn>
                <a:cxn ang="0">
                  <a:pos x="2291" y="153"/>
                </a:cxn>
                <a:cxn ang="0">
                  <a:pos x="2381" y="313"/>
                </a:cxn>
                <a:cxn ang="0">
                  <a:pos x="2417" y="339"/>
                </a:cxn>
                <a:cxn ang="0">
                  <a:pos x="2434" y="288"/>
                </a:cxn>
                <a:cxn ang="0">
                  <a:pos x="2501" y="330"/>
                </a:cxn>
                <a:cxn ang="0">
                  <a:pos x="2535" y="400"/>
                </a:cxn>
                <a:cxn ang="0">
                  <a:pos x="2705" y="377"/>
                </a:cxn>
                <a:cxn ang="0">
                  <a:pos x="2753" y="362"/>
                </a:cxn>
                <a:cxn ang="0">
                  <a:pos x="2785" y="337"/>
                </a:cxn>
                <a:cxn ang="0">
                  <a:pos x="2835" y="392"/>
                </a:cxn>
                <a:cxn ang="0">
                  <a:pos x="2875" y="307"/>
                </a:cxn>
                <a:cxn ang="0">
                  <a:pos x="2915" y="402"/>
                </a:cxn>
                <a:cxn ang="0">
                  <a:pos x="2940" y="307"/>
                </a:cxn>
                <a:cxn ang="0">
                  <a:pos x="2989" y="407"/>
                </a:cxn>
                <a:cxn ang="0">
                  <a:pos x="3050" y="381"/>
                </a:cxn>
                <a:cxn ang="0">
                  <a:pos x="3102" y="404"/>
                </a:cxn>
                <a:cxn ang="0">
                  <a:pos x="3142" y="373"/>
                </a:cxn>
                <a:cxn ang="0">
                  <a:pos x="3182" y="409"/>
                </a:cxn>
                <a:cxn ang="0">
                  <a:pos x="3239" y="455"/>
                </a:cxn>
              </a:cxnLst>
              <a:rect l="0" t="0" r="r" b="b"/>
              <a:pathLst>
                <a:path w="3239" h="455">
                  <a:moveTo>
                    <a:pt x="0" y="455"/>
                  </a:moveTo>
                  <a:lnTo>
                    <a:pt x="0" y="349"/>
                  </a:lnTo>
                  <a:lnTo>
                    <a:pt x="30" y="349"/>
                  </a:lnTo>
                  <a:lnTo>
                    <a:pt x="30" y="330"/>
                  </a:lnTo>
                  <a:lnTo>
                    <a:pt x="85" y="330"/>
                  </a:lnTo>
                  <a:lnTo>
                    <a:pt x="85" y="356"/>
                  </a:lnTo>
                  <a:lnTo>
                    <a:pt x="99" y="356"/>
                  </a:lnTo>
                  <a:lnTo>
                    <a:pt x="99" y="339"/>
                  </a:lnTo>
                  <a:lnTo>
                    <a:pt x="122" y="339"/>
                  </a:lnTo>
                  <a:lnTo>
                    <a:pt x="122" y="368"/>
                  </a:lnTo>
                  <a:lnTo>
                    <a:pt x="181" y="368"/>
                  </a:lnTo>
                  <a:lnTo>
                    <a:pt x="181" y="385"/>
                  </a:lnTo>
                  <a:lnTo>
                    <a:pt x="251" y="385"/>
                  </a:lnTo>
                  <a:lnTo>
                    <a:pt x="251" y="322"/>
                  </a:lnTo>
                  <a:lnTo>
                    <a:pt x="289" y="322"/>
                  </a:lnTo>
                  <a:lnTo>
                    <a:pt x="289" y="307"/>
                  </a:lnTo>
                  <a:lnTo>
                    <a:pt x="331" y="307"/>
                  </a:lnTo>
                  <a:lnTo>
                    <a:pt x="331" y="290"/>
                  </a:lnTo>
                  <a:lnTo>
                    <a:pt x="364" y="290"/>
                  </a:lnTo>
                  <a:lnTo>
                    <a:pt x="364" y="303"/>
                  </a:lnTo>
                  <a:lnTo>
                    <a:pt x="411" y="303"/>
                  </a:lnTo>
                  <a:lnTo>
                    <a:pt x="411" y="311"/>
                  </a:lnTo>
                  <a:lnTo>
                    <a:pt x="444" y="311"/>
                  </a:lnTo>
                  <a:lnTo>
                    <a:pt x="444" y="328"/>
                  </a:lnTo>
                  <a:lnTo>
                    <a:pt x="455" y="328"/>
                  </a:lnTo>
                  <a:lnTo>
                    <a:pt x="455" y="303"/>
                  </a:lnTo>
                  <a:lnTo>
                    <a:pt x="528" y="303"/>
                  </a:lnTo>
                  <a:lnTo>
                    <a:pt x="528" y="322"/>
                  </a:lnTo>
                  <a:lnTo>
                    <a:pt x="617" y="322"/>
                  </a:lnTo>
                  <a:lnTo>
                    <a:pt x="617" y="66"/>
                  </a:lnTo>
                  <a:lnTo>
                    <a:pt x="661" y="66"/>
                  </a:lnTo>
                  <a:lnTo>
                    <a:pt x="661" y="60"/>
                  </a:lnTo>
                  <a:lnTo>
                    <a:pt x="673" y="60"/>
                  </a:lnTo>
                  <a:lnTo>
                    <a:pt x="673" y="83"/>
                  </a:lnTo>
                  <a:lnTo>
                    <a:pt x="697" y="83"/>
                  </a:lnTo>
                  <a:lnTo>
                    <a:pt x="697" y="60"/>
                  </a:lnTo>
                  <a:lnTo>
                    <a:pt x="705" y="60"/>
                  </a:lnTo>
                  <a:lnTo>
                    <a:pt x="705" y="49"/>
                  </a:lnTo>
                  <a:lnTo>
                    <a:pt x="726" y="49"/>
                  </a:lnTo>
                  <a:lnTo>
                    <a:pt x="726" y="57"/>
                  </a:lnTo>
                  <a:lnTo>
                    <a:pt x="753" y="57"/>
                  </a:lnTo>
                  <a:lnTo>
                    <a:pt x="753" y="102"/>
                  </a:lnTo>
                  <a:lnTo>
                    <a:pt x="768" y="102"/>
                  </a:lnTo>
                  <a:lnTo>
                    <a:pt x="768" y="290"/>
                  </a:lnTo>
                  <a:lnTo>
                    <a:pt x="789" y="290"/>
                  </a:lnTo>
                  <a:lnTo>
                    <a:pt x="789" y="263"/>
                  </a:lnTo>
                  <a:lnTo>
                    <a:pt x="800" y="263"/>
                  </a:lnTo>
                  <a:lnTo>
                    <a:pt x="800" y="246"/>
                  </a:lnTo>
                  <a:lnTo>
                    <a:pt x="873" y="246"/>
                  </a:lnTo>
                  <a:lnTo>
                    <a:pt x="873" y="199"/>
                  </a:lnTo>
                  <a:lnTo>
                    <a:pt x="888" y="199"/>
                  </a:lnTo>
                  <a:lnTo>
                    <a:pt x="888" y="176"/>
                  </a:lnTo>
                  <a:lnTo>
                    <a:pt x="943" y="176"/>
                  </a:lnTo>
                  <a:lnTo>
                    <a:pt x="943" y="195"/>
                  </a:lnTo>
                  <a:lnTo>
                    <a:pt x="955" y="195"/>
                  </a:lnTo>
                  <a:lnTo>
                    <a:pt x="955" y="208"/>
                  </a:lnTo>
                  <a:lnTo>
                    <a:pt x="976" y="208"/>
                  </a:lnTo>
                  <a:lnTo>
                    <a:pt x="976" y="333"/>
                  </a:lnTo>
                  <a:lnTo>
                    <a:pt x="993" y="333"/>
                  </a:lnTo>
                  <a:lnTo>
                    <a:pt x="993" y="358"/>
                  </a:lnTo>
                  <a:lnTo>
                    <a:pt x="1004" y="358"/>
                  </a:lnTo>
                  <a:lnTo>
                    <a:pt x="1004" y="195"/>
                  </a:lnTo>
                  <a:lnTo>
                    <a:pt x="1025" y="195"/>
                  </a:lnTo>
                  <a:lnTo>
                    <a:pt x="1025" y="178"/>
                  </a:lnTo>
                  <a:lnTo>
                    <a:pt x="1115" y="178"/>
                  </a:lnTo>
                  <a:lnTo>
                    <a:pt x="1115" y="193"/>
                  </a:lnTo>
                  <a:lnTo>
                    <a:pt x="1138" y="193"/>
                  </a:lnTo>
                  <a:lnTo>
                    <a:pt x="1138" y="172"/>
                  </a:lnTo>
                  <a:lnTo>
                    <a:pt x="1147" y="172"/>
                  </a:lnTo>
                  <a:lnTo>
                    <a:pt x="1147" y="134"/>
                  </a:lnTo>
                  <a:lnTo>
                    <a:pt x="1216" y="134"/>
                  </a:lnTo>
                  <a:lnTo>
                    <a:pt x="1216" y="161"/>
                  </a:lnTo>
                  <a:lnTo>
                    <a:pt x="1224" y="161"/>
                  </a:lnTo>
                  <a:lnTo>
                    <a:pt x="1224" y="176"/>
                  </a:lnTo>
                  <a:lnTo>
                    <a:pt x="1241" y="176"/>
                  </a:lnTo>
                  <a:lnTo>
                    <a:pt x="1241" y="144"/>
                  </a:lnTo>
                  <a:lnTo>
                    <a:pt x="1250" y="144"/>
                  </a:lnTo>
                  <a:lnTo>
                    <a:pt x="1250" y="85"/>
                  </a:lnTo>
                  <a:lnTo>
                    <a:pt x="1300" y="85"/>
                  </a:lnTo>
                  <a:lnTo>
                    <a:pt x="1300" y="0"/>
                  </a:lnTo>
                  <a:lnTo>
                    <a:pt x="1409" y="0"/>
                  </a:lnTo>
                  <a:lnTo>
                    <a:pt x="1409" y="178"/>
                  </a:lnTo>
                  <a:lnTo>
                    <a:pt x="1428" y="178"/>
                  </a:lnTo>
                  <a:lnTo>
                    <a:pt x="1428" y="157"/>
                  </a:lnTo>
                  <a:lnTo>
                    <a:pt x="1439" y="157"/>
                  </a:lnTo>
                  <a:lnTo>
                    <a:pt x="1439" y="134"/>
                  </a:lnTo>
                  <a:lnTo>
                    <a:pt x="1462" y="134"/>
                  </a:lnTo>
                  <a:lnTo>
                    <a:pt x="1462" y="102"/>
                  </a:lnTo>
                  <a:lnTo>
                    <a:pt x="1481" y="102"/>
                  </a:lnTo>
                  <a:lnTo>
                    <a:pt x="1481" y="70"/>
                  </a:lnTo>
                  <a:lnTo>
                    <a:pt x="1492" y="70"/>
                  </a:lnTo>
                  <a:lnTo>
                    <a:pt x="1492" y="57"/>
                  </a:lnTo>
                  <a:lnTo>
                    <a:pt x="1508" y="57"/>
                  </a:lnTo>
                  <a:lnTo>
                    <a:pt x="1508" y="40"/>
                  </a:lnTo>
                  <a:lnTo>
                    <a:pt x="1531" y="40"/>
                  </a:lnTo>
                  <a:lnTo>
                    <a:pt x="1531" y="55"/>
                  </a:lnTo>
                  <a:lnTo>
                    <a:pt x="1550" y="55"/>
                  </a:lnTo>
                  <a:lnTo>
                    <a:pt x="1550" y="66"/>
                  </a:lnTo>
                  <a:lnTo>
                    <a:pt x="1567" y="66"/>
                  </a:lnTo>
                  <a:lnTo>
                    <a:pt x="1567" y="100"/>
                  </a:lnTo>
                  <a:lnTo>
                    <a:pt x="1584" y="100"/>
                  </a:lnTo>
                  <a:lnTo>
                    <a:pt x="1584" y="153"/>
                  </a:lnTo>
                  <a:lnTo>
                    <a:pt x="1670" y="153"/>
                  </a:lnTo>
                  <a:lnTo>
                    <a:pt x="1670" y="159"/>
                  </a:lnTo>
                  <a:lnTo>
                    <a:pt x="1689" y="159"/>
                  </a:lnTo>
                  <a:lnTo>
                    <a:pt x="1689" y="142"/>
                  </a:lnTo>
                  <a:lnTo>
                    <a:pt x="1700" y="142"/>
                  </a:lnTo>
                  <a:lnTo>
                    <a:pt x="1700" y="127"/>
                  </a:lnTo>
                  <a:lnTo>
                    <a:pt x="1769" y="127"/>
                  </a:lnTo>
                  <a:lnTo>
                    <a:pt x="1769" y="142"/>
                  </a:lnTo>
                  <a:lnTo>
                    <a:pt x="1782" y="142"/>
                  </a:lnTo>
                  <a:lnTo>
                    <a:pt x="1782" y="297"/>
                  </a:lnTo>
                  <a:lnTo>
                    <a:pt x="1790" y="297"/>
                  </a:lnTo>
                  <a:lnTo>
                    <a:pt x="1790" y="269"/>
                  </a:lnTo>
                  <a:lnTo>
                    <a:pt x="1843" y="269"/>
                  </a:lnTo>
                  <a:lnTo>
                    <a:pt x="1843" y="153"/>
                  </a:lnTo>
                  <a:lnTo>
                    <a:pt x="1864" y="153"/>
                  </a:lnTo>
                  <a:lnTo>
                    <a:pt x="1864" y="136"/>
                  </a:lnTo>
                  <a:lnTo>
                    <a:pt x="1939" y="136"/>
                  </a:lnTo>
                  <a:lnTo>
                    <a:pt x="1939" y="153"/>
                  </a:lnTo>
                  <a:lnTo>
                    <a:pt x="1958" y="153"/>
                  </a:lnTo>
                  <a:lnTo>
                    <a:pt x="1958" y="360"/>
                  </a:lnTo>
                  <a:lnTo>
                    <a:pt x="1973" y="360"/>
                  </a:lnTo>
                  <a:lnTo>
                    <a:pt x="1973" y="225"/>
                  </a:lnTo>
                  <a:lnTo>
                    <a:pt x="1996" y="225"/>
                  </a:lnTo>
                  <a:lnTo>
                    <a:pt x="1996" y="144"/>
                  </a:lnTo>
                  <a:lnTo>
                    <a:pt x="2011" y="144"/>
                  </a:lnTo>
                  <a:lnTo>
                    <a:pt x="2011" y="131"/>
                  </a:lnTo>
                  <a:lnTo>
                    <a:pt x="2019" y="131"/>
                  </a:lnTo>
                  <a:lnTo>
                    <a:pt x="2019" y="115"/>
                  </a:lnTo>
                  <a:lnTo>
                    <a:pt x="2072" y="115"/>
                  </a:lnTo>
                  <a:lnTo>
                    <a:pt x="2072" y="127"/>
                  </a:lnTo>
                  <a:lnTo>
                    <a:pt x="2093" y="127"/>
                  </a:lnTo>
                  <a:lnTo>
                    <a:pt x="2093" y="110"/>
                  </a:lnTo>
                  <a:lnTo>
                    <a:pt x="2127" y="110"/>
                  </a:lnTo>
                  <a:lnTo>
                    <a:pt x="2127" y="136"/>
                  </a:lnTo>
                  <a:lnTo>
                    <a:pt x="2141" y="136"/>
                  </a:lnTo>
                  <a:lnTo>
                    <a:pt x="2141" y="144"/>
                  </a:lnTo>
                  <a:lnTo>
                    <a:pt x="2160" y="144"/>
                  </a:lnTo>
                  <a:lnTo>
                    <a:pt x="2160" y="227"/>
                  </a:lnTo>
                  <a:lnTo>
                    <a:pt x="2173" y="227"/>
                  </a:lnTo>
                  <a:lnTo>
                    <a:pt x="2173" y="373"/>
                  </a:lnTo>
                  <a:lnTo>
                    <a:pt x="2198" y="373"/>
                  </a:lnTo>
                  <a:lnTo>
                    <a:pt x="2198" y="358"/>
                  </a:lnTo>
                  <a:lnTo>
                    <a:pt x="2221" y="358"/>
                  </a:lnTo>
                  <a:lnTo>
                    <a:pt x="2221" y="288"/>
                  </a:lnTo>
                  <a:lnTo>
                    <a:pt x="2238" y="288"/>
                  </a:lnTo>
                  <a:lnTo>
                    <a:pt x="2238" y="153"/>
                  </a:lnTo>
                  <a:lnTo>
                    <a:pt x="2274" y="153"/>
                  </a:lnTo>
                  <a:lnTo>
                    <a:pt x="2274" y="121"/>
                  </a:lnTo>
                  <a:lnTo>
                    <a:pt x="2291" y="121"/>
                  </a:lnTo>
                  <a:lnTo>
                    <a:pt x="2291" y="153"/>
                  </a:lnTo>
                  <a:lnTo>
                    <a:pt x="2350" y="153"/>
                  </a:lnTo>
                  <a:lnTo>
                    <a:pt x="2350" y="288"/>
                  </a:lnTo>
                  <a:lnTo>
                    <a:pt x="2381" y="288"/>
                  </a:lnTo>
                  <a:lnTo>
                    <a:pt x="2381" y="313"/>
                  </a:lnTo>
                  <a:lnTo>
                    <a:pt x="2389" y="313"/>
                  </a:lnTo>
                  <a:lnTo>
                    <a:pt x="2389" y="347"/>
                  </a:lnTo>
                  <a:lnTo>
                    <a:pt x="2417" y="347"/>
                  </a:lnTo>
                  <a:lnTo>
                    <a:pt x="2417" y="339"/>
                  </a:lnTo>
                  <a:lnTo>
                    <a:pt x="2427" y="339"/>
                  </a:lnTo>
                  <a:lnTo>
                    <a:pt x="2427" y="311"/>
                  </a:lnTo>
                  <a:lnTo>
                    <a:pt x="2434" y="311"/>
                  </a:lnTo>
                  <a:lnTo>
                    <a:pt x="2434" y="288"/>
                  </a:lnTo>
                  <a:lnTo>
                    <a:pt x="2486" y="288"/>
                  </a:lnTo>
                  <a:lnTo>
                    <a:pt x="2486" y="316"/>
                  </a:lnTo>
                  <a:lnTo>
                    <a:pt x="2501" y="316"/>
                  </a:lnTo>
                  <a:lnTo>
                    <a:pt x="2501" y="330"/>
                  </a:lnTo>
                  <a:lnTo>
                    <a:pt x="2526" y="330"/>
                  </a:lnTo>
                  <a:lnTo>
                    <a:pt x="2526" y="356"/>
                  </a:lnTo>
                  <a:lnTo>
                    <a:pt x="2535" y="356"/>
                  </a:lnTo>
                  <a:lnTo>
                    <a:pt x="2535" y="400"/>
                  </a:lnTo>
                  <a:lnTo>
                    <a:pt x="2554" y="400"/>
                  </a:lnTo>
                  <a:lnTo>
                    <a:pt x="2554" y="275"/>
                  </a:lnTo>
                  <a:lnTo>
                    <a:pt x="2705" y="275"/>
                  </a:lnTo>
                  <a:lnTo>
                    <a:pt x="2705" y="377"/>
                  </a:lnTo>
                  <a:lnTo>
                    <a:pt x="2726" y="377"/>
                  </a:lnTo>
                  <a:lnTo>
                    <a:pt x="2726" y="396"/>
                  </a:lnTo>
                  <a:lnTo>
                    <a:pt x="2753" y="396"/>
                  </a:lnTo>
                  <a:lnTo>
                    <a:pt x="2753" y="362"/>
                  </a:lnTo>
                  <a:lnTo>
                    <a:pt x="2762" y="362"/>
                  </a:lnTo>
                  <a:lnTo>
                    <a:pt x="2762" y="347"/>
                  </a:lnTo>
                  <a:lnTo>
                    <a:pt x="2785" y="347"/>
                  </a:lnTo>
                  <a:lnTo>
                    <a:pt x="2785" y="337"/>
                  </a:lnTo>
                  <a:lnTo>
                    <a:pt x="2814" y="337"/>
                  </a:lnTo>
                  <a:lnTo>
                    <a:pt x="2814" y="398"/>
                  </a:lnTo>
                  <a:lnTo>
                    <a:pt x="2835" y="398"/>
                  </a:lnTo>
                  <a:lnTo>
                    <a:pt x="2835" y="392"/>
                  </a:lnTo>
                  <a:lnTo>
                    <a:pt x="2858" y="392"/>
                  </a:lnTo>
                  <a:lnTo>
                    <a:pt x="2858" y="318"/>
                  </a:lnTo>
                  <a:lnTo>
                    <a:pt x="2875" y="318"/>
                  </a:lnTo>
                  <a:lnTo>
                    <a:pt x="2875" y="307"/>
                  </a:lnTo>
                  <a:lnTo>
                    <a:pt x="2900" y="307"/>
                  </a:lnTo>
                  <a:lnTo>
                    <a:pt x="2900" y="316"/>
                  </a:lnTo>
                  <a:lnTo>
                    <a:pt x="2915" y="316"/>
                  </a:lnTo>
                  <a:lnTo>
                    <a:pt x="2915" y="402"/>
                  </a:lnTo>
                  <a:lnTo>
                    <a:pt x="2928" y="402"/>
                  </a:lnTo>
                  <a:lnTo>
                    <a:pt x="2928" y="318"/>
                  </a:lnTo>
                  <a:lnTo>
                    <a:pt x="2940" y="318"/>
                  </a:lnTo>
                  <a:lnTo>
                    <a:pt x="2940" y="307"/>
                  </a:lnTo>
                  <a:lnTo>
                    <a:pt x="2968" y="307"/>
                  </a:lnTo>
                  <a:lnTo>
                    <a:pt x="2968" y="316"/>
                  </a:lnTo>
                  <a:lnTo>
                    <a:pt x="2989" y="316"/>
                  </a:lnTo>
                  <a:lnTo>
                    <a:pt x="2989" y="407"/>
                  </a:lnTo>
                  <a:lnTo>
                    <a:pt x="3035" y="407"/>
                  </a:lnTo>
                  <a:lnTo>
                    <a:pt x="3035" y="394"/>
                  </a:lnTo>
                  <a:lnTo>
                    <a:pt x="3050" y="394"/>
                  </a:lnTo>
                  <a:lnTo>
                    <a:pt x="3050" y="381"/>
                  </a:lnTo>
                  <a:lnTo>
                    <a:pt x="3092" y="381"/>
                  </a:lnTo>
                  <a:lnTo>
                    <a:pt x="3092" y="394"/>
                  </a:lnTo>
                  <a:lnTo>
                    <a:pt x="3102" y="394"/>
                  </a:lnTo>
                  <a:lnTo>
                    <a:pt x="3102" y="404"/>
                  </a:lnTo>
                  <a:lnTo>
                    <a:pt x="3130" y="404"/>
                  </a:lnTo>
                  <a:lnTo>
                    <a:pt x="3130" y="394"/>
                  </a:lnTo>
                  <a:lnTo>
                    <a:pt x="3142" y="394"/>
                  </a:lnTo>
                  <a:lnTo>
                    <a:pt x="3142" y="373"/>
                  </a:lnTo>
                  <a:lnTo>
                    <a:pt x="3157" y="373"/>
                  </a:lnTo>
                  <a:lnTo>
                    <a:pt x="3157" y="383"/>
                  </a:lnTo>
                  <a:lnTo>
                    <a:pt x="3182" y="383"/>
                  </a:lnTo>
                  <a:lnTo>
                    <a:pt x="3182" y="409"/>
                  </a:lnTo>
                  <a:lnTo>
                    <a:pt x="3199" y="409"/>
                  </a:lnTo>
                  <a:lnTo>
                    <a:pt x="3199" y="400"/>
                  </a:lnTo>
                  <a:lnTo>
                    <a:pt x="3239" y="400"/>
                  </a:lnTo>
                  <a:lnTo>
                    <a:pt x="3239" y="455"/>
                  </a:lnTo>
                  <a:lnTo>
                    <a:pt x="0" y="455"/>
                  </a:lnTo>
                  <a:close/>
                </a:path>
              </a:pathLst>
            </a:custGeom>
            <a:solidFill>
              <a:schemeClr val="accent1">
                <a:lumMod val="50000"/>
                <a:alpha val="28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6" name="Isosceles Triangle 15"/>
            <p:cNvSpPr/>
            <p:nvPr userDrawn="1"/>
          </p:nvSpPr>
          <p:spPr>
            <a:xfrm rot="10800000">
              <a:off x="4191000" y="2256627"/>
              <a:ext cx="762000" cy="293687"/>
            </a:xfrm>
            <a:prstGeom prst="triangle">
              <a:avLst>
                <a:gd name="adj" fmla="val 50000"/>
              </a:avLst>
            </a:prstGeom>
            <a:solidFill>
              <a:schemeClr val="accent1">
                <a:lumMod val="50000"/>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grpSp>
    </p:spTree>
    <p:extLst>
      <p:ext uri="{BB962C8B-B14F-4D97-AF65-F5344CB8AC3E}">
        <p14:creationId xmlns:p14="http://schemas.microsoft.com/office/powerpoint/2010/main" val="19588423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000" fill="hold"/>
                                        <p:tgtEl>
                                          <p:spTgt spid="18"/>
                                        </p:tgtEl>
                                        <p:attrNameLst>
                                          <p:attrName>ppt_x</p:attrName>
                                        </p:attrNameLst>
                                      </p:cBhvr>
                                      <p:tavLst>
                                        <p:tav tm="0">
                                          <p:val>
                                            <p:strVal val="#ppt_x"/>
                                          </p:val>
                                        </p:tav>
                                        <p:tav tm="100000">
                                          <p:val>
                                            <p:strVal val="#ppt_x"/>
                                          </p:val>
                                        </p:tav>
                                      </p:tavLst>
                                    </p:anim>
                                    <p:anim calcmode="lin" valueType="num">
                                      <p:cBhvr additive="base">
                                        <p:cTn id="8" dur="10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4" accel="50000" decel="50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000" fill="hold"/>
                                        <p:tgtEl>
                                          <p:spTgt spid="17"/>
                                        </p:tgtEl>
                                        <p:attrNameLst>
                                          <p:attrName>ppt_x</p:attrName>
                                        </p:attrNameLst>
                                      </p:cBhvr>
                                      <p:tavLst>
                                        <p:tav tm="0">
                                          <p:val>
                                            <p:strVal val="#ppt_x"/>
                                          </p:val>
                                        </p:tav>
                                        <p:tav tm="100000">
                                          <p:val>
                                            <p:strVal val="#ppt_x"/>
                                          </p:val>
                                        </p:tav>
                                      </p:tavLst>
                                    </p:anim>
                                    <p:anim calcmode="lin" valueType="num">
                                      <p:cBhvr additive="base">
                                        <p:cTn id="12" dur="1000" fill="hold"/>
                                        <p:tgtEl>
                                          <p:spTgt spid="17"/>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fltVal val="0"/>
                                          </p:val>
                                        </p:tav>
                                        <p:tav tm="100000">
                                          <p:val>
                                            <p:strVal val="#ppt_h"/>
                                          </p:val>
                                        </p:tav>
                                      </p:tavLst>
                                    </p:anim>
                                    <p:animEffect transition="in" filter="fade">
                                      <p:cBhvr>
                                        <p:cTn id="1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Lst>
  </p:timing>
</p:sldLayout>
</file>

<file path=ppt/slideLayouts/slideLayout608.xml><?xml version="1.0" encoding="utf-8"?>
<p:sldLayout xmlns:a="http://schemas.openxmlformats.org/drawingml/2006/main" xmlns:r="http://schemas.openxmlformats.org/officeDocument/2006/relationships" xmlns:p="http://schemas.openxmlformats.org/presentationml/2006/main" userDrawn="1">
  <p:cSld name="Pic01">
    <p:spTree>
      <p:nvGrpSpPr>
        <p:cNvPr id="1" name=""/>
        <p:cNvGrpSpPr/>
        <p:nvPr/>
      </p:nvGrpSpPr>
      <p:grpSpPr>
        <a:xfrm>
          <a:off x="0" y="0"/>
          <a:ext cx="0" cy="0"/>
          <a:chOff x="0" y="0"/>
          <a:chExt cx="0" cy="0"/>
        </a:xfrm>
      </p:grpSpPr>
      <p:sp>
        <p:nvSpPr>
          <p:cNvPr id="26" name="Picture Placeholder 7"/>
          <p:cNvSpPr>
            <a:spLocks noGrp="1"/>
          </p:cNvSpPr>
          <p:nvPr>
            <p:ph type="pic" sz="quarter" idx="10" hasCustomPrompt="1"/>
          </p:nvPr>
        </p:nvSpPr>
        <p:spPr>
          <a:xfrm>
            <a:off x="2" y="1704654"/>
            <a:ext cx="3698113" cy="2841945"/>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27" name="Picture Placeholder 7"/>
          <p:cNvSpPr>
            <a:spLocks noGrp="1"/>
          </p:cNvSpPr>
          <p:nvPr>
            <p:ph type="pic" sz="quarter" idx="15" hasCustomPrompt="1"/>
          </p:nvPr>
        </p:nvSpPr>
        <p:spPr>
          <a:xfrm>
            <a:off x="8483240" y="1704654"/>
            <a:ext cx="3708763" cy="2841945"/>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Rectangle 30"/>
          <p:cNvSpPr/>
          <p:nvPr/>
        </p:nvSpPr>
        <p:spPr>
          <a:xfrm>
            <a:off x="3698115" y="1704656"/>
            <a:ext cx="4785125" cy="28419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9"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0"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58988055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1+#ppt_w/2"/>
                                          </p:val>
                                        </p:tav>
                                        <p:tav tm="100000">
                                          <p:val>
                                            <p:strVal val="#ppt_x"/>
                                          </p:val>
                                        </p:tav>
                                      </p:tavLst>
                                    </p:anim>
                                    <p:anim calcmode="lin" valueType="num">
                                      <p:cBhvr additive="base">
                                        <p:cTn id="8" dur="500" fill="hold"/>
                                        <p:tgtEl>
                                          <p:spTgt spid="27"/>
                                        </p:tgtEl>
                                        <p:attrNameLst>
                                          <p:attrName>ppt_y</p:attrName>
                                        </p:attrNameLst>
                                      </p:cBhvr>
                                      <p:tavLst>
                                        <p:tav tm="0">
                                          <p:val>
                                            <p:strVal val="#ppt_y"/>
                                          </p:val>
                                        </p:tav>
                                        <p:tav tm="100000">
                                          <p:val>
                                            <p:strVal val="#ppt_y"/>
                                          </p:val>
                                        </p:tav>
                                      </p:tavLst>
                                    </p:anim>
                                  </p:childTnLst>
                                </p:cTn>
                              </p:par>
                              <p:par>
                                <p:cTn id="9" presetID="2" presetClass="entr" presetSubtype="8" accel="50000" decel="50000" fill="hold" grpId="0"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500" fill="hold"/>
                                        <p:tgtEl>
                                          <p:spTgt spid="26"/>
                                        </p:tgtEl>
                                        <p:attrNameLst>
                                          <p:attrName>ppt_x</p:attrName>
                                        </p:attrNameLst>
                                      </p:cBhvr>
                                      <p:tavLst>
                                        <p:tav tm="0">
                                          <p:val>
                                            <p:strVal val="0-#ppt_w/2"/>
                                          </p:val>
                                        </p:tav>
                                        <p:tav tm="100000">
                                          <p:val>
                                            <p:strVal val="#ppt_x"/>
                                          </p:val>
                                        </p:tav>
                                      </p:tavLst>
                                    </p:anim>
                                    <p:anim calcmode="lin" valueType="num">
                                      <p:cBhvr additive="base">
                                        <p:cTn id="12" dur="50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Lst>
  </p:timing>
</p:sldLayout>
</file>

<file path=ppt/slideLayouts/slideLayout609.xml><?xml version="1.0" encoding="utf-8"?>
<p:sldLayout xmlns:a="http://schemas.openxmlformats.org/drawingml/2006/main" xmlns:r="http://schemas.openxmlformats.org/officeDocument/2006/relationships" xmlns:p="http://schemas.openxmlformats.org/presentationml/2006/main" userDrawn="1">
  <p:cSld name="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1157321" y="2245411"/>
            <a:ext cx="1895355" cy="1894789"/>
          </a:xfrm>
          <a:prstGeom prst="roundRect">
            <a:avLst>
              <a:gd name="adj" fmla="val 9160"/>
            </a:avLst>
          </a:prstGeom>
          <a:ln w="28575">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4" name="Picture Placeholder 7"/>
          <p:cNvSpPr>
            <a:spLocks noGrp="1"/>
          </p:cNvSpPr>
          <p:nvPr>
            <p:ph type="pic" sz="quarter" idx="18" hasCustomPrompt="1"/>
          </p:nvPr>
        </p:nvSpPr>
        <p:spPr>
          <a:xfrm>
            <a:off x="3763524" y="2245411"/>
            <a:ext cx="1895355" cy="1894789"/>
          </a:xfrm>
          <a:prstGeom prst="roundRect">
            <a:avLst>
              <a:gd name="adj" fmla="val 10232"/>
            </a:avLst>
          </a:prstGeom>
          <a:ln w="28575">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7" name="Picture Placeholder 7"/>
          <p:cNvSpPr>
            <a:spLocks noGrp="1"/>
          </p:cNvSpPr>
          <p:nvPr>
            <p:ph type="pic" sz="quarter" idx="21" hasCustomPrompt="1"/>
          </p:nvPr>
        </p:nvSpPr>
        <p:spPr>
          <a:xfrm>
            <a:off x="6438791" y="2245411"/>
            <a:ext cx="1895355" cy="1894789"/>
          </a:xfrm>
          <a:prstGeom prst="roundRect">
            <a:avLst>
              <a:gd name="adj" fmla="val 11305"/>
            </a:avLst>
          </a:prstGeom>
          <a:ln w="28575">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40" name="Picture Placeholder 7"/>
          <p:cNvSpPr>
            <a:spLocks noGrp="1"/>
          </p:cNvSpPr>
          <p:nvPr>
            <p:ph type="pic" sz="quarter" idx="24" hasCustomPrompt="1"/>
          </p:nvPr>
        </p:nvSpPr>
        <p:spPr>
          <a:xfrm>
            <a:off x="9113801" y="2245411"/>
            <a:ext cx="1895355" cy="1894789"/>
          </a:xfrm>
          <a:prstGeom prst="roundRect">
            <a:avLst>
              <a:gd name="adj" fmla="val 10769"/>
            </a:avLst>
          </a:prstGeom>
          <a:ln w="28575">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2"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3"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3900581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Effect transition="in" filter="fade">
                                      <p:cBhvr>
                                        <p:cTn id="9" dur="500"/>
                                        <p:tgtEl>
                                          <p:spTgt spid="31"/>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34"/>
                                        </p:tgtEl>
                                        <p:attrNameLst>
                                          <p:attrName>style.visibility</p:attrName>
                                        </p:attrNameLst>
                                      </p:cBhvr>
                                      <p:to>
                                        <p:strVal val="visible"/>
                                      </p:to>
                                    </p:set>
                                    <p:anim calcmode="lin" valueType="num">
                                      <p:cBhvr>
                                        <p:cTn id="13" dur="500" fill="hold"/>
                                        <p:tgtEl>
                                          <p:spTgt spid="34"/>
                                        </p:tgtEl>
                                        <p:attrNameLst>
                                          <p:attrName>ppt_w</p:attrName>
                                        </p:attrNameLst>
                                      </p:cBhvr>
                                      <p:tavLst>
                                        <p:tav tm="0">
                                          <p:val>
                                            <p:fltVal val="0"/>
                                          </p:val>
                                        </p:tav>
                                        <p:tav tm="100000">
                                          <p:val>
                                            <p:strVal val="#ppt_w"/>
                                          </p:val>
                                        </p:tav>
                                      </p:tavLst>
                                    </p:anim>
                                    <p:anim calcmode="lin" valueType="num">
                                      <p:cBhvr>
                                        <p:cTn id="14" dur="500" fill="hold"/>
                                        <p:tgtEl>
                                          <p:spTgt spid="34"/>
                                        </p:tgtEl>
                                        <p:attrNameLst>
                                          <p:attrName>ppt_h</p:attrName>
                                        </p:attrNameLst>
                                      </p:cBhvr>
                                      <p:tavLst>
                                        <p:tav tm="0">
                                          <p:val>
                                            <p:fltVal val="0"/>
                                          </p:val>
                                        </p:tav>
                                        <p:tav tm="100000">
                                          <p:val>
                                            <p:strVal val="#ppt_h"/>
                                          </p:val>
                                        </p:tav>
                                      </p:tavLst>
                                    </p:anim>
                                    <p:animEffect transition="in" filter="fade">
                                      <p:cBhvr>
                                        <p:cTn id="15" dur="500"/>
                                        <p:tgtEl>
                                          <p:spTgt spid="34"/>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p:cTn id="19" dur="500" fill="hold"/>
                                        <p:tgtEl>
                                          <p:spTgt spid="37"/>
                                        </p:tgtEl>
                                        <p:attrNameLst>
                                          <p:attrName>ppt_w</p:attrName>
                                        </p:attrNameLst>
                                      </p:cBhvr>
                                      <p:tavLst>
                                        <p:tav tm="0">
                                          <p:val>
                                            <p:fltVal val="0"/>
                                          </p:val>
                                        </p:tav>
                                        <p:tav tm="100000">
                                          <p:val>
                                            <p:strVal val="#ppt_w"/>
                                          </p:val>
                                        </p:tav>
                                      </p:tavLst>
                                    </p:anim>
                                    <p:anim calcmode="lin" valueType="num">
                                      <p:cBhvr>
                                        <p:cTn id="20" dur="500" fill="hold"/>
                                        <p:tgtEl>
                                          <p:spTgt spid="37"/>
                                        </p:tgtEl>
                                        <p:attrNameLst>
                                          <p:attrName>ppt_h</p:attrName>
                                        </p:attrNameLst>
                                      </p:cBhvr>
                                      <p:tavLst>
                                        <p:tav tm="0">
                                          <p:val>
                                            <p:fltVal val="0"/>
                                          </p:val>
                                        </p:tav>
                                        <p:tav tm="100000">
                                          <p:val>
                                            <p:strVal val="#ppt_h"/>
                                          </p:val>
                                        </p:tav>
                                      </p:tavLst>
                                    </p:anim>
                                    <p:animEffect transition="in" filter="fade">
                                      <p:cBhvr>
                                        <p:cTn id="21" dur="500"/>
                                        <p:tgtEl>
                                          <p:spTgt spid="37"/>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p:cTn id="25" dur="500" fill="hold"/>
                                        <p:tgtEl>
                                          <p:spTgt spid="40"/>
                                        </p:tgtEl>
                                        <p:attrNameLst>
                                          <p:attrName>ppt_w</p:attrName>
                                        </p:attrNameLst>
                                      </p:cBhvr>
                                      <p:tavLst>
                                        <p:tav tm="0">
                                          <p:val>
                                            <p:fltVal val="0"/>
                                          </p:val>
                                        </p:tav>
                                        <p:tav tm="100000">
                                          <p:val>
                                            <p:strVal val="#ppt_w"/>
                                          </p:val>
                                        </p:tav>
                                      </p:tavLst>
                                    </p:anim>
                                    <p:anim calcmode="lin" valueType="num">
                                      <p:cBhvr>
                                        <p:cTn id="26" dur="500" fill="hold"/>
                                        <p:tgtEl>
                                          <p:spTgt spid="40"/>
                                        </p:tgtEl>
                                        <p:attrNameLst>
                                          <p:attrName>ppt_h</p:attrName>
                                        </p:attrNameLst>
                                      </p:cBhvr>
                                      <p:tavLst>
                                        <p:tav tm="0">
                                          <p:val>
                                            <p:fltVal val="0"/>
                                          </p:val>
                                        </p:tav>
                                        <p:tav tm="100000">
                                          <p:val>
                                            <p:strVal val="#ppt_h"/>
                                          </p:val>
                                        </p:tav>
                                      </p:tavLst>
                                    </p:anim>
                                    <p:animEffect transition="in" filter="fade">
                                      <p:cBhvr>
                                        <p:cTn id="2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animBg="1"/>
      <p:bldP spid="37" grpId="0" animBg="1"/>
      <p:bldP spid="40" grpId="0" animBg="1"/>
    </p:bldLst>
  </p:timing>
</p:sldLayout>
</file>

<file path=ppt/slideLayouts/slideLayout610.xml><?xml version="1.0" encoding="utf-8"?>
<p:sldLayout xmlns:a="http://schemas.openxmlformats.org/drawingml/2006/main" xmlns:r="http://schemas.openxmlformats.org/officeDocument/2006/relationships" xmlns:p="http://schemas.openxmlformats.org/presentationml/2006/main" userDrawn="1">
  <p:cSld name="Pic07">
    <p:spTree>
      <p:nvGrpSpPr>
        <p:cNvPr id="1" name=""/>
        <p:cNvGrpSpPr/>
        <p:nvPr/>
      </p:nvGrpSpPr>
      <p:grpSpPr>
        <a:xfrm>
          <a:off x="0" y="0"/>
          <a:ext cx="0" cy="0"/>
          <a:chOff x="0" y="0"/>
          <a:chExt cx="0" cy="0"/>
        </a:xfrm>
      </p:grpSpPr>
      <p:sp>
        <p:nvSpPr>
          <p:cNvPr id="15" name="Picture Placeholder 7"/>
          <p:cNvSpPr>
            <a:spLocks noGrp="1"/>
          </p:cNvSpPr>
          <p:nvPr>
            <p:ph type="pic" sz="quarter" idx="15" hasCustomPrompt="1"/>
          </p:nvPr>
        </p:nvSpPr>
        <p:spPr>
          <a:xfrm>
            <a:off x="4203697" y="1907856"/>
            <a:ext cx="7988304" cy="2841945"/>
          </a:xfrm>
          <a:prstGeom prst="rect">
            <a:avLst/>
          </a:prstGeom>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81973386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1+#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Layout>
</file>

<file path=ppt/slideLayouts/slideLayout611.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88058702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12.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4627470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13.xml><?xml version="1.0" encoding="utf-8"?>
<p:sldLayout xmlns:a="http://schemas.openxmlformats.org/drawingml/2006/main" xmlns:r="http://schemas.openxmlformats.org/officeDocument/2006/relationships" xmlns:p="http://schemas.openxmlformats.org/presentationml/2006/main" userDrawn="1">
  <p:cSld name="7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73594926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14.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5920986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15.xml><?xml version="1.0" encoding="utf-8"?>
<p:sldLayout xmlns:a="http://schemas.openxmlformats.org/drawingml/2006/main" xmlns:r="http://schemas.openxmlformats.org/officeDocument/2006/relationships" xmlns:p="http://schemas.openxmlformats.org/presentationml/2006/main" userDrawn="1">
  <p:cSld name="1_Pic02">
    <p:spTree>
      <p:nvGrpSpPr>
        <p:cNvPr id="1" name=""/>
        <p:cNvGrpSpPr/>
        <p:nvPr/>
      </p:nvGrpSpPr>
      <p:grpSpPr>
        <a:xfrm>
          <a:off x="0" y="0"/>
          <a:ext cx="0" cy="0"/>
          <a:chOff x="0" y="0"/>
          <a:chExt cx="0" cy="0"/>
        </a:xfrm>
      </p:grpSpPr>
      <p:sp>
        <p:nvSpPr>
          <p:cNvPr id="13" name="Picture Placeholder 7"/>
          <p:cNvSpPr>
            <a:spLocks noGrp="1"/>
          </p:cNvSpPr>
          <p:nvPr>
            <p:ph type="pic" sz="quarter" idx="16" hasCustomPrompt="1"/>
          </p:nvPr>
        </p:nvSpPr>
        <p:spPr>
          <a:xfrm>
            <a:off x="9042400" y="3251204"/>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8" name="Picture Placeholder 7"/>
          <p:cNvSpPr>
            <a:spLocks noGrp="1"/>
          </p:cNvSpPr>
          <p:nvPr>
            <p:ph type="pic" sz="quarter" idx="17" hasCustomPrompt="1"/>
          </p:nvPr>
        </p:nvSpPr>
        <p:spPr>
          <a:xfrm>
            <a:off x="6448268" y="4703209"/>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grpSp>
        <p:nvGrpSpPr>
          <p:cNvPr id="2" name="Group 24"/>
          <p:cNvGrpSpPr/>
          <p:nvPr userDrawn="1"/>
        </p:nvGrpSpPr>
        <p:grpSpPr>
          <a:xfrm>
            <a:off x="9042400" y="1786333"/>
            <a:ext cx="2540000" cy="1365603"/>
            <a:chOff x="4750079" y="1706835"/>
            <a:chExt cx="1785974" cy="1044090"/>
          </a:xfrm>
        </p:grpSpPr>
        <p:sp>
          <p:nvSpPr>
            <p:cNvPr id="26" name="Rectangle 25"/>
            <p:cNvSpPr/>
            <p:nvPr/>
          </p:nvSpPr>
          <p:spPr>
            <a:xfrm>
              <a:off x="4750079" y="1747885"/>
              <a:ext cx="1785974" cy="100304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27" name="Rectangle 26"/>
            <p:cNvSpPr/>
            <p:nvPr/>
          </p:nvSpPr>
          <p:spPr>
            <a:xfrm>
              <a:off x="4750079" y="1706835"/>
              <a:ext cx="1785974" cy="1003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31" name="Picture Placeholder 7"/>
          <p:cNvSpPr>
            <a:spLocks noGrp="1"/>
          </p:cNvSpPr>
          <p:nvPr>
            <p:ph type="pic" sz="quarter" idx="15" hasCustomPrompt="1"/>
          </p:nvPr>
        </p:nvSpPr>
        <p:spPr>
          <a:xfrm>
            <a:off x="6448268" y="1817965"/>
            <a:ext cx="2540000" cy="1341193"/>
          </a:xfrm>
          <a:prstGeom prst="rect">
            <a:avLst/>
          </a:prstGeom>
          <a:ln>
            <a:noFill/>
          </a:ln>
        </p:spPr>
        <p:txBody>
          <a:bodyPr bIns="91440" anchor="b"/>
          <a:lstStyle>
            <a:lvl1pPr algn="ctr">
              <a:buNone/>
              <a:defRPr sz="1600">
                <a:solidFill>
                  <a:schemeClr val="tx1">
                    <a:lumMod val="50000"/>
                    <a:lumOff val="50000"/>
                  </a:schemeClr>
                </a:solidFill>
              </a:defRPr>
            </a:lvl1pPr>
          </a:lstStyle>
          <a:p>
            <a:r>
              <a:rPr lang="en-US" dirty="0" smtClean="0"/>
              <a:t>Image Holder</a:t>
            </a:r>
            <a:endParaRPr lang="en-US" dirty="0"/>
          </a:p>
        </p:txBody>
      </p:sp>
      <p:grpSp>
        <p:nvGrpSpPr>
          <p:cNvPr id="3" name="Group 31"/>
          <p:cNvGrpSpPr/>
          <p:nvPr userDrawn="1"/>
        </p:nvGrpSpPr>
        <p:grpSpPr>
          <a:xfrm>
            <a:off x="6448268" y="3254528"/>
            <a:ext cx="2540000" cy="1365603"/>
            <a:chOff x="4750079" y="1706835"/>
            <a:chExt cx="1785974" cy="1044090"/>
          </a:xfrm>
        </p:grpSpPr>
        <p:sp>
          <p:nvSpPr>
            <p:cNvPr id="33" name="Rectangle 32"/>
            <p:cNvSpPr/>
            <p:nvPr/>
          </p:nvSpPr>
          <p:spPr>
            <a:xfrm>
              <a:off x="4750079" y="1747885"/>
              <a:ext cx="1785974" cy="100304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4" name="Rectangle 33"/>
            <p:cNvSpPr/>
            <p:nvPr/>
          </p:nvSpPr>
          <p:spPr>
            <a:xfrm>
              <a:off x="4750079" y="1706835"/>
              <a:ext cx="1785974" cy="1003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grpSp>
        <p:nvGrpSpPr>
          <p:cNvPr id="4" name="Group 34"/>
          <p:cNvGrpSpPr/>
          <p:nvPr userDrawn="1"/>
        </p:nvGrpSpPr>
        <p:grpSpPr>
          <a:xfrm>
            <a:off x="9042400" y="4706533"/>
            <a:ext cx="2540000" cy="1365603"/>
            <a:chOff x="4750079" y="1706835"/>
            <a:chExt cx="1785974" cy="1044090"/>
          </a:xfrm>
        </p:grpSpPr>
        <p:sp>
          <p:nvSpPr>
            <p:cNvPr id="36" name="Rectangle 35"/>
            <p:cNvSpPr/>
            <p:nvPr/>
          </p:nvSpPr>
          <p:spPr>
            <a:xfrm>
              <a:off x="4750079" y="1747885"/>
              <a:ext cx="1785974" cy="100304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7" name="Rectangle 36"/>
            <p:cNvSpPr/>
            <p:nvPr/>
          </p:nvSpPr>
          <p:spPr>
            <a:xfrm>
              <a:off x="4750079" y="1706835"/>
              <a:ext cx="1785974" cy="1003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18" name="Title 1"/>
          <p:cNvSpPr>
            <a:spLocks noGrp="1"/>
          </p:cNvSpPr>
          <p:nvPr>
            <p:ph type="title" hasCustomPrompt="1"/>
          </p:nvPr>
        </p:nvSpPr>
        <p:spPr>
          <a:xfrm>
            <a:off x="1270000" y="685684"/>
            <a:ext cx="9652000" cy="471365"/>
          </a:xfrm>
          <a:prstGeom prst="rect">
            <a:avLst/>
          </a:prstGeom>
        </p:spPr>
        <p:txBody>
          <a:bodyPr wrap="none" lIns="0" tIns="0" rIns="0" bIns="0" anchor="ctr">
            <a:noAutofit/>
          </a:bodyPr>
          <a:lstStyle>
            <a:lvl1pPr algn="ctr">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9" name="Text Placeholder 3"/>
          <p:cNvSpPr>
            <a:spLocks noGrp="1"/>
          </p:cNvSpPr>
          <p:nvPr>
            <p:ph type="body" sz="half" idx="2" hasCustomPrompt="1"/>
          </p:nvPr>
        </p:nvSpPr>
        <p:spPr>
          <a:xfrm>
            <a:off x="3352800" y="1155006"/>
            <a:ext cx="5486400" cy="267661"/>
          </a:xfrm>
          <a:prstGeom prst="rect">
            <a:avLst/>
          </a:prstGeom>
        </p:spPr>
        <p:txBody>
          <a:bodyPr wrap="none" lIns="0" tIns="0" rIns="0" bIns="0" anchor="ctr">
            <a:noAutofit/>
          </a:bodyPr>
          <a:lstStyle>
            <a:lvl1pPr marL="0" indent="0" algn="ctr">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06766155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500"/>
                                        <p:tgtEl>
                                          <p:spTgt spid="2"/>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down)">
                                      <p:cBhvr>
                                        <p:cTn id="15" dur="500"/>
                                        <p:tgtEl>
                                          <p:spTgt spid="3"/>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down)">
                                      <p:cBhvr>
                                        <p:cTn id="23" dur="500"/>
                                        <p:tgtEl>
                                          <p:spTgt spid="8"/>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down)">
                                      <p:cBhvr>
                                        <p:cTn id="2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8" grpId="0"/>
      <p:bldP spid="31" grpId="0"/>
    </p:bldLst>
  </p:timing>
</p:sldLayout>
</file>

<file path=ppt/slideLayouts/slideLayout616.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58892490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17.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1993449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18.xml><?xml version="1.0" encoding="utf-8"?>
<p:sldLayout xmlns:a="http://schemas.openxmlformats.org/drawingml/2006/main" xmlns:r="http://schemas.openxmlformats.org/officeDocument/2006/relationships" xmlns:p="http://schemas.openxmlformats.org/presentationml/2006/main" userDrawn="1">
  <p:cSld name="13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60118244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19.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31940866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20.xml><?xml version="1.0" encoding="utf-8"?>
<p:sldLayout xmlns:a="http://schemas.openxmlformats.org/drawingml/2006/main" xmlns:r="http://schemas.openxmlformats.org/officeDocument/2006/relationships" xmlns:p="http://schemas.openxmlformats.org/presentationml/2006/main" userDrawn="1">
  <p:cSld name="15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09847582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21.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1000808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22.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28520171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23.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10443055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24.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36869155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25.xml><?xml version="1.0" encoding="utf-8"?>
<p:sldLayout xmlns:a="http://schemas.openxmlformats.org/drawingml/2006/main" xmlns:r="http://schemas.openxmlformats.org/officeDocument/2006/relationships" xmlns:p="http://schemas.openxmlformats.org/presentationml/2006/main" userDrawn="1">
  <p:cSld name="20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68951817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26.xml><?xml version="1.0" encoding="utf-8"?>
<p:sldLayout xmlns:a="http://schemas.openxmlformats.org/drawingml/2006/main" xmlns:r="http://schemas.openxmlformats.org/officeDocument/2006/relationships" xmlns:p="http://schemas.openxmlformats.org/presentationml/2006/main" userDrawn="1">
  <p:cSld name="2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1015591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27.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9921231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28.xml><?xml version="1.0" encoding="utf-8"?>
<p:sldLayout xmlns:a="http://schemas.openxmlformats.org/drawingml/2006/main" xmlns:r="http://schemas.openxmlformats.org/officeDocument/2006/relationships" xmlns:p="http://schemas.openxmlformats.org/presentationml/2006/main" userDrawn="1">
  <p:cSld name="23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4615624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Layout>
</file>

<file path=ppt/slideLayouts/slideLayout629.xml><?xml version="1.0" encoding="utf-8"?>
<p:sldLayout xmlns:a="http://schemas.openxmlformats.org/drawingml/2006/main" xmlns:r="http://schemas.openxmlformats.org/officeDocument/2006/relationships" xmlns:p="http://schemas.openxmlformats.org/presentationml/2006/main" userDrawn="1">
  <p:cSld name="7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a:xfrm>
            <a:off x="838200" y="6356350"/>
            <a:ext cx="2743200" cy="365125"/>
          </a:xfrm>
          <a:prstGeom prst="rect">
            <a:avLst/>
          </a:prstGeom>
        </p:spPr>
        <p:txBody>
          <a:bodyPr/>
          <a:lstStyle/>
          <a:p>
            <a:fld id="{F227B78D-1F17-4F11-84C4-073AD791F5A2}" type="datetimeFigureOut">
              <a:rPr lang="en-AU" smtClean="0">
                <a:solidFill>
                  <a:prstClr val="black">
                    <a:tint val="75000"/>
                  </a:prstClr>
                </a:solidFill>
              </a:rPr>
              <a:pPr/>
              <a:t>17/08/2016</a:t>
            </a:fld>
            <a:endParaRPr lang="en-AU">
              <a:solidFill>
                <a:prstClr val="black">
                  <a:tint val="75000"/>
                </a:prstClr>
              </a:solidFill>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endParaRPr lang="en-AU">
              <a:solidFill>
                <a:prstClr val="black">
                  <a:tint val="75000"/>
                </a:prstClr>
              </a:solidFill>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a:prstGeom prst="rect">
            <a:avLst/>
          </a:prstGeo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a:prstGeom prst="rect">
            <a:avLst/>
          </a:prstGeo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183771239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theme" Target="../theme/theme1.xml"/><Relationship Id="rId13" Type="http://schemas.openxmlformats.org/officeDocument/2006/relationships/image" Target="../media/image1.jpg"/><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_rels/slideMaster2.xml.rels><?xml version="1.0" encoding="UTF-8" standalone="yes"?>
<Relationships xmlns="http://schemas.openxmlformats.org/package/2006/relationships"><Relationship Id="rId11" Type="http://schemas.openxmlformats.org/officeDocument/2006/relationships/slideLayout" Target="../slideLayouts/slideLayout22.xml"/><Relationship Id="rId12" Type="http://schemas.openxmlformats.org/officeDocument/2006/relationships/theme" Target="../theme/theme2.xml"/><Relationship Id="rId13" Type="http://schemas.openxmlformats.org/officeDocument/2006/relationships/image" Target="../media/image1.jpg"/><Relationship Id="rId1" Type="http://schemas.openxmlformats.org/officeDocument/2006/relationships/slideLayout" Target="../slideLayouts/slideLayout12.xml"/><Relationship Id="rId2" Type="http://schemas.openxmlformats.org/officeDocument/2006/relationships/slideLayout" Target="../slideLayouts/slideLayout13.xml"/><Relationship Id="rId3" Type="http://schemas.openxmlformats.org/officeDocument/2006/relationships/slideLayout" Target="../slideLayouts/slideLayout14.xml"/><Relationship Id="rId4" Type="http://schemas.openxmlformats.org/officeDocument/2006/relationships/slideLayout" Target="../slideLayouts/slideLayout15.xml"/><Relationship Id="rId5" Type="http://schemas.openxmlformats.org/officeDocument/2006/relationships/slideLayout" Target="../slideLayouts/slideLayout16.xml"/><Relationship Id="rId6" Type="http://schemas.openxmlformats.org/officeDocument/2006/relationships/slideLayout" Target="../slideLayouts/slideLayout17.xml"/><Relationship Id="rId7" Type="http://schemas.openxmlformats.org/officeDocument/2006/relationships/slideLayout" Target="../slideLayouts/slideLayout18.xml"/><Relationship Id="rId8" Type="http://schemas.openxmlformats.org/officeDocument/2006/relationships/slideLayout" Target="../slideLayouts/slideLayout19.xml"/><Relationship Id="rId9" Type="http://schemas.openxmlformats.org/officeDocument/2006/relationships/slideLayout" Target="../slideLayouts/slideLayout20.xml"/><Relationship Id="rId10" Type="http://schemas.openxmlformats.org/officeDocument/2006/relationships/slideLayout" Target="../slideLayouts/slideLayout21.xml"/></Relationships>
</file>

<file path=ppt/slideMasters/_rels/slideMaster3.xml.rels><?xml version="1.0" encoding="UTF-8" standalone="yes"?>
<Relationships xmlns="http://schemas.openxmlformats.org/package/2006/relationships"><Relationship Id="rId20" Type="http://schemas.openxmlformats.org/officeDocument/2006/relationships/slideLayout" Target="../slideLayouts/slideLayout42.xml"/><Relationship Id="rId21" Type="http://schemas.openxmlformats.org/officeDocument/2006/relationships/slideLayout" Target="../slideLayouts/slideLayout43.xml"/><Relationship Id="rId22" Type="http://schemas.openxmlformats.org/officeDocument/2006/relationships/slideLayout" Target="../slideLayouts/slideLayout44.xml"/><Relationship Id="rId23" Type="http://schemas.openxmlformats.org/officeDocument/2006/relationships/slideLayout" Target="../slideLayouts/slideLayout45.xml"/><Relationship Id="rId24" Type="http://schemas.openxmlformats.org/officeDocument/2006/relationships/slideLayout" Target="../slideLayouts/slideLayout46.xml"/><Relationship Id="rId25" Type="http://schemas.openxmlformats.org/officeDocument/2006/relationships/slideLayout" Target="../slideLayouts/slideLayout47.xml"/><Relationship Id="rId26" Type="http://schemas.openxmlformats.org/officeDocument/2006/relationships/slideLayout" Target="../slideLayouts/slideLayout48.xml"/><Relationship Id="rId27" Type="http://schemas.openxmlformats.org/officeDocument/2006/relationships/slideLayout" Target="../slideLayouts/slideLayout49.xml"/><Relationship Id="rId28" Type="http://schemas.openxmlformats.org/officeDocument/2006/relationships/slideLayout" Target="../slideLayouts/slideLayout50.xml"/><Relationship Id="rId29" Type="http://schemas.openxmlformats.org/officeDocument/2006/relationships/slideLayout" Target="../slideLayouts/slideLayout51.xml"/><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slideLayout" Target="../slideLayouts/slideLayout25.xml"/><Relationship Id="rId4" Type="http://schemas.openxmlformats.org/officeDocument/2006/relationships/slideLayout" Target="../slideLayouts/slideLayout26.xml"/><Relationship Id="rId5" Type="http://schemas.openxmlformats.org/officeDocument/2006/relationships/slideLayout" Target="../slideLayouts/slideLayout27.xml"/><Relationship Id="rId30" Type="http://schemas.openxmlformats.org/officeDocument/2006/relationships/slideLayout" Target="../slideLayouts/slideLayout52.xml"/><Relationship Id="rId31" Type="http://schemas.openxmlformats.org/officeDocument/2006/relationships/slideLayout" Target="../slideLayouts/slideLayout53.xml"/><Relationship Id="rId32" Type="http://schemas.openxmlformats.org/officeDocument/2006/relationships/slideLayout" Target="../slideLayouts/slideLayout54.xml"/><Relationship Id="rId9" Type="http://schemas.openxmlformats.org/officeDocument/2006/relationships/slideLayout" Target="../slideLayouts/slideLayout31.xml"/><Relationship Id="rId6" Type="http://schemas.openxmlformats.org/officeDocument/2006/relationships/slideLayout" Target="../slideLayouts/slideLayout28.xml"/><Relationship Id="rId7" Type="http://schemas.openxmlformats.org/officeDocument/2006/relationships/slideLayout" Target="../slideLayouts/slideLayout29.xml"/><Relationship Id="rId8" Type="http://schemas.openxmlformats.org/officeDocument/2006/relationships/slideLayout" Target="../slideLayouts/slideLayout30.xml"/><Relationship Id="rId33" Type="http://schemas.openxmlformats.org/officeDocument/2006/relationships/slideLayout" Target="../slideLayouts/slideLayout55.xml"/><Relationship Id="rId34" Type="http://schemas.openxmlformats.org/officeDocument/2006/relationships/theme" Target="../theme/theme3.xml"/><Relationship Id="rId35" Type="http://schemas.openxmlformats.org/officeDocument/2006/relationships/image" Target="../media/image1.jpg"/><Relationship Id="rId10" Type="http://schemas.openxmlformats.org/officeDocument/2006/relationships/slideLayout" Target="../slideLayouts/slideLayout32.xml"/><Relationship Id="rId11" Type="http://schemas.openxmlformats.org/officeDocument/2006/relationships/slideLayout" Target="../slideLayouts/slideLayout33.xml"/><Relationship Id="rId12" Type="http://schemas.openxmlformats.org/officeDocument/2006/relationships/slideLayout" Target="../slideLayouts/slideLayout34.xml"/><Relationship Id="rId13" Type="http://schemas.openxmlformats.org/officeDocument/2006/relationships/slideLayout" Target="../slideLayouts/slideLayout35.xml"/><Relationship Id="rId14" Type="http://schemas.openxmlformats.org/officeDocument/2006/relationships/slideLayout" Target="../slideLayouts/slideLayout36.xml"/><Relationship Id="rId15" Type="http://schemas.openxmlformats.org/officeDocument/2006/relationships/slideLayout" Target="../slideLayouts/slideLayout37.xml"/><Relationship Id="rId16" Type="http://schemas.openxmlformats.org/officeDocument/2006/relationships/slideLayout" Target="../slideLayouts/slideLayout38.xml"/><Relationship Id="rId17" Type="http://schemas.openxmlformats.org/officeDocument/2006/relationships/slideLayout" Target="../slideLayouts/slideLayout39.xml"/><Relationship Id="rId18" Type="http://schemas.openxmlformats.org/officeDocument/2006/relationships/slideLayout" Target="../slideLayouts/slideLayout40.xml"/><Relationship Id="rId19" Type="http://schemas.openxmlformats.org/officeDocument/2006/relationships/slideLayout" Target="../slideLayouts/slideLayout41.xml"/></Relationships>
</file>

<file path=ppt/slideMasters/_rels/slideMaster4.xml.rels><?xml version="1.0" encoding="UTF-8" standalone="yes"?>
<Relationships xmlns="http://schemas.openxmlformats.org/package/2006/relationships"><Relationship Id="rId11" Type="http://schemas.openxmlformats.org/officeDocument/2006/relationships/slideLayout" Target="../slideLayouts/slideLayout66.xml"/><Relationship Id="rId12" Type="http://schemas.openxmlformats.org/officeDocument/2006/relationships/theme" Target="../theme/theme4.xml"/><Relationship Id="rId13" Type="http://schemas.openxmlformats.org/officeDocument/2006/relationships/image" Target="../media/image1.jpg"/><Relationship Id="rId1" Type="http://schemas.openxmlformats.org/officeDocument/2006/relationships/slideLayout" Target="../slideLayouts/slideLayout56.xml"/><Relationship Id="rId2" Type="http://schemas.openxmlformats.org/officeDocument/2006/relationships/slideLayout" Target="../slideLayouts/slideLayout57.xml"/><Relationship Id="rId3" Type="http://schemas.openxmlformats.org/officeDocument/2006/relationships/slideLayout" Target="../slideLayouts/slideLayout58.xml"/><Relationship Id="rId4" Type="http://schemas.openxmlformats.org/officeDocument/2006/relationships/slideLayout" Target="../slideLayouts/slideLayout59.xml"/><Relationship Id="rId5" Type="http://schemas.openxmlformats.org/officeDocument/2006/relationships/slideLayout" Target="../slideLayouts/slideLayout60.xml"/><Relationship Id="rId6" Type="http://schemas.openxmlformats.org/officeDocument/2006/relationships/slideLayout" Target="../slideLayouts/slideLayout61.xml"/><Relationship Id="rId7" Type="http://schemas.openxmlformats.org/officeDocument/2006/relationships/slideLayout" Target="../slideLayouts/slideLayout62.xml"/><Relationship Id="rId8" Type="http://schemas.openxmlformats.org/officeDocument/2006/relationships/slideLayout" Target="../slideLayouts/slideLayout63.xml"/><Relationship Id="rId9" Type="http://schemas.openxmlformats.org/officeDocument/2006/relationships/slideLayout" Target="../slideLayouts/slideLayout64.xml"/><Relationship Id="rId10" Type="http://schemas.openxmlformats.org/officeDocument/2006/relationships/slideLayout" Target="../slideLayouts/slideLayout65.xml"/></Relationships>
</file>

<file path=ppt/slideMasters/_rels/slideMaster5.xml.rels><?xml version="1.0" encoding="UTF-8" standalone="yes"?>
<Relationships xmlns="http://schemas.openxmlformats.org/package/2006/relationships"><Relationship Id="rId20" Type="http://schemas.openxmlformats.org/officeDocument/2006/relationships/slideLayout" Target="../slideLayouts/slideLayout86.xml"/><Relationship Id="rId21" Type="http://schemas.openxmlformats.org/officeDocument/2006/relationships/slideLayout" Target="../slideLayouts/slideLayout87.xml"/><Relationship Id="rId22" Type="http://schemas.openxmlformats.org/officeDocument/2006/relationships/slideLayout" Target="../slideLayouts/slideLayout88.xml"/><Relationship Id="rId23" Type="http://schemas.openxmlformats.org/officeDocument/2006/relationships/slideLayout" Target="../slideLayouts/slideLayout89.xml"/><Relationship Id="rId24" Type="http://schemas.openxmlformats.org/officeDocument/2006/relationships/slideLayout" Target="../slideLayouts/slideLayout90.xml"/><Relationship Id="rId25" Type="http://schemas.openxmlformats.org/officeDocument/2006/relationships/slideLayout" Target="../slideLayouts/slideLayout91.xml"/><Relationship Id="rId26" Type="http://schemas.openxmlformats.org/officeDocument/2006/relationships/slideLayout" Target="../slideLayouts/slideLayout92.xml"/><Relationship Id="rId27" Type="http://schemas.openxmlformats.org/officeDocument/2006/relationships/slideLayout" Target="../slideLayouts/slideLayout93.xml"/><Relationship Id="rId28" Type="http://schemas.openxmlformats.org/officeDocument/2006/relationships/slideLayout" Target="../slideLayouts/slideLayout94.xml"/><Relationship Id="rId29" Type="http://schemas.openxmlformats.org/officeDocument/2006/relationships/slideLayout" Target="../slideLayouts/slideLayout95.xml"/><Relationship Id="rId1" Type="http://schemas.openxmlformats.org/officeDocument/2006/relationships/slideLayout" Target="../slideLayouts/slideLayout67.xml"/><Relationship Id="rId2" Type="http://schemas.openxmlformats.org/officeDocument/2006/relationships/slideLayout" Target="../slideLayouts/slideLayout68.xml"/><Relationship Id="rId3" Type="http://schemas.openxmlformats.org/officeDocument/2006/relationships/slideLayout" Target="../slideLayouts/slideLayout69.xml"/><Relationship Id="rId4" Type="http://schemas.openxmlformats.org/officeDocument/2006/relationships/slideLayout" Target="../slideLayouts/slideLayout70.xml"/><Relationship Id="rId5" Type="http://schemas.openxmlformats.org/officeDocument/2006/relationships/slideLayout" Target="../slideLayouts/slideLayout71.xml"/><Relationship Id="rId30" Type="http://schemas.openxmlformats.org/officeDocument/2006/relationships/slideLayout" Target="../slideLayouts/slideLayout96.xml"/><Relationship Id="rId31" Type="http://schemas.openxmlformats.org/officeDocument/2006/relationships/slideLayout" Target="../slideLayouts/slideLayout97.xml"/><Relationship Id="rId32" Type="http://schemas.openxmlformats.org/officeDocument/2006/relationships/slideLayout" Target="../slideLayouts/slideLayout98.xml"/><Relationship Id="rId9" Type="http://schemas.openxmlformats.org/officeDocument/2006/relationships/slideLayout" Target="../slideLayouts/slideLayout75.xml"/><Relationship Id="rId6" Type="http://schemas.openxmlformats.org/officeDocument/2006/relationships/slideLayout" Target="../slideLayouts/slideLayout72.xml"/><Relationship Id="rId7" Type="http://schemas.openxmlformats.org/officeDocument/2006/relationships/slideLayout" Target="../slideLayouts/slideLayout73.xml"/><Relationship Id="rId8" Type="http://schemas.openxmlformats.org/officeDocument/2006/relationships/slideLayout" Target="../slideLayouts/slideLayout74.xml"/><Relationship Id="rId33" Type="http://schemas.openxmlformats.org/officeDocument/2006/relationships/slideLayout" Target="../slideLayouts/slideLayout99.xml"/><Relationship Id="rId34" Type="http://schemas.openxmlformats.org/officeDocument/2006/relationships/slideLayout" Target="../slideLayouts/slideLayout100.xml"/><Relationship Id="rId35" Type="http://schemas.openxmlformats.org/officeDocument/2006/relationships/slideLayout" Target="../slideLayouts/slideLayout101.xml"/><Relationship Id="rId36" Type="http://schemas.openxmlformats.org/officeDocument/2006/relationships/theme" Target="../theme/theme5.xml"/><Relationship Id="rId10" Type="http://schemas.openxmlformats.org/officeDocument/2006/relationships/slideLayout" Target="../slideLayouts/slideLayout76.xml"/><Relationship Id="rId11" Type="http://schemas.openxmlformats.org/officeDocument/2006/relationships/slideLayout" Target="../slideLayouts/slideLayout77.xml"/><Relationship Id="rId12" Type="http://schemas.openxmlformats.org/officeDocument/2006/relationships/slideLayout" Target="../slideLayouts/slideLayout78.xml"/><Relationship Id="rId13" Type="http://schemas.openxmlformats.org/officeDocument/2006/relationships/slideLayout" Target="../slideLayouts/slideLayout79.xml"/><Relationship Id="rId14" Type="http://schemas.openxmlformats.org/officeDocument/2006/relationships/slideLayout" Target="../slideLayouts/slideLayout80.xml"/><Relationship Id="rId15" Type="http://schemas.openxmlformats.org/officeDocument/2006/relationships/slideLayout" Target="../slideLayouts/slideLayout81.xml"/><Relationship Id="rId16" Type="http://schemas.openxmlformats.org/officeDocument/2006/relationships/slideLayout" Target="../slideLayouts/slideLayout82.xml"/><Relationship Id="rId17" Type="http://schemas.openxmlformats.org/officeDocument/2006/relationships/slideLayout" Target="../slideLayouts/slideLayout83.xml"/><Relationship Id="rId18" Type="http://schemas.openxmlformats.org/officeDocument/2006/relationships/slideLayout" Target="../slideLayouts/slideLayout84.xml"/><Relationship Id="rId19" Type="http://schemas.openxmlformats.org/officeDocument/2006/relationships/slideLayout" Target="../slideLayouts/slideLayout85.xml"/><Relationship Id="rId37" Type="http://schemas.openxmlformats.org/officeDocument/2006/relationships/image" Target="../media/image1.jpg"/></Relationships>
</file>

<file path=ppt/slideMasters/_rels/slideMaster6.xml.rels><?xml version="1.0" encoding="UTF-8" standalone="yes"?>
<Relationships xmlns="http://schemas.openxmlformats.org/package/2006/relationships"><Relationship Id="rId3" Type="http://schemas.openxmlformats.org/officeDocument/2006/relationships/theme" Target="../theme/theme6.xml"/><Relationship Id="rId4" Type="http://schemas.openxmlformats.org/officeDocument/2006/relationships/image" Target="../media/image1.jpg"/><Relationship Id="rId1" Type="http://schemas.openxmlformats.org/officeDocument/2006/relationships/slideLayout" Target="../slideLayouts/slideLayout102.xml"/><Relationship Id="rId2" Type="http://schemas.openxmlformats.org/officeDocument/2006/relationships/slideLayout" Target="../slideLayouts/slideLayout103.xml"/></Relationships>
</file>

<file path=ppt/slideMasters/_rels/slideMaster7.xml.rels><?xml version="1.0" encoding="UTF-8" standalone="yes"?>
<Relationships xmlns="http://schemas.openxmlformats.org/package/2006/relationships"><Relationship Id="rId1" Type="http://schemas.openxmlformats.org/officeDocument/2006/relationships/slideLayout" Target="../slideLayouts/slideLayout104.xml"/><Relationship Id="rId2" Type="http://schemas.openxmlformats.org/officeDocument/2006/relationships/theme" Target="../theme/theme7.xml"/><Relationship Id="rId3" Type="http://schemas.openxmlformats.org/officeDocument/2006/relationships/image" Target="../media/image1.jpg"/></Relationships>
</file>

<file path=ppt/slideMasters/_rels/slideMaster8.xml.rels><?xml version="1.0" encoding="UTF-8" standalone="yes"?>
<Relationships xmlns="http://schemas.openxmlformats.org/package/2006/relationships"><Relationship Id="rId9" Type="http://schemas.openxmlformats.org/officeDocument/2006/relationships/slideLayout" Target="../slideLayouts/slideLayout113.xml"/><Relationship Id="rId20" Type="http://schemas.openxmlformats.org/officeDocument/2006/relationships/slideLayout" Target="../slideLayouts/slideLayout124.xml"/><Relationship Id="rId21" Type="http://schemas.openxmlformats.org/officeDocument/2006/relationships/slideLayout" Target="../slideLayouts/slideLayout125.xml"/><Relationship Id="rId22" Type="http://schemas.openxmlformats.org/officeDocument/2006/relationships/slideLayout" Target="../slideLayouts/slideLayout126.xml"/><Relationship Id="rId23" Type="http://schemas.openxmlformats.org/officeDocument/2006/relationships/slideLayout" Target="../slideLayouts/slideLayout127.xml"/><Relationship Id="rId24" Type="http://schemas.openxmlformats.org/officeDocument/2006/relationships/slideLayout" Target="../slideLayouts/slideLayout128.xml"/><Relationship Id="rId25" Type="http://schemas.openxmlformats.org/officeDocument/2006/relationships/slideLayout" Target="../slideLayouts/slideLayout129.xml"/><Relationship Id="rId26" Type="http://schemas.openxmlformats.org/officeDocument/2006/relationships/slideLayout" Target="../slideLayouts/slideLayout130.xml"/><Relationship Id="rId27" Type="http://schemas.openxmlformats.org/officeDocument/2006/relationships/slideLayout" Target="../slideLayouts/slideLayout131.xml"/><Relationship Id="rId28" Type="http://schemas.openxmlformats.org/officeDocument/2006/relationships/slideLayout" Target="../slideLayouts/slideLayout132.xml"/><Relationship Id="rId29" Type="http://schemas.openxmlformats.org/officeDocument/2006/relationships/slideLayout" Target="../slideLayouts/slideLayout133.xml"/><Relationship Id="rId30" Type="http://schemas.openxmlformats.org/officeDocument/2006/relationships/slideLayout" Target="../slideLayouts/slideLayout134.xml"/><Relationship Id="rId31" Type="http://schemas.openxmlformats.org/officeDocument/2006/relationships/theme" Target="../theme/theme8.xml"/><Relationship Id="rId32" Type="http://schemas.openxmlformats.org/officeDocument/2006/relationships/image" Target="../media/image1.jpg"/><Relationship Id="rId10" Type="http://schemas.openxmlformats.org/officeDocument/2006/relationships/slideLayout" Target="../slideLayouts/slideLayout114.xml"/><Relationship Id="rId11" Type="http://schemas.openxmlformats.org/officeDocument/2006/relationships/slideLayout" Target="../slideLayouts/slideLayout115.xml"/><Relationship Id="rId12" Type="http://schemas.openxmlformats.org/officeDocument/2006/relationships/slideLayout" Target="../slideLayouts/slideLayout116.xml"/><Relationship Id="rId13" Type="http://schemas.openxmlformats.org/officeDocument/2006/relationships/slideLayout" Target="../slideLayouts/slideLayout117.xml"/><Relationship Id="rId14" Type="http://schemas.openxmlformats.org/officeDocument/2006/relationships/slideLayout" Target="../slideLayouts/slideLayout118.xml"/><Relationship Id="rId15" Type="http://schemas.openxmlformats.org/officeDocument/2006/relationships/slideLayout" Target="../slideLayouts/slideLayout119.xml"/><Relationship Id="rId16" Type="http://schemas.openxmlformats.org/officeDocument/2006/relationships/slideLayout" Target="../slideLayouts/slideLayout120.xml"/><Relationship Id="rId17" Type="http://schemas.openxmlformats.org/officeDocument/2006/relationships/slideLayout" Target="../slideLayouts/slideLayout121.xml"/><Relationship Id="rId18" Type="http://schemas.openxmlformats.org/officeDocument/2006/relationships/slideLayout" Target="../slideLayouts/slideLayout122.xml"/><Relationship Id="rId19" Type="http://schemas.openxmlformats.org/officeDocument/2006/relationships/slideLayout" Target="../slideLayouts/slideLayout123.xml"/><Relationship Id="rId1" Type="http://schemas.openxmlformats.org/officeDocument/2006/relationships/slideLayout" Target="../slideLayouts/slideLayout105.xml"/><Relationship Id="rId2" Type="http://schemas.openxmlformats.org/officeDocument/2006/relationships/slideLayout" Target="../slideLayouts/slideLayout106.xml"/><Relationship Id="rId3" Type="http://schemas.openxmlformats.org/officeDocument/2006/relationships/slideLayout" Target="../slideLayouts/slideLayout107.xml"/><Relationship Id="rId4" Type="http://schemas.openxmlformats.org/officeDocument/2006/relationships/slideLayout" Target="../slideLayouts/slideLayout108.xml"/><Relationship Id="rId5" Type="http://schemas.openxmlformats.org/officeDocument/2006/relationships/slideLayout" Target="../slideLayouts/slideLayout109.xml"/><Relationship Id="rId6" Type="http://schemas.openxmlformats.org/officeDocument/2006/relationships/slideLayout" Target="../slideLayouts/slideLayout110.xml"/><Relationship Id="rId7" Type="http://schemas.openxmlformats.org/officeDocument/2006/relationships/slideLayout" Target="../slideLayouts/slideLayout111.xml"/><Relationship Id="rId8" Type="http://schemas.openxmlformats.org/officeDocument/2006/relationships/slideLayout" Target="../slideLayouts/slideLayout112.xml"/></Relationships>
</file>

<file path=ppt/slideMasters/_rels/slideMaster9.xml.rels><?xml version="1.0" encoding="UTF-8" standalone="yes"?>
<Relationships xmlns="http://schemas.openxmlformats.org/package/2006/relationships"><Relationship Id="rId20" Type="http://schemas.openxmlformats.org/officeDocument/2006/relationships/slideLayout" Target="../slideLayouts/slideLayout154.xml"/><Relationship Id="rId21" Type="http://schemas.openxmlformats.org/officeDocument/2006/relationships/slideLayout" Target="../slideLayouts/slideLayout155.xml"/><Relationship Id="rId22" Type="http://schemas.openxmlformats.org/officeDocument/2006/relationships/slideLayout" Target="../slideLayouts/slideLayout156.xml"/><Relationship Id="rId23" Type="http://schemas.openxmlformats.org/officeDocument/2006/relationships/slideLayout" Target="../slideLayouts/slideLayout157.xml"/><Relationship Id="rId24" Type="http://schemas.openxmlformats.org/officeDocument/2006/relationships/slideLayout" Target="../slideLayouts/slideLayout158.xml"/><Relationship Id="rId25" Type="http://schemas.openxmlformats.org/officeDocument/2006/relationships/slideLayout" Target="../slideLayouts/slideLayout159.xml"/><Relationship Id="rId26" Type="http://schemas.openxmlformats.org/officeDocument/2006/relationships/slideLayout" Target="../slideLayouts/slideLayout160.xml"/><Relationship Id="rId27" Type="http://schemas.openxmlformats.org/officeDocument/2006/relationships/slideLayout" Target="../slideLayouts/slideLayout161.xml"/><Relationship Id="rId28" Type="http://schemas.openxmlformats.org/officeDocument/2006/relationships/slideLayout" Target="../slideLayouts/slideLayout162.xml"/><Relationship Id="rId29" Type="http://schemas.openxmlformats.org/officeDocument/2006/relationships/slideLayout" Target="../slideLayouts/slideLayout163.xml"/><Relationship Id="rId1" Type="http://schemas.openxmlformats.org/officeDocument/2006/relationships/slideLayout" Target="../slideLayouts/slideLayout135.xml"/><Relationship Id="rId2" Type="http://schemas.openxmlformats.org/officeDocument/2006/relationships/slideLayout" Target="../slideLayouts/slideLayout136.xml"/><Relationship Id="rId3" Type="http://schemas.openxmlformats.org/officeDocument/2006/relationships/slideLayout" Target="../slideLayouts/slideLayout137.xml"/><Relationship Id="rId4" Type="http://schemas.openxmlformats.org/officeDocument/2006/relationships/slideLayout" Target="../slideLayouts/slideLayout138.xml"/><Relationship Id="rId5" Type="http://schemas.openxmlformats.org/officeDocument/2006/relationships/slideLayout" Target="../slideLayouts/slideLayout139.xml"/><Relationship Id="rId30" Type="http://schemas.openxmlformats.org/officeDocument/2006/relationships/slideLayout" Target="../slideLayouts/slideLayout164.xml"/><Relationship Id="rId31" Type="http://schemas.openxmlformats.org/officeDocument/2006/relationships/slideLayout" Target="../slideLayouts/slideLayout165.xml"/><Relationship Id="rId32" Type="http://schemas.openxmlformats.org/officeDocument/2006/relationships/slideLayout" Target="../slideLayouts/slideLayout166.xml"/><Relationship Id="rId9" Type="http://schemas.openxmlformats.org/officeDocument/2006/relationships/slideLayout" Target="../slideLayouts/slideLayout143.xml"/><Relationship Id="rId6" Type="http://schemas.openxmlformats.org/officeDocument/2006/relationships/slideLayout" Target="../slideLayouts/slideLayout140.xml"/><Relationship Id="rId7" Type="http://schemas.openxmlformats.org/officeDocument/2006/relationships/slideLayout" Target="../slideLayouts/slideLayout141.xml"/><Relationship Id="rId8" Type="http://schemas.openxmlformats.org/officeDocument/2006/relationships/slideLayout" Target="../slideLayouts/slideLayout142.xml"/><Relationship Id="rId33" Type="http://schemas.openxmlformats.org/officeDocument/2006/relationships/slideLayout" Target="../slideLayouts/slideLayout167.xml"/><Relationship Id="rId34" Type="http://schemas.openxmlformats.org/officeDocument/2006/relationships/theme" Target="../theme/theme9.xml"/><Relationship Id="rId35" Type="http://schemas.openxmlformats.org/officeDocument/2006/relationships/image" Target="../media/image1.jpg"/><Relationship Id="rId10" Type="http://schemas.openxmlformats.org/officeDocument/2006/relationships/slideLayout" Target="../slideLayouts/slideLayout144.xml"/><Relationship Id="rId11" Type="http://schemas.openxmlformats.org/officeDocument/2006/relationships/slideLayout" Target="../slideLayouts/slideLayout145.xml"/><Relationship Id="rId12" Type="http://schemas.openxmlformats.org/officeDocument/2006/relationships/slideLayout" Target="../slideLayouts/slideLayout146.xml"/><Relationship Id="rId13" Type="http://schemas.openxmlformats.org/officeDocument/2006/relationships/slideLayout" Target="../slideLayouts/slideLayout147.xml"/><Relationship Id="rId14" Type="http://schemas.openxmlformats.org/officeDocument/2006/relationships/slideLayout" Target="../slideLayouts/slideLayout148.xml"/><Relationship Id="rId15" Type="http://schemas.openxmlformats.org/officeDocument/2006/relationships/slideLayout" Target="../slideLayouts/slideLayout149.xml"/><Relationship Id="rId16" Type="http://schemas.openxmlformats.org/officeDocument/2006/relationships/slideLayout" Target="../slideLayouts/slideLayout150.xml"/><Relationship Id="rId17" Type="http://schemas.openxmlformats.org/officeDocument/2006/relationships/slideLayout" Target="../slideLayouts/slideLayout151.xml"/><Relationship Id="rId18" Type="http://schemas.openxmlformats.org/officeDocument/2006/relationships/slideLayout" Target="../slideLayouts/slideLayout152.xml"/><Relationship Id="rId19" Type="http://schemas.openxmlformats.org/officeDocument/2006/relationships/slideLayout" Target="../slideLayouts/slideLayout153.xml"/></Relationships>
</file>

<file path=ppt/slideMasters/_rels/slideMaster10.xml.rels><?xml version="1.0" encoding="UTF-8" standalone="yes"?>
<Relationships xmlns="http://schemas.openxmlformats.org/package/2006/relationships"><Relationship Id="rId11" Type="http://schemas.openxmlformats.org/officeDocument/2006/relationships/slideLayout" Target="../slideLayouts/slideLayout178.xml"/><Relationship Id="rId12" Type="http://schemas.openxmlformats.org/officeDocument/2006/relationships/slideLayout" Target="../slideLayouts/slideLayout179.xml"/><Relationship Id="rId13" Type="http://schemas.openxmlformats.org/officeDocument/2006/relationships/theme" Target="../theme/theme10.xml"/><Relationship Id="rId14" Type="http://schemas.openxmlformats.org/officeDocument/2006/relationships/image" Target="../media/image1.jpg"/><Relationship Id="rId1" Type="http://schemas.openxmlformats.org/officeDocument/2006/relationships/slideLayout" Target="../slideLayouts/slideLayout168.xml"/><Relationship Id="rId2" Type="http://schemas.openxmlformats.org/officeDocument/2006/relationships/slideLayout" Target="../slideLayouts/slideLayout169.xml"/><Relationship Id="rId3" Type="http://schemas.openxmlformats.org/officeDocument/2006/relationships/slideLayout" Target="../slideLayouts/slideLayout170.xml"/><Relationship Id="rId4" Type="http://schemas.openxmlformats.org/officeDocument/2006/relationships/slideLayout" Target="../slideLayouts/slideLayout171.xml"/><Relationship Id="rId5" Type="http://schemas.openxmlformats.org/officeDocument/2006/relationships/slideLayout" Target="../slideLayouts/slideLayout172.xml"/><Relationship Id="rId6" Type="http://schemas.openxmlformats.org/officeDocument/2006/relationships/slideLayout" Target="../slideLayouts/slideLayout173.xml"/><Relationship Id="rId7" Type="http://schemas.openxmlformats.org/officeDocument/2006/relationships/slideLayout" Target="../slideLayouts/slideLayout174.xml"/><Relationship Id="rId8" Type="http://schemas.openxmlformats.org/officeDocument/2006/relationships/slideLayout" Target="../slideLayouts/slideLayout175.xml"/><Relationship Id="rId9" Type="http://schemas.openxmlformats.org/officeDocument/2006/relationships/slideLayout" Target="../slideLayouts/slideLayout176.xml"/><Relationship Id="rId10" Type="http://schemas.openxmlformats.org/officeDocument/2006/relationships/slideLayout" Target="../slideLayouts/slideLayout177.xml"/></Relationships>
</file>

<file path=ppt/slideMasters/_rels/slideMaster11.xml.rels><?xml version="1.0" encoding="UTF-8" standalone="yes"?>
<Relationships xmlns="http://schemas.openxmlformats.org/package/2006/relationships"><Relationship Id="rId11" Type="http://schemas.openxmlformats.org/officeDocument/2006/relationships/slideLayout" Target="../slideLayouts/slideLayout190.xml"/><Relationship Id="rId12" Type="http://schemas.openxmlformats.org/officeDocument/2006/relationships/theme" Target="../theme/theme11.xml"/><Relationship Id="rId13" Type="http://schemas.openxmlformats.org/officeDocument/2006/relationships/image" Target="../media/image1.jpg"/><Relationship Id="rId1" Type="http://schemas.openxmlformats.org/officeDocument/2006/relationships/slideLayout" Target="../slideLayouts/slideLayout180.xml"/><Relationship Id="rId2" Type="http://schemas.openxmlformats.org/officeDocument/2006/relationships/slideLayout" Target="../slideLayouts/slideLayout181.xml"/><Relationship Id="rId3" Type="http://schemas.openxmlformats.org/officeDocument/2006/relationships/slideLayout" Target="../slideLayouts/slideLayout182.xml"/><Relationship Id="rId4" Type="http://schemas.openxmlformats.org/officeDocument/2006/relationships/slideLayout" Target="../slideLayouts/slideLayout183.xml"/><Relationship Id="rId5" Type="http://schemas.openxmlformats.org/officeDocument/2006/relationships/slideLayout" Target="../slideLayouts/slideLayout184.xml"/><Relationship Id="rId6" Type="http://schemas.openxmlformats.org/officeDocument/2006/relationships/slideLayout" Target="../slideLayouts/slideLayout185.xml"/><Relationship Id="rId7" Type="http://schemas.openxmlformats.org/officeDocument/2006/relationships/slideLayout" Target="../slideLayouts/slideLayout186.xml"/><Relationship Id="rId8" Type="http://schemas.openxmlformats.org/officeDocument/2006/relationships/slideLayout" Target="../slideLayouts/slideLayout187.xml"/><Relationship Id="rId9" Type="http://schemas.openxmlformats.org/officeDocument/2006/relationships/slideLayout" Target="../slideLayouts/slideLayout188.xml"/><Relationship Id="rId10" Type="http://schemas.openxmlformats.org/officeDocument/2006/relationships/slideLayout" Target="../slideLayouts/slideLayout189.xml"/></Relationships>
</file>

<file path=ppt/slideMasters/_rels/slideMaster12.xml.rels><?xml version="1.0" encoding="UTF-8" standalone="yes"?>
<Relationships xmlns="http://schemas.openxmlformats.org/package/2006/relationships"><Relationship Id="rId9" Type="http://schemas.openxmlformats.org/officeDocument/2006/relationships/slideLayout" Target="../slideLayouts/slideLayout199.xml"/><Relationship Id="rId20" Type="http://schemas.openxmlformats.org/officeDocument/2006/relationships/slideLayout" Target="../slideLayouts/slideLayout210.xml"/><Relationship Id="rId21" Type="http://schemas.openxmlformats.org/officeDocument/2006/relationships/theme" Target="../theme/theme12.xml"/><Relationship Id="rId22" Type="http://schemas.openxmlformats.org/officeDocument/2006/relationships/image" Target="../media/image1.jpg"/><Relationship Id="rId10" Type="http://schemas.openxmlformats.org/officeDocument/2006/relationships/slideLayout" Target="../slideLayouts/slideLayout200.xml"/><Relationship Id="rId11" Type="http://schemas.openxmlformats.org/officeDocument/2006/relationships/slideLayout" Target="../slideLayouts/slideLayout201.xml"/><Relationship Id="rId12" Type="http://schemas.openxmlformats.org/officeDocument/2006/relationships/slideLayout" Target="../slideLayouts/slideLayout202.xml"/><Relationship Id="rId13" Type="http://schemas.openxmlformats.org/officeDocument/2006/relationships/slideLayout" Target="../slideLayouts/slideLayout203.xml"/><Relationship Id="rId14" Type="http://schemas.openxmlformats.org/officeDocument/2006/relationships/slideLayout" Target="../slideLayouts/slideLayout204.xml"/><Relationship Id="rId15" Type="http://schemas.openxmlformats.org/officeDocument/2006/relationships/slideLayout" Target="../slideLayouts/slideLayout205.xml"/><Relationship Id="rId16" Type="http://schemas.openxmlformats.org/officeDocument/2006/relationships/slideLayout" Target="../slideLayouts/slideLayout206.xml"/><Relationship Id="rId17" Type="http://schemas.openxmlformats.org/officeDocument/2006/relationships/slideLayout" Target="../slideLayouts/slideLayout207.xml"/><Relationship Id="rId18" Type="http://schemas.openxmlformats.org/officeDocument/2006/relationships/slideLayout" Target="../slideLayouts/slideLayout208.xml"/><Relationship Id="rId19" Type="http://schemas.openxmlformats.org/officeDocument/2006/relationships/slideLayout" Target="../slideLayouts/slideLayout209.xml"/><Relationship Id="rId1" Type="http://schemas.openxmlformats.org/officeDocument/2006/relationships/slideLayout" Target="../slideLayouts/slideLayout191.xml"/><Relationship Id="rId2" Type="http://schemas.openxmlformats.org/officeDocument/2006/relationships/slideLayout" Target="../slideLayouts/slideLayout192.xml"/><Relationship Id="rId3" Type="http://schemas.openxmlformats.org/officeDocument/2006/relationships/slideLayout" Target="../slideLayouts/slideLayout193.xml"/><Relationship Id="rId4" Type="http://schemas.openxmlformats.org/officeDocument/2006/relationships/slideLayout" Target="../slideLayouts/slideLayout194.xml"/><Relationship Id="rId5" Type="http://schemas.openxmlformats.org/officeDocument/2006/relationships/slideLayout" Target="../slideLayouts/slideLayout195.xml"/><Relationship Id="rId6" Type="http://schemas.openxmlformats.org/officeDocument/2006/relationships/slideLayout" Target="../slideLayouts/slideLayout196.xml"/><Relationship Id="rId7" Type="http://schemas.openxmlformats.org/officeDocument/2006/relationships/slideLayout" Target="../slideLayouts/slideLayout197.xml"/><Relationship Id="rId8" Type="http://schemas.openxmlformats.org/officeDocument/2006/relationships/slideLayout" Target="../slideLayouts/slideLayout198.xml"/></Relationships>
</file>

<file path=ppt/slideMasters/_rels/slideMaster13.xml.rels><?xml version="1.0" encoding="UTF-8" standalone="yes"?>
<Relationships xmlns="http://schemas.openxmlformats.org/package/2006/relationships"><Relationship Id="rId11" Type="http://schemas.openxmlformats.org/officeDocument/2006/relationships/slideLayout" Target="../slideLayouts/slideLayout221.xml"/><Relationship Id="rId12" Type="http://schemas.openxmlformats.org/officeDocument/2006/relationships/theme" Target="../theme/theme13.xml"/><Relationship Id="rId13" Type="http://schemas.openxmlformats.org/officeDocument/2006/relationships/image" Target="../media/image1.jpg"/><Relationship Id="rId1" Type="http://schemas.openxmlformats.org/officeDocument/2006/relationships/slideLayout" Target="../slideLayouts/slideLayout211.xml"/><Relationship Id="rId2" Type="http://schemas.openxmlformats.org/officeDocument/2006/relationships/slideLayout" Target="../slideLayouts/slideLayout212.xml"/><Relationship Id="rId3" Type="http://schemas.openxmlformats.org/officeDocument/2006/relationships/slideLayout" Target="../slideLayouts/slideLayout213.xml"/><Relationship Id="rId4" Type="http://schemas.openxmlformats.org/officeDocument/2006/relationships/slideLayout" Target="../slideLayouts/slideLayout214.xml"/><Relationship Id="rId5" Type="http://schemas.openxmlformats.org/officeDocument/2006/relationships/slideLayout" Target="../slideLayouts/slideLayout215.xml"/><Relationship Id="rId6" Type="http://schemas.openxmlformats.org/officeDocument/2006/relationships/slideLayout" Target="../slideLayouts/slideLayout216.xml"/><Relationship Id="rId7" Type="http://schemas.openxmlformats.org/officeDocument/2006/relationships/slideLayout" Target="../slideLayouts/slideLayout217.xml"/><Relationship Id="rId8" Type="http://schemas.openxmlformats.org/officeDocument/2006/relationships/slideLayout" Target="../slideLayouts/slideLayout218.xml"/><Relationship Id="rId9" Type="http://schemas.openxmlformats.org/officeDocument/2006/relationships/slideLayout" Target="../slideLayouts/slideLayout219.xml"/><Relationship Id="rId10" Type="http://schemas.openxmlformats.org/officeDocument/2006/relationships/slideLayout" Target="../slideLayouts/slideLayout220.xml"/></Relationships>
</file>

<file path=ppt/slideMasters/_rels/slideMaster14.xml.rels><?xml version="1.0" encoding="UTF-8" standalone="yes"?>
<Relationships xmlns="http://schemas.openxmlformats.org/package/2006/relationships"><Relationship Id="rId11" Type="http://schemas.openxmlformats.org/officeDocument/2006/relationships/slideLayout" Target="../slideLayouts/slideLayout232.xml"/><Relationship Id="rId12" Type="http://schemas.openxmlformats.org/officeDocument/2006/relationships/slideLayout" Target="../slideLayouts/slideLayout233.xml"/><Relationship Id="rId13" Type="http://schemas.openxmlformats.org/officeDocument/2006/relationships/slideLayout" Target="../slideLayouts/slideLayout234.xml"/><Relationship Id="rId14" Type="http://schemas.openxmlformats.org/officeDocument/2006/relationships/theme" Target="../theme/theme14.xml"/><Relationship Id="rId15" Type="http://schemas.openxmlformats.org/officeDocument/2006/relationships/image" Target="../media/image1.jpg"/><Relationship Id="rId1" Type="http://schemas.openxmlformats.org/officeDocument/2006/relationships/slideLayout" Target="../slideLayouts/slideLayout222.xml"/><Relationship Id="rId2" Type="http://schemas.openxmlformats.org/officeDocument/2006/relationships/slideLayout" Target="../slideLayouts/slideLayout223.xml"/><Relationship Id="rId3" Type="http://schemas.openxmlformats.org/officeDocument/2006/relationships/slideLayout" Target="../slideLayouts/slideLayout224.xml"/><Relationship Id="rId4" Type="http://schemas.openxmlformats.org/officeDocument/2006/relationships/slideLayout" Target="../slideLayouts/slideLayout225.xml"/><Relationship Id="rId5" Type="http://schemas.openxmlformats.org/officeDocument/2006/relationships/slideLayout" Target="../slideLayouts/slideLayout226.xml"/><Relationship Id="rId6" Type="http://schemas.openxmlformats.org/officeDocument/2006/relationships/slideLayout" Target="../slideLayouts/slideLayout227.xml"/><Relationship Id="rId7" Type="http://schemas.openxmlformats.org/officeDocument/2006/relationships/slideLayout" Target="../slideLayouts/slideLayout228.xml"/><Relationship Id="rId8" Type="http://schemas.openxmlformats.org/officeDocument/2006/relationships/slideLayout" Target="../slideLayouts/slideLayout229.xml"/><Relationship Id="rId9" Type="http://schemas.openxmlformats.org/officeDocument/2006/relationships/slideLayout" Target="../slideLayouts/slideLayout230.xml"/><Relationship Id="rId10" Type="http://schemas.openxmlformats.org/officeDocument/2006/relationships/slideLayout" Target="../slideLayouts/slideLayout231.xml"/></Relationships>
</file>

<file path=ppt/slideMasters/_rels/slideMaster15.xml.rels><?xml version="1.0" encoding="UTF-8" standalone="yes"?>
<Relationships xmlns="http://schemas.openxmlformats.org/package/2006/relationships"><Relationship Id="rId11" Type="http://schemas.openxmlformats.org/officeDocument/2006/relationships/slideLayout" Target="../slideLayouts/slideLayout245.xml"/><Relationship Id="rId12" Type="http://schemas.openxmlformats.org/officeDocument/2006/relationships/theme" Target="../theme/theme15.xml"/><Relationship Id="rId13" Type="http://schemas.openxmlformats.org/officeDocument/2006/relationships/image" Target="../media/image1.jpg"/><Relationship Id="rId1" Type="http://schemas.openxmlformats.org/officeDocument/2006/relationships/slideLayout" Target="../slideLayouts/slideLayout235.xml"/><Relationship Id="rId2" Type="http://schemas.openxmlformats.org/officeDocument/2006/relationships/slideLayout" Target="../slideLayouts/slideLayout236.xml"/><Relationship Id="rId3" Type="http://schemas.openxmlformats.org/officeDocument/2006/relationships/slideLayout" Target="../slideLayouts/slideLayout237.xml"/><Relationship Id="rId4" Type="http://schemas.openxmlformats.org/officeDocument/2006/relationships/slideLayout" Target="../slideLayouts/slideLayout238.xml"/><Relationship Id="rId5" Type="http://schemas.openxmlformats.org/officeDocument/2006/relationships/slideLayout" Target="../slideLayouts/slideLayout239.xml"/><Relationship Id="rId6" Type="http://schemas.openxmlformats.org/officeDocument/2006/relationships/slideLayout" Target="../slideLayouts/slideLayout240.xml"/><Relationship Id="rId7" Type="http://schemas.openxmlformats.org/officeDocument/2006/relationships/slideLayout" Target="../slideLayouts/slideLayout241.xml"/><Relationship Id="rId8" Type="http://schemas.openxmlformats.org/officeDocument/2006/relationships/slideLayout" Target="../slideLayouts/slideLayout242.xml"/><Relationship Id="rId9" Type="http://schemas.openxmlformats.org/officeDocument/2006/relationships/slideLayout" Target="../slideLayouts/slideLayout243.xml"/><Relationship Id="rId10" Type="http://schemas.openxmlformats.org/officeDocument/2006/relationships/slideLayout" Target="../slideLayouts/slideLayout244.xml"/></Relationships>
</file>

<file path=ppt/slideMasters/_rels/slideMaster16.xml.rels><?xml version="1.0" encoding="UTF-8" standalone="yes"?>
<Relationships xmlns="http://schemas.openxmlformats.org/package/2006/relationships"><Relationship Id="rId13" Type="http://schemas.openxmlformats.org/officeDocument/2006/relationships/slideLayout" Target="../slideLayouts/slideLayout258.xml"/><Relationship Id="rId14" Type="http://schemas.openxmlformats.org/officeDocument/2006/relationships/slideLayout" Target="../slideLayouts/slideLayout259.xml"/><Relationship Id="rId15" Type="http://schemas.openxmlformats.org/officeDocument/2006/relationships/slideLayout" Target="../slideLayouts/slideLayout260.xml"/><Relationship Id="rId16" Type="http://schemas.openxmlformats.org/officeDocument/2006/relationships/slideLayout" Target="../slideLayouts/slideLayout261.xml"/><Relationship Id="rId17" Type="http://schemas.openxmlformats.org/officeDocument/2006/relationships/slideLayout" Target="../slideLayouts/slideLayout262.xml"/><Relationship Id="rId18" Type="http://schemas.openxmlformats.org/officeDocument/2006/relationships/slideLayout" Target="../slideLayouts/slideLayout263.xml"/><Relationship Id="rId19" Type="http://schemas.openxmlformats.org/officeDocument/2006/relationships/slideLayout" Target="../slideLayouts/slideLayout264.xml"/><Relationship Id="rId50" Type="http://schemas.openxmlformats.org/officeDocument/2006/relationships/slideLayout" Target="../slideLayouts/slideLayout295.xml"/><Relationship Id="rId51" Type="http://schemas.openxmlformats.org/officeDocument/2006/relationships/slideLayout" Target="../slideLayouts/slideLayout296.xml"/><Relationship Id="rId52" Type="http://schemas.openxmlformats.org/officeDocument/2006/relationships/slideLayout" Target="../slideLayouts/slideLayout297.xml"/><Relationship Id="rId53" Type="http://schemas.openxmlformats.org/officeDocument/2006/relationships/slideLayout" Target="../slideLayouts/slideLayout298.xml"/><Relationship Id="rId54" Type="http://schemas.openxmlformats.org/officeDocument/2006/relationships/slideLayout" Target="../slideLayouts/slideLayout299.xml"/><Relationship Id="rId55" Type="http://schemas.openxmlformats.org/officeDocument/2006/relationships/slideLayout" Target="../slideLayouts/slideLayout300.xml"/><Relationship Id="rId56" Type="http://schemas.openxmlformats.org/officeDocument/2006/relationships/slideLayout" Target="../slideLayouts/slideLayout301.xml"/><Relationship Id="rId57" Type="http://schemas.openxmlformats.org/officeDocument/2006/relationships/slideLayout" Target="../slideLayouts/slideLayout302.xml"/><Relationship Id="rId58" Type="http://schemas.openxmlformats.org/officeDocument/2006/relationships/slideLayout" Target="../slideLayouts/slideLayout303.xml"/><Relationship Id="rId59" Type="http://schemas.openxmlformats.org/officeDocument/2006/relationships/slideLayout" Target="../slideLayouts/slideLayout304.xml"/><Relationship Id="rId40" Type="http://schemas.openxmlformats.org/officeDocument/2006/relationships/slideLayout" Target="../slideLayouts/slideLayout285.xml"/><Relationship Id="rId41" Type="http://schemas.openxmlformats.org/officeDocument/2006/relationships/slideLayout" Target="../slideLayouts/slideLayout286.xml"/><Relationship Id="rId42" Type="http://schemas.openxmlformats.org/officeDocument/2006/relationships/slideLayout" Target="../slideLayouts/slideLayout287.xml"/><Relationship Id="rId43" Type="http://schemas.openxmlformats.org/officeDocument/2006/relationships/slideLayout" Target="../slideLayouts/slideLayout288.xml"/><Relationship Id="rId44" Type="http://schemas.openxmlformats.org/officeDocument/2006/relationships/slideLayout" Target="../slideLayouts/slideLayout289.xml"/><Relationship Id="rId45" Type="http://schemas.openxmlformats.org/officeDocument/2006/relationships/slideLayout" Target="../slideLayouts/slideLayout290.xml"/><Relationship Id="rId46" Type="http://schemas.openxmlformats.org/officeDocument/2006/relationships/slideLayout" Target="../slideLayouts/slideLayout291.xml"/><Relationship Id="rId47" Type="http://schemas.openxmlformats.org/officeDocument/2006/relationships/slideLayout" Target="../slideLayouts/slideLayout292.xml"/><Relationship Id="rId48" Type="http://schemas.openxmlformats.org/officeDocument/2006/relationships/slideLayout" Target="../slideLayouts/slideLayout293.xml"/><Relationship Id="rId49" Type="http://schemas.openxmlformats.org/officeDocument/2006/relationships/slideLayout" Target="../slideLayouts/slideLayout294.xml"/><Relationship Id="rId1" Type="http://schemas.openxmlformats.org/officeDocument/2006/relationships/slideLayout" Target="../slideLayouts/slideLayout246.xml"/><Relationship Id="rId2" Type="http://schemas.openxmlformats.org/officeDocument/2006/relationships/slideLayout" Target="../slideLayouts/slideLayout247.xml"/><Relationship Id="rId3" Type="http://schemas.openxmlformats.org/officeDocument/2006/relationships/slideLayout" Target="../slideLayouts/slideLayout248.xml"/><Relationship Id="rId4" Type="http://schemas.openxmlformats.org/officeDocument/2006/relationships/slideLayout" Target="../slideLayouts/slideLayout249.xml"/><Relationship Id="rId5" Type="http://schemas.openxmlformats.org/officeDocument/2006/relationships/slideLayout" Target="../slideLayouts/slideLayout250.xml"/><Relationship Id="rId6" Type="http://schemas.openxmlformats.org/officeDocument/2006/relationships/slideLayout" Target="../slideLayouts/slideLayout251.xml"/><Relationship Id="rId7" Type="http://schemas.openxmlformats.org/officeDocument/2006/relationships/slideLayout" Target="../slideLayouts/slideLayout252.xml"/><Relationship Id="rId8" Type="http://schemas.openxmlformats.org/officeDocument/2006/relationships/slideLayout" Target="../slideLayouts/slideLayout253.xml"/><Relationship Id="rId9" Type="http://schemas.openxmlformats.org/officeDocument/2006/relationships/slideLayout" Target="../slideLayouts/slideLayout254.xml"/><Relationship Id="rId30" Type="http://schemas.openxmlformats.org/officeDocument/2006/relationships/slideLayout" Target="../slideLayouts/slideLayout275.xml"/><Relationship Id="rId31" Type="http://schemas.openxmlformats.org/officeDocument/2006/relationships/slideLayout" Target="../slideLayouts/slideLayout276.xml"/><Relationship Id="rId32" Type="http://schemas.openxmlformats.org/officeDocument/2006/relationships/slideLayout" Target="../slideLayouts/slideLayout277.xml"/><Relationship Id="rId33" Type="http://schemas.openxmlformats.org/officeDocument/2006/relationships/slideLayout" Target="../slideLayouts/slideLayout278.xml"/><Relationship Id="rId34" Type="http://schemas.openxmlformats.org/officeDocument/2006/relationships/slideLayout" Target="../slideLayouts/slideLayout279.xml"/><Relationship Id="rId35" Type="http://schemas.openxmlformats.org/officeDocument/2006/relationships/slideLayout" Target="../slideLayouts/slideLayout280.xml"/><Relationship Id="rId36" Type="http://schemas.openxmlformats.org/officeDocument/2006/relationships/slideLayout" Target="../slideLayouts/slideLayout281.xml"/><Relationship Id="rId37" Type="http://schemas.openxmlformats.org/officeDocument/2006/relationships/slideLayout" Target="../slideLayouts/slideLayout282.xml"/><Relationship Id="rId38" Type="http://schemas.openxmlformats.org/officeDocument/2006/relationships/slideLayout" Target="../slideLayouts/slideLayout283.xml"/><Relationship Id="rId39" Type="http://schemas.openxmlformats.org/officeDocument/2006/relationships/slideLayout" Target="../slideLayouts/slideLayout284.xml"/><Relationship Id="rId20" Type="http://schemas.openxmlformats.org/officeDocument/2006/relationships/slideLayout" Target="../slideLayouts/slideLayout265.xml"/><Relationship Id="rId21" Type="http://schemas.openxmlformats.org/officeDocument/2006/relationships/slideLayout" Target="../slideLayouts/slideLayout266.xml"/><Relationship Id="rId22" Type="http://schemas.openxmlformats.org/officeDocument/2006/relationships/slideLayout" Target="../slideLayouts/slideLayout267.xml"/><Relationship Id="rId23" Type="http://schemas.openxmlformats.org/officeDocument/2006/relationships/slideLayout" Target="../slideLayouts/slideLayout268.xml"/><Relationship Id="rId24" Type="http://schemas.openxmlformats.org/officeDocument/2006/relationships/slideLayout" Target="../slideLayouts/slideLayout269.xml"/><Relationship Id="rId25" Type="http://schemas.openxmlformats.org/officeDocument/2006/relationships/slideLayout" Target="../slideLayouts/slideLayout270.xml"/><Relationship Id="rId26" Type="http://schemas.openxmlformats.org/officeDocument/2006/relationships/slideLayout" Target="../slideLayouts/slideLayout271.xml"/><Relationship Id="rId27" Type="http://schemas.openxmlformats.org/officeDocument/2006/relationships/slideLayout" Target="../slideLayouts/slideLayout272.xml"/><Relationship Id="rId28" Type="http://schemas.openxmlformats.org/officeDocument/2006/relationships/slideLayout" Target="../slideLayouts/slideLayout273.xml"/><Relationship Id="rId29" Type="http://schemas.openxmlformats.org/officeDocument/2006/relationships/slideLayout" Target="../slideLayouts/slideLayout274.xml"/><Relationship Id="rId60" Type="http://schemas.openxmlformats.org/officeDocument/2006/relationships/theme" Target="../theme/theme16.xml"/><Relationship Id="rId61" Type="http://schemas.openxmlformats.org/officeDocument/2006/relationships/image" Target="../media/image1.jpg"/><Relationship Id="rId10" Type="http://schemas.openxmlformats.org/officeDocument/2006/relationships/slideLayout" Target="../slideLayouts/slideLayout255.xml"/><Relationship Id="rId11" Type="http://schemas.openxmlformats.org/officeDocument/2006/relationships/slideLayout" Target="../slideLayouts/slideLayout256.xml"/><Relationship Id="rId12" Type="http://schemas.openxmlformats.org/officeDocument/2006/relationships/slideLayout" Target="../slideLayouts/slideLayout257.xml"/></Relationships>
</file>

<file path=ppt/slideMasters/_rels/slideMaster17.xml.rels><?xml version="1.0" encoding="UTF-8" standalone="yes"?>
<Relationships xmlns="http://schemas.openxmlformats.org/package/2006/relationships"><Relationship Id="rId11" Type="http://schemas.openxmlformats.org/officeDocument/2006/relationships/slideLayout" Target="../slideLayouts/slideLayout315.xml"/><Relationship Id="rId12" Type="http://schemas.openxmlformats.org/officeDocument/2006/relationships/slideLayout" Target="../slideLayouts/slideLayout316.xml"/><Relationship Id="rId13" Type="http://schemas.openxmlformats.org/officeDocument/2006/relationships/slideLayout" Target="../slideLayouts/slideLayout317.xml"/><Relationship Id="rId14" Type="http://schemas.openxmlformats.org/officeDocument/2006/relationships/theme" Target="../theme/theme17.xml"/><Relationship Id="rId15" Type="http://schemas.openxmlformats.org/officeDocument/2006/relationships/image" Target="../media/image1.jpg"/><Relationship Id="rId1" Type="http://schemas.openxmlformats.org/officeDocument/2006/relationships/slideLayout" Target="../slideLayouts/slideLayout305.xml"/><Relationship Id="rId2" Type="http://schemas.openxmlformats.org/officeDocument/2006/relationships/slideLayout" Target="../slideLayouts/slideLayout306.xml"/><Relationship Id="rId3" Type="http://schemas.openxmlformats.org/officeDocument/2006/relationships/slideLayout" Target="../slideLayouts/slideLayout307.xml"/><Relationship Id="rId4" Type="http://schemas.openxmlformats.org/officeDocument/2006/relationships/slideLayout" Target="../slideLayouts/slideLayout308.xml"/><Relationship Id="rId5" Type="http://schemas.openxmlformats.org/officeDocument/2006/relationships/slideLayout" Target="../slideLayouts/slideLayout309.xml"/><Relationship Id="rId6" Type="http://schemas.openxmlformats.org/officeDocument/2006/relationships/slideLayout" Target="../slideLayouts/slideLayout310.xml"/><Relationship Id="rId7" Type="http://schemas.openxmlformats.org/officeDocument/2006/relationships/slideLayout" Target="../slideLayouts/slideLayout311.xml"/><Relationship Id="rId8" Type="http://schemas.openxmlformats.org/officeDocument/2006/relationships/slideLayout" Target="../slideLayouts/slideLayout312.xml"/><Relationship Id="rId9" Type="http://schemas.openxmlformats.org/officeDocument/2006/relationships/slideLayout" Target="../slideLayouts/slideLayout313.xml"/><Relationship Id="rId10" Type="http://schemas.openxmlformats.org/officeDocument/2006/relationships/slideLayout" Target="../slideLayouts/slideLayout314.xml"/></Relationships>
</file>

<file path=ppt/slideMasters/_rels/slideMaster18.xml.rels><?xml version="1.0" encoding="UTF-8" standalone="yes"?>
<Relationships xmlns="http://schemas.openxmlformats.org/package/2006/relationships"><Relationship Id="rId20" Type="http://schemas.openxmlformats.org/officeDocument/2006/relationships/slideLayout" Target="../slideLayouts/slideLayout337.xml"/><Relationship Id="rId21" Type="http://schemas.openxmlformats.org/officeDocument/2006/relationships/slideLayout" Target="../slideLayouts/slideLayout338.xml"/><Relationship Id="rId22" Type="http://schemas.openxmlformats.org/officeDocument/2006/relationships/slideLayout" Target="../slideLayouts/slideLayout339.xml"/><Relationship Id="rId23" Type="http://schemas.openxmlformats.org/officeDocument/2006/relationships/slideLayout" Target="../slideLayouts/slideLayout340.xml"/><Relationship Id="rId24" Type="http://schemas.openxmlformats.org/officeDocument/2006/relationships/slideLayout" Target="../slideLayouts/slideLayout341.xml"/><Relationship Id="rId25" Type="http://schemas.openxmlformats.org/officeDocument/2006/relationships/slideLayout" Target="../slideLayouts/slideLayout342.xml"/><Relationship Id="rId26" Type="http://schemas.openxmlformats.org/officeDocument/2006/relationships/slideLayout" Target="../slideLayouts/slideLayout343.xml"/><Relationship Id="rId27" Type="http://schemas.openxmlformats.org/officeDocument/2006/relationships/slideLayout" Target="../slideLayouts/slideLayout344.xml"/><Relationship Id="rId28" Type="http://schemas.openxmlformats.org/officeDocument/2006/relationships/slideLayout" Target="../slideLayouts/slideLayout345.xml"/><Relationship Id="rId29" Type="http://schemas.openxmlformats.org/officeDocument/2006/relationships/slideLayout" Target="../slideLayouts/slideLayout346.xml"/><Relationship Id="rId1" Type="http://schemas.openxmlformats.org/officeDocument/2006/relationships/slideLayout" Target="../slideLayouts/slideLayout318.xml"/><Relationship Id="rId2" Type="http://schemas.openxmlformats.org/officeDocument/2006/relationships/slideLayout" Target="../slideLayouts/slideLayout319.xml"/><Relationship Id="rId3" Type="http://schemas.openxmlformats.org/officeDocument/2006/relationships/slideLayout" Target="../slideLayouts/slideLayout320.xml"/><Relationship Id="rId4" Type="http://schemas.openxmlformats.org/officeDocument/2006/relationships/slideLayout" Target="../slideLayouts/slideLayout321.xml"/><Relationship Id="rId5" Type="http://schemas.openxmlformats.org/officeDocument/2006/relationships/slideLayout" Target="../slideLayouts/slideLayout322.xml"/><Relationship Id="rId30" Type="http://schemas.openxmlformats.org/officeDocument/2006/relationships/slideLayout" Target="../slideLayouts/slideLayout347.xml"/><Relationship Id="rId31" Type="http://schemas.openxmlformats.org/officeDocument/2006/relationships/slideLayout" Target="../slideLayouts/slideLayout348.xml"/><Relationship Id="rId32" Type="http://schemas.openxmlformats.org/officeDocument/2006/relationships/slideLayout" Target="../slideLayouts/slideLayout349.xml"/><Relationship Id="rId9" Type="http://schemas.openxmlformats.org/officeDocument/2006/relationships/slideLayout" Target="../slideLayouts/slideLayout326.xml"/><Relationship Id="rId6" Type="http://schemas.openxmlformats.org/officeDocument/2006/relationships/slideLayout" Target="../slideLayouts/slideLayout323.xml"/><Relationship Id="rId7" Type="http://schemas.openxmlformats.org/officeDocument/2006/relationships/slideLayout" Target="../slideLayouts/slideLayout324.xml"/><Relationship Id="rId8" Type="http://schemas.openxmlformats.org/officeDocument/2006/relationships/slideLayout" Target="../slideLayouts/slideLayout325.xml"/><Relationship Id="rId33" Type="http://schemas.openxmlformats.org/officeDocument/2006/relationships/theme" Target="../theme/theme18.xml"/><Relationship Id="rId34" Type="http://schemas.openxmlformats.org/officeDocument/2006/relationships/image" Target="../media/image1.jpg"/><Relationship Id="rId10" Type="http://schemas.openxmlformats.org/officeDocument/2006/relationships/slideLayout" Target="../slideLayouts/slideLayout327.xml"/><Relationship Id="rId11" Type="http://schemas.openxmlformats.org/officeDocument/2006/relationships/slideLayout" Target="../slideLayouts/slideLayout328.xml"/><Relationship Id="rId12" Type="http://schemas.openxmlformats.org/officeDocument/2006/relationships/slideLayout" Target="../slideLayouts/slideLayout329.xml"/><Relationship Id="rId13" Type="http://schemas.openxmlformats.org/officeDocument/2006/relationships/slideLayout" Target="../slideLayouts/slideLayout330.xml"/><Relationship Id="rId14" Type="http://schemas.openxmlformats.org/officeDocument/2006/relationships/slideLayout" Target="../slideLayouts/slideLayout331.xml"/><Relationship Id="rId15" Type="http://schemas.openxmlformats.org/officeDocument/2006/relationships/slideLayout" Target="../slideLayouts/slideLayout332.xml"/><Relationship Id="rId16" Type="http://schemas.openxmlformats.org/officeDocument/2006/relationships/slideLayout" Target="../slideLayouts/slideLayout333.xml"/><Relationship Id="rId17" Type="http://schemas.openxmlformats.org/officeDocument/2006/relationships/slideLayout" Target="../slideLayouts/slideLayout334.xml"/><Relationship Id="rId18" Type="http://schemas.openxmlformats.org/officeDocument/2006/relationships/slideLayout" Target="../slideLayouts/slideLayout335.xml"/><Relationship Id="rId19" Type="http://schemas.openxmlformats.org/officeDocument/2006/relationships/slideLayout" Target="../slideLayouts/slideLayout336.xml"/></Relationships>
</file>

<file path=ppt/slideMasters/_rels/slideMaster19.xml.rels><?xml version="1.0" encoding="UTF-8" standalone="yes"?>
<Relationships xmlns="http://schemas.openxmlformats.org/package/2006/relationships"><Relationship Id="rId20" Type="http://schemas.openxmlformats.org/officeDocument/2006/relationships/slideLayout" Target="../slideLayouts/slideLayout369.xml"/><Relationship Id="rId21" Type="http://schemas.openxmlformats.org/officeDocument/2006/relationships/slideLayout" Target="../slideLayouts/slideLayout370.xml"/><Relationship Id="rId22" Type="http://schemas.openxmlformats.org/officeDocument/2006/relationships/slideLayout" Target="../slideLayouts/slideLayout371.xml"/><Relationship Id="rId23" Type="http://schemas.openxmlformats.org/officeDocument/2006/relationships/slideLayout" Target="../slideLayouts/slideLayout372.xml"/><Relationship Id="rId24" Type="http://schemas.openxmlformats.org/officeDocument/2006/relationships/slideLayout" Target="../slideLayouts/slideLayout373.xml"/><Relationship Id="rId25" Type="http://schemas.openxmlformats.org/officeDocument/2006/relationships/slideLayout" Target="../slideLayouts/slideLayout374.xml"/><Relationship Id="rId26" Type="http://schemas.openxmlformats.org/officeDocument/2006/relationships/slideLayout" Target="../slideLayouts/slideLayout375.xml"/><Relationship Id="rId27" Type="http://schemas.openxmlformats.org/officeDocument/2006/relationships/slideLayout" Target="../slideLayouts/slideLayout376.xml"/><Relationship Id="rId28" Type="http://schemas.openxmlformats.org/officeDocument/2006/relationships/slideLayout" Target="../slideLayouts/slideLayout377.xml"/><Relationship Id="rId29" Type="http://schemas.openxmlformats.org/officeDocument/2006/relationships/slideLayout" Target="../slideLayouts/slideLayout378.xml"/><Relationship Id="rId1" Type="http://schemas.openxmlformats.org/officeDocument/2006/relationships/slideLayout" Target="../slideLayouts/slideLayout350.xml"/><Relationship Id="rId2" Type="http://schemas.openxmlformats.org/officeDocument/2006/relationships/slideLayout" Target="../slideLayouts/slideLayout351.xml"/><Relationship Id="rId3" Type="http://schemas.openxmlformats.org/officeDocument/2006/relationships/slideLayout" Target="../slideLayouts/slideLayout352.xml"/><Relationship Id="rId4" Type="http://schemas.openxmlformats.org/officeDocument/2006/relationships/slideLayout" Target="../slideLayouts/slideLayout353.xml"/><Relationship Id="rId5" Type="http://schemas.openxmlformats.org/officeDocument/2006/relationships/slideLayout" Target="../slideLayouts/slideLayout354.xml"/><Relationship Id="rId30" Type="http://schemas.openxmlformats.org/officeDocument/2006/relationships/slideLayout" Target="../slideLayouts/slideLayout379.xml"/><Relationship Id="rId31" Type="http://schemas.openxmlformats.org/officeDocument/2006/relationships/slideLayout" Target="../slideLayouts/slideLayout380.xml"/><Relationship Id="rId32" Type="http://schemas.openxmlformats.org/officeDocument/2006/relationships/slideLayout" Target="../slideLayouts/slideLayout381.xml"/><Relationship Id="rId9" Type="http://schemas.openxmlformats.org/officeDocument/2006/relationships/slideLayout" Target="../slideLayouts/slideLayout358.xml"/><Relationship Id="rId6" Type="http://schemas.openxmlformats.org/officeDocument/2006/relationships/slideLayout" Target="../slideLayouts/slideLayout355.xml"/><Relationship Id="rId7" Type="http://schemas.openxmlformats.org/officeDocument/2006/relationships/slideLayout" Target="../slideLayouts/slideLayout356.xml"/><Relationship Id="rId8" Type="http://schemas.openxmlformats.org/officeDocument/2006/relationships/slideLayout" Target="../slideLayouts/slideLayout357.xml"/><Relationship Id="rId33" Type="http://schemas.openxmlformats.org/officeDocument/2006/relationships/theme" Target="../theme/theme19.xml"/><Relationship Id="rId34" Type="http://schemas.openxmlformats.org/officeDocument/2006/relationships/image" Target="../media/image1.jpg"/><Relationship Id="rId10" Type="http://schemas.openxmlformats.org/officeDocument/2006/relationships/slideLayout" Target="../slideLayouts/slideLayout359.xml"/><Relationship Id="rId11" Type="http://schemas.openxmlformats.org/officeDocument/2006/relationships/slideLayout" Target="../slideLayouts/slideLayout360.xml"/><Relationship Id="rId12" Type="http://schemas.openxmlformats.org/officeDocument/2006/relationships/slideLayout" Target="../slideLayouts/slideLayout361.xml"/><Relationship Id="rId13" Type="http://schemas.openxmlformats.org/officeDocument/2006/relationships/slideLayout" Target="../slideLayouts/slideLayout362.xml"/><Relationship Id="rId14" Type="http://schemas.openxmlformats.org/officeDocument/2006/relationships/slideLayout" Target="../slideLayouts/slideLayout363.xml"/><Relationship Id="rId15" Type="http://schemas.openxmlformats.org/officeDocument/2006/relationships/slideLayout" Target="../slideLayouts/slideLayout364.xml"/><Relationship Id="rId16" Type="http://schemas.openxmlformats.org/officeDocument/2006/relationships/slideLayout" Target="../slideLayouts/slideLayout365.xml"/><Relationship Id="rId17" Type="http://schemas.openxmlformats.org/officeDocument/2006/relationships/slideLayout" Target="../slideLayouts/slideLayout366.xml"/><Relationship Id="rId18" Type="http://schemas.openxmlformats.org/officeDocument/2006/relationships/slideLayout" Target="../slideLayouts/slideLayout367.xml"/><Relationship Id="rId19" Type="http://schemas.openxmlformats.org/officeDocument/2006/relationships/slideLayout" Target="../slideLayouts/slideLayout368.xml"/></Relationships>
</file>

<file path=ppt/slideMasters/_rels/slideMaster20.xml.rels><?xml version="1.0" encoding="UTF-8" standalone="yes"?>
<Relationships xmlns="http://schemas.openxmlformats.org/package/2006/relationships"><Relationship Id="rId20" Type="http://schemas.openxmlformats.org/officeDocument/2006/relationships/slideLayout" Target="../slideLayouts/slideLayout401.xml"/><Relationship Id="rId21" Type="http://schemas.openxmlformats.org/officeDocument/2006/relationships/slideLayout" Target="../slideLayouts/slideLayout402.xml"/><Relationship Id="rId22" Type="http://schemas.openxmlformats.org/officeDocument/2006/relationships/slideLayout" Target="../slideLayouts/slideLayout403.xml"/><Relationship Id="rId23" Type="http://schemas.openxmlformats.org/officeDocument/2006/relationships/slideLayout" Target="../slideLayouts/slideLayout404.xml"/><Relationship Id="rId24" Type="http://schemas.openxmlformats.org/officeDocument/2006/relationships/slideLayout" Target="../slideLayouts/slideLayout405.xml"/><Relationship Id="rId25" Type="http://schemas.openxmlformats.org/officeDocument/2006/relationships/slideLayout" Target="../slideLayouts/slideLayout406.xml"/><Relationship Id="rId26" Type="http://schemas.openxmlformats.org/officeDocument/2006/relationships/slideLayout" Target="../slideLayouts/slideLayout407.xml"/><Relationship Id="rId27" Type="http://schemas.openxmlformats.org/officeDocument/2006/relationships/slideLayout" Target="../slideLayouts/slideLayout408.xml"/><Relationship Id="rId28" Type="http://schemas.openxmlformats.org/officeDocument/2006/relationships/slideLayout" Target="../slideLayouts/slideLayout409.xml"/><Relationship Id="rId29" Type="http://schemas.openxmlformats.org/officeDocument/2006/relationships/slideLayout" Target="../slideLayouts/slideLayout410.xml"/><Relationship Id="rId1" Type="http://schemas.openxmlformats.org/officeDocument/2006/relationships/slideLayout" Target="../slideLayouts/slideLayout382.xml"/><Relationship Id="rId2" Type="http://schemas.openxmlformats.org/officeDocument/2006/relationships/slideLayout" Target="../slideLayouts/slideLayout383.xml"/><Relationship Id="rId3" Type="http://schemas.openxmlformats.org/officeDocument/2006/relationships/slideLayout" Target="../slideLayouts/slideLayout384.xml"/><Relationship Id="rId4" Type="http://schemas.openxmlformats.org/officeDocument/2006/relationships/slideLayout" Target="../slideLayouts/slideLayout385.xml"/><Relationship Id="rId5" Type="http://schemas.openxmlformats.org/officeDocument/2006/relationships/slideLayout" Target="../slideLayouts/slideLayout386.xml"/><Relationship Id="rId30" Type="http://schemas.openxmlformats.org/officeDocument/2006/relationships/slideLayout" Target="../slideLayouts/slideLayout411.xml"/><Relationship Id="rId31" Type="http://schemas.openxmlformats.org/officeDocument/2006/relationships/slideLayout" Target="../slideLayouts/slideLayout412.xml"/><Relationship Id="rId32" Type="http://schemas.openxmlformats.org/officeDocument/2006/relationships/slideLayout" Target="../slideLayouts/slideLayout413.xml"/><Relationship Id="rId9" Type="http://schemas.openxmlformats.org/officeDocument/2006/relationships/slideLayout" Target="../slideLayouts/slideLayout390.xml"/><Relationship Id="rId6" Type="http://schemas.openxmlformats.org/officeDocument/2006/relationships/slideLayout" Target="../slideLayouts/slideLayout387.xml"/><Relationship Id="rId7" Type="http://schemas.openxmlformats.org/officeDocument/2006/relationships/slideLayout" Target="../slideLayouts/slideLayout388.xml"/><Relationship Id="rId8" Type="http://schemas.openxmlformats.org/officeDocument/2006/relationships/slideLayout" Target="../slideLayouts/slideLayout389.xml"/><Relationship Id="rId33" Type="http://schemas.openxmlformats.org/officeDocument/2006/relationships/theme" Target="../theme/theme20.xml"/><Relationship Id="rId34" Type="http://schemas.openxmlformats.org/officeDocument/2006/relationships/image" Target="../media/image1.jpg"/><Relationship Id="rId10" Type="http://schemas.openxmlformats.org/officeDocument/2006/relationships/slideLayout" Target="../slideLayouts/slideLayout391.xml"/><Relationship Id="rId11" Type="http://schemas.openxmlformats.org/officeDocument/2006/relationships/slideLayout" Target="../slideLayouts/slideLayout392.xml"/><Relationship Id="rId12" Type="http://schemas.openxmlformats.org/officeDocument/2006/relationships/slideLayout" Target="../slideLayouts/slideLayout393.xml"/><Relationship Id="rId13" Type="http://schemas.openxmlformats.org/officeDocument/2006/relationships/slideLayout" Target="../slideLayouts/slideLayout394.xml"/><Relationship Id="rId14" Type="http://schemas.openxmlformats.org/officeDocument/2006/relationships/slideLayout" Target="../slideLayouts/slideLayout395.xml"/><Relationship Id="rId15" Type="http://schemas.openxmlformats.org/officeDocument/2006/relationships/slideLayout" Target="../slideLayouts/slideLayout396.xml"/><Relationship Id="rId16" Type="http://schemas.openxmlformats.org/officeDocument/2006/relationships/slideLayout" Target="../slideLayouts/slideLayout397.xml"/><Relationship Id="rId17" Type="http://schemas.openxmlformats.org/officeDocument/2006/relationships/slideLayout" Target="../slideLayouts/slideLayout398.xml"/><Relationship Id="rId18" Type="http://schemas.openxmlformats.org/officeDocument/2006/relationships/slideLayout" Target="../slideLayouts/slideLayout399.xml"/><Relationship Id="rId19" Type="http://schemas.openxmlformats.org/officeDocument/2006/relationships/slideLayout" Target="../slideLayouts/slideLayout400.xml"/></Relationships>
</file>

<file path=ppt/slideMasters/_rels/slideMaster21.xml.rels><?xml version="1.0" encoding="UTF-8" standalone="yes"?>
<Relationships xmlns="http://schemas.openxmlformats.org/package/2006/relationships"><Relationship Id="rId9" Type="http://schemas.openxmlformats.org/officeDocument/2006/relationships/slideLayout" Target="../slideLayouts/slideLayout422.xml"/><Relationship Id="rId20" Type="http://schemas.openxmlformats.org/officeDocument/2006/relationships/slideLayout" Target="../slideLayouts/slideLayout433.xml"/><Relationship Id="rId21" Type="http://schemas.openxmlformats.org/officeDocument/2006/relationships/slideLayout" Target="../slideLayouts/slideLayout434.xml"/><Relationship Id="rId22" Type="http://schemas.openxmlformats.org/officeDocument/2006/relationships/slideLayout" Target="../slideLayouts/slideLayout435.xml"/><Relationship Id="rId23" Type="http://schemas.openxmlformats.org/officeDocument/2006/relationships/slideLayout" Target="../slideLayouts/slideLayout436.xml"/><Relationship Id="rId24" Type="http://schemas.openxmlformats.org/officeDocument/2006/relationships/slideLayout" Target="../slideLayouts/slideLayout437.xml"/><Relationship Id="rId25" Type="http://schemas.openxmlformats.org/officeDocument/2006/relationships/slideLayout" Target="../slideLayouts/slideLayout438.xml"/><Relationship Id="rId26" Type="http://schemas.openxmlformats.org/officeDocument/2006/relationships/slideLayout" Target="../slideLayouts/slideLayout439.xml"/><Relationship Id="rId27" Type="http://schemas.openxmlformats.org/officeDocument/2006/relationships/slideLayout" Target="../slideLayouts/slideLayout440.xml"/><Relationship Id="rId28" Type="http://schemas.openxmlformats.org/officeDocument/2006/relationships/slideLayout" Target="../slideLayouts/slideLayout441.xml"/><Relationship Id="rId29" Type="http://schemas.openxmlformats.org/officeDocument/2006/relationships/slideLayout" Target="../slideLayouts/slideLayout442.xml"/><Relationship Id="rId30" Type="http://schemas.openxmlformats.org/officeDocument/2006/relationships/slideLayout" Target="../slideLayouts/slideLayout443.xml"/><Relationship Id="rId31" Type="http://schemas.openxmlformats.org/officeDocument/2006/relationships/theme" Target="../theme/theme21.xml"/><Relationship Id="rId32" Type="http://schemas.openxmlformats.org/officeDocument/2006/relationships/image" Target="../media/image1.jpg"/><Relationship Id="rId10" Type="http://schemas.openxmlformats.org/officeDocument/2006/relationships/slideLayout" Target="../slideLayouts/slideLayout423.xml"/><Relationship Id="rId11" Type="http://schemas.openxmlformats.org/officeDocument/2006/relationships/slideLayout" Target="../slideLayouts/slideLayout424.xml"/><Relationship Id="rId12" Type="http://schemas.openxmlformats.org/officeDocument/2006/relationships/slideLayout" Target="../slideLayouts/slideLayout425.xml"/><Relationship Id="rId13" Type="http://schemas.openxmlformats.org/officeDocument/2006/relationships/slideLayout" Target="../slideLayouts/slideLayout426.xml"/><Relationship Id="rId14" Type="http://schemas.openxmlformats.org/officeDocument/2006/relationships/slideLayout" Target="../slideLayouts/slideLayout427.xml"/><Relationship Id="rId15" Type="http://schemas.openxmlformats.org/officeDocument/2006/relationships/slideLayout" Target="../slideLayouts/slideLayout428.xml"/><Relationship Id="rId16" Type="http://schemas.openxmlformats.org/officeDocument/2006/relationships/slideLayout" Target="../slideLayouts/slideLayout429.xml"/><Relationship Id="rId17" Type="http://schemas.openxmlformats.org/officeDocument/2006/relationships/slideLayout" Target="../slideLayouts/slideLayout430.xml"/><Relationship Id="rId18" Type="http://schemas.openxmlformats.org/officeDocument/2006/relationships/slideLayout" Target="../slideLayouts/slideLayout431.xml"/><Relationship Id="rId19" Type="http://schemas.openxmlformats.org/officeDocument/2006/relationships/slideLayout" Target="../slideLayouts/slideLayout432.xml"/><Relationship Id="rId1" Type="http://schemas.openxmlformats.org/officeDocument/2006/relationships/slideLayout" Target="../slideLayouts/slideLayout414.xml"/><Relationship Id="rId2" Type="http://schemas.openxmlformats.org/officeDocument/2006/relationships/slideLayout" Target="../slideLayouts/slideLayout415.xml"/><Relationship Id="rId3" Type="http://schemas.openxmlformats.org/officeDocument/2006/relationships/slideLayout" Target="../slideLayouts/slideLayout416.xml"/><Relationship Id="rId4" Type="http://schemas.openxmlformats.org/officeDocument/2006/relationships/slideLayout" Target="../slideLayouts/slideLayout417.xml"/><Relationship Id="rId5" Type="http://schemas.openxmlformats.org/officeDocument/2006/relationships/slideLayout" Target="../slideLayouts/slideLayout418.xml"/><Relationship Id="rId6" Type="http://schemas.openxmlformats.org/officeDocument/2006/relationships/slideLayout" Target="../slideLayouts/slideLayout419.xml"/><Relationship Id="rId7" Type="http://schemas.openxmlformats.org/officeDocument/2006/relationships/slideLayout" Target="../slideLayouts/slideLayout420.xml"/><Relationship Id="rId8" Type="http://schemas.openxmlformats.org/officeDocument/2006/relationships/slideLayout" Target="../slideLayouts/slideLayout421.xml"/></Relationships>
</file>

<file path=ppt/slideMasters/_rels/slideMaster22.xml.rels><?xml version="1.0" encoding="UTF-8" standalone="yes"?>
<Relationships xmlns="http://schemas.openxmlformats.org/package/2006/relationships"><Relationship Id="rId11" Type="http://schemas.openxmlformats.org/officeDocument/2006/relationships/slideLayout" Target="../slideLayouts/slideLayout454.xml"/><Relationship Id="rId12" Type="http://schemas.openxmlformats.org/officeDocument/2006/relationships/theme" Target="../theme/theme22.xml"/><Relationship Id="rId13" Type="http://schemas.openxmlformats.org/officeDocument/2006/relationships/image" Target="../media/image1.jpg"/><Relationship Id="rId1" Type="http://schemas.openxmlformats.org/officeDocument/2006/relationships/slideLayout" Target="../slideLayouts/slideLayout444.xml"/><Relationship Id="rId2" Type="http://schemas.openxmlformats.org/officeDocument/2006/relationships/slideLayout" Target="../slideLayouts/slideLayout445.xml"/><Relationship Id="rId3" Type="http://schemas.openxmlformats.org/officeDocument/2006/relationships/slideLayout" Target="../slideLayouts/slideLayout446.xml"/><Relationship Id="rId4" Type="http://schemas.openxmlformats.org/officeDocument/2006/relationships/slideLayout" Target="../slideLayouts/slideLayout447.xml"/><Relationship Id="rId5" Type="http://schemas.openxmlformats.org/officeDocument/2006/relationships/slideLayout" Target="../slideLayouts/slideLayout448.xml"/><Relationship Id="rId6" Type="http://schemas.openxmlformats.org/officeDocument/2006/relationships/slideLayout" Target="../slideLayouts/slideLayout449.xml"/><Relationship Id="rId7" Type="http://schemas.openxmlformats.org/officeDocument/2006/relationships/slideLayout" Target="../slideLayouts/slideLayout450.xml"/><Relationship Id="rId8" Type="http://schemas.openxmlformats.org/officeDocument/2006/relationships/slideLayout" Target="../slideLayouts/slideLayout451.xml"/><Relationship Id="rId9" Type="http://schemas.openxmlformats.org/officeDocument/2006/relationships/slideLayout" Target="../slideLayouts/slideLayout452.xml"/><Relationship Id="rId10" Type="http://schemas.openxmlformats.org/officeDocument/2006/relationships/slideLayout" Target="../slideLayouts/slideLayout453.xml"/></Relationships>
</file>

<file path=ppt/slideMasters/_rels/slideMaster23.xml.rels><?xml version="1.0" encoding="UTF-8" standalone="yes"?>
<Relationships xmlns="http://schemas.openxmlformats.org/package/2006/relationships"><Relationship Id="rId11" Type="http://schemas.openxmlformats.org/officeDocument/2006/relationships/slideLayout" Target="../slideLayouts/slideLayout465.xml"/><Relationship Id="rId12" Type="http://schemas.openxmlformats.org/officeDocument/2006/relationships/theme" Target="../theme/theme23.xml"/><Relationship Id="rId13" Type="http://schemas.openxmlformats.org/officeDocument/2006/relationships/image" Target="../media/image1.jpg"/><Relationship Id="rId1" Type="http://schemas.openxmlformats.org/officeDocument/2006/relationships/slideLayout" Target="../slideLayouts/slideLayout455.xml"/><Relationship Id="rId2" Type="http://schemas.openxmlformats.org/officeDocument/2006/relationships/slideLayout" Target="../slideLayouts/slideLayout456.xml"/><Relationship Id="rId3" Type="http://schemas.openxmlformats.org/officeDocument/2006/relationships/slideLayout" Target="../slideLayouts/slideLayout457.xml"/><Relationship Id="rId4" Type="http://schemas.openxmlformats.org/officeDocument/2006/relationships/slideLayout" Target="../slideLayouts/slideLayout458.xml"/><Relationship Id="rId5" Type="http://schemas.openxmlformats.org/officeDocument/2006/relationships/slideLayout" Target="../slideLayouts/slideLayout459.xml"/><Relationship Id="rId6" Type="http://schemas.openxmlformats.org/officeDocument/2006/relationships/slideLayout" Target="../slideLayouts/slideLayout460.xml"/><Relationship Id="rId7" Type="http://schemas.openxmlformats.org/officeDocument/2006/relationships/slideLayout" Target="../slideLayouts/slideLayout461.xml"/><Relationship Id="rId8" Type="http://schemas.openxmlformats.org/officeDocument/2006/relationships/slideLayout" Target="../slideLayouts/slideLayout462.xml"/><Relationship Id="rId9" Type="http://schemas.openxmlformats.org/officeDocument/2006/relationships/slideLayout" Target="../slideLayouts/slideLayout463.xml"/><Relationship Id="rId10" Type="http://schemas.openxmlformats.org/officeDocument/2006/relationships/slideLayout" Target="../slideLayouts/slideLayout464.xml"/></Relationships>
</file>

<file path=ppt/slideMasters/_rels/slideMaster24.xml.rels><?xml version="1.0" encoding="UTF-8" standalone="yes"?>
<Relationships xmlns="http://schemas.openxmlformats.org/package/2006/relationships"><Relationship Id="rId11" Type="http://schemas.openxmlformats.org/officeDocument/2006/relationships/slideLayout" Target="../slideLayouts/slideLayout476.xml"/><Relationship Id="rId12" Type="http://schemas.openxmlformats.org/officeDocument/2006/relationships/theme" Target="../theme/theme24.xml"/><Relationship Id="rId13" Type="http://schemas.openxmlformats.org/officeDocument/2006/relationships/image" Target="../media/image1.jpg"/><Relationship Id="rId1" Type="http://schemas.openxmlformats.org/officeDocument/2006/relationships/slideLayout" Target="../slideLayouts/slideLayout466.xml"/><Relationship Id="rId2" Type="http://schemas.openxmlformats.org/officeDocument/2006/relationships/slideLayout" Target="../slideLayouts/slideLayout467.xml"/><Relationship Id="rId3" Type="http://schemas.openxmlformats.org/officeDocument/2006/relationships/slideLayout" Target="../slideLayouts/slideLayout468.xml"/><Relationship Id="rId4" Type="http://schemas.openxmlformats.org/officeDocument/2006/relationships/slideLayout" Target="../slideLayouts/slideLayout469.xml"/><Relationship Id="rId5" Type="http://schemas.openxmlformats.org/officeDocument/2006/relationships/slideLayout" Target="../slideLayouts/slideLayout470.xml"/><Relationship Id="rId6" Type="http://schemas.openxmlformats.org/officeDocument/2006/relationships/slideLayout" Target="../slideLayouts/slideLayout471.xml"/><Relationship Id="rId7" Type="http://schemas.openxmlformats.org/officeDocument/2006/relationships/slideLayout" Target="../slideLayouts/slideLayout472.xml"/><Relationship Id="rId8" Type="http://schemas.openxmlformats.org/officeDocument/2006/relationships/slideLayout" Target="../slideLayouts/slideLayout473.xml"/><Relationship Id="rId9" Type="http://schemas.openxmlformats.org/officeDocument/2006/relationships/slideLayout" Target="../slideLayouts/slideLayout474.xml"/><Relationship Id="rId10" Type="http://schemas.openxmlformats.org/officeDocument/2006/relationships/slideLayout" Target="../slideLayouts/slideLayout475.xml"/></Relationships>
</file>

<file path=ppt/slideMasters/_rels/slideMaster25.xml.rels><?xml version="1.0" encoding="UTF-8" standalone="yes"?>
<Relationships xmlns="http://schemas.openxmlformats.org/package/2006/relationships"><Relationship Id="rId11" Type="http://schemas.openxmlformats.org/officeDocument/2006/relationships/theme" Target="../theme/theme25.xml"/><Relationship Id="rId12" Type="http://schemas.openxmlformats.org/officeDocument/2006/relationships/image" Target="../media/image1.jpg"/><Relationship Id="rId1" Type="http://schemas.openxmlformats.org/officeDocument/2006/relationships/slideLayout" Target="../slideLayouts/slideLayout477.xml"/><Relationship Id="rId2" Type="http://schemas.openxmlformats.org/officeDocument/2006/relationships/slideLayout" Target="../slideLayouts/slideLayout478.xml"/><Relationship Id="rId3" Type="http://schemas.openxmlformats.org/officeDocument/2006/relationships/slideLayout" Target="../slideLayouts/slideLayout479.xml"/><Relationship Id="rId4" Type="http://schemas.openxmlformats.org/officeDocument/2006/relationships/slideLayout" Target="../slideLayouts/slideLayout480.xml"/><Relationship Id="rId5" Type="http://schemas.openxmlformats.org/officeDocument/2006/relationships/slideLayout" Target="../slideLayouts/slideLayout481.xml"/><Relationship Id="rId6" Type="http://schemas.openxmlformats.org/officeDocument/2006/relationships/slideLayout" Target="../slideLayouts/slideLayout482.xml"/><Relationship Id="rId7" Type="http://schemas.openxmlformats.org/officeDocument/2006/relationships/slideLayout" Target="../slideLayouts/slideLayout483.xml"/><Relationship Id="rId8" Type="http://schemas.openxmlformats.org/officeDocument/2006/relationships/slideLayout" Target="../slideLayouts/slideLayout484.xml"/><Relationship Id="rId9" Type="http://schemas.openxmlformats.org/officeDocument/2006/relationships/slideLayout" Target="../slideLayouts/slideLayout485.xml"/><Relationship Id="rId10" Type="http://schemas.openxmlformats.org/officeDocument/2006/relationships/slideLayout" Target="../slideLayouts/slideLayout486.xml"/></Relationships>
</file>

<file path=ppt/slideMasters/_rels/slideMaster26.xml.rels><?xml version="1.0" encoding="UTF-8" standalone="yes"?>
<Relationships xmlns="http://schemas.openxmlformats.org/package/2006/relationships"><Relationship Id="rId11" Type="http://schemas.openxmlformats.org/officeDocument/2006/relationships/slideLayout" Target="../slideLayouts/slideLayout497.xml"/><Relationship Id="rId12" Type="http://schemas.openxmlformats.org/officeDocument/2006/relationships/theme" Target="../theme/theme26.xml"/><Relationship Id="rId13" Type="http://schemas.openxmlformats.org/officeDocument/2006/relationships/image" Target="../media/image1.jpg"/><Relationship Id="rId1" Type="http://schemas.openxmlformats.org/officeDocument/2006/relationships/slideLayout" Target="../slideLayouts/slideLayout487.xml"/><Relationship Id="rId2" Type="http://schemas.openxmlformats.org/officeDocument/2006/relationships/slideLayout" Target="../slideLayouts/slideLayout488.xml"/><Relationship Id="rId3" Type="http://schemas.openxmlformats.org/officeDocument/2006/relationships/slideLayout" Target="../slideLayouts/slideLayout489.xml"/><Relationship Id="rId4" Type="http://schemas.openxmlformats.org/officeDocument/2006/relationships/slideLayout" Target="../slideLayouts/slideLayout490.xml"/><Relationship Id="rId5" Type="http://schemas.openxmlformats.org/officeDocument/2006/relationships/slideLayout" Target="../slideLayouts/slideLayout491.xml"/><Relationship Id="rId6" Type="http://schemas.openxmlformats.org/officeDocument/2006/relationships/slideLayout" Target="../slideLayouts/slideLayout492.xml"/><Relationship Id="rId7" Type="http://schemas.openxmlformats.org/officeDocument/2006/relationships/slideLayout" Target="../slideLayouts/slideLayout493.xml"/><Relationship Id="rId8" Type="http://schemas.openxmlformats.org/officeDocument/2006/relationships/slideLayout" Target="../slideLayouts/slideLayout494.xml"/><Relationship Id="rId9" Type="http://schemas.openxmlformats.org/officeDocument/2006/relationships/slideLayout" Target="../slideLayouts/slideLayout495.xml"/><Relationship Id="rId10" Type="http://schemas.openxmlformats.org/officeDocument/2006/relationships/slideLayout" Target="../slideLayouts/slideLayout496.xml"/></Relationships>
</file>

<file path=ppt/slideMasters/_rels/slideMaster27.xml.rels><?xml version="1.0" encoding="UTF-8" standalone="yes"?>
<Relationships xmlns="http://schemas.openxmlformats.org/package/2006/relationships"><Relationship Id="rId9" Type="http://schemas.openxmlformats.org/officeDocument/2006/relationships/slideLayout" Target="../slideLayouts/slideLayout506.xml"/><Relationship Id="rId20" Type="http://schemas.openxmlformats.org/officeDocument/2006/relationships/slideLayout" Target="../slideLayouts/slideLayout517.xml"/><Relationship Id="rId21" Type="http://schemas.openxmlformats.org/officeDocument/2006/relationships/slideLayout" Target="../slideLayouts/slideLayout518.xml"/><Relationship Id="rId22" Type="http://schemas.openxmlformats.org/officeDocument/2006/relationships/slideLayout" Target="../slideLayouts/slideLayout519.xml"/><Relationship Id="rId23" Type="http://schemas.openxmlformats.org/officeDocument/2006/relationships/slideLayout" Target="../slideLayouts/slideLayout520.xml"/><Relationship Id="rId24" Type="http://schemas.openxmlformats.org/officeDocument/2006/relationships/slideLayout" Target="../slideLayouts/slideLayout521.xml"/><Relationship Id="rId25" Type="http://schemas.openxmlformats.org/officeDocument/2006/relationships/slideLayout" Target="../slideLayouts/slideLayout522.xml"/><Relationship Id="rId26" Type="http://schemas.openxmlformats.org/officeDocument/2006/relationships/slideLayout" Target="../slideLayouts/slideLayout523.xml"/><Relationship Id="rId27" Type="http://schemas.openxmlformats.org/officeDocument/2006/relationships/slideLayout" Target="../slideLayouts/slideLayout524.xml"/><Relationship Id="rId28" Type="http://schemas.openxmlformats.org/officeDocument/2006/relationships/slideLayout" Target="../slideLayouts/slideLayout525.xml"/><Relationship Id="rId29" Type="http://schemas.openxmlformats.org/officeDocument/2006/relationships/slideLayout" Target="../slideLayouts/slideLayout526.xml"/><Relationship Id="rId30" Type="http://schemas.openxmlformats.org/officeDocument/2006/relationships/theme" Target="../theme/theme27.xml"/><Relationship Id="rId31" Type="http://schemas.openxmlformats.org/officeDocument/2006/relationships/image" Target="../media/image1.jpg"/><Relationship Id="rId10" Type="http://schemas.openxmlformats.org/officeDocument/2006/relationships/slideLayout" Target="../slideLayouts/slideLayout507.xml"/><Relationship Id="rId11" Type="http://schemas.openxmlformats.org/officeDocument/2006/relationships/slideLayout" Target="../slideLayouts/slideLayout508.xml"/><Relationship Id="rId12" Type="http://schemas.openxmlformats.org/officeDocument/2006/relationships/slideLayout" Target="../slideLayouts/slideLayout509.xml"/><Relationship Id="rId13" Type="http://schemas.openxmlformats.org/officeDocument/2006/relationships/slideLayout" Target="../slideLayouts/slideLayout510.xml"/><Relationship Id="rId14" Type="http://schemas.openxmlformats.org/officeDocument/2006/relationships/slideLayout" Target="../slideLayouts/slideLayout511.xml"/><Relationship Id="rId15" Type="http://schemas.openxmlformats.org/officeDocument/2006/relationships/slideLayout" Target="../slideLayouts/slideLayout512.xml"/><Relationship Id="rId16" Type="http://schemas.openxmlformats.org/officeDocument/2006/relationships/slideLayout" Target="../slideLayouts/slideLayout513.xml"/><Relationship Id="rId17" Type="http://schemas.openxmlformats.org/officeDocument/2006/relationships/slideLayout" Target="../slideLayouts/slideLayout514.xml"/><Relationship Id="rId18" Type="http://schemas.openxmlformats.org/officeDocument/2006/relationships/slideLayout" Target="../slideLayouts/slideLayout515.xml"/><Relationship Id="rId19" Type="http://schemas.openxmlformats.org/officeDocument/2006/relationships/slideLayout" Target="../slideLayouts/slideLayout516.xml"/><Relationship Id="rId1" Type="http://schemas.openxmlformats.org/officeDocument/2006/relationships/slideLayout" Target="../slideLayouts/slideLayout498.xml"/><Relationship Id="rId2" Type="http://schemas.openxmlformats.org/officeDocument/2006/relationships/slideLayout" Target="../slideLayouts/slideLayout499.xml"/><Relationship Id="rId3" Type="http://schemas.openxmlformats.org/officeDocument/2006/relationships/slideLayout" Target="../slideLayouts/slideLayout500.xml"/><Relationship Id="rId4" Type="http://schemas.openxmlformats.org/officeDocument/2006/relationships/slideLayout" Target="../slideLayouts/slideLayout501.xml"/><Relationship Id="rId5" Type="http://schemas.openxmlformats.org/officeDocument/2006/relationships/slideLayout" Target="../slideLayouts/slideLayout502.xml"/><Relationship Id="rId6" Type="http://schemas.openxmlformats.org/officeDocument/2006/relationships/slideLayout" Target="../slideLayouts/slideLayout503.xml"/><Relationship Id="rId7" Type="http://schemas.openxmlformats.org/officeDocument/2006/relationships/slideLayout" Target="../slideLayouts/slideLayout504.xml"/><Relationship Id="rId8" Type="http://schemas.openxmlformats.org/officeDocument/2006/relationships/slideLayout" Target="../slideLayouts/slideLayout505.xml"/></Relationships>
</file>

<file path=ppt/slideMasters/_rels/slideMaster28.xml.rels><?xml version="1.0" encoding="UTF-8" standalone="yes"?>
<Relationships xmlns="http://schemas.openxmlformats.org/package/2006/relationships"><Relationship Id="rId9" Type="http://schemas.openxmlformats.org/officeDocument/2006/relationships/slideLayout" Target="../slideLayouts/slideLayout535.xml"/><Relationship Id="rId20" Type="http://schemas.openxmlformats.org/officeDocument/2006/relationships/slideLayout" Target="../slideLayouts/slideLayout546.xml"/><Relationship Id="rId21" Type="http://schemas.openxmlformats.org/officeDocument/2006/relationships/slideLayout" Target="../slideLayouts/slideLayout547.xml"/><Relationship Id="rId22" Type="http://schemas.openxmlformats.org/officeDocument/2006/relationships/slideLayout" Target="../slideLayouts/slideLayout548.xml"/><Relationship Id="rId23" Type="http://schemas.openxmlformats.org/officeDocument/2006/relationships/slideLayout" Target="../slideLayouts/slideLayout549.xml"/><Relationship Id="rId24" Type="http://schemas.openxmlformats.org/officeDocument/2006/relationships/slideLayout" Target="../slideLayouts/slideLayout550.xml"/><Relationship Id="rId25" Type="http://schemas.openxmlformats.org/officeDocument/2006/relationships/slideLayout" Target="../slideLayouts/slideLayout551.xml"/><Relationship Id="rId26" Type="http://schemas.openxmlformats.org/officeDocument/2006/relationships/slideLayout" Target="../slideLayouts/slideLayout552.xml"/><Relationship Id="rId27" Type="http://schemas.openxmlformats.org/officeDocument/2006/relationships/slideLayout" Target="../slideLayouts/slideLayout553.xml"/><Relationship Id="rId28" Type="http://schemas.openxmlformats.org/officeDocument/2006/relationships/slideLayout" Target="../slideLayouts/slideLayout554.xml"/><Relationship Id="rId29" Type="http://schemas.openxmlformats.org/officeDocument/2006/relationships/slideLayout" Target="../slideLayouts/slideLayout555.xml"/><Relationship Id="rId30" Type="http://schemas.openxmlformats.org/officeDocument/2006/relationships/theme" Target="../theme/theme28.xml"/><Relationship Id="rId31" Type="http://schemas.openxmlformats.org/officeDocument/2006/relationships/image" Target="../media/image1.jpg"/><Relationship Id="rId10" Type="http://schemas.openxmlformats.org/officeDocument/2006/relationships/slideLayout" Target="../slideLayouts/slideLayout536.xml"/><Relationship Id="rId11" Type="http://schemas.openxmlformats.org/officeDocument/2006/relationships/slideLayout" Target="../slideLayouts/slideLayout537.xml"/><Relationship Id="rId12" Type="http://schemas.openxmlformats.org/officeDocument/2006/relationships/slideLayout" Target="../slideLayouts/slideLayout538.xml"/><Relationship Id="rId13" Type="http://schemas.openxmlformats.org/officeDocument/2006/relationships/slideLayout" Target="../slideLayouts/slideLayout539.xml"/><Relationship Id="rId14" Type="http://schemas.openxmlformats.org/officeDocument/2006/relationships/slideLayout" Target="../slideLayouts/slideLayout540.xml"/><Relationship Id="rId15" Type="http://schemas.openxmlformats.org/officeDocument/2006/relationships/slideLayout" Target="../slideLayouts/slideLayout541.xml"/><Relationship Id="rId16" Type="http://schemas.openxmlformats.org/officeDocument/2006/relationships/slideLayout" Target="../slideLayouts/slideLayout542.xml"/><Relationship Id="rId17" Type="http://schemas.openxmlformats.org/officeDocument/2006/relationships/slideLayout" Target="../slideLayouts/slideLayout543.xml"/><Relationship Id="rId18" Type="http://schemas.openxmlformats.org/officeDocument/2006/relationships/slideLayout" Target="../slideLayouts/slideLayout544.xml"/><Relationship Id="rId19" Type="http://schemas.openxmlformats.org/officeDocument/2006/relationships/slideLayout" Target="../slideLayouts/slideLayout545.xml"/><Relationship Id="rId1" Type="http://schemas.openxmlformats.org/officeDocument/2006/relationships/slideLayout" Target="../slideLayouts/slideLayout527.xml"/><Relationship Id="rId2" Type="http://schemas.openxmlformats.org/officeDocument/2006/relationships/slideLayout" Target="../slideLayouts/slideLayout528.xml"/><Relationship Id="rId3" Type="http://schemas.openxmlformats.org/officeDocument/2006/relationships/slideLayout" Target="../slideLayouts/slideLayout529.xml"/><Relationship Id="rId4" Type="http://schemas.openxmlformats.org/officeDocument/2006/relationships/slideLayout" Target="../slideLayouts/slideLayout530.xml"/><Relationship Id="rId5" Type="http://schemas.openxmlformats.org/officeDocument/2006/relationships/slideLayout" Target="../slideLayouts/slideLayout531.xml"/><Relationship Id="rId6" Type="http://schemas.openxmlformats.org/officeDocument/2006/relationships/slideLayout" Target="../slideLayouts/slideLayout532.xml"/><Relationship Id="rId7" Type="http://schemas.openxmlformats.org/officeDocument/2006/relationships/slideLayout" Target="../slideLayouts/slideLayout533.xml"/><Relationship Id="rId8" Type="http://schemas.openxmlformats.org/officeDocument/2006/relationships/slideLayout" Target="../slideLayouts/slideLayout534.xml"/></Relationships>
</file>

<file path=ppt/slideMasters/_rels/slideMaster29.xml.rels><?xml version="1.0" encoding="UTF-8" standalone="yes"?>
<Relationships xmlns="http://schemas.openxmlformats.org/package/2006/relationships"><Relationship Id="rId13" Type="http://schemas.openxmlformats.org/officeDocument/2006/relationships/slideLayout" Target="../slideLayouts/slideLayout568.xml"/><Relationship Id="rId14" Type="http://schemas.openxmlformats.org/officeDocument/2006/relationships/slideLayout" Target="../slideLayouts/slideLayout569.xml"/><Relationship Id="rId15" Type="http://schemas.openxmlformats.org/officeDocument/2006/relationships/slideLayout" Target="../slideLayouts/slideLayout570.xml"/><Relationship Id="rId16" Type="http://schemas.openxmlformats.org/officeDocument/2006/relationships/slideLayout" Target="../slideLayouts/slideLayout571.xml"/><Relationship Id="rId17" Type="http://schemas.openxmlformats.org/officeDocument/2006/relationships/slideLayout" Target="../slideLayouts/slideLayout572.xml"/><Relationship Id="rId18" Type="http://schemas.openxmlformats.org/officeDocument/2006/relationships/slideLayout" Target="../slideLayouts/slideLayout573.xml"/><Relationship Id="rId19" Type="http://schemas.openxmlformats.org/officeDocument/2006/relationships/slideLayout" Target="../slideLayouts/slideLayout574.xml"/><Relationship Id="rId63" Type="http://schemas.openxmlformats.org/officeDocument/2006/relationships/slideLayout" Target="../slideLayouts/slideLayout618.xml"/><Relationship Id="rId64" Type="http://schemas.openxmlformats.org/officeDocument/2006/relationships/slideLayout" Target="../slideLayouts/slideLayout619.xml"/><Relationship Id="rId65" Type="http://schemas.openxmlformats.org/officeDocument/2006/relationships/slideLayout" Target="../slideLayouts/slideLayout620.xml"/><Relationship Id="rId66" Type="http://schemas.openxmlformats.org/officeDocument/2006/relationships/slideLayout" Target="../slideLayouts/slideLayout621.xml"/><Relationship Id="rId67" Type="http://schemas.openxmlformats.org/officeDocument/2006/relationships/slideLayout" Target="../slideLayouts/slideLayout622.xml"/><Relationship Id="rId68" Type="http://schemas.openxmlformats.org/officeDocument/2006/relationships/slideLayout" Target="../slideLayouts/slideLayout623.xml"/><Relationship Id="rId69" Type="http://schemas.openxmlformats.org/officeDocument/2006/relationships/slideLayout" Target="../slideLayouts/slideLayout624.xml"/><Relationship Id="rId50" Type="http://schemas.openxmlformats.org/officeDocument/2006/relationships/slideLayout" Target="../slideLayouts/slideLayout605.xml"/><Relationship Id="rId51" Type="http://schemas.openxmlformats.org/officeDocument/2006/relationships/slideLayout" Target="../slideLayouts/slideLayout606.xml"/><Relationship Id="rId52" Type="http://schemas.openxmlformats.org/officeDocument/2006/relationships/slideLayout" Target="../slideLayouts/slideLayout607.xml"/><Relationship Id="rId53" Type="http://schemas.openxmlformats.org/officeDocument/2006/relationships/slideLayout" Target="../slideLayouts/slideLayout608.xml"/><Relationship Id="rId54" Type="http://schemas.openxmlformats.org/officeDocument/2006/relationships/slideLayout" Target="../slideLayouts/slideLayout609.xml"/><Relationship Id="rId55" Type="http://schemas.openxmlformats.org/officeDocument/2006/relationships/slideLayout" Target="../slideLayouts/slideLayout610.xml"/><Relationship Id="rId56" Type="http://schemas.openxmlformats.org/officeDocument/2006/relationships/slideLayout" Target="../slideLayouts/slideLayout611.xml"/><Relationship Id="rId57" Type="http://schemas.openxmlformats.org/officeDocument/2006/relationships/slideLayout" Target="../slideLayouts/slideLayout612.xml"/><Relationship Id="rId58" Type="http://schemas.openxmlformats.org/officeDocument/2006/relationships/slideLayout" Target="../slideLayouts/slideLayout613.xml"/><Relationship Id="rId59" Type="http://schemas.openxmlformats.org/officeDocument/2006/relationships/slideLayout" Target="../slideLayouts/slideLayout614.xml"/><Relationship Id="rId40" Type="http://schemas.openxmlformats.org/officeDocument/2006/relationships/slideLayout" Target="../slideLayouts/slideLayout595.xml"/><Relationship Id="rId41" Type="http://schemas.openxmlformats.org/officeDocument/2006/relationships/slideLayout" Target="../slideLayouts/slideLayout596.xml"/><Relationship Id="rId42" Type="http://schemas.openxmlformats.org/officeDocument/2006/relationships/slideLayout" Target="../slideLayouts/slideLayout597.xml"/><Relationship Id="rId43" Type="http://schemas.openxmlformats.org/officeDocument/2006/relationships/slideLayout" Target="../slideLayouts/slideLayout598.xml"/><Relationship Id="rId44" Type="http://schemas.openxmlformats.org/officeDocument/2006/relationships/slideLayout" Target="../slideLayouts/slideLayout599.xml"/><Relationship Id="rId45" Type="http://schemas.openxmlformats.org/officeDocument/2006/relationships/slideLayout" Target="../slideLayouts/slideLayout600.xml"/><Relationship Id="rId46" Type="http://schemas.openxmlformats.org/officeDocument/2006/relationships/slideLayout" Target="../slideLayouts/slideLayout601.xml"/><Relationship Id="rId47" Type="http://schemas.openxmlformats.org/officeDocument/2006/relationships/slideLayout" Target="../slideLayouts/slideLayout602.xml"/><Relationship Id="rId48" Type="http://schemas.openxmlformats.org/officeDocument/2006/relationships/slideLayout" Target="../slideLayouts/slideLayout603.xml"/><Relationship Id="rId49" Type="http://schemas.openxmlformats.org/officeDocument/2006/relationships/slideLayout" Target="../slideLayouts/slideLayout604.xml"/><Relationship Id="rId1" Type="http://schemas.openxmlformats.org/officeDocument/2006/relationships/slideLayout" Target="../slideLayouts/slideLayout556.xml"/><Relationship Id="rId2" Type="http://schemas.openxmlformats.org/officeDocument/2006/relationships/slideLayout" Target="../slideLayouts/slideLayout557.xml"/><Relationship Id="rId3" Type="http://schemas.openxmlformats.org/officeDocument/2006/relationships/slideLayout" Target="../slideLayouts/slideLayout558.xml"/><Relationship Id="rId4" Type="http://schemas.openxmlformats.org/officeDocument/2006/relationships/slideLayout" Target="../slideLayouts/slideLayout559.xml"/><Relationship Id="rId5" Type="http://schemas.openxmlformats.org/officeDocument/2006/relationships/slideLayout" Target="../slideLayouts/slideLayout560.xml"/><Relationship Id="rId6" Type="http://schemas.openxmlformats.org/officeDocument/2006/relationships/slideLayout" Target="../slideLayouts/slideLayout561.xml"/><Relationship Id="rId7" Type="http://schemas.openxmlformats.org/officeDocument/2006/relationships/slideLayout" Target="../slideLayouts/slideLayout562.xml"/><Relationship Id="rId8" Type="http://schemas.openxmlformats.org/officeDocument/2006/relationships/slideLayout" Target="../slideLayouts/slideLayout563.xml"/><Relationship Id="rId9" Type="http://schemas.openxmlformats.org/officeDocument/2006/relationships/slideLayout" Target="../slideLayouts/slideLayout564.xml"/><Relationship Id="rId30" Type="http://schemas.openxmlformats.org/officeDocument/2006/relationships/slideLayout" Target="../slideLayouts/slideLayout585.xml"/><Relationship Id="rId31" Type="http://schemas.openxmlformats.org/officeDocument/2006/relationships/slideLayout" Target="../slideLayouts/slideLayout586.xml"/><Relationship Id="rId32" Type="http://schemas.openxmlformats.org/officeDocument/2006/relationships/slideLayout" Target="../slideLayouts/slideLayout587.xml"/><Relationship Id="rId33" Type="http://schemas.openxmlformats.org/officeDocument/2006/relationships/slideLayout" Target="../slideLayouts/slideLayout588.xml"/><Relationship Id="rId34" Type="http://schemas.openxmlformats.org/officeDocument/2006/relationships/slideLayout" Target="../slideLayouts/slideLayout589.xml"/><Relationship Id="rId35" Type="http://schemas.openxmlformats.org/officeDocument/2006/relationships/slideLayout" Target="../slideLayouts/slideLayout590.xml"/><Relationship Id="rId36" Type="http://schemas.openxmlformats.org/officeDocument/2006/relationships/slideLayout" Target="../slideLayouts/slideLayout591.xml"/><Relationship Id="rId37" Type="http://schemas.openxmlformats.org/officeDocument/2006/relationships/slideLayout" Target="../slideLayouts/slideLayout592.xml"/><Relationship Id="rId38" Type="http://schemas.openxmlformats.org/officeDocument/2006/relationships/slideLayout" Target="../slideLayouts/slideLayout593.xml"/><Relationship Id="rId39" Type="http://schemas.openxmlformats.org/officeDocument/2006/relationships/slideLayout" Target="../slideLayouts/slideLayout594.xml"/><Relationship Id="rId70" Type="http://schemas.openxmlformats.org/officeDocument/2006/relationships/slideLayout" Target="../slideLayouts/slideLayout625.xml"/><Relationship Id="rId71" Type="http://schemas.openxmlformats.org/officeDocument/2006/relationships/slideLayout" Target="../slideLayouts/slideLayout626.xml"/><Relationship Id="rId72" Type="http://schemas.openxmlformats.org/officeDocument/2006/relationships/slideLayout" Target="../slideLayouts/slideLayout627.xml"/><Relationship Id="rId20" Type="http://schemas.openxmlformats.org/officeDocument/2006/relationships/slideLayout" Target="../slideLayouts/slideLayout575.xml"/><Relationship Id="rId21" Type="http://schemas.openxmlformats.org/officeDocument/2006/relationships/slideLayout" Target="../slideLayouts/slideLayout576.xml"/><Relationship Id="rId22" Type="http://schemas.openxmlformats.org/officeDocument/2006/relationships/slideLayout" Target="../slideLayouts/slideLayout577.xml"/><Relationship Id="rId23" Type="http://schemas.openxmlformats.org/officeDocument/2006/relationships/slideLayout" Target="../slideLayouts/slideLayout578.xml"/><Relationship Id="rId24" Type="http://schemas.openxmlformats.org/officeDocument/2006/relationships/slideLayout" Target="../slideLayouts/slideLayout579.xml"/><Relationship Id="rId25" Type="http://schemas.openxmlformats.org/officeDocument/2006/relationships/slideLayout" Target="../slideLayouts/slideLayout580.xml"/><Relationship Id="rId26" Type="http://schemas.openxmlformats.org/officeDocument/2006/relationships/slideLayout" Target="../slideLayouts/slideLayout581.xml"/><Relationship Id="rId27" Type="http://schemas.openxmlformats.org/officeDocument/2006/relationships/slideLayout" Target="../slideLayouts/slideLayout582.xml"/><Relationship Id="rId28" Type="http://schemas.openxmlformats.org/officeDocument/2006/relationships/slideLayout" Target="../slideLayouts/slideLayout583.xml"/><Relationship Id="rId29" Type="http://schemas.openxmlformats.org/officeDocument/2006/relationships/slideLayout" Target="../slideLayouts/slideLayout584.xml"/><Relationship Id="rId73" Type="http://schemas.openxmlformats.org/officeDocument/2006/relationships/slideLayout" Target="../slideLayouts/slideLayout628.xml"/><Relationship Id="rId74" Type="http://schemas.openxmlformats.org/officeDocument/2006/relationships/slideLayout" Target="../slideLayouts/slideLayout629.xml"/><Relationship Id="rId75" Type="http://schemas.openxmlformats.org/officeDocument/2006/relationships/theme" Target="../theme/theme29.xml"/><Relationship Id="rId76" Type="http://schemas.openxmlformats.org/officeDocument/2006/relationships/image" Target="../media/image1.jpg"/><Relationship Id="rId60" Type="http://schemas.openxmlformats.org/officeDocument/2006/relationships/slideLayout" Target="../slideLayouts/slideLayout615.xml"/><Relationship Id="rId61" Type="http://schemas.openxmlformats.org/officeDocument/2006/relationships/slideLayout" Target="../slideLayouts/slideLayout616.xml"/><Relationship Id="rId62" Type="http://schemas.openxmlformats.org/officeDocument/2006/relationships/slideLayout" Target="../slideLayouts/slideLayout617.xml"/><Relationship Id="rId10" Type="http://schemas.openxmlformats.org/officeDocument/2006/relationships/slideLayout" Target="../slideLayouts/slideLayout565.xml"/><Relationship Id="rId11" Type="http://schemas.openxmlformats.org/officeDocument/2006/relationships/slideLayout" Target="../slideLayouts/slideLayout566.xml"/><Relationship Id="rId12" Type="http://schemas.openxmlformats.org/officeDocument/2006/relationships/slideLayout" Target="../slideLayouts/slideLayout56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ltLang="en-US" smtClean="0"/>
              <a:t>Click to edit Master title style</a:t>
            </a:r>
          </a:p>
        </p:txBody>
      </p:sp>
      <p:sp>
        <p:nvSpPr>
          <p:cNvPr id="1027"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wrap="square" lIns="91440" tIns="45720" rIns="91440" bIns="45720" numCol="1" anchor="ctr" anchorCtr="0" compatLnSpc="1">
            <a:prstTxWarp prst="textNoShape">
              <a:avLst/>
            </a:prstTxWarp>
          </a:bodyPr>
          <a:lstStyle>
            <a:lvl1pPr eaLnBrk="1" hangingPunct="1">
              <a:defRPr sz="1200">
                <a:solidFill>
                  <a:srgbClr val="898989"/>
                </a:solidFill>
                <a:cs typeface="+mn-cs"/>
              </a:defRPr>
            </a:lvl1pPr>
          </a:lstStyle>
          <a:p>
            <a:pPr>
              <a:defRPr/>
            </a:pPr>
            <a:fld id="{FBF81E9D-3C55-452E-9589-AFEEEFBC2FEA}" type="datetimeFigureOut">
              <a:rPr lang="en-US" altLang="en-US" smtClean="0"/>
              <a:pPr>
                <a:defRPr/>
              </a:pPr>
              <a:t>8/17/16</a:t>
            </a:fld>
            <a:endParaRPr lang="en-US" alt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lvl1pPr algn="ctr" eaLnBrk="1" hangingPunct="1">
              <a:defRPr sz="1200">
                <a:solidFill>
                  <a:srgbClr val="898989"/>
                </a:solidFill>
                <a:cs typeface="+mn-cs"/>
              </a:defRPr>
            </a:lvl1pPr>
          </a:lstStyle>
          <a:p>
            <a:pPr>
              <a:defRPr/>
            </a:pPr>
            <a:endParaRPr lang="en-US" alt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cs typeface="+mn-cs"/>
              </a:defRPr>
            </a:lvl1pPr>
          </a:lstStyle>
          <a:p>
            <a:pPr>
              <a:defRPr/>
            </a:pPr>
            <a:fld id="{13F4DAE4-2DD5-4900-BDCA-51754608505E}"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484429" r:id="rId1"/>
    <p:sldLayoutId id="2147484428" r:id="rId2"/>
    <p:sldLayoutId id="2147484427" r:id="rId3"/>
    <p:sldLayoutId id="2147484426" r:id="rId4"/>
    <p:sldLayoutId id="2147484425" r:id="rId5"/>
    <p:sldLayoutId id="2147484424" r:id="rId6"/>
    <p:sldLayoutId id="2147484423" r:id="rId7"/>
    <p:sldLayoutId id="2147484422" r:id="rId8"/>
    <p:sldLayoutId id="2147484421" r:id="rId9"/>
    <p:sldLayoutId id="2147484420" r:id="rId10"/>
    <p:sldLayoutId id="2147484419" r:id="rId11"/>
  </p:sldLayoutIdLst>
  <mc:AlternateContent xmlns:mc="http://schemas.openxmlformats.org/markup-compatibility/2006" xmlns:p14="http://schemas.microsoft.com/office/powerpoint/2010/main">
    <mc:Choice Requires="p14">
      <p:transition p14:dur="10"/>
    </mc:Choice>
    <mc:Fallback xmlns="">
      <p:transition/>
    </mc:Fallback>
  </mc:AlternateConten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41986"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41987"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panose="020F0502020204030204"/>
                <a:cs typeface="+mn-cs"/>
              </a:defRPr>
            </a:lvl1pPr>
          </a:lstStyle>
          <a:p>
            <a:pPr>
              <a:defRPr/>
            </a:pPr>
            <a:fld id="{45743592-30B0-4283-9FE6-165A8C30EF61}" type="datetimeFigureOut">
              <a:rPr lang="id-ID" smtClean="0"/>
              <a:pPr>
                <a:defRPr/>
              </a:pPr>
              <a:t>17/08/16</a:t>
            </a:fld>
            <a:endParaRPr lang="id-ID"/>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panose="020F0502020204030204"/>
                <a:cs typeface="+mn-cs"/>
              </a:defRPr>
            </a:lvl1pPr>
          </a:lstStyle>
          <a:p>
            <a:pPr>
              <a:defRPr/>
            </a:pPr>
            <a:endParaRPr lang="id-ID"/>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panose="020F0502020204030204"/>
                <a:cs typeface="+mn-cs"/>
              </a:defRPr>
            </a:lvl1pPr>
          </a:lstStyle>
          <a:p>
            <a:pPr>
              <a:defRPr/>
            </a:pPr>
            <a:fld id="{3F5E3372-81A8-41D2-BE97-2C263CBC986D}" type="slidenum">
              <a:rPr lang="id-ID"/>
              <a:pPr>
                <a:defRPr/>
              </a:pPr>
              <a:t>‹#›</a:t>
            </a:fld>
            <a:endParaRPr lang="id-ID"/>
          </a:p>
        </p:txBody>
      </p:sp>
    </p:spTree>
  </p:cSld>
  <p:clrMap bg1="lt1" tx1="dk1" bg2="lt2" tx2="dk2" accent1="accent1" accent2="accent2" accent3="accent3" accent4="accent4" accent5="accent5" accent6="accent6" hlink="hlink" folHlink="folHlink"/>
  <p:sldLayoutIdLst>
    <p:sldLayoutId id="2147484499" r:id="rId1"/>
    <p:sldLayoutId id="2147484500" r:id="rId2"/>
    <p:sldLayoutId id="2147484501" r:id="rId3"/>
    <p:sldLayoutId id="2147484502" r:id="rId4"/>
    <p:sldLayoutId id="2147484503" r:id="rId5"/>
    <p:sldLayoutId id="2147484504" r:id="rId6"/>
    <p:sldLayoutId id="2147484505" r:id="rId7"/>
    <p:sldLayoutId id="2147484506" r:id="rId8"/>
    <p:sldLayoutId id="2147484507" r:id="rId9"/>
    <p:sldLayoutId id="2147484508" r:id="rId10"/>
    <p:sldLayoutId id="2147484509" r:id="rId11"/>
  </p:sldLayoutIdLst>
  <mc:AlternateContent xmlns:mc="http://schemas.openxmlformats.org/markup-compatibility/2006" xmlns:p14="http://schemas.microsoft.com/office/powerpoint/2010/main">
    <mc:Choice Requires="p14">
      <p:transition p14:dur="10"/>
    </mc:Choice>
    <mc:Fallback xmlns="">
      <p:transition/>
    </mc:Fallback>
  </mc:AlternateConten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blipFill dpi="0" rotWithShape="1">
          <a:blip r:embed="rId35">
            <a:lum/>
          </a:blip>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543" r:id="rId1"/>
    <p:sldLayoutId id="2147484462" r:id="rId2"/>
    <p:sldLayoutId id="2147484461" r:id="rId3"/>
    <p:sldLayoutId id="2147484460" r:id="rId4"/>
    <p:sldLayoutId id="2147484459" r:id="rId5"/>
    <p:sldLayoutId id="2147484458" r:id="rId6"/>
    <p:sldLayoutId id="2147484457" r:id="rId7"/>
    <p:sldLayoutId id="2147484456" r:id="rId8"/>
    <p:sldLayoutId id="2147484455" r:id="rId9"/>
    <p:sldLayoutId id="2147484454" r:id="rId10"/>
    <p:sldLayoutId id="2147484453" r:id="rId11"/>
    <p:sldLayoutId id="2147484452" r:id="rId12"/>
    <p:sldLayoutId id="2147484451" r:id="rId13"/>
    <p:sldLayoutId id="2147484450" r:id="rId14"/>
    <p:sldLayoutId id="2147484449" r:id="rId15"/>
    <p:sldLayoutId id="2147484448" r:id="rId16"/>
    <p:sldLayoutId id="2147484447" r:id="rId17"/>
    <p:sldLayoutId id="2147484446" r:id="rId18"/>
    <p:sldLayoutId id="2147484445" r:id="rId19"/>
    <p:sldLayoutId id="2147484444" r:id="rId20"/>
    <p:sldLayoutId id="2147484443" r:id="rId21"/>
    <p:sldLayoutId id="2147484442" r:id="rId22"/>
    <p:sldLayoutId id="2147484441" r:id="rId23"/>
    <p:sldLayoutId id="2147484440" r:id="rId24"/>
    <p:sldLayoutId id="2147484439" r:id="rId25"/>
    <p:sldLayoutId id="2147484438" r:id="rId26"/>
    <p:sldLayoutId id="2147484437" r:id="rId27"/>
    <p:sldLayoutId id="2147484436" r:id="rId28"/>
    <p:sldLayoutId id="2147484435" r:id="rId29"/>
    <p:sldLayoutId id="2147484434" r:id="rId30"/>
    <p:sldLayoutId id="2147484433" r:id="rId31"/>
    <p:sldLayoutId id="2147484432" r:id="rId32"/>
    <p:sldLayoutId id="2147484431" r:id="rId33"/>
  </p:sldLayoutIdLst>
  <mc:AlternateContent xmlns:mc="http://schemas.openxmlformats.org/markup-compatibility/2006" xmlns:p14="http://schemas.microsoft.com/office/powerpoint/2010/main">
    <mc:Choice Requires="p14">
      <p:transition p14:dur="10"/>
    </mc:Choice>
    <mc:Fallback xmlns="">
      <p:transition/>
    </mc:Fallback>
  </mc:AlternateConten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544" r:id="rId1"/>
    <p:sldLayoutId id="2147484545" r:id="rId2"/>
    <p:sldLayoutId id="2147484546" r:id="rId3"/>
    <p:sldLayoutId id="2147484547" r:id="rId4"/>
    <p:sldLayoutId id="2147484548" r:id="rId5"/>
    <p:sldLayoutId id="2147484549" r:id="rId6"/>
    <p:sldLayoutId id="2147484550" r:id="rId7"/>
    <p:sldLayoutId id="2147484551" r:id="rId8"/>
    <p:sldLayoutId id="2147484552" r:id="rId9"/>
    <p:sldLayoutId id="2147484553" r:id="rId10"/>
    <p:sldLayoutId id="2147484554" r:id="rId11"/>
  </p:sldLayoutIdLst>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blipFill dpi="0" rotWithShape="1">
          <a:blip r:embed="rId37">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62859169"/>
      </p:ext>
    </p:extLst>
  </p:cSld>
  <p:clrMap bg1="lt1" tx1="dk1" bg2="lt2" tx2="dk2" accent1="accent1" accent2="accent2" accent3="accent3" accent4="accent4" accent5="accent5" accent6="accent6" hlink="hlink" folHlink="folHlink"/>
  <p:sldLayoutIdLst>
    <p:sldLayoutId id="2147485030" r:id="rId1"/>
    <p:sldLayoutId id="2147485031" r:id="rId2"/>
    <p:sldLayoutId id="2147485032" r:id="rId3"/>
    <p:sldLayoutId id="2147485033" r:id="rId4"/>
    <p:sldLayoutId id="2147485034" r:id="rId5"/>
    <p:sldLayoutId id="2147485035" r:id="rId6"/>
    <p:sldLayoutId id="2147485036" r:id="rId7"/>
    <p:sldLayoutId id="2147485037" r:id="rId8"/>
    <p:sldLayoutId id="2147485038" r:id="rId9"/>
    <p:sldLayoutId id="2147485039" r:id="rId10"/>
    <p:sldLayoutId id="2147485040" r:id="rId11"/>
    <p:sldLayoutId id="2147485041" r:id="rId12"/>
    <p:sldLayoutId id="2147485042" r:id="rId13"/>
    <p:sldLayoutId id="2147485043" r:id="rId14"/>
    <p:sldLayoutId id="2147485044" r:id="rId15"/>
    <p:sldLayoutId id="2147485045" r:id="rId16"/>
    <p:sldLayoutId id="2147485046" r:id="rId17"/>
    <p:sldLayoutId id="2147485047" r:id="rId18"/>
    <p:sldLayoutId id="2147485048" r:id="rId19"/>
    <p:sldLayoutId id="2147485049" r:id="rId20"/>
    <p:sldLayoutId id="2147485050" r:id="rId21"/>
    <p:sldLayoutId id="2147485051" r:id="rId22"/>
    <p:sldLayoutId id="2147485052" r:id="rId23"/>
    <p:sldLayoutId id="2147485053" r:id="rId24"/>
    <p:sldLayoutId id="2147485054" r:id="rId25"/>
    <p:sldLayoutId id="2147485055" r:id="rId26"/>
    <p:sldLayoutId id="2147485056" r:id="rId27"/>
    <p:sldLayoutId id="2147485057" r:id="rId28"/>
    <p:sldLayoutId id="2147485058" r:id="rId29"/>
    <p:sldLayoutId id="2147485059" r:id="rId30"/>
    <p:sldLayoutId id="2147485060" r:id="rId31"/>
    <p:sldLayoutId id="2147485062" r:id="rId32"/>
    <p:sldLayoutId id="2147485063" r:id="rId33"/>
    <p:sldLayoutId id="2147485064" r:id="rId34"/>
    <p:sldLayoutId id="2147485065" r:id="rId35"/>
  </p:sldLayoutIdLst>
  <mc:AlternateContent xmlns:mc="http://schemas.openxmlformats.org/markup-compatibility/2006" xmlns:p14="http://schemas.microsoft.com/office/powerpoint/2010/main">
    <mc:Choice Requires="p14">
      <p:transition p14:dur="10"/>
    </mc:Choice>
    <mc:Fallback xmlns="">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69447481"/>
      </p:ext>
    </p:extLst>
  </p:cSld>
  <p:clrMap bg1="lt1" tx1="dk1" bg2="lt2" tx2="dk2" accent1="accent1" accent2="accent2" accent3="accent3" accent4="accent4" accent5="accent5" accent6="accent6" hlink="hlink" folHlink="folHlink"/>
  <p:sldLayoutIdLst>
    <p:sldLayoutId id="2147485104" r:id="rId1"/>
    <p:sldLayoutId id="2147485105" r:id="rId2"/>
  </p:sldLayoutIdLst>
  <mc:AlternateContent xmlns:mc="http://schemas.openxmlformats.org/markup-compatibility/2006" xmlns:p14="http://schemas.microsoft.com/office/powerpoint/2010/main">
    <mc:Choice Requires="p14">
      <p:transition p14:dur="10"/>
    </mc:Choice>
    <mc:Fallback xmlns="">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7" name="Rectangle 6"/>
          <p:cNvSpPr/>
          <p:nvPr userDrawn="1"/>
        </p:nvSpPr>
        <p:spPr>
          <a:xfrm>
            <a:off x="0" y="6692348"/>
            <a:ext cx="12192000" cy="165652"/>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Oval 10"/>
          <p:cNvSpPr/>
          <p:nvPr userDrawn="1"/>
        </p:nvSpPr>
        <p:spPr>
          <a:xfrm>
            <a:off x="5913120" y="6409414"/>
            <a:ext cx="365760" cy="36576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Oval 11"/>
          <p:cNvSpPr/>
          <p:nvPr userDrawn="1"/>
        </p:nvSpPr>
        <p:spPr>
          <a:xfrm>
            <a:off x="6302734" y="6409414"/>
            <a:ext cx="365760" cy="36576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3" name="Oval 12"/>
          <p:cNvSpPr/>
          <p:nvPr userDrawn="1"/>
        </p:nvSpPr>
        <p:spPr>
          <a:xfrm>
            <a:off x="5523506" y="6409414"/>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Tree>
    <p:extLst>
      <p:ext uri="{BB962C8B-B14F-4D97-AF65-F5344CB8AC3E}">
        <p14:creationId xmlns:p14="http://schemas.microsoft.com/office/powerpoint/2010/main" val="2512697601"/>
      </p:ext>
    </p:extLst>
  </p:cSld>
  <p:clrMap bg1="lt1" tx1="dk1" bg2="lt2" tx2="dk2" accent1="accent1" accent2="accent2" accent3="accent3" accent4="accent4" accent5="accent5" accent6="accent6" hlink="hlink" folHlink="folHlink"/>
  <p:sldLayoutIdLst>
    <p:sldLayoutId id="2147485436" r:id="rId1"/>
  </p:sldLayoutIdLst>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blipFill dpi="0" rotWithShape="1">
          <a:blip r:embed="rId32">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F227B78D-1F17-4F11-84C4-073AD791F5A2}" type="datetimeFigureOut">
              <a:rPr lang="en-AU" smtClean="0">
                <a:solidFill>
                  <a:prstClr val="black">
                    <a:tint val="75000"/>
                  </a:prstClr>
                </a:solidFill>
                <a:latin typeface="Montserrat Light"/>
                <a:cs typeface="+mn-cs"/>
              </a:rPr>
              <a:pPr fontAlgn="auto">
                <a:spcBef>
                  <a:spcPts val="0"/>
                </a:spcBef>
                <a:spcAft>
                  <a:spcPts val="0"/>
                </a:spcAft>
              </a:pPr>
              <a:t>17/08/2016</a:t>
            </a:fld>
            <a:endParaRPr lang="en-AU">
              <a:solidFill>
                <a:prstClr val="black">
                  <a:tint val="75000"/>
                </a:prstClr>
              </a:solidFill>
              <a:latin typeface="Montserrat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AU">
              <a:solidFill>
                <a:prstClr val="black">
                  <a:tint val="75000"/>
                </a:prstClr>
              </a:solidFill>
              <a:latin typeface="Montserrat Ligh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8E6ECA09-A5CB-48CE-BB88-B28C1260C3AE}" type="slidenum">
              <a:rPr lang="en-AU" smtClean="0">
                <a:solidFill>
                  <a:prstClr val="black">
                    <a:tint val="75000"/>
                  </a:prstClr>
                </a:solidFill>
                <a:latin typeface="Montserrat Light"/>
                <a:cs typeface="+mn-cs"/>
              </a:rPr>
              <a:pPr fontAlgn="auto">
                <a:spcBef>
                  <a:spcPts val="0"/>
                </a:spcBef>
                <a:spcAft>
                  <a:spcPts val="0"/>
                </a:spcAft>
              </a:pPr>
              <a:t>‹#›</a:t>
            </a:fld>
            <a:endParaRPr lang="en-AU">
              <a:solidFill>
                <a:prstClr val="black">
                  <a:tint val="75000"/>
                </a:prstClr>
              </a:solidFill>
              <a:latin typeface="Montserrat Light"/>
              <a:cs typeface="+mn-cs"/>
            </a:endParaRPr>
          </a:p>
        </p:txBody>
      </p:sp>
    </p:spTree>
    <p:extLst>
      <p:ext uri="{BB962C8B-B14F-4D97-AF65-F5344CB8AC3E}">
        <p14:creationId xmlns:p14="http://schemas.microsoft.com/office/powerpoint/2010/main" val="3976466896"/>
      </p:ext>
    </p:extLst>
  </p:cSld>
  <p:clrMap bg1="lt1" tx1="dk1" bg2="lt2" tx2="dk2" accent1="accent1" accent2="accent2" accent3="accent3" accent4="accent4" accent5="accent5" accent6="accent6" hlink="hlink" folHlink="folHlink"/>
  <p:sldLayoutIdLst>
    <p:sldLayoutId id="2147485438" r:id="rId1"/>
    <p:sldLayoutId id="2147485439" r:id="rId2"/>
    <p:sldLayoutId id="2147485440" r:id="rId3"/>
    <p:sldLayoutId id="2147485441" r:id="rId4"/>
    <p:sldLayoutId id="2147485442" r:id="rId5"/>
    <p:sldLayoutId id="2147485443" r:id="rId6"/>
    <p:sldLayoutId id="2147485444" r:id="rId7"/>
    <p:sldLayoutId id="2147485445" r:id="rId8"/>
    <p:sldLayoutId id="2147485446" r:id="rId9"/>
    <p:sldLayoutId id="2147485447" r:id="rId10"/>
    <p:sldLayoutId id="2147485448" r:id="rId11"/>
    <p:sldLayoutId id="2147485449" r:id="rId12"/>
    <p:sldLayoutId id="2147485450" r:id="rId13"/>
    <p:sldLayoutId id="2147485451" r:id="rId14"/>
    <p:sldLayoutId id="2147485452" r:id="rId15"/>
    <p:sldLayoutId id="2147485453" r:id="rId16"/>
    <p:sldLayoutId id="2147485454" r:id="rId17"/>
    <p:sldLayoutId id="2147485455" r:id="rId18"/>
    <p:sldLayoutId id="2147485456" r:id="rId19"/>
    <p:sldLayoutId id="2147485457" r:id="rId20"/>
    <p:sldLayoutId id="2147485458" r:id="rId21"/>
    <p:sldLayoutId id="2147485459" r:id="rId22"/>
    <p:sldLayoutId id="2147485460" r:id="rId23"/>
    <p:sldLayoutId id="2147485461" r:id="rId24"/>
    <p:sldLayoutId id="2147485462" r:id="rId25"/>
    <p:sldLayoutId id="2147485463" r:id="rId26"/>
    <p:sldLayoutId id="2147485464" r:id="rId27"/>
    <p:sldLayoutId id="2147485465" r:id="rId28"/>
    <p:sldLayoutId id="2147485466" r:id="rId29"/>
    <p:sldLayoutId id="2147485467" r:id="rId30"/>
  </p:sldLayoutIdLst>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287">
          <p15:clr>
            <a:srgbClr val="F26B43"/>
          </p15:clr>
        </p15:guide>
        <p15:guide id="4" pos="393">
          <p15:clr>
            <a:srgbClr val="F26B43"/>
          </p15:clr>
        </p15:guide>
        <p15:guide id="5" orient="horz" pos="3884">
          <p15:clr>
            <a:srgbClr val="F26B43"/>
          </p15:clr>
        </p15:guide>
        <p15:guide id="6" orient="horz" pos="436">
          <p15:clr>
            <a:srgbClr val="F26B43"/>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blipFill dpi="0" rotWithShape="1">
          <a:blip r:embed="rId35">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268D6DD3-4DB7-4C92-9690-614E4D50F47F}" type="datetimeFigureOut">
              <a:rPr lang="en-AU" smtClean="0">
                <a:solidFill>
                  <a:prstClr val="black">
                    <a:tint val="75000"/>
                  </a:prstClr>
                </a:solidFill>
                <a:latin typeface="Roboto Lt"/>
                <a:cs typeface="+mn-cs"/>
              </a:rPr>
              <a:pPr fontAlgn="auto">
                <a:spcBef>
                  <a:spcPts val="0"/>
                </a:spcBef>
                <a:spcAft>
                  <a:spcPts val="0"/>
                </a:spcAft>
              </a:pPr>
              <a:t>17/08/2016</a:t>
            </a:fld>
            <a:endParaRPr lang="en-AU">
              <a:solidFill>
                <a:prstClr val="black">
                  <a:tint val="75000"/>
                </a:prstClr>
              </a:solidFill>
              <a:latin typeface="Roboto L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AU">
              <a:solidFill>
                <a:prstClr val="black">
                  <a:tint val="75000"/>
                </a:prstClr>
              </a:solidFill>
              <a:latin typeface="Roboto L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B2368EEF-F8D6-448A-9AF0-691E77075A3E}" type="slidenum">
              <a:rPr lang="en-AU" smtClean="0">
                <a:solidFill>
                  <a:prstClr val="black">
                    <a:tint val="75000"/>
                  </a:prstClr>
                </a:solidFill>
                <a:latin typeface="Roboto Lt"/>
                <a:cs typeface="+mn-cs"/>
              </a:rPr>
              <a:pPr fontAlgn="auto">
                <a:spcBef>
                  <a:spcPts val="0"/>
                </a:spcBef>
                <a:spcAft>
                  <a:spcPts val="0"/>
                </a:spcAft>
              </a:pPr>
              <a:t>‹#›</a:t>
            </a:fld>
            <a:endParaRPr lang="en-AU">
              <a:solidFill>
                <a:prstClr val="black">
                  <a:tint val="75000"/>
                </a:prstClr>
              </a:solidFill>
              <a:latin typeface="Roboto Lt"/>
              <a:cs typeface="+mn-cs"/>
            </a:endParaRPr>
          </a:p>
        </p:txBody>
      </p:sp>
    </p:spTree>
    <p:extLst>
      <p:ext uri="{BB962C8B-B14F-4D97-AF65-F5344CB8AC3E}">
        <p14:creationId xmlns:p14="http://schemas.microsoft.com/office/powerpoint/2010/main" val="16449171"/>
      </p:ext>
    </p:extLst>
  </p:cSld>
  <p:clrMap bg1="lt1" tx1="dk1" bg2="lt2" tx2="dk2" accent1="accent1" accent2="accent2" accent3="accent3" accent4="accent4" accent5="accent5" accent6="accent6" hlink="hlink" folHlink="folHlink"/>
  <p:sldLayoutIdLst>
    <p:sldLayoutId id="2147485469" r:id="rId1"/>
    <p:sldLayoutId id="2147485470" r:id="rId2"/>
    <p:sldLayoutId id="2147485471" r:id="rId3"/>
    <p:sldLayoutId id="2147485472" r:id="rId4"/>
    <p:sldLayoutId id="2147485473" r:id="rId5"/>
    <p:sldLayoutId id="2147485474" r:id="rId6"/>
    <p:sldLayoutId id="2147485475" r:id="rId7"/>
    <p:sldLayoutId id="2147485476" r:id="rId8"/>
    <p:sldLayoutId id="2147485477" r:id="rId9"/>
    <p:sldLayoutId id="2147485478" r:id="rId10"/>
    <p:sldLayoutId id="2147485479" r:id="rId11"/>
    <p:sldLayoutId id="2147485480" r:id="rId12"/>
    <p:sldLayoutId id="2147485481" r:id="rId13"/>
    <p:sldLayoutId id="2147485482" r:id="rId14"/>
    <p:sldLayoutId id="2147485483" r:id="rId15"/>
    <p:sldLayoutId id="2147485484" r:id="rId16"/>
    <p:sldLayoutId id="2147485485" r:id="rId17"/>
    <p:sldLayoutId id="2147485486" r:id="rId18"/>
    <p:sldLayoutId id="2147485487" r:id="rId19"/>
    <p:sldLayoutId id="2147485488" r:id="rId20"/>
    <p:sldLayoutId id="2147485489" r:id="rId21"/>
    <p:sldLayoutId id="2147485490" r:id="rId22"/>
    <p:sldLayoutId id="2147485491" r:id="rId23"/>
    <p:sldLayoutId id="2147485492" r:id="rId24"/>
    <p:sldLayoutId id="2147485493" r:id="rId25"/>
    <p:sldLayoutId id="2147485494" r:id="rId26"/>
    <p:sldLayoutId id="2147485495" r:id="rId27"/>
    <p:sldLayoutId id="2147485496" r:id="rId28"/>
    <p:sldLayoutId id="2147485497" r:id="rId29"/>
    <p:sldLayoutId id="2147485498" r:id="rId30"/>
    <p:sldLayoutId id="2147485499" r:id="rId31"/>
    <p:sldLayoutId id="2147485500" r:id="rId32"/>
    <p:sldLayoutId id="2147485501" r:id="rId33"/>
  </p:sldLayoutIdLst>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378">
          <p15:clr>
            <a:srgbClr val="F26B43"/>
          </p15:clr>
        </p15:guide>
        <p15:guide id="4" pos="302">
          <p15:clr>
            <a:srgbClr val="F26B43"/>
          </p15:clr>
        </p15:guide>
        <p15:guide id="5" orient="horz" pos="3884">
          <p15:clr>
            <a:srgbClr val="F26B43"/>
          </p15:clr>
        </p15:guide>
        <p15:guide id="6" orient="horz" pos="436">
          <p15:clr>
            <a:srgbClr val="F26B43"/>
          </p15:clr>
        </p15:guide>
      </p15:sldGuideLst>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blipFill dpi="0" rotWithShape="1">
          <a:blip r:embed="rId14">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8255915"/>
      </p:ext>
    </p:extLst>
  </p:cSld>
  <p:clrMap bg1="lt1" tx1="dk1" bg2="lt2" tx2="dk2" accent1="accent1" accent2="accent2" accent3="accent3" accent4="accent4" accent5="accent5" accent6="accent6" hlink="hlink" folHlink="folHlink"/>
  <p:sldLayoutIdLst>
    <p:sldLayoutId id="2147485633" r:id="rId1"/>
    <p:sldLayoutId id="2147485634" r:id="rId2"/>
    <p:sldLayoutId id="2147485635" r:id="rId3"/>
    <p:sldLayoutId id="2147485636" r:id="rId4"/>
    <p:sldLayoutId id="2147485637" r:id="rId5"/>
    <p:sldLayoutId id="2147485638" r:id="rId6"/>
    <p:sldLayoutId id="2147485639" r:id="rId7"/>
    <p:sldLayoutId id="2147485640" r:id="rId8"/>
    <p:sldLayoutId id="2147485641" r:id="rId9"/>
    <p:sldLayoutId id="2147485642" r:id="rId10"/>
    <p:sldLayoutId id="2147485643" r:id="rId11"/>
    <p:sldLayoutId id="2147485644" r:id="rId12"/>
  </p:sldLayoutIdLst>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97053803"/>
      </p:ext>
    </p:extLst>
  </p:cSld>
  <p:clrMap bg1="lt1" tx1="dk1" bg2="lt2" tx2="dk2" accent1="accent1" accent2="accent2" accent3="accent3" accent4="accent4" accent5="accent5" accent6="accent6" hlink="hlink" folHlink="folHlink"/>
  <p:sldLayoutIdLst>
    <p:sldLayoutId id="2147485646" r:id="rId1"/>
    <p:sldLayoutId id="2147485647" r:id="rId2"/>
    <p:sldLayoutId id="2147485648" r:id="rId3"/>
    <p:sldLayoutId id="2147485649" r:id="rId4"/>
    <p:sldLayoutId id="2147485650" r:id="rId5"/>
    <p:sldLayoutId id="2147485651" r:id="rId6"/>
    <p:sldLayoutId id="2147485652" r:id="rId7"/>
    <p:sldLayoutId id="2147485653" r:id="rId8"/>
    <p:sldLayoutId id="2147485654" r:id="rId9"/>
    <p:sldLayoutId id="2147485655" r:id="rId10"/>
    <p:sldLayoutId id="2147485656" r:id="rId11"/>
  </p:sldLayoutIdLst>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blipFill dpi="0" rotWithShape="1">
          <a:blip r:embed="rId22">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9798BDAE-A562-4667-82DD-5BE61974BD31}" type="datetimeFigureOut">
              <a:rPr lang="id-ID" smtClean="0">
                <a:solidFill>
                  <a:prstClr val="black">
                    <a:tint val="75000"/>
                  </a:prstClr>
                </a:solidFill>
                <a:latin typeface="Calibri" panose="020F0502020204030204"/>
              </a:rPr>
              <a:pPr fontAlgn="auto">
                <a:spcBef>
                  <a:spcPts val="0"/>
                </a:spcBef>
                <a:spcAft>
                  <a:spcPts val="0"/>
                </a:spcAft>
              </a:pPr>
              <a:t>17/08/16</a:t>
            </a:fld>
            <a:endParaRPr lang="id-ID">
              <a:solidFill>
                <a:prstClr val="black">
                  <a:tint val="75000"/>
                </a:prstClr>
              </a:solidFill>
              <a:latin typeface="Calibri" panose="020F0502020204030204"/>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id-ID">
              <a:solidFill>
                <a:prstClr val="black">
                  <a:tint val="75000"/>
                </a:prstClr>
              </a:solidFill>
              <a:latin typeface="Calibri" panose="020F0502020204030204"/>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rPr>
              <a:pPr fontAlgn="auto">
                <a:spcBef>
                  <a:spcPts val="0"/>
                </a:spcBef>
                <a:spcAft>
                  <a:spcPts val="0"/>
                </a:spcAft>
              </a:pPr>
              <a:t>‹#›</a:t>
            </a:fld>
            <a:endParaRPr lang="id-ID">
              <a:solidFill>
                <a:prstClr val="black">
                  <a:tint val="75000"/>
                </a:prstClr>
              </a:solidFill>
              <a:latin typeface="Calibri" panose="020F0502020204030204"/>
            </a:endParaRPr>
          </a:p>
        </p:txBody>
      </p:sp>
    </p:spTree>
    <p:extLst>
      <p:ext uri="{BB962C8B-B14F-4D97-AF65-F5344CB8AC3E}">
        <p14:creationId xmlns:p14="http://schemas.microsoft.com/office/powerpoint/2010/main" val="1940941208"/>
      </p:ext>
    </p:extLst>
  </p:cSld>
  <p:clrMap bg1="lt1" tx1="dk1" bg2="lt2" tx2="dk2" accent1="accent1" accent2="accent2" accent3="accent3" accent4="accent4" accent5="accent5" accent6="accent6" hlink="hlink" folHlink="folHlink"/>
  <p:sldLayoutIdLst>
    <p:sldLayoutId id="2147485727" r:id="rId1"/>
    <p:sldLayoutId id="2147485728" r:id="rId2"/>
    <p:sldLayoutId id="2147485729" r:id="rId3"/>
    <p:sldLayoutId id="2147485730" r:id="rId4"/>
    <p:sldLayoutId id="2147485731" r:id="rId5"/>
    <p:sldLayoutId id="2147485732" r:id="rId6"/>
    <p:sldLayoutId id="2147485733" r:id="rId7"/>
    <p:sldLayoutId id="2147485734" r:id="rId8"/>
    <p:sldLayoutId id="2147485735" r:id="rId9"/>
    <p:sldLayoutId id="2147485736" r:id="rId10"/>
    <p:sldLayoutId id="2147485737" r:id="rId11"/>
    <p:sldLayoutId id="2147486205" r:id="rId12"/>
    <p:sldLayoutId id="2147486217" r:id="rId13"/>
    <p:sldLayoutId id="2147486222" r:id="rId14"/>
    <p:sldLayoutId id="2147486228" r:id="rId15"/>
    <p:sldLayoutId id="2147486263" r:id="rId16"/>
    <p:sldLayoutId id="2147486265" r:id="rId17"/>
    <p:sldLayoutId id="2147486278" r:id="rId18"/>
    <p:sldLayoutId id="2147486285" r:id="rId19"/>
    <p:sldLayoutId id="2147486312" r:id="rId20"/>
  </p:sldLayoutIdLst>
  <mc:AlternateContent xmlns:mc="http://schemas.openxmlformats.org/markup-compatibility/2006" xmlns:p14="http://schemas.microsoft.com/office/powerpoint/2010/main">
    <mc:Choice Requires="p14">
      <p:transition p14:dur="10"/>
    </mc:Choice>
    <mc:Fallback xmlns="">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7"/>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2"/>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54C89A50-0280-4DDA-8480-DC2C9D23C65F}" type="datetimeFigureOut">
              <a:rPr lang="en-US" smtClean="0">
                <a:solidFill>
                  <a:srgbClr val="7E7E7E">
                    <a:tint val="75000"/>
                  </a:srgbClr>
                </a:solidFill>
                <a:latin typeface="Calibri" panose="020F0502020204030204"/>
                <a:cs typeface="+mn-cs"/>
              </a:rPr>
              <a:pPr fontAlgn="auto">
                <a:spcBef>
                  <a:spcPts val="0"/>
                </a:spcBef>
                <a:spcAft>
                  <a:spcPts val="0"/>
                </a:spcAft>
              </a:pPr>
              <a:t>8/17/16</a:t>
            </a:fld>
            <a:endParaRPr lang="en-US">
              <a:solidFill>
                <a:srgbClr val="7E7E7E">
                  <a:tint val="75000"/>
                </a:srgbClr>
              </a:solidFill>
              <a:latin typeface="Calibri" panose="020F0502020204030204"/>
              <a:cs typeface="+mn-cs"/>
            </a:endParaRPr>
          </a:p>
        </p:txBody>
      </p:sp>
      <p:sp>
        <p:nvSpPr>
          <p:cNvPr id="5" name="Footer Placeholder 4"/>
          <p:cNvSpPr>
            <a:spLocks noGrp="1"/>
          </p:cNvSpPr>
          <p:nvPr>
            <p:ph type="ftr" sz="quarter" idx="3"/>
          </p:nvPr>
        </p:nvSpPr>
        <p:spPr>
          <a:xfrm>
            <a:off x="4038600" y="6356352"/>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US">
              <a:solidFill>
                <a:srgbClr val="7E7E7E">
                  <a:tint val="75000"/>
                </a:srgb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2"/>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DD85D8E7-6C0F-45E4-852D-49106AB4C5D7}" type="slidenum">
              <a:rPr lang="en-US" smtClean="0">
                <a:solidFill>
                  <a:srgbClr val="7E7E7E">
                    <a:tint val="75000"/>
                  </a:srgbClr>
                </a:solidFill>
                <a:latin typeface="Calibri" panose="020F0502020204030204"/>
                <a:cs typeface="+mn-cs"/>
              </a:rPr>
              <a:pPr fontAlgn="auto">
                <a:spcBef>
                  <a:spcPts val="0"/>
                </a:spcBef>
                <a:spcAft>
                  <a:spcPts val="0"/>
                </a:spcAft>
              </a:pPr>
              <a:t>‹#›</a:t>
            </a:fld>
            <a:endParaRPr lang="en-US">
              <a:solidFill>
                <a:srgbClr val="7E7E7E">
                  <a:tint val="75000"/>
                </a:srgbClr>
              </a:solidFill>
              <a:latin typeface="Calibri" panose="020F0502020204030204"/>
              <a:cs typeface="+mn-cs"/>
            </a:endParaRPr>
          </a:p>
        </p:txBody>
      </p:sp>
    </p:spTree>
    <p:extLst>
      <p:ext uri="{BB962C8B-B14F-4D97-AF65-F5344CB8AC3E}">
        <p14:creationId xmlns:p14="http://schemas.microsoft.com/office/powerpoint/2010/main" val="783253914"/>
      </p:ext>
    </p:extLst>
  </p:cSld>
  <p:clrMap bg1="lt1" tx1="dk1" bg2="lt2" tx2="dk2" accent1="accent1" accent2="accent2" accent3="accent3" accent4="accent4" accent5="accent5" accent6="accent6" hlink="hlink" folHlink="folHlink"/>
  <p:sldLayoutIdLst>
    <p:sldLayoutId id="2147485739" r:id="rId1"/>
    <p:sldLayoutId id="2147485740" r:id="rId2"/>
    <p:sldLayoutId id="2147485741" r:id="rId3"/>
    <p:sldLayoutId id="2147485742" r:id="rId4"/>
    <p:sldLayoutId id="2147485743" r:id="rId5"/>
    <p:sldLayoutId id="2147485744" r:id="rId6"/>
    <p:sldLayoutId id="2147485745" r:id="rId7"/>
    <p:sldLayoutId id="2147485746" r:id="rId8"/>
    <p:sldLayoutId id="2147485747" r:id="rId9"/>
    <p:sldLayoutId id="2147485748" r:id="rId10"/>
    <p:sldLayoutId id="2147485749" r:id="rId11"/>
  </p:sldLayoutIdLst>
  <mc:AlternateContent xmlns:mc="http://schemas.openxmlformats.org/markup-compatibility/2006" xmlns:p14="http://schemas.microsoft.com/office/powerpoint/2010/main">
    <mc:Choice Requires="p14">
      <p:transition p14:dur="10"/>
    </mc:Choice>
    <mc:Fallback xmlns="">
      <p:transition/>
    </mc:Fallback>
  </mc:AlternateConten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blipFill dpi="0" rotWithShape="1">
          <a:blip r:embed="rId15">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7"/>
            <a:ext cx="109728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pPr fontAlgn="auto">
              <a:spcBef>
                <a:spcPts val="0"/>
              </a:spcBef>
              <a:spcAft>
                <a:spcPts val="0"/>
              </a:spcAft>
            </a:pPr>
            <a:fld id="{09BDC11D-C56D-43F7-9324-A802D50A1050}" type="datetimeFigureOut">
              <a:rPr lang="en-US" smtClean="0">
                <a:solidFill>
                  <a:srgbClr val="000000">
                    <a:tint val="75000"/>
                  </a:srgbClr>
                </a:solidFill>
                <a:latin typeface="Calibri"/>
                <a:cs typeface="+mn-cs"/>
              </a:rPr>
              <a:pPr fontAlgn="auto">
                <a:spcBef>
                  <a:spcPts val="0"/>
                </a:spcBef>
                <a:spcAft>
                  <a:spcPts val="0"/>
                </a:spcAft>
              </a:pPr>
              <a:t>8/17/16</a:t>
            </a:fld>
            <a:endParaRPr lang="en-US">
              <a:solidFill>
                <a:srgbClr val="000000">
                  <a:tint val="75000"/>
                </a:srgbClr>
              </a:solidFill>
              <a:latin typeface="Calibri"/>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pPr fontAlgn="auto">
              <a:spcBef>
                <a:spcPts val="0"/>
              </a:spcBef>
              <a:spcAft>
                <a:spcPts val="0"/>
              </a:spcAft>
            </a:pPr>
            <a:endParaRPr lang="en-US">
              <a:solidFill>
                <a:srgbClr val="000000">
                  <a:tint val="75000"/>
                </a:srgbClr>
              </a:solidFill>
              <a:latin typeface="Calibri"/>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pPr fontAlgn="auto">
              <a:spcBef>
                <a:spcPts val="0"/>
              </a:spcBef>
              <a:spcAft>
                <a:spcPts val="0"/>
              </a:spcAft>
            </a:pPr>
            <a:fld id="{E16EE1C3-4C97-4D89-86D4-AB0FC9C35DCF}" type="slidenum">
              <a:rPr lang="en-US" smtClean="0">
                <a:solidFill>
                  <a:srgbClr val="000000">
                    <a:tint val="75000"/>
                  </a:srgbClr>
                </a:solidFill>
                <a:latin typeface="Calibri"/>
                <a:cs typeface="+mn-cs"/>
              </a:rPr>
              <a:pPr fontAlgn="auto">
                <a:spcBef>
                  <a:spcPts val="0"/>
                </a:spcBef>
                <a:spcAft>
                  <a:spcPts val="0"/>
                </a:spcAft>
              </a:pPr>
              <a:t>‹#›</a:t>
            </a:fld>
            <a:endParaRPr lang="en-US">
              <a:solidFill>
                <a:srgbClr val="000000">
                  <a:tint val="75000"/>
                </a:srgbClr>
              </a:solidFill>
              <a:latin typeface="Calibri"/>
              <a:cs typeface="+mn-cs"/>
            </a:endParaRPr>
          </a:p>
        </p:txBody>
      </p:sp>
    </p:spTree>
    <p:extLst>
      <p:ext uri="{BB962C8B-B14F-4D97-AF65-F5344CB8AC3E}">
        <p14:creationId xmlns:p14="http://schemas.microsoft.com/office/powerpoint/2010/main" val="4069910677"/>
      </p:ext>
    </p:extLst>
  </p:cSld>
  <p:clrMap bg1="lt1" tx1="dk1" bg2="lt2" tx2="dk2" accent1="accent1" accent2="accent2" accent3="accent3" accent4="accent4" accent5="accent5" accent6="accent6" hlink="hlink" folHlink="folHlink"/>
  <p:sldLayoutIdLst>
    <p:sldLayoutId id="2147485751" r:id="rId1"/>
    <p:sldLayoutId id="2147485752" r:id="rId2"/>
    <p:sldLayoutId id="2147485753" r:id="rId3"/>
    <p:sldLayoutId id="2147485754" r:id="rId4"/>
    <p:sldLayoutId id="2147485755" r:id="rId5"/>
    <p:sldLayoutId id="2147485756" r:id="rId6"/>
    <p:sldLayoutId id="2147485757" r:id="rId7"/>
    <p:sldLayoutId id="2147485758" r:id="rId8"/>
    <p:sldLayoutId id="2147485759" r:id="rId9"/>
    <p:sldLayoutId id="2147485760" r:id="rId10"/>
    <p:sldLayoutId id="2147485761" r:id="rId11"/>
    <p:sldLayoutId id="2147486501" r:id="rId12"/>
    <p:sldLayoutId id="2147486502" r:id="rId13"/>
  </p:sldLayoutIdLst>
  <mc:AlternateContent xmlns:mc="http://schemas.openxmlformats.org/markup-compatibility/2006" xmlns:p14="http://schemas.microsoft.com/office/powerpoint/2010/main">
    <mc:Choice Requires="p14">
      <p:transition p14:dur="10"/>
    </mc:Choice>
    <mc:Fallback xmlns="">
      <p:transition/>
    </mc:Fallback>
  </mc:AlternateContent>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AD786B27-129B-4F3D-BC93-2BECBFB1835F}" type="datetimeFigureOut">
              <a:rPr lang="en-US" smtClean="0">
                <a:solidFill>
                  <a:srgbClr val="95A5A6">
                    <a:tint val="75000"/>
                  </a:srgbClr>
                </a:solidFill>
                <a:latin typeface="Calibri" panose="020F0502020204030204"/>
                <a:cs typeface="+mn-cs"/>
              </a:rPr>
              <a:pPr fontAlgn="auto">
                <a:spcBef>
                  <a:spcPts val="0"/>
                </a:spcBef>
                <a:spcAft>
                  <a:spcPts val="0"/>
                </a:spcAft>
              </a:pPr>
              <a:t>8/17/16</a:t>
            </a:fld>
            <a:endParaRPr lang="en-US">
              <a:solidFill>
                <a:srgbClr val="95A5A6">
                  <a:tint val="75000"/>
                </a:srgb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US">
              <a:solidFill>
                <a:srgbClr val="95A5A6">
                  <a:tint val="75000"/>
                </a:srgb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AEE38F98-4105-40A7-8991-7A498960FD3A}" type="slidenum">
              <a:rPr lang="en-US" smtClean="0">
                <a:solidFill>
                  <a:srgbClr val="95A5A6">
                    <a:tint val="75000"/>
                  </a:srgbClr>
                </a:solidFill>
                <a:latin typeface="Calibri" panose="020F0502020204030204"/>
                <a:cs typeface="+mn-cs"/>
              </a:rPr>
              <a:pPr fontAlgn="auto">
                <a:spcBef>
                  <a:spcPts val="0"/>
                </a:spcBef>
                <a:spcAft>
                  <a:spcPts val="0"/>
                </a:spcAft>
              </a:pPr>
              <a:t>‹#›</a:t>
            </a:fld>
            <a:endParaRPr lang="en-US">
              <a:solidFill>
                <a:srgbClr val="95A5A6">
                  <a:tint val="75000"/>
                </a:srgbClr>
              </a:solidFill>
              <a:latin typeface="Calibri" panose="020F0502020204030204"/>
              <a:cs typeface="+mn-cs"/>
            </a:endParaRPr>
          </a:p>
        </p:txBody>
      </p:sp>
    </p:spTree>
    <p:extLst>
      <p:ext uri="{BB962C8B-B14F-4D97-AF65-F5344CB8AC3E}">
        <p14:creationId xmlns:p14="http://schemas.microsoft.com/office/powerpoint/2010/main" val="1685874266"/>
      </p:ext>
    </p:extLst>
  </p:cSld>
  <p:clrMap bg1="lt1" tx1="dk1" bg2="lt2" tx2="dk2" accent1="accent1" accent2="accent2" accent3="accent3" accent4="accent4" accent5="accent5" accent6="accent6" hlink="hlink" folHlink="folHlink"/>
  <p:sldLayoutIdLst>
    <p:sldLayoutId id="2147485775" r:id="rId1"/>
    <p:sldLayoutId id="2147485776" r:id="rId2"/>
    <p:sldLayoutId id="2147485777" r:id="rId3"/>
    <p:sldLayoutId id="2147485778" r:id="rId4"/>
    <p:sldLayoutId id="2147485779" r:id="rId5"/>
    <p:sldLayoutId id="2147485780" r:id="rId6"/>
    <p:sldLayoutId id="2147485781" r:id="rId7"/>
    <p:sldLayoutId id="2147485782" r:id="rId8"/>
    <p:sldLayoutId id="2147485783" r:id="rId9"/>
    <p:sldLayoutId id="2147485784" r:id="rId10"/>
    <p:sldLayoutId id="2147485785" r:id="rId11"/>
  </p:sldLayoutIdLst>
  <mc:AlternateContent xmlns:mc="http://schemas.openxmlformats.org/markup-compatibility/2006" xmlns:p14="http://schemas.microsoft.com/office/powerpoint/2010/main">
    <mc:Choice Requires="p14">
      <p:transition p14:dur="10"/>
    </mc:Choice>
    <mc:Fallback xmlns="">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blipFill dpi="0" rotWithShape="1">
          <a:blip r:embed="rId61">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9798BDAE-A562-4667-82DD-5BE61974BD31}" type="datetimeFigureOut">
              <a:rPr lang="id-ID" smtClean="0">
                <a:solidFill>
                  <a:prstClr val="black">
                    <a:tint val="75000"/>
                  </a:prstClr>
                </a:solidFill>
                <a:latin typeface="Open Sans Light"/>
                <a:cs typeface="+mn-cs"/>
              </a:rPr>
              <a:pPr fontAlgn="auto">
                <a:spcBef>
                  <a:spcPts val="0"/>
                </a:spcBef>
                <a:spcAft>
                  <a:spcPts val="0"/>
                </a:spcAft>
              </a:pPr>
              <a:t>17/08/16</a:t>
            </a:fld>
            <a:endParaRPr lang="id-ID">
              <a:solidFill>
                <a:prstClr val="black">
                  <a:tint val="75000"/>
                </a:prstClr>
              </a:solidFill>
              <a:latin typeface="Open Sans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id-ID">
              <a:solidFill>
                <a:prstClr val="black">
                  <a:tint val="75000"/>
                </a:prstClr>
              </a:solidFill>
              <a:latin typeface="Open Sans Ligh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Open Sans Light"/>
                <a:cs typeface="+mn-cs"/>
              </a:rPr>
              <a:pPr fontAlgn="auto">
                <a:spcBef>
                  <a:spcPts val="0"/>
                </a:spcBef>
                <a:spcAft>
                  <a:spcPts val="0"/>
                </a:spcAft>
              </a:pPr>
              <a:t>‹#›</a:t>
            </a:fld>
            <a:endParaRPr lang="id-ID">
              <a:solidFill>
                <a:prstClr val="black">
                  <a:tint val="75000"/>
                </a:prstClr>
              </a:solidFill>
              <a:latin typeface="Open Sans Light"/>
              <a:cs typeface="+mn-cs"/>
            </a:endParaRPr>
          </a:p>
        </p:txBody>
      </p:sp>
    </p:spTree>
    <p:extLst>
      <p:ext uri="{BB962C8B-B14F-4D97-AF65-F5344CB8AC3E}">
        <p14:creationId xmlns:p14="http://schemas.microsoft.com/office/powerpoint/2010/main" val="3190480925"/>
      </p:ext>
    </p:extLst>
  </p:cSld>
  <p:clrMap bg1="lt1" tx1="dk1" bg2="lt2" tx2="dk2" accent1="accent1" accent2="accent2" accent3="accent3" accent4="accent4" accent5="accent5" accent6="accent6" hlink="hlink" folHlink="folHlink"/>
  <p:sldLayoutIdLst>
    <p:sldLayoutId id="2147485811" r:id="rId1"/>
    <p:sldLayoutId id="2147485812" r:id="rId2"/>
    <p:sldLayoutId id="2147485813" r:id="rId3"/>
    <p:sldLayoutId id="2147485814" r:id="rId4"/>
    <p:sldLayoutId id="2147485815" r:id="rId5"/>
    <p:sldLayoutId id="2147485816" r:id="rId6"/>
    <p:sldLayoutId id="2147485817" r:id="rId7"/>
    <p:sldLayoutId id="2147485818" r:id="rId8"/>
    <p:sldLayoutId id="2147485819" r:id="rId9"/>
    <p:sldLayoutId id="2147485820" r:id="rId10"/>
    <p:sldLayoutId id="2147485821" r:id="rId11"/>
    <p:sldLayoutId id="2147485822" r:id="rId12"/>
    <p:sldLayoutId id="2147485823" r:id="rId13"/>
    <p:sldLayoutId id="2147485824" r:id="rId14"/>
    <p:sldLayoutId id="2147485825" r:id="rId15"/>
    <p:sldLayoutId id="2147485826" r:id="rId16"/>
    <p:sldLayoutId id="2147485827" r:id="rId17"/>
    <p:sldLayoutId id="2147485828" r:id="rId18"/>
    <p:sldLayoutId id="2147485829" r:id="rId19"/>
    <p:sldLayoutId id="2147485830" r:id="rId20"/>
    <p:sldLayoutId id="2147485831" r:id="rId21"/>
    <p:sldLayoutId id="2147485832" r:id="rId22"/>
    <p:sldLayoutId id="2147485834" r:id="rId23"/>
    <p:sldLayoutId id="2147485835" r:id="rId24"/>
    <p:sldLayoutId id="2147485836" r:id="rId25"/>
    <p:sldLayoutId id="2147485838" r:id="rId26"/>
    <p:sldLayoutId id="2147485839" r:id="rId27"/>
    <p:sldLayoutId id="2147485840" r:id="rId28"/>
    <p:sldLayoutId id="2147485841" r:id="rId29"/>
    <p:sldLayoutId id="2147485842" r:id="rId30"/>
    <p:sldLayoutId id="2147485843" r:id="rId31"/>
    <p:sldLayoutId id="2147485844" r:id="rId32"/>
    <p:sldLayoutId id="2147485845" r:id="rId33"/>
    <p:sldLayoutId id="2147485846" r:id="rId34"/>
    <p:sldLayoutId id="2147485847" r:id="rId35"/>
    <p:sldLayoutId id="2147485848" r:id="rId36"/>
    <p:sldLayoutId id="2147485849" r:id="rId37"/>
    <p:sldLayoutId id="2147485850" r:id="rId38"/>
    <p:sldLayoutId id="2147485851" r:id="rId39"/>
    <p:sldLayoutId id="2147485852" r:id="rId40"/>
    <p:sldLayoutId id="2147485853" r:id="rId41"/>
    <p:sldLayoutId id="2147485854" r:id="rId42"/>
    <p:sldLayoutId id="2147485855" r:id="rId43"/>
    <p:sldLayoutId id="2147485856" r:id="rId44"/>
    <p:sldLayoutId id="2147485857" r:id="rId45"/>
    <p:sldLayoutId id="2147485858" r:id="rId46"/>
    <p:sldLayoutId id="2147485859" r:id="rId47"/>
    <p:sldLayoutId id="2147485860" r:id="rId48"/>
    <p:sldLayoutId id="2147485861" r:id="rId49"/>
    <p:sldLayoutId id="2147485862" r:id="rId50"/>
    <p:sldLayoutId id="2147485863" r:id="rId51"/>
    <p:sldLayoutId id="2147485864" r:id="rId52"/>
    <p:sldLayoutId id="2147485865" r:id="rId53"/>
    <p:sldLayoutId id="2147485866" r:id="rId54"/>
    <p:sldLayoutId id="2147485867" r:id="rId55"/>
    <p:sldLayoutId id="2147485868" r:id="rId56"/>
    <p:sldLayoutId id="2147485869" r:id="rId57"/>
    <p:sldLayoutId id="2147485870" r:id="rId58"/>
    <p:sldLayoutId id="2147485871" r:id="rId59"/>
  </p:sldLayoutIdLst>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blipFill dpi="0" rotWithShape="1">
          <a:blip r:embed="rId15">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latin typeface="Open Sans Light" panose="020B0306030504020204" pitchFamily="34" charset="0"/>
                <a:ea typeface="Open Sans Light" panose="020B0306030504020204" pitchFamily="34" charset="0"/>
                <a:cs typeface="Open Sans Light" panose="020B0306030504020204" pitchFamily="34" charset="0"/>
              </a:defRPr>
            </a:lvl1pPr>
          </a:lstStyle>
          <a:p>
            <a:pPr fontAlgn="auto">
              <a:spcBef>
                <a:spcPts val="0"/>
              </a:spcBef>
              <a:spcAft>
                <a:spcPts val="0"/>
              </a:spcAft>
            </a:pPr>
            <a:endParaRPr lang="en-US">
              <a:solidFill>
                <a:prstClr val="black">
                  <a:tint val="75000"/>
                </a:prst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latin typeface="Open Sans Light" panose="020B0306030504020204" pitchFamily="34" charset="0"/>
                <a:ea typeface="Open Sans Light" panose="020B0306030504020204" pitchFamily="34" charset="0"/>
                <a:cs typeface="Open Sans Light" panose="020B0306030504020204" pitchFamily="34" charset="0"/>
              </a:defRPr>
            </a:lvl1pPr>
          </a:lstStyle>
          <a:p>
            <a:pPr fontAlgn="auto">
              <a:spcBef>
                <a:spcPts val="0"/>
              </a:spcBef>
              <a:spcAft>
                <a:spcPts val="0"/>
              </a:spcAft>
            </a:pPr>
            <a:endParaRPr lang="en-US">
              <a:solidFill>
                <a:prstClr val="black">
                  <a:tint val="75000"/>
                </a:prst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latin typeface="Open Sans Light" panose="020B0306030504020204" pitchFamily="34" charset="0"/>
                <a:ea typeface="Open Sans Light" panose="020B0306030504020204" pitchFamily="34" charset="0"/>
                <a:cs typeface="Open Sans Light" panose="020B0306030504020204" pitchFamily="34" charset="0"/>
              </a:defRPr>
            </a:lvl1pPr>
          </a:lstStyle>
          <a:p>
            <a:pPr fontAlgn="auto">
              <a:spcBef>
                <a:spcPts val="0"/>
              </a:spcBef>
              <a:spcAft>
                <a:spcPts val="0"/>
              </a:spcAft>
            </a:pPr>
            <a:fld id="{52D6D798-CB88-473E-97C8-67A016EA1979}" type="slidenum">
              <a:rPr lang="en-US" smtClean="0">
                <a:solidFill>
                  <a:prstClr val="black">
                    <a:tint val="75000"/>
                  </a:prstClr>
                </a:solidFill>
              </a:rPr>
              <a:pPr fontAlgn="auto">
                <a:spcBef>
                  <a:spcPts val="0"/>
                </a:spcBef>
                <a:spcAft>
                  <a:spcPts val="0"/>
                </a:spcAft>
              </a:pPr>
              <a:t>‹#›</a:t>
            </a:fld>
            <a:endParaRPr lang="en-US" dirty="0">
              <a:solidFill>
                <a:prstClr val="black">
                  <a:tint val="75000"/>
                </a:prstClr>
              </a:solidFill>
            </a:endParaRPr>
          </a:p>
        </p:txBody>
      </p:sp>
    </p:spTree>
    <p:extLst>
      <p:ext uri="{BB962C8B-B14F-4D97-AF65-F5344CB8AC3E}">
        <p14:creationId xmlns:p14="http://schemas.microsoft.com/office/powerpoint/2010/main" val="455411277"/>
      </p:ext>
    </p:extLst>
  </p:cSld>
  <p:clrMap bg1="lt1" tx1="dk1" bg2="lt2" tx2="dk2" accent1="accent1" accent2="accent2" accent3="accent3" accent4="accent4" accent5="accent5" accent6="accent6" hlink="hlink" folHlink="folHlink"/>
  <p:sldLayoutIdLst>
    <p:sldLayoutId id="2147486322" r:id="rId1"/>
    <p:sldLayoutId id="2147486323" r:id="rId2"/>
    <p:sldLayoutId id="2147486324" r:id="rId3"/>
    <p:sldLayoutId id="2147486325" r:id="rId4"/>
    <p:sldLayoutId id="2147486326" r:id="rId5"/>
    <p:sldLayoutId id="2147486327" r:id="rId6"/>
    <p:sldLayoutId id="2147486328" r:id="rId7"/>
    <p:sldLayoutId id="2147486329" r:id="rId8"/>
    <p:sldLayoutId id="2147486330" r:id="rId9"/>
    <p:sldLayoutId id="2147486331" r:id="rId10"/>
    <p:sldLayoutId id="2147486332" r:id="rId11"/>
    <p:sldLayoutId id="2147486333" r:id="rId12"/>
    <p:sldLayoutId id="2147486334" r:id="rId13"/>
  </p:sldLayoutIdLst>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hf hdr="0" ftr="0" dt="0"/>
  <p:txStyles>
    <p:titleStyle>
      <a:lvl1pPr algn="ctr" defTabSz="914400" rtl="0" eaLnBrk="1" latinLnBrk="0" hangingPunct="1">
        <a:lnSpc>
          <a:spcPct val="90000"/>
        </a:lnSpc>
        <a:spcBef>
          <a:spcPct val="0"/>
        </a:spcBef>
        <a:buNone/>
        <a:defRPr sz="24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1pPr>
    </p:titleStyle>
    <p:bodyStyle>
      <a:lvl1pPr marL="0" indent="0" algn="ctr" defTabSz="914400" rtl="0" eaLnBrk="1" latinLnBrk="0" hangingPunct="1">
        <a:lnSpc>
          <a:spcPct val="90000"/>
        </a:lnSpc>
        <a:spcBef>
          <a:spcPts val="1000"/>
        </a:spcBef>
        <a:buFont typeface="Arial" panose="020B0604020202020204" pitchFamily="34" charset="0"/>
        <a:buNone/>
        <a:defRPr sz="11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blipFill dpi="0" rotWithShape="1">
          <a:blip r:embed="rId34">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877B83C8-1B30-4E6C-B100-462FED78B39F}" type="datetime1">
              <a:rPr lang="en-US" smtClean="0">
                <a:solidFill>
                  <a:srgbClr val="5C5C5C">
                    <a:tint val="75000"/>
                  </a:srgbClr>
                </a:solidFill>
                <a:latin typeface="Lato Light"/>
                <a:cs typeface="+mn-cs"/>
              </a:rPr>
              <a:pPr fontAlgn="auto">
                <a:spcBef>
                  <a:spcPts val="0"/>
                </a:spcBef>
                <a:spcAft>
                  <a:spcPts val="0"/>
                </a:spcAft>
              </a:pPr>
              <a:t>8/17/16</a:t>
            </a:fld>
            <a:endParaRPr lang="en-US">
              <a:solidFill>
                <a:srgbClr val="5C5C5C">
                  <a:tint val="75000"/>
                </a:srgbClr>
              </a:solidFill>
              <a:latin typeface="Lato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US">
              <a:solidFill>
                <a:srgbClr val="5C5C5C">
                  <a:tint val="75000"/>
                </a:srgbClr>
              </a:solidFill>
              <a:latin typeface="Lato Ligh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ED726997-92CC-4F2C-B5E2-6BD758616CD8}" type="slidenum">
              <a:rPr lang="en-US" smtClean="0">
                <a:solidFill>
                  <a:srgbClr val="5C5C5C">
                    <a:tint val="75000"/>
                  </a:srgbClr>
                </a:solidFill>
                <a:latin typeface="Lato Light"/>
                <a:cs typeface="+mn-cs"/>
              </a:rPr>
              <a:pPr fontAlgn="auto">
                <a:spcBef>
                  <a:spcPts val="0"/>
                </a:spcBef>
                <a:spcAft>
                  <a:spcPts val="0"/>
                </a:spcAft>
              </a:pPr>
              <a:t>‹#›</a:t>
            </a:fld>
            <a:endParaRPr lang="en-US">
              <a:solidFill>
                <a:srgbClr val="5C5C5C">
                  <a:tint val="75000"/>
                </a:srgbClr>
              </a:solidFill>
              <a:latin typeface="Lato Light"/>
              <a:cs typeface="+mn-cs"/>
            </a:endParaRPr>
          </a:p>
        </p:txBody>
      </p:sp>
    </p:spTree>
    <p:extLst>
      <p:ext uri="{BB962C8B-B14F-4D97-AF65-F5344CB8AC3E}">
        <p14:creationId xmlns:p14="http://schemas.microsoft.com/office/powerpoint/2010/main" val="1316310494"/>
      </p:ext>
    </p:extLst>
  </p:cSld>
  <p:clrMap bg1="lt1" tx1="dk1" bg2="lt2" tx2="dk2" accent1="accent1" accent2="accent2" accent3="accent3" accent4="accent4" accent5="accent5" accent6="accent6" hlink="hlink" folHlink="folHlink"/>
  <p:sldLayoutIdLst>
    <p:sldLayoutId id="2147486336" r:id="rId1"/>
    <p:sldLayoutId id="2147486337" r:id="rId2"/>
    <p:sldLayoutId id="2147486338" r:id="rId3"/>
    <p:sldLayoutId id="2147486339" r:id="rId4"/>
    <p:sldLayoutId id="2147486340" r:id="rId5"/>
    <p:sldLayoutId id="2147486341" r:id="rId6"/>
    <p:sldLayoutId id="2147486342" r:id="rId7"/>
    <p:sldLayoutId id="2147486343" r:id="rId8"/>
    <p:sldLayoutId id="2147486344" r:id="rId9"/>
    <p:sldLayoutId id="2147486345" r:id="rId10"/>
    <p:sldLayoutId id="2147486346" r:id="rId11"/>
    <p:sldLayoutId id="2147486347" r:id="rId12"/>
    <p:sldLayoutId id="2147486348" r:id="rId13"/>
    <p:sldLayoutId id="2147486349" r:id="rId14"/>
    <p:sldLayoutId id="2147486350" r:id="rId15"/>
    <p:sldLayoutId id="2147486351" r:id="rId16"/>
    <p:sldLayoutId id="2147486352" r:id="rId17"/>
    <p:sldLayoutId id="2147486353" r:id="rId18"/>
    <p:sldLayoutId id="2147486354" r:id="rId19"/>
    <p:sldLayoutId id="2147486355" r:id="rId20"/>
    <p:sldLayoutId id="2147486356" r:id="rId21"/>
    <p:sldLayoutId id="2147486357" r:id="rId22"/>
    <p:sldLayoutId id="2147486358" r:id="rId23"/>
    <p:sldLayoutId id="2147486359" r:id="rId24"/>
    <p:sldLayoutId id="2147486360" r:id="rId25"/>
    <p:sldLayoutId id="2147486361" r:id="rId26"/>
    <p:sldLayoutId id="2147486362" r:id="rId27"/>
    <p:sldLayoutId id="2147486363" r:id="rId28"/>
    <p:sldLayoutId id="2147486364" r:id="rId29"/>
    <p:sldLayoutId id="2147486365" r:id="rId30"/>
    <p:sldLayoutId id="2147486366" r:id="rId31"/>
    <p:sldLayoutId id="2147486367" r:id="rId32"/>
  </p:sldLayoutIdLst>
  <mc:AlternateContent xmlns:mc="http://schemas.openxmlformats.org/markup-compatibility/2006" xmlns:p14="http://schemas.microsoft.com/office/powerpoint/2010/main">
    <mc:Choice Requires="p14">
      <p:transition p14:dur="10"/>
    </mc:Choice>
    <mc:Fallback xmlns="">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blipFill dpi="0" rotWithShape="1">
          <a:blip r:embed="rId34">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877B83C8-1B30-4E6C-B100-462FED78B39F}" type="datetime1">
              <a:rPr lang="en-US" smtClean="0">
                <a:solidFill>
                  <a:srgbClr val="5C5C5C">
                    <a:tint val="75000"/>
                  </a:srgbClr>
                </a:solidFill>
                <a:latin typeface="Lato Light"/>
                <a:cs typeface="+mn-cs"/>
              </a:rPr>
              <a:pPr fontAlgn="auto">
                <a:spcBef>
                  <a:spcPts val="0"/>
                </a:spcBef>
                <a:spcAft>
                  <a:spcPts val="0"/>
                </a:spcAft>
              </a:pPr>
              <a:t>8/17/16</a:t>
            </a:fld>
            <a:endParaRPr lang="en-US">
              <a:solidFill>
                <a:srgbClr val="5C5C5C">
                  <a:tint val="75000"/>
                </a:srgbClr>
              </a:solidFill>
              <a:latin typeface="Lato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US">
              <a:solidFill>
                <a:srgbClr val="5C5C5C">
                  <a:tint val="75000"/>
                </a:srgbClr>
              </a:solidFill>
              <a:latin typeface="Lato Ligh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ED726997-92CC-4F2C-B5E2-6BD758616CD8}" type="slidenum">
              <a:rPr lang="en-US" smtClean="0">
                <a:solidFill>
                  <a:srgbClr val="5C5C5C">
                    <a:tint val="75000"/>
                  </a:srgbClr>
                </a:solidFill>
                <a:latin typeface="Lato Light"/>
                <a:cs typeface="+mn-cs"/>
              </a:rPr>
              <a:pPr fontAlgn="auto">
                <a:spcBef>
                  <a:spcPts val="0"/>
                </a:spcBef>
                <a:spcAft>
                  <a:spcPts val="0"/>
                </a:spcAft>
              </a:pPr>
              <a:t>‹#›</a:t>
            </a:fld>
            <a:endParaRPr lang="en-US">
              <a:solidFill>
                <a:srgbClr val="5C5C5C">
                  <a:tint val="75000"/>
                </a:srgbClr>
              </a:solidFill>
              <a:latin typeface="Lato Light"/>
              <a:cs typeface="+mn-cs"/>
            </a:endParaRPr>
          </a:p>
        </p:txBody>
      </p:sp>
    </p:spTree>
    <p:extLst>
      <p:ext uri="{BB962C8B-B14F-4D97-AF65-F5344CB8AC3E}">
        <p14:creationId xmlns:p14="http://schemas.microsoft.com/office/powerpoint/2010/main" val="1467552795"/>
      </p:ext>
    </p:extLst>
  </p:cSld>
  <p:clrMap bg1="lt1" tx1="dk1" bg2="lt2" tx2="dk2" accent1="accent1" accent2="accent2" accent3="accent3" accent4="accent4" accent5="accent5" accent6="accent6" hlink="hlink" folHlink="folHlink"/>
  <p:sldLayoutIdLst>
    <p:sldLayoutId id="2147486369" r:id="rId1"/>
    <p:sldLayoutId id="2147486370" r:id="rId2"/>
    <p:sldLayoutId id="2147486371" r:id="rId3"/>
    <p:sldLayoutId id="2147486372" r:id="rId4"/>
    <p:sldLayoutId id="2147486373" r:id="rId5"/>
    <p:sldLayoutId id="2147486374" r:id="rId6"/>
    <p:sldLayoutId id="2147486375" r:id="rId7"/>
    <p:sldLayoutId id="2147486376" r:id="rId8"/>
    <p:sldLayoutId id="2147486377" r:id="rId9"/>
    <p:sldLayoutId id="2147486378" r:id="rId10"/>
    <p:sldLayoutId id="2147486379" r:id="rId11"/>
    <p:sldLayoutId id="2147486380" r:id="rId12"/>
    <p:sldLayoutId id="2147486381" r:id="rId13"/>
    <p:sldLayoutId id="2147486382" r:id="rId14"/>
    <p:sldLayoutId id="2147486383" r:id="rId15"/>
    <p:sldLayoutId id="2147486384" r:id="rId16"/>
    <p:sldLayoutId id="2147486385" r:id="rId17"/>
    <p:sldLayoutId id="2147486386" r:id="rId18"/>
    <p:sldLayoutId id="2147486387" r:id="rId19"/>
    <p:sldLayoutId id="2147486388" r:id="rId20"/>
    <p:sldLayoutId id="2147486389" r:id="rId21"/>
    <p:sldLayoutId id="2147486390" r:id="rId22"/>
    <p:sldLayoutId id="2147486391" r:id="rId23"/>
    <p:sldLayoutId id="2147486392" r:id="rId24"/>
    <p:sldLayoutId id="2147486393" r:id="rId25"/>
    <p:sldLayoutId id="2147486394" r:id="rId26"/>
    <p:sldLayoutId id="2147486395" r:id="rId27"/>
    <p:sldLayoutId id="2147486396" r:id="rId28"/>
    <p:sldLayoutId id="2147486397" r:id="rId29"/>
    <p:sldLayoutId id="2147486398" r:id="rId30"/>
    <p:sldLayoutId id="2147486399" r:id="rId31"/>
    <p:sldLayoutId id="2147486400" r:id="rId32"/>
  </p:sldLayoutIdLst>
  <mc:AlternateContent xmlns:mc="http://schemas.openxmlformats.org/markup-compatibility/2006" xmlns:p14="http://schemas.microsoft.com/office/powerpoint/2010/main">
    <mc:Choice Requires="p14">
      <p:transition p14:dur="10"/>
    </mc:Choice>
    <mc:Fallback xmlns="">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blipFill dpi="0" rotWithShape="1">
          <a:blip r:embed="rId34">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877B83C8-1B30-4E6C-B100-462FED78B39F}" type="datetime1">
              <a:rPr lang="en-US" smtClean="0">
                <a:solidFill>
                  <a:srgbClr val="5C5C5C">
                    <a:tint val="75000"/>
                  </a:srgbClr>
                </a:solidFill>
                <a:latin typeface="Lato Light"/>
                <a:cs typeface="+mn-cs"/>
              </a:rPr>
              <a:pPr fontAlgn="auto">
                <a:spcBef>
                  <a:spcPts val="0"/>
                </a:spcBef>
                <a:spcAft>
                  <a:spcPts val="0"/>
                </a:spcAft>
              </a:pPr>
              <a:t>8/17/16</a:t>
            </a:fld>
            <a:endParaRPr lang="en-US" dirty="0">
              <a:solidFill>
                <a:srgbClr val="5C5C5C">
                  <a:tint val="75000"/>
                </a:srgbClr>
              </a:solidFill>
              <a:latin typeface="Lato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US">
              <a:solidFill>
                <a:srgbClr val="5C5C5C">
                  <a:tint val="75000"/>
                </a:srgbClr>
              </a:solidFill>
              <a:latin typeface="Lato Ligh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ED726997-92CC-4F2C-B5E2-6BD758616CD8}" type="slidenum">
              <a:rPr lang="en-US" smtClean="0">
                <a:solidFill>
                  <a:srgbClr val="5C5C5C">
                    <a:tint val="75000"/>
                  </a:srgbClr>
                </a:solidFill>
                <a:latin typeface="Lato Light"/>
                <a:cs typeface="+mn-cs"/>
              </a:rPr>
              <a:pPr fontAlgn="auto">
                <a:spcBef>
                  <a:spcPts val="0"/>
                </a:spcBef>
                <a:spcAft>
                  <a:spcPts val="0"/>
                </a:spcAft>
              </a:pPr>
              <a:t>‹#›</a:t>
            </a:fld>
            <a:endParaRPr lang="en-US">
              <a:solidFill>
                <a:srgbClr val="5C5C5C">
                  <a:tint val="75000"/>
                </a:srgbClr>
              </a:solidFill>
              <a:latin typeface="Lato Light"/>
              <a:cs typeface="+mn-cs"/>
            </a:endParaRPr>
          </a:p>
        </p:txBody>
      </p:sp>
    </p:spTree>
    <p:extLst>
      <p:ext uri="{BB962C8B-B14F-4D97-AF65-F5344CB8AC3E}">
        <p14:creationId xmlns:p14="http://schemas.microsoft.com/office/powerpoint/2010/main" val="4126330556"/>
      </p:ext>
    </p:extLst>
  </p:cSld>
  <p:clrMap bg1="lt1" tx1="dk1" bg2="lt2" tx2="dk2" accent1="accent1" accent2="accent2" accent3="accent3" accent4="accent4" accent5="accent5" accent6="accent6" hlink="hlink" folHlink="folHlink"/>
  <p:sldLayoutIdLst>
    <p:sldLayoutId id="2147486402" r:id="rId1"/>
    <p:sldLayoutId id="2147486403" r:id="rId2"/>
    <p:sldLayoutId id="2147486404" r:id="rId3"/>
    <p:sldLayoutId id="2147486405" r:id="rId4"/>
    <p:sldLayoutId id="2147486406" r:id="rId5"/>
    <p:sldLayoutId id="2147486407" r:id="rId6"/>
    <p:sldLayoutId id="2147486408" r:id="rId7"/>
    <p:sldLayoutId id="2147486409" r:id="rId8"/>
    <p:sldLayoutId id="2147486410" r:id="rId9"/>
    <p:sldLayoutId id="2147486411" r:id="rId10"/>
    <p:sldLayoutId id="2147486412" r:id="rId11"/>
    <p:sldLayoutId id="2147486413" r:id="rId12"/>
    <p:sldLayoutId id="2147486414" r:id="rId13"/>
    <p:sldLayoutId id="2147486415" r:id="rId14"/>
    <p:sldLayoutId id="2147486416" r:id="rId15"/>
    <p:sldLayoutId id="2147486417" r:id="rId16"/>
    <p:sldLayoutId id="2147486418" r:id="rId17"/>
    <p:sldLayoutId id="2147486419" r:id="rId18"/>
    <p:sldLayoutId id="2147486420" r:id="rId19"/>
    <p:sldLayoutId id="2147486421" r:id="rId20"/>
    <p:sldLayoutId id="2147486422" r:id="rId21"/>
    <p:sldLayoutId id="2147486423" r:id="rId22"/>
    <p:sldLayoutId id="2147486424" r:id="rId23"/>
    <p:sldLayoutId id="2147486425" r:id="rId24"/>
    <p:sldLayoutId id="2147486426" r:id="rId25"/>
    <p:sldLayoutId id="2147486427" r:id="rId26"/>
    <p:sldLayoutId id="2147486428" r:id="rId27"/>
    <p:sldLayoutId id="2147486429" r:id="rId28"/>
    <p:sldLayoutId id="2147486430" r:id="rId29"/>
    <p:sldLayoutId id="2147486431" r:id="rId30"/>
    <p:sldLayoutId id="2147486432" r:id="rId31"/>
    <p:sldLayoutId id="2147486433" r:id="rId32"/>
  </p:sldLayoutIdLst>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blipFill dpi="0" rotWithShape="1">
          <a:blip r:embed="rId32">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F227B78D-1F17-4F11-84C4-073AD791F5A2}" type="datetimeFigureOut">
              <a:rPr lang="en-AU" smtClean="0">
                <a:solidFill>
                  <a:prstClr val="black">
                    <a:tint val="75000"/>
                  </a:prstClr>
                </a:solidFill>
                <a:latin typeface="Montserrat Light"/>
                <a:cs typeface="+mn-cs"/>
              </a:rPr>
              <a:pPr fontAlgn="auto">
                <a:spcBef>
                  <a:spcPts val="0"/>
                </a:spcBef>
                <a:spcAft>
                  <a:spcPts val="0"/>
                </a:spcAft>
              </a:pPr>
              <a:t>17/08/2016</a:t>
            </a:fld>
            <a:endParaRPr lang="en-AU">
              <a:solidFill>
                <a:prstClr val="black">
                  <a:tint val="75000"/>
                </a:prstClr>
              </a:solidFill>
              <a:latin typeface="Montserrat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AU">
              <a:solidFill>
                <a:prstClr val="black">
                  <a:tint val="75000"/>
                </a:prstClr>
              </a:solidFill>
              <a:latin typeface="Montserrat Ligh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8E6ECA09-A5CB-48CE-BB88-B28C1260C3AE}" type="slidenum">
              <a:rPr lang="en-AU" smtClean="0">
                <a:solidFill>
                  <a:prstClr val="black">
                    <a:tint val="75000"/>
                  </a:prstClr>
                </a:solidFill>
                <a:latin typeface="Montserrat Light"/>
                <a:cs typeface="+mn-cs"/>
              </a:rPr>
              <a:pPr fontAlgn="auto">
                <a:spcBef>
                  <a:spcPts val="0"/>
                </a:spcBef>
                <a:spcAft>
                  <a:spcPts val="0"/>
                </a:spcAft>
              </a:pPr>
              <a:t>‹#›</a:t>
            </a:fld>
            <a:endParaRPr lang="en-AU">
              <a:solidFill>
                <a:prstClr val="black">
                  <a:tint val="75000"/>
                </a:prstClr>
              </a:solidFill>
              <a:latin typeface="Montserrat Light"/>
              <a:cs typeface="+mn-cs"/>
            </a:endParaRPr>
          </a:p>
        </p:txBody>
      </p:sp>
    </p:spTree>
    <p:extLst>
      <p:ext uri="{BB962C8B-B14F-4D97-AF65-F5344CB8AC3E}">
        <p14:creationId xmlns:p14="http://schemas.microsoft.com/office/powerpoint/2010/main" val="4163472501"/>
      </p:ext>
    </p:extLst>
  </p:cSld>
  <p:clrMap bg1="lt1" tx1="dk1" bg2="lt2" tx2="dk2" accent1="accent1" accent2="accent2" accent3="accent3" accent4="accent4" accent5="accent5" accent6="accent6" hlink="hlink" folHlink="folHlink"/>
  <p:sldLayoutIdLst>
    <p:sldLayoutId id="2147486435" r:id="rId1"/>
    <p:sldLayoutId id="2147486436" r:id="rId2"/>
    <p:sldLayoutId id="2147486437" r:id="rId3"/>
    <p:sldLayoutId id="2147486438" r:id="rId4"/>
    <p:sldLayoutId id="2147486439" r:id="rId5"/>
    <p:sldLayoutId id="2147486440" r:id="rId6"/>
    <p:sldLayoutId id="2147486441" r:id="rId7"/>
    <p:sldLayoutId id="2147486442" r:id="rId8"/>
    <p:sldLayoutId id="2147486443" r:id="rId9"/>
    <p:sldLayoutId id="2147486444" r:id="rId10"/>
    <p:sldLayoutId id="2147486445" r:id="rId11"/>
    <p:sldLayoutId id="2147486446" r:id="rId12"/>
    <p:sldLayoutId id="2147486447" r:id="rId13"/>
    <p:sldLayoutId id="2147486448" r:id="rId14"/>
    <p:sldLayoutId id="2147486449" r:id="rId15"/>
    <p:sldLayoutId id="2147486450" r:id="rId16"/>
    <p:sldLayoutId id="2147486451" r:id="rId17"/>
    <p:sldLayoutId id="2147486452" r:id="rId18"/>
    <p:sldLayoutId id="2147486453" r:id="rId19"/>
    <p:sldLayoutId id="2147486454" r:id="rId20"/>
    <p:sldLayoutId id="2147486455" r:id="rId21"/>
    <p:sldLayoutId id="2147486456" r:id="rId22"/>
    <p:sldLayoutId id="2147486457" r:id="rId23"/>
    <p:sldLayoutId id="2147486458" r:id="rId24"/>
    <p:sldLayoutId id="2147486459" r:id="rId25"/>
    <p:sldLayoutId id="2147486460" r:id="rId26"/>
    <p:sldLayoutId id="2147486461" r:id="rId27"/>
    <p:sldLayoutId id="2147486462" r:id="rId28"/>
    <p:sldLayoutId id="2147486463" r:id="rId29"/>
    <p:sldLayoutId id="2147486464" r:id="rId30"/>
  </p:sldLayoutIdLst>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287">
          <p15:clr>
            <a:srgbClr val="F26B43"/>
          </p15:clr>
        </p15:guide>
        <p15:guide id="4" pos="393">
          <p15:clr>
            <a:srgbClr val="F26B43"/>
          </p15:clr>
        </p15:guide>
        <p15:guide id="5" orient="horz" pos="3884">
          <p15:clr>
            <a:srgbClr val="F26B43"/>
          </p15:clr>
        </p15:guide>
        <p15:guide id="6" orient="horz" pos="436">
          <p15:clr>
            <a:srgbClr val="F26B43"/>
          </p15:clr>
        </p15:guide>
      </p15:sldGuideLst>
    </p:ext>
  </p:extLst>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AD786B27-129B-4F3D-BC93-2BECBFB1835F}" type="datetimeFigureOut">
              <a:rPr lang="en-US" smtClean="0">
                <a:solidFill>
                  <a:srgbClr val="95A5A6">
                    <a:tint val="75000"/>
                  </a:srgbClr>
                </a:solidFill>
                <a:latin typeface="Calibri" panose="020F0502020204030204"/>
                <a:cs typeface="+mn-cs"/>
              </a:rPr>
              <a:pPr fontAlgn="auto">
                <a:spcBef>
                  <a:spcPts val="0"/>
                </a:spcBef>
                <a:spcAft>
                  <a:spcPts val="0"/>
                </a:spcAft>
              </a:pPr>
              <a:t>8/17/16</a:t>
            </a:fld>
            <a:endParaRPr lang="en-US">
              <a:solidFill>
                <a:srgbClr val="95A5A6">
                  <a:tint val="75000"/>
                </a:srgb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US">
              <a:solidFill>
                <a:srgbClr val="95A5A6">
                  <a:tint val="75000"/>
                </a:srgb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AEE38F98-4105-40A7-8991-7A498960FD3A}" type="slidenum">
              <a:rPr lang="en-US" smtClean="0">
                <a:solidFill>
                  <a:srgbClr val="95A5A6">
                    <a:tint val="75000"/>
                  </a:srgbClr>
                </a:solidFill>
                <a:latin typeface="Calibri" panose="020F0502020204030204"/>
                <a:cs typeface="+mn-cs"/>
              </a:rPr>
              <a:pPr fontAlgn="auto">
                <a:spcBef>
                  <a:spcPts val="0"/>
                </a:spcBef>
                <a:spcAft>
                  <a:spcPts val="0"/>
                </a:spcAft>
              </a:pPr>
              <a:t>‹#›</a:t>
            </a:fld>
            <a:endParaRPr lang="en-US">
              <a:solidFill>
                <a:srgbClr val="95A5A6">
                  <a:tint val="75000"/>
                </a:srgbClr>
              </a:solidFill>
              <a:latin typeface="Calibri" panose="020F0502020204030204"/>
              <a:cs typeface="+mn-cs"/>
            </a:endParaRPr>
          </a:p>
        </p:txBody>
      </p:sp>
    </p:spTree>
    <p:extLst>
      <p:ext uri="{BB962C8B-B14F-4D97-AF65-F5344CB8AC3E}">
        <p14:creationId xmlns:p14="http://schemas.microsoft.com/office/powerpoint/2010/main" val="2362869758"/>
      </p:ext>
    </p:extLst>
  </p:cSld>
  <p:clrMap bg1="lt1" tx1="dk1" bg2="lt2" tx2="dk2" accent1="accent1" accent2="accent2" accent3="accent3" accent4="accent4" accent5="accent5" accent6="accent6" hlink="hlink" folHlink="folHlink"/>
  <p:sldLayoutIdLst>
    <p:sldLayoutId id="2147486466" r:id="rId1"/>
    <p:sldLayoutId id="2147486467" r:id="rId2"/>
    <p:sldLayoutId id="2147486468" r:id="rId3"/>
    <p:sldLayoutId id="2147486469" r:id="rId4"/>
    <p:sldLayoutId id="2147486470" r:id="rId5"/>
    <p:sldLayoutId id="2147486471" r:id="rId6"/>
    <p:sldLayoutId id="2147486472" r:id="rId7"/>
    <p:sldLayoutId id="2147486473" r:id="rId8"/>
    <p:sldLayoutId id="2147486474" r:id="rId9"/>
    <p:sldLayoutId id="2147486475" r:id="rId10"/>
    <p:sldLayoutId id="2147486476" r:id="rId11"/>
  </p:sldLayoutIdLst>
  <mc:AlternateContent xmlns:mc="http://schemas.openxmlformats.org/markup-compatibility/2006" xmlns:p14="http://schemas.microsoft.com/office/powerpoint/2010/main">
    <mc:Choice Requires="p14">
      <p:transition p14:dur="10"/>
    </mc:Choice>
    <mc:Fallback xmlns="">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7"/>
            <a:ext cx="109728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pPr fontAlgn="auto">
              <a:spcBef>
                <a:spcPts val="0"/>
              </a:spcBef>
              <a:spcAft>
                <a:spcPts val="0"/>
              </a:spcAft>
            </a:pPr>
            <a:fld id="{09BDC11D-C56D-43F7-9324-A802D50A1050}" type="datetimeFigureOut">
              <a:rPr lang="en-US" smtClean="0">
                <a:solidFill>
                  <a:srgbClr val="000000">
                    <a:tint val="75000"/>
                  </a:srgbClr>
                </a:solidFill>
                <a:latin typeface="Calibri"/>
                <a:cs typeface="+mn-cs"/>
              </a:rPr>
              <a:pPr fontAlgn="auto">
                <a:spcBef>
                  <a:spcPts val="0"/>
                </a:spcBef>
                <a:spcAft>
                  <a:spcPts val="0"/>
                </a:spcAft>
              </a:pPr>
              <a:t>8/17/16</a:t>
            </a:fld>
            <a:endParaRPr lang="en-US">
              <a:solidFill>
                <a:srgbClr val="000000">
                  <a:tint val="75000"/>
                </a:srgbClr>
              </a:solidFill>
              <a:latin typeface="Calibri"/>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pPr fontAlgn="auto">
              <a:spcBef>
                <a:spcPts val="0"/>
              </a:spcBef>
              <a:spcAft>
                <a:spcPts val="0"/>
              </a:spcAft>
            </a:pPr>
            <a:endParaRPr lang="en-US">
              <a:solidFill>
                <a:srgbClr val="000000">
                  <a:tint val="75000"/>
                </a:srgbClr>
              </a:solidFill>
              <a:latin typeface="Calibri"/>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pPr fontAlgn="auto">
              <a:spcBef>
                <a:spcPts val="0"/>
              </a:spcBef>
              <a:spcAft>
                <a:spcPts val="0"/>
              </a:spcAft>
            </a:pPr>
            <a:fld id="{E16EE1C3-4C97-4D89-86D4-AB0FC9C35DCF}" type="slidenum">
              <a:rPr lang="en-US" smtClean="0">
                <a:solidFill>
                  <a:srgbClr val="000000">
                    <a:tint val="75000"/>
                  </a:srgbClr>
                </a:solidFill>
                <a:latin typeface="Calibri"/>
                <a:cs typeface="+mn-cs"/>
              </a:rPr>
              <a:pPr fontAlgn="auto">
                <a:spcBef>
                  <a:spcPts val="0"/>
                </a:spcBef>
                <a:spcAft>
                  <a:spcPts val="0"/>
                </a:spcAft>
              </a:pPr>
              <a:t>‹#›</a:t>
            </a:fld>
            <a:endParaRPr lang="en-US">
              <a:solidFill>
                <a:srgbClr val="000000">
                  <a:tint val="75000"/>
                </a:srgbClr>
              </a:solidFill>
              <a:latin typeface="Calibri"/>
              <a:cs typeface="+mn-cs"/>
            </a:endParaRPr>
          </a:p>
        </p:txBody>
      </p:sp>
    </p:spTree>
    <p:extLst>
      <p:ext uri="{BB962C8B-B14F-4D97-AF65-F5344CB8AC3E}">
        <p14:creationId xmlns:p14="http://schemas.microsoft.com/office/powerpoint/2010/main" val="1612499615"/>
      </p:ext>
    </p:extLst>
  </p:cSld>
  <p:clrMap bg1="lt1" tx1="dk1" bg2="lt2" tx2="dk2" accent1="accent1" accent2="accent2" accent3="accent3" accent4="accent4" accent5="accent5" accent6="accent6" hlink="hlink" folHlink="folHlink"/>
  <p:sldLayoutIdLst>
    <p:sldLayoutId id="2147486478" r:id="rId1"/>
    <p:sldLayoutId id="2147486479" r:id="rId2"/>
    <p:sldLayoutId id="2147486480" r:id="rId3"/>
    <p:sldLayoutId id="2147486481" r:id="rId4"/>
    <p:sldLayoutId id="2147486482" r:id="rId5"/>
    <p:sldLayoutId id="2147486483" r:id="rId6"/>
    <p:sldLayoutId id="2147486484" r:id="rId7"/>
    <p:sldLayoutId id="2147486485" r:id="rId8"/>
    <p:sldLayoutId id="2147486486" r:id="rId9"/>
    <p:sldLayoutId id="2147486487" r:id="rId10"/>
    <p:sldLayoutId id="2147486488" r:id="rId11"/>
  </p:sldLayoutIdLst>
  <mc:AlternateContent xmlns:mc="http://schemas.openxmlformats.org/markup-compatibility/2006" xmlns:p14="http://schemas.microsoft.com/office/powerpoint/2010/main">
    <mc:Choice Requires="p14">
      <p:transition p14:dur="10"/>
    </mc:Choice>
    <mc:Fallback xmlns="">
      <p:transition/>
    </mc:Fallback>
  </mc:AlternateContent>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7"/>
            <a:ext cx="109728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pPr fontAlgn="auto">
              <a:spcBef>
                <a:spcPts val="0"/>
              </a:spcBef>
              <a:spcAft>
                <a:spcPts val="0"/>
              </a:spcAft>
            </a:pPr>
            <a:fld id="{09BDC11D-C56D-43F7-9324-A802D50A1050}" type="datetimeFigureOut">
              <a:rPr lang="en-US" smtClean="0">
                <a:solidFill>
                  <a:srgbClr val="000000">
                    <a:tint val="75000"/>
                  </a:srgbClr>
                </a:solidFill>
                <a:latin typeface="Calibri"/>
                <a:cs typeface="+mn-cs"/>
              </a:rPr>
              <a:pPr fontAlgn="auto">
                <a:spcBef>
                  <a:spcPts val="0"/>
                </a:spcBef>
                <a:spcAft>
                  <a:spcPts val="0"/>
                </a:spcAft>
              </a:pPr>
              <a:t>8/17/16</a:t>
            </a:fld>
            <a:endParaRPr lang="en-US">
              <a:solidFill>
                <a:srgbClr val="000000">
                  <a:tint val="75000"/>
                </a:srgbClr>
              </a:solidFill>
              <a:latin typeface="Calibri"/>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pPr fontAlgn="auto">
              <a:spcBef>
                <a:spcPts val="0"/>
              </a:spcBef>
              <a:spcAft>
                <a:spcPts val="0"/>
              </a:spcAft>
            </a:pPr>
            <a:endParaRPr lang="en-US">
              <a:solidFill>
                <a:srgbClr val="000000">
                  <a:tint val="75000"/>
                </a:srgbClr>
              </a:solidFill>
              <a:latin typeface="Calibri"/>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pPr fontAlgn="auto">
              <a:spcBef>
                <a:spcPts val="0"/>
              </a:spcBef>
              <a:spcAft>
                <a:spcPts val="0"/>
              </a:spcAft>
            </a:pPr>
            <a:fld id="{E16EE1C3-4C97-4D89-86D4-AB0FC9C35DCF}" type="slidenum">
              <a:rPr lang="en-US" smtClean="0">
                <a:solidFill>
                  <a:srgbClr val="000000">
                    <a:tint val="75000"/>
                  </a:srgbClr>
                </a:solidFill>
                <a:latin typeface="Calibri"/>
                <a:cs typeface="+mn-cs"/>
              </a:rPr>
              <a:pPr fontAlgn="auto">
                <a:spcBef>
                  <a:spcPts val="0"/>
                </a:spcBef>
                <a:spcAft>
                  <a:spcPts val="0"/>
                </a:spcAft>
              </a:pPr>
              <a:t>‹#›</a:t>
            </a:fld>
            <a:endParaRPr lang="en-US">
              <a:solidFill>
                <a:srgbClr val="000000">
                  <a:tint val="75000"/>
                </a:srgbClr>
              </a:solidFill>
              <a:latin typeface="Calibri"/>
              <a:cs typeface="+mn-cs"/>
            </a:endParaRPr>
          </a:p>
        </p:txBody>
      </p:sp>
    </p:spTree>
    <p:extLst>
      <p:ext uri="{BB962C8B-B14F-4D97-AF65-F5344CB8AC3E}">
        <p14:creationId xmlns:p14="http://schemas.microsoft.com/office/powerpoint/2010/main" val="4103803632"/>
      </p:ext>
    </p:extLst>
  </p:cSld>
  <p:clrMap bg1="lt1" tx1="dk1" bg2="lt2" tx2="dk2" accent1="accent1" accent2="accent2" accent3="accent3" accent4="accent4" accent5="accent5" accent6="accent6" hlink="hlink" folHlink="folHlink"/>
  <p:sldLayoutIdLst>
    <p:sldLayoutId id="2147486490" r:id="rId1"/>
    <p:sldLayoutId id="2147486491" r:id="rId2"/>
    <p:sldLayoutId id="2147486492" r:id="rId3"/>
    <p:sldLayoutId id="2147486493" r:id="rId4"/>
    <p:sldLayoutId id="2147486494" r:id="rId5"/>
    <p:sldLayoutId id="2147486495" r:id="rId6"/>
    <p:sldLayoutId id="2147486496" r:id="rId7"/>
    <p:sldLayoutId id="2147486497" r:id="rId8"/>
    <p:sldLayoutId id="2147486498" r:id="rId9"/>
    <p:sldLayoutId id="2147486499" r:id="rId10"/>
    <p:sldLayoutId id="2147486500" r:id="rId11"/>
  </p:sldLayoutIdLst>
  <mc:AlternateContent xmlns:mc="http://schemas.openxmlformats.org/markup-compatibility/2006" xmlns:p14="http://schemas.microsoft.com/office/powerpoint/2010/main">
    <mc:Choice Requires="p14">
      <p:transition p14:dur="10"/>
    </mc:Choice>
    <mc:Fallback xmlns="">
      <p:transition/>
    </mc:Fallback>
  </mc:AlternateContent>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blipFill dpi="0" rotWithShape="1">
          <a:blip r:embed="rId12">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800">
                <a:solidFill>
                  <a:schemeClr val="tx1">
                    <a:tint val="75000"/>
                  </a:schemeClr>
                </a:solidFill>
                <a:latin typeface="Open Sans Light" panose="020B0306030504020204" pitchFamily="34" charset="0"/>
                <a:ea typeface="Open Sans Light" panose="020B0306030504020204" pitchFamily="34" charset="0"/>
                <a:cs typeface="Open Sans Light" panose="020B0306030504020204" pitchFamily="34" charset="0"/>
              </a:defRPr>
            </a:lvl1pPr>
          </a:lstStyle>
          <a:p>
            <a:pPr fontAlgn="auto">
              <a:spcBef>
                <a:spcPts val="0"/>
              </a:spcBef>
              <a:spcAft>
                <a:spcPts val="0"/>
              </a:spcAft>
            </a:pPr>
            <a:fld id="{8F936169-A27C-4FF5-A3E7-3B224E7FC98B}" type="datetimeFigureOut">
              <a:rPr lang="en-US" smtClean="0">
                <a:solidFill>
                  <a:prstClr val="black">
                    <a:tint val="75000"/>
                  </a:prstClr>
                </a:solidFill>
              </a:rPr>
              <a:pPr fontAlgn="auto">
                <a:spcBef>
                  <a:spcPts val="0"/>
                </a:spcBef>
                <a:spcAft>
                  <a:spcPts val="0"/>
                </a:spcAft>
              </a:pPr>
              <a:t>8/17/16</a:t>
            </a:fld>
            <a:endParaRPr lang="en-US">
              <a:solidFill>
                <a:prstClr val="black">
                  <a:tint val="75000"/>
                </a:prst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800">
                <a:solidFill>
                  <a:schemeClr val="tx1">
                    <a:tint val="75000"/>
                  </a:schemeClr>
                </a:solidFill>
                <a:latin typeface="Open Sans Light" panose="020B0306030504020204" pitchFamily="34" charset="0"/>
                <a:ea typeface="Open Sans Light" panose="020B0306030504020204" pitchFamily="34" charset="0"/>
                <a:cs typeface="Open Sans Light" panose="020B0306030504020204" pitchFamily="34" charset="0"/>
              </a:defRPr>
            </a:lvl1pPr>
          </a:lstStyle>
          <a:p>
            <a:pPr fontAlgn="auto">
              <a:spcBef>
                <a:spcPts val="0"/>
              </a:spcBef>
              <a:spcAft>
                <a:spcPts val="0"/>
              </a:spcAft>
            </a:pPr>
            <a:endParaRPr lang="en-US">
              <a:solidFill>
                <a:prstClr val="black">
                  <a:tint val="75000"/>
                </a:prst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800">
                <a:solidFill>
                  <a:schemeClr val="tx1">
                    <a:tint val="75000"/>
                  </a:schemeClr>
                </a:solidFill>
                <a:latin typeface="Open Sans Light" panose="020B0306030504020204" pitchFamily="34" charset="0"/>
                <a:ea typeface="Open Sans Light" panose="020B0306030504020204" pitchFamily="34" charset="0"/>
                <a:cs typeface="Open Sans Light" panose="020B0306030504020204" pitchFamily="34" charset="0"/>
              </a:defRPr>
            </a:lvl1pPr>
          </a:lstStyle>
          <a:p>
            <a:pPr fontAlgn="auto">
              <a:spcBef>
                <a:spcPts val="0"/>
              </a:spcBef>
              <a:spcAft>
                <a:spcPts val="0"/>
              </a:spcAft>
            </a:pPr>
            <a:fld id="{592E3CCA-779D-45BD-947C-184BCF5E4B27}" type="slidenum">
              <a:rPr lang="en-US" smtClean="0">
                <a:solidFill>
                  <a:prstClr val="black">
                    <a:tint val="75000"/>
                  </a:prstClr>
                </a:solidFill>
              </a:rPr>
              <a:pPr fontAlgn="auto">
                <a:spcBef>
                  <a:spcPts val="0"/>
                </a:spcBef>
                <a:spcAft>
                  <a:spcPts val="0"/>
                </a:spcAft>
              </a:pPr>
              <a:t>‹#›</a:t>
            </a:fld>
            <a:endParaRPr lang="en-US">
              <a:solidFill>
                <a:prstClr val="black">
                  <a:tint val="75000"/>
                </a:prstClr>
              </a:solidFill>
            </a:endParaRPr>
          </a:p>
        </p:txBody>
      </p:sp>
    </p:spTree>
    <p:extLst>
      <p:ext uri="{BB962C8B-B14F-4D97-AF65-F5344CB8AC3E}">
        <p14:creationId xmlns:p14="http://schemas.microsoft.com/office/powerpoint/2010/main" val="995080807"/>
      </p:ext>
    </p:extLst>
  </p:cSld>
  <p:clrMap bg1="lt1" tx1="dk1" bg2="lt2" tx2="dk2" accent1="accent1" accent2="accent2" accent3="accent3" accent4="accent4" accent5="accent5" accent6="accent6" hlink="hlink" folHlink="folHlink"/>
  <p:sldLayoutIdLst>
    <p:sldLayoutId id="2147486504" r:id="rId1"/>
    <p:sldLayoutId id="2147486505" r:id="rId2"/>
    <p:sldLayoutId id="2147486506" r:id="rId3"/>
    <p:sldLayoutId id="2147486507" r:id="rId4"/>
    <p:sldLayoutId id="2147486508" r:id="rId5"/>
    <p:sldLayoutId id="2147486509" r:id="rId6"/>
    <p:sldLayoutId id="2147486510" r:id="rId7"/>
    <p:sldLayoutId id="2147486511" r:id="rId8"/>
    <p:sldLayoutId id="2147486512" r:id="rId9"/>
    <p:sldLayoutId id="2147486513" r:id="rId10"/>
  </p:sldLayoutIdLst>
  <mc:AlternateContent xmlns:mc="http://schemas.openxmlformats.org/markup-compatibility/2006" xmlns:p14="http://schemas.microsoft.com/office/powerpoint/2010/main">
    <mc:Choice Requires="p14">
      <p:transition p14:dur="10"/>
    </mc:Choice>
    <mc:Fallback xmlns="">
      <p:transition/>
    </mc:Fallback>
  </mc:AlternateContent>
  <p:txStyles>
    <p:titleStyle>
      <a:lvl1pPr algn="l" defTabSz="914400" rtl="0" eaLnBrk="1" latinLnBrk="0" hangingPunct="1">
        <a:lnSpc>
          <a:spcPct val="90000"/>
        </a:lnSpc>
        <a:spcBef>
          <a:spcPct val="0"/>
        </a:spcBef>
        <a:buNone/>
        <a:defRPr sz="24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1pPr>
    </p:titleStyle>
    <p:bodyStyle>
      <a:lvl1pPr marL="0" indent="0" algn="l" defTabSz="914400" rtl="0" eaLnBrk="1" latinLnBrk="0" hangingPunct="1">
        <a:lnSpc>
          <a:spcPct val="90000"/>
        </a:lnSpc>
        <a:spcBef>
          <a:spcPts val="1000"/>
        </a:spcBef>
        <a:buFont typeface="Arial" panose="020B0604020202020204" pitchFamily="34" charset="0"/>
        <a:buNone/>
        <a:defRPr sz="12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7"/>
            <a:ext cx="109728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pPr fontAlgn="auto">
              <a:spcBef>
                <a:spcPts val="0"/>
              </a:spcBef>
              <a:spcAft>
                <a:spcPts val="0"/>
              </a:spcAft>
            </a:pPr>
            <a:fld id="{09BDC11D-C56D-43F7-9324-A802D50A1050}" type="datetimeFigureOut">
              <a:rPr lang="en-US" smtClean="0">
                <a:solidFill>
                  <a:srgbClr val="000000">
                    <a:tint val="75000"/>
                  </a:srgbClr>
                </a:solidFill>
                <a:latin typeface="Calibri"/>
                <a:cs typeface="+mn-cs"/>
              </a:rPr>
              <a:pPr fontAlgn="auto">
                <a:spcBef>
                  <a:spcPts val="0"/>
                </a:spcBef>
                <a:spcAft>
                  <a:spcPts val="0"/>
                </a:spcAft>
              </a:pPr>
              <a:t>8/17/16</a:t>
            </a:fld>
            <a:endParaRPr lang="en-US">
              <a:solidFill>
                <a:srgbClr val="000000">
                  <a:tint val="75000"/>
                </a:srgbClr>
              </a:solidFill>
              <a:latin typeface="Calibri"/>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pPr fontAlgn="auto">
              <a:spcBef>
                <a:spcPts val="0"/>
              </a:spcBef>
              <a:spcAft>
                <a:spcPts val="0"/>
              </a:spcAft>
            </a:pPr>
            <a:endParaRPr lang="en-US">
              <a:solidFill>
                <a:srgbClr val="000000">
                  <a:tint val="75000"/>
                </a:srgbClr>
              </a:solidFill>
              <a:latin typeface="Calibri"/>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pPr fontAlgn="auto">
              <a:spcBef>
                <a:spcPts val="0"/>
              </a:spcBef>
              <a:spcAft>
                <a:spcPts val="0"/>
              </a:spcAft>
            </a:pPr>
            <a:fld id="{E16EE1C3-4C97-4D89-86D4-AB0FC9C35DCF}" type="slidenum">
              <a:rPr lang="en-US" smtClean="0">
                <a:solidFill>
                  <a:srgbClr val="000000">
                    <a:tint val="75000"/>
                  </a:srgbClr>
                </a:solidFill>
                <a:latin typeface="Calibri"/>
                <a:cs typeface="+mn-cs"/>
              </a:rPr>
              <a:pPr fontAlgn="auto">
                <a:spcBef>
                  <a:spcPts val="0"/>
                </a:spcBef>
                <a:spcAft>
                  <a:spcPts val="0"/>
                </a:spcAft>
              </a:pPr>
              <a:t>‹#›</a:t>
            </a:fld>
            <a:endParaRPr lang="en-US">
              <a:solidFill>
                <a:srgbClr val="000000">
                  <a:tint val="75000"/>
                </a:srgbClr>
              </a:solidFill>
              <a:latin typeface="Calibri"/>
              <a:cs typeface="+mn-cs"/>
            </a:endParaRPr>
          </a:p>
        </p:txBody>
      </p:sp>
    </p:spTree>
    <p:extLst>
      <p:ext uri="{BB962C8B-B14F-4D97-AF65-F5344CB8AC3E}">
        <p14:creationId xmlns:p14="http://schemas.microsoft.com/office/powerpoint/2010/main" val="3466398670"/>
      </p:ext>
    </p:extLst>
  </p:cSld>
  <p:clrMap bg1="lt1" tx1="dk1" bg2="lt2" tx2="dk2" accent1="accent1" accent2="accent2" accent3="accent3" accent4="accent4" accent5="accent5" accent6="accent6" hlink="hlink" folHlink="folHlink"/>
  <p:sldLayoutIdLst>
    <p:sldLayoutId id="2147486515" r:id="rId1"/>
    <p:sldLayoutId id="2147486516" r:id="rId2"/>
    <p:sldLayoutId id="2147486517" r:id="rId3"/>
    <p:sldLayoutId id="2147486518" r:id="rId4"/>
    <p:sldLayoutId id="2147486519" r:id="rId5"/>
    <p:sldLayoutId id="2147486520" r:id="rId6"/>
    <p:sldLayoutId id="2147486521" r:id="rId7"/>
    <p:sldLayoutId id="2147486522" r:id="rId8"/>
    <p:sldLayoutId id="2147486523" r:id="rId9"/>
    <p:sldLayoutId id="2147486524" r:id="rId10"/>
    <p:sldLayoutId id="2147486525" r:id="rId11"/>
  </p:sldLayoutIdLst>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31">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0381744"/>
      </p:ext>
    </p:extLst>
  </p:cSld>
  <p:clrMap bg1="lt1" tx1="dk1" bg2="lt2" tx2="dk2" accent1="accent1" accent2="accent2" accent3="accent3" accent4="accent4" accent5="accent5" accent6="accent6" hlink="hlink" folHlink="folHlink"/>
  <p:sldLayoutIdLst>
    <p:sldLayoutId id="2147486527" r:id="rId1"/>
    <p:sldLayoutId id="2147486528" r:id="rId2"/>
    <p:sldLayoutId id="2147486529" r:id="rId3"/>
    <p:sldLayoutId id="2147486530" r:id="rId4"/>
    <p:sldLayoutId id="2147486531" r:id="rId5"/>
    <p:sldLayoutId id="2147486532" r:id="rId6"/>
    <p:sldLayoutId id="2147486533" r:id="rId7"/>
    <p:sldLayoutId id="2147486534" r:id="rId8"/>
    <p:sldLayoutId id="2147486535" r:id="rId9"/>
    <p:sldLayoutId id="2147486536" r:id="rId10"/>
    <p:sldLayoutId id="2147486537" r:id="rId11"/>
    <p:sldLayoutId id="2147486538" r:id="rId12"/>
    <p:sldLayoutId id="2147486539" r:id="rId13"/>
    <p:sldLayoutId id="2147486540" r:id="rId14"/>
    <p:sldLayoutId id="2147486541" r:id="rId15"/>
    <p:sldLayoutId id="2147486542" r:id="rId16"/>
    <p:sldLayoutId id="2147486543" r:id="rId17"/>
    <p:sldLayoutId id="2147486544" r:id="rId18"/>
    <p:sldLayoutId id="2147486545" r:id="rId19"/>
    <p:sldLayoutId id="2147486546" r:id="rId20"/>
    <p:sldLayoutId id="2147486547" r:id="rId21"/>
    <p:sldLayoutId id="2147486548" r:id="rId22"/>
    <p:sldLayoutId id="2147486549" r:id="rId23"/>
    <p:sldLayoutId id="2147486550" r:id="rId24"/>
    <p:sldLayoutId id="2147486551" r:id="rId25"/>
    <p:sldLayoutId id="2147486552" r:id="rId26"/>
    <p:sldLayoutId id="2147486553" r:id="rId27"/>
    <p:sldLayoutId id="2147486554" r:id="rId28"/>
    <p:sldLayoutId id="2147486555" r:id="rId29"/>
  </p:sldLayoutIdLst>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31">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30147604"/>
      </p:ext>
    </p:extLst>
  </p:cSld>
  <p:clrMap bg1="lt1" tx1="dk1" bg2="lt2" tx2="dk2" accent1="accent1" accent2="accent2" accent3="accent3" accent4="accent4" accent5="accent5" accent6="accent6" hlink="hlink" folHlink="folHlink"/>
  <p:sldLayoutIdLst>
    <p:sldLayoutId id="2147486557" r:id="rId1"/>
    <p:sldLayoutId id="2147486558" r:id="rId2"/>
    <p:sldLayoutId id="2147486559" r:id="rId3"/>
    <p:sldLayoutId id="2147486560" r:id="rId4"/>
    <p:sldLayoutId id="2147486561" r:id="rId5"/>
    <p:sldLayoutId id="2147486562" r:id="rId6"/>
    <p:sldLayoutId id="2147486563" r:id="rId7"/>
    <p:sldLayoutId id="2147486564" r:id="rId8"/>
    <p:sldLayoutId id="2147486565" r:id="rId9"/>
    <p:sldLayoutId id="2147486566" r:id="rId10"/>
    <p:sldLayoutId id="2147486567" r:id="rId11"/>
    <p:sldLayoutId id="2147486568" r:id="rId12"/>
    <p:sldLayoutId id="2147486569" r:id="rId13"/>
    <p:sldLayoutId id="2147486570" r:id="rId14"/>
    <p:sldLayoutId id="2147486571" r:id="rId15"/>
    <p:sldLayoutId id="2147486572" r:id="rId16"/>
    <p:sldLayoutId id="2147486573" r:id="rId17"/>
    <p:sldLayoutId id="2147486574" r:id="rId18"/>
    <p:sldLayoutId id="2147486575" r:id="rId19"/>
    <p:sldLayoutId id="2147486576" r:id="rId20"/>
    <p:sldLayoutId id="2147486577" r:id="rId21"/>
    <p:sldLayoutId id="2147486578" r:id="rId22"/>
    <p:sldLayoutId id="2147486579" r:id="rId23"/>
    <p:sldLayoutId id="2147486580" r:id="rId24"/>
    <p:sldLayoutId id="2147486581" r:id="rId25"/>
    <p:sldLayoutId id="2147486582" r:id="rId26"/>
    <p:sldLayoutId id="2147486583" r:id="rId27"/>
    <p:sldLayoutId id="2147486584" r:id="rId28"/>
    <p:sldLayoutId id="2147486585" r:id="rId29"/>
  </p:sldLayoutIdLst>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76">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41567712"/>
      </p:ext>
    </p:extLst>
  </p:cSld>
  <p:clrMap bg1="lt1" tx1="dk1" bg2="lt2" tx2="dk2" accent1="accent1" accent2="accent2" accent3="accent3" accent4="accent4" accent5="accent5" accent6="accent6" hlink="hlink" folHlink="folHlink"/>
  <p:sldLayoutIdLst>
    <p:sldLayoutId id="2147486587" r:id="rId1"/>
    <p:sldLayoutId id="2147486588" r:id="rId2"/>
    <p:sldLayoutId id="2147486589" r:id="rId3"/>
    <p:sldLayoutId id="2147486590" r:id="rId4"/>
    <p:sldLayoutId id="2147486591" r:id="rId5"/>
    <p:sldLayoutId id="2147486592" r:id="rId6"/>
    <p:sldLayoutId id="2147486593" r:id="rId7"/>
    <p:sldLayoutId id="2147486594" r:id="rId8"/>
    <p:sldLayoutId id="2147486595" r:id="rId9"/>
    <p:sldLayoutId id="2147486596" r:id="rId10"/>
    <p:sldLayoutId id="2147486597" r:id="rId11"/>
    <p:sldLayoutId id="2147486598" r:id="rId12"/>
    <p:sldLayoutId id="2147486599" r:id="rId13"/>
    <p:sldLayoutId id="2147486600" r:id="rId14"/>
    <p:sldLayoutId id="2147486601" r:id="rId15"/>
    <p:sldLayoutId id="2147486602" r:id="rId16"/>
    <p:sldLayoutId id="2147486603" r:id="rId17"/>
    <p:sldLayoutId id="2147486604" r:id="rId18"/>
    <p:sldLayoutId id="2147486605" r:id="rId19"/>
    <p:sldLayoutId id="2147486606" r:id="rId20"/>
    <p:sldLayoutId id="2147486607" r:id="rId21"/>
    <p:sldLayoutId id="2147486608" r:id="rId22"/>
    <p:sldLayoutId id="2147486609" r:id="rId23"/>
    <p:sldLayoutId id="2147486610" r:id="rId24"/>
    <p:sldLayoutId id="2147486611" r:id="rId25"/>
    <p:sldLayoutId id="2147486612" r:id="rId26"/>
    <p:sldLayoutId id="2147486613" r:id="rId27"/>
    <p:sldLayoutId id="2147486614" r:id="rId28"/>
    <p:sldLayoutId id="2147486615" r:id="rId29"/>
    <p:sldLayoutId id="2147486616" r:id="rId30"/>
    <p:sldLayoutId id="2147486617" r:id="rId31"/>
    <p:sldLayoutId id="2147486618" r:id="rId32"/>
    <p:sldLayoutId id="2147486619" r:id="rId33"/>
    <p:sldLayoutId id="2147486620" r:id="rId34"/>
    <p:sldLayoutId id="2147486621" r:id="rId35"/>
    <p:sldLayoutId id="2147486622" r:id="rId36"/>
    <p:sldLayoutId id="2147486623" r:id="rId37"/>
    <p:sldLayoutId id="2147486624" r:id="rId38"/>
    <p:sldLayoutId id="2147486625" r:id="rId39"/>
    <p:sldLayoutId id="2147486626" r:id="rId40"/>
    <p:sldLayoutId id="2147486627" r:id="rId41"/>
    <p:sldLayoutId id="2147486628" r:id="rId42"/>
    <p:sldLayoutId id="2147486629" r:id="rId43"/>
    <p:sldLayoutId id="2147486630" r:id="rId44"/>
    <p:sldLayoutId id="2147486631" r:id="rId45"/>
    <p:sldLayoutId id="2147486632" r:id="rId46"/>
    <p:sldLayoutId id="2147486633" r:id="rId47"/>
    <p:sldLayoutId id="2147486634" r:id="rId48"/>
    <p:sldLayoutId id="2147486635" r:id="rId49"/>
    <p:sldLayoutId id="2147486636" r:id="rId50"/>
    <p:sldLayoutId id="2147486637" r:id="rId51"/>
    <p:sldLayoutId id="2147486638" r:id="rId52"/>
    <p:sldLayoutId id="2147486639" r:id="rId53"/>
    <p:sldLayoutId id="2147486640" r:id="rId54"/>
    <p:sldLayoutId id="2147486641" r:id="rId55"/>
    <p:sldLayoutId id="2147486642" r:id="rId56"/>
    <p:sldLayoutId id="2147486643" r:id="rId57"/>
    <p:sldLayoutId id="2147486644" r:id="rId58"/>
    <p:sldLayoutId id="2147486645" r:id="rId59"/>
    <p:sldLayoutId id="2147486646" r:id="rId60"/>
    <p:sldLayoutId id="2147486647" r:id="rId61"/>
    <p:sldLayoutId id="2147486648" r:id="rId62"/>
    <p:sldLayoutId id="2147486649" r:id="rId63"/>
    <p:sldLayoutId id="2147486650" r:id="rId64"/>
    <p:sldLayoutId id="2147486651" r:id="rId65"/>
    <p:sldLayoutId id="2147486652" r:id="rId66"/>
    <p:sldLayoutId id="2147486653" r:id="rId67"/>
    <p:sldLayoutId id="2147486654" r:id="rId68"/>
    <p:sldLayoutId id="2147486655" r:id="rId69"/>
    <p:sldLayoutId id="2147486656" r:id="rId70"/>
    <p:sldLayoutId id="2147486657" r:id="rId71"/>
    <p:sldLayoutId id="2147486658" r:id="rId72"/>
    <p:sldLayoutId id="2147486659" r:id="rId73"/>
    <p:sldLayoutId id="2147486660" r:id="rId74"/>
  </p:sldLayoutIdLst>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9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11.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11.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3" Type="http://schemas.openxmlformats.org/officeDocument/2006/relationships/diagramLayout" Target="../diagrams/layout1.xml"/><Relationship Id="rId4" Type="http://schemas.openxmlformats.org/officeDocument/2006/relationships/diagramQuickStyle" Target="../diagrams/quickStyle1.xml"/><Relationship Id="rId5" Type="http://schemas.openxmlformats.org/officeDocument/2006/relationships/diagramColors" Target="../diagrams/colors1.xml"/><Relationship Id="rId6" Type="http://schemas.microsoft.com/office/2007/relationships/diagramDrawing" Target="../diagrams/drawing1.xml"/><Relationship Id="rId1" Type="http://schemas.openxmlformats.org/officeDocument/2006/relationships/slideLayout" Target="../slideLayouts/slideLayout68.xml"/><Relationship Id="rId2" Type="http://schemas.openxmlformats.org/officeDocument/2006/relationships/diagramData" Target="../diagrams/data1.xml"/></Relationships>
</file>

<file path=ppt/slides/_rels/slide5.xml.rels><?xml version="1.0" encoding="UTF-8" standalone="yes"?>
<Relationships xmlns="http://schemas.openxmlformats.org/package/2006/relationships"><Relationship Id="rId3" Type="http://schemas.openxmlformats.org/officeDocument/2006/relationships/diagramData" Target="../diagrams/data2.xml"/><Relationship Id="rId4" Type="http://schemas.openxmlformats.org/officeDocument/2006/relationships/diagramLayout" Target="../diagrams/layout2.xml"/><Relationship Id="rId5" Type="http://schemas.openxmlformats.org/officeDocument/2006/relationships/diagramQuickStyle" Target="../diagrams/quickStyle2.xml"/><Relationship Id="rId6" Type="http://schemas.openxmlformats.org/officeDocument/2006/relationships/diagramColors" Target="../diagrams/colors2.xml"/><Relationship Id="rId7" Type="http://schemas.microsoft.com/office/2007/relationships/diagramDrawing" Target="../diagrams/drawing2.xml"/><Relationship Id="rId1" Type="http://schemas.openxmlformats.org/officeDocument/2006/relationships/slideLayout" Target="../slideLayouts/slideLayout68.xml"/><Relationship Id="rId2" Type="http://schemas.openxmlformats.org/officeDocument/2006/relationships/notesSlide" Target="../notesSlides/notesSlide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07.xml"/><Relationship Id="rId2" Type="http://schemas.openxmlformats.org/officeDocument/2006/relationships/notesSlide" Target="../notesSlides/notesSlide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0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03.xml"/><Relationship Id="rId2" Type="http://schemas.openxmlformats.org/officeDocument/2006/relationships/image" Target="NUL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03.xml"/><Relationship Id="rId2" Type="http://schemas.openxmlformats.org/officeDocument/2006/relationships/image" Target="NUL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3.xml"/><Relationship Id="rId2" Type="http://schemas.openxmlformats.org/officeDocument/2006/relationships/image" Target="NUL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0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0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07.xml"/></Relationships>
</file>

<file path=ppt/slides/_rels/slide14.xml.rels><?xml version="1.0" encoding="UTF-8" standalone="yes"?>
<Relationships xmlns="http://schemas.openxmlformats.org/package/2006/relationships"><Relationship Id="rId3" Type="http://schemas.openxmlformats.org/officeDocument/2006/relationships/diagramLayout" Target="../diagrams/layout3.xml"/><Relationship Id="rId4" Type="http://schemas.openxmlformats.org/officeDocument/2006/relationships/diagramQuickStyle" Target="../diagrams/quickStyle3.xml"/><Relationship Id="rId5" Type="http://schemas.openxmlformats.org/officeDocument/2006/relationships/diagramColors" Target="../diagrams/colors3.xml"/><Relationship Id="rId6" Type="http://schemas.microsoft.com/office/2007/relationships/diagramDrawing" Target="../diagrams/drawing3.xml"/><Relationship Id="rId1" Type="http://schemas.openxmlformats.org/officeDocument/2006/relationships/slideLayout" Target="../slideLayouts/slideLayout68.xml"/><Relationship Id="rId2" Type="http://schemas.openxmlformats.org/officeDocument/2006/relationships/diagramData" Target="../diagrams/data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9.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9.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9.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9.xml"/></Relationships>
</file>

<file path=ppt/slides/_rels/slide19.xml.rels><?xml version="1.0" encoding="UTF-8" standalone="yes"?>
<Relationships xmlns="http://schemas.openxmlformats.org/package/2006/relationships"><Relationship Id="rId3" Type="http://schemas.openxmlformats.org/officeDocument/2006/relationships/diagramLayout" Target="../diagrams/layout4.xml"/><Relationship Id="rId4" Type="http://schemas.openxmlformats.org/officeDocument/2006/relationships/diagramQuickStyle" Target="../diagrams/quickStyle4.xml"/><Relationship Id="rId5" Type="http://schemas.openxmlformats.org/officeDocument/2006/relationships/diagramColors" Target="../diagrams/colors4.xml"/><Relationship Id="rId6" Type="http://schemas.microsoft.com/office/2007/relationships/diagramDrawing" Target="../diagrams/drawing4.xml"/><Relationship Id="rId1" Type="http://schemas.openxmlformats.org/officeDocument/2006/relationships/slideLayout" Target="../slideLayouts/slideLayout68.xml"/><Relationship Id="rId2" Type="http://schemas.openxmlformats.org/officeDocument/2006/relationships/diagramData" Target="../diagrams/data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25.xml.rels><?xml version="1.0" encoding="UTF-8" standalone="yes"?>
<Relationships xmlns="http://schemas.openxmlformats.org/package/2006/relationships"><Relationship Id="rId3" Type="http://schemas.openxmlformats.org/officeDocument/2006/relationships/diagramLayout" Target="../diagrams/layout5.xml"/><Relationship Id="rId4" Type="http://schemas.openxmlformats.org/officeDocument/2006/relationships/diagramQuickStyle" Target="../diagrams/quickStyle5.xml"/><Relationship Id="rId5" Type="http://schemas.openxmlformats.org/officeDocument/2006/relationships/diagramColors" Target="../diagrams/colors5.xml"/><Relationship Id="rId6" Type="http://schemas.microsoft.com/office/2007/relationships/diagramDrawing" Target="../diagrams/drawing5.xml"/><Relationship Id="rId1" Type="http://schemas.openxmlformats.org/officeDocument/2006/relationships/slideLayout" Target="../slideLayouts/slideLayout68.xml"/><Relationship Id="rId2" Type="http://schemas.openxmlformats.org/officeDocument/2006/relationships/diagramData" Target="../diagrams/data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1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0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9.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29.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3.xml"/><Relationship Id="rId2" Type="http://schemas.openxmlformats.org/officeDocument/2006/relationships/notesSlide" Target="../notesSlides/notesSlide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03.xml"/><Relationship Id="rId2" Type="http://schemas.openxmlformats.org/officeDocument/2006/relationships/notesSlide" Target="../notesSlides/notesSlide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55.xml"/><Relationship Id="rId2" Type="http://schemas.openxmlformats.org/officeDocument/2006/relationships/image" Target="../media/image3.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9.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9.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39.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39.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8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8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8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8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35.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4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4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4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35.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69.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1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4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4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44.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44.xml"/></Relationships>
</file>

<file path=ppt/slides/_rels/slide65.xml.rels><?xml version="1.0" encoding="UTF-8" standalone="yes"?>
<Relationships xmlns="http://schemas.openxmlformats.org/package/2006/relationships"><Relationship Id="rId3" Type="http://schemas.openxmlformats.org/officeDocument/2006/relationships/diagramLayout" Target="../diagrams/layout6.xml"/><Relationship Id="rId4" Type="http://schemas.openxmlformats.org/officeDocument/2006/relationships/diagramQuickStyle" Target="../diagrams/quickStyle6.xml"/><Relationship Id="rId5" Type="http://schemas.openxmlformats.org/officeDocument/2006/relationships/diagramColors" Target="../diagrams/colors6.xml"/><Relationship Id="rId6" Type="http://schemas.microsoft.com/office/2007/relationships/diagramDrawing" Target="../diagrams/drawing6.xml"/><Relationship Id="rId1" Type="http://schemas.openxmlformats.org/officeDocument/2006/relationships/slideLayout" Target="../slideLayouts/slideLayout210.xml"/><Relationship Id="rId2" Type="http://schemas.openxmlformats.org/officeDocument/2006/relationships/diagramData" Target="../diagrams/data6.xml"/></Relationships>
</file>

<file path=ppt/slides/_rels/slide66.xml.rels><?xml version="1.0" encoding="UTF-8" standalone="yes"?>
<Relationships xmlns="http://schemas.openxmlformats.org/package/2006/relationships"><Relationship Id="rId3" Type="http://schemas.openxmlformats.org/officeDocument/2006/relationships/diagramLayout" Target="../diagrams/layout7.xml"/><Relationship Id="rId4" Type="http://schemas.openxmlformats.org/officeDocument/2006/relationships/diagramQuickStyle" Target="../diagrams/quickStyle7.xml"/><Relationship Id="rId5" Type="http://schemas.openxmlformats.org/officeDocument/2006/relationships/diagramColors" Target="../diagrams/colors7.xml"/><Relationship Id="rId6" Type="http://schemas.microsoft.com/office/2007/relationships/diagramDrawing" Target="../diagrams/drawing7.xml"/><Relationship Id="rId1" Type="http://schemas.openxmlformats.org/officeDocument/2006/relationships/slideLayout" Target="../slideLayouts/slideLayout210.xml"/><Relationship Id="rId2" Type="http://schemas.openxmlformats.org/officeDocument/2006/relationships/diagramData" Target="../diagrams/data7.xml"/></Relationships>
</file>

<file path=ppt/slides/_rels/slide67.xml.rels><?xml version="1.0" encoding="UTF-8" standalone="yes"?>
<Relationships xmlns="http://schemas.openxmlformats.org/package/2006/relationships"><Relationship Id="rId3" Type="http://schemas.openxmlformats.org/officeDocument/2006/relationships/diagramLayout" Target="../diagrams/layout8.xml"/><Relationship Id="rId4" Type="http://schemas.openxmlformats.org/officeDocument/2006/relationships/diagramQuickStyle" Target="../diagrams/quickStyle8.xml"/><Relationship Id="rId5" Type="http://schemas.openxmlformats.org/officeDocument/2006/relationships/diagramColors" Target="../diagrams/colors8.xml"/><Relationship Id="rId6" Type="http://schemas.microsoft.com/office/2007/relationships/diagramDrawing" Target="../diagrams/drawing8.xml"/><Relationship Id="rId1" Type="http://schemas.openxmlformats.org/officeDocument/2006/relationships/slideLayout" Target="../slideLayouts/slideLayout210.xml"/><Relationship Id="rId2" Type="http://schemas.openxmlformats.org/officeDocument/2006/relationships/diagramData" Target="../diagrams/data8.xml"/></Relationships>
</file>

<file path=ppt/slides/_rels/slide68.xml.rels><?xml version="1.0" encoding="UTF-8" standalone="yes"?>
<Relationships xmlns="http://schemas.openxmlformats.org/package/2006/relationships"><Relationship Id="rId3" Type="http://schemas.openxmlformats.org/officeDocument/2006/relationships/diagramLayout" Target="../diagrams/layout9.xml"/><Relationship Id="rId4" Type="http://schemas.openxmlformats.org/officeDocument/2006/relationships/diagramQuickStyle" Target="../diagrams/quickStyle9.xml"/><Relationship Id="rId5" Type="http://schemas.openxmlformats.org/officeDocument/2006/relationships/diagramColors" Target="../diagrams/colors9.xml"/><Relationship Id="rId6" Type="http://schemas.microsoft.com/office/2007/relationships/diagramDrawing" Target="../diagrams/drawing9.xml"/><Relationship Id="rId1" Type="http://schemas.openxmlformats.org/officeDocument/2006/relationships/slideLayout" Target="../slideLayouts/slideLayout210.xml"/><Relationship Id="rId2" Type="http://schemas.openxmlformats.org/officeDocument/2006/relationships/diagramData" Target="../diagrams/data9.xml"/></Relationships>
</file>

<file path=ppt/slides/_rels/slide69.xml.rels><?xml version="1.0" encoding="UTF-8" standalone="yes"?>
<Relationships xmlns="http://schemas.openxmlformats.org/package/2006/relationships"><Relationship Id="rId3" Type="http://schemas.openxmlformats.org/officeDocument/2006/relationships/diagramLayout" Target="../diagrams/layout10.xml"/><Relationship Id="rId4" Type="http://schemas.openxmlformats.org/officeDocument/2006/relationships/diagramQuickStyle" Target="../diagrams/quickStyle10.xml"/><Relationship Id="rId5" Type="http://schemas.openxmlformats.org/officeDocument/2006/relationships/diagramColors" Target="../diagrams/colors10.xml"/><Relationship Id="rId6" Type="http://schemas.microsoft.com/office/2007/relationships/diagramDrawing" Target="../diagrams/drawing10.xml"/><Relationship Id="rId1" Type="http://schemas.openxmlformats.org/officeDocument/2006/relationships/slideLayout" Target="../slideLayouts/slideLayout210.xml"/><Relationship Id="rId2" Type="http://schemas.openxmlformats.org/officeDocument/2006/relationships/diagramData" Target="../diagrams/data10.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68.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68.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6.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6.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9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9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0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05.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05.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46.xml"/><Relationship Id="rId2" Type="http://schemas.openxmlformats.org/officeDocument/2006/relationships/notesSlide" Target="../notesSlides/notesSlide9.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46.xml"/><Relationship Id="rId2" Type="http://schemas.openxmlformats.org/officeDocument/2006/relationships/notesSlide" Target="../notesSlides/notesSlide10.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46.xml"/><Relationship Id="rId2" Type="http://schemas.openxmlformats.org/officeDocument/2006/relationships/notesSlide" Target="../notesSlides/notesSlide11.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104.xml.rels><?xml version="1.0" encoding="UTF-8" standalone="yes"?>
<Relationships xmlns="http://schemas.openxmlformats.org/package/2006/relationships"><Relationship Id="rId3" Type="http://schemas.openxmlformats.org/officeDocument/2006/relationships/diagramLayout" Target="../diagrams/layout11.xml"/><Relationship Id="rId4" Type="http://schemas.openxmlformats.org/officeDocument/2006/relationships/diagramQuickStyle" Target="../diagrams/quickStyle11.xml"/><Relationship Id="rId5" Type="http://schemas.openxmlformats.org/officeDocument/2006/relationships/diagramColors" Target="../diagrams/colors11.xml"/><Relationship Id="rId6" Type="http://schemas.microsoft.com/office/2007/relationships/diagramDrawing" Target="../diagrams/drawing11.xml"/><Relationship Id="rId1" Type="http://schemas.openxmlformats.org/officeDocument/2006/relationships/slideLayout" Target="../slideLayouts/slideLayout211.xml"/><Relationship Id="rId2" Type="http://schemas.openxmlformats.org/officeDocument/2006/relationships/diagramData" Target="../diagrams/data11.xml"/></Relationships>
</file>

<file path=ppt/slides/_rels/slide105.xml.rels><?xml version="1.0" encoding="UTF-8" standalone="yes"?>
<Relationships xmlns="http://schemas.openxmlformats.org/package/2006/relationships"><Relationship Id="rId3" Type="http://schemas.openxmlformats.org/officeDocument/2006/relationships/diagramLayout" Target="../diagrams/layout12.xml"/><Relationship Id="rId4" Type="http://schemas.openxmlformats.org/officeDocument/2006/relationships/diagramQuickStyle" Target="../diagrams/quickStyle12.xml"/><Relationship Id="rId5" Type="http://schemas.openxmlformats.org/officeDocument/2006/relationships/diagramColors" Target="../diagrams/colors12.xml"/><Relationship Id="rId6" Type="http://schemas.microsoft.com/office/2007/relationships/diagramDrawing" Target="../diagrams/drawing12.xml"/><Relationship Id="rId1" Type="http://schemas.openxmlformats.org/officeDocument/2006/relationships/slideLayout" Target="../slideLayouts/slideLayout211.xml"/><Relationship Id="rId2" Type="http://schemas.openxmlformats.org/officeDocument/2006/relationships/diagramData" Target="../diagrams/data12.xml"/></Relationships>
</file>

<file path=ppt/slides/_rels/slide106.xml.rels><?xml version="1.0" encoding="UTF-8" standalone="yes"?>
<Relationships xmlns="http://schemas.openxmlformats.org/package/2006/relationships"><Relationship Id="rId3" Type="http://schemas.openxmlformats.org/officeDocument/2006/relationships/diagramLayout" Target="../diagrams/layout13.xml"/><Relationship Id="rId4" Type="http://schemas.openxmlformats.org/officeDocument/2006/relationships/diagramQuickStyle" Target="../diagrams/quickStyle13.xml"/><Relationship Id="rId5" Type="http://schemas.openxmlformats.org/officeDocument/2006/relationships/diagramColors" Target="../diagrams/colors13.xml"/><Relationship Id="rId6" Type="http://schemas.microsoft.com/office/2007/relationships/diagramDrawing" Target="../diagrams/drawing13.xml"/><Relationship Id="rId1" Type="http://schemas.openxmlformats.org/officeDocument/2006/relationships/slideLayout" Target="../slideLayouts/slideLayout211.xml"/><Relationship Id="rId2" Type="http://schemas.openxmlformats.org/officeDocument/2006/relationships/diagramData" Target="../diagrams/data13.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54.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54.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311.xml"/></Relationships>
</file>

<file path=ppt/slides/_rels/slide114.xml.rels><?xml version="1.0" encoding="UTF-8" standalone="yes"?>
<Relationships xmlns="http://schemas.openxmlformats.org/package/2006/relationships"><Relationship Id="rId3" Type="http://schemas.openxmlformats.org/officeDocument/2006/relationships/diagramLayout" Target="../diagrams/layout14.xml"/><Relationship Id="rId4" Type="http://schemas.openxmlformats.org/officeDocument/2006/relationships/diagramQuickStyle" Target="../diagrams/quickStyle14.xml"/><Relationship Id="rId5" Type="http://schemas.openxmlformats.org/officeDocument/2006/relationships/diagramColors" Target="../diagrams/colors14.xml"/><Relationship Id="rId6" Type="http://schemas.microsoft.com/office/2007/relationships/diagramDrawing" Target="../diagrams/drawing14.xml"/><Relationship Id="rId1" Type="http://schemas.openxmlformats.org/officeDocument/2006/relationships/slideLayout" Target="../slideLayouts/slideLayout68.xml"/><Relationship Id="rId2" Type="http://schemas.openxmlformats.org/officeDocument/2006/relationships/diagramData" Target="../diagrams/data1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30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306.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305.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07.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09.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09.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03.xml"/><Relationship Id="rId2" Type="http://schemas.openxmlformats.org/officeDocument/2006/relationships/notesSlide" Target="../notesSlides/notesSlide15.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06.xml"/><Relationship Id="rId2" Type="http://schemas.openxmlformats.org/officeDocument/2006/relationships/notesSlide" Target="../notesSlides/notesSlide16.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03.xml"/><Relationship Id="rId2" Type="http://schemas.openxmlformats.org/officeDocument/2006/relationships/notesSlide" Target="../notesSlides/notesSlide1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03.xml"/><Relationship Id="rId2" Type="http://schemas.openxmlformats.org/officeDocument/2006/relationships/notesSlide" Target="../notesSlides/notesSlide18.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03.xml"/><Relationship Id="rId2" Type="http://schemas.openxmlformats.org/officeDocument/2006/relationships/notesSlide" Target="../notesSlides/notesSlide1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4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4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4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30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307.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30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06.xml"/><Relationship Id="rId2" Type="http://schemas.openxmlformats.org/officeDocument/2006/relationships/notesSlide" Target="../notesSlides/notesSlide20.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06.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04.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04.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04.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30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37.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54.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461.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30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80.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80.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80.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08.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307.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07.xml"/><Relationship Id="rId2" Type="http://schemas.openxmlformats.org/officeDocument/2006/relationships/image" Target="NUL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47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47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04.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04.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33.xml"/><Relationship Id="rId2" Type="http://schemas.openxmlformats.org/officeDocument/2006/relationships/notesSlide" Target="../notesSlides/notesSlide21.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33.xml"/><Relationship Id="rId2" Type="http://schemas.openxmlformats.org/officeDocument/2006/relationships/notesSlide" Target="../notesSlides/notesSlide2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33.xml"/><Relationship Id="rId2" Type="http://schemas.openxmlformats.org/officeDocument/2006/relationships/notesSlide" Target="../notesSlides/notes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33.xml"/><Relationship Id="rId2" Type="http://schemas.openxmlformats.org/officeDocument/2006/relationships/notesSlide" Target="../notesSlides/notesSlide24.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3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3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08.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07.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68.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68.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268.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0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61.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34.xml"/><Relationship Id="rId2" Type="http://schemas.openxmlformats.org/officeDocument/2006/relationships/image" Target="NUL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20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0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234.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5.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6.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7.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8.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9.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0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0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0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0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461.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477.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47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493.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493.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513.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513.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513.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542.xml"/><Relationship Id="rId2" Type="http://schemas.openxmlformats.org/officeDocument/2006/relationships/notesSlide" Target="../notesSlides/notesSlide30.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542.xml"/><Relationship Id="rId2" Type="http://schemas.openxmlformats.org/officeDocument/2006/relationships/notesSlide" Target="../notesSlides/notesSlide31.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477.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513.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513.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513.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461.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571.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571.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32.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33.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585.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585.xml"/></Relationships>
</file>

<file path=ppt/slides/_rels/slide229.xml.rels><?xml version="1.0" encoding="UTF-8" standalone="yes"?>
<Relationships xmlns="http://schemas.openxmlformats.org/package/2006/relationships"><Relationship Id="rId3" Type="http://schemas.openxmlformats.org/officeDocument/2006/relationships/diagramLayout" Target="../diagrams/layout15.xml"/><Relationship Id="rId4" Type="http://schemas.openxmlformats.org/officeDocument/2006/relationships/diagramQuickStyle" Target="../diagrams/quickStyle15.xml"/><Relationship Id="rId5" Type="http://schemas.openxmlformats.org/officeDocument/2006/relationships/diagramColors" Target="../diagrams/colors15.xml"/><Relationship Id="rId6" Type="http://schemas.microsoft.com/office/2007/relationships/diagramDrawing" Target="../diagrams/drawing15.xml"/><Relationship Id="rId1" Type="http://schemas.openxmlformats.org/officeDocument/2006/relationships/slideLayout" Target="../slideLayouts/slideLayout586.xml"/><Relationship Id="rId2" Type="http://schemas.openxmlformats.org/officeDocument/2006/relationships/diagramData" Target="../diagrams/data15.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588.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589.xml"/><Relationship Id="rId2" Type="http://schemas.openxmlformats.org/officeDocument/2006/relationships/image" Target="NUL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589.xml"/><Relationship Id="rId2" Type="http://schemas.openxmlformats.org/officeDocument/2006/relationships/image" Target="NUL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589.xml"/><Relationship Id="rId2" Type="http://schemas.openxmlformats.org/officeDocument/2006/relationships/image" Target="NUL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589.xml"/><Relationship Id="rId2" Type="http://schemas.openxmlformats.org/officeDocument/2006/relationships/image" Target="NUL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590.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591.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588.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59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593.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593.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593.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593.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593.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594.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595.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596.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596.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596.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59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596.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595.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588.xml"/><Relationship Id="rId2" Type="http://schemas.openxmlformats.org/officeDocument/2006/relationships/image" Target="../media/image4.pn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34.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588.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35.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595.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597.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598.xml"/><Relationship Id="rId2" Type="http://schemas.openxmlformats.org/officeDocument/2006/relationships/notesSlide" Target="../notesSlides/notesSlide36.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88.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37.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598.xml"/><Relationship Id="rId2" Type="http://schemas.openxmlformats.org/officeDocument/2006/relationships/notesSlide" Target="../notesSlides/notesSlide38.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591.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599.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599.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591.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600.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598.xml"/><Relationship Id="rId2" Type="http://schemas.openxmlformats.org/officeDocument/2006/relationships/notesSlide" Target="../notesSlides/notesSlide39.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601.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598.xml"/><Relationship Id="rId2" Type="http://schemas.openxmlformats.org/officeDocument/2006/relationships/notesSlide" Target="../notesSlides/notesSlide4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601.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598.xml"/><Relationship Id="rId2" Type="http://schemas.openxmlformats.org/officeDocument/2006/relationships/notesSlide" Target="../notesSlides/notesSlide41.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598.xml"/><Relationship Id="rId2" Type="http://schemas.openxmlformats.org/officeDocument/2006/relationships/notesSlide" Target="../notesSlides/notesSlide42.xml"/></Relationships>
</file>

<file path=ppt/slides/_rels/slide284.xml.rels><?xml version="1.0" encoding="UTF-8" standalone="yes"?>
<Relationships xmlns="http://schemas.openxmlformats.org/package/2006/relationships"><Relationship Id="rId3" Type="http://schemas.openxmlformats.org/officeDocument/2006/relationships/diagramLayout" Target="../diagrams/layout16.xml"/><Relationship Id="rId4" Type="http://schemas.openxmlformats.org/officeDocument/2006/relationships/diagramQuickStyle" Target="../diagrams/quickStyle16.xml"/><Relationship Id="rId5" Type="http://schemas.openxmlformats.org/officeDocument/2006/relationships/diagramColors" Target="../diagrams/colors16.xml"/><Relationship Id="rId6" Type="http://schemas.microsoft.com/office/2007/relationships/diagramDrawing" Target="../diagrams/drawing16.xml"/><Relationship Id="rId1" Type="http://schemas.openxmlformats.org/officeDocument/2006/relationships/slideLayout" Target="../slideLayouts/slideLayout602.xml"/><Relationship Id="rId2" Type="http://schemas.openxmlformats.org/officeDocument/2006/relationships/diagramData" Target="../diagrams/data16.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598.xml"/><Relationship Id="rId2" Type="http://schemas.openxmlformats.org/officeDocument/2006/relationships/notesSlide" Target="../notesSlides/notesSlide43.xml"/></Relationships>
</file>

<file path=ppt/slides/_rels/slide286.xml.rels><?xml version="1.0" encoding="UTF-8" standalone="yes"?>
<Relationships xmlns="http://schemas.openxmlformats.org/package/2006/relationships"><Relationship Id="rId3" Type="http://schemas.openxmlformats.org/officeDocument/2006/relationships/diagramLayout" Target="../diagrams/layout17.xml"/><Relationship Id="rId4" Type="http://schemas.openxmlformats.org/officeDocument/2006/relationships/diagramQuickStyle" Target="../diagrams/quickStyle17.xml"/><Relationship Id="rId5" Type="http://schemas.openxmlformats.org/officeDocument/2006/relationships/diagramColors" Target="../diagrams/colors17.xml"/><Relationship Id="rId6" Type="http://schemas.microsoft.com/office/2007/relationships/diagramDrawing" Target="../diagrams/drawing17.xml"/><Relationship Id="rId1" Type="http://schemas.openxmlformats.org/officeDocument/2006/relationships/slideLayout" Target="../slideLayouts/slideLayout602.xml"/><Relationship Id="rId2" Type="http://schemas.openxmlformats.org/officeDocument/2006/relationships/diagramData" Target="../diagrams/data17.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585.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585.xml"/></Relationships>
</file>

<file path=ppt/slides/_rels/slide289.xml.rels><?xml version="1.0" encoding="UTF-8" standalone="yes"?>
<Relationships xmlns="http://schemas.openxmlformats.org/package/2006/relationships"><Relationship Id="rId3" Type="http://schemas.openxmlformats.org/officeDocument/2006/relationships/diagramLayout" Target="../diagrams/layout18.xml"/><Relationship Id="rId4" Type="http://schemas.openxmlformats.org/officeDocument/2006/relationships/diagramQuickStyle" Target="../diagrams/quickStyle18.xml"/><Relationship Id="rId5" Type="http://schemas.openxmlformats.org/officeDocument/2006/relationships/diagramColors" Target="../diagrams/colors18.xml"/><Relationship Id="rId6" Type="http://schemas.microsoft.com/office/2007/relationships/diagramDrawing" Target="../diagrams/drawing18.xml"/><Relationship Id="rId1" Type="http://schemas.openxmlformats.org/officeDocument/2006/relationships/slideLayout" Target="../slideLayouts/slideLayout586.xml"/><Relationship Id="rId2" Type="http://schemas.openxmlformats.org/officeDocument/2006/relationships/diagramData" Target="../diagrams/data1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44.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45.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46.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47.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591.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590.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603.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591.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598.xml"/><Relationship Id="rId2" Type="http://schemas.openxmlformats.org/officeDocument/2006/relationships/notesSlide" Target="../notesSlides/notesSlide4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591.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591.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603.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585.xml"/></Relationships>
</file>

<file path=ppt/slides/_rels/slide303.xml.rels><?xml version="1.0" encoding="UTF-8" standalone="yes"?>
<Relationships xmlns="http://schemas.openxmlformats.org/package/2006/relationships"><Relationship Id="rId3" Type="http://schemas.openxmlformats.org/officeDocument/2006/relationships/diagramLayout" Target="../diagrams/layout19.xml"/><Relationship Id="rId4" Type="http://schemas.openxmlformats.org/officeDocument/2006/relationships/diagramQuickStyle" Target="../diagrams/quickStyle19.xml"/><Relationship Id="rId5" Type="http://schemas.openxmlformats.org/officeDocument/2006/relationships/diagramColors" Target="../diagrams/colors19.xml"/><Relationship Id="rId6" Type="http://schemas.microsoft.com/office/2007/relationships/diagramDrawing" Target="../diagrams/drawing19.xml"/><Relationship Id="rId1" Type="http://schemas.openxmlformats.org/officeDocument/2006/relationships/slideLayout" Target="../slideLayouts/slideLayout586.xml"/><Relationship Id="rId2" Type="http://schemas.openxmlformats.org/officeDocument/2006/relationships/diagramData" Target="../diagrams/data1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585.xml"/></Relationships>
</file>

<file path=ppt/slides/_rels/slide305.xml.rels><?xml version="1.0" encoding="UTF-8" standalone="yes"?>
<Relationships xmlns="http://schemas.openxmlformats.org/package/2006/relationships"><Relationship Id="rId3" Type="http://schemas.openxmlformats.org/officeDocument/2006/relationships/diagramLayout" Target="../diagrams/layout20.xml"/><Relationship Id="rId4" Type="http://schemas.openxmlformats.org/officeDocument/2006/relationships/diagramQuickStyle" Target="../diagrams/quickStyle20.xml"/><Relationship Id="rId5" Type="http://schemas.openxmlformats.org/officeDocument/2006/relationships/diagramColors" Target="../diagrams/colors20.xml"/><Relationship Id="rId6" Type="http://schemas.microsoft.com/office/2007/relationships/diagramDrawing" Target="../diagrams/drawing20.xml"/><Relationship Id="rId1" Type="http://schemas.openxmlformats.org/officeDocument/2006/relationships/slideLayout" Target="../slideLayouts/slideLayout586.xml"/><Relationship Id="rId2" Type="http://schemas.openxmlformats.org/officeDocument/2006/relationships/diagramData" Target="../diagrams/data20.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585.xml"/></Relationships>
</file>

<file path=ppt/slides/_rels/slide307.xml.rels><?xml version="1.0" encoding="UTF-8" standalone="yes"?>
<Relationships xmlns="http://schemas.openxmlformats.org/package/2006/relationships"><Relationship Id="rId3" Type="http://schemas.openxmlformats.org/officeDocument/2006/relationships/diagramLayout" Target="../diagrams/layout21.xml"/><Relationship Id="rId4" Type="http://schemas.openxmlformats.org/officeDocument/2006/relationships/diagramQuickStyle" Target="../diagrams/quickStyle21.xml"/><Relationship Id="rId5" Type="http://schemas.openxmlformats.org/officeDocument/2006/relationships/diagramColors" Target="../diagrams/colors21.xml"/><Relationship Id="rId6" Type="http://schemas.microsoft.com/office/2007/relationships/diagramDrawing" Target="../diagrams/drawing21.xml"/><Relationship Id="rId1" Type="http://schemas.openxmlformats.org/officeDocument/2006/relationships/slideLayout" Target="../slideLayouts/slideLayout586.xml"/><Relationship Id="rId2" Type="http://schemas.openxmlformats.org/officeDocument/2006/relationships/diagramData" Target="../diagrams/data21.xml"/></Relationships>
</file>

<file path=ppt/slides/_rels/slide308.xml.rels><?xml version="1.0" encoding="UTF-8" standalone="yes"?>
<Relationships xmlns="http://schemas.openxmlformats.org/package/2006/relationships"><Relationship Id="rId3" Type="http://schemas.openxmlformats.org/officeDocument/2006/relationships/diagramLayout" Target="../diagrams/layout22.xml"/><Relationship Id="rId4" Type="http://schemas.openxmlformats.org/officeDocument/2006/relationships/diagramQuickStyle" Target="../diagrams/quickStyle22.xml"/><Relationship Id="rId5" Type="http://schemas.openxmlformats.org/officeDocument/2006/relationships/diagramColors" Target="../diagrams/colors22.xml"/><Relationship Id="rId6" Type="http://schemas.microsoft.com/office/2007/relationships/diagramDrawing" Target="../diagrams/drawing22.xml"/><Relationship Id="rId1" Type="http://schemas.openxmlformats.org/officeDocument/2006/relationships/slideLayout" Target="../slideLayouts/slideLayout591.xml"/><Relationship Id="rId2" Type="http://schemas.openxmlformats.org/officeDocument/2006/relationships/diagramData" Target="../diagrams/data22.xml"/></Relationships>
</file>

<file path=ppt/slides/_rels/slide309.xml.rels><?xml version="1.0" encoding="UTF-8" standalone="yes"?>
<Relationships xmlns="http://schemas.openxmlformats.org/package/2006/relationships"><Relationship Id="rId3" Type="http://schemas.openxmlformats.org/officeDocument/2006/relationships/diagramLayout" Target="../diagrams/layout23.xml"/><Relationship Id="rId4" Type="http://schemas.openxmlformats.org/officeDocument/2006/relationships/diagramQuickStyle" Target="../diagrams/quickStyle23.xml"/><Relationship Id="rId5" Type="http://schemas.openxmlformats.org/officeDocument/2006/relationships/diagramColors" Target="../diagrams/colors23.xml"/><Relationship Id="rId6" Type="http://schemas.microsoft.com/office/2007/relationships/diagramDrawing" Target="../diagrams/drawing23.xml"/><Relationship Id="rId1" Type="http://schemas.openxmlformats.org/officeDocument/2006/relationships/slideLayout" Target="../slideLayouts/slideLayout591.xml"/><Relationship Id="rId2" Type="http://schemas.openxmlformats.org/officeDocument/2006/relationships/diagramData" Target="../diagrams/data23.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604.xml"/><Relationship Id="rId2" Type="http://schemas.openxmlformats.org/officeDocument/2006/relationships/image" Target="../media/image5.png"/></Relationships>
</file>

<file path=ppt/slides/_rels/slide311.xml.rels><?xml version="1.0" encoding="UTF-8" standalone="yes"?>
<Relationships xmlns="http://schemas.openxmlformats.org/package/2006/relationships"><Relationship Id="rId3" Type="http://schemas.openxmlformats.org/officeDocument/2006/relationships/diagramLayout" Target="../diagrams/layout24.xml"/><Relationship Id="rId4" Type="http://schemas.openxmlformats.org/officeDocument/2006/relationships/diagramQuickStyle" Target="../diagrams/quickStyle24.xml"/><Relationship Id="rId5" Type="http://schemas.openxmlformats.org/officeDocument/2006/relationships/diagramColors" Target="../diagrams/colors24.xml"/><Relationship Id="rId6" Type="http://schemas.microsoft.com/office/2007/relationships/diagramDrawing" Target="../diagrams/drawing24.xml"/><Relationship Id="rId1" Type="http://schemas.openxmlformats.org/officeDocument/2006/relationships/slideLayout" Target="../slideLayouts/slideLayout605.xml"/><Relationship Id="rId2" Type="http://schemas.openxmlformats.org/officeDocument/2006/relationships/diagramData" Target="../diagrams/data24.xml"/></Relationships>
</file>

<file path=ppt/slides/_rels/slide312.xml.rels><?xml version="1.0" encoding="UTF-8" standalone="yes"?>
<Relationships xmlns="http://schemas.openxmlformats.org/package/2006/relationships"><Relationship Id="rId3" Type="http://schemas.openxmlformats.org/officeDocument/2006/relationships/diagramLayout" Target="../diagrams/layout25.xml"/><Relationship Id="rId4" Type="http://schemas.openxmlformats.org/officeDocument/2006/relationships/diagramQuickStyle" Target="../diagrams/quickStyle25.xml"/><Relationship Id="rId5" Type="http://schemas.openxmlformats.org/officeDocument/2006/relationships/diagramColors" Target="../diagrams/colors25.xml"/><Relationship Id="rId6" Type="http://schemas.microsoft.com/office/2007/relationships/diagramDrawing" Target="../diagrams/drawing25.xml"/><Relationship Id="rId1" Type="http://schemas.openxmlformats.org/officeDocument/2006/relationships/slideLayout" Target="../slideLayouts/slideLayout606.xml"/><Relationship Id="rId2" Type="http://schemas.openxmlformats.org/officeDocument/2006/relationships/diagramData" Target="../diagrams/data25.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585.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607.xml"/><Relationship Id="rId2" Type="http://schemas.openxmlformats.org/officeDocument/2006/relationships/image" Target="../media/image6.jpg"/></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49.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608.xml"/><Relationship Id="rId2" Type="http://schemas.openxmlformats.org/officeDocument/2006/relationships/image" Target="../media/image6.jpg"/></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608.xml"/><Relationship Id="rId2" Type="http://schemas.openxmlformats.org/officeDocument/2006/relationships/image" Target="../media/image6.jpg"/></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608.xml"/><Relationship Id="rId2" Type="http://schemas.openxmlformats.org/officeDocument/2006/relationships/image" Target="../media/image6.jpg"/></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609.xml"/><Relationship Id="rId2" Type="http://schemas.openxmlformats.org/officeDocument/2006/relationships/notesSlide" Target="../notesSlides/notesSlide50.xml"/><Relationship Id="rId3" Type="http://schemas.openxmlformats.org/officeDocument/2006/relationships/image" Target="../media/image6.jpg"/></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609.xml"/><Relationship Id="rId2" Type="http://schemas.openxmlformats.org/officeDocument/2006/relationships/notesSlide" Target="../notesSlides/notesSlide51.xml"/><Relationship Id="rId3" Type="http://schemas.openxmlformats.org/officeDocument/2006/relationships/image" Target="../media/image6.jpg"/></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609.xml"/><Relationship Id="rId2" Type="http://schemas.openxmlformats.org/officeDocument/2006/relationships/notesSlide" Target="../notesSlides/notesSlide52.xml"/><Relationship Id="rId3" Type="http://schemas.openxmlformats.org/officeDocument/2006/relationships/image" Target="../media/image6.jpg"/></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610.xml"/><Relationship Id="rId2" Type="http://schemas.openxmlformats.org/officeDocument/2006/relationships/image" Target="../media/image7.png"/></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53.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54.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610.xml"/><Relationship Id="rId2" Type="http://schemas.openxmlformats.org/officeDocument/2006/relationships/image" Target="../media/image8.jpeg"/></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610.xml"/><Relationship Id="rId2" Type="http://schemas.openxmlformats.org/officeDocument/2006/relationships/image" Target="../media/image9.png"/></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607.xml"/><Relationship Id="rId2" Type="http://schemas.openxmlformats.org/officeDocument/2006/relationships/image" Target="../media/image10.jpg"/></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55.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56.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57.xml"/></Relationships>
</file>

<file path=ppt/slides/_rels/slide331.xml.rels><?xml version="1.0" encoding="UTF-8" standalone="yes"?>
<Relationships xmlns="http://schemas.openxmlformats.org/package/2006/relationships"><Relationship Id="rId3" Type="http://schemas.openxmlformats.org/officeDocument/2006/relationships/diagramLayout" Target="../diagrams/layout26.xml"/><Relationship Id="rId4" Type="http://schemas.openxmlformats.org/officeDocument/2006/relationships/diagramQuickStyle" Target="../diagrams/quickStyle26.xml"/><Relationship Id="rId5" Type="http://schemas.openxmlformats.org/officeDocument/2006/relationships/diagramColors" Target="../diagrams/colors26.xml"/><Relationship Id="rId6" Type="http://schemas.microsoft.com/office/2007/relationships/diagramDrawing" Target="../diagrams/drawing26.xml"/><Relationship Id="rId1" Type="http://schemas.openxmlformats.org/officeDocument/2006/relationships/slideLayout" Target="../slideLayouts/slideLayout611.xml"/><Relationship Id="rId2" Type="http://schemas.openxmlformats.org/officeDocument/2006/relationships/diagramData" Target="../diagrams/data26.xml"/></Relationships>
</file>

<file path=ppt/slides/_rels/slide332.xml.rels><?xml version="1.0" encoding="UTF-8" standalone="yes"?>
<Relationships xmlns="http://schemas.openxmlformats.org/package/2006/relationships"><Relationship Id="rId3" Type="http://schemas.openxmlformats.org/officeDocument/2006/relationships/diagramLayout" Target="../diagrams/layout27.xml"/><Relationship Id="rId4" Type="http://schemas.openxmlformats.org/officeDocument/2006/relationships/diagramQuickStyle" Target="../diagrams/quickStyle27.xml"/><Relationship Id="rId5" Type="http://schemas.openxmlformats.org/officeDocument/2006/relationships/diagramColors" Target="../diagrams/colors27.xml"/><Relationship Id="rId6" Type="http://schemas.microsoft.com/office/2007/relationships/diagramDrawing" Target="../diagrams/drawing27.xml"/><Relationship Id="rId1" Type="http://schemas.openxmlformats.org/officeDocument/2006/relationships/slideLayout" Target="../slideLayouts/slideLayout612.xml"/><Relationship Id="rId2" Type="http://schemas.openxmlformats.org/officeDocument/2006/relationships/diagramData" Target="../diagrams/data27.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607.xml"/><Relationship Id="rId2" Type="http://schemas.openxmlformats.org/officeDocument/2006/relationships/image" Target="../media/image11.png"/></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609.xml"/><Relationship Id="rId2" Type="http://schemas.openxmlformats.org/officeDocument/2006/relationships/notesSlide" Target="../notesSlides/notesSlide58.xml"/><Relationship Id="rId3" Type="http://schemas.openxmlformats.org/officeDocument/2006/relationships/image" Target="../media/image11.png"/></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609.xml"/><Relationship Id="rId2" Type="http://schemas.openxmlformats.org/officeDocument/2006/relationships/notesSlide" Target="../notesSlides/notesSlide59.xml"/><Relationship Id="rId3" Type="http://schemas.openxmlformats.org/officeDocument/2006/relationships/image" Target="../media/image11.png"/></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59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590.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60.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61.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596.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596.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585.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607.xml"/><Relationship Id="rId2" Type="http://schemas.openxmlformats.org/officeDocument/2006/relationships/image" Target="../media/image11.png"/></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585.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596.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596.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596.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585.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607.xml"/><Relationship Id="rId2" Type="http://schemas.openxmlformats.org/officeDocument/2006/relationships/image" Target="../media/image12.jpg"/></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607.xml"/><Relationship Id="rId2" Type="http://schemas.openxmlformats.org/officeDocument/2006/relationships/image" Target="../media/image13.jpg"/></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607.xml"/><Relationship Id="rId2" Type="http://schemas.openxmlformats.org/officeDocument/2006/relationships/image" Target="../media/image14.png"/></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607.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62.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63.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613.xml"/><Relationship Id="rId2" Type="http://schemas.openxmlformats.org/officeDocument/2006/relationships/image" Target="../media/image15.png"/><Relationship Id="rId3" Type="http://schemas.openxmlformats.org/officeDocument/2006/relationships/image" Target="../media/image16.png"/></Relationships>
</file>

<file path=ppt/slides/_rels/slide359.xml.rels><?xml version="1.0" encoding="UTF-8" standalone="yes"?>
<Relationships xmlns="http://schemas.openxmlformats.org/package/2006/relationships"><Relationship Id="rId3" Type="http://schemas.openxmlformats.org/officeDocument/2006/relationships/image" Target="../media/image16.png"/><Relationship Id="rId4" Type="http://schemas.openxmlformats.org/officeDocument/2006/relationships/image" Target="../media/image17.png"/><Relationship Id="rId1" Type="http://schemas.openxmlformats.org/officeDocument/2006/relationships/slideLayout" Target="../slideLayouts/slideLayout614.xml"/><Relationship Id="rId2" Type="http://schemas.openxmlformats.org/officeDocument/2006/relationships/image" Target="../media/image15.png"/></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607.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607.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607.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607.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608.xml"/><Relationship Id="rId2" Type="http://schemas.openxmlformats.org/officeDocument/2006/relationships/image" Target="../media/image18.png"/></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64.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65.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66.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564.xml"/><Relationship Id="rId2" Type="http://schemas.openxmlformats.org/officeDocument/2006/relationships/image" Target="../media/image18.png"/></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566.xml"/><Relationship Id="rId2" Type="http://schemas.openxmlformats.org/officeDocument/2006/relationships/notesSlide" Target="../notesSlides/notesSlide67.xml"/><Relationship Id="rId3" Type="http://schemas.openxmlformats.org/officeDocument/2006/relationships/image" Target="../media/image19.png"/></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567.xml"/><Relationship Id="rId2" Type="http://schemas.openxmlformats.org/officeDocument/2006/relationships/notesSlide" Target="../notesSlides/notesSlide68.xml"/><Relationship Id="rId3" Type="http://schemas.openxmlformats.org/officeDocument/2006/relationships/image" Target="../media/image19.png"/></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566.xml"/><Relationship Id="rId2" Type="http://schemas.openxmlformats.org/officeDocument/2006/relationships/notesSlide" Target="../notesSlides/notesSlide69.xml"/><Relationship Id="rId3" Type="http://schemas.openxmlformats.org/officeDocument/2006/relationships/image" Target="../media/image19.png"/></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615.xml"/><Relationship Id="rId2" Type="http://schemas.openxmlformats.org/officeDocument/2006/relationships/image" Target="../media/image18.png"/><Relationship Id="rId3" Type="http://schemas.openxmlformats.org/officeDocument/2006/relationships/image" Target="../media/image19.png"/></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608.xml"/><Relationship Id="rId2" Type="http://schemas.openxmlformats.org/officeDocument/2006/relationships/image" Target="../media/image20.jpg"/></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564.xml"/><Relationship Id="rId2" Type="http://schemas.openxmlformats.org/officeDocument/2006/relationships/image" Target="../media/image21.jpg"/></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564.xml"/><Relationship Id="rId2" Type="http://schemas.openxmlformats.org/officeDocument/2006/relationships/image" Target="../media/image22.png"/></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60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566.xml"/><Relationship Id="rId2" Type="http://schemas.openxmlformats.org/officeDocument/2006/relationships/notesSlide" Target="../notesSlides/notesSlide70.xml"/><Relationship Id="rId3" Type="http://schemas.openxmlformats.org/officeDocument/2006/relationships/image" Target="../media/image23.png"/></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567.xml"/><Relationship Id="rId2" Type="http://schemas.openxmlformats.org/officeDocument/2006/relationships/notesSlide" Target="../notesSlides/notesSlide71.xml"/><Relationship Id="rId3" Type="http://schemas.openxmlformats.org/officeDocument/2006/relationships/image" Target="../media/image23.png"/></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566.xml"/><Relationship Id="rId2" Type="http://schemas.openxmlformats.org/officeDocument/2006/relationships/notesSlide" Target="../notesSlides/notesSlide72.xml"/><Relationship Id="rId3" Type="http://schemas.openxmlformats.org/officeDocument/2006/relationships/image" Target="../media/image23.png"/></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615.xml"/><Relationship Id="rId2" Type="http://schemas.openxmlformats.org/officeDocument/2006/relationships/image" Target="../media/image23.png"/></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607.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585.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585.xml"/></Relationships>
</file>

<file path=ppt/slides/_rels/slide384.xml.rels><?xml version="1.0" encoding="UTF-8" standalone="yes"?>
<Relationships xmlns="http://schemas.openxmlformats.org/package/2006/relationships"><Relationship Id="rId3" Type="http://schemas.openxmlformats.org/officeDocument/2006/relationships/diagramLayout" Target="../diagrams/layout28.xml"/><Relationship Id="rId4" Type="http://schemas.openxmlformats.org/officeDocument/2006/relationships/diagramQuickStyle" Target="../diagrams/quickStyle28.xml"/><Relationship Id="rId5" Type="http://schemas.openxmlformats.org/officeDocument/2006/relationships/diagramColors" Target="../diagrams/colors28.xml"/><Relationship Id="rId6" Type="http://schemas.microsoft.com/office/2007/relationships/diagramDrawing" Target="../diagrams/drawing28.xml"/><Relationship Id="rId1" Type="http://schemas.openxmlformats.org/officeDocument/2006/relationships/slideLayout" Target="../slideLayouts/slideLayout586.xml"/><Relationship Id="rId2" Type="http://schemas.openxmlformats.org/officeDocument/2006/relationships/diagramData" Target="../diagrams/data28.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567.xml"/><Relationship Id="rId2" Type="http://schemas.openxmlformats.org/officeDocument/2006/relationships/notesSlide" Target="../notesSlides/notesSlide73.xml"/><Relationship Id="rId3" Type="http://schemas.openxmlformats.org/officeDocument/2006/relationships/image" Target="../media/image24.png"/></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590.xml"/><Relationship Id="rId2" Type="http://schemas.openxmlformats.org/officeDocument/2006/relationships/image" Target="../media/image25.png"/><Relationship Id="rId3" Type="http://schemas.openxmlformats.org/officeDocument/2006/relationships/image" Target="../media/image26.png"/></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596.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596.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596.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596.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596.xml"/><Relationship Id="rId2" Type="http://schemas.openxmlformats.org/officeDocument/2006/relationships/image" Target="../media/image27.png"/></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566.xml"/><Relationship Id="rId2" Type="http://schemas.openxmlformats.org/officeDocument/2006/relationships/notesSlide" Target="../notesSlides/notesSlide74.xml"/><Relationship Id="rId3" Type="http://schemas.openxmlformats.org/officeDocument/2006/relationships/image" Target="../media/image28.png"/></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567.xml"/><Relationship Id="rId2" Type="http://schemas.openxmlformats.org/officeDocument/2006/relationships/notesSlide" Target="../notesSlides/notesSlide75.xml"/><Relationship Id="rId3" Type="http://schemas.openxmlformats.org/officeDocument/2006/relationships/image" Target="../media/image28.png"/></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585.xml"/></Relationships>
</file>

<file path=ppt/slides/_rels/slide395.xml.rels><?xml version="1.0" encoding="UTF-8" standalone="yes"?>
<Relationships xmlns="http://schemas.openxmlformats.org/package/2006/relationships"><Relationship Id="rId3" Type="http://schemas.openxmlformats.org/officeDocument/2006/relationships/diagramLayout" Target="../diagrams/layout29.xml"/><Relationship Id="rId4" Type="http://schemas.openxmlformats.org/officeDocument/2006/relationships/diagramQuickStyle" Target="../diagrams/quickStyle29.xml"/><Relationship Id="rId5" Type="http://schemas.openxmlformats.org/officeDocument/2006/relationships/diagramColors" Target="../diagrams/colors29.xml"/><Relationship Id="rId6" Type="http://schemas.microsoft.com/office/2007/relationships/diagramDrawing" Target="../diagrams/drawing29.xml"/><Relationship Id="rId1" Type="http://schemas.openxmlformats.org/officeDocument/2006/relationships/slideLayout" Target="../slideLayouts/slideLayout586.xml"/><Relationship Id="rId2" Type="http://schemas.openxmlformats.org/officeDocument/2006/relationships/diagramData" Target="../diagrams/data29.xml"/></Relationships>
</file>

<file path=ppt/slides/_rels/slide396.xml.rels><?xml version="1.0" encoding="UTF-8" standalone="yes"?>
<Relationships xmlns="http://schemas.openxmlformats.org/package/2006/relationships"><Relationship Id="rId3" Type="http://schemas.openxmlformats.org/officeDocument/2006/relationships/diagramLayout" Target="../diagrams/layout30.xml"/><Relationship Id="rId4" Type="http://schemas.openxmlformats.org/officeDocument/2006/relationships/diagramQuickStyle" Target="../diagrams/quickStyle30.xml"/><Relationship Id="rId5" Type="http://schemas.openxmlformats.org/officeDocument/2006/relationships/diagramColors" Target="../diagrams/colors30.xml"/><Relationship Id="rId6" Type="http://schemas.microsoft.com/office/2007/relationships/diagramDrawing" Target="../diagrams/drawing30.xml"/><Relationship Id="rId1" Type="http://schemas.openxmlformats.org/officeDocument/2006/relationships/slideLayout" Target="../slideLayouts/slideLayout586.xml"/><Relationship Id="rId2" Type="http://schemas.openxmlformats.org/officeDocument/2006/relationships/diagramData" Target="../diagrams/data3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76.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77.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616.xml"/></Relationships>
</file>

<file path=ppt/slides/_rels/slide400.xml.rels><?xml version="1.0" encoding="UTF-8" standalone="yes"?>
<Relationships xmlns="http://schemas.openxmlformats.org/package/2006/relationships"><Relationship Id="rId3" Type="http://schemas.openxmlformats.org/officeDocument/2006/relationships/diagramLayout" Target="../diagrams/layout31.xml"/><Relationship Id="rId4" Type="http://schemas.openxmlformats.org/officeDocument/2006/relationships/diagramQuickStyle" Target="../diagrams/quickStyle31.xml"/><Relationship Id="rId5" Type="http://schemas.openxmlformats.org/officeDocument/2006/relationships/diagramColors" Target="../diagrams/colors31.xml"/><Relationship Id="rId6" Type="http://schemas.microsoft.com/office/2007/relationships/diagramDrawing" Target="../diagrams/drawing31.xml"/><Relationship Id="rId1" Type="http://schemas.openxmlformats.org/officeDocument/2006/relationships/slideLayout" Target="../slideLayouts/slideLayout586.xml"/><Relationship Id="rId2" Type="http://schemas.openxmlformats.org/officeDocument/2006/relationships/diagramData" Target="../diagrams/data31.xml"/></Relationships>
</file>

<file path=ppt/slides/_rels/slide401.xml.rels><?xml version="1.0" encoding="UTF-8" standalone="yes"?>
<Relationships xmlns="http://schemas.openxmlformats.org/package/2006/relationships"><Relationship Id="rId3" Type="http://schemas.openxmlformats.org/officeDocument/2006/relationships/diagramLayout" Target="../diagrams/layout32.xml"/><Relationship Id="rId4" Type="http://schemas.openxmlformats.org/officeDocument/2006/relationships/diagramQuickStyle" Target="../diagrams/quickStyle32.xml"/><Relationship Id="rId5" Type="http://schemas.openxmlformats.org/officeDocument/2006/relationships/diagramColors" Target="../diagrams/colors32.xml"/><Relationship Id="rId6" Type="http://schemas.microsoft.com/office/2007/relationships/diagramDrawing" Target="../diagrams/drawing32.xml"/><Relationship Id="rId1" Type="http://schemas.openxmlformats.org/officeDocument/2006/relationships/slideLayout" Target="../slideLayouts/slideLayout617.xml"/><Relationship Id="rId2" Type="http://schemas.openxmlformats.org/officeDocument/2006/relationships/diagramData" Target="../diagrams/data32.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618.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607.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607.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78.xml"/></Relationships>
</file>

<file path=ppt/slides/_rels/slide406.xml.rels><?xml version="1.0" encoding="UTF-8" standalone="yes"?>
<Relationships xmlns="http://schemas.openxmlformats.org/package/2006/relationships"><Relationship Id="rId3" Type="http://schemas.openxmlformats.org/officeDocument/2006/relationships/diagramLayout" Target="../diagrams/layout33.xml"/><Relationship Id="rId4" Type="http://schemas.openxmlformats.org/officeDocument/2006/relationships/diagramQuickStyle" Target="../diagrams/quickStyle33.xml"/><Relationship Id="rId5" Type="http://schemas.openxmlformats.org/officeDocument/2006/relationships/diagramColors" Target="../diagrams/colors33.xml"/><Relationship Id="rId6" Type="http://schemas.microsoft.com/office/2007/relationships/diagramDrawing" Target="../diagrams/drawing33.xml"/><Relationship Id="rId1" Type="http://schemas.openxmlformats.org/officeDocument/2006/relationships/slideLayout" Target="../slideLayouts/slideLayout586.xml"/><Relationship Id="rId2" Type="http://schemas.openxmlformats.org/officeDocument/2006/relationships/diagramData" Target="../diagrams/data33.xml"/></Relationships>
</file>

<file path=ppt/slides/_rels/slide407.xml.rels><?xml version="1.0" encoding="UTF-8" standalone="yes"?>
<Relationships xmlns="http://schemas.openxmlformats.org/package/2006/relationships"><Relationship Id="rId3" Type="http://schemas.openxmlformats.org/officeDocument/2006/relationships/image" Target="../media/image29.png"/><Relationship Id="rId4" Type="http://schemas.openxmlformats.org/officeDocument/2006/relationships/image" Target="../media/image30.png"/><Relationship Id="rId5" Type="http://schemas.openxmlformats.org/officeDocument/2006/relationships/image" Target="../media/image31.png"/><Relationship Id="rId1" Type="http://schemas.openxmlformats.org/officeDocument/2006/relationships/slideLayout" Target="../slideLayouts/slideLayout619.xml"/><Relationship Id="rId2" Type="http://schemas.openxmlformats.org/officeDocument/2006/relationships/image" Target="../media/image16.png"/></Relationships>
</file>

<file path=ppt/slides/_rels/slide408.xml.rels><?xml version="1.0" encoding="UTF-8" standalone="yes"?>
<Relationships xmlns="http://schemas.openxmlformats.org/package/2006/relationships"><Relationship Id="rId3" Type="http://schemas.openxmlformats.org/officeDocument/2006/relationships/image" Target="../media/image15.png"/><Relationship Id="rId4" Type="http://schemas.openxmlformats.org/officeDocument/2006/relationships/image" Target="../media/image33.png"/><Relationship Id="rId5" Type="http://schemas.openxmlformats.org/officeDocument/2006/relationships/image" Target="../media/image31.png"/><Relationship Id="rId1" Type="http://schemas.openxmlformats.org/officeDocument/2006/relationships/slideLayout" Target="../slideLayouts/slideLayout620.xml"/><Relationship Id="rId2" Type="http://schemas.openxmlformats.org/officeDocument/2006/relationships/image" Target="../media/image32.png"/></Relationships>
</file>

<file path=ppt/slides/_rels/slide409.xml.rels><?xml version="1.0" encoding="UTF-8" standalone="yes"?>
<Relationships xmlns="http://schemas.openxmlformats.org/package/2006/relationships"><Relationship Id="rId3" Type="http://schemas.openxmlformats.org/officeDocument/2006/relationships/image" Target="../media/image29.png"/><Relationship Id="rId4" Type="http://schemas.openxmlformats.org/officeDocument/2006/relationships/image" Target="../media/image30.png"/><Relationship Id="rId5" Type="http://schemas.openxmlformats.org/officeDocument/2006/relationships/image" Target="../media/image31.png"/><Relationship Id="rId1" Type="http://schemas.openxmlformats.org/officeDocument/2006/relationships/slideLayout" Target="../slideLayouts/slideLayout621.xml"/><Relationship Id="rId2" Type="http://schemas.openxmlformats.org/officeDocument/2006/relationships/image" Target="../media/image16.png"/></Relationships>
</file>

<file path=ppt/slides/_rels/slide410.xml.rels><?xml version="1.0" encoding="UTF-8" standalone="yes"?>
<Relationships xmlns="http://schemas.openxmlformats.org/package/2006/relationships"><Relationship Id="rId3" Type="http://schemas.openxmlformats.org/officeDocument/2006/relationships/image" Target="../media/image15.png"/><Relationship Id="rId4" Type="http://schemas.openxmlformats.org/officeDocument/2006/relationships/image" Target="../media/image33.png"/><Relationship Id="rId5" Type="http://schemas.openxmlformats.org/officeDocument/2006/relationships/image" Target="../media/image31.png"/><Relationship Id="rId1" Type="http://schemas.openxmlformats.org/officeDocument/2006/relationships/slideLayout" Target="../slideLayouts/slideLayout622.xml"/><Relationship Id="rId2" Type="http://schemas.openxmlformats.org/officeDocument/2006/relationships/image" Target="../media/image32.png"/></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623.xml"/><Relationship Id="rId2" Type="http://schemas.openxmlformats.org/officeDocument/2006/relationships/image" Target="../media/image34.png"/></Relationships>
</file>

<file path=ppt/slides/_rels/slide412.xml.rels><?xml version="1.0" encoding="UTF-8" standalone="yes"?>
<Relationships xmlns="http://schemas.openxmlformats.org/package/2006/relationships"><Relationship Id="rId3" Type="http://schemas.openxmlformats.org/officeDocument/2006/relationships/diagramLayout" Target="../diagrams/layout34.xml"/><Relationship Id="rId4" Type="http://schemas.openxmlformats.org/officeDocument/2006/relationships/diagramQuickStyle" Target="../diagrams/quickStyle34.xml"/><Relationship Id="rId5" Type="http://schemas.openxmlformats.org/officeDocument/2006/relationships/diagramColors" Target="../diagrams/colors34.xml"/><Relationship Id="rId6" Type="http://schemas.microsoft.com/office/2007/relationships/diagramDrawing" Target="../diagrams/drawing34.xml"/><Relationship Id="rId1" Type="http://schemas.openxmlformats.org/officeDocument/2006/relationships/slideLayout" Target="../slideLayouts/slideLayout586.xml"/><Relationship Id="rId2" Type="http://schemas.openxmlformats.org/officeDocument/2006/relationships/diagramData" Target="../diagrams/data34.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79.xml"/></Relationships>
</file>

<file path=ppt/slides/_rels/slide414.xml.rels><?xml version="1.0" encoding="UTF-8" standalone="yes"?>
<Relationships xmlns="http://schemas.openxmlformats.org/package/2006/relationships"><Relationship Id="rId3" Type="http://schemas.openxmlformats.org/officeDocument/2006/relationships/diagramLayout" Target="../diagrams/layout35.xml"/><Relationship Id="rId4" Type="http://schemas.openxmlformats.org/officeDocument/2006/relationships/diagramQuickStyle" Target="../diagrams/quickStyle35.xml"/><Relationship Id="rId5" Type="http://schemas.openxmlformats.org/officeDocument/2006/relationships/diagramColors" Target="../diagrams/colors35.xml"/><Relationship Id="rId6" Type="http://schemas.microsoft.com/office/2007/relationships/diagramDrawing" Target="../diagrams/drawing35.xml"/><Relationship Id="rId1" Type="http://schemas.openxmlformats.org/officeDocument/2006/relationships/slideLayout" Target="../slideLayouts/slideLayout586.xml"/><Relationship Id="rId2" Type="http://schemas.openxmlformats.org/officeDocument/2006/relationships/diagramData" Target="../diagrams/data35.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566.xml"/><Relationship Id="rId2" Type="http://schemas.openxmlformats.org/officeDocument/2006/relationships/notesSlide" Target="../notesSlides/notesSlide80.xml"/><Relationship Id="rId3" Type="http://schemas.openxmlformats.org/officeDocument/2006/relationships/image" Target="../media/image28.png"/></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566.xml"/><Relationship Id="rId2" Type="http://schemas.openxmlformats.org/officeDocument/2006/relationships/notesSlide" Target="../notesSlides/notesSlide81.xml"/><Relationship Id="rId3" Type="http://schemas.openxmlformats.org/officeDocument/2006/relationships/image" Target="../media/image28.png"/></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566.xml"/><Relationship Id="rId2" Type="http://schemas.openxmlformats.org/officeDocument/2006/relationships/notesSlide" Target="../notesSlides/notesSlide82.xml"/><Relationship Id="rId3" Type="http://schemas.openxmlformats.org/officeDocument/2006/relationships/image" Target="../media/image28.png"/></Relationships>
</file>

<file path=ppt/slides/_rels/slide418.xml.rels><?xml version="1.0" encoding="UTF-8" standalone="yes"?>
<Relationships xmlns="http://schemas.openxmlformats.org/package/2006/relationships"><Relationship Id="rId3" Type="http://schemas.openxmlformats.org/officeDocument/2006/relationships/image" Target="../media/image30.png"/><Relationship Id="rId4" Type="http://schemas.openxmlformats.org/officeDocument/2006/relationships/image" Target="../media/image35.png"/><Relationship Id="rId1" Type="http://schemas.openxmlformats.org/officeDocument/2006/relationships/slideLayout" Target="../slideLayouts/slideLayout624.xml"/><Relationship Id="rId2" Type="http://schemas.openxmlformats.org/officeDocument/2006/relationships/image" Target="../media/image16.png"/></Relationships>
</file>

<file path=ppt/slides/_rels/slide419.xml.rels><?xml version="1.0" encoding="UTF-8" standalone="yes"?>
<Relationships xmlns="http://schemas.openxmlformats.org/package/2006/relationships"><Relationship Id="rId3" Type="http://schemas.openxmlformats.org/officeDocument/2006/relationships/image" Target="../media/image15.png"/><Relationship Id="rId4" Type="http://schemas.openxmlformats.org/officeDocument/2006/relationships/image" Target="../media/image33.png"/><Relationship Id="rId5" Type="http://schemas.openxmlformats.org/officeDocument/2006/relationships/image" Target="../media/image35.png"/><Relationship Id="rId1" Type="http://schemas.openxmlformats.org/officeDocument/2006/relationships/slideLayout" Target="../slideLayouts/slideLayout625.xml"/><Relationship Id="rId2" Type="http://schemas.openxmlformats.org/officeDocument/2006/relationships/image" Target="../media/image32.png"/></Relationships>
</file>

<file path=ppt/slides/_rels/slide420.xml.rels><?xml version="1.0" encoding="UTF-8" standalone="yes"?>
<Relationships xmlns="http://schemas.openxmlformats.org/package/2006/relationships"><Relationship Id="rId3" Type="http://schemas.openxmlformats.org/officeDocument/2006/relationships/image" Target="../media/image30.png"/><Relationship Id="rId4" Type="http://schemas.openxmlformats.org/officeDocument/2006/relationships/image" Target="../media/image35.png"/><Relationship Id="rId1" Type="http://schemas.openxmlformats.org/officeDocument/2006/relationships/slideLayout" Target="../slideLayouts/slideLayout626.xml"/><Relationship Id="rId2" Type="http://schemas.openxmlformats.org/officeDocument/2006/relationships/image" Target="../media/image16.png"/></Relationships>
</file>

<file path=ppt/slides/_rels/slide421.xml.rels><?xml version="1.0" encoding="UTF-8" standalone="yes"?>
<Relationships xmlns="http://schemas.openxmlformats.org/package/2006/relationships"><Relationship Id="rId3" Type="http://schemas.openxmlformats.org/officeDocument/2006/relationships/image" Target="../media/image15.png"/><Relationship Id="rId4" Type="http://schemas.openxmlformats.org/officeDocument/2006/relationships/image" Target="../media/image33.png"/><Relationship Id="rId5" Type="http://schemas.openxmlformats.org/officeDocument/2006/relationships/image" Target="../media/image35.png"/><Relationship Id="rId1" Type="http://schemas.openxmlformats.org/officeDocument/2006/relationships/slideLayout" Target="../slideLayouts/slideLayout627.xml"/><Relationship Id="rId2" Type="http://schemas.openxmlformats.org/officeDocument/2006/relationships/image" Target="../media/image32.png"/></Relationships>
</file>

<file path=ppt/slides/_rels/slide422.xml.rels><?xml version="1.0" encoding="UTF-8" standalone="yes"?>
<Relationships xmlns="http://schemas.openxmlformats.org/package/2006/relationships"><Relationship Id="rId3" Type="http://schemas.openxmlformats.org/officeDocument/2006/relationships/image" Target="../media/image36.png"/><Relationship Id="rId4" Type="http://schemas.openxmlformats.org/officeDocument/2006/relationships/image" Target="../media/image37.png"/><Relationship Id="rId5" Type="http://schemas.openxmlformats.org/officeDocument/2006/relationships/image" Target="../media/image38.png"/><Relationship Id="rId6" Type="http://schemas.openxmlformats.org/officeDocument/2006/relationships/image" Target="../media/image33.png"/><Relationship Id="rId7" Type="http://schemas.openxmlformats.org/officeDocument/2006/relationships/image" Target="../media/image15.png"/><Relationship Id="rId8" Type="http://schemas.openxmlformats.org/officeDocument/2006/relationships/image" Target="../media/image39.png"/><Relationship Id="rId9" Type="http://schemas.openxmlformats.org/officeDocument/2006/relationships/image" Target="../media/image40.png"/><Relationship Id="rId1" Type="http://schemas.openxmlformats.org/officeDocument/2006/relationships/slideLayout" Target="../slideLayouts/slideLayout628.xml"/><Relationship Id="rId2" Type="http://schemas.openxmlformats.org/officeDocument/2006/relationships/image" Target="../media/image16.png"/></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567.xml"/><Relationship Id="rId2" Type="http://schemas.openxmlformats.org/officeDocument/2006/relationships/notesSlide" Target="../notesSlides/notesSlide83.xml"/><Relationship Id="rId3" Type="http://schemas.openxmlformats.org/officeDocument/2006/relationships/image" Target="../media/image28.png"/></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567.xml"/><Relationship Id="rId2" Type="http://schemas.openxmlformats.org/officeDocument/2006/relationships/notesSlide" Target="../notesSlides/notesSlide84.xml"/><Relationship Id="rId3" Type="http://schemas.openxmlformats.org/officeDocument/2006/relationships/image" Target="../media/image41.png"/></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62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ctrTitle"/>
          </p:nvPr>
        </p:nvSpPr>
        <p:spPr>
          <a:xfrm>
            <a:off x="1245141" y="2844232"/>
            <a:ext cx="9669294" cy="840230"/>
          </a:xfrm>
        </p:spPr>
        <p:txBody>
          <a:bodyPr wrap="square">
            <a:spAutoFit/>
          </a:bodyPr>
          <a:lstStyle/>
          <a:p>
            <a:pPr rtl="1"/>
            <a:r>
              <a:rPr lang="ar-SA" sz="5400" b="1" u="sng" dirty="0">
                <a:solidFill>
                  <a:schemeClr val="bg1"/>
                </a:solidFill>
              </a:rPr>
              <a:t>نماذج مستحدثات تكنولوجيا التعليم </a:t>
            </a:r>
            <a:endParaRPr lang="en-US" sz="5400" u="sng" dirty="0">
              <a:solidFill>
                <a:schemeClr val="bg1"/>
              </a:solidFill>
            </a:endParaRPr>
          </a:p>
        </p:txBody>
      </p:sp>
      <p:sp>
        <p:nvSpPr>
          <p:cNvPr id="9" name="Oval 8"/>
          <p:cNvSpPr>
            <a:spLocks noChangeAspect="1"/>
          </p:cNvSpPr>
          <p:nvPr/>
        </p:nvSpPr>
        <p:spPr>
          <a:xfrm>
            <a:off x="5502863" y="4208605"/>
            <a:ext cx="144000" cy="144000"/>
          </a:xfrm>
          <a:prstGeom prst="ellipse">
            <a:avLst/>
          </a:prstGeom>
          <a:solidFill>
            <a:srgbClr val="0070C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0" name="Oval 9"/>
          <p:cNvSpPr>
            <a:spLocks noChangeAspect="1"/>
          </p:cNvSpPr>
          <p:nvPr/>
        </p:nvSpPr>
        <p:spPr>
          <a:xfrm>
            <a:off x="5671348" y="42086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1" name="Oval 10"/>
          <p:cNvSpPr>
            <a:spLocks noChangeAspect="1"/>
          </p:cNvSpPr>
          <p:nvPr/>
        </p:nvSpPr>
        <p:spPr>
          <a:xfrm>
            <a:off x="5830308" y="42086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2" name="Oval 11"/>
          <p:cNvSpPr>
            <a:spLocks noChangeAspect="1"/>
          </p:cNvSpPr>
          <p:nvPr/>
        </p:nvSpPr>
        <p:spPr>
          <a:xfrm>
            <a:off x="6008318" y="42086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3" name="Oval 12"/>
          <p:cNvSpPr>
            <a:spLocks noChangeAspect="1"/>
          </p:cNvSpPr>
          <p:nvPr/>
        </p:nvSpPr>
        <p:spPr>
          <a:xfrm>
            <a:off x="6176803" y="42086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4" name="Oval 13"/>
          <p:cNvSpPr>
            <a:spLocks noChangeAspect="1"/>
          </p:cNvSpPr>
          <p:nvPr/>
        </p:nvSpPr>
        <p:spPr>
          <a:xfrm>
            <a:off x="6345288" y="42086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5" name="Oval 14"/>
          <p:cNvSpPr>
            <a:spLocks noChangeAspect="1"/>
          </p:cNvSpPr>
          <p:nvPr/>
        </p:nvSpPr>
        <p:spPr>
          <a:xfrm>
            <a:off x="6513773" y="42086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6401683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250"/>
                                        <p:tgtEl>
                                          <p:spTgt spid="9"/>
                                        </p:tgtEl>
                                      </p:cBhvr>
                                    </p:animEffect>
                                    <p:anim calcmode="lin" valueType="num">
                                      <p:cBhvr>
                                        <p:cTn id="12" dur="250" fill="hold"/>
                                        <p:tgtEl>
                                          <p:spTgt spid="9"/>
                                        </p:tgtEl>
                                        <p:attrNameLst>
                                          <p:attrName>ppt_x</p:attrName>
                                        </p:attrNameLst>
                                      </p:cBhvr>
                                      <p:tavLst>
                                        <p:tav tm="0">
                                          <p:val>
                                            <p:strVal val="#ppt_x"/>
                                          </p:val>
                                        </p:tav>
                                        <p:tav tm="100000">
                                          <p:val>
                                            <p:strVal val="#ppt_x"/>
                                          </p:val>
                                        </p:tav>
                                      </p:tavLst>
                                    </p:anim>
                                    <p:anim calcmode="lin" valueType="num">
                                      <p:cBhvr>
                                        <p:cTn id="13" dur="250" fill="hold"/>
                                        <p:tgtEl>
                                          <p:spTgt spid="9"/>
                                        </p:tgtEl>
                                        <p:attrNameLst>
                                          <p:attrName>ppt_y</p:attrName>
                                        </p:attrNameLst>
                                      </p:cBhvr>
                                      <p:tavLst>
                                        <p:tav tm="0">
                                          <p:val>
                                            <p:strVal val="#ppt_y+.1"/>
                                          </p:val>
                                        </p:tav>
                                        <p:tav tm="100000">
                                          <p:val>
                                            <p:strVal val="#ppt_y"/>
                                          </p:val>
                                        </p:tav>
                                      </p:tavLst>
                                    </p:anim>
                                  </p:childTnLst>
                                </p:cTn>
                              </p:par>
                            </p:childTnLst>
                          </p:cTn>
                        </p:par>
                        <p:par>
                          <p:cTn id="14" fill="hold">
                            <p:stCondLst>
                              <p:cond delay="750"/>
                            </p:stCondLst>
                            <p:childTnLst>
                              <p:par>
                                <p:cTn id="15" presetID="42" presetClass="entr" presetSubtype="0"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250"/>
                                        <p:tgtEl>
                                          <p:spTgt spid="10"/>
                                        </p:tgtEl>
                                      </p:cBhvr>
                                    </p:animEffect>
                                    <p:anim calcmode="lin" valueType="num">
                                      <p:cBhvr>
                                        <p:cTn id="18" dur="250" fill="hold"/>
                                        <p:tgtEl>
                                          <p:spTgt spid="10"/>
                                        </p:tgtEl>
                                        <p:attrNameLst>
                                          <p:attrName>ppt_x</p:attrName>
                                        </p:attrNameLst>
                                      </p:cBhvr>
                                      <p:tavLst>
                                        <p:tav tm="0">
                                          <p:val>
                                            <p:strVal val="#ppt_x"/>
                                          </p:val>
                                        </p:tav>
                                        <p:tav tm="100000">
                                          <p:val>
                                            <p:strVal val="#ppt_x"/>
                                          </p:val>
                                        </p:tav>
                                      </p:tavLst>
                                    </p:anim>
                                    <p:anim calcmode="lin" valueType="num">
                                      <p:cBhvr>
                                        <p:cTn id="19" dur="250" fill="hold"/>
                                        <p:tgtEl>
                                          <p:spTgt spid="10"/>
                                        </p:tgtEl>
                                        <p:attrNameLst>
                                          <p:attrName>ppt_y</p:attrName>
                                        </p:attrNameLst>
                                      </p:cBhvr>
                                      <p:tavLst>
                                        <p:tav tm="0">
                                          <p:val>
                                            <p:strVal val="#ppt_y+.1"/>
                                          </p:val>
                                        </p:tav>
                                        <p:tav tm="100000">
                                          <p:val>
                                            <p:strVal val="#ppt_y"/>
                                          </p:val>
                                        </p:tav>
                                      </p:tavLst>
                                    </p:anim>
                                  </p:childTnLst>
                                </p:cTn>
                              </p:par>
                            </p:childTnLst>
                          </p:cTn>
                        </p:par>
                        <p:par>
                          <p:cTn id="20" fill="hold">
                            <p:stCondLst>
                              <p:cond delay="1000"/>
                            </p:stCondLst>
                            <p:childTnLst>
                              <p:par>
                                <p:cTn id="21" presetID="42" presetClass="entr" presetSubtype="0" fill="hold" grpId="0"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250"/>
                                        <p:tgtEl>
                                          <p:spTgt spid="11"/>
                                        </p:tgtEl>
                                      </p:cBhvr>
                                    </p:animEffect>
                                    <p:anim calcmode="lin" valueType="num">
                                      <p:cBhvr>
                                        <p:cTn id="24" dur="250" fill="hold"/>
                                        <p:tgtEl>
                                          <p:spTgt spid="11"/>
                                        </p:tgtEl>
                                        <p:attrNameLst>
                                          <p:attrName>ppt_x</p:attrName>
                                        </p:attrNameLst>
                                      </p:cBhvr>
                                      <p:tavLst>
                                        <p:tav tm="0">
                                          <p:val>
                                            <p:strVal val="#ppt_x"/>
                                          </p:val>
                                        </p:tav>
                                        <p:tav tm="100000">
                                          <p:val>
                                            <p:strVal val="#ppt_x"/>
                                          </p:val>
                                        </p:tav>
                                      </p:tavLst>
                                    </p:anim>
                                    <p:anim calcmode="lin" valueType="num">
                                      <p:cBhvr>
                                        <p:cTn id="25" dur="250" fill="hold"/>
                                        <p:tgtEl>
                                          <p:spTgt spid="11"/>
                                        </p:tgtEl>
                                        <p:attrNameLst>
                                          <p:attrName>ppt_y</p:attrName>
                                        </p:attrNameLst>
                                      </p:cBhvr>
                                      <p:tavLst>
                                        <p:tav tm="0">
                                          <p:val>
                                            <p:strVal val="#ppt_y+.1"/>
                                          </p:val>
                                        </p:tav>
                                        <p:tav tm="100000">
                                          <p:val>
                                            <p:strVal val="#ppt_y"/>
                                          </p:val>
                                        </p:tav>
                                      </p:tavLst>
                                    </p:anim>
                                  </p:childTnLst>
                                </p:cTn>
                              </p:par>
                            </p:childTnLst>
                          </p:cTn>
                        </p:par>
                        <p:par>
                          <p:cTn id="26" fill="hold">
                            <p:stCondLst>
                              <p:cond delay="1250"/>
                            </p:stCondLst>
                            <p:childTnLst>
                              <p:par>
                                <p:cTn id="27" presetID="42" presetClass="entr" presetSubtype="0" fill="hold" grpId="0" nodeType="after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fade">
                                      <p:cBhvr>
                                        <p:cTn id="29" dur="250"/>
                                        <p:tgtEl>
                                          <p:spTgt spid="12"/>
                                        </p:tgtEl>
                                      </p:cBhvr>
                                    </p:animEffect>
                                    <p:anim calcmode="lin" valueType="num">
                                      <p:cBhvr>
                                        <p:cTn id="30" dur="250" fill="hold"/>
                                        <p:tgtEl>
                                          <p:spTgt spid="12"/>
                                        </p:tgtEl>
                                        <p:attrNameLst>
                                          <p:attrName>ppt_x</p:attrName>
                                        </p:attrNameLst>
                                      </p:cBhvr>
                                      <p:tavLst>
                                        <p:tav tm="0">
                                          <p:val>
                                            <p:strVal val="#ppt_x"/>
                                          </p:val>
                                        </p:tav>
                                        <p:tav tm="100000">
                                          <p:val>
                                            <p:strVal val="#ppt_x"/>
                                          </p:val>
                                        </p:tav>
                                      </p:tavLst>
                                    </p:anim>
                                    <p:anim calcmode="lin" valueType="num">
                                      <p:cBhvr>
                                        <p:cTn id="31" dur="250" fill="hold"/>
                                        <p:tgtEl>
                                          <p:spTgt spid="12"/>
                                        </p:tgtEl>
                                        <p:attrNameLst>
                                          <p:attrName>ppt_y</p:attrName>
                                        </p:attrNameLst>
                                      </p:cBhvr>
                                      <p:tavLst>
                                        <p:tav tm="0">
                                          <p:val>
                                            <p:strVal val="#ppt_y+.1"/>
                                          </p:val>
                                        </p:tav>
                                        <p:tav tm="100000">
                                          <p:val>
                                            <p:strVal val="#ppt_y"/>
                                          </p:val>
                                        </p:tav>
                                      </p:tavLst>
                                    </p:anim>
                                  </p:childTnLst>
                                </p:cTn>
                              </p:par>
                            </p:childTnLst>
                          </p:cTn>
                        </p:par>
                        <p:par>
                          <p:cTn id="32" fill="hold">
                            <p:stCondLst>
                              <p:cond delay="1500"/>
                            </p:stCondLst>
                            <p:childTnLst>
                              <p:par>
                                <p:cTn id="33" presetID="42" presetClass="entr" presetSubtype="0"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250"/>
                                        <p:tgtEl>
                                          <p:spTgt spid="13"/>
                                        </p:tgtEl>
                                      </p:cBhvr>
                                    </p:animEffect>
                                    <p:anim calcmode="lin" valueType="num">
                                      <p:cBhvr>
                                        <p:cTn id="36" dur="250" fill="hold"/>
                                        <p:tgtEl>
                                          <p:spTgt spid="13"/>
                                        </p:tgtEl>
                                        <p:attrNameLst>
                                          <p:attrName>ppt_x</p:attrName>
                                        </p:attrNameLst>
                                      </p:cBhvr>
                                      <p:tavLst>
                                        <p:tav tm="0">
                                          <p:val>
                                            <p:strVal val="#ppt_x"/>
                                          </p:val>
                                        </p:tav>
                                        <p:tav tm="100000">
                                          <p:val>
                                            <p:strVal val="#ppt_x"/>
                                          </p:val>
                                        </p:tav>
                                      </p:tavLst>
                                    </p:anim>
                                    <p:anim calcmode="lin" valueType="num">
                                      <p:cBhvr>
                                        <p:cTn id="37" dur="250" fill="hold"/>
                                        <p:tgtEl>
                                          <p:spTgt spid="13"/>
                                        </p:tgtEl>
                                        <p:attrNameLst>
                                          <p:attrName>ppt_y</p:attrName>
                                        </p:attrNameLst>
                                      </p:cBhvr>
                                      <p:tavLst>
                                        <p:tav tm="0">
                                          <p:val>
                                            <p:strVal val="#ppt_y+.1"/>
                                          </p:val>
                                        </p:tav>
                                        <p:tav tm="100000">
                                          <p:val>
                                            <p:strVal val="#ppt_y"/>
                                          </p:val>
                                        </p:tav>
                                      </p:tavLst>
                                    </p:anim>
                                  </p:childTnLst>
                                </p:cTn>
                              </p:par>
                            </p:childTnLst>
                          </p:cTn>
                        </p:par>
                        <p:par>
                          <p:cTn id="38" fill="hold">
                            <p:stCondLst>
                              <p:cond delay="1750"/>
                            </p:stCondLst>
                            <p:childTnLst>
                              <p:par>
                                <p:cTn id="39" presetID="42" presetClass="entr" presetSubtype="0" fill="hold" grpId="0" nodeType="after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250"/>
                                        <p:tgtEl>
                                          <p:spTgt spid="14"/>
                                        </p:tgtEl>
                                      </p:cBhvr>
                                    </p:animEffect>
                                    <p:anim calcmode="lin" valueType="num">
                                      <p:cBhvr>
                                        <p:cTn id="42" dur="250" fill="hold"/>
                                        <p:tgtEl>
                                          <p:spTgt spid="14"/>
                                        </p:tgtEl>
                                        <p:attrNameLst>
                                          <p:attrName>ppt_x</p:attrName>
                                        </p:attrNameLst>
                                      </p:cBhvr>
                                      <p:tavLst>
                                        <p:tav tm="0">
                                          <p:val>
                                            <p:strVal val="#ppt_x"/>
                                          </p:val>
                                        </p:tav>
                                        <p:tav tm="100000">
                                          <p:val>
                                            <p:strVal val="#ppt_x"/>
                                          </p:val>
                                        </p:tav>
                                      </p:tavLst>
                                    </p:anim>
                                    <p:anim calcmode="lin" valueType="num">
                                      <p:cBhvr>
                                        <p:cTn id="43" dur="250" fill="hold"/>
                                        <p:tgtEl>
                                          <p:spTgt spid="14"/>
                                        </p:tgtEl>
                                        <p:attrNameLst>
                                          <p:attrName>ppt_y</p:attrName>
                                        </p:attrNameLst>
                                      </p:cBhvr>
                                      <p:tavLst>
                                        <p:tav tm="0">
                                          <p:val>
                                            <p:strVal val="#ppt_y+.1"/>
                                          </p:val>
                                        </p:tav>
                                        <p:tav tm="100000">
                                          <p:val>
                                            <p:strVal val="#ppt_y"/>
                                          </p:val>
                                        </p:tav>
                                      </p:tavLst>
                                    </p:anim>
                                  </p:childTnLst>
                                </p:cTn>
                              </p:par>
                            </p:childTnLst>
                          </p:cTn>
                        </p:par>
                        <p:par>
                          <p:cTn id="44" fill="hold">
                            <p:stCondLst>
                              <p:cond delay="2000"/>
                            </p:stCondLst>
                            <p:childTnLst>
                              <p:par>
                                <p:cTn id="45" presetID="42" presetClass="entr" presetSubtype="0" fill="hold" grpId="0" nodeType="after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250"/>
                                        <p:tgtEl>
                                          <p:spTgt spid="15"/>
                                        </p:tgtEl>
                                      </p:cBhvr>
                                    </p:animEffect>
                                    <p:anim calcmode="lin" valueType="num">
                                      <p:cBhvr>
                                        <p:cTn id="48" dur="250" fill="hold"/>
                                        <p:tgtEl>
                                          <p:spTgt spid="15"/>
                                        </p:tgtEl>
                                        <p:attrNameLst>
                                          <p:attrName>ppt_x</p:attrName>
                                        </p:attrNameLst>
                                      </p:cBhvr>
                                      <p:tavLst>
                                        <p:tav tm="0">
                                          <p:val>
                                            <p:strVal val="#ppt_x"/>
                                          </p:val>
                                        </p:tav>
                                        <p:tav tm="100000">
                                          <p:val>
                                            <p:strVal val="#ppt_x"/>
                                          </p:val>
                                        </p:tav>
                                      </p:tavLst>
                                    </p:anim>
                                    <p:anim calcmode="lin" valueType="num">
                                      <p:cBhvr>
                                        <p:cTn id="49" dur="25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9" grpId="0" animBg="1"/>
      <p:bldP spid="10" grpId="0" animBg="1"/>
      <p:bldP spid="11" grpId="0" animBg="1"/>
      <p:bldP spid="12" grpId="0" animBg="1"/>
      <p:bldP spid="13" grpId="0" animBg="1"/>
      <p:bldP spid="14" grpId="0" animBg="1"/>
      <p:bldP spid="15"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253274"/>
            <a:ext cx="12192001" cy="4351453"/>
          </a:xfrm>
          <a:prstGeom prst="rect">
            <a:avLst/>
          </a:prstGeom>
          <a:solidFill>
            <a:schemeClr val="tx2">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0" name="Group 9"/>
          <p:cNvGrpSpPr/>
          <p:nvPr/>
        </p:nvGrpSpPr>
        <p:grpSpPr>
          <a:xfrm>
            <a:off x="2516779" y="2766296"/>
            <a:ext cx="7475543" cy="1834713"/>
            <a:chOff x="2516778" y="1975815"/>
            <a:chExt cx="7475543" cy="1834713"/>
          </a:xfrm>
        </p:grpSpPr>
        <p:sp>
          <p:nvSpPr>
            <p:cNvPr id="5" name="TextBox 4"/>
            <p:cNvSpPr txBox="1"/>
            <p:nvPr/>
          </p:nvSpPr>
          <p:spPr>
            <a:xfrm>
              <a:off x="4809429" y="1975815"/>
              <a:ext cx="2573140" cy="830997"/>
            </a:xfrm>
            <a:prstGeom prst="rect">
              <a:avLst/>
            </a:prstGeom>
            <a:noFill/>
          </p:spPr>
          <p:txBody>
            <a:bodyPr wrap="none" rtlCol="0">
              <a:spAutoFit/>
            </a:bodyPr>
            <a:lstStyle/>
            <a:p>
              <a:pPr rtl="1"/>
              <a:r>
                <a:rPr lang="ar-SA" sz="4800" b="1" dirty="0">
                  <a:solidFill>
                    <a:schemeClr val="bg1"/>
                  </a:solidFill>
                </a:rPr>
                <a:t>الفصل الأول</a:t>
              </a:r>
              <a:endParaRPr lang="en-US" sz="4800" dirty="0">
                <a:solidFill>
                  <a:schemeClr val="bg1"/>
                </a:solidFill>
              </a:endParaRPr>
            </a:p>
          </p:txBody>
        </p:sp>
        <p:sp>
          <p:nvSpPr>
            <p:cNvPr id="9" name="TextBox 8"/>
            <p:cNvSpPr txBox="1"/>
            <p:nvPr/>
          </p:nvSpPr>
          <p:spPr>
            <a:xfrm>
              <a:off x="2516778" y="3102642"/>
              <a:ext cx="7475543" cy="707886"/>
            </a:xfrm>
            <a:prstGeom prst="rect">
              <a:avLst/>
            </a:prstGeom>
            <a:noFill/>
          </p:spPr>
          <p:txBody>
            <a:bodyPr wrap="square" rtlCol="0">
              <a:spAutoFit/>
            </a:bodyPr>
            <a:lstStyle/>
            <a:p>
              <a:pPr algn="ctr" rtl="1"/>
              <a:r>
                <a:rPr lang="ar-SA" sz="4000" b="1" u="sng" dirty="0">
                  <a:solidFill>
                    <a:srgbClr val="FF0000"/>
                  </a:solidFill>
                </a:rPr>
                <a:t>نماذج التعليم الإلكتروني والتعليم عن بعد </a:t>
              </a:r>
              <a:endParaRPr lang="en-US" sz="4000" u="sng" dirty="0">
                <a:solidFill>
                  <a:srgbClr val="FF0000"/>
                </a:solidFill>
              </a:endParaRPr>
            </a:p>
          </p:txBody>
        </p:sp>
      </p:grpSp>
      <p:sp>
        <p:nvSpPr>
          <p:cNvPr id="11" name="Oval 10"/>
          <p:cNvSpPr>
            <a:spLocks noChangeAspect="1"/>
          </p:cNvSpPr>
          <p:nvPr/>
        </p:nvSpPr>
        <p:spPr>
          <a:xfrm>
            <a:off x="5502863" y="3625234"/>
            <a:ext cx="144000" cy="144000"/>
          </a:xfrm>
          <a:prstGeom prst="ellipse">
            <a:avLst/>
          </a:prstGeom>
          <a:solidFill>
            <a:srgbClr val="0070C0">
              <a:alpha val="9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100" b="1" i="0" u="none" strike="noStrike" kern="0" cap="none" spc="0" normalizeH="0" baseline="0" noProof="0" dirty="0" smtClean="0">
              <a:ln>
                <a:noFill/>
              </a:ln>
              <a:solidFill>
                <a:prstClr val="white"/>
              </a:solidFill>
              <a:effectLst/>
              <a:uLnTx/>
              <a:uFillTx/>
              <a:latin typeface="Calibri" panose="020F0502020204030204"/>
              <a:ea typeface="+mn-ea"/>
              <a:cs typeface="+mn-cs"/>
            </a:endParaRPr>
          </a:p>
        </p:txBody>
      </p:sp>
      <p:sp>
        <p:nvSpPr>
          <p:cNvPr id="12" name="Oval 11"/>
          <p:cNvSpPr>
            <a:spLocks noChangeAspect="1"/>
          </p:cNvSpPr>
          <p:nvPr/>
        </p:nvSpPr>
        <p:spPr>
          <a:xfrm>
            <a:off x="5671348" y="3625234"/>
            <a:ext cx="144000" cy="144000"/>
          </a:xfrm>
          <a:prstGeom prst="ellipse">
            <a:avLst/>
          </a:prstGeom>
          <a:solidFill>
            <a:srgbClr val="FFC000">
              <a:alpha val="9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100" b="1" i="0" u="none" strike="noStrike" kern="0" cap="none" spc="0" normalizeH="0" baseline="0" noProof="0" dirty="0" smtClean="0">
              <a:ln>
                <a:noFill/>
              </a:ln>
              <a:solidFill>
                <a:prstClr val="white"/>
              </a:solidFill>
              <a:effectLst/>
              <a:uLnTx/>
              <a:uFillTx/>
              <a:latin typeface="Calibri" panose="020F0502020204030204"/>
              <a:ea typeface="+mn-ea"/>
              <a:cs typeface="+mn-cs"/>
            </a:endParaRPr>
          </a:p>
        </p:txBody>
      </p:sp>
      <p:sp>
        <p:nvSpPr>
          <p:cNvPr id="13" name="Oval 12"/>
          <p:cNvSpPr>
            <a:spLocks noChangeAspect="1"/>
          </p:cNvSpPr>
          <p:nvPr/>
        </p:nvSpPr>
        <p:spPr>
          <a:xfrm>
            <a:off x="5830308" y="3625234"/>
            <a:ext cx="144000" cy="144000"/>
          </a:xfrm>
          <a:prstGeom prst="ellipse">
            <a:avLst/>
          </a:prstGeom>
          <a:solidFill>
            <a:srgbClr val="ED7D31">
              <a:lumMod val="75000"/>
              <a:alpha val="9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100" b="1" i="0" u="none" strike="noStrike" kern="0" cap="none" spc="0" normalizeH="0" baseline="0" noProof="0" dirty="0" smtClean="0">
              <a:ln>
                <a:noFill/>
              </a:ln>
              <a:solidFill>
                <a:prstClr val="white"/>
              </a:solidFill>
              <a:effectLst/>
              <a:uLnTx/>
              <a:uFillTx/>
              <a:latin typeface="Calibri" panose="020F0502020204030204"/>
              <a:ea typeface="+mn-ea"/>
              <a:cs typeface="+mn-cs"/>
            </a:endParaRPr>
          </a:p>
        </p:txBody>
      </p:sp>
      <p:sp>
        <p:nvSpPr>
          <p:cNvPr id="14" name="Oval 13"/>
          <p:cNvSpPr>
            <a:spLocks noChangeAspect="1"/>
          </p:cNvSpPr>
          <p:nvPr/>
        </p:nvSpPr>
        <p:spPr>
          <a:xfrm>
            <a:off x="6008318" y="3625234"/>
            <a:ext cx="144000" cy="144000"/>
          </a:xfrm>
          <a:prstGeom prst="ellipse">
            <a:avLst/>
          </a:prstGeom>
          <a:solidFill>
            <a:srgbClr val="C00000">
              <a:alpha val="9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100" b="1" i="0" u="none" strike="noStrike" kern="0" cap="none" spc="0" normalizeH="0" baseline="0" noProof="0" dirty="0" smtClean="0">
              <a:ln>
                <a:noFill/>
              </a:ln>
              <a:solidFill>
                <a:prstClr val="white"/>
              </a:solidFill>
              <a:effectLst/>
              <a:uLnTx/>
              <a:uFillTx/>
              <a:latin typeface="Calibri" panose="020F0502020204030204"/>
              <a:ea typeface="+mn-ea"/>
              <a:cs typeface="+mn-cs"/>
            </a:endParaRPr>
          </a:p>
        </p:txBody>
      </p:sp>
      <p:sp>
        <p:nvSpPr>
          <p:cNvPr id="15" name="Oval 14"/>
          <p:cNvSpPr>
            <a:spLocks noChangeAspect="1"/>
          </p:cNvSpPr>
          <p:nvPr/>
        </p:nvSpPr>
        <p:spPr>
          <a:xfrm>
            <a:off x="6176803" y="3625234"/>
            <a:ext cx="144000" cy="144000"/>
          </a:xfrm>
          <a:prstGeom prst="ellipse">
            <a:avLst/>
          </a:prstGeom>
          <a:solidFill>
            <a:srgbClr val="FF0000">
              <a:alpha val="9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100" b="1" i="0" u="none" strike="noStrike" kern="0" cap="none" spc="0" normalizeH="0" baseline="0" noProof="0" dirty="0" smtClean="0">
              <a:ln>
                <a:noFill/>
              </a:ln>
              <a:solidFill>
                <a:prstClr val="white"/>
              </a:solidFill>
              <a:effectLst/>
              <a:uLnTx/>
              <a:uFillTx/>
              <a:latin typeface="Calibri" panose="020F0502020204030204"/>
              <a:ea typeface="+mn-ea"/>
              <a:cs typeface="+mn-cs"/>
            </a:endParaRPr>
          </a:p>
        </p:txBody>
      </p:sp>
      <p:sp>
        <p:nvSpPr>
          <p:cNvPr id="16" name="Oval 15"/>
          <p:cNvSpPr>
            <a:spLocks noChangeAspect="1"/>
          </p:cNvSpPr>
          <p:nvPr/>
        </p:nvSpPr>
        <p:spPr>
          <a:xfrm>
            <a:off x="6345288" y="3625234"/>
            <a:ext cx="144000" cy="144000"/>
          </a:xfrm>
          <a:prstGeom prst="ellipse">
            <a:avLst/>
          </a:prstGeom>
          <a:solidFill>
            <a:srgbClr val="70AD47">
              <a:alpha val="9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100" b="1" i="0" u="none" strike="noStrike" kern="0" cap="none" spc="0" normalizeH="0" baseline="0" noProof="0" dirty="0" smtClean="0">
              <a:ln>
                <a:noFill/>
              </a:ln>
              <a:solidFill>
                <a:prstClr val="white"/>
              </a:solidFill>
              <a:effectLst/>
              <a:uLnTx/>
              <a:uFillTx/>
              <a:latin typeface="Calibri" panose="020F0502020204030204"/>
              <a:ea typeface="+mn-ea"/>
              <a:cs typeface="+mn-cs"/>
            </a:endParaRPr>
          </a:p>
        </p:txBody>
      </p:sp>
      <p:sp>
        <p:nvSpPr>
          <p:cNvPr id="17" name="Oval 16"/>
          <p:cNvSpPr>
            <a:spLocks noChangeAspect="1"/>
          </p:cNvSpPr>
          <p:nvPr/>
        </p:nvSpPr>
        <p:spPr>
          <a:xfrm>
            <a:off x="6513773" y="3625234"/>
            <a:ext cx="144000" cy="144000"/>
          </a:xfrm>
          <a:prstGeom prst="ellipse">
            <a:avLst/>
          </a:prstGeom>
          <a:solidFill>
            <a:srgbClr val="7030A0">
              <a:alpha val="9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100" b="1" i="0" u="none" strike="noStrike" kern="0" cap="none" spc="0" normalizeH="0" baseline="0" noProof="0" dirty="0" smtClean="0">
              <a:ln>
                <a:noFill/>
              </a:ln>
              <a:solidFill>
                <a:prstClr val="white"/>
              </a:solidFill>
              <a:effectLst/>
              <a:uLnTx/>
              <a:uFillTx/>
              <a:latin typeface="Calibri" panose="020F0502020204030204"/>
              <a:ea typeface="+mn-ea"/>
              <a:cs typeface="+mn-cs"/>
            </a:endParaRPr>
          </a:p>
        </p:txBody>
      </p:sp>
      <p:sp>
        <p:nvSpPr>
          <p:cNvPr id="1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87104468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outVertical)">
                                      <p:cBhvr>
                                        <p:cTn id="11" dur="500"/>
                                        <p:tgtEl>
                                          <p:spTgt spid="10"/>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250"/>
                                        <p:tgtEl>
                                          <p:spTgt spid="11"/>
                                        </p:tgtEl>
                                      </p:cBhvr>
                                    </p:animEffect>
                                    <p:anim calcmode="lin" valueType="num">
                                      <p:cBhvr>
                                        <p:cTn id="16" dur="250" fill="hold"/>
                                        <p:tgtEl>
                                          <p:spTgt spid="11"/>
                                        </p:tgtEl>
                                        <p:attrNameLst>
                                          <p:attrName>ppt_x</p:attrName>
                                        </p:attrNameLst>
                                      </p:cBhvr>
                                      <p:tavLst>
                                        <p:tav tm="0">
                                          <p:val>
                                            <p:strVal val="#ppt_x"/>
                                          </p:val>
                                        </p:tav>
                                        <p:tav tm="100000">
                                          <p:val>
                                            <p:strVal val="#ppt_x"/>
                                          </p:val>
                                        </p:tav>
                                      </p:tavLst>
                                    </p:anim>
                                    <p:anim calcmode="lin" valueType="num">
                                      <p:cBhvr>
                                        <p:cTn id="17" dur="250" fill="hold"/>
                                        <p:tgtEl>
                                          <p:spTgt spid="11"/>
                                        </p:tgtEl>
                                        <p:attrNameLst>
                                          <p:attrName>ppt_y</p:attrName>
                                        </p:attrNameLst>
                                      </p:cBhvr>
                                      <p:tavLst>
                                        <p:tav tm="0">
                                          <p:val>
                                            <p:strVal val="#ppt_y+.1"/>
                                          </p:val>
                                        </p:tav>
                                        <p:tav tm="100000">
                                          <p:val>
                                            <p:strVal val="#ppt_y"/>
                                          </p:val>
                                        </p:tav>
                                      </p:tavLst>
                                    </p:anim>
                                  </p:childTnLst>
                                </p:cTn>
                              </p:par>
                            </p:childTnLst>
                          </p:cTn>
                        </p:par>
                        <p:par>
                          <p:cTn id="18" fill="hold">
                            <p:stCondLst>
                              <p:cond delay="1250"/>
                            </p:stCondLst>
                            <p:childTnLst>
                              <p:par>
                                <p:cTn id="19" presetID="42" presetClass="entr" presetSubtype="0"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250"/>
                                        <p:tgtEl>
                                          <p:spTgt spid="12"/>
                                        </p:tgtEl>
                                      </p:cBhvr>
                                    </p:animEffect>
                                    <p:anim calcmode="lin" valueType="num">
                                      <p:cBhvr>
                                        <p:cTn id="22" dur="250" fill="hold"/>
                                        <p:tgtEl>
                                          <p:spTgt spid="12"/>
                                        </p:tgtEl>
                                        <p:attrNameLst>
                                          <p:attrName>ppt_x</p:attrName>
                                        </p:attrNameLst>
                                      </p:cBhvr>
                                      <p:tavLst>
                                        <p:tav tm="0">
                                          <p:val>
                                            <p:strVal val="#ppt_x"/>
                                          </p:val>
                                        </p:tav>
                                        <p:tav tm="100000">
                                          <p:val>
                                            <p:strVal val="#ppt_x"/>
                                          </p:val>
                                        </p:tav>
                                      </p:tavLst>
                                    </p:anim>
                                    <p:anim calcmode="lin" valueType="num">
                                      <p:cBhvr>
                                        <p:cTn id="23" dur="250" fill="hold"/>
                                        <p:tgtEl>
                                          <p:spTgt spid="12"/>
                                        </p:tgtEl>
                                        <p:attrNameLst>
                                          <p:attrName>ppt_y</p:attrName>
                                        </p:attrNameLst>
                                      </p:cBhvr>
                                      <p:tavLst>
                                        <p:tav tm="0">
                                          <p:val>
                                            <p:strVal val="#ppt_y+.1"/>
                                          </p:val>
                                        </p:tav>
                                        <p:tav tm="100000">
                                          <p:val>
                                            <p:strVal val="#ppt_y"/>
                                          </p:val>
                                        </p:tav>
                                      </p:tavLst>
                                    </p:anim>
                                  </p:childTnLst>
                                </p:cTn>
                              </p:par>
                            </p:childTnLst>
                          </p:cTn>
                        </p:par>
                        <p:par>
                          <p:cTn id="24" fill="hold">
                            <p:stCondLst>
                              <p:cond delay="1500"/>
                            </p:stCondLst>
                            <p:childTnLst>
                              <p:par>
                                <p:cTn id="25" presetID="42" presetClass="entr" presetSubtype="0"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250"/>
                                        <p:tgtEl>
                                          <p:spTgt spid="13"/>
                                        </p:tgtEl>
                                      </p:cBhvr>
                                    </p:animEffect>
                                    <p:anim calcmode="lin" valueType="num">
                                      <p:cBhvr>
                                        <p:cTn id="28" dur="250" fill="hold"/>
                                        <p:tgtEl>
                                          <p:spTgt spid="13"/>
                                        </p:tgtEl>
                                        <p:attrNameLst>
                                          <p:attrName>ppt_x</p:attrName>
                                        </p:attrNameLst>
                                      </p:cBhvr>
                                      <p:tavLst>
                                        <p:tav tm="0">
                                          <p:val>
                                            <p:strVal val="#ppt_x"/>
                                          </p:val>
                                        </p:tav>
                                        <p:tav tm="100000">
                                          <p:val>
                                            <p:strVal val="#ppt_x"/>
                                          </p:val>
                                        </p:tav>
                                      </p:tavLst>
                                    </p:anim>
                                    <p:anim calcmode="lin" valueType="num">
                                      <p:cBhvr>
                                        <p:cTn id="29" dur="250" fill="hold"/>
                                        <p:tgtEl>
                                          <p:spTgt spid="13"/>
                                        </p:tgtEl>
                                        <p:attrNameLst>
                                          <p:attrName>ppt_y</p:attrName>
                                        </p:attrNameLst>
                                      </p:cBhvr>
                                      <p:tavLst>
                                        <p:tav tm="0">
                                          <p:val>
                                            <p:strVal val="#ppt_y+.1"/>
                                          </p:val>
                                        </p:tav>
                                        <p:tav tm="100000">
                                          <p:val>
                                            <p:strVal val="#ppt_y"/>
                                          </p:val>
                                        </p:tav>
                                      </p:tavLst>
                                    </p:anim>
                                  </p:childTnLst>
                                </p:cTn>
                              </p:par>
                            </p:childTnLst>
                          </p:cTn>
                        </p:par>
                        <p:par>
                          <p:cTn id="30" fill="hold">
                            <p:stCondLst>
                              <p:cond delay="1750"/>
                            </p:stCondLst>
                            <p:childTnLst>
                              <p:par>
                                <p:cTn id="31" presetID="42" presetClass="entr" presetSubtype="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250"/>
                                        <p:tgtEl>
                                          <p:spTgt spid="14"/>
                                        </p:tgtEl>
                                      </p:cBhvr>
                                    </p:animEffect>
                                    <p:anim calcmode="lin" valueType="num">
                                      <p:cBhvr>
                                        <p:cTn id="34" dur="250" fill="hold"/>
                                        <p:tgtEl>
                                          <p:spTgt spid="14"/>
                                        </p:tgtEl>
                                        <p:attrNameLst>
                                          <p:attrName>ppt_x</p:attrName>
                                        </p:attrNameLst>
                                      </p:cBhvr>
                                      <p:tavLst>
                                        <p:tav tm="0">
                                          <p:val>
                                            <p:strVal val="#ppt_x"/>
                                          </p:val>
                                        </p:tav>
                                        <p:tav tm="100000">
                                          <p:val>
                                            <p:strVal val="#ppt_x"/>
                                          </p:val>
                                        </p:tav>
                                      </p:tavLst>
                                    </p:anim>
                                    <p:anim calcmode="lin" valueType="num">
                                      <p:cBhvr>
                                        <p:cTn id="35" dur="250" fill="hold"/>
                                        <p:tgtEl>
                                          <p:spTgt spid="14"/>
                                        </p:tgtEl>
                                        <p:attrNameLst>
                                          <p:attrName>ppt_y</p:attrName>
                                        </p:attrNameLst>
                                      </p:cBhvr>
                                      <p:tavLst>
                                        <p:tav tm="0">
                                          <p:val>
                                            <p:strVal val="#ppt_y+.1"/>
                                          </p:val>
                                        </p:tav>
                                        <p:tav tm="100000">
                                          <p:val>
                                            <p:strVal val="#ppt_y"/>
                                          </p:val>
                                        </p:tav>
                                      </p:tavLst>
                                    </p:anim>
                                  </p:childTnLst>
                                </p:cTn>
                              </p:par>
                            </p:childTnLst>
                          </p:cTn>
                        </p:par>
                        <p:par>
                          <p:cTn id="36" fill="hold">
                            <p:stCondLst>
                              <p:cond delay="2000"/>
                            </p:stCondLst>
                            <p:childTnLst>
                              <p:par>
                                <p:cTn id="37" presetID="42" presetClass="entr" presetSubtype="0" fill="hold" grpId="0" nodeType="after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250"/>
                                        <p:tgtEl>
                                          <p:spTgt spid="15"/>
                                        </p:tgtEl>
                                      </p:cBhvr>
                                    </p:animEffect>
                                    <p:anim calcmode="lin" valueType="num">
                                      <p:cBhvr>
                                        <p:cTn id="40" dur="250" fill="hold"/>
                                        <p:tgtEl>
                                          <p:spTgt spid="15"/>
                                        </p:tgtEl>
                                        <p:attrNameLst>
                                          <p:attrName>ppt_x</p:attrName>
                                        </p:attrNameLst>
                                      </p:cBhvr>
                                      <p:tavLst>
                                        <p:tav tm="0">
                                          <p:val>
                                            <p:strVal val="#ppt_x"/>
                                          </p:val>
                                        </p:tav>
                                        <p:tav tm="100000">
                                          <p:val>
                                            <p:strVal val="#ppt_x"/>
                                          </p:val>
                                        </p:tav>
                                      </p:tavLst>
                                    </p:anim>
                                    <p:anim calcmode="lin" valueType="num">
                                      <p:cBhvr>
                                        <p:cTn id="41" dur="250" fill="hold"/>
                                        <p:tgtEl>
                                          <p:spTgt spid="15"/>
                                        </p:tgtEl>
                                        <p:attrNameLst>
                                          <p:attrName>ppt_y</p:attrName>
                                        </p:attrNameLst>
                                      </p:cBhvr>
                                      <p:tavLst>
                                        <p:tav tm="0">
                                          <p:val>
                                            <p:strVal val="#ppt_y+.1"/>
                                          </p:val>
                                        </p:tav>
                                        <p:tav tm="100000">
                                          <p:val>
                                            <p:strVal val="#ppt_y"/>
                                          </p:val>
                                        </p:tav>
                                      </p:tavLst>
                                    </p:anim>
                                  </p:childTnLst>
                                </p:cTn>
                              </p:par>
                            </p:childTnLst>
                          </p:cTn>
                        </p:par>
                        <p:par>
                          <p:cTn id="42" fill="hold">
                            <p:stCondLst>
                              <p:cond delay="2250"/>
                            </p:stCondLst>
                            <p:childTnLst>
                              <p:par>
                                <p:cTn id="43" presetID="42" presetClass="entr" presetSubtype="0" fill="hold" grpId="0" nodeType="after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250"/>
                                        <p:tgtEl>
                                          <p:spTgt spid="16"/>
                                        </p:tgtEl>
                                      </p:cBhvr>
                                    </p:animEffect>
                                    <p:anim calcmode="lin" valueType="num">
                                      <p:cBhvr>
                                        <p:cTn id="46" dur="250" fill="hold"/>
                                        <p:tgtEl>
                                          <p:spTgt spid="16"/>
                                        </p:tgtEl>
                                        <p:attrNameLst>
                                          <p:attrName>ppt_x</p:attrName>
                                        </p:attrNameLst>
                                      </p:cBhvr>
                                      <p:tavLst>
                                        <p:tav tm="0">
                                          <p:val>
                                            <p:strVal val="#ppt_x"/>
                                          </p:val>
                                        </p:tav>
                                        <p:tav tm="100000">
                                          <p:val>
                                            <p:strVal val="#ppt_x"/>
                                          </p:val>
                                        </p:tav>
                                      </p:tavLst>
                                    </p:anim>
                                    <p:anim calcmode="lin" valueType="num">
                                      <p:cBhvr>
                                        <p:cTn id="47" dur="250" fill="hold"/>
                                        <p:tgtEl>
                                          <p:spTgt spid="16"/>
                                        </p:tgtEl>
                                        <p:attrNameLst>
                                          <p:attrName>ppt_y</p:attrName>
                                        </p:attrNameLst>
                                      </p:cBhvr>
                                      <p:tavLst>
                                        <p:tav tm="0">
                                          <p:val>
                                            <p:strVal val="#ppt_y+.1"/>
                                          </p:val>
                                        </p:tav>
                                        <p:tav tm="100000">
                                          <p:val>
                                            <p:strVal val="#ppt_y"/>
                                          </p:val>
                                        </p:tav>
                                      </p:tavLst>
                                    </p:anim>
                                  </p:childTnLst>
                                </p:cTn>
                              </p:par>
                            </p:childTnLst>
                          </p:cTn>
                        </p:par>
                        <p:par>
                          <p:cTn id="48" fill="hold">
                            <p:stCondLst>
                              <p:cond delay="2500"/>
                            </p:stCondLst>
                            <p:childTnLst>
                              <p:par>
                                <p:cTn id="49" presetID="42" presetClass="entr" presetSubtype="0" fill="hold" grpId="0" nodeType="after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250"/>
                                        <p:tgtEl>
                                          <p:spTgt spid="17"/>
                                        </p:tgtEl>
                                      </p:cBhvr>
                                    </p:animEffect>
                                    <p:anim calcmode="lin" valueType="num">
                                      <p:cBhvr>
                                        <p:cTn id="52" dur="250" fill="hold"/>
                                        <p:tgtEl>
                                          <p:spTgt spid="17"/>
                                        </p:tgtEl>
                                        <p:attrNameLst>
                                          <p:attrName>ppt_x</p:attrName>
                                        </p:attrNameLst>
                                      </p:cBhvr>
                                      <p:tavLst>
                                        <p:tav tm="0">
                                          <p:val>
                                            <p:strVal val="#ppt_x"/>
                                          </p:val>
                                        </p:tav>
                                        <p:tav tm="100000">
                                          <p:val>
                                            <p:strVal val="#ppt_x"/>
                                          </p:val>
                                        </p:tav>
                                      </p:tavLst>
                                    </p:anim>
                                    <p:anim calcmode="lin" valueType="num">
                                      <p:cBhvr>
                                        <p:cTn id="53" dur="25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P spid="12" grpId="0" animBg="1"/>
      <p:bldP spid="13" grpId="0" animBg="1"/>
      <p:bldP spid="14" grpId="0" animBg="1"/>
      <p:bldP spid="15" grpId="0" animBg="1"/>
      <p:bldP spid="16" grpId="0" animBg="1"/>
      <p:bldP spid="17"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sp>
      <p:sp>
        <p:nvSpPr>
          <p:cNvPr id="5" name="Hexagon 4"/>
          <p:cNvSpPr/>
          <p:nvPr/>
        </p:nvSpPr>
        <p:spPr>
          <a:xfrm rot="16200000">
            <a:off x="2616665" y="-1781738"/>
            <a:ext cx="6956970" cy="7008718"/>
          </a:xfrm>
          <a:prstGeom prst="hexagon">
            <a:avLst/>
          </a:prstGeom>
          <a:solidFill>
            <a:srgbClr val="00ABF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 name="TextBox 6"/>
          <p:cNvSpPr txBox="1"/>
          <p:nvPr/>
        </p:nvSpPr>
        <p:spPr>
          <a:xfrm>
            <a:off x="1658471" y="-457200"/>
            <a:ext cx="184731" cy="369332"/>
          </a:xfrm>
          <a:prstGeom prst="rect">
            <a:avLst/>
          </a:prstGeom>
          <a:noFill/>
        </p:spPr>
        <p:txBody>
          <a:bodyPr wrap="none" rtlCol="0">
            <a:spAutoFit/>
          </a:bodyPr>
          <a:lstStyle/>
          <a:p>
            <a:pPr fontAlgn="auto">
              <a:spcBef>
                <a:spcPts val="0"/>
              </a:spcBef>
              <a:spcAft>
                <a:spcPts val="0"/>
              </a:spcAft>
            </a:pPr>
            <a:endParaRPr lang="en-US" dirty="0">
              <a:solidFill>
                <a:prstClr val="black"/>
              </a:solidFill>
              <a:latin typeface="Calibri" panose="020F0502020204030204"/>
            </a:endParaRPr>
          </a:p>
        </p:txBody>
      </p:sp>
      <p:sp>
        <p:nvSpPr>
          <p:cNvPr id="8" name="TextBox 7"/>
          <p:cNvSpPr txBox="1"/>
          <p:nvPr/>
        </p:nvSpPr>
        <p:spPr>
          <a:xfrm>
            <a:off x="2779180" y="1938748"/>
            <a:ext cx="6820329" cy="1323439"/>
          </a:xfrm>
          <a:prstGeom prst="rect">
            <a:avLst/>
          </a:prstGeom>
          <a:noFill/>
        </p:spPr>
        <p:txBody>
          <a:bodyPr wrap="square" rtlCol="0">
            <a:spAutoFit/>
          </a:bodyPr>
          <a:lstStyle/>
          <a:p>
            <a:pPr marL="742950" indent="-742950" algn="ctr" rtl="1" fontAlgn="auto">
              <a:spcBef>
                <a:spcPts val="0"/>
              </a:spcBef>
              <a:spcAft>
                <a:spcPts val="0"/>
              </a:spcAft>
              <a:buFont typeface="+mj-lt"/>
              <a:buAutoNum type="arabicPeriod"/>
            </a:pPr>
            <a:r>
              <a:rPr lang="ar-SA" sz="4000" b="1" u="sng" dirty="0" smtClean="0">
                <a:solidFill>
                  <a:schemeClr val="bg1"/>
                </a:solidFill>
              </a:rPr>
              <a:t>استخدام </a:t>
            </a:r>
            <a:r>
              <a:rPr lang="ar-SA" sz="4000" b="1" u="sng" dirty="0">
                <a:solidFill>
                  <a:schemeClr val="bg1"/>
                </a:solidFill>
              </a:rPr>
              <a:t>التعليم الإلكتروني ووسائط الاتصال في التعليم عن بعد</a:t>
            </a:r>
            <a:endParaRPr lang="en-US" sz="4000" u="sng"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9" name="Group 8"/>
          <p:cNvGrpSpPr/>
          <p:nvPr/>
        </p:nvGrpSpPr>
        <p:grpSpPr>
          <a:xfrm>
            <a:off x="5667371" y="380412"/>
            <a:ext cx="857251" cy="1172633"/>
            <a:chOff x="3595689" y="4262437"/>
            <a:chExt cx="642938" cy="879475"/>
          </a:xfrm>
        </p:grpSpPr>
        <p:sp>
          <p:nvSpPr>
            <p:cNvPr id="11" name="Freeform 1930"/>
            <p:cNvSpPr>
              <a:spLocks noEditPoints="1"/>
            </p:cNvSpPr>
            <p:nvPr/>
          </p:nvSpPr>
          <p:spPr bwMode="auto">
            <a:xfrm>
              <a:off x="3595689" y="4262437"/>
              <a:ext cx="642938" cy="879475"/>
            </a:xfrm>
            <a:custGeom>
              <a:avLst/>
              <a:gdLst>
                <a:gd name="T0" fmla="*/ 272 w 358"/>
                <a:gd name="T1" fmla="*/ 283 h 490"/>
                <a:gd name="T2" fmla="*/ 235 w 358"/>
                <a:gd name="T3" fmla="*/ 274 h 490"/>
                <a:gd name="T4" fmla="*/ 272 w 358"/>
                <a:gd name="T5" fmla="*/ 219 h 490"/>
                <a:gd name="T6" fmla="*/ 297 w 358"/>
                <a:gd name="T7" fmla="*/ 185 h 490"/>
                <a:gd name="T8" fmla="*/ 284 w 358"/>
                <a:gd name="T9" fmla="*/ 151 h 490"/>
                <a:gd name="T10" fmla="*/ 247 w 358"/>
                <a:gd name="T11" fmla="*/ 60 h 490"/>
                <a:gd name="T12" fmla="*/ 134 w 358"/>
                <a:gd name="T13" fmla="*/ 42 h 490"/>
                <a:gd name="T14" fmla="*/ 99 w 358"/>
                <a:gd name="T15" fmla="*/ 73 h 490"/>
                <a:gd name="T16" fmla="*/ 77 w 358"/>
                <a:gd name="T17" fmla="*/ 150 h 490"/>
                <a:gd name="T18" fmla="*/ 62 w 358"/>
                <a:gd name="T19" fmla="*/ 185 h 490"/>
                <a:gd name="T20" fmla="*/ 88 w 358"/>
                <a:gd name="T21" fmla="*/ 220 h 490"/>
                <a:gd name="T22" fmla="*/ 125 w 358"/>
                <a:gd name="T23" fmla="*/ 273 h 490"/>
                <a:gd name="T24" fmla="*/ 87 w 358"/>
                <a:gd name="T25" fmla="*/ 283 h 490"/>
                <a:gd name="T26" fmla="*/ 0 w 358"/>
                <a:gd name="T27" fmla="*/ 394 h 490"/>
                <a:gd name="T28" fmla="*/ 0 w 358"/>
                <a:gd name="T29" fmla="*/ 456 h 490"/>
                <a:gd name="T30" fmla="*/ 33 w 358"/>
                <a:gd name="T31" fmla="*/ 490 h 490"/>
                <a:gd name="T32" fmla="*/ 327 w 358"/>
                <a:gd name="T33" fmla="*/ 490 h 490"/>
                <a:gd name="T34" fmla="*/ 358 w 358"/>
                <a:gd name="T35" fmla="*/ 456 h 490"/>
                <a:gd name="T36" fmla="*/ 358 w 358"/>
                <a:gd name="T37" fmla="*/ 394 h 490"/>
                <a:gd name="T38" fmla="*/ 272 w 358"/>
                <a:gd name="T39" fmla="*/ 283 h 490"/>
                <a:gd name="T40" fmla="*/ 97 w 358"/>
                <a:gd name="T41" fmla="*/ 161 h 490"/>
                <a:gd name="T42" fmla="*/ 97 w 358"/>
                <a:gd name="T43" fmla="*/ 142 h 490"/>
                <a:gd name="T44" fmla="*/ 223 w 358"/>
                <a:gd name="T45" fmla="*/ 95 h 490"/>
                <a:gd name="T46" fmla="*/ 263 w 358"/>
                <a:gd name="T47" fmla="*/ 177 h 490"/>
                <a:gd name="T48" fmla="*/ 180 w 358"/>
                <a:gd name="T49" fmla="*/ 276 h 490"/>
                <a:gd name="T50" fmla="*/ 97 w 358"/>
                <a:gd name="T51" fmla="*/ 161 h 490"/>
                <a:gd name="T52" fmla="*/ 338 w 358"/>
                <a:gd name="T53" fmla="*/ 456 h 490"/>
                <a:gd name="T54" fmla="*/ 327 w 358"/>
                <a:gd name="T55" fmla="*/ 469 h 490"/>
                <a:gd name="T56" fmla="*/ 298 w 358"/>
                <a:gd name="T57" fmla="*/ 469 h 490"/>
                <a:gd name="T58" fmla="*/ 298 w 358"/>
                <a:gd name="T59" fmla="*/ 443 h 490"/>
                <a:gd name="T60" fmla="*/ 293 w 358"/>
                <a:gd name="T61" fmla="*/ 438 h 490"/>
                <a:gd name="T62" fmla="*/ 287 w 358"/>
                <a:gd name="T63" fmla="*/ 443 h 490"/>
                <a:gd name="T64" fmla="*/ 287 w 358"/>
                <a:gd name="T65" fmla="*/ 469 h 490"/>
                <a:gd name="T66" fmla="*/ 220 w 358"/>
                <a:gd name="T67" fmla="*/ 469 h 490"/>
                <a:gd name="T68" fmla="*/ 192 w 358"/>
                <a:gd name="T69" fmla="*/ 357 h 490"/>
                <a:gd name="T70" fmla="*/ 205 w 358"/>
                <a:gd name="T71" fmla="*/ 340 h 490"/>
                <a:gd name="T72" fmla="*/ 199 w 358"/>
                <a:gd name="T73" fmla="*/ 318 h 490"/>
                <a:gd name="T74" fmla="*/ 186 w 358"/>
                <a:gd name="T75" fmla="*/ 308 h 490"/>
                <a:gd name="T76" fmla="*/ 174 w 358"/>
                <a:gd name="T77" fmla="*/ 308 h 490"/>
                <a:gd name="T78" fmla="*/ 161 w 358"/>
                <a:gd name="T79" fmla="*/ 318 h 490"/>
                <a:gd name="T80" fmla="*/ 155 w 358"/>
                <a:gd name="T81" fmla="*/ 340 h 490"/>
                <a:gd name="T82" fmla="*/ 168 w 358"/>
                <a:gd name="T83" fmla="*/ 357 h 490"/>
                <a:gd name="T84" fmla="*/ 140 w 358"/>
                <a:gd name="T85" fmla="*/ 469 h 490"/>
                <a:gd name="T86" fmla="*/ 71 w 358"/>
                <a:gd name="T87" fmla="*/ 469 h 490"/>
                <a:gd name="T88" fmla="*/ 71 w 358"/>
                <a:gd name="T89" fmla="*/ 443 h 490"/>
                <a:gd name="T90" fmla="*/ 66 w 358"/>
                <a:gd name="T91" fmla="*/ 438 h 490"/>
                <a:gd name="T92" fmla="*/ 61 w 358"/>
                <a:gd name="T93" fmla="*/ 443 h 490"/>
                <a:gd name="T94" fmla="*/ 61 w 358"/>
                <a:gd name="T95" fmla="*/ 469 h 490"/>
                <a:gd name="T96" fmla="*/ 33 w 358"/>
                <a:gd name="T97" fmla="*/ 469 h 490"/>
                <a:gd name="T98" fmla="*/ 21 w 358"/>
                <a:gd name="T99" fmla="*/ 456 h 490"/>
                <a:gd name="T100" fmla="*/ 21 w 358"/>
                <a:gd name="T101" fmla="*/ 394 h 490"/>
                <a:gd name="T102" fmla="*/ 92 w 358"/>
                <a:gd name="T103" fmla="*/ 302 h 490"/>
                <a:gd name="T104" fmla="*/ 147 w 358"/>
                <a:gd name="T105" fmla="*/ 288 h 490"/>
                <a:gd name="T106" fmla="*/ 180 w 358"/>
                <a:gd name="T107" fmla="*/ 296 h 490"/>
                <a:gd name="T108" fmla="*/ 213 w 358"/>
                <a:gd name="T109" fmla="*/ 288 h 490"/>
                <a:gd name="T110" fmla="*/ 267 w 358"/>
                <a:gd name="T111" fmla="*/ 302 h 490"/>
                <a:gd name="T112" fmla="*/ 338 w 358"/>
                <a:gd name="T113" fmla="*/ 394 h 490"/>
                <a:gd name="T114" fmla="*/ 338 w 358"/>
                <a:gd name="T115" fmla="*/ 45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8" h="490">
                  <a:moveTo>
                    <a:pt x="272" y="283"/>
                  </a:moveTo>
                  <a:cubicBezTo>
                    <a:pt x="235" y="274"/>
                    <a:pt x="235" y="274"/>
                    <a:pt x="235" y="274"/>
                  </a:cubicBezTo>
                  <a:cubicBezTo>
                    <a:pt x="250" y="260"/>
                    <a:pt x="263" y="240"/>
                    <a:pt x="272" y="219"/>
                  </a:cubicBezTo>
                  <a:cubicBezTo>
                    <a:pt x="284" y="217"/>
                    <a:pt x="295" y="207"/>
                    <a:pt x="297" y="185"/>
                  </a:cubicBezTo>
                  <a:cubicBezTo>
                    <a:pt x="298" y="164"/>
                    <a:pt x="292" y="155"/>
                    <a:pt x="284" y="151"/>
                  </a:cubicBezTo>
                  <a:cubicBezTo>
                    <a:pt x="284" y="148"/>
                    <a:pt x="297" y="78"/>
                    <a:pt x="247" y="60"/>
                  </a:cubicBezTo>
                  <a:cubicBezTo>
                    <a:pt x="242" y="52"/>
                    <a:pt x="204" y="0"/>
                    <a:pt x="134" y="42"/>
                  </a:cubicBezTo>
                  <a:cubicBezTo>
                    <a:pt x="124" y="48"/>
                    <a:pt x="108" y="60"/>
                    <a:pt x="99" y="73"/>
                  </a:cubicBezTo>
                  <a:cubicBezTo>
                    <a:pt x="87" y="88"/>
                    <a:pt x="78" y="113"/>
                    <a:pt x="77" y="150"/>
                  </a:cubicBezTo>
                  <a:cubicBezTo>
                    <a:pt x="68" y="153"/>
                    <a:pt x="61" y="163"/>
                    <a:pt x="62" y="185"/>
                  </a:cubicBezTo>
                  <a:cubicBezTo>
                    <a:pt x="64" y="207"/>
                    <a:pt x="76" y="217"/>
                    <a:pt x="88" y="220"/>
                  </a:cubicBezTo>
                  <a:cubicBezTo>
                    <a:pt x="97" y="241"/>
                    <a:pt x="109" y="260"/>
                    <a:pt x="125" y="273"/>
                  </a:cubicBezTo>
                  <a:cubicBezTo>
                    <a:pt x="87" y="283"/>
                    <a:pt x="87" y="283"/>
                    <a:pt x="87" y="283"/>
                  </a:cubicBezTo>
                  <a:cubicBezTo>
                    <a:pt x="36" y="296"/>
                    <a:pt x="0" y="341"/>
                    <a:pt x="0" y="394"/>
                  </a:cubicBezTo>
                  <a:cubicBezTo>
                    <a:pt x="0" y="456"/>
                    <a:pt x="0" y="456"/>
                    <a:pt x="0" y="456"/>
                  </a:cubicBezTo>
                  <a:cubicBezTo>
                    <a:pt x="0" y="474"/>
                    <a:pt x="15" y="490"/>
                    <a:pt x="33" y="490"/>
                  </a:cubicBezTo>
                  <a:cubicBezTo>
                    <a:pt x="327" y="490"/>
                    <a:pt x="327" y="490"/>
                    <a:pt x="327" y="490"/>
                  </a:cubicBezTo>
                  <a:cubicBezTo>
                    <a:pt x="345" y="490"/>
                    <a:pt x="358" y="474"/>
                    <a:pt x="358" y="456"/>
                  </a:cubicBezTo>
                  <a:cubicBezTo>
                    <a:pt x="358" y="394"/>
                    <a:pt x="358" y="394"/>
                    <a:pt x="358" y="394"/>
                  </a:cubicBezTo>
                  <a:cubicBezTo>
                    <a:pt x="358" y="341"/>
                    <a:pt x="323" y="296"/>
                    <a:pt x="272" y="283"/>
                  </a:cubicBezTo>
                  <a:moveTo>
                    <a:pt x="97" y="161"/>
                  </a:moveTo>
                  <a:cubicBezTo>
                    <a:pt x="97" y="154"/>
                    <a:pt x="97" y="148"/>
                    <a:pt x="97" y="142"/>
                  </a:cubicBezTo>
                  <a:cubicBezTo>
                    <a:pt x="163" y="144"/>
                    <a:pt x="201" y="118"/>
                    <a:pt x="223" y="95"/>
                  </a:cubicBezTo>
                  <a:cubicBezTo>
                    <a:pt x="250" y="122"/>
                    <a:pt x="260" y="159"/>
                    <a:pt x="263" y="177"/>
                  </a:cubicBezTo>
                  <a:cubicBezTo>
                    <a:pt x="257" y="225"/>
                    <a:pt x="222" y="276"/>
                    <a:pt x="180" y="276"/>
                  </a:cubicBezTo>
                  <a:cubicBezTo>
                    <a:pt x="134" y="276"/>
                    <a:pt x="97" y="213"/>
                    <a:pt x="97" y="161"/>
                  </a:cubicBezTo>
                  <a:moveTo>
                    <a:pt x="338" y="456"/>
                  </a:moveTo>
                  <a:cubicBezTo>
                    <a:pt x="338" y="463"/>
                    <a:pt x="334" y="469"/>
                    <a:pt x="327" y="469"/>
                  </a:cubicBezTo>
                  <a:cubicBezTo>
                    <a:pt x="298" y="469"/>
                    <a:pt x="298" y="469"/>
                    <a:pt x="298" y="469"/>
                  </a:cubicBezTo>
                  <a:cubicBezTo>
                    <a:pt x="298" y="443"/>
                    <a:pt x="298" y="443"/>
                    <a:pt x="298" y="443"/>
                  </a:cubicBezTo>
                  <a:cubicBezTo>
                    <a:pt x="298" y="440"/>
                    <a:pt x="295" y="438"/>
                    <a:pt x="293" y="438"/>
                  </a:cubicBezTo>
                  <a:cubicBezTo>
                    <a:pt x="290" y="438"/>
                    <a:pt x="287" y="440"/>
                    <a:pt x="287" y="443"/>
                  </a:cubicBezTo>
                  <a:cubicBezTo>
                    <a:pt x="287" y="469"/>
                    <a:pt x="287" y="469"/>
                    <a:pt x="287" y="469"/>
                  </a:cubicBezTo>
                  <a:cubicBezTo>
                    <a:pt x="220" y="469"/>
                    <a:pt x="220" y="469"/>
                    <a:pt x="220" y="469"/>
                  </a:cubicBezTo>
                  <a:cubicBezTo>
                    <a:pt x="192" y="357"/>
                    <a:pt x="192" y="357"/>
                    <a:pt x="192" y="357"/>
                  </a:cubicBezTo>
                  <a:cubicBezTo>
                    <a:pt x="200" y="356"/>
                    <a:pt x="207" y="349"/>
                    <a:pt x="205" y="340"/>
                  </a:cubicBezTo>
                  <a:cubicBezTo>
                    <a:pt x="199" y="318"/>
                    <a:pt x="199" y="318"/>
                    <a:pt x="199" y="318"/>
                  </a:cubicBezTo>
                  <a:cubicBezTo>
                    <a:pt x="198" y="312"/>
                    <a:pt x="192" y="308"/>
                    <a:pt x="186" y="308"/>
                  </a:cubicBezTo>
                  <a:cubicBezTo>
                    <a:pt x="174" y="308"/>
                    <a:pt x="174" y="308"/>
                    <a:pt x="174" y="308"/>
                  </a:cubicBezTo>
                  <a:cubicBezTo>
                    <a:pt x="167" y="308"/>
                    <a:pt x="162" y="312"/>
                    <a:pt x="161" y="318"/>
                  </a:cubicBezTo>
                  <a:cubicBezTo>
                    <a:pt x="155" y="340"/>
                    <a:pt x="155" y="340"/>
                    <a:pt x="155" y="340"/>
                  </a:cubicBezTo>
                  <a:cubicBezTo>
                    <a:pt x="153" y="349"/>
                    <a:pt x="159" y="356"/>
                    <a:pt x="168" y="357"/>
                  </a:cubicBezTo>
                  <a:cubicBezTo>
                    <a:pt x="140" y="469"/>
                    <a:pt x="140" y="469"/>
                    <a:pt x="140" y="469"/>
                  </a:cubicBezTo>
                  <a:cubicBezTo>
                    <a:pt x="71" y="469"/>
                    <a:pt x="71" y="469"/>
                    <a:pt x="71" y="469"/>
                  </a:cubicBezTo>
                  <a:cubicBezTo>
                    <a:pt x="71" y="443"/>
                    <a:pt x="71" y="443"/>
                    <a:pt x="71" y="443"/>
                  </a:cubicBezTo>
                  <a:cubicBezTo>
                    <a:pt x="71" y="440"/>
                    <a:pt x="69" y="438"/>
                    <a:pt x="66" y="438"/>
                  </a:cubicBezTo>
                  <a:cubicBezTo>
                    <a:pt x="63" y="438"/>
                    <a:pt x="61" y="440"/>
                    <a:pt x="61" y="443"/>
                  </a:cubicBezTo>
                  <a:cubicBezTo>
                    <a:pt x="61" y="469"/>
                    <a:pt x="61" y="469"/>
                    <a:pt x="61" y="469"/>
                  </a:cubicBezTo>
                  <a:cubicBezTo>
                    <a:pt x="33" y="469"/>
                    <a:pt x="33" y="469"/>
                    <a:pt x="33" y="469"/>
                  </a:cubicBezTo>
                  <a:cubicBezTo>
                    <a:pt x="26" y="469"/>
                    <a:pt x="21" y="463"/>
                    <a:pt x="21" y="456"/>
                  </a:cubicBezTo>
                  <a:cubicBezTo>
                    <a:pt x="21" y="394"/>
                    <a:pt x="21" y="394"/>
                    <a:pt x="21" y="394"/>
                  </a:cubicBezTo>
                  <a:cubicBezTo>
                    <a:pt x="21" y="350"/>
                    <a:pt x="50" y="313"/>
                    <a:pt x="92" y="302"/>
                  </a:cubicBezTo>
                  <a:cubicBezTo>
                    <a:pt x="147" y="288"/>
                    <a:pt x="147" y="288"/>
                    <a:pt x="147" y="288"/>
                  </a:cubicBezTo>
                  <a:cubicBezTo>
                    <a:pt x="157" y="293"/>
                    <a:pt x="169" y="296"/>
                    <a:pt x="180" y="296"/>
                  </a:cubicBezTo>
                  <a:cubicBezTo>
                    <a:pt x="192" y="296"/>
                    <a:pt x="203" y="293"/>
                    <a:pt x="213" y="288"/>
                  </a:cubicBezTo>
                  <a:cubicBezTo>
                    <a:pt x="267" y="302"/>
                    <a:pt x="267" y="302"/>
                    <a:pt x="267" y="302"/>
                  </a:cubicBezTo>
                  <a:cubicBezTo>
                    <a:pt x="309" y="313"/>
                    <a:pt x="338" y="350"/>
                    <a:pt x="338" y="394"/>
                  </a:cubicBezTo>
                  <a:lnTo>
                    <a:pt x="338" y="45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2" name="Freeform 1931"/>
            <p:cNvSpPr>
              <a:spLocks/>
            </p:cNvSpPr>
            <p:nvPr/>
          </p:nvSpPr>
          <p:spPr bwMode="auto">
            <a:xfrm>
              <a:off x="3711576" y="4954587"/>
              <a:ext cx="95250" cy="53975"/>
            </a:xfrm>
            <a:custGeom>
              <a:avLst/>
              <a:gdLst>
                <a:gd name="T0" fmla="*/ 36 w 53"/>
                <a:gd name="T1" fmla="*/ 6 h 30"/>
                <a:gd name="T2" fmla="*/ 17 w 53"/>
                <a:gd name="T3" fmla="*/ 6 h 30"/>
                <a:gd name="T4" fmla="*/ 4 w 53"/>
                <a:gd name="T5" fmla="*/ 20 h 30"/>
                <a:gd name="T6" fmla="*/ 8 w 53"/>
                <a:gd name="T7" fmla="*/ 30 h 30"/>
                <a:gd name="T8" fmla="*/ 46 w 53"/>
                <a:gd name="T9" fmla="*/ 30 h 30"/>
                <a:gd name="T10" fmla="*/ 50 w 53"/>
                <a:gd name="T11" fmla="*/ 20 h 30"/>
                <a:gd name="T12" fmla="*/ 36 w 53"/>
                <a:gd name="T13" fmla="*/ 6 h 30"/>
              </a:gdLst>
              <a:ahLst/>
              <a:cxnLst>
                <a:cxn ang="0">
                  <a:pos x="T0" y="T1"/>
                </a:cxn>
                <a:cxn ang="0">
                  <a:pos x="T2" y="T3"/>
                </a:cxn>
                <a:cxn ang="0">
                  <a:pos x="T4" y="T5"/>
                </a:cxn>
                <a:cxn ang="0">
                  <a:pos x="T6" y="T7"/>
                </a:cxn>
                <a:cxn ang="0">
                  <a:pos x="T8" y="T9"/>
                </a:cxn>
                <a:cxn ang="0">
                  <a:pos x="T10" y="T11"/>
                </a:cxn>
                <a:cxn ang="0">
                  <a:pos x="T12" y="T13"/>
                </a:cxn>
              </a:cxnLst>
              <a:rect l="0" t="0" r="r" b="b"/>
              <a:pathLst>
                <a:path w="53" h="30">
                  <a:moveTo>
                    <a:pt x="36" y="6"/>
                  </a:moveTo>
                  <a:cubicBezTo>
                    <a:pt x="31" y="0"/>
                    <a:pt x="22" y="0"/>
                    <a:pt x="17" y="6"/>
                  </a:cubicBezTo>
                  <a:cubicBezTo>
                    <a:pt x="4" y="20"/>
                    <a:pt x="4" y="20"/>
                    <a:pt x="4" y="20"/>
                  </a:cubicBezTo>
                  <a:cubicBezTo>
                    <a:pt x="0" y="24"/>
                    <a:pt x="3" y="30"/>
                    <a:pt x="8" y="30"/>
                  </a:cubicBezTo>
                  <a:cubicBezTo>
                    <a:pt x="46" y="30"/>
                    <a:pt x="46" y="30"/>
                    <a:pt x="46" y="30"/>
                  </a:cubicBezTo>
                  <a:cubicBezTo>
                    <a:pt x="51" y="30"/>
                    <a:pt x="53" y="24"/>
                    <a:pt x="50" y="20"/>
                  </a:cubicBezTo>
                  <a:lnTo>
                    <a:pt x="36" y="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3" name="Freeform 1932"/>
            <p:cNvSpPr>
              <a:spLocks noEditPoints="1"/>
            </p:cNvSpPr>
            <p:nvPr/>
          </p:nvSpPr>
          <p:spPr bwMode="auto">
            <a:xfrm>
              <a:off x="3802064" y="4556125"/>
              <a:ext cx="231775" cy="88900"/>
            </a:xfrm>
            <a:custGeom>
              <a:avLst/>
              <a:gdLst>
                <a:gd name="T0" fmla="*/ 60 w 129"/>
                <a:gd name="T1" fmla="*/ 23 h 49"/>
                <a:gd name="T2" fmla="*/ 70 w 129"/>
                <a:gd name="T3" fmla="*/ 23 h 49"/>
                <a:gd name="T4" fmla="*/ 99 w 129"/>
                <a:gd name="T5" fmla="*/ 49 h 49"/>
                <a:gd name="T6" fmla="*/ 129 w 129"/>
                <a:gd name="T7" fmla="*/ 19 h 49"/>
                <a:gd name="T8" fmla="*/ 99 w 129"/>
                <a:gd name="T9" fmla="*/ 0 h 49"/>
                <a:gd name="T10" fmla="*/ 70 w 129"/>
                <a:gd name="T11" fmla="*/ 13 h 49"/>
                <a:gd name="T12" fmla="*/ 59 w 129"/>
                <a:gd name="T13" fmla="*/ 13 h 49"/>
                <a:gd name="T14" fmla="*/ 30 w 129"/>
                <a:gd name="T15" fmla="*/ 0 h 49"/>
                <a:gd name="T16" fmla="*/ 0 w 129"/>
                <a:gd name="T17" fmla="*/ 19 h 49"/>
                <a:gd name="T18" fmla="*/ 30 w 129"/>
                <a:gd name="T19" fmla="*/ 49 h 49"/>
                <a:gd name="T20" fmla="*/ 60 w 129"/>
                <a:gd name="T21" fmla="*/ 23 h 49"/>
                <a:gd name="T22" fmla="*/ 99 w 129"/>
                <a:gd name="T23" fmla="*/ 10 h 49"/>
                <a:gd name="T24" fmla="*/ 119 w 129"/>
                <a:gd name="T25" fmla="*/ 19 h 49"/>
                <a:gd name="T26" fmla="*/ 99 w 129"/>
                <a:gd name="T27" fmla="*/ 39 h 49"/>
                <a:gd name="T28" fmla="*/ 79 w 129"/>
                <a:gd name="T29" fmla="*/ 19 h 49"/>
                <a:gd name="T30" fmla="*/ 99 w 129"/>
                <a:gd name="T31" fmla="*/ 10 h 49"/>
                <a:gd name="T32" fmla="*/ 10 w 129"/>
                <a:gd name="T33" fmla="*/ 19 h 49"/>
                <a:gd name="T34" fmla="*/ 30 w 129"/>
                <a:gd name="T35" fmla="*/ 10 h 49"/>
                <a:gd name="T36" fmla="*/ 50 w 129"/>
                <a:gd name="T37" fmla="*/ 19 h 49"/>
                <a:gd name="T38" fmla="*/ 30 w 129"/>
                <a:gd name="T39" fmla="*/ 39 h 49"/>
                <a:gd name="T40" fmla="*/ 10 w 129"/>
                <a:gd name="T4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 h="49">
                  <a:moveTo>
                    <a:pt x="60" y="23"/>
                  </a:moveTo>
                  <a:cubicBezTo>
                    <a:pt x="70" y="23"/>
                    <a:pt x="70" y="23"/>
                    <a:pt x="70" y="23"/>
                  </a:cubicBezTo>
                  <a:cubicBezTo>
                    <a:pt x="71" y="38"/>
                    <a:pt x="84" y="49"/>
                    <a:pt x="99" y="49"/>
                  </a:cubicBezTo>
                  <a:cubicBezTo>
                    <a:pt x="116" y="49"/>
                    <a:pt x="129" y="36"/>
                    <a:pt x="129" y="19"/>
                  </a:cubicBezTo>
                  <a:cubicBezTo>
                    <a:pt x="129" y="0"/>
                    <a:pt x="112" y="0"/>
                    <a:pt x="99" y="0"/>
                  </a:cubicBezTo>
                  <a:cubicBezTo>
                    <a:pt x="88" y="0"/>
                    <a:pt x="74" y="0"/>
                    <a:pt x="70" y="13"/>
                  </a:cubicBezTo>
                  <a:cubicBezTo>
                    <a:pt x="59" y="13"/>
                    <a:pt x="59" y="13"/>
                    <a:pt x="59" y="13"/>
                  </a:cubicBezTo>
                  <a:cubicBezTo>
                    <a:pt x="55" y="0"/>
                    <a:pt x="41" y="0"/>
                    <a:pt x="30" y="0"/>
                  </a:cubicBezTo>
                  <a:cubicBezTo>
                    <a:pt x="17" y="0"/>
                    <a:pt x="0" y="0"/>
                    <a:pt x="0" y="19"/>
                  </a:cubicBezTo>
                  <a:cubicBezTo>
                    <a:pt x="0" y="36"/>
                    <a:pt x="14" y="49"/>
                    <a:pt x="30" y="49"/>
                  </a:cubicBezTo>
                  <a:cubicBezTo>
                    <a:pt x="45" y="49"/>
                    <a:pt x="58" y="38"/>
                    <a:pt x="60" y="23"/>
                  </a:cubicBezTo>
                  <a:moveTo>
                    <a:pt x="99" y="10"/>
                  </a:moveTo>
                  <a:cubicBezTo>
                    <a:pt x="116" y="10"/>
                    <a:pt x="119" y="12"/>
                    <a:pt x="119" y="19"/>
                  </a:cubicBezTo>
                  <a:cubicBezTo>
                    <a:pt x="119" y="30"/>
                    <a:pt x="110" y="39"/>
                    <a:pt x="99" y="39"/>
                  </a:cubicBezTo>
                  <a:cubicBezTo>
                    <a:pt x="88" y="39"/>
                    <a:pt x="79" y="30"/>
                    <a:pt x="79" y="19"/>
                  </a:cubicBezTo>
                  <a:cubicBezTo>
                    <a:pt x="79" y="12"/>
                    <a:pt x="83" y="10"/>
                    <a:pt x="99" y="10"/>
                  </a:cubicBezTo>
                  <a:moveTo>
                    <a:pt x="10" y="19"/>
                  </a:moveTo>
                  <a:cubicBezTo>
                    <a:pt x="10" y="12"/>
                    <a:pt x="13" y="10"/>
                    <a:pt x="30" y="10"/>
                  </a:cubicBezTo>
                  <a:cubicBezTo>
                    <a:pt x="46" y="10"/>
                    <a:pt x="50" y="12"/>
                    <a:pt x="50" y="19"/>
                  </a:cubicBezTo>
                  <a:cubicBezTo>
                    <a:pt x="50" y="30"/>
                    <a:pt x="41" y="39"/>
                    <a:pt x="30" y="39"/>
                  </a:cubicBezTo>
                  <a:cubicBezTo>
                    <a:pt x="19" y="39"/>
                    <a:pt x="10" y="30"/>
                    <a:pt x="10" y="19"/>
                  </a:cubicBezTo>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dirty="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1897851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TextBox 10"/>
          <p:cNvSpPr txBox="1"/>
          <p:nvPr/>
        </p:nvSpPr>
        <p:spPr>
          <a:xfrm>
            <a:off x="340978" y="4608174"/>
            <a:ext cx="11133191" cy="1384995"/>
          </a:xfrm>
          <a:prstGeom prst="rect">
            <a:avLst/>
          </a:prstGeom>
          <a:noFill/>
        </p:spPr>
        <p:txBody>
          <a:bodyPr wrap="square" rtlCol="0">
            <a:spAutoFit/>
          </a:bodyPr>
          <a:lstStyle/>
          <a:p>
            <a:pPr algn="ctr" fontAlgn="auto">
              <a:spcBef>
                <a:spcPts val="0"/>
              </a:spcBef>
              <a:spcAft>
                <a:spcPts val="0"/>
              </a:spcAft>
            </a:pPr>
            <a:r>
              <a:rPr lang="ar-SA" sz="2800" b="1" dirty="0"/>
              <a:t>لم تكن الحوسبة السحابية وليدة القرن الحادي والعشرين، فهي كفكرة ترجع إلى ستينيات القرن الماضي، وذلك عندما عبر " جون مكارثي " الأستاذ بجامعة ستانفورد عن الفكرة بقوله: "قد تنظم الحوسبة لكي تصبح خدمة عامة في يوم من الأيام"</a:t>
            </a:r>
            <a:endParaRPr lang="en-US" sz="2800" b="1" dirty="0">
              <a:solidFill>
                <a:prstClr val="black">
                  <a:lumMod val="75000"/>
                  <a:lumOff val="25000"/>
                </a:prstClr>
              </a:solidFill>
              <a:latin typeface="Lato" panose="020F0502020204030203" pitchFamily="34" charset="0"/>
            </a:endParaRPr>
          </a:p>
        </p:txBody>
      </p:sp>
      <p:sp>
        <p:nvSpPr>
          <p:cNvPr id="10" name="TextBox 9"/>
          <p:cNvSpPr txBox="1"/>
          <p:nvPr/>
        </p:nvSpPr>
        <p:spPr>
          <a:xfrm>
            <a:off x="0" y="2536003"/>
            <a:ext cx="12191999" cy="707886"/>
          </a:xfrm>
          <a:prstGeom prst="rect">
            <a:avLst/>
          </a:prstGeom>
          <a:noFill/>
        </p:spPr>
        <p:txBody>
          <a:bodyPr wrap="square" rtlCol="0">
            <a:spAutoFit/>
          </a:bodyPr>
          <a:lstStyle/>
          <a:p>
            <a:pPr algn="ctr" rtl="1" fontAlgn="auto">
              <a:spcBef>
                <a:spcPts val="0"/>
              </a:spcBef>
              <a:spcAft>
                <a:spcPts val="0"/>
              </a:spcAft>
            </a:pPr>
            <a:r>
              <a:rPr lang="ar-SA" sz="4000" b="1" dirty="0" smtClean="0">
                <a:solidFill>
                  <a:schemeClr val="bg1"/>
                </a:solidFill>
              </a:rPr>
              <a:t>أ- الحوسبة </a:t>
            </a:r>
            <a:r>
              <a:rPr lang="ar-SA" sz="4000" b="1" dirty="0">
                <a:solidFill>
                  <a:schemeClr val="bg1"/>
                </a:solidFill>
              </a:rPr>
              <a:t>السحابية </a:t>
            </a:r>
            <a:r>
              <a:rPr lang="en-US" sz="4000" b="1" dirty="0">
                <a:solidFill>
                  <a:schemeClr val="bg1"/>
                </a:solidFill>
              </a:rPr>
              <a:t>Cloud computing</a:t>
            </a:r>
            <a:endParaRPr lang="en-US" sz="4000" b="1" i="1" dirty="0">
              <a:solidFill>
                <a:schemeClr val="bg1"/>
              </a:solidFill>
              <a:latin typeface="Lato Light" panose="020F0302020204030203" pitchFamily="34" charset="0"/>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3190564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par>
                          <p:cTn id="24" fill="hold">
                            <p:stCondLst>
                              <p:cond delay="1250"/>
                            </p:stCondLst>
                            <p:childTnLst>
                              <p:par>
                                <p:cTn id="25" presetID="10" presetClass="entr" presetSubtype="0"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1" grpId="0"/>
      <p:bldP spid="10"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TextBox 10"/>
          <p:cNvSpPr txBox="1"/>
          <p:nvPr/>
        </p:nvSpPr>
        <p:spPr>
          <a:xfrm>
            <a:off x="1049380" y="4714788"/>
            <a:ext cx="10093238" cy="954107"/>
          </a:xfrm>
          <a:prstGeom prst="rect">
            <a:avLst/>
          </a:prstGeom>
          <a:noFill/>
        </p:spPr>
        <p:txBody>
          <a:bodyPr wrap="square" rtlCol="0">
            <a:spAutoFit/>
          </a:bodyPr>
          <a:lstStyle/>
          <a:p>
            <a:pPr algn="ctr" fontAlgn="auto">
              <a:spcBef>
                <a:spcPts val="0"/>
              </a:spcBef>
              <a:spcAft>
                <a:spcPts val="0"/>
              </a:spcAft>
            </a:pPr>
            <a:r>
              <a:rPr lang="ar-SA" sz="2800" b="1" dirty="0"/>
              <a:t>يعتمد عمل الحوسبة السحابية بشكل كبير على المستخدم الذي ربما يحتاج فقط إلى نظام التشغيل ومتصفح إنترنت لكي يرى ما يحدث من عمليات</a:t>
            </a:r>
            <a:endParaRPr lang="en-US" sz="2800" b="1" dirty="0">
              <a:solidFill>
                <a:prstClr val="black">
                  <a:lumMod val="75000"/>
                  <a:lumOff val="25000"/>
                </a:prstClr>
              </a:solidFill>
              <a:latin typeface="Lato" panose="020F0502020204030203" pitchFamily="34" charset="0"/>
            </a:endParaRPr>
          </a:p>
        </p:txBody>
      </p:sp>
      <p:sp>
        <p:nvSpPr>
          <p:cNvPr id="10" name="TextBox 9"/>
          <p:cNvSpPr txBox="1"/>
          <p:nvPr/>
        </p:nvSpPr>
        <p:spPr>
          <a:xfrm>
            <a:off x="0" y="2536003"/>
            <a:ext cx="12191999" cy="707886"/>
          </a:xfrm>
          <a:prstGeom prst="rect">
            <a:avLst/>
          </a:prstGeom>
          <a:noFill/>
        </p:spPr>
        <p:txBody>
          <a:bodyPr wrap="square" rtlCol="0">
            <a:spAutoFit/>
          </a:bodyPr>
          <a:lstStyle/>
          <a:p>
            <a:pPr algn="ctr" rtl="1" fontAlgn="auto">
              <a:spcBef>
                <a:spcPts val="0"/>
              </a:spcBef>
              <a:spcAft>
                <a:spcPts val="0"/>
              </a:spcAft>
            </a:pPr>
            <a:r>
              <a:rPr lang="ar-SA" sz="4000" b="1" dirty="0">
                <a:solidFill>
                  <a:schemeClr val="bg1"/>
                </a:solidFill>
              </a:rPr>
              <a:t>أ- الحوسبة السحابية </a:t>
            </a:r>
            <a:r>
              <a:rPr lang="en-US" sz="4000" b="1" dirty="0">
                <a:solidFill>
                  <a:schemeClr val="bg1"/>
                </a:solidFill>
              </a:rPr>
              <a:t>Cloud computing</a:t>
            </a:r>
            <a:endParaRPr lang="en-US" sz="4000" b="1" i="1" dirty="0">
              <a:solidFill>
                <a:schemeClr val="bg1"/>
              </a:solidFill>
              <a:latin typeface="Lato Light" panose="020F0302020204030203" pitchFamily="34" charset="0"/>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1145532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par>
                          <p:cTn id="24" fill="hold">
                            <p:stCondLst>
                              <p:cond delay="1250"/>
                            </p:stCondLst>
                            <p:childTnLst>
                              <p:par>
                                <p:cTn id="25" presetID="10" presetClass="entr" presetSubtype="0"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1" grpId="0"/>
      <p:bldP spid="10"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6086669" y="987211"/>
            <a:ext cx="6526306" cy="2822938"/>
          </a:xfrm>
          <a:prstGeom prst="hexagon">
            <a:avLst/>
          </a:prstGeom>
          <a:solidFill>
            <a:srgbClr val="0160A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6568751" y="1901793"/>
            <a:ext cx="5623249" cy="954107"/>
          </a:xfrm>
          <a:prstGeom prst="rect">
            <a:avLst/>
          </a:prstGeom>
          <a:noFill/>
        </p:spPr>
        <p:txBody>
          <a:bodyPr wrap="square" rtlCol="0">
            <a:spAutoFit/>
          </a:bodyPr>
          <a:lstStyle/>
          <a:p>
            <a:pPr marL="514350" indent="-514350" algn="ctr" rtl="1" fontAlgn="auto">
              <a:spcBef>
                <a:spcPts val="0"/>
              </a:spcBef>
              <a:spcAft>
                <a:spcPts val="0"/>
              </a:spcAft>
              <a:buFont typeface="+mj-lt"/>
              <a:buAutoNum type="arabicPeriod"/>
            </a:pPr>
            <a:r>
              <a:rPr lang="ar-SA" sz="2800" b="1" dirty="0">
                <a:solidFill>
                  <a:schemeClr val="bg1"/>
                </a:solidFill>
              </a:rPr>
              <a:t>ما المقصود بالحوسبة </a:t>
            </a:r>
            <a:r>
              <a:rPr lang="ar-SA" sz="2800" b="1" dirty="0" smtClean="0">
                <a:solidFill>
                  <a:schemeClr val="bg1"/>
                </a:solidFill>
              </a:rPr>
              <a:t>السحابية</a:t>
            </a:r>
          </a:p>
          <a:p>
            <a:pPr algn="ctr" rtl="1" fontAlgn="auto">
              <a:spcBef>
                <a:spcPts val="0"/>
              </a:spcBef>
              <a:spcAft>
                <a:spcPts val="0"/>
              </a:spcAft>
            </a:pPr>
            <a:r>
              <a:rPr lang="en-US" sz="2800" b="1" dirty="0" smtClean="0">
                <a:solidFill>
                  <a:schemeClr val="bg1"/>
                </a:solidFill>
              </a:rPr>
              <a:t>Cloud </a:t>
            </a:r>
            <a:r>
              <a:rPr lang="en-US" sz="2800" b="1" dirty="0">
                <a:solidFill>
                  <a:schemeClr val="bg1"/>
                </a:solidFill>
              </a:rPr>
              <a:t>computing </a:t>
            </a:r>
            <a:r>
              <a:rPr lang="ar-SA" sz="2800" b="1" dirty="0">
                <a:solidFill>
                  <a:schemeClr val="bg1"/>
                </a:solidFill>
              </a:rPr>
              <a:t>؟</a:t>
            </a:r>
            <a:endParaRPr lang="en-US" sz="28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9" name="Group 8"/>
          <p:cNvGrpSpPr/>
          <p:nvPr/>
        </p:nvGrpSpPr>
        <p:grpSpPr>
          <a:xfrm>
            <a:off x="2445396" y="523842"/>
            <a:ext cx="1897063" cy="3749675"/>
            <a:chOff x="5075238" y="1525588"/>
            <a:chExt cx="1897063" cy="3749675"/>
          </a:xfrm>
        </p:grpSpPr>
        <p:sp>
          <p:nvSpPr>
            <p:cNvPr id="10" name="AutoShape 3"/>
            <p:cNvSpPr>
              <a:spLocks noChangeAspect="1" noChangeArrowheads="1" noTextEdit="1"/>
            </p:cNvSpPr>
            <p:nvPr/>
          </p:nvSpPr>
          <p:spPr bwMode="auto">
            <a:xfrm>
              <a:off x="5091113" y="1525588"/>
              <a:ext cx="1866900" cy="374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11" name="Freeform 10"/>
            <p:cNvSpPr>
              <a:spLocks/>
            </p:cNvSpPr>
            <p:nvPr/>
          </p:nvSpPr>
          <p:spPr bwMode="auto">
            <a:xfrm>
              <a:off x="5251451" y="4984751"/>
              <a:ext cx="1512888" cy="288925"/>
            </a:xfrm>
            <a:custGeom>
              <a:avLst/>
              <a:gdLst>
                <a:gd name="T0" fmla="*/ 505 w 931"/>
                <a:gd name="T1" fmla="*/ 0 h 178"/>
                <a:gd name="T2" fmla="*/ 385 w 931"/>
                <a:gd name="T3" fmla="*/ 3 h 178"/>
                <a:gd name="T4" fmla="*/ 304 w 931"/>
                <a:gd name="T5" fmla="*/ 12 h 178"/>
                <a:gd name="T6" fmla="*/ 270 w 931"/>
                <a:gd name="T7" fmla="*/ 16 h 178"/>
                <a:gd name="T8" fmla="*/ 106 w 931"/>
                <a:gd name="T9" fmla="*/ 34 h 178"/>
                <a:gd name="T10" fmla="*/ 37 w 931"/>
                <a:gd name="T11" fmla="*/ 133 h 178"/>
                <a:gd name="T12" fmla="*/ 144 w 931"/>
                <a:gd name="T13" fmla="*/ 165 h 178"/>
                <a:gd name="T14" fmla="*/ 248 w 931"/>
                <a:gd name="T15" fmla="*/ 170 h 178"/>
                <a:gd name="T16" fmla="*/ 342 w 931"/>
                <a:gd name="T17" fmla="*/ 169 h 178"/>
                <a:gd name="T18" fmla="*/ 352 w 931"/>
                <a:gd name="T19" fmla="*/ 168 h 178"/>
                <a:gd name="T20" fmla="*/ 549 w 931"/>
                <a:gd name="T21" fmla="*/ 177 h 178"/>
                <a:gd name="T22" fmla="*/ 641 w 931"/>
                <a:gd name="T23" fmla="*/ 178 h 178"/>
                <a:gd name="T24" fmla="*/ 758 w 931"/>
                <a:gd name="T25" fmla="*/ 175 h 178"/>
                <a:gd name="T26" fmla="*/ 868 w 931"/>
                <a:gd name="T27" fmla="*/ 161 h 178"/>
                <a:gd name="T28" fmla="*/ 921 w 931"/>
                <a:gd name="T29" fmla="*/ 117 h 178"/>
                <a:gd name="T30" fmla="*/ 893 w 931"/>
                <a:gd name="T31" fmla="*/ 47 h 178"/>
                <a:gd name="T32" fmla="*/ 747 w 931"/>
                <a:gd name="T33" fmla="*/ 11 h 178"/>
                <a:gd name="T34" fmla="*/ 519 w 931"/>
                <a:gd name="T35" fmla="*/ 1 h 178"/>
                <a:gd name="T36" fmla="*/ 505 w 931"/>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1" h="178">
                  <a:moveTo>
                    <a:pt x="505" y="0"/>
                  </a:moveTo>
                  <a:cubicBezTo>
                    <a:pt x="465" y="0"/>
                    <a:pt x="425" y="2"/>
                    <a:pt x="385" y="3"/>
                  </a:cubicBezTo>
                  <a:cubicBezTo>
                    <a:pt x="359" y="5"/>
                    <a:pt x="331" y="7"/>
                    <a:pt x="304" y="12"/>
                  </a:cubicBezTo>
                  <a:cubicBezTo>
                    <a:pt x="292" y="13"/>
                    <a:pt x="281" y="15"/>
                    <a:pt x="270" y="16"/>
                  </a:cubicBezTo>
                  <a:cubicBezTo>
                    <a:pt x="215" y="22"/>
                    <a:pt x="159" y="18"/>
                    <a:pt x="106" y="34"/>
                  </a:cubicBezTo>
                  <a:cubicBezTo>
                    <a:pt x="64" y="47"/>
                    <a:pt x="0" y="82"/>
                    <a:pt x="37" y="133"/>
                  </a:cubicBezTo>
                  <a:cubicBezTo>
                    <a:pt x="57" y="162"/>
                    <a:pt x="113" y="162"/>
                    <a:pt x="144" y="165"/>
                  </a:cubicBezTo>
                  <a:cubicBezTo>
                    <a:pt x="179" y="169"/>
                    <a:pt x="213" y="170"/>
                    <a:pt x="248" y="170"/>
                  </a:cubicBezTo>
                  <a:cubicBezTo>
                    <a:pt x="279" y="170"/>
                    <a:pt x="311" y="169"/>
                    <a:pt x="342" y="169"/>
                  </a:cubicBezTo>
                  <a:cubicBezTo>
                    <a:pt x="345" y="169"/>
                    <a:pt x="349" y="168"/>
                    <a:pt x="352" y="168"/>
                  </a:cubicBezTo>
                  <a:cubicBezTo>
                    <a:pt x="418" y="168"/>
                    <a:pt x="483" y="174"/>
                    <a:pt x="549" y="177"/>
                  </a:cubicBezTo>
                  <a:cubicBezTo>
                    <a:pt x="580" y="178"/>
                    <a:pt x="611" y="178"/>
                    <a:pt x="641" y="178"/>
                  </a:cubicBezTo>
                  <a:cubicBezTo>
                    <a:pt x="680" y="178"/>
                    <a:pt x="719" y="177"/>
                    <a:pt x="758" y="175"/>
                  </a:cubicBezTo>
                  <a:cubicBezTo>
                    <a:pt x="794" y="173"/>
                    <a:pt x="833" y="172"/>
                    <a:pt x="868" y="161"/>
                  </a:cubicBezTo>
                  <a:cubicBezTo>
                    <a:pt x="891" y="154"/>
                    <a:pt x="912" y="142"/>
                    <a:pt x="921" y="117"/>
                  </a:cubicBezTo>
                  <a:cubicBezTo>
                    <a:pt x="931" y="90"/>
                    <a:pt x="914" y="63"/>
                    <a:pt x="893" y="47"/>
                  </a:cubicBezTo>
                  <a:cubicBezTo>
                    <a:pt x="855" y="16"/>
                    <a:pt x="793" y="15"/>
                    <a:pt x="747" y="11"/>
                  </a:cubicBezTo>
                  <a:cubicBezTo>
                    <a:pt x="671" y="5"/>
                    <a:pt x="595" y="1"/>
                    <a:pt x="519" y="1"/>
                  </a:cubicBezTo>
                  <a:cubicBezTo>
                    <a:pt x="514" y="0"/>
                    <a:pt x="510" y="0"/>
                    <a:pt x="505" y="0"/>
                  </a:cubicBezTo>
                </a:path>
              </a:pathLst>
            </a:custGeom>
            <a:solidFill>
              <a:srgbClr val="E7E6E6">
                <a:lumMod val="90000"/>
              </a:srgbClr>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12" name="Freeform 11"/>
            <p:cNvSpPr>
              <a:spLocks/>
            </p:cNvSpPr>
            <p:nvPr/>
          </p:nvSpPr>
          <p:spPr bwMode="auto">
            <a:xfrm>
              <a:off x="5235576" y="2057401"/>
              <a:ext cx="1484313" cy="1423988"/>
            </a:xfrm>
            <a:custGeom>
              <a:avLst/>
              <a:gdLst>
                <a:gd name="T0" fmla="*/ 878 w 913"/>
                <a:gd name="T1" fmla="*/ 747 h 878"/>
                <a:gd name="T2" fmla="*/ 881 w 913"/>
                <a:gd name="T3" fmla="*/ 746 h 878"/>
                <a:gd name="T4" fmla="*/ 809 w 913"/>
                <a:gd name="T5" fmla="*/ 247 h 878"/>
                <a:gd name="T6" fmla="*/ 135 w 913"/>
                <a:gd name="T7" fmla="*/ 225 h 878"/>
                <a:gd name="T8" fmla="*/ 77 w 913"/>
                <a:gd name="T9" fmla="*/ 772 h 878"/>
                <a:gd name="T10" fmla="*/ 78 w 913"/>
                <a:gd name="T11" fmla="*/ 772 h 878"/>
                <a:gd name="T12" fmla="*/ 878 w 913"/>
                <a:gd name="T13" fmla="*/ 747 h 878"/>
              </a:gdLst>
              <a:ahLst/>
              <a:cxnLst>
                <a:cxn ang="0">
                  <a:pos x="T0" y="T1"/>
                </a:cxn>
                <a:cxn ang="0">
                  <a:pos x="T2" y="T3"/>
                </a:cxn>
                <a:cxn ang="0">
                  <a:pos x="T4" y="T5"/>
                </a:cxn>
                <a:cxn ang="0">
                  <a:pos x="T6" y="T7"/>
                </a:cxn>
                <a:cxn ang="0">
                  <a:pos x="T8" y="T9"/>
                </a:cxn>
                <a:cxn ang="0">
                  <a:pos x="T10" y="T11"/>
                </a:cxn>
                <a:cxn ang="0">
                  <a:pos x="T12" y="T13"/>
                </a:cxn>
              </a:cxnLst>
              <a:rect l="0" t="0" r="r" b="b"/>
              <a:pathLst>
                <a:path w="913" h="878">
                  <a:moveTo>
                    <a:pt x="878" y="747"/>
                  </a:moveTo>
                  <a:cubicBezTo>
                    <a:pt x="880" y="746"/>
                    <a:pt x="881" y="746"/>
                    <a:pt x="881" y="746"/>
                  </a:cubicBezTo>
                  <a:cubicBezTo>
                    <a:pt x="913" y="526"/>
                    <a:pt x="881" y="350"/>
                    <a:pt x="809" y="247"/>
                  </a:cubicBezTo>
                  <a:cubicBezTo>
                    <a:pt x="636" y="0"/>
                    <a:pt x="253" y="67"/>
                    <a:pt x="135" y="225"/>
                  </a:cubicBezTo>
                  <a:cubicBezTo>
                    <a:pt x="0" y="407"/>
                    <a:pt x="77" y="772"/>
                    <a:pt x="77" y="772"/>
                  </a:cubicBezTo>
                  <a:cubicBezTo>
                    <a:pt x="77" y="772"/>
                    <a:pt x="78" y="772"/>
                    <a:pt x="78" y="772"/>
                  </a:cubicBezTo>
                  <a:cubicBezTo>
                    <a:pt x="467" y="878"/>
                    <a:pt x="841" y="759"/>
                    <a:pt x="878" y="747"/>
                  </a:cubicBezTo>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13" name="Freeform 12"/>
            <p:cNvSpPr>
              <a:spLocks/>
            </p:cNvSpPr>
            <p:nvPr/>
          </p:nvSpPr>
          <p:spPr bwMode="auto">
            <a:xfrm>
              <a:off x="5303838" y="2071688"/>
              <a:ext cx="1379538" cy="1041400"/>
            </a:xfrm>
            <a:custGeom>
              <a:avLst/>
              <a:gdLst>
                <a:gd name="T0" fmla="*/ 12 w 849"/>
                <a:gd name="T1" fmla="*/ 548 h 642"/>
                <a:gd name="T2" fmla="*/ 78 w 849"/>
                <a:gd name="T3" fmla="*/ 529 h 642"/>
                <a:gd name="T4" fmla="*/ 83 w 849"/>
                <a:gd name="T5" fmla="*/ 639 h 642"/>
                <a:gd name="T6" fmla="*/ 133 w 849"/>
                <a:gd name="T7" fmla="*/ 642 h 642"/>
                <a:gd name="T8" fmla="*/ 133 w 849"/>
                <a:gd name="T9" fmla="*/ 461 h 642"/>
                <a:gd name="T10" fmla="*/ 162 w 849"/>
                <a:gd name="T11" fmla="*/ 252 h 642"/>
                <a:gd name="T12" fmla="*/ 439 w 849"/>
                <a:gd name="T13" fmla="*/ 252 h 642"/>
                <a:gd name="T14" fmla="*/ 686 w 849"/>
                <a:gd name="T15" fmla="*/ 252 h 642"/>
                <a:gd name="T16" fmla="*/ 752 w 849"/>
                <a:gd name="T17" fmla="*/ 456 h 642"/>
                <a:gd name="T18" fmla="*/ 758 w 849"/>
                <a:gd name="T19" fmla="*/ 613 h 642"/>
                <a:gd name="T20" fmla="*/ 792 w 849"/>
                <a:gd name="T21" fmla="*/ 613 h 642"/>
                <a:gd name="T22" fmla="*/ 849 w 849"/>
                <a:gd name="T23" fmla="*/ 503 h 642"/>
                <a:gd name="T24" fmla="*/ 828 w 849"/>
                <a:gd name="T25" fmla="*/ 254 h 642"/>
                <a:gd name="T26" fmla="*/ 707 w 849"/>
                <a:gd name="T27" fmla="*/ 45 h 642"/>
                <a:gd name="T28" fmla="*/ 664 w 849"/>
                <a:gd name="T29" fmla="*/ 46 h 642"/>
                <a:gd name="T30" fmla="*/ 620 w 849"/>
                <a:gd name="T31" fmla="*/ 45 h 642"/>
                <a:gd name="T32" fmla="*/ 503 w 849"/>
                <a:gd name="T33" fmla="*/ 1 h 642"/>
                <a:gd name="T34" fmla="*/ 443 w 849"/>
                <a:gd name="T35" fmla="*/ 11 h 642"/>
                <a:gd name="T36" fmla="*/ 366 w 849"/>
                <a:gd name="T37" fmla="*/ 20 h 642"/>
                <a:gd name="T38" fmla="*/ 247 w 849"/>
                <a:gd name="T39" fmla="*/ 13 h 642"/>
                <a:gd name="T40" fmla="*/ 147 w 849"/>
                <a:gd name="T41" fmla="*/ 105 h 642"/>
                <a:gd name="T42" fmla="*/ 64 w 849"/>
                <a:gd name="T43" fmla="*/ 150 h 642"/>
                <a:gd name="T44" fmla="*/ 22 w 849"/>
                <a:gd name="T45" fmla="*/ 307 h 642"/>
                <a:gd name="T46" fmla="*/ 12 w 849"/>
                <a:gd name="T47" fmla="*/ 54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9" h="642">
                  <a:moveTo>
                    <a:pt x="12" y="548"/>
                  </a:moveTo>
                  <a:cubicBezTo>
                    <a:pt x="12" y="548"/>
                    <a:pt x="38" y="495"/>
                    <a:pt x="78" y="529"/>
                  </a:cubicBezTo>
                  <a:cubicBezTo>
                    <a:pt x="119" y="563"/>
                    <a:pt x="83" y="639"/>
                    <a:pt x="83" y="639"/>
                  </a:cubicBezTo>
                  <a:cubicBezTo>
                    <a:pt x="133" y="642"/>
                    <a:pt x="133" y="642"/>
                    <a:pt x="133" y="642"/>
                  </a:cubicBezTo>
                  <a:cubicBezTo>
                    <a:pt x="133" y="642"/>
                    <a:pt x="154" y="535"/>
                    <a:pt x="133" y="461"/>
                  </a:cubicBezTo>
                  <a:cubicBezTo>
                    <a:pt x="113" y="386"/>
                    <a:pt x="115" y="299"/>
                    <a:pt x="162" y="252"/>
                  </a:cubicBezTo>
                  <a:cubicBezTo>
                    <a:pt x="209" y="205"/>
                    <a:pt x="277" y="252"/>
                    <a:pt x="439" y="252"/>
                  </a:cubicBezTo>
                  <a:cubicBezTo>
                    <a:pt x="601" y="252"/>
                    <a:pt x="622" y="194"/>
                    <a:pt x="686" y="252"/>
                  </a:cubicBezTo>
                  <a:cubicBezTo>
                    <a:pt x="750" y="309"/>
                    <a:pt x="758" y="394"/>
                    <a:pt x="752" y="456"/>
                  </a:cubicBezTo>
                  <a:cubicBezTo>
                    <a:pt x="745" y="518"/>
                    <a:pt x="758" y="613"/>
                    <a:pt x="758" y="613"/>
                  </a:cubicBezTo>
                  <a:cubicBezTo>
                    <a:pt x="792" y="613"/>
                    <a:pt x="792" y="613"/>
                    <a:pt x="792" y="613"/>
                  </a:cubicBezTo>
                  <a:cubicBezTo>
                    <a:pt x="792" y="613"/>
                    <a:pt x="769" y="458"/>
                    <a:pt x="849" y="503"/>
                  </a:cubicBezTo>
                  <a:cubicBezTo>
                    <a:pt x="849" y="503"/>
                    <a:pt x="828" y="329"/>
                    <a:pt x="828" y="254"/>
                  </a:cubicBezTo>
                  <a:cubicBezTo>
                    <a:pt x="828" y="162"/>
                    <a:pt x="784" y="67"/>
                    <a:pt x="707" y="45"/>
                  </a:cubicBezTo>
                  <a:cubicBezTo>
                    <a:pt x="692" y="41"/>
                    <a:pt x="678" y="43"/>
                    <a:pt x="664" y="46"/>
                  </a:cubicBezTo>
                  <a:cubicBezTo>
                    <a:pt x="649" y="48"/>
                    <a:pt x="634" y="51"/>
                    <a:pt x="620" y="45"/>
                  </a:cubicBezTo>
                  <a:cubicBezTo>
                    <a:pt x="578" y="30"/>
                    <a:pt x="538" y="2"/>
                    <a:pt x="503" y="1"/>
                  </a:cubicBezTo>
                  <a:cubicBezTo>
                    <a:pt x="476" y="0"/>
                    <a:pt x="459" y="5"/>
                    <a:pt x="443" y="11"/>
                  </a:cubicBezTo>
                  <a:cubicBezTo>
                    <a:pt x="424" y="18"/>
                    <a:pt x="405" y="24"/>
                    <a:pt x="366" y="20"/>
                  </a:cubicBezTo>
                  <a:cubicBezTo>
                    <a:pt x="347" y="18"/>
                    <a:pt x="290" y="1"/>
                    <a:pt x="247" y="13"/>
                  </a:cubicBezTo>
                  <a:cubicBezTo>
                    <a:pt x="205" y="26"/>
                    <a:pt x="179" y="92"/>
                    <a:pt x="147" y="105"/>
                  </a:cubicBezTo>
                  <a:cubicBezTo>
                    <a:pt x="115" y="118"/>
                    <a:pt x="100" y="107"/>
                    <a:pt x="64" y="150"/>
                  </a:cubicBezTo>
                  <a:cubicBezTo>
                    <a:pt x="29" y="192"/>
                    <a:pt x="25" y="284"/>
                    <a:pt x="22" y="307"/>
                  </a:cubicBezTo>
                  <a:cubicBezTo>
                    <a:pt x="20" y="331"/>
                    <a:pt x="0" y="492"/>
                    <a:pt x="12" y="548"/>
                  </a:cubicBezTo>
                </a:path>
              </a:pathLst>
            </a:custGeom>
            <a:solidFill>
              <a:srgbClr val="BC85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14" name="Freeform 13"/>
            <p:cNvSpPr>
              <a:spLocks/>
            </p:cNvSpPr>
            <p:nvPr/>
          </p:nvSpPr>
          <p:spPr bwMode="auto">
            <a:xfrm>
              <a:off x="5922963" y="2852738"/>
              <a:ext cx="177800" cy="263525"/>
            </a:xfrm>
            <a:custGeom>
              <a:avLst/>
              <a:gdLst>
                <a:gd name="T0" fmla="*/ 56 w 109"/>
                <a:gd name="T1" fmla="*/ 0 h 162"/>
                <a:gd name="T2" fmla="*/ 32 w 109"/>
                <a:gd name="T3" fmla="*/ 136 h 162"/>
                <a:gd name="T4" fmla="*/ 100 w 109"/>
                <a:gd name="T5" fmla="*/ 121 h 162"/>
                <a:gd name="T6" fmla="*/ 56 w 109"/>
                <a:gd name="T7" fmla="*/ 0 h 162"/>
              </a:gdLst>
              <a:ahLst/>
              <a:cxnLst>
                <a:cxn ang="0">
                  <a:pos x="T0" y="T1"/>
                </a:cxn>
                <a:cxn ang="0">
                  <a:pos x="T2" y="T3"/>
                </a:cxn>
                <a:cxn ang="0">
                  <a:pos x="T4" y="T5"/>
                </a:cxn>
                <a:cxn ang="0">
                  <a:pos x="T6" y="T7"/>
                </a:cxn>
              </a:cxnLst>
              <a:rect l="0" t="0" r="r" b="b"/>
              <a:pathLst>
                <a:path w="109" h="162">
                  <a:moveTo>
                    <a:pt x="56" y="0"/>
                  </a:moveTo>
                  <a:cubicBezTo>
                    <a:pt x="56" y="0"/>
                    <a:pt x="0" y="111"/>
                    <a:pt x="32" y="136"/>
                  </a:cubicBezTo>
                  <a:cubicBezTo>
                    <a:pt x="64" y="162"/>
                    <a:pt x="92" y="145"/>
                    <a:pt x="100" y="121"/>
                  </a:cubicBezTo>
                  <a:cubicBezTo>
                    <a:pt x="109" y="98"/>
                    <a:pt x="56" y="0"/>
                    <a:pt x="56"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15" name="Freeform 14"/>
            <p:cNvSpPr>
              <a:spLocks/>
            </p:cNvSpPr>
            <p:nvPr/>
          </p:nvSpPr>
          <p:spPr bwMode="auto">
            <a:xfrm>
              <a:off x="5826126" y="2803526"/>
              <a:ext cx="92075" cy="92075"/>
            </a:xfrm>
            <a:custGeom>
              <a:avLst/>
              <a:gdLst>
                <a:gd name="T0" fmla="*/ 44 w 57"/>
                <a:gd name="T1" fmla="*/ 5 h 57"/>
                <a:gd name="T2" fmla="*/ 38 w 57"/>
                <a:gd name="T3" fmla="*/ 1 h 57"/>
                <a:gd name="T4" fmla="*/ 23 w 57"/>
                <a:gd name="T5" fmla="*/ 1 h 57"/>
                <a:gd name="T6" fmla="*/ 15 w 57"/>
                <a:gd name="T7" fmla="*/ 4 h 57"/>
                <a:gd name="T8" fmla="*/ 2 w 57"/>
                <a:gd name="T9" fmla="*/ 18 h 57"/>
                <a:gd name="T10" fmla="*/ 4 w 57"/>
                <a:gd name="T11" fmla="*/ 38 h 57"/>
                <a:gd name="T12" fmla="*/ 42 w 57"/>
                <a:gd name="T13" fmla="*/ 50 h 57"/>
                <a:gd name="T14" fmla="*/ 56 w 57"/>
                <a:gd name="T15" fmla="*/ 29 h 57"/>
                <a:gd name="T16" fmla="*/ 44 w 5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7">
                  <a:moveTo>
                    <a:pt x="44" y="5"/>
                  </a:moveTo>
                  <a:cubicBezTo>
                    <a:pt x="42" y="3"/>
                    <a:pt x="40" y="2"/>
                    <a:pt x="38" y="1"/>
                  </a:cubicBezTo>
                  <a:cubicBezTo>
                    <a:pt x="33" y="0"/>
                    <a:pt x="28" y="0"/>
                    <a:pt x="23" y="1"/>
                  </a:cubicBezTo>
                  <a:cubicBezTo>
                    <a:pt x="21" y="2"/>
                    <a:pt x="18" y="3"/>
                    <a:pt x="15" y="4"/>
                  </a:cubicBezTo>
                  <a:cubicBezTo>
                    <a:pt x="9" y="6"/>
                    <a:pt x="4" y="13"/>
                    <a:pt x="2" y="18"/>
                  </a:cubicBezTo>
                  <a:cubicBezTo>
                    <a:pt x="0" y="25"/>
                    <a:pt x="1" y="32"/>
                    <a:pt x="4" y="38"/>
                  </a:cubicBezTo>
                  <a:cubicBezTo>
                    <a:pt x="10" y="52"/>
                    <a:pt x="28" y="57"/>
                    <a:pt x="42" y="50"/>
                  </a:cubicBezTo>
                  <a:cubicBezTo>
                    <a:pt x="50" y="46"/>
                    <a:pt x="56" y="38"/>
                    <a:pt x="56" y="29"/>
                  </a:cubicBezTo>
                  <a:cubicBezTo>
                    <a:pt x="57" y="19"/>
                    <a:pt x="52" y="10"/>
                    <a:pt x="44" y="5"/>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16" name="Freeform 15"/>
            <p:cNvSpPr>
              <a:spLocks/>
            </p:cNvSpPr>
            <p:nvPr/>
          </p:nvSpPr>
          <p:spPr bwMode="auto">
            <a:xfrm>
              <a:off x="6091238" y="2813051"/>
              <a:ext cx="73025" cy="53975"/>
            </a:xfrm>
            <a:custGeom>
              <a:avLst/>
              <a:gdLst>
                <a:gd name="T0" fmla="*/ 23 w 44"/>
                <a:gd name="T1" fmla="*/ 0 h 33"/>
                <a:gd name="T2" fmla="*/ 21 w 44"/>
                <a:gd name="T3" fmla="*/ 33 h 33"/>
                <a:gd name="T4" fmla="*/ 23 w 44"/>
                <a:gd name="T5" fmla="*/ 0 h 33"/>
              </a:gdLst>
              <a:ahLst/>
              <a:cxnLst>
                <a:cxn ang="0">
                  <a:pos x="T0" y="T1"/>
                </a:cxn>
                <a:cxn ang="0">
                  <a:pos x="T2" y="T3"/>
                </a:cxn>
                <a:cxn ang="0">
                  <a:pos x="T4" y="T5"/>
                </a:cxn>
              </a:cxnLst>
              <a:rect l="0" t="0" r="r" b="b"/>
              <a:pathLst>
                <a:path w="44" h="33">
                  <a:moveTo>
                    <a:pt x="23" y="0"/>
                  </a:moveTo>
                  <a:cubicBezTo>
                    <a:pt x="2" y="0"/>
                    <a:pt x="0" y="33"/>
                    <a:pt x="21" y="33"/>
                  </a:cubicBezTo>
                  <a:cubicBezTo>
                    <a:pt x="42" y="33"/>
                    <a:pt x="44" y="0"/>
                    <a:pt x="23" y="0"/>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17" name="Freeform 16"/>
            <p:cNvSpPr>
              <a:spLocks/>
            </p:cNvSpPr>
            <p:nvPr/>
          </p:nvSpPr>
          <p:spPr bwMode="auto">
            <a:xfrm>
              <a:off x="6005513" y="3157538"/>
              <a:ext cx="52388" cy="93663"/>
            </a:xfrm>
            <a:custGeom>
              <a:avLst/>
              <a:gdLst>
                <a:gd name="T0" fmla="*/ 22 w 32"/>
                <a:gd name="T1" fmla="*/ 4 h 57"/>
                <a:gd name="T2" fmla="*/ 4 w 32"/>
                <a:gd name="T3" fmla="*/ 13 h 57"/>
                <a:gd name="T4" fmla="*/ 11 w 32"/>
                <a:gd name="T5" fmla="*/ 36 h 57"/>
                <a:gd name="T6" fmla="*/ 13 w 32"/>
                <a:gd name="T7" fmla="*/ 37 h 57"/>
                <a:gd name="T8" fmla="*/ 5 w 32"/>
                <a:gd name="T9" fmla="*/ 45 h 57"/>
                <a:gd name="T10" fmla="*/ 11 w 32"/>
                <a:gd name="T11" fmla="*/ 55 h 57"/>
                <a:gd name="T12" fmla="*/ 31 w 32"/>
                <a:gd name="T13" fmla="*/ 30 h 57"/>
                <a:gd name="T14" fmla="*/ 22 w 32"/>
                <a:gd name="T15" fmla="*/ 4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7">
                  <a:moveTo>
                    <a:pt x="22" y="4"/>
                  </a:moveTo>
                  <a:cubicBezTo>
                    <a:pt x="14" y="0"/>
                    <a:pt x="7" y="5"/>
                    <a:pt x="4" y="13"/>
                  </a:cubicBezTo>
                  <a:cubicBezTo>
                    <a:pt x="1" y="21"/>
                    <a:pt x="4" y="32"/>
                    <a:pt x="11" y="36"/>
                  </a:cubicBezTo>
                  <a:cubicBezTo>
                    <a:pt x="12" y="37"/>
                    <a:pt x="12" y="37"/>
                    <a:pt x="13" y="37"/>
                  </a:cubicBezTo>
                  <a:cubicBezTo>
                    <a:pt x="11" y="40"/>
                    <a:pt x="8" y="43"/>
                    <a:pt x="5" y="45"/>
                  </a:cubicBezTo>
                  <a:cubicBezTo>
                    <a:pt x="0" y="50"/>
                    <a:pt x="6" y="57"/>
                    <a:pt x="11" y="55"/>
                  </a:cubicBezTo>
                  <a:cubicBezTo>
                    <a:pt x="22" y="51"/>
                    <a:pt x="29" y="41"/>
                    <a:pt x="31" y="30"/>
                  </a:cubicBezTo>
                  <a:cubicBezTo>
                    <a:pt x="32" y="22"/>
                    <a:pt x="31" y="8"/>
                    <a:pt x="22" y="4"/>
                  </a:cubicBezTo>
                  <a:close/>
                </a:path>
              </a:pathLst>
            </a:custGeom>
            <a:solidFill>
              <a:srgbClr val="8337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18" name="Freeform 17"/>
            <p:cNvSpPr>
              <a:spLocks noEditPoints="1"/>
            </p:cNvSpPr>
            <p:nvPr/>
          </p:nvSpPr>
          <p:spPr bwMode="auto">
            <a:xfrm>
              <a:off x="5813426" y="2520951"/>
              <a:ext cx="358775" cy="209550"/>
            </a:xfrm>
            <a:custGeom>
              <a:avLst/>
              <a:gdLst>
                <a:gd name="T0" fmla="*/ 206 w 220"/>
                <a:gd name="T1" fmla="*/ 67 h 129"/>
                <a:gd name="T2" fmla="*/ 127 w 220"/>
                <a:gd name="T3" fmla="*/ 89 h 129"/>
                <a:gd name="T4" fmla="*/ 122 w 220"/>
                <a:gd name="T5" fmla="*/ 89 h 129"/>
                <a:gd name="T6" fmla="*/ 132 w 220"/>
                <a:gd name="T7" fmla="*/ 28 h 129"/>
                <a:gd name="T8" fmla="*/ 78 w 220"/>
                <a:gd name="T9" fmla="*/ 14 h 129"/>
                <a:gd name="T10" fmla="*/ 61 w 220"/>
                <a:gd name="T11" fmla="*/ 61 h 129"/>
                <a:gd name="T12" fmla="*/ 94 w 220"/>
                <a:gd name="T13" fmla="*/ 96 h 129"/>
                <a:gd name="T14" fmla="*/ 9 w 220"/>
                <a:gd name="T15" fmla="*/ 100 h 129"/>
                <a:gd name="T16" fmla="*/ 4 w 220"/>
                <a:gd name="T17" fmla="*/ 107 h 129"/>
                <a:gd name="T18" fmla="*/ 109 w 220"/>
                <a:gd name="T19" fmla="*/ 102 h 129"/>
                <a:gd name="T20" fmla="*/ 216 w 220"/>
                <a:gd name="T21" fmla="*/ 75 h 129"/>
                <a:gd name="T22" fmla="*/ 206 w 220"/>
                <a:gd name="T23" fmla="*/ 67 h 129"/>
                <a:gd name="T24" fmla="*/ 75 w 220"/>
                <a:gd name="T25" fmla="*/ 45 h 129"/>
                <a:gd name="T26" fmla="*/ 88 w 220"/>
                <a:gd name="T27" fmla="*/ 25 h 129"/>
                <a:gd name="T28" fmla="*/ 122 w 220"/>
                <a:gd name="T29" fmla="*/ 39 h 129"/>
                <a:gd name="T30" fmla="*/ 108 w 220"/>
                <a:gd name="T31" fmla="*/ 84 h 129"/>
                <a:gd name="T32" fmla="*/ 75 w 220"/>
                <a:gd name="T33" fmla="*/ 4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129">
                  <a:moveTo>
                    <a:pt x="206" y="67"/>
                  </a:moveTo>
                  <a:cubicBezTo>
                    <a:pt x="184" y="87"/>
                    <a:pt x="156" y="94"/>
                    <a:pt x="127" y="89"/>
                  </a:cubicBezTo>
                  <a:cubicBezTo>
                    <a:pt x="125" y="89"/>
                    <a:pt x="124" y="89"/>
                    <a:pt x="122" y="89"/>
                  </a:cubicBezTo>
                  <a:cubicBezTo>
                    <a:pt x="137" y="71"/>
                    <a:pt x="142" y="50"/>
                    <a:pt x="132" y="28"/>
                  </a:cubicBezTo>
                  <a:cubicBezTo>
                    <a:pt x="122" y="6"/>
                    <a:pt x="97" y="0"/>
                    <a:pt x="78" y="14"/>
                  </a:cubicBezTo>
                  <a:cubicBezTo>
                    <a:pt x="64" y="24"/>
                    <a:pt x="57" y="44"/>
                    <a:pt x="61" y="61"/>
                  </a:cubicBezTo>
                  <a:cubicBezTo>
                    <a:pt x="65" y="77"/>
                    <a:pt x="80" y="88"/>
                    <a:pt x="94" y="96"/>
                  </a:cubicBezTo>
                  <a:cubicBezTo>
                    <a:pt x="70" y="112"/>
                    <a:pt x="34" y="117"/>
                    <a:pt x="9" y="100"/>
                  </a:cubicBezTo>
                  <a:cubicBezTo>
                    <a:pt x="5" y="97"/>
                    <a:pt x="0" y="104"/>
                    <a:pt x="4" y="107"/>
                  </a:cubicBezTo>
                  <a:cubicBezTo>
                    <a:pt x="33" y="129"/>
                    <a:pt x="79" y="123"/>
                    <a:pt x="109" y="102"/>
                  </a:cubicBezTo>
                  <a:cubicBezTo>
                    <a:pt x="145" y="114"/>
                    <a:pt x="194" y="108"/>
                    <a:pt x="216" y="75"/>
                  </a:cubicBezTo>
                  <a:cubicBezTo>
                    <a:pt x="220" y="69"/>
                    <a:pt x="212" y="62"/>
                    <a:pt x="206" y="67"/>
                  </a:cubicBezTo>
                  <a:close/>
                  <a:moveTo>
                    <a:pt x="75" y="45"/>
                  </a:moveTo>
                  <a:cubicBezTo>
                    <a:pt x="77" y="37"/>
                    <a:pt x="82" y="30"/>
                    <a:pt x="88" y="25"/>
                  </a:cubicBezTo>
                  <a:cubicBezTo>
                    <a:pt x="102" y="11"/>
                    <a:pt x="116" y="28"/>
                    <a:pt x="122" y="39"/>
                  </a:cubicBezTo>
                  <a:cubicBezTo>
                    <a:pt x="129" y="55"/>
                    <a:pt x="119" y="73"/>
                    <a:pt x="108" y="84"/>
                  </a:cubicBezTo>
                  <a:cubicBezTo>
                    <a:pt x="89" y="78"/>
                    <a:pt x="71" y="64"/>
                    <a:pt x="7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19" name="Freeform 18"/>
            <p:cNvSpPr>
              <a:spLocks/>
            </p:cNvSpPr>
            <p:nvPr/>
          </p:nvSpPr>
          <p:spPr bwMode="auto">
            <a:xfrm>
              <a:off x="5568951" y="5072063"/>
              <a:ext cx="196850" cy="79375"/>
            </a:xfrm>
            <a:custGeom>
              <a:avLst/>
              <a:gdLst>
                <a:gd name="T0" fmla="*/ 67 w 121"/>
                <a:gd name="T1" fmla="*/ 4 h 49"/>
                <a:gd name="T2" fmla="*/ 33 w 121"/>
                <a:gd name="T3" fmla="*/ 7 h 49"/>
                <a:gd name="T4" fmla="*/ 8 w 121"/>
                <a:gd name="T5" fmla="*/ 21 h 49"/>
                <a:gd name="T6" fmla="*/ 39 w 121"/>
                <a:gd name="T7" fmla="*/ 48 h 49"/>
                <a:gd name="T8" fmla="*/ 93 w 121"/>
                <a:gd name="T9" fmla="*/ 40 h 49"/>
                <a:gd name="T10" fmla="*/ 112 w 121"/>
                <a:gd name="T11" fmla="*/ 0 h 49"/>
                <a:gd name="T12" fmla="*/ 67 w 121"/>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121" h="49">
                  <a:moveTo>
                    <a:pt x="67" y="4"/>
                  </a:moveTo>
                  <a:cubicBezTo>
                    <a:pt x="67" y="4"/>
                    <a:pt x="39" y="6"/>
                    <a:pt x="33" y="7"/>
                  </a:cubicBezTo>
                  <a:cubicBezTo>
                    <a:pt x="23" y="8"/>
                    <a:pt x="12" y="12"/>
                    <a:pt x="8" y="21"/>
                  </a:cubicBezTo>
                  <a:cubicBezTo>
                    <a:pt x="0" y="41"/>
                    <a:pt x="25" y="48"/>
                    <a:pt x="39" y="48"/>
                  </a:cubicBezTo>
                  <a:cubicBezTo>
                    <a:pt x="58" y="49"/>
                    <a:pt x="76" y="45"/>
                    <a:pt x="93" y="40"/>
                  </a:cubicBezTo>
                  <a:cubicBezTo>
                    <a:pt x="121" y="33"/>
                    <a:pt x="112" y="0"/>
                    <a:pt x="112" y="0"/>
                  </a:cubicBezTo>
                  <a:lnTo>
                    <a:pt x="67" y="4"/>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20" name="Freeform 19"/>
            <p:cNvSpPr>
              <a:spLocks/>
            </p:cNvSpPr>
            <p:nvPr/>
          </p:nvSpPr>
          <p:spPr bwMode="auto">
            <a:xfrm>
              <a:off x="6261101" y="5062538"/>
              <a:ext cx="209550" cy="85725"/>
            </a:xfrm>
            <a:custGeom>
              <a:avLst/>
              <a:gdLst>
                <a:gd name="T0" fmla="*/ 0 w 129"/>
                <a:gd name="T1" fmla="*/ 16 h 53"/>
                <a:gd name="T2" fmla="*/ 104 w 129"/>
                <a:gd name="T3" fmla="*/ 41 h 53"/>
                <a:gd name="T4" fmla="*/ 111 w 129"/>
                <a:gd name="T5" fmla="*/ 5 h 53"/>
                <a:gd name="T6" fmla="*/ 79 w 129"/>
                <a:gd name="T7" fmla="*/ 3 h 53"/>
                <a:gd name="T8" fmla="*/ 47 w 129"/>
                <a:gd name="T9" fmla="*/ 6 h 53"/>
                <a:gd name="T10" fmla="*/ 0 w 129"/>
                <a:gd name="T11" fmla="*/ 16 h 53"/>
              </a:gdLst>
              <a:ahLst/>
              <a:cxnLst>
                <a:cxn ang="0">
                  <a:pos x="T0" y="T1"/>
                </a:cxn>
                <a:cxn ang="0">
                  <a:pos x="T2" y="T3"/>
                </a:cxn>
                <a:cxn ang="0">
                  <a:pos x="T4" y="T5"/>
                </a:cxn>
                <a:cxn ang="0">
                  <a:pos x="T6" y="T7"/>
                </a:cxn>
                <a:cxn ang="0">
                  <a:pos x="T8" y="T9"/>
                </a:cxn>
                <a:cxn ang="0">
                  <a:pos x="T10" y="T11"/>
                </a:cxn>
              </a:cxnLst>
              <a:rect l="0" t="0" r="r" b="b"/>
              <a:pathLst>
                <a:path w="129" h="53">
                  <a:moveTo>
                    <a:pt x="0" y="16"/>
                  </a:moveTo>
                  <a:cubicBezTo>
                    <a:pt x="5" y="53"/>
                    <a:pt x="78" y="49"/>
                    <a:pt x="104" y="41"/>
                  </a:cubicBezTo>
                  <a:cubicBezTo>
                    <a:pt x="122" y="35"/>
                    <a:pt x="129" y="16"/>
                    <a:pt x="111" y="5"/>
                  </a:cubicBezTo>
                  <a:cubicBezTo>
                    <a:pt x="102" y="0"/>
                    <a:pt x="89" y="2"/>
                    <a:pt x="79" y="3"/>
                  </a:cubicBezTo>
                  <a:cubicBezTo>
                    <a:pt x="69" y="5"/>
                    <a:pt x="47" y="6"/>
                    <a:pt x="47" y="6"/>
                  </a:cubicBezTo>
                  <a:lnTo>
                    <a:pt x="0" y="16"/>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21" name="Freeform 20"/>
            <p:cNvSpPr>
              <a:spLocks/>
            </p:cNvSpPr>
            <p:nvPr/>
          </p:nvSpPr>
          <p:spPr bwMode="auto">
            <a:xfrm>
              <a:off x="5365751" y="4254501"/>
              <a:ext cx="1274763" cy="835025"/>
            </a:xfrm>
            <a:custGeom>
              <a:avLst/>
              <a:gdLst>
                <a:gd name="T0" fmla="*/ 785 w 785"/>
                <a:gd name="T1" fmla="*/ 2 h 515"/>
                <a:gd name="T2" fmla="*/ 772 w 785"/>
                <a:gd name="T3" fmla="*/ 0 h 515"/>
                <a:gd name="T4" fmla="*/ 2 w 785"/>
                <a:gd name="T5" fmla="*/ 0 h 515"/>
                <a:gd name="T6" fmla="*/ 0 w 785"/>
                <a:gd name="T7" fmla="*/ 4 h 515"/>
                <a:gd name="T8" fmla="*/ 165 w 785"/>
                <a:gd name="T9" fmla="*/ 128 h 515"/>
                <a:gd name="T10" fmla="*/ 167 w 785"/>
                <a:gd name="T11" fmla="*/ 271 h 515"/>
                <a:gd name="T12" fmla="*/ 191 w 785"/>
                <a:gd name="T13" fmla="*/ 502 h 515"/>
                <a:gd name="T14" fmla="*/ 192 w 785"/>
                <a:gd name="T15" fmla="*/ 509 h 515"/>
                <a:gd name="T16" fmla="*/ 237 w 785"/>
                <a:gd name="T17" fmla="*/ 505 h 515"/>
                <a:gd name="T18" fmla="*/ 237 w 785"/>
                <a:gd name="T19" fmla="*/ 498 h 515"/>
                <a:gd name="T20" fmla="*/ 237 w 785"/>
                <a:gd name="T21" fmla="*/ 295 h 515"/>
                <a:gd name="T22" fmla="*/ 263 w 785"/>
                <a:gd name="T23" fmla="*/ 162 h 515"/>
                <a:gd name="T24" fmla="*/ 497 w 785"/>
                <a:gd name="T25" fmla="*/ 161 h 515"/>
                <a:gd name="T26" fmla="*/ 538 w 785"/>
                <a:gd name="T27" fmla="*/ 339 h 515"/>
                <a:gd name="T28" fmla="*/ 550 w 785"/>
                <a:gd name="T29" fmla="*/ 515 h 515"/>
                <a:gd name="T30" fmla="*/ 552 w 785"/>
                <a:gd name="T31" fmla="*/ 515 h 515"/>
                <a:gd name="T32" fmla="*/ 598 w 785"/>
                <a:gd name="T33" fmla="*/ 505 h 515"/>
                <a:gd name="T34" fmla="*/ 598 w 785"/>
                <a:gd name="T35" fmla="*/ 502 h 515"/>
                <a:gd name="T36" fmla="*/ 601 w 785"/>
                <a:gd name="T37" fmla="*/ 315 h 515"/>
                <a:gd name="T38" fmla="*/ 591 w 785"/>
                <a:gd name="T39" fmla="*/ 137 h 515"/>
                <a:gd name="T40" fmla="*/ 785 w 785"/>
                <a:gd name="T41" fmla="*/ 2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515">
                  <a:moveTo>
                    <a:pt x="785" y="2"/>
                  </a:moveTo>
                  <a:cubicBezTo>
                    <a:pt x="785" y="2"/>
                    <a:pt x="781" y="1"/>
                    <a:pt x="772" y="0"/>
                  </a:cubicBezTo>
                  <a:cubicBezTo>
                    <a:pt x="396" y="81"/>
                    <a:pt x="35" y="7"/>
                    <a:pt x="2" y="0"/>
                  </a:cubicBezTo>
                  <a:cubicBezTo>
                    <a:pt x="1" y="1"/>
                    <a:pt x="0" y="3"/>
                    <a:pt x="0" y="4"/>
                  </a:cubicBezTo>
                  <a:cubicBezTo>
                    <a:pt x="0" y="4"/>
                    <a:pt x="21" y="60"/>
                    <a:pt x="165" y="128"/>
                  </a:cubicBezTo>
                  <a:cubicBezTo>
                    <a:pt x="165" y="128"/>
                    <a:pt x="164" y="192"/>
                    <a:pt x="167" y="271"/>
                  </a:cubicBezTo>
                  <a:cubicBezTo>
                    <a:pt x="170" y="366"/>
                    <a:pt x="187" y="474"/>
                    <a:pt x="191" y="502"/>
                  </a:cubicBezTo>
                  <a:cubicBezTo>
                    <a:pt x="192" y="507"/>
                    <a:pt x="192" y="509"/>
                    <a:pt x="192" y="509"/>
                  </a:cubicBezTo>
                  <a:cubicBezTo>
                    <a:pt x="237" y="505"/>
                    <a:pt x="237" y="505"/>
                    <a:pt x="237" y="505"/>
                  </a:cubicBezTo>
                  <a:cubicBezTo>
                    <a:pt x="237" y="505"/>
                    <a:pt x="237" y="502"/>
                    <a:pt x="237" y="498"/>
                  </a:cubicBezTo>
                  <a:cubicBezTo>
                    <a:pt x="235" y="471"/>
                    <a:pt x="230" y="363"/>
                    <a:pt x="237" y="295"/>
                  </a:cubicBezTo>
                  <a:cubicBezTo>
                    <a:pt x="243" y="231"/>
                    <a:pt x="263" y="162"/>
                    <a:pt x="263" y="162"/>
                  </a:cubicBezTo>
                  <a:cubicBezTo>
                    <a:pt x="263" y="162"/>
                    <a:pt x="395" y="188"/>
                    <a:pt x="497" y="161"/>
                  </a:cubicBezTo>
                  <a:cubicBezTo>
                    <a:pt x="497" y="161"/>
                    <a:pt x="532" y="285"/>
                    <a:pt x="538" y="339"/>
                  </a:cubicBezTo>
                  <a:cubicBezTo>
                    <a:pt x="543" y="386"/>
                    <a:pt x="550" y="515"/>
                    <a:pt x="550" y="515"/>
                  </a:cubicBezTo>
                  <a:cubicBezTo>
                    <a:pt x="552" y="515"/>
                    <a:pt x="552" y="515"/>
                    <a:pt x="552" y="515"/>
                  </a:cubicBezTo>
                  <a:cubicBezTo>
                    <a:pt x="598" y="505"/>
                    <a:pt x="598" y="505"/>
                    <a:pt x="598" y="505"/>
                  </a:cubicBezTo>
                  <a:cubicBezTo>
                    <a:pt x="598" y="505"/>
                    <a:pt x="598" y="504"/>
                    <a:pt x="598" y="502"/>
                  </a:cubicBezTo>
                  <a:cubicBezTo>
                    <a:pt x="600" y="481"/>
                    <a:pt x="606" y="380"/>
                    <a:pt x="601" y="315"/>
                  </a:cubicBezTo>
                  <a:cubicBezTo>
                    <a:pt x="597" y="276"/>
                    <a:pt x="603" y="228"/>
                    <a:pt x="591" y="137"/>
                  </a:cubicBezTo>
                  <a:cubicBezTo>
                    <a:pt x="591" y="137"/>
                    <a:pt x="735" y="63"/>
                    <a:pt x="785" y="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22" name="Freeform 21"/>
            <p:cNvSpPr>
              <a:spLocks/>
            </p:cNvSpPr>
            <p:nvPr/>
          </p:nvSpPr>
          <p:spPr bwMode="auto">
            <a:xfrm>
              <a:off x="6470651" y="1527176"/>
              <a:ext cx="330200" cy="403225"/>
            </a:xfrm>
            <a:custGeom>
              <a:avLst/>
              <a:gdLst>
                <a:gd name="T0" fmla="*/ 188 w 203"/>
                <a:gd name="T1" fmla="*/ 66 h 249"/>
                <a:gd name="T2" fmla="*/ 89 w 203"/>
                <a:gd name="T3" fmla="*/ 0 h 249"/>
                <a:gd name="T4" fmla="*/ 17 w 203"/>
                <a:gd name="T5" fmla="*/ 67 h 249"/>
                <a:gd name="T6" fmla="*/ 31 w 203"/>
                <a:gd name="T7" fmla="*/ 69 h 249"/>
                <a:gd name="T8" fmla="*/ 105 w 203"/>
                <a:gd name="T9" fmla="*/ 50 h 249"/>
                <a:gd name="T10" fmla="*/ 142 w 203"/>
                <a:gd name="T11" fmla="*/ 103 h 249"/>
                <a:gd name="T12" fmla="*/ 88 w 203"/>
                <a:gd name="T13" fmla="*/ 148 h 249"/>
                <a:gd name="T14" fmla="*/ 50 w 203"/>
                <a:gd name="T15" fmla="*/ 222 h 249"/>
                <a:gd name="T16" fmla="*/ 72 w 203"/>
                <a:gd name="T17" fmla="*/ 247 h 249"/>
                <a:gd name="T18" fmla="*/ 93 w 203"/>
                <a:gd name="T19" fmla="*/ 243 h 249"/>
                <a:gd name="T20" fmla="*/ 104 w 203"/>
                <a:gd name="T21" fmla="*/ 219 h 249"/>
                <a:gd name="T22" fmla="*/ 158 w 203"/>
                <a:gd name="T23" fmla="*/ 159 h 249"/>
                <a:gd name="T24" fmla="*/ 188 w 203"/>
                <a:gd name="T25" fmla="*/ 6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49">
                  <a:moveTo>
                    <a:pt x="188" y="66"/>
                  </a:moveTo>
                  <a:cubicBezTo>
                    <a:pt x="172" y="26"/>
                    <a:pt x="132" y="1"/>
                    <a:pt x="89" y="0"/>
                  </a:cubicBezTo>
                  <a:cubicBezTo>
                    <a:pt x="54" y="0"/>
                    <a:pt x="0" y="22"/>
                    <a:pt x="17" y="67"/>
                  </a:cubicBezTo>
                  <a:cubicBezTo>
                    <a:pt x="19" y="72"/>
                    <a:pt x="26" y="74"/>
                    <a:pt x="31" y="69"/>
                  </a:cubicBezTo>
                  <a:cubicBezTo>
                    <a:pt x="51" y="46"/>
                    <a:pt x="75" y="42"/>
                    <a:pt x="105" y="50"/>
                  </a:cubicBezTo>
                  <a:cubicBezTo>
                    <a:pt x="125" y="55"/>
                    <a:pt x="153" y="80"/>
                    <a:pt x="142" y="103"/>
                  </a:cubicBezTo>
                  <a:cubicBezTo>
                    <a:pt x="133" y="122"/>
                    <a:pt x="104" y="135"/>
                    <a:pt x="88" y="148"/>
                  </a:cubicBezTo>
                  <a:cubicBezTo>
                    <a:pt x="65" y="167"/>
                    <a:pt x="48" y="192"/>
                    <a:pt x="50" y="222"/>
                  </a:cubicBezTo>
                  <a:cubicBezTo>
                    <a:pt x="51" y="235"/>
                    <a:pt x="60" y="244"/>
                    <a:pt x="72" y="247"/>
                  </a:cubicBezTo>
                  <a:cubicBezTo>
                    <a:pt x="80" y="249"/>
                    <a:pt x="86" y="247"/>
                    <a:pt x="93" y="243"/>
                  </a:cubicBezTo>
                  <a:cubicBezTo>
                    <a:pt x="100" y="238"/>
                    <a:pt x="105" y="229"/>
                    <a:pt x="104" y="219"/>
                  </a:cubicBezTo>
                  <a:cubicBezTo>
                    <a:pt x="102" y="192"/>
                    <a:pt x="140" y="174"/>
                    <a:pt x="158" y="159"/>
                  </a:cubicBezTo>
                  <a:cubicBezTo>
                    <a:pt x="186" y="135"/>
                    <a:pt x="203" y="104"/>
                    <a:pt x="188" y="66"/>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23" name="Freeform 22"/>
            <p:cNvSpPr>
              <a:spLocks/>
            </p:cNvSpPr>
            <p:nvPr/>
          </p:nvSpPr>
          <p:spPr bwMode="auto">
            <a:xfrm>
              <a:off x="6519863" y="1992313"/>
              <a:ext cx="133350" cy="101600"/>
            </a:xfrm>
            <a:custGeom>
              <a:avLst/>
              <a:gdLst>
                <a:gd name="T0" fmla="*/ 47 w 82"/>
                <a:gd name="T1" fmla="*/ 4 h 63"/>
                <a:gd name="T2" fmla="*/ 35 w 82"/>
                <a:gd name="T3" fmla="*/ 59 h 63"/>
                <a:gd name="T4" fmla="*/ 47 w 82"/>
                <a:gd name="T5" fmla="*/ 4 h 63"/>
              </a:gdLst>
              <a:ahLst/>
              <a:cxnLst>
                <a:cxn ang="0">
                  <a:pos x="T0" y="T1"/>
                </a:cxn>
                <a:cxn ang="0">
                  <a:pos x="T2" y="T3"/>
                </a:cxn>
                <a:cxn ang="0">
                  <a:pos x="T4" y="T5"/>
                </a:cxn>
              </a:cxnLst>
              <a:rect l="0" t="0" r="r" b="b"/>
              <a:pathLst>
                <a:path w="82" h="63">
                  <a:moveTo>
                    <a:pt x="47" y="4"/>
                  </a:moveTo>
                  <a:cubicBezTo>
                    <a:pt x="11" y="0"/>
                    <a:pt x="0" y="54"/>
                    <a:pt x="35" y="59"/>
                  </a:cubicBezTo>
                  <a:cubicBezTo>
                    <a:pt x="71" y="63"/>
                    <a:pt x="82" y="9"/>
                    <a:pt x="47" y="4"/>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24" name="Freeform 23"/>
            <p:cNvSpPr>
              <a:spLocks/>
            </p:cNvSpPr>
            <p:nvPr/>
          </p:nvSpPr>
          <p:spPr bwMode="auto">
            <a:xfrm>
              <a:off x="6272213" y="1782763"/>
              <a:ext cx="176213" cy="222250"/>
            </a:xfrm>
            <a:custGeom>
              <a:avLst/>
              <a:gdLst>
                <a:gd name="T0" fmla="*/ 7 w 108"/>
                <a:gd name="T1" fmla="*/ 95 h 137"/>
                <a:gd name="T2" fmla="*/ 58 w 108"/>
                <a:gd name="T3" fmla="*/ 136 h 137"/>
                <a:gd name="T4" fmla="*/ 100 w 108"/>
                <a:gd name="T5" fmla="*/ 102 h 137"/>
                <a:gd name="T6" fmla="*/ 93 w 108"/>
                <a:gd name="T7" fmla="*/ 100 h 137"/>
                <a:gd name="T8" fmla="*/ 51 w 108"/>
                <a:gd name="T9" fmla="*/ 108 h 137"/>
                <a:gd name="T10" fmla="*/ 33 w 108"/>
                <a:gd name="T11" fmla="*/ 77 h 137"/>
                <a:gd name="T12" fmla="*/ 65 w 108"/>
                <a:gd name="T13" fmla="*/ 55 h 137"/>
                <a:gd name="T14" fmla="*/ 88 w 108"/>
                <a:gd name="T15" fmla="*/ 16 h 137"/>
                <a:gd name="T16" fmla="*/ 78 w 108"/>
                <a:gd name="T17" fmla="*/ 1 h 137"/>
                <a:gd name="T18" fmla="*/ 66 w 108"/>
                <a:gd name="T19" fmla="*/ 3 h 137"/>
                <a:gd name="T20" fmla="*/ 59 w 108"/>
                <a:gd name="T21" fmla="*/ 15 h 137"/>
                <a:gd name="T22" fmla="*/ 27 w 108"/>
                <a:gd name="T23" fmla="*/ 46 h 137"/>
                <a:gd name="T24" fmla="*/ 7 w 108"/>
                <a:gd name="T25"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37">
                  <a:moveTo>
                    <a:pt x="7" y="95"/>
                  </a:moveTo>
                  <a:cubicBezTo>
                    <a:pt x="14" y="118"/>
                    <a:pt x="34" y="133"/>
                    <a:pt x="58" y="136"/>
                  </a:cubicBezTo>
                  <a:cubicBezTo>
                    <a:pt x="77" y="137"/>
                    <a:pt x="108" y="128"/>
                    <a:pt x="100" y="102"/>
                  </a:cubicBezTo>
                  <a:cubicBezTo>
                    <a:pt x="99" y="99"/>
                    <a:pt x="95" y="98"/>
                    <a:pt x="93" y="100"/>
                  </a:cubicBezTo>
                  <a:cubicBezTo>
                    <a:pt x="81" y="112"/>
                    <a:pt x="68" y="114"/>
                    <a:pt x="51" y="108"/>
                  </a:cubicBezTo>
                  <a:cubicBezTo>
                    <a:pt x="41" y="104"/>
                    <a:pt x="26" y="89"/>
                    <a:pt x="33" y="77"/>
                  </a:cubicBezTo>
                  <a:cubicBezTo>
                    <a:pt x="39" y="67"/>
                    <a:pt x="56" y="61"/>
                    <a:pt x="65" y="55"/>
                  </a:cubicBezTo>
                  <a:cubicBezTo>
                    <a:pt x="78" y="45"/>
                    <a:pt x="88" y="33"/>
                    <a:pt x="88" y="16"/>
                  </a:cubicBezTo>
                  <a:cubicBezTo>
                    <a:pt x="88" y="9"/>
                    <a:pt x="84" y="3"/>
                    <a:pt x="78" y="1"/>
                  </a:cubicBezTo>
                  <a:cubicBezTo>
                    <a:pt x="74" y="0"/>
                    <a:pt x="70" y="1"/>
                    <a:pt x="66" y="3"/>
                  </a:cubicBezTo>
                  <a:cubicBezTo>
                    <a:pt x="62" y="5"/>
                    <a:pt x="59" y="10"/>
                    <a:pt x="59" y="15"/>
                  </a:cubicBezTo>
                  <a:cubicBezTo>
                    <a:pt x="59" y="30"/>
                    <a:pt x="37" y="38"/>
                    <a:pt x="27" y="46"/>
                  </a:cubicBezTo>
                  <a:cubicBezTo>
                    <a:pt x="10" y="58"/>
                    <a:pt x="0" y="74"/>
                    <a:pt x="7" y="95"/>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25" name="Freeform 24"/>
            <p:cNvSpPr>
              <a:spLocks/>
            </p:cNvSpPr>
            <p:nvPr/>
          </p:nvSpPr>
          <p:spPr bwMode="auto">
            <a:xfrm>
              <a:off x="6365876" y="1692276"/>
              <a:ext cx="77788" cy="60325"/>
            </a:xfrm>
            <a:custGeom>
              <a:avLst/>
              <a:gdLst>
                <a:gd name="T0" fmla="*/ 19 w 47"/>
                <a:gd name="T1" fmla="*/ 33 h 37"/>
                <a:gd name="T2" fmla="*/ 27 w 47"/>
                <a:gd name="T3" fmla="*/ 4 h 37"/>
                <a:gd name="T4" fmla="*/ 19 w 47"/>
                <a:gd name="T5" fmla="*/ 33 h 37"/>
              </a:gdLst>
              <a:ahLst/>
              <a:cxnLst>
                <a:cxn ang="0">
                  <a:pos x="T0" y="T1"/>
                </a:cxn>
                <a:cxn ang="0">
                  <a:pos x="T2" y="T3"/>
                </a:cxn>
                <a:cxn ang="0">
                  <a:pos x="T4" y="T5"/>
                </a:cxn>
              </a:cxnLst>
              <a:rect l="0" t="0" r="r" b="b"/>
              <a:pathLst>
                <a:path w="47" h="37">
                  <a:moveTo>
                    <a:pt x="19" y="33"/>
                  </a:moveTo>
                  <a:cubicBezTo>
                    <a:pt x="38" y="37"/>
                    <a:pt x="47" y="8"/>
                    <a:pt x="27" y="4"/>
                  </a:cubicBezTo>
                  <a:cubicBezTo>
                    <a:pt x="8" y="0"/>
                    <a:pt x="0" y="29"/>
                    <a:pt x="19" y="33"/>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26" name="Freeform 25"/>
            <p:cNvSpPr>
              <a:spLocks/>
            </p:cNvSpPr>
            <p:nvPr/>
          </p:nvSpPr>
          <p:spPr bwMode="auto">
            <a:xfrm>
              <a:off x="6797676" y="2100263"/>
              <a:ext cx="138113" cy="117475"/>
            </a:xfrm>
            <a:custGeom>
              <a:avLst/>
              <a:gdLst>
                <a:gd name="T0" fmla="*/ 49 w 85"/>
                <a:gd name="T1" fmla="*/ 0 h 73"/>
                <a:gd name="T2" fmla="*/ 35 w 85"/>
                <a:gd name="T3" fmla="*/ 8 h 73"/>
                <a:gd name="T4" fmla="*/ 38 w 85"/>
                <a:gd name="T5" fmla="*/ 13 h 73"/>
                <a:gd name="T6" fmla="*/ 38 w 85"/>
                <a:gd name="T7" fmla="*/ 13 h 73"/>
                <a:gd name="T8" fmla="*/ 40 w 85"/>
                <a:gd name="T9" fmla="*/ 13 h 73"/>
                <a:gd name="T10" fmla="*/ 62 w 85"/>
                <a:gd name="T11" fmla="*/ 27 h 73"/>
                <a:gd name="T12" fmla="*/ 58 w 85"/>
                <a:gd name="T13" fmla="*/ 50 h 73"/>
                <a:gd name="T14" fmla="*/ 52 w 85"/>
                <a:gd name="T15" fmla="*/ 51 h 73"/>
                <a:gd name="T16" fmla="*/ 32 w 85"/>
                <a:gd name="T17" fmla="*/ 47 h 73"/>
                <a:gd name="T18" fmla="*/ 27 w 85"/>
                <a:gd name="T19" fmla="*/ 47 h 73"/>
                <a:gd name="T20" fmla="*/ 4 w 85"/>
                <a:gd name="T21" fmla="*/ 57 h 73"/>
                <a:gd name="T22" fmla="*/ 3 w 85"/>
                <a:gd name="T23" fmla="*/ 69 h 73"/>
                <a:gd name="T24" fmla="*/ 9 w 85"/>
                <a:gd name="T25" fmla="*/ 73 h 73"/>
                <a:gd name="T26" fmla="*/ 11 w 85"/>
                <a:gd name="T27" fmla="*/ 73 h 73"/>
                <a:gd name="T28" fmla="*/ 18 w 85"/>
                <a:gd name="T29" fmla="*/ 70 h 73"/>
                <a:gd name="T30" fmla="*/ 29 w 85"/>
                <a:gd name="T31" fmla="*/ 66 h 73"/>
                <a:gd name="T32" fmla="*/ 47 w 85"/>
                <a:gd name="T33" fmla="*/ 68 h 73"/>
                <a:gd name="T34" fmla="*/ 52 w 85"/>
                <a:gd name="T35" fmla="*/ 69 h 73"/>
                <a:gd name="T36" fmla="*/ 79 w 85"/>
                <a:gd name="T37" fmla="*/ 53 h 73"/>
                <a:gd name="T38" fmla="*/ 71 w 85"/>
                <a:gd name="T39" fmla="*/ 10 h 73"/>
                <a:gd name="T40" fmla="*/ 49 w 85"/>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73">
                  <a:moveTo>
                    <a:pt x="49" y="0"/>
                  </a:moveTo>
                  <a:cubicBezTo>
                    <a:pt x="43" y="0"/>
                    <a:pt x="38" y="2"/>
                    <a:pt x="35" y="8"/>
                  </a:cubicBezTo>
                  <a:cubicBezTo>
                    <a:pt x="35" y="10"/>
                    <a:pt x="36" y="13"/>
                    <a:pt x="38" y="13"/>
                  </a:cubicBezTo>
                  <a:cubicBezTo>
                    <a:pt x="38" y="13"/>
                    <a:pt x="38" y="13"/>
                    <a:pt x="38" y="13"/>
                  </a:cubicBezTo>
                  <a:cubicBezTo>
                    <a:pt x="39" y="13"/>
                    <a:pt x="40" y="13"/>
                    <a:pt x="40" y="13"/>
                  </a:cubicBezTo>
                  <a:cubicBezTo>
                    <a:pt x="50" y="13"/>
                    <a:pt x="57" y="18"/>
                    <a:pt x="62" y="27"/>
                  </a:cubicBezTo>
                  <a:cubicBezTo>
                    <a:pt x="66" y="33"/>
                    <a:pt x="67" y="47"/>
                    <a:pt x="58" y="50"/>
                  </a:cubicBezTo>
                  <a:cubicBezTo>
                    <a:pt x="56" y="51"/>
                    <a:pt x="54" y="51"/>
                    <a:pt x="52" y="51"/>
                  </a:cubicBezTo>
                  <a:cubicBezTo>
                    <a:pt x="46" y="51"/>
                    <a:pt x="38" y="48"/>
                    <a:pt x="32" y="47"/>
                  </a:cubicBezTo>
                  <a:cubicBezTo>
                    <a:pt x="30" y="47"/>
                    <a:pt x="29" y="47"/>
                    <a:pt x="27" y="47"/>
                  </a:cubicBezTo>
                  <a:cubicBezTo>
                    <a:pt x="18" y="47"/>
                    <a:pt x="10" y="50"/>
                    <a:pt x="4" y="57"/>
                  </a:cubicBezTo>
                  <a:cubicBezTo>
                    <a:pt x="0" y="60"/>
                    <a:pt x="0" y="65"/>
                    <a:pt x="3" y="69"/>
                  </a:cubicBezTo>
                  <a:cubicBezTo>
                    <a:pt x="4" y="71"/>
                    <a:pt x="6" y="72"/>
                    <a:pt x="9" y="73"/>
                  </a:cubicBezTo>
                  <a:cubicBezTo>
                    <a:pt x="9" y="73"/>
                    <a:pt x="10" y="73"/>
                    <a:pt x="11" y="73"/>
                  </a:cubicBezTo>
                  <a:cubicBezTo>
                    <a:pt x="13" y="73"/>
                    <a:pt x="16" y="72"/>
                    <a:pt x="18" y="70"/>
                  </a:cubicBezTo>
                  <a:cubicBezTo>
                    <a:pt x="21" y="67"/>
                    <a:pt x="24" y="66"/>
                    <a:pt x="29" y="66"/>
                  </a:cubicBezTo>
                  <a:cubicBezTo>
                    <a:pt x="35" y="66"/>
                    <a:pt x="42" y="68"/>
                    <a:pt x="47" y="68"/>
                  </a:cubicBezTo>
                  <a:cubicBezTo>
                    <a:pt x="49" y="69"/>
                    <a:pt x="50" y="69"/>
                    <a:pt x="52" y="69"/>
                  </a:cubicBezTo>
                  <a:cubicBezTo>
                    <a:pt x="64" y="69"/>
                    <a:pt x="74" y="64"/>
                    <a:pt x="79" y="53"/>
                  </a:cubicBezTo>
                  <a:cubicBezTo>
                    <a:pt x="85" y="38"/>
                    <a:pt x="82" y="22"/>
                    <a:pt x="71" y="10"/>
                  </a:cubicBezTo>
                  <a:cubicBezTo>
                    <a:pt x="66" y="5"/>
                    <a:pt x="57" y="0"/>
                    <a:pt x="49"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27" name="Freeform 26"/>
            <p:cNvSpPr>
              <a:spLocks/>
            </p:cNvSpPr>
            <p:nvPr/>
          </p:nvSpPr>
          <p:spPr bwMode="auto">
            <a:xfrm>
              <a:off x="6748463" y="2224088"/>
              <a:ext cx="46038" cy="31750"/>
            </a:xfrm>
            <a:custGeom>
              <a:avLst/>
              <a:gdLst>
                <a:gd name="T0" fmla="*/ 14 w 28"/>
                <a:gd name="T1" fmla="*/ 0 h 19"/>
                <a:gd name="T2" fmla="*/ 5 w 28"/>
                <a:gd name="T3" fmla="*/ 15 h 19"/>
                <a:gd name="T4" fmla="*/ 13 w 28"/>
                <a:gd name="T5" fmla="*/ 19 h 19"/>
                <a:gd name="T6" fmla="*/ 22 w 28"/>
                <a:gd name="T7" fmla="*/ 4 h 19"/>
                <a:gd name="T8" fmla="*/ 14 w 28"/>
                <a:gd name="T9" fmla="*/ 0 h 19"/>
              </a:gdLst>
              <a:ahLst/>
              <a:cxnLst>
                <a:cxn ang="0">
                  <a:pos x="T0" y="T1"/>
                </a:cxn>
                <a:cxn ang="0">
                  <a:pos x="T2" y="T3"/>
                </a:cxn>
                <a:cxn ang="0">
                  <a:pos x="T4" y="T5"/>
                </a:cxn>
                <a:cxn ang="0">
                  <a:pos x="T6" y="T7"/>
                </a:cxn>
                <a:cxn ang="0">
                  <a:pos x="T8" y="T9"/>
                </a:cxn>
              </a:cxnLst>
              <a:rect l="0" t="0" r="r" b="b"/>
              <a:pathLst>
                <a:path w="28" h="19">
                  <a:moveTo>
                    <a:pt x="14" y="0"/>
                  </a:moveTo>
                  <a:cubicBezTo>
                    <a:pt x="7" y="0"/>
                    <a:pt x="0" y="7"/>
                    <a:pt x="5" y="15"/>
                  </a:cubicBezTo>
                  <a:cubicBezTo>
                    <a:pt x="8" y="18"/>
                    <a:pt x="10" y="19"/>
                    <a:pt x="13" y="19"/>
                  </a:cubicBezTo>
                  <a:cubicBezTo>
                    <a:pt x="21" y="19"/>
                    <a:pt x="28" y="11"/>
                    <a:pt x="22" y="4"/>
                  </a:cubicBezTo>
                  <a:cubicBezTo>
                    <a:pt x="20" y="1"/>
                    <a:pt x="17" y="0"/>
                    <a:pt x="14"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28" name="Freeform 27"/>
            <p:cNvSpPr>
              <a:spLocks/>
            </p:cNvSpPr>
            <p:nvPr/>
          </p:nvSpPr>
          <p:spPr bwMode="auto">
            <a:xfrm>
              <a:off x="5573713" y="1584326"/>
              <a:ext cx="206375" cy="234950"/>
            </a:xfrm>
            <a:custGeom>
              <a:avLst/>
              <a:gdLst>
                <a:gd name="T0" fmla="*/ 62 w 127"/>
                <a:gd name="T1" fmla="*/ 0 h 145"/>
                <a:gd name="T2" fmla="*/ 48 w 127"/>
                <a:gd name="T3" fmla="*/ 1 h 145"/>
                <a:gd name="T4" fmla="*/ 15 w 127"/>
                <a:gd name="T5" fmla="*/ 48 h 145"/>
                <a:gd name="T6" fmla="*/ 19 w 127"/>
                <a:gd name="T7" fmla="*/ 50 h 145"/>
                <a:gd name="T8" fmla="*/ 24 w 127"/>
                <a:gd name="T9" fmla="*/ 48 h 145"/>
                <a:gd name="T10" fmla="*/ 61 w 127"/>
                <a:gd name="T11" fmla="*/ 27 h 145"/>
                <a:gd name="T12" fmla="*/ 64 w 127"/>
                <a:gd name="T13" fmla="*/ 28 h 145"/>
                <a:gd name="T14" fmla="*/ 92 w 127"/>
                <a:gd name="T15" fmla="*/ 53 h 145"/>
                <a:gd name="T16" fmla="*/ 66 w 127"/>
                <a:gd name="T17" fmla="*/ 86 h 145"/>
                <a:gd name="T18" fmla="*/ 54 w 127"/>
                <a:gd name="T19" fmla="*/ 133 h 145"/>
                <a:gd name="T20" fmla="*/ 70 w 127"/>
                <a:gd name="T21" fmla="*/ 145 h 145"/>
                <a:gd name="T22" fmla="*/ 70 w 127"/>
                <a:gd name="T23" fmla="*/ 145 h 145"/>
                <a:gd name="T24" fmla="*/ 81 w 127"/>
                <a:gd name="T25" fmla="*/ 140 h 145"/>
                <a:gd name="T26" fmla="*/ 85 w 127"/>
                <a:gd name="T27" fmla="*/ 125 h 145"/>
                <a:gd name="T28" fmla="*/ 108 w 127"/>
                <a:gd name="T29" fmla="*/ 84 h 145"/>
                <a:gd name="T30" fmla="*/ 113 w 127"/>
                <a:gd name="T31" fmla="*/ 27 h 145"/>
                <a:gd name="T32" fmla="*/ 62 w 12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45">
                  <a:moveTo>
                    <a:pt x="62" y="0"/>
                  </a:moveTo>
                  <a:cubicBezTo>
                    <a:pt x="57" y="0"/>
                    <a:pt x="53" y="0"/>
                    <a:pt x="48" y="1"/>
                  </a:cubicBezTo>
                  <a:cubicBezTo>
                    <a:pt x="28" y="5"/>
                    <a:pt x="0" y="25"/>
                    <a:pt x="15" y="48"/>
                  </a:cubicBezTo>
                  <a:cubicBezTo>
                    <a:pt x="16" y="50"/>
                    <a:pt x="18" y="50"/>
                    <a:pt x="19" y="50"/>
                  </a:cubicBezTo>
                  <a:cubicBezTo>
                    <a:pt x="21" y="50"/>
                    <a:pt x="23" y="50"/>
                    <a:pt x="24" y="48"/>
                  </a:cubicBezTo>
                  <a:cubicBezTo>
                    <a:pt x="32" y="33"/>
                    <a:pt x="44" y="27"/>
                    <a:pt x="61" y="27"/>
                  </a:cubicBezTo>
                  <a:cubicBezTo>
                    <a:pt x="62" y="27"/>
                    <a:pt x="63" y="27"/>
                    <a:pt x="64" y="28"/>
                  </a:cubicBezTo>
                  <a:cubicBezTo>
                    <a:pt x="76" y="28"/>
                    <a:pt x="95" y="39"/>
                    <a:pt x="92" y="53"/>
                  </a:cubicBezTo>
                  <a:cubicBezTo>
                    <a:pt x="89" y="66"/>
                    <a:pt x="74" y="76"/>
                    <a:pt x="66" y="86"/>
                  </a:cubicBezTo>
                  <a:cubicBezTo>
                    <a:pt x="55" y="100"/>
                    <a:pt x="49" y="116"/>
                    <a:pt x="54" y="133"/>
                  </a:cubicBezTo>
                  <a:cubicBezTo>
                    <a:pt x="56" y="141"/>
                    <a:pt x="63" y="145"/>
                    <a:pt x="70" y="145"/>
                  </a:cubicBezTo>
                  <a:cubicBezTo>
                    <a:pt x="70" y="145"/>
                    <a:pt x="70" y="145"/>
                    <a:pt x="70" y="145"/>
                  </a:cubicBezTo>
                  <a:cubicBezTo>
                    <a:pt x="75" y="145"/>
                    <a:pt x="78" y="143"/>
                    <a:pt x="81" y="140"/>
                  </a:cubicBezTo>
                  <a:cubicBezTo>
                    <a:pt x="85" y="136"/>
                    <a:pt x="86" y="130"/>
                    <a:pt x="85" y="125"/>
                  </a:cubicBezTo>
                  <a:cubicBezTo>
                    <a:pt x="80" y="110"/>
                    <a:pt x="100" y="95"/>
                    <a:pt x="108" y="84"/>
                  </a:cubicBezTo>
                  <a:cubicBezTo>
                    <a:pt x="121" y="66"/>
                    <a:pt x="127" y="46"/>
                    <a:pt x="113" y="27"/>
                  </a:cubicBezTo>
                  <a:cubicBezTo>
                    <a:pt x="102" y="9"/>
                    <a:pt x="82" y="0"/>
                    <a:pt x="62"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29" name="Freeform 28"/>
            <p:cNvSpPr>
              <a:spLocks/>
            </p:cNvSpPr>
            <p:nvPr/>
          </p:nvSpPr>
          <p:spPr bwMode="auto">
            <a:xfrm>
              <a:off x="5665788" y="1858963"/>
              <a:ext cx="68263" cy="52388"/>
            </a:xfrm>
            <a:custGeom>
              <a:avLst/>
              <a:gdLst>
                <a:gd name="T0" fmla="*/ 23 w 42"/>
                <a:gd name="T1" fmla="*/ 0 h 32"/>
                <a:gd name="T2" fmla="*/ 21 w 42"/>
                <a:gd name="T3" fmla="*/ 0 h 32"/>
                <a:gd name="T4" fmla="*/ 20 w 42"/>
                <a:gd name="T5" fmla="*/ 32 h 32"/>
                <a:gd name="T6" fmla="*/ 21 w 42"/>
                <a:gd name="T7" fmla="*/ 32 h 32"/>
                <a:gd name="T8" fmla="*/ 23 w 42"/>
                <a:gd name="T9" fmla="*/ 0 h 32"/>
              </a:gdLst>
              <a:ahLst/>
              <a:cxnLst>
                <a:cxn ang="0">
                  <a:pos x="T0" y="T1"/>
                </a:cxn>
                <a:cxn ang="0">
                  <a:pos x="T2" y="T3"/>
                </a:cxn>
                <a:cxn ang="0">
                  <a:pos x="T4" y="T5"/>
                </a:cxn>
                <a:cxn ang="0">
                  <a:pos x="T6" y="T7"/>
                </a:cxn>
                <a:cxn ang="0">
                  <a:pos x="T8" y="T9"/>
                </a:cxn>
              </a:cxnLst>
              <a:rect l="0" t="0" r="r" b="b"/>
              <a:pathLst>
                <a:path w="42" h="32">
                  <a:moveTo>
                    <a:pt x="23" y="0"/>
                  </a:moveTo>
                  <a:cubicBezTo>
                    <a:pt x="22" y="0"/>
                    <a:pt x="21" y="0"/>
                    <a:pt x="21" y="0"/>
                  </a:cubicBezTo>
                  <a:cubicBezTo>
                    <a:pt x="0" y="1"/>
                    <a:pt x="0" y="32"/>
                    <a:pt x="20" y="32"/>
                  </a:cubicBezTo>
                  <a:cubicBezTo>
                    <a:pt x="20" y="32"/>
                    <a:pt x="21" y="32"/>
                    <a:pt x="21" y="32"/>
                  </a:cubicBezTo>
                  <a:cubicBezTo>
                    <a:pt x="42" y="31"/>
                    <a:pt x="42" y="0"/>
                    <a:pt x="23"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30" name="Freeform 29"/>
            <p:cNvSpPr>
              <a:spLocks/>
            </p:cNvSpPr>
            <p:nvPr/>
          </p:nvSpPr>
          <p:spPr bwMode="auto">
            <a:xfrm>
              <a:off x="5356226" y="2038351"/>
              <a:ext cx="160338" cy="144463"/>
            </a:xfrm>
            <a:custGeom>
              <a:avLst/>
              <a:gdLst>
                <a:gd name="T0" fmla="*/ 11 w 99"/>
                <a:gd name="T1" fmla="*/ 0 h 89"/>
                <a:gd name="T2" fmla="*/ 4 w 99"/>
                <a:gd name="T3" fmla="*/ 3 h 89"/>
                <a:gd name="T4" fmla="*/ 0 w 99"/>
                <a:gd name="T5" fmla="*/ 11 h 89"/>
                <a:gd name="T6" fmla="*/ 5 w 99"/>
                <a:gd name="T7" fmla="*/ 21 h 89"/>
                <a:gd name="T8" fmla="*/ 12 w 99"/>
                <a:gd name="T9" fmla="*/ 54 h 89"/>
                <a:gd name="T10" fmla="*/ 36 w 99"/>
                <a:gd name="T11" fmla="*/ 88 h 89"/>
                <a:gd name="T12" fmla="*/ 47 w 99"/>
                <a:gd name="T13" fmla="*/ 89 h 89"/>
                <a:gd name="T14" fmla="*/ 84 w 99"/>
                <a:gd name="T15" fmla="*/ 70 h 89"/>
                <a:gd name="T16" fmla="*/ 79 w 99"/>
                <a:gd name="T17" fmla="*/ 29 h 89"/>
                <a:gd name="T18" fmla="*/ 78 w 99"/>
                <a:gd name="T19" fmla="*/ 29 h 89"/>
                <a:gd name="T20" fmla="*/ 75 w 99"/>
                <a:gd name="T21" fmla="*/ 33 h 89"/>
                <a:gd name="T22" fmla="*/ 63 w 99"/>
                <a:gd name="T23" fmla="*/ 63 h 89"/>
                <a:gd name="T24" fmla="*/ 47 w 99"/>
                <a:gd name="T25" fmla="*/ 69 h 89"/>
                <a:gd name="T26" fmla="*/ 35 w 99"/>
                <a:gd name="T27" fmla="*/ 63 h 89"/>
                <a:gd name="T28" fmla="*/ 34 w 99"/>
                <a:gd name="T29" fmla="*/ 33 h 89"/>
                <a:gd name="T30" fmla="*/ 18 w 99"/>
                <a:gd name="T31" fmla="*/ 2 h 89"/>
                <a:gd name="T32" fmla="*/ 11 w 99"/>
                <a:gd name="T3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89">
                  <a:moveTo>
                    <a:pt x="11" y="0"/>
                  </a:moveTo>
                  <a:cubicBezTo>
                    <a:pt x="9" y="0"/>
                    <a:pt x="6" y="1"/>
                    <a:pt x="4" y="3"/>
                  </a:cubicBezTo>
                  <a:cubicBezTo>
                    <a:pt x="1" y="5"/>
                    <a:pt x="0" y="8"/>
                    <a:pt x="0" y="11"/>
                  </a:cubicBezTo>
                  <a:cubicBezTo>
                    <a:pt x="0" y="15"/>
                    <a:pt x="2" y="19"/>
                    <a:pt x="5" y="21"/>
                  </a:cubicBezTo>
                  <a:cubicBezTo>
                    <a:pt x="15" y="27"/>
                    <a:pt x="12" y="44"/>
                    <a:pt x="12" y="54"/>
                  </a:cubicBezTo>
                  <a:cubicBezTo>
                    <a:pt x="13" y="70"/>
                    <a:pt x="20" y="83"/>
                    <a:pt x="36" y="88"/>
                  </a:cubicBezTo>
                  <a:cubicBezTo>
                    <a:pt x="40" y="89"/>
                    <a:pt x="44" y="89"/>
                    <a:pt x="47" y="89"/>
                  </a:cubicBezTo>
                  <a:cubicBezTo>
                    <a:pt x="61" y="89"/>
                    <a:pt x="75" y="82"/>
                    <a:pt x="84" y="70"/>
                  </a:cubicBezTo>
                  <a:cubicBezTo>
                    <a:pt x="93" y="59"/>
                    <a:pt x="99" y="35"/>
                    <a:pt x="79" y="29"/>
                  </a:cubicBezTo>
                  <a:cubicBezTo>
                    <a:pt x="79" y="29"/>
                    <a:pt x="79" y="29"/>
                    <a:pt x="78" y="29"/>
                  </a:cubicBezTo>
                  <a:cubicBezTo>
                    <a:pt x="76" y="29"/>
                    <a:pt x="74" y="31"/>
                    <a:pt x="75" y="33"/>
                  </a:cubicBezTo>
                  <a:cubicBezTo>
                    <a:pt x="78" y="46"/>
                    <a:pt x="73" y="55"/>
                    <a:pt x="63" y="63"/>
                  </a:cubicBezTo>
                  <a:cubicBezTo>
                    <a:pt x="59" y="66"/>
                    <a:pt x="53" y="69"/>
                    <a:pt x="47" y="69"/>
                  </a:cubicBezTo>
                  <a:cubicBezTo>
                    <a:pt x="42" y="69"/>
                    <a:pt x="38" y="67"/>
                    <a:pt x="35" y="63"/>
                  </a:cubicBezTo>
                  <a:cubicBezTo>
                    <a:pt x="31" y="55"/>
                    <a:pt x="34" y="42"/>
                    <a:pt x="34" y="33"/>
                  </a:cubicBezTo>
                  <a:cubicBezTo>
                    <a:pt x="33" y="20"/>
                    <a:pt x="29" y="9"/>
                    <a:pt x="18" y="2"/>
                  </a:cubicBezTo>
                  <a:cubicBezTo>
                    <a:pt x="16" y="0"/>
                    <a:pt x="14" y="0"/>
                    <a:pt x="11"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31" name="Freeform 30"/>
            <p:cNvSpPr>
              <a:spLocks/>
            </p:cNvSpPr>
            <p:nvPr/>
          </p:nvSpPr>
          <p:spPr bwMode="auto">
            <a:xfrm>
              <a:off x="5297488" y="1992313"/>
              <a:ext cx="52388" cy="41275"/>
            </a:xfrm>
            <a:custGeom>
              <a:avLst/>
              <a:gdLst>
                <a:gd name="T0" fmla="*/ 15 w 32"/>
                <a:gd name="T1" fmla="*/ 0 h 25"/>
                <a:gd name="T2" fmla="*/ 8 w 32"/>
                <a:gd name="T3" fmla="*/ 4 h 25"/>
                <a:gd name="T4" fmla="*/ 16 w 32"/>
                <a:gd name="T5" fmla="*/ 25 h 25"/>
                <a:gd name="T6" fmla="*/ 24 w 32"/>
                <a:gd name="T7" fmla="*/ 21 h 25"/>
                <a:gd name="T8" fmla="*/ 15 w 32"/>
                <a:gd name="T9" fmla="*/ 0 h 25"/>
              </a:gdLst>
              <a:ahLst/>
              <a:cxnLst>
                <a:cxn ang="0">
                  <a:pos x="T0" y="T1"/>
                </a:cxn>
                <a:cxn ang="0">
                  <a:pos x="T2" y="T3"/>
                </a:cxn>
                <a:cxn ang="0">
                  <a:pos x="T4" y="T5"/>
                </a:cxn>
                <a:cxn ang="0">
                  <a:pos x="T6" y="T7"/>
                </a:cxn>
                <a:cxn ang="0">
                  <a:pos x="T8" y="T9"/>
                </a:cxn>
              </a:cxnLst>
              <a:rect l="0" t="0" r="r" b="b"/>
              <a:pathLst>
                <a:path w="32" h="25">
                  <a:moveTo>
                    <a:pt x="15" y="0"/>
                  </a:moveTo>
                  <a:cubicBezTo>
                    <a:pt x="13" y="0"/>
                    <a:pt x="10" y="1"/>
                    <a:pt x="8" y="4"/>
                  </a:cubicBezTo>
                  <a:cubicBezTo>
                    <a:pt x="0" y="12"/>
                    <a:pt x="7" y="25"/>
                    <a:pt x="16" y="25"/>
                  </a:cubicBezTo>
                  <a:cubicBezTo>
                    <a:pt x="19" y="25"/>
                    <a:pt x="21" y="24"/>
                    <a:pt x="24" y="21"/>
                  </a:cubicBezTo>
                  <a:cubicBezTo>
                    <a:pt x="32" y="13"/>
                    <a:pt x="24" y="0"/>
                    <a:pt x="15"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32" name="Freeform 31"/>
            <p:cNvSpPr>
              <a:spLocks/>
            </p:cNvSpPr>
            <p:nvPr/>
          </p:nvSpPr>
          <p:spPr bwMode="auto">
            <a:xfrm>
              <a:off x="5280026" y="3268663"/>
              <a:ext cx="1516063" cy="1116013"/>
            </a:xfrm>
            <a:custGeom>
              <a:avLst/>
              <a:gdLst>
                <a:gd name="T0" fmla="*/ 860 w 933"/>
                <a:gd name="T1" fmla="*/ 30 h 689"/>
                <a:gd name="T2" fmla="*/ 851 w 933"/>
                <a:gd name="T3" fmla="*/ 0 h 689"/>
                <a:gd name="T4" fmla="*/ 51 w 933"/>
                <a:gd name="T5" fmla="*/ 25 h 689"/>
                <a:gd name="T6" fmla="*/ 53 w 933"/>
                <a:gd name="T7" fmla="*/ 607 h 689"/>
                <a:gd name="T8" fmla="*/ 55 w 933"/>
                <a:gd name="T9" fmla="*/ 608 h 689"/>
                <a:gd name="T10" fmla="*/ 825 w 933"/>
                <a:gd name="T11" fmla="*/ 608 h 689"/>
                <a:gd name="T12" fmla="*/ 838 w 933"/>
                <a:gd name="T13" fmla="*/ 605 h 689"/>
                <a:gd name="T14" fmla="*/ 860 w 933"/>
                <a:gd name="T15" fmla="*/ 30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3" h="689">
                  <a:moveTo>
                    <a:pt x="860" y="30"/>
                  </a:moveTo>
                  <a:cubicBezTo>
                    <a:pt x="858" y="19"/>
                    <a:pt x="854" y="9"/>
                    <a:pt x="851" y="0"/>
                  </a:cubicBezTo>
                  <a:cubicBezTo>
                    <a:pt x="814" y="12"/>
                    <a:pt x="440" y="131"/>
                    <a:pt x="51" y="25"/>
                  </a:cubicBezTo>
                  <a:cubicBezTo>
                    <a:pt x="37" y="94"/>
                    <a:pt x="0" y="319"/>
                    <a:pt x="53" y="607"/>
                  </a:cubicBezTo>
                  <a:cubicBezTo>
                    <a:pt x="53" y="607"/>
                    <a:pt x="54" y="607"/>
                    <a:pt x="55" y="608"/>
                  </a:cubicBezTo>
                  <a:cubicBezTo>
                    <a:pt x="88" y="615"/>
                    <a:pt x="449" y="689"/>
                    <a:pt x="825" y="608"/>
                  </a:cubicBezTo>
                  <a:cubicBezTo>
                    <a:pt x="830" y="607"/>
                    <a:pt x="834" y="606"/>
                    <a:pt x="838" y="605"/>
                  </a:cubicBezTo>
                  <a:cubicBezTo>
                    <a:pt x="838" y="605"/>
                    <a:pt x="933" y="346"/>
                    <a:pt x="860" y="3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33" name="Freeform 32"/>
            <p:cNvSpPr>
              <a:spLocks/>
            </p:cNvSpPr>
            <p:nvPr/>
          </p:nvSpPr>
          <p:spPr bwMode="auto">
            <a:xfrm>
              <a:off x="5316538" y="2805113"/>
              <a:ext cx="3175" cy="14288"/>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6"/>
                    <a:pt x="0" y="9"/>
                  </a:cubicBezTo>
                  <a:cubicBezTo>
                    <a:pt x="1" y="9"/>
                    <a:pt x="1" y="8"/>
                    <a:pt x="1" y="8"/>
                  </a:cubicBezTo>
                  <a:cubicBezTo>
                    <a:pt x="1" y="5"/>
                    <a:pt x="1" y="2"/>
                    <a:pt x="2"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34" name="Freeform 33"/>
            <p:cNvSpPr>
              <a:spLocks/>
            </p:cNvSpPr>
            <p:nvPr/>
          </p:nvSpPr>
          <p:spPr bwMode="auto">
            <a:xfrm>
              <a:off x="5497513" y="2563813"/>
              <a:ext cx="84138" cy="176213"/>
            </a:xfrm>
            <a:custGeom>
              <a:avLst/>
              <a:gdLst>
                <a:gd name="T0" fmla="*/ 13 w 52"/>
                <a:gd name="T1" fmla="*/ 0 h 109"/>
                <a:gd name="T2" fmla="*/ 5 w 52"/>
                <a:gd name="T3" fmla="*/ 108 h 109"/>
                <a:gd name="T4" fmla="*/ 15 w 52"/>
                <a:gd name="T5" fmla="*/ 109 h 109"/>
                <a:gd name="T6" fmla="*/ 38 w 52"/>
                <a:gd name="T7" fmla="*/ 102 h 109"/>
                <a:gd name="T8" fmla="*/ 28 w 52"/>
                <a:gd name="T9" fmla="*/ 73 h 109"/>
                <a:gd name="T10" fmla="*/ 36 w 52"/>
                <a:gd name="T11" fmla="*/ 52 h 109"/>
                <a:gd name="T12" fmla="*/ 14 w 52"/>
                <a:gd name="T13" fmla="*/ 43 h 109"/>
                <a:gd name="T14" fmla="*/ 13 w 52"/>
                <a:gd name="T15" fmla="*/ 43 h 109"/>
                <a:gd name="T16" fmla="*/ 15 w 52"/>
                <a:gd name="T17" fmla="*/ 1 h 109"/>
                <a:gd name="T18" fmla="*/ 13 w 52"/>
                <a:gd name="T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09">
                  <a:moveTo>
                    <a:pt x="13" y="0"/>
                  </a:moveTo>
                  <a:cubicBezTo>
                    <a:pt x="2" y="32"/>
                    <a:pt x="0" y="70"/>
                    <a:pt x="5" y="108"/>
                  </a:cubicBezTo>
                  <a:cubicBezTo>
                    <a:pt x="8" y="109"/>
                    <a:pt x="12" y="109"/>
                    <a:pt x="15" y="109"/>
                  </a:cubicBezTo>
                  <a:cubicBezTo>
                    <a:pt x="24" y="109"/>
                    <a:pt x="32" y="107"/>
                    <a:pt x="38" y="102"/>
                  </a:cubicBezTo>
                  <a:cubicBezTo>
                    <a:pt x="52" y="89"/>
                    <a:pt x="41" y="78"/>
                    <a:pt x="28" y="73"/>
                  </a:cubicBezTo>
                  <a:cubicBezTo>
                    <a:pt x="34" y="67"/>
                    <a:pt x="40" y="59"/>
                    <a:pt x="36" y="52"/>
                  </a:cubicBezTo>
                  <a:cubicBezTo>
                    <a:pt x="33" y="44"/>
                    <a:pt x="23" y="43"/>
                    <a:pt x="14" y="43"/>
                  </a:cubicBezTo>
                  <a:cubicBezTo>
                    <a:pt x="13" y="43"/>
                    <a:pt x="13" y="43"/>
                    <a:pt x="13" y="43"/>
                  </a:cubicBezTo>
                  <a:cubicBezTo>
                    <a:pt x="18" y="29"/>
                    <a:pt x="31" y="11"/>
                    <a:pt x="15" y="1"/>
                  </a:cubicBezTo>
                  <a:cubicBezTo>
                    <a:pt x="14" y="1"/>
                    <a:pt x="14" y="0"/>
                    <a:pt x="13"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35" name="Freeform 34"/>
            <p:cNvSpPr>
              <a:spLocks noEditPoints="1"/>
            </p:cNvSpPr>
            <p:nvPr/>
          </p:nvSpPr>
          <p:spPr bwMode="auto">
            <a:xfrm>
              <a:off x="5318126" y="2549526"/>
              <a:ext cx="200025" cy="268288"/>
            </a:xfrm>
            <a:custGeom>
              <a:avLst/>
              <a:gdLst>
                <a:gd name="T0" fmla="*/ 60 w 123"/>
                <a:gd name="T1" fmla="*/ 57 h 165"/>
                <a:gd name="T2" fmla="*/ 60 w 123"/>
                <a:gd name="T3" fmla="*/ 56 h 165"/>
                <a:gd name="T4" fmla="*/ 61 w 123"/>
                <a:gd name="T5" fmla="*/ 57 h 165"/>
                <a:gd name="T6" fmla="*/ 61 w 123"/>
                <a:gd name="T7" fmla="*/ 57 h 165"/>
                <a:gd name="T8" fmla="*/ 60 w 123"/>
                <a:gd name="T9" fmla="*/ 57 h 165"/>
                <a:gd name="T10" fmla="*/ 87 w 123"/>
                <a:gd name="T11" fmla="*/ 0 h 165"/>
                <a:gd name="T12" fmla="*/ 85 w 123"/>
                <a:gd name="T13" fmla="*/ 0 h 165"/>
                <a:gd name="T14" fmla="*/ 57 w 123"/>
                <a:gd name="T15" fmla="*/ 51 h 165"/>
                <a:gd name="T16" fmla="*/ 11 w 123"/>
                <a:gd name="T17" fmla="*/ 91 h 165"/>
                <a:gd name="T18" fmla="*/ 2 w 123"/>
                <a:gd name="T19" fmla="*/ 144 h 165"/>
                <a:gd name="T20" fmla="*/ 1 w 123"/>
                <a:gd name="T21" fmla="*/ 157 h 165"/>
                <a:gd name="T22" fmla="*/ 0 w 123"/>
                <a:gd name="T23" fmla="*/ 165 h 165"/>
                <a:gd name="T24" fmla="*/ 69 w 123"/>
                <a:gd name="T25" fmla="*/ 100 h 165"/>
                <a:gd name="T26" fmla="*/ 78 w 123"/>
                <a:gd name="T27" fmla="*/ 103 h 165"/>
                <a:gd name="T28" fmla="*/ 115 w 123"/>
                <a:gd name="T29" fmla="*/ 116 h 165"/>
                <a:gd name="T30" fmla="*/ 123 w 123"/>
                <a:gd name="T31" fmla="*/ 8 h 165"/>
                <a:gd name="T32" fmla="*/ 119 w 123"/>
                <a:gd name="T33" fmla="*/ 7 h 165"/>
                <a:gd name="T34" fmla="*/ 96 w 123"/>
                <a:gd name="T35" fmla="*/ 22 h 165"/>
                <a:gd name="T36" fmla="*/ 87 w 123"/>
                <a:gd name="T3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65">
                  <a:moveTo>
                    <a:pt x="60" y="57"/>
                  </a:moveTo>
                  <a:cubicBezTo>
                    <a:pt x="60" y="56"/>
                    <a:pt x="60" y="56"/>
                    <a:pt x="60" y="56"/>
                  </a:cubicBezTo>
                  <a:cubicBezTo>
                    <a:pt x="61" y="56"/>
                    <a:pt x="61" y="56"/>
                    <a:pt x="61" y="57"/>
                  </a:cubicBezTo>
                  <a:cubicBezTo>
                    <a:pt x="61" y="57"/>
                    <a:pt x="61" y="57"/>
                    <a:pt x="61" y="57"/>
                  </a:cubicBezTo>
                  <a:cubicBezTo>
                    <a:pt x="61" y="57"/>
                    <a:pt x="61" y="57"/>
                    <a:pt x="60" y="57"/>
                  </a:cubicBezTo>
                  <a:moveTo>
                    <a:pt x="87" y="0"/>
                  </a:moveTo>
                  <a:cubicBezTo>
                    <a:pt x="86" y="0"/>
                    <a:pt x="86" y="0"/>
                    <a:pt x="85" y="0"/>
                  </a:cubicBezTo>
                  <a:cubicBezTo>
                    <a:pt x="63" y="4"/>
                    <a:pt x="63" y="34"/>
                    <a:pt x="57" y="51"/>
                  </a:cubicBezTo>
                  <a:cubicBezTo>
                    <a:pt x="40" y="65"/>
                    <a:pt x="25" y="78"/>
                    <a:pt x="11" y="91"/>
                  </a:cubicBezTo>
                  <a:cubicBezTo>
                    <a:pt x="9" y="109"/>
                    <a:pt x="5" y="126"/>
                    <a:pt x="2" y="144"/>
                  </a:cubicBezTo>
                  <a:cubicBezTo>
                    <a:pt x="2" y="149"/>
                    <a:pt x="1" y="153"/>
                    <a:pt x="1" y="157"/>
                  </a:cubicBezTo>
                  <a:cubicBezTo>
                    <a:pt x="0" y="159"/>
                    <a:pt x="0" y="162"/>
                    <a:pt x="0" y="165"/>
                  </a:cubicBezTo>
                  <a:cubicBezTo>
                    <a:pt x="38" y="124"/>
                    <a:pt x="69" y="100"/>
                    <a:pt x="69" y="100"/>
                  </a:cubicBezTo>
                  <a:cubicBezTo>
                    <a:pt x="69" y="100"/>
                    <a:pt x="75" y="101"/>
                    <a:pt x="78" y="103"/>
                  </a:cubicBezTo>
                  <a:cubicBezTo>
                    <a:pt x="86" y="108"/>
                    <a:pt x="101" y="114"/>
                    <a:pt x="115" y="116"/>
                  </a:cubicBezTo>
                  <a:cubicBezTo>
                    <a:pt x="110" y="78"/>
                    <a:pt x="112" y="40"/>
                    <a:pt x="123" y="8"/>
                  </a:cubicBezTo>
                  <a:cubicBezTo>
                    <a:pt x="121" y="7"/>
                    <a:pt x="120" y="7"/>
                    <a:pt x="119" y="7"/>
                  </a:cubicBezTo>
                  <a:cubicBezTo>
                    <a:pt x="111" y="7"/>
                    <a:pt x="103" y="15"/>
                    <a:pt x="96" y="22"/>
                  </a:cubicBezTo>
                  <a:cubicBezTo>
                    <a:pt x="96" y="12"/>
                    <a:pt x="95" y="0"/>
                    <a:pt x="87"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36" name="Freeform 35"/>
            <p:cNvSpPr>
              <a:spLocks/>
            </p:cNvSpPr>
            <p:nvPr/>
          </p:nvSpPr>
          <p:spPr bwMode="auto">
            <a:xfrm>
              <a:off x="5394326" y="2527301"/>
              <a:ext cx="174625" cy="204788"/>
            </a:xfrm>
            <a:custGeom>
              <a:avLst/>
              <a:gdLst>
                <a:gd name="T0" fmla="*/ 82 w 107"/>
                <a:gd name="T1" fmla="*/ 82 h 126"/>
                <a:gd name="T2" fmla="*/ 91 w 107"/>
                <a:gd name="T3" fmla="*/ 61 h 126"/>
                <a:gd name="T4" fmla="*/ 67 w 107"/>
                <a:gd name="T5" fmla="*/ 52 h 126"/>
                <a:gd name="T6" fmla="*/ 70 w 107"/>
                <a:gd name="T7" fmla="*/ 10 h 126"/>
                <a:gd name="T8" fmla="*/ 41 w 107"/>
                <a:gd name="T9" fmla="*/ 23 h 126"/>
                <a:gd name="T10" fmla="*/ 30 w 107"/>
                <a:gd name="T11" fmla="*/ 1 h 126"/>
                <a:gd name="T12" fmla="*/ 0 w 107"/>
                <a:gd name="T13" fmla="*/ 56 h 126"/>
                <a:gd name="T14" fmla="*/ 21 w 107"/>
                <a:gd name="T15" fmla="*/ 98 h 126"/>
                <a:gd name="T16" fmla="*/ 93 w 107"/>
                <a:gd name="T17" fmla="*/ 111 h 126"/>
                <a:gd name="T18" fmla="*/ 82 w 107"/>
                <a:gd name="T19" fmla="*/ 8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26">
                  <a:moveTo>
                    <a:pt x="82" y="82"/>
                  </a:moveTo>
                  <a:cubicBezTo>
                    <a:pt x="88" y="76"/>
                    <a:pt x="94" y="69"/>
                    <a:pt x="91" y="61"/>
                  </a:cubicBezTo>
                  <a:cubicBezTo>
                    <a:pt x="87" y="53"/>
                    <a:pt x="77" y="52"/>
                    <a:pt x="67" y="52"/>
                  </a:cubicBezTo>
                  <a:cubicBezTo>
                    <a:pt x="72" y="38"/>
                    <a:pt x="86" y="20"/>
                    <a:pt x="70" y="10"/>
                  </a:cubicBezTo>
                  <a:cubicBezTo>
                    <a:pt x="60" y="4"/>
                    <a:pt x="49" y="14"/>
                    <a:pt x="41" y="23"/>
                  </a:cubicBezTo>
                  <a:cubicBezTo>
                    <a:pt x="41" y="13"/>
                    <a:pt x="39" y="0"/>
                    <a:pt x="30" y="1"/>
                  </a:cubicBezTo>
                  <a:cubicBezTo>
                    <a:pt x="6" y="5"/>
                    <a:pt x="8" y="39"/>
                    <a:pt x="0" y="56"/>
                  </a:cubicBezTo>
                  <a:cubicBezTo>
                    <a:pt x="2" y="55"/>
                    <a:pt x="11" y="87"/>
                    <a:pt x="21" y="98"/>
                  </a:cubicBezTo>
                  <a:cubicBezTo>
                    <a:pt x="20" y="100"/>
                    <a:pt x="76" y="126"/>
                    <a:pt x="93" y="111"/>
                  </a:cubicBezTo>
                  <a:cubicBezTo>
                    <a:pt x="107" y="99"/>
                    <a:pt x="95" y="88"/>
                    <a:pt x="82" y="82"/>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37" name="Freeform 36"/>
            <p:cNvSpPr>
              <a:spLocks/>
            </p:cNvSpPr>
            <p:nvPr/>
          </p:nvSpPr>
          <p:spPr bwMode="auto">
            <a:xfrm>
              <a:off x="5075238" y="2611438"/>
              <a:ext cx="358775" cy="1035050"/>
            </a:xfrm>
            <a:custGeom>
              <a:avLst/>
              <a:gdLst>
                <a:gd name="T0" fmla="*/ 217 w 221"/>
                <a:gd name="T1" fmla="*/ 46 h 638"/>
                <a:gd name="T2" fmla="*/ 67 w 221"/>
                <a:gd name="T3" fmla="*/ 266 h 638"/>
                <a:gd name="T4" fmla="*/ 221 w 221"/>
                <a:gd name="T5" fmla="*/ 588 h 638"/>
                <a:gd name="T6" fmla="*/ 190 w 221"/>
                <a:gd name="T7" fmla="*/ 638 h 638"/>
                <a:gd name="T8" fmla="*/ 11 w 221"/>
                <a:gd name="T9" fmla="*/ 300 h 638"/>
                <a:gd name="T10" fmla="*/ 199 w 221"/>
                <a:gd name="T11" fmla="*/ 0 h 638"/>
              </a:gdLst>
              <a:ahLst/>
              <a:cxnLst>
                <a:cxn ang="0">
                  <a:pos x="T0" y="T1"/>
                </a:cxn>
                <a:cxn ang="0">
                  <a:pos x="T2" y="T3"/>
                </a:cxn>
                <a:cxn ang="0">
                  <a:pos x="T4" y="T5"/>
                </a:cxn>
                <a:cxn ang="0">
                  <a:pos x="T6" y="T7"/>
                </a:cxn>
                <a:cxn ang="0">
                  <a:pos x="T8" y="T9"/>
                </a:cxn>
                <a:cxn ang="0">
                  <a:pos x="T10" y="T11"/>
                </a:cxn>
              </a:cxnLst>
              <a:rect l="0" t="0" r="r" b="b"/>
              <a:pathLst>
                <a:path w="221" h="638">
                  <a:moveTo>
                    <a:pt x="217" y="46"/>
                  </a:moveTo>
                  <a:cubicBezTo>
                    <a:pt x="217" y="46"/>
                    <a:pt x="61" y="163"/>
                    <a:pt x="67" y="266"/>
                  </a:cubicBezTo>
                  <a:cubicBezTo>
                    <a:pt x="73" y="369"/>
                    <a:pt x="221" y="588"/>
                    <a:pt x="221" y="588"/>
                  </a:cubicBezTo>
                  <a:cubicBezTo>
                    <a:pt x="190" y="638"/>
                    <a:pt x="190" y="638"/>
                    <a:pt x="190" y="638"/>
                  </a:cubicBezTo>
                  <a:cubicBezTo>
                    <a:pt x="190" y="638"/>
                    <a:pt x="21" y="412"/>
                    <a:pt x="11" y="300"/>
                  </a:cubicBezTo>
                  <a:cubicBezTo>
                    <a:pt x="0" y="189"/>
                    <a:pt x="54" y="121"/>
                    <a:pt x="199" y="0"/>
                  </a:cubicBezTo>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38" name="Freeform 37"/>
            <p:cNvSpPr>
              <a:spLocks/>
            </p:cNvSpPr>
            <p:nvPr/>
          </p:nvSpPr>
          <p:spPr bwMode="auto">
            <a:xfrm>
              <a:off x="6657976" y="2627313"/>
              <a:ext cx="6350" cy="66675"/>
            </a:xfrm>
            <a:custGeom>
              <a:avLst/>
              <a:gdLst>
                <a:gd name="T0" fmla="*/ 0 w 4"/>
                <a:gd name="T1" fmla="*/ 0 h 41"/>
                <a:gd name="T2" fmla="*/ 3 w 4"/>
                <a:gd name="T3" fmla="*/ 41 h 41"/>
                <a:gd name="T4" fmla="*/ 3 w 4"/>
                <a:gd name="T5" fmla="*/ 13 h 41"/>
                <a:gd name="T6" fmla="*/ 1 w 4"/>
                <a:gd name="T7" fmla="*/ 3 h 41"/>
                <a:gd name="T8" fmla="*/ 1 w 4"/>
                <a:gd name="T9" fmla="*/ 2 h 41"/>
                <a:gd name="T10" fmla="*/ 0 w 4"/>
                <a:gd name="T11" fmla="*/ 0 h 41"/>
              </a:gdLst>
              <a:ahLst/>
              <a:cxnLst>
                <a:cxn ang="0">
                  <a:pos x="T0" y="T1"/>
                </a:cxn>
                <a:cxn ang="0">
                  <a:pos x="T2" y="T3"/>
                </a:cxn>
                <a:cxn ang="0">
                  <a:pos x="T4" y="T5"/>
                </a:cxn>
                <a:cxn ang="0">
                  <a:pos x="T6" y="T7"/>
                </a:cxn>
                <a:cxn ang="0">
                  <a:pos x="T8" y="T9"/>
                </a:cxn>
                <a:cxn ang="0">
                  <a:pos x="T10" y="T11"/>
                </a:cxn>
              </a:cxnLst>
              <a:rect l="0" t="0" r="r" b="b"/>
              <a:pathLst>
                <a:path w="4" h="41">
                  <a:moveTo>
                    <a:pt x="0" y="0"/>
                  </a:moveTo>
                  <a:cubicBezTo>
                    <a:pt x="1" y="13"/>
                    <a:pt x="2" y="27"/>
                    <a:pt x="3" y="41"/>
                  </a:cubicBezTo>
                  <a:cubicBezTo>
                    <a:pt x="3" y="32"/>
                    <a:pt x="4" y="23"/>
                    <a:pt x="3" y="13"/>
                  </a:cubicBezTo>
                  <a:cubicBezTo>
                    <a:pt x="2" y="10"/>
                    <a:pt x="1" y="7"/>
                    <a:pt x="1" y="3"/>
                  </a:cubicBezTo>
                  <a:cubicBezTo>
                    <a:pt x="1" y="3"/>
                    <a:pt x="1" y="2"/>
                    <a:pt x="1" y="2"/>
                  </a:cubicBezTo>
                  <a:cubicBezTo>
                    <a:pt x="0" y="1"/>
                    <a:pt x="0" y="0"/>
                    <a:pt x="0"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39" name="Freeform 38"/>
            <p:cNvSpPr>
              <a:spLocks noEditPoints="1"/>
            </p:cNvSpPr>
            <p:nvPr/>
          </p:nvSpPr>
          <p:spPr bwMode="auto">
            <a:xfrm>
              <a:off x="6488113" y="2578101"/>
              <a:ext cx="28575" cy="69850"/>
            </a:xfrm>
            <a:custGeom>
              <a:avLst/>
              <a:gdLst>
                <a:gd name="T0" fmla="*/ 10 w 17"/>
                <a:gd name="T1" fmla="*/ 21 h 43"/>
                <a:gd name="T2" fmla="*/ 8 w 17"/>
                <a:gd name="T3" fmla="*/ 35 h 43"/>
                <a:gd name="T4" fmla="*/ 17 w 17"/>
                <a:gd name="T5" fmla="*/ 43 h 43"/>
                <a:gd name="T6" fmla="*/ 10 w 17"/>
                <a:gd name="T7" fmla="*/ 21 h 43"/>
                <a:gd name="T8" fmla="*/ 2 w 17"/>
                <a:gd name="T9" fmla="*/ 0 h 43"/>
                <a:gd name="T10" fmla="*/ 7 w 17"/>
                <a:gd name="T11" fmla="*/ 13 h 43"/>
                <a:gd name="T12" fmla="*/ 2 w 1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 h="43">
                  <a:moveTo>
                    <a:pt x="10" y="21"/>
                  </a:moveTo>
                  <a:cubicBezTo>
                    <a:pt x="7" y="24"/>
                    <a:pt x="5" y="28"/>
                    <a:pt x="8" y="35"/>
                  </a:cubicBezTo>
                  <a:cubicBezTo>
                    <a:pt x="10" y="39"/>
                    <a:pt x="13" y="41"/>
                    <a:pt x="17" y="43"/>
                  </a:cubicBezTo>
                  <a:cubicBezTo>
                    <a:pt x="15" y="35"/>
                    <a:pt x="13" y="28"/>
                    <a:pt x="10" y="21"/>
                  </a:cubicBezTo>
                  <a:moveTo>
                    <a:pt x="2" y="0"/>
                  </a:moveTo>
                  <a:cubicBezTo>
                    <a:pt x="0" y="6"/>
                    <a:pt x="2" y="10"/>
                    <a:pt x="7" y="13"/>
                  </a:cubicBezTo>
                  <a:cubicBezTo>
                    <a:pt x="5" y="9"/>
                    <a:pt x="4" y="4"/>
                    <a:pt x="2"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40" name="Freeform 39"/>
            <p:cNvSpPr>
              <a:spLocks/>
            </p:cNvSpPr>
            <p:nvPr/>
          </p:nvSpPr>
          <p:spPr bwMode="auto">
            <a:xfrm>
              <a:off x="6491288" y="2517776"/>
              <a:ext cx="173038" cy="198438"/>
            </a:xfrm>
            <a:custGeom>
              <a:avLst/>
              <a:gdLst>
                <a:gd name="T0" fmla="*/ 31 w 106"/>
                <a:gd name="T1" fmla="*/ 0 h 122"/>
                <a:gd name="T2" fmla="*/ 21 w 106"/>
                <a:gd name="T3" fmla="*/ 5 h 122"/>
                <a:gd name="T4" fmla="*/ 27 w 106"/>
                <a:gd name="T5" fmla="*/ 25 h 122"/>
                <a:gd name="T6" fmla="*/ 23 w 106"/>
                <a:gd name="T7" fmla="*/ 25 h 122"/>
                <a:gd name="T8" fmla="*/ 0 w 106"/>
                <a:gd name="T9" fmla="*/ 35 h 122"/>
                <a:gd name="T10" fmla="*/ 0 w 106"/>
                <a:gd name="T11" fmla="*/ 37 h 122"/>
                <a:gd name="T12" fmla="*/ 5 w 106"/>
                <a:gd name="T13" fmla="*/ 50 h 122"/>
                <a:gd name="T14" fmla="*/ 17 w 106"/>
                <a:gd name="T15" fmla="*/ 55 h 122"/>
                <a:gd name="T16" fmla="*/ 8 w 106"/>
                <a:gd name="T17" fmla="*/ 58 h 122"/>
                <a:gd name="T18" fmla="*/ 15 w 106"/>
                <a:gd name="T19" fmla="*/ 80 h 122"/>
                <a:gd name="T20" fmla="*/ 29 w 106"/>
                <a:gd name="T21" fmla="*/ 84 h 122"/>
                <a:gd name="T22" fmla="*/ 73 w 106"/>
                <a:gd name="T23" fmla="*/ 94 h 122"/>
                <a:gd name="T24" fmla="*/ 73 w 106"/>
                <a:gd name="T25" fmla="*/ 95 h 122"/>
                <a:gd name="T26" fmla="*/ 106 w 106"/>
                <a:gd name="T27" fmla="*/ 122 h 122"/>
                <a:gd name="T28" fmla="*/ 105 w 106"/>
                <a:gd name="T29" fmla="*/ 109 h 122"/>
                <a:gd name="T30" fmla="*/ 102 w 106"/>
                <a:gd name="T31" fmla="*/ 68 h 122"/>
                <a:gd name="T32" fmla="*/ 100 w 106"/>
                <a:gd name="T33" fmla="*/ 55 h 122"/>
                <a:gd name="T34" fmla="*/ 99 w 106"/>
                <a:gd name="T35" fmla="*/ 46 h 122"/>
                <a:gd name="T36" fmla="*/ 96 w 106"/>
                <a:gd name="T37" fmla="*/ 43 h 122"/>
                <a:gd name="T38" fmla="*/ 96 w 106"/>
                <a:gd name="T39" fmla="*/ 45 h 122"/>
                <a:gd name="T40" fmla="*/ 93 w 106"/>
                <a:gd name="T41" fmla="*/ 43 h 122"/>
                <a:gd name="T42" fmla="*/ 80 w 106"/>
                <a:gd name="T43" fmla="*/ 8 h 122"/>
                <a:gd name="T44" fmla="*/ 68 w 106"/>
                <a:gd name="T45" fmla="*/ 3 h 122"/>
                <a:gd name="T46" fmla="*/ 66 w 106"/>
                <a:gd name="T47" fmla="*/ 3 h 122"/>
                <a:gd name="T48" fmla="*/ 65 w 106"/>
                <a:gd name="T49" fmla="*/ 3 h 122"/>
                <a:gd name="T50" fmla="*/ 63 w 106"/>
                <a:gd name="T51" fmla="*/ 3 h 122"/>
                <a:gd name="T52" fmla="*/ 60 w 106"/>
                <a:gd name="T53" fmla="*/ 5 h 122"/>
                <a:gd name="T54" fmla="*/ 55 w 106"/>
                <a:gd name="T55" fmla="*/ 14 h 122"/>
                <a:gd name="T56" fmla="*/ 31 w 106"/>
                <a:gd name="T5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6" h="122">
                  <a:moveTo>
                    <a:pt x="31" y="0"/>
                  </a:moveTo>
                  <a:cubicBezTo>
                    <a:pt x="27" y="0"/>
                    <a:pt x="24" y="1"/>
                    <a:pt x="21" y="5"/>
                  </a:cubicBezTo>
                  <a:cubicBezTo>
                    <a:pt x="16" y="11"/>
                    <a:pt x="21" y="19"/>
                    <a:pt x="27" y="25"/>
                  </a:cubicBezTo>
                  <a:cubicBezTo>
                    <a:pt x="26" y="25"/>
                    <a:pt x="25" y="25"/>
                    <a:pt x="23" y="25"/>
                  </a:cubicBezTo>
                  <a:cubicBezTo>
                    <a:pt x="13" y="25"/>
                    <a:pt x="4" y="27"/>
                    <a:pt x="0" y="35"/>
                  </a:cubicBezTo>
                  <a:cubicBezTo>
                    <a:pt x="0" y="36"/>
                    <a:pt x="0" y="36"/>
                    <a:pt x="0" y="37"/>
                  </a:cubicBezTo>
                  <a:cubicBezTo>
                    <a:pt x="2" y="41"/>
                    <a:pt x="3" y="46"/>
                    <a:pt x="5" y="50"/>
                  </a:cubicBezTo>
                  <a:cubicBezTo>
                    <a:pt x="8" y="52"/>
                    <a:pt x="12" y="53"/>
                    <a:pt x="17" y="55"/>
                  </a:cubicBezTo>
                  <a:cubicBezTo>
                    <a:pt x="13" y="55"/>
                    <a:pt x="10" y="56"/>
                    <a:pt x="8" y="58"/>
                  </a:cubicBezTo>
                  <a:cubicBezTo>
                    <a:pt x="11" y="65"/>
                    <a:pt x="13" y="72"/>
                    <a:pt x="15" y="80"/>
                  </a:cubicBezTo>
                  <a:cubicBezTo>
                    <a:pt x="19" y="82"/>
                    <a:pt x="24" y="83"/>
                    <a:pt x="29" y="84"/>
                  </a:cubicBezTo>
                  <a:cubicBezTo>
                    <a:pt x="42" y="88"/>
                    <a:pt x="58" y="92"/>
                    <a:pt x="73" y="94"/>
                  </a:cubicBezTo>
                  <a:cubicBezTo>
                    <a:pt x="73" y="95"/>
                    <a:pt x="73" y="95"/>
                    <a:pt x="73" y="95"/>
                  </a:cubicBezTo>
                  <a:cubicBezTo>
                    <a:pt x="73" y="95"/>
                    <a:pt x="85" y="105"/>
                    <a:pt x="106" y="122"/>
                  </a:cubicBezTo>
                  <a:cubicBezTo>
                    <a:pt x="106" y="117"/>
                    <a:pt x="106" y="113"/>
                    <a:pt x="105" y="109"/>
                  </a:cubicBezTo>
                  <a:cubicBezTo>
                    <a:pt x="104" y="95"/>
                    <a:pt x="103" y="81"/>
                    <a:pt x="102" y="68"/>
                  </a:cubicBezTo>
                  <a:cubicBezTo>
                    <a:pt x="101" y="64"/>
                    <a:pt x="100" y="60"/>
                    <a:pt x="100" y="55"/>
                  </a:cubicBezTo>
                  <a:cubicBezTo>
                    <a:pt x="100" y="52"/>
                    <a:pt x="100" y="49"/>
                    <a:pt x="99" y="46"/>
                  </a:cubicBezTo>
                  <a:cubicBezTo>
                    <a:pt x="98" y="45"/>
                    <a:pt x="97" y="44"/>
                    <a:pt x="96" y="43"/>
                  </a:cubicBezTo>
                  <a:cubicBezTo>
                    <a:pt x="96" y="45"/>
                    <a:pt x="96" y="45"/>
                    <a:pt x="96" y="45"/>
                  </a:cubicBezTo>
                  <a:cubicBezTo>
                    <a:pt x="95" y="44"/>
                    <a:pt x="94" y="44"/>
                    <a:pt x="93" y="43"/>
                  </a:cubicBezTo>
                  <a:cubicBezTo>
                    <a:pt x="94" y="31"/>
                    <a:pt x="87" y="16"/>
                    <a:pt x="80" y="8"/>
                  </a:cubicBezTo>
                  <a:cubicBezTo>
                    <a:pt x="76" y="5"/>
                    <a:pt x="72" y="3"/>
                    <a:pt x="68" y="3"/>
                  </a:cubicBezTo>
                  <a:cubicBezTo>
                    <a:pt x="67" y="3"/>
                    <a:pt x="66" y="3"/>
                    <a:pt x="66" y="3"/>
                  </a:cubicBezTo>
                  <a:cubicBezTo>
                    <a:pt x="65" y="3"/>
                    <a:pt x="65" y="3"/>
                    <a:pt x="65" y="3"/>
                  </a:cubicBezTo>
                  <a:cubicBezTo>
                    <a:pt x="64" y="3"/>
                    <a:pt x="64" y="3"/>
                    <a:pt x="63" y="3"/>
                  </a:cubicBezTo>
                  <a:cubicBezTo>
                    <a:pt x="62" y="4"/>
                    <a:pt x="61" y="4"/>
                    <a:pt x="60" y="5"/>
                  </a:cubicBezTo>
                  <a:cubicBezTo>
                    <a:pt x="57" y="7"/>
                    <a:pt x="56" y="11"/>
                    <a:pt x="55" y="14"/>
                  </a:cubicBezTo>
                  <a:cubicBezTo>
                    <a:pt x="48" y="7"/>
                    <a:pt x="39" y="0"/>
                    <a:pt x="31"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41" name="Freeform 40"/>
            <p:cNvSpPr>
              <a:spLocks/>
            </p:cNvSpPr>
            <p:nvPr/>
          </p:nvSpPr>
          <p:spPr bwMode="auto">
            <a:xfrm>
              <a:off x="6483351" y="2487613"/>
              <a:ext cx="165100" cy="163513"/>
            </a:xfrm>
            <a:custGeom>
              <a:avLst/>
              <a:gdLst>
                <a:gd name="T0" fmla="*/ 98 w 101"/>
                <a:gd name="T1" fmla="*/ 49 h 101"/>
                <a:gd name="T2" fmla="*/ 85 w 101"/>
                <a:gd name="T3" fmla="*/ 15 h 101"/>
                <a:gd name="T4" fmla="*/ 71 w 101"/>
                <a:gd name="T5" fmla="*/ 9 h 101"/>
                <a:gd name="T6" fmla="*/ 68 w 101"/>
                <a:gd name="T7" fmla="*/ 10 h 101"/>
                <a:gd name="T8" fmla="*/ 65 w 101"/>
                <a:gd name="T9" fmla="*/ 11 h 101"/>
                <a:gd name="T10" fmla="*/ 60 w 101"/>
                <a:gd name="T11" fmla="*/ 21 h 101"/>
                <a:gd name="T12" fmla="*/ 26 w 101"/>
                <a:gd name="T13" fmla="*/ 11 h 101"/>
                <a:gd name="T14" fmla="*/ 32 w 101"/>
                <a:gd name="T15" fmla="*/ 32 h 101"/>
                <a:gd name="T16" fmla="*/ 5 w 101"/>
                <a:gd name="T17" fmla="*/ 42 h 101"/>
                <a:gd name="T18" fmla="*/ 22 w 101"/>
                <a:gd name="T19" fmla="*/ 61 h 101"/>
                <a:gd name="T20" fmla="*/ 11 w 101"/>
                <a:gd name="T21" fmla="*/ 78 h 101"/>
                <a:gd name="T22" fmla="*/ 34 w 101"/>
                <a:gd name="T23" fmla="*/ 90 h 101"/>
                <a:gd name="T24" fmla="*/ 78 w 101"/>
                <a:gd name="T25" fmla="*/ 101 h 101"/>
                <a:gd name="T26" fmla="*/ 101 w 101"/>
                <a:gd name="T27" fmla="*/ 51 h 101"/>
                <a:gd name="T28" fmla="*/ 98 w 101"/>
                <a:gd name="T29" fmla="*/ 4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1">
                  <a:moveTo>
                    <a:pt x="98" y="49"/>
                  </a:moveTo>
                  <a:cubicBezTo>
                    <a:pt x="99" y="37"/>
                    <a:pt x="92" y="23"/>
                    <a:pt x="85" y="15"/>
                  </a:cubicBezTo>
                  <a:cubicBezTo>
                    <a:pt x="81" y="11"/>
                    <a:pt x="76" y="8"/>
                    <a:pt x="71" y="9"/>
                  </a:cubicBezTo>
                  <a:cubicBezTo>
                    <a:pt x="70" y="9"/>
                    <a:pt x="69" y="9"/>
                    <a:pt x="68" y="10"/>
                  </a:cubicBezTo>
                  <a:cubicBezTo>
                    <a:pt x="67" y="10"/>
                    <a:pt x="66" y="11"/>
                    <a:pt x="65" y="11"/>
                  </a:cubicBezTo>
                  <a:cubicBezTo>
                    <a:pt x="62" y="13"/>
                    <a:pt x="61" y="17"/>
                    <a:pt x="60" y="21"/>
                  </a:cubicBezTo>
                  <a:cubicBezTo>
                    <a:pt x="50" y="11"/>
                    <a:pt x="35" y="0"/>
                    <a:pt x="26" y="11"/>
                  </a:cubicBezTo>
                  <a:cubicBezTo>
                    <a:pt x="21" y="17"/>
                    <a:pt x="26" y="25"/>
                    <a:pt x="32" y="32"/>
                  </a:cubicBezTo>
                  <a:cubicBezTo>
                    <a:pt x="21" y="31"/>
                    <a:pt x="9" y="32"/>
                    <a:pt x="5" y="42"/>
                  </a:cubicBezTo>
                  <a:cubicBezTo>
                    <a:pt x="0" y="53"/>
                    <a:pt x="11" y="58"/>
                    <a:pt x="22" y="61"/>
                  </a:cubicBezTo>
                  <a:cubicBezTo>
                    <a:pt x="13" y="63"/>
                    <a:pt x="6" y="68"/>
                    <a:pt x="11" y="78"/>
                  </a:cubicBezTo>
                  <a:cubicBezTo>
                    <a:pt x="15" y="86"/>
                    <a:pt x="26" y="88"/>
                    <a:pt x="34" y="90"/>
                  </a:cubicBezTo>
                  <a:cubicBezTo>
                    <a:pt x="47" y="94"/>
                    <a:pt x="63" y="99"/>
                    <a:pt x="78" y="101"/>
                  </a:cubicBezTo>
                  <a:cubicBezTo>
                    <a:pt x="101" y="51"/>
                    <a:pt x="101" y="51"/>
                    <a:pt x="101" y="51"/>
                  </a:cubicBezTo>
                  <a:cubicBezTo>
                    <a:pt x="100" y="51"/>
                    <a:pt x="99" y="50"/>
                    <a:pt x="98" y="4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42" name="Freeform 41"/>
            <p:cNvSpPr>
              <a:spLocks/>
            </p:cNvSpPr>
            <p:nvPr/>
          </p:nvSpPr>
          <p:spPr bwMode="auto">
            <a:xfrm>
              <a:off x="6607176" y="2566988"/>
              <a:ext cx="365125" cy="1079500"/>
            </a:xfrm>
            <a:custGeom>
              <a:avLst/>
              <a:gdLst>
                <a:gd name="T0" fmla="*/ 25 w 225"/>
                <a:gd name="T1" fmla="*/ 0 h 666"/>
                <a:gd name="T2" fmla="*/ 25 w 225"/>
                <a:gd name="T3" fmla="*/ 2 h 666"/>
                <a:gd name="T4" fmla="*/ 2 w 225"/>
                <a:gd name="T5" fmla="*/ 52 h 666"/>
                <a:gd name="T6" fmla="*/ 2 w 225"/>
                <a:gd name="T7" fmla="*/ 52 h 666"/>
                <a:gd name="T8" fmla="*/ 158 w 225"/>
                <a:gd name="T9" fmla="*/ 264 h 666"/>
                <a:gd name="T10" fmla="*/ 0 w 225"/>
                <a:gd name="T11" fmla="*/ 616 h 666"/>
                <a:gd name="T12" fmla="*/ 30 w 225"/>
                <a:gd name="T13" fmla="*/ 666 h 666"/>
                <a:gd name="T14" fmla="*/ 214 w 225"/>
                <a:gd name="T15" fmla="*/ 299 h 666"/>
                <a:gd name="T16" fmla="*/ 25 w 225"/>
                <a:gd name="T1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666">
                  <a:moveTo>
                    <a:pt x="25" y="0"/>
                  </a:moveTo>
                  <a:cubicBezTo>
                    <a:pt x="25" y="2"/>
                    <a:pt x="25" y="2"/>
                    <a:pt x="25" y="2"/>
                  </a:cubicBezTo>
                  <a:cubicBezTo>
                    <a:pt x="2" y="52"/>
                    <a:pt x="2" y="52"/>
                    <a:pt x="2" y="52"/>
                  </a:cubicBezTo>
                  <a:cubicBezTo>
                    <a:pt x="2" y="52"/>
                    <a:pt x="2" y="52"/>
                    <a:pt x="2" y="52"/>
                  </a:cubicBezTo>
                  <a:cubicBezTo>
                    <a:pt x="2" y="52"/>
                    <a:pt x="164" y="161"/>
                    <a:pt x="158" y="264"/>
                  </a:cubicBezTo>
                  <a:cubicBezTo>
                    <a:pt x="152" y="367"/>
                    <a:pt x="0" y="616"/>
                    <a:pt x="0" y="616"/>
                  </a:cubicBezTo>
                  <a:cubicBezTo>
                    <a:pt x="30" y="666"/>
                    <a:pt x="30" y="666"/>
                    <a:pt x="30" y="666"/>
                  </a:cubicBezTo>
                  <a:cubicBezTo>
                    <a:pt x="30" y="666"/>
                    <a:pt x="204" y="410"/>
                    <a:pt x="214" y="299"/>
                  </a:cubicBezTo>
                  <a:cubicBezTo>
                    <a:pt x="225" y="187"/>
                    <a:pt x="170" y="121"/>
                    <a:pt x="25" y="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43" name="Freeform 42"/>
            <p:cNvSpPr>
              <a:spLocks/>
            </p:cNvSpPr>
            <p:nvPr/>
          </p:nvSpPr>
          <p:spPr bwMode="auto">
            <a:xfrm>
              <a:off x="5969001" y="3373438"/>
              <a:ext cx="201613" cy="733425"/>
            </a:xfrm>
            <a:custGeom>
              <a:avLst/>
              <a:gdLst>
                <a:gd name="T0" fmla="*/ 37 w 124"/>
                <a:gd name="T1" fmla="*/ 70 h 452"/>
                <a:gd name="T2" fmla="*/ 10 w 124"/>
                <a:gd name="T3" fmla="*/ 268 h 452"/>
                <a:gd name="T4" fmla="*/ 72 w 124"/>
                <a:gd name="T5" fmla="*/ 450 h 452"/>
                <a:gd name="T6" fmla="*/ 122 w 124"/>
                <a:gd name="T7" fmla="*/ 264 h 452"/>
                <a:gd name="T8" fmla="*/ 70 w 124"/>
                <a:gd name="T9" fmla="*/ 69 h 452"/>
                <a:gd name="T10" fmla="*/ 90 w 124"/>
                <a:gd name="T11" fmla="*/ 40 h 452"/>
                <a:gd name="T12" fmla="*/ 49 w 124"/>
                <a:gd name="T13" fmla="*/ 2 h 452"/>
                <a:gd name="T14" fmla="*/ 37 w 124"/>
                <a:gd name="T15" fmla="*/ 70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452">
                  <a:moveTo>
                    <a:pt x="37" y="70"/>
                  </a:moveTo>
                  <a:cubicBezTo>
                    <a:pt x="37" y="70"/>
                    <a:pt x="3" y="231"/>
                    <a:pt x="10" y="268"/>
                  </a:cubicBezTo>
                  <a:cubicBezTo>
                    <a:pt x="16" y="305"/>
                    <a:pt x="59" y="448"/>
                    <a:pt x="72" y="450"/>
                  </a:cubicBezTo>
                  <a:cubicBezTo>
                    <a:pt x="85" y="452"/>
                    <a:pt x="124" y="290"/>
                    <a:pt x="122" y="264"/>
                  </a:cubicBezTo>
                  <a:cubicBezTo>
                    <a:pt x="120" y="238"/>
                    <a:pt x="70" y="69"/>
                    <a:pt x="70" y="69"/>
                  </a:cubicBezTo>
                  <a:cubicBezTo>
                    <a:pt x="70" y="69"/>
                    <a:pt x="86" y="58"/>
                    <a:pt x="90" y="40"/>
                  </a:cubicBezTo>
                  <a:cubicBezTo>
                    <a:pt x="94" y="19"/>
                    <a:pt x="77" y="0"/>
                    <a:pt x="49" y="2"/>
                  </a:cubicBezTo>
                  <a:cubicBezTo>
                    <a:pt x="21" y="4"/>
                    <a:pt x="0" y="39"/>
                    <a:pt x="37" y="70"/>
                  </a:cubicBezTo>
                  <a:close/>
                </a:path>
              </a:pathLst>
            </a:custGeom>
            <a:solidFill>
              <a:srgbClr val="CA4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44" name="Freeform 43"/>
            <p:cNvSpPr>
              <a:spLocks/>
            </p:cNvSpPr>
            <p:nvPr/>
          </p:nvSpPr>
          <p:spPr bwMode="auto">
            <a:xfrm>
              <a:off x="5351463" y="3287713"/>
              <a:ext cx="695325" cy="269875"/>
            </a:xfrm>
            <a:custGeom>
              <a:avLst/>
              <a:gdLst>
                <a:gd name="T0" fmla="*/ 5 w 428"/>
                <a:gd name="T1" fmla="*/ 0 h 166"/>
                <a:gd name="T2" fmla="*/ 0 w 428"/>
                <a:gd name="T3" fmla="*/ 53 h 166"/>
                <a:gd name="T4" fmla="*/ 328 w 428"/>
                <a:gd name="T5" fmla="*/ 166 h 166"/>
                <a:gd name="T6" fmla="*/ 428 w 428"/>
                <a:gd name="T7" fmla="*/ 55 h 166"/>
                <a:gd name="T8" fmla="*/ 5 w 428"/>
                <a:gd name="T9" fmla="*/ 0 h 166"/>
              </a:gdLst>
              <a:ahLst/>
              <a:cxnLst>
                <a:cxn ang="0">
                  <a:pos x="T0" y="T1"/>
                </a:cxn>
                <a:cxn ang="0">
                  <a:pos x="T2" y="T3"/>
                </a:cxn>
                <a:cxn ang="0">
                  <a:pos x="T4" y="T5"/>
                </a:cxn>
                <a:cxn ang="0">
                  <a:pos x="T6" y="T7"/>
                </a:cxn>
                <a:cxn ang="0">
                  <a:pos x="T8" y="T9"/>
                </a:cxn>
              </a:cxnLst>
              <a:rect l="0" t="0" r="r" b="b"/>
              <a:pathLst>
                <a:path w="428" h="166">
                  <a:moveTo>
                    <a:pt x="5" y="0"/>
                  </a:moveTo>
                  <a:cubicBezTo>
                    <a:pt x="0" y="53"/>
                    <a:pt x="0" y="53"/>
                    <a:pt x="0" y="53"/>
                  </a:cubicBezTo>
                  <a:cubicBezTo>
                    <a:pt x="0" y="53"/>
                    <a:pt x="236" y="108"/>
                    <a:pt x="328" y="166"/>
                  </a:cubicBezTo>
                  <a:cubicBezTo>
                    <a:pt x="328" y="166"/>
                    <a:pt x="357" y="59"/>
                    <a:pt x="428" y="55"/>
                  </a:cubicBezTo>
                  <a:cubicBezTo>
                    <a:pt x="428" y="55"/>
                    <a:pt x="192" y="65"/>
                    <a:pt x="5" y="0"/>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sp>
          <p:nvSpPr>
            <p:cNvPr id="45" name="Freeform 44"/>
            <p:cNvSpPr>
              <a:spLocks/>
            </p:cNvSpPr>
            <p:nvPr/>
          </p:nvSpPr>
          <p:spPr bwMode="auto">
            <a:xfrm>
              <a:off x="6103938" y="3267076"/>
              <a:ext cx="581025" cy="261938"/>
            </a:xfrm>
            <a:custGeom>
              <a:avLst/>
              <a:gdLst>
                <a:gd name="T0" fmla="*/ 0 w 358"/>
                <a:gd name="T1" fmla="*/ 66 h 162"/>
                <a:gd name="T2" fmla="*/ 154 w 358"/>
                <a:gd name="T3" fmla="*/ 162 h 162"/>
                <a:gd name="T4" fmla="*/ 358 w 358"/>
                <a:gd name="T5" fmla="*/ 51 h 162"/>
                <a:gd name="T6" fmla="*/ 347 w 358"/>
                <a:gd name="T7" fmla="*/ 0 h 162"/>
                <a:gd name="T8" fmla="*/ 0 w 358"/>
                <a:gd name="T9" fmla="*/ 66 h 162"/>
              </a:gdLst>
              <a:ahLst/>
              <a:cxnLst>
                <a:cxn ang="0">
                  <a:pos x="T0" y="T1"/>
                </a:cxn>
                <a:cxn ang="0">
                  <a:pos x="T2" y="T3"/>
                </a:cxn>
                <a:cxn ang="0">
                  <a:pos x="T4" y="T5"/>
                </a:cxn>
                <a:cxn ang="0">
                  <a:pos x="T6" y="T7"/>
                </a:cxn>
                <a:cxn ang="0">
                  <a:pos x="T8" y="T9"/>
                </a:cxn>
              </a:cxnLst>
              <a:rect l="0" t="0" r="r" b="b"/>
              <a:pathLst>
                <a:path w="358" h="162">
                  <a:moveTo>
                    <a:pt x="0" y="66"/>
                  </a:moveTo>
                  <a:cubicBezTo>
                    <a:pt x="0" y="66"/>
                    <a:pt x="135" y="82"/>
                    <a:pt x="154" y="162"/>
                  </a:cubicBezTo>
                  <a:cubicBezTo>
                    <a:pt x="154" y="162"/>
                    <a:pt x="259" y="69"/>
                    <a:pt x="358" y="51"/>
                  </a:cubicBezTo>
                  <a:cubicBezTo>
                    <a:pt x="358" y="51"/>
                    <a:pt x="353" y="11"/>
                    <a:pt x="347" y="0"/>
                  </a:cubicBezTo>
                  <a:cubicBezTo>
                    <a:pt x="347" y="0"/>
                    <a:pt x="163" y="46"/>
                    <a:pt x="0" y="66"/>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smtClean="0">
                <a:ln>
                  <a:noFill/>
                </a:ln>
                <a:solidFill>
                  <a:prstClr val="black"/>
                </a:solidFill>
                <a:effectLst/>
                <a:uLnTx/>
                <a:uFillTx/>
                <a:latin typeface="Calibri" panose="020F0502020204030204"/>
              </a:endParaRPr>
            </a:p>
          </p:txBody>
        </p:sp>
      </p:grpSp>
      <p:sp>
        <p:nvSpPr>
          <p:cNvPr id="46" name="Rectangle 45"/>
          <p:cNvSpPr/>
          <p:nvPr/>
        </p:nvSpPr>
        <p:spPr>
          <a:xfrm>
            <a:off x="373224" y="4710654"/>
            <a:ext cx="11426891" cy="1384995"/>
          </a:xfrm>
          <a:prstGeom prst="rect">
            <a:avLst/>
          </a:prstGeom>
        </p:spPr>
        <p:txBody>
          <a:bodyPr wrap="square">
            <a:spAutoFit/>
          </a:bodyPr>
          <a:lstStyle/>
          <a:p>
            <a:pPr algn="ctr" fontAlgn="auto">
              <a:spcBef>
                <a:spcPts val="0"/>
              </a:spcBef>
              <a:spcAft>
                <a:spcPts val="0"/>
              </a:spcAft>
            </a:pPr>
            <a:r>
              <a:rPr lang="ar-SA" sz="2800" b="1" dirty="0"/>
              <a:t>تعرّف الحوسبة السحابية على أنها "تكنولوجيا تعتمد على نقل المعالجة ومساحة التخزين الخاصة بالحاسوب إلى ما يسمى السحابة وهي جهاز خادم يتم الوصول إليه عن طريق الإنترنت، وبهذا تتجول برامج تكنولوجيا المعلومات من منتجات إلى خدمات" (الحايك، 2015).</a:t>
            </a:r>
            <a:endParaRPr lang="en-US" sz="2800" b="1" dirty="0">
              <a:solidFill>
                <a:prstClr val="black"/>
              </a:solidFill>
              <a:latin typeface="Calibri" panose="020F0502020204030204"/>
              <a:cs typeface="+mn-cs"/>
            </a:endParaRPr>
          </a:p>
        </p:txBody>
      </p:sp>
      <p:sp>
        <p:nvSpPr>
          <p:cNvPr id="4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75016466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 fill="hold"/>
                                        <p:tgtEl>
                                          <p:spTgt spid="9"/>
                                        </p:tgtEl>
                                        <p:attrNameLst>
                                          <p:attrName>ppt_x</p:attrName>
                                        </p:attrNameLst>
                                      </p:cBhvr>
                                      <p:tavLst>
                                        <p:tav tm="0">
                                          <p:val>
                                            <p:strVal val="#ppt_x"/>
                                          </p:val>
                                        </p:tav>
                                        <p:tav tm="100000">
                                          <p:val>
                                            <p:strVal val="#ppt_x"/>
                                          </p:val>
                                        </p:tav>
                                      </p:tavLst>
                                    </p:anim>
                                    <p:anim calcmode="lin" valueType="num">
                                      <p:cBhvr additive="base">
                                        <p:cTn id="19" dur="500" fill="hold"/>
                                        <p:tgtEl>
                                          <p:spTgt spid="9"/>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46"/>
                                        </p:tgtEl>
                                        <p:attrNameLst>
                                          <p:attrName>style.visibility</p:attrName>
                                        </p:attrNameLst>
                                      </p:cBhvr>
                                      <p:to>
                                        <p:strVal val="visible"/>
                                      </p:to>
                                    </p:set>
                                    <p:animEffect transition="in" filter="fade">
                                      <p:cBhvr>
                                        <p:cTn id="23"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46"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6086669" y="987211"/>
            <a:ext cx="6526306" cy="2822938"/>
          </a:xfrm>
          <a:prstGeom prst="hexagon">
            <a:avLst/>
          </a:prstGeom>
          <a:solidFill>
            <a:srgbClr val="0160A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6568751" y="1901793"/>
            <a:ext cx="5284785" cy="954107"/>
          </a:xfrm>
          <a:prstGeom prst="rect">
            <a:avLst/>
          </a:prstGeom>
          <a:noFill/>
        </p:spPr>
        <p:txBody>
          <a:bodyPr wrap="square" rtlCol="0">
            <a:spAutoFit/>
          </a:bodyPr>
          <a:lstStyle/>
          <a:p>
            <a:pPr marL="514350" indent="-514350" algn="ctr" rtl="1" fontAlgn="auto">
              <a:spcBef>
                <a:spcPts val="0"/>
              </a:spcBef>
              <a:spcAft>
                <a:spcPts val="0"/>
              </a:spcAft>
              <a:buFont typeface="+mj-lt"/>
              <a:buAutoNum type="arabicPeriod" startAt="2"/>
            </a:pPr>
            <a:r>
              <a:rPr lang="ar-SA" sz="2800" b="1" dirty="0">
                <a:solidFill>
                  <a:schemeClr val="bg1"/>
                </a:solidFill>
              </a:rPr>
              <a:t>مزايا وفوائد استخدام الحوسبة السحابية في التعليم</a:t>
            </a:r>
            <a:endParaRPr lang="en-US" sz="28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46" name="Group 4"/>
          <p:cNvGrpSpPr>
            <a:grpSpLocks noChangeAspect="1"/>
          </p:cNvGrpSpPr>
          <p:nvPr/>
        </p:nvGrpSpPr>
        <p:grpSpPr bwMode="auto">
          <a:xfrm>
            <a:off x="1284344" y="854840"/>
            <a:ext cx="3498850" cy="3356385"/>
            <a:chOff x="1672" y="-2"/>
            <a:chExt cx="3733" cy="3581"/>
          </a:xfrm>
        </p:grpSpPr>
        <p:sp>
          <p:nvSpPr>
            <p:cNvPr id="47" name="Freeform 5"/>
            <p:cNvSpPr>
              <a:spLocks/>
            </p:cNvSpPr>
            <p:nvPr/>
          </p:nvSpPr>
          <p:spPr bwMode="auto">
            <a:xfrm>
              <a:off x="3155" y="3311"/>
              <a:ext cx="811" cy="268"/>
            </a:xfrm>
            <a:custGeom>
              <a:avLst/>
              <a:gdLst>
                <a:gd name="T0" fmla="*/ 466 w 466"/>
                <a:gd name="T1" fmla="*/ 0 h 154"/>
                <a:gd name="T2" fmla="*/ 233 w 466"/>
                <a:gd name="T3" fmla="*/ 154 h 154"/>
                <a:gd name="T4" fmla="*/ 0 w 466"/>
                <a:gd name="T5" fmla="*/ 0 h 154"/>
                <a:gd name="T6" fmla="*/ 466 w 466"/>
                <a:gd name="T7" fmla="*/ 0 h 154"/>
              </a:gdLst>
              <a:ahLst/>
              <a:cxnLst>
                <a:cxn ang="0">
                  <a:pos x="T0" y="T1"/>
                </a:cxn>
                <a:cxn ang="0">
                  <a:pos x="T2" y="T3"/>
                </a:cxn>
                <a:cxn ang="0">
                  <a:pos x="T4" y="T5"/>
                </a:cxn>
                <a:cxn ang="0">
                  <a:pos x="T6" y="T7"/>
                </a:cxn>
              </a:cxnLst>
              <a:rect l="0" t="0" r="r" b="b"/>
              <a:pathLst>
                <a:path w="466" h="154">
                  <a:moveTo>
                    <a:pt x="466" y="0"/>
                  </a:moveTo>
                  <a:cubicBezTo>
                    <a:pt x="466" y="85"/>
                    <a:pt x="362" y="154"/>
                    <a:pt x="233" y="154"/>
                  </a:cubicBezTo>
                  <a:cubicBezTo>
                    <a:pt x="104" y="154"/>
                    <a:pt x="0" y="85"/>
                    <a:pt x="0" y="0"/>
                  </a:cubicBezTo>
                  <a:cubicBezTo>
                    <a:pt x="230" y="0"/>
                    <a:pt x="227" y="0"/>
                    <a:pt x="466" y="0"/>
                  </a:cubicBezTo>
                  <a:close/>
                </a:path>
              </a:pathLst>
            </a:custGeom>
            <a:solidFill>
              <a:srgbClr val="0819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48" name="Freeform 6"/>
            <p:cNvSpPr>
              <a:spLocks/>
            </p:cNvSpPr>
            <p:nvPr/>
          </p:nvSpPr>
          <p:spPr bwMode="auto">
            <a:xfrm>
              <a:off x="4555" y="2365"/>
              <a:ext cx="599" cy="443"/>
            </a:xfrm>
            <a:custGeom>
              <a:avLst/>
              <a:gdLst>
                <a:gd name="T0" fmla="*/ 283 w 344"/>
                <a:gd name="T1" fmla="*/ 254 h 254"/>
                <a:gd name="T2" fmla="*/ 255 w 344"/>
                <a:gd name="T3" fmla="*/ 246 h 254"/>
                <a:gd name="T4" fmla="*/ 33 w 344"/>
                <a:gd name="T5" fmla="*/ 106 h 254"/>
                <a:gd name="T6" fmla="*/ 16 w 344"/>
                <a:gd name="T7" fmla="*/ 32 h 254"/>
                <a:gd name="T8" fmla="*/ 89 w 344"/>
                <a:gd name="T9" fmla="*/ 16 h 254"/>
                <a:gd name="T10" fmla="*/ 312 w 344"/>
                <a:gd name="T11" fmla="*/ 156 h 254"/>
                <a:gd name="T12" fmla="*/ 328 w 344"/>
                <a:gd name="T13" fmla="*/ 229 h 254"/>
                <a:gd name="T14" fmla="*/ 283 w 344"/>
                <a:gd name="T15" fmla="*/ 254 h 2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4" h="254">
                  <a:moveTo>
                    <a:pt x="283" y="254"/>
                  </a:moveTo>
                  <a:cubicBezTo>
                    <a:pt x="274" y="254"/>
                    <a:pt x="264" y="251"/>
                    <a:pt x="255" y="246"/>
                  </a:cubicBezTo>
                  <a:cubicBezTo>
                    <a:pt x="33" y="106"/>
                    <a:pt x="33" y="106"/>
                    <a:pt x="33" y="106"/>
                  </a:cubicBezTo>
                  <a:cubicBezTo>
                    <a:pt x="8" y="90"/>
                    <a:pt x="0" y="57"/>
                    <a:pt x="16" y="32"/>
                  </a:cubicBezTo>
                  <a:cubicBezTo>
                    <a:pt x="31" y="8"/>
                    <a:pt x="64" y="0"/>
                    <a:pt x="89" y="16"/>
                  </a:cubicBezTo>
                  <a:cubicBezTo>
                    <a:pt x="312" y="156"/>
                    <a:pt x="312" y="156"/>
                    <a:pt x="312" y="156"/>
                  </a:cubicBezTo>
                  <a:cubicBezTo>
                    <a:pt x="337" y="171"/>
                    <a:pt x="344" y="204"/>
                    <a:pt x="328" y="229"/>
                  </a:cubicBezTo>
                  <a:cubicBezTo>
                    <a:pt x="318" y="245"/>
                    <a:pt x="301" y="254"/>
                    <a:pt x="283" y="254"/>
                  </a:cubicBezTo>
                  <a:close/>
                </a:path>
              </a:pathLst>
            </a:custGeom>
            <a:solidFill>
              <a:srgbClr val="0F3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49" name="Freeform 7"/>
            <p:cNvSpPr>
              <a:spLocks/>
            </p:cNvSpPr>
            <p:nvPr/>
          </p:nvSpPr>
          <p:spPr bwMode="auto">
            <a:xfrm>
              <a:off x="4753" y="1426"/>
              <a:ext cx="652" cy="286"/>
            </a:xfrm>
            <a:custGeom>
              <a:avLst/>
              <a:gdLst>
                <a:gd name="T0" fmla="*/ 58 w 374"/>
                <a:gd name="T1" fmla="*/ 164 h 164"/>
                <a:gd name="T2" fmla="*/ 6 w 374"/>
                <a:gd name="T3" fmla="*/ 121 h 164"/>
                <a:gd name="T4" fmla="*/ 48 w 374"/>
                <a:gd name="T5" fmla="*/ 58 h 164"/>
                <a:gd name="T6" fmla="*/ 305 w 374"/>
                <a:gd name="T7" fmla="*/ 6 h 164"/>
                <a:gd name="T8" fmla="*/ 368 w 374"/>
                <a:gd name="T9" fmla="*/ 48 h 164"/>
                <a:gd name="T10" fmla="*/ 326 w 374"/>
                <a:gd name="T11" fmla="*/ 110 h 164"/>
                <a:gd name="T12" fmla="*/ 69 w 374"/>
                <a:gd name="T13" fmla="*/ 163 h 164"/>
                <a:gd name="T14" fmla="*/ 58 w 374"/>
                <a:gd name="T15" fmla="*/ 16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164">
                  <a:moveTo>
                    <a:pt x="58" y="164"/>
                  </a:moveTo>
                  <a:cubicBezTo>
                    <a:pt x="33" y="164"/>
                    <a:pt x="11" y="146"/>
                    <a:pt x="6" y="121"/>
                  </a:cubicBezTo>
                  <a:cubicBezTo>
                    <a:pt x="0" y="92"/>
                    <a:pt x="19" y="64"/>
                    <a:pt x="48" y="58"/>
                  </a:cubicBezTo>
                  <a:cubicBezTo>
                    <a:pt x="305" y="6"/>
                    <a:pt x="305" y="6"/>
                    <a:pt x="305" y="6"/>
                  </a:cubicBezTo>
                  <a:cubicBezTo>
                    <a:pt x="334" y="0"/>
                    <a:pt x="362" y="19"/>
                    <a:pt x="368" y="48"/>
                  </a:cubicBezTo>
                  <a:cubicBezTo>
                    <a:pt x="374" y="76"/>
                    <a:pt x="355" y="104"/>
                    <a:pt x="326" y="110"/>
                  </a:cubicBezTo>
                  <a:cubicBezTo>
                    <a:pt x="69" y="163"/>
                    <a:pt x="69" y="163"/>
                    <a:pt x="69" y="163"/>
                  </a:cubicBezTo>
                  <a:cubicBezTo>
                    <a:pt x="65" y="163"/>
                    <a:pt x="62" y="164"/>
                    <a:pt x="58" y="164"/>
                  </a:cubicBezTo>
                  <a:close/>
                </a:path>
              </a:pathLst>
            </a:custGeom>
            <a:solidFill>
              <a:srgbClr val="0F3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50" name="Freeform 8"/>
            <p:cNvSpPr>
              <a:spLocks/>
            </p:cNvSpPr>
            <p:nvPr/>
          </p:nvSpPr>
          <p:spPr bwMode="auto">
            <a:xfrm>
              <a:off x="4294" y="333"/>
              <a:ext cx="463" cy="578"/>
            </a:xfrm>
            <a:custGeom>
              <a:avLst/>
              <a:gdLst>
                <a:gd name="T0" fmla="*/ 60 w 266"/>
                <a:gd name="T1" fmla="*/ 332 h 332"/>
                <a:gd name="T2" fmla="*/ 31 w 266"/>
                <a:gd name="T3" fmla="*/ 324 h 332"/>
                <a:gd name="T4" fmla="*/ 16 w 266"/>
                <a:gd name="T5" fmla="*/ 250 h 332"/>
                <a:gd name="T6" fmla="*/ 161 w 266"/>
                <a:gd name="T7" fmla="*/ 31 h 332"/>
                <a:gd name="T8" fmla="*/ 235 w 266"/>
                <a:gd name="T9" fmla="*/ 16 h 332"/>
                <a:gd name="T10" fmla="*/ 250 w 266"/>
                <a:gd name="T11" fmla="*/ 90 h 332"/>
                <a:gd name="T12" fmla="*/ 105 w 266"/>
                <a:gd name="T13" fmla="*/ 309 h 332"/>
                <a:gd name="T14" fmla="*/ 60 w 266"/>
                <a:gd name="T15" fmla="*/ 332 h 3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332">
                  <a:moveTo>
                    <a:pt x="60" y="332"/>
                  </a:moveTo>
                  <a:cubicBezTo>
                    <a:pt x="50" y="332"/>
                    <a:pt x="40" y="330"/>
                    <a:pt x="31" y="324"/>
                  </a:cubicBezTo>
                  <a:cubicBezTo>
                    <a:pt x="6" y="307"/>
                    <a:pt x="0" y="274"/>
                    <a:pt x="16" y="250"/>
                  </a:cubicBezTo>
                  <a:cubicBezTo>
                    <a:pt x="161" y="31"/>
                    <a:pt x="161" y="31"/>
                    <a:pt x="161" y="31"/>
                  </a:cubicBezTo>
                  <a:cubicBezTo>
                    <a:pt x="178" y="6"/>
                    <a:pt x="211" y="0"/>
                    <a:pt x="235" y="16"/>
                  </a:cubicBezTo>
                  <a:cubicBezTo>
                    <a:pt x="260" y="32"/>
                    <a:pt x="266" y="65"/>
                    <a:pt x="250" y="90"/>
                  </a:cubicBezTo>
                  <a:cubicBezTo>
                    <a:pt x="105" y="309"/>
                    <a:pt x="105" y="309"/>
                    <a:pt x="105" y="309"/>
                  </a:cubicBezTo>
                  <a:cubicBezTo>
                    <a:pt x="94" y="324"/>
                    <a:pt x="77" y="332"/>
                    <a:pt x="60" y="332"/>
                  </a:cubicBezTo>
                  <a:close/>
                </a:path>
              </a:pathLst>
            </a:custGeom>
            <a:solidFill>
              <a:srgbClr val="0F3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51" name="Freeform 9"/>
            <p:cNvSpPr>
              <a:spLocks/>
            </p:cNvSpPr>
            <p:nvPr/>
          </p:nvSpPr>
          <p:spPr bwMode="auto">
            <a:xfrm>
              <a:off x="3465" y="-2"/>
              <a:ext cx="189" cy="645"/>
            </a:xfrm>
            <a:custGeom>
              <a:avLst/>
              <a:gdLst>
                <a:gd name="T0" fmla="*/ 56 w 109"/>
                <a:gd name="T1" fmla="*/ 370 h 370"/>
                <a:gd name="T2" fmla="*/ 2 w 109"/>
                <a:gd name="T3" fmla="*/ 317 h 370"/>
                <a:gd name="T4" fmla="*/ 0 w 109"/>
                <a:gd name="T5" fmla="*/ 54 h 370"/>
                <a:gd name="T6" fmla="*/ 53 w 109"/>
                <a:gd name="T7" fmla="*/ 0 h 370"/>
                <a:gd name="T8" fmla="*/ 106 w 109"/>
                <a:gd name="T9" fmla="*/ 53 h 370"/>
                <a:gd name="T10" fmla="*/ 109 w 109"/>
                <a:gd name="T11" fmla="*/ 316 h 370"/>
                <a:gd name="T12" fmla="*/ 56 w 109"/>
                <a:gd name="T13" fmla="*/ 370 h 370"/>
                <a:gd name="T14" fmla="*/ 56 w 109"/>
                <a:gd name="T15" fmla="*/ 370 h 3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370">
                  <a:moveTo>
                    <a:pt x="56" y="370"/>
                  </a:moveTo>
                  <a:cubicBezTo>
                    <a:pt x="26" y="370"/>
                    <a:pt x="3" y="346"/>
                    <a:pt x="2" y="317"/>
                  </a:cubicBezTo>
                  <a:cubicBezTo>
                    <a:pt x="0" y="54"/>
                    <a:pt x="0" y="54"/>
                    <a:pt x="0" y="54"/>
                  </a:cubicBezTo>
                  <a:cubicBezTo>
                    <a:pt x="0" y="25"/>
                    <a:pt x="23" y="1"/>
                    <a:pt x="53" y="0"/>
                  </a:cubicBezTo>
                  <a:cubicBezTo>
                    <a:pt x="82" y="0"/>
                    <a:pt x="106" y="24"/>
                    <a:pt x="106" y="53"/>
                  </a:cubicBezTo>
                  <a:cubicBezTo>
                    <a:pt x="109" y="316"/>
                    <a:pt x="109" y="316"/>
                    <a:pt x="109" y="316"/>
                  </a:cubicBezTo>
                  <a:cubicBezTo>
                    <a:pt x="109" y="345"/>
                    <a:pt x="86" y="369"/>
                    <a:pt x="56" y="370"/>
                  </a:cubicBezTo>
                  <a:cubicBezTo>
                    <a:pt x="56" y="370"/>
                    <a:pt x="56" y="370"/>
                    <a:pt x="56" y="370"/>
                  </a:cubicBezTo>
                  <a:close/>
                </a:path>
              </a:pathLst>
            </a:custGeom>
            <a:solidFill>
              <a:srgbClr val="0F3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52" name="Freeform 10"/>
            <p:cNvSpPr>
              <a:spLocks/>
            </p:cNvSpPr>
            <p:nvPr/>
          </p:nvSpPr>
          <p:spPr bwMode="auto">
            <a:xfrm>
              <a:off x="1923" y="2362"/>
              <a:ext cx="599" cy="442"/>
            </a:xfrm>
            <a:custGeom>
              <a:avLst/>
              <a:gdLst>
                <a:gd name="T0" fmla="*/ 61 w 344"/>
                <a:gd name="T1" fmla="*/ 254 h 254"/>
                <a:gd name="T2" fmla="*/ 16 w 344"/>
                <a:gd name="T3" fmla="*/ 229 h 254"/>
                <a:gd name="T4" fmla="*/ 32 w 344"/>
                <a:gd name="T5" fmla="*/ 156 h 254"/>
                <a:gd name="T6" fmla="*/ 255 w 344"/>
                <a:gd name="T7" fmla="*/ 16 h 254"/>
                <a:gd name="T8" fmla="*/ 328 w 344"/>
                <a:gd name="T9" fmla="*/ 33 h 254"/>
                <a:gd name="T10" fmla="*/ 311 w 344"/>
                <a:gd name="T11" fmla="*/ 106 h 254"/>
                <a:gd name="T12" fmla="*/ 89 w 344"/>
                <a:gd name="T13" fmla="*/ 246 h 254"/>
                <a:gd name="T14" fmla="*/ 61 w 344"/>
                <a:gd name="T15" fmla="*/ 254 h 2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4" h="254">
                  <a:moveTo>
                    <a:pt x="61" y="254"/>
                  </a:moveTo>
                  <a:cubicBezTo>
                    <a:pt x="43" y="254"/>
                    <a:pt x="26" y="245"/>
                    <a:pt x="16" y="229"/>
                  </a:cubicBezTo>
                  <a:cubicBezTo>
                    <a:pt x="0" y="204"/>
                    <a:pt x="7" y="172"/>
                    <a:pt x="32" y="156"/>
                  </a:cubicBezTo>
                  <a:cubicBezTo>
                    <a:pt x="255" y="16"/>
                    <a:pt x="255" y="16"/>
                    <a:pt x="255" y="16"/>
                  </a:cubicBezTo>
                  <a:cubicBezTo>
                    <a:pt x="280" y="0"/>
                    <a:pt x="312" y="8"/>
                    <a:pt x="328" y="33"/>
                  </a:cubicBezTo>
                  <a:cubicBezTo>
                    <a:pt x="344" y="58"/>
                    <a:pt x="336" y="90"/>
                    <a:pt x="311" y="106"/>
                  </a:cubicBezTo>
                  <a:cubicBezTo>
                    <a:pt x="89" y="246"/>
                    <a:pt x="89" y="246"/>
                    <a:pt x="89" y="246"/>
                  </a:cubicBezTo>
                  <a:cubicBezTo>
                    <a:pt x="80" y="252"/>
                    <a:pt x="70" y="254"/>
                    <a:pt x="61" y="254"/>
                  </a:cubicBezTo>
                  <a:close/>
                </a:path>
              </a:pathLst>
            </a:custGeom>
            <a:solidFill>
              <a:srgbClr val="0F3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53" name="Freeform 11"/>
            <p:cNvSpPr>
              <a:spLocks/>
            </p:cNvSpPr>
            <p:nvPr/>
          </p:nvSpPr>
          <p:spPr bwMode="auto">
            <a:xfrm>
              <a:off x="1672" y="1425"/>
              <a:ext cx="652" cy="284"/>
            </a:xfrm>
            <a:custGeom>
              <a:avLst/>
              <a:gdLst>
                <a:gd name="T0" fmla="*/ 316 w 374"/>
                <a:gd name="T1" fmla="*/ 163 h 163"/>
                <a:gd name="T2" fmla="*/ 305 w 374"/>
                <a:gd name="T3" fmla="*/ 162 h 163"/>
                <a:gd name="T4" fmla="*/ 48 w 374"/>
                <a:gd name="T5" fmla="*/ 110 h 163"/>
                <a:gd name="T6" fmla="*/ 6 w 374"/>
                <a:gd name="T7" fmla="*/ 47 h 163"/>
                <a:gd name="T8" fmla="*/ 69 w 374"/>
                <a:gd name="T9" fmla="*/ 5 h 163"/>
                <a:gd name="T10" fmla="*/ 326 w 374"/>
                <a:gd name="T11" fmla="*/ 58 h 163"/>
                <a:gd name="T12" fmla="*/ 368 w 374"/>
                <a:gd name="T13" fmla="*/ 120 h 163"/>
                <a:gd name="T14" fmla="*/ 316 w 374"/>
                <a:gd name="T15" fmla="*/ 163 h 1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163">
                  <a:moveTo>
                    <a:pt x="316" y="163"/>
                  </a:moveTo>
                  <a:cubicBezTo>
                    <a:pt x="312" y="163"/>
                    <a:pt x="309" y="163"/>
                    <a:pt x="305" y="162"/>
                  </a:cubicBezTo>
                  <a:cubicBezTo>
                    <a:pt x="48" y="110"/>
                    <a:pt x="48" y="110"/>
                    <a:pt x="48" y="110"/>
                  </a:cubicBezTo>
                  <a:cubicBezTo>
                    <a:pt x="19" y="104"/>
                    <a:pt x="0" y="76"/>
                    <a:pt x="6" y="47"/>
                  </a:cubicBezTo>
                  <a:cubicBezTo>
                    <a:pt x="12" y="18"/>
                    <a:pt x="40" y="0"/>
                    <a:pt x="69" y="5"/>
                  </a:cubicBezTo>
                  <a:cubicBezTo>
                    <a:pt x="326" y="58"/>
                    <a:pt x="326" y="58"/>
                    <a:pt x="326" y="58"/>
                  </a:cubicBezTo>
                  <a:cubicBezTo>
                    <a:pt x="355" y="63"/>
                    <a:pt x="374" y="92"/>
                    <a:pt x="368" y="120"/>
                  </a:cubicBezTo>
                  <a:cubicBezTo>
                    <a:pt x="363" y="146"/>
                    <a:pt x="341" y="163"/>
                    <a:pt x="316" y="163"/>
                  </a:cubicBezTo>
                  <a:close/>
                </a:path>
              </a:pathLst>
            </a:custGeom>
            <a:solidFill>
              <a:srgbClr val="0F3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54" name="Freeform 12"/>
            <p:cNvSpPr>
              <a:spLocks/>
            </p:cNvSpPr>
            <p:nvPr/>
          </p:nvSpPr>
          <p:spPr bwMode="auto">
            <a:xfrm>
              <a:off x="2320" y="329"/>
              <a:ext cx="464" cy="580"/>
            </a:xfrm>
            <a:custGeom>
              <a:avLst/>
              <a:gdLst>
                <a:gd name="T0" fmla="*/ 206 w 266"/>
                <a:gd name="T1" fmla="*/ 333 h 333"/>
                <a:gd name="T2" fmla="*/ 161 w 266"/>
                <a:gd name="T3" fmla="*/ 309 h 333"/>
                <a:gd name="T4" fmla="*/ 16 w 266"/>
                <a:gd name="T5" fmla="*/ 90 h 333"/>
                <a:gd name="T6" fmla="*/ 31 w 266"/>
                <a:gd name="T7" fmla="*/ 16 h 333"/>
                <a:gd name="T8" fmla="*/ 105 w 266"/>
                <a:gd name="T9" fmla="*/ 31 h 333"/>
                <a:gd name="T10" fmla="*/ 250 w 266"/>
                <a:gd name="T11" fmla="*/ 250 h 333"/>
                <a:gd name="T12" fmla="*/ 235 w 266"/>
                <a:gd name="T13" fmla="*/ 324 h 333"/>
                <a:gd name="T14" fmla="*/ 206 w 266"/>
                <a:gd name="T15" fmla="*/ 333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333">
                  <a:moveTo>
                    <a:pt x="206" y="333"/>
                  </a:moveTo>
                  <a:cubicBezTo>
                    <a:pt x="189" y="333"/>
                    <a:pt x="172" y="324"/>
                    <a:pt x="161" y="309"/>
                  </a:cubicBezTo>
                  <a:cubicBezTo>
                    <a:pt x="16" y="90"/>
                    <a:pt x="16" y="90"/>
                    <a:pt x="16" y="90"/>
                  </a:cubicBezTo>
                  <a:cubicBezTo>
                    <a:pt x="0" y="66"/>
                    <a:pt x="6" y="33"/>
                    <a:pt x="31" y="16"/>
                  </a:cubicBezTo>
                  <a:cubicBezTo>
                    <a:pt x="55" y="0"/>
                    <a:pt x="88" y="7"/>
                    <a:pt x="105" y="31"/>
                  </a:cubicBezTo>
                  <a:cubicBezTo>
                    <a:pt x="250" y="250"/>
                    <a:pt x="250" y="250"/>
                    <a:pt x="250" y="250"/>
                  </a:cubicBezTo>
                  <a:cubicBezTo>
                    <a:pt x="266" y="275"/>
                    <a:pt x="260" y="308"/>
                    <a:pt x="235" y="324"/>
                  </a:cubicBezTo>
                  <a:cubicBezTo>
                    <a:pt x="226" y="330"/>
                    <a:pt x="216" y="333"/>
                    <a:pt x="206" y="333"/>
                  </a:cubicBezTo>
                  <a:close/>
                </a:path>
              </a:pathLst>
            </a:custGeom>
            <a:solidFill>
              <a:srgbClr val="0F3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55" name="Freeform 13"/>
            <p:cNvSpPr>
              <a:spLocks noEditPoints="1"/>
            </p:cNvSpPr>
            <p:nvPr/>
          </p:nvSpPr>
          <p:spPr bwMode="auto">
            <a:xfrm>
              <a:off x="2498" y="817"/>
              <a:ext cx="2100" cy="2567"/>
            </a:xfrm>
            <a:custGeom>
              <a:avLst/>
              <a:gdLst>
                <a:gd name="T0" fmla="*/ 603 w 1206"/>
                <a:gd name="T1" fmla="*/ 0 h 1474"/>
                <a:gd name="T2" fmla="*/ 0 w 1206"/>
                <a:gd name="T3" fmla="*/ 603 h 1474"/>
                <a:gd name="T4" fmla="*/ 95 w 1206"/>
                <a:gd name="T5" fmla="*/ 928 h 1474"/>
                <a:gd name="T6" fmla="*/ 308 w 1206"/>
                <a:gd name="T7" fmla="*/ 1129 h 1474"/>
                <a:gd name="T8" fmla="*/ 308 w 1206"/>
                <a:gd name="T9" fmla="*/ 1329 h 1474"/>
                <a:gd name="T10" fmla="*/ 453 w 1206"/>
                <a:gd name="T11" fmla="*/ 1474 h 1474"/>
                <a:gd name="T12" fmla="*/ 769 w 1206"/>
                <a:gd name="T13" fmla="*/ 1474 h 1474"/>
                <a:gd name="T14" fmla="*/ 914 w 1206"/>
                <a:gd name="T15" fmla="*/ 1329 h 1474"/>
                <a:gd name="T16" fmla="*/ 914 w 1206"/>
                <a:gd name="T17" fmla="*/ 1120 h 1474"/>
                <a:gd name="T18" fmla="*/ 1206 w 1206"/>
                <a:gd name="T19" fmla="*/ 603 h 1474"/>
                <a:gd name="T20" fmla="*/ 603 w 1206"/>
                <a:gd name="T21" fmla="*/ 0 h 1474"/>
                <a:gd name="T22" fmla="*/ 827 w 1206"/>
                <a:gd name="T23" fmla="*/ 1032 h 1474"/>
                <a:gd name="T24" fmla="*/ 795 w 1206"/>
                <a:gd name="T25" fmla="*/ 1085 h 1474"/>
                <a:gd name="T26" fmla="*/ 795 w 1206"/>
                <a:gd name="T27" fmla="*/ 1133 h 1474"/>
                <a:gd name="T28" fmla="*/ 427 w 1206"/>
                <a:gd name="T29" fmla="*/ 1133 h 1474"/>
                <a:gd name="T30" fmla="*/ 427 w 1206"/>
                <a:gd name="T31" fmla="*/ 1093 h 1474"/>
                <a:gd name="T32" fmla="*/ 394 w 1206"/>
                <a:gd name="T33" fmla="*/ 1039 h 1474"/>
                <a:gd name="T34" fmla="*/ 119 w 1206"/>
                <a:gd name="T35" fmla="*/ 603 h 1474"/>
                <a:gd name="T36" fmla="*/ 603 w 1206"/>
                <a:gd name="T37" fmla="*/ 119 h 1474"/>
                <a:gd name="T38" fmla="*/ 1087 w 1206"/>
                <a:gd name="T39" fmla="*/ 603 h 1474"/>
                <a:gd name="T40" fmla="*/ 827 w 1206"/>
                <a:gd name="T41" fmla="*/ 1032 h 1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6" h="1474">
                  <a:moveTo>
                    <a:pt x="603" y="0"/>
                  </a:moveTo>
                  <a:cubicBezTo>
                    <a:pt x="271" y="0"/>
                    <a:pt x="0" y="271"/>
                    <a:pt x="0" y="603"/>
                  </a:cubicBezTo>
                  <a:cubicBezTo>
                    <a:pt x="0" y="719"/>
                    <a:pt x="33" y="831"/>
                    <a:pt x="95" y="928"/>
                  </a:cubicBezTo>
                  <a:cubicBezTo>
                    <a:pt x="149" y="1012"/>
                    <a:pt x="222" y="1081"/>
                    <a:pt x="308" y="1129"/>
                  </a:cubicBezTo>
                  <a:cubicBezTo>
                    <a:pt x="308" y="1329"/>
                    <a:pt x="308" y="1329"/>
                    <a:pt x="308" y="1329"/>
                  </a:cubicBezTo>
                  <a:cubicBezTo>
                    <a:pt x="308" y="1409"/>
                    <a:pt x="373" y="1474"/>
                    <a:pt x="453" y="1474"/>
                  </a:cubicBezTo>
                  <a:cubicBezTo>
                    <a:pt x="769" y="1474"/>
                    <a:pt x="769" y="1474"/>
                    <a:pt x="769" y="1474"/>
                  </a:cubicBezTo>
                  <a:cubicBezTo>
                    <a:pt x="849" y="1474"/>
                    <a:pt x="914" y="1409"/>
                    <a:pt x="914" y="1329"/>
                  </a:cubicBezTo>
                  <a:cubicBezTo>
                    <a:pt x="914" y="1120"/>
                    <a:pt x="914" y="1120"/>
                    <a:pt x="914" y="1120"/>
                  </a:cubicBezTo>
                  <a:cubicBezTo>
                    <a:pt x="1095" y="1011"/>
                    <a:pt x="1206" y="816"/>
                    <a:pt x="1206" y="603"/>
                  </a:cubicBezTo>
                  <a:cubicBezTo>
                    <a:pt x="1206" y="271"/>
                    <a:pt x="936" y="0"/>
                    <a:pt x="603" y="0"/>
                  </a:cubicBezTo>
                  <a:close/>
                  <a:moveTo>
                    <a:pt x="827" y="1032"/>
                  </a:moveTo>
                  <a:cubicBezTo>
                    <a:pt x="807" y="1042"/>
                    <a:pt x="795" y="1063"/>
                    <a:pt x="795" y="1085"/>
                  </a:cubicBezTo>
                  <a:cubicBezTo>
                    <a:pt x="795" y="1133"/>
                    <a:pt x="795" y="1133"/>
                    <a:pt x="795" y="1133"/>
                  </a:cubicBezTo>
                  <a:cubicBezTo>
                    <a:pt x="427" y="1133"/>
                    <a:pt x="427" y="1133"/>
                    <a:pt x="427" y="1133"/>
                  </a:cubicBezTo>
                  <a:cubicBezTo>
                    <a:pt x="427" y="1093"/>
                    <a:pt x="427" y="1093"/>
                    <a:pt x="427" y="1093"/>
                  </a:cubicBezTo>
                  <a:cubicBezTo>
                    <a:pt x="427" y="1070"/>
                    <a:pt x="414" y="1049"/>
                    <a:pt x="394" y="1039"/>
                  </a:cubicBezTo>
                  <a:cubicBezTo>
                    <a:pt x="227" y="959"/>
                    <a:pt x="119" y="788"/>
                    <a:pt x="119" y="603"/>
                  </a:cubicBezTo>
                  <a:cubicBezTo>
                    <a:pt x="119" y="336"/>
                    <a:pt x="336" y="119"/>
                    <a:pt x="603" y="119"/>
                  </a:cubicBezTo>
                  <a:cubicBezTo>
                    <a:pt x="870" y="119"/>
                    <a:pt x="1087" y="336"/>
                    <a:pt x="1087" y="603"/>
                  </a:cubicBezTo>
                  <a:cubicBezTo>
                    <a:pt x="1087" y="784"/>
                    <a:pt x="987" y="948"/>
                    <a:pt x="827" y="1032"/>
                  </a:cubicBezTo>
                  <a:close/>
                </a:path>
              </a:pathLst>
            </a:custGeom>
            <a:solidFill>
              <a:srgbClr val="0F3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56" name="Oval 14"/>
            <p:cNvSpPr>
              <a:spLocks noChangeArrowheads="1"/>
            </p:cNvSpPr>
            <p:nvPr/>
          </p:nvSpPr>
          <p:spPr bwMode="auto">
            <a:xfrm>
              <a:off x="2907" y="1200"/>
              <a:ext cx="1343" cy="1343"/>
            </a:xfrm>
            <a:prstGeom prst="ellipse">
              <a:avLst/>
            </a:prstGeom>
            <a:solidFill>
              <a:srgbClr val="F05C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57" name="Oval 15"/>
            <p:cNvSpPr>
              <a:spLocks noChangeArrowheads="1"/>
            </p:cNvSpPr>
            <p:nvPr/>
          </p:nvSpPr>
          <p:spPr bwMode="auto">
            <a:xfrm>
              <a:off x="3040" y="1334"/>
              <a:ext cx="1076" cy="10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58" name="Oval 16"/>
            <p:cNvSpPr>
              <a:spLocks noChangeArrowheads="1"/>
            </p:cNvSpPr>
            <p:nvPr/>
          </p:nvSpPr>
          <p:spPr bwMode="auto">
            <a:xfrm>
              <a:off x="3155" y="1449"/>
              <a:ext cx="846" cy="846"/>
            </a:xfrm>
            <a:prstGeom prst="ellipse">
              <a:avLst/>
            </a:prstGeom>
            <a:solidFill>
              <a:srgbClr val="F05C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59" name="Oval 17"/>
            <p:cNvSpPr>
              <a:spLocks noChangeArrowheads="1"/>
            </p:cNvSpPr>
            <p:nvPr/>
          </p:nvSpPr>
          <p:spPr bwMode="auto">
            <a:xfrm>
              <a:off x="3280" y="1573"/>
              <a:ext cx="596" cy="59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60" name="Oval 18"/>
            <p:cNvSpPr>
              <a:spLocks noChangeArrowheads="1"/>
            </p:cNvSpPr>
            <p:nvPr/>
          </p:nvSpPr>
          <p:spPr bwMode="auto">
            <a:xfrm>
              <a:off x="3391" y="1684"/>
              <a:ext cx="373" cy="375"/>
            </a:xfrm>
            <a:prstGeom prst="ellipse">
              <a:avLst/>
            </a:prstGeom>
            <a:solidFill>
              <a:srgbClr val="F05C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61" name="Oval 19"/>
            <p:cNvSpPr>
              <a:spLocks noChangeArrowheads="1"/>
            </p:cNvSpPr>
            <p:nvPr/>
          </p:nvSpPr>
          <p:spPr bwMode="auto">
            <a:xfrm>
              <a:off x="3508" y="1803"/>
              <a:ext cx="139" cy="13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62" name="Freeform 20"/>
            <p:cNvSpPr>
              <a:spLocks/>
            </p:cNvSpPr>
            <p:nvPr/>
          </p:nvSpPr>
          <p:spPr bwMode="auto">
            <a:xfrm>
              <a:off x="3578" y="1087"/>
              <a:ext cx="792" cy="794"/>
            </a:xfrm>
            <a:custGeom>
              <a:avLst/>
              <a:gdLst>
                <a:gd name="T0" fmla="*/ 543 w 792"/>
                <a:gd name="T1" fmla="*/ 282 h 794"/>
                <a:gd name="T2" fmla="*/ 627 w 792"/>
                <a:gd name="T3" fmla="*/ 282 h 794"/>
                <a:gd name="T4" fmla="*/ 792 w 792"/>
                <a:gd name="T5" fmla="*/ 116 h 794"/>
                <a:gd name="T6" fmla="*/ 677 w 792"/>
                <a:gd name="T7" fmla="*/ 116 h 794"/>
                <a:gd name="T8" fmla="*/ 674 w 792"/>
                <a:gd name="T9" fmla="*/ 0 h 794"/>
                <a:gd name="T10" fmla="*/ 507 w 792"/>
                <a:gd name="T11" fmla="*/ 165 h 794"/>
                <a:gd name="T12" fmla="*/ 512 w 792"/>
                <a:gd name="T13" fmla="*/ 252 h 794"/>
                <a:gd name="T14" fmla="*/ 0 w 792"/>
                <a:gd name="T15" fmla="*/ 754 h 794"/>
                <a:gd name="T16" fmla="*/ 0 w 792"/>
                <a:gd name="T17" fmla="*/ 794 h 794"/>
                <a:gd name="T18" fmla="*/ 43 w 792"/>
                <a:gd name="T19" fmla="*/ 794 h 794"/>
                <a:gd name="T20" fmla="*/ 543 w 792"/>
                <a:gd name="T21" fmla="*/ 282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2" h="794">
                  <a:moveTo>
                    <a:pt x="543" y="282"/>
                  </a:moveTo>
                  <a:lnTo>
                    <a:pt x="627" y="282"/>
                  </a:lnTo>
                  <a:lnTo>
                    <a:pt x="792" y="116"/>
                  </a:lnTo>
                  <a:lnTo>
                    <a:pt x="677" y="116"/>
                  </a:lnTo>
                  <a:lnTo>
                    <a:pt x="674" y="0"/>
                  </a:lnTo>
                  <a:lnTo>
                    <a:pt x="507" y="165"/>
                  </a:lnTo>
                  <a:lnTo>
                    <a:pt x="512" y="252"/>
                  </a:lnTo>
                  <a:lnTo>
                    <a:pt x="0" y="754"/>
                  </a:lnTo>
                  <a:lnTo>
                    <a:pt x="0" y="794"/>
                  </a:lnTo>
                  <a:lnTo>
                    <a:pt x="43" y="794"/>
                  </a:lnTo>
                  <a:lnTo>
                    <a:pt x="543" y="282"/>
                  </a:lnTo>
                  <a:close/>
                </a:path>
              </a:pathLst>
            </a:custGeom>
            <a:solidFill>
              <a:srgbClr val="549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63" name="Freeform 21"/>
            <p:cNvSpPr>
              <a:spLocks/>
            </p:cNvSpPr>
            <p:nvPr/>
          </p:nvSpPr>
          <p:spPr bwMode="auto">
            <a:xfrm>
              <a:off x="3578" y="1087"/>
              <a:ext cx="792" cy="794"/>
            </a:xfrm>
            <a:custGeom>
              <a:avLst/>
              <a:gdLst>
                <a:gd name="T0" fmla="*/ 543 w 792"/>
                <a:gd name="T1" fmla="*/ 282 h 794"/>
                <a:gd name="T2" fmla="*/ 627 w 792"/>
                <a:gd name="T3" fmla="*/ 282 h 794"/>
                <a:gd name="T4" fmla="*/ 792 w 792"/>
                <a:gd name="T5" fmla="*/ 116 h 794"/>
                <a:gd name="T6" fmla="*/ 677 w 792"/>
                <a:gd name="T7" fmla="*/ 116 h 794"/>
                <a:gd name="T8" fmla="*/ 674 w 792"/>
                <a:gd name="T9" fmla="*/ 0 h 794"/>
                <a:gd name="T10" fmla="*/ 507 w 792"/>
                <a:gd name="T11" fmla="*/ 165 h 794"/>
                <a:gd name="T12" fmla="*/ 512 w 792"/>
                <a:gd name="T13" fmla="*/ 252 h 794"/>
                <a:gd name="T14" fmla="*/ 0 w 792"/>
                <a:gd name="T15" fmla="*/ 754 h 794"/>
                <a:gd name="T16" fmla="*/ 0 w 792"/>
                <a:gd name="T17" fmla="*/ 794 h 794"/>
                <a:gd name="T18" fmla="*/ 43 w 792"/>
                <a:gd name="T19" fmla="*/ 794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2" h="794">
                  <a:moveTo>
                    <a:pt x="543" y="282"/>
                  </a:moveTo>
                  <a:lnTo>
                    <a:pt x="627" y="282"/>
                  </a:lnTo>
                  <a:lnTo>
                    <a:pt x="792" y="116"/>
                  </a:lnTo>
                  <a:lnTo>
                    <a:pt x="677" y="116"/>
                  </a:lnTo>
                  <a:lnTo>
                    <a:pt x="674" y="0"/>
                  </a:lnTo>
                  <a:lnTo>
                    <a:pt x="507" y="165"/>
                  </a:lnTo>
                  <a:lnTo>
                    <a:pt x="512" y="252"/>
                  </a:lnTo>
                  <a:lnTo>
                    <a:pt x="0" y="754"/>
                  </a:lnTo>
                  <a:lnTo>
                    <a:pt x="0" y="794"/>
                  </a:lnTo>
                  <a:lnTo>
                    <a:pt x="43" y="79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grpSp>
      <p:sp>
        <p:nvSpPr>
          <p:cNvPr id="23" name="Rectangle 22"/>
          <p:cNvSpPr/>
          <p:nvPr/>
        </p:nvSpPr>
        <p:spPr>
          <a:xfrm>
            <a:off x="0" y="4943038"/>
            <a:ext cx="11426891" cy="954107"/>
          </a:xfrm>
          <a:prstGeom prst="rect">
            <a:avLst/>
          </a:prstGeom>
        </p:spPr>
        <p:txBody>
          <a:bodyPr wrap="square">
            <a:spAutoFit/>
          </a:bodyPr>
          <a:lstStyle/>
          <a:p>
            <a:pPr algn="ctr" fontAlgn="auto">
              <a:spcBef>
                <a:spcPts val="0"/>
              </a:spcBef>
              <a:spcAft>
                <a:spcPts val="0"/>
              </a:spcAft>
            </a:pPr>
            <a:r>
              <a:rPr lang="ar-SA" sz="2800" b="1" dirty="0"/>
              <a:t>تزويد الطلاب والمدرسين بأدوات الإبداع والابتكار والمشاركة وذلك عن طريق تقديم أساليب المحاكاة والتفاعل ومرونة التعامل مع مصادر المعلومات المقدمة عن طريق السحب</a:t>
            </a:r>
            <a:endParaRPr lang="en-US" sz="2800" b="1" dirty="0">
              <a:solidFill>
                <a:prstClr val="black"/>
              </a:solidFill>
              <a:latin typeface="Calibri" panose="020F0502020204030204"/>
              <a:cs typeface="+mn-cs"/>
            </a:endParaRPr>
          </a:p>
        </p:txBody>
      </p:sp>
      <p:sp>
        <p:nvSpPr>
          <p:cNvPr id="2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1951777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23"/>
                                        </p:tgtEl>
                                        <p:attrNameLst>
                                          <p:attrName>style.visibility</p:attrName>
                                        </p:attrNameLst>
                                      </p:cBhvr>
                                      <p:to>
                                        <p:strVal val="visible"/>
                                      </p:to>
                                    </p:set>
                                    <p:animEffect transition="in" filter="fade">
                                      <p:cBhvr>
                                        <p:cTn id="1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23"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275365" y="2096485"/>
            <a:ext cx="3294698" cy="860453"/>
            <a:chOff x="2057401" y="2420938"/>
            <a:chExt cx="6115050" cy="1597025"/>
          </a:xfrm>
        </p:grpSpPr>
        <p:sp>
          <p:nvSpPr>
            <p:cNvPr id="22"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pic>
          <p:nvPicPr>
            <p:cNvPr id="2063"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19"/>
            <p:cNvSpPr>
              <a:spLocks noChangeArrowheads="1"/>
            </p:cNvSpPr>
            <p:nvPr/>
          </p:nvSpPr>
          <p:spPr bwMode="auto">
            <a:xfrm>
              <a:off x="2117725" y="2466976"/>
              <a:ext cx="3395663" cy="969963"/>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grpSp>
        <p:nvGrpSpPr>
          <p:cNvPr id="24" name="Group 23"/>
          <p:cNvGrpSpPr/>
          <p:nvPr/>
        </p:nvGrpSpPr>
        <p:grpSpPr>
          <a:xfrm>
            <a:off x="273466" y="3375150"/>
            <a:ext cx="3294698" cy="860453"/>
            <a:chOff x="2057401" y="2420938"/>
            <a:chExt cx="6115050" cy="1597025"/>
          </a:xfrm>
        </p:grpSpPr>
        <p:sp>
          <p:nvSpPr>
            <p:cNvPr id="25"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6"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7"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8"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9"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0"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pic>
          <p:nvPicPr>
            <p:cNvPr id="31"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Rectangle 19"/>
            <p:cNvSpPr>
              <a:spLocks noChangeArrowheads="1"/>
            </p:cNvSpPr>
            <p:nvPr/>
          </p:nvSpPr>
          <p:spPr bwMode="auto">
            <a:xfrm>
              <a:off x="2117725" y="2466976"/>
              <a:ext cx="3395663" cy="969963"/>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grpSp>
        <p:nvGrpSpPr>
          <p:cNvPr id="33" name="Group 32"/>
          <p:cNvGrpSpPr/>
          <p:nvPr/>
        </p:nvGrpSpPr>
        <p:grpSpPr>
          <a:xfrm>
            <a:off x="273466" y="4685493"/>
            <a:ext cx="3294698" cy="860453"/>
            <a:chOff x="2057401" y="2420938"/>
            <a:chExt cx="6115050" cy="1597025"/>
          </a:xfrm>
        </p:grpSpPr>
        <p:sp>
          <p:nvSpPr>
            <p:cNvPr id="34"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5"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6"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7"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8"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9"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pic>
          <p:nvPicPr>
            <p:cNvPr id="40"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Rectangle 19"/>
            <p:cNvSpPr>
              <a:spLocks noChangeArrowheads="1"/>
            </p:cNvSpPr>
            <p:nvPr/>
          </p:nvSpPr>
          <p:spPr bwMode="auto">
            <a:xfrm>
              <a:off x="2117725" y="2466976"/>
              <a:ext cx="3395663" cy="969963"/>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51" name="Rectangle 50"/>
          <p:cNvSpPr/>
          <p:nvPr/>
        </p:nvSpPr>
        <p:spPr>
          <a:xfrm>
            <a:off x="3536904" y="2082657"/>
            <a:ext cx="6811654" cy="830997"/>
          </a:xfrm>
          <a:prstGeom prst="rect">
            <a:avLst/>
          </a:prstGeom>
        </p:spPr>
        <p:txBody>
          <a:bodyPr wrap="square">
            <a:spAutoFit/>
          </a:bodyPr>
          <a:lstStyle/>
          <a:p>
            <a:pPr algn="ctr" fontAlgn="auto">
              <a:spcBef>
                <a:spcPts val="0"/>
              </a:spcBef>
              <a:spcAft>
                <a:spcPts val="0"/>
              </a:spcAft>
            </a:pPr>
            <a:r>
              <a:rPr lang="ar-SA" sz="2400" b="1" dirty="0"/>
              <a:t>تساعد الطالب في الحصول على كل ما يحتاجه من برامج ومصادر معلوماتية مختلفة تخص مقرراته في أي وقت، ومن أي مكان</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2" name="Rectangle 51"/>
          <p:cNvSpPr/>
          <p:nvPr/>
        </p:nvSpPr>
        <p:spPr>
          <a:xfrm>
            <a:off x="3730675" y="3295565"/>
            <a:ext cx="6612492" cy="1200329"/>
          </a:xfrm>
          <a:prstGeom prst="rect">
            <a:avLst/>
          </a:prstGeom>
        </p:spPr>
        <p:txBody>
          <a:bodyPr wrap="square">
            <a:spAutoFit/>
          </a:bodyPr>
          <a:lstStyle/>
          <a:p>
            <a:pPr algn="ctr" fontAlgn="auto">
              <a:spcBef>
                <a:spcPts val="0"/>
              </a:spcBef>
              <a:spcAft>
                <a:spcPts val="0"/>
              </a:spcAft>
            </a:pPr>
            <a:r>
              <a:rPr lang="ar-SA" sz="2400" b="1" dirty="0"/>
              <a:t>تفتح أفقاً واسعة للطلبة للوصول للكثير من البرامج التي لم يكن ممكناً أن يصلوا إليها في السابق إما بسبب التكلفة أو القصور في إمكانيات أجهزة الحاسب الآلي المدرسية</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3" name="Rectangle 52"/>
          <p:cNvSpPr/>
          <p:nvPr/>
        </p:nvSpPr>
        <p:spPr>
          <a:xfrm>
            <a:off x="3855552" y="4787276"/>
            <a:ext cx="6443396" cy="1200329"/>
          </a:xfrm>
          <a:prstGeom prst="rect">
            <a:avLst/>
          </a:prstGeom>
        </p:spPr>
        <p:txBody>
          <a:bodyPr wrap="square">
            <a:spAutoFit/>
          </a:bodyPr>
          <a:lstStyle/>
          <a:p>
            <a:pPr algn="ctr" fontAlgn="auto">
              <a:spcBef>
                <a:spcPts val="0"/>
              </a:spcBef>
              <a:spcAft>
                <a:spcPts val="0"/>
              </a:spcAft>
            </a:pPr>
            <a:r>
              <a:rPr lang="ar-SA" sz="2400" b="1" dirty="0"/>
              <a:t>يستطيع الطلبة من خلال منظومة الحوسبة السحابية تخزين ومزامنة الملفات وإنشاء المستندات والتعاون مع الآخرين في البحث أو الكتابة</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5" name="Oval 54"/>
          <p:cNvSpPr/>
          <p:nvPr/>
        </p:nvSpPr>
        <p:spPr>
          <a:xfrm>
            <a:off x="10418435" y="3533777"/>
            <a:ext cx="723904" cy="723904"/>
          </a:xfrm>
          <a:prstGeom prst="ellips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2400" dirty="0">
                <a:solidFill>
                  <a:prstClr val="white"/>
                </a:solidFill>
                <a:latin typeface="FontAwesome" pitchFamily="50" charset="0"/>
              </a:rPr>
              <a:t>2</a:t>
            </a:r>
            <a:endParaRPr lang="en-IN" sz="2400" dirty="0">
              <a:solidFill>
                <a:prstClr val="white"/>
              </a:solidFill>
              <a:latin typeface="FontAwesome" pitchFamily="50" charset="0"/>
            </a:endParaRPr>
          </a:p>
        </p:txBody>
      </p:sp>
      <p:sp>
        <p:nvSpPr>
          <p:cNvPr id="56" name="Oval 55"/>
          <p:cNvSpPr/>
          <p:nvPr/>
        </p:nvSpPr>
        <p:spPr>
          <a:xfrm>
            <a:off x="10423826" y="2107774"/>
            <a:ext cx="723904" cy="723904"/>
          </a:xfrm>
          <a:prstGeom prst="ellips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2400" dirty="0">
                <a:solidFill>
                  <a:prstClr val="white"/>
                </a:solidFill>
                <a:latin typeface="FontAwesome" pitchFamily="50" charset="0"/>
              </a:rPr>
              <a:t>1</a:t>
            </a:r>
            <a:endParaRPr lang="en-IN" sz="2400" dirty="0">
              <a:solidFill>
                <a:prstClr val="white"/>
              </a:solidFill>
              <a:latin typeface="FontAwesome" pitchFamily="50" charset="0"/>
            </a:endParaRPr>
          </a:p>
        </p:txBody>
      </p:sp>
      <p:sp>
        <p:nvSpPr>
          <p:cNvPr id="57" name="Oval 56"/>
          <p:cNvSpPr/>
          <p:nvPr/>
        </p:nvSpPr>
        <p:spPr>
          <a:xfrm>
            <a:off x="10423826" y="4900882"/>
            <a:ext cx="723904" cy="723904"/>
          </a:xfrm>
          <a:prstGeom prst="ellips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2400" dirty="0" smtClean="0">
                <a:solidFill>
                  <a:prstClr val="white"/>
                </a:solidFill>
                <a:latin typeface="FontAwesome" pitchFamily="50" charset="0"/>
              </a:rPr>
              <a:t>3</a:t>
            </a:r>
            <a:endParaRPr lang="en-IN" sz="2400" dirty="0">
              <a:solidFill>
                <a:prstClr val="white"/>
              </a:solidFill>
              <a:latin typeface="FontAwesome" pitchFamily="50" charset="0"/>
            </a:endParaRPr>
          </a:p>
        </p:txBody>
      </p:sp>
      <p:sp>
        <p:nvSpPr>
          <p:cNvPr id="4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9652445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1"/>
                                        </p:tgtEl>
                                        <p:attrNameLst>
                                          <p:attrName>style.visibility</p:attrName>
                                        </p:attrNameLst>
                                      </p:cBhvr>
                                      <p:to>
                                        <p:strVal val="visible"/>
                                      </p:to>
                                    </p:set>
                                    <p:animEffect transition="in" filter="wipe(left)">
                                      <p:cBhvr>
                                        <p:cTn id="11" dur="500"/>
                                        <p:tgtEl>
                                          <p:spTgt spid="51"/>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56"/>
                                        </p:tgtEl>
                                        <p:attrNameLst>
                                          <p:attrName>style.visibility</p:attrName>
                                        </p:attrNameLst>
                                      </p:cBhvr>
                                      <p:to>
                                        <p:strVal val="visible"/>
                                      </p:to>
                                    </p:set>
                                    <p:animEffect transition="in" filter="wipe(left)">
                                      <p:cBhvr>
                                        <p:cTn id="15" dur="500"/>
                                        <p:tgtEl>
                                          <p:spTgt spid="56"/>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wipe(left)">
                                      <p:cBhvr>
                                        <p:cTn id="19" dur="500"/>
                                        <p:tgtEl>
                                          <p:spTgt spid="24"/>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52"/>
                                        </p:tgtEl>
                                        <p:attrNameLst>
                                          <p:attrName>style.visibility</p:attrName>
                                        </p:attrNameLst>
                                      </p:cBhvr>
                                      <p:to>
                                        <p:strVal val="visible"/>
                                      </p:to>
                                    </p:set>
                                    <p:animEffect transition="in" filter="wipe(left)">
                                      <p:cBhvr>
                                        <p:cTn id="23" dur="500"/>
                                        <p:tgtEl>
                                          <p:spTgt spid="52"/>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55"/>
                                        </p:tgtEl>
                                        <p:attrNameLst>
                                          <p:attrName>style.visibility</p:attrName>
                                        </p:attrNameLst>
                                      </p:cBhvr>
                                      <p:to>
                                        <p:strVal val="visible"/>
                                      </p:to>
                                    </p:set>
                                    <p:animEffect transition="in" filter="wipe(left)">
                                      <p:cBhvr>
                                        <p:cTn id="27" dur="500"/>
                                        <p:tgtEl>
                                          <p:spTgt spid="55"/>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33"/>
                                        </p:tgtEl>
                                        <p:attrNameLst>
                                          <p:attrName>style.visibility</p:attrName>
                                        </p:attrNameLst>
                                      </p:cBhvr>
                                      <p:to>
                                        <p:strVal val="visible"/>
                                      </p:to>
                                    </p:set>
                                    <p:animEffect transition="in" filter="wipe(left)">
                                      <p:cBhvr>
                                        <p:cTn id="31" dur="500"/>
                                        <p:tgtEl>
                                          <p:spTgt spid="33"/>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wipe(left)">
                                      <p:cBhvr>
                                        <p:cTn id="35" dur="500"/>
                                        <p:tgtEl>
                                          <p:spTgt spid="53"/>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57"/>
                                        </p:tgtEl>
                                        <p:attrNameLst>
                                          <p:attrName>style.visibility</p:attrName>
                                        </p:attrNameLst>
                                      </p:cBhvr>
                                      <p:to>
                                        <p:strVal val="visible"/>
                                      </p:to>
                                    </p:set>
                                    <p:animEffect transition="in" filter="wipe(left)">
                                      <p:cBhvr>
                                        <p:cTn id="39"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2" grpId="0"/>
      <p:bldP spid="53" grpId="0"/>
      <p:bldP spid="55" grpId="0" animBg="1"/>
      <p:bldP spid="56" grpId="0" animBg="1"/>
      <p:bldP spid="57"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275365" y="2096485"/>
            <a:ext cx="3294698" cy="860453"/>
            <a:chOff x="2057401" y="2420938"/>
            <a:chExt cx="6115050" cy="1597025"/>
          </a:xfrm>
        </p:grpSpPr>
        <p:sp>
          <p:nvSpPr>
            <p:cNvPr id="22"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pic>
          <p:nvPicPr>
            <p:cNvPr id="2063"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19"/>
            <p:cNvSpPr>
              <a:spLocks noChangeArrowheads="1"/>
            </p:cNvSpPr>
            <p:nvPr/>
          </p:nvSpPr>
          <p:spPr bwMode="auto">
            <a:xfrm>
              <a:off x="2117725" y="2466976"/>
              <a:ext cx="3395663" cy="969963"/>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grpSp>
        <p:nvGrpSpPr>
          <p:cNvPr id="24" name="Group 23"/>
          <p:cNvGrpSpPr/>
          <p:nvPr/>
        </p:nvGrpSpPr>
        <p:grpSpPr>
          <a:xfrm>
            <a:off x="273466" y="3375150"/>
            <a:ext cx="3294698" cy="860453"/>
            <a:chOff x="2057401" y="2420938"/>
            <a:chExt cx="6115050" cy="1597025"/>
          </a:xfrm>
        </p:grpSpPr>
        <p:sp>
          <p:nvSpPr>
            <p:cNvPr id="25"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6"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7"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8"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9"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0"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pic>
          <p:nvPicPr>
            <p:cNvPr id="31"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Rectangle 19"/>
            <p:cNvSpPr>
              <a:spLocks noChangeArrowheads="1"/>
            </p:cNvSpPr>
            <p:nvPr/>
          </p:nvSpPr>
          <p:spPr bwMode="auto">
            <a:xfrm>
              <a:off x="2117725" y="2466976"/>
              <a:ext cx="3395663" cy="969963"/>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grpSp>
        <p:nvGrpSpPr>
          <p:cNvPr id="33" name="Group 32"/>
          <p:cNvGrpSpPr/>
          <p:nvPr/>
        </p:nvGrpSpPr>
        <p:grpSpPr>
          <a:xfrm>
            <a:off x="273466" y="4685493"/>
            <a:ext cx="3294698" cy="860453"/>
            <a:chOff x="2057401" y="2420938"/>
            <a:chExt cx="6115050" cy="1597025"/>
          </a:xfrm>
        </p:grpSpPr>
        <p:sp>
          <p:nvSpPr>
            <p:cNvPr id="34"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5"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6"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7"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8"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9"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pic>
          <p:nvPicPr>
            <p:cNvPr id="40"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Rectangle 19"/>
            <p:cNvSpPr>
              <a:spLocks noChangeArrowheads="1"/>
            </p:cNvSpPr>
            <p:nvPr/>
          </p:nvSpPr>
          <p:spPr bwMode="auto">
            <a:xfrm>
              <a:off x="2117725" y="2466976"/>
              <a:ext cx="3395663" cy="969963"/>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51" name="Rectangle 50"/>
          <p:cNvSpPr/>
          <p:nvPr/>
        </p:nvSpPr>
        <p:spPr>
          <a:xfrm>
            <a:off x="3531513" y="1974253"/>
            <a:ext cx="6811654" cy="1200329"/>
          </a:xfrm>
          <a:prstGeom prst="rect">
            <a:avLst/>
          </a:prstGeom>
        </p:spPr>
        <p:txBody>
          <a:bodyPr wrap="square">
            <a:spAutoFit/>
          </a:bodyPr>
          <a:lstStyle/>
          <a:p>
            <a:pPr algn="ctr" fontAlgn="auto">
              <a:spcBef>
                <a:spcPts val="0"/>
              </a:spcBef>
              <a:spcAft>
                <a:spcPts val="0"/>
              </a:spcAft>
            </a:pPr>
            <a:r>
              <a:rPr lang="ar-SA" sz="2400" b="1" dirty="0"/>
              <a:t>توفر الحوسبة السحابية الكثير من المال على مستخدميها نتيجة عدم الإضطرار إلى شراء الأجهزة والبرمجيات وكذلك تكاليف صيانتها الدورية</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2" name="Rectangle 51"/>
          <p:cNvSpPr/>
          <p:nvPr/>
        </p:nvSpPr>
        <p:spPr>
          <a:xfrm>
            <a:off x="3730675" y="3295565"/>
            <a:ext cx="6612492" cy="1200329"/>
          </a:xfrm>
          <a:prstGeom prst="rect">
            <a:avLst/>
          </a:prstGeom>
        </p:spPr>
        <p:txBody>
          <a:bodyPr wrap="square">
            <a:spAutoFit/>
          </a:bodyPr>
          <a:lstStyle/>
          <a:p>
            <a:pPr algn="ctr" fontAlgn="auto">
              <a:spcBef>
                <a:spcPts val="0"/>
              </a:spcBef>
              <a:spcAft>
                <a:spcPts val="0"/>
              </a:spcAft>
            </a:pPr>
            <a:r>
              <a:rPr lang="ar-SA" sz="2400" b="1" dirty="0"/>
              <a:t>تتيح الحوسبة السحابية للمستخدم دخولاً آمناً على ملفاته وتطبيقاته المخزنة عليها، بشرط توفر الدليل على أن المستخدم له الحق فى الإطلاع على هذة الملفات واستخدامها</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3" name="Rectangle 52"/>
          <p:cNvSpPr/>
          <p:nvPr/>
        </p:nvSpPr>
        <p:spPr>
          <a:xfrm>
            <a:off x="3855552" y="4787276"/>
            <a:ext cx="6443396" cy="830997"/>
          </a:xfrm>
          <a:prstGeom prst="rect">
            <a:avLst/>
          </a:prstGeom>
        </p:spPr>
        <p:txBody>
          <a:bodyPr wrap="square">
            <a:spAutoFit/>
          </a:bodyPr>
          <a:lstStyle/>
          <a:p>
            <a:pPr algn="ctr" fontAlgn="auto">
              <a:spcBef>
                <a:spcPts val="0"/>
              </a:spcBef>
              <a:spcAft>
                <a:spcPts val="0"/>
              </a:spcAft>
            </a:pPr>
            <a:r>
              <a:rPr lang="ar-SA" sz="2400" b="1" dirty="0"/>
              <a:t>تعتبر الحوسبة السحابية وسيلة آمنة للحفاظ على البيانات والمعلومات من التلف والضياع</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5" name="Oval 54"/>
          <p:cNvSpPr/>
          <p:nvPr/>
        </p:nvSpPr>
        <p:spPr>
          <a:xfrm>
            <a:off x="10418435" y="3533777"/>
            <a:ext cx="723904" cy="723904"/>
          </a:xfrm>
          <a:prstGeom prst="ellips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2400" dirty="0">
                <a:solidFill>
                  <a:prstClr val="white"/>
                </a:solidFill>
                <a:latin typeface="FontAwesome" pitchFamily="50" charset="0"/>
              </a:rPr>
              <a:t>2</a:t>
            </a:r>
            <a:endParaRPr lang="en-IN" sz="2400" dirty="0">
              <a:solidFill>
                <a:prstClr val="white"/>
              </a:solidFill>
              <a:latin typeface="FontAwesome" pitchFamily="50" charset="0"/>
            </a:endParaRPr>
          </a:p>
        </p:txBody>
      </p:sp>
      <p:sp>
        <p:nvSpPr>
          <p:cNvPr id="56" name="Oval 55"/>
          <p:cNvSpPr/>
          <p:nvPr/>
        </p:nvSpPr>
        <p:spPr>
          <a:xfrm>
            <a:off x="10423826" y="2107774"/>
            <a:ext cx="723904" cy="723904"/>
          </a:xfrm>
          <a:prstGeom prst="ellips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2400" dirty="0">
                <a:solidFill>
                  <a:prstClr val="white"/>
                </a:solidFill>
                <a:latin typeface="FontAwesome" pitchFamily="50" charset="0"/>
              </a:rPr>
              <a:t>1</a:t>
            </a:r>
            <a:endParaRPr lang="en-IN" sz="2400" dirty="0">
              <a:solidFill>
                <a:prstClr val="white"/>
              </a:solidFill>
              <a:latin typeface="FontAwesome" pitchFamily="50" charset="0"/>
            </a:endParaRPr>
          </a:p>
        </p:txBody>
      </p:sp>
      <p:sp>
        <p:nvSpPr>
          <p:cNvPr id="57" name="Oval 56"/>
          <p:cNvSpPr/>
          <p:nvPr/>
        </p:nvSpPr>
        <p:spPr>
          <a:xfrm>
            <a:off x="10423826" y="4900882"/>
            <a:ext cx="723904" cy="723904"/>
          </a:xfrm>
          <a:prstGeom prst="ellips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2400" dirty="0" smtClean="0">
                <a:solidFill>
                  <a:prstClr val="white"/>
                </a:solidFill>
                <a:latin typeface="FontAwesome" pitchFamily="50" charset="0"/>
              </a:rPr>
              <a:t>3</a:t>
            </a:r>
            <a:endParaRPr lang="en-IN" sz="2400" dirty="0">
              <a:solidFill>
                <a:prstClr val="white"/>
              </a:solidFill>
              <a:latin typeface="FontAwesome" pitchFamily="50" charset="0"/>
            </a:endParaRPr>
          </a:p>
        </p:txBody>
      </p:sp>
      <p:sp>
        <p:nvSpPr>
          <p:cNvPr id="42" name="Title 1"/>
          <p:cNvSpPr txBox="1">
            <a:spLocks/>
          </p:cNvSpPr>
          <p:nvPr/>
        </p:nvSpPr>
        <p:spPr>
          <a:xfrm>
            <a:off x="838200" y="308482"/>
            <a:ext cx="10515600" cy="1187576"/>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2400" kern="120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defRPr>
            </a:lvl1pPr>
          </a:lstStyle>
          <a:p>
            <a:pPr lvl="0" rtl="1" fontAlgn="auto">
              <a:spcAft>
                <a:spcPts val="0"/>
              </a:spcAft>
            </a:pPr>
            <a:r>
              <a:rPr lang="ar-SA" sz="3600" dirty="0">
                <a:solidFill>
                  <a:schemeClr val="tx1"/>
                </a:solidFill>
                <a:cs typeface="+mj-cs"/>
              </a:rPr>
              <a:t>وتظهر </a:t>
            </a:r>
            <a:r>
              <a:rPr lang="ar-SA" sz="3600" b="1" dirty="0">
                <a:solidFill>
                  <a:schemeClr val="tx1"/>
                </a:solidFill>
                <a:cs typeface="+mj-cs"/>
              </a:rPr>
              <a:t>فوائد استخدام الحوسبة السحابية في التعليم</a:t>
            </a:r>
            <a:r>
              <a:rPr lang="ar-SA" sz="3600" dirty="0">
                <a:solidFill>
                  <a:schemeClr val="tx1"/>
                </a:solidFill>
                <a:cs typeface="+mj-cs"/>
              </a:rPr>
              <a:t>، من خلال الآتي (</a:t>
            </a:r>
            <a:r>
              <a:rPr lang="en-US" sz="3600" dirty="0">
                <a:solidFill>
                  <a:schemeClr val="tx1"/>
                </a:solidFill>
                <a:cs typeface="+mj-cs"/>
              </a:rPr>
              <a:t>Tennant, 2010</a:t>
            </a:r>
            <a:r>
              <a:rPr lang="ar-SA" sz="3600" dirty="0">
                <a:solidFill>
                  <a:schemeClr val="tx1"/>
                </a:solidFill>
                <a:cs typeface="+mj-cs"/>
              </a:rPr>
              <a:t>):</a:t>
            </a:r>
            <a:endParaRPr kumimoji="0" lang="en-US" sz="3600" b="0" i="0" u="none" strike="noStrike" kern="1200" cap="none" spc="0" normalizeH="0" baseline="0" noProof="0" dirty="0">
              <a:ln>
                <a:noFill/>
              </a:ln>
              <a:solidFill>
                <a:schemeClr val="tx1"/>
              </a:solidFill>
              <a:effectLst/>
              <a:uLnTx/>
              <a:uFillTx/>
              <a:cs typeface="+mj-cs"/>
            </a:endParaRPr>
          </a:p>
        </p:txBody>
      </p:sp>
      <p:sp>
        <p:nvSpPr>
          <p:cNvPr id="4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76965108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left)">
                                      <p:cBhvr>
                                        <p:cTn id="11" dur="500"/>
                                        <p:tgtEl>
                                          <p:spTgt spid="11"/>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51"/>
                                        </p:tgtEl>
                                        <p:attrNameLst>
                                          <p:attrName>style.visibility</p:attrName>
                                        </p:attrNameLst>
                                      </p:cBhvr>
                                      <p:to>
                                        <p:strVal val="visible"/>
                                      </p:to>
                                    </p:set>
                                    <p:animEffect transition="in" filter="wipe(left)">
                                      <p:cBhvr>
                                        <p:cTn id="15" dur="500"/>
                                        <p:tgtEl>
                                          <p:spTgt spid="51"/>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wipe(left)">
                                      <p:cBhvr>
                                        <p:cTn id="19" dur="500"/>
                                        <p:tgtEl>
                                          <p:spTgt spid="56"/>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wipe(left)">
                                      <p:cBhvr>
                                        <p:cTn id="27" dur="500"/>
                                        <p:tgtEl>
                                          <p:spTgt spid="52"/>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55"/>
                                        </p:tgtEl>
                                        <p:attrNameLst>
                                          <p:attrName>style.visibility</p:attrName>
                                        </p:attrNameLst>
                                      </p:cBhvr>
                                      <p:to>
                                        <p:strVal val="visible"/>
                                      </p:to>
                                    </p:set>
                                    <p:animEffect transition="in" filter="wipe(left)">
                                      <p:cBhvr>
                                        <p:cTn id="31" dur="500"/>
                                        <p:tgtEl>
                                          <p:spTgt spid="55"/>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wipe(left)">
                                      <p:cBhvr>
                                        <p:cTn id="35" dur="500"/>
                                        <p:tgtEl>
                                          <p:spTgt spid="33"/>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53"/>
                                        </p:tgtEl>
                                        <p:attrNameLst>
                                          <p:attrName>style.visibility</p:attrName>
                                        </p:attrNameLst>
                                      </p:cBhvr>
                                      <p:to>
                                        <p:strVal val="visible"/>
                                      </p:to>
                                    </p:set>
                                    <p:animEffect transition="in" filter="wipe(left)">
                                      <p:cBhvr>
                                        <p:cTn id="39" dur="500"/>
                                        <p:tgtEl>
                                          <p:spTgt spid="53"/>
                                        </p:tgtEl>
                                      </p:cBhvr>
                                    </p:animEffect>
                                  </p:childTnLst>
                                </p:cTn>
                              </p:par>
                            </p:childTnLst>
                          </p:cTn>
                        </p:par>
                        <p:par>
                          <p:cTn id="40" fill="hold">
                            <p:stCondLst>
                              <p:cond delay="4500"/>
                            </p:stCondLst>
                            <p:childTnLst>
                              <p:par>
                                <p:cTn id="41" presetID="22" presetClass="entr" presetSubtype="8" fill="hold" grpId="0" nodeType="after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wipe(left)">
                                      <p:cBhvr>
                                        <p:cTn id="4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2" grpId="0"/>
      <p:bldP spid="53" grpId="0"/>
      <p:bldP spid="55" grpId="0" animBg="1"/>
      <p:bldP spid="56" grpId="0" animBg="1"/>
      <p:bldP spid="57" grpId="0" animBg="1"/>
      <p:bldP spid="42"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313915" y="1292461"/>
            <a:ext cx="3294698" cy="860453"/>
            <a:chOff x="2057401" y="2420938"/>
            <a:chExt cx="6115050" cy="1597025"/>
          </a:xfrm>
        </p:grpSpPr>
        <p:sp>
          <p:nvSpPr>
            <p:cNvPr id="22"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pic>
          <p:nvPicPr>
            <p:cNvPr id="2063"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19"/>
            <p:cNvSpPr>
              <a:spLocks noChangeArrowheads="1"/>
            </p:cNvSpPr>
            <p:nvPr/>
          </p:nvSpPr>
          <p:spPr bwMode="auto">
            <a:xfrm>
              <a:off x="2117725" y="2466976"/>
              <a:ext cx="3395663" cy="969963"/>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grpSp>
        <p:nvGrpSpPr>
          <p:cNvPr id="24" name="Group 23"/>
          <p:cNvGrpSpPr/>
          <p:nvPr/>
        </p:nvGrpSpPr>
        <p:grpSpPr>
          <a:xfrm>
            <a:off x="312016" y="2571126"/>
            <a:ext cx="3294698" cy="860453"/>
            <a:chOff x="2057401" y="2420938"/>
            <a:chExt cx="6115050" cy="1597025"/>
          </a:xfrm>
        </p:grpSpPr>
        <p:sp>
          <p:nvSpPr>
            <p:cNvPr id="25"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6"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7"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8"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9"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0"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pic>
          <p:nvPicPr>
            <p:cNvPr id="31"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Rectangle 19"/>
            <p:cNvSpPr>
              <a:spLocks noChangeArrowheads="1"/>
            </p:cNvSpPr>
            <p:nvPr/>
          </p:nvSpPr>
          <p:spPr bwMode="auto">
            <a:xfrm>
              <a:off x="2117725" y="2466976"/>
              <a:ext cx="3395663" cy="969963"/>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grpSp>
        <p:nvGrpSpPr>
          <p:cNvPr id="33" name="Group 32"/>
          <p:cNvGrpSpPr/>
          <p:nvPr/>
        </p:nvGrpSpPr>
        <p:grpSpPr>
          <a:xfrm>
            <a:off x="312016" y="3881469"/>
            <a:ext cx="3294698" cy="860453"/>
            <a:chOff x="2057401" y="2420938"/>
            <a:chExt cx="6115050" cy="1597025"/>
          </a:xfrm>
        </p:grpSpPr>
        <p:sp>
          <p:nvSpPr>
            <p:cNvPr id="34"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5"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6"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7"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8"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9"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pic>
          <p:nvPicPr>
            <p:cNvPr id="40"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Rectangle 19"/>
            <p:cNvSpPr>
              <a:spLocks noChangeArrowheads="1"/>
            </p:cNvSpPr>
            <p:nvPr/>
          </p:nvSpPr>
          <p:spPr bwMode="auto">
            <a:xfrm>
              <a:off x="2117725" y="2466976"/>
              <a:ext cx="3395663" cy="969963"/>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51" name="Rectangle 50"/>
          <p:cNvSpPr/>
          <p:nvPr/>
        </p:nvSpPr>
        <p:spPr>
          <a:xfrm>
            <a:off x="3570063" y="1170229"/>
            <a:ext cx="6811654" cy="830997"/>
          </a:xfrm>
          <a:prstGeom prst="rect">
            <a:avLst/>
          </a:prstGeom>
        </p:spPr>
        <p:txBody>
          <a:bodyPr wrap="square">
            <a:spAutoFit/>
          </a:bodyPr>
          <a:lstStyle/>
          <a:p>
            <a:pPr lvl="0" algn="ctr" rtl="1"/>
            <a:r>
              <a:rPr lang="ar-SA" sz="2400" b="1" dirty="0"/>
              <a:t>القدرة على استخدام تطبيقات وبرمجيات عالية المستوى والكفاءة بغض النظر عن كفاءه الأجهزة التى المستخدمة في ذلك</a:t>
            </a:r>
            <a:endParaRPr lang="en-US" sz="2400" b="1" dirty="0"/>
          </a:p>
        </p:txBody>
      </p:sp>
      <p:sp>
        <p:nvSpPr>
          <p:cNvPr id="52" name="Rectangle 51"/>
          <p:cNvSpPr/>
          <p:nvPr/>
        </p:nvSpPr>
        <p:spPr>
          <a:xfrm>
            <a:off x="3769225" y="2491541"/>
            <a:ext cx="6562882" cy="1200329"/>
          </a:xfrm>
          <a:prstGeom prst="rect">
            <a:avLst/>
          </a:prstGeom>
        </p:spPr>
        <p:txBody>
          <a:bodyPr wrap="square">
            <a:spAutoFit/>
          </a:bodyPr>
          <a:lstStyle/>
          <a:p>
            <a:pPr algn="ctr" fontAlgn="auto">
              <a:spcBef>
                <a:spcPts val="0"/>
              </a:spcBef>
              <a:spcAft>
                <a:spcPts val="0"/>
              </a:spcAft>
            </a:pPr>
            <a:r>
              <a:rPr lang="ar-SA" sz="2400" b="1" dirty="0"/>
              <a:t>تتيح الحوسبة السحابية الفرصة للطلاب للوصول والتنقل، وتوسيع الاستفادة أو تقليلها بلمسات بسيطة حسب الحاجة وبدون مشاكل</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3" name="Rectangle 52"/>
          <p:cNvSpPr/>
          <p:nvPr/>
        </p:nvSpPr>
        <p:spPr>
          <a:xfrm>
            <a:off x="3894102" y="3983252"/>
            <a:ext cx="6443396" cy="830997"/>
          </a:xfrm>
          <a:prstGeom prst="rect">
            <a:avLst/>
          </a:prstGeom>
        </p:spPr>
        <p:txBody>
          <a:bodyPr wrap="square">
            <a:spAutoFit/>
          </a:bodyPr>
          <a:lstStyle/>
          <a:p>
            <a:pPr algn="ctr" fontAlgn="auto">
              <a:spcBef>
                <a:spcPts val="0"/>
              </a:spcBef>
              <a:spcAft>
                <a:spcPts val="0"/>
              </a:spcAft>
            </a:pPr>
            <a:r>
              <a:rPr lang="ar-SA" sz="2400" b="1" dirty="0"/>
              <a:t>يمكن النظر لمنظومة الحوسبة السحابية على أنها وسيلة تعليم متوفرة بشكل دائم</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5" name="Oval 54"/>
          <p:cNvSpPr/>
          <p:nvPr/>
        </p:nvSpPr>
        <p:spPr>
          <a:xfrm>
            <a:off x="10456985" y="2729753"/>
            <a:ext cx="723904" cy="723904"/>
          </a:xfrm>
          <a:prstGeom prst="ellips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2400" dirty="0" smtClean="0">
                <a:solidFill>
                  <a:prstClr val="white"/>
                </a:solidFill>
                <a:latin typeface="FontAwesome" pitchFamily="50" charset="0"/>
              </a:rPr>
              <a:t>5</a:t>
            </a:r>
            <a:endParaRPr lang="en-IN" sz="2400" dirty="0">
              <a:solidFill>
                <a:prstClr val="white"/>
              </a:solidFill>
              <a:latin typeface="FontAwesome" pitchFamily="50" charset="0"/>
            </a:endParaRPr>
          </a:p>
        </p:txBody>
      </p:sp>
      <p:sp>
        <p:nvSpPr>
          <p:cNvPr id="56" name="Oval 55"/>
          <p:cNvSpPr/>
          <p:nvPr/>
        </p:nvSpPr>
        <p:spPr>
          <a:xfrm>
            <a:off x="10462376" y="1303750"/>
            <a:ext cx="723904" cy="723904"/>
          </a:xfrm>
          <a:prstGeom prst="ellips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2400" dirty="0" smtClean="0">
                <a:solidFill>
                  <a:prstClr val="white"/>
                </a:solidFill>
                <a:latin typeface="FontAwesome" pitchFamily="50" charset="0"/>
              </a:rPr>
              <a:t>4</a:t>
            </a:r>
            <a:endParaRPr lang="en-IN" sz="2400" dirty="0">
              <a:solidFill>
                <a:prstClr val="white"/>
              </a:solidFill>
              <a:latin typeface="FontAwesome" pitchFamily="50" charset="0"/>
            </a:endParaRPr>
          </a:p>
        </p:txBody>
      </p:sp>
      <p:sp>
        <p:nvSpPr>
          <p:cNvPr id="57" name="Oval 56"/>
          <p:cNvSpPr/>
          <p:nvPr/>
        </p:nvSpPr>
        <p:spPr>
          <a:xfrm>
            <a:off x="10462376" y="4096858"/>
            <a:ext cx="723904" cy="723904"/>
          </a:xfrm>
          <a:prstGeom prst="ellips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2400" dirty="0" smtClean="0">
                <a:solidFill>
                  <a:prstClr val="white"/>
                </a:solidFill>
                <a:latin typeface="FontAwesome" pitchFamily="50" charset="0"/>
              </a:rPr>
              <a:t>6</a:t>
            </a:r>
            <a:endParaRPr lang="en-IN" sz="2400" dirty="0">
              <a:solidFill>
                <a:prstClr val="white"/>
              </a:solidFill>
              <a:latin typeface="FontAwesome" pitchFamily="50" charset="0"/>
            </a:endParaRPr>
          </a:p>
        </p:txBody>
      </p:sp>
      <p:grpSp>
        <p:nvGrpSpPr>
          <p:cNvPr id="43" name="Group 42"/>
          <p:cNvGrpSpPr/>
          <p:nvPr/>
        </p:nvGrpSpPr>
        <p:grpSpPr>
          <a:xfrm>
            <a:off x="275365" y="5163565"/>
            <a:ext cx="3294698" cy="860453"/>
            <a:chOff x="2057401" y="2420938"/>
            <a:chExt cx="6115050" cy="1597025"/>
          </a:xfrm>
        </p:grpSpPr>
        <p:sp>
          <p:nvSpPr>
            <p:cNvPr id="44"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5"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6"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7"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8"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9"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pic>
          <p:nvPicPr>
            <p:cNvPr id="50"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Rectangle 19"/>
            <p:cNvSpPr>
              <a:spLocks noChangeArrowheads="1"/>
            </p:cNvSpPr>
            <p:nvPr/>
          </p:nvSpPr>
          <p:spPr bwMode="auto">
            <a:xfrm>
              <a:off x="2117725" y="2466976"/>
              <a:ext cx="3395663" cy="969963"/>
            </a:xfrm>
            <a:prstGeom prst="rect">
              <a:avLst/>
            </a:prstGeom>
            <a:solidFill>
              <a:srgbClr val="F4726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58" name="Rectangle 57"/>
          <p:cNvSpPr/>
          <p:nvPr/>
        </p:nvSpPr>
        <p:spPr>
          <a:xfrm>
            <a:off x="3857451" y="5265348"/>
            <a:ext cx="6443396" cy="830997"/>
          </a:xfrm>
          <a:prstGeom prst="rect">
            <a:avLst/>
          </a:prstGeom>
        </p:spPr>
        <p:txBody>
          <a:bodyPr wrap="square">
            <a:spAutoFit/>
          </a:bodyPr>
          <a:lstStyle/>
          <a:p>
            <a:pPr algn="ctr" fontAlgn="auto">
              <a:spcBef>
                <a:spcPts val="0"/>
              </a:spcBef>
              <a:spcAft>
                <a:spcPts val="0"/>
              </a:spcAft>
            </a:pPr>
            <a:r>
              <a:rPr lang="ar-SA" sz="2400" b="1" dirty="0"/>
              <a:t>تساعد الحوسبة السحابية على تعليم الطلاب بطرق جديدة وتساعدهم على إدارة مشروعاتهم وواجباتهم </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9" name="Oval 58"/>
          <p:cNvSpPr/>
          <p:nvPr/>
        </p:nvSpPr>
        <p:spPr>
          <a:xfrm>
            <a:off x="10425725" y="5378954"/>
            <a:ext cx="723904" cy="723904"/>
          </a:xfrm>
          <a:prstGeom prst="ellipse">
            <a:avLst/>
          </a:prstGeom>
          <a:solidFill>
            <a:srgbClr val="F4726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2400" dirty="0" smtClean="0">
                <a:solidFill>
                  <a:prstClr val="white"/>
                </a:solidFill>
                <a:latin typeface="FontAwesome" pitchFamily="50" charset="0"/>
              </a:rPr>
              <a:t>7</a:t>
            </a:r>
            <a:endParaRPr lang="en-IN" sz="2400" dirty="0">
              <a:solidFill>
                <a:prstClr val="white"/>
              </a:solidFill>
              <a:latin typeface="FontAwesome" pitchFamily="50" charset="0"/>
            </a:endParaRPr>
          </a:p>
        </p:txBody>
      </p:sp>
      <p:sp>
        <p:nvSpPr>
          <p:cNvPr id="6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4370167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1"/>
                                        </p:tgtEl>
                                        <p:attrNameLst>
                                          <p:attrName>style.visibility</p:attrName>
                                        </p:attrNameLst>
                                      </p:cBhvr>
                                      <p:to>
                                        <p:strVal val="visible"/>
                                      </p:to>
                                    </p:set>
                                    <p:animEffect transition="in" filter="wipe(left)">
                                      <p:cBhvr>
                                        <p:cTn id="11" dur="500"/>
                                        <p:tgtEl>
                                          <p:spTgt spid="51"/>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56"/>
                                        </p:tgtEl>
                                        <p:attrNameLst>
                                          <p:attrName>style.visibility</p:attrName>
                                        </p:attrNameLst>
                                      </p:cBhvr>
                                      <p:to>
                                        <p:strVal val="visible"/>
                                      </p:to>
                                    </p:set>
                                    <p:animEffect transition="in" filter="wipe(left)">
                                      <p:cBhvr>
                                        <p:cTn id="15" dur="500"/>
                                        <p:tgtEl>
                                          <p:spTgt spid="56"/>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wipe(left)">
                                      <p:cBhvr>
                                        <p:cTn id="19" dur="500"/>
                                        <p:tgtEl>
                                          <p:spTgt spid="24"/>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52"/>
                                        </p:tgtEl>
                                        <p:attrNameLst>
                                          <p:attrName>style.visibility</p:attrName>
                                        </p:attrNameLst>
                                      </p:cBhvr>
                                      <p:to>
                                        <p:strVal val="visible"/>
                                      </p:to>
                                    </p:set>
                                    <p:animEffect transition="in" filter="wipe(left)">
                                      <p:cBhvr>
                                        <p:cTn id="23" dur="500"/>
                                        <p:tgtEl>
                                          <p:spTgt spid="52"/>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55"/>
                                        </p:tgtEl>
                                        <p:attrNameLst>
                                          <p:attrName>style.visibility</p:attrName>
                                        </p:attrNameLst>
                                      </p:cBhvr>
                                      <p:to>
                                        <p:strVal val="visible"/>
                                      </p:to>
                                    </p:set>
                                    <p:animEffect transition="in" filter="wipe(left)">
                                      <p:cBhvr>
                                        <p:cTn id="27" dur="500"/>
                                        <p:tgtEl>
                                          <p:spTgt spid="55"/>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33"/>
                                        </p:tgtEl>
                                        <p:attrNameLst>
                                          <p:attrName>style.visibility</p:attrName>
                                        </p:attrNameLst>
                                      </p:cBhvr>
                                      <p:to>
                                        <p:strVal val="visible"/>
                                      </p:to>
                                    </p:set>
                                    <p:animEffect transition="in" filter="wipe(left)">
                                      <p:cBhvr>
                                        <p:cTn id="31" dur="500"/>
                                        <p:tgtEl>
                                          <p:spTgt spid="33"/>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wipe(left)">
                                      <p:cBhvr>
                                        <p:cTn id="35" dur="500"/>
                                        <p:tgtEl>
                                          <p:spTgt spid="53"/>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57"/>
                                        </p:tgtEl>
                                        <p:attrNameLst>
                                          <p:attrName>style.visibility</p:attrName>
                                        </p:attrNameLst>
                                      </p:cBhvr>
                                      <p:to>
                                        <p:strVal val="visible"/>
                                      </p:to>
                                    </p:set>
                                    <p:animEffect transition="in" filter="wipe(left)">
                                      <p:cBhvr>
                                        <p:cTn id="39" dur="500"/>
                                        <p:tgtEl>
                                          <p:spTgt spid="57"/>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43"/>
                                        </p:tgtEl>
                                        <p:attrNameLst>
                                          <p:attrName>style.visibility</p:attrName>
                                        </p:attrNameLst>
                                      </p:cBhvr>
                                      <p:to>
                                        <p:strVal val="visible"/>
                                      </p:to>
                                    </p:set>
                                    <p:animEffect transition="in" filter="wipe(left)">
                                      <p:cBhvr>
                                        <p:cTn id="43" dur="500"/>
                                        <p:tgtEl>
                                          <p:spTgt spid="43"/>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58"/>
                                        </p:tgtEl>
                                        <p:attrNameLst>
                                          <p:attrName>style.visibility</p:attrName>
                                        </p:attrNameLst>
                                      </p:cBhvr>
                                      <p:to>
                                        <p:strVal val="visible"/>
                                      </p:to>
                                    </p:set>
                                    <p:animEffect transition="in" filter="wipe(left)">
                                      <p:cBhvr>
                                        <p:cTn id="47" dur="500"/>
                                        <p:tgtEl>
                                          <p:spTgt spid="58"/>
                                        </p:tgtEl>
                                      </p:cBhvr>
                                    </p:animEffect>
                                  </p:childTnLst>
                                </p:cTn>
                              </p:par>
                            </p:childTnLst>
                          </p:cTn>
                        </p:par>
                        <p:par>
                          <p:cTn id="48" fill="hold">
                            <p:stCondLst>
                              <p:cond delay="5500"/>
                            </p:stCondLst>
                            <p:childTnLst>
                              <p:par>
                                <p:cTn id="49" presetID="22" presetClass="entr" presetSubtype="8" fill="hold" grpId="0" nodeType="afterEffect">
                                  <p:stCondLst>
                                    <p:cond delay="0"/>
                                  </p:stCondLst>
                                  <p:childTnLst>
                                    <p:set>
                                      <p:cBhvr>
                                        <p:cTn id="50" dur="1" fill="hold">
                                          <p:stCondLst>
                                            <p:cond delay="0"/>
                                          </p:stCondLst>
                                        </p:cTn>
                                        <p:tgtEl>
                                          <p:spTgt spid="59"/>
                                        </p:tgtEl>
                                        <p:attrNameLst>
                                          <p:attrName>style.visibility</p:attrName>
                                        </p:attrNameLst>
                                      </p:cBhvr>
                                      <p:to>
                                        <p:strVal val="visible"/>
                                      </p:to>
                                    </p:set>
                                    <p:animEffect transition="in" filter="wipe(left)">
                                      <p:cBhvr>
                                        <p:cTn id="51"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2" grpId="0"/>
      <p:bldP spid="53" grpId="0"/>
      <p:bldP spid="55" grpId="0" animBg="1"/>
      <p:bldP spid="56" grpId="0" animBg="1"/>
      <p:bldP spid="57" grpId="0" animBg="1"/>
      <p:bldP spid="58" grpId="0"/>
      <p:bldP spid="59"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6086669" y="987211"/>
            <a:ext cx="6526306" cy="2822938"/>
          </a:xfrm>
          <a:prstGeom prst="hexagon">
            <a:avLst/>
          </a:prstGeom>
          <a:solidFill>
            <a:srgbClr val="0160A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6568751" y="1901793"/>
            <a:ext cx="5284785" cy="523220"/>
          </a:xfrm>
          <a:prstGeom prst="rect">
            <a:avLst/>
          </a:prstGeom>
          <a:noFill/>
        </p:spPr>
        <p:txBody>
          <a:bodyPr wrap="square" rtlCol="0">
            <a:spAutoFit/>
          </a:bodyPr>
          <a:lstStyle/>
          <a:p>
            <a:pPr marL="514350" indent="-514350" algn="ctr" rtl="1" fontAlgn="auto">
              <a:spcBef>
                <a:spcPts val="0"/>
              </a:spcBef>
              <a:spcAft>
                <a:spcPts val="0"/>
              </a:spcAft>
              <a:buFont typeface="+mj-lt"/>
              <a:buAutoNum type="arabicPeriod" startAt="3"/>
            </a:pPr>
            <a:r>
              <a:rPr lang="ar-SA" sz="2800" b="1" u="sng" dirty="0">
                <a:solidFill>
                  <a:schemeClr val="bg1"/>
                </a:solidFill>
              </a:rPr>
              <a:t>تجربة المدرسة في السحاب</a:t>
            </a:r>
            <a:endParaRPr lang="en-US" sz="2800" u="sng"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8" name="Rectangle 7"/>
          <p:cNvSpPr/>
          <p:nvPr/>
        </p:nvSpPr>
        <p:spPr>
          <a:xfrm>
            <a:off x="373224" y="4612301"/>
            <a:ext cx="11426891" cy="1384995"/>
          </a:xfrm>
          <a:prstGeom prst="rect">
            <a:avLst/>
          </a:prstGeom>
        </p:spPr>
        <p:txBody>
          <a:bodyPr wrap="square">
            <a:spAutoFit/>
          </a:bodyPr>
          <a:lstStyle/>
          <a:p>
            <a:pPr algn="ctr" rtl="1" fontAlgn="auto">
              <a:spcBef>
                <a:spcPts val="0"/>
              </a:spcBef>
              <a:spcAft>
                <a:spcPts val="0"/>
              </a:spcAft>
            </a:pPr>
            <a:r>
              <a:rPr lang="ar-SA" sz="2800" b="1" dirty="0"/>
              <a:t>ترجع فكرة تطبيق المدرسة السحابية إلى أحد رواد العملية التعليمية في الهند وهو "سوغاتا ميترا "  الذي سعى لتحقيق رؤيته لبناء المدرسة في السحاب </a:t>
            </a:r>
            <a:r>
              <a:rPr lang="en-US" sz="2800" b="1" dirty="0" err="1"/>
              <a:t>Sugata</a:t>
            </a:r>
            <a:r>
              <a:rPr lang="en-US" sz="2800" b="1" dirty="0"/>
              <a:t> </a:t>
            </a:r>
            <a:r>
              <a:rPr lang="en-US" sz="2800" b="1" dirty="0" err="1"/>
              <a:t>Mitra</a:t>
            </a:r>
            <a:r>
              <a:rPr lang="en-US" sz="2800" b="1" dirty="0"/>
              <a:t>: Build a School in the Cloud</a:t>
            </a:r>
            <a:r>
              <a:rPr lang="ar-SA" sz="2800" b="1" dirty="0"/>
              <a:t>، من خلال اختبار نظريته التي يعني بها أن ليس للتعليم حدود</a:t>
            </a:r>
            <a:endParaRPr lang="en-US" sz="2800" b="1" dirty="0">
              <a:solidFill>
                <a:prstClr val="black"/>
              </a:solidFill>
              <a:latin typeface="Calibri" panose="020F0502020204030204"/>
              <a:cs typeface="+mn-cs"/>
            </a:endParaRPr>
          </a:p>
        </p:txBody>
      </p:sp>
      <p:grpSp>
        <p:nvGrpSpPr>
          <p:cNvPr id="47" name="Group 46"/>
          <p:cNvGrpSpPr/>
          <p:nvPr/>
        </p:nvGrpSpPr>
        <p:grpSpPr>
          <a:xfrm>
            <a:off x="3477171" y="2760145"/>
            <a:ext cx="1352608" cy="1451080"/>
            <a:chOff x="8796996" y="1390924"/>
            <a:chExt cx="2063137" cy="2335695"/>
          </a:xfrm>
        </p:grpSpPr>
        <p:sp>
          <p:nvSpPr>
            <p:cNvPr id="48" name="Freeform 6"/>
            <p:cNvSpPr>
              <a:spLocks/>
            </p:cNvSpPr>
            <p:nvPr/>
          </p:nvSpPr>
          <p:spPr bwMode="auto">
            <a:xfrm>
              <a:off x="8796996" y="1390924"/>
              <a:ext cx="1055862" cy="1957670"/>
            </a:xfrm>
            <a:custGeom>
              <a:avLst/>
              <a:gdLst>
                <a:gd name="T0" fmla="*/ 0 w 891"/>
                <a:gd name="T1" fmla="*/ 1652 h 1652"/>
                <a:gd name="T2" fmla="*/ 891 w 891"/>
                <a:gd name="T3" fmla="*/ 1249 h 1652"/>
                <a:gd name="T4" fmla="*/ 891 w 891"/>
                <a:gd name="T5" fmla="*/ 0 h 1652"/>
                <a:gd name="T6" fmla="*/ 9 w 891"/>
                <a:gd name="T7" fmla="*/ 608 h 1652"/>
                <a:gd name="T8" fmla="*/ 0 w 891"/>
                <a:gd name="T9" fmla="*/ 1652 h 1652"/>
              </a:gdLst>
              <a:ahLst/>
              <a:cxnLst>
                <a:cxn ang="0">
                  <a:pos x="T0" y="T1"/>
                </a:cxn>
                <a:cxn ang="0">
                  <a:pos x="T2" y="T3"/>
                </a:cxn>
                <a:cxn ang="0">
                  <a:pos x="T4" y="T5"/>
                </a:cxn>
                <a:cxn ang="0">
                  <a:pos x="T6" y="T7"/>
                </a:cxn>
                <a:cxn ang="0">
                  <a:pos x="T8" y="T9"/>
                </a:cxn>
              </a:cxnLst>
              <a:rect l="0" t="0" r="r" b="b"/>
              <a:pathLst>
                <a:path w="891" h="1652">
                  <a:moveTo>
                    <a:pt x="0" y="1652"/>
                  </a:moveTo>
                  <a:lnTo>
                    <a:pt x="891" y="1249"/>
                  </a:lnTo>
                  <a:lnTo>
                    <a:pt x="891" y="0"/>
                  </a:lnTo>
                  <a:lnTo>
                    <a:pt x="9" y="608"/>
                  </a:lnTo>
                  <a:lnTo>
                    <a:pt x="0" y="1652"/>
                  </a:lnTo>
                  <a:close/>
                </a:path>
              </a:pathLst>
            </a:custGeom>
            <a:solidFill>
              <a:srgbClr val="C03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9" name="Freeform 7"/>
            <p:cNvSpPr>
              <a:spLocks/>
            </p:cNvSpPr>
            <p:nvPr/>
          </p:nvSpPr>
          <p:spPr bwMode="auto">
            <a:xfrm>
              <a:off x="9852857" y="1390924"/>
              <a:ext cx="1007276" cy="1955300"/>
            </a:xfrm>
            <a:custGeom>
              <a:avLst/>
              <a:gdLst>
                <a:gd name="T0" fmla="*/ 850 w 850"/>
                <a:gd name="T1" fmla="*/ 1650 h 1650"/>
                <a:gd name="T2" fmla="*/ 0 w 850"/>
                <a:gd name="T3" fmla="*/ 1249 h 1650"/>
                <a:gd name="T4" fmla="*/ 0 w 850"/>
                <a:gd name="T5" fmla="*/ 0 h 1650"/>
                <a:gd name="T6" fmla="*/ 850 w 850"/>
                <a:gd name="T7" fmla="*/ 622 h 1650"/>
                <a:gd name="T8" fmla="*/ 850 w 850"/>
                <a:gd name="T9" fmla="*/ 1650 h 1650"/>
              </a:gdLst>
              <a:ahLst/>
              <a:cxnLst>
                <a:cxn ang="0">
                  <a:pos x="T0" y="T1"/>
                </a:cxn>
                <a:cxn ang="0">
                  <a:pos x="T2" y="T3"/>
                </a:cxn>
                <a:cxn ang="0">
                  <a:pos x="T4" y="T5"/>
                </a:cxn>
                <a:cxn ang="0">
                  <a:pos x="T6" y="T7"/>
                </a:cxn>
                <a:cxn ang="0">
                  <a:pos x="T8" y="T9"/>
                </a:cxn>
              </a:cxnLst>
              <a:rect l="0" t="0" r="r" b="b"/>
              <a:pathLst>
                <a:path w="850" h="1650">
                  <a:moveTo>
                    <a:pt x="850" y="1650"/>
                  </a:moveTo>
                  <a:lnTo>
                    <a:pt x="0" y="1249"/>
                  </a:lnTo>
                  <a:lnTo>
                    <a:pt x="0" y="0"/>
                  </a:lnTo>
                  <a:lnTo>
                    <a:pt x="850" y="622"/>
                  </a:lnTo>
                  <a:lnTo>
                    <a:pt x="850" y="1650"/>
                  </a:lnTo>
                  <a:close/>
                </a:path>
              </a:pathLst>
            </a:custGeom>
            <a:solidFill>
              <a:srgbClr val="C0392B">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50" name="Freeform 8"/>
            <p:cNvSpPr>
              <a:spLocks/>
            </p:cNvSpPr>
            <p:nvPr/>
          </p:nvSpPr>
          <p:spPr bwMode="auto">
            <a:xfrm>
              <a:off x="8796996" y="2871027"/>
              <a:ext cx="2063137" cy="855592"/>
            </a:xfrm>
            <a:custGeom>
              <a:avLst/>
              <a:gdLst>
                <a:gd name="T0" fmla="*/ 1741 w 1741"/>
                <a:gd name="T1" fmla="*/ 401 h 722"/>
                <a:gd name="T2" fmla="*/ 909 w 1741"/>
                <a:gd name="T3" fmla="*/ 722 h 722"/>
                <a:gd name="T4" fmla="*/ 0 w 1741"/>
                <a:gd name="T5" fmla="*/ 403 h 722"/>
                <a:gd name="T6" fmla="*/ 891 w 1741"/>
                <a:gd name="T7" fmla="*/ 0 h 722"/>
                <a:gd name="T8" fmla="*/ 1741 w 1741"/>
                <a:gd name="T9" fmla="*/ 401 h 722"/>
              </a:gdLst>
              <a:ahLst/>
              <a:cxnLst>
                <a:cxn ang="0">
                  <a:pos x="T0" y="T1"/>
                </a:cxn>
                <a:cxn ang="0">
                  <a:pos x="T2" y="T3"/>
                </a:cxn>
                <a:cxn ang="0">
                  <a:pos x="T4" y="T5"/>
                </a:cxn>
                <a:cxn ang="0">
                  <a:pos x="T6" y="T7"/>
                </a:cxn>
                <a:cxn ang="0">
                  <a:pos x="T8" y="T9"/>
                </a:cxn>
              </a:cxnLst>
              <a:rect l="0" t="0" r="r" b="b"/>
              <a:pathLst>
                <a:path w="1741" h="722">
                  <a:moveTo>
                    <a:pt x="1741" y="401"/>
                  </a:moveTo>
                  <a:lnTo>
                    <a:pt x="909" y="722"/>
                  </a:lnTo>
                  <a:lnTo>
                    <a:pt x="0" y="403"/>
                  </a:lnTo>
                  <a:lnTo>
                    <a:pt x="891" y="0"/>
                  </a:lnTo>
                  <a:lnTo>
                    <a:pt x="1741" y="401"/>
                  </a:lnTo>
                  <a:close/>
                </a:path>
              </a:pathLst>
            </a:custGeom>
            <a:solidFill>
              <a:srgbClr val="C0392B">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51" name="Group 50"/>
          <p:cNvGrpSpPr/>
          <p:nvPr/>
        </p:nvGrpSpPr>
        <p:grpSpPr>
          <a:xfrm>
            <a:off x="251461" y="861239"/>
            <a:ext cx="4943496" cy="2154698"/>
            <a:chOff x="-2434912" y="-454770"/>
            <a:chExt cx="7267389" cy="3167602"/>
          </a:xfrm>
          <a:solidFill>
            <a:srgbClr val="95A5A6"/>
          </a:solidFill>
        </p:grpSpPr>
        <p:sp>
          <p:nvSpPr>
            <p:cNvPr id="52" name="Freeform 5"/>
            <p:cNvSpPr>
              <a:spLocks/>
            </p:cNvSpPr>
            <p:nvPr/>
          </p:nvSpPr>
          <p:spPr bwMode="auto">
            <a:xfrm>
              <a:off x="2584039" y="558134"/>
              <a:ext cx="1434730" cy="1863066"/>
            </a:xfrm>
            <a:custGeom>
              <a:avLst/>
              <a:gdLst>
                <a:gd name="T0" fmla="*/ 296 w 483"/>
                <a:gd name="T1" fmla="*/ 80 h 627"/>
                <a:gd name="T2" fmla="*/ 376 w 483"/>
                <a:gd name="T3" fmla="*/ 214 h 627"/>
                <a:gd name="T4" fmla="*/ 451 w 483"/>
                <a:gd name="T5" fmla="*/ 521 h 627"/>
                <a:gd name="T6" fmla="*/ 354 w 483"/>
                <a:gd name="T7" fmla="*/ 561 h 627"/>
                <a:gd name="T8" fmla="*/ 256 w 483"/>
                <a:gd name="T9" fmla="*/ 298 h 627"/>
                <a:gd name="T10" fmla="*/ 183 w 483"/>
                <a:gd name="T11" fmla="*/ 217 h 627"/>
                <a:gd name="T12" fmla="*/ 0 w 483"/>
                <a:gd name="T13" fmla="*/ 83 h 627"/>
                <a:gd name="T14" fmla="*/ 157 w 483"/>
                <a:gd name="T15" fmla="*/ 0 h 627"/>
                <a:gd name="T16" fmla="*/ 296 w 483"/>
                <a:gd name="T17" fmla="*/ 80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3" h="627">
                  <a:moveTo>
                    <a:pt x="296" y="80"/>
                  </a:moveTo>
                  <a:cubicBezTo>
                    <a:pt x="311" y="111"/>
                    <a:pt x="381" y="154"/>
                    <a:pt x="376" y="214"/>
                  </a:cubicBezTo>
                  <a:cubicBezTo>
                    <a:pt x="370" y="275"/>
                    <a:pt x="420" y="470"/>
                    <a:pt x="451" y="521"/>
                  </a:cubicBezTo>
                  <a:cubicBezTo>
                    <a:pt x="483" y="571"/>
                    <a:pt x="435" y="627"/>
                    <a:pt x="354" y="561"/>
                  </a:cubicBezTo>
                  <a:cubicBezTo>
                    <a:pt x="272" y="496"/>
                    <a:pt x="258" y="351"/>
                    <a:pt x="256" y="298"/>
                  </a:cubicBezTo>
                  <a:cubicBezTo>
                    <a:pt x="253" y="245"/>
                    <a:pt x="243" y="236"/>
                    <a:pt x="183" y="217"/>
                  </a:cubicBezTo>
                  <a:cubicBezTo>
                    <a:pt x="118" y="197"/>
                    <a:pt x="41" y="137"/>
                    <a:pt x="0" y="83"/>
                  </a:cubicBezTo>
                  <a:cubicBezTo>
                    <a:pt x="55" y="48"/>
                    <a:pt x="108" y="20"/>
                    <a:pt x="157" y="0"/>
                  </a:cubicBezTo>
                  <a:cubicBezTo>
                    <a:pt x="158" y="0"/>
                    <a:pt x="292" y="72"/>
                    <a:pt x="29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53" name="Freeform 6"/>
            <p:cNvSpPr>
              <a:spLocks/>
            </p:cNvSpPr>
            <p:nvPr/>
          </p:nvSpPr>
          <p:spPr bwMode="auto">
            <a:xfrm>
              <a:off x="-2434912" y="-454770"/>
              <a:ext cx="7267389" cy="3167602"/>
            </a:xfrm>
            <a:custGeom>
              <a:avLst/>
              <a:gdLst>
                <a:gd name="T0" fmla="*/ 0 w 2447"/>
                <a:gd name="T1" fmla="*/ 0 h 1066"/>
                <a:gd name="T2" fmla="*/ 532 w 2447"/>
                <a:gd name="T3" fmla="*/ 13 h 1066"/>
                <a:gd name="T4" fmla="*/ 1031 w 2447"/>
                <a:gd name="T5" fmla="*/ 75 h 1066"/>
                <a:gd name="T6" fmla="*/ 1543 w 2447"/>
                <a:gd name="T7" fmla="*/ 175 h 1066"/>
                <a:gd name="T8" fmla="*/ 1543 w 2447"/>
                <a:gd name="T9" fmla="*/ 175 h 1066"/>
                <a:gd name="T10" fmla="*/ 1939 w 2447"/>
                <a:gd name="T11" fmla="*/ 355 h 1066"/>
                <a:gd name="T12" fmla="*/ 1972 w 2447"/>
                <a:gd name="T13" fmla="*/ 376 h 1066"/>
                <a:gd name="T14" fmla="*/ 1978 w 2447"/>
                <a:gd name="T15" fmla="*/ 380 h 1066"/>
                <a:gd name="T16" fmla="*/ 2193 w 2447"/>
                <a:gd name="T17" fmla="*/ 519 h 1066"/>
                <a:gd name="T18" fmla="*/ 2416 w 2447"/>
                <a:gd name="T19" fmla="*/ 612 h 1066"/>
                <a:gd name="T20" fmla="*/ 2313 w 2447"/>
                <a:gd name="T21" fmla="*/ 690 h 1066"/>
                <a:gd name="T22" fmla="*/ 1977 w 2447"/>
                <a:gd name="T23" fmla="*/ 563 h 1066"/>
                <a:gd name="T24" fmla="*/ 1755 w 2447"/>
                <a:gd name="T25" fmla="*/ 453 h 1066"/>
                <a:gd name="T26" fmla="*/ 1755 w 2447"/>
                <a:gd name="T27" fmla="*/ 453 h 1066"/>
                <a:gd name="T28" fmla="*/ 1755 w 2447"/>
                <a:gd name="T29" fmla="*/ 453 h 1066"/>
                <a:gd name="T30" fmla="*/ 1748 w 2447"/>
                <a:gd name="T31" fmla="*/ 451 h 1066"/>
                <a:gd name="T32" fmla="*/ 1182 w 2447"/>
                <a:gd name="T33" fmla="*/ 460 h 1066"/>
                <a:gd name="T34" fmla="*/ 1295 w 2447"/>
                <a:gd name="T35" fmla="*/ 604 h 1066"/>
                <a:gd name="T36" fmla="*/ 1447 w 2447"/>
                <a:gd name="T37" fmla="*/ 826 h 1066"/>
                <a:gd name="T38" fmla="*/ 1351 w 2447"/>
                <a:gd name="T39" fmla="*/ 959 h 1066"/>
                <a:gd name="T40" fmla="*/ 1069 w 2447"/>
                <a:gd name="T41" fmla="*/ 711 h 1066"/>
                <a:gd name="T42" fmla="*/ 680 w 2447"/>
                <a:gd name="T43" fmla="*/ 472 h 1066"/>
                <a:gd name="T44" fmla="*/ 438 w 2447"/>
                <a:gd name="T45" fmla="*/ 365 h 1066"/>
                <a:gd name="T46" fmla="*/ 0 w 2447"/>
                <a:gd name="T47" fmla="*/ 451 h 1066"/>
                <a:gd name="T48" fmla="*/ 0 w 2447"/>
                <a:gd name="T49" fmla="*/ 0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47" h="1066">
                  <a:moveTo>
                    <a:pt x="0" y="0"/>
                  </a:moveTo>
                  <a:cubicBezTo>
                    <a:pt x="199" y="7"/>
                    <a:pt x="446" y="18"/>
                    <a:pt x="532" y="13"/>
                  </a:cubicBezTo>
                  <a:cubicBezTo>
                    <a:pt x="669" y="7"/>
                    <a:pt x="827" y="30"/>
                    <a:pt x="1031" y="75"/>
                  </a:cubicBezTo>
                  <a:cubicBezTo>
                    <a:pt x="1198" y="112"/>
                    <a:pt x="1428" y="158"/>
                    <a:pt x="1543" y="175"/>
                  </a:cubicBezTo>
                  <a:cubicBezTo>
                    <a:pt x="1543" y="175"/>
                    <a:pt x="1543" y="175"/>
                    <a:pt x="1543" y="175"/>
                  </a:cubicBezTo>
                  <a:cubicBezTo>
                    <a:pt x="1543" y="175"/>
                    <a:pt x="1811" y="279"/>
                    <a:pt x="1939" y="355"/>
                  </a:cubicBezTo>
                  <a:cubicBezTo>
                    <a:pt x="1948" y="361"/>
                    <a:pt x="1959" y="368"/>
                    <a:pt x="1972" y="376"/>
                  </a:cubicBezTo>
                  <a:cubicBezTo>
                    <a:pt x="1974" y="378"/>
                    <a:pt x="1976" y="379"/>
                    <a:pt x="1978" y="380"/>
                  </a:cubicBezTo>
                  <a:cubicBezTo>
                    <a:pt x="2026" y="411"/>
                    <a:pt x="2131" y="497"/>
                    <a:pt x="2193" y="519"/>
                  </a:cubicBezTo>
                  <a:cubicBezTo>
                    <a:pt x="2257" y="543"/>
                    <a:pt x="2385" y="601"/>
                    <a:pt x="2416" y="612"/>
                  </a:cubicBezTo>
                  <a:cubicBezTo>
                    <a:pt x="2447" y="624"/>
                    <a:pt x="2419" y="713"/>
                    <a:pt x="2313" y="690"/>
                  </a:cubicBezTo>
                  <a:cubicBezTo>
                    <a:pt x="2207" y="667"/>
                    <a:pt x="2066" y="618"/>
                    <a:pt x="1977" y="563"/>
                  </a:cubicBezTo>
                  <a:cubicBezTo>
                    <a:pt x="1903" y="518"/>
                    <a:pt x="1805" y="469"/>
                    <a:pt x="1755" y="453"/>
                  </a:cubicBezTo>
                  <a:cubicBezTo>
                    <a:pt x="1755" y="453"/>
                    <a:pt x="1755" y="453"/>
                    <a:pt x="1755" y="453"/>
                  </a:cubicBezTo>
                  <a:cubicBezTo>
                    <a:pt x="1755" y="453"/>
                    <a:pt x="1755" y="453"/>
                    <a:pt x="1755" y="453"/>
                  </a:cubicBezTo>
                  <a:cubicBezTo>
                    <a:pt x="1752" y="452"/>
                    <a:pt x="1750" y="451"/>
                    <a:pt x="1748" y="451"/>
                  </a:cubicBezTo>
                  <a:cubicBezTo>
                    <a:pt x="1604" y="407"/>
                    <a:pt x="1336" y="399"/>
                    <a:pt x="1182" y="460"/>
                  </a:cubicBezTo>
                  <a:cubicBezTo>
                    <a:pt x="1154" y="471"/>
                    <a:pt x="1247" y="564"/>
                    <a:pt x="1295" y="604"/>
                  </a:cubicBezTo>
                  <a:cubicBezTo>
                    <a:pt x="1343" y="643"/>
                    <a:pt x="1427" y="725"/>
                    <a:pt x="1447" y="826"/>
                  </a:cubicBezTo>
                  <a:cubicBezTo>
                    <a:pt x="1467" y="928"/>
                    <a:pt x="1419" y="1066"/>
                    <a:pt x="1351" y="959"/>
                  </a:cubicBezTo>
                  <a:cubicBezTo>
                    <a:pt x="1283" y="852"/>
                    <a:pt x="1210" y="773"/>
                    <a:pt x="1069" y="711"/>
                  </a:cubicBezTo>
                  <a:cubicBezTo>
                    <a:pt x="929" y="649"/>
                    <a:pt x="731" y="565"/>
                    <a:pt x="680" y="472"/>
                  </a:cubicBezTo>
                  <a:cubicBezTo>
                    <a:pt x="629" y="379"/>
                    <a:pt x="601" y="331"/>
                    <a:pt x="438" y="365"/>
                  </a:cubicBezTo>
                  <a:cubicBezTo>
                    <a:pt x="333" y="386"/>
                    <a:pt x="159" y="429"/>
                    <a:pt x="0" y="45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54" name="Freeform 7"/>
            <p:cNvSpPr>
              <a:spLocks/>
            </p:cNvSpPr>
            <p:nvPr/>
          </p:nvSpPr>
          <p:spPr bwMode="auto">
            <a:xfrm>
              <a:off x="2016396" y="15228"/>
              <a:ext cx="2765305" cy="801991"/>
            </a:xfrm>
            <a:custGeom>
              <a:avLst/>
              <a:gdLst>
                <a:gd name="T0" fmla="*/ 391 w 931"/>
                <a:gd name="T1" fmla="*/ 29 h 270"/>
                <a:gd name="T2" fmla="*/ 646 w 931"/>
                <a:gd name="T3" fmla="*/ 11 h 270"/>
                <a:gd name="T4" fmla="*/ 660 w 931"/>
                <a:gd name="T5" fmla="*/ 69 h 270"/>
                <a:gd name="T6" fmla="*/ 396 w 931"/>
                <a:gd name="T7" fmla="*/ 118 h 270"/>
                <a:gd name="T8" fmla="*/ 318 w 931"/>
                <a:gd name="T9" fmla="*/ 125 h 270"/>
                <a:gd name="T10" fmla="*/ 610 w 931"/>
                <a:gd name="T11" fmla="*/ 161 h 270"/>
                <a:gd name="T12" fmla="*/ 861 w 931"/>
                <a:gd name="T13" fmla="*/ 151 h 270"/>
                <a:gd name="T14" fmla="*/ 833 w 931"/>
                <a:gd name="T15" fmla="*/ 238 h 270"/>
                <a:gd name="T16" fmla="*/ 409 w 931"/>
                <a:gd name="T17" fmla="*/ 255 h 270"/>
                <a:gd name="T18" fmla="*/ 0 w 931"/>
                <a:gd name="T19" fmla="*/ 10 h 270"/>
                <a:gd name="T20" fmla="*/ 391 w 931"/>
                <a:gd name="T21" fmla="*/ 2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1" h="270">
                  <a:moveTo>
                    <a:pt x="391" y="29"/>
                  </a:moveTo>
                  <a:cubicBezTo>
                    <a:pt x="499" y="20"/>
                    <a:pt x="608" y="23"/>
                    <a:pt x="646" y="11"/>
                  </a:cubicBezTo>
                  <a:cubicBezTo>
                    <a:pt x="685" y="0"/>
                    <a:pt x="726" y="26"/>
                    <a:pt x="660" y="69"/>
                  </a:cubicBezTo>
                  <a:cubicBezTo>
                    <a:pt x="594" y="111"/>
                    <a:pt x="435" y="113"/>
                    <a:pt x="396" y="118"/>
                  </a:cubicBezTo>
                  <a:cubicBezTo>
                    <a:pt x="356" y="122"/>
                    <a:pt x="318" y="125"/>
                    <a:pt x="318" y="125"/>
                  </a:cubicBezTo>
                  <a:cubicBezTo>
                    <a:pt x="318" y="125"/>
                    <a:pt x="496" y="164"/>
                    <a:pt x="610" y="161"/>
                  </a:cubicBezTo>
                  <a:cubicBezTo>
                    <a:pt x="724" y="158"/>
                    <a:pt x="837" y="155"/>
                    <a:pt x="861" y="151"/>
                  </a:cubicBezTo>
                  <a:cubicBezTo>
                    <a:pt x="884" y="147"/>
                    <a:pt x="931" y="207"/>
                    <a:pt x="833" y="238"/>
                  </a:cubicBezTo>
                  <a:cubicBezTo>
                    <a:pt x="735" y="270"/>
                    <a:pt x="448" y="264"/>
                    <a:pt x="409" y="255"/>
                  </a:cubicBezTo>
                  <a:cubicBezTo>
                    <a:pt x="312" y="234"/>
                    <a:pt x="122" y="74"/>
                    <a:pt x="0" y="10"/>
                  </a:cubicBezTo>
                  <a:cubicBezTo>
                    <a:pt x="69" y="20"/>
                    <a:pt x="286" y="37"/>
                    <a:pt x="39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09275716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8"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6086669" y="987211"/>
            <a:ext cx="6526306" cy="2822938"/>
          </a:xfrm>
          <a:prstGeom prst="hexagon">
            <a:avLst/>
          </a:prstGeom>
          <a:solidFill>
            <a:srgbClr val="0160A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6568751" y="1901793"/>
            <a:ext cx="5284785" cy="523220"/>
          </a:xfrm>
          <a:prstGeom prst="rect">
            <a:avLst/>
          </a:prstGeom>
          <a:noFill/>
        </p:spPr>
        <p:txBody>
          <a:bodyPr wrap="square" rtlCol="0">
            <a:spAutoFit/>
          </a:bodyPr>
          <a:lstStyle/>
          <a:p>
            <a:pPr marL="514350" indent="-514350" algn="ctr" rtl="1" fontAlgn="auto">
              <a:spcBef>
                <a:spcPts val="0"/>
              </a:spcBef>
              <a:spcAft>
                <a:spcPts val="0"/>
              </a:spcAft>
              <a:buFont typeface="+mj-lt"/>
              <a:buAutoNum type="arabicPeriod" startAt="3"/>
            </a:pPr>
            <a:r>
              <a:rPr lang="ar-SA" sz="2800" b="1" u="sng" dirty="0">
                <a:solidFill>
                  <a:schemeClr val="bg1"/>
                </a:solidFill>
              </a:rPr>
              <a:t>تجربة المدرسة في السحاب</a:t>
            </a:r>
            <a:endParaRPr lang="en-US" sz="2800" u="sng"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8" name="Rectangle 7"/>
          <p:cNvSpPr/>
          <p:nvPr/>
        </p:nvSpPr>
        <p:spPr>
          <a:xfrm>
            <a:off x="426645" y="4612301"/>
            <a:ext cx="11426891" cy="1384995"/>
          </a:xfrm>
          <a:prstGeom prst="rect">
            <a:avLst/>
          </a:prstGeom>
        </p:spPr>
        <p:txBody>
          <a:bodyPr wrap="square">
            <a:spAutoFit/>
          </a:bodyPr>
          <a:lstStyle/>
          <a:p>
            <a:pPr algn="ctr" rtl="1" fontAlgn="auto">
              <a:spcBef>
                <a:spcPts val="0"/>
              </a:spcBef>
              <a:spcAft>
                <a:spcPts val="0"/>
              </a:spcAft>
            </a:pPr>
            <a:r>
              <a:rPr lang="ar-SA" sz="2800" b="1" dirty="0"/>
              <a:t>بمعنى أنه يمكن للطلبة في أي وقت وأي مكان الاستكشاف والتعلّم من بعضهم البعض باستخدام موارد تعليمية وإرشاد عبر السحاب (الحاسب الآلي والانترنت)، ولعل هذه الرؤية الملهمة لميترا تعد من بيئة التعليم ذاتية التنظيم</a:t>
            </a:r>
            <a:r>
              <a:rPr lang="en-US" sz="2800" b="1" dirty="0"/>
              <a:t>(SOLE) </a:t>
            </a:r>
            <a:endParaRPr lang="en-US" sz="2800" b="1" dirty="0">
              <a:solidFill>
                <a:prstClr val="black"/>
              </a:solidFill>
              <a:latin typeface="Calibri" panose="020F0502020204030204"/>
              <a:cs typeface="+mn-cs"/>
            </a:endParaRPr>
          </a:p>
        </p:txBody>
      </p:sp>
      <p:grpSp>
        <p:nvGrpSpPr>
          <p:cNvPr id="46" name="Group 45"/>
          <p:cNvGrpSpPr/>
          <p:nvPr/>
        </p:nvGrpSpPr>
        <p:grpSpPr>
          <a:xfrm>
            <a:off x="3477171" y="2760145"/>
            <a:ext cx="1352608" cy="1451080"/>
            <a:chOff x="8796996" y="1390924"/>
            <a:chExt cx="2063137" cy="2335695"/>
          </a:xfrm>
        </p:grpSpPr>
        <p:sp>
          <p:nvSpPr>
            <p:cNvPr id="47" name="Freeform 6"/>
            <p:cNvSpPr>
              <a:spLocks/>
            </p:cNvSpPr>
            <p:nvPr/>
          </p:nvSpPr>
          <p:spPr bwMode="auto">
            <a:xfrm>
              <a:off x="8796996" y="1390924"/>
              <a:ext cx="1055862" cy="1957670"/>
            </a:xfrm>
            <a:custGeom>
              <a:avLst/>
              <a:gdLst>
                <a:gd name="T0" fmla="*/ 0 w 891"/>
                <a:gd name="T1" fmla="*/ 1652 h 1652"/>
                <a:gd name="T2" fmla="*/ 891 w 891"/>
                <a:gd name="T3" fmla="*/ 1249 h 1652"/>
                <a:gd name="T4" fmla="*/ 891 w 891"/>
                <a:gd name="T5" fmla="*/ 0 h 1652"/>
                <a:gd name="T6" fmla="*/ 9 w 891"/>
                <a:gd name="T7" fmla="*/ 608 h 1652"/>
                <a:gd name="T8" fmla="*/ 0 w 891"/>
                <a:gd name="T9" fmla="*/ 1652 h 1652"/>
              </a:gdLst>
              <a:ahLst/>
              <a:cxnLst>
                <a:cxn ang="0">
                  <a:pos x="T0" y="T1"/>
                </a:cxn>
                <a:cxn ang="0">
                  <a:pos x="T2" y="T3"/>
                </a:cxn>
                <a:cxn ang="0">
                  <a:pos x="T4" y="T5"/>
                </a:cxn>
                <a:cxn ang="0">
                  <a:pos x="T6" y="T7"/>
                </a:cxn>
                <a:cxn ang="0">
                  <a:pos x="T8" y="T9"/>
                </a:cxn>
              </a:cxnLst>
              <a:rect l="0" t="0" r="r" b="b"/>
              <a:pathLst>
                <a:path w="891" h="1652">
                  <a:moveTo>
                    <a:pt x="0" y="1652"/>
                  </a:moveTo>
                  <a:lnTo>
                    <a:pt x="891" y="1249"/>
                  </a:lnTo>
                  <a:lnTo>
                    <a:pt x="891" y="0"/>
                  </a:lnTo>
                  <a:lnTo>
                    <a:pt x="9" y="608"/>
                  </a:lnTo>
                  <a:lnTo>
                    <a:pt x="0" y="1652"/>
                  </a:lnTo>
                  <a:close/>
                </a:path>
              </a:pathLst>
            </a:custGeom>
            <a:solidFill>
              <a:srgbClr val="C03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8" name="Freeform 7"/>
            <p:cNvSpPr>
              <a:spLocks/>
            </p:cNvSpPr>
            <p:nvPr/>
          </p:nvSpPr>
          <p:spPr bwMode="auto">
            <a:xfrm>
              <a:off x="9852857" y="1390924"/>
              <a:ext cx="1007276" cy="1955300"/>
            </a:xfrm>
            <a:custGeom>
              <a:avLst/>
              <a:gdLst>
                <a:gd name="T0" fmla="*/ 850 w 850"/>
                <a:gd name="T1" fmla="*/ 1650 h 1650"/>
                <a:gd name="T2" fmla="*/ 0 w 850"/>
                <a:gd name="T3" fmla="*/ 1249 h 1650"/>
                <a:gd name="T4" fmla="*/ 0 w 850"/>
                <a:gd name="T5" fmla="*/ 0 h 1650"/>
                <a:gd name="T6" fmla="*/ 850 w 850"/>
                <a:gd name="T7" fmla="*/ 622 h 1650"/>
                <a:gd name="T8" fmla="*/ 850 w 850"/>
                <a:gd name="T9" fmla="*/ 1650 h 1650"/>
              </a:gdLst>
              <a:ahLst/>
              <a:cxnLst>
                <a:cxn ang="0">
                  <a:pos x="T0" y="T1"/>
                </a:cxn>
                <a:cxn ang="0">
                  <a:pos x="T2" y="T3"/>
                </a:cxn>
                <a:cxn ang="0">
                  <a:pos x="T4" y="T5"/>
                </a:cxn>
                <a:cxn ang="0">
                  <a:pos x="T6" y="T7"/>
                </a:cxn>
                <a:cxn ang="0">
                  <a:pos x="T8" y="T9"/>
                </a:cxn>
              </a:cxnLst>
              <a:rect l="0" t="0" r="r" b="b"/>
              <a:pathLst>
                <a:path w="850" h="1650">
                  <a:moveTo>
                    <a:pt x="850" y="1650"/>
                  </a:moveTo>
                  <a:lnTo>
                    <a:pt x="0" y="1249"/>
                  </a:lnTo>
                  <a:lnTo>
                    <a:pt x="0" y="0"/>
                  </a:lnTo>
                  <a:lnTo>
                    <a:pt x="850" y="622"/>
                  </a:lnTo>
                  <a:lnTo>
                    <a:pt x="850" y="1650"/>
                  </a:lnTo>
                  <a:close/>
                </a:path>
              </a:pathLst>
            </a:custGeom>
            <a:solidFill>
              <a:srgbClr val="C0392B">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9" name="Freeform 8"/>
            <p:cNvSpPr>
              <a:spLocks/>
            </p:cNvSpPr>
            <p:nvPr/>
          </p:nvSpPr>
          <p:spPr bwMode="auto">
            <a:xfrm>
              <a:off x="8796996" y="2871027"/>
              <a:ext cx="2063137" cy="855592"/>
            </a:xfrm>
            <a:custGeom>
              <a:avLst/>
              <a:gdLst>
                <a:gd name="T0" fmla="*/ 1741 w 1741"/>
                <a:gd name="T1" fmla="*/ 401 h 722"/>
                <a:gd name="T2" fmla="*/ 909 w 1741"/>
                <a:gd name="T3" fmla="*/ 722 h 722"/>
                <a:gd name="T4" fmla="*/ 0 w 1741"/>
                <a:gd name="T5" fmla="*/ 403 h 722"/>
                <a:gd name="T6" fmla="*/ 891 w 1741"/>
                <a:gd name="T7" fmla="*/ 0 h 722"/>
                <a:gd name="T8" fmla="*/ 1741 w 1741"/>
                <a:gd name="T9" fmla="*/ 401 h 722"/>
              </a:gdLst>
              <a:ahLst/>
              <a:cxnLst>
                <a:cxn ang="0">
                  <a:pos x="T0" y="T1"/>
                </a:cxn>
                <a:cxn ang="0">
                  <a:pos x="T2" y="T3"/>
                </a:cxn>
                <a:cxn ang="0">
                  <a:pos x="T4" y="T5"/>
                </a:cxn>
                <a:cxn ang="0">
                  <a:pos x="T6" y="T7"/>
                </a:cxn>
                <a:cxn ang="0">
                  <a:pos x="T8" y="T9"/>
                </a:cxn>
              </a:cxnLst>
              <a:rect l="0" t="0" r="r" b="b"/>
              <a:pathLst>
                <a:path w="1741" h="722">
                  <a:moveTo>
                    <a:pt x="1741" y="401"/>
                  </a:moveTo>
                  <a:lnTo>
                    <a:pt x="909" y="722"/>
                  </a:lnTo>
                  <a:lnTo>
                    <a:pt x="0" y="403"/>
                  </a:lnTo>
                  <a:lnTo>
                    <a:pt x="891" y="0"/>
                  </a:lnTo>
                  <a:lnTo>
                    <a:pt x="1741" y="401"/>
                  </a:lnTo>
                  <a:close/>
                </a:path>
              </a:pathLst>
            </a:custGeom>
            <a:solidFill>
              <a:srgbClr val="C0392B">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50" name="Group 49"/>
          <p:cNvGrpSpPr/>
          <p:nvPr/>
        </p:nvGrpSpPr>
        <p:grpSpPr>
          <a:xfrm>
            <a:off x="251461" y="861239"/>
            <a:ext cx="4943496" cy="2154698"/>
            <a:chOff x="-2434912" y="-454770"/>
            <a:chExt cx="7267389" cy="3167602"/>
          </a:xfrm>
          <a:solidFill>
            <a:srgbClr val="95A5A6"/>
          </a:solidFill>
        </p:grpSpPr>
        <p:sp>
          <p:nvSpPr>
            <p:cNvPr id="51" name="Freeform 5"/>
            <p:cNvSpPr>
              <a:spLocks/>
            </p:cNvSpPr>
            <p:nvPr/>
          </p:nvSpPr>
          <p:spPr bwMode="auto">
            <a:xfrm>
              <a:off x="2584039" y="558134"/>
              <a:ext cx="1434730" cy="1863066"/>
            </a:xfrm>
            <a:custGeom>
              <a:avLst/>
              <a:gdLst>
                <a:gd name="T0" fmla="*/ 296 w 483"/>
                <a:gd name="T1" fmla="*/ 80 h 627"/>
                <a:gd name="T2" fmla="*/ 376 w 483"/>
                <a:gd name="T3" fmla="*/ 214 h 627"/>
                <a:gd name="T4" fmla="*/ 451 w 483"/>
                <a:gd name="T5" fmla="*/ 521 h 627"/>
                <a:gd name="T6" fmla="*/ 354 w 483"/>
                <a:gd name="T7" fmla="*/ 561 h 627"/>
                <a:gd name="T8" fmla="*/ 256 w 483"/>
                <a:gd name="T9" fmla="*/ 298 h 627"/>
                <a:gd name="T10" fmla="*/ 183 w 483"/>
                <a:gd name="T11" fmla="*/ 217 h 627"/>
                <a:gd name="T12" fmla="*/ 0 w 483"/>
                <a:gd name="T13" fmla="*/ 83 h 627"/>
                <a:gd name="T14" fmla="*/ 157 w 483"/>
                <a:gd name="T15" fmla="*/ 0 h 627"/>
                <a:gd name="T16" fmla="*/ 296 w 483"/>
                <a:gd name="T17" fmla="*/ 80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3" h="627">
                  <a:moveTo>
                    <a:pt x="296" y="80"/>
                  </a:moveTo>
                  <a:cubicBezTo>
                    <a:pt x="311" y="111"/>
                    <a:pt x="381" y="154"/>
                    <a:pt x="376" y="214"/>
                  </a:cubicBezTo>
                  <a:cubicBezTo>
                    <a:pt x="370" y="275"/>
                    <a:pt x="420" y="470"/>
                    <a:pt x="451" y="521"/>
                  </a:cubicBezTo>
                  <a:cubicBezTo>
                    <a:pt x="483" y="571"/>
                    <a:pt x="435" y="627"/>
                    <a:pt x="354" y="561"/>
                  </a:cubicBezTo>
                  <a:cubicBezTo>
                    <a:pt x="272" y="496"/>
                    <a:pt x="258" y="351"/>
                    <a:pt x="256" y="298"/>
                  </a:cubicBezTo>
                  <a:cubicBezTo>
                    <a:pt x="253" y="245"/>
                    <a:pt x="243" y="236"/>
                    <a:pt x="183" y="217"/>
                  </a:cubicBezTo>
                  <a:cubicBezTo>
                    <a:pt x="118" y="197"/>
                    <a:pt x="41" y="137"/>
                    <a:pt x="0" y="83"/>
                  </a:cubicBezTo>
                  <a:cubicBezTo>
                    <a:pt x="55" y="48"/>
                    <a:pt x="108" y="20"/>
                    <a:pt x="157" y="0"/>
                  </a:cubicBezTo>
                  <a:cubicBezTo>
                    <a:pt x="158" y="0"/>
                    <a:pt x="292" y="72"/>
                    <a:pt x="29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52" name="Freeform 6"/>
            <p:cNvSpPr>
              <a:spLocks/>
            </p:cNvSpPr>
            <p:nvPr/>
          </p:nvSpPr>
          <p:spPr bwMode="auto">
            <a:xfrm>
              <a:off x="-2434912" y="-454770"/>
              <a:ext cx="7267389" cy="3167602"/>
            </a:xfrm>
            <a:custGeom>
              <a:avLst/>
              <a:gdLst>
                <a:gd name="T0" fmla="*/ 0 w 2447"/>
                <a:gd name="T1" fmla="*/ 0 h 1066"/>
                <a:gd name="T2" fmla="*/ 532 w 2447"/>
                <a:gd name="T3" fmla="*/ 13 h 1066"/>
                <a:gd name="T4" fmla="*/ 1031 w 2447"/>
                <a:gd name="T5" fmla="*/ 75 h 1066"/>
                <a:gd name="T6" fmla="*/ 1543 w 2447"/>
                <a:gd name="T7" fmla="*/ 175 h 1066"/>
                <a:gd name="T8" fmla="*/ 1543 w 2447"/>
                <a:gd name="T9" fmla="*/ 175 h 1066"/>
                <a:gd name="T10" fmla="*/ 1939 w 2447"/>
                <a:gd name="T11" fmla="*/ 355 h 1066"/>
                <a:gd name="T12" fmla="*/ 1972 w 2447"/>
                <a:gd name="T13" fmla="*/ 376 h 1066"/>
                <a:gd name="T14" fmla="*/ 1978 w 2447"/>
                <a:gd name="T15" fmla="*/ 380 h 1066"/>
                <a:gd name="T16" fmla="*/ 2193 w 2447"/>
                <a:gd name="T17" fmla="*/ 519 h 1066"/>
                <a:gd name="T18" fmla="*/ 2416 w 2447"/>
                <a:gd name="T19" fmla="*/ 612 h 1066"/>
                <a:gd name="T20" fmla="*/ 2313 w 2447"/>
                <a:gd name="T21" fmla="*/ 690 h 1066"/>
                <a:gd name="T22" fmla="*/ 1977 w 2447"/>
                <a:gd name="T23" fmla="*/ 563 h 1066"/>
                <a:gd name="T24" fmla="*/ 1755 w 2447"/>
                <a:gd name="T25" fmla="*/ 453 h 1066"/>
                <a:gd name="T26" fmla="*/ 1755 w 2447"/>
                <a:gd name="T27" fmla="*/ 453 h 1066"/>
                <a:gd name="T28" fmla="*/ 1755 w 2447"/>
                <a:gd name="T29" fmla="*/ 453 h 1066"/>
                <a:gd name="T30" fmla="*/ 1748 w 2447"/>
                <a:gd name="T31" fmla="*/ 451 h 1066"/>
                <a:gd name="T32" fmla="*/ 1182 w 2447"/>
                <a:gd name="T33" fmla="*/ 460 h 1066"/>
                <a:gd name="T34" fmla="*/ 1295 w 2447"/>
                <a:gd name="T35" fmla="*/ 604 h 1066"/>
                <a:gd name="T36" fmla="*/ 1447 w 2447"/>
                <a:gd name="T37" fmla="*/ 826 h 1066"/>
                <a:gd name="T38" fmla="*/ 1351 w 2447"/>
                <a:gd name="T39" fmla="*/ 959 h 1066"/>
                <a:gd name="T40" fmla="*/ 1069 w 2447"/>
                <a:gd name="T41" fmla="*/ 711 h 1066"/>
                <a:gd name="T42" fmla="*/ 680 w 2447"/>
                <a:gd name="T43" fmla="*/ 472 h 1066"/>
                <a:gd name="T44" fmla="*/ 438 w 2447"/>
                <a:gd name="T45" fmla="*/ 365 h 1066"/>
                <a:gd name="T46" fmla="*/ 0 w 2447"/>
                <a:gd name="T47" fmla="*/ 451 h 1066"/>
                <a:gd name="T48" fmla="*/ 0 w 2447"/>
                <a:gd name="T49" fmla="*/ 0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47" h="1066">
                  <a:moveTo>
                    <a:pt x="0" y="0"/>
                  </a:moveTo>
                  <a:cubicBezTo>
                    <a:pt x="199" y="7"/>
                    <a:pt x="446" y="18"/>
                    <a:pt x="532" y="13"/>
                  </a:cubicBezTo>
                  <a:cubicBezTo>
                    <a:pt x="669" y="7"/>
                    <a:pt x="827" y="30"/>
                    <a:pt x="1031" y="75"/>
                  </a:cubicBezTo>
                  <a:cubicBezTo>
                    <a:pt x="1198" y="112"/>
                    <a:pt x="1428" y="158"/>
                    <a:pt x="1543" y="175"/>
                  </a:cubicBezTo>
                  <a:cubicBezTo>
                    <a:pt x="1543" y="175"/>
                    <a:pt x="1543" y="175"/>
                    <a:pt x="1543" y="175"/>
                  </a:cubicBezTo>
                  <a:cubicBezTo>
                    <a:pt x="1543" y="175"/>
                    <a:pt x="1811" y="279"/>
                    <a:pt x="1939" y="355"/>
                  </a:cubicBezTo>
                  <a:cubicBezTo>
                    <a:pt x="1948" y="361"/>
                    <a:pt x="1959" y="368"/>
                    <a:pt x="1972" y="376"/>
                  </a:cubicBezTo>
                  <a:cubicBezTo>
                    <a:pt x="1974" y="378"/>
                    <a:pt x="1976" y="379"/>
                    <a:pt x="1978" y="380"/>
                  </a:cubicBezTo>
                  <a:cubicBezTo>
                    <a:pt x="2026" y="411"/>
                    <a:pt x="2131" y="497"/>
                    <a:pt x="2193" y="519"/>
                  </a:cubicBezTo>
                  <a:cubicBezTo>
                    <a:pt x="2257" y="543"/>
                    <a:pt x="2385" y="601"/>
                    <a:pt x="2416" y="612"/>
                  </a:cubicBezTo>
                  <a:cubicBezTo>
                    <a:pt x="2447" y="624"/>
                    <a:pt x="2419" y="713"/>
                    <a:pt x="2313" y="690"/>
                  </a:cubicBezTo>
                  <a:cubicBezTo>
                    <a:pt x="2207" y="667"/>
                    <a:pt x="2066" y="618"/>
                    <a:pt x="1977" y="563"/>
                  </a:cubicBezTo>
                  <a:cubicBezTo>
                    <a:pt x="1903" y="518"/>
                    <a:pt x="1805" y="469"/>
                    <a:pt x="1755" y="453"/>
                  </a:cubicBezTo>
                  <a:cubicBezTo>
                    <a:pt x="1755" y="453"/>
                    <a:pt x="1755" y="453"/>
                    <a:pt x="1755" y="453"/>
                  </a:cubicBezTo>
                  <a:cubicBezTo>
                    <a:pt x="1755" y="453"/>
                    <a:pt x="1755" y="453"/>
                    <a:pt x="1755" y="453"/>
                  </a:cubicBezTo>
                  <a:cubicBezTo>
                    <a:pt x="1752" y="452"/>
                    <a:pt x="1750" y="451"/>
                    <a:pt x="1748" y="451"/>
                  </a:cubicBezTo>
                  <a:cubicBezTo>
                    <a:pt x="1604" y="407"/>
                    <a:pt x="1336" y="399"/>
                    <a:pt x="1182" y="460"/>
                  </a:cubicBezTo>
                  <a:cubicBezTo>
                    <a:pt x="1154" y="471"/>
                    <a:pt x="1247" y="564"/>
                    <a:pt x="1295" y="604"/>
                  </a:cubicBezTo>
                  <a:cubicBezTo>
                    <a:pt x="1343" y="643"/>
                    <a:pt x="1427" y="725"/>
                    <a:pt x="1447" y="826"/>
                  </a:cubicBezTo>
                  <a:cubicBezTo>
                    <a:pt x="1467" y="928"/>
                    <a:pt x="1419" y="1066"/>
                    <a:pt x="1351" y="959"/>
                  </a:cubicBezTo>
                  <a:cubicBezTo>
                    <a:pt x="1283" y="852"/>
                    <a:pt x="1210" y="773"/>
                    <a:pt x="1069" y="711"/>
                  </a:cubicBezTo>
                  <a:cubicBezTo>
                    <a:pt x="929" y="649"/>
                    <a:pt x="731" y="565"/>
                    <a:pt x="680" y="472"/>
                  </a:cubicBezTo>
                  <a:cubicBezTo>
                    <a:pt x="629" y="379"/>
                    <a:pt x="601" y="331"/>
                    <a:pt x="438" y="365"/>
                  </a:cubicBezTo>
                  <a:cubicBezTo>
                    <a:pt x="333" y="386"/>
                    <a:pt x="159" y="429"/>
                    <a:pt x="0" y="45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53" name="Freeform 7"/>
            <p:cNvSpPr>
              <a:spLocks/>
            </p:cNvSpPr>
            <p:nvPr/>
          </p:nvSpPr>
          <p:spPr bwMode="auto">
            <a:xfrm>
              <a:off x="2016396" y="15228"/>
              <a:ext cx="2765305" cy="801991"/>
            </a:xfrm>
            <a:custGeom>
              <a:avLst/>
              <a:gdLst>
                <a:gd name="T0" fmla="*/ 391 w 931"/>
                <a:gd name="T1" fmla="*/ 29 h 270"/>
                <a:gd name="T2" fmla="*/ 646 w 931"/>
                <a:gd name="T3" fmla="*/ 11 h 270"/>
                <a:gd name="T4" fmla="*/ 660 w 931"/>
                <a:gd name="T5" fmla="*/ 69 h 270"/>
                <a:gd name="T6" fmla="*/ 396 w 931"/>
                <a:gd name="T7" fmla="*/ 118 h 270"/>
                <a:gd name="T8" fmla="*/ 318 w 931"/>
                <a:gd name="T9" fmla="*/ 125 h 270"/>
                <a:gd name="T10" fmla="*/ 610 w 931"/>
                <a:gd name="T11" fmla="*/ 161 h 270"/>
                <a:gd name="T12" fmla="*/ 861 w 931"/>
                <a:gd name="T13" fmla="*/ 151 h 270"/>
                <a:gd name="T14" fmla="*/ 833 w 931"/>
                <a:gd name="T15" fmla="*/ 238 h 270"/>
                <a:gd name="T16" fmla="*/ 409 w 931"/>
                <a:gd name="T17" fmla="*/ 255 h 270"/>
                <a:gd name="T18" fmla="*/ 0 w 931"/>
                <a:gd name="T19" fmla="*/ 10 h 270"/>
                <a:gd name="T20" fmla="*/ 391 w 931"/>
                <a:gd name="T21" fmla="*/ 2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1" h="270">
                  <a:moveTo>
                    <a:pt x="391" y="29"/>
                  </a:moveTo>
                  <a:cubicBezTo>
                    <a:pt x="499" y="20"/>
                    <a:pt x="608" y="23"/>
                    <a:pt x="646" y="11"/>
                  </a:cubicBezTo>
                  <a:cubicBezTo>
                    <a:pt x="685" y="0"/>
                    <a:pt x="726" y="26"/>
                    <a:pt x="660" y="69"/>
                  </a:cubicBezTo>
                  <a:cubicBezTo>
                    <a:pt x="594" y="111"/>
                    <a:pt x="435" y="113"/>
                    <a:pt x="396" y="118"/>
                  </a:cubicBezTo>
                  <a:cubicBezTo>
                    <a:pt x="356" y="122"/>
                    <a:pt x="318" y="125"/>
                    <a:pt x="318" y="125"/>
                  </a:cubicBezTo>
                  <a:cubicBezTo>
                    <a:pt x="318" y="125"/>
                    <a:pt x="496" y="164"/>
                    <a:pt x="610" y="161"/>
                  </a:cubicBezTo>
                  <a:cubicBezTo>
                    <a:pt x="724" y="158"/>
                    <a:pt x="837" y="155"/>
                    <a:pt x="861" y="151"/>
                  </a:cubicBezTo>
                  <a:cubicBezTo>
                    <a:pt x="884" y="147"/>
                    <a:pt x="931" y="207"/>
                    <a:pt x="833" y="238"/>
                  </a:cubicBezTo>
                  <a:cubicBezTo>
                    <a:pt x="735" y="270"/>
                    <a:pt x="448" y="264"/>
                    <a:pt x="409" y="255"/>
                  </a:cubicBezTo>
                  <a:cubicBezTo>
                    <a:pt x="312" y="234"/>
                    <a:pt x="122" y="74"/>
                    <a:pt x="0" y="10"/>
                  </a:cubicBezTo>
                  <a:cubicBezTo>
                    <a:pt x="69" y="20"/>
                    <a:pt x="286" y="37"/>
                    <a:pt x="39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6612492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5265281" y="987211"/>
            <a:ext cx="7347694" cy="2822938"/>
          </a:xfrm>
          <a:prstGeom prst="hexagon">
            <a:avLst/>
          </a:prstGeom>
          <a:solidFill>
            <a:srgbClr val="0160A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5705433" y="1901793"/>
            <a:ext cx="6148103" cy="1077218"/>
          </a:xfrm>
          <a:prstGeom prst="rect">
            <a:avLst/>
          </a:prstGeom>
          <a:noFill/>
        </p:spPr>
        <p:txBody>
          <a:bodyPr wrap="square" rtlCol="0">
            <a:spAutoFit/>
          </a:bodyPr>
          <a:lstStyle/>
          <a:p>
            <a:pPr marL="514350" indent="-514350" algn="ctr" rtl="1" fontAlgn="auto">
              <a:spcBef>
                <a:spcPts val="0"/>
              </a:spcBef>
              <a:spcAft>
                <a:spcPts val="0"/>
              </a:spcAft>
              <a:buFont typeface="+mj-lt"/>
              <a:buAutoNum type="arabicPeriod" startAt="4"/>
            </a:pPr>
            <a:r>
              <a:rPr lang="ar-SA" sz="3200" b="1" u="sng" dirty="0">
                <a:solidFill>
                  <a:schemeClr val="bg1"/>
                </a:solidFill>
              </a:rPr>
              <a:t>انتقادات موجهه لمصطلح "الحوسبة السحابية"</a:t>
            </a:r>
            <a:endParaRPr lang="en-US" sz="3200" u="sng"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40" name="Group 4"/>
          <p:cNvGrpSpPr>
            <a:grpSpLocks noChangeAspect="1"/>
          </p:cNvGrpSpPr>
          <p:nvPr/>
        </p:nvGrpSpPr>
        <p:grpSpPr bwMode="auto">
          <a:xfrm>
            <a:off x="179417" y="1490320"/>
            <a:ext cx="5259917" cy="5306484"/>
            <a:chOff x="1536" y="324"/>
            <a:chExt cx="2485" cy="2507"/>
          </a:xfrm>
        </p:grpSpPr>
        <p:sp>
          <p:nvSpPr>
            <p:cNvPr id="41" name="Freeform 5"/>
            <p:cNvSpPr>
              <a:spLocks/>
            </p:cNvSpPr>
            <p:nvPr/>
          </p:nvSpPr>
          <p:spPr bwMode="auto">
            <a:xfrm>
              <a:off x="2727" y="324"/>
              <a:ext cx="158" cy="753"/>
            </a:xfrm>
            <a:custGeom>
              <a:avLst/>
              <a:gdLst>
                <a:gd name="T0" fmla="*/ 0 w 158"/>
                <a:gd name="T1" fmla="*/ 0 h 753"/>
                <a:gd name="T2" fmla="*/ 0 w 158"/>
                <a:gd name="T3" fmla="*/ 625 h 753"/>
                <a:gd name="T4" fmla="*/ 0 w 158"/>
                <a:gd name="T5" fmla="*/ 673 h 753"/>
                <a:gd name="T6" fmla="*/ 154 w 158"/>
                <a:gd name="T7" fmla="*/ 753 h 753"/>
                <a:gd name="T8" fmla="*/ 154 w 158"/>
                <a:gd name="T9" fmla="*/ 706 h 753"/>
                <a:gd name="T10" fmla="*/ 158 w 158"/>
                <a:gd name="T11" fmla="*/ 55 h 753"/>
                <a:gd name="T12" fmla="*/ 0 w 158"/>
                <a:gd name="T13" fmla="*/ 0 h 753"/>
              </a:gdLst>
              <a:ahLst/>
              <a:cxnLst>
                <a:cxn ang="0">
                  <a:pos x="T0" y="T1"/>
                </a:cxn>
                <a:cxn ang="0">
                  <a:pos x="T2" y="T3"/>
                </a:cxn>
                <a:cxn ang="0">
                  <a:pos x="T4" y="T5"/>
                </a:cxn>
                <a:cxn ang="0">
                  <a:pos x="T6" y="T7"/>
                </a:cxn>
                <a:cxn ang="0">
                  <a:pos x="T8" y="T9"/>
                </a:cxn>
                <a:cxn ang="0">
                  <a:pos x="T10" y="T11"/>
                </a:cxn>
                <a:cxn ang="0">
                  <a:pos x="T12" y="T13"/>
                </a:cxn>
              </a:cxnLst>
              <a:rect l="0" t="0" r="r" b="b"/>
              <a:pathLst>
                <a:path w="158" h="753">
                  <a:moveTo>
                    <a:pt x="0" y="0"/>
                  </a:moveTo>
                  <a:lnTo>
                    <a:pt x="0" y="625"/>
                  </a:lnTo>
                  <a:lnTo>
                    <a:pt x="0" y="673"/>
                  </a:lnTo>
                  <a:lnTo>
                    <a:pt x="154" y="753"/>
                  </a:lnTo>
                  <a:lnTo>
                    <a:pt x="154" y="706"/>
                  </a:lnTo>
                  <a:lnTo>
                    <a:pt x="158" y="55"/>
                  </a:lnTo>
                  <a:lnTo>
                    <a:pt x="0" y="0"/>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2" name="Freeform 6"/>
            <p:cNvSpPr>
              <a:spLocks/>
            </p:cNvSpPr>
            <p:nvPr/>
          </p:nvSpPr>
          <p:spPr bwMode="auto">
            <a:xfrm>
              <a:off x="3168" y="1647"/>
              <a:ext cx="426" cy="107"/>
            </a:xfrm>
            <a:custGeom>
              <a:avLst/>
              <a:gdLst>
                <a:gd name="T0" fmla="*/ 232 w 426"/>
                <a:gd name="T1" fmla="*/ 0 h 107"/>
                <a:gd name="T2" fmla="*/ 44 w 426"/>
                <a:gd name="T3" fmla="*/ 15 h 107"/>
                <a:gd name="T4" fmla="*/ 0 w 426"/>
                <a:gd name="T5" fmla="*/ 19 h 107"/>
                <a:gd name="T6" fmla="*/ 158 w 426"/>
                <a:gd name="T7" fmla="*/ 107 h 107"/>
                <a:gd name="T8" fmla="*/ 202 w 426"/>
                <a:gd name="T9" fmla="*/ 99 h 107"/>
                <a:gd name="T10" fmla="*/ 426 w 426"/>
                <a:gd name="T11" fmla="*/ 66 h 107"/>
                <a:gd name="T12" fmla="*/ 232 w 426"/>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426" h="107">
                  <a:moveTo>
                    <a:pt x="232" y="0"/>
                  </a:moveTo>
                  <a:lnTo>
                    <a:pt x="44" y="15"/>
                  </a:lnTo>
                  <a:lnTo>
                    <a:pt x="0" y="19"/>
                  </a:lnTo>
                  <a:lnTo>
                    <a:pt x="158" y="107"/>
                  </a:lnTo>
                  <a:lnTo>
                    <a:pt x="202" y="99"/>
                  </a:lnTo>
                  <a:lnTo>
                    <a:pt x="426" y="66"/>
                  </a:lnTo>
                  <a:lnTo>
                    <a:pt x="232" y="0"/>
                  </a:ln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3" name="Freeform 7"/>
            <p:cNvSpPr>
              <a:spLocks/>
            </p:cNvSpPr>
            <p:nvPr/>
          </p:nvSpPr>
          <p:spPr bwMode="auto">
            <a:xfrm>
              <a:off x="2723" y="2390"/>
              <a:ext cx="155" cy="319"/>
            </a:xfrm>
            <a:custGeom>
              <a:avLst/>
              <a:gdLst>
                <a:gd name="T0" fmla="*/ 155 w 155"/>
                <a:gd name="T1" fmla="*/ 319 h 319"/>
                <a:gd name="T2" fmla="*/ 0 w 155"/>
                <a:gd name="T3" fmla="*/ 224 h 319"/>
                <a:gd name="T4" fmla="*/ 0 w 155"/>
                <a:gd name="T5" fmla="*/ 0 h 319"/>
                <a:gd name="T6" fmla="*/ 155 w 155"/>
                <a:gd name="T7" fmla="*/ 91 h 319"/>
                <a:gd name="T8" fmla="*/ 155 w 155"/>
                <a:gd name="T9" fmla="*/ 319 h 319"/>
              </a:gdLst>
              <a:ahLst/>
              <a:cxnLst>
                <a:cxn ang="0">
                  <a:pos x="T0" y="T1"/>
                </a:cxn>
                <a:cxn ang="0">
                  <a:pos x="T2" y="T3"/>
                </a:cxn>
                <a:cxn ang="0">
                  <a:pos x="T4" y="T5"/>
                </a:cxn>
                <a:cxn ang="0">
                  <a:pos x="T6" y="T7"/>
                </a:cxn>
                <a:cxn ang="0">
                  <a:pos x="T8" y="T9"/>
                </a:cxn>
              </a:cxnLst>
              <a:rect l="0" t="0" r="r" b="b"/>
              <a:pathLst>
                <a:path w="155" h="319">
                  <a:moveTo>
                    <a:pt x="155" y="319"/>
                  </a:moveTo>
                  <a:lnTo>
                    <a:pt x="0" y="224"/>
                  </a:lnTo>
                  <a:lnTo>
                    <a:pt x="0" y="0"/>
                  </a:lnTo>
                  <a:lnTo>
                    <a:pt x="155" y="91"/>
                  </a:lnTo>
                  <a:lnTo>
                    <a:pt x="155" y="319"/>
                  </a:ln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4" name="Freeform 8"/>
            <p:cNvSpPr>
              <a:spLocks/>
            </p:cNvSpPr>
            <p:nvPr/>
          </p:nvSpPr>
          <p:spPr bwMode="auto">
            <a:xfrm>
              <a:off x="2723" y="2037"/>
              <a:ext cx="427" cy="485"/>
            </a:xfrm>
            <a:custGeom>
              <a:avLst/>
              <a:gdLst>
                <a:gd name="T0" fmla="*/ 115 w 116"/>
                <a:gd name="T1" fmla="*/ 70 h 132"/>
                <a:gd name="T2" fmla="*/ 98 w 116"/>
                <a:gd name="T3" fmla="*/ 26 h 132"/>
                <a:gd name="T4" fmla="*/ 75 w 116"/>
                <a:gd name="T5" fmla="*/ 13 h 132"/>
                <a:gd name="T6" fmla="*/ 51 w 116"/>
                <a:gd name="T7" fmla="*/ 0 h 132"/>
                <a:gd name="T8" fmla="*/ 63 w 116"/>
                <a:gd name="T9" fmla="*/ 71 h 132"/>
                <a:gd name="T10" fmla="*/ 0 w 116"/>
                <a:gd name="T11" fmla="*/ 96 h 132"/>
                <a:gd name="T12" fmla="*/ 42 w 116"/>
                <a:gd name="T13" fmla="*/ 121 h 132"/>
                <a:gd name="T14" fmla="*/ 106 w 116"/>
                <a:gd name="T15" fmla="*/ 95 h 132"/>
                <a:gd name="T16" fmla="*/ 106 w 116"/>
                <a:gd name="T17" fmla="*/ 95 h 132"/>
                <a:gd name="T18" fmla="*/ 115 w 116"/>
                <a:gd name="T19" fmla="*/ 70 h 132"/>
                <a:gd name="T20" fmla="*/ 115 w 116"/>
                <a:gd name="T21" fmla="*/ 7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6" h="132">
                  <a:moveTo>
                    <a:pt x="115" y="70"/>
                  </a:moveTo>
                  <a:cubicBezTo>
                    <a:pt x="116" y="53"/>
                    <a:pt x="111" y="36"/>
                    <a:pt x="98" y="26"/>
                  </a:cubicBezTo>
                  <a:cubicBezTo>
                    <a:pt x="91" y="21"/>
                    <a:pt x="82" y="17"/>
                    <a:pt x="75" y="13"/>
                  </a:cubicBezTo>
                  <a:cubicBezTo>
                    <a:pt x="67" y="9"/>
                    <a:pt x="59" y="4"/>
                    <a:pt x="51" y="0"/>
                  </a:cubicBezTo>
                  <a:cubicBezTo>
                    <a:pt x="77" y="14"/>
                    <a:pt x="77" y="49"/>
                    <a:pt x="63" y="71"/>
                  </a:cubicBezTo>
                  <a:cubicBezTo>
                    <a:pt x="51" y="92"/>
                    <a:pt x="24" y="107"/>
                    <a:pt x="0" y="96"/>
                  </a:cubicBezTo>
                  <a:cubicBezTo>
                    <a:pt x="42" y="121"/>
                    <a:pt x="42" y="121"/>
                    <a:pt x="42" y="121"/>
                  </a:cubicBezTo>
                  <a:cubicBezTo>
                    <a:pt x="67" y="132"/>
                    <a:pt x="94" y="116"/>
                    <a:pt x="106" y="95"/>
                  </a:cubicBezTo>
                  <a:cubicBezTo>
                    <a:pt x="106" y="95"/>
                    <a:pt x="106" y="95"/>
                    <a:pt x="106" y="95"/>
                  </a:cubicBezTo>
                  <a:cubicBezTo>
                    <a:pt x="111" y="87"/>
                    <a:pt x="114" y="78"/>
                    <a:pt x="115" y="70"/>
                  </a:cubicBezTo>
                  <a:cubicBezTo>
                    <a:pt x="115" y="68"/>
                    <a:pt x="115" y="70"/>
                    <a:pt x="115" y="70"/>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5" name="Freeform 9"/>
            <p:cNvSpPr>
              <a:spLocks/>
            </p:cNvSpPr>
            <p:nvPr/>
          </p:nvSpPr>
          <p:spPr bwMode="auto">
            <a:xfrm>
              <a:off x="2694" y="2327"/>
              <a:ext cx="184" cy="118"/>
            </a:xfrm>
            <a:custGeom>
              <a:avLst/>
              <a:gdLst>
                <a:gd name="T0" fmla="*/ 50 w 50"/>
                <a:gd name="T1" fmla="*/ 32 h 32"/>
                <a:gd name="T2" fmla="*/ 50 w 50"/>
                <a:gd name="T3" fmla="*/ 32 h 32"/>
                <a:gd name="T4" fmla="*/ 50 w 50"/>
                <a:gd name="T5" fmla="*/ 32 h 32"/>
                <a:gd name="T6" fmla="*/ 50 w 50"/>
                <a:gd name="T7" fmla="*/ 32 h 32"/>
                <a:gd name="T8" fmla="*/ 48 w 50"/>
                <a:gd name="T9" fmla="*/ 31 h 32"/>
                <a:gd name="T10" fmla="*/ 46 w 50"/>
                <a:gd name="T11" fmla="*/ 29 h 32"/>
                <a:gd name="T12" fmla="*/ 44 w 50"/>
                <a:gd name="T13" fmla="*/ 27 h 32"/>
                <a:gd name="T14" fmla="*/ 42 w 50"/>
                <a:gd name="T15" fmla="*/ 25 h 32"/>
                <a:gd name="T16" fmla="*/ 0 w 50"/>
                <a:gd name="T17" fmla="*/ 0 h 32"/>
                <a:gd name="T18" fmla="*/ 2 w 50"/>
                <a:gd name="T19" fmla="*/ 2 h 32"/>
                <a:gd name="T20" fmla="*/ 4 w 50"/>
                <a:gd name="T21" fmla="*/ 4 h 32"/>
                <a:gd name="T22" fmla="*/ 6 w 50"/>
                <a:gd name="T23" fmla="*/ 5 h 32"/>
                <a:gd name="T24" fmla="*/ 8 w 50"/>
                <a:gd name="T25" fmla="*/ 7 h 32"/>
                <a:gd name="T26" fmla="*/ 8 w 50"/>
                <a:gd name="T27" fmla="*/ 7 h 32"/>
                <a:gd name="T28" fmla="*/ 9 w 50"/>
                <a:gd name="T29" fmla="*/ 7 h 32"/>
                <a:gd name="T30" fmla="*/ 9 w 50"/>
                <a:gd name="T31" fmla="*/ 7 h 32"/>
                <a:gd name="T32" fmla="*/ 9 w 50"/>
                <a:gd name="T33" fmla="*/ 7 h 32"/>
                <a:gd name="T34" fmla="*/ 50 w 50"/>
                <a:gd name="T35" fmla="*/ 32 h 32"/>
                <a:gd name="T36" fmla="*/ 50 w 50"/>
                <a:gd name="T3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 h="32">
                  <a:moveTo>
                    <a:pt x="50" y="32"/>
                  </a:moveTo>
                  <a:cubicBezTo>
                    <a:pt x="50" y="32"/>
                    <a:pt x="50" y="32"/>
                    <a:pt x="50" y="32"/>
                  </a:cubicBezTo>
                  <a:cubicBezTo>
                    <a:pt x="50" y="32"/>
                    <a:pt x="50" y="32"/>
                    <a:pt x="50" y="32"/>
                  </a:cubicBezTo>
                  <a:cubicBezTo>
                    <a:pt x="50" y="32"/>
                    <a:pt x="50" y="32"/>
                    <a:pt x="50" y="32"/>
                  </a:cubicBezTo>
                  <a:cubicBezTo>
                    <a:pt x="49" y="32"/>
                    <a:pt x="49" y="31"/>
                    <a:pt x="48" y="31"/>
                  </a:cubicBezTo>
                  <a:cubicBezTo>
                    <a:pt x="47" y="30"/>
                    <a:pt x="47" y="30"/>
                    <a:pt x="46" y="29"/>
                  </a:cubicBezTo>
                  <a:cubicBezTo>
                    <a:pt x="45" y="28"/>
                    <a:pt x="44" y="28"/>
                    <a:pt x="44" y="27"/>
                  </a:cubicBezTo>
                  <a:cubicBezTo>
                    <a:pt x="43" y="26"/>
                    <a:pt x="43" y="26"/>
                    <a:pt x="42" y="25"/>
                  </a:cubicBezTo>
                  <a:cubicBezTo>
                    <a:pt x="0" y="0"/>
                    <a:pt x="0" y="0"/>
                    <a:pt x="0" y="0"/>
                  </a:cubicBezTo>
                  <a:cubicBezTo>
                    <a:pt x="1" y="1"/>
                    <a:pt x="1" y="1"/>
                    <a:pt x="2" y="2"/>
                  </a:cubicBezTo>
                  <a:cubicBezTo>
                    <a:pt x="3" y="3"/>
                    <a:pt x="3" y="3"/>
                    <a:pt x="4" y="4"/>
                  </a:cubicBezTo>
                  <a:cubicBezTo>
                    <a:pt x="5" y="4"/>
                    <a:pt x="5" y="5"/>
                    <a:pt x="6" y="5"/>
                  </a:cubicBezTo>
                  <a:cubicBezTo>
                    <a:pt x="7" y="6"/>
                    <a:pt x="8" y="6"/>
                    <a:pt x="8" y="7"/>
                  </a:cubicBezTo>
                  <a:cubicBezTo>
                    <a:pt x="8" y="7"/>
                    <a:pt x="8" y="7"/>
                    <a:pt x="8" y="7"/>
                  </a:cubicBezTo>
                  <a:cubicBezTo>
                    <a:pt x="8" y="7"/>
                    <a:pt x="8" y="7"/>
                    <a:pt x="9" y="7"/>
                  </a:cubicBezTo>
                  <a:cubicBezTo>
                    <a:pt x="9" y="7"/>
                    <a:pt x="9" y="7"/>
                    <a:pt x="9" y="7"/>
                  </a:cubicBezTo>
                  <a:cubicBezTo>
                    <a:pt x="9" y="7"/>
                    <a:pt x="9" y="7"/>
                    <a:pt x="9" y="7"/>
                  </a:cubicBezTo>
                  <a:cubicBezTo>
                    <a:pt x="23" y="15"/>
                    <a:pt x="37" y="24"/>
                    <a:pt x="50" y="32"/>
                  </a:cubicBezTo>
                  <a:cubicBezTo>
                    <a:pt x="50" y="32"/>
                    <a:pt x="50" y="32"/>
                    <a:pt x="50" y="3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4" name="Freeform 10"/>
            <p:cNvSpPr>
              <a:spLocks/>
            </p:cNvSpPr>
            <p:nvPr/>
          </p:nvSpPr>
          <p:spPr bwMode="auto">
            <a:xfrm>
              <a:off x="3175" y="1371"/>
              <a:ext cx="247" cy="339"/>
            </a:xfrm>
            <a:custGeom>
              <a:avLst/>
              <a:gdLst>
                <a:gd name="T0" fmla="*/ 66 w 67"/>
                <a:gd name="T1" fmla="*/ 64 h 92"/>
                <a:gd name="T2" fmla="*/ 47 w 67"/>
                <a:gd name="T3" fmla="*/ 24 h 92"/>
                <a:gd name="T4" fmla="*/ 24 w 67"/>
                <a:gd name="T5" fmla="*/ 12 h 92"/>
                <a:gd name="T6" fmla="*/ 0 w 67"/>
                <a:gd name="T7" fmla="*/ 0 h 92"/>
                <a:gd name="T8" fmla="*/ 16 w 67"/>
                <a:gd name="T9" fmla="*/ 69 h 92"/>
                <a:gd name="T10" fmla="*/ 59 w 67"/>
                <a:gd name="T11" fmla="*/ 92 h 92"/>
                <a:gd name="T12" fmla="*/ 66 w 67"/>
                <a:gd name="T13" fmla="*/ 64 h 92"/>
                <a:gd name="T14" fmla="*/ 66 w 67"/>
                <a:gd name="T15" fmla="*/ 64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92">
                  <a:moveTo>
                    <a:pt x="66" y="64"/>
                  </a:moveTo>
                  <a:cubicBezTo>
                    <a:pt x="67" y="49"/>
                    <a:pt x="60" y="33"/>
                    <a:pt x="47" y="24"/>
                  </a:cubicBezTo>
                  <a:cubicBezTo>
                    <a:pt x="40" y="20"/>
                    <a:pt x="32" y="16"/>
                    <a:pt x="24" y="12"/>
                  </a:cubicBezTo>
                  <a:cubicBezTo>
                    <a:pt x="16" y="8"/>
                    <a:pt x="8" y="4"/>
                    <a:pt x="0" y="0"/>
                  </a:cubicBezTo>
                  <a:cubicBezTo>
                    <a:pt x="25" y="13"/>
                    <a:pt x="28" y="46"/>
                    <a:pt x="16" y="69"/>
                  </a:cubicBezTo>
                  <a:cubicBezTo>
                    <a:pt x="59" y="92"/>
                    <a:pt x="59" y="92"/>
                    <a:pt x="59" y="92"/>
                  </a:cubicBezTo>
                  <a:cubicBezTo>
                    <a:pt x="64" y="84"/>
                    <a:pt x="66" y="74"/>
                    <a:pt x="66" y="64"/>
                  </a:cubicBezTo>
                  <a:cubicBezTo>
                    <a:pt x="67" y="59"/>
                    <a:pt x="66" y="66"/>
                    <a:pt x="66" y="64"/>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5" name="Freeform 11"/>
            <p:cNvSpPr>
              <a:spLocks/>
            </p:cNvSpPr>
            <p:nvPr/>
          </p:nvSpPr>
          <p:spPr bwMode="auto">
            <a:xfrm>
              <a:off x="2694" y="2044"/>
              <a:ext cx="356" cy="173"/>
            </a:xfrm>
            <a:custGeom>
              <a:avLst/>
              <a:gdLst>
                <a:gd name="T0" fmla="*/ 67 w 97"/>
                <a:gd name="T1" fmla="*/ 27 h 47"/>
                <a:gd name="T2" fmla="*/ 97 w 97"/>
                <a:gd name="T3" fmla="*/ 30 h 47"/>
                <a:gd name="T4" fmla="*/ 68 w 97"/>
                <a:gd name="T5" fmla="*/ 13 h 47"/>
                <a:gd name="T6" fmla="*/ 48 w 97"/>
                <a:gd name="T7" fmla="*/ 2 h 47"/>
                <a:gd name="T8" fmla="*/ 27 w 97"/>
                <a:gd name="T9" fmla="*/ 3 h 47"/>
                <a:gd name="T10" fmla="*/ 20 w 97"/>
                <a:gd name="T11" fmla="*/ 5 h 47"/>
                <a:gd name="T12" fmla="*/ 14 w 97"/>
                <a:gd name="T13" fmla="*/ 9 h 47"/>
                <a:gd name="T14" fmla="*/ 9 w 97"/>
                <a:gd name="T15" fmla="*/ 13 h 47"/>
                <a:gd name="T16" fmla="*/ 9 w 97"/>
                <a:gd name="T17" fmla="*/ 13 h 47"/>
                <a:gd name="T18" fmla="*/ 9 w 97"/>
                <a:gd name="T19" fmla="*/ 13 h 47"/>
                <a:gd name="T20" fmla="*/ 0 w 97"/>
                <a:gd name="T21" fmla="*/ 23 h 47"/>
                <a:gd name="T22" fmla="*/ 0 w 97"/>
                <a:gd name="T23" fmla="*/ 23 h 47"/>
                <a:gd name="T24" fmla="*/ 42 w 97"/>
                <a:gd name="T25" fmla="*/ 47 h 47"/>
                <a:gd name="T26" fmla="*/ 67 w 97"/>
                <a:gd name="T27" fmla="*/ 27 h 47"/>
                <a:gd name="T28" fmla="*/ 67 w 97"/>
                <a:gd name="T29" fmla="*/ 2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47">
                  <a:moveTo>
                    <a:pt x="67" y="27"/>
                  </a:moveTo>
                  <a:cubicBezTo>
                    <a:pt x="77" y="24"/>
                    <a:pt x="88" y="25"/>
                    <a:pt x="97" y="30"/>
                  </a:cubicBezTo>
                  <a:cubicBezTo>
                    <a:pt x="87" y="24"/>
                    <a:pt x="78" y="19"/>
                    <a:pt x="68" y="13"/>
                  </a:cubicBezTo>
                  <a:cubicBezTo>
                    <a:pt x="62" y="10"/>
                    <a:pt x="55" y="5"/>
                    <a:pt x="48" y="2"/>
                  </a:cubicBezTo>
                  <a:cubicBezTo>
                    <a:pt x="41" y="0"/>
                    <a:pt x="34" y="1"/>
                    <a:pt x="27" y="3"/>
                  </a:cubicBezTo>
                  <a:cubicBezTo>
                    <a:pt x="24" y="3"/>
                    <a:pt x="22" y="4"/>
                    <a:pt x="20" y="5"/>
                  </a:cubicBezTo>
                  <a:cubicBezTo>
                    <a:pt x="18" y="6"/>
                    <a:pt x="15" y="9"/>
                    <a:pt x="14" y="9"/>
                  </a:cubicBezTo>
                  <a:cubicBezTo>
                    <a:pt x="12" y="10"/>
                    <a:pt x="10" y="12"/>
                    <a:pt x="9" y="13"/>
                  </a:cubicBezTo>
                  <a:cubicBezTo>
                    <a:pt x="9" y="13"/>
                    <a:pt x="9" y="13"/>
                    <a:pt x="9" y="13"/>
                  </a:cubicBezTo>
                  <a:cubicBezTo>
                    <a:pt x="9" y="13"/>
                    <a:pt x="9" y="13"/>
                    <a:pt x="9" y="13"/>
                  </a:cubicBezTo>
                  <a:cubicBezTo>
                    <a:pt x="5" y="16"/>
                    <a:pt x="3" y="19"/>
                    <a:pt x="0" y="23"/>
                  </a:cubicBezTo>
                  <a:cubicBezTo>
                    <a:pt x="0" y="23"/>
                    <a:pt x="0" y="23"/>
                    <a:pt x="0" y="23"/>
                  </a:cubicBezTo>
                  <a:cubicBezTo>
                    <a:pt x="42" y="47"/>
                    <a:pt x="42" y="47"/>
                    <a:pt x="42" y="47"/>
                  </a:cubicBezTo>
                  <a:cubicBezTo>
                    <a:pt x="48" y="38"/>
                    <a:pt x="57" y="31"/>
                    <a:pt x="67" y="27"/>
                  </a:cubicBezTo>
                  <a:cubicBezTo>
                    <a:pt x="68" y="27"/>
                    <a:pt x="65" y="28"/>
                    <a:pt x="67" y="27"/>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6" name="Freeform 12"/>
            <p:cNvSpPr>
              <a:spLocks/>
            </p:cNvSpPr>
            <p:nvPr/>
          </p:nvSpPr>
          <p:spPr bwMode="auto">
            <a:xfrm>
              <a:off x="2929" y="1368"/>
              <a:ext cx="390" cy="411"/>
            </a:xfrm>
            <a:custGeom>
              <a:avLst/>
              <a:gdLst>
                <a:gd name="T0" fmla="*/ 93 w 106"/>
                <a:gd name="T1" fmla="*/ 34 h 112"/>
                <a:gd name="T2" fmla="*/ 106 w 106"/>
                <a:gd name="T3" fmla="*/ 31 h 112"/>
                <a:gd name="T4" fmla="*/ 63 w 106"/>
                <a:gd name="T5" fmla="*/ 9 h 112"/>
                <a:gd name="T6" fmla="*/ 11 w 106"/>
                <a:gd name="T7" fmla="*/ 26 h 112"/>
                <a:gd name="T8" fmla="*/ 8 w 106"/>
                <a:gd name="T9" fmla="*/ 29 h 112"/>
                <a:gd name="T10" fmla="*/ 8 w 106"/>
                <a:gd name="T11" fmla="*/ 29 h 112"/>
                <a:gd name="T12" fmla="*/ 8 w 106"/>
                <a:gd name="T13" fmla="*/ 29 h 112"/>
                <a:gd name="T14" fmla="*/ 2 w 106"/>
                <a:gd name="T15" fmla="*/ 51 h 112"/>
                <a:gd name="T16" fmla="*/ 2 w 106"/>
                <a:gd name="T17" fmla="*/ 51 h 112"/>
                <a:gd name="T18" fmla="*/ 18 w 106"/>
                <a:gd name="T19" fmla="*/ 88 h 112"/>
                <a:gd name="T20" fmla="*/ 61 w 106"/>
                <a:gd name="T21" fmla="*/ 112 h 112"/>
                <a:gd name="T22" fmla="*/ 93 w 106"/>
                <a:gd name="T23" fmla="*/ 3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 h="112">
                  <a:moveTo>
                    <a:pt x="93" y="34"/>
                  </a:moveTo>
                  <a:cubicBezTo>
                    <a:pt x="98" y="34"/>
                    <a:pt x="102" y="29"/>
                    <a:pt x="106" y="31"/>
                  </a:cubicBezTo>
                  <a:cubicBezTo>
                    <a:pt x="92" y="24"/>
                    <a:pt x="77" y="16"/>
                    <a:pt x="63" y="9"/>
                  </a:cubicBezTo>
                  <a:cubicBezTo>
                    <a:pt x="43" y="0"/>
                    <a:pt x="23" y="9"/>
                    <a:pt x="11" y="26"/>
                  </a:cubicBezTo>
                  <a:cubicBezTo>
                    <a:pt x="10" y="27"/>
                    <a:pt x="9" y="28"/>
                    <a:pt x="8" y="29"/>
                  </a:cubicBezTo>
                  <a:cubicBezTo>
                    <a:pt x="8" y="29"/>
                    <a:pt x="8" y="29"/>
                    <a:pt x="8" y="29"/>
                  </a:cubicBezTo>
                  <a:cubicBezTo>
                    <a:pt x="8" y="29"/>
                    <a:pt x="8" y="29"/>
                    <a:pt x="8" y="29"/>
                  </a:cubicBezTo>
                  <a:cubicBezTo>
                    <a:pt x="5" y="36"/>
                    <a:pt x="2" y="43"/>
                    <a:pt x="2" y="51"/>
                  </a:cubicBezTo>
                  <a:cubicBezTo>
                    <a:pt x="2" y="51"/>
                    <a:pt x="2" y="51"/>
                    <a:pt x="2" y="51"/>
                  </a:cubicBezTo>
                  <a:cubicBezTo>
                    <a:pt x="0" y="65"/>
                    <a:pt x="6" y="80"/>
                    <a:pt x="18" y="88"/>
                  </a:cubicBezTo>
                  <a:cubicBezTo>
                    <a:pt x="61" y="112"/>
                    <a:pt x="61" y="112"/>
                    <a:pt x="61" y="112"/>
                  </a:cubicBezTo>
                  <a:cubicBezTo>
                    <a:pt x="35" y="87"/>
                    <a:pt x="53" y="33"/>
                    <a:pt x="93" y="34"/>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7" name="Freeform 13"/>
            <p:cNvSpPr>
              <a:spLocks/>
            </p:cNvSpPr>
            <p:nvPr/>
          </p:nvSpPr>
          <p:spPr bwMode="auto">
            <a:xfrm>
              <a:off x="2723" y="1732"/>
              <a:ext cx="158" cy="411"/>
            </a:xfrm>
            <a:custGeom>
              <a:avLst/>
              <a:gdLst>
                <a:gd name="T0" fmla="*/ 155 w 158"/>
                <a:gd name="T1" fmla="*/ 411 h 411"/>
                <a:gd name="T2" fmla="*/ 0 w 158"/>
                <a:gd name="T3" fmla="*/ 323 h 411"/>
                <a:gd name="T4" fmla="*/ 4 w 158"/>
                <a:gd name="T5" fmla="*/ 0 h 411"/>
                <a:gd name="T6" fmla="*/ 158 w 158"/>
                <a:gd name="T7" fmla="*/ 84 h 411"/>
                <a:gd name="T8" fmla="*/ 155 w 158"/>
                <a:gd name="T9" fmla="*/ 411 h 411"/>
              </a:gdLst>
              <a:ahLst/>
              <a:cxnLst>
                <a:cxn ang="0">
                  <a:pos x="T0" y="T1"/>
                </a:cxn>
                <a:cxn ang="0">
                  <a:pos x="T2" y="T3"/>
                </a:cxn>
                <a:cxn ang="0">
                  <a:pos x="T4" y="T5"/>
                </a:cxn>
                <a:cxn ang="0">
                  <a:pos x="T6" y="T7"/>
                </a:cxn>
                <a:cxn ang="0">
                  <a:pos x="T8" y="T9"/>
                </a:cxn>
              </a:cxnLst>
              <a:rect l="0" t="0" r="r" b="b"/>
              <a:pathLst>
                <a:path w="158" h="411">
                  <a:moveTo>
                    <a:pt x="155" y="411"/>
                  </a:moveTo>
                  <a:lnTo>
                    <a:pt x="0" y="323"/>
                  </a:lnTo>
                  <a:lnTo>
                    <a:pt x="4" y="0"/>
                  </a:lnTo>
                  <a:lnTo>
                    <a:pt x="158" y="84"/>
                  </a:lnTo>
                  <a:lnTo>
                    <a:pt x="155" y="411"/>
                  </a:ln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8" name="Freeform 14"/>
            <p:cNvSpPr>
              <a:spLocks/>
            </p:cNvSpPr>
            <p:nvPr/>
          </p:nvSpPr>
          <p:spPr bwMode="auto">
            <a:xfrm>
              <a:off x="2727" y="1691"/>
              <a:ext cx="426" cy="125"/>
            </a:xfrm>
            <a:custGeom>
              <a:avLst/>
              <a:gdLst>
                <a:gd name="T0" fmla="*/ 268 w 426"/>
                <a:gd name="T1" fmla="*/ 0 h 125"/>
                <a:gd name="T2" fmla="*/ 224 w 426"/>
                <a:gd name="T3" fmla="*/ 8 h 125"/>
                <a:gd name="T4" fmla="*/ 0 w 426"/>
                <a:gd name="T5" fmla="*/ 41 h 125"/>
                <a:gd name="T6" fmla="*/ 154 w 426"/>
                <a:gd name="T7" fmla="*/ 125 h 125"/>
                <a:gd name="T8" fmla="*/ 382 w 426"/>
                <a:gd name="T9" fmla="*/ 92 h 125"/>
                <a:gd name="T10" fmla="*/ 426 w 426"/>
                <a:gd name="T11" fmla="*/ 88 h 125"/>
                <a:gd name="T12" fmla="*/ 268 w 426"/>
                <a:gd name="T13" fmla="*/ 0 h 125"/>
              </a:gdLst>
              <a:ahLst/>
              <a:cxnLst>
                <a:cxn ang="0">
                  <a:pos x="T0" y="T1"/>
                </a:cxn>
                <a:cxn ang="0">
                  <a:pos x="T2" y="T3"/>
                </a:cxn>
                <a:cxn ang="0">
                  <a:pos x="T4" y="T5"/>
                </a:cxn>
                <a:cxn ang="0">
                  <a:pos x="T6" y="T7"/>
                </a:cxn>
                <a:cxn ang="0">
                  <a:pos x="T8" y="T9"/>
                </a:cxn>
                <a:cxn ang="0">
                  <a:pos x="T10" y="T11"/>
                </a:cxn>
                <a:cxn ang="0">
                  <a:pos x="T12" y="T13"/>
                </a:cxn>
              </a:cxnLst>
              <a:rect l="0" t="0" r="r" b="b"/>
              <a:pathLst>
                <a:path w="426" h="125">
                  <a:moveTo>
                    <a:pt x="268" y="0"/>
                  </a:moveTo>
                  <a:lnTo>
                    <a:pt x="224" y="8"/>
                  </a:lnTo>
                  <a:lnTo>
                    <a:pt x="0" y="41"/>
                  </a:lnTo>
                  <a:lnTo>
                    <a:pt x="154" y="125"/>
                  </a:lnTo>
                  <a:lnTo>
                    <a:pt x="382" y="92"/>
                  </a:lnTo>
                  <a:lnTo>
                    <a:pt x="426" y="88"/>
                  </a:lnTo>
                  <a:lnTo>
                    <a:pt x="268" y="0"/>
                  </a:ln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9" name="Freeform 15"/>
            <p:cNvSpPr>
              <a:spLocks/>
            </p:cNvSpPr>
            <p:nvPr/>
          </p:nvSpPr>
          <p:spPr bwMode="auto">
            <a:xfrm>
              <a:off x="2484" y="1735"/>
              <a:ext cx="364" cy="118"/>
            </a:xfrm>
            <a:custGeom>
              <a:avLst/>
              <a:gdLst>
                <a:gd name="T0" fmla="*/ 155 w 364"/>
                <a:gd name="T1" fmla="*/ 118 h 118"/>
                <a:gd name="T2" fmla="*/ 0 w 364"/>
                <a:gd name="T3" fmla="*/ 30 h 118"/>
                <a:gd name="T4" fmla="*/ 210 w 364"/>
                <a:gd name="T5" fmla="*/ 0 h 118"/>
                <a:gd name="T6" fmla="*/ 364 w 364"/>
                <a:gd name="T7" fmla="*/ 89 h 118"/>
                <a:gd name="T8" fmla="*/ 155 w 364"/>
                <a:gd name="T9" fmla="*/ 118 h 118"/>
              </a:gdLst>
              <a:ahLst/>
              <a:cxnLst>
                <a:cxn ang="0">
                  <a:pos x="T0" y="T1"/>
                </a:cxn>
                <a:cxn ang="0">
                  <a:pos x="T2" y="T3"/>
                </a:cxn>
                <a:cxn ang="0">
                  <a:pos x="T4" y="T5"/>
                </a:cxn>
                <a:cxn ang="0">
                  <a:pos x="T6" y="T7"/>
                </a:cxn>
                <a:cxn ang="0">
                  <a:pos x="T8" y="T9"/>
                </a:cxn>
              </a:cxnLst>
              <a:rect l="0" t="0" r="r" b="b"/>
              <a:pathLst>
                <a:path w="364" h="118">
                  <a:moveTo>
                    <a:pt x="155" y="118"/>
                  </a:moveTo>
                  <a:lnTo>
                    <a:pt x="0" y="30"/>
                  </a:lnTo>
                  <a:lnTo>
                    <a:pt x="210" y="0"/>
                  </a:lnTo>
                  <a:lnTo>
                    <a:pt x="364" y="89"/>
                  </a:lnTo>
                  <a:lnTo>
                    <a:pt x="155" y="118"/>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0" name="Freeform 16"/>
            <p:cNvSpPr>
              <a:spLocks/>
            </p:cNvSpPr>
            <p:nvPr/>
          </p:nvSpPr>
          <p:spPr bwMode="auto">
            <a:xfrm>
              <a:off x="2733" y="1199"/>
              <a:ext cx="154" cy="584"/>
            </a:xfrm>
            <a:custGeom>
              <a:avLst/>
              <a:gdLst>
                <a:gd name="T0" fmla="*/ 0 w 154"/>
                <a:gd name="T1" fmla="*/ 0 h 584"/>
                <a:gd name="T2" fmla="*/ 0 w 154"/>
                <a:gd name="T3" fmla="*/ 48 h 584"/>
                <a:gd name="T4" fmla="*/ 0 w 154"/>
                <a:gd name="T5" fmla="*/ 500 h 584"/>
                <a:gd name="T6" fmla="*/ 154 w 154"/>
                <a:gd name="T7" fmla="*/ 584 h 584"/>
                <a:gd name="T8" fmla="*/ 154 w 154"/>
                <a:gd name="T9" fmla="*/ 128 h 584"/>
                <a:gd name="T10" fmla="*/ 154 w 154"/>
                <a:gd name="T11" fmla="*/ 84 h 584"/>
                <a:gd name="T12" fmla="*/ 0 w 154"/>
                <a:gd name="T13" fmla="*/ 0 h 584"/>
              </a:gdLst>
              <a:ahLst/>
              <a:cxnLst>
                <a:cxn ang="0">
                  <a:pos x="T0" y="T1"/>
                </a:cxn>
                <a:cxn ang="0">
                  <a:pos x="T2" y="T3"/>
                </a:cxn>
                <a:cxn ang="0">
                  <a:pos x="T4" y="T5"/>
                </a:cxn>
                <a:cxn ang="0">
                  <a:pos x="T6" y="T7"/>
                </a:cxn>
                <a:cxn ang="0">
                  <a:pos x="T8" y="T9"/>
                </a:cxn>
                <a:cxn ang="0">
                  <a:pos x="T10" y="T11"/>
                </a:cxn>
                <a:cxn ang="0">
                  <a:pos x="T12" y="T13"/>
                </a:cxn>
              </a:cxnLst>
              <a:rect l="0" t="0" r="r" b="b"/>
              <a:pathLst>
                <a:path w="154" h="584">
                  <a:moveTo>
                    <a:pt x="0" y="0"/>
                  </a:moveTo>
                  <a:lnTo>
                    <a:pt x="0" y="48"/>
                  </a:lnTo>
                  <a:lnTo>
                    <a:pt x="0" y="500"/>
                  </a:lnTo>
                  <a:lnTo>
                    <a:pt x="154" y="584"/>
                  </a:lnTo>
                  <a:lnTo>
                    <a:pt x="154" y="128"/>
                  </a:lnTo>
                  <a:lnTo>
                    <a:pt x="154" y="84"/>
                  </a:lnTo>
                  <a:lnTo>
                    <a:pt x="0" y="0"/>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1" name="Freeform 17"/>
            <p:cNvSpPr>
              <a:spLocks/>
            </p:cNvSpPr>
            <p:nvPr/>
          </p:nvSpPr>
          <p:spPr bwMode="auto">
            <a:xfrm>
              <a:off x="2227" y="1765"/>
              <a:ext cx="445" cy="430"/>
            </a:xfrm>
            <a:custGeom>
              <a:avLst/>
              <a:gdLst>
                <a:gd name="T0" fmla="*/ 120 w 121"/>
                <a:gd name="T1" fmla="*/ 57 h 117"/>
                <a:gd name="T2" fmla="*/ 112 w 121"/>
                <a:gd name="T3" fmla="*/ 24 h 117"/>
                <a:gd name="T4" fmla="*/ 70 w 121"/>
                <a:gd name="T5" fmla="*/ 0 h 117"/>
                <a:gd name="T6" fmla="*/ 64 w 121"/>
                <a:gd name="T7" fmla="*/ 68 h 117"/>
                <a:gd name="T8" fmla="*/ 0 w 121"/>
                <a:gd name="T9" fmla="*/ 83 h 117"/>
                <a:gd name="T10" fmla="*/ 41 w 121"/>
                <a:gd name="T11" fmla="*/ 107 h 117"/>
                <a:gd name="T12" fmla="*/ 93 w 121"/>
                <a:gd name="T13" fmla="*/ 104 h 117"/>
                <a:gd name="T14" fmla="*/ 120 w 121"/>
                <a:gd name="T15" fmla="*/ 57 h 117"/>
                <a:gd name="T16" fmla="*/ 120 w 121"/>
                <a:gd name="T17" fmla="*/ 5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117">
                  <a:moveTo>
                    <a:pt x="120" y="57"/>
                  </a:moveTo>
                  <a:cubicBezTo>
                    <a:pt x="121" y="46"/>
                    <a:pt x="119" y="34"/>
                    <a:pt x="112" y="24"/>
                  </a:cubicBezTo>
                  <a:cubicBezTo>
                    <a:pt x="70" y="0"/>
                    <a:pt x="70" y="0"/>
                    <a:pt x="70" y="0"/>
                  </a:cubicBezTo>
                  <a:cubicBezTo>
                    <a:pt x="84" y="21"/>
                    <a:pt x="79" y="49"/>
                    <a:pt x="64" y="68"/>
                  </a:cubicBezTo>
                  <a:cubicBezTo>
                    <a:pt x="49" y="86"/>
                    <a:pt x="22" y="96"/>
                    <a:pt x="0" y="83"/>
                  </a:cubicBezTo>
                  <a:cubicBezTo>
                    <a:pt x="41" y="107"/>
                    <a:pt x="41" y="107"/>
                    <a:pt x="41" y="107"/>
                  </a:cubicBezTo>
                  <a:cubicBezTo>
                    <a:pt x="57" y="117"/>
                    <a:pt x="78" y="114"/>
                    <a:pt x="93" y="104"/>
                  </a:cubicBezTo>
                  <a:cubicBezTo>
                    <a:pt x="109" y="93"/>
                    <a:pt x="117" y="76"/>
                    <a:pt x="120" y="57"/>
                  </a:cubicBezTo>
                  <a:cubicBezTo>
                    <a:pt x="120" y="56"/>
                    <a:pt x="120" y="58"/>
                    <a:pt x="120" y="57"/>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2" name="Freeform 18"/>
            <p:cNvSpPr>
              <a:spLocks/>
            </p:cNvSpPr>
            <p:nvPr/>
          </p:nvSpPr>
          <p:spPr bwMode="auto">
            <a:xfrm>
              <a:off x="2510" y="1272"/>
              <a:ext cx="342" cy="125"/>
            </a:xfrm>
            <a:custGeom>
              <a:avLst/>
              <a:gdLst>
                <a:gd name="T0" fmla="*/ 51 w 93"/>
                <a:gd name="T1" fmla="*/ 0 h 34"/>
                <a:gd name="T2" fmla="*/ 0 w 93"/>
                <a:gd name="T3" fmla="*/ 6 h 34"/>
                <a:gd name="T4" fmla="*/ 31 w 93"/>
                <a:gd name="T5" fmla="*/ 22 h 34"/>
                <a:gd name="T6" fmla="*/ 50 w 93"/>
                <a:gd name="T7" fmla="*/ 32 h 34"/>
                <a:gd name="T8" fmla="*/ 71 w 93"/>
                <a:gd name="T9" fmla="*/ 33 h 34"/>
                <a:gd name="T10" fmla="*/ 87 w 93"/>
                <a:gd name="T11" fmla="*/ 27 h 34"/>
                <a:gd name="T12" fmla="*/ 93 w 93"/>
                <a:gd name="T13" fmla="*/ 23 h 34"/>
                <a:gd name="T14" fmla="*/ 51 w 93"/>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34">
                  <a:moveTo>
                    <a:pt x="51" y="0"/>
                  </a:moveTo>
                  <a:cubicBezTo>
                    <a:pt x="36" y="11"/>
                    <a:pt x="16" y="15"/>
                    <a:pt x="0" y="6"/>
                  </a:cubicBezTo>
                  <a:cubicBezTo>
                    <a:pt x="10" y="12"/>
                    <a:pt x="21" y="17"/>
                    <a:pt x="31" y="22"/>
                  </a:cubicBezTo>
                  <a:cubicBezTo>
                    <a:pt x="37" y="26"/>
                    <a:pt x="43" y="30"/>
                    <a:pt x="50" y="32"/>
                  </a:cubicBezTo>
                  <a:cubicBezTo>
                    <a:pt x="57" y="34"/>
                    <a:pt x="64" y="34"/>
                    <a:pt x="71" y="33"/>
                  </a:cubicBezTo>
                  <a:cubicBezTo>
                    <a:pt x="76" y="32"/>
                    <a:pt x="84" y="30"/>
                    <a:pt x="87" y="27"/>
                  </a:cubicBezTo>
                  <a:cubicBezTo>
                    <a:pt x="89" y="25"/>
                    <a:pt x="91" y="24"/>
                    <a:pt x="93" y="23"/>
                  </a:cubicBezTo>
                  <a:lnTo>
                    <a:pt x="51"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3" name="Freeform 19"/>
            <p:cNvSpPr>
              <a:spLocks/>
            </p:cNvSpPr>
            <p:nvPr/>
          </p:nvSpPr>
          <p:spPr bwMode="auto">
            <a:xfrm>
              <a:off x="2179" y="1765"/>
              <a:ext cx="228" cy="364"/>
            </a:xfrm>
            <a:custGeom>
              <a:avLst/>
              <a:gdLst>
                <a:gd name="T0" fmla="*/ 46 w 62"/>
                <a:gd name="T1" fmla="*/ 86 h 99"/>
                <a:gd name="T2" fmla="*/ 59 w 62"/>
                <a:gd name="T3" fmla="*/ 27 h 99"/>
                <a:gd name="T4" fmla="*/ 59 w 62"/>
                <a:gd name="T5" fmla="*/ 27 h 99"/>
                <a:gd name="T6" fmla="*/ 62 w 62"/>
                <a:gd name="T7" fmla="*/ 24 h 99"/>
                <a:gd name="T8" fmla="*/ 21 w 62"/>
                <a:gd name="T9" fmla="*/ 0 h 99"/>
                <a:gd name="T10" fmla="*/ 18 w 62"/>
                <a:gd name="T11" fmla="*/ 3 h 99"/>
                <a:gd name="T12" fmla="*/ 18 w 62"/>
                <a:gd name="T13" fmla="*/ 3 h 99"/>
                <a:gd name="T14" fmla="*/ 1 w 62"/>
                <a:gd name="T15" fmla="*/ 38 h 99"/>
                <a:gd name="T16" fmla="*/ 17 w 62"/>
                <a:gd name="T17" fmla="*/ 74 h 99"/>
                <a:gd name="T18" fmla="*/ 59 w 62"/>
                <a:gd name="T19" fmla="*/ 99 h 99"/>
                <a:gd name="T20" fmla="*/ 46 w 62"/>
                <a:gd name="T21" fmla="*/ 86 h 99"/>
                <a:gd name="T22" fmla="*/ 46 w 62"/>
                <a:gd name="T23" fmla="*/ 8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99">
                  <a:moveTo>
                    <a:pt x="46" y="86"/>
                  </a:moveTo>
                  <a:cubicBezTo>
                    <a:pt x="36" y="66"/>
                    <a:pt x="43" y="41"/>
                    <a:pt x="59" y="27"/>
                  </a:cubicBezTo>
                  <a:cubicBezTo>
                    <a:pt x="59" y="27"/>
                    <a:pt x="59" y="27"/>
                    <a:pt x="59" y="27"/>
                  </a:cubicBezTo>
                  <a:cubicBezTo>
                    <a:pt x="60" y="26"/>
                    <a:pt x="61" y="25"/>
                    <a:pt x="62" y="24"/>
                  </a:cubicBezTo>
                  <a:cubicBezTo>
                    <a:pt x="21" y="0"/>
                    <a:pt x="21" y="0"/>
                    <a:pt x="21" y="0"/>
                  </a:cubicBezTo>
                  <a:cubicBezTo>
                    <a:pt x="20" y="1"/>
                    <a:pt x="19" y="2"/>
                    <a:pt x="18" y="3"/>
                  </a:cubicBezTo>
                  <a:cubicBezTo>
                    <a:pt x="18" y="3"/>
                    <a:pt x="18" y="3"/>
                    <a:pt x="18" y="3"/>
                  </a:cubicBezTo>
                  <a:cubicBezTo>
                    <a:pt x="8" y="12"/>
                    <a:pt x="1" y="24"/>
                    <a:pt x="1" y="38"/>
                  </a:cubicBezTo>
                  <a:cubicBezTo>
                    <a:pt x="0" y="52"/>
                    <a:pt x="5" y="66"/>
                    <a:pt x="17" y="74"/>
                  </a:cubicBezTo>
                  <a:cubicBezTo>
                    <a:pt x="31" y="83"/>
                    <a:pt x="45" y="91"/>
                    <a:pt x="59" y="99"/>
                  </a:cubicBezTo>
                  <a:cubicBezTo>
                    <a:pt x="54" y="96"/>
                    <a:pt x="49" y="91"/>
                    <a:pt x="46" y="86"/>
                  </a:cubicBezTo>
                  <a:cubicBezTo>
                    <a:pt x="45" y="83"/>
                    <a:pt x="48" y="89"/>
                    <a:pt x="46" y="86"/>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4" name="Freeform 20"/>
            <p:cNvSpPr>
              <a:spLocks/>
            </p:cNvSpPr>
            <p:nvPr/>
          </p:nvSpPr>
          <p:spPr bwMode="auto">
            <a:xfrm>
              <a:off x="2455" y="923"/>
              <a:ext cx="386" cy="423"/>
            </a:xfrm>
            <a:custGeom>
              <a:avLst/>
              <a:gdLst>
                <a:gd name="T0" fmla="*/ 42 w 105"/>
                <a:gd name="T1" fmla="*/ 74 h 115"/>
                <a:gd name="T2" fmla="*/ 49 w 105"/>
                <a:gd name="T3" fmla="*/ 54 h 115"/>
                <a:gd name="T4" fmla="*/ 49 w 105"/>
                <a:gd name="T5" fmla="*/ 54 h 115"/>
                <a:gd name="T6" fmla="*/ 105 w 105"/>
                <a:gd name="T7" fmla="*/ 32 h 115"/>
                <a:gd name="T8" fmla="*/ 105 w 105"/>
                <a:gd name="T9" fmla="*/ 32 h 115"/>
                <a:gd name="T10" fmla="*/ 105 w 105"/>
                <a:gd name="T11" fmla="*/ 32 h 115"/>
                <a:gd name="T12" fmla="*/ 94 w 105"/>
                <a:gd name="T13" fmla="*/ 27 h 115"/>
                <a:gd name="T14" fmla="*/ 62 w 105"/>
                <a:gd name="T15" fmla="*/ 11 h 115"/>
                <a:gd name="T16" fmla="*/ 62 w 105"/>
                <a:gd name="T17" fmla="*/ 11 h 115"/>
                <a:gd name="T18" fmla="*/ 62 w 105"/>
                <a:gd name="T19" fmla="*/ 11 h 115"/>
                <a:gd name="T20" fmla="*/ 62 w 105"/>
                <a:gd name="T21" fmla="*/ 11 h 115"/>
                <a:gd name="T22" fmla="*/ 62 w 105"/>
                <a:gd name="T23" fmla="*/ 11 h 115"/>
                <a:gd name="T24" fmla="*/ 7 w 105"/>
                <a:gd name="T25" fmla="*/ 32 h 115"/>
                <a:gd name="T26" fmla="*/ 0 w 105"/>
                <a:gd name="T27" fmla="*/ 56 h 115"/>
                <a:gd name="T28" fmla="*/ 20 w 105"/>
                <a:gd name="T29" fmla="*/ 93 h 115"/>
                <a:gd name="T30" fmla="*/ 62 w 105"/>
                <a:gd name="T31" fmla="*/ 115 h 115"/>
                <a:gd name="T32" fmla="*/ 42 w 105"/>
                <a:gd name="T33" fmla="*/ 74 h 115"/>
                <a:gd name="T34" fmla="*/ 42 w 105"/>
                <a:gd name="T35" fmla="*/ 7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 h="115">
                  <a:moveTo>
                    <a:pt x="42" y="74"/>
                  </a:moveTo>
                  <a:cubicBezTo>
                    <a:pt x="43" y="67"/>
                    <a:pt x="45" y="60"/>
                    <a:pt x="49" y="54"/>
                  </a:cubicBezTo>
                  <a:cubicBezTo>
                    <a:pt x="49" y="54"/>
                    <a:pt x="49" y="54"/>
                    <a:pt x="49" y="54"/>
                  </a:cubicBezTo>
                  <a:cubicBezTo>
                    <a:pt x="60" y="35"/>
                    <a:pt x="84" y="22"/>
                    <a:pt x="105" y="32"/>
                  </a:cubicBezTo>
                  <a:cubicBezTo>
                    <a:pt x="105" y="32"/>
                    <a:pt x="105" y="32"/>
                    <a:pt x="105" y="32"/>
                  </a:cubicBezTo>
                  <a:cubicBezTo>
                    <a:pt x="105" y="32"/>
                    <a:pt x="105" y="32"/>
                    <a:pt x="105" y="32"/>
                  </a:cubicBezTo>
                  <a:cubicBezTo>
                    <a:pt x="94" y="27"/>
                    <a:pt x="94" y="27"/>
                    <a:pt x="94" y="27"/>
                  </a:cubicBezTo>
                  <a:cubicBezTo>
                    <a:pt x="62" y="11"/>
                    <a:pt x="62" y="11"/>
                    <a:pt x="62" y="11"/>
                  </a:cubicBezTo>
                  <a:cubicBezTo>
                    <a:pt x="62" y="11"/>
                    <a:pt x="62" y="11"/>
                    <a:pt x="62" y="11"/>
                  </a:cubicBezTo>
                  <a:cubicBezTo>
                    <a:pt x="62" y="11"/>
                    <a:pt x="62" y="11"/>
                    <a:pt x="62" y="11"/>
                  </a:cubicBezTo>
                  <a:cubicBezTo>
                    <a:pt x="62" y="11"/>
                    <a:pt x="62" y="11"/>
                    <a:pt x="62" y="11"/>
                  </a:cubicBezTo>
                  <a:cubicBezTo>
                    <a:pt x="62" y="11"/>
                    <a:pt x="62" y="11"/>
                    <a:pt x="62" y="11"/>
                  </a:cubicBezTo>
                  <a:cubicBezTo>
                    <a:pt x="42" y="0"/>
                    <a:pt x="18" y="13"/>
                    <a:pt x="7" y="32"/>
                  </a:cubicBezTo>
                  <a:cubicBezTo>
                    <a:pt x="3" y="39"/>
                    <a:pt x="0" y="47"/>
                    <a:pt x="0" y="56"/>
                  </a:cubicBezTo>
                  <a:cubicBezTo>
                    <a:pt x="0" y="71"/>
                    <a:pt x="6" y="86"/>
                    <a:pt x="20" y="93"/>
                  </a:cubicBezTo>
                  <a:cubicBezTo>
                    <a:pt x="62" y="115"/>
                    <a:pt x="62" y="115"/>
                    <a:pt x="62" y="115"/>
                  </a:cubicBezTo>
                  <a:cubicBezTo>
                    <a:pt x="47" y="107"/>
                    <a:pt x="40" y="90"/>
                    <a:pt x="42" y="74"/>
                  </a:cubicBezTo>
                  <a:cubicBezTo>
                    <a:pt x="42" y="73"/>
                    <a:pt x="42" y="74"/>
                    <a:pt x="42" y="74"/>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5" name="Freeform 21"/>
            <p:cNvSpPr>
              <a:spLocks/>
            </p:cNvSpPr>
            <p:nvPr/>
          </p:nvSpPr>
          <p:spPr bwMode="auto">
            <a:xfrm>
              <a:off x="1966" y="1809"/>
              <a:ext cx="364" cy="121"/>
            </a:xfrm>
            <a:custGeom>
              <a:avLst/>
              <a:gdLst>
                <a:gd name="T0" fmla="*/ 151 w 364"/>
                <a:gd name="T1" fmla="*/ 121 h 121"/>
                <a:gd name="T2" fmla="*/ 0 w 364"/>
                <a:gd name="T3" fmla="*/ 33 h 121"/>
                <a:gd name="T4" fmla="*/ 213 w 364"/>
                <a:gd name="T5" fmla="*/ 0 h 121"/>
                <a:gd name="T6" fmla="*/ 364 w 364"/>
                <a:gd name="T7" fmla="*/ 88 h 121"/>
                <a:gd name="T8" fmla="*/ 151 w 364"/>
                <a:gd name="T9" fmla="*/ 121 h 121"/>
              </a:gdLst>
              <a:ahLst/>
              <a:cxnLst>
                <a:cxn ang="0">
                  <a:pos x="T0" y="T1"/>
                </a:cxn>
                <a:cxn ang="0">
                  <a:pos x="T2" y="T3"/>
                </a:cxn>
                <a:cxn ang="0">
                  <a:pos x="T4" y="T5"/>
                </a:cxn>
                <a:cxn ang="0">
                  <a:pos x="T6" y="T7"/>
                </a:cxn>
                <a:cxn ang="0">
                  <a:pos x="T8" y="T9"/>
                </a:cxn>
              </a:cxnLst>
              <a:rect l="0" t="0" r="r" b="b"/>
              <a:pathLst>
                <a:path w="364" h="121">
                  <a:moveTo>
                    <a:pt x="151" y="121"/>
                  </a:moveTo>
                  <a:lnTo>
                    <a:pt x="0" y="33"/>
                  </a:lnTo>
                  <a:lnTo>
                    <a:pt x="213" y="0"/>
                  </a:lnTo>
                  <a:lnTo>
                    <a:pt x="364" y="88"/>
                  </a:lnTo>
                  <a:lnTo>
                    <a:pt x="151" y="121"/>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6" name="Freeform 22"/>
            <p:cNvSpPr>
              <a:spLocks/>
            </p:cNvSpPr>
            <p:nvPr/>
          </p:nvSpPr>
          <p:spPr bwMode="auto">
            <a:xfrm>
              <a:off x="1966" y="1842"/>
              <a:ext cx="154" cy="989"/>
            </a:xfrm>
            <a:custGeom>
              <a:avLst/>
              <a:gdLst>
                <a:gd name="T0" fmla="*/ 154 w 154"/>
                <a:gd name="T1" fmla="*/ 989 h 989"/>
                <a:gd name="T2" fmla="*/ 7 w 154"/>
                <a:gd name="T3" fmla="*/ 893 h 989"/>
                <a:gd name="T4" fmla="*/ 0 w 154"/>
                <a:gd name="T5" fmla="*/ 0 h 989"/>
                <a:gd name="T6" fmla="*/ 151 w 154"/>
                <a:gd name="T7" fmla="*/ 88 h 989"/>
                <a:gd name="T8" fmla="*/ 154 w 154"/>
                <a:gd name="T9" fmla="*/ 989 h 989"/>
              </a:gdLst>
              <a:ahLst/>
              <a:cxnLst>
                <a:cxn ang="0">
                  <a:pos x="T0" y="T1"/>
                </a:cxn>
                <a:cxn ang="0">
                  <a:pos x="T2" y="T3"/>
                </a:cxn>
                <a:cxn ang="0">
                  <a:pos x="T4" y="T5"/>
                </a:cxn>
                <a:cxn ang="0">
                  <a:pos x="T6" y="T7"/>
                </a:cxn>
                <a:cxn ang="0">
                  <a:pos x="T8" y="T9"/>
                </a:cxn>
              </a:cxnLst>
              <a:rect l="0" t="0" r="r" b="b"/>
              <a:pathLst>
                <a:path w="154" h="989">
                  <a:moveTo>
                    <a:pt x="154" y="989"/>
                  </a:moveTo>
                  <a:lnTo>
                    <a:pt x="7" y="893"/>
                  </a:lnTo>
                  <a:lnTo>
                    <a:pt x="0" y="0"/>
                  </a:lnTo>
                  <a:lnTo>
                    <a:pt x="151" y="88"/>
                  </a:lnTo>
                  <a:lnTo>
                    <a:pt x="154" y="989"/>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7" name="Freeform 23"/>
            <p:cNvSpPr>
              <a:spLocks/>
            </p:cNvSpPr>
            <p:nvPr/>
          </p:nvSpPr>
          <p:spPr bwMode="auto">
            <a:xfrm>
              <a:off x="1972" y="1640"/>
              <a:ext cx="151" cy="257"/>
            </a:xfrm>
            <a:custGeom>
              <a:avLst/>
              <a:gdLst>
                <a:gd name="T0" fmla="*/ 151 w 151"/>
                <a:gd name="T1" fmla="*/ 257 h 257"/>
                <a:gd name="T2" fmla="*/ 0 w 151"/>
                <a:gd name="T3" fmla="*/ 169 h 257"/>
                <a:gd name="T4" fmla="*/ 0 w 151"/>
                <a:gd name="T5" fmla="*/ 0 h 257"/>
                <a:gd name="T6" fmla="*/ 147 w 151"/>
                <a:gd name="T7" fmla="*/ 88 h 257"/>
                <a:gd name="T8" fmla="*/ 151 w 151"/>
                <a:gd name="T9" fmla="*/ 257 h 257"/>
              </a:gdLst>
              <a:ahLst/>
              <a:cxnLst>
                <a:cxn ang="0">
                  <a:pos x="T0" y="T1"/>
                </a:cxn>
                <a:cxn ang="0">
                  <a:pos x="T2" y="T3"/>
                </a:cxn>
                <a:cxn ang="0">
                  <a:pos x="T4" y="T5"/>
                </a:cxn>
                <a:cxn ang="0">
                  <a:pos x="T6" y="T7"/>
                </a:cxn>
                <a:cxn ang="0">
                  <a:pos x="T8" y="T9"/>
                </a:cxn>
              </a:cxnLst>
              <a:rect l="0" t="0" r="r" b="b"/>
              <a:pathLst>
                <a:path w="151" h="257">
                  <a:moveTo>
                    <a:pt x="151" y="257"/>
                  </a:moveTo>
                  <a:lnTo>
                    <a:pt x="0" y="169"/>
                  </a:lnTo>
                  <a:lnTo>
                    <a:pt x="0" y="0"/>
                  </a:lnTo>
                  <a:lnTo>
                    <a:pt x="147" y="88"/>
                  </a:lnTo>
                  <a:lnTo>
                    <a:pt x="151" y="257"/>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8" name="Freeform 24"/>
            <p:cNvSpPr>
              <a:spLocks/>
            </p:cNvSpPr>
            <p:nvPr/>
          </p:nvSpPr>
          <p:spPr bwMode="auto">
            <a:xfrm>
              <a:off x="2330" y="335"/>
              <a:ext cx="522" cy="496"/>
            </a:xfrm>
            <a:custGeom>
              <a:avLst/>
              <a:gdLst>
                <a:gd name="T0" fmla="*/ 151 w 522"/>
                <a:gd name="T1" fmla="*/ 496 h 496"/>
                <a:gd name="T2" fmla="*/ 0 w 522"/>
                <a:gd name="T3" fmla="*/ 415 h 496"/>
                <a:gd name="T4" fmla="*/ 367 w 522"/>
                <a:gd name="T5" fmla="*/ 0 h 496"/>
                <a:gd name="T6" fmla="*/ 522 w 522"/>
                <a:gd name="T7" fmla="*/ 55 h 496"/>
                <a:gd name="T8" fmla="*/ 151 w 522"/>
                <a:gd name="T9" fmla="*/ 496 h 496"/>
              </a:gdLst>
              <a:ahLst/>
              <a:cxnLst>
                <a:cxn ang="0">
                  <a:pos x="T0" y="T1"/>
                </a:cxn>
                <a:cxn ang="0">
                  <a:pos x="T2" y="T3"/>
                </a:cxn>
                <a:cxn ang="0">
                  <a:pos x="T4" y="T5"/>
                </a:cxn>
                <a:cxn ang="0">
                  <a:pos x="T6" y="T7"/>
                </a:cxn>
                <a:cxn ang="0">
                  <a:pos x="T8" y="T9"/>
                </a:cxn>
              </a:cxnLst>
              <a:rect l="0" t="0" r="r" b="b"/>
              <a:pathLst>
                <a:path w="522" h="496">
                  <a:moveTo>
                    <a:pt x="151" y="496"/>
                  </a:moveTo>
                  <a:lnTo>
                    <a:pt x="0" y="415"/>
                  </a:lnTo>
                  <a:lnTo>
                    <a:pt x="367" y="0"/>
                  </a:lnTo>
                  <a:lnTo>
                    <a:pt x="522" y="55"/>
                  </a:lnTo>
                  <a:lnTo>
                    <a:pt x="151" y="496"/>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9" name="Freeform 25"/>
            <p:cNvSpPr>
              <a:spLocks/>
            </p:cNvSpPr>
            <p:nvPr/>
          </p:nvSpPr>
          <p:spPr bwMode="auto">
            <a:xfrm>
              <a:off x="1536" y="1044"/>
              <a:ext cx="691" cy="746"/>
            </a:xfrm>
            <a:custGeom>
              <a:avLst/>
              <a:gdLst>
                <a:gd name="T0" fmla="*/ 129 w 691"/>
                <a:gd name="T1" fmla="*/ 746 h 746"/>
                <a:gd name="T2" fmla="*/ 0 w 691"/>
                <a:gd name="T3" fmla="*/ 658 h 746"/>
                <a:gd name="T4" fmla="*/ 540 w 691"/>
                <a:gd name="T5" fmla="*/ 0 h 746"/>
                <a:gd name="T6" fmla="*/ 691 w 691"/>
                <a:gd name="T7" fmla="*/ 81 h 746"/>
                <a:gd name="T8" fmla="*/ 129 w 691"/>
                <a:gd name="T9" fmla="*/ 746 h 746"/>
              </a:gdLst>
              <a:ahLst/>
              <a:cxnLst>
                <a:cxn ang="0">
                  <a:pos x="T0" y="T1"/>
                </a:cxn>
                <a:cxn ang="0">
                  <a:pos x="T2" y="T3"/>
                </a:cxn>
                <a:cxn ang="0">
                  <a:pos x="T4" y="T5"/>
                </a:cxn>
                <a:cxn ang="0">
                  <a:pos x="T6" y="T7"/>
                </a:cxn>
                <a:cxn ang="0">
                  <a:pos x="T8" y="T9"/>
                </a:cxn>
              </a:cxnLst>
              <a:rect l="0" t="0" r="r" b="b"/>
              <a:pathLst>
                <a:path w="691" h="746">
                  <a:moveTo>
                    <a:pt x="129" y="746"/>
                  </a:moveTo>
                  <a:lnTo>
                    <a:pt x="0" y="658"/>
                  </a:lnTo>
                  <a:lnTo>
                    <a:pt x="540" y="0"/>
                  </a:lnTo>
                  <a:lnTo>
                    <a:pt x="691" y="81"/>
                  </a:lnTo>
                  <a:lnTo>
                    <a:pt x="129" y="746"/>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70" name="Freeform 26"/>
            <p:cNvSpPr>
              <a:spLocks/>
            </p:cNvSpPr>
            <p:nvPr/>
          </p:nvSpPr>
          <p:spPr bwMode="auto">
            <a:xfrm>
              <a:off x="2073" y="567"/>
              <a:ext cx="154" cy="558"/>
            </a:xfrm>
            <a:custGeom>
              <a:avLst/>
              <a:gdLst>
                <a:gd name="T0" fmla="*/ 154 w 154"/>
                <a:gd name="T1" fmla="*/ 558 h 558"/>
                <a:gd name="T2" fmla="*/ 3 w 154"/>
                <a:gd name="T3" fmla="*/ 477 h 558"/>
                <a:gd name="T4" fmla="*/ 0 w 154"/>
                <a:gd name="T5" fmla="*/ 0 h 558"/>
                <a:gd name="T6" fmla="*/ 150 w 154"/>
                <a:gd name="T7" fmla="*/ 58 h 558"/>
                <a:gd name="T8" fmla="*/ 154 w 154"/>
                <a:gd name="T9" fmla="*/ 558 h 558"/>
              </a:gdLst>
              <a:ahLst/>
              <a:cxnLst>
                <a:cxn ang="0">
                  <a:pos x="T0" y="T1"/>
                </a:cxn>
                <a:cxn ang="0">
                  <a:pos x="T2" y="T3"/>
                </a:cxn>
                <a:cxn ang="0">
                  <a:pos x="T4" y="T5"/>
                </a:cxn>
                <a:cxn ang="0">
                  <a:pos x="T6" y="T7"/>
                </a:cxn>
                <a:cxn ang="0">
                  <a:pos x="T8" y="T9"/>
                </a:cxn>
              </a:cxnLst>
              <a:rect l="0" t="0" r="r" b="b"/>
              <a:pathLst>
                <a:path w="154" h="558">
                  <a:moveTo>
                    <a:pt x="154" y="558"/>
                  </a:moveTo>
                  <a:lnTo>
                    <a:pt x="3" y="477"/>
                  </a:lnTo>
                  <a:lnTo>
                    <a:pt x="0" y="0"/>
                  </a:lnTo>
                  <a:lnTo>
                    <a:pt x="150" y="58"/>
                  </a:lnTo>
                  <a:lnTo>
                    <a:pt x="154" y="558"/>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71" name="Freeform 27"/>
            <p:cNvSpPr>
              <a:spLocks/>
            </p:cNvSpPr>
            <p:nvPr/>
          </p:nvSpPr>
          <p:spPr bwMode="auto">
            <a:xfrm>
              <a:off x="2073" y="534"/>
              <a:ext cx="408" cy="91"/>
            </a:xfrm>
            <a:custGeom>
              <a:avLst/>
              <a:gdLst>
                <a:gd name="T0" fmla="*/ 150 w 408"/>
                <a:gd name="T1" fmla="*/ 91 h 91"/>
                <a:gd name="T2" fmla="*/ 0 w 408"/>
                <a:gd name="T3" fmla="*/ 33 h 91"/>
                <a:gd name="T4" fmla="*/ 253 w 408"/>
                <a:gd name="T5" fmla="*/ 0 h 91"/>
                <a:gd name="T6" fmla="*/ 408 w 408"/>
                <a:gd name="T7" fmla="*/ 58 h 91"/>
                <a:gd name="T8" fmla="*/ 150 w 408"/>
                <a:gd name="T9" fmla="*/ 91 h 91"/>
              </a:gdLst>
              <a:ahLst/>
              <a:cxnLst>
                <a:cxn ang="0">
                  <a:pos x="T0" y="T1"/>
                </a:cxn>
                <a:cxn ang="0">
                  <a:pos x="T2" y="T3"/>
                </a:cxn>
                <a:cxn ang="0">
                  <a:pos x="T4" y="T5"/>
                </a:cxn>
                <a:cxn ang="0">
                  <a:pos x="T6" y="T7"/>
                </a:cxn>
                <a:cxn ang="0">
                  <a:pos x="T8" y="T9"/>
                </a:cxn>
              </a:cxnLst>
              <a:rect l="0" t="0" r="r" b="b"/>
              <a:pathLst>
                <a:path w="408" h="91">
                  <a:moveTo>
                    <a:pt x="150" y="91"/>
                  </a:moveTo>
                  <a:lnTo>
                    <a:pt x="0" y="33"/>
                  </a:lnTo>
                  <a:lnTo>
                    <a:pt x="253" y="0"/>
                  </a:lnTo>
                  <a:lnTo>
                    <a:pt x="408" y="58"/>
                  </a:lnTo>
                  <a:lnTo>
                    <a:pt x="150" y="91"/>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72" name="Freeform 28"/>
            <p:cNvSpPr>
              <a:spLocks/>
            </p:cNvSpPr>
            <p:nvPr/>
          </p:nvSpPr>
          <p:spPr bwMode="auto">
            <a:xfrm>
              <a:off x="2871" y="1460"/>
              <a:ext cx="716" cy="1242"/>
            </a:xfrm>
            <a:custGeom>
              <a:avLst/>
              <a:gdLst>
                <a:gd name="T0" fmla="*/ 99 w 195"/>
                <a:gd name="T1" fmla="*/ 1 h 338"/>
                <a:gd name="T2" fmla="*/ 115 w 195"/>
                <a:gd name="T3" fmla="*/ 2 h 338"/>
                <a:gd name="T4" fmla="*/ 128 w 195"/>
                <a:gd name="T5" fmla="*/ 10 h 338"/>
                <a:gd name="T6" fmla="*/ 136 w 195"/>
                <a:gd name="T7" fmla="*/ 23 h 338"/>
                <a:gd name="T8" fmla="*/ 139 w 195"/>
                <a:gd name="T9" fmla="*/ 39 h 338"/>
                <a:gd name="T10" fmla="*/ 139 w 195"/>
                <a:gd name="T11" fmla="*/ 47 h 338"/>
                <a:gd name="T12" fmla="*/ 137 w 195"/>
                <a:gd name="T13" fmla="*/ 54 h 338"/>
                <a:gd name="T14" fmla="*/ 134 w 195"/>
                <a:gd name="T15" fmla="*/ 61 h 338"/>
                <a:gd name="T16" fmla="*/ 122 w 195"/>
                <a:gd name="T17" fmla="*/ 78 h 338"/>
                <a:gd name="T18" fmla="*/ 195 w 195"/>
                <a:gd name="T19" fmla="*/ 67 h 338"/>
                <a:gd name="T20" fmla="*/ 193 w 195"/>
                <a:gd name="T21" fmla="*/ 307 h 338"/>
                <a:gd name="T22" fmla="*/ 0 w 195"/>
                <a:gd name="T23" fmla="*/ 338 h 338"/>
                <a:gd name="T24" fmla="*/ 0 w 195"/>
                <a:gd name="T25" fmla="*/ 276 h 338"/>
                <a:gd name="T26" fmla="*/ 6 w 195"/>
                <a:gd name="T27" fmla="*/ 278 h 338"/>
                <a:gd name="T28" fmla="*/ 11 w 195"/>
                <a:gd name="T29" fmla="*/ 280 h 338"/>
                <a:gd name="T30" fmla="*/ 18 w 195"/>
                <a:gd name="T31" fmla="*/ 280 h 338"/>
                <a:gd name="T32" fmla="*/ 24 w 195"/>
                <a:gd name="T33" fmla="*/ 279 h 338"/>
                <a:gd name="T34" fmla="*/ 43 w 195"/>
                <a:gd name="T35" fmla="*/ 272 h 338"/>
                <a:gd name="T36" fmla="*/ 58 w 195"/>
                <a:gd name="T37" fmla="*/ 259 h 338"/>
                <a:gd name="T38" fmla="*/ 69 w 195"/>
                <a:gd name="T39" fmla="*/ 240 h 338"/>
                <a:gd name="T40" fmla="*/ 73 w 195"/>
                <a:gd name="T41" fmla="*/ 219 h 338"/>
                <a:gd name="T42" fmla="*/ 69 w 195"/>
                <a:gd name="T43" fmla="*/ 199 h 338"/>
                <a:gd name="T44" fmla="*/ 59 w 195"/>
                <a:gd name="T45" fmla="*/ 184 h 338"/>
                <a:gd name="T46" fmla="*/ 43 w 195"/>
                <a:gd name="T47" fmla="*/ 175 h 338"/>
                <a:gd name="T48" fmla="*/ 24 w 195"/>
                <a:gd name="T49" fmla="*/ 174 h 338"/>
                <a:gd name="T50" fmla="*/ 0 w 195"/>
                <a:gd name="T51" fmla="*/ 184 h 338"/>
                <a:gd name="T52" fmla="*/ 1 w 195"/>
                <a:gd name="T53" fmla="*/ 95 h 338"/>
                <a:gd name="T54" fmla="*/ 75 w 195"/>
                <a:gd name="T55" fmla="*/ 85 h 338"/>
                <a:gd name="T56" fmla="*/ 66 w 195"/>
                <a:gd name="T57" fmla="*/ 77 h 338"/>
                <a:gd name="T58" fmla="*/ 63 w 195"/>
                <a:gd name="T59" fmla="*/ 71 h 338"/>
                <a:gd name="T60" fmla="*/ 60 w 195"/>
                <a:gd name="T61" fmla="*/ 65 h 338"/>
                <a:gd name="T62" fmla="*/ 58 w 195"/>
                <a:gd name="T63" fmla="*/ 59 h 338"/>
                <a:gd name="T64" fmla="*/ 58 w 195"/>
                <a:gd name="T65" fmla="*/ 51 h 338"/>
                <a:gd name="T66" fmla="*/ 61 w 195"/>
                <a:gd name="T67" fmla="*/ 33 h 338"/>
                <a:gd name="T68" fmla="*/ 70 w 195"/>
                <a:gd name="T69" fmla="*/ 18 h 338"/>
                <a:gd name="T70" fmla="*/ 83 w 195"/>
                <a:gd name="T71" fmla="*/ 7 h 338"/>
                <a:gd name="T72" fmla="*/ 99 w 195"/>
                <a:gd name="T73" fmla="*/ 1 h 338"/>
                <a:gd name="T74" fmla="*/ 99 w 195"/>
                <a:gd name="T75" fmla="*/ 1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5" h="338">
                  <a:moveTo>
                    <a:pt x="99" y="1"/>
                  </a:moveTo>
                  <a:cubicBezTo>
                    <a:pt x="105" y="0"/>
                    <a:pt x="110" y="1"/>
                    <a:pt x="115" y="2"/>
                  </a:cubicBezTo>
                  <a:cubicBezTo>
                    <a:pt x="120" y="4"/>
                    <a:pt x="124" y="6"/>
                    <a:pt x="128" y="10"/>
                  </a:cubicBezTo>
                  <a:cubicBezTo>
                    <a:pt x="131" y="13"/>
                    <a:pt x="134" y="18"/>
                    <a:pt x="136" y="23"/>
                  </a:cubicBezTo>
                  <a:cubicBezTo>
                    <a:pt x="138" y="28"/>
                    <a:pt x="139" y="33"/>
                    <a:pt x="139" y="39"/>
                  </a:cubicBezTo>
                  <a:cubicBezTo>
                    <a:pt x="139" y="42"/>
                    <a:pt x="139" y="44"/>
                    <a:pt x="139" y="47"/>
                  </a:cubicBezTo>
                  <a:cubicBezTo>
                    <a:pt x="138" y="49"/>
                    <a:pt x="138" y="52"/>
                    <a:pt x="137" y="54"/>
                  </a:cubicBezTo>
                  <a:cubicBezTo>
                    <a:pt x="136" y="57"/>
                    <a:pt x="135" y="59"/>
                    <a:pt x="134" y="61"/>
                  </a:cubicBezTo>
                  <a:cubicBezTo>
                    <a:pt x="131" y="67"/>
                    <a:pt x="127" y="73"/>
                    <a:pt x="122" y="78"/>
                  </a:cubicBezTo>
                  <a:cubicBezTo>
                    <a:pt x="147" y="74"/>
                    <a:pt x="171" y="71"/>
                    <a:pt x="195" y="67"/>
                  </a:cubicBezTo>
                  <a:cubicBezTo>
                    <a:pt x="193" y="307"/>
                    <a:pt x="193" y="307"/>
                    <a:pt x="193" y="307"/>
                  </a:cubicBezTo>
                  <a:cubicBezTo>
                    <a:pt x="0" y="338"/>
                    <a:pt x="0" y="338"/>
                    <a:pt x="0" y="338"/>
                  </a:cubicBezTo>
                  <a:cubicBezTo>
                    <a:pt x="0" y="276"/>
                    <a:pt x="0" y="276"/>
                    <a:pt x="0" y="276"/>
                  </a:cubicBezTo>
                  <a:cubicBezTo>
                    <a:pt x="2" y="277"/>
                    <a:pt x="4" y="278"/>
                    <a:pt x="6" y="278"/>
                  </a:cubicBezTo>
                  <a:cubicBezTo>
                    <a:pt x="7" y="279"/>
                    <a:pt x="9" y="279"/>
                    <a:pt x="11" y="280"/>
                  </a:cubicBezTo>
                  <a:cubicBezTo>
                    <a:pt x="13" y="280"/>
                    <a:pt x="15" y="280"/>
                    <a:pt x="18" y="280"/>
                  </a:cubicBezTo>
                  <a:cubicBezTo>
                    <a:pt x="20" y="280"/>
                    <a:pt x="22" y="280"/>
                    <a:pt x="24" y="279"/>
                  </a:cubicBezTo>
                  <a:cubicBezTo>
                    <a:pt x="31" y="278"/>
                    <a:pt x="37" y="276"/>
                    <a:pt x="43" y="272"/>
                  </a:cubicBezTo>
                  <a:cubicBezTo>
                    <a:pt x="49" y="269"/>
                    <a:pt x="54" y="264"/>
                    <a:pt x="58" y="259"/>
                  </a:cubicBezTo>
                  <a:cubicBezTo>
                    <a:pt x="63" y="253"/>
                    <a:pt x="66" y="247"/>
                    <a:pt x="69" y="240"/>
                  </a:cubicBezTo>
                  <a:cubicBezTo>
                    <a:pt x="71" y="234"/>
                    <a:pt x="73" y="226"/>
                    <a:pt x="73" y="219"/>
                  </a:cubicBezTo>
                  <a:cubicBezTo>
                    <a:pt x="73" y="212"/>
                    <a:pt x="72" y="205"/>
                    <a:pt x="69" y="199"/>
                  </a:cubicBezTo>
                  <a:cubicBezTo>
                    <a:pt x="67" y="193"/>
                    <a:pt x="63" y="188"/>
                    <a:pt x="59" y="184"/>
                  </a:cubicBezTo>
                  <a:cubicBezTo>
                    <a:pt x="54" y="180"/>
                    <a:pt x="49" y="177"/>
                    <a:pt x="43" y="175"/>
                  </a:cubicBezTo>
                  <a:cubicBezTo>
                    <a:pt x="37" y="174"/>
                    <a:pt x="31" y="173"/>
                    <a:pt x="24" y="174"/>
                  </a:cubicBezTo>
                  <a:cubicBezTo>
                    <a:pt x="16" y="175"/>
                    <a:pt x="7" y="179"/>
                    <a:pt x="0" y="184"/>
                  </a:cubicBezTo>
                  <a:cubicBezTo>
                    <a:pt x="1" y="95"/>
                    <a:pt x="1" y="95"/>
                    <a:pt x="1" y="95"/>
                  </a:cubicBezTo>
                  <a:cubicBezTo>
                    <a:pt x="25" y="92"/>
                    <a:pt x="50" y="88"/>
                    <a:pt x="75" y="85"/>
                  </a:cubicBezTo>
                  <a:cubicBezTo>
                    <a:pt x="72" y="82"/>
                    <a:pt x="69" y="80"/>
                    <a:pt x="66" y="77"/>
                  </a:cubicBezTo>
                  <a:cubicBezTo>
                    <a:pt x="65" y="75"/>
                    <a:pt x="64" y="73"/>
                    <a:pt x="63" y="71"/>
                  </a:cubicBezTo>
                  <a:cubicBezTo>
                    <a:pt x="62" y="70"/>
                    <a:pt x="61" y="67"/>
                    <a:pt x="60" y="65"/>
                  </a:cubicBezTo>
                  <a:cubicBezTo>
                    <a:pt x="59" y="63"/>
                    <a:pt x="59" y="61"/>
                    <a:pt x="58" y="59"/>
                  </a:cubicBezTo>
                  <a:cubicBezTo>
                    <a:pt x="58" y="56"/>
                    <a:pt x="58" y="54"/>
                    <a:pt x="58" y="51"/>
                  </a:cubicBezTo>
                  <a:cubicBezTo>
                    <a:pt x="58" y="45"/>
                    <a:pt x="59" y="39"/>
                    <a:pt x="61" y="33"/>
                  </a:cubicBezTo>
                  <a:cubicBezTo>
                    <a:pt x="63" y="28"/>
                    <a:pt x="66" y="23"/>
                    <a:pt x="70" y="18"/>
                  </a:cubicBezTo>
                  <a:cubicBezTo>
                    <a:pt x="74" y="13"/>
                    <a:pt x="78" y="10"/>
                    <a:pt x="83" y="7"/>
                  </a:cubicBezTo>
                  <a:cubicBezTo>
                    <a:pt x="88" y="4"/>
                    <a:pt x="93" y="2"/>
                    <a:pt x="99" y="1"/>
                  </a:cubicBezTo>
                  <a:cubicBezTo>
                    <a:pt x="105" y="0"/>
                    <a:pt x="93" y="2"/>
                    <a:pt x="99" y="1"/>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73" name="Freeform 30"/>
            <p:cNvSpPr>
              <a:spLocks/>
            </p:cNvSpPr>
            <p:nvPr/>
          </p:nvSpPr>
          <p:spPr bwMode="auto">
            <a:xfrm>
              <a:off x="2117" y="1824"/>
              <a:ext cx="1000" cy="1007"/>
            </a:xfrm>
            <a:custGeom>
              <a:avLst/>
              <a:gdLst>
                <a:gd name="T0" fmla="*/ 199 w 272"/>
                <a:gd name="T1" fmla="*/ 0 h 274"/>
                <a:gd name="T2" fmla="*/ 199 w 272"/>
                <a:gd name="T3" fmla="*/ 107 h 274"/>
                <a:gd name="T4" fmla="*/ 213 w 272"/>
                <a:gd name="T5" fmla="*/ 93 h 274"/>
                <a:gd name="T6" fmla="*/ 219 w 272"/>
                <a:gd name="T7" fmla="*/ 90 h 274"/>
                <a:gd name="T8" fmla="*/ 225 w 272"/>
                <a:gd name="T9" fmla="*/ 87 h 274"/>
                <a:gd name="T10" fmla="*/ 231 w 272"/>
                <a:gd name="T11" fmla="*/ 86 h 274"/>
                <a:gd name="T12" fmla="*/ 247 w 272"/>
                <a:gd name="T13" fmla="*/ 87 h 274"/>
                <a:gd name="T14" fmla="*/ 260 w 272"/>
                <a:gd name="T15" fmla="*/ 94 h 274"/>
                <a:gd name="T16" fmla="*/ 269 w 272"/>
                <a:gd name="T17" fmla="*/ 107 h 274"/>
                <a:gd name="T18" fmla="*/ 272 w 272"/>
                <a:gd name="T19" fmla="*/ 123 h 274"/>
                <a:gd name="T20" fmla="*/ 269 w 272"/>
                <a:gd name="T21" fmla="*/ 141 h 274"/>
                <a:gd name="T22" fmla="*/ 260 w 272"/>
                <a:gd name="T23" fmla="*/ 156 h 274"/>
                <a:gd name="T24" fmla="*/ 247 w 272"/>
                <a:gd name="T25" fmla="*/ 168 h 274"/>
                <a:gd name="T26" fmla="*/ 231 w 272"/>
                <a:gd name="T27" fmla="*/ 174 h 274"/>
                <a:gd name="T28" fmla="*/ 224 w 272"/>
                <a:gd name="T29" fmla="*/ 174 h 274"/>
                <a:gd name="T30" fmla="*/ 218 w 272"/>
                <a:gd name="T31" fmla="*/ 173 h 274"/>
                <a:gd name="T32" fmla="*/ 212 w 272"/>
                <a:gd name="T33" fmla="*/ 172 h 274"/>
                <a:gd name="T34" fmla="*/ 207 w 272"/>
                <a:gd name="T35" fmla="*/ 169 h 274"/>
                <a:gd name="T36" fmla="*/ 199 w 272"/>
                <a:gd name="T37" fmla="*/ 162 h 274"/>
                <a:gd name="T38" fmla="*/ 199 w 272"/>
                <a:gd name="T39" fmla="*/ 242 h 274"/>
                <a:gd name="T40" fmla="*/ 1 w 272"/>
                <a:gd name="T41" fmla="*/ 274 h 274"/>
                <a:gd name="T42" fmla="*/ 0 w 272"/>
                <a:gd name="T43" fmla="*/ 29 h 274"/>
                <a:gd name="T44" fmla="*/ 58 w 272"/>
                <a:gd name="T45" fmla="*/ 20 h 274"/>
                <a:gd name="T46" fmla="*/ 55 w 272"/>
                <a:gd name="T47" fmla="*/ 27 h 274"/>
                <a:gd name="T48" fmla="*/ 52 w 272"/>
                <a:gd name="T49" fmla="*/ 35 h 274"/>
                <a:gd name="T50" fmla="*/ 51 w 272"/>
                <a:gd name="T51" fmla="*/ 43 h 274"/>
                <a:gd name="T52" fmla="*/ 50 w 272"/>
                <a:gd name="T53" fmla="*/ 51 h 274"/>
                <a:gd name="T54" fmla="*/ 54 w 272"/>
                <a:gd name="T55" fmla="*/ 71 h 274"/>
                <a:gd name="T56" fmla="*/ 65 w 272"/>
                <a:gd name="T57" fmla="*/ 87 h 274"/>
                <a:gd name="T58" fmla="*/ 81 w 272"/>
                <a:gd name="T59" fmla="*/ 96 h 274"/>
                <a:gd name="T60" fmla="*/ 100 w 272"/>
                <a:gd name="T61" fmla="*/ 97 h 274"/>
                <a:gd name="T62" fmla="*/ 120 w 272"/>
                <a:gd name="T63" fmla="*/ 90 h 274"/>
                <a:gd name="T64" fmla="*/ 136 w 272"/>
                <a:gd name="T65" fmla="*/ 76 h 274"/>
                <a:gd name="T66" fmla="*/ 146 w 272"/>
                <a:gd name="T67" fmla="*/ 57 h 274"/>
                <a:gd name="T68" fmla="*/ 150 w 272"/>
                <a:gd name="T69" fmla="*/ 36 h 274"/>
                <a:gd name="T70" fmla="*/ 142 w 272"/>
                <a:gd name="T71" fmla="*/ 8 h 274"/>
                <a:gd name="T72" fmla="*/ 199 w 272"/>
                <a:gd name="T73" fmla="*/ 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2" h="274">
                  <a:moveTo>
                    <a:pt x="199" y="0"/>
                  </a:moveTo>
                  <a:cubicBezTo>
                    <a:pt x="199" y="35"/>
                    <a:pt x="199" y="71"/>
                    <a:pt x="199" y="107"/>
                  </a:cubicBezTo>
                  <a:cubicBezTo>
                    <a:pt x="203" y="102"/>
                    <a:pt x="207" y="97"/>
                    <a:pt x="213" y="93"/>
                  </a:cubicBezTo>
                  <a:cubicBezTo>
                    <a:pt x="215" y="92"/>
                    <a:pt x="217" y="91"/>
                    <a:pt x="219" y="90"/>
                  </a:cubicBezTo>
                  <a:cubicBezTo>
                    <a:pt x="221" y="89"/>
                    <a:pt x="223" y="88"/>
                    <a:pt x="225" y="87"/>
                  </a:cubicBezTo>
                  <a:cubicBezTo>
                    <a:pt x="227" y="87"/>
                    <a:pt x="229" y="86"/>
                    <a:pt x="231" y="86"/>
                  </a:cubicBezTo>
                  <a:cubicBezTo>
                    <a:pt x="237" y="85"/>
                    <a:pt x="242" y="85"/>
                    <a:pt x="247" y="87"/>
                  </a:cubicBezTo>
                  <a:cubicBezTo>
                    <a:pt x="252" y="88"/>
                    <a:pt x="256" y="91"/>
                    <a:pt x="260" y="94"/>
                  </a:cubicBezTo>
                  <a:cubicBezTo>
                    <a:pt x="264" y="98"/>
                    <a:pt x="267" y="102"/>
                    <a:pt x="269" y="107"/>
                  </a:cubicBezTo>
                  <a:cubicBezTo>
                    <a:pt x="271" y="112"/>
                    <a:pt x="272" y="117"/>
                    <a:pt x="272" y="123"/>
                  </a:cubicBezTo>
                  <a:cubicBezTo>
                    <a:pt x="272" y="129"/>
                    <a:pt x="271" y="135"/>
                    <a:pt x="269" y="141"/>
                  </a:cubicBezTo>
                  <a:cubicBezTo>
                    <a:pt x="266" y="147"/>
                    <a:pt x="263" y="152"/>
                    <a:pt x="260" y="156"/>
                  </a:cubicBezTo>
                  <a:cubicBezTo>
                    <a:pt x="256" y="161"/>
                    <a:pt x="252" y="165"/>
                    <a:pt x="247" y="168"/>
                  </a:cubicBezTo>
                  <a:cubicBezTo>
                    <a:pt x="242" y="171"/>
                    <a:pt x="237" y="173"/>
                    <a:pt x="231" y="174"/>
                  </a:cubicBezTo>
                  <a:cubicBezTo>
                    <a:pt x="229" y="174"/>
                    <a:pt x="227" y="174"/>
                    <a:pt x="224" y="174"/>
                  </a:cubicBezTo>
                  <a:cubicBezTo>
                    <a:pt x="222" y="174"/>
                    <a:pt x="220" y="174"/>
                    <a:pt x="218" y="173"/>
                  </a:cubicBezTo>
                  <a:cubicBezTo>
                    <a:pt x="216" y="173"/>
                    <a:pt x="214" y="172"/>
                    <a:pt x="212" y="172"/>
                  </a:cubicBezTo>
                  <a:cubicBezTo>
                    <a:pt x="211" y="171"/>
                    <a:pt x="209" y="170"/>
                    <a:pt x="207" y="169"/>
                  </a:cubicBezTo>
                  <a:cubicBezTo>
                    <a:pt x="204" y="167"/>
                    <a:pt x="201" y="165"/>
                    <a:pt x="199" y="162"/>
                  </a:cubicBezTo>
                  <a:cubicBezTo>
                    <a:pt x="199" y="189"/>
                    <a:pt x="199" y="215"/>
                    <a:pt x="199" y="242"/>
                  </a:cubicBezTo>
                  <a:cubicBezTo>
                    <a:pt x="1" y="274"/>
                    <a:pt x="1" y="274"/>
                    <a:pt x="1" y="274"/>
                  </a:cubicBezTo>
                  <a:cubicBezTo>
                    <a:pt x="0" y="29"/>
                    <a:pt x="0" y="29"/>
                    <a:pt x="0" y="29"/>
                  </a:cubicBezTo>
                  <a:cubicBezTo>
                    <a:pt x="58" y="20"/>
                    <a:pt x="58" y="20"/>
                    <a:pt x="58" y="20"/>
                  </a:cubicBezTo>
                  <a:cubicBezTo>
                    <a:pt x="57" y="22"/>
                    <a:pt x="56" y="25"/>
                    <a:pt x="55" y="27"/>
                  </a:cubicBezTo>
                  <a:cubicBezTo>
                    <a:pt x="54" y="30"/>
                    <a:pt x="53" y="32"/>
                    <a:pt x="52" y="35"/>
                  </a:cubicBezTo>
                  <a:cubicBezTo>
                    <a:pt x="51" y="38"/>
                    <a:pt x="51" y="40"/>
                    <a:pt x="51" y="43"/>
                  </a:cubicBezTo>
                  <a:cubicBezTo>
                    <a:pt x="50" y="45"/>
                    <a:pt x="50" y="48"/>
                    <a:pt x="50" y="51"/>
                  </a:cubicBezTo>
                  <a:cubicBezTo>
                    <a:pt x="50" y="58"/>
                    <a:pt x="51" y="65"/>
                    <a:pt x="54" y="71"/>
                  </a:cubicBezTo>
                  <a:cubicBezTo>
                    <a:pt x="57" y="77"/>
                    <a:pt x="60" y="82"/>
                    <a:pt x="65" y="87"/>
                  </a:cubicBezTo>
                  <a:cubicBezTo>
                    <a:pt x="69" y="91"/>
                    <a:pt x="75" y="94"/>
                    <a:pt x="81" y="96"/>
                  </a:cubicBezTo>
                  <a:cubicBezTo>
                    <a:pt x="87" y="97"/>
                    <a:pt x="93" y="98"/>
                    <a:pt x="100" y="97"/>
                  </a:cubicBezTo>
                  <a:cubicBezTo>
                    <a:pt x="107" y="96"/>
                    <a:pt x="114" y="93"/>
                    <a:pt x="120" y="90"/>
                  </a:cubicBezTo>
                  <a:cubicBezTo>
                    <a:pt x="126" y="86"/>
                    <a:pt x="131" y="81"/>
                    <a:pt x="136" y="76"/>
                  </a:cubicBezTo>
                  <a:cubicBezTo>
                    <a:pt x="140" y="70"/>
                    <a:pt x="144" y="64"/>
                    <a:pt x="146" y="57"/>
                  </a:cubicBezTo>
                  <a:cubicBezTo>
                    <a:pt x="149" y="51"/>
                    <a:pt x="150" y="43"/>
                    <a:pt x="150" y="36"/>
                  </a:cubicBezTo>
                  <a:cubicBezTo>
                    <a:pt x="150" y="26"/>
                    <a:pt x="147" y="16"/>
                    <a:pt x="142" y="8"/>
                  </a:cubicBezTo>
                  <a:lnTo>
                    <a:pt x="199"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74" name="Freeform 32"/>
            <p:cNvSpPr>
              <a:spLocks/>
            </p:cNvSpPr>
            <p:nvPr/>
          </p:nvSpPr>
          <p:spPr bwMode="auto">
            <a:xfrm>
              <a:off x="2609" y="379"/>
              <a:ext cx="1412" cy="1404"/>
            </a:xfrm>
            <a:custGeom>
              <a:avLst/>
              <a:gdLst>
                <a:gd name="T0" fmla="*/ 75 w 384"/>
                <a:gd name="T1" fmla="*/ 0 h 382"/>
                <a:gd name="T2" fmla="*/ 384 w 384"/>
                <a:gd name="T3" fmla="*/ 293 h 382"/>
                <a:gd name="T4" fmla="*/ 269 w 384"/>
                <a:gd name="T5" fmla="*/ 309 h 382"/>
                <a:gd name="T6" fmla="*/ 268 w 384"/>
                <a:gd name="T7" fmla="*/ 354 h 382"/>
                <a:gd name="T8" fmla="*/ 213 w 384"/>
                <a:gd name="T9" fmla="*/ 362 h 382"/>
                <a:gd name="T10" fmla="*/ 216 w 384"/>
                <a:gd name="T11" fmla="*/ 356 h 382"/>
                <a:gd name="T12" fmla="*/ 219 w 384"/>
                <a:gd name="T13" fmla="*/ 349 h 382"/>
                <a:gd name="T14" fmla="*/ 220 w 384"/>
                <a:gd name="T15" fmla="*/ 342 h 382"/>
                <a:gd name="T16" fmla="*/ 220 w 384"/>
                <a:gd name="T17" fmla="*/ 334 h 382"/>
                <a:gd name="T18" fmla="*/ 217 w 384"/>
                <a:gd name="T19" fmla="*/ 314 h 382"/>
                <a:gd name="T20" fmla="*/ 207 w 384"/>
                <a:gd name="T21" fmla="*/ 299 h 382"/>
                <a:gd name="T22" fmla="*/ 191 w 384"/>
                <a:gd name="T23" fmla="*/ 290 h 382"/>
                <a:gd name="T24" fmla="*/ 172 w 384"/>
                <a:gd name="T25" fmla="*/ 288 h 382"/>
                <a:gd name="T26" fmla="*/ 153 w 384"/>
                <a:gd name="T27" fmla="*/ 295 h 382"/>
                <a:gd name="T28" fmla="*/ 137 w 384"/>
                <a:gd name="T29" fmla="*/ 309 h 382"/>
                <a:gd name="T30" fmla="*/ 127 w 384"/>
                <a:gd name="T31" fmla="*/ 327 h 382"/>
                <a:gd name="T32" fmla="*/ 123 w 384"/>
                <a:gd name="T33" fmla="*/ 348 h 382"/>
                <a:gd name="T34" fmla="*/ 130 w 384"/>
                <a:gd name="T35" fmla="*/ 374 h 382"/>
                <a:gd name="T36" fmla="*/ 74 w 384"/>
                <a:gd name="T37" fmla="*/ 382 h 382"/>
                <a:gd name="T38" fmla="*/ 74 w 384"/>
                <a:gd name="T39" fmla="*/ 246 h 382"/>
                <a:gd name="T40" fmla="*/ 60 w 384"/>
                <a:gd name="T41" fmla="*/ 260 h 382"/>
                <a:gd name="T42" fmla="*/ 54 w 384"/>
                <a:gd name="T43" fmla="*/ 263 h 382"/>
                <a:gd name="T44" fmla="*/ 48 w 384"/>
                <a:gd name="T45" fmla="*/ 266 h 382"/>
                <a:gd name="T46" fmla="*/ 42 w 384"/>
                <a:gd name="T47" fmla="*/ 267 h 382"/>
                <a:gd name="T48" fmla="*/ 25 w 384"/>
                <a:gd name="T49" fmla="*/ 266 h 382"/>
                <a:gd name="T50" fmla="*/ 12 w 384"/>
                <a:gd name="T51" fmla="*/ 258 h 382"/>
                <a:gd name="T52" fmla="*/ 3 w 384"/>
                <a:gd name="T53" fmla="*/ 245 h 382"/>
                <a:gd name="T54" fmla="*/ 0 w 384"/>
                <a:gd name="T55" fmla="*/ 228 h 382"/>
                <a:gd name="T56" fmla="*/ 3 w 384"/>
                <a:gd name="T57" fmla="*/ 210 h 382"/>
                <a:gd name="T58" fmla="*/ 12 w 384"/>
                <a:gd name="T59" fmla="*/ 194 h 382"/>
                <a:gd name="T60" fmla="*/ 25 w 384"/>
                <a:gd name="T61" fmla="*/ 183 h 382"/>
                <a:gd name="T62" fmla="*/ 42 w 384"/>
                <a:gd name="T63" fmla="*/ 177 h 382"/>
                <a:gd name="T64" fmla="*/ 48 w 384"/>
                <a:gd name="T65" fmla="*/ 177 h 382"/>
                <a:gd name="T66" fmla="*/ 55 w 384"/>
                <a:gd name="T67" fmla="*/ 178 h 382"/>
                <a:gd name="T68" fmla="*/ 61 w 384"/>
                <a:gd name="T69" fmla="*/ 179 h 382"/>
                <a:gd name="T70" fmla="*/ 66 w 384"/>
                <a:gd name="T71" fmla="*/ 182 h 382"/>
                <a:gd name="T72" fmla="*/ 74 w 384"/>
                <a:gd name="T73" fmla="*/ 190 h 382"/>
                <a:gd name="T74" fmla="*/ 75 w 384"/>
                <a:gd name="T75" fmla="*/ 4 h 382"/>
                <a:gd name="T76" fmla="*/ 75 w 384"/>
                <a:gd name="T77" fmla="*/ 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84" h="382">
                  <a:moveTo>
                    <a:pt x="75" y="0"/>
                  </a:moveTo>
                  <a:cubicBezTo>
                    <a:pt x="384" y="293"/>
                    <a:pt x="384" y="293"/>
                    <a:pt x="384" y="293"/>
                  </a:cubicBezTo>
                  <a:cubicBezTo>
                    <a:pt x="269" y="309"/>
                    <a:pt x="269" y="309"/>
                    <a:pt x="269" y="309"/>
                  </a:cubicBezTo>
                  <a:cubicBezTo>
                    <a:pt x="268" y="354"/>
                    <a:pt x="268" y="354"/>
                    <a:pt x="268" y="354"/>
                  </a:cubicBezTo>
                  <a:cubicBezTo>
                    <a:pt x="213" y="362"/>
                    <a:pt x="213" y="362"/>
                    <a:pt x="213" y="362"/>
                  </a:cubicBezTo>
                  <a:cubicBezTo>
                    <a:pt x="215" y="360"/>
                    <a:pt x="216" y="358"/>
                    <a:pt x="216" y="356"/>
                  </a:cubicBezTo>
                  <a:cubicBezTo>
                    <a:pt x="217" y="353"/>
                    <a:pt x="218" y="351"/>
                    <a:pt x="219" y="349"/>
                  </a:cubicBezTo>
                  <a:cubicBezTo>
                    <a:pt x="219" y="346"/>
                    <a:pt x="220" y="344"/>
                    <a:pt x="220" y="342"/>
                  </a:cubicBezTo>
                  <a:cubicBezTo>
                    <a:pt x="220" y="339"/>
                    <a:pt x="220" y="337"/>
                    <a:pt x="220" y="334"/>
                  </a:cubicBezTo>
                  <a:cubicBezTo>
                    <a:pt x="221" y="327"/>
                    <a:pt x="219" y="320"/>
                    <a:pt x="217" y="314"/>
                  </a:cubicBezTo>
                  <a:cubicBezTo>
                    <a:pt x="214" y="308"/>
                    <a:pt x="211" y="303"/>
                    <a:pt x="207" y="299"/>
                  </a:cubicBezTo>
                  <a:cubicBezTo>
                    <a:pt x="202" y="295"/>
                    <a:pt x="197" y="291"/>
                    <a:pt x="191" y="290"/>
                  </a:cubicBezTo>
                  <a:cubicBezTo>
                    <a:pt x="185" y="288"/>
                    <a:pt x="179" y="287"/>
                    <a:pt x="172" y="288"/>
                  </a:cubicBezTo>
                  <a:cubicBezTo>
                    <a:pt x="165" y="289"/>
                    <a:pt x="159" y="291"/>
                    <a:pt x="153" y="295"/>
                  </a:cubicBezTo>
                  <a:cubicBezTo>
                    <a:pt x="147" y="298"/>
                    <a:pt x="142" y="303"/>
                    <a:pt x="137" y="309"/>
                  </a:cubicBezTo>
                  <a:cubicBezTo>
                    <a:pt x="133" y="314"/>
                    <a:pt x="129" y="320"/>
                    <a:pt x="127" y="327"/>
                  </a:cubicBezTo>
                  <a:cubicBezTo>
                    <a:pt x="124" y="334"/>
                    <a:pt x="123" y="341"/>
                    <a:pt x="123" y="348"/>
                  </a:cubicBezTo>
                  <a:cubicBezTo>
                    <a:pt x="123" y="357"/>
                    <a:pt x="125" y="366"/>
                    <a:pt x="130" y="374"/>
                  </a:cubicBezTo>
                  <a:cubicBezTo>
                    <a:pt x="74" y="382"/>
                    <a:pt x="74" y="382"/>
                    <a:pt x="74" y="382"/>
                  </a:cubicBezTo>
                  <a:cubicBezTo>
                    <a:pt x="74" y="337"/>
                    <a:pt x="74" y="291"/>
                    <a:pt x="74" y="246"/>
                  </a:cubicBezTo>
                  <a:cubicBezTo>
                    <a:pt x="70" y="251"/>
                    <a:pt x="66" y="256"/>
                    <a:pt x="60" y="260"/>
                  </a:cubicBezTo>
                  <a:cubicBezTo>
                    <a:pt x="58" y="261"/>
                    <a:pt x="57" y="262"/>
                    <a:pt x="54" y="263"/>
                  </a:cubicBezTo>
                  <a:cubicBezTo>
                    <a:pt x="52" y="264"/>
                    <a:pt x="50" y="265"/>
                    <a:pt x="48" y="266"/>
                  </a:cubicBezTo>
                  <a:cubicBezTo>
                    <a:pt x="46" y="266"/>
                    <a:pt x="44" y="267"/>
                    <a:pt x="42" y="267"/>
                  </a:cubicBezTo>
                  <a:cubicBezTo>
                    <a:pt x="36" y="268"/>
                    <a:pt x="30" y="267"/>
                    <a:pt x="25" y="266"/>
                  </a:cubicBezTo>
                  <a:cubicBezTo>
                    <a:pt x="20" y="264"/>
                    <a:pt x="16" y="262"/>
                    <a:pt x="12" y="258"/>
                  </a:cubicBezTo>
                  <a:cubicBezTo>
                    <a:pt x="8" y="254"/>
                    <a:pt x="5" y="250"/>
                    <a:pt x="3" y="245"/>
                  </a:cubicBezTo>
                  <a:cubicBezTo>
                    <a:pt x="1" y="240"/>
                    <a:pt x="0" y="234"/>
                    <a:pt x="0" y="228"/>
                  </a:cubicBezTo>
                  <a:cubicBezTo>
                    <a:pt x="0" y="222"/>
                    <a:pt x="1" y="215"/>
                    <a:pt x="3" y="210"/>
                  </a:cubicBezTo>
                  <a:cubicBezTo>
                    <a:pt x="5" y="204"/>
                    <a:pt x="8" y="199"/>
                    <a:pt x="12" y="194"/>
                  </a:cubicBezTo>
                  <a:cubicBezTo>
                    <a:pt x="16" y="190"/>
                    <a:pt x="20" y="186"/>
                    <a:pt x="25" y="183"/>
                  </a:cubicBezTo>
                  <a:cubicBezTo>
                    <a:pt x="30" y="180"/>
                    <a:pt x="36" y="178"/>
                    <a:pt x="42" y="177"/>
                  </a:cubicBezTo>
                  <a:cubicBezTo>
                    <a:pt x="44" y="177"/>
                    <a:pt x="46" y="177"/>
                    <a:pt x="48" y="177"/>
                  </a:cubicBezTo>
                  <a:cubicBezTo>
                    <a:pt x="51" y="177"/>
                    <a:pt x="53" y="177"/>
                    <a:pt x="55" y="178"/>
                  </a:cubicBezTo>
                  <a:cubicBezTo>
                    <a:pt x="57" y="178"/>
                    <a:pt x="59" y="179"/>
                    <a:pt x="61" y="179"/>
                  </a:cubicBezTo>
                  <a:cubicBezTo>
                    <a:pt x="62" y="180"/>
                    <a:pt x="64" y="181"/>
                    <a:pt x="66" y="182"/>
                  </a:cubicBezTo>
                  <a:cubicBezTo>
                    <a:pt x="69" y="184"/>
                    <a:pt x="72" y="187"/>
                    <a:pt x="74" y="190"/>
                  </a:cubicBezTo>
                  <a:cubicBezTo>
                    <a:pt x="74" y="128"/>
                    <a:pt x="75" y="66"/>
                    <a:pt x="75" y="4"/>
                  </a:cubicBezTo>
                  <a:cubicBezTo>
                    <a:pt x="75" y="3"/>
                    <a:pt x="75" y="1"/>
                    <a:pt x="75"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75" name="Freeform 33"/>
            <p:cNvSpPr>
              <a:spLocks/>
            </p:cNvSpPr>
            <p:nvPr/>
          </p:nvSpPr>
          <p:spPr bwMode="auto">
            <a:xfrm>
              <a:off x="1665" y="383"/>
              <a:ext cx="1187" cy="1768"/>
            </a:xfrm>
            <a:custGeom>
              <a:avLst/>
              <a:gdLst>
                <a:gd name="T0" fmla="*/ 323 w 323"/>
                <a:gd name="T1" fmla="*/ 0 h 481"/>
                <a:gd name="T2" fmla="*/ 323 w 323"/>
                <a:gd name="T3" fmla="*/ 171 h 481"/>
                <a:gd name="T4" fmla="*/ 317 w 323"/>
                <a:gd name="T5" fmla="*/ 168 h 481"/>
                <a:gd name="T6" fmla="*/ 311 w 323"/>
                <a:gd name="T7" fmla="*/ 167 h 481"/>
                <a:gd name="T8" fmla="*/ 305 w 323"/>
                <a:gd name="T9" fmla="*/ 167 h 481"/>
                <a:gd name="T10" fmla="*/ 299 w 323"/>
                <a:gd name="T11" fmla="*/ 167 h 481"/>
                <a:gd name="T12" fmla="*/ 279 w 323"/>
                <a:gd name="T13" fmla="*/ 174 h 481"/>
                <a:gd name="T14" fmla="*/ 263 w 323"/>
                <a:gd name="T15" fmla="*/ 188 h 481"/>
                <a:gd name="T16" fmla="*/ 252 w 323"/>
                <a:gd name="T17" fmla="*/ 206 h 481"/>
                <a:gd name="T18" fmla="*/ 248 w 323"/>
                <a:gd name="T19" fmla="*/ 228 h 481"/>
                <a:gd name="T20" fmla="*/ 252 w 323"/>
                <a:gd name="T21" fmla="*/ 248 h 481"/>
                <a:gd name="T22" fmla="*/ 263 w 323"/>
                <a:gd name="T23" fmla="*/ 264 h 481"/>
                <a:gd name="T24" fmla="*/ 279 w 323"/>
                <a:gd name="T25" fmla="*/ 274 h 481"/>
                <a:gd name="T26" fmla="*/ 299 w 323"/>
                <a:gd name="T27" fmla="*/ 275 h 481"/>
                <a:gd name="T28" fmla="*/ 323 w 323"/>
                <a:gd name="T29" fmla="*/ 265 h 481"/>
                <a:gd name="T30" fmla="*/ 322 w 323"/>
                <a:gd name="T31" fmla="*/ 383 h 481"/>
                <a:gd name="T32" fmla="*/ 244 w 323"/>
                <a:gd name="T33" fmla="*/ 394 h 481"/>
                <a:gd name="T34" fmla="*/ 254 w 323"/>
                <a:gd name="T35" fmla="*/ 401 h 481"/>
                <a:gd name="T36" fmla="*/ 259 w 323"/>
                <a:gd name="T37" fmla="*/ 407 h 481"/>
                <a:gd name="T38" fmla="*/ 262 w 323"/>
                <a:gd name="T39" fmla="*/ 414 h 481"/>
                <a:gd name="T40" fmla="*/ 264 w 323"/>
                <a:gd name="T41" fmla="*/ 421 h 481"/>
                <a:gd name="T42" fmla="*/ 265 w 323"/>
                <a:gd name="T43" fmla="*/ 429 h 481"/>
                <a:gd name="T44" fmla="*/ 262 w 323"/>
                <a:gd name="T45" fmla="*/ 447 h 481"/>
                <a:gd name="T46" fmla="*/ 253 w 323"/>
                <a:gd name="T47" fmla="*/ 463 h 481"/>
                <a:gd name="T48" fmla="*/ 239 w 323"/>
                <a:gd name="T49" fmla="*/ 474 h 481"/>
                <a:gd name="T50" fmla="*/ 223 w 323"/>
                <a:gd name="T51" fmla="*/ 480 h 481"/>
                <a:gd name="T52" fmla="*/ 207 w 323"/>
                <a:gd name="T53" fmla="*/ 479 h 481"/>
                <a:gd name="T54" fmla="*/ 194 w 323"/>
                <a:gd name="T55" fmla="*/ 471 h 481"/>
                <a:gd name="T56" fmla="*/ 185 w 323"/>
                <a:gd name="T57" fmla="*/ 459 h 481"/>
                <a:gd name="T58" fmla="*/ 181 w 323"/>
                <a:gd name="T59" fmla="*/ 442 h 481"/>
                <a:gd name="T60" fmla="*/ 182 w 323"/>
                <a:gd name="T61" fmla="*/ 433 h 481"/>
                <a:gd name="T62" fmla="*/ 184 w 323"/>
                <a:gd name="T63" fmla="*/ 425 h 481"/>
                <a:gd name="T64" fmla="*/ 187 w 323"/>
                <a:gd name="T65" fmla="*/ 418 h 481"/>
                <a:gd name="T66" fmla="*/ 192 w 323"/>
                <a:gd name="T67" fmla="*/ 411 h 481"/>
                <a:gd name="T68" fmla="*/ 202 w 323"/>
                <a:gd name="T69" fmla="*/ 400 h 481"/>
                <a:gd name="T70" fmla="*/ 123 w 323"/>
                <a:gd name="T71" fmla="*/ 412 h 481"/>
                <a:gd name="T72" fmla="*/ 122 w 323"/>
                <a:gd name="T73" fmla="*/ 366 h 481"/>
                <a:gd name="T74" fmla="*/ 0 w 323"/>
                <a:gd name="T75" fmla="*/ 383 h 481"/>
                <a:gd name="T76" fmla="*/ 153 w 323"/>
                <a:gd name="T77" fmla="*/ 202 h 481"/>
                <a:gd name="T78" fmla="*/ 152 w 323"/>
                <a:gd name="T79" fmla="*/ 66 h 481"/>
                <a:gd name="T80" fmla="*/ 222 w 323"/>
                <a:gd name="T81" fmla="*/ 57 h 481"/>
                <a:gd name="T82" fmla="*/ 222 w 323"/>
                <a:gd name="T83" fmla="*/ 120 h 481"/>
                <a:gd name="T84" fmla="*/ 323 w 323"/>
                <a:gd name="T85" fmla="*/ 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3" h="481">
                  <a:moveTo>
                    <a:pt x="323" y="0"/>
                  </a:moveTo>
                  <a:cubicBezTo>
                    <a:pt x="323" y="171"/>
                    <a:pt x="323" y="171"/>
                    <a:pt x="323" y="171"/>
                  </a:cubicBezTo>
                  <a:cubicBezTo>
                    <a:pt x="321" y="170"/>
                    <a:pt x="319" y="169"/>
                    <a:pt x="317" y="168"/>
                  </a:cubicBezTo>
                  <a:cubicBezTo>
                    <a:pt x="315" y="168"/>
                    <a:pt x="313" y="167"/>
                    <a:pt x="311" y="167"/>
                  </a:cubicBezTo>
                  <a:cubicBezTo>
                    <a:pt x="309" y="167"/>
                    <a:pt x="307" y="167"/>
                    <a:pt x="305" y="167"/>
                  </a:cubicBezTo>
                  <a:cubicBezTo>
                    <a:pt x="303" y="167"/>
                    <a:pt x="301" y="167"/>
                    <a:pt x="299" y="167"/>
                  </a:cubicBezTo>
                  <a:cubicBezTo>
                    <a:pt x="292" y="168"/>
                    <a:pt x="285" y="170"/>
                    <a:pt x="279" y="174"/>
                  </a:cubicBezTo>
                  <a:cubicBezTo>
                    <a:pt x="273" y="177"/>
                    <a:pt x="268" y="182"/>
                    <a:pt x="263" y="188"/>
                  </a:cubicBezTo>
                  <a:cubicBezTo>
                    <a:pt x="259" y="193"/>
                    <a:pt x="255" y="199"/>
                    <a:pt x="252" y="206"/>
                  </a:cubicBezTo>
                  <a:cubicBezTo>
                    <a:pt x="250" y="213"/>
                    <a:pt x="248" y="220"/>
                    <a:pt x="248" y="228"/>
                  </a:cubicBezTo>
                  <a:cubicBezTo>
                    <a:pt x="248" y="235"/>
                    <a:pt x="250" y="242"/>
                    <a:pt x="252" y="248"/>
                  </a:cubicBezTo>
                  <a:cubicBezTo>
                    <a:pt x="255" y="255"/>
                    <a:pt x="259" y="260"/>
                    <a:pt x="263" y="264"/>
                  </a:cubicBezTo>
                  <a:cubicBezTo>
                    <a:pt x="268" y="268"/>
                    <a:pt x="273" y="272"/>
                    <a:pt x="279" y="274"/>
                  </a:cubicBezTo>
                  <a:cubicBezTo>
                    <a:pt x="285" y="275"/>
                    <a:pt x="292" y="276"/>
                    <a:pt x="299" y="275"/>
                  </a:cubicBezTo>
                  <a:cubicBezTo>
                    <a:pt x="307" y="274"/>
                    <a:pt x="316" y="270"/>
                    <a:pt x="323" y="265"/>
                  </a:cubicBezTo>
                  <a:cubicBezTo>
                    <a:pt x="322" y="383"/>
                    <a:pt x="322" y="383"/>
                    <a:pt x="322" y="383"/>
                  </a:cubicBezTo>
                  <a:cubicBezTo>
                    <a:pt x="296" y="386"/>
                    <a:pt x="270" y="390"/>
                    <a:pt x="244" y="394"/>
                  </a:cubicBezTo>
                  <a:cubicBezTo>
                    <a:pt x="248" y="396"/>
                    <a:pt x="252" y="398"/>
                    <a:pt x="254" y="401"/>
                  </a:cubicBezTo>
                  <a:cubicBezTo>
                    <a:pt x="256" y="403"/>
                    <a:pt x="258" y="405"/>
                    <a:pt x="259" y="407"/>
                  </a:cubicBezTo>
                  <a:cubicBezTo>
                    <a:pt x="260" y="409"/>
                    <a:pt x="261" y="411"/>
                    <a:pt x="262" y="414"/>
                  </a:cubicBezTo>
                  <a:cubicBezTo>
                    <a:pt x="263" y="416"/>
                    <a:pt x="264" y="419"/>
                    <a:pt x="264" y="421"/>
                  </a:cubicBezTo>
                  <a:cubicBezTo>
                    <a:pt x="265" y="424"/>
                    <a:pt x="265" y="427"/>
                    <a:pt x="265" y="429"/>
                  </a:cubicBezTo>
                  <a:cubicBezTo>
                    <a:pt x="265" y="435"/>
                    <a:pt x="264" y="441"/>
                    <a:pt x="262" y="447"/>
                  </a:cubicBezTo>
                  <a:cubicBezTo>
                    <a:pt x="259" y="453"/>
                    <a:pt x="256" y="458"/>
                    <a:pt x="253" y="463"/>
                  </a:cubicBezTo>
                  <a:cubicBezTo>
                    <a:pt x="249" y="467"/>
                    <a:pt x="244" y="471"/>
                    <a:pt x="239" y="474"/>
                  </a:cubicBezTo>
                  <a:cubicBezTo>
                    <a:pt x="234" y="477"/>
                    <a:pt x="229" y="479"/>
                    <a:pt x="223" y="480"/>
                  </a:cubicBezTo>
                  <a:cubicBezTo>
                    <a:pt x="218" y="481"/>
                    <a:pt x="212" y="480"/>
                    <a:pt x="207" y="479"/>
                  </a:cubicBezTo>
                  <a:cubicBezTo>
                    <a:pt x="202" y="477"/>
                    <a:pt x="198" y="475"/>
                    <a:pt x="194" y="471"/>
                  </a:cubicBezTo>
                  <a:cubicBezTo>
                    <a:pt x="190" y="468"/>
                    <a:pt x="187" y="464"/>
                    <a:pt x="185" y="459"/>
                  </a:cubicBezTo>
                  <a:cubicBezTo>
                    <a:pt x="183" y="454"/>
                    <a:pt x="181" y="448"/>
                    <a:pt x="181" y="442"/>
                  </a:cubicBezTo>
                  <a:cubicBezTo>
                    <a:pt x="181" y="439"/>
                    <a:pt x="182" y="436"/>
                    <a:pt x="182" y="433"/>
                  </a:cubicBezTo>
                  <a:cubicBezTo>
                    <a:pt x="183" y="431"/>
                    <a:pt x="183" y="428"/>
                    <a:pt x="184" y="425"/>
                  </a:cubicBezTo>
                  <a:cubicBezTo>
                    <a:pt x="185" y="423"/>
                    <a:pt x="186" y="420"/>
                    <a:pt x="187" y="418"/>
                  </a:cubicBezTo>
                  <a:cubicBezTo>
                    <a:pt x="189" y="415"/>
                    <a:pt x="190" y="413"/>
                    <a:pt x="192" y="411"/>
                  </a:cubicBezTo>
                  <a:cubicBezTo>
                    <a:pt x="195" y="407"/>
                    <a:pt x="198" y="403"/>
                    <a:pt x="202" y="400"/>
                  </a:cubicBezTo>
                  <a:cubicBezTo>
                    <a:pt x="176" y="404"/>
                    <a:pt x="149" y="408"/>
                    <a:pt x="123" y="412"/>
                  </a:cubicBezTo>
                  <a:cubicBezTo>
                    <a:pt x="122" y="366"/>
                    <a:pt x="122" y="366"/>
                    <a:pt x="122" y="366"/>
                  </a:cubicBezTo>
                  <a:cubicBezTo>
                    <a:pt x="0" y="383"/>
                    <a:pt x="0" y="383"/>
                    <a:pt x="0" y="383"/>
                  </a:cubicBezTo>
                  <a:cubicBezTo>
                    <a:pt x="153" y="202"/>
                    <a:pt x="153" y="202"/>
                    <a:pt x="153" y="202"/>
                  </a:cubicBezTo>
                  <a:cubicBezTo>
                    <a:pt x="152" y="66"/>
                    <a:pt x="152" y="66"/>
                    <a:pt x="152" y="66"/>
                  </a:cubicBezTo>
                  <a:cubicBezTo>
                    <a:pt x="222" y="57"/>
                    <a:pt x="222" y="57"/>
                    <a:pt x="222" y="57"/>
                  </a:cubicBezTo>
                  <a:cubicBezTo>
                    <a:pt x="222" y="120"/>
                    <a:pt x="222" y="120"/>
                    <a:pt x="222" y="120"/>
                  </a:cubicBezTo>
                  <a:lnTo>
                    <a:pt x="323"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1639764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40"/>
                                        </p:tgtEl>
                                        <p:attrNameLst>
                                          <p:attrName>style.visibility</p:attrName>
                                        </p:attrNameLst>
                                      </p:cBhvr>
                                      <p:to>
                                        <p:strVal val="visible"/>
                                      </p:to>
                                    </p:set>
                                    <p:animEffect transition="in" filter="fade">
                                      <p:cBhvr>
                                        <p:cTn id="12" dur="500"/>
                                        <p:tgtEl>
                                          <p:spTgt spid="40"/>
                                        </p:tgtEl>
                                      </p:cBhvr>
                                    </p:animEffect>
                                  </p:childTnLst>
                                </p:cTn>
                              </p:par>
                            </p:childTnLst>
                          </p:cTn>
                        </p:par>
                        <p:par>
                          <p:cTn id="13" fill="hold">
                            <p:stCondLst>
                              <p:cond delay="1000"/>
                            </p:stCondLst>
                            <p:childTnLst>
                              <p:par>
                                <p:cTn id="14" presetID="42" presetClass="entr" presetSubtype="0" fill="hold" grpId="0" nodeType="after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anim calcmode="lin" valueType="num">
                                      <p:cBhvr>
                                        <p:cTn id="17" dur="500" fill="hold"/>
                                        <p:tgtEl>
                                          <p:spTgt spid="6"/>
                                        </p:tgtEl>
                                        <p:attrNameLst>
                                          <p:attrName>ppt_x</p:attrName>
                                        </p:attrNameLst>
                                      </p:cBhvr>
                                      <p:tavLst>
                                        <p:tav tm="0">
                                          <p:val>
                                            <p:strVal val="#ppt_x"/>
                                          </p:val>
                                        </p:tav>
                                        <p:tav tm="100000">
                                          <p:val>
                                            <p:strVal val="#ppt_x"/>
                                          </p:val>
                                        </p:tav>
                                      </p:tavLst>
                                    </p:anim>
                                    <p:anim calcmode="lin" valueType="num">
                                      <p:cBhvr>
                                        <p:cTn id="18" dur="5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TextBox 10"/>
          <p:cNvSpPr txBox="1"/>
          <p:nvPr/>
        </p:nvSpPr>
        <p:spPr>
          <a:xfrm>
            <a:off x="340978" y="4608174"/>
            <a:ext cx="11133191" cy="1384995"/>
          </a:xfrm>
          <a:prstGeom prst="rect">
            <a:avLst/>
          </a:prstGeom>
          <a:noFill/>
        </p:spPr>
        <p:txBody>
          <a:bodyPr wrap="square" rtlCol="0">
            <a:spAutoFit/>
          </a:bodyPr>
          <a:lstStyle/>
          <a:p>
            <a:pPr algn="ctr" rtl="1" fontAlgn="auto">
              <a:spcBef>
                <a:spcPts val="0"/>
              </a:spcBef>
              <a:spcAft>
                <a:spcPts val="0"/>
              </a:spcAft>
            </a:pPr>
            <a:r>
              <a:rPr lang="ar-SA" sz="2800" b="1" dirty="0"/>
              <a:t>بشكل عام يمكن القول إن الفصل المقلوب أو المعكوس flipped classroom ليس مفهومًا جديدًا على ميدان التدريس، بل هو جديد قديم، إذ له جذور قديمة في الدول المتقدمة، بينما لم يعرف في  معظم الدول العربية إلا حديثاً</a:t>
            </a:r>
            <a:endParaRPr lang="en-US" sz="2800" b="1" dirty="0">
              <a:solidFill>
                <a:prstClr val="black">
                  <a:lumMod val="75000"/>
                  <a:lumOff val="25000"/>
                </a:prstClr>
              </a:solidFill>
              <a:latin typeface="Lato" panose="020F0502020204030203" pitchFamily="34" charset="0"/>
            </a:endParaRPr>
          </a:p>
        </p:txBody>
      </p:sp>
      <p:sp>
        <p:nvSpPr>
          <p:cNvPr id="10" name="TextBox 9"/>
          <p:cNvSpPr txBox="1"/>
          <p:nvPr/>
        </p:nvSpPr>
        <p:spPr>
          <a:xfrm>
            <a:off x="0" y="2536003"/>
            <a:ext cx="12191999" cy="707886"/>
          </a:xfrm>
          <a:prstGeom prst="rect">
            <a:avLst/>
          </a:prstGeom>
          <a:noFill/>
        </p:spPr>
        <p:txBody>
          <a:bodyPr wrap="square" rtlCol="0">
            <a:spAutoFit/>
          </a:bodyPr>
          <a:lstStyle/>
          <a:p>
            <a:pPr lvl="2" algn="ctr" rtl="1"/>
            <a:r>
              <a:rPr lang="ar-SA" sz="4000" b="1" dirty="0">
                <a:solidFill>
                  <a:schemeClr val="bg1"/>
                </a:solidFill>
              </a:rPr>
              <a:t>ب</a:t>
            </a:r>
            <a:r>
              <a:rPr lang="ar-SA" sz="4000" b="1" dirty="0" smtClean="0">
                <a:solidFill>
                  <a:schemeClr val="bg1"/>
                </a:solidFill>
              </a:rPr>
              <a:t>- </a:t>
            </a:r>
            <a:r>
              <a:rPr lang="ar-SA" sz="4000" b="1" dirty="0">
                <a:solidFill>
                  <a:schemeClr val="bg1"/>
                </a:solidFill>
              </a:rPr>
              <a:t>الفصول المقلوبة أو المعكوسة </a:t>
            </a:r>
            <a:r>
              <a:rPr lang="en-US" sz="4000" b="1" dirty="0">
                <a:solidFill>
                  <a:schemeClr val="bg1"/>
                </a:solidFill>
              </a:rPr>
              <a:t>Flipped classrooms</a:t>
            </a:r>
            <a:r>
              <a:rPr lang="ar-SA" sz="4000" b="1" dirty="0">
                <a:solidFill>
                  <a:schemeClr val="bg1"/>
                </a:solidFill>
              </a:rPr>
              <a:t> </a:t>
            </a:r>
            <a:endParaRPr lang="en-US" sz="4000" dirty="0">
              <a:solidFill>
                <a:schemeClr val="bg1"/>
              </a:solidFill>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59811922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par>
                          <p:cTn id="24" fill="hold">
                            <p:stCondLst>
                              <p:cond delay="1250"/>
                            </p:stCondLst>
                            <p:childTnLst>
                              <p:par>
                                <p:cTn id="25" presetID="10" presetClass="entr" presetSubtype="0"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1" grpId="0"/>
      <p:bldP spid="1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 name="Rectangle 312"/>
          <p:cNvSpPr/>
          <p:nvPr/>
        </p:nvSpPr>
        <p:spPr>
          <a:xfrm>
            <a:off x="0" y="0"/>
            <a:ext cx="12192000" cy="6857999"/>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 name="Rectangle 4"/>
          <p:cNvSpPr/>
          <p:nvPr/>
        </p:nvSpPr>
        <p:spPr>
          <a:xfrm>
            <a:off x="0" y="0"/>
            <a:ext cx="12192000" cy="6857999"/>
          </a:xfrm>
          <a:prstGeom prst="rect">
            <a:avLst/>
          </a:prstGeom>
          <a:solidFill>
            <a:srgbClr val="232C3C">
              <a:alpha val="9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5707738" y="2274077"/>
            <a:ext cx="6217165" cy="1323439"/>
          </a:xfrm>
          <a:prstGeom prst="rect">
            <a:avLst/>
          </a:prstGeom>
          <a:noFill/>
          <a:ln>
            <a:noFill/>
          </a:ln>
        </p:spPr>
        <p:txBody>
          <a:bodyPr wrap="square" rtlCol="0">
            <a:spAutoFit/>
          </a:bodyPr>
          <a:lstStyle/>
          <a:p>
            <a:pPr marL="1657350" lvl="2" indent="-742950" algn="r" rtl="1">
              <a:buFont typeface="+mj-lt"/>
              <a:buAutoNum type="arabicPeriod"/>
            </a:pPr>
            <a:r>
              <a:rPr lang="ar-SA" sz="4000" b="1" u="sng" dirty="0">
                <a:solidFill>
                  <a:srgbClr val="FFFF00"/>
                </a:solidFill>
              </a:rPr>
              <a:t>محاورها الأساسية: (التقنية، الإبداع، التواصل)</a:t>
            </a:r>
            <a:endParaRPr lang="en-US" sz="4000" b="1" u="sng" dirty="0">
              <a:solidFill>
                <a:srgbClr val="FFFF00"/>
              </a:solidFill>
            </a:endParaRPr>
          </a:p>
        </p:txBody>
      </p:sp>
      <p:grpSp>
        <p:nvGrpSpPr>
          <p:cNvPr id="312" name="Group 311"/>
          <p:cNvGrpSpPr/>
          <p:nvPr/>
        </p:nvGrpSpPr>
        <p:grpSpPr>
          <a:xfrm>
            <a:off x="1118758" y="392817"/>
            <a:ext cx="3935326" cy="3440060"/>
            <a:chOff x="1104900" y="2205037"/>
            <a:chExt cx="2800351" cy="2447925"/>
          </a:xfrm>
        </p:grpSpPr>
        <p:sp>
          <p:nvSpPr>
            <p:cNvPr id="194" name="Freeform 88"/>
            <p:cNvSpPr>
              <a:spLocks noEditPoints="1"/>
            </p:cNvSpPr>
            <p:nvPr/>
          </p:nvSpPr>
          <p:spPr bwMode="auto">
            <a:xfrm>
              <a:off x="1311275" y="3003550"/>
              <a:ext cx="631825" cy="631825"/>
            </a:xfrm>
            <a:custGeom>
              <a:avLst/>
              <a:gdLst>
                <a:gd name="T0" fmla="*/ 147 w 295"/>
                <a:gd name="T1" fmla="*/ 20 h 295"/>
                <a:gd name="T2" fmla="*/ 161 w 295"/>
                <a:gd name="T3" fmla="*/ 21 h 295"/>
                <a:gd name="T4" fmla="*/ 168 w 295"/>
                <a:gd name="T5" fmla="*/ 0 h 295"/>
                <a:gd name="T6" fmla="*/ 212 w 295"/>
                <a:gd name="T7" fmla="*/ 14 h 295"/>
                <a:gd name="T8" fmla="*/ 206 w 295"/>
                <a:gd name="T9" fmla="*/ 35 h 295"/>
                <a:gd name="T10" fmla="*/ 247 w 295"/>
                <a:gd name="T11" fmla="*/ 68 h 295"/>
                <a:gd name="T12" fmla="*/ 266 w 295"/>
                <a:gd name="T13" fmla="*/ 58 h 295"/>
                <a:gd name="T14" fmla="*/ 288 w 295"/>
                <a:gd name="T15" fmla="*/ 99 h 295"/>
                <a:gd name="T16" fmla="*/ 269 w 295"/>
                <a:gd name="T17" fmla="*/ 109 h 295"/>
                <a:gd name="T18" fmla="*/ 274 w 295"/>
                <a:gd name="T19" fmla="*/ 162 h 295"/>
                <a:gd name="T20" fmla="*/ 295 w 295"/>
                <a:gd name="T21" fmla="*/ 168 h 295"/>
                <a:gd name="T22" fmla="*/ 281 w 295"/>
                <a:gd name="T23" fmla="*/ 212 h 295"/>
                <a:gd name="T24" fmla="*/ 260 w 295"/>
                <a:gd name="T25" fmla="*/ 206 h 295"/>
                <a:gd name="T26" fmla="*/ 227 w 295"/>
                <a:gd name="T27" fmla="*/ 247 h 295"/>
                <a:gd name="T28" fmla="*/ 237 w 295"/>
                <a:gd name="T29" fmla="*/ 266 h 295"/>
                <a:gd name="T30" fmla="*/ 196 w 295"/>
                <a:gd name="T31" fmla="*/ 288 h 295"/>
                <a:gd name="T32" fmla="*/ 186 w 295"/>
                <a:gd name="T33" fmla="*/ 269 h 295"/>
                <a:gd name="T34" fmla="*/ 147 w 295"/>
                <a:gd name="T35" fmla="*/ 275 h 295"/>
                <a:gd name="T36" fmla="*/ 147 w 295"/>
                <a:gd name="T37" fmla="*/ 241 h 295"/>
                <a:gd name="T38" fmla="*/ 237 w 295"/>
                <a:gd name="T39" fmla="*/ 175 h 295"/>
                <a:gd name="T40" fmla="*/ 175 w 295"/>
                <a:gd name="T41" fmla="*/ 58 h 295"/>
                <a:gd name="T42" fmla="*/ 147 w 295"/>
                <a:gd name="T43" fmla="*/ 54 h 295"/>
                <a:gd name="T44" fmla="*/ 147 w 295"/>
                <a:gd name="T45" fmla="*/ 20 h 295"/>
                <a:gd name="T46" fmla="*/ 68 w 295"/>
                <a:gd name="T47" fmla="*/ 48 h 295"/>
                <a:gd name="T48" fmla="*/ 58 w 295"/>
                <a:gd name="T49" fmla="*/ 29 h 295"/>
                <a:gd name="T50" fmla="*/ 99 w 295"/>
                <a:gd name="T51" fmla="*/ 7 h 295"/>
                <a:gd name="T52" fmla="*/ 109 w 295"/>
                <a:gd name="T53" fmla="*/ 26 h 295"/>
                <a:gd name="T54" fmla="*/ 147 w 295"/>
                <a:gd name="T55" fmla="*/ 20 h 295"/>
                <a:gd name="T56" fmla="*/ 147 w 295"/>
                <a:gd name="T57" fmla="*/ 54 h 295"/>
                <a:gd name="T58" fmla="*/ 57 w 295"/>
                <a:gd name="T59" fmla="*/ 120 h 295"/>
                <a:gd name="T60" fmla="*/ 120 w 295"/>
                <a:gd name="T61" fmla="*/ 237 h 295"/>
                <a:gd name="T62" fmla="*/ 120 w 295"/>
                <a:gd name="T63" fmla="*/ 237 h 295"/>
                <a:gd name="T64" fmla="*/ 147 w 295"/>
                <a:gd name="T65" fmla="*/ 241 h 295"/>
                <a:gd name="T66" fmla="*/ 147 w 295"/>
                <a:gd name="T67" fmla="*/ 275 h 295"/>
                <a:gd name="T68" fmla="*/ 133 w 295"/>
                <a:gd name="T69" fmla="*/ 274 h 295"/>
                <a:gd name="T70" fmla="*/ 127 w 295"/>
                <a:gd name="T71" fmla="*/ 295 h 295"/>
                <a:gd name="T72" fmla="*/ 82 w 295"/>
                <a:gd name="T73" fmla="*/ 281 h 295"/>
                <a:gd name="T74" fmla="*/ 89 w 295"/>
                <a:gd name="T75" fmla="*/ 260 h 295"/>
                <a:gd name="T76" fmla="*/ 48 w 295"/>
                <a:gd name="T77" fmla="*/ 227 h 295"/>
                <a:gd name="T78" fmla="*/ 29 w 295"/>
                <a:gd name="T79" fmla="*/ 237 h 295"/>
                <a:gd name="T80" fmla="*/ 7 w 295"/>
                <a:gd name="T81" fmla="*/ 196 h 295"/>
                <a:gd name="T82" fmla="*/ 26 w 295"/>
                <a:gd name="T83" fmla="*/ 186 h 295"/>
                <a:gd name="T84" fmla="*/ 21 w 295"/>
                <a:gd name="T85" fmla="*/ 133 h 295"/>
                <a:gd name="T86" fmla="*/ 0 w 295"/>
                <a:gd name="T87" fmla="*/ 127 h 295"/>
                <a:gd name="T88" fmla="*/ 13 w 295"/>
                <a:gd name="T89" fmla="*/ 83 h 295"/>
                <a:gd name="T90" fmla="*/ 34 w 295"/>
                <a:gd name="T91" fmla="*/ 89 h 295"/>
                <a:gd name="T92" fmla="*/ 68 w 295"/>
                <a:gd name="T93" fmla="*/ 4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5" h="295">
                  <a:moveTo>
                    <a:pt x="147" y="20"/>
                  </a:moveTo>
                  <a:cubicBezTo>
                    <a:pt x="152" y="20"/>
                    <a:pt x="157" y="21"/>
                    <a:pt x="161" y="21"/>
                  </a:cubicBezTo>
                  <a:cubicBezTo>
                    <a:pt x="168" y="0"/>
                    <a:pt x="168" y="0"/>
                    <a:pt x="168" y="0"/>
                  </a:cubicBezTo>
                  <a:cubicBezTo>
                    <a:pt x="212" y="14"/>
                    <a:pt x="212" y="14"/>
                    <a:pt x="212" y="14"/>
                  </a:cubicBezTo>
                  <a:cubicBezTo>
                    <a:pt x="206" y="35"/>
                    <a:pt x="206" y="35"/>
                    <a:pt x="206" y="35"/>
                  </a:cubicBezTo>
                  <a:cubicBezTo>
                    <a:pt x="222" y="43"/>
                    <a:pt x="236" y="55"/>
                    <a:pt x="247" y="68"/>
                  </a:cubicBezTo>
                  <a:cubicBezTo>
                    <a:pt x="266" y="58"/>
                    <a:pt x="266" y="58"/>
                    <a:pt x="266" y="58"/>
                  </a:cubicBezTo>
                  <a:cubicBezTo>
                    <a:pt x="288" y="99"/>
                    <a:pt x="288" y="99"/>
                    <a:pt x="288" y="99"/>
                  </a:cubicBezTo>
                  <a:cubicBezTo>
                    <a:pt x="269" y="109"/>
                    <a:pt x="269" y="109"/>
                    <a:pt x="269" y="109"/>
                  </a:cubicBezTo>
                  <a:cubicBezTo>
                    <a:pt x="274" y="126"/>
                    <a:pt x="276" y="144"/>
                    <a:pt x="274" y="162"/>
                  </a:cubicBezTo>
                  <a:cubicBezTo>
                    <a:pt x="295" y="168"/>
                    <a:pt x="295" y="168"/>
                    <a:pt x="295" y="168"/>
                  </a:cubicBezTo>
                  <a:cubicBezTo>
                    <a:pt x="281" y="212"/>
                    <a:pt x="281" y="212"/>
                    <a:pt x="281" y="212"/>
                  </a:cubicBezTo>
                  <a:cubicBezTo>
                    <a:pt x="260" y="206"/>
                    <a:pt x="260" y="206"/>
                    <a:pt x="260" y="206"/>
                  </a:cubicBezTo>
                  <a:cubicBezTo>
                    <a:pt x="252" y="222"/>
                    <a:pt x="240" y="236"/>
                    <a:pt x="227" y="247"/>
                  </a:cubicBezTo>
                  <a:cubicBezTo>
                    <a:pt x="237" y="266"/>
                    <a:pt x="237" y="266"/>
                    <a:pt x="237" y="266"/>
                  </a:cubicBezTo>
                  <a:cubicBezTo>
                    <a:pt x="196" y="288"/>
                    <a:pt x="196" y="288"/>
                    <a:pt x="196" y="288"/>
                  </a:cubicBezTo>
                  <a:cubicBezTo>
                    <a:pt x="186" y="269"/>
                    <a:pt x="186" y="269"/>
                    <a:pt x="186" y="269"/>
                  </a:cubicBezTo>
                  <a:cubicBezTo>
                    <a:pt x="173" y="273"/>
                    <a:pt x="160" y="275"/>
                    <a:pt x="147" y="275"/>
                  </a:cubicBezTo>
                  <a:cubicBezTo>
                    <a:pt x="147" y="241"/>
                    <a:pt x="147" y="241"/>
                    <a:pt x="147" y="241"/>
                  </a:cubicBezTo>
                  <a:cubicBezTo>
                    <a:pt x="188" y="241"/>
                    <a:pt x="225" y="215"/>
                    <a:pt x="237" y="175"/>
                  </a:cubicBezTo>
                  <a:cubicBezTo>
                    <a:pt x="252" y="125"/>
                    <a:pt x="224" y="73"/>
                    <a:pt x="175" y="58"/>
                  </a:cubicBezTo>
                  <a:cubicBezTo>
                    <a:pt x="166" y="55"/>
                    <a:pt x="156" y="54"/>
                    <a:pt x="147" y="54"/>
                  </a:cubicBezTo>
                  <a:lnTo>
                    <a:pt x="147" y="20"/>
                  </a:lnTo>
                  <a:close/>
                  <a:moveTo>
                    <a:pt x="68" y="48"/>
                  </a:moveTo>
                  <a:cubicBezTo>
                    <a:pt x="58" y="29"/>
                    <a:pt x="58" y="29"/>
                    <a:pt x="58" y="29"/>
                  </a:cubicBezTo>
                  <a:cubicBezTo>
                    <a:pt x="99" y="7"/>
                    <a:pt x="99" y="7"/>
                    <a:pt x="99" y="7"/>
                  </a:cubicBezTo>
                  <a:cubicBezTo>
                    <a:pt x="109" y="26"/>
                    <a:pt x="109" y="26"/>
                    <a:pt x="109" y="26"/>
                  </a:cubicBezTo>
                  <a:cubicBezTo>
                    <a:pt x="121" y="22"/>
                    <a:pt x="134" y="20"/>
                    <a:pt x="147" y="20"/>
                  </a:cubicBezTo>
                  <a:cubicBezTo>
                    <a:pt x="147" y="54"/>
                    <a:pt x="147" y="54"/>
                    <a:pt x="147" y="54"/>
                  </a:cubicBezTo>
                  <a:cubicBezTo>
                    <a:pt x="107" y="54"/>
                    <a:pt x="70" y="80"/>
                    <a:pt x="57" y="120"/>
                  </a:cubicBezTo>
                  <a:cubicBezTo>
                    <a:pt x="42" y="170"/>
                    <a:pt x="70" y="222"/>
                    <a:pt x="120" y="237"/>
                  </a:cubicBezTo>
                  <a:cubicBezTo>
                    <a:pt x="120" y="237"/>
                    <a:pt x="120" y="237"/>
                    <a:pt x="120" y="237"/>
                  </a:cubicBezTo>
                  <a:cubicBezTo>
                    <a:pt x="129" y="240"/>
                    <a:pt x="138" y="241"/>
                    <a:pt x="147" y="241"/>
                  </a:cubicBezTo>
                  <a:cubicBezTo>
                    <a:pt x="147" y="275"/>
                    <a:pt x="147" y="275"/>
                    <a:pt x="147" y="275"/>
                  </a:cubicBezTo>
                  <a:cubicBezTo>
                    <a:pt x="143" y="275"/>
                    <a:pt x="138" y="274"/>
                    <a:pt x="133" y="274"/>
                  </a:cubicBezTo>
                  <a:cubicBezTo>
                    <a:pt x="127" y="295"/>
                    <a:pt x="127" y="295"/>
                    <a:pt x="127" y="295"/>
                  </a:cubicBezTo>
                  <a:cubicBezTo>
                    <a:pt x="82" y="281"/>
                    <a:pt x="82" y="281"/>
                    <a:pt x="82" y="281"/>
                  </a:cubicBezTo>
                  <a:cubicBezTo>
                    <a:pt x="89" y="260"/>
                    <a:pt x="89" y="260"/>
                    <a:pt x="89" y="260"/>
                  </a:cubicBezTo>
                  <a:cubicBezTo>
                    <a:pt x="73" y="252"/>
                    <a:pt x="59" y="241"/>
                    <a:pt x="48" y="227"/>
                  </a:cubicBezTo>
                  <a:cubicBezTo>
                    <a:pt x="29" y="237"/>
                    <a:pt x="29" y="237"/>
                    <a:pt x="29" y="237"/>
                  </a:cubicBezTo>
                  <a:cubicBezTo>
                    <a:pt x="7" y="196"/>
                    <a:pt x="7" y="196"/>
                    <a:pt x="7" y="196"/>
                  </a:cubicBezTo>
                  <a:cubicBezTo>
                    <a:pt x="26" y="186"/>
                    <a:pt x="26" y="186"/>
                    <a:pt x="26" y="186"/>
                  </a:cubicBezTo>
                  <a:cubicBezTo>
                    <a:pt x="21" y="169"/>
                    <a:pt x="19" y="151"/>
                    <a:pt x="21" y="133"/>
                  </a:cubicBezTo>
                  <a:cubicBezTo>
                    <a:pt x="0" y="127"/>
                    <a:pt x="0" y="127"/>
                    <a:pt x="0" y="127"/>
                  </a:cubicBezTo>
                  <a:cubicBezTo>
                    <a:pt x="13" y="83"/>
                    <a:pt x="13" y="83"/>
                    <a:pt x="13" y="83"/>
                  </a:cubicBezTo>
                  <a:cubicBezTo>
                    <a:pt x="34" y="89"/>
                    <a:pt x="34" y="89"/>
                    <a:pt x="34" y="89"/>
                  </a:cubicBezTo>
                  <a:cubicBezTo>
                    <a:pt x="43" y="73"/>
                    <a:pt x="54" y="59"/>
                    <a:pt x="68" y="48"/>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5" name="Freeform 89"/>
            <p:cNvSpPr>
              <a:spLocks noEditPoints="1"/>
            </p:cNvSpPr>
            <p:nvPr/>
          </p:nvSpPr>
          <p:spPr bwMode="auto">
            <a:xfrm>
              <a:off x="3046413" y="3505200"/>
              <a:ext cx="858838" cy="858838"/>
            </a:xfrm>
            <a:custGeom>
              <a:avLst/>
              <a:gdLst>
                <a:gd name="T0" fmla="*/ 200 w 401"/>
                <a:gd name="T1" fmla="*/ 27 h 401"/>
                <a:gd name="T2" fmla="*/ 219 w 401"/>
                <a:gd name="T3" fmla="*/ 28 h 401"/>
                <a:gd name="T4" fmla="*/ 228 w 401"/>
                <a:gd name="T5" fmla="*/ 0 h 401"/>
                <a:gd name="T6" fmla="*/ 289 w 401"/>
                <a:gd name="T7" fmla="*/ 18 h 401"/>
                <a:gd name="T8" fmla="*/ 280 w 401"/>
                <a:gd name="T9" fmla="*/ 47 h 401"/>
                <a:gd name="T10" fmla="*/ 335 w 401"/>
                <a:gd name="T11" fmla="*/ 92 h 401"/>
                <a:gd name="T12" fmla="*/ 362 w 401"/>
                <a:gd name="T13" fmla="*/ 78 h 401"/>
                <a:gd name="T14" fmla="*/ 392 w 401"/>
                <a:gd name="T15" fmla="*/ 134 h 401"/>
                <a:gd name="T16" fmla="*/ 365 w 401"/>
                <a:gd name="T17" fmla="*/ 148 h 401"/>
                <a:gd name="T18" fmla="*/ 372 w 401"/>
                <a:gd name="T19" fmla="*/ 219 h 401"/>
                <a:gd name="T20" fmla="*/ 401 w 401"/>
                <a:gd name="T21" fmla="*/ 228 h 401"/>
                <a:gd name="T22" fmla="*/ 382 w 401"/>
                <a:gd name="T23" fmla="*/ 289 h 401"/>
                <a:gd name="T24" fmla="*/ 354 w 401"/>
                <a:gd name="T25" fmla="*/ 280 h 401"/>
                <a:gd name="T26" fmla="*/ 308 w 401"/>
                <a:gd name="T27" fmla="*/ 335 h 401"/>
                <a:gd name="T28" fmla="*/ 322 w 401"/>
                <a:gd name="T29" fmla="*/ 362 h 401"/>
                <a:gd name="T30" fmla="*/ 267 w 401"/>
                <a:gd name="T31" fmla="*/ 392 h 401"/>
                <a:gd name="T32" fmla="*/ 252 w 401"/>
                <a:gd name="T33" fmla="*/ 365 h 401"/>
                <a:gd name="T34" fmla="*/ 200 w 401"/>
                <a:gd name="T35" fmla="*/ 373 h 401"/>
                <a:gd name="T36" fmla="*/ 200 w 401"/>
                <a:gd name="T37" fmla="*/ 328 h 401"/>
                <a:gd name="T38" fmla="*/ 322 w 401"/>
                <a:gd name="T39" fmla="*/ 237 h 401"/>
                <a:gd name="T40" fmla="*/ 237 w 401"/>
                <a:gd name="T41" fmla="*/ 78 h 401"/>
                <a:gd name="T42" fmla="*/ 200 w 401"/>
                <a:gd name="T43" fmla="*/ 72 h 401"/>
                <a:gd name="T44" fmla="*/ 200 w 401"/>
                <a:gd name="T45" fmla="*/ 27 h 401"/>
                <a:gd name="T46" fmla="*/ 92 w 401"/>
                <a:gd name="T47" fmla="*/ 65 h 401"/>
                <a:gd name="T48" fmla="*/ 78 w 401"/>
                <a:gd name="T49" fmla="*/ 39 h 401"/>
                <a:gd name="T50" fmla="*/ 134 w 401"/>
                <a:gd name="T51" fmla="*/ 9 h 401"/>
                <a:gd name="T52" fmla="*/ 148 w 401"/>
                <a:gd name="T53" fmla="*/ 35 h 401"/>
                <a:gd name="T54" fmla="*/ 200 w 401"/>
                <a:gd name="T55" fmla="*/ 27 h 401"/>
                <a:gd name="T56" fmla="*/ 200 w 401"/>
                <a:gd name="T57" fmla="*/ 72 h 401"/>
                <a:gd name="T58" fmla="*/ 78 w 401"/>
                <a:gd name="T59" fmla="*/ 163 h 401"/>
                <a:gd name="T60" fmla="*/ 163 w 401"/>
                <a:gd name="T61" fmla="*/ 322 h 401"/>
                <a:gd name="T62" fmla="*/ 163 w 401"/>
                <a:gd name="T63" fmla="*/ 322 h 401"/>
                <a:gd name="T64" fmla="*/ 200 w 401"/>
                <a:gd name="T65" fmla="*/ 328 h 401"/>
                <a:gd name="T66" fmla="*/ 200 w 401"/>
                <a:gd name="T67" fmla="*/ 373 h 401"/>
                <a:gd name="T68" fmla="*/ 181 w 401"/>
                <a:gd name="T69" fmla="*/ 372 h 401"/>
                <a:gd name="T70" fmla="*/ 172 w 401"/>
                <a:gd name="T71" fmla="*/ 401 h 401"/>
                <a:gd name="T72" fmla="*/ 112 w 401"/>
                <a:gd name="T73" fmla="*/ 382 h 401"/>
                <a:gd name="T74" fmla="*/ 120 w 401"/>
                <a:gd name="T75" fmla="*/ 354 h 401"/>
                <a:gd name="T76" fmla="*/ 65 w 401"/>
                <a:gd name="T77" fmla="*/ 308 h 401"/>
                <a:gd name="T78" fmla="*/ 39 w 401"/>
                <a:gd name="T79" fmla="*/ 322 h 401"/>
                <a:gd name="T80" fmla="*/ 9 w 401"/>
                <a:gd name="T81" fmla="*/ 267 h 401"/>
                <a:gd name="T82" fmla="*/ 35 w 401"/>
                <a:gd name="T83" fmla="*/ 252 h 401"/>
                <a:gd name="T84" fmla="*/ 28 w 401"/>
                <a:gd name="T85" fmla="*/ 181 h 401"/>
                <a:gd name="T86" fmla="*/ 0 w 401"/>
                <a:gd name="T87" fmla="*/ 172 h 401"/>
                <a:gd name="T88" fmla="*/ 18 w 401"/>
                <a:gd name="T89" fmla="*/ 112 h 401"/>
                <a:gd name="T90" fmla="*/ 47 w 401"/>
                <a:gd name="T91" fmla="*/ 121 h 401"/>
                <a:gd name="T92" fmla="*/ 92 w 401"/>
                <a:gd name="T93" fmla="*/ 65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1" h="401">
                  <a:moveTo>
                    <a:pt x="200" y="27"/>
                  </a:moveTo>
                  <a:cubicBezTo>
                    <a:pt x="207" y="27"/>
                    <a:pt x="213" y="28"/>
                    <a:pt x="219" y="28"/>
                  </a:cubicBezTo>
                  <a:cubicBezTo>
                    <a:pt x="228" y="0"/>
                    <a:pt x="228" y="0"/>
                    <a:pt x="228" y="0"/>
                  </a:cubicBezTo>
                  <a:cubicBezTo>
                    <a:pt x="289" y="18"/>
                    <a:pt x="289" y="18"/>
                    <a:pt x="289" y="18"/>
                  </a:cubicBezTo>
                  <a:cubicBezTo>
                    <a:pt x="280" y="47"/>
                    <a:pt x="280" y="47"/>
                    <a:pt x="280" y="47"/>
                  </a:cubicBezTo>
                  <a:cubicBezTo>
                    <a:pt x="302" y="58"/>
                    <a:pt x="321" y="74"/>
                    <a:pt x="335" y="92"/>
                  </a:cubicBezTo>
                  <a:cubicBezTo>
                    <a:pt x="362" y="78"/>
                    <a:pt x="362" y="78"/>
                    <a:pt x="362" y="78"/>
                  </a:cubicBezTo>
                  <a:cubicBezTo>
                    <a:pt x="392" y="134"/>
                    <a:pt x="392" y="134"/>
                    <a:pt x="392" y="134"/>
                  </a:cubicBezTo>
                  <a:cubicBezTo>
                    <a:pt x="365" y="148"/>
                    <a:pt x="365" y="148"/>
                    <a:pt x="365" y="148"/>
                  </a:cubicBezTo>
                  <a:cubicBezTo>
                    <a:pt x="372" y="171"/>
                    <a:pt x="375" y="195"/>
                    <a:pt x="372" y="219"/>
                  </a:cubicBezTo>
                  <a:cubicBezTo>
                    <a:pt x="401" y="228"/>
                    <a:pt x="401" y="228"/>
                    <a:pt x="401" y="228"/>
                  </a:cubicBezTo>
                  <a:cubicBezTo>
                    <a:pt x="382" y="289"/>
                    <a:pt x="382" y="289"/>
                    <a:pt x="382" y="289"/>
                  </a:cubicBezTo>
                  <a:cubicBezTo>
                    <a:pt x="354" y="280"/>
                    <a:pt x="354" y="280"/>
                    <a:pt x="354" y="280"/>
                  </a:cubicBezTo>
                  <a:cubicBezTo>
                    <a:pt x="342" y="302"/>
                    <a:pt x="327" y="321"/>
                    <a:pt x="308" y="335"/>
                  </a:cubicBezTo>
                  <a:cubicBezTo>
                    <a:pt x="322" y="362"/>
                    <a:pt x="322" y="362"/>
                    <a:pt x="322" y="362"/>
                  </a:cubicBezTo>
                  <a:cubicBezTo>
                    <a:pt x="267" y="392"/>
                    <a:pt x="267" y="392"/>
                    <a:pt x="267" y="392"/>
                  </a:cubicBezTo>
                  <a:cubicBezTo>
                    <a:pt x="252" y="365"/>
                    <a:pt x="252" y="365"/>
                    <a:pt x="252" y="365"/>
                  </a:cubicBezTo>
                  <a:cubicBezTo>
                    <a:pt x="236" y="370"/>
                    <a:pt x="218" y="373"/>
                    <a:pt x="200" y="373"/>
                  </a:cubicBezTo>
                  <a:cubicBezTo>
                    <a:pt x="200" y="328"/>
                    <a:pt x="200" y="328"/>
                    <a:pt x="200" y="328"/>
                  </a:cubicBezTo>
                  <a:cubicBezTo>
                    <a:pt x="255" y="328"/>
                    <a:pt x="306" y="293"/>
                    <a:pt x="322" y="237"/>
                  </a:cubicBezTo>
                  <a:cubicBezTo>
                    <a:pt x="343" y="170"/>
                    <a:pt x="305" y="98"/>
                    <a:pt x="237" y="78"/>
                  </a:cubicBezTo>
                  <a:cubicBezTo>
                    <a:pt x="225" y="74"/>
                    <a:pt x="212" y="72"/>
                    <a:pt x="200" y="72"/>
                  </a:cubicBezTo>
                  <a:lnTo>
                    <a:pt x="200" y="27"/>
                  </a:lnTo>
                  <a:close/>
                  <a:moveTo>
                    <a:pt x="92" y="65"/>
                  </a:moveTo>
                  <a:cubicBezTo>
                    <a:pt x="78" y="39"/>
                    <a:pt x="78" y="39"/>
                    <a:pt x="78" y="39"/>
                  </a:cubicBezTo>
                  <a:cubicBezTo>
                    <a:pt x="134" y="9"/>
                    <a:pt x="134" y="9"/>
                    <a:pt x="134" y="9"/>
                  </a:cubicBezTo>
                  <a:cubicBezTo>
                    <a:pt x="148" y="35"/>
                    <a:pt x="148" y="35"/>
                    <a:pt x="148" y="35"/>
                  </a:cubicBezTo>
                  <a:cubicBezTo>
                    <a:pt x="165" y="30"/>
                    <a:pt x="182" y="27"/>
                    <a:pt x="200" y="27"/>
                  </a:cubicBezTo>
                  <a:cubicBezTo>
                    <a:pt x="200" y="72"/>
                    <a:pt x="200" y="72"/>
                    <a:pt x="200" y="72"/>
                  </a:cubicBezTo>
                  <a:cubicBezTo>
                    <a:pt x="145" y="72"/>
                    <a:pt x="95" y="108"/>
                    <a:pt x="78" y="163"/>
                  </a:cubicBezTo>
                  <a:cubicBezTo>
                    <a:pt x="57" y="231"/>
                    <a:pt x="95" y="302"/>
                    <a:pt x="163" y="322"/>
                  </a:cubicBezTo>
                  <a:cubicBezTo>
                    <a:pt x="163" y="322"/>
                    <a:pt x="163" y="322"/>
                    <a:pt x="163" y="322"/>
                  </a:cubicBezTo>
                  <a:cubicBezTo>
                    <a:pt x="175" y="326"/>
                    <a:pt x="188" y="328"/>
                    <a:pt x="200" y="328"/>
                  </a:cubicBezTo>
                  <a:cubicBezTo>
                    <a:pt x="200" y="373"/>
                    <a:pt x="200" y="373"/>
                    <a:pt x="200" y="373"/>
                  </a:cubicBezTo>
                  <a:cubicBezTo>
                    <a:pt x="194" y="373"/>
                    <a:pt x="187" y="373"/>
                    <a:pt x="181" y="372"/>
                  </a:cubicBezTo>
                  <a:cubicBezTo>
                    <a:pt x="172" y="401"/>
                    <a:pt x="172" y="401"/>
                    <a:pt x="172" y="401"/>
                  </a:cubicBezTo>
                  <a:cubicBezTo>
                    <a:pt x="112" y="382"/>
                    <a:pt x="112" y="382"/>
                    <a:pt x="112" y="382"/>
                  </a:cubicBezTo>
                  <a:cubicBezTo>
                    <a:pt x="120" y="354"/>
                    <a:pt x="120" y="354"/>
                    <a:pt x="120" y="354"/>
                  </a:cubicBezTo>
                  <a:cubicBezTo>
                    <a:pt x="99" y="342"/>
                    <a:pt x="80" y="327"/>
                    <a:pt x="65" y="308"/>
                  </a:cubicBezTo>
                  <a:cubicBezTo>
                    <a:pt x="39" y="322"/>
                    <a:pt x="39" y="322"/>
                    <a:pt x="39" y="322"/>
                  </a:cubicBezTo>
                  <a:cubicBezTo>
                    <a:pt x="9" y="267"/>
                    <a:pt x="9" y="267"/>
                    <a:pt x="9" y="267"/>
                  </a:cubicBezTo>
                  <a:cubicBezTo>
                    <a:pt x="35" y="252"/>
                    <a:pt x="35" y="252"/>
                    <a:pt x="35" y="252"/>
                  </a:cubicBezTo>
                  <a:cubicBezTo>
                    <a:pt x="28" y="230"/>
                    <a:pt x="25" y="205"/>
                    <a:pt x="28" y="181"/>
                  </a:cubicBezTo>
                  <a:cubicBezTo>
                    <a:pt x="0" y="172"/>
                    <a:pt x="0" y="172"/>
                    <a:pt x="0" y="172"/>
                  </a:cubicBezTo>
                  <a:cubicBezTo>
                    <a:pt x="18" y="112"/>
                    <a:pt x="18" y="112"/>
                    <a:pt x="18" y="112"/>
                  </a:cubicBezTo>
                  <a:cubicBezTo>
                    <a:pt x="47" y="121"/>
                    <a:pt x="47" y="121"/>
                    <a:pt x="47" y="121"/>
                  </a:cubicBezTo>
                  <a:cubicBezTo>
                    <a:pt x="58" y="99"/>
                    <a:pt x="74" y="80"/>
                    <a:pt x="92" y="65"/>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6" name="Freeform 90"/>
            <p:cNvSpPr>
              <a:spLocks/>
            </p:cNvSpPr>
            <p:nvPr/>
          </p:nvSpPr>
          <p:spPr bwMode="auto">
            <a:xfrm>
              <a:off x="1546225" y="3252787"/>
              <a:ext cx="1806575" cy="1189038"/>
            </a:xfrm>
            <a:custGeom>
              <a:avLst/>
              <a:gdLst>
                <a:gd name="T0" fmla="*/ 29 w 843"/>
                <a:gd name="T1" fmla="*/ 0 h 555"/>
                <a:gd name="T2" fmla="*/ 814 w 843"/>
                <a:gd name="T3" fmla="*/ 0 h 555"/>
                <a:gd name="T4" fmla="*/ 843 w 843"/>
                <a:gd name="T5" fmla="*/ 29 h 555"/>
                <a:gd name="T6" fmla="*/ 843 w 843"/>
                <a:gd name="T7" fmla="*/ 525 h 555"/>
                <a:gd name="T8" fmla="*/ 814 w 843"/>
                <a:gd name="T9" fmla="*/ 555 h 555"/>
                <a:gd name="T10" fmla="*/ 29 w 843"/>
                <a:gd name="T11" fmla="*/ 555 h 555"/>
                <a:gd name="T12" fmla="*/ 0 w 843"/>
                <a:gd name="T13" fmla="*/ 525 h 555"/>
                <a:gd name="T14" fmla="*/ 0 w 843"/>
                <a:gd name="T15" fmla="*/ 29 h 555"/>
                <a:gd name="T16" fmla="*/ 29 w 843"/>
                <a:gd name="T17"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3" h="555">
                  <a:moveTo>
                    <a:pt x="29" y="0"/>
                  </a:moveTo>
                  <a:cubicBezTo>
                    <a:pt x="814" y="0"/>
                    <a:pt x="814" y="0"/>
                    <a:pt x="814" y="0"/>
                  </a:cubicBezTo>
                  <a:cubicBezTo>
                    <a:pt x="830" y="0"/>
                    <a:pt x="843" y="13"/>
                    <a:pt x="843" y="29"/>
                  </a:cubicBezTo>
                  <a:cubicBezTo>
                    <a:pt x="843" y="525"/>
                    <a:pt x="843" y="525"/>
                    <a:pt x="843" y="525"/>
                  </a:cubicBezTo>
                  <a:cubicBezTo>
                    <a:pt x="843" y="541"/>
                    <a:pt x="830" y="555"/>
                    <a:pt x="814" y="555"/>
                  </a:cubicBezTo>
                  <a:cubicBezTo>
                    <a:pt x="29" y="555"/>
                    <a:pt x="29" y="555"/>
                    <a:pt x="29" y="555"/>
                  </a:cubicBezTo>
                  <a:cubicBezTo>
                    <a:pt x="13" y="555"/>
                    <a:pt x="0" y="541"/>
                    <a:pt x="0" y="525"/>
                  </a:cubicBezTo>
                  <a:cubicBezTo>
                    <a:pt x="0" y="29"/>
                    <a:pt x="0" y="29"/>
                    <a:pt x="0" y="29"/>
                  </a:cubicBezTo>
                  <a:cubicBezTo>
                    <a:pt x="0" y="13"/>
                    <a:pt x="13" y="0"/>
                    <a:pt x="29" y="0"/>
                  </a:cubicBez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7" name="Rectangle 91"/>
            <p:cNvSpPr>
              <a:spLocks noChangeArrowheads="1"/>
            </p:cNvSpPr>
            <p:nvPr/>
          </p:nvSpPr>
          <p:spPr bwMode="auto">
            <a:xfrm>
              <a:off x="1641475" y="3376612"/>
              <a:ext cx="1619250" cy="869950"/>
            </a:xfrm>
            <a:prstGeom prst="rect">
              <a:avLst/>
            </a:prstGeom>
            <a:solidFill>
              <a:srgbClr val="F0635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8" name="Oval 92"/>
            <p:cNvSpPr>
              <a:spLocks noChangeArrowheads="1"/>
            </p:cNvSpPr>
            <p:nvPr/>
          </p:nvSpPr>
          <p:spPr bwMode="auto">
            <a:xfrm>
              <a:off x="2427288" y="3292475"/>
              <a:ext cx="46038" cy="47625"/>
            </a:xfrm>
            <a:prstGeom prst="ellipse">
              <a:avLst/>
            </a:prstGeom>
            <a:solidFill>
              <a:srgbClr val="6A75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9" name="Rectangle 93"/>
            <p:cNvSpPr>
              <a:spLocks noChangeArrowheads="1"/>
            </p:cNvSpPr>
            <p:nvPr/>
          </p:nvSpPr>
          <p:spPr bwMode="auto">
            <a:xfrm>
              <a:off x="2413000" y="4300537"/>
              <a:ext cx="76200" cy="76200"/>
            </a:xfrm>
            <a:prstGeom prst="rect">
              <a:avLst/>
            </a:prstGeom>
            <a:solidFill>
              <a:srgbClr val="6A7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0" name="Freeform 94"/>
            <p:cNvSpPr>
              <a:spLocks/>
            </p:cNvSpPr>
            <p:nvPr/>
          </p:nvSpPr>
          <p:spPr bwMode="auto">
            <a:xfrm>
              <a:off x="1231900" y="4441825"/>
              <a:ext cx="2436813" cy="131763"/>
            </a:xfrm>
            <a:custGeom>
              <a:avLst/>
              <a:gdLst>
                <a:gd name="T0" fmla="*/ 198 w 1535"/>
                <a:gd name="T1" fmla="*/ 0 h 83"/>
                <a:gd name="T2" fmla="*/ 1336 w 1535"/>
                <a:gd name="T3" fmla="*/ 0 h 83"/>
                <a:gd name="T4" fmla="*/ 1535 w 1535"/>
                <a:gd name="T5" fmla="*/ 83 h 83"/>
                <a:gd name="T6" fmla="*/ 0 w 1535"/>
                <a:gd name="T7" fmla="*/ 83 h 83"/>
                <a:gd name="T8" fmla="*/ 198 w 1535"/>
                <a:gd name="T9" fmla="*/ 0 h 83"/>
              </a:gdLst>
              <a:ahLst/>
              <a:cxnLst>
                <a:cxn ang="0">
                  <a:pos x="T0" y="T1"/>
                </a:cxn>
                <a:cxn ang="0">
                  <a:pos x="T2" y="T3"/>
                </a:cxn>
                <a:cxn ang="0">
                  <a:pos x="T4" y="T5"/>
                </a:cxn>
                <a:cxn ang="0">
                  <a:pos x="T6" y="T7"/>
                </a:cxn>
                <a:cxn ang="0">
                  <a:pos x="T8" y="T9"/>
                </a:cxn>
              </a:cxnLst>
              <a:rect l="0" t="0" r="r" b="b"/>
              <a:pathLst>
                <a:path w="1535" h="83">
                  <a:moveTo>
                    <a:pt x="198" y="0"/>
                  </a:moveTo>
                  <a:lnTo>
                    <a:pt x="1336" y="0"/>
                  </a:lnTo>
                  <a:lnTo>
                    <a:pt x="1535" y="83"/>
                  </a:lnTo>
                  <a:lnTo>
                    <a:pt x="0" y="83"/>
                  </a:lnTo>
                  <a:lnTo>
                    <a:pt x="198" y="0"/>
                  </a:lnTo>
                  <a:close/>
                </a:path>
              </a:pathLst>
            </a:custGeom>
            <a:solidFill>
              <a:srgbClr val="6A75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1" name="Freeform 95"/>
            <p:cNvSpPr>
              <a:spLocks/>
            </p:cNvSpPr>
            <p:nvPr/>
          </p:nvSpPr>
          <p:spPr bwMode="auto">
            <a:xfrm>
              <a:off x="1231900" y="4573587"/>
              <a:ext cx="2436813" cy="79375"/>
            </a:xfrm>
            <a:custGeom>
              <a:avLst/>
              <a:gdLst>
                <a:gd name="T0" fmla="*/ 0 w 1137"/>
                <a:gd name="T1" fmla="*/ 0 h 37"/>
                <a:gd name="T2" fmla="*/ 1137 w 1137"/>
                <a:gd name="T3" fmla="*/ 0 h 37"/>
                <a:gd name="T4" fmla="*/ 1137 w 1137"/>
                <a:gd name="T5" fmla="*/ 16 h 37"/>
                <a:gd name="T6" fmla="*/ 1116 w 1137"/>
                <a:gd name="T7" fmla="*/ 37 h 37"/>
                <a:gd name="T8" fmla="*/ 21 w 1137"/>
                <a:gd name="T9" fmla="*/ 37 h 37"/>
                <a:gd name="T10" fmla="*/ 0 w 1137"/>
                <a:gd name="T11" fmla="*/ 16 h 37"/>
                <a:gd name="T12" fmla="*/ 0 w 1137"/>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137" h="37">
                  <a:moveTo>
                    <a:pt x="0" y="0"/>
                  </a:moveTo>
                  <a:cubicBezTo>
                    <a:pt x="1137" y="0"/>
                    <a:pt x="1137" y="0"/>
                    <a:pt x="1137" y="0"/>
                  </a:cubicBezTo>
                  <a:cubicBezTo>
                    <a:pt x="1137" y="16"/>
                    <a:pt x="1137" y="16"/>
                    <a:pt x="1137" y="16"/>
                  </a:cubicBezTo>
                  <a:cubicBezTo>
                    <a:pt x="1137" y="28"/>
                    <a:pt x="1127" y="37"/>
                    <a:pt x="1116" y="37"/>
                  </a:cubicBezTo>
                  <a:cubicBezTo>
                    <a:pt x="21" y="37"/>
                    <a:pt x="21" y="37"/>
                    <a:pt x="21" y="37"/>
                  </a:cubicBezTo>
                  <a:cubicBezTo>
                    <a:pt x="10" y="37"/>
                    <a:pt x="0" y="28"/>
                    <a:pt x="0" y="16"/>
                  </a:cubicBezTo>
                  <a:lnTo>
                    <a:pt x="0" y="0"/>
                  </a:ln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2" name="Rectangle 96"/>
            <p:cNvSpPr>
              <a:spLocks noChangeArrowheads="1"/>
            </p:cNvSpPr>
            <p:nvPr/>
          </p:nvSpPr>
          <p:spPr bwMode="auto">
            <a:xfrm>
              <a:off x="2205038" y="4597400"/>
              <a:ext cx="490538" cy="31750"/>
            </a:xfrm>
            <a:prstGeom prst="rect">
              <a:avLst/>
            </a:prstGeom>
            <a:solidFill>
              <a:srgbClr val="F0635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3" name="Freeform 97"/>
            <p:cNvSpPr>
              <a:spLocks/>
            </p:cNvSpPr>
            <p:nvPr/>
          </p:nvSpPr>
          <p:spPr bwMode="auto">
            <a:xfrm>
              <a:off x="1557338" y="4451350"/>
              <a:ext cx="201613" cy="15875"/>
            </a:xfrm>
            <a:custGeom>
              <a:avLst/>
              <a:gdLst>
                <a:gd name="T0" fmla="*/ 15 w 94"/>
                <a:gd name="T1" fmla="*/ 0 h 7"/>
                <a:gd name="T2" fmla="*/ 94 w 94"/>
                <a:gd name="T3" fmla="*/ 0 h 7"/>
                <a:gd name="T4" fmla="*/ 82 w 94"/>
                <a:gd name="T5" fmla="*/ 7 h 7"/>
                <a:gd name="T6" fmla="*/ 0 w 94"/>
                <a:gd name="T7" fmla="*/ 7 h 7"/>
                <a:gd name="T8" fmla="*/ 15 w 94"/>
                <a:gd name="T9" fmla="*/ 0 h 7"/>
              </a:gdLst>
              <a:ahLst/>
              <a:cxnLst>
                <a:cxn ang="0">
                  <a:pos x="T0" y="T1"/>
                </a:cxn>
                <a:cxn ang="0">
                  <a:pos x="T2" y="T3"/>
                </a:cxn>
                <a:cxn ang="0">
                  <a:pos x="T4" y="T5"/>
                </a:cxn>
                <a:cxn ang="0">
                  <a:pos x="T6" y="T7"/>
                </a:cxn>
                <a:cxn ang="0">
                  <a:pos x="T8" y="T9"/>
                </a:cxn>
              </a:cxnLst>
              <a:rect l="0" t="0" r="r" b="b"/>
              <a:pathLst>
                <a:path w="94" h="7">
                  <a:moveTo>
                    <a:pt x="15" y="0"/>
                  </a:moveTo>
                  <a:cubicBezTo>
                    <a:pt x="41" y="0"/>
                    <a:pt x="68" y="0"/>
                    <a:pt x="94" y="0"/>
                  </a:cubicBezTo>
                  <a:cubicBezTo>
                    <a:pt x="90" y="2"/>
                    <a:pt x="86" y="4"/>
                    <a:pt x="82" y="7"/>
                  </a:cubicBezTo>
                  <a:cubicBezTo>
                    <a:pt x="55" y="7"/>
                    <a:pt x="27" y="7"/>
                    <a:pt x="0" y="7"/>
                  </a:cubicBezTo>
                  <a:cubicBezTo>
                    <a:pt x="5" y="4"/>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4" name="Freeform 98"/>
            <p:cNvSpPr>
              <a:spLocks/>
            </p:cNvSpPr>
            <p:nvPr/>
          </p:nvSpPr>
          <p:spPr bwMode="auto">
            <a:xfrm>
              <a:off x="1879600" y="4451350"/>
              <a:ext cx="187325" cy="15875"/>
            </a:xfrm>
            <a:custGeom>
              <a:avLst/>
              <a:gdLst>
                <a:gd name="T0" fmla="*/ 10 w 88"/>
                <a:gd name="T1" fmla="*/ 0 h 7"/>
                <a:gd name="T2" fmla="*/ 88 w 88"/>
                <a:gd name="T3" fmla="*/ 0 h 7"/>
                <a:gd name="T4" fmla="*/ 82 w 88"/>
                <a:gd name="T5" fmla="*/ 7 h 7"/>
                <a:gd name="T6" fmla="*/ 0 w 88"/>
                <a:gd name="T7" fmla="*/ 7 h 7"/>
                <a:gd name="T8" fmla="*/ 10 w 88"/>
                <a:gd name="T9" fmla="*/ 0 h 7"/>
              </a:gdLst>
              <a:ahLst/>
              <a:cxnLst>
                <a:cxn ang="0">
                  <a:pos x="T0" y="T1"/>
                </a:cxn>
                <a:cxn ang="0">
                  <a:pos x="T2" y="T3"/>
                </a:cxn>
                <a:cxn ang="0">
                  <a:pos x="T4" y="T5"/>
                </a:cxn>
                <a:cxn ang="0">
                  <a:pos x="T6" y="T7"/>
                </a:cxn>
                <a:cxn ang="0">
                  <a:pos x="T8" y="T9"/>
                </a:cxn>
              </a:cxnLst>
              <a:rect l="0" t="0" r="r" b="b"/>
              <a:pathLst>
                <a:path w="88" h="7">
                  <a:moveTo>
                    <a:pt x="10" y="0"/>
                  </a:moveTo>
                  <a:cubicBezTo>
                    <a:pt x="36" y="0"/>
                    <a:pt x="62" y="0"/>
                    <a:pt x="88" y="0"/>
                  </a:cubicBezTo>
                  <a:cubicBezTo>
                    <a:pt x="86" y="2"/>
                    <a:pt x="84" y="4"/>
                    <a:pt x="82" y="7"/>
                  </a:cubicBezTo>
                  <a:cubicBezTo>
                    <a:pt x="55" y="7"/>
                    <a:pt x="27" y="7"/>
                    <a:pt x="0" y="7"/>
                  </a:cubicBezTo>
                  <a:cubicBezTo>
                    <a:pt x="3" y="4"/>
                    <a:pt x="6" y="2"/>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5" name="Freeform 99"/>
            <p:cNvSpPr>
              <a:spLocks/>
            </p:cNvSpPr>
            <p:nvPr/>
          </p:nvSpPr>
          <p:spPr bwMode="auto">
            <a:xfrm>
              <a:off x="2200275" y="4451350"/>
              <a:ext cx="177800" cy="15875"/>
            </a:xfrm>
            <a:custGeom>
              <a:avLst/>
              <a:gdLst>
                <a:gd name="T0" fmla="*/ 4 w 83"/>
                <a:gd name="T1" fmla="*/ 0 h 7"/>
                <a:gd name="T2" fmla="*/ 83 w 83"/>
                <a:gd name="T3" fmla="*/ 0 h 7"/>
                <a:gd name="T4" fmla="*/ 82 w 83"/>
                <a:gd name="T5" fmla="*/ 7 h 7"/>
                <a:gd name="T6" fmla="*/ 0 w 83"/>
                <a:gd name="T7" fmla="*/ 7 h 7"/>
                <a:gd name="T8" fmla="*/ 4 w 83"/>
                <a:gd name="T9" fmla="*/ 0 h 7"/>
              </a:gdLst>
              <a:ahLst/>
              <a:cxnLst>
                <a:cxn ang="0">
                  <a:pos x="T0" y="T1"/>
                </a:cxn>
                <a:cxn ang="0">
                  <a:pos x="T2" y="T3"/>
                </a:cxn>
                <a:cxn ang="0">
                  <a:pos x="T4" y="T5"/>
                </a:cxn>
                <a:cxn ang="0">
                  <a:pos x="T6" y="T7"/>
                </a:cxn>
                <a:cxn ang="0">
                  <a:pos x="T8" y="T9"/>
                </a:cxn>
              </a:cxnLst>
              <a:rect l="0" t="0" r="r" b="b"/>
              <a:pathLst>
                <a:path w="83" h="7">
                  <a:moveTo>
                    <a:pt x="4" y="0"/>
                  </a:moveTo>
                  <a:cubicBezTo>
                    <a:pt x="31" y="0"/>
                    <a:pt x="57" y="0"/>
                    <a:pt x="83" y="0"/>
                  </a:cubicBezTo>
                  <a:cubicBezTo>
                    <a:pt x="83" y="2"/>
                    <a:pt x="82" y="4"/>
                    <a:pt x="82" y="7"/>
                  </a:cubicBezTo>
                  <a:cubicBezTo>
                    <a:pt x="55" y="7"/>
                    <a:pt x="27" y="7"/>
                    <a:pt x="0" y="7"/>
                  </a:cubicBezTo>
                  <a:cubicBezTo>
                    <a:pt x="2" y="4"/>
                    <a:pt x="3" y="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6" name="Freeform 100"/>
            <p:cNvSpPr>
              <a:spLocks/>
            </p:cNvSpPr>
            <p:nvPr/>
          </p:nvSpPr>
          <p:spPr bwMode="auto">
            <a:xfrm>
              <a:off x="2519363" y="4451350"/>
              <a:ext cx="177800" cy="15875"/>
            </a:xfrm>
            <a:custGeom>
              <a:avLst/>
              <a:gdLst>
                <a:gd name="T0" fmla="*/ 0 w 83"/>
                <a:gd name="T1" fmla="*/ 0 h 7"/>
                <a:gd name="T2" fmla="*/ 79 w 83"/>
                <a:gd name="T3" fmla="*/ 0 h 7"/>
                <a:gd name="T4" fmla="*/ 83 w 83"/>
                <a:gd name="T5" fmla="*/ 7 h 7"/>
                <a:gd name="T6" fmla="*/ 1 w 83"/>
                <a:gd name="T7" fmla="*/ 7 h 7"/>
                <a:gd name="T8" fmla="*/ 0 w 83"/>
                <a:gd name="T9" fmla="*/ 0 h 7"/>
              </a:gdLst>
              <a:ahLst/>
              <a:cxnLst>
                <a:cxn ang="0">
                  <a:pos x="T0" y="T1"/>
                </a:cxn>
                <a:cxn ang="0">
                  <a:pos x="T2" y="T3"/>
                </a:cxn>
                <a:cxn ang="0">
                  <a:pos x="T4" y="T5"/>
                </a:cxn>
                <a:cxn ang="0">
                  <a:pos x="T6" y="T7"/>
                </a:cxn>
                <a:cxn ang="0">
                  <a:pos x="T8" y="T9"/>
                </a:cxn>
              </a:cxnLst>
              <a:rect l="0" t="0" r="r" b="b"/>
              <a:pathLst>
                <a:path w="83" h="7">
                  <a:moveTo>
                    <a:pt x="0" y="0"/>
                  </a:moveTo>
                  <a:cubicBezTo>
                    <a:pt x="26" y="0"/>
                    <a:pt x="53" y="0"/>
                    <a:pt x="79" y="0"/>
                  </a:cubicBezTo>
                  <a:cubicBezTo>
                    <a:pt x="80" y="2"/>
                    <a:pt x="82" y="4"/>
                    <a:pt x="83" y="7"/>
                  </a:cubicBezTo>
                  <a:cubicBezTo>
                    <a:pt x="56" y="7"/>
                    <a:pt x="28" y="7"/>
                    <a:pt x="1" y="7"/>
                  </a:cubicBezTo>
                  <a:cubicBezTo>
                    <a:pt x="1" y="4"/>
                    <a:pt x="0"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7" name="Freeform 101"/>
            <p:cNvSpPr>
              <a:spLocks/>
            </p:cNvSpPr>
            <p:nvPr/>
          </p:nvSpPr>
          <p:spPr bwMode="auto">
            <a:xfrm>
              <a:off x="2830513" y="4451350"/>
              <a:ext cx="188913" cy="15875"/>
            </a:xfrm>
            <a:custGeom>
              <a:avLst/>
              <a:gdLst>
                <a:gd name="T0" fmla="*/ 0 w 88"/>
                <a:gd name="T1" fmla="*/ 0 h 7"/>
                <a:gd name="T2" fmla="*/ 78 w 88"/>
                <a:gd name="T3" fmla="*/ 0 h 7"/>
                <a:gd name="T4" fmla="*/ 88 w 88"/>
                <a:gd name="T5" fmla="*/ 7 h 7"/>
                <a:gd name="T6" fmla="*/ 6 w 88"/>
                <a:gd name="T7" fmla="*/ 7 h 7"/>
                <a:gd name="T8" fmla="*/ 0 w 88"/>
                <a:gd name="T9" fmla="*/ 0 h 7"/>
              </a:gdLst>
              <a:ahLst/>
              <a:cxnLst>
                <a:cxn ang="0">
                  <a:pos x="T0" y="T1"/>
                </a:cxn>
                <a:cxn ang="0">
                  <a:pos x="T2" y="T3"/>
                </a:cxn>
                <a:cxn ang="0">
                  <a:pos x="T4" y="T5"/>
                </a:cxn>
                <a:cxn ang="0">
                  <a:pos x="T6" y="T7"/>
                </a:cxn>
                <a:cxn ang="0">
                  <a:pos x="T8" y="T9"/>
                </a:cxn>
              </a:cxnLst>
              <a:rect l="0" t="0" r="r" b="b"/>
              <a:pathLst>
                <a:path w="88" h="7">
                  <a:moveTo>
                    <a:pt x="0" y="0"/>
                  </a:moveTo>
                  <a:cubicBezTo>
                    <a:pt x="26" y="0"/>
                    <a:pt x="52" y="0"/>
                    <a:pt x="78" y="0"/>
                  </a:cubicBezTo>
                  <a:cubicBezTo>
                    <a:pt x="82" y="2"/>
                    <a:pt x="85" y="4"/>
                    <a:pt x="88" y="7"/>
                  </a:cubicBezTo>
                  <a:cubicBezTo>
                    <a:pt x="61" y="7"/>
                    <a:pt x="33" y="7"/>
                    <a:pt x="6" y="7"/>
                  </a:cubicBezTo>
                  <a:cubicBezTo>
                    <a:pt x="4" y="4"/>
                    <a:pt x="2"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8" name="Freeform 102"/>
            <p:cNvSpPr>
              <a:spLocks/>
            </p:cNvSpPr>
            <p:nvPr/>
          </p:nvSpPr>
          <p:spPr bwMode="auto">
            <a:xfrm>
              <a:off x="3138488" y="4451350"/>
              <a:ext cx="201613" cy="15875"/>
            </a:xfrm>
            <a:custGeom>
              <a:avLst/>
              <a:gdLst>
                <a:gd name="T0" fmla="*/ 0 w 94"/>
                <a:gd name="T1" fmla="*/ 0 h 7"/>
                <a:gd name="T2" fmla="*/ 79 w 94"/>
                <a:gd name="T3" fmla="*/ 0 h 7"/>
                <a:gd name="T4" fmla="*/ 94 w 94"/>
                <a:gd name="T5" fmla="*/ 7 h 7"/>
                <a:gd name="T6" fmla="*/ 12 w 94"/>
                <a:gd name="T7" fmla="*/ 7 h 7"/>
                <a:gd name="T8" fmla="*/ 0 w 94"/>
                <a:gd name="T9" fmla="*/ 0 h 7"/>
              </a:gdLst>
              <a:ahLst/>
              <a:cxnLst>
                <a:cxn ang="0">
                  <a:pos x="T0" y="T1"/>
                </a:cxn>
                <a:cxn ang="0">
                  <a:pos x="T2" y="T3"/>
                </a:cxn>
                <a:cxn ang="0">
                  <a:pos x="T4" y="T5"/>
                </a:cxn>
                <a:cxn ang="0">
                  <a:pos x="T6" y="T7"/>
                </a:cxn>
                <a:cxn ang="0">
                  <a:pos x="T8" y="T9"/>
                </a:cxn>
              </a:cxnLst>
              <a:rect l="0" t="0" r="r" b="b"/>
              <a:pathLst>
                <a:path w="94" h="7">
                  <a:moveTo>
                    <a:pt x="0" y="0"/>
                  </a:moveTo>
                  <a:cubicBezTo>
                    <a:pt x="27" y="0"/>
                    <a:pt x="53" y="0"/>
                    <a:pt x="79" y="0"/>
                  </a:cubicBezTo>
                  <a:cubicBezTo>
                    <a:pt x="84" y="2"/>
                    <a:pt x="89" y="4"/>
                    <a:pt x="94" y="7"/>
                  </a:cubicBezTo>
                  <a:cubicBezTo>
                    <a:pt x="67" y="7"/>
                    <a:pt x="40" y="7"/>
                    <a:pt x="12" y="7"/>
                  </a:cubicBezTo>
                  <a:cubicBezTo>
                    <a:pt x="8" y="4"/>
                    <a:pt x="4"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9" name="Freeform 103"/>
            <p:cNvSpPr>
              <a:spLocks/>
            </p:cNvSpPr>
            <p:nvPr/>
          </p:nvSpPr>
          <p:spPr bwMode="auto">
            <a:xfrm>
              <a:off x="1504950" y="4478337"/>
              <a:ext cx="209550" cy="14288"/>
            </a:xfrm>
            <a:custGeom>
              <a:avLst/>
              <a:gdLst>
                <a:gd name="T0" fmla="*/ 15 w 98"/>
                <a:gd name="T1" fmla="*/ 0 h 7"/>
                <a:gd name="T2" fmla="*/ 98 w 98"/>
                <a:gd name="T3" fmla="*/ 0 h 7"/>
                <a:gd name="T4" fmla="*/ 87 w 98"/>
                <a:gd name="T5" fmla="*/ 7 h 7"/>
                <a:gd name="T6" fmla="*/ 0 w 98"/>
                <a:gd name="T7" fmla="*/ 7 h 7"/>
                <a:gd name="T8" fmla="*/ 15 w 98"/>
                <a:gd name="T9" fmla="*/ 0 h 7"/>
              </a:gdLst>
              <a:ahLst/>
              <a:cxnLst>
                <a:cxn ang="0">
                  <a:pos x="T0" y="T1"/>
                </a:cxn>
                <a:cxn ang="0">
                  <a:pos x="T2" y="T3"/>
                </a:cxn>
                <a:cxn ang="0">
                  <a:pos x="T4" y="T5"/>
                </a:cxn>
                <a:cxn ang="0">
                  <a:pos x="T6" y="T7"/>
                </a:cxn>
                <a:cxn ang="0">
                  <a:pos x="T8" y="T9"/>
                </a:cxn>
              </a:cxnLst>
              <a:rect l="0" t="0" r="r" b="b"/>
              <a:pathLst>
                <a:path w="98" h="7">
                  <a:moveTo>
                    <a:pt x="15" y="0"/>
                  </a:moveTo>
                  <a:cubicBezTo>
                    <a:pt x="43" y="0"/>
                    <a:pt x="70" y="0"/>
                    <a:pt x="98" y="0"/>
                  </a:cubicBezTo>
                  <a:cubicBezTo>
                    <a:pt x="95" y="2"/>
                    <a:pt x="91" y="5"/>
                    <a:pt x="87" y="7"/>
                  </a:cubicBezTo>
                  <a:cubicBezTo>
                    <a:pt x="58" y="7"/>
                    <a:pt x="29" y="7"/>
                    <a:pt x="0" y="7"/>
                  </a:cubicBezTo>
                  <a:cubicBezTo>
                    <a:pt x="5" y="5"/>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0" name="Freeform 104"/>
            <p:cNvSpPr>
              <a:spLocks/>
            </p:cNvSpPr>
            <p:nvPr/>
          </p:nvSpPr>
          <p:spPr bwMode="auto">
            <a:xfrm>
              <a:off x="1844675" y="4478337"/>
              <a:ext cx="200025" cy="14288"/>
            </a:xfrm>
            <a:custGeom>
              <a:avLst/>
              <a:gdLst>
                <a:gd name="T0" fmla="*/ 9 w 93"/>
                <a:gd name="T1" fmla="*/ 0 h 7"/>
                <a:gd name="T2" fmla="*/ 93 w 93"/>
                <a:gd name="T3" fmla="*/ 0 h 7"/>
                <a:gd name="T4" fmla="*/ 87 w 93"/>
                <a:gd name="T5" fmla="*/ 7 h 7"/>
                <a:gd name="T6" fmla="*/ 0 w 93"/>
                <a:gd name="T7" fmla="*/ 7 h 7"/>
                <a:gd name="T8" fmla="*/ 9 w 93"/>
                <a:gd name="T9" fmla="*/ 0 h 7"/>
              </a:gdLst>
              <a:ahLst/>
              <a:cxnLst>
                <a:cxn ang="0">
                  <a:pos x="T0" y="T1"/>
                </a:cxn>
                <a:cxn ang="0">
                  <a:pos x="T2" y="T3"/>
                </a:cxn>
                <a:cxn ang="0">
                  <a:pos x="T4" y="T5"/>
                </a:cxn>
                <a:cxn ang="0">
                  <a:pos x="T6" y="T7"/>
                </a:cxn>
                <a:cxn ang="0">
                  <a:pos x="T8" y="T9"/>
                </a:cxn>
              </a:cxnLst>
              <a:rect l="0" t="0" r="r" b="b"/>
              <a:pathLst>
                <a:path w="93" h="7">
                  <a:moveTo>
                    <a:pt x="9" y="0"/>
                  </a:moveTo>
                  <a:cubicBezTo>
                    <a:pt x="37" y="0"/>
                    <a:pt x="65" y="0"/>
                    <a:pt x="93" y="0"/>
                  </a:cubicBezTo>
                  <a:cubicBezTo>
                    <a:pt x="91" y="2"/>
                    <a:pt x="89" y="5"/>
                    <a:pt x="87" y="7"/>
                  </a:cubicBezTo>
                  <a:cubicBezTo>
                    <a:pt x="58" y="7"/>
                    <a:pt x="29" y="7"/>
                    <a:pt x="0" y="7"/>
                  </a:cubicBezTo>
                  <a:cubicBezTo>
                    <a:pt x="3" y="5"/>
                    <a:pt x="6" y="2"/>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1" name="Freeform 105"/>
            <p:cNvSpPr>
              <a:spLocks/>
            </p:cNvSpPr>
            <p:nvPr/>
          </p:nvSpPr>
          <p:spPr bwMode="auto">
            <a:xfrm>
              <a:off x="2185988" y="4478337"/>
              <a:ext cx="187325" cy="14288"/>
            </a:xfrm>
            <a:custGeom>
              <a:avLst/>
              <a:gdLst>
                <a:gd name="T0" fmla="*/ 4 w 88"/>
                <a:gd name="T1" fmla="*/ 0 h 7"/>
                <a:gd name="T2" fmla="*/ 88 w 88"/>
                <a:gd name="T3" fmla="*/ 0 h 7"/>
                <a:gd name="T4" fmla="*/ 87 w 88"/>
                <a:gd name="T5" fmla="*/ 7 h 7"/>
                <a:gd name="T6" fmla="*/ 0 w 88"/>
                <a:gd name="T7" fmla="*/ 7 h 7"/>
                <a:gd name="T8" fmla="*/ 4 w 88"/>
                <a:gd name="T9" fmla="*/ 0 h 7"/>
              </a:gdLst>
              <a:ahLst/>
              <a:cxnLst>
                <a:cxn ang="0">
                  <a:pos x="T0" y="T1"/>
                </a:cxn>
                <a:cxn ang="0">
                  <a:pos x="T2" y="T3"/>
                </a:cxn>
                <a:cxn ang="0">
                  <a:pos x="T4" y="T5"/>
                </a:cxn>
                <a:cxn ang="0">
                  <a:pos x="T6" y="T7"/>
                </a:cxn>
                <a:cxn ang="0">
                  <a:pos x="T8" y="T9"/>
                </a:cxn>
              </a:cxnLst>
              <a:rect l="0" t="0" r="r" b="b"/>
              <a:pathLst>
                <a:path w="88" h="7">
                  <a:moveTo>
                    <a:pt x="4" y="0"/>
                  </a:moveTo>
                  <a:cubicBezTo>
                    <a:pt x="32" y="0"/>
                    <a:pt x="60" y="0"/>
                    <a:pt x="88" y="0"/>
                  </a:cubicBezTo>
                  <a:cubicBezTo>
                    <a:pt x="88" y="2"/>
                    <a:pt x="87" y="5"/>
                    <a:pt x="87" y="7"/>
                  </a:cubicBezTo>
                  <a:cubicBezTo>
                    <a:pt x="58" y="7"/>
                    <a:pt x="29" y="7"/>
                    <a:pt x="0" y="7"/>
                  </a:cubicBezTo>
                  <a:cubicBezTo>
                    <a:pt x="2" y="5"/>
                    <a:pt x="3" y="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2" name="Freeform 106"/>
            <p:cNvSpPr>
              <a:spLocks/>
            </p:cNvSpPr>
            <p:nvPr/>
          </p:nvSpPr>
          <p:spPr bwMode="auto">
            <a:xfrm>
              <a:off x="2524125" y="4478337"/>
              <a:ext cx="188913" cy="14288"/>
            </a:xfrm>
            <a:custGeom>
              <a:avLst/>
              <a:gdLst>
                <a:gd name="T0" fmla="*/ 0 w 88"/>
                <a:gd name="T1" fmla="*/ 0 h 7"/>
                <a:gd name="T2" fmla="*/ 84 w 88"/>
                <a:gd name="T3" fmla="*/ 0 h 7"/>
                <a:gd name="T4" fmla="*/ 88 w 88"/>
                <a:gd name="T5" fmla="*/ 7 h 7"/>
                <a:gd name="T6" fmla="*/ 1 w 88"/>
                <a:gd name="T7" fmla="*/ 7 h 7"/>
                <a:gd name="T8" fmla="*/ 0 w 88"/>
                <a:gd name="T9" fmla="*/ 0 h 7"/>
              </a:gdLst>
              <a:ahLst/>
              <a:cxnLst>
                <a:cxn ang="0">
                  <a:pos x="T0" y="T1"/>
                </a:cxn>
                <a:cxn ang="0">
                  <a:pos x="T2" y="T3"/>
                </a:cxn>
                <a:cxn ang="0">
                  <a:pos x="T4" y="T5"/>
                </a:cxn>
                <a:cxn ang="0">
                  <a:pos x="T6" y="T7"/>
                </a:cxn>
                <a:cxn ang="0">
                  <a:pos x="T8" y="T9"/>
                </a:cxn>
              </a:cxnLst>
              <a:rect l="0" t="0" r="r" b="b"/>
              <a:pathLst>
                <a:path w="88" h="7">
                  <a:moveTo>
                    <a:pt x="0" y="0"/>
                  </a:moveTo>
                  <a:cubicBezTo>
                    <a:pt x="28" y="0"/>
                    <a:pt x="56" y="0"/>
                    <a:pt x="84" y="0"/>
                  </a:cubicBezTo>
                  <a:cubicBezTo>
                    <a:pt x="86" y="2"/>
                    <a:pt x="87" y="5"/>
                    <a:pt x="88" y="7"/>
                  </a:cubicBezTo>
                  <a:cubicBezTo>
                    <a:pt x="59" y="7"/>
                    <a:pt x="30" y="7"/>
                    <a:pt x="1" y="7"/>
                  </a:cubicBezTo>
                  <a:cubicBezTo>
                    <a:pt x="1" y="5"/>
                    <a:pt x="1"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3" name="Freeform 107"/>
            <p:cNvSpPr>
              <a:spLocks/>
            </p:cNvSpPr>
            <p:nvPr/>
          </p:nvSpPr>
          <p:spPr bwMode="auto">
            <a:xfrm>
              <a:off x="2854325" y="4478337"/>
              <a:ext cx="201613" cy="14288"/>
            </a:xfrm>
            <a:custGeom>
              <a:avLst/>
              <a:gdLst>
                <a:gd name="T0" fmla="*/ 0 w 94"/>
                <a:gd name="T1" fmla="*/ 0 h 7"/>
                <a:gd name="T2" fmla="*/ 84 w 94"/>
                <a:gd name="T3" fmla="*/ 0 h 7"/>
                <a:gd name="T4" fmla="*/ 94 w 94"/>
                <a:gd name="T5" fmla="*/ 7 h 7"/>
                <a:gd name="T6" fmla="*/ 7 w 94"/>
                <a:gd name="T7" fmla="*/ 7 h 7"/>
                <a:gd name="T8" fmla="*/ 0 w 94"/>
                <a:gd name="T9" fmla="*/ 0 h 7"/>
              </a:gdLst>
              <a:ahLst/>
              <a:cxnLst>
                <a:cxn ang="0">
                  <a:pos x="T0" y="T1"/>
                </a:cxn>
                <a:cxn ang="0">
                  <a:pos x="T2" y="T3"/>
                </a:cxn>
                <a:cxn ang="0">
                  <a:pos x="T4" y="T5"/>
                </a:cxn>
                <a:cxn ang="0">
                  <a:pos x="T6" y="T7"/>
                </a:cxn>
                <a:cxn ang="0">
                  <a:pos x="T8" y="T9"/>
                </a:cxn>
              </a:cxnLst>
              <a:rect l="0" t="0" r="r" b="b"/>
              <a:pathLst>
                <a:path w="94" h="7">
                  <a:moveTo>
                    <a:pt x="0" y="0"/>
                  </a:moveTo>
                  <a:cubicBezTo>
                    <a:pt x="28" y="0"/>
                    <a:pt x="56" y="0"/>
                    <a:pt x="84" y="0"/>
                  </a:cubicBezTo>
                  <a:cubicBezTo>
                    <a:pt x="87" y="2"/>
                    <a:pt x="90" y="5"/>
                    <a:pt x="94" y="7"/>
                  </a:cubicBezTo>
                  <a:cubicBezTo>
                    <a:pt x="65" y="7"/>
                    <a:pt x="36" y="7"/>
                    <a:pt x="7" y="7"/>
                  </a:cubicBezTo>
                  <a:cubicBezTo>
                    <a:pt x="5" y="5"/>
                    <a:pt x="2"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4" name="Freeform 108"/>
            <p:cNvSpPr>
              <a:spLocks/>
            </p:cNvSpPr>
            <p:nvPr/>
          </p:nvSpPr>
          <p:spPr bwMode="auto">
            <a:xfrm>
              <a:off x="3184525" y="4478337"/>
              <a:ext cx="211138" cy="14288"/>
            </a:xfrm>
            <a:custGeom>
              <a:avLst/>
              <a:gdLst>
                <a:gd name="T0" fmla="*/ 0 w 99"/>
                <a:gd name="T1" fmla="*/ 0 h 7"/>
                <a:gd name="T2" fmla="*/ 84 w 99"/>
                <a:gd name="T3" fmla="*/ 0 h 7"/>
                <a:gd name="T4" fmla="*/ 99 w 99"/>
                <a:gd name="T5" fmla="*/ 7 h 7"/>
                <a:gd name="T6" fmla="*/ 12 w 99"/>
                <a:gd name="T7" fmla="*/ 7 h 7"/>
                <a:gd name="T8" fmla="*/ 0 w 99"/>
                <a:gd name="T9" fmla="*/ 0 h 7"/>
              </a:gdLst>
              <a:ahLst/>
              <a:cxnLst>
                <a:cxn ang="0">
                  <a:pos x="T0" y="T1"/>
                </a:cxn>
                <a:cxn ang="0">
                  <a:pos x="T2" y="T3"/>
                </a:cxn>
                <a:cxn ang="0">
                  <a:pos x="T4" y="T5"/>
                </a:cxn>
                <a:cxn ang="0">
                  <a:pos x="T6" y="T7"/>
                </a:cxn>
                <a:cxn ang="0">
                  <a:pos x="T8" y="T9"/>
                </a:cxn>
              </a:cxnLst>
              <a:rect l="0" t="0" r="r" b="b"/>
              <a:pathLst>
                <a:path w="99" h="7">
                  <a:moveTo>
                    <a:pt x="0" y="0"/>
                  </a:moveTo>
                  <a:cubicBezTo>
                    <a:pt x="28" y="0"/>
                    <a:pt x="56" y="0"/>
                    <a:pt x="84" y="0"/>
                  </a:cubicBezTo>
                  <a:cubicBezTo>
                    <a:pt x="89" y="2"/>
                    <a:pt x="94" y="5"/>
                    <a:pt x="99" y="7"/>
                  </a:cubicBezTo>
                  <a:cubicBezTo>
                    <a:pt x="70" y="7"/>
                    <a:pt x="41" y="7"/>
                    <a:pt x="12" y="7"/>
                  </a:cubicBezTo>
                  <a:cubicBezTo>
                    <a:pt x="8" y="5"/>
                    <a:pt x="4"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5" name="Freeform 109"/>
            <p:cNvSpPr>
              <a:spLocks/>
            </p:cNvSpPr>
            <p:nvPr/>
          </p:nvSpPr>
          <p:spPr bwMode="auto">
            <a:xfrm>
              <a:off x="1447800" y="4505325"/>
              <a:ext cx="223838" cy="15875"/>
            </a:xfrm>
            <a:custGeom>
              <a:avLst/>
              <a:gdLst>
                <a:gd name="T0" fmla="*/ 15 w 104"/>
                <a:gd name="T1" fmla="*/ 0 h 7"/>
                <a:gd name="T2" fmla="*/ 104 w 104"/>
                <a:gd name="T3" fmla="*/ 0 h 7"/>
                <a:gd name="T4" fmla="*/ 92 w 104"/>
                <a:gd name="T5" fmla="*/ 7 h 7"/>
                <a:gd name="T6" fmla="*/ 0 w 104"/>
                <a:gd name="T7" fmla="*/ 7 h 7"/>
                <a:gd name="T8" fmla="*/ 15 w 104"/>
                <a:gd name="T9" fmla="*/ 0 h 7"/>
              </a:gdLst>
              <a:ahLst/>
              <a:cxnLst>
                <a:cxn ang="0">
                  <a:pos x="T0" y="T1"/>
                </a:cxn>
                <a:cxn ang="0">
                  <a:pos x="T2" y="T3"/>
                </a:cxn>
                <a:cxn ang="0">
                  <a:pos x="T4" y="T5"/>
                </a:cxn>
                <a:cxn ang="0">
                  <a:pos x="T6" y="T7"/>
                </a:cxn>
                <a:cxn ang="0">
                  <a:pos x="T8" y="T9"/>
                </a:cxn>
              </a:cxnLst>
              <a:rect l="0" t="0" r="r" b="b"/>
              <a:pathLst>
                <a:path w="104" h="7">
                  <a:moveTo>
                    <a:pt x="15" y="0"/>
                  </a:moveTo>
                  <a:cubicBezTo>
                    <a:pt x="45" y="0"/>
                    <a:pt x="74" y="0"/>
                    <a:pt x="104" y="0"/>
                  </a:cubicBezTo>
                  <a:cubicBezTo>
                    <a:pt x="100" y="2"/>
                    <a:pt x="96" y="4"/>
                    <a:pt x="92" y="7"/>
                  </a:cubicBezTo>
                  <a:cubicBezTo>
                    <a:pt x="61" y="7"/>
                    <a:pt x="31" y="7"/>
                    <a:pt x="0" y="7"/>
                  </a:cubicBezTo>
                  <a:cubicBezTo>
                    <a:pt x="5" y="4"/>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6" name="Freeform 110"/>
            <p:cNvSpPr>
              <a:spLocks/>
            </p:cNvSpPr>
            <p:nvPr/>
          </p:nvSpPr>
          <p:spPr bwMode="auto">
            <a:xfrm>
              <a:off x="1809750" y="4505325"/>
              <a:ext cx="211138" cy="15875"/>
            </a:xfrm>
            <a:custGeom>
              <a:avLst/>
              <a:gdLst>
                <a:gd name="T0" fmla="*/ 9 w 98"/>
                <a:gd name="T1" fmla="*/ 0 h 7"/>
                <a:gd name="T2" fmla="*/ 98 w 98"/>
                <a:gd name="T3" fmla="*/ 0 h 7"/>
                <a:gd name="T4" fmla="*/ 92 w 98"/>
                <a:gd name="T5" fmla="*/ 7 h 7"/>
                <a:gd name="T6" fmla="*/ 0 w 98"/>
                <a:gd name="T7" fmla="*/ 7 h 7"/>
                <a:gd name="T8" fmla="*/ 9 w 98"/>
                <a:gd name="T9" fmla="*/ 0 h 7"/>
              </a:gdLst>
              <a:ahLst/>
              <a:cxnLst>
                <a:cxn ang="0">
                  <a:pos x="T0" y="T1"/>
                </a:cxn>
                <a:cxn ang="0">
                  <a:pos x="T2" y="T3"/>
                </a:cxn>
                <a:cxn ang="0">
                  <a:pos x="T4" y="T5"/>
                </a:cxn>
                <a:cxn ang="0">
                  <a:pos x="T6" y="T7"/>
                </a:cxn>
                <a:cxn ang="0">
                  <a:pos x="T8" y="T9"/>
                </a:cxn>
              </a:cxnLst>
              <a:rect l="0" t="0" r="r" b="b"/>
              <a:pathLst>
                <a:path w="98" h="7">
                  <a:moveTo>
                    <a:pt x="9" y="0"/>
                  </a:moveTo>
                  <a:cubicBezTo>
                    <a:pt x="39" y="0"/>
                    <a:pt x="68" y="0"/>
                    <a:pt x="98" y="0"/>
                  </a:cubicBezTo>
                  <a:cubicBezTo>
                    <a:pt x="96" y="2"/>
                    <a:pt x="94" y="4"/>
                    <a:pt x="92" y="7"/>
                  </a:cubicBezTo>
                  <a:cubicBezTo>
                    <a:pt x="61" y="7"/>
                    <a:pt x="30" y="7"/>
                    <a:pt x="0" y="7"/>
                  </a:cubicBezTo>
                  <a:cubicBezTo>
                    <a:pt x="3" y="4"/>
                    <a:pt x="6" y="2"/>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7" name="Freeform 111"/>
            <p:cNvSpPr>
              <a:spLocks/>
            </p:cNvSpPr>
            <p:nvPr/>
          </p:nvSpPr>
          <p:spPr bwMode="auto">
            <a:xfrm>
              <a:off x="2170113" y="4505325"/>
              <a:ext cx="200025" cy="15875"/>
            </a:xfrm>
            <a:custGeom>
              <a:avLst/>
              <a:gdLst>
                <a:gd name="T0" fmla="*/ 4 w 93"/>
                <a:gd name="T1" fmla="*/ 0 h 7"/>
                <a:gd name="T2" fmla="*/ 93 w 93"/>
                <a:gd name="T3" fmla="*/ 0 h 7"/>
                <a:gd name="T4" fmla="*/ 92 w 93"/>
                <a:gd name="T5" fmla="*/ 7 h 7"/>
                <a:gd name="T6" fmla="*/ 0 w 93"/>
                <a:gd name="T7" fmla="*/ 7 h 7"/>
                <a:gd name="T8" fmla="*/ 4 w 93"/>
                <a:gd name="T9" fmla="*/ 0 h 7"/>
              </a:gdLst>
              <a:ahLst/>
              <a:cxnLst>
                <a:cxn ang="0">
                  <a:pos x="T0" y="T1"/>
                </a:cxn>
                <a:cxn ang="0">
                  <a:pos x="T2" y="T3"/>
                </a:cxn>
                <a:cxn ang="0">
                  <a:pos x="T4" y="T5"/>
                </a:cxn>
                <a:cxn ang="0">
                  <a:pos x="T6" y="T7"/>
                </a:cxn>
                <a:cxn ang="0">
                  <a:pos x="T8" y="T9"/>
                </a:cxn>
              </a:cxnLst>
              <a:rect l="0" t="0" r="r" b="b"/>
              <a:pathLst>
                <a:path w="93" h="7">
                  <a:moveTo>
                    <a:pt x="4" y="0"/>
                  </a:moveTo>
                  <a:cubicBezTo>
                    <a:pt x="34" y="0"/>
                    <a:pt x="64" y="0"/>
                    <a:pt x="93" y="0"/>
                  </a:cubicBezTo>
                  <a:cubicBezTo>
                    <a:pt x="93" y="2"/>
                    <a:pt x="93" y="4"/>
                    <a:pt x="92" y="7"/>
                  </a:cubicBezTo>
                  <a:cubicBezTo>
                    <a:pt x="61" y="7"/>
                    <a:pt x="31" y="7"/>
                    <a:pt x="0" y="7"/>
                  </a:cubicBezTo>
                  <a:cubicBezTo>
                    <a:pt x="2" y="4"/>
                    <a:pt x="3" y="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8" name="Freeform 112"/>
            <p:cNvSpPr>
              <a:spLocks/>
            </p:cNvSpPr>
            <p:nvPr/>
          </p:nvSpPr>
          <p:spPr bwMode="auto">
            <a:xfrm>
              <a:off x="2528888" y="4505325"/>
              <a:ext cx="200025" cy="15875"/>
            </a:xfrm>
            <a:custGeom>
              <a:avLst/>
              <a:gdLst>
                <a:gd name="T0" fmla="*/ 0 w 94"/>
                <a:gd name="T1" fmla="*/ 0 h 7"/>
                <a:gd name="T2" fmla="*/ 89 w 94"/>
                <a:gd name="T3" fmla="*/ 0 h 7"/>
                <a:gd name="T4" fmla="*/ 94 w 94"/>
                <a:gd name="T5" fmla="*/ 7 h 7"/>
                <a:gd name="T6" fmla="*/ 2 w 94"/>
                <a:gd name="T7" fmla="*/ 7 h 7"/>
                <a:gd name="T8" fmla="*/ 0 w 94"/>
                <a:gd name="T9" fmla="*/ 0 h 7"/>
              </a:gdLst>
              <a:ahLst/>
              <a:cxnLst>
                <a:cxn ang="0">
                  <a:pos x="T0" y="T1"/>
                </a:cxn>
                <a:cxn ang="0">
                  <a:pos x="T2" y="T3"/>
                </a:cxn>
                <a:cxn ang="0">
                  <a:pos x="T4" y="T5"/>
                </a:cxn>
                <a:cxn ang="0">
                  <a:pos x="T6" y="T7"/>
                </a:cxn>
                <a:cxn ang="0">
                  <a:pos x="T8" y="T9"/>
                </a:cxn>
              </a:cxnLst>
              <a:rect l="0" t="0" r="r" b="b"/>
              <a:pathLst>
                <a:path w="94" h="7">
                  <a:moveTo>
                    <a:pt x="0" y="0"/>
                  </a:moveTo>
                  <a:cubicBezTo>
                    <a:pt x="30" y="0"/>
                    <a:pt x="60" y="0"/>
                    <a:pt x="89" y="0"/>
                  </a:cubicBezTo>
                  <a:cubicBezTo>
                    <a:pt x="91" y="2"/>
                    <a:pt x="92" y="4"/>
                    <a:pt x="94" y="7"/>
                  </a:cubicBezTo>
                  <a:cubicBezTo>
                    <a:pt x="63" y="7"/>
                    <a:pt x="32" y="7"/>
                    <a:pt x="2" y="7"/>
                  </a:cubicBezTo>
                  <a:cubicBezTo>
                    <a:pt x="1" y="4"/>
                    <a:pt x="1"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9" name="Freeform 113"/>
            <p:cNvSpPr>
              <a:spLocks/>
            </p:cNvSpPr>
            <p:nvPr/>
          </p:nvSpPr>
          <p:spPr bwMode="auto">
            <a:xfrm>
              <a:off x="2879725" y="4505325"/>
              <a:ext cx="209550" cy="15875"/>
            </a:xfrm>
            <a:custGeom>
              <a:avLst/>
              <a:gdLst>
                <a:gd name="T0" fmla="*/ 0 w 98"/>
                <a:gd name="T1" fmla="*/ 0 h 7"/>
                <a:gd name="T2" fmla="*/ 89 w 98"/>
                <a:gd name="T3" fmla="*/ 0 h 7"/>
                <a:gd name="T4" fmla="*/ 98 w 98"/>
                <a:gd name="T5" fmla="*/ 7 h 7"/>
                <a:gd name="T6" fmla="*/ 6 w 98"/>
                <a:gd name="T7" fmla="*/ 7 h 7"/>
                <a:gd name="T8" fmla="*/ 0 w 98"/>
                <a:gd name="T9" fmla="*/ 0 h 7"/>
              </a:gdLst>
              <a:ahLst/>
              <a:cxnLst>
                <a:cxn ang="0">
                  <a:pos x="T0" y="T1"/>
                </a:cxn>
                <a:cxn ang="0">
                  <a:pos x="T2" y="T3"/>
                </a:cxn>
                <a:cxn ang="0">
                  <a:pos x="T4" y="T5"/>
                </a:cxn>
                <a:cxn ang="0">
                  <a:pos x="T6" y="T7"/>
                </a:cxn>
                <a:cxn ang="0">
                  <a:pos x="T8" y="T9"/>
                </a:cxn>
              </a:cxnLst>
              <a:rect l="0" t="0" r="r" b="b"/>
              <a:pathLst>
                <a:path w="98" h="7">
                  <a:moveTo>
                    <a:pt x="0" y="0"/>
                  </a:moveTo>
                  <a:cubicBezTo>
                    <a:pt x="29" y="0"/>
                    <a:pt x="59" y="0"/>
                    <a:pt x="89" y="0"/>
                  </a:cubicBezTo>
                  <a:cubicBezTo>
                    <a:pt x="92" y="2"/>
                    <a:pt x="95" y="4"/>
                    <a:pt x="98" y="7"/>
                  </a:cubicBezTo>
                  <a:cubicBezTo>
                    <a:pt x="67" y="7"/>
                    <a:pt x="37" y="7"/>
                    <a:pt x="6" y="7"/>
                  </a:cubicBezTo>
                  <a:cubicBezTo>
                    <a:pt x="4" y="4"/>
                    <a:pt x="2"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0" name="Freeform 114"/>
            <p:cNvSpPr>
              <a:spLocks/>
            </p:cNvSpPr>
            <p:nvPr/>
          </p:nvSpPr>
          <p:spPr bwMode="auto">
            <a:xfrm>
              <a:off x="3228975" y="4505325"/>
              <a:ext cx="222250" cy="15875"/>
            </a:xfrm>
            <a:custGeom>
              <a:avLst/>
              <a:gdLst>
                <a:gd name="T0" fmla="*/ 0 w 104"/>
                <a:gd name="T1" fmla="*/ 0 h 7"/>
                <a:gd name="T2" fmla="*/ 89 w 104"/>
                <a:gd name="T3" fmla="*/ 0 h 7"/>
                <a:gd name="T4" fmla="*/ 104 w 104"/>
                <a:gd name="T5" fmla="*/ 7 h 7"/>
                <a:gd name="T6" fmla="*/ 12 w 104"/>
                <a:gd name="T7" fmla="*/ 7 h 7"/>
                <a:gd name="T8" fmla="*/ 0 w 104"/>
                <a:gd name="T9" fmla="*/ 0 h 7"/>
              </a:gdLst>
              <a:ahLst/>
              <a:cxnLst>
                <a:cxn ang="0">
                  <a:pos x="T0" y="T1"/>
                </a:cxn>
                <a:cxn ang="0">
                  <a:pos x="T2" y="T3"/>
                </a:cxn>
                <a:cxn ang="0">
                  <a:pos x="T4" y="T5"/>
                </a:cxn>
                <a:cxn ang="0">
                  <a:pos x="T6" y="T7"/>
                </a:cxn>
                <a:cxn ang="0">
                  <a:pos x="T8" y="T9"/>
                </a:cxn>
              </a:cxnLst>
              <a:rect l="0" t="0" r="r" b="b"/>
              <a:pathLst>
                <a:path w="104" h="7">
                  <a:moveTo>
                    <a:pt x="0" y="0"/>
                  </a:moveTo>
                  <a:cubicBezTo>
                    <a:pt x="29" y="0"/>
                    <a:pt x="59" y="0"/>
                    <a:pt x="89" y="0"/>
                  </a:cubicBezTo>
                  <a:cubicBezTo>
                    <a:pt x="94" y="2"/>
                    <a:pt x="99" y="4"/>
                    <a:pt x="104" y="7"/>
                  </a:cubicBezTo>
                  <a:cubicBezTo>
                    <a:pt x="73" y="7"/>
                    <a:pt x="42" y="7"/>
                    <a:pt x="12" y="7"/>
                  </a:cubicBezTo>
                  <a:cubicBezTo>
                    <a:pt x="8" y="4"/>
                    <a:pt x="4"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1" name="Freeform 115"/>
            <p:cNvSpPr>
              <a:spLocks/>
            </p:cNvSpPr>
            <p:nvPr/>
          </p:nvSpPr>
          <p:spPr bwMode="auto">
            <a:xfrm>
              <a:off x="1395413" y="4530725"/>
              <a:ext cx="2109788" cy="15875"/>
            </a:xfrm>
            <a:custGeom>
              <a:avLst/>
              <a:gdLst>
                <a:gd name="T0" fmla="*/ 15 w 985"/>
                <a:gd name="T1" fmla="*/ 0 h 7"/>
                <a:gd name="T2" fmla="*/ 492 w 985"/>
                <a:gd name="T3" fmla="*/ 0 h 7"/>
                <a:gd name="T4" fmla="*/ 970 w 985"/>
                <a:gd name="T5" fmla="*/ 0 h 7"/>
                <a:gd name="T6" fmla="*/ 985 w 985"/>
                <a:gd name="T7" fmla="*/ 7 h 7"/>
                <a:gd name="T8" fmla="*/ 492 w 985"/>
                <a:gd name="T9" fmla="*/ 7 h 7"/>
                <a:gd name="T10" fmla="*/ 0 w 985"/>
                <a:gd name="T11" fmla="*/ 7 h 7"/>
                <a:gd name="T12" fmla="*/ 15 w 98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985" h="7">
                  <a:moveTo>
                    <a:pt x="15" y="0"/>
                  </a:moveTo>
                  <a:cubicBezTo>
                    <a:pt x="174" y="0"/>
                    <a:pt x="333" y="0"/>
                    <a:pt x="492" y="0"/>
                  </a:cubicBezTo>
                  <a:cubicBezTo>
                    <a:pt x="652" y="0"/>
                    <a:pt x="811" y="0"/>
                    <a:pt x="970" y="0"/>
                  </a:cubicBezTo>
                  <a:cubicBezTo>
                    <a:pt x="976" y="2"/>
                    <a:pt x="980" y="5"/>
                    <a:pt x="985" y="7"/>
                  </a:cubicBezTo>
                  <a:cubicBezTo>
                    <a:pt x="821" y="7"/>
                    <a:pt x="657" y="7"/>
                    <a:pt x="492" y="7"/>
                  </a:cubicBezTo>
                  <a:cubicBezTo>
                    <a:pt x="328" y="7"/>
                    <a:pt x="164" y="7"/>
                    <a:pt x="0" y="7"/>
                  </a:cubicBezTo>
                  <a:cubicBezTo>
                    <a:pt x="5" y="5"/>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2" name="Freeform 116"/>
            <p:cNvSpPr>
              <a:spLocks/>
            </p:cNvSpPr>
            <p:nvPr/>
          </p:nvSpPr>
          <p:spPr bwMode="auto">
            <a:xfrm>
              <a:off x="1641475" y="3376612"/>
              <a:ext cx="1619250" cy="869950"/>
            </a:xfrm>
            <a:custGeom>
              <a:avLst/>
              <a:gdLst>
                <a:gd name="T0" fmla="*/ 1020 w 1020"/>
                <a:gd name="T1" fmla="*/ 0 h 548"/>
                <a:gd name="T2" fmla="*/ 0 w 1020"/>
                <a:gd name="T3" fmla="*/ 548 h 548"/>
                <a:gd name="T4" fmla="*/ 1020 w 1020"/>
                <a:gd name="T5" fmla="*/ 548 h 548"/>
                <a:gd name="T6" fmla="*/ 1020 w 1020"/>
                <a:gd name="T7" fmla="*/ 0 h 548"/>
              </a:gdLst>
              <a:ahLst/>
              <a:cxnLst>
                <a:cxn ang="0">
                  <a:pos x="T0" y="T1"/>
                </a:cxn>
                <a:cxn ang="0">
                  <a:pos x="T2" y="T3"/>
                </a:cxn>
                <a:cxn ang="0">
                  <a:pos x="T4" y="T5"/>
                </a:cxn>
                <a:cxn ang="0">
                  <a:pos x="T6" y="T7"/>
                </a:cxn>
              </a:cxnLst>
              <a:rect l="0" t="0" r="r" b="b"/>
              <a:pathLst>
                <a:path w="1020" h="548">
                  <a:moveTo>
                    <a:pt x="1020" y="0"/>
                  </a:moveTo>
                  <a:lnTo>
                    <a:pt x="0" y="548"/>
                  </a:lnTo>
                  <a:lnTo>
                    <a:pt x="1020" y="548"/>
                  </a:lnTo>
                  <a:lnTo>
                    <a:pt x="1020" y="0"/>
                  </a:lnTo>
                  <a:close/>
                </a:path>
              </a:pathLst>
            </a:custGeom>
            <a:solidFill>
              <a:srgbClr val="EE4E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3" name="Freeform 117"/>
            <p:cNvSpPr>
              <a:spLocks noEditPoints="1"/>
            </p:cNvSpPr>
            <p:nvPr/>
          </p:nvSpPr>
          <p:spPr bwMode="auto">
            <a:xfrm>
              <a:off x="2027238" y="2890837"/>
              <a:ext cx="858838" cy="858838"/>
            </a:xfrm>
            <a:custGeom>
              <a:avLst/>
              <a:gdLst>
                <a:gd name="T0" fmla="*/ 200 w 401"/>
                <a:gd name="T1" fmla="*/ 27 h 401"/>
                <a:gd name="T2" fmla="*/ 220 w 401"/>
                <a:gd name="T3" fmla="*/ 28 h 401"/>
                <a:gd name="T4" fmla="*/ 228 w 401"/>
                <a:gd name="T5" fmla="*/ 0 h 401"/>
                <a:gd name="T6" fmla="*/ 289 w 401"/>
                <a:gd name="T7" fmla="*/ 18 h 401"/>
                <a:gd name="T8" fmla="*/ 280 w 401"/>
                <a:gd name="T9" fmla="*/ 47 h 401"/>
                <a:gd name="T10" fmla="*/ 336 w 401"/>
                <a:gd name="T11" fmla="*/ 92 h 401"/>
                <a:gd name="T12" fmla="*/ 362 w 401"/>
                <a:gd name="T13" fmla="*/ 78 h 401"/>
                <a:gd name="T14" fmla="*/ 392 w 401"/>
                <a:gd name="T15" fmla="*/ 134 h 401"/>
                <a:gd name="T16" fmla="*/ 365 w 401"/>
                <a:gd name="T17" fmla="*/ 148 h 401"/>
                <a:gd name="T18" fmla="*/ 372 w 401"/>
                <a:gd name="T19" fmla="*/ 219 h 401"/>
                <a:gd name="T20" fmla="*/ 401 w 401"/>
                <a:gd name="T21" fmla="*/ 228 h 401"/>
                <a:gd name="T22" fmla="*/ 383 w 401"/>
                <a:gd name="T23" fmla="*/ 289 h 401"/>
                <a:gd name="T24" fmla="*/ 354 w 401"/>
                <a:gd name="T25" fmla="*/ 280 h 401"/>
                <a:gd name="T26" fmla="*/ 308 w 401"/>
                <a:gd name="T27" fmla="*/ 335 h 401"/>
                <a:gd name="T28" fmla="*/ 323 w 401"/>
                <a:gd name="T29" fmla="*/ 362 h 401"/>
                <a:gd name="T30" fmla="*/ 267 w 401"/>
                <a:gd name="T31" fmla="*/ 392 h 401"/>
                <a:gd name="T32" fmla="*/ 253 w 401"/>
                <a:gd name="T33" fmla="*/ 365 h 401"/>
                <a:gd name="T34" fmla="*/ 200 w 401"/>
                <a:gd name="T35" fmla="*/ 373 h 401"/>
                <a:gd name="T36" fmla="*/ 200 w 401"/>
                <a:gd name="T37" fmla="*/ 328 h 401"/>
                <a:gd name="T38" fmla="*/ 323 w 401"/>
                <a:gd name="T39" fmla="*/ 237 h 401"/>
                <a:gd name="T40" fmla="*/ 238 w 401"/>
                <a:gd name="T41" fmla="*/ 78 h 401"/>
                <a:gd name="T42" fmla="*/ 200 w 401"/>
                <a:gd name="T43" fmla="*/ 72 h 401"/>
                <a:gd name="T44" fmla="*/ 200 w 401"/>
                <a:gd name="T45" fmla="*/ 27 h 401"/>
                <a:gd name="T46" fmla="*/ 93 w 401"/>
                <a:gd name="T47" fmla="*/ 65 h 401"/>
                <a:gd name="T48" fmla="*/ 78 w 401"/>
                <a:gd name="T49" fmla="*/ 39 h 401"/>
                <a:gd name="T50" fmla="*/ 134 w 401"/>
                <a:gd name="T51" fmla="*/ 9 h 401"/>
                <a:gd name="T52" fmla="*/ 148 w 401"/>
                <a:gd name="T53" fmla="*/ 35 h 401"/>
                <a:gd name="T54" fmla="*/ 200 w 401"/>
                <a:gd name="T55" fmla="*/ 27 h 401"/>
                <a:gd name="T56" fmla="*/ 200 w 401"/>
                <a:gd name="T57" fmla="*/ 72 h 401"/>
                <a:gd name="T58" fmla="*/ 78 w 401"/>
                <a:gd name="T59" fmla="*/ 163 h 401"/>
                <a:gd name="T60" fmla="*/ 163 w 401"/>
                <a:gd name="T61" fmla="*/ 322 h 401"/>
                <a:gd name="T62" fmla="*/ 163 w 401"/>
                <a:gd name="T63" fmla="*/ 322 h 401"/>
                <a:gd name="T64" fmla="*/ 200 w 401"/>
                <a:gd name="T65" fmla="*/ 328 h 401"/>
                <a:gd name="T66" fmla="*/ 200 w 401"/>
                <a:gd name="T67" fmla="*/ 373 h 401"/>
                <a:gd name="T68" fmla="*/ 181 w 401"/>
                <a:gd name="T69" fmla="*/ 372 h 401"/>
                <a:gd name="T70" fmla="*/ 173 w 401"/>
                <a:gd name="T71" fmla="*/ 401 h 401"/>
                <a:gd name="T72" fmla="*/ 112 w 401"/>
                <a:gd name="T73" fmla="*/ 382 h 401"/>
                <a:gd name="T74" fmla="*/ 121 w 401"/>
                <a:gd name="T75" fmla="*/ 354 h 401"/>
                <a:gd name="T76" fmla="*/ 65 w 401"/>
                <a:gd name="T77" fmla="*/ 308 h 401"/>
                <a:gd name="T78" fmla="*/ 39 w 401"/>
                <a:gd name="T79" fmla="*/ 322 h 401"/>
                <a:gd name="T80" fmla="*/ 9 w 401"/>
                <a:gd name="T81" fmla="*/ 267 h 401"/>
                <a:gd name="T82" fmla="*/ 36 w 401"/>
                <a:gd name="T83" fmla="*/ 252 h 401"/>
                <a:gd name="T84" fmla="*/ 29 w 401"/>
                <a:gd name="T85" fmla="*/ 181 h 401"/>
                <a:gd name="T86" fmla="*/ 0 w 401"/>
                <a:gd name="T87" fmla="*/ 172 h 401"/>
                <a:gd name="T88" fmla="*/ 18 w 401"/>
                <a:gd name="T89" fmla="*/ 112 h 401"/>
                <a:gd name="T90" fmla="*/ 47 w 401"/>
                <a:gd name="T91" fmla="*/ 120 h 401"/>
                <a:gd name="T92" fmla="*/ 93 w 401"/>
                <a:gd name="T93" fmla="*/ 65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1" h="401">
                  <a:moveTo>
                    <a:pt x="200" y="27"/>
                  </a:moveTo>
                  <a:cubicBezTo>
                    <a:pt x="207" y="27"/>
                    <a:pt x="213" y="28"/>
                    <a:pt x="220" y="28"/>
                  </a:cubicBezTo>
                  <a:cubicBezTo>
                    <a:pt x="228" y="0"/>
                    <a:pt x="228" y="0"/>
                    <a:pt x="228" y="0"/>
                  </a:cubicBezTo>
                  <a:cubicBezTo>
                    <a:pt x="289" y="18"/>
                    <a:pt x="289" y="18"/>
                    <a:pt x="289" y="18"/>
                  </a:cubicBezTo>
                  <a:cubicBezTo>
                    <a:pt x="280" y="47"/>
                    <a:pt x="280" y="47"/>
                    <a:pt x="280" y="47"/>
                  </a:cubicBezTo>
                  <a:cubicBezTo>
                    <a:pt x="302" y="58"/>
                    <a:pt x="321" y="74"/>
                    <a:pt x="336" y="92"/>
                  </a:cubicBezTo>
                  <a:cubicBezTo>
                    <a:pt x="362" y="78"/>
                    <a:pt x="362" y="78"/>
                    <a:pt x="362" y="78"/>
                  </a:cubicBezTo>
                  <a:cubicBezTo>
                    <a:pt x="392" y="134"/>
                    <a:pt x="392" y="134"/>
                    <a:pt x="392" y="134"/>
                  </a:cubicBezTo>
                  <a:cubicBezTo>
                    <a:pt x="365" y="148"/>
                    <a:pt x="365" y="148"/>
                    <a:pt x="365" y="148"/>
                  </a:cubicBezTo>
                  <a:cubicBezTo>
                    <a:pt x="373" y="171"/>
                    <a:pt x="375" y="195"/>
                    <a:pt x="372" y="219"/>
                  </a:cubicBezTo>
                  <a:cubicBezTo>
                    <a:pt x="401" y="228"/>
                    <a:pt x="401" y="228"/>
                    <a:pt x="401" y="228"/>
                  </a:cubicBezTo>
                  <a:cubicBezTo>
                    <a:pt x="383" y="289"/>
                    <a:pt x="383" y="289"/>
                    <a:pt x="383" y="289"/>
                  </a:cubicBezTo>
                  <a:cubicBezTo>
                    <a:pt x="354" y="280"/>
                    <a:pt x="354" y="280"/>
                    <a:pt x="354" y="280"/>
                  </a:cubicBezTo>
                  <a:cubicBezTo>
                    <a:pt x="343" y="302"/>
                    <a:pt x="327" y="321"/>
                    <a:pt x="308" y="335"/>
                  </a:cubicBezTo>
                  <a:cubicBezTo>
                    <a:pt x="323" y="362"/>
                    <a:pt x="323" y="362"/>
                    <a:pt x="323" y="362"/>
                  </a:cubicBezTo>
                  <a:cubicBezTo>
                    <a:pt x="267" y="392"/>
                    <a:pt x="267" y="392"/>
                    <a:pt x="267" y="392"/>
                  </a:cubicBezTo>
                  <a:cubicBezTo>
                    <a:pt x="253" y="365"/>
                    <a:pt x="253" y="365"/>
                    <a:pt x="253" y="365"/>
                  </a:cubicBezTo>
                  <a:cubicBezTo>
                    <a:pt x="236" y="370"/>
                    <a:pt x="218" y="373"/>
                    <a:pt x="200" y="373"/>
                  </a:cubicBezTo>
                  <a:cubicBezTo>
                    <a:pt x="200" y="328"/>
                    <a:pt x="200" y="328"/>
                    <a:pt x="200" y="328"/>
                  </a:cubicBezTo>
                  <a:cubicBezTo>
                    <a:pt x="255" y="328"/>
                    <a:pt x="306" y="292"/>
                    <a:pt x="323" y="237"/>
                  </a:cubicBezTo>
                  <a:cubicBezTo>
                    <a:pt x="343" y="170"/>
                    <a:pt x="305" y="98"/>
                    <a:pt x="238" y="78"/>
                  </a:cubicBezTo>
                  <a:cubicBezTo>
                    <a:pt x="225" y="74"/>
                    <a:pt x="213" y="72"/>
                    <a:pt x="200" y="72"/>
                  </a:cubicBezTo>
                  <a:lnTo>
                    <a:pt x="200" y="27"/>
                  </a:lnTo>
                  <a:close/>
                  <a:moveTo>
                    <a:pt x="93" y="65"/>
                  </a:moveTo>
                  <a:cubicBezTo>
                    <a:pt x="78" y="39"/>
                    <a:pt x="78" y="39"/>
                    <a:pt x="78" y="39"/>
                  </a:cubicBezTo>
                  <a:cubicBezTo>
                    <a:pt x="134" y="9"/>
                    <a:pt x="134" y="9"/>
                    <a:pt x="134" y="9"/>
                  </a:cubicBezTo>
                  <a:cubicBezTo>
                    <a:pt x="148" y="35"/>
                    <a:pt x="148" y="35"/>
                    <a:pt x="148" y="35"/>
                  </a:cubicBezTo>
                  <a:cubicBezTo>
                    <a:pt x="165" y="30"/>
                    <a:pt x="183" y="27"/>
                    <a:pt x="200" y="27"/>
                  </a:cubicBezTo>
                  <a:cubicBezTo>
                    <a:pt x="200" y="72"/>
                    <a:pt x="200" y="72"/>
                    <a:pt x="200" y="72"/>
                  </a:cubicBezTo>
                  <a:cubicBezTo>
                    <a:pt x="146" y="72"/>
                    <a:pt x="95" y="108"/>
                    <a:pt x="78" y="163"/>
                  </a:cubicBezTo>
                  <a:cubicBezTo>
                    <a:pt x="58" y="231"/>
                    <a:pt x="96" y="302"/>
                    <a:pt x="163" y="322"/>
                  </a:cubicBezTo>
                  <a:cubicBezTo>
                    <a:pt x="163" y="322"/>
                    <a:pt x="163" y="322"/>
                    <a:pt x="163" y="322"/>
                  </a:cubicBezTo>
                  <a:cubicBezTo>
                    <a:pt x="176" y="326"/>
                    <a:pt x="188" y="328"/>
                    <a:pt x="200" y="328"/>
                  </a:cubicBezTo>
                  <a:cubicBezTo>
                    <a:pt x="200" y="373"/>
                    <a:pt x="200" y="373"/>
                    <a:pt x="200" y="373"/>
                  </a:cubicBezTo>
                  <a:cubicBezTo>
                    <a:pt x="194" y="373"/>
                    <a:pt x="188" y="373"/>
                    <a:pt x="181" y="372"/>
                  </a:cubicBezTo>
                  <a:cubicBezTo>
                    <a:pt x="173" y="401"/>
                    <a:pt x="173" y="401"/>
                    <a:pt x="173" y="401"/>
                  </a:cubicBezTo>
                  <a:cubicBezTo>
                    <a:pt x="112" y="382"/>
                    <a:pt x="112" y="382"/>
                    <a:pt x="112" y="382"/>
                  </a:cubicBezTo>
                  <a:cubicBezTo>
                    <a:pt x="121" y="354"/>
                    <a:pt x="121" y="354"/>
                    <a:pt x="121" y="354"/>
                  </a:cubicBezTo>
                  <a:cubicBezTo>
                    <a:pt x="99" y="342"/>
                    <a:pt x="80" y="327"/>
                    <a:pt x="65" y="308"/>
                  </a:cubicBezTo>
                  <a:cubicBezTo>
                    <a:pt x="39" y="322"/>
                    <a:pt x="39" y="322"/>
                    <a:pt x="39" y="322"/>
                  </a:cubicBezTo>
                  <a:cubicBezTo>
                    <a:pt x="9" y="267"/>
                    <a:pt x="9" y="267"/>
                    <a:pt x="9" y="267"/>
                  </a:cubicBezTo>
                  <a:cubicBezTo>
                    <a:pt x="36" y="252"/>
                    <a:pt x="36" y="252"/>
                    <a:pt x="36" y="252"/>
                  </a:cubicBezTo>
                  <a:cubicBezTo>
                    <a:pt x="28" y="230"/>
                    <a:pt x="26" y="205"/>
                    <a:pt x="29" y="181"/>
                  </a:cubicBezTo>
                  <a:cubicBezTo>
                    <a:pt x="0" y="172"/>
                    <a:pt x="0" y="172"/>
                    <a:pt x="0" y="172"/>
                  </a:cubicBezTo>
                  <a:cubicBezTo>
                    <a:pt x="18" y="112"/>
                    <a:pt x="18" y="112"/>
                    <a:pt x="18" y="112"/>
                  </a:cubicBezTo>
                  <a:cubicBezTo>
                    <a:pt x="47" y="120"/>
                    <a:pt x="47" y="120"/>
                    <a:pt x="47" y="120"/>
                  </a:cubicBezTo>
                  <a:cubicBezTo>
                    <a:pt x="58" y="99"/>
                    <a:pt x="74" y="80"/>
                    <a:pt x="93" y="6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4" name="Freeform 118"/>
            <p:cNvSpPr>
              <a:spLocks noEditPoints="1"/>
            </p:cNvSpPr>
            <p:nvPr/>
          </p:nvSpPr>
          <p:spPr bwMode="auto">
            <a:xfrm>
              <a:off x="1652588" y="3573462"/>
              <a:ext cx="588963" cy="588963"/>
            </a:xfrm>
            <a:custGeom>
              <a:avLst/>
              <a:gdLst>
                <a:gd name="T0" fmla="*/ 242 w 275"/>
                <a:gd name="T1" fmla="*/ 193 h 275"/>
                <a:gd name="T2" fmla="*/ 257 w 275"/>
                <a:gd name="T3" fmla="*/ 206 h 275"/>
                <a:gd name="T4" fmla="*/ 225 w 275"/>
                <a:gd name="T5" fmla="*/ 245 h 275"/>
                <a:gd name="T6" fmla="*/ 209 w 275"/>
                <a:gd name="T7" fmla="*/ 231 h 275"/>
                <a:gd name="T8" fmla="*/ 172 w 275"/>
                <a:gd name="T9" fmla="*/ 251 h 275"/>
                <a:gd name="T10" fmla="*/ 174 w 275"/>
                <a:gd name="T11" fmla="*/ 271 h 275"/>
                <a:gd name="T12" fmla="*/ 137 w 275"/>
                <a:gd name="T13" fmla="*/ 274 h 275"/>
                <a:gd name="T14" fmla="*/ 137 w 275"/>
                <a:gd name="T15" fmla="*/ 217 h 275"/>
                <a:gd name="T16" fmla="*/ 198 w 275"/>
                <a:gd name="T17" fmla="*/ 189 h 275"/>
                <a:gd name="T18" fmla="*/ 188 w 275"/>
                <a:gd name="T19" fmla="*/ 77 h 275"/>
                <a:gd name="T20" fmla="*/ 188 w 275"/>
                <a:gd name="T21" fmla="*/ 77 h 275"/>
                <a:gd name="T22" fmla="*/ 160 w 275"/>
                <a:gd name="T23" fmla="*/ 62 h 275"/>
                <a:gd name="T24" fmla="*/ 137 w 275"/>
                <a:gd name="T25" fmla="*/ 59 h 275"/>
                <a:gd name="T26" fmla="*/ 137 w 275"/>
                <a:gd name="T27" fmla="*/ 2 h 275"/>
                <a:gd name="T28" fmla="*/ 151 w 275"/>
                <a:gd name="T29" fmla="*/ 0 h 275"/>
                <a:gd name="T30" fmla="*/ 152 w 275"/>
                <a:gd name="T31" fmla="*/ 21 h 275"/>
                <a:gd name="T32" fmla="*/ 192 w 275"/>
                <a:gd name="T33" fmla="*/ 33 h 275"/>
                <a:gd name="T34" fmla="*/ 205 w 275"/>
                <a:gd name="T35" fmla="*/ 18 h 275"/>
                <a:gd name="T36" fmla="*/ 244 w 275"/>
                <a:gd name="T37" fmla="*/ 50 h 275"/>
                <a:gd name="T38" fmla="*/ 231 w 275"/>
                <a:gd name="T39" fmla="*/ 66 h 275"/>
                <a:gd name="T40" fmla="*/ 250 w 275"/>
                <a:gd name="T41" fmla="*/ 103 h 275"/>
                <a:gd name="T42" fmla="*/ 270 w 275"/>
                <a:gd name="T43" fmla="*/ 101 h 275"/>
                <a:gd name="T44" fmla="*/ 275 w 275"/>
                <a:gd name="T45" fmla="*/ 151 h 275"/>
                <a:gd name="T46" fmla="*/ 254 w 275"/>
                <a:gd name="T47" fmla="*/ 153 h 275"/>
                <a:gd name="T48" fmla="*/ 242 w 275"/>
                <a:gd name="T49" fmla="*/ 193 h 275"/>
                <a:gd name="T50" fmla="*/ 137 w 275"/>
                <a:gd name="T51" fmla="*/ 274 h 275"/>
                <a:gd name="T52" fmla="*/ 124 w 275"/>
                <a:gd name="T53" fmla="*/ 275 h 275"/>
                <a:gd name="T54" fmla="*/ 122 w 275"/>
                <a:gd name="T55" fmla="*/ 255 h 275"/>
                <a:gd name="T56" fmla="*/ 82 w 275"/>
                <a:gd name="T57" fmla="*/ 242 h 275"/>
                <a:gd name="T58" fmla="*/ 69 w 275"/>
                <a:gd name="T59" fmla="*/ 258 h 275"/>
                <a:gd name="T60" fmla="*/ 30 w 275"/>
                <a:gd name="T61" fmla="*/ 226 h 275"/>
                <a:gd name="T62" fmla="*/ 44 w 275"/>
                <a:gd name="T63" fmla="*/ 210 h 275"/>
                <a:gd name="T64" fmla="*/ 24 w 275"/>
                <a:gd name="T65" fmla="*/ 173 h 275"/>
                <a:gd name="T66" fmla="*/ 4 w 275"/>
                <a:gd name="T67" fmla="*/ 175 h 275"/>
                <a:gd name="T68" fmla="*/ 0 w 275"/>
                <a:gd name="T69" fmla="*/ 124 h 275"/>
                <a:gd name="T70" fmla="*/ 20 w 275"/>
                <a:gd name="T71" fmla="*/ 123 h 275"/>
                <a:gd name="T72" fmla="*/ 33 w 275"/>
                <a:gd name="T73" fmla="*/ 83 h 275"/>
                <a:gd name="T74" fmla="*/ 17 w 275"/>
                <a:gd name="T75" fmla="*/ 70 h 275"/>
                <a:gd name="T76" fmla="*/ 49 w 275"/>
                <a:gd name="T77" fmla="*/ 31 h 275"/>
                <a:gd name="T78" fmla="*/ 65 w 275"/>
                <a:gd name="T79" fmla="*/ 44 h 275"/>
                <a:gd name="T80" fmla="*/ 102 w 275"/>
                <a:gd name="T81" fmla="*/ 25 h 275"/>
                <a:gd name="T82" fmla="*/ 100 w 275"/>
                <a:gd name="T83" fmla="*/ 5 h 275"/>
                <a:gd name="T84" fmla="*/ 137 w 275"/>
                <a:gd name="T85" fmla="*/ 2 h 275"/>
                <a:gd name="T86" fmla="*/ 137 w 275"/>
                <a:gd name="T87" fmla="*/ 59 h 275"/>
                <a:gd name="T88" fmla="*/ 77 w 275"/>
                <a:gd name="T89" fmla="*/ 87 h 275"/>
                <a:gd name="T90" fmla="*/ 86 w 275"/>
                <a:gd name="T91" fmla="*/ 198 h 275"/>
                <a:gd name="T92" fmla="*/ 114 w 275"/>
                <a:gd name="T93" fmla="*/ 214 h 275"/>
                <a:gd name="T94" fmla="*/ 137 w 275"/>
                <a:gd name="T95" fmla="*/ 217 h 275"/>
                <a:gd name="T96" fmla="*/ 137 w 275"/>
                <a:gd name="T97" fmla="*/ 274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275">
                  <a:moveTo>
                    <a:pt x="242" y="193"/>
                  </a:moveTo>
                  <a:cubicBezTo>
                    <a:pt x="257" y="206"/>
                    <a:pt x="257" y="206"/>
                    <a:pt x="257" y="206"/>
                  </a:cubicBezTo>
                  <a:cubicBezTo>
                    <a:pt x="225" y="245"/>
                    <a:pt x="225" y="245"/>
                    <a:pt x="225" y="245"/>
                  </a:cubicBezTo>
                  <a:cubicBezTo>
                    <a:pt x="209" y="231"/>
                    <a:pt x="209" y="231"/>
                    <a:pt x="209" y="231"/>
                  </a:cubicBezTo>
                  <a:cubicBezTo>
                    <a:pt x="198" y="240"/>
                    <a:pt x="186" y="246"/>
                    <a:pt x="172" y="251"/>
                  </a:cubicBezTo>
                  <a:cubicBezTo>
                    <a:pt x="174" y="271"/>
                    <a:pt x="174" y="271"/>
                    <a:pt x="174" y="271"/>
                  </a:cubicBezTo>
                  <a:cubicBezTo>
                    <a:pt x="137" y="274"/>
                    <a:pt x="137" y="274"/>
                    <a:pt x="137" y="274"/>
                  </a:cubicBezTo>
                  <a:cubicBezTo>
                    <a:pt x="137" y="217"/>
                    <a:pt x="137" y="217"/>
                    <a:pt x="137" y="217"/>
                  </a:cubicBezTo>
                  <a:cubicBezTo>
                    <a:pt x="160" y="217"/>
                    <a:pt x="182" y="207"/>
                    <a:pt x="198" y="189"/>
                  </a:cubicBezTo>
                  <a:cubicBezTo>
                    <a:pt x="226" y="155"/>
                    <a:pt x="221" y="105"/>
                    <a:pt x="188" y="77"/>
                  </a:cubicBezTo>
                  <a:cubicBezTo>
                    <a:pt x="188" y="77"/>
                    <a:pt x="188" y="77"/>
                    <a:pt x="188" y="77"/>
                  </a:cubicBezTo>
                  <a:cubicBezTo>
                    <a:pt x="180" y="70"/>
                    <a:pt x="170" y="65"/>
                    <a:pt x="160" y="62"/>
                  </a:cubicBezTo>
                  <a:cubicBezTo>
                    <a:pt x="153" y="60"/>
                    <a:pt x="145" y="59"/>
                    <a:pt x="137" y="59"/>
                  </a:cubicBezTo>
                  <a:cubicBezTo>
                    <a:pt x="137" y="2"/>
                    <a:pt x="137" y="2"/>
                    <a:pt x="137" y="2"/>
                  </a:cubicBezTo>
                  <a:cubicBezTo>
                    <a:pt x="151" y="0"/>
                    <a:pt x="151" y="0"/>
                    <a:pt x="151" y="0"/>
                  </a:cubicBezTo>
                  <a:cubicBezTo>
                    <a:pt x="152" y="21"/>
                    <a:pt x="152" y="21"/>
                    <a:pt x="152" y="21"/>
                  </a:cubicBezTo>
                  <a:cubicBezTo>
                    <a:pt x="166" y="23"/>
                    <a:pt x="180" y="27"/>
                    <a:pt x="192" y="33"/>
                  </a:cubicBezTo>
                  <a:cubicBezTo>
                    <a:pt x="205" y="18"/>
                    <a:pt x="205" y="18"/>
                    <a:pt x="205" y="18"/>
                  </a:cubicBezTo>
                  <a:cubicBezTo>
                    <a:pt x="244" y="50"/>
                    <a:pt x="244" y="50"/>
                    <a:pt x="244" y="50"/>
                  </a:cubicBezTo>
                  <a:cubicBezTo>
                    <a:pt x="231" y="66"/>
                    <a:pt x="231" y="66"/>
                    <a:pt x="231" y="66"/>
                  </a:cubicBezTo>
                  <a:cubicBezTo>
                    <a:pt x="239" y="77"/>
                    <a:pt x="246" y="89"/>
                    <a:pt x="250" y="103"/>
                  </a:cubicBezTo>
                  <a:cubicBezTo>
                    <a:pt x="270" y="101"/>
                    <a:pt x="270" y="101"/>
                    <a:pt x="270" y="101"/>
                  </a:cubicBezTo>
                  <a:cubicBezTo>
                    <a:pt x="275" y="151"/>
                    <a:pt x="275" y="151"/>
                    <a:pt x="275" y="151"/>
                  </a:cubicBezTo>
                  <a:cubicBezTo>
                    <a:pt x="254" y="153"/>
                    <a:pt x="254" y="153"/>
                    <a:pt x="254" y="153"/>
                  </a:cubicBezTo>
                  <a:cubicBezTo>
                    <a:pt x="252" y="167"/>
                    <a:pt x="248" y="180"/>
                    <a:pt x="242" y="193"/>
                  </a:cubicBezTo>
                  <a:close/>
                  <a:moveTo>
                    <a:pt x="137" y="274"/>
                  </a:moveTo>
                  <a:cubicBezTo>
                    <a:pt x="124" y="275"/>
                    <a:pt x="124" y="275"/>
                    <a:pt x="124" y="275"/>
                  </a:cubicBezTo>
                  <a:cubicBezTo>
                    <a:pt x="122" y="255"/>
                    <a:pt x="122" y="255"/>
                    <a:pt x="122" y="255"/>
                  </a:cubicBezTo>
                  <a:cubicBezTo>
                    <a:pt x="108" y="253"/>
                    <a:pt x="95" y="249"/>
                    <a:pt x="82" y="242"/>
                  </a:cubicBezTo>
                  <a:cubicBezTo>
                    <a:pt x="69" y="258"/>
                    <a:pt x="69" y="258"/>
                    <a:pt x="69" y="258"/>
                  </a:cubicBezTo>
                  <a:cubicBezTo>
                    <a:pt x="30" y="226"/>
                    <a:pt x="30" y="226"/>
                    <a:pt x="30" y="226"/>
                  </a:cubicBezTo>
                  <a:cubicBezTo>
                    <a:pt x="44" y="210"/>
                    <a:pt x="44" y="210"/>
                    <a:pt x="44" y="210"/>
                  </a:cubicBezTo>
                  <a:cubicBezTo>
                    <a:pt x="35" y="199"/>
                    <a:pt x="29" y="186"/>
                    <a:pt x="24" y="173"/>
                  </a:cubicBezTo>
                  <a:cubicBezTo>
                    <a:pt x="4" y="175"/>
                    <a:pt x="4" y="175"/>
                    <a:pt x="4" y="175"/>
                  </a:cubicBezTo>
                  <a:cubicBezTo>
                    <a:pt x="0" y="124"/>
                    <a:pt x="0" y="124"/>
                    <a:pt x="0" y="124"/>
                  </a:cubicBezTo>
                  <a:cubicBezTo>
                    <a:pt x="20" y="123"/>
                    <a:pt x="20" y="123"/>
                    <a:pt x="20" y="123"/>
                  </a:cubicBezTo>
                  <a:cubicBezTo>
                    <a:pt x="22" y="109"/>
                    <a:pt x="26" y="96"/>
                    <a:pt x="33" y="83"/>
                  </a:cubicBezTo>
                  <a:cubicBezTo>
                    <a:pt x="17" y="70"/>
                    <a:pt x="17" y="70"/>
                    <a:pt x="17" y="70"/>
                  </a:cubicBezTo>
                  <a:cubicBezTo>
                    <a:pt x="49" y="31"/>
                    <a:pt x="49" y="31"/>
                    <a:pt x="49" y="31"/>
                  </a:cubicBezTo>
                  <a:cubicBezTo>
                    <a:pt x="65" y="44"/>
                    <a:pt x="65" y="44"/>
                    <a:pt x="65" y="44"/>
                  </a:cubicBezTo>
                  <a:cubicBezTo>
                    <a:pt x="76" y="36"/>
                    <a:pt x="89" y="29"/>
                    <a:pt x="102" y="25"/>
                  </a:cubicBezTo>
                  <a:cubicBezTo>
                    <a:pt x="100" y="5"/>
                    <a:pt x="100" y="5"/>
                    <a:pt x="100" y="5"/>
                  </a:cubicBezTo>
                  <a:cubicBezTo>
                    <a:pt x="137" y="2"/>
                    <a:pt x="137" y="2"/>
                    <a:pt x="137" y="2"/>
                  </a:cubicBezTo>
                  <a:cubicBezTo>
                    <a:pt x="137" y="59"/>
                    <a:pt x="137" y="59"/>
                    <a:pt x="137" y="59"/>
                  </a:cubicBezTo>
                  <a:cubicBezTo>
                    <a:pt x="114" y="59"/>
                    <a:pt x="92" y="69"/>
                    <a:pt x="77" y="87"/>
                  </a:cubicBezTo>
                  <a:cubicBezTo>
                    <a:pt x="48" y="120"/>
                    <a:pt x="53" y="170"/>
                    <a:pt x="86" y="198"/>
                  </a:cubicBezTo>
                  <a:cubicBezTo>
                    <a:pt x="95" y="205"/>
                    <a:pt x="104" y="210"/>
                    <a:pt x="114" y="214"/>
                  </a:cubicBezTo>
                  <a:cubicBezTo>
                    <a:pt x="122" y="216"/>
                    <a:pt x="129" y="217"/>
                    <a:pt x="137" y="217"/>
                  </a:cubicBezTo>
                  <a:lnTo>
                    <a:pt x="137" y="27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5" name="Oval 119"/>
            <p:cNvSpPr>
              <a:spLocks noChangeArrowheads="1"/>
            </p:cNvSpPr>
            <p:nvPr/>
          </p:nvSpPr>
          <p:spPr bwMode="auto">
            <a:xfrm>
              <a:off x="2851150" y="3830637"/>
              <a:ext cx="346075" cy="347663"/>
            </a:xfrm>
            <a:prstGeom prst="ellipse">
              <a:avLst/>
            </a:prstGeom>
            <a:solidFill>
              <a:srgbClr val="FFFFFF"/>
            </a:solidFill>
            <a:ln w="4763"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6" name="Freeform 120"/>
            <p:cNvSpPr>
              <a:spLocks noEditPoints="1"/>
            </p:cNvSpPr>
            <p:nvPr/>
          </p:nvSpPr>
          <p:spPr bwMode="auto">
            <a:xfrm>
              <a:off x="2832100" y="3811587"/>
              <a:ext cx="384175" cy="385763"/>
            </a:xfrm>
            <a:custGeom>
              <a:avLst/>
              <a:gdLst>
                <a:gd name="T0" fmla="*/ 89 w 179"/>
                <a:gd name="T1" fmla="*/ 17 h 180"/>
                <a:gd name="T2" fmla="*/ 162 w 179"/>
                <a:gd name="T3" fmla="*/ 90 h 180"/>
                <a:gd name="T4" fmla="*/ 89 w 179"/>
                <a:gd name="T5" fmla="*/ 163 h 180"/>
                <a:gd name="T6" fmla="*/ 89 w 179"/>
                <a:gd name="T7" fmla="*/ 180 h 180"/>
                <a:gd name="T8" fmla="*/ 179 w 179"/>
                <a:gd name="T9" fmla="*/ 90 h 180"/>
                <a:gd name="T10" fmla="*/ 89 w 179"/>
                <a:gd name="T11" fmla="*/ 0 h 180"/>
                <a:gd name="T12" fmla="*/ 89 w 179"/>
                <a:gd name="T13" fmla="*/ 17 h 180"/>
                <a:gd name="T14" fmla="*/ 89 w 179"/>
                <a:gd name="T15" fmla="*/ 17 h 180"/>
                <a:gd name="T16" fmla="*/ 89 w 179"/>
                <a:gd name="T17" fmla="*/ 17 h 180"/>
                <a:gd name="T18" fmla="*/ 89 w 179"/>
                <a:gd name="T19" fmla="*/ 0 h 180"/>
                <a:gd name="T20" fmla="*/ 89 w 179"/>
                <a:gd name="T21" fmla="*/ 0 h 180"/>
                <a:gd name="T22" fmla="*/ 0 w 179"/>
                <a:gd name="T23" fmla="*/ 90 h 180"/>
                <a:gd name="T24" fmla="*/ 89 w 179"/>
                <a:gd name="T25" fmla="*/ 180 h 180"/>
                <a:gd name="T26" fmla="*/ 89 w 179"/>
                <a:gd name="T27" fmla="*/ 180 h 180"/>
                <a:gd name="T28" fmla="*/ 89 w 179"/>
                <a:gd name="T29" fmla="*/ 163 h 180"/>
                <a:gd name="T30" fmla="*/ 89 w 179"/>
                <a:gd name="T31" fmla="*/ 163 h 180"/>
                <a:gd name="T32" fmla="*/ 16 w 179"/>
                <a:gd name="T33" fmla="*/ 90 h 180"/>
                <a:gd name="T34" fmla="*/ 89 w 179"/>
                <a:gd name="T35" fmla="*/ 1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9" h="180">
                  <a:moveTo>
                    <a:pt x="89" y="17"/>
                  </a:moveTo>
                  <a:cubicBezTo>
                    <a:pt x="130" y="17"/>
                    <a:pt x="162" y="49"/>
                    <a:pt x="162" y="90"/>
                  </a:cubicBezTo>
                  <a:cubicBezTo>
                    <a:pt x="162" y="130"/>
                    <a:pt x="130" y="163"/>
                    <a:pt x="89" y="163"/>
                  </a:cubicBezTo>
                  <a:cubicBezTo>
                    <a:pt x="89" y="180"/>
                    <a:pt x="89" y="180"/>
                    <a:pt x="89" y="180"/>
                  </a:cubicBezTo>
                  <a:cubicBezTo>
                    <a:pt x="139" y="180"/>
                    <a:pt x="179" y="139"/>
                    <a:pt x="179" y="90"/>
                  </a:cubicBezTo>
                  <a:cubicBezTo>
                    <a:pt x="179" y="40"/>
                    <a:pt x="139" y="0"/>
                    <a:pt x="89" y="0"/>
                  </a:cubicBezTo>
                  <a:lnTo>
                    <a:pt x="89" y="17"/>
                  </a:lnTo>
                  <a:close/>
                  <a:moveTo>
                    <a:pt x="89" y="17"/>
                  </a:moveTo>
                  <a:cubicBezTo>
                    <a:pt x="89" y="17"/>
                    <a:pt x="89" y="17"/>
                    <a:pt x="89" y="17"/>
                  </a:cubicBezTo>
                  <a:cubicBezTo>
                    <a:pt x="89" y="0"/>
                    <a:pt x="89" y="0"/>
                    <a:pt x="89" y="0"/>
                  </a:cubicBezTo>
                  <a:cubicBezTo>
                    <a:pt x="89" y="0"/>
                    <a:pt x="89" y="0"/>
                    <a:pt x="89" y="0"/>
                  </a:cubicBezTo>
                  <a:cubicBezTo>
                    <a:pt x="40" y="0"/>
                    <a:pt x="0" y="40"/>
                    <a:pt x="0" y="90"/>
                  </a:cubicBezTo>
                  <a:cubicBezTo>
                    <a:pt x="0" y="139"/>
                    <a:pt x="40" y="180"/>
                    <a:pt x="89" y="180"/>
                  </a:cubicBezTo>
                  <a:cubicBezTo>
                    <a:pt x="89" y="180"/>
                    <a:pt x="89" y="180"/>
                    <a:pt x="89" y="180"/>
                  </a:cubicBezTo>
                  <a:cubicBezTo>
                    <a:pt x="89" y="163"/>
                    <a:pt x="89" y="163"/>
                    <a:pt x="89" y="163"/>
                  </a:cubicBezTo>
                  <a:cubicBezTo>
                    <a:pt x="89" y="163"/>
                    <a:pt x="89" y="163"/>
                    <a:pt x="89" y="163"/>
                  </a:cubicBezTo>
                  <a:cubicBezTo>
                    <a:pt x="49" y="163"/>
                    <a:pt x="16" y="130"/>
                    <a:pt x="16" y="90"/>
                  </a:cubicBezTo>
                  <a:cubicBezTo>
                    <a:pt x="16" y="49"/>
                    <a:pt x="49" y="17"/>
                    <a:pt x="89" y="17"/>
                  </a:cubicBezTo>
                  <a:close/>
                </a:path>
              </a:pathLst>
            </a:cu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7" name="Freeform 121"/>
            <p:cNvSpPr>
              <a:spLocks/>
            </p:cNvSpPr>
            <p:nvPr/>
          </p:nvSpPr>
          <p:spPr bwMode="auto">
            <a:xfrm>
              <a:off x="3014663" y="3890962"/>
              <a:ext cx="19050" cy="112713"/>
            </a:xfrm>
            <a:custGeom>
              <a:avLst/>
              <a:gdLst>
                <a:gd name="T0" fmla="*/ 4 w 9"/>
                <a:gd name="T1" fmla="*/ 0 h 53"/>
                <a:gd name="T2" fmla="*/ 4 w 9"/>
                <a:gd name="T3" fmla="*/ 0 h 53"/>
                <a:gd name="T4" fmla="*/ 9 w 9"/>
                <a:gd name="T5" fmla="*/ 4 h 53"/>
                <a:gd name="T6" fmla="*/ 9 w 9"/>
                <a:gd name="T7" fmla="*/ 49 h 53"/>
                <a:gd name="T8" fmla="*/ 4 w 9"/>
                <a:gd name="T9" fmla="*/ 53 h 53"/>
                <a:gd name="T10" fmla="*/ 4 w 9"/>
                <a:gd name="T11" fmla="*/ 53 h 53"/>
                <a:gd name="T12" fmla="*/ 0 w 9"/>
                <a:gd name="T13" fmla="*/ 49 h 53"/>
                <a:gd name="T14" fmla="*/ 0 w 9"/>
                <a:gd name="T15" fmla="*/ 4 h 53"/>
                <a:gd name="T16" fmla="*/ 4 w 9"/>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3">
                  <a:moveTo>
                    <a:pt x="4" y="0"/>
                  </a:moveTo>
                  <a:cubicBezTo>
                    <a:pt x="4" y="0"/>
                    <a:pt x="4" y="0"/>
                    <a:pt x="4" y="0"/>
                  </a:cubicBezTo>
                  <a:cubicBezTo>
                    <a:pt x="7" y="0"/>
                    <a:pt x="9" y="1"/>
                    <a:pt x="9" y="4"/>
                  </a:cubicBezTo>
                  <a:cubicBezTo>
                    <a:pt x="9" y="49"/>
                    <a:pt x="9" y="49"/>
                    <a:pt x="9" y="49"/>
                  </a:cubicBezTo>
                  <a:cubicBezTo>
                    <a:pt x="9" y="51"/>
                    <a:pt x="7" y="53"/>
                    <a:pt x="4" y="53"/>
                  </a:cubicBezTo>
                  <a:cubicBezTo>
                    <a:pt x="4" y="53"/>
                    <a:pt x="4" y="53"/>
                    <a:pt x="4" y="53"/>
                  </a:cubicBezTo>
                  <a:cubicBezTo>
                    <a:pt x="2" y="53"/>
                    <a:pt x="0" y="51"/>
                    <a:pt x="0" y="49"/>
                  </a:cubicBezTo>
                  <a:cubicBezTo>
                    <a:pt x="0" y="4"/>
                    <a:pt x="0" y="4"/>
                    <a:pt x="0" y="4"/>
                  </a:cubicBezTo>
                  <a:cubicBezTo>
                    <a:pt x="0" y="1"/>
                    <a:pt x="2" y="0"/>
                    <a:pt x="4" y="0"/>
                  </a:cubicBezTo>
                  <a:close/>
                </a:path>
              </a:pathLst>
            </a:cu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8" name="Freeform 122"/>
            <p:cNvSpPr>
              <a:spLocks/>
            </p:cNvSpPr>
            <p:nvPr/>
          </p:nvSpPr>
          <p:spPr bwMode="auto">
            <a:xfrm>
              <a:off x="2947988" y="3935412"/>
              <a:ext cx="79375" cy="73025"/>
            </a:xfrm>
            <a:custGeom>
              <a:avLst/>
              <a:gdLst>
                <a:gd name="T0" fmla="*/ 2 w 37"/>
                <a:gd name="T1" fmla="*/ 2 h 34"/>
                <a:gd name="T2" fmla="*/ 2 w 37"/>
                <a:gd name="T3" fmla="*/ 2 h 34"/>
                <a:gd name="T4" fmla="*/ 8 w 37"/>
                <a:gd name="T5" fmla="*/ 2 h 34"/>
                <a:gd name="T6" fmla="*/ 35 w 37"/>
                <a:gd name="T7" fmla="*/ 26 h 34"/>
                <a:gd name="T8" fmla="*/ 35 w 37"/>
                <a:gd name="T9" fmla="*/ 32 h 34"/>
                <a:gd name="T10" fmla="*/ 35 w 37"/>
                <a:gd name="T11" fmla="*/ 32 h 34"/>
                <a:gd name="T12" fmla="*/ 29 w 37"/>
                <a:gd name="T13" fmla="*/ 32 h 34"/>
                <a:gd name="T14" fmla="*/ 2 w 37"/>
                <a:gd name="T15" fmla="*/ 8 h 34"/>
                <a:gd name="T16" fmla="*/ 2 w 37"/>
                <a:gd name="T17"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4">
                  <a:moveTo>
                    <a:pt x="2" y="2"/>
                  </a:moveTo>
                  <a:cubicBezTo>
                    <a:pt x="2" y="2"/>
                    <a:pt x="2" y="2"/>
                    <a:pt x="2" y="2"/>
                  </a:cubicBezTo>
                  <a:cubicBezTo>
                    <a:pt x="3" y="0"/>
                    <a:pt x="6" y="0"/>
                    <a:pt x="8" y="2"/>
                  </a:cubicBezTo>
                  <a:cubicBezTo>
                    <a:pt x="35" y="26"/>
                    <a:pt x="35" y="26"/>
                    <a:pt x="35" y="26"/>
                  </a:cubicBezTo>
                  <a:cubicBezTo>
                    <a:pt x="37" y="27"/>
                    <a:pt x="37" y="30"/>
                    <a:pt x="35" y="32"/>
                  </a:cubicBezTo>
                  <a:cubicBezTo>
                    <a:pt x="35" y="32"/>
                    <a:pt x="35" y="32"/>
                    <a:pt x="35" y="32"/>
                  </a:cubicBezTo>
                  <a:cubicBezTo>
                    <a:pt x="34" y="34"/>
                    <a:pt x="31" y="34"/>
                    <a:pt x="29" y="32"/>
                  </a:cubicBezTo>
                  <a:cubicBezTo>
                    <a:pt x="2" y="8"/>
                    <a:pt x="2" y="8"/>
                    <a:pt x="2" y="8"/>
                  </a:cubicBezTo>
                  <a:cubicBezTo>
                    <a:pt x="0" y="6"/>
                    <a:pt x="0" y="4"/>
                    <a:pt x="2" y="2"/>
                  </a:cubicBezTo>
                  <a:close/>
                </a:path>
              </a:pathLst>
            </a:cu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9" name="Oval 123"/>
            <p:cNvSpPr>
              <a:spLocks noChangeArrowheads="1"/>
            </p:cNvSpPr>
            <p:nvPr/>
          </p:nvSpPr>
          <p:spPr bwMode="auto">
            <a:xfrm>
              <a:off x="3014663" y="3860800"/>
              <a:ext cx="19050"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0" name="Oval 124"/>
            <p:cNvSpPr>
              <a:spLocks noChangeArrowheads="1"/>
            </p:cNvSpPr>
            <p:nvPr/>
          </p:nvSpPr>
          <p:spPr bwMode="auto">
            <a:xfrm>
              <a:off x="3151188" y="3997325"/>
              <a:ext cx="22225"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1" name="Oval 125"/>
            <p:cNvSpPr>
              <a:spLocks noChangeArrowheads="1"/>
            </p:cNvSpPr>
            <p:nvPr/>
          </p:nvSpPr>
          <p:spPr bwMode="auto">
            <a:xfrm>
              <a:off x="3014663" y="4137025"/>
              <a:ext cx="20638"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2" name="Oval 126"/>
            <p:cNvSpPr>
              <a:spLocks noChangeArrowheads="1"/>
            </p:cNvSpPr>
            <p:nvPr/>
          </p:nvSpPr>
          <p:spPr bwMode="auto">
            <a:xfrm>
              <a:off x="2878138" y="4000500"/>
              <a:ext cx="19050"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3" name="Oval 127"/>
            <p:cNvSpPr>
              <a:spLocks noChangeArrowheads="1"/>
            </p:cNvSpPr>
            <p:nvPr/>
          </p:nvSpPr>
          <p:spPr bwMode="auto">
            <a:xfrm>
              <a:off x="3001963" y="3979862"/>
              <a:ext cx="44450" cy="47625"/>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4" name="Freeform 128"/>
            <p:cNvSpPr>
              <a:spLocks/>
            </p:cNvSpPr>
            <p:nvPr/>
          </p:nvSpPr>
          <p:spPr bwMode="auto">
            <a:xfrm>
              <a:off x="2716213" y="2476500"/>
              <a:ext cx="576263" cy="400050"/>
            </a:xfrm>
            <a:custGeom>
              <a:avLst/>
              <a:gdLst>
                <a:gd name="T0" fmla="*/ 213 w 269"/>
                <a:gd name="T1" fmla="*/ 68 h 187"/>
                <a:gd name="T2" fmla="*/ 269 w 269"/>
                <a:gd name="T3" fmla="*/ 127 h 187"/>
                <a:gd name="T4" fmla="*/ 269 w 269"/>
                <a:gd name="T5" fmla="*/ 127 h 187"/>
                <a:gd name="T6" fmla="*/ 211 w 269"/>
                <a:gd name="T7" fmla="*/ 187 h 187"/>
                <a:gd name="T8" fmla="*/ 63 w 269"/>
                <a:gd name="T9" fmla="*/ 187 h 187"/>
                <a:gd name="T10" fmla="*/ 0 w 269"/>
                <a:gd name="T11" fmla="*/ 127 h 187"/>
                <a:gd name="T12" fmla="*/ 0 w 269"/>
                <a:gd name="T13" fmla="*/ 127 h 187"/>
                <a:gd name="T14" fmla="*/ 55 w 269"/>
                <a:gd name="T15" fmla="*/ 68 h 187"/>
                <a:gd name="T16" fmla="*/ 55 w 269"/>
                <a:gd name="T17" fmla="*/ 66 h 187"/>
                <a:gd name="T18" fmla="*/ 134 w 269"/>
                <a:gd name="T19" fmla="*/ 0 h 187"/>
                <a:gd name="T20" fmla="*/ 213 w 269"/>
                <a:gd name="T21" fmla="*/ 66 h 187"/>
                <a:gd name="T22" fmla="*/ 213 w 269"/>
                <a:gd name="T23" fmla="*/ 6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87">
                  <a:moveTo>
                    <a:pt x="213" y="68"/>
                  </a:moveTo>
                  <a:cubicBezTo>
                    <a:pt x="245" y="75"/>
                    <a:pt x="269" y="99"/>
                    <a:pt x="269" y="127"/>
                  </a:cubicBezTo>
                  <a:cubicBezTo>
                    <a:pt x="269" y="127"/>
                    <a:pt x="269" y="127"/>
                    <a:pt x="269" y="127"/>
                  </a:cubicBezTo>
                  <a:cubicBezTo>
                    <a:pt x="269" y="157"/>
                    <a:pt x="244" y="187"/>
                    <a:pt x="211" y="187"/>
                  </a:cubicBezTo>
                  <a:cubicBezTo>
                    <a:pt x="63" y="187"/>
                    <a:pt x="63" y="187"/>
                    <a:pt x="63" y="187"/>
                  </a:cubicBezTo>
                  <a:cubicBezTo>
                    <a:pt x="27" y="187"/>
                    <a:pt x="0" y="158"/>
                    <a:pt x="0" y="127"/>
                  </a:cubicBezTo>
                  <a:cubicBezTo>
                    <a:pt x="0" y="127"/>
                    <a:pt x="0" y="127"/>
                    <a:pt x="0" y="127"/>
                  </a:cubicBezTo>
                  <a:cubicBezTo>
                    <a:pt x="0" y="99"/>
                    <a:pt x="23" y="75"/>
                    <a:pt x="55" y="68"/>
                  </a:cubicBezTo>
                  <a:cubicBezTo>
                    <a:pt x="55" y="68"/>
                    <a:pt x="55" y="67"/>
                    <a:pt x="55" y="66"/>
                  </a:cubicBezTo>
                  <a:cubicBezTo>
                    <a:pt x="55" y="30"/>
                    <a:pt x="91" y="0"/>
                    <a:pt x="134" y="0"/>
                  </a:cubicBezTo>
                  <a:cubicBezTo>
                    <a:pt x="178" y="0"/>
                    <a:pt x="213" y="30"/>
                    <a:pt x="213" y="66"/>
                  </a:cubicBezTo>
                  <a:cubicBezTo>
                    <a:pt x="213" y="67"/>
                    <a:pt x="213" y="68"/>
                    <a:pt x="213" y="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5" name="Freeform 129"/>
            <p:cNvSpPr>
              <a:spLocks/>
            </p:cNvSpPr>
            <p:nvPr/>
          </p:nvSpPr>
          <p:spPr bwMode="auto">
            <a:xfrm>
              <a:off x="2600325" y="2468562"/>
              <a:ext cx="403225" cy="279400"/>
            </a:xfrm>
            <a:custGeom>
              <a:avLst/>
              <a:gdLst>
                <a:gd name="T0" fmla="*/ 149 w 188"/>
                <a:gd name="T1" fmla="*/ 48 h 131"/>
                <a:gd name="T2" fmla="*/ 188 w 188"/>
                <a:gd name="T3" fmla="*/ 89 h 131"/>
                <a:gd name="T4" fmla="*/ 188 w 188"/>
                <a:gd name="T5" fmla="*/ 89 h 131"/>
                <a:gd name="T6" fmla="*/ 147 w 188"/>
                <a:gd name="T7" fmla="*/ 131 h 131"/>
                <a:gd name="T8" fmla="*/ 44 w 188"/>
                <a:gd name="T9" fmla="*/ 131 h 131"/>
                <a:gd name="T10" fmla="*/ 0 w 188"/>
                <a:gd name="T11" fmla="*/ 89 h 131"/>
                <a:gd name="T12" fmla="*/ 0 w 188"/>
                <a:gd name="T13" fmla="*/ 89 h 131"/>
                <a:gd name="T14" fmla="*/ 39 w 188"/>
                <a:gd name="T15" fmla="*/ 48 h 131"/>
                <a:gd name="T16" fmla="*/ 39 w 188"/>
                <a:gd name="T17" fmla="*/ 47 h 131"/>
                <a:gd name="T18" fmla="*/ 94 w 188"/>
                <a:gd name="T19" fmla="*/ 0 h 131"/>
                <a:gd name="T20" fmla="*/ 149 w 188"/>
                <a:gd name="T21" fmla="*/ 47 h 131"/>
                <a:gd name="T22" fmla="*/ 149 w 188"/>
                <a:gd name="T23" fmla="*/ 4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8" h="131">
                  <a:moveTo>
                    <a:pt x="149" y="48"/>
                  </a:moveTo>
                  <a:cubicBezTo>
                    <a:pt x="171" y="52"/>
                    <a:pt x="188" y="69"/>
                    <a:pt x="188" y="89"/>
                  </a:cubicBezTo>
                  <a:cubicBezTo>
                    <a:pt x="188" y="89"/>
                    <a:pt x="188" y="89"/>
                    <a:pt x="188" y="89"/>
                  </a:cubicBezTo>
                  <a:cubicBezTo>
                    <a:pt x="188" y="110"/>
                    <a:pt x="171" y="131"/>
                    <a:pt x="147" y="131"/>
                  </a:cubicBezTo>
                  <a:cubicBezTo>
                    <a:pt x="44" y="131"/>
                    <a:pt x="44" y="131"/>
                    <a:pt x="44" y="131"/>
                  </a:cubicBezTo>
                  <a:cubicBezTo>
                    <a:pt x="19" y="131"/>
                    <a:pt x="0" y="111"/>
                    <a:pt x="0" y="89"/>
                  </a:cubicBezTo>
                  <a:cubicBezTo>
                    <a:pt x="0" y="89"/>
                    <a:pt x="0" y="89"/>
                    <a:pt x="0" y="89"/>
                  </a:cubicBezTo>
                  <a:cubicBezTo>
                    <a:pt x="0" y="69"/>
                    <a:pt x="17" y="52"/>
                    <a:pt x="39" y="48"/>
                  </a:cubicBezTo>
                  <a:cubicBezTo>
                    <a:pt x="39" y="48"/>
                    <a:pt x="39" y="47"/>
                    <a:pt x="39" y="47"/>
                  </a:cubicBezTo>
                  <a:cubicBezTo>
                    <a:pt x="39" y="21"/>
                    <a:pt x="64" y="0"/>
                    <a:pt x="94" y="0"/>
                  </a:cubicBezTo>
                  <a:cubicBezTo>
                    <a:pt x="125" y="0"/>
                    <a:pt x="149" y="21"/>
                    <a:pt x="149" y="47"/>
                  </a:cubicBezTo>
                  <a:cubicBezTo>
                    <a:pt x="149" y="47"/>
                    <a:pt x="149" y="48"/>
                    <a:pt x="149" y="4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6" name="Freeform 130"/>
            <p:cNvSpPr>
              <a:spLocks noEditPoints="1"/>
            </p:cNvSpPr>
            <p:nvPr/>
          </p:nvSpPr>
          <p:spPr bwMode="auto">
            <a:xfrm>
              <a:off x="1104900" y="3581400"/>
              <a:ext cx="384175" cy="384175"/>
            </a:xfrm>
            <a:custGeom>
              <a:avLst/>
              <a:gdLst>
                <a:gd name="T0" fmla="*/ 90 w 179"/>
                <a:gd name="T1" fmla="*/ 12 h 179"/>
                <a:gd name="T2" fmla="*/ 98 w 179"/>
                <a:gd name="T3" fmla="*/ 13 h 179"/>
                <a:gd name="T4" fmla="*/ 102 w 179"/>
                <a:gd name="T5" fmla="*/ 0 h 179"/>
                <a:gd name="T6" fmla="*/ 129 w 179"/>
                <a:gd name="T7" fmla="*/ 8 h 179"/>
                <a:gd name="T8" fmla="*/ 125 w 179"/>
                <a:gd name="T9" fmla="*/ 21 h 179"/>
                <a:gd name="T10" fmla="*/ 150 w 179"/>
                <a:gd name="T11" fmla="*/ 41 h 179"/>
                <a:gd name="T12" fmla="*/ 162 w 179"/>
                <a:gd name="T13" fmla="*/ 35 h 179"/>
                <a:gd name="T14" fmla="*/ 175 w 179"/>
                <a:gd name="T15" fmla="*/ 60 h 179"/>
                <a:gd name="T16" fmla="*/ 163 w 179"/>
                <a:gd name="T17" fmla="*/ 66 h 179"/>
                <a:gd name="T18" fmla="*/ 167 w 179"/>
                <a:gd name="T19" fmla="*/ 98 h 179"/>
                <a:gd name="T20" fmla="*/ 179 w 179"/>
                <a:gd name="T21" fmla="*/ 102 h 179"/>
                <a:gd name="T22" fmla="*/ 171 w 179"/>
                <a:gd name="T23" fmla="*/ 129 h 179"/>
                <a:gd name="T24" fmla="*/ 158 w 179"/>
                <a:gd name="T25" fmla="*/ 125 h 179"/>
                <a:gd name="T26" fmla="*/ 138 w 179"/>
                <a:gd name="T27" fmla="*/ 150 h 179"/>
                <a:gd name="T28" fmla="*/ 144 w 179"/>
                <a:gd name="T29" fmla="*/ 162 h 179"/>
                <a:gd name="T30" fmla="*/ 119 w 179"/>
                <a:gd name="T31" fmla="*/ 175 h 179"/>
                <a:gd name="T32" fmla="*/ 113 w 179"/>
                <a:gd name="T33" fmla="*/ 163 h 179"/>
                <a:gd name="T34" fmla="*/ 90 w 179"/>
                <a:gd name="T35" fmla="*/ 167 h 179"/>
                <a:gd name="T36" fmla="*/ 90 w 179"/>
                <a:gd name="T37" fmla="*/ 146 h 179"/>
                <a:gd name="T38" fmla="*/ 144 w 179"/>
                <a:gd name="T39" fmla="*/ 106 h 179"/>
                <a:gd name="T40" fmla="*/ 106 w 179"/>
                <a:gd name="T41" fmla="*/ 35 h 179"/>
                <a:gd name="T42" fmla="*/ 90 w 179"/>
                <a:gd name="T43" fmla="*/ 33 h 179"/>
                <a:gd name="T44" fmla="*/ 90 w 179"/>
                <a:gd name="T45" fmla="*/ 12 h 179"/>
                <a:gd name="T46" fmla="*/ 42 w 179"/>
                <a:gd name="T47" fmla="*/ 29 h 179"/>
                <a:gd name="T48" fmla="*/ 35 w 179"/>
                <a:gd name="T49" fmla="*/ 17 h 179"/>
                <a:gd name="T50" fmla="*/ 60 w 179"/>
                <a:gd name="T51" fmla="*/ 4 h 179"/>
                <a:gd name="T52" fmla="*/ 67 w 179"/>
                <a:gd name="T53" fmla="*/ 16 h 179"/>
                <a:gd name="T54" fmla="*/ 90 w 179"/>
                <a:gd name="T55" fmla="*/ 12 h 179"/>
                <a:gd name="T56" fmla="*/ 90 w 179"/>
                <a:gd name="T57" fmla="*/ 33 h 179"/>
                <a:gd name="T58" fmla="*/ 35 w 179"/>
                <a:gd name="T59" fmla="*/ 73 h 179"/>
                <a:gd name="T60" fmla="*/ 73 w 179"/>
                <a:gd name="T61" fmla="*/ 144 h 179"/>
                <a:gd name="T62" fmla="*/ 73 w 179"/>
                <a:gd name="T63" fmla="*/ 144 h 179"/>
                <a:gd name="T64" fmla="*/ 90 w 179"/>
                <a:gd name="T65" fmla="*/ 146 h 179"/>
                <a:gd name="T66" fmla="*/ 90 w 179"/>
                <a:gd name="T67" fmla="*/ 167 h 179"/>
                <a:gd name="T68" fmla="*/ 81 w 179"/>
                <a:gd name="T69" fmla="*/ 166 h 179"/>
                <a:gd name="T70" fmla="*/ 77 w 179"/>
                <a:gd name="T71" fmla="*/ 179 h 179"/>
                <a:gd name="T72" fmla="*/ 50 w 179"/>
                <a:gd name="T73" fmla="*/ 171 h 179"/>
                <a:gd name="T74" fmla="*/ 54 w 179"/>
                <a:gd name="T75" fmla="*/ 158 h 179"/>
                <a:gd name="T76" fmla="*/ 30 w 179"/>
                <a:gd name="T77" fmla="*/ 138 h 179"/>
                <a:gd name="T78" fmla="*/ 18 w 179"/>
                <a:gd name="T79" fmla="*/ 144 h 179"/>
                <a:gd name="T80" fmla="*/ 5 w 179"/>
                <a:gd name="T81" fmla="*/ 119 h 179"/>
                <a:gd name="T82" fmla="*/ 16 w 179"/>
                <a:gd name="T83" fmla="*/ 113 h 179"/>
                <a:gd name="T84" fmla="*/ 13 w 179"/>
                <a:gd name="T85" fmla="*/ 81 h 179"/>
                <a:gd name="T86" fmla="*/ 0 w 179"/>
                <a:gd name="T87" fmla="*/ 77 h 179"/>
                <a:gd name="T88" fmla="*/ 9 w 179"/>
                <a:gd name="T89" fmla="*/ 50 h 179"/>
                <a:gd name="T90" fmla="*/ 21 w 179"/>
                <a:gd name="T91" fmla="*/ 54 h 179"/>
                <a:gd name="T92" fmla="*/ 42 w 179"/>
                <a:gd name="T93" fmla="*/ 2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9" h="179">
                  <a:moveTo>
                    <a:pt x="90" y="12"/>
                  </a:moveTo>
                  <a:cubicBezTo>
                    <a:pt x="93" y="12"/>
                    <a:pt x="96" y="13"/>
                    <a:pt x="98" y="13"/>
                  </a:cubicBezTo>
                  <a:cubicBezTo>
                    <a:pt x="102" y="0"/>
                    <a:pt x="102" y="0"/>
                    <a:pt x="102" y="0"/>
                  </a:cubicBezTo>
                  <a:cubicBezTo>
                    <a:pt x="129" y="8"/>
                    <a:pt x="129" y="8"/>
                    <a:pt x="129" y="8"/>
                  </a:cubicBezTo>
                  <a:cubicBezTo>
                    <a:pt x="125" y="21"/>
                    <a:pt x="125" y="21"/>
                    <a:pt x="125" y="21"/>
                  </a:cubicBezTo>
                  <a:cubicBezTo>
                    <a:pt x="135" y="26"/>
                    <a:pt x="144" y="33"/>
                    <a:pt x="150" y="41"/>
                  </a:cubicBezTo>
                  <a:cubicBezTo>
                    <a:pt x="162" y="35"/>
                    <a:pt x="162" y="35"/>
                    <a:pt x="162" y="35"/>
                  </a:cubicBezTo>
                  <a:cubicBezTo>
                    <a:pt x="175" y="60"/>
                    <a:pt x="175" y="60"/>
                    <a:pt x="175" y="60"/>
                  </a:cubicBezTo>
                  <a:cubicBezTo>
                    <a:pt x="163" y="66"/>
                    <a:pt x="163" y="66"/>
                    <a:pt x="163" y="66"/>
                  </a:cubicBezTo>
                  <a:cubicBezTo>
                    <a:pt x="167" y="76"/>
                    <a:pt x="168" y="87"/>
                    <a:pt x="167" y="98"/>
                  </a:cubicBezTo>
                  <a:cubicBezTo>
                    <a:pt x="179" y="102"/>
                    <a:pt x="179" y="102"/>
                    <a:pt x="179" y="102"/>
                  </a:cubicBezTo>
                  <a:cubicBezTo>
                    <a:pt x="171" y="129"/>
                    <a:pt x="171" y="129"/>
                    <a:pt x="171" y="129"/>
                  </a:cubicBezTo>
                  <a:cubicBezTo>
                    <a:pt x="158" y="125"/>
                    <a:pt x="158" y="125"/>
                    <a:pt x="158" y="125"/>
                  </a:cubicBezTo>
                  <a:cubicBezTo>
                    <a:pt x="153" y="135"/>
                    <a:pt x="146" y="143"/>
                    <a:pt x="138" y="150"/>
                  </a:cubicBezTo>
                  <a:cubicBezTo>
                    <a:pt x="144" y="162"/>
                    <a:pt x="144" y="162"/>
                    <a:pt x="144" y="162"/>
                  </a:cubicBezTo>
                  <a:cubicBezTo>
                    <a:pt x="119" y="175"/>
                    <a:pt x="119" y="175"/>
                    <a:pt x="119" y="175"/>
                  </a:cubicBezTo>
                  <a:cubicBezTo>
                    <a:pt x="113" y="163"/>
                    <a:pt x="113" y="163"/>
                    <a:pt x="113" y="163"/>
                  </a:cubicBezTo>
                  <a:cubicBezTo>
                    <a:pt x="106" y="165"/>
                    <a:pt x="98" y="167"/>
                    <a:pt x="90" y="167"/>
                  </a:cubicBezTo>
                  <a:cubicBezTo>
                    <a:pt x="90" y="146"/>
                    <a:pt x="90" y="146"/>
                    <a:pt x="90" y="146"/>
                  </a:cubicBezTo>
                  <a:cubicBezTo>
                    <a:pt x="114" y="146"/>
                    <a:pt x="137" y="131"/>
                    <a:pt x="144" y="106"/>
                  </a:cubicBezTo>
                  <a:cubicBezTo>
                    <a:pt x="154" y="76"/>
                    <a:pt x="137" y="44"/>
                    <a:pt x="106" y="35"/>
                  </a:cubicBezTo>
                  <a:cubicBezTo>
                    <a:pt x="101" y="33"/>
                    <a:pt x="95" y="33"/>
                    <a:pt x="90" y="33"/>
                  </a:cubicBezTo>
                  <a:lnTo>
                    <a:pt x="90" y="12"/>
                  </a:lnTo>
                  <a:close/>
                  <a:moveTo>
                    <a:pt x="42" y="29"/>
                  </a:moveTo>
                  <a:cubicBezTo>
                    <a:pt x="35" y="17"/>
                    <a:pt x="35" y="17"/>
                    <a:pt x="35" y="17"/>
                  </a:cubicBezTo>
                  <a:cubicBezTo>
                    <a:pt x="60" y="4"/>
                    <a:pt x="60" y="4"/>
                    <a:pt x="60" y="4"/>
                  </a:cubicBezTo>
                  <a:cubicBezTo>
                    <a:pt x="67" y="16"/>
                    <a:pt x="67" y="16"/>
                    <a:pt x="67" y="16"/>
                  </a:cubicBezTo>
                  <a:cubicBezTo>
                    <a:pt x="74" y="14"/>
                    <a:pt x="82" y="12"/>
                    <a:pt x="90" y="12"/>
                  </a:cubicBezTo>
                  <a:cubicBezTo>
                    <a:pt x="90" y="33"/>
                    <a:pt x="90" y="33"/>
                    <a:pt x="90" y="33"/>
                  </a:cubicBezTo>
                  <a:cubicBezTo>
                    <a:pt x="65" y="33"/>
                    <a:pt x="43" y="48"/>
                    <a:pt x="35" y="73"/>
                  </a:cubicBezTo>
                  <a:cubicBezTo>
                    <a:pt x="26" y="103"/>
                    <a:pt x="43" y="135"/>
                    <a:pt x="73" y="144"/>
                  </a:cubicBezTo>
                  <a:cubicBezTo>
                    <a:pt x="73" y="144"/>
                    <a:pt x="73" y="144"/>
                    <a:pt x="73" y="144"/>
                  </a:cubicBezTo>
                  <a:cubicBezTo>
                    <a:pt x="79" y="146"/>
                    <a:pt x="84" y="146"/>
                    <a:pt x="90" y="146"/>
                  </a:cubicBezTo>
                  <a:cubicBezTo>
                    <a:pt x="90" y="167"/>
                    <a:pt x="90" y="167"/>
                    <a:pt x="90" y="167"/>
                  </a:cubicBezTo>
                  <a:cubicBezTo>
                    <a:pt x="87" y="167"/>
                    <a:pt x="84" y="166"/>
                    <a:pt x="81" y="166"/>
                  </a:cubicBezTo>
                  <a:cubicBezTo>
                    <a:pt x="77" y="179"/>
                    <a:pt x="77" y="179"/>
                    <a:pt x="77" y="179"/>
                  </a:cubicBezTo>
                  <a:cubicBezTo>
                    <a:pt x="50" y="171"/>
                    <a:pt x="50" y="171"/>
                    <a:pt x="50" y="171"/>
                  </a:cubicBezTo>
                  <a:cubicBezTo>
                    <a:pt x="54" y="158"/>
                    <a:pt x="54" y="158"/>
                    <a:pt x="54" y="158"/>
                  </a:cubicBezTo>
                  <a:cubicBezTo>
                    <a:pt x="45" y="153"/>
                    <a:pt x="36" y="146"/>
                    <a:pt x="30" y="138"/>
                  </a:cubicBezTo>
                  <a:cubicBezTo>
                    <a:pt x="18" y="144"/>
                    <a:pt x="18" y="144"/>
                    <a:pt x="18" y="144"/>
                  </a:cubicBezTo>
                  <a:cubicBezTo>
                    <a:pt x="5" y="119"/>
                    <a:pt x="5" y="119"/>
                    <a:pt x="5" y="119"/>
                  </a:cubicBezTo>
                  <a:cubicBezTo>
                    <a:pt x="16" y="113"/>
                    <a:pt x="16" y="113"/>
                    <a:pt x="16" y="113"/>
                  </a:cubicBezTo>
                  <a:cubicBezTo>
                    <a:pt x="13" y="103"/>
                    <a:pt x="12" y="92"/>
                    <a:pt x="13" y="81"/>
                  </a:cubicBezTo>
                  <a:cubicBezTo>
                    <a:pt x="0" y="77"/>
                    <a:pt x="0" y="77"/>
                    <a:pt x="0" y="77"/>
                  </a:cubicBezTo>
                  <a:cubicBezTo>
                    <a:pt x="9" y="50"/>
                    <a:pt x="9" y="50"/>
                    <a:pt x="9" y="50"/>
                  </a:cubicBezTo>
                  <a:cubicBezTo>
                    <a:pt x="21" y="54"/>
                    <a:pt x="21" y="54"/>
                    <a:pt x="21" y="54"/>
                  </a:cubicBezTo>
                  <a:cubicBezTo>
                    <a:pt x="27" y="44"/>
                    <a:pt x="33" y="36"/>
                    <a:pt x="42" y="29"/>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7" name="Freeform 131"/>
            <p:cNvSpPr>
              <a:spLocks/>
            </p:cNvSpPr>
            <p:nvPr/>
          </p:nvSpPr>
          <p:spPr bwMode="auto">
            <a:xfrm>
              <a:off x="2555875" y="3887787"/>
              <a:ext cx="55563" cy="26988"/>
            </a:xfrm>
            <a:custGeom>
              <a:avLst/>
              <a:gdLst>
                <a:gd name="T0" fmla="*/ 19 w 26"/>
                <a:gd name="T1" fmla="*/ 11 h 12"/>
                <a:gd name="T2" fmla="*/ 21 w 26"/>
                <a:gd name="T3" fmla="*/ 10 h 12"/>
                <a:gd name="T4" fmla="*/ 18 w 26"/>
                <a:gd name="T5" fmla="*/ 0 h 12"/>
                <a:gd name="T6" fmla="*/ 17 w 26"/>
                <a:gd name="T7" fmla="*/ 0 h 12"/>
                <a:gd name="T8" fmla="*/ 15 w 26"/>
                <a:gd name="T9" fmla="*/ 0 h 12"/>
                <a:gd name="T10" fmla="*/ 13 w 26"/>
                <a:gd name="T11" fmla="*/ 0 h 12"/>
                <a:gd name="T12" fmla="*/ 11 w 26"/>
                <a:gd name="T13" fmla="*/ 0 h 12"/>
                <a:gd name="T14" fmla="*/ 9 w 26"/>
                <a:gd name="T15" fmla="*/ 1 h 12"/>
                <a:gd name="T16" fmla="*/ 7 w 26"/>
                <a:gd name="T17" fmla="*/ 1 h 12"/>
                <a:gd name="T18" fmla="*/ 4 w 26"/>
                <a:gd name="T19" fmla="*/ 2 h 12"/>
                <a:gd name="T20" fmla="*/ 7 w 26"/>
                <a:gd name="T21" fmla="*/ 12 h 12"/>
                <a:gd name="T22" fmla="*/ 9 w 26"/>
                <a:gd name="T23" fmla="*/ 11 h 12"/>
                <a:gd name="T24" fmla="*/ 11 w 26"/>
                <a:gd name="T25" fmla="*/ 11 h 12"/>
                <a:gd name="T26" fmla="*/ 14 w 26"/>
                <a:gd name="T27" fmla="*/ 11 h 12"/>
                <a:gd name="T28" fmla="*/ 16 w 26"/>
                <a:gd name="T29" fmla="*/ 11 h 12"/>
                <a:gd name="T30" fmla="*/ 18 w 26"/>
                <a:gd name="T31" fmla="*/ 11 h 12"/>
                <a:gd name="T32" fmla="*/ 19 w 26"/>
                <a:gd name="T3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12">
                  <a:moveTo>
                    <a:pt x="19" y="11"/>
                  </a:moveTo>
                  <a:cubicBezTo>
                    <a:pt x="20" y="11"/>
                    <a:pt x="20" y="11"/>
                    <a:pt x="21" y="10"/>
                  </a:cubicBezTo>
                  <a:cubicBezTo>
                    <a:pt x="26" y="7"/>
                    <a:pt x="23" y="0"/>
                    <a:pt x="18" y="0"/>
                  </a:cubicBezTo>
                  <a:cubicBezTo>
                    <a:pt x="17" y="0"/>
                    <a:pt x="17" y="0"/>
                    <a:pt x="17" y="0"/>
                  </a:cubicBezTo>
                  <a:cubicBezTo>
                    <a:pt x="15" y="0"/>
                    <a:pt x="15" y="0"/>
                    <a:pt x="15" y="0"/>
                  </a:cubicBezTo>
                  <a:cubicBezTo>
                    <a:pt x="13" y="0"/>
                    <a:pt x="13" y="0"/>
                    <a:pt x="13" y="0"/>
                  </a:cubicBezTo>
                  <a:cubicBezTo>
                    <a:pt x="11" y="0"/>
                    <a:pt x="11" y="0"/>
                    <a:pt x="11" y="0"/>
                  </a:cubicBezTo>
                  <a:cubicBezTo>
                    <a:pt x="9" y="1"/>
                    <a:pt x="9" y="1"/>
                    <a:pt x="9" y="1"/>
                  </a:cubicBezTo>
                  <a:cubicBezTo>
                    <a:pt x="7" y="1"/>
                    <a:pt x="7" y="1"/>
                    <a:pt x="7" y="1"/>
                  </a:cubicBezTo>
                  <a:cubicBezTo>
                    <a:pt x="6" y="1"/>
                    <a:pt x="5" y="1"/>
                    <a:pt x="4" y="2"/>
                  </a:cubicBezTo>
                  <a:cubicBezTo>
                    <a:pt x="0" y="5"/>
                    <a:pt x="2" y="12"/>
                    <a:pt x="7" y="12"/>
                  </a:cubicBezTo>
                  <a:cubicBezTo>
                    <a:pt x="9" y="11"/>
                    <a:pt x="9" y="11"/>
                    <a:pt x="9" y="11"/>
                  </a:cubicBezTo>
                  <a:cubicBezTo>
                    <a:pt x="11" y="11"/>
                    <a:pt x="11" y="11"/>
                    <a:pt x="11" y="11"/>
                  </a:cubicBezTo>
                  <a:cubicBezTo>
                    <a:pt x="14" y="11"/>
                    <a:pt x="14" y="11"/>
                    <a:pt x="14" y="11"/>
                  </a:cubicBezTo>
                  <a:cubicBezTo>
                    <a:pt x="16" y="11"/>
                    <a:pt x="16" y="11"/>
                    <a:pt x="16" y="11"/>
                  </a:cubicBezTo>
                  <a:cubicBezTo>
                    <a:pt x="18" y="11"/>
                    <a:pt x="18" y="11"/>
                    <a:pt x="18" y="11"/>
                  </a:cubicBezTo>
                  <a:lnTo>
                    <a:pt x="19"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8" name="Freeform 132"/>
            <p:cNvSpPr>
              <a:spLocks/>
            </p:cNvSpPr>
            <p:nvPr/>
          </p:nvSpPr>
          <p:spPr bwMode="auto">
            <a:xfrm>
              <a:off x="2693988" y="3856037"/>
              <a:ext cx="52388" cy="31750"/>
            </a:xfrm>
            <a:custGeom>
              <a:avLst/>
              <a:gdLst>
                <a:gd name="T0" fmla="*/ 20 w 25"/>
                <a:gd name="T1" fmla="*/ 11 h 15"/>
                <a:gd name="T2" fmla="*/ 18 w 25"/>
                <a:gd name="T3" fmla="*/ 0 h 15"/>
                <a:gd name="T4" fmla="*/ 16 w 25"/>
                <a:gd name="T5" fmla="*/ 0 h 15"/>
                <a:gd name="T6" fmla="*/ 15 w 25"/>
                <a:gd name="T7" fmla="*/ 1 h 15"/>
                <a:gd name="T8" fmla="*/ 12 w 25"/>
                <a:gd name="T9" fmla="*/ 2 h 15"/>
                <a:gd name="T10" fmla="*/ 9 w 25"/>
                <a:gd name="T11" fmla="*/ 3 h 15"/>
                <a:gd name="T12" fmla="*/ 7 w 25"/>
                <a:gd name="T13" fmla="*/ 4 h 15"/>
                <a:gd name="T14" fmla="*/ 6 w 25"/>
                <a:gd name="T15" fmla="*/ 4 h 15"/>
                <a:gd name="T16" fmla="*/ 7 w 25"/>
                <a:gd name="T17" fmla="*/ 14 h 15"/>
                <a:gd name="T18" fmla="*/ 9 w 25"/>
                <a:gd name="T19" fmla="*/ 14 h 15"/>
                <a:gd name="T20" fmla="*/ 10 w 25"/>
                <a:gd name="T21" fmla="*/ 14 h 15"/>
                <a:gd name="T22" fmla="*/ 13 w 25"/>
                <a:gd name="T23" fmla="*/ 13 h 15"/>
                <a:gd name="T24" fmla="*/ 16 w 25"/>
                <a:gd name="T25" fmla="*/ 12 h 15"/>
                <a:gd name="T26" fmla="*/ 18 w 25"/>
                <a:gd name="T27" fmla="*/ 11 h 15"/>
                <a:gd name="T28" fmla="*/ 20 w 25"/>
                <a:gd name="T29"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5">
                  <a:moveTo>
                    <a:pt x="20" y="11"/>
                  </a:moveTo>
                  <a:cubicBezTo>
                    <a:pt x="25" y="9"/>
                    <a:pt x="24" y="0"/>
                    <a:pt x="18" y="0"/>
                  </a:cubicBezTo>
                  <a:cubicBezTo>
                    <a:pt x="17" y="0"/>
                    <a:pt x="17" y="0"/>
                    <a:pt x="16" y="0"/>
                  </a:cubicBezTo>
                  <a:cubicBezTo>
                    <a:pt x="15" y="1"/>
                    <a:pt x="15" y="1"/>
                    <a:pt x="15" y="1"/>
                  </a:cubicBezTo>
                  <a:cubicBezTo>
                    <a:pt x="12" y="2"/>
                    <a:pt x="12" y="2"/>
                    <a:pt x="12" y="2"/>
                  </a:cubicBezTo>
                  <a:cubicBezTo>
                    <a:pt x="9" y="3"/>
                    <a:pt x="9" y="3"/>
                    <a:pt x="9" y="3"/>
                  </a:cubicBezTo>
                  <a:cubicBezTo>
                    <a:pt x="7" y="4"/>
                    <a:pt x="7" y="4"/>
                    <a:pt x="7" y="4"/>
                  </a:cubicBezTo>
                  <a:cubicBezTo>
                    <a:pt x="6" y="4"/>
                    <a:pt x="6" y="4"/>
                    <a:pt x="6" y="4"/>
                  </a:cubicBezTo>
                  <a:cubicBezTo>
                    <a:pt x="0" y="6"/>
                    <a:pt x="1" y="14"/>
                    <a:pt x="7" y="14"/>
                  </a:cubicBezTo>
                  <a:cubicBezTo>
                    <a:pt x="8" y="15"/>
                    <a:pt x="8" y="14"/>
                    <a:pt x="9" y="14"/>
                  </a:cubicBezTo>
                  <a:cubicBezTo>
                    <a:pt x="10" y="14"/>
                    <a:pt x="10" y="14"/>
                    <a:pt x="10" y="14"/>
                  </a:cubicBezTo>
                  <a:cubicBezTo>
                    <a:pt x="13" y="13"/>
                    <a:pt x="13" y="13"/>
                    <a:pt x="13" y="13"/>
                  </a:cubicBezTo>
                  <a:cubicBezTo>
                    <a:pt x="16" y="12"/>
                    <a:pt x="16" y="12"/>
                    <a:pt x="16" y="12"/>
                  </a:cubicBezTo>
                  <a:cubicBezTo>
                    <a:pt x="18" y="11"/>
                    <a:pt x="18" y="11"/>
                    <a:pt x="18" y="11"/>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9" name="Freeform 133"/>
            <p:cNvSpPr>
              <a:spLocks/>
            </p:cNvSpPr>
            <p:nvPr/>
          </p:nvSpPr>
          <p:spPr bwMode="auto">
            <a:xfrm>
              <a:off x="2820988" y="3798887"/>
              <a:ext cx="57150" cy="36513"/>
            </a:xfrm>
            <a:custGeom>
              <a:avLst/>
              <a:gdLst>
                <a:gd name="T0" fmla="*/ 20 w 26"/>
                <a:gd name="T1" fmla="*/ 11 h 17"/>
                <a:gd name="T2" fmla="*/ 17 w 26"/>
                <a:gd name="T3" fmla="*/ 1 h 17"/>
                <a:gd name="T4" fmla="*/ 16 w 26"/>
                <a:gd name="T5" fmla="*/ 2 h 17"/>
                <a:gd name="T6" fmla="*/ 13 w 26"/>
                <a:gd name="T7" fmla="*/ 3 h 17"/>
                <a:gd name="T8" fmla="*/ 10 w 26"/>
                <a:gd name="T9" fmla="*/ 4 h 17"/>
                <a:gd name="T10" fmla="*/ 7 w 26"/>
                <a:gd name="T11" fmla="*/ 6 h 17"/>
                <a:gd name="T12" fmla="*/ 6 w 26"/>
                <a:gd name="T13" fmla="*/ 6 h 17"/>
                <a:gd name="T14" fmla="*/ 9 w 26"/>
                <a:gd name="T15" fmla="*/ 17 h 17"/>
                <a:gd name="T16" fmla="*/ 11 w 26"/>
                <a:gd name="T17" fmla="*/ 16 h 17"/>
                <a:gd name="T18" fmla="*/ 12 w 26"/>
                <a:gd name="T19" fmla="*/ 16 h 17"/>
                <a:gd name="T20" fmla="*/ 15 w 26"/>
                <a:gd name="T21" fmla="*/ 14 h 17"/>
                <a:gd name="T22" fmla="*/ 18 w 26"/>
                <a:gd name="T23" fmla="*/ 13 h 17"/>
                <a:gd name="T24" fmla="*/ 20 w 26"/>
                <a:gd name="T2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7">
                  <a:moveTo>
                    <a:pt x="20" y="11"/>
                  </a:moveTo>
                  <a:cubicBezTo>
                    <a:pt x="26" y="8"/>
                    <a:pt x="23" y="0"/>
                    <a:pt x="17" y="1"/>
                  </a:cubicBezTo>
                  <a:cubicBezTo>
                    <a:pt x="16" y="1"/>
                    <a:pt x="16" y="1"/>
                    <a:pt x="16" y="2"/>
                  </a:cubicBezTo>
                  <a:cubicBezTo>
                    <a:pt x="13" y="3"/>
                    <a:pt x="13" y="3"/>
                    <a:pt x="13" y="3"/>
                  </a:cubicBezTo>
                  <a:cubicBezTo>
                    <a:pt x="10" y="4"/>
                    <a:pt x="10" y="4"/>
                    <a:pt x="10" y="4"/>
                  </a:cubicBezTo>
                  <a:cubicBezTo>
                    <a:pt x="7" y="6"/>
                    <a:pt x="7" y="6"/>
                    <a:pt x="7" y="6"/>
                  </a:cubicBezTo>
                  <a:cubicBezTo>
                    <a:pt x="6" y="6"/>
                    <a:pt x="6" y="6"/>
                    <a:pt x="6" y="6"/>
                  </a:cubicBezTo>
                  <a:cubicBezTo>
                    <a:pt x="0" y="9"/>
                    <a:pt x="3" y="17"/>
                    <a:pt x="9" y="17"/>
                  </a:cubicBezTo>
                  <a:cubicBezTo>
                    <a:pt x="9" y="17"/>
                    <a:pt x="10" y="17"/>
                    <a:pt x="11" y="16"/>
                  </a:cubicBezTo>
                  <a:cubicBezTo>
                    <a:pt x="12" y="16"/>
                    <a:pt x="12" y="16"/>
                    <a:pt x="12" y="16"/>
                  </a:cubicBezTo>
                  <a:cubicBezTo>
                    <a:pt x="15" y="14"/>
                    <a:pt x="15" y="14"/>
                    <a:pt x="15" y="14"/>
                  </a:cubicBezTo>
                  <a:cubicBezTo>
                    <a:pt x="18" y="13"/>
                    <a:pt x="18" y="13"/>
                    <a:pt x="18" y="13"/>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0" name="Freeform 134"/>
            <p:cNvSpPr>
              <a:spLocks/>
            </p:cNvSpPr>
            <p:nvPr/>
          </p:nvSpPr>
          <p:spPr bwMode="auto">
            <a:xfrm>
              <a:off x="2943225" y="3730625"/>
              <a:ext cx="57150" cy="39688"/>
            </a:xfrm>
            <a:custGeom>
              <a:avLst/>
              <a:gdLst>
                <a:gd name="T0" fmla="*/ 21 w 26"/>
                <a:gd name="T1" fmla="*/ 11 h 19"/>
                <a:gd name="T2" fmla="*/ 17 w 26"/>
                <a:gd name="T3" fmla="*/ 1 h 19"/>
                <a:gd name="T4" fmla="*/ 15 w 26"/>
                <a:gd name="T5" fmla="*/ 1 h 19"/>
                <a:gd name="T6" fmla="*/ 13 w 26"/>
                <a:gd name="T7" fmla="*/ 3 h 19"/>
                <a:gd name="T8" fmla="*/ 10 w 26"/>
                <a:gd name="T9" fmla="*/ 5 h 19"/>
                <a:gd name="T10" fmla="*/ 7 w 26"/>
                <a:gd name="T11" fmla="*/ 7 h 19"/>
                <a:gd name="T12" fmla="*/ 6 w 26"/>
                <a:gd name="T13" fmla="*/ 7 h 19"/>
                <a:gd name="T14" fmla="*/ 10 w 26"/>
                <a:gd name="T15" fmla="*/ 17 h 19"/>
                <a:gd name="T16" fmla="*/ 11 w 26"/>
                <a:gd name="T17" fmla="*/ 17 h 19"/>
                <a:gd name="T18" fmla="*/ 13 w 26"/>
                <a:gd name="T19" fmla="*/ 16 h 19"/>
                <a:gd name="T20" fmla="*/ 16 w 26"/>
                <a:gd name="T21" fmla="*/ 14 h 19"/>
                <a:gd name="T22" fmla="*/ 19 w 26"/>
                <a:gd name="T23" fmla="*/ 12 h 19"/>
                <a:gd name="T24" fmla="*/ 21 w 26"/>
                <a:gd name="T25"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9">
                  <a:moveTo>
                    <a:pt x="21" y="11"/>
                  </a:moveTo>
                  <a:cubicBezTo>
                    <a:pt x="26" y="8"/>
                    <a:pt x="23" y="0"/>
                    <a:pt x="17" y="1"/>
                  </a:cubicBezTo>
                  <a:cubicBezTo>
                    <a:pt x="16" y="1"/>
                    <a:pt x="16" y="1"/>
                    <a:pt x="15" y="1"/>
                  </a:cubicBezTo>
                  <a:cubicBezTo>
                    <a:pt x="13" y="3"/>
                    <a:pt x="13" y="3"/>
                    <a:pt x="13" y="3"/>
                  </a:cubicBezTo>
                  <a:cubicBezTo>
                    <a:pt x="10" y="5"/>
                    <a:pt x="10" y="5"/>
                    <a:pt x="10" y="5"/>
                  </a:cubicBezTo>
                  <a:cubicBezTo>
                    <a:pt x="7" y="7"/>
                    <a:pt x="7" y="7"/>
                    <a:pt x="7" y="7"/>
                  </a:cubicBezTo>
                  <a:cubicBezTo>
                    <a:pt x="6" y="7"/>
                    <a:pt x="6" y="7"/>
                    <a:pt x="6" y="7"/>
                  </a:cubicBezTo>
                  <a:cubicBezTo>
                    <a:pt x="0" y="10"/>
                    <a:pt x="4" y="19"/>
                    <a:pt x="10" y="17"/>
                  </a:cubicBezTo>
                  <a:cubicBezTo>
                    <a:pt x="11" y="17"/>
                    <a:pt x="11" y="17"/>
                    <a:pt x="11" y="17"/>
                  </a:cubicBezTo>
                  <a:cubicBezTo>
                    <a:pt x="13" y="16"/>
                    <a:pt x="13" y="16"/>
                    <a:pt x="13" y="16"/>
                  </a:cubicBezTo>
                  <a:cubicBezTo>
                    <a:pt x="16" y="14"/>
                    <a:pt x="16" y="14"/>
                    <a:pt x="16" y="14"/>
                  </a:cubicBezTo>
                  <a:cubicBezTo>
                    <a:pt x="19" y="12"/>
                    <a:pt x="19" y="12"/>
                    <a:pt x="19" y="12"/>
                  </a:cubicBezTo>
                  <a:lnTo>
                    <a:pt x="21"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1" name="Freeform 135"/>
            <p:cNvSpPr>
              <a:spLocks/>
            </p:cNvSpPr>
            <p:nvPr/>
          </p:nvSpPr>
          <p:spPr bwMode="auto">
            <a:xfrm>
              <a:off x="3062288" y="3648075"/>
              <a:ext cx="49213" cy="42863"/>
            </a:xfrm>
            <a:custGeom>
              <a:avLst/>
              <a:gdLst>
                <a:gd name="T0" fmla="*/ 20 w 23"/>
                <a:gd name="T1" fmla="*/ 11 h 20"/>
                <a:gd name="T2" fmla="*/ 22 w 23"/>
                <a:gd name="T3" fmla="*/ 5 h 20"/>
                <a:gd name="T4" fmla="*/ 14 w 23"/>
                <a:gd name="T5" fmla="*/ 3 h 20"/>
                <a:gd name="T6" fmla="*/ 11 w 23"/>
                <a:gd name="T7" fmla="*/ 5 h 20"/>
                <a:gd name="T8" fmla="*/ 8 w 23"/>
                <a:gd name="T9" fmla="*/ 7 h 20"/>
                <a:gd name="T10" fmla="*/ 5 w 23"/>
                <a:gd name="T11" fmla="*/ 9 h 20"/>
                <a:gd name="T12" fmla="*/ 9 w 23"/>
                <a:gd name="T13" fmla="*/ 19 h 20"/>
                <a:gd name="T14" fmla="*/ 11 w 23"/>
                <a:gd name="T15" fmla="*/ 18 h 20"/>
                <a:gd name="T16" fmla="*/ 14 w 23"/>
                <a:gd name="T17" fmla="*/ 16 h 20"/>
                <a:gd name="T18" fmla="*/ 17 w 23"/>
                <a:gd name="T19" fmla="*/ 14 h 20"/>
                <a:gd name="T20" fmla="*/ 20 w 23"/>
                <a:gd name="T21"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0">
                  <a:moveTo>
                    <a:pt x="20" y="11"/>
                  </a:moveTo>
                  <a:cubicBezTo>
                    <a:pt x="22" y="10"/>
                    <a:pt x="23" y="8"/>
                    <a:pt x="22" y="5"/>
                  </a:cubicBezTo>
                  <a:cubicBezTo>
                    <a:pt x="21" y="2"/>
                    <a:pt x="17" y="0"/>
                    <a:pt x="14" y="3"/>
                  </a:cubicBezTo>
                  <a:cubicBezTo>
                    <a:pt x="11" y="5"/>
                    <a:pt x="11" y="5"/>
                    <a:pt x="11" y="5"/>
                  </a:cubicBezTo>
                  <a:cubicBezTo>
                    <a:pt x="8" y="7"/>
                    <a:pt x="8" y="7"/>
                    <a:pt x="8" y="7"/>
                  </a:cubicBezTo>
                  <a:cubicBezTo>
                    <a:pt x="5" y="9"/>
                    <a:pt x="5" y="9"/>
                    <a:pt x="5" y="9"/>
                  </a:cubicBezTo>
                  <a:cubicBezTo>
                    <a:pt x="0" y="12"/>
                    <a:pt x="3" y="20"/>
                    <a:pt x="9" y="19"/>
                  </a:cubicBezTo>
                  <a:cubicBezTo>
                    <a:pt x="10" y="19"/>
                    <a:pt x="11" y="18"/>
                    <a:pt x="11" y="18"/>
                  </a:cubicBezTo>
                  <a:cubicBezTo>
                    <a:pt x="14" y="16"/>
                    <a:pt x="14" y="16"/>
                    <a:pt x="14" y="16"/>
                  </a:cubicBezTo>
                  <a:cubicBezTo>
                    <a:pt x="17" y="14"/>
                    <a:pt x="17" y="14"/>
                    <a:pt x="17" y="14"/>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2" name="Freeform 136"/>
            <p:cNvSpPr>
              <a:spLocks/>
            </p:cNvSpPr>
            <p:nvPr/>
          </p:nvSpPr>
          <p:spPr bwMode="auto">
            <a:xfrm>
              <a:off x="3173413" y="3559175"/>
              <a:ext cx="53975" cy="46038"/>
            </a:xfrm>
            <a:custGeom>
              <a:avLst/>
              <a:gdLst>
                <a:gd name="T0" fmla="*/ 20 w 25"/>
                <a:gd name="T1" fmla="*/ 12 h 22"/>
                <a:gd name="T2" fmla="*/ 14 w 25"/>
                <a:gd name="T3" fmla="*/ 3 h 22"/>
                <a:gd name="T4" fmla="*/ 13 w 25"/>
                <a:gd name="T5" fmla="*/ 4 h 22"/>
                <a:gd name="T6" fmla="*/ 12 w 25"/>
                <a:gd name="T7" fmla="*/ 5 h 22"/>
                <a:gd name="T8" fmla="*/ 8 w 25"/>
                <a:gd name="T9" fmla="*/ 8 h 22"/>
                <a:gd name="T10" fmla="*/ 5 w 25"/>
                <a:gd name="T11" fmla="*/ 10 h 22"/>
                <a:gd name="T12" fmla="*/ 4 w 25"/>
                <a:gd name="T13" fmla="*/ 11 h 22"/>
                <a:gd name="T14" fmla="*/ 10 w 25"/>
                <a:gd name="T15" fmla="*/ 20 h 22"/>
                <a:gd name="T16" fmla="*/ 11 w 25"/>
                <a:gd name="T17" fmla="*/ 19 h 22"/>
                <a:gd name="T18" fmla="*/ 12 w 25"/>
                <a:gd name="T19" fmla="*/ 19 h 22"/>
                <a:gd name="T20" fmla="*/ 15 w 25"/>
                <a:gd name="T21" fmla="*/ 16 h 22"/>
                <a:gd name="T22" fmla="*/ 19 w 25"/>
                <a:gd name="T23" fmla="*/ 13 h 22"/>
                <a:gd name="T24" fmla="*/ 20 w 25"/>
                <a:gd name="T25"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2">
                  <a:moveTo>
                    <a:pt x="20" y="12"/>
                  </a:moveTo>
                  <a:cubicBezTo>
                    <a:pt x="25" y="8"/>
                    <a:pt x="20" y="0"/>
                    <a:pt x="14" y="3"/>
                  </a:cubicBezTo>
                  <a:cubicBezTo>
                    <a:pt x="13" y="3"/>
                    <a:pt x="13" y="4"/>
                    <a:pt x="13" y="4"/>
                  </a:cubicBezTo>
                  <a:cubicBezTo>
                    <a:pt x="12" y="5"/>
                    <a:pt x="12" y="5"/>
                    <a:pt x="12" y="5"/>
                  </a:cubicBezTo>
                  <a:cubicBezTo>
                    <a:pt x="8" y="8"/>
                    <a:pt x="8" y="8"/>
                    <a:pt x="8" y="8"/>
                  </a:cubicBezTo>
                  <a:cubicBezTo>
                    <a:pt x="5" y="10"/>
                    <a:pt x="5" y="10"/>
                    <a:pt x="5" y="10"/>
                  </a:cubicBezTo>
                  <a:cubicBezTo>
                    <a:pt x="4" y="11"/>
                    <a:pt x="4" y="11"/>
                    <a:pt x="4" y="11"/>
                  </a:cubicBezTo>
                  <a:cubicBezTo>
                    <a:pt x="0" y="15"/>
                    <a:pt x="4" y="22"/>
                    <a:pt x="10" y="20"/>
                  </a:cubicBezTo>
                  <a:cubicBezTo>
                    <a:pt x="10" y="20"/>
                    <a:pt x="11" y="20"/>
                    <a:pt x="11" y="19"/>
                  </a:cubicBezTo>
                  <a:cubicBezTo>
                    <a:pt x="12" y="19"/>
                    <a:pt x="12" y="19"/>
                    <a:pt x="12" y="19"/>
                  </a:cubicBezTo>
                  <a:cubicBezTo>
                    <a:pt x="15" y="16"/>
                    <a:pt x="15" y="16"/>
                    <a:pt x="15" y="16"/>
                  </a:cubicBezTo>
                  <a:cubicBezTo>
                    <a:pt x="19" y="13"/>
                    <a:pt x="19" y="13"/>
                    <a:pt x="19" y="13"/>
                  </a:cubicBezTo>
                  <a:lnTo>
                    <a:pt x="20"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3" name="Freeform 137"/>
            <p:cNvSpPr>
              <a:spLocks/>
            </p:cNvSpPr>
            <p:nvPr/>
          </p:nvSpPr>
          <p:spPr bwMode="auto">
            <a:xfrm>
              <a:off x="3282950" y="3463925"/>
              <a:ext cx="46038" cy="47625"/>
            </a:xfrm>
            <a:custGeom>
              <a:avLst/>
              <a:gdLst>
                <a:gd name="T0" fmla="*/ 17 w 22"/>
                <a:gd name="T1" fmla="*/ 12 h 22"/>
                <a:gd name="T2" fmla="*/ 11 w 22"/>
                <a:gd name="T3" fmla="*/ 3 h 22"/>
                <a:gd name="T4" fmla="*/ 10 w 22"/>
                <a:gd name="T5" fmla="*/ 4 h 22"/>
                <a:gd name="T6" fmla="*/ 9 w 22"/>
                <a:gd name="T7" fmla="*/ 4 h 22"/>
                <a:gd name="T8" fmla="*/ 6 w 22"/>
                <a:gd name="T9" fmla="*/ 7 h 22"/>
                <a:gd name="T10" fmla="*/ 3 w 22"/>
                <a:gd name="T11" fmla="*/ 11 h 22"/>
                <a:gd name="T12" fmla="*/ 2 w 22"/>
                <a:gd name="T13" fmla="*/ 11 h 22"/>
                <a:gd name="T14" fmla="*/ 1 w 22"/>
                <a:gd name="T15" fmla="*/ 17 h 22"/>
                <a:gd name="T16" fmla="*/ 9 w 22"/>
                <a:gd name="T17" fmla="*/ 19 h 22"/>
                <a:gd name="T18" fmla="*/ 10 w 22"/>
                <a:gd name="T19" fmla="*/ 18 h 22"/>
                <a:gd name="T20" fmla="*/ 14 w 22"/>
                <a:gd name="T21" fmla="*/ 15 h 22"/>
                <a:gd name="T22" fmla="*/ 17 w 22"/>
                <a:gd name="T23"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2">
                  <a:moveTo>
                    <a:pt x="17" y="12"/>
                  </a:moveTo>
                  <a:cubicBezTo>
                    <a:pt x="22" y="7"/>
                    <a:pt x="16" y="0"/>
                    <a:pt x="11" y="3"/>
                  </a:cubicBezTo>
                  <a:cubicBezTo>
                    <a:pt x="10" y="3"/>
                    <a:pt x="10" y="3"/>
                    <a:pt x="10" y="4"/>
                  </a:cubicBezTo>
                  <a:cubicBezTo>
                    <a:pt x="9" y="4"/>
                    <a:pt x="9" y="4"/>
                    <a:pt x="9" y="4"/>
                  </a:cubicBezTo>
                  <a:cubicBezTo>
                    <a:pt x="6" y="7"/>
                    <a:pt x="6" y="7"/>
                    <a:pt x="6" y="7"/>
                  </a:cubicBezTo>
                  <a:cubicBezTo>
                    <a:pt x="3" y="11"/>
                    <a:pt x="3" y="11"/>
                    <a:pt x="3" y="11"/>
                  </a:cubicBezTo>
                  <a:cubicBezTo>
                    <a:pt x="2" y="11"/>
                    <a:pt x="2" y="11"/>
                    <a:pt x="2" y="11"/>
                  </a:cubicBezTo>
                  <a:cubicBezTo>
                    <a:pt x="0" y="13"/>
                    <a:pt x="0" y="15"/>
                    <a:pt x="1" y="17"/>
                  </a:cubicBezTo>
                  <a:cubicBezTo>
                    <a:pt x="2" y="21"/>
                    <a:pt x="7" y="22"/>
                    <a:pt x="9" y="19"/>
                  </a:cubicBezTo>
                  <a:cubicBezTo>
                    <a:pt x="10" y="18"/>
                    <a:pt x="10" y="18"/>
                    <a:pt x="10" y="18"/>
                  </a:cubicBezTo>
                  <a:cubicBezTo>
                    <a:pt x="14" y="15"/>
                    <a:pt x="14" y="15"/>
                    <a:pt x="14" y="15"/>
                  </a:cubicBezTo>
                  <a:cubicBezTo>
                    <a:pt x="17" y="12"/>
                    <a:pt x="17" y="12"/>
                    <a:pt x="17" y="12"/>
                  </a:cubicBez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4" name="Freeform 138"/>
            <p:cNvSpPr>
              <a:spLocks/>
            </p:cNvSpPr>
            <p:nvPr/>
          </p:nvSpPr>
          <p:spPr bwMode="auto">
            <a:xfrm>
              <a:off x="3375025" y="3363912"/>
              <a:ext cx="44450" cy="49213"/>
            </a:xfrm>
            <a:custGeom>
              <a:avLst/>
              <a:gdLst>
                <a:gd name="T0" fmla="*/ 20 w 21"/>
                <a:gd name="T1" fmla="*/ 11 h 23"/>
                <a:gd name="T2" fmla="*/ 21 w 21"/>
                <a:gd name="T3" fmla="*/ 7 h 23"/>
                <a:gd name="T4" fmla="*/ 11 w 21"/>
                <a:gd name="T5" fmla="*/ 3 h 23"/>
                <a:gd name="T6" fmla="*/ 10 w 21"/>
                <a:gd name="T7" fmla="*/ 5 h 23"/>
                <a:gd name="T8" fmla="*/ 7 w 21"/>
                <a:gd name="T9" fmla="*/ 9 h 23"/>
                <a:gd name="T10" fmla="*/ 4 w 21"/>
                <a:gd name="T11" fmla="*/ 12 h 23"/>
                <a:gd name="T12" fmla="*/ 11 w 21"/>
                <a:gd name="T13" fmla="*/ 20 h 23"/>
                <a:gd name="T14" fmla="*/ 12 w 21"/>
                <a:gd name="T15" fmla="*/ 19 h 23"/>
                <a:gd name="T16" fmla="*/ 15 w 21"/>
                <a:gd name="T17" fmla="*/ 16 h 23"/>
                <a:gd name="T18" fmla="*/ 18 w 21"/>
                <a:gd name="T19" fmla="*/ 13 h 23"/>
                <a:gd name="T20" fmla="*/ 20 w 21"/>
                <a:gd name="T21"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3">
                  <a:moveTo>
                    <a:pt x="20" y="11"/>
                  </a:moveTo>
                  <a:cubicBezTo>
                    <a:pt x="21" y="10"/>
                    <a:pt x="21" y="8"/>
                    <a:pt x="21" y="7"/>
                  </a:cubicBezTo>
                  <a:cubicBezTo>
                    <a:pt x="21" y="2"/>
                    <a:pt x="15" y="0"/>
                    <a:pt x="11" y="3"/>
                  </a:cubicBezTo>
                  <a:cubicBezTo>
                    <a:pt x="10" y="5"/>
                    <a:pt x="10" y="5"/>
                    <a:pt x="10" y="5"/>
                  </a:cubicBezTo>
                  <a:cubicBezTo>
                    <a:pt x="7" y="9"/>
                    <a:pt x="7" y="9"/>
                    <a:pt x="7" y="9"/>
                  </a:cubicBezTo>
                  <a:cubicBezTo>
                    <a:pt x="4" y="12"/>
                    <a:pt x="4" y="12"/>
                    <a:pt x="4" y="12"/>
                  </a:cubicBezTo>
                  <a:cubicBezTo>
                    <a:pt x="0" y="16"/>
                    <a:pt x="5" y="23"/>
                    <a:pt x="11" y="20"/>
                  </a:cubicBezTo>
                  <a:cubicBezTo>
                    <a:pt x="11" y="20"/>
                    <a:pt x="12" y="19"/>
                    <a:pt x="12" y="19"/>
                  </a:cubicBezTo>
                  <a:cubicBezTo>
                    <a:pt x="15" y="16"/>
                    <a:pt x="15" y="16"/>
                    <a:pt x="15" y="16"/>
                  </a:cubicBezTo>
                  <a:cubicBezTo>
                    <a:pt x="18" y="13"/>
                    <a:pt x="18" y="13"/>
                    <a:pt x="18" y="13"/>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5" name="Freeform 139"/>
            <p:cNvSpPr>
              <a:spLocks/>
            </p:cNvSpPr>
            <p:nvPr/>
          </p:nvSpPr>
          <p:spPr bwMode="auto">
            <a:xfrm>
              <a:off x="3463925" y="3252787"/>
              <a:ext cx="49213" cy="52388"/>
            </a:xfrm>
            <a:custGeom>
              <a:avLst/>
              <a:gdLst>
                <a:gd name="T0" fmla="*/ 19 w 23"/>
                <a:gd name="T1" fmla="*/ 12 h 25"/>
                <a:gd name="T2" fmla="*/ 12 w 23"/>
                <a:gd name="T3" fmla="*/ 4 h 25"/>
                <a:gd name="T4" fmla="*/ 11 w 23"/>
                <a:gd name="T5" fmla="*/ 5 h 25"/>
                <a:gd name="T6" fmla="*/ 9 w 23"/>
                <a:gd name="T7" fmla="*/ 8 h 25"/>
                <a:gd name="T8" fmla="*/ 6 w 23"/>
                <a:gd name="T9" fmla="*/ 11 h 25"/>
                <a:gd name="T10" fmla="*/ 4 w 23"/>
                <a:gd name="T11" fmla="*/ 14 h 25"/>
                <a:gd name="T12" fmla="*/ 11 w 23"/>
                <a:gd name="T13" fmla="*/ 22 h 25"/>
                <a:gd name="T14" fmla="*/ 13 w 23"/>
                <a:gd name="T15" fmla="*/ 20 h 25"/>
                <a:gd name="T16" fmla="*/ 15 w 23"/>
                <a:gd name="T17" fmla="*/ 18 h 25"/>
                <a:gd name="T18" fmla="*/ 17 w 23"/>
                <a:gd name="T19" fmla="*/ 14 h 25"/>
                <a:gd name="T20" fmla="*/ 19 w 23"/>
                <a:gd name="T21"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19" y="12"/>
                  </a:moveTo>
                  <a:cubicBezTo>
                    <a:pt x="23" y="7"/>
                    <a:pt x="17" y="0"/>
                    <a:pt x="12" y="4"/>
                  </a:cubicBezTo>
                  <a:cubicBezTo>
                    <a:pt x="12" y="4"/>
                    <a:pt x="11" y="4"/>
                    <a:pt x="11" y="5"/>
                  </a:cubicBezTo>
                  <a:cubicBezTo>
                    <a:pt x="9" y="8"/>
                    <a:pt x="9" y="8"/>
                    <a:pt x="9" y="8"/>
                  </a:cubicBezTo>
                  <a:cubicBezTo>
                    <a:pt x="6" y="11"/>
                    <a:pt x="6" y="11"/>
                    <a:pt x="6" y="11"/>
                  </a:cubicBezTo>
                  <a:cubicBezTo>
                    <a:pt x="4" y="14"/>
                    <a:pt x="4" y="14"/>
                    <a:pt x="4" y="14"/>
                  </a:cubicBezTo>
                  <a:cubicBezTo>
                    <a:pt x="0" y="19"/>
                    <a:pt x="6" y="25"/>
                    <a:pt x="11" y="22"/>
                  </a:cubicBezTo>
                  <a:cubicBezTo>
                    <a:pt x="12" y="21"/>
                    <a:pt x="12" y="21"/>
                    <a:pt x="13" y="20"/>
                  </a:cubicBezTo>
                  <a:cubicBezTo>
                    <a:pt x="15" y="18"/>
                    <a:pt x="15" y="18"/>
                    <a:pt x="15" y="18"/>
                  </a:cubicBezTo>
                  <a:cubicBezTo>
                    <a:pt x="17" y="14"/>
                    <a:pt x="17" y="14"/>
                    <a:pt x="17" y="14"/>
                  </a:cubicBezTo>
                  <a:lnTo>
                    <a:pt x="19"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6" name="Freeform 140"/>
            <p:cNvSpPr>
              <a:spLocks/>
            </p:cNvSpPr>
            <p:nvPr/>
          </p:nvSpPr>
          <p:spPr bwMode="auto">
            <a:xfrm>
              <a:off x="3552825" y="3140075"/>
              <a:ext cx="38100" cy="47625"/>
            </a:xfrm>
            <a:custGeom>
              <a:avLst/>
              <a:gdLst>
                <a:gd name="T0" fmla="*/ 16 w 18"/>
                <a:gd name="T1" fmla="*/ 9 h 22"/>
                <a:gd name="T2" fmla="*/ 15 w 18"/>
                <a:gd name="T3" fmla="*/ 2 h 22"/>
                <a:gd name="T4" fmla="*/ 7 w 18"/>
                <a:gd name="T5" fmla="*/ 3 h 22"/>
                <a:gd name="T6" fmla="*/ 5 w 18"/>
                <a:gd name="T7" fmla="*/ 6 h 22"/>
                <a:gd name="T8" fmla="*/ 2 w 18"/>
                <a:gd name="T9" fmla="*/ 10 h 22"/>
                <a:gd name="T10" fmla="*/ 1 w 18"/>
                <a:gd name="T11" fmla="*/ 13 h 22"/>
                <a:gd name="T12" fmla="*/ 0 w 18"/>
                <a:gd name="T13" fmla="*/ 17 h 22"/>
                <a:gd name="T14" fmla="*/ 10 w 18"/>
                <a:gd name="T15" fmla="*/ 19 h 22"/>
                <a:gd name="T16" fmla="*/ 12 w 18"/>
                <a:gd name="T17" fmla="*/ 16 h 22"/>
                <a:gd name="T18" fmla="*/ 14 w 18"/>
                <a:gd name="T19" fmla="*/ 12 h 22"/>
                <a:gd name="T20" fmla="*/ 16 w 18"/>
                <a:gd name="T2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2">
                  <a:moveTo>
                    <a:pt x="16" y="9"/>
                  </a:moveTo>
                  <a:cubicBezTo>
                    <a:pt x="18" y="7"/>
                    <a:pt x="17" y="4"/>
                    <a:pt x="15" y="2"/>
                  </a:cubicBezTo>
                  <a:cubicBezTo>
                    <a:pt x="12" y="0"/>
                    <a:pt x="9" y="1"/>
                    <a:pt x="7" y="3"/>
                  </a:cubicBezTo>
                  <a:cubicBezTo>
                    <a:pt x="5" y="6"/>
                    <a:pt x="5" y="6"/>
                    <a:pt x="5" y="6"/>
                  </a:cubicBezTo>
                  <a:cubicBezTo>
                    <a:pt x="2" y="10"/>
                    <a:pt x="2" y="10"/>
                    <a:pt x="2" y="10"/>
                  </a:cubicBezTo>
                  <a:cubicBezTo>
                    <a:pt x="1" y="13"/>
                    <a:pt x="1" y="13"/>
                    <a:pt x="1" y="13"/>
                  </a:cubicBezTo>
                  <a:cubicBezTo>
                    <a:pt x="0" y="14"/>
                    <a:pt x="0" y="16"/>
                    <a:pt x="0" y="17"/>
                  </a:cubicBezTo>
                  <a:cubicBezTo>
                    <a:pt x="2" y="22"/>
                    <a:pt x="7" y="22"/>
                    <a:pt x="10" y="19"/>
                  </a:cubicBezTo>
                  <a:cubicBezTo>
                    <a:pt x="12" y="16"/>
                    <a:pt x="12" y="16"/>
                    <a:pt x="12" y="16"/>
                  </a:cubicBezTo>
                  <a:cubicBezTo>
                    <a:pt x="14" y="12"/>
                    <a:pt x="14" y="12"/>
                    <a:pt x="14" y="12"/>
                  </a:cubicBezTo>
                  <a:lnTo>
                    <a:pt x="16"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7" name="Freeform 141"/>
            <p:cNvSpPr>
              <a:spLocks/>
            </p:cNvSpPr>
            <p:nvPr/>
          </p:nvSpPr>
          <p:spPr bwMode="auto">
            <a:xfrm>
              <a:off x="3621088" y="3014662"/>
              <a:ext cx="42863" cy="55563"/>
            </a:xfrm>
            <a:custGeom>
              <a:avLst/>
              <a:gdLst>
                <a:gd name="T0" fmla="*/ 17 w 20"/>
                <a:gd name="T1" fmla="*/ 11 h 26"/>
                <a:gd name="T2" fmla="*/ 9 w 20"/>
                <a:gd name="T3" fmla="*/ 5 h 26"/>
                <a:gd name="T4" fmla="*/ 7 w 20"/>
                <a:gd name="T5" fmla="*/ 6 h 26"/>
                <a:gd name="T6" fmla="*/ 6 w 20"/>
                <a:gd name="T7" fmla="*/ 9 h 26"/>
                <a:gd name="T8" fmla="*/ 4 w 20"/>
                <a:gd name="T9" fmla="*/ 13 h 26"/>
                <a:gd name="T10" fmla="*/ 2 w 20"/>
                <a:gd name="T11" fmla="*/ 16 h 26"/>
                <a:gd name="T12" fmla="*/ 10 w 20"/>
                <a:gd name="T13" fmla="*/ 23 h 26"/>
                <a:gd name="T14" fmla="*/ 12 w 20"/>
                <a:gd name="T15" fmla="*/ 21 h 26"/>
                <a:gd name="T16" fmla="*/ 13 w 20"/>
                <a:gd name="T17" fmla="*/ 18 h 26"/>
                <a:gd name="T18" fmla="*/ 16 w 20"/>
                <a:gd name="T19" fmla="*/ 14 h 26"/>
                <a:gd name="T20" fmla="*/ 17 w 20"/>
                <a:gd name="T2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6">
                  <a:moveTo>
                    <a:pt x="17" y="11"/>
                  </a:moveTo>
                  <a:cubicBezTo>
                    <a:pt x="20" y="6"/>
                    <a:pt x="13" y="0"/>
                    <a:pt x="9" y="5"/>
                  </a:cubicBezTo>
                  <a:cubicBezTo>
                    <a:pt x="8" y="5"/>
                    <a:pt x="8" y="6"/>
                    <a:pt x="7" y="6"/>
                  </a:cubicBezTo>
                  <a:cubicBezTo>
                    <a:pt x="6" y="9"/>
                    <a:pt x="6" y="9"/>
                    <a:pt x="6" y="9"/>
                  </a:cubicBezTo>
                  <a:cubicBezTo>
                    <a:pt x="4" y="13"/>
                    <a:pt x="4" y="13"/>
                    <a:pt x="4" y="13"/>
                  </a:cubicBezTo>
                  <a:cubicBezTo>
                    <a:pt x="2" y="16"/>
                    <a:pt x="2" y="16"/>
                    <a:pt x="2" y="16"/>
                  </a:cubicBezTo>
                  <a:cubicBezTo>
                    <a:pt x="0" y="21"/>
                    <a:pt x="6" y="26"/>
                    <a:pt x="10" y="23"/>
                  </a:cubicBezTo>
                  <a:cubicBezTo>
                    <a:pt x="11" y="22"/>
                    <a:pt x="12" y="22"/>
                    <a:pt x="12" y="21"/>
                  </a:cubicBezTo>
                  <a:cubicBezTo>
                    <a:pt x="13" y="18"/>
                    <a:pt x="13" y="18"/>
                    <a:pt x="13" y="18"/>
                  </a:cubicBezTo>
                  <a:cubicBezTo>
                    <a:pt x="16" y="14"/>
                    <a:pt x="16" y="14"/>
                    <a:pt x="16" y="14"/>
                  </a:cubicBezTo>
                  <a:lnTo>
                    <a:pt x="17"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8" name="Freeform 142"/>
            <p:cNvSpPr>
              <a:spLocks/>
            </p:cNvSpPr>
            <p:nvPr/>
          </p:nvSpPr>
          <p:spPr bwMode="auto">
            <a:xfrm>
              <a:off x="3681413" y="2892425"/>
              <a:ext cx="38100" cy="50800"/>
            </a:xfrm>
            <a:custGeom>
              <a:avLst/>
              <a:gdLst>
                <a:gd name="T0" fmla="*/ 17 w 18"/>
                <a:gd name="T1" fmla="*/ 8 h 24"/>
                <a:gd name="T2" fmla="*/ 13 w 18"/>
                <a:gd name="T3" fmla="*/ 1 h 24"/>
                <a:gd name="T4" fmla="*/ 7 w 18"/>
                <a:gd name="T5" fmla="*/ 4 h 24"/>
                <a:gd name="T6" fmla="*/ 5 w 18"/>
                <a:gd name="T7" fmla="*/ 7 h 24"/>
                <a:gd name="T8" fmla="*/ 4 w 18"/>
                <a:gd name="T9" fmla="*/ 11 h 24"/>
                <a:gd name="T10" fmla="*/ 2 w 18"/>
                <a:gd name="T11" fmla="*/ 14 h 24"/>
                <a:gd name="T12" fmla="*/ 11 w 18"/>
                <a:gd name="T13" fmla="*/ 20 h 24"/>
                <a:gd name="T14" fmla="*/ 12 w 18"/>
                <a:gd name="T15" fmla="*/ 18 h 24"/>
                <a:gd name="T16" fmla="*/ 14 w 18"/>
                <a:gd name="T17" fmla="*/ 15 h 24"/>
                <a:gd name="T18" fmla="*/ 16 w 18"/>
                <a:gd name="T19" fmla="*/ 11 h 24"/>
                <a:gd name="T20" fmla="*/ 17 w 18"/>
                <a:gd name="T21"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4">
                  <a:moveTo>
                    <a:pt x="17" y="8"/>
                  </a:moveTo>
                  <a:cubicBezTo>
                    <a:pt x="18" y="5"/>
                    <a:pt x="16" y="1"/>
                    <a:pt x="13" y="1"/>
                  </a:cubicBezTo>
                  <a:cubicBezTo>
                    <a:pt x="10" y="0"/>
                    <a:pt x="7" y="2"/>
                    <a:pt x="7" y="4"/>
                  </a:cubicBezTo>
                  <a:cubicBezTo>
                    <a:pt x="5" y="7"/>
                    <a:pt x="5" y="7"/>
                    <a:pt x="5" y="7"/>
                  </a:cubicBezTo>
                  <a:cubicBezTo>
                    <a:pt x="4" y="11"/>
                    <a:pt x="4" y="11"/>
                    <a:pt x="4" y="11"/>
                  </a:cubicBezTo>
                  <a:cubicBezTo>
                    <a:pt x="2" y="14"/>
                    <a:pt x="2" y="14"/>
                    <a:pt x="2" y="14"/>
                  </a:cubicBezTo>
                  <a:cubicBezTo>
                    <a:pt x="0" y="19"/>
                    <a:pt x="7" y="24"/>
                    <a:pt x="11" y="20"/>
                  </a:cubicBezTo>
                  <a:cubicBezTo>
                    <a:pt x="12" y="20"/>
                    <a:pt x="12" y="19"/>
                    <a:pt x="12" y="18"/>
                  </a:cubicBezTo>
                  <a:cubicBezTo>
                    <a:pt x="14" y="15"/>
                    <a:pt x="14" y="15"/>
                    <a:pt x="14" y="15"/>
                  </a:cubicBezTo>
                  <a:cubicBezTo>
                    <a:pt x="16" y="11"/>
                    <a:pt x="16" y="11"/>
                    <a:pt x="16" y="11"/>
                  </a:cubicBezTo>
                  <a:lnTo>
                    <a:pt x="17" y="8"/>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9" name="Freeform 143"/>
            <p:cNvSpPr>
              <a:spLocks/>
            </p:cNvSpPr>
            <p:nvPr/>
          </p:nvSpPr>
          <p:spPr bwMode="auto">
            <a:xfrm>
              <a:off x="3730625" y="2755900"/>
              <a:ext cx="36513" cy="57150"/>
            </a:xfrm>
            <a:custGeom>
              <a:avLst/>
              <a:gdLst>
                <a:gd name="T0" fmla="*/ 15 w 17"/>
                <a:gd name="T1" fmla="*/ 9 h 27"/>
                <a:gd name="T2" fmla="*/ 5 w 17"/>
                <a:gd name="T3" fmla="*/ 5 h 27"/>
                <a:gd name="T4" fmla="*/ 4 w 17"/>
                <a:gd name="T5" fmla="*/ 6 h 27"/>
                <a:gd name="T6" fmla="*/ 4 w 17"/>
                <a:gd name="T7" fmla="*/ 9 h 27"/>
                <a:gd name="T8" fmla="*/ 2 w 17"/>
                <a:gd name="T9" fmla="*/ 13 h 27"/>
                <a:gd name="T10" fmla="*/ 1 w 17"/>
                <a:gd name="T11" fmla="*/ 17 h 27"/>
                <a:gd name="T12" fmla="*/ 11 w 17"/>
                <a:gd name="T13" fmla="*/ 22 h 27"/>
                <a:gd name="T14" fmla="*/ 12 w 17"/>
                <a:gd name="T15" fmla="*/ 20 h 27"/>
                <a:gd name="T16" fmla="*/ 13 w 17"/>
                <a:gd name="T17" fmla="*/ 16 h 27"/>
                <a:gd name="T18" fmla="*/ 14 w 17"/>
                <a:gd name="T19" fmla="*/ 12 h 27"/>
                <a:gd name="T20" fmla="*/ 15 w 17"/>
                <a:gd name="T21"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7">
                  <a:moveTo>
                    <a:pt x="15" y="9"/>
                  </a:moveTo>
                  <a:cubicBezTo>
                    <a:pt x="17" y="3"/>
                    <a:pt x="8" y="0"/>
                    <a:pt x="5" y="5"/>
                  </a:cubicBezTo>
                  <a:cubicBezTo>
                    <a:pt x="5" y="6"/>
                    <a:pt x="5" y="6"/>
                    <a:pt x="4" y="6"/>
                  </a:cubicBezTo>
                  <a:cubicBezTo>
                    <a:pt x="4" y="9"/>
                    <a:pt x="4" y="9"/>
                    <a:pt x="4" y="9"/>
                  </a:cubicBezTo>
                  <a:cubicBezTo>
                    <a:pt x="2" y="13"/>
                    <a:pt x="2" y="13"/>
                    <a:pt x="2" y="13"/>
                  </a:cubicBezTo>
                  <a:cubicBezTo>
                    <a:pt x="1" y="17"/>
                    <a:pt x="1" y="17"/>
                    <a:pt x="1" y="17"/>
                  </a:cubicBezTo>
                  <a:cubicBezTo>
                    <a:pt x="0" y="22"/>
                    <a:pt x="7" y="27"/>
                    <a:pt x="11" y="22"/>
                  </a:cubicBezTo>
                  <a:cubicBezTo>
                    <a:pt x="11" y="21"/>
                    <a:pt x="12" y="21"/>
                    <a:pt x="12" y="20"/>
                  </a:cubicBezTo>
                  <a:cubicBezTo>
                    <a:pt x="13" y="16"/>
                    <a:pt x="13" y="16"/>
                    <a:pt x="13" y="16"/>
                  </a:cubicBezTo>
                  <a:cubicBezTo>
                    <a:pt x="14" y="12"/>
                    <a:pt x="14" y="12"/>
                    <a:pt x="14" y="12"/>
                  </a:cubicBezTo>
                  <a:lnTo>
                    <a:pt x="15"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0" name="Freeform 144"/>
            <p:cNvSpPr>
              <a:spLocks/>
            </p:cNvSpPr>
            <p:nvPr/>
          </p:nvSpPr>
          <p:spPr bwMode="auto">
            <a:xfrm>
              <a:off x="3762375" y="2617787"/>
              <a:ext cx="31750" cy="58738"/>
            </a:xfrm>
            <a:custGeom>
              <a:avLst/>
              <a:gdLst>
                <a:gd name="T0" fmla="*/ 14 w 15"/>
                <a:gd name="T1" fmla="*/ 9 h 27"/>
                <a:gd name="T2" fmla="*/ 4 w 15"/>
                <a:gd name="T3" fmla="*/ 5 h 27"/>
                <a:gd name="T4" fmla="*/ 3 w 15"/>
                <a:gd name="T5" fmla="*/ 7 h 27"/>
                <a:gd name="T6" fmla="*/ 3 w 15"/>
                <a:gd name="T7" fmla="*/ 8 h 27"/>
                <a:gd name="T8" fmla="*/ 2 w 15"/>
                <a:gd name="T9" fmla="*/ 13 h 27"/>
                <a:gd name="T10" fmla="*/ 1 w 15"/>
                <a:gd name="T11" fmla="*/ 18 h 27"/>
                <a:gd name="T12" fmla="*/ 12 w 15"/>
                <a:gd name="T13" fmla="*/ 21 h 27"/>
                <a:gd name="T14" fmla="*/ 12 w 15"/>
                <a:gd name="T15" fmla="*/ 20 h 27"/>
                <a:gd name="T16" fmla="*/ 13 w 15"/>
                <a:gd name="T17" fmla="*/ 15 h 27"/>
                <a:gd name="T18" fmla="*/ 14 w 15"/>
                <a:gd name="T19" fmla="*/ 10 h 27"/>
                <a:gd name="T20" fmla="*/ 14 w 15"/>
                <a:gd name="T21"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27">
                  <a:moveTo>
                    <a:pt x="14" y="9"/>
                  </a:moveTo>
                  <a:cubicBezTo>
                    <a:pt x="15" y="3"/>
                    <a:pt x="8" y="0"/>
                    <a:pt x="4" y="5"/>
                  </a:cubicBezTo>
                  <a:cubicBezTo>
                    <a:pt x="4" y="6"/>
                    <a:pt x="3" y="6"/>
                    <a:pt x="3" y="7"/>
                  </a:cubicBezTo>
                  <a:cubicBezTo>
                    <a:pt x="3" y="8"/>
                    <a:pt x="3" y="8"/>
                    <a:pt x="3" y="8"/>
                  </a:cubicBezTo>
                  <a:cubicBezTo>
                    <a:pt x="2" y="13"/>
                    <a:pt x="2" y="13"/>
                    <a:pt x="2" y="13"/>
                  </a:cubicBezTo>
                  <a:cubicBezTo>
                    <a:pt x="1" y="18"/>
                    <a:pt x="1" y="18"/>
                    <a:pt x="1" y="18"/>
                  </a:cubicBezTo>
                  <a:cubicBezTo>
                    <a:pt x="0" y="24"/>
                    <a:pt x="9" y="27"/>
                    <a:pt x="12" y="21"/>
                  </a:cubicBezTo>
                  <a:cubicBezTo>
                    <a:pt x="12" y="21"/>
                    <a:pt x="12" y="20"/>
                    <a:pt x="12" y="20"/>
                  </a:cubicBezTo>
                  <a:cubicBezTo>
                    <a:pt x="13" y="15"/>
                    <a:pt x="13" y="15"/>
                    <a:pt x="13" y="15"/>
                  </a:cubicBezTo>
                  <a:cubicBezTo>
                    <a:pt x="14" y="10"/>
                    <a:pt x="14" y="10"/>
                    <a:pt x="14" y="10"/>
                  </a:cubicBezTo>
                  <a:lnTo>
                    <a:pt x="14"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1" name="Freeform 145"/>
            <p:cNvSpPr>
              <a:spLocks/>
            </p:cNvSpPr>
            <p:nvPr/>
          </p:nvSpPr>
          <p:spPr bwMode="auto">
            <a:xfrm>
              <a:off x="3695700" y="2439987"/>
              <a:ext cx="177800" cy="176213"/>
            </a:xfrm>
            <a:custGeom>
              <a:avLst/>
              <a:gdLst>
                <a:gd name="T0" fmla="*/ 0 w 112"/>
                <a:gd name="T1" fmla="*/ 96 h 111"/>
                <a:gd name="T2" fmla="*/ 69 w 112"/>
                <a:gd name="T3" fmla="*/ 0 h 111"/>
                <a:gd name="T4" fmla="*/ 112 w 112"/>
                <a:gd name="T5" fmla="*/ 111 h 111"/>
                <a:gd name="T6" fmla="*/ 0 w 112"/>
                <a:gd name="T7" fmla="*/ 96 h 111"/>
              </a:gdLst>
              <a:ahLst/>
              <a:cxnLst>
                <a:cxn ang="0">
                  <a:pos x="T0" y="T1"/>
                </a:cxn>
                <a:cxn ang="0">
                  <a:pos x="T2" y="T3"/>
                </a:cxn>
                <a:cxn ang="0">
                  <a:pos x="T4" y="T5"/>
                </a:cxn>
                <a:cxn ang="0">
                  <a:pos x="T6" y="T7"/>
                </a:cxn>
              </a:cxnLst>
              <a:rect l="0" t="0" r="r" b="b"/>
              <a:pathLst>
                <a:path w="112" h="111">
                  <a:moveTo>
                    <a:pt x="0" y="96"/>
                  </a:moveTo>
                  <a:lnTo>
                    <a:pt x="69" y="0"/>
                  </a:lnTo>
                  <a:lnTo>
                    <a:pt x="112" y="111"/>
                  </a:lnTo>
                  <a:lnTo>
                    <a:pt x="0" y="96"/>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2" name="Freeform 146"/>
            <p:cNvSpPr>
              <a:spLocks/>
            </p:cNvSpPr>
            <p:nvPr/>
          </p:nvSpPr>
          <p:spPr bwMode="auto">
            <a:xfrm>
              <a:off x="2438400" y="3830637"/>
              <a:ext cx="41275" cy="50800"/>
            </a:xfrm>
            <a:custGeom>
              <a:avLst/>
              <a:gdLst>
                <a:gd name="T0" fmla="*/ 10 w 19"/>
                <a:gd name="T1" fmla="*/ 5 h 24"/>
                <a:gd name="T2" fmla="*/ 0 w 19"/>
                <a:gd name="T3" fmla="*/ 8 h 24"/>
                <a:gd name="T4" fmla="*/ 1 w 19"/>
                <a:gd name="T5" fmla="*/ 10 h 24"/>
                <a:gd name="T6" fmla="*/ 2 w 19"/>
                <a:gd name="T7" fmla="*/ 11 h 24"/>
                <a:gd name="T8" fmla="*/ 2 w 19"/>
                <a:gd name="T9" fmla="*/ 13 h 24"/>
                <a:gd name="T10" fmla="*/ 3 w 19"/>
                <a:gd name="T11" fmla="*/ 14 h 24"/>
                <a:gd name="T12" fmla="*/ 4 w 19"/>
                <a:gd name="T13" fmla="*/ 16 h 24"/>
                <a:gd name="T14" fmla="*/ 5 w 19"/>
                <a:gd name="T15" fmla="*/ 17 h 24"/>
                <a:gd name="T16" fmla="*/ 6 w 19"/>
                <a:gd name="T17" fmla="*/ 18 h 24"/>
                <a:gd name="T18" fmla="*/ 8 w 19"/>
                <a:gd name="T19" fmla="*/ 20 h 24"/>
                <a:gd name="T20" fmla="*/ 8 w 19"/>
                <a:gd name="T21" fmla="*/ 20 h 24"/>
                <a:gd name="T22" fmla="*/ 17 w 19"/>
                <a:gd name="T23" fmla="*/ 14 h 24"/>
                <a:gd name="T24" fmla="*/ 16 w 19"/>
                <a:gd name="T25" fmla="*/ 13 h 24"/>
                <a:gd name="T26" fmla="*/ 16 w 19"/>
                <a:gd name="T27" fmla="*/ 12 h 24"/>
                <a:gd name="T28" fmla="*/ 15 w 19"/>
                <a:gd name="T29" fmla="*/ 11 h 24"/>
                <a:gd name="T30" fmla="*/ 14 w 19"/>
                <a:gd name="T31" fmla="*/ 10 h 24"/>
                <a:gd name="T32" fmla="*/ 13 w 19"/>
                <a:gd name="T33" fmla="*/ 9 h 24"/>
                <a:gd name="T34" fmla="*/ 12 w 19"/>
                <a:gd name="T35" fmla="*/ 8 h 24"/>
                <a:gd name="T36" fmla="*/ 12 w 19"/>
                <a:gd name="T37" fmla="*/ 7 h 24"/>
                <a:gd name="T38" fmla="*/ 11 w 19"/>
                <a:gd name="T39" fmla="*/ 6 h 24"/>
                <a:gd name="T40" fmla="*/ 10 w 19"/>
                <a:gd name="T41"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24">
                  <a:moveTo>
                    <a:pt x="10" y="5"/>
                  </a:moveTo>
                  <a:cubicBezTo>
                    <a:pt x="8" y="0"/>
                    <a:pt x="0" y="2"/>
                    <a:pt x="0" y="8"/>
                  </a:cubicBezTo>
                  <a:cubicBezTo>
                    <a:pt x="0" y="8"/>
                    <a:pt x="0" y="9"/>
                    <a:pt x="1" y="10"/>
                  </a:cubicBezTo>
                  <a:cubicBezTo>
                    <a:pt x="2" y="11"/>
                    <a:pt x="2" y="11"/>
                    <a:pt x="2" y="11"/>
                  </a:cubicBezTo>
                  <a:cubicBezTo>
                    <a:pt x="2" y="13"/>
                    <a:pt x="2" y="13"/>
                    <a:pt x="2" y="13"/>
                  </a:cubicBezTo>
                  <a:cubicBezTo>
                    <a:pt x="3" y="14"/>
                    <a:pt x="3" y="14"/>
                    <a:pt x="3" y="14"/>
                  </a:cubicBezTo>
                  <a:cubicBezTo>
                    <a:pt x="4" y="16"/>
                    <a:pt x="4" y="16"/>
                    <a:pt x="4" y="16"/>
                  </a:cubicBezTo>
                  <a:cubicBezTo>
                    <a:pt x="5" y="17"/>
                    <a:pt x="5" y="17"/>
                    <a:pt x="5" y="17"/>
                  </a:cubicBezTo>
                  <a:cubicBezTo>
                    <a:pt x="6" y="18"/>
                    <a:pt x="6" y="18"/>
                    <a:pt x="6" y="18"/>
                  </a:cubicBezTo>
                  <a:cubicBezTo>
                    <a:pt x="8" y="20"/>
                    <a:pt x="8" y="20"/>
                    <a:pt x="8" y="20"/>
                  </a:cubicBezTo>
                  <a:cubicBezTo>
                    <a:pt x="8" y="20"/>
                    <a:pt x="8" y="20"/>
                    <a:pt x="8" y="20"/>
                  </a:cubicBezTo>
                  <a:cubicBezTo>
                    <a:pt x="12" y="24"/>
                    <a:pt x="19" y="20"/>
                    <a:pt x="17" y="14"/>
                  </a:cubicBezTo>
                  <a:cubicBezTo>
                    <a:pt x="17" y="14"/>
                    <a:pt x="16" y="13"/>
                    <a:pt x="16" y="13"/>
                  </a:cubicBezTo>
                  <a:cubicBezTo>
                    <a:pt x="16" y="12"/>
                    <a:pt x="16" y="12"/>
                    <a:pt x="16" y="12"/>
                  </a:cubicBezTo>
                  <a:cubicBezTo>
                    <a:pt x="15" y="11"/>
                    <a:pt x="15" y="11"/>
                    <a:pt x="15" y="11"/>
                  </a:cubicBezTo>
                  <a:cubicBezTo>
                    <a:pt x="14" y="10"/>
                    <a:pt x="14" y="10"/>
                    <a:pt x="14" y="10"/>
                  </a:cubicBezTo>
                  <a:cubicBezTo>
                    <a:pt x="13" y="9"/>
                    <a:pt x="13" y="9"/>
                    <a:pt x="13" y="9"/>
                  </a:cubicBezTo>
                  <a:cubicBezTo>
                    <a:pt x="12" y="8"/>
                    <a:pt x="12" y="8"/>
                    <a:pt x="12" y="8"/>
                  </a:cubicBezTo>
                  <a:cubicBezTo>
                    <a:pt x="12" y="7"/>
                    <a:pt x="12" y="7"/>
                    <a:pt x="12" y="7"/>
                  </a:cubicBezTo>
                  <a:cubicBezTo>
                    <a:pt x="11" y="6"/>
                    <a:pt x="11" y="6"/>
                    <a:pt x="11" y="6"/>
                  </a:cubicBezTo>
                  <a:lnTo>
                    <a:pt x="10" y="5"/>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3" name="Freeform 147"/>
            <p:cNvSpPr>
              <a:spLocks/>
            </p:cNvSpPr>
            <p:nvPr/>
          </p:nvSpPr>
          <p:spPr bwMode="auto">
            <a:xfrm>
              <a:off x="2573338" y="3825875"/>
              <a:ext cx="53975" cy="30163"/>
            </a:xfrm>
            <a:custGeom>
              <a:avLst/>
              <a:gdLst>
                <a:gd name="T0" fmla="*/ 19 w 25"/>
                <a:gd name="T1" fmla="*/ 11 h 14"/>
                <a:gd name="T2" fmla="*/ 18 w 25"/>
                <a:gd name="T3" fmla="*/ 0 h 14"/>
                <a:gd name="T4" fmla="*/ 17 w 25"/>
                <a:gd name="T5" fmla="*/ 0 h 14"/>
                <a:gd name="T6" fmla="*/ 14 w 25"/>
                <a:gd name="T7" fmla="*/ 1 h 14"/>
                <a:gd name="T8" fmla="*/ 12 w 25"/>
                <a:gd name="T9" fmla="*/ 2 h 14"/>
                <a:gd name="T10" fmla="*/ 9 w 25"/>
                <a:gd name="T11" fmla="*/ 2 h 14"/>
                <a:gd name="T12" fmla="*/ 7 w 25"/>
                <a:gd name="T13" fmla="*/ 3 h 14"/>
                <a:gd name="T14" fmla="*/ 6 w 25"/>
                <a:gd name="T15" fmla="*/ 3 h 14"/>
                <a:gd name="T16" fmla="*/ 7 w 25"/>
                <a:gd name="T17" fmla="*/ 14 h 14"/>
                <a:gd name="T18" fmla="*/ 9 w 25"/>
                <a:gd name="T19" fmla="*/ 14 h 14"/>
                <a:gd name="T20" fmla="*/ 9 w 25"/>
                <a:gd name="T21" fmla="*/ 14 h 14"/>
                <a:gd name="T22" fmla="*/ 12 w 25"/>
                <a:gd name="T23" fmla="*/ 13 h 14"/>
                <a:gd name="T24" fmla="*/ 14 w 25"/>
                <a:gd name="T25" fmla="*/ 12 h 14"/>
                <a:gd name="T26" fmla="*/ 17 w 25"/>
                <a:gd name="T27" fmla="*/ 12 h 14"/>
                <a:gd name="T28" fmla="*/ 19 w 25"/>
                <a:gd name="T29"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4">
                  <a:moveTo>
                    <a:pt x="19" y="11"/>
                  </a:moveTo>
                  <a:cubicBezTo>
                    <a:pt x="25" y="9"/>
                    <a:pt x="25" y="1"/>
                    <a:pt x="18" y="0"/>
                  </a:cubicBezTo>
                  <a:cubicBezTo>
                    <a:pt x="18" y="0"/>
                    <a:pt x="17" y="0"/>
                    <a:pt x="17" y="0"/>
                  </a:cubicBezTo>
                  <a:cubicBezTo>
                    <a:pt x="14" y="1"/>
                    <a:pt x="14" y="1"/>
                    <a:pt x="14" y="1"/>
                  </a:cubicBezTo>
                  <a:cubicBezTo>
                    <a:pt x="12" y="2"/>
                    <a:pt x="12" y="2"/>
                    <a:pt x="12" y="2"/>
                  </a:cubicBezTo>
                  <a:cubicBezTo>
                    <a:pt x="9" y="2"/>
                    <a:pt x="9" y="2"/>
                    <a:pt x="9" y="2"/>
                  </a:cubicBezTo>
                  <a:cubicBezTo>
                    <a:pt x="7" y="3"/>
                    <a:pt x="7" y="3"/>
                    <a:pt x="7" y="3"/>
                  </a:cubicBezTo>
                  <a:cubicBezTo>
                    <a:pt x="6" y="3"/>
                    <a:pt x="6" y="3"/>
                    <a:pt x="6" y="3"/>
                  </a:cubicBezTo>
                  <a:cubicBezTo>
                    <a:pt x="0" y="4"/>
                    <a:pt x="1" y="13"/>
                    <a:pt x="7" y="14"/>
                  </a:cubicBezTo>
                  <a:cubicBezTo>
                    <a:pt x="8" y="14"/>
                    <a:pt x="8" y="14"/>
                    <a:pt x="9" y="14"/>
                  </a:cubicBezTo>
                  <a:cubicBezTo>
                    <a:pt x="9" y="14"/>
                    <a:pt x="9" y="14"/>
                    <a:pt x="9" y="14"/>
                  </a:cubicBezTo>
                  <a:cubicBezTo>
                    <a:pt x="12" y="13"/>
                    <a:pt x="12" y="13"/>
                    <a:pt x="12" y="13"/>
                  </a:cubicBezTo>
                  <a:cubicBezTo>
                    <a:pt x="14" y="12"/>
                    <a:pt x="14" y="12"/>
                    <a:pt x="14" y="12"/>
                  </a:cubicBezTo>
                  <a:cubicBezTo>
                    <a:pt x="17" y="12"/>
                    <a:pt x="17" y="12"/>
                    <a:pt x="17" y="12"/>
                  </a:cubicBezTo>
                  <a:lnTo>
                    <a:pt x="19"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4" name="Freeform 148"/>
            <p:cNvSpPr>
              <a:spLocks/>
            </p:cNvSpPr>
            <p:nvPr/>
          </p:nvSpPr>
          <p:spPr bwMode="auto">
            <a:xfrm>
              <a:off x="2703513" y="3770312"/>
              <a:ext cx="55563" cy="38100"/>
            </a:xfrm>
            <a:custGeom>
              <a:avLst/>
              <a:gdLst>
                <a:gd name="T0" fmla="*/ 20 w 26"/>
                <a:gd name="T1" fmla="*/ 12 h 18"/>
                <a:gd name="T2" fmla="*/ 16 w 26"/>
                <a:gd name="T3" fmla="*/ 2 h 18"/>
                <a:gd name="T4" fmla="*/ 15 w 26"/>
                <a:gd name="T5" fmla="*/ 2 h 18"/>
                <a:gd name="T6" fmla="*/ 13 w 26"/>
                <a:gd name="T7" fmla="*/ 3 h 18"/>
                <a:gd name="T8" fmla="*/ 11 w 26"/>
                <a:gd name="T9" fmla="*/ 4 h 18"/>
                <a:gd name="T10" fmla="*/ 8 w 26"/>
                <a:gd name="T11" fmla="*/ 6 h 18"/>
                <a:gd name="T12" fmla="*/ 6 w 26"/>
                <a:gd name="T13" fmla="*/ 7 h 18"/>
                <a:gd name="T14" fmla="*/ 8 w 26"/>
                <a:gd name="T15" fmla="*/ 17 h 18"/>
                <a:gd name="T16" fmla="*/ 10 w 26"/>
                <a:gd name="T17" fmla="*/ 17 h 18"/>
                <a:gd name="T18" fmla="*/ 13 w 26"/>
                <a:gd name="T19" fmla="*/ 16 h 18"/>
                <a:gd name="T20" fmla="*/ 15 w 26"/>
                <a:gd name="T21" fmla="*/ 14 h 18"/>
                <a:gd name="T22" fmla="*/ 18 w 26"/>
                <a:gd name="T23" fmla="*/ 13 h 18"/>
                <a:gd name="T24" fmla="*/ 20 w 26"/>
                <a:gd name="T25"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8">
                  <a:moveTo>
                    <a:pt x="20" y="12"/>
                  </a:moveTo>
                  <a:cubicBezTo>
                    <a:pt x="26" y="9"/>
                    <a:pt x="23" y="0"/>
                    <a:pt x="16" y="2"/>
                  </a:cubicBezTo>
                  <a:cubicBezTo>
                    <a:pt x="16" y="2"/>
                    <a:pt x="16" y="2"/>
                    <a:pt x="15" y="2"/>
                  </a:cubicBezTo>
                  <a:cubicBezTo>
                    <a:pt x="13" y="3"/>
                    <a:pt x="13" y="3"/>
                    <a:pt x="13" y="3"/>
                  </a:cubicBezTo>
                  <a:cubicBezTo>
                    <a:pt x="11" y="4"/>
                    <a:pt x="11" y="4"/>
                    <a:pt x="11" y="4"/>
                  </a:cubicBezTo>
                  <a:cubicBezTo>
                    <a:pt x="8" y="6"/>
                    <a:pt x="8" y="6"/>
                    <a:pt x="8" y="6"/>
                  </a:cubicBezTo>
                  <a:cubicBezTo>
                    <a:pt x="6" y="7"/>
                    <a:pt x="6" y="7"/>
                    <a:pt x="6" y="7"/>
                  </a:cubicBezTo>
                  <a:cubicBezTo>
                    <a:pt x="0" y="9"/>
                    <a:pt x="2" y="18"/>
                    <a:pt x="8" y="17"/>
                  </a:cubicBezTo>
                  <a:cubicBezTo>
                    <a:pt x="9" y="17"/>
                    <a:pt x="10" y="17"/>
                    <a:pt x="10" y="17"/>
                  </a:cubicBezTo>
                  <a:cubicBezTo>
                    <a:pt x="13" y="16"/>
                    <a:pt x="13" y="16"/>
                    <a:pt x="13" y="16"/>
                  </a:cubicBezTo>
                  <a:cubicBezTo>
                    <a:pt x="15" y="14"/>
                    <a:pt x="15" y="14"/>
                    <a:pt x="15" y="14"/>
                  </a:cubicBezTo>
                  <a:cubicBezTo>
                    <a:pt x="18" y="13"/>
                    <a:pt x="18" y="13"/>
                    <a:pt x="18" y="13"/>
                  </a:cubicBezTo>
                  <a:lnTo>
                    <a:pt x="20"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5" name="Freeform 149"/>
            <p:cNvSpPr>
              <a:spLocks/>
            </p:cNvSpPr>
            <p:nvPr/>
          </p:nvSpPr>
          <p:spPr bwMode="auto">
            <a:xfrm>
              <a:off x="2825750" y="3702050"/>
              <a:ext cx="53975" cy="38100"/>
            </a:xfrm>
            <a:custGeom>
              <a:avLst/>
              <a:gdLst>
                <a:gd name="T0" fmla="*/ 20 w 25"/>
                <a:gd name="T1" fmla="*/ 10 h 18"/>
                <a:gd name="T2" fmla="*/ 17 w 25"/>
                <a:gd name="T3" fmla="*/ 0 h 18"/>
                <a:gd name="T4" fmla="*/ 14 w 25"/>
                <a:gd name="T5" fmla="*/ 1 h 18"/>
                <a:gd name="T6" fmla="*/ 13 w 25"/>
                <a:gd name="T7" fmla="*/ 2 h 18"/>
                <a:gd name="T8" fmla="*/ 10 w 25"/>
                <a:gd name="T9" fmla="*/ 4 h 18"/>
                <a:gd name="T10" fmla="*/ 7 w 25"/>
                <a:gd name="T11" fmla="*/ 6 h 18"/>
                <a:gd name="T12" fmla="*/ 5 w 25"/>
                <a:gd name="T13" fmla="*/ 7 h 18"/>
                <a:gd name="T14" fmla="*/ 9 w 25"/>
                <a:gd name="T15" fmla="*/ 17 h 18"/>
                <a:gd name="T16" fmla="*/ 11 w 25"/>
                <a:gd name="T17" fmla="*/ 16 h 18"/>
                <a:gd name="T18" fmla="*/ 13 w 25"/>
                <a:gd name="T19" fmla="*/ 15 h 18"/>
                <a:gd name="T20" fmla="*/ 16 w 25"/>
                <a:gd name="T21" fmla="*/ 13 h 18"/>
                <a:gd name="T22" fmla="*/ 19 w 25"/>
                <a:gd name="T23" fmla="*/ 11 h 18"/>
                <a:gd name="T24" fmla="*/ 20 w 25"/>
                <a:gd name="T25"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8">
                  <a:moveTo>
                    <a:pt x="20" y="10"/>
                  </a:moveTo>
                  <a:cubicBezTo>
                    <a:pt x="25" y="7"/>
                    <a:pt x="22" y="0"/>
                    <a:pt x="17" y="0"/>
                  </a:cubicBezTo>
                  <a:cubicBezTo>
                    <a:pt x="16" y="0"/>
                    <a:pt x="15" y="0"/>
                    <a:pt x="14" y="1"/>
                  </a:cubicBezTo>
                  <a:cubicBezTo>
                    <a:pt x="13" y="2"/>
                    <a:pt x="13" y="2"/>
                    <a:pt x="13" y="2"/>
                  </a:cubicBezTo>
                  <a:cubicBezTo>
                    <a:pt x="10" y="4"/>
                    <a:pt x="10" y="4"/>
                    <a:pt x="10" y="4"/>
                  </a:cubicBezTo>
                  <a:cubicBezTo>
                    <a:pt x="7" y="6"/>
                    <a:pt x="7" y="6"/>
                    <a:pt x="7" y="6"/>
                  </a:cubicBezTo>
                  <a:cubicBezTo>
                    <a:pt x="5" y="7"/>
                    <a:pt x="5" y="7"/>
                    <a:pt x="5" y="7"/>
                  </a:cubicBezTo>
                  <a:cubicBezTo>
                    <a:pt x="0" y="10"/>
                    <a:pt x="3" y="18"/>
                    <a:pt x="9" y="17"/>
                  </a:cubicBezTo>
                  <a:cubicBezTo>
                    <a:pt x="9" y="17"/>
                    <a:pt x="10" y="17"/>
                    <a:pt x="11" y="16"/>
                  </a:cubicBezTo>
                  <a:cubicBezTo>
                    <a:pt x="13" y="15"/>
                    <a:pt x="13" y="15"/>
                    <a:pt x="13" y="15"/>
                  </a:cubicBezTo>
                  <a:cubicBezTo>
                    <a:pt x="16" y="13"/>
                    <a:pt x="16" y="13"/>
                    <a:pt x="16" y="13"/>
                  </a:cubicBezTo>
                  <a:cubicBezTo>
                    <a:pt x="19" y="11"/>
                    <a:pt x="19" y="11"/>
                    <a:pt x="19" y="11"/>
                  </a:cubicBezTo>
                  <a:lnTo>
                    <a:pt x="20" y="10"/>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6" name="Freeform 150"/>
            <p:cNvSpPr>
              <a:spLocks/>
            </p:cNvSpPr>
            <p:nvPr/>
          </p:nvSpPr>
          <p:spPr bwMode="auto">
            <a:xfrm>
              <a:off x="2940050" y="3614737"/>
              <a:ext cx="46038" cy="44450"/>
            </a:xfrm>
            <a:custGeom>
              <a:avLst/>
              <a:gdLst>
                <a:gd name="T0" fmla="*/ 20 w 22"/>
                <a:gd name="T1" fmla="*/ 12 h 21"/>
                <a:gd name="T2" fmla="*/ 22 w 22"/>
                <a:gd name="T3" fmla="*/ 6 h 21"/>
                <a:gd name="T4" fmla="*/ 13 w 22"/>
                <a:gd name="T5" fmla="*/ 3 h 21"/>
                <a:gd name="T6" fmla="*/ 12 w 22"/>
                <a:gd name="T7" fmla="*/ 4 h 21"/>
                <a:gd name="T8" fmla="*/ 9 w 22"/>
                <a:gd name="T9" fmla="*/ 6 h 21"/>
                <a:gd name="T10" fmla="*/ 6 w 22"/>
                <a:gd name="T11" fmla="*/ 9 h 21"/>
                <a:gd name="T12" fmla="*/ 5 w 22"/>
                <a:gd name="T13" fmla="*/ 10 h 21"/>
                <a:gd name="T14" fmla="*/ 10 w 22"/>
                <a:gd name="T15" fmla="*/ 19 h 21"/>
                <a:gd name="T16" fmla="*/ 11 w 22"/>
                <a:gd name="T17" fmla="*/ 18 h 21"/>
                <a:gd name="T18" fmla="*/ 13 w 22"/>
                <a:gd name="T19" fmla="*/ 17 h 21"/>
                <a:gd name="T20" fmla="*/ 16 w 22"/>
                <a:gd name="T21" fmla="*/ 15 h 21"/>
                <a:gd name="T22" fmla="*/ 19 w 22"/>
                <a:gd name="T23" fmla="*/ 12 h 21"/>
                <a:gd name="T24" fmla="*/ 20 w 22"/>
                <a:gd name="T2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1">
                  <a:moveTo>
                    <a:pt x="20" y="12"/>
                  </a:moveTo>
                  <a:cubicBezTo>
                    <a:pt x="22" y="10"/>
                    <a:pt x="22" y="8"/>
                    <a:pt x="22" y="6"/>
                  </a:cubicBezTo>
                  <a:cubicBezTo>
                    <a:pt x="21" y="2"/>
                    <a:pt x="16" y="0"/>
                    <a:pt x="13" y="3"/>
                  </a:cubicBezTo>
                  <a:cubicBezTo>
                    <a:pt x="12" y="4"/>
                    <a:pt x="12" y="4"/>
                    <a:pt x="12" y="4"/>
                  </a:cubicBezTo>
                  <a:cubicBezTo>
                    <a:pt x="9" y="6"/>
                    <a:pt x="9" y="6"/>
                    <a:pt x="9" y="6"/>
                  </a:cubicBezTo>
                  <a:cubicBezTo>
                    <a:pt x="6" y="9"/>
                    <a:pt x="6" y="9"/>
                    <a:pt x="6" y="9"/>
                  </a:cubicBezTo>
                  <a:cubicBezTo>
                    <a:pt x="5" y="10"/>
                    <a:pt x="5" y="10"/>
                    <a:pt x="5" y="10"/>
                  </a:cubicBezTo>
                  <a:cubicBezTo>
                    <a:pt x="0" y="14"/>
                    <a:pt x="4" y="21"/>
                    <a:pt x="10" y="19"/>
                  </a:cubicBezTo>
                  <a:cubicBezTo>
                    <a:pt x="11" y="19"/>
                    <a:pt x="11" y="19"/>
                    <a:pt x="11" y="18"/>
                  </a:cubicBezTo>
                  <a:cubicBezTo>
                    <a:pt x="13" y="17"/>
                    <a:pt x="13" y="17"/>
                    <a:pt x="13" y="17"/>
                  </a:cubicBezTo>
                  <a:cubicBezTo>
                    <a:pt x="16" y="15"/>
                    <a:pt x="16" y="15"/>
                    <a:pt x="16" y="15"/>
                  </a:cubicBezTo>
                  <a:cubicBezTo>
                    <a:pt x="19" y="12"/>
                    <a:pt x="19" y="12"/>
                    <a:pt x="19" y="12"/>
                  </a:cubicBezTo>
                  <a:lnTo>
                    <a:pt x="20"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7" name="Freeform 151"/>
            <p:cNvSpPr>
              <a:spLocks/>
            </p:cNvSpPr>
            <p:nvPr/>
          </p:nvSpPr>
          <p:spPr bwMode="auto">
            <a:xfrm>
              <a:off x="3046413" y="3522662"/>
              <a:ext cx="49213" cy="44450"/>
            </a:xfrm>
            <a:custGeom>
              <a:avLst/>
              <a:gdLst>
                <a:gd name="T0" fmla="*/ 19 w 23"/>
                <a:gd name="T1" fmla="*/ 11 h 21"/>
                <a:gd name="T2" fmla="*/ 15 w 23"/>
                <a:gd name="T3" fmla="*/ 2 h 21"/>
                <a:gd name="T4" fmla="*/ 12 w 23"/>
                <a:gd name="T5" fmla="*/ 3 h 21"/>
                <a:gd name="T6" fmla="*/ 11 w 23"/>
                <a:gd name="T7" fmla="*/ 4 h 21"/>
                <a:gd name="T8" fmla="*/ 8 w 23"/>
                <a:gd name="T9" fmla="*/ 7 h 21"/>
                <a:gd name="T10" fmla="*/ 5 w 23"/>
                <a:gd name="T11" fmla="*/ 10 h 21"/>
                <a:gd name="T12" fmla="*/ 4 w 23"/>
                <a:gd name="T13" fmla="*/ 10 h 21"/>
                <a:gd name="T14" fmla="*/ 10 w 23"/>
                <a:gd name="T15" fmla="*/ 19 h 21"/>
                <a:gd name="T16" fmla="*/ 11 w 23"/>
                <a:gd name="T17" fmla="*/ 18 h 21"/>
                <a:gd name="T18" fmla="*/ 12 w 23"/>
                <a:gd name="T19" fmla="*/ 17 h 21"/>
                <a:gd name="T20" fmla="*/ 15 w 23"/>
                <a:gd name="T21" fmla="*/ 15 h 21"/>
                <a:gd name="T22" fmla="*/ 19 w 23"/>
                <a:gd name="T23" fmla="*/ 12 h 21"/>
                <a:gd name="T24" fmla="*/ 19 w 23"/>
                <a:gd name="T25"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21">
                  <a:moveTo>
                    <a:pt x="19" y="11"/>
                  </a:moveTo>
                  <a:cubicBezTo>
                    <a:pt x="23" y="7"/>
                    <a:pt x="20" y="0"/>
                    <a:pt x="15" y="2"/>
                  </a:cubicBezTo>
                  <a:cubicBezTo>
                    <a:pt x="14" y="2"/>
                    <a:pt x="13" y="2"/>
                    <a:pt x="12" y="3"/>
                  </a:cubicBezTo>
                  <a:cubicBezTo>
                    <a:pt x="11" y="4"/>
                    <a:pt x="11" y="4"/>
                    <a:pt x="11" y="4"/>
                  </a:cubicBezTo>
                  <a:cubicBezTo>
                    <a:pt x="8" y="7"/>
                    <a:pt x="8" y="7"/>
                    <a:pt x="8" y="7"/>
                  </a:cubicBezTo>
                  <a:cubicBezTo>
                    <a:pt x="5" y="10"/>
                    <a:pt x="5" y="10"/>
                    <a:pt x="5" y="10"/>
                  </a:cubicBezTo>
                  <a:cubicBezTo>
                    <a:pt x="4" y="10"/>
                    <a:pt x="4" y="10"/>
                    <a:pt x="4" y="10"/>
                  </a:cubicBezTo>
                  <a:cubicBezTo>
                    <a:pt x="0" y="14"/>
                    <a:pt x="4" y="21"/>
                    <a:pt x="10" y="19"/>
                  </a:cubicBezTo>
                  <a:cubicBezTo>
                    <a:pt x="10" y="19"/>
                    <a:pt x="11" y="19"/>
                    <a:pt x="11" y="18"/>
                  </a:cubicBezTo>
                  <a:cubicBezTo>
                    <a:pt x="12" y="17"/>
                    <a:pt x="12" y="17"/>
                    <a:pt x="12" y="17"/>
                  </a:cubicBezTo>
                  <a:cubicBezTo>
                    <a:pt x="15" y="15"/>
                    <a:pt x="15" y="15"/>
                    <a:pt x="15" y="15"/>
                  </a:cubicBezTo>
                  <a:cubicBezTo>
                    <a:pt x="19" y="12"/>
                    <a:pt x="19" y="12"/>
                    <a:pt x="19" y="12"/>
                  </a:cubicBezTo>
                  <a:lnTo>
                    <a:pt x="19"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8" name="Freeform 152"/>
            <p:cNvSpPr>
              <a:spLocks/>
            </p:cNvSpPr>
            <p:nvPr/>
          </p:nvSpPr>
          <p:spPr bwMode="auto">
            <a:xfrm>
              <a:off x="3144838" y="3419475"/>
              <a:ext cx="52388" cy="49213"/>
            </a:xfrm>
            <a:custGeom>
              <a:avLst/>
              <a:gdLst>
                <a:gd name="T0" fmla="*/ 19 w 24"/>
                <a:gd name="T1" fmla="*/ 12 h 23"/>
                <a:gd name="T2" fmla="*/ 13 w 24"/>
                <a:gd name="T3" fmla="*/ 3 h 23"/>
                <a:gd name="T4" fmla="*/ 11 w 24"/>
                <a:gd name="T5" fmla="*/ 4 h 23"/>
                <a:gd name="T6" fmla="*/ 9 w 24"/>
                <a:gd name="T7" fmla="*/ 6 h 23"/>
                <a:gd name="T8" fmla="*/ 6 w 24"/>
                <a:gd name="T9" fmla="*/ 10 h 23"/>
                <a:gd name="T10" fmla="*/ 4 w 24"/>
                <a:gd name="T11" fmla="*/ 12 h 23"/>
                <a:gd name="T12" fmla="*/ 10 w 24"/>
                <a:gd name="T13" fmla="*/ 21 h 23"/>
                <a:gd name="T14" fmla="*/ 12 w 24"/>
                <a:gd name="T15" fmla="*/ 20 h 23"/>
                <a:gd name="T16" fmla="*/ 15 w 24"/>
                <a:gd name="T17" fmla="*/ 17 h 23"/>
                <a:gd name="T18" fmla="*/ 17 w 24"/>
                <a:gd name="T19" fmla="*/ 14 h 23"/>
                <a:gd name="T20" fmla="*/ 19 w 24"/>
                <a:gd name="T2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3">
                  <a:moveTo>
                    <a:pt x="19" y="12"/>
                  </a:moveTo>
                  <a:cubicBezTo>
                    <a:pt x="24" y="7"/>
                    <a:pt x="18" y="0"/>
                    <a:pt x="13" y="3"/>
                  </a:cubicBezTo>
                  <a:cubicBezTo>
                    <a:pt x="12" y="3"/>
                    <a:pt x="12" y="4"/>
                    <a:pt x="11" y="4"/>
                  </a:cubicBezTo>
                  <a:cubicBezTo>
                    <a:pt x="9" y="6"/>
                    <a:pt x="9" y="6"/>
                    <a:pt x="9" y="6"/>
                  </a:cubicBezTo>
                  <a:cubicBezTo>
                    <a:pt x="6" y="10"/>
                    <a:pt x="6" y="10"/>
                    <a:pt x="6" y="10"/>
                  </a:cubicBezTo>
                  <a:cubicBezTo>
                    <a:pt x="4" y="12"/>
                    <a:pt x="4" y="12"/>
                    <a:pt x="4" y="12"/>
                  </a:cubicBezTo>
                  <a:cubicBezTo>
                    <a:pt x="0" y="17"/>
                    <a:pt x="5" y="23"/>
                    <a:pt x="10" y="21"/>
                  </a:cubicBezTo>
                  <a:cubicBezTo>
                    <a:pt x="11" y="21"/>
                    <a:pt x="12" y="20"/>
                    <a:pt x="12" y="20"/>
                  </a:cubicBezTo>
                  <a:cubicBezTo>
                    <a:pt x="15" y="17"/>
                    <a:pt x="15" y="17"/>
                    <a:pt x="15" y="17"/>
                  </a:cubicBezTo>
                  <a:cubicBezTo>
                    <a:pt x="17" y="14"/>
                    <a:pt x="17" y="14"/>
                    <a:pt x="17" y="14"/>
                  </a:cubicBezTo>
                  <a:lnTo>
                    <a:pt x="19"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9" name="Freeform 153"/>
            <p:cNvSpPr>
              <a:spLocks/>
            </p:cNvSpPr>
            <p:nvPr/>
          </p:nvSpPr>
          <p:spPr bwMode="auto">
            <a:xfrm>
              <a:off x="3236913" y="3316287"/>
              <a:ext cx="47625" cy="47625"/>
            </a:xfrm>
            <a:custGeom>
              <a:avLst/>
              <a:gdLst>
                <a:gd name="T0" fmla="*/ 19 w 22"/>
                <a:gd name="T1" fmla="*/ 9 h 22"/>
                <a:gd name="T2" fmla="*/ 14 w 22"/>
                <a:gd name="T3" fmla="*/ 0 h 22"/>
                <a:gd name="T4" fmla="*/ 10 w 22"/>
                <a:gd name="T5" fmla="*/ 2 h 22"/>
                <a:gd name="T6" fmla="*/ 8 w 22"/>
                <a:gd name="T7" fmla="*/ 5 h 22"/>
                <a:gd name="T8" fmla="*/ 6 w 22"/>
                <a:gd name="T9" fmla="*/ 8 h 22"/>
                <a:gd name="T10" fmla="*/ 4 w 22"/>
                <a:gd name="T11" fmla="*/ 11 h 22"/>
                <a:gd name="T12" fmla="*/ 11 w 22"/>
                <a:gd name="T13" fmla="*/ 19 h 22"/>
                <a:gd name="T14" fmla="*/ 12 w 22"/>
                <a:gd name="T15" fmla="*/ 18 h 22"/>
                <a:gd name="T16" fmla="*/ 14 w 22"/>
                <a:gd name="T17" fmla="*/ 15 h 22"/>
                <a:gd name="T18" fmla="*/ 17 w 22"/>
                <a:gd name="T19" fmla="*/ 12 h 22"/>
                <a:gd name="T20" fmla="*/ 19 w 22"/>
                <a:gd name="T2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2">
                  <a:moveTo>
                    <a:pt x="19" y="9"/>
                  </a:moveTo>
                  <a:cubicBezTo>
                    <a:pt x="22" y="5"/>
                    <a:pt x="19" y="0"/>
                    <a:pt x="14" y="0"/>
                  </a:cubicBezTo>
                  <a:cubicBezTo>
                    <a:pt x="12" y="0"/>
                    <a:pt x="11" y="1"/>
                    <a:pt x="10" y="2"/>
                  </a:cubicBezTo>
                  <a:cubicBezTo>
                    <a:pt x="8" y="5"/>
                    <a:pt x="8" y="5"/>
                    <a:pt x="8" y="5"/>
                  </a:cubicBezTo>
                  <a:cubicBezTo>
                    <a:pt x="6" y="8"/>
                    <a:pt x="6" y="8"/>
                    <a:pt x="6" y="8"/>
                  </a:cubicBezTo>
                  <a:cubicBezTo>
                    <a:pt x="4" y="11"/>
                    <a:pt x="4" y="11"/>
                    <a:pt x="4" y="11"/>
                  </a:cubicBezTo>
                  <a:cubicBezTo>
                    <a:pt x="0" y="16"/>
                    <a:pt x="6" y="22"/>
                    <a:pt x="11" y="19"/>
                  </a:cubicBezTo>
                  <a:cubicBezTo>
                    <a:pt x="11" y="18"/>
                    <a:pt x="12" y="18"/>
                    <a:pt x="12" y="18"/>
                  </a:cubicBezTo>
                  <a:cubicBezTo>
                    <a:pt x="14" y="15"/>
                    <a:pt x="14" y="15"/>
                    <a:pt x="14" y="15"/>
                  </a:cubicBezTo>
                  <a:cubicBezTo>
                    <a:pt x="17" y="12"/>
                    <a:pt x="17" y="12"/>
                    <a:pt x="17" y="12"/>
                  </a:cubicBezTo>
                  <a:lnTo>
                    <a:pt x="19"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0" name="Freeform 154"/>
            <p:cNvSpPr>
              <a:spLocks/>
            </p:cNvSpPr>
            <p:nvPr/>
          </p:nvSpPr>
          <p:spPr bwMode="auto">
            <a:xfrm>
              <a:off x="3321050" y="3200400"/>
              <a:ext cx="42863" cy="49213"/>
            </a:xfrm>
            <a:custGeom>
              <a:avLst/>
              <a:gdLst>
                <a:gd name="T0" fmla="*/ 18 w 20"/>
                <a:gd name="T1" fmla="*/ 9 h 23"/>
                <a:gd name="T2" fmla="*/ 19 w 20"/>
                <a:gd name="T3" fmla="*/ 4 h 23"/>
                <a:gd name="T4" fmla="*/ 9 w 20"/>
                <a:gd name="T5" fmla="*/ 3 h 23"/>
                <a:gd name="T6" fmla="*/ 8 w 20"/>
                <a:gd name="T7" fmla="*/ 6 h 23"/>
                <a:gd name="T8" fmla="*/ 5 w 20"/>
                <a:gd name="T9" fmla="*/ 9 h 23"/>
                <a:gd name="T10" fmla="*/ 3 w 20"/>
                <a:gd name="T11" fmla="*/ 12 h 23"/>
                <a:gd name="T12" fmla="*/ 11 w 20"/>
                <a:gd name="T13" fmla="*/ 20 h 23"/>
                <a:gd name="T14" fmla="*/ 12 w 20"/>
                <a:gd name="T15" fmla="*/ 18 h 23"/>
                <a:gd name="T16" fmla="*/ 14 w 20"/>
                <a:gd name="T17" fmla="*/ 16 h 23"/>
                <a:gd name="T18" fmla="*/ 17 w 20"/>
                <a:gd name="T19" fmla="*/ 12 h 23"/>
                <a:gd name="T20" fmla="*/ 18 w 20"/>
                <a:gd name="T2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3">
                  <a:moveTo>
                    <a:pt x="18" y="9"/>
                  </a:moveTo>
                  <a:cubicBezTo>
                    <a:pt x="20" y="8"/>
                    <a:pt x="20" y="6"/>
                    <a:pt x="19" y="4"/>
                  </a:cubicBezTo>
                  <a:cubicBezTo>
                    <a:pt x="17" y="0"/>
                    <a:pt x="12" y="0"/>
                    <a:pt x="9" y="3"/>
                  </a:cubicBezTo>
                  <a:cubicBezTo>
                    <a:pt x="8" y="6"/>
                    <a:pt x="8" y="6"/>
                    <a:pt x="8" y="6"/>
                  </a:cubicBezTo>
                  <a:cubicBezTo>
                    <a:pt x="5" y="9"/>
                    <a:pt x="5" y="9"/>
                    <a:pt x="5" y="9"/>
                  </a:cubicBezTo>
                  <a:cubicBezTo>
                    <a:pt x="3" y="12"/>
                    <a:pt x="3" y="12"/>
                    <a:pt x="3" y="12"/>
                  </a:cubicBezTo>
                  <a:cubicBezTo>
                    <a:pt x="0" y="17"/>
                    <a:pt x="6" y="23"/>
                    <a:pt x="11" y="20"/>
                  </a:cubicBezTo>
                  <a:cubicBezTo>
                    <a:pt x="11" y="19"/>
                    <a:pt x="12" y="19"/>
                    <a:pt x="12" y="18"/>
                  </a:cubicBezTo>
                  <a:cubicBezTo>
                    <a:pt x="14" y="16"/>
                    <a:pt x="14" y="16"/>
                    <a:pt x="14" y="16"/>
                  </a:cubicBezTo>
                  <a:cubicBezTo>
                    <a:pt x="17" y="12"/>
                    <a:pt x="17" y="12"/>
                    <a:pt x="17" y="12"/>
                  </a:cubicBezTo>
                  <a:lnTo>
                    <a:pt x="18"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1" name="Freeform 155"/>
            <p:cNvSpPr>
              <a:spLocks/>
            </p:cNvSpPr>
            <p:nvPr/>
          </p:nvSpPr>
          <p:spPr bwMode="auto">
            <a:xfrm>
              <a:off x="3395663" y="3076575"/>
              <a:ext cx="42863" cy="53975"/>
            </a:xfrm>
            <a:custGeom>
              <a:avLst/>
              <a:gdLst>
                <a:gd name="T0" fmla="*/ 17 w 20"/>
                <a:gd name="T1" fmla="*/ 11 h 25"/>
                <a:gd name="T2" fmla="*/ 9 w 20"/>
                <a:gd name="T3" fmla="*/ 4 h 25"/>
                <a:gd name="T4" fmla="*/ 8 w 20"/>
                <a:gd name="T5" fmla="*/ 5 h 25"/>
                <a:gd name="T6" fmla="*/ 6 w 20"/>
                <a:gd name="T7" fmla="*/ 8 h 25"/>
                <a:gd name="T8" fmla="*/ 4 w 20"/>
                <a:gd name="T9" fmla="*/ 12 h 25"/>
                <a:gd name="T10" fmla="*/ 2 w 20"/>
                <a:gd name="T11" fmla="*/ 15 h 25"/>
                <a:gd name="T12" fmla="*/ 10 w 20"/>
                <a:gd name="T13" fmla="*/ 22 h 25"/>
                <a:gd name="T14" fmla="*/ 12 w 20"/>
                <a:gd name="T15" fmla="*/ 20 h 25"/>
                <a:gd name="T16" fmla="*/ 14 w 20"/>
                <a:gd name="T17" fmla="*/ 17 h 25"/>
                <a:gd name="T18" fmla="*/ 16 w 20"/>
                <a:gd name="T19" fmla="*/ 13 h 25"/>
                <a:gd name="T20" fmla="*/ 17 w 20"/>
                <a:gd name="T2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5">
                  <a:moveTo>
                    <a:pt x="17" y="11"/>
                  </a:moveTo>
                  <a:cubicBezTo>
                    <a:pt x="20" y="5"/>
                    <a:pt x="14" y="0"/>
                    <a:pt x="9" y="4"/>
                  </a:cubicBezTo>
                  <a:cubicBezTo>
                    <a:pt x="8" y="4"/>
                    <a:pt x="8" y="5"/>
                    <a:pt x="8" y="5"/>
                  </a:cubicBezTo>
                  <a:cubicBezTo>
                    <a:pt x="6" y="8"/>
                    <a:pt x="6" y="8"/>
                    <a:pt x="6" y="8"/>
                  </a:cubicBezTo>
                  <a:cubicBezTo>
                    <a:pt x="4" y="12"/>
                    <a:pt x="4" y="12"/>
                    <a:pt x="4" y="12"/>
                  </a:cubicBezTo>
                  <a:cubicBezTo>
                    <a:pt x="2" y="15"/>
                    <a:pt x="2" y="15"/>
                    <a:pt x="2" y="15"/>
                  </a:cubicBezTo>
                  <a:cubicBezTo>
                    <a:pt x="0" y="20"/>
                    <a:pt x="5" y="25"/>
                    <a:pt x="10" y="22"/>
                  </a:cubicBezTo>
                  <a:cubicBezTo>
                    <a:pt x="11" y="22"/>
                    <a:pt x="12" y="21"/>
                    <a:pt x="12" y="20"/>
                  </a:cubicBezTo>
                  <a:cubicBezTo>
                    <a:pt x="14" y="17"/>
                    <a:pt x="14" y="17"/>
                    <a:pt x="14" y="17"/>
                  </a:cubicBezTo>
                  <a:cubicBezTo>
                    <a:pt x="16" y="13"/>
                    <a:pt x="16" y="13"/>
                    <a:pt x="16" y="13"/>
                  </a:cubicBezTo>
                  <a:lnTo>
                    <a:pt x="17"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2" name="Freeform 156"/>
            <p:cNvSpPr>
              <a:spLocks/>
            </p:cNvSpPr>
            <p:nvPr/>
          </p:nvSpPr>
          <p:spPr bwMode="auto">
            <a:xfrm>
              <a:off x="3460750" y="2949575"/>
              <a:ext cx="38100" cy="52388"/>
            </a:xfrm>
            <a:custGeom>
              <a:avLst/>
              <a:gdLst>
                <a:gd name="T0" fmla="*/ 16 w 18"/>
                <a:gd name="T1" fmla="*/ 10 h 24"/>
                <a:gd name="T2" fmla="*/ 7 w 18"/>
                <a:gd name="T3" fmla="*/ 4 h 24"/>
                <a:gd name="T4" fmla="*/ 6 w 18"/>
                <a:gd name="T5" fmla="*/ 6 h 24"/>
                <a:gd name="T6" fmla="*/ 4 w 18"/>
                <a:gd name="T7" fmla="*/ 9 h 24"/>
                <a:gd name="T8" fmla="*/ 3 w 18"/>
                <a:gd name="T9" fmla="*/ 13 h 24"/>
                <a:gd name="T10" fmla="*/ 1 w 18"/>
                <a:gd name="T11" fmla="*/ 16 h 24"/>
                <a:gd name="T12" fmla="*/ 3 w 18"/>
                <a:gd name="T13" fmla="*/ 22 h 24"/>
                <a:gd name="T14" fmla="*/ 11 w 18"/>
                <a:gd name="T15" fmla="*/ 20 h 24"/>
                <a:gd name="T16" fmla="*/ 13 w 18"/>
                <a:gd name="T17" fmla="*/ 17 h 24"/>
                <a:gd name="T18" fmla="*/ 14 w 18"/>
                <a:gd name="T19" fmla="*/ 13 h 24"/>
                <a:gd name="T20" fmla="*/ 16 w 18"/>
                <a:gd name="T21"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4">
                  <a:moveTo>
                    <a:pt x="16" y="10"/>
                  </a:moveTo>
                  <a:cubicBezTo>
                    <a:pt x="18" y="5"/>
                    <a:pt x="11" y="0"/>
                    <a:pt x="7" y="4"/>
                  </a:cubicBezTo>
                  <a:cubicBezTo>
                    <a:pt x="6" y="5"/>
                    <a:pt x="6" y="5"/>
                    <a:pt x="6" y="6"/>
                  </a:cubicBezTo>
                  <a:cubicBezTo>
                    <a:pt x="4" y="9"/>
                    <a:pt x="4" y="9"/>
                    <a:pt x="4" y="9"/>
                  </a:cubicBezTo>
                  <a:cubicBezTo>
                    <a:pt x="3" y="13"/>
                    <a:pt x="3" y="13"/>
                    <a:pt x="3" y="13"/>
                  </a:cubicBezTo>
                  <a:cubicBezTo>
                    <a:pt x="1" y="16"/>
                    <a:pt x="1" y="16"/>
                    <a:pt x="1" y="16"/>
                  </a:cubicBezTo>
                  <a:cubicBezTo>
                    <a:pt x="0" y="18"/>
                    <a:pt x="1" y="21"/>
                    <a:pt x="3" y="22"/>
                  </a:cubicBezTo>
                  <a:cubicBezTo>
                    <a:pt x="6" y="24"/>
                    <a:pt x="10" y="23"/>
                    <a:pt x="11" y="20"/>
                  </a:cubicBezTo>
                  <a:cubicBezTo>
                    <a:pt x="13" y="17"/>
                    <a:pt x="13" y="17"/>
                    <a:pt x="13" y="17"/>
                  </a:cubicBezTo>
                  <a:cubicBezTo>
                    <a:pt x="14" y="13"/>
                    <a:pt x="14" y="13"/>
                    <a:pt x="14" y="13"/>
                  </a:cubicBezTo>
                  <a:lnTo>
                    <a:pt x="16" y="10"/>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3" name="Freeform 157"/>
            <p:cNvSpPr>
              <a:spLocks/>
            </p:cNvSpPr>
            <p:nvPr/>
          </p:nvSpPr>
          <p:spPr bwMode="auto">
            <a:xfrm>
              <a:off x="3506788" y="2817812"/>
              <a:ext cx="36513" cy="57150"/>
            </a:xfrm>
            <a:custGeom>
              <a:avLst/>
              <a:gdLst>
                <a:gd name="T0" fmla="*/ 16 w 17"/>
                <a:gd name="T1" fmla="*/ 9 h 27"/>
                <a:gd name="T2" fmla="*/ 6 w 17"/>
                <a:gd name="T3" fmla="*/ 5 h 27"/>
                <a:gd name="T4" fmla="*/ 5 w 17"/>
                <a:gd name="T5" fmla="*/ 7 h 27"/>
                <a:gd name="T6" fmla="*/ 5 w 17"/>
                <a:gd name="T7" fmla="*/ 8 h 27"/>
                <a:gd name="T8" fmla="*/ 3 w 17"/>
                <a:gd name="T9" fmla="*/ 12 h 27"/>
                <a:gd name="T10" fmla="*/ 2 w 17"/>
                <a:gd name="T11" fmla="*/ 16 h 27"/>
                <a:gd name="T12" fmla="*/ 2 w 17"/>
                <a:gd name="T13" fmla="*/ 17 h 27"/>
                <a:gd name="T14" fmla="*/ 12 w 17"/>
                <a:gd name="T15" fmla="*/ 22 h 27"/>
                <a:gd name="T16" fmla="*/ 12 w 17"/>
                <a:gd name="T17" fmla="*/ 20 h 27"/>
                <a:gd name="T18" fmla="*/ 13 w 17"/>
                <a:gd name="T19" fmla="*/ 19 h 27"/>
                <a:gd name="T20" fmla="*/ 14 w 17"/>
                <a:gd name="T21" fmla="*/ 15 h 27"/>
                <a:gd name="T22" fmla="*/ 15 w 17"/>
                <a:gd name="T23" fmla="*/ 11 h 27"/>
                <a:gd name="T24" fmla="*/ 16 w 17"/>
                <a:gd name="T25"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7">
                  <a:moveTo>
                    <a:pt x="16" y="9"/>
                  </a:moveTo>
                  <a:cubicBezTo>
                    <a:pt x="17" y="4"/>
                    <a:pt x="10" y="0"/>
                    <a:pt x="6" y="5"/>
                  </a:cubicBezTo>
                  <a:cubicBezTo>
                    <a:pt x="6" y="5"/>
                    <a:pt x="5" y="6"/>
                    <a:pt x="5" y="7"/>
                  </a:cubicBezTo>
                  <a:cubicBezTo>
                    <a:pt x="5" y="8"/>
                    <a:pt x="5" y="8"/>
                    <a:pt x="5" y="8"/>
                  </a:cubicBezTo>
                  <a:cubicBezTo>
                    <a:pt x="3" y="12"/>
                    <a:pt x="3" y="12"/>
                    <a:pt x="3" y="12"/>
                  </a:cubicBezTo>
                  <a:cubicBezTo>
                    <a:pt x="2" y="16"/>
                    <a:pt x="2" y="16"/>
                    <a:pt x="2" y="16"/>
                  </a:cubicBezTo>
                  <a:cubicBezTo>
                    <a:pt x="2" y="17"/>
                    <a:pt x="2" y="17"/>
                    <a:pt x="2" y="17"/>
                  </a:cubicBezTo>
                  <a:cubicBezTo>
                    <a:pt x="0" y="23"/>
                    <a:pt x="8" y="27"/>
                    <a:pt x="12" y="22"/>
                  </a:cubicBezTo>
                  <a:cubicBezTo>
                    <a:pt x="12" y="21"/>
                    <a:pt x="12" y="21"/>
                    <a:pt x="12" y="20"/>
                  </a:cubicBezTo>
                  <a:cubicBezTo>
                    <a:pt x="13" y="19"/>
                    <a:pt x="13" y="19"/>
                    <a:pt x="13" y="19"/>
                  </a:cubicBezTo>
                  <a:cubicBezTo>
                    <a:pt x="14" y="15"/>
                    <a:pt x="14" y="15"/>
                    <a:pt x="14" y="15"/>
                  </a:cubicBezTo>
                  <a:cubicBezTo>
                    <a:pt x="15" y="11"/>
                    <a:pt x="15" y="11"/>
                    <a:pt x="15" y="11"/>
                  </a:cubicBezTo>
                  <a:lnTo>
                    <a:pt x="16"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4" name="Freeform 158"/>
            <p:cNvSpPr>
              <a:spLocks/>
            </p:cNvSpPr>
            <p:nvPr/>
          </p:nvSpPr>
          <p:spPr bwMode="auto">
            <a:xfrm>
              <a:off x="3541713" y="2679700"/>
              <a:ext cx="30163" cy="58738"/>
            </a:xfrm>
            <a:custGeom>
              <a:avLst/>
              <a:gdLst>
                <a:gd name="T0" fmla="*/ 13 w 14"/>
                <a:gd name="T1" fmla="*/ 9 h 27"/>
                <a:gd name="T2" fmla="*/ 3 w 14"/>
                <a:gd name="T3" fmla="*/ 5 h 27"/>
                <a:gd name="T4" fmla="*/ 2 w 14"/>
                <a:gd name="T5" fmla="*/ 7 h 27"/>
                <a:gd name="T6" fmla="*/ 2 w 14"/>
                <a:gd name="T7" fmla="*/ 8 h 27"/>
                <a:gd name="T8" fmla="*/ 1 w 14"/>
                <a:gd name="T9" fmla="*/ 12 h 27"/>
                <a:gd name="T10" fmla="*/ 1 w 14"/>
                <a:gd name="T11" fmla="*/ 16 h 27"/>
                <a:gd name="T12" fmla="*/ 0 w 14"/>
                <a:gd name="T13" fmla="*/ 18 h 27"/>
                <a:gd name="T14" fmla="*/ 11 w 14"/>
                <a:gd name="T15" fmla="*/ 21 h 27"/>
                <a:gd name="T16" fmla="*/ 11 w 14"/>
                <a:gd name="T17" fmla="*/ 19 h 27"/>
                <a:gd name="T18" fmla="*/ 12 w 14"/>
                <a:gd name="T19" fmla="*/ 18 h 27"/>
                <a:gd name="T20" fmla="*/ 12 w 14"/>
                <a:gd name="T21" fmla="*/ 14 h 27"/>
                <a:gd name="T22" fmla="*/ 13 w 14"/>
                <a:gd name="T23" fmla="*/ 10 h 27"/>
                <a:gd name="T24" fmla="*/ 13 w 14"/>
                <a:gd name="T25"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7">
                  <a:moveTo>
                    <a:pt x="13" y="9"/>
                  </a:moveTo>
                  <a:cubicBezTo>
                    <a:pt x="14" y="3"/>
                    <a:pt x="6" y="0"/>
                    <a:pt x="3" y="5"/>
                  </a:cubicBezTo>
                  <a:cubicBezTo>
                    <a:pt x="2" y="6"/>
                    <a:pt x="2" y="6"/>
                    <a:pt x="2" y="7"/>
                  </a:cubicBezTo>
                  <a:cubicBezTo>
                    <a:pt x="2" y="8"/>
                    <a:pt x="2" y="8"/>
                    <a:pt x="2" y="8"/>
                  </a:cubicBezTo>
                  <a:cubicBezTo>
                    <a:pt x="1" y="12"/>
                    <a:pt x="1" y="12"/>
                    <a:pt x="1" y="12"/>
                  </a:cubicBezTo>
                  <a:cubicBezTo>
                    <a:pt x="1" y="16"/>
                    <a:pt x="1" y="16"/>
                    <a:pt x="1" y="16"/>
                  </a:cubicBezTo>
                  <a:cubicBezTo>
                    <a:pt x="0" y="18"/>
                    <a:pt x="0" y="18"/>
                    <a:pt x="0" y="18"/>
                  </a:cubicBezTo>
                  <a:cubicBezTo>
                    <a:pt x="0" y="24"/>
                    <a:pt x="7" y="27"/>
                    <a:pt x="11" y="21"/>
                  </a:cubicBezTo>
                  <a:cubicBezTo>
                    <a:pt x="11" y="21"/>
                    <a:pt x="11" y="20"/>
                    <a:pt x="11" y="19"/>
                  </a:cubicBezTo>
                  <a:cubicBezTo>
                    <a:pt x="12" y="18"/>
                    <a:pt x="12" y="18"/>
                    <a:pt x="12" y="18"/>
                  </a:cubicBezTo>
                  <a:cubicBezTo>
                    <a:pt x="12" y="14"/>
                    <a:pt x="12" y="14"/>
                    <a:pt x="12" y="14"/>
                  </a:cubicBezTo>
                  <a:cubicBezTo>
                    <a:pt x="13" y="10"/>
                    <a:pt x="13" y="10"/>
                    <a:pt x="13" y="10"/>
                  </a:cubicBezTo>
                  <a:lnTo>
                    <a:pt x="13"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5" name="Freeform 159"/>
            <p:cNvSpPr>
              <a:spLocks/>
            </p:cNvSpPr>
            <p:nvPr/>
          </p:nvSpPr>
          <p:spPr bwMode="auto">
            <a:xfrm>
              <a:off x="3552825" y="2541587"/>
              <a:ext cx="23813" cy="55563"/>
            </a:xfrm>
            <a:custGeom>
              <a:avLst/>
              <a:gdLst>
                <a:gd name="T0" fmla="*/ 11 w 11"/>
                <a:gd name="T1" fmla="*/ 7 h 26"/>
                <a:gd name="T2" fmla="*/ 0 w 11"/>
                <a:gd name="T3" fmla="*/ 5 h 26"/>
                <a:gd name="T4" fmla="*/ 0 w 11"/>
                <a:gd name="T5" fmla="*/ 8 h 26"/>
                <a:gd name="T6" fmla="*/ 0 w 11"/>
                <a:gd name="T7" fmla="*/ 10 h 26"/>
                <a:gd name="T8" fmla="*/ 0 w 11"/>
                <a:gd name="T9" fmla="*/ 14 h 26"/>
                <a:gd name="T10" fmla="*/ 0 w 11"/>
                <a:gd name="T11" fmla="*/ 18 h 26"/>
                <a:gd name="T12" fmla="*/ 0 w 11"/>
                <a:gd name="T13" fmla="*/ 18 h 26"/>
                <a:gd name="T14" fmla="*/ 1 w 11"/>
                <a:gd name="T15" fmla="*/ 22 h 26"/>
                <a:gd name="T16" fmla="*/ 11 w 11"/>
                <a:gd name="T17" fmla="*/ 18 h 26"/>
                <a:gd name="T18" fmla="*/ 11 w 11"/>
                <a:gd name="T19" fmla="*/ 17 h 26"/>
                <a:gd name="T20" fmla="*/ 11 w 11"/>
                <a:gd name="T21" fmla="*/ 13 h 26"/>
                <a:gd name="T22" fmla="*/ 11 w 11"/>
                <a:gd name="T23" fmla="*/ 9 h 26"/>
                <a:gd name="T24" fmla="*/ 11 w 11"/>
                <a:gd name="T25"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6">
                  <a:moveTo>
                    <a:pt x="11" y="7"/>
                  </a:moveTo>
                  <a:cubicBezTo>
                    <a:pt x="11" y="2"/>
                    <a:pt x="3" y="0"/>
                    <a:pt x="0" y="5"/>
                  </a:cubicBezTo>
                  <a:cubicBezTo>
                    <a:pt x="0" y="6"/>
                    <a:pt x="0" y="7"/>
                    <a:pt x="0" y="8"/>
                  </a:cubicBezTo>
                  <a:cubicBezTo>
                    <a:pt x="0" y="10"/>
                    <a:pt x="0" y="10"/>
                    <a:pt x="0" y="10"/>
                  </a:cubicBezTo>
                  <a:cubicBezTo>
                    <a:pt x="0" y="14"/>
                    <a:pt x="0" y="14"/>
                    <a:pt x="0" y="14"/>
                  </a:cubicBezTo>
                  <a:cubicBezTo>
                    <a:pt x="0" y="18"/>
                    <a:pt x="0" y="18"/>
                    <a:pt x="0" y="18"/>
                  </a:cubicBezTo>
                  <a:cubicBezTo>
                    <a:pt x="0" y="18"/>
                    <a:pt x="0" y="18"/>
                    <a:pt x="0" y="18"/>
                  </a:cubicBezTo>
                  <a:cubicBezTo>
                    <a:pt x="0" y="20"/>
                    <a:pt x="1" y="21"/>
                    <a:pt x="1" y="22"/>
                  </a:cubicBezTo>
                  <a:cubicBezTo>
                    <a:pt x="5" y="26"/>
                    <a:pt x="11" y="23"/>
                    <a:pt x="11" y="18"/>
                  </a:cubicBezTo>
                  <a:cubicBezTo>
                    <a:pt x="11" y="17"/>
                    <a:pt x="11" y="17"/>
                    <a:pt x="11" y="17"/>
                  </a:cubicBezTo>
                  <a:cubicBezTo>
                    <a:pt x="11" y="13"/>
                    <a:pt x="11" y="13"/>
                    <a:pt x="11" y="13"/>
                  </a:cubicBezTo>
                  <a:cubicBezTo>
                    <a:pt x="11" y="9"/>
                    <a:pt x="11" y="9"/>
                    <a:pt x="11" y="9"/>
                  </a:cubicBezTo>
                  <a:lnTo>
                    <a:pt x="11" y="7"/>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6" name="Freeform 160"/>
            <p:cNvSpPr>
              <a:spLocks/>
            </p:cNvSpPr>
            <p:nvPr/>
          </p:nvSpPr>
          <p:spPr bwMode="auto">
            <a:xfrm>
              <a:off x="3530600" y="2403475"/>
              <a:ext cx="30163" cy="49213"/>
            </a:xfrm>
            <a:custGeom>
              <a:avLst/>
              <a:gdLst>
                <a:gd name="T0" fmla="*/ 11 w 14"/>
                <a:gd name="T1" fmla="*/ 5 h 23"/>
                <a:gd name="T2" fmla="*/ 0 w 14"/>
                <a:gd name="T3" fmla="*/ 6 h 23"/>
                <a:gd name="T4" fmla="*/ 1 w 14"/>
                <a:gd name="T5" fmla="*/ 8 h 23"/>
                <a:gd name="T6" fmla="*/ 1 w 14"/>
                <a:gd name="T7" fmla="*/ 11 h 23"/>
                <a:gd name="T8" fmla="*/ 2 w 14"/>
                <a:gd name="T9" fmla="*/ 15 h 23"/>
                <a:gd name="T10" fmla="*/ 3 w 14"/>
                <a:gd name="T11" fmla="*/ 18 h 23"/>
                <a:gd name="T12" fmla="*/ 8 w 14"/>
                <a:gd name="T13" fmla="*/ 23 h 23"/>
                <a:gd name="T14" fmla="*/ 14 w 14"/>
                <a:gd name="T15" fmla="*/ 16 h 23"/>
                <a:gd name="T16" fmla="*/ 13 w 14"/>
                <a:gd name="T17" fmla="*/ 12 h 23"/>
                <a:gd name="T18" fmla="*/ 12 w 14"/>
                <a:gd name="T19" fmla="*/ 8 h 23"/>
                <a:gd name="T20" fmla="*/ 11 w 14"/>
                <a:gd name="T21"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3">
                  <a:moveTo>
                    <a:pt x="11" y="5"/>
                  </a:moveTo>
                  <a:cubicBezTo>
                    <a:pt x="10" y="0"/>
                    <a:pt x="2" y="0"/>
                    <a:pt x="0" y="6"/>
                  </a:cubicBezTo>
                  <a:cubicBezTo>
                    <a:pt x="0" y="6"/>
                    <a:pt x="0" y="7"/>
                    <a:pt x="1" y="8"/>
                  </a:cubicBezTo>
                  <a:cubicBezTo>
                    <a:pt x="1" y="11"/>
                    <a:pt x="1" y="11"/>
                    <a:pt x="1" y="11"/>
                  </a:cubicBezTo>
                  <a:cubicBezTo>
                    <a:pt x="2" y="15"/>
                    <a:pt x="2" y="15"/>
                    <a:pt x="2" y="15"/>
                  </a:cubicBezTo>
                  <a:cubicBezTo>
                    <a:pt x="3" y="18"/>
                    <a:pt x="3" y="18"/>
                    <a:pt x="3" y="18"/>
                  </a:cubicBezTo>
                  <a:cubicBezTo>
                    <a:pt x="3" y="21"/>
                    <a:pt x="6" y="23"/>
                    <a:pt x="8" y="23"/>
                  </a:cubicBezTo>
                  <a:cubicBezTo>
                    <a:pt x="12" y="23"/>
                    <a:pt x="14" y="20"/>
                    <a:pt x="14" y="16"/>
                  </a:cubicBezTo>
                  <a:cubicBezTo>
                    <a:pt x="13" y="12"/>
                    <a:pt x="13" y="12"/>
                    <a:pt x="13" y="12"/>
                  </a:cubicBezTo>
                  <a:cubicBezTo>
                    <a:pt x="12" y="8"/>
                    <a:pt x="12" y="8"/>
                    <a:pt x="12" y="8"/>
                  </a:cubicBezTo>
                  <a:lnTo>
                    <a:pt x="11" y="5"/>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7" name="Freeform 161"/>
            <p:cNvSpPr>
              <a:spLocks/>
            </p:cNvSpPr>
            <p:nvPr/>
          </p:nvSpPr>
          <p:spPr bwMode="auto">
            <a:xfrm>
              <a:off x="3432175" y="2205037"/>
              <a:ext cx="173038" cy="192088"/>
            </a:xfrm>
            <a:custGeom>
              <a:avLst/>
              <a:gdLst>
                <a:gd name="T0" fmla="*/ 0 w 109"/>
                <a:gd name="T1" fmla="*/ 121 h 121"/>
                <a:gd name="T2" fmla="*/ 16 w 109"/>
                <a:gd name="T3" fmla="*/ 0 h 121"/>
                <a:gd name="T4" fmla="*/ 109 w 109"/>
                <a:gd name="T5" fmla="*/ 78 h 121"/>
                <a:gd name="T6" fmla="*/ 0 w 109"/>
                <a:gd name="T7" fmla="*/ 121 h 121"/>
              </a:gdLst>
              <a:ahLst/>
              <a:cxnLst>
                <a:cxn ang="0">
                  <a:pos x="T0" y="T1"/>
                </a:cxn>
                <a:cxn ang="0">
                  <a:pos x="T2" y="T3"/>
                </a:cxn>
                <a:cxn ang="0">
                  <a:pos x="T4" y="T5"/>
                </a:cxn>
                <a:cxn ang="0">
                  <a:pos x="T6" y="T7"/>
                </a:cxn>
              </a:cxnLst>
              <a:rect l="0" t="0" r="r" b="b"/>
              <a:pathLst>
                <a:path w="109" h="121">
                  <a:moveTo>
                    <a:pt x="0" y="121"/>
                  </a:moveTo>
                  <a:lnTo>
                    <a:pt x="16" y="0"/>
                  </a:lnTo>
                  <a:lnTo>
                    <a:pt x="109" y="78"/>
                  </a:lnTo>
                  <a:lnTo>
                    <a:pt x="0" y="12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8" name="Freeform 162"/>
            <p:cNvSpPr>
              <a:spLocks/>
            </p:cNvSpPr>
            <p:nvPr/>
          </p:nvSpPr>
          <p:spPr bwMode="auto">
            <a:xfrm>
              <a:off x="2436813" y="3835400"/>
              <a:ext cx="50800" cy="26988"/>
            </a:xfrm>
            <a:custGeom>
              <a:avLst/>
              <a:gdLst>
                <a:gd name="T0" fmla="*/ 8 w 24"/>
                <a:gd name="T1" fmla="*/ 0 h 13"/>
                <a:gd name="T2" fmla="*/ 4 w 24"/>
                <a:gd name="T3" fmla="*/ 1 h 13"/>
                <a:gd name="T4" fmla="*/ 5 w 24"/>
                <a:gd name="T5" fmla="*/ 11 h 13"/>
                <a:gd name="T6" fmla="*/ 7 w 24"/>
                <a:gd name="T7" fmla="*/ 11 h 13"/>
                <a:gd name="T8" fmla="*/ 9 w 24"/>
                <a:gd name="T9" fmla="*/ 12 h 13"/>
                <a:gd name="T10" fmla="*/ 11 w 24"/>
                <a:gd name="T11" fmla="*/ 12 h 13"/>
                <a:gd name="T12" fmla="*/ 13 w 24"/>
                <a:gd name="T13" fmla="*/ 13 h 13"/>
                <a:gd name="T14" fmla="*/ 15 w 24"/>
                <a:gd name="T15" fmla="*/ 13 h 13"/>
                <a:gd name="T16" fmla="*/ 16 w 24"/>
                <a:gd name="T17" fmla="*/ 13 h 13"/>
                <a:gd name="T18" fmla="*/ 21 w 24"/>
                <a:gd name="T19" fmla="*/ 11 h 13"/>
                <a:gd name="T20" fmla="*/ 18 w 24"/>
                <a:gd name="T21" fmla="*/ 2 h 13"/>
                <a:gd name="T22" fmla="*/ 17 w 24"/>
                <a:gd name="T23" fmla="*/ 2 h 13"/>
                <a:gd name="T24" fmla="*/ 15 w 24"/>
                <a:gd name="T25" fmla="*/ 2 h 13"/>
                <a:gd name="T26" fmla="*/ 14 w 24"/>
                <a:gd name="T27" fmla="*/ 1 h 13"/>
                <a:gd name="T28" fmla="*/ 12 w 24"/>
                <a:gd name="T29" fmla="*/ 1 h 13"/>
                <a:gd name="T30" fmla="*/ 10 w 24"/>
                <a:gd name="T31" fmla="*/ 1 h 13"/>
                <a:gd name="T32" fmla="*/ 8 w 24"/>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3">
                  <a:moveTo>
                    <a:pt x="8" y="0"/>
                  </a:moveTo>
                  <a:cubicBezTo>
                    <a:pt x="7" y="0"/>
                    <a:pt x="5" y="0"/>
                    <a:pt x="4" y="1"/>
                  </a:cubicBezTo>
                  <a:cubicBezTo>
                    <a:pt x="0" y="3"/>
                    <a:pt x="0" y="9"/>
                    <a:pt x="5" y="11"/>
                  </a:cubicBezTo>
                  <a:cubicBezTo>
                    <a:pt x="7" y="11"/>
                    <a:pt x="7" y="11"/>
                    <a:pt x="7" y="11"/>
                  </a:cubicBezTo>
                  <a:cubicBezTo>
                    <a:pt x="9" y="12"/>
                    <a:pt x="9" y="12"/>
                    <a:pt x="9" y="12"/>
                  </a:cubicBezTo>
                  <a:cubicBezTo>
                    <a:pt x="11" y="12"/>
                    <a:pt x="11" y="12"/>
                    <a:pt x="11" y="12"/>
                  </a:cubicBezTo>
                  <a:cubicBezTo>
                    <a:pt x="13" y="13"/>
                    <a:pt x="13" y="13"/>
                    <a:pt x="13" y="13"/>
                  </a:cubicBezTo>
                  <a:cubicBezTo>
                    <a:pt x="15" y="13"/>
                    <a:pt x="15" y="13"/>
                    <a:pt x="15" y="13"/>
                  </a:cubicBezTo>
                  <a:cubicBezTo>
                    <a:pt x="16" y="13"/>
                    <a:pt x="16" y="13"/>
                    <a:pt x="16" y="13"/>
                  </a:cubicBezTo>
                  <a:cubicBezTo>
                    <a:pt x="18" y="13"/>
                    <a:pt x="20" y="13"/>
                    <a:pt x="21" y="11"/>
                  </a:cubicBezTo>
                  <a:cubicBezTo>
                    <a:pt x="24" y="8"/>
                    <a:pt x="22" y="3"/>
                    <a:pt x="18" y="2"/>
                  </a:cubicBezTo>
                  <a:cubicBezTo>
                    <a:pt x="17" y="2"/>
                    <a:pt x="17" y="2"/>
                    <a:pt x="17" y="2"/>
                  </a:cubicBezTo>
                  <a:cubicBezTo>
                    <a:pt x="15" y="2"/>
                    <a:pt x="15" y="2"/>
                    <a:pt x="15" y="2"/>
                  </a:cubicBezTo>
                  <a:cubicBezTo>
                    <a:pt x="14" y="1"/>
                    <a:pt x="14" y="1"/>
                    <a:pt x="14" y="1"/>
                  </a:cubicBezTo>
                  <a:cubicBezTo>
                    <a:pt x="12" y="1"/>
                    <a:pt x="12" y="1"/>
                    <a:pt x="12" y="1"/>
                  </a:cubicBezTo>
                  <a:cubicBezTo>
                    <a:pt x="10" y="1"/>
                    <a:pt x="10" y="1"/>
                    <a:pt x="10" y="1"/>
                  </a:cubicBezTo>
                  <a:lnTo>
                    <a:pt x="8" y="0"/>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grpSp>
      <p:sp>
        <p:nvSpPr>
          <p:cNvPr id="81" name="TextBox 80"/>
          <p:cNvSpPr txBox="1"/>
          <p:nvPr/>
        </p:nvSpPr>
        <p:spPr>
          <a:xfrm>
            <a:off x="529404" y="4495636"/>
            <a:ext cx="11133191" cy="954107"/>
          </a:xfrm>
          <a:prstGeom prst="rect">
            <a:avLst/>
          </a:prstGeom>
          <a:noFill/>
        </p:spPr>
        <p:txBody>
          <a:bodyPr wrap="square" rtlCol="0">
            <a:spAutoFit/>
          </a:bodyPr>
          <a:lstStyle/>
          <a:p>
            <a:pPr marL="0" marR="0" lvl="0" indent="0" algn="ctr" defTabSz="914400" rtl="1" eaLnBrk="1" fontAlgn="auto" latinLnBrk="0" hangingPunct="1">
              <a:lnSpc>
                <a:spcPct val="100000"/>
              </a:lnSpc>
              <a:spcBef>
                <a:spcPts val="0"/>
              </a:spcBef>
              <a:spcAft>
                <a:spcPts val="0"/>
              </a:spcAft>
              <a:buClrTx/>
              <a:buSzTx/>
              <a:buFontTx/>
              <a:buNone/>
              <a:tabLst/>
              <a:defRPr/>
            </a:pPr>
            <a:r>
              <a:rPr lang="ar-SA" sz="2800" b="1" dirty="0">
                <a:solidFill>
                  <a:schemeClr val="bg1"/>
                </a:solidFill>
              </a:rPr>
              <a:t>تركز الفصول المقلوبة على نشر ثلاثة محاور أساسية هي : (التقنية، الإبداع، التواصل)، بما فيها من إيجابيات وتوفير وقت الحصة لتفاعل أكثر للمتعلم مع المفاهيم والمحتوى المعرفي</a:t>
            </a:r>
            <a:endParaRPr kumimoji="0" lang="en-US" sz="2800" b="1" i="0" u="none" strike="noStrike" kern="0" cap="none" spc="0" normalizeH="0" baseline="0" noProof="0" dirty="0" smtClean="0">
              <a:ln>
                <a:noFill/>
              </a:ln>
              <a:solidFill>
                <a:schemeClr val="bg1"/>
              </a:solidFill>
              <a:effectLst/>
              <a:uLnTx/>
              <a:uFillTx/>
              <a:latin typeface="Lato" panose="020F0502020204030203" pitchFamily="34" charset="0"/>
            </a:endParaRPr>
          </a:p>
        </p:txBody>
      </p:sp>
      <p:sp>
        <p:nvSpPr>
          <p:cNvPr id="8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376993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81"/>
                                        </p:tgtEl>
                                        <p:attrNameLst>
                                          <p:attrName>style.visibility</p:attrName>
                                        </p:attrNameLst>
                                      </p:cBhvr>
                                      <p:to>
                                        <p:strVal val="visible"/>
                                      </p:to>
                                    </p:set>
                                    <p:animEffect transition="in" filter="fade">
                                      <p:cBhvr>
                                        <p:cTn id="11"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1"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 name="Rectangle 312"/>
          <p:cNvSpPr/>
          <p:nvPr/>
        </p:nvSpPr>
        <p:spPr>
          <a:xfrm>
            <a:off x="0" y="0"/>
            <a:ext cx="12192000" cy="6857999"/>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 name="Rectangle 4"/>
          <p:cNvSpPr/>
          <p:nvPr/>
        </p:nvSpPr>
        <p:spPr>
          <a:xfrm>
            <a:off x="0" y="0"/>
            <a:ext cx="12192000" cy="6857999"/>
          </a:xfrm>
          <a:prstGeom prst="rect">
            <a:avLst/>
          </a:prstGeom>
          <a:solidFill>
            <a:srgbClr val="232C3C">
              <a:alpha val="9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5707738" y="2274077"/>
            <a:ext cx="6217165" cy="1323439"/>
          </a:xfrm>
          <a:prstGeom prst="rect">
            <a:avLst/>
          </a:prstGeom>
          <a:noFill/>
          <a:ln>
            <a:noFill/>
          </a:ln>
        </p:spPr>
        <p:txBody>
          <a:bodyPr wrap="square" rtlCol="0">
            <a:spAutoFit/>
          </a:bodyPr>
          <a:lstStyle/>
          <a:p>
            <a:pPr marL="1657350" lvl="2" indent="-742950" algn="r" rtl="1">
              <a:buFont typeface="+mj-lt"/>
              <a:buAutoNum type="arabicPeriod" startAt="2"/>
            </a:pPr>
            <a:r>
              <a:rPr lang="ar-SA" sz="4000" b="1" u="sng" dirty="0">
                <a:solidFill>
                  <a:srgbClr val="FFFF00"/>
                </a:solidFill>
              </a:rPr>
              <a:t>ماذا نعني بالفصل المقلوب </a:t>
            </a:r>
            <a:r>
              <a:rPr lang="en-US" sz="4000" b="1" u="sng" dirty="0">
                <a:solidFill>
                  <a:srgbClr val="FFFF00"/>
                </a:solidFill>
              </a:rPr>
              <a:t>Flipped classroom</a:t>
            </a:r>
            <a:r>
              <a:rPr lang="ar-SA" sz="4000" b="1" u="sng" dirty="0">
                <a:solidFill>
                  <a:srgbClr val="FFFF00"/>
                </a:solidFill>
              </a:rPr>
              <a:t>؟</a:t>
            </a:r>
            <a:endParaRPr lang="en-US" sz="4000" b="1" u="sng" dirty="0">
              <a:solidFill>
                <a:srgbClr val="FFFF00"/>
              </a:solidFill>
            </a:endParaRPr>
          </a:p>
        </p:txBody>
      </p:sp>
      <p:grpSp>
        <p:nvGrpSpPr>
          <p:cNvPr id="312" name="Group 311"/>
          <p:cNvGrpSpPr/>
          <p:nvPr/>
        </p:nvGrpSpPr>
        <p:grpSpPr>
          <a:xfrm>
            <a:off x="1118758" y="392817"/>
            <a:ext cx="3935326" cy="3440060"/>
            <a:chOff x="1104900" y="2205037"/>
            <a:chExt cx="2800351" cy="2447925"/>
          </a:xfrm>
        </p:grpSpPr>
        <p:sp>
          <p:nvSpPr>
            <p:cNvPr id="194" name="Freeform 88"/>
            <p:cNvSpPr>
              <a:spLocks noEditPoints="1"/>
            </p:cNvSpPr>
            <p:nvPr/>
          </p:nvSpPr>
          <p:spPr bwMode="auto">
            <a:xfrm>
              <a:off x="1311275" y="3003550"/>
              <a:ext cx="631825" cy="631825"/>
            </a:xfrm>
            <a:custGeom>
              <a:avLst/>
              <a:gdLst>
                <a:gd name="T0" fmla="*/ 147 w 295"/>
                <a:gd name="T1" fmla="*/ 20 h 295"/>
                <a:gd name="T2" fmla="*/ 161 w 295"/>
                <a:gd name="T3" fmla="*/ 21 h 295"/>
                <a:gd name="T4" fmla="*/ 168 w 295"/>
                <a:gd name="T5" fmla="*/ 0 h 295"/>
                <a:gd name="T6" fmla="*/ 212 w 295"/>
                <a:gd name="T7" fmla="*/ 14 h 295"/>
                <a:gd name="T8" fmla="*/ 206 w 295"/>
                <a:gd name="T9" fmla="*/ 35 h 295"/>
                <a:gd name="T10" fmla="*/ 247 w 295"/>
                <a:gd name="T11" fmla="*/ 68 h 295"/>
                <a:gd name="T12" fmla="*/ 266 w 295"/>
                <a:gd name="T13" fmla="*/ 58 h 295"/>
                <a:gd name="T14" fmla="*/ 288 w 295"/>
                <a:gd name="T15" fmla="*/ 99 h 295"/>
                <a:gd name="T16" fmla="*/ 269 w 295"/>
                <a:gd name="T17" fmla="*/ 109 h 295"/>
                <a:gd name="T18" fmla="*/ 274 w 295"/>
                <a:gd name="T19" fmla="*/ 162 h 295"/>
                <a:gd name="T20" fmla="*/ 295 w 295"/>
                <a:gd name="T21" fmla="*/ 168 h 295"/>
                <a:gd name="T22" fmla="*/ 281 w 295"/>
                <a:gd name="T23" fmla="*/ 212 h 295"/>
                <a:gd name="T24" fmla="*/ 260 w 295"/>
                <a:gd name="T25" fmla="*/ 206 h 295"/>
                <a:gd name="T26" fmla="*/ 227 w 295"/>
                <a:gd name="T27" fmla="*/ 247 h 295"/>
                <a:gd name="T28" fmla="*/ 237 w 295"/>
                <a:gd name="T29" fmla="*/ 266 h 295"/>
                <a:gd name="T30" fmla="*/ 196 w 295"/>
                <a:gd name="T31" fmla="*/ 288 h 295"/>
                <a:gd name="T32" fmla="*/ 186 w 295"/>
                <a:gd name="T33" fmla="*/ 269 h 295"/>
                <a:gd name="T34" fmla="*/ 147 w 295"/>
                <a:gd name="T35" fmla="*/ 275 h 295"/>
                <a:gd name="T36" fmla="*/ 147 w 295"/>
                <a:gd name="T37" fmla="*/ 241 h 295"/>
                <a:gd name="T38" fmla="*/ 237 w 295"/>
                <a:gd name="T39" fmla="*/ 175 h 295"/>
                <a:gd name="T40" fmla="*/ 175 w 295"/>
                <a:gd name="T41" fmla="*/ 58 h 295"/>
                <a:gd name="T42" fmla="*/ 147 w 295"/>
                <a:gd name="T43" fmla="*/ 54 h 295"/>
                <a:gd name="T44" fmla="*/ 147 w 295"/>
                <a:gd name="T45" fmla="*/ 20 h 295"/>
                <a:gd name="T46" fmla="*/ 68 w 295"/>
                <a:gd name="T47" fmla="*/ 48 h 295"/>
                <a:gd name="T48" fmla="*/ 58 w 295"/>
                <a:gd name="T49" fmla="*/ 29 h 295"/>
                <a:gd name="T50" fmla="*/ 99 w 295"/>
                <a:gd name="T51" fmla="*/ 7 h 295"/>
                <a:gd name="T52" fmla="*/ 109 w 295"/>
                <a:gd name="T53" fmla="*/ 26 h 295"/>
                <a:gd name="T54" fmla="*/ 147 w 295"/>
                <a:gd name="T55" fmla="*/ 20 h 295"/>
                <a:gd name="T56" fmla="*/ 147 w 295"/>
                <a:gd name="T57" fmla="*/ 54 h 295"/>
                <a:gd name="T58" fmla="*/ 57 w 295"/>
                <a:gd name="T59" fmla="*/ 120 h 295"/>
                <a:gd name="T60" fmla="*/ 120 w 295"/>
                <a:gd name="T61" fmla="*/ 237 h 295"/>
                <a:gd name="T62" fmla="*/ 120 w 295"/>
                <a:gd name="T63" fmla="*/ 237 h 295"/>
                <a:gd name="T64" fmla="*/ 147 w 295"/>
                <a:gd name="T65" fmla="*/ 241 h 295"/>
                <a:gd name="T66" fmla="*/ 147 w 295"/>
                <a:gd name="T67" fmla="*/ 275 h 295"/>
                <a:gd name="T68" fmla="*/ 133 w 295"/>
                <a:gd name="T69" fmla="*/ 274 h 295"/>
                <a:gd name="T70" fmla="*/ 127 w 295"/>
                <a:gd name="T71" fmla="*/ 295 h 295"/>
                <a:gd name="T72" fmla="*/ 82 w 295"/>
                <a:gd name="T73" fmla="*/ 281 h 295"/>
                <a:gd name="T74" fmla="*/ 89 w 295"/>
                <a:gd name="T75" fmla="*/ 260 h 295"/>
                <a:gd name="T76" fmla="*/ 48 w 295"/>
                <a:gd name="T77" fmla="*/ 227 h 295"/>
                <a:gd name="T78" fmla="*/ 29 w 295"/>
                <a:gd name="T79" fmla="*/ 237 h 295"/>
                <a:gd name="T80" fmla="*/ 7 w 295"/>
                <a:gd name="T81" fmla="*/ 196 h 295"/>
                <a:gd name="T82" fmla="*/ 26 w 295"/>
                <a:gd name="T83" fmla="*/ 186 h 295"/>
                <a:gd name="T84" fmla="*/ 21 w 295"/>
                <a:gd name="T85" fmla="*/ 133 h 295"/>
                <a:gd name="T86" fmla="*/ 0 w 295"/>
                <a:gd name="T87" fmla="*/ 127 h 295"/>
                <a:gd name="T88" fmla="*/ 13 w 295"/>
                <a:gd name="T89" fmla="*/ 83 h 295"/>
                <a:gd name="T90" fmla="*/ 34 w 295"/>
                <a:gd name="T91" fmla="*/ 89 h 295"/>
                <a:gd name="T92" fmla="*/ 68 w 295"/>
                <a:gd name="T93" fmla="*/ 4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5" h="295">
                  <a:moveTo>
                    <a:pt x="147" y="20"/>
                  </a:moveTo>
                  <a:cubicBezTo>
                    <a:pt x="152" y="20"/>
                    <a:pt x="157" y="21"/>
                    <a:pt x="161" y="21"/>
                  </a:cubicBezTo>
                  <a:cubicBezTo>
                    <a:pt x="168" y="0"/>
                    <a:pt x="168" y="0"/>
                    <a:pt x="168" y="0"/>
                  </a:cubicBezTo>
                  <a:cubicBezTo>
                    <a:pt x="212" y="14"/>
                    <a:pt x="212" y="14"/>
                    <a:pt x="212" y="14"/>
                  </a:cubicBezTo>
                  <a:cubicBezTo>
                    <a:pt x="206" y="35"/>
                    <a:pt x="206" y="35"/>
                    <a:pt x="206" y="35"/>
                  </a:cubicBezTo>
                  <a:cubicBezTo>
                    <a:pt x="222" y="43"/>
                    <a:pt x="236" y="55"/>
                    <a:pt x="247" y="68"/>
                  </a:cubicBezTo>
                  <a:cubicBezTo>
                    <a:pt x="266" y="58"/>
                    <a:pt x="266" y="58"/>
                    <a:pt x="266" y="58"/>
                  </a:cubicBezTo>
                  <a:cubicBezTo>
                    <a:pt x="288" y="99"/>
                    <a:pt x="288" y="99"/>
                    <a:pt x="288" y="99"/>
                  </a:cubicBezTo>
                  <a:cubicBezTo>
                    <a:pt x="269" y="109"/>
                    <a:pt x="269" y="109"/>
                    <a:pt x="269" y="109"/>
                  </a:cubicBezTo>
                  <a:cubicBezTo>
                    <a:pt x="274" y="126"/>
                    <a:pt x="276" y="144"/>
                    <a:pt x="274" y="162"/>
                  </a:cubicBezTo>
                  <a:cubicBezTo>
                    <a:pt x="295" y="168"/>
                    <a:pt x="295" y="168"/>
                    <a:pt x="295" y="168"/>
                  </a:cubicBezTo>
                  <a:cubicBezTo>
                    <a:pt x="281" y="212"/>
                    <a:pt x="281" y="212"/>
                    <a:pt x="281" y="212"/>
                  </a:cubicBezTo>
                  <a:cubicBezTo>
                    <a:pt x="260" y="206"/>
                    <a:pt x="260" y="206"/>
                    <a:pt x="260" y="206"/>
                  </a:cubicBezTo>
                  <a:cubicBezTo>
                    <a:pt x="252" y="222"/>
                    <a:pt x="240" y="236"/>
                    <a:pt x="227" y="247"/>
                  </a:cubicBezTo>
                  <a:cubicBezTo>
                    <a:pt x="237" y="266"/>
                    <a:pt x="237" y="266"/>
                    <a:pt x="237" y="266"/>
                  </a:cubicBezTo>
                  <a:cubicBezTo>
                    <a:pt x="196" y="288"/>
                    <a:pt x="196" y="288"/>
                    <a:pt x="196" y="288"/>
                  </a:cubicBezTo>
                  <a:cubicBezTo>
                    <a:pt x="186" y="269"/>
                    <a:pt x="186" y="269"/>
                    <a:pt x="186" y="269"/>
                  </a:cubicBezTo>
                  <a:cubicBezTo>
                    <a:pt x="173" y="273"/>
                    <a:pt x="160" y="275"/>
                    <a:pt x="147" y="275"/>
                  </a:cubicBezTo>
                  <a:cubicBezTo>
                    <a:pt x="147" y="241"/>
                    <a:pt x="147" y="241"/>
                    <a:pt x="147" y="241"/>
                  </a:cubicBezTo>
                  <a:cubicBezTo>
                    <a:pt x="188" y="241"/>
                    <a:pt x="225" y="215"/>
                    <a:pt x="237" y="175"/>
                  </a:cubicBezTo>
                  <a:cubicBezTo>
                    <a:pt x="252" y="125"/>
                    <a:pt x="224" y="73"/>
                    <a:pt x="175" y="58"/>
                  </a:cubicBezTo>
                  <a:cubicBezTo>
                    <a:pt x="166" y="55"/>
                    <a:pt x="156" y="54"/>
                    <a:pt x="147" y="54"/>
                  </a:cubicBezTo>
                  <a:lnTo>
                    <a:pt x="147" y="20"/>
                  </a:lnTo>
                  <a:close/>
                  <a:moveTo>
                    <a:pt x="68" y="48"/>
                  </a:moveTo>
                  <a:cubicBezTo>
                    <a:pt x="58" y="29"/>
                    <a:pt x="58" y="29"/>
                    <a:pt x="58" y="29"/>
                  </a:cubicBezTo>
                  <a:cubicBezTo>
                    <a:pt x="99" y="7"/>
                    <a:pt x="99" y="7"/>
                    <a:pt x="99" y="7"/>
                  </a:cubicBezTo>
                  <a:cubicBezTo>
                    <a:pt x="109" y="26"/>
                    <a:pt x="109" y="26"/>
                    <a:pt x="109" y="26"/>
                  </a:cubicBezTo>
                  <a:cubicBezTo>
                    <a:pt x="121" y="22"/>
                    <a:pt x="134" y="20"/>
                    <a:pt x="147" y="20"/>
                  </a:cubicBezTo>
                  <a:cubicBezTo>
                    <a:pt x="147" y="54"/>
                    <a:pt x="147" y="54"/>
                    <a:pt x="147" y="54"/>
                  </a:cubicBezTo>
                  <a:cubicBezTo>
                    <a:pt x="107" y="54"/>
                    <a:pt x="70" y="80"/>
                    <a:pt x="57" y="120"/>
                  </a:cubicBezTo>
                  <a:cubicBezTo>
                    <a:pt x="42" y="170"/>
                    <a:pt x="70" y="222"/>
                    <a:pt x="120" y="237"/>
                  </a:cubicBezTo>
                  <a:cubicBezTo>
                    <a:pt x="120" y="237"/>
                    <a:pt x="120" y="237"/>
                    <a:pt x="120" y="237"/>
                  </a:cubicBezTo>
                  <a:cubicBezTo>
                    <a:pt x="129" y="240"/>
                    <a:pt x="138" y="241"/>
                    <a:pt x="147" y="241"/>
                  </a:cubicBezTo>
                  <a:cubicBezTo>
                    <a:pt x="147" y="275"/>
                    <a:pt x="147" y="275"/>
                    <a:pt x="147" y="275"/>
                  </a:cubicBezTo>
                  <a:cubicBezTo>
                    <a:pt x="143" y="275"/>
                    <a:pt x="138" y="274"/>
                    <a:pt x="133" y="274"/>
                  </a:cubicBezTo>
                  <a:cubicBezTo>
                    <a:pt x="127" y="295"/>
                    <a:pt x="127" y="295"/>
                    <a:pt x="127" y="295"/>
                  </a:cubicBezTo>
                  <a:cubicBezTo>
                    <a:pt x="82" y="281"/>
                    <a:pt x="82" y="281"/>
                    <a:pt x="82" y="281"/>
                  </a:cubicBezTo>
                  <a:cubicBezTo>
                    <a:pt x="89" y="260"/>
                    <a:pt x="89" y="260"/>
                    <a:pt x="89" y="260"/>
                  </a:cubicBezTo>
                  <a:cubicBezTo>
                    <a:pt x="73" y="252"/>
                    <a:pt x="59" y="241"/>
                    <a:pt x="48" y="227"/>
                  </a:cubicBezTo>
                  <a:cubicBezTo>
                    <a:pt x="29" y="237"/>
                    <a:pt x="29" y="237"/>
                    <a:pt x="29" y="237"/>
                  </a:cubicBezTo>
                  <a:cubicBezTo>
                    <a:pt x="7" y="196"/>
                    <a:pt x="7" y="196"/>
                    <a:pt x="7" y="196"/>
                  </a:cubicBezTo>
                  <a:cubicBezTo>
                    <a:pt x="26" y="186"/>
                    <a:pt x="26" y="186"/>
                    <a:pt x="26" y="186"/>
                  </a:cubicBezTo>
                  <a:cubicBezTo>
                    <a:pt x="21" y="169"/>
                    <a:pt x="19" y="151"/>
                    <a:pt x="21" y="133"/>
                  </a:cubicBezTo>
                  <a:cubicBezTo>
                    <a:pt x="0" y="127"/>
                    <a:pt x="0" y="127"/>
                    <a:pt x="0" y="127"/>
                  </a:cubicBezTo>
                  <a:cubicBezTo>
                    <a:pt x="13" y="83"/>
                    <a:pt x="13" y="83"/>
                    <a:pt x="13" y="83"/>
                  </a:cubicBezTo>
                  <a:cubicBezTo>
                    <a:pt x="34" y="89"/>
                    <a:pt x="34" y="89"/>
                    <a:pt x="34" y="89"/>
                  </a:cubicBezTo>
                  <a:cubicBezTo>
                    <a:pt x="43" y="73"/>
                    <a:pt x="54" y="59"/>
                    <a:pt x="68" y="48"/>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5" name="Freeform 89"/>
            <p:cNvSpPr>
              <a:spLocks noEditPoints="1"/>
            </p:cNvSpPr>
            <p:nvPr/>
          </p:nvSpPr>
          <p:spPr bwMode="auto">
            <a:xfrm>
              <a:off x="3046413" y="3505200"/>
              <a:ext cx="858838" cy="858838"/>
            </a:xfrm>
            <a:custGeom>
              <a:avLst/>
              <a:gdLst>
                <a:gd name="T0" fmla="*/ 200 w 401"/>
                <a:gd name="T1" fmla="*/ 27 h 401"/>
                <a:gd name="T2" fmla="*/ 219 w 401"/>
                <a:gd name="T3" fmla="*/ 28 h 401"/>
                <a:gd name="T4" fmla="*/ 228 w 401"/>
                <a:gd name="T5" fmla="*/ 0 h 401"/>
                <a:gd name="T6" fmla="*/ 289 w 401"/>
                <a:gd name="T7" fmla="*/ 18 h 401"/>
                <a:gd name="T8" fmla="*/ 280 w 401"/>
                <a:gd name="T9" fmla="*/ 47 h 401"/>
                <a:gd name="T10" fmla="*/ 335 w 401"/>
                <a:gd name="T11" fmla="*/ 92 h 401"/>
                <a:gd name="T12" fmla="*/ 362 w 401"/>
                <a:gd name="T13" fmla="*/ 78 h 401"/>
                <a:gd name="T14" fmla="*/ 392 w 401"/>
                <a:gd name="T15" fmla="*/ 134 h 401"/>
                <a:gd name="T16" fmla="*/ 365 w 401"/>
                <a:gd name="T17" fmla="*/ 148 h 401"/>
                <a:gd name="T18" fmla="*/ 372 w 401"/>
                <a:gd name="T19" fmla="*/ 219 h 401"/>
                <a:gd name="T20" fmla="*/ 401 w 401"/>
                <a:gd name="T21" fmla="*/ 228 h 401"/>
                <a:gd name="T22" fmla="*/ 382 w 401"/>
                <a:gd name="T23" fmla="*/ 289 h 401"/>
                <a:gd name="T24" fmla="*/ 354 w 401"/>
                <a:gd name="T25" fmla="*/ 280 h 401"/>
                <a:gd name="T26" fmla="*/ 308 w 401"/>
                <a:gd name="T27" fmla="*/ 335 h 401"/>
                <a:gd name="T28" fmla="*/ 322 w 401"/>
                <a:gd name="T29" fmla="*/ 362 h 401"/>
                <a:gd name="T30" fmla="*/ 267 w 401"/>
                <a:gd name="T31" fmla="*/ 392 h 401"/>
                <a:gd name="T32" fmla="*/ 252 w 401"/>
                <a:gd name="T33" fmla="*/ 365 h 401"/>
                <a:gd name="T34" fmla="*/ 200 w 401"/>
                <a:gd name="T35" fmla="*/ 373 h 401"/>
                <a:gd name="T36" fmla="*/ 200 w 401"/>
                <a:gd name="T37" fmla="*/ 328 h 401"/>
                <a:gd name="T38" fmla="*/ 322 w 401"/>
                <a:gd name="T39" fmla="*/ 237 h 401"/>
                <a:gd name="T40" fmla="*/ 237 w 401"/>
                <a:gd name="T41" fmla="*/ 78 h 401"/>
                <a:gd name="T42" fmla="*/ 200 w 401"/>
                <a:gd name="T43" fmla="*/ 72 h 401"/>
                <a:gd name="T44" fmla="*/ 200 w 401"/>
                <a:gd name="T45" fmla="*/ 27 h 401"/>
                <a:gd name="T46" fmla="*/ 92 w 401"/>
                <a:gd name="T47" fmla="*/ 65 h 401"/>
                <a:gd name="T48" fmla="*/ 78 w 401"/>
                <a:gd name="T49" fmla="*/ 39 h 401"/>
                <a:gd name="T50" fmla="*/ 134 w 401"/>
                <a:gd name="T51" fmla="*/ 9 h 401"/>
                <a:gd name="T52" fmla="*/ 148 w 401"/>
                <a:gd name="T53" fmla="*/ 35 h 401"/>
                <a:gd name="T54" fmla="*/ 200 w 401"/>
                <a:gd name="T55" fmla="*/ 27 h 401"/>
                <a:gd name="T56" fmla="*/ 200 w 401"/>
                <a:gd name="T57" fmla="*/ 72 h 401"/>
                <a:gd name="T58" fmla="*/ 78 w 401"/>
                <a:gd name="T59" fmla="*/ 163 h 401"/>
                <a:gd name="T60" fmla="*/ 163 w 401"/>
                <a:gd name="T61" fmla="*/ 322 h 401"/>
                <a:gd name="T62" fmla="*/ 163 w 401"/>
                <a:gd name="T63" fmla="*/ 322 h 401"/>
                <a:gd name="T64" fmla="*/ 200 w 401"/>
                <a:gd name="T65" fmla="*/ 328 h 401"/>
                <a:gd name="T66" fmla="*/ 200 w 401"/>
                <a:gd name="T67" fmla="*/ 373 h 401"/>
                <a:gd name="T68" fmla="*/ 181 w 401"/>
                <a:gd name="T69" fmla="*/ 372 h 401"/>
                <a:gd name="T70" fmla="*/ 172 w 401"/>
                <a:gd name="T71" fmla="*/ 401 h 401"/>
                <a:gd name="T72" fmla="*/ 112 w 401"/>
                <a:gd name="T73" fmla="*/ 382 h 401"/>
                <a:gd name="T74" fmla="*/ 120 w 401"/>
                <a:gd name="T75" fmla="*/ 354 h 401"/>
                <a:gd name="T76" fmla="*/ 65 w 401"/>
                <a:gd name="T77" fmla="*/ 308 h 401"/>
                <a:gd name="T78" fmla="*/ 39 w 401"/>
                <a:gd name="T79" fmla="*/ 322 h 401"/>
                <a:gd name="T80" fmla="*/ 9 w 401"/>
                <a:gd name="T81" fmla="*/ 267 h 401"/>
                <a:gd name="T82" fmla="*/ 35 w 401"/>
                <a:gd name="T83" fmla="*/ 252 h 401"/>
                <a:gd name="T84" fmla="*/ 28 w 401"/>
                <a:gd name="T85" fmla="*/ 181 h 401"/>
                <a:gd name="T86" fmla="*/ 0 w 401"/>
                <a:gd name="T87" fmla="*/ 172 h 401"/>
                <a:gd name="T88" fmla="*/ 18 w 401"/>
                <a:gd name="T89" fmla="*/ 112 h 401"/>
                <a:gd name="T90" fmla="*/ 47 w 401"/>
                <a:gd name="T91" fmla="*/ 121 h 401"/>
                <a:gd name="T92" fmla="*/ 92 w 401"/>
                <a:gd name="T93" fmla="*/ 65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1" h="401">
                  <a:moveTo>
                    <a:pt x="200" y="27"/>
                  </a:moveTo>
                  <a:cubicBezTo>
                    <a:pt x="207" y="27"/>
                    <a:pt x="213" y="28"/>
                    <a:pt x="219" y="28"/>
                  </a:cubicBezTo>
                  <a:cubicBezTo>
                    <a:pt x="228" y="0"/>
                    <a:pt x="228" y="0"/>
                    <a:pt x="228" y="0"/>
                  </a:cubicBezTo>
                  <a:cubicBezTo>
                    <a:pt x="289" y="18"/>
                    <a:pt x="289" y="18"/>
                    <a:pt x="289" y="18"/>
                  </a:cubicBezTo>
                  <a:cubicBezTo>
                    <a:pt x="280" y="47"/>
                    <a:pt x="280" y="47"/>
                    <a:pt x="280" y="47"/>
                  </a:cubicBezTo>
                  <a:cubicBezTo>
                    <a:pt x="302" y="58"/>
                    <a:pt x="321" y="74"/>
                    <a:pt x="335" y="92"/>
                  </a:cubicBezTo>
                  <a:cubicBezTo>
                    <a:pt x="362" y="78"/>
                    <a:pt x="362" y="78"/>
                    <a:pt x="362" y="78"/>
                  </a:cubicBezTo>
                  <a:cubicBezTo>
                    <a:pt x="392" y="134"/>
                    <a:pt x="392" y="134"/>
                    <a:pt x="392" y="134"/>
                  </a:cubicBezTo>
                  <a:cubicBezTo>
                    <a:pt x="365" y="148"/>
                    <a:pt x="365" y="148"/>
                    <a:pt x="365" y="148"/>
                  </a:cubicBezTo>
                  <a:cubicBezTo>
                    <a:pt x="372" y="171"/>
                    <a:pt x="375" y="195"/>
                    <a:pt x="372" y="219"/>
                  </a:cubicBezTo>
                  <a:cubicBezTo>
                    <a:pt x="401" y="228"/>
                    <a:pt x="401" y="228"/>
                    <a:pt x="401" y="228"/>
                  </a:cubicBezTo>
                  <a:cubicBezTo>
                    <a:pt x="382" y="289"/>
                    <a:pt x="382" y="289"/>
                    <a:pt x="382" y="289"/>
                  </a:cubicBezTo>
                  <a:cubicBezTo>
                    <a:pt x="354" y="280"/>
                    <a:pt x="354" y="280"/>
                    <a:pt x="354" y="280"/>
                  </a:cubicBezTo>
                  <a:cubicBezTo>
                    <a:pt x="342" y="302"/>
                    <a:pt x="327" y="321"/>
                    <a:pt x="308" y="335"/>
                  </a:cubicBezTo>
                  <a:cubicBezTo>
                    <a:pt x="322" y="362"/>
                    <a:pt x="322" y="362"/>
                    <a:pt x="322" y="362"/>
                  </a:cubicBezTo>
                  <a:cubicBezTo>
                    <a:pt x="267" y="392"/>
                    <a:pt x="267" y="392"/>
                    <a:pt x="267" y="392"/>
                  </a:cubicBezTo>
                  <a:cubicBezTo>
                    <a:pt x="252" y="365"/>
                    <a:pt x="252" y="365"/>
                    <a:pt x="252" y="365"/>
                  </a:cubicBezTo>
                  <a:cubicBezTo>
                    <a:pt x="236" y="370"/>
                    <a:pt x="218" y="373"/>
                    <a:pt x="200" y="373"/>
                  </a:cubicBezTo>
                  <a:cubicBezTo>
                    <a:pt x="200" y="328"/>
                    <a:pt x="200" y="328"/>
                    <a:pt x="200" y="328"/>
                  </a:cubicBezTo>
                  <a:cubicBezTo>
                    <a:pt x="255" y="328"/>
                    <a:pt x="306" y="293"/>
                    <a:pt x="322" y="237"/>
                  </a:cubicBezTo>
                  <a:cubicBezTo>
                    <a:pt x="343" y="170"/>
                    <a:pt x="305" y="98"/>
                    <a:pt x="237" y="78"/>
                  </a:cubicBezTo>
                  <a:cubicBezTo>
                    <a:pt x="225" y="74"/>
                    <a:pt x="212" y="72"/>
                    <a:pt x="200" y="72"/>
                  </a:cubicBezTo>
                  <a:lnTo>
                    <a:pt x="200" y="27"/>
                  </a:lnTo>
                  <a:close/>
                  <a:moveTo>
                    <a:pt x="92" y="65"/>
                  </a:moveTo>
                  <a:cubicBezTo>
                    <a:pt x="78" y="39"/>
                    <a:pt x="78" y="39"/>
                    <a:pt x="78" y="39"/>
                  </a:cubicBezTo>
                  <a:cubicBezTo>
                    <a:pt x="134" y="9"/>
                    <a:pt x="134" y="9"/>
                    <a:pt x="134" y="9"/>
                  </a:cubicBezTo>
                  <a:cubicBezTo>
                    <a:pt x="148" y="35"/>
                    <a:pt x="148" y="35"/>
                    <a:pt x="148" y="35"/>
                  </a:cubicBezTo>
                  <a:cubicBezTo>
                    <a:pt x="165" y="30"/>
                    <a:pt x="182" y="27"/>
                    <a:pt x="200" y="27"/>
                  </a:cubicBezTo>
                  <a:cubicBezTo>
                    <a:pt x="200" y="72"/>
                    <a:pt x="200" y="72"/>
                    <a:pt x="200" y="72"/>
                  </a:cubicBezTo>
                  <a:cubicBezTo>
                    <a:pt x="145" y="72"/>
                    <a:pt x="95" y="108"/>
                    <a:pt x="78" y="163"/>
                  </a:cubicBezTo>
                  <a:cubicBezTo>
                    <a:pt x="57" y="231"/>
                    <a:pt x="95" y="302"/>
                    <a:pt x="163" y="322"/>
                  </a:cubicBezTo>
                  <a:cubicBezTo>
                    <a:pt x="163" y="322"/>
                    <a:pt x="163" y="322"/>
                    <a:pt x="163" y="322"/>
                  </a:cubicBezTo>
                  <a:cubicBezTo>
                    <a:pt x="175" y="326"/>
                    <a:pt x="188" y="328"/>
                    <a:pt x="200" y="328"/>
                  </a:cubicBezTo>
                  <a:cubicBezTo>
                    <a:pt x="200" y="373"/>
                    <a:pt x="200" y="373"/>
                    <a:pt x="200" y="373"/>
                  </a:cubicBezTo>
                  <a:cubicBezTo>
                    <a:pt x="194" y="373"/>
                    <a:pt x="187" y="373"/>
                    <a:pt x="181" y="372"/>
                  </a:cubicBezTo>
                  <a:cubicBezTo>
                    <a:pt x="172" y="401"/>
                    <a:pt x="172" y="401"/>
                    <a:pt x="172" y="401"/>
                  </a:cubicBezTo>
                  <a:cubicBezTo>
                    <a:pt x="112" y="382"/>
                    <a:pt x="112" y="382"/>
                    <a:pt x="112" y="382"/>
                  </a:cubicBezTo>
                  <a:cubicBezTo>
                    <a:pt x="120" y="354"/>
                    <a:pt x="120" y="354"/>
                    <a:pt x="120" y="354"/>
                  </a:cubicBezTo>
                  <a:cubicBezTo>
                    <a:pt x="99" y="342"/>
                    <a:pt x="80" y="327"/>
                    <a:pt x="65" y="308"/>
                  </a:cubicBezTo>
                  <a:cubicBezTo>
                    <a:pt x="39" y="322"/>
                    <a:pt x="39" y="322"/>
                    <a:pt x="39" y="322"/>
                  </a:cubicBezTo>
                  <a:cubicBezTo>
                    <a:pt x="9" y="267"/>
                    <a:pt x="9" y="267"/>
                    <a:pt x="9" y="267"/>
                  </a:cubicBezTo>
                  <a:cubicBezTo>
                    <a:pt x="35" y="252"/>
                    <a:pt x="35" y="252"/>
                    <a:pt x="35" y="252"/>
                  </a:cubicBezTo>
                  <a:cubicBezTo>
                    <a:pt x="28" y="230"/>
                    <a:pt x="25" y="205"/>
                    <a:pt x="28" y="181"/>
                  </a:cubicBezTo>
                  <a:cubicBezTo>
                    <a:pt x="0" y="172"/>
                    <a:pt x="0" y="172"/>
                    <a:pt x="0" y="172"/>
                  </a:cubicBezTo>
                  <a:cubicBezTo>
                    <a:pt x="18" y="112"/>
                    <a:pt x="18" y="112"/>
                    <a:pt x="18" y="112"/>
                  </a:cubicBezTo>
                  <a:cubicBezTo>
                    <a:pt x="47" y="121"/>
                    <a:pt x="47" y="121"/>
                    <a:pt x="47" y="121"/>
                  </a:cubicBezTo>
                  <a:cubicBezTo>
                    <a:pt x="58" y="99"/>
                    <a:pt x="74" y="80"/>
                    <a:pt x="92" y="65"/>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6" name="Freeform 90"/>
            <p:cNvSpPr>
              <a:spLocks/>
            </p:cNvSpPr>
            <p:nvPr/>
          </p:nvSpPr>
          <p:spPr bwMode="auto">
            <a:xfrm>
              <a:off x="1546225" y="3252787"/>
              <a:ext cx="1806575" cy="1189038"/>
            </a:xfrm>
            <a:custGeom>
              <a:avLst/>
              <a:gdLst>
                <a:gd name="T0" fmla="*/ 29 w 843"/>
                <a:gd name="T1" fmla="*/ 0 h 555"/>
                <a:gd name="T2" fmla="*/ 814 w 843"/>
                <a:gd name="T3" fmla="*/ 0 h 555"/>
                <a:gd name="T4" fmla="*/ 843 w 843"/>
                <a:gd name="T5" fmla="*/ 29 h 555"/>
                <a:gd name="T6" fmla="*/ 843 w 843"/>
                <a:gd name="T7" fmla="*/ 525 h 555"/>
                <a:gd name="T8" fmla="*/ 814 w 843"/>
                <a:gd name="T9" fmla="*/ 555 h 555"/>
                <a:gd name="T10" fmla="*/ 29 w 843"/>
                <a:gd name="T11" fmla="*/ 555 h 555"/>
                <a:gd name="T12" fmla="*/ 0 w 843"/>
                <a:gd name="T13" fmla="*/ 525 h 555"/>
                <a:gd name="T14" fmla="*/ 0 w 843"/>
                <a:gd name="T15" fmla="*/ 29 h 555"/>
                <a:gd name="T16" fmla="*/ 29 w 843"/>
                <a:gd name="T17"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3" h="555">
                  <a:moveTo>
                    <a:pt x="29" y="0"/>
                  </a:moveTo>
                  <a:cubicBezTo>
                    <a:pt x="814" y="0"/>
                    <a:pt x="814" y="0"/>
                    <a:pt x="814" y="0"/>
                  </a:cubicBezTo>
                  <a:cubicBezTo>
                    <a:pt x="830" y="0"/>
                    <a:pt x="843" y="13"/>
                    <a:pt x="843" y="29"/>
                  </a:cubicBezTo>
                  <a:cubicBezTo>
                    <a:pt x="843" y="525"/>
                    <a:pt x="843" y="525"/>
                    <a:pt x="843" y="525"/>
                  </a:cubicBezTo>
                  <a:cubicBezTo>
                    <a:pt x="843" y="541"/>
                    <a:pt x="830" y="555"/>
                    <a:pt x="814" y="555"/>
                  </a:cubicBezTo>
                  <a:cubicBezTo>
                    <a:pt x="29" y="555"/>
                    <a:pt x="29" y="555"/>
                    <a:pt x="29" y="555"/>
                  </a:cubicBezTo>
                  <a:cubicBezTo>
                    <a:pt x="13" y="555"/>
                    <a:pt x="0" y="541"/>
                    <a:pt x="0" y="525"/>
                  </a:cubicBezTo>
                  <a:cubicBezTo>
                    <a:pt x="0" y="29"/>
                    <a:pt x="0" y="29"/>
                    <a:pt x="0" y="29"/>
                  </a:cubicBezTo>
                  <a:cubicBezTo>
                    <a:pt x="0" y="13"/>
                    <a:pt x="13" y="0"/>
                    <a:pt x="29" y="0"/>
                  </a:cubicBez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7" name="Rectangle 91"/>
            <p:cNvSpPr>
              <a:spLocks noChangeArrowheads="1"/>
            </p:cNvSpPr>
            <p:nvPr/>
          </p:nvSpPr>
          <p:spPr bwMode="auto">
            <a:xfrm>
              <a:off x="1641475" y="3376612"/>
              <a:ext cx="1619250" cy="869950"/>
            </a:xfrm>
            <a:prstGeom prst="rect">
              <a:avLst/>
            </a:prstGeom>
            <a:solidFill>
              <a:srgbClr val="F0635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8" name="Oval 92"/>
            <p:cNvSpPr>
              <a:spLocks noChangeArrowheads="1"/>
            </p:cNvSpPr>
            <p:nvPr/>
          </p:nvSpPr>
          <p:spPr bwMode="auto">
            <a:xfrm>
              <a:off x="2427288" y="3292475"/>
              <a:ext cx="46038" cy="47625"/>
            </a:xfrm>
            <a:prstGeom prst="ellipse">
              <a:avLst/>
            </a:prstGeom>
            <a:solidFill>
              <a:srgbClr val="6A75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9" name="Rectangle 93"/>
            <p:cNvSpPr>
              <a:spLocks noChangeArrowheads="1"/>
            </p:cNvSpPr>
            <p:nvPr/>
          </p:nvSpPr>
          <p:spPr bwMode="auto">
            <a:xfrm>
              <a:off x="2413000" y="4300537"/>
              <a:ext cx="76200" cy="76200"/>
            </a:xfrm>
            <a:prstGeom prst="rect">
              <a:avLst/>
            </a:prstGeom>
            <a:solidFill>
              <a:srgbClr val="6A7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0" name="Freeform 94"/>
            <p:cNvSpPr>
              <a:spLocks/>
            </p:cNvSpPr>
            <p:nvPr/>
          </p:nvSpPr>
          <p:spPr bwMode="auto">
            <a:xfrm>
              <a:off x="1231900" y="4441825"/>
              <a:ext cx="2436813" cy="131763"/>
            </a:xfrm>
            <a:custGeom>
              <a:avLst/>
              <a:gdLst>
                <a:gd name="T0" fmla="*/ 198 w 1535"/>
                <a:gd name="T1" fmla="*/ 0 h 83"/>
                <a:gd name="T2" fmla="*/ 1336 w 1535"/>
                <a:gd name="T3" fmla="*/ 0 h 83"/>
                <a:gd name="T4" fmla="*/ 1535 w 1535"/>
                <a:gd name="T5" fmla="*/ 83 h 83"/>
                <a:gd name="T6" fmla="*/ 0 w 1535"/>
                <a:gd name="T7" fmla="*/ 83 h 83"/>
                <a:gd name="T8" fmla="*/ 198 w 1535"/>
                <a:gd name="T9" fmla="*/ 0 h 83"/>
              </a:gdLst>
              <a:ahLst/>
              <a:cxnLst>
                <a:cxn ang="0">
                  <a:pos x="T0" y="T1"/>
                </a:cxn>
                <a:cxn ang="0">
                  <a:pos x="T2" y="T3"/>
                </a:cxn>
                <a:cxn ang="0">
                  <a:pos x="T4" y="T5"/>
                </a:cxn>
                <a:cxn ang="0">
                  <a:pos x="T6" y="T7"/>
                </a:cxn>
                <a:cxn ang="0">
                  <a:pos x="T8" y="T9"/>
                </a:cxn>
              </a:cxnLst>
              <a:rect l="0" t="0" r="r" b="b"/>
              <a:pathLst>
                <a:path w="1535" h="83">
                  <a:moveTo>
                    <a:pt x="198" y="0"/>
                  </a:moveTo>
                  <a:lnTo>
                    <a:pt x="1336" y="0"/>
                  </a:lnTo>
                  <a:lnTo>
                    <a:pt x="1535" y="83"/>
                  </a:lnTo>
                  <a:lnTo>
                    <a:pt x="0" y="83"/>
                  </a:lnTo>
                  <a:lnTo>
                    <a:pt x="198" y="0"/>
                  </a:lnTo>
                  <a:close/>
                </a:path>
              </a:pathLst>
            </a:custGeom>
            <a:solidFill>
              <a:srgbClr val="6A75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1" name="Freeform 95"/>
            <p:cNvSpPr>
              <a:spLocks/>
            </p:cNvSpPr>
            <p:nvPr/>
          </p:nvSpPr>
          <p:spPr bwMode="auto">
            <a:xfrm>
              <a:off x="1231900" y="4573587"/>
              <a:ext cx="2436813" cy="79375"/>
            </a:xfrm>
            <a:custGeom>
              <a:avLst/>
              <a:gdLst>
                <a:gd name="T0" fmla="*/ 0 w 1137"/>
                <a:gd name="T1" fmla="*/ 0 h 37"/>
                <a:gd name="T2" fmla="*/ 1137 w 1137"/>
                <a:gd name="T3" fmla="*/ 0 h 37"/>
                <a:gd name="T4" fmla="*/ 1137 w 1137"/>
                <a:gd name="T5" fmla="*/ 16 h 37"/>
                <a:gd name="T6" fmla="*/ 1116 w 1137"/>
                <a:gd name="T7" fmla="*/ 37 h 37"/>
                <a:gd name="T8" fmla="*/ 21 w 1137"/>
                <a:gd name="T9" fmla="*/ 37 h 37"/>
                <a:gd name="T10" fmla="*/ 0 w 1137"/>
                <a:gd name="T11" fmla="*/ 16 h 37"/>
                <a:gd name="T12" fmla="*/ 0 w 1137"/>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137" h="37">
                  <a:moveTo>
                    <a:pt x="0" y="0"/>
                  </a:moveTo>
                  <a:cubicBezTo>
                    <a:pt x="1137" y="0"/>
                    <a:pt x="1137" y="0"/>
                    <a:pt x="1137" y="0"/>
                  </a:cubicBezTo>
                  <a:cubicBezTo>
                    <a:pt x="1137" y="16"/>
                    <a:pt x="1137" y="16"/>
                    <a:pt x="1137" y="16"/>
                  </a:cubicBezTo>
                  <a:cubicBezTo>
                    <a:pt x="1137" y="28"/>
                    <a:pt x="1127" y="37"/>
                    <a:pt x="1116" y="37"/>
                  </a:cubicBezTo>
                  <a:cubicBezTo>
                    <a:pt x="21" y="37"/>
                    <a:pt x="21" y="37"/>
                    <a:pt x="21" y="37"/>
                  </a:cubicBezTo>
                  <a:cubicBezTo>
                    <a:pt x="10" y="37"/>
                    <a:pt x="0" y="28"/>
                    <a:pt x="0" y="16"/>
                  </a:cubicBezTo>
                  <a:lnTo>
                    <a:pt x="0" y="0"/>
                  </a:ln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2" name="Rectangle 96"/>
            <p:cNvSpPr>
              <a:spLocks noChangeArrowheads="1"/>
            </p:cNvSpPr>
            <p:nvPr/>
          </p:nvSpPr>
          <p:spPr bwMode="auto">
            <a:xfrm>
              <a:off x="2205038" y="4597400"/>
              <a:ext cx="490538" cy="31750"/>
            </a:xfrm>
            <a:prstGeom prst="rect">
              <a:avLst/>
            </a:prstGeom>
            <a:solidFill>
              <a:srgbClr val="F0635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3" name="Freeform 97"/>
            <p:cNvSpPr>
              <a:spLocks/>
            </p:cNvSpPr>
            <p:nvPr/>
          </p:nvSpPr>
          <p:spPr bwMode="auto">
            <a:xfrm>
              <a:off x="1557338" y="4451350"/>
              <a:ext cx="201613" cy="15875"/>
            </a:xfrm>
            <a:custGeom>
              <a:avLst/>
              <a:gdLst>
                <a:gd name="T0" fmla="*/ 15 w 94"/>
                <a:gd name="T1" fmla="*/ 0 h 7"/>
                <a:gd name="T2" fmla="*/ 94 w 94"/>
                <a:gd name="T3" fmla="*/ 0 h 7"/>
                <a:gd name="T4" fmla="*/ 82 w 94"/>
                <a:gd name="T5" fmla="*/ 7 h 7"/>
                <a:gd name="T6" fmla="*/ 0 w 94"/>
                <a:gd name="T7" fmla="*/ 7 h 7"/>
                <a:gd name="T8" fmla="*/ 15 w 94"/>
                <a:gd name="T9" fmla="*/ 0 h 7"/>
              </a:gdLst>
              <a:ahLst/>
              <a:cxnLst>
                <a:cxn ang="0">
                  <a:pos x="T0" y="T1"/>
                </a:cxn>
                <a:cxn ang="0">
                  <a:pos x="T2" y="T3"/>
                </a:cxn>
                <a:cxn ang="0">
                  <a:pos x="T4" y="T5"/>
                </a:cxn>
                <a:cxn ang="0">
                  <a:pos x="T6" y="T7"/>
                </a:cxn>
                <a:cxn ang="0">
                  <a:pos x="T8" y="T9"/>
                </a:cxn>
              </a:cxnLst>
              <a:rect l="0" t="0" r="r" b="b"/>
              <a:pathLst>
                <a:path w="94" h="7">
                  <a:moveTo>
                    <a:pt x="15" y="0"/>
                  </a:moveTo>
                  <a:cubicBezTo>
                    <a:pt x="41" y="0"/>
                    <a:pt x="68" y="0"/>
                    <a:pt x="94" y="0"/>
                  </a:cubicBezTo>
                  <a:cubicBezTo>
                    <a:pt x="90" y="2"/>
                    <a:pt x="86" y="4"/>
                    <a:pt x="82" y="7"/>
                  </a:cubicBezTo>
                  <a:cubicBezTo>
                    <a:pt x="55" y="7"/>
                    <a:pt x="27" y="7"/>
                    <a:pt x="0" y="7"/>
                  </a:cubicBezTo>
                  <a:cubicBezTo>
                    <a:pt x="5" y="4"/>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4" name="Freeform 98"/>
            <p:cNvSpPr>
              <a:spLocks/>
            </p:cNvSpPr>
            <p:nvPr/>
          </p:nvSpPr>
          <p:spPr bwMode="auto">
            <a:xfrm>
              <a:off x="1879600" y="4451350"/>
              <a:ext cx="187325" cy="15875"/>
            </a:xfrm>
            <a:custGeom>
              <a:avLst/>
              <a:gdLst>
                <a:gd name="T0" fmla="*/ 10 w 88"/>
                <a:gd name="T1" fmla="*/ 0 h 7"/>
                <a:gd name="T2" fmla="*/ 88 w 88"/>
                <a:gd name="T3" fmla="*/ 0 h 7"/>
                <a:gd name="T4" fmla="*/ 82 w 88"/>
                <a:gd name="T5" fmla="*/ 7 h 7"/>
                <a:gd name="T6" fmla="*/ 0 w 88"/>
                <a:gd name="T7" fmla="*/ 7 h 7"/>
                <a:gd name="T8" fmla="*/ 10 w 88"/>
                <a:gd name="T9" fmla="*/ 0 h 7"/>
              </a:gdLst>
              <a:ahLst/>
              <a:cxnLst>
                <a:cxn ang="0">
                  <a:pos x="T0" y="T1"/>
                </a:cxn>
                <a:cxn ang="0">
                  <a:pos x="T2" y="T3"/>
                </a:cxn>
                <a:cxn ang="0">
                  <a:pos x="T4" y="T5"/>
                </a:cxn>
                <a:cxn ang="0">
                  <a:pos x="T6" y="T7"/>
                </a:cxn>
                <a:cxn ang="0">
                  <a:pos x="T8" y="T9"/>
                </a:cxn>
              </a:cxnLst>
              <a:rect l="0" t="0" r="r" b="b"/>
              <a:pathLst>
                <a:path w="88" h="7">
                  <a:moveTo>
                    <a:pt x="10" y="0"/>
                  </a:moveTo>
                  <a:cubicBezTo>
                    <a:pt x="36" y="0"/>
                    <a:pt x="62" y="0"/>
                    <a:pt x="88" y="0"/>
                  </a:cubicBezTo>
                  <a:cubicBezTo>
                    <a:pt x="86" y="2"/>
                    <a:pt x="84" y="4"/>
                    <a:pt x="82" y="7"/>
                  </a:cubicBezTo>
                  <a:cubicBezTo>
                    <a:pt x="55" y="7"/>
                    <a:pt x="27" y="7"/>
                    <a:pt x="0" y="7"/>
                  </a:cubicBezTo>
                  <a:cubicBezTo>
                    <a:pt x="3" y="4"/>
                    <a:pt x="6" y="2"/>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5" name="Freeform 99"/>
            <p:cNvSpPr>
              <a:spLocks/>
            </p:cNvSpPr>
            <p:nvPr/>
          </p:nvSpPr>
          <p:spPr bwMode="auto">
            <a:xfrm>
              <a:off x="2200275" y="4451350"/>
              <a:ext cx="177800" cy="15875"/>
            </a:xfrm>
            <a:custGeom>
              <a:avLst/>
              <a:gdLst>
                <a:gd name="T0" fmla="*/ 4 w 83"/>
                <a:gd name="T1" fmla="*/ 0 h 7"/>
                <a:gd name="T2" fmla="*/ 83 w 83"/>
                <a:gd name="T3" fmla="*/ 0 h 7"/>
                <a:gd name="T4" fmla="*/ 82 w 83"/>
                <a:gd name="T5" fmla="*/ 7 h 7"/>
                <a:gd name="T6" fmla="*/ 0 w 83"/>
                <a:gd name="T7" fmla="*/ 7 h 7"/>
                <a:gd name="T8" fmla="*/ 4 w 83"/>
                <a:gd name="T9" fmla="*/ 0 h 7"/>
              </a:gdLst>
              <a:ahLst/>
              <a:cxnLst>
                <a:cxn ang="0">
                  <a:pos x="T0" y="T1"/>
                </a:cxn>
                <a:cxn ang="0">
                  <a:pos x="T2" y="T3"/>
                </a:cxn>
                <a:cxn ang="0">
                  <a:pos x="T4" y="T5"/>
                </a:cxn>
                <a:cxn ang="0">
                  <a:pos x="T6" y="T7"/>
                </a:cxn>
                <a:cxn ang="0">
                  <a:pos x="T8" y="T9"/>
                </a:cxn>
              </a:cxnLst>
              <a:rect l="0" t="0" r="r" b="b"/>
              <a:pathLst>
                <a:path w="83" h="7">
                  <a:moveTo>
                    <a:pt x="4" y="0"/>
                  </a:moveTo>
                  <a:cubicBezTo>
                    <a:pt x="31" y="0"/>
                    <a:pt x="57" y="0"/>
                    <a:pt x="83" y="0"/>
                  </a:cubicBezTo>
                  <a:cubicBezTo>
                    <a:pt x="83" y="2"/>
                    <a:pt x="82" y="4"/>
                    <a:pt x="82" y="7"/>
                  </a:cubicBezTo>
                  <a:cubicBezTo>
                    <a:pt x="55" y="7"/>
                    <a:pt x="27" y="7"/>
                    <a:pt x="0" y="7"/>
                  </a:cubicBezTo>
                  <a:cubicBezTo>
                    <a:pt x="2" y="4"/>
                    <a:pt x="3" y="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6" name="Freeform 100"/>
            <p:cNvSpPr>
              <a:spLocks/>
            </p:cNvSpPr>
            <p:nvPr/>
          </p:nvSpPr>
          <p:spPr bwMode="auto">
            <a:xfrm>
              <a:off x="2519363" y="4451350"/>
              <a:ext cx="177800" cy="15875"/>
            </a:xfrm>
            <a:custGeom>
              <a:avLst/>
              <a:gdLst>
                <a:gd name="T0" fmla="*/ 0 w 83"/>
                <a:gd name="T1" fmla="*/ 0 h 7"/>
                <a:gd name="T2" fmla="*/ 79 w 83"/>
                <a:gd name="T3" fmla="*/ 0 h 7"/>
                <a:gd name="T4" fmla="*/ 83 w 83"/>
                <a:gd name="T5" fmla="*/ 7 h 7"/>
                <a:gd name="T6" fmla="*/ 1 w 83"/>
                <a:gd name="T7" fmla="*/ 7 h 7"/>
                <a:gd name="T8" fmla="*/ 0 w 83"/>
                <a:gd name="T9" fmla="*/ 0 h 7"/>
              </a:gdLst>
              <a:ahLst/>
              <a:cxnLst>
                <a:cxn ang="0">
                  <a:pos x="T0" y="T1"/>
                </a:cxn>
                <a:cxn ang="0">
                  <a:pos x="T2" y="T3"/>
                </a:cxn>
                <a:cxn ang="0">
                  <a:pos x="T4" y="T5"/>
                </a:cxn>
                <a:cxn ang="0">
                  <a:pos x="T6" y="T7"/>
                </a:cxn>
                <a:cxn ang="0">
                  <a:pos x="T8" y="T9"/>
                </a:cxn>
              </a:cxnLst>
              <a:rect l="0" t="0" r="r" b="b"/>
              <a:pathLst>
                <a:path w="83" h="7">
                  <a:moveTo>
                    <a:pt x="0" y="0"/>
                  </a:moveTo>
                  <a:cubicBezTo>
                    <a:pt x="26" y="0"/>
                    <a:pt x="53" y="0"/>
                    <a:pt x="79" y="0"/>
                  </a:cubicBezTo>
                  <a:cubicBezTo>
                    <a:pt x="80" y="2"/>
                    <a:pt x="82" y="4"/>
                    <a:pt x="83" y="7"/>
                  </a:cubicBezTo>
                  <a:cubicBezTo>
                    <a:pt x="56" y="7"/>
                    <a:pt x="28" y="7"/>
                    <a:pt x="1" y="7"/>
                  </a:cubicBezTo>
                  <a:cubicBezTo>
                    <a:pt x="1" y="4"/>
                    <a:pt x="0"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7" name="Freeform 101"/>
            <p:cNvSpPr>
              <a:spLocks/>
            </p:cNvSpPr>
            <p:nvPr/>
          </p:nvSpPr>
          <p:spPr bwMode="auto">
            <a:xfrm>
              <a:off x="2830513" y="4451350"/>
              <a:ext cx="188913" cy="15875"/>
            </a:xfrm>
            <a:custGeom>
              <a:avLst/>
              <a:gdLst>
                <a:gd name="T0" fmla="*/ 0 w 88"/>
                <a:gd name="T1" fmla="*/ 0 h 7"/>
                <a:gd name="T2" fmla="*/ 78 w 88"/>
                <a:gd name="T3" fmla="*/ 0 h 7"/>
                <a:gd name="T4" fmla="*/ 88 w 88"/>
                <a:gd name="T5" fmla="*/ 7 h 7"/>
                <a:gd name="T6" fmla="*/ 6 w 88"/>
                <a:gd name="T7" fmla="*/ 7 h 7"/>
                <a:gd name="T8" fmla="*/ 0 w 88"/>
                <a:gd name="T9" fmla="*/ 0 h 7"/>
              </a:gdLst>
              <a:ahLst/>
              <a:cxnLst>
                <a:cxn ang="0">
                  <a:pos x="T0" y="T1"/>
                </a:cxn>
                <a:cxn ang="0">
                  <a:pos x="T2" y="T3"/>
                </a:cxn>
                <a:cxn ang="0">
                  <a:pos x="T4" y="T5"/>
                </a:cxn>
                <a:cxn ang="0">
                  <a:pos x="T6" y="T7"/>
                </a:cxn>
                <a:cxn ang="0">
                  <a:pos x="T8" y="T9"/>
                </a:cxn>
              </a:cxnLst>
              <a:rect l="0" t="0" r="r" b="b"/>
              <a:pathLst>
                <a:path w="88" h="7">
                  <a:moveTo>
                    <a:pt x="0" y="0"/>
                  </a:moveTo>
                  <a:cubicBezTo>
                    <a:pt x="26" y="0"/>
                    <a:pt x="52" y="0"/>
                    <a:pt x="78" y="0"/>
                  </a:cubicBezTo>
                  <a:cubicBezTo>
                    <a:pt x="82" y="2"/>
                    <a:pt x="85" y="4"/>
                    <a:pt x="88" y="7"/>
                  </a:cubicBezTo>
                  <a:cubicBezTo>
                    <a:pt x="61" y="7"/>
                    <a:pt x="33" y="7"/>
                    <a:pt x="6" y="7"/>
                  </a:cubicBezTo>
                  <a:cubicBezTo>
                    <a:pt x="4" y="4"/>
                    <a:pt x="2"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8" name="Freeform 102"/>
            <p:cNvSpPr>
              <a:spLocks/>
            </p:cNvSpPr>
            <p:nvPr/>
          </p:nvSpPr>
          <p:spPr bwMode="auto">
            <a:xfrm>
              <a:off x="3138488" y="4451350"/>
              <a:ext cx="201613" cy="15875"/>
            </a:xfrm>
            <a:custGeom>
              <a:avLst/>
              <a:gdLst>
                <a:gd name="T0" fmla="*/ 0 w 94"/>
                <a:gd name="T1" fmla="*/ 0 h 7"/>
                <a:gd name="T2" fmla="*/ 79 w 94"/>
                <a:gd name="T3" fmla="*/ 0 h 7"/>
                <a:gd name="T4" fmla="*/ 94 w 94"/>
                <a:gd name="T5" fmla="*/ 7 h 7"/>
                <a:gd name="T6" fmla="*/ 12 w 94"/>
                <a:gd name="T7" fmla="*/ 7 h 7"/>
                <a:gd name="T8" fmla="*/ 0 w 94"/>
                <a:gd name="T9" fmla="*/ 0 h 7"/>
              </a:gdLst>
              <a:ahLst/>
              <a:cxnLst>
                <a:cxn ang="0">
                  <a:pos x="T0" y="T1"/>
                </a:cxn>
                <a:cxn ang="0">
                  <a:pos x="T2" y="T3"/>
                </a:cxn>
                <a:cxn ang="0">
                  <a:pos x="T4" y="T5"/>
                </a:cxn>
                <a:cxn ang="0">
                  <a:pos x="T6" y="T7"/>
                </a:cxn>
                <a:cxn ang="0">
                  <a:pos x="T8" y="T9"/>
                </a:cxn>
              </a:cxnLst>
              <a:rect l="0" t="0" r="r" b="b"/>
              <a:pathLst>
                <a:path w="94" h="7">
                  <a:moveTo>
                    <a:pt x="0" y="0"/>
                  </a:moveTo>
                  <a:cubicBezTo>
                    <a:pt x="27" y="0"/>
                    <a:pt x="53" y="0"/>
                    <a:pt x="79" y="0"/>
                  </a:cubicBezTo>
                  <a:cubicBezTo>
                    <a:pt x="84" y="2"/>
                    <a:pt x="89" y="4"/>
                    <a:pt x="94" y="7"/>
                  </a:cubicBezTo>
                  <a:cubicBezTo>
                    <a:pt x="67" y="7"/>
                    <a:pt x="40" y="7"/>
                    <a:pt x="12" y="7"/>
                  </a:cubicBezTo>
                  <a:cubicBezTo>
                    <a:pt x="8" y="4"/>
                    <a:pt x="4"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9" name="Freeform 103"/>
            <p:cNvSpPr>
              <a:spLocks/>
            </p:cNvSpPr>
            <p:nvPr/>
          </p:nvSpPr>
          <p:spPr bwMode="auto">
            <a:xfrm>
              <a:off x="1504950" y="4478337"/>
              <a:ext cx="209550" cy="14288"/>
            </a:xfrm>
            <a:custGeom>
              <a:avLst/>
              <a:gdLst>
                <a:gd name="T0" fmla="*/ 15 w 98"/>
                <a:gd name="T1" fmla="*/ 0 h 7"/>
                <a:gd name="T2" fmla="*/ 98 w 98"/>
                <a:gd name="T3" fmla="*/ 0 h 7"/>
                <a:gd name="T4" fmla="*/ 87 w 98"/>
                <a:gd name="T5" fmla="*/ 7 h 7"/>
                <a:gd name="T6" fmla="*/ 0 w 98"/>
                <a:gd name="T7" fmla="*/ 7 h 7"/>
                <a:gd name="T8" fmla="*/ 15 w 98"/>
                <a:gd name="T9" fmla="*/ 0 h 7"/>
              </a:gdLst>
              <a:ahLst/>
              <a:cxnLst>
                <a:cxn ang="0">
                  <a:pos x="T0" y="T1"/>
                </a:cxn>
                <a:cxn ang="0">
                  <a:pos x="T2" y="T3"/>
                </a:cxn>
                <a:cxn ang="0">
                  <a:pos x="T4" y="T5"/>
                </a:cxn>
                <a:cxn ang="0">
                  <a:pos x="T6" y="T7"/>
                </a:cxn>
                <a:cxn ang="0">
                  <a:pos x="T8" y="T9"/>
                </a:cxn>
              </a:cxnLst>
              <a:rect l="0" t="0" r="r" b="b"/>
              <a:pathLst>
                <a:path w="98" h="7">
                  <a:moveTo>
                    <a:pt x="15" y="0"/>
                  </a:moveTo>
                  <a:cubicBezTo>
                    <a:pt x="43" y="0"/>
                    <a:pt x="70" y="0"/>
                    <a:pt x="98" y="0"/>
                  </a:cubicBezTo>
                  <a:cubicBezTo>
                    <a:pt x="95" y="2"/>
                    <a:pt x="91" y="5"/>
                    <a:pt x="87" y="7"/>
                  </a:cubicBezTo>
                  <a:cubicBezTo>
                    <a:pt x="58" y="7"/>
                    <a:pt x="29" y="7"/>
                    <a:pt x="0" y="7"/>
                  </a:cubicBezTo>
                  <a:cubicBezTo>
                    <a:pt x="5" y="5"/>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0" name="Freeform 104"/>
            <p:cNvSpPr>
              <a:spLocks/>
            </p:cNvSpPr>
            <p:nvPr/>
          </p:nvSpPr>
          <p:spPr bwMode="auto">
            <a:xfrm>
              <a:off x="1844675" y="4478337"/>
              <a:ext cx="200025" cy="14288"/>
            </a:xfrm>
            <a:custGeom>
              <a:avLst/>
              <a:gdLst>
                <a:gd name="T0" fmla="*/ 9 w 93"/>
                <a:gd name="T1" fmla="*/ 0 h 7"/>
                <a:gd name="T2" fmla="*/ 93 w 93"/>
                <a:gd name="T3" fmla="*/ 0 h 7"/>
                <a:gd name="T4" fmla="*/ 87 w 93"/>
                <a:gd name="T5" fmla="*/ 7 h 7"/>
                <a:gd name="T6" fmla="*/ 0 w 93"/>
                <a:gd name="T7" fmla="*/ 7 h 7"/>
                <a:gd name="T8" fmla="*/ 9 w 93"/>
                <a:gd name="T9" fmla="*/ 0 h 7"/>
              </a:gdLst>
              <a:ahLst/>
              <a:cxnLst>
                <a:cxn ang="0">
                  <a:pos x="T0" y="T1"/>
                </a:cxn>
                <a:cxn ang="0">
                  <a:pos x="T2" y="T3"/>
                </a:cxn>
                <a:cxn ang="0">
                  <a:pos x="T4" y="T5"/>
                </a:cxn>
                <a:cxn ang="0">
                  <a:pos x="T6" y="T7"/>
                </a:cxn>
                <a:cxn ang="0">
                  <a:pos x="T8" y="T9"/>
                </a:cxn>
              </a:cxnLst>
              <a:rect l="0" t="0" r="r" b="b"/>
              <a:pathLst>
                <a:path w="93" h="7">
                  <a:moveTo>
                    <a:pt x="9" y="0"/>
                  </a:moveTo>
                  <a:cubicBezTo>
                    <a:pt x="37" y="0"/>
                    <a:pt x="65" y="0"/>
                    <a:pt x="93" y="0"/>
                  </a:cubicBezTo>
                  <a:cubicBezTo>
                    <a:pt x="91" y="2"/>
                    <a:pt x="89" y="5"/>
                    <a:pt x="87" y="7"/>
                  </a:cubicBezTo>
                  <a:cubicBezTo>
                    <a:pt x="58" y="7"/>
                    <a:pt x="29" y="7"/>
                    <a:pt x="0" y="7"/>
                  </a:cubicBezTo>
                  <a:cubicBezTo>
                    <a:pt x="3" y="5"/>
                    <a:pt x="6" y="2"/>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1" name="Freeform 105"/>
            <p:cNvSpPr>
              <a:spLocks/>
            </p:cNvSpPr>
            <p:nvPr/>
          </p:nvSpPr>
          <p:spPr bwMode="auto">
            <a:xfrm>
              <a:off x="2185988" y="4478337"/>
              <a:ext cx="187325" cy="14288"/>
            </a:xfrm>
            <a:custGeom>
              <a:avLst/>
              <a:gdLst>
                <a:gd name="T0" fmla="*/ 4 w 88"/>
                <a:gd name="T1" fmla="*/ 0 h 7"/>
                <a:gd name="T2" fmla="*/ 88 w 88"/>
                <a:gd name="T3" fmla="*/ 0 h 7"/>
                <a:gd name="T4" fmla="*/ 87 w 88"/>
                <a:gd name="T5" fmla="*/ 7 h 7"/>
                <a:gd name="T6" fmla="*/ 0 w 88"/>
                <a:gd name="T7" fmla="*/ 7 h 7"/>
                <a:gd name="T8" fmla="*/ 4 w 88"/>
                <a:gd name="T9" fmla="*/ 0 h 7"/>
              </a:gdLst>
              <a:ahLst/>
              <a:cxnLst>
                <a:cxn ang="0">
                  <a:pos x="T0" y="T1"/>
                </a:cxn>
                <a:cxn ang="0">
                  <a:pos x="T2" y="T3"/>
                </a:cxn>
                <a:cxn ang="0">
                  <a:pos x="T4" y="T5"/>
                </a:cxn>
                <a:cxn ang="0">
                  <a:pos x="T6" y="T7"/>
                </a:cxn>
                <a:cxn ang="0">
                  <a:pos x="T8" y="T9"/>
                </a:cxn>
              </a:cxnLst>
              <a:rect l="0" t="0" r="r" b="b"/>
              <a:pathLst>
                <a:path w="88" h="7">
                  <a:moveTo>
                    <a:pt x="4" y="0"/>
                  </a:moveTo>
                  <a:cubicBezTo>
                    <a:pt x="32" y="0"/>
                    <a:pt x="60" y="0"/>
                    <a:pt x="88" y="0"/>
                  </a:cubicBezTo>
                  <a:cubicBezTo>
                    <a:pt x="88" y="2"/>
                    <a:pt x="87" y="5"/>
                    <a:pt x="87" y="7"/>
                  </a:cubicBezTo>
                  <a:cubicBezTo>
                    <a:pt x="58" y="7"/>
                    <a:pt x="29" y="7"/>
                    <a:pt x="0" y="7"/>
                  </a:cubicBezTo>
                  <a:cubicBezTo>
                    <a:pt x="2" y="5"/>
                    <a:pt x="3" y="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2" name="Freeform 106"/>
            <p:cNvSpPr>
              <a:spLocks/>
            </p:cNvSpPr>
            <p:nvPr/>
          </p:nvSpPr>
          <p:spPr bwMode="auto">
            <a:xfrm>
              <a:off x="2524125" y="4478337"/>
              <a:ext cx="188913" cy="14288"/>
            </a:xfrm>
            <a:custGeom>
              <a:avLst/>
              <a:gdLst>
                <a:gd name="T0" fmla="*/ 0 w 88"/>
                <a:gd name="T1" fmla="*/ 0 h 7"/>
                <a:gd name="T2" fmla="*/ 84 w 88"/>
                <a:gd name="T3" fmla="*/ 0 h 7"/>
                <a:gd name="T4" fmla="*/ 88 w 88"/>
                <a:gd name="T5" fmla="*/ 7 h 7"/>
                <a:gd name="T6" fmla="*/ 1 w 88"/>
                <a:gd name="T7" fmla="*/ 7 h 7"/>
                <a:gd name="T8" fmla="*/ 0 w 88"/>
                <a:gd name="T9" fmla="*/ 0 h 7"/>
              </a:gdLst>
              <a:ahLst/>
              <a:cxnLst>
                <a:cxn ang="0">
                  <a:pos x="T0" y="T1"/>
                </a:cxn>
                <a:cxn ang="0">
                  <a:pos x="T2" y="T3"/>
                </a:cxn>
                <a:cxn ang="0">
                  <a:pos x="T4" y="T5"/>
                </a:cxn>
                <a:cxn ang="0">
                  <a:pos x="T6" y="T7"/>
                </a:cxn>
                <a:cxn ang="0">
                  <a:pos x="T8" y="T9"/>
                </a:cxn>
              </a:cxnLst>
              <a:rect l="0" t="0" r="r" b="b"/>
              <a:pathLst>
                <a:path w="88" h="7">
                  <a:moveTo>
                    <a:pt x="0" y="0"/>
                  </a:moveTo>
                  <a:cubicBezTo>
                    <a:pt x="28" y="0"/>
                    <a:pt x="56" y="0"/>
                    <a:pt x="84" y="0"/>
                  </a:cubicBezTo>
                  <a:cubicBezTo>
                    <a:pt x="86" y="2"/>
                    <a:pt x="87" y="5"/>
                    <a:pt x="88" y="7"/>
                  </a:cubicBezTo>
                  <a:cubicBezTo>
                    <a:pt x="59" y="7"/>
                    <a:pt x="30" y="7"/>
                    <a:pt x="1" y="7"/>
                  </a:cubicBezTo>
                  <a:cubicBezTo>
                    <a:pt x="1" y="5"/>
                    <a:pt x="1"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3" name="Freeform 107"/>
            <p:cNvSpPr>
              <a:spLocks/>
            </p:cNvSpPr>
            <p:nvPr/>
          </p:nvSpPr>
          <p:spPr bwMode="auto">
            <a:xfrm>
              <a:off x="2854325" y="4478337"/>
              <a:ext cx="201613" cy="14288"/>
            </a:xfrm>
            <a:custGeom>
              <a:avLst/>
              <a:gdLst>
                <a:gd name="T0" fmla="*/ 0 w 94"/>
                <a:gd name="T1" fmla="*/ 0 h 7"/>
                <a:gd name="T2" fmla="*/ 84 w 94"/>
                <a:gd name="T3" fmla="*/ 0 h 7"/>
                <a:gd name="T4" fmla="*/ 94 w 94"/>
                <a:gd name="T5" fmla="*/ 7 h 7"/>
                <a:gd name="T6" fmla="*/ 7 w 94"/>
                <a:gd name="T7" fmla="*/ 7 h 7"/>
                <a:gd name="T8" fmla="*/ 0 w 94"/>
                <a:gd name="T9" fmla="*/ 0 h 7"/>
              </a:gdLst>
              <a:ahLst/>
              <a:cxnLst>
                <a:cxn ang="0">
                  <a:pos x="T0" y="T1"/>
                </a:cxn>
                <a:cxn ang="0">
                  <a:pos x="T2" y="T3"/>
                </a:cxn>
                <a:cxn ang="0">
                  <a:pos x="T4" y="T5"/>
                </a:cxn>
                <a:cxn ang="0">
                  <a:pos x="T6" y="T7"/>
                </a:cxn>
                <a:cxn ang="0">
                  <a:pos x="T8" y="T9"/>
                </a:cxn>
              </a:cxnLst>
              <a:rect l="0" t="0" r="r" b="b"/>
              <a:pathLst>
                <a:path w="94" h="7">
                  <a:moveTo>
                    <a:pt x="0" y="0"/>
                  </a:moveTo>
                  <a:cubicBezTo>
                    <a:pt x="28" y="0"/>
                    <a:pt x="56" y="0"/>
                    <a:pt x="84" y="0"/>
                  </a:cubicBezTo>
                  <a:cubicBezTo>
                    <a:pt x="87" y="2"/>
                    <a:pt x="90" y="5"/>
                    <a:pt x="94" y="7"/>
                  </a:cubicBezTo>
                  <a:cubicBezTo>
                    <a:pt x="65" y="7"/>
                    <a:pt x="36" y="7"/>
                    <a:pt x="7" y="7"/>
                  </a:cubicBezTo>
                  <a:cubicBezTo>
                    <a:pt x="5" y="5"/>
                    <a:pt x="2"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4" name="Freeform 108"/>
            <p:cNvSpPr>
              <a:spLocks/>
            </p:cNvSpPr>
            <p:nvPr/>
          </p:nvSpPr>
          <p:spPr bwMode="auto">
            <a:xfrm>
              <a:off x="3184525" y="4478337"/>
              <a:ext cx="211138" cy="14288"/>
            </a:xfrm>
            <a:custGeom>
              <a:avLst/>
              <a:gdLst>
                <a:gd name="T0" fmla="*/ 0 w 99"/>
                <a:gd name="T1" fmla="*/ 0 h 7"/>
                <a:gd name="T2" fmla="*/ 84 w 99"/>
                <a:gd name="T3" fmla="*/ 0 h 7"/>
                <a:gd name="T4" fmla="*/ 99 w 99"/>
                <a:gd name="T5" fmla="*/ 7 h 7"/>
                <a:gd name="T6" fmla="*/ 12 w 99"/>
                <a:gd name="T7" fmla="*/ 7 h 7"/>
                <a:gd name="T8" fmla="*/ 0 w 99"/>
                <a:gd name="T9" fmla="*/ 0 h 7"/>
              </a:gdLst>
              <a:ahLst/>
              <a:cxnLst>
                <a:cxn ang="0">
                  <a:pos x="T0" y="T1"/>
                </a:cxn>
                <a:cxn ang="0">
                  <a:pos x="T2" y="T3"/>
                </a:cxn>
                <a:cxn ang="0">
                  <a:pos x="T4" y="T5"/>
                </a:cxn>
                <a:cxn ang="0">
                  <a:pos x="T6" y="T7"/>
                </a:cxn>
                <a:cxn ang="0">
                  <a:pos x="T8" y="T9"/>
                </a:cxn>
              </a:cxnLst>
              <a:rect l="0" t="0" r="r" b="b"/>
              <a:pathLst>
                <a:path w="99" h="7">
                  <a:moveTo>
                    <a:pt x="0" y="0"/>
                  </a:moveTo>
                  <a:cubicBezTo>
                    <a:pt x="28" y="0"/>
                    <a:pt x="56" y="0"/>
                    <a:pt x="84" y="0"/>
                  </a:cubicBezTo>
                  <a:cubicBezTo>
                    <a:pt x="89" y="2"/>
                    <a:pt x="94" y="5"/>
                    <a:pt x="99" y="7"/>
                  </a:cubicBezTo>
                  <a:cubicBezTo>
                    <a:pt x="70" y="7"/>
                    <a:pt x="41" y="7"/>
                    <a:pt x="12" y="7"/>
                  </a:cubicBezTo>
                  <a:cubicBezTo>
                    <a:pt x="8" y="5"/>
                    <a:pt x="4"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5" name="Freeform 109"/>
            <p:cNvSpPr>
              <a:spLocks/>
            </p:cNvSpPr>
            <p:nvPr/>
          </p:nvSpPr>
          <p:spPr bwMode="auto">
            <a:xfrm>
              <a:off x="1447800" y="4505325"/>
              <a:ext cx="223838" cy="15875"/>
            </a:xfrm>
            <a:custGeom>
              <a:avLst/>
              <a:gdLst>
                <a:gd name="T0" fmla="*/ 15 w 104"/>
                <a:gd name="T1" fmla="*/ 0 h 7"/>
                <a:gd name="T2" fmla="*/ 104 w 104"/>
                <a:gd name="T3" fmla="*/ 0 h 7"/>
                <a:gd name="T4" fmla="*/ 92 w 104"/>
                <a:gd name="T5" fmla="*/ 7 h 7"/>
                <a:gd name="T6" fmla="*/ 0 w 104"/>
                <a:gd name="T7" fmla="*/ 7 h 7"/>
                <a:gd name="T8" fmla="*/ 15 w 104"/>
                <a:gd name="T9" fmla="*/ 0 h 7"/>
              </a:gdLst>
              <a:ahLst/>
              <a:cxnLst>
                <a:cxn ang="0">
                  <a:pos x="T0" y="T1"/>
                </a:cxn>
                <a:cxn ang="0">
                  <a:pos x="T2" y="T3"/>
                </a:cxn>
                <a:cxn ang="0">
                  <a:pos x="T4" y="T5"/>
                </a:cxn>
                <a:cxn ang="0">
                  <a:pos x="T6" y="T7"/>
                </a:cxn>
                <a:cxn ang="0">
                  <a:pos x="T8" y="T9"/>
                </a:cxn>
              </a:cxnLst>
              <a:rect l="0" t="0" r="r" b="b"/>
              <a:pathLst>
                <a:path w="104" h="7">
                  <a:moveTo>
                    <a:pt x="15" y="0"/>
                  </a:moveTo>
                  <a:cubicBezTo>
                    <a:pt x="45" y="0"/>
                    <a:pt x="74" y="0"/>
                    <a:pt x="104" y="0"/>
                  </a:cubicBezTo>
                  <a:cubicBezTo>
                    <a:pt x="100" y="2"/>
                    <a:pt x="96" y="4"/>
                    <a:pt x="92" y="7"/>
                  </a:cubicBezTo>
                  <a:cubicBezTo>
                    <a:pt x="61" y="7"/>
                    <a:pt x="31" y="7"/>
                    <a:pt x="0" y="7"/>
                  </a:cubicBezTo>
                  <a:cubicBezTo>
                    <a:pt x="5" y="4"/>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6" name="Freeform 110"/>
            <p:cNvSpPr>
              <a:spLocks/>
            </p:cNvSpPr>
            <p:nvPr/>
          </p:nvSpPr>
          <p:spPr bwMode="auto">
            <a:xfrm>
              <a:off x="1809750" y="4505325"/>
              <a:ext cx="211138" cy="15875"/>
            </a:xfrm>
            <a:custGeom>
              <a:avLst/>
              <a:gdLst>
                <a:gd name="T0" fmla="*/ 9 w 98"/>
                <a:gd name="T1" fmla="*/ 0 h 7"/>
                <a:gd name="T2" fmla="*/ 98 w 98"/>
                <a:gd name="T3" fmla="*/ 0 h 7"/>
                <a:gd name="T4" fmla="*/ 92 w 98"/>
                <a:gd name="T5" fmla="*/ 7 h 7"/>
                <a:gd name="T6" fmla="*/ 0 w 98"/>
                <a:gd name="T7" fmla="*/ 7 h 7"/>
                <a:gd name="T8" fmla="*/ 9 w 98"/>
                <a:gd name="T9" fmla="*/ 0 h 7"/>
              </a:gdLst>
              <a:ahLst/>
              <a:cxnLst>
                <a:cxn ang="0">
                  <a:pos x="T0" y="T1"/>
                </a:cxn>
                <a:cxn ang="0">
                  <a:pos x="T2" y="T3"/>
                </a:cxn>
                <a:cxn ang="0">
                  <a:pos x="T4" y="T5"/>
                </a:cxn>
                <a:cxn ang="0">
                  <a:pos x="T6" y="T7"/>
                </a:cxn>
                <a:cxn ang="0">
                  <a:pos x="T8" y="T9"/>
                </a:cxn>
              </a:cxnLst>
              <a:rect l="0" t="0" r="r" b="b"/>
              <a:pathLst>
                <a:path w="98" h="7">
                  <a:moveTo>
                    <a:pt x="9" y="0"/>
                  </a:moveTo>
                  <a:cubicBezTo>
                    <a:pt x="39" y="0"/>
                    <a:pt x="68" y="0"/>
                    <a:pt x="98" y="0"/>
                  </a:cubicBezTo>
                  <a:cubicBezTo>
                    <a:pt x="96" y="2"/>
                    <a:pt x="94" y="4"/>
                    <a:pt x="92" y="7"/>
                  </a:cubicBezTo>
                  <a:cubicBezTo>
                    <a:pt x="61" y="7"/>
                    <a:pt x="30" y="7"/>
                    <a:pt x="0" y="7"/>
                  </a:cubicBezTo>
                  <a:cubicBezTo>
                    <a:pt x="3" y="4"/>
                    <a:pt x="6" y="2"/>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7" name="Freeform 111"/>
            <p:cNvSpPr>
              <a:spLocks/>
            </p:cNvSpPr>
            <p:nvPr/>
          </p:nvSpPr>
          <p:spPr bwMode="auto">
            <a:xfrm>
              <a:off x="2170113" y="4505325"/>
              <a:ext cx="200025" cy="15875"/>
            </a:xfrm>
            <a:custGeom>
              <a:avLst/>
              <a:gdLst>
                <a:gd name="T0" fmla="*/ 4 w 93"/>
                <a:gd name="T1" fmla="*/ 0 h 7"/>
                <a:gd name="T2" fmla="*/ 93 w 93"/>
                <a:gd name="T3" fmla="*/ 0 h 7"/>
                <a:gd name="T4" fmla="*/ 92 w 93"/>
                <a:gd name="T5" fmla="*/ 7 h 7"/>
                <a:gd name="T6" fmla="*/ 0 w 93"/>
                <a:gd name="T7" fmla="*/ 7 h 7"/>
                <a:gd name="T8" fmla="*/ 4 w 93"/>
                <a:gd name="T9" fmla="*/ 0 h 7"/>
              </a:gdLst>
              <a:ahLst/>
              <a:cxnLst>
                <a:cxn ang="0">
                  <a:pos x="T0" y="T1"/>
                </a:cxn>
                <a:cxn ang="0">
                  <a:pos x="T2" y="T3"/>
                </a:cxn>
                <a:cxn ang="0">
                  <a:pos x="T4" y="T5"/>
                </a:cxn>
                <a:cxn ang="0">
                  <a:pos x="T6" y="T7"/>
                </a:cxn>
                <a:cxn ang="0">
                  <a:pos x="T8" y="T9"/>
                </a:cxn>
              </a:cxnLst>
              <a:rect l="0" t="0" r="r" b="b"/>
              <a:pathLst>
                <a:path w="93" h="7">
                  <a:moveTo>
                    <a:pt x="4" y="0"/>
                  </a:moveTo>
                  <a:cubicBezTo>
                    <a:pt x="34" y="0"/>
                    <a:pt x="64" y="0"/>
                    <a:pt x="93" y="0"/>
                  </a:cubicBezTo>
                  <a:cubicBezTo>
                    <a:pt x="93" y="2"/>
                    <a:pt x="93" y="4"/>
                    <a:pt x="92" y="7"/>
                  </a:cubicBezTo>
                  <a:cubicBezTo>
                    <a:pt x="61" y="7"/>
                    <a:pt x="31" y="7"/>
                    <a:pt x="0" y="7"/>
                  </a:cubicBezTo>
                  <a:cubicBezTo>
                    <a:pt x="2" y="4"/>
                    <a:pt x="3" y="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8" name="Freeform 112"/>
            <p:cNvSpPr>
              <a:spLocks/>
            </p:cNvSpPr>
            <p:nvPr/>
          </p:nvSpPr>
          <p:spPr bwMode="auto">
            <a:xfrm>
              <a:off x="2528888" y="4505325"/>
              <a:ext cx="200025" cy="15875"/>
            </a:xfrm>
            <a:custGeom>
              <a:avLst/>
              <a:gdLst>
                <a:gd name="T0" fmla="*/ 0 w 94"/>
                <a:gd name="T1" fmla="*/ 0 h 7"/>
                <a:gd name="T2" fmla="*/ 89 w 94"/>
                <a:gd name="T3" fmla="*/ 0 h 7"/>
                <a:gd name="T4" fmla="*/ 94 w 94"/>
                <a:gd name="T5" fmla="*/ 7 h 7"/>
                <a:gd name="T6" fmla="*/ 2 w 94"/>
                <a:gd name="T7" fmla="*/ 7 h 7"/>
                <a:gd name="T8" fmla="*/ 0 w 94"/>
                <a:gd name="T9" fmla="*/ 0 h 7"/>
              </a:gdLst>
              <a:ahLst/>
              <a:cxnLst>
                <a:cxn ang="0">
                  <a:pos x="T0" y="T1"/>
                </a:cxn>
                <a:cxn ang="0">
                  <a:pos x="T2" y="T3"/>
                </a:cxn>
                <a:cxn ang="0">
                  <a:pos x="T4" y="T5"/>
                </a:cxn>
                <a:cxn ang="0">
                  <a:pos x="T6" y="T7"/>
                </a:cxn>
                <a:cxn ang="0">
                  <a:pos x="T8" y="T9"/>
                </a:cxn>
              </a:cxnLst>
              <a:rect l="0" t="0" r="r" b="b"/>
              <a:pathLst>
                <a:path w="94" h="7">
                  <a:moveTo>
                    <a:pt x="0" y="0"/>
                  </a:moveTo>
                  <a:cubicBezTo>
                    <a:pt x="30" y="0"/>
                    <a:pt x="60" y="0"/>
                    <a:pt x="89" y="0"/>
                  </a:cubicBezTo>
                  <a:cubicBezTo>
                    <a:pt x="91" y="2"/>
                    <a:pt x="92" y="4"/>
                    <a:pt x="94" y="7"/>
                  </a:cubicBezTo>
                  <a:cubicBezTo>
                    <a:pt x="63" y="7"/>
                    <a:pt x="32" y="7"/>
                    <a:pt x="2" y="7"/>
                  </a:cubicBezTo>
                  <a:cubicBezTo>
                    <a:pt x="1" y="4"/>
                    <a:pt x="1"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9" name="Freeform 113"/>
            <p:cNvSpPr>
              <a:spLocks/>
            </p:cNvSpPr>
            <p:nvPr/>
          </p:nvSpPr>
          <p:spPr bwMode="auto">
            <a:xfrm>
              <a:off x="2879725" y="4505325"/>
              <a:ext cx="209550" cy="15875"/>
            </a:xfrm>
            <a:custGeom>
              <a:avLst/>
              <a:gdLst>
                <a:gd name="T0" fmla="*/ 0 w 98"/>
                <a:gd name="T1" fmla="*/ 0 h 7"/>
                <a:gd name="T2" fmla="*/ 89 w 98"/>
                <a:gd name="T3" fmla="*/ 0 h 7"/>
                <a:gd name="T4" fmla="*/ 98 w 98"/>
                <a:gd name="T5" fmla="*/ 7 h 7"/>
                <a:gd name="T6" fmla="*/ 6 w 98"/>
                <a:gd name="T7" fmla="*/ 7 h 7"/>
                <a:gd name="T8" fmla="*/ 0 w 98"/>
                <a:gd name="T9" fmla="*/ 0 h 7"/>
              </a:gdLst>
              <a:ahLst/>
              <a:cxnLst>
                <a:cxn ang="0">
                  <a:pos x="T0" y="T1"/>
                </a:cxn>
                <a:cxn ang="0">
                  <a:pos x="T2" y="T3"/>
                </a:cxn>
                <a:cxn ang="0">
                  <a:pos x="T4" y="T5"/>
                </a:cxn>
                <a:cxn ang="0">
                  <a:pos x="T6" y="T7"/>
                </a:cxn>
                <a:cxn ang="0">
                  <a:pos x="T8" y="T9"/>
                </a:cxn>
              </a:cxnLst>
              <a:rect l="0" t="0" r="r" b="b"/>
              <a:pathLst>
                <a:path w="98" h="7">
                  <a:moveTo>
                    <a:pt x="0" y="0"/>
                  </a:moveTo>
                  <a:cubicBezTo>
                    <a:pt x="29" y="0"/>
                    <a:pt x="59" y="0"/>
                    <a:pt x="89" y="0"/>
                  </a:cubicBezTo>
                  <a:cubicBezTo>
                    <a:pt x="92" y="2"/>
                    <a:pt x="95" y="4"/>
                    <a:pt x="98" y="7"/>
                  </a:cubicBezTo>
                  <a:cubicBezTo>
                    <a:pt x="67" y="7"/>
                    <a:pt x="37" y="7"/>
                    <a:pt x="6" y="7"/>
                  </a:cubicBezTo>
                  <a:cubicBezTo>
                    <a:pt x="4" y="4"/>
                    <a:pt x="2"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0" name="Freeform 114"/>
            <p:cNvSpPr>
              <a:spLocks/>
            </p:cNvSpPr>
            <p:nvPr/>
          </p:nvSpPr>
          <p:spPr bwMode="auto">
            <a:xfrm>
              <a:off x="3228975" y="4505325"/>
              <a:ext cx="222250" cy="15875"/>
            </a:xfrm>
            <a:custGeom>
              <a:avLst/>
              <a:gdLst>
                <a:gd name="T0" fmla="*/ 0 w 104"/>
                <a:gd name="T1" fmla="*/ 0 h 7"/>
                <a:gd name="T2" fmla="*/ 89 w 104"/>
                <a:gd name="T3" fmla="*/ 0 h 7"/>
                <a:gd name="T4" fmla="*/ 104 w 104"/>
                <a:gd name="T5" fmla="*/ 7 h 7"/>
                <a:gd name="T6" fmla="*/ 12 w 104"/>
                <a:gd name="T7" fmla="*/ 7 h 7"/>
                <a:gd name="T8" fmla="*/ 0 w 104"/>
                <a:gd name="T9" fmla="*/ 0 h 7"/>
              </a:gdLst>
              <a:ahLst/>
              <a:cxnLst>
                <a:cxn ang="0">
                  <a:pos x="T0" y="T1"/>
                </a:cxn>
                <a:cxn ang="0">
                  <a:pos x="T2" y="T3"/>
                </a:cxn>
                <a:cxn ang="0">
                  <a:pos x="T4" y="T5"/>
                </a:cxn>
                <a:cxn ang="0">
                  <a:pos x="T6" y="T7"/>
                </a:cxn>
                <a:cxn ang="0">
                  <a:pos x="T8" y="T9"/>
                </a:cxn>
              </a:cxnLst>
              <a:rect l="0" t="0" r="r" b="b"/>
              <a:pathLst>
                <a:path w="104" h="7">
                  <a:moveTo>
                    <a:pt x="0" y="0"/>
                  </a:moveTo>
                  <a:cubicBezTo>
                    <a:pt x="29" y="0"/>
                    <a:pt x="59" y="0"/>
                    <a:pt x="89" y="0"/>
                  </a:cubicBezTo>
                  <a:cubicBezTo>
                    <a:pt x="94" y="2"/>
                    <a:pt x="99" y="4"/>
                    <a:pt x="104" y="7"/>
                  </a:cubicBezTo>
                  <a:cubicBezTo>
                    <a:pt x="73" y="7"/>
                    <a:pt x="42" y="7"/>
                    <a:pt x="12" y="7"/>
                  </a:cubicBezTo>
                  <a:cubicBezTo>
                    <a:pt x="8" y="4"/>
                    <a:pt x="4"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1" name="Freeform 115"/>
            <p:cNvSpPr>
              <a:spLocks/>
            </p:cNvSpPr>
            <p:nvPr/>
          </p:nvSpPr>
          <p:spPr bwMode="auto">
            <a:xfrm>
              <a:off x="1395413" y="4530725"/>
              <a:ext cx="2109788" cy="15875"/>
            </a:xfrm>
            <a:custGeom>
              <a:avLst/>
              <a:gdLst>
                <a:gd name="T0" fmla="*/ 15 w 985"/>
                <a:gd name="T1" fmla="*/ 0 h 7"/>
                <a:gd name="T2" fmla="*/ 492 w 985"/>
                <a:gd name="T3" fmla="*/ 0 h 7"/>
                <a:gd name="T4" fmla="*/ 970 w 985"/>
                <a:gd name="T5" fmla="*/ 0 h 7"/>
                <a:gd name="T6" fmla="*/ 985 w 985"/>
                <a:gd name="T7" fmla="*/ 7 h 7"/>
                <a:gd name="T8" fmla="*/ 492 w 985"/>
                <a:gd name="T9" fmla="*/ 7 h 7"/>
                <a:gd name="T10" fmla="*/ 0 w 985"/>
                <a:gd name="T11" fmla="*/ 7 h 7"/>
                <a:gd name="T12" fmla="*/ 15 w 98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985" h="7">
                  <a:moveTo>
                    <a:pt x="15" y="0"/>
                  </a:moveTo>
                  <a:cubicBezTo>
                    <a:pt x="174" y="0"/>
                    <a:pt x="333" y="0"/>
                    <a:pt x="492" y="0"/>
                  </a:cubicBezTo>
                  <a:cubicBezTo>
                    <a:pt x="652" y="0"/>
                    <a:pt x="811" y="0"/>
                    <a:pt x="970" y="0"/>
                  </a:cubicBezTo>
                  <a:cubicBezTo>
                    <a:pt x="976" y="2"/>
                    <a:pt x="980" y="5"/>
                    <a:pt x="985" y="7"/>
                  </a:cubicBezTo>
                  <a:cubicBezTo>
                    <a:pt x="821" y="7"/>
                    <a:pt x="657" y="7"/>
                    <a:pt x="492" y="7"/>
                  </a:cubicBezTo>
                  <a:cubicBezTo>
                    <a:pt x="328" y="7"/>
                    <a:pt x="164" y="7"/>
                    <a:pt x="0" y="7"/>
                  </a:cubicBezTo>
                  <a:cubicBezTo>
                    <a:pt x="5" y="5"/>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2" name="Freeform 116"/>
            <p:cNvSpPr>
              <a:spLocks/>
            </p:cNvSpPr>
            <p:nvPr/>
          </p:nvSpPr>
          <p:spPr bwMode="auto">
            <a:xfrm>
              <a:off x="1641475" y="3376612"/>
              <a:ext cx="1619250" cy="869950"/>
            </a:xfrm>
            <a:custGeom>
              <a:avLst/>
              <a:gdLst>
                <a:gd name="T0" fmla="*/ 1020 w 1020"/>
                <a:gd name="T1" fmla="*/ 0 h 548"/>
                <a:gd name="T2" fmla="*/ 0 w 1020"/>
                <a:gd name="T3" fmla="*/ 548 h 548"/>
                <a:gd name="T4" fmla="*/ 1020 w 1020"/>
                <a:gd name="T5" fmla="*/ 548 h 548"/>
                <a:gd name="T6" fmla="*/ 1020 w 1020"/>
                <a:gd name="T7" fmla="*/ 0 h 548"/>
              </a:gdLst>
              <a:ahLst/>
              <a:cxnLst>
                <a:cxn ang="0">
                  <a:pos x="T0" y="T1"/>
                </a:cxn>
                <a:cxn ang="0">
                  <a:pos x="T2" y="T3"/>
                </a:cxn>
                <a:cxn ang="0">
                  <a:pos x="T4" y="T5"/>
                </a:cxn>
                <a:cxn ang="0">
                  <a:pos x="T6" y="T7"/>
                </a:cxn>
              </a:cxnLst>
              <a:rect l="0" t="0" r="r" b="b"/>
              <a:pathLst>
                <a:path w="1020" h="548">
                  <a:moveTo>
                    <a:pt x="1020" y="0"/>
                  </a:moveTo>
                  <a:lnTo>
                    <a:pt x="0" y="548"/>
                  </a:lnTo>
                  <a:lnTo>
                    <a:pt x="1020" y="548"/>
                  </a:lnTo>
                  <a:lnTo>
                    <a:pt x="1020" y="0"/>
                  </a:lnTo>
                  <a:close/>
                </a:path>
              </a:pathLst>
            </a:custGeom>
            <a:solidFill>
              <a:srgbClr val="EE4E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3" name="Freeform 117"/>
            <p:cNvSpPr>
              <a:spLocks noEditPoints="1"/>
            </p:cNvSpPr>
            <p:nvPr/>
          </p:nvSpPr>
          <p:spPr bwMode="auto">
            <a:xfrm>
              <a:off x="2027238" y="2890837"/>
              <a:ext cx="858838" cy="858838"/>
            </a:xfrm>
            <a:custGeom>
              <a:avLst/>
              <a:gdLst>
                <a:gd name="T0" fmla="*/ 200 w 401"/>
                <a:gd name="T1" fmla="*/ 27 h 401"/>
                <a:gd name="T2" fmla="*/ 220 w 401"/>
                <a:gd name="T3" fmla="*/ 28 h 401"/>
                <a:gd name="T4" fmla="*/ 228 w 401"/>
                <a:gd name="T5" fmla="*/ 0 h 401"/>
                <a:gd name="T6" fmla="*/ 289 w 401"/>
                <a:gd name="T7" fmla="*/ 18 h 401"/>
                <a:gd name="T8" fmla="*/ 280 w 401"/>
                <a:gd name="T9" fmla="*/ 47 h 401"/>
                <a:gd name="T10" fmla="*/ 336 w 401"/>
                <a:gd name="T11" fmla="*/ 92 h 401"/>
                <a:gd name="T12" fmla="*/ 362 w 401"/>
                <a:gd name="T13" fmla="*/ 78 h 401"/>
                <a:gd name="T14" fmla="*/ 392 w 401"/>
                <a:gd name="T15" fmla="*/ 134 h 401"/>
                <a:gd name="T16" fmla="*/ 365 w 401"/>
                <a:gd name="T17" fmla="*/ 148 h 401"/>
                <a:gd name="T18" fmla="*/ 372 w 401"/>
                <a:gd name="T19" fmla="*/ 219 h 401"/>
                <a:gd name="T20" fmla="*/ 401 w 401"/>
                <a:gd name="T21" fmla="*/ 228 h 401"/>
                <a:gd name="T22" fmla="*/ 383 w 401"/>
                <a:gd name="T23" fmla="*/ 289 h 401"/>
                <a:gd name="T24" fmla="*/ 354 w 401"/>
                <a:gd name="T25" fmla="*/ 280 h 401"/>
                <a:gd name="T26" fmla="*/ 308 w 401"/>
                <a:gd name="T27" fmla="*/ 335 h 401"/>
                <a:gd name="T28" fmla="*/ 323 w 401"/>
                <a:gd name="T29" fmla="*/ 362 h 401"/>
                <a:gd name="T30" fmla="*/ 267 w 401"/>
                <a:gd name="T31" fmla="*/ 392 h 401"/>
                <a:gd name="T32" fmla="*/ 253 w 401"/>
                <a:gd name="T33" fmla="*/ 365 h 401"/>
                <a:gd name="T34" fmla="*/ 200 w 401"/>
                <a:gd name="T35" fmla="*/ 373 h 401"/>
                <a:gd name="T36" fmla="*/ 200 w 401"/>
                <a:gd name="T37" fmla="*/ 328 h 401"/>
                <a:gd name="T38" fmla="*/ 323 w 401"/>
                <a:gd name="T39" fmla="*/ 237 h 401"/>
                <a:gd name="T40" fmla="*/ 238 w 401"/>
                <a:gd name="T41" fmla="*/ 78 h 401"/>
                <a:gd name="T42" fmla="*/ 200 w 401"/>
                <a:gd name="T43" fmla="*/ 72 h 401"/>
                <a:gd name="T44" fmla="*/ 200 w 401"/>
                <a:gd name="T45" fmla="*/ 27 h 401"/>
                <a:gd name="T46" fmla="*/ 93 w 401"/>
                <a:gd name="T47" fmla="*/ 65 h 401"/>
                <a:gd name="T48" fmla="*/ 78 w 401"/>
                <a:gd name="T49" fmla="*/ 39 h 401"/>
                <a:gd name="T50" fmla="*/ 134 w 401"/>
                <a:gd name="T51" fmla="*/ 9 h 401"/>
                <a:gd name="T52" fmla="*/ 148 w 401"/>
                <a:gd name="T53" fmla="*/ 35 h 401"/>
                <a:gd name="T54" fmla="*/ 200 w 401"/>
                <a:gd name="T55" fmla="*/ 27 h 401"/>
                <a:gd name="T56" fmla="*/ 200 w 401"/>
                <a:gd name="T57" fmla="*/ 72 h 401"/>
                <a:gd name="T58" fmla="*/ 78 w 401"/>
                <a:gd name="T59" fmla="*/ 163 h 401"/>
                <a:gd name="T60" fmla="*/ 163 w 401"/>
                <a:gd name="T61" fmla="*/ 322 h 401"/>
                <a:gd name="T62" fmla="*/ 163 w 401"/>
                <a:gd name="T63" fmla="*/ 322 h 401"/>
                <a:gd name="T64" fmla="*/ 200 w 401"/>
                <a:gd name="T65" fmla="*/ 328 h 401"/>
                <a:gd name="T66" fmla="*/ 200 w 401"/>
                <a:gd name="T67" fmla="*/ 373 h 401"/>
                <a:gd name="T68" fmla="*/ 181 w 401"/>
                <a:gd name="T69" fmla="*/ 372 h 401"/>
                <a:gd name="T70" fmla="*/ 173 w 401"/>
                <a:gd name="T71" fmla="*/ 401 h 401"/>
                <a:gd name="T72" fmla="*/ 112 w 401"/>
                <a:gd name="T73" fmla="*/ 382 h 401"/>
                <a:gd name="T74" fmla="*/ 121 w 401"/>
                <a:gd name="T75" fmla="*/ 354 h 401"/>
                <a:gd name="T76" fmla="*/ 65 w 401"/>
                <a:gd name="T77" fmla="*/ 308 h 401"/>
                <a:gd name="T78" fmla="*/ 39 w 401"/>
                <a:gd name="T79" fmla="*/ 322 h 401"/>
                <a:gd name="T80" fmla="*/ 9 w 401"/>
                <a:gd name="T81" fmla="*/ 267 h 401"/>
                <a:gd name="T82" fmla="*/ 36 w 401"/>
                <a:gd name="T83" fmla="*/ 252 h 401"/>
                <a:gd name="T84" fmla="*/ 29 w 401"/>
                <a:gd name="T85" fmla="*/ 181 h 401"/>
                <a:gd name="T86" fmla="*/ 0 w 401"/>
                <a:gd name="T87" fmla="*/ 172 h 401"/>
                <a:gd name="T88" fmla="*/ 18 w 401"/>
                <a:gd name="T89" fmla="*/ 112 h 401"/>
                <a:gd name="T90" fmla="*/ 47 w 401"/>
                <a:gd name="T91" fmla="*/ 120 h 401"/>
                <a:gd name="T92" fmla="*/ 93 w 401"/>
                <a:gd name="T93" fmla="*/ 65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1" h="401">
                  <a:moveTo>
                    <a:pt x="200" y="27"/>
                  </a:moveTo>
                  <a:cubicBezTo>
                    <a:pt x="207" y="27"/>
                    <a:pt x="213" y="28"/>
                    <a:pt x="220" y="28"/>
                  </a:cubicBezTo>
                  <a:cubicBezTo>
                    <a:pt x="228" y="0"/>
                    <a:pt x="228" y="0"/>
                    <a:pt x="228" y="0"/>
                  </a:cubicBezTo>
                  <a:cubicBezTo>
                    <a:pt x="289" y="18"/>
                    <a:pt x="289" y="18"/>
                    <a:pt x="289" y="18"/>
                  </a:cubicBezTo>
                  <a:cubicBezTo>
                    <a:pt x="280" y="47"/>
                    <a:pt x="280" y="47"/>
                    <a:pt x="280" y="47"/>
                  </a:cubicBezTo>
                  <a:cubicBezTo>
                    <a:pt x="302" y="58"/>
                    <a:pt x="321" y="74"/>
                    <a:pt x="336" y="92"/>
                  </a:cubicBezTo>
                  <a:cubicBezTo>
                    <a:pt x="362" y="78"/>
                    <a:pt x="362" y="78"/>
                    <a:pt x="362" y="78"/>
                  </a:cubicBezTo>
                  <a:cubicBezTo>
                    <a:pt x="392" y="134"/>
                    <a:pt x="392" y="134"/>
                    <a:pt x="392" y="134"/>
                  </a:cubicBezTo>
                  <a:cubicBezTo>
                    <a:pt x="365" y="148"/>
                    <a:pt x="365" y="148"/>
                    <a:pt x="365" y="148"/>
                  </a:cubicBezTo>
                  <a:cubicBezTo>
                    <a:pt x="373" y="171"/>
                    <a:pt x="375" y="195"/>
                    <a:pt x="372" y="219"/>
                  </a:cubicBezTo>
                  <a:cubicBezTo>
                    <a:pt x="401" y="228"/>
                    <a:pt x="401" y="228"/>
                    <a:pt x="401" y="228"/>
                  </a:cubicBezTo>
                  <a:cubicBezTo>
                    <a:pt x="383" y="289"/>
                    <a:pt x="383" y="289"/>
                    <a:pt x="383" y="289"/>
                  </a:cubicBezTo>
                  <a:cubicBezTo>
                    <a:pt x="354" y="280"/>
                    <a:pt x="354" y="280"/>
                    <a:pt x="354" y="280"/>
                  </a:cubicBezTo>
                  <a:cubicBezTo>
                    <a:pt x="343" y="302"/>
                    <a:pt x="327" y="321"/>
                    <a:pt x="308" y="335"/>
                  </a:cubicBezTo>
                  <a:cubicBezTo>
                    <a:pt x="323" y="362"/>
                    <a:pt x="323" y="362"/>
                    <a:pt x="323" y="362"/>
                  </a:cubicBezTo>
                  <a:cubicBezTo>
                    <a:pt x="267" y="392"/>
                    <a:pt x="267" y="392"/>
                    <a:pt x="267" y="392"/>
                  </a:cubicBezTo>
                  <a:cubicBezTo>
                    <a:pt x="253" y="365"/>
                    <a:pt x="253" y="365"/>
                    <a:pt x="253" y="365"/>
                  </a:cubicBezTo>
                  <a:cubicBezTo>
                    <a:pt x="236" y="370"/>
                    <a:pt x="218" y="373"/>
                    <a:pt x="200" y="373"/>
                  </a:cubicBezTo>
                  <a:cubicBezTo>
                    <a:pt x="200" y="328"/>
                    <a:pt x="200" y="328"/>
                    <a:pt x="200" y="328"/>
                  </a:cubicBezTo>
                  <a:cubicBezTo>
                    <a:pt x="255" y="328"/>
                    <a:pt x="306" y="292"/>
                    <a:pt x="323" y="237"/>
                  </a:cubicBezTo>
                  <a:cubicBezTo>
                    <a:pt x="343" y="170"/>
                    <a:pt x="305" y="98"/>
                    <a:pt x="238" y="78"/>
                  </a:cubicBezTo>
                  <a:cubicBezTo>
                    <a:pt x="225" y="74"/>
                    <a:pt x="213" y="72"/>
                    <a:pt x="200" y="72"/>
                  </a:cubicBezTo>
                  <a:lnTo>
                    <a:pt x="200" y="27"/>
                  </a:lnTo>
                  <a:close/>
                  <a:moveTo>
                    <a:pt x="93" y="65"/>
                  </a:moveTo>
                  <a:cubicBezTo>
                    <a:pt x="78" y="39"/>
                    <a:pt x="78" y="39"/>
                    <a:pt x="78" y="39"/>
                  </a:cubicBezTo>
                  <a:cubicBezTo>
                    <a:pt x="134" y="9"/>
                    <a:pt x="134" y="9"/>
                    <a:pt x="134" y="9"/>
                  </a:cubicBezTo>
                  <a:cubicBezTo>
                    <a:pt x="148" y="35"/>
                    <a:pt x="148" y="35"/>
                    <a:pt x="148" y="35"/>
                  </a:cubicBezTo>
                  <a:cubicBezTo>
                    <a:pt x="165" y="30"/>
                    <a:pt x="183" y="27"/>
                    <a:pt x="200" y="27"/>
                  </a:cubicBezTo>
                  <a:cubicBezTo>
                    <a:pt x="200" y="72"/>
                    <a:pt x="200" y="72"/>
                    <a:pt x="200" y="72"/>
                  </a:cubicBezTo>
                  <a:cubicBezTo>
                    <a:pt x="146" y="72"/>
                    <a:pt x="95" y="108"/>
                    <a:pt x="78" y="163"/>
                  </a:cubicBezTo>
                  <a:cubicBezTo>
                    <a:pt x="58" y="231"/>
                    <a:pt x="96" y="302"/>
                    <a:pt x="163" y="322"/>
                  </a:cubicBezTo>
                  <a:cubicBezTo>
                    <a:pt x="163" y="322"/>
                    <a:pt x="163" y="322"/>
                    <a:pt x="163" y="322"/>
                  </a:cubicBezTo>
                  <a:cubicBezTo>
                    <a:pt x="176" y="326"/>
                    <a:pt x="188" y="328"/>
                    <a:pt x="200" y="328"/>
                  </a:cubicBezTo>
                  <a:cubicBezTo>
                    <a:pt x="200" y="373"/>
                    <a:pt x="200" y="373"/>
                    <a:pt x="200" y="373"/>
                  </a:cubicBezTo>
                  <a:cubicBezTo>
                    <a:pt x="194" y="373"/>
                    <a:pt x="188" y="373"/>
                    <a:pt x="181" y="372"/>
                  </a:cubicBezTo>
                  <a:cubicBezTo>
                    <a:pt x="173" y="401"/>
                    <a:pt x="173" y="401"/>
                    <a:pt x="173" y="401"/>
                  </a:cubicBezTo>
                  <a:cubicBezTo>
                    <a:pt x="112" y="382"/>
                    <a:pt x="112" y="382"/>
                    <a:pt x="112" y="382"/>
                  </a:cubicBezTo>
                  <a:cubicBezTo>
                    <a:pt x="121" y="354"/>
                    <a:pt x="121" y="354"/>
                    <a:pt x="121" y="354"/>
                  </a:cubicBezTo>
                  <a:cubicBezTo>
                    <a:pt x="99" y="342"/>
                    <a:pt x="80" y="327"/>
                    <a:pt x="65" y="308"/>
                  </a:cubicBezTo>
                  <a:cubicBezTo>
                    <a:pt x="39" y="322"/>
                    <a:pt x="39" y="322"/>
                    <a:pt x="39" y="322"/>
                  </a:cubicBezTo>
                  <a:cubicBezTo>
                    <a:pt x="9" y="267"/>
                    <a:pt x="9" y="267"/>
                    <a:pt x="9" y="267"/>
                  </a:cubicBezTo>
                  <a:cubicBezTo>
                    <a:pt x="36" y="252"/>
                    <a:pt x="36" y="252"/>
                    <a:pt x="36" y="252"/>
                  </a:cubicBezTo>
                  <a:cubicBezTo>
                    <a:pt x="28" y="230"/>
                    <a:pt x="26" y="205"/>
                    <a:pt x="29" y="181"/>
                  </a:cubicBezTo>
                  <a:cubicBezTo>
                    <a:pt x="0" y="172"/>
                    <a:pt x="0" y="172"/>
                    <a:pt x="0" y="172"/>
                  </a:cubicBezTo>
                  <a:cubicBezTo>
                    <a:pt x="18" y="112"/>
                    <a:pt x="18" y="112"/>
                    <a:pt x="18" y="112"/>
                  </a:cubicBezTo>
                  <a:cubicBezTo>
                    <a:pt x="47" y="120"/>
                    <a:pt x="47" y="120"/>
                    <a:pt x="47" y="120"/>
                  </a:cubicBezTo>
                  <a:cubicBezTo>
                    <a:pt x="58" y="99"/>
                    <a:pt x="74" y="80"/>
                    <a:pt x="93" y="6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4" name="Freeform 118"/>
            <p:cNvSpPr>
              <a:spLocks noEditPoints="1"/>
            </p:cNvSpPr>
            <p:nvPr/>
          </p:nvSpPr>
          <p:spPr bwMode="auto">
            <a:xfrm>
              <a:off x="1652588" y="3573462"/>
              <a:ext cx="588963" cy="588963"/>
            </a:xfrm>
            <a:custGeom>
              <a:avLst/>
              <a:gdLst>
                <a:gd name="T0" fmla="*/ 242 w 275"/>
                <a:gd name="T1" fmla="*/ 193 h 275"/>
                <a:gd name="T2" fmla="*/ 257 w 275"/>
                <a:gd name="T3" fmla="*/ 206 h 275"/>
                <a:gd name="T4" fmla="*/ 225 w 275"/>
                <a:gd name="T5" fmla="*/ 245 h 275"/>
                <a:gd name="T6" fmla="*/ 209 w 275"/>
                <a:gd name="T7" fmla="*/ 231 h 275"/>
                <a:gd name="T8" fmla="*/ 172 w 275"/>
                <a:gd name="T9" fmla="*/ 251 h 275"/>
                <a:gd name="T10" fmla="*/ 174 w 275"/>
                <a:gd name="T11" fmla="*/ 271 h 275"/>
                <a:gd name="T12" fmla="*/ 137 w 275"/>
                <a:gd name="T13" fmla="*/ 274 h 275"/>
                <a:gd name="T14" fmla="*/ 137 w 275"/>
                <a:gd name="T15" fmla="*/ 217 h 275"/>
                <a:gd name="T16" fmla="*/ 198 w 275"/>
                <a:gd name="T17" fmla="*/ 189 h 275"/>
                <a:gd name="T18" fmla="*/ 188 w 275"/>
                <a:gd name="T19" fmla="*/ 77 h 275"/>
                <a:gd name="T20" fmla="*/ 188 w 275"/>
                <a:gd name="T21" fmla="*/ 77 h 275"/>
                <a:gd name="T22" fmla="*/ 160 w 275"/>
                <a:gd name="T23" fmla="*/ 62 h 275"/>
                <a:gd name="T24" fmla="*/ 137 w 275"/>
                <a:gd name="T25" fmla="*/ 59 h 275"/>
                <a:gd name="T26" fmla="*/ 137 w 275"/>
                <a:gd name="T27" fmla="*/ 2 h 275"/>
                <a:gd name="T28" fmla="*/ 151 w 275"/>
                <a:gd name="T29" fmla="*/ 0 h 275"/>
                <a:gd name="T30" fmla="*/ 152 w 275"/>
                <a:gd name="T31" fmla="*/ 21 h 275"/>
                <a:gd name="T32" fmla="*/ 192 w 275"/>
                <a:gd name="T33" fmla="*/ 33 h 275"/>
                <a:gd name="T34" fmla="*/ 205 w 275"/>
                <a:gd name="T35" fmla="*/ 18 h 275"/>
                <a:gd name="T36" fmla="*/ 244 w 275"/>
                <a:gd name="T37" fmla="*/ 50 h 275"/>
                <a:gd name="T38" fmla="*/ 231 w 275"/>
                <a:gd name="T39" fmla="*/ 66 h 275"/>
                <a:gd name="T40" fmla="*/ 250 w 275"/>
                <a:gd name="T41" fmla="*/ 103 h 275"/>
                <a:gd name="T42" fmla="*/ 270 w 275"/>
                <a:gd name="T43" fmla="*/ 101 h 275"/>
                <a:gd name="T44" fmla="*/ 275 w 275"/>
                <a:gd name="T45" fmla="*/ 151 h 275"/>
                <a:gd name="T46" fmla="*/ 254 w 275"/>
                <a:gd name="T47" fmla="*/ 153 h 275"/>
                <a:gd name="T48" fmla="*/ 242 w 275"/>
                <a:gd name="T49" fmla="*/ 193 h 275"/>
                <a:gd name="T50" fmla="*/ 137 w 275"/>
                <a:gd name="T51" fmla="*/ 274 h 275"/>
                <a:gd name="T52" fmla="*/ 124 w 275"/>
                <a:gd name="T53" fmla="*/ 275 h 275"/>
                <a:gd name="T54" fmla="*/ 122 w 275"/>
                <a:gd name="T55" fmla="*/ 255 h 275"/>
                <a:gd name="T56" fmla="*/ 82 w 275"/>
                <a:gd name="T57" fmla="*/ 242 h 275"/>
                <a:gd name="T58" fmla="*/ 69 w 275"/>
                <a:gd name="T59" fmla="*/ 258 h 275"/>
                <a:gd name="T60" fmla="*/ 30 w 275"/>
                <a:gd name="T61" fmla="*/ 226 h 275"/>
                <a:gd name="T62" fmla="*/ 44 w 275"/>
                <a:gd name="T63" fmla="*/ 210 h 275"/>
                <a:gd name="T64" fmla="*/ 24 w 275"/>
                <a:gd name="T65" fmla="*/ 173 h 275"/>
                <a:gd name="T66" fmla="*/ 4 w 275"/>
                <a:gd name="T67" fmla="*/ 175 h 275"/>
                <a:gd name="T68" fmla="*/ 0 w 275"/>
                <a:gd name="T69" fmla="*/ 124 h 275"/>
                <a:gd name="T70" fmla="*/ 20 w 275"/>
                <a:gd name="T71" fmla="*/ 123 h 275"/>
                <a:gd name="T72" fmla="*/ 33 w 275"/>
                <a:gd name="T73" fmla="*/ 83 h 275"/>
                <a:gd name="T74" fmla="*/ 17 w 275"/>
                <a:gd name="T75" fmla="*/ 70 h 275"/>
                <a:gd name="T76" fmla="*/ 49 w 275"/>
                <a:gd name="T77" fmla="*/ 31 h 275"/>
                <a:gd name="T78" fmla="*/ 65 w 275"/>
                <a:gd name="T79" fmla="*/ 44 h 275"/>
                <a:gd name="T80" fmla="*/ 102 w 275"/>
                <a:gd name="T81" fmla="*/ 25 h 275"/>
                <a:gd name="T82" fmla="*/ 100 w 275"/>
                <a:gd name="T83" fmla="*/ 5 h 275"/>
                <a:gd name="T84" fmla="*/ 137 w 275"/>
                <a:gd name="T85" fmla="*/ 2 h 275"/>
                <a:gd name="T86" fmla="*/ 137 w 275"/>
                <a:gd name="T87" fmla="*/ 59 h 275"/>
                <a:gd name="T88" fmla="*/ 77 w 275"/>
                <a:gd name="T89" fmla="*/ 87 h 275"/>
                <a:gd name="T90" fmla="*/ 86 w 275"/>
                <a:gd name="T91" fmla="*/ 198 h 275"/>
                <a:gd name="T92" fmla="*/ 114 w 275"/>
                <a:gd name="T93" fmla="*/ 214 h 275"/>
                <a:gd name="T94" fmla="*/ 137 w 275"/>
                <a:gd name="T95" fmla="*/ 217 h 275"/>
                <a:gd name="T96" fmla="*/ 137 w 275"/>
                <a:gd name="T97" fmla="*/ 274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275">
                  <a:moveTo>
                    <a:pt x="242" y="193"/>
                  </a:moveTo>
                  <a:cubicBezTo>
                    <a:pt x="257" y="206"/>
                    <a:pt x="257" y="206"/>
                    <a:pt x="257" y="206"/>
                  </a:cubicBezTo>
                  <a:cubicBezTo>
                    <a:pt x="225" y="245"/>
                    <a:pt x="225" y="245"/>
                    <a:pt x="225" y="245"/>
                  </a:cubicBezTo>
                  <a:cubicBezTo>
                    <a:pt x="209" y="231"/>
                    <a:pt x="209" y="231"/>
                    <a:pt x="209" y="231"/>
                  </a:cubicBezTo>
                  <a:cubicBezTo>
                    <a:pt x="198" y="240"/>
                    <a:pt x="186" y="246"/>
                    <a:pt x="172" y="251"/>
                  </a:cubicBezTo>
                  <a:cubicBezTo>
                    <a:pt x="174" y="271"/>
                    <a:pt x="174" y="271"/>
                    <a:pt x="174" y="271"/>
                  </a:cubicBezTo>
                  <a:cubicBezTo>
                    <a:pt x="137" y="274"/>
                    <a:pt x="137" y="274"/>
                    <a:pt x="137" y="274"/>
                  </a:cubicBezTo>
                  <a:cubicBezTo>
                    <a:pt x="137" y="217"/>
                    <a:pt x="137" y="217"/>
                    <a:pt x="137" y="217"/>
                  </a:cubicBezTo>
                  <a:cubicBezTo>
                    <a:pt x="160" y="217"/>
                    <a:pt x="182" y="207"/>
                    <a:pt x="198" y="189"/>
                  </a:cubicBezTo>
                  <a:cubicBezTo>
                    <a:pt x="226" y="155"/>
                    <a:pt x="221" y="105"/>
                    <a:pt x="188" y="77"/>
                  </a:cubicBezTo>
                  <a:cubicBezTo>
                    <a:pt x="188" y="77"/>
                    <a:pt x="188" y="77"/>
                    <a:pt x="188" y="77"/>
                  </a:cubicBezTo>
                  <a:cubicBezTo>
                    <a:pt x="180" y="70"/>
                    <a:pt x="170" y="65"/>
                    <a:pt x="160" y="62"/>
                  </a:cubicBezTo>
                  <a:cubicBezTo>
                    <a:pt x="153" y="60"/>
                    <a:pt x="145" y="59"/>
                    <a:pt x="137" y="59"/>
                  </a:cubicBezTo>
                  <a:cubicBezTo>
                    <a:pt x="137" y="2"/>
                    <a:pt x="137" y="2"/>
                    <a:pt x="137" y="2"/>
                  </a:cubicBezTo>
                  <a:cubicBezTo>
                    <a:pt x="151" y="0"/>
                    <a:pt x="151" y="0"/>
                    <a:pt x="151" y="0"/>
                  </a:cubicBezTo>
                  <a:cubicBezTo>
                    <a:pt x="152" y="21"/>
                    <a:pt x="152" y="21"/>
                    <a:pt x="152" y="21"/>
                  </a:cubicBezTo>
                  <a:cubicBezTo>
                    <a:pt x="166" y="23"/>
                    <a:pt x="180" y="27"/>
                    <a:pt x="192" y="33"/>
                  </a:cubicBezTo>
                  <a:cubicBezTo>
                    <a:pt x="205" y="18"/>
                    <a:pt x="205" y="18"/>
                    <a:pt x="205" y="18"/>
                  </a:cubicBezTo>
                  <a:cubicBezTo>
                    <a:pt x="244" y="50"/>
                    <a:pt x="244" y="50"/>
                    <a:pt x="244" y="50"/>
                  </a:cubicBezTo>
                  <a:cubicBezTo>
                    <a:pt x="231" y="66"/>
                    <a:pt x="231" y="66"/>
                    <a:pt x="231" y="66"/>
                  </a:cubicBezTo>
                  <a:cubicBezTo>
                    <a:pt x="239" y="77"/>
                    <a:pt x="246" y="89"/>
                    <a:pt x="250" y="103"/>
                  </a:cubicBezTo>
                  <a:cubicBezTo>
                    <a:pt x="270" y="101"/>
                    <a:pt x="270" y="101"/>
                    <a:pt x="270" y="101"/>
                  </a:cubicBezTo>
                  <a:cubicBezTo>
                    <a:pt x="275" y="151"/>
                    <a:pt x="275" y="151"/>
                    <a:pt x="275" y="151"/>
                  </a:cubicBezTo>
                  <a:cubicBezTo>
                    <a:pt x="254" y="153"/>
                    <a:pt x="254" y="153"/>
                    <a:pt x="254" y="153"/>
                  </a:cubicBezTo>
                  <a:cubicBezTo>
                    <a:pt x="252" y="167"/>
                    <a:pt x="248" y="180"/>
                    <a:pt x="242" y="193"/>
                  </a:cubicBezTo>
                  <a:close/>
                  <a:moveTo>
                    <a:pt x="137" y="274"/>
                  </a:moveTo>
                  <a:cubicBezTo>
                    <a:pt x="124" y="275"/>
                    <a:pt x="124" y="275"/>
                    <a:pt x="124" y="275"/>
                  </a:cubicBezTo>
                  <a:cubicBezTo>
                    <a:pt x="122" y="255"/>
                    <a:pt x="122" y="255"/>
                    <a:pt x="122" y="255"/>
                  </a:cubicBezTo>
                  <a:cubicBezTo>
                    <a:pt x="108" y="253"/>
                    <a:pt x="95" y="249"/>
                    <a:pt x="82" y="242"/>
                  </a:cubicBezTo>
                  <a:cubicBezTo>
                    <a:pt x="69" y="258"/>
                    <a:pt x="69" y="258"/>
                    <a:pt x="69" y="258"/>
                  </a:cubicBezTo>
                  <a:cubicBezTo>
                    <a:pt x="30" y="226"/>
                    <a:pt x="30" y="226"/>
                    <a:pt x="30" y="226"/>
                  </a:cubicBezTo>
                  <a:cubicBezTo>
                    <a:pt x="44" y="210"/>
                    <a:pt x="44" y="210"/>
                    <a:pt x="44" y="210"/>
                  </a:cubicBezTo>
                  <a:cubicBezTo>
                    <a:pt x="35" y="199"/>
                    <a:pt x="29" y="186"/>
                    <a:pt x="24" y="173"/>
                  </a:cubicBezTo>
                  <a:cubicBezTo>
                    <a:pt x="4" y="175"/>
                    <a:pt x="4" y="175"/>
                    <a:pt x="4" y="175"/>
                  </a:cubicBezTo>
                  <a:cubicBezTo>
                    <a:pt x="0" y="124"/>
                    <a:pt x="0" y="124"/>
                    <a:pt x="0" y="124"/>
                  </a:cubicBezTo>
                  <a:cubicBezTo>
                    <a:pt x="20" y="123"/>
                    <a:pt x="20" y="123"/>
                    <a:pt x="20" y="123"/>
                  </a:cubicBezTo>
                  <a:cubicBezTo>
                    <a:pt x="22" y="109"/>
                    <a:pt x="26" y="96"/>
                    <a:pt x="33" y="83"/>
                  </a:cubicBezTo>
                  <a:cubicBezTo>
                    <a:pt x="17" y="70"/>
                    <a:pt x="17" y="70"/>
                    <a:pt x="17" y="70"/>
                  </a:cubicBezTo>
                  <a:cubicBezTo>
                    <a:pt x="49" y="31"/>
                    <a:pt x="49" y="31"/>
                    <a:pt x="49" y="31"/>
                  </a:cubicBezTo>
                  <a:cubicBezTo>
                    <a:pt x="65" y="44"/>
                    <a:pt x="65" y="44"/>
                    <a:pt x="65" y="44"/>
                  </a:cubicBezTo>
                  <a:cubicBezTo>
                    <a:pt x="76" y="36"/>
                    <a:pt x="89" y="29"/>
                    <a:pt x="102" y="25"/>
                  </a:cubicBezTo>
                  <a:cubicBezTo>
                    <a:pt x="100" y="5"/>
                    <a:pt x="100" y="5"/>
                    <a:pt x="100" y="5"/>
                  </a:cubicBezTo>
                  <a:cubicBezTo>
                    <a:pt x="137" y="2"/>
                    <a:pt x="137" y="2"/>
                    <a:pt x="137" y="2"/>
                  </a:cubicBezTo>
                  <a:cubicBezTo>
                    <a:pt x="137" y="59"/>
                    <a:pt x="137" y="59"/>
                    <a:pt x="137" y="59"/>
                  </a:cubicBezTo>
                  <a:cubicBezTo>
                    <a:pt x="114" y="59"/>
                    <a:pt x="92" y="69"/>
                    <a:pt x="77" y="87"/>
                  </a:cubicBezTo>
                  <a:cubicBezTo>
                    <a:pt x="48" y="120"/>
                    <a:pt x="53" y="170"/>
                    <a:pt x="86" y="198"/>
                  </a:cubicBezTo>
                  <a:cubicBezTo>
                    <a:pt x="95" y="205"/>
                    <a:pt x="104" y="210"/>
                    <a:pt x="114" y="214"/>
                  </a:cubicBezTo>
                  <a:cubicBezTo>
                    <a:pt x="122" y="216"/>
                    <a:pt x="129" y="217"/>
                    <a:pt x="137" y="217"/>
                  </a:cubicBezTo>
                  <a:lnTo>
                    <a:pt x="137" y="27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5" name="Oval 119"/>
            <p:cNvSpPr>
              <a:spLocks noChangeArrowheads="1"/>
            </p:cNvSpPr>
            <p:nvPr/>
          </p:nvSpPr>
          <p:spPr bwMode="auto">
            <a:xfrm>
              <a:off x="2851150" y="3830637"/>
              <a:ext cx="346075" cy="347663"/>
            </a:xfrm>
            <a:prstGeom prst="ellipse">
              <a:avLst/>
            </a:prstGeom>
            <a:solidFill>
              <a:srgbClr val="FFFFFF"/>
            </a:solidFill>
            <a:ln w="4763"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6" name="Freeform 120"/>
            <p:cNvSpPr>
              <a:spLocks noEditPoints="1"/>
            </p:cNvSpPr>
            <p:nvPr/>
          </p:nvSpPr>
          <p:spPr bwMode="auto">
            <a:xfrm>
              <a:off x="2832100" y="3811587"/>
              <a:ext cx="384175" cy="385763"/>
            </a:xfrm>
            <a:custGeom>
              <a:avLst/>
              <a:gdLst>
                <a:gd name="T0" fmla="*/ 89 w 179"/>
                <a:gd name="T1" fmla="*/ 17 h 180"/>
                <a:gd name="T2" fmla="*/ 162 w 179"/>
                <a:gd name="T3" fmla="*/ 90 h 180"/>
                <a:gd name="T4" fmla="*/ 89 w 179"/>
                <a:gd name="T5" fmla="*/ 163 h 180"/>
                <a:gd name="T6" fmla="*/ 89 w 179"/>
                <a:gd name="T7" fmla="*/ 180 h 180"/>
                <a:gd name="T8" fmla="*/ 179 w 179"/>
                <a:gd name="T9" fmla="*/ 90 h 180"/>
                <a:gd name="T10" fmla="*/ 89 w 179"/>
                <a:gd name="T11" fmla="*/ 0 h 180"/>
                <a:gd name="T12" fmla="*/ 89 w 179"/>
                <a:gd name="T13" fmla="*/ 17 h 180"/>
                <a:gd name="T14" fmla="*/ 89 w 179"/>
                <a:gd name="T15" fmla="*/ 17 h 180"/>
                <a:gd name="T16" fmla="*/ 89 w 179"/>
                <a:gd name="T17" fmla="*/ 17 h 180"/>
                <a:gd name="T18" fmla="*/ 89 w 179"/>
                <a:gd name="T19" fmla="*/ 0 h 180"/>
                <a:gd name="T20" fmla="*/ 89 w 179"/>
                <a:gd name="T21" fmla="*/ 0 h 180"/>
                <a:gd name="T22" fmla="*/ 0 w 179"/>
                <a:gd name="T23" fmla="*/ 90 h 180"/>
                <a:gd name="T24" fmla="*/ 89 w 179"/>
                <a:gd name="T25" fmla="*/ 180 h 180"/>
                <a:gd name="T26" fmla="*/ 89 w 179"/>
                <a:gd name="T27" fmla="*/ 180 h 180"/>
                <a:gd name="T28" fmla="*/ 89 w 179"/>
                <a:gd name="T29" fmla="*/ 163 h 180"/>
                <a:gd name="T30" fmla="*/ 89 w 179"/>
                <a:gd name="T31" fmla="*/ 163 h 180"/>
                <a:gd name="T32" fmla="*/ 16 w 179"/>
                <a:gd name="T33" fmla="*/ 90 h 180"/>
                <a:gd name="T34" fmla="*/ 89 w 179"/>
                <a:gd name="T35" fmla="*/ 1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9" h="180">
                  <a:moveTo>
                    <a:pt x="89" y="17"/>
                  </a:moveTo>
                  <a:cubicBezTo>
                    <a:pt x="130" y="17"/>
                    <a:pt x="162" y="49"/>
                    <a:pt x="162" y="90"/>
                  </a:cubicBezTo>
                  <a:cubicBezTo>
                    <a:pt x="162" y="130"/>
                    <a:pt x="130" y="163"/>
                    <a:pt x="89" y="163"/>
                  </a:cubicBezTo>
                  <a:cubicBezTo>
                    <a:pt x="89" y="180"/>
                    <a:pt x="89" y="180"/>
                    <a:pt x="89" y="180"/>
                  </a:cubicBezTo>
                  <a:cubicBezTo>
                    <a:pt x="139" y="180"/>
                    <a:pt x="179" y="139"/>
                    <a:pt x="179" y="90"/>
                  </a:cubicBezTo>
                  <a:cubicBezTo>
                    <a:pt x="179" y="40"/>
                    <a:pt x="139" y="0"/>
                    <a:pt x="89" y="0"/>
                  </a:cubicBezTo>
                  <a:lnTo>
                    <a:pt x="89" y="17"/>
                  </a:lnTo>
                  <a:close/>
                  <a:moveTo>
                    <a:pt x="89" y="17"/>
                  </a:moveTo>
                  <a:cubicBezTo>
                    <a:pt x="89" y="17"/>
                    <a:pt x="89" y="17"/>
                    <a:pt x="89" y="17"/>
                  </a:cubicBezTo>
                  <a:cubicBezTo>
                    <a:pt x="89" y="0"/>
                    <a:pt x="89" y="0"/>
                    <a:pt x="89" y="0"/>
                  </a:cubicBezTo>
                  <a:cubicBezTo>
                    <a:pt x="89" y="0"/>
                    <a:pt x="89" y="0"/>
                    <a:pt x="89" y="0"/>
                  </a:cubicBezTo>
                  <a:cubicBezTo>
                    <a:pt x="40" y="0"/>
                    <a:pt x="0" y="40"/>
                    <a:pt x="0" y="90"/>
                  </a:cubicBezTo>
                  <a:cubicBezTo>
                    <a:pt x="0" y="139"/>
                    <a:pt x="40" y="180"/>
                    <a:pt x="89" y="180"/>
                  </a:cubicBezTo>
                  <a:cubicBezTo>
                    <a:pt x="89" y="180"/>
                    <a:pt x="89" y="180"/>
                    <a:pt x="89" y="180"/>
                  </a:cubicBezTo>
                  <a:cubicBezTo>
                    <a:pt x="89" y="163"/>
                    <a:pt x="89" y="163"/>
                    <a:pt x="89" y="163"/>
                  </a:cubicBezTo>
                  <a:cubicBezTo>
                    <a:pt x="89" y="163"/>
                    <a:pt x="89" y="163"/>
                    <a:pt x="89" y="163"/>
                  </a:cubicBezTo>
                  <a:cubicBezTo>
                    <a:pt x="49" y="163"/>
                    <a:pt x="16" y="130"/>
                    <a:pt x="16" y="90"/>
                  </a:cubicBezTo>
                  <a:cubicBezTo>
                    <a:pt x="16" y="49"/>
                    <a:pt x="49" y="17"/>
                    <a:pt x="89" y="17"/>
                  </a:cubicBezTo>
                  <a:close/>
                </a:path>
              </a:pathLst>
            </a:cu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7" name="Freeform 121"/>
            <p:cNvSpPr>
              <a:spLocks/>
            </p:cNvSpPr>
            <p:nvPr/>
          </p:nvSpPr>
          <p:spPr bwMode="auto">
            <a:xfrm>
              <a:off x="3014663" y="3890962"/>
              <a:ext cx="19050" cy="112713"/>
            </a:xfrm>
            <a:custGeom>
              <a:avLst/>
              <a:gdLst>
                <a:gd name="T0" fmla="*/ 4 w 9"/>
                <a:gd name="T1" fmla="*/ 0 h 53"/>
                <a:gd name="T2" fmla="*/ 4 w 9"/>
                <a:gd name="T3" fmla="*/ 0 h 53"/>
                <a:gd name="T4" fmla="*/ 9 w 9"/>
                <a:gd name="T5" fmla="*/ 4 h 53"/>
                <a:gd name="T6" fmla="*/ 9 w 9"/>
                <a:gd name="T7" fmla="*/ 49 h 53"/>
                <a:gd name="T8" fmla="*/ 4 w 9"/>
                <a:gd name="T9" fmla="*/ 53 h 53"/>
                <a:gd name="T10" fmla="*/ 4 w 9"/>
                <a:gd name="T11" fmla="*/ 53 h 53"/>
                <a:gd name="T12" fmla="*/ 0 w 9"/>
                <a:gd name="T13" fmla="*/ 49 h 53"/>
                <a:gd name="T14" fmla="*/ 0 w 9"/>
                <a:gd name="T15" fmla="*/ 4 h 53"/>
                <a:gd name="T16" fmla="*/ 4 w 9"/>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3">
                  <a:moveTo>
                    <a:pt x="4" y="0"/>
                  </a:moveTo>
                  <a:cubicBezTo>
                    <a:pt x="4" y="0"/>
                    <a:pt x="4" y="0"/>
                    <a:pt x="4" y="0"/>
                  </a:cubicBezTo>
                  <a:cubicBezTo>
                    <a:pt x="7" y="0"/>
                    <a:pt x="9" y="1"/>
                    <a:pt x="9" y="4"/>
                  </a:cubicBezTo>
                  <a:cubicBezTo>
                    <a:pt x="9" y="49"/>
                    <a:pt x="9" y="49"/>
                    <a:pt x="9" y="49"/>
                  </a:cubicBezTo>
                  <a:cubicBezTo>
                    <a:pt x="9" y="51"/>
                    <a:pt x="7" y="53"/>
                    <a:pt x="4" y="53"/>
                  </a:cubicBezTo>
                  <a:cubicBezTo>
                    <a:pt x="4" y="53"/>
                    <a:pt x="4" y="53"/>
                    <a:pt x="4" y="53"/>
                  </a:cubicBezTo>
                  <a:cubicBezTo>
                    <a:pt x="2" y="53"/>
                    <a:pt x="0" y="51"/>
                    <a:pt x="0" y="49"/>
                  </a:cubicBezTo>
                  <a:cubicBezTo>
                    <a:pt x="0" y="4"/>
                    <a:pt x="0" y="4"/>
                    <a:pt x="0" y="4"/>
                  </a:cubicBezTo>
                  <a:cubicBezTo>
                    <a:pt x="0" y="1"/>
                    <a:pt x="2" y="0"/>
                    <a:pt x="4" y="0"/>
                  </a:cubicBezTo>
                  <a:close/>
                </a:path>
              </a:pathLst>
            </a:cu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8" name="Freeform 122"/>
            <p:cNvSpPr>
              <a:spLocks/>
            </p:cNvSpPr>
            <p:nvPr/>
          </p:nvSpPr>
          <p:spPr bwMode="auto">
            <a:xfrm>
              <a:off x="2947988" y="3935412"/>
              <a:ext cx="79375" cy="73025"/>
            </a:xfrm>
            <a:custGeom>
              <a:avLst/>
              <a:gdLst>
                <a:gd name="T0" fmla="*/ 2 w 37"/>
                <a:gd name="T1" fmla="*/ 2 h 34"/>
                <a:gd name="T2" fmla="*/ 2 w 37"/>
                <a:gd name="T3" fmla="*/ 2 h 34"/>
                <a:gd name="T4" fmla="*/ 8 w 37"/>
                <a:gd name="T5" fmla="*/ 2 h 34"/>
                <a:gd name="T6" fmla="*/ 35 w 37"/>
                <a:gd name="T7" fmla="*/ 26 h 34"/>
                <a:gd name="T8" fmla="*/ 35 w 37"/>
                <a:gd name="T9" fmla="*/ 32 h 34"/>
                <a:gd name="T10" fmla="*/ 35 w 37"/>
                <a:gd name="T11" fmla="*/ 32 h 34"/>
                <a:gd name="T12" fmla="*/ 29 w 37"/>
                <a:gd name="T13" fmla="*/ 32 h 34"/>
                <a:gd name="T14" fmla="*/ 2 w 37"/>
                <a:gd name="T15" fmla="*/ 8 h 34"/>
                <a:gd name="T16" fmla="*/ 2 w 37"/>
                <a:gd name="T17"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4">
                  <a:moveTo>
                    <a:pt x="2" y="2"/>
                  </a:moveTo>
                  <a:cubicBezTo>
                    <a:pt x="2" y="2"/>
                    <a:pt x="2" y="2"/>
                    <a:pt x="2" y="2"/>
                  </a:cubicBezTo>
                  <a:cubicBezTo>
                    <a:pt x="3" y="0"/>
                    <a:pt x="6" y="0"/>
                    <a:pt x="8" y="2"/>
                  </a:cubicBezTo>
                  <a:cubicBezTo>
                    <a:pt x="35" y="26"/>
                    <a:pt x="35" y="26"/>
                    <a:pt x="35" y="26"/>
                  </a:cubicBezTo>
                  <a:cubicBezTo>
                    <a:pt x="37" y="27"/>
                    <a:pt x="37" y="30"/>
                    <a:pt x="35" y="32"/>
                  </a:cubicBezTo>
                  <a:cubicBezTo>
                    <a:pt x="35" y="32"/>
                    <a:pt x="35" y="32"/>
                    <a:pt x="35" y="32"/>
                  </a:cubicBezTo>
                  <a:cubicBezTo>
                    <a:pt x="34" y="34"/>
                    <a:pt x="31" y="34"/>
                    <a:pt x="29" y="32"/>
                  </a:cubicBezTo>
                  <a:cubicBezTo>
                    <a:pt x="2" y="8"/>
                    <a:pt x="2" y="8"/>
                    <a:pt x="2" y="8"/>
                  </a:cubicBezTo>
                  <a:cubicBezTo>
                    <a:pt x="0" y="6"/>
                    <a:pt x="0" y="4"/>
                    <a:pt x="2" y="2"/>
                  </a:cubicBezTo>
                  <a:close/>
                </a:path>
              </a:pathLst>
            </a:cu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9" name="Oval 123"/>
            <p:cNvSpPr>
              <a:spLocks noChangeArrowheads="1"/>
            </p:cNvSpPr>
            <p:nvPr/>
          </p:nvSpPr>
          <p:spPr bwMode="auto">
            <a:xfrm>
              <a:off x="3014663" y="3860800"/>
              <a:ext cx="19050"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0" name="Oval 124"/>
            <p:cNvSpPr>
              <a:spLocks noChangeArrowheads="1"/>
            </p:cNvSpPr>
            <p:nvPr/>
          </p:nvSpPr>
          <p:spPr bwMode="auto">
            <a:xfrm>
              <a:off x="3151188" y="3997325"/>
              <a:ext cx="22225"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1" name="Oval 125"/>
            <p:cNvSpPr>
              <a:spLocks noChangeArrowheads="1"/>
            </p:cNvSpPr>
            <p:nvPr/>
          </p:nvSpPr>
          <p:spPr bwMode="auto">
            <a:xfrm>
              <a:off x="3014663" y="4137025"/>
              <a:ext cx="20638"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2" name="Oval 126"/>
            <p:cNvSpPr>
              <a:spLocks noChangeArrowheads="1"/>
            </p:cNvSpPr>
            <p:nvPr/>
          </p:nvSpPr>
          <p:spPr bwMode="auto">
            <a:xfrm>
              <a:off x="2878138" y="4000500"/>
              <a:ext cx="19050"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3" name="Oval 127"/>
            <p:cNvSpPr>
              <a:spLocks noChangeArrowheads="1"/>
            </p:cNvSpPr>
            <p:nvPr/>
          </p:nvSpPr>
          <p:spPr bwMode="auto">
            <a:xfrm>
              <a:off x="3001963" y="3979862"/>
              <a:ext cx="44450" cy="47625"/>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4" name="Freeform 128"/>
            <p:cNvSpPr>
              <a:spLocks/>
            </p:cNvSpPr>
            <p:nvPr/>
          </p:nvSpPr>
          <p:spPr bwMode="auto">
            <a:xfrm>
              <a:off x="2716213" y="2476500"/>
              <a:ext cx="576263" cy="400050"/>
            </a:xfrm>
            <a:custGeom>
              <a:avLst/>
              <a:gdLst>
                <a:gd name="T0" fmla="*/ 213 w 269"/>
                <a:gd name="T1" fmla="*/ 68 h 187"/>
                <a:gd name="T2" fmla="*/ 269 w 269"/>
                <a:gd name="T3" fmla="*/ 127 h 187"/>
                <a:gd name="T4" fmla="*/ 269 w 269"/>
                <a:gd name="T5" fmla="*/ 127 h 187"/>
                <a:gd name="T6" fmla="*/ 211 w 269"/>
                <a:gd name="T7" fmla="*/ 187 h 187"/>
                <a:gd name="T8" fmla="*/ 63 w 269"/>
                <a:gd name="T9" fmla="*/ 187 h 187"/>
                <a:gd name="T10" fmla="*/ 0 w 269"/>
                <a:gd name="T11" fmla="*/ 127 h 187"/>
                <a:gd name="T12" fmla="*/ 0 w 269"/>
                <a:gd name="T13" fmla="*/ 127 h 187"/>
                <a:gd name="T14" fmla="*/ 55 w 269"/>
                <a:gd name="T15" fmla="*/ 68 h 187"/>
                <a:gd name="T16" fmla="*/ 55 w 269"/>
                <a:gd name="T17" fmla="*/ 66 h 187"/>
                <a:gd name="T18" fmla="*/ 134 w 269"/>
                <a:gd name="T19" fmla="*/ 0 h 187"/>
                <a:gd name="T20" fmla="*/ 213 w 269"/>
                <a:gd name="T21" fmla="*/ 66 h 187"/>
                <a:gd name="T22" fmla="*/ 213 w 269"/>
                <a:gd name="T23" fmla="*/ 6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87">
                  <a:moveTo>
                    <a:pt x="213" y="68"/>
                  </a:moveTo>
                  <a:cubicBezTo>
                    <a:pt x="245" y="75"/>
                    <a:pt x="269" y="99"/>
                    <a:pt x="269" y="127"/>
                  </a:cubicBezTo>
                  <a:cubicBezTo>
                    <a:pt x="269" y="127"/>
                    <a:pt x="269" y="127"/>
                    <a:pt x="269" y="127"/>
                  </a:cubicBezTo>
                  <a:cubicBezTo>
                    <a:pt x="269" y="157"/>
                    <a:pt x="244" y="187"/>
                    <a:pt x="211" y="187"/>
                  </a:cubicBezTo>
                  <a:cubicBezTo>
                    <a:pt x="63" y="187"/>
                    <a:pt x="63" y="187"/>
                    <a:pt x="63" y="187"/>
                  </a:cubicBezTo>
                  <a:cubicBezTo>
                    <a:pt x="27" y="187"/>
                    <a:pt x="0" y="158"/>
                    <a:pt x="0" y="127"/>
                  </a:cubicBezTo>
                  <a:cubicBezTo>
                    <a:pt x="0" y="127"/>
                    <a:pt x="0" y="127"/>
                    <a:pt x="0" y="127"/>
                  </a:cubicBezTo>
                  <a:cubicBezTo>
                    <a:pt x="0" y="99"/>
                    <a:pt x="23" y="75"/>
                    <a:pt x="55" y="68"/>
                  </a:cubicBezTo>
                  <a:cubicBezTo>
                    <a:pt x="55" y="68"/>
                    <a:pt x="55" y="67"/>
                    <a:pt x="55" y="66"/>
                  </a:cubicBezTo>
                  <a:cubicBezTo>
                    <a:pt x="55" y="30"/>
                    <a:pt x="91" y="0"/>
                    <a:pt x="134" y="0"/>
                  </a:cubicBezTo>
                  <a:cubicBezTo>
                    <a:pt x="178" y="0"/>
                    <a:pt x="213" y="30"/>
                    <a:pt x="213" y="66"/>
                  </a:cubicBezTo>
                  <a:cubicBezTo>
                    <a:pt x="213" y="67"/>
                    <a:pt x="213" y="68"/>
                    <a:pt x="213" y="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5" name="Freeform 129"/>
            <p:cNvSpPr>
              <a:spLocks/>
            </p:cNvSpPr>
            <p:nvPr/>
          </p:nvSpPr>
          <p:spPr bwMode="auto">
            <a:xfrm>
              <a:off x="2600325" y="2468562"/>
              <a:ext cx="403225" cy="279400"/>
            </a:xfrm>
            <a:custGeom>
              <a:avLst/>
              <a:gdLst>
                <a:gd name="T0" fmla="*/ 149 w 188"/>
                <a:gd name="T1" fmla="*/ 48 h 131"/>
                <a:gd name="T2" fmla="*/ 188 w 188"/>
                <a:gd name="T3" fmla="*/ 89 h 131"/>
                <a:gd name="T4" fmla="*/ 188 w 188"/>
                <a:gd name="T5" fmla="*/ 89 h 131"/>
                <a:gd name="T6" fmla="*/ 147 w 188"/>
                <a:gd name="T7" fmla="*/ 131 h 131"/>
                <a:gd name="T8" fmla="*/ 44 w 188"/>
                <a:gd name="T9" fmla="*/ 131 h 131"/>
                <a:gd name="T10" fmla="*/ 0 w 188"/>
                <a:gd name="T11" fmla="*/ 89 h 131"/>
                <a:gd name="T12" fmla="*/ 0 w 188"/>
                <a:gd name="T13" fmla="*/ 89 h 131"/>
                <a:gd name="T14" fmla="*/ 39 w 188"/>
                <a:gd name="T15" fmla="*/ 48 h 131"/>
                <a:gd name="T16" fmla="*/ 39 w 188"/>
                <a:gd name="T17" fmla="*/ 47 h 131"/>
                <a:gd name="T18" fmla="*/ 94 w 188"/>
                <a:gd name="T19" fmla="*/ 0 h 131"/>
                <a:gd name="T20" fmla="*/ 149 w 188"/>
                <a:gd name="T21" fmla="*/ 47 h 131"/>
                <a:gd name="T22" fmla="*/ 149 w 188"/>
                <a:gd name="T23" fmla="*/ 4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8" h="131">
                  <a:moveTo>
                    <a:pt x="149" y="48"/>
                  </a:moveTo>
                  <a:cubicBezTo>
                    <a:pt x="171" y="52"/>
                    <a:pt x="188" y="69"/>
                    <a:pt x="188" y="89"/>
                  </a:cubicBezTo>
                  <a:cubicBezTo>
                    <a:pt x="188" y="89"/>
                    <a:pt x="188" y="89"/>
                    <a:pt x="188" y="89"/>
                  </a:cubicBezTo>
                  <a:cubicBezTo>
                    <a:pt x="188" y="110"/>
                    <a:pt x="171" y="131"/>
                    <a:pt x="147" y="131"/>
                  </a:cubicBezTo>
                  <a:cubicBezTo>
                    <a:pt x="44" y="131"/>
                    <a:pt x="44" y="131"/>
                    <a:pt x="44" y="131"/>
                  </a:cubicBezTo>
                  <a:cubicBezTo>
                    <a:pt x="19" y="131"/>
                    <a:pt x="0" y="111"/>
                    <a:pt x="0" y="89"/>
                  </a:cubicBezTo>
                  <a:cubicBezTo>
                    <a:pt x="0" y="89"/>
                    <a:pt x="0" y="89"/>
                    <a:pt x="0" y="89"/>
                  </a:cubicBezTo>
                  <a:cubicBezTo>
                    <a:pt x="0" y="69"/>
                    <a:pt x="17" y="52"/>
                    <a:pt x="39" y="48"/>
                  </a:cubicBezTo>
                  <a:cubicBezTo>
                    <a:pt x="39" y="48"/>
                    <a:pt x="39" y="47"/>
                    <a:pt x="39" y="47"/>
                  </a:cubicBezTo>
                  <a:cubicBezTo>
                    <a:pt x="39" y="21"/>
                    <a:pt x="64" y="0"/>
                    <a:pt x="94" y="0"/>
                  </a:cubicBezTo>
                  <a:cubicBezTo>
                    <a:pt x="125" y="0"/>
                    <a:pt x="149" y="21"/>
                    <a:pt x="149" y="47"/>
                  </a:cubicBezTo>
                  <a:cubicBezTo>
                    <a:pt x="149" y="47"/>
                    <a:pt x="149" y="48"/>
                    <a:pt x="149" y="4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6" name="Freeform 130"/>
            <p:cNvSpPr>
              <a:spLocks noEditPoints="1"/>
            </p:cNvSpPr>
            <p:nvPr/>
          </p:nvSpPr>
          <p:spPr bwMode="auto">
            <a:xfrm>
              <a:off x="1104900" y="3581400"/>
              <a:ext cx="384175" cy="384175"/>
            </a:xfrm>
            <a:custGeom>
              <a:avLst/>
              <a:gdLst>
                <a:gd name="T0" fmla="*/ 90 w 179"/>
                <a:gd name="T1" fmla="*/ 12 h 179"/>
                <a:gd name="T2" fmla="*/ 98 w 179"/>
                <a:gd name="T3" fmla="*/ 13 h 179"/>
                <a:gd name="T4" fmla="*/ 102 w 179"/>
                <a:gd name="T5" fmla="*/ 0 h 179"/>
                <a:gd name="T6" fmla="*/ 129 w 179"/>
                <a:gd name="T7" fmla="*/ 8 h 179"/>
                <a:gd name="T8" fmla="*/ 125 w 179"/>
                <a:gd name="T9" fmla="*/ 21 h 179"/>
                <a:gd name="T10" fmla="*/ 150 w 179"/>
                <a:gd name="T11" fmla="*/ 41 h 179"/>
                <a:gd name="T12" fmla="*/ 162 w 179"/>
                <a:gd name="T13" fmla="*/ 35 h 179"/>
                <a:gd name="T14" fmla="*/ 175 w 179"/>
                <a:gd name="T15" fmla="*/ 60 h 179"/>
                <a:gd name="T16" fmla="*/ 163 w 179"/>
                <a:gd name="T17" fmla="*/ 66 h 179"/>
                <a:gd name="T18" fmla="*/ 167 w 179"/>
                <a:gd name="T19" fmla="*/ 98 h 179"/>
                <a:gd name="T20" fmla="*/ 179 w 179"/>
                <a:gd name="T21" fmla="*/ 102 h 179"/>
                <a:gd name="T22" fmla="*/ 171 w 179"/>
                <a:gd name="T23" fmla="*/ 129 h 179"/>
                <a:gd name="T24" fmla="*/ 158 w 179"/>
                <a:gd name="T25" fmla="*/ 125 h 179"/>
                <a:gd name="T26" fmla="*/ 138 w 179"/>
                <a:gd name="T27" fmla="*/ 150 h 179"/>
                <a:gd name="T28" fmla="*/ 144 w 179"/>
                <a:gd name="T29" fmla="*/ 162 h 179"/>
                <a:gd name="T30" fmla="*/ 119 w 179"/>
                <a:gd name="T31" fmla="*/ 175 h 179"/>
                <a:gd name="T32" fmla="*/ 113 w 179"/>
                <a:gd name="T33" fmla="*/ 163 h 179"/>
                <a:gd name="T34" fmla="*/ 90 w 179"/>
                <a:gd name="T35" fmla="*/ 167 h 179"/>
                <a:gd name="T36" fmla="*/ 90 w 179"/>
                <a:gd name="T37" fmla="*/ 146 h 179"/>
                <a:gd name="T38" fmla="*/ 144 w 179"/>
                <a:gd name="T39" fmla="*/ 106 h 179"/>
                <a:gd name="T40" fmla="*/ 106 w 179"/>
                <a:gd name="T41" fmla="*/ 35 h 179"/>
                <a:gd name="T42" fmla="*/ 90 w 179"/>
                <a:gd name="T43" fmla="*/ 33 h 179"/>
                <a:gd name="T44" fmla="*/ 90 w 179"/>
                <a:gd name="T45" fmla="*/ 12 h 179"/>
                <a:gd name="T46" fmla="*/ 42 w 179"/>
                <a:gd name="T47" fmla="*/ 29 h 179"/>
                <a:gd name="T48" fmla="*/ 35 w 179"/>
                <a:gd name="T49" fmla="*/ 17 h 179"/>
                <a:gd name="T50" fmla="*/ 60 w 179"/>
                <a:gd name="T51" fmla="*/ 4 h 179"/>
                <a:gd name="T52" fmla="*/ 67 w 179"/>
                <a:gd name="T53" fmla="*/ 16 h 179"/>
                <a:gd name="T54" fmla="*/ 90 w 179"/>
                <a:gd name="T55" fmla="*/ 12 h 179"/>
                <a:gd name="T56" fmla="*/ 90 w 179"/>
                <a:gd name="T57" fmla="*/ 33 h 179"/>
                <a:gd name="T58" fmla="*/ 35 w 179"/>
                <a:gd name="T59" fmla="*/ 73 h 179"/>
                <a:gd name="T60" fmla="*/ 73 w 179"/>
                <a:gd name="T61" fmla="*/ 144 h 179"/>
                <a:gd name="T62" fmla="*/ 73 w 179"/>
                <a:gd name="T63" fmla="*/ 144 h 179"/>
                <a:gd name="T64" fmla="*/ 90 w 179"/>
                <a:gd name="T65" fmla="*/ 146 h 179"/>
                <a:gd name="T66" fmla="*/ 90 w 179"/>
                <a:gd name="T67" fmla="*/ 167 h 179"/>
                <a:gd name="T68" fmla="*/ 81 w 179"/>
                <a:gd name="T69" fmla="*/ 166 h 179"/>
                <a:gd name="T70" fmla="*/ 77 w 179"/>
                <a:gd name="T71" fmla="*/ 179 h 179"/>
                <a:gd name="T72" fmla="*/ 50 w 179"/>
                <a:gd name="T73" fmla="*/ 171 h 179"/>
                <a:gd name="T74" fmla="*/ 54 w 179"/>
                <a:gd name="T75" fmla="*/ 158 h 179"/>
                <a:gd name="T76" fmla="*/ 30 w 179"/>
                <a:gd name="T77" fmla="*/ 138 h 179"/>
                <a:gd name="T78" fmla="*/ 18 w 179"/>
                <a:gd name="T79" fmla="*/ 144 h 179"/>
                <a:gd name="T80" fmla="*/ 5 w 179"/>
                <a:gd name="T81" fmla="*/ 119 h 179"/>
                <a:gd name="T82" fmla="*/ 16 w 179"/>
                <a:gd name="T83" fmla="*/ 113 h 179"/>
                <a:gd name="T84" fmla="*/ 13 w 179"/>
                <a:gd name="T85" fmla="*/ 81 h 179"/>
                <a:gd name="T86" fmla="*/ 0 w 179"/>
                <a:gd name="T87" fmla="*/ 77 h 179"/>
                <a:gd name="T88" fmla="*/ 9 w 179"/>
                <a:gd name="T89" fmla="*/ 50 h 179"/>
                <a:gd name="T90" fmla="*/ 21 w 179"/>
                <a:gd name="T91" fmla="*/ 54 h 179"/>
                <a:gd name="T92" fmla="*/ 42 w 179"/>
                <a:gd name="T93" fmla="*/ 2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9" h="179">
                  <a:moveTo>
                    <a:pt x="90" y="12"/>
                  </a:moveTo>
                  <a:cubicBezTo>
                    <a:pt x="93" y="12"/>
                    <a:pt x="96" y="13"/>
                    <a:pt x="98" y="13"/>
                  </a:cubicBezTo>
                  <a:cubicBezTo>
                    <a:pt x="102" y="0"/>
                    <a:pt x="102" y="0"/>
                    <a:pt x="102" y="0"/>
                  </a:cubicBezTo>
                  <a:cubicBezTo>
                    <a:pt x="129" y="8"/>
                    <a:pt x="129" y="8"/>
                    <a:pt x="129" y="8"/>
                  </a:cubicBezTo>
                  <a:cubicBezTo>
                    <a:pt x="125" y="21"/>
                    <a:pt x="125" y="21"/>
                    <a:pt x="125" y="21"/>
                  </a:cubicBezTo>
                  <a:cubicBezTo>
                    <a:pt x="135" y="26"/>
                    <a:pt x="144" y="33"/>
                    <a:pt x="150" y="41"/>
                  </a:cubicBezTo>
                  <a:cubicBezTo>
                    <a:pt x="162" y="35"/>
                    <a:pt x="162" y="35"/>
                    <a:pt x="162" y="35"/>
                  </a:cubicBezTo>
                  <a:cubicBezTo>
                    <a:pt x="175" y="60"/>
                    <a:pt x="175" y="60"/>
                    <a:pt x="175" y="60"/>
                  </a:cubicBezTo>
                  <a:cubicBezTo>
                    <a:pt x="163" y="66"/>
                    <a:pt x="163" y="66"/>
                    <a:pt x="163" y="66"/>
                  </a:cubicBezTo>
                  <a:cubicBezTo>
                    <a:pt x="167" y="76"/>
                    <a:pt x="168" y="87"/>
                    <a:pt x="167" y="98"/>
                  </a:cubicBezTo>
                  <a:cubicBezTo>
                    <a:pt x="179" y="102"/>
                    <a:pt x="179" y="102"/>
                    <a:pt x="179" y="102"/>
                  </a:cubicBezTo>
                  <a:cubicBezTo>
                    <a:pt x="171" y="129"/>
                    <a:pt x="171" y="129"/>
                    <a:pt x="171" y="129"/>
                  </a:cubicBezTo>
                  <a:cubicBezTo>
                    <a:pt x="158" y="125"/>
                    <a:pt x="158" y="125"/>
                    <a:pt x="158" y="125"/>
                  </a:cubicBezTo>
                  <a:cubicBezTo>
                    <a:pt x="153" y="135"/>
                    <a:pt x="146" y="143"/>
                    <a:pt x="138" y="150"/>
                  </a:cubicBezTo>
                  <a:cubicBezTo>
                    <a:pt x="144" y="162"/>
                    <a:pt x="144" y="162"/>
                    <a:pt x="144" y="162"/>
                  </a:cubicBezTo>
                  <a:cubicBezTo>
                    <a:pt x="119" y="175"/>
                    <a:pt x="119" y="175"/>
                    <a:pt x="119" y="175"/>
                  </a:cubicBezTo>
                  <a:cubicBezTo>
                    <a:pt x="113" y="163"/>
                    <a:pt x="113" y="163"/>
                    <a:pt x="113" y="163"/>
                  </a:cubicBezTo>
                  <a:cubicBezTo>
                    <a:pt x="106" y="165"/>
                    <a:pt x="98" y="167"/>
                    <a:pt x="90" y="167"/>
                  </a:cubicBezTo>
                  <a:cubicBezTo>
                    <a:pt x="90" y="146"/>
                    <a:pt x="90" y="146"/>
                    <a:pt x="90" y="146"/>
                  </a:cubicBezTo>
                  <a:cubicBezTo>
                    <a:pt x="114" y="146"/>
                    <a:pt x="137" y="131"/>
                    <a:pt x="144" y="106"/>
                  </a:cubicBezTo>
                  <a:cubicBezTo>
                    <a:pt x="154" y="76"/>
                    <a:pt x="137" y="44"/>
                    <a:pt x="106" y="35"/>
                  </a:cubicBezTo>
                  <a:cubicBezTo>
                    <a:pt x="101" y="33"/>
                    <a:pt x="95" y="33"/>
                    <a:pt x="90" y="33"/>
                  </a:cubicBezTo>
                  <a:lnTo>
                    <a:pt x="90" y="12"/>
                  </a:lnTo>
                  <a:close/>
                  <a:moveTo>
                    <a:pt x="42" y="29"/>
                  </a:moveTo>
                  <a:cubicBezTo>
                    <a:pt x="35" y="17"/>
                    <a:pt x="35" y="17"/>
                    <a:pt x="35" y="17"/>
                  </a:cubicBezTo>
                  <a:cubicBezTo>
                    <a:pt x="60" y="4"/>
                    <a:pt x="60" y="4"/>
                    <a:pt x="60" y="4"/>
                  </a:cubicBezTo>
                  <a:cubicBezTo>
                    <a:pt x="67" y="16"/>
                    <a:pt x="67" y="16"/>
                    <a:pt x="67" y="16"/>
                  </a:cubicBezTo>
                  <a:cubicBezTo>
                    <a:pt x="74" y="14"/>
                    <a:pt x="82" y="12"/>
                    <a:pt x="90" y="12"/>
                  </a:cubicBezTo>
                  <a:cubicBezTo>
                    <a:pt x="90" y="33"/>
                    <a:pt x="90" y="33"/>
                    <a:pt x="90" y="33"/>
                  </a:cubicBezTo>
                  <a:cubicBezTo>
                    <a:pt x="65" y="33"/>
                    <a:pt x="43" y="48"/>
                    <a:pt x="35" y="73"/>
                  </a:cubicBezTo>
                  <a:cubicBezTo>
                    <a:pt x="26" y="103"/>
                    <a:pt x="43" y="135"/>
                    <a:pt x="73" y="144"/>
                  </a:cubicBezTo>
                  <a:cubicBezTo>
                    <a:pt x="73" y="144"/>
                    <a:pt x="73" y="144"/>
                    <a:pt x="73" y="144"/>
                  </a:cubicBezTo>
                  <a:cubicBezTo>
                    <a:pt x="79" y="146"/>
                    <a:pt x="84" y="146"/>
                    <a:pt x="90" y="146"/>
                  </a:cubicBezTo>
                  <a:cubicBezTo>
                    <a:pt x="90" y="167"/>
                    <a:pt x="90" y="167"/>
                    <a:pt x="90" y="167"/>
                  </a:cubicBezTo>
                  <a:cubicBezTo>
                    <a:pt x="87" y="167"/>
                    <a:pt x="84" y="166"/>
                    <a:pt x="81" y="166"/>
                  </a:cubicBezTo>
                  <a:cubicBezTo>
                    <a:pt x="77" y="179"/>
                    <a:pt x="77" y="179"/>
                    <a:pt x="77" y="179"/>
                  </a:cubicBezTo>
                  <a:cubicBezTo>
                    <a:pt x="50" y="171"/>
                    <a:pt x="50" y="171"/>
                    <a:pt x="50" y="171"/>
                  </a:cubicBezTo>
                  <a:cubicBezTo>
                    <a:pt x="54" y="158"/>
                    <a:pt x="54" y="158"/>
                    <a:pt x="54" y="158"/>
                  </a:cubicBezTo>
                  <a:cubicBezTo>
                    <a:pt x="45" y="153"/>
                    <a:pt x="36" y="146"/>
                    <a:pt x="30" y="138"/>
                  </a:cubicBezTo>
                  <a:cubicBezTo>
                    <a:pt x="18" y="144"/>
                    <a:pt x="18" y="144"/>
                    <a:pt x="18" y="144"/>
                  </a:cubicBezTo>
                  <a:cubicBezTo>
                    <a:pt x="5" y="119"/>
                    <a:pt x="5" y="119"/>
                    <a:pt x="5" y="119"/>
                  </a:cubicBezTo>
                  <a:cubicBezTo>
                    <a:pt x="16" y="113"/>
                    <a:pt x="16" y="113"/>
                    <a:pt x="16" y="113"/>
                  </a:cubicBezTo>
                  <a:cubicBezTo>
                    <a:pt x="13" y="103"/>
                    <a:pt x="12" y="92"/>
                    <a:pt x="13" y="81"/>
                  </a:cubicBezTo>
                  <a:cubicBezTo>
                    <a:pt x="0" y="77"/>
                    <a:pt x="0" y="77"/>
                    <a:pt x="0" y="77"/>
                  </a:cubicBezTo>
                  <a:cubicBezTo>
                    <a:pt x="9" y="50"/>
                    <a:pt x="9" y="50"/>
                    <a:pt x="9" y="50"/>
                  </a:cubicBezTo>
                  <a:cubicBezTo>
                    <a:pt x="21" y="54"/>
                    <a:pt x="21" y="54"/>
                    <a:pt x="21" y="54"/>
                  </a:cubicBezTo>
                  <a:cubicBezTo>
                    <a:pt x="27" y="44"/>
                    <a:pt x="33" y="36"/>
                    <a:pt x="42" y="29"/>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7" name="Freeform 131"/>
            <p:cNvSpPr>
              <a:spLocks/>
            </p:cNvSpPr>
            <p:nvPr/>
          </p:nvSpPr>
          <p:spPr bwMode="auto">
            <a:xfrm>
              <a:off x="2555875" y="3887787"/>
              <a:ext cx="55563" cy="26988"/>
            </a:xfrm>
            <a:custGeom>
              <a:avLst/>
              <a:gdLst>
                <a:gd name="T0" fmla="*/ 19 w 26"/>
                <a:gd name="T1" fmla="*/ 11 h 12"/>
                <a:gd name="T2" fmla="*/ 21 w 26"/>
                <a:gd name="T3" fmla="*/ 10 h 12"/>
                <a:gd name="T4" fmla="*/ 18 w 26"/>
                <a:gd name="T5" fmla="*/ 0 h 12"/>
                <a:gd name="T6" fmla="*/ 17 w 26"/>
                <a:gd name="T7" fmla="*/ 0 h 12"/>
                <a:gd name="T8" fmla="*/ 15 w 26"/>
                <a:gd name="T9" fmla="*/ 0 h 12"/>
                <a:gd name="T10" fmla="*/ 13 w 26"/>
                <a:gd name="T11" fmla="*/ 0 h 12"/>
                <a:gd name="T12" fmla="*/ 11 w 26"/>
                <a:gd name="T13" fmla="*/ 0 h 12"/>
                <a:gd name="T14" fmla="*/ 9 w 26"/>
                <a:gd name="T15" fmla="*/ 1 h 12"/>
                <a:gd name="T16" fmla="*/ 7 w 26"/>
                <a:gd name="T17" fmla="*/ 1 h 12"/>
                <a:gd name="T18" fmla="*/ 4 w 26"/>
                <a:gd name="T19" fmla="*/ 2 h 12"/>
                <a:gd name="T20" fmla="*/ 7 w 26"/>
                <a:gd name="T21" fmla="*/ 12 h 12"/>
                <a:gd name="T22" fmla="*/ 9 w 26"/>
                <a:gd name="T23" fmla="*/ 11 h 12"/>
                <a:gd name="T24" fmla="*/ 11 w 26"/>
                <a:gd name="T25" fmla="*/ 11 h 12"/>
                <a:gd name="T26" fmla="*/ 14 w 26"/>
                <a:gd name="T27" fmla="*/ 11 h 12"/>
                <a:gd name="T28" fmla="*/ 16 w 26"/>
                <a:gd name="T29" fmla="*/ 11 h 12"/>
                <a:gd name="T30" fmla="*/ 18 w 26"/>
                <a:gd name="T31" fmla="*/ 11 h 12"/>
                <a:gd name="T32" fmla="*/ 19 w 26"/>
                <a:gd name="T3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12">
                  <a:moveTo>
                    <a:pt x="19" y="11"/>
                  </a:moveTo>
                  <a:cubicBezTo>
                    <a:pt x="20" y="11"/>
                    <a:pt x="20" y="11"/>
                    <a:pt x="21" y="10"/>
                  </a:cubicBezTo>
                  <a:cubicBezTo>
                    <a:pt x="26" y="7"/>
                    <a:pt x="23" y="0"/>
                    <a:pt x="18" y="0"/>
                  </a:cubicBezTo>
                  <a:cubicBezTo>
                    <a:pt x="17" y="0"/>
                    <a:pt x="17" y="0"/>
                    <a:pt x="17" y="0"/>
                  </a:cubicBezTo>
                  <a:cubicBezTo>
                    <a:pt x="15" y="0"/>
                    <a:pt x="15" y="0"/>
                    <a:pt x="15" y="0"/>
                  </a:cubicBezTo>
                  <a:cubicBezTo>
                    <a:pt x="13" y="0"/>
                    <a:pt x="13" y="0"/>
                    <a:pt x="13" y="0"/>
                  </a:cubicBezTo>
                  <a:cubicBezTo>
                    <a:pt x="11" y="0"/>
                    <a:pt x="11" y="0"/>
                    <a:pt x="11" y="0"/>
                  </a:cubicBezTo>
                  <a:cubicBezTo>
                    <a:pt x="9" y="1"/>
                    <a:pt x="9" y="1"/>
                    <a:pt x="9" y="1"/>
                  </a:cubicBezTo>
                  <a:cubicBezTo>
                    <a:pt x="7" y="1"/>
                    <a:pt x="7" y="1"/>
                    <a:pt x="7" y="1"/>
                  </a:cubicBezTo>
                  <a:cubicBezTo>
                    <a:pt x="6" y="1"/>
                    <a:pt x="5" y="1"/>
                    <a:pt x="4" y="2"/>
                  </a:cubicBezTo>
                  <a:cubicBezTo>
                    <a:pt x="0" y="5"/>
                    <a:pt x="2" y="12"/>
                    <a:pt x="7" y="12"/>
                  </a:cubicBezTo>
                  <a:cubicBezTo>
                    <a:pt x="9" y="11"/>
                    <a:pt x="9" y="11"/>
                    <a:pt x="9" y="11"/>
                  </a:cubicBezTo>
                  <a:cubicBezTo>
                    <a:pt x="11" y="11"/>
                    <a:pt x="11" y="11"/>
                    <a:pt x="11" y="11"/>
                  </a:cubicBezTo>
                  <a:cubicBezTo>
                    <a:pt x="14" y="11"/>
                    <a:pt x="14" y="11"/>
                    <a:pt x="14" y="11"/>
                  </a:cubicBezTo>
                  <a:cubicBezTo>
                    <a:pt x="16" y="11"/>
                    <a:pt x="16" y="11"/>
                    <a:pt x="16" y="11"/>
                  </a:cubicBezTo>
                  <a:cubicBezTo>
                    <a:pt x="18" y="11"/>
                    <a:pt x="18" y="11"/>
                    <a:pt x="18" y="11"/>
                  </a:cubicBezTo>
                  <a:lnTo>
                    <a:pt x="19"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8" name="Freeform 132"/>
            <p:cNvSpPr>
              <a:spLocks/>
            </p:cNvSpPr>
            <p:nvPr/>
          </p:nvSpPr>
          <p:spPr bwMode="auto">
            <a:xfrm>
              <a:off x="2693988" y="3856037"/>
              <a:ext cx="52388" cy="31750"/>
            </a:xfrm>
            <a:custGeom>
              <a:avLst/>
              <a:gdLst>
                <a:gd name="T0" fmla="*/ 20 w 25"/>
                <a:gd name="T1" fmla="*/ 11 h 15"/>
                <a:gd name="T2" fmla="*/ 18 w 25"/>
                <a:gd name="T3" fmla="*/ 0 h 15"/>
                <a:gd name="T4" fmla="*/ 16 w 25"/>
                <a:gd name="T5" fmla="*/ 0 h 15"/>
                <a:gd name="T6" fmla="*/ 15 w 25"/>
                <a:gd name="T7" fmla="*/ 1 h 15"/>
                <a:gd name="T8" fmla="*/ 12 w 25"/>
                <a:gd name="T9" fmla="*/ 2 h 15"/>
                <a:gd name="T10" fmla="*/ 9 w 25"/>
                <a:gd name="T11" fmla="*/ 3 h 15"/>
                <a:gd name="T12" fmla="*/ 7 w 25"/>
                <a:gd name="T13" fmla="*/ 4 h 15"/>
                <a:gd name="T14" fmla="*/ 6 w 25"/>
                <a:gd name="T15" fmla="*/ 4 h 15"/>
                <a:gd name="T16" fmla="*/ 7 w 25"/>
                <a:gd name="T17" fmla="*/ 14 h 15"/>
                <a:gd name="T18" fmla="*/ 9 w 25"/>
                <a:gd name="T19" fmla="*/ 14 h 15"/>
                <a:gd name="T20" fmla="*/ 10 w 25"/>
                <a:gd name="T21" fmla="*/ 14 h 15"/>
                <a:gd name="T22" fmla="*/ 13 w 25"/>
                <a:gd name="T23" fmla="*/ 13 h 15"/>
                <a:gd name="T24" fmla="*/ 16 w 25"/>
                <a:gd name="T25" fmla="*/ 12 h 15"/>
                <a:gd name="T26" fmla="*/ 18 w 25"/>
                <a:gd name="T27" fmla="*/ 11 h 15"/>
                <a:gd name="T28" fmla="*/ 20 w 25"/>
                <a:gd name="T29"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5">
                  <a:moveTo>
                    <a:pt x="20" y="11"/>
                  </a:moveTo>
                  <a:cubicBezTo>
                    <a:pt x="25" y="9"/>
                    <a:pt x="24" y="0"/>
                    <a:pt x="18" y="0"/>
                  </a:cubicBezTo>
                  <a:cubicBezTo>
                    <a:pt x="17" y="0"/>
                    <a:pt x="17" y="0"/>
                    <a:pt x="16" y="0"/>
                  </a:cubicBezTo>
                  <a:cubicBezTo>
                    <a:pt x="15" y="1"/>
                    <a:pt x="15" y="1"/>
                    <a:pt x="15" y="1"/>
                  </a:cubicBezTo>
                  <a:cubicBezTo>
                    <a:pt x="12" y="2"/>
                    <a:pt x="12" y="2"/>
                    <a:pt x="12" y="2"/>
                  </a:cubicBezTo>
                  <a:cubicBezTo>
                    <a:pt x="9" y="3"/>
                    <a:pt x="9" y="3"/>
                    <a:pt x="9" y="3"/>
                  </a:cubicBezTo>
                  <a:cubicBezTo>
                    <a:pt x="7" y="4"/>
                    <a:pt x="7" y="4"/>
                    <a:pt x="7" y="4"/>
                  </a:cubicBezTo>
                  <a:cubicBezTo>
                    <a:pt x="6" y="4"/>
                    <a:pt x="6" y="4"/>
                    <a:pt x="6" y="4"/>
                  </a:cubicBezTo>
                  <a:cubicBezTo>
                    <a:pt x="0" y="6"/>
                    <a:pt x="1" y="14"/>
                    <a:pt x="7" y="14"/>
                  </a:cubicBezTo>
                  <a:cubicBezTo>
                    <a:pt x="8" y="15"/>
                    <a:pt x="8" y="14"/>
                    <a:pt x="9" y="14"/>
                  </a:cubicBezTo>
                  <a:cubicBezTo>
                    <a:pt x="10" y="14"/>
                    <a:pt x="10" y="14"/>
                    <a:pt x="10" y="14"/>
                  </a:cubicBezTo>
                  <a:cubicBezTo>
                    <a:pt x="13" y="13"/>
                    <a:pt x="13" y="13"/>
                    <a:pt x="13" y="13"/>
                  </a:cubicBezTo>
                  <a:cubicBezTo>
                    <a:pt x="16" y="12"/>
                    <a:pt x="16" y="12"/>
                    <a:pt x="16" y="12"/>
                  </a:cubicBezTo>
                  <a:cubicBezTo>
                    <a:pt x="18" y="11"/>
                    <a:pt x="18" y="11"/>
                    <a:pt x="18" y="11"/>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9" name="Freeform 133"/>
            <p:cNvSpPr>
              <a:spLocks/>
            </p:cNvSpPr>
            <p:nvPr/>
          </p:nvSpPr>
          <p:spPr bwMode="auto">
            <a:xfrm>
              <a:off x="2820988" y="3798887"/>
              <a:ext cx="57150" cy="36513"/>
            </a:xfrm>
            <a:custGeom>
              <a:avLst/>
              <a:gdLst>
                <a:gd name="T0" fmla="*/ 20 w 26"/>
                <a:gd name="T1" fmla="*/ 11 h 17"/>
                <a:gd name="T2" fmla="*/ 17 w 26"/>
                <a:gd name="T3" fmla="*/ 1 h 17"/>
                <a:gd name="T4" fmla="*/ 16 w 26"/>
                <a:gd name="T5" fmla="*/ 2 h 17"/>
                <a:gd name="T6" fmla="*/ 13 w 26"/>
                <a:gd name="T7" fmla="*/ 3 h 17"/>
                <a:gd name="T8" fmla="*/ 10 w 26"/>
                <a:gd name="T9" fmla="*/ 4 h 17"/>
                <a:gd name="T10" fmla="*/ 7 w 26"/>
                <a:gd name="T11" fmla="*/ 6 h 17"/>
                <a:gd name="T12" fmla="*/ 6 w 26"/>
                <a:gd name="T13" fmla="*/ 6 h 17"/>
                <a:gd name="T14" fmla="*/ 9 w 26"/>
                <a:gd name="T15" fmla="*/ 17 h 17"/>
                <a:gd name="T16" fmla="*/ 11 w 26"/>
                <a:gd name="T17" fmla="*/ 16 h 17"/>
                <a:gd name="T18" fmla="*/ 12 w 26"/>
                <a:gd name="T19" fmla="*/ 16 h 17"/>
                <a:gd name="T20" fmla="*/ 15 w 26"/>
                <a:gd name="T21" fmla="*/ 14 h 17"/>
                <a:gd name="T22" fmla="*/ 18 w 26"/>
                <a:gd name="T23" fmla="*/ 13 h 17"/>
                <a:gd name="T24" fmla="*/ 20 w 26"/>
                <a:gd name="T2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7">
                  <a:moveTo>
                    <a:pt x="20" y="11"/>
                  </a:moveTo>
                  <a:cubicBezTo>
                    <a:pt x="26" y="8"/>
                    <a:pt x="23" y="0"/>
                    <a:pt x="17" y="1"/>
                  </a:cubicBezTo>
                  <a:cubicBezTo>
                    <a:pt x="16" y="1"/>
                    <a:pt x="16" y="1"/>
                    <a:pt x="16" y="2"/>
                  </a:cubicBezTo>
                  <a:cubicBezTo>
                    <a:pt x="13" y="3"/>
                    <a:pt x="13" y="3"/>
                    <a:pt x="13" y="3"/>
                  </a:cubicBezTo>
                  <a:cubicBezTo>
                    <a:pt x="10" y="4"/>
                    <a:pt x="10" y="4"/>
                    <a:pt x="10" y="4"/>
                  </a:cubicBezTo>
                  <a:cubicBezTo>
                    <a:pt x="7" y="6"/>
                    <a:pt x="7" y="6"/>
                    <a:pt x="7" y="6"/>
                  </a:cubicBezTo>
                  <a:cubicBezTo>
                    <a:pt x="6" y="6"/>
                    <a:pt x="6" y="6"/>
                    <a:pt x="6" y="6"/>
                  </a:cubicBezTo>
                  <a:cubicBezTo>
                    <a:pt x="0" y="9"/>
                    <a:pt x="3" y="17"/>
                    <a:pt x="9" y="17"/>
                  </a:cubicBezTo>
                  <a:cubicBezTo>
                    <a:pt x="9" y="17"/>
                    <a:pt x="10" y="17"/>
                    <a:pt x="11" y="16"/>
                  </a:cubicBezTo>
                  <a:cubicBezTo>
                    <a:pt x="12" y="16"/>
                    <a:pt x="12" y="16"/>
                    <a:pt x="12" y="16"/>
                  </a:cubicBezTo>
                  <a:cubicBezTo>
                    <a:pt x="15" y="14"/>
                    <a:pt x="15" y="14"/>
                    <a:pt x="15" y="14"/>
                  </a:cubicBezTo>
                  <a:cubicBezTo>
                    <a:pt x="18" y="13"/>
                    <a:pt x="18" y="13"/>
                    <a:pt x="18" y="13"/>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0" name="Freeform 134"/>
            <p:cNvSpPr>
              <a:spLocks/>
            </p:cNvSpPr>
            <p:nvPr/>
          </p:nvSpPr>
          <p:spPr bwMode="auto">
            <a:xfrm>
              <a:off x="2943225" y="3730625"/>
              <a:ext cx="57150" cy="39688"/>
            </a:xfrm>
            <a:custGeom>
              <a:avLst/>
              <a:gdLst>
                <a:gd name="T0" fmla="*/ 21 w 26"/>
                <a:gd name="T1" fmla="*/ 11 h 19"/>
                <a:gd name="T2" fmla="*/ 17 w 26"/>
                <a:gd name="T3" fmla="*/ 1 h 19"/>
                <a:gd name="T4" fmla="*/ 15 w 26"/>
                <a:gd name="T5" fmla="*/ 1 h 19"/>
                <a:gd name="T6" fmla="*/ 13 w 26"/>
                <a:gd name="T7" fmla="*/ 3 h 19"/>
                <a:gd name="T8" fmla="*/ 10 w 26"/>
                <a:gd name="T9" fmla="*/ 5 h 19"/>
                <a:gd name="T10" fmla="*/ 7 w 26"/>
                <a:gd name="T11" fmla="*/ 7 h 19"/>
                <a:gd name="T12" fmla="*/ 6 w 26"/>
                <a:gd name="T13" fmla="*/ 7 h 19"/>
                <a:gd name="T14" fmla="*/ 10 w 26"/>
                <a:gd name="T15" fmla="*/ 17 h 19"/>
                <a:gd name="T16" fmla="*/ 11 w 26"/>
                <a:gd name="T17" fmla="*/ 17 h 19"/>
                <a:gd name="T18" fmla="*/ 13 w 26"/>
                <a:gd name="T19" fmla="*/ 16 h 19"/>
                <a:gd name="T20" fmla="*/ 16 w 26"/>
                <a:gd name="T21" fmla="*/ 14 h 19"/>
                <a:gd name="T22" fmla="*/ 19 w 26"/>
                <a:gd name="T23" fmla="*/ 12 h 19"/>
                <a:gd name="T24" fmla="*/ 21 w 26"/>
                <a:gd name="T25"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9">
                  <a:moveTo>
                    <a:pt x="21" y="11"/>
                  </a:moveTo>
                  <a:cubicBezTo>
                    <a:pt x="26" y="8"/>
                    <a:pt x="23" y="0"/>
                    <a:pt x="17" y="1"/>
                  </a:cubicBezTo>
                  <a:cubicBezTo>
                    <a:pt x="16" y="1"/>
                    <a:pt x="16" y="1"/>
                    <a:pt x="15" y="1"/>
                  </a:cubicBezTo>
                  <a:cubicBezTo>
                    <a:pt x="13" y="3"/>
                    <a:pt x="13" y="3"/>
                    <a:pt x="13" y="3"/>
                  </a:cubicBezTo>
                  <a:cubicBezTo>
                    <a:pt x="10" y="5"/>
                    <a:pt x="10" y="5"/>
                    <a:pt x="10" y="5"/>
                  </a:cubicBezTo>
                  <a:cubicBezTo>
                    <a:pt x="7" y="7"/>
                    <a:pt x="7" y="7"/>
                    <a:pt x="7" y="7"/>
                  </a:cubicBezTo>
                  <a:cubicBezTo>
                    <a:pt x="6" y="7"/>
                    <a:pt x="6" y="7"/>
                    <a:pt x="6" y="7"/>
                  </a:cubicBezTo>
                  <a:cubicBezTo>
                    <a:pt x="0" y="10"/>
                    <a:pt x="4" y="19"/>
                    <a:pt x="10" y="17"/>
                  </a:cubicBezTo>
                  <a:cubicBezTo>
                    <a:pt x="11" y="17"/>
                    <a:pt x="11" y="17"/>
                    <a:pt x="11" y="17"/>
                  </a:cubicBezTo>
                  <a:cubicBezTo>
                    <a:pt x="13" y="16"/>
                    <a:pt x="13" y="16"/>
                    <a:pt x="13" y="16"/>
                  </a:cubicBezTo>
                  <a:cubicBezTo>
                    <a:pt x="16" y="14"/>
                    <a:pt x="16" y="14"/>
                    <a:pt x="16" y="14"/>
                  </a:cubicBezTo>
                  <a:cubicBezTo>
                    <a:pt x="19" y="12"/>
                    <a:pt x="19" y="12"/>
                    <a:pt x="19" y="12"/>
                  </a:cubicBezTo>
                  <a:lnTo>
                    <a:pt x="21"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1" name="Freeform 135"/>
            <p:cNvSpPr>
              <a:spLocks/>
            </p:cNvSpPr>
            <p:nvPr/>
          </p:nvSpPr>
          <p:spPr bwMode="auto">
            <a:xfrm>
              <a:off x="3062288" y="3648075"/>
              <a:ext cx="49213" cy="42863"/>
            </a:xfrm>
            <a:custGeom>
              <a:avLst/>
              <a:gdLst>
                <a:gd name="T0" fmla="*/ 20 w 23"/>
                <a:gd name="T1" fmla="*/ 11 h 20"/>
                <a:gd name="T2" fmla="*/ 22 w 23"/>
                <a:gd name="T3" fmla="*/ 5 h 20"/>
                <a:gd name="T4" fmla="*/ 14 w 23"/>
                <a:gd name="T5" fmla="*/ 3 h 20"/>
                <a:gd name="T6" fmla="*/ 11 w 23"/>
                <a:gd name="T7" fmla="*/ 5 h 20"/>
                <a:gd name="T8" fmla="*/ 8 w 23"/>
                <a:gd name="T9" fmla="*/ 7 h 20"/>
                <a:gd name="T10" fmla="*/ 5 w 23"/>
                <a:gd name="T11" fmla="*/ 9 h 20"/>
                <a:gd name="T12" fmla="*/ 9 w 23"/>
                <a:gd name="T13" fmla="*/ 19 h 20"/>
                <a:gd name="T14" fmla="*/ 11 w 23"/>
                <a:gd name="T15" fmla="*/ 18 h 20"/>
                <a:gd name="T16" fmla="*/ 14 w 23"/>
                <a:gd name="T17" fmla="*/ 16 h 20"/>
                <a:gd name="T18" fmla="*/ 17 w 23"/>
                <a:gd name="T19" fmla="*/ 14 h 20"/>
                <a:gd name="T20" fmla="*/ 20 w 23"/>
                <a:gd name="T21"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0">
                  <a:moveTo>
                    <a:pt x="20" y="11"/>
                  </a:moveTo>
                  <a:cubicBezTo>
                    <a:pt x="22" y="10"/>
                    <a:pt x="23" y="8"/>
                    <a:pt x="22" y="5"/>
                  </a:cubicBezTo>
                  <a:cubicBezTo>
                    <a:pt x="21" y="2"/>
                    <a:pt x="17" y="0"/>
                    <a:pt x="14" y="3"/>
                  </a:cubicBezTo>
                  <a:cubicBezTo>
                    <a:pt x="11" y="5"/>
                    <a:pt x="11" y="5"/>
                    <a:pt x="11" y="5"/>
                  </a:cubicBezTo>
                  <a:cubicBezTo>
                    <a:pt x="8" y="7"/>
                    <a:pt x="8" y="7"/>
                    <a:pt x="8" y="7"/>
                  </a:cubicBezTo>
                  <a:cubicBezTo>
                    <a:pt x="5" y="9"/>
                    <a:pt x="5" y="9"/>
                    <a:pt x="5" y="9"/>
                  </a:cubicBezTo>
                  <a:cubicBezTo>
                    <a:pt x="0" y="12"/>
                    <a:pt x="3" y="20"/>
                    <a:pt x="9" y="19"/>
                  </a:cubicBezTo>
                  <a:cubicBezTo>
                    <a:pt x="10" y="19"/>
                    <a:pt x="11" y="18"/>
                    <a:pt x="11" y="18"/>
                  </a:cubicBezTo>
                  <a:cubicBezTo>
                    <a:pt x="14" y="16"/>
                    <a:pt x="14" y="16"/>
                    <a:pt x="14" y="16"/>
                  </a:cubicBezTo>
                  <a:cubicBezTo>
                    <a:pt x="17" y="14"/>
                    <a:pt x="17" y="14"/>
                    <a:pt x="17" y="14"/>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2" name="Freeform 136"/>
            <p:cNvSpPr>
              <a:spLocks/>
            </p:cNvSpPr>
            <p:nvPr/>
          </p:nvSpPr>
          <p:spPr bwMode="auto">
            <a:xfrm>
              <a:off x="3173413" y="3559175"/>
              <a:ext cx="53975" cy="46038"/>
            </a:xfrm>
            <a:custGeom>
              <a:avLst/>
              <a:gdLst>
                <a:gd name="T0" fmla="*/ 20 w 25"/>
                <a:gd name="T1" fmla="*/ 12 h 22"/>
                <a:gd name="T2" fmla="*/ 14 w 25"/>
                <a:gd name="T3" fmla="*/ 3 h 22"/>
                <a:gd name="T4" fmla="*/ 13 w 25"/>
                <a:gd name="T5" fmla="*/ 4 h 22"/>
                <a:gd name="T6" fmla="*/ 12 w 25"/>
                <a:gd name="T7" fmla="*/ 5 h 22"/>
                <a:gd name="T8" fmla="*/ 8 w 25"/>
                <a:gd name="T9" fmla="*/ 8 h 22"/>
                <a:gd name="T10" fmla="*/ 5 w 25"/>
                <a:gd name="T11" fmla="*/ 10 h 22"/>
                <a:gd name="T12" fmla="*/ 4 w 25"/>
                <a:gd name="T13" fmla="*/ 11 h 22"/>
                <a:gd name="T14" fmla="*/ 10 w 25"/>
                <a:gd name="T15" fmla="*/ 20 h 22"/>
                <a:gd name="T16" fmla="*/ 11 w 25"/>
                <a:gd name="T17" fmla="*/ 19 h 22"/>
                <a:gd name="T18" fmla="*/ 12 w 25"/>
                <a:gd name="T19" fmla="*/ 19 h 22"/>
                <a:gd name="T20" fmla="*/ 15 w 25"/>
                <a:gd name="T21" fmla="*/ 16 h 22"/>
                <a:gd name="T22" fmla="*/ 19 w 25"/>
                <a:gd name="T23" fmla="*/ 13 h 22"/>
                <a:gd name="T24" fmla="*/ 20 w 25"/>
                <a:gd name="T25"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2">
                  <a:moveTo>
                    <a:pt x="20" y="12"/>
                  </a:moveTo>
                  <a:cubicBezTo>
                    <a:pt x="25" y="8"/>
                    <a:pt x="20" y="0"/>
                    <a:pt x="14" y="3"/>
                  </a:cubicBezTo>
                  <a:cubicBezTo>
                    <a:pt x="13" y="3"/>
                    <a:pt x="13" y="4"/>
                    <a:pt x="13" y="4"/>
                  </a:cubicBezTo>
                  <a:cubicBezTo>
                    <a:pt x="12" y="5"/>
                    <a:pt x="12" y="5"/>
                    <a:pt x="12" y="5"/>
                  </a:cubicBezTo>
                  <a:cubicBezTo>
                    <a:pt x="8" y="8"/>
                    <a:pt x="8" y="8"/>
                    <a:pt x="8" y="8"/>
                  </a:cubicBezTo>
                  <a:cubicBezTo>
                    <a:pt x="5" y="10"/>
                    <a:pt x="5" y="10"/>
                    <a:pt x="5" y="10"/>
                  </a:cubicBezTo>
                  <a:cubicBezTo>
                    <a:pt x="4" y="11"/>
                    <a:pt x="4" y="11"/>
                    <a:pt x="4" y="11"/>
                  </a:cubicBezTo>
                  <a:cubicBezTo>
                    <a:pt x="0" y="15"/>
                    <a:pt x="4" y="22"/>
                    <a:pt x="10" y="20"/>
                  </a:cubicBezTo>
                  <a:cubicBezTo>
                    <a:pt x="10" y="20"/>
                    <a:pt x="11" y="20"/>
                    <a:pt x="11" y="19"/>
                  </a:cubicBezTo>
                  <a:cubicBezTo>
                    <a:pt x="12" y="19"/>
                    <a:pt x="12" y="19"/>
                    <a:pt x="12" y="19"/>
                  </a:cubicBezTo>
                  <a:cubicBezTo>
                    <a:pt x="15" y="16"/>
                    <a:pt x="15" y="16"/>
                    <a:pt x="15" y="16"/>
                  </a:cubicBezTo>
                  <a:cubicBezTo>
                    <a:pt x="19" y="13"/>
                    <a:pt x="19" y="13"/>
                    <a:pt x="19" y="13"/>
                  </a:cubicBezTo>
                  <a:lnTo>
                    <a:pt x="20"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3" name="Freeform 137"/>
            <p:cNvSpPr>
              <a:spLocks/>
            </p:cNvSpPr>
            <p:nvPr/>
          </p:nvSpPr>
          <p:spPr bwMode="auto">
            <a:xfrm>
              <a:off x="3282950" y="3463925"/>
              <a:ext cx="46038" cy="47625"/>
            </a:xfrm>
            <a:custGeom>
              <a:avLst/>
              <a:gdLst>
                <a:gd name="T0" fmla="*/ 17 w 22"/>
                <a:gd name="T1" fmla="*/ 12 h 22"/>
                <a:gd name="T2" fmla="*/ 11 w 22"/>
                <a:gd name="T3" fmla="*/ 3 h 22"/>
                <a:gd name="T4" fmla="*/ 10 w 22"/>
                <a:gd name="T5" fmla="*/ 4 h 22"/>
                <a:gd name="T6" fmla="*/ 9 w 22"/>
                <a:gd name="T7" fmla="*/ 4 h 22"/>
                <a:gd name="T8" fmla="*/ 6 w 22"/>
                <a:gd name="T9" fmla="*/ 7 h 22"/>
                <a:gd name="T10" fmla="*/ 3 w 22"/>
                <a:gd name="T11" fmla="*/ 11 h 22"/>
                <a:gd name="T12" fmla="*/ 2 w 22"/>
                <a:gd name="T13" fmla="*/ 11 h 22"/>
                <a:gd name="T14" fmla="*/ 1 w 22"/>
                <a:gd name="T15" fmla="*/ 17 h 22"/>
                <a:gd name="T16" fmla="*/ 9 w 22"/>
                <a:gd name="T17" fmla="*/ 19 h 22"/>
                <a:gd name="T18" fmla="*/ 10 w 22"/>
                <a:gd name="T19" fmla="*/ 18 h 22"/>
                <a:gd name="T20" fmla="*/ 14 w 22"/>
                <a:gd name="T21" fmla="*/ 15 h 22"/>
                <a:gd name="T22" fmla="*/ 17 w 22"/>
                <a:gd name="T23"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2">
                  <a:moveTo>
                    <a:pt x="17" y="12"/>
                  </a:moveTo>
                  <a:cubicBezTo>
                    <a:pt x="22" y="7"/>
                    <a:pt x="16" y="0"/>
                    <a:pt x="11" y="3"/>
                  </a:cubicBezTo>
                  <a:cubicBezTo>
                    <a:pt x="10" y="3"/>
                    <a:pt x="10" y="3"/>
                    <a:pt x="10" y="4"/>
                  </a:cubicBezTo>
                  <a:cubicBezTo>
                    <a:pt x="9" y="4"/>
                    <a:pt x="9" y="4"/>
                    <a:pt x="9" y="4"/>
                  </a:cubicBezTo>
                  <a:cubicBezTo>
                    <a:pt x="6" y="7"/>
                    <a:pt x="6" y="7"/>
                    <a:pt x="6" y="7"/>
                  </a:cubicBezTo>
                  <a:cubicBezTo>
                    <a:pt x="3" y="11"/>
                    <a:pt x="3" y="11"/>
                    <a:pt x="3" y="11"/>
                  </a:cubicBezTo>
                  <a:cubicBezTo>
                    <a:pt x="2" y="11"/>
                    <a:pt x="2" y="11"/>
                    <a:pt x="2" y="11"/>
                  </a:cubicBezTo>
                  <a:cubicBezTo>
                    <a:pt x="0" y="13"/>
                    <a:pt x="0" y="15"/>
                    <a:pt x="1" y="17"/>
                  </a:cubicBezTo>
                  <a:cubicBezTo>
                    <a:pt x="2" y="21"/>
                    <a:pt x="7" y="22"/>
                    <a:pt x="9" y="19"/>
                  </a:cubicBezTo>
                  <a:cubicBezTo>
                    <a:pt x="10" y="18"/>
                    <a:pt x="10" y="18"/>
                    <a:pt x="10" y="18"/>
                  </a:cubicBezTo>
                  <a:cubicBezTo>
                    <a:pt x="14" y="15"/>
                    <a:pt x="14" y="15"/>
                    <a:pt x="14" y="15"/>
                  </a:cubicBezTo>
                  <a:cubicBezTo>
                    <a:pt x="17" y="12"/>
                    <a:pt x="17" y="12"/>
                    <a:pt x="17" y="12"/>
                  </a:cubicBez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4" name="Freeform 138"/>
            <p:cNvSpPr>
              <a:spLocks/>
            </p:cNvSpPr>
            <p:nvPr/>
          </p:nvSpPr>
          <p:spPr bwMode="auto">
            <a:xfrm>
              <a:off x="3375025" y="3363912"/>
              <a:ext cx="44450" cy="49213"/>
            </a:xfrm>
            <a:custGeom>
              <a:avLst/>
              <a:gdLst>
                <a:gd name="T0" fmla="*/ 20 w 21"/>
                <a:gd name="T1" fmla="*/ 11 h 23"/>
                <a:gd name="T2" fmla="*/ 21 w 21"/>
                <a:gd name="T3" fmla="*/ 7 h 23"/>
                <a:gd name="T4" fmla="*/ 11 w 21"/>
                <a:gd name="T5" fmla="*/ 3 h 23"/>
                <a:gd name="T6" fmla="*/ 10 w 21"/>
                <a:gd name="T7" fmla="*/ 5 h 23"/>
                <a:gd name="T8" fmla="*/ 7 w 21"/>
                <a:gd name="T9" fmla="*/ 9 h 23"/>
                <a:gd name="T10" fmla="*/ 4 w 21"/>
                <a:gd name="T11" fmla="*/ 12 h 23"/>
                <a:gd name="T12" fmla="*/ 11 w 21"/>
                <a:gd name="T13" fmla="*/ 20 h 23"/>
                <a:gd name="T14" fmla="*/ 12 w 21"/>
                <a:gd name="T15" fmla="*/ 19 h 23"/>
                <a:gd name="T16" fmla="*/ 15 w 21"/>
                <a:gd name="T17" fmla="*/ 16 h 23"/>
                <a:gd name="T18" fmla="*/ 18 w 21"/>
                <a:gd name="T19" fmla="*/ 13 h 23"/>
                <a:gd name="T20" fmla="*/ 20 w 21"/>
                <a:gd name="T21"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3">
                  <a:moveTo>
                    <a:pt x="20" y="11"/>
                  </a:moveTo>
                  <a:cubicBezTo>
                    <a:pt x="21" y="10"/>
                    <a:pt x="21" y="8"/>
                    <a:pt x="21" y="7"/>
                  </a:cubicBezTo>
                  <a:cubicBezTo>
                    <a:pt x="21" y="2"/>
                    <a:pt x="15" y="0"/>
                    <a:pt x="11" y="3"/>
                  </a:cubicBezTo>
                  <a:cubicBezTo>
                    <a:pt x="10" y="5"/>
                    <a:pt x="10" y="5"/>
                    <a:pt x="10" y="5"/>
                  </a:cubicBezTo>
                  <a:cubicBezTo>
                    <a:pt x="7" y="9"/>
                    <a:pt x="7" y="9"/>
                    <a:pt x="7" y="9"/>
                  </a:cubicBezTo>
                  <a:cubicBezTo>
                    <a:pt x="4" y="12"/>
                    <a:pt x="4" y="12"/>
                    <a:pt x="4" y="12"/>
                  </a:cubicBezTo>
                  <a:cubicBezTo>
                    <a:pt x="0" y="16"/>
                    <a:pt x="5" y="23"/>
                    <a:pt x="11" y="20"/>
                  </a:cubicBezTo>
                  <a:cubicBezTo>
                    <a:pt x="11" y="20"/>
                    <a:pt x="12" y="19"/>
                    <a:pt x="12" y="19"/>
                  </a:cubicBezTo>
                  <a:cubicBezTo>
                    <a:pt x="15" y="16"/>
                    <a:pt x="15" y="16"/>
                    <a:pt x="15" y="16"/>
                  </a:cubicBezTo>
                  <a:cubicBezTo>
                    <a:pt x="18" y="13"/>
                    <a:pt x="18" y="13"/>
                    <a:pt x="18" y="13"/>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5" name="Freeform 139"/>
            <p:cNvSpPr>
              <a:spLocks/>
            </p:cNvSpPr>
            <p:nvPr/>
          </p:nvSpPr>
          <p:spPr bwMode="auto">
            <a:xfrm>
              <a:off x="3463925" y="3252787"/>
              <a:ext cx="49213" cy="52388"/>
            </a:xfrm>
            <a:custGeom>
              <a:avLst/>
              <a:gdLst>
                <a:gd name="T0" fmla="*/ 19 w 23"/>
                <a:gd name="T1" fmla="*/ 12 h 25"/>
                <a:gd name="T2" fmla="*/ 12 w 23"/>
                <a:gd name="T3" fmla="*/ 4 h 25"/>
                <a:gd name="T4" fmla="*/ 11 w 23"/>
                <a:gd name="T5" fmla="*/ 5 h 25"/>
                <a:gd name="T6" fmla="*/ 9 w 23"/>
                <a:gd name="T7" fmla="*/ 8 h 25"/>
                <a:gd name="T8" fmla="*/ 6 w 23"/>
                <a:gd name="T9" fmla="*/ 11 h 25"/>
                <a:gd name="T10" fmla="*/ 4 w 23"/>
                <a:gd name="T11" fmla="*/ 14 h 25"/>
                <a:gd name="T12" fmla="*/ 11 w 23"/>
                <a:gd name="T13" fmla="*/ 22 h 25"/>
                <a:gd name="T14" fmla="*/ 13 w 23"/>
                <a:gd name="T15" fmla="*/ 20 h 25"/>
                <a:gd name="T16" fmla="*/ 15 w 23"/>
                <a:gd name="T17" fmla="*/ 18 h 25"/>
                <a:gd name="T18" fmla="*/ 17 w 23"/>
                <a:gd name="T19" fmla="*/ 14 h 25"/>
                <a:gd name="T20" fmla="*/ 19 w 23"/>
                <a:gd name="T21"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19" y="12"/>
                  </a:moveTo>
                  <a:cubicBezTo>
                    <a:pt x="23" y="7"/>
                    <a:pt x="17" y="0"/>
                    <a:pt x="12" y="4"/>
                  </a:cubicBezTo>
                  <a:cubicBezTo>
                    <a:pt x="12" y="4"/>
                    <a:pt x="11" y="4"/>
                    <a:pt x="11" y="5"/>
                  </a:cubicBezTo>
                  <a:cubicBezTo>
                    <a:pt x="9" y="8"/>
                    <a:pt x="9" y="8"/>
                    <a:pt x="9" y="8"/>
                  </a:cubicBezTo>
                  <a:cubicBezTo>
                    <a:pt x="6" y="11"/>
                    <a:pt x="6" y="11"/>
                    <a:pt x="6" y="11"/>
                  </a:cubicBezTo>
                  <a:cubicBezTo>
                    <a:pt x="4" y="14"/>
                    <a:pt x="4" y="14"/>
                    <a:pt x="4" y="14"/>
                  </a:cubicBezTo>
                  <a:cubicBezTo>
                    <a:pt x="0" y="19"/>
                    <a:pt x="6" y="25"/>
                    <a:pt x="11" y="22"/>
                  </a:cubicBezTo>
                  <a:cubicBezTo>
                    <a:pt x="12" y="21"/>
                    <a:pt x="12" y="21"/>
                    <a:pt x="13" y="20"/>
                  </a:cubicBezTo>
                  <a:cubicBezTo>
                    <a:pt x="15" y="18"/>
                    <a:pt x="15" y="18"/>
                    <a:pt x="15" y="18"/>
                  </a:cubicBezTo>
                  <a:cubicBezTo>
                    <a:pt x="17" y="14"/>
                    <a:pt x="17" y="14"/>
                    <a:pt x="17" y="14"/>
                  </a:cubicBezTo>
                  <a:lnTo>
                    <a:pt x="19"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6" name="Freeform 140"/>
            <p:cNvSpPr>
              <a:spLocks/>
            </p:cNvSpPr>
            <p:nvPr/>
          </p:nvSpPr>
          <p:spPr bwMode="auto">
            <a:xfrm>
              <a:off x="3552825" y="3140075"/>
              <a:ext cx="38100" cy="47625"/>
            </a:xfrm>
            <a:custGeom>
              <a:avLst/>
              <a:gdLst>
                <a:gd name="T0" fmla="*/ 16 w 18"/>
                <a:gd name="T1" fmla="*/ 9 h 22"/>
                <a:gd name="T2" fmla="*/ 15 w 18"/>
                <a:gd name="T3" fmla="*/ 2 h 22"/>
                <a:gd name="T4" fmla="*/ 7 w 18"/>
                <a:gd name="T5" fmla="*/ 3 h 22"/>
                <a:gd name="T6" fmla="*/ 5 w 18"/>
                <a:gd name="T7" fmla="*/ 6 h 22"/>
                <a:gd name="T8" fmla="*/ 2 w 18"/>
                <a:gd name="T9" fmla="*/ 10 h 22"/>
                <a:gd name="T10" fmla="*/ 1 w 18"/>
                <a:gd name="T11" fmla="*/ 13 h 22"/>
                <a:gd name="T12" fmla="*/ 0 w 18"/>
                <a:gd name="T13" fmla="*/ 17 h 22"/>
                <a:gd name="T14" fmla="*/ 10 w 18"/>
                <a:gd name="T15" fmla="*/ 19 h 22"/>
                <a:gd name="T16" fmla="*/ 12 w 18"/>
                <a:gd name="T17" fmla="*/ 16 h 22"/>
                <a:gd name="T18" fmla="*/ 14 w 18"/>
                <a:gd name="T19" fmla="*/ 12 h 22"/>
                <a:gd name="T20" fmla="*/ 16 w 18"/>
                <a:gd name="T2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2">
                  <a:moveTo>
                    <a:pt x="16" y="9"/>
                  </a:moveTo>
                  <a:cubicBezTo>
                    <a:pt x="18" y="7"/>
                    <a:pt x="17" y="4"/>
                    <a:pt x="15" y="2"/>
                  </a:cubicBezTo>
                  <a:cubicBezTo>
                    <a:pt x="12" y="0"/>
                    <a:pt x="9" y="1"/>
                    <a:pt x="7" y="3"/>
                  </a:cubicBezTo>
                  <a:cubicBezTo>
                    <a:pt x="5" y="6"/>
                    <a:pt x="5" y="6"/>
                    <a:pt x="5" y="6"/>
                  </a:cubicBezTo>
                  <a:cubicBezTo>
                    <a:pt x="2" y="10"/>
                    <a:pt x="2" y="10"/>
                    <a:pt x="2" y="10"/>
                  </a:cubicBezTo>
                  <a:cubicBezTo>
                    <a:pt x="1" y="13"/>
                    <a:pt x="1" y="13"/>
                    <a:pt x="1" y="13"/>
                  </a:cubicBezTo>
                  <a:cubicBezTo>
                    <a:pt x="0" y="14"/>
                    <a:pt x="0" y="16"/>
                    <a:pt x="0" y="17"/>
                  </a:cubicBezTo>
                  <a:cubicBezTo>
                    <a:pt x="2" y="22"/>
                    <a:pt x="7" y="22"/>
                    <a:pt x="10" y="19"/>
                  </a:cubicBezTo>
                  <a:cubicBezTo>
                    <a:pt x="12" y="16"/>
                    <a:pt x="12" y="16"/>
                    <a:pt x="12" y="16"/>
                  </a:cubicBezTo>
                  <a:cubicBezTo>
                    <a:pt x="14" y="12"/>
                    <a:pt x="14" y="12"/>
                    <a:pt x="14" y="12"/>
                  </a:cubicBezTo>
                  <a:lnTo>
                    <a:pt x="16"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7" name="Freeform 141"/>
            <p:cNvSpPr>
              <a:spLocks/>
            </p:cNvSpPr>
            <p:nvPr/>
          </p:nvSpPr>
          <p:spPr bwMode="auto">
            <a:xfrm>
              <a:off x="3621088" y="3014662"/>
              <a:ext cx="42863" cy="55563"/>
            </a:xfrm>
            <a:custGeom>
              <a:avLst/>
              <a:gdLst>
                <a:gd name="T0" fmla="*/ 17 w 20"/>
                <a:gd name="T1" fmla="*/ 11 h 26"/>
                <a:gd name="T2" fmla="*/ 9 w 20"/>
                <a:gd name="T3" fmla="*/ 5 h 26"/>
                <a:gd name="T4" fmla="*/ 7 w 20"/>
                <a:gd name="T5" fmla="*/ 6 h 26"/>
                <a:gd name="T6" fmla="*/ 6 w 20"/>
                <a:gd name="T7" fmla="*/ 9 h 26"/>
                <a:gd name="T8" fmla="*/ 4 w 20"/>
                <a:gd name="T9" fmla="*/ 13 h 26"/>
                <a:gd name="T10" fmla="*/ 2 w 20"/>
                <a:gd name="T11" fmla="*/ 16 h 26"/>
                <a:gd name="T12" fmla="*/ 10 w 20"/>
                <a:gd name="T13" fmla="*/ 23 h 26"/>
                <a:gd name="T14" fmla="*/ 12 w 20"/>
                <a:gd name="T15" fmla="*/ 21 h 26"/>
                <a:gd name="T16" fmla="*/ 13 w 20"/>
                <a:gd name="T17" fmla="*/ 18 h 26"/>
                <a:gd name="T18" fmla="*/ 16 w 20"/>
                <a:gd name="T19" fmla="*/ 14 h 26"/>
                <a:gd name="T20" fmla="*/ 17 w 20"/>
                <a:gd name="T2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6">
                  <a:moveTo>
                    <a:pt x="17" y="11"/>
                  </a:moveTo>
                  <a:cubicBezTo>
                    <a:pt x="20" y="6"/>
                    <a:pt x="13" y="0"/>
                    <a:pt x="9" y="5"/>
                  </a:cubicBezTo>
                  <a:cubicBezTo>
                    <a:pt x="8" y="5"/>
                    <a:pt x="8" y="6"/>
                    <a:pt x="7" y="6"/>
                  </a:cubicBezTo>
                  <a:cubicBezTo>
                    <a:pt x="6" y="9"/>
                    <a:pt x="6" y="9"/>
                    <a:pt x="6" y="9"/>
                  </a:cubicBezTo>
                  <a:cubicBezTo>
                    <a:pt x="4" y="13"/>
                    <a:pt x="4" y="13"/>
                    <a:pt x="4" y="13"/>
                  </a:cubicBezTo>
                  <a:cubicBezTo>
                    <a:pt x="2" y="16"/>
                    <a:pt x="2" y="16"/>
                    <a:pt x="2" y="16"/>
                  </a:cubicBezTo>
                  <a:cubicBezTo>
                    <a:pt x="0" y="21"/>
                    <a:pt x="6" y="26"/>
                    <a:pt x="10" y="23"/>
                  </a:cubicBezTo>
                  <a:cubicBezTo>
                    <a:pt x="11" y="22"/>
                    <a:pt x="12" y="22"/>
                    <a:pt x="12" y="21"/>
                  </a:cubicBezTo>
                  <a:cubicBezTo>
                    <a:pt x="13" y="18"/>
                    <a:pt x="13" y="18"/>
                    <a:pt x="13" y="18"/>
                  </a:cubicBezTo>
                  <a:cubicBezTo>
                    <a:pt x="16" y="14"/>
                    <a:pt x="16" y="14"/>
                    <a:pt x="16" y="14"/>
                  </a:cubicBezTo>
                  <a:lnTo>
                    <a:pt x="17"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8" name="Freeform 142"/>
            <p:cNvSpPr>
              <a:spLocks/>
            </p:cNvSpPr>
            <p:nvPr/>
          </p:nvSpPr>
          <p:spPr bwMode="auto">
            <a:xfrm>
              <a:off x="3681413" y="2892425"/>
              <a:ext cx="38100" cy="50800"/>
            </a:xfrm>
            <a:custGeom>
              <a:avLst/>
              <a:gdLst>
                <a:gd name="T0" fmla="*/ 17 w 18"/>
                <a:gd name="T1" fmla="*/ 8 h 24"/>
                <a:gd name="T2" fmla="*/ 13 w 18"/>
                <a:gd name="T3" fmla="*/ 1 h 24"/>
                <a:gd name="T4" fmla="*/ 7 w 18"/>
                <a:gd name="T5" fmla="*/ 4 h 24"/>
                <a:gd name="T6" fmla="*/ 5 w 18"/>
                <a:gd name="T7" fmla="*/ 7 h 24"/>
                <a:gd name="T8" fmla="*/ 4 w 18"/>
                <a:gd name="T9" fmla="*/ 11 h 24"/>
                <a:gd name="T10" fmla="*/ 2 w 18"/>
                <a:gd name="T11" fmla="*/ 14 h 24"/>
                <a:gd name="T12" fmla="*/ 11 w 18"/>
                <a:gd name="T13" fmla="*/ 20 h 24"/>
                <a:gd name="T14" fmla="*/ 12 w 18"/>
                <a:gd name="T15" fmla="*/ 18 h 24"/>
                <a:gd name="T16" fmla="*/ 14 w 18"/>
                <a:gd name="T17" fmla="*/ 15 h 24"/>
                <a:gd name="T18" fmla="*/ 16 w 18"/>
                <a:gd name="T19" fmla="*/ 11 h 24"/>
                <a:gd name="T20" fmla="*/ 17 w 18"/>
                <a:gd name="T21"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4">
                  <a:moveTo>
                    <a:pt x="17" y="8"/>
                  </a:moveTo>
                  <a:cubicBezTo>
                    <a:pt x="18" y="5"/>
                    <a:pt x="16" y="1"/>
                    <a:pt x="13" y="1"/>
                  </a:cubicBezTo>
                  <a:cubicBezTo>
                    <a:pt x="10" y="0"/>
                    <a:pt x="7" y="2"/>
                    <a:pt x="7" y="4"/>
                  </a:cubicBezTo>
                  <a:cubicBezTo>
                    <a:pt x="5" y="7"/>
                    <a:pt x="5" y="7"/>
                    <a:pt x="5" y="7"/>
                  </a:cubicBezTo>
                  <a:cubicBezTo>
                    <a:pt x="4" y="11"/>
                    <a:pt x="4" y="11"/>
                    <a:pt x="4" y="11"/>
                  </a:cubicBezTo>
                  <a:cubicBezTo>
                    <a:pt x="2" y="14"/>
                    <a:pt x="2" y="14"/>
                    <a:pt x="2" y="14"/>
                  </a:cubicBezTo>
                  <a:cubicBezTo>
                    <a:pt x="0" y="19"/>
                    <a:pt x="7" y="24"/>
                    <a:pt x="11" y="20"/>
                  </a:cubicBezTo>
                  <a:cubicBezTo>
                    <a:pt x="12" y="20"/>
                    <a:pt x="12" y="19"/>
                    <a:pt x="12" y="18"/>
                  </a:cubicBezTo>
                  <a:cubicBezTo>
                    <a:pt x="14" y="15"/>
                    <a:pt x="14" y="15"/>
                    <a:pt x="14" y="15"/>
                  </a:cubicBezTo>
                  <a:cubicBezTo>
                    <a:pt x="16" y="11"/>
                    <a:pt x="16" y="11"/>
                    <a:pt x="16" y="11"/>
                  </a:cubicBezTo>
                  <a:lnTo>
                    <a:pt x="17" y="8"/>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9" name="Freeform 143"/>
            <p:cNvSpPr>
              <a:spLocks/>
            </p:cNvSpPr>
            <p:nvPr/>
          </p:nvSpPr>
          <p:spPr bwMode="auto">
            <a:xfrm>
              <a:off x="3730625" y="2755900"/>
              <a:ext cx="36513" cy="57150"/>
            </a:xfrm>
            <a:custGeom>
              <a:avLst/>
              <a:gdLst>
                <a:gd name="T0" fmla="*/ 15 w 17"/>
                <a:gd name="T1" fmla="*/ 9 h 27"/>
                <a:gd name="T2" fmla="*/ 5 w 17"/>
                <a:gd name="T3" fmla="*/ 5 h 27"/>
                <a:gd name="T4" fmla="*/ 4 w 17"/>
                <a:gd name="T5" fmla="*/ 6 h 27"/>
                <a:gd name="T6" fmla="*/ 4 w 17"/>
                <a:gd name="T7" fmla="*/ 9 h 27"/>
                <a:gd name="T8" fmla="*/ 2 w 17"/>
                <a:gd name="T9" fmla="*/ 13 h 27"/>
                <a:gd name="T10" fmla="*/ 1 w 17"/>
                <a:gd name="T11" fmla="*/ 17 h 27"/>
                <a:gd name="T12" fmla="*/ 11 w 17"/>
                <a:gd name="T13" fmla="*/ 22 h 27"/>
                <a:gd name="T14" fmla="*/ 12 w 17"/>
                <a:gd name="T15" fmla="*/ 20 h 27"/>
                <a:gd name="T16" fmla="*/ 13 w 17"/>
                <a:gd name="T17" fmla="*/ 16 h 27"/>
                <a:gd name="T18" fmla="*/ 14 w 17"/>
                <a:gd name="T19" fmla="*/ 12 h 27"/>
                <a:gd name="T20" fmla="*/ 15 w 17"/>
                <a:gd name="T21"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7">
                  <a:moveTo>
                    <a:pt x="15" y="9"/>
                  </a:moveTo>
                  <a:cubicBezTo>
                    <a:pt x="17" y="3"/>
                    <a:pt x="8" y="0"/>
                    <a:pt x="5" y="5"/>
                  </a:cubicBezTo>
                  <a:cubicBezTo>
                    <a:pt x="5" y="6"/>
                    <a:pt x="5" y="6"/>
                    <a:pt x="4" y="6"/>
                  </a:cubicBezTo>
                  <a:cubicBezTo>
                    <a:pt x="4" y="9"/>
                    <a:pt x="4" y="9"/>
                    <a:pt x="4" y="9"/>
                  </a:cubicBezTo>
                  <a:cubicBezTo>
                    <a:pt x="2" y="13"/>
                    <a:pt x="2" y="13"/>
                    <a:pt x="2" y="13"/>
                  </a:cubicBezTo>
                  <a:cubicBezTo>
                    <a:pt x="1" y="17"/>
                    <a:pt x="1" y="17"/>
                    <a:pt x="1" y="17"/>
                  </a:cubicBezTo>
                  <a:cubicBezTo>
                    <a:pt x="0" y="22"/>
                    <a:pt x="7" y="27"/>
                    <a:pt x="11" y="22"/>
                  </a:cubicBezTo>
                  <a:cubicBezTo>
                    <a:pt x="11" y="21"/>
                    <a:pt x="12" y="21"/>
                    <a:pt x="12" y="20"/>
                  </a:cubicBezTo>
                  <a:cubicBezTo>
                    <a:pt x="13" y="16"/>
                    <a:pt x="13" y="16"/>
                    <a:pt x="13" y="16"/>
                  </a:cubicBezTo>
                  <a:cubicBezTo>
                    <a:pt x="14" y="12"/>
                    <a:pt x="14" y="12"/>
                    <a:pt x="14" y="12"/>
                  </a:cubicBezTo>
                  <a:lnTo>
                    <a:pt x="15"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0" name="Freeform 144"/>
            <p:cNvSpPr>
              <a:spLocks/>
            </p:cNvSpPr>
            <p:nvPr/>
          </p:nvSpPr>
          <p:spPr bwMode="auto">
            <a:xfrm>
              <a:off x="3762375" y="2617787"/>
              <a:ext cx="31750" cy="58738"/>
            </a:xfrm>
            <a:custGeom>
              <a:avLst/>
              <a:gdLst>
                <a:gd name="T0" fmla="*/ 14 w 15"/>
                <a:gd name="T1" fmla="*/ 9 h 27"/>
                <a:gd name="T2" fmla="*/ 4 w 15"/>
                <a:gd name="T3" fmla="*/ 5 h 27"/>
                <a:gd name="T4" fmla="*/ 3 w 15"/>
                <a:gd name="T5" fmla="*/ 7 h 27"/>
                <a:gd name="T6" fmla="*/ 3 w 15"/>
                <a:gd name="T7" fmla="*/ 8 h 27"/>
                <a:gd name="T8" fmla="*/ 2 w 15"/>
                <a:gd name="T9" fmla="*/ 13 h 27"/>
                <a:gd name="T10" fmla="*/ 1 w 15"/>
                <a:gd name="T11" fmla="*/ 18 h 27"/>
                <a:gd name="T12" fmla="*/ 12 w 15"/>
                <a:gd name="T13" fmla="*/ 21 h 27"/>
                <a:gd name="T14" fmla="*/ 12 w 15"/>
                <a:gd name="T15" fmla="*/ 20 h 27"/>
                <a:gd name="T16" fmla="*/ 13 w 15"/>
                <a:gd name="T17" fmla="*/ 15 h 27"/>
                <a:gd name="T18" fmla="*/ 14 w 15"/>
                <a:gd name="T19" fmla="*/ 10 h 27"/>
                <a:gd name="T20" fmla="*/ 14 w 15"/>
                <a:gd name="T21"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27">
                  <a:moveTo>
                    <a:pt x="14" y="9"/>
                  </a:moveTo>
                  <a:cubicBezTo>
                    <a:pt x="15" y="3"/>
                    <a:pt x="8" y="0"/>
                    <a:pt x="4" y="5"/>
                  </a:cubicBezTo>
                  <a:cubicBezTo>
                    <a:pt x="4" y="6"/>
                    <a:pt x="3" y="6"/>
                    <a:pt x="3" y="7"/>
                  </a:cubicBezTo>
                  <a:cubicBezTo>
                    <a:pt x="3" y="8"/>
                    <a:pt x="3" y="8"/>
                    <a:pt x="3" y="8"/>
                  </a:cubicBezTo>
                  <a:cubicBezTo>
                    <a:pt x="2" y="13"/>
                    <a:pt x="2" y="13"/>
                    <a:pt x="2" y="13"/>
                  </a:cubicBezTo>
                  <a:cubicBezTo>
                    <a:pt x="1" y="18"/>
                    <a:pt x="1" y="18"/>
                    <a:pt x="1" y="18"/>
                  </a:cubicBezTo>
                  <a:cubicBezTo>
                    <a:pt x="0" y="24"/>
                    <a:pt x="9" y="27"/>
                    <a:pt x="12" y="21"/>
                  </a:cubicBezTo>
                  <a:cubicBezTo>
                    <a:pt x="12" y="21"/>
                    <a:pt x="12" y="20"/>
                    <a:pt x="12" y="20"/>
                  </a:cubicBezTo>
                  <a:cubicBezTo>
                    <a:pt x="13" y="15"/>
                    <a:pt x="13" y="15"/>
                    <a:pt x="13" y="15"/>
                  </a:cubicBezTo>
                  <a:cubicBezTo>
                    <a:pt x="14" y="10"/>
                    <a:pt x="14" y="10"/>
                    <a:pt x="14" y="10"/>
                  </a:cubicBezTo>
                  <a:lnTo>
                    <a:pt x="14"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1" name="Freeform 145"/>
            <p:cNvSpPr>
              <a:spLocks/>
            </p:cNvSpPr>
            <p:nvPr/>
          </p:nvSpPr>
          <p:spPr bwMode="auto">
            <a:xfrm>
              <a:off x="3695700" y="2439987"/>
              <a:ext cx="177800" cy="176213"/>
            </a:xfrm>
            <a:custGeom>
              <a:avLst/>
              <a:gdLst>
                <a:gd name="T0" fmla="*/ 0 w 112"/>
                <a:gd name="T1" fmla="*/ 96 h 111"/>
                <a:gd name="T2" fmla="*/ 69 w 112"/>
                <a:gd name="T3" fmla="*/ 0 h 111"/>
                <a:gd name="T4" fmla="*/ 112 w 112"/>
                <a:gd name="T5" fmla="*/ 111 h 111"/>
                <a:gd name="T6" fmla="*/ 0 w 112"/>
                <a:gd name="T7" fmla="*/ 96 h 111"/>
              </a:gdLst>
              <a:ahLst/>
              <a:cxnLst>
                <a:cxn ang="0">
                  <a:pos x="T0" y="T1"/>
                </a:cxn>
                <a:cxn ang="0">
                  <a:pos x="T2" y="T3"/>
                </a:cxn>
                <a:cxn ang="0">
                  <a:pos x="T4" y="T5"/>
                </a:cxn>
                <a:cxn ang="0">
                  <a:pos x="T6" y="T7"/>
                </a:cxn>
              </a:cxnLst>
              <a:rect l="0" t="0" r="r" b="b"/>
              <a:pathLst>
                <a:path w="112" h="111">
                  <a:moveTo>
                    <a:pt x="0" y="96"/>
                  </a:moveTo>
                  <a:lnTo>
                    <a:pt x="69" y="0"/>
                  </a:lnTo>
                  <a:lnTo>
                    <a:pt x="112" y="111"/>
                  </a:lnTo>
                  <a:lnTo>
                    <a:pt x="0" y="96"/>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2" name="Freeform 146"/>
            <p:cNvSpPr>
              <a:spLocks/>
            </p:cNvSpPr>
            <p:nvPr/>
          </p:nvSpPr>
          <p:spPr bwMode="auto">
            <a:xfrm>
              <a:off x="2438400" y="3830637"/>
              <a:ext cx="41275" cy="50800"/>
            </a:xfrm>
            <a:custGeom>
              <a:avLst/>
              <a:gdLst>
                <a:gd name="T0" fmla="*/ 10 w 19"/>
                <a:gd name="T1" fmla="*/ 5 h 24"/>
                <a:gd name="T2" fmla="*/ 0 w 19"/>
                <a:gd name="T3" fmla="*/ 8 h 24"/>
                <a:gd name="T4" fmla="*/ 1 w 19"/>
                <a:gd name="T5" fmla="*/ 10 h 24"/>
                <a:gd name="T6" fmla="*/ 2 w 19"/>
                <a:gd name="T7" fmla="*/ 11 h 24"/>
                <a:gd name="T8" fmla="*/ 2 w 19"/>
                <a:gd name="T9" fmla="*/ 13 h 24"/>
                <a:gd name="T10" fmla="*/ 3 w 19"/>
                <a:gd name="T11" fmla="*/ 14 h 24"/>
                <a:gd name="T12" fmla="*/ 4 w 19"/>
                <a:gd name="T13" fmla="*/ 16 h 24"/>
                <a:gd name="T14" fmla="*/ 5 w 19"/>
                <a:gd name="T15" fmla="*/ 17 h 24"/>
                <a:gd name="T16" fmla="*/ 6 w 19"/>
                <a:gd name="T17" fmla="*/ 18 h 24"/>
                <a:gd name="T18" fmla="*/ 8 w 19"/>
                <a:gd name="T19" fmla="*/ 20 h 24"/>
                <a:gd name="T20" fmla="*/ 8 w 19"/>
                <a:gd name="T21" fmla="*/ 20 h 24"/>
                <a:gd name="T22" fmla="*/ 17 w 19"/>
                <a:gd name="T23" fmla="*/ 14 h 24"/>
                <a:gd name="T24" fmla="*/ 16 w 19"/>
                <a:gd name="T25" fmla="*/ 13 h 24"/>
                <a:gd name="T26" fmla="*/ 16 w 19"/>
                <a:gd name="T27" fmla="*/ 12 h 24"/>
                <a:gd name="T28" fmla="*/ 15 w 19"/>
                <a:gd name="T29" fmla="*/ 11 h 24"/>
                <a:gd name="T30" fmla="*/ 14 w 19"/>
                <a:gd name="T31" fmla="*/ 10 h 24"/>
                <a:gd name="T32" fmla="*/ 13 w 19"/>
                <a:gd name="T33" fmla="*/ 9 h 24"/>
                <a:gd name="T34" fmla="*/ 12 w 19"/>
                <a:gd name="T35" fmla="*/ 8 h 24"/>
                <a:gd name="T36" fmla="*/ 12 w 19"/>
                <a:gd name="T37" fmla="*/ 7 h 24"/>
                <a:gd name="T38" fmla="*/ 11 w 19"/>
                <a:gd name="T39" fmla="*/ 6 h 24"/>
                <a:gd name="T40" fmla="*/ 10 w 19"/>
                <a:gd name="T41"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24">
                  <a:moveTo>
                    <a:pt x="10" y="5"/>
                  </a:moveTo>
                  <a:cubicBezTo>
                    <a:pt x="8" y="0"/>
                    <a:pt x="0" y="2"/>
                    <a:pt x="0" y="8"/>
                  </a:cubicBezTo>
                  <a:cubicBezTo>
                    <a:pt x="0" y="8"/>
                    <a:pt x="0" y="9"/>
                    <a:pt x="1" y="10"/>
                  </a:cubicBezTo>
                  <a:cubicBezTo>
                    <a:pt x="2" y="11"/>
                    <a:pt x="2" y="11"/>
                    <a:pt x="2" y="11"/>
                  </a:cubicBezTo>
                  <a:cubicBezTo>
                    <a:pt x="2" y="13"/>
                    <a:pt x="2" y="13"/>
                    <a:pt x="2" y="13"/>
                  </a:cubicBezTo>
                  <a:cubicBezTo>
                    <a:pt x="3" y="14"/>
                    <a:pt x="3" y="14"/>
                    <a:pt x="3" y="14"/>
                  </a:cubicBezTo>
                  <a:cubicBezTo>
                    <a:pt x="4" y="16"/>
                    <a:pt x="4" y="16"/>
                    <a:pt x="4" y="16"/>
                  </a:cubicBezTo>
                  <a:cubicBezTo>
                    <a:pt x="5" y="17"/>
                    <a:pt x="5" y="17"/>
                    <a:pt x="5" y="17"/>
                  </a:cubicBezTo>
                  <a:cubicBezTo>
                    <a:pt x="6" y="18"/>
                    <a:pt x="6" y="18"/>
                    <a:pt x="6" y="18"/>
                  </a:cubicBezTo>
                  <a:cubicBezTo>
                    <a:pt x="8" y="20"/>
                    <a:pt x="8" y="20"/>
                    <a:pt x="8" y="20"/>
                  </a:cubicBezTo>
                  <a:cubicBezTo>
                    <a:pt x="8" y="20"/>
                    <a:pt x="8" y="20"/>
                    <a:pt x="8" y="20"/>
                  </a:cubicBezTo>
                  <a:cubicBezTo>
                    <a:pt x="12" y="24"/>
                    <a:pt x="19" y="20"/>
                    <a:pt x="17" y="14"/>
                  </a:cubicBezTo>
                  <a:cubicBezTo>
                    <a:pt x="17" y="14"/>
                    <a:pt x="16" y="13"/>
                    <a:pt x="16" y="13"/>
                  </a:cubicBezTo>
                  <a:cubicBezTo>
                    <a:pt x="16" y="12"/>
                    <a:pt x="16" y="12"/>
                    <a:pt x="16" y="12"/>
                  </a:cubicBezTo>
                  <a:cubicBezTo>
                    <a:pt x="15" y="11"/>
                    <a:pt x="15" y="11"/>
                    <a:pt x="15" y="11"/>
                  </a:cubicBezTo>
                  <a:cubicBezTo>
                    <a:pt x="14" y="10"/>
                    <a:pt x="14" y="10"/>
                    <a:pt x="14" y="10"/>
                  </a:cubicBezTo>
                  <a:cubicBezTo>
                    <a:pt x="13" y="9"/>
                    <a:pt x="13" y="9"/>
                    <a:pt x="13" y="9"/>
                  </a:cubicBezTo>
                  <a:cubicBezTo>
                    <a:pt x="12" y="8"/>
                    <a:pt x="12" y="8"/>
                    <a:pt x="12" y="8"/>
                  </a:cubicBezTo>
                  <a:cubicBezTo>
                    <a:pt x="12" y="7"/>
                    <a:pt x="12" y="7"/>
                    <a:pt x="12" y="7"/>
                  </a:cubicBezTo>
                  <a:cubicBezTo>
                    <a:pt x="11" y="6"/>
                    <a:pt x="11" y="6"/>
                    <a:pt x="11" y="6"/>
                  </a:cubicBezTo>
                  <a:lnTo>
                    <a:pt x="10" y="5"/>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3" name="Freeform 147"/>
            <p:cNvSpPr>
              <a:spLocks/>
            </p:cNvSpPr>
            <p:nvPr/>
          </p:nvSpPr>
          <p:spPr bwMode="auto">
            <a:xfrm>
              <a:off x="2573338" y="3825875"/>
              <a:ext cx="53975" cy="30163"/>
            </a:xfrm>
            <a:custGeom>
              <a:avLst/>
              <a:gdLst>
                <a:gd name="T0" fmla="*/ 19 w 25"/>
                <a:gd name="T1" fmla="*/ 11 h 14"/>
                <a:gd name="T2" fmla="*/ 18 w 25"/>
                <a:gd name="T3" fmla="*/ 0 h 14"/>
                <a:gd name="T4" fmla="*/ 17 w 25"/>
                <a:gd name="T5" fmla="*/ 0 h 14"/>
                <a:gd name="T6" fmla="*/ 14 w 25"/>
                <a:gd name="T7" fmla="*/ 1 h 14"/>
                <a:gd name="T8" fmla="*/ 12 w 25"/>
                <a:gd name="T9" fmla="*/ 2 h 14"/>
                <a:gd name="T10" fmla="*/ 9 w 25"/>
                <a:gd name="T11" fmla="*/ 2 h 14"/>
                <a:gd name="T12" fmla="*/ 7 w 25"/>
                <a:gd name="T13" fmla="*/ 3 h 14"/>
                <a:gd name="T14" fmla="*/ 6 w 25"/>
                <a:gd name="T15" fmla="*/ 3 h 14"/>
                <a:gd name="T16" fmla="*/ 7 w 25"/>
                <a:gd name="T17" fmla="*/ 14 h 14"/>
                <a:gd name="T18" fmla="*/ 9 w 25"/>
                <a:gd name="T19" fmla="*/ 14 h 14"/>
                <a:gd name="T20" fmla="*/ 9 w 25"/>
                <a:gd name="T21" fmla="*/ 14 h 14"/>
                <a:gd name="T22" fmla="*/ 12 w 25"/>
                <a:gd name="T23" fmla="*/ 13 h 14"/>
                <a:gd name="T24" fmla="*/ 14 w 25"/>
                <a:gd name="T25" fmla="*/ 12 h 14"/>
                <a:gd name="T26" fmla="*/ 17 w 25"/>
                <a:gd name="T27" fmla="*/ 12 h 14"/>
                <a:gd name="T28" fmla="*/ 19 w 25"/>
                <a:gd name="T29"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4">
                  <a:moveTo>
                    <a:pt x="19" y="11"/>
                  </a:moveTo>
                  <a:cubicBezTo>
                    <a:pt x="25" y="9"/>
                    <a:pt x="25" y="1"/>
                    <a:pt x="18" y="0"/>
                  </a:cubicBezTo>
                  <a:cubicBezTo>
                    <a:pt x="18" y="0"/>
                    <a:pt x="17" y="0"/>
                    <a:pt x="17" y="0"/>
                  </a:cubicBezTo>
                  <a:cubicBezTo>
                    <a:pt x="14" y="1"/>
                    <a:pt x="14" y="1"/>
                    <a:pt x="14" y="1"/>
                  </a:cubicBezTo>
                  <a:cubicBezTo>
                    <a:pt x="12" y="2"/>
                    <a:pt x="12" y="2"/>
                    <a:pt x="12" y="2"/>
                  </a:cubicBezTo>
                  <a:cubicBezTo>
                    <a:pt x="9" y="2"/>
                    <a:pt x="9" y="2"/>
                    <a:pt x="9" y="2"/>
                  </a:cubicBezTo>
                  <a:cubicBezTo>
                    <a:pt x="7" y="3"/>
                    <a:pt x="7" y="3"/>
                    <a:pt x="7" y="3"/>
                  </a:cubicBezTo>
                  <a:cubicBezTo>
                    <a:pt x="6" y="3"/>
                    <a:pt x="6" y="3"/>
                    <a:pt x="6" y="3"/>
                  </a:cubicBezTo>
                  <a:cubicBezTo>
                    <a:pt x="0" y="4"/>
                    <a:pt x="1" y="13"/>
                    <a:pt x="7" y="14"/>
                  </a:cubicBezTo>
                  <a:cubicBezTo>
                    <a:pt x="8" y="14"/>
                    <a:pt x="8" y="14"/>
                    <a:pt x="9" y="14"/>
                  </a:cubicBezTo>
                  <a:cubicBezTo>
                    <a:pt x="9" y="14"/>
                    <a:pt x="9" y="14"/>
                    <a:pt x="9" y="14"/>
                  </a:cubicBezTo>
                  <a:cubicBezTo>
                    <a:pt x="12" y="13"/>
                    <a:pt x="12" y="13"/>
                    <a:pt x="12" y="13"/>
                  </a:cubicBezTo>
                  <a:cubicBezTo>
                    <a:pt x="14" y="12"/>
                    <a:pt x="14" y="12"/>
                    <a:pt x="14" y="12"/>
                  </a:cubicBezTo>
                  <a:cubicBezTo>
                    <a:pt x="17" y="12"/>
                    <a:pt x="17" y="12"/>
                    <a:pt x="17" y="12"/>
                  </a:cubicBezTo>
                  <a:lnTo>
                    <a:pt x="19"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4" name="Freeform 148"/>
            <p:cNvSpPr>
              <a:spLocks/>
            </p:cNvSpPr>
            <p:nvPr/>
          </p:nvSpPr>
          <p:spPr bwMode="auto">
            <a:xfrm>
              <a:off x="2703513" y="3770312"/>
              <a:ext cx="55563" cy="38100"/>
            </a:xfrm>
            <a:custGeom>
              <a:avLst/>
              <a:gdLst>
                <a:gd name="T0" fmla="*/ 20 w 26"/>
                <a:gd name="T1" fmla="*/ 12 h 18"/>
                <a:gd name="T2" fmla="*/ 16 w 26"/>
                <a:gd name="T3" fmla="*/ 2 h 18"/>
                <a:gd name="T4" fmla="*/ 15 w 26"/>
                <a:gd name="T5" fmla="*/ 2 h 18"/>
                <a:gd name="T6" fmla="*/ 13 w 26"/>
                <a:gd name="T7" fmla="*/ 3 h 18"/>
                <a:gd name="T8" fmla="*/ 11 w 26"/>
                <a:gd name="T9" fmla="*/ 4 h 18"/>
                <a:gd name="T10" fmla="*/ 8 w 26"/>
                <a:gd name="T11" fmla="*/ 6 h 18"/>
                <a:gd name="T12" fmla="*/ 6 w 26"/>
                <a:gd name="T13" fmla="*/ 7 h 18"/>
                <a:gd name="T14" fmla="*/ 8 w 26"/>
                <a:gd name="T15" fmla="*/ 17 h 18"/>
                <a:gd name="T16" fmla="*/ 10 w 26"/>
                <a:gd name="T17" fmla="*/ 17 h 18"/>
                <a:gd name="T18" fmla="*/ 13 w 26"/>
                <a:gd name="T19" fmla="*/ 16 h 18"/>
                <a:gd name="T20" fmla="*/ 15 w 26"/>
                <a:gd name="T21" fmla="*/ 14 h 18"/>
                <a:gd name="T22" fmla="*/ 18 w 26"/>
                <a:gd name="T23" fmla="*/ 13 h 18"/>
                <a:gd name="T24" fmla="*/ 20 w 26"/>
                <a:gd name="T25"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8">
                  <a:moveTo>
                    <a:pt x="20" y="12"/>
                  </a:moveTo>
                  <a:cubicBezTo>
                    <a:pt x="26" y="9"/>
                    <a:pt x="23" y="0"/>
                    <a:pt x="16" y="2"/>
                  </a:cubicBezTo>
                  <a:cubicBezTo>
                    <a:pt x="16" y="2"/>
                    <a:pt x="16" y="2"/>
                    <a:pt x="15" y="2"/>
                  </a:cubicBezTo>
                  <a:cubicBezTo>
                    <a:pt x="13" y="3"/>
                    <a:pt x="13" y="3"/>
                    <a:pt x="13" y="3"/>
                  </a:cubicBezTo>
                  <a:cubicBezTo>
                    <a:pt x="11" y="4"/>
                    <a:pt x="11" y="4"/>
                    <a:pt x="11" y="4"/>
                  </a:cubicBezTo>
                  <a:cubicBezTo>
                    <a:pt x="8" y="6"/>
                    <a:pt x="8" y="6"/>
                    <a:pt x="8" y="6"/>
                  </a:cubicBezTo>
                  <a:cubicBezTo>
                    <a:pt x="6" y="7"/>
                    <a:pt x="6" y="7"/>
                    <a:pt x="6" y="7"/>
                  </a:cubicBezTo>
                  <a:cubicBezTo>
                    <a:pt x="0" y="9"/>
                    <a:pt x="2" y="18"/>
                    <a:pt x="8" y="17"/>
                  </a:cubicBezTo>
                  <a:cubicBezTo>
                    <a:pt x="9" y="17"/>
                    <a:pt x="10" y="17"/>
                    <a:pt x="10" y="17"/>
                  </a:cubicBezTo>
                  <a:cubicBezTo>
                    <a:pt x="13" y="16"/>
                    <a:pt x="13" y="16"/>
                    <a:pt x="13" y="16"/>
                  </a:cubicBezTo>
                  <a:cubicBezTo>
                    <a:pt x="15" y="14"/>
                    <a:pt x="15" y="14"/>
                    <a:pt x="15" y="14"/>
                  </a:cubicBezTo>
                  <a:cubicBezTo>
                    <a:pt x="18" y="13"/>
                    <a:pt x="18" y="13"/>
                    <a:pt x="18" y="13"/>
                  </a:cubicBezTo>
                  <a:lnTo>
                    <a:pt x="20"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5" name="Freeform 149"/>
            <p:cNvSpPr>
              <a:spLocks/>
            </p:cNvSpPr>
            <p:nvPr/>
          </p:nvSpPr>
          <p:spPr bwMode="auto">
            <a:xfrm>
              <a:off x="2825750" y="3702050"/>
              <a:ext cx="53975" cy="38100"/>
            </a:xfrm>
            <a:custGeom>
              <a:avLst/>
              <a:gdLst>
                <a:gd name="T0" fmla="*/ 20 w 25"/>
                <a:gd name="T1" fmla="*/ 10 h 18"/>
                <a:gd name="T2" fmla="*/ 17 w 25"/>
                <a:gd name="T3" fmla="*/ 0 h 18"/>
                <a:gd name="T4" fmla="*/ 14 w 25"/>
                <a:gd name="T5" fmla="*/ 1 h 18"/>
                <a:gd name="T6" fmla="*/ 13 w 25"/>
                <a:gd name="T7" fmla="*/ 2 h 18"/>
                <a:gd name="T8" fmla="*/ 10 w 25"/>
                <a:gd name="T9" fmla="*/ 4 h 18"/>
                <a:gd name="T10" fmla="*/ 7 w 25"/>
                <a:gd name="T11" fmla="*/ 6 h 18"/>
                <a:gd name="T12" fmla="*/ 5 w 25"/>
                <a:gd name="T13" fmla="*/ 7 h 18"/>
                <a:gd name="T14" fmla="*/ 9 w 25"/>
                <a:gd name="T15" fmla="*/ 17 h 18"/>
                <a:gd name="T16" fmla="*/ 11 w 25"/>
                <a:gd name="T17" fmla="*/ 16 h 18"/>
                <a:gd name="T18" fmla="*/ 13 w 25"/>
                <a:gd name="T19" fmla="*/ 15 h 18"/>
                <a:gd name="T20" fmla="*/ 16 w 25"/>
                <a:gd name="T21" fmla="*/ 13 h 18"/>
                <a:gd name="T22" fmla="*/ 19 w 25"/>
                <a:gd name="T23" fmla="*/ 11 h 18"/>
                <a:gd name="T24" fmla="*/ 20 w 25"/>
                <a:gd name="T25"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8">
                  <a:moveTo>
                    <a:pt x="20" y="10"/>
                  </a:moveTo>
                  <a:cubicBezTo>
                    <a:pt x="25" y="7"/>
                    <a:pt x="22" y="0"/>
                    <a:pt x="17" y="0"/>
                  </a:cubicBezTo>
                  <a:cubicBezTo>
                    <a:pt x="16" y="0"/>
                    <a:pt x="15" y="0"/>
                    <a:pt x="14" y="1"/>
                  </a:cubicBezTo>
                  <a:cubicBezTo>
                    <a:pt x="13" y="2"/>
                    <a:pt x="13" y="2"/>
                    <a:pt x="13" y="2"/>
                  </a:cubicBezTo>
                  <a:cubicBezTo>
                    <a:pt x="10" y="4"/>
                    <a:pt x="10" y="4"/>
                    <a:pt x="10" y="4"/>
                  </a:cubicBezTo>
                  <a:cubicBezTo>
                    <a:pt x="7" y="6"/>
                    <a:pt x="7" y="6"/>
                    <a:pt x="7" y="6"/>
                  </a:cubicBezTo>
                  <a:cubicBezTo>
                    <a:pt x="5" y="7"/>
                    <a:pt x="5" y="7"/>
                    <a:pt x="5" y="7"/>
                  </a:cubicBezTo>
                  <a:cubicBezTo>
                    <a:pt x="0" y="10"/>
                    <a:pt x="3" y="18"/>
                    <a:pt x="9" y="17"/>
                  </a:cubicBezTo>
                  <a:cubicBezTo>
                    <a:pt x="9" y="17"/>
                    <a:pt x="10" y="17"/>
                    <a:pt x="11" y="16"/>
                  </a:cubicBezTo>
                  <a:cubicBezTo>
                    <a:pt x="13" y="15"/>
                    <a:pt x="13" y="15"/>
                    <a:pt x="13" y="15"/>
                  </a:cubicBezTo>
                  <a:cubicBezTo>
                    <a:pt x="16" y="13"/>
                    <a:pt x="16" y="13"/>
                    <a:pt x="16" y="13"/>
                  </a:cubicBezTo>
                  <a:cubicBezTo>
                    <a:pt x="19" y="11"/>
                    <a:pt x="19" y="11"/>
                    <a:pt x="19" y="11"/>
                  </a:cubicBezTo>
                  <a:lnTo>
                    <a:pt x="20" y="10"/>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6" name="Freeform 150"/>
            <p:cNvSpPr>
              <a:spLocks/>
            </p:cNvSpPr>
            <p:nvPr/>
          </p:nvSpPr>
          <p:spPr bwMode="auto">
            <a:xfrm>
              <a:off x="2940050" y="3614737"/>
              <a:ext cx="46038" cy="44450"/>
            </a:xfrm>
            <a:custGeom>
              <a:avLst/>
              <a:gdLst>
                <a:gd name="T0" fmla="*/ 20 w 22"/>
                <a:gd name="T1" fmla="*/ 12 h 21"/>
                <a:gd name="T2" fmla="*/ 22 w 22"/>
                <a:gd name="T3" fmla="*/ 6 h 21"/>
                <a:gd name="T4" fmla="*/ 13 w 22"/>
                <a:gd name="T5" fmla="*/ 3 h 21"/>
                <a:gd name="T6" fmla="*/ 12 w 22"/>
                <a:gd name="T7" fmla="*/ 4 h 21"/>
                <a:gd name="T8" fmla="*/ 9 w 22"/>
                <a:gd name="T9" fmla="*/ 6 h 21"/>
                <a:gd name="T10" fmla="*/ 6 w 22"/>
                <a:gd name="T11" fmla="*/ 9 h 21"/>
                <a:gd name="T12" fmla="*/ 5 w 22"/>
                <a:gd name="T13" fmla="*/ 10 h 21"/>
                <a:gd name="T14" fmla="*/ 10 w 22"/>
                <a:gd name="T15" fmla="*/ 19 h 21"/>
                <a:gd name="T16" fmla="*/ 11 w 22"/>
                <a:gd name="T17" fmla="*/ 18 h 21"/>
                <a:gd name="T18" fmla="*/ 13 w 22"/>
                <a:gd name="T19" fmla="*/ 17 h 21"/>
                <a:gd name="T20" fmla="*/ 16 w 22"/>
                <a:gd name="T21" fmla="*/ 15 h 21"/>
                <a:gd name="T22" fmla="*/ 19 w 22"/>
                <a:gd name="T23" fmla="*/ 12 h 21"/>
                <a:gd name="T24" fmla="*/ 20 w 22"/>
                <a:gd name="T2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1">
                  <a:moveTo>
                    <a:pt x="20" y="12"/>
                  </a:moveTo>
                  <a:cubicBezTo>
                    <a:pt x="22" y="10"/>
                    <a:pt x="22" y="8"/>
                    <a:pt x="22" y="6"/>
                  </a:cubicBezTo>
                  <a:cubicBezTo>
                    <a:pt x="21" y="2"/>
                    <a:pt x="16" y="0"/>
                    <a:pt x="13" y="3"/>
                  </a:cubicBezTo>
                  <a:cubicBezTo>
                    <a:pt x="12" y="4"/>
                    <a:pt x="12" y="4"/>
                    <a:pt x="12" y="4"/>
                  </a:cubicBezTo>
                  <a:cubicBezTo>
                    <a:pt x="9" y="6"/>
                    <a:pt x="9" y="6"/>
                    <a:pt x="9" y="6"/>
                  </a:cubicBezTo>
                  <a:cubicBezTo>
                    <a:pt x="6" y="9"/>
                    <a:pt x="6" y="9"/>
                    <a:pt x="6" y="9"/>
                  </a:cubicBezTo>
                  <a:cubicBezTo>
                    <a:pt x="5" y="10"/>
                    <a:pt x="5" y="10"/>
                    <a:pt x="5" y="10"/>
                  </a:cubicBezTo>
                  <a:cubicBezTo>
                    <a:pt x="0" y="14"/>
                    <a:pt x="4" y="21"/>
                    <a:pt x="10" y="19"/>
                  </a:cubicBezTo>
                  <a:cubicBezTo>
                    <a:pt x="11" y="19"/>
                    <a:pt x="11" y="19"/>
                    <a:pt x="11" y="18"/>
                  </a:cubicBezTo>
                  <a:cubicBezTo>
                    <a:pt x="13" y="17"/>
                    <a:pt x="13" y="17"/>
                    <a:pt x="13" y="17"/>
                  </a:cubicBezTo>
                  <a:cubicBezTo>
                    <a:pt x="16" y="15"/>
                    <a:pt x="16" y="15"/>
                    <a:pt x="16" y="15"/>
                  </a:cubicBezTo>
                  <a:cubicBezTo>
                    <a:pt x="19" y="12"/>
                    <a:pt x="19" y="12"/>
                    <a:pt x="19" y="12"/>
                  </a:cubicBezTo>
                  <a:lnTo>
                    <a:pt x="20"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7" name="Freeform 151"/>
            <p:cNvSpPr>
              <a:spLocks/>
            </p:cNvSpPr>
            <p:nvPr/>
          </p:nvSpPr>
          <p:spPr bwMode="auto">
            <a:xfrm>
              <a:off x="3046413" y="3522662"/>
              <a:ext cx="49213" cy="44450"/>
            </a:xfrm>
            <a:custGeom>
              <a:avLst/>
              <a:gdLst>
                <a:gd name="T0" fmla="*/ 19 w 23"/>
                <a:gd name="T1" fmla="*/ 11 h 21"/>
                <a:gd name="T2" fmla="*/ 15 w 23"/>
                <a:gd name="T3" fmla="*/ 2 h 21"/>
                <a:gd name="T4" fmla="*/ 12 w 23"/>
                <a:gd name="T5" fmla="*/ 3 h 21"/>
                <a:gd name="T6" fmla="*/ 11 w 23"/>
                <a:gd name="T7" fmla="*/ 4 h 21"/>
                <a:gd name="T8" fmla="*/ 8 w 23"/>
                <a:gd name="T9" fmla="*/ 7 h 21"/>
                <a:gd name="T10" fmla="*/ 5 w 23"/>
                <a:gd name="T11" fmla="*/ 10 h 21"/>
                <a:gd name="T12" fmla="*/ 4 w 23"/>
                <a:gd name="T13" fmla="*/ 10 h 21"/>
                <a:gd name="T14" fmla="*/ 10 w 23"/>
                <a:gd name="T15" fmla="*/ 19 h 21"/>
                <a:gd name="T16" fmla="*/ 11 w 23"/>
                <a:gd name="T17" fmla="*/ 18 h 21"/>
                <a:gd name="T18" fmla="*/ 12 w 23"/>
                <a:gd name="T19" fmla="*/ 17 h 21"/>
                <a:gd name="T20" fmla="*/ 15 w 23"/>
                <a:gd name="T21" fmla="*/ 15 h 21"/>
                <a:gd name="T22" fmla="*/ 19 w 23"/>
                <a:gd name="T23" fmla="*/ 12 h 21"/>
                <a:gd name="T24" fmla="*/ 19 w 23"/>
                <a:gd name="T25"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21">
                  <a:moveTo>
                    <a:pt x="19" y="11"/>
                  </a:moveTo>
                  <a:cubicBezTo>
                    <a:pt x="23" y="7"/>
                    <a:pt x="20" y="0"/>
                    <a:pt x="15" y="2"/>
                  </a:cubicBezTo>
                  <a:cubicBezTo>
                    <a:pt x="14" y="2"/>
                    <a:pt x="13" y="2"/>
                    <a:pt x="12" y="3"/>
                  </a:cubicBezTo>
                  <a:cubicBezTo>
                    <a:pt x="11" y="4"/>
                    <a:pt x="11" y="4"/>
                    <a:pt x="11" y="4"/>
                  </a:cubicBezTo>
                  <a:cubicBezTo>
                    <a:pt x="8" y="7"/>
                    <a:pt x="8" y="7"/>
                    <a:pt x="8" y="7"/>
                  </a:cubicBezTo>
                  <a:cubicBezTo>
                    <a:pt x="5" y="10"/>
                    <a:pt x="5" y="10"/>
                    <a:pt x="5" y="10"/>
                  </a:cubicBezTo>
                  <a:cubicBezTo>
                    <a:pt x="4" y="10"/>
                    <a:pt x="4" y="10"/>
                    <a:pt x="4" y="10"/>
                  </a:cubicBezTo>
                  <a:cubicBezTo>
                    <a:pt x="0" y="14"/>
                    <a:pt x="4" y="21"/>
                    <a:pt x="10" y="19"/>
                  </a:cubicBezTo>
                  <a:cubicBezTo>
                    <a:pt x="10" y="19"/>
                    <a:pt x="11" y="19"/>
                    <a:pt x="11" y="18"/>
                  </a:cubicBezTo>
                  <a:cubicBezTo>
                    <a:pt x="12" y="17"/>
                    <a:pt x="12" y="17"/>
                    <a:pt x="12" y="17"/>
                  </a:cubicBezTo>
                  <a:cubicBezTo>
                    <a:pt x="15" y="15"/>
                    <a:pt x="15" y="15"/>
                    <a:pt x="15" y="15"/>
                  </a:cubicBezTo>
                  <a:cubicBezTo>
                    <a:pt x="19" y="12"/>
                    <a:pt x="19" y="12"/>
                    <a:pt x="19" y="12"/>
                  </a:cubicBezTo>
                  <a:lnTo>
                    <a:pt x="19"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8" name="Freeform 152"/>
            <p:cNvSpPr>
              <a:spLocks/>
            </p:cNvSpPr>
            <p:nvPr/>
          </p:nvSpPr>
          <p:spPr bwMode="auto">
            <a:xfrm>
              <a:off x="3144838" y="3419475"/>
              <a:ext cx="52388" cy="49213"/>
            </a:xfrm>
            <a:custGeom>
              <a:avLst/>
              <a:gdLst>
                <a:gd name="T0" fmla="*/ 19 w 24"/>
                <a:gd name="T1" fmla="*/ 12 h 23"/>
                <a:gd name="T2" fmla="*/ 13 w 24"/>
                <a:gd name="T3" fmla="*/ 3 h 23"/>
                <a:gd name="T4" fmla="*/ 11 w 24"/>
                <a:gd name="T5" fmla="*/ 4 h 23"/>
                <a:gd name="T6" fmla="*/ 9 w 24"/>
                <a:gd name="T7" fmla="*/ 6 h 23"/>
                <a:gd name="T8" fmla="*/ 6 w 24"/>
                <a:gd name="T9" fmla="*/ 10 h 23"/>
                <a:gd name="T10" fmla="*/ 4 w 24"/>
                <a:gd name="T11" fmla="*/ 12 h 23"/>
                <a:gd name="T12" fmla="*/ 10 w 24"/>
                <a:gd name="T13" fmla="*/ 21 h 23"/>
                <a:gd name="T14" fmla="*/ 12 w 24"/>
                <a:gd name="T15" fmla="*/ 20 h 23"/>
                <a:gd name="T16" fmla="*/ 15 w 24"/>
                <a:gd name="T17" fmla="*/ 17 h 23"/>
                <a:gd name="T18" fmla="*/ 17 w 24"/>
                <a:gd name="T19" fmla="*/ 14 h 23"/>
                <a:gd name="T20" fmla="*/ 19 w 24"/>
                <a:gd name="T2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3">
                  <a:moveTo>
                    <a:pt x="19" y="12"/>
                  </a:moveTo>
                  <a:cubicBezTo>
                    <a:pt x="24" y="7"/>
                    <a:pt x="18" y="0"/>
                    <a:pt x="13" y="3"/>
                  </a:cubicBezTo>
                  <a:cubicBezTo>
                    <a:pt x="12" y="3"/>
                    <a:pt x="12" y="4"/>
                    <a:pt x="11" y="4"/>
                  </a:cubicBezTo>
                  <a:cubicBezTo>
                    <a:pt x="9" y="6"/>
                    <a:pt x="9" y="6"/>
                    <a:pt x="9" y="6"/>
                  </a:cubicBezTo>
                  <a:cubicBezTo>
                    <a:pt x="6" y="10"/>
                    <a:pt x="6" y="10"/>
                    <a:pt x="6" y="10"/>
                  </a:cubicBezTo>
                  <a:cubicBezTo>
                    <a:pt x="4" y="12"/>
                    <a:pt x="4" y="12"/>
                    <a:pt x="4" y="12"/>
                  </a:cubicBezTo>
                  <a:cubicBezTo>
                    <a:pt x="0" y="17"/>
                    <a:pt x="5" y="23"/>
                    <a:pt x="10" y="21"/>
                  </a:cubicBezTo>
                  <a:cubicBezTo>
                    <a:pt x="11" y="21"/>
                    <a:pt x="12" y="20"/>
                    <a:pt x="12" y="20"/>
                  </a:cubicBezTo>
                  <a:cubicBezTo>
                    <a:pt x="15" y="17"/>
                    <a:pt x="15" y="17"/>
                    <a:pt x="15" y="17"/>
                  </a:cubicBezTo>
                  <a:cubicBezTo>
                    <a:pt x="17" y="14"/>
                    <a:pt x="17" y="14"/>
                    <a:pt x="17" y="14"/>
                  </a:cubicBezTo>
                  <a:lnTo>
                    <a:pt x="19"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9" name="Freeform 153"/>
            <p:cNvSpPr>
              <a:spLocks/>
            </p:cNvSpPr>
            <p:nvPr/>
          </p:nvSpPr>
          <p:spPr bwMode="auto">
            <a:xfrm>
              <a:off x="3236913" y="3316287"/>
              <a:ext cx="47625" cy="47625"/>
            </a:xfrm>
            <a:custGeom>
              <a:avLst/>
              <a:gdLst>
                <a:gd name="T0" fmla="*/ 19 w 22"/>
                <a:gd name="T1" fmla="*/ 9 h 22"/>
                <a:gd name="T2" fmla="*/ 14 w 22"/>
                <a:gd name="T3" fmla="*/ 0 h 22"/>
                <a:gd name="T4" fmla="*/ 10 w 22"/>
                <a:gd name="T5" fmla="*/ 2 h 22"/>
                <a:gd name="T6" fmla="*/ 8 w 22"/>
                <a:gd name="T7" fmla="*/ 5 h 22"/>
                <a:gd name="T8" fmla="*/ 6 w 22"/>
                <a:gd name="T9" fmla="*/ 8 h 22"/>
                <a:gd name="T10" fmla="*/ 4 w 22"/>
                <a:gd name="T11" fmla="*/ 11 h 22"/>
                <a:gd name="T12" fmla="*/ 11 w 22"/>
                <a:gd name="T13" fmla="*/ 19 h 22"/>
                <a:gd name="T14" fmla="*/ 12 w 22"/>
                <a:gd name="T15" fmla="*/ 18 h 22"/>
                <a:gd name="T16" fmla="*/ 14 w 22"/>
                <a:gd name="T17" fmla="*/ 15 h 22"/>
                <a:gd name="T18" fmla="*/ 17 w 22"/>
                <a:gd name="T19" fmla="*/ 12 h 22"/>
                <a:gd name="T20" fmla="*/ 19 w 22"/>
                <a:gd name="T2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2">
                  <a:moveTo>
                    <a:pt x="19" y="9"/>
                  </a:moveTo>
                  <a:cubicBezTo>
                    <a:pt x="22" y="5"/>
                    <a:pt x="19" y="0"/>
                    <a:pt x="14" y="0"/>
                  </a:cubicBezTo>
                  <a:cubicBezTo>
                    <a:pt x="12" y="0"/>
                    <a:pt x="11" y="1"/>
                    <a:pt x="10" y="2"/>
                  </a:cubicBezTo>
                  <a:cubicBezTo>
                    <a:pt x="8" y="5"/>
                    <a:pt x="8" y="5"/>
                    <a:pt x="8" y="5"/>
                  </a:cubicBezTo>
                  <a:cubicBezTo>
                    <a:pt x="6" y="8"/>
                    <a:pt x="6" y="8"/>
                    <a:pt x="6" y="8"/>
                  </a:cubicBezTo>
                  <a:cubicBezTo>
                    <a:pt x="4" y="11"/>
                    <a:pt x="4" y="11"/>
                    <a:pt x="4" y="11"/>
                  </a:cubicBezTo>
                  <a:cubicBezTo>
                    <a:pt x="0" y="16"/>
                    <a:pt x="6" y="22"/>
                    <a:pt x="11" y="19"/>
                  </a:cubicBezTo>
                  <a:cubicBezTo>
                    <a:pt x="11" y="18"/>
                    <a:pt x="12" y="18"/>
                    <a:pt x="12" y="18"/>
                  </a:cubicBezTo>
                  <a:cubicBezTo>
                    <a:pt x="14" y="15"/>
                    <a:pt x="14" y="15"/>
                    <a:pt x="14" y="15"/>
                  </a:cubicBezTo>
                  <a:cubicBezTo>
                    <a:pt x="17" y="12"/>
                    <a:pt x="17" y="12"/>
                    <a:pt x="17" y="12"/>
                  </a:cubicBezTo>
                  <a:lnTo>
                    <a:pt x="19"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0" name="Freeform 154"/>
            <p:cNvSpPr>
              <a:spLocks/>
            </p:cNvSpPr>
            <p:nvPr/>
          </p:nvSpPr>
          <p:spPr bwMode="auto">
            <a:xfrm>
              <a:off x="3321050" y="3200400"/>
              <a:ext cx="42863" cy="49213"/>
            </a:xfrm>
            <a:custGeom>
              <a:avLst/>
              <a:gdLst>
                <a:gd name="T0" fmla="*/ 18 w 20"/>
                <a:gd name="T1" fmla="*/ 9 h 23"/>
                <a:gd name="T2" fmla="*/ 19 w 20"/>
                <a:gd name="T3" fmla="*/ 4 h 23"/>
                <a:gd name="T4" fmla="*/ 9 w 20"/>
                <a:gd name="T5" fmla="*/ 3 h 23"/>
                <a:gd name="T6" fmla="*/ 8 w 20"/>
                <a:gd name="T7" fmla="*/ 6 h 23"/>
                <a:gd name="T8" fmla="*/ 5 w 20"/>
                <a:gd name="T9" fmla="*/ 9 h 23"/>
                <a:gd name="T10" fmla="*/ 3 w 20"/>
                <a:gd name="T11" fmla="*/ 12 h 23"/>
                <a:gd name="T12" fmla="*/ 11 w 20"/>
                <a:gd name="T13" fmla="*/ 20 h 23"/>
                <a:gd name="T14" fmla="*/ 12 w 20"/>
                <a:gd name="T15" fmla="*/ 18 h 23"/>
                <a:gd name="T16" fmla="*/ 14 w 20"/>
                <a:gd name="T17" fmla="*/ 16 h 23"/>
                <a:gd name="T18" fmla="*/ 17 w 20"/>
                <a:gd name="T19" fmla="*/ 12 h 23"/>
                <a:gd name="T20" fmla="*/ 18 w 20"/>
                <a:gd name="T2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3">
                  <a:moveTo>
                    <a:pt x="18" y="9"/>
                  </a:moveTo>
                  <a:cubicBezTo>
                    <a:pt x="20" y="8"/>
                    <a:pt x="20" y="6"/>
                    <a:pt x="19" y="4"/>
                  </a:cubicBezTo>
                  <a:cubicBezTo>
                    <a:pt x="17" y="0"/>
                    <a:pt x="12" y="0"/>
                    <a:pt x="9" y="3"/>
                  </a:cubicBezTo>
                  <a:cubicBezTo>
                    <a:pt x="8" y="6"/>
                    <a:pt x="8" y="6"/>
                    <a:pt x="8" y="6"/>
                  </a:cubicBezTo>
                  <a:cubicBezTo>
                    <a:pt x="5" y="9"/>
                    <a:pt x="5" y="9"/>
                    <a:pt x="5" y="9"/>
                  </a:cubicBezTo>
                  <a:cubicBezTo>
                    <a:pt x="3" y="12"/>
                    <a:pt x="3" y="12"/>
                    <a:pt x="3" y="12"/>
                  </a:cubicBezTo>
                  <a:cubicBezTo>
                    <a:pt x="0" y="17"/>
                    <a:pt x="6" y="23"/>
                    <a:pt x="11" y="20"/>
                  </a:cubicBezTo>
                  <a:cubicBezTo>
                    <a:pt x="11" y="19"/>
                    <a:pt x="12" y="19"/>
                    <a:pt x="12" y="18"/>
                  </a:cubicBezTo>
                  <a:cubicBezTo>
                    <a:pt x="14" y="16"/>
                    <a:pt x="14" y="16"/>
                    <a:pt x="14" y="16"/>
                  </a:cubicBezTo>
                  <a:cubicBezTo>
                    <a:pt x="17" y="12"/>
                    <a:pt x="17" y="12"/>
                    <a:pt x="17" y="12"/>
                  </a:cubicBezTo>
                  <a:lnTo>
                    <a:pt x="18"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1" name="Freeform 155"/>
            <p:cNvSpPr>
              <a:spLocks/>
            </p:cNvSpPr>
            <p:nvPr/>
          </p:nvSpPr>
          <p:spPr bwMode="auto">
            <a:xfrm>
              <a:off x="3395663" y="3076575"/>
              <a:ext cx="42863" cy="53975"/>
            </a:xfrm>
            <a:custGeom>
              <a:avLst/>
              <a:gdLst>
                <a:gd name="T0" fmla="*/ 17 w 20"/>
                <a:gd name="T1" fmla="*/ 11 h 25"/>
                <a:gd name="T2" fmla="*/ 9 w 20"/>
                <a:gd name="T3" fmla="*/ 4 h 25"/>
                <a:gd name="T4" fmla="*/ 8 w 20"/>
                <a:gd name="T5" fmla="*/ 5 h 25"/>
                <a:gd name="T6" fmla="*/ 6 w 20"/>
                <a:gd name="T7" fmla="*/ 8 h 25"/>
                <a:gd name="T8" fmla="*/ 4 w 20"/>
                <a:gd name="T9" fmla="*/ 12 h 25"/>
                <a:gd name="T10" fmla="*/ 2 w 20"/>
                <a:gd name="T11" fmla="*/ 15 h 25"/>
                <a:gd name="T12" fmla="*/ 10 w 20"/>
                <a:gd name="T13" fmla="*/ 22 h 25"/>
                <a:gd name="T14" fmla="*/ 12 w 20"/>
                <a:gd name="T15" fmla="*/ 20 h 25"/>
                <a:gd name="T16" fmla="*/ 14 w 20"/>
                <a:gd name="T17" fmla="*/ 17 h 25"/>
                <a:gd name="T18" fmla="*/ 16 w 20"/>
                <a:gd name="T19" fmla="*/ 13 h 25"/>
                <a:gd name="T20" fmla="*/ 17 w 20"/>
                <a:gd name="T2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5">
                  <a:moveTo>
                    <a:pt x="17" y="11"/>
                  </a:moveTo>
                  <a:cubicBezTo>
                    <a:pt x="20" y="5"/>
                    <a:pt x="14" y="0"/>
                    <a:pt x="9" y="4"/>
                  </a:cubicBezTo>
                  <a:cubicBezTo>
                    <a:pt x="8" y="4"/>
                    <a:pt x="8" y="5"/>
                    <a:pt x="8" y="5"/>
                  </a:cubicBezTo>
                  <a:cubicBezTo>
                    <a:pt x="6" y="8"/>
                    <a:pt x="6" y="8"/>
                    <a:pt x="6" y="8"/>
                  </a:cubicBezTo>
                  <a:cubicBezTo>
                    <a:pt x="4" y="12"/>
                    <a:pt x="4" y="12"/>
                    <a:pt x="4" y="12"/>
                  </a:cubicBezTo>
                  <a:cubicBezTo>
                    <a:pt x="2" y="15"/>
                    <a:pt x="2" y="15"/>
                    <a:pt x="2" y="15"/>
                  </a:cubicBezTo>
                  <a:cubicBezTo>
                    <a:pt x="0" y="20"/>
                    <a:pt x="5" y="25"/>
                    <a:pt x="10" y="22"/>
                  </a:cubicBezTo>
                  <a:cubicBezTo>
                    <a:pt x="11" y="22"/>
                    <a:pt x="12" y="21"/>
                    <a:pt x="12" y="20"/>
                  </a:cubicBezTo>
                  <a:cubicBezTo>
                    <a:pt x="14" y="17"/>
                    <a:pt x="14" y="17"/>
                    <a:pt x="14" y="17"/>
                  </a:cubicBezTo>
                  <a:cubicBezTo>
                    <a:pt x="16" y="13"/>
                    <a:pt x="16" y="13"/>
                    <a:pt x="16" y="13"/>
                  </a:cubicBezTo>
                  <a:lnTo>
                    <a:pt x="17"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2" name="Freeform 156"/>
            <p:cNvSpPr>
              <a:spLocks/>
            </p:cNvSpPr>
            <p:nvPr/>
          </p:nvSpPr>
          <p:spPr bwMode="auto">
            <a:xfrm>
              <a:off x="3460750" y="2949575"/>
              <a:ext cx="38100" cy="52388"/>
            </a:xfrm>
            <a:custGeom>
              <a:avLst/>
              <a:gdLst>
                <a:gd name="T0" fmla="*/ 16 w 18"/>
                <a:gd name="T1" fmla="*/ 10 h 24"/>
                <a:gd name="T2" fmla="*/ 7 w 18"/>
                <a:gd name="T3" fmla="*/ 4 h 24"/>
                <a:gd name="T4" fmla="*/ 6 w 18"/>
                <a:gd name="T5" fmla="*/ 6 h 24"/>
                <a:gd name="T6" fmla="*/ 4 w 18"/>
                <a:gd name="T7" fmla="*/ 9 h 24"/>
                <a:gd name="T8" fmla="*/ 3 w 18"/>
                <a:gd name="T9" fmla="*/ 13 h 24"/>
                <a:gd name="T10" fmla="*/ 1 w 18"/>
                <a:gd name="T11" fmla="*/ 16 h 24"/>
                <a:gd name="T12" fmla="*/ 3 w 18"/>
                <a:gd name="T13" fmla="*/ 22 h 24"/>
                <a:gd name="T14" fmla="*/ 11 w 18"/>
                <a:gd name="T15" fmla="*/ 20 h 24"/>
                <a:gd name="T16" fmla="*/ 13 w 18"/>
                <a:gd name="T17" fmla="*/ 17 h 24"/>
                <a:gd name="T18" fmla="*/ 14 w 18"/>
                <a:gd name="T19" fmla="*/ 13 h 24"/>
                <a:gd name="T20" fmla="*/ 16 w 18"/>
                <a:gd name="T21"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4">
                  <a:moveTo>
                    <a:pt x="16" y="10"/>
                  </a:moveTo>
                  <a:cubicBezTo>
                    <a:pt x="18" y="5"/>
                    <a:pt x="11" y="0"/>
                    <a:pt x="7" y="4"/>
                  </a:cubicBezTo>
                  <a:cubicBezTo>
                    <a:pt x="6" y="5"/>
                    <a:pt x="6" y="5"/>
                    <a:pt x="6" y="6"/>
                  </a:cubicBezTo>
                  <a:cubicBezTo>
                    <a:pt x="4" y="9"/>
                    <a:pt x="4" y="9"/>
                    <a:pt x="4" y="9"/>
                  </a:cubicBezTo>
                  <a:cubicBezTo>
                    <a:pt x="3" y="13"/>
                    <a:pt x="3" y="13"/>
                    <a:pt x="3" y="13"/>
                  </a:cubicBezTo>
                  <a:cubicBezTo>
                    <a:pt x="1" y="16"/>
                    <a:pt x="1" y="16"/>
                    <a:pt x="1" y="16"/>
                  </a:cubicBezTo>
                  <a:cubicBezTo>
                    <a:pt x="0" y="18"/>
                    <a:pt x="1" y="21"/>
                    <a:pt x="3" y="22"/>
                  </a:cubicBezTo>
                  <a:cubicBezTo>
                    <a:pt x="6" y="24"/>
                    <a:pt x="10" y="23"/>
                    <a:pt x="11" y="20"/>
                  </a:cubicBezTo>
                  <a:cubicBezTo>
                    <a:pt x="13" y="17"/>
                    <a:pt x="13" y="17"/>
                    <a:pt x="13" y="17"/>
                  </a:cubicBezTo>
                  <a:cubicBezTo>
                    <a:pt x="14" y="13"/>
                    <a:pt x="14" y="13"/>
                    <a:pt x="14" y="13"/>
                  </a:cubicBezTo>
                  <a:lnTo>
                    <a:pt x="16" y="10"/>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3" name="Freeform 157"/>
            <p:cNvSpPr>
              <a:spLocks/>
            </p:cNvSpPr>
            <p:nvPr/>
          </p:nvSpPr>
          <p:spPr bwMode="auto">
            <a:xfrm>
              <a:off x="3506788" y="2817812"/>
              <a:ext cx="36513" cy="57150"/>
            </a:xfrm>
            <a:custGeom>
              <a:avLst/>
              <a:gdLst>
                <a:gd name="T0" fmla="*/ 16 w 17"/>
                <a:gd name="T1" fmla="*/ 9 h 27"/>
                <a:gd name="T2" fmla="*/ 6 w 17"/>
                <a:gd name="T3" fmla="*/ 5 h 27"/>
                <a:gd name="T4" fmla="*/ 5 w 17"/>
                <a:gd name="T5" fmla="*/ 7 h 27"/>
                <a:gd name="T6" fmla="*/ 5 w 17"/>
                <a:gd name="T7" fmla="*/ 8 h 27"/>
                <a:gd name="T8" fmla="*/ 3 w 17"/>
                <a:gd name="T9" fmla="*/ 12 h 27"/>
                <a:gd name="T10" fmla="*/ 2 w 17"/>
                <a:gd name="T11" fmla="*/ 16 h 27"/>
                <a:gd name="T12" fmla="*/ 2 w 17"/>
                <a:gd name="T13" fmla="*/ 17 h 27"/>
                <a:gd name="T14" fmla="*/ 12 w 17"/>
                <a:gd name="T15" fmla="*/ 22 h 27"/>
                <a:gd name="T16" fmla="*/ 12 w 17"/>
                <a:gd name="T17" fmla="*/ 20 h 27"/>
                <a:gd name="T18" fmla="*/ 13 w 17"/>
                <a:gd name="T19" fmla="*/ 19 h 27"/>
                <a:gd name="T20" fmla="*/ 14 w 17"/>
                <a:gd name="T21" fmla="*/ 15 h 27"/>
                <a:gd name="T22" fmla="*/ 15 w 17"/>
                <a:gd name="T23" fmla="*/ 11 h 27"/>
                <a:gd name="T24" fmla="*/ 16 w 17"/>
                <a:gd name="T25"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7">
                  <a:moveTo>
                    <a:pt x="16" y="9"/>
                  </a:moveTo>
                  <a:cubicBezTo>
                    <a:pt x="17" y="4"/>
                    <a:pt x="10" y="0"/>
                    <a:pt x="6" y="5"/>
                  </a:cubicBezTo>
                  <a:cubicBezTo>
                    <a:pt x="6" y="5"/>
                    <a:pt x="5" y="6"/>
                    <a:pt x="5" y="7"/>
                  </a:cubicBezTo>
                  <a:cubicBezTo>
                    <a:pt x="5" y="8"/>
                    <a:pt x="5" y="8"/>
                    <a:pt x="5" y="8"/>
                  </a:cubicBezTo>
                  <a:cubicBezTo>
                    <a:pt x="3" y="12"/>
                    <a:pt x="3" y="12"/>
                    <a:pt x="3" y="12"/>
                  </a:cubicBezTo>
                  <a:cubicBezTo>
                    <a:pt x="2" y="16"/>
                    <a:pt x="2" y="16"/>
                    <a:pt x="2" y="16"/>
                  </a:cubicBezTo>
                  <a:cubicBezTo>
                    <a:pt x="2" y="17"/>
                    <a:pt x="2" y="17"/>
                    <a:pt x="2" y="17"/>
                  </a:cubicBezTo>
                  <a:cubicBezTo>
                    <a:pt x="0" y="23"/>
                    <a:pt x="8" y="27"/>
                    <a:pt x="12" y="22"/>
                  </a:cubicBezTo>
                  <a:cubicBezTo>
                    <a:pt x="12" y="21"/>
                    <a:pt x="12" y="21"/>
                    <a:pt x="12" y="20"/>
                  </a:cubicBezTo>
                  <a:cubicBezTo>
                    <a:pt x="13" y="19"/>
                    <a:pt x="13" y="19"/>
                    <a:pt x="13" y="19"/>
                  </a:cubicBezTo>
                  <a:cubicBezTo>
                    <a:pt x="14" y="15"/>
                    <a:pt x="14" y="15"/>
                    <a:pt x="14" y="15"/>
                  </a:cubicBezTo>
                  <a:cubicBezTo>
                    <a:pt x="15" y="11"/>
                    <a:pt x="15" y="11"/>
                    <a:pt x="15" y="11"/>
                  </a:cubicBezTo>
                  <a:lnTo>
                    <a:pt x="16"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4" name="Freeform 158"/>
            <p:cNvSpPr>
              <a:spLocks/>
            </p:cNvSpPr>
            <p:nvPr/>
          </p:nvSpPr>
          <p:spPr bwMode="auto">
            <a:xfrm>
              <a:off x="3541713" y="2679700"/>
              <a:ext cx="30163" cy="58738"/>
            </a:xfrm>
            <a:custGeom>
              <a:avLst/>
              <a:gdLst>
                <a:gd name="T0" fmla="*/ 13 w 14"/>
                <a:gd name="T1" fmla="*/ 9 h 27"/>
                <a:gd name="T2" fmla="*/ 3 w 14"/>
                <a:gd name="T3" fmla="*/ 5 h 27"/>
                <a:gd name="T4" fmla="*/ 2 w 14"/>
                <a:gd name="T5" fmla="*/ 7 h 27"/>
                <a:gd name="T6" fmla="*/ 2 w 14"/>
                <a:gd name="T7" fmla="*/ 8 h 27"/>
                <a:gd name="T8" fmla="*/ 1 w 14"/>
                <a:gd name="T9" fmla="*/ 12 h 27"/>
                <a:gd name="T10" fmla="*/ 1 w 14"/>
                <a:gd name="T11" fmla="*/ 16 h 27"/>
                <a:gd name="T12" fmla="*/ 0 w 14"/>
                <a:gd name="T13" fmla="*/ 18 h 27"/>
                <a:gd name="T14" fmla="*/ 11 w 14"/>
                <a:gd name="T15" fmla="*/ 21 h 27"/>
                <a:gd name="T16" fmla="*/ 11 w 14"/>
                <a:gd name="T17" fmla="*/ 19 h 27"/>
                <a:gd name="T18" fmla="*/ 12 w 14"/>
                <a:gd name="T19" fmla="*/ 18 h 27"/>
                <a:gd name="T20" fmla="*/ 12 w 14"/>
                <a:gd name="T21" fmla="*/ 14 h 27"/>
                <a:gd name="T22" fmla="*/ 13 w 14"/>
                <a:gd name="T23" fmla="*/ 10 h 27"/>
                <a:gd name="T24" fmla="*/ 13 w 14"/>
                <a:gd name="T25"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7">
                  <a:moveTo>
                    <a:pt x="13" y="9"/>
                  </a:moveTo>
                  <a:cubicBezTo>
                    <a:pt x="14" y="3"/>
                    <a:pt x="6" y="0"/>
                    <a:pt x="3" y="5"/>
                  </a:cubicBezTo>
                  <a:cubicBezTo>
                    <a:pt x="2" y="6"/>
                    <a:pt x="2" y="6"/>
                    <a:pt x="2" y="7"/>
                  </a:cubicBezTo>
                  <a:cubicBezTo>
                    <a:pt x="2" y="8"/>
                    <a:pt x="2" y="8"/>
                    <a:pt x="2" y="8"/>
                  </a:cubicBezTo>
                  <a:cubicBezTo>
                    <a:pt x="1" y="12"/>
                    <a:pt x="1" y="12"/>
                    <a:pt x="1" y="12"/>
                  </a:cubicBezTo>
                  <a:cubicBezTo>
                    <a:pt x="1" y="16"/>
                    <a:pt x="1" y="16"/>
                    <a:pt x="1" y="16"/>
                  </a:cubicBezTo>
                  <a:cubicBezTo>
                    <a:pt x="0" y="18"/>
                    <a:pt x="0" y="18"/>
                    <a:pt x="0" y="18"/>
                  </a:cubicBezTo>
                  <a:cubicBezTo>
                    <a:pt x="0" y="24"/>
                    <a:pt x="7" y="27"/>
                    <a:pt x="11" y="21"/>
                  </a:cubicBezTo>
                  <a:cubicBezTo>
                    <a:pt x="11" y="21"/>
                    <a:pt x="11" y="20"/>
                    <a:pt x="11" y="19"/>
                  </a:cubicBezTo>
                  <a:cubicBezTo>
                    <a:pt x="12" y="18"/>
                    <a:pt x="12" y="18"/>
                    <a:pt x="12" y="18"/>
                  </a:cubicBezTo>
                  <a:cubicBezTo>
                    <a:pt x="12" y="14"/>
                    <a:pt x="12" y="14"/>
                    <a:pt x="12" y="14"/>
                  </a:cubicBezTo>
                  <a:cubicBezTo>
                    <a:pt x="13" y="10"/>
                    <a:pt x="13" y="10"/>
                    <a:pt x="13" y="10"/>
                  </a:cubicBezTo>
                  <a:lnTo>
                    <a:pt x="13"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5" name="Freeform 159"/>
            <p:cNvSpPr>
              <a:spLocks/>
            </p:cNvSpPr>
            <p:nvPr/>
          </p:nvSpPr>
          <p:spPr bwMode="auto">
            <a:xfrm>
              <a:off x="3552825" y="2541587"/>
              <a:ext cx="23813" cy="55563"/>
            </a:xfrm>
            <a:custGeom>
              <a:avLst/>
              <a:gdLst>
                <a:gd name="T0" fmla="*/ 11 w 11"/>
                <a:gd name="T1" fmla="*/ 7 h 26"/>
                <a:gd name="T2" fmla="*/ 0 w 11"/>
                <a:gd name="T3" fmla="*/ 5 h 26"/>
                <a:gd name="T4" fmla="*/ 0 w 11"/>
                <a:gd name="T5" fmla="*/ 8 h 26"/>
                <a:gd name="T6" fmla="*/ 0 w 11"/>
                <a:gd name="T7" fmla="*/ 10 h 26"/>
                <a:gd name="T8" fmla="*/ 0 w 11"/>
                <a:gd name="T9" fmla="*/ 14 h 26"/>
                <a:gd name="T10" fmla="*/ 0 w 11"/>
                <a:gd name="T11" fmla="*/ 18 h 26"/>
                <a:gd name="T12" fmla="*/ 0 w 11"/>
                <a:gd name="T13" fmla="*/ 18 h 26"/>
                <a:gd name="T14" fmla="*/ 1 w 11"/>
                <a:gd name="T15" fmla="*/ 22 h 26"/>
                <a:gd name="T16" fmla="*/ 11 w 11"/>
                <a:gd name="T17" fmla="*/ 18 h 26"/>
                <a:gd name="T18" fmla="*/ 11 w 11"/>
                <a:gd name="T19" fmla="*/ 17 h 26"/>
                <a:gd name="T20" fmla="*/ 11 w 11"/>
                <a:gd name="T21" fmla="*/ 13 h 26"/>
                <a:gd name="T22" fmla="*/ 11 w 11"/>
                <a:gd name="T23" fmla="*/ 9 h 26"/>
                <a:gd name="T24" fmla="*/ 11 w 11"/>
                <a:gd name="T25"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6">
                  <a:moveTo>
                    <a:pt x="11" y="7"/>
                  </a:moveTo>
                  <a:cubicBezTo>
                    <a:pt x="11" y="2"/>
                    <a:pt x="3" y="0"/>
                    <a:pt x="0" y="5"/>
                  </a:cubicBezTo>
                  <a:cubicBezTo>
                    <a:pt x="0" y="6"/>
                    <a:pt x="0" y="7"/>
                    <a:pt x="0" y="8"/>
                  </a:cubicBezTo>
                  <a:cubicBezTo>
                    <a:pt x="0" y="10"/>
                    <a:pt x="0" y="10"/>
                    <a:pt x="0" y="10"/>
                  </a:cubicBezTo>
                  <a:cubicBezTo>
                    <a:pt x="0" y="14"/>
                    <a:pt x="0" y="14"/>
                    <a:pt x="0" y="14"/>
                  </a:cubicBezTo>
                  <a:cubicBezTo>
                    <a:pt x="0" y="18"/>
                    <a:pt x="0" y="18"/>
                    <a:pt x="0" y="18"/>
                  </a:cubicBezTo>
                  <a:cubicBezTo>
                    <a:pt x="0" y="18"/>
                    <a:pt x="0" y="18"/>
                    <a:pt x="0" y="18"/>
                  </a:cubicBezTo>
                  <a:cubicBezTo>
                    <a:pt x="0" y="20"/>
                    <a:pt x="1" y="21"/>
                    <a:pt x="1" y="22"/>
                  </a:cubicBezTo>
                  <a:cubicBezTo>
                    <a:pt x="5" y="26"/>
                    <a:pt x="11" y="23"/>
                    <a:pt x="11" y="18"/>
                  </a:cubicBezTo>
                  <a:cubicBezTo>
                    <a:pt x="11" y="17"/>
                    <a:pt x="11" y="17"/>
                    <a:pt x="11" y="17"/>
                  </a:cubicBezTo>
                  <a:cubicBezTo>
                    <a:pt x="11" y="13"/>
                    <a:pt x="11" y="13"/>
                    <a:pt x="11" y="13"/>
                  </a:cubicBezTo>
                  <a:cubicBezTo>
                    <a:pt x="11" y="9"/>
                    <a:pt x="11" y="9"/>
                    <a:pt x="11" y="9"/>
                  </a:cubicBezTo>
                  <a:lnTo>
                    <a:pt x="11" y="7"/>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6" name="Freeform 160"/>
            <p:cNvSpPr>
              <a:spLocks/>
            </p:cNvSpPr>
            <p:nvPr/>
          </p:nvSpPr>
          <p:spPr bwMode="auto">
            <a:xfrm>
              <a:off x="3530600" y="2403475"/>
              <a:ext cx="30163" cy="49213"/>
            </a:xfrm>
            <a:custGeom>
              <a:avLst/>
              <a:gdLst>
                <a:gd name="T0" fmla="*/ 11 w 14"/>
                <a:gd name="T1" fmla="*/ 5 h 23"/>
                <a:gd name="T2" fmla="*/ 0 w 14"/>
                <a:gd name="T3" fmla="*/ 6 h 23"/>
                <a:gd name="T4" fmla="*/ 1 w 14"/>
                <a:gd name="T5" fmla="*/ 8 h 23"/>
                <a:gd name="T6" fmla="*/ 1 w 14"/>
                <a:gd name="T7" fmla="*/ 11 h 23"/>
                <a:gd name="T8" fmla="*/ 2 w 14"/>
                <a:gd name="T9" fmla="*/ 15 h 23"/>
                <a:gd name="T10" fmla="*/ 3 w 14"/>
                <a:gd name="T11" fmla="*/ 18 h 23"/>
                <a:gd name="T12" fmla="*/ 8 w 14"/>
                <a:gd name="T13" fmla="*/ 23 h 23"/>
                <a:gd name="T14" fmla="*/ 14 w 14"/>
                <a:gd name="T15" fmla="*/ 16 h 23"/>
                <a:gd name="T16" fmla="*/ 13 w 14"/>
                <a:gd name="T17" fmla="*/ 12 h 23"/>
                <a:gd name="T18" fmla="*/ 12 w 14"/>
                <a:gd name="T19" fmla="*/ 8 h 23"/>
                <a:gd name="T20" fmla="*/ 11 w 14"/>
                <a:gd name="T21"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3">
                  <a:moveTo>
                    <a:pt x="11" y="5"/>
                  </a:moveTo>
                  <a:cubicBezTo>
                    <a:pt x="10" y="0"/>
                    <a:pt x="2" y="0"/>
                    <a:pt x="0" y="6"/>
                  </a:cubicBezTo>
                  <a:cubicBezTo>
                    <a:pt x="0" y="6"/>
                    <a:pt x="0" y="7"/>
                    <a:pt x="1" y="8"/>
                  </a:cubicBezTo>
                  <a:cubicBezTo>
                    <a:pt x="1" y="11"/>
                    <a:pt x="1" y="11"/>
                    <a:pt x="1" y="11"/>
                  </a:cubicBezTo>
                  <a:cubicBezTo>
                    <a:pt x="2" y="15"/>
                    <a:pt x="2" y="15"/>
                    <a:pt x="2" y="15"/>
                  </a:cubicBezTo>
                  <a:cubicBezTo>
                    <a:pt x="3" y="18"/>
                    <a:pt x="3" y="18"/>
                    <a:pt x="3" y="18"/>
                  </a:cubicBezTo>
                  <a:cubicBezTo>
                    <a:pt x="3" y="21"/>
                    <a:pt x="6" y="23"/>
                    <a:pt x="8" y="23"/>
                  </a:cubicBezTo>
                  <a:cubicBezTo>
                    <a:pt x="12" y="23"/>
                    <a:pt x="14" y="20"/>
                    <a:pt x="14" y="16"/>
                  </a:cubicBezTo>
                  <a:cubicBezTo>
                    <a:pt x="13" y="12"/>
                    <a:pt x="13" y="12"/>
                    <a:pt x="13" y="12"/>
                  </a:cubicBezTo>
                  <a:cubicBezTo>
                    <a:pt x="12" y="8"/>
                    <a:pt x="12" y="8"/>
                    <a:pt x="12" y="8"/>
                  </a:cubicBezTo>
                  <a:lnTo>
                    <a:pt x="11" y="5"/>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7" name="Freeform 161"/>
            <p:cNvSpPr>
              <a:spLocks/>
            </p:cNvSpPr>
            <p:nvPr/>
          </p:nvSpPr>
          <p:spPr bwMode="auto">
            <a:xfrm>
              <a:off x="3432175" y="2205037"/>
              <a:ext cx="173038" cy="192088"/>
            </a:xfrm>
            <a:custGeom>
              <a:avLst/>
              <a:gdLst>
                <a:gd name="T0" fmla="*/ 0 w 109"/>
                <a:gd name="T1" fmla="*/ 121 h 121"/>
                <a:gd name="T2" fmla="*/ 16 w 109"/>
                <a:gd name="T3" fmla="*/ 0 h 121"/>
                <a:gd name="T4" fmla="*/ 109 w 109"/>
                <a:gd name="T5" fmla="*/ 78 h 121"/>
                <a:gd name="T6" fmla="*/ 0 w 109"/>
                <a:gd name="T7" fmla="*/ 121 h 121"/>
              </a:gdLst>
              <a:ahLst/>
              <a:cxnLst>
                <a:cxn ang="0">
                  <a:pos x="T0" y="T1"/>
                </a:cxn>
                <a:cxn ang="0">
                  <a:pos x="T2" y="T3"/>
                </a:cxn>
                <a:cxn ang="0">
                  <a:pos x="T4" y="T5"/>
                </a:cxn>
                <a:cxn ang="0">
                  <a:pos x="T6" y="T7"/>
                </a:cxn>
              </a:cxnLst>
              <a:rect l="0" t="0" r="r" b="b"/>
              <a:pathLst>
                <a:path w="109" h="121">
                  <a:moveTo>
                    <a:pt x="0" y="121"/>
                  </a:moveTo>
                  <a:lnTo>
                    <a:pt x="16" y="0"/>
                  </a:lnTo>
                  <a:lnTo>
                    <a:pt x="109" y="78"/>
                  </a:lnTo>
                  <a:lnTo>
                    <a:pt x="0" y="12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8" name="Freeform 162"/>
            <p:cNvSpPr>
              <a:spLocks/>
            </p:cNvSpPr>
            <p:nvPr/>
          </p:nvSpPr>
          <p:spPr bwMode="auto">
            <a:xfrm>
              <a:off x="2436813" y="3835400"/>
              <a:ext cx="50800" cy="26988"/>
            </a:xfrm>
            <a:custGeom>
              <a:avLst/>
              <a:gdLst>
                <a:gd name="T0" fmla="*/ 8 w 24"/>
                <a:gd name="T1" fmla="*/ 0 h 13"/>
                <a:gd name="T2" fmla="*/ 4 w 24"/>
                <a:gd name="T3" fmla="*/ 1 h 13"/>
                <a:gd name="T4" fmla="*/ 5 w 24"/>
                <a:gd name="T5" fmla="*/ 11 h 13"/>
                <a:gd name="T6" fmla="*/ 7 w 24"/>
                <a:gd name="T7" fmla="*/ 11 h 13"/>
                <a:gd name="T8" fmla="*/ 9 w 24"/>
                <a:gd name="T9" fmla="*/ 12 h 13"/>
                <a:gd name="T10" fmla="*/ 11 w 24"/>
                <a:gd name="T11" fmla="*/ 12 h 13"/>
                <a:gd name="T12" fmla="*/ 13 w 24"/>
                <a:gd name="T13" fmla="*/ 13 h 13"/>
                <a:gd name="T14" fmla="*/ 15 w 24"/>
                <a:gd name="T15" fmla="*/ 13 h 13"/>
                <a:gd name="T16" fmla="*/ 16 w 24"/>
                <a:gd name="T17" fmla="*/ 13 h 13"/>
                <a:gd name="T18" fmla="*/ 21 w 24"/>
                <a:gd name="T19" fmla="*/ 11 h 13"/>
                <a:gd name="T20" fmla="*/ 18 w 24"/>
                <a:gd name="T21" fmla="*/ 2 h 13"/>
                <a:gd name="T22" fmla="*/ 17 w 24"/>
                <a:gd name="T23" fmla="*/ 2 h 13"/>
                <a:gd name="T24" fmla="*/ 15 w 24"/>
                <a:gd name="T25" fmla="*/ 2 h 13"/>
                <a:gd name="T26" fmla="*/ 14 w 24"/>
                <a:gd name="T27" fmla="*/ 1 h 13"/>
                <a:gd name="T28" fmla="*/ 12 w 24"/>
                <a:gd name="T29" fmla="*/ 1 h 13"/>
                <a:gd name="T30" fmla="*/ 10 w 24"/>
                <a:gd name="T31" fmla="*/ 1 h 13"/>
                <a:gd name="T32" fmla="*/ 8 w 24"/>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3">
                  <a:moveTo>
                    <a:pt x="8" y="0"/>
                  </a:moveTo>
                  <a:cubicBezTo>
                    <a:pt x="7" y="0"/>
                    <a:pt x="5" y="0"/>
                    <a:pt x="4" y="1"/>
                  </a:cubicBezTo>
                  <a:cubicBezTo>
                    <a:pt x="0" y="3"/>
                    <a:pt x="0" y="9"/>
                    <a:pt x="5" y="11"/>
                  </a:cubicBezTo>
                  <a:cubicBezTo>
                    <a:pt x="7" y="11"/>
                    <a:pt x="7" y="11"/>
                    <a:pt x="7" y="11"/>
                  </a:cubicBezTo>
                  <a:cubicBezTo>
                    <a:pt x="9" y="12"/>
                    <a:pt x="9" y="12"/>
                    <a:pt x="9" y="12"/>
                  </a:cubicBezTo>
                  <a:cubicBezTo>
                    <a:pt x="11" y="12"/>
                    <a:pt x="11" y="12"/>
                    <a:pt x="11" y="12"/>
                  </a:cubicBezTo>
                  <a:cubicBezTo>
                    <a:pt x="13" y="13"/>
                    <a:pt x="13" y="13"/>
                    <a:pt x="13" y="13"/>
                  </a:cubicBezTo>
                  <a:cubicBezTo>
                    <a:pt x="15" y="13"/>
                    <a:pt x="15" y="13"/>
                    <a:pt x="15" y="13"/>
                  </a:cubicBezTo>
                  <a:cubicBezTo>
                    <a:pt x="16" y="13"/>
                    <a:pt x="16" y="13"/>
                    <a:pt x="16" y="13"/>
                  </a:cubicBezTo>
                  <a:cubicBezTo>
                    <a:pt x="18" y="13"/>
                    <a:pt x="20" y="13"/>
                    <a:pt x="21" y="11"/>
                  </a:cubicBezTo>
                  <a:cubicBezTo>
                    <a:pt x="24" y="8"/>
                    <a:pt x="22" y="3"/>
                    <a:pt x="18" y="2"/>
                  </a:cubicBezTo>
                  <a:cubicBezTo>
                    <a:pt x="17" y="2"/>
                    <a:pt x="17" y="2"/>
                    <a:pt x="17" y="2"/>
                  </a:cubicBezTo>
                  <a:cubicBezTo>
                    <a:pt x="15" y="2"/>
                    <a:pt x="15" y="2"/>
                    <a:pt x="15" y="2"/>
                  </a:cubicBezTo>
                  <a:cubicBezTo>
                    <a:pt x="14" y="1"/>
                    <a:pt x="14" y="1"/>
                    <a:pt x="14" y="1"/>
                  </a:cubicBezTo>
                  <a:cubicBezTo>
                    <a:pt x="12" y="1"/>
                    <a:pt x="12" y="1"/>
                    <a:pt x="12" y="1"/>
                  </a:cubicBezTo>
                  <a:cubicBezTo>
                    <a:pt x="10" y="1"/>
                    <a:pt x="10" y="1"/>
                    <a:pt x="10" y="1"/>
                  </a:cubicBezTo>
                  <a:lnTo>
                    <a:pt x="8" y="0"/>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grpSp>
      <p:sp>
        <p:nvSpPr>
          <p:cNvPr id="81" name="TextBox 80"/>
          <p:cNvSpPr txBox="1"/>
          <p:nvPr/>
        </p:nvSpPr>
        <p:spPr>
          <a:xfrm>
            <a:off x="529404" y="4495636"/>
            <a:ext cx="11133191" cy="1384995"/>
          </a:xfrm>
          <a:prstGeom prst="rect">
            <a:avLst/>
          </a:prstGeom>
          <a:noFill/>
        </p:spPr>
        <p:txBody>
          <a:bodyPr wrap="square" rtlCol="0">
            <a:spAutoFit/>
          </a:bodyPr>
          <a:lstStyle/>
          <a:p>
            <a:pPr marL="0" marR="0" lvl="0" indent="0" algn="ctr" defTabSz="914400" rtl="1" eaLnBrk="1" fontAlgn="auto" latinLnBrk="0" hangingPunct="1">
              <a:lnSpc>
                <a:spcPct val="100000"/>
              </a:lnSpc>
              <a:spcBef>
                <a:spcPts val="0"/>
              </a:spcBef>
              <a:spcAft>
                <a:spcPts val="0"/>
              </a:spcAft>
              <a:buClrTx/>
              <a:buSzTx/>
              <a:buFontTx/>
              <a:buNone/>
              <a:tabLst/>
              <a:defRPr/>
            </a:pPr>
            <a:r>
              <a:rPr lang="ar-SA" sz="2800" b="1" dirty="0">
                <a:solidFill>
                  <a:schemeClr val="bg1"/>
                </a:solidFill>
              </a:rPr>
              <a:t>الفصل المقلوب هو طريقة للتعليم ترمي إلى استخدام التكنولوجيا الحديثة وشبكة الإنترنت بأسلوب يسمح للمعلم بإعداد الدرس عن طريق مقاطع فيديو أو ملفات صوتية أو غيرها من الوسائط المتعددة وآليات الاتصال الحديثة</a:t>
            </a:r>
            <a:endParaRPr kumimoji="0" lang="en-US" sz="2800" b="1" i="0" u="none" strike="noStrike" kern="0" cap="none" spc="0" normalizeH="0" baseline="0" noProof="0" dirty="0" smtClean="0">
              <a:ln>
                <a:noFill/>
              </a:ln>
              <a:solidFill>
                <a:schemeClr val="bg1"/>
              </a:solidFill>
              <a:effectLst/>
              <a:uLnTx/>
              <a:uFillTx/>
              <a:latin typeface="Lato" panose="020F0502020204030203" pitchFamily="34" charset="0"/>
            </a:endParaRPr>
          </a:p>
        </p:txBody>
      </p:sp>
      <p:sp>
        <p:nvSpPr>
          <p:cNvPr id="8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1777885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81"/>
                                        </p:tgtEl>
                                        <p:attrNameLst>
                                          <p:attrName>style.visibility</p:attrName>
                                        </p:attrNameLst>
                                      </p:cBhvr>
                                      <p:to>
                                        <p:strVal val="visible"/>
                                      </p:to>
                                    </p:set>
                                    <p:animEffect transition="in" filter="fade">
                                      <p:cBhvr>
                                        <p:cTn id="11"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1"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 name="Rectangle 312"/>
          <p:cNvSpPr/>
          <p:nvPr/>
        </p:nvSpPr>
        <p:spPr>
          <a:xfrm>
            <a:off x="0" y="0"/>
            <a:ext cx="12192000" cy="6857999"/>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 name="Rectangle 4"/>
          <p:cNvSpPr/>
          <p:nvPr/>
        </p:nvSpPr>
        <p:spPr>
          <a:xfrm>
            <a:off x="5526" y="22595"/>
            <a:ext cx="12192000" cy="6857999"/>
          </a:xfrm>
          <a:prstGeom prst="rect">
            <a:avLst/>
          </a:prstGeom>
          <a:solidFill>
            <a:srgbClr val="232C3C">
              <a:alpha val="9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727788" y="416016"/>
            <a:ext cx="11133157" cy="707886"/>
          </a:xfrm>
          <a:prstGeom prst="rect">
            <a:avLst/>
          </a:prstGeom>
          <a:noFill/>
          <a:ln>
            <a:noFill/>
          </a:ln>
        </p:spPr>
        <p:txBody>
          <a:bodyPr wrap="square" rtlCol="0">
            <a:spAutoFit/>
          </a:bodyPr>
          <a:lstStyle/>
          <a:p>
            <a:pPr marL="1657350" lvl="2" indent="-742950" algn="r" rtl="1">
              <a:buFont typeface="+mj-lt"/>
              <a:buAutoNum type="arabicPeriod" startAt="3"/>
            </a:pPr>
            <a:r>
              <a:rPr lang="ar-SA" sz="4000" b="1" u="sng" dirty="0">
                <a:solidFill>
                  <a:srgbClr val="FFFF00"/>
                </a:solidFill>
              </a:rPr>
              <a:t>. إيجابيات الفصل المقلوب أو المعكوس</a:t>
            </a:r>
            <a:endParaRPr lang="en-US" sz="4000" b="1" u="sng" dirty="0">
              <a:solidFill>
                <a:srgbClr val="FFFF00"/>
              </a:solidFill>
            </a:endParaRPr>
          </a:p>
        </p:txBody>
      </p:sp>
      <p:grpSp>
        <p:nvGrpSpPr>
          <p:cNvPr id="84" name="Group 83"/>
          <p:cNvGrpSpPr/>
          <p:nvPr/>
        </p:nvGrpSpPr>
        <p:grpSpPr>
          <a:xfrm>
            <a:off x="5553868" y="2053871"/>
            <a:ext cx="1044575" cy="4365626"/>
            <a:chOff x="5553868" y="2053871"/>
            <a:chExt cx="1044575" cy="4365626"/>
          </a:xfrm>
        </p:grpSpPr>
        <p:sp>
          <p:nvSpPr>
            <p:cNvPr id="85" name="Oval 98"/>
            <p:cNvSpPr>
              <a:spLocks noChangeArrowheads="1"/>
            </p:cNvSpPr>
            <p:nvPr/>
          </p:nvSpPr>
          <p:spPr bwMode="auto">
            <a:xfrm>
              <a:off x="5553868" y="6217884"/>
              <a:ext cx="1044575" cy="201613"/>
            </a:xfrm>
            <a:prstGeom prst="ellipse">
              <a:avLst/>
            </a:prstGeom>
            <a:solidFill>
              <a:srgbClr val="44546A">
                <a:lumMod val="75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86" name="Freeform 132"/>
            <p:cNvSpPr>
              <a:spLocks/>
            </p:cNvSpPr>
            <p:nvPr/>
          </p:nvSpPr>
          <p:spPr bwMode="auto">
            <a:xfrm>
              <a:off x="5993606" y="2053871"/>
              <a:ext cx="360363" cy="4319588"/>
            </a:xfrm>
            <a:custGeom>
              <a:avLst/>
              <a:gdLst>
                <a:gd name="T0" fmla="*/ 0 w 206"/>
                <a:gd name="T1" fmla="*/ 2432 h 2467"/>
                <a:gd name="T2" fmla="*/ 0 w 206"/>
                <a:gd name="T3" fmla="*/ 46 h 2467"/>
                <a:gd name="T4" fmla="*/ 206 w 206"/>
                <a:gd name="T5" fmla="*/ 46 h 2467"/>
                <a:gd name="T6" fmla="*/ 103 w 206"/>
                <a:gd name="T7" fmla="*/ 2432 h 2467"/>
                <a:gd name="T8" fmla="*/ 0 w 206"/>
                <a:gd name="T9" fmla="*/ 2432 h 2467"/>
              </a:gdLst>
              <a:ahLst/>
              <a:cxnLst>
                <a:cxn ang="0">
                  <a:pos x="T0" y="T1"/>
                </a:cxn>
                <a:cxn ang="0">
                  <a:pos x="T2" y="T3"/>
                </a:cxn>
                <a:cxn ang="0">
                  <a:pos x="T4" y="T5"/>
                </a:cxn>
                <a:cxn ang="0">
                  <a:pos x="T6" y="T7"/>
                </a:cxn>
                <a:cxn ang="0">
                  <a:pos x="T8" y="T9"/>
                </a:cxn>
              </a:cxnLst>
              <a:rect l="0" t="0" r="r" b="b"/>
              <a:pathLst>
                <a:path w="206" h="2467">
                  <a:moveTo>
                    <a:pt x="0" y="2432"/>
                  </a:moveTo>
                  <a:cubicBezTo>
                    <a:pt x="0" y="2432"/>
                    <a:pt x="8" y="206"/>
                    <a:pt x="0" y="46"/>
                  </a:cubicBezTo>
                  <a:cubicBezTo>
                    <a:pt x="0" y="46"/>
                    <a:pt x="122" y="0"/>
                    <a:pt x="206" y="46"/>
                  </a:cubicBezTo>
                  <a:cubicBezTo>
                    <a:pt x="206" y="46"/>
                    <a:pt x="114" y="2232"/>
                    <a:pt x="103" y="2432"/>
                  </a:cubicBezTo>
                  <a:cubicBezTo>
                    <a:pt x="103" y="2432"/>
                    <a:pt x="76" y="2467"/>
                    <a:pt x="0" y="2432"/>
                  </a:cubicBezTo>
                </a:path>
              </a:pathLst>
            </a:custGeom>
            <a:solidFill>
              <a:srgbClr val="44546A"/>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grpSp>
      <p:grpSp>
        <p:nvGrpSpPr>
          <p:cNvPr id="87" name="Group 86"/>
          <p:cNvGrpSpPr/>
          <p:nvPr/>
        </p:nvGrpSpPr>
        <p:grpSpPr>
          <a:xfrm>
            <a:off x="4876006" y="2155471"/>
            <a:ext cx="2465388" cy="709613"/>
            <a:chOff x="4876006" y="2155471"/>
            <a:chExt cx="2465388" cy="709613"/>
          </a:xfrm>
        </p:grpSpPr>
        <p:sp>
          <p:nvSpPr>
            <p:cNvPr id="88" name="Freeform 137"/>
            <p:cNvSpPr>
              <a:spLocks/>
            </p:cNvSpPr>
            <p:nvPr/>
          </p:nvSpPr>
          <p:spPr bwMode="auto">
            <a:xfrm>
              <a:off x="4876006" y="2207859"/>
              <a:ext cx="2465388" cy="657225"/>
            </a:xfrm>
            <a:custGeom>
              <a:avLst/>
              <a:gdLst>
                <a:gd name="T0" fmla="*/ 1524 w 1553"/>
                <a:gd name="T1" fmla="*/ 414 h 414"/>
                <a:gd name="T2" fmla="*/ 163 w 1553"/>
                <a:gd name="T3" fmla="*/ 266 h 414"/>
                <a:gd name="T4" fmla="*/ 16 w 1553"/>
                <a:gd name="T5" fmla="*/ 116 h 414"/>
                <a:gd name="T6" fmla="*/ 0 w 1553"/>
                <a:gd name="T7" fmla="*/ 83 h 414"/>
                <a:gd name="T8" fmla="*/ 191 w 1553"/>
                <a:gd name="T9" fmla="*/ 0 h 414"/>
                <a:gd name="T10" fmla="*/ 1537 w 1553"/>
                <a:gd name="T11" fmla="*/ 115 h 414"/>
                <a:gd name="T12" fmla="*/ 1553 w 1553"/>
                <a:gd name="T13" fmla="*/ 148 h 414"/>
                <a:gd name="T14" fmla="*/ 1432 w 1553"/>
                <a:gd name="T15" fmla="*/ 262 h 414"/>
                <a:gd name="T16" fmla="*/ 1508 w 1553"/>
                <a:gd name="T17" fmla="*/ 381 h 414"/>
                <a:gd name="T18" fmla="*/ 1524 w 1553"/>
                <a:gd name="T19" fmla="*/ 414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3" h="414">
                  <a:moveTo>
                    <a:pt x="1524" y="414"/>
                  </a:moveTo>
                  <a:lnTo>
                    <a:pt x="163" y="266"/>
                  </a:lnTo>
                  <a:lnTo>
                    <a:pt x="16" y="116"/>
                  </a:lnTo>
                  <a:lnTo>
                    <a:pt x="0" y="83"/>
                  </a:lnTo>
                  <a:lnTo>
                    <a:pt x="191" y="0"/>
                  </a:lnTo>
                  <a:lnTo>
                    <a:pt x="1537" y="115"/>
                  </a:lnTo>
                  <a:lnTo>
                    <a:pt x="1553" y="148"/>
                  </a:lnTo>
                  <a:lnTo>
                    <a:pt x="1432" y="262"/>
                  </a:lnTo>
                  <a:lnTo>
                    <a:pt x="1508" y="381"/>
                  </a:lnTo>
                  <a:lnTo>
                    <a:pt x="1524" y="414"/>
                  </a:lnTo>
                  <a:close/>
                </a:path>
              </a:pathLst>
            </a:custGeom>
            <a:solidFill>
              <a:srgbClr val="5B9BD5">
                <a:lumMod val="75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89" name="Freeform 138"/>
            <p:cNvSpPr>
              <a:spLocks/>
            </p:cNvSpPr>
            <p:nvPr/>
          </p:nvSpPr>
          <p:spPr bwMode="auto">
            <a:xfrm>
              <a:off x="4876006" y="2155471"/>
              <a:ext cx="2439988" cy="657225"/>
            </a:xfrm>
            <a:custGeom>
              <a:avLst/>
              <a:gdLst>
                <a:gd name="T0" fmla="*/ 1508 w 1537"/>
                <a:gd name="T1" fmla="*/ 414 h 414"/>
                <a:gd name="T2" fmla="*/ 146 w 1537"/>
                <a:gd name="T3" fmla="*/ 266 h 414"/>
                <a:gd name="T4" fmla="*/ 0 w 1537"/>
                <a:gd name="T5" fmla="*/ 116 h 414"/>
                <a:gd name="T6" fmla="*/ 175 w 1537"/>
                <a:gd name="T7" fmla="*/ 0 h 414"/>
                <a:gd name="T8" fmla="*/ 1537 w 1537"/>
                <a:gd name="T9" fmla="*/ 148 h 414"/>
                <a:gd name="T10" fmla="*/ 1415 w 1537"/>
                <a:gd name="T11" fmla="*/ 262 h 414"/>
                <a:gd name="T12" fmla="*/ 1508 w 1537"/>
                <a:gd name="T13" fmla="*/ 414 h 414"/>
              </a:gdLst>
              <a:ahLst/>
              <a:cxnLst>
                <a:cxn ang="0">
                  <a:pos x="T0" y="T1"/>
                </a:cxn>
                <a:cxn ang="0">
                  <a:pos x="T2" y="T3"/>
                </a:cxn>
                <a:cxn ang="0">
                  <a:pos x="T4" y="T5"/>
                </a:cxn>
                <a:cxn ang="0">
                  <a:pos x="T6" y="T7"/>
                </a:cxn>
                <a:cxn ang="0">
                  <a:pos x="T8" y="T9"/>
                </a:cxn>
                <a:cxn ang="0">
                  <a:pos x="T10" y="T11"/>
                </a:cxn>
                <a:cxn ang="0">
                  <a:pos x="T12" y="T13"/>
                </a:cxn>
              </a:cxnLst>
              <a:rect l="0" t="0" r="r" b="b"/>
              <a:pathLst>
                <a:path w="1537" h="414">
                  <a:moveTo>
                    <a:pt x="1508" y="414"/>
                  </a:moveTo>
                  <a:lnTo>
                    <a:pt x="146" y="266"/>
                  </a:lnTo>
                  <a:lnTo>
                    <a:pt x="0" y="116"/>
                  </a:lnTo>
                  <a:lnTo>
                    <a:pt x="175" y="0"/>
                  </a:lnTo>
                  <a:lnTo>
                    <a:pt x="1537" y="148"/>
                  </a:lnTo>
                  <a:lnTo>
                    <a:pt x="1415" y="262"/>
                  </a:lnTo>
                  <a:lnTo>
                    <a:pt x="1508" y="414"/>
                  </a:lnTo>
                  <a:close/>
                </a:path>
              </a:pathLst>
            </a:custGeom>
            <a:solidFill>
              <a:srgbClr val="5B9BD5"/>
            </a:solidFill>
            <a:ln>
              <a:noFill/>
            </a:ln>
            <a:extLst/>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90" name="TextBox 89"/>
            <p:cNvSpPr txBox="1"/>
            <p:nvPr/>
          </p:nvSpPr>
          <p:spPr>
            <a:xfrm rot="338904">
              <a:off x="5914634" y="2203055"/>
              <a:ext cx="412292"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l-GR" sz="3200" b="1" kern="0" dirty="0">
                  <a:solidFill>
                    <a:prstClr val="white"/>
                  </a:solidFill>
                  <a:latin typeface="Lato Regular"/>
                </a:rPr>
                <a:t>1</a:t>
              </a:r>
              <a:endParaRPr kumimoji="0" lang="en-US" sz="3200" b="1" i="0" u="none" strike="noStrike" kern="0" cap="none" spc="0" normalizeH="0" baseline="0" noProof="0" dirty="0" smtClean="0">
                <a:ln>
                  <a:noFill/>
                </a:ln>
                <a:solidFill>
                  <a:prstClr val="white"/>
                </a:solidFill>
                <a:effectLst/>
                <a:uLnTx/>
                <a:uFillTx/>
                <a:latin typeface="Lato Regular"/>
              </a:endParaRPr>
            </a:p>
          </p:txBody>
        </p:sp>
      </p:grpSp>
      <p:grpSp>
        <p:nvGrpSpPr>
          <p:cNvPr id="91" name="Group 90"/>
          <p:cNvGrpSpPr/>
          <p:nvPr/>
        </p:nvGrpSpPr>
        <p:grpSpPr>
          <a:xfrm>
            <a:off x="4853781" y="3357938"/>
            <a:ext cx="2503488" cy="523220"/>
            <a:chOff x="4853781" y="2984500"/>
            <a:chExt cx="2503488" cy="523220"/>
          </a:xfrm>
        </p:grpSpPr>
        <p:sp>
          <p:nvSpPr>
            <p:cNvPr id="92" name="Freeform 139"/>
            <p:cNvSpPr>
              <a:spLocks/>
            </p:cNvSpPr>
            <p:nvPr/>
          </p:nvSpPr>
          <p:spPr bwMode="auto">
            <a:xfrm>
              <a:off x="4853781" y="2990496"/>
              <a:ext cx="2503488" cy="476250"/>
            </a:xfrm>
            <a:custGeom>
              <a:avLst/>
              <a:gdLst>
                <a:gd name="T0" fmla="*/ 20 w 1577"/>
                <a:gd name="T1" fmla="*/ 25 h 300"/>
                <a:gd name="T2" fmla="*/ 5 w 1577"/>
                <a:gd name="T3" fmla="*/ 0 h 300"/>
                <a:gd name="T4" fmla="*/ 1415 w 1577"/>
                <a:gd name="T5" fmla="*/ 44 h 300"/>
                <a:gd name="T6" fmla="*/ 1561 w 1577"/>
                <a:gd name="T7" fmla="*/ 151 h 300"/>
                <a:gd name="T8" fmla="*/ 1577 w 1577"/>
                <a:gd name="T9" fmla="*/ 175 h 300"/>
                <a:gd name="T10" fmla="*/ 1411 w 1577"/>
                <a:gd name="T11" fmla="*/ 300 h 300"/>
                <a:gd name="T12" fmla="*/ 17 w 1577"/>
                <a:gd name="T13" fmla="*/ 279 h 300"/>
                <a:gd name="T14" fmla="*/ 0 w 1577"/>
                <a:gd name="T15" fmla="*/ 255 h 300"/>
                <a:gd name="T16" fmla="*/ 129 w 1577"/>
                <a:gd name="T17" fmla="*/ 160 h 300"/>
                <a:gd name="T18" fmla="*/ 20 w 1577"/>
                <a:gd name="T19" fmla="*/ 2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7" h="300">
                  <a:moveTo>
                    <a:pt x="20" y="25"/>
                  </a:moveTo>
                  <a:lnTo>
                    <a:pt x="5" y="0"/>
                  </a:lnTo>
                  <a:lnTo>
                    <a:pt x="1415" y="44"/>
                  </a:lnTo>
                  <a:lnTo>
                    <a:pt x="1561" y="151"/>
                  </a:lnTo>
                  <a:lnTo>
                    <a:pt x="1577" y="175"/>
                  </a:lnTo>
                  <a:lnTo>
                    <a:pt x="1411" y="300"/>
                  </a:lnTo>
                  <a:lnTo>
                    <a:pt x="17" y="279"/>
                  </a:lnTo>
                  <a:lnTo>
                    <a:pt x="0" y="255"/>
                  </a:lnTo>
                  <a:lnTo>
                    <a:pt x="129" y="160"/>
                  </a:lnTo>
                  <a:lnTo>
                    <a:pt x="20" y="25"/>
                  </a:lnTo>
                  <a:close/>
                </a:path>
              </a:pathLst>
            </a:custGeom>
            <a:solidFill>
              <a:srgbClr val="ED7D31">
                <a:lumMod val="75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93" name="Freeform 140"/>
            <p:cNvSpPr>
              <a:spLocks/>
            </p:cNvSpPr>
            <p:nvPr/>
          </p:nvSpPr>
          <p:spPr bwMode="auto">
            <a:xfrm>
              <a:off x="4853781" y="2990496"/>
              <a:ext cx="2478088" cy="438150"/>
            </a:xfrm>
            <a:custGeom>
              <a:avLst/>
              <a:gdLst>
                <a:gd name="T0" fmla="*/ 5 w 1561"/>
                <a:gd name="T1" fmla="*/ 0 h 276"/>
                <a:gd name="T2" fmla="*/ 1398 w 1561"/>
                <a:gd name="T3" fmla="*/ 21 h 276"/>
                <a:gd name="T4" fmla="*/ 1561 w 1561"/>
                <a:gd name="T5" fmla="*/ 151 h 276"/>
                <a:gd name="T6" fmla="*/ 1394 w 1561"/>
                <a:gd name="T7" fmla="*/ 276 h 276"/>
                <a:gd name="T8" fmla="*/ 0 w 1561"/>
                <a:gd name="T9" fmla="*/ 255 h 276"/>
                <a:gd name="T10" fmla="*/ 113 w 1561"/>
                <a:gd name="T11" fmla="*/ 137 h 276"/>
                <a:gd name="T12" fmla="*/ 5 w 1561"/>
                <a:gd name="T13" fmla="*/ 0 h 276"/>
              </a:gdLst>
              <a:ahLst/>
              <a:cxnLst>
                <a:cxn ang="0">
                  <a:pos x="T0" y="T1"/>
                </a:cxn>
                <a:cxn ang="0">
                  <a:pos x="T2" y="T3"/>
                </a:cxn>
                <a:cxn ang="0">
                  <a:pos x="T4" y="T5"/>
                </a:cxn>
                <a:cxn ang="0">
                  <a:pos x="T6" y="T7"/>
                </a:cxn>
                <a:cxn ang="0">
                  <a:pos x="T8" y="T9"/>
                </a:cxn>
                <a:cxn ang="0">
                  <a:pos x="T10" y="T11"/>
                </a:cxn>
                <a:cxn ang="0">
                  <a:pos x="T12" y="T13"/>
                </a:cxn>
              </a:cxnLst>
              <a:rect l="0" t="0" r="r" b="b"/>
              <a:pathLst>
                <a:path w="1561" h="276">
                  <a:moveTo>
                    <a:pt x="5" y="0"/>
                  </a:moveTo>
                  <a:lnTo>
                    <a:pt x="1398" y="21"/>
                  </a:lnTo>
                  <a:lnTo>
                    <a:pt x="1561" y="151"/>
                  </a:lnTo>
                  <a:lnTo>
                    <a:pt x="1394" y="276"/>
                  </a:lnTo>
                  <a:lnTo>
                    <a:pt x="0" y="255"/>
                  </a:lnTo>
                  <a:lnTo>
                    <a:pt x="113" y="137"/>
                  </a:lnTo>
                  <a:lnTo>
                    <a:pt x="5" y="0"/>
                  </a:lnTo>
                  <a:close/>
                </a:path>
              </a:pathLst>
            </a:custGeom>
            <a:solidFill>
              <a:srgbClr val="ED7D31"/>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94" name="TextBox 93"/>
            <p:cNvSpPr txBox="1"/>
            <p:nvPr/>
          </p:nvSpPr>
          <p:spPr>
            <a:xfrm>
              <a:off x="5888503" y="2984500"/>
              <a:ext cx="385042" cy="52322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l-GR" sz="2800" b="1" i="0" u="none" strike="noStrike" kern="0" cap="none" spc="0" normalizeH="0" baseline="0" noProof="0" dirty="0" smtClean="0">
                  <a:ln>
                    <a:noFill/>
                  </a:ln>
                  <a:solidFill>
                    <a:prstClr val="white"/>
                  </a:solidFill>
                  <a:effectLst/>
                  <a:uLnTx/>
                  <a:uFillTx/>
                  <a:latin typeface="Lato Regular"/>
                </a:rPr>
                <a:t>2</a:t>
              </a:r>
              <a:endParaRPr kumimoji="0" lang="en-US" sz="2800" b="1" i="0" u="none" strike="noStrike" kern="0" cap="none" spc="0" normalizeH="0" baseline="0" noProof="0" dirty="0" smtClean="0">
                <a:ln>
                  <a:noFill/>
                </a:ln>
                <a:solidFill>
                  <a:prstClr val="white"/>
                </a:solidFill>
                <a:effectLst/>
                <a:uLnTx/>
                <a:uFillTx/>
                <a:latin typeface="Lato Regular"/>
              </a:endParaRPr>
            </a:p>
          </p:txBody>
        </p:sp>
      </p:grpSp>
      <p:grpSp>
        <p:nvGrpSpPr>
          <p:cNvPr id="95" name="Group 94"/>
          <p:cNvGrpSpPr/>
          <p:nvPr/>
        </p:nvGrpSpPr>
        <p:grpSpPr>
          <a:xfrm>
            <a:off x="5187156" y="4222783"/>
            <a:ext cx="1730375" cy="766763"/>
            <a:chOff x="5187156" y="3550884"/>
            <a:chExt cx="1730375" cy="766763"/>
          </a:xfrm>
        </p:grpSpPr>
        <p:sp>
          <p:nvSpPr>
            <p:cNvPr id="96" name="Freeform 141"/>
            <p:cNvSpPr>
              <a:spLocks/>
            </p:cNvSpPr>
            <p:nvPr/>
          </p:nvSpPr>
          <p:spPr bwMode="auto">
            <a:xfrm>
              <a:off x="5187156" y="3550884"/>
              <a:ext cx="1730375" cy="766763"/>
            </a:xfrm>
            <a:custGeom>
              <a:avLst/>
              <a:gdLst>
                <a:gd name="T0" fmla="*/ 1090 w 1090"/>
                <a:gd name="T1" fmla="*/ 215 h 483"/>
                <a:gd name="T2" fmla="*/ 154 w 1090"/>
                <a:gd name="T3" fmla="*/ 483 h 483"/>
                <a:gd name="T4" fmla="*/ 16 w 1090"/>
                <a:gd name="T5" fmla="*/ 420 h 483"/>
                <a:gd name="T6" fmla="*/ 0 w 1090"/>
                <a:gd name="T7" fmla="*/ 396 h 483"/>
                <a:gd name="T8" fmla="*/ 99 w 1090"/>
                <a:gd name="T9" fmla="*/ 292 h 483"/>
                <a:gd name="T10" fmla="*/ 1020 w 1090"/>
                <a:gd name="T11" fmla="*/ 0 h 483"/>
                <a:gd name="T12" fmla="*/ 1036 w 1090"/>
                <a:gd name="T13" fmla="*/ 24 h 483"/>
                <a:gd name="T14" fmla="*/ 988 w 1090"/>
                <a:gd name="T15" fmla="*/ 136 h 483"/>
                <a:gd name="T16" fmla="*/ 1074 w 1090"/>
                <a:gd name="T17" fmla="*/ 191 h 483"/>
                <a:gd name="T18" fmla="*/ 1090 w 1090"/>
                <a:gd name="T19" fmla="*/ 215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0" h="483">
                  <a:moveTo>
                    <a:pt x="1090" y="215"/>
                  </a:moveTo>
                  <a:lnTo>
                    <a:pt x="154" y="483"/>
                  </a:lnTo>
                  <a:lnTo>
                    <a:pt x="16" y="420"/>
                  </a:lnTo>
                  <a:lnTo>
                    <a:pt x="0" y="396"/>
                  </a:lnTo>
                  <a:lnTo>
                    <a:pt x="99" y="292"/>
                  </a:lnTo>
                  <a:lnTo>
                    <a:pt x="1020" y="0"/>
                  </a:lnTo>
                  <a:lnTo>
                    <a:pt x="1036" y="24"/>
                  </a:lnTo>
                  <a:lnTo>
                    <a:pt x="988" y="136"/>
                  </a:lnTo>
                  <a:lnTo>
                    <a:pt x="1074" y="191"/>
                  </a:lnTo>
                  <a:lnTo>
                    <a:pt x="1090" y="215"/>
                  </a:lnTo>
                  <a:close/>
                </a:path>
              </a:pathLst>
            </a:custGeom>
            <a:solidFill>
              <a:srgbClr val="A5A5A5">
                <a:lumMod val="75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97" name="Freeform 142"/>
            <p:cNvSpPr>
              <a:spLocks/>
            </p:cNvSpPr>
            <p:nvPr/>
          </p:nvSpPr>
          <p:spPr bwMode="auto">
            <a:xfrm>
              <a:off x="5187156" y="3550884"/>
              <a:ext cx="1704975" cy="728663"/>
            </a:xfrm>
            <a:custGeom>
              <a:avLst/>
              <a:gdLst>
                <a:gd name="T0" fmla="*/ 1074 w 1074"/>
                <a:gd name="T1" fmla="*/ 191 h 459"/>
                <a:gd name="T2" fmla="*/ 138 w 1074"/>
                <a:gd name="T3" fmla="*/ 459 h 459"/>
                <a:gd name="T4" fmla="*/ 0 w 1074"/>
                <a:gd name="T5" fmla="*/ 396 h 459"/>
                <a:gd name="T6" fmla="*/ 84 w 1074"/>
                <a:gd name="T7" fmla="*/ 269 h 459"/>
                <a:gd name="T8" fmla="*/ 1020 w 1074"/>
                <a:gd name="T9" fmla="*/ 0 h 459"/>
                <a:gd name="T10" fmla="*/ 971 w 1074"/>
                <a:gd name="T11" fmla="*/ 112 h 459"/>
                <a:gd name="T12" fmla="*/ 1074 w 1074"/>
                <a:gd name="T13" fmla="*/ 191 h 459"/>
              </a:gdLst>
              <a:ahLst/>
              <a:cxnLst>
                <a:cxn ang="0">
                  <a:pos x="T0" y="T1"/>
                </a:cxn>
                <a:cxn ang="0">
                  <a:pos x="T2" y="T3"/>
                </a:cxn>
                <a:cxn ang="0">
                  <a:pos x="T4" y="T5"/>
                </a:cxn>
                <a:cxn ang="0">
                  <a:pos x="T6" y="T7"/>
                </a:cxn>
                <a:cxn ang="0">
                  <a:pos x="T8" y="T9"/>
                </a:cxn>
                <a:cxn ang="0">
                  <a:pos x="T10" y="T11"/>
                </a:cxn>
                <a:cxn ang="0">
                  <a:pos x="T12" y="T13"/>
                </a:cxn>
              </a:cxnLst>
              <a:rect l="0" t="0" r="r" b="b"/>
              <a:pathLst>
                <a:path w="1074" h="459">
                  <a:moveTo>
                    <a:pt x="1074" y="191"/>
                  </a:moveTo>
                  <a:lnTo>
                    <a:pt x="138" y="459"/>
                  </a:lnTo>
                  <a:lnTo>
                    <a:pt x="0" y="396"/>
                  </a:lnTo>
                  <a:lnTo>
                    <a:pt x="84" y="269"/>
                  </a:lnTo>
                  <a:lnTo>
                    <a:pt x="1020" y="0"/>
                  </a:lnTo>
                  <a:lnTo>
                    <a:pt x="971" y="112"/>
                  </a:lnTo>
                  <a:lnTo>
                    <a:pt x="1074" y="191"/>
                  </a:lnTo>
                  <a:close/>
                </a:path>
              </a:pathLst>
            </a:custGeom>
            <a:solidFill>
              <a:srgbClr val="A5A5A5"/>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98" name="TextBox 97"/>
            <p:cNvSpPr txBox="1"/>
            <p:nvPr/>
          </p:nvSpPr>
          <p:spPr>
            <a:xfrm rot="20625366">
              <a:off x="5833495" y="3683257"/>
              <a:ext cx="385042" cy="52322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l-GR" sz="2800" b="1" i="0" u="none" strike="noStrike" kern="0" cap="none" spc="0" normalizeH="0" baseline="0" noProof="0" dirty="0" smtClean="0">
                  <a:ln>
                    <a:noFill/>
                  </a:ln>
                  <a:solidFill>
                    <a:prstClr val="white"/>
                  </a:solidFill>
                  <a:effectLst/>
                  <a:uLnTx/>
                  <a:uFillTx/>
                  <a:latin typeface="Lato Regular"/>
                </a:rPr>
                <a:t>3</a:t>
              </a:r>
              <a:endParaRPr kumimoji="0" lang="en-US" sz="2800" b="1" i="0" u="none" strike="noStrike" kern="0" cap="none" spc="0" normalizeH="0" baseline="0" noProof="0" dirty="0" smtClean="0">
                <a:ln>
                  <a:noFill/>
                </a:ln>
                <a:solidFill>
                  <a:prstClr val="white"/>
                </a:solidFill>
                <a:effectLst/>
                <a:uLnTx/>
                <a:uFillTx/>
                <a:latin typeface="Lato Regular"/>
              </a:endParaRPr>
            </a:p>
          </p:txBody>
        </p:sp>
      </p:grpSp>
      <p:grpSp>
        <p:nvGrpSpPr>
          <p:cNvPr id="99" name="Group 98"/>
          <p:cNvGrpSpPr/>
          <p:nvPr/>
        </p:nvGrpSpPr>
        <p:grpSpPr>
          <a:xfrm>
            <a:off x="7797007" y="3177420"/>
            <a:ext cx="4063938" cy="1384995"/>
            <a:chOff x="8088533" y="2990496"/>
            <a:chExt cx="3672068" cy="1384995"/>
          </a:xfrm>
        </p:grpSpPr>
        <p:grpSp>
          <p:nvGrpSpPr>
            <p:cNvPr id="101" name="Group 100"/>
            <p:cNvGrpSpPr/>
            <p:nvPr/>
          </p:nvGrpSpPr>
          <p:grpSpPr>
            <a:xfrm>
              <a:off x="8088533" y="3177424"/>
              <a:ext cx="265677" cy="267646"/>
              <a:chOff x="9217819" y="4508500"/>
              <a:chExt cx="321469" cy="323851"/>
            </a:xfrm>
            <a:solidFill>
              <a:sysClr val="window" lastClr="FFFFFF"/>
            </a:solidFill>
          </p:grpSpPr>
          <p:sp>
            <p:nvSpPr>
              <p:cNvPr id="104" name="AutoShape 8"/>
              <p:cNvSpPr>
                <a:spLocks/>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sp>
            <p:nvSpPr>
              <p:cNvPr id="105" name="AutoShape 9"/>
              <p:cNvSpPr>
                <a:spLocks/>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sp>
            <p:nvSpPr>
              <p:cNvPr id="106" name="AutoShape 10"/>
              <p:cNvSpPr>
                <a:spLocks/>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sp>
            <p:nvSpPr>
              <p:cNvPr id="107" name="AutoShape 11"/>
              <p:cNvSpPr>
                <a:spLocks/>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sp>
            <p:nvSpPr>
              <p:cNvPr id="108" name="AutoShape 12"/>
              <p:cNvSpPr>
                <a:spLocks/>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sp>
            <p:nvSpPr>
              <p:cNvPr id="109" name="AutoShape 13"/>
              <p:cNvSpPr>
                <a:spLocks/>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sp>
            <p:nvSpPr>
              <p:cNvPr id="110" name="AutoShape 14"/>
              <p:cNvSpPr>
                <a:spLocks/>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sp>
            <p:nvSpPr>
              <p:cNvPr id="111" name="AutoShape 15"/>
              <p:cNvSpPr>
                <a:spLocks/>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grpSp>
        <p:sp>
          <p:nvSpPr>
            <p:cNvPr id="102" name="Rectangle 101"/>
            <p:cNvSpPr/>
            <p:nvPr/>
          </p:nvSpPr>
          <p:spPr>
            <a:xfrm>
              <a:off x="8410560" y="2990496"/>
              <a:ext cx="3350041" cy="1384995"/>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ar-SA" sz="2800" b="1" dirty="0">
                  <a:solidFill>
                    <a:schemeClr val="bg1"/>
                  </a:solidFill>
                </a:rPr>
                <a:t>يسمح للطلاب بإعادة الدرس أكثر من مرة بناءاً على فروقاتهم الفردية</a:t>
              </a:r>
              <a:endParaRPr kumimoji="0" lang="en-US" sz="2800" b="1" i="0" u="none" strike="noStrike" kern="0" cap="none" spc="0" normalizeH="0" baseline="0" noProof="0" dirty="0" smtClean="0">
                <a:ln>
                  <a:noFill/>
                </a:ln>
                <a:solidFill>
                  <a:schemeClr val="bg1"/>
                </a:solidFill>
                <a:effectLst/>
                <a:uLnTx/>
                <a:uFillTx/>
                <a:latin typeface="Lato Light"/>
              </a:endParaRPr>
            </a:p>
          </p:txBody>
        </p:sp>
      </p:grpSp>
      <p:grpSp>
        <p:nvGrpSpPr>
          <p:cNvPr id="112" name="Group 111"/>
          <p:cNvGrpSpPr/>
          <p:nvPr/>
        </p:nvGrpSpPr>
        <p:grpSpPr>
          <a:xfrm>
            <a:off x="942277" y="2042979"/>
            <a:ext cx="3124796" cy="954107"/>
            <a:chOff x="942277" y="2042979"/>
            <a:chExt cx="3124796" cy="954107"/>
          </a:xfrm>
        </p:grpSpPr>
        <p:grpSp>
          <p:nvGrpSpPr>
            <p:cNvPr id="114" name="Group 113"/>
            <p:cNvGrpSpPr/>
            <p:nvPr/>
          </p:nvGrpSpPr>
          <p:grpSpPr>
            <a:xfrm>
              <a:off x="3875523" y="2303183"/>
              <a:ext cx="191550" cy="191550"/>
              <a:chOff x="5484813" y="2727325"/>
              <a:chExt cx="231775" cy="231775"/>
            </a:xfrm>
            <a:solidFill>
              <a:sysClr val="window" lastClr="FFFFFF"/>
            </a:solidFill>
          </p:grpSpPr>
          <p:sp>
            <p:nvSpPr>
              <p:cNvPr id="116" name="AutoShape 120"/>
              <p:cNvSpPr>
                <a:spLocks/>
              </p:cNvSpPr>
              <p:nvPr/>
            </p:nvSpPr>
            <p:spPr bwMode="auto">
              <a:xfrm>
                <a:off x="5484813" y="2727325"/>
                <a:ext cx="231775" cy="2317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117" name="AutoShape 121"/>
              <p:cNvSpPr>
                <a:spLocks/>
              </p:cNvSpPr>
              <p:nvPr/>
            </p:nvSpPr>
            <p:spPr bwMode="auto">
              <a:xfrm>
                <a:off x="5542757" y="2785269"/>
                <a:ext cx="65088" cy="650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sp>
          <p:nvSpPr>
            <p:cNvPr id="115" name="Rectangle 114"/>
            <p:cNvSpPr/>
            <p:nvPr/>
          </p:nvSpPr>
          <p:spPr>
            <a:xfrm>
              <a:off x="942277" y="2042979"/>
              <a:ext cx="2907845" cy="954107"/>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ar-SA" sz="2800" b="1" dirty="0">
                  <a:solidFill>
                    <a:schemeClr val="bg1"/>
                  </a:solidFill>
                </a:rPr>
                <a:t>يضمن الاستغلال الأمثل لوقت الحصة</a:t>
              </a:r>
              <a:endParaRPr kumimoji="0" lang="en-US" sz="2800" b="1" i="0" u="none" strike="noStrike" kern="0" cap="none" spc="0" normalizeH="0" baseline="0" noProof="0" dirty="0" smtClean="0">
                <a:ln>
                  <a:noFill/>
                </a:ln>
                <a:solidFill>
                  <a:schemeClr val="bg1"/>
                </a:solidFill>
                <a:effectLst/>
                <a:uLnTx/>
                <a:uFillTx/>
                <a:latin typeface="Lato Light"/>
              </a:endParaRPr>
            </a:p>
          </p:txBody>
        </p:sp>
      </p:grpSp>
      <p:grpSp>
        <p:nvGrpSpPr>
          <p:cNvPr id="119" name="Group 118"/>
          <p:cNvGrpSpPr/>
          <p:nvPr/>
        </p:nvGrpSpPr>
        <p:grpSpPr>
          <a:xfrm>
            <a:off x="617134" y="4297048"/>
            <a:ext cx="3509889" cy="1384995"/>
            <a:chOff x="653469" y="3568993"/>
            <a:chExt cx="3509889" cy="1384995"/>
          </a:xfrm>
        </p:grpSpPr>
        <p:grpSp>
          <p:nvGrpSpPr>
            <p:cNvPr id="121" name="Group 120"/>
            <p:cNvGrpSpPr/>
            <p:nvPr/>
          </p:nvGrpSpPr>
          <p:grpSpPr>
            <a:xfrm>
              <a:off x="3779603" y="4063439"/>
              <a:ext cx="383755" cy="299788"/>
              <a:chOff x="2581275" y="1710532"/>
              <a:chExt cx="464344" cy="362744"/>
            </a:xfrm>
            <a:solidFill>
              <a:sysClr val="window" lastClr="FFFFFF"/>
            </a:solidFill>
          </p:grpSpPr>
          <p:sp>
            <p:nvSpPr>
              <p:cNvPr id="124" name="AutoShape 141"/>
              <p:cNvSpPr>
                <a:spLocks/>
              </p:cNvSpPr>
              <p:nvPr/>
            </p:nvSpPr>
            <p:spPr bwMode="auto">
              <a:xfrm>
                <a:off x="2581275" y="1710532"/>
                <a:ext cx="464344" cy="362744"/>
              </a:xfrm>
              <a:custGeom>
                <a:avLst/>
                <a:gdLst>
                  <a:gd name="T0" fmla="+- 0 10800 252"/>
                  <a:gd name="T1" fmla="*/ T0 w 21096"/>
                  <a:gd name="T2" fmla="*/ 10800 h 21600"/>
                  <a:gd name="T3" fmla="+- 0 10800 252"/>
                  <a:gd name="T4" fmla="*/ T3 w 21096"/>
                  <a:gd name="T5" fmla="*/ 10800 h 21600"/>
                  <a:gd name="T6" fmla="+- 0 10800 252"/>
                  <a:gd name="T7" fmla="*/ T6 w 21096"/>
                  <a:gd name="T8" fmla="*/ 10800 h 21600"/>
                  <a:gd name="T9" fmla="+- 0 10800 252"/>
                  <a:gd name="T10" fmla="*/ T9 w 21096"/>
                  <a:gd name="T11" fmla="*/ 10800 h 21600"/>
                </a:gdLst>
                <a:ahLst/>
                <a:cxnLst>
                  <a:cxn ang="0">
                    <a:pos x="T1" y="T2"/>
                  </a:cxn>
                  <a:cxn ang="0">
                    <a:pos x="T4" y="T5"/>
                  </a:cxn>
                  <a:cxn ang="0">
                    <a:pos x="T7" y="T8"/>
                  </a:cxn>
                  <a:cxn ang="0">
                    <a:pos x="T10" y="T11"/>
                  </a:cxn>
                </a:cxnLst>
                <a:rect l="0" t="0" r="r" b="b"/>
                <a:pathLst>
                  <a:path w="21096" h="21600">
                    <a:moveTo>
                      <a:pt x="19056" y="18331"/>
                    </a:moveTo>
                    <a:cubicBezTo>
                      <a:pt x="13383" y="19233"/>
                      <a:pt x="7711" y="19233"/>
                      <a:pt x="2038" y="18331"/>
                    </a:cubicBezTo>
                    <a:cubicBezTo>
                      <a:pt x="1074" y="13022"/>
                      <a:pt x="1074" y="7713"/>
                      <a:pt x="2038" y="2404"/>
                    </a:cubicBezTo>
                    <a:cubicBezTo>
                      <a:pt x="7711" y="1502"/>
                      <a:pt x="13383" y="1502"/>
                      <a:pt x="19056" y="2404"/>
                    </a:cubicBezTo>
                    <a:cubicBezTo>
                      <a:pt x="20021" y="7713"/>
                      <a:pt x="20021" y="13022"/>
                      <a:pt x="19056" y="18331"/>
                    </a:cubicBezTo>
                    <a:moveTo>
                      <a:pt x="20338" y="2005"/>
                    </a:moveTo>
                    <a:cubicBezTo>
                      <a:pt x="20211" y="1301"/>
                      <a:pt x="19762" y="776"/>
                      <a:pt x="19215" y="689"/>
                    </a:cubicBezTo>
                    <a:cubicBezTo>
                      <a:pt x="16339" y="232"/>
                      <a:pt x="13423" y="0"/>
                      <a:pt x="10547" y="0"/>
                    </a:cubicBezTo>
                    <a:cubicBezTo>
                      <a:pt x="7671" y="0"/>
                      <a:pt x="4755" y="232"/>
                      <a:pt x="1879" y="689"/>
                    </a:cubicBezTo>
                    <a:cubicBezTo>
                      <a:pt x="1332" y="776"/>
                      <a:pt x="883" y="1301"/>
                      <a:pt x="756" y="2005"/>
                    </a:cubicBezTo>
                    <a:cubicBezTo>
                      <a:pt x="-252" y="7553"/>
                      <a:pt x="-252" y="13181"/>
                      <a:pt x="756" y="18731"/>
                    </a:cubicBezTo>
                    <a:cubicBezTo>
                      <a:pt x="883" y="19434"/>
                      <a:pt x="1332" y="19959"/>
                      <a:pt x="1879" y="20046"/>
                    </a:cubicBezTo>
                    <a:cubicBezTo>
                      <a:pt x="3265" y="20266"/>
                      <a:pt x="4660" y="20429"/>
                      <a:pt x="6055" y="20544"/>
                    </a:cubicBezTo>
                    <a:cubicBezTo>
                      <a:pt x="5979" y="20606"/>
                      <a:pt x="5931" y="20670"/>
                      <a:pt x="5931" y="20735"/>
                    </a:cubicBezTo>
                    <a:cubicBezTo>
                      <a:pt x="5931" y="21213"/>
                      <a:pt x="7997" y="21599"/>
                      <a:pt x="10547" y="21599"/>
                    </a:cubicBezTo>
                    <a:cubicBezTo>
                      <a:pt x="13097" y="21599"/>
                      <a:pt x="15164" y="21213"/>
                      <a:pt x="15164" y="20735"/>
                    </a:cubicBezTo>
                    <a:cubicBezTo>
                      <a:pt x="15164" y="20670"/>
                      <a:pt x="15115" y="20606"/>
                      <a:pt x="15040" y="20544"/>
                    </a:cubicBezTo>
                    <a:cubicBezTo>
                      <a:pt x="16434" y="20429"/>
                      <a:pt x="17830" y="20266"/>
                      <a:pt x="19215" y="20046"/>
                    </a:cubicBezTo>
                    <a:cubicBezTo>
                      <a:pt x="19762" y="19959"/>
                      <a:pt x="20211" y="19434"/>
                      <a:pt x="20338" y="18731"/>
                    </a:cubicBezTo>
                    <a:cubicBezTo>
                      <a:pt x="21347" y="13181"/>
                      <a:pt x="21347" y="7553"/>
                      <a:pt x="20338" y="2005"/>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125" name="AutoShape 142"/>
              <p:cNvSpPr>
                <a:spLocks/>
              </p:cNvSpPr>
              <p:nvPr/>
            </p:nvSpPr>
            <p:spPr bwMode="auto">
              <a:xfrm>
                <a:off x="2944019" y="1783557"/>
                <a:ext cx="43656"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200"/>
                    </a:moveTo>
                    <a:cubicBezTo>
                      <a:pt x="12779" y="7200"/>
                      <a:pt x="14399" y="8820"/>
                      <a:pt x="14399" y="10800"/>
                    </a:cubicBezTo>
                    <a:cubicBezTo>
                      <a:pt x="14399" y="12779"/>
                      <a:pt x="12779" y="14400"/>
                      <a:pt x="10800" y="14400"/>
                    </a:cubicBezTo>
                    <a:cubicBezTo>
                      <a:pt x="8820" y="14400"/>
                      <a:pt x="7199" y="12779"/>
                      <a:pt x="7199" y="10800"/>
                    </a:cubicBezTo>
                    <a:cubicBezTo>
                      <a:pt x="7199" y="8820"/>
                      <a:pt x="8820" y="7200"/>
                      <a:pt x="10800" y="7200"/>
                    </a:cubicBezTo>
                    <a:moveTo>
                      <a:pt x="10800" y="21599"/>
                    </a:moveTo>
                    <a:cubicBezTo>
                      <a:pt x="16762" y="21599"/>
                      <a:pt x="21600" y="16762"/>
                      <a:pt x="21600" y="10800"/>
                    </a:cubicBezTo>
                    <a:cubicBezTo>
                      <a:pt x="21600" y="4837"/>
                      <a:pt x="16762" y="0"/>
                      <a:pt x="10800" y="0"/>
                    </a:cubicBezTo>
                    <a:cubicBezTo>
                      <a:pt x="4837" y="0"/>
                      <a:pt x="0" y="4837"/>
                      <a:pt x="0" y="10800"/>
                    </a:cubicBezTo>
                    <a:cubicBezTo>
                      <a:pt x="0" y="16762"/>
                      <a:pt x="483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126" name="AutoShape 143"/>
              <p:cNvSpPr>
                <a:spLocks/>
              </p:cNvSpPr>
              <p:nvPr/>
            </p:nvSpPr>
            <p:spPr bwMode="auto">
              <a:xfrm>
                <a:off x="2929732" y="1971675"/>
                <a:ext cx="57944" cy="150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127" name="AutoShape 144"/>
              <p:cNvSpPr>
                <a:spLocks/>
              </p:cNvSpPr>
              <p:nvPr/>
            </p:nvSpPr>
            <p:spPr bwMode="auto">
              <a:xfrm>
                <a:off x="2944019" y="1928019"/>
                <a:ext cx="58738"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128" name="AutoShape 145"/>
              <p:cNvSpPr>
                <a:spLocks/>
              </p:cNvSpPr>
              <p:nvPr/>
            </p:nvSpPr>
            <p:spPr bwMode="auto">
              <a:xfrm>
                <a:off x="2944019" y="1885157"/>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129" name="AutoShape 146"/>
              <p:cNvSpPr>
                <a:spLocks/>
              </p:cNvSpPr>
              <p:nvPr/>
            </p:nvSpPr>
            <p:spPr bwMode="auto">
              <a:xfrm>
                <a:off x="2697957" y="1826419"/>
                <a:ext cx="86519" cy="61119"/>
              </a:xfrm>
              <a:custGeom>
                <a:avLst/>
                <a:gdLst>
                  <a:gd name="T0" fmla="+- 0 10822 44"/>
                  <a:gd name="T1" fmla="*/ T0 w 21556"/>
                  <a:gd name="T2" fmla="+- 0 10826 53"/>
                  <a:gd name="T3" fmla="*/ 10826 h 21547"/>
                  <a:gd name="T4" fmla="+- 0 10822 44"/>
                  <a:gd name="T5" fmla="*/ T4 w 21556"/>
                  <a:gd name="T6" fmla="+- 0 10826 53"/>
                  <a:gd name="T7" fmla="*/ 10826 h 21547"/>
                  <a:gd name="T8" fmla="+- 0 10822 44"/>
                  <a:gd name="T9" fmla="*/ T8 w 21556"/>
                  <a:gd name="T10" fmla="+- 0 10826 53"/>
                  <a:gd name="T11" fmla="*/ 10826 h 21547"/>
                  <a:gd name="T12" fmla="+- 0 10822 44"/>
                  <a:gd name="T13" fmla="*/ T12 w 21556"/>
                  <a:gd name="T14" fmla="+- 0 10826 53"/>
                  <a:gd name="T15" fmla="*/ 10826 h 21547"/>
                </a:gdLst>
                <a:ahLst/>
                <a:cxnLst>
                  <a:cxn ang="0">
                    <a:pos x="T1" y="T3"/>
                  </a:cxn>
                  <a:cxn ang="0">
                    <a:pos x="T5" y="T7"/>
                  </a:cxn>
                  <a:cxn ang="0">
                    <a:pos x="T9" y="T11"/>
                  </a:cxn>
                  <a:cxn ang="0">
                    <a:pos x="T13" y="T15"/>
                  </a:cxn>
                </a:cxnLst>
                <a:rect l="0" t="0" r="r" b="b"/>
                <a:pathLst>
                  <a:path w="21556" h="21547">
                    <a:moveTo>
                      <a:pt x="19751" y="2"/>
                    </a:moveTo>
                    <a:lnTo>
                      <a:pt x="3200" y="1845"/>
                    </a:lnTo>
                    <a:cubicBezTo>
                      <a:pt x="2215" y="2010"/>
                      <a:pt x="1272" y="3284"/>
                      <a:pt x="1106" y="4676"/>
                    </a:cubicBezTo>
                    <a:lnTo>
                      <a:pt x="1" y="18986"/>
                    </a:lnTo>
                    <a:cubicBezTo>
                      <a:pt x="-44" y="20398"/>
                      <a:pt x="724" y="21547"/>
                      <a:pt x="1712" y="21547"/>
                    </a:cubicBezTo>
                    <a:cubicBezTo>
                      <a:pt x="2698" y="21547"/>
                      <a:pt x="3542" y="20398"/>
                      <a:pt x="3582" y="18978"/>
                    </a:cubicBezTo>
                    <a:lnTo>
                      <a:pt x="4185" y="9251"/>
                    </a:lnTo>
                    <a:cubicBezTo>
                      <a:pt x="4319" y="7849"/>
                      <a:pt x="5235" y="6592"/>
                      <a:pt x="6220" y="6447"/>
                    </a:cubicBezTo>
                    <a:lnTo>
                      <a:pt x="19751" y="5128"/>
                    </a:lnTo>
                    <a:cubicBezTo>
                      <a:pt x="20743" y="5078"/>
                      <a:pt x="21556" y="3884"/>
                      <a:pt x="21556" y="2467"/>
                    </a:cubicBezTo>
                    <a:cubicBezTo>
                      <a:pt x="21556" y="1055"/>
                      <a:pt x="20743" y="-53"/>
                      <a:pt x="19751" y="2"/>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sp>
          <p:nvSpPr>
            <p:cNvPr id="122" name="Rectangle 121"/>
            <p:cNvSpPr/>
            <p:nvPr/>
          </p:nvSpPr>
          <p:spPr>
            <a:xfrm>
              <a:off x="653469" y="3568993"/>
              <a:ext cx="3100734" cy="1384995"/>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ar-SA" sz="2800" b="1" dirty="0">
                  <a:solidFill>
                    <a:schemeClr val="bg1"/>
                  </a:solidFill>
                </a:rPr>
                <a:t>توفير وقت المعلم داخل الفصل للقيام بدوره كموجه ومحفز ومساعد</a:t>
              </a:r>
              <a:endParaRPr kumimoji="0" lang="en-US" sz="2800" b="1" i="0" u="none" strike="noStrike" kern="0" cap="none" spc="0" normalizeH="0" baseline="0" noProof="0" dirty="0" smtClean="0">
                <a:ln>
                  <a:noFill/>
                </a:ln>
                <a:solidFill>
                  <a:schemeClr val="bg1"/>
                </a:solidFill>
                <a:effectLst/>
                <a:uLnTx/>
                <a:uFillTx/>
                <a:latin typeface="Lato Light"/>
              </a:endParaRPr>
            </a:p>
          </p:txBody>
        </p:sp>
      </p:grpSp>
      <p:sp>
        <p:nvSpPr>
          <p:cNvPr id="4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762864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84"/>
                                            </p:tgtEl>
                                            <p:attrNameLst>
                                              <p:attrName>style.visibility</p:attrName>
                                            </p:attrNameLst>
                                          </p:cBhvr>
                                          <p:to>
                                            <p:strVal val="visible"/>
                                          </p:to>
                                        </p:set>
                                        <p:animEffect transition="in" filter="wipe(down)">
                                          <p:cBhvr>
                                            <p:cTn id="11" dur="500"/>
                                            <p:tgtEl>
                                              <p:spTgt spid="84"/>
                                            </p:tgtEl>
                                          </p:cBhvr>
                                        </p:animEffect>
                                      </p:childTnLst>
                                    </p:cTn>
                                  </p:par>
                                </p:childTnLst>
                              </p:cTn>
                            </p:par>
                            <p:par>
                              <p:cTn id="12" fill="hold">
                                <p:stCondLst>
                                  <p:cond delay="1000"/>
                                </p:stCondLst>
                                <p:childTnLst>
                                  <p:par>
                                    <p:cTn id="13" presetID="2" presetClass="entr" presetSubtype="2" fill="hold" nodeType="afterEffect" p14:presetBounceEnd="20000">
                                      <p:stCondLst>
                                        <p:cond delay="0"/>
                                      </p:stCondLst>
                                      <p:childTnLst>
                                        <p:set>
                                          <p:cBhvr>
                                            <p:cTn id="14" dur="1" fill="hold">
                                              <p:stCondLst>
                                                <p:cond delay="0"/>
                                              </p:stCondLst>
                                            </p:cTn>
                                            <p:tgtEl>
                                              <p:spTgt spid="87"/>
                                            </p:tgtEl>
                                            <p:attrNameLst>
                                              <p:attrName>style.visibility</p:attrName>
                                            </p:attrNameLst>
                                          </p:cBhvr>
                                          <p:to>
                                            <p:strVal val="visible"/>
                                          </p:to>
                                        </p:set>
                                        <p:anim calcmode="lin" valueType="num" p14:bounceEnd="20000">
                                          <p:cBhvr additive="base">
                                            <p:cTn id="15" dur="500" fill="hold"/>
                                            <p:tgtEl>
                                              <p:spTgt spid="87"/>
                                            </p:tgtEl>
                                            <p:attrNameLst>
                                              <p:attrName>ppt_x</p:attrName>
                                            </p:attrNameLst>
                                          </p:cBhvr>
                                          <p:tavLst>
                                            <p:tav tm="0">
                                              <p:val>
                                                <p:strVal val="1+#ppt_w/2"/>
                                              </p:val>
                                            </p:tav>
                                            <p:tav tm="100000">
                                              <p:val>
                                                <p:strVal val="#ppt_x"/>
                                              </p:val>
                                            </p:tav>
                                          </p:tavLst>
                                        </p:anim>
                                        <p:anim calcmode="lin" valueType="num" p14:bounceEnd="20000">
                                          <p:cBhvr additive="base">
                                            <p:cTn id="16" dur="500" fill="hold"/>
                                            <p:tgtEl>
                                              <p:spTgt spid="87"/>
                                            </p:tgtEl>
                                            <p:attrNameLst>
                                              <p:attrName>ppt_y</p:attrName>
                                            </p:attrNameLst>
                                          </p:cBhvr>
                                          <p:tavLst>
                                            <p:tav tm="0">
                                              <p:val>
                                                <p:strVal val="#ppt_y"/>
                                              </p:val>
                                            </p:tav>
                                            <p:tav tm="100000">
                                              <p:val>
                                                <p:strVal val="#ppt_y"/>
                                              </p:val>
                                            </p:tav>
                                          </p:tavLst>
                                        </p:anim>
                                      </p:childTnLst>
                                    </p:cTn>
                                  </p:par>
                                </p:childTnLst>
                              </p:cTn>
                            </p:par>
                            <p:par>
                              <p:cTn id="17" fill="hold">
                                <p:stCondLst>
                                  <p:cond delay="1500"/>
                                </p:stCondLst>
                                <p:childTnLst>
                                  <p:par>
                                    <p:cTn id="18" presetID="2" presetClass="entr" presetSubtype="8" fill="hold" nodeType="afterEffect" p14:presetBounceEnd="20000">
                                      <p:stCondLst>
                                        <p:cond delay="0"/>
                                      </p:stCondLst>
                                      <p:childTnLst>
                                        <p:set>
                                          <p:cBhvr>
                                            <p:cTn id="19" dur="1" fill="hold">
                                              <p:stCondLst>
                                                <p:cond delay="0"/>
                                              </p:stCondLst>
                                            </p:cTn>
                                            <p:tgtEl>
                                              <p:spTgt spid="91"/>
                                            </p:tgtEl>
                                            <p:attrNameLst>
                                              <p:attrName>style.visibility</p:attrName>
                                            </p:attrNameLst>
                                          </p:cBhvr>
                                          <p:to>
                                            <p:strVal val="visible"/>
                                          </p:to>
                                        </p:set>
                                        <p:anim calcmode="lin" valueType="num" p14:bounceEnd="20000">
                                          <p:cBhvr additive="base">
                                            <p:cTn id="20" dur="500" fill="hold"/>
                                            <p:tgtEl>
                                              <p:spTgt spid="91"/>
                                            </p:tgtEl>
                                            <p:attrNameLst>
                                              <p:attrName>ppt_x</p:attrName>
                                            </p:attrNameLst>
                                          </p:cBhvr>
                                          <p:tavLst>
                                            <p:tav tm="0">
                                              <p:val>
                                                <p:strVal val="0-#ppt_w/2"/>
                                              </p:val>
                                            </p:tav>
                                            <p:tav tm="100000">
                                              <p:val>
                                                <p:strVal val="#ppt_x"/>
                                              </p:val>
                                            </p:tav>
                                          </p:tavLst>
                                        </p:anim>
                                        <p:anim calcmode="lin" valueType="num" p14:bounceEnd="20000">
                                          <p:cBhvr additive="base">
                                            <p:cTn id="21" dur="500" fill="hold"/>
                                            <p:tgtEl>
                                              <p:spTgt spid="91"/>
                                            </p:tgtEl>
                                            <p:attrNameLst>
                                              <p:attrName>ppt_y</p:attrName>
                                            </p:attrNameLst>
                                          </p:cBhvr>
                                          <p:tavLst>
                                            <p:tav tm="0">
                                              <p:val>
                                                <p:strVal val="#ppt_y"/>
                                              </p:val>
                                            </p:tav>
                                            <p:tav tm="100000">
                                              <p:val>
                                                <p:strVal val="#ppt_y"/>
                                              </p:val>
                                            </p:tav>
                                          </p:tavLst>
                                        </p:anim>
                                      </p:childTnLst>
                                    </p:cTn>
                                  </p:par>
                                </p:childTnLst>
                              </p:cTn>
                            </p:par>
                            <p:par>
                              <p:cTn id="22" fill="hold">
                                <p:stCondLst>
                                  <p:cond delay="2000"/>
                                </p:stCondLst>
                                <p:childTnLst>
                                  <p:par>
                                    <p:cTn id="23" presetID="2" presetClass="entr" presetSubtype="3" fill="hold" nodeType="afterEffect" p14:presetBounceEnd="20000">
                                      <p:stCondLst>
                                        <p:cond delay="0"/>
                                      </p:stCondLst>
                                      <p:childTnLst>
                                        <p:set>
                                          <p:cBhvr>
                                            <p:cTn id="24" dur="1" fill="hold">
                                              <p:stCondLst>
                                                <p:cond delay="0"/>
                                              </p:stCondLst>
                                            </p:cTn>
                                            <p:tgtEl>
                                              <p:spTgt spid="95"/>
                                            </p:tgtEl>
                                            <p:attrNameLst>
                                              <p:attrName>style.visibility</p:attrName>
                                            </p:attrNameLst>
                                          </p:cBhvr>
                                          <p:to>
                                            <p:strVal val="visible"/>
                                          </p:to>
                                        </p:set>
                                        <p:anim calcmode="lin" valueType="num" p14:bounceEnd="20000">
                                          <p:cBhvr additive="base">
                                            <p:cTn id="25" dur="500" fill="hold"/>
                                            <p:tgtEl>
                                              <p:spTgt spid="95"/>
                                            </p:tgtEl>
                                            <p:attrNameLst>
                                              <p:attrName>ppt_x</p:attrName>
                                            </p:attrNameLst>
                                          </p:cBhvr>
                                          <p:tavLst>
                                            <p:tav tm="0">
                                              <p:val>
                                                <p:strVal val="1+#ppt_w/2"/>
                                              </p:val>
                                            </p:tav>
                                            <p:tav tm="100000">
                                              <p:val>
                                                <p:strVal val="#ppt_x"/>
                                              </p:val>
                                            </p:tav>
                                          </p:tavLst>
                                        </p:anim>
                                        <p:anim calcmode="lin" valueType="num" p14:bounceEnd="20000">
                                          <p:cBhvr additive="base">
                                            <p:cTn id="26" dur="500" fill="hold"/>
                                            <p:tgtEl>
                                              <p:spTgt spid="95"/>
                                            </p:tgtEl>
                                            <p:attrNameLst>
                                              <p:attrName>ppt_y</p:attrName>
                                            </p:attrNameLst>
                                          </p:cBhvr>
                                          <p:tavLst>
                                            <p:tav tm="0">
                                              <p:val>
                                                <p:strVal val="0-#ppt_h/2"/>
                                              </p:val>
                                            </p:tav>
                                            <p:tav tm="100000">
                                              <p:val>
                                                <p:strVal val="#ppt_y"/>
                                              </p:val>
                                            </p:tav>
                                          </p:tavLst>
                                        </p:anim>
                                      </p:childTnLst>
                                    </p:cTn>
                                  </p:par>
                                </p:childTnLst>
                              </p:cTn>
                            </p:par>
                            <p:par>
                              <p:cTn id="27" fill="hold">
                                <p:stCondLst>
                                  <p:cond delay="2500"/>
                                </p:stCondLst>
                                <p:childTnLst>
                                  <p:par>
                                    <p:cTn id="28" presetID="10" presetClass="entr" presetSubtype="0" fill="hold" nodeType="afterEffect">
                                      <p:stCondLst>
                                        <p:cond delay="0"/>
                                      </p:stCondLst>
                                      <p:childTnLst>
                                        <p:set>
                                          <p:cBhvr>
                                            <p:cTn id="29" dur="1" fill="hold">
                                              <p:stCondLst>
                                                <p:cond delay="0"/>
                                              </p:stCondLst>
                                            </p:cTn>
                                            <p:tgtEl>
                                              <p:spTgt spid="112"/>
                                            </p:tgtEl>
                                            <p:attrNameLst>
                                              <p:attrName>style.visibility</p:attrName>
                                            </p:attrNameLst>
                                          </p:cBhvr>
                                          <p:to>
                                            <p:strVal val="visible"/>
                                          </p:to>
                                        </p:set>
                                        <p:animEffect transition="in" filter="fade">
                                          <p:cBhvr>
                                            <p:cTn id="30" dur="500"/>
                                            <p:tgtEl>
                                              <p:spTgt spid="112"/>
                                            </p:tgtEl>
                                          </p:cBhvr>
                                        </p:animEffect>
                                      </p:childTnLst>
                                    </p:cTn>
                                  </p:par>
                                </p:childTnLst>
                              </p:cTn>
                            </p:par>
                            <p:par>
                              <p:cTn id="31" fill="hold">
                                <p:stCondLst>
                                  <p:cond delay="3000"/>
                                </p:stCondLst>
                                <p:childTnLst>
                                  <p:par>
                                    <p:cTn id="32" presetID="10" presetClass="entr" presetSubtype="0" fill="hold" nodeType="afterEffect">
                                      <p:stCondLst>
                                        <p:cond delay="0"/>
                                      </p:stCondLst>
                                      <p:childTnLst>
                                        <p:set>
                                          <p:cBhvr>
                                            <p:cTn id="33" dur="1" fill="hold">
                                              <p:stCondLst>
                                                <p:cond delay="0"/>
                                              </p:stCondLst>
                                            </p:cTn>
                                            <p:tgtEl>
                                              <p:spTgt spid="99"/>
                                            </p:tgtEl>
                                            <p:attrNameLst>
                                              <p:attrName>style.visibility</p:attrName>
                                            </p:attrNameLst>
                                          </p:cBhvr>
                                          <p:to>
                                            <p:strVal val="visible"/>
                                          </p:to>
                                        </p:set>
                                        <p:animEffect transition="in" filter="fade">
                                          <p:cBhvr>
                                            <p:cTn id="34" dur="500"/>
                                            <p:tgtEl>
                                              <p:spTgt spid="99"/>
                                            </p:tgtEl>
                                          </p:cBhvr>
                                        </p:animEffect>
                                      </p:childTnLst>
                                    </p:cTn>
                                  </p:par>
                                </p:childTnLst>
                              </p:cTn>
                            </p:par>
                            <p:par>
                              <p:cTn id="35" fill="hold">
                                <p:stCondLst>
                                  <p:cond delay="3500"/>
                                </p:stCondLst>
                                <p:childTnLst>
                                  <p:par>
                                    <p:cTn id="36" presetID="10" presetClass="entr" presetSubtype="0" fill="hold" nodeType="afterEffect">
                                      <p:stCondLst>
                                        <p:cond delay="0"/>
                                      </p:stCondLst>
                                      <p:childTnLst>
                                        <p:set>
                                          <p:cBhvr>
                                            <p:cTn id="37" dur="1" fill="hold">
                                              <p:stCondLst>
                                                <p:cond delay="0"/>
                                              </p:stCondLst>
                                            </p:cTn>
                                            <p:tgtEl>
                                              <p:spTgt spid="119"/>
                                            </p:tgtEl>
                                            <p:attrNameLst>
                                              <p:attrName>style.visibility</p:attrName>
                                            </p:attrNameLst>
                                          </p:cBhvr>
                                          <p:to>
                                            <p:strVal val="visible"/>
                                          </p:to>
                                        </p:set>
                                        <p:animEffect transition="in" filter="fade">
                                          <p:cBhvr>
                                            <p:cTn id="38" dur="5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84"/>
                                            </p:tgtEl>
                                            <p:attrNameLst>
                                              <p:attrName>style.visibility</p:attrName>
                                            </p:attrNameLst>
                                          </p:cBhvr>
                                          <p:to>
                                            <p:strVal val="visible"/>
                                          </p:to>
                                        </p:set>
                                        <p:animEffect transition="in" filter="wipe(down)">
                                          <p:cBhvr>
                                            <p:cTn id="11" dur="500"/>
                                            <p:tgtEl>
                                              <p:spTgt spid="84"/>
                                            </p:tgtEl>
                                          </p:cBhvr>
                                        </p:animEffect>
                                      </p:childTnLst>
                                    </p:cTn>
                                  </p:par>
                                </p:childTnLst>
                              </p:cTn>
                            </p:par>
                            <p:par>
                              <p:cTn id="12" fill="hold">
                                <p:stCondLst>
                                  <p:cond delay="1000"/>
                                </p:stCondLst>
                                <p:childTnLst>
                                  <p:par>
                                    <p:cTn id="13" presetID="2" presetClass="entr" presetSubtype="2" fill="hold" nodeType="afterEffect">
                                      <p:stCondLst>
                                        <p:cond delay="0"/>
                                      </p:stCondLst>
                                      <p:childTnLst>
                                        <p:set>
                                          <p:cBhvr>
                                            <p:cTn id="14" dur="1" fill="hold">
                                              <p:stCondLst>
                                                <p:cond delay="0"/>
                                              </p:stCondLst>
                                            </p:cTn>
                                            <p:tgtEl>
                                              <p:spTgt spid="87"/>
                                            </p:tgtEl>
                                            <p:attrNameLst>
                                              <p:attrName>style.visibility</p:attrName>
                                            </p:attrNameLst>
                                          </p:cBhvr>
                                          <p:to>
                                            <p:strVal val="visible"/>
                                          </p:to>
                                        </p:set>
                                        <p:anim calcmode="lin" valueType="num">
                                          <p:cBhvr additive="base">
                                            <p:cTn id="15" dur="500" fill="hold"/>
                                            <p:tgtEl>
                                              <p:spTgt spid="87"/>
                                            </p:tgtEl>
                                            <p:attrNameLst>
                                              <p:attrName>ppt_x</p:attrName>
                                            </p:attrNameLst>
                                          </p:cBhvr>
                                          <p:tavLst>
                                            <p:tav tm="0">
                                              <p:val>
                                                <p:strVal val="1+#ppt_w/2"/>
                                              </p:val>
                                            </p:tav>
                                            <p:tav tm="100000">
                                              <p:val>
                                                <p:strVal val="#ppt_x"/>
                                              </p:val>
                                            </p:tav>
                                          </p:tavLst>
                                        </p:anim>
                                        <p:anim calcmode="lin" valueType="num">
                                          <p:cBhvr additive="base">
                                            <p:cTn id="16" dur="500" fill="hold"/>
                                            <p:tgtEl>
                                              <p:spTgt spid="87"/>
                                            </p:tgtEl>
                                            <p:attrNameLst>
                                              <p:attrName>ppt_y</p:attrName>
                                            </p:attrNameLst>
                                          </p:cBhvr>
                                          <p:tavLst>
                                            <p:tav tm="0">
                                              <p:val>
                                                <p:strVal val="#ppt_y"/>
                                              </p:val>
                                            </p:tav>
                                            <p:tav tm="100000">
                                              <p:val>
                                                <p:strVal val="#ppt_y"/>
                                              </p:val>
                                            </p:tav>
                                          </p:tavLst>
                                        </p:anim>
                                      </p:childTnLst>
                                    </p:cTn>
                                  </p:par>
                                </p:childTnLst>
                              </p:cTn>
                            </p:par>
                            <p:par>
                              <p:cTn id="17" fill="hold">
                                <p:stCondLst>
                                  <p:cond delay="1500"/>
                                </p:stCondLst>
                                <p:childTnLst>
                                  <p:par>
                                    <p:cTn id="18" presetID="2" presetClass="entr" presetSubtype="8" fill="hold" nodeType="afterEffect">
                                      <p:stCondLst>
                                        <p:cond delay="0"/>
                                      </p:stCondLst>
                                      <p:childTnLst>
                                        <p:set>
                                          <p:cBhvr>
                                            <p:cTn id="19" dur="1" fill="hold">
                                              <p:stCondLst>
                                                <p:cond delay="0"/>
                                              </p:stCondLst>
                                            </p:cTn>
                                            <p:tgtEl>
                                              <p:spTgt spid="91"/>
                                            </p:tgtEl>
                                            <p:attrNameLst>
                                              <p:attrName>style.visibility</p:attrName>
                                            </p:attrNameLst>
                                          </p:cBhvr>
                                          <p:to>
                                            <p:strVal val="visible"/>
                                          </p:to>
                                        </p:set>
                                        <p:anim calcmode="lin" valueType="num">
                                          <p:cBhvr additive="base">
                                            <p:cTn id="20" dur="500" fill="hold"/>
                                            <p:tgtEl>
                                              <p:spTgt spid="91"/>
                                            </p:tgtEl>
                                            <p:attrNameLst>
                                              <p:attrName>ppt_x</p:attrName>
                                            </p:attrNameLst>
                                          </p:cBhvr>
                                          <p:tavLst>
                                            <p:tav tm="0">
                                              <p:val>
                                                <p:strVal val="0-#ppt_w/2"/>
                                              </p:val>
                                            </p:tav>
                                            <p:tav tm="100000">
                                              <p:val>
                                                <p:strVal val="#ppt_x"/>
                                              </p:val>
                                            </p:tav>
                                          </p:tavLst>
                                        </p:anim>
                                        <p:anim calcmode="lin" valueType="num">
                                          <p:cBhvr additive="base">
                                            <p:cTn id="21" dur="500" fill="hold"/>
                                            <p:tgtEl>
                                              <p:spTgt spid="91"/>
                                            </p:tgtEl>
                                            <p:attrNameLst>
                                              <p:attrName>ppt_y</p:attrName>
                                            </p:attrNameLst>
                                          </p:cBhvr>
                                          <p:tavLst>
                                            <p:tav tm="0">
                                              <p:val>
                                                <p:strVal val="#ppt_y"/>
                                              </p:val>
                                            </p:tav>
                                            <p:tav tm="100000">
                                              <p:val>
                                                <p:strVal val="#ppt_y"/>
                                              </p:val>
                                            </p:tav>
                                          </p:tavLst>
                                        </p:anim>
                                      </p:childTnLst>
                                    </p:cTn>
                                  </p:par>
                                </p:childTnLst>
                              </p:cTn>
                            </p:par>
                            <p:par>
                              <p:cTn id="22" fill="hold">
                                <p:stCondLst>
                                  <p:cond delay="2000"/>
                                </p:stCondLst>
                                <p:childTnLst>
                                  <p:par>
                                    <p:cTn id="23" presetID="2" presetClass="entr" presetSubtype="3" fill="hold" nodeType="afterEffect">
                                      <p:stCondLst>
                                        <p:cond delay="0"/>
                                      </p:stCondLst>
                                      <p:childTnLst>
                                        <p:set>
                                          <p:cBhvr>
                                            <p:cTn id="24" dur="1" fill="hold">
                                              <p:stCondLst>
                                                <p:cond delay="0"/>
                                              </p:stCondLst>
                                            </p:cTn>
                                            <p:tgtEl>
                                              <p:spTgt spid="95"/>
                                            </p:tgtEl>
                                            <p:attrNameLst>
                                              <p:attrName>style.visibility</p:attrName>
                                            </p:attrNameLst>
                                          </p:cBhvr>
                                          <p:to>
                                            <p:strVal val="visible"/>
                                          </p:to>
                                        </p:set>
                                        <p:anim calcmode="lin" valueType="num">
                                          <p:cBhvr additive="base">
                                            <p:cTn id="25" dur="500" fill="hold"/>
                                            <p:tgtEl>
                                              <p:spTgt spid="95"/>
                                            </p:tgtEl>
                                            <p:attrNameLst>
                                              <p:attrName>ppt_x</p:attrName>
                                            </p:attrNameLst>
                                          </p:cBhvr>
                                          <p:tavLst>
                                            <p:tav tm="0">
                                              <p:val>
                                                <p:strVal val="1+#ppt_w/2"/>
                                              </p:val>
                                            </p:tav>
                                            <p:tav tm="100000">
                                              <p:val>
                                                <p:strVal val="#ppt_x"/>
                                              </p:val>
                                            </p:tav>
                                          </p:tavLst>
                                        </p:anim>
                                        <p:anim calcmode="lin" valueType="num">
                                          <p:cBhvr additive="base">
                                            <p:cTn id="26" dur="500" fill="hold"/>
                                            <p:tgtEl>
                                              <p:spTgt spid="95"/>
                                            </p:tgtEl>
                                            <p:attrNameLst>
                                              <p:attrName>ppt_y</p:attrName>
                                            </p:attrNameLst>
                                          </p:cBhvr>
                                          <p:tavLst>
                                            <p:tav tm="0">
                                              <p:val>
                                                <p:strVal val="0-#ppt_h/2"/>
                                              </p:val>
                                            </p:tav>
                                            <p:tav tm="100000">
                                              <p:val>
                                                <p:strVal val="#ppt_y"/>
                                              </p:val>
                                            </p:tav>
                                          </p:tavLst>
                                        </p:anim>
                                      </p:childTnLst>
                                    </p:cTn>
                                  </p:par>
                                </p:childTnLst>
                              </p:cTn>
                            </p:par>
                            <p:par>
                              <p:cTn id="27" fill="hold">
                                <p:stCondLst>
                                  <p:cond delay="2500"/>
                                </p:stCondLst>
                                <p:childTnLst>
                                  <p:par>
                                    <p:cTn id="28" presetID="10" presetClass="entr" presetSubtype="0" fill="hold" nodeType="afterEffect">
                                      <p:stCondLst>
                                        <p:cond delay="0"/>
                                      </p:stCondLst>
                                      <p:childTnLst>
                                        <p:set>
                                          <p:cBhvr>
                                            <p:cTn id="29" dur="1" fill="hold">
                                              <p:stCondLst>
                                                <p:cond delay="0"/>
                                              </p:stCondLst>
                                            </p:cTn>
                                            <p:tgtEl>
                                              <p:spTgt spid="112"/>
                                            </p:tgtEl>
                                            <p:attrNameLst>
                                              <p:attrName>style.visibility</p:attrName>
                                            </p:attrNameLst>
                                          </p:cBhvr>
                                          <p:to>
                                            <p:strVal val="visible"/>
                                          </p:to>
                                        </p:set>
                                        <p:animEffect transition="in" filter="fade">
                                          <p:cBhvr>
                                            <p:cTn id="30" dur="500"/>
                                            <p:tgtEl>
                                              <p:spTgt spid="112"/>
                                            </p:tgtEl>
                                          </p:cBhvr>
                                        </p:animEffect>
                                      </p:childTnLst>
                                    </p:cTn>
                                  </p:par>
                                </p:childTnLst>
                              </p:cTn>
                            </p:par>
                            <p:par>
                              <p:cTn id="31" fill="hold">
                                <p:stCondLst>
                                  <p:cond delay="3000"/>
                                </p:stCondLst>
                                <p:childTnLst>
                                  <p:par>
                                    <p:cTn id="32" presetID="10" presetClass="entr" presetSubtype="0" fill="hold" nodeType="afterEffect">
                                      <p:stCondLst>
                                        <p:cond delay="0"/>
                                      </p:stCondLst>
                                      <p:childTnLst>
                                        <p:set>
                                          <p:cBhvr>
                                            <p:cTn id="33" dur="1" fill="hold">
                                              <p:stCondLst>
                                                <p:cond delay="0"/>
                                              </p:stCondLst>
                                            </p:cTn>
                                            <p:tgtEl>
                                              <p:spTgt spid="99"/>
                                            </p:tgtEl>
                                            <p:attrNameLst>
                                              <p:attrName>style.visibility</p:attrName>
                                            </p:attrNameLst>
                                          </p:cBhvr>
                                          <p:to>
                                            <p:strVal val="visible"/>
                                          </p:to>
                                        </p:set>
                                        <p:animEffect transition="in" filter="fade">
                                          <p:cBhvr>
                                            <p:cTn id="34" dur="500"/>
                                            <p:tgtEl>
                                              <p:spTgt spid="99"/>
                                            </p:tgtEl>
                                          </p:cBhvr>
                                        </p:animEffect>
                                      </p:childTnLst>
                                    </p:cTn>
                                  </p:par>
                                </p:childTnLst>
                              </p:cTn>
                            </p:par>
                            <p:par>
                              <p:cTn id="35" fill="hold">
                                <p:stCondLst>
                                  <p:cond delay="3500"/>
                                </p:stCondLst>
                                <p:childTnLst>
                                  <p:par>
                                    <p:cTn id="36" presetID="10" presetClass="entr" presetSubtype="0" fill="hold" nodeType="afterEffect">
                                      <p:stCondLst>
                                        <p:cond delay="0"/>
                                      </p:stCondLst>
                                      <p:childTnLst>
                                        <p:set>
                                          <p:cBhvr>
                                            <p:cTn id="37" dur="1" fill="hold">
                                              <p:stCondLst>
                                                <p:cond delay="0"/>
                                              </p:stCondLst>
                                            </p:cTn>
                                            <p:tgtEl>
                                              <p:spTgt spid="119"/>
                                            </p:tgtEl>
                                            <p:attrNameLst>
                                              <p:attrName>style.visibility</p:attrName>
                                            </p:attrNameLst>
                                          </p:cBhvr>
                                          <p:to>
                                            <p:strVal val="visible"/>
                                          </p:to>
                                        </p:set>
                                        <p:animEffect transition="in" filter="fade">
                                          <p:cBhvr>
                                            <p:cTn id="38" dur="5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 name="Rectangle 312"/>
          <p:cNvSpPr/>
          <p:nvPr/>
        </p:nvSpPr>
        <p:spPr>
          <a:xfrm>
            <a:off x="0" y="0"/>
            <a:ext cx="12192000" cy="6857999"/>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 name="Rectangle 4"/>
          <p:cNvSpPr/>
          <p:nvPr/>
        </p:nvSpPr>
        <p:spPr>
          <a:xfrm>
            <a:off x="5526" y="4011"/>
            <a:ext cx="12192000" cy="6857999"/>
          </a:xfrm>
          <a:prstGeom prst="rect">
            <a:avLst/>
          </a:prstGeom>
          <a:solidFill>
            <a:srgbClr val="232C3C">
              <a:alpha val="9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787390" y="-110640"/>
            <a:ext cx="11133157" cy="707886"/>
          </a:xfrm>
          <a:prstGeom prst="rect">
            <a:avLst/>
          </a:prstGeom>
          <a:noFill/>
          <a:ln>
            <a:noFill/>
          </a:ln>
        </p:spPr>
        <p:txBody>
          <a:bodyPr wrap="square" rtlCol="0">
            <a:spAutoFit/>
          </a:bodyPr>
          <a:lstStyle/>
          <a:p>
            <a:pPr marL="1657350" lvl="2" indent="-742950" algn="r" rtl="1">
              <a:buFont typeface="+mj-lt"/>
              <a:buAutoNum type="arabicPeriod" startAt="3"/>
            </a:pPr>
            <a:r>
              <a:rPr lang="ar-SA" sz="4000" b="1" u="sng" dirty="0">
                <a:solidFill>
                  <a:srgbClr val="FFFF00"/>
                </a:solidFill>
              </a:rPr>
              <a:t>. إيجابيات الفصل المقلوب أو المعكوس</a:t>
            </a:r>
            <a:endParaRPr lang="en-US" sz="4000" b="1" u="sng" dirty="0">
              <a:solidFill>
                <a:srgbClr val="FFFF00"/>
              </a:solidFill>
            </a:endParaRPr>
          </a:p>
        </p:txBody>
      </p:sp>
      <p:grpSp>
        <p:nvGrpSpPr>
          <p:cNvPr id="99" name="Group 98"/>
          <p:cNvGrpSpPr/>
          <p:nvPr/>
        </p:nvGrpSpPr>
        <p:grpSpPr>
          <a:xfrm>
            <a:off x="7982861" y="2484688"/>
            <a:ext cx="3920442" cy="1384995"/>
            <a:chOff x="8088533" y="2931791"/>
            <a:chExt cx="3542409" cy="1384995"/>
          </a:xfrm>
        </p:grpSpPr>
        <p:grpSp>
          <p:nvGrpSpPr>
            <p:cNvPr id="101" name="Group 100"/>
            <p:cNvGrpSpPr/>
            <p:nvPr/>
          </p:nvGrpSpPr>
          <p:grpSpPr>
            <a:xfrm>
              <a:off x="8088533" y="3177424"/>
              <a:ext cx="265677" cy="267646"/>
              <a:chOff x="9217819" y="4508500"/>
              <a:chExt cx="321469" cy="323851"/>
            </a:xfrm>
            <a:solidFill>
              <a:sysClr val="window" lastClr="FFFFFF"/>
            </a:solidFill>
          </p:grpSpPr>
          <p:sp>
            <p:nvSpPr>
              <p:cNvPr id="104" name="AutoShape 8"/>
              <p:cNvSpPr>
                <a:spLocks/>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sp>
            <p:nvSpPr>
              <p:cNvPr id="105" name="AutoShape 9"/>
              <p:cNvSpPr>
                <a:spLocks/>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sp>
            <p:nvSpPr>
              <p:cNvPr id="106" name="AutoShape 10"/>
              <p:cNvSpPr>
                <a:spLocks/>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sp>
            <p:nvSpPr>
              <p:cNvPr id="107" name="AutoShape 11"/>
              <p:cNvSpPr>
                <a:spLocks/>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sp>
            <p:nvSpPr>
              <p:cNvPr id="108" name="AutoShape 12"/>
              <p:cNvSpPr>
                <a:spLocks/>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sp>
            <p:nvSpPr>
              <p:cNvPr id="109" name="AutoShape 13"/>
              <p:cNvSpPr>
                <a:spLocks/>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sp>
            <p:nvSpPr>
              <p:cNvPr id="110" name="AutoShape 14"/>
              <p:cNvSpPr>
                <a:spLocks/>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sp>
            <p:nvSpPr>
              <p:cNvPr id="111" name="AutoShape 15"/>
              <p:cNvSpPr>
                <a:spLocks/>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sym typeface="Gill Sans" charset="0"/>
                </a:endParaRPr>
              </a:p>
            </p:txBody>
          </p:sp>
        </p:grpSp>
        <p:sp>
          <p:nvSpPr>
            <p:cNvPr id="102" name="Rectangle 101"/>
            <p:cNvSpPr/>
            <p:nvPr/>
          </p:nvSpPr>
          <p:spPr>
            <a:xfrm>
              <a:off x="8280901" y="2931791"/>
              <a:ext cx="3350041" cy="1384995"/>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ar-SA" sz="2800" b="1" dirty="0">
                  <a:solidFill>
                    <a:schemeClr val="bg1"/>
                  </a:solidFill>
                </a:rPr>
                <a:t>يشجع على الاستخدام الأفضل للتكنولوجيا الحديثة في مجال التعليم</a:t>
              </a:r>
              <a:endParaRPr kumimoji="0" lang="en-US" sz="2800" b="1" i="0" u="none" strike="noStrike" kern="0" cap="none" spc="0" normalizeH="0" baseline="0" noProof="0" dirty="0" smtClean="0">
                <a:ln>
                  <a:noFill/>
                </a:ln>
                <a:solidFill>
                  <a:schemeClr val="bg1"/>
                </a:solidFill>
                <a:effectLst/>
                <a:uLnTx/>
                <a:uFillTx/>
                <a:latin typeface="Lato Light"/>
              </a:endParaRPr>
            </a:p>
          </p:txBody>
        </p:sp>
      </p:grpSp>
      <p:grpSp>
        <p:nvGrpSpPr>
          <p:cNvPr id="112" name="Group 111"/>
          <p:cNvGrpSpPr/>
          <p:nvPr/>
        </p:nvGrpSpPr>
        <p:grpSpPr>
          <a:xfrm>
            <a:off x="832993" y="1976825"/>
            <a:ext cx="3667022" cy="1384995"/>
            <a:chOff x="400051" y="2042979"/>
            <a:chExt cx="3667022" cy="1384995"/>
          </a:xfrm>
        </p:grpSpPr>
        <p:grpSp>
          <p:nvGrpSpPr>
            <p:cNvPr id="114" name="Group 113"/>
            <p:cNvGrpSpPr/>
            <p:nvPr/>
          </p:nvGrpSpPr>
          <p:grpSpPr>
            <a:xfrm>
              <a:off x="3875523" y="2303183"/>
              <a:ext cx="191550" cy="191550"/>
              <a:chOff x="5484813" y="2727325"/>
              <a:chExt cx="231775" cy="231775"/>
            </a:xfrm>
            <a:solidFill>
              <a:sysClr val="window" lastClr="FFFFFF"/>
            </a:solidFill>
          </p:grpSpPr>
          <p:sp>
            <p:nvSpPr>
              <p:cNvPr id="116" name="AutoShape 120"/>
              <p:cNvSpPr>
                <a:spLocks/>
              </p:cNvSpPr>
              <p:nvPr/>
            </p:nvSpPr>
            <p:spPr bwMode="auto">
              <a:xfrm>
                <a:off x="5484813" y="2727325"/>
                <a:ext cx="231775" cy="2317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117" name="AutoShape 121"/>
              <p:cNvSpPr>
                <a:spLocks/>
              </p:cNvSpPr>
              <p:nvPr/>
            </p:nvSpPr>
            <p:spPr bwMode="auto">
              <a:xfrm>
                <a:off x="5542757" y="2785269"/>
                <a:ext cx="65088" cy="650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sp>
          <p:nvSpPr>
            <p:cNvPr id="115" name="Rectangle 114"/>
            <p:cNvSpPr/>
            <p:nvPr/>
          </p:nvSpPr>
          <p:spPr>
            <a:xfrm>
              <a:off x="400051" y="2042979"/>
              <a:ext cx="3450072" cy="1384995"/>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ar-SA" sz="2800" b="1" dirty="0">
                  <a:solidFill>
                    <a:schemeClr val="bg1"/>
                  </a:solidFill>
                </a:rPr>
                <a:t>توثيق العلاقات وزيادة عملية التفاعل بين الطالب والمعلم</a:t>
              </a:r>
              <a:endParaRPr lang="en-US" sz="2800" b="1" kern="0" dirty="0">
                <a:solidFill>
                  <a:schemeClr val="bg1"/>
                </a:solidFill>
                <a:latin typeface="Lato Light"/>
              </a:endParaRPr>
            </a:p>
          </p:txBody>
        </p:sp>
      </p:grpSp>
      <p:grpSp>
        <p:nvGrpSpPr>
          <p:cNvPr id="119" name="Group 118"/>
          <p:cNvGrpSpPr/>
          <p:nvPr/>
        </p:nvGrpSpPr>
        <p:grpSpPr>
          <a:xfrm>
            <a:off x="371475" y="4297048"/>
            <a:ext cx="3755548" cy="1384995"/>
            <a:chOff x="407810" y="3568993"/>
            <a:chExt cx="3755548" cy="1384995"/>
          </a:xfrm>
        </p:grpSpPr>
        <p:grpSp>
          <p:nvGrpSpPr>
            <p:cNvPr id="121" name="Group 120"/>
            <p:cNvGrpSpPr/>
            <p:nvPr/>
          </p:nvGrpSpPr>
          <p:grpSpPr>
            <a:xfrm>
              <a:off x="3779603" y="4063439"/>
              <a:ext cx="383755" cy="299788"/>
              <a:chOff x="2581275" y="1710532"/>
              <a:chExt cx="464344" cy="362744"/>
            </a:xfrm>
            <a:solidFill>
              <a:sysClr val="window" lastClr="FFFFFF"/>
            </a:solidFill>
          </p:grpSpPr>
          <p:sp>
            <p:nvSpPr>
              <p:cNvPr id="124" name="AutoShape 141"/>
              <p:cNvSpPr>
                <a:spLocks/>
              </p:cNvSpPr>
              <p:nvPr/>
            </p:nvSpPr>
            <p:spPr bwMode="auto">
              <a:xfrm>
                <a:off x="2581275" y="1710532"/>
                <a:ext cx="464344" cy="362744"/>
              </a:xfrm>
              <a:custGeom>
                <a:avLst/>
                <a:gdLst>
                  <a:gd name="T0" fmla="+- 0 10800 252"/>
                  <a:gd name="T1" fmla="*/ T0 w 21096"/>
                  <a:gd name="T2" fmla="*/ 10800 h 21600"/>
                  <a:gd name="T3" fmla="+- 0 10800 252"/>
                  <a:gd name="T4" fmla="*/ T3 w 21096"/>
                  <a:gd name="T5" fmla="*/ 10800 h 21600"/>
                  <a:gd name="T6" fmla="+- 0 10800 252"/>
                  <a:gd name="T7" fmla="*/ T6 w 21096"/>
                  <a:gd name="T8" fmla="*/ 10800 h 21600"/>
                  <a:gd name="T9" fmla="+- 0 10800 252"/>
                  <a:gd name="T10" fmla="*/ T9 w 21096"/>
                  <a:gd name="T11" fmla="*/ 10800 h 21600"/>
                </a:gdLst>
                <a:ahLst/>
                <a:cxnLst>
                  <a:cxn ang="0">
                    <a:pos x="T1" y="T2"/>
                  </a:cxn>
                  <a:cxn ang="0">
                    <a:pos x="T4" y="T5"/>
                  </a:cxn>
                  <a:cxn ang="0">
                    <a:pos x="T7" y="T8"/>
                  </a:cxn>
                  <a:cxn ang="0">
                    <a:pos x="T10" y="T11"/>
                  </a:cxn>
                </a:cxnLst>
                <a:rect l="0" t="0" r="r" b="b"/>
                <a:pathLst>
                  <a:path w="21096" h="21600">
                    <a:moveTo>
                      <a:pt x="19056" y="18331"/>
                    </a:moveTo>
                    <a:cubicBezTo>
                      <a:pt x="13383" y="19233"/>
                      <a:pt x="7711" y="19233"/>
                      <a:pt x="2038" y="18331"/>
                    </a:cubicBezTo>
                    <a:cubicBezTo>
                      <a:pt x="1074" y="13022"/>
                      <a:pt x="1074" y="7713"/>
                      <a:pt x="2038" y="2404"/>
                    </a:cubicBezTo>
                    <a:cubicBezTo>
                      <a:pt x="7711" y="1502"/>
                      <a:pt x="13383" y="1502"/>
                      <a:pt x="19056" y="2404"/>
                    </a:cubicBezTo>
                    <a:cubicBezTo>
                      <a:pt x="20021" y="7713"/>
                      <a:pt x="20021" y="13022"/>
                      <a:pt x="19056" y="18331"/>
                    </a:cubicBezTo>
                    <a:moveTo>
                      <a:pt x="20338" y="2005"/>
                    </a:moveTo>
                    <a:cubicBezTo>
                      <a:pt x="20211" y="1301"/>
                      <a:pt x="19762" y="776"/>
                      <a:pt x="19215" y="689"/>
                    </a:cubicBezTo>
                    <a:cubicBezTo>
                      <a:pt x="16339" y="232"/>
                      <a:pt x="13423" y="0"/>
                      <a:pt x="10547" y="0"/>
                    </a:cubicBezTo>
                    <a:cubicBezTo>
                      <a:pt x="7671" y="0"/>
                      <a:pt x="4755" y="232"/>
                      <a:pt x="1879" y="689"/>
                    </a:cubicBezTo>
                    <a:cubicBezTo>
                      <a:pt x="1332" y="776"/>
                      <a:pt x="883" y="1301"/>
                      <a:pt x="756" y="2005"/>
                    </a:cubicBezTo>
                    <a:cubicBezTo>
                      <a:pt x="-252" y="7553"/>
                      <a:pt x="-252" y="13181"/>
                      <a:pt x="756" y="18731"/>
                    </a:cubicBezTo>
                    <a:cubicBezTo>
                      <a:pt x="883" y="19434"/>
                      <a:pt x="1332" y="19959"/>
                      <a:pt x="1879" y="20046"/>
                    </a:cubicBezTo>
                    <a:cubicBezTo>
                      <a:pt x="3265" y="20266"/>
                      <a:pt x="4660" y="20429"/>
                      <a:pt x="6055" y="20544"/>
                    </a:cubicBezTo>
                    <a:cubicBezTo>
                      <a:pt x="5979" y="20606"/>
                      <a:pt x="5931" y="20670"/>
                      <a:pt x="5931" y="20735"/>
                    </a:cubicBezTo>
                    <a:cubicBezTo>
                      <a:pt x="5931" y="21213"/>
                      <a:pt x="7997" y="21599"/>
                      <a:pt x="10547" y="21599"/>
                    </a:cubicBezTo>
                    <a:cubicBezTo>
                      <a:pt x="13097" y="21599"/>
                      <a:pt x="15164" y="21213"/>
                      <a:pt x="15164" y="20735"/>
                    </a:cubicBezTo>
                    <a:cubicBezTo>
                      <a:pt x="15164" y="20670"/>
                      <a:pt x="15115" y="20606"/>
                      <a:pt x="15040" y="20544"/>
                    </a:cubicBezTo>
                    <a:cubicBezTo>
                      <a:pt x="16434" y="20429"/>
                      <a:pt x="17830" y="20266"/>
                      <a:pt x="19215" y="20046"/>
                    </a:cubicBezTo>
                    <a:cubicBezTo>
                      <a:pt x="19762" y="19959"/>
                      <a:pt x="20211" y="19434"/>
                      <a:pt x="20338" y="18731"/>
                    </a:cubicBezTo>
                    <a:cubicBezTo>
                      <a:pt x="21347" y="13181"/>
                      <a:pt x="21347" y="7553"/>
                      <a:pt x="20338" y="2005"/>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125" name="AutoShape 142"/>
              <p:cNvSpPr>
                <a:spLocks/>
              </p:cNvSpPr>
              <p:nvPr/>
            </p:nvSpPr>
            <p:spPr bwMode="auto">
              <a:xfrm>
                <a:off x="2944019" y="1783557"/>
                <a:ext cx="43656"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200"/>
                    </a:moveTo>
                    <a:cubicBezTo>
                      <a:pt x="12779" y="7200"/>
                      <a:pt x="14399" y="8820"/>
                      <a:pt x="14399" y="10800"/>
                    </a:cubicBezTo>
                    <a:cubicBezTo>
                      <a:pt x="14399" y="12779"/>
                      <a:pt x="12779" y="14400"/>
                      <a:pt x="10800" y="14400"/>
                    </a:cubicBezTo>
                    <a:cubicBezTo>
                      <a:pt x="8820" y="14400"/>
                      <a:pt x="7199" y="12779"/>
                      <a:pt x="7199" y="10800"/>
                    </a:cubicBezTo>
                    <a:cubicBezTo>
                      <a:pt x="7199" y="8820"/>
                      <a:pt x="8820" y="7200"/>
                      <a:pt x="10800" y="7200"/>
                    </a:cubicBezTo>
                    <a:moveTo>
                      <a:pt x="10800" y="21599"/>
                    </a:moveTo>
                    <a:cubicBezTo>
                      <a:pt x="16762" y="21599"/>
                      <a:pt x="21600" y="16762"/>
                      <a:pt x="21600" y="10800"/>
                    </a:cubicBezTo>
                    <a:cubicBezTo>
                      <a:pt x="21600" y="4837"/>
                      <a:pt x="16762" y="0"/>
                      <a:pt x="10800" y="0"/>
                    </a:cubicBezTo>
                    <a:cubicBezTo>
                      <a:pt x="4837" y="0"/>
                      <a:pt x="0" y="4837"/>
                      <a:pt x="0" y="10800"/>
                    </a:cubicBezTo>
                    <a:cubicBezTo>
                      <a:pt x="0" y="16762"/>
                      <a:pt x="483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126" name="AutoShape 143"/>
              <p:cNvSpPr>
                <a:spLocks/>
              </p:cNvSpPr>
              <p:nvPr/>
            </p:nvSpPr>
            <p:spPr bwMode="auto">
              <a:xfrm>
                <a:off x="2929732" y="1971675"/>
                <a:ext cx="57944" cy="150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127" name="AutoShape 144"/>
              <p:cNvSpPr>
                <a:spLocks/>
              </p:cNvSpPr>
              <p:nvPr/>
            </p:nvSpPr>
            <p:spPr bwMode="auto">
              <a:xfrm>
                <a:off x="2944019" y="1928019"/>
                <a:ext cx="58738"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128" name="AutoShape 145"/>
              <p:cNvSpPr>
                <a:spLocks/>
              </p:cNvSpPr>
              <p:nvPr/>
            </p:nvSpPr>
            <p:spPr bwMode="auto">
              <a:xfrm>
                <a:off x="2944019" y="1885157"/>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129" name="AutoShape 146"/>
              <p:cNvSpPr>
                <a:spLocks/>
              </p:cNvSpPr>
              <p:nvPr/>
            </p:nvSpPr>
            <p:spPr bwMode="auto">
              <a:xfrm>
                <a:off x="2697957" y="1826419"/>
                <a:ext cx="86519" cy="61119"/>
              </a:xfrm>
              <a:custGeom>
                <a:avLst/>
                <a:gdLst>
                  <a:gd name="T0" fmla="+- 0 10822 44"/>
                  <a:gd name="T1" fmla="*/ T0 w 21556"/>
                  <a:gd name="T2" fmla="+- 0 10826 53"/>
                  <a:gd name="T3" fmla="*/ 10826 h 21547"/>
                  <a:gd name="T4" fmla="+- 0 10822 44"/>
                  <a:gd name="T5" fmla="*/ T4 w 21556"/>
                  <a:gd name="T6" fmla="+- 0 10826 53"/>
                  <a:gd name="T7" fmla="*/ 10826 h 21547"/>
                  <a:gd name="T8" fmla="+- 0 10822 44"/>
                  <a:gd name="T9" fmla="*/ T8 w 21556"/>
                  <a:gd name="T10" fmla="+- 0 10826 53"/>
                  <a:gd name="T11" fmla="*/ 10826 h 21547"/>
                  <a:gd name="T12" fmla="+- 0 10822 44"/>
                  <a:gd name="T13" fmla="*/ T12 w 21556"/>
                  <a:gd name="T14" fmla="+- 0 10826 53"/>
                  <a:gd name="T15" fmla="*/ 10826 h 21547"/>
                </a:gdLst>
                <a:ahLst/>
                <a:cxnLst>
                  <a:cxn ang="0">
                    <a:pos x="T1" y="T3"/>
                  </a:cxn>
                  <a:cxn ang="0">
                    <a:pos x="T5" y="T7"/>
                  </a:cxn>
                  <a:cxn ang="0">
                    <a:pos x="T9" y="T11"/>
                  </a:cxn>
                  <a:cxn ang="0">
                    <a:pos x="T13" y="T15"/>
                  </a:cxn>
                </a:cxnLst>
                <a:rect l="0" t="0" r="r" b="b"/>
                <a:pathLst>
                  <a:path w="21556" h="21547">
                    <a:moveTo>
                      <a:pt x="19751" y="2"/>
                    </a:moveTo>
                    <a:lnTo>
                      <a:pt x="3200" y="1845"/>
                    </a:lnTo>
                    <a:cubicBezTo>
                      <a:pt x="2215" y="2010"/>
                      <a:pt x="1272" y="3284"/>
                      <a:pt x="1106" y="4676"/>
                    </a:cubicBezTo>
                    <a:lnTo>
                      <a:pt x="1" y="18986"/>
                    </a:lnTo>
                    <a:cubicBezTo>
                      <a:pt x="-44" y="20398"/>
                      <a:pt x="724" y="21547"/>
                      <a:pt x="1712" y="21547"/>
                    </a:cubicBezTo>
                    <a:cubicBezTo>
                      <a:pt x="2698" y="21547"/>
                      <a:pt x="3542" y="20398"/>
                      <a:pt x="3582" y="18978"/>
                    </a:cubicBezTo>
                    <a:lnTo>
                      <a:pt x="4185" y="9251"/>
                    </a:lnTo>
                    <a:cubicBezTo>
                      <a:pt x="4319" y="7849"/>
                      <a:pt x="5235" y="6592"/>
                      <a:pt x="6220" y="6447"/>
                    </a:cubicBezTo>
                    <a:lnTo>
                      <a:pt x="19751" y="5128"/>
                    </a:lnTo>
                    <a:cubicBezTo>
                      <a:pt x="20743" y="5078"/>
                      <a:pt x="21556" y="3884"/>
                      <a:pt x="21556" y="2467"/>
                    </a:cubicBezTo>
                    <a:cubicBezTo>
                      <a:pt x="21556" y="1055"/>
                      <a:pt x="20743" y="-53"/>
                      <a:pt x="19751" y="2"/>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sp>
          <p:nvSpPr>
            <p:cNvPr id="122" name="Rectangle 121"/>
            <p:cNvSpPr/>
            <p:nvPr/>
          </p:nvSpPr>
          <p:spPr>
            <a:xfrm>
              <a:off x="407810" y="3568993"/>
              <a:ext cx="3346393" cy="1384995"/>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ar-SA" sz="2800" b="1" dirty="0">
                  <a:solidFill>
                    <a:schemeClr val="bg1"/>
                  </a:solidFill>
                </a:rPr>
                <a:t>إدماج الطالب في عملية التعلم بحيث يتحول إلى باحث عن مصادر معلوماته</a:t>
              </a:r>
              <a:endParaRPr kumimoji="0" lang="en-US" sz="2800" b="1" i="0" u="none" strike="noStrike" kern="0" cap="none" spc="0" normalizeH="0" baseline="0" noProof="0" dirty="0" smtClean="0">
                <a:ln>
                  <a:noFill/>
                </a:ln>
                <a:solidFill>
                  <a:schemeClr val="bg1"/>
                </a:solidFill>
                <a:effectLst/>
                <a:uLnTx/>
                <a:uFillTx/>
                <a:latin typeface="Lato Light"/>
              </a:endParaRPr>
            </a:p>
          </p:txBody>
        </p:sp>
      </p:grpSp>
      <p:grpSp>
        <p:nvGrpSpPr>
          <p:cNvPr id="45" name="Group 44"/>
          <p:cNvGrpSpPr/>
          <p:nvPr/>
        </p:nvGrpSpPr>
        <p:grpSpPr>
          <a:xfrm>
            <a:off x="5553868" y="2053871"/>
            <a:ext cx="1044575" cy="4365626"/>
            <a:chOff x="5553868" y="2053871"/>
            <a:chExt cx="1044575" cy="4365626"/>
          </a:xfrm>
        </p:grpSpPr>
        <p:sp>
          <p:nvSpPr>
            <p:cNvPr id="46" name="Oval 98"/>
            <p:cNvSpPr>
              <a:spLocks noChangeArrowheads="1"/>
            </p:cNvSpPr>
            <p:nvPr/>
          </p:nvSpPr>
          <p:spPr bwMode="auto">
            <a:xfrm>
              <a:off x="5553868" y="6217884"/>
              <a:ext cx="1044575" cy="201613"/>
            </a:xfrm>
            <a:prstGeom prst="ellipse">
              <a:avLst/>
            </a:prstGeom>
            <a:solidFill>
              <a:srgbClr val="44546A">
                <a:lumMod val="75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47" name="Freeform 132"/>
            <p:cNvSpPr>
              <a:spLocks/>
            </p:cNvSpPr>
            <p:nvPr/>
          </p:nvSpPr>
          <p:spPr bwMode="auto">
            <a:xfrm>
              <a:off x="5993606" y="2053871"/>
              <a:ext cx="360363" cy="4319588"/>
            </a:xfrm>
            <a:custGeom>
              <a:avLst/>
              <a:gdLst>
                <a:gd name="T0" fmla="*/ 0 w 206"/>
                <a:gd name="T1" fmla="*/ 2432 h 2467"/>
                <a:gd name="T2" fmla="*/ 0 w 206"/>
                <a:gd name="T3" fmla="*/ 46 h 2467"/>
                <a:gd name="T4" fmla="*/ 206 w 206"/>
                <a:gd name="T5" fmla="*/ 46 h 2467"/>
                <a:gd name="T6" fmla="*/ 103 w 206"/>
                <a:gd name="T7" fmla="*/ 2432 h 2467"/>
                <a:gd name="T8" fmla="*/ 0 w 206"/>
                <a:gd name="T9" fmla="*/ 2432 h 2467"/>
              </a:gdLst>
              <a:ahLst/>
              <a:cxnLst>
                <a:cxn ang="0">
                  <a:pos x="T0" y="T1"/>
                </a:cxn>
                <a:cxn ang="0">
                  <a:pos x="T2" y="T3"/>
                </a:cxn>
                <a:cxn ang="0">
                  <a:pos x="T4" y="T5"/>
                </a:cxn>
                <a:cxn ang="0">
                  <a:pos x="T6" y="T7"/>
                </a:cxn>
                <a:cxn ang="0">
                  <a:pos x="T8" y="T9"/>
                </a:cxn>
              </a:cxnLst>
              <a:rect l="0" t="0" r="r" b="b"/>
              <a:pathLst>
                <a:path w="206" h="2467">
                  <a:moveTo>
                    <a:pt x="0" y="2432"/>
                  </a:moveTo>
                  <a:cubicBezTo>
                    <a:pt x="0" y="2432"/>
                    <a:pt x="8" y="206"/>
                    <a:pt x="0" y="46"/>
                  </a:cubicBezTo>
                  <a:cubicBezTo>
                    <a:pt x="0" y="46"/>
                    <a:pt x="122" y="0"/>
                    <a:pt x="206" y="46"/>
                  </a:cubicBezTo>
                  <a:cubicBezTo>
                    <a:pt x="206" y="46"/>
                    <a:pt x="114" y="2232"/>
                    <a:pt x="103" y="2432"/>
                  </a:cubicBezTo>
                  <a:cubicBezTo>
                    <a:pt x="103" y="2432"/>
                    <a:pt x="76" y="2467"/>
                    <a:pt x="0" y="2432"/>
                  </a:cubicBezTo>
                </a:path>
              </a:pathLst>
            </a:custGeom>
            <a:solidFill>
              <a:srgbClr val="44546A"/>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grpSp>
      <p:grpSp>
        <p:nvGrpSpPr>
          <p:cNvPr id="48" name="Group 47"/>
          <p:cNvGrpSpPr/>
          <p:nvPr/>
        </p:nvGrpSpPr>
        <p:grpSpPr>
          <a:xfrm>
            <a:off x="4876006" y="2155471"/>
            <a:ext cx="2465388" cy="709613"/>
            <a:chOff x="4876006" y="2155471"/>
            <a:chExt cx="2465388" cy="709613"/>
          </a:xfrm>
        </p:grpSpPr>
        <p:sp>
          <p:nvSpPr>
            <p:cNvPr id="49" name="Freeform 137"/>
            <p:cNvSpPr>
              <a:spLocks/>
            </p:cNvSpPr>
            <p:nvPr/>
          </p:nvSpPr>
          <p:spPr bwMode="auto">
            <a:xfrm>
              <a:off x="4876006" y="2207859"/>
              <a:ext cx="2465388" cy="657225"/>
            </a:xfrm>
            <a:custGeom>
              <a:avLst/>
              <a:gdLst>
                <a:gd name="T0" fmla="*/ 1524 w 1553"/>
                <a:gd name="T1" fmla="*/ 414 h 414"/>
                <a:gd name="T2" fmla="*/ 163 w 1553"/>
                <a:gd name="T3" fmla="*/ 266 h 414"/>
                <a:gd name="T4" fmla="*/ 16 w 1553"/>
                <a:gd name="T5" fmla="*/ 116 h 414"/>
                <a:gd name="T6" fmla="*/ 0 w 1553"/>
                <a:gd name="T7" fmla="*/ 83 h 414"/>
                <a:gd name="T8" fmla="*/ 191 w 1553"/>
                <a:gd name="T9" fmla="*/ 0 h 414"/>
                <a:gd name="T10" fmla="*/ 1537 w 1553"/>
                <a:gd name="T11" fmla="*/ 115 h 414"/>
                <a:gd name="T12" fmla="*/ 1553 w 1553"/>
                <a:gd name="T13" fmla="*/ 148 h 414"/>
                <a:gd name="T14" fmla="*/ 1432 w 1553"/>
                <a:gd name="T15" fmla="*/ 262 h 414"/>
                <a:gd name="T16" fmla="*/ 1508 w 1553"/>
                <a:gd name="T17" fmla="*/ 381 h 414"/>
                <a:gd name="T18" fmla="*/ 1524 w 1553"/>
                <a:gd name="T19" fmla="*/ 414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3" h="414">
                  <a:moveTo>
                    <a:pt x="1524" y="414"/>
                  </a:moveTo>
                  <a:lnTo>
                    <a:pt x="163" y="266"/>
                  </a:lnTo>
                  <a:lnTo>
                    <a:pt x="16" y="116"/>
                  </a:lnTo>
                  <a:lnTo>
                    <a:pt x="0" y="83"/>
                  </a:lnTo>
                  <a:lnTo>
                    <a:pt x="191" y="0"/>
                  </a:lnTo>
                  <a:lnTo>
                    <a:pt x="1537" y="115"/>
                  </a:lnTo>
                  <a:lnTo>
                    <a:pt x="1553" y="148"/>
                  </a:lnTo>
                  <a:lnTo>
                    <a:pt x="1432" y="262"/>
                  </a:lnTo>
                  <a:lnTo>
                    <a:pt x="1508" y="381"/>
                  </a:lnTo>
                  <a:lnTo>
                    <a:pt x="1524" y="414"/>
                  </a:lnTo>
                  <a:close/>
                </a:path>
              </a:pathLst>
            </a:custGeom>
            <a:solidFill>
              <a:srgbClr val="5B9BD5">
                <a:lumMod val="75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50" name="Freeform 138"/>
            <p:cNvSpPr>
              <a:spLocks/>
            </p:cNvSpPr>
            <p:nvPr/>
          </p:nvSpPr>
          <p:spPr bwMode="auto">
            <a:xfrm>
              <a:off x="4876006" y="2155471"/>
              <a:ext cx="2439988" cy="657225"/>
            </a:xfrm>
            <a:custGeom>
              <a:avLst/>
              <a:gdLst>
                <a:gd name="T0" fmla="*/ 1508 w 1537"/>
                <a:gd name="T1" fmla="*/ 414 h 414"/>
                <a:gd name="T2" fmla="*/ 146 w 1537"/>
                <a:gd name="T3" fmla="*/ 266 h 414"/>
                <a:gd name="T4" fmla="*/ 0 w 1537"/>
                <a:gd name="T5" fmla="*/ 116 h 414"/>
                <a:gd name="T6" fmla="*/ 175 w 1537"/>
                <a:gd name="T7" fmla="*/ 0 h 414"/>
                <a:gd name="T8" fmla="*/ 1537 w 1537"/>
                <a:gd name="T9" fmla="*/ 148 h 414"/>
                <a:gd name="T10" fmla="*/ 1415 w 1537"/>
                <a:gd name="T11" fmla="*/ 262 h 414"/>
                <a:gd name="T12" fmla="*/ 1508 w 1537"/>
                <a:gd name="T13" fmla="*/ 414 h 414"/>
              </a:gdLst>
              <a:ahLst/>
              <a:cxnLst>
                <a:cxn ang="0">
                  <a:pos x="T0" y="T1"/>
                </a:cxn>
                <a:cxn ang="0">
                  <a:pos x="T2" y="T3"/>
                </a:cxn>
                <a:cxn ang="0">
                  <a:pos x="T4" y="T5"/>
                </a:cxn>
                <a:cxn ang="0">
                  <a:pos x="T6" y="T7"/>
                </a:cxn>
                <a:cxn ang="0">
                  <a:pos x="T8" y="T9"/>
                </a:cxn>
                <a:cxn ang="0">
                  <a:pos x="T10" y="T11"/>
                </a:cxn>
                <a:cxn ang="0">
                  <a:pos x="T12" y="T13"/>
                </a:cxn>
              </a:cxnLst>
              <a:rect l="0" t="0" r="r" b="b"/>
              <a:pathLst>
                <a:path w="1537" h="414">
                  <a:moveTo>
                    <a:pt x="1508" y="414"/>
                  </a:moveTo>
                  <a:lnTo>
                    <a:pt x="146" y="266"/>
                  </a:lnTo>
                  <a:lnTo>
                    <a:pt x="0" y="116"/>
                  </a:lnTo>
                  <a:lnTo>
                    <a:pt x="175" y="0"/>
                  </a:lnTo>
                  <a:lnTo>
                    <a:pt x="1537" y="148"/>
                  </a:lnTo>
                  <a:lnTo>
                    <a:pt x="1415" y="262"/>
                  </a:lnTo>
                  <a:lnTo>
                    <a:pt x="1508" y="414"/>
                  </a:lnTo>
                  <a:close/>
                </a:path>
              </a:pathLst>
            </a:custGeom>
            <a:solidFill>
              <a:srgbClr val="5B9BD5"/>
            </a:solidFill>
            <a:ln>
              <a:noFill/>
            </a:ln>
            <a:extLst/>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51" name="TextBox 50"/>
            <p:cNvSpPr txBox="1"/>
            <p:nvPr/>
          </p:nvSpPr>
          <p:spPr>
            <a:xfrm rot="338904">
              <a:off x="5928258" y="2233832"/>
              <a:ext cx="385042" cy="52322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l-GR" sz="2800" b="1" i="0" u="none" strike="noStrike" kern="0" cap="none" spc="0" normalizeH="0" baseline="0" noProof="0" dirty="0" smtClean="0">
                  <a:ln>
                    <a:noFill/>
                  </a:ln>
                  <a:solidFill>
                    <a:prstClr val="white"/>
                  </a:solidFill>
                  <a:effectLst/>
                  <a:uLnTx/>
                  <a:uFillTx/>
                  <a:latin typeface="Lato Regular"/>
                </a:rPr>
                <a:t>4</a:t>
              </a:r>
              <a:endParaRPr kumimoji="0" lang="en-US" sz="2800" b="1" i="0" u="none" strike="noStrike" kern="0" cap="none" spc="0" normalizeH="0" baseline="0" noProof="0" dirty="0" smtClean="0">
                <a:ln>
                  <a:noFill/>
                </a:ln>
                <a:solidFill>
                  <a:prstClr val="white"/>
                </a:solidFill>
                <a:effectLst/>
                <a:uLnTx/>
                <a:uFillTx/>
                <a:latin typeface="Lato Regular"/>
              </a:endParaRPr>
            </a:p>
          </p:txBody>
        </p:sp>
      </p:grpSp>
      <p:grpSp>
        <p:nvGrpSpPr>
          <p:cNvPr id="52" name="Group 51"/>
          <p:cNvGrpSpPr/>
          <p:nvPr/>
        </p:nvGrpSpPr>
        <p:grpSpPr>
          <a:xfrm>
            <a:off x="4853781" y="2984131"/>
            <a:ext cx="2503488" cy="523220"/>
            <a:chOff x="4853781" y="2984131"/>
            <a:chExt cx="2503488" cy="523220"/>
          </a:xfrm>
        </p:grpSpPr>
        <p:sp>
          <p:nvSpPr>
            <p:cNvPr id="53" name="Freeform 139"/>
            <p:cNvSpPr>
              <a:spLocks/>
            </p:cNvSpPr>
            <p:nvPr/>
          </p:nvSpPr>
          <p:spPr bwMode="auto">
            <a:xfrm>
              <a:off x="4853781" y="2990496"/>
              <a:ext cx="2503488" cy="476250"/>
            </a:xfrm>
            <a:custGeom>
              <a:avLst/>
              <a:gdLst>
                <a:gd name="T0" fmla="*/ 20 w 1577"/>
                <a:gd name="T1" fmla="*/ 25 h 300"/>
                <a:gd name="T2" fmla="*/ 5 w 1577"/>
                <a:gd name="T3" fmla="*/ 0 h 300"/>
                <a:gd name="T4" fmla="*/ 1415 w 1577"/>
                <a:gd name="T5" fmla="*/ 44 h 300"/>
                <a:gd name="T6" fmla="*/ 1561 w 1577"/>
                <a:gd name="T7" fmla="*/ 151 h 300"/>
                <a:gd name="T8" fmla="*/ 1577 w 1577"/>
                <a:gd name="T9" fmla="*/ 175 h 300"/>
                <a:gd name="T10" fmla="*/ 1411 w 1577"/>
                <a:gd name="T11" fmla="*/ 300 h 300"/>
                <a:gd name="T12" fmla="*/ 17 w 1577"/>
                <a:gd name="T13" fmla="*/ 279 h 300"/>
                <a:gd name="T14" fmla="*/ 0 w 1577"/>
                <a:gd name="T15" fmla="*/ 255 h 300"/>
                <a:gd name="T16" fmla="*/ 129 w 1577"/>
                <a:gd name="T17" fmla="*/ 160 h 300"/>
                <a:gd name="T18" fmla="*/ 20 w 1577"/>
                <a:gd name="T19" fmla="*/ 2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7" h="300">
                  <a:moveTo>
                    <a:pt x="20" y="25"/>
                  </a:moveTo>
                  <a:lnTo>
                    <a:pt x="5" y="0"/>
                  </a:lnTo>
                  <a:lnTo>
                    <a:pt x="1415" y="44"/>
                  </a:lnTo>
                  <a:lnTo>
                    <a:pt x="1561" y="151"/>
                  </a:lnTo>
                  <a:lnTo>
                    <a:pt x="1577" y="175"/>
                  </a:lnTo>
                  <a:lnTo>
                    <a:pt x="1411" y="300"/>
                  </a:lnTo>
                  <a:lnTo>
                    <a:pt x="17" y="279"/>
                  </a:lnTo>
                  <a:lnTo>
                    <a:pt x="0" y="255"/>
                  </a:lnTo>
                  <a:lnTo>
                    <a:pt x="129" y="160"/>
                  </a:lnTo>
                  <a:lnTo>
                    <a:pt x="20" y="25"/>
                  </a:lnTo>
                  <a:close/>
                </a:path>
              </a:pathLst>
            </a:custGeom>
            <a:solidFill>
              <a:srgbClr val="ED7D31">
                <a:lumMod val="75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54" name="Freeform 140"/>
            <p:cNvSpPr>
              <a:spLocks/>
            </p:cNvSpPr>
            <p:nvPr/>
          </p:nvSpPr>
          <p:spPr bwMode="auto">
            <a:xfrm>
              <a:off x="4853781" y="2990496"/>
              <a:ext cx="2478088" cy="438150"/>
            </a:xfrm>
            <a:custGeom>
              <a:avLst/>
              <a:gdLst>
                <a:gd name="T0" fmla="*/ 5 w 1561"/>
                <a:gd name="T1" fmla="*/ 0 h 276"/>
                <a:gd name="T2" fmla="*/ 1398 w 1561"/>
                <a:gd name="T3" fmla="*/ 21 h 276"/>
                <a:gd name="T4" fmla="*/ 1561 w 1561"/>
                <a:gd name="T5" fmla="*/ 151 h 276"/>
                <a:gd name="T6" fmla="*/ 1394 w 1561"/>
                <a:gd name="T7" fmla="*/ 276 h 276"/>
                <a:gd name="T8" fmla="*/ 0 w 1561"/>
                <a:gd name="T9" fmla="*/ 255 h 276"/>
                <a:gd name="T10" fmla="*/ 113 w 1561"/>
                <a:gd name="T11" fmla="*/ 137 h 276"/>
                <a:gd name="T12" fmla="*/ 5 w 1561"/>
                <a:gd name="T13" fmla="*/ 0 h 276"/>
              </a:gdLst>
              <a:ahLst/>
              <a:cxnLst>
                <a:cxn ang="0">
                  <a:pos x="T0" y="T1"/>
                </a:cxn>
                <a:cxn ang="0">
                  <a:pos x="T2" y="T3"/>
                </a:cxn>
                <a:cxn ang="0">
                  <a:pos x="T4" y="T5"/>
                </a:cxn>
                <a:cxn ang="0">
                  <a:pos x="T6" y="T7"/>
                </a:cxn>
                <a:cxn ang="0">
                  <a:pos x="T8" y="T9"/>
                </a:cxn>
                <a:cxn ang="0">
                  <a:pos x="T10" y="T11"/>
                </a:cxn>
                <a:cxn ang="0">
                  <a:pos x="T12" y="T13"/>
                </a:cxn>
              </a:cxnLst>
              <a:rect l="0" t="0" r="r" b="b"/>
              <a:pathLst>
                <a:path w="1561" h="276">
                  <a:moveTo>
                    <a:pt x="5" y="0"/>
                  </a:moveTo>
                  <a:lnTo>
                    <a:pt x="1398" y="21"/>
                  </a:lnTo>
                  <a:lnTo>
                    <a:pt x="1561" y="151"/>
                  </a:lnTo>
                  <a:lnTo>
                    <a:pt x="1394" y="276"/>
                  </a:lnTo>
                  <a:lnTo>
                    <a:pt x="0" y="255"/>
                  </a:lnTo>
                  <a:lnTo>
                    <a:pt x="113" y="137"/>
                  </a:lnTo>
                  <a:lnTo>
                    <a:pt x="5" y="0"/>
                  </a:lnTo>
                  <a:close/>
                </a:path>
              </a:pathLst>
            </a:custGeom>
            <a:solidFill>
              <a:srgbClr val="ED7D31"/>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55" name="TextBox 54"/>
            <p:cNvSpPr txBox="1"/>
            <p:nvPr/>
          </p:nvSpPr>
          <p:spPr>
            <a:xfrm>
              <a:off x="5916179" y="2984131"/>
              <a:ext cx="385042" cy="52322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l-GR" sz="2800" b="1" i="0" u="none" strike="noStrike" kern="0" cap="none" spc="0" normalizeH="0" baseline="0" noProof="0" dirty="0" smtClean="0">
                  <a:ln>
                    <a:noFill/>
                  </a:ln>
                  <a:solidFill>
                    <a:prstClr val="white"/>
                  </a:solidFill>
                  <a:effectLst/>
                  <a:uLnTx/>
                  <a:uFillTx/>
                  <a:latin typeface="Lato Regular"/>
                </a:rPr>
                <a:t>5</a:t>
              </a:r>
              <a:endParaRPr kumimoji="0" lang="en-US" sz="2800" b="1" i="0" u="none" strike="noStrike" kern="0" cap="none" spc="0" normalizeH="0" baseline="0" noProof="0" dirty="0" smtClean="0">
                <a:ln>
                  <a:noFill/>
                </a:ln>
                <a:solidFill>
                  <a:prstClr val="white"/>
                </a:solidFill>
                <a:effectLst/>
                <a:uLnTx/>
                <a:uFillTx/>
                <a:latin typeface="Lato Regular"/>
              </a:endParaRPr>
            </a:p>
          </p:txBody>
        </p:sp>
      </p:grpSp>
      <p:grpSp>
        <p:nvGrpSpPr>
          <p:cNvPr id="56" name="Group 55"/>
          <p:cNvGrpSpPr/>
          <p:nvPr/>
        </p:nvGrpSpPr>
        <p:grpSpPr>
          <a:xfrm>
            <a:off x="5187156" y="3550884"/>
            <a:ext cx="1730375" cy="766763"/>
            <a:chOff x="5187156" y="3550884"/>
            <a:chExt cx="1730375" cy="766763"/>
          </a:xfrm>
        </p:grpSpPr>
        <p:sp>
          <p:nvSpPr>
            <p:cNvPr id="57" name="Freeform 141"/>
            <p:cNvSpPr>
              <a:spLocks/>
            </p:cNvSpPr>
            <p:nvPr/>
          </p:nvSpPr>
          <p:spPr bwMode="auto">
            <a:xfrm>
              <a:off x="5187156" y="3550884"/>
              <a:ext cx="1730375" cy="766763"/>
            </a:xfrm>
            <a:custGeom>
              <a:avLst/>
              <a:gdLst>
                <a:gd name="T0" fmla="*/ 1090 w 1090"/>
                <a:gd name="T1" fmla="*/ 215 h 483"/>
                <a:gd name="T2" fmla="*/ 154 w 1090"/>
                <a:gd name="T3" fmla="*/ 483 h 483"/>
                <a:gd name="T4" fmla="*/ 16 w 1090"/>
                <a:gd name="T5" fmla="*/ 420 h 483"/>
                <a:gd name="T6" fmla="*/ 0 w 1090"/>
                <a:gd name="T7" fmla="*/ 396 h 483"/>
                <a:gd name="T8" fmla="*/ 99 w 1090"/>
                <a:gd name="T9" fmla="*/ 292 h 483"/>
                <a:gd name="T10" fmla="*/ 1020 w 1090"/>
                <a:gd name="T11" fmla="*/ 0 h 483"/>
                <a:gd name="T12" fmla="*/ 1036 w 1090"/>
                <a:gd name="T13" fmla="*/ 24 h 483"/>
                <a:gd name="T14" fmla="*/ 988 w 1090"/>
                <a:gd name="T15" fmla="*/ 136 h 483"/>
                <a:gd name="T16" fmla="*/ 1074 w 1090"/>
                <a:gd name="T17" fmla="*/ 191 h 483"/>
                <a:gd name="T18" fmla="*/ 1090 w 1090"/>
                <a:gd name="T19" fmla="*/ 215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0" h="483">
                  <a:moveTo>
                    <a:pt x="1090" y="215"/>
                  </a:moveTo>
                  <a:lnTo>
                    <a:pt x="154" y="483"/>
                  </a:lnTo>
                  <a:lnTo>
                    <a:pt x="16" y="420"/>
                  </a:lnTo>
                  <a:lnTo>
                    <a:pt x="0" y="396"/>
                  </a:lnTo>
                  <a:lnTo>
                    <a:pt x="99" y="292"/>
                  </a:lnTo>
                  <a:lnTo>
                    <a:pt x="1020" y="0"/>
                  </a:lnTo>
                  <a:lnTo>
                    <a:pt x="1036" y="24"/>
                  </a:lnTo>
                  <a:lnTo>
                    <a:pt x="988" y="136"/>
                  </a:lnTo>
                  <a:lnTo>
                    <a:pt x="1074" y="191"/>
                  </a:lnTo>
                  <a:lnTo>
                    <a:pt x="1090" y="215"/>
                  </a:lnTo>
                  <a:close/>
                </a:path>
              </a:pathLst>
            </a:custGeom>
            <a:solidFill>
              <a:srgbClr val="A5A5A5">
                <a:lumMod val="75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58" name="Freeform 142"/>
            <p:cNvSpPr>
              <a:spLocks/>
            </p:cNvSpPr>
            <p:nvPr/>
          </p:nvSpPr>
          <p:spPr bwMode="auto">
            <a:xfrm>
              <a:off x="5187156" y="3550884"/>
              <a:ext cx="1704975" cy="728663"/>
            </a:xfrm>
            <a:custGeom>
              <a:avLst/>
              <a:gdLst>
                <a:gd name="T0" fmla="*/ 1074 w 1074"/>
                <a:gd name="T1" fmla="*/ 191 h 459"/>
                <a:gd name="T2" fmla="*/ 138 w 1074"/>
                <a:gd name="T3" fmla="*/ 459 h 459"/>
                <a:gd name="T4" fmla="*/ 0 w 1074"/>
                <a:gd name="T5" fmla="*/ 396 h 459"/>
                <a:gd name="T6" fmla="*/ 84 w 1074"/>
                <a:gd name="T7" fmla="*/ 269 h 459"/>
                <a:gd name="T8" fmla="*/ 1020 w 1074"/>
                <a:gd name="T9" fmla="*/ 0 h 459"/>
                <a:gd name="T10" fmla="*/ 971 w 1074"/>
                <a:gd name="T11" fmla="*/ 112 h 459"/>
                <a:gd name="T12" fmla="*/ 1074 w 1074"/>
                <a:gd name="T13" fmla="*/ 191 h 459"/>
              </a:gdLst>
              <a:ahLst/>
              <a:cxnLst>
                <a:cxn ang="0">
                  <a:pos x="T0" y="T1"/>
                </a:cxn>
                <a:cxn ang="0">
                  <a:pos x="T2" y="T3"/>
                </a:cxn>
                <a:cxn ang="0">
                  <a:pos x="T4" y="T5"/>
                </a:cxn>
                <a:cxn ang="0">
                  <a:pos x="T6" y="T7"/>
                </a:cxn>
                <a:cxn ang="0">
                  <a:pos x="T8" y="T9"/>
                </a:cxn>
                <a:cxn ang="0">
                  <a:pos x="T10" y="T11"/>
                </a:cxn>
                <a:cxn ang="0">
                  <a:pos x="T12" y="T13"/>
                </a:cxn>
              </a:cxnLst>
              <a:rect l="0" t="0" r="r" b="b"/>
              <a:pathLst>
                <a:path w="1074" h="459">
                  <a:moveTo>
                    <a:pt x="1074" y="191"/>
                  </a:moveTo>
                  <a:lnTo>
                    <a:pt x="138" y="459"/>
                  </a:lnTo>
                  <a:lnTo>
                    <a:pt x="0" y="396"/>
                  </a:lnTo>
                  <a:lnTo>
                    <a:pt x="84" y="269"/>
                  </a:lnTo>
                  <a:lnTo>
                    <a:pt x="1020" y="0"/>
                  </a:lnTo>
                  <a:lnTo>
                    <a:pt x="971" y="112"/>
                  </a:lnTo>
                  <a:lnTo>
                    <a:pt x="1074" y="191"/>
                  </a:lnTo>
                  <a:close/>
                </a:path>
              </a:pathLst>
            </a:custGeom>
            <a:solidFill>
              <a:srgbClr val="A5A5A5"/>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59" name="TextBox 58"/>
            <p:cNvSpPr txBox="1"/>
            <p:nvPr/>
          </p:nvSpPr>
          <p:spPr>
            <a:xfrm rot="20625366">
              <a:off x="5833495" y="3683257"/>
              <a:ext cx="385042" cy="52322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l-GR" sz="2800" b="1" i="0" u="none" strike="noStrike" kern="0" cap="none" spc="0" normalizeH="0" baseline="0" noProof="0" dirty="0" smtClean="0">
                  <a:ln>
                    <a:noFill/>
                  </a:ln>
                  <a:solidFill>
                    <a:prstClr val="white"/>
                  </a:solidFill>
                  <a:effectLst/>
                  <a:uLnTx/>
                  <a:uFillTx/>
                  <a:latin typeface="Lato Regular"/>
                </a:rPr>
                <a:t>6</a:t>
              </a:r>
              <a:endParaRPr kumimoji="0" lang="en-US" sz="2800" b="1" i="0" u="none" strike="noStrike" kern="0" cap="none" spc="0" normalizeH="0" baseline="0" noProof="0" dirty="0" smtClean="0">
                <a:ln>
                  <a:noFill/>
                </a:ln>
                <a:solidFill>
                  <a:prstClr val="white"/>
                </a:solidFill>
                <a:effectLst/>
                <a:uLnTx/>
                <a:uFillTx/>
                <a:latin typeface="Lato Regular"/>
              </a:endParaRPr>
            </a:p>
          </p:txBody>
        </p:sp>
      </p:grpSp>
      <p:grpSp>
        <p:nvGrpSpPr>
          <p:cNvPr id="60" name="Group 59"/>
          <p:cNvGrpSpPr/>
          <p:nvPr/>
        </p:nvGrpSpPr>
        <p:grpSpPr>
          <a:xfrm>
            <a:off x="5217318" y="4408134"/>
            <a:ext cx="1641475" cy="703262"/>
            <a:chOff x="5217318" y="4408134"/>
            <a:chExt cx="1641475" cy="703262"/>
          </a:xfrm>
        </p:grpSpPr>
        <p:sp>
          <p:nvSpPr>
            <p:cNvPr id="61" name="Freeform 143"/>
            <p:cNvSpPr>
              <a:spLocks/>
            </p:cNvSpPr>
            <p:nvPr/>
          </p:nvSpPr>
          <p:spPr bwMode="auto">
            <a:xfrm>
              <a:off x="5217318" y="4444646"/>
              <a:ext cx="1641475" cy="666750"/>
            </a:xfrm>
            <a:custGeom>
              <a:avLst/>
              <a:gdLst>
                <a:gd name="T0" fmla="*/ 64 w 1034"/>
                <a:gd name="T1" fmla="*/ 0 h 420"/>
                <a:gd name="T2" fmla="*/ 938 w 1034"/>
                <a:gd name="T3" fmla="*/ 168 h 420"/>
                <a:gd name="T4" fmla="*/ 953 w 1034"/>
                <a:gd name="T5" fmla="*/ 191 h 420"/>
                <a:gd name="T6" fmla="*/ 1034 w 1034"/>
                <a:gd name="T7" fmla="*/ 328 h 420"/>
                <a:gd name="T8" fmla="*/ 904 w 1034"/>
                <a:gd name="T9" fmla="*/ 420 h 420"/>
                <a:gd name="T10" fmla="*/ 14 w 1034"/>
                <a:gd name="T11" fmla="*/ 229 h 420"/>
                <a:gd name="T12" fmla="*/ 0 w 1034"/>
                <a:gd name="T13" fmla="*/ 206 h 420"/>
                <a:gd name="T14" fmla="*/ 108 w 1034"/>
                <a:gd name="T15" fmla="*/ 135 h 420"/>
                <a:gd name="T16" fmla="*/ 64 w 1034"/>
                <a:gd name="T17" fmla="*/ 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4" h="420">
                  <a:moveTo>
                    <a:pt x="64" y="0"/>
                  </a:moveTo>
                  <a:lnTo>
                    <a:pt x="938" y="168"/>
                  </a:lnTo>
                  <a:lnTo>
                    <a:pt x="953" y="191"/>
                  </a:lnTo>
                  <a:lnTo>
                    <a:pt x="1034" y="328"/>
                  </a:lnTo>
                  <a:lnTo>
                    <a:pt x="904" y="420"/>
                  </a:lnTo>
                  <a:lnTo>
                    <a:pt x="14" y="229"/>
                  </a:lnTo>
                  <a:lnTo>
                    <a:pt x="0" y="206"/>
                  </a:lnTo>
                  <a:lnTo>
                    <a:pt x="108" y="135"/>
                  </a:lnTo>
                  <a:lnTo>
                    <a:pt x="64" y="0"/>
                  </a:lnTo>
                  <a:close/>
                </a:path>
              </a:pathLst>
            </a:custGeom>
            <a:solidFill>
              <a:srgbClr val="FFC000">
                <a:lumMod val="75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62" name="Freeform 144"/>
            <p:cNvSpPr>
              <a:spLocks/>
            </p:cNvSpPr>
            <p:nvPr/>
          </p:nvSpPr>
          <p:spPr bwMode="auto">
            <a:xfrm>
              <a:off x="5217318" y="4408134"/>
              <a:ext cx="1616075" cy="668338"/>
            </a:xfrm>
            <a:custGeom>
              <a:avLst/>
              <a:gdLst>
                <a:gd name="T0" fmla="*/ 48 w 1018"/>
                <a:gd name="T1" fmla="*/ 0 h 421"/>
                <a:gd name="T2" fmla="*/ 938 w 1018"/>
                <a:gd name="T3" fmla="*/ 191 h 421"/>
                <a:gd name="T4" fmla="*/ 1018 w 1018"/>
                <a:gd name="T5" fmla="*/ 328 h 421"/>
                <a:gd name="T6" fmla="*/ 888 w 1018"/>
                <a:gd name="T7" fmla="*/ 421 h 421"/>
                <a:gd name="T8" fmla="*/ 0 w 1018"/>
                <a:gd name="T9" fmla="*/ 229 h 421"/>
                <a:gd name="T10" fmla="*/ 92 w 1018"/>
                <a:gd name="T11" fmla="*/ 136 h 421"/>
                <a:gd name="T12" fmla="*/ 48 w 1018"/>
                <a:gd name="T13" fmla="*/ 0 h 421"/>
              </a:gdLst>
              <a:ahLst/>
              <a:cxnLst>
                <a:cxn ang="0">
                  <a:pos x="T0" y="T1"/>
                </a:cxn>
                <a:cxn ang="0">
                  <a:pos x="T2" y="T3"/>
                </a:cxn>
                <a:cxn ang="0">
                  <a:pos x="T4" y="T5"/>
                </a:cxn>
                <a:cxn ang="0">
                  <a:pos x="T6" y="T7"/>
                </a:cxn>
                <a:cxn ang="0">
                  <a:pos x="T8" y="T9"/>
                </a:cxn>
                <a:cxn ang="0">
                  <a:pos x="T10" y="T11"/>
                </a:cxn>
                <a:cxn ang="0">
                  <a:pos x="T12" y="T13"/>
                </a:cxn>
              </a:cxnLst>
              <a:rect l="0" t="0" r="r" b="b"/>
              <a:pathLst>
                <a:path w="1018" h="421">
                  <a:moveTo>
                    <a:pt x="48" y="0"/>
                  </a:moveTo>
                  <a:lnTo>
                    <a:pt x="938" y="191"/>
                  </a:lnTo>
                  <a:lnTo>
                    <a:pt x="1018" y="328"/>
                  </a:lnTo>
                  <a:lnTo>
                    <a:pt x="888" y="421"/>
                  </a:lnTo>
                  <a:lnTo>
                    <a:pt x="0" y="229"/>
                  </a:lnTo>
                  <a:lnTo>
                    <a:pt x="92" y="136"/>
                  </a:lnTo>
                  <a:lnTo>
                    <a:pt x="48" y="0"/>
                  </a:lnTo>
                  <a:close/>
                </a:path>
              </a:pathLst>
            </a:custGeom>
            <a:solidFill>
              <a:srgbClr val="FFC000"/>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Lato Light"/>
              </a:endParaRPr>
            </a:p>
          </p:txBody>
        </p:sp>
        <p:sp>
          <p:nvSpPr>
            <p:cNvPr id="63" name="TextBox 62"/>
            <p:cNvSpPr txBox="1"/>
            <p:nvPr/>
          </p:nvSpPr>
          <p:spPr>
            <a:xfrm rot="681935">
              <a:off x="5873252" y="4507712"/>
              <a:ext cx="385042" cy="52322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l-GR" sz="2800" b="1" i="0" u="none" strike="noStrike" kern="0" cap="none" spc="0" normalizeH="0" baseline="0" noProof="0" dirty="0" smtClean="0">
                  <a:ln>
                    <a:noFill/>
                  </a:ln>
                  <a:solidFill>
                    <a:prstClr val="white"/>
                  </a:solidFill>
                  <a:effectLst/>
                  <a:uLnTx/>
                  <a:uFillTx/>
                  <a:latin typeface="Lato Regular"/>
                </a:rPr>
                <a:t>7</a:t>
              </a:r>
              <a:endParaRPr kumimoji="0" lang="en-US" sz="2800" b="1" i="0" u="none" strike="noStrike" kern="0" cap="none" spc="0" normalizeH="0" baseline="0" noProof="0" dirty="0" smtClean="0">
                <a:ln>
                  <a:noFill/>
                </a:ln>
                <a:solidFill>
                  <a:prstClr val="white"/>
                </a:solidFill>
                <a:effectLst/>
                <a:uLnTx/>
                <a:uFillTx/>
                <a:latin typeface="Lato Regular"/>
              </a:endParaRPr>
            </a:p>
          </p:txBody>
        </p:sp>
      </p:grpSp>
      <p:grpSp>
        <p:nvGrpSpPr>
          <p:cNvPr id="64" name="Group 63"/>
          <p:cNvGrpSpPr/>
          <p:nvPr/>
        </p:nvGrpSpPr>
        <p:grpSpPr>
          <a:xfrm>
            <a:off x="8082931" y="4455900"/>
            <a:ext cx="3945580" cy="1815882"/>
            <a:chOff x="8082931" y="4455900"/>
            <a:chExt cx="3945580" cy="1815882"/>
          </a:xfrm>
        </p:grpSpPr>
        <p:sp>
          <p:nvSpPr>
            <p:cNvPr id="68" name="AutoShape 110"/>
            <p:cNvSpPr>
              <a:spLocks/>
            </p:cNvSpPr>
            <p:nvPr/>
          </p:nvSpPr>
          <p:spPr bwMode="auto">
            <a:xfrm>
              <a:off x="8082931" y="4924200"/>
              <a:ext cx="287325" cy="1922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solidFill>
              <a:sysClr val="window" lastClr="FFFFFF"/>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eaLnBrk="1" fontAlgn="auto" latinLnBrk="0" hangingPunct="0">
                <a:lnSpc>
                  <a:spcPct val="100000"/>
                </a:lnSpc>
                <a:spcBef>
                  <a:spcPts val="0"/>
                </a:spcBef>
                <a:spcAft>
                  <a:spcPts val="0"/>
                </a:spcAft>
                <a:buClrTx/>
                <a:buSzTx/>
                <a:buFontTx/>
                <a:buNone/>
                <a:tabLst/>
                <a:defRPr/>
              </a:pPr>
              <a:endParaRPr kumimoji="0" lang="en-US" sz="1500" b="0" i="0" u="none" strike="noStrike" kern="0" cap="none" spc="0" normalizeH="0" baseline="0" noProof="0" smtClean="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67" name="Rectangle 66"/>
            <p:cNvSpPr/>
            <p:nvPr/>
          </p:nvSpPr>
          <p:spPr>
            <a:xfrm>
              <a:off x="8533745" y="4455900"/>
              <a:ext cx="3494766" cy="1815882"/>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ar-SA" sz="2800" b="1" dirty="0">
                  <a:solidFill>
                    <a:schemeClr val="bg1"/>
                  </a:solidFill>
                </a:rPr>
                <a:t>يساعد في توسع وتحسين خبرات التعلم والتفكير الناقد والتعلم الذاتي والتواصل والتعاون بين الطلاب</a:t>
              </a:r>
              <a:endParaRPr kumimoji="0" lang="en-US" sz="2800" b="1" i="0" u="none" strike="noStrike" kern="0" cap="none" spc="0" normalizeH="0" baseline="0" noProof="0" dirty="0" smtClean="0">
                <a:ln>
                  <a:noFill/>
                </a:ln>
                <a:solidFill>
                  <a:schemeClr val="bg1"/>
                </a:solidFill>
                <a:effectLst/>
                <a:uLnTx/>
                <a:uFillTx/>
                <a:latin typeface="Lato Light"/>
              </a:endParaRPr>
            </a:p>
          </p:txBody>
        </p:sp>
      </p:grpSp>
      <p:sp>
        <p:nvSpPr>
          <p:cNvPr id="6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7838013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45"/>
                                            </p:tgtEl>
                                            <p:attrNameLst>
                                              <p:attrName>style.visibility</p:attrName>
                                            </p:attrNameLst>
                                          </p:cBhvr>
                                          <p:to>
                                            <p:strVal val="visible"/>
                                          </p:to>
                                        </p:set>
                                        <p:animEffect transition="in" filter="wipe(down)">
                                          <p:cBhvr>
                                            <p:cTn id="11" dur="500"/>
                                            <p:tgtEl>
                                              <p:spTgt spid="45"/>
                                            </p:tgtEl>
                                          </p:cBhvr>
                                        </p:animEffect>
                                      </p:childTnLst>
                                    </p:cTn>
                                  </p:par>
                                </p:childTnLst>
                              </p:cTn>
                            </p:par>
                            <p:par>
                              <p:cTn id="12" fill="hold">
                                <p:stCondLst>
                                  <p:cond delay="1000"/>
                                </p:stCondLst>
                                <p:childTnLst>
                                  <p:par>
                                    <p:cTn id="13" presetID="2" presetClass="entr" presetSubtype="2" fill="hold" nodeType="afterEffect" p14:presetBounceEnd="20000">
                                      <p:stCondLst>
                                        <p:cond delay="0"/>
                                      </p:stCondLst>
                                      <p:childTnLst>
                                        <p:set>
                                          <p:cBhvr>
                                            <p:cTn id="14" dur="1" fill="hold">
                                              <p:stCondLst>
                                                <p:cond delay="0"/>
                                              </p:stCondLst>
                                            </p:cTn>
                                            <p:tgtEl>
                                              <p:spTgt spid="48"/>
                                            </p:tgtEl>
                                            <p:attrNameLst>
                                              <p:attrName>style.visibility</p:attrName>
                                            </p:attrNameLst>
                                          </p:cBhvr>
                                          <p:to>
                                            <p:strVal val="visible"/>
                                          </p:to>
                                        </p:set>
                                        <p:anim calcmode="lin" valueType="num" p14:bounceEnd="20000">
                                          <p:cBhvr additive="base">
                                            <p:cTn id="15" dur="500" fill="hold"/>
                                            <p:tgtEl>
                                              <p:spTgt spid="48"/>
                                            </p:tgtEl>
                                            <p:attrNameLst>
                                              <p:attrName>ppt_x</p:attrName>
                                            </p:attrNameLst>
                                          </p:cBhvr>
                                          <p:tavLst>
                                            <p:tav tm="0">
                                              <p:val>
                                                <p:strVal val="1+#ppt_w/2"/>
                                              </p:val>
                                            </p:tav>
                                            <p:tav tm="100000">
                                              <p:val>
                                                <p:strVal val="#ppt_x"/>
                                              </p:val>
                                            </p:tav>
                                          </p:tavLst>
                                        </p:anim>
                                        <p:anim calcmode="lin" valueType="num" p14:bounceEnd="20000">
                                          <p:cBhvr additive="base">
                                            <p:cTn id="16" dur="500" fill="hold"/>
                                            <p:tgtEl>
                                              <p:spTgt spid="48"/>
                                            </p:tgtEl>
                                            <p:attrNameLst>
                                              <p:attrName>ppt_y</p:attrName>
                                            </p:attrNameLst>
                                          </p:cBhvr>
                                          <p:tavLst>
                                            <p:tav tm="0">
                                              <p:val>
                                                <p:strVal val="#ppt_y"/>
                                              </p:val>
                                            </p:tav>
                                            <p:tav tm="100000">
                                              <p:val>
                                                <p:strVal val="#ppt_y"/>
                                              </p:val>
                                            </p:tav>
                                          </p:tavLst>
                                        </p:anim>
                                      </p:childTnLst>
                                    </p:cTn>
                                  </p:par>
                                </p:childTnLst>
                              </p:cTn>
                            </p:par>
                            <p:par>
                              <p:cTn id="17" fill="hold">
                                <p:stCondLst>
                                  <p:cond delay="1500"/>
                                </p:stCondLst>
                                <p:childTnLst>
                                  <p:par>
                                    <p:cTn id="18" presetID="2" presetClass="entr" presetSubtype="8" fill="hold" nodeType="afterEffect" p14:presetBounceEnd="20000">
                                      <p:stCondLst>
                                        <p:cond delay="0"/>
                                      </p:stCondLst>
                                      <p:childTnLst>
                                        <p:set>
                                          <p:cBhvr>
                                            <p:cTn id="19" dur="1" fill="hold">
                                              <p:stCondLst>
                                                <p:cond delay="0"/>
                                              </p:stCondLst>
                                            </p:cTn>
                                            <p:tgtEl>
                                              <p:spTgt spid="52"/>
                                            </p:tgtEl>
                                            <p:attrNameLst>
                                              <p:attrName>style.visibility</p:attrName>
                                            </p:attrNameLst>
                                          </p:cBhvr>
                                          <p:to>
                                            <p:strVal val="visible"/>
                                          </p:to>
                                        </p:set>
                                        <p:anim calcmode="lin" valueType="num" p14:bounceEnd="20000">
                                          <p:cBhvr additive="base">
                                            <p:cTn id="20" dur="500" fill="hold"/>
                                            <p:tgtEl>
                                              <p:spTgt spid="52"/>
                                            </p:tgtEl>
                                            <p:attrNameLst>
                                              <p:attrName>ppt_x</p:attrName>
                                            </p:attrNameLst>
                                          </p:cBhvr>
                                          <p:tavLst>
                                            <p:tav tm="0">
                                              <p:val>
                                                <p:strVal val="0-#ppt_w/2"/>
                                              </p:val>
                                            </p:tav>
                                            <p:tav tm="100000">
                                              <p:val>
                                                <p:strVal val="#ppt_x"/>
                                              </p:val>
                                            </p:tav>
                                          </p:tavLst>
                                        </p:anim>
                                        <p:anim calcmode="lin" valueType="num" p14:bounceEnd="20000">
                                          <p:cBhvr additive="base">
                                            <p:cTn id="21" dur="500" fill="hold"/>
                                            <p:tgtEl>
                                              <p:spTgt spid="52"/>
                                            </p:tgtEl>
                                            <p:attrNameLst>
                                              <p:attrName>ppt_y</p:attrName>
                                            </p:attrNameLst>
                                          </p:cBhvr>
                                          <p:tavLst>
                                            <p:tav tm="0">
                                              <p:val>
                                                <p:strVal val="#ppt_y"/>
                                              </p:val>
                                            </p:tav>
                                            <p:tav tm="100000">
                                              <p:val>
                                                <p:strVal val="#ppt_y"/>
                                              </p:val>
                                            </p:tav>
                                          </p:tavLst>
                                        </p:anim>
                                      </p:childTnLst>
                                    </p:cTn>
                                  </p:par>
                                </p:childTnLst>
                              </p:cTn>
                            </p:par>
                            <p:par>
                              <p:cTn id="22" fill="hold">
                                <p:stCondLst>
                                  <p:cond delay="2000"/>
                                </p:stCondLst>
                                <p:childTnLst>
                                  <p:par>
                                    <p:cTn id="23" presetID="2" presetClass="entr" presetSubtype="3" fill="hold" nodeType="afterEffect" p14:presetBounceEnd="20000">
                                      <p:stCondLst>
                                        <p:cond delay="0"/>
                                      </p:stCondLst>
                                      <p:childTnLst>
                                        <p:set>
                                          <p:cBhvr>
                                            <p:cTn id="24" dur="1" fill="hold">
                                              <p:stCondLst>
                                                <p:cond delay="0"/>
                                              </p:stCondLst>
                                            </p:cTn>
                                            <p:tgtEl>
                                              <p:spTgt spid="56"/>
                                            </p:tgtEl>
                                            <p:attrNameLst>
                                              <p:attrName>style.visibility</p:attrName>
                                            </p:attrNameLst>
                                          </p:cBhvr>
                                          <p:to>
                                            <p:strVal val="visible"/>
                                          </p:to>
                                        </p:set>
                                        <p:anim calcmode="lin" valueType="num" p14:bounceEnd="20000">
                                          <p:cBhvr additive="base">
                                            <p:cTn id="25" dur="500" fill="hold"/>
                                            <p:tgtEl>
                                              <p:spTgt spid="56"/>
                                            </p:tgtEl>
                                            <p:attrNameLst>
                                              <p:attrName>ppt_x</p:attrName>
                                            </p:attrNameLst>
                                          </p:cBhvr>
                                          <p:tavLst>
                                            <p:tav tm="0">
                                              <p:val>
                                                <p:strVal val="1+#ppt_w/2"/>
                                              </p:val>
                                            </p:tav>
                                            <p:tav tm="100000">
                                              <p:val>
                                                <p:strVal val="#ppt_x"/>
                                              </p:val>
                                            </p:tav>
                                          </p:tavLst>
                                        </p:anim>
                                        <p:anim calcmode="lin" valueType="num" p14:bounceEnd="20000">
                                          <p:cBhvr additive="base">
                                            <p:cTn id="26" dur="500" fill="hold"/>
                                            <p:tgtEl>
                                              <p:spTgt spid="56"/>
                                            </p:tgtEl>
                                            <p:attrNameLst>
                                              <p:attrName>ppt_y</p:attrName>
                                            </p:attrNameLst>
                                          </p:cBhvr>
                                          <p:tavLst>
                                            <p:tav tm="0">
                                              <p:val>
                                                <p:strVal val="0-#ppt_h/2"/>
                                              </p:val>
                                            </p:tav>
                                            <p:tav tm="100000">
                                              <p:val>
                                                <p:strVal val="#ppt_y"/>
                                              </p:val>
                                            </p:tav>
                                          </p:tavLst>
                                        </p:anim>
                                      </p:childTnLst>
                                    </p:cTn>
                                  </p:par>
                                </p:childTnLst>
                              </p:cTn>
                            </p:par>
                            <p:par>
                              <p:cTn id="27" fill="hold">
                                <p:stCondLst>
                                  <p:cond delay="2500"/>
                                </p:stCondLst>
                                <p:childTnLst>
                                  <p:par>
                                    <p:cTn id="28" presetID="2" presetClass="entr" presetSubtype="9" fill="hold" nodeType="afterEffect" p14:presetBounceEnd="20000">
                                      <p:stCondLst>
                                        <p:cond delay="0"/>
                                      </p:stCondLst>
                                      <p:childTnLst>
                                        <p:set>
                                          <p:cBhvr>
                                            <p:cTn id="29" dur="1" fill="hold">
                                              <p:stCondLst>
                                                <p:cond delay="0"/>
                                              </p:stCondLst>
                                            </p:cTn>
                                            <p:tgtEl>
                                              <p:spTgt spid="60"/>
                                            </p:tgtEl>
                                            <p:attrNameLst>
                                              <p:attrName>style.visibility</p:attrName>
                                            </p:attrNameLst>
                                          </p:cBhvr>
                                          <p:to>
                                            <p:strVal val="visible"/>
                                          </p:to>
                                        </p:set>
                                        <p:anim calcmode="lin" valueType="num" p14:bounceEnd="20000">
                                          <p:cBhvr additive="base">
                                            <p:cTn id="30" dur="500" fill="hold"/>
                                            <p:tgtEl>
                                              <p:spTgt spid="60"/>
                                            </p:tgtEl>
                                            <p:attrNameLst>
                                              <p:attrName>ppt_x</p:attrName>
                                            </p:attrNameLst>
                                          </p:cBhvr>
                                          <p:tavLst>
                                            <p:tav tm="0">
                                              <p:val>
                                                <p:strVal val="0-#ppt_w/2"/>
                                              </p:val>
                                            </p:tav>
                                            <p:tav tm="100000">
                                              <p:val>
                                                <p:strVal val="#ppt_x"/>
                                              </p:val>
                                            </p:tav>
                                          </p:tavLst>
                                        </p:anim>
                                        <p:anim calcmode="lin" valueType="num" p14:bounceEnd="20000">
                                          <p:cBhvr additive="base">
                                            <p:cTn id="31" dur="500" fill="hold"/>
                                            <p:tgtEl>
                                              <p:spTgt spid="60"/>
                                            </p:tgtEl>
                                            <p:attrNameLst>
                                              <p:attrName>ppt_y</p:attrName>
                                            </p:attrNameLst>
                                          </p:cBhvr>
                                          <p:tavLst>
                                            <p:tav tm="0">
                                              <p:val>
                                                <p:strVal val="0-#ppt_h/2"/>
                                              </p:val>
                                            </p:tav>
                                            <p:tav tm="100000">
                                              <p:val>
                                                <p:strVal val="#ppt_y"/>
                                              </p:val>
                                            </p:tav>
                                          </p:tavLst>
                                        </p:anim>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112"/>
                                            </p:tgtEl>
                                            <p:attrNameLst>
                                              <p:attrName>style.visibility</p:attrName>
                                            </p:attrNameLst>
                                          </p:cBhvr>
                                          <p:to>
                                            <p:strVal val="visible"/>
                                          </p:to>
                                        </p:set>
                                        <p:animEffect transition="in" filter="fade">
                                          <p:cBhvr>
                                            <p:cTn id="35" dur="500"/>
                                            <p:tgtEl>
                                              <p:spTgt spid="112"/>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99"/>
                                            </p:tgtEl>
                                            <p:attrNameLst>
                                              <p:attrName>style.visibility</p:attrName>
                                            </p:attrNameLst>
                                          </p:cBhvr>
                                          <p:to>
                                            <p:strVal val="visible"/>
                                          </p:to>
                                        </p:set>
                                        <p:animEffect transition="in" filter="fade">
                                          <p:cBhvr>
                                            <p:cTn id="39" dur="500"/>
                                            <p:tgtEl>
                                              <p:spTgt spid="99"/>
                                            </p:tgtEl>
                                          </p:cBhvr>
                                        </p:animEffect>
                                      </p:childTnLst>
                                    </p:cTn>
                                  </p:par>
                                </p:childTnLst>
                              </p:cTn>
                            </p:par>
                            <p:par>
                              <p:cTn id="40" fill="hold">
                                <p:stCondLst>
                                  <p:cond delay="4500"/>
                                </p:stCondLst>
                                <p:childTnLst>
                                  <p:par>
                                    <p:cTn id="41" presetID="10" presetClass="entr" presetSubtype="0" fill="hold" nodeType="afterEffect">
                                      <p:stCondLst>
                                        <p:cond delay="0"/>
                                      </p:stCondLst>
                                      <p:childTnLst>
                                        <p:set>
                                          <p:cBhvr>
                                            <p:cTn id="42" dur="1" fill="hold">
                                              <p:stCondLst>
                                                <p:cond delay="0"/>
                                              </p:stCondLst>
                                            </p:cTn>
                                            <p:tgtEl>
                                              <p:spTgt spid="119"/>
                                            </p:tgtEl>
                                            <p:attrNameLst>
                                              <p:attrName>style.visibility</p:attrName>
                                            </p:attrNameLst>
                                          </p:cBhvr>
                                          <p:to>
                                            <p:strVal val="visible"/>
                                          </p:to>
                                        </p:set>
                                        <p:animEffect transition="in" filter="fade">
                                          <p:cBhvr>
                                            <p:cTn id="43" dur="500"/>
                                            <p:tgtEl>
                                              <p:spTgt spid="119"/>
                                            </p:tgtEl>
                                          </p:cBhvr>
                                        </p:animEffect>
                                      </p:childTnLst>
                                    </p:cTn>
                                  </p:par>
                                </p:childTnLst>
                              </p:cTn>
                            </p:par>
                            <p:par>
                              <p:cTn id="44" fill="hold">
                                <p:stCondLst>
                                  <p:cond delay="5000"/>
                                </p:stCondLst>
                                <p:childTnLst>
                                  <p:par>
                                    <p:cTn id="45" presetID="10" presetClass="entr" presetSubtype="0" fill="hold" nodeType="afterEffect">
                                      <p:stCondLst>
                                        <p:cond delay="0"/>
                                      </p:stCondLst>
                                      <p:childTnLst>
                                        <p:set>
                                          <p:cBhvr>
                                            <p:cTn id="46" dur="1" fill="hold">
                                              <p:stCondLst>
                                                <p:cond delay="0"/>
                                              </p:stCondLst>
                                            </p:cTn>
                                            <p:tgtEl>
                                              <p:spTgt spid="64"/>
                                            </p:tgtEl>
                                            <p:attrNameLst>
                                              <p:attrName>style.visibility</p:attrName>
                                            </p:attrNameLst>
                                          </p:cBhvr>
                                          <p:to>
                                            <p:strVal val="visible"/>
                                          </p:to>
                                        </p:set>
                                        <p:animEffect transition="in" filter="fade">
                                          <p:cBhvr>
                                            <p:cTn id="4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45"/>
                                            </p:tgtEl>
                                            <p:attrNameLst>
                                              <p:attrName>style.visibility</p:attrName>
                                            </p:attrNameLst>
                                          </p:cBhvr>
                                          <p:to>
                                            <p:strVal val="visible"/>
                                          </p:to>
                                        </p:set>
                                        <p:animEffect transition="in" filter="wipe(down)">
                                          <p:cBhvr>
                                            <p:cTn id="11" dur="500"/>
                                            <p:tgtEl>
                                              <p:spTgt spid="45"/>
                                            </p:tgtEl>
                                          </p:cBhvr>
                                        </p:animEffect>
                                      </p:childTnLst>
                                    </p:cTn>
                                  </p:par>
                                </p:childTnLst>
                              </p:cTn>
                            </p:par>
                            <p:par>
                              <p:cTn id="12" fill="hold">
                                <p:stCondLst>
                                  <p:cond delay="1000"/>
                                </p:stCondLst>
                                <p:childTnLst>
                                  <p:par>
                                    <p:cTn id="13" presetID="2" presetClass="entr" presetSubtype="2" fill="hold" nodeType="afterEffect">
                                      <p:stCondLst>
                                        <p:cond delay="0"/>
                                      </p:stCondLst>
                                      <p:childTnLst>
                                        <p:set>
                                          <p:cBhvr>
                                            <p:cTn id="14" dur="1" fill="hold">
                                              <p:stCondLst>
                                                <p:cond delay="0"/>
                                              </p:stCondLst>
                                            </p:cTn>
                                            <p:tgtEl>
                                              <p:spTgt spid="48"/>
                                            </p:tgtEl>
                                            <p:attrNameLst>
                                              <p:attrName>style.visibility</p:attrName>
                                            </p:attrNameLst>
                                          </p:cBhvr>
                                          <p:to>
                                            <p:strVal val="visible"/>
                                          </p:to>
                                        </p:set>
                                        <p:anim calcmode="lin" valueType="num">
                                          <p:cBhvr additive="base">
                                            <p:cTn id="15" dur="500" fill="hold"/>
                                            <p:tgtEl>
                                              <p:spTgt spid="48"/>
                                            </p:tgtEl>
                                            <p:attrNameLst>
                                              <p:attrName>ppt_x</p:attrName>
                                            </p:attrNameLst>
                                          </p:cBhvr>
                                          <p:tavLst>
                                            <p:tav tm="0">
                                              <p:val>
                                                <p:strVal val="1+#ppt_w/2"/>
                                              </p:val>
                                            </p:tav>
                                            <p:tav tm="100000">
                                              <p:val>
                                                <p:strVal val="#ppt_x"/>
                                              </p:val>
                                            </p:tav>
                                          </p:tavLst>
                                        </p:anim>
                                        <p:anim calcmode="lin" valueType="num">
                                          <p:cBhvr additive="base">
                                            <p:cTn id="16" dur="500" fill="hold"/>
                                            <p:tgtEl>
                                              <p:spTgt spid="48"/>
                                            </p:tgtEl>
                                            <p:attrNameLst>
                                              <p:attrName>ppt_y</p:attrName>
                                            </p:attrNameLst>
                                          </p:cBhvr>
                                          <p:tavLst>
                                            <p:tav tm="0">
                                              <p:val>
                                                <p:strVal val="#ppt_y"/>
                                              </p:val>
                                            </p:tav>
                                            <p:tav tm="100000">
                                              <p:val>
                                                <p:strVal val="#ppt_y"/>
                                              </p:val>
                                            </p:tav>
                                          </p:tavLst>
                                        </p:anim>
                                      </p:childTnLst>
                                    </p:cTn>
                                  </p:par>
                                </p:childTnLst>
                              </p:cTn>
                            </p:par>
                            <p:par>
                              <p:cTn id="17" fill="hold">
                                <p:stCondLst>
                                  <p:cond delay="1500"/>
                                </p:stCondLst>
                                <p:childTnLst>
                                  <p:par>
                                    <p:cTn id="18" presetID="2" presetClass="entr" presetSubtype="8" fill="hold" nodeType="afterEffect">
                                      <p:stCondLst>
                                        <p:cond delay="0"/>
                                      </p:stCondLst>
                                      <p:childTnLst>
                                        <p:set>
                                          <p:cBhvr>
                                            <p:cTn id="19" dur="1" fill="hold">
                                              <p:stCondLst>
                                                <p:cond delay="0"/>
                                              </p:stCondLst>
                                            </p:cTn>
                                            <p:tgtEl>
                                              <p:spTgt spid="52"/>
                                            </p:tgtEl>
                                            <p:attrNameLst>
                                              <p:attrName>style.visibility</p:attrName>
                                            </p:attrNameLst>
                                          </p:cBhvr>
                                          <p:to>
                                            <p:strVal val="visible"/>
                                          </p:to>
                                        </p:set>
                                        <p:anim calcmode="lin" valueType="num">
                                          <p:cBhvr additive="base">
                                            <p:cTn id="20" dur="500" fill="hold"/>
                                            <p:tgtEl>
                                              <p:spTgt spid="52"/>
                                            </p:tgtEl>
                                            <p:attrNameLst>
                                              <p:attrName>ppt_x</p:attrName>
                                            </p:attrNameLst>
                                          </p:cBhvr>
                                          <p:tavLst>
                                            <p:tav tm="0">
                                              <p:val>
                                                <p:strVal val="0-#ppt_w/2"/>
                                              </p:val>
                                            </p:tav>
                                            <p:tav tm="100000">
                                              <p:val>
                                                <p:strVal val="#ppt_x"/>
                                              </p:val>
                                            </p:tav>
                                          </p:tavLst>
                                        </p:anim>
                                        <p:anim calcmode="lin" valueType="num">
                                          <p:cBhvr additive="base">
                                            <p:cTn id="21" dur="500" fill="hold"/>
                                            <p:tgtEl>
                                              <p:spTgt spid="52"/>
                                            </p:tgtEl>
                                            <p:attrNameLst>
                                              <p:attrName>ppt_y</p:attrName>
                                            </p:attrNameLst>
                                          </p:cBhvr>
                                          <p:tavLst>
                                            <p:tav tm="0">
                                              <p:val>
                                                <p:strVal val="#ppt_y"/>
                                              </p:val>
                                            </p:tav>
                                            <p:tav tm="100000">
                                              <p:val>
                                                <p:strVal val="#ppt_y"/>
                                              </p:val>
                                            </p:tav>
                                          </p:tavLst>
                                        </p:anim>
                                      </p:childTnLst>
                                    </p:cTn>
                                  </p:par>
                                </p:childTnLst>
                              </p:cTn>
                            </p:par>
                            <p:par>
                              <p:cTn id="22" fill="hold">
                                <p:stCondLst>
                                  <p:cond delay="2000"/>
                                </p:stCondLst>
                                <p:childTnLst>
                                  <p:par>
                                    <p:cTn id="23" presetID="2" presetClass="entr" presetSubtype="3" fill="hold" nodeType="afterEffect">
                                      <p:stCondLst>
                                        <p:cond delay="0"/>
                                      </p:stCondLst>
                                      <p:childTnLst>
                                        <p:set>
                                          <p:cBhvr>
                                            <p:cTn id="24" dur="1" fill="hold">
                                              <p:stCondLst>
                                                <p:cond delay="0"/>
                                              </p:stCondLst>
                                            </p:cTn>
                                            <p:tgtEl>
                                              <p:spTgt spid="56"/>
                                            </p:tgtEl>
                                            <p:attrNameLst>
                                              <p:attrName>style.visibility</p:attrName>
                                            </p:attrNameLst>
                                          </p:cBhvr>
                                          <p:to>
                                            <p:strVal val="visible"/>
                                          </p:to>
                                        </p:set>
                                        <p:anim calcmode="lin" valueType="num">
                                          <p:cBhvr additive="base">
                                            <p:cTn id="25" dur="500" fill="hold"/>
                                            <p:tgtEl>
                                              <p:spTgt spid="56"/>
                                            </p:tgtEl>
                                            <p:attrNameLst>
                                              <p:attrName>ppt_x</p:attrName>
                                            </p:attrNameLst>
                                          </p:cBhvr>
                                          <p:tavLst>
                                            <p:tav tm="0">
                                              <p:val>
                                                <p:strVal val="1+#ppt_w/2"/>
                                              </p:val>
                                            </p:tav>
                                            <p:tav tm="100000">
                                              <p:val>
                                                <p:strVal val="#ppt_x"/>
                                              </p:val>
                                            </p:tav>
                                          </p:tavLst>
                                        </p:anim>
                                        <p:anim calcmode="lin" valueType="num">
                                          <p:cBhvr additive="base">
                                            <p:cTn id="26" dur="500" fill="hold"/>
                                            <p:tgtEl>
                                              <p:spTgt spid="56"/>
                                            </p:tgtEl>
                                            <p:attrNameLst>
                                              <p:attrName>ppt_y</p:attrName>
                                            </p:attrNameLst>
                                          </p:cBhvr>
                                          <p:tavLst>
                                            <p:tav tm="0">
                                              <p:val>
                                                <p:strVal val="0-#ppt_h/2"/>
                                              </p:val>
                                            </p:tav>
                                            <p:tav tm="100000">
                                              <p:val>
                                                <p:strVal val="#ppt_y"/>
                                              </p:val>
                                            </p:tav>
                                          </p:tavLst>
                                        </p:anim>
                                      </p:childTnLst>
                                    </p:cTn>
                                  </p:par>
                                </p:childTnLst>
                              </p:cTn>
                            </p:par>
                            <p:par>
                              <p:cTn id="27" fill="hold">
                                <p:stCondLst>
                                  <p:cond delay="2500"/>
                                </p:stCondLst>
                                <p:childTnLst>
                                  <p:par>
                                    <p:cTn id="28" presetID="2" presetClass="entr" presetSubtype="9" fill="hold" nodeType="afterEffect">
                                      <p:stCondLst>
                                        <p:cond delay="0"/>
                                      </p:stCondLst>
                                      <p:childTnLst>
                                        <p:set>
                                          <p:cBhvr>
                                            <p:cTn id="29" dur="1" fill="hold">
                                              <p:stCondLst>
                                                <p:cond delay="0"/>
                                              </p:stCondLst>
                                            </p:cTn>
                                            <p:tgtEl>
                                              <p:spTgt spid="60"/>
                                            </p:tgtEl>
                                            <p:attrNameLst>
                                              <p:attrName>style.visibility</p:attrName>
                                            </p:attrNameLst>
                                          </p:cBhvr>
                                          <p:to>
                                            <p:strVal val="visible"/>
                                          </p:to>
                                        </p:set>
                                        <p:anim calcmode="lin" valueType="num">
                                          <p:cBhvr additive="base">
                                            <p:cTn id="30" dur="500" fill="hold"/>
                                            <p:tgtEl>
                                              <p:spTgt spid="60"/>
                                            </p:tgtEl>
                                            <p:attrNameLst>
                                              <p:attrName>ppt_x</p:attrName>
                                            </p:attrNameLst>
                                          </p:cBhvr>
                                          <p:tavLst>
                                            <p:tav tm="0">
                                              <p:val>
                                                <p:strVal val="0-#ppt_w/2"/>
                                              </p:val>
                                            </p:tav>
                                            <p:tav tm="100000">
                                              <p:val>
                                                <p:strVal val="#ppt_x"/>
                                              </p:val>
                                            </p:tav>
                                          </p:tavLst>
                                        </p:anim>
                                        <p:anim calcmode="lin" valueType="num">
                                          <p:cBhvr additive="base">
                                            <p:cTn id="31" dur="500" fill="hold"/>
                                            <p:tgtEl>
                                              <p:spTgt spid="60"/>
                                            </p:tgtEl>
                                            <p:attrNameLst>
                                              <p:attrName>ppt_y</p:attrName>
                                            </p:attrNameLst>
                                          </p:cBhvr>
                                          <p:tavLst>
                                            <p:tav tm="0">
                                              <p:val>
                                                <p:strVal val="0-#ppt_h/2"/>
                                              </p:val>
                                            </p:tav>
                                            <p:tav tm="100000">
                                              <p:val>
                                                <p:strVal val="#ppt_y"/>
                                              </p:val>
                                            </p:tav>
                                          </p:tavLst>
                                        </p:anim>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112"/>
                                            </p:tgtEl>
                                            <p:attrNameLst>
                                              <p:attrName>style.visibility</p:attrName>
                                            </p:attrNameLst>
                                          </p:cBhvr>
                                          <p:to>
                                            <p:strVal val="visible"/>
                                          </p:to>
                                        </p:set>
                                        <p:animEffect transition="in" filter="fade">
                                          <p:cBhvr>
                                            <p:cTn id="35" dur="500"/>
                                            <p:tgtEl>
                                              <p:spTgt spid="112"/>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99"/>
                                            </p:tgtEl>
                                            <p:attrNameLst>
                                              <p:attrName>style.visibility</p:attrName>
                                            </p:attrNameLst>
                                          </p:cBhvr>
                                          <p:to>
                                            <p:strVal val="visible"/>
                                          </p:to>
                                        </p:set>
                                        <p:animEffect transition="in" filter="fade">
                                          <p:cBhvr>
                                            <p:cTn id="39" dur="500"/>
                                            <p:tgtEl>
                                              <p:spTgt spid="99"/>
                                            </p:tgtEl>
                                          </p:cBhvr>
                                        </p:animEffect>
                                      </p:childTnLst>
                                    </p:cTn>
                                  </p:par>
                                </p:childTnLst>
                              </p:cTn>
                            </p:par>
                            <p:par>
                              <p:cTn id="40" fill="hold">
                                <p:stCondLst>
                                  <p:cond delay="4500"/>
                                </p:stCondLst>
                                <p:childTnLst>
                                  <p:par>
                                    <p:cTn id="41" presetID="10" presetClass="entr" presetSubtype="0" fill="hold" nodeType="afterEffect">
                                      <p:stCondLst>
                                        <p:cond delay="0"/>
                                      </p:stCondLst>
                                      <p:childTnLst>
                                        <p:set>
                                          <p:cBhvr>
                                            <p:cTn id="42" dur="1" fill="hold">
                                              <p:stCondLst>
                                                <p:cond delay="0"/>
                                              </p:stCondLst>
                                            </p:cTn>
                                            <p:tgtEl>
                                              <p:spTgt spid="119"/>
                                            </p:tgtEl>
                                            <p:attrNameLst>
                                              <p:attrName>style.visibility</p:attrName>
                                            </p:attrNameLst>
                                          </p:cBhvr>
                                          <p:to>
                                            <p:strVal val="visible"/>
                                          </p:to>
                                        </p:set>
                                        <p:animEffect transition="in" filter="fade">
                                          <p:cBhvr>
                                            <p:cTn id="43" dur="500"/>
                                            <p:tgtEl>
                                              <p:spTgt spid="119"/>
                                            </p:tgtEl>
                                          </p:cBhvr>
                                        </p:animEffect>
                                      </p:childTnLst>
                                    </p:cTn>
                                  </p:par>
                                </p:childTnLst>
                              </p:cTn>
                            </p:par>
                            <p:par>
                              <p:cTn id="44" fill="hold">
                                <p:stCondLst>
                                  <p:cond delay="5000"/>
                                </p:stCondLst>
                                <p:childTnLst>
                                  <p:par>
                                    <p:cTn id="45" presetID="10" presetClass="entr" presetSubtype="0" fill="hold" nodeType="afterEffect">
                                      <p:stCondLst>
                                        <p:cond delay="0"/>
                                      </p:stCondLst>
                                      <p:childTnLst>
                                        <p:set>
                                          <p:cBhvr>
                                            <p:cTn id="46" dur="1" fill="hold">
                                              <p:stCondLst>
                                                <p:cond delay="0"/>
                                              </p:stCondLst>
                                            </p:cTn>
                                            <p:tgtEl>
                                              <p:spTgt spid="64"/>
                                            </p:tgtEl>
                                            <p:attrNameLst>
                                              <p:attrName>style.visibility</p:attrName>
                                            </p:attrNameLst>
                                          </p:cBhvr>
                                          <p:to>
                                            <p:strVal val="visible"/>
                                          </p:to>
                                        </p:set>
                                        <p:animEffect transition="in" filter="fade">
                                          <p:cBhvr>
                                            <p:cTn id="4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TextBox 10"/>
          <p:cNvSpPr txBox="1"/>
          <p:nvPr/>
        </p:nvSpPr>
        <p:spPr>
          <a:xfrm>
            <a:off x="340978" y="4608174"/>
            <a:ext cx="11133191" cy="954107"/>
          </a:xfrm>
          <a:prstGeom prst="rect">
            <a:avLst/>
          </a:prstGeom>
          <a:noFill/>
        </p:spPr>
        <p:txBody>
          <a:bodyPr wrap="square" rtlCol="0">
            <a:spAutoFit/>
          </a:bodyPr>
          <a:lstStyle/>
          <a:p>
            <a:pPr algn="ctr" rtl="1" fontAlgn="auto">
              <a:spcBef>
                <a:spcPts val="0"/>
              </a:spcBef>
              <a:spcAft>
                <a:spcPts val="0"/>
              </a:spcAft>
            </a:pPr>
            <a:r>
              <a:rPr lang="ar-SA" sz="2800" b="1" dirty="0"/>
              <a:t>خلط ومزج العنصرين التعلم التقليدي والالكتروني معاً في الدرس لتحقيق وإنجاح النتاجات المرجوة منه.</a:t>
            </a:r>
            <a:endParaRPr lang="en-US" sz="2800" b="1" dirty="0">
              <a:solidFill>
                <a:prstClr val="black">
                  <a:lumMod val="75000"/>
                  <a:lumOff val="25000"/>
                </a:prstClr>
              </a:solidFill>
              <a:latin typeface="Lato" panose="020F0502020204030203" pitchFamily="34" charset="0"/>
            </a:endParaRPr>
          </a:p>
        </p:txBody>
      </p:sp>
      <p:sp>
        <p:nvSpPr>
          <p:cNvPr id="10" name="TextBox 9"/>
          <p:cNvSpPr txBox="1"/>
          <p:nvPr/>
        </p:nvSpPr>
        <p:spPr>
          <a:xfrm>
            <a:off x="0" y="2536003"/>
            <a:ext cx="12191999" cy="707886"/>
          </a:xfrm>
          <a:prstGeom prst="rect">
            <a:avLst/>
          </a:prstGeom>
          <a:noFill/>
        </p:spPr>
        <p:txBody>
          <a:bodyPr wrap="square" rtlCol="0">
            <a:spAutoFit/>
          </a:bodyPr>
          <a:lstStyle/>
          <a:p>
            <a:pPr lvl="2" algn="ctr" rtl="1"/>
            <a:r>
              <a:rPr lang="ar-SA" sz="4000" b="1" dirty="0" smtClean="0">
                <a:solidFill>
                  <a:schemeClr val="bg1"/>
                </a:solidFill>
              </a:rPr>
              <a:t>ج- التعليم </a:t>
            </a:r>
            <a:r>
              <a:rPr lang="ar-SA" sz="4000" b="1" dirty="0">
                <a:solidFill>
                  <a:schemeClr val="bg1"/>
                </a:solidFill>
              </a:rPr>
              <a:t>المخلوط Blended Learning</a:t>
            </a:r>
            <a:endParaRPr lang="en-US" sz="4000" dirty="0">
              <a:solidFill>
                <a:schemeClr val="bg1"/>
              </a:solidFill>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90222374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par>
                          <p:cTn id="24" fill="hold">
                            <p:stCondLst>
                              <p:cond delay="1250"/>
                            </p:stCondLst>
                            <p:childTnLst>
                              <p:par>
                                <p:cTn id="25" presetID="10" presetClass="entr" presetSubtype="0"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1" grpId="0"/>
      <p:bldP spid="1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AutoShape 1"/>
          <p:cNvSpPr>
            <a:spLocks/>
          </p:cNvSpPr>
          <p:nvPr/>
        </p:nvSpPr>
        <p:spPr bwMode="auto">
          <a:xfrm>
            <a:off x="817207" y="3343988"/>
            <a:ext cx="10043626" cy="316878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ctr" rtl="1" hangingPunct="0">
              <a:spcBef>
                <a:spcPts val="1467"/>
              </a:spcBef>
              <a:defRPr/>
            </a:pPr>
            <a:r>
              <a:rPr lang="ar-JO" sz="3200" b="1" dirty="0">
                <a:solidFill>
                  <a:srgbClr val="1C94D0"/>
                </a:solidFill>
              </a:rPr>
              <a:t>يختلف تعريف التعليم المخلوط باختلاف المحور الذي حاول الباحثين التعريف من خلاله، فقد عرفه (العنزي، 2010: 13) على أنه "أسلوب تدريسي يزاوج بين توظيف تكنولوجيا الحاسوب على وجه الخصوص والأساليب الاعتيادية التي ألفها المعلمون" </a:t>
            </a:r>
            <a:endParaRPr lang="es-ES" sz="3200" b="1" dirty="0">
              <a:solidFill>
                <a:srgbClr val="1C94D0"/>
              </a:solidFill>
              <a:latin typeface="Calibri" charset="0"/>
              <a:cs typeface="Calibri" charset="0"/>
              <a:sym typeface="Calibri" charset="0"/>
            </a:endParaRPr>
          </a:p>
        </p:txBody>
      </p:sp>
      <p:sp>
        <p:nvSpPr>
          <p:cNvPr id="4098" name="AutoShape 2"/>
          <p:cNvSpPr>
            <a:spLocks/>
          </p:cNvSpPr>
          <p:nvPr/>
        </p:nvSpPr>
        <p:spPr bwMode="auto">
          <a:xfrm>
            <a:off x="649192" y="2123018"/>
            <a:ext cx="10690418" cy="57573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marL="742950" indent="-742950" algn="r" rtl="1">
              <a:buFont typeface="+mj-lt"/>
              <a:buAutoNum type="arabicPeriod"/>
            </a:pPr>
            <a:r>
              <a:rPr lang="ar-JO" sz="4000" b="1" u="sng" dirty="0" smtClean="0"/>
              <a:t> </a:t>
            </a:r>
            <a:r>
              <a:rPr lang="ar-JO" sz="4000" b="1" u="sng" dirty="0"/>
              <a:t>ما المقصود بالتعليم المخلوط أو المتمازج؟</a:t>
            </a:r>
            <a:endParaRPr lang="en-US" sz="4000" u="sng" dirty="0"/>
          </a:p>
        </p:txBody>
      </p:sp>
      <p:sp>
        <p:nvSpPr>
          <p:cNvPr id="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2418873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098"/>
                                        </p:tgtEl>
                                        <p:attrNameLst>
                                          <p:attrName>style.visibility</p:attrName>
                                        </p:attrNameLst>
                                      </p:cBhvr>
                                      <p:to>
                                        <p:strVal val="visible"/>
                                      </p:to>
                                    </p:set>
                                    <p:anim calcmode="lin" valueType="num">
                                      <p:cBhvr additive="base">
                                        <p:cTn id="7" dur="500" fill="hold"/>
                                        <p:tgtEl>
                                          <p:spTgt spid="4098"/>
                                        </p:tgtEl>
                                        <p:attrNameLst>
                                          <p:attrName>ppt_x</p:attrName>
                                        </p:attrNameLst>
                                      </p:cBhvr>
                                      <p:tavLst>
                                        <p:tav tm="0">
                                          <p:val>
                                            <p:strVal val="1+#ppt_w/2"/>
                                          </p:val>
                                        </p:tav>
                                        <p:tav tm="100000">
                                          <p:val>
                                            <p:strVal val="#ppt_x"/>
                                          </p:val>
                                        </p:tav>
                                      </p:tavLst>
                                    </p:anim>
                                    <p:anim calcmode="lin" valueType="num">
                                      <p:cBhvr additive="base">
                                        <p:cTn id="8" dur="500" fill="hold"/>
                                        <p:tgtEl>
                                          <p:spTgt spid="409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097"/>
                                        </p:tgtEl>
                                        <p:attrNameLst>
                                          <p:attrName>style.visibility</p:attrName>
                                        </p:attrNameLst>
                                      </p:cBhvr>
                                      <p:to>
                                        <p:strVal val="visible"/>
                                      </p:to>
                                    </p:set>
                                    <p:anim calcmode="lin" valueType="num">
                                      <p:cBhvr additive="base">
                                        <p:cTn id="12" dur="500" fill="hold"/>
                                        <p:tgtEl>
                                          <p:spTgt spid="4097"/>
                                        </p:tgtEl>
                                        <p:attrNameLst>
                                          <p:attrName>ppt_x</p:attrName>
                                        </p:attrNameLst>
                                      </p:cBhvr>
                                      <p:tavLst>
                                        <p:tav tm="0">
                                          <p:val>
                                            <p:strVal val="1+#ppt_w/2"/>
                                          </p:val>
                                        </p:tav>
                                        <p:tav tm="100000">
                                          <p:val>
                                            <p:strVal val="#ppt_x"/>
                                          </p:val>
                                        </p:tav>
                                      </p:tavLst>
                                    </p:anim>
                                    <p:anim calcmode="lin" valueType="num">
                                      <p:cBhvr additive="base">
                                        <p:cTn id="13" dur="500" fill="hold"/>
                                        <p:tgtEl>
                                          <p:spTgt spid="409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7" grpId="0" autoUpdateAnimBg="0"/>
      <p:bldP spid="4098" grpId="0" autoUpdateAnimBg="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AutoShape 1"/>
          <p:cNvSpPr>
            <a:spLocks/>
          </p:cNvSpPr>
          <p:nvPr/>
        </p:nvSpPr>
        <p:spPr bwMode="auto">
          <a:xfrm>
            <a:off x="3159218" y="2666058"/>
            <a:ext cx="8102858" cy="23291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ctr" rtl="1" hangingPunct="0">
              <a:spcBef>
                <a:spcPts val="1467"/>
              </a:spcBef>
              <a:defRPr/>
            </a:pPr>
            <a:r>
              <a:rPr lang="ar-JO" sz="3200" b="1" dirty="0"/>
              <a:t>في حين عرفته توملينسون (</a:t>
            </a:r>
            <a:r>
              <a:rPr lang="en-US" sz="3200" b="1" dirty="0"/>
              <a:t>Tomlinson, 2001: 1</a:t>
            </a:r>
            <a:r>
              <a:rPr lang="ar-JO" sz="3200" b="1" dirty="0"/>
              <a:t>) الخبيرة في هذا المجال على أنه "توفير سبل مختلفة للتمكن من المحتوى ومعالجة وتكوين معنى للأفكار وتطوير منتجات تمكن كل متعلم من التعلم بفاعلية".</a:t>
            </a:r>
            <a:endParaRPr lang="es-ES" sz="3200" b="1" dirty="0">
              <a:solidFill>
                <a:srgbClr val="1C94D0"/>
              </a:solidFill>
              <a:latin typeface="Calibri" charset="0"/>
              <a:cs typeface="Calibri" charset="0"/>
              <a:sym typeface="Calibri" charset="0"/>
            </a:endParaRPr>
          </a:p>
        </p:txBody>
      </p:sp>
      <p:grpSp>
        <p:nvGrpSpPr>
          <p:cNvPr id="6" name="Group 5"/>
          <p:cNvGrpSpPr/>
          <p:nvPr/>
        </p:nvGrpSpPr>
        <p:grpSpPr>
          <a:xfrm>
            <a:off x="817207" y="997316"/>
            <a:ext cx="1883463" cy="4910416"/>
            <a:chOff x="8124826" y="0"/>
            <a:chExt cx="2630487" cy="6858001"/>
          </a:xfrm>
        </p:grpSpPr>
        <p:sp>
          <p:nvSpPr>
            <p:cNvPr id="7" name="Freeform 118"/>
            <p:cNvSpPr>
              <a:spLocks/>
            </p:cNvSpPr>
            <p:nvPr/>
          </p:nvSpPr>
          <p:spPr bwMode="auto">
            <a:xfrm>
              <a:off x="9105901" y="6450013"/>
              <a:ext cx="504825" cy="407988"/>
            </a:xfrm>
            <a:custGeom>
              <a:avLst/>
              <a:gdLst>
                <a:gd name="T0" fmla="*/ 16 w 318"/>
                <a:gd name="T1" fmla="*/ 0 h 257"/>
                <a:gd name="T2" fmla="*/ 16 w 318"/>
                <a:gd name="T3" fmla="*/ 0 h 257"/>
                <a:gd name="T4" fmla="*/ 13 w 318"/>
                <a:gd name="T5" fmla="*/ 6 h 257"/>
                <a:gd name="T6" fmla="*/ 7 w 318"/>
                <a:gd name="T7" fmla="*/ 21 h 257"/>
                <a:gd name="T8" fmla="*/ 2 w 318"/>
                <a:gd name="T9" fmla="*/ 44 h 257"/>
                <a:gd name="T10" fmla="*/ 0 w 318"/>
                <a:gd name="T11" fmla="*/ 58 h 257"/>
                <a:gd name="T12" fmla="*/ 0 w 318"/>
                <a:gd name="T13" fmla="*/ 72 h 257"/>
                <a:gd name="T14" fmla="*/ 0 w 318"/>
                <a:gd name="T15" fmla="*/ 72 h 257"/>
                <a:gd name="T16" fmla="*/ 2 w 318"/>
                <a:gd name="T17" fmla="*/ 116 h 257"/>
                <a:gd name="T18" fmla="*/ 0 w 318"/>
                <a:gd name="T19" fmla="*/ 174 h 257"/>
                <a:gd name="T20" fmla="*/ 0 w 318"/>
                <a:gd name="T21" fmla="*/ 245 h 257"/>
                <a:gd name="T22" fmla="*/ 16 w 318"/>
                <a:gd name="T23" fmla="*/ 245 h 257"/>
                <a:gd name="T24" fmla="*/ 16 w 318"/>
                <a:gd name="T25" fmla="*/ 245 h 257"/>
                <a:gd name="T26" fmla="*/ 16 w 318"/>
                <a:gd name="T27" fmla="*/ 232 h 257"/>
                <a:gd name="T28" fmla="*/ 18 w 318"/>
                <a:gd name="T29" fmla="*/ 218 h 257"/>
                <a:gd name="T30" fmla="*/ 20 w 318"/>
                <a:gd name="T31" fmla="*/ 206 h 257"/>
                <a:gd name="T32" fmla="*/ 25 w 318"/>
                <a:gd name="T33" fmla="*/ 194 h 257"/>
                <a:gd name="T34" fmla="*/ 28 w 318"/>
                <a:gd name="T35" fmla="*/ 188 h 257"/>
                <a:gd name="T36" fmla="*/ 32 w 318"/>
                <a:gd name="T37" fmla="*/ 185 h 257"/>
                <a:gd name="T38" fmla="*/ 37 w 318"/>
                <a:gd name="T39" fmla="*/ 183 h 257"/>
                <a:gd name="T40" fmla="*/ 43 w 318"/>
                <a:gd name="T41" fmla="*/ 183 h 257"/>
                <a:gd name="T42" fmla="*/ 48 w 318"/>
                <a:gd name="T43" fmla="*/ 185 h 257"/>
                <a:gd name="T44" fmla="*/ 55 w 318"/>
                <a:gd name="T45" fmla="*/ 190 h 257"/>
                <a:gd name="T46" fmla="*/ 55 w 318"/>
                <a:gd name="T47" fmla="*/ 190 h 257"/>
                <a:gd name="T48" fmla="*/ 88 w 318"/>
                <a:gd name="T49" fmla="*/ 213 h 257"/>
                <a:gd name="T50" fmla="*/ 106 w 318"/>
                <a:gd name="T51" fmla="*/ 224 h 257"/>
                <a:gd name="T52" fmla="*/ 125 w 318"/>
                <a:gd name="T53" fmla="*/ 234 h 257"/>
                <a:gd name="T54" fmla="*/ 144 w 318"/>
                <a:gd name="T55" fmla="*/ 243 h 257"/>
                <a:gd name="T56" fmla="*/ 166 w 318"/>
                <a:gd name="T57" fmla="*/ 250 h 257"/>
                <a:gd name="T58" fmla="*/ 187 w 318"/>
                <a:gd name="T59" fmla="*/ 253 h 257"/>
                <a:gd name="T60" fmla="*/ 208 w 318"/>
                <a:gd name="T61" fmla="*/ 255 h 257"/>
                <a:gd name="T62" fmla="*/ 208 w 318"/>
                <a:gd name="T63" fmla="*/ 255 h 257"/>
                <a:gd name="T64" fmla="*/ 252 w 318"/>
                <a:gd name="T65" fmla="*/ 257 h 257"/>
                <a:gd name="T66" fmla="*/ 289 w 318"/>
                <a:gd name="T67" fmla="*/ 257 h 257"/>
                <a:gd name="T68" fmla="*/ 303 w 318"/>
                <a:gd name="T69" fmla="*/ 255 h 257"/>
                <a:gd name="T70" fmla="*/ 313 w 318"/>
                <a:gd name="T71" fmla="*/ 252 h 257"/>
                <a:gd name="T72" fmla="*/ 317 w 318"/>
                <a:gd name="T73" fmla="*/ 250 h 257"/>
                <a:gd name="T74" fmla="*/ 318 w 318"/>
                <a:gd name="T75" fmla="*/ 246 h 257"/>
                <a:gd name="T76" fmla="*/ 318 w 318"/>
                <a:gd name="T77" fmla="*/ 243 h 257"/>
                <a:gd name="T78" fmla="*/ 318 w 318"/>
                <a:gd name="T79" fmla="*/ 238 h 257"/>
                <a:gd name="T80" fmla="*/ 318 w 318"/>
                <a:gd name="T81" fmla="*/ 238 h 257"/>
                <a:gd name="T82" fmla="*/ 313 w 318"/>
                <a:gd name="T83" fmla="*/ 229 h 257"/>
                <a:gd name="T84" fmla="*/ 308 w 318"/>
                <a:gd name="T85" fmla="*/ 220 h 257"/>
                <a:gd name="T86" fmla="*/ 299 w 318"/>
                <a:gd name="T87" fmla="*/ 211 h 257"/>
                <a:gd name="T88" fmla="*/ 290 w 318"/>
                <a:gd name="T89" fmla="*/ 201 h 257"/>
                <a:gd name="T90" fmla="*/ 269 w 318"/>
                <a:gd name="T91" fmla="*/ 181 h 257"/>
                <a:gd name="T92" fmla="*/ 241 w 318"/>
                <a:gd name="T93" fmla="*/ 160 h 257"/>
                <a:gd name="T94" fmla="*/ 241 w 318"/>
                <a:gd name="T95" fmla="*/ 160 h 257"/>
                <a:gd name="T96" fmla="*/ 208 w 318"/>
                <a:gd name="T97" fmla="*/ 137 h 257"/>
                <a:gd name="T98" fmla="*/ 171 w 318"/>
                <a:gd name="T99" fmla="*/ 109 h 257"/>
                <a:gd name="T100" fmla="*/ 155 w 318"/>
                <a:gd name="T101" fmla="*/ 95 h 257"/>
                <a:gd name="T102" fmla="*/ 139 w 318"/>
                <a:gd name="T103" fmla="*/ 81 h 257"/>
                <a:gd name="T104" fmla="*/ 127 w 318"/>
                <a:gd name="T105" fmla="*/ 67 h 257"/>
                <a:gd name="T106" fmla="*/ 116 w 318"/>
                <a:gd name="T107" fmla="*/ 53 h 257"/>
                <a:gd name="T108" fmla="*/ 116 w 318"/>
                <a:gd name="T109" fmla="*/ 53 h 257"/>
                <a:gd name="T110" fmla="*/ 111 w 318"/>
                <a:gd name="T111" fmla="*/ 46 h 257"/>
                <a:gd name="T112" fmla="*/ 106 w 318"/>
                <a:gd name="T113" fmla="*/ 41 h 257"/>
                <a:gd name="T114" fmla="*/ 92 w 318"/>
                <a:gd name="T115" fmla="*/ 30 h 257"/>
                <a:gd name="T116" fmla="*/ 74 w 318"/>
                <a:gd name="T117" fmla="*/ 21 h 257"/>
                <a:gd name="T118" fmla="*/ 57 w 318"/>
                <a:gd name="T119" fmla="*/ 13 h 257"/>
                <a:gd name="T120" fmla="*/ 28 w 318"/>
                <a:gd name="T121" fmla="*/ 2 h 257"/>
                <a:gd name="T122" fmla="*/ 16 w 318"/>
                <a:gd name="T123"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8" h="257">
                  <a:moveTo>
                    <a:pt x="16" y="0"/>
                  </a:moveTo>
                  <a:lnTo>
                    <a:pt x="16" y="0"/>
                  </a:lnTo>
                  <a:lnTo>
                    <a:pt x="13" y="6"/>
                  </a:lnTo>
                  <a:lnTo>
                    <a:pt x="7" y="21"/>
                  </a:lnTo>
                  <a:lnTo>
                    <a:pt x="2" y="44"/>
                  </a:lnTo>
                  <a:lnTo>
                    <a:pt x="0" y="58"/>
                  </a:lnTo>
                  <a:lnTo>
                    <a:pt x="0" y="72"/>
                  </a:lnTo>
                  <a:lnTo>
                    <a:pt x="0" y="72"/>
                  </a:lnTo>
                  <a:lnTo>
                    <a:pt x="2" y="116"/>
                  </a:lnTo>
                  <a:lnTo>
                    <a:pt x="0" y="174"/>
                  </a:lnTo>
                  <a:lnTo>
                    <a:pt x="0" y="245"/>
                  </a:lnTo>
                  <a:lnTo>
                    <a:pt x="16" y="245"/>
                  </a:lnTo>
                  <a:lnTo>
                    <a:pt x="16" y="245"/>
                  </a:lnTo>
                  <a:lnTo>
                    <a:pt x="16" y="232"/>
                  </a:lnTo>
                  <a:lnTo>
                    <a:pt x="18" y="218"/>
                  </a:lnTo>
                  <a:lnTo>
                    <a:pt x="20" y="206"/>
                  </a:lnTo>
                  <a:lnTo>
                    <a:pt x="25" y="194"/>
                  </a:lnTo>
                  <a:lnTo>
                    <a:pt x="28" y="188"/>
                  </a:lnTo>
                  <a:lnTo>
                    <a:pt x="32" y="185"/>
                  </a:lnTo>
                  <a:lnTo>
                    <a:pt x="37" y="183"/>
                  </a:lnTo>
                  <a:lnTo>
                    <a:pt x="43" y="183"/>
                  </a:lnTo>
                  <a:lnTo>
                    <a:pt x="48" y="185"/>
                  </a:lnTo>
                  <a:lnTo>
                    <a:pt x="55" y="190"/>
                  </a:lnTo>
                  <a:lnTo>
                    <a:pt x="55" y="190"/>
                  </a:lnTo>
                  <a:lnTo>
                    <a:pt x="88" y="213"/>
                  </a:lnTo>
                  <a:lnTo>
                    <a:pt x="106" y="224"/>
                  </a:lnTo>
                  <a:lnTo>
                    <a:pt x="125" y="234"/>
                  </a:lnTo>
                  <a:lnTo>
                    <a:pt x="144" y="243"/>
                  </a:lnTo>
                  <a:lnTo>
                    <a:pt x="166" y="250"/>
                  </a:lnTo>
                  <a:lnTo>
                    <a:pt x="187" y="253"/>
                  </a:lnTo>
                  <a:lnTo>
                    <a:pt x="208" y="255"/>
                  </a:lnTo>
                  <a:lnTo>
                    <a:pt x="208" y="255"/>
                  </a:lnTo>
                  <a:lnTo>
                    <a:pt x="252" y="257"/>
                  </a:lnTo>
                  <a:lnTo>
                    <a:pt x="289" y="257"/>
                  </a:lnTo>
                  <a:lnTo>
                    <a:pt x="303" y="255"/>
                  </a:lnTo>
                  <a:lnTo>
                    <a:pt x="313" y="252"/>
                  </a:lnTo>
                  <a:lnTo>
                    <a:pt x="317" y="250"/>
                  </a:lnTo>
                  <a:lnTo>
                    <a:pt x="318" y="246"/>
                  </a:lnTo>
                  <a:lnTo>
                    <a:pt x="318" y="243"/>
                  </a:lnTo>
                  <a:lnTo>
                    <a:pt x="318" y="238"/>
                  </a:lnTo>
                  <a:lnTo>
                    <a:pt x="318" y="238"/>
                  </a:lnTo>
                  <a:lnTo>
                    <a:pt x="313" y="229"/>
                  </a:lnTo>
                  <a:lnTo>
                    <a:pt x="308" y="220"/>
                  </a:lnTo>
                  <a:lnTo>
                    <a:pt x="299" y="211"/>
                  </a:lnTo>
                  <a:lnTo>
                    <a:pt x="290" y="201"/>
                  </a:lnTo>
                  <a:lnTo>
                    <a:pt x="269" y="181"/>
                  </a:lnTo>
                  <a:lnTo>
                    <a:pt x="241" y="160"/>
                  </a:lnTo>
                  <a:lnTo>
                    <a:pt x="241" y="160"/>
                  </a:lnTo>
                  <a:lnTo>
                    <a:pt x="208" y="137"/>
                  </a:lnTo>
                  <a:lnTo>
                    <a:pt x="171" y="109"/>
                  </a:lnTo>
                  <a:lnTo>
                    <a:pt x="155" y="95"/>
                  </a:lnTo>
                  <a:lnTo>
                    <a:pt x="139" y="81"/>
                  </a:lnTo>
                  <a:lnTo>
                    <a:pt x="127" y="67"/>
                  </a:lnTo>
                  <a:lnTo>
                    <a:pt x="116" y="53"/>
                  </a:lnTo>
                  <a:lnTo>
                    <a:pt x="116" y="53"/>
                  </a:lnTo>
                  <a:lnTo>
                    <a:pt x="111" y="46"/>
                  </a:lnTo>
                  <a:lnTo>
                    <a:pt x="106" y="41"/>
                  </a:lnTo>
                  <a:lnTo>
                    <a:pt x="92" y="30"/>
                  </a:lnTo>
                  <a:lnTo>
                    <a:pt x="74" y="21"/>
                  </a:lnTo>
                  <a:lnTo>
                    <a:pt x="57" y="13"/>
                  </a:lnTo>
                  <a:lnTo>
                    <a:pt x="28" y="2"/>
                  </a:lnTo>
                  <a:lnTo>
                    <a:pt x="16" y="0"/>
                  </a:lnTo>
                  <a:close/>
                </a:path>
              </a:pathLst>
            </a:custGeom>
            <a:solidFill>
              <a:srgbClr val="CC2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8" name="Freeform 119"/>
            <p:cNvSpPr>
              <a:spLocks/>
            </p:cNvSpPr>
            <p:nvPr/>
          </p:nvSpPr>
          <p:spPr bwMode="auto">
            <a:xfrm>
              <a:off x="9105901" y="6450013"/>
              <a:ext cx="504825" cy="407988"/>
            </a:xfrm>
            <a:custGeom>
              <a:avLst/>
              <a:gdLst>
                <a:gd name="T0" fmla="*/ 16 w 318"/>
                <a:gd name="T1" fmla="*/ 0 h 257"/>
                <a:gd name="T2" fmla="*/ 16 w 318"/>
                <a:gd name="T3" fmla="*/ 0 h 257"/>
                <a:gd name="T4" fmla="*/ 13 w 318"/>
                <a:gd name="T5" fmla="*/ 6 h 257"/>
                <a:gd name="T6" fmla="*/ 7 w 318"/>
                <a:gd name="T7" fmla="*/ 21 h 257"/>
                <a:gd name="T8" fmla="*/ 2 w 318"/>
                <a:gd name="T9" fmla="*/ 44 h 257"/>
                <a:gd name="T10" fmla="*/ 0 w 318"/>
                <a:gd name="T11" fmla="*/ 58 h 257"/>
                <a:gd name="T12" fmla="*/ 0 w 318"/>
                <a:gd name="T13" fmla="*/ 72 h 257"/>
                <a:gd name="T14" fmla="*/ 0 w 318"/>
                <a:gd name="T15" fmla="*/ 72 h 257"/>
                <a:gd name="T16" fmla="*/ 2 w 318"/>
                <a:gd name="T17" fmla="*/ 116 h 257"/>
                <a:gd name="T18" fmla="*/ 0 w 318"/>
                <a:gd name="T19" fmla="*/ 174 h 257"/>
                <a:gd name="T20" fmla="*/ 0 w 318"/>
                <a:gd name="T21" fmla="*/ 245 h 257"/>
                <a:gd name="T22" fmla="*/ 16 w 318"/>
                <a:gd name="T23" fmla="*/ 245 h 257"/>
                <a:gd name="T24" fmla="*/ 16 w 318"/>
                <a:gd name="T25" fmla="*/ 245 h 257"/>
                <a:gd name="T26" fmla="*/ 16 w 318"/>
                <a:gd name="T27" fmla="*/ 232 h 257"/>
                <a:gd name="T28" fmla="*/ 18 w 318"/>
                <a:gd name="T29" fmla="*/ 218 h 257"/>
                <a:gd name="T30" fmla="*/ 20 w 318"/>
                <a:gd name="T31" fmla="*/ 206 h 257"/>
                <a:gd name="T32" fmla="*/ 25 w 318"/>
                <a:gd name="T33" fmla="*/ 194 h 257"/>
                <a:gd name="T34" fmla="*/ 28 w 318"/>
                <a:gd name="T35" fmla="*/ 188 h 257"/>
                <a:gd name="T36" fmla="*/ 32 w 318"/>
                <a:gd name="T37" fmla="*/ 185 h 257"/>
                <a:gd name="T38" fmla="*/ 37 w 318"/>
                <a:gd name="T39" fmla="*/ 183 h 257"/>
                <a:gd name="T40" fmla="*/ 43 w 318"/>
                <a:gd name="T41" fmla="*/ 183 h 257"/>
                <a:gd name="T42" fmla="*/ 48 w 318"/>
                <a:gd name="T43" fmla="*/ 185 h 257"/>
                <a:gd name="T44" fmla="*/ 55 w 318"/>
                <a:gd name="T45" fmla="*/ 190 h 257"/>
                <a:gd name="T46" fmla="*/ 55 w 318"/>
                <a:gd name="T47" fmla="*/ 190 h 257"/>
                <a:gd name="T48" fmla="*/ 88 w 318"/>
                <a:gd name="T49" fmla="*/ 213 h 257"/>
                <a:gd name="T50" fmla="*/ 106 w 318"/>
                <a:gd name="T51" fmla="*/ 224 h 257"/>
                <a:gd name="T52" fmla="*/ 125 w 318"/>
                <a:gd name="T53" fmla="*/ 234 h 257"/>
                <a:gd name="T54" fmla="*/ 144 w 318"/>
                <a:gd name="T55" fmla="*/ 243 h 257"/>
                <a:gd name="T56" fmla="*/ 166 w 318"/>
                <a:gd name="T57" fmla="*/ 250 h 257"/>
                <a:gd name="T58" fmla="*/ 187 w 318"/>
                <a:gd name="T59" fmla="*/ 253 h 257"/>
                <a:gd name="T60" fmla="*/ 208 w 318"/>
                <a:gd name="T61" fmla="*/ 255 h 257"/>
                <a:gd name="T62" fmla="*/ 208 w 318"/>
                <a:gd name="T63" fmla="*/ 255 h 257"/>
                <a:gd name="T64" fmla="*/ 252 w 318"/>
                <a:gd name="T65" fmla="*/ 257 h 257"/>
                <a:gd name="T66" fmla="*/ 289 w 318"/>
                <a:gd name="T67" fmla="*/ 257 h 257"/>
                <a:gd name="T68" fmla="*/ 303 w 318"/>
                <a:gd name="T69" fmla="*/ 255 h 257"/>
                <a:gd name="T70" fmla="*/ 313 w 318"/>
                <a:gd name="T71" fmla="*/ 252 h 257"/>
                <a:gd name="T72" fmla="*/ 317 w 318"/>
                <a:gd name="T73" fmla="*/ 250 h 257"/>
                <a:gd name="T74" fmla="*/ 318 w 318"/>
                <a:gd name="T75" fmla="*/ 246 h 257"/>
                <a:gd name="T76" fmla="*/ 318 w 318"/>
                <a:gd name="T77" fmla="*/ 243 h 257"/>
                <a:gd name="T78" fmla="*/ 318 w 318"/>
                <a:gd name="T79" fmla="*/ 238 h 257"/>
                <a:gd name="T80" fmla="*/ 318 w 318"/>
                <a:gd name="T81" fmla="*/ 238 h 257"/>
                <a:gd name="T82" fmla="*/ 313 w 318"/>
                <a:gd name="T83" fmla="*/ 229 h 257"/>
                <a:gd name="T84" fmla="*/ 308 w 318"/>
                <a:gd name="T85" fmla="*/ 220 h 257"/>
                <a:gd name="T86" fmla="*/ 299 w 318"/>
                <a:gd name="T87" fmla="*/ 211 h 257"/>
                <a:gd name="T88" fmla="*/ 290 w 318"/>
                <a:gd name="T89" fmla="*/ 201 h 257"/>
                <a:gd name="T90" fmla="*/ 269 w 318"/>
                <a:gd name="T91" fmla="*/ 181 h 257"/>
                <a:gd name="T92" fmla="*/ 241 w 318"/>
                <a:gd name="T93" fmla="*/ 160 h 257"/>
                <a:gd name="T94" fmla="*/ 241 w 318"/>
                <a:gd name="T95" fmla="*/ 160 h 257"/>
                <a:gd name="T96" fmla="*/ 208 w 318"/>
                <a:gd name="T97" fmla="*/ 137 h 257"/>
                <a:gd name="T98" fmla="*/ 171 w 318"/>
                <a:gd name="T99" fmla="*/ 109 h 257"/>
                <a:gd name="T100" fmla="*/ 155 w 318"/>
                <a:gd name="T101" fmla="*/ 95 h 257"/>
                <a:gd name="T102" fmla="*/ 139 w 318"/>
                <a:gd name="T103" fmla="*/ 81 h 257"/>
                <a:gd name="T104" fmla="*/ 127 w 318"/>
                <a:gd name="T105" fmla="*/ 67 h 257"/>
                <a:gd name="T106" fmla="*/ 116 w 318"/>
                <a:gd name="T107" fmla="*/ 53 h 257"/>
                <a:gd name="T108" fmla="*/ 116 w 318"/>
                <a:gd name="T109" fmla="*/ 53 h 257"/>
                <a:gd name="T110" fmla="*/ 111 w 318"/>
                <a:gd name="T111" fmla="*/ 46 h 257"/>
                <a:gd name="T112" fmla="*/ 106 w 318"/>
                <a:gd name="T113" fmla="*/ 41 h 257"/>
                <a:gd name="T114" fmla="*/ 92 w 318"/>
                <a:gd name="T115" fmla="*/ 30 h 257"/>
                <a:gd name="T116" fmla="*/ 74 w 318"/>
                <a:gd name="T117" fmla="*/ 21 h 257"/>
                <a:gd name="T118" fmla="*/ 57 w 318"/>
                <a:gd name="T119" fmla="*/ 13 h 257"/>
                <a:gd name="T120" fmla="*/ 28 w 318"/>
                <a:gd name="T121" fmla="*/ 2 h 257"/>
                <a:gd name="T122" fmla="*/ 16 w 318"/>
                <a:gd name="T123"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8" h="257">
                  <a:moveTo>
                    <a:pt x="16" y="0"/>
                  </a:moveTo>
                  <a:lnTo>
                    <a:pt x="16" y="0"/>
                  </a:lnTo>
                  <a:lnTo>
                    <a:pt x="13" y="6"/>
                  </a:lnTo>
                  <a:lnTo>
                    <a:pt x="7" y="21"/>
                  </a:lnTo>
                  <a:lnTo>
                    <a:pt x="2" y="44"/>
                  </a:lnTo>
                  <a:lnTo>
                    <a:pt x="0" y="58"/>
                  </a:lnTo>
                  <a:lnTo>
                    <a:pt x="0" y="72"/>
                  </a:lnTo>
                  <a:lnTo>
                    <a:pt x="0" y="72"/>
                  </a:lnTo>
                  <a:lnTo>
                    <a:pt x="2" y="116"/>
                  </a:lnTo>
                  <a:lnTo>
                    <a:pt x="0" y="174"/>
                  </a:lnTo>
                  <a:lnTo>
                    <a:pt x="0" y="245"/>
                  </a:lnTo>
                  <a:lnTo>
                    <a:pt x="16" y="245"/>
                  </a:lnTo>
                  <a:lnTo>
                    <a:pt x="16" y="245"/>
                  </a:lnTo>
                  <a:lnTo>
                    <a:pt x="16" y="232"/>
                  </a:lnTo>
                  <a:lnTo>
                    <a:pt x="18" y="218"/>
                  </a:lnTo>
                  <a:lnTo>
                    <a:pt x="20" y="206"/>
                  </a:lnTo>
                  <a:lnTo>
                    <a:pt x="25" y="194"/>
                  </a:lnTo>
                  <a:lnTo>
                    <a:pt x="28" y="188"/>
                  </a:lnTo>
                  <a:lnTo>
                    <a:pt x="32" y="185"/>
                  </a:lnTo>
                  <a:lnTo>
                    <a:pt x="37" y="183"/>
                  </a:lnTo>
                  <a:lnTo>
                    <a:pt x="43" y="183"/>
                  </a:lnTo>
                  <a:lnTo>
                    <a:pt x="48" y="185"/>
                  </a:lnTo>
                  <a:lnTo>
                    <a:pt x="55" y="190"/>
                  </a:lnTo>
                  <a:lnTo>
                    <a:pt x="55" y="190"/>
                  </a:lnTo>
                  <a:lnTo>
                    <a:pt x="88" y="213"/>
                  </a:lnTo>
                  <a:lnTo>
                    <a:pt x="106" y="224"/>
                  </a:lnTo>
                  <a:lnTo>
                    <a:pt x="125" y="234"/>
                  </a:lnTo>
                  <a:lnTo>
                    <a:pt x="144" y="243"/>
                  </a:lnTo>
                  <a:lnTo>
                    <a:pt x="166" y="250"/>
                  </a:lnTo>
                  <a:lnTo>
                    <a:pt x="187" y="253"/>
                  </a:lnTo>
                  <a:lnTo>
                    <a:pt x="208" y="255"/>
                  </a:lnTo>
                  <a:lnTo>
                    <a:pt x="208" y="255"/>
                  </a:lnTo>
                  <a:lnTo>
                    <a:pt x="252" y="257"/>
                  </a:lnTo>
                  <a:lnTo>
                    <a:pt x="289" y="257"/>
                  </a:lnTo>
                  <a:lnTo>
                    <a:pt x="303" y="255"/>
                  </a:lnTo>
                  <a:lnTo>
                    <a:pt x="313" y="252"/>
                  </a:lnTo>
                  <a:lnTo>
                    <a:pt x="317" y="250"/>
                  </a:lnTo>
                  <a:lnTo>
                    <a:pt x="318" y="246"/>
                  </a:lnTo>
                  <a:lnTo>
                    <a:pt x="318" y="243"/>
                  </a:lnTo>
                  <a:lnTo>
                    <a:pt x="318" y="238"/>
                  </a:lnTo>
                  <a:lnTo>
                    <a:pt x="318" y="238"/>
                  </a:lnTo>
                  <a:lnTo>
                    <a:pt x="313" y="229"/>
                  </a:lnTo>
                  <a:lnTo>
                    <a:pt x="308" y="220"/>
                  </a:lnTo>
                  <a:lnTo>
                    <a:pt x="299" y="211"/>
                  </a:lnTo>
                  <a:lnTo>
                    <a:pt x="290" y="201"/>
                  </a:lnTo>
                  <a:lnTo>
                    <a:pt x="269" y="181"/>
                  </a:lnTo>
                  <a:lnTo>
                    <a:pt x="241" y="160"/>
                  </a:lnTo>
                  <a:lnTo>
                    <a:pt x="241" y="160"/>
                  </a:lnTo>
                  <a:lnTo>
                    <a:pt x="208" y="137"/>
                  </a:lnTo>
                  <a:lnTo>
                    <a:pt x="171" y="109"/>
                  </a:lnTo>
                  <a:lnTo>
                    <a:pt x="155" y="95"/>
                  </a:lnTo>
                  <a:lnTo>
                    <a:pt x="139" y="81"/>
                  </a:lnTo>
                  <a:lnTo>
                    <a:pt x="127" y="67"/>
                  </a:lnTo>
                  <a:lnTo>
                    <a:pt x="116" y="53"/>
                  </a:lnTo>
                  <a:lnTo>
                    <a:pt x="116" y="53"/>
                  </a:lnTo>
                  <a:lnTo>
                    <a:pt x="111" y="46"/>
                  </a:lnTo>
                  <a:lnTo>
                    <a:pt x="106" y="41"/>
                  </a:lnTo>
                  <a:lnTo>
                    <a:pt x="92" y="30"/>
                  </a:lnTo>
                  <a:lnTo>
                    <a:pt x="74" y="21"/>
                  </a:lnTo>
                  <a:lnTo>
                    <a:pt x="57" y="13"/>
                  </a:lnTo>
                  <a:lnTo>
                    <a:pt x="28" y="2"/>
                  </a:lnTo>
                  <a:lnTo>
                    <a:pt x="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9" name="Freeform 120"/>
            <p:cNvSpPr>
              <a:spLocks/>
            </p:cNvSpPr>
            <p:nvPr/>
          </p:nvSpPr>
          <p:spPr bwMode="auto">
            <a:xfrm>
              <a:off x="8928101" y="4802188"/>
              <a:ext cx="541338" cy="1935163"/>
            </a:xfrm>
            <a:custGeom>
              <a:avLst/>
              <a:gdLst>
                <a:gd name="T0" fmla="*/ 2 w 341"/>
                <a:gd name="T1" fmla="*/ 197 h 1219"/>
                <a:gd name="T2" fmla="*/ 40 w 341"/>
                <a:gd name="T3" fmla="*/ 302 h 1219"/>
                <a:gd name="T4" fmla="*/ 84 w 341"/>
                <a:gd name="T5" fmla="*/ 441 h 1219"/>
                <a:gd name="T6" fmla="*/ 111 w 341"/>
                <a:gd name="T7" fmla="*/ 548 h 1219"/>
                <a:gd name="T8" fmla="*/ 119 w 341"/>
                <a:gd name="T9" fmla="*/ 611 h 1219"/>
                <a:gd name="T10" fmla="*/ 119 w 341"/>
                <a:gd name="T11" fmla="*/ 638 h 1219"/>
                <a:gd name="T12" fmla="*/ 119 w 341"/>
                <a:gd name="T13" fmla="*/ 748 h 1219"/>
                <a:gd name="T14" fmla="*/ 126 w 341"/>
                <a:gd name="T15" fmla="*/ 986 h 1219"/>
                <a:gd name="T16" fmla="*/ 126 w 341"/>
                <a:gd name="T17" fmla="*/ 1058 h 1219"/>
                <a:gd name="T18" fmla="*/ 126 w 341"/>
                <a:gd name="T19" fmla="*/ 1079 h 1219"/>
                <a:gd name="T20" fmla="*/ 133 w 341"/>
                <a:gd name="T21" fmla="*/ 1114 h 1219"/>
                <a:gd name="T22" fmla="*/ 149 w 341"/>
                <a:gd name="T23" fmla="*/ 1140 h 1219"/>
                <a:gd name="T24" fmla="*/ 169 w 341"/>
                <a:gd name="T25" fmla="*/ 1160 h 1219"/>
                <a:gd name="T26" fmla="*/ 179 w 341"/>
                <a:gd name="T27" fmla="*/ 1167 h 1219"/>
                <a:gd name="T28" fmla="*/ 234 w 341"/>
                <a:gd name="T29" fmla="*/ 1193 h 1219"/>
                <a:gd name="T30" fmla="*/ 279 w 341"/>
                <a:gd name="T31" fmla="*/ 1212 h 1219"/>
                <a:gd name="T32" fmla="*/ 311 w 341"/>
                <a:gd name="T33" fmla="*/ 1219 h 1219"/>
                <a:gd name="T34" fmla="*/ 327 w 341"/>
                <a:gd name="T35" fmla="*/ 1219 h 1219"/>
                <a:gd name="T36" fmla="*/ 334 w 341"/>
                <a:gd name="T37" fmla="*/ 1216 h 1219"/>
                <a:gd name="T38" fmla="*/ 341 w 341"/>
                <a:gd name="T39" fmla="*/ 1209 h 1219"/>
                <a:gd name="T40" fmla="*/ 339 w 341"/>
                <a:gd name="T41" fmla="*/ 1198 h 1219"/>
                <a:gd name="T42" fmla="*/ 321 w 341"/>
                <a:gd name="T43" fmla="*/ 1175 h 1219"/>
                <a:gd name="T44" fmla="*/ 279 w 341"/>
                <a:gd name="T45" fmla="*/ 1135 h 1219"/>
                <a:gd name="T46" fmla="*/ 267 w 341"/>
                <a:gd name="T47" fmla="*/ 1123 h 1219"/>
                <a:gd name="T48" fmla="*/ 253 w 341"/>
                <a:gd name="T49" fmla="*/ 1095 h 1219"/>
                <a:gd name="T50" fmla="*/ 246 w 341"/>
                <a:gd name="T51" fmla="*/ 1059 h 1219"/>
                <a:gd name="T52" fmla="*/ 244 w 341"/>
                <a:gd name="T53" fmla="*/ 1005 h 1219"/>
                <a:gd name="T54" fmla="*/ 249 w 341"/>
                <a:gd name="T55" fmla="*/ 926 h 1219"/>
                <a:gd name="T56" fmla="*/ 262 w 341"/>
                <a:gd name="T57" fmla="*/ 820 h 1219"/>
                <a:gd name="T58" fmla="*/ 297 w 341"/>
                <a:gd name="T59" fmla="*/ 604 h 1219"/>
                <a:gd name="T60" fmla="*/ 307 w 341"/>
                <a:gd name="T61" fmla="*/ 539 h 1219"/>
                <a:gd name="T62" fmla="*/ 311 w 341"/>
                <a:gd name="T63" fmla="*/ 451 h 1219"/>
                <a:gd name="T64" fmla="*/ 320 w 341"/>
                <a:gd name="T65" fmla="*/ 121 h 1219"/>
                <a:gd name="T66" fmla="*/ 318 w 341"/>
                <a:gd name="T67" fmla="*/ 116 h 1219"/>
                <a:gd name="T68" fmla="*/ 299 w 341"/>
                <a:gd name="T69" fmla="*/ 77 h 1219"/>
                <a:gd name="T70" fmla="*/ 279 w 341"/>
                <a:gd name="T71" fmla="*/ 52 h 1219"/>
                <a:gd name="T72" fmla="*/ 253 w 341"/>
                <a:gd name="T73" fmla="*/ 28 h 1219"/>
                <a:gd name="T74" fmla="*/ 220 w 341"/>
                <a:gd name="T75" fmla="*/ 10 h 1219"/>
                <a:gd name="T76" fmla="*/ 176 w 341"/>
                <a:gd name="T77" fmla="*/ 0 h 1219"/>
                <a:gd name="T78" fmla="*/ 125 w 341"/>
                <a:gd name="T79" fmla="*/ 1 h 1219"/>
                <a:gd name="T80" fmla="*/ 98 w 341"/>
                <a:gd name="T81" fmla="*/ 8 h 1219"/>
                <a:gd name="T82" fmla="*/ 56 w 341"/>
                <a:gd name="T83" fmla="*/ 30 h 1219"/>
                <a:gd name="T84" fmla="*/ 28 w 341"/>
                <a:gd name="T85" fmla="*/ 58 h 1219"/>
                <a:gd name="T86" fmla="*/ 12 w 341"/>
                <a:gd name="T87" fmla="*/ 91 h 1219"/>
                <a:gd name="T88" fmla="*/ 3 w 341"/>
                <a:gd name="T89" fmla="*/ 126 h 1219"/>
                <a:gd name="T90" fmla="*/ 0 w 341"/>
                <a:gd name="T91" fmla="*/ 170 h 1219"/>
                <a:gd name="T92" fmla="*/ 2 w 341"/>
                <a:gd name="T93" fmla="*/ 197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1219">
                  <a:moveTo>
                    <a:pt x="2" y="197"/>
                  </a:moveTo>
                  <a:lnTo>
                    <a:pt x="2" y="197"/>
                  </a:lnTo>
                  <a:lnTo>
                    <a:pt x="21" y="248"/>
                  </a:lnTo>
                  <a:lnTo>
                    <a:pt x="40" y="302"/>
                  </a:lnTo>
                  <a:lnTo>
                    <a:pt x="63" y="369"/>
                  </a:lnTo>
                  <a:lnTo>
                    <a:pt x="84" y="441"/>
                  </a:lnTo>
                  <a:lnTo>
                    <a:pt x="104" y="515"/>
                  </a:lnTo>
                  <a:lnTo>
                    <a:pt x="111" y="548"/>
                  </a:lnTo>
                  <a:lnTo>
                    <a:pt x="116" y="581"/>
                  </a:lnTo>
                  <a:lnTo>
                    <a:pt x="119" y="611"/>
                  </a:lnTo>
                  <a:lnTo>
                    <a:pt x="119" y="638"/>
                  </a:lnTo>
                  <a:lnTo>
                    <a:pt x="119" y="638"/>
                  </a:lnTo>
                  <a:lnTo>
                    <a:pt x="119" y="690"/>
                  </a:lnTo>
                  <a:lnTo>
                    <a:pt x="119" y="748"/>
                  </a:lnTo>
                  <a:lnTo>
                    <a:pt x="123" y="875"/>
                  </a:lnTo>
                  <a:lnTo>
                    <a:pt x="126" y="986"/>
                  </a:lnTo>
                  <a:lnTo>
                    <a:pt x="128" y="1028"/>
                  </a:lnTo>
                  <a:lnTo>
                    <a:pt x="126" y="1058"/>
                  </a:lnTo>
                  <a:lnTo>
                    <a:pt x="126" y="1058"/>
                  </a:lnTo>
                  <a:lnTo>
                    <a:pt x="126" y="1079"/>
                  </a:lnTo>
                  <a:lnTo>
                    <a:pt x="128" y="1096"/>
                  </a:lnTo>
                  <a:lnTo>
                    <a:pt x="133" y="1114"/>
                  </a:lnTo>
                  <a:lnTo>
                    <a:pt x="140" y="1128"/>
                  </a:lnTo>
                  <a:lnTo>
                    <a:pt x="149" y="1140"/>
                  </a:lnTo>
                  <a:lnTo>
                    <a:pt x="158" y="1153"/>
                  </a:lnTo>
                  <a:lnTo>
                    <a:pt x="169" y="1160"/>
                  </a:lnTo>
                  <a:lnTo>
                    <a:pt x="179" y="1167"/>
                  </a:lnTo>
                  <a:lnTo>
                    <a:pt x="179" y="1167"/>
                  </a:lnTo>
                  <a:lnTo>
                    <a:pt x="211" y="1183"/>
                  </a:lnTo>
                  <a:lnTo>
                    <a:pt x="234" y="1193"/>
                  </a:lnTo>
                  <a:lnTo>
                    <a:pt x="256" y="1204"/>
                  </a:lnTo>
                  <a:lnTo>
                    <a:pt x="279" y="1212"/>
                  </a:lnTo>
                  <a:lnTo>
                    <a:pt x="300" y="1219"/>
                  </a:lnTo>
                  <a:lnTo>
                    <a:pt x="311" y="1219"/>
                  </a:lnTo>
                  <a:lnTo>
                    <a:pt x="320" y="1219"/>
                  </a:lnTo>
                  <a:lnTo>
                    <a:pt x="327" y="1219"/>
                  </a:lnTo>
                  <a:lnTo>
                    <a:pt x="334" y="1216"/>
                  </a:lnTo>
                  <a:lnTo>
                    <a:pt x="334" y="1216"/>
                  </a:lnTo>
                  <a:lnTo>
                    <a:pt x="337" y="1212"/>
                  </a:lnTo>
                  <a:lnTo>
                    <a:pt x="341" y="1209"/>
                  </a:lnTo>
                  <a:lnTo>
                    <a:pt x="341" y="1204"/>
                  </a:lnTo>
                  <a:lnTo>
                    <a:pt x="339" y="1198"/>
                  </a:lnTo>
                  <a:lnTo>
                    <a:pt x="332" y="1188"/>
                  </a:lnTo>
                  <a:lnTo>
                    <a:pt x="321" y="1175"/>
                  </a:lnTo>
                  <a:lnTo>
                    <a:pt x="293" y="1149"/>
                  </a:lnTo>
                  <a:lnTo>
                    <a:pt x="279" y="1135"/>
                  </a:lnTo>
                  <a:lnTo>
                    <a:pt x="267" y="1123"/>
                  </a:lnTo>
                  <a:lnTo>
                    <a:pt x="267" y="1123"/>
                  </a:lnTo>
                  <a:lnTo>
                    <a:pt x="258" y="1110"/>
                  </a:lnTo>
                  <a:lnTo>
                    <a:pt x="253" y="1095"/>
                  </a:lnTo>
                  <a:lnTo>
                    <a:pt x="248" y="1079"/>
                  </a:lnTo>
                  <a:lnTo>
                    <a:pt x="246" y="1059"/>
                  </a:lnTo>
                  <a:lnTo>
                    <a:pt x="244" y="1035"/>
                  </a:lnTo>
                  <a:lnTo>
                    <a:pt x="244" y="1005"/>
                  </a:lnTo>
                  <a:lnTo>
                    <a:pt x="249" y="926"/>
                  </a:lnTo>
                  <a:lnTo>
                    <a:pt x="249" y="926"/>
                  </a:lnTo>
                  <a:lnTo>
                    <a:pt x="255" y="877"/>
                  </a:lnTo>
                  <a:lnTo>
                    <a:pt x="262" y="820"/>
                  </a:lnTo>
                  <a:lnTo>
                    <a:pt x="279" y="706"/>
                  </a:lnTo>
                  <a:lnTo>
                    <a:pt x="297" y="604"/>
                  </a:lnTo>
                  <a:lnTo>
                    <a:pt x="304" y="566"/>
                  </a:lnTo>
                  <a:lnTo>
                    <a:pt x="307" y="539"/>
                  </a:lnTo>
                  <a:lnTo>
                    <a:pt x="307" y="539"/>
                  </a:lnTo>
                  <a:lnTo>
                    <a:pt x="311" y="451"/>
                  </a:lnTo>
                  <a:lnTo>
                    <a:pt x="316" y="309"/>
                  </a:lnTo>
                  <a:lnTo>
                    <a:pt x="320" y="121"/>
                  </a:lnTo>
                  <a:lnTo>
                    <a:pt x="320" y="121"/>
                  </a:lnTo>
                  <a:lnTo>
                    <a:pt x="318" y="116"/>
                  </a:lnTo>
                  <a:lnTo>
                    <a:pt x="311" y="100"/>
                  </a:lnTo>
                  <a:lnTo>
                    <a:pt x="299" y="77"/>
                  </a:lnTo>
                  <a:lnTo>
                    <a:pt x="290" y="65"/>
                  </a:lnTo>
                  <a:lnTo>
                    <a:pt x="279" y="52"/>
                  </a:lnTo>
                  <a:lnTo>
                    <a:pt x="267" y="40"/>
                  </a:lnTo>
                  <a:lnTo>
                    <a:pt x="253" y="28"/>
                  </a:lnTo>
                  <a:lnTo>
                    <a:pt x="237" y="19"/>
                  </a:lnTo>
                  <a:lnTo>
                    <a:pt x="220" y="10"/>
                  </a:lnTo>
                  <a:lnTo>
                    <a:pt x="198" y="3"/>
                  </a:lnTo>
                  <a:lnTo>
                    <a:pt x="176" y="0"/>
                  </a:lnTo>
                  <a:lnTo>
                    <a:pt x="151" y="0"/>
                  </a:lnTo>
                  <a:lnTo>
                    <a:pt x="125" y="1"/>
                  </a:lnTo>
                  <a:lnTo>
                    <a:pt x="125" y="1"/>
                  </a:lnTo>
                  <a:lnTo>
                    <a:pt x="98" y="8"/>
                  </a:lnTo>
                  <a:lnTo>
                    <a:pt x="75" y="17"/>
                  </a:lnTo>
                  <a:lnTo>
                    <a:pt x="56" y="30"/>
                  </a:lnTo>
                  <a:lnTo>
                    <a:pt x="40" y="44"/>
                  </a:lnTo>
                  <a:lnTo>
                    <a:pt x="28" y="58"/>
                  </a:lnTo>
                  <a:lnTo>
                    <a:pt x="19" y="75"/>
                  </a:lnTo>
                  <a:lnTo>
                    <a:pt x="12" y="91"/>
                  </a:lnTo>
                  <a:lnTo>
                    <a:pt x="7" y="109"/>
                  </a:lnTo>
                  <a:lnTo>
                    <a:pt x="3" y="126"/>
                  </a:lnTo>
                  <a:lnTo>
                    <a:pt x="2" y="142"/>
                  </a:lnTo>
                  <a:lnTo>
                    <a:pt x="0" y="170"/>
                  </a:lnTo>
                  <a:lnTo>
                    <a:pt x="2" y="190"/>
                  </a:lnTo>
                  <a:lnTo>
                    <a:pt x="2" y="197"/>
                  </a:lnTo>
                  <a:close/>
                </a:path>
              </a:pathLst>
            </a:custGeom>
            <a:solidFill>
              <a:srgbClr val="DBB9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10" name="Freeform 121"/>
            <p:cNvSpPr>
              <a:spLocks/>
            </p:cNvSpPr>
            <p:nvPr/>
          </p:nvSpPr>
          <p:spPr bwMode="auto">
            <a:xfrm>
              <a:off x="8928101" y="4802188"/>
              <a:ext cx="541338" cy="1935163"/>
            </a:xfrm>
            <a:custGeom>
              <a:avLst/>
              <a:gdLst>
                <a:gd name="T0" fmla="*/ 2 w 341"/>
                <a:gd name="T1" fmla="*/ 197 h 1219"/>
                <a:gd name="T2" fmla="*/ 40 w 341"/>
                <a:gd name="T3" fmla="*/ 302 h 1219"/>
                <a:gd name="T4" fmla="*/ 84 w 341"/>
                <a:gd name="T5" fmla="*/ 441 h 1219"/>
                <a:gd name="T6" fmla="*/ 111 w 341"/>
                <a:gd name="T7" fmla="*/ 548 h 1219"/>
                <a:gd name="T8" fmla="*/ 119 w 341"/>
                <a:gd name="T9" fmla="*/ 611 h 1219"/>
                <a:gd name="T10" fmla="*/ 119 w 341"/>
                <a:gd name="T11" fmla="*/ 638 h 1219"/>
                <a:gd name="T12" fmla="*/ 119 w 341"/>
                <a:gd name="T13" fmla="*/ 748 h 1219"/>
                <a:gd name="T14" fmla="*/ 126 w 341"/>
                <a:gd name="T15" fmla="*/ 986 h 1219"/>
                <a:gd name="T16" fmla="*/ 126 w 341"/>
                <a:gd name="T17" fmla="*/ 1058 h 1219"/>
                <a:gd name="T18" fmla="*/ 126 w 341"/>
                <a:gd name="T19" fmla="*/ 1079 h 1219"/>
                <a:gd name="T20" fmla="*/ 133 w 341"/>
                <a:gd name="T21" fmla="*/ 1114 h 1219"/>
                <a:gd name="T22" fmla="*/ 149 w 341"/>
                <a:gd name="T23" fmla="*/ 1140 h 1219"/>
                <a:gd name="T24" fmla="*/ 169 w 341"/>
                <a:gd name="T25" fmla="*/ 1160 h 1219"/>
                <a:gd name="T26" fmla="*/ 179 w 341"/>
                <a:gd name="T27" fmla="*/ 1167 h 1219"/>
                <a:gd name="T28" fmla="*/ 234 w 341"/>
                <a:gd name="T29" fmla="*/ 1193 h 1219"/>
                <a:gd name="T30" fmla="*/ 279 w 341"/>
                <a:gd name="T31" fmla="*/ 1212 h 1219"/>
                <a:gd name="T32" fmla="*/ 311 w 341"/>
                <a:gd name="T33" fmla="*/ 1219 h 1219"/>
                <a:gd name="T34" fmla="*/ 327 w 341"/>
                <a:gd name="T35" fmla="*/ 1219 h 1219"/>
                <a:gd name="T36" fmla="*/ 334 w 341"/>
                <a:gd name="T37" fmla="*/ 1216 h 1219"/>
                <a:gd name="T38" fmla="*/ 341 w 341"/>
                <a:gd name="T39" fmla="*/ 1209 h 1219"/>
                <a:gd name="T40" fmla="*/ 339 w 341"/>
                <a:gd name="T41" fmla="*/ 1198 h 1219"/>
                <a:gd name="T42" fmla="*/ 321 w 341"/>
                <a:gd name="T43" fmla="*/ 1175 h 1219"/>
                <a:gd name="T44" fmla="*/ 279 w 341"/>
                <a:gd name="T45" fmla="*/ 1135 h 1219"/>
                <a:gd name="T46" fmla="*/ 267 w 341"/>
                <a:gd name="T47" fmla="*/ 1123 h 1219"/>
                <a:gd name="T48" fmla="*/ 253 w 341"/>
                <a:gd name="T49" fmla="*/ 1095 h 1219"/>
                <a:gd name="T50" fmla="*/ 246 w 341"/>
                <a:gd name="T51" fmla="*/ 1059 h 1219"/>
                <a:gd name="T52" fmla="*/ 244 w 341"/>
                <a:gd name="T53" fmla="*/ 1005 h 1219"/>
                <a:gd name="T54" fmla="*/ 249 w 341"/>
                <a:gd name="T55" fmla="*/ 926 h 1219"/>
                <a:gd name="T56" fmla="*/ 262 w 341"/>
                <a:gd name="T57" fmla="*/ 820 h 1219"/>
                <a:gd name="T58" fmla="*/ 297 w 341"/>
                <a:gd name="T59" fmla="*/ 604 h 1219"/>
                <a:gd name="T60" fmla="*/ 307 w 341"/>
                <a:gd name="T61" fmla="*/ 539 h 1219"/>
                <a:gd name="T62" fmla="*/ 311 w 341"/>
                <a:gd name="T63" fmla="*/ 451 h 1219"/>
                <a:gd name="T64" fmla="*/ 320 w 341"/>
                <a:gd name="T65" fmla="*/ 121 h 1219"/>
                <a:gd name="T66" fmla="*/ 318 w 341"/>
                <a:gd name="T67" fmla="*/ 116 h 1219"/>
                <a:gd name="T68" fmla="*/ 299 w 341"/>
                <a:gd name="T69" fmla="*/ 77 h 1219"/>
                <a:gd name="T70" fmla="*/ 279 w 341"/>
                <a:gd name="T71" fmla="*/ 52 h 1219"/>
                <a:gd name="T72" fmla="*/ 253 w 341"/>
                <a:gd name="T73" fmla="*/ 28 h 1219"/>
                <a:gd name="T74" fmla="*/ 220 w 341"/>
                <a:gd name="T75" fmla="*/ 10 h 1219"/>
                <a:gd name="T76" fmla="*/ 176 w 341"/>
                <a:gd name="T77" fmla="*/ 0 h 1219"/>
                <a:gd name="T78" fmla="*/ 125 w 341"/>
                <a:gd name="T79" fmla="*/ 1 h 1219"/>
                <a:gd name="T80" fmla="*/ 98 w 341"/>
                <a:gd name="T81" fmla="*/ 8 h 1219"/>
                <a:gd name="T82" fmla="*/ 56 w 341"/>
                <a:gd name="T83" fmla="*/ 30 h 1219"/>
                <a:gd name="T84" fmla="*/ 28 w 341"/>
                <a:gd name="T85" fmla="*/ 58 h 1219"/>
                <a:gd name="T86" fmla="*/ 12 w 341"/>
                <a:gd name="T87" fmla="*/ 91 h 1219"/>
                <a:gd name="T88" fmla="*/ 3 w 341"/>
                <a:gd name="T89" fmla="*/ 126 h 1219"/>
                <a:gd name="T90" fmla="*/ 0 w 341"/>
                <a:gd name="T91" fmla="*/ 170 h 1219"/>
                <a:gd name="T92" fmla="*/ 2 w 341"/>
                <a:gd name="T93" fmla="*/ 197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1219">
                  <a:moveTo>
                    <a:pt x="2" y="197"/>
                  </a:moveTo>
                  <a:lnTo>
                    <a:pt x="2" y="197"/>
                  </a:lnTo>
                  <a:lnTo>
                    <a:pt x="21" y="248"/>
                  </a:lnTo>
                  <a:lnTo>
                    <a:pt x="40" y="302"/>
                  </a:lnTo>
                  <a:lnTo>
                    <a:pt x="63" y="369"/>
                  </a:lnTo>
                  <a:lnTo>
                    <a:pt x="84" y="441"/>
                  </a:lnTo>
                  <a:lnTo>
                    <a:pt x="104" y="515"/>
                  </a:lnTo>
                  <a:lnTo>
                    <a:pt x="111" y="548"/>
                  </a:lnTo>
                  <a:lnTo>
                    <a:pt x="116" y="581"/>
                  </a:lnTo>
                  <a:lnTo>
                    <a:pt x="119" y="611"/>
                  </a:lnTo>
                  <a:lnTo>
                    <a:pt x="119" y="638"/>
                  </a:lnTo>
                  <a:lnTo>
                    <a:pt x="119" y="638"/>
                  </a:lnTo>
                  <a:lnTo>
                    <a:pt x="119" y="690"/>
                  </a:lnTo>
                  <a:lnTo>
                    <a:pt x="119" y="748"/>
                  </a:lnTo>
                  <a:lnTo>
                    <a:pt x="123" y="875"/>
                  </a:lnTo>
                  <a:lnTo>
                    <a:pt x="126" y="986"/>
                  </a:lnTo>
                  <a:lnTo>
                    <a:pt x="128" y="1028"/>
                  </a:lnTo>
                  <a:lnTo>
                    <a:pt x="126" y="1058"/>
                  </a:lnTo>
                  <a:lnTo>
                    <a:pt x="126" y="1058"/>
                  </a:lnTo>
                  <a:lnTo>
                    <a:pt x="126" y="1079"/>
                  </a:lnTo>
                  <a:lnTo>
                    <a:pt x="128" y="1096"/>
                  </a:lnTo>
                  <a:lnTo>
                    <a:pt x="133" y="1114"/>
                  </a:lnTo>
                  <a:lnTo>
                    <a:pt x="140" y="1128"/>
                  </a:lnTo>
                  <a:lnTo>
                    <a:pt x="149" y="1140"/>
                  </a:lnTo>
                  <a:lnTo>
                    <a:pt x="158" y="1153"/>
                  </a:lnTo>
                  <a:lnTo>
                    <a:pt x="169" y="1160"/>
                  </a:lnTo>
                  <a:lnTo>
                    <a:pt x="179" y="1167"/>
                  </a:lnTo>
                  <a:lnTo>
                    <a:pt x="179" y="1167"/>
                  </a:lnTo>
                  <a:lnTo>
                    <a:pt x="211" y="1183"/>
                  </a:lnTo>
                  <a:lnTo>
                    <a:pt x="234" y="1193"/>
                  </a:lnTo>
                  <a:lnTo>
                    <a:pt x="256" y="1204"/>
                  </a:lnTo>
                  <a:lnTo>
                    <a:pt x="279" y="1212"/>
                  </a:lnTo>
                  <a:lnTo>
                    <a:pt x="300" y="1219"/>
                  </a:lnTo>
                  <a:lnTo>
                    <a:pt x="311" y="1219"/>
                  </a:lnTo>
                  <a:lnTo>
                    <a:pt x="320" y="1219"/>
                  </a:lnTo>
                  <a:lnTo>
                    <a:pt x="327" y="1219"/>
                  </a:lnTo>
                  <a:lnTo>
                    <a:pt x="334" y="1216"/>
                  </a:lnTo>
                  <a:lnTo>
                    <a:pt x="334" y="1216"/>
                  </a:lnTo>
                  <a:lnTo>
                    <a:pt x="337" y="1212"/>
                  </a:lnTo>
                  <a:lnTo>
                    <a:pt x="341" y="1209"/>
                  </a:lnTo>
                  <a:lnTo>
                    <a:pt x="341" y="1204"/>
                  </a:lnTo>
                  <a:lnTo>
                    <a:pt x="339" y="1198"/>
                  </a:lnTo>
                  <a:lnTo>
                    <a:pt x="332" y="1188"/>
                  </a:lnTo>
                  <a:lnTo>
                    <a:pt x="321" y="1175"/>
                  </a:lnTo>
                  <a:lnTo>
                    <a:pt x="293" y="1149"/>
                  </a:lnTo>
                  <a:lnTo>
                    <a:pt x="279" y="1135"/>
                  </a:lnTo>
                  <a:lnTo>
                    <a:pt x="267" y="1123"/>
                  </a:lnTo>
                  <a:lnTo>
                    <a:pt x="267" y="1123"/>
                  </a:lnTo>
                  <a:lnTo>
                    <a:pt x="258" y="1110"/>
                  </a:lnTo>
                  <a:lnTo>
                    <a:pt x="253" y="1095"/>
                  </a:lnTo>
                  <a:lnTo>
                    <a:pt x="248" y="1079"/>
                  </a:lnTo>
                  <a:lnTo>
                    <a:pt x="246" y="1059"/>
                  </a:lnTo>
                  <a:lnTo>
                    <a:pt x="244" y="1035"/>
                  </a:lnTo>
                  <a:lnTo>
                    <a:pt x="244" y="1005"/>
                  </a:lnTo>
                  <a:lnTo>
                    <a:pt x="249" y="926"/>
                  </a:lnTo>
                  <a:lnTo>
                    <a:pt x="249" y="926"/>
                  </a:lnTo>
                  <a:lnTo>
                    <a:pt x="255" y="877"/>
                  </a:lnTo>
                  <a:lnTo>
                    <a:pt x="262" y="820"/>
                  </a:lnTo>
                  <a:lnTo>
                    <a:pt x="279" y="706"/>
                  </a:lnTo>
                  <a:lnTo>
                    <a:pt x="297" y="604"/>
                  </a:lnTo>
                  <a:lnTo>
                    <a:pt x="304" y="566"/>
                  </a:lnTo>
                  <a:lnTo>
                    <a:pt x="307" y="539"/>
                  </a:lnTo>
                  <a:lnTo>
                    <a:pt x="307" y="539"/>
                  </a:lnTo>
                  <a:lnTo>
                    <a:pt x="311" y="451"/>
                  </a:lnTo>
                  <a:lnTo>
                    <a:pt x="316" y="309"/>
                  </a:lnTo>
                  <a:lnTo>
                    <a:pt x="320" y="121"/>
                  </a:lnTo>
                  <a:lnTo>
                    <a:pt x="320" y="121"/>
                  </a:lnTo>
                  <a:lnTo>
                    <a:pt x="318" y="116"/>
                  </a:lnTo>
                  <a:lnTo>
                    <a:pt x="311" y="100"/>
                  </a:lnTo>
                  <a:lnTo>
                    <a:pt x="299" y="77"/>
                  </a:lnTo>
                  <a:lnTo>
                    <a:pt x="290" y="65"/>
                  </a:lnTo>
                  <a:lnTo>
                    <a:pt x="279" y="52"/>
                  </a:lnTo>
                  <a:lnTo>
                    <a:pt x="267" y="40"/>
                  </a:lnTo>
                  <a:lnTo>
                    <a:pt x="253" y="28"/>
                  </a:lnTo>
                  <a:lnTo>
                    <a:pt x="237" y="19"/>
                  </a:lnTo>
                  <a:lnTo>
                    <a:pt x="220" y="10"/>
                  </a:lnTo>
                  <a:lnTo>
                    <a:pt x="198" y="3"/>
                  </a:lnTo>
                  <a:lnTo>
                    <a:pt x="176" y="0"/>
                  </a:lnTo>
                  <a:lnTo>
                    <a:pt x="151" y="0"/>
                  </a:lnTo>
                  <a:lnTo>
                    <a:pt x="125" y="1"/>
                  </a:lnTo>
                  <a:lnTo>
                    <a:pt x="125" y="1"/>
                  </a:lnTo>
                  <a:lnTo>
                    <a:pt x="98" y="8"/>
                  </a:lnTo>
                  <a:lnTo>
                    <a:pt x="75" y="17"/>
                  </a:lnTo>
                  <a:lnTo>
                    <a:pt x="56" y="30"/>
                  </a:lnTo>
                  <a:lnTo>
                    <a:pt x="40" y="44"/>
                  </a:lnTo>
                  <a:lnTo>
                    <a:pt x="28" y="58"/>
                  </a:lnTo>
                  <a:lnTo>
                    <a:pt x="19" y="75"/>
                  </a:lnTo>
                  <a:lnTo>
                    <a:pt x="12" y="91"/>
                  </a:lnTo>
                  <a:lnTo>
                    <a:pt x="7" y="109"/>
                  </a:lnTo>
                  <a:lnTo>
                    <a:pt x="3" y="126"/>
                  </a:lnTo>
                  <a:lnTo>
                    <a:pt x="2" y="142"/>
                  </a:lnTo>
                  <a:lnTo>
                    <a:pt x="0" y="170"/>
                  </a:lnTo>
                  <a:lnTo>
                    <a:pt x="2" y="190"/>
                  </a:lnTo>
                  <a:lnTo>
                    <a:pt x="2" y="1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11" name="Freeform 122"/>
            <p:cNvSpPr>
              <a:spLocks/>
            </p:cNvSpPr>
            <p:nvPr/>
          </p:nvSpPr>
          <p:spPr bwMode="auto">
            <a:xfrm>
              <a:off x="9555163" y="6450013"/>
              <a:ext cx="504825" cy="407988"/>
            </a:xfrm>
            <a:custGeom>
              <a:avLst/>
              <a:gdLst>
                <a:gd name="T0" fmla="*/ 14 w 318"/>
                <a:gd name="T1" fmla="*/ 0 h 257"/>
                <a:gd name="T2" fmla="*/ 14 w 318"/>
                <a:gd name="T3" fmla="*/ 0 h 257"/>
                <a:gd name="T4" fmla="*/ 13 w 318"/>
                <a:gd name="T5" fmla="*/ 6 h 257"/>
                <a:gd name="T6" fmla="*/ 7 w 318"/>
                <a:gd name="T7" fmla="*/ 21 h 257"/>
                <a:gd name="T8" fmla="*/ 2 w 318"/>
                <a:gd name="T9" fmla="*/ 44 h 257"/>
                <a:gd name="T10" fmla="*/ 0 w 318"/>
                <a:gd name="T11" fmla="*/ 58 h 257"/>
                <a:gd name="T12" fmla="*/ 0 w 318"/>
                <a:gd name="T13" fmla="*/ 72 h 257"/>
                <a:gd name="T14" fmla="*/ 0 w 318"/>
                <a:gd name="T15" fmla="*/ 72 h 257"/>
                <a:gd name="T16" fmla="*/ 0 w 318"/>
                <a:gd name="T17" fmla="*/ 116 h 257"/>
                <a:gd name="T18" fmla="*/ 0 w 318"/>
                <a:gd name="T19" fmla="*/ 174 h 257"/>
                <a:gd name="T20" fmla="*/ 0 w 318"/>
                <a:gd name="T21" fmla="*/ 245 h 257"/>
                <a:gd name="T22" fmla="*/ 14 w 318"/>
                <a:gd name="T23" fmla="*/ 245 h 257"/>
                <a:gd name="T24" fmla="*/ 14 w 318"/>
                <a:gd name="T25" fmla="*/ 245 h 257"/>
                <a:gd name="T26" fmla="*/ 16 w 318"/>
                <a:gd name="T27" fmla="*/ 232 h 257"/>
                <a:gd name="T28" fmla="*/ 16 w 318"/>
                <a:gd name="T29" fmla="*/ 218 h 257"/>
                <a:gd name="T30" fmla="*/ 20 w 318"/>
                <a:gd name="T31" fmla="*/ 206 h 257"/>
                <a:gd name="T32" fmla="*/ 25 w 318"/>
                <a:gd name="T33" fmla="*/ 194 h 257"/>
                <a:gd name="T34" fmla="*/ 28 w 318"/>
                <a:gd name="T35" fmla="*/ 188 h 257"/>
                <a:gd name="T36" fmla="*/ 32 w 318"/>
                <a:gd name="T37" fmla="*/ 185 h 257"/>
                <a:gd name="T38" fmla="*/ 35 w 318"/>
                <a:gd name="T39" fmla="*/ 183 h 257"/>
                <a:gd name="T40" fmla="*/ 41 w 318"/>
                <a:gd name="T41" fmla="*/ 183 h 257"/>
                <a:gd name="T42" fmla="*/ 48 w 318"/>
                <a:gd name="T43" fmla="*/ 185 h 257"/>
                <a:gd name="T44" fmla="*/ 55 w 318"/>
                <a:gd name="T45" fmla="*/ 190 h 257"/>
                <a:gd name="T46" fmla="*/ 55 w 318"/>
                <a:gd name="T47" fmla="*/ 190 h 257"/>
                <a:gd name="T48" fmla="*/ 86 w 318"/>
                <a:gd name="T49" fmla="*/ 213 h 257"/>
                <a:gd name="T50" fmla="*/ 106 w 318"/>
                <a:gd name="T51" fmla="*/ 224 h 257"/>
                <a:gd name="T52" fmla="*/ 125 w 318"/>
                <a:gd name="T53" fmla="*/ 234 h 257"/>
                <a:gd name="T54" fmla="*/ 144 w 318"/>
                <a:gd name="T55" fmla="*/ 243 h 257"/>
                <a:gd name="T56" fmla="*/ 165 w 318"/>
                <a:gd name="T57" fmla="*/ 250 h 257"/>
                <a:gd name="T58" fmla="*/ 187 w 318"/>
                <a:gd name="T59" fmla="*/ 253 h 257"/>
                <a:gd name="T60" fmla="*/ 208 w 318"/>
                <a:gd name="T61" fmla="*/ 255 h 257"/>
                <a:gd name="T62" fmla="*/ 208 w 318"/>
                <a:gd name="T63" fmla="*/ 255 h 257"/>
                <a:gd name="T64" fmla="*/ 250 w 318"/>
                <a:gd name="T65" fmla="*/ 257 h 257"/>
                <a:gd name="T66" fmla="*/ 287 w 318"/>
                <a:gd name="T67" fmla="*/ 257 h 257"/>
                <a:gd name="T68" fmla="*/ 303 w 318"/>
                <a:gd name="T69" fmla="*/ 255 h 257"/>
                <a:gd name="T70" fmla="*/ 311 w 318"/>
                <a:gd name="T71" fmla="*/ 252 h 257"/>
                <a:gd name="T72" fmla="*/ 315 w 318"/>
                <a:gd name="T73" fmla="*/ 250 h 257"/>
                <a:gd name="T74" fmla="*/ 317 w 318"/>
                <a:gd name="T75" fmla="*/ 246 h 257"/>
                <a:gd name="T76" fmla="*/ 318 w 318"/>
                <a:gd name="T77" fmla="*/ 243 h 257"/>
                <a:gd name="T78" fmla="*/ 317 w 318"/>
                <a:gd name="T79" fmla="*/ 238 h 257"/>
                <a:gd name="T80" fmla="*/ 317 w 318"/>
                <a:gd name="T81" fmla="*/ 238 h 257"/>
                <a:gd name="T82" fmla="*/ 313 w 318"/>
                <a:gd name="T83" fmla="*/ 229 h 257"/>
                <a:gd name="T84" fmla="*/ 306 w 318"/>
                <a:gd name="T85" fmla="*/ 220 h 257"/>
                <a:gd name="T86" fmla="*/ 299 w 318"/>
                <a:gd name="T87" fmla="*/ 211 h 257"/>
                <a:gd name="T88" fmla="*/ 290 w 318"/>
                <a:gd name="T89" fmla="*/ 201 h 257"/>
                <a:gd name="T90" fmla="*/ 267 w 318"/>
                <a:gd name="T91" fmla="*/ 181 h 257"/>
                <a:gd name="T92" fmla="*/ 239 w 318"/>
                <a:gd name="T93" fmla="*/ 160 h 257"/>
                <a:gd name="T94" fmla="*/ 239 w 318"/>
                <a:gd name="T95" fmla="*/ 160 h 257"/>
                <a:gd name="T96" fmla="*/ 206 w 318"/>
                <a:gd name="T97" fmla="*/ 137 h 257"/>
                <a:gd name="T98" fmla="*/ 171 w 318"/>
                <a:gd name="T99" fmla="*/ 109 h 257"/>
                <a:gd name="T100" fmla="*/ 155 w 318"/>
                <a:gd name="T101" fmla="*/ 95 h 257"/>
                <a:gd name="T102" fmla="*/ 139 w 318"/>
                <a:gd name="T103" fmla="*/ 81 h 257"/>
                <a:gd name="T104" fmla="*/ 127 w 318"/>
                <a:gd name="T105" fmla="*/ 67 h 257"/>
                <a:gd name="T106" fmla="*/ 116 w 318"/>
                <a:gd name="T107" fmla="*/ 53 h 257"/>
                <a:gd name="T108" fmla="*/ 116 w 318"/>
                <a:gd name="T109" fmla="*/ 53 h 257"/>
                <a:gd name="T110" fmla="*/ 111 w 318"/>
                <a:gd name="T111" fmla="*/ 46 h 257"/>
                <a:gd name="T112" fmla="*/ 106 w 318"/>
                <a:gd name="T113" fmla="*/ 41 h 257"/>
                <a:gd name="T114" fmla="*/ 90 w 318"/>
                <a:gd name="T115" fmla="*/ 30 h 257"/>
                <a:gd name="T116" fmla="*/ 74 w 318"/>
                <a:gd name="T117" fmla="*/ 21 h 257"/>
                <a:gd name="T118" fmla="*/ 57 w 318"/>
                <a:gd name="T119" fmla="*/ 13 h 257"/>
                <a:gd name="T120" fmla="*/ 27 w 318"/>
                <a:gd name="T121" fmla="*/ 2 h 257"/>
                <a:gd name="T122" fmla="*/ 14 w 318"/>
                <a:gd name="T123"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8" h="257">
                  <a:moveTo>
                    <a:pt x="14" y="0"/>
                  </a:moveTo>
                  <a:lnTo>
                    <a:pt x="14" y="0"/>
                  </a:lnTo>
                  <a:lnTo>
                    <a:pt x="13" y="6"/>
                  </a:lnTo>
                  <a:lnTo>
                    <a:pt x="7" y="21"/>
                  </a:lnTo>
                  <a:lnTo>
                    <a:pt x="2" y="44"/>
                  </a:lnTo>
                  <a:lnTo>
                    <a:pt x="0" y="58"/>
                  </a:lnTo>
                  <a:lnTo>
                    <a:pt x="0" y="72"/>
                  </a:lnTo>
                  <a:lnTo>
                    <a:pt x="0" y="72"/>
                  </a:lnTo>
                  <a:lnTo>
                    <a:pt x="0" y="116"/>
                  </a:lnTo>
                  <a:lnTo>
                    <a:pt x="0" y="174"/>
                  </a:lnTo>
                  <a:lnTo>
                    <a:pt x="0" y="245"/>
                  </a:lnTo>
                  <a:lnTo>
                    <a:pt x="14" y="245"/>
                  </a:lnTo>
                  <a:lnTo>
                    <a:pt x="14" y="245"/>
                  </a:lnTo>
                  <a:lnTo>
                    <a:pt x="16" y="232"/>
                  </a:lnTo>
                  <a:lnTo>
                    <a:pt x="16" y="218"/>
                  </a:lnTo>
                  <a:lnTo>
                    <a:pt x="20" y="206"/>
                  </a:lnTo>
                  <a:lnTo>
                    <a:pt x="25" y="194"/>
                  </a:lnTo>
                  <a:lnTo>
                    <a:pt x="28" y="188"/>
                  </a:lnTo>
                  <a:lnTo>
                    <a:pt x="32" y="185"/>
                  </a:lnTo>
                  <a:lnTo>
                    <a:pt x="35" y="183"/>
                  </a:lnTo>
                  <a:lnTo>
                    <a:pt x="41" y="183"/>
                  </a:lnTo>
                  <a:lnTo>
                    <a:pt x="48" y="185"/>
                  </a:lnTo>
                  <a:lnTo>
                    <a:pt x="55" y="190"/>
                  </a:lnTo>
                  <a:lnTo>
                    <a:pt x="55" y="190"/>
                  </a:lnTo>
                  <a:lnTo>
                    <a:pt x="86" y="213"/>
                  </a:lnTo>
                  <a:lnTo>
                    <a:pt x="106" y="224"/>
                  </a:lnTo>
                  <a:lnTo>
                    <a:pt x="125" y="234"/>
                  </a:lnTo>
                  <a:lnTo>
                    <a:pt x="144" y="243"/>
                  </a:lnTo>
                  <a:lnTo>
                    <a:pt x="165" y="250"/>
                  </a:lnTo>
                  <a:lnTo>
                    <a:pt x="187" y="253"/>
                  </a:lnTo>
                  <a:lnTo>
                    <a:pt x="208" y="255"/>
                  </a:lnTo>
                  <a:lnTo>
                    <a:pt x="208" y="255"/>
                  </a:lnTo>
                  <a:lnTo>
                    <a:pt x="250" y="257"/>
                  </a:lnTo>
                  <a:lnTo>
                    <a:pt x="287" y="257"/>
                  </a:lnTo>
                  <a:lnTo>
                    <a:pt x="303" y="255"/>
                  </a:lnTo>
                  <a:lnTo>
                    <a:pt x="311" y="252"/>
                  </a:lnTo>
                  <a:lnTo>
                    <a:pt x="315" y="250"/>
                  </a:lnTo>
                  <a:lnTo>
                    <a:pt x="317" y="246"/>
                  </a:lnTo>
                  <a:lnTo>
                    <a:pt x="318" y="243"/>
                  </a:lnTo>
                  <a:lnTo>
                    <a:pt x="317" y="238"/>
                  </a:lnTo>
                  <a:lnTo>
                    <a:pt x="317" y="238"/>
                  </a:lnTo>
                  <a:lnTo>
                    <a:pt x="313" y="229"/>
                  </a:lnTo>
                  <a:lnTo>
                    <a:pt x="306" y="220"/>
                  </a:lnTo>
                  <a:lnTo>
                    <a:pt x="299" y="211"/>
                  </a:lnTo>
                  <a:lnTo>
                    <a:pt x="290" y="201"/>
                  </a:lnTo>
                  <a:lnTo>
                    <a:pt x="267" y="181"/>
                  </a:lnTo>
                  <a:lnTo>
                    <a:pt x="239" y="160"/>
                  </a:lnTo>
                  <a:lnTo>
                    <a:pt x="239" y="160"/>
                  </a:lnTo>
                  <a:lnTo>
                    <a:pt x="206" y="137"/>
                  </a:lnTo>
                  <a:lnTo>
                    <a:pt x="171" y="109"/>
                  </a:lnTo>
                  <a:lnTo>
                    <a:pt x="155" y="95"/>
                  </a:lnTo>
                  <a:lnTo>
                    <a:pt x="139" y="81"/>
                  </a:lnTo>
                  <a:lnTo>
                    <a:pt x="127" y="67"/>
                  </a:lnTo>
                  <a:lnTo>
                    <a:pt x="116" y="53"/>
                  </a:lnTo>
                  <a:lnTo>
                    <a:pt x="116" y="53"/>
                  </a:lnTo>
                  <a:lnTo>
                    <a:pt x="111" y="46"/>
                  </a:lnTo>
                  <a:lnTo>
                    <a:pt x="106" y="41"/>
                  </a:lnTo>
                  <a:lnTo>
                    <a:pt x="90" y="30"/>
                  </a:lnTo>
                  <a:lnTo>
                    <a:pt x="74" y="21"/>
                  </a:lnTo>
                  <a:lnTo>
                    <a:pt x="57" y="13"/>
                  </a:lnTo>
                  <a:lnTo>
                    <a:pt x="27" y="2"/>
                  </a:lnTo>
                  <a:lnTo>
                    <a:pt x="14" y="0"/>
                  </a:lnTo>
                  <a:close/>
                </a:path>
              </a:pathLst>
            </a:custGeom>
            <a:solidFill>
              <a:srgbClr val="CC2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12" name="Freeform 123"/>
            <p:cNvSpPr>
              <a:spLocks/>
            </p:cNvSpPr>
            <p:nvPr/>
          </p:nvSpPr>
          <p:spPr bwMode="auto">
            <a:xfrm>
              <a:off x="9555163" y="6450013"/>
              <a:ext cx="504825" cy="407988"/>
            </a:xfrm>
            <a:custGeom>
              <a:avLst/>
              <a:gdLst>
                <a:gd name="T0" fmla="*/ 14 w 318"/>
                <a:gd name="T1" fmla="*/ 0 h 257"/>
                <a:gd name="T2" fmla="*/ 14 w 318"/>
                <a:gd name="T3" fmla="*/ 0 h 257"/>
                <a:gd name="T4" fmla="*/ 13 w 318"/>
                <a:gd name="T5" fmla="*/ 6 h 257"/>
                <a:gd name="T6" fmla="*/ 7 w 318"/>
                <a:gd name="T7" fmla="*/ 21 h 257"/>
                <a:gd name="T8" fmla="*/ 2 w 318"/>
                <a:gd name="T9" fmla="*/ 44 h 257"/>
                <a:gd name="T10" fmla="*/ 0 w 318"/>
                <a:gd name="T11" fmla="*/ 58 h 257"/>
                <a:gd name="T12" fmla="*/ 0 w 318"/>
                <a:gd name="T13" fmla="*/ 72 h 257"/>
                <a:gd name="T14" fmla="*/ 0 w 318"/>
                <a:gd name="T15" fmla="*/ 72 h 257"/>
                <a:gd name="T16" fmla="*/ 0 w 318"/>
                <a:gd name="T17" fmla="*/ 116 h 257"/>
                <a:gd name="T18" fmla="*/ 0 w 318"/>
                <a:gd name="T19" fmla="*/ 174 h 257"/>
                <a:gd name="T20" fmla="*/ 0 w 318"/>
                <a:gd name="T21" fmla="*/ 245 h 257"/>
                <a:gd name="T22" fmla="*/ 14 w 318"/>
                <a:gd name="T23" fmla="*/ 245 h 257"/>
                <a:gd name="T24" fmla="*/ 14 w 318"/>
                <a:gd name="T25" fmla="*/ 245 h 257"/>
                <a:gd name="T26" fmla="*/ 16 w 318"/>
                <a:gd name="T27" fmla="*/ 232 h 257"/>
                <a:gd name="T28" fmla="*/ 16 w 318"/>
                <a:gd name="T29" fmla="*/ 218 h 257"/>
                <a:gd name="T30" fmla="*/ 20 w 318"/>
                <a:gd name="T31" fmla="*/ 206 h 257"/>
                <a:gd name="T32" fmla="*/ 25 w 318"/>
                <a:gd name="T33" fmla="*/ 194 h 257"/>
                <a:gd name="T34" fmla="*/ 28 w 318"/>
                <a:gd name="T35" fmla="*/ 188 h 257"/>
                <a:gd name="T36" fmla="*/ 32 w 318"/>
                <a:gd name="T37" fmla="*/ 185 h 257"/>
                <a:gd name="T38" fmla="*/ 35 w 318"/>
                <a:gd name="T39" fmla="*/ 183 h 257"/>
                <a:gd name="T40" fmla="*/ 41 w 318"/>
                <a:gd name="T41" fmla="*/ 183 h 257"/>
                <a:gd name="T42" fmla="*/ 48 w 318"/>
                <a:gd name="T43" fmla="*/ 185 h 257"/>
                <a:gd name="T44" fmla="*/ 55 w 318"/>
                <a:gd name="T45" fmla="*/ 190 h 257"/>
                <a:gd name="T46" fmla="*/ 55 w 318"/>
                <a:gd name="T47" fmla="*/ 190 h 257"/>
                <a:gd name="T48" fmla="*/ 86 w 318"/>
                <a:gd name="T49" fmla="*/ 213 h 257"/>
                <a:gd name="T50" fmla="*/ 106 w 318"/>
                <a:gd name="T51" fmla="*/ 224 h 257"/>
                <a:gd name="T52" fmla="*/ 125 w 318"/>
                <a:gd name="T53" fmla="*/ 234 h 257"/>
                <a:gd name="T54" fmla="*/ 144 w 318"/>
                <a:gd name="T55" fmla="*/ 243 h 257"/>
                <a:gd name="T56" fmla="*/ 165 w 318"/>
                <a:gd name="T57" fmla="*/ 250 h 257"/>
                <a:gd name="T58" fmla="*/ 187 w 318"/>
                <a:gd name="T59" fmla="*/ 253 h 257"/>
                <a:gd name="T60" fmla="*/ 208 w 318"/>
                <a:gd name="T61" fmla="*/ 255 h 257"/>
                <a:gd name="T62" fmla="*/ 208 w 318"/>
                <a:gd name="T63" fmla="*/ 255 h 257"/>
                <a:gd name="T64" fmla="*/ 250 w 318"/>
                <a:gd name="T65" fmla="*/ 257 h 257"/>
                <a:gd name="T66" fmla="*/ 287 w 318"/>
                <a:gd name="T67" fmla="*/ 257 h 257"/>
                <a:gd name="T68" fmla="*/ 303 w 318"/>
                <a:gd name="T69" fmla="*/ 255 h 257"/>
                <a:gd name="T70" fmla="*/ 311 w 318"/>
                <a:gd name="T71" fmla="*/ 252 h 257"/>
                <a:gd name="T72" fmla="*/ 315 w 318"/>
                <a:gd name="T73" fmla="*/ 250 h 257"/>
                <a:gd name="T74" fmla="*/ 317 w 318"/>
                <a:gd name="T75" fmla="*/ 246 h 257"/>
                <a:gd name="T76" fmla="*/ 318 w 318"/>
                <a:gd name="T77" fmla="*/ 243 h 257"/>
                <a:gd name="T78" fmla="*/ 317 w 318"/>
                <a:gd name="T79" fmla="*/ 238 h 257"/>
                <a:gd name="T80" fmla="*/ 317 w 318"/>
                <a:gd name="T81" fmla="*/ 238 h 257"/>
                <a:gd name="T82" fmla="*/ 313 w 318"/>
                <a:gd name="T83" fmla="*/ 229 h 257"/>
                <a:gd name="T84" fmla="*/ 306 w 318"/>
                <a:gd name="T85" fmla="*/ 220 h 257"/>
                <a:gd name="T86" fmla="*/ 299 w 318"/>
                <a:gd name="T87" fmla="*/ 211 h 257"/>
                <a:gd name="T88" fmla="*/ 290 w 318"/>
                <a:gd name="T89" fmla="*/ 201 h 257"/>
                <a:gd name="T90" fmla="*/ 267 w 318"/>
                <a:gd name="T91" fmla="*/ 181 h 257"/>
                <a:gd name="T92" fmla="*/ 239 w 318"/>
                <a:gd name="T93" fmla="*/ 160 h 257"/>
                <a:gd name="T94" fmla="*/ 239 w 318"/>
                <a:gd name="T95" fmla="*/ 160 h 257"/>
                <a:gd name="T96" fmla="*/ 206 w 318"/>
                <a:gd name="T97" fmla="*/ 137 h 257"/>
                <a:gd name="T98" fmla="*/ 171 w 318"/>
                <a:gd name="T99" fmla="*/ 109 h 257"/>
                <a:gd name="T100" fmla="*/ 155 w 318"/>
                <a:gd name="T101" fmla="*/ 95 h 257"/>
                <a:gd name="T102" fmla="*/ 139 w 318"/>
                <a:gd name="T103" fmla="*/ 81 h 257"/>
                <a:gd name="T104" fmla="*/ 127 w 318"/>
                <a:gd name="T105" fmla="*/ 67 h 257"/>
                <a:gd name="T106" fmla="*/ 116 w 318"/>
                <a:gd name="T107" fmla="*/ 53 h 257"/>
                <a:gd name="T108" fmla="*/ 116 w 318"/>
                <a:gd name="T109" fmla="*/ 53 h 257"/>
                <a:gd name="T110" fmla="*/ 111 w 318"/>
                <a:gd name="T111" fmla="*/ 46 h 257"/>
                <a:gd name="T112" fmla="*/ 106 w 318"/>
                <a:gd name="T113" fmla="*/ 41 h 257"/>
                <a:gd name="T114" fmla="*/ 90 w 318"/>
                <a:gd name="T115" fmla="*/ 30 h 257"/>
                <a:gd name="T116" fmla="*/ 74 w 318"/>
                <a:gd name="T117" fmla="*/ 21 h 257"/>
                <a:gd name="T118" fmla="*/ 57 w 318"/>
                <a:gd name="T119" fmla="*/ 13 h 257"/>
                <a:gd name="T120" fmla="*/ 27 w 318"/>
                <a:gd name="T121" fmla="*/ 2 h 257"/>
                <a:gd name="T122" fmla="*/ 14 w 318"/>
                <a:gd name="T123"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8" h="257">
                  <a:moveTo>
                    <a:pt x="14" y="0"/>
                  </a:moveTo>
                  <a:lnTo>
                    <a:pt x="14" y="0"/>
                  </a:lnTo>
                  <a:lnTo>
                    <a:pt x="13" y="6"/>
                  </a:lnTo>
                  <a:lnTo>
                    <a:pt x="7" y="21"/>
                  </a:lnTo>
                  <a:lnTo>
                    <a:pt x="2" y="44"/>
                  </a:lnTo>
                  <a:lnTo>
                    <a:pt x="0" y="58"/>
                  </a:lnTo>
                  <a:lnTo>
                    <a:pt x="0" y="72"/>
                  </a:lnTo>
                  <a:lnTo>
                    <a:pt x="0" y="72"/>
                  </a:lnTo>
                  <a:lnTo>
                    <a:pt x="0" y="116"/>
                  </a:lnTo>
                  <a:lnTo>
                    <a:pt x="0" y="174"/>
                  </a:lnTo>
                  <a:lnTo>
                    <a:pt x="0" y="245"/>
                  </a:lnTo>
                  <a:lnTo>
                    <a:pt x="14" y="245"/>
                  </a:lnTo>
                  <a:lnTo>
                    <a:pt x="14" y="245"/>
                  </a:lnTo>
                  <a:lnTo>
                    <a:pt x="16" y="232"/>
                  </a:lnTo>
                  <a:lnTo>
                    <a:pt x="16" y="218"/>
                  </a:lnTo>
                  <a:lnTo>
                    <a:pt x="20" y="206"/>
                  </a:lnTo>
                  <a:lnTo>
                    <a:pt x="25" y="194"/>
                  </a:lnTo>
                  <a:lnTo>
                    <a:pt x="28" y="188"/>
                  </a:lnTo>
                  <a:lnTo>
                    <a:pt x="32" y="185"/>
                  </a:lnTo>
                  <a:lnTo>
                    <a:pt x="35" y="183"/>
                  </a:lnTo>
                  <a:lnTo>
                    <a:pt x="41" y="183"/>
                  </a:lnTo>
                  <a:lnTo>
                    <a:pt x="48" y="185"/>
                  </a:lnTo>
                  <a:lnTo>
                    <a:pt x="55" y="190"/>
                  </a:lnTo>
                  <a:lnTo>
                    <a:pt x="55" y="190"/>
                  </a:lnTo>
                  <a:lnTo>
                    <a:pt x="86" y="213"/>
                  </a:lnTo>
                  <a:lnTo>
                    <a:pt x="106" y="224"/>
                  </a:lnTo>
                  <a:lnTo>
                    <a:pt x="125" y="234"/>
                  </a:lnTo>
                  <a:lnTo>
                    <a:pt x="144" y="243"/>
                  </a:lnTo>
                  <a:lnTo>
                    <a:pt x="165" y="250"/>
                  </a:lnTo>
                  <a:lnTo>
                    <a:pt x="187" y="253"/>
                  </a:lnTo>
                  <a:lnTo>
                    <a:pt x="208" y="255"/>
                  </a:lnTo>
                  <a:lnTo>
                    <a:pt x="208" y="255"/>
                  </a:lnTo>
                  <a:lnTo>
                    <a:pt x="250" y="257"/>
                  </a:lnTo>
                  <a:lnTo>
                    <a:pt x="287" y="257"/>
                  </a:lnTo>
                  <a:lnTo>
                    <a:pt x="303" y="255"/>
                  </a:lnTo>
                  <a:lnTo>
                    <a:pt x="311" y="252"/>
                  </a:lnTo>
                  <a:lnTo>
                    <a:pt x="315" y="250"/>
                  </a:lnTo>
                  <a:lnTo>
                    <a:pt x="317" y="246"/>
                  </a:lnTo>
                  <a:lnTo>
                    <a:pt x="318" y="243"/>
                  </a:lnTo>
                  <a:lnTo>
                    <a:pt x="317" y="238"/>
                  </a:lnTo>
                  <a:lnTo>
                    <a:pt x="317" y="238"/>
                  </a:lnTo>
                  <a:lnTo>
                    <a:pt x="313" y="229"/>
                  </a:lnTo>
                  <a:lnTo>
                    <a:pt x="306" y="220"/>
                  </a:lnTo>
                  <a:lnTo>
                    <a:pt x="299" y="211"/>
                  </a:lnTo>
                  <a:lnTo>
                    <a:pt x="290" y="201"/>
                  </a:lnTo>
                  <a:lnTo>
                    <a:pt x="267" y="181"/>
                  </a:lnTo>
                  <a:lnTo>
                    <a:pt x="239" y="160"/>
                  </a:lnTo>
                  <a:lnTo>
                    <a:pt x="239" y="160"/>
                  </a:lnTo>
                  <a:lnTo>
                    <a:pt x="206" y="137"/>
                  </a:lnTo>
                  <a:lnTo>
                    <a:pt x="171" y="109"/>
                  </a:lnTo>
                  <a:lnTo>
                    <a:pt x="155" y="95"/>
                  </a:lnTo>
                  <a:lnTo>
                    <a:pt x="139" y="81"/>
                  </a:lnTo>
                  <a:lnTo>
                    <a:pt x="127" y="67"/>
                  </a:lnTo>
                  <a:lnTo>
                    <a:pt x="116" y="53"/>
                  </a:lnTo>
                  <a:lnTo>
                    <a:pt x="116" y="53"/>
                  </a:lnTo>
                  <a:lnTo>
                    <a:pt x="111" y="46"/>
                  </a:lnTo>
                  <a:lnTo>
                    <a:pt x="106" y="41"/>
                  </a:lnTo>
                  <a:lnTo>
                    <a:pt x="90" y="30"/>
                  </a:lnTo>
                  <a:lnTo>
                    <a:pt x="74" y="21"/>
                  </a:lnTo>
                  <a:lnTo>
                    <a:pt x="57" y="13"/>
                  </a:lnTo>
                  <a:lnTo>
                    <a:pt x="27" y="2"/>
                  </a:lnTo>
                  <a:lnTo>
                    <a:pt x="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13" name="Freeform 124"/>
            <p:cNvSpPr>
              <a:spLocks/>
            </p:cNvSpPr>
            <p:nvPr/>
          </p:nvSpPr>
          <p:spPr bwMode="auto">
            <a:xfrm>
              <a:off x="9377363" y="4802188"/>
              <a:ext cx="538163" cy="1935163"/>
            </a:xfrm>
            <a:custGeom>
              <a:avLst/>
              <a:gdLst>
                <a:gd name="T0" fmla="*/ 2 w 339"/>
                <a:gd name="T1" fmla="*/ 197 h 1219"/>
                <a:gd name="T2" fmla="*/ 40 w 339"/>
                <a:gd name="T3" fmla="*/ 302 h 1219"/>
                <a:gd name="T4" fmla="*/ 84 w 339"/>
                <a:gd name="T5" fmla="*/ 441 h 1219"/>
                <a:gd name="T6" fmla="*/ 111 w 339"/>
                <a:gd name="T7" fmla="*/ 548 h 1219"/>
                <a:gd name="T8" fmla="*/ 118 w 339"/>
                <a:gd name="T9" fmla="*/ 611 h 1219"/>
                <a:gd name="T10" fmla="*/ 119 w 339"/>
                <a:gd name="T11" fmla="*/ 638 h 1219"/>
                <a:gd name="T12" fmla="*/ 119 w 339"/>
                <a:gd name="T13" fmla="*/ 748 h 1219"/>
                <a:gd name="T14" fmla="*/ 126 w 339"/>
                <a:gd name="T15" fmla="*/ 986 h 1219"/>
                <a:gd name="T16" fmla="*/ 126 w 339"/>
                <a:gd name="T17" fmla="*/ 1058 h 1219"/>
                <a:gd name="T18" fmla="*/ 126 w 339"/>
                <a:gd name="T19" fmla="*/ 1079 h 1219"/>
                <a:gd name="T20" fmla="*/ 133 w 339"/>
                <a:gd name="T21" fmla="*/ 1114 h 1219"/>
                <a:gd name="T22" fmla="*/ 149 w 339"/>
                <a:gd name="T23" fmla="*/ 1140 h 1219"/>
                <a:gd name="T24" fmla="*/ 169 w 339"/>
                <a:gd name="T25" fmla="*/ 1160 h 1219"/>
                <a:gd name="T26" fmla="*/ 179 w 339"/>
                <a:gd name="T27" fmla="*/ 1167 h 1219"/>
                <a:gd name="T28" fmla="*/ 232 w 339"/>
                <a:gd name="T29" fmla="*/ 1193 h 1219"/>
                <a:gd name="T30" fmla="*/ 279 w 339"/>
                <a:gd name="T31" fmla="*/ 1212 h 1219"/>
                <a:gd name="T32" fmla="*/ 309 w 339"/>
                <a:gd name="T33" fmla="*/ 1219 h 1219"/>
                <a:gd name="T34" fmla="*/ 327 w 339"/>
                <a:gd name="T35" fmla="*/ 1219 h 1219"/>
                <a:gd name="T36" fmla="*/ 332 w 339"/>
                <a:gd name="T37" fmla="*/ 1216 h 1219"/>
                <a:gd name="T38" fmla="*/ 339 w 339"/>
                <a:gd name="T39" fmla="*/ 1209 h 1219"/>
                <a:gd name="T40" fmla="*/ 339 w 339"/>
                <a:gd name="T41" fmla="*/ 1198 h 1219"/>
                <a:gd name="T42" fmla="*/ 320 w 339"/>
                <a:gd name="T43" fmla="*/ 1175 h 1219"/>
                <a:gd name="T44" fmla="*/ 277 w 339"/>
                <a:gd name="T45" fmla="*/ 1135 h 1219"/>
                <a:gd name="T46" fmla="*/ 267 w 339"/>
                <a:gd name="T47" fmla="*/ 1123 h 1219"/>
                <a:gd name="T48" fmla="*/ 251 w 339"/>
                <a:gd name="T49" fmla="*/ 1095 h 1219"/>
                <a:gd name="T50" fmla="*/ 244 w 339"/>
                <a:gd name="T51" fmla="*/ 1059 h 1219"/>
                <a:gd name="T52" fmla="*/ 244 w 339"/>
                <a:gd name="T53" fmla="*/ 1005 h 1219"/>
                <a:gd name="T54" fmla="*/ 249 w 339"/>
                <a:gd name="T55" fmla="*/ 926 h 1219"/>
                <a:gd name="T56" fmla="*/ 262 w 339"/>
                <a:gd name="T57" fmla="*/ 820 h 1219"/>
                <a:gd name="T58" fmla="*/ 297 w 339"/>
                <a:gd name="T59" fmla="*/ 604 h 1219"/>
                <a:gd name="T60" fmla="*/ 306 w 339"/>
                <a:gd name="T61" fmla="*/ 539 h 1219"/>
                <a:gd name="T62" fmla="*/ 311 w 339"/>
                <a:gd name="T63" fmla="*/ 451 h 1219"/>
                <a:gd name="T64" fmla="*/ 320 w 339"/>
                <a:gd name="T65" fmla="*/ 121 h 1219"/>
                <a:gd name="T66" fmla="*/ 318 w 339"/>
                <a:gd name="T67" fmla="*/ 116 h 1219"/>
                <a:gd name="T68" fmla="*/ 299 w 339"/>
                <a:gd name="T69" fmla="*/ 77 h 1219"/>
                <a:gd name="T70" fmla="*/ 279 w 339"/>
                <a:gd name="T71" fmla="*/ 52 h 1219"/>
                <a:gd name="T72" fmla="*/ 253 w 339"/>
                <a:gd name="T73" fmla="*/ 28 h 1219"/>
                <a:gd name="T74" fmla="*/ 218 w 339"/>
                <a:gd name="T75" fmla="*/ 10 h 1219"/>
                <a:gd name="T76" fmla="*/ 176 w 339"/>
                <a:gd name="T77" fmla="*/ 0 h 1219"/>
                <a:gd name="T78" fmla="*/ 123 w 339"/>
                <a:gd name="T79" fmla="*/ 1 h 1219"/>
                <a:gd name="T80" fmla="*/ 96 w 339"/>
                <a:gd name="T81" fmla="*/ 8 h 1219"/>
                <a:gd name="T82" fmla="*/ 56 w 339"/>
                <a:gd name="T83" fmla="*/ 30 h 1219"/>
                <a:gd name="T84" fmla="*/ 28 w 339"/>
                <a:gd name="T85" fmla="*/ 58 h 1219"/>
                <a:gd name="T86" fmla="*/ 10 w 339"/>
                <a:gd name="T87" fmla="*/ 91 h 1219"/>
                <a:gd name="T88" fmla="*/ 2 w 339"/>
                <a:gd name="T89" fmla="*/ 126 h 1219"/>
                <a:gd name="T90" fmla="*/ 0 w 339"/>
                <a:gd name="T91" fmla="*/ 170 h 1219"/>
                <a:gd name="T92" fmla="*/ 2 w 339"/>
                <a:gd name="T93" fmla="*/ 197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9" h="1219">
                  <a:moveTo>
                    <a:pt x="2" y="197"/>
                  </a:moveTo>
                  <a:lnTo>
                    <a:pt x="2" y="197"/>
                  </a:lnTo>
                  <a:lnTo>
                    <a:pt x="21" y="248"/>
                  </a:lnTo>
                  <a:lnTo>
                    <a:pt x="40" y="302"/>
                  </a:lnTo>
                  <a:lnTo>
                    <a:pt x="61" y="369"/>
                  </a:lnTo>
                  <a:lnTo>
                    <a:pt x="84" y="441"/>
                  </a:lnTo>
                  <a:lnTo>
                    <a:pt x="102" y="515"/>
                  </a:lnTo>
                  <a:lnTo>
                    <a:pt x="111" y="548"/>
                  </a:lnTo>
                  <a:lnTo>
                    <a:pt x="116" y="581"/>
                  </a:lnTo>
                  <a:lnTo>
                    <a:pt x="118" y="611"/>
                  </a:lnTo>
                  <a:lnTo>
                    <a:pt x="119" y="638"/>
                  </a:lnTo>
                  <a:lnTo>
                    <a:pt x="119" y="638"/>
                  </a:lnTo>
                  <a:lnTo>
                    <a:pt x="118" y="690"/>
                  </a:lnTo>
                  <a:lnTo>
                    <a:pt x="119" y="748"/>
                  </a:lnTo>
                  <a:lnTo>
                    <a:pt x="123" y="875"/>
                  </a:lnTo>
                  <a:lnTo>
                    <a:pt x="126" y="986"/>
                  </a:lnTo>
                  <a:lnTo>
                    <a:pt x="126" y="1028"/>
                  </a:lnTo>
                  <a:lnTo>
                    <a:pt x="126" y="1058"/>
                  </a:lnTo>
                  <a:lnTo>
                    <a:pt x="126" y="1058"/>
                  </a:lnTo>
                  <a:lnTo>
                    <a:pt x="126" y="1079"/>
                  </a:lnTo>
                  <a:lnTo>
                    <a:pt x="128" y="1096"/>
                  </a:lnTo>
                  <a:lnTo>
                    <a:pt x="133" y="1114"/>
                  </a:lnTo>
                  <a:lnTo>
                    <a:pt x="140" y="1128"/>
                  </a:lnTo>
                  <a:lnTo>
                    <a:pt x="149" y="1140"/>
                  </a:lnTo>
                  <a:lnTo>
                    <a:pt x="158" y="1153"/>
                  </a:lnTo>
                  <a:lnTo>
                    <a:pt x="169" y="1160"/>
                  </a:lnTo>
                  <a:lnTo>
                    <a:pt x="179" y="1167"/>
                  </a:lnTo>
                  <a:lnTo>
                    <a:pt x="179" y="1167"/>
                  </a:lnTo>
                  <a:lnTo>
                    <a:pt x="211" y="1183"/>
                  </a:lnTo>
                  <a:lnTo>
                    <a:pt x="232" y="1193"/>
                  </a:lnTo>
                  <a:lnTo>
                    <a:pt x="255" y="1204"/>
                  </a:lnTo>
                  <a:lnTo>
                    <a:pt x="279" y="1212"/>
                  </a:lnTo>
                  <a:lnTo>
                    <a:pt x="300" y="1219"/>
                  </a:lnTo>
                  <a:lnTo>
                    <a:pt x="309" y="1219"/>
                  </a:lnTo>
                  <a:lnTo>
                    <a:pt x="318" y="1219"/>
                  </a:lnTo>
                  <a:lnTo>
                    <a:pt x="327" y="1219"/>
                  </a:lnTo>
                  <a:lnTo>
                    <a:pt x="332" y="1216"/>
                  </a:lnTo>
                  <a:lnTo>
                    <a:pt x="332" y="1216"/>
                  </a:lnTo>
                  <a:lnTo>
                    <a:pt x="337" y="1212"/>
                  </a:lnTo>
                  <a:lnTo>
                    <a:pt x="339" y="1209"/>
                  </a:lnTo>
                  <a:lnTo>
                    <a:pt x="339" y="1204"/>
                  </a:lnTo>
                  <a:lnTo>
                    <a:pt x="339" y="1198"/>
                  </a:lnTo>
                  <a:lnTo>
                    <a:pt x="332" y="1188"/>
                  </a:lnTo>
                  <a:lnTo>
                    <a:pt x="320" y="1175"/>
                  </a:lnTo>
                  <a:lnTo>
                    <a:pt x="292" y="1149"/>
                  </a:lnTo>
                  <a:lnTo>
                    <a:pt x="277" y="1135"/>
                  </a:lnTo>
                  <a:lnTo>
                    <a:pt x="267" y="1123"/>
                  </a:lnTo>
                  <a:lnTo>
                    <a:pt x="267" y="1123"/>
                  </a:lnTo>
                  <a:lnTo>
                    <a:pt x="258" y="1110"/>
                  </a:lnTo>
                  <a:lnTo>
                    <a:pt x="251" y="1095"/>
                  </a:lnTo>
                  <a:lnTo>
                    <a:pt x="248" y="1079"/>
                  </a:lnTo>
                  <a:lnTo>
                    <a:pt x="244" y="1059"/>
                  </a:lnTo>
                  <a:lnTo>
                    <a:pt x="244" y="1035"/>
                  </a:lnTo>
                  <a:lnTo>
                    <a:pt x="244" y="1005"/>
                  </a:lnTo>
                  <a:lnTo>
                    <a:pt x="249" y="926"/>
                  </a:lnTo>
                  <a:lnTo>
                    <a:pt x="249" y="926"/>
                  </a:lnTo>
                  <a:lnTo>
                    <a:pt x="255" y="877"/>
                  </a:lnTo>
                  <a:lnTo>
                    <a:pt x="262" y="820"/>
                  </a:lnTo>
                  <a:lnTo>
                    <a:pt x="279" y="706"/>
                  </a:lnTo>
                  <a:lnTo>
                    <a:pt x="297" y="604"/>
                  </a:lnTo>
                  <a:lnTo>
                    <a:pt x="302" y="566"/>
                  </a:lnTo>
                  <a:lnTo>
                    <a:pt x="306" y="539"/>
                  </a:lnTo>
                  <a:lnTo>
                    <a:pt x="306" y="539"/>
                  </a:lnTo>
                  <a:lnTo>
                    <a:pt x="311" y="451"/>
                  </a:lnTo>
                  <a:lnTo>
                    <a:pt x="314" y="309"/>
                  </a:lnTo>
                  <a:lnTo>
                    <a:pt x="320" y="121"/>
                  </a:lnTo>
                  <a:lnTo>
                    <a:pt x="320" y="121"/>
                  </a:lnTo>
                  <a:lnTo>
                    <a:pt x="318" y="116"/>
                  </a:lnTo>
                  <a:lnTo>
                    <a:pt x="311" y="100"/>
                  </a:lnTo>
                  <a:lnTo>
                    <a:pt x="299" y="77"/>
                  </a:lnTo>
                  <a:lnTo>
                    <a:pt x="290" y="65"/>
                  </a:lnTo>
                  <a:lnTo>
                    <a:pt x="279" y="52"/>
                  </a:lnTo>
                  <a:lnTo>
                    <a:pt x="267" y="40"/>
                  </a:lnTo>
                  <a:lnTo>
                    <a:pt x="253" y="28"/>
                  </a:lnTo>
                  <a:lnTo>
                    <a:pt x="237" y="19"/>
                  </a:lnTo>
                  <a:lnTo>
                    <a:pt x="218" y="10"/>
                  </a:lnTo>
                  <a:lnTo>
                    <a:pt x="198" y="3"/>
                  </a:lnTo>
                  <a:lnTo>
                    <a:pt x="176" y="0"/>
                  </a:lnTo>
                  <a:lnTo>
                    <a:pt x="151" y="0"/>
                  </a:lnTo>
                  <a:lnTo>
                    <a:pt x="123" y="1"/>
                  </a:lnTo>
                  <a:lnTo>
                    <a:pt x="123" y="1"/>
                  </a:lnTo>
                  <a:lnTo>
                    <a:pt x="96" y="8"/>
                  </a:lnTo>
                  <a:lnTo>
                    <a:pt x="75" y="17"/>
                  </a:lnTo>
                  <a:lnTo>
                    <a:pt x="56" y="30"/>
                  </a:lnTo>
                  <a:lnTo>
                    <a:pt x="40" y="44"/>
                  </a:lnTo>
                  <a:lnTo>
                    <a:pt x="28" y="58"/>
                  </a:lnTo>
                  <a:lnTo>
                    <a:pt x="17" y="75"/>
                  </a:lnTo>
                  <a:lnTo>
                    <a:pt x="10" y="91"/>
                  </a:lnTo>
                  <a:lnTo>
                    <a:pt x="5" y="109"/>
                  </a:lnTo>
                  <a:lnTo>
                    <a:pt x="2" y="126"/>
                  </a:lnTo>
                  <a:lnTo>
                    <a:pt x="0" y="142"/>
                  </a:lnTo>
                  <a:lnTo>
                    <a:pt x="0" y="170"/>
                  </a:lnTo>
                  <a:lnTo>
                    <a:pt x="0" y="190"/>
                  </a:lnTo>
                  <a:lnTo>
                    <a:pt x="2" y="197"/>
                  </a:lnTo>
                  <a:close/>
                </a:path>
              </a:pathLst>
            </a:custGeom>
            <a:solidFill>
              <a:srgbClr val="DBB9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14" name="Freeform 125"/>
            <p:cNvSpPr>
              <a:spLocks/>
            </p:cNvSpPr>
            <p:nvPr/>
          </p:nvSpPr>
          <p:spPr bwMode="auto">
            <a:xfrm>
              <a:off x="9377363" y="4802188"/>
              <a:ext cx="538163" cy="1935163"/>
            </a:xfrm>
            <a:custGeom>
              <a:avLst/>
              <a:gdLst>
                <a:gd name="T0" fmla="*/ 2 w 339"/>
                <a:gd name="T1" fmla="*/ 197 h 1219"/>
                <a:gd name="T2" fmla="*/ 40 w 339"/>
                <a:gd name="T3" fmla="*/ 302 h 1219"/>
                <a:gd name="T4" fmla="*/ 84 w 339"/>
                <a:gd name="T5" fmla="*/ 441 h 1219"/>
                <a:gd name="T6" fmla="*/ 111 w 339"/>
                <a:gd name="T7" fmla="*/ 548 h 1219"/>
                <a:gd name="T8" fmla="*/ 118 w 339"/>
                <a:gd name="T9" fmla="*/ 611 h 1219"/>
                <a:gd name="T10" fmla="*/ 119 w 339"/>
                <a:gd name="T11" fmla="*/ 638 h 1219"/>
                <a:gd name="T12" fmla="*/ 119 w 339"/>
                <a:gd name="T13" fmla="*/ 748 h 1219"/>
                <a:gd name="T14" fmla="*/ 126 w 339"/>
                <a:gd name="T15" fmla="*/ 986 h 1219"/>
                <a:gd name="T16" fmla="*/ 126 w 339"/>
                <a:gd name="T17" fmla="*/ 1058 h 1219"/>
                <a:gd name="T18" fmla="*/ 126 w 339"/>
                <a:gd name="T19" fmla="*/ 1079 h 1219"/>
                <a:gd name="T20" fmla="*/ 133 w 339"/>
                <a:gd name="T21" fmla="*/ 1114 h 1219"/>
                <a:gd name="T22" fmla="*/ 149 w 339"/>
                <a:gd name="T23" fmla="*/ 1140 h 1219"/>
                <a:gd name="T24" fmla="*/ 169 w 339"/>
                <a:gd name="T25" fmla="*/ 1160 h 1219"/>
                <a:gd name="T26" fmla="*/ 179 w 339"/>
                <a:gd name="T27" fmla="*/ 1167 h 1219"/>
                <a:gd name="T28" fmla="*/ 232 w 339"/>
                <a:gd name="T29" fmla="*/ 1193 h 1219"/>
                <a:gd name="T30" fmla="*/ 279 w 339"/>
                <a:gd name="T31" fmla="*/ 1212 h 1219"/>
                <a:gd name="T32" fmla="*/ 309 w 339"/>
                <a:gd name="T33" fmla="*/ 1219 h 1219"/>
                <a:gd name="T34" fmla="*/ 327 w 339"/>
                <a:gd name="T35" fmla="*/ 1219 h 1219"/>
                <a:gd name="T36" fmla="*/ 332 w 339"/>
                <a:gd name="T37" fmla="*/ 1216 h 1219"/>
                <a:gd name="T38" fmla="*/ 339 w 339"/>
                <a:gd name="T39" fmla="*/ 1209 h 1219"/>
                <a:gd name="T40" fmla="*/ 339 w 339"/>
                <a:gd name="T41" fmla="*/ 1198 h 1219"/>
                <a:gd name="T42" fmla="*/ 320 w 339"/>
                <a:gd name="T43" fmla="*/ 1175 h 1219"/>
                <a:gd name="T44" fmla="*/ 277 w 339"/>
                <a:gd name="T45" fmla="*/ 1135 h 1219"/>
                <a:gd name="T46" fmla="*/ 267 w 339"/>
                <a:gd name="T47" fmla="*/ 1123 h 1219"/>
                <a:gd name="T48" fmla="*/ 251 w 339"/>
                <a:gd name="T49" fmla="*/ 1095 h 1219"/>
                <a:gd name="T50" fmla="*/ 244 w 339"/>
                <a:gd name="T51" fmla="*/ 1059 h 1219"/>
                <a:gd name="T52" fmla="*/ 244 w 339"/>
                <a:gd name="T53" fmla="*/ 1005 h 1219"/>
                <a:gd name="T54" fmla="*/ 249 w 339"/>
                <a:gd name="T55" fmla="*/ 926 h 1219"/>
                <a:gd name="T56" fmla="*/ 262 w 339"/>
                <a:gd name="T57" fmla="*/ 820 h 1219"/>
                <a:gd name="T58" fmla="*/ 297 w 339"/>
                <a:gd name="T59" fmla="*/ 604 h 1219"/>
                <a:gd name="T60" fmla="*/ 306 w 339"/>
                <a:gd name="T61" fmla="*/ 539 h 1219"/>
                <a:gd name="T62" fmla="*/ 311 w 339"/>
                <a:gd name="T63" fmla="*/ 451 h 1219"/>
                <a:gd name="T64" fmla="*/ 320 w 339"/>
                <a:gd name="T65" fmla="*/ 121 h 1219"/>
                <a:gd name="T66" fmla="*/ 318 w 339"/>
                <a:gd name="T67" fmla="*/ 116 h 1219"/>
                <a:gd name="T68" fmla="*/ 299 w 339"/>
                <a:gd name="T69" fmla="*/ 77 h 1219"/>
                <a:gd name="T70" fmla="*/ 279 w 339"/>
                <a:gd name="T71" fmla="*/ 52 h 1219"/>
                <a:gd name="T72" fmla="*/ 253 w 339"/>
                <a:gd name="T73" fmla="*/ 28 h 1219"/>
                <a:gd name="T74" fmla="*/ 218 w 339"/>
                <a:gd name="T75" fmla="*/ 10 h 1219"/>
                <a:gd name="T76" fmla="*/ 176 w 339"/>
                <a:gd name="T77" fmla="*/ 0 h 1219"/>
                <a:gd name="T78" fmla="*/ 123 w 339"/>
                <a:gd name="T79" fmla="*/ 1 h 1219"/>
                <a:gd name="T80" fmla="*/ 96 w 339"/>
                <a:gd name="T81" fmla="*/ 8 h 1219"/>
                <a:gd name="T82" fmla="*/ 56 w 339"/>
                <a:gd name="T83" fmla="*/ 30 h 1219"/>
                <a:gd name="T84" fmla="*/ 28 w 339"/>
                <a:gd name="T85" fmla="*/ 58 h 1219"/>
                <a:gd name="T86" fmla="*/ 10 w 339"/>
                <a:gd name="T87" fmla="*/ 91 h 1219"/>
                <a:gd name="T88" fmla="*/ 2 w 339"/>
                <a:gd name="T89" fmla="*/ 126 h 1219"/>
                <a:gd name="T90" fmla="*/ 0 w 339"/>
                <a:gd name="T91" fmla="*/ 170 h 1219"/>
                <a:gd name="T92" fmla="*/ 2 w 339"/>
                <a:gd name="T93" fmla="*/ 197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9" h="1219">
                  <a:moveTo>
                    <a:pt x="2" y="197"/>
                  </a:moveTo>
                  <a:lnTo>
                    <a:pt x="2" y="197"/>
                  </a:lnTo>
                  <a:lnTo>
                    <a:pt x="21" y="248"/>
                  </a:lnTo>
                  <a:lnTo>
                    <a:pt x="40" y="302"/>
                  </a:lnTo>
                  <a:lnTo>
                    <a:pt x="61" y="369"/>
                  </a:lnTo>
                  <a:lnTo>
                    <a:pt x="84" y="441"/>
                  </a:lnTo>
                  <a:lnTo>
                    <a:pt x="102" y="515"/>
                  </a:lnTo>
                  <a:lnTo>
                    <a:pt x="111" y="548"/>
                  </a:lnTo>
                  <a:lnTo>
                    <a:pt x="116" y="581"/>
                  </a:lnTo>
                  <a:lnTo>
                    <a:pt x="118" y="611"/>
                  </a:lnTo>
                  <a:lnTo>
                    <a:pt x="119" y="638"/>
                  </a:lnTo>
                  <a:lnTo>
                    <a:pt x="119" y="638"/>
                  </a:lnTo>
                  <a:lnTo>
                    <a:pt x="118" y="690"/>
                  </a:lnTo>
                  <a:lnTo>
                    <a:pt x="119" y="748"/>
                  </a:lnTo>
                  <a:lnTo>
                    <a:pt x="123" y="875"/>
                  </a:lnTo>
                  <a:lnTo>
                    <a:pt x="126" y="986"/>
                  </a:lnTo>
                  <a:lnTo>
                    <a:pt x="126" y="1028"/>
                  </a:lnTo>
                  <a:lnTo>
                    <a:pt x="126" y="1058"/>
                  </a:lnTo>
                  <a:lnTo>
                    <a:pt x="126" y="1058"/>
                  </a:lnTo>
                  <a:lnTo>
                    <a:pt x="126" y="1079"/>
                  </a:lnTo>
                  <a:lnTo>
                    <a:pt x="128" y="1096"/>
                  </a:lnTo>
                  <a:lnTo>
                    <a:pt x="133" y="1114"/>
                  </a:lnTo>
                  <a:lnTo>
                    <a:pt x="140" y="1128"/>
                  </a:lnTo>
                  <a:lnTo>
                    <a:pt x="149" y="1140"/>
                  </a:lnTo>
                  <a:lnTo>
                    <a:pt x="158" y="1153"/>
                  </a:lnTo>
                  <a:lnTo>
                    <a:pt x="169" y="1160"/>
                  </a:lnTo>
                  <a:lnTo>
                    <a:pt x="179" y="1167"/>
                  </a:lnTo>
                  <a:lnTo>
                    <a:pt x="179" y="1167"/>
                  </a:lnTo>
                  <a:lnTo>
                    <a:pt x="211" y="1183"/>
                  </a:lnTo>
                  <a:lnTo>
                    <a:pt x="232" y="1193"/>
                  </a:lnTo>
                  <a:lnTo>
                    <a:pt x="255" y="1204"/>
                  </a:lnTo>
                  <a:lnTo>
                    <a:pt x="279" y="1212"/>
                  </a:lnTo>
                  <a:lnTo>
                    <a:pt x="300" y="1219"/>
                  </a:lnTo>
                  <a:lnTo>
                    <a:pt x="309" y="1219"/>
                  </a:lnTo>
                  <a:lnTo>
                    <a:pt x="318" y="1219"/>
                  </a:lnTo>
                  <a:lnTo>
                    <a:pt x="327" y="1219"/>
                  </a:lnTo>
                  <a:lnTo>
                    <a:pt x="332" y="1216"/>
                  </a:lnTo>
                  <a:lnTo>
                    <a:pt x="332" y="1216"/>
                  </a:lnTo>
                  <a:lnTo>
                    <a:pt x="337" y="1212"/>
                  </a:lnTo>
                  <a:lnTo>
                    <a:pt x="339" y="1209"/>
                  </a:lnTo>
                  <a:lnTo>
                    <a:pt x="339" y="1204"/>
                  </a:lnTo>
                  <a:lnTo>
                    <a:pt x="339" y="1198"/>
                  </a:lnTo>
                  <a:lnTo>
                    <a:pt x="332" y="1188"/>
                  </a:lnTo>
                  <a:lnTo>
                    <a:pt x="320" y="1175"/>
                  </a:lnTo>
                  <a:lnTo>
                    <a:pt x="292" y="1149"/>
                  </a:lnTo>
                  <a:lnTo>
                    <a:pt x="277" y="1135"/>
                  </a:lnTo>
                  <a:lnTo>
                    <a:pt x="267" y="1123"/>
                  </a:lnTo>
                  <a:lnTo>
                    <a:pt x="267" y="1123"/>
                  </a:lnTo>
                  <a:lnTo>
                    <a:pt x="258" y="1110"/>
                  </a:lnTo>
                  <a:lnTo>
                    <a:pt x="251" y="1095"/>
                  </a:lnTo>
                  <a:lnTo>
                    <a:pt x="248" y="1079"/>
                  </a:lnTo>
                  <a:lnTo>
                    <a:pt x="244" y="1059"/>
                  </a:lnTo>
                  <a:lnTo>
                    <a:pt x="244" y="1035"/>
                  </a:lnTo>
                  <a:lnTo>
                    <a:pt x="244" y="1005"/>
                  </a:lnTo>
                  <a:lnTo>
                    <a:pt x="249" y="926"/>
                  </a:lnTo>
                  <a:lnTo>
                    <a:pt x="249" y="926"/>
                  </a:lnTo>
                  <a:lnTo>
                    <a:pt x="255" y="877"/>
                  </a:lnTo>
                  <a:lnTo>
                    <a:pt x="262" y="820"/>
                  </a:lnTo>
                  <a:lnTo>
                    <a:pt x="279" y="706"/>
                  </a:lnTo>
                  <a:lnTo>
                    <a:pt x="297" y="604"/>
                  </a:lnTo>
                  <a:lnTo>
                    <a:pt x="302" y="566"/>
                  </a:lnTo>
                  <a:lnTo>
                    <a:pt x="306" y="539"/>
                  </a:lnTo>
                  <a:lnTo>
                    <a:pt x="306" y="539"/>
                  </a:lnTo>
                  <a:lnTo>
                    <a:pt x="311" y="451"/>
                  </a:lnTo>
                  <a:lnTo>
                    <a:pt x="314" y="309"/>
                  </a:lnTo>
                  <a:lnTo>
                    <a:pt x="320" y="121"/>
                  </a:lnTo>
                  <a:lnTo>
                    <a:pt x="320" y="121"/>
                  </a:lnTo>
                  <a:lnTo>
                    <a:pt x="318" y="116"/>
                  </a:lnTo>
                  <a:lnTo>
                    <a:pt x="311" y="100"/>
                  </a:lnTo>
                  <a:lnTo>
                    <a:pt x="299" y="77"/>
                  </a:lnTo>
                  <a:lnTo>
                    <a:pt x="290" y="65"/>
                  </a:lnTo>
                  <a:lnTo>
                    <a:pt x="279" y="52"/>
                  </a:lnTo>
                  <a:lnTo>
                    <a:pt x="267" y="40"/>
                  </a:lnTo>
                  <a:lnTo>
                    <a:pt x="253" y="28"/>
                  </a:lnTo>
                  <a:lnTo>
                    <a:pt x="237" y="19"/>
                  </a:lnTo>
                  <a:lnTo>
                    <a:pt x="218" y="10"/>
                  </a:lnTo>
                  <a:lnTo>
                    <a:pt x="198" y="3"/>
                  </a:lnTo>
                  <a:lnTo>
                    <a:pt x="176" y="0"/>
                  </a:lnTo>
                  <a:lnTo>
                    <a:pt x="151" y="0"/>
                  </a:lnTo>
                  <a:lnTo>
                    <a:pt x="123" y="1"/>
                  </a:lnTo>
                  <a:lnTo>
                    <a:pt x="123" y="1"/>
                  </a:lnTo>
                  <a:lnTo>
                    <a:pt x="96" y="8"/>
                  </a:lnTo>
                  <a:lnTo>
                    <a:pt x="75" y="17"/>
                  </a:lnTo>
                  <a:lnTo>
                    <a:pt x="56" y="30"/>
                  </a:lnTo>
                  <a:lnTo>
                    <a:pt x="40" y="44"/>
                  </a:lnTo>
                  <a:lnTo>
                    <a:pt x="28" y="58"/>
                  </a:lnTo>
                  <a:lnTo>
                    <a:pt x="17" y="75"/>
                  </a:lnTo>
                  <a:lnTo>
                    <a:pt x="10" y="91"/>
                  </a:lnTo>
                  <a:lnTo>
                    <a:pt x="5" y="109"/>
                  </a:lnTo>
                  <a:lnTo>
                    <a:pt x="2" y="126"/>
                  </a:lnTo>
                  <a:lnTo>
                    <a:pt x="0" y="142"/>
                  </a:lnTo>
                  <a:lnTo>
                    <a:pt x="0" y="170"/>
                  </a:lnTo>
                  <a:lnTo>
                    <a:pt x="0" y="190"/>
                  </a:lnTo>
                  <a:lnTo>
                    <a:pt x="2" y="1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15" name="Freeform 126"/>
            <p:cNvSpPr>
              <a:spLocks/>
            </p:cNvSpPr>
            <p:nvPr/>
          </p:nvSpPr>
          <p:spPr bwMode="auto">
            <a:xfrm>
              <a:off x="8785226" y="3641725"/>
              <a:ext cx="1274763" cy="1776413"/>
            </a:xfrm>
            <a:custGeom>
              <a:avLst/>
              <a:gdLst>
                <a:gd name="T0" fmla="*/ 76 w 803"/>
                <a:gd name="T1" fmla="*/ 145 h 1119"/>
                <a:gd name="T2" fmla="*/ 76 w 803"/>
                <a:gd name="T3" fmla="*/ 145 h 1119"/>
                <a:gd name="T4" fmla="*/ 72 w 803"/>
                <a:gd name="T5" fmla="*/ 154 h 1119"/>
                <a:gd name="T6" fmla="*/ 62 w 803"/>
                <a:gd name="T7" fmla="*/ 179 h 1119"/>
                <a:gd name="T8" fmla="*/ 48 w 803"/>
                <a:gd name="T9" fmla="*/ 218 h 1119"/>
                <a:gd name="T10" fmla="*/ 32 w 803"/>
                <a:gd name="T11" fmla="*/ 270 h 1119"/>
                <a:gd name="T12" fmla="*/ 25 w 803"/>
                <a:gd name="T13" fmla="*/ 302 h 1119"/>
                <a:gd name="T14" fmla="*/ 18 w 803"/>
                <a:gd name="T15" fmla="*/ 337 h 1119"/>
                <a:gd name="T16" fmla="*/ 11 w 803"/>
                <a:gd name="T17" fmla="*/ 374 h 1119"/>
                <a:gd name="T18" fmla="*/ 5 w 803"/>
                <a:gd name="T19" fmla="*/ 414 h 1119"/>
                <a:gd name="T20" fmla="*/ 2 w 803"/>
                <a:gd name="T21" fmla="*/ 458 h 1119"/>
                <a:gd name="T22" fmla="*/ 0 w 803"/>
                <a:gd name="T23" fmla="*/ 504 h 1119"/>
                <a:gd name="T24" fmla="*/ 0 w 803"/>
                <a:gd name="T25" fmla="*/ 551 h 1119"/>
                <a:gd name="T26" fmla="*/ 2 w 803"/>
                <a:gd name="T27" fmla="*/ 602 h 1119"/>
                <a:gd name="T28" fmla="*/ 2 w 803"/>
                <a:gd name="T29" fmla="*/ 602 h 1119"/>
                <a:gd name="T30" fmla="*/ 27 w 803"/>
                <a:gd name="T31" fmla="*/ 966 h 1119"/>
                <a:gd name="T32" fmla="*/ 37 w 803"/>
                <a:gd name="T33" fmla="*/ 1119 h 1119"/>
                <a:gd name="T34" fmla="*/ 139 w 803"/>
                <a:gd name="T35" fmla="*/ 1119 h 1119"/>
                <a:gd name="T36" fmla="*/ 139 w 803"/>
                <a:gd name="T37" fmla="*/ 968 h 1119"/>
                <a:gd name="T38" fmla="*/ 204 w 803"/>
                <a:gd name="T39" fmla="*/ 1119 h 1119"/>
                <a:gd name="T40" fmla="*/ 772 w 803"/>
                <a:gd name="T41" fmla="*/ 1105 h 1119"/>
                <a:gd name="T42" fmla="*/ 772 w 803"/>
                <a:gd name="T43" fmla="*/ 1105 h 1119"/>
                <a:gd name="T44" fmla="*/ 779 w 803"/>
                <a:gd name="T45" fmla="*/ 984 h 1119"/>
                <a:gd name="T46" fmla="*/ 788 w 803"/>
                <a:gd name="T47" fmla="*/ 855 h 1119"/>
                <a:gd name="T48" fmla="*/ 795 w 803"/>
                <a:gd name="T49" fmla="*/ 706 h 1119"/>
                <a:gd name="T50" fmla="*/ 800 w 803"/>
                <a:gd name="T51" fmla="*/ 551 h 1119"/>
                <a:gd name="T52" fmla="*/ 803 w 803"/>
                <a:gd name="T53" fmla="*/ 411 h 1119"/>
                <a:gd name="T54" fmla="*/ 803 w 803"/>
                <a:gd name="T55" fmla="*/ 349 h 1119"/>
                <a:gd name="T56" fmla="*/ 802 w 803"/>
                <a:gd name="T57" fmla="*/ 297 h 1119"/>
                <a:gd name="T58" fmla="*/ 798 w 803"/>
                <a:gd name="T59" fmla="*/ 258 h 1119"/>
                <a:gd name="T60" fmla="*/ 796 w 803"/>
                <a:gd name="T61" fmla="*/ 242 h 1119"/>
                <a:gd name="T62" fmla="*/ 793 w 803"/>
                <a:gd name="T63" fmla="*/ 230 h 1119"/>
                <a:gd name="T64" fmla="*/ 793 w 803"/>
                <a:gd name="T65" fmla="*/ 230 h 1119"/>
                <a:gd name="T66" fmla="*/ 789 w 803"/>
                <a:gd name="T67" fmla="*/ 221 h 1119"/>
                <a:gd name="T68" fmla="*/ 782 w 803"/>
                <a:gd name="T69" fmla="*/ 209 h 1119"/>
                <a:gd name="T70" fmla="*/ 775 w 803"/>
                <a:gd name="T71" fmla="*/ 196 h 1119"/>
                <a:gd name="T72" fmla="*/ 765 w 803"/>
                <a:gd name="T73" fmla="*/ 184 h 1119"/>
                <a:gd name="T74" fmla="*/ 740 w 803"/>
                <a:gd name="T75" fmla="*/ 156 h 1119"/>
                <a:gd name="T76" fmla="*/ 708 w 803"/>
                <a:gd name="T77" fmla="*/ 128 h 1119"/>
                <a:gd name="T78" fmla="*/ 672 w 803"/>
                <a:gd name="T79" fmla="*/ 100 h 1119"/>
                <a:gd name="T80" fmla="*/ 652 w 803"/>
                <a:gd name="T81" fmla="*/ 86 h 1119"/>
                <a:gd name="T82" fmla="*/ 629 w 803"/>
                <a:gd name="T83" fmla="*/ 73 h 1119"/>
                <a:gd name="T84" fmla="*/ 607 w 803"/>
                <a:gd name="T85" fmla="*/ 59 h 1119"/>
                <a:gd name="T86" fmla="*/ 584 w 803"/>
                <a:gd name="T87" fmla="*/ 49 h 1119"/>
                <a:gd name="T88" fmla="*/ 559 w 803"/>
                <a:gd name="T89" fmla="*/ 36 h 1119"/>
                <a:gd name="T90" fmla="*/ 533 w 803"/>
                <a:gd name="T91" fmla="*/ 28 h 1119"/>
                <a:gd name="T92" fmla="*/ 506 w 803"/>
                <a:gd name="T93" fmla="*/ 19 h 1119"/>
                <a:gd name="T94" fmla="*/ 480 w 803"/>
                <a:gd name="T95" fmla="*/ 12 h 1119"/>
                <a:gd name="T96" fmla="*/ 452 w 803"/>
                <a:gd name="T97" fmla="*/ 7 h 1119"/>
                <a:gd name="T98" fmla="*/ 424 w 803"/>
                <a:gd name="T99" fmla="*/ 3 h 1119"/>
                <a:gd name="T100" fmla="*/ 396 w 803"/>
                <a:gd name="T101" fmla="*/ 0 h 1119"/>
                <a:gd name="T102" fmla="*/ 366 w 803"/>
                <a:gd name="T103" fmla="*/ 0 h 1119"/>
                <a:gd name="T104" fmla="*/ 338 w 803"/>
                <a:gd name="T105" fmla="*/ 3 h 1119"/>
                <a:gd name="T106" fmla="*/ 308 w 803"/>
                <a:gd name="T107" fmla="*/ 7 h 1119"/>
                <a:gd name="T108" fmla="*/ 278 w 803"/>
                <a:gd name="T109" fmla="*/ 14 h 1119"/>
                <a:gd name="T110" fmla="*/ 250 w 803"/>
                <a:gd name="T111" fmla="*/ 24 h 1119"/>
                <a:gd name="T112" fmla="*/ 220 w 803"/>
                <a:gd name="T113" fmla="*/ 36 h 1119"/>
                <a:gd name="T114" fmla="*/ 190 w 803"/>
                <a:gd name="T115" fmla="*/ 52 h 1119"/>
                <a:gd name="T116" fmla="*/ 162 w 803"/>
                <a:gd name="T117" fmla="*/ 70 h 1119"/>
                <a:gd name="T118" fmla="*/ 132 w 803"/>
                <a:gd name="T119" fmla="*/ 93 h 1119"/>
                <a:gd name="T120" fmla="*/ 104 w 803"/>
                <a:gd name="T121" fmla="*/ 117 h 1119"/>
                <a:gd name="T122" fmla="*/ 76 w 803"/>
                <a:gd name="T123" fmla="*/ 145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03" h="1119">
                  <a:moveTo>
                    <a:pt x="76" y="145"/>
                  </a:moveTo>
                  <a:lnTo>
                    <a:pt x="76" y="145"/>
                  </a:lnTo>
                  <a:lnTo>
                    <a:pt x="72" y="154"/>
                  </a:lnTo>
                  <a:lnTo>
                    <a:pt x="62" y="179"/>
                  </a:lnTo>
                  <a:lnTo>
                    <a:pt x="48" y="218"/>
                  </a:lnTo>
                  <a:lnTo>
                    <a:pt x="32" y="270"/>
                  </a:lnTo>
                  <a:lnTo>
                    <a:pt x="25" y="302"/>
                  </a:lnTo>
                  <a:lnTo>
                    <a:pt x="18" y="337"/>
                  </a:lnTo>
                  <a:lnTo>
                    <a:pt x="11" y="374"/>
                  </a:lnTo>
                  <a:lnTo>
                    <a:pt x="5" y="414"/>
                  </a:lnTo>
                  <a:lnTo>
                    <a:pt x="2" y="458"/>
                  </a:lnTo>
                  <a:lnTo>
                    <a:pt x="0" y="504"/>
                  </a:lnTo>
                  <a:lnTo>
                    <a:pt x="0" y="551"/>
                  </a:lnTo>
                  <a:lnTo>
                    <a:pt x="2" y="602"/>
                  </a:lnTo>
                  <a:lnTo>
                    <a:pt x="2" y="602"/>
                  </a:lnTo>
                  <a:lnTo>
                    <a:pt x="27" y="966"/>
                  </a:lnTo>
                  <a:lnTo>
                    <a:pt x="37" y="1119"/>
                  </a:lnTo>
                  <a:lnTo>
                    <a:pt x="139" y="1119"/>
                  </a:lnTo>
                  <a:lnTo>
                    <a:pt x="139" y="968"/>
                  </a:lnTo>
                  <a:lnTo>
                    <a:pt x="204" y="1119"/>
                  </a:lnTo>
                  <a:lnTo>
                    <a:pt x="772" y="1105"/>
                  </a:lnTo>
                  <a:lnTo>
                    <a:pt x="772" y="1105"/>
                  </a:lnTo>
                  <a:lnTo>
                    <a:pt x="779" y="984"/>
                  </a:lnTo>
                  <a:lnTo>
                    <a:pt x="788" y="855"/>
                  </a:lnTo>
                  <a:lnTo>
                    <a:pt x="795" y="706"/>
                  </a:lnTo>
                  <a:lnTo>
                    <a:pt x="800" y="551"/>
                  </a:lnTo>
                  <a:lnTo>
                    <a:pt x="803" y="411"/>
                  </a:lnTo>
                  <a:lnTo>
                    <a:pt x="803" y="349"/>
                  </a:lnTo>
                  <a:lnTo>
                    <a:pt x="802" y="297"/>
                  </a:lnTo>
                  <a:lnTo>
                    <a:pt x="798" y="258"/>
                  </a:lnTo>
                  <a:lnTo>
                    <a:pt x="796" y="242"/>
                  </a:lnTo>
                  <a:lnTo>
                    <a:pt x="793" y="230"/>
                  </a:lnTo>
                  <a:lnTo>
                    <a:pt x="793" y="230"/>
                  </a:lnTo>
                  <a:lnTo>
                    <a:pt x="789" y="221"/>
                  </a:lnTo>
                  <a:lnTo>
                    <a:pt x="782" y="209"/>
                  </a:lnTo>
                  <a:lnTo>
                    <a:pt x="775" y="196"/>
                  </a:lnTo>
                  <a:lnTo>
                    <a:pt x="765" y="184"/>
                  </a:lnTo>
                  <a:lnTo>
                    <a:pt x="740" y="156"/>
                  </a:lnTo>
                  <a:lnTo>
                    <a:pt x="708" y="128"/>
                  </a:lnTo>
                  <a:lnTo>
                    <a:pt x="672" y="100"/>
                  </a:lnTo>
                  <a:lnTo>
                    <a:pt x="652" y="86"/>
                  </a:lnTo>
                  <a:lnTo>
                    <a:pt x="629" y="73"/>
                  </a:lnTo>
                  <a:lnTo>
                    <a:pt x="607" y="59"/>
                  </a:lnTo>
                  <a:lnTo>
                    <a:pt x="584" y="49"/>
                  </a:lnTo>
                  <a:lnTo>
                    <a:pt x="559" y="36"/>
                  </a:lnTo>
                  <a:lnTo>
                    <a:pt x="533" y="28"/>
                  </a:lnTo>
                  <a:lnTo>
                    <a:pt x="506" y="19"/>
                  </a:lnTo>
                  <a:lnTo>
                    <a:pt x="480" y="12"/>
                  </a:lnTo>
                  <a:lnTo>
                    <a:pt x="452" y="7"/>
                  </a:lnTo>
                  <a:lnTo>
                    <a:pt x="424" y="3"/>
                  </a:lnTo>
                  <a:lnTo>
                    <a:pt x="396" y="0"/>
                  </a:lnTo>
                  <a:lnTo>
                    <a:pt x="366" y="0"/>
                  </a:lnTo>
                  <a:lnTo>
                    <a:pt x="338" y="3"/>
                  </a:lnTo>
                  <a:lnTo>
                    <a:pt x="308" y="7"/>
                  </a:lnTo>
                  <a:lnTo>
                    <a:pt x="278" y="14"/>
                  </a:lnTo>
                  <a:lnTo>
                    <a:pt x="250" y="24"/>
                  </a:lnTo>
                  <a:lnTo>
                    <a:pt x="220" y="36"/>
                  </a:lnTo>
                  <a:lnTo>
                    <a:pt x="190" y="52"/>
                  </a:lnTo>
                  <a:lnTo>
                    <a:pt x="162" y="70"/>
                  </a:lnTo>
                  <a:lnTo>
                    <a:pt x="132" y="93"/>
                  </a:lnTo>
                  <a:lnTo>
                    <a:pt x="104" y="117"/>
                  </a:lnTo>
                  <a:lnTo>
                    <a:pt x="76" y="145"/>
                  </a:lnTo>
                  <a:close/>
                </a:path>
              </a:pathLst>
            </a:custGeom>
            <a:solidFill>
              <a:srgbClr val="7676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16" name="Freeform 127"/>
            <p:cNvSpPr>
              <a:spLocks/>
            </p:cNvSpPr>
            <p:nvPr/>
          </p:nvSpPr>
          <p:spPr bwMode="auto">
            <a:xfrm>
              <a:off x="8785226" y="3641725"/>
              <a:ext cx="1274763" cy="1776413"/>
            </a:xfrm>
            <a:custGeom>
              <a:avLst/>
              <a:gdLst>
                <a:gd name="T0" fmla="*/ 76 w 803"/>
                <a:gd name="T1" fmla="*/ 145 h 1119"/>
                <a:gd name="T2" fmla="*/ 76 w 803"/>
                <a:gd name="T3" fmla="*/ 145 h 1119"/>
                <a:gd name="T4" fmla="*/ 72 w 803"/>
                <a:gd name="T5" fmla="*/ 154 h 1119"/>
                <a:gd name="T6" fmla="*/ 62 w 803"/>
                <a:gd name="T7" fmla="*/ 179 h 1119"/>
                <a:gd name="T8" fmla="*/ 48 w 803"/>
                <a:gd name="T9" fmla="*/ 218 h 1119"/>
                <a:gd name="T10" fmla="*/ 32 w 803"/>
                <a:gd name="T11" fmla="*/ 270 h 1119"/>
                <a:gd name="T12" fmla="*/ 25 w 803"/>
                <a:gd name="T13" fmla="*/ 302 h 1119"/>
                <a:gd name="T14" fmla="*/ 18 w 803"/>
                <a:gd name="T15" fmla="*/ 337 h 1119"/>
                <a:gd name="T16" fmla="*/ 11 w 803"/>
                <a:gd name="T17" fmla="*/ 374 h 1119"/>
                <a:gd name="T18" fmla="*/ 5 w 803"/>
                <a:gd name="T19" fmla="*/ 414 h 1119"/>
                <a:gd name="T20" fmla="*/ 2 w 803"/>
                <a:gd name="T21" fmla="*/ 458 h 1119"/>
                <a:gd name="T22" fmla="*/ 0 w 803"/>
                <a:gd name="T23" fmla="*/ 504 h 1119"/>
                <a:gd name="T24" fmla="*/ 0 w 803"/>
                <a:gd name="T25" fmla="*/ 551 h 1119"/>
                <a:gd name="T26" fmla="*/ 2 w 803"/>
                <a:gd name="T27" fmla="*/ 602 h 1119"/>
                <a:gd name="T28" fmla="*/ 2 w 803"/>
                <a:gd name="T29" fmla="*/ 602 h 1119"/>
                <a:gd name="T30" fmla="*/ 27 w 803"/>
                <a:gd name="T31" fmla="*/ 966 h 1119"/>
                <a:gd name="T32" fmla="*/ 37 w 803"/>
                <a:gd name="T33" fmla="*/ 1119 h 1119"/>
                <a:gd name="T34" fmla="*/ 139 w 803"/>
                <a:gd name="T35" fmla="*/ 1119 h 1119"/>
                <a:gd name="T36" fmla="*/ 139 w 803"/>
                <a:gd name="T37" fmla="*/ 968 h 1119"/>
                <a:gd name="T38" fmla="*/ 204 w 803"/>
                <a:gd name="T39" fmla="*/ 1119 h 1119"/>
                <a:gd name="T40" fmla="*/ 772 w 803"/>
                <a:gd name="T41" fmla="*/ 1105 h 1119"/>
                <a:gd name="T42" fmla="*/ 772 w 803"/>
                <a:gd name="T43" fmla="*/ 1105 h 1119"/>
                <a:gd name="T44" fmla="*/ 779 w 803"/>
                <a:gd name="T45" fmla="*/ 984 h 1119"/>
                <a:gd name="T46" fmla="*/ 788 w 803"/>
                <a:gd name="T47" fmla="*/ 855 h 1119"/>
                <a:gd name="T48" fmla="*/ 795 w 803"/>
                <a:gd name="T49" fmla="*/ 706 h 1119"/>
                <a:gd name="T50" fmla="*/ 800 w 803"/>
                <a:gd name="T51" fmla="*/ 551 h 1119"/>
                <a:gd name="T52" fmla="*/ 803 w 803"/>
                <a:gd name="T53" fmla="*/ 411 h 1119"/>
                <a:gd name="T54" fmla="*/ 803 w 803"/>
                <a:gd name="T55" fmla="*/ 349 h 1119"/>
                <a:gd name="T56" fmla="*/ 802 w 803"/>
                <a:gd name="T57" fmla="*/ 297 h 1119"/>
                <a:gd name="T58" fmla="*/ 798 w 803"/>
                <a:gd name="T59" fmla="*/ 258 h 1119"/>
                <a:gd name="T60" fmla="*/ 796 w 803"/>
                <a:gd name="T61" fmla="*/ 242 h 1119"/>
                <a:gd name="T62" fmla="*/ 793 w 803"/>
                <a:gd name="T63" fmla="*/ 230 h 1119"/>
                <a:gd name="T64" fmla="*/ 793 w 803"/>
                <a:gd name="T65" fmla="*/ 230 h 1119"/>
                <a:gd name="T66" fmla="*/ 789 w 803"/>
                <a:gd name="T67" fmla="*/ 221 h 1119"/>
                <a:gd name="T68" fmla="*/ 782 w 803"/>
                <a:gd name="T69" fmla="*/ 209 h 1119"/>
                <a:gd name="T70" fmla="*/ 775 w 803"/>
                <a:gd name="T71" fmla="*/ 196 h 1119"/>
                <a:gd name="T72" fmla="*/ 765 w 803"/>
                <a:gd name="T73" fmla="*/ 184 h 1119"/>
                <a:gd name="T74" fmla="*/ 740 w 803"/>
                <a:gd name="T75" fmla="*/ 156 h 1119"/>
                <a:gd name="T76" fmla="*/ 708 w 803"/>
                <a:gd name="T77" fmla="*/ 128 h 1119"/>
                <a:gd name="T78" fmla="*/ 672 w 803"/>
                <a:gd name="T79" fmla="*/ 100 h 1119"/>
                <a:gd name="T80" fmla="*/ 652 w 803"/>
                <a:gd name="T81" fmla="*/ 86 h 1119"/>
                <a:gd name="T82" fmla="*/ 629 w 803"/>
                <a:gd name="T83" fmla="*/ 73 h 1119"/>
                <a:gd name="T84" fmla="*/ 607 w 803"/>
                <a:gd name="T85" fmla="*/ 59 h 1119"/>
                <a:gd name="T86" fmla="*/ 584 w 803"/>
                <a:gd name="T87" fmla="*/ 49 h 1119"/>
                <a:gd name="T88" fmla="*/ 559 w 803"/>
                <a:gd name="T89" fmla="*/ 36 h 1119"/>
                <a:gd name="T90" fmla="*/ 533 w 803"/>
                <a:gd name="T91" fmla="*/ 28 h 1119"/>
                <a:gd name="T92" fmla="*/ 506 w 803"/>
                <a:gd name="T93" fmla="*/ 19 h 1119"/>
                <a:gd name="T94" fmla="*/ 480 w 803"/>
                <a:gd name="T95" fmla="*/ 12 h 1119"/>
                <a:gd name="T96" fmla="*/ 452 w 803"/>
                <a:gd name="T97" fmla="*/ 7 h 1119"/>
                <a:gd name="T98" fmla="*/ 424 w 803"/>
                <a:gd name="T99" fmla="*/ 3 h 1119"/>
                <a:gd name="T100" fmla="*/ 396 w 803"/>
                <a:gd name="T101" fmla="*/ 0 h 1119"/>
                <a:gd name="T102" fmla="*/ 366 w 803"/>
                <a:gd name="T103" fmla="*/ 0 h 1119"/>
                <a:gd name="T104" fmla="*/ 338 w 803"/>
                <a:gd name="T105" fmla="*/ 3 h 1119"/>
                <a:gd name="T106" fmla="*/ 308 w 803"/>
                <a:gd name="T107" fmla="*/ 7 h 1119"/>
                <a:gd name="T108" fmla="*/ 278 w 803"/>
                <a:gd name="T109" fmla="*/ 14 h 1119"/>
                <a:gd name="T110" fmla="*/ 250 w 803"/>
                <a:gd name="T111" fmla="*/ 24 h 1119"/>
                <a:gd name="T112" fmla="*/ 220 w 803"/>
                <a:gd name="T113" fmla="*/ 36 h 1119"/>
                <a:gd name="T114" fmla="*/ 190 w 803"/>
                <a:gd name="T115" fmla="*/ 52 h 1119"/>
                <a:gd name="T116" fmla="*/ 162 w 803"/>
                <a:gd name="T117" fmla="*/ 70 h 1119"/>
                <a:gd name="T118" fmla="*/ 132 w 803"/>
                <a:gd name="T119" fmla="*/ 93 h 1119"/>
                <a:gd name="T120" fmla="*/ 104 w 803"/>
                <a:gd name="T121" fmla="*/ 117 h 1119"/>
                <a:gd name="T122" fmla="*/ 76 w 803"/>
                <a:gd name="T123" fmla="*/ 145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03" h="1119">
                  <a:moveTo>
                    <a:pt x="76" y="145"/>
                  </a:moveTo>
                  <a:lnTo>
                    <a:pt x="76" y="145"/>
                  </a:lnTo>
                  <a:lnTo>
                    <a:pt x="72" y="154"/>
                  </a:lnTo>
                  <a:lnTo>
                    <a:pt x="62" y="179"/>
                  </a:lnTo>
                  <a:lnTo>
                    <a:pt x="48" y="218"/>
                  </a:lnTo>
                  <a:lnTo>
                    <a:pt x="32" y="270"/>
                  </a:lnTo>
                  <a:lnTo>
                    <a:pt x="25" y="302"/>
                  </a:lnTo>
                  <a:lnTo>
                    <a:pt x="18" y="337"/>
                  </a:lnTo>
                  <a:lnTo>
                    <a:pt x="11" y="374"/>
                  </a:lnTo>
                  <a:lnTo>
                    <a:pt x="5" y="414"/>
                  </a:lnTo>
                  <a:lnTo>
                    <a:pt x="2" y="458"/>
                  </a:lnTo>
                  <a:lnTo>
                    <a:pt x="0" y="504"/>
                  </a:lnTo>
                  <a:lnTo>
                    <a:pt x="0" y="551"/>
                  </a:lnTo>
                  <a:lnTo>
                    <a:pt x="2" y="602"/>
                  </a:lnTo>
                  <a:lnTo>
                    <a:pt x="2" y="602"/>
                  </a:lnTo>
                  <a:lnTo>
                    <a:pt x="27" y="966"/>
                  </a:lnTo>
                  <a:lnTo>
                    <a:pt x="37" y="1119"/>
                  </a:lnTo>
                  <a:lnTo>
                    <a:pt x="139" y="1119"/>
                  </a:lnTo>
                  <a:lnTo>
                    <a:pt x="139" y="968"/>
                  </a:lnTo>
                  <a:lnTo>
                    <a:pt x="204" y="1119"/>
                  </a:lnTo>
                  <a:lnTo>
                    <a:pt x="772" y="1105"/>
                  </a:lnTo>
                  <a:lnTo>
                    <a:pt x="772" y="1105"/>
                  </a:lnTo>
                  <a:lnTo>
                    <a:pt x="779" y="984"/>
                  </a:lnTo>
                  <a:lnTo>
                    <a:pt x="788" y="855"/>
                  </a:lnTo>
                  <a:lnTo>
                    <a:pt x="795" y="706"/>
                  </a:lnTo>
                  <a:lnTo>
                    <a:pt x="800" y="551"/>
                  </a:lnTo>
                  <a:lnTo>
                    <a:pt x="803" y="411"/>
                  </a:lnTo>
                  <a:lnTo>
                    <a:pt x="803" y="349"/>
                  </a:lnTo>
                  <a:lnTo>
                    <a:pt x="802" y="297"/>
                  </a:lnTo>
                  <a:lnTo>
                    <a:pt x="798" y="258"/>
                  </a:lnTo>
                  <a:lnTo>
                    <a:pt x="796" y="242"/>
                  </a:lnTo>
                  <a:lnTo>
                    <a:pt x="793" y="230"/>
                  </a:lnTo>
                  <a:lnTo>
                    <a:pt x="793" y="230"/>
                  </a:lnTo>
                  <a:lnTo>
                    <a:pt x="789" y="221"/>
                  </a:lnTo>
                  <a:lnTo>
                    <a:pt x="782" y="209"/>
                  </a:lnTo>
                  <a:lnTo>
                    <a:pt x="775" y="196"/>
                  </a:lnTo>
                  <a:lnTo>
                    <a:pt x="765" y="184"/>
                  </a:lnTo>
                  <a:lnTo>
                    <a:pt x="740" y="156"/>
                  </a:lnTo>
                  <a:lnTo>
                    <a:pt x="708" y="128"/>
                  </a:lnTo>
                  <a:lnTo>
                    <a:pt x="672" y="100"/>
                  </a:lnTo>
                  <a:lnTo>
                    <a:pt x="652" y="86"/>
                  </a:lnTo>
                  <a:lnTo>
                    <a:pt x="629" y="73"/>
                  </a:lnTo>
                  <a:lnTo>
                    <a:pt x="607" y="59"/>
                  </a:lnTo>
                  <a:lnTo>
                    <a:pt x="584" y="49"/>
                  </a:lnTo>
                  <a:lnTo>
                    <a:pt x="559" y="36"/>
                  </a:lnTo>
                  <a:lnTo>
                    <a:pt x="533" y="28"/>
                  </a:lnTo>
                  <a:lnTo>
                    <a:pt x="506" y="19"/>
                  </a:lnTo>
                  <a:lnTo>
                    <a:pt x="480" y="12"/>
                  </a:lnTo>
                  <a:lnTo>
                    <a:pt x="452" y="7"/>
                  </a:lnTo>
                  <a:lnTo>
                    <a:pt x="424" y="3"/>
                  </a:lnTo>
                  <a:lnTo>
                    <a:pt x="396" y="0"/>
                  </a:lnTo>
                  <a:lnTo>
                    <a:pt x="366" y="0"/>
                  </a:lnTo>
                  <a:lnTo>
                    <a:pt x="338" y="3"/>
                  </a:lnTo>
                  <a:lnTo>
                    <a:pt x="308" y="7"/>
                  </a:lnTo>
                  <a:lnTo>
                    <a:pt x="278" y="14"/>
                  </a:lnTo>
                  <a:lnTo>
                    <a:pt x="250" y="24"/>
                  </a:lnTo>
                  <a:lnTo>
                    <a:pt x="220" y="36"/>
                  </a:lnTo>
                  <a:lnTo>
                    <a:pt x="190" y="52"/>
                  </a:lnTo>
                  <a:lnTo>
                    <a:pt x="162" y="70"/>
                  </a:lnTo>
                  <a:lnTo>
                    <a:pt x="132" y="93"/>
                  </a:lnTo>
                  <a:lnTo>
                    <a:pt x="104" y="117"/>
                  </a:lnTo>
                  <a:lnTo>
                    <a:pt x="76" y="1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17" name="Freeform 128"/>
            <p:cNvSpPr>
              <a:spLocks/>
            </p:cNvSpPr>
            <p:nvPr/>
          </p:nvSpPr>
          <p:spPr bwMode="auto">
            <a:xfrm>
              <a:off x="10406063" y="1562100"/>
              <a:ext cx="195263" cy="76200"/>
            </a:xfrm>
            <a:custGeom>
              <a:avLst/>
              <a:gdLst>
                <a:gd name="T0" fmla="*/ 0 w 123"/>
                <a:gd name="T1" fmla="*/ 30 h 48"/>
                <a:gd name="T2" fmla="*/ 0 w 123"/>
                <a:gd name="T3" fmla="*/ 30 h 48"/>
                <a:gd name="T4" fmla="*/ 7 w 123"/>
                <a:gd name="T5" fmla="*/ 23 h 48"/>
                <a:gd name="T6" fmla="*/ 18 w 123"/>
                <a:gd name="T7" fmla="*/ 16 h 48"/>
                <a:gd name="T8" fmla="*/ 32 w 123"/>
                <a:gd name="T9" fmla="*/ 9 h 48"/>
                <a:gd name="T10" fmla="*/ 50 w 123"/>
                <a:gd name="T11" fmla="*/ 4 h 48"/>
                <a:gd name="T12" fmla="*/ 71 w 123"/>
                <a:gd name="T13" fmla="*/ 0 h 48"/>
                <a:gd name="T14" fmla="*/ 81 w 123"/>
                <a:gd name="T15" fmla="*/ 0 h 48"/>
                <a:gd name="T16" fmla="*/ 95 w 123"/>
                <a:gd name="T17" fmla="*/ 0 h 48"/>
                <a:gd name="T18" fmla="*/ 109 w 123"/>
                <a:gd name="T19" fmla="*/ 2 h 48"/>
                <a:gd name="T20" fmla="*/ 123 w 123"/>
                <a:gd name="T21" fmla="*/ 5 h 48"/>
                <a:gd name="T22" fmla="*/ 118 w 123"/>
                <a:gd name="T23" fmla="*/ 30 h 48"/>
                <a:gd name="T24" fmla="*/ 20 w 123"/>
                <a:gd name="T25" fmla="*/ 48 h 48"/>
                <a:gd name="T26" fmla="*/ 0 w 123"/>
                <a:gd name="T27" fmla="*/ 3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 h="48">
                  <a:moveTo>
                    <a:pt x="0" y="30"/>
                  </a:moveTo>
                  <a:lnTo>
                    <a:pt x="0" y="30"/>
                  </a:lnTo>
                  <a:lnTo>
                    <a:pt x="7" y="23"/>
                  </a:lnTo>
                  <a:lnTo>
                    <a:pt x="18" y="16"/>
                  </a:lnTo>
                  <a:lnTo>
                    <a:pt x="32" y="9"/>
                  </a:lnTo>
                  <a:lnTo>
                    <a:pt x="50" y="4"/>
                  </a:lnTo>
                  <a:lnTo>
                    <a:pt x="71" y="0"/>
                  </a:lnTo>
                  <a:lnTo>
                    <a:pt x="81" y="0"/>
                  </a:lnTo>
                  <a:lnTo>
                    <a:pt x="95" y="0"/>
                  </a:lnTo>
                  <a:lnTo>
                    <a:pt x="109" y="2"/>
                  </a:lnTo>
                  <a:lnTo>
                    <a:pt x="123" y="5"/>
                  </a:lnTo>
                  <a:lnTo>
                    <a:pt x="118" y="30"/>
                  </a:lnTo>
                  <a:lnTo>
                    <a:pt x="20" y="48"/>
                  </a:lnTo>
                  <a:lnTo>
                    <a:pt x="0" y="30"/>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18" name="Freeform 129"/>
            <p:cNvSpPr>
              <a:spLocks/>
            </p:cNvSpPr>
            <p:nvPr/>
          </p:nvSpPr>
          <p:spPr bwMode="auto">
            <a:xfrm>
              <a:off x="10393363" y="1651000"/>
              <a:ext cx="236538" cy="109538"/>
            </a:xfrm>
            <a:custGeom>
              <a:avLst/>
              <a:gdLst>
                <a:gd name="T0" fmla="*/ 0 w 149"/>
                <a:gd name="T1" fmla="*/ 32 h 69"/>
                <a:gd name="T2" fmla="*/ 0 w 149"/>
                <a:gd name="T3" fmla="*/ 32 h 69"/>
                <a:gd name="T4" fmla="*/ 12 w 149"/>
                <a:gd name="T5" fmla="*/ 23 h 69"/>
                <a:gd name="T6" fmla="*/ 26 w 149"/>
                <a:gd name="T7" fmla="*/ 16 h 69"/>
                <a:gd name="T8" fmla="*/ 45 w 149"/>
                <a:gd name="T9" fmla="*/ 9 h 69"/>
                <a:gd name="T10" fmla="*/ 66 w 149"/>
                <a:gd name="T11" fmla="*/ 4 h 69"/>
                <a:gd name="T12" fmla="*/ 79 w 149"/>
                <a:gd name="T13" fmla="*/ 2 h 69"/>
                <a:gd name="T14" fmla="*/ 93 w 149"/>
                <a:gd name="T15" fmla="*/ 0 h 69"/>
                <a:gd name="T16" fmla="*/ 105 w 149"/>
                <a:gd name="T17" fmla="*/ 2 h 69"/>
                <a:gd name="T18" fmla="*/ 119 w 149"/>
                <a:gd name="T19" fmla="*/ 4 h 69"/>
                <a:gd name="T20" fmla="*/ 135 w 149"/>
                <a:gd name="T21" fmla="*/ 7 h 69"/>
                <a:gd name="T22" fmla="*/ 149 w 149"/>
                <a:gd name="T23" fmla="*/ 13 h 69"/>
                <a:gd name="T24" fmla="*/ 126 w 149"/>
                <a:gd name="T25" fmla="*/ 53 h 69"/>
                <a:gd name="T26" fmla="*/ 17 w 149"/>
                <a:gd name="T27" fmla="*/ 69 h 69"/>
                <a:gd name="T28" fmla="*/ 0 w 149"/>
                <a:gd name="T29" fmla="*/ 3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69">
                  <a:moveTo>
                    <a:pt x="0" y="32"/>
                  </a:moveTo>
                  <a:lnTo>
                    <a:pt x="0" y="32"/>
                  </a:lnTo>
                  <a:lnTo>
                    <a:pt x="12" y="23"/>
                  </a:lnTo>
                  <a:lnTo>
                    <a:pt x="26" y="16"/>
                  </a:lnTo>
                  <a:lnTo>
                    <a:pt x="45" y="9"/>
                  </a:lnTo>
                  <a:lnTo>
                    <a:pt x="66" y="4"/>
                  </a:lnTo>
                  <a:lnTo>
                    <a:pt x="79" y="2"/>
                  </a:lnTo>
                  <a:lnTo>
                    <a:pt x="93" y="0"/>
                  </a:lnTo>
                  <a:lnTo>
                    <a:pt x="105" y="2"/>
                  </a:lnTo>
                  <a:lnTo>
                    <a:pt x="119" y="4"/>
                  </a:lnTo>
                  <a:lnTo>
                    <a:pt x="135" y="7"/>
                  </a:lnTo>
                  <a:lnTo>
                    <a:pt x="149" y="13"/>
                  </a:lnTo>
                  <a:lnTo>
                    <a:pt x="126" y="53"/>
                  </a:lnTo>
                  <a:lnTo>
                    <a:pt x="17" y="69"/>
                  </a:lnTo>
                  <a:lnTo>
                    <a:pt x="0" y="32"/>
                  </a:lnTo>
                  <a:close/>
                </a:path>
              </a:pathLst>
            </a:custGeom>
            <a:solidFill>
              <a:srgbClr val="2323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19" name="Freeform 130"/>
            <p:cNvSpPr>
              <a:spLocks/>
            </p:cNvSpPr>
            <p:nvPr/>
          </p:nvSpPr>
          <p:spPr bwMode="auto">
            <a:xfrm>
              <a:off x="8816976" y="2065338"/>
              <a:ext cx="1404938" cy="2093913"/>
            </a:xfrm>
            <a:custGeom>
              <a:avLst/>
              <a:gdLst>
                <a:gd name="T0" fmla="*/ 804 w 885"/>
                <a:gd name="T1" fmla="*/ 130 h 1319"/>
                <a:gd name="T2" fmla="*/ 806 w 885"/>
                <a:gd name="T3" fmla="*/ 158 h 1319"/>
                <a:gd name="T4" fmla="*/ 812 w 885"/>
                <a:gd name="T5" fmla="*/ 225 h 1319"/>
                <a:gd name="T6" fmla="*/ 826 w 885"/>
                <a:gd name="T7" fmla="*/ 304 h 1319"/>
                <a:gd name="T8" fmla="*/ 838 w 885"/>
                <a:gd name="T9" fmla="*/ 342 h 1319"/>
                <a:gd name="T10" fmla="*/ 852 w 885"/>
                <a:gd name="T11" fmla="*/ 374 h 1319"/>
                <a:gd name="T12" fmla="*/ 866 w 885"/>
                <a:gd name="T13" fmla="*/ 404 h 1319"/>
                <a:gd name="T14" fmla="*/ 878 w 885"/>
                <a:gd name="T15" fmla="*/ 434 h 1319"/>
                <a:gd name="T16" fmla="*/ 884 w 885"/>
                <a:gd name="T17" fmla="*/ 465 h 1319"/>
                <a:gd name="T18" fmla="*/ 885 w 885"/>
                <a:gd name="T19" fmla="*/ 497 h 1319"/>
                <a:gd name="T20" fmla="*/ 882 w 885"/>
                <a:gd name="T21" fmla="*/ 532 h 1319"/>
                <a:gd name="T22" fmla="*/ 870 w 885"/>
                <a:gd name="T23" fmla="*/ 569 h 1319"/>
                <a:gd name="T24" fmla="*/ 852 w 885"/>
                <a:gd name="T25" fmla="*/ 608 h 1319"/>
                <a:gd name="T26" fmla="*/ 826 w 885"/>
                <a:gd name="T27" fmla="*/ 648 h 1319"/>
                <a:gd name="T28" fmla="*/ 797 w 885"/>
                <a:gd name="T29" fmla="*/ 692 h 1319"/>
                <a:gd name="T30" fmla="*/ 761 w 885"/>
                <a:gd name="T31" fmla="*/ 757 h 1319"/>
                <a:gd name="T32" fmla="*/ 743 w 885"/>
                <a:gd name="T33" fmla="*/ 801 h 1319"/>
                <a:gd name="T34" fmla="*/ 729 w 885"/>
                <a:gd name="T35" fmla="*/ 847 h 1319"/>
                <a:gd name="T36" fmla="*/ 722 w 885"/>
                <a:gd name="T37" fmla="*/ 894 h 1319"/>
                <a:gd name="T38" fmla="*/ 720 w 885"/>
                <a:gd name="T39" fmla="*/ 940 h 1319"/>
                <a:gd name="T40" fmla="*/ 727 w 885"/>
                <a:gd name="T41" fmla="*/ 987 h 1319"/>
                <a:gd name="T42" fmla="*/ 732 w 885"/>
                <a:gd name="T43" fmla="*/ 1010 h 1319"/>
                <a:gd name="T44" fmla="*/ 785 w 885"/>
                <a:gd name="T45" fmla="*/ 1182 h 1319"/>
                <a:gd name="T46" fmla="*/ 710 w 885"/>
                <a:gd name="T47" fmla="*/ 1279 h 1319"/>
                <a:gd name="T48" fmla="*/ 662 w 885"/>
                <a:gd name="T49" fmla="*/ 1286 h 1319"/>
                <a:gd name="T50" fmla="*/ 630 w 885"/>
                <a:gd name="T51" fmla="*/ 1293 h 1319"/>
                <a:gd name="T52" fmla="*/ 492 w 885"/>
                <a:gd name="T53" fmla="*/ 1311 h 1319"/>
                <a:gd name="T54" fmla="*/ 369 w 885"/>
                <a:gd name="T55" fmla="*/ 1319 h 1319"/>
                <a:gd name="T56" fmla="*/ 307 w 885"/>
                <a:gd name="T57" fmla="*/ 1319 h 1319"/>
                <a:gd name="T58" fmla="*/ 207 w 885"/>
                <a:gd name="T59" fmla="*/ 1314 h 1319"/>
                <a:gd name="T60" fmla="*/ 144 w 885"/>
                <a:gd name="T61" fmla="*/ 1307 h 1319"/>
                <a:gd name="T62" fmla="*/ 112 w 885"/>
                <a:gd name="T63" fmla="*/ 1300 h 1319"/>
                <a:gd name="T64" fmla="*/ 123 w 885"/>
                <a:gd name="T65" fmla="*/ 1110 h 1319"/>
                <a:gd name="T66" fmla="*/ 0 w 885"/>
                <a:gd name="T67" fmla="*/ 1158 h 1319"/>
                <a:gd name="T68" fmla="*/ 15 w 885"/>
                <a:gd name="T69" fmla="*/ 1131 h 1319"/>
                <a:gd name="T70" fmla="*/ 52 w 885"/>
                <a:gd name="T71" fmla="*/ 1059 h 1319"/>
                <a:gd name="T72" fmla="*/ 93 w 885"/>
                <a:gd name="T73" fmla="*/ 961 h 1319"/>
                <a:gd name="T74" fmla="*/ 109 w 885"/>
                <a:gd name="T75" fmla="*/ 908 h 1319"/>
                <a:gd name="T76" fmla="*/ 119 w 885"/>
                <a:gd name="T77" fmla="*/ 854 h 1319"/>
                <a:gd name="T78" fmla="*/ 123 w 885"/>
                <a:gd name="T79" fmla="*/ 827 h 1319"/>
                <a:gd name="T80" fmla="*/ 124 w 885"/>
                <a:gd name="T81" fmla="*/ 731 h 1319"/>
                <a:gd name="T82" fmla="*/ 116 w 885"/>
                <a:gd name="T83" fmla="*/ 595 h 1319"/>
                <a:gd name="T84" fmla="*/ 103 w 885"/>
                <a:gd name="T85" fmla="*/ 488 h 1319"/>
                <a:gd name="T86" fmla="*/ 72 w 885"/>
                <a:gd name="T87" fmla="*/ 96 h 1319"/>
                <a:gd name="T88" fmla="*/ 580 w 885"/>
                <a:gd name="T89" fmla="*/ 12 h 1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5" h="1319">
                  <a:moveTo>
                    <a:pt x="580" y="12"/>
                  </a:moveTo>
                  <a:lnTo>
                    <a:pt x="804" y="130"/>
                  </a:lnTo>
                  <a:lnTo>
                    <a:pt x="804" y="130"/>
                  </a:lnTo>
                  <a:lnTo>
                    <a:pt x="806" y="158"/>
                  </a:lnTo>
                  <a:lnTo>
                    <a:pt x="808" y="188"/>
                  </a:lnTo>
                  <a:lnTo>
                    <a:pt x="812" y="225"/>
                  </a:lnTo>
                  <a:lnTo>
                    <a:pt x="819" y="263"/>
                  </a:lnTo>
                  <a:lnTo>
                    <a:pt x="826" y="304"/>
                  </a:lnTo>
                  <a:lnTo>
                    <a:pt x="831" y="325"/>
                  </a:lnTo>
                  <a:lnTo>
                    <a:pt x="838" y="342"/>
                  </a:lnTo>
                  <a:lnTo>
                    <a:pt x="845" y="360"/>
                  </a:lnTo>
                  <a:lnTo>
                    <a:pt x="852" y="374"/>
                  </a:lnTo>
                  <a:lnTo>
                    <a:pt x="852" y="374"/>
                  </a:lnTo>
                  <a:lnTo>
                    <a:pt x="866" y="404"/>
                  </a:lnTo>
                  <a:lnTo>
                    <a:pt x="873" y="418"/>
                  </a:lnTo>
                  <a:lnTo>
                    <a:pt x="878" y="434"/>
                  </a:lnTo>
                  <a:lnTo>
                    <a:pt x="882" y="449"/>
                  </a:lnTo>
                  <a:lnTo>
                    <a:pt x="884" y="465"/>
                  </a:lnTo>
                  <a:lnTo>
                    <a:pt x="885" y="481"/>
                  </a:lnTo>
                  <a:lnTo>
                    <a:pt x="885" y="497"/>
                  </a:lnTo>
                  <a:lnTo>
                    <a:pt x="884" y="515"/>
                  </a:lnTo>
                  <a:lnTo>
                    <a:pt x="882" y="532"/>
                  </a:lnTo>
                  <a:lnTo>
                    <a:pt x="877" y="550"/>
                  </a:lnTo>
                  <a:lnTo>
                    <a:pt x="870" y="569"/>
                  </a:lnTo>
                  <a:lnTo>
                    <a:pt x="862" y="588"/>
                  </a:lnTo>
                  <a:lnTo>
                    <a:pt x="852" y="608"/>
                  </a:lnTo>
                  <a:lnTo>
                    <a:pt x="840" y="629"/>
                  </a:lnTo>
                  <a:lnTo>
                    <a:pt x="826" y="648"/>
                  </a:lnTo>
                  <a:lnTo>
                    <a:pt x="826" y="648"/>
                  </a:lnTo>
                  <a:lnTo>
                    <a:pt x="797" y="692"/>
                  </a:lnTo>
                  <a:lnTo>
                    <a:pt x="771" y="734"/>
                  </a:lnTo>
                  <a:lnTo>
                    <a:pt x="761" y="757"/>
                  </a:lnTo>
                  <a:lnTo>
                    <a:pt x="752" y="780"/>
                  </a:lnTo>
                  <a:lnTo>
                    <a:pt x="743" y="801"/>
                  </a:lnTo>
                  <a:lnTo>
                    <a:pt x="736" y="824"/>
                  </a:lnTo>
                  <a:lnTo>
                    <a:pt x="729" y="847"/>
                  </a:lnTo>
                  <a:lnTo>
                    <a:pt x="725" y="870"/>
                  </a:lnTo>
                  <a:lnTo>
                    <a:pt x="722" y="894"/>
                  </a:lnTo>
                  <a:lnTo>
                    <a:pt x="720" y="917"/>
                  </a:lnTo>
                  <a:lnTo>
                    <a:pt x="720" y="940"/>
                  </a:lnTo>
                  <a:lnTo>
                    <a:pt x="724" y="963"/>
                  </a:lnTo>
                  <a:lnTo>
                    <a:pt x="727" y="987"/>
                  </a:lnTo>
                  <a:lnTo>
                    <a:pt x="732" y="1010"/>
                  </a:lnTo>
                  <a:lnTo>
                    <a:pt x="732" y="1010"/>
                  </a:lnTo>
                  <a:lnTo>
                    <a:pt x="761" y="1103"/>
                  </a:lnTo>
                  <a:lnTo>
                    <a:pt x="785" y="1182"/>
                  </a:lnTo>
                  <a:lnTo>
                    <a:pt x="810" y="1260"/>
                  </a:lnTo>
                  <a:lnTo>
                    <a:pt x="710" y="1279"/>
                  </a:lnTo>
                  <a:lnTo>
                    <a:pt x="653" y="1124"/>
                  </a:lnTo>
                  <a:lnTo>
                    <a:pt x="662" y="1286"/>
                  </a:lnTo>
                  <a:lnTo>
                    <a:pt x="662" y="1286"/>
                  </a:lnTo>
                  <a:lnTo>
                    <a:pt x="630" y="1293"/>
                  </a:lnTo>
                  <a:lnTo>
                    <a:pt x="546" y="1305"/>
                  </a:lnTo>
                  <a:lnTo>
                    <a:pt x="492" y="1311"/>
                  </a:lnTo>
                  <a:lnTo>
                    <a:pt x="432" y="1316"/>
                  </a:lnTo>
                  <a:lnTo>
                    <a:pt x="369" y="1319"/>
                  </a:lnTo>
                  <a:lnTo>
                    <a:pt x="307" y="1319"/>
                  </a:lnTo>
                  <a:lnTo>
                    <a:pt x="307" y="1319"/>
                  </a:lnTo>
                  <a:lnTo>
                    <a:pt x="251" y="1318"/>
                  </a:lnTo>
                  <a:lnTo>
                    <a:pt x="207" y="1314"/>
                  </a:lnTo>
                  <a:lnTo>
                    <a:pt x="170" y="1311"/>
                  </a:lnTo>
                  <a:lnTo>
                    <a:pt x="144" y="1307"/>
                  </a:lnTo>
                  <a:lnTo>
                    <a:pt x="124" y="1304"/>
                  </a:lnTo>
                  <a:lnTo>
                    <a:pt x="112" y="1300"/>
                  </a:lnTo>
                  <a:lnTo>
                    <a:pt x="103" y="1297"/>
                  </a:lnTo>
                  <a:lnTo>
                    <a:pt x="123" y="1110"/>
                  </a:lnTo>
                  <a:lnTo>
                    <a:pt x="58" y="1223"/>
                  </a:lnTo>
                  <a:lnTo>
                    <a:pt x="0" y="1158"/>
                  </a:lnTo>
                  <a:lnTo>
                    <a:pt x="0" y="1158"/>
                  </a:lnTo>
                  <a:lnTo>
                    <a:pt x="15" y="1131"/>
                  </a:lnTo>
                  <a:lnTo>
                    <a:pt x="33" y="1100"/>
                  </a:lnTo>
                  <a:lnTo>
                    <a:pt x="52" y="1059"/>
                  </a:lnTo>
                  <a:lnTo>
                    <a:pt x="73" y="1012"/>
                  </a:lnTo>
                  <a:lnTo>
                    <a:pt x="93" y="961"/>
                  </a:lnTo>
                  <a:lnTo>
                    <a:pt x="101" y="935"/>
                  </a:lnTo>
                  <a:lnTo>
                    <a:pt x="109" y="908"/>
                  </a:lnTo>
                  <a:lnTo>
                    <a:pt x="114" y="880"/>
                  </a:lnTo>
                  <a:lnTo>
                    <a:pt x="119" y="854"/>
                  </a:lnTo>
                  <a:lnTo>
                    <a:pt x="119" y="854"/>
                  </a:lnTo>
                  <a:lnTo>
                    <a:pt x="123" y="827"/>
                  </a:lnTo>
                  <a:lnTo>
                    <a:pt x="124" y="796"/>
                  </a:lnTo>
                  <a:lnTo>
                    <a:pt x="124" y="731"/>
                  </a:lnTo>
                  <a:lnTo>
                    <a:pt x="121" y="662"/>
                  </a:lnTo>
                  <a:lnTo>
                    <a:pt x="116" y="595"/>
                  </a:lnTo>
                  <a:lnTo>
                    <a:pt x="110" y="536"/>
                  </a:lnTo>
                  <a:lnTo>
                    <a:pt x="103" y="488"/>
                  </a:lnTo>
                  <a:lnTo>
                    <a:pt x="98" y="442"/>
                  </a:lnTo>
                  <a:lnTo>
                    <a:pt x="72" y="96"/>
                  </a:lnTo>
                  <a:lnTo>
                    <a:pt x="316" y="0"/>
                  </a:lnTo>
                  <a:lnTo>
                    <a:pt x="580" y="12"/>
                  </a:lnTo>
                  <a:close/>
                </a:path>
              </a:pathLst>
            </a:custGeom>
            <a:solidFill>
              <a:srgbClr val="3E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20" name="Freeform 131"/>
            <p:cNvSpPr>
              <a:spLocks/>
            </p:cNvSpPr>
            <p:nvPr/>
          </p:nvSpPr>
          <p:spPr bwMode="auto">
            <a:xfrm>
              <a:off x="8147051" y="3409950"/>
              <a:ext cx="1208088" cy="873125"/>
            </a:xfrm>
            <a:custGeom>
              <a:avLst/>
              <a:gdLst>
                <a:gd name="T0" fmla="*/ 761 w 761"/>
                <a:gd name="T1" fmla="*/ 483 h 550"/>
                <a:gd name="T2" fmla="*/ 45 w 761"/>
                <a:gd name="T3" fmla="*/ 550 h 550"/>
                <a:gd name="T4" fmla="*/ 0 w 761"/>
                <a:gd name="T5" fmla="*/ 68 h 550"/>
                <a:gd name="T6" fmla="*/ 715 w 761"/>
                <a:gd name="T7" fmla="*/ 0 h 550"/>
                <a:gd name="T8" fmla="*/ 761 w 761"/>
                <a:gd name="T9" fmla="*/ 483 h 550"/>
              </a:gdLst>
              <a:ahLst/>
              <a:cxnLst>
                <a:cxn ang="0">
                  <a:pos x="T0" y="T1"/>
                </a:cxn>
                <a:cxn ang="0">
                  <a:pos x="T2" y="T3"/>
                </a:cxn>
                <a:cxn ang="0">
                  <a:pos x="T4" y="T5"/>
                </a:cxn>
                <a:cxn ang="0">
                  <a:pos x="T6" y="T7"/>
                </a:cxn>
                <a:cxn ang="0">
                  <a:pos x="T8" y="T9"/>
                </a:cxn>
              </a:cxnLst>
              <a:rect l="0" t="0" r="r" b="b"/>
              <a:pathLst>
                <a:path w="761" h="550">
                  <a:moveTo>
                    <a:pt x="761" y="483"/>
                  </a:moveTo>
                  <a:lnTo>
                    <a:pt x="45" y="550"/>
                  </a:lnTo>
                  <a:lnTo>
                    <a:pt x="0" y="68"/>
                  </a:lnTo>
                  <a:lnTo>
                    <a:pt x="715" y="0"/>
                  </a:lnTo>
                  <a:lnTo>
                    <a:pt x="761" y="483"/>
                  </a:lnTo>
                  <a:close/>
                </a:path>
              </a:pathLst>
            </a:custGeom>
            <a:solidFill>
              <a:srgbClr val="7676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21" name="Freeform 132"/>
            <p:cNvSpPr>
              <a:spLocks/>
            </p:cNvSpPr>
            <p:nvPr/>
          </p:nvSpPr>
          <p:spPr bwMode="auto">
            <a:xfrm>
              <a:off x="8137526" y="3421063"/>
              <a:ext cx="1211263" cy="876300"/>
            </a:xfrm>
            <a:custGeom>
              <a:avLst/>
              <a:gdLst>
                <a:gd name="T0" fmla="*/ 763 w 763"/>
                <a:gd name="T1" fmla="*/ 483 h 552"/>
                <a:gd name="T2" fmla="*/ 46 w 763"/>
                <a:gd name="T3" fmla="*/ 552 h 552"/>
                <a:gd name="T4" fmla="*/ 0 w 763"/>
                <a:gd name="T5" fmla="*/ 68 h 552"/>
                <a:gd name="T6" fmla="*/ 718 w 763"/>
                <a:gd name="T7" fmla="*/ 0 h 552"/>
                <a:gd name="T8" fmla="*/ 763 w 763"/>
                <a:gd name="T9" fmla="*/ 483 h 552"/>
              </a:gdLst>
              <a:ahLst/>
              <a:cxnLst>
                <a:cxn ang="0">
                  <a:pos x="T0" y="T1"/>
                </a:cxn>
                <a:cxn ang="0">
                  <a:pos x="T2" y="T3"/>
                </a:cxn>
                <a:cxn ang="0">
                  <a:pos x="T4" y="T5"/>
                </a:cxn>
                <a:cxn ang="0">
                  <a:pos x="T6" y="T7"/>
                </a:cxn>
                <a:cxn ang="0">
                  <a:pos x="T8" y="T9"/>
                </a:cxn>
              </a:cxnLst>
              <a:rect l="0" t="0" r="r" b="b"/>
              <a:pathLst>
                <a:path w="763" h="552">
                  <a:moveTo>
                    <a:pt x="763" y="483"/>
                  </a:moveTo>
                  <a:lnTo>
                    <a:pt x="46" y="552"/>
                  </a:lnTo>
                  <a:lnTo>
                    <a:pt x="0" y="68"/>
                  </a:lnTo>
                  <a:lnTo>
                    <a:pt x="718" y="0"/>
                  </a:lnTo>
                  <a:lnTo>
                    <a:pt x="763" y="483"/>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22" name="Freeform 133"/>
            <p:cNvSpPr>
              <a:spLocks/>
            </p:cNvSpPr>
            <p:nvPr/>
          </p:nvSpPr>
          <p:spPr bwMode="auto">
            <a:xfrm>
              <a:off x="8124826" y="3435350"/>
              <a:ext cx="1216025" cy="885825"/>
            </a:xfrm>
            <a:custGeom>
              <a:avLst/>
              <a:gdLst>
                <a:gd name="T0" fmla="*/ 766 w 766"/>
                <a:gd name="T1" fmla="*/ 481 h 558"/>
                <a:gd name="T2" fmla="*/ 51 w 766"/>
                <a:gd name="T3" fmla="*/ 558 h 558"/>
                <a:gd name="T4" fmla="*/ 0 w 766"/>
                <a:gd name="T5" fmla="*/ 75 h 558"/>
                <a:gd name="T6" fmla="*/ 715 w 766"/>
                <a:gd name="T7" fmla="*/ 0 h 558"/>
                <a:gd name="T8" fmla="*/ 766 w 766"/>
                <a:gd name="T9" fmla="*/ 481 h 558"/>
              </a:gdLst>
              <a:ahLst/>
              <a:cxnLst>
                <a:cxn ang="0">
                  <a:pos x="T0" y="T1"/>
                </a:cxn>
                <a:cxn ang="0">
                  <a:pos x="T2" y="T3"/>
                </a:cxn>
                <a:cxn ang="0">
                  <a:pos x="T4" y="T5"/>
                </a:cxn>
                <a:cxn ang="0">
                  <a:pos x="T6" y="T7"/>
                </a:cxn>
                <a:cxn ang="0">
                  <a:pos x="T8" y="T9"/>
                </a:cxn>
              </a:cxnLst>
              <a:rect l="0" t="0" r="r" b="b"/>
              <a:pathLst>
                <a:path w="766" h="558">
                  <a:moveTo>
                    <a:pt x="766" y="481"/>
                  </a:moveTo>
                  <a:lnTo>
                    <a:pt x="51" y="558"/>
                  </a:lnTo>
                  <a:lnTo>
                    <a:pt x="0" y="75"/>
                  </a:lnTo>
                  <a:lnTo>
                    <a:pt x="715" y="0"/>
                  </a:lnTo>
                  <a:lnTo>
                    <a:pt x="766" y="481"/>
                  </a:lnTo>
                  <a:close/>
                </a:path>
              </a:pathLst>
            </a:custGeom>
            <a:solidFill>
              <a:srgbClr val="28A8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23" name="Freeform 134"/>
            <p:cNvSpPr>
              <a:spLocks/>
            </p:cNvSpPr>
            <p:nvPr/>
          </p:nvSpPr>
          <p:spPr bwMode="auto">
            <a:xfrm>
              <a:off x="8743951" y="14288"/>
              <a:ext cx="1536700" cy="2133600"/>
            </a:xfrm>
            <a:custGeom>
              <a:avLst/>
              <a:gdLst>
                <a:gd name="T0" fmla="*/ 416 w 968"/>
                <a:gd name="T1" fmla="*/ 0 h 1344"/>
                <a:gd name="T2" fmla="*/ 376 w 968"/>
                <a:gd name="T3" fmla="*/ 10 h 1344"/>
                <a:gd name="T4" fmla="*/ 314 w 968"/>
                <a:gd name="T5" fmla="*/ 31 h 1344"/>
                <a:gd name="T6" fmla="*/ 239 w 968"/>
                <a:gd name="T7" fmla="*/ 68 h 1344"/>
                <a:gd name="T8" fmla="*/ 198 w 968"/>
                <a:gd name="T9" fmla="*/ 95 h 1344"/>
                <a:gd name="T10" fmla="*/ 158 w 968"/>
                <a:gd name="T11" fmla="*/ 126 h 1344"/>
                <a:gd name="T12" fmla="*/ 121 w 968"/>
                <a:gd name="T13" fmla="*/ 163 h 1344"/>
                <a:gd name="T14" fmla="*/ 84 w 968"/>
                <a:gd name="T15" fmla="*/ 207 h 1344"/>
                <a:gd name="T16" fmla="*/ 54 w 968"/>
                <a:gd name="T17" fmla="*/ 258 h 1344"/>
                <a:gd name="T18" fmla="*/ 30 w 968"/>
                <a:gd name="T19" fmla="*/ 318 h 1344"/>
                <a:gd name="T20" fmla="*/ 10 w 968"/>
                <a:gd name="T21" fmla="*/ 385 h 1344"/>
                <a:gd name="T22" fmla="*/ 0 w 968"/>
                <a:gd name="T23" fmla="*/ 459 h 1344"/>
                <a:gd name="T24" fmla="*/ 0 w 968"/>
                <a:gd name="T25" fmla="*/ 543 h 1344"/>
                <a:gd name="T26" fmla="*/ 7 w 968"/>
                <a:gd name="T27" fmla="*/ 627 h 1344"/>
                <a:gd name="T28" fmla="*/ 23 w 968"/>
                <a:gd name="T29" fmla="*/ 771 h 1344"/>
                <a:gd name="T30" fmla="*/ 46 w 968"/>
                <a:gd name="T31" fmla="*/ 884 h 1344"/>
                <a:gd name="T32" fmla="*/ 68 w 968"/>
                <a:gd name="T33" fmla="*/ 973 h 1344"/>
                <a:gd name="T34" fmla="*/ 100 w 968"/>
                <a:gd name="T35" fmla="*/ 1072 h 1344"/>
                <a:gd name="T36" fmla="*/ 114 w 968"/>
                <a:gd name="T37" fmla="*/ 1123 h 1344"/>
                <a:gd name="T38" fmla="*/ 121 w 968"/>
                <a:gd name="T39" fmla="*/ 1167 h 1344"/>
                <a:gd name="T40" fmla="*/ 118 w 968"/>
                <a:gd name="T41" fmla="*/ 1209 h 1344"/>
                <a:gd name="T42" fmla="*/ 111 w 968"/>
                <a:gd name="T43" fmla="*/ 1230 h 1344"/>
                <a:gd name="T44" fmla="*/ 97 w 968"/>
                <a:gd name="T45" fmla="*/ 1265 h 1344"/>
                <a:gd name="T46" fmla="*/ 77 w 968"/>
                <a:gd name="T47" fmla="*/ 1293 h 1344"/>
                <a:gd name="T48" fmla="*/ 58 w 968"/>
                <a:gd name="T49" fmla="*/ 1313 h 1344"/>
                <a:gd name="T50" fmla="*/ 31 w 968"/>
                <a:gd name="T51" fmla="*/ 1332 h 1344"/>
                <a:gd name="T52" fmla="*/ 2 w 968"/>
                <a:gd name="T53" fmla="*/ 1344 h 1344"/>
                <a:gd name="T54" fmla="*/ 31 w 968"/>
                <a:gd name="T55" fmla="*/ 1344 h 1344"/>
                <a:gd name="T56" fmla="*/ 163 w 968"/>
                <a:gd name="T57" fmla="*/ 1336 h 1344"/>
                <a:gd name="T58" fmla="*/ 290 w 968"/>
                <a:gd name="T59" fmla="*/ 1321 h 1344"/>
                <a:gd name="T60" fmla="*/ 432 w 968"/>
                <a:gd name="T61" fmla="*/ 1297 h 1344"/>
                <a:gd name="T62" fmla="*/ 539 w 968"/>
                <a:gd name="T63" fmla="*/ 1270 h 1344"/>
                <a:gd name="T64" fmla="*/ 608 w 968"/>
                <a:gd name="T65" fmla="*/ 1246 h 1344"/>
                <a:gd name="T66" fmla="*/ 671 w 968"/>
                <a:gd name="T67" fmla="*/ 1220 h 1344"/>
                <a:gd name="T68" fmla="*/ 731 w 968"/>
                <a:gd name="T69" fmla="*/ 1188 h 1344"/>
                <a:gd name="T70" fmla="*/ 780 w 968"/>
                <a:gd name="T71" fmla="*/ 1151 h 1344"/>
                <a:gd name="T72" fmla="*/ 822 w 968"/>
                <a:gd name="T73" fmla="*/ 1109 h 1344"/>
                <a:gd name="T74" fmla="*/ 840 w 968"/>
                <a:gd name="T75" fmla="*/ 1086 h 1344"/>
                <a:gd name="T76" fmla="*/ 868 w 968"/>
                <a:gd name="T77" fmla="*/ 1031 h 1344"/>
                <a:gd name="T78" fmla="*/ 896 w 968"/>
                <a:gd name="T79" fmla="*/ 965 h 1344"/>
                <a:gd name="T80" fmla="*/ 923 w 968"/>
                <a:gd name="T81" fmla="*/ 889 h 1344"/>
                <a:gd name="T82" fmla="*/ 942 w 968"/>
                <a:gd name="T83" fmla="*/ 806 h 1344"/>
                <a:gd name="T84" fmla="*/ 958 w 968"/>
                <a:gd name="T85" fmla="*/ 717 h 1344"/>
                <a:gd name="T86" fmla="*/ 966 w 968"/>
                <a:gd name="T87" fmla="*/ 625 h 1344"/>
                <a:gd name="T88" fmla="*/ 966 w 968"/>
                <a:gd name="T89" fmla="*/ 532 h 1344"/>
                <a:gd name="T90" fmla="*/ 958 w 968"/>
                <a:gd name="T91" fmla="*/ 441 h 1344"/>
                <a:gd name="T92" fmla="*/ 940 w 968"/>
                <a:gd name="T93" fmla="*/ 351 h 1344"/>
                <a:gd name="T94" fmla="*/ 908 w 968"/>
                <a:gd name="T95" fmla="*/ 269 h 1344"/>
                <a:gd name="T96" fmla="*/ 866 w 968"/>
                <a:gd name="T97" fmla="*/ 193 h 1344"/>
                <a:gd name="T98" fmla="*/ 840 w 968"/>
                <a:gd name="T99" fmla="*/ 158 h 1344"/>
                <a:gd name="T100" fmla="*/ 808 w 968"/>
                <a:gd name="T101" fmla="*/ 126 h 1344"/>
                <a:gd name="T102" fmla="*/ 775 w 968"/>
                <a:gd name="T103" fmla="*/ 98 h 1344"/>
                <a:gd name="T104" fmla="*/ 736 w 968"/>
                <a:gd name="T105" fmla="*/ 72 h 1344"/>
                <a:gd name="T106" fmla="*/ 694 w 968"/>
                <a:gd name="T107" fmla="*/ 51 h 1344"/>
                <a:gd name="T108" fmla="*/ 648 w 968"/>
                <a:gd name="T109" fmla="*/ 31 h 1344"/>
                <a:gd name="T110" fmla="*/ 597 w 968"/>
                <a:gd name="T111" fmla="*/ 17 h 1344"/>
                <a:gd name="T112" fmla="*/ 541 w 968"/>
                <a:gd name="T113" fmla="*/ 7 h 1344"/>
                <a:gd name="T114" fmla="*/ 481 w 968"/>
                <a:gd name="T115" fmla="*/ 2 h 1344"/>
                <a:gd name="T116" fmla="*/ 416 w 968"/>
                <a:gd name="T117" fmla="*/ 0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8" h="1344">
                  <a:moveTo>
                    <a:pt x="416" y="0"/>
                  </a:moveTo>
                  <a:lnTo>
                    <a:pt x="416" y="0"/>
                  </a:lnTo>
                  <a:lnTo>
                    <a:pt x="397" y="5"/>
                  </a:lnTo>
                  <a:lnTo>
                    <a:pt x="376" y="10"/>
                  </a:lnTo>
                  <a:lnTo>
                    <a:pt x="348" y="19"/>
                  </a:lnTo>
                  <a:lnTo>
                    <a:pt x="314" y="31"/>
                  </a:lnTo>
                  <a:lnTo>
                    <a:pt x="278" y="47"/>
                  </a:lnTo>
                  <a:lnTo>
                    <a:pt x="239" y="68"/>
                  </a:lnTo>
                  <a:lnTo>
                    <a:pt x="218" y="81"/>
                  </a:lnTo>
                  <a:lnTo>
                    <a:pt x="198" y="95"/>
                  </a:lnTo>
                  <a:lnTo>
                    <a:pt x="179" y="109"/>
                  </a:lnTo>
                  <a:lnTo>
                    <a:pt x="158" y="126"/>
                  </a:lnTo>
                  <a:lnTo>
                    <a:pt x="139" y="144"/>
                  </a:lnTo>
                  <a:lnTo>
                    <a:pt x="121" y="163"/>
                  </a:lnTo>
                  <a:lnTo>
                    <a:pt x="102" y="184"/>
                  </a:lnTo>
                  <a:lnTo>
                    <a:pt x="84" y="207"/>
                  </a:lnTo>
                  <a:lnTo>
                    <a:pt x="68" y="232"/>
                  </a:lnTo>
                  <a:lnTo>
                    <a:pt x="54" y="258"/>
                  </a:lnTo>
                  <a:lnTo>
                    <a:pt x="40" y="288"/>
                  </a:lnTo>
                  <a:lnTo>
                    <a:pt x="30" y="318"/>
                  </a:lnTo>
                  <a:lnTo>
                    <a:pt x="19" y="350"/>
                  </a:lnTo>
                  <a:lnTo>
                    <a:pt x="10" y="385"/>
                  </a:lnTo>
                  <a:lnTo>
                    <a:pt x="5" y="420"/>
                  </a:lnTo>
                  <a:lnTo>
                    <a:pt x="0" y="459"/>
                  </a:lnTo>
                  <a:lnTo>
                    <a:pt x="0" y="501"/>
                  </a:lnTo>
                  <a:lnTo>
                    <a:pt x="0" y="543"/>
                  </a:lnTo>
                  <a:lnTo>
                    <a:pt x="0" y="543"/>
                  </a:lnTo>
                  <a:lnTo>
                    <a:pt x="7" y="627"/>
                  </a:lnTo>
                  <a:lnTo>
                    <a:pt x="14" y="703"/>
                  </a:lnTo>
                  <a:lnTo>
                    <a:pt x="23" y="771"/>
                  </a:lnTo>
                  <a:lnTo>
                    <a:pt x="33" y="831"/>
                  </a:lnTo>
                  <a:lnTo>
                    <a:pt x="46" y="884"/>
                  </a:lnTo>
                  <a:lnTo>
                    <a:pt x="56" y="931"/>
                  </a:lnTo>
                  <a:lnTo>
                    <a:pt x="68" y="973"/>
                  </a:lnTo>
                  <a:lnTo>
                    <a:pt x="79" y="1010"/>
                  </a:lnTo>
                  <a:lnTo>
                    <a:pt x="100" y="1072"/>
                  </a:lnTo>
                  <a:lnTo>
                    <a:pt x="107" y="1098"/>
                  </a:lnTo>
                  <a:lnTo>
                    <a:pt x="114" y="1123"/>
                  </a:lnTo>
                  <a:lnTo>
                    <a:pt x="119" y="1146"/>
                  </a:lnTo>
                  <a:lnTo>
                    <a:pt x="121" y="1167"/>
                  </a:lnTo>
                  <a:lnTo>
                    <a:pt x="121" y="1188"/>
                  </a:lnTo>
                  <a:lnTo>
                    <a:pt x="118" y="1209"/>
                  </a:lnTo>
                  <a:lnTo>
                    <a:pt x="118" y="1209"/>
                  </a:lnTo>
                  <a:lnTo>
                    <a:pt x="111" y="1230"/>
                  </a:lnTo>
                  <a:lnTo>
                    <a:pt x="104" y="1249"/>
                  </a:lnTo>
                  <a:lnTo>
                    <a:pt x="97" y="1265"/>
                  </a:lnTo>
                  <a:lnTo>
                    <a:pt x="88" y="1279"/>
                  </a:lnTo>
                  <a:lnTo>
                    <a:pt x="77" y="1293"/>
                  </a:lnTo>
                  <a:lnTo>
                    <a:pt x="68" y="1304"/>
                  </a:lnTo>
                  <a:lnTo>
                    <a:pt x="58" y="1313"/>
                  </a:lnTo>
                  <a:lnTo>
                    <a:pt x="49" y="1321"/>
                  </a:lnTo>
                  <a:lnTo>
                    <a:pt x="31" y="1332"/>
                  </a:lnTo>
                  <a:lnTo>
                    <a:pt x="16" y="1341"/>
                  </a:lnTo>
                  <a:lnTo>
                    <a:pt x="2" y="1344"/>
                  </a:lnTo>
                  <a:lnTo>
                    <a:pt x="2" y="1344"/>
                  </a:lnTo>
                  <a:lnTo>
                    <a:pt x="31" y="1344"/>
                  </a:lnTo>
                  <a:lnTo>
                    <a:pt x="111" y="1341"/>
                  </a:lnTo>
                  <a:lnTo>
                    <a:pt x="163" y="1336"/>
                  </a:lnTo>
                  <a:lnTo>
                    <a:pt x="225" y="1330"/>
                  </a:lnTo>
                  <a:lnTo>
                    <a:pt x="290" y="1321"/>
                  </a:lnTo>
                  <a:lnTo>
                    <a:pt x="360" y="1311"/>
                  </a:lnTo>
                  <a:lnTo>
                    <a:pt x="432" y="1297"/>
                  </a:lnTo>
                  <a:lnTo>
                    <a:pt x="502" y="1279"/>
                  </a:lnTo>
                  <a:lnTo>
                    <a:pt x="539" y="1270"/>
                  </a:lnTo>
                  <a:lnTo>
                    <a:pt x="573" y="1258"/>
                  </a:lnTo>
                  <a:lnTo>
                    <a:pt x="608" y="1246"/>
                  </a:lnTo>
                  <a:lnTo>
                    <a:pt x="640" y="1234"/>
                  </a:lnTo>
                  <a:lnTo>
                    <a:pt x="671" y="1220"/>
                  </a:lnTo>
                  <a:lnTo>
                    <a:pt x="701" y="1204"/>
                  </a:lnTo>
                  <a:lnTo>
                    <a:pt x="731" y="1188"/>
                  </a:lnTo>
                  <a:lnTo>
                    <a:pt x="757" y="1170"/>
                  </a:lnTo>
                  <a:lnTo>
                    <a:pt x="780" y="1151"/>
                  </a:lnTo>
                  <a:lnTo>
                    <a:pt x="803" y="1130"/>
                  </a:lnTo>
                  <a:lnTo>
                    <a:pt x="822" y="1109"/>
                  </a:lnTo>
                  <a:lnTo>
                    <a:pt x="840" y="1086"/>
                  </a:lnTo>
                  <a:lnTo>
                    <a:pt x="840" y="1086"/>
                  </a:lnTo>
                  <a:lnTo>
                    <a:pt x="854" y="1060"/>
                  </a:lnTo>
                  <a:lnTo>
                    <a:pt x="868" y="1031"/>
                  </a:lnTo>
                  <a:lnTo>
                    <a:pt x="884" y="1000"/>
                  </a:lnTo>
                  <a:lnTo>
                    <a:pt x="896" y="965"/>
                  </a:lnTo>
                  <a:lnTo>
                    <a:pt x="910" y="928"/>
                  </a:lnTo>
                  <a:lnTo>
                    <a:pt x="923" y="889"/>
                  </a:lnTo>
                  <a:lnTo>
                    <a:pt x="933" y="849"/>
                  </a:lnTo>
                  <a:lnTo>
                    <a:pt x="942" y="806"/>
                  </a:lnTo>
                  <a:lnTo>
                    <a:pt x="951" y="763"/>
                  </a:lnTo>
                  <a:lnTo>
                    <a:pt x="958" y="717"/>
                  </a:lnTo>
                  <a:lnTo>
                    <a:pt x="963" y="671"/>
                  </a:lnTo>
                  <a:lnTo>
                    <a:pt x="966" y="625"/>
                  </a:lnTo>
                  <a:lnTo>
                    <a:pt x="968" y="578"/>
                  </a:lnTo>
                  <a:lnTo>
                    <a:pt x="966" y="532"/>
                  </a:lnTo>
                  <a:lnTo>
                    <a:pt x="965" y="487"/>
                  </a:lnTo>
                  <a:lnTo>
                    <a:pt x="958" y="441"/>
                  </a:lnTo>
                  <a:lnTo>
                    <a:pt x="951" y="395"/>
                  </a:lnTo>
                  <a:lnTo>
                    <a:pt x="940" y="351"/>
                  </a:lnTo>
                  <a:lnTo>
                    <a:pt x="926" y="309"/>
                  </a:lnTo>
                  <a:lnTo>
                    <a:pt x="908" y="269"/>
                  </a:lnTo>
                  <a:lnTo>
                    <a:pt x="889" y="230"/>
                  </a:lnTo>
                  <a:lnTo>
                    <a:pt x="866" y="193"/>
                  </a:lnTo>
                  <a:lnTo>
                    <a:pt x="854" y="176"/>
                  </a:lnTo>
                  <a:lnTo>
                    <a:pt x="840" y="158"/>
                  </a:lnTo>
                  <a:lnTo>
                    <a:pt x="824" y="142"/>
                  </a:lnTo>
                  <a:lnTo>
                    <a:pt x="808" y="126"/>
                  </a:lnTo>
                  <a:lnTo>
                    <a:pt x="792" y="112"/>
                  </a:lnTo>
                  <a:lnTo>
                    <a:pt x="775" y="98"/>
                  </a:lnTo>
                  <a:lnTo>
                    <a:pt x="756" y="84"/>
                  </a:lnTo>
                  <a:lnTo>
                    <a:pt x="736" y="72"/>
                  </a:lnTo>
                  <a:lnTo>
                    <a:pt x="717" y="61"/>
                  </a:lnTo>
                  <a:lnTo>
                    <a:pt x="694" y="51"/>
                  </a:lnTo>
                  <a:lnTo>
                    <a:pt x="671" y="40"/>
                  </a:lnTo>
                  <a:lnTo>
                    <a:pt x="648" y="31"/>
                  </a:lnTo>
                  <a:lnTo>
                    <a:pt x="624" y="24"/>
                  </a:lnTo>
                  <a:lnTo>
                    <a:pt x="597" y="17"/>
                  </a:lnTo>
                  <a:lnTo>
                    <a:pt x="569" y="12"/>
                  </a:lnTo>
                  <a:lnTo>
                    <a:pt x="541" y="7"/>
                  </a:lnTo>
                  <a:lnTo>
                    <a:pt x="513" y="3"/>
                  </a:lnTo>
                  <a:lnTo>
                    <a:pt x="481" y="2"/>
                  </a:lnTo>
                  <a:lnTo>
                    <a:pt x="450" y="0"/>
                  </a:lnTo>
                  <a:lnTo>
                    <a:pt x="416" y="0"/>
                  </a:lnTo>
                  <a:close/>
                </a:path>
              </a:pathLst>
            </a:custGeom>
            <a:solidFill>
              <a:srgbClr val="A14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24" name="Freeform 135"/>
            <p:cNvSpPr>
              <a:spLocks/>
            </p:cNvSpPr>
            <p:nvPr/>
          </p:nvSpPr>
          <p:spPr bwMode="auto">
            <a:xfrm>
              <a:off x="8743951" y="14288"/>
              <a:ext cx="1536700" cy="2133600"/>
            </a:xfrm>
            <a:custGeom>
              <a:avLst/>
              <a:gdLst>
                <a:gd name="T0" fmla="*/ 416 w 968"/>
                <a:gd name="T1" fmla="*/ 0 h 1344"/>
                <a:gd name="T2" fmla="*/ 376 w 968"/>
                <a:gd name="T3" fmla="*/ 10 h 1344"/>
                <a:gd name="T4" fmla="*/ 314 w 968"/>
                <a:gd name="T5" fmla="*/ 31 h 1344"/>
                <a:gd name="T6" fmla="*/ 239 w 968"/>
                <a:gd name="T7" fmla="*/ 68 h 1344"/>
                <a:gd name="T8" fmla="*/ 198 w 968"/>
                <a:gd name="T9" fmla="*/ 95 h 1344"/>
                <a:gd name="T10" fmla="*/ 158 w 968"/>
                <a:gd name="T11" fmla="*/ 126 h 1344"/>
                <a:gd name="T12" fmla="*/ 121 w 968"/>
                <a:gd name="T13" fmla="*/ 163 h 1344"/>
                <a:gd name="T14" fmla="*/ 84 w 968"/>
                <a:gd name="T15" fmla="*/ 207 h 1344"/>
                <a:gd name="T16" fmla="*/ 54 w 968"/>
                <a:gd name="T17" fmla="*/ 258 h 1344"/>
                <a:gd name="T18" fmla="*/ 30 w 968"/>
                <a:gd name="T19" fmla="*/ 318 h 1344"/>
                <a:gd name="T20" fmla="*/ 10 w 968"/>
                <a:gd name="T21" fmla="*/ 385 h 1344"/>
                <a:gd name="T22" fmla="*/ 0 w 968"/>
                <a:gd name="T23" fmla="*/ 459 h 1344"/>
                <a:gd name="T24" fmla="*/ 0 w 968"/>
                <a:gd name="T25" fmla="*/ 543 h 1344"/>
                <a:gd name="T26" fmla="*/ 7 w 968"/>
                <a:gd name="T27" fmla="*/ 627 h 1344"/>
                <a:gd name="T28" fmla="*/ 23 w 968"/>
                <a:gd name="T29" fmla="*/ 771 h 1344"/>
                <a:gd name="T30" fmla="*/ 46 w 968"/>
                <a:gd name="T31" fmla="*/ 884 h 1344"/>
                <a:gd name="T32" fmla="*/ 68 w 968"/>
                <a:gd name="T33" fmla="*/ 973 h 1344"/>
                <a:gd name="T34" fmla="*/ 100 w 968"/>
                <a:gd name="T35" fmla="*/ 1072 h 1344"/>
                <a:gd name="T36" fmla="*/ 114 w 968"/>
                <a:gd name="T37" fmla="*/ 1123 h 1344"/>
                <a:gd name="T38" fmla="*/ 121 w 968"/>
                <a:gd name="T39" fmla="*/ 1167 h 1344"/>
                <a:gd name="T40" fmla="*/ 118 w 968"/>
                <a:gd name="T41" fmla="*/ 1209 h 1344"/>
                <a:gd name="T42" fmla="*/ 111 w 968"/>
                <a:gd name="T43" fmla="*/ 1230 h 1344"/>
                <a:gd name="T44" fmla="*/ 97 w 968"/>
                <a:gd name="T45" fmla="*/ 1265 h 1344"/>
                <a:gd name="T46" fmla="*/ 77 w 968"/>
                <a:gd name="T47" fmla="*/ 1293 h 1344"/>
                <a:gd name="T48" fmla="*/ 58 w 968"/>
                <a:gd name="T49" fmla="*/ 1313 h 1344"/>
                <a:gd name="T50" fmla="*/ 31 w 968"/>
                <a:gd name="T51" fmla="*/ 1332 h 1344"/>
                <a:gd name="T52" fmla="*/ 2 w 968"/>
                <a:gd name="T53" fmla="*/ 1344 h 1344"/>
                <a:gd name="T54" fmla="*/ 31 w 968"/>
                <a:gd name="T55" fmla="*/ 1344 h 1344"/>
                <a:gd name="T56" fmla="*/ 163 w 968"/>
                <a:gd name="T57" fmla="*/ 1336 h 1344"/>
                <a:gd name="T58" fmla="*/ 290 w 968"/>
                <a:gd name="T59" fmla="*/ 1321 h 1344"/>
                <a:gd name="T60" fmla="*/ 432 w 968"/>
                <a:gd name="T61" fmla="*/ 1297 h 1344"/>
                <a:gd name="T62" fmla="*/ 539 w 968"/>
                <a:gd name="T63" fmla="*/ 1270 h 1344"/>
                <a:gd name="T64" fmla="*/ 608 w 968"/>
                <a:gd name="T65" fmla="*/ 1246 h 1344"/>
                <a:gd name="T66" fmla="*/ 671 w 968"/>
                <a:gd name="T67" fmla="*/ 1220 h 1344"/>
                <a:gd name="T68" fmla="*/ 731 w 968"/>
                <a:gd name="T69" fmla="*/ 1188 h 1344"/>
                <a:gd name="T70" fmla="*/ 780 w 968"/>
                <a:gd name="T71" fmla="*/ 1151 h 1344"/>
                <a:gd name="T72" fmla="*/ 822 w 968"/>
                <a:gd name="T73" fmla="*/ 1109 h 1344"/>
                <a:gd name="T74" fmla="*/ 840 w 968"/>
                <a:gd name="T75" fmla="*/ 1086 h 1344"/>
                <a:gd name="T76" fmla="*/ 868 w 968"/>
                <a:gd name="T77" fmla="*/ 1031 h 1344"/>
                <a:gd name="T78" fmla="*/ 896 w 968"/>
                <a:gd name="T79" fmla="*/ 965 h 1344"/>
                <a:gd name="T80" fmla="*/ 923 w 968"/>
                <a:gd name="T81" fmla="*/ 889 h 1344"/>
                <a:gd name="T82" fmla="*/ 942 w 968"/>
                <a:gd name="T83" fmla="*/ 806 h 1344"/>
                <a:gd name="T84" fmla="*/ 958 w 968"/>
                <a:gd name="T85" fmla="*/ 717 h 1344"/>
                <a:gd name="T86" fmla="*/ 966 w 968"/>
                <a:gd name="T87" fmla="*/ 625 h 1344"/>
                <a:gd name="T88" fmla="*/ 966 w 968"/>
                <a:gd name="T89" fmla="*/ 532 h 1344"/>
                <a:gd name="T90" fmla="*/ 958 w 968"/>
                <a:gd name="T91" fmla="*/ 441 h 1344"/>
                <a:gd name="T92" fmla="*/ 940 w 968"/>
                <a:gd name="T93" fmla="*/ 351 h 1344"/>
                <a:gd name="T94" fmla="*/ 908 w 968"/>
                <a:gd name="T95" fmla="*/ 269 h 1344"/>
                <a:gd name="T96" fmla="*/ 866 w 968"/>
                <a:gd name="T97" fmla="*/ 193 h 1344"/>
                <a:gd name="T98" fmla="*/ 840 w 968"/>
                <a:gd name="T99" fmla="*/ 158 h 1344"/>
                <a:gd name="T100" fmla="*/ 808 w 968"/>
                <a:gd name="T101" fmla="*/ 126 h 1344"/>
                <a:gd name="T102" fmla="*/ 775 w 968"/>
                <a:gd name="T103" fmla="*/ 98 h 1344"/>
                <a:gd name="T104" fmla="*/ 736 w 968"/>
                <a:gd name="T105" fmla="*/ 72 h 1344"/>
                <a:gd name="T106" fmla="*/ 694 w 968"/>
                <a:gd name="T107" fmla="*/ 51 h 1344"/>
                <a:gd name="T108" fmla="*/ 648 w 968"/>
                <a:gd name="T109" fmla="*/ 31 h 1344"/>
                <a:gd name="T110" fmla="*/ 597 w 968"/>
                <a:gd name="T111" fmla="*/ 17 h 1344"/>
                <a:gd name="T112" fmla="*/ 541 w 968"/>
                <a:gd name="T113" fmla="*/ 7 h 1344"/>
                <a:gd name="T114" fmla="*/ 481 w 968"/>
                <a:gd name="T115" fmla="*/ 2 h 1344"/>
                <a:gd name="T116" fmla="*/ 416 w 968"/>
                <a:gd name="T117" fmla="*/ 0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8" h="1344">
                  <a:moveTo>
                    <a:pt x="416" y="0"/>
                  </a:moveTo>
                  <a:lnTo>
                    <a:pt x="416" y="0"/>
                  </a:lnTo>
                  <a:lnTo>
                    <a:pt x="397" y="5"/>
                  </a:lnTo>
                  <a:lnTo>
                    <a:pt x="376" y="10"/>
                  </a:lnTo>
                  <a:lnTo>
                    <a:pt x="348" y="19"/>
                  </a:lnTo>
                  <a:lnTo>
                    <a:pt x="314" y="31"/>
                  </a:lnTo>
                  <a:lnTo>
                    <a:pt x="278" y="47"/>
                  </a:lnTo>
                  <a:lnTo>
                    <a:pt x="239" y="68"/>
                  </a:lnTo>
                  <a:lnTo>
                    <a:pt x="218" y="81"/>
                  </a:lnTo>
                  <a:lnTo>
                    <a:pt x="198" y="95"/>
                  </a:lnTo>
                  <a:lnTo>
                    <a:pt x="179" y="109"/>
                  </a:lnTo>
                  <a:lnTo>
                    <a:pt x="158" y="126"/>
                  </a:lnTo>
                  <a:lnTo>
                    <a:pt x="139" y="144"/>
                  </a:lnTo>
                  <a:lnTo>
                    <a:pt x="121" y="163"/>
                  </a:lnTo>
                  <a:lnTo>
                    <a:pt x="102" y="184"/>
                  </a:lnTo>
                  <a:lnTo>
                    <a:pt x="84" y="207"/>
                  </a:lnTo>
                  <a:lnTo>
                    <a:pt x="68" y="232"/>
                  </a:lnTo>
                  <a:lnTo>
                    <a:pt x="54" y="258"/>
                  </a:lnTo>
                  <a:lnTo>
                    <a:pt x="40" y="288"/>
                  </a:lnTo>
                  <a:lnTo>
                    <a:pt x="30" y="318"/>
                  </a:lnTo>
                  <a:lnTo>
                    <a:pt x="19" y="350"/>
                  </a:lnTo>
                  <a:lnTo>
                    <a:pt x="10" y="385"/>
                  </a:lnTo>
                  <a:lnTo>
                    <a:pt x="5" y="420"/>
                  </a:lnTo>
                  <a:lnTo>
                    <a:pt x="0" y="459"/>
                  </a:lnTo>
                  <a:lnTo>
                    <a:pt x="0" y="501"/>
                  </a:lnTo>
                  <a:lnTo>
                    <a:pt x="0" y="543"/>
                  </a:lnTo>
                  <a:lnTo>
                    <a:pt x="0" y="543"/>
                  </a:lnTo>
                  <a:lnTo>
                    <a:pt x="7" y="627"/>
                  </a:lnTo>
                  <a:lnTo>
                    <a:pt x="14" y="703"/>
                  </a:lnTo>
                  <a:lnTo>
                    <a:pt x="23" y="771"/>
                  </a:lnTo>
                  <a:lnTo>
                    <a:pt x="33" y="831"/>
                  </a:lnTo>
                  <a:lnTo>
                    <a:pt x="46" y="884"/>
                  </a:lnTo>
                  <a:lnTo>
                    <a:pt x="56" y="931"/>
                  </a:lnTo>
                  <a:lnTo>
                    <a:pt x="68" y="973"/>
                  </a:lnTo>
                  <a:lnTo>
                    <a:pt x="79" y="1010"/>
                  </a:lnTo>
                  <a:lnTo>
                    <a:pt x="100" y="1072"/>
                  </a:lnTo>
                  <a:lnTo>
                    <a:pt x="107" y="1098"/>
                  </a:lnTo>
                  <a:lnTo>
                    <a:pt x="114" y="1123"/>
                  </a:lnTo>
                  <a:lnTo>
                    <a:pt x="119" y="1146"/>
                  </a:lnTo>
                  <a:lnTo>
                    <a:pt x="121" y="1167"/>
                  </a:lnTo>
                  <a:lnTo>
                    <a:pt x="121" y="1188"/>
                  </a:lnTo>
                  <a:lnTo>
                    <a:pt x="118" y="1209"/>
                  </a:lnTo>
                  <a:lnTo>
                    <a:pt x="118" y="1209"/>
                  </a:lnTo>
                  <a:lnTo>
                    <a:pt x="111" y="1230"/>
                  </a:lnTo>
                  <a:lnTo>
                    <a:pt x="104" y="1249"/>
                  </a:lnTo>
                  <a:lnTo>
                    <a:pt x="97" y="1265"/>
                  </a:lnTo>
                  <a:lnTo>
                    <a:pt x="88" y="1279"/>
                  </a:lnTo>
                  <a:lnTo>
                    <a:pt x="77" y="1293"/>
                  </a:lnTo>
                  <a:lnTo>
                    <a:pt x="68" y="1304"/>
                  </a:lnTo>
                  <a:lnTo>
                    <a:pt x="58" y="1313"/>
                  </a:lnTo>
                  <a:lnTo>
                    <a:pt x="49" y="1321"/>
                  </a:lnTo>
                  <a:lnTo>
                    <a:pt x="31" y="1332"/>
                  </a:lnTo>
                  <a:lnTo>
                    <a:pt x="16" y="1341"/>
                  </a:lnTo>
                  <a:lnTo>
                    <a:pt x="2" y="1344"/>
                  </a:lnTo>
                  <a:lnTo>
                    <a:pt x="2" y="1344"/>
                  </a:lnTo>
                  <a:lnTo>
                    <a:pt x="31" y="1344"/>
                  </a:lnTo>
                  <a:lnTo>
                    <a:pt x="111" y="1341"/>
                  </a:lnTo>
                  <a:lnTo>
                    <a:pt x="163" y="1336"/>
                  </a:lnTo>
                  <a:lnTo>
                    <a:pt x="225" y="1330"/>
                  </a:lnTo>
                  <a:lnTo>
                    <a:pt x="290" y="1321"/>
                  </a:lnTo>
                  <a:lnTo>
                    <a:pt x="360" y="1311"/>
                  </a:lnTo>
                  <a:lnTo>
                    <a:pt x="432" y="1297"/>
                  </a:lnTo>
                  <a:lnTo>
                    <a:pt x="502" y="1279"/>
                  </a:lnTo>
                  <a:lnTo>
                    <a:pt x="539" y="1270"/>
                  </a:lnTo>
                  <a:lnTo>
                    <a:pt x="573" y="1258"/>
                  </a:lnTo>
                  <a:lnTo>
                    <a:pt x="608" y="1246"/>
                  </a:lnTo>
                  <a:lnTo>
                    <a:pt x="640" y="1234"/>
                  </a:lnTo>
                  <a:lnTo>
                    <a:pt x="671" y="1220"/>
                  </a:lnTo>
                  <a:lnTo>
                    <a:pt x="701" y="1204"/>
                  </a:lnTo>
                  <a:lnTo>
                    <a:pt x="731" y="1188"/>
                  </a:lnTo>
                  <a:lnTo>
                    <a:pt x="757" y="1170"/>
                  </a:lnTo>
                  <a:lnTo>
                    <a:pt x="780" y="1151"/>
                  </a:lnTo>
                  <a:lnTo>
                    <a:pt x="803" y="1130"/>
                  </a:lnTo>
                  <a:lnTo>
                    <a:pt x="822" y="1109"/>
                  </a:lnTo>
                  <a:lnTo>
                    <a:pt x="840" y="1086"/>
                  </a:lnTo>
                  <a:lnTo>
                    <a:pt x="840" y="1086"/>
                  </a:lnTo>
                  <a:lnTo>
                    <a:pt x="854" y="1060"/>
                  </a:lnTo>
                  <a:lnTo>
                    <a:pt x="868" y="1031"/>
                  </a:lnTo>
                  <a:lnTo>
                    <a:pt x="884" y="1000"/>
                  </a:lnTo>
                  <a:lnTo>
                    <a:pt x="896" y="965"/>
                  </a:lnTo>
                  <a:lnTo>
                    <a:pt x="910" y="928"/>
                  </a:lnTo>
                  <a:lnTo>
                    <a:pt x="923" y="889"/>
                  </a:lnTo>
                  <a:lnTo>
                    <a:pt x="933" y="849"/>
                  </a:lnTo>
                  <a:lnTo>
                    <a:pt x="942" y="806"/>
                  </a:lnTo>
                  <a:lnTo>
                    <a:pt x="951" y="763"/>
                  </a:lnTo>
                  <a:lnTo>
                    <a:pt x="958" y="717"/>
                  </a:lnTo>
                  <a:lnTo>
                    <a:pt x="963" y="671"/>
                  </a:lnTo>
                  <a:lnTo>
                    <a:pt x="966" y="625"/>
                  </a:lnTo>
                  <a:lnTo>
                    <a:pt x="968" y="578"/>
                  </a:lnTo>
                  <a:lnTo>
                    <a:pt x="966" y="532"/>
                  </a:lnTo>
                  <a:lnTo>
                    <a:pt x="965" y="487"/>
                  </a:lnTo>
                  <a:lnTo>
                    <a:pt x="958" y="441"/>
                  </a:lnTo>
                  <a:lnTo>
                    <a:pt x="951" y="395"/>
                  </a:lnTo>
                  <a:lnTo>
                    <a:pt x="940" y="351"/>
                  </a:lnTo>
                  <a:lnTo>
                    <a:pt x="926" y="309"/>
                  </a:lnTo>
                  <a:lnTo>
                    <a:pt x="908" y="269"/>
                  </a:lnTo>
                  <a:lnTo>
                    <a:pt x="889" y="230"/>
                  </a:lnTo>
                  <a:lnTo>
                    <a:pt x="866" y="193"/>
                  </a:lnTo>
                  <a:lnTo>
                    <a:pt x="854" y="176"/>
                  </a:lnTo>
                  <a:lnTo>
                    <a:pt x="840" y="158"/>
                  </a:lnTo>
                  <a:lnTo>
                    <a:pt x="824" y="142"/>
                  </a:lnTo>
                  <a:lnTo>
                    <a:pt x="808" y="126"/>
                  </a:lnTo>
                  <a:lnTo>
                    <a:pt x="792" y="112"/>
                  </a:lnTo>
                  <a:lnTo>
                    <a:pt x="775" y="98"/>
                  </a:lnTo>
                  <a:lnTo>
                    <a:pt x="756" y="84"/>
                  </a:lnTo>
                  <a:lnTo>
                    <a:pt x="736" y="72"/>
                  </a:lnTo>
                  <a:lnTo>
                    <a:pt x="717" y="61"/>
                  </a:lnTo>
                  <a:lnTo>
                    <a:pt x="694" y="51"/>
                  </a:lnTo>
                  <a:lnTo>
                    <a:pt x="671" y="40"/>
                  </a:lnTo>
                  <a:lnTo>
                    <a:pt x="648" y="31"/>
                  </a:lnTo>
                  <a:lnTo>
                    <a:pt x="624" y="24"/>
                  </a:lnTo>
                  <a:lnTo>
                    <a:pt x="597" y="17"/>
                  </a:lnTo>
                  <a:lnTo>
                    <a:pt x="569" y="12"/>
                  </a:lnTo>
                  <a:lnTo>
                    <a:pt x="541" y="7"/>
                  </a:lnTo>
                  <a:lnTo>
                    <a:pt x="513" y="3"/>
                  </a:lnTo>
                  <a:lnTo>
                    <a:pt x="481" y="2"/>
                  </a:lnTo>
                  <a:lnTo>
                    <a:pt x="450" y="0"/>
                  </a:lnTo>
                  <a:lnTo>
                    <a:pt x="4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25" name="Freeform 136"/>
            <p:cNvSpPr>
              <a:spLocks/>
            </p:cNvSpPr>
            <p:nvPr/>
          </p:nvSpPr>
          <p:spPr bwMode="auto">
            <a:xfrm>
              <a:off x="9318626" y="1985963"/>
              <a:ext cx="442913" cy="128588"/>
            </a:xfrm>
            <a:custGeom>
              <a:avLst/>
              <a:gdLst>
                <a:gd name="T0" fmla="*/ 53 w 279"/>
                <a:gd name="T1" fmla="*/ 0 h 81"/>
                <a:gd name="T2" fmla="*/ 239 w 279"/>
                <a:gd name="T3" fmla="*/ 21 h 81"/>
                <a:gd name="T4" fmla="*/ 279 w 279"/>
                <a:gd name="T5" fmla="*/ 48 h 81"/>
                <a:gd name="T6" fmla="*/ 279 w 279"/>
                <a:gd name="T7" fmla="*/ 48 h 81"/>
                <a:gd name="T8" fmla="*/ 276 w 279"/>
                <a:gd name="T9" fmla="*/ 53 h 81"/>
                <a:gd name="T10" fmla="*/ 262 w 279"/>
                <a:gd name="T11" fmla="*/ 64 h 81"/>
                <a:gd name="T12" fmla="*/ 251 w 279"/>
                <a:gd name="T13" fmla="*/ 69 h 81"/>
                <a:gd name="T14" fmla="*/ 241 w 279"/>
                <a:gd name="T15" fmla="*/ 74 h 81"/>
                <a:gd name="T16" fmla="*/ 227 w 279"/>
                <a:gd name="T17" fmla="*/ 79 h 81"/>
                <a:gd name="T18" fmla="*/ 211 w 279"/>
                <a:gd name="T19" fmla="*/ 81 h 81"/>
                <a:gd name="T20" fmla="*/ 211 w 279"/>
                <a:gd name="T21" fmla="*/ 81 h 81"/>
                <a:gd name="T22" fmla="*/ 188 w 279"/>
                <a:gd name="T23" fmla="*/ 79 h 81"/>
                <a:gd name="T24" fmla="*/ 158 w 279"/>
                <a:gd name="T25" fmla="*/ 74 h 81"/>
                <a:gd name="T26" fmla="*/ 123 w 279"/>
                <a:gd name="T27" fmla="*/ 65 h 81"/>
                <a:gd name="T28" fmla="*/ 88 w 279"/>
                <a:gd name="T29" fmla="*/ 57 h 81"/>
                <a:gd name="T30" fmla="*/ 26 w 279"/>
                <a:gd name="T31" fmla="*/ 39 h 81"/>
                <a:gd name="T32" fmla="*/ 0 w 279"/>
                <a:gd name="T33" fmla="*/ 30 h 81"/>
                <a:gd name="T34" fmla="*/ 53 w 279"/>
                <a:gd name="T35"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9" h="81">
                  <a:moveTo>
                    <a:pt x="53" y="0"/>
                  </a:moveTo>
                  <a:lnTo>
                    <a:pt x="239" y="21"/>
                  </a:lnTo>
                  <a:lnTo>
                    <a:pt x="279" y="48"/>
                  </a:lnTo>
                  <a:lnTo>
                    <a:pt x="279" y="48"/>
                  </a:lnTo>
                  <a:lnTo>
                    <a:pt x="276" y="53"/>
                  </a:lnTo>
                  <a:lnTo>
                    <a:pt x="262" y="64"/>
                  </a:lnTo>
                  <a:lnTo>
                    <a:pt x="251" y="69"/>
                  </a:lnTo>
                  <a:lnTo>
                    <a:pt x="241" y="74"/>
                  </a:lnTo>
                  <a:lnTo>
                    <a:pt x="227" y="79"/>
                  </a:lnTo>
                  <a:lnTo>
                    <a:pt x="211" y="81"/>
                  </a:lnTo>
                  <a:lnTo>
                    <a:pt x="211" y="81"/>
                  </a:lnTo>
                  <a:lnTo>
                    <a:pt x="188" y="79"/>
                  </a:lnTo>
                  <a:lnTo>
                    <a:pt x="158" y="74"/>
                  </a:lnTo>
                  <a:lnTo>
                    <a:pt x="123" y="65"/>
                  </a:lnTo>
                  <a:lnTo>
                    <a:pt x="88" y="57"/>
                  </a:lnTo>
                  <a:lnTo>
                    <a:pt x="26" y="39"/>
                  </a:lnTo>
                  <a:lnTo>
                    <a:pt x="0" y="30"/>
                  </a:lnTo>
                  <a:lnTo>
                    <a:pt x="53" y="0"/>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26" name="Freeform 137"/>
            <p:cNvSpPr>
              <a:spLocks/>
            </p:cNvSpPr>
            <p:nvPr/>
          </p:nvSpPr>
          <p:spPr bwMode="auto">
            <a:xfrm>
              <a:off x="9402763" y="1833563"/>
              <a:ext cx="381000" cy="725488"/>
            </a:xfrm>
            <a:custGeom>
              <a:avLst/>
              <a:gdLst>
                <a:gd name="T0" fmla="*/ 0 w 240"/>
                <a:gd name="T1" fmla="*/ 0 h 457"/>
                <a:gd name="T2" fmla="*/ 0 w 240"/>
                <a:gd name="T3" fmla="*/ 0 h 457"/>
                <a:gd name="T4" fmla="*/ 7 w 240"/>
                <a:gd name="T5" fmla="*/ 14 h 457"/>
                <a:gd name="T6" fmla="*/ 14 w 240"/>
                <a:gd name="T7" fmla="*/ 30 h 457"/>
                <a:gd name="T8" fmla="*/ 19 w 240"/>
                <a:gd name="T9" fmla="*/ 49 h 457"/>
                <a:gd name="T10" fmla="*/ 22 w 240"/>
                <a:gd name="T11" fmla="*/ 74 h 457"/>
                <a:gd name="T12" fmla="*/ 22 w 240"/>
                <a:gd name="T13" fmla="*/ 86 h 457"/>
                <a:gd name="T14" fmla="*/ 22 w 240"/>
                <a:gd name="T15" fmla="*/ 98 h 457"/>
                <a:gd name="T16" fmla="*/ 19 w 240"/>
                <a:gd name="T17" fmla="*/ 110 h 457"/>
                <a:gd name="T18" fmla="*/ 15 w 240"/>
                <a:gd name="T19" fmla="*/ 124 h 457"/>
                <a:gd name="T20" fmla="*/ 8 w 240"/>
                <a:gd name="T21" fmla="*/ 137 h 457"/>
                <a:gd name="T22" fmla="*/ 0 w 240"/>
                <a:gd name="T23" fmla="*/ 149 h 457"/>
                <a:gd name="T24" fmla="*/ 0 w 240"/>
                <a:gd name="T25" fmla="*/ 149 h 457"/>
                <a:gd name="T26" fmla="*/ 0 w 240"/>
                <a:gd name="T27" fmla="*/ 160 h 457"/>
                <a:gd name="T28" fmla="*/ 0 w 240"/>
                <a:gd name="T29" fmla="*/ 186 h 457"/>
                <a:gd name="T30" fmla="*/ 3 w 240"/>
                <a:gd name="T31" fmla="*/ 205 h 457"/>
                <a:gd name="T32" fmla="*/ 5 w 240"/>
                <a:gd name="T33" fmla="*/ 226 h 457"/>
                <a:gd name="T34" fmla="*/ 10 w 240"/>
                <a:gd name="T35" fmla="*/ 249 h 457"/>
                <a:gd name="T36" fmla="*/ 17 w 240"/>
                <a:gd name="T37" fmla="*/ 274 h 457"/>
                <a:gd name="T38" fmla="*/ 28 w 240"/>
                <a:gd name="T39" fmla="*/ 300 h 457"/>
                <a:gd name="T40" fmla="*/ 40 w 240"/>
                <a:gd name="T41" fmla="*/ 327 h 457"/>
                <a:gd name="T42" fmla="*/ 56 w 240"/>
                <a:gd name="T43" fmla="*/ 351 h 457"/>
                <a:gd name="T44" fmla="*/ 75 w 240"/>
                <a:gd name="T45" fmla="*/ 376 h 457"/>
                <a:gd name="T46" fmla="*/ 98 w 240"/>
                <a:gd name="T47" fmla="*/ 400 h 457"/>
                <a:gd name="T48" fmla="*/ 112 w 240"/>
                <a:gd name="T49" fmla="*/ 411 h 457"/>
                <a:gd name="T50" fmla="*/ 126 w 240"/>
                <a:gd name="T51" fmla="*/ 422 h 457"/>
                <a:gd name="T52" fmla="*/ 142 w 240"/>
                <a:gd name="T53" fmla="*/ 432 h 457"/>
                <a:gd name="T54" fmla="*/ 158 w 240"/>
                <a:gd name="T55" fmla="*/ 441 h 457"/>
                <a:gd name="T56" fmla="*/ 177 w 240"/>
                <a:gd name="T57" fmla="*/ 450 h 457"/>
                <a:gd name="T58" fmla="*/ 196 w 240"/>
                <a:gd name="T59" fmla="*/ 457 h 457"/>
                <a:gd name="T60" fmla="*/ 196 w 240"/>
                <a:gd name="T61" fmla="*/ 457 h 457"/>
                <a:gd name="T62" fmla="*/ 207 w 240"/>
                <a:gd name="T63" fmla="*/ 432 h 457"/>
                <a:gd name="T64" fmla="*/ 218 w 240"/>
                <a:gd name="T65" fmla="*/ 406 h 457"/>
                <a:gd name="T66" fmla="*/ 228 w 240"/>
                <a:gd name="T67" fmla="*/ 371 h 457"/>
                <a:gd name="T68" fmla="*/ 232 w 240"/>
                <a:gd name="T69" fmla="*/ 351 h 457"/>
                <a:gd name="T70" fmla="*/ 235 w 240"/>
                <a:gd name="T71" fmla="*/ 330 h 457"/>
                <a:gd name="T72" fmla="*/ 239 w 240"/>
                <a:gd name="T73" fmla="*/ 307 h 457"/>
                <a:gd name="T74" fmla="*/ 240 w 240"/>
                <a:gd name="T75" fmla="*/ 284 h 457"/>
                <a:gd name="T76" fmla="*/ 239 w 240"/>
                <a:gd name="T77" fmla="*/ 262 h 457"/>
                <a:gd name="T78" fmla="*/ 237 w 240"/>
                <a:gd name="T79" fmla="*/ 239 h 457"/>
                <a:gd name="T80" fmla="*/ 233 w 240"/>
                <a:gd name="T81" fmla="*/ 216 h 457"/>
                <a:gd name="T82" fmla="*/ 226 w 240"/>
                <a:gd name="T83" fmla="*/ 193 h 457"/>
                <a:gd name="T84" fmla="*/ 226 w 240"/>
                <a:gd name="T85" fmla="*/ 193 h 457"/>
                <a:gd name="T86" fmla="*/ 214 w 240"/>
                <a:gd name="T87" fmla="*/ 186 h 457"/>
                <a:gd name="T88" fmla="*/ 202 w 240"/>
                <a:gd name="T89" fmla="*/ 177 h 457"/>
                <a:gd name="T90" fmla="*/ 188 w 240"/>
                <a:gd name="T91" fmla="*/ 165 h 457"/>
                <a:gd name="T92" fmla="*/ 181 w 240"/>
                <a:gd name="T93" fmla="*/ 156 h 457"/>
                <a:gd name="T94" fmla="*/ 175 w 240"/>
                <a:gd name="T95" fmla="*/ 146 h 457"/>
                <a:gd name="T96" fmla="*/ 170 w 240"/>
                <a:gd name="T97" fmla="*/ 135 h 457"/>
                <a:gd name="T98" fmla="*/ 165 w 240"/>
                <a:gd name="T99" fmla="*/ 121 h 457"/>
                <a:gd name="T100" fmla="*/ 161 w 240"/>
                <a:gd name="T101" fmla="*/ 107 h 457"/>
                <a:gd name="T102" fmla="*/ 160 w 240"/>
                <a:gd name="T103" fmla="*/ 91 h 457"/>
                <a:gd name="T104" fmla="*/ 160 w 240"/>
                <a:gd name="T105" fmla="*/ 72 h 457"/>
                <a:gd name="T106" fmla="*/ 161 w 240"/>
                <a:gd name="T107" fmla="*/ 52 h 457"/>
                <a:gd name="T108" fmla="*/ 0 w 240"/>
                <a:gd name="T10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0" h="457">
                  <a:moveTo>
                    <a:pt x="0" y="0"/>
                  </a:moveTo>
                  <a:lnTo>
                    <a:pt x="0" y="0"/>
                  </a:lnTo>
                  <a:lnTo>
                    <a:pt x="7" y="14"/>
                  </a:lnTo>
                  <a:lnTo>
                    <a:pt x="14" y="30"/>
                  </a:lnTo>
                  <a:lnTo>
                    <a:pt x="19" y="49"/>
                  </a:lnTo>
                  <a:lnTo>
                    <a:pt x="22" y="74"/>
                  </a:lnTo>
                  <a:lnTo>
                    <a:pt x="22" y="86"/>
                  </a:lnTo>
                  <a:lnTo>
                    <a:pt x="22" y="98"/>
                  </a:lnTo>
                  <a:lnTo>
                    <a:pt x="19" y="110"/>
                  </a:lnTo>
                  <a:lnTo>
                    <a:pt x="15" y="124"/>
                  </a:lnTo>
                  <a:lnTo>
                    <a:pt x="8" y="137"/>
                  </a:lnTo>
                  <a:lnTo>
                    <a:pt x="0" y="149"/>
                  </a:lnTo>
                  <a:lnTo>
                    <a:pt x="0" y="149"/>
                  </a:lnTo>
                  <a:lnTo>
                    <a:pt x="0" y="160"/>
                  </a:lnTo>
                  <a:lnTo>
                    <a:pt x="0" y="186"/>
                  </a:lnTo>
                  <a:lnTo>
                    <a:pt x="3" y="205"/>
                  </a:lnTo>
                  <a:lnTo>
                    <a:pt x="5" y="226"/>
                  </a:lnTo>
                  <a:lnTo>
                    <a:pt x="10" y="249"/>
                  </a:lnTo>
                  <a:lnTo>
                    <a:pt x="17" y="274"/>
                  </a:lnTo>
                  <a:lnTo>
                    <a:pt x="28" y="300"/>
                  </a:lnTo>
                  <a:lnTo>
                    <a:pt x="40" y="327"/>
                  </a:lnTo>
                  <a:lnTo>
                    <a:pt x="56" y="351"/>
                  </a:lnTo>
                  <a:lnTo>
                    <a:pt x="75" y="376"/>
                  </a:lnTo>
                  <a:lnTo>
                    <a:pt x="98" y="400"/>
                  </a:lnTo>
                  <a:lnTo>
                    <a:pt x="112" y="411"/>
                  </a:lnTo>
                  <a:lnTo>
                    <a:pt x="126" y="422"/>
                  </a:lnTo>
                  <a:lnTo>
                    <a:pt x="142" y="432"/>
                  </a:lnTo>
                  <a:lnTo>
                    <a:pt x="158" y="441"/>
                  </a:lnTo>
                  <a:lnTo>
                    <a:pt x="177" y="450"/>
                  </a:lnTo>
                  <a:lnTo>
                    <a:pt x="196" y="457"/>
                  </a:lnTo>
                  <a:lnTo>
                    <a:pt x="196" y="457"/>
                  </a:lnTo>
                  <a:lnTo>
                    <a:pt x="207" y="432"/>
                  </a:lnTo>
                  <a:lnTo>
                    <a:pt x="218" y="406"/>
                  </a:lnTo>
                  <a:lnTo>
                    <a:pt x="228" y="371"/>
                  </a:lnTo>
                  <a:lnTo>
                    <a:pt x="232" y="351"/>
                  </a:lnTo>
                  <a:lnTo>
                    <a:pt x="235" y="330"/>
                  </a:lnTo>
                  <a:lnTo>
                    <a:pt x="239" y="307"/>
                  </a:lnTo>
                  <a:lnTo>
                    <a:pt x="240" y="284"/>
                  </a:lnTo>
                  <a:lnTo>
                    <a:pt x="239" y="262"/>
                  </a:lnTo>
                  <a:lnTo>
                    <a:pt x="237" y="239"/>
                  </a:lnTo>
                  <a:lnTo>
                    <a:pt x="233" y="216"/>
                  </a:lnTo>
                  <a:lnTo>
                    <a:pt x="226" y="193"/>
                  </a:lnTo>
                  <a:lnTo>
                    <a:pt x="226" y="193"/>
                  </a:lnTo>
                  <a:lnTo>
                    <a:pt x="214" y="186"/>
                  </a:lnTo>
                  <a:lnTo>
                    <a:pt x="202" y="177"/>
                  </a:lnTo>
                  <a:lnTo>
                    <a:pt x="188" y="165"/>
                  </a:lnTo>
                  <a:lnTo>
                    <a:pt x="181" y="156"/>
                  </a:lnTo>
                  <a:lnTo>
                    <a:pt x="175" y="146"/>
                  </a:lnTo>
                  <a:lnTo>
                    <a:pt x="170" y="135"/>
                  </a:lnTo>
                  <a:lnTo>
                    <a:pt x="165" y="121"/>
                  </a:lnTo>
                  <a:lnTo>
                    <a:pt x="161" y="107"/>
                  </a:lnTo>
                  <a:lnTo>
                    <a:pt x="160" y="91"/>
                  </a:lnTo>
                  <a:lnTo>
                    <a:pt x="160" y="72"/>
                  </a:lnTo>
                  <a:lnTo>
                    <a:pt x="161" y="52"/>
                  </a:lnTo>
                  <a:lnTo>
                    <a:pt x="0" y="0"/>
                  </a:lnTo>
                  <a:close/>
                </a:path>
              </a:pathLst>
            </a:custGeom>
            <a:solidFill>
              <a:srgbClr val="F2D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27" name="Freeform 138"/>
            <p:cNvSpPr>
              <a:spLocks/>
            </p:cNvSpPr>
            <p:nvPr/>
          </p:nvSpPr>
          <p:spPr bwMode="auto">
            <a:xfrm>
              <a:off x="10202863" y="946150"/>
              <a:ext cx="114300" cy="393700"/>
            </a:xfrm>
            <a:custGeom>
              <a:avLst/>
              <a:gdLst>
                <a:gd name="T0" fmla="*/ 33 w 72"/>
                <a:gd name="T1" fmla="*/ 0 h 248"/>
                <a:gd name="T2" fmla="*/ 33 w 72"/>
                <a:gd name="T3" fmla="*/ 0 h 248"/>
                <a:gd name="T4" fmla="*/ 40 w 72"/>
                <a:gd name="T5" fmla="*/ 2 h 248"/>
                <a:gd name="T6" fmla="*/ 47 w 72"/>
                <a:gd name="T7" fmla="*/ 5 h 248"/>
                <a:gd name="T8" fmla="*/ 56 w 72"/>
                <a:gd name="T9" fmla="*/ 12 h 248"/>
                <a:gd name="T10" fmla="*/ 63 w 72"/>
                <a:gd name="T11" fmla="*/ 23 h 248"/>
                <a:gd name="T12" fmla="*/ 69 w 72"/>
                <a:gd name="T13" fmla="*/ 38 h 248"/>
                <a:gd name="T14" fmla="*/ 72 w 72"/>
                <a:gd name="T15" fmla="*/ 47 h 248"/>
                <a:gd name="T16" fmla="*/ 72 w 72"/>
                <a:gd name="T17" fmla="*/ 60 h 248"/>
                <a:gd name="T18" fmla="*/ 72 w 72"/>
                <a:gd name="T19" fmla="*/ 72 h 248"/>
                <a:gd name="T20" fmla="*/ 72 w 72"/>
                <a:gd name="T21" fmla="*/ 86 h 248"/>
                <a:gd name="T22" fmla="*/ 72 w 72"/>
                <a:gd name="T23" fmla="*/ 86 h 248"/>
                <a:gd name="T24" fmla="*/ 69 w 72"/>
                <a:gd name="T25" fmla="*/ 102 h 248"/>
                <a:gd name="T26" fmla="*/ 65 w 72"/>
                <a:gd name="T27" fmla="*/ 118 h 248"/>
                <a:gd name="T28" fmla="*/ 56 w 72"/>
                <a:gd name="T29" fmla="*/ 146 h 248"/>
                <a:gd name="T30" fmla="*/ 44 w 72"/>
                <a:gd name="T31" fmla="*/ 174 h 248"/>
                <a:gd name="T32" fmla="*/ 32 w 72"/>
                <a:gd name="T33" fmla="*/ 198 h 248"/>
                <a:gd name="T34" fmla="*/ 19 w 72"/>
                <a:gd name="T35" fmla="*/ 218 h 248"/>
                <a:gd name="T36" fmla="*/ 9 w 72"/>
                <a:gd name="T37" fmla="*/ 234 h 248"/>
                <a:gd name="T38" fmla="*/ 0 w 72"/>
                <a:gd name="T39" fmla="*/ 248 h 248"/>
                <a:gd name="T40" fmla="*/ 33 w 72"/>
                <a:gd name="T41"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248">
                  <a:moveTo>
                    <a:pt x="33" y="0"/>
                  </a:moveTo>
                  <a:lnTo>
                    <a:pt x="33" y="0"/>
                  </a:lnTo>
                  <a:lnTo>
                    <a:pt x="40" y="2"/>
                  </a:lnTo>
                  <a:lnTo>
                    <a:pt x="47" y="5"/>
                  </a:lnTo>
                  <a:lnTo>
                    <a:pt x="56" y="12"/>
                  </a:lnTo>
                  <a:lnTo>
                    <a:pt x="63" y="23"/>
                  </a:lnTo>
                  <a:lnTo>
                    <a:pt x="69" y="38"/>
                  </a:lnTo>
                  <a:lnTo>
                    <a:pt x="72" y="47"/>
                  </a:lnTo>
                  <a:lnTo>
                    <a:pt x="72" y="60"/>
                  </a:lnTo>
                  <a:lnTo>
                    <a:pt x="72" y="72"/>
                  </a:lnTo>
                  <a:lnTo>
                    <a:pt x="72" y="86"/>
                  </a:lnTo>
                  <a:lnTo>
                    <a:pt x="72" y="86"/>
                  </a:lnTo>
                  <a:lnTo>
                    <a:pt x="69" y="102"/>
                  </a:lnTo>
                  <a:lnTo>
                    <a:pt x="65" y="118"/>
                  </a:lnTo>
                  <a:lnTo>
                    <a:pt x="56" y="146"/>
                  </a:lnTo>
                  <a:lnTo>
                    <a:pt x="44" y="174"/>
                  </a:lnTo>
                  <a:lnTo>
                    <a:pt x="32" y="198"/>
                  </a:lnTo>
                  <a:lnTo>
                    <a:pt x="19" y="218"/>
                  </a:lnTo>
                  <a:lnTo>
                    <a:pt x="9" y="234"/>
                  </a:lnTo>
                  <a:lnTo>
                    <a:pt x="0" y="248"/>
                  </a:lnTo>
                  <a:lnTo>
                    <a:pt x="33" y="0"/>
                  </a:lnTo>
                  <a:close/>
                </a:path>
              </a:pathLst>
            </a:custGeom>
            <a:solidFill>
              <a:srgbClr val="F6DB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28" name="Freeform 139"/>
            <p:cNvSpPr>
              <a:spLocks/>
            </p:cNvSpPr>
            <p:nvPr/>
          </p:nvSpPr>
          <p:spPr bwMode="auto">
            <a:xfrm>
              <a:off x="8564563" y="3963988"/>
              <a:ext cx="371475" cy="382588"/>
            </a:xfrm>
            <a:custGeom>
              <a:avLst/>
              <a:gdLst>
                <a:gd name="T0" fmla="*/ 231 w 234"/>
                <a:gd name="T1" fmla="*/ 148 h 241"/>
                <a:gd name="T2" fmla="*/ 215 w 234"/>
                <a:gd name="T3" fmla="*/ 123 h 241"/>
                <a:gd name="T4" fmla="*/ 194 w 234"/>
                <a:gd name="T5" fmla="*/ 88 h 241"/>
                <a:gd name="T6" fmla="*/ 188 w 234"/>
                <a:gd name="T7" fmla="*/ 80 h 241"/>
                <a:gd name="T8" fmla="*/ 167 w 234"/>
                <a:gd name="T9" fmla="*/ 60 h 241"/>
                <a:gd name="T10" fmla="*/ 152 w 234"/>
                <a:gd name="T11" fmla="*/ 51 h 241"/>
                <a:gd name="T12" fmla="*/ 152 w 234"/>
                <a:gd name="T13" fmla="*/ 51 h 241"/>
                <a:gd name="T14" fmla="*/ 139 w 234"/>
                <a:gd name="T15" fmla="*/ 43 h 241"/>
                <a:gd name="T16" fmla="*/ 127 w 234"/>
                <a:gd name="T17" fmla="*/ 30 h 241"/>
                <a:gd name="T18" fmla="*/ 120 w 234"/>
                <a:gd name="T19" fmla="*/ 18 h 241"/>
                <a:gd name="T20" fmla="*/ 115 w 234"/>
                <a:gd name="T21" fmla="*/ 0 h 241"/>
                <a:gd name="T22" fmla="*/ 2 w 234"/>
                <a:gd name="T23" fmla="*/ 0 h 241"/>
                <a:gd name="T24" fmla="*/ 0 w 234"/>
                <a:gd name="T25" fmla="*/ 87 h 241"/>
                <a:gd name="T26" fmla="*/ 2 w 234"/>
                <a:gd name="T27" fmla="*/ 131 h 241"/>
                <a:gd name="T28" fmla="*/ 7 w 234"/>
                <a:gd name="T29" fmla="*/ 197 h 241"/>
                <a:gd name="T30" fmla="*/ 13 w 234"/>
                <a:gd name="T31" fmla="*/ 218 h 241"/>
                <a:gd name="T32" fmla="*/ 23 w 234"/>
                <a:gd name="T33" fmla="*/ 234 h 241"/>
                <a:gd name="T34" fmla="*/ 28 w 234"/>
                <a:gd name="T35" fmla="*/ 238 h 241"/>
                <a:gd name="T36" fmla="*/ 37 w 234"/>
                <a:gd name="T37" fmla="*/ 239 h 241"/>
                <a:gd name="T38" fmla="*/ 46 w 234"/>
                <a:gd name="T39" fmla="*/ 232 h 241"/>
                <a:gd name="T40" fmla="*/ 48 w 234"/>
                <a:gd name="T41" fmla="*/ 229 h 241"/>
                <a:gd name="T42" fmla="*/ 62 w 234"/>
                <a:gd name="T43" fmla="*/ 239 h 241"/>
                <a:gd name="T44" fmla="*/ 76 w 234"/>
                <a:gd name="T45" fmla="*/ 241 h 241"/>
                <a:gd name="T46" fmla="*/ 88 w 234"/>
                <a:gd name="T47" fmla="*/ 236 h 241"/>
                <a:gd name="T48" fmla="*/ 97 w 234"/>
                <a:gd name="T49" fmla="*/ 239 h 241"/>
                <a:gd name="T50" fmla="*/ 115 w 234"/>
                <a:gd name="T51" fmla="*/ 239 h 241"/>
                <a:gd name="T52" fmla="*/ 134 w 234"/>
                <a:gd name="T53" fmla="*/ 231 h 241"/>
                <a:gd name="T54" fmla="*/ 139 w 234"/>
                <a:gd name="T55" fmla="*/ 227 h 241"/>
                <a:gd name="T56" fmla="*/ 152 w 234"/>
                <a:gd name="T57" fmla="*/ 229 h 241"/>
                <a:gd name="T58" fmla="*/ 169 w 234"/>
                <a:gd name="T59" fmla="*/ 224 h 241"/>
                <a:gd name="T60" fmla="*/ 173 w 234"/>
                <a:gd name="T61" fmla="*/ 220 h 241"/>
                <a:gd name="T62" fmla="*/ 176 w 234"/>
                <a:gd name="T63" fmla="*/ 210 h 241"/>
                <a:gd name="T64" fmla="*/ 174 w 234"/>
                <a:gd name="T65" fmla="*/ 190 h 241"/>
                <a:gd name="T66" fmla="*/ 174 w 234"/>
                <a:gd name="T67" fmla="*/ 185 h 241"/>
                <a:gd name="T68" fmla="*/ 173 w 234"/>
                <a:gd name="T69" fmla="*/ 185 h 241"/>
                <a:gd name="T70" fmla="*/ 173 w 234"/>
                <a:gd name="T71" fmla="*/ 183 h 241"/>
                <a:gd name="T72" fmla="*/ 171 w 234"/>
                <a:gd name="T73" fmla="*/ 162 h 241"/>
                <a:gd name="T74" fmla="*/ 176 w 234"/>
                <a:gd name="T75" fmla="*/ 138 h 241"/>
                <a:gd name="T76" fmla="*/ 181 w 234"/>
                <a:gd name="T77" fmla="*/ 131 h 241"/>
                <a:gd name="T78" fmla="*/ 187 w 234"/>
                <a:gd name="T79" fmla="*/ 131 h 241"/>
                <a:gd name="T80" fmla="*/ 211 w 234"/>
                <a:gd name="T81" fmla="*/ 148 h 241"/>
                <a:gd name="T82" fmla="*/ 225 w 234"/>
                <a:gd name="T83" fmla="*/ 157 h 241"/>
                <a:gd name="T84" fmla="*/ 232 w 234"/>
                <a:gd name="T85" fmla="*/ 159 h 241"/>
                <a:gd name="T86" fmla="*/ 234 w 234"/>
                <a:gd name="T87" fmla="*/ 15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 h="241">
                  <a:moveTo>
                    <a:pt x="231" y="148"/>
                  </a:moveTo>
                  <a:lnTo>
                    <a:pt x="231" y="148"/>
                  </a:lnTo>
                  <a:lnTo>
                    <a:pt x="225" y="138"/>
                  </a:lnTo>
                  <a:lnTo>
                    <a:pt x="215" y="123"/>
                  </a:lnTo>
                  <a:lnTo>
                    <a:pt x="204" y="108"/>
                  </a:lnTo>
                  <a:lnTo>
                    <a:pt x="194" y="88"/>
                  </a:lnTo>
                  <a:lnTo>
                    <a:pt x="194" y="88"/>
                  </a:lnTo>
                  <a:lnTo>
                    <a:pt x="188" y="80"/>
                  </a:lnTo>
                  <a:lnTo>
                    <a:pt x="181" y="71"/>
                  </a:lnTo>
                  <a:lnTo>
                    <a:pt x="167" y="60"/>
                  </a:lnTo>
                  <a:lnTo>
                    <a:pt x="157" y="53"/>
                  </a:lnTo>
                  <a:lnTo>
                    <a:pt x="152" y="51"/>
                  </a:lnTo>
                  <a:lnTo>
                    <a:pt x="152" y="51"/>
                  </a:lnTo>
                  <a:lnTo>
                    <a:pt x="152" y="51"/>
                  </a:lnTo>
                  <a:lnTo>
                    <a:pt x="139" y="43"/>
                  </a:lnTo>
                  <a:lnTo>
                    <a:pt x="139" y="43"/>
                  </a:lnTo>
                  <a:lnTo>
                    <a:pt x="132" y="37"/>
                  </a:lnTo>
                  <a:lnTo>
                    <a:pt x="127" y="30"/>
                  </a:lnTo>
                  <a:lnTo>
                    <a:pt x="122" y="23"/>
                  </a:lnTo>
                  <a:lnTo>
                    <a:pt x="120" y="18"/>
                  </a:lnTo>
                  <a:lnTo>
                    <a:pt x="116" y="6"/>
                  </a:lnTo>
                  <a:lnTo>
                    <a:pt x="115" y="0"/>
                  </a:lnTo>
                  <a:lnTo>
                    <a:pt x="2" y="0"/>
                  </a:lnTo>
                  <a:lnTo>
                    <a:pt x="2" y="0"/>
                  </a:lnTo>
                  <a:lnTo>
                    <a:pt x="0" y="44"/>
                  </a:lnTo>
                  <a:lnTo>
                    <a:pt x="0" y="87"/>
                  </a:lnTo>
                  <a:lnTo>
                    <a:pt x="2" y="131"/>
                  </a:lnTo>
                  <a:lnTo>
                    <a:pt x="2" y="131"/>
                  </a:lnTo>
                  <a:lnTo>
                    <a:pt x="4" y="167"/>
                  </a:lnTo>
                  <a:lnTo>
                    <a:pt x="7" y="197"/>
                  </a:lnTo>
                  <a:lnTo>
                    <a:pt x="9" y="208"/>
                  </a:lnTo>
                  <a:lnTo>
                    <a:pt x="13" y="218"/>
                  </a:lnTo>
                  <a:lnTo>
                    <a:pt x="18" y="227"/>
                  </a:lnTo>
                  <a:lnTo>
                    <a:pt x="23" y="234"/>
                  </a:lnTo>
                  <a:lnTo>
                    <a:pt x="23" y="234"/>
                  </a:lnTo>
                  <a:lnTo>
                    <a:pt x="28" y="238"/>
                  </a:lnTo>
                  <a:lnTo>
                    <a:pt x="34" y="239"/>
                  </a:lnTo>
                  <a:lnTo>
                    <a:pt x="37" y="239"/>
                  </a:lnTo>
                  <a:lnTo>
                    <a:pt x="43" y="238"/>
                  </a:lnTo>
                  <a:lnTo>
                    <a:pt x="46" y="232"/>
                  </a:lnTo>
                  <a:lnTo>
                    <a:pt x="48" y="229"/>
                  </a:lnTo>
                  <a:lnTo>
                    <a:pt x="48" y="229"/>
                  </a:lnTo>
                  <a:lnTo>
                    <a:pt x="55" y="236"/>
                  </a:lnTo>
                  <a:lnTo>
                    <a:pt x="62" y="239"/>
                  </a:lnTo>
                  <a:lnTo>
                    <a:pt x="69" y="241"/>
                  </a:lnTo>
                  <a:lnTo>
                    <a:pt x="76" y="241"/>
                  </a:lnTo>
                  <a:lnTo>
                    <a:pt x="85" y="238"/>
                  </a:lnTo>
                  <a:lnTo>
                    <a:pt x="88" y="236"/>
                  </a:lnTo>
                  <a:lnTo>
                    <a:pt x="88" y="236"/>
                  </a:lnTo>
                  <a:lnTo>
                    <a:pt x="97" y="239"/>
                  </a:lnTo>
                  <a:lnTo>
                    <a:pt x="106" y="241"/>
                  </a:lnTo>
                  <a:lnTo>
                    <a:pt x="115" y="239"/>
                  </a:lnTo>
                  <a:lnTo>
                    <a:pt x="123" y="238"/>
                  </a:lnTo>
                  <a:lnTo>
                    <a:pt x="134" y="231"/>
                  </a:lnTo>
                  <a:lnTo>
                    <a:pt x="139" y="227"/>
                  </a:lnTo>
                  <a:lnTo>
                    <a:pt x="139" y="227"/>
                  </a:lnTo>
                  <a:lnTo>
                    <a:pt x="143" y="227"/>
                  </a:lnTo>
                  <a:lnTo>
                    <a:pt x="152" y="229"/>
                  </a:lnTo>
                  <a:lnTo>
                    <a:pt x="164" y="227"/>
                  </a:lnTo>
                  <a:lnTo>
                    <a:pt x="169" y="224"/>
                  </a:lnTo>
                  <a:lnTo>
                    <a:pt x="173" y="220"/>
                  </a:lnTo>
                  <a:lnTo>
                    <a:pt x="173" y="220"/>
                  </a:lnTo>
                  <a:lnTo>
                    <a:pt x="176" y="217"/>
                  </a:lnTo>
                  <a:lnTo>
                    <a:pt x="176" y="210"/>
                  </a:lnTo>
                  <a:lnTo>
                    <a:pt x="176" y="199"/>
                  </a:lnTo>
                  <a:lnTo>
                    <a:pt x="174" y="190"/>
                  </a:lnTo>
                  <a:lnTo>
                    <a:pt x="174" y="185"/>
                  </a:lnTo>
                  <a:lnTo>
                    <a:pt x="174" y="185"/>
                  </a:lnTo>
                  <a:lnTo>
                    <a:pt x="173" y="185"/>
                  </a:lnTo>
                  <a:lnTo>
                    <a:pt x="173" y="185"/>
                  </a:lnTo>
                  <a:lnTo>
                    <a:pt x="173" y="183"/>
                  </a:lnTo>
                  <a:lnTo>
                    <a:pt x="173" y="183"/>
                  </a:lnTo>
                  <a:lnTo>
                    <a:pt x="171" y="173"/>
                  </a:lnTo>
                  <a:lnTo>
                    <a:pt x="171" y="162"/>
                  </a:lnTo>
                  <a:lnTo>
                    <a:pt x="173" y="150"/>
                  </a:lnTo>
                  <a:lnTo>
                    <a:pt x="176" y="138"/>
                  </a:lnTo>
                  <a:lnTo>
                    <a:pt x="176" y="138"/>
                  </a:lnTo>
                  <a:lnTo>
                    <a:pt x="181" y="131"/>
                  </a:lnTo>
                  <a:lnTo>
                    <a:pt x="183" y="131"/>
                  </a:lnTo>
                  <a:lnTo>
                    <a:pt x="187" y="131"/>
                  </a:lnTo>
                  <a:lnTo>
                    <a:pt x="194" y="138"/>
                  </a:lnTo>
                  <a:lnTo>
                    <a:pt x="211" y="148"/>
                  </a:lnTo>
                  <a:lnTo>
                    <a:pt x="211" y="148"/>
                  </a:lnTo>
                  <a:lnTo>
                    <a:pt x="225" y="157"/>
                  </a:lnTo>
                  <a:lnTo>
                    <a:pt x="231" y="159"/>
                  </a:lnTo>
                  <a:lnTo>
                    <a:pt x="232" y="159"/>
                  </a:lnTo>
                  <a:lnTo>
                    <a:pt x="234" y="157"/>
                  </a:lnTo>
                  <a:lnTo>
                    <a:pt x="234" y="155"/>
                  </a:lnTo>
                  <a:lnTo>
                    <a:pt x="231" y="148"/>
                  </a:lnTo>
                  <a:close/>
                </a:path>
              </a:pathLst>
            </a:custGeom>
            <a:solidFill>
              <a:srgbClr val="FFE9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29" name="Freeform 140"/>
            <p:cNvSpPr>
              <a:spLocks/>
            </p:cNvSpPr>
            <p:nvPr/>
          </p:nvSpPr>
          <p:spPr bwMode="auto">
            <a:xfrm>
              <a:off x="8564563" y="3963988"/>
              <a:ext cx="371475" cy="382588"/>
            </a:xfrm>
            <a:custGeom>
              <a:avLst/>
              <a:gdLst>
                <a:gd name="T0" fmla="*/ 231 w 234"/>
                <a:gd name="T1" fmla="*/ 148 h 241"/>
                <a:gd name="T2" fmla="*/ 215 w 234"/>
                <a:gd name="T3" fmla="*/ 123 h 241"/>
                <a:gd name="T4" fmla="*/ 194 w 234"/>
                <a:gd name="T5" fmla="*/ 88 h 241"/>
                <a:gd name="T6" fmla="*/ 188 w 234"/>
                <a:gd name="T7" fmla="*/ 80 h 241"/>
                <a:gd name="T8" fmla="*/ 167 w 234"/>
                <a:gd name="T9" fmla="*/ 60 h 241"/>
                <a:gd name="T10" fmla="*/ 152 w 234"/>
                <a:gd name="T11" fmla="*/ 51 h 241"/>
                <a:gd name="T12" fmla="*/ 152 w 234"/>
                <a:gd name="T13" fmla="*/ 51 h 241"/>
                <a:gd name="T14" fmla="*/ 139 w 234"/>
                <a:gd name="T15" fmla="*/ 43 h 241"/>
                <a:gd name="T16" fmla="*/ 127 w 234"/>
                <a:gd name="T17" fmla="*/ 30 h 241"/>
                <a:gd name="T18" fmla="*/ 120 w 234"/>
                <a:gd name="T19" fmla="*/ 18 h 241"/>
                <a:gd name="T20" fmla="*/ 115 w 234"/>
                <a:gd name="T21" fmla="*/ 0 h 241"/>
                <a:gd name="T22" fmla="*/ 2 w 234"/>
                <a:gd name="T23" fmla="*/ 0 h 241"/>
                <a:gd name="T24" fmla="*/ 0 w 234"/>
                <a:gd name="T25" fmla="*/ 87 h 241"/>
                <a:gd name="T26" fmla="*/ 2 w 234"/>
                <a:gd name="T27" fmla="*/ 131 h 241"/>
                <a:gd name="T28" fmla="*/ 7 w 234"/>
                <a:gd name="T29" fmla="*/ 197 h 241"/>
                <a:gd name="T30" fmla="*/ 13 w 234"/>
                <a:gd name="T31" fmla="*/ 218 h 241"/>
                <a:gd name="T32" fmla="*/ 23 w 234"/>
                <a:gd name="T33" fmla="*/ 234 h 241"/>
                <a:gd name="T34" fmla="*/ 28 w 234"/>
                <a:gd name="T35" fmla="*/ 238 h 241"/>
                <a:gd name="T36" fmla="*/ 37 w 234"/>
                <a:gd name="T37" fmla="*/ 239 h 241"/>
                <a:gd name="T38" fmla="*/ 46 w 234"/>
                <a:gd name="T39" fmla="*/ 232 h 241"/>
                <a:gd name="T40" fmla="*/ 48 w 234"/>
                <a:gd name="T41" fmla="*/ 229 h 241"/>
                <a:gd name="T42" fmla="*/ 62 w 234"/>
                <a:gd name="T43" fmla="*/ 239 h 241"/>
                <a:gd name="T44" fmla="*/ 76 w 234"/>
                <a:gd name="T45" fmla="*/ 241 h 241"/>
                <a:gd name="T46" fmla="*/ 88 w 234"/>
                <a:gd name="T47" fmla="*/ 236 h 241"/>
                <a:gd name="T48" fmla="*/ 97 w 234"/>
                <a:gd name="T49" fmla="*/ 239 h 241"/>
                <a:gd name="T50" fmla="*/ 115 w 234"/>
                <a:gd name="T51" fmla="*/ 239 h 241"/>
                <a:gd name="T52" fmla="*/ 134 w 234"/>
                <a:gd name="T53" fmla="*/ 231 h 241"/>
                <a:gd name="T54" fmla="*/ 139 w 234"/>
                <a:gd name="T55" fmla="*/ 227 h 241"/>
                <a:gd name="T56" fmla="*/ 152 w 234"/>
                <a:gd name="T57" fmla="*/ 229 h 241"/>
                <a:gd name="T58" fmla="*/ 169 w 234"/>
                <a:gd name="T59" fmla="*/ 224 h 241"/>
                <a:gd name="T60" fmla="*/ 173 w 234"/>
                <a:gd name="T61" fmla="*/ 220 h 241"/>
                <a:gd name="T62" fmla="*/ 176 w 234"/>
                <a:gd name="T63" fmla="*/ 210 h 241"/>
                <a:gd name="T64" fmla="*/ 174 w 234"/>
                <a:gd name="T65" fmla="*/ 190 h 241"/>
                <a:gd name="T66" fmla="*/ 174 w 234"/>
                <a:gd name="T67" fmla="*/ 185 h 241"/>
                <a:gd name="T68" fmla="*/ 173 w 234"/>
                <a:gd name="T69" fmla="*/ 185 h 241"/>
                <a:gd name="T70" fmla="*/ 173 w 234"/>
                <a:gd name="T71" fmla="*/ 183 h 241"/>
                <a:gd name="T72" fmla="*/ 171 w 234"/>
                <a:gd name="T73" fmla="*/ 162 h 241"/>
                <a:gd name="T74" fmla="*/ 176 w 234"/>
                <a:gd name="T75" fmla="*/ 138 h 241"/>
                <a:gd name="T76" fmla="*/ 181 w 234"/>
                <a:gd name="T77" fmla="*/ 131 h 241"/>
                <a:gd name="T78" fmla="*/ 187 w 234"/>
                <a:gd name="T79" fmla="*/ 131 h 241"/>
                <a:gd name="T80" fmla="*/ 211 w 234"/>
                <a:gd name="T81" fmla="*/ 148 h 241"/>
                <a:gd name="T82" fmla="*/ 225 w 234"/>
                <a:gd name="T83" fmla="*/ 157 h 241"/>
                <a:gd name="T84" fmla="*/ 232 w 234"/>
                <a:gd name="T85" fmla="*/ 159 h 241"/>
                <a:gd name="T86" fmla="*/ 234 w 234"/>
                <a:gd name="T87" fmla="*/ 15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 h="241">
                  <a:moveTo>
                    <a:pt x="231" y="148"/>
                  </a:moveTo>
                  <a:lnTo>
                    <a:pt x="231" y="148"/>
                  </a:lnTo>
                  <a:lnTo>
                    <a:pt x="225" y="138"/>
                  </a:lnTo>
                  <a:lnTo>
                    <a:pt x="215" y="123"/>
                  </a:lnTo>
                  <a:lnTo>
                    <a:pt x="204" y="108"/>
                  </a:lnTo>
                  <a:lnTo>
                    <a:pt x="194" y="88"/>
                  </a:lnTo>
                  <a:lnTo>
                    <a:pt x="194" y="88"/>
                  </a:lnTo>
                  <a:lnTo>
                    <a:pt x="188" y="80"/>
                  </a:lnTo>
                  <a:lnTo>
                    <a:pt x="181" y="71"/>
                  </a:lnTo>
                  <a:lnTo>
                    <a:pt x="167" y="60"/>
                  </a:lnTo>
                  <a:lnTo>
                    <a:pt x="157" y="53"/>
                  </a:lnTo>
                  <a:lnTo>
                    <a:pt x="152" y="51"/>
                  </a:lnTo>
                  <a:lnTo>
                    <a:pt x="152" y="51"/>
                  </a:lnTo>
                  <a:lnTo>
                    <a:pt x="152" y="51"/>
                  </a:lnTo>
                  <a:lnTo>
                    <a:pt x="139" y="43"/>
                  </a:lnTo>
                  <a:lnTo>
                    <a:pt x="139" y="43"/>
                  </a:lnTo>
                  <a:lnTo>
                    <a:pt x="132" y="37"/>
                  </a:lnTo>
                  <a:lnTo>
                    <a:pt x="127" y="30"/>
                  </a:lnTo>
                  <a:lnTo>
                    <a:pt x="122" y="23"/>
                  </a:lnTo>
                  <a:lnTo>
                    <a:pt x="120" y="18"/>
                  </a:lnTo>
                  <a:lnTo>
                    <a:pt x="116" y="6"/>
                  </a:lnTo>
                  <a:lnTo>
                    <a:pt x="115" y="0"/>
                  </a:lnTo>
                  <a:lnTo>
                    <a:pt x="2" y="0"/>
                  </a:lnTo>
                  <a:lnTo>
                    <a:pt x="2" y="0"/>
                  </a:lnTo>
                  <a:lnTo>
                    <a:pt x="0" y="44"/>
                  </a:lnTo>
                  <a:lnTo>
                    <a:pt x="0" y="87"/>
                  </a:lnTo>
                  <a:lnTo>
                    <a:pt x="2" y="131"/>
                  </a:lnTo>
                  <a:lnTo>
                    <a:pt x="2" y="131"/>
                  </a:lnTo>
                  <a:lnTo>
                    <a:pt x="4" y="167"/>
                  </a:lnTo>
                  <a:lnTo>
                    <a:pt x="7" y="197"/>
                  </a:lnTo>
                  <a:lnTo>
                    <a:pt x="9" y="208"/>
                  </a:lnTo>
                  <a:lnTo>
                    <a:pt x="13" y="218"/>
                  </a:lnTo>
                  <a:lnTo>
                    <a:pt x="18" y="227"/>
                  </a:lnTo>
                  <a:lnTo>
                    <a:pt x="23" y="234"/>
                  </a:lnTo>
                  <a:lnTo>
                    <a:pt x="23" y="234"/>
                  </a:lnTo>
                  <a:lnTo>
                    <a:pt x="28" y="238"/>
                  </a:lnTo>
                  <a:lnTo>
                    <a:pt x="34" y="239"/>
                  </a:lnTo>
                  <a:lnTo>
                    <a:pt x="37" y="239"/>
                  </a:lnTo>
                  <a:lnTo>
                    <a:pt x="43" y="238"/>
                  </a:lnTo>
                  <a:lnTo>
                    <a:pt x="46" y="232"/>
                  </a:lnTo>
                  <a:lnTo>
                    <a:pt x="48" y="229"/>
                  </a:lnTo>
                  <a:lnTo>
                    <a:pt x="48" y="229"/>
                  </a:lnTo>
                  <a:lnTo>
                    <a:pt x="55" y="236"/>
                  </a:lnTo>
                  <a:lnTo>
                    <a:pt x="62" y="239"/>
                  </a:lnTo>
                  <a:lnTo>
                    <a:pt x="69" y="241"/>
                  </a:lnTo>
                  <a:lnTo>
                    <a:pt x="76" y="241"/>
                  </a:lnTo>
                  <a:lnTo>
                    <a:pt x="85" y="238"/>
                  </a:lnTo>
                  <a:lnTo>
                    <a:pt x="88" y="236"/>
                  </a:lnTo>
                  <a:lnTo>
                    <a:pt x="88" y="236"/>
                  </a:lnTo>
                  <a:lnTo>
                    <a:pt x="97" y="239"/>
                  </a:lnTo>
                  <a:lnTo>
                    <a:pt x="106" y="241"/>
                  </a:lnTo>
                  <a:lnTo>
                    <a:pt x="115" y="239"/>
                  </a:lnTo>
                  <a:lnTo>
                    <a:pt x="123" y="238"/>
                  </a:lnTo>
                  <a:lnTo>
                    <a:pt x="134" y="231"/>
                  </a:lnTo>
                  <a:lnTo>
                    <a:pt x="139" y="227"/>
                  </a:lnTo>
                  <a:lnTo>
                    <a:pt x="139" y="227"/>
                  </a:lnTo>
                  <a:lnTo>
                    <a:pt x="143" y="227"/>
                  </a:lnTo>
                  <a:lnTo>
                    <a:pt x="152" y="229"/>
                  </a:lnTo>
                  <a:lnTo>
                    <a:pt x="164" y="227"/>
                  </a:lnTo>
                  <a:lnTo>
                    <a:pt x="169" y="224"/>
                  </a:lnTo>
                  <a:lnTo>
                    <a:pt x="173" y="220"/>
                  </a:lnTo>
                  <a:lnTo>
                    <a:pt x="173" y="220"/>
                  </a:lnTo>
                  <a:lnTo>
                    <a:pt x="176" y="217"/>
                  </a:lnTo>
                  <a:lnTo>
                    <a:pt x="176" y="210"/>
                  </a:lnTo>
                  <a:lnTo>
                    <a:pt x="176" y="199"/>
                  </a:lnTo>
                  <a:lnTo>
                    <a:pt x="174" y="190"/>
                  </a:lnTo>
                  <a:lnTo>
                    <a:pt x="174" y="185"/>
                  </a:lnTo>
                  <a:lnTo>
                    <a:pt x="174" y="185"/>
                  </a:lnTo>
                  <a:lnTo>
                    <a:pt x="173" y="185"/>
                  </a:lnTo>
                  <a:lnTo>
                    <a:pt x="173" y="185"/>
                  </a:lnTo>
                  <a:lnTo>
                    <a:pt x="173" y="183"/>
                  </a:lnTo>
                  <a:lnTo>
                    <a:pt x="173" y="183"/>
                  </a:lnTo>
                  <a:lnTo>
                    <a:pt x="171" y="173"/>
                  </a:lnTo>
                  <a:lnTo>
                    <a:pt x="171" y="162"/>
                  </a:lnTo>
                  <a:lnTo>
                    <a:pt x="173" y="150"/>
                  </a:lnTo>
                  <a:lnTo>
                    <a:pt x="176" y="138"/>
                  </a:lnTo>
                  <a:lnTo>
                    <a:pt x="176" y="138"/>
                  </a:lnTo>
                  <a:lnTo>
                    <a:pt x="181" y="131"/>
                  </a:lnTo>
                  <a:lnTo>
                    <a:pt x="183" y="131"/>
                  </a:lnTo>
                  <a:lnTo>
                    <a:pt x="187" y="131"/>
                  </a:lnTo>
                  <a:lnTo>
                    <a:pt x="194" y="138"/>
                  </a:lnTo>
                  <a:lnTo>
                    <a:pt x="211" y="148"/>
                  </a:lnTo>
                  <a:lnTo>
                    <a:pt x="211" y="148"/>
                  </a:lnTo>
                  <a:lnTo>
                    <a:pt x="225" y="157"/>
                  </a:lnTo>
                  <a:lnTo>
                    <a:pt x="231" y="159"/>
                  </a:lnTo>
                  <a:lnTo>
                    <a:pt x="232" y="159"/>
                  </a:lnTo>
                  <a:lnTo>
                    <a:pt x="234" y="157"/>
                  </a:lnTo>
                  <a:lnTo>
                    <a:pt x="234" y="155"/>
                  </a:lnTo>
                  <a:lnTo>
                    <a:pt x="231" y="1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30" name="Freeform 141"/>
            <p:cNvSpPr>
              <a:spLocks/>
            </p:cNvSpPr>
            <p:nvPr/>
          </p:nvSpPr>
          <p:spPr bwMode="auto">
            <a:xfrm>
              <a:off x="8828088" y="125413"/>
              <a:ext cx="1427163" cy="1790700"/>
            </a:xfrm>
            <a:custGeom>
              <a:avLst/>
              <a:gdLst>
                <a:gd name="T0" fmla="*/ 891 w 899"/>
                <a:gd name="T1" fmla="*/ 353 h 1128"/>
                <a:gd name="T2" fmla="*/ 898 w 899"/>
                <a:gd name="T3" fmla="*/ 413 h 1128"/>
                <a:gd name="T4" fmla="*/ 899 w 899"/>
                <a:gd name="T5" fmla="*/ 506 h 1128"/>
                <a:gd name="T6" fmla="*/ 892 w 899"/>
                <a:gd name="T7" fmla="*/ 626 h 1128"/>
                <a:gd name="T8" fmla="*/ 882 w 899"/>
                <a:gd name="T9" fmla="*/ 693 h 1128"/>
                <a:gd name="T10" fmla="*/ 868 w 899"/>
                <a:gd name="T11" fmla="*/ 759 h 1128"/>
                <a:gd name="T12" fmla="*/ 845 w 899"/>
                <a:gd name="T13" fmla="*/ 826 h 1128"/>
                <a:gd name="T14" fmla="*/ 815 w 899"/>
                <a:gd name="T15" fmla="*/ 891 h 1128"/>
                <a:gd name="T16" fmla="*/ 778 w 899"/>
                <a:gd name="T17" fmla="*/ 953 h 1128"/>
                <a:gd name="T18" fmla="*/ 731 w 899"/>
                <a:gd name="T19" fmla="*/ 1009 h 1128"/>
                <a:gd name="T20" fmla="*/ 673 w 899"/>
                <a:gd name="T21" fmla="*/ 1058 h 1128"/>
                <a:gd name="T22" fmla="*/ 604 w 899"/>
                <a:gd name="T23" fmla="*/ 1099 h 1128"/>
                <a:gd name="T24" fmla="*/ 523 w 899"/>
                <a:gd name="T25" fmla="*/ 1128 h 1128"/>
                <a:gd name="T26" fmla="*/ 513 w 899"/>
                <a:gd name="T27" fmla="*/ 1128 h 1128"/>
                <a:gd name="T28" fmla="*/ 462 w 899"/>
                <a:gd name="T29" fmla="*/ 1118 h 1128"/>
                <a:gd name="T30" fmla="*/ 413 w 899"/>
                <a:gd name="T31" fmla="*/ 1100 h 1128"/>
                <a:gd name="T32" fmla="*/ 353 w 899"/>
                <a:gd name="T33" fmla="*/ 1070 h 1128"/>
                <a:gd name="T34" fmla="*/ 288 w 899"/>
                <a:gd name="T35" fmla="*/ 1023 h 1128"/>
                <a:gd name="T36" fmla="*/ 239 w 899"/>
                <a:gd name="T37" fmla="*/ 974 h 1128"/>
                <a:gd name="T38" fmla="*/ 205 w 899"/>
                <a:gd name="T39" fmla="*/ 935 h 1128"/>
                <a:gd name="T40" fmla="*/ 174 w 899"/>
                <a:gd name="T41" fmla="*/ 889 h 1128"/>
                <a:gd name="T42" fmla="*/ 144 w 899"/>
                <a:gd name="T43" fmla="*/ 837 h 1128"/>
                <a:gd name="T44" fmla="*/ 130 w 899"/>
                <a:gd name="T45" fmla="*/ 807 h 1128"/>
                <a:gd name="T46" fmla="*/ 109 w 899"/>
                <a:gd name="T47" fmla="*/ 800 h 1128"/>
                <a:gd name="T48" fmla="*/ 77 w 899"/>
                <a:gd name="T49" fmla="*/ 784 h 1128"/>
                <a:gd name="T50" fmla="*/ 54 w 899"/>
                <a:gd name="T51" fmla="*/ 765 h 1128"/>
                <a:gd name="T52" fmla="*/ 31 w 899"/>
                <a:gd name="T53" fmla="*/ 738 h 1128"/>
                <a:gd name="T54" fmla="*/ 12 w 899"/>
                <a:gd name="T55" fmla="*/ 705 h 1128"/>
                <a:gd name="T56" fmla="*/ 1 w 899"/>
                <a:gd name="T57" fmla="*/ 661 h 1128"/>
                <a:gd name="T58" fmla="*/ 0 w 899"/>
                <a:gd name="T59" fmla="*/ 636 h 1128"/>
                <a:gd name="T60" fmla="*/ 1 w 899"/>
                <a:gd name="T61" fmla="*/ 591 h 1128"/>
                <a:gd name="T62" fmla="*/ 14 w 899"/>
                <a:gd name="T63" fmla="*/ 562 h 1128"/>
                <a:gd name="T64" fmla="*/ 29 w 899"/>
                <a:gd name="T65" fmla="*/ 545 h 1128"/>
                <a:gd name="T66" fmla="*/ 49 w 899"/>
                <a:gd name="T67" fmla="*/ 538 h 1128"/>
                <a:gd name="T68" fmla="*/ 68 w 899"/>
                <a:gd name="T69" fmla="*/ 538 h 1128"/>
                <a:gd name="T70" fmla="*/ 98 w 899"/>
                <a:gd name="T71" fmla="*/ 547 h 1128"/>
                <a:gd name="T72" fmla="*/ 103 w 899"/>
                <a:gd name="T73" fmla="*/ 548 h 1128"/>
                <a:gd name="T74" fmla="*/ 94 w 899"/>
                <a:gd name="T75" fmla="*/ 487 h 1128"/>
                <a:gd name="T76" fmla="*/ 87 w 899"/>
                <a:gd name="T77" fmla="*/ 387 h 1128"/>
                <a:gd name="T78" fmla="*/ 89 w 899"/>
                <a:gd name="T79" fmla="*/ 306 h 1128"/>
                <a:gd name="T80" fmla="*/ 98 w 899"/>
                <a:gd name="T81" fmla="*/ 227 h 1128"/>
                <a:gd name="T82" fmla="*/ 117 w 899"/>
                <a:gd name="T83" fmla="*/ 153 h 1128"/>
                <a:gd name="T84" fmla="*/ 131 w 899"/>
                <a:gd name="T85" fmla="*/ 121 h 1128"/>
                <a:gd name="T86" fmla="*/ 151 w 899"/>
                <a:gd name="T87" fmla="*/ 95 h 1128"/>
                <a:gd name="T88" fmla="*/ 174 w 899"/>
                <a:gd name="T89" fmla="*/ 74 h 1128"/>
                <a:gd name="T90" fmla="*/ 188 w 899"/>
                <a:gd name="T91" fmla="*/ 65 h 1128"/>
                <a:gd name="T92" fmla="*/ 221 w 899"/>
                <a:gd name="T93" fmla="*/ 48 h 1128"/>
                <a:gd name="T94" fmla="*/ 286 w 899"/>
                <a:gd name="T95" fmla="*/ 25 h 1128"/>
                <a:gd name="T96" fmla="*/ 365 w 899"/>
                <a:gd name="T97" fmla="*/ 9 h 1128"/>
                <a:gd name="T98" fmla="*/ 421 w 899"/>
                <a:gd name="T99" fmla="*/ 2 h 1128"/>
                <a:gd name="T100" fmla="*/ 481 w 899"/>
                <a:gd name="T101" fmla="*/ 0 h 1128"/>
                <a:gd name="T102" fmla="*/ 541 w 899"/>
                <a:gd name="T103" fmla="*/ 4 h 1128"/>
                <a:gd name="T104" fmla="*/ 601 w 899"/>
                <a:gd name="T105" fmla="*/ 12 h 1128"/>
                <a:gd name="T106" fmla="*/ 657 w 899"/>
                <a:gd name="T107" fmla="*/ 28 h 1128"/>
                <a:gd name="T108" fmla="*/ 711 w 899"/>
                <a:gd name="T109" fmla="*/ 53 h 1128"/>
                <a:gd name="T110" fmla="*/ 762 w 899"/>
                <a:gd name="T111" fmla="*/ 84 h 1128"/>
                <a:gd name="T112" fmla="*/ 806 w 899"/>
                <a:gd name="T113" fmla="*/ 125 h 1128"/>
                <a:gd name="T114" fmla="*/ 841 w 899"/>
                <a:gd name="T115" fmla="*/ 176 h 1128"/>
                <a:gd name="T116" fmla="*/ 870 w 899"/>
                <a:gd name="T117" fmla="*/ 239 h 1128"/>
                <a:gd name="T118" fmla="*/ 887 w 899"/>
                <a:gd name="T119" fmla="*/ 311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99" h="1128">
                  <a:moveTo>
                    <a:pt x="891" y="353"/>
                  </a:moveTo>
                  <a:lnTo>
                    <a:pt x="891" y="353"/>
                  </a:lnTo>
                  <a:lnTo>
                    <a:pt x="894" y="381"/>
                  </a:lnTo>
                  <a:lnTo>
                    <a:pt x="898" y="413"/>
                  </a:lnTo>
                  <a:lnTo>
                    <a:pt x="899" y="455"/>
                  </a:lnTo>
                  <a:lnTo>
                    <a:pt x="899" y="506"/>
                  </a:lnTo>
                  <a:lnTo>
                    <a:pt x="898" y="564"/>
                  </a:lnTo>
                  <a:lnTo>
                    <a:pt x="892" y="626"/>
                  </a:lnTo>
                  <a:lnTo>
                    <a:pt x="889" y="659"/>
                  </a:lnTo>
                  <a:lnTo>
                    <a:pt x="882" y="693"/>
                  </a:lnTo>
                  <a:lnTo>
                    <a:pt x="875" y="726"/>
                  </a:lnTo>
                  <a:lnTo>
                    <a:pt x="868" y="759"/>
                  </a:lnTo>
                  <a:lnTo>
                    <a:pt x="857" y="793"/>
                  </a:lnTo>
                  <a:lnTo>
                    <a:pt x="845" y="826"/>
                  </a:lnTo>
                  <a:lnTo>
                    <a:pt x="831" y="858"/>
                  </a:lnTo>
                  <a:lnTo>
                    <a:pt x="815" y="891"/>
                  </a:lnTo>
                  <a:lnTo>
                    <a:pt x="797" y="923"/>
                  </a:lnTo>
                  <a:lnTo>
                    <a:pt x="778" y="953"/>
                  </a:lnTo>
                  <a:lnTo>
                    <a:pt x="755" y="981"/>
                  </a:lnTo>
                  <a:lnTo>
                    <a:pt x="731" y="1009"/>
                  </a:lnTo>
                  <a:lnTo>
                    <a:pt x="703" y="1034"/>
                  </a:lnTo>
                  <a:lnTo>
                    <a:pt x="673" y="1058"/>
                  </a:lnTo>
                  <a:lnTo>
                    <a:pt x="641" y="1079"/>
                  </a:lnTo>
                  <a:lnTo>
                    <a:pt x="604" y="1099"/>
                  </a:lnTo>
                  <a:lnTo>
                    <a:pt x="565" y="1114"/>
                  </a:lnTo>
                  <a:lnTo>
                    <a:pt x="523" y="1128"/>
                  </a:lnTo>
                  <a:lnTo>
                    <a:pt x="523" y="1128"/>
                  </a:lnTo>
                  <a:lnTo>
                    <a:pt x="513" y="1128"/>
                  </a:lnTo>
                  <a:lnTo>
                    <a:pt x="483" y="1123"/>
                  </a:lnTo>
                  <a:lnTo>
                    <a:pt x="462" y="1118"/>
                  </a:lnTo>
                  <a:lnTo>
                    <a:pt x="439" y="1111"/>
                  </a:lnTo>
                  <a:lnTo>
                    <a:pt x="413" y="1100"/>
                  </a:lnTo>
                  <a:lnTo>
                    <a:pt x="383" y="1088"/>
                  </a:lnTo>
                  <a:lnTo>
                    <a:pt x="353" y="1070"/>
                  </a:lnTo>
                  <a:lnTo>
                    <a:pt x="321" y="1049"/>
                  </a:lnTo>
                  <a:lnTo>
                    <a:pt x="288" y="1023"/>
                  </a:lnTo>
                  <a:lnTo>
                    <a:pt x="254" y="991"/>
                  </a:lnTo>
                  <a:lnTo>
                    <a:pt x="239" y="974"/>
                  </a:lnTo>
                  <a:lnTo>
                    <a:pt x="223" y="956"/>
                  </a:lnTo>
                  <a:lnTo>
                    <a:pt x="205" y="935"/>
                  </a:lnTo>
                  <a:lnTo>
                    <a:pt x="189" y="912"/>
                  </a:lnTo>
                  <a:lnTo>
                    <a:pt x="174" y="889"/>
                  </a:lnTo>
                  <a:lnTo>
                    <a:pt x="158" y="863"/>
                  </a:lnTo>
                  <a:lnTo>
                    <a:pt x="144" y="837"/>
                  </a:lnTo>
                  <a:lnTo>
                    <a:pt x="130" y="807"/>
                  </a:lnTo>
                  <a:lnTo>
                    <a:pt x="130" y="807"/>
                  </a:lnTo>
                  <a:lnTo>
                    <a:pt x="124" y="805"/>
                  </a:lnTo>
                  <a:lnTo>
                    <a:pt x="109" y="800"/>
                  </a:lnTo>
                  <a:lnTo>
                    <a:pt x="89" y="791"/>
                  </a:lnTo>
                  <a:lnTo>
                    <a:pt x="77" y="784"/>
                  </a:lnTo>
                  <a:lnTo>
                    <a:pt x="66" y="775"/>
                  </a:lnTo>
                  <a:lnTo>
                    <a:pt x="54" y="765"/>
                  </a:lnTo>
                  <a:lnTo>
                    <a:pt x="42" y="752"/>
                  </a:lnTo>
                  <a:lnTo>
                    <a:pt x="31" y="738"/>
                  </a:lnTo>
                  <a:lnTo>
                    <a:pt x="21" y="722"/>
                  </a:lnTo>
                  <a:lnTo>
                    <a:pt x="12" y="705"/>
                  </a:lnTo>
                  <a:lnTo>
                    <a:pt x="5" y="684"/>
                  </a:lnTo>
                  <a:lnTo>
                    <a:pt x="1" y="661"/>
                  </a:lnTo>
                  <a:lnTo>
                    <a:pt x="0" y="636"/>
                  </a:lnTo>
                  <a:lnTo>
                    <a:pt x="0" y="636"/>
                  </a:lnTo>
                  <a:lnTo>
                    <a:pt x="0" y="612"/>
                  </a:lnTo>
                  <a:lnTo>
                    <a:pt x="1" y="591"/>
                  </a:lnTo>
                  <a:lnTo>
                    <a:pt x="7" y="575"/>
                  </a:lnTo>
                  <a:lnTo>
                    <a:pt x="14" y="562"/>
                  </a:lnTo>
                  <a:lnTo>
                    <a:pt x="21" y="552"/>
                  </a:lnTo>
                  <a:lnTo>
                    <a:pt x="29" y="545"/>
                  </a:lnTo>
                  <a:lnTo>
                    <a:pt x="38" y="541"/>
                  </a:lnTo>
                  <a:lnTo>
                    <a:pt x="49" y="538"/>
                  </a:lnTo>
                  <a:lnTo>
                    <a:pt x="59" y="538"/>
                  </a:lnTo>
                  <a:lnTo>
                    <a:pt x="68" y="538"/>
                  </a:lnTo>
                  <a:lnTo>
                    <a:pt x="86" y="541"/>
                  </a:lnTo>
                  <a:lnTo>
                    <a:pt x="98" y="547"/>
                  </a:lnTo>
                  <a:lnTo>
                    <a:pt x="103" y="548"/>
                  </a:lnTo>
                  <a:lnTo>
                    <a:pt x="103" y="548"/>
                  </a:lnTo>
                  <a:lnTo>
                    <a:pt x="100" y="531"/>
                  </a:lnTo>
                  <a:lnTo>
                    <a:pt x="94" y="487"/>
                  </a:lnTo>
                  <a:lnTo>
                    <a:pt x="89" y="424"/>
                  </a:lnTo>
                  <a:lnTo>
                    <a:pt x="87" y="387"/>
                  </a:lnTo>
                  <a:lnTo>
                    <a:pt x="87" y="346"/>
                  </a:lnTo>
                  <a:lnTo>
                    <a:pt x="89" y="306"/>
                  </a:lnTo>
                  <a:lnTo>
                    <a:pt x="93" y="265"/>
                  </a:lnTo>
                  <a:lnTo>
                    <a:pt x="98" y="227"/>
                  </a:lnTo>
                  <a:lnTo>
                    <a:pt x="107" y="188"/>
                  </a:lnTo>
                  <a:lnTo>
                    <a:pt x="117" y="153"/>
                  </a:lnTo>
                  <a:lnTo>
                    <a:pt x="124" y="137"/>
                  </a:lnTo>
                  <a:lnTo>
                    <a:pt x="131" y="121"/>
                  </a:lnTo>
                  <a:lnTo>
                    <a:pt x="140" y="107"/>
                  </a:lnTo>
                  <a:lnTo>
                    <a:pt x="151" y="95"/>
                  </a:lnTo>
                  <a:lnTo>
                    <a:pt x="161" y="84"/>
                  </a:lnTo>
                  <a:lnTo>
                    <a:pt x="174" y="74"/>
                  </a:lnTo>
                  <a:lnTo>
                    <a:pt x="174" y="74"/>
                  </a:lnTo>
                  <a:lnTo>
                    <a:pt x="188" y="65"/>
                  </a:lnTo>
                  <a:lnTo>
                    <a:pt x="203" y="56"/>
                  </a:lnTo>
                  <a:lnTo>
                    <a:pt x="221" y="48"/>
                  </a:lnTo>
                  <a:lnTo>
                    <a:pt x="240" y="41"/>
                  </a:lnTo>
                  <a:lnTo>
                    <a:pt x="286" y="25"/>
                  </a:lnTo>
                  <a:lnTo>
                    <a:pt x="337" y="14"/>
                  </a:lnTo>
                  <a:lnTo>
                    <a:pt x="365" y="9"/>
                  </a:lnTo>
                  <a:lnTo>
                    <a:pt x="393" y="5"/>
                  </a:lnTo>
                  <a:lnTo>
                    <a:pt x="421" y="2"/>
                  </a:lnTo>
                  <a:lnTo>
                    <a:pt x="451" y="0"/>
                  </a:lnTo>
                  <a:lnTo>
                    <a:pt x="481" y="0"/>
                  </a:lnTo>
                  <a:lnTo>
                    <a:pt x="511" y="0"/>
                  </a:lnTo>
                  <a:lnTo>
                    <a:pt x="541" y="4"/>
                  </a:lnTo>
                  <a:lnTo>
                    <a:pt x="571" y="7"/>
                  </a:lnTo>
                  <a:lnTo>
                    <a:pt x="601" y="12"/>
                  </a:lnTo>
                  <a:lnTo>
                    <a:pt x="629" y="19"/>
                  </a:lnTo>
                  <a:lnTo>
                    <a:pt x="657" y="28"/>
                  </a:lnTo>
                  <a:lnTo>
                    <a:pt x="685" y="39"/>
                  </a:lnTo>
                  <a:lnTo>
                    <a:pt x="711" y="53"/>
                  </a:lnTo>
                  <a:lnTo>
                    <a:pt x="738" y="67"/>
                  </a:lnTo>
                  <a:lnTo>
                    <a:pt x="762" y="84"/>
                  </a:lnTo>
                  <a:lnTo>
                    <a:pt x="785" y="104"/>
                  </a:lnTo>
                  <a:lnTo>
                    <a:pt x="806" y="125"/>
                  </a:lnTo>
                  <a:lnTo>
                    <a:pt x="824" y="149"/>
                  </a:lnTo>
                  <a:lnTo>
                    <a:pt x="841" y="176"/>
                  </a:lnTo>
                  <a:lnTo>
                    <a:pt x="857" y="206"/>
                  </a:lnTo>
                  <a:lnTo>
                    <a:pt x="870" y="239"/>
                  </a:lnTo>
                  <a:lnTo>
                    <a:pt x="880" y="274"/>
                  </a:lnTo>
                  <a:lnTo>
                    <a:pt x="887" y="311"/>
                  </a:lnTo>
                  <a:lnTo>
                    <a:pt x="891" y="353"/>
                  </a:lnTo>
                  <a:close/>
                </a:path>
              </a:pathLst>
            </a:custGeom>
            <a:solidFill>
              <a:srgbClr val="FFE9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31" name="Freeform 142"/>
            <p:cNvSpPr>
              <a:spLocks/>
            </p:cNvSpPr>
            <p:nvPr/>
          </p:nvSpPr>
          <p:spPr bwMode="auto">
            <a:xfrm>
              <a:off x="8828088" y="125413"/>
              <a:ext cx="1427163" cy="1790700"/>
            </a:xfrm>
            <a:custGeom>
              <a:avLst/>
              <a:gdLst>
                <a:gd name="T0" fmla="*/ 891 w 899"/>
                <a:gd name="T1" fmla="*/ 353 h 1128"/>
                <a:gd name="T2" fmla="*/ 898 w 899"/>
                <a:gd name="T3" fmla="*/ 413 h 1128"/>
                <a:gd name="T4" fmla="*/ 899 w 899"/>
                <a:gd name="T5" fmla="*/ 506 h 1128"/>
                <a:gd name="T6" fmla="*/ 892 w 899"/>
                <a:gd name="T7" fmla="*/ 626 h 1128"/>
                <a:gd name="T8" fmla="*/ 882 w 899"/>
                <a:gd name="T9" fmla="*/ 693 h 1128"/>
                <a:gd name="T10" fmla="*/ 868 w 899"/>
                <a:gd name="T11" fmla="*/ 759 h 1128"/>
                <a:gd name="T12" fmla="*/ 845 w 899"/>
                <a:gd name="T13" fmla="*/ 826 h 1128"/>
                <a:gd name="T14" fmla="*/ 815 w 899"/>
                <a:gd name="T15" fmla="*/ 891 h 1128"/>
                <a:gd name="T16" fmla="*/ 778 w 899"/>
                <a:gd name="T17" fmla="*/ 953 h 1128"/>
                <a:gd name="T18" fmla="*/ 731 w 899"/>
                <a:gd name="T19" fmla="*/ 1009 h 1128"/>
                <a:gd name="T20" fmla="*/ 673 w 899"/>
                <a:gd name="T21" fmla="*/ 1058 h 1128"/>
                <a:gd name="T22" fmla="*/ 604 w 899"/>
                <a:gd name="T23" fmla="*/ 1099 h 1128"/>
                <a:gd name="T24" fmla="*/ 523 w 899"/>
                <a:gd name="T25" fmla="*/ 1128 h 1128"/>
                <a:gd name="T26" fmla="*/ 513 w 899"/>
                <a:gd name="T27" fmla="*/ 1128 h 1128"/>
                <a:gd name="T28" fmla="*/ 462 w 899"/>
                <a:gd name="T29" fmla="*/ 1118 h 1128"/>
                <a:gd name="T30" fmla="*/ 413 w 899"/>
                <a:gd name="T31" fmla="*/ 1100 h 1128"/>
                <a:gd name="T32" fmla="*/ 353 w 899"/>
                <a:gd name="T33" fmla="*/ 1070 h 1128"/>
                <a:gd name="T34" fmla="*/ 288 w 899"/>
                <a:gd name="T35" fmla="*/ 1023 h 1128"/>
                <a:gd name="T36" fmla="*/ 239 w 899"/>
                <a:gd name="T37" fmla="*/ 974 h 1128"/>
                <a:gd name="T38" fmla="*/ 205 w 899"/>
                <a:gd name="T39" fmla="*/ 935 h 1128"/>
                <a:gd name="T40" fmla="*/ 174 w 899"/>
                <a:gd name="T41" fmla="*/ 889 h 1128"/>
                <a:gd name="T42" fmla="*/ 144 w 899"/>
                <a:gd name="T43" fmla="*/ 837 h 1128"/>
                <a:gd name="T44" fmla="*/ 130 w 899"/>
                <a:gd name="T45" fmla="*/ 807 h 1128"/>
                <a:gd name="T46" fmla="*/ 109 w 899"/>
                <a:gd name="T47" fmla="*/ 800 h 1128"/>
                <a:gd name="T48" fmla="*/ 77 w 899"/>
                <a:gd name="T49" fmla="*/ 784 h 1128"/>
                <a:gd name="T50" fmla="*/ 54 w 899"/>
                <a:gd name="T51" fmla="*/ 765 h 1128"/>
                <a:gd name="T52" fmla="*/ 31 w 899"/>
                <a:gd name="T53" fmla="*/ 738 h 1128"/>
                <a:gd name="T54" fmla="*/ 12 w 899"/>
                <a:gd name="T55" fmla="*/ 705 h 1128"/>
                <a:gd name="T56" fmla="*/ 1 w 899"/>
                <a:gd name="T57" fmla="*/ 661 h 1128"/>
                <a:gd name="T58" fmla="*/ 0 w 899"/>
                <a:gd name="T59" fmla="*/ 636 h 1128"/>
                <a:gd name="T60" fmla="*/ 1 w 899"/>
                <a:gd name="T61" fmla="*/ 591 h 1128"/>
                <a:gd name="T62" fmla="*/ 14 w 899"/>
                <a:gd name="T63" fmla="*/ 562 h 1128"/>
                <a:gd name="T64" fmla="*/ 29 w 899"/>
                <a:gd name="T65" fmla="*/ 545 h 1128"/>
                <a:gd name="T66" fmla="*/ 49 w 899"/>
                <a:gd name="T67" fmla="*/ 538 h 1128"/>
                <a:gd name="T68" fmla="*/ 68 w 899"/>
                <a:gd name="T69" fmla="*/ 538 h 1128"/>
                <a:gd name="T70" fmla="*/ 98 w 899"/>
                <a:gd name="T71" fmla="*/ 547 h 1128"/>
                <a:gd name="T72" fmla="*/ 103 w 899"/>
                <a:gd name="T73" fmla="*/ 548 h 1128"/>
                <a:gd name="T74" fmla="*/ 94 w 899"/>
                <a:gd name="T75" fmla="*/ 487 h 1128"/>
                <a:gd name="T76" fmla="*/ 87 w 899"/>
                <a:gd name="T77" fmla="*/ 387 h 1128"/>
                <a:gd name="T78" fmla="*/ 89 w 899"/>
                <a:gd name="T79" fmla="*/ 306 h 1128"/>
                <a:gd name="T80" fmla="*/ 98 w 899"/>
                <a:gd name="T81" fmla="*/ 227 h 1128"/>
                <a:gd name="T82" fmla="*/ 117 w 899"/>
                <a:gd name="T83" fmla="*/ 153 h 1128"/>
                <a:gd name="T84" fmla="*/ 131 w 899"/>
                <a:gd name="T85" fmla="*/ 121 h 1128"/>
                <a:gd name="T86" fmla="*/ 151 w 899"/>
                <a:gd name="T87" fmla="*/ 95 h 1128"/>
                <a:gd name="T88" fmla="*/ 174 w 899"/>
                <a:gd name="T89" fmla="*/ 74 h 1128"/>
                <a:gd name="T90" fmla="*/ 188 w 899"/>
                <a:gd name="T91" fmla="*/ 65 h 1128"/>
                <a:gd name="T92" fmla="*/ 221 w 899"/>
                <a:gd name="T93" fmla="*/ 48 h 1128"/>
                <a:gd name="T94" fmla="*/ 286 w 899"/>
                <a:gd name="T95" fmla="*/ 25 h 1128"/>
                <a:gd name="T96" fmla="*/ 365 w 899"/>
                <a:gd name="T97" fmla="*/ 9 h 1128"/>
                <a:gd name="T98" fmla="*/ 421 w 899"/>
                <a:gd name="T99" fmla="*/ 2 h 1128"/>
                <a:gd name="T100" fmla="*/ 481 w 899"/>
                <a:gd name="T101" fmla="*/ 0 h 1128"/>
                <a:gd name="T102" fmla="*/ 541 w 899"/>
                <a:gd name="T103" fmla="*/ 4 h 1128"/>
                <a:gd name="T104" fmla="*/ 601 w 899"/>
                <a:gd name="T105" fmla="*/ 12 h 1128"/>
                <a:gd name="T106" fmla="*/ 657 w 899"/>
                <a:gd name="T107" fmla="*/ 28 h 1128"/>
                <a:gd name="T108" fmla="*/ 711 w 899"/>
                <a:gd name="T109" fmla="*/ 53 h 1128"/>
                <a:gd name="T110" fmla="*/ 762 w 899"/>
                <a:gd name="T111" fmla="*/ 84 h 1128"/>
                <a:gd name="T112" fmla="*/ 806 w 899"/>
                <a:gd name="T113" fmla="*/ 125 h 1128"/>
                <a:gd name="T114" fmla="*/ 841 w 899"/>
                <a:gd name="T115" fmla="*/ 176 h 1128"/>
                <a:gd name="T116" fmla="*/ 870 w 899"/>
                <a:gd name="T117" fmla="*/ 239 h 1128"/>
                <a:gd name="T118" fmla="*/ 887 w 899"/>
                <a:gd name="T119" fmla="*/ 311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99" h="1128">
                  <a:moveTo>
                    <a:pt x="891" y="353"/>
                  </a:moveTo>
                  <a:lnTo>
                    <a:pt x="891" y="353"/>
                  </a:lnTo>
                  <a:lnTo>
                    <a:pt x="894" y="381"/>
                  </a:lnTo>
                  <a:lnTo>
                    <a:pt x="898" y="413"/>
                  </a:lnTo>
                  <a:lnTo>
                    <a:pt x="899" y="455"/>
                  </a:lnTo>
                  <a:lnTo>
                    <a:pt x="899" y="506"/>
                  </a:lnTo>
                  <a:lnTo>
                    <a:pt x="898" y="564"/>
                  </a:lnTo>
                  <a:lnTo>
                    <a:pt x="892" y="626"/>
                  </a:lnTo>
                  <a:lnTo>
                    <a:pt x="889" y="659"/>
                  </a:lnTo>
                  <a:lnTo>
                    <a:pt x="882" y="693"/>
                  </a:lnTo>
                  <a:lnTo>
                    <a:pt x="875" y="726"/>
                  </a:lnTo>
                  <a:lnTo>
                    <a:pt x="868" y="759"/>
                  </a:lnTo>
                  <a:lnTo>
                    <a:pt x="857" y="793"/>
                  </a:lnTo>
                  <a:lnTo>
                    <a:pt x="845" y="826"/>
                  </a:lnTo>
                  <a:lnTo>
                    <a:pt x="831" y="858"/>
                  </a:lnTo>
                  <a:lnTo>
                    <a:pt x="815" y="891"/>
                  </a:lnTo>
                  <a:lnTo>
                    <a:pt x="797" y="923"/>
                  </a:lnTo>
                  <a:lnTo>
                    <a:pt x="778" y="953"/>
                  </a:lnTo>
                  <a:lnTo>
                    <a:pt x="755" y="981"/>
                  </a:lnTo>
                  <a:lnTo>
                    <a:pt x="731" y="1009"/>
                  </a:lnTo>
                  <a:lnTo>
                    <a:pt x="703" y="1034"/>
                  </a:lnTo>
                  <a:lnTo>
                    <a:pt x="673" y="1058"/>
                  </a:lnTo>
                  <a:lnTo>
                    <a:pt x="641" y="1079"/>
                  </a:lnTo>
                  <a:lnTo>
                    <a:pt x="604" y="1099"/>
                  </a:lnTo>
                  <a:lnTo>
                    <a:pt x="565" y="1114"/>
                  </a:lnTo>
                  <a:lnTo>
                    <a:pt x="523" y="1128"/>
                  </a:lnTo>
                  <a:lnTo>
                    <a:pt x="523" y="1128"/>
                  </a:lnTo>
                  <a:lnTo>
                    <a:pt x="513" y="1128"/>
                  </a:lnTo>
                  <a:lnTo>
                    <a:pt x="483" y="1123"/>
                  </a:lnTo>
                  <a:lnTo>
                    <a:pt x="462" y="1118"/>
                  </a:lnTo>
                  <a:lnTo>
                    <a:pt x="439" y="1111"/>
                  </a:lnTo>
                  <a:lnTo>
                    <a:pt x="413" y="1100"/>
                  </a:lnTo>
                  <a:lnTo>
                    <a:pt x="383" y="1088"/>
                  </a:lnTo>
                  <a:lnTo>
                    <a:pt x="353" y="1070"/>
                  </a:lnTo>
                  <a:lnTo>
                    <a:pt x="321" y="1049"/>
                  </a:lnTo>
                  <a:lnTo>
                    <a:pt x="288" y="1023"/>
                  </a:lnTo>
                  <a:lnTo>
                    <a:pt x="254" y="991"/>
                  </a:lnTo>
                  <a:lnTo>
                    <a:pt x="239" y="974"/>
                  </a:lnTo>
                  <a:lnTo>
                    <a:pt x="223" y="956"/>
                  </a:lnTo>
                  <a:lnTo>
                    <a:pt x="205" y="935"/>
                  </a:lnTo>
                  <a:lnTo>
                    <a:pt x="189" y="912"/>
                  </a:lnTo>
                  <a:lnTo>
                    <a:pt x="174" y="889"/>
                  </a:lnTo>
                  <a:lnTo>
                    <a:pt x="158" y="863"/>
                  </a:lnTo>
                  <a:lnTo>
                    <a:pt x="144" y="837"/>
                  </a:lnTo>
                  <a:lnTo>
                    <a:pt x="130" y="807"/>
                  </a:lnTo>
                  <a:lnTo>
                    <a:pt x="130" y="807"/>
                  </a:lnTo>
                  <a:lnTo>
                    <a:pt x="124" y="805"/>
                  </a:lnTo>
                  <a:lnTo>
                    <a:pt x="109" y="800"/>
                  </a:lnTo>
                  <a:lnTo>
                    <a:pt x="89" y="791"/>
                  </a:lnTo>
                  <a:lnTo>
                    <a:pt x="77" y="784"/>
                  </a:lnTo>
                  <a:lnTo>
                    <a:pt x="66" y="775"/>
                  </a:lnTo>
                  <a:lnTo>
                    <a:pt x="54" y="765"/>
                  </a:lnTo>
                  <a:lnTo>
                    <a:pt x="42" y="752"/>
                  </a:lnTo>
                  <a:lnTo>
                    <a:pt x="31" y="738"/>
                  </a:lnTo>
                  <a:lnTo>
                    <a:pt x="21" y="722"/>
                  </a:lnTo>
                  <a:lnTo>
                    <a:pt x="12" y="705"/>
                  </a:lnTo>
                  <a:lnTo>
                    <a:pt x="5" y="684"/>
                  </a:lnTo>
                  <a:lnTo>
                    <a:pt x="1" y="661"/>
                  </a:lnTo>
                  <a:lnTo>
                    <a:pt x="0" y="636"/>
                  </a:lnTo>
                  <a:lnTo>
                    <a:pt x="0" y="636"/>
                  </a:lnTo>
                  <a:lnTo>
                    <a:pt x="0" y="612"/>
                  </a:lnTo>
                  <a:lnTo>
                    <a:pt x="1" y="591"/>
                  </a:lnTo>
                  <a:lnTo>
                    <a:pt x="7" y="575"/>
                  </a:lnTo>
                  <a:lnTo>
                    <a:pt x="14" y="562"/>
                  </a:lnTo>
                  <a:lnTo>
                    <a:pt x="21" y="552"/>
                  </a:lnTo>
                  <a:lnTo>
                    <a:pt x="29" y="545"/>
                  </a:lnTo>
                  <a:lnTo>
                    <a:pt x="38" y="541"/>
                  </a:lnTo>
                  <a:lnTo>
                    <a:pt x="49" y="538"/>
                  </a:lnTo>
                  <a:lnTo>
                    <a:pt x="59" y="538"/>
                  </a:lnTo>
                  <a:lnTo>
                    <a:pt x="68" y="538"/>
                  </a:lnTo>
                  <a:lnTo>
                    <a:pt x="86" y="541"/>
                  </a:lnTo>
                  <a:lnTo>
                    <a:pt x="98" y="547"/>
                  </a:lnTo>
                  <a:lnTo>
                    <a:pt x="103" y="548"/>
                  </a:lnTo>
                  <a:lnTo>
                    <a:pt x="103" y="548"/>
                  </a:lnTo>
                  <a:lnTo>
                    <a:pt x="100" y="531"/>
                  </a:lnTo>
                  <a:lnTo>
                    <a:pt x="94" y="487"/>
                  </a:lnTo>
                  <a:lnTo>
                    <a:pt x="89" y="424"/>
                  </a:lnTo>
                  <a:lnTo>
                    <a:pt x="87" y="387"/>
                  </a:lnTo>
                  <a:lnTo>
                    <a:pt x="87" y="346"/>
                  </a:lnTo>
                  <a:lnTo>
                    <a:pt x="89" y="306"/>
                  </a:lnTo>
                  <a:lnTo>
                    <a:pt x="93" y="265"/>
                  </a:lnTo>
                  <a:lnTo>
                    <a:pt x="98" y="227"/>
                  </a:lnTo>
                  <a:lnTo>
                    <a:pt x="107" y="188"/>
                  </a:lnTo>
                  <a:lnTo>
                    <a:pt x="117" y="153"/>
                  </a:lnTo>
                  <a:lnTo>
                    <a:pt x="124" y="137"/>
                  </a:lnTo>
                  <a:lnTo>
                    <a:pt x="131" y="121"/>
                  </a:lnTo>
                  <a:lnTo>
                    <a:pt x="140" y="107"/>
                  </a:lnTo>
                  <a:lnTo>
                    <a:pt x="151" y="95"/>
                  </a:lnTo>
                  <a:lnTo>
                    <a:pt x="161" y="84"/>
                  </a:lnTo>
                  <a:lnTo>
                    <a:pt x="174" y="74"/>
                  </a:lnTo>
                  <a:lnTo>
                    <a:pt x="174" y="74"/>
                  </a:lnTo>
                  <a:lnTo>
                    <a:pt x="188" y="65"/>
                  </a:lnTo>
                  <a:lnTo>
                    <a:pt x="203" y="56"/>
                  </a:lnTo>
                  <a:lnTo>
                    <a:pt x="221" y="48"/>
                  </a:lnTo>
                  <a:lnTo>
                    <a:pt x="240" y="41"/>
                  </a:lnTo>
                  <a:lnTo>
                    <a:pt x="286" y="25"/>
                  </a:lnTo>
                  <a:lnTo>
                    <a:pt x="337" y="14"/>
                  </a:lnTo>
                  <a:lnTo>
                    <a:pt x="365" y="9"/>
                  </a:lnTo>
                  <a:lnTo>
                    <a:pt x="393" y="5"/>
                  </a:lnTo>
                  <a:lnTo>
                    <a:pt x="421" y="2"/>
                  </a:lnTo>
                  <a:lnTo>
                    <a:pt x="451" y="0"/>
                  </a:lnTo>
                  <a:lnTo>
                    <a:pt x="481" y="0"/>
                  </a:lnTo>
                  <a:lnTo>
                    <a:pt x="511" y="0"/>
                  </a:lnTo>
                  <a:lnTo>
                    <a:pt x="541" y="4"/>
                  </a:lnTo>
                  <a:lnTo>
                    <a:pt x="571" y="7"/>
                  </a:lnTo>
                  <a:lnTo>
                    <a:pt x="601" y="12"/>
                  </a:lnTo>
                  <a:lnTo>
                    <a:pt x="629" y="19"/>
                  </a:lnTo>
                  <a:lnTo>
                    <a:pt x="657" y="28"/>
                  </a:lnTo>
                  <a:lnTo>
                    <a:pt x="685" y="39"/>
                  </a:lnTo>
                  <a:lnTo>
                    <a:pt x="711" y="53"/>
                  </a:lnTo>
                  <a:lnTo>
                    <a:pt x="738" y="67"/>
                  </a:lnTo>
                  <a:lnTo>
                    <a:pt x="762" y="84"/>
                  </a:lnTo>
                  <a:lnTo>
                    <a:pt x="785" y="104"/>
                  </a:lnTo>
                  <a:lnTo>
                    <a:pt x="806" y="125"/>
                  </a:lnTo>
                  <a:lnTo>
                    <a:pt x="824" y="149"/>
                  </a:lnTo>
                  <a:lnTo>
                    <a:pt x="841" y="176"/>
                  </a:lnTo>
                  <a:lnTo>
                    <a:pt x="857" y="206"/>
                  </a:lnTo>
                  <a:lnTo>
                    <a:pt x="870" y="239"/>
                  </a:lnTo>
                  <a:lnTo>
                    <a:pt x="880" y="274"/>
                  </a:lnTo>
                  <a:lnTo>
                    <a:pt x="887" y="311"/>
                  </a:lnTo>
                  <a:lnTo>
                    <a:pt x="891" y="35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32" name="Freeform 143"/>
            <p:cNvSpPr>
              <a:spLocks/>
            </p:cNvSpPr>
            <p:nvPr/>
          </p:nvSpPr>
          <p:spPr bwMode="auto">
            <a:xfrm>
              <a:off x="8899526" y="1076325"/>
              <a:ext cx="131763" cy="252413"/>
            </a:xfrm>
            <a:custGeom>
              <a:avLst/>
              <a:gdLst>
                <a:gd name="T0" fmla="*/ 7 w 83"/>
                <a:gd name="T1" fmla="*/ 67 h 159"/>
                <a:gd name="T2" fmla="*/ 2 w 83"/>
                <a:gd name="T3" fmla="*/ 48 h 159"/>
                <a:gd name="T4" fmla="*/ 0 w 83"/>
                <a:gd name="T5" fmla="*/ 25 h 159"/>
                <a:gd name="T6" fmla="*/ 6 w 83"/>
                <a:gd name="T7" fmla="*/ 9 h 159"/>
                <a:gd name="T8" fmla="*/ 16 w 83"/>
                <a:gd name="T9" fmla="*/ 2 h 159"/>
                <a:gd name="T10" fmla="*/ 21 w 83"/>
                <a:gd name="T11" fmla="*/ 0 h 159"/>
                <a:gd name="T12" fmla="*/ 35 w 83"/>
                <a:gd name="T13" fmla="*/ 2 h 159"/>
                <a:gd name="T14" fmla="*/ 44 w 83"/>
                <a:gd name="T15" fmla="*/ 13 h 159"/>
                <a:gd name="T16" fmla="*/ 58 w 83"/>
                <a:gd name="T17" fmla="*/ 46 h 159"/>
                <a:gd name="T18" fmla="*/ 65 w 83"/>
                <a:gd name="T19" fmla="*/ 81 h 159"/>
                <a:gd name="T20" fmla="*/ 67 w 83"/>
                <a:gd name="T21" fmla="*/ 99 h 159"/>
                <a:gd name="T22" fmla="*/ 53 w 83"/>
                <a:gd name="T23" fmla="*/ 88 h 159"/>
                <a:gd name="T24" fmla="*/ 42 w 83"/>
                <a:gd name="T25" fmla="*/ 87 h 159"/>
                <a:gd name="T26" fmla="*/ 34 w 83"/>
                <a:gd name="T27" fmla="*/ 94 h 159"/>
                <a:gd name="T28" fmla="*/ 32 w 83"/>
                <a:gd name="T29" fmla="*/ 97 h 159"/>
                <a:gd name="T30" fmla="*/ 37 w 83"/>
                <a:gd name="T31" fmla="*/ 113 h 159"/>
                <a:gd name="T32" fmla="*/ 55 w 83"/>
                <a:gd name="T33" fmla="*/ 134 h 159"/>
                <a:gd name="T34" fmla="*/ 83 w 83"/>
                <a:gd name="T35" fmla="*/ 159 h 159"/>
                <a:gd name="T36" fmla="*/ 72 w 83"/>
                <a:gd name="T37" fmla="*/ 153 h 159"/>
                <a:gd name="T38" fmla="*/ 39 w 83"/>
                <a:gd name="T39" fmla="*/ 132 h 159"/>
                <a:gd name="T40" fmla="*/ 21 w 83"/>
                <a:gd name="T41" fmla="*/ 111 h 159"/>
                <a:gd name="T42" fmla="*/ 20 w 83"/>
                <a:gd name="T43" fmla="*/ 101 h 159"/>
                <a:gd name="T44" fmla="*/ 23 w 83"/>
                <a:gd name="T45" fmla="*/ 90 h 159"/>
                <a:gd name="T46" fmla="*/ 32 w 83"/>
                <a:gd name="T47" fmla="*/ 79 h 159"/>
                <a:gd name="T48" fmla="*/ 48 w 83"/>
                <a:gd name="T49" fmla="*/ 76 h 159"/>
                <a:gd name="T50" fmla="*/ 51 w 83"/>
                <a:gd name="T51" fmla="*/ 76 h 159"/>
                <a:gd name="T52" fmla="*/ 48 w 83"/>
                <a:gd name="T53" fmla="*/ 44 h 159"/>
                <a:gd name="T54" fmla="*/ 39 w 83"/>
                <a:gd name="T55" fmla="*/ 21 h 159"/>
                <a:gd name="T56" fmla="*/ 30 w 83"/>
                <a:gd name="T57" fmla="*/ 13 h 159"/>
                <a:gd name="T58" fmla="*/ 27 w 83"/>
                <a:gd name="T59" fmla="*/ 13 h 159"/>
                <a:gd name="T60" fmla="*/ 20 w 83"/>
                <a:gd name="T61" fmla="*/ 14 h 159"/>
                <a:gd name="T62" fmla="*/ 11 w 83"/>
                <a:gd name="T63" fmla="*/ 30 h 159"/>
                <a:gd name="T64" fmla="*/ 7 w 83"/>
                <a:gd name="T65" fmla="*/ 5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159">
                  <a:moveTo>
                    <a:pt x="7" y="67"/>
                  </a:moveTo>
                  <a:lnTo>
                    <a:pt x="7" y="67"/>
                  </a:lnTo>
                  <a:lnTo>
                    <a:pt x="4" y="57"/>
                  </a:lnTo>
                  <a:lnTo>
                    <a:pt x="2" y="48"/>
                  </a:lnTo>
                  <a:lnTo>
                    <a:pt x="0" y="37"/>
                  </a:lnTo>
                  <a:lnTo>
                    <a:pt x="0" y="25"/>
                  </a:lnTo>
                  <a:lnTo>
                    <a:pt x="4" y="14"/>
                  </a:lnTo>
                  <a:lnTo>
                    <a:pt x="6" y="9"/>
                  </a:lnTo>
                  <a:lnTo>
                    <a:pt x="11" y="6"/>
                  </a:lnTo>
                  <a:lnTo>
                    <a:pt x="16" y="2"/>
                  </a:lnTo>
                  <a:lnTo>
                    <a:pt x="21" y="0"/>
                  </a:lnTo>
                  <a:lnTo>
                    <a:pt x="21" y="0"/>
                  </a:lnTo>
                  <a:lnTo>
                    <a:pt x="28" y="0"/>
                  </a:lnTo>
                  <a:lnTo>
                    <a:pt x="35" y="2"/>
                  </a:lnTo>
                  <a:lnTo>
                    <a:pt x="41" y="7"/>
                  </a:lnTo>
                  <a:lnTo>
                    <a:pt x="44" y="13"/>
                  </a:lnTo>
                  <a:lnTo>
                    <a:pt x="53" y="29"/>
                  </a:lnTo>
                  <a:lnTo>
                    <a:pt x="58" y="46"/>
                  </a:lnTo>
                  <a:lnTo>
                    <a:pt x="62" y="65"/>
                  </a:lnTo>
                  <a:lnTo>
                    <a:pt x="65" y="81"/>
                  </a:lnTo>
                  <a:lnTo>
                    <a:pt x="67" y="99"/>
                  </a:lnTo>
                  <a:lnTo>
                    <a:pt x="67" y="99"/>
                  </a:lnTo>
                  <a:lnTo>
                    <a:pt x="62" y="95"/>
                  </a:lnTo>
                  <a:lnTo>
                    <a:pt x="53" y="88"/>
                  </a:lnTo>
                  <a:lnTo>
                    <a:pt x="48" y="87"/>
                  </a:lnTo>
                  <a:lnTo>
                    <a:pt x="42" y="87"/>
                  </a:lnTo>
                  <a:lnTo>
                    <a:pt x="37" y="88"/>
                  </a:lnTo>
                  <a:lnTo>
                    <a:pt x="34" y="94"/>
                  </a:lnTo>
                  <a:lnTo>
                    <a:pt x="34" y="94"/>
                  </a:lnTo>
                  <a:lnTo>
                    <a:pt x="32" y="97"/>
                  </a:lnTo>
                  <a:lnTo>
                    <a:pt x="34" y="102"/>
                  </a:lnTo>
                  <a:lnTo>
                    <a:pt x="37" y="113"/>
                  </a:lnTo>
                  <a:lnTo>
                    <a:pt x="46" y="123"/>
                  </a:lnTo>
                  <a:lnTo>
                    <a:pt x="55" y="134"/>
                  </a:lnTo>
                  <a:lnTo>
                    <a:pt x="74" y="152"/>
                  </a:lnTo>
                  <a:lnTo>
                    <a:pt x="83" y="159"/>
                  </a:lnTo>
                  <a:lnTo>
                    <a:pt x="83" y="159"/>
                  </a:lnTo>
                  <a:lnTo>
                    <a:pt x="72" y="153"/>
                  </a:lnTo>
                  <a:lnTo>
                    <a:pt x="51" y="141"/>
                  </a:lnTo>
                  <a:lnTo>
                    <a:pt x="39" y="132"/>
                  </a:lnTo>
                  <a:lnTo>
                    <a:pt x="28" y="122"/>
                  </a:lnTo>
                  <a:lnTo>
                    <a:pt x="21" y="111"/>
                  </a:lnTo>
                  <a:lnTo>
                    <a:pt x="20" y="106"/>
                  </a:lnTo>
                  <a:lnTo>
                    <a:pt x="20" y="101"/>
                  </a:lnTo>
                  <a:lnTo>
                    <a:pt x="20" y="101"/>
                  </a:lnTo>
                  <a:lnTo>
                    <a:pt x="23" y="90"/>
                  </a:lnTo>
                  <a:lnTo>
                    <a:pt x="27" y="83"/>
                  </a:lnTo>
                  <a:lnTo>
                    <a:pt x="32" y="79"/>
                  </a:lnTo>
                  <a:lnTo>
                    <a:pt x="37" y="76"/>
                  </a:lnTo>
                  <a:lnTo>
                    <a:pt x="48" y="76"/>
                  </a:lnTo>
                  <a:lnTo>
                    <a:pt x="51" y="76"/>
                  </a:lnTo>
                  <a:lnTo>
                    <a:pt x="51" y="76"/>
                  </a:lnTo>
                  <a:lnTo>
                    <a:pt x="51" y="65"/>
                  </a:lnTo>
                  <a:lnTo>
                    <a:pt x="48" y="44"/>
                  </a:lnTo>
                  <a:lnTo>
                    <a:pt x="44" y="32"/>
                  </a:lnTo>
                  <a:lnTo>
                    <a:pt x="39" y="21"/>
                  </a:lnTo>
                  <a:lnTo>
                    <a:pt x="34" y="14"/>
                  </a:lnTo>
                  <a:lnTo>
                    <a:pt x="30" y="13"/>
                  </a:lnTo>
                  <a:lnTo>
                    <a:pt x="27" y="13"/>
                  </a:lnTo>
                  <a:lnTo>
                    <a:pt x="27" y="13"/>
                  </a:lnTo>
                  <a:lnTo>
                    <a:pt x="21" y="13"/>
                  </a:lnTo>
                  <a:lnTo>
                    <a:pt x="20" y="14"/>
                  </a:lnTo>
                  <a:lnTo>
                    <a:pt x="14" y="21"/>
                  </a:lnTo>
                  <a:lnTo>
                    <a:pt x="11" y="30"/>
                  </a:lnTo>
                  <a:lnTo>
                    <a:pt x="9" y="39"/>
                  </a:lnTo>
                  <a:lnTo>
                    <a:pt x="7" y="58"/>
                  </a:lnTo>
                  <a:lnTo>
                    <a:pt x="7" y="67"/>
                  </a:lnTo>
                  <a:close/>
                </a:path>
              </a:pathLst>
            </a:custGeom>
            <a:solidFill>
              <a:srgbClr val="CB9C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33" name="Freeform 144"/>
            <p:cNvSpPr>
              <a:spLocks/>
            </p:cNvSpPr>
            <p:nvPr/>
          </p:nvSpPr>
          <p:spPr bwMode="auto">
            <a:xfrm>
              <a:off x="8899526" y="1076325"/>
              <a:ext cx="131763" cy="252413"/>
            </a:xfrm>
            <a:custGeom>
              <a:avLst/>
              <a:gdLst>
                <a:gd name="T0" fmla="*/ 7 w 83"/>
                <a:gd name="T1" fmla="*/ 67 h 159"/>
                <a:gd name="T2" fmla="*/ 2 w 83"/>
                <a:gd name="T3" fmla="*/ 48 h 159"/>
                <a:gd name="T4" fmla="*/ 0 w 83"/>
                <a:gd name="T5" fmla="*/ 25 h 159"/>
                <a:gd name="T6" fmla="*/ 6 w 83"/>
                <a:gd name="T7" fmla="*/ 9 h 159"/>
                <a:gd name="T8" fmla="*/ 16 w 83"/>
                <a:gd name="T9" fmla="*/ 2 h 159"/>
                <a:gd name="T10" fmla="*/ 21 w 83"/>
                <a:gd name="T11" fmla="*/ 0 h 159"/>
                <a:gd name="T12" fmla="*/ 35 w 83"/>
                <a:gd name="T13" fmla="*/ 2 h 159"/>
                <a:gd name="T14" fmla="*/ 44 w 83"/>
                <a:gd name="T15" fmla="*/ 13 h 159"/>
                <a:gd name="T16" fmla="*/ 58 w 83"/>
                <a:gd name="T17" fmla="*/ 46 h 159"/>
                <a:gd name="T18" fmla="*/ 65 w 83"/>
                <a:gd name="T19" fmla="*/ 81 h 159"/>
                <a:gd name="T20" fmla="*/ 67 w 83"/>
                <a:gd name="T21" fmla="*/ 99 h 159"/>
                <a:gd name="T22" fmla="*/ 53 w 83"/>
                <a:gd name="T23" fmla="*/ 88 h 159"/>
                <a:gd name="T24" fmla="*/ 42 w 83"/>
                <a:gd name="T25" fmla="*/ 87 h 159"/>
                <a:gd name="T26" fmla="*/ 34 w 83"/>
                <a:gd name="T27" fmla="*/ 94 h 159"/>
                <a:gd name="T28" fmla="*/ 32 w 83"/>
                <a:gd name="T29" fmla="*/ 97 h 159"/>
                <a:gd name="T30" fmla="*/ 37 w 83"/>
                <a:gd name="T31" fmla="*/ 113 h 159"/>
                <a:gd name="T32" fmla="*/ 55 w 83"/>
                <a:gd name="T33" fmla="*/ 134 h 159"/>
                <a:gd name="T34" fmla="*/ 83 w 83"/>
                <a:gd name="T35" fmla="*/ 159 h 159"/>
                <a:gd name="T36" fmla="*/ 72 w 83"/>
                <a:gd name="T37" fmla="*/ 153 h 159"/>
                <a:gd name="T38" fmla="*/ 39 w 83"/>
                <a:gd name="T39" fmla="*/ 132 h 159"/>
                <a:gd name="T40" fmla="*/ 21 w 83"/>
                <a:gd name="T41" fmla="*/ 111 h 159"/>
                <a:gd name="T42" fmla="*/ 20 w 83"/>
                <a:gd name="T43" fmla="*/ 101 h 159"/>
                <a:gd name="T44" fmla="*/ 23 w 83"/>
                <a:gd name="T45" fmla="*/ 90 h 159"/>
                <a:gd name="T46" fmla="*/ 32 w 83"/>
                <a:gd name="T47" fmla="*/ 79 h 159"/>
                <a:gd name="T48" fmla="*/ 48 w 83"/>
                <a:gd name="T49" fmla="*/ 76 h 159"/>
                <a:gd name="T50" fmla="*/ 51 w 83"/>
                <a:gd name="T51" fmla="*/ 76 h 159"/>
                <a:gd name="T52" fmla="*/ 48 w 83"/>
                <a:gd name="T53" fmla="*/ 44 h 159"/>
                <a:gd name="T54" fmla="*/ 39 w 83"/>
                <a:gd name="T55" fmla="*/ 21 h 159"/>
                <a:gd name="T56" fmla="*/ 30 w 83"/>
                <a:gd name="T57" fmla="*/ 13 h 159"/>
                <a:gd name="T58" fmla="*/ 27 w 83"/>
                <a:gd name="T59" fmla="*/ 13 h 159"/>
                <a:gd name="T60" fmla="*/ 20 w 83"/>
                <a:gd name="T61" fmla="*/ 14 h 159"/>
                <a:gd name="T62" fmla="*/ 11 w 83"/>
                <a:gd name="T63" fmla="*/ 30 h 159"/>
                <a:gd name="T64" fmla="*/ 7 w 83"/>
                <a:gd name="T65" fmla="*/ 5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159">
                  <a:moveTo>
                    <a:pt x="7" y="67"/>
                  </a:moveTo>
                  <a:lnTo>
                    <a:pt x="7" y="67"/>
                  </a:lnTo>
                  <a:lnTo>
                    <a:pt x="4" y="57"/>
                  </a:lnTo>
                  <a:lnTo>
                    <a:pt x="2" y="48"/>
                  </a:lnTo>
                  <a:lnTo>
                    <a:pt x="0" y="37"/>
                  </a:lnTo>
                  <a:lnTo>
                    <a:pt x="0" y="25"/>
                  </a:lnTo>
                  <a:lnTo>
                    <a:pt x="4" y="14"/>
                  </a:lnTo>
                  <a:lnTo>
                    <a:pt x="6" y="9"/>
                  </a:lnTo>
                  <a:lnTo>
                    <a:pt x="11" y="6"/>
                  </a:lnTo>
                  <a:lnTo>
                    <a:pt x="16" y="2"/>
                  </a:lnTo>
                  <a:lnTo>
                    <a:pt x="21" y="0"/>
                  </a:lnTo>
                  <a:lnTo>
                    <a:pt x="21" y="0"/>
                  </a:lnTo>
                  <a:lnTo>
                    <a:pt x="28" y="0"/>
                  </a:lnTo>
                  <a:lnTo>
                    <a:pt x="35" y="2"/>
                  </a:lnTo>
                  <a:lnTo>
                    <a:pt x="41" y="7"/>
                  </a:lnTo>
                  <a:lnTo>
                    <a:pt x="44" y="13"/>
                  </a:lnTo>
                  <a:lnTo>
                    <a:pt x="53" y="29"/>
                  </a:lnTo>
                  <a:lnTo>
                    <a:pt x="58" y="46"/>
                  </a:lnTo>
                  <a:lnTo>
                    <a:pt x="62" y="65"/>
                  </a:lnTo>
                  <a:lnTo>
                    <a:pt x="65" y="81"/>
                  </a:lnTo>
                  <a:lnTo>
                    <a:pt x="67" y="99"/>
                  </a:lnTo>
                  <a:lnTo>
                    <a:pt x="67" y="99"/>
                  </a:lnTo>
                  <a:lnTo>
                    <a:pt x="62" y="95"/>
                  </a:lnTo>
                  <a:lnTo>
                    <a:pt x="53" y="88"/>
                  </a:lnTo>
                  <a:lnTo>
                    <a:pt x="48" y="87"/>
                  </a:lnTo>
                  <a:lnTo>
                    <a:pt x="42" y="87"/>
                  </a:lnTo>
                  <a:lnTo>
                    <a:pt x="37" y="88"/>
                  </a:lnTo>
                  <a:lnTo>
                    <a:pt x="34" y="94"/>
                  </a:lnTo>
                  <a:lnTo>
                    <a:pt x="34" y="94"/>
                  </a:lnTo>
                  <a:lnTo>
                    <a:pt x="32" y="97"/>
                  </a:lnTo>
                  <a:lnTo>
                    <a:pt x="34" y="102"/>
                  </a:lnTo>
                  <a:lnTo>
                    <a:pt x="37" y="113"/>
                  </a:lnTo>
                  <a:lnTo>
                    <a:pt x="46" y="123"/>
                  </a:lnTo>
                  <a:lnTo>
                    <a:pt x="55" y="134"/>
                  </a:lnTo>
                  <a:lnTo>
                    <a:pt x="74" y="152"/>
                  </a:lnTo>
                  <a:lnTo>
                    <a:pt x="83" y="159"/>
                  </a:lnTo>
                  <a:lnTo>
                    <a:pt x="83" y="159"/>
                  </a:lnTo>
                  <a:lnTo>
                    <a:pt x="72" y="153"/>
                  </a:lnTo>
                  <a:lnTo>
                    <a:pt x="51" y="141"/>
                  </a:lnTo>
                  <a:lnTo>
                    <a:pt x="39" y="132"/>
                  </a:lnTo>
                  <a:lnTo>
                    <a:pt x="28" y="122"/>
                  </a:lnTo>
                  <a:lnTo>
                    <a:pt x="21" y="111"/>
                  </a:lnTo>
                  <a:lnTo>
                    <a:pt x="20" y="106"/>
                  </a:lnTo>
                  <a:lnTo>
                    <a:pt x="20" y="101"/>
                  </a:lnTo>
                  <a:lnTo>
                    <a:pt x="20" y="101"/>
                  </a:lnTo>
                  <a:lnTo>
                    <a:pt x="23" y="90"/>
                  </a:lnTo>
                  <a:lnTo>
                    <a:pt x="27" y="83"/>
                  </a:lnTo>
                  <a:lnTo>
                    <a:pt x="32" y="79"/>
                  </a:lnTo>
                  <a:lnTo>
                    <a:pt x="37" y="76"/>
                  </a:lnTo>
                  <a:lnTo>
                    <a:pt x="48" y="76"/>
                  </a:lnTo>
                  <a:lnTo>
                    <a:pt x="51" y="76"/>
                  </a:lnTo>
                  <a:lnTo>
                    <a:pt x="51" y="76"/>
                  </a:lnTo>
                  <a:lnTo>
                    <a:pt x="51" y="65"/>
                  </a:lnTo>
                  <a:lnTo>
                    <a:pt x="48" y="44"/>
                  </a:lnTo>
                  <a:lnTo>
                    <a:pt x="44" y="32"/>
                  </a:lnTo>
                  <a:lnTo>
                    <a:pt x="39" y="21"/>
                  </a:lnTo>
                  <a:lnTo>
                    <a:pt x="34" y="14"/>
                  </a:lnTo>
                  <a:lnTo>
                    <a:pt x="30" y="13"/>
                  </a:lnTo>
                  <a:lnTo>
                    <a:pt x="27" y="13"/>
                  </a:lnTo>
                  <a:lnTo>
                    <a:pt x="27" y="13"/>
                  </a:lnTo>
                  <a:lnTo>
                    <a:pt x="21" y="13"/>
                  </a:lnTo>
                  <a:lnTo>
                    <a:pt x="20" y="14"/>
                  </a:lnTo>
                  <a:lnTo>
                    <a:pt x="14" y="21"/>
                  </a:lnTo>
                  <a:lnTo>
                    <a:pt x="11" y="30"/>
                  </a:lnTo>
                  <a:lnTo>
                    <a:pt x="9" y="39"/>
                  </a:lnTo>
                  <a:lnTo>
                    <a:pt x="7" y="58"/>
                  </a:lnTo>
                  <a:lnTo>
                    <a:pt x="7" y="6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34" name="Freeform 145"/>
            <p:cNvSpPr>
              <a:spLocks/>
            </p:cNvSpPr>
            <p:nvPr/>
          </p:nvSpPr>
          <p:spPr bwMode="auto">
            <a:xfrm>
              <a:off x="10236201" y="1017588"/>
              <a:ext cx="55563" cy="215900"/>
            </a:xfrm>
            <a:custGeom>
              <a:avLst/>
              <a:gdLst>
                <a:gd name="T0" fmla="*/ 28 w 35"/>
                <a:gd name="T1" fmla="*/ 66 h 136"/>
                <a:gd name="T2" fmla="*/ 28 w 35"/>
                <a:gd name="T3" fmla="*/ 66 h 136"/>
                <a:gd name="T4" fmla="*/ 32 w 35"/>
                <a:gd name="T5" fmla="*/ 57 h 136"/>
                <a:gd name="T6" fmla="*/ 35 w 35"/>
                <a:gd name="T7" fmla="*/ 36 h 136"/>
                <a:gd name="T8" fmla="*/ 35 w 35"/>
                <a:gd name="T9" fmla="*/ 25 h 136"/>
                <a:gd name="T10" fmla="*/ 35 w 35"/>
                <a:gd name="T11" fmla="*/ 15 h 136"/>
                <a:gd name="T12" fmla="*/ 34 w 35"/>
                <a:gd name="T13" fmla="*/ 6 h 136"/>
                <a:gd name="T14" fmla="*/ 32 w 35"/>
                <a:gd name="T15" fmla="*/ 4 h 136"/>
                <a:gd name="T16" fmla="*/ 28 w 35"/>
                <a:gd name="T17" fmla="*/ 2 h 136"/>
                <a:gd name="T18" fmla="*/ 28 w 35"/>
                <a:gd name="T19" fmla="*/ 2 h 136"/>
                <a:gd name="T20" fmla="*/ 23 w 35"/>
                <a:gd name="T21" fmla="*/ 0 h 136"/>
                <a:gd name="T22" fmla="*/ 19 w 35"/>
                <a:gd name="T23" fmla="*/ 2 h 136"/>
                <a:gd name="T24" fmla="*/ 16 w 35"/>
                <a:gd name="T25" fmla="*/ 6 h 136"/>
                <a:gd name="T26" fmla="*/ 14 w 35"/>
                <a:gd name="T27" fmla="*/ 9 h 136"/>
                <a:gd name="T28" fmla="*/ 11 w 35"/>
                <a:gd name="T29" fmla="*/ 18 h 136"/>
                <a:gd name="T30" fmla="*/ 9 w 35"/>
                <a:gd name="T31" fmla="*/ 22 h 136"/>
                <a:gd name="T32" fmla="*/ 0 w 35"/>
                <a:gd name="T33" fmla="*/ 108 h 136"/>
                <a:gd name="T34" fmla="*/ 0 w 35"/>
                <a:gd name="T35" fmla="*/ 108 h 136"/>
                <a:gd name="T36" fmla="*/ 7 w 35"/>
                <a:gd name="T37" fmla="*/ 106 h 136"/>
                <a:gd name="T38" fmla="*/ 12 w 35"/>
                <a:gd name="T39" fmla="*/ 106 h 136"/>
                <a:gd name="T40" fmla="*/ 12 w 35"/>
                <a:gd name="T41" fmla="*/ 108 h 136"/>
                <a:gd name="T42" fmla="*/ 12 w 35"/>
                <a:gd name="T43" fmla="*/ 111 h 136"/>
                <a:gd name="T44" fmla="*/ 12 w 35"/>
                <a:gd name="T45" fmla="*/ 111 h 136"/>
                <a:gd name="T46" fmla="*/ 7 w 35"/>
                <a:gd name="T47" fmla="*/ 127 h 136"/>
                <a:gd name="T48" fmla="*/ 4 w 35"/>
                <a:gd name="T49" fmla="*/ 136 h 136"/>
                <a:gd name="T50" fmla="*/ 4 w 35"/>
                <a:gd name="T51" fmla="*/ 136 h 136"/>
                <a:gd name="T52" fmla="*/ 14 w 35"/>
                <a:gd name="T53" fmla="*/ 124 h 136"/>
                <a:gd name="T54" fmla="*/ 19 w 35"/>
                <a:gd name="T55" fmla="*/ 113 h 136"/>
                <a:gd name="T56" fmla="*/ 21 w 35"/>
                <a:gd name="T57" fmla="*/ 108 h 136"/>
                <a:gd name="T58" fmla="*/ 23 w 35"/>
                <a:gd name="T59" fmla="*/ 104 h 136"/>
                <a:gd name="T60" fmla="*/ 23 w 35"/>
                <a:gd name="T61" fmla="*/ 104 h 136"/>
                <a:gd name="T62" fmla="*/ 23 w 35"/>
                <a:gd name="T63" fmla="*/ 99 h 136"/>
                <a:gd name="T64" fmla="*/ 21 w 35"/>
                <a:gd name="T65" fmla="*/ 97 h 136"/>
                <a:gd name="T66" fmla="*/ 16 w 35"/>
                <a:gd name="T67" fmla="*/ 94 h 136"/>
                <a:gd name="T68" fmla="*/ 12 w 35"/>
                <a:gd name="T69" fmla="*/ 92 h 136"/>
                <a:gd name="T70" fmla="*/ 9 w 35"/>
                <a:gd name="T71" fmla="*/ 92 h 136"/>
                <a:gd name="T72" fmla="*/ 9 w 35"/>
                <a:gd name="T73" fmla="*/ 92 h 136"/>
                <a:gd name="T74" fmla="*/ 12 w 35"/>
                <a:gd name="T75" fmla="*/ 62 h 136"/>
                <a:gd name="T76" fmla="*/ 18 w 35"/>
                <a:gd name="T77" fmla="*/ 25 h 136"/>
                <a:gd name="T78" fmla="*/ 18 w 35"/>
                <a:gd name="T79" fmla="*/ 25 h 136"/>
                <a:gd name="T80" fmla="*/ 19 w 35"/>
                <a:gd name="T81" fmla="*/ 20 h 136"/>
                <a:gd name="T82" fmla="*/ 21 w 35"/>
                <a:gd name="T83" fmla="*/ 15 h 136"/>
                <a:gd name="T84" fmla="*/ 25 w 35"/>
                <a:gd name="T85" fmla="*/ 13 h 136"/>
                <a:gd name="T86" fmla="*/ 28 w 35"/>
                <a:gd name="T87" fmla="*/ 13 h 136"/>
                <a:gd name="T88" fmla="*/ 28 w 35"/>
                <a:gd name="T89" fmla="*/ 13 h 136"/>
                <a:gd name="T90" fmla="*/ 30 w 35"/>
                <a:gd name="T91" fmla="*/ 16 h 136"/>
                <a:gd name="T92" fmla="*/ 30 w 35"/>
                <a:gd name="T93" fmla="*/ 22 h 136"/>
                <a:gd name="T94" fmla="*/ 30 w 35"/>
                <a:gd name="T95" fmla="*/ 39 h 136"/>
                <a:gd name="T96" fmla="*/ 28 w 35"/>
                <a:gd name="T97" fmla="*/ 6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5" h="136">
                  <a:moveTo>
                    <a:pt x="28" y="66"/>
                  </a:moveTo>
                  <a:lnTo>
                    <a:pt x="28" y="66"/>
                  </a:lnTo>
                  <a:lnTo>
                    <a:pt x="32" y="57"/>
                  </a:lnTo>
                  <a:lnTo>
                    <a:pt x="35" y="36"/>
                  </a:lnTo>
                  <a:lnTo>
                    <a:pt x="35" y="25"/>
                  </a:lnTo>
                  <a:lnTo>
                    <a:pt x="35" y="15"/>
                  </a:lnTo>
                  <a:lnTo>
                    <a:pt x="34" y="6"/>
                  </a:lnTo>
                  <a:lnTo>
                    <a:pt x="32" y="4"/>
                  </a:lnTo>
                  <a:lnTo>
                    <a:pt x="28" y="2"/>
                  </a:lnTo>
                  <a:lnTo>
                    <a:pt x="28" y="2"/>
                  </a:lnTo>
                  <a:lnTo>
                    <a:pt x="23" y="0"/>
                  </a:lnTo>
                  <a:lnTo>
                    <a:pt x="19" y="2"/>
                  </a:lnTo>
                  <a:lnTo>
                    <a:pt x="16" y="6"/>
                  </a:lnTo>
                  <a:lnTo>
                    <a:pt x="14" y="9"/>
                  </a:lnTo>
                  <a:lnTo>
                    <a:pt x="11" y="18"/>
                  </a:lnTo>
                  <a:lnTo>
                    <a:pt x="9" y="22"/>
                  </a:lnTo>
                  <a:lnTo>
                    <a:pt x="0" y="108"/>
                  </a:lnTo>
                  <a:lnTo>
                    <a:pt x="0" y="108"/>
                  </a:lnTo>
                  <a:lnTo>
                    <a:pt x="7" y="106"/>
                  </a:lnTo>
                  <a:lnTo>
                    <a:pt x="12" y="106"/>
                  </a:lnTo>
                  <a:lnTo>
                    <a:pt x="12" y="108"/>
                  </a:lnTo>
                  <a:lnTo>
                    <a:pt x="12" y="111"/>
                  </a:lnTo>
                  <a:lnTo>
                    <a:pt x="12" y="111"/>
                  </a:lnTo>
                  <a:lnTo>
                    <a:pt x="7" y="127"/>
                  </a:lnTo>
                  <a:lnTo>
                    <a:pt x="4" y="136"/>
                  </a:lnTo>
                  <a:lnTo>
                    <a:pt x="4" y="136"/>
                  </a:lnTo>
                  <a:lnTo>
                    <a:pt x="14" y="124"/>
                  </a:lnTo>
                  <a:lnTo>
                    <a:pt x="19" y="113"/>
                  </a:lnTo>
                  <a:lnTo>
                    <a:pt x="21" y="108"/>
                  </a:lnTo>
                  <a:lnTo>
                    <a:pt x="23" y="104"/>
                  </a:lnTo>
                  <a:lnTo>
                    <a:pt x="23" y="104"/>
                  </a:lnTo>
                  <a:lnTo>
                    <a:pt x="23" y="99"/>
                  </a:lnTo>
                  <a:lnTo>
                    <a:pt x="21" y="97"/>
                  </a:lnTo>
                  <a:lnTo>
                    <a:pt x="16" y="94"/>
                  </a:lnTo>
                  <a:lnTo>
                    <a:pt x="12" y="92"/>
                  </a:lnTo>
                  <a:lnTo>
                    <a:pt x="9" y="92"/>
                  </a:lnTo>
                  <a:lnTo>
                    <a:pt x="9" y="92"/>
                  </a:lnTo>
                  <a:lnTo>
                    <a:pt x="12" y="62"/>
                  </a:lnTo>
                  <a:lnTo>
                    <a:pt x="18" y="25"/>
                  </a:lnTo>
                  <a:lnTo>
                    <a:pt x="18" y="25"/>
                  </a:lnTo>
                  <a:lnTo>
                    <a:pt x="19" y="20"/>
                  </a:lnTo>
                  <a:lnTo>
                    <a:pt x="21" y="15"/>
                  </a:lnTo>
                  <a:lnTo>
                    <a:pt x="25" y="13"/>
                  </a:lnTo>
                  <a:lnTo>
                    <a:pt x="28" y="13"/>
                  </a:lnTo>
                  <a:lnTo>
                    <a:pt x="28" y="13"/>
                  </a:lnTo>
                  <a:lnTo>
                    <a:pt x="30" y="16"/>
                  </a:lnTo>
                  <a:lnTo>
                    <a:pt x="30" y="22"/>
                  </a:lnTo>
                  <a:lnTo>
                    <a:pt x="30" y="39"/>
                  </a:lnTo>
                  <a:lnTo>
                    <a:pt x="28" y="66"/>
                  </a:lnTo>
                  <a:close/>
                </a:path>
              </a:pathLst>
            </a:custGeom>
            <a:solidFill>
              <a:srgbClr val="CB9C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35" name="Freeform 146"/>
            <p:cNvSpPr>
              <a:spLocks/>
            </p:cNvSpPr>
            <p:nvPr/>
          </p:nvSpPr>
          <p:spPr bwMode="auto">
            <a:xfrm>
              <a:off x="10236201" y="1017588"/>
              <a:ext cx="55563" cy="215900"/>
            </a:xfrm>
            <a:custGeom>
              <a:avLst/>
              <a:gdLst>
                <a:gd name="T0" fmla="*/ 28 w 35"/>
                <a:gd name="T1" fmla="*/ 66 h 136"/>
                <a:gd name="T2" fmla="*/ 28 w 35"/>
                <a:gd name="T3" fmla="*/ 66 h 136"/>
                <a:gd name="T4" fmla="*/ 32 w 35"/>
                <a:gd name="T5" fmla="*/ 57 h 136"/>
                <a:gd name="T6" fmla="*/ 35 w 35"/>
                <a:gd name="T7" fmla="*/ 36 h 136"/>
                <a:gd name="T8" fmla="*/ 35 w 35"/>
                <a:gd name="T9" fmla="*/ 25 h 136"/>
                <a:gd name="T10" fmla="*/ 35 w 35"/>
                <a:gd name="T11" fmla="*/ 15 h 136"/>
                <a:gd name="T12" fmla="*/ 34 w 35"/>
                <a:gd name="T13" fmla="*/ 6 h 136"/>
                <a:gd name="T14" fmla="*/ 32 w 35"/>
                <a:gd name="T15" fmla="*/ 4 h 136"/>
                <a:gd name="T16" fmla="*/ 28 w 35"/>
                <a:gd name="T17" fmla="*/ 2 h 136"/>
                <a:gd name="T18" fmla="*/ 28 w 35"/>
                <a:gd name="T19" fmla="*/ 2 h 136"/>
                <a:gd name="T20" fmla="*/ 23 w 35"/>
                <a:gd name="T21" fmla="*/ 0 h 136"/>
                <a:gd name="T22" fmla="*/ 19 w 35"/>
                <a:gd name="T23" fmla="*/ 2 h 136"/>
                <a:gd name="T24" fmla="*/ 16 w 35"/>
                <a:gd name="T25" fmla="*/ 6 h 136"/>
                <a:gd name="T26" fmla="*/ 14 w 35"/>
                <a:gd name="T27" fmla="*/ 9 h 136"/>
                <a:gd name="T28" fmla="*/ 11 w 35"/>
                <a:gd name="T29" fmla="*/ 18 h 136"/>
                <a:gd name="T30" fmla="*/ 9 w 35"/>
                <a:gd name="T31" fmla="*/ 22 h 136"/>
                <a:gd name="T32" fmla="*/ 0 w 35"/>
                <a:gd name="T33" fmla="*/ 108 h 136"/>
                <a:gd name="T34" fmla="*/ 0 w 35"/>
                <a:gd name="T35" fmla="*/ 108 h 136"/>
                <a:gd name="T36" fmla="*/ 7 w 35"/>
                <a:gd name="T37" fmla="*/ 106 h 136"/>
                <a:gd name="T38" fmla="*/ 12 w 35"/>
                <a:gd name="T39" fmla="*/ 106 h 136"/>
                <a:gd name="T40" fmla="*/ 12 w 35"/>
                <a:gd name="T41" fmla="*/ 108 h 136"/>
                <a:gd name="T42" fmla="*/ 12 w 35"/>
                <a:gd name="T43" fmla="*/ 111 h 136"/>
                <a:gd name="T44" fmla="*/ 12 w 35"/>
                <a:gd name="T45" fmla="*/ 111 h 136"/>
                <a:gd name="T46" fmla="*/ 7 w 35"/>
                <a:gd name="T47" fmla="*/ 127 h 136"/>
                <a:gd name="T48" fmla="*/ 4 w 35"/>
                <a:gd name="T49" fmla="*/ 136 h 136"/>
                <a:gd name="T50" fmla="*/ 4 w 35"/>
                <a:gd name="T51" fmla="*/ 136 h 136"/>
                <a:gd name="T52" fmla="*/ 14 w 35"/>
                <a:gd name="T53" fmla="*/ 124 h 136"/>
                <a:gd name="T54" fmla="*/ 19 w 35"/>
                <a:gd name="T55" fmla="*/ 113 h 136"/>
                <a:gd name="T56" fmla="*/ 21 w 35"/>
                <a:gd name="T57" fmla="*/ 108 h 136"/>
                <a:gd name="T58" fmla="*/ 23 w 35"/>
                <a:gd name="T59" fmla="*/ 104 h 136"/>
                <a:gd name="T60" fmla="*/ 23 w 35"/>
                <a:gd name="T61" fmla="*/ 104 h 136"/>
                <a:gd name="T62" fmla="*/ 23 w 35"/>
                <a:gd name="T63" fmla="*/ 99 h 136"/>
                <a:gd name="T64" fmla="*/ 21 w 35"/>
                <a:gd name="T65" fmla="*/ 97 h 136"/>
                <a:gd name="T66" fmla="*/ 16 w 35"/>
                <a:gd name="T67" fmla="*/ 94 h 136"/>
                <a:gd name="T68" fmla="*/ 12 w 35"/>
                <a:gd name="T69" fmla="*/ 92 h 136"/>
                <a:gd name="T70" fmla="*/ 9 w 35"/>
                <a:gd name="T71" fmla="*/ 92 h 136"/>
                <a:gd name="T72" fmla="*/ 9 w 35"/>
                <a:gd name="T73" fmla="*/ 92 h 136"/>
                <a:gd name="T74" fmla="*/ 12 w 35"/>
                <a:gd name="T75" fmla="*/ 62 h 136"/>
                <a:gd name="T76" fmla="*/ 18 w 35"/>
                <a:gd name="T77" fmla="*/ 25 h 136"/>
                <a:gd name="T78" fmla="*/ 18 w 35"/>
                <a:gd name="T79" fmla="*/ 25 h 136"/>
                <a:gd name="T80" fmla="*/ 19 w 35"/>
                <a:gd name="T81" fmla="*/ 20 h 136"/>
                <a:gd name="T82" fmla="*/ 21 w 35"/>
                <a:gd name="T83" fmla="*/ 15 h 136"/>
                <a:gd name="T84" fmla="*/ 25 w 35"/>
                <a:gd name="T85" fmla="*/ 13 h 136"/>
                <a:gd name="T86" fmla="*/ 28 w 35"/>
                <a:gd name="T87" fmla="*/ 13 h 136"/>
                <a:gd name="T88" fmla="*/ 28 w 35"/>
                <a:gd name="T89" fmla="*/ 13 h 136"/>
                <a:gd name="T90" fmla="*/ 30 w 35"/>
                <a:gd name="T91" fmla="*/ 16 h 136"/>
                <a:gd name="T92" fmla="*/ 30 w 35"/>
                <a:gd name="T93" fmla="*/ 22 h 136"/>
                <a:gd name="T94" fmla="*/ 30 w 35"/>
                <a:gd name="T95" fmla="*/ 39 h 136"/>
                <a:gd name="T96" fmla="*/ 28 w 35"/>
                <a:gd name="T97" fmla="*/ 6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5" h="136">
                  <a:moveTo>
                    <a:pt x="28" y="66"/>
                  </a:moveTo>
                  <a:lnTo>
                    <a:pt x="28" y="66"/>
                  </a:lnTo>
                  <a:lnTo>
                    <a:pt x="32" y="57"/>
                  </a:lnTo>
                  <a:lnTo>
                    <a:pt x="35" y="36"/>
                  </a:lnTo>
                  <a:lnTo>
                    <a:pt x="35" y="25"/>
                  </a:lnTo>
                  <a:lnTo>
                    <a:pt x="35" y="15"/>
                  </a:lnTo>
                  <a:lnTo>
                    <a:pt x="34" y="6"/>
                  </a:lnTo>
                  <a:lnTo>
                    <a:pt x="32" y="4"/>
                  </a:lnTo>
                  <a:lnTo>
                    <a:pt x="28" y="2"/>
                  </a:lnTo>
                  <a:lnTo>
                    <a:pt x="28" y="2"/>
                  </a:lnTo>
                  <a:lnTo>
                    <a:pt x="23" y="0"/>
                  </a:lnTo>
                  <a:lnTo>
                    <a:pt x="19" y="2"/>
                  </a:lnTo>
                  <a:lnTo>
                    <a:pt x="16" y="6"/>
                  </a:lnTo>
                  <a:lnTo>
                    <a:pt x="14" y="9"/>
                  </a:lnTo>
                  <a:lnTo>
                    <a:pt x="11" y="18"/>
                  </a:lnTo>
                  <a:lnTo>
                    <a:pt x="9" y="22"/>
                  </a:lnTo>
                  <a:lnTo>
                    <a:pt x="0" y="108"/>
                  </a:lnTo>
                  <a:lnTo>
                    <a:pt x="0" y="108"/>
                  </a:lnTo>
                  <a:lnTo>
                    <a:pt x="7" y="106"/>
                  </a:lnTo>
                  <a:lnTo>
                    <a:pt x="12" y="106"/>
                  </a:lnTo>
                  <a:lnTo>
                    <a:pt x="12" y="108"/>
                  </a:lnTo>
                  <a:lnTo>
                    <a:pt x="12" y="111"/>
                  </a:lnTo>
                  <a:lnTo>
                    <a:pt x="12" y="111"/>
                  </a:lnTo>
                  <a:lnTo>
                    <a:pt x="7" y="127"/>
                  </a:lnTo>
                  <a:lnTo>
                    <a:pt x="4" y="136"/>
                  </a:lnTo>
                  <a:lnTo>
                    <a:pt x="4" y="136"/>
                  </a:lnTo>
                  <a:lnTo>
                    <a:pt x="14" y="124"/>
                  </a:lnTo>
                  <a:lnTo>
                    <a:pt x="19" y="113"/>
                  </a:lnTo>
                  <a:lnTo>
                    <a:pt x="21" y="108"/>
                  </a:lnTo>
                  <a:lnTo>
                    <a:pt x="23" y="104"/>
                  </a:lnTo>
                  <a:lnTo>
                    <a:pt x="23" y="104"/>
                  </a:lnTo>
                  <a:lnTo>
                    <a:pt x="23" y="99"/>
                  </a:lnTo>
                  <a:lnTo>
                    <a:pt x="21" y="97"/>
                  </a:lnTo>
                  <a:lnTo>
                    <a:pt x="16" y="94"/>
                  </a:lnTo>
                  <a:lnTo>
                    <a:pt x="12" y="92"/>
                  </a:lnTo>
                  <a:lnTo>
                    <a:pt x="9" y="92"/>
                  </a:lnTo>
                  <a:lnTo>
                    <a:pt x="9" y="92"/>
                  </a:lnTo>
                  <a:lnTo>
                    <a:pt x="12" y="62"/>
                  </a:lnTo>
                  <a:lnTo>
                    <a:pt x="18" y="25"/>
                  </a:lnTo>
                  <a:lnTo>
                    <a:pt x="18" y="25"/>
                  </a:lnTo>
                  <a:lnTo>
                    <a:pt x="19" y="20"/>
                  </a:lnTo>
                  <a:lnTo>
                    <a:pt x="21" y="15"/>
                  </a:lnTo>
                  <a:lnTo>
                    <a:pt x="25" y="13"/>
                  </a:lnTo>
                  <a:lnTo>
                    <a:pt x="28" y="13"/>
                  </a:lnTo>
                  <a:lnTo>
                    <a:pt x="28" y="13"/>
                  </a:lnTo>
                  <a:lnTo>
                    <a:pt x="30" y="16"/>
                  </a:lnTo>
                  <a:lnTo>
                    <a:pt x="30" y="22"/>
                  </a:lnTo>
                  <a:lnTo>
                    <a:pt x="30" y="39"/>
                  </a:lnTo>
                  <a:lnTo>
                    <a:pt x="28" y="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36" name="Freeform 147"/>
            <p:cNvSpPr>
              <a:spLocks/>
            </p:cNvSpPr>
            <p:nvPr/>
          </p:nvSpPr>
          <p:spPr bwMode="auto">
            <a:xfrm>
              <a:off x="9783763" y="1201738"/>
              <a:ext cx="98425" cy="231775"/>
            </a:xfrm>
            <a:custGeom>
              <a:avLst/>
              <a:gdLst>
                <a:gd name="T0" fmla="*/ 2 w 62"/>
                <a:gd name="T1" fmla="*/ 0 h 146"/>
                <a:gd name="T2" fmla="*/ 2 w 62"/>
                <a:gd name="T3" fmla="*/ 0 h 146"/>
                <a:gd name="T4" fmla="*/ 2 w 62"/>
                <a:gd name="T5" fmla="*/ 8 h 146"/>
                <a:gd name="T6" fmla="*/ 0 w 62"/>
                <a:gd name="T7" fmla="*/ 22 h 146"/>
                <a:gd name="T8" fmla="*/ 2 w 62"/>
                <a:gd name="T9" fmla="*/ 32 h 146"/>
                <a:gd name="T10" fmla="*/ 4 w 62"/>
                <a:gd name="T11" fmla="*/ 43 h 146"/>
                <a:gd name="T12" fmla="*/ 9 w 62"/>
                <a:gd name="T13" fmla="*/ 55 h 146"/>
                <a:gd name="T14" fmla="*/ 14 w 62"/>
                <a:gd name="T15" fmla="*/ 66 h 146"/>
                <a:gd name="T16" fmla="*/ 14 w 62"/>
                <a:gd name="T17" fmla="*/ 66 h 146"/>
                <a:gd name="T18" fmla="*/ 37 w 62"/>
                <a:gd name="T19" fmla="*/ 99 h 146"/>
                <a:gd name="T20" fmla="*/ 41 w 62"/>
                <a:gd name="T21" fmla="*/ 104 h 146"/>
                <a:gd name="T22" fmla="*/ 43 w 62"/>
                <a:gd name="T23" fmla="*/ 109 h 146"/>
                <a:gd name="T24" fmla="*/ 43 w 62"/>
                <a:gd name="T25" fmla="*/ 115 h 146"/>
                <a:gd name="T26" fmla="*/ 41 w 62"/>
                <a:gd name="T27" fmla="*/ 120 h 146"/>
                <a:gd name="T28" fmla="*/ 41 w 62"/>
                <a:gd name="T29" fmla="*/ 120 h 146"/>
                <a:gd name="T30" fmla="*/ 32 w 62"/>
                <a:gd name="T31" fmla="*/ 129 h 146"/>
                <a:gd name="T32" fmla="*/ 20 w 62"/>
                <a:gd name="T33" fmla="*/ 138 h 146"/>
                <a:gd name="T34" fmla="*/ 6 w 62"/>
                <a:gd name="T35" fmla="*/ 146 h 146"/>
                <a:gd name="T36" fmla="*/ 6 w 62"/>
                <a:gd name="T37" fmla="*/ 146 h 146"/>
                <a:gd name="T38" fmla="*/ 14 w 62"/>
                <a:gd name="T39" fmla="*/ 145 h 146"/>
                <a:gd name="T40" fmla="*/ 34 w 62"/>
                <a:gd name="T41" fmla="*/ 138 h 146"/>
                <a:gd name="T42" fmla="*/ 44 w 62"/>
                <a:gd name="T43" fmla="*/ 131 h 146"/>
                <a:gd name="T44" fmla="*/ 53 w 62"/>
                <a:gd name="T45" fmla="*/ 124 h 146"/>
                <a:gd name="T46" fmla="*/ 58 w 62"/>
                <a:gd name="T47" fmla="*/ 115 h 146"/>
                <a:gd name="T48" fmla="*/ 62 w 62"/>
                <a:gd name="T49" fmla="*/ 109 h 146"/>
                <a:gd name="T50" fmla="*/ 62 w 62"/>
                <a:gd name="T51" fmla="*/ 104 h 146"/>
                <a:gd name="T52" fmla="*/ 62 w 62"/>
                <a:gd name="T53" fmla="*/ 104 h 146"/>
                <a:gd name="T54" fmla="*/ 62 w 62"/>
                <a:gd name="T55" fmla="*/ 99 h 146"/>
                <a:gd name="T56" fmla="*/ 58 w 62"/>
                <a:gd name="T57" fmla="*/ 94 h 146"/>
                <a:gd name="T58" fmla="*/ 51 w 62"/>
                <a:gd name="T59" fmla="*/ 83 h 146"/>
                <a:gd name="T60" fmla="*/ 30 w 62"/>
                <a:gd name="T61" fmla="*/ 64 h 146"/>
                <a:gd name="T62" fmla="*/ 18 w 62"/>
                <a:gd name="T63" fmla="*/ 53 h 146"/>
                <a:gd name="T64" fmla="*/ 13 w 62"/>
                <a:gd name="T65" fmla="*/ 46 h 146"/>
                <a:gd name="T66" fmla="*/ 9 w 62"/>
                <a:gd name="T67" fmla="*/ 39 h 146"/>
                <a:gd name="T68" fmla="*/ 6 w 62"/>
                <a:gd name="T69" fmla="*/ 30 h 146"/>
                <a:gd name="T70" fmla="*/ 2 w 62"/>
                <a:gd name="T71" fmla="*/ 22 h 146"/>
                <a:gd name="T72" fmla="*/ 2 w 62"/>
                <a:gd name="T73" fmla="*/ 11 h 146"/>
                <a:gd name="T74" fmla="*/ 2 w 62"/>
                <a:gd name="T7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2" h="146">
                  <a:moveTo>
                    <a:pt x="2" y="0"/>
                  </a:moveTo>
                  <a:lnTo>
                    <a:pt x="2" y="0"/>
                  </a:lnTo>
                  <a:lnTo>
                    <a:pt x="2" y="8"/>
                  </a:lnTo>
                  <a:lnTo>
                    <a:pt x="0" y="22"/>
                  </a:lnTo>
                  <a:lnTo>
                    <a:pt x="2" y="32"/>
                  </a:lnTo>
                  <a:lnTo>
                    <a:pt x="4" y="43"/>
                  </a:lnTo>
                  <a:lnTo>
                    <a:pt x="9" y="55"/>
                  </a:lnTo>
                  <a:lnTo>
                    <a:pt x="14" y="66"/>
                  </a:lnTo>
                  <a:lnTo>
                    <a:pt x="14" y="66"/>
                  </a:lnTo>
                  <a:lnTo>
                    <a:pt x="37" y="99"/>
                  </a:lnTo>
                  <a:lnTo>
                    <a:pt x="41" y="104"/>
                  </a:lnTo>
                  <a:lnTo>
                    <a:pt x="43" y="109"/>
                  </a:lnTo>
                  <a:lnTo>
                    <a:pt x="43" y="115"/>
                  </a:lnTo>
                  <a:lnTo>
                    <a:pt x="41" y="120"/>
                  </a:lnTo>
                  <a:lnTo>
                    <a:pt x="41" y="120"/>
                  </a:lnTo>
                  <a:lnTo>
                    <a:pt x="32" y="129"/>
                  </a:lnTo>
                  <a:lnTo>
                    <a:pt x="20" y="138"/>
                  </a:lnTo>
                  <a:lnTo>
                    <a:pt x="6" y="146"/>
                  </a:lnTo>
                  <a:lnTo>
                    <a:pt x="6" y="146"/>
                  </a:lnTo>
                  <a:lnTo>
                    <a:pt x="14" y="145"/>
                  </a:lnTo>
                  <a:lnTo>
                    <a:pt x="34" y="138"/>
                  </a:lnTo>
                  <a:lnTo>
                    <a:pt x="44" y="131"/>
                  </a:lnTo>
                  <a:lnTo>
                    <a:pt x="53" y="124"/>
                  </a:lnTo>
                  <a:lnTo>
                    <a:pt x="58" y="115"/>
                  </a:lnTo>
                  <a:lnTo>
                    <a:pt x="62" y="109"/>
                  </a:lnTo>
                  <a:lnTo>
                    <a:pt x="62" y="104"/>
                  </a:lnTo>
                  <a:lnTo>
                    <a:pt x="62" y="104"/>
                  </a:lnTo>
                  <a:lnTo>
                    <a:pt x="62" y="99"/>
                  </a:lnTo>
                  <a:lnTo>
                    <a:pt x="58" y="94"/>
                  </a:lnTo>
                  <a:lnTo>
                    <a:pt x="51" y="83"/>
                  </a:lnTo>
                  <a:lnTo>
                    <a:pt x="30" y="64"/>
                  </a:lnTo>
                  <a:lnTo>
                    <a:pt x="18" y="53"/>
                  </a:lnTo>
                  <a:lnTo>
                    <a:pt x="13" y="46"/>
                  </a:lnTo>
                  <a:lnTo>
                    <a:pt x="9" y="39"/>
                  </a:lnTo>
                  <a:lnTo>
                    <a:pt x="6" y="30"/>
                  </a:lnTo>
                  <a:lnTo>
                    <a:pt x="2" y="22"/>
                  </a:lnTo>
                  <a:lnTo>
                    <a:pt x="2" y="11"/>
                  </a:lnTo>
                  <a:lnTo>
                    <a:pt x="2" y="0"/>
                  </a:lnTo>
                  <a:close/>
                </a:path>
              </a:pathLst>
            </a:custGeom>
            <a:solidFill>
              <a:srgbClr val="CB9C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37" name="Freeform 148"/>
            <p:cNvSpPr>
              <a:spLocks/>
            </p:cNvSpPr>
            <p:nvPr/>
          </p:nvSpPr>
          <p:spPr bwMode="auto">
            <a:xfrm>
              <a:off x="9783763" y="1201738"/>
              <a:ext cx="98425" cy="231775"/>
            </a:xfrm>
            <a:custGeom>
              <a:avLst/>
              <a:gdLst>
                <a:gd name="T0" fmla="*/ 2 w 62"/>
                <a:gd name="T1" fmla="*/ 0 h 146"/>
                <a:gd name="T2" fmla="*/ 2 w 62"/>
                <a:gd name="T3" fmla="*/ 0 h 146"/>
                <a:gd name="T4" fmla="*/ 2 w 62"/>
                <a:gd name="T5" fmla="*/ 8 h 146"/>
                <a:gd name="T6" fmla="*/ 0 w 62"/>
                <a:gd name="T7" fmla="*/ 22 h 146"/>
                <a:gd name="T8" fmla="*/ 2 w 62"/>
                <a:gd name="T9" fmla="*/ 32 h 146"/>
                <a:gd name="T10" fmla="*/ 4 w 62"/>
                <a:gd name="T11" fmla="*/ 43 h 146"/>
                <a:gd name="T12" fmla="*/ 9 w 62"/>
                <a:gd name="T13" fmla="*/ 55 h 146"/>
                <a:gd name="T14" fmla="*/ 14 w 62"/>
                <a:gd name="T15" fmla="*/ 66 h 146"/>
                <a:gd name="T16" fmla="*/ 14 w 62"/>
                <a:gd name="T17" fmla="*/ 66 h 146"/>
                <a:gd name="T18" fmla="*/ 37 w 62"/>
                <a:gd name="T19" fmla="*/ 99 h 146"/>
                <a:gd name="T20" fmla="*/ 41 w 62"/>
                <a:gd name="T21" fmla="*/ 104 h 146"/>
                <a:gd name="T22" fmla="*/ 43 w 62"/>
                <a:gd name="T23" fmla="*/ 109 h 146"/>
                <a:gd name="T24" fmla="*/ 43 w 62"/>
                <a:gd name="T25" fmla="*/ 115 h 146"/>
                <a:gd name="T26" fmla="*/ 41 w 62"/>
                <a:gd name="T27" fmla="*/ 120 h 146"/>
                <a:gd name="T28" fmla="*/ 41 w 62"/>
                <a:gd name="T29" fmla="*/ 120 h 146"/>
                <a:gd name="T30" fmla="*/ 32 w 62"/>
                <a:gd name="T31" fmla="*/ 129 h 146"/>
                <a:gd name="T32" fmla="*/ 20 w 62"/>
                <a:gd name="T33" fmla="*/ 138 h 146"/>
                <a:gd name="T34" fmla="*/ 6 w 62"/>
                <a:gd name="T35" fmla="*/ 146 h 146"/>
                <a:gd name="T36" fmla="*/ 6 w 62"/>
                <a:gd name="T37" fmla="*/ 146 h 146"/>
                <a:gd name="T38" fmla="*/ 14 w 62"/>
                <a:gd name="T39" fmla="*/ 145 h 146"/>
                <a:gd name="T40" fmla="*/ 34 w 62"/>
                <a:gd name="T41" fmla="*/ 138 h 146"/>
                <a:gd name="T42" fmla="*/ 44 w 62"/>
                <a:gd name="T43" fmla="*/ 131 h 146"/>
                <a:gd name="T44" fmla="*/ 53 w 62"/>
                <a:gd name="T45" fmla="*/ 124 h 146"/>
                <a:gd name="T46" fmla="*/ 58 w 62"/>
                <a:gd name="T47" fmla="*/ 115 h 146"/>
                <a:gd name="T48" fmla="*/ 62 w 62"/>
                <a:gd name="T49" fmla="*/ 109 h 146"/>
                <a:gd name="T50" fmla="*/ 62 w 62"/>
                <a:gd name="T51" fmla="*/ 104 h 146"/>
                <a:gd name="T52" fmla="*/ 62 w 62"/>
                <a:gd name="T53" fmla="*/ 104 h 146"/>
                <a:gd name="T54" fmla="*/ 62 w 62"/>
                <a:gd name="T55" fmla="*/ 99 h 146"/>
                <a:gd name="T56" fmla="*/ 58 w 62"/>
                <a:gd name="T57" fmla="*/ 94 h 146"/>
                <a:gd name="T58" fmla="*/ 51 w 62"/>
                <a:gd name="T59" fmla="*/ 83 h 146"/>
                <a:gd name="T60" fmla="*/ 30 w 62"/>
                <a:gd name="T61" fmla="*/ 64 h 146"/>
                <a:gd name="T62" fmla="*/ 18 w 62"/>
                <a:gd name="T63" fmla="*/ 53 h 146"/>
                <a:gd name="T64" fmla="*/ 13 w 62"/>
                <a:gd name="T65" fmla="*/ 46 h 146"/>
                <a:gd name="T66" fmla="*/ 9 w 62"/>
                <a:gd name="T67" fmla="*/ 39 h 146"/>
                <a:gd name="T68" fmla="*/ 6 w 62"/>
                <a:gd name="T69" fmla="*/ 30 h 146"/>
                <a:gd name="T70" fmla="*/ 2 w 62"/>
                <a:gd name="T71" fmla="*/ 22 h 146"/>
                <a:gd name="T72" fmla="*/ 2 w 62"/>
                <a:gd name="T73" fmla="*/ 11 h 146"/>
                <a:gd name="T74" fmla="*/ 2 w 62"/>
                <a:gd name="T7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2" h="146">
                  <a:moveTo>
                    <a:pt x="2" y="0"/>
                  </a:moveTo>
                  <a:lnTo>
                    <a:pt x="2" y="0"/>
                  </a:lnTo>
                  <a:lnTo>
                    <a:pt x="2" y="8"/>
                  </a:lnTo>
                  <a:lnTo>
                    <a:pt x="0" y="22"/>
                  </a:lnTo>
                  <a:lnTo>
                    <a:pt x="2" y="32"/>
                  </a:lnTo>
                  <a:lnTo>
                    <a:pt x="4" y="43"/>
                  </a:lnTo>
                  <a:lnTo>
                    <a:pt x="9" y="55"/>
                  </a:lnTo>
                  <a:lnTo>
                    <a:pt x="14" y="66"/>
                  </a:lnTo>
                  <a:lnTo>
                    <a:pt x="14" y="66"/>
                  </a:lnTo>
                  <a:lnTo>
                    <a:pt x="37" y="99"/>
                  </a:lnTo>
                  <a:lnTo>
                    <a:pt x="41" y="104"/>
                  </a:lnTo>
                  <a:lnTo>
                    <a:pt x="43" y="109"/>
                  </a:lnTo>
                  <a:lnTo>
                    <a:pt x="43" y="115"/>
                  </a:lnTo>
                  <a:lnTo>
                    <a:pt x="41" y="120"/>
                  </a:lnTo>
                  <a:lnTo>
                    <a:pt x="41" y="120"/>
                  </a:lnTo>
                  <a:lnTo>
                    <a:pt x="32" y="129"/>
                  </a:lnTo>
                  <a:lnTo>
                    <a:pt x="20" y="138"/>
                  </a:lnTo>
                  <a:lnTo>
                    <a:pt x="6" y="146"/>
                  </a:lnTo>
                  <a:lnTo>
                    <a:pt x="6" y="146"/>
                  </a:lnTo>
                  <a:lnTo>
                    <a:pt x="14" y="145"/>
                  </a:lnTo>
                  <a:lnTo>
                    <a:pt x="34" y="138"/>
                  </a:lnTo>
                  <a:lnTo>
                    <a:pt x="44" y="131"/>
                  </a:lnTo>
                  <a:lnTo>
                    <a:pt x="53" y="124"/>
                  </a:lnTo>
                  <a:lnTo>
                    <a:pt x="58" y="115"/>
                  </a:lnTo>
                  <a:lnTo>
                    <a:pt x="62" y="109"/>
                  </a:lnTo>
                  <a:lnTo>
                    <a:pt x="62" y="104"/>
                  </a:lnTo>
                  <a:lnTo>
                    <a:pt x="62" y="104"/>
                  </a:lnTo>
                  <a:lnTo>
                    <a:pt x="62" y="99"/>
                  </a:lnTo>
                  <a:lnTo>
                    <a:pt x="58" y="94"/>
                  </a:lnTo>
                  <a:lnTo>
                    <a:pt x="51" y="83"/>
                  </a:lnTo>
                  <a:lnTo>
                    <a:pt x="30" y="64"/>
                  </a:lnTo>
                  <a:lnTo>
                    <a:pt x="18" y="53"/>
                  </a:lnTo>
                  <a:lnTo>
                    <a:pt x="13" y="46"/>
                  </a:lnTo>
                  <a:lnTo>
                    <a:pt x="9" y="39"/>
                  </a:lnTo>
                  <a:lnTo>
                    <a:pt x="6" y="30"/>
                  </a:lnTo>
                  <a:lnTo>
                    <a:pt x="2" y="22"/>
                  </a:lnTo>
                  <a:lnTo>
                    <a:pt x="2" y="11"/>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38" name="Freeform 149"/>
            <p:cNvSpPr>
              <a:spLocks/>
            </p:cNvSpPr>
            <p:nvPr/>
          </p:nvSpPr>
          <p:spPr bwMode="auto">
            <a:xfrm>
              <a:off x="9472613" y="1531938"/>
              <a:ext cx="381000" cy="61913"/>
            </a:xfrm>
            <a:custGeom>
              <a:avLst/>
              <a:gdLst>
                <a:gd name="T0" fmla="*/ 240 w 240"/>
                <a:gd name="T1" fmla="*/ 0 h 39"/>
                <a:gd name="T2" fmla="*/ 240 w 240"/>
                <a:gd name="T3" fmla="*/ 0 h 39"/>
                <a:gd name="T4" fmla="*/ 235 w 240"/>
                <a:gd name="T5" fmla="*/ 3 h 39"/>
                <a:gd name="T6" fmla="*/ 221 w 240"/>
                <a:gd name="T7" fmla="*/ 12 h 39"/>
                <a:gd name="T8" fmla="*/ 200 w 240"/>
                <a:gd name="T9" fmla="*/ 23 h 39"/>
                <a:gd name="T10" fmla="*/ 186 w 240"/>
                <a:gd name="T11" fmla="*/ 28 h 39"/>
                <a:gd name="T12" fmla="*/ 170 w 240"/>
                <a:gd name="T13" fmla="*/ 32 h 39"/>
                <a:gd name="T14" fmla="*/ 154 w 240"/>
                <a:gd name="T15" fmla="*/ 35 h 39"/>
                <a:gd name="T16" fmla="*/ 135 w 240"/>
                <a:gd name="T17" fmla="*/ 37 h 39"/>
                <a:gd name="T18" fmla="*/ 116 w 240"/>
                <a:gd name="T19" fmla="*/ 39 h 39"/>
                <a:gd name="T20" fmla="*/ 94 w 240"/>
                <a:gd name="T21" fmla="*/ 37 h 39"/>
                <a:gd name="T22" fmla="*/ 72 w 240"/>
                <a:gd name="T23" fmla="*/ 33 h 39"/>
                <a:gd name="T24" fmla="*/ 49 w 240"/>
                <a:gd name="T25" fmla="*/ 26 h 39"/>
                <a:gd name="T26" fmla="*/ 24 w 240"/>
                <a:gd name="T27" fmla="*/ 17 h 39"/>
                <a:gd name="T28" fmla="*/ 0 w 240"/>
                <a:gd name="T29"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0" h="39">
                  <a:moveTo>
                    <a:pt x="240" y="0"/>
                  </a:moveTo>
                  <a:lnTo>
                    <a:pt x="240" y="0"/>
                  </a:lnTo>
                  <a:lnTo>
                    <a:pt x="235" y="3"/>
                  </a:lnTo>
                  <a:lnTo>
                    <a:pt x="221" y="12"/>
                  </a:lnTo>
                  <a:lnTo>
                    <a:pt x="200" y="23"/>
                  </a:lnTo>
                  <a:lnTo>
                    <a:pt x="186" y="28"/>
                  </a:lnTo>
                  <a:lnTo>
                    <a:pt x="170" y="32"/>
                  </a:lnTo>
                  <a:lnTo>
                    <a:pt x="154" y="35"/>
                  </a:lnTo>
                  <a:lnTo>
                    <a:pt x="135" y="37"/>
                  </a:lnTo>
                  <a:lnTo>
                    <a:pt x="116" y="39"/>
                  </a:lnTo>
                  <a:lnTo>
                    <a:pt x="94" y="37"/>
                  </a:lnTo>
                  <a:lnTo>
                    <a:pt x="72" y="33"/>
                  </a:lnTo>
                  <a:lnTo>
                    <a:pt x="49" y="26"/>
                  </a:lnTo>
                  <a:lnTo>
                    <a:pt x="24" y="17"/>
                  </a:lnTo>
                  <a:lnTo>
                    <a:pt x="0" y="3"/>
                  </a:lnTo>
                </a:path>
              </a:pathLst>
            </a:custGeom>
            <a:noFill/>
            <a:ln w="14288">
              <a:solidFill>
                <a:srgbClr val="CB9C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39" name="Freeform 150"/>
            <p:cNvSpPr>
              <a:spLocks/>
            </p:cNvSpPr>
            <p:nvPr/>
          </p:nvSpPr>
          <p:spPr bwMode="auto">
            <a:xfrm>
              <a:off x="9223376" y="858838"/>
              <a:ext cx="249238" cy="296863"/>
            </a:xfrm>
            <a:custGeom>
              <a:avLst/>
              <a:gdLst>
                <a:gd name="T0" fmla="*/ 106 w 157"/>
                <a:gd name="T1" fmla="*/ 0 h 187"/>
                <a:gd name="T2" fmla="*/ 79 w 157"/>
                <a:gd name="T3" fmla="*/ 4 h 187"/>
                <a:gd name="T4" fmla="*/ 60 w 157"/>
                <a:gd name="T5" fmla="*/ 18 h 187"/>
                <a:gd name="T6" fmla="*/ 49 w 157"/>
                <a:gd name="T7" fmla="*/ 39 h 187"/>
                <a:gd name="T8" fmla="*/ 44 w 157"/>
                <a:gd name="T9" fmla="*/ 58 h 187"/>
                <a:gd name="T10" fmla="*/ 35 w 157"/>
                <a:gd name="T11" fmla="*/ 81 h 187"/>
                <a:gd name="T12" fmla="*/ 27 w 157"/>
                <a:gd name="T13" fmla="*/ 92 h 187"/>
                <a:gd name="T14" fmla="*/ 12 w 157"/>
                <a:gd name="T15" fmla="*/ 97 h 187"/>
                <a:gd name="T16" fmla="*/ 5 w 157"/>
                <a:gd name="T17" fmla="*/ 97 h 187"/>
                <a:gd name="T18" fmla="*/ 28 w 157"/>
                <a:gd name="T19" fmla="*/ 100 h 187"/>
                <a:gd name="T20" fmla="*/ 41 w 157"/>
                <a:gd name="T21" fmla="*/ 99 h 187"/>
                <a:gd name="T22" fmla="*/ 41 w 157"/>
                <a:gd name="T23" fmla="*/ 104 h 187"/>
                <a:gd name="T24" fmla="*/ 37 w 157"/>
                <a:gd name="T25" fmla="*/ 115 h 187"/>
                <a:gd name="T26" fmla="*/ 25 w 157"/>
                <a:gd name="T27" fmla="*/ 129 h 187"/>
                <a:gd name="T28" fmla="*/ 0 w 157"/>
                <a:gd name="T29" fmla="*/ 137 h 187"/>
                <a:gd name="T30" fmla="*/ 7 w 157"/>
                <a:gd name="T31" fmla="*/ 139 h 187"/>
                <a:gd name="T32" fmla="*/ 32 w 157"/>
                <a:gd name="T33" fmla="*/ 139 h 187"/>
                <a:gd name="T34" fmla="*/ 49 w 157"/>
                <a:gd name="T35" fmla="*/ 130 h 187"/>
                <a:gd name="T36" fmla="*/ 62 w 157"/>
                <a:gd name="T37" fmla="*/ 155 h 187"/>
                <a:gd name="T38" fmla="*/ 62 w 157"/>
                <a:gd name="T39" fmla="*/ 132 h 187"/>
                <a:gd name="T40" fmla="*/ 67 w 157"/>
                <a:gd name="T41" fmla="*/ 90 h 187"/>
                <a:gd name="T42" fmla="*/ 67 w 157"/>
                <a:gd name="T43" fmla="*/ 104 h 187"/>
                <a:gd name="T44" fmla="*/ 70 w 157"/>
                <a:gd name="T45" fmla="*/ 137 h 187"/>
                <a:gd name="T46" fmla="*/ 79 w 157"/>
                <a:gd name="T47" fmla="*/ 164 h 187"/>
                <a:gd name="T48" fmla="*/ 90 w 157"/>
                <a:gd name="T49" fmla="*/ 178 h 187"/>
                <a:gd name="T50" fmla="*/ 102 w 157"/>
                <a:gd name="T51" fmla="*/ 185 h 187"/>
                <a:gd name="T52" fmla="*/ 111 w 157"/>
                <a:gd name="T53" fmla="*/ 187 h 187"/>
                <a:gd name="T54" fmla="*/ 127 w 157"/>
                <a:gd name="T55" fmla="*/ 183 h 187"/>
                <a:gd name="T56" fmla="*/ 139 w 157"/>
                <a:gd name="T57" fmla="*/ 176 h 187"/>
                <a:gd name="T58" fmla="*/ 146 w 157"/>
                <a:gd name="T59" fmla="*/ 166 h 187"/>
                <a:gd name="T60" fmla="*/ 155 w 157"/>
                <a:gd name="T61" fmla="*/ 137 h 187"/>
                <a:gd name="T62" fmla="*/ 155 w 157"/>
                <a:gd name="T63" fmla="*/ 86 h 187"/>
                <a:gd name="T64" fmla="*/ 155 w 157"/>
                <a:gd name="T65" fmla="*/ 71 h 187"/>
                <a:gd name="T66" fmla="*/ 150 w 157"/>
                <a:gd name="T67" fmla="*/ 41 h 187"/>
                <a:gd name="T68" fmla="*/ 139 w 157"/>
                <a:gd name="T69" fmla="*/ 18 h 187"/>
                <a:gd name="T70" fmla="*/ 120 w 157"/>
                <a:gd name="T71" fmla="*/ 4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7" h="187">
                  <a:moveTo>
                    <a:pt x="106" y="0"/>
                  </a:moveTo>
                  <a:lnTo>
                    <a:pt x="106" y="0"/>
                  </a:lnTo>
                  <a:lnTo>
                    <a:pt x="92" y="0"/>
                  </a:lnTo>
                  <a:lnTo>
                    <a:pt x="79" y="4"/>
                  </a:lnTo>
                  <a:lnTo>
                    <a:pt x="69" y="9"/>
                  </a:lnTo>
                  <a:lnTo>
                    <a:pt x="60" y="18"/>
                  </a:lnTo>
                  <a:lnTo>
                    <a:pt x="55" y="28"/>
                  </a:lnTo>
                  <a:lnTo>
                    <a:pt x="49" y="39"/>
                  </a:lnTo>
                  <a:lnTo>
                    <a:pt x="44" y="58"/>
                  </a:lnTo>
                  <a:lnTo>
                    <a:pt x="44" y="58"/>
                  </a:lnTo>
                  <a:lnTo>
                    <a:pt x="39" y="74"/>
                  </a:lnTo>
                  <a:lnTo>
                    <a:pt x="35" y="81"/>
                  </a:lnTo>
                  <a:lnTo>
                    <a:pt x="32" y="86"/>
                  </a:lnTo>
                  <a:lnTo>
                    <a:pt x="27" y="92"/>
                  </a:lnTo>
                  <a:lnTo>
                    <a:pt x="19" y="95"/>
                  </a:lnTo>
                  <a:lnTo>
                    <a:pt x="12" y="97"/>
                  </a:lnTo>
                  <a:lnTo>
                    <a:pt x="5" y="97"/>
                  </a:lnTo>
                  <a:lnTo>
                    <a:pt x="5" y="97"/>
                  </a:lnTo>
                  <a:lnTo>
                    <a:pt x="18" y="100"/>
                  </a:lnTo>
                  <a:lnTo>
                    <a:pt x="28" y="100"/>
                  </a:lnTo>
                  <a:lnTo>
                    <a:pt x="35" y="100"/>
                  </a:lnTo>
                  <a:lnTo>
                    <a:pt x="41" y="99"/>
                  </a:lnTo>
                  <a:lnTo>
                    <a:pt x="41" y="99"/>
                  </a:lnTo>
                  <a:lnTo>
                    <a:pt x="41" y="104"/>
                  </a:lnTo>
                  <a:lnTo>
                    <a:pt x="39" y="109"/>
                  </a:lnTo>
                  <a:lnTo>
                    <a:pt x="37" y="115"/>
                  </a:lnTo>
                  <a:lnTo>
                    <a:pt x="32" y="122"/>
                  </a:lnTo>
                  <a:lnTo>
                    <a:pt x="25" y="129"/>
                  </a:lnTo>
                  <a:lnTo>
                    <a:pt x="14" y="134"/>
                  </a:lnTo>
                  <a:lnTo>
                    <a:pt x="0" y="137"/>
                  </a:lnTo>
                  <a:lnTo>
                    <a:pt x="0" y="137"/>
                  </a:lnTo>
                  <a:lnTo>
                    <a:pt x="7" y="139"/>
                  </a:lnTo>
                  <a:lnTo>
                    <a:pt x="23" y="139"/>
                  </a:lnTo>
                  <a:lnTo>
                    <a:pt x="32" y="139"/>
                  </a:lnTo>
                  <a:lnTo>
                    <a:pt x="42" y="136"/>
                  </a:lnTo>
                  <a:lnTo>
                    <a:pt x="49" y="130"/>
                  </a:lnTo>
                  <a:lnTo>
                    <a:pt x="56" y="122"/>
                  </a:lnTo>
                  <a:lnTo>
                    <a:pt x="62" y="155"/>
                  </a:lnTo>
                  <a:lnTo>
                    <a:pt x="62" y="155"/>
                  </a:lnTo>
                  <a:lnTo>
                    <a:pt x="62" y="132"/>
                  </a:lnTo>
                  <a:lnTo>
                    <a:pt x="63" y="111"/>
                  </a:lnTo>
                  <a:lnTo>
                    <a:pt x="67" y="90"/>
                  </a:lnTo>
                  <a:lnTo>
                    <a:pt x="67" y="90"/>
                  </a:lnTo>
                  <a:lnTo>
                    <a:pt x="67" y="104"/>
                  </a:lnTo>
                  <a:lnTo>
                    <a:pt x="67" y="120"/>
                  </a:lnTo>
                  <a:lnTo>
                    <a:pt x="70" y="137"/>
                  </a:lnTo>
                  <a:lnTo>
                    <a:pt x="76" y="155"/>
                  </a:lnTo>
                  <a:lnTo>
                    <a:pt x="79" y="164"/>
                  </a:lnTo>
                  <a:lnTo>
                    <a:pt x="85" y="171"/>
                  </a:lnTo>
                  <a:lnTo>
                    <a:pt x="90" y="178"/>
                  </a:lnTo>
                  <a:lnTo>
                    <a:pt x="95" y="181"/>
                  </a:lnTo>
                  <a:lnTo>
                    <a:pt x="102" y="185"/>
                  </a:lnTo>
                  <a:lnTo>
                    <a:pt x="111" y="187"/>
                  </a:lnTo>
                  <a:lnTo>
                    <a:pt x="111" y="187"/>
                  </a:lnTo>
                  <a:lnTo>
                    <a:pt x="120" y="185"/>
                  </a:lnTo>
                  <a:lnTo>
                    <a:pt x="127" y="183"/>
                  </a:lnTo>
                  <a:lnTo>
                    <a:pt x="134" y="180"/>
                  </a:lnTo>
                  <a:lnTo>
                    <a:pt x="139" y="176"/>
                  </a:lnTo>
                  <a:lnTo>
                    <a:pt x="142" y="171"/>
                  </a:lnTo>
                  <a:lnTo>
                    <a:pt x="146" y="166"/>
                  </a:lnTo>
                  <a:lnTo>
                    <a:pt x="151" y="151"/>
                  </a:lnTo>
                  <a:lnTo>
                    <a:pt x="155" y="137"/>
                  </a:lnTo>
                  <a:lnTo>
                    <a:pt x="157" y="120"/>
                  </a:lnTo>
                  <a:lnTo>
                    <a:pt x="155" y="86"/>
                  </a:lnTo>
                  <a:lnTo>
                    <a:pt x="155" y="86"/>
                  </a:lnTo>
                  <a:lnTo>
                    <a:pt x="155" y="71"/>
                  </a:lnTo>
                  <a:lnTo>
                    <a:pt x="153" y="55"/>
                  </a:lnTo>
                  <a:lnTo>
                    <a:pt x="150" y="41"/>
                  </a:lnTo>
                  <a:lnTo>
                    <a:pt x="146" y="28"/>
                  </a:lnTo>
                  <a:lnTo>
                    <a:pt x="139" y="18"/>
                  </a:lnTo>
                  <a:lnTo>
                    <a:pt x="130" y="9"/>
                  </a:lnTo>
                  <a:lnTo>
                    <a:pt x="120" y="4"/>
                  </a:lnTo>
                  <a:lnTo>
                    <a:pt x="106"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40" name="Freeform 151"/>
            <p:cNvSpPr>
              <a:spLocks/>
            </p:cNvSpPr>
            <p:nvPr/>
          </p:nvSpPr>
          <p:spPr bwMode="auto">
            <a:xfrm>
              <a:off x="9223376" y="858838"/>
              <a:ext cx="249238" cy="296863"/>
            </a:xfrm>
            <a:custGeom>
              <a:avLst/>
              <a:gdLst>
                <a:gd name="T0" fmla="*/ 106 w 157"/>
                <a:gd name="T1" fmla="*/ 0 h 187"/>
                <a:gd name="T2" fmla="*/ 79 w 157"/>
                <a:gd name="T3" fmla="*/ 4 h 187"/>
                <a:gd name="T4" fmla="*/ 60 w 157"/>
                <a:gd name="T5" fmla="*/ 18 h 187"/>
                <a:gd name="T6" fmla="*/ 49 w 157"/>
                <a:gd name="T7" fmla="*/ 39 h 187"/>
                <a:gd name="T8" fmla="*/ 44 w 157"/>
                <a:gd name="T9" fmla="*/ 58 h 187"/>
                <a:gd name="T10" fmla="*/ 35 w 157"/>
                <a:gd name="T11" fmla="*/ 81 h 187"/>
                <a:gd name="T12" fmla="*/ 27 w 157"/>
                <a:gd name="T13" fmla="*/ 92 h 187"/>
                <a:gd name="T14" fmla="*/ 12 w 157"/>
                <a:gd name="T15" fmla="*/ 97 h 187"/>
                <a:gd name="T16" fmla="*/ 5 w 157"/>
                <a:gd name="T17" fmla="*/ 97 h 187"/>
                <a:gd name="T18" fmla="*/ 28 w 157"/>
                <a:gd name="T19" fmla="*/ 100 h 187"/>
                <a:gd name="T20" fmla="*/ 41 w 157"/>
                <a:gd name="T21" fmla="*/ 99 h 187"/>
                <a:gd name="T22" fmla="*/ 41 w 157"/>
                <a:gd name="T23" fmla="*/ 104 h 187"/>
                <a:gd name="T24" fmla="*/ 37 w 157"/>
                <a:gd name="T25" fmla="*/ 115 h 187"/>
                <a:gd name="T26" fmla="*/ 25 w 157"/>
                <a:gd name="T27" fmla="*/ 129 h 187"/>
                <a:gd name="T28" fmla="*/ 0 w 157"/>
                <a:gd name="T29" fmla="*/ 137 h 187"/>
                <a:gd name="T30" fmla="*/ 7 w 157"/>
                <a:gd name="T31" fmla="*/ 139 h 187"/>
                <a:gd name="T32" fmla="*/ 32 w 157"/>
                <a:gd name="T33" fmla="*/ 139 h 187"/>
                <a:gd name="T34" fmla="*/ 49 w 157"/>
                <a:gd name="T35" fmla="*/ 130 h 187"/>
                <a:gd name="T36" fmla="*/ 62 w 157"/>
                <a:gd name="T37" fmla="*/ 155 h 187"/>
                <a:gd name="T38" fmla="*/ 62 w 157"/>
                <a:gd name="T39" fmla="*/ 132 h 187"/>
                <a:gd name="T40" fmla="*/ 67 w 157"/>
                <a:gd name="T41" fmla="*/ 90 h 187"/>
                <a:gd name="T42" fmla="*/ 67 w 157"/>
                <a:gd name="T43" fmla="*/ 104 h 187"/>
                <a:gd name="T44" fmla="*/ 70 w 157"/>
                <a:gd name="T45" fmla="*/ 137 h 187"/>
                <a:gd name="T46" fmla="*/ 79 w 157"/>
                <a:gd name="T47" fmla="*/ 164 h 187"/>
                <a:gd name="T48" fmla="*/ 90 w 157"/>
                <a:gd name="T49" fmla="*/ 178 h 187"/>
                <a:gd name="T50" fmla="*/ 102 w 157"/>
                <a:gd name="T51" fmla="*/ 185 h 187"/>
                <a:gd name="T52" fmla="*/ 111 w 157"/>
                <a:gd name="T53" fmla="*/ 187 h 187"/>
                <a:gd name="T54" fmla="*/ 127 w 157"/>
                <a:gd name="T55" fmla="*/ 183 h 187"/>
                <a:gd name="T56" fmla="*/ 139 w 157"/>
                <a:gd name="T57" fmla="*/ 176 h 187"/>
                <a:gd name="T58" fmla="*/ 146 w 157"/>
                <a:gd name="T59" fmla="*/ 166 h 187"/>
                <a:gd name="T60" fmla="*/ 155 w 157"/>
                <a:gd name="T61" fmla="*/ 137 h 187"/>
                <a:gd name="T62" fmla="*/ 155 w 157"/>
                <a:gd name="T63" fmla="*/ 86 h 187"/>
                <a:gd name="T64" fmla="*/ 155 w 157"/>
                <a:gd name="T65" fmla="*/ 71 h 187"/>
                <a:gd name="T66" fmla="*/ 150 w 157"/>
                <a:gd name="T67" fmla="*/ 41 h 187"/>
                <a:gd name="T68" fmla="*/ 139 w 157"/>
                <a:gd name="T69" fmla="*/ 18 h 187"/>
                <a:gd name="T70" fmla="*/ 120 w 157"/>
                <a:gd name="T71" fmla="*/ 4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7" h="187">
                  <a:moveTo>
                    <a:pt x="106" y="0"/>
                  </a:moveTo>
                  <a:lnTo>
                    <a:pt x="106" y="0"/>
                  </a:lnTo>
                  <a:lnTo>
                    <a:pt x="92" y="0"/>
                  </a:lnTo>
                  <a:lnTo>
                    <a:pt x="79" y="4"/>
                  </a:lnTo>
                  <a:lnTo>
                    <a:pt x="69" y="9"/>
                  </a:lnTo>
                  <a:lnTo>
                    <a:pt x="60" y="18"/>
                  </a:lnTo>
                  <a:lnTo>
                    <a:pt x="55" y="28"/>
                  </a:lnTo>
                  <a:lnTo>
                    <a:pt x="49" y="39"/>
                  </a:lnTo>
                  <a:lnTo>
                    <a:pt x="44" y="58"/>
                  </a:lnTo>
                  <a:lnTo>
                    <a:pt x="44" y="58"/>
                  </a:lnTo>
                  <a:lnTo>
                    <a:pt x="39" y="74"/>
                  </a:lnTo>
                  <a:lnTo>
                    <a:pt x="35" y="81"/>
                  </a:lnTo>
                  <a:lnTo>
                    <a:pt x="32" y="86"/>
                  </a:lnTo>
                  <a:lnTo>
                    <a:pt x="27" y="92"/>
                  </a:lnTo>
                  <a:lnTo>
                    <a:pt x="19" y="95"/>
                  </a:lnTo>
                  <a:lnTo>
                    <a:pt x="12" y="97"/>
                  </a:lnTo>
                  <a:lnTo>
                    <a:pt x="5" y="97"/>
                  </a:lnTo>
                  <a:lnTo>
                    <a:pt x="5" y="97"/>
                  </a:lnTo>
                  <a:lnTo>
                    <a:pt x="18" y="100"/>
                  </a:lnTo>
                  <a:lnTo>
                    <a:pt x="28" y="100"/>
                  </a:lnTo>
                  <a:lnTo>
                    <a:pt x="35" y="100"/>
                  </a:lnTo>
                  <a:lnTo>
                    <a:pt x="41" y="99"/>
                  </a:lnTo>
                  <a:lnTo>
                    <a:pt x="41" y="99"/>
                  </a:lnTo>
                  <a:lnTo>
                    <a:pt x="41" y="104"/>
                  </a:lnTo>
                  <a:lnTo>
                    <a:pt x="39" y="109"/>
                  </a:lnTo>
                  <a:lnTo>
                    <a:pt x="37" y="115"/>
                  </a:lnTo>
                  <a:lnTo>
                    <a:pt x="32" y="122"/>
                  </a:lnTo>
                  <a:lnTo>
                    <a:pt x="25" y="129"/>
                  </a:lnTo>
                  <a:lnTo>
                    <a:pt x="14" y="134"/>
                  </a:lnTo>
                  <a:lnTo>
                    <a:pt x="0" y="137"/>
                  </a:lnTo>
                  <a:lnTo>
                    <a:pt x="0" y="137"/>
                  </a:lnTo>
                  <a:lnTo>
                    <a:pt x="7" y="139"/>
                  </a:lnTo>
                  <a:lnTo>
                    <a:pt x="23" y="139"/>
                  </a:lnTo>
                  <a:lnTo>
                    <a:pt x="32" y="139"/>
                  </a:lnTo>
                  <a:lnTo>
                    <a:pt x="42" y="136"/>
                  </a:lnTo>
                  <a:lnTo>
                    <a:pt x="49" y="130"/>
                  </a:lnTo>
                  <a:lnTo>
                    <a:pt x="56" y="122"/>
                  </a:lnTo>
                  <a:lnTo>
                    <a:pt x="62" y="155"/>
                  </a:lnTo>
                  <a:lnTo>
                    <a:pt x="62" y="155"/>
                  </a:lnTo>
                  <a:lnTo>
                    <a:pt x="62" y="132"/>
                  </a:lnTo>
                  <a:lnTo>
                    <a:pt x="63" y="111"/>
                  </a:lnTo>
                  <a:lnTo>
                    <a:pt x="67" y="90"/>
                  </a:lnTo>
                  <a:lnTo>
                    <a:pt x="67" y="90"/>
                  </a:lnTo>
                  <a:lnTo>
                    <a:pt x="67" y="104"/>
                  </a:lnTo>
                  <a:lnTo>
                    <a:pt x="67" y="120"/>
                  </a:lnTo>
                  <a:lnTo>
                    <a:pt x="70" y="137"/>
                  </a:lnTo>
                  <a:lnTo>
                    <a:pt x="76" y="155"/>
                  </a:lnTo>
                  <a:lnTo>
                    <a:pt x="79" y="164"/>
                  </a:lnTo>
                  <a:lnTo>
                    <a:pt x="85" y="171"/>
                  </a:lnTo>
                  <a:lnTo>
                    <a:pt x="90" y="178"/>
                  </a:lnTo>
                  <a:lnTo>
                    <a:pt x="95" y="181"/>
                  </a:lnTo>
                  <a:lnTo>
                    <a:pt x="102" y="185"/>
                  </a:lnTo>
                  <a:lnTo>
                    <a:pt x="111" y="187"/>
                  </a:lnTo>
                  <a:lnTo>
                    <a:pt x="111" y="187"/>
                  </a:lnTo>
                  <a:lnTo>
                    <a:pt x="120" y="185"/>
                  </a:lnTo>
                  <a:lnTo>
                    <a:pt x="127" y="183"/>
                  </a:lnTo>
                  <a:lnTo>
                    <a:pt x="134" y="180"/>
                  </a:lnTo>
                  <a:lnTo>
                    <a:pt x="139" y="176"/>
                  </a:lnTo>
                  <a:lnTo>
                    <a:pt x="142" y="171"/>
                  </a:lnTo>
                  <a:lnTo>
                    <a:pt x="146" y="166"/>
                  </a:lnTo>
                  <a:lnTo>
                    <a:pt x="151" y="151"/>
                  </a:lnTo>
                  <a:lnTo>
                    <a:pt x="155" y="137"/>
                  </a:lnTo>
                  <a:lnTo>
                    <a:pt x="157" y="120"/>
                  </a:lnTo>
                  <a:lnTo>
                    <a:pt x="155" y="86"/>
                  </a:lnTo>
                  <a:lnTo>
                    <a:pt x="155" y="86"/>
                  </a:lnTo>
                  <a:lnTo>
                    <a:pt x="155" y="71"/>
                  </a:lnTo>
                  <a:lnTo>
                    <a:pt x="153" y="55"/>
                  </a:lnTo>
                  <a:lnTo>
                    <a:pt x="150" y="41"/>
                  </a:lnTo>
                  <a:lnTo>
                    <a:pt x="146" y="28"/>
                  </a:lnTo>
                  <a:lnTo>
                    <a:pt x="139" y="18"/>
                  </a:lnTo>
                  <a:lnTo>
                    <a:pt x="130" y="9"/>
                  </a:lnTo>
                  <a:lnTo>
                    <a:pt x="120" y="4"/>
                  </a:lnTo>
                  <a:lnTo>
                    <a:pt x="1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41" name="Freeform 152"/>
            <p:cNvSpPr>
              <a:spLocks/>
            </p:cNvSpPr>
            <p:nvPr/>
          </p:nvSpPr>
          <p:spPr bwMode="auto">
            <a:xfrm>
              <a:off x="9351963" y="1027113"/>
              <a:ext cx="103188" cy="106363"/>
            </a:xfrm>
            <a:custGeom>
              <a:avLst/>
              <a:gdLst>
                <a:gd name="T0" fmla="*/ 2 w 65"/>
                <a:gd name="T1" fmla="*/ 26 h 67"/>
                <a:gd name="T2" fmla="*/ 2 w 65"/>
                <a:gd name="T3" fmla="*/ 26 h 67"/>
                <a:gd name="T4" fmla="*/ 2 w 65"/>
                <a:gd name="T5" fmla="*/ 31 h 67"/>
                <a:gd name="T6" fmla="*/ 9 w 65"/>
                <a:gd name="T7" fmla="*/ 47 h 67"/>
                <a:gd name="T8" fmla="*/ 12 w 65"/>
                <a:gd name="T9" fmla="*/ 54 h 67"/>
                <a:gd name="T10" fmla="*/ 18 w 65"/>
                <a:gd name="T11" fmla="*/ 61 h 67"/>
                <a:gd name="T12" fmla="*/ 26 w 65"/>
                <a:gd name="T13" fmla="*/ 65 h 67"/>
                <a:gd name="T14" fmla="*/ 35 w 65"/>
                <a:gd name="T15" fmla="*/ 67 h 67"/>
                <a:gd name="T16" fmla="*/ 35 w 65"/>
                <a:gd name="T17" fmla="*/ 67 h 67"/>
                <a:gd name="T18" fmla="*/ 39 w 65"/>
                <a:gd name="T19" fmla="*/ 65 h 67"/>
                <a:gd name="T20" fmla="*/ 44 w 65"/>
                <a:gd name="T21" fmla="*/ 63 h 67"/>
                <a:gd name="T22" fmla="*/ 51 w 65"/>
                <a:gd name="T23" fmla="*/ 58 h 67"/>
                <a:gd name="T24" fmla="*/ 56 w 65"/>
                <a:gd name="T25" fmla="*/ 49 h 67"/>
                <a:gd name="T26" fmla="*/ 61 w 65"/>
                <a:gd name="T27" fmla="*/ 38 h 67"/>
                <a:gd name="T28" fmla="*/ 63 w 65"/>
                <a:gd name="T29" fmla="*/ 28 h 67"/>
                <a:gd name="T30" fmla="*/ 65 w 65"/>
                <a:gd name="T31" fmla="*/ 19 h 67"/>
                <a:gd name="T32" fmla="*/ 63 w 65"/>
                <a:gd name="T33" fmla="*/ 10 h 67"/>
                <a:gd name="T34" fmla="*/ 60 w 65"/>
                <a:gd name="T35" fmla="*/ 7 h 67"/>
                <a:gd name="T36" fmla="*/ 60 w 65"/>
                <a:gd name="T37" fmla="*/ 7 h 67"/>
                <a:gd name="T38" fmla="*/ 56 w 65"/>
                <a:gd name="T39" fmla="*/ 5 h 67"/>
                <a:gd name="T40" fmla="*/ 54 w 65"/>
                <a:gd name="T41" fmla="*/ 7 h 67"/>
                <a:gd name="T42" fmla="*/ 49 w 65"/>
                <a:gd name="T43" fmla="*/ 14 h 67"/>
                <a:gd name="T44" fmla="*/ 44 w 65"/>
                <a:gd name="T45" fmla="*/ 23 h 67"/>
                <a:gd name="T46" fmla="*/ 40 w 65"/>
                <a:gd name="T47" fmla="*/ 28 h 67"/>
                <a:gd name="T48" fmla="*/ 37 w 65"/>
                <a:gd name="T49" fmla="*/ 30 h 67"/>
                <a:gd name="T50" fmla="*/ 37 w 65"/>
                <a:gd name="T51" fmla="*/ 30 h 67"/>
                <a:gd name="T52" fmla="*/ 32 w 65"/>
                <a:gd name="T53" fmla="*/ 30 h 67"/>
                <a:gd name="T54" fmla="*/ 28 w 65"/>
                <a:gd name="T55" fmla="*/ 26 h 67"/>
                <a:gd name="T56" fmla="*/ 23 w 65"/>
                <a:gd name="T57" fmla="*/ 16 h 67"/>
                <a:gd name="T58" fmla="*/ 18 w 65"/>
                <a:gd name="T59" fmla="*/ 5 h 67"/>
                <a:gd name="T60" fmla="*/ 14 w 65"/>
                <a:gd name="T61" fmla="*/ 2 h 67"/>
                <a:gd name="T62" fmla="*/ 11 w 65"/>
                <a:gd name="T63" fmla="*/ 0 h 67"/>
                <a:gd name="T64" fmla="*/ 11 w 65"/>
                <a:gd name="T65" fmla="*/ 0 h 67"/>
                <a:gd name="T66" fmla="*/ 5 w 65"/>
                <a:gd name="T67" fmla="*/ 2 h 67"/>
                <a:gd name="T68" fmla="*/ 4 w 65"/>
                <a:gd name="T69" fmla="*/ 3 h 67"/>
                <a:gd name="T70" fmla="*/ 2 w 65"/>
                <a:gd name="T71" fmla="*/ 5 h 67"/>
                <a:gd name="T72" fmla="*/ 0 w 65"/>
                <a:gd name="T73" fmla="*/ 9 h 67"/>
                <a:gd name="T74" fmla="*/ 0 w 65"/>
                <a:gd name="T75" fmla="*/ 17 h 67"/>
                <a:gd name="T76" fmla="*/ 2 w 65"/>
                <a:gd name="T77" fmla="*/ 2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5" h="67">
                  <a:moveTo>
                    <a:pt x="2" y="26"/>
                  </a:moveTo>
                  <a:lnTo>
                    <a:pt x="2" y="26"/>
                  </a:lnTo>
                  <a:lnTo>
                    <a:pt x="2" y="31"/>
                  </a:lnTo>
                  <a:lnTo>
                    <a:pt x="9" y="47"/>
                  </a:lnTo>
                  <a:lnTo>
                    <a:pt x="12" y="54"/>
                  </a:lnTo>
                  <a:lnTo>
                    <a:pt x="18" y="61"/>
                  </a:lnTo>
                  <a:lnTo>
                    <a:pt x="26" y="65"/>
                  </a:lnTo>
                  <a:lnTo>
                    <a:pt x="35" y="67"/>
                  </a:lnTo>
                  <a:lnTo>
                    <a:pt x="35" y="67"/>
                  </a:lnTo>
                  <a:lnTo>
                    <a:pt x="39" y="65"/>
                  </a:lnTo>
                  <a:lnTo>
                    <a:pt x="44" y="63"/>
                  </a:lnTo>
                  <a:lnTo>
                    <a:pt x="51" y="58"/>
                  </a:lnTo>
                  <a:lnTo>
                    <a:pt x="56" y="49"/>
                  </a:lnTo>
                  <a:lnTo>
                    <a:pt x="61" y="38"/>
                  </a:lnTo>
                  <a:lnTo>
                    <a:pt x="63" y="28"/>
                  </a:lnTo>
                  <a:lnTo>
                    <a:pt x="65" y="19"/>
                  </a:lnTo>
                  <a:lnTo>
                    <a:pt x="63" y="10"/>
                  </a:lnTo>
                  <a:lnTo>
                    <a:pt x="60" y="7"/>
                  </a:lnTo>
                  <a:lnTo>
                    <a:pt x="60" y="7"/>
                  </a:lnTo>
                  <a:lnTo>
                    <a:pt x="56" y="5"/>
                  </a:lnTo>
                  <a:lnTo>
                    <a:pt x="54" y="7"/>
                  </a:lnTo>
                  <a:lnTo>
                    <a:pt x="49" y="14"/>
                  </a:lnTo>
                  <a:lnTo>
                    <a:pt x="44" y="23"/>
                  </a:lnTo>
                  <a:lnTo>
                    <a:pt x="40" y="28"/>
                  </a:lnTo>
                  <a:lnTo>
                    <a:pt x="37" y="30"/>
                  </a:lnTo>
                  <a:lnTo>
                    <a:pt x="37" y="30"/>
                  </a:lnTo>
                  <a:lnTo>
                    <a:pt x="32" y="30"/>
                  </a:lnTo>
                  <a:lnTo>
                    <a:pt x="28" y="26"/>
                  </a:lnTo>
                  <a:lnTo>
                    <a:pt x="23" y="16"/>
                  </a:lnTo>
                  <a:lnTo>
                    <a:pt x="18" y="5"/>
                  </a:lnTo>
                  <a:lnTo>
                    <a:pt x="14" y="2"/>
                  </a:lnTo>
                  <a:lnTo>
                    <a:pt x="11" y="0"/>
                  </a:lnTo>
                  <a:lnTo>
                    <a:pt x="11" y="0"/>
                  </a:lnTo>
                  <a:lnTo>
                    <a:pt x="5" y="2"/>
                  </a:lnTo>
                  <a:lnTo>
                    <a:pt x="4" y="3"/>
                  </a:lnTo>
                  <a:lnTo>
                    <a:pt x="2" y="5"/>
                  </a:lnTo>
                  <a:lnTo>
                    <a:pt x="0" y="9"/>
                  </a:lnTo>
                  <a:lnTo>
                    <a:pt x="0" y="17"/>
                  </a:lnTo>
                  <a:lnTo>
                    <a:pt x="2" y="26"/>
                  </a:lnTo>
                  <a:close/>
                </a:path>
              </a:pathLst>
            </a:custGeom>
            <a:solidFill>
              <a:srgbClr val="5F3F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42" name="Freeform 153"/>
            <p:cNvSpPr>
              <a:spLocks/>
            </p:cNvSpPr>
            <p:nvPr/>
          </p:nvSpPr>
          <p:spPr bwMode="auto">
            <a:xfrm>
              <a:off x="9351963" y="1027113"/>
              <a:ext cx="103188" cy="106363"/>
            </a:xfrm>
            <a:custGeom>
              <a:avLst/>
              <a:gdLst>
                <a:gd name="T0" fmla="*/ 2 w 65"/>
                <a:gd name="T1" fmla="*/ 26 h 67"/>
                <a:gd name="T2" fmla="*/ 2 w 65"/>
                <a:gd name="T3" fmla="*/ 26 h 67"/>
                <a:gd name="T4" fmla="*/ 2 w 65"/>
                <a:gd name="T5" fmla="*/ 31 h 67"/>
                <a:gd name="T6" fmla="*/ 9 w 65"/>
                <a:gd name="T7" fmla="*/ 47 h 67"/>
                <a:gd name="T8" fmla="*/ 12 w 65"/>
                <a:gd name="T9" fmla="*/ 54 h 67"/>
                <a:gd name="T10" fmla="*/ 18 w 65"/>
                <a:gd name="T11" fmla="*/ 61 h 67"/>
                <a:gd name="T12" fmla="*/ 26 w 65"/>
                <a:gd name="T13" fmla="*/ 65 h 67"/>
                <a:gd name="T14" fmla="*/ 35 w 65"/>
                <a:gd name="T15" fmla="*/ 67 h 67"/>
                <a:gd name="T16" fmla="*/ 35 w 65"/>
                <a:gd name="T17" fmla="*/ 67 h 67"/>
                <a:gd name="T18" fmla="*/ 39 w 65"/>
                <a:gd name="T19" fmla="*/ 65 h 67"/>
                <a:gd name="T20" fmla="*/ 44 w 65"/>
                <a:gd name="T21" fmla="*/ 63 h 67"/>
                <a:gd name="T22" fmla="*/ 51 w 65"/>
                <a:gd name="T23" fmla="*/ 58 h 67"/>
                <a:gd name="T24" fmla="*/ 56 w 65"/>
                <a:gd name="T25" fmla="*/ 49 h 67"/>
                <a:gd name="T26" fmla="*/ 61 w 65"/>
                <a:gd name="T27" fmla="*/ 38 h 67"/>
                <a:gd name="T28" fmla="*/ 63 w 65"/>
                <a:gd name="T29" fmla="*/ 28 h 67"/>
                <a:gd name="T30" fmla="*/ 65 w 65"/>
                <a:gd name="T31" fmla="*/ 19 h 67"/>
                <a:gd name="T32" fmla="*/ 63 w 65"/>
                <a:gd name="T33" fmla="*/ 10 h 67"/>
                <a:gd name="T34" fmla="*/ 60 w 65"/>
                <a:gd name="T35" fmla="*/ 7 h 67"/>
                <a:gd name="T36" fmla="*/ 60 w 65"/>
                <a:gd name="T37" fmla="*/ 7 h 67"/>
                <a:gd name="T38" fmla="*/ 56 w 65"/>
                <a:gd name="T39" fmla="*/ 5 h 67"/>
                <a:gd name="T40" fmla="*/ 54 w 65"/>
                <a:gd name="T41" fmla="*/ 7 h 67"/>
                <a:gd name="T42" fmla="*/ 49 w 65"/>
                <a:gd name="T43" fmla="*/ 14 h 67"/>
                <a:gd name="T44" fmla="*/ 44 w 65"/>
                <a:gd name="T45" fmla="*/ 23 h 67"/>
                <a:gd name="T46" fmla="*/ 40 w 65"/>
                <a:gd name="T47" fmla="*/ 28 h 67"/>
                <a:gd name="T48" fmla="*/ 37 w 65"/>
                <a:gd name="T49" fmla="*/ 30 h 67"/>
                <a:gd name="T50" fmla="*/ 37 w 65"/>
                <a:gd name="T51" fmla="*/ 30 h 67"/>
                <a:gd name="T52" fmla="*/ 32 w 65"/>
                <a:gd name="T53" fmla="*/ 30 h 67"/>
                <a:gd name="T54" fmla="*/ 28 w 65"/>
                <a:gd name="T55" fmla="*/ 26 h 67"/>
                <a:gd name="T56" fmla="*/ 23 w 65"/>
                <a:gd name="T57" fmla="*/ 16 h 67"/>
                <a:gd name="T58" fmla="*/ 18 w 65"/>
                <a:gd name="T59" fmla="*/ 5 h 67"/>
                <a:gd name="T60" fmla="*/ 14 w 65"/>
                <a:gd name="T61" fmla="*/ 2 h 67"/>
                <a:gd name="T62" fmla="*/ 11 w 65"/>
                <a:gd name="T63" fmla="*/ 0 h 67"/>
                <a:gd name="T64" fmla="*/ 11 w 65"/>
                <a:gd name="T65" fmla="*/ 0 h 67"/>
                <a:gd name="T66" fmla="*/ 5 w 65"/>
                <a:gd name="T67" fmla="*/ 2 h 67"/>
                <a:gd name="T68" fmla="*/ 4 w 65"/>
                <a:gd name="T69" fmla="*/ 3 h 67"/>
                <a:gd name="T70" fmla="*/ 2 w 65"/>
                <a:gd name="T71" fmla="*/ 5 h 67"/>
                <a:gd name="T72" fmla="*/ 0 w 65"/>
                <a:gd name="T73" fmla="*/ 9 h 67"/>
                <a:gd name="T74" fmla="*/ 0 w 65"/>
                <a:gd name="T75" fmla="*/ 17 h 67"/>
                <a:gd name="T76" fmla="*/ 2 w 65"/>
                <a:gd name="T77" fmla="*/ 2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5" h="67">
                  <a:moveTo>
                    <a:pt x="2" y="26"/>
                  </a:moveTo>
                  <a:lnTo>
                    <a:pt x="2" y="26"/>
                  </a:lnTo>
                  <a:lnTo>
                    <a:pt x="2" y="31"/>
                  </a:lnTo>
                  <a:lnTo>
                    <a:pt x="9" y="47"/>
                  </a:lnTo>
                  <a:lnTo>
                    <a:pt x="12" y="54"/>
                  </a:lnTo>
                  <a:lnTo>
                    <a:pt x="18" y="61"/>
                  </a:lnTo>
                  <a:lnTo>
                    <a:pt x="26" y="65"/>
                  </a:lnTo>
                  <a:lnTo>
                    <a:pt x="35" y="67"/>
                  </a:lnTo>
                  <a:lnTo>
                    <a:pt x="35" y="67"/>
                  </a:lnTo>
                  <a:lnTo>
                    <a:pt x="39" y="65"/>
                  </a:lnTo>
                  <a:lnTo>
                    <a:pt x="44" y="63"/>
                  </a:lnTo>
                  <a:lnTo>
                    <a:pt x="51" y="58"/>
                  </a:lnTo>
                  <a:lnTo>
                    <a:pt x="56" y="49"/>
                  </a:lnTo>
                  <a:lnTo>
                    <a:pt x="61" y="38"/>
                  </a:lnTo>
                  <a:lnTo>
                    <a:pt x="63" y="28"/>
                  </a:lnTo>
                  <a:lnTo>
                    <a:pt x="65" y="19"/>
                  </a:lnTo>
                  <a:lnTo>
                    <a:pt x="63" y="10"/>
                  </a:lnTo>
                  <a:lnTo>
                    <a:pt x="60" y="7"/>
                  </a:lnTo>
                  <a:lnTo>
                    <a:pt x="60" y="7"/>
                  </a:lnTo>
                  <a:lnTo>
                    <a:pt x="56" y="5"/>
                  </a:lnTo>
                  <a:lnTo>
                    <a:pt x="54" y="7"/>
                  </a:lnTo>
                  <a:lnTo>
                    <a:pt x="49" y="14"/>
                  </a:lnTo>
                  <a:lnTo>
                    <a:pt x="44" y="23"/>
                  </a:lnTo>
                  <a:lnTo>
                    <a:pt x="40" y="28"/>
                  </a:lnTo>
                  <a:lnTo>
                    <a:pt x="37" y="30"/>
                  </a:lnTo>
                  <a:lnTo>
                    <a:pt x="37" y="30"/>
                  </a:lnTo>
                  <a:lnTo>
                    <a:pt x="32" y="30"/>
                  </a:lnTo>
                  <a:lnTo>
                    <a:pt x="28" y="26"/>
                  </a:lnTo>
                  <a:lnTo>
                    <a:pt x="23" y="16"/>
                  </a:lnTo>
                  <a:lnTo>
                    <a:pt x="18" y="5"/>
                  </a:lnTo>
                  <a:lnTo>
                    <a:pt x="14" y="2"/>
                  </a:lnTo>
                  <a:lnTo>
                    <a:pt x="11" y="0"/>
                  </a:lnTo>
                  <a:lnTo>
                    <a:pt x="11" y="0"/>
                  </a:lnTo>
                  <a:lnTo>
                    <a:pt x="5" y="2"/>
                  </a:lnTo>
                  <a:lnTo>
                    <a:pt x="4" y="3"/>
                  </a:lnTo>
                  <a:lnTo>
                    <a:pt x="2" y="5"/>
                  </a:lnTo>
                  <a:lnTo>
                    <a:pt x="0" y="9"/>
                  </a:lnTo>
                  <a:lnTo>
                    <a:pt x="0" y="17"/>
                  </a:lnTo>
                  <a:lnTo>
                    <a:pt x="2"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43" name="Freeform 154"/>
            <p:cNvSpPr>
              <a:spLocks/>
            </p:cNvSpPr>
            <p:nvPr/>
          </p:nvSpPr>
          <p:spPr bwMode="auto">
            <a:xfrm>
              <a:off x="9366251" y="942975"/>
              <a:ext cx="71438" cy="147638"/>
            </a:xfrm>
            <a:custGeom>
              <a:avLst/>
              <a:gdLst>
                <a:gd name="T0" fmla="*/ 21 w 45"/>
                <a:gd name="T1" fmla="*/ 0 h 93"/>
                <a:gd name="T2" fmla="*/ 21 w 45"/>
                <a:gd name="T3" fmla="*/ 0 h 93"/>
                <a:gd name="T4" fmla="*/ 14 w 45"/>
                <a:gd name="T5" fmla="*/ 0 h 93"/>
                <a:gd name="T6" fmla="*/ 9 w 45"/>
                <a:gd name="T7" fmla="*/ 4 h 93"/>
                <a:gd name="T8" fmla="*/ 5 w 45"/>
                <a:gd name="T9" fmla="*/ 9 h 93"/>
                <a:gd name="T10" fmla="*/ 2 w 45"/>
                <a:gd name="T11" fmla="*/ 16 h 93"/>
                <a:gd name="T12" fmla="*/ 0 w 45"/>
                <a:gd name="T13" fmla="*/ 25 h 93"/>
                <a:gd name="T14" fmla="*/ 0 w 45"/>
                <a:gd name="T15" fmla="*/ 35 h 93"/>
                <a:gd name="T16" fmla="*/ 2 w 45"/>
                <a:gd name="T17" fmla="*/ 47 h 93"/>
                <a:gd name="T18" fmla="*/ 3 w 45"/>
                <a:gd name="T19" fmla="*/ 60 h 93"/>
                <a:gd name="T20" fmla="*/ 3 w 45"/>
                <a:gd name="T21" fmla="*/ 60 h 93"/>
                <a:gd name="T22" fmla="*/ 10 w 45"/>
                <a:gd name="T23" fmla="*/ 81 h 93"/>
                <a:gd name="T24" fmla="*/ 14 w 45"/>
                <a:gd name="T25" fmla="*/ 86 h 93"/>
                <a:gd name="T26" fmla="*/ 17 w 45"/>
                <a:gd name="T27" fmla="*/ 91 h 93"/>
                <a:gd name="T28" fmla="*/ 21 w 45"/>
                <a:gd name="T29" fmla="*/ 93 h 93"/>
                <a:gd name="T30" fmla="*/ 24 w 45"/>
                <a:gd name="T31" fmla="*/ 93 h 93"/>
                <a:gd name="T32" fmla="*/ 30 w 45"/>
                <a:gd name="T33" fmla="*/ 91 h 93"/>
                <a:gd name="T34" fmla="*/ 35 w 45"/>
                <a:gd name="T35" fmla="*/ 86 h 93"/>
                <a:gd name="T36" fmla="*/ 35 w 45"/>
                <a:gd name="T37" fmla="*/ 86 h 93"/>
                <a:gd name="T38" fmla="*/ 38 w 45"/>
                <a:gd name="T39" fmla="*/ 79 h 93"/>
                <a:gd name="T40" fmla="*/ 44 w 45"/>
                <a:gd name="T41" fmla="*/ 69 h 93"/>
                <a:gd name="T42" fmla="*/ 45 w 45"/>
                <a:gd name="T43" fmla="*/ 55 h 93"/>
                <a:gd name="T44" fmla="*/ 45 w 45"/>
                <a:gd name="T45" fmla="*/ 39 h 93"/>
                <a:gd name="T46" fmla="*/ 44 w 45"/>
                <a:gd name="T47" fmla="*/ 25 h 93"/>
                <a:gd name="T48" fmla="*/ 40 w 45"/>
                <a:gd name="T49" fmla="*/ 12 h 93"/>
                <a:gd name="T50" fmla="*/ 37 w 45"/>
                <a:gd name="T51" fmla="*/ 7 h 93"/>
                <a:gd name="T52" fmla="*/ 33 w 45"/>
                <a:gd name="T53" fmla="*/ 4 h 93"/>
                <a:gd name="T54" fmla="*/ 28 w 45"/>
                <a:gd name="T55" fmla="*/ 0 h 93"/>
                <a:gd name="T56" fmla="*/ 21 w 45"/>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93">
                  <a:moveTo>
                    <a:pt x="21" y="0"/>
                  </a:moveTo>
                  <a:lnTo>
                    <a:pt x="21" y="0"/>
                  </a:lnTo>
                  <a:lnTo>
                    <a:pt x="14" y="0"/>
                  </a:lnTo>
                  <a:lnTo>
                    <a:pt x="9" y="4"/>
                  </a:lnTo>
                  <a:lnTo>
                    <a:pt x="5" y="9"/>
                  </a:lnTo>
                  <a:lnTo>
                    <a:pt x="2" y="16"/>
                  </a:lnTo>
                  <a:lnTo>
                    <a:pt x="0" y="25"/>
                  </a:lnTo>
                  <a:lnTo>
                    <a:pt x="0" y="35"/>
                  </a:lnTo>
                  <a:lnTo>
                    <a:pt x="2" y="47"/>
                  </a:lnTo>
                  <a:lnTo>
                    <a:pt x="3" y="60"/>
                  </a:lnTo>
                  <a:lnTo>
                    <a:pt x="3" y="60"/>
                  </a:lnTo>
                  <a:lnTo>
                    <a:pt x="10" y="81"/>
                  </a:lnTo>
                  <a:lnTo>
                    <a:pt x="14" y="86"/>
                  </a:lnTo>
                  <a:lnTo>
                    <a:pt x="17" y="91"/>
                  </a:lnTo>
                  <a:lnTo>
                    <a:pt x="21" y="93"/>
                  </a:lnTo>
                  <a:lnTo>
                    <a:pt x="24" y="93"/>
                  </a:lnTo>
                  <a:lnTo>
                    <a:pt x="30" y="91"/>
                  </a:lnTo>
                  <a:lnTo>
                    <a:pt x="35" y="86"/>
                  </a:lnTo>
                  <a:lnTo>
                    <a:pt x="35" y="86"/>
                  </a:lnTo>
                  <a:lnTo>
                    <a:pt x="38" y="79"/>
                  </a:lnTo>
                  <a:lnTo>
                    <a:pt x="44" y="69"/>
                  </a:lnTo>
                  <a:lnTo>
                    <a:pt x="45" y="55"/>
                  </a:lnTo>
                  <a:lnTo>
                    <a:pt x="45" y="39"/>
                  </a:lnTo>
                  <a:lnTo>
                    <a:pt x="44" y="25"/>
                  </a:lnTo>
                  <a:lnTo>
                    <a:pt x="40" y="12"/>
                  </a:lnTo>
                  <a:lnTo>
                    <a:pt x="37" y="7"/>
                  </a:lnTo>
                  <a:lnTo>
                    <a:pt x="33" y="4"/>
                  </a:lnTo>
                  <a:lnTo>
                    <a:pt x="28" y="0"/>
                  </a:lnTo>
                  <a:lnTo>
                    <a:pt x="21"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44" name="Freeform 155"/>
            <p:cNvSpPr>
              <a:spLocks/>
            </p:cNvSpPr>
            <p:nvPr/>
          </p:nvSpPr>
          <p:spPr bwMode="auto">
            <a:xfrm>
              <a:off x="9366251" y="942975"/>
              <a:ext cx="71438" cy="147638"/>
            </a:xfrm>
            <a:custGeom>
              <a:avLst/>
              <a:gdLst>
                <a:gd name="T0" fmla="*/ 21 w 45"/>
                <a:gd name="T1" fmla="*/ 0 h 93"/>
                <a:gd name="T2" fmla="*/ 21 w 45"/>
                <a:gd name="T3" fmla="*/ 0 h 93"/>
                <a:gd name="T4" fmla="*/ 14 w 45"/>
                <a:gd name="T5" fmla="*/ 0 h 93"/>
                <a:gd name="T6" fmla="*/ 9 w 45"/>
                <a:gd name="T7" fmla="*/ 4 h 93"/>
                <a:gd name="T8" fmla="*/ 5 w 45"/>
                <a:gd name="T9" fmla="*/ 9 h 93"/>
                <a:gd name="T10" fmla="*/ 2 w 45"/>
                <a:gd name="T11" fmla="*/ 16 h 93"/>
                <a:gd name="T12" fmla="*/ 0 w 45"/>
                <a:gd name="T13" fmla="*/ 25 h 93"/>
                <a:gd name="T14" fmla="*/ 0 w 45"/>
                <a:gd name="T15" fmla="*/ 35 h 93"/>
                <a:gd name="T16" fmla="*/ 2 w 45"/>
                <a:gd name="T17" fmla="*/ 47 h 93"/>
                <a:gd name="T18" fmla="*/ 3 w 45"/>
                <a:gd name="T19" fmla="*/ 60 h 93"/>
                <a:gd name="T20" fmla="*/ 3 w 45"/>
                <a:gd name="T21" fmla="*/ 60 h 93"/>
                <a:gd name="T22" fmla="*/ 10 w 45"/>
                <a:gd name="T23" fmla="*/ 81 h 93"/>
                <a:gd name="T24" fmla="*/ 14 w 45"/>
                <a:gd name="T25" fmla="*/ 86 h 93"/>
                <a:gd name="T26" fmla="*/ 17 w 45"/>
                <a:gd name="T27" fmla="*/ 91 h 93"/>
                <a:gd name="T28" fmla="*/ 21 w 45"/>
                <a:gd name="T29" fmla="*/ 93 h 93"/>
                <a:gd name="T30" fmla="*/ 24 w 45"/>
                <a:gd name="T31" fmla="*/ 93 h 93"/>
                <a:gd name="T32" fmla="*/ 30 w 45"/>
                <a:gd name="T33" fmla="*/ 91 h 93"/>
                <a:gd name="T34" fmla="*/ 35 w 45"/>
                <a:gd name="T35" fmla="*/ 86 h 93"/>
                <a:gd name="T36" fmla="*/ 35 w 45"/>
                <a:gd name="T37" fmla="*/ 86 h 93"/>
                <a:gd name="T38" fmla="*/ 38 w 45"/>
                <a:gd name="T39" fmla="*/ 79 h 93"/>
                <a:gd name="T40" fmla="*/ 44 w 45"/>
                <a:gd name="T41" fmla="*/ 69 h 93"/>
                <a:gd name="T42" fmla="*/ 45 w 45"/>
                <a:gd name="T43" fmla="*/ 55 h 93"/>
                <a:gd name="T44" fmla="*/ 45 w 45"/>
                <a:gd name="T45" fmla="*/ 39 h 93"/>
                <a:gd name="T46" fmla="*/ 44 w 45"/>
                <a:gd name="T47" fmla="*/ 25 h 93"/>
                <a:gd name="T48" fmla="*/ 40 w 45"/>
                <a:gd name="T49" fmla="*/ 12 h 93"/>
                <a:gd name="T50" fmla="*/ 37 w 45"/>
                <a:gd name="T51" fmla="*/ 7 h 93"/>
                <a:gd name="T52" fmla="*/ 33 w 45"/>
                <a:gd name="T53" fmla="*/ 4 h 93"/>
                <a:gd name="T54" fmla="*/ 28 w 45"/>
                <a:gd name="T55" fmla="*/ 0 h 93"/>
                <a:gd name="T56" fmla="*/ 21 w 45"/>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93">
                  <a:moveTo>
                    <a:pt x="21" y="0"/>
                  </a:moveTo>
                  <a:lnTo>
                    <a:pt x="21" y="0"/>
                  </a:lnTo>
                  <a:lnTo>
                    <a:pt x="14" y="0"/>
                  </a:lnTo>
                  <a:lnTo>
                    <a:pt x="9" y="4"/>
                  </a:lnTo>
                  <a:lnTo>
                    <a:pt x="5" y="9"/>
                  </a:lnTo>
                  <a:lnTo>
                    <a:pt x="2" y="16"/>
                  </a:lnTo>
                  <a:lnTo>
                    <a:pt x="0" y="25"/>
                  </a:lnTo>
                  <a:lnTo>
                    <a:pt x="0" y="35"/>
                  </a:lnTo>
                  <a:lnTo>
                    <a:pt x="2" y="47"/>
                  </a:lnTo>
                  <a:lnTo>
                    <a:pt x="3" y="60"/>
                  </a:lnTo>
                  <a:lnTo>
                    <a:pt x="3" y="60"/>
                  </a:lnTo>
                  <a:lnTo>
                    <a:pt x="10" y="81"/>
                  </a:lnTo>
                  <a:lnTo>
                    <a:pt x="14" y="86"/>
                  </a:lnTo>
                  <a:lnTo>
                    <a:pt x="17" y="91"/>
                  </a:lnTo>
                  <a:lnTo>
                    <a:pt x="21" y="93"/>
                  </a:lnTo>
                  <a:lnTo>
                    <a:pt x="24" y="93"/>
                  </a:lnTo>
                  <a:lnTo>
                    <a:pt x="30" y="91"/>
                  </a:lnTo>
                  <a:lnTo>
                    <a:pt x="35" y="86"/>
                  </a:lnTo>
                  <a:lnTo>
                    <a:pt x="35" y="86"/>
                  </a:lnTo>
                  <a:lnTo>
                    <a:pt x="38" y="79"/>
                  </a:lnTo>
                  <a:lnTo>
                    <a:pt x="44" y="69"/>
                  </a:lnTo>
                  <a:lnTo>
                    <a:pt x="45" y="55"/>
                  </a:lnTo>
                  <a:lnTo>
                    <a:pt x="45" y="39"/>
                  </a:lnTo>
                  <a:lnTo>
                    <a:pt x="44" y="25"/>
                  </a:lnTo>
                  <a:lnTo>
                    <a:pt x="40" y="12"/>
                  </a:lnTo>
                  <a:lnTo>
                    <a:pt x="37" y="7"/>
                  </a:lnTo>
                  <a:lnTo>
                    <a:pt x="33" y="4"/>
                  </a:lnTo>
                  <a:lnTo>
                    <a:pt x="28" y="0"/>
                  </a:lnTo>
                  <a:lnTo>
                    <a:pt x="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45" name="Freeform 156"/>
            <p:cNvSpPr>
              <a:spLocks/>
            </p:cNvSpPr>
            <p:nvPr/>
          </p:nvSpPr>
          <p:spPr bwMode="auto">
            <a:xfrm>
              <a:off x="9366251" y="881063"/>
              <a:ext cx="77788" cy="146050"/>
            </a:xfrm>
            <a:custGeom>
              <a:avLst/>
              <a:gdLst>
                <a:gd name="T0" fmla="*/ 30 w 49"/>
                <a:gd name="T1" fmla="*/ 4 h 92"/>
                <a:gd name="T2" fmla="*/ 30 w 49"/>
                <a:gd name="T3" fmla="*/ 4 h 92"/>
                <a:gd name="T4" fmla="*/ 26 w 49"/>
                <a:gd name="T5" fmla="*/ 2 h 92"/>
                <a:gd name="T6" fmla="*/ 21 w 49"/>
                <a:gd name="T7" fmla="*/ 0 h 92"/>
                <a:gd name="T8" fmla="*/ 17 w 49"/>
                <a:gd name="T9" fmla="*/ 0 h 92"/>
                <a:gd name="T10" fmla="*/ 12 w 49"/>
                <a:gd name="T11" fmla="*/ 2 h 92"/>
                <a:gd name="T12" fmla="*/ 9 w 49"/>
                <a:gd name="T13" fmla="*/ 6 h 92"/>
                <a:gd name="T14" fmla="*/ 7 w 49"/>
                <a:gd name="T15" fmla="*/ 13 h 92"/>
                <a:gd name="T16" fmla="*/ 7 w 49"/>
                <a:gd name="T17" fmla="*/ 13 h 92"/>
                <a:gd name="T18" fmla="*/ 3 w 49"/>
                <a:gd name="T19" fmla="*/ 21 h 92"/>
                <a:gd name="T20" fmla="*/ 2 w 49"/>
                <a:gd name="T21" fmla="*/ 32 h 92"/>
                <a:gd name="T22" fmla="*/ 0 w 49"/>
                <a:gd name="T23" fmla="*/ 44 h 92"/>
                <a:gd name="T24" fmla="*/ 2 w 49"/>
                <a:gd name="T25" fmla="*/ 57 h 92"/>
                <a:gd name="T26" fmla="*/ 3 w 49"/>
                <a:gd name="T27" fmla="*/ 67 h 92"/>
                <a:gd name="T28" fmla="*/ 7 w 49"/>
                <a:gd name="T29" fmla="*/ 78 h 92"/>
                <a:gd name="T30" fmla="*/ 14 w 49"/>
                <a:gd name="T31" fmla="*/ 86 h 92"/>
                <a:gd name="T32" fmla="*/ 17 w 49"/>
                <a:gd name="T33" fmla="*/ 88 h 92"/>
                <a:gd name="T34" fmla="*/ 23 w 49"/>
                <a:gd name="T35" fmla="*/ 92 h 92"/>
                <a:gd name="T36" fmla="*/ 23 w 49"/>
                <a:gd name="T37" fmla="*/ 92 h 92"/>
                <a:gd name="T38" fmla="*/ 28 w 49"/>
                <a:gd name="T39" fmla="*/ 92 h 92"/>
                <a:gd name="T40" fmla="*/ 33 w 49"/>
                <a:gd name="T41" fmla="*/ 92 h 92"/>
                <a:gd name="T42" fmla="*/ 37 w 49"/>
                <a:gd name="T43" fmla="*/ 88 h 92"/>
                <a:gd name="T44" fmla="*/ 40 w 49"/>
                <a:gd name="T45" fmla="*/ 85 h 92"/>
                <a:gd name="T46" fmla="*/ 45 w 49"/>
                <a:gd name="T47" fmla="*/ 76 h 92"/>
                <a:gd name="T48" fmla="*/ 49 w 49"/>
                <a:gd name="T49" fmla="*/ 62 h 92"/>
                <a:gd name="T50" fmla="*/ 49 w 49"/>
                <a:gd name="T51" fmla="*/ 46 h 92"/>
                <a:gd name="T52" fmla="*/ 45 w 49"/>
                <a:gd name="T53" fmla="*/ 30 h 92"/>
                <a:gd name="T54" fmla="*/ 38 w 49"/>
                <a:gd name="T55" fmla="*/ 16 h 92"/>
                <a:gd name="T56" fmla="*/ 35 w 49"/>
                <a:gd name="T57" fmla="*/ 9 h 92"/>
                <a:gd name="T58" fmla="*/ 30 w 49"/>
                <a:gd name="T59"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92">
                  <a:moveTo>
                    <a:pt x="30" y="4"/>
                  </a:moveTo>
                  <a:lnTo>
                    <a:pt x="30" y="4"/>
                  </a:lnTo>
                  <a:lnTo>
                    <a:pt x="26" y="2"/>
                  </a:lnTo>
                  <a:lnTo>
                    <a:pt x="21" y="0"/>
                  </a:lnTo>
                  <a:lnTo>
                    <a:pt x="17" y="0"/>
                  </a:lnTo>
                  <a:lnTo>
                    <a:pt x="12" y="2"/>
                  </a:lnTo>
                  <a:lnTo>
                    <a:pt x="9" y="6"/>
                  </a:lnTo>
                  <a:lnTo>
                    <a:pt x="7" y="13"/>
                  </a:lnTo>
                  <a:lnTo>
                    <a:pt x="7" y="13"/>
                  </a:lnTo>
                  <a:lnTo>
                    <a:pt x="3" y="21"/>
                  </a:lnTo>
                  <a:lnTo>
                    <a:pt x="2" y="32"/>
                  </a:lnTo>
                  <a:lnTo>
                    <a:pt x="0" y="44"/>
                  </a:lnTo>
                  <a:lnTo>
                    <a:pt x="2" y="57"/>
                  </a:lnTo>
                  <a:lnTo>
                    <a:pt x="3" y="67"/>
                  </a:lnTo>
                  <a:lnTo>
                    <a:pt x="7" y="78"/>
                  </a:lnTo>
                  <a:lnTo>
                    <a:pt x="14" y="86"/>
                  </a:lnTo>
                  <a:lnTo>
                    <a:pt x="17" y="88"/>
                  </a:lnTo>
                  <a:lnTo>
                    <a:pt x="23" y="92"/>
                  </a:lnTo>
                  <a:lnTo>
                    <a:pt x="23" y="92"/>
                  </a:lnTo>
                  <a:lnTo>
                    <a:pt x="28" y="92"/>
                  </a:lnTo>
                  <a:lnTo>
                    <a:pt x="33" y="92"/>
                  </a:lnTo>
                  <a:lnTo>
                    <a:pt x="37" y="88"/>
                  </a:lnTo>
                  <a:lnTo>
                    <a:pt x="40" y="85"/>
                  </a:lnTo>
                  <a:lnTo>
                    <a:pt x="45" y="76"/>
                  </a:lnTo>
                  <a:lnTo>
                    <a:pt x="49" y="62"/>
                  </a:lnTo>
                  <a:lnTo>
                    <a:pt x="49" y="46"/>
                  </a:lnTo>
                  <a:lnTo>
                    <a:pt x="45" y="30"/>
                  </a:lnTo>
                  <a:lnTo>
                    <a:pt x="38" y="16"/>
                  </a:lnTo>
                  <a:lnTo>
                    <a:pt x="35" y="9"/>
                  </a:lnTo>
                  <a:lnTo>
                    <a:pt x="3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46" name="Freeform 157"/>
            <p:cNvSpPr>
              <a:spLocks/>
            </p:cNvSpPr>
            <p:nvPr/>
          </p:nvSpPr>
          <p:spPr bwMode="auto">
            <a:xfrm>
              <a:off x="9366251" y="881063"/>
              <a:ext cx="77788" cy="146050"/>
            </a:xfrm>
            <a:custGeom>
              <a:avLst/>
              <a:gdLst>
                <a:gd name="T0" fmla="*/ 30 w 49"/>
                <a:gd name="T1" fmla="*/ 4 h 92"/>
                <a:gd name="T2" fmla="*/ 30 w 49"/>
                <a:gd name="T3" fmla="*/ 4 h 92"/>
                <a:gd name="T4" fmla="*/ 26 w 49"/>
                <a:gd name="T5" fmla="*/ 2 h 92"/>
                <a:gd name="T6" fmla="*/ 21 w 49"/>
                <a:gd name="T7" fmla="*/ 0 h 92"/>
                <a:gd name="T8" fmla="*/ 17 w 49"/>
                <a:gd name="T9" fmla="*/ 0 h 92"/>
                <a:gd name="T10" fmla="*/ 12 w 49"/>
                <a:gd name="T11" fmla="*/ 2 h 92"/>
                <a:gd name="T12" fmla="*/ 9 w 49"/>
                <a:gd name="T13" fmla="*/ 6 h 92"/>
                <a:gd name="T14" fmla="*/ 7 w 49"/>
                <a:gd name="T15" fmla="*/ 13 h 92"/>
                <a:gd name="T16" fmla="*/ 7 w 49"/>
                <a:gd name="T17" fmla="*/ 13 h 92"/>
                <a:gd name="T18" fmla="*/ 3 w 49"/>
                <a:gd name="T19" fmla="*/ 21 h 92"/>
                <a:gd name="T20" fmla="*/ 2 w 49"/>
                <a:gd name="T21" fmla="*/ 32 h 92"/>
                <a:gd name="T22" fmla="*/ 0 w 49"/>
                <a:gd name="T23" fmla="*/ 44 h 92"/>
                <a:gd name="T24" fmla="*/ 2 w 49"/>
                <a:gd name="T25" fmla="*/ 57 h 92"/>
                <a:gd name="T26" fmla="*/ 3 w 49"/>
                <a:gd name="T27" fmla="*/ 67 h 92"/>
                <a:gd name="T28" fmla="*/ 7 w 49"/>
                <a:gd name="T29" fmla="*/ 78 h 92"/>
                <a:gd name="T30" fmla="*/ 14 w 49"/>
                <a:gd name="T31" fmla="*/ 86 h 92"/>
                <a:gd name="T32" fmla="*/ 17 w 49"/>
                <a:gd name="T33" fmla="*/ 88 h 92"/>
                <a:gd name="T34" fmla="*/ 23 w 49"/>
                <a:gd name="T35" fmla="*/ 92 h 92"/>
                <a:gd name="T36" fmla="*/ 23 w 49"/>
                <a:gd name="T37" fmla="*/ 92 h 92"/>
                <a:gd name="T38" fmla="*/ 28 w 49"/>
                <a:gd name="T39" fmla="*/ 92 h 92"/>
                <a:gd name="T40" fmla="*/ 33 w 49"/>
                <a:gd name="T41" fmla="*/ 92 h 92"/>
                <a:gd name="T42" fmla="*/ 37 w 49"/>
                <a:gd name="T43" fmla="*/ 88 h 92"/>
                <a:gd name="T44" fmla="*/ 40 w 49"/>
                <a:gd name="T45" fmla="*/ 85 h 92"/>
                <a:gd name="T46" fmla="*/ 45 w 49"/>
                <a:gd name="T47" fmla="*/ 76 h 92"/>
                <a:gd name="T48" fmla="*/ 49 w 49"/>
                <a:gd name="T49" fmla="*/ 62 h 92"/>
                <a:gd name="T50" fmla="*/ 49 w 49"/>
                <a:gd name="T51" fmla="*/ 46 h 92"/>
                <a:gd name="T52" fmla="*/ 45 w 49"/>
                <a:gd name="T53" fmla="*/ 30 h 92"/>
                <a:gd name="T54" fmla="*/ 38 w 49"/>
                <a:gd name="T55" fmla="*/ 16 h 92"/>
                <a:gd name="T56" fmla="*/ 35 w 49"/>
                <a:gd name="T57" fmla="*/ 9 h 92"/>
                <a:gd name="T58" fmla="*/ 30 w 49"/>
                <a:gd name="T59"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92">
                  <a:moveTo>
                    <a:pt x="30" y="4"/>
                  </a:moveTo>
                  <a:lnTo>
                    <a:pt x="30" y="4"/>
                  </a:lnTo>
                  <a:lnTo>
                    <a:pt x="26" y="2"/>
                  </a:lnTo>
                  <a:lnTo>
                    <a:pt x="21" y="0"/>
                  </a:lnTo>
                  <a:lnTo>
                    <a:pt x="17" y="0"/>
                  </a:lnTo>
                  <a:lnTo>
                    <a:pt x="12" y="2"/>
                  </a:lnTo>
                  <a:lnTo>
                    <a:pt x="9" y="6"/>
                  </a:lnTo>
                  <a:lnTo>
                    <a:pt x="7" y="13"/>
                  </a:lnTo>
                  <a:lnTo>
                    <a:pt x="7" y="13"/>
                  </a:lnTo>
                  <a:lnTo>
                    <a:pt x="3" y="21"/>
                  </a:lnTo>
                  <a:lnTo>
                    <a:pt x="2" y="32"/>
                  </a:lnTo>
                  <a:lnTo>
                    <a:pt x="0" y="44"/>
                  </a:lnTo>
                  <a:lnTo>
                    <a:pt x="2" y="57"/>
                  </a:lnTo>
                  <a:lnTo>
                    <a:pt x="3" y="67"/>
                  </a:lnTo>
                  <a:lnTo>
                    <a:pt x="7" y="78"/>
                  </a:lnTo>
                  <a:lnTo>
                    <a:pt x="14" y="86"/>
                  </a:lnTo>
                  <a:lnTo>
                    <a:pt x="17" y="88"/>
                  </a:lnTo>
                  <a:lnTo>
                    <a:pt x="23" y="92"/>
                  </a:lnTo>
                  <a:lnTo>
                    <a:pt x="23" y="92"/>
                  </a:lnTo>
                  <a:lnTo>
                    <a:pt x="28" y="92"/>
                  </a:lnTo>
                  <a:lnTo>
                    <a:pt x="33" y="92"/>
                  </a:lnTo>
                  <a:lnTo>
                    <a:pt x="37" y="88"/>
                  </a:lnTo>
                  <a:lnTo>
                    <a:pt x="40" y="85"/>
                  </a:lnTo>
                  <a:lnTo>
                    <a:pt x="45" y="76"/>
                  </a:lnTo>
                  <a:lnTo>
                    <a:pt x="49" y="62"/>
                  </a:lnTo>
                  <a:lnTo>
                    <a:pt x="49" y="46"/>
                  </a:lnTo>
                  <a:lnTo>
                    <a:pt x="45" y="30"/>
                  </a:lnTo>
                  <a:lnTo>
                    <a:pt x="38" y="16"/>
                  </a:lnTo>
                  <a:lnTo>
                    <a:pt x="35" y="9"/>
                  </a:lnTo>
                  <a:lnTo>
                    <a:pt x="3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47" name="Freeform 158"/>
            <p:cNvSpPr>
              <a:spLocks/>
            </p:cNvSpPr>
            <p:nvPr/>
          </p:nvSpPr>
          <p:spPr bwMode="auto">
            <a:xfrm>
              <a:off x="9893301" y="876300"/>
              <a:ext cx="200025" cy="279400"/>
            </a:xfrm>
            <a:custGeom>
              <a:avLst/>
              <a:gdLst>
                <a:gd name="T0" fmla="*/ 40 w 126"/>
                <a:gd name="T1" fmla="*/ 2 h 176"/>
                <a:gd name="T2" fmla="*/ 63 w 126"/>
                <a:gd name="T3" fmla="*/ 3 h 176"/>
                <a:gd name="T4" fmla="*/ 77 w 126"/>
                <a:gd name="T5" fmla="*/ 17 h 176"/>
                <a:gd name="T6" fmla="*/ 86 w 126"/>
                <a:gd name="T7" fmla="*/ 37 h 176"/>
                <a:gd name="T8" fmla="*/ 91 w 126"/>
                <a:gd name="T9" fmla="*/ 54 h 176"/>
                <a:gd name="T10" fmla="*/ 98 w 126"/>
                <a:gd name="T11" fmla="*/ 77 h 176"/>
                <a:gd name="T12" fmla="*/ 105 w 126"/>
                <a:gd name="T13" fmla="*/ 86 h 176"/>
                <a:gd name="T14" fmla="*/ 116 w 126"/>
                <a:gd name="T15" fmla="*/ 91 h 176"/>
                <a:gd name="T16" fmla="*/ 123 w 126"/>
                <a:gd name="T17" fmla="*/ 91 h 176"/>
                <a:gd name="T18" fmla="*/ 104 w 126"/>
                <a:gd name="T19" fmla="*/ 95 h 176"/>
                <a:gd name="T20" fmla="*/ 93 w 126"/>
                <a:gd name="T21" fmla="*/ 93 h 176"/>
                <a:gd name="T22" fmla="*/ 93 w 126"/>
                <a:gd name="T23" fmla="*/ 98 h 176"/>
                <a:gd name="T24" fmla="*/ 97 w 126"/>
                <a:gd name="T25" fmla="*/ 109 h 176"/>
                <a:gd name="T26" fmla="*/ 107 w 126"/>
                <a:gd name="T27" fmla="*/ 121 h 176"/>
                <a:gd name="T28" fmla="*/ 126 w 126"/>
                <a:gd name="T29" fmla="*/ 130 h 176"/>
                <a:gd name="T30" fmla="*/ 121 w 126"/>
                <a:gd name="T31" fmla="*/ 132 h 176"/>
                <a:gd name="T32" fmla="*/ 100 w 126"/>
                <a:gd name="T33" fmla="*/ 132 h 176"/>
                <a:gd name="T34" fmla="*/ 86 w 126"/>
                <a:gd name="T35" fmla="*/ 123 h 176"/>
                <a:gd name="T36" fmla="*/ 76 w 126"/>
                <a:gd name="T37" fmla="*/ 147 h 176"/>
                <a:gd name="T38" fmla="*/ 77 w 126"/>
                <a:gd name="T39" fmla="*/ 125 h 176"/>
                <a:gd name="T40" fmla="*/ 74 w 126"/>
                <a:gd name="T41" fmla="*/ 84 h 176"/>
                <a:gd name="T42" fmla="*/ 74 w 126"/>
                <a:gd name="T43" fmla="*/ 98 h 176"/>
                <a:gd name="T44" fmla="*/ 70 w 126"/>
                <a:gd name="T45" fmla="*/ 130 h 176"/>
                <a:gd name="T46" fmla="*/ 60 w 126"/>
                <a:gd name="T47" fmla="*/ 162 h 176"/>
                <a:gd name="T48" fmla="*/ 49 w 126"/>
                <a:gd name="T49" fmla="*/ 172 h 176"/>
                <a:gd name="T50" fmla="*/ 37 w 126"/>
                <a:gd name="T51" fmla="*/ 176 h 176"/>
                <a:gd name="T52" fmla="*/ 30 w 126"/>
                <a:gd name="T53" fmla="*/ 174 h 176"/>
                <a:gd name="T54" fmla="*/ 19 w 126"/>
                <a:gd name="T55" fmla="*/ 170 h 176"/>
                <a:gd name="T56" fmla="*/ 9 w 126"/>
                <a:gd name="T57" fmla="*/ 156 h 176"/>
                <a:gd name="T58" fmla="*/ 2 w 126"/>
                <a:gd name="T59" fmla="*/ 128 h 176"/>
                <a:gd name="T60" fmla="*/ 2 w 126"/>
                <a:gd name="T61" fmla="*/ 81 h 176"/>
                <a:gd name="T62" fmla="*/ 3 w 126"/>
                <a:gd name="T63" fmla="*/ 53 h 176"/>
                <a:gd name="T64" fmla="*/ 9 w 126"/>
                <a:gd name="T65" fmla="*/ 28 h 176"/>
                <a:gd name="T66" fmla="*/ 21 w 126"/>
                <a:gd name="T67" fmla="*/ 10 h 176"/>
                <a:gd name="T68" fmla="*/ 40 w 126"/>
                <a:gd name="T69" fmla="*/ 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6" h="176">
                  <a:moveTo>
                    <a:pt x="40" y="2"/>
                  </a:moveTo>
                  <a:lnTo>
                    <a:pt x="40" y="2"/>
                  </a:lnTo>
                  <a:lnTo>
                    <a:pt x="53" y="0"/>
                  </a:lnTo>
                  <a:lnTo>
                    <a:pt x="63" y="3"/>
                  </a:lnTo>
                  <a:lnTo>
                    <a:pt x="72" y="10"/>
                  </a:lnTo>
                  <a:lnTo>
                    <a:pt x="77" y="17"/>
                  </a:lnTo>
                  <a:lnTo>
                    <a:pt x="83" y="26"/>
                  </a:lnTo>
                  <a:lnTo>
                    <a:pt x="86" y="37"/>
                  </a:lnTo>
                  <a:lnTo>
                    <a:pt x="91" y="54"/>
                  </a:lnTo>
                  <a:lnTo>
                    <a:pt x="91" y="54"/>
                  </a:lnTo>
                  <a:lnTo>
                    <a:pt x="95" y="70"/>
                  </a:lnTo>
                  <a:lnTo>
                    <a:pt x="98" y="77"/>
                  </a:lnTo>
                  <a:lnTo>
                    <a:pt x="102" y="82"/>
                  </a:lnTo>
                  <a:lnTo>
                    <a:pt x="105" y="86"/>
                  </a:lnTo>
                  <a:lnTo>
                    <a:pt x="111" y="89"/>
                  </a:lnTo>
                  <a:lnTo>
                    <a:pt x="116" y="91"/>
                  </a:lnTo>
                  <a:lnTo>
                    <a:pt x="123" y="91"/>
                  </a:lnTo>
                  <a:lnTo>
                    <a:pt x="123" y="91"/>
                  </a:lnTo>
                  <a:lnTo>
                    <a:pt x="112" y="95"/>
                  </a:lnTo>
                  <a:lnTo>
                    <a:pt x="104" y="95"/>
                  </a:lnTo>
                  <a:lnTo>
                    <a:pt x="98" y="95"/>
                  </a:lnTo>
                  <a:lnTo>
                    <a:pt x="93" y="93"/>
                  </a:lnTo>
                  <a:lnTo>
                    <a:pt x="93" y="93"/>
                  </a:lnTo>
                  <a:lnTo>
                    <a:pt x="93" y="98"/>
                  </a:lnTo>
                  <a:lnTo>
                    <a:pt x="95" y="104"/>
                  </a:lnTo>
                  <a:lnTo>
                    <a:pt x="97" y="109"/>
                  </a:lnTo>
                  <a:lnTo>
                    <a:pt x="100" y="116"/>
                  </a:lnTo>
                  <a:lnTo>
                    <a:pt x="107" y="121"/>
                  </a:lnTo>
                  <a:lnTo>
                    <a:pt x="116" y="126"/>
                  </a:lnTo>
                  <a:lnTo>
                    <a:pt x="126" y="130"/>
                  </a:lnTo>
                  <a:lnTo>
                    <a:pt x="126" y="130"/>
                  </a:lnTo>
                  <a:lnTo>
                    <a:pt x="121" y="132"/>
                  </a:lnTo>
                  <a:lnTo>
                    <a:pt x="109" y="132"/>
                  </a:lnTo>
                  <a:lnTo>
                    <a:pt x="100" y="132"/>
                  </a:lnTo>
                  <a:lnTo>
                    <a:pt x="93" y="128"/>
                  </a:lnTo>
                  <a:lnTo>
                    <a:pt x="86" y="123"/>
                  </a:lnTo>
                  <a:lnTo>
                    <a:pt x="81" y="114"/>
                  </a:lnTo>
                  <a:lnTo>
                    <a:pt x="76" y="147"/>
                  </a:lnTo>
                  <a:lnTo>
                    <a:pt x="76" y="147"/>
                  </a:lnTo>
                  <a:lnTo>
                    <a:pt x="77" y="125"/>
                  </a:lnTo>
                  <a:lnTo>
                    <a:pt x="76" y="104"/>
                  </a:lnTo>
                  <a:lnTo>
                    <a:pt x="74" y="84"/>
                  </a:lnTo>
                  <a:lnTo>
                    <a:pt x="74" y="84"/>
                  </a:lnTo>
                  <a:lnTo>
                    <a:pt x="74" y="98"/>
                  </a:lnTo>
                  <a:lnTo>
                    <a:pt x="72" y="114"/>
                  </a:lnTo>
                  <a:lnTo>
                    <a:pt x="70" y="130"/>
                  </a:lnTo>
                  <a:lnTo>
                    <a:pt x="65" y="147"/>
                  </a:lnTo>
                  <a:lnTo>
                    <a:pt x="60" y="162"/>
                  </a:lnTo>
                  <a:lnTo>
                    <a:pt x="54" y="167"/>
                  </a:lnTo>
                  <a:lnTo>
                    <a:pt x="49" y="172"/>
                  </a:lnTo>
                  <a:lnTo>
                    <a:pt x="44" y="174"/>
                  </a:lnTo>
                  <a:lnTo>
                    <a:pt x="37" y="176"/>
                  </a:lnTo>
                  <a:lnTo>
                    <a:pt x="37" y="176"/>
                  </a:lnTo>
                  <a:lnTo>
                    <a:pt x="30" y="174"/>
                  </a:lnTo>
                  <a:lnTo>
                    <a:pt x="25" y="172"/>
                  </a:lnTo>
                  <a:lnTo>
                    <a:pt x="19" y="170"/>
                  </a:lnTo>
                  <a:lnTo>
                    <a:pt x="14" y="167"/>
                  </a:lnTo>
                  <a:lnTo>
                    <a:pt x="9" y="156"/>
                  </a:lnTo>
                  <a:lnTo>
                    <a:pt x="3" y="144"/>
                  </a:lnTo>
                  <a:lnTo>
                    <a:pt x="2" y="128"/>
                  </a:lnTo>
                  <a:lnTo>
                    <a:pt x="0" y="112"/>
                  </a:lnTo>
                  <a:lnTo>
                    <a:pt x="2" y="81"/>
                  </a:lnTo>
                  <a:lnTo>
                    <a:pt x="2" y="81"/>
                  </a:lnTo>
                  <a:lnTo>
                    <a:pt x="3" y="53"/>
                  </a:lnTo>
                  <a:lnTo>
                    <a:pt x="5" y="40"/>
                  </a:lnTo>
                  <a:lnTo>
                    <a:pt x="9" y="28"/>
                  </a:lnTo>
                  <a:lnTo>
                    <a:pt x="14" y="17"/>
                  </a:lnTo>
                  <a:lnTo>
                    <a:pt x="21" y="10"/>
                  </a:lnTo>
                  <a:lnTo>
                    <a:pt x="30" y="3"/>
                  </a:lnTo>
                  <a:lnTo>
                    <a:pt x="4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48" name="Freeform 159"/>
            <p:cNvSpPr>
              <a:spLocks/>
            </p:cNvSpPr>
            <p:nvPr/>
          </p:nvSpPr>
          <p:spPr bwMode="auto">
            <a:xfrm>
              <a:off x="9893301" y="876300"/>
              <a:ext cx="200025" cy="279400"/>
            </a:xfrm>
            <a:custGeom>
              <a:avLst/>
              <a:gdLst>
                <a:gd name="T0" fmla="*/ 40 w 126"/>
                <a:gd name="T1" fmla="*/ 2 h 176"/>
                <a:gd name="T2" fmla="*/ 63 w 126"/>
                <a:gd name="T3" fmla="*/ 3 h 176"/>
                <a:gd name="T4" fmla="*/ 77 w 126"/>
                <a:gd name="T5" fmla="*/ 17 h 176"/>
                <a:gd name="T6" fmla="*/ 86 w 126"/>
                <a:gd name="T7" fmla="*/ 37 h 176"/>
                <a:gd name="T8" fmla="*/ 91 w 126"/>
                <a:gd name="T9" fmla="*/ 54 h 176"/>
                <a:gd name="T10" fmla="*/ 98 w 126"/>
                <a:gd name="T11" fmla="*/ 77 h 176"/>
                <a:gd name="T12" fmla="*/ 105 w 126"/>
                <a:gd name="T13" fmla="*/ 86 h 176"/>
                <a:gd name="T14" fmla="*/ 116 w 126"/>
                <a:gd name="T15" fmla="*/ 91 h 176"/>
                <a:gd name="T16" fmla="*/ 123 w 126"/>
                <a:gd name="T17" fmla="*/ 91 h 176"/>
                <a:gd name="T18" fmla="*/ 104 w 126"/>
                <a:gd name="T19" fmla="*/ 95 h 176"/>
                <a:gd name="T20" fmla="*/ 93 w 126"/>
                <a:gd name="T21" fmla="*/ 93 h 176"/>
                <a:gd name="T22" fmla="*/ 93 w 126"/>
                <a:gd name="T23" fmla="*/ 98 h 176"/>
                <a:gd name="T24" fmla="*/ 97 w 126"/>
                <a:gd name="T25" fmla="*/ 109 h 176"/>
                <a:gd name="T26" fmla="*/ 107 w 126"/>
                <a:gd name="T27" fmla="*/ 121 h 176"/>
                <a:gd name="T28" fmla="*/ 126 w 126"/>
                <a:gd name="T29" fmla="*/ 130 h 176"/>
                <a:gd name="T30" fmla="*/ 121 w 126"/>
                <a:gd name="T31" fmla="*/ 132 h 176"/>
                <a:gd name="T32" fmla="*/ 100 w 126"/>
                <a:gd name="T33" fmla="*/ 132 h 176"/>
                <a:gd name="T34" fmla="*/ 86 w 126"/>
                <a:gd name="T35" fmla="*/ 123 h 176"/>
                <a:gd name="T36" fmla="*/ 76 w 126"/>
                <a:gd name="T37" fmla="*/ 147 h 176"/>
                <a:gd name="T38" fmla="*/ 77 w 126"/>
                <a:gd name="T39" fmla="*/ 125 h 176"/>
                <a:gd name="T40" fmla="*/ 74 w 126"/>
                <a:gd name="T41" fmla="*/ 84 h 176"/>
                <a:gd name="T42" fmla="*/ 74 w 126"/>
                <a:gd name="T43" fmla="*/ 98 h 176"/>
                <a:gd name="T44" fmla="*/ 70 w 126"/>
                <a:gd name="T45" fmla="*/ 130 h 176"/>
                <a:gd name="T46" fmla="*/ 60 w 126"/>
                <a:gd name="T47" fmla="*/ 162 h 176"/>
                <a:gd name="T48" fmla="*/ 49 w 126"/>
                <a:gd name="T49" fmla="*/ 172 h 176"/>
                <a:gd name="T50" fmla="*/ 37 w 126"/>
                <a:gd name="T51" fmla="*/ 176 h 176"/>
                <a:gd name="T52" fmla="*/ 30 w 126"/>
                <a:gd name="T53" fmla="*/ 174 h 176"/>
                <a:gd name="T54" fmla="*/ 19 w 126"/>
                <a:gd name="T55" fmla="*/ 170 h 176"/>
                <a:gd name="T56" fmla="*/ 9 w 126"/>
                <a:gd name="T57" fmla="*/ 156 h 176"/>
                <a:gd name="T58" fmla="*/ 2 w 126"/>
                <a:gd name="T59" fmla="*/ 128 h 176"/>
                <a:gd name="T60" fmla="*/ 2 w 126"/>
                <a:gd name="T61" fmla="*/ 81 h 176"/>
                <a:gd name="T62" fmla="*/ 3 w 126"/>
                <a:gd name="T63" fmla="*/ 53 h 176"/>
                <a:gd name="T64" fmla="*/ 9 w 126"/>
                <a:gd name="T65" fmla="*/ 28 h 176"/>
                <a:gd name="T66" fmla="*/ 21 w 126"/>
                <a:gd name="T67" fmla="*/ 10 h 176"/>
                <a:gd name="T68" fmla="*/ 40 w 126"/>
                <a:gd name="T69" fmla="*/ 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6" h="176">
                  <a:moveTo>
                    <a:pt x="40" y="2"/>
                  </a:moveTo>
                  <a:lnTo>
                    <a:pt x="40" y="2"/>
                  </a:lnTo>
                  <a:lnTo>
                    <a:pt x="53" y="0"/>
                  </a:lnTo>
                  <a:lnTo>
                    <a:pt x="63" y="3"/>
                  </a:lnTo>
                  <a:lnTo>
                    <a:pt x="72" y="10"/>
                  </a:lnTo>
                  <a:lnTo>
                    <a:pt x="77" y="17"/>
                  </a:lnTo>
                  <a:lnTo>
                    <a:pt x="83" y="26"/>
                  </a:lnTo>
                  <a:lnTo>
                    <a:pt x="86" y="37"/>
                  </a:lnTo>
                  <a:lnTo>
                    <a:pt x="91" y="54"/>
                  </a:lnTo>
                  <a:lnTo>
                    <a:pt x="91" y="54"/>
                  </a:lnTo>
                  <a:lnTo>
                    <a:pt x="95" y="70"/>
                  </a:lnTo>
                  <a:lnTo>
                    <a:pt x="98" y="77"/>
                  </a:lnTo>
                  <a:lnTo>
                    <a:pt x="102" y="82"/>
                  </a:lnTo>
                  <a:lnTo>
                    <a:pt x="105" y="86"/>
                  </a:lnTo>
                  <a:lnTo>
                    <a:pt x="111" y="89"/>
                  </a:lnTo>
                  <a:lnTo>
                    <a:pt x="116" y="91"/>
                  </a:lnTo>
                  <a:lnTo>
                    <a:pt x="123" y="91"/>
                  </a:lnTo>
                  <a:lnTo>
                    <a:pt x="123" y="91"/>
                  </a:lnTo>
                  <a:lnTo>
                    <a:pt x="112" y="95"/>
                  </a:lnTo>
                  <a:lnTo>
                    <a:pt x="104" y="95"/>
                  </a:lnTo>
                  <a:lnTo>
                    <a:pt x="98" y="95"/>
                  </a:lnTo>
                  <a:lnTo>
                    <a:pt x="93" y="93"/>
                  </a:lnTo>
                  <a:lnTo>
                    <a:pt x="93" y="93"/>
                  </a:lnTo>
                  <a:lnTo>
                    <a:pt x="93" y="98"/>
                  </a:lnTo>
                  <a:lnTo>
                    <a:pt x="95" y="104"/>
                  </a:lnTo>
                  <a:lnTo>
                    <a:pt x="97" y="109"/>
                  </a:lnTo>
                  <a:lnTo>
                    <a:pt x="100" y="116"/>
                  </a:lnTo>
                  <a:lnTo>
                    <a:pt x="107" y="121"/>
                  </a:lnTo>
                  <a:lnTo>
                    <a:pt x="116" y="126"/>
                  </a:lnTo>
                  <a:lnTo>
                    <a:pt x="126" y="130"/>
                  </a:lnTo>
                  <a:lnTo>
                    <a:pt x="126" y="130"/>
                  </a:lnTo>
                  <a:lnTo>
                    <a:pt x="121" y="132"/>
                  </a:lnTo>
                  <a:lnTo>
                    <a:pt x="109" y="132"/>
                  </a:lnTo>
                  <a:lnTo>
                    <a:pt x="100" y="132"/>
                  </a:lnTo>
                  <a:lnTo>
                    <a:pt x="93" y="128"/>
                  </a:lnTo>
                  <a:lnTo>
                    <a:pt x="86" y="123"/>
                  </a:lnTo>
                  <a:lnTo>
                    <a:pt x="81" y="114"/>
                  </a:lnTo>
                  <a:lnTo>
                    <a:pt x="76" y="147"/>
                  </a:lnTo>
                  <a:lnTo>
                    <a:pt x="76" y="147"/>
                  </a:lnTo>
                  <a:lnTo>
                    <a:pt x="77" y="125"/>
                  </a:lnTo>
                  <a:lnTo>
                    <a:pt x="76" y="104"/>
                  </a:lnTo>
                  <a:lnTo>
                    <a:pt x="74" y="84"/>
                  </a:lnTo>
                  <a:lnTo>
                    <a:pt x="74" y="84"/>
                  </a:lnTo>
                  <a:lnTo>
                    <a:pt x="74" y="98"/>
                  </a:lnTo>
                  <a:lnTo>
                    <a:pt x="72" y="114"/>
                  </a:lnTo>
                  <a:lnTo>
                    <a:pt x="70" y="130"/>
                  </a:lnTo>
                  <a:lnTo>
                    <a:pt x="65" y="147"/>
                  </a:lnTo>
                  <a:lnTo>
                    <a:pt x="60" y="162"/>
                  </a:lnTo>
                  <a:lnTo>
                    <a:pt x="54" y="167"/>
                  </a:lnTo>
                  <a:lnTo>
                    <a:pt x="49" y="172"/>
                  </a:lnTo>
                  <a:lnTo>
                    <a:pt x="44" y="174"/>
                  </a:lnTo>
                  <a:lnTo>
                    <a:pt x="37" y="176"/>
                  </a:lnTo>
                  <a:lnTo>
                    <a:pt x="37" y="176"/>
                  </a:lnTo>
                  <a:lnTo>
                    <a:pt x="30" y="174"/>
                  </a:lnTo>
                  <a:lnTo>
                    <a:pt x="25" y="172"/>
                  </a:lnTo>
                  <a:lnTo>
                    <a:pt x="19" y="170"/>
                  </a:lnTo>
                  <a:lnTo>
                    <a:pt x="14" y="167"/>
                  </a:lnTo>
                  <a:lnTo>
                    <a:pt x="9" y="156"/>
                  </a:lnTo>
                  <a:lnTo>
                    <a:pt x="3" y="144"/>
                  </a:lnTo>
                  <a:lnTo>
                    <a:pt x="2" y="128"/>
                  </a:lnTo>
                  <a:lnTo>
                    <a:pt x="0" y="112"/>
                  </a:lnTo>
                  <a:lnTo>
                    <a:pt x="2" y="81"/>
                  </a:lnTo>
                  <a:lnTo>
                    <a:pt x="2" y="81"/>
                  </a:lnTo>
                  <a:lnTo>
                    <a:pt x="3" y="53"/>
                  </a:lnTo>
                  <a:lnTo>
                    <a:pt x="5" y="40"/>
                  </a:lnTo>
                  <a:lnTo>
                    <a:pt x="9" y="28"/>
                  </a:lnTo>
                  <a:lnTo>
                    <a:pt x="14" y="17"/>
                  </a:lnTo>
                  <a:lnTo>
                    <a:pt x="21" y="10"/>
                  </a:lnTo>
                  <a:lnTo>
                    <a:pt x="30" y="3"/>
                  </a:lnTo>
                  <a:lnTo>
                    <a:pt x="4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49" name="Freeform 160"/>
            <p:cNvSpPr>
              <a:spLocks/>
            </p:cNvSpPr>
            <p:nvPr/>
          </p:nvSpPr>
          <p:spPr bwMode="auto">
            <a:xfrm>
              <a:off x="9907588" y="1035050"/>
              <a:ext cx="82550" cy="100013"/>
            </a:xfrm>
            <a:custGeom>
              <a:avLst/>
              <a:gdLst>
                <a:gd name="T0" fmla="*/ 51 w 52"/>
                <a:gd name="T1" fmla="*/ 25 h 63"/>
                <a:gd name="T2" fmla="*/ 51 w 52"/>
                <a:gd name="T3" fmla="*/ 25 h 63"/>
                <a:gd name="T4" fmla="*/ 51 w 52"/>
                <a:gd name="T5" fmla="*/ 30 h 63"/>
                <a:gd name="T6" fmla="*/ 45 w 52"/>
                <a:gd name="T7" fmla="*/ 44 h 63"/>
                <a:gd name="T8" fmla="*/ 42 w 52"/>
                <a:gd name="T9" fmla="*/ 51 h 63"/>
                <a:gd name="T10" fmla="*/ 37 w 52"/>
                <a:gd name="T11" fmla="*/ 58 h 63"/>
                <a:gd name="T12" fmla="*/ 31 w 52"/>
                <a:gd name="T13" fmla="*/ 62 h 63"/>
                <a:gd name="T14" fmla="*/ 24 w 52"/>
                <a:gd name="T15" fmla="*/ 63 h 63"/>
                <a:gd name="T16" fmla="*/ 24 w 52"/>
                <a:gd name="T17" fmla="*/ 63 h 63"/>
                <a:gd name="T18" fmla="*/ 17 w 52"/>
                <a:gd name="T19" fmla="*/ 60 h 63"/>
                <a:gd name="T20" fmla="*/ 10 w 52"/>
                <a:gd name="T21" fmla="*/ 55 h 63"/>
                <a:gd name="T22" fmla="*/ 7 w 52"/>
                <a:gd name="T23" fmla="*/ 46 h 63"/>
                <a:gd name="T24" fmla="*/ 3 w 52"/>
                <a:gd name="T25" fmla="*/ 37 h 63"/>
                <a:gd name="T26" fmla="*/ 0 w 52"/>
                <a:gd name="T27" fmla="*/ 26 h 63"/>
                <a:gd name="T28" fmla="*/ 0 w 52"/>
                <a:gd name="T29" fmla="*/ 18 h 63"/>
                <a:gd name="T30" fmla="*/ 1 w 52"/>
                <a:gd name="T31" fmla="*/ 11 h 63"/>
                <a:gd name="T32" fmla="*/ 3 w 52"/>
                <a:gd name="T33" fmla="*/ 7 h 63"/>
                <a:gd name="T34" fmla="*/ 3 w 52"/>
                <a:gd name="T35" fmla="*/ 7 h 63"/>
                <a:gd name="T36" fmla="*/ 7 w 52"/>
                <a:gd name="T37" fmla="*/ 5 h 63"/>
                <a:gd name="T38" fmla="*/ 9 w 52"/>
                <a:gd name="T39" fmla="*/ 7 h 63"/>
                <a:gd name="T40" fmla="*/ 12 w 52"/>
                <a:gd name="T41" fmla="*/ 14 h 63"/>
                <a:gd name="T42" fmla="*/ 16 w 52"/>
                <a:gd name="T43" fmla="*/ 21 h 63"/>
                <a:gd name="T44" fmla="*/ 19 w 52"/>
                <a:gd name="T45" fmla="*/ 26 h 63"/>
                <a:gd name="T46" fmla="*/ 23 w 52"/>
                <a:gd name="T47" fmla="*/ 28 h 63"/>
                <a:gd name="T48" fmla="*/ 23 w 52"/>
                <a:gd name="T49" fmla="*/ 28 h 63"/>
                <a:gd name="T50" fmla="*/ 26 w 52"/>
                <a:gd name="T51" fmla="*/ 28 h 63"/>
                <a:gd name="T52" fmla="*/ 30 w 52"/>
                <a:gd name="T53" fmla="*/ 25 h 63"/>
                <a:gd name="T54" fmla="*/ 33 w 52"/>
                <a:gd name="T55" fmla="*/ 14 h 63"/>
                <a:gd name="T56" fmla="*/ 38 w 52"/>
                <a:gd name="T57" fmla="*/ 5 h 63"/>
                <a:gd name="T58" fmla="*/ 40 w 52"/>
                <a:gd name="T59" fmla="*/ 2 h 63"/>
                <a:gd name="T60" fmla="*/ 44 w 52"/>
                <a:gd name="T61" fmla="*/ 0 h 63"/>
                <a:gd name="T62" fmla="*/ 44 w 52"/>
                <a:gd name="T63" fmla="*/ 0 h 63"/>
                <a:gd name="T64" fmla="*/ 47 w 52"/>
                <a:gd name="T65" fmla="*/ 2 h 63"/>
                <a:gd name="T66" fmla="*/ 49 w 52"/>
                <a:gd name="T67" fmla="*/ 4 h 63"/>
                <a:gd name="T68" fmla="*/ 52 w 52"/>
                <a:gd name="T69" fmla="*/ 9 h 63"/>
                <a:gd name="T70" fmla="*/ 52 w 52"/>
                <a:gd name="T71" fmla="*/ 16 h 63"/>
                <a:gd name="T72" fmla="*/ 51 w 52"/>
                <a:gd name="T73" fmla="*/ 2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63">
                  <a:moveTo>
                    <a:pt x="51" y="25"/>
                  </a:moveTo>
                  <a:lnTo>
                    <a:pt x="51" y="25"/>
                  </a:lnTo>
                  <a:lnTo>
                    <a:pt x="51" y="30"/>
                  </a:lnTo>
                  <a:lnTo>
                    <a:pt x="45" y="44"/>
                  </a:lnTo>
                  <a:lnTo>
                    <a:pt x="42" y="51"/>
                  </a:lnTo>
                  <a:lnTo>
                    <a:pt x="37" y="58"/>
                  </a:lnTo>
                  <a:lnTo>
                    <a:pt x="31" y="62"/>
                  </a:lnTo>
                  <a:lnTo>
                    <a:pt x="24" y="63"/>
                  </a:lnTo>
                  <a:lnTo>
                    <a:pt x="24" y="63"/>
                  </a:lnTo>
                  <a:lnTo>
                    <a:pt x="17" y="60"/>
                  </a:lnTo>
                  <a:lnTo>
                    <a:pt x="10" y="55"/>
                  </a:lnTo>
                  <a:lnTo>
                    <a:pt x="7" y="46"/>
                  </a:lnTo>
                  <a:lnTo>
                    <a:pt x="3" y="37"/>
                  </a:lnTo>
                  <a:lnTo>
                    <a:pt x="0" y="26"/>
                  </a:lnTo>
                  <a:lnTo>
                    <a:pt x="0" y="18"/>
                  </a:lnTo>
                  <a:lnTo>
                    <a:pt x="1" y="11"/>
                  </a:lnTo>
                  <a:lnTo>
                    <a:pt x="3" y="7"/>
                  </a:lnTo>
                  <a:lnTo>
                    <a:pt x="3" y="7"/>
                  </a:lnTo>
                  <a:lnTo>
                    <a:pt x="7" y="5"/>
                  </a:lnTo>
                  <a:lnTo>
                    <a:pt x="9" y="7"/>
                  </a:lnTo>
                  <a:lnTo>
                    <a:pt x="12" y="14"/>
                  </a:lnTo>
                  <a:lnTo>
                    <a:pt x="16" y="21"/>
                  </a:lnTo>
                  <a:lnTo>
                    <a:pt x="19" y="26"/>
                  </a:lnTo>
                  <a:lnTo>
                    <a:pt x="23" y="28"/>
                  </a:lnTo>
                  <a:lnTo>
                    <a:pt x="23" y="28"/>
                  </a:lnTo>
                  <a:lnTo>
                    <a:pt x="26" y="28"/>
                  </a:lnTo>
                  <a:lnTo>
                    <a:pt x="30" y="25"/>
                  </a:lnTo>
                  <a:lnTo>
                    <a:pt x="33" y="14"/>
                  </a:lnTo>
                  <a:lnTo>
                    <a:pt x="38" y="5"/>
                  </a:lnTo>
                  <a:lnTo>
                    <a:pt x="40" y="2"/>
                  </a:lnTo>
                  <a:lnTo>
                    <a:pt x="44" y="0"/>
                  </a:lnTo>
                  <a:lnTo>
                    <a:pt x="44" y="0"/>
                  </a:lnTo>
                  <a:lnTo>
                    <a:pt x="47" y="2"/>
                  </a:lnTo>
                  <a:lnTo>
                    <a:pt x="49" y="4"/>
                  </a:lnTo>
                  <a:lnTo>
                    <a:pt x="52" y="9"/>
                  </a:lnTo>
                  <a:lnTo>
                    <a:pt x="52" y="16"/>
                  </a:lnTo>
                  <a:lnTo>
                    <a:pt x="51" y="25"/>
                  </a:lnTo>
                  <a:close/>
                </a:path>
              </a:pathLst>
            </a:custGeom>
            <a:solidFill>
              <a:srgbClr val="5F3F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50" name="Freeform 161"/>
            <p:cNvSpPr>
              <a:spLocks/>
            </p:cNvSpPr>
            <p:nvPr/>
          </p:nvSpPr>
          <p:spPr bwMode="auto">
            <a:xfrm>
              <a:off x="9907588" y="1035050"/>
              <a:ext cx="82550" cy="100013"/>
            </a:xfrm>
            <a:custGeom>
              <a:avLst/>
              <a:gdLst>
                <a:gd name="T0" fmla="*/ 51 w 52"/>
                <a:gd name="T1" fmla="*/ 25 h 63"/>
                <a:gd name="T2" fmla="*/ 51 w 52"/>
                <a:gd name="T3" fmla="*/ 25 h 63"/>
                <a:gd name="T4" fmla="*/ 51 w 52"/>
                <a:gd name="T5" fmla="*/ 30 h 63"/>
                <a:gd name="T6" fmla="*/ 45 w 52"/>
                <a:gd name="T7" fmla="*/ 44 h 63"/>
                <a:gd name="T8" fmla="*/ 42 w 52"/>
                <a:gd name="T9" fmla="*/ 51 h 63"/>
                <a:gd name="T10" fmla="*/ 37 w 52"/>
                <a:gd name="T11" fmla="*/ 58 h 63"/>
                <a:gd name="T12" fmla="*/ 31 w 52"/>
                <a:gd name="T13" fmla="*/ 62 h 63"/>
                <a:gd name="T14" fmla="*/ 24 w 52"/>
                <a:gd name="T15" fmla="*/ 63 h 63"/>
                <a:gd name="T16" fmla="*/ 24 w 52"/>
                <a:gd name="T17" fmla="*/ 63 h 63"/>
                <a:gd name="T18" fmla="*/ 17 w 52"/>
                <a:gd name="T19" fmla="*/ 60 h 63"/>
                <a:gd name="T20" fmla="*/ 10 w 52"/>
                <a:gd name="T21" fmla="*/ 55 h 63"/>
                <a:gd name="T22" fmla="*/ 7 w 52"/>
                <a:gd name="T23" fmla="*/ 46 h 63"/>
                <a:gd name="T24" fmla="*/ 3 w 52"/>
                <a:gd name="T25" fmla="*/ 37 h 63"/>
                <a:gd name="T26" fmla="*/ 0 w 52"/>
                <a:gd name="T27" fmla="*/ 26 h 63"/>
                <a:gd name="T28" fmla="*/ 0 w 52"/>
                <a:gd name="T29" fmla="*/ 18 h 63"/>
                <a:gd name="T30" fmla="*/ 1 w 52"/>
                <a:gd name="T31" fmla="*/ 11 h 63"/>
                <a:gd name="T32" fmla="*/ 3 w 52"/>
                <a:gd name="T33" fmla="*/ 7 h 63"/>
                <a:gd name="T34" fmla="*/ 3 w 52"/>
                <a:gd name="T35" fmla="*/ 7 h 63"/>
                <a:gd name="T36" fmla="*/ 7 w 52"/>
                <a:gd name="T37" fmla="*/ 5 h 63"/>
                <a:gd name="T38" fmla="*/ 9 w 52"/>
                <a:gd name="T39" fmla="*/ 7 h 63"/>
                <a:gd name="T40" fmla="*/ 12 w 52"/>
                <a:gd name="T41" fmla="*/ 14 h 63"/>
                <a:gd name="T42" fmla="*/ 16 w 52"/>
                <a:gd name="T43" fmla="*/ 21 h 63"/>
                <a:gd name="T44" fmla="*/ 19 w 52"/>
                <a:gd name="T45" fmla="*/ 26 h 63"/>
                <a:gd name="T46" fmla="*/ 23 w 52"/>
                <a:gd name="T47" fmla="*/ 28 h 63"/>
                <a:gd name="T48" fmla="*/ 23 w 52"/>
                <a:gd name="T49" fmla="*/ 28 h 63"/>
                <a:gd name="T50" fmla="*/ 26 w 52"/>
                <a:gd name="T51" fmla="*/ 28 h 63"/>
                <a:gd name="T52" fmla="*/ 30 w 52"/>
                <a:gd name="T53" fmla="*/ 25 h 63"/>
                <a:gd name="T54" fmla="*/ 33 w 52"/>
                <a:gd name="T55" fmla="*/ 14 h 63"/>
                <a:gd name="T56" fmla="*/ 38 w 52"/>
                <a:gd name="T57" fmla="*/ 5 h 63"/>
                <a:gd name="T58" fmla="*/ 40 w 52"/>
                <a:gd name="T59" fmla="*/ 2 h 63"/>
                <a:gd name="T60" fmla="*/ 44 w 52"/>
                <a:gd name="T61" fmla="*/ 0 h 63"/>
                <a:gd name="T62" fmla="*/ 44 w 52"/>
                <a:gd name="T63" fmla="*/ 0 h 63"/>
                <a:gd name="T64" fmla="*/ 47 w 52"/>
                <a:gd name="T65" fmla="*/ 2 h 63"/>
                <a:gd name="T66" fmla="*/ 49 w 52"/>
                <a:gd name="T67" fmla="*/ 4 h 63"/>
                <a:gd name="T68" fmla="*/ 52 w 52"/>
                <a:gd name="T69" fmla="*/ 9 h 63"/>
                <a:gd name="T70" fmla="*/ 52 w 52"/>
                <a:gd name="T71" fmla="*/ 16 h 63"/>
                <a:gd name="T72" fmla="*/ 51 w 52"/>
                <a:gd name="T73" fmla="*/ 2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63">
                  <a:moveTo>
                    <a:pt x="51" y="25"/>
                  </a:moveTo>
                  <a:lnTo>
                    <a:pt x="51" y="25"/>
                  </a:lnTo>
                  <a:lnTo>
                    <a:pt x="51" y="30"/>
                  </a:lnTo>
                  <a:lnTo>
                    <a:pt x="45" y="44"/>
                  </a:lnTo>
                  <a:lnTo>
                    <a:pt x="42" y="51"/>
                  </a:lnTo>
                  <a:lnTo>
                    <a:pt x="37" y="58"/>
                  </a:lnTo>
                  <a:lnTo>
                    <a:pt x="31" y="62"/>
                  </a:lnTo>
                  <a:lnTo>
                    <a:pt x="24" y="63"/>
                  </a:lnTo>
                  <a:lnTo>
                    <a:pt x="24" y="63"/>
                  </a:lnTo>
                  <a:lnTo>
                    <a:pt x="17" y="60"/>
                  </a:lnTo>
                  <a:lnTo>
                    <a:pt x="10" y="55"/>
                  </a:lnTo>
                  <a:lnTo>
                    <a:pt x="7" y="46"/>
                  </a:lnTo>
                  <a:lnTo>
                    <a:pt x="3" y="37"/>
                  </a:lnTo>
                  <a:lnTo>
                    <a:pt x="0" y="26"/>
                  </a:lnTo>
                  <a:lnTo>
                    <a:pt x="0" y="18"/>
                  </a:lnTo>
                  <a:lnTo>
                    <a:pt x="1" y="11"/>
                  </a:lnTo>
                  <a:lnTo>
                    <a:pt x="3" y="7"/>
                  </a:lnTo>
                  <a:lnTo>
                    <a:pt x="3" y="7"/>
                  </a:lnTo>
                  <a:lnTo>
                    <a:pt x="7" y="5"/>
                  </a:lnTo>
                  <a:lnTo>
                    <a:pt x="9" y="7"/>
                  </a:lnTo>
                  <a:lnTo>
                    <a:pt x="12" y="14"/>
                  </a:lnTo>
                  <a:lnTo>
                    <a:pt x="16" y="21"/>
                  </a:lnTo>
                  <a:lnTo>
                    <a:pt x="19" y="26"/>
                  </a:lnTo>
                  <a:lnTo>
                    <a:pt x="23" y="28"/>
                  </a:lnTo>
                  <a:lnTo>
                    <a:pt x="23" y="28"/>
                  </a:lnTo>
                  <a:lnTo>
                    <a:pt x="26" y="28"/>
                  </a:lnTo>
                  <a:lnTo>
                    <a:pt x="30" y="25"/>
                  </a:lnTo>
                  <a:lnTo>
                    <a:pt x="33" y="14"/>
                  </a:lnTo>
                  <a:lnTo>
                    <a:pt x="38" y="5"/>
                  </a:lnTo>
                  <a:lnTo>
                    <a:pt x="40" y="2"/>
                  </a:lnTo>
                  <a:lnTo>
                    <a:pt x="44" y="0"/>
                  </a:lnTo>
                  <a:lnTo>
                    <a:pt x="44" y="0"/>
                  </a:lnTo>
                  <a:lnTo>
                    <a:pt x="47" y="2"/>
                  </a:lnTo>
                  <a:lnTo>
                    <a:pt x="49" y="4"/>
                  </a:lnTo>
                  <a:lnTo>
                    <a:pt x="52" y="9"/>
                  </a:lnTo>
                  <a:lnTo>
                    <a:pt x="52" y="16"/>
                  </a:lnTo>
                  <a:lnTo>
                    <a:pt x="51" y="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51" name="Freeform 162"/>
            <p:cNvSpPr>
              <a:spLocks/>
            </p:cNvSpPr>
            <p:nvPr/>
          </p:nvSpPr>
          <p:spPr bwMode="auto">
            <a:xfrm>
              <a:off x="9918701" y="957263"/>
              <a:ext cx="60325" cy="136525"/>
            </a:xfrm>
            <a:custGeom>
              <a:avLst/>
              <a:gdLst>
                <a:gd name="T0" fmla="*/ 21 w 38"/>
                <a:gd name="T1" fmla="*/ 0 h 86"/>
                <a:gd name="T2" fmla="*/ 21 w 38"/>
                <a:gd name="T3" fmla="*/ 0 h 86"/>
                <a:gd name="T4" fmla="*/ 26 w 38"/>
                <a:gd name="T5" fmla="*/ 0 h 86"/>
                <a:gd name="T6" fmla="*/ 31 w 38"/>
                <a:gd name="T7" fmla="*/ 3 h 86"/>
                <a:gd name="T8" fmla="*/ 35 w 38"/>
                <a:gd name="T9" fmla="*/ 9 h 86"/>
                <a:gd name="T10" fmla="*/ 37 w 38"/>
                <a:gd name="T11" fmla="*/ 16 h 86"/>
                <a:gd name="T12" fmla="*/ 38 w 38"/>
                <a:gd name="T13" fmla="*/ 23 h 86"/>
                <a:gd name="T14" fmla="*/ 38 w 38"/>
                <a:gd name="T15" fmla="*/ 33 h 86"/>
                <a:gd name="T16" fmla="*/ 35 w 38"/>
                <a:gd name="T17" fmla="*/ 56 h 86"/>
                <a:gd name="T18" fmla="*/ 35 w 38"/>
                <a:gd name="T19" fmla="*/ 56 h 86"/>
                <a:gd name="T20" fmla="*/ 30 w 38"/>
                <a:gd name="T21" fmla="*/ 74 h 86"/>
                <a:gd name="T22" fmla="*/ 26 w 38"/>
                <a:gd name="T23" fmla="*/ 81 h 86"/>
                <a:gd name="T24" fmla="*/ 24 w 38"/>
                <a:gd name="T25" fmla="*/ 84 h 86"/>
                <a:gd name="T26" fmla="*/ 21 w 38"/>
                <a:gd name="T27" fmla="*/ 86 h 86"/>
                <a:gd name="T28" fmla="*/ 17 w 38"/>
                <a:gd name="T29" fmla="*/ 86 h 86"/>
                <a:gd name="T30" fmla="*/ 14 w 38"/>
                <a:gd name="T31" fmla="*/ 84 h 86"/>
                <a:gd name="T32" fmla="*/ 10 w 38"/>
                <a:gd name="T33" fmla="*/ 81 h 86"/>
                <a:gd name="T34" fmla="*/ 10 w 38"/>
                <a:gd name="T35" fmla="*/ 81 h 86"/>
                <a:gd name="T36" fmla="*/ 7 w 38"/>
                <a:gd name="T37" fmla="*/ 74 h 86"/>
                <a:gd name="T38" fmla="*/ 3 w 38"/>
                <a:gd name="T39" fmla="*/ 63 h 86"/>
                <a:gd name="T40" fmla="*/ 2 w 38"/>
                <a:gd name="T41" fmla="*/ 51 h 86"/>
                <a:gd name="T42" fmla="*/ 0 w 38"/>
                <a:gd name="T43" fmla="*/ 37 h 86"/>
                <a:gd name="T44" fmla="*/ 2 w 38"/>
                <a:gd name="T45" fmla="*/ 23 h 86"/>
                <a:gd name="T46" fmla="*/ 5 w 38"/>
                <a:gd name="T47" fmla="*/ 10 h 86"/>
                <a:gd name="T48" fmla="*/ 9 w 38"/>
                <a:gd name="T49" fmla="*/ 7 h 86"/>
                <a:gd name="T50" fmla="*/ 12 w 38"/>
                <a:gd name="T51" fmla="*/ 3 h 86"/>
                <a:gd name="T52" fmla="*/ 16 w 38"/>
                <a:gd name="T53" fmla="*/ 0 h 86"/>
                <a:gd name="T54" fmla="*/ 21 w 38"/>
                <a:gd name="T5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 h="86">
                  <a:moveTo>
                    <a:pt x="21" y="0"/>
                  </a:moveTo>
                  <a:lnTo>
                    <a:pt x="21" y="0"/>
                  </a:lnTo>
                  <a:lnTo>
                    <a:pt x="26" y="0"/>
                  </a:lnTo>
                  <a:lnTo>
                    <a:pt x="31" y="3"/>
                  </a:lnTo>
                  <a:lnTo>
                    <a:pt x="35" y="9"/>
                  </a:lnTo>
                  <a:lnTo>
                    <a:pt x="37" y="16"/>
                  </a:lnTo>
                  <a:lnTo>
                    <a:pt x="38" y="23"/>
                  </a:lnTo>
                  <a:lnTo>
                    <a:pt x="38" y="33"/>
                  </a:lnTo>
                  <a:lnTo>
                    <a:pt x="35" y="56"/>
                  </a:lnTo>
                  <a:lnTo>
                    <a:pt x="35" y="56"/>
                  </a:lnTo>
                  <a:lnTo>
                    <a:pt x="30" y="74"/>
                  </a:lnTo>
                  <a:lnTo>
                    <a:pt x="26" y="81"/>
                  </a:lnTo>
                  <a:lnTo>
                    <a:pt x="24" y="84"/>
                  </a:lnTo>
                  <a:lnTo>
                    <a:pt x="21" y="86"/>
                  </a:lnTo>
                  <a:lnTo>
                    <a:pt x="17" y="86"/>
                  </a:lnTo>
                  <a:lnTo>
                    <a:pt x="14" y="84"/>
                  </a:lnTo>
                  <a:lnTo>
                    <a:pt x="10" y="81"/>
                  </a:lnTo>
                  <a:lnTo>
                    <a:pt x="10" y="81"/>
                  </a:lnTo>
                  <a:lnTo>
                    <a:pt x="7" y="74"/>
                  </a:lnTo>
                  <a:lnTo>
                    <a:pt x="3" y="63"/>
                  </a:lnTo>
                  <a:lnTo>
                    <a:pt x="2" y="51"/>
                  </a:lnTo>
                  <a:lnTo>
                    <a:pt x="0" y="37"/>
                  </a:lnTo>
                  <a:lnTo>
                    <a:pt x="2" y="23"/>
                  </a:lnTo>
                  <a:lnTo>
                    <a:pt x="5" y="10"/>
                  </a:lnTo>
                  <a:lnTo>
                    <a:pt x="9" y="7"/>
                  </a:lnTo>
                  <a:lnTo>
                    <a:pt x="12" y="3"/>
                  </a:lnTo>
                  <a:lnTo>
                    <a:pt x="16" y="0"/>
                  </a:lnTo>
                  <a:lnTo>
                    <a:pt x="21"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52" name="Freeform 163"/>
            <p:cNvSpPr>
              <a:spLocks/>
            </p:cNvSpPr>
            <p:nvPr/>
          </p:nvSpPr>
          <p:spPr bwMode="auto">
            <a:xfrm>
              <a:off x="9918701" y="957263"/>
              <a:ext cx="60325" cy="136525"/>
            </a:xfrm>
            <a:custGeom>
              <a:avLst/>
              <a:gdLst>
                <a:gd name="T0" fmla="*/ 21 w 38"/>
                <a:gd name="T1" fmla="*/ 0 h 86"/>
                <a:gd name="T2" fmla="*/ 21 w 38"/>
                <a:gd name="T3" fmla="*/ 0 h 86"/>
                <a:gd name="T4" fmla="*/ 26 w 38"/>
                <a:gd name="T5" fmla="*/ 0 h 86"/>
                <a:gd name="T6" fmla="*/ 31 w 38"/>
                <a:gd name="T7" fmla="*/ 3 h 86"/>
                <a:gd name="T8" fmla="*/ 35 w 38"/>
                <a:gd name="T9" fmla="*/ 9 h 86"/>
                <a:gd name="T10" fmla="*/ 37 w 38"/>
                <a:gd name="T11" fmla="*/ 16 h 86"/>
                <a:gd name="T12" fmla="*/ 38 w 38"/>
                <a:gd name="T13" fmla="*/ 23 h 86"/>
                <a:gd name="T14" fmla="*/ 38 w 38"/>
                <a:gd name="T15" fmla="*/ 33 h 86"/>
                <a:gd name="T16" fmla="*/ 35 w 38"/>
                <a:gd name="T17" fmla="*/ 56 h 86"/>
                <a:gd name="T18" fmla="*/ 35 w 38"/>
                <a:gd name="T19" fmla="*/ 56 h 86"/>
                <a:gd name="T20" fmla="*/ 30 w 38"/>
                <a:gd name="T21" fmla="*/ 74 h 86"/>
                <a:gd name="T22" fmla="*/ 26 w 38"/>
                <a:gd name="T23" fmla="*/ 81 h 86"/>
                <a:gd name="T24" fmla="*/ 24 w 38"/>
                <a:gd name="T25" fmla="*/ 84 h 86"/>
                <a:gd name="T26" fmla="*/ 21 w 38"/>
                <a:gd name="T27" fmla="*/ 86 h 86"/>
                <a:gd name="T28" fmla="*/ 17 w 38"/>
                <a:gd name="T29" fmla="*/ 86 h 86"/>
                <a:gd name="T30" fmla="*/ 14 w 38"/>
                <a:gd name="T31" fmla="*/ 84 h 86"/>
                <a:gd name="T32" fmla="*/ 10 w 38"/>
                <a:gd name="T33" fmla="*/ 81 h 86"/>
                <a:gd name="T34" fmla="*/ 10 w 38"/>
                <a:gd name="T35" fmla="*/ 81 h 86"/>
                <a:gd name="T36" fmla="*/ 7 w 38"/>
                <a:gd name="T37" fmla="*/ 74 h 86"/>
                <a:gd name="T38" fmla="*/ 3 w 38"/>
                <a:gd name="T39" fmla="*/ 63 h 86"/>
                <a:gd name="T40" fmla="*/ 2 w 38"/>
                <a:gd name="T41" fmla="*/ 51 h 86"/>
                <a:gd name="T42" fmla="*/ 0 w 38"/>
                <a:gd name="T43" fmla="*/ 37 h 86"/>
                <a:gd name="T44" fmla="*/ 2 w 38"/>
                <a:gd name="T45" fmla="*/ 23 h 86"/>
                <a:gd name="T46" fmla="*/ 5 w 38"/>
                <a:gd name="T47" fmla="*/ 10 h 86"/>
                <a:gd name="T48" fmla="*/ 9 w 38"/>
                <a:gd name="T49" fmla="*/ 7 h 86"/>
                <a:gd name="T50" fmla="*/ 12 w 38"/>
                <a:gd name="T51" fmla="*/ 3 h 86"/>
                <a:gd name="T52" fmla="*/ 16 w 38"/>
                <a:gd name="T53" fmla="*/ 0 h 86"/>
                <a:gd name="T54" fmla="*/ 21 w 38"/>
                <a:gd name="T5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 h="86">
                  <a:moveTo>
                    <a:pt x="21" y="0"/>
                  </a:moveTo>
                  <a:lnTo>
                    <a:pt x="21" y="0"/>
                  </a:lnTo>
                  <a:lnTo>
                    <a:pt x="26" y="0"/>
                  </a:lnTo>
                  <a:lnTo>
                    <a:pt x="31" y="3"/>
                  </a:lnTo>
                  <a:lnTo>
                    <a:pt x="35" y="9"/>
                  </a:lnTo>
                  <a:lnTo>
                    <a:pt x="37" y="16"/>
                  </a:lnTo>
                  <a:lnTo>
                    <a:pt x="38" y="23"/>
                  </a:lnTo>
                  <a:lnTo>
                    <a:pt x="38" y="33"/>
                  </a:lnTo>
                  <a:lnTo>
                    <a:pt x="35" y="56"/>
                  </a:lnTo>
                  <a:lnTo>
                    <a:pt x="35" y="56"/>
                  </a:lnTo>
                  <a:lnTo>
                    <a:pt x="30" y="74"/>
                  </a:lnTo>
                  <a:lnTo>
                    <a:pt x="26" y="81"/>
                  </a:lnTo>
                  <a:lnTo>
                    <a:pt x="24" y="84"/>
                  </a:lnTo>
                  <a:lnTo>
                    <a:pt x="21" y="86"/>
                  </a:lnTo>
                  <a:lnTo>
                    <a:pt x="17" y="86"/>
                  </a:lnTo>
                  <a:lnTo>
                    <a:pt x="14" y="84"/>
                  </a:lnTo>
                  <a:lnTo>
                    <a:pt x="10" y="81"/>
                  </a:lnTo>
                  <a:lnTo>
                    <a:pt x="10" y="81"/>
                  </a:lnTo>
                  <a:lnTo>
                    <a:pt x="7" y="74"/>
                  </a:lnTo>
                  <a:lnTo>
                    <a:pt x="3" y="63"/>
                  </a:lnTo>
                  <a:lnTo>
                    <a:pt x="2" y="51"/>
                  </a:lnTo>
                  <a:lnTo>
                    <a:pt x="0" y="37"/>
                  </a:lnTo>
                  <a:lnTo>
                    <a:pt x="2" y="23"/>
                  </a:lnTo>
                  <a:lnTo>
                    <a:pt x="5" y="10"/>
                  </a:lnTo>
                  <a:lnTo>
                    <a:pt x="9" y="7"/>
                  </a:lnTo>
                  <a:lnTo>
                    <a:pt x="12" y="3"/>
                  </a:lnTo>
                  <a:lnTo>
                    <a:pt x="16" y="0"/>
                  </a:lnTo>
                  <a:lnTo>
                    <a:pt x="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53" name="Freeform 164"/>
            <p:cNvSpPr>
              <a:spLocks/>
            </p:cNvSpPr>
            <p:nvPr/>
          </p:nvSpPr>
          <p:spPr bwMode="auto">
            <a:xfrm>
              <a:off x="9940926" y="898525"/>
              <a:ext cx="60325" cy="136525"/>
            </a:xfrm>
            <a:custGeom>
              <a:avLst/>
              <a:gdLst>
                <a:gd name="T0" fmla="*/ 16 w 38"/>
                <a:gd name="T1" fmla="*/ 3 h 86"/>
                <a:gd name="T2" fmla="*/ 16 w 38"/>
                <a:gd name="T3" fmla="*/ 3 h 86"/>
                <a:gd name="T4" fmla="*/ 17 w 38"/>
                <a:gd name="T5" fmla="*/ 2 h 86"/>
                <a:gd name="T6" fmla="*/ 23 w 38"/>
                <a:gd name="T7" fmla="*/ 0 h 86"/>
                <a:gd name="T8" fmla="*/ 24 w 38"/>
                <a:gd name="T9" fmla="*/ 0 h 86"/>
                <a:gd name="T10" fmla="*/ 28 w 38"/>
                <a:gd name="T11" fmla="*/ 2 h 86"/>
                <a:gd name="T12" fmla="*/ 31 w 38"/>
                <a:gd name="T13" fmla="*/ 5 h 86"/>
                <a:gd name="T14" fmla="*/ 33 w 38"/>
                <a:gd name="T15" fmla="*/ 12 h 86"/>
                <a:gd name="T16" fmla="*/ 33 w 38"/>
                <a:gd name="T17" fmla="*/ 12 h 86"/>
                <a:gd name="T18" fmla="*/ 37 w 38"/>
                <a:gd name="T19" fmla="*/ 30 h 86"/>
                <a:gd name="T20" fmla="*/ 38 w 38"/>
                <a:gd name="T21" fmla="*/ 42 h 86"/>
                <a:gd name="T22" fmla="*/ 37 w 38"/>
                <a:gd name="T23" fmla="*/ 53 h 86"/>
                <a:gd name="T24" fmla="*/ 35 w 38"/>
                <a:gd name="T25" fmla="*/ 63 h 86"/>
                <a:gd name="T26" fmla="*/ 33 w 38"/>
                <a:gd name="T27" fmla="*/ 74 h 86"/>
                <a:gd name="T28" fmla="*/ 28 w 38"/>
                <a:gd name="T29" fmla="*/ 81 h 86"/>
                <a:gd name="T30" fmla="*/ 19 w 38"/>
                <a:gd name="T31" fmla="*/ 86 h 86"/>
                <a:gd name="T32" fmla="*/ 19 w 38"/>
                <a:gd name="T33" fmla="*/ 86 h 86"/>
                <a:gd name="T34" fmla="*/ 16 w 38"/>
                <a:gd name="T35" fmla="*/ 86 h 86"/>
                <a:gd name="T36" fmla="*/ 12 w 38"/>
                <a:gd name="T37" fmla="*/ 86 h 86"/>
                <a:gd name="T38" fmla="*/ 9 w 38"/>
                <a:gd name="T39" fmla="*/ 83 h 86"/>
                <a:gd name="T40" fmla="*/ 5 w 38"/>
                <a:gd name="T41" fmla="*/ 81 h 86"/>
                <a:gd name="T42" fmla="*/ 2 w 38"/>
                <a:gd name="T43" fmla="*/ 70 h 86"/>
                <a:gd name="T44" fmla="*/ 0 w 38"/>
                <a:gd name="T45" fmla="*/ 58 h 86"/>
                <a:gd name="T46" fmla="*/ 0 w 38"/>
                <a:gd name="T47" fmla="*/ 44 h 86"/>
                <a:gd name="T48" fmla="*/ 2 w 38"/>
                <a:gd name="T49" fmla="*/ 30 h 86"/>
                <a:gd name="T50" fmla="*/ 7 w 38"/>
                <a:gd name="T51" fmla="*/ 16 h 86"/>
                <a:gd name="T52" fmla="*/ 16 w 38"/>
                <a:gd name="T53" fmla="*/ 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86">
                  <a:moveTo>
                    <a:pt x="16" y="3"/>
                  </a:moveTo>
                  <a:lnTo>
                    <a:pt x="16" y="3"/>
                  </a:lnTo>
                  <a:lnTo>
                    <a:pt x="17" y="2"/>
                  </a:lnTo>
                  <a:lnTo>
                    <a:pt x="23" y="0"/>
                  </a:lnTo>
                  <a:lnTo>
                    <a:pt x="24" y="0"/>
                  </a:lnTo>
                  <a:lnTo>
                    <a:pt x="28" y="2"/>
                  </a:lnTo>
                  <a:lnTo>
                    <a:pt x="31" y="5"/>
                  </a:lnTo>
                  <a:lnTo>
                    <a:pt x="33" y="12"/>
                  </a:lnTo>
                  <a:lnTo>
                    <a:pt x="33" y="12"/>
                  </a:lnTo>
                  <a:lnTo>
                    <a:pt x="37" y="30"/>
                  </a:lnTo>
                  <a:lnTo>
                    <a:pt x="38" y="42"/>
                  </a:lnTo>
                  <a:lnTo>
                    <a:pt x="37" y="53"/>
                  </a:lnTo>
                  <a:lnTo>
                    <a:pt x="35" y="63"/>
                  </a:lnTo>
                  <a:lnTo>
                    <a:pt x="33" y="74"/>
                  </a:lnTo>
                  <a:lnTo>
                    <a:pt x="28" y="81"/>
                  </a:lnTo>
                  <a:lnTo>
                    <a:pt x="19" y="86"/>
                  </a:lnTo>
                  <a:lnTo>
                    <a:pt x="19" y="86"/>
                  </a:lnTo>
                  <a:lnTo>
                    <a:pt x="16" y="86"/>
                  </a:lnTo>
                  <a:lnTo>
                    <a:pt x="12" y="86"/>
                  </a:lnTo>
                  <a:lnTo>
                    <a:pt x="9" y="83"/>
                  </a:lnTo>
                  <a:lnTo>
                    <a:pt x="5" y="81"/>
                  </a:lnTo>
                  <a:lnTo>
                    <a:pt x="2" y="70"/>
                  </a:lnTo>
                  <a:lnTo>
                    <a:pt x="0" y="58"/>
                  </a:lnTo>
                  <a:lnTo>
                    <a:pt x="0" y="44"/>
                  </a:lnTo>
                  <a:lnTo>
                    <a:pt x="2" y="30"/>
                  </a:lnTo>
                  <a:lnTo>
                    <a:pt x="7" y="16"/>
                  </a:lnTo>
                  <a:lnTo>
                    <a:pt x="16"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54" name="Freeform 165"/>
            <p:cNvSpPr>
              <a:spLocks/>
            </p:cNvSpPr>
            <p:nvPr/>
          </p:nvSpPr>
          <p:spPr bwMode="auto">
            <a:xfrm>
              <a:off x="9940926" y="898525"/>
              <a:ext cx="60325" cy="136525"/>
            </a:xfrm>
            <a:custGeom>
              <a:avLst/>
              <a:gdLst>
                <a:gd name="T0" fmla="*/ 16 w 38"/>
                <a:gd name="T1" fmla="*/ 3 h 86"/>
                <a:gd name="T2" fmla="*/ 16 w 38"/>
                <a:gd name="T3" fmla="*/ 3 h 86"/>
                <a:gd name="T4" fmla="*/ 17 w 38"/>
                <a:gd name="T5" fmla="*/ 2 h 86"/>
                <a:gd name="T6" fmla="*/ 23 w 38"/>
                <a:gd name="T7" fmla="*/ 0 h 86"/>
                <a:gd name="T8" fmla="*/ 24 w 38"/>
                <a:gd name="T9" fmla="*/ 0 h 86"/>
                <a:gd name="T10" fmla="*/ 28 w 38"/>
                <a:gd name="T11" fmla="*/ 2 h 86"/>
                <a:gd name="T12" fmla="*/ 31 w 38"/>
                <a:gd name="T13" fmla="*/ 5 h 86"/>
                <a:gd name="T14" fmla="*/ 33 w 38"/>
                <a:gd name="T15" fmla="*/ 12 h 86"/>
                <a:gd name="T16" fmla="*/ 33 w 38"/>
                <a:gd name="T17" fmla="*/ 12 h 86"/>
                <a:gd name="T18" fmla="*/ 37 w 38"/>
                <a:gd name="T19" fmla="*/ 30 h 86"/>
                <a:gd name="T20" fmla="*/ 38 w 38"/>
                <a:gd name="T21" fmla="*/ 42 h 86"/>
                <a:gd name="T22" fmla="*/ 37 w 38"/>
                <a:gd name="T23" fmla="*/ 53 h 86"/>
                <a:gd name="T24" fmla="*/ 35 w 38"/>
                <a:gd name="T25" fmla="*/ 63 h 86"/>
                <a:gd name="T26" fmla="*/ 33 w 38"/>
                <a:gd name="T27" fmla="*/ 74 h 86"/>
                <a:gd name="T28" fmla="*/ 28 w 38"/>
                <a:gd name="T29" fmla="*/ 81 h 86"/>
                <a:gd name="T30" fmla="*/ 19 w 38"/>
                <a:gd name="T31" fmla="*/ 86 h 86"/>
                <a:gd name="T32" fmla="*/ 19 w 38"/>
                <a:gd name="T33" fmla="*/ 86 h 86"/>
                <a:gd name="T34" fmla="*/ 16 w 38"/>
                <a:gd name="T35" fmla="*/ 86 h 86"/>
                <a:gd name="T36" fmla="*/ 12 w 38"/>
                <a:gd name="T37" fmla="*/ 86 h 86"/>
                <a:gd name="T38" fmla="*/ 9 w 38"/>
                <a:gd name="T39" fmla="*/ 83 h 86"/>
                <a:gd name="T40" fmla="*/ 5 w 38"/>
                <a:gd name="T41" fmla="*/ 81 h 86"/>
                <a:gd name="T42" fmla="*/ 2 w 38"/>
                <a:gd name="T43" fmla="*/ 70 h 86"/>
                <a:gd name="T44" fmla="*/ 0 w 38"/>
                <a:gd name="T45" fmla="*/ 58 h 86"/>
                <a:gd name="T46" fmla="*/ 0 w 38"/>
                <a:gd name="T47" fmla="*/ 44 h 86"/>
                <a:gd name="T48" fmla="*/ 2 w 38"/>
                <a:gd name="T49" fmla="*/ 30 h 86"/>
                <a:gd name="T50" fmla="*/ 7 w 38"/>
                <a:gd name="T51" fmla="*/ 16 h 86"/>
                <a:gd name="T52" fmla="*/ 16 w 38"/>
                <a:gd name="T53" fmla="*/ 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86">
                  <a:moveTo>
                    <a:pt x="16" y="3"/>
                  </a:moveTo>
                  <a:lnTo>
                    <a:pt x="16" y="3"/>
                  </a:lnTo>
                  <a:lnTo>
                    <a:pt x="17" y="2"/>
                  </a:lnTo>
                  <a:lnTo>
                    <a:pt x="23" y="0"/>
                  </a:lnTo>
                  <a:lnTo>
                    <a:pt x="24" y="0"/>
                  </a:lnTo>
                  <a:lnTo>
                    <a:pt x="28" y="2"/>
                  </a:lnTo>
                  <a:lnTo>
                    <a:pt x="31" y="5"/>
                  </a:lnTo>
                  <a:lnTo>
                    <a:pt x="33" y="12"/>
                  </a:lnTo>
                  <a:lnTo>
                    <a:pt x="33" y="12"/>
                  </a:lnTo>
                  <a:lnTo>
                    <a:pt x="37" y="30"/>
                  </a:lnTo>
                  <a:lnTo>
                    <a:pt x="38" y="42"/>
                  </a:lnTo>
                  <a:lnTo>
                    <a:pt x="37" y="53"/>
                  </a:lnTo>
                  <a:lnTo>
                    <a:pt x="35" y="63"/>
                  </a:lnTo>
                  <a:lnTo>
                    <a:pt x="33" y="74"/>
                  </a:lnTo>
                  <a:lnTo>
                    <a:pt x="28" y="81"/>
                  </a:lnTo>
                  <a:lnTo>
                    <a:pt x="19" y="86"/>
                  </a:lnTo>
                  <a:lnTo>
                    <a:pt x="19" y="86"/>
                  </a:lnTo>
                  <a:lnTo>
                    <a:pt x="16" y="86"/>
                  </a:lnTo>
                  <a:lnTo>
                    <a:pt x="12" y="86"/>
                  </a:lnTo>
                  <a:lnTo>
                    <a:pt x="9" y="83"/>
                  </a:lnTo>
                  <a:lnTo>
                    <a:pt x="5" y="81"/>
                  </a:lnTo>
                  <a:lnTo>
                    <a:pt x="2" y="70"/>
                  </a:lnTo>
                  <a:lnTo>
                    <a:pt x="0" y="58"/>
                  </a:lnTo>
                  <a:lnTo>
                    <a:pt x="0" y="44"/>
                  </a:lnTo>
                  <a:lnTo>
                    <a:pt x="2" y="30"/>
                  </a:lnTo>
                  <a:lnTo>
                    <a:pt x="7" y="16"/>
                  </a:lnTo>
                  <a:lnTo>
                    <a:pt x="16"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55" name="Freeform 166"/>
            <p:cNvSpPr>
              <a:spLocks/>
            </p:cNvSpPr>
            <p:nvPr/>
          </p:nvSpPr>
          <p:spPr bwMode="auto">
            <a:xfrm>
              <a:off x="8766176" y="0"/>
              <a:ext cx="1535113" cy="1617663"/>
            </a:xfrm>
            <a:custGeom>
              <a:avLst/>
              <a:gdLst>
                <a:gd name="T0" fmla="*/ 800 w 967"/>
                <a:gd name="T1" fmla="*/ 318 h 1019"/>
                <a:gd name="T2" fmla="*/ 749 w 967"/>
                <a:gd name="T3" fmla="*/ 390 h 1019"/>
                <a:gd name="T4" fmla="*/ 699 w 967"/>
                <a:gd name="T5" fmla="*/ 438 h 1019"/>
                <a:gd name="T6" fmla="*/ 633 w 967"/>
                <a:gd name="T7" fmla="*/ 478 h 1019"/>
                <a:gd name="T8" fmla="*/ 578 w 967"/>
                <a:gd name="T9" fmla="*/ 497 h 1019"/>
                <a:gd name="T10" fmla="*/ 488 w 967"/>
                <a:gd name="T11" fmla="*/ 510 h 1019"/>
                <a:gd name="T12" fmla="*/ 402 w 967"/>
                <a:gd name="T13" fmla="*/ 508 h 1019"/>
                <a:gd name="T14" fmla="*/ 271 w 967"/>
                <a:gd name="T15" fmla="*/ 489 h 1019"/>
                <a:gd name="T16" fmla="*/ 228 w 967"/>
                <a:gd name="T17" fmla="*/ 513 h 1019"/>
                <a:gd name="T18" fmla="*/ 195 w 967"/>
                <a:gd name="T19" fmla="*/ 641 h 1019"/>
                <a:gd name="T20" fmla="*/ 186 w 967"/>
                <a:gd name="T21" fmla="*/ 719 h 1019"/>
                <a:gd name="T22" fmla="*/ 195 w 967"/>
                <a:gd name="T23" fmla="*/ 793 h 1019"/>
                <a:gd name="T24" fmla="*/ 176 w 967"/>
                <a:gd name="T25" fmla="*/ 763 h 1019"/>
                <a:gd name="T26" fmla="*/ 142 w 967"/>
                <a:gd name="T27" fmla="*/ 684 h 1019"/>
                <a:gd name="T28" fmla="*/ 126 w 967"/>
                <a:gd name="T29" fmla="*/ 613 h 1019"/>
                <a:gd name="T30" fmla="*/ 91 w 967"/>
                <a:gd name="T31" fmla="*/ 626 h 1019"/>
                <a:gd name="T32" fmla="*/ 65 w 967"/>
                <a:gd name="T33" fmla="*/ 643 h 1019"/>
                <a:gd name="T34" fmla="*/ 44 w 967"/>
                <a:gd name="T35" fmla="*/ 675 h 1019"/>
                <a:gd name="T36" fmla="*/ 39 w 967"/>
                <a:gd name="T37" fmla="*/ 721 h 1019"/>
                <a:gd name="T38" fmla="*/ 47 w 967"/>
                <a:gd name="T39" fmla="*/ 759 h 1019"/>
                <a:gd name="T40" fmla="*/ 70 w 967"/>
                <a:gd name="T41" fmla="*/ 807 h 1019"/>
                <a:gd name="T42" fmla="*/ 98 w 967"/>
                <a:gd name="T43" fmla="*/ 840 h 1019"/>
                <a:gd name="T44" fmla="*/ 130 w 967"/>
                <a:gd name="T45" fmla="*/ 859 h 1019"/>
                <a:gd name="T46" fmla="*/ 174 w 967"/>
                <a:gd name="T47" fmla="*/ 872 h 1019"/>
                <a:gd name="T48" fmla="*/ 246 w 967"/>
                <a:gd name="T49" fmla="*/ 1019 h 1019"/>
                <a:gd name="T50" fmla="*/ 186 w 967"/>
                <a:gd name="T51" fmla="*/ 977 h 1019"/>
                <a:gd name="T52" fmla="*/ 118 w 967"/>
                <a:gd name="T53" fmla="*/ 910 h 1019"/>
                <a:gd name="T54" fmla="*/ 51 w 967"/>
                <a:gd name="T55" fmla="*/ 812 h 1019"/>
                <a:gd name="T56" fmla="*/ 25 w 967"/>
                <a:gd name="T57" fmla="*/ 752 h 1019"/>
                <a:gd name="T58" fmla="*/ 7 w 967"/>
                <a:gd name="T59" fmla="*/ 684 h 1019"/>
                <a:gd name="T60" fmla="*/ 0 w 967"/>
                <a:gd name="T61" fmla="*/ 606 h 1019"/>
                <a:gd name="T62" fmla="*/ 5 w 967"/>
                <a:gd name="T63" fmla="*/ 524 h 1019"/>
                <a:gd name="T64" fmla="*/ 32 w 967"/>
                <a:gd name="T65" fmla="*/ 364 h 1019"/>
                <a:gd name="T66" fmla="*/ 63 w 967"/>
                <a:gd name="T67" fmla="*/ 267 h 1019"/>
                <a:gd name="T68" fmla="*/ 97 w 967"/>
                <a:gd name="T69" fmla="*/ 200 h 1019"/>
                <a:gd name="T70" fmla="*/ 141 w 967"/>
                <a:gd name="T71" fmla="*/ 141 h 1019"/>
                <a:gd name="T72" fmla="*/ 195 w 967"/>
                <a:gd name="T73" fmla="*/ 91 h 1019"/>
                <a:gd name="T74" fmla="*/ 264 w 967"/>
                <a:gd name="T75" fmla="*/ 51 h 1019"/>
                <a:gd name="T76" fmla="*/ 346 w 967"/>
                <a:gd name="T77" fmla="*/ 21 h 1019"/>
                <a:gd name="T78" fmla="*/ 445 w 967"/>
                <a:gd name="T79" fmla="*/ 4 h 1019"/>
                <a:gd name="T80" fmla="*/ 520 w 967"/>
                <a:gd name="T81" fmla="*/ 0 h 1019"/>
                <a:gd name="T82" fmla="*/ 631 w 967"/>
                <a:gd name="T83" fmla="*/ 12 h 1019"/>
                <a:gd name="T84" fmla="*/ 722 w 967"/>
                <a:gd name="T85" fmla="*/ 46 h 1019"/>
                <a:gd name="T86" fmla="*/ 798 w 967"/>
                <a:gd name="T87" fmla="*/ 97 h 1019"/>
                <a:gd name="T88" fmla="*/ 859 w 967"/>
                <a:gd name="T89" fmla="*/ 162 h 1019"/>
                <a:gd name="T90" fmla="*/ 905 w 967"/>
                <a:gd name="T91" fmla="*/ 236 h 1019"/>
                <a:gd name="T92" fmla="*/ 938 w 967"/>
                <a:gd name="T93" fmla="*/ 316 h 1019"/>
                <a:gd name="T94" fmla="*/ 958 w 967"/>
                <a:gd name="T95" fmla="*/ 399 h 1019"/>
                <a:gd name="T96" fmla="*/ 967 w 967"/>
                <a:gd name="T97" fmla="*/ 480 h 1019"/>
                <a:gd name="T98" fmla="*/ 963 w 967"/>
                <a:gd name="T99" fmla="*/ 554 h 1019"/>
                <a:gd name="T100" fmla="*/ 951 w 967"/>
                <a:gd name="T101" fmla="*/ 619 h 1019"/>
                <a:gd name="T102" fmla="*/ 937 w 967"/>
                <a:gd name="T103" fmla="*/ 652 h 1019"/>
                <a:gd name="T104" fmla="*/ 912 w 967"/>
                <a:gd name="T105" fmla="*/ 499 h 1019"/>
                <a:gd name="T106" fmla="*/ 882 w 967"/>
                <a:gd name="T107" fmla="*/ 411 h 1019"/>
                <a:gd name="T108" fmla="*/ 840 w 967"/>
                <a:gd name="T109" fmla="*/ 339 h 1019"/>
                <a:gd name="T110" fmla="*/ 814 w 967"/>
                <a:gd name="T111" fmla="*/ 316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7" h="1019">
                  <a:moveTo>
                    <a:pt x="803" y="311"/>
                  </a:moveTo>
                  <a:lnTo>
                    <a:pt x="803" y="311"/>
                  </a:lnTo>
                  <a:lnTo>
                    <a:pt x="800" y="318"/>
                  </a:lnTo>
                  <a:lnTo>
                    <a:pt x="789" y="336"/>
                  </a:lnTo>
                  <a:lnTo>
                    <a:pt x="773" y="360"/>
                  </a:lnTo>
                  <a:lnTo>
                    <a:pt x="749" y="390"/>
                  </a:lnTo>
                  <a:lnTo>
                    <a:pt x="735" y="406"/>
                  </a:lnTo>
                  <a:lnTo>
                    <a:pt x="719" y="422"/>
                  </a:lnTo>
                  <a:lnTo>
                    <a:pt x="699" y="438"/>
                  </a:lnTo>
                  <a:lnTo>
                    <a:pt x="680" y="452"/>
                  </a:lnTo>
                  <a:lnTo>
                    <a:pt x="657" y="466"/>
                  </a:lnTo>
                  <a:lnTo>
                    <a:pt x="633" y="478"/>
                  </a:lnTo>
                  <a:lnTo>
                    <a:pt x="606" y="489"/>
                  </a:lnTo>
                  <a:lnTo>
                    <a:pt x="578" y="497"/>
                  </a:lnTo>
                  <a:lnTo>
                    <a:pt x="578" y="497"/>
                  </a:lnTo>
                  <a:lnTo>
                    <a:pt x="548" y="503"/>
                  </a:lnTo>
                  <a:lnTo>
                    <a:pt x="518" y="506"/>
                  </a:lnTo>
                  <a:lnTo>
                    <a:pt x="488" y="510"/>
                  </a:lnTo>
                  <a:lnTo>
                    <a:pt x="459" y="510"/>
                  </a:lnTo>
                  <a:lnTo>
                    <a:pt x="430" y="510"/>
                  </a:lnTo>
                  <a:lnTo>
                    <a:pt x="402" y="508"/>
                  </a:lnTo>
                  <a:lnTo>
                    <a:pt x="350" y="503"/>
                  </a:lnTo>
                  <a:lnTo>
                    <a:pt x="306" y="496"/>
                  </a:lnTo>
                  <a:lnTo>
                    <a:pt x="271" y="489"/>
                  </a:lnTo>
                  <a:lnTo>
                    <a:pt x="241" y="480"/>
                  </a:lnTo>
                  <a:lnTo>
                    <a:pt x="241" y="480"/>
                  </a:lnTo>
                  <a:lnTo>
                    <a:pt x="228" y="513"/>
                  </a:lnTo>
                  <a:lnTo>
                    <a:pt x="218" y="548"/>
                  </a:lnTo>
                  <a:lnTo>
                    <a:pt x="206" y="592"/>
                  </a:lnTo>
                  <a:lnTo>
                    <a:pt x="195" y="641"/>
                  </a:lnTo>
                  <a:lnTo>
                    <a:pt x="191" y="668"/>
                  </a:lnTo>
                  <a:lnTo>
                    <a:pt x="188" y="692"/>
                  </a:lnTo>
                  <a:lnTo>
                    <a:pt x="186" y="719"/>
                  </a:lnTo>
                  <a:lnTo>
                    <a:pt x="188" y="745"/>
                  </a:lnTo>
                  <a:lnTo>
                    <a:pt x="190" y="770"/>
                  </a:lnTo>
                  <a:lnTo>
                    <a:pt x="195" y="793"/>
                  </a:lnTo>
                  <a:lnTo>
                    <a:pt x="195" y="793"/>
                  </a:lnTo>
                  <a:lnTo>
                    <a:pt x="186" y="779"/>
                  </a:lnTo>
                  <a:lnTo>
                    <a:pt x="176" y="763"/>
                  </a:lnTo>
                  <a:lnTo>
                    <a:pt x="165" y="742"/>
                  </a:lnTo>
                  <a:lnTo>
                    <a:pt x="153" y="715"/>
                  </a:lnTo>
                  <a:lnTo>
                    <a:pt x="142" y="684"/>
                  </a:lnTo>
                  <a:lnTo>
                    <a:pt x="133" y="650"/>
                  </a:lnTo>
                  <a:lnTo>
                    <a:pt x="126" y="613"/>
                  </a:lnTo>
                  <a:lnTo>
                    <a:pt x="126" y="613"/>
                  </a:lnTo>
                  <a:lnTo>
                    <a:pt x="121" y="615"/>
                  </a:lnTo>
                  <a:lnTo>
                    <a:pt x="109" y="619"/>
                  </a:lnTo>
                  <a:lnTo>
                    <a:pt x="91" y="626"/>
                  </a:lnTo>
                  <a:lnTo>
                    <a:pt x="83" y="629"/>
                  </a:lnTo>
                  <a:lnTo>
                    <a:pt x="74" y="636"/>
                  </a:lnTo>
                  <a:lnTo>
                    <a:pt x="65" y="643"/>
                  </a:lnTo>
                  <a:lnTo>
                    <a:pt x="56" y="652"/>
                  </a:lnTo>
                  <a:lnTo>
                    <a:pt x="49" y="663"/>
                  </a:lnTo>
                  <a:lnTo>
                    <a:pt x="44" y="675"/>
                  </a:lnTo>
                  <a:lnTo>
                    <a:pt x="39" y="687"/>
                  </a:lnTo>
                  <a:lnTo>
                    <a:pt x="37" y="703"/>
                  </a:lnTo>
                  <a:lnTo>
                    <a:pt x="39" y="721"/>
                  </a:lnTo>
                  <a:lnTo>
                    <a:pt x="42" y="740"/>
                  </a:lnTo>
                  <a:lnTo>
                    <a:pt x="42" y="740"/>
                  </a:lnTo>
                  <a:lnTo>
                    <a:pt x="47" y="759"/>
                  </a:lnTo>
                  <a:lnTo>
                    <a:pt x="54" y="777"/>
                  </a:lnTo>
                  <a:lnTo>
                    <a:pt x="61" y="793"/>
                  </a:lnTo>
                  <a:lnTo>
                    <a:pt x="70" y="807"/>
                  </a:lnTo>
                  <a:lnTo>
                    <a:pt x="79" y="819"/>
                  </a:lnTo>
                  <a:lnTo>
                    <a:pt x="88" y="830"/>
                  </a:lnTo>
                  <a:lnTo>
                    <a:pt x="98" y="840"/>
                  </a:lnTo>
                  <a:lnTo>
                    <a:pt x="109" y="847"/>
                  </a:lnTo>
                  <a:lnTo>
                    <a:pt x="119" y="854"/>
                  </a:lnTo>
                  <a:lnTo>
                    <a:pt x="130" y="859"/>
                  </a:lnTo>
                  <a:lnTo>
                    <a:pt x="141" y="865"/>
                  </a:lnTo>
                  <a:lnTo>
                    <a:pt x="151" y="868"/>
                  </a:lnTo>
                  <a:lnTo>
                    <a:pt x="174" y="872"/>
                  </a:lnTo>
                  <a:lnTo>
                    <a:pt x="193" y="872"/>
                  </a:lnTo>
                  <a:lnTo>
                    <a:pt x="246" y="1019"/>
                  </a:lnTo>
                  <a:lnTo>
                    <a:pt x="246" y="1019"/>
                  </a:lnTo>
                  <a:lnTo>
                    <a:pt x="235" y="1012"/>
                  </a:lnTo>
                  <a:lnTo>
                    <a:pt x="206" y="991"/>
                  </a:lnTo>
                  <a:lnTo>
                    <a:pt x="186" y="977"/>
                  </a:lnTo>
                  <a:lnTo>
                    <a:pt x="163" y="958"/>
                  </a:lnTo>
                  <a:lnTo>
                    <a:pt x="141" y="937"/>
                  </a:lnTo>
                  <a:lnTo>
                    <a:pt x="118" y="910"/>
                  </a:lnTo>
                  <a:lnTo>
                    <a:pt x="93" y="881"/>
                  </a:lnTo>
                  <a:lnTo>
                    <a:pt x="70" y="849"/>
                  </a:lnTo>
                  <a:lnTo>
                    <a:pt x="51" y="812"/>
                  </a:lnTo>
                  <a:lnTo>
                    <a:pt x="40" y="793"/>
                  </a:lnTo>
                  <a:lnTo>
                    <a:pt x="32" y="773"/>
                  </a:lnTo>
                  <a:lnTo>
                    <a:pt x="25" y="752"/>
                  </a:lnTo>
                  <a:lnTo>
                    <a:pt x="17" y="729"/>
                  </a:lnTo>
                  <a:lnTo>
                    <a:pt x="12" y="707"/>
                  </a:lnTo>
                  <a:lnTo>
                    <a:pt x="7" y="684"/>
                  </a:lnTo>
                  <a:lnTo>
                    <a:pt x="3" y="659"/>
                  </a:lnTo>
                  <a:lnTo>
                    <a:pt x="2" y="633"/>
                  </a:lnTo>
                  <a:lnTo>
                    <a:pt x="0" y="606"/>
                  </a:lnTo>
                  <a:lnTo>
                    <a:pt x="2" y="580"/>
                  </a:lnTo>
                  <a:lnTo>
                    <a:pt x="2" y="580"/>
                  </a:lnTo>
                  <a:lnTo>
                    <a:pt x="5" y="524"/>
                  </a:lnTo>
                  <a:lnTo>
                    <a:pt x="12" y="469"/>
                  </a:lnTo>
                  <a:lnTo>
                    <a:pt x="21" y="417"/>
                  </a:lnTo>
                  <a:lnTo>
                    <a:pt x="32" y="364"/>
                  </a:lnTo>
                  <a:lnTo>
                    <a:pt x="46" y="315"/>
                  </a:lnTo>
                  <a:lnTo>
                    <a:pt x="53" y="290"/>
                  </a:lnTo>
                  <a:lnTo>
                    <a:pt x="63" y="267"/>
                  </a:lnTo>
                  <a:lnTo>
                    <a:pt x="72" y="244"/>
                  </a:lnTo>
                  <a:lnTo>
                    <a:pt x="84" y="221"/>
                  </a:lnTo>
                  <a:lnTo>
                    <a:pt x="97" y="200"/>
                  </a:lnTo>
                  <a:lnTo>
                    <a:pt x="109" y="179"/>
                  </a:lnTo>
                  <a:lnTo>
                    <a:pt x="125" y="160"/>
                  </a:lnTo>
                  <a:lnTo>
                    <a:pt x="141" y="141"/>
                  </a:lnTo>
                  <a:lnTo>
                    <a:pt x="156" y="123"/>
                  </a:lnTo>
                  <a:lnTo>
                    <a:pt x="176" y="107"/>
                  </a:lnTo>
                  <a:lnTo>
                    <a:pt x="195" y="91"/>
                  </a:lnTo>
                  <a:lnTo>
                    <a:pt x="216" y="76"/>
                  </a:lnTo>
                  <a:lnTo>
                    <a:pt x="239" y="63"/>
                  </a:lnTo>
                  <a:lnTo>
                    <a:pt x="264" y="51"/>
                  </a:lnTo>
                  <a:lnTo>
                    <a:pt x="290" y="39"/>
                  </a:lnTo>
                  <a:lnTo>
                    <a:pt x="318" y="30"/>
                  </a:lnTo>
                  <a:lnTo>
                    <a:pt x="346" y="21"/>
                  </a:lnTo>
                  <a:lnTo>
                    <a:pt x="378" y="14"/>
                  </a:lnTo>
                  <a:lnTo>
                    <a:pt x="411" y="9"/>
                  </a:lnTo>
                  <a:lnTo>
                    <a:pt x="445" y="4"/>
                  </a:lnTo>
                  <a:lnTo>
                    <a:pt x="481" y="2"/>
                  </a:lnTo>
                  <a:lnTo>
                    <a:pt x="520" y="0"/>
                  </a:lnTo>
                  <a:lnTo>
                    <a:pt x="520" y="0"/>
                  </a:lnTo>
                  <a:lnTo>
                    <a:pt x="559" y="2"/>
                  </a:lnTo>
                  <a:lnTo>
                    <a:pt x="596" y="5"/>
                  </a:lnTo>
                  <a:lnTo>
                    <a:pt x="631" y="12"/>
                  </a:lnTo>
                  <a:lnTo>
                    <a:pt x="662" y="21"/>
                  </a:lnTo>
                  <a:lnTo>
                    <a:pt x="694" y="32"/>
                  </a:lnTo>
                  <a:lnTo>
                    <a:pt x="722" y="46"/>
                  </a:lnTo>
                  <a:lnTo>
                    <a:pt x="750" y="60"/>
                  </a:lnTo>
                  <a:lnTo>
                    <a:pt x="775" y="77"/>
                  </a:lnTo>
                  <a:lnTo>
                    <a:pt x="798" y="97"/>
                  </a:lnTo>
                  <a:lnTo>
                    <a:pt x="821" y="116"/>
                  </a:lnTo>
                  <a:lnTo>
                    <a:pt x="840" y="139"/>
                  </a:lnTo>
                  <a:lnTo>
                    <a:pt x="859" y="162"/>
                  </a:lnTo>
                  <a:lnTo>
                    <a:pt x="877" y="186"/>
                  </a:lnTo>
                  <a:lnTo>
                    <a:pt x="891" y="211"/>
                  </a:lnTo>
                  <a:lnTo>
                    <a:pt x="905" y="236"/>
                  </a:lnTo>
                  <a:lnTo>
                    <a:pt x="917" y="264"/>
                  </a:lnTo>
                  <a:lnTo>
                    <a:pt x="928" y="290"/>
                  </a:lnTo>
                  <a:lnTo>
                    <a:pt x="938" y="316"/>
                  </a:lnTo>
                  <a:lnTo>
                    <a:pt x="945" y="344"/>
                  </a:lnTo>
                  <a:lnTo>
                    <a:pt x="952" y="373"/>
                  </a:lnTo>
                  <a:lnTo>
                    <a:pt x="958" y="399"/>
                  </a:lnTo>
                  <a:lnTo>
                    <a:pt x="961" y="427"/>
                  </a:lnTo>
                  <a:lnTo>
                    <a:pt x="965" y="453"/>
                  </a:lnTo>
                  <a:lnTo>
                    <a:pt x="967" y="480"/>
                  </a:lnTo>
                  <a:lnTo>
                    <a:pt x="967" y="506"/>
                  </a:lnTo>
                  <a:lnTo>
                    <a:pt x="965" y="531"/>
                  </a:lnTo>
                  <a:lnTo>
                    <a:pt x="963" y="554"/>
                  </a:lnTo>
                  <a:lnTo>
                    <a:pt x="960" y="576"/>
                  </a:lnTo>
                  <a:lnTo>
                    <a:pt x="956" y="598"/>
                  </a:lnTo>
                  <a:lnTo>
                    <a:pt x="951" y="619"/>
                  </a:lnTo>
                  <a:lnTo>
                    <a:pt x="944" y="636"/>
                  </a:lnTo>
                  <a:lnTo>
                    <a:pt x="937" y="652"/>
                  </a:lnTo>
                  <a:lnTo>
                    <a:pt x="937" y="652"/>
                  </a:lnTo>
                  <a:lnTo>
                    <a:pt x="931" y="606"/>
                  </a:lnTo>
                  <a:lnTo>
                    <a:pt x="924" y="557"/>
                  </a:lnTo>
                  <a:lnTo>
                    <a:pt x="912" y="499"/>
                  </a:lnTo>
                  <a:lnTo>
                    <a:pt x="903" y="469"/>
                  </a:lnTo>
                  <a:lnTo>
                    <a:pt x="894" y="439"/>
                  </a:lnTo>
                  <a:lnTo>
                    <a:pt x="882" y="411"/>
                  </a:lnTo>
                  <a:lnTo>
                    <a:pt x="870" y="385"/>
                  </a:lnTo>
                  <a:lnTo>
                    <a:pt x="856" y="360"/>
                  </a:lnTo>
                  <a:lnTo>
                    <a:pt x="840" y="339"/>
                  </a:lnTo>
                  <a:lnTo>
                    <a:pt x="831" y="330"/>
                  </a:lnTo>
                  <a:lnTo>
                    <a:pt x="822" y="323"/>
                  </a:lnTo>
                  <a:lnTo>
                    <a:pt x="814" y="316"/>
                  </a:lnTo>
                  <a:lnTo>
                    <a:pt x="803" y="311"/>
                  </a:lnTo>
                  <a:close/>
                </a:path>
              </a:pathLst>
            </a:custGeom>
            <a:solidFill>
              <a:srgbClr val="A14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56" name="Freeform 167"/>
            <p:cNvSpPr>
              <a:spLocks/>
            </p:cNvSpPr>
            <p:nvPr/>
          </p:nvSpPr>
          <p:spPr bwMode="auto">
            <a:xfrm>
              <a:off x="8766176" y="0"/>
              <a:ext cx="1535113" cy="1617663"/>
            </a:xfrm>
            <a:custGeom>
              <a:avLst/>
              <a:gdLst>
                <a:gd name="T0" fmla="*/ 800 w 967"/>
                <a:gd name="T1" fmla="*/ 318 h 1019"/>
                <a:gd name="T2" fmla="*/ 749 w 967"/>
                <a:gd name="T3" fmla="*/ 390 h 1019"/>
                <a:gd name="T4" fmla="*/ 699 w 967"/>
                <a:gd name="T5" fmla="*/ 438 h 1019"/>
                <a:gd name="T6" fmla="*/ 633 w 967"/>
                <a:gd name="T7" fmla="*/ 478 h 1019"/>
                <a:gd name="T8" fmla="*/ 578 w 967"/>
                <a:gd name="T9" fmla="*/ 497 h 1019"/>
                <a:gd name="T10" fmla="*/ 488 w 967"/>
                <a:gd name="T11" fmla="*/ 510 h 1019"/>
                <a:gd name="T12" fmla="*/ 402 w 967"/>
                <a:gd name="T13" fmla="*/ 508 h 1019"/>
                <a:gd name="T14" fmla="*/ 271 w 967"/>
                <a:gd name="T15" fmla="*/ 489 h 1019"/>
                <a:gd name="T16" fmla="*/ 228 w 967"/>
                <a:gd name="T17" fmla="*/ 513 h 1019"/>
                <a:gd name="T18" fmla="*/ 195 w 967"/>
                <a:gd name="T19" fmla="*/ 641 h 1019"/>
                <a:gd name="T20" fmla="*/ 186 w 967"/>
                <a:gd name="T21" fmla="*/ 719 h 1019"/>
                <a:gd name="T22" fmla="*/ 195 w 967"/>
                <a:gd name="T23" fmla="*/ 793 h 1019"/>
                <a:gd name="T24" fmla="*/ 176 w 967"/>
                <a:gd name="T25" fmla="*/ 763 h 1019"/>
                <a:gd name="T26" fmla="*/ 142 w 967"/>
                <a:gd name="T27" fmla="*/ 684 h 1019"/>
                <a:gd name="T28" fmla="*/ 126 w 967"/>
                <a:gd name="T29" fmla="*/ 613 h 1019"/>
                <a:gd name="T30" fmla="*/ 91 w 967"/>
                <a:gd name="T31" fmla="*/ 626 h 1019"/>
                <a:gd name="T32" fmla="*/ 65 w 967"/>
                <a:gd name="T33" fmla="*/ 643 h 1019"/>
                <a:gd name="T34" fmla="*/ 44 w 967"/>
                <a:gd name="T35" fmla="*/ 675 h 1019"/>
                <a:gd name="T36" fmla="*/ 39 w 967"/>
                <a:gd name="T37" fmla="*/ 721 h 1019"/>
                <a:gd name="T38" fmla="*/ 47 w 967"/>
                <a:gd name="T39" fmla="*/ 759 h 1019"/>
                <a:gd name="T40" fmla="*/ 70 w 967"/>
                <a:gd name="T41" fmla="*/ 807 h 1019"/>
                <a:gd name="T42" fmla="*/ 98 w 967"/>
                <a:gd name="T43" fmla="*/ 840 h 1019"/>
                <a:gd name="T44" fmla="*/ 130 w 967"/>
                <a:gd name="T45" fmla="*/ 859 h 1019"/>
                <a:gd name="T46" fmla="*/ 174 w 967"/>
                <a:gd name="T47" fmla="*/ 872 h 1019"/>
                <a:gd name="T48" fmla="*/ 246 w 967"/>
                <a:gd name="T49" fmla="*/ 1019 h 1019"/>
                <a:gd name="T50" fmla="*/ 186 w 967"/>
                <a:gd name="T51" fmla="*/ 977 h 1019"/>
                <a:gd name="T52" fmla="*/ 118 w 967"/>
                <a:gd name="T53" fmla="*/ 910 h 1019"/>
                <a:gd name="T54" fmla="*/ 51 w 967"/>
                <a:gd name="T55" fmla="*/ 812 h 1019"/>
                <a:gd name="T56" fmla="*/ 25 w 967"/>
                <a:gd name="T57" fmla="*/ 752 h 1019"/>
                <a:gd name="T58" fmla="*/ 7 w 967"/>
                <a:gd name="T59" fmla="*/ 684 h 1019"/>
                <a:gd name="T60" fmla="*/ 0 w 967"/>
                <a:gd name="T61" fmla="*/ 606 h 1019"/>
                <a:gd name="T62" fmla="*/ 5 w 967"/>
                <a:gd name="T63" fmla="*/ 524 h 1019"/>
                <a:gd name="T64" fmla="*/ 32 w 967"/>
                <a:gd name="T65" fmla="*/ 364 h 1019"/>
                <a:gd name="T66" fmla="*/ 63 w 967"/>
                <a:gd name="T67" fmla="*/ 267 h 1019"/>
                <a:gd name="T68" fmla="*/ 97 w 967"/>
                <a:gd name="T69" fmla="*/ 200 h 1019"/>
                <a:gd name="T70" fmla="*/ 141 w 967"/>
                <a:gd name="T71" fmla="*/ 141 h 1019"/>
                <a:gd name="T72" fmla="*/ 195 w 967"/>
                <a:gd name="T73" fmla="*/ 91 h 1019"/>
                <a:gd name="T74" fmla="*/ 264 w 967"/>
                <a:gd name="T75" fmla="*/ 51 h 1019"/>
                <a:gd name="T76" fmla="*/ 346 w 967"/>
                <a:gd name="T77" fmla="*/ 21 h 1019"/>
                <a:gd name="T78" fmla="*/ 445 w 967"/>
                <a:gd name="T79" fmla="*/ 4 h 1019"/>
                <a:gd name="T80" fmla="*/ 520 w 967"/>
                <a:gd name="T81" fmla="*/ 0 h 1019"/>
                <a:gd name="T82" fmla="*/ 631 w 967"/>
                <a:gd name="T83" fmla="*/ 12 h 1019"/>
                <a:gd name="T84" fmla="*/ 722 w 967"/>
                <a:gd name="T85" fmla="*/ 46 h 1019"/>
                <a:gd name="T86" fmla="*/ 798 w 967"/>
                <a:gd name="T87" fmla="*/ 97 h 1019"/>
                <a:gd name="T88" fmla="*/ 859 w 967"/>
                <a:gd name="T89" fmla="*/ 162 h 1019"/>
                <a:gd name="T90" fmla="*/ 905 w 967"/>
                <a:gd name="T91" fmla="*/ 236 h 1019"/>
                <a:gd name="T92" fmla="*/ 938 w 967"/>
                <a:gd name="T93" fmla="*/ 316 h 1019"/>
                <a:gd name="T94" fmla="*/ 958 w 967"/>
                <a:gd name="T95" fmla="*/ 399 h 1019"/>
                <a:gd name="T96" fmla="*/ 967 w 967"/>
                <a:gd name="T97" fmla="*/ 480 h 1019"/>
                <a:gd name="T98" fmla="*/ 963 w 967"/>
                <a:gd name="T99" fmla="*/ 554 h 1019"/>
                <a:gd name="T100" fmla="*/ 951 w 967"/>
                <a:gd name="T101" fmla="*/ 619 h 1019"/>
                <a:gd name="T102" fmla="*/ 937 w 967"/>
                <a:gd name="T103" fmla="*/ 652 h 1019"/>
                <a:gd name="T104" fmla="*/ 912 w 967"/>
                <a:gd name="T105" fmla="*/ 499 h 1019"/>
                <a:gd name="T106" fmla="*/ 882 w 967"/>
                <a:gd name="T107" fmla="*/ 411 h 1019"/>
                <a:gd name="T108" fmla="*/ 840 w 967"/>
                <a:gd name="T109" fmla="*/ 339 h 1019"/>
                <a:gd name="T110" fmla="*/ 814 w 967"/>
                <a:gd name="T111" fmla="*/ 316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7" h="1019">
                  <a:moveTo>
                    <a:pt x="803" y="311"/>
                  </a:moveTo>
                  <a:lnTo>
                    <a:pt x="803" y="311"/>
                  </a:lnTo>
                  <a:lnTo>
                    <a:pt x="800" y="318"/>
                  </a:lnTo>
                  <a:lnTo>
                    <a:pt x="789" y="336"/>
                  </a:lnTo>
                  <a:lnTo>
                    <a:pt x="773" y="360"/>
                  </a:lnTo>
                  <a:lnTo>
                    <a:pt x="749" y="390"/>
                  </a:lnTo>
                  <a:lnTo>
                    <a:pt x="735" y="406"/>
                  </a:lnTo>
                  <a:lnTo>
                    <a:pt x="719" y="422"/>
                  </a:lnTo>
                  <a:lnTo>
                    <a:pt x="699" y="438"/>
                  </a:lnTo>
                  <a:lnTo>
                    <a:pt x="680" y="452"/>
                  </a:lnTo>
                  <a:lnTo>
                    <a:pt x="657" y="466"/>
                  </a:lnTo>
                  <a:lnTo>
                    <a:pt x="633" y="478"/>
                  </a:lnTo>
                  <a:lnTo>
                    <a:pt x="606" y="489"/>
                  </a:lnTo>
                  <a:lnTo>
                    <a:pt x="578" y="497"/>
                  </a:lnTo>
                  <a:lnTo>
                    <a:pt x="578" y="497"/>
                  </a:lnTo>
                  <a:lnTo>
                    <a:pt x="548" y="503"/>
                  </a:lnTo>
                  <a:lnTo>
                    <a:pt x="518" y="506"/>
                  </a:lnTo>
                  <a:lnTo>
                    <a:pt x="488" y="510"/>
                  </a:lnTo>
                  <a:lnTo>
                    <a:pt x="459" y="510"/>
                  </a:lnTo>
                  <a:lnTo>
                    <a:pt x="430" y="510"/>
                  </a:lnTo>
                  <a:lnTo>
                    <a:pt x="402" y="508"/>
                  </a:lnTo>
                  <a:lnTo>
                    <a:pt x="350" y="503"/>
                  </a:lnTo>
                  <a:lnTo>
                    <a:pt x="306" y="496"/>
                  </a:lnTo>
                  <a:lnTo>
                    <a:pt x="271" y="489"/>
                  </a:lnTo>
                  <a:lnTo>
                    <a:pt x="241" y="480"/>
                  </a:lnTo>
                  <a:lnTo>
                    <a:pt x="241" y="480"/>
                  </a:lnTo>
                  <a:lnTo>
                    <a:pt x="228" y="513"/>
                  </a:lnTo>
                  <a:lnTo>
                    <a:pt x="218" y="548"/>
                  </a:lnTo>
                  <a:lnTo>
                    <a:pt x="206" y="592"/>
                  </a:lnTo>
                  <a:lnTo>
                    <a:pt x="195" y="641"/>
                  </a:lnTo>
                  <a:lnTo>
                    <a:pt x="191" y="668"/>
                  </a:lnTo>
                  <a:lnTo>
                    <a:pt x="188" y="692"/>
                  </a:lnTo>
                  <a:lnTo>
                    <a:pt x="186" y="719"/>
                  </a:lnTo>
                  <a:lnTo>
                    <a:pt x="188" y="745"/>
                  </a:lnTo>
                  <a:lnTo>
                    <a:pt x="190" y="770"/>
                  </a:lnTo>
                  <a:lnTo>
                    <a:pt x="195" y="793"/>
                  </a:lnTo>
                  <a:lnTo>
                    <a:pt x="195" y="793"/>
                  </a:lnTo>
                  <a:lnTo>
                    <a:pt x="186" y="779"/>
                  </a:lnTo>
                  <a:lnTo>
                    <a:pt x="176" y="763"/>
                  </a:lnTo>
                  <a:lnTo>
                    <a:pt x="165" y="742"/>
                  </a:lnTo>
                  <a:lnTo>
                    <a:pt x="153" y="715"/>
                  </a:lnTo>
                  <a:lnTo>
                    <a:pt x="142" y="684"/>
                  </a:lnTo>
                  <a:lnTo>
                    <a:pt x="133" y="650"/>
                  </a:lnTo>
                  <a:lnTo>
                    <a:pt x="126" y="613"/>
                  </a:lnTo>
                  <a:lnTo>
                    <a:pt x="126" y="613"/>
                  </a:lnTo>
                  <a:lnTo>
                    <a:pt x="121" y="615"/>
                  </a:lnTo>
                  <a:lnTo>
                    <a:pt x="109" y="619"/>
                  </a:lnTo>
                  <a:lnTo>
                    <a:pt x="91" y="626"/>
                  </a:lnTo>
                  <a:lnTo>
                    <a:pt x="83" y="629"/>
                  </a:lnTo>
                  <a:lnTo>
                    <a:pt x="74" y="636"/>
                  </a:lnTo>
                  <a:lnTo>
                    <a:pt x="65" y="643"/>
                  </a:lnTo>
                  <a:lnTo>
                    <a:pt x="56" y="652"/>
                  </a:lnTo>
                  <a:lnTo>
                    <a:pt x="49" y="663"/>
                  </a:lnTo>
                  <a:lnTo>
                    <a:pt x="44" y="675"/>
                  </a:lnTo>
                  <a:lnTo>
                    <a:pt x="39" y="687"/>
                  </a:lnTo>
                  <a:lnTo>
                    <a:pt x="37" y="703"/>
                  </a:lnTo>
                  <a:lnTo>
                    <a:pt x="39" y="721"/>
                  </a:lnTo>
                  <a:lnTo>
                    <a:pt x="42" y="740"/>
                  </a:lnTo>
                  <a:lnTo>
                    <a:pt x="42" y="740"/>
                  </a:lnTo>
                  <a:lnTo>
                    <a:pt x="47" y="759"/>
                  </a:lnTo>
                  <a:lnTo>
                    <a:pt x="54" y="777"/>
                  </a:lnTo>
                  <a:lnTo>
                    <a:pt x="61" y="793"/>
                  </a:lnTo>
                  <a:lnTo>
                    <a:pt x="70" y="807"/>
                  </a:lnTo>
                  <a:lnTo>
                    <a:pt x="79" y="819"/>
                  </a:lnTo>
                  <a:lnTo>
                    <a:pt x="88" y="830"/>
                  </a:lnTo>
                  <a:lnTo>
                    <a:pt x="98" y="840"/>
                  </a:lnTo>
                  <a:lnTo>
                    <a:pt x="109" y="847"/>
                  </a:lnTo>
                  <a:lnTo>
                    <a:pt x="119" y="854"/>
                  </a:lnTo>
                  <a:lnTo>
                    <a:pt x="130" y="859"/>
                  </a:lnTo>
                  <a:lnTo>
                    <a:pt x="141" y="865"/>
                  </a:lnTo>
                  <a:lnTo>
                    <a:pt x="151" y="868"/>
                  </a:lnTo>
                  <a:lnTo>
                    <a:pt x="174" y="872"/>
                  </a:lnTo>
                  <a:lnTo>
                    <a:pt x="193" y="872"/>
                  </a:lnTo>
                  <a:lnTo>
                    <a:pt x="246" y="1019"/>
                  </a:lnTo>
                  <a:lnTo>
                    <a:pt x="246" y="1019"/>
                  </a:lnTo>
                  <a:lnTo>
                    <a:pt x="235" y="1012"/>
                  </a:lnTo>
                  <a:lnTo>
                    <a:pt x="206" y="991"/>
                  </a:lnTo>
                  <a:lnTo>
                    <a:pt x="186" y="977"/>
                  </a:lnTo>
                  <a:lnTo>
                    <a:pt x="163" y="958"/>
                  </a:lnTo>
                  <a:lnTo>
                    <a:pt x="141" y="937"/>
                  </a:lnTo>
                  <a:lnTo>
                    <a:pt x="118" y="910"/>
                  </a:lnTo>
                  <a:lnTo>
                    <a:pt x="93" y="881"/>
                  </a:lnTo>
                  <a:lnTo>
                    <a:pt x="70" y="849"/>
                  </a:lnTo>
                  <a:lnTo>
                    <a:pt x="51" y="812"/>
                  </a:lnTo>
                  <a:lnTo>
                    <a:pt x="40" y="793"/>
                  </a:lnTo>
                  <a:lnTo>
                    <a:pt x="32" y="773"/>
                  </a:lnTo>
                  <a:lnTo>
                    <a:pt x="25" y="752"/>
                  </a:lnTo>
                  <a:lnTo>
                    <a:pt x="17" y="729"/>
                  </a:lnTo>
                  <a:lnTo>
                    <a:pt x="12" y="707"/>
                  </a:lnTo>
                  <a:lnTo>
                    <a:pt x="7" y="684"/>
                  </a:lnTo>
                  <a:lnTo>
                    <a:pt x="3" y="659"/>
                  </a:lnTo>
                  <a:lnTo>
                    <a:pt x="2" y="633"/>
                  </a:lnTo>
                  <a:lnTo>
                    <a:pt x="0" y="606"/>
                  </a:lnTo>
                  <a:lnTo>
                    <a:pt x="2" y="580"/>
                  </a:lnTo>
                  <a:lnTo>
                    <a:pt x="2" y="580"/>
                  </a:lnTo>
                  <a:lnTo>
                    <a:pt x="5" y="524"/>
                  </a:lnTo>
                  <a:lnTo>
                    <a:pt x="12" y="469"/>
                  </a:lnTo>
                  <a:lnTo>
                    <a:pt x="21" y="417"/>
                  </a:lnTo>
                  <a:lnTo>
                    <a:pt x="32" y="364"/>
                  </a:lnTo>
                  <a:lnTo>
                    <a:pt x="46" y="315"/>
                  </a:lnTo>
                  <a:lnTo>
                    <a:pt x="53" y="290"/>
                  </a:lnTo>
                  <a:lnTo>
                    <a:pt x="63" y="267"/>
                  </a:lnTo>
                  <a:lnTo>
                    <a:pt x="72" y="244"/>
                  </a:lnTo>
                  <a:lnTo>
                    <a:pt x="84" y="221"/>
                  </a:lnTo>
                  <a:lnTo>
                    <a:pt x="97" y="200"/>
                  </a:lnTo>
                  <a:lnTo>
                    <a:pt x="109" y="179"/>
                  </a:lnTo>
                  <a:lnTo>
                    <a:pt x="125" y="160"/>
                  </a:lnTo>
                  <a:lnTo>
                    <a:pt x="141" y="141"/>
                  </a:lnTo>
                  <a:lnTo>
                    <a:pt x="156" y="123"/>
                  </a:lnTo>
                  <a:lnTo>
                    <a:pt x="176" y="107"/>
                  </a:lnTo>
                  <a:lnTo>
                    <a:pt x="195" y="91"/>
                  </a:lnTo>
                  <a:lnTo>
                    <a:pt x="216" y="76"/>
                  </a:lnTo>
                  <a:lnTo>
                    <a:pt x="239" y="63"/>
                  </a:lnTo>
                  <a:lnTo>
                    <a:pt x="264" y="51"/>
                  </a:lnTo>
                  <a:lnTo>
                    <a:pt x="290" y="39"/>
                  </a:lnTo>
                  <a:lnTo>
                    <a:pt x="318" y="30"/>
                  </a:lnTo>
                  <a:lnTo>
                    <a:pt x="346" y="21"/>
                  </a:lnTo>
                  <a:lnTo>
                    <a:pt x="378" y="14"/>
                  </a:lnTo>
                  <a:lnTo>
                    <a:pt x="411" y="9"/>
                  </a:lnTo>
                  <a:lnTo>
                    <a:pt x="445" y="4"/>
                  </a:lnTo>
                  <a:lnTo>
                    <a:pt x="481" y="2"/>
                  </a:lnTo>
                  <a:lnTo>
                    <a:pt x="520" y="0"/>
                  </a:lnTo>
                  <a:lnTo>
                    <a:pt x="520" y="0"/>
                  </a:lnTo>
                  <a:lnTo>
                    <a:pt x="559" y="2"/>
                  </a:lnTo>
                  <a:lnTo>
                    <a:pt x="596" y="5"/>
                  </a:lnTo>
                  <a:lnTo>
                    <a:pt x="631" y="12"/>
                  </a:lnTo>
                  <a:lnTo>
                    <a:pt x="662" y="21"/>
                  </a:lnTo>
                  <a:lnTo>
                    <a:pt x="694" y="32"/>
                  </a:lnTo>
                  <a:lnTo>
                    <a:pt x="722" y="46"/>
                  </a:lnTo>
                  <a:lnTo>
                    <a:pt x="750" y="60"/>
                  </a:lnTo>
                  <a:lnTo>
                    <a:pt x="775" y="77"/>
                  </a:lnTo>
                  <a:lnTo>
                    <a:pt x="798" y="97"/>
                  </a:lnTo>
                  <a:lnTo>
                    <a:pt x="821" y="116"/>
                  </a:lnTo>
                  <a:lnTo>
                    <a:pt x="840" y="139"/>
                  </a:lnTo>
                  <a:lnTo>
                    <a:pt x="859" y="162"/>
                  </a:lnTo>
                  <a:lnTo>
                    <a:pt x="877" y="186"/>
                  </a:lnTo>
                  <a:lnTo>
                    <a:pt x="891" y="211"/>
                  </a:lnTo>
                  <a:lnTo>
                    <a:pt x="905" y="236"/>
                  </a:lnTo>
                  <a:lnTo>
                    <a:pt x="917" y="264"/>
                  </a:lnTo>
                  <a:lnTo>
                    <a:pt x="928" y="290"/>
                  </a:lnTo>
                  <a:lnTo>
                    <a:pt x="938" y="316"/>
                  </a:lnTo>
                  <a:lnTo>
                    <a:pt x="945" y="344"/>
                  </a:lnTo>
                  <a:lnTo>
                    <a:pt x="952" y="373"/>
                  </a:lnTo>
                  <a:lnTo>
                    <a:pt x="958" y="399"/>
                  </a:lnTo>
                  <a:lnTo>
                    <a:pt x="961" y="427"/>
                  </a:lnTo>
                  <a:lnTo>
                    <a:pt x="965" y="453"/>
                  </a:lnTo>
                  <a:lnTo>
                    <a:pt x="967" y="480"/>
                  </a:lnTo>
                  <a:lnTo>
                    <a:pt x="967" y="506"/>
                  </a:lnTo>
                  <a:lnTo>
                    <a:pt x="965" y="531"/>
                  </a:lnTo>
                  <a:lnTo>
                    <a:pt x="963" y="554"/>
                  </a:lnTo>
                  <a:lnTo>
                    <a:pt x="960" y="576"/>
                  </a:lnTo>
                  <a:lnTo>
                    <a:pt x="956" y="598"/>
                  </a:lnTo>
                  <a:lnTo>
                    <a:pt x="951" y="619"/>
                  </a:lnTo>
                  <a:lnTo>
                    <a:pt x="944" y="636"/>
                  </a:lnTo>
                  <a:lnTo>
                    <a:pt x="937" y="652"/>
                  </a:lnTo>
                  <a:lnTo>
                    <a:pt x="937" y="652"/>
                  </a:lnTo>
                  <a:lnTo>
                    <a:pt x="931" y="606"/>
                  </a:lnTo>
                  <a:lnTo>
                    <a:pt x="924" y="557"/>
                  </a:lnTo>
                  <a:lnTo>
                    <a:pt x="912" y="499"/>
                  </a:lnTo>
                  <a:lnTo>
                    <a:pt x="903" y="469"/>
                  </a:lnTo>
                  <a:lnTo>
                    <a:pt x="894" y="439"/>
                  </a:lnTo>
                  <a:lnTo>
                    <a:pt x="882" y="411"/>
                  </a:lnTo>
                  <a:lnTo>
                    <a:pt x="870" y="385"/>
                  </a:lnTo>
                  <a:lnTo>
                    <a:pt x="856" y="360"/>
                  </a:lnTo>
                  <a:lnTo>
                    <a:pt x="840" y="339"/>
                  </a:lnTo>
                  <a:lnTo>
                    <a:pt x="831" y="330"/>
                  </a:lnTo>
                  <a:lnTo>
                    <a:pt x="822" y="323"/>
                  </a:lnTo>
                  <a:lnTo>
                    <a:pt x="814" y="316"/>
                  </a:lnTo>
                  <a:lnTo>
                    <a:pt x="803" y="3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57" name="Freeform 168"/>
            <p:cNvSpPr>
              <a:spLocks/>
            </p:cNvSpPr>
            <p:nvPr/>
          </p:nvSpPr>
          <p:spPr bwMode="auto">
            <a:xfrm>
              <a:off x="9215438" y="603250"/>
              <a:ext cx="265113" cy="100013"/>
            </a:xfrm>
            <a:custGeom>
              <a:avLst/>
              <a:gdLst>
                <a:gd name="T0" fmla="*/ 167 w 167"/>
                <a:gd name="T1" fmla="*/ 33 h 63"/>
                <a:gd name="T2" fmla="*/ 167 w 167"/>
                <a:gd name="T3" fmla="*/ 33 h 63"/>
                <a:gd name="T4" fmla="*/ 156 w 167"/>
                <a:gd name="T5" fmla="*/ 26 h 63"/>
                <a:gd name="T6" fmla="*/ 144 w 167"/>
                <a:gd name="T7" fmla="*/ 19 h 63"/>
                <a:gd name="T8" fmla="*/ 128 w 167"/>
                <a:gd name="T9" fmla="*/ 12 h 63"/>
                <a:gd name="T10" fmla="*/ 111 w 167"/>
                <a:gd name="T11" fmla="*/ 7 h 63"/>
                <a:gd name="T12" fmla="*/ 91 w 167"/>
                <a:gd name="T13" fmla="*/ 1 h 63"/>
                <a:gd name="T14" fmla="*/ 70 w 167"/>
                <a:gd name="T15" fmla="*/ 0 h 63"/>
                <a:gd name="T16" fmla="*/ 60 w 167"/>
                <a:gd name="T17" fmla="*/ 1 h 63"/>
                <a:gd name="T18" fmla="*/ 51 w 167"/>
                <a:gd name="T19" fmla="*/ 3 h 63"/>
                <a:gd name="T20" fmla="*/ 51 w 167"/>
                <a:gd name="T21" fmla="*/ 3 h 63"/>
                <a:gd name="T22" fmla="*/ 40 w 167"/>
                <a:gd name="T23" fmla="*/ 5 h 63"/>
                <a:gd name="T24" fmla="*/ 33 w 167"/>
                <a:gd name="T25" fmla="*/ 8 h 63"/>
                <a:gd name="T26" fmla="*/ 19 w 167"/>
                <a:gd name="T27" fmla="*/ 17 h 63"/>
                <a:gd name="T28" fmla="*/ 10 w 167"/>
                <a:gd name="T29" fmla="*/ 28 h 63"/>
                <a:gd name="T30" fmla="*/ 5 w 167"/>
                <a:gd name="T31" fmla="*/ 37 h 63"/>
                <a:gd name="T32" fmla="*/ 2 w 167"/>
                <a:gd name="T33" fmla="*/ 47 h 63"/>
                <a:gd name="T34" fmla="*/ 0 w 167"/>
                <a:gd name="T35" fmla="*/ 56 h 63"/>
                <a:gd name="T36" fmla="*/ 0 w 167"/>
                <a:gd name="T37" fmla="*/ 63 h 63"/>
                <a:gd name="T38" fmla="*/ 0 w 167"/>
                <a:gd name="T39" fmla="*/ 63 h 63"/>
                <a:gd name="T40" fmla="*/ 0 w 167"/>
                <a:gd name="T41" fmla="*/ 59 h 63"/>
                <a:gd name="T42" fmla="*/ 5 w 167"/>
                <a:gd name="T43" fmla="*/ 51 h 63"/>
                <a:gd name="T44" fmla="*/ 16 w 167"/>
                <a:gd name="T45" fmla="*/ 40 h 63"/>
                <a:gd name="T46" fmla="*/ 21 w 167"/>
                <a:gd name="T47" fmla="*/ 35 h 63"/>
                <a:gd name="T48" fmla="*/ 30 w 167"/>
                <a:gd name="T49" fmla="*/ 30 h 63"/>
                <a:gd name="T50" fmla="*/ 40 w 167"/>
                <a:gd name="T51" fmla="*/ 24 h 63"/>
                <a:gd name="T52" fmla="*/ 51 w 167"/>
                <a:gd name="T53" fmla="*/ 21 h 63"/>
                <a:gd name="T54" fmla="*/ 65 w 167"/>
                <a:gd name="T55" fmla="*/ 17 h 63"/>
                <a:gd name="T56" fmla="*/ 81 w 167"/>
                <a:gd name="T57" fmla="*/ 15 h 63"/>
                <a:gd name="T58" fmla="*/ 98 w 167"/>
                <a:gd name="T59" fmla="*/ 17 h 63"/>
                <a:gd name="T60" fmla="*/ 119 w 167"/>
                <a:gd name="T61" fmla="*/ 19 h 63"/>
                <a:gd name="T62" fmla="*/ 140 w 167"/>
                <a:gd name="T63" fmla="*/ 24 h 63"/>
                <a:gd name="T64" fmla="*/ 167 w 167"/>
                <a:gd name="T65"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7" h="63">
                  <a:moveTo>
                    <a:pt x="167" y="33"/>
                  </a:moveTo>
                  <a:lnTo>
                    <a:pt x="167" y="33"/>
                  </a:lnTo>
                  <a:lnTo>
                    <a:pt x="156" y="26"/>
                  </a:lnTo>
                  <a:lnTo>
                    <a:pt x="144" y="19"/>
                  </a:lnTo>
                  <a:lnTo>
                    <a:pt x="128" y="12"/>
                  </a:lnTo>
                  <a:lnTo>
                    <a:pt x="111" y="7"/>
                  </a:lnTo>
                  <a:lnTo>
                    <a:pt x="91" y="1"/>
                  </a:lnTo>
                  <a:lnTo>
                    <a:pt x="70" y="0"/>
                  </a:lnTo>
                  <a:lnTo>
                    <a:pt x="60" y="1"/>
                  </a:lnTo>
                  <a:lnTo>
                    <a:pt x="51" y="3"/>
                  </a:lnTo>
                  <a:lnTo>
                    <a:pt x="51" y="3"/>
                  </a:lnTo>
                  <a:lnTo>
                    <a:pt x="40" y="5"/>
                  </a:lnTo>
                  <a:lnTo>
                    <a:pt x="33" y="8"/>
                  </a:lnTo>
                  <a:lnTo>
                    <a:pt x="19" y="17"/>
                  </a:lnTo>
                  <a:lnTo>
                    <a:pt x="10" y="28"/>
                  </a:lnTo>
                  <a:lnTo>
                    <a:pt x="5" y="37"/>
                  </a:lnTo>
                  <a:lnTo>
                    <a:pt x="2" y="47"/>
                  </a:lnTo>
                  <a:lnTo>
                    <a:pt x="0" y="56"/>
                  </a:lnTo>
                  <a:lnTo>
                    <a:pt x="0" y="63"/>
                  </a:lnTo>
                  <a:lnTo>
                    <a:pt x="0" y="63"/>
                  </a:lnTo>
                  <a:lnTo>
                    <a:pt x="0" y="59"/>
                  </a:lnTo>
                  <a:lnTo>
                    <a:pt x="5" y="51"/>
                  </a:lnTo>
                  <a:lnTo>
                    <a:pt x="16" y="40"/>
                  </a:lnTo>
                  <a:lnTo>
                    <a:pt x="21" y="35"/>
                  </a:lnTo>
                  <a:lnTo>
                    <a:pt x="30" y="30"/>
                  </a:lnTo>
                  <a:lnTo>
                    <a:pt x="40" y="24"/>
                  </a:lnTo>
                  <a:lnTo>
                    <a:pt x="51" y="21"/>
                  </a:lnTo>
                  <a:lnTo>
                    <a:pt x="65" y="17"/>
                  </a:lnTo>
                  <a:lnTo>
                    <a:pt x="81" y="15"/>
                  </a:lnTo>
                  <a:lnTo>
                    <a:pt x="98" y="17"/>
                  </a:lnTo>
                  <a:lnTo>
                    <a:pt x="119" y="19"/>
                  </a:lnTo>
                  <a:lnTo>
                    <a:pt x="140" y="24"/>
                  </a:lnTo>
                  <a:lnTo>
                    <a:pt x="167" y="33"/>
                  </a:lnTo>
                  <a:close/>
                </a:path>
              </a:pathLst>
            </a:custGeom>
            <a:solidFill>
              <a:srgbClr val="6B3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58" name="Freeform 169"/>
            <p:cNvSpPr>
              <a:spLocks/>
            </p:cNvSpPr>
            <p:nvPr/>
          </p:nvSpPr>
          <p:spPr bwMode="auto">
            <a:xfrm>
              <a:off x="9215438" y="603250"/>
              <a:ext cx="265113" cy="100013"/>
            </a:xfrm>
            <a:custGeom>
              <a:avLst/>
              <a:gdLst>
                <a:gd name="T0" fmla="*/ 167 w 167"/>
                <a:gd name="T1" fmla="*/ 33 h 63"/>
                <a:gd name="T2" fmla="*/ 167 w 167"/>
                <a:gd name="T3" fmla="*/ 33 h 63"/>
                <a:gd name="T4" fmla="*/ 156 w 167"/>
                <a:gd name="T5" fmla="*/ 26 h 63"/>
                <a:gd name="T6" fmla="*/ 144 w 167"/>
                <a:gd name="T7" fmla="*/ 19 h 63"/>
                <a:gd name="T8" fmla="*/ 128 w 167"/>
                <a:gd name="T9" fmla="*/ 12 h 63"/>
                <a:gd name="T10" fmla="*/ 111 w 167"/>
                <a:gd name="T11" fmla="*/ 7 h 63"/>
                <a:gd name="T12" fmla="*/ 91 w 167"/>
                <a:gd name="T13" fmla="*/ 1 h 63"/>
                <a:gd name="T14" fmla="*/ 70 w 167"/>
                <a:gd name="T15" fmla="*/ 0 h 63"/>
                <a:gd name="T16" fmla="*/ 60 w 167"/>
                <a:gd name="T17" fmla="*/ 1 h 63"/>
                <a:gd name="T18" fmla="*/ 51 w 167"/>
                <a:gd name="T19" fmla="*/ 3 h 63"/>
                <a:gd name="T20" fmla="*/ 51 w 167"/>
                <a:gd name="T21" fmla="*/ 3 h 63"/>
                <a:gd name="T22" fmla="*/ 40 w 167"/>
                <a:gd name="T23" fmla="*/ 5 h 63"/>
                <a:gd name="T24" fmla="*/ 33 w 167"/>
                <a:gd name="T25" fmla="*/ 8 h 63"/>
                <a:gd name="T26" fmla="*/ 19 w 167"/>
                <a:gd name="T27" fmla="*/ 17 h 63"/>
                <a:gd name="T28" fmla="*/ 10 w 167"/>
                <a:gd name="T29" fmla="*/ 28 h 63"/>
                <a:gd name="T30" fmla="*/ 5 w 167"/>
                <a:gd name="T31" fmla="*/ 37 h 63"/>
                <a:gd name="T32" fmla="*/ 2 w 167"/>
                <a:gd name="T33" fmla="*/ 47 h 63"/>
                <a:gd name="T34" fmla="*/ 0 w 167"/>
                <a:gd name="T35" fmla="*/ 56 h 63"/>
                <a:gd name="T36" fmla="*/ 0 w 167"/>
                <a:gd name="T37" fmla="*/ 63 h 63"/>
                <a:gd name="T38" fmla="*/ 0 w 167"/>
                <a:gd name="T39" fmla="*/ 63 h 63"/>
                <a:gd name="T40" fmla="*/ 0 w 167"/>
                <a:gd name="T41" fmla="*/ 59 h 63"/>
                <a:gd name="T42" fmla="*/ 5 w 167"/>
                <a:gd name="T43" fmla="*/ 51 h 63"/>
                <a:gd name="T44" fmla="*/ 16 w 167"/>
                <a:gd name="T45" fmla="*/ 40 h 63"/>
                <a:gd name="T46" fmla="*/ 21 w 167"/>
                <a:gd name="T47" fmla="*/ 35 h 63"/>
                <a:gd name="T48" fmla="*/ 30 w 167"/>
                <a:gd name="T49" fmla="*/ 30 h 63"/>
                <a:gd name="T50" fmla="*/ 40 w 167"/>
                <a:gd name="T51" fmla="*/ 24 h 63"/>
                <a:gd name="T52" fmla="*/ 51 w 167"/>
                <a:gd name="T53" fmla="*/ 21 h 63"/>
                <a:gd name="T54" fmla="*/ 65 w 167"/>
                <a:gd name="T55" fmla="*/ 17 h 63"/>
                <a:gd name="T56" fmla="*/ 81 w 167"/>
                <a:gd name="T57" fmla="*/ 15 h 63"/>
                <a:gd name="T58" fmla="*/ 98 w 167"/>
                <a:gd name="T59" fmla="*/ 17 h 63"/>
                <a:gd name="T60" fmla="*/ 119 w 167"/>
                <a:gd name="T61" fmla="*/ 19 h 63"/>
                <a:gd name="T62" fmla="*/ 140 w 167"/>
                <a:gd name="T63" fmla="*/ 24 h 63"/>
                <a:gd name="T64" fmla="*/ 167 w 167"/>
                <a:gd name="T65"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7" h="63">
                  <a:moveTo>
                    <a:pt x="167" y="33"/>
                  </a:moveTo>
                  <a:lnTo>
                    <a:pt x="167" y="33"/>
                  </a:lnTo>
                  <a:lnTo>
                    <a:pt x="156" y="26"/>
                  </a:lnTo>
                  <a:lnTo>
                    <a:pt x="144" y="19"/>
                  </a:lnTo>
                  <a:lnTo>
                    <a:pt x="128" y="12"/>
                  </a:lnTo>
                  <a:lnTo>
                    <a:pt x="111" y="7"/>
                  </a:lnTo>
                  <a:lnTo>
                    <a:pt x="91" y="1"/>
                  </a:lnTo>
                  <a:lnTo>
                    <a:pt x="70" y="0"/>
                  </a:lnTo>
                  <a:lnTo>
                    <a:pt x="60" y="1"/>
                  </a:lnTo>
                  <a:lnTo>
                    <a:pt x="51" y="3"/>
                  </a:lnTo>
                  <a:lnTo>
                    <a:pt x="51" y="3"/>
                  </a:lnTo>
                  <a:lnTo>
                    <a:pt x="40" y="5"/>
                  </a:lnTo>
                  <a:lnTo>
                    <a:pt x="33" y="8"/>
                  </a:lnTo>
                  <a:lnTo>
                    <a:pt x="19" y="17"/>
                  </a:lnTo>
                  <a:lnTo>
                    <a:pt x="10" y="28"/>
                  </a:lnTo>
                  <a:lnTo>
                    <a:pt x="5" y="37"/>
                  </a:lnTo>
                  <a:lnTo>
                    <a:pt x="2" y="47"/>
                  </a:lnTo>
                  <a:lnTo>
                    <a:pt x="0" y="56"/>
                  </a:lnTo>
                  <a:lnTo>
                    <a:pt x="0" y="63"/>
                  </a:lnTo>
                  <a:lnTo>
                    <a:pt x="0" y="63"/>
                  </a:lnTo>
                  <a:lnTo>
                    <a:pt x="0" y="59"/>
                  </a:lnTo>
                  <a:lnTo>
                    <a:pt x="5" y="51"/>
                  </a:lnTo>
                  <a:lnTo>
                    <a:pt x="16" y="40"/>
                  </a:lnTo>
                  <a:lnTo>
                    <a:pt x="21" y="35"/>
                  </a:lnTo>
                  <a:lnTo>
                    <a:pt x="30" y="30"/>
                  </a:lnTo>
                  <a:lnTo>
                    <a:pt x="40" y="24"/>
                  </a:lnTo>
                  <a:lnTo>
                    <a:pt x="51" y="21"/>
                  </a:lnTo>
                  <a:lnTo>
                    <a:pt x="65" y="17"/>
                  </a:lnTo>
                  <a:lnTo>
                    <a:pt x="81" y="15"/>
                  </a:lnTo>
                  <a:lnTo>
                    <a:pt x="98" y="17"/>
                  </a:lnTo>
                  <a:lnTo>
                    <a:pt x="119" y="19"/>
                  </a:lnTo>
                  <a:lnTo>
                    <a:pt x="140" y="24"/>
                  </a:lnTo>
                  <a:lnTo>
                    <a:pt x="167" y="3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59" name="Freeform 170"/>
            <p:cNvSpPr>
              <a:spLocks/>
            </p:cNvSpPr>
            <p:nvPr/>
          </p:nvSpPr>
          <p:spPr bwMode="auto">
            <a:xfrm>
              <a:off x="9837738" y="608013"/>
              <a:ext cx="222250" cy="87313"/>
            </a:xfrm>
            <a:custGeom>
              <a:avLst/>
              <a:gdLst>
                <a:gd name="T0" fmla="*/ 0 w 140"/>
                <a:gd name="T1" fmla="*/ 28 h 55"/>
                <a:gd name="T2" fmla="*/ 0 w 140"/>
                <a:gd name="T3" fmla="*/ 28 h 55"/>
                <a:gd name="T4" fmla="*/ 7 w 140"/>
                <a:gd name="T5" fmla="*/ 23 h 55"/>
                <a:gd name="T6" fmla="*/ 26 w 140"/>
                <a:gd name="T7" fmla="*/ 11 h 55"/>
                <a:gd name="T8" fmla="*/ 40 w 140"/>
                <a:gd name="T9" fmla="*/ 5 h 55"/>
                <a:gd name="T10" fmla="*/ 54 w 140"/>
                <a:gd name="T11" fmla="*/ 2 h 55"/>
                <a:gd name="T12" fmla="*/ 70 w 140"/>
                <a:gd name="T13" fmla="*/ 0 h 55"/>
                <a:gd name="T14" fmla="*/ 84 w 140"/>
                <a:gd name="T15" fmla="*/ 2 h 55"/>
                <a:gd name="T16" fmla="*/ 84 w 140"/>
                <a:gd name="T17" fmla="*/ 2 h 55"/>
                <a:gd name="T18" fmla="*/ 98 w 140"/>
                <a:gd name="T19" fmla="*/ 9 h 55"/>
                <a:gd name="T20" fmla="*/ 111 w 140"/>
                <a:gd name="T21" fmla="*/ 16 h 55"/>
                <a:gd name="T22" fmla="*/ 119 w 140"/>
                <a:gd name="T23" fmla="*/ 25 h 55"/>
                <a:gd name="T24" fmla="*/ 128 w 140"/>
                <a:gd name="T25" fmla="*/ 34 h 55"/>
                <a:gd name="T26" fmla="*/ 137 w 140"/>
                <a:gd name="T27" fmla="*/ 48 h 55"/>
                <a:gd name="T28" fmla="*/ 140 w 140"/>
                <a:gd name="T29" fmla="*/ 55 h 55"/>
                <a:gd name="T30" fmla="*/ 140 w 140"/>
                <a:gd name="T31" fmla="*/ 55 h 55"/>
                <a:gd name="T32" fmla="*/ 130 w 140"/>
                <a:gd name="T33" fmla="*/ 44 h 55"/>
                <a:gd name="T34" fmla="*/ 118 w 140"/>
                <a:gd name="T35" fmla="*/ 35 h 55"/>
                <a:gd name="T36" fmla="*/ 102 w 140"/>
                <a:gd name="T37" fmla="*/ 25 h 55"/>
                <a:gd name="T38" fmla="*/ 91 w 140"/>
                <a:gd name="T39" fmla="*/ 21 h 55"/>
                <a:gd name="T40" fmla="*/ 81 w 140"/>
                <a:gd name="T41" fmla="*/ 18 h 55"/>
                <a:gd name="T42" fmla="*/ 68 w 140"/>
                <a:gd name="T43" fmla="*/ 14 h 55"/>
                <a:gd name="T44" fmla="*/ 56 w 140"/>
                <a:gd name="T45" fmla="*/ 14 h 55"/>
                <a:gd name="T46" fmla="*/ 44 w 140"/>
                <a:gd name="T47" fmla="*/ 14 h 55"/>
                <a:gd name="T48" fmla="*/ 30 w 140"/>
                <a:gd name="T49" fmla="*/ 18 h 55"/>
                <a:gd name="T50" fmla="*/ 14 w 140"/>
                <a:gd name="T51" fmla="*/ 21 h 55"/>
                <a:gd name="T52" fmla="*/ 0 w 140"/>
                <a:gd name="T53"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55">
                  <a:moveTo>
                    <a:pt x="0" y="28"/>
                  </a:moveTo>
                  <a:lnTo>
                    <a:pt x="0" y="28"/>
                  </a:lnTo>
                  <a:lnTo>
                    <a:pt x="7" y="23"/>
                  </a:lnTo>
                  <a:lnTo>
                    <a:pt x="26" y="11"/>
                  </a:lnTo>
                  <a:lnTo>
                    <a:pt x="40" y="5"/>
                  </a:lnTo>
                  <a:lnTo>
                    <a:pt x="54" y="2"/>
                  </a:lnTo>
                  <a:lnTo>
                    <a:pt x="70" y="0"/>
                  </a:lnTo>
                  <a:lnTo>
                    <a:pt x="84" y="2"/>
                  </a:lnTo>
                  <a:lnTo>
                    <a:pt x="84" y="2"/>
                  </a:lnTo>
                  <a:lnTo>
                    <a:pt x="98" y="9"/>
                  </a:lnTo>
                  <a:lnTo>
                    <a:pt x="111" y="16"/>
                  </a:lnTo>
                  <a:lnTo>
                    <a:pt x="119" y="25"/>
                  </a:lnTo>
                  <a:lnTo>
                    <a:pt x="128" y="34"/>
                  </a:lnTo>
                  <a:lnTo>
                    <a:pt x="137" y="48"/>
                  </a:lnTo>
                  <a:lnTo>
                    <a:pt x="140" y="55"/>
                  </a:lnTo>
                  <a:lnTo>
                    <a:pt x="140" y="55"/>
                  </a:lnTo>
                  <a:lnTo>
                    <a:pt x="130" y="44"/>
                  </a:lnTo>
                  <a:lnTo>
                    <a:pt x="118" y="35"/>
                  </a:lnTo>
                  <a:lnTo>
                    <a:pt x="102" y="25"/>
                  </a:lnTo>
                  <a:lnTo>
                    <a:pt x="91" y="21"/>
                  </a:lnTo>
                  <a:lnTo>
                    <a:pt x="81" y="18"/>
                  </a:lnTo>
                  <a:lnTo>
                    <a:pt x="68" y="14"/>
                  </a:lnTo>
                  <a:lnTo>
                    <a:pt x="56" y="14"/>
                  </a:lnTo>
                  <a:lnTo>
                    <a:pt x="44" y="14"/>
                  </a:lnTo>
                  <a:lnTo>
                    <a:pt x="30" y="18"/>
                  </a:lnTo>
                  <a:lnTo>
                    <a:pt x="14" y="21"/>
                  </a:lnTo>
                  <a:lnTo>
                    <a:pt x="0" y="28"/>
                  </a:lnTo>
                  <a:close/>
                </a:path>
              </a:pathLst>
            </a:custGeom>
            <a:solidFill>
              <a:srgbClr val="6B3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60" name="Freeform 171"/>
            <p:cNvSpPr>
              <a:spLocks/>
            </p:cNvSpPr>
            <p:nvPr/>
          </p:nvSpPr>
          <p:spPr bwMode="auto">
            <a:xfrm>
              <a:off x="9837738" y="608013"/>
              <a:ext cx="222250" cy="87313"/>
            </a:xfrm>
            <a:custGeom>
              <a:avLst/>
              <a:gdLst>
                <a:gd name="T0" fmla="*/ 0 w 140"/>
                <a:gd name="T1" fmla="*/ 28 h 55"/>
                <a:gd name="T2" fmla="*/ 0 w 140"/>
                <a:gd name="T3" fmla="*/ 28 h 55"/>
                <a:gd name="T4" fmla="*/ 7 w 140"/>
                <a:gd name="T5" fmla="*/ 23 h 55"/>
                <a:gd name="T6" fmla="*/ 26 w 140"/>
                <a:gd name="T7" fmla="*/ 11 h 55"/>
                <a:gd name="T8" fmla="*/ 40 w 140"/>
                <a:gd name="T9" fmla="*/ 5 h 55"/>
                <a:gd name="T10" fmla="*/ 54 w 140"/>
                <a:gd name="T11" fmla="*/ 2 h 55"/>
                <a:gd name="T12" fmla="*/ 70 w 140"/>
                <a:gd name="T13" fmla="*/ 0 h 55"/>
                <a:gd name="T14" fmla="*/ 84 w 140"/>
                <a:gd name="T15" fmla="*/ 2 h 55"/>
                <a:gd name="T16" fmla="*/ 84 w 140"/>
                <a:gd name="T17" fmla="*/ 2 h 55"/>
                <a:gd name="T18" fmla="*/ 98 w 140"/>
                <a:gd name="T19" fmla="*/ 9 h 55"/>
                <a:gd name="T20" fmla="*/ 111 w 140"/>
                <a:gd name="T21" fmla="*/ 16 h 55"/>
                <a:gd name="T22" fmla="*/ 119 w 140"/>
                <a:gd name="T23" fmla="*/ 25 h 55"/>
                <a:gd name="T24" fmla="*/ 128 w 140"/>
                <a:gd name="T25" fmla="*/ 34 h 55"/>
                <a:gd name="T26" fmla="*/ 137 w 140"/>
                <a:gd name="T27" fmla="*/ 48 h 55"/>
                <a:gd name="T28" fmla="*/ 140 w 140"/>
                <a:gd name="T29" fmla="*/ 55 h 55"/>
                <a:gd name="T30" fmla="*/ 140 w 140"/>
                <a:gd name="T31" fmla="*/ 55 h 55"/>
                <a:gd name="T32" fmla="*/ 130 w 140"/>
                <a:gd name="T33" fmla="*/ 44 h 55"/>
                <a:gd name="T34" fmla="*/ 118 w 140"/>
                <a:gd name="T35" fmla="*/ 35 h 55"/>
                <a:gd name="T36" fmla="*/ 102 w 140"/>
                <a:gd name="T37" fmla="*/ 25 h 55"/>
                <a:gd name="T38" fmla="*/ 91 w 140"/>
                <a:gd name="T39" fmla="*/ 21 h 55"/>
                <a:gd name="T40" fmla="*/ 81 w 140"/>
                <a:gd name="T41" fmla="*/ 18 h 55"/>
                <a:gd name="T42" fmla="*/ 68 w 140"/>
                <a:gd name="T43" fmla="*/ 14 h 55"/>
                <a:gd name="T44" fmla="*/ 56 w 140"/>
                <a:gd name="T45" fmla="*/ 14 h 55"/>
                <a:gd name="T46" fmla="*/ 44 w 140"/>
                <a:gd name="T47" fmla="*/ 14 h 55"/>
                <a:gd name="T48" fmla="*/ 30 w 140"/>
                <a:gd name="T49" fmla="*/ 18 h 55"/>
                <a:gd name="T50" fmla="*/ 14 w 140"/>
                <a:gd name="T51" fmla="*/ 21 h 55"/>
                <a:gd name="T52" fmla="*/ 0 w 140"/>
                <a:gd name="T53"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55">
                  <a:moveTo>
                    <a:pt x="0" y="28"/>
                  </a:moveTo>
                  <a:lnTo>
                    <a:pt x="0" y="28"/>
                  </a:lnTo>
                  <a:lnTo>
                    <a:pt x="7" y="23"/>
                  </a:lnTo>
                  <a:lnTo>
                    <a:pt x="26" y="11"/>
                  </a:lnTo>
                  <a:lnTo>
                    <a:pt x="40" y="5"/>
                  </a:lnTo>
                  <a:lnTo>
                    <a:pt x="54" y="2"/>
                  </a:lnTo>
                  <a:lnTo>
                    <a:pt x="70" y="0"/>
                  </a:lnTo>
                  <a:lnTo>
                    <a:pt x="84" y="2"/>
                  </a:lnTo>
                  <a:lnTo>
                    <a:pt x="84" y="2"/>
                  </a:lnTo>
                  <a:lnTo>
                    <a:pt x="98" y="9"/>
                  </a:lnTo>
                  <a:lnTo>
                    <a:pt x="111" y="16"/>
                  </a:lnTo>
                  <a:lnTo>
                    <a:pt x="119" y="25"/>
                  </a:lnTo>
                  <a:lnTo>
                    <a:pt x="128" y="34"/>
                  </a:lnTo>
                  <a:lnTo>
                    <a:pt x="137" y="48"/>
                  </a:lnTo>
                  <a:lnTo>
                    <a:pt x="140" y="55"/>
                  </a:lnTo>
                  <a:lnTo>
                    <a:pt x="140" y="55"/>
                  </a:lnTo>
                  <a:lnTo>
                    <a:pt x="130" y="44"/>
                  </a:lnTo>
                  <a:lnTo>
                    <a:pt x="118" y="35"/>
                  </a:lnTo>
                  <a:lnTo>
                    <a:pt x="102" y="25"/>
                  </a:lnTo>
                  <a:lnTo>
                    <a:pt x="91" y="21"/>
                  </a:lnTo>
                  <a:lnTo>
                    <a:pt x="81" y="18"/>
                  </a:lnTo>
                  <a:lnTo>
                    <a:pt x="68" y="14"/>
                  </a:lnTo>
                  <a:lnTo>
                    <a:pt x="56" y="14"/>
                  </a:lnTo>
                  <a:lnTo>
                    <a:pt x="44" y="14"/>
                  </a:lnTo>
                  <a:lnTo>
                    <a:pt x="30" y="18"/>
                  </a:lnTo>
                  <a:lnTo>
                    <a:pt x="14" y="21"/>
                  </a:lnTo>
                  <a:lnTo>
                    <a:pt x="0" y="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61" name="Freeform 172"/>
            <p:cNvSpPr>
              <a:spLocks noEditPoints="1"/>
            </p:cNvSpPr>
            <p:nvPr/>
          </p:nvSpPr>
          <p:spPr bwMode="auto">
            <a:xfrm>
              <a:off x="8958263" y="935038"/>
              <a:ext cx="1328738" cy="287338"/>
            </a:xfrm>
            <a:custGeom>
              <a:avLst/>
              <a:gdLst>
                <a:gd name="T0" fmla="*/ 795 w 837"/>
                <a:gd name="T1" fmla="*/ 2 h 181"/>
                <a:gd name="T2" fmla="*/ 740 w 837"/>
                <a:gd name="T3" fmla="*/ 0 h 181"/>
                <a:gd name="T4" fmla="*/ 580 w 837"/>
                <a:gd name="T5" fmla="*/ 5 h 181"/>
                <a:gd name="T6" fmla="*/ 559 w 837"/>
                <a:gd name="T7" fmla="*/ 16 h 181"/>
                <a:gd name="T8" fmla="*/ 559 w 837"/>
                <a:gd name="T9" fmla="*/ 16 h 181"/>
                <a:gd name="T10" fmla="*/ 540 w 837"/>
                <a:gd name="T11" fmla="*/ 24 h 181"/>
                <a:gd name="T12" fmla="*/ 483 w 837"/>
                <a:gd name="T13" fmla="*/ 23 h 181"/>
                <a:gd name="T14" fmla="*/ 462 w 837"/>
                <a:gd name="T15" fmla="*/ 12 h 181"/>
                <a:gd name="T16" fmla="*/ 443 w 837"/>
                <a:gd name="T17" fmla="*/ 5 h 181"/>
                <a:gd name="T18" fmla="*/ 244 w 837"/>
                <a:gd name="T19" fmla="*/ 0 h 181"/>
                <a:gd name="T20" fmla="*/ 165 w 837"/>
                <a:gd name="T21" fmla="*/ 5 h 181"/>
                <a:gd name="T22" fmla="*/ 148 w 837"/>
                <a:gd name="T23" fmla="*/ 58 h 181"/>
                <a:gd name="T24" fmla="*/ 148 w 837"/>
                <a:gd name="T25" fmla="*/ 100 h 181"/>
                <a:gd name="T26" fmla="*/ 158 w 837"/>
                <a:gd name="T27" fmla="*/ 142 h 181"/>
                <a:gd name="T28" fmla="*/ 185 w 837"/>
                <a:gd name="T29" fmla="*/ 167 h 181"/>
                <a:gd name="T30" fmla="*/ 271 w 837"/>
                <a:gd name="T31" fmla="*/ 179 h 181"/>
                <a:gd name="T32" fmla="*/ 389 w 837"/>
                <a:gd name="T33" fmla="*/ 177 h 181"/>
                <a:gd name="T34" fmla="*/ 440 w 837"/>
                <a:gd name="T35" fmla="*/ 168 h 181"/>
                <a:gd name="T36" fmla="*/ 473 w 837"/>
                <a:gd name="T37" fmla="*/ 107 h 181"/>
                <a:gd name="T38" fmla="*/ 483 w 837"/>
                <a:gd name="T39" fmla="*/ 74 h 181"/>
                <a:gd name="T40" fmla="*/ 510 w 837"/>
                <a:gd name="T41" fmla="*/ 51 h 181"/>
                <a:gd name="T42" fmla="*/ 531 w 837"/>
                <a:gd name="T43" fmla="*/ 58 h 181"/>
                <a:gd name="T44" fmla="*/ 549 w 837"/>
                <a:gd name="T45" fmla="*/ 82 h 181"/>
                <a:gd name="T46" fmla="*/ 573 w 837"/>
                <a:gd name="T47" fmla="*/ 158 h 181"/>
                <a:gd name="T48" fmla="*/ 587 w 837"/>
                <a:gd name="T49" fmla="*/ 170 h 181"/>
                <a:gd name="T50" fmla="*/ 689 w 837"/>
                <a:gd name="T51" fmla="*/ 181 h 181"/>
                <a:gd name="T52" fmla="*/ 766 w 837"/>
                <a:gd name="T53" fmla="*/ 174 h 181"/>
                <a:gd name="T54" fmla="*/ 800 w 837"/>
                <a:gd name="T55" fmla="*/ 160 h 181"/>
                <a:gd name="T56" fmla="*/ 819 w 837"/>
                <a:gd name="T57" fmla="*/ 116 h 181"/>
                <a:gd name="T58" fmla="*/ 837 w 837"/>
                <a:gd name="T59" fmla="*/ 40 h 181"/>
                <a:gd name="T60" fmla="*/ 392 w 837"/>
                <a:gd name="T61" fmla="*/ 161 h 181"/>
                <a:gd name="T62" fmla="*/ 264 w 837"/>
                <a:gd name="T63" fmla="*/ 163 h 181"/>
                <a:gd name="T64" fmla="*/ 183 w 837"/>
                <a:gd name="T65" fmla="*/ 147 h 181"/>
                <a:gd name="T66" fmla="*/ 169 w 837"/>
                <a:gd name="T67" fmla="*/ 128 h 181"/>
                <a:gd name="T68" fmla="*/ 164 w 837"/>
                <a:gd name="T69" fmla="*/ 60 h 181"/>
                <a:gd name="T70" fmla="*/ 174 w 837"/>
                <a:gd name="T71" fmla="*/ 17 h 181"/>
                <a:gd name="T72" fmla="*/ 304 w 837"/>
                <a:gd name="T73" fmla="*/ 16 h 181"/>
                <a:gd name="T74" fmla="*/ 448 w 837"/>
                <a:gd name="T75" fmla="*/ 23 h 181"/>
                <a:gd name="T76" fmla="*/ 468 w 837"/>
                <a:gd name="T77" fmla="*/ 42 h 181"/>
                <a:gd name="T78" fmla="*/ 466 w 837"/>
                <a:gd name="T79" fmla="*/ 74 h 181"/>
                <a:gd name="T80" fmla="*/ 438 w 837"/>
                <a:gd name="T81" fmla="*/ 151 h 181"/>
                <a:gd name="T82" fmla="*/ 784 w 837"/>
                <a:gd name="T83" fmla="*/ 153 h 181"/>
                <a:gd name="T84" fmla="*/ 689 w 837"/>
                <a:gd name="T85" fmla="*/ 165 h 181"/>
                <a:gd name="T86" fmla="*/ 601 w 837"/>
                <a:gd name="T87" fmla="*/ 158 h 181"/>
                <a:gd name="T88" fmla="*/ 582 w 837"/>
                <a:gd name="T89" fmla="*/ 139 h 181"/>
                <a:gd name="T90" fmla="*/ 561 w 837"/>
                <a:gd name="T91" fmla="*/ 45 h 181"/>
                <a:gd name="T92" fmla="*/ 568 w 837"/>
                <a:gd name="T93" fmla="*/ 30 h 181"/>
                <a:gd name="T94" fmla="*/ 582 w 837"/>
                <a:gd name="T95" fmla="*/ 21 h 181"/>
                <a:gd name="T96" fmla="*/ 740 w 837"/>
                <a:gd name="T97" fmla="*/ 14 h 181"/>
                <a:gd name="T98" fmla="*/ 803 w 837"/>
                <a:gd name="T99" fmla="*/ 40 h 181"/>
                <a:gd name="T100" fmla="*/ 803 w 837"/>
                <a:gd name="T101" fmla="*/ 119 h 181"/>
                <a:gd name="T102" fmla="*/ 789 w 837"/>
                <a:gd name="T103" fmla="*/ 147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37" h="181">
                  <a:moveTo>
                    <a:pt x="837" y="40"/>
                  </a:moveTo>
                  <a:lnTo>
                    <a:pt x="833" y="7"/>
                  </a:lnTo>
                  <a:lnTo>
                    <a:pt x="795" y="2"/>
                  </a:lnTo>
                  <a:lnTo>
                    <a:pt x="795" y="2"/>
                  </a:lnTo>
                  <a:lnTo>
                    <a:pt x="795" y="2"/>
                  </a:lnTo>
                  <a:lnTo>
                    <a:pt x="775" y="0"/>
                  </a:lnTo>
                  <a:lnTo>
                    <a:pt x="740" y="0"/>
                  </a:lnTo>
                  <a:lnTo>
                    <a:pt x="740" y="0"/>
                  </a:lnTo>
                  <a:lnTo>
                    <a:pt x="693" y="0"/>
                  </a:lnTo>
                  <a:lnTo>
                    <a:pt x="643" y="2"/>
                  </a:lnTo>
                  <a:lnTo>
                    <a:pt x="580" y="5"/>
                  </a:lnTo>
                  <a:lnTo>
                    <a:pt x="580" y="5"/>
                  </a:lnTo>
                  <a:lnTo>
                    <a:pt x="573" y="7"/>
                  </a:lnTo>
                  <a:lnTo>
                    <a:pt x="568" y="9"/>
                  </a:lnTo>
                  <a:lnTo>
                    <a:pt x="559" y="16"/>
                  </a:lnTo>
                  <a:lnTo>
                    <a:pt x="559" y="16"/>
                  </a:lnTo>
                  <a:lnTo>
                    <a:pt x="559" y="16"/>
                  </a:lnTo>
                  <a:lnTo>
                    <a:pt x="559" y="16"/>
                  </a:lnTo>
                  <a:lnTo>
                    <a:pt x="559" y="16"/>
                  </a:lnTo>
                  <a:lnTo>
                    <a:pt x="559" y="16"/>
                  </a:lnTo>
                  <a:lnTo>
                    <a:pt x="559" y="16"/>
                  </a:lnTo>
                  <a:lnTo>
                    <a:pt x="554" y="21"/>
                  </a:lnTo>
                  <a:lnTo>
                    <a:pt x="547" y="23"/>
                  </a:lnTo>
                  <a:lnTo>
                    <a:pt x="540" y="24"/>
                  </a:lnTo>
                  <a:lnTo>
                    <a:pt x="540" y="24"/>
                  </a:lnTo>
                  <a:lnTo>
                    <a:pt x="510" y="24"/>
                  </a:lnTo>
                  <a:lnTo>
                    <a:pt x="494" y="24"/>
                  </a:lnTo>
                  <a:lnTo>
                    <a:pt x="483" y="23"/>
                  </a:lnTo>
                  <a:lnTo>
                    <a:pt x="483" y="23"/>
                  </a:lnTo>
                  <a:lnTo>
                    <a:pt x="469" y="16"/>
                  </a:lnTo>
                  <a:lnTo>
                    <a:pt x="462" y="12"/>
                  </a:lnTo>
                  <a:lnTo>
                    <a:pt x="462" y="12"/>
                  </a:lnTo>
                  <a:lnTo>
                    <a:pt x="462" y="12"/>
                  </a:lnTo>
                  <a:lnTo>
                    <a:pt x="454" y="9"/>
                  </a:lnTo>
                  <a:lnTo>
                    <a:pt x="443" y="5"/>
                  </a:lnTo>
                  <a:lnTo>
                    <a:pt x="443" y="5"/>
                  </a:lnTo>
                  <a:lnTo>
                    <a:pt x="364" y="2"/>
                  </a:lnTo>
                  <a:lnTo>
                    <a:pt x="304" y="0"/>
                  </a:lnTo>
                  <a:lnTo>
                    <a:pt x="244" y="0"/>
                  </a:lnTo>
                  <a:lnTo>
                    <a:pt x="244" y="0"/>
                  </a:lnTo>
                  <a:lnTo>
                    <a:pt x="209" y="0"/>
                  </a:lnTo>
                  <a:lnTo>
                    <a:pt x="186" y="0"/>
                  </a:lnTo>
                  <a:lnTo>
                    <a:pt x="172" y="2"/>
                  </a:lnTo>
                  <a:lnTo>
                    <a:pt x="165" y="5"/>
                  </a:lnTo>
                  <a:lnTo>
                    <a:pt x="0" y="31"/>
                  </a:lnTo>
                  <a:lnTo>
                    <a:pt x="12" y="61"/>
                  </a:lnTo>
                  <a:lnTo>
                    <a:pt x="111" y="45"/>
                  </a:lnTo>
                  <a:lnTo>
                    <a:pt x="148" y="58"/>
                  </a:lnTo>
                  <a:lnTo>
                    <a:pt x="148" y="58"/>
                  </a:lnTo>
                  <a:lnTo>
                    <a:pt x="148" y="58"/>
                  </a:lnTo>
                  <a:lnTo>
                    <a:pt x="146" y="86"/>
                  </a:lnTo>
                  <a:lnTo>
                    <a:pt x="148" y="100"/>
                  </a:lnTo>
                  <a:lnTo>
                    <a:pt x="150" y="114"/>
                  </a:lnTo>
                  <a:lnTo>
                    <a:pt x="150" y="114"/>
                  </a:lnTo>
                  <a:lnTo>
                    <a:pt x="153" y="130"/>
                  </a:lnTo>
                  <a:lnTo>
                    <a:pt x="158" y="142"/>
                  </a:lnTo>
                  <a:lnTo>
                    <a:pt x="165" y="153"/>
                  </a:lnTo>
                  <a:lnTo>
                    <a:pt x="174" y="160"/>
                  </a:lnTo>
                  <a:lnTo>
                    <a:pt x="174" y="160"/>
                  </a:lnTo>
                  <a:lnTo>
                    <a:pt x="185" y="167"/>
                  </a:lnTo>
                  <a:lnTo>
                    <a:pt x="199" y="170"/>
                  </a:lnTo>
                  <a:lnTo>
                    <a:pt x="215" y="174"/>
                  </a:lnTo>
                  <a:lnTo>
                    <a:pt x="232" y="176"/>
                  </a:lnTo>
                  <a:lnTo>
                    <a:pt x="271" y="179"/>
                  </a:lnTo>
                  <a:lnTo>
                    <a:pt x="308" y="181"/>
                  </a:lnTo>
                  <a:lnTo>
                    <a:pt x="308" y="181"/>
                  </a:lnTo>
                  <a:lnTo>
                    <a:pt x="348" y="179"/>
                  </a:lnTo>
                  <a:lnTo>
                    <a:pt x="389" y="177"/>
                  </a:lnTo>
                  <a:lnTo>
                    <a:pt x="422" y="174"/>
                  </a:lnTo>
                  <a:lnTo>
                    <a:pt x="434" y="172"/>
                  </a:lnTo>
                  <a:lnTo>
                    <a:pt x="440" y="168"/>
                  </a:lnTo>
                  <a:lnTo>
                    <a:pt x="440" y="168"/>
                  </a:lnTo>
                  <a:lnTo>
                    <a:pt x="447" y="165"/>
                  </a:lnTo>
                  <a:lnTo>
                    <a:pt x="452" y="156"/>
                  </a:lnTo>
                  <a:lnTo>
                    <a:pt x="462" y="135"/>
                  </a:lnTo>
                  <a:lnTo>
                    <a:pt x="473" y="107"/>
                  </a:lnTo>
                  <a:lnTo>
                    <a:pt x="480" y="79"/>
                  </a:lnTo>
                  <a:lnTo>
                    <a:pt x="480" y="79"/>
                  </a:lnTo>
                  <a:lnTo>
                    <a:pt x="480" y="79"/>
                  </a:lnTo>
                  <a:lnTo>
                    <a:pt x="483" y="74"/>
                  </a:lnTo>
                  <a:lnTo>
                    <a:pt x="491" y="63"/>
                  </a:lnTo>
                  <a:lnTo>
                    <a:pt x="496" y="58"/>
                  </a:lnTo>
                  <a:lnTo>
                    <a:pt x="503" y="54"/>
                  </a:lnTo>
                  <a:lnTo>
                    <a:pt x="510" y="51"/>
                  </a:lnTo>
                  <a:lnTo>
                    <a:pt x="517" y="51"/>
                  </a:lnTo>
                  <a:lnTo>
                    <a:pt x="517" y="51"/>
                  </a:lnTo>
                  <a:lnTo>
                    <a:pt x="526" y="54"/>
                  </a:lnTo>
                  <a:lnTo>
                    <a:pt x="531" y="58"/>
                  </a:lnTo>
                  <a:lnTo>
                    <a:pt x="536" y="63"/>
                  </a:lnTo>
                  <a:lnTo>
                    <a:pt x="541" y="68"/>
                  </a:lnTo>
                  <a:lnTo>
                    <a:pt x="547" y="79"/>
                  </a:lnTo>
                  <a:lnTo>
                    <a:pt x="549" y="82"/>
                  </a:lnTo>
                  <a:lnTo>
                    <a:pt x="549" y="82"/>
                  </a:lnTo>
                  <a:lnTo>
                    <a:pt x="556" y="110"/>
                  </a:lnTo>
                  <a:lnTo>
                    <a:pt x="564" y="137"/>
                  </a:lnTo>
                  <a:lnTo>
                    <a:pt x="573" y="158"/>
                  </a:lnTo>
                  <a:lnTo>
                    <a:pt x="577" y="165"/>
                  </a:lnTo>
                  <a:lnTo>
                    <a:pt x="582" y="168"/>
                  </a:lnTo>
                  <a:lnTo>
                    <a:pt x="582" y="168"/>
                  </a:lnTo>
                  <a:lnTo>
                    <a:pt x="587" y="170"/>
                  </a:lnTo>
                  <a:lnTo>
                    <a:pt x="596" y="174"/>
                  </a:lnTo>
                  <a:lnTo>
                    <a:pt x="622" y="177"/>
                  </a:lnTo>
                  <a:lnTo>
                    <a:pt x="656" y="179"/>
                  </a:lnTo>
                  <a:lnTo>
                    <a:pt x="689" y="181"/>
                  </a:lnTo>
                  <a:lnTo>
                    <a:pt x="689" y="181"/>
                  </a:lnTo>
                  <a:lnTo>
                    <a:pt x="721" y="179"/>
                  </a:lnTo>
                  <a:lnTo>
                    <a:pt x="752" y="176"/>
                  </a:lnTo>
                  <a:lnTo>
                    <a:pt x="766" y="174"/>
                  </a:lnTo>
                  <a:lnTo>
                    <a:pt x="779" y="170"/>
                  </a:lnTo>
                  <a:lnTo>
                    <a:pt x="791" y="165"/>
                  </a:lnTo>
                  <a:lnTo>
                    <a:pt x="800" y="160"/>
                  </a:lnTo>
                  <a:lnTo>
                    <a:pt x="800" y="160"/>
                  </a:lnTo>
                  <a:lnTo>
                    <a:pt x="807" y="151"/>
                  </a:lnTo>
                  <a:lnTo>
                    <a:pt x="812" y="140"/>
                  </a:lnTo>
                  <a:lnTo>
                    <a:pt x="817" y="128"/>
                  </a:lnTo>
                  <a:lnTo>
                    <a:pt x="819" y="116"/>
                  </a:lnTo>
                  <a:lnTo>
                    <a:pt x="821" y="100"/>
                  </a:lnTo>
                  <a:lnTo>
                    <a:pt x="823" y="86"/>
                  </a:lnTo>
                  <a:lnTo>
                    <a:pt x="821" y="58"/>
                  </a:lnTo>
                  <a:lnTo>
                    <a:pt x="837" y="40"/>
                  </a:lnTo>
                  <a:close/>
                  <a:moveTo>
                    <a:pt x="433" y="156"/>
                  </a:moveTo>
                  <a:lnTo>
                    <a:pt x="433" y="156"/>
                  </a:lnTo>
                  <a:lnTo>
                    <a:pt x="420" y="158"/>
                  </a:lnTo>
                  <a:lnTo>
                    <a:pt x="392" y="161"/>
                  </a:lnTo>
                  <a:lnTo>
                    <a:pt x="353" y="163"/>
                  </a:lnTo>
                  <a:lnTo>
                    <a:pt x="308" y="165"/>
                  </a:lnTo>
                  <a:lnTo>
                    <a:pt x="308" y="165"/>
                  </a:lnTo>
                  <a:lnTo>
                    <a:pt x="264" y="163"/>
                  </a:lnTo>
                  <a:lnTo>
                    <a:pt x="227" y="160"/>
                  </a:lnTo>
                  <a:lnTo>
                    <a:pt x="201" y="154"/>
                  </a:lnTo>
                  <a:lnTo>
                    <a:pt x="190" y="151"/>
                  </a:lnTo>
                  <a:lnTo>
                    <a:pt x="183" y="147"/>
                  </a:lnTo>
                  <a:lnTo>
                    <a:pt x="183" y="147"/>
                  </a:lnTo>
                  <a:lnTo>
                    <a:pt x="178" y="142"/>
                  </a:lnTo>
                  <a:lnTo>
                    <a:pt x="172" y="135"/>
                  </a:lnTo>
                  <a:lnTo>
                    <a:pt x="169" y="128"/>
                  </a:lnTo>
                  <a:lnTo>
                    <a:pt x="165" y="119"/>
                  </a:lnTo>
                  <a:lnTo>
                    <a:pt x="164" y="100"/>
                  </a:lnTo>
                  <a:lnTo>
                    <a:pt x="162" y="79"/>
                  </a:lnTo>
                  <a:lnTo>
                    <a:pt x="164" y="60"/>
                  </a:lnTo>
                  <a:lnTo>
                    <a:pt x="167" y="40"/>
                  </a:lnTo>
                  <a:lnTo>
                    <a:pt x="171" y="26"/>
                  </a:lnTo>
                  <a:lnTo>
                    <a:pt x="174" y="17"/>
                  </a:lnTo>
                  <a:lnTo>
                    <a:pt x="174" y="17"/>
                  </a:lnTo>
                  <a:lnTo>
                    <a:pt x="192" y="16"/>
                  </a:lnTo>
                  <a:lnTo>
                    <a:pt x="244" y="14"/>
                  </a:lnTo>
                  <a:lnTo>
                    <a:pt x="244" y="14"/>
                  </a:lnTo>
                  <a:lnTo>
                    <a:pt x="304" y="16"/>
                  </a:lnTo>
                  <a:lnTo>
                    <a:pt x="364" y="17"/>
                  </a:lnTo>
                  <a:lnTo>
                    <a:pt x="441" y="21"/>
                  </a:lnTo>
                  <a:lnTo>
                    <a:pt x="441" y="21"/>
                  </a:lnTo>
                  <a:lnTo>
                    <a:pt x="448" y="23"/>
                  </a:lnTo>
                  <a:lnTo>
                    <a:pt x="455" y="26"/>
                  </a:lnTo>
                  <a:lnTo>
                    <a:pt x="459" y="30"/>
                  </a:lnTo>
                  <a:lnTo>
                    <a:pt x="462" y="33"/>
                  </a:lnTo>
                  <a:lnTo>
                    <a:pt x="468" y="42"/>
                  </a:lnTo>
                  <a:lnTo>
                    <a:pt x="469" y="45"/>
                  </a:lnTo>
                  <a:lnTo>
                    <a:pt x="469" y="45"/>
                  </a:lnTo>
                  <a:lnTo>
                    <a:pt x="468" y="58"/>
                  </a:lnTo>
                  <a:lnTo>
                    <a:pt x="466" y="74"/>
                  </a:lnTo>
                  <a:lnTo>
                    <a:pt x="462" y="91"/>
                  </a:lnTo>
                  <a:lnTo>
                    <a:pt x="455" y="109"/>
                  </a:lnTo>
                  <a:lnTo>
                    <a:pt x="443" y="140"/>
                  </a:lnTo>
                  <a:lnTo>
                    <a:pt x="438" y="151"/>
                  </a:lnTo>
                  <a:lnTo>
                    <a:pt x="433" y="156"/>
                  </a:lnTo>
                  <a:close/>
                  <a:moveTo>
                    <a:pt x="789" y="147"/>
                  </a:moveTo>
                  <a:lnTo>
                    <a:pt x="789" y="147"/>
                  </a:lnTo>
                  <a:lnTo>
                    <a:pt x="784" y="153"/>
                  </a:lnTo>
                  <a:lnTo>
                    <a:pt x="775" y="154"/>
                  </a:lnTo>
                  <a:lnTo>
                    <a:pt x="754" y="160"/>
                  </a:lnTo>
                  <a:lnTo>
                    <a:pt x="726" y="163"/>
                  </a:lnTo>
                  <a:lnTo>
                    <a:pt x="689" y="165"/>
                  </a:lnTo>
                  <a:lnTo>
                    <a:pt x="689" y="165"/>
                  </a:lnTo>
                  <a:lnTo>
                    <a:pt x="654" y="163"/>
                  </a:lnTo>
                  <a:lnTo>
                    <a:pt x="622" y="161"/>
                  </a:lnTo>
                  <a:lnTo>
                    <a:pt x="601" y="158"/>
                  </a:lnTo>
                  <a:lnTo>
                    <a:pt x="589" y="156"/>
                  </a:lnTo>
                  <a:lnTo>
                    <a:pt x="589" y="156"/>
                  </a:lnTo>
                  <a:lnTo>
                    <a:pt x="585" y="151"/>
                  </a:lnTo>
                  <a:lnTo>
                    <a:pt x="582" y="139"/>
                  </a:lnTo>
                  <a:lnTo>
                    <a:pt x="571" y="109"/>
                  </a:lnTo>
                  <a:lnTo>
                    <a:pt x="563" y="74"/>
                  </a:lnTo>
                  <a:lnTo>
                    <a:pt x="561" y="58"/>
                  </a:lnTo>
                  <a:lnTo>
                    <a:pt x="561" y="45"/>
                  </a:lnTo>
                  <a:lnTo>
                    <a:pt x="561" y="45"/>
                  </a:lnTo>
                  <a:lnTo>
                    <a:pt x="563" y="42"/>
                  </a:lnTo>
                  <a:lnTo>
                    <a:pt x="566" y="35"/>
                  </a:lnTo>
                  <a:lnTo>
                    <a:pt x="568" y="30"/>
                  </a:lnTo>
                  <a:lnTo>
                    <a:pt x="571" y="26"/>
                  </a:lnTo>
                  <a:lnTo>
                    <a:pt x="577" y="23"/>
                  </a:lnTo>
                  <a:lnTo>
                    <a:pt x="582" y="21"/>
                  </a:lnTo>
                  <a:lnTo>
                    <a:pt x="582" y="21"/>
                  </a:lnTo>
                  <a:lnTo>
                    <a:pt x="645" y="17"/>
                  </a:lnTo>
                  <a:lnTo>
                    <a:pt x="693" y="16"/>
                  </a:lnTo>
                  <a:lnTo>
                    <a:pt x="740" y="14"/>
                  </a:lnTo>
                  <a:lnTo>
                    <a:pt x="740" y="14"/>
                  </a:lnTo>
                  <a:lnTo>
                    <a:pt x="782" y="16"/>
                  </a:lnTo>
                  <a:lnTo>
                    <a:pt x="796" y="17"/>
                  </a:lnTo>
                  <a:lnTo>
                    <a:pt x="796" y="17"/>
                  </a:lnTo>
                  <a:lnTo>
                    <a:pt x="803" y="40"/>
                  </a:lnTo>
                  <a:lnTo>
                    <a:pt x="805" y="60"/>
                  </a:lnTo>
                  <a:lnTo>
                    <a:pt x="807" y="79"/>
                  </a:lnTo>
                  <a:lnTo>
                    <a:pt x="807" y="100"/>
                  </a:lnTo>
                  <a:lnTo>
                    <a:pt x="803" y="119"/>
                  </a:lnTo>
                  <a:lnTo>
                    <a:pt x="802" y="128"/>
                  </a:lnTo>
                  <a:lnTo>
                    <a:pt x="798" y="137"/>
                  </a:lnTo>
                  <a:lnTo>
                    <a:pt x="795" y="142"/>
                  </a:lnTo>
                  <a:lnTo>
                    <a:pt x="789" y="147"/>
                  </a:lnTo>
                  <a:close/>
                </a:path>
              </a:pathLst>
            </a:custGeom>
            <a:solidFill>
              <a:srgbClr val="6D11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62" name="Freeform 173"/>
            <p:cNvSpPr>
              <a:spLocks/>
            </p:cNvSpPr>
            <p:nvPr/>
          </p:nvSpPr>
          <p:spPr bwMode="auto">
            <a:xfrm>
              <a:off x="8958263" y="935038"/>
              <a:ext cx="1328738" cy="287338"/>
            </a:xfrm>
            <a:custGeom>
              <a:avLst/>
              <a:gdLst>
                <a:gd name="T0" fmla="*/ 833 w 837"/>
                <a:gd name="T1" fmla="*/ 7 h 181"/>
                <a:gd name="T2" fmla="*/ 795 w 837"/>
                <a:gd name="T3" fmla="*/ 2 h 181"/>
                <a:gd name="T4" fmla="*/ 775 w 837"/>
                <a:gd name="T5" fmla="*/ 0 h 181"/>
                <a:gd name="T6" fmla="*/ 740 w 837"/>
                <a:gd name="T7" fmla="*/ 0 h 181"/>
                <a:gd name="T8" fmla="*/ 643 w 837"/>
                <a:gd name="T9" fmla="*/ 2 h 181"/>
                <a:gd name="T10" fmla="*/ 580 w 837"/>
                <a:gd name="T11" fmla="*/ 5 h 181"/>
                <a:gd name="T12" fmla="*/ 568 w 837"/>
                <a:gd name="T13" fmla="*/ 9 h 181"/>
                <a:gd name="T14" fmla="*/ 559 w 837"/>
                <a:gd name="T15" fmla="*/ 16 h 181"/>
                <a:gd name="T16" fmla="*/ 559 w 837"/>
                <a:gd name="T17" fmla="*/ 16 h 181"/>
                <a:gd name="T18" fmla="*/ 559 w 837"/>
                <a:gd name="T19" fmla="*/ 16 h 181"/>
                <a:gd name="T20" fmla="*/ 554 w 837"/>
                <a:gd name="T21" fmla="*/ 21 h 181"/>
                <a:gd name="T22" fmla="*/ 540 w 837"/>
                <a:gd name="T23" fmla="*/ 24 h 181"/>
                <a:gd name="T24" fmla="*/ 510 w 837"/>
                <a:gd name="T25" fmla="*/ 24 h 181"/>
                <a:gd name="T26" fmla="*/ 483 w 837"/>
                <a:gd name="T27" fmla="*/ 23 h 181"/>
                <a:gd name="T28" fmla="*/ 469 w 837"/>
                <a:gd name="T29" fmla="*/ 16 h 181"/>
                <a:gd name="T30" fmla="*/ 462 w 837"/>
                <a:gd name="T31" fmla="*/ 12 h 181"/>
                <a:gd name="T32" fmla="*/ 454 w 837"/>
                <a:gd name="T33" fmla="*/ 9 h 181"/>
                <a:gd name="T34" fmla="*/ 443 w 837"/>
                <a:gd name="T35" fmla="*/ 5 h 181"/>
                <a:gd name="T36" fmla="*/ 304 w 837"/>
                <a:gd name="T37" fmla="*/ 0 h 181"/>
                <a:gd name="T38" fmla="*/ 244 w 837"/>
                <a:gd name="T39" fmla="*/ 0 h 181"/>
                <a:gd name="T40" fmla="*/ 186 w 837"/>
                <a:gd name="T41" fmla="*/ 0 h 181"/>
                <a:gd name="T42" fmla="*/ 165 w 837"/>
                <a:gd name="T43" fmla="*/ 5 h 181"/>
                <a:gd name="T44" fmla="*/ 12 w 837"/>
                <a:gd name="T45" fmla="*/ 61 h 181"/>
                <a:gd name="T46" fmla="*/ 148 w 837"/>
                <a:gd name="T47" fmla="*/ 58 h 181"/>
                <a:gd name="T48" fmla="*/ 148 w 837"/>
                <a:gd name="T49" fmla="*/ 58 h 181"/>
                <a:gd name="T50" fmla="*/ 148 w 837"/>
                <a:gd name="T51" fmla="*/ 100 h 181"/>
                <a:gd name="T52" fmla="*/ 150 w 837"/>
                <a:gd name="T53" fmla="*/ 114 h 181"/>
                <a:gd name="T54" fmla="*/ 158 w 837"/>
                <a:gd name="T55" fmla="*/ 142 h 181"/>
                <a:gd name="T56" fmla="*/ 174 w 837"/>
                <a:gd name="T57" fmla="*/ 160 h 181"/>
                <a:gd name="T58" fmla="*/ 185 w 837"/>
                <a:gd name="T59" fmla="*/ 167 h 181"/>
                <a:gd name="T60" fmla="*/ 215 w 837"/>
                <a:gd name="T61" fmla="*/ 174 h 181"/>
                <a:gd name="T62" fmla="*/ 271 w 837"/>
                <a:gd name="T63" fmla="*/ 179 h 181"/>
                <a:gd name="T64" fmla="*/ 308 w 837"/>
                <a:gd name="T65" fmla="*/ 181 h 181"/>
                <a:gd name="T66" fmla="*/ 389 w 837"/>
                <a:gd name="T67" fmla="*/ 177 h 181"/>
                <a:gd name="T68" fmla="*/ 434 w 837"/>
                <a:gd name="T69" fmla="*/ 172 h 181"/>
                <a:gd name="T70" fmla="*/ 440 w 837"/>
                <a:gd name="T71" fmla="*/ 168 h 181"/>
                <a:gd name="T72" fmla="*/ 452 w 837"/>
                <a:gd name="T73" fmla="*/ 156 h 181"/>
                <a:gd name="T74" fmla="*/ 473 w 837"/>
                <a:gd name="T75" fmla="*/ 107 h 181"/>
                <a:gd name="T76" fmla="*/ 480 w 837"/>
                <a:gd name="T77" fmla="*/ 79 h 181"/>
                <a:gd name="T78" fmla="*/ 483 w 837"/>
                <a:gd name="T79" fmla="*/ 74 h 181"/>
                <a:gd name="T80" fmla="*/ 496 w 837"/>
                <a:gd name="T81" fmla="*/ 58 h 181"/>
                <a:gd name="T82" fmla="*/ 510 w 837"/>
                <a:gd name="T83" fmla="*/ 51 h 181"/>
                <a:gd name="T84" fmla="*/ 517 w 837"/>
                <a:gd name="T85" fmla="*/ 51 h 181"/>
                <a:gd name="T86" fmla="*/ 531 w 837"/>
                <a:gd name="T87" fmla="*/ 58 h 181"/>
                <a:gd name="T88" fmla="*/ 541 w 837"/>
                <a:gd name="T89" fmla="*/ 68 h 181"/>
                <a:gd name="T90" fmla="*/ 549 w 837"/>
                <a:gd name="T91" fmla="*/ 82 h 181"/>
                <a:gd name="T92" fmla="*/ 556 w 837"/>
                <a:gd name="T93" fmla="*/ 110 h 181"/>
                <a:gd name="T94" fmla="*/ 573 w 837"/>
                <a:gd name="T95" fmla="*/ 158 h 181"/>
                <a:gd name="T96" fmla="*/ 582 w 837"/>
                <a:gd name="T97" fmla="*/ 168 h 181"/>
                <a:gd name="T98" fmla="*/ 587 w 837"/>
                <a:gd name="T99" fmla="*/ 170 h 181"/>
                <a:gd name="T100" fmla="*/ 622 w 837"/>
                <a:gd name="T101" fmla="*/ 177 h 181"/>
                <a:gd name="T102" fmla="*/ 689 w 837"/>
                <a:gd name="T103" fmla="*/ 181 h 181"/>
                <a:gd name="T104" fmla="*/ 721 w 837"/>
                <a:gd name="T105" fmla="*/ 179 h 181"/>
                <a:gd name="T106" fmla="*/ 766 w 837"/>
                <a:gd name="T107" fmla="*/ 174 h 181"/>
                <a:gd name="T108" fmla="*/ 791 w 837"/>
                <a:gd name="T109" fmla="*/ 165 h 181"/>
                <a:gd name="T110" fmla="*/ 800 w 837"/>
                <a:gd name="T111" fmla="*/ 160 h 181"/>
                <a:gd name="T112" fmla="*/ 812 w 837"/>
                <a:gd name="T113" fmla="*/ 140 h 181"/>
                <a:gd name="T114" fmla="*/ 819 w 837"/>
                <a:gd name="T115" fmla="*/ 116 h 181"/>
                <a:gd name="T116" fmla="*/ 823 w 837"/>
                <a:gd name="T117" fmla="*/ 86 h 181"/>
                <a:gd name="T118" fmla="*/ 837 w 837"/>
                <a:gd name="T119" fmla="*/ 4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7" h="181">
                  <a:moveTo>
                    <a:pt x="837" y="40"/>
                  </a:moveTo>
                  <a:lnTo>
                    <a:pt x="833" y="7"/>
                  </a:lnTo>
                  <a:lnTo>
                    <a:pt x="795" y="2"/>
                  </a:lnTo>
                  <a:lnTo>
                    <a:pt x="795" y="2"/>
                  </a:lnTo>
                  <a:lnTo>
                    <a:pt x="795" y="2"/>
                  </a:lnTo>
                  <a:lnTo>
                    <a:pt x="775" y="0"/>
                  </a:lnTo>
                  <a:lnTo>
                    <a:pt x="740" y="0"/>
                  </a:lnTo>
                  <a:lnTo>
                    <a:pt x="740" y="0"/>
                  </a:lnTo>
                  <a:lnTo>
                    <a:pt x="693" y="0"/>
                  </a:lnTo>
                  <a:lnTo>
                    <a:pt x="643" y="2"/>
                  </a:lnTo>
                  <a:lnTo>
                    <a:pt x="580" y="5"/>
                  </a:lnTo>
                  <a:lnTo>
                    <a:pt x="580" y="5"/>
                  </a:lnTo>
                  <a:lnTo>
                    <a:pt x="573" y="7"/>
                  </a:lnTo>
                  <a:lnTo>
                    <a:pt x="568" y="9"/>
                  </a:lnTo>
                  <a:lnTo>
                    <a:pt x="559" y="16"/>
                  </a:lnTo>
                  <a:lnTo>
                    <a:pt x="559" y="16"/>
                  </a:lnTo>
                  <a:lnTo>
                    <a:pt x="559" y="16"/>
                  </a:lnTo>
                  <a:lnTo>
                    <a:pt x="559" y="16"/>
                  </a:lnTo>
                  <a:lnTo>
                    <a:pt x="559" y="16"/>
                  </a:lnTo>
                  <a:lnTo>
                    <a:pt x="559" y="16"/>
                  </a:lnTo>
                  <a:lnTo>
                    <a:pt x="559" y="16"/>
                  </a:lnTo>
                  <a:lnTo>
                    <a:pt x="554" y="21"/>
                  </a:lnTo>
                  <a:lnTo>
                    <a:pt x="547" y="23"/>
                  </a:lnTo>
                  <a:lnTo>
                    <a:pt x="540" y="24"/>
                  </a:lnTo>
                  <a:lnTo>
                    <a:pt x="540" y="24"/>
                  </a:lnTo>
                  <a:lnTo>
                    <a:pt x="510" y="24"/>
                  </a:lnTo>
                  <a:lnTo>
                    <a:pt x="494" y="24"/>
                  </a:lnTo>
                  <a:lnTo>
                    <a:pt x="483" y="23"/>
                  </a:lnTo>
                  <a:lnTo>
                    <a:pt x="483" y="23"/>
                  </a:lnTo>
                  <a:lnTo>
                    <a:pt x="469" y="16"/>
                  </a:lnTo>
                  <a:lnTo>
                    <a:pt x="462" y="12"/>
                  </a:lnTo>
                  <a:lnTo>
                    <a:pt x="462" y="12"/>
                  </a:lnTo>
                  <a:lnTo>
                    <a:pt x="462" y="12"/>
                  </a:lnTo>
                  <a:lnTo>
                    <a:pt x="454" y="9"/>
                  </a:lnTo>
                  <a:lnTo>
                    <a:pt x="443" y="5"/>
                  </a:lnTo>
                  <a:lnTo>
                    <a:pt x="443" y="5"/>
                  </a:lnTo>
                  <a:lnTo>
                    <a:pt x="364" y="2"/>
                  </a:lnTo>
                  <a:lnTo>
                    <a:pt x="304" y="0"/>
                  </a:lnTo>
                  <a:lnTo>
                    <a:pt x="244" y="0"/>
                  </a:lnTo>
                  <a:lnTo>
                    <a:pt x="244" y="0"/>
                  </a:lnTo>
                  <a:lnTo>
                    <a:pt x="209" y="0"/>
                  </a:lnTo>
                  <a:lnTo>
                    <a:pt x="186" y="0"/>
                  </a:lnTo>
                  <a:lnTo>
                    <a:pt x="172" y="2"/>
                  </a:lnTo>
                  <a:lnTo>
                    <a:pt x="165" y="5"/>
                  </a:lnTo>
                  <a:lnTo>
                    <a:pt x="0" y="31"/>
                  </a:lnTo>
                  <a:lnTo>
                    <a:pt x="12" y="61"/>
                  </a:lnTo>
                  <a:lnTo>
                    <a:pt x="111" y="45"/>
                  </a:lnTo>
                  <a:lnTo>
                    <a:pt x="148" y="58"/>
                  </a:lnTo>
                  <a:lnTo>
                    <a:pt x="148" y="58"/>
                  </a:lnTo>
                  <a:lnTo>
                    <a:pt x="148" y="58"/>
                  </a:lnTo>
                  <a:lnTo>
                    <a:pt x="146" y="86"/>
                  </a:lnTo>
                  <a:lnTo>
                    <a:pt x="148" y="100"/>
                  </a:lnTo>
                  <a:lnTo>
                    <a:pt x="150" y="114"/>
                  </a:lnTo>
                  <a:lnTo>
                    <a:pt x="150" y="114"/>
                  </a:lnTo>
                  <a:lnTo>
                    <a:pt x="153" y="130"/>
                  </a:lnTo>
                  <a:lnTo>
                    <a:pt x="158" y="142"/>
                  </a:lnTo>
                  <a:lnTo>
                    <a:pt x="165" y="153"/>
                  </a:lnTo>
                  <a:lnTo>
                    <a:pt x="174" y="160"/>
                  </a:lnTo>
                  <a:lnTo>
                    <a:pt x="174" y="160"/>
                  </a:lnTo>
                  <a:lnTo>
                    <a:pt x="185" y="167"/>
                  </a:lnTo>
                  <a:lnTo>
                    <a:pt x="199" y="170"/>
                  </a:lnTo>
                  <a:lnTo>
                    <a:pt x="215" y="174"/>
                  </a:lnTo>
                  <a:lnTo>
                    <a:pt x="232" y="176"/>
                  </a:lnTo>
                  <a:lnTo>
                    <a:pt x="271" y="179"/>
                  </a:lnTo>
                  <a:lnTo>
                    <a:pt x="308" y="181"/>
                  </a:lnTo>
                  <a:lnTo>
                    <a:pt x="308" y="181"/>
                  </a:lnTo>
                  <a:lnTo>
                    <a:pt x="348" y="179"/>
                  </a:lnTo>
                  <a:lnTo>
                    <a:pt x="389" y="177"/>
                  </a:lnTo>
                  <a:lnTo>
                    <a:pt x="422" y="174"/>
                  </a:lnTo>
                  <a:lnTo>
                    <a:pt x="434" y="172"/>
                  </a:lnTo>
                  <a:lnTo>
                    <a:pt x="440" y="168"/>
                  </a:lnTo>
                  <a:lnTo>
                    <a:pt x="440" y="168"/>
                  </a:lnTo>
                  <a:lnTo>
                    <a:pt x="447" y="165"/>
                  </a:lnTo>
                  <a:lnTo>
                    <a:pt x="452" y="156"/>
                  </a:lnTo>
                  <a:lnTo>
                    <a:pt x="462" y="135"/>
                  </a:lnTo>
                  <a:lnTo>
                    <a:pt x="473" y="107"/>
                  </a:lnTo>
                  <a:lnTo>
                    <a:pt x="480" y="79"/>
                  </a:lnTo>
                  <a:lnTo>
                    <a:pt x="480" y="79"/>
                  </a:lnTo>
                  <a:lnTo>
                    <a:pt x="480" y="79"/>
                  </a:lnTo>
                  <a:lnTo>
                    <a:pt x="483" y="74"/>
                  </a:lnTo>
                  <a:lnTo>
                    <a:pt x="491" y="63"/>
                  </a:lnTo>
                  <a:lnTo>
                    <a:pt x="496" y="58"/>
                  </a:lnTo>
                  <a:lnTo>
                    <a:pt x="503" y="54"/>
                  </a:lnTo>
                  <a:lnTo>
                    <a:pt x="510" y="51"/>
                  </a:lnTo>
                  <a:lnTo>
                    <a:pt x="517" y="51"/>
                  </a:lnTo>
                  <a:lnTo>
                    <a:pt x="517" y="51"/>
                  </a:lnTo>
                  <a:lnTo>
                    <a:pt x="526" y="54"/>
                  </a:lnTo>
                  <a:lnTo>
                    <a:pt x="531" y="58"/>
                  </a:lnTo>
                  <a:lnTo>
                    <a:pt x="536" y="63"/>
                  </a:lnTo>
                  <a:lnTo>
                    <a:pt x="541" y="68"/>
                  </a:lnTo>
                  <a:lnTo>
                    <a:pt x="547" y="79"/>
                  </a:lnTo>
                  <a:lnTo>
                    <a:pt x="549" y="82"/>
                  </a:lnTo>
                  <a:lnTo>
                    <a:pt x="549" y="82"/>
                  </a:lnTo>
                  <a:lnTo>
                    <a:pt x="556" y="110"/>
                  </a:lnTo>
                  <a:lnTo>
                    <a:pt x="564" y="137"/>
                  </a:lnTo>
                  <a:lnTo>
                    <a:pt x="573" y="158"/>
                  </a:lnTo>
                  <a:lnTo>
                    <a:pt x="577" y="165"/>
                  </a:lnTo>
                  <a:lnTo>
                    <a:pt x="582" y="168"/>
                  </a:lnTo>
                  <a:lnTo>
                    <a:pt x="582" y="168"/>
                  </a:lnTo>
                  <a:lnTo>
                    <a:pt x="587" y="170"/>
                  </a:lnTo>
                  <a:lnTo>
                    <a:pt x="596" y="174"/>
                  </a:lnTo>
                  <a:lnTo>
                    <a:pt x="622" y="177"/>
                  </a:lnTo>
                  <a:lnTo>
                    <a:pt x="656" y="179"/>
                  </a:lnTo>
                  <a:lnTo>
                    <a:pt x="689" y="181"/>
                  </a:lnTo>
                  <a:lnTo>
                    <a:pt x="689" y="181"/>
                  </a:lnTo>
                  <a:lnTo>
                    <a:pt x="721" y="179"/>
                  </a:lnTo>
                  <a:lnTo>
                    <a:pt x="752" y="176"/>
                  </a:lnTo>
                  <a:lnTo>
                    <a:pt x="766" y="174"/>
                  </a:lnTo>
                  <a:lnTo>
                    <a:pt x="779" y="170"/>
                  </a:lnTo>
                  <a:lnTo>
                    <a:pt x="791" y="165"/>
                  </a:lnTo>
                  <a:lnTo>
                    <a:pt x="800" y="160"/>
                  </a:lnTo>
                  <a:lnTo>
                    <a:pt x="800" y="160"/>
                  </a:lnTo>
                  <a:lnTo>
                    <a:pt x="807" y="151"/>
                  </a:lnTo>
                  <a:lnTo>
                    <a:pt x="812" y="140"/>
                  </a:lnTo>
                  <a:lnTo>
                    <a:pt x="817" y="128"/>
                  </a:lnTo>
                  <a:lnTo>
                    <a:pt x="819" y="116"/>
                  </a:lnTo>
                  <a:lnTo>
                    <a:pt x="821" y="100"/>
                  </a:lnTo>
                  <a:lnTo>
                    <a:pt x="823" y="86"/>
                  </a:lnTo>
                  <a:lnTo>
                    <a:pt x="821" y="58"/>
                  </a:lnTo>
                  <a:lnTo>
                    <a:pt x="837"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63" name="Freeform 174"/>
            <p:cNvSpPr>
              <a:spLocks/>
            </p:cNvSpPr>
            <p:nvPr/>
          </p:nvSpPr>
          <p:spPr bwMode="auto">
            <a:xfrm>
              <a:off x="9215438" y="957263"/>
              <a:ext cx="487363" cy="239713"/>
            </a:xfrm>
            <a:custGeom>
              <a:avLst/>
              <a:gdLst>
                <a:gd name="T0" fmla="*/ 271 w 307"/>
                <a:gd name="T1" fmla="*/ 142 h 151"/>
                <a:gd name="T2" fmla="*/ 271 w 307"/>
                <a:gd name="T3" fmla="*/ 142 h 151"/>
                <a:gd name="T4" fmla="*/ 258 w 307"/>
                <a:gd name="T5" fmla="*/ 144 h 151"/>
                <a:gd name="T6" fmla="*/ 230 w 307"/>
                <a:gd name="T7" fmla="*/ 147 h 151"/>
                <a:gd name="T8" fmla="*/ 191 w 307"/>
                <a:gd name="T9" fmla="*/ 149 h 151"/>
                <a:gd name="T10" fmla="*/ 146 w 307"/>
                <a:gd name="T11" fmla="*/ 151 h 151"/>
                <a:gd name="T12" fmla="*/ 146 w 307"/>
                <a:gd name="T13" fmla="*/ 151 h 151"/>
                <a:gd name="T14" fmla="*/ 102 w 307"/>
                <a:gd name="T15" fmla="*/ 149 h 151"/>
                <a:gd name="T16" fmla="*/ 65 w 307"/>
                <a:gd name="T17" fmla="*/ 146 h 151"/>
                <a:gd name="T18" fmla="*/ 39 w 307"/>
                <a:gd name="T19" fmla="*/ 140 h 151"/>
                <a:gd name="T20" fmla="*/ 28 w 307"/>
                <a:gd name="T21" fmla="*/ 137 h 151"/>
                <a:gd name="T22" fmla="*/ 21 w 307"/>
                <a:gd name="T23" fmla="*/ 133 h 151"/>
                <a:gd name="T24" fmla="*/ 21 w 307"/>
                <a:gd name="T25" fmla="*/ 133 h 151"/>
                <a:gd name="T26" fmla="*/ 16 w 307"/>
                <a:gd name="T27" fmla="*/ 128 h 151"/>
                <a:gd name="T28" fmla="*/ 10 w 307"/>
                <a:gd name="T29" fmla="*/ 121 h 151"/>
                <a:gd name="T30" fmla="*/ 7 w 307"/>
                <a:gd name="T31" fmla="*/ 114 h 151"/>
                <a:gd name="T32" fmla="*/ 3 w 307"/>
                <a:gd name="T33" fmla="*/ 105 h 151"/>
                <a:gd name="T34" fmla="*/ 2 w 307"/>
                <a:gd name="T35" fmla="*/ 86 h 151"/>
                <a:gd name="T36" fmla="*/ 0 w 307"/>
                <a:gd name="T37" fmla="*/ 65 h 151"/>
                <a:gd name="T38" fmla="*/ 2 w 307"/>
                <a:gd name="T39" fmla="*/ 46 h 151"/>
                <a:gd name="T40" fmla="*/ 5 w 307"/>
                <a:gd name="T41" fmla="*/ 26 h 151"/>
                <a:gd name="T42" fmla="*/ 9 w 307"/>
                <a:gd name="T43" fmla="*/ 12 h 151"/>
                <a:gd name="T44" fmla="*/ 12 w 307"/>
                <a:gd name="T45" fmla="*/ 3 h 151"/>
                <a:gd name="T46" fmla="*/ 12 w 307"/>
                <a:gd name="T47" fmla="*/ 3 h 151"/>
                <a:gd name="T48" fmla="*/ 30 w 307"/>
                <a:gd name="T49" fmla="*/ 2 h 151"/>
                <a:gd name="T50" fmla="*/ 82 w 307"/>
                <a:gd name="T51" fmla="*/ 0 h 151"/>
                <a:gd name="T52" fmla="*/ 82 w 307"/>
                <a:gd name="T53" fmla="*/ 0 h 151"/>
                <a:gd name="T54" fmla="*/ 142 w 307"/>
                <a:gd name="T55" fmla="*/ 2 h 151"/>
                <a:gd name="T56" fmla="*/ 202 w 307"/>
                <a:gd name="T57" fmla="*/ 3 h 151"/>
                <a:gd name="T58" fmla="*/ 279 w 307"/>
                <a:gd name="T59" fmla="*/ 7 h 151"/>
                <a:gd name="T60" fmla="*/ 279 w 307"/>
                <a:gd name="T61" fmla="*/ 7 h 151"/>
                <a:gd name="T62" fmla="*/ 286 w 307"/>
                <a:gd name="T63" fmla="*/ 9 h 151"/>
                <a:gd name="T64" fmla="*/ 293 w 307"/>
                <a:gd name="T65" fmla="*/ 12 h 151"/>
                <a:gd name="T66" fmla="*/ 297 w 307"/>
                <a:gd name="T67" fmla="*/ 16 h 151"/>
                <a:gd name="T68" fmla="*/ 300 w 307"/>
                <a:gd name="T69" fmla="*/ 19 h 151"/>
                <a:gd name="T70" fmla="*/ 306 w 307"/>
                <a:gd name="T71" fmla="*/ 28 h 151"/>
                <a:gd name="T72" fmla="*/ 307 w 307"/>
                <a:gd name="T73" fmla="*/ 31 h 151"/>
                <a:gd name="T74" fmla="*/ 307 w 307"/>
                <a:gd name="T75" fmla="*/ 31 h 151"/>
                <a:gd name="T76" fmla="*/ 306 w 307"/>
                <a:gd name="T77" fmla="*/ 44 h 151"/>
                <a:gd name="T78" fmla="*/ 304 w 307"/>
                <a:gd name="T79" fmla="*/ 60 h 151"/>
                <a:gd name="T80" fmla="*/ 300 w 307"/>
                <a:gd name="T81" fmla="*/ 77 h 151"/>
                <a:gd name="T82" fmla="*/ 293 w 307"/>
                <a:gd name="T83" fmla="*/ 95 h 151"/>
                <a:gd name="T84" fmla="*/ 281 w 307"/>
                <a:gd name="T85" fmla="*/ 126 h 151"/>
                <a:gd name="T86" fmla="*/ 276 w 307"/>
                <a:gd name="T87" fmla="*/ 137 h 151"/>
                <a:gd name="T88" fmla="*/ 271 w 307"/>
                <a:gd name="T89" fmla="*/ 14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7" h="151">
                  <a:moveTo>
                    <a:pt x="271" y="142"/>
                  </a:moveTo>
                  <a:lnTo>
                    <a:pt x="271" y="142"/>
                  </a:lnTo>
                  <a:lnTo>
                    <a:pt x="258" y="144"/>
                  </a:lnTo>
                  <a:lnTo>
                    <a:pt x="230" y="147"/>
                  </a:lnTo>
                  <a:lnTo>
                    <a:pt x="191" y="149"/>
                  </a:lnTo>
                  <a:lnTo>
                    <a:pt x="146" y="151"/>
                  </a:lnTo>
                  <a:lnTo>
                    <a:pt x="146" y="151"/>
                  </a:lnTo>
                  <a:lnTo>
                    <a:pt x="102" y="149"/>
                  </a:lnTo>
                  <a:lnTo>
                    <a:pt x="65" y="146"/>
                  </a:lnTo>
                  <a:lnTo>
                    <a:pt x="39" y="140"/>
                  </a:lnTo>
                  <a:lnTo>
                    <a:pt x="28" y="137"/>
                  </a:lnTo>
                  <a:lnTo>
                    <a:pt x="21" y="133"/>
                  </a:lnTo>
                  <a:lnTo>
                    <a:pt x="21" y="133"/>
                  </a:lnTo>
                  <a:lnTo>
                    <a:pt x="16" y="128"/>
                  </a:lnTo>
                  <a:lnTo>
                    <a:pt x="10" y="121"/>
                  </a:lnTo>
                  <a:lnTo>
                    <a:pt x="7" y="114"/>
                  </a:lnTo>
                  <a:lnTo>
                    <a:pt x="3" y="105"/>
                  </a:lnTo>
                  <a:lnTo>
                    <a:pt x="2" y="86"/>
                  </a:lnTo>
                  <a:lnTo>
                    <a:pt x="0" y="65"/>
                  </a:lnTo>
                  <a:lnTo>
                    <a:pt x="2" y="46"/>
                  </a:lnTo>
                  <a:lnTo>
                    <a:pt x="5" y="26"/>
                  </a:lnTo>
                  <a:lnTo>
                    <a:pt x="9" y="12"/>
                  </a:lnTo>
                  <a:lnTo>
                    <a:pt x="12" y="3"/>
                  </a:lnTo>
                  <a:lnTo>
                    <a:pt x="12" y="3"/>
                  </a:lnTo>
                  <a:lnTo>
                    <a:pt x="30" y="2"/>
                  </a:lnTo>
                  <a:lnTo>
                    <a:pt x="82" y="0"/>
                  </a:lnTo>
                  <a:lnTo>
                    <a:pt x="82" y="0"/>
                  </a:lnTo>
                  <a:lnTo>
                    <a:pt x="142" y="2"/>
                  </a:lnTo>
                  <a:lnTo>
                    <a:pt x="202" y="3"/>
                  </a:lnTo>
                  <a:lnTo>
                    <a:pt x="279" y="7"/>
                  </a:lnTo>
                  <a:lnTo>
                    <a:pt x="279" y="7"/>
                  </a:lnTo>
                  <a:lnTo>
                    <a:pt x="286" y="9"/>
                  </a:lnTo>
                  <a:lnTo>
                    <a:pt x="293" y="12"/>
                  </a:lnTo>
                  <a:lnTo>
                    <a:pt x="297" y="16"/>
                  </a:lnTo>
                  <a:lnTo>
                    <a:pt x="300" y="19"/>
                  </a:lnTo>
                  <a:lnTo>
                    <a:pt x="306" y="28"/>
                  </a:lnTo>
                  <a:lnTo>
                    <a:pt x="307" y="31"/>
                  </a:lnTo>
                  <a:lnTo>
                    <a:pt x="307" y="31"/>
                  </a:lnTo>
                  <a:lnTo>
                    <a:pt x="306" y="44"/>
                  </a:lnTo>
                  <a:lnTo>
                    <a:pt x="304" y="60"/>
                  </a:lnTo>
                  <a:lnTo>
                    <a:pt x="300" y="77"/>
                  </a:lnTo>
                  <a:lnTo>
                    <a:pt x="293" y="95"/>
                  </a:lnTo>
                  <a:lnTo>
                    <a:pt x="281" y="126"/>
                  </a:lnTo>
                  <a:lnTo>
                    <a:pt x="276" y="137"/>
                  </a:lnTo>
                  <a:lnTo>
                    <a:pt x="271"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64" name="Freeform 175"/>
            <p:cNvSpPr>
              <a:spLocks/>
            </p:cNvSpPr>
            <p:nvPr/>
          </p:nvSpPr>
          <p:spPr bwMode="auto">
            <a:xfrm>
              <a:off x="9848851" y="957263"/>
              <a:ext cx="390525" cy="239713"/>
            </a:xfrm>
            <a:custGeom>
              <a:avLst/>
              <a:gdLst>
                <a:gd name="T0" fmla="*/ 228 w 246"/>
                <a:gd name="T1" fmla="*/ 133 h 151"/>
                <a:gd name="T2" fmla="*/ 228 w 246"/>
                <a:gd name="T3" fmla="*/ 133 h 151"/>
                <a:gd name="T4" fmla="*/ 223 w 246"/>
                <a:gd name="T5" fmla="*/ 139 h 151"/>
                <a:gd name="T6" fmla="*/ 214 w 246"/>
                <a:gd name="T7" fmla="*/ 140 h 151"/>
                <a:gd name="T8" fmla="*/ 193 w 246"/>
                <a:gd name="T9" fmla="*/ 146 h 151"/>
                <a:gd name="T10" fmla="*/ 165 w 246"/>
                <a:gd name="T11" fmla="*/ 149 h 151"/>
                <a:gd name="T12" fmla="*/ 128 w 246"/>
                <a:gd name="T13" fmla="*/ 151 h 151"/>
                <a:gd name="T14" fmla="*/ 128 w 246"/>
                <a:gd name="T15" fmla="*/ 151 h 151"/>
                <a:gd name="T16" fmla="*/ 93 w 246"/>
                <a:gd name="T17" fmla="*/ 149 h 151"/>
                <a:gd name="T18" fmla="*/ 61 w 246"/>
                <a:gd name="T19" fmla="*/ 147 h 151"/>
                <a:gd name="T20" fmla="*/ 40 w 246"/>
                <a:gd name="T21" fmla="*/ 144 h 151"/>
                <a:gd name="T22" fmla="*/ 28 w 246"/>
                <a:gd name="T23" fmla="*/ 142 h 151"/>
                <a:gd name="T24" fmla="*/ 28 w 246"/>
                <a:gd name="T25" fmla="*/ 142 h 151"/>
                <a:gd name="T26" fmla="*/ 24 w 246"/>
                <a:gd name="T27" fmla="*/ 137 h 151"/>
                <a:gd name="T28" fmla="*/ 21 w 246"/>
                <a:gd name="T29" fmla="*/ 125 h 151"/>
                <a:gd name="T30" fmla="*/ 10 w 246"/>
                <a:gd name="T31" fmla="*/ 95 h 151"/>
                <a:gd name="T32" fmla="*/ 2 w 246"/>
                <a:gd name="T33" fmla="*/ 60 h 151"/>
                <a:gd name="T34" fmla="*/ 0 w 246"/>
                <a:gd name="T35" fmla="*/ 44 h 151"/>
                <a:gd name="T36" fmla="*/ 0 w 246"/>
                <a:gd name="T37" fmla="*/ 31 h 151"/>
                <a:gd name="T38" fmla="*/ 0 w 246"/>
                <a:gd name="T39" fmla="*/ 31 h 151"/>
                <a:gd name="T40" fmla="*/ 2 w 246"/>
                <a:gd name="T41" fmla="*/ 28 h 151"/>
                <a:gd name="T42" fmla="*/ 5 w 246"/>
                <a:gd name="T43" fmla="*/ 21 h 151"/>
                <a:gd name="T44" fmla="*/ 7 w 246"/>
                <a:gd name="T45" fmla="*/ 16 h 151"/>
                <a:gd name="T46" fmla="*/ 10 w 246"/>
                <a:gd name="T47" fmla="*/ 12 h 151"/>
                <a:gd name="T48" fmla="*/ 16 w 246"/>
                <a:gd name="T49" fmla="*/ 9 h 151"/>
                <a:gd name="T50" fmla="*/ 21 w 246"/>
                <a:gd name="T51" fmla="*/ 7 h 151"/>
                <a:gd name="T52" fmla="*/ 21 w 246"/>
                <a:gd name="T53" fmla="*/ 7 h 151"/>
                <a:gd name="T54" fmla="*/ 84 w 246"/>
                <a:gd name="T55" fmla="*/ 3 h 151"/>
                <a:gd name="T56" fmla="*/ 132 w 246"/>
                <a:gd name="T57" fmla="*/ 2 h 151"/>
                <a:gd name="T58" fmla="*/ 179 w 246"/>
                <a:gd name="T59" fmla="*/ 0 h 151"/>
                <a:gd name="T60" fmla="*/ 179 w 246"/>
                <a:gd name="T61" fmla="*/ 0 h 151"/>
                <a:gd name="T62" fmla="*/ 221 w 246"/>
                <a:gd name="T63" fmla="*/ 2 h 151"/>
                <a:gd name="T64" fmla="*/ 235 w 246"/>
                <a:gd name="T65" fmla="*/ 3 h 151"/>
                <a:gd name="T66" fmla="*/ 235 w 246"/>
                <a:gd name="T67" fmla="*/ 3 h 151"/>
                <a:gd name="T68" fmla="*/ 242 w 246"/>
                <a:gd name="T69" fmla="*/ 26 h 151"/>
                <a:gd name="T70" fmla="*/ 244 w 246"/>
                <a:gd name="T71" fmla="*/ 46 h 151"/>
                <a:gd name="T72" fmla="*/ 246 w 246"/>
                <a:gd name="T73" fmla="*/ 65 h 151"/>
                <a:gd name="T74" fmla="*/ 246 w 246"/>
                <a:gd name="T75" fmla="*/ 86 h 151"/>
                <a:gd name="T76" fmla="*/ 242 w 246"/>
                <a:gd name="T77" fmla="*/ 105 h 151"/>
                <a:gd name="T78" fmla="*/ 241 w 246"/>
                <a:gd name="T79" fmla="*/ 114 h 151"/>
                <a:gd name="T80" fmla="*/ 237 w 246"/>
                <a:gd name="T81" fmla="*/ 123 h 151"/>
                <a:gd name="T82" fmla="*/ 234 w 246"/>
                <a:gd name="T83" fmla="*/ 128 h 151"/>
                <a:gd name="T84" fmla="*/ 228 w 246"/>
                <a:gd name="T85" fmla="*/ 13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6" h="151">
                  <a:moveTo>
                    <a:pt x="228" y="133"/>
                  </a:moveTo>
                  <a:lnTo>
                    <a:pt x="228" y="133"/>
                  </a:lnTo>
                  <a:lnTo>
                    <a:pt x="223" y="139"/>
                  </a:lnTo>
                  <a:lnTo>
                    <a:pt x="214" y="140"/>
                  </a:lnTo>
                  <a:lnTo>
                    <a:pt x="193" y="146"/>
                  </a:lnTo>
                  <a:lnTo>
                    <a:pt x="165" y="149"/>
                  </a:lnTo>
                  <a:lnTo>
                    <a:pt x="128" y="151"/>
                  </a:lnTo>
                  <a:lnTo>
                    <a:pt x="128" y="151"/>
                  </a:lnTo>
                  <a:lnTo>
                    <a:pt x="93" y="149"/>
                  </a:lnTo>
                  <a:lnTo>
                    <a:pt x="61" y="147"/>
                  </a:lnTo>
                  <a:lnTo>
                    <a:pt x="40" y="144"/>
                  </a:lnTo>
                  <a:lnTo>
                    <a:pt x="28" y="142"/>
                  </a:lnTo>
                  <a:lnTo>
                    <a:pt x="28" y="142"/>
                  </a:lnTo>
                  <a:lnTo>
                    <a:pt x="24" y="137"/>
                  </a:lnTo>
                  <a:lnTo>
                    <a:pt x="21" y="125"/>
                  </a:lnTo>
                  <a:lnTo>
                    <a:pt x="10" y="95"/>
                  </a:lnTo>
                  <a:lnTo>
                    <a:pt x="2" y="60"/>
                  </a:lnTo>
                  <a:lnTo>
                    <a:pt x="0" y="44"/>
                  </a:lnTo>
                  <a:lnTo>
                    <a:pt x="0" y="31"/>
                  </a:lnTo>
                  <a:lnTo>
                    <a:pt x="0" y="31"/>
                  </a:lnTo>
                  <a:lnTo>
                    <a:pt x="2" y="28"/>
                  </a:lnTo>
                  <a:lnTo>
                    <a:pt x="5" y="21"/>
                  </a:lnTo>
                  <a:lnTo>
                    <a:pt x="7" y="16"/>
                  </a:lnTo>
                  <a:lnTo>
                    <a:pt x="10" y="12"/>
                  </a:lnTo>
                  <a:lnTo>
                    <a:pt x="16" y="9"/>
                  </a:lnTo>
                  <a:lnTo>
                    <a:pt x="21" y="7"/>
                  </a:lnTo>
                  <a:lnTo>
                    <a:pt x="21" y="7"/>
                  </a:lnTo>
                  <a:lnTo>
                    <a:pt x="84" y="3"/>
                  </a:lnTo>
                  <a:lnTo>
                    <a:pt x="132" y="2"/>
                  </a:lnTo>
                  <a:lnTo>
                    <a:pt x="179" y="0"/>
                  </a:lnTo>
                  <a:lnTo>
                    <a:pt x="179" y="0"/>
                  </a:lnTo>
                  <a:lnTo>
                    <a:pt x="221" y="2"/>
                  </a:lnTo>
                  <a:lnTo>
                    <a:pt x="235" y="3"/>
                  </a:lnTo>
                  <a:lnTo>
                    <a:pt x="235" y="3"/>
                  </a:lnTo>
                  <a:lnTo>
                    <a:pt x="242" y="26"/>
                  </a:lnTo>
                  <a:lnTo>
                    <a:pt x="244" y="46"/>
                  </a:lnTo>
                  <a:lnTo>
                    <a:pt x="246" y="65"/>
                  </a:lnTo>
                  <a:lnTo>
                    <a:pt x="246" y="86"/>
                  </a:lnTo>
                  <a:lnTo>
                    <a:pt x="242" y="105"/>
                  </a:lnTo>
                  <a:lnTo>
                    <a:pt x="241" y="114"/>
                  </a:lnTo>
                  <a:lnTo>
                    <a:pt x="237" y="123"/>
                  </a:lnTo>
                  <a:lnTo>
                    <a:pt x="234" y="128"/>
                  </a:lnTo>
                  <a:lnTo>
                    <a:pt x="228" y="13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65" name="Freeform 176"/>
            <p:cNvSpPr>
              <a:spLocks/>
            </p:cNvSpPr>
            <p:nvPr/>
          </p:nvSpPr>
          <p:spPr bwMode="auto">
            <a:xfrm>
              <a:off x="9109076" y="2084388"/>
              <a:ext cx="688975" cy="1149350"/>
            </a:xfrm>
            <a:custGeom>
              <a:avLst/>
              <a:gdLst>
                <a:gd name="T0" fmla="*/ 91 w 434"/>
                <a:gd name="T1" fmla="*/ 14 h 724"/>
                <a:gd name="T2" fmla="*/ 0 w 434"/>
                <a:gd name="T3" fmla="*/ 218 h 724"/>
                <a:gd name="T4" fmla="*/ 148 w 434"/>
                <a:gd name="T5" fmla="*/ 285 h 724"/>
                <a:gd name="T6" fmla="*/ 132 w 434"/>
                <a:gd name="T7" fmla="*/ 379 h 724"/>
                <a:gd name="T8" fmla="*/ 434 w 434"/>
                <a:gd name="T9" fmla="*/ 724 h 724"/>
                <a:gd name="T10" fmla="*/ 387 w 434"/>
                <a:gd name="T11" fmla="*/ 550 h 724"/>
                <a:gd name="T12" fmla="*/ 142 w 434"/>
                <a:gd name="T13" fmla="*/ 0 h 724"/>
                <a:gd name="T14" fmla="*/ 91 w 434"/>
                <a:gd name="T15" fmla="*/ 14 h 7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724">
                  <a:moveTo>
                    <a:pt x="91" y="14"/>
                  </a:moveTo>
                  <a:lnTo>
                    <a:pt x="0" y="218"/>
                  </a:lnTo>
                  <a:lnTo>
                    <a:pt x="148" y="285"/>
                  </a:lnTo>
                  <a:lnTo>
                    <a:pt x="132" y="379"/>
                  </a:lnTo>
                  <a:lnTo>
                    <a:pt x="434" y="724"/>
                  </a:lnTo>
                  <a:lnTo>
                    <a:pt x="387" y="550"/>
                  </a:lnTo>
                  <a:lnTo>
                    <a:pt x="142" y="0"/>
                  </a:lnTo>
                  <a:lnTo>
                    <a:pt x="91" y="14"/>
                  </a:lnTo>
                  <a:close/>
                </a:path>
              </a:pathLst>
            </a:custGeom>
            <a:solidFill>
              <a:srgbClr val="5C5A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66" name="Freeform 177"/>
            <p:cNvSpPr>
              <a:spLocks/>
            </p:cNvSpPr>
            <p:nvPr/>
          </p:nvSpPr>
          <p:spPr bwMode="auto">
            <a:xfrm>
              <a:off x="9725026" y="2095500"/>
              <a:ext cx="285750" cy="971550"/>
            </a:xfrm>
            <a:custGeom>
              <a:avLst/>
              <a:gdLst>
                <a:gd name="T0" fmla="*/ 23 w 180"/>
                <a:gd name="T1" fmla="*/ 0 h 612"/>
                <a:gd name="T2" fmla="*/ 180 w 180"/>
                <a:gd name="T3" fmla="*/ 160 h 612"/>
                <a:gd name="T4" fmla="*/ 116 w 180"/>
                <a:gd name="T5" fmla="*/ 227 h 612"/>
                <a:gd name="T6" fmla="*/ 180 w 180"/>
                <a:gd name="T7" fmla="*/ 307 h 612"/>
                <a:gd name="T8" fmla="*/ 18 w 180"/>
                <a:gd name="T9" fmla="*/ 612 h 612"/>
                <a:gd name="T10" fmla="*/ 0 w 180"/>
                <a:gd name="T11" fmla="*/ 548 h 612"/>
                <a:gd name="T12" fmla="*/ 0 w 180"/>
                <a:gd name="T13" fmla="*/ 548 h 612"/>
                <a:gd name="T14" fmla="*/ 9 w 180"/>
                <a:gd name="T15" fmla="*/ 483 h 612"/>
                <a:gd name="T16" fmla="*/ 16 w 180"/>
                <a:gd name="T17" fmla="*/ 411 h 612"/>
                <a:gd name="T18" fmla="*/ 25 w 180"/>
                <a:gd name="T19" fmla="*/ 327 h 612"/>
                <a:gd name="T20" fmla="*/ 30 w 180"/>
                <a:gd name="T21" fmla="*/ 235 h 612"/>
                <a:gd name="T22" fmla="*/ 34 w 180"/>
                <a:gd name="T23" fmla="*/ 144 h 612"/>
                <a:gd name="T24" fmla="*/ 34 w 180"/>
                <a:gd name="T25" fmla="*/ 102 h 612"/>
                <a:gd name="T26" fmla="*/ 32 w 180"/>
                <a:gd name="T27" fmla="*/ 63 h 612"/>
                <a:gd name="T28" fmla="*/ 29 w 180"/>
                <a:gd name="T29" fmla="*/ 30 h 612"/>
                <a:gd name="T30" fmla="*/ 23 w 180"/>
                <a:gd name="T31" fmla="*/ 0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612">
                  <a:moveTo>
                    <a:pt x="23" y="0"/>
                  </a:moveTo>
                  <a:lnTo>
                    <a:pt x="180" y="160"/>
                  </a:lnTo>
                  <a:lnTo>
                    <a:pt x="116" y="227"/>
                  </a:lnTo>
                  <a:lnTo>
                    <a:pt x="180" y="307"/>
                  </a:lnTo>
                  <a:lnTo>
                    <a:pt x="18" y="612"/>
                  </a:lnTo>
                  <a:lnTo>
                    <a:pt x="0" y="548"/>
                  </a:lnTo>
                  <a:lnTo>
                    <a:pt x="0" y="548"/>
                  </a:lnTo>
                  <a:lnTo>
                    <a:pt x="9" y="483"/>
                  </a:lnTo>
                  <a:lnTo>
                    <a:pt x="16" y="411"/>
                  </a:lnTo>
                  <a:lnTo>
                    <a:pt x="25" y="327"/>
                  </a:lnTo>
                  <a:lnTo>
                    <a:pt x="30" y="235"/>
                  </a:lnTo>
                  <a:lnTo>
                    <a:pt x="34" y="144"/>
                  </a:lnTo>
                  <a:lnTo>
                    <a:pt x="34" y="102"/>
                  </a:lnTo>
                  <a:lnTo>
                    <a:pt x="32" y="63"/>
                  </a:lnTo>
                  <a:lnTo>
                    <a:pt x="29" y="30"/>
                  </a:lnTo>
                  <a:lnTo>
                    <a:pt x="23" y="0"/>
                  </a:lnTo>
                  <a:close/>
                </a:path>
              </a:pathLst>
            </a:custGeom>
            <a:solidFill>
              <a:srgbClr val="5C5A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67" name="Freeform 178"/>
            <p:cNvSpPr>
              <a:spLocks/>
            </p:cNvSpPr>
            <p:nvPr/>
          </p:nvSpPr>
          <p:spPr bwMode="auto">
            <a:xfrm>
              <a:off x="9725026" y="2095500"/>
              <a:ext cx="285750" cy="971550"/>
            </a:xfrm>
            <a:custGeom>
              <a:avLst/>
              <a:gdLst>
                <a:gd name="T0" fmla="*/ 23 w 180"/>
                <a:gd name="T1" fmla="*/ 0 h 612"/>
                <a:gd name="T2" fmla="*/ 180 w 180"/>
                <a:gd name="T3" fmla="*/ 160 h 612"/>
                <a:gd name="T4" fmla="*/ 116 w 180"/>
                <a:gd name="T5" fmla="*/ 227 h 612"/>
                <a:gd name="T6" fmla="*/ 180 w 180"/>
                <a:gd name="T7" fmla="*/ 307 h 612"/>
                <a:gd name="T8" fmla="*/ 18 w 180"/>
                <a:gd name="T9" fmla="*/ 612 h 612"/>
                <a:gd name="T10" fmla="*/ 0 w 180"/>
                <a:gd name="T11" fmla="*/ 548 h 612"/>
                <a:gd name="T12" fmla="*/ 0 w 180"/>
                <a:gd name="T13" fmla="*/ 548 h 612"/>
                <a:gd name="T14" fmla="*/ 9 w 180"/>
                <a:gd name="T15" fmla="*/ 483 h 612"/>
                <a:gd name="T16" fmla="*/ 16 w 180"/>
                <a:gd name="T17" fmla="*/ 411 h 612"/>
                <a:gd name="T18" fmla="*/ 25 w 180"/>
                <a:gd name="T19" fmla="*/ 327 h 612"/>
                <a:gd name="T20" fmla="*/ 30 w 180"/>
                <a:gd name="T21" fmla="*/ 235 h 612"/>
                <a:gd name="T22" fmla="*/ 34 w 180"/>
                <a:gd name="T23" fmla="*/ 144 h 612"/>
                <a:gd name="T24" fmla="*/ 34 w 180"/>
                <a:gd name="T25" fmla="*/ 102 h 612"/>
                <a:gd name="T26" fmla="*/ 32 w 180"/>
                <a:gd name="T27" fmla="*/ 63 h 612"/>
                <a:gd name="T28" fmla="*/ 29 w 180"/>
                <a:gd name="T29" fmla="*/ 30 h 612"/>
                <a:gd name="T30" fmla="*/ 23 w 180"/>
                <a:gd name="T31" fmla="*/ 0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612">
                  <a:moveTo>
                    <a:pt x="23" y="0"/>
                  </a:moveTo>
                  <a:lnTo>
                    <a:pt x="180" y="160"/>
                  </a:lnTo>
                  <a:lnTo>
                    <a:pt x="116" y="227"/>
                  </a:lnTo>
                  <a:lnTo>
                    <a:pt x="180" y="307"/>
                  </a:lnTo>
                  <a:lnTo>
                    <a:pt x="18" y="612"/>
                  </a:lnTo>
                  <a:lnTo>
                    <a:pt x="0" y="548"/>
                  </a:lnTo>
                  <a:lnTo>
                    <a:pt x="0" y="548"/>
                  </a:lnTo>
                  <a:lnTo>
                    <a:pt x="9" y="483"/>
                  </a:lnTo>
                  <a:lnTo>
                    <a:pt x="16" y="411"/>
                  </a:lnTo>
                  <a:lnTo>
                    <a:pt x="25" y="327"/>
                  </a:lnTo>
                  <a:lnTo>
                    <a:pt x="30" y="235"/>
                  </a:lnTo>
                  <a:lnTo>
                    <a:pt x="34" y="144"/>
                  </a:lnTo>
                  <a:lnTo>
                    <a:pt x="34" y="102"/>
                  </a:lnTo>
                  <a:lnTo>
                    <a:pt x="32" y="63"/>
                  </a:lnTo>
                  <a:lnTo>
                    <a:pt x="29" y="30"/>
                  </a:lnTo>
                  <a:lnTo>
                    <a:pt x="2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68" name="Freeform 179"/>
            <p:cNvSpPr>
              <a:spLocks/>
            </p:cNvSpPr>
            <p:nvPr/>
          </p:nvSpPr>
          <p:spPr bwMode="auto">
            <a:xfrm>
              <a:off x="9402763" y="2243138"/>
              <a:ext cx="431800" cy="722313"/>
            </a:xfrm>
            <a:custGeom>
              <a:avLst/>
              <a:gdLst>
                <a:gd name="T0" fmla="*/ 112 w 272"/>
                <a:gd name="T1" fmla="*/ 109 h 455"/>
                <a:gd name="T2" fmla="*/ 170 w 272"/>
                <a:gd name="T3" fmla="*/ 172 h 455"/>
                <a:gd name="T4" fmla="*/ 186 w 272"/>
                <a:gd name="T5" fmla="*/ 95 h 455"/>
                <a:gd name="T6" fmla="*/ 233 w 272"/>
                <a:gd name="T7" fmla="*/ 0 h 455"/>
                <a:gd name="T8" fmla="*/ 272 w 272"/>
                <a:gd name="T9" fmla="*/ 63 h 455"/>
                <a:gd name="T10" fmla="*/ 205 w 272"/>
                <a:gd name="T11" fmla="*/ 455 h 455"/>
                <a:gd name="T12" fmla="*/ 205 w 272"/>
                <a:gd name="T13" fmla="*/ 455 h 455"/>
                <a:gd name="T14" fmla="*/ 181 w 272"/>
                <a:gd name="T15" fmla="*/ 399 h 455"/>
                <a:gd name="T16" fmla="*/ 121 w 272"/>
                <a:gd name="T17" fmla="*/ 267 h 455"/>
                <a:gd name="T18" fmla="*/ 86 w 272"/>
                <a:gd name="T19" fmla="*/ 193 h 455"/>
                <a:gd name="T20" fmla="*/ 52 w 272"/>
                <a:gd name="T21" fmla="*/ 125 h 455"/>
                <a:gd name="T22" fmla="*/ 22 w 272"/>
                <a:gd name="T23" fmla="*/ 67 h 455"/>
                <a:gd name="T24" fmla="*/ 10 w 272"/>
                <a:gd name="T25" fmla="*/ 46 h 455"/>
                <a:gd name="T26" fmla="*/ 0 w 272"/>
                <a:gd name="T27" fmla="*/ 30 h 455"/>
                <a:gd name="T28" fmla="*/ 112 w 272"/>
                <a:gd name="T29" fmla="*/ 109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2" h="455">
                  <a:moveTo>
                    <a:pt x="112" y="109"/>
                  </a:moveTo>
                  <a:lnTo>
                    <a:pt x="170" y="172"/>
                  </a:lnTo>
                  <a:lnTo>
                    <a:pt x="186" y="95"/>
                  </a:lnTo>
                  <a:lnTo>
                    <a:pt x="233" y="0"/>
                  </a:lnTo>
                  <a:lnTo>
                    <a:pt x="272" y="63"/>
                  </a:lnTo>
                  <a:lnTo>
                    <a:pt x="205" y="455"/>
                  </a:lnTo>
                  <a:lnTo>
                    <a:pt x="205" y="455"/>
                  </a:lnTo>
                  <a:lnTo>
                    <a:pt x="181" y="399"/>
                  </a:lnTo>
                  <a:lnTo>
                    <a:pt x="121" y="267"/>
                  </a:lnTo>
                  <a:lnTo>
                    <a:pt x="86" y="193"/>
                  </a:lnTo>
                  <a:lnTo>
                    <a:pt x="52" y="125"/>
                  </a:lnTo>
                  <a:lnTo>
                    <a:pt x="22" y="67"/>
                  </a:lnTo>
                  <a:lnTo>
                    <a:pt x="10" y="46"/>
                  </a:lnTo>
                  <a:lnTo>
                    <a:pt x="0" y="30"/>
                  </a:lnTo>
                  <a:lnTo>
                    <a:pt x="112" y="109"/>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69" name="Freeform 180"/>
            <p:cNvSpPr>
              <a:spLocks/>
            </p:cNvSpPr>
            <p:nvPr/>
          </p:nvSpPr>
          <p:spPr bwMode="auto">
            <a:xfrm>
              <a:off x="9253538" y="1985963"/>
              <a:ext cx="327025" cy="444500"/>
            </a:xfrm>
            <a:custGeom>
              <a:avLst/>
              <a:gdLst>
                <a:gd name="T0" fmla="*/ 41 w 206"/>
                <a:gd name="T1" fmla="*/ 30 h 280"/>
                <a:gd name="T2" fmla="*/ 0 w 206"/>
                <a:gd name="T3" fmla="*/ 280 h 280"/>
                <a:gd name="T4" fmla="*/ 104 w 206"/>
                <a:gd name="T5" fmla="*/ 227 h 280"/>
                <a:gd name="T6" fmla="*/ 206 w 206"/>
                <a:gd name="T7" fmla="*/ 271 h 280"/>
                <a:gd name="T8" fmla="*/ 94 w 206"/>
                <a:gd name="T9" fmla="*/ 0 h 280"/>
                <a:gd name="T10" fmla="*/ 41 w 206"/>
                <a:gd name="T11" fmla="*/ 30 h 280"/>
              </a:gdLst>
              <a:ahLst/>
              <a:cxnLst>
                <a:cxn ang="0">
                  <a:pos x="T0" y="T1"/>
                </a:cxn>
                <a:cxn ang="0">
                  <a:pos x="T2" y="T3"/>
                </a:cxn>
                <a:cxn ang="0">
                  <a:pos x="T4" y="T5"/>
                </a:cxn>
                <a:cxn ang="0">
                  <a:pos x="T6" y="T7"/>
                </a:cxn>
                <a:cxn ang="0">
                  <a:pos x="T8" y="T9"/>
                </a:cxn>
                <a:cxn ang="0">
                  <a:pos x="T10" y="T11"/>
                </a:cxn>
              </a:cxnLst>
              <a:rect l="0" t="0" r="r" b="b"/>
              <a:pathLst>
                <a:path w="206" h="280">
                  <a:moveTo>
                    <a:pt x="41" y="30"/>
                  </a:moveTo>
                  <a:lnTo>
                    <a:pt x="0" y="280"/>
                  </a:lnTo>
                  <a:lnTo>
                    <a:pt x="104" y="227"/>
                  </a:lnTo>
                  <a:lnTo>
                    <a:pt x="206" y="271"/>
                  </a:lnTo>
                  <a:lnTo>
                    <a:pt x="94" y="0"/>
                  </a:lnTo>
                  <a:lnTo>
                    <a:pt x="41" y="3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70" name="Freeform 181"/>
            <p:cNvSpPr>
              <a:spLocks/>
            </p:cNvSpPr>
            <p:nvPr/>
          </p:nvSpPr>
          <p:spPr bwMode="auto">
            <a:xfrm>
              <a:off x="9698038" y="2019300"/>
              <a:ext cx="198438" cy="393700"/>
            </a:xfrm>
            <a:custGeom>
              <a:avLst/>
              <a:gdLst>
                <a:gd name="T0" fmla="*/ 0 w 125"/>
                <a:gd name="T1" fmla="*/ 0 h 248"/>
                <a:gd name="T2" fmla="*/ 0 w 125"/>
                <a:gd name="T3" fmla="*/ 236 h 248"/>
                <a:gd name="T4" fmla="*/ 39 w 125"/>
                <a:gd name="T5" fmla="*/ 211 h 248"/>
                <a:gd name="T6" fmla="*/ 125 w 125"/>
                <a:gd name="T7" fmla="*/ 248 h 248"/>
                <a:gd name="T8" fmla="*/ 40 w 125"/>
                <a:gd name="T9" fmla="*/ 27 h 248"/>
                <a:gd name="T10" fmla="*/ 0 w 125"/>
                <a:gd name="T11" fmla="*/ 0 h 248"/>
              </a:gdLst>
              <a:ahLst/>
              <a:cxnLst>
                <a:cxn ang="0">
                  <a:pos x="T0" y="T1"/>
                </a:cxn>
                <a:cxn ang="0">
                  <a:pos x="T2" y="T3"/>
                </a:cxn>
                <a:cxn ang="0">
                  <a:pos x="T4" y="T5"/>
                </a:cxn>
                <a:cxn ang="0">
                  <a:pos x="T6" y="T7"/>
                </a:cxn>
                <a:cxn ang="0">
                  <a:pos x="T8" y="T9"/>
                </a:cxn>
                <a:cxn ang="0">
                  <a:pos x="T10" y="T11"/>
                </a:cxn>
              </a:cxnLst>
              <a:rect l="0" t="0" r="r" b="b"/>
              <a:pathLst>
                <a:path w="125" h="248">
                  <a:moveTo>
                    <a:pt x="0" y="0"/>
                  </a:moveTo>
                  <a:lnTo>
                    <a:pt x="0" y="236"/>
                  </a:lnTo>
                  <a:lnTo>
                    <a:pt x="39" y="211"/>
                  </a:lnTo>
                  <a:lnTo>
                    <a:pt x="125" y="248"/>
                  </a:lnTo>
                  <a:lnTo>
                    <a:pt x="40" y="27"/>
                  </a:lnTo>
                  <a:lnTo>
                    <a:pt x="0"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71" name="Freeform 182"/>
            <p:cNvSpPr>
              <a:spLocks/>
            </p:cNvSpPr>
            <p:nvPr/>
          </p:nvSpPr>
          <p:spPr bwMode="auto">
            <a:xfrm>
              <a:off x="10277476" y="923925"/>
              <a:ext cx="274638" cy="290513"/>
            </a:xfrm>
            <a:custGeom>
              <a:avLst/>
              <a:gdLst>
                <a:gd name="T0" fmla="*/ 173 w 173"/>
                <a:gd name="T1" fmla="*/ 175 h 183"/>
                <a:gd name="T2" fmla="*/ 173 w 173"/>
                <a:gd name="T3" fmla="*/ 175 h 183"/>
                <a:gd name="T4" fmla="*/ 171 w 173"/>
                <a:gd name="T5" fmla="*/ 163 h 183"/>
                <a:gd name="T6" fmla="*/ 164 w 173"/>
                <a:gd name="T7" fmla="*/ 132 h 183"/>
                <a:gd name="T8" fmla="*/ 159 w 173"/>
                <a:gd name="T9" fmla="*/ 114 h 183"/>
                <a:gd name="T10" fmla="*/ 152 w 173"/>
                <a:gd name="T11" fmla="*/ 98 h 183"/>
                <a:gd name="T12" fmla="*/ 145 w 173"/>
                <a:gd name="T13" fmla="*/ 82 h 183"/>
                <a:gd name="T14" fmla="*/ 136 w 173"/>
                <a:gd name="T15" fmla="*/ 72 h 183"/>
                <a:gd name="T16" fmla="*/ 136 w 173"/>
                <a:gd name="T17" fmla="*/ 72 h 183"/>
                <a:gd name="T18" fmla="*/ 122 w 173"/>
                <a:gd name="T19" fmla="*/ 63 h 183"/>
                <a:gd name="T20" fmla="*/ 104 w 173"/>
                <a:gd name="T21" fmla="*/ 51 h 183"/>
                <a:gd name="T22" fmla="*/ 60 w 173"/>
                <a:gd name="T23" fmla="*/ 28 h 183"/>
                <a:gd name="T24" fmla="*/ 2 w 173"/>
                <a:gd name="T25" fmla="*/ 0 h 183"/>
                <a:gd name="T26" fmla="*/ 2 w 173"/>
                <a:gd name="T27" fmla="*/ 0 h 183"/>
                <a:gd name="T28" fmla="*/ 2 w 173"/>
                <a:gd name="T29" fmla="*/ 1 h 183"/>
                <a:gd name="T30" fmla="*/ 0 w 173"/>
                <a:gd name="T31" fmla="*/ 10 h 183"/>
                <a:gd name="T32" fmla="*/ 2 w 173"/>
                <a:gd name="T33" fmla="*/ 21 h 183"/>
                <a:gd name="T34" fmla="*/ 6 w 173"/>
                <a:gd name="T35" fmla="*/ 26 h 183"/>
                <a:gd name="T36" fmla="*/ 9 w 173"/>
                <a:gd name="T37" fmla="*/ 31 h 183"/>
                <a:gd name="T38" fmla="*/ 9 w 173"/>
                <a:gd name="T39" fmla="*/ 31 h 183"/>
                <a:gd name="T40" fmla="*/ 27 w 173"/>
                <a:gd name="T41" fmla="*/ 47 h 183"/>
                <a:gd name="T42" fmla="*/ 55 w 173"/>
                <a:gd name="T43" fmla="*/ 67 h 183"/>
                <a:gd name="T44" fmla="*/ 83 w 173"/>
                <a:gd name="T45" fmla="*/ 89 h 183"/>
                <a:gd name="T46" fmla="*/ 94 w 173"/>
                <a:gd name="T47" fmla="*/ 100 h 183"/>
                <a:gd name="T48" fmla="*/ 99 w 173"/>
                <a:gd name="T49" fmla="*/ 109 h 183"/>
                <a:gd name="T50" fmla="*/ 99 w 173"/>
                <a:gd name="T51" fmla="*/ 109 h 183"/>
                <a:gd name="T52" fmla="*/ 106 w 173"/>
                <a:gd name="T53" fmla="*/ 126 h 183"/>
                <a:gd name="T54" fmla="*/ 108 w 173"/>
                <a:gd name="T55" fmla="*/ 142 h 183"/>
                <a:gd name="T56" fmla="*/ 109 w 173"/>
                <a:gd name="T57" fmla="*/ 160 h 183"/>
                <a:gd name="T58" fmla="*/ 109 w 173"/>
                <a:gd name="T59" fmla="*/ 160 h 183"/>
                <a:gd name="T60" fmla="*/ 115 w 173"/>
                <a:gd name="T61" fmla="*/ 165 h 183"/>
                <a:gd name="T62" fmla="*/ 120 w 173"/>
                <a:gd name="T63" fmla="*/ 170 h 183"/>
                <a:gd name="T64" fmla="*/ 127 w 173"/>
                <a:gd name="T65" fmla="*/ 175 h 183"/>
                <a:gd name="T66" fmla="*/ 136 w 173"/>
                <a:gd name="T67" fmla="*/ 179 h 183"/>
                <a:gd name="T68" fmla="*/ 146 w 173"/>
                <a:gd name="T69" fmla="*/ 183 h 183"/>
                <a:gd name="T70" fmla="*/ 159 w 173"/>
                <a:gd name="T71" fmla="*/ 181 h 183"/>
                <a:gd name="T72" fmla="*/ 166 w 173"/>
                <a:gd name="T73" fmla="*/ 179 h 183"/>
                <a:gd name="T74" fmla="*/ 173 w 173"/>
                <a:gd name="T75" fmla="*/ 17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3" h="183">
                  <a:moveTo>
                    <a:pt x="173" y="175"/>
                  </a:moveTo>
                  <a:lnTo>
                    <a:pt x="173" y="175"/>
                  </a:lnTo>
                  <a:lnTo>
                    <a:pt x="171" y="163"/>
                  </a:lnTo>
                  <a:lnTo>
                    <a:pt x="164" y="132"/>
                  </a:lnTo>
                  <a:lnTo>
                    <a:pt x="159" y="114"/>
                  </a:lnTo>
                  <a:lnTo>
                    <a:pt x="152" y="98"/>
                  </a:lnTo>
                  <a:lnTo>
                    <a:pt x="145" y="82"/>
                  </a:lnTo>
                  <a:lnTo>
                    <a:pt x="136" y="72"/>
                  </a:lnTo>
                  <a:lnTo>
                    <a:pt x="136" y="72"/>
                  </a:lnTo>
                  <a:lnTo>
                    <a:pt x="122" y="63"/>
                  </a:lnTo>
                  <a:lnTo>
                    <a:pt x="104" y="51"/>
                  </a:lnTo>
                  <a:lnTo>
                    <a:pt x="60" y="28"/>
                  </a:lnTo>
                  <a:lnTo>
                    <a:pt x="2" y="0"/>
                  </a:lnTo>
                  <a:lnTo>
                    <a:pt x="2" y="0"/>
                  </a:lnTo>
                  <a:lnTo>
                    <a:pt x="2" y="1"/>
                  </a:lnTo>
                  <a:lnTo>
                    <a:pt x="0" y="10"/>
                  </a:lnTo>
                  <a:lnTo>
                    <a:pt x="2" y="21"/>
                  </a:lnTo>
                  <a:lnTo>
                    <a:pt x="6" y="26"/>
                  </a:lnTo>
                  <a:lnTo>
                    <a:pt x="9" y="31"/>
                  </a:lnTo>
                  <a:lnTo>
                    <a:pt x="9" y="31"/>
                  </a:lnTo>
                  <a:lnTo>
                    <a:pt x="27" y="47"/>
                  </a:lnTo>
                  <a:lnTo>
                    <a:pt x="55" y="67"/>
                  </a:lnTo>
                  <a:lnTo>
                    <a:pt x="83" y="89"/>
                  </a:lnTo>
                  <a:lnTo>
                    <a:pt x="94" y="100"/>
                  </a:lnTo>
                  <a:lnTo>
                    <a:pt x="99" y="109"/>
                  </a:lnTo>
                  <a:lnTo>
                    <a:pt x="99" y="109"/>
                  </a:lnTo>
                  <a:lnTo>
                    <a:pt x="106" y="126"/>
                  </a:lnTo>
                  <a:lnTo>
                    <a:pt x="108" y="142"/>
                  </a:lnTo>
                  <a:lnTo>
                    <a:pt x="109" y="160"/>
                  </a:lnTo>
                  <a:lnTo>
                    <a:pt x="109" y="160"/>
                  </a:lnTo>
                  <a:lnTo>
                    <a:pt x="115" y="165"/>
                  </a:lnTo>
                  <a:lnTo>
                    <a:pt x="120" y="170"/>
                  </a:lnTo>
                  <a:lnTo>
                    <a:pt x="127" y="175"/>
                  </a:lnTo>
                  <a:lnTo>
                    <a:pt x="136" y="179"/>
                  </a:lnTo>
                  <a:lnTo>
                    <a:pt x="146" y="183"/>
                  </a:lnTo>
                  <a:lnTo>
                    <a:pt x="159" y="181"/>
                  </a:lnTo>
                  <a:lnTo>
                    <a:pt x="166" y="179"/>
                  </a:lnTo>
                  <a:lnTo>
                    <a:pt x="173" y="175"/>
                  </a:lnTo>
                  <a:close/>
                </a:path>
              </a:pathLst>
            </a:custGeom>
            <a:solidFill>
              <a:srgbClr val="F7D9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72" name="Freeform 183"/>
            <p:cNvSpPr>
              <a:spLocks/>
            </p:cNvSpPr>
            <p:nvPr/>
          </p:nvSpPr>
          <p:spPr bwMode="auto">
            <a:xfrm>
              <a:off x="10277476" y="923925"/>
              <a:ext cx="274638" cy="290513"/>
            </a:xfrm>
            <a:custGeom>
              <a:avLst/>
              <a:gdLst>
                <a:gd name="T0" fmla="*/ 173 w 173"/>
                <a:gd name="T1" fmla="*/ 175 h 183"/>
                <a:gd name="T2" fmla="*/ 173 w 173"/>
                <a:gd name="T3" fmla="*/ 175 h 183"/>
                <a:gd name="T4" fmla="*/ 171 w 173"/>
                <a:gd name="T5" fmla="*/ 163 h 183"/>
                <a:gd name="T6" fmla="*/ 164 w 173"/>
                <a:gd name="T7" fmla="*/ 132 h 183"/>
                <a:gd name="T8" fmla="*/ 159 w 173"/>
                <a:gd name="T9" fmla="*/ 114 h 183"/>
                <a:gd name="T10" fmla="*/ 152 w 173"/>
                <a:gd name="T11" fmla="*/ 98 h 183"/>
                <a:gd name="T12" fmla="*/ 145 w 173"/>
                <a:gd name="T13" fmla="*/ 82 h 183"/>
                <a:gd name="T14" fmla="*/ 136 w 173"/>
                <a:gd name="T15" fmla="*/ 72 h 183"/>
                <a:gd name="T16" fmla="*/ 136 w 173"/>
                <a:gd name="T17" fmla="*/ 72 h 183"/>
                <a:gd name="T18" fmla="*/ 122 w 173"/>
                <a:gd name="T19" fmla="*/ 63 h 183"/>
                <a:gd name="T20" fmla="*/ 104 w 173"/>
                <a:gd name="T21" fmla="*/ 51 h 183"/>
                <a:gd name="T22" fmla="*/ 60 w 173"/>
                <a:gd name="T23" fmla="*/ 28 h 183"/>
                <a:gd name="T24" fmla="*/ 2 w 173"/>
                <a:gd name="T25" fmla="*/ 0 h 183"/>
                <a:gd name="T26" fmla="*/ 2 w 173"/>
                <a:gd name="T27" fmla="*/ 0 h 183"/>
                <a:gd name="T28" fmla="*/ 2 w 173"/>
                <a:gd name="T29" fmla="*/ 1 h 183"/>
                <a:gd name="T30" fmla="*/ 0 w 173"/>
                <a:gd name="T31" fmla="*/ 10 h 183"/>
                <a:gd name="T32" fmla="*/ 2 w 173"/>
                <a:gd name="T33" fmla="*/ 21 h 183"/>
                <a:gd name="T34" fmla="*/ 6 w 173"/>
                <a:gd name="T35" fmla="*/ 26 h 183"/>
                <a:gd name="T36" fmla="*/ 9 w 173"/>
                <a:gd name="T37" fmla="*/ 31 h 183"/>
                <a:gd name="T38" fmla="*/ 9 w 173"/>
                <a:gd name="T39" fmla="*/ 31 h 183"/>
                <a:gd name="T40" fmla="*/ 27 w 173"/>
                <a:gd name="T41" fmla="*/ 47 h 183"/>
                <a:gd name="T42" fmla="*/ 55 w 173"/>
                <a:gd name="T43" fmla="*/ 67 h 183"/>
                <a:gd name="T44" fmla="*/ 83 w 173"/>
                <a:gd name="T45" fmla="*/ 89 h 183"/>
                <a:gd name="T46" fmla="*/ 94 w 173"/>
                <a:gd name="T47" fmla="*/ 100 h 183"/>
                <a:gd name="T48" fmla="*/ 99 w 173"/>
                <a:gd name="T49" fmla="*/ 109 h 183"/>
                <a:gd name="T50" fmla="*/ 99 w 173"/>
                <a:gd name="T51" fmla="*/ 109 h 183"/>
                <a:gd name="T52" fmla="*/ 106 w 173"/>
                <a:gd name="T53" fmla="*/ 126 h 183"/>
                <a:gd name="T54" fmla="*/ 108 w 173"/>
                <a:gd name="T55" fmla="*/ 142 h 183"/>
                <a:gd name="T56" fmla="*/ 109 w 173"/>
                <a:gd name="T57" fmla="*/ 160 h 183"/>
                <a:gd name="T58" fmla="*/ 109 w 173"/>
                <a:gd name="T59" fmla="*/ 160 h 183"/>
                <a:gd name="T60" fmla="*/ 115 w 173"/>
                <a:gd name="T61" fmla="*/ 165 h 183"/>
                <a:gd name="T62" fmla="*/ 120 w 173"/>
                <a:gd name="T63" fmla="*/ 170 h 183"/>
                <a:gd name="T64" fmla="*/ 127 w 173"/>
                <a:gd name="T65" fmla="*/ 175 h 183"/>
                <a:gd name="T66" fmla="*/ 136 w 173"/>
                <a:gd name="T67" fmla="*/ 179 h 183"/>
                <a:gd name="T68" fmla="*/ 146 w 173"/>
                <a:gd name="T69" fmla="*/ 183 h 183"/>
                <a:gd name="T70" fmla="*/ 159 w 173"/>
                <a:gd name="T71" fmla="*/ 181 h 183"/>
                <a:gd name="T72" fmla="*/ 166 w 173"/>
                <a:gd name="T73" fmla="*/ 179 h 183"/>
                <a:gd name="T74" fmla="*/ 173 w 173"/>
                <a:gd name="T75" fmla="*/ 17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3" h="183">
                  <a:moveTo>
                    <a:pt x="173" y="175"/>
                  </a:moveTo>
                  <a:lnTo>
                    <a:pt x="173" y="175"/>
                  </a:lnTo>
                  <a:lnTo>
                    <a:pt x="171" y="163"/>
                  </a:lnTo>
                  <a:lnTo>
                    <a:pt x="164" y="132"/>
                  </a:lnTo>
                  <a:lnTo>
                    <a:pt x="159" y="114"/>
                  </a:lnTo>
                  <a:lnTo>
                    <a:pt x="152" y="98"/>
                  </a:lnTo>
                  <a:lnTo>
                    <a:pt x="145" y="82"/>
                  </a:lnTo>
                  <a:lnTo>
                    <a:pt x="136" y="72"/>
                  </a:lnTo>
                  <a:lnTo>
                    <a:pt x="136" y="72"/>
                  </a:lnTo>
                  <a:lnTo>
                    <a:pt x="122" y="63"/>
                  </a:lnTo>
                  <a:lnTo>
                    <a:pt x="104" y="51"/>
                  </a:lnTo>
                  <a:lnTo>
                    <a:pt x="60" y="28"/>
                  </a:lnTo>
                  <a:lnTo>
                    <a:pt x="2" y="0"/>
                  </a:lnTo>
                  <a:lnTo>
                    <a:pt x="2" y="0"/>
                  </a:lnTo>
                  <a:lnTo>
                    <a:pt x="2" y="1"/>
                  </a:lnTo>
                  <a:lnTo>
                    <a:pt x="0" y="10"/>
                  </a:lnTo>
                  <a:lnTo>
                    <a:pt x="2" y="21"/>
                  </a:lnTo>
                  <a:lnTo>
                    <a:pt x="6" y="26"/>
                  </a:lnTo>
                  <a:lnTo>
                    <a:pt x="9" y="31"/>
                  </a:lnTo>
                  <a:lnTo>
                    <a:pt x="9" y="31"/>
                  </a:lnTo>
                  <a:lnTo>
                    <a:pt x="27" y="47"/>
                  </a:lnTo>
                  <a:lnTo>
                    <a:pt x="55" y="67"/>
                  </a:lnTo>
                  <a:lnTo>
                    <a:pt x="83" y="89"/>
                  </a:lnTo>
                  <a:lnTo>
                    <a:pt x="94" y="100"/>
                  </a:lnTo>
                  <a:lnTo>
                    <a:pt x="99" y="109"/>
                  </a:lnTo>
                  <a:lnTo>
                    <a:pt x="99" y="109"/>
                  </a:lnTo>
                  <a:lnTo>
                    <a:pt x="106" y="126"/>
                  </a:lnTo>
                  <a:lnTo>
                    <a:pt x="108" y="142"/>
                  </a:lnTo>
                  <a:lnTo>
                    <a:pt x="109" y="160"/>
                  </a:lnTo>
                  <a:lnTo>
                    <a:pt x="109" y="160"/>
                  </a:lnTo>
                  <a:lnTo>
                    <a:pt x="115" y="165"/>
                  </a:lnTo>
                  <a:lnTo>
                    <a:pt x="120" y="170"/>
                  </a:lnTo>
                  <a:lnTo>
                    <a:pt x="127" y="175"/>
                  </a:lnTo>
                  <a:lnTo>
                    <a:pt x="136" y="179"/>
                  </a:lnTo>
                  <a:lnTo>
                    <a:pt x="146" y="183"/>
                  </a:lnTo>
                  <a:lnTo>
                    <a:pt x="159" y="181"/>
                  </a:lnTo>
                  <a:lnTo>
                    <a:pt x="166" y="179"/>
                  </a:lnTo>
                  <a:lnTo>
                    <a:pt x="173" y="17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73" name="Freeform 184"/>
            <p:cNvSpPr>
              <a:spLocks/>
            </p:cNvSpPr>
            <p:nvPr/>
          </p:nvSpPr>
          <p:spPr bwMode="auto">
            <a:xfrm>
              <a:off x="10264776" y="1023938"/>
              <a:ext cx="336550" cy="622300"/>
            </a:xfrm>
            <a:custGeom>
              <a:avLst/>
              <a:gdLst>
                <a:gd name="T0" fmla="*/ 47 w 212"/>
                <a:gd name="T1" fmla="*/ 53 h 392"/>
                <a:gd name="T2" fmla="*/ 47 w 212"/>
                <a:gd name="T3" fmla="*/ 53 h 392"/>
                <a:gd name="T4" fmla="*/ 44 w 212"/>
                <a:gd name="T5" fmla="*/ 39 h 392"/>
                <a:gd name="T6" fmla="*/ 38 w 212"/>
                <a:gd name="T7" fmla="*/ 28 h 392"/>
                <a:gd name="T8" fmla="*/ 31 w 212"/>
                <a:gd name="T9" fmla="*/ 18 h 392"/>
                <a:gd name="T10" fmla="*/ 23 w 212"/>
                <a:gd name="T11" fmla="*/ 9 h 392"/>
                <a:gd name="T12" fmla="*/ 14 w 212"/>
                <a:gd name="T13" fmla="*/ 4 h 392"/>
                <a:gd name="T14" fmla="*/ 7 w 212"/>
                <a:gd name="T15" fmla="*/ 0 h 392"/>
                <a:gd name="T16" fmla="*/ 3 w 212"/>
                <a:gd name="T17" fmla="*/ 2 h 392"/>
                <a:gd name="T18" fmla="*/ 1 w 212"/>
                <a:gd name="T19" fmla="*/ 2 h 392"/>
                <a:gd name="T20" fmla="*/ 0 w 212"/>
                <a:gd name="T21" fmla="*/ 5 h 392"/>
                <a:gd name="T22" fmla="*/ 0 w 212"/>
                <a:gd name="T23" fmla="*/ 9 h 392"/>
                <a:gd name="T24" fmla="*/ 0 w 212"/>
                <a:gd name="T25" fmla="*/ 9 h 392"/>
                <a:gd name="T26" fmla="*/ 0 w 212"/>
                <a:gd name="T27" fmla="*/ 19 h 392"/>
                <a:gd name="T28" fmla="*/ 3 w 212"/>
                <a:gd name="T29" fmla="*/ 30 h 392"/>
                <a:gd name="T30" fmla="*/ 12 w 212"/>
                <a:gd name="T31" fmla="*/ 56 h 392"/>
                <a:gd name="T32" fmla="*/ 19 w 212"/>
                <a:gd name="T33" fmla="*/ 84 h 392"/>
                <a:gd name="T34" fmla="*/ 23 w 212"/>
                <a:gd name="T35" fmla="*/ 98 h 392"/>
                <a:gd name="T36" fmla="*/ 24 w 212"/>
                <a:gd name="T37" fmla="*/ 112 h 392"/>
                <a:gd name="T38" fmla="*/ 24 w 212"/>
                <a:gd name="T39" fmla="*/ 112 h 392"/>
                <a:gd name="T40" fmla="*/ 24 w 212"/>
                <a:gd name="T41" fmla="*/ 149 h 392"/>
                <a:gd name="T42" fmla="*/ 26 w 212"/>
                <a:gd name="T43" fmla="*/ 170 h 392"/>
                <a:gd name="T44" fmla="*/ 30 w 212"/>
                <a:gd name="T45" fmla="*/ 192 h 392"/>
                <a:gd name="T46" fmla="*/ 33 w 212"/>
                <a:gd name="T47" fmla="*/ 213 h 392"/>
                <a:gd name="T48" fmla="*/ 40 w 212"/>
                <a:gd name="T49" fmla="*/ 232 h 392"/>
                <a:gd name="T50" fmla="*/ 49 w 212"/>
                <a:gd name="T51" fmla="*/ 250 h 392"/>
                <a:gd name="T52" fmla="*/ 54 w 212"/>
                <a:gd name="T53" fmla="*/ 257 h 392"/>
                <a:gd name="T54" fmla="*/ 61 w 212"/>
                <a:gd name="T55" fmla="*/ 264 h 392"/>
                <a:gd name="T56" fmla="*/ 61 w 212"/>
                <a:gd name="T57" fmla="*/ 264 h 392"/>
                <a:gd name="T58" fmla="*/ 68 w 212"/>
                <a:gd name="T59" fmla="*/ 269 h 392"/>
                <a:gd name="T60" fmla="*/ 73 w 212"/>
                <a:gd name="T61" fmla="*/ 276 h 392"/>
                <a:gd name="T62" fmla="*/ 82 w 212"/>
                <a:gd name="T63" fmla="*/ 292 h 392"/>
                <a:gd name="T64" fmla="*/ 88 w 212"/>
                <a:gd name="T65" fmla="*/ 308 h 392"/>
                <a:gd name="T66" fmla="*/ 91 w 212"/>
                <a:gd name="T67" fmla="*/ 325 h 392"/>
                <a:gd name="T68" fmla="*/ 93 w 212"/>
                <a:gd name="T69" fmla="*/ 343 h 392"/>
                <a:gd name="T70" fmla="*/ 95 w 212"/>
                <a:gd name="T71" fmla="*/ 359 h 392"/>
                <a:gd name="T72" fmla="*/ 95 w 212"/>
                <a:gd name="T73" fmla="*/ 381 h 392"/>
                <a:gd name="T74" fmla="*/ 95 w 212"/>
                <a:gd name="T75" fmla="*/ 381 h 392"/>
                <a:gd name="T76" fmla="*/ 105 w 212"/>
                <a:gd name="T77" fmla="*/ 387 h 392"/>
                <a:gd name="T78" fmla="*/ 117 w 212"/>
                <a:gd name="T79" fmla="*/ 390 h 392"/>
                <a:gd name="T80" fmla="*/ 133 w 212"/>
                <a:gd name="T81" fmla="*/ 392 h 392"/>
                <a:gd name="T82" fmla="*/ 151 w 212"/>
                <a:gd name="T83" fmla="*/ 392 h 392"/>
                <a:gd name="T84" fmla="*/ 160 w 212"/>
                <a:gd name="T85" fmla="*/ 390 h 392"/>
                <a:gd name="T86" fmla="*/ 168 w 212"/>
                <a:gd name="T87" fmla="*/ 388 h 392"/>
                <a:gd name="T88" fmla="*/ 179 w 212"/>
                <a:gd name="T89" fmla="*/ 385 h 392"/>
                <a:gd name="T90" fmla="*/ 189 w 212"/>
                <a:gd name="T91" fmla="*/ 380 h 392"/>
                <a:gd name="T92" fmla="*/ 198 w 212"/>
                <a:gd name="T93" fmla="*/ 373 h 392"/>
                <a:gd name="T94" fmla="*/ 207 w 212"/>
                <a:gd name="T95" fmla="*/ 366 h 392"/>
                <a:gd name="T96" fmla="*/ 212 w 212"/>
                <a:gd name="T97" fmla="*/ 274 h 392"/>
                <a:gd name="T98" fmla="*/ 212 w 212"/>
                <a:gd name="T99" fmla="*/ 274 h 392"/>
                <a:gd name="T100" fmla="*/ 188 w 212"/>
                <a:gd name="T101" fmla="*/ 243 h 392"/>
                <a:gd name="T102" fmla="*/ 131 w 212"/>
                <a:gd name="T103" fmla="*/ 174 h 392"/>
                <a:gd name="T104" fmla="*/ 102 w 212"/>
                <a:gd name="T105" fmla="*/ 135 h 392"/>
                <a:gd name="T106" fmla="*/ 75 w 212"/>
                <a:gd name="T107" fmla="*/ 98 h 392"/>
                <a:gd name="T108" fmla="*/ 56 w 212"/>
                <a:gd name="T109" fmla="*/ 70 h 392"/>
                <a:gd name="T110" fmla="*/ 51 w 212"/>
                <a:gd name="T111" fmla="*/ 60 h 392"/>
                <a:gd name="T112" fmla="*/ 47 w 212"/>
                <a:gd name="T113" fmla="*/ 53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2" h="392">
                  <a:moveTo>
                    <a:pt x="47" y="53"/>
                  </a:moveTo>
                  <a:lnTo>
                    <a:pt x="47" y="53"/>
                  </a:lnTo>
                  <a:lnTo>
                    <a:pt x="44" y="39"/>
                  </a:lnTo>
                  <a:lnTo>
                    <a:pt x="38" y="28"/>
                  </a:lnTo>
                  <a:lnTo>
                    <a:pt x="31" y="18"/>
                  </a:lnTo>
                  <a:lnTo>
                    <a:pt x="23" y="9"/>
                  </a:lnTo>
                  <a:lnTo>
                    <a:pt x="14" y="4"/>
                  </a:lnTo>
                  <a:lnTo>
                    <a:pt x="7" y="0"/>
                  </a:lnTo>
                  <a:lnTo>
                    <a:pt x="3" y="2"/>
                  </a:lnTo>
                  <a:lnTo>
                    <a:pt x="1" y="2"/>
                  </a:lnTo>
                  <a:lnTo>
                    <a:pt x="0" y="5"/>
                  </a:lnTo>
                  <a:lnTo>
                    <a:pt x="0" y="9"/>
                  </a:lnTo>
                  <a:lnTo>
                    <a:pt x="0" y="9"/>
                  </a:lnTo>
                  <a:lnTo>
                    <a:pt x="0" y="19"/>
                  </a:lnTo>
                  <a:lnTo>
                    <a:pt x="3" y="30"/>
                  </a:lnTo>
                  <a:lnTo>
                    <a:pt x="12" y="56"/>
                  </a:lnTo>
                  <a:lnTo>
                    <a:pt x="19" y="84"/>
                  </a:lnTo>
                  <a:lnTo>
                    <a:pt x="23" y="98"/>
                  </a:lnTo>
                  <a:lnTo>
                    <a:pt x="24" y="112"/>
                  </a:lnTo>
                  <a:lnTo>
                    <a:pt x="24" y="112"/>
                  </a:lnTo>
                  <a:lnTo>
                    <a:pt x="24" y="149"/>
                  </a:lnTo>
                  <a:lnTo>
                    <a:pt x="26" y="170"/>
                  </a:lnTo>
                  <a:lnTo>
                    <a:pt x="30" y="192"/>
                  </a:lnTo>
                  <a:lnTo>
                    <a:pt x="33" y="213"/>
                  </a:lnTo>
                  <a:lnTo>
                    <a:pt x="40" y="232"/>
                  </a:lnTo>
                  <a:lnTo>
                    <a:pt x="49" y="250"/>
                  </a:lnTo>
                  <a:lnTo>
                    <a:pt x="54" y="257"/>
                  </a:lnTo>
                  <a:lnTo>
                    <a:pt x="61" y="264"/>
                  </a:lnTo>
                  <a:lnTo>
                    <a:pt x="61" y="264"/>
                  </a:lnTo>
                  <a:lnTo>
                    <a:pt x="68" y="269"/>
                  </a:lnTo>
                  <a:lnTo>
                    <a:pt x="73" y="276"/>
                  </a:lnTo>
                  <a:lnTo>
                    <a:pt x="82" y="292"/>
                  </a:lnTo>
                  <a:lnTo>
                    <a:pt x="88" y="308"/>
                  </a:lnTo>
                  <a:lnTo>
                    <a:pt x="91" y="325"/>
                  </a:lnTo>
                  <a:lnTo>
                    <a:pt x="93" y="343"/>
                  </a:lnTo>
                  <a:lnTo>
                    <a:pt x="95" y="359"/>
                  </a:lnTo>
                  <a:lnTo>
                    <a:pt x="95" y="381"/>
                  </a:lnTo>
                  <a:lnTo>
                    <a:pt x="95" y="381"/>
                  </a:lnTo>
                  <a:lnTo>
                    <a:pt x="105" y="387"/>
                  </a:lnTo>
                  <a:lnTo>
                    <a:pt x="117" y="390"/>
                  </a:lnTo>
                  <a:lnTo>
                    <a:pt x="133" y="392"/>
                  </a:lnTo>
                  <a:lnTo>
                    <a:pt x="151" y="392"/>
                  </a:lnTo>
                  <a:lnTo>
                    <a:pt x="160" y="390"/>
                  </a:lnTo>
                  <a:lnTo>
                    <a:pt x="168" y="388"/>
                  </a:lnTo>
                  <a:lnTo>
                    <a:pt x="179" y="385"/>
                  </a:lnTo>
                  <a:lnTo>
                    <a:pt x="189" y="380"/>
                  </a:lnTo>
                  <a:lnTo>
                    <a:pt x="198" y="373"/>
                  </a:lnTo>
                  <a:lnTo>
                    <a:pt x="207" y="366"/>
                  </a:lnTo>
                  <a:lnTo>
                    <a:pt x="212" y="274"/>
                  </a:lnTo>
                  <a:lnTo>
                    <a:pt x="212" y="274"/>
                  </a:lnTo>
                  <a:lnTo>
                    <a:pt x="188" y="243"/>
                  </a:lnTo>
                  <a:lnTo>
                    <a:pt x="131" y="174"/>
                  </a:lnTo>
                  <a:lnTo>
                    <a:pt x="102" y="135"/>
                  </a:lnTo>
                  <a:lnTo>
                    <a:pt x="75" y="98"/>
                  </a:lnTo>
                  <a:lnTo>
                    <a:pt x="56" y="70"/>
                  </a:lnTo>
                  <a:lnTo>
                    <a:pt x="51" y="60"/>
                  </a:lnTo>
                  <a:lnTo>
                    <a:pt x="47" y="53"/>
                  </a:lnTo>
                  <a:close/>
                </a:path>
              </a:pathLst>
            </a:custGeom>
            <a:solidFill>
              <a:srgbClr val="F2D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74" name="Freeform 185"/>
            <p:cNvSpPr>
              <a:spLocks/>
            </p:cNvSpPr>
            <p:nvPr/>
          </p:nvSpPr>
          <p:spPr bwMode="auto">
            <a:xfrm>
              <a:off x="10264776" y="1023938"/>
              <a:ext cx="336550" cy="622300"/>
            </a:xfrm>
            <a:custGeom>
              <a:avLst/>
              <a:gdLst>
                <a:gd name="T0" fmla="*/ 47 w 212"/>
                <a:gd name="T1" fmla="*/ 53 h 392"/>
                <a:gd name="T2" fmla="*/ 47 w 212"/>
                <a:gd name="T3" fmla="*/ 53 h 392"/>
                <a:gd name="T4" fmla="*/ 44 w 212"/>
                <a:gd name="T5" fmla="*/ 39 h 392"/>
                <a:gd name="T6" fmla="*/ 38 w 212"/>
                <a:gd name="T7" fmla="*/ 28 h 392"/>
                <a:gd name="T8" fmla="*/ 31 w 212"/>
                <a:gd name="T9" fmla="*/ 18 h 392"/>
                <a:gd name="T10" fmla="*/ 23 w 212"/>
                <a:gd name="T11" fmla="*/ 9 h 392"/>
                <a:gd name="T12" fmla="*/ 14 w 212"/>
                <a:gd name="T13" fmla="*/ 4 h 392"/>
                <a:gd name="T14" fmla="*/ 7 w 212"/>
                <a:gd name="T15" fmla="*/ 0 h 392"/>
                <a:gd name="T16" fmla="*/ 3 w 212"/>
                <a:gd name="T17" fmla="*/ 2 h 392"/>
                <a:gd name="T18" fmla="*/ 1 w 212"/>
                <a:gd name="T19" fmla="*/ 2 h 392"/>
                <a:gd name="T20" fmla="*/ 0 w 212"/>
                <a:gd name="T21" fmla="*/ 5 h 392"/>
                <a:gd name="T22" fmla="*/ 0 w 212"/>
                <a:gd name="T23" fmla="*/ 9 h 392"/>
                <a:gd name="T24" fmla="*/ 0 w 212"/>
                <a:gd name="T25" fmla="*/ 9 h 392"/>
                <a:gd name="T26" fmla="*/ 0 w 212"/>
                <a:gd name="T27" fmla="*/ 19 h 392"/>
                <a:gd name="T28" fmla="*/ 3 w 212"/>
                <a:gd name="T29" fmla="*/ 30 h 392"/>
                <a:gd name="T30" fmla="*/ 12 w 212"/>
                <a:gd name="T31" fmla="*/ 56 h 392"/>
                <a:gd name="T32" fmla="*/ 19 w 212"/>
                <a:gd name="T33" fmla="*/ 84 h 392"/>
                <a:gd name="T34" fmla="*/ 23 w 212"/>
                <a:gd name="T35" fmla="*/ 98 h 392"/>
                <a:gd name="T36" fmla="*/ 24 w 212"/>
                <a:gd name="T37" fmla="*/ 112 h 392"/>
                <a:gd name="T38" fmla="*/ 24 w 212"/>
                <a:gd name="T39" fmla="*/ 112 h 392"/>
                <a:gd name="T40" fmla="*/ 24 w 212"/>
                <a:gd name="T41" fmla="*/ 149 h 392"/>
                <a:gd name="T42" fmla="*/ 26 w 212"/>
                <a:gd name="T43" fmla="*/ 170 h 392"/>
                <a:gd name="T44" fmla="*/ 30 w 212"/>
                <a:gd name="T45" fmla="*/ 192 h 392"/>
                <a:gd name="T46" fmla="*/ 33 w 212"/>
                <a:gd name="T47" fmla="*/ 213 h 392"/>
                <a:gd name="T48" fmla="*/ 40 w 212"/>
                <a:gd name="T49" fmla="*/ 232 h 392"/>
                <a:gd name="T50" fmla="*/ 49 w 212"/>
                <a:gd name="T51" fmla="*/ 250 h 392"/>
                <a:gd name="T52" fmla="*/ 54 w 212"/>
                <a:gd name="T53" fmla="*/ 257 h 392"/>
                <a:gd name="T54" fmla="*/ 61 w 212"/>
                <a:gd name="T55" fmla="*/ 264 h 392"/>
                <a:gd name="T56" fmla="*/ 61 w 212"/>
                <a:gd name="T57" fmla="*/ 264 h 392"/>
                <a:gd name="T58" fmla="*/ 68 w 212"/>
                <a:gd name="T59" fmla="*/ 269 h 392"/>
                <a:gd name="T60" fmla="*/ 73 w 212"/>
                <a:gd name="T61" fmla="*/ 276 h 392"/>
                <a:gd name="T62" fmla="*/ 82 w 212"/>
                <a:gd name="T63" fmla="*/ 292 h 392"/>
                <a:gd name="T64" fmla="*/ 88 w 212"/>
                <a:gd name="T65" fmla="*/ 308 h 392"/>
                <a:gd name="T66" fmla="*/ 91 w 212"/>
                <a:gd name="T67" fmla="*/ 325 h 392"/>
                <a:gd name="T68" fmla="*/ 93 w 212"/>
                <a:gd name="T69" fmla="*/ 343 h 392"/>
                <a:gd name="T70" fmla="*/ 95 w 212"/>
                <a:gd name="T71" fmla="*/ 359 h 392"/>
                <a:gd name="T72" fmla="*/ 95 w 212"/>
                <a:gd name="T73" fmla="*/ 381 h 392"/>
                <a:gd name="T74" fmla="*/ 95 w 212"/>
                <a:gd name="T75" fmla="*/ 381 h 392"/>
                <a:gd name="T76" fmla="*/ 105 w 212"/>
                <a:gd name="T77" fmla="*/ 387 h 392"/>
                <a:gd name="T78" fmla="*/ 117 w 212"/>
                <a:gd name="T79" fmla="*/ 390 h 392"/>
                <a:gd name="T80" fmla="*/ 133 w 212"/>
                <a:gd name="T81" fmla="*/ 392 h 392"/>
                <a:gd name="T82" fmla="*/ 151 w 212"/>
                <a:gd name="T83" fmla="*/ 392 h 392"/>
                <a:gd name="T84" fmla="*/ 160 w 212"/>
                <a:gd name="T85" fmla="*/ 390 h 392"/>
                <a:gd name="T86" fmla="*/ 168 w 212"/>
                <a:gd name="T87" fmla="*/ 388 h 392"/>
                <a:gd name="T88" fmla="*/ 179 w 212"/>
                <a:gd name="T89" fmla="*/ 385 h 392"/>
                <a:gd name="T90" fmla="*/ 189 w 212"/>
                <a:gd name="T91" fmla="*/ 380 h 392"/>
                <a:gd name="T92" fmla="*/ 198 w 212"/>
                <a:gd name="T93" fmla="*/ 373 h 392"/>
                <a:gd name="T94" fmla="*/ 207 w 212"/>
                <a:gd name="T95" fmla="*/ 366 h 392"/>
                <a:gd name="T96" fmla="*/ 212 w 212"/>
                <a:gd name="T97" fmla="*/ 274 h 392"/>
                <a:gd name="T98" fmla="*/ 212 w 212"/>
                <a:gd name="T99" fmla="*/ 274 h 392"/>
                <a:gd name="T100" fmla="*/ 188 w 212"/>
                <a:gd name="T101" fmla="*/ 243 h 392"/>
                <a:gd name="T102" fmla="*/ 131 w 212"/>
                <a:gd name="T103" fmla="*/ 174 h 392"/>
                <a:gd name="T104" fmla="*/ 102 w 212"/>
                <a:gd name="T105" fmla="*/ 135 h 392"/>
                <a:gd name="T106" fmla="*/ 75 w 212"/>
                <a:gd name="T107" fmla="*/ 98 h 392"/>
                <a:gd name="T108" fmla="*/ 56 w 212"/>
                <a:gd name="T109" fmla="*/ 70 h 392"/>
                <a:gd name="T110" fmla="*/ 51 w 212"/>
                <a:gd name="T111" fmla="*/ 60 h 392"/>
                <a:gd name="T112" fmla="*/ 47 w 212"/>
                <a:gd name="T113" fmla="*/ 53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2" h="392">
                  <a:moveTo>
                    <a:pt x="47" y="53"/>
                  </a:moveTo>
                  <a:lnTo>
                    <a:pt x="47" y="53"/>
                  </a:lnTo>
                  <a:lnTo>
                    <a:pt x="44" y="39"/>
                  </a:lnTo>
                  <a:lnTo>
                    <a:pt x="38" y="28"/>
                  </a:lnTo>
                  <a:lnTo>
                    <a:pt x="31" y="18"/>
                  </a:lnTo>
                  <a:lnTo>
                    <a:pt x="23" y="9"/>
                  </a:lnTo>
                  <a:lnTo>
                    <a:pt x="14" y="4"/>
                  </a:lnTo>
                  <a:lnTo>
                    <a:pt x="7" y="0"/>
                  </a:lnTo>
                  <a:lnTo>
                    <a:pt x="3" y="2"/>
                  </a:lnTo>
                  <a:lnTo>
                    <a:pt x="1" y="2"/>
                  </a:lnTo>
                  <a:lnTo>
                    <a:pt x="0" y="5"/>
                  </a:lnTo>
                  <a:lnTo>
                    <a:pt x="0" y="9"/>
                  </a:lnTo>
                  <a:lnTo>
                    <a:pt x="0" y="9"/>
                  </a:lnTo>
                  <a:lnTo>
                    <a:pt x="0" y="19"/>
                  </a:lnTo>
                  <a:lnTo>
                    <a:pt x="3" y="30"/>
                  </a:lnTo>
                  <a:lnTo>
                    <a:pt x="12" y="56"/>
                  </a:lnTo>
                  <a:lnTo>
                    <a:pt x="19" y="84"/>
                  </a:lnTo>
                  <a:lnTo>
                    <a:pt x="23" y="98"/>
                  </a:lnTo>
                  <a:lnTo>
                    <a:pt x="24" y="112"/>
                  </a:lnTo>
                  <a:lnTo>
                    <a:pt x="24" y="112"/>
                  </a:lnTo>
                  <a:lnTo>
                    <a:pt x="24" y="149"/>
                  </a:lnTo>
                  <a:lnTo>
                    <a:pt x="26" y="170"/>
                  </a:lnTo>
                  <a:lnTo>
                    <a:pt x="30" y="192"/>
                  </a:lnTo>
                  <a:lnTo>
                    <a:pt x="33" y="213"/>
                  </a:lnTo>
                  <a:lnTo>
                    <a:pt x="40" y="232"/>
                  </a:lnTo>
                  <a:lnTo>
                    <a:pt x="49" y="250"/>
                  </a:lnTo>
                  <a:lnTo>
                    <a:pt x="54" y="257"/>
                  </a:lnTo>
                  <a:lnTo>
                    <a:pt x="61" y="264"/>
                  </a:lnTo>
                  <a:lnTo>
                    <a:pt x="61" y="264"/>
                  </a:lnTo>
                  <a:lnTo>
                    <a:pt x="68" y="269"/>
                  </a:lnTo>
                  <a:lnTo>
                    <a:pt x="73" y="276"/>
                  </a:lnTo>
                  <a:lnTo>
                    <a:pt x="82" y="292"/>
                  </a:lnTo>
                  <a:lnTo>
                    <a:pt x="88" y="308"/>
                  </a:lnTo>
                  <a:lnTo>
                    <a:pt x="91" y="325"/>
                  </a:lnTo>
                  <a:lnTo>
                    <a:pt x="93" y="343"/>
                  </a:lnTo>
                  <a:lnTo>
                    <a:pt x="95" y="359"/>
                  </a:lnTo>
                  <a:lnTo>
                    <a:pt x="95" y="381"/>
                  </a:lnTo>
                  <a:lnTo>
                    <a:pt x="95" y="381"/>
                  </a:lnTo>
                  <a:lnTo>
                    <a:pt x="105" y="387"/>
                  </a:lnTo>
                  <a:lnTo>
                    <a:pt x="117" y="390"/>
                  </a:lnTo>
                  <a:lnTo>
                    <a:pt x="133" y="392"/>
                  </a:lnTo>
                  <a:lnTo>
                    <a:pt x="151" y="392"/>
                  </a:lnTo>
                  <a:lnTo>
                    <a:pt x="160" y="390"/>
                  </a:lnTo>
                  <a:lnTo>
                    <a:pt x="168" y="388"/>
                  </a:lnTo>
                  <a:lnTo>
                    <a:pt x="179" y="385"/>
                  </a:lnTo>
                  <a:lnTo>
                    <a:pt x="189" y="380"/>
                  </a:lnTo>
                  <a:lnTo>
                    <a:pt x="198" y="373"/>
                  </a:lnTo>
                  <a:lnTo>
                    <a:pt x="207" y="366"/>
                  </a:lnTo>
                  <a:lnTo>
                    <a:pt x="212" y="274"/>
                  </a:lnTo>
                  <a:lnTo>
                    <a:pt x="212" y="274"/>
                  </a:lnTo>
                  <a:lnTo>
                    <a:pt x="188" y="243"/>
                  </a:lnTo>
                  <a:lnTo>
                    <a:pt x="131" y="174"/>
                  </a:lnTo>
                  <a:lnTo>
                    <a:pt x="102" y="135"/>
                  </a:lnTo>
                  <a:lnTo>
                    <a:pt x="75" y="98"/>
                  </a:lnTo>
                  <a:lnTo>
                    <a:pt x="56" y="70"/>
                  </a:lnTo>
                  <a:lnTo>
                    <a:pt x="51" y="60"/>
                  </a:lnTo>
                  <a:lnTo>
                    <a:pt x="47" y="5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75" name="Freeform 186"/>
            <p:cNvSpPr>
              <a:spLocks/>
            </p:cNvSpPr>
            <p:nvPr/>
          </p:nvSpPr>
          <p:spPr bwMode="auto">
            <a:xfrm>
              <a:off x="10347326" y="1116013"/>
              <a:ext cx="254000" cy="412750"/>
            </a:xfrm>
            <a:custGeom>
              <a:avLst/>
              <a:gdLst>
                <a:gd name="T0" fmla="*/ 134 w 160"/>
                <a:gd name="T1" fmla="*/ 46 h 260"/>
                <a:gd name="T2" fmla="*/ 134 w 160"/>
                <a:gd name="T3" fmla="*/ 46 h 260"/>
                <a:gd name="T4" fmla="*/ 97 w 160"/>
                <a:gd name="T5" fmla="*/ 23 h 260"/>
                <a:gd name="T6" fmla="*/ 65 w 160"/>
                <a:gd name="T7" fmla="*/ 7 h 260"/>
                <a:gd name="T8" fmla="*/ 53 w 160"/>
                <a:gd name="T9" fmla="*/ 2 h 260"/>
                <a:gd name="T10" fmla="*/ 43 w 160"/>
                <a:gd name="T11" fmla="*/ 0 h 260"/>
                <a:gd name="T12" fmla="*/ 43 w 160"/>
                <a:gd name="T13" fmla="*/ 0 h 260"/>
                <a:gd name="T14" fmla="*/ 39 w 160"/>
                <a:gd name="T15" fmla="*/ 2 h 260"/>
                <a:gd name="T16" fmla="*/ 36 w 160"/>
                <a:gd name="T17" fmla="*/ 4 h 260"/>
                <a:gd name="T18" fmla="*/ 27 w 160"/>
                <a:gd name="T19" fmla="*/ 11 h 260"/>
                <a:gd name="T20" fmla="*/ 20 w 160"/>
                <a:gd name="T21" fmla="*/ 21 h 260"/>
                <a:gd name="T22" fmla="*/ 13 w 160"/>
                <a:gd name="T23" fmla="*/ 33 h 260"/>
                <a:gd name="T24" fmla="*/ 7 w 160"/>
                <a:gd name="T25" fmla="*/ 46 h 260"/>
                <a:gd name="T26" fmla="*/ 2 w 160"/>
                <a:gd name="T27" fmla="*/ 58 h 260"/>
                <a:gd name="T28" fmla="*/ 0 w 160"/>
                <a:gd name="T29" fmla="*/ 69 h 260"/>
                <a:gd name="T30" fmla="*/ 2 w 160"/>
                <a:gd name="T31" fmla="*/ 76 h 260"/>
                <a:gd name="T32" fmla="*/ 2 w 160"/>
                <a:gd name="T33" fmla="*/ 76 h 260"/>
                <a:gd name="T34" fmla="*/ 7 w 160"/>
                <a:gd name="T35" fmla="*/ 86 h 260"/>
                <a:gd name="T36" fmla="*/ 13 w 160"/>
                <a:gd name="T37" fmla="*/ 91 h 260"/>
                <a:gd name="T38" fmla="*/ 20 w 160"/>
                <a:gd name="T39" fmla="*/ 97 h 260"/>
                <a:gd name="T40" fmla="*/ 20 w 160"/>
                <a:gd name="T41" fmla="*/ 97 h 260"/>
                <a:gd name="T42" fmla="*/ 13 w 160"/>
                <a:gd name="T43" fmla="*/ 114 h 260"/>
                <a:gd name="T44" fmla="*/ 9 w 160"/>
                <a:gd name="T45" fmla="*/ 127 h 260"/>
                <a:gd name="T46" fmla="*/ 9 w 160"/>
                <a:gd name="T47" fmla="*/ 132 h 260"/>
                <a:gd name="T48" fmla="*/ 11 w 160"/>
                <a:gd name="T49" fmla="*/ 137 h 260"/>
                <a:gd name="T50" fmla="*/ 11 w 160"/>
                <a:gd name="T51" fmla="*/ 137 h 260"/>
                <a:gd name="T52" fmla="*/ 18 w 160"/>
                <a:gd name="T53" fmla="*/ 144 h 260"/>
                <a:gd name="T54" fmla="*/ 27 w 160"/>
                <a:gd name="T55" fmla="*/ 149 h 260"/>
                <a:gd name="T56" fmla="*/ 37 w 160"/>
                <a:gd name="T57" fmla="*/ 155 h 260"/>
                <a:gd name="T58" fmla="*/ 37 w 160"/>
                <a:gd name="T59" fmla="*/ 155 h 260"/>
                <a:gd name="T60" fmla="*/ 34 w 160"/>
                <a:gd name="T61" fmla="*/ 162 h 260"/>
                <a:gd name="T62" fmla="*/ 32 w 160"/>
                <a:gd name="T63" fmla="*/ 178 h 260"/>
                <a:gd name="T64" fmla="*/ 32 w 160"/>
                <a:gd name="T65" fmla="*/ 186 h 260"/>
                <a:gd name="T66" fmla="*/ 34 w 160"/>
                <a:gd name="T67" fmla="*/ 195 h 260"/>
                <a:gd name="T68" fmla="*/ 39 w 160"/>
                <a:gd name="T69" fmla="*/ 200 h 260"/>
                <a:gd name="T70" fmla="*/ 44 w 160"/>
                <a:gd name="T71" fmla="*/ 204 h 260"/>
                <a:gd name="T72" fmla="*/ 50 w 160"/>
                <a:gd name="T73" fmla="*/ 206 h 260"/>
                <a:gd name="T74" fmla="*/ 50 w 160"/>
                <a:gd name="T75" fmla="*/ 206 h 260"/>
                <a:gd name="T76" fmla="*/ 50 w 160"/>
                <a:gd name="T77" fmla="*/ 213 h 260"/>
                <a:gd name="T78" fmla="*/ 51 w 160"/>
                <a:gd name="T79" fmla="*/ 220 h 260"/>
                <a:gd name="T80" fmla="*/ 55 w 160"/>
                <a:gd name="T81" fmla="*/ 228 h 260"/>
                <a:gd name="T82" fmla="*/ 60 w 160"/>
                <a:gd name="T83" fmla="*/ 237 h 260"/>
                <a:gd name="T84" fmla="*/ 69 w 160"/>
                <a:gd name="T85" fmla="*/ 246 h 260"/>
                <a:gd name="T86" fmla="*/ 79 w 160"/>
                <a:gd name="T87" fmla="*/ 253 h 260"/>
                <a:gd name="T88" fmla="*/ 87 w 160"/>
                <a:gd name="T89" fmla="*/ 255 h 260"/>
                <a:gd name="T90" fmla="*/ 95 w 160"/>
                <a:gd name="T91" fmla="*/ 257 h 260"/>
                <a:gd name="T92" fmla="*/ 95 w 160"/>
                <a:gd name="T93" fmla="*/ 257 h 260"/>
                <a:gd name="T94" fmla="*/ 123 w 160"/>
                <a:gd name="T95" fmla="*/ 260 h 260"/>
                <a:gd name="T96" fmla="*/ 145 w 160"/>
                <a:gd name="T97" fmla="*/ 260 h 260"/>
                <a:gd name="T98" fmla="*/ 157 w 160"/>
                <a:gd name="T99" fmla="*/ 258 h 260"/>
                <a:gd name="T100" fmla="*/ 160 w 160"/>
                <a:gd name="T101" fmla="*/ 257 h 260"/>
                <a:gd name="T102" fmla="*/ 160 w 160"/>
                <a:gd name="T103" fmla="*/ 257 h 260"/>
                <a:gd name="T104" fmla="*/ 160 w 160"/>
                <a:gd name="T105" fmla="*/ 239 h 260"/>
                <a:gd name="T106" fmla="*/ 159 w 160"/>
                <a:gd name="T107" fmla="*/ 193 h 260"/>
                <a:gd name="T108" fmla="*/ 157 w 160"/>
                <a:gd name="T109" fmla="*/ 162 h 260"/>
                <a:gd name="T110" fmla="*/ 152 w 160"/>
                <a:gd name="T111" fmla="*/ 125 h 260"/>
                <a:gd name="T112" fmla="*/ 145 w 160"/>
                <a:gd name="T113" fmla="*/ 86 h 260"/>
                <a:gd name="T114" fmla="*/ 134 w 160"/>
                <a:gd name="T115" fmla="*/ 4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 h="260">
                  <a:moveTo>
                    <a:pt x="134" y="46"/>
                  </a:moveTo>
                  <a:lnTo>
                    <a:pt x="134" y="46"/>
                  </a:lnTo>
                  <a:lnTo>
                    <a:pt x="97" y="23"/>
                  </a:lnTo>
                  <a:lnTo>
                    <a:pt x="65" y="7"/>
                  </a:lnTo>
                  <a:lnTo>
                    <a:pt x="53" y="2"/>
                  </a:lnTo>
                  <a:lnTo>
                    <a:pt x="43" y="0"/>
                  </a:lnTo>
                  <a:lnTo>
                    <a:pt x="43" y="0"/>
                  </a:lnTo>
                  <a:lnTo>
                    <a:pt x="39" y="2"/>
                  </a:lnTo>
                  <a:lnTo>
                    <a:pt x="36" y="4"/>
                  </a:lnTo>
                  <a:lnTo>
                    <a:pt x="27" y="11"/>
                  </a:lnTo>
                  <a:lnTo>
                    <a:pt x="20" y="21"/>
                  </a:lnTo>
                  <a:lnTo>
                    <a:pt x="13" y="33"/>
                  </a:lnTo>
                  <a:lnTo>
                    <a:pt x="7" y="46"/>
                  </a:lnTo>
                  <a:lnTo>
                    <a:pt x="2" y="58"/>
                  </a:lnTo>
                  <a:lnTo>
                    <a:pt x="0" y="69"/>
                  </a:lnTo>
                  <a:lnTo>
                    <a:pt x="2" y="76"/>
                  </a:lnTo>
                  <a:lnTo>
                    <a:pt x="2" y="76"/>
                  </a:lnTo>
                  <a:lnTo>
                    <a:pt x="7" y="86"/>
                  </a:lnTo>
                  <a:lnTo>
                    <a:pt x="13" y="91"/>
                  </a:lnTo>
                  <a:lnTo>
                    <a:pt x="20" y="97"/>
                  </a:lnTo>
                  <a:lnTo>
                    <a:pt x="20" y="97"/>
                  </a:lnTo>
                  <a:lnTo>
                    <a:pt x="13" y="114"/>
                  </a:lnTo>
                  <a:lnTo>
                    <a:pt x="9" y="127"/>
                  </a:lnTo>
                  <a:lnTo>
                    <a:pt x="9" y="132"/>
                  </a:lnTo>
                  <a:lnTo>
                    <a:pt x="11" y="137"/>
                  </a:lnTo>
                  <a:lnTo>
                    <a:pt x="11" y="137"/>
                  </a:lnTo>
                  <a:lnTo>
                    <a:pt x="18" y="144"/>
                  </a:lnTo>
                  <a:lnTo>
                    <a:pt x="27" y="149"/>
                  </a:lnTo>
                  <a:lnTo>
                    <a:pt x="37" y="155"/>
                  </a:lnTo>
                  <a:lnTo>
                    <a:pt x="37" y="155"/>
                  </a:lnTo>
                  <a:lnTo>
                    <a:pt x="34" y="162"/>
                  </a:lnTo>
                  <a:lnTo>
                    <a:pt x="32" y="178"/>
                  </a:lnTo>
                  <a:lnTo>
                    <a:pt x="32" y="186"/>
                  </a:lnTo>
                  <a:lnTo>
                    <a:pt x="34" y="195"/>
                  </a:lnTo>
                  <a:lnTo>
                    <a:pt x="39" y="200"/>
                  </a:lnTo>
                  <a:lnTo>
                    <a:pt x="44" y="204"/>
                  </a:lnTo>
                  <a:lnTo>
                    <a:pt x="50" y="206"/>
                  </a:lnTo>
                  <a:lnTo>
                    <a:pt x="50" y="206"/>
                  </a:lnTo>
                  <a:lnTo>
                    <a:pt x="50" y="213"/>
                  </a:lnTo>
                  <a:lnTo>
                    <a:pt x="51" y="220"/>
                  </a:lnTo>
                  <a:lnTo>
                    <a:pt x="55" y="228"/>
                  </a:lnTo>
                  <a:lnTo>
                    <a:pt x="60" y="237"/>
                  </a:lnTo>
                  <a:lnTo>
                    <a:pt x="69" y="246"/>
                  </a:lnTo>
                  <a:lnTo>
                    <a:pt x="79" y="253"/>
                  </a:lnTo>
                  <a:lnTo>
                    <a:pt x="87" y="255"/>
                  </a:lnTo>
                  <a:lnTo>
                    <a:pt x="95" y="257"/>
                  </a:lnTo>
                  <a:lnTo>
                    <a:pt x="95" y="257"/>
                  </a:lnTo>
                  <a:lnTo>
                    <a:pt x="123" y="260"/>
                  </a:lnTo>
                  <a:lnTo>
                    <a:pt x="145" y="260"/>
                  </a:lnTo>
                  <a:lnTo>
                    <a:pt x="157" y="258"/>
                  </a:lnTo>
                  <a:lnTo>
                    <a:pt x="160" y="257"/>
                  </a:lnTo>
                  <a:lnTo>
                    <a:pt x="160" y="257"/>
                  </a:lnTo>
                  <a:lnTo>
                    <a:pt x="160" y="239"/>
                  </a:lnTo>
                  <a:lnTo>
                    <a:pt x="159" y="193"/>
                  </a:lnTo>
                  <a:lnTo>
                    <a:pt x="157" y="162"/>
                  </a:lnTo>
                  <a:lnTo>
                    <a:pt x="152" y="125"/>
                  </a:lnTo>
                  <a:lnTo>
                    <a:pt x="145" y="86"/>
                  </a:lnTo>
                  <a:lnTo>
                    <a:pt x="134" y="46"/>
                  </a:lnTo>
                  <a:close/>
                </a:path>
              </a:pathLst>
            </a:custGeom>
            <a:solidFill>
              <a:srgbClr val="FFE9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76" name="Freeform 187"/>
            <p:cNvSpPr>
              <a:spLocks/>
            </p:cNvSpPr>
            <p:nvPr/>
          </p:nvSpPr>
          <p:spPr bwMode="auto">
            <a:xfrm>
              <a:off x="10347326" y="1116013"/>
              <a:ext cx="254000" cy="412750"/>
            </a:xfrm>
            <a:custGeom>
              <a:avLst/>
              <a:gdLst>
                <a:gd name="T0" fmla="*/ 134 w 160"/>
                <a:gd name="T1" fmla="*/ 46 h 260"/>
                <a:gd name="T2" fmla="*/ 134 w 160"/>
                <a:gd name="T3" fmla="*/ 46 h 260"/>
                <a:gd name="T4" fmla="*/ 97 w 160"/>
                <a:gd name="T5" fmla="*/ 23 h 260"/>
                <a:gd name="T6" fmla="*/ 65 w 160"/>
                <a:gd name="T7" fmla="*/ 7 h 260"/>
                <a:gd name="T8" fmla="*/ 53 w 160"/>
                <a:gd name="T9" fmla="*/ 2 h 260"/>
                <a:gd name="T10" fmla="*/ 43 w 160"/>
                <a:gd name="T11" fmla="*/ 0 h 260"/>
                <a:gd name="T12" fmla="*/ 43 w 160"/>
                <a:gd name="T13" fmla="*/ 0 h 260"/>
                <a:gd name="T14" fmla="*/ 39 w 160"/>
                <a:gd name="T15" fmla="*/ 2 h 260"/>
                <a:gd name="T16" fmla="*/ 36 w 160"/>
                <a:gd name="T17" fmla="*/ 4 h 260"/>
                <a:gd name="T18" fmla="*/ 27 w 160"/>
                <a:gd name="T19" fmla="*/ 11 h 260"/>
                <a:gd name="T20" fmla="*/ 20 w 160"/>
                <a:gd name="T21" fmla="*/ 21 h 260"/>
                <a:gd name="T22" fmla="*/ 13 w 160"/>
                <a:gd name="T23" fmla="*/ 33 h 260"/>
                <a:gd name="T24" fmla="*/ 7 w 160"/>
                <a:gd name="T25" fmla="*/ 46 h 260"/>
                <a:gd name="T26" fmla="*/ 2 w 160"/>
                <a:gd name="T27" fmla="*/ 58 h 260"/>
                <a:gd name="T28" fmla="*/ 0 w 160"/>
                <a:gd name="T29" fmla="*/ 69 h 260"/>
                <a:gd name="T30" fmla="*/ 2 w 160"/>
                <a:gd name="T31" fmla="*/ 76 h 260"/>
                <a:gd name="T32" fmla="*/ 2 w 160"/>
                <a:gd name="T33" fmla="*/ 76 h 260"/>
                <a:gd name="T34" fmla="*/ 7 w 160"/>
                <a:gd name="T35" fmla="*/ 86 h 260"/>
                <a:gd name="T36" fmla="*/ 13 w 160"/>
                <a:gd name="T37" fmla="*/ 91 h 260"/>
                <a:gd name="T38" fmla="*/ 20 w 160"/>
                <a:gd name="T39" fmla="*/ 97 h 260"/>
                <a:gd name="T40" fmla="*/ 20 w 160"/>
                <a:gd name="T41" fmla="*/ 97 h 260"/>
                <a:gd name="T42" fmla="*/ 13 w 160"/>
                <a:gd name="T43" fmla="*/ 114 h 260"/>
                <a:gd name="T44" fmla="*/ 9 w 160"/>
                <a:gd name="T45" fmla="*/ 127 h 260"/>
                <a:gd name="T46" fmla="*/ 9 w 160"/>
                <a:gd name="T47" fmla="*/ 132 h 260"/>
                <a:gd name="T48" fmla="*/ 11 w 160"/>
                <a:gd name="T49" fmla="*/ 137 h 260"/>
                <a:gd name="T50" fmla="*/ 11 w 160"/>
                <a:gd name="T51" fmla="*/ 137 h 260"/>
                <a:gd name="T52" fmla="*/ 18 w 160"/>
                <a:gd name="T53" fmla="*/ 144 h 260"/>
                <a:gd name="T54" fmla="*/ 27 w 160"/>
                <a:gd name="T55" fmla="*/ 149 h 260"/>
                <a:gd name="T56" fmla="*/ 37 w 160"/>
                <a:gd name="T57" fmla="*/ 155 h 260"/>
                <a:gd name="T58" fmla="*/ 37 w 160"/>
                <a:gd name="T59" fmla="*/ 155 h 260"/>
                <a:gd name="T60" fmla="*/ 34 w 160"/>
                <a:gd name="T61" fmla="*/ 162 h 260"/>
                <a:gd name="T62" fmla="*/ 32 w 160"/>
                <a:gd name="T63" fmla="*/ 178 h 260"/>
                <a:gd name="T64" fmla="*/ 32 w 160"/>
                <a:gd name="T65" fmla="*/ 186 h 260"/>
                <a:gd name="T66" fmla="*/ 34 w 160"/>
                <a:gd name="T67" fmla="*/ 195 h 260"/>
                <a:gd name="T68" fmla="*/ 39 w 160"/>
                <a:gd name="T69" fmla="*/ 200 h 260"/>
                <a:gd name="T70" fmla="*/ 44 w 160"/>
                <a:gd name="T71" fmla="*/ 204 h 260"/>
                <a:gd name="T72" fmla="*/ 50 w 160"/>
                <a:gd name="T73" fmla="*/ 206 h 260"/>
                <a:gd name="T74" fmla="*/ 50 w 160"/>
                <a:gd name="T75" fmla="*/ 206 h 260"/>
                <a:gd name="T76" fmla="*/ 50 w 160"/>
                <a:gd name="T77" fmla="*/ 213 h 260"/>
                <a:gd name="T78" fmla="*/ 51 w 160"/>
                <a:gd name="T79" fmla="*/ 220 h 260"/>
                <a:gd name="T80" fmla="*/ 55 w 160"/>
                <a:gd name="T81" fmla="*/ 228 h 260"/>
                <a:gd name="T82" fmla="*/ 60 w 160"/>
                <a:gd name="T83" fmla="*/ 237 h 260"/>
                <a:gd name="T84" fmla="*/ 69 w 160"/>
                <a:gd name="T85" fmla="*/ 246 h 260"/>
                <a:gd name="T86" fmla="*/ 79 w 160"/>
                <a:gd name="T87" fmla="*/ 253 h 260"/>
                <a:gd name="T88" fmla="*/ 87 w 160"/>
                <a:gd name="T89" fmla="*/ 255 h 260"/>
                <a:gd name="T90" fmla="*/ 95 w 160"/>
                <a:gd name="T91" fmla="*/ 257 h 260"/>
                <a:gd name="T92" fmla="*/ 95 w 160"/>
                <a:gd name="T93" fmla="*/ 257 h 260"/>
                <a:gd name="T94" fmla="*/ 123 w 160"/>
                <a:gd name="T95" fmla="*/ 260 h 260"/>
                <a:gd name="T96" fmla="*/ 145 w 160"/>
                <a:gd name="T97" fmla="*/ 260 h 260"/>
                <a:gd name="T98" fmla="*/ 157 w 160"/>
                <a:gd name="T99" fmla="*/ 258 h 260"/>
                <a:gd name="T100" fmla="*/ 160 w 160"/>
                <a:gd name="T101" fmla="*/ 257 h 260"/>
                <a:gd name="T102" fmla="*/ 160 w 160"/>
                <a:gd name="T103" fmla="*/ 257 h 260"/>
                <a:gd name="T104" fmla="*/ 160 w 160"/>
                <a:gd name="T105" fmla="*/ 239 h 260"/>
                <a:gd name="T106" fmla="*/ 159 w 160"/>
                <a:gd name="T107" fmla="*/ 193 h 260"/>
                <a:gd name="T108" fmla="*/ 157 w 160"/>
                <a:gd name="T109" fmla="*/ 162 h 260"/>
                <a:gd name="T110" fmla="*/ 152 w 160"/>
                <a:gd name="T111" fmla="*/ 125 h 260"/>
                <a:gd name="T112" fmla="*/ 145 w 160"/>
                <a:gd name="T113" fmla="*/ 86 h 260"/>
                <a:gd name="T114" fmla="*/ 134 w 160"/>
                <a:gd name="T115" fmla="*/ 4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 h="260">
                  <a:moveTo>
                    <a:pt x="134" y="46"/>
                  </a:moveTo>
                  <a:lnTo>
                    <a:pt x="134" y="46"/>
                  </a:lnTo>
                  <a:lnTo>
                    <a:pt x="97" y="23"/>
                  </a:lnTo>
                  <a:lnTo>
                    <a:pt x="65" y="7"/>
                  </a:lnTo>
                  <a:lnTo>
                    <a:pt x="53" y="2"/>
                  </a:lnTo>
                  <a:lnTo>
                    <a:pt x="43" y="0"/>
                  </a:lnTo>
                  <a:lnTo>
                    <a:pt x="43" y="0"/>
                  </a:lnTo>
                  <a:lnTo>
                    <a:pt x="39" y="2"/>
                  </a:lnTo>
                  <a:lnTo>
                    <a:pt x="36" y="4"/>
                  </a:lnTo>
                  <a:lnTo>
                    <a:pt x="27" y="11"/>
                  </a:lnTo>
                  <a:lnTo>
                    <a:pt x="20" y="21"/>
                  </a:lnTo>
                  <a:lnTo>
                    <a:pt x="13" y="33"/>
                  </a:lnTo>
                  <a:lnTo>
                    <a:pt x="7" y="46"/>
                  </a:lnTo>
                  <a:lnTo>
                    <a:pt x="2" y="58"/>
                  </a:lnTo>
                  <a:lnTo>
                    <a:pt x="0" y="69"/>
                  </a:lnTo>
                  <a:lnTo>
                    <a:pt x="2" y="76"/>
                  </a:lnTo>
                  <a:lnTo>
                    <a:pt x="2" y="76"/>
                  </a:lnTo>
                  <a:lnTo>
                    <a:pt x="7" y="86"/>
                  </a:lnTo>
                  <a:lnTo>
                    <a:pt x="13" y="91"/>
                  </a:lnTo>
                  <a:lnTo>
                    <a:pt x="20" y="97"/>
                  </a:lnTo>
                  <a:lnTo>
                    <a:pt x="20" y="97"/>
                  </a:lnTo>
                  <a:lnTo>
                    <a:pt x="13" y="114"/>
                  </a:lnTo>
                  <a:lnTo>
                    <a:pt x="9" y="127"/>
                  </a:lnTo>
                  <a:lnTo>
                    <a:pt x="9" y="132"/>
                  </a:lnTo>
                  <a:lnTo>
                    <a:pt x="11" y="137"/>
                  </a:lnTo>
                  <a:lnTo>
                    <a:pt x="11" y="137"/>
                  </a:lnTo>
                  <a:lnTo>
                    <a:pt x="18" y="144"/>
                  </a:lnTo>
                  <a:lnTo>
                    <a:pt x="27" y="149"/>
                  </a:lnTo>
                  <a:lnTo>
                    <a:pt x="37" y="155"/>
                  </a:lnTo>
                  <a:lnTo>
                    <a:pt x="37" y="155"/>
                  </a:lnTo>
                  <a:lnTo>
                    <a:pt x="34" y="162"/>
                  </a:lnTo>
                  <a:lnTo>
                    <a:pt x="32" y="178"/>
                  </a:lnTo>
                  <a:lnTo>
                    <a:pt x="32" y="186"/>
                  </a:lnTo>
                  <a:lnTo>
                    <a:pt x="34" y="195"/>
                  </a:lnTo>
                  <a:lnTo>
                    <a:pt x="39" y="200"/>
                  </a:lnTo>
                  <a:lnTo>
                    <a:pt x="44" y="204"/>
                  </a:lnTo>
                  <a:lnTo>
                    <a:pt x="50" y="206"/>
                  </a:lnTo>
                  <a:lnTo>
                    <a:pt x="50" y="206"/>
                  </a:lnTo>
                  <a:lnTo>
                    <a:pt x="50" y="213"/>
                  </a:lnTo>
                  <a:lnTo>
                    <a:pt x="51" y="220"/>
                  </a:lnTo>
                  <a:lnTo>
                    <a:pt x="55" y="228"/>
                  </a:lnTo>
                  <a:lnTo>
                    <a:pt x="60" y="237"/>
                  </a:lnTo>
                  <a:lnTo>
                    <a:pt x="69" y="246"/>
                  </a:lnTo>
                  <a:lnTo>
                    <a:pt x="79" y="253"/>
                  </a:lnTo>
                  <a:lnTo>
                    <a:pt x="87" y="255"/>
                  </a:lnTo>
                  <a:lnTo>
                    <a:pt x="95" y="257"/>
                  </a:lnTo>
                  <a:lnTo>
                    <a:pt x="95" y="257"/>
                  </a:lnTo>
                  <a:lnTo>
                    <a:pt x="123" y="260"/>
                  </a:lnTo>
                  <a:lnTo>
                    <a:pt x="145" y="260"/>
                  </a:lnTo>
                  <a:lnTo>
                    <a:pt x="157" y="258"/>
                  </a:lnTo>
                  <a:lnTo>
                    <a:pt x="160" y="257"/>
                  </a:lnTo>
                  <a:lnTo>
                    <a:pt x="160" y="257"/>
                  </a:lnTo>
                  <a:lnTo>
                    <a:pt x="160" y="239"/>
                  </a:lnTo>
                  <a:lnTo>
                    <a:pt x="159" y="193"/>
                  </a:lnTo>
                  <a:lnTo>
                    <a:pt x="157" y="162"/>
                  </a:lnTo>
                  <a:lnTo>
                    <a:pt x="152" y="125"/>
                  </a:lnTo>
                  <a:lnTo>
                    <a:pt x="145" y="86"/>
                  </a:lnTo>
                  <a:lnTo>
                    <a:pt x="134"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77" name="Freeform 188"/>
            <p:cNvSpPr>
              <a:spLocks/>
            </p:cNvSpPr>
            <p:nvPr/>
          </p:nvSpPr>
          <p:spPr bwMode="auto">
            <a:xfrm>
              <a:off x="10347326" y="1182688"/>
              <a:ext cx="234950" cy="346075"/>
            </a:xfrm>
            <a:custGeom>
              <a:avLst/>
              <a:gdLst>
                <a:gd name="T0" fmla="*/ 81 w 148"/>
                <a:gd name="T1" fmla="*/ 195 h 218"/>
                <a:gd name="T2" fmla="*/ 65 w 148"/>
                <a:gd name="T3" fmla="*/ 171 h 218"/>
                <a:gd name="T4" fmla="*/ 83 w 148"/>
                <a:gd name="T5" fmla="*/ 162 h 218"/>
                <a:gd name="T6" fmla="*/ 71 w 148"/>
                <a:gd name="T7" fmla="*/ 158 h 218"/>
                <a:gd name="T8" fmla="*/ 53 w 148"/>
                <a:gd name="T9" fmla="*/ 148 h 218"/>
                <a:gd name="T10" fmla="*/ 51 w 148"/>
                <a:gd name="T11" fmla="*/ 141 h 218"/>
                <a:gd name="T12" fmla="*/ 51 w 148"/>
                <a:gd name="T13" fmla="*/ 123 h 218"/>
                <a:gd name="T14" fmla="*/ 57 w 148"/>
                <a:gd name="T15" fmla="*/ 118 h 218"/>
                <a:gd name="T16" fmla="*/ 60 w 148"/>
                <a:gd name="T17" fmla="*/ 116 h 218"/>
                <a:gd name="T18" fmla="*/ 92 w 148"/>
                <a:gd name="T19" fmla="*/ 116 h 218"/>
                <a:gd name="T20" fmla="*/ 120 w 148"/>
                <a:gd name="T21" fmla="*/ 118 h 218"/>
                <a:gd name="T22" fmla="*/ 65 w 148"/>
                <a:gd name="T23" fmla="*/ 102 h 218"/>
                <a:gd name="T24" fmla="*/ 50 w 148"/>
                <a:gd name="T25" fmla="*/ 100 h 218"/>
                <a:gd name="T26" fmla="*/ 37 w 148"/>
                <a:gd name="T27" fmla="*/ 102 h 218"/>
                <a:gd name="T28" fmla="*/ 30 w 148"/>
                <a:gd name="T29" fmla="*/ 97 h 218"/>
                <a:gd name="T30" fmla="*/ 29 w 148"/>
                <a:gd name="T31" fmla="*/ 86 h 218"/>
                <a:gd name="T32" fmla="*/ 30 w 148"/>
                <a:gd name="T33" fmla="*/ 60 h 218"/>
                <a:gd name="T34" fmla="*/ 36 w 148"/>
                <a:gd name="T35" fmla="*/ 46 h 218"/>
                <a:gd name="T36" fmla="*/ 43 w 148"/>
                <a:gd name="T37" fmla="*/ 35 h 218"/>
                <a:gd name="T38" fmla="*/ 53 w 148"/>
                <a:gd name="T39" fmla="*/ 30 h 218"/>
                <a:gd name="T40" fmla="*/ 72 w 148"/>
                <a:gd name="T41" fmla="*/ 30 h 218"/>
                <a:gd name="T42" fmla="*/ 102 w 148"/>
                <a:gd name="T43" fmla="*/ 37 h 218"/>
                <a:gd name="T44" fmla="*/ 60 w 148"/>
                <a:gd name="T45" fmla="*/ 20 h 218"/>
                <a:gd name="T46" fmla="*/ 48 w 148"/>
                <a:gd name="T47" fmla="*/ 20 h 218"/>
                <a:gd name="T48" fmla="*/ 41 w 148"/>
                <a:gd name="T49" fmla="*/ 25 h 218"/>
                <a:gd name="T50" fmla="*/ 30 w 148"/>
                <a:gd name="T51" fmla="*/ 37 h 218"/>
                <a:gd name="T52" fmla="*/ 27 w 148"/>
                <a:gd name="T53" fmla="*/ 37 h 218"/>
                <a:gd name="T54" fmla="*/ 18 w 148"/>
                <a:gd name="T55" fmla="*/ 34 h 218"/>
                <a:gd name="T56" fmla="*/ 11 w 148"/>
                <a:gd name="T57" fmla="*/ 23 h 218"/>
                <a:gd name="T58" fmla="*/ 7 w 148"/>
                <a:gd name="T59" fmla="*/ 0 h 218"/>
                <a:gd name="T60" fmla="*/ 7 w 148"/>
                <a:gd name="T61" fmla="*/ 0 h 218"/>
                <a:gd name="T62" fmla="*/ 0 w 148"/>
                <a:gd name="T63" fmla="*/ 28 h 218"/>
                <a:gd name="T64" fmla="*/ 2 w 148"/>
                <a:gd name="T65" fmla="*/ 34 h 218"/>
                <a:gd name="T66" fmla="*/ 13 w 148"/>
                <a:gd name="T67" fmla="*/ 49 h 218"/>
                <a:gd name="T68" fmla="*/ 20 w 148"/>
                <a:gd name="T69" fmla="*/ 55 h 218"/>
                <a:gd name="T70" fmla="*/ 9 w 148"/>
                <a:gd name="T71" fmla="*/ 85 h 218"/>
                <a:gd name="T72" fmla="*/ 11 w 148"/>
                <a:gd name="T73" fmla="*/ 95 h 218"/>
                <a:gd name="T74" fmla="*/ 18 w 148"/>
                <a:gd name="T75" fmla="*/ 102 h 218"/>
                <a:gd name="T76" fmla="*/ 37 w 148"/>
                <a:gd name="T77" fmla="*/ 113 h 218"/>
                <a:gd name="T78" fmla="*/ 34 w 148"/>
                <a:gd name="T79" fmla="*/ 120 h 218"/>
                <a:gd name="T80" fmla="*/ 32 w 148"/>
                <a:gd name="T81" fmla="*/ 144 h 218"/>
                <a:gd name="T82" fmla="*/ 41 w 148"/>
                <a:gd name="T83" fmla="*/ 158 h 218"/>
                <a:gd name="T84" fmla="*/ 50 w 148"/>
                <a:gd name="T85" fmla="*/ 164 h 218"/>
                <a:gd name="T86" fmla="*/ 50 w 148"/>
                <a:gd name="T87" fmla="*/ 171 h 218"/>
                <a:gd name="T88" fmla="*/ 55 w 148"/>
                <a:gd name="T89" fmla="*/ 186 h 218"/>
                <a:gd name="T90" fmla="*/ 69 w 148"/>
                <a:gd name="T91" fmla="*/ 204 h 218"/>
                <a:gd name="T92" fmla="*/ 87 w 148"/>
                <a:gd name="T93" fmla="*/ 213 h 218"/>
                <a:gd name="T94" fmla="*/ 95 w 148"/>
                <a:gd name="T95" fmla="*/ 215 h 218"/>
                <a:gd name="T96" fmla="*/ 127 w 148"/>
                <a:gd name="T97" fmla="*/ 218 h 218"/>
                <a:gd name="T98" fmla="*/ 148 w 148"/>
                <a:gd name="T99" fmla="*/ 216 h 218"/>
                <a:gd name="T100" fmla="*/ 113 w 148"/>
                <a:gd name="T101" fmla="*/ 211 h 218"/>
                <a:gd name="T102" fmla="*/ 87 w 148"/>
                <a:gd name="T103" fmla="*/ 20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8" h="218">
                  <a:moveTo>
                    <a:pt x="81" y="195"/>
                  </a:moveTo>
                  <a:lnTo>
                    <a:pt x="81" y="195"/>
                  </a:lnTo>
                  <a:lnTo>
                    <a:pt x="71" y="181"/>
                  </a:lnTo>
                  <a:lnTo>
                    <a:pt x="65" y="171"/>
                  </a:lnTo>
                  <a:lnTo>
                    <a:pt x="62" y="164"/>
                  </a:lnTo>
                  <a:lnTo>
                    <a:pt x="83" y="162"/>
                  </a:lnTo>
                  <a:lnTo>
                    <a:pt x="83" y="162"/>
                  </a:lnTo>
                  <a:lnTo>
                    <a:pt x="71" y="158"/>
                  </a:lnTo>
                  <a:lnTo>
                    <a:pt x="60" y="153"/>
                  </a:lnTo>
                  <a:lnTo>
                    <a:pt x="53" y="148"/>
                  </a:lnTo>
                  <a:lnTo>
                    <a:pt x="53" y="148"/>
                  </a:lnTo>
                  <a:lnTo>
                    <a:pt x="51" y="141"/>
                  </a:lnTo>
                  <a:lnTo>
                    <a:pt x="51" y="132"/>
                  </a:lnTo>
                  <a:lnTo>
                    <a:pt x="51" y="123"/>
                  </a:lnTo>
                  <a:lnTo>
                    <a:pt x="53" y="120"/>
                  </a:lnTo>
                  <a:lnTo>
                    <a:pt x="57" y="118"/>
                  </a:lnTo>
                  <a:lnTo>
                    <a:pt x="57" y="118"/>
                  </a:lnTo>
                  <a:lnTo>
                    <a:pt x="60" y="116"/>
                  </a:lnTo>
                  <a:lnTo>
                    <a:pt x="69" y="116"/>
                  </a:lnTo>
                  <a:lnTo>
                    <a:pt x="92" y="116"/>
                  </a:lnTo>
                  <a:lnTo>
                    <a:pt x="120" y="118"/>
                  </a:lnTo>
                  <a:lnTo>
                    <a:pt x="120" y="118"/>
                  </a:lnTo>
                  <a:lnTo>
                    <a:pt x="88" y="109"/>
                  </a:lnTo>
                  <a:lnTo>
                    <a:pt x="65" y="102"/>
                  </a:lnTo>
                  <a:lnTo>
                    <a:pt x="50" y="100"/>
                  </a:lnTo>
                  <a:lnTo>
                    <a:pt x="50" y="100"/>
                  </a:lnTo>
                  <a:lnTo>
                    <a:pt x="43" y="100"/>
                  </a:lnTo>
                  <a:lnTo>
                    <a:pt x="37" y="102"/>
                  </a:lnTo>
                  <a:lnTo>
                    <a:pt x="34" y="102"/>
                  </a:lnTo>
                  <a:lnTo>
                    <a:pt x="30" y="97"/>
                  </a:lnTo>
                  <a:lnTo>
                    <a:pt x="30" y="97"/>
                  </a:lnTo>
                  <a:lnTo>
                    <a:pt x="29" y="86"/>
                  </a:lnTo>
                  <a:lnTo>
                    <a:pt x="29" y="74"/>
                  </a:lnTo>
                  <a:lnTo>
                    <a:pt x="30" y="60"/>
                  </a:lnTo>
                  <a:lnTo>
                    <a:pt x="36" y="46"/>
                  </a:lnTo>
                  <a:lnTo>
                    <a:pt x="36" y="46"/>
                  </a:lnTo>
                  <a:lnTo>
                    <a:pt x="39" y="41"/>
                  </a:lnTo>
                  <a:lnTo>
                    <a:pt x="43" y="35"/>
                  </a:lnTo>
                  <a:lnTo>
                    <a:pt x="48" y="32"/>
                  </a:lnTo>
                  <a:lnTo>
                    <a:pt x="53" y="30"/>
                  </a:lnTo>
                  <a:lnTo>
                    <a:pt x="62" y="28"/>
                  </a:lnTo>
                  <a:lnTo>
                    <a:pt x="72" y="30"/>
                  </a:lnTo>
                  <a:lnTo>
                    <a:pt x="102" y="37"/>
                  </a:lnTo>
                  <a:lnTo>
                    <a:pt x="102" y="37"/>
                  </a:lnTo>
                  <a:lnTo>
                    <a:pt x="79" y="25"/>
                  </a:lnTo>
                  <a:lnTo>
                    <a:pt x="60" y="20"/>
                  </a:lnTo>
                  <a:lnTo>
                    <a:pt x="53" y="18"/>
                  </a:lnTo>
                  <a:lnTo>
                    <a:pt x="48" y="20"/>
                  </a:lnTo>
                  <a:lnTo>
                    <a:pt x="48" y="20"/>
                  </a:lnTo>
                  <a:lnTo>
                    <a:pt x="41" y="25"/>
                  </a:lnTo>
                  <a:lnTo>
                    <a:pt x="36" y="30"/>
                  </a:lnTo>
                  <a:lnTo>
                    <a:pt x="30" y="37"/>
                  </a:lnTo>
                  <a:lnTo>
                    <a:pt x="30" y="37"/>
                  </a:lnTo>
                  <a:lnTo>
                    <a:pt x="27" y="37"/>
                  </a:lnTo>
                  <a:lnTo>
                    <a:pt x="21" y="35"/>
                  </a:lnTo>
                  <a:lnTo>
                    <a:pt x="18" y="34"/>
                  </a:lnTo>
                  <a:lnTo>
                    <a:pt x="14" y="30"/>
                  </a:lnTo>
                  <a:lnTo>
                    <a:pt x="11" y="23"/>
                  </a:lnTo>
                  <a:lnTo>
                    <a:pt x="7" y="12"/>
                  </a:lnTo>
                  <a:lnTo>
                    <a:pt x="7" y="0"/>
                  </a:lnTo>
                  <a:lnTo>
                    <a:pt x="7" y="0"/>
                  </a:lnTo>
                  <a:lnTo>
                    <a:pt x="7" y="0"/>
                  </a:lnTo>
                  <a:lnTo>
                    <a:pt x="2" y="20"/>
                  </a:lnTo>
                  <a:lnTo>
                    <a:pt x="0" y="28"/>
                  </a:lnTo>
                  <a:lnTo>
                    <a:pt x="2" y="34"/>
                  </a:lnTo>
                  <a:lnTo>
                    <a:pt x="2" y="34"/>
                  </a:lnTo>
                  <a:lnTo>
                    <a:pt x="7" y="44"/>
                  </a:lnTo>
                  <a:lnTo>
                    <a:pt x="13" y="49"/>
                  </a:lnTo>
                  <a:lnTo>
                    <a:pt x="20" y="55"/>
                  </a:lnTo>
                  <a:lnTo>
                    <a:pt x="20" y="55"/>
                  </a:lnTo>
                  <a:lnTo>
                    <a:pt x="13" y="72"/>
                  </a:lnTo>
                  <a:lnTo>
                    <a:pt x="9" y="85"/>
                  </a:lnTo>
                  <a:lnTo>
                    <a:pt x="9" y="90"/>
                  </a:lnTo>
                  <a:lnTo>
                    <a:pt x="11" y="95"/>
                  </a:lnTo>
                  <a:lnTo>
                    <a:pt x="11" y="95"/>
                  </a:lnTo>
                  <a:lnTo>
                    <a:pt x="18" y="102"/>
                  </a:lnTo>
                  <a:lnTo>
                    <a:pt x="27" y="107"/>
                  </a:lnTo>
                  <a:lnTo>
                    <a:pt x="37" y="113"/>
                  </a:lnTo>
                  <a:lnTo>
                    <a:pt x="37" y="113"/>
                  </a:lnTo>
                  <a:lnTo>
                    <a:pt x="34" y="120"/>
                  </a:lnTo>
                  <a:lnTo>
                    <a:pt x="32" y="136"/>
                  </a:lnTo>
                  <a:lnTo>
                    <a:pt x="32" y="144"/>
                  </a:lnTo>
                  <a:lnTo>
                    <a:pt x="36" y="153"/>
                  </a:lnTo>
                  <a:lnTo>
                    <a:pt x="41" y="158"/>
                  </a:lnTo>
                  <a:lnTo>
                    <a:pt x="44" y="162"/>
                  </a:lnTo>
                  <a:lnTo>
                    <a:pt x="50" y="164"/>
                  </a:lnTo>
                  <a:lnTo>
                    <a:pt x="50" y="164"/>
                  </a:lnTo>
                  <a:lnTo>
                    <a:pt x="50" y="171"/>
                  </a:lnTo>
                  <a:lnTo>
                    <a:pt x="51" y="178"/>
                  </a:lnTo>
                  <a:lnTo>
                    <a:pt x="55" y="186"/>
                  </a:lnTo>
                  <a:lnTo>
                    <a:pt x="60" y="195"/>
                  </a:lnTo>
                  <a:lnTo>
                    <a:pt x="69" y="204"/>
                  </a:lnTo>
                  <a:lnTo>
                    <a:pt x="79" y="211"/>
                  </a:lnTo>
                  <a:lnTo>
                    <a:pt x="87" y="213"/>
                  </a:lnTo>
                  <a:lnTo>
                    <a:pt x="95" y="215"/>
                  </a:lnTo>
                  <a:lnTo>
                    <a:pt x="95" y="215"/>
                  </a:lnTo>
                  <a:lnTo>
                    <a:pt x="113" y="216"/>
                  </a:lnTo>
                  <a:lnTo>
                    <a:pt x="127" y="218"/>
                  </a:lnTo>
                  <a:lnTo>
                    <a:pt x="148" y="216"/>
                  </a:lnTo>
                  <a:lnTo>
                    <a:pt x="148" y="216"/>
                  </a:lnTo>
                  <a:lnTo>
                    <a:pt x="132" y="215"/>
                  </a:lnTo>
                  <a:lnTo>
                    <a:pt x="113" y="211"/>
                  </a:lnTo>
                  <a:lnTo>
                    <a:pt x="94" y="204"/>
                  </a:lnTo>
                  <a:lnTo>
                    <a:pt x="87" y="201"/>
                  </a:lnTo>
                  <a:lnTo>
                    <a:pt x="81" y="195"/>
                  </a:lnTo>
                  <a:close/>
                </a:path>
              </a:pathLst>
            </a:custGeom>
            <a:solidFill>
              <a:srgbClr val="D8AD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78" name="Freeform 189"/>
            <p:cNvSpPr>
              <a:spLocks/>
            </p:cNvSpPr>
            <p:nvPr/>
          </p:nvSpPr>
          <p:spPr bwMode="auto">
            <a:xfrm>
              <a:off x="10347326" y="1182688"/>
              <a:ext cx="234950" cy="346075"/>
            </a:xfrm>
            <a:custGeom>
              <a:avLst/>
              <a:gdLst>
                <a:gd name="T0" fmla="*/ 81 w 148"/>
                <a:gd name="T1" fmla="*/ 195 h 218"/>
                <a:gd name="T2" fmla="*/ 65 w 148"/>
                <a:gd name="T3" fmla="*/ 171 h 218"/>
                <a:gd name="T4" fmla="*/ 83 w 148"/>
                <a:gd name="T5" fmla="*/ 162 h 218"/>
                <a:gd name="T6" fmla="*/ 71 w 148"/>
                <a:gd name="T7" fmla="*/ 158 h 218"/>
                <a:gd name="T8" fmla="*/ 53 w 148"/>
                <a:gd name="T9" fmla="*/ 148 h 218"/>
                <a:gd name="T10" fmla="*/ 51 w 148"/>
                <a:gd name="T11" fmla="*/ 141 h 218"/>
                <a:gd name="T12" fmla="*/ 51 w 148"/>
                <a:gd name="T13" fmla="*/ 123 h 218"/>
                <a:gd name="T14" fmla="*/ 57 w 148"/>
                <a:gd name="T15" fmla="*/ 118 h 218"/>
                <a:gd name="T16" fmla="*/ 60 w 148"/>
                <a:gd name="T17" fmla="*/ 116 h 218"/>
                <a:gd name="T18" fmla="*/ 92 w 148"/>
                <a:gd name="T19" fmla="*/ 116 h 218"/>
                <a:gd name="T20" fmla="*/ 120 w 148"/>
                <a:gd name="T21" fmla="*/ 118 h 218"/>
                <a:gd name="T22" fmla="*/ 65 w 148"/>
                <a:gd name="T23" fmla="*/ 102 h 218"/>
                <a:gd name="T24" fmla="*/ 50 w 148"/>
                <a:gd name="T25" fmla="*/ 100 h 218"/>
                <a:gd name="T26" fmla="*/ 37 w 148"/>
                <a:gd name="T27" fmla="*/ 102 h 218"/>
                <a:gd name="T28" fmla="*/ 30 w 148"/>
                <a:gd name="T29" fmla="*/ 97 h 218"/>
                <a:gd name="T30" fmla="*/ 29 w 148"/>
                <a:gd name="T31" fmla="*/ 86 h 218"/>
                <a:gd name="T32" fmla="*/ 30 w 148"/>
                <a:gd name="T33" fmla="*/ 60 h 218"/>
                <a:gd name="T34" fmla="*/ 36 w 148"/>
                <a:gd name="T35" fmla="*/ 46 h 218"/>
                <a:gd name="T36" fmla="*/ 43 w 148"/>
                <a:gd name="T37" fmla="*/ 35 h 218"/>
                <a:gd name="T38" fmla="*/ 53 w 148"/>
                <a:gd name="T39" fmla="*/ 30 h 218"/>
                <a:gd name="T40" fmla="*/ 72 w 148"/>
                <a:gd name="T41" fmla="*/ 30 h 218"/>
                <a:gd name="T42" fmla="*/ 102 w 148"/>
                <a:gd name="T43" fmla="*/ 37 h 218"/>
                <a:gd name="T44" fmla="*/ 60 w 148"/>
                <a:gd name="T45" fmla="*/ 20 h 218"/>
                <a:gd name="T46" fmla="*/ 48 w 148"/>
                <a:gd name="T47" fmla="*/ 20 h 218"/>
                <a:gd name="T48" fmla="*/ 41 w 148"/>
                <a:gd name="T49" fmla="*/ 25 h 218"/>
                <a:gd name="T50" fmla="*/ 30 w 148"/>
                <a:gd name="T51" fmla="*/ 37 h 218"/>
                <a:gd name="T52" fmla="*/ 27 w 148"/>
                <a:gd name="T53" fmla="*/ 37 h 218"/>
                <a:gd name="T54" fmla="*/ 18 w 148"/>
                <a:gd name="T55" fmla="*/ 34 h 218"/>
                <a:gd name="T56" fmla="*/ 11 w 148"/>
                <a:gd name="T57" fmla="*/ 23 h 218"/>
                <a:gd name="T58" fmla="*/ 7 w 148"/>
                <a:gd name="T59" fmla="*/ 0 h 218"/>
                <a:gd name="T60" fmla="*/ 7 w 148"/>
                <a:gd name="T61" fmla="*/ 0 h 218"/>
                <a:gd name="T62" fmla="*/ 0 w 148"/>
                <a:gd name="T63" fmla="*/ 28 h 218"/>
                <a:gd name="T64" fmla="*/ 2 w 148"/>
                <a:gd name="T65" fmla="*/ 34 h 218"/>
                <a:gd name="T66" fmla="*/ 13 w 148"/>
                <a:gd name="T67" fmla="*/ 49 h 218"/>
                <a:gd name="T68" fmla="*/ 20 w 148"/>
                <a:gd name="T69" fmla="*/ 55 h 218"/>
                <a:gd name="T70" fmla="*/ 9 w 148"/>
                <a:gd name="T71" fmla="*/ 85 h 218"/>
                <a:gd name="T72" fmla="*/ 11 w 148"/>
                <a:gd name="T73" fmla="*/ 95 h 218"/>
                <a:gd name="T74" fmla="*/ 18 w 148"/>
                <a:gd name="T75" fmla="*/ 102 h 218"/>
                <a:gd name="T76" fmla="*/ 37 w 148"/>
                <a:gd name="T77" fmla="*/ 113 h 218"/>
                <a:gd name="T78" fmla="*/ 34 w 148"/>
                <a:gd name="T79" fmla="*/ 120 h 218"/>
                <a:gd name="T80" fmla="*/ 32 w 148"/>
                <a:gd name="T81" fmla="*/ 144 h 218"/>
                <a:gd name="T82" fmla="*/ 41 w 148"/>
                <a:gd name="T83" fmla="*/ 158 h 218"/>
                <a:gd name="T84" fmla="*/ 50 w 148"/>
                <a:gd name="T85" fmla="*/ 164 h 218"/>
                <a:gd name="T86" fmla="*/ 50 w 148"/>
                <a:gd name="T87" fmla="*/ 171 h 218"/>
                <a:gd name="T88" fmla="*/ 55 w 148"/>
                <a:gd name="T89" fmla="*/ 186 h 218"/>
                <a:gd name="T90" fmla="*/ 69 w 148"/>
                <a:gd name="T91" fmla="*/ 204 h 218"/>
                <a:gd name="T92" fmla="*/ 87 w 148"/>
                <a:gd name="T93" fmla="*/ 213 h 218"/>
                <a:gd name="T94" fmla="*/ 95 w 148"/>
                <a:gd name="T95" fmla="*/ 215 h 218"/>
                <a:gd name="T96" fmla="*/ 127 w 148"/>
                <a:gd name="T97" fmla="*/ 218 h 218"/>
                <a:gd name="T98" fmla="*/ 148 w 148"/>
                <a:gd name="T99" fmla="*/ 216 h 218"/>
                <a:gd name="T100" fmla="*/ 113 w 148"/>
                <a:gd name="T101" fmla="*/ 211 h 218"/>
                <a:gd name="T102" fmla="*/ 87 w 148"/>
                <a:gd name="T103" fmla="*/ 20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8" h="218">
                  <a:moveTo>
                    <a:pt x="81" y="195"/>
                  </a:moveTo>
                  <a:lnTo>
                    <a:pt x="81" y="195"/>
                  </a:lnTo>
                  <a:lnTo>
                    <a:pt x="71" y="181"/>
                  </a:lnTo>
                  <a:lnTo>
                    <a:pt x="65" y="171"/>
                  </a:lnTo>
                  <a:lnTo>
                    <a:pt x="62" y="164"/>
                  </a:lnTo>
                  <a:lnTo>
                    <a:pt x="83" y="162"/>
                  </a:lnTo>
                  <a:lnTo>
                    <a:pt x="83" y="162"/>
                  </a:lnTo>
                  <a:lnTo>
                    <a:pt x="71" y="158"/>
                  </a:lnTo>
                  <a:lnTo>
                    <a:pt x="60" y="153"/>
                  </a:lnTo>
                  <a:lnTo>
                    <a:pt x="53" y="148"/>
                  </a:lnTo>
                  <a:lnTo>
                    <a:pt x="53" y="148"/>
                  </a:lnTo>
                  <a:lnTo>
                    <a:pt x="51" y="141"/>
                  </a:lnTo>
                  <a:lnTo>
                    <a:pt x="51" y="132"/>
                  </a:lnTo>
                  <a:lnTo>
                    <a:pt x="51" y="123"/>
                  </a:lnTo>
                  <a:lnTo>
                    <a:pt x="53" y="120"/>
                  </a:lnTo>
                  <a:lnTo>
                    <a:pt x="57" y="118"/>
                  </a:lnTo>
                  <a:lnTo>
                    <a:pt x="57" y="118"/>
                  </a:lnTo>
                  <a:lnTo>
                    <a:pt x="60" y="116"/>
                  </a:lnTo>
                  <a:lnTo>
                    <a:pt x="69" y="116"/>
                  </a:lnTo>
                  <a:lnTo>
                    <a:pt x="92" y="116"/>
                  </a:lnTo>
                  <a:lnTo>
                    <a:pt x="120" y="118"/>
                  </a:lnTo>
                  <a:lnTo>
                    <a:pt x="120" y="118"/>
                  </a:lnTo>
                  <a:lnTo>
                    <a:pt x="88" y="109"/>
                  </a:lnTo>
                  <a:lnTo>
                    <a:pt x="65" y="102"/>
                  </a:lnTo>
                  <a:lnTo>
                    <a:pt x="50" y="100"/>
                  </a:lnTo>
                  <a:lnTo>
                    <a:pt x="50" y="100"/>
                  </a:lnTo>
                  <a:lnTo>
                    <a:pt x="43" y="100"/>
                  </a:lnTo>
                  <a:lnTo>
                    <a:pt x="37" y="102"/>
                  </a:lnTo>
                  <a:lnTo>
                    <a:pt x="34" y="102"/>
                  </a:lnTo>
                  <a:lnTo>
                    <a:pt x="30" y="97"/>
                  </a:lnTo>
                  <a:lnTo>
                    <a:pt x="30" y="97"/>
                  </a:lnTo>
                  <a:lnTo>
                    <a:pt x="29" y="86"/>
                  </a:lnTo>
                  <a:lnTo>
                    <a:pt x="29" y="74"/>
                  </a:lnTo>
                  <a:lnTo>
                    <a:pt x="30" y="60"/>
                  </a:lnTo>
                  <a:lnTo>
                    <a:pt x="36" y="46"/>
                  </a:lnTo>
                  <a:lnTo>
                    <a:pt x="36" y="46"/>
                  </a:lnTo>
                  <a:lnTo>
                    <a:pt x="39" y="41"/>
                  </a:lnTo>
                  <a:lnTo>
                    <a:pt x="43" y="35"/>
                  </a:lnTo>
                  <a:lnTo>
                    <a:pt x="48" y="32"/>
                  </a:lnTo>
                  <a:lnTo>
                    <a:pt x="53" y="30"/>
                  </a:lnTo>
                  <a:lnTo>
                    <a:pt x="62" y="28"/>
                  </a:lnTo>
                  <a:lnTo>
                    <a:pt x="72" y="30"/>
                  </a:lnTo>
                  <a:lnTo>
                    <a:pt x="102" y="37"/>
                  </a:lnTo>
                  <a:lnTo>
                    <a:pt x="102" y="37"/>
                  </a:lnTo>
                  <a:lnTo>
                    <a:pt x="79" y="25"/>
                  </a:lnTo>
                  <a:lnTo>
                    <a:pt x="60" y="20"/>
                  </a:lnTo>
                  <a:lnTo>
                    <a:pt x="53" y="18"/>
                  </a:lnTo>
                  <a:lnTo>
                    <a:pt x="48" y="20"/>
                  </a:lnTo>
                  <a:lnTo>
                    <a:pt x="48" y="20"/>
                  </a:lnTo>
                  <a:lnTo>
                    <a:pt x="41" y="25"/>
                  </a:lnTo>
                  <a:lnTo>
                    <a:pt x="36" y="30"/>
                  </a:lnTo>
                  <a:lnTo>
                    <a:pt x="30" y="37"/>
                  </a:lnTo>
                  <a:lnTo>
                    <a:pt x="30" y="37"/>
                  </a:lnTo>
                  <a:lnTo>
                    <a:pt x="27" y="37"/>
                  </a:lnTo>
                  <a:lnTo>
                    <a:pt x="21" y="35"/>
                  </a:lnTo>
                  <a:lnTo>
                    <a:pt x="18" y="34"/>
                  </a:lnTo>
                  <a:lnTo>
                    <a:pt x="14" y="30"/>
                  </a:lnTo>
                  <a:lnTo>
                    <a:pt x="11" y="23"/>
                  </a:lnTo>
                  <a:lnTo>
                    <a:pt x="7" y="12"/>
                  </a:lnTo>
                  <a:lnTo>
                    <a:pt x="7" y="0"/>
                  </a:lnTo>
                  <a:lnTo>
                    <a:pt x="7" y="0"/>
                  </a:lnTo>
                  <a:lnTo>
                    <a:pt x="7" y="0"/>
                  </a:lnTo>
                  <a:lnTo>
                    <a:pt x="2" y="20"/>
                  </a:lnTo>
                  <a:lnTo>
                    <a:pt x="0" y="28"/>
                  </a:lnTo>
                  <a:lnTo>
                    <a:pt x="2" y="34"/>
                  </a:lnTo>
                  <a:lnTo>
                    <a:pt x="2" y="34"/>
                  </a:lnTo>
                  <a:lnTo>
                    <a:pt x="7" y="44"/>
                  </a:lnTo>
                  <a:lnTo>
                    <a:pt x="13" y="49"/>
                  </a:lnTo>
                  <a:lnTo>
                    <a:pt x="20" y="55"/>
                  </a:lnTo>
                  <a:lnTo>
                    <a:pt x="20" y="55"/>
                  </a:lnTo>
                  <a:lnTo>
                    <a:pt x="13" y="72"/>
                  </a:lnTo>
                  <a:lnTo>
                    <a:pt x="9" y="85"/>
                  </a:lnTo>
                  <a:lnTo>
                    <a:pt x="9" y="90"/>
                  </a:lnTo>
                  <a:lnTo>
                    <a:pt x="11" y="95"/>
                  </a:lnTo>
                  <a:lnTo>
                    <a:pt x="11" y="95"/>
                  </a:lnTo>
                  <a:lnTo>
                    <a:pt x="18" y="102"/>
                  </a:lnTo>
                  <a:lnTo>
                    <a:pt x="27" y="107"/>
                  </a:lnTo>
                  <a:lnTo>
                    <a:pt x="37" y="113"/>
                  </a:lnTo>
                  <a:lnTo>
                    <a:pt x="37" y="113"/>
                  </a:lnTo>
                  <a:lnTo>
                    <a:pt x="34" y="120"/>
                  </a:lnTo>
                  <a:lnTo>
                    <a:pt x="32" y="136"/>
                  </a:lnTo>
                  <a:lnTo>
                    <a:pt x="32" y="144"/>
                  </a:lnTo>
                  <a:lnTo>
                    <a:pt x="36" y="153"/>
                  </a:lnTo>
                  <a:lnTo>
                    <a:pt x="41" y="158"/>
                  </a:lnTo>
                  <a:lnTo>
                    <a:pt x="44" y="162"/>
                  </a:lnTo>
                  <a:lnTo>
                    <a:pt x="50" y="164"/>
                  </a:lnTo>
                  <a:lnTo>
                    <a:pt x="50" y="164"/>
                  </a:lnTo>
                  <a:lnTo>
                    <a:pt x="50" y="171"/>
                  </a:lnTo>
                  <a:lnTo>
                    <a:pt x="51" y="178"/>
                  </a:lnTo>
                  <a:lnTo>
                    <a:pt x="55" y="186"/>
                  </a:lnTo>
                  <a:lnTo>
                    <a:pt x="60" y="195"/>
                  </a:lnTo>
                  <a:lnTo>
                    <a:pt x="69" y="204"/>
                  </a:lnTo>
                  <a:lnTo>
                    <a:pt x="79" y="211"/>
                  </a:lnTo>
                  <a:lnTo>
                    <a:pt x="87" y="213"/>
                  </a:lnTo>
                  <a:lnTo>
                    <a:pt x="95" y="215"/>
                  </a:lnTo>
                  <a:lnTo>
                    <a:pt x="95" y="215"/>
                  </a:lnTo>
                  <a:lnTo>
                    <a:pt x="113" y="216"/>
                  </a:lnTo>
                  <a:lnTo>
                    <a:pt x="127" y="218"/>
                  </a:lnTo>
                  <a:lnTo>
                    <a:pt x="148" y="216"/>
                  </a:lnTo>
                  <a:lnTo>
                    <a:pt x="148" y="216"/>
                  </a:lnTo>
                  <a:lnTo>
                    <a:pt x="132" y="215"/>
                  </a:lnTo>
                  <a:lnTo>
                    <a:pt x="113" y="211"/>
                  </a:lnTo>
                  <a:lnTo>
                    <a:pt x="94" y="204"/>
                  </a:lnTo>
                  <a:lnTo>
                    <a:pt x="87" y="201"/>
                  </a:lnTo>
                  <a:lnTo>
                    <a:pt x="81" y="19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79" name="Freeform 190"/>
            <p:cNvSpPr>
              <a:spLocks/>
            </p:cNvSpPr>
            <p:nvPr/>
          </p:nvSpPr>
          <p:spPr bwMode="auto">
            <a:xfrm>
              <a:off x="10406063" y="1570038"/>
              <a:ext cx="220663" cy="238125"/>
            </a:xfrm>
            <a:custGeom>
              <a:avLst/>
              <a:gdLst>
                <a:gd name="T0" fmla="*/ 0 w 139"/>
                <a:gd name="T1" fmla="*/ 25 h 150"/>
                <a:gd name="T2" fmla="*/ 0 w 139"/>
                <a:gd name="T3" fmla="*/ 25 h 150"/>
                <a:gd name="T4" fmla="*/ 4 w 139"/>
                <a:gd name="T5" fmla="*/ 27 h 150"/>
                <a:gd name="T6" fmla="*/ 14 w 139"/>
                <a:gd name="T7" fmla="*/ 29 h 150"/>
                <a:gd name="T8" fmla="*/ 32 w 139"/>
                <a:gd name="T9" fmla="*/ 30 h 150"/>
                <a:gd name="T10" fmla="*/ 44 w 139"/>
                <a:gd name="T11" fmla="*/ 30 h 150"/>
                <a:gd name="T12" fmla="*/ 58 w 139"/>
                <a:gd name="T13" fmla="*/ 30 h 150"/>
                <a:gd name="T14" fmla="*/ 58 w 139"/>
                <a:gd name="T15" fmla="*/ 30 h 150"/>
                <a:gd name="T16" fmla="*/ 72 w 139"/>
                <a:gd name="T17" fmla="*/ 27 h 150"/>
                <a:gd name="T18" fmla="*/ 86 w 139"/>
                <a:gd name="T19" fmla="*/ 23 h 150"/>
                <a:gd name="T20" fmla="*/ 97 w 139"/>
                <a:gd name="T21" fmla="*/ 18 h 150"/>
                <a:gd name="T22" fmla="*/ 106 w 139"/>
                <a:gd name="T23" fmla="*/ 13 h 150"/>
                <a:gd name="T24" fmla="*/ 120 w 139"/>
                <a:gd name="T25" fmla="*/ 4 h 150"/>
                <a:gd name="T26" fmla="*/ 123 w 139"/>
                <a:gd name="T27" fmla="*/ 0 h 150"/>
                <a:gd name="T28" fmla="*/ 139 w 139"/>
                <a:gd name="T29" fmla="*/ 94 h 150"/>
                <a:gd name="T30" fmla="*/ 139 w 139"/>
                <a:gd name="T31" fmla="*/ 94 h 150"/>
                <a:gd name="T32" fmla="*/ 132 w 139"/>
                <a:gd name="T33" fmla="*/ 104 h 150"/>
                <a:gd name="T34" fmla="*/ 122 w 139"/>
                <a:gd name="T35" fmla="*/ 113 h 150"/>
                <a:gd name="T36" fmla="*/ 111 w 139"/>
                <a:gd name="T37" fmla="*/ 125 h 150"/>
                <a:gd name="T38" fmla="*/ 97 w 139"/>
                <a:gd name="T39" fmla="*/ 136 h 150"/>
                <a:gd name="T40" fmla="*/ 83 w 139"/>
                <a:gd name="T41" fmla="*/ 145 h 150"/>
                <a:gd name="T42" fmla="*/ 76 w 139"/>
                <a:gd name="T43" fmla="*/ 146 h 150"/>
                <a:gd name="T44" fmla="*/ 69 w 139"/>
                <a:gd name="T45" fmla="*/ 148 h 150"/>
                <a:gd name="T46" fmla="*/ 62 w 139"/>
                <a:gd name="T47" fmla="*/ 150 h 150"/>
                <a:gd name="T48" fmla="*/ 55 w 139"/>
                <a:gd name="T49" fmla="*/ 148 h 150"/>
                <a:gd name="T50" fmla="*/ 55 w 139"/>
                <a:gd name="T51" fmla="*/ 148 h 150"/>
                <a:gd name="T52" fmla="*/ 42 w 139"/>
                <a:gd name="T53" fmla="*/ 145 h 150"/>
                <a:gd name="T54" fmla="*/ 30 w 139"/>
                <a:gd name="T55" fmla="*/ 139 h 150"/>
                <a:gd name="T56" fmla="*/ 21 w 139"/>
                <a:gd name="T57" fmla="*/ 132 h 150"/>
                <a:gd name="T58" fmla="*/ 14 w 139"/>
                <a:gd name="T59" fmla="*/ 125 h 150"/>
                <a:gd name="T60" fmla="*/ 4 w 139"/>
                <a:gd name="T61" fmla="*/ 115 h 150"/>
                <a:gd name="T62" fmla="*/ 0 w 139"/>
                <a:gd name="T63" fmla="*/ 109 h 150"/>
                <a:gd name="T64" fmla="*/ 0 w 139"/>
                <a:gd name="T65" fmla="*/ 2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50">
                  <a:moveTo>
                    <a:pt x="0" y="25"/>
                  </a:moveTo>
                  <a:lnTo>
                    <a:pt x="0" y="25"/>
                  </a:lnTo>
                  <a:lnTo>
                    <a:pt x="4" y="27"/>
                  </a:lnTo>
                  <a:lnTo>
                    <a:pt x="14" y="29"/>
                  </a:lnTo>
                  <a:lnTo>
                    <a:pt x="32" y="30"/>
                  </a:lnTo>
                  <a:lnTo>
                    <a:pt x="44" y="30"/>
                  </a:lnTo>
                  <a:lnTo>
                    <a:pt x="58" y="30"/>
                  </a:lnTo>
                  <a:lnTo>
                    <a:pt x="58" y="30"/>
                  </a:lnTo>
                  <a:lnTo>
                    <a:pt x="72" y="27"/>
                  </a:lnTo>
                  <a:lnTo>
                    <a:pt x="86" y="23"/>
                  </a:lnTo>
                  <a:lnTo>
                    <a:pt x="97" y="18"/>
                  </a:lnTo>
                  <a:lnTo>
                    <a:pt x="106" y="13"/>
                  </a:lnTo>
                  <a:lnTo>
                    <a:pt x="120" y="4"/>
                  </a:lnTo>
                  <a:lnTo>
                    <a:pt x="123" y="0"/>
                  </a:lnTo>
                  <a:lnTo>
                    <a:pt x="139" y="94"/>
                  </a:lnTo>
                  <a:lnTo>
                    <a:pt x="139" y="94"/>
                  </a:lnTo>
                  <a:lnTo>
                    <a:pt x="132" y="104"/>
                  </a:lnTo>
                  <a:lnTo>
                    <a:pt x="122" y="113"/>
                  </a:lnTo>
                  <a:lnTo>
                    <a:pt x="111" y="125"/>
                  </a:lnTo>
                  <a:lnTo>
                    <a:pt x="97" y="136"/>
                  </a:lnTo>
                  <a:lnTo>
                    <a:pt x="83" y="145"/>
                  </a:lnTo>
                  <a:lnTo>
                    <a:pt x="76" y="146"/>
                  </a:lnTo>
                  <a:lnTo>
                    <a:pt x="69" y="148"/>
                  </a:lnTo>
                  <a:lnTo>
                    <a:pt x="62" y="150"/>
                  </a:lnTo>
                  <a:lnTo>
                    <a:pt x="55" y="148"/>
                  </a:lnTo>
                  <a:lnTo>
                    <a:pt x="55" y="148"/>
                  </a:lnTo>
                  <a:lnTo>
                    <a:pt x="42" y="145"/>
                  </a:lnTo>
                  <a:lnTo>
                    <a:pt x="30" y="139"/>
                  </a:lnTo>
                  <a:lnTo>
                    <a:pt x="21" y="132"/>
                  </a:lnTo>
                  <a:lnTo>
                    <a:pt x="14" y="125"/>
                  </a:lnTo>
                  <a:lnTo>
                    <a:pt x="4" y="115"/>
                  </a:lnTo>
                  <a:lnTo>
                    <a:pt x="0" y="109"/>
                  </a:lnTo>
                  <a:lnTo>
                    <a:pt x="0" y="25"/>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80" name="Freeform 191"/>
            <p:cNvSpPr>
              <a:spLocks/>
            </p:cNvSpPr>
            <p:nvPr/>
          </p:nvSpPr>
          <p:spPr bwMode="auto">
            <a:xfrm>
              <a:off x="10085388" y="1671638"/>
              <a:ext cx="669925" cy="1023938"/>
            </a:xfrm>
            <a:custGeom>
              <a:avLst/>
              <a:gdLst>
                <a:gd name="T0" fmla="*/ 5 w 422"/>
                <a:gd name="T1" fmla="*/ 378 h 645"/>
                <a:gd name="T2" fmla="*/ 176 w 422"/>
                <a:gd name="T3" fmla="*/ 416 h 645"/>
                <a:gd name="T4" fmla="*/ 194 w 422"/>
                <a:gd name="T5" fmla="*/ 19 h 645"/>
                <a:gd name="T6" fmla="*/ 194 w 422"/>
                <a:gd name="T7" fmla="*/ 19 h 645"/>
                <a:gd name="T8" fmla="*/ 195 w 422"/>
                <a:gd name="T9" fmla="*/ 23 h 645"/>
                <a:gd name="T10" fmla="*/ 204 w 422"/>
                <a:gd name="T11" fmla="*/ 28 h 645"/>
                <a:gd name="T12" fmla="*/ 218 w 422"/>
                <a:gd name="T13" fmla="*/ 37 h 645"/>
                <a:gd name="T14" fmla="*/ 227 w 422"/>
                <a:gd name="T15" fmla="*/ 40 h 645"/>
                <a:gd name="T16" fmla="*/ 236 w 422"/>
                <a:gd name="T17" fmla="*/ 44 h 645"/>
                <a:gd name="T18" fmla="*/ 246 w 422"/>
                <a:gd name="T19" fmla="*/ 45 h 645"/>
                <a:gd name="T20" fmla="*/ 259 w 422"/>
                <a:gd name="T21" fmla="*/ 45 h 645"/>
                <a:gd name="T22" fmla="*/ 271 w 422"/>
                <a:gd name="T23" fmla="*/ 44 h 645"/>
                <a:gd name="T24" fmla="*/ 283 w 422"/>
                <a:gd name="T25" fmla="*/ 40 h 645"/>
                <a:gd name="T26" fmla="*/ 297 w 422"/>
                <a:gd name="T27" fmla="*/ 35 h 645"/>
                <a:gd name="T28" fmla="*/ 313 w 422"/>
                <a:gd name="T29" fmla="*/ 26 h 645"/>
                <a:gd name="T30" fmla="*/ 327 w 422"/>
                <a:gd name="T31" fmla="*/ 16 h 645"/>
                <a:gd name="T32" fmla="*/ 343 w 422"/>
                <a:gd name="T33" fmla="*/ 0 h 645"/>
                <a:gd name="T34" fmla="*/ 422 w 422"/>
                <a:gd name="T35" fmla="*/ 589 h 645"/>
                <a:gd name="T36" fmla="*/ 422 w 422"/>
                <a:gd name="T37" fmla="*/ 589 h 645"/>
                <a:gd name="T38" fmla="*/ 418 w 422"/>
                <a:gd name="T39" fmla="*/ 597 h 645"/>
                <a:gd name="T40" fmla="*/ 411 w 422"/>
                <a:gd name="T41" fmla="*/ 606 h 645"/>
                <a:gd name="T42" fmla="*/ 401 w 422"/>
                <a:gd name="T43" fmla="*/ 617 h 645"/>
                <a:gd name="T44" fmla="*/ 387 w 422"/>
                <a:gd name="T45" fmla="*/ 627 h 645"/>
                <a:gd name="T46" fmla="*/ 369 w 422"/>
                <a:gd name="T47" fmla="*/ 636 h 645"/>
                <a:gd name="T48" fmla="*/ 359 w 422"/>
                <a:gd name="T49" fmla="*/ 639 h 645"/>
                <a:gd name="T50" fmla="*/ 346 w 422"/>
                <a:gd name="T51" fmla="*/ 643 h 645"/>
                <a:gd name="T52" fmla="*/ 334 w 422"/>
                <a:gd name="T53" fmla="*/ 645 h 645"/>
                <a:gd name="T54" fmla="*/ 320 w 422"/>
                <a:gd name="T55" fmla="*/ 645 h 645"/>
                <a:gd name="T56" fmla="*/ 320 w 422"/>
                <a:gd name="T57" fmla="*/ 645 h 645"/>
                <a:gd name="T58" fmla="*/ 246 w 422"/>
                <a:gd name="T59" fmla="*/ 645 h 645"/>
                <a:gd name="T60" fmla="*/ 160 w 422"/>
                <a:gd name="T61" fmla="*/ 641 h 645"/>
                <a:gd name="T62" fmla="*/ 60 w 422"/>
                <a:gd name="T63" fmla="*/ 636 h 645"/>
                <a:gd name="T64" fmla="*/ 60 w 422"/>
                <a:gd name="T65" fmla="*/ 636 h 645"/>
                <a:gd name="T66" fmla="*/ 48 w 422"/>
                <a:gd name="T67" fmla="*/ 617 h 645"/>
                <a:gd name="T68" fmla="*/ 35 w 422"/>
                <a:gd name="T69" fmla="*/ 594 h 645"/>
                <a:gd name="T70" fmla="*/ 23 w 422"/>
                <a:gd name="T71" fmla="*/ 562 h 645"/>
                <a:gd name="T72" fmla="*/ 16 w 422"/>
                <a:gd name="T73" fmla="*/ 545 h 645"/>
                <a:gd name="T74" fmla="*/ 11 w 422"/>
                <a:gd name="T75" fmla="*/ 525 h 645"/>
                <a:gd name="T76" fmla="*/ 5 w 422"/>
                <a:gd name="T77" fmla="*/ 504 h 645"/>
                <a:gd name="T78" fmla="*/ 2 w 422"/>
                <a:gd name="T79" fmla="*/ 481 h 645"/>
                <a:gd name="T80" fmla="*/ 0 w 422"/>
                <a:gd name="T81" fmla="*/ 457 h 645"/>
                <a:gd name="T82" fmla="*/ 0 w 422"/>
                <a:gd name="T83" fmla="*/ 432 h 645"/>
                <a:gd name="T84" fmla="*/ 2 w 422"/>
                <a:gd name="T85" fmla="*/ 406 h 645"/>
                <a:gd name="T86" fmla="*/ 5 w 422"/>
                <a:gd name="T87" fmla="*/ 378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2" h="645">
                  <a:moveTo>
                    <a:pt x="5" y="378"/>
                  </a:moveTo>
                  <a:lnTo>
                    <a:pt x="176" y="416"/>
                  </a:lnTo>
                  <a:lnTo>
                    <a:pt x="194" y="19"/>
                  </a:lnTo>
                  <a:lnTo>
                    <a:pt x="194" y="19"/>
                  </a:lnTo>
                  <a:lnTo>
                    <a:pt x="195" y="23"/>
                  </a:lnTo>
                  <a:lnTo>
                    <a:pt x="204" y="28"/>
                  </a:lnTo>
                  <a:lnTo>
                    <a:pt x="218" y="37"/>
                  </a:lnTo>
                  <a:lnTo>
                    <a:pt x="227" y="40"/>
                  </a:lnTo>
                  <a:lnTo>
                    <a:pt x="236" y="44"/>
                  </a:lnTo>
                  <a:lnTo>
                    <a:pt x="246" y="45"/>
                  </a:lnTo>
                  <a:lnTo>
                    <a:pt x="259" y="45"/>
                  </a:lnTo>
                  <a:lnTo>
                    <a:pt x="271" y="44"/>
                  </a:lnTo>
                  <a:lnTo>
                    <a:pt x="283" y="40"/>
                  </a:lnTo>
                  <a:lnTo>
                    <a:pt x="297" y="35"/>
                  </a:lnTo>
                  <a:lnTo>
                    <a:pt x="313" y="26"/>
                  </a:lnTo>
                  <a:lnTo>
                    <a:pt x="327" y="16"/>
                  </a:lnTo>
                  <a:lnTo>
                    <a:pt x="343" y="0"/>
                  </a:lnTo>
                  <a:lnTo>
                    <a:pt x="422" y="589"/>
                  </a:lnTo>
                  <a:lnTo>
                    <a:pt x="422" y="589"/>
                  </a:lnTo>
                  <a:lnTo>
                    <a:pt x="418" y="597"/>
                  </a:lnTo>
                  <a:lnTo>
                    <a:pt x="411" y="606"/>
                  </a:lnTo>
                  <a:lnTo>
                    <a:pt x="401" y="617"/>
                  </a:lnTo>
                  <a:lnTo>
                    <a:pt x="387" y="627"/>
                  </a:lnTo>
                  <a:lnTo>
                    <a:pt x="369" y="636"/>
                  </a:lnTo>
                  <a:lnTo>
                    <a:pt x="359" y="639"/>
                  </a:lnTo>
                  <a:lnTo>
                    <a:pt x="346" y="643"/>
                  </a:lnTo>
                  <a:lnTo>
                    <a:pt x="334" y="645"/>
                  </a:lnTo>
                  <a:lnTo>
                    <a:pt x="320" y="645"/>
                  </a:lnTo>
                  <a:lnTo>
                    <a:pt x="320" y="645"/>
                  </a:lnTo>
                  <a:lnTo>
                    <a:pt x="246" y="645"/>
                  </a:lnTo>
                  <a:lnTo>
                    <a:pt x="160" y="641"/>
                  </a:lnTo>
                  <a:lnTo>
                    <a:pt x="60" y="636"/>
                  </a:lnTo>
                  <a:lnTo>
                    <a:pt x="60" y="636"/>
                  </a:lnTo>
                  <a:lnTo>
                    <a:pt x="48" y="617"/>
                  </a:lnTo>
                  <a:lnTo>
                    <a:pt x="35" y="594"/>
                  </a:lnTo>
                  <a:lnTo>
                    <a:pt x="23" y="562"/>
                  </a:lnTo>
                  <a:lnTo>
                    <a:pt x="16" y="545"/>
                  </a:lnTo>
                  <a:lnTo>
                    <a:pt x="11" y="525"/>
                  </a:lnTo>
                  <a:lnTo>
                    <a:pt x="5" y="504"/>
                  </a:lnTo>
                  <a:lnTo>
                    <a:pt x="2" y="481"/>
                  </a:lnTo>
                  <a:lnTo>
                    <a:pt x="0" y="457"/>
                  </a:lnTo>
                  <a:lnTo>
                    <a:pt x="0" y="432"/>
                  </a:lnTo>
                  <a:lnTo>
                    <a:pt x="2" y="406"/>
                  </a:lnTo>
                  <a:lnTo>
                    <a:pt x="5" y="378"/>
                  </a:lnTo>
                  <a:close/>
                </a:path>
              </a:pathLst>
            </a:custGeom>
            <a:solidFill>
              <a:srgbClr val="2D2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81" name="Freeform 192"/>
            <p:cNvSpPr>
              <a:spLocks/>
            </p:cNvSpPr>
            <p:nvPr/>
          </p:nvSpPr>
          <p:spPr bwMode="auto">
            <a:xfrm>
              <a:off x="10085388" y="1671638"/>
              <a:ext cx="669925" cy="1023938"/>
            </a:xfrm>
            <a:custGeom>
              <a:avLst/>
              <a:gdLst>
                <a:gd name="T0" fmla="*/ 5 w 422"/>
                <a:gd name="T1" fmla="*/ 378 h 645"/>
                <a:gd name="T2" fmla="*/ 176 w 422"/>
                <a:gd name="T3" fmla="*/ 416 h 645"/>
                <a:gd name="T4" fmla="*/ 194 w 422"/>
                <a:gd name="T5" fmla="*/ 19 h 645"/>
                <a:gd name="T6" fmla="*/ 194 w 422"/>
                <a:gd name="T7" fmla="*/ 19 h 645"/>
                <a:gd name="T8" fmla="*/ 195 w 422"/>
                <a:gd name="T9" fmla="*/ 23 h 645"/>
                <a:gd name="T10" fmla="*/ 204 w 422"/>
                <a:gd name="T11" fmla="*/ 28 h 645"/>
                <a:gd name="T12" fmla="*/ 218 w 422"/>
                <a:gd name="T13" fmla="*/ 37 h 645"/>
                <a:gd name="T14" fmla="*/ 227 w 422"/>
                <a:gd name="T15" fmla="*/ 40 h 645"/>
                <a:gd name="T16" fmla="*/ 236 w 422"/>
                <a:gd name="T17" fmla="*/ 44 h 645"/>
                <a:gd name="T18" fmla="*/ 246 w 422"/>
                <a:gd name="T19" fmla="*/ 45 h 645"/>
                <a:gd name="T20" fmla="*/ 259 w 422"/>
                <a:gd name="T21" fmla="*/ 45 h 645"/>
                <a:gd name="T22" fmla="*/ 271 w 422"/>
                <a:gd name="T23" fmla="*/ 44 h 645"/>
                <a:gd name="T24" fmla="*/ 283 w 422"/>
                <a:gd name="T25" fmla="*/ 40 h 645"/>
                <a:gd name="T26" fmla="*/ 297 w 422"/>
                <a:gd name="T27" fmla="*/ 35 h 645"/>
                <a:gd name="T28" fmla="*/ 313 w 422"/>
                <a:gd name="T29" fmla="*/ 26 h 645"/>
                <a:gd name="T30" fmla="*/ 327 w 422"/>
                <a:gd name="T31" fmla="*/ 16 h 645"/>
                <a:gd name="T32" fmla="*/ 343 w 422"/>
                <a:gd name="T33" fmla="*/ 0 h 645"/>
                <a:gd name="T34" fmla="*/ 422 w 422"/>
                <a:gd name="T35" fmla="*/ 589 h 645"/>
                <a:gd name="T36" fmla="*/ 422 w 422"/>
                <a:gd name="T37" fmla="*/ 589 h 645"/>
                <a:gd name="T38" fmla="*/ 418 w 422"/>
                <a:gd name="T39" fmla="*/ 597 h 645"/>
                <a:gd name="T40" fmla="*/ 411 w 422"/>
                <a:gd name="T41" fmla="*/ 606 h 645"/>
                <a:gd name="T42" fmla="*/ 401 w 422"/>
                <a:gd name="T43" fmla="*/ 617 h 645"/>
                <a:gd name="T44" fmla="*/ 387 w 422"/>
                <a:gd name="T45" fmla="*/ 627 h 645"/>
                <a:gd name="T46" fmla="*/ 369 w 422"/>
                <a:gd name="T47" fmla="*/ 636 h 645"/>
                <a:gd name="T48" fmla="*/ 359 w 422"/>
                <a:gd name="T49" fmla="*/ 639 h 645"/>
                <a:gd name="T50" fmla="*/ 346 w 422"/>
                <a:gd name="T51" fmla="*/ 643 h 645"/>
                <a:gd name="T52" fmla="*/ 334 w 422"/>
                <a:gd name="T53" fmla="*/ 645 h 645"/>
                <a:gd name="T54" fmla="*/ 320 w 422"/>
                <a:gd name="T55" fmla="*/ 645 h 645"/>
                <a:gd name="T56" fmla="*/ 320 w 422"/>
                <a:gd name="T57" fmla="*/ 645 h 645"/>
                <a:gd name="T58" fmla="*/ 246 w 422"/>
                <a:gd name="T59" fmla="*/ 645 h 645"/>
                <a:gd name="T60" fmla="*/ 160 w 422"/>
                <a:gd name="T61" fmla="*/ 641 h 645"/>
                <a:gd name="T62" fmla="*/ 60 w 422"/>
                <a:gd name="T63" fmla="*/ 636 h 645"/>
                <a:gd name="T64" fmla="*/ 60 w 422"/>
                <a:gd name="T65" fmla="*/ 636 h 645"/>
                <a:gd name="T66" fmla="*/ 48 w 422"/>
                <a:gd name="T67" fmla="*/ 617 h 645"/>
                <a:gd name="T68" fmla="*/ 35 w 422"/>
                <a:gd name="T69" fmla="*/ 594 h 645"/>
                <a:gd name="T70" fmla="*/ 23 w 422"/>
                <a:gd name="T71" fmla="*/ 562 h 645"/>
                <a:gd name="T72" fmla="*/ 16 w 422"/>
                <a:gd name="T73" fmla="*/ 545 h 645"/>
                <a:gd name="T74" fmla="*/ 11 w 422"/>
                <a:gd name="T75" fmla="*/ 525 h 645"/>
                <a:gd name="T76" fmla="*/ 5 w 422"/>
                <a:gd name="T77" fmla="*/ 504 h 645"/>
                <a:gd name="T78" fmla="*/ 2 w 422"/>
                <a:gd name="T79" fmla="*/ 481 h 645"/>
                <a:gd name="T80" fmla="*/ 0 w 422"/>
                <a:gd name="T81" fmla="*/ 457 h 645"/>
                <a:gd name="T82" fmla="*/ 0 w 422"/>
                <a:gd name="T83" fmla="*/ 432 h 645"/>
                <a:gd name="T84" fmla="*/ 2 w 422"/>
                <a:gd name="T85" fmla="*/ 406 h 645"/>
                <a:gd name="T86" fmla="*/ 5 w 422"/>
                <a:gd name="T87" fmla="*/ 378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2" h="645">
                  <a:moveTo>
                    <a:pt x="5" y="378"/>
                  </a:moveTo>
                  <a:lnTo>
                    <a:pt x="176" y="416"/>
                  </a:lnTo>
                  <a:lnTo>
                    <a:pt x="194" y="19"/>
                  </a:lnTo>
                  <a:lnTo>
                    <a:pt x="194" y="19"/>
                  </a:lnTo>
                  <a:lnTo>
                    <a:pt x="195" y="23"/>
                  </a:lnTo>
                  <a:lnTo>
                    <a:pt x="204" y="28"/>
                  </a:lnTo>
                  <a:lnTo>
                    <a:pt x="218" y="37"/>
                  </a:lnTo>
                  <a:lnTo>
                    <a:pt x="227" y="40"/>
                  </a:lnTo>
                  <a:lnTo>
                    <a:pt x="236" y="44"/>
                  </a:lnTo>
                  <a:lnTo>
                    <a:pt x="246" y="45"/>
                  </a:lnTo>
                  <a:lnTo>
                    <a:pt x="259" y="45"/>
                  </a:lnTo>
                  <a:lnTo>
                    <a:pt x="271" y="44"/>
                  </a:lnTo>
                  <a:lnTo>
                    <a:pt x="283" y="40"/>
                  </a:lnTo>
                  <a:lnTo>
                    <a:pt x="297" y="35"/>
                  </a:lnTo>
                  <a:lnTo>
                    <a:pt x="313" y="26"/>
                  </a:lnTo>
                  <a:lnTo>
                    <a:pt x="327" y="16"/>
                  </a:lnTo>
                  <a:lnTo>
                    <a:pt x="343" y="0"/>
                  </a:lnTo>
                  <a:lnTo>
                    <a:pt x="422" y="589"/>
                  </a:lnTo>
                  <a:lnTo>
                    <a:pt x="422" y="589"/>
                  </a:lnTo>
                  <a:lnTo>
                    <a:pt x="418" y="597"/>
                  </a:lnTo>
                  <a:lnTo>
                    <a:pt x="411" y="606"/>
                  </a:lnTo>
                  <a:lnTo>
                    <a:pt x="401" y="617"/>
                  </a:lnTo>
                  <a:lnTo>
                    <a:pt x="387" y="627"/>
                  </a:lnTo>
                  <a:lnTo>
                    <a:pt x="369" y="636"/>
                  </a:lnTo>
                  <a:lnTo>
                    <a:pt x="359" y="639"/>
                  </a:lnTo>
                  <a:lnTo>
                    <a:pt x="346" y="643"/>
                  </a:lnTo>
                  <a:lnTo>
                    <a:pt x="334" y="645"/>
                  </a:lnTo>
                  <a:lnTo>
                    <a:pt x="320" y="645"/>
                  </a:lnTo>
                  <a:lnTo>
                    <a:pt x="320" y="645"/>
                  </a:lnTo>
                  <a:lnTo>
                    <a:pt x="246" y="645"/>
                  </a:lnTo>
                  <a:lnTo>
                    <a:pt x="160" y="641"/>
                  </a:lnTo>
                  <a:lnTo>
                    <a:pt x="60" y="636"/>
                  </a:lnTo>
                  <a:lnTo>
                    <a:pt x="60" y="636"/>
                  </a:lnTo>
                  <a:lnTo>
                    <a:pt x="48" y="617"/>
                  </a:lnTo>
                  <a:lnTo>
                    <a:pt x="35" y="594"/>
                  </a:lnTo>
                  <a:lnTo>
                    <a:pt x="23" y="562"/>
                  </a:lnTo>
                  <a:lnTo>
                    <a:pt x="16" y="545"/>
                  </a:lnTo>
                  <a:lnTo>
                    <a:pt x="11" y="525"/>
                  </a:lnTo>
                  <a:lnTo>
                    <a:pt x="5" y="504"/>
                  </a:lnTo>
                  <a:lnTo>
                    <a:pt x="2" y="481"/>
                  </a:lnTo>
                  <a:lnTo>
                    <a:pt x="0" y="457"/>
                  </a:lnTo>
                  <a:lnTo>
                    <a:pt x="0" y="432"/>
                  </a:lnTo>
                  <a:lnTo>
                    <a:pt x="2" y="406"/>
                  </a:lnTo>
                  <a:lnTo>
                    <a:pt x="5" y="3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82" name="Freeform 193"/>
            <p:cNvSpPr>
              <a:spLocks/>
            </p:cNvSpPr>
            <p:nvPr/>
          </p:nvSpPr>
          <p:spPr bwMode="auto">
            <a:xfrm>
              <a:off x="8559801" y="3925888"/>
              <a:ext cx="211138" cy="77788"/>
            </a:xfrm>
            <a:custGeom>
              <a:avLst/>
              <a:gdLst>
                <a:gd name="T0" fmla="*/ 0 w 133"/>
                <a:gd name="T1" fmla="*/ 12 h 49"/>
                <a:gd name="T2" fmla="*/ 0 w 133"/>
                <a:gd name="T3" fmla="*/ 49 h 49"/>
                <a:gd name="T4" fmla="*/ 133 w 133"/>
                <a:gd name="T5" fmla="*/ 31 h 49"/>
                <a:gd name="T6" fmla="*/ 133 w 133"/>
                <a:gd name="T7" fmla="*/ 0 h 49"/>
                <a:gd name="T8" fmla="*/ 0 w 133"/>
                <a:gd name="T9" fmla="*/ 12 h 49"/>
              </a:gdLst>
              <a:ahLst/>
              <a:cxnLst>
                <a:cxn ang="0">
                  <a:pos x="T0" y="T1"/>
                </a:cxn>
                <a:cxn ang="0">
                  <a:pos x="T2" y="T3"/>
                </a:cxn>
                <a:cxn ang="0">
                  <a:pos x="T4" y="T5"/>
                </a:cxn>
                <a:cxn ang="0">
                  <a:pos x="T6" y="T7"/>
                </a:cxn>
                <a:cxn ang="0">
                  <a:pos x="T8" y="T9"/>
                </a:cxn>
              </a:cxnLst>
              <a:rect l="0" t="0" r="r" b="b"/>
              <a:pathLst>
                <a:path w="133" h="49">
                  <a:moveTo>
                    <a:pt x="0" y="12"/>
                  </a:moveTo>
                  <a:lnTo>
                    <a:pt x="0" y="49"/>
                  </a:lnTo>
                  <a:lnTo>
                    <a:pt x="133" y="31"/>
                  </a:lnTo>
                  <a:lnTo>
                    <a:pt x="133" y="0"/>
                  </a:lnTo>
                  <a:lnTo>
                    <a:pt x="0" y="12"/>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83" name="Freeform 194"/>
            <p:cNvSpPr>
              <a:spLocks/>
            </p:cNvSpPr>
            <p:nvPr/>
          </p:nvSpPr>
          <p:spPr bwMode="auto">
            <a:xfrm>
              <a:off x="8520113" y="2217738"/>
              <a:ext cx="493713" cy="1746250"/>
            </a:xfrm>
            <a:custGeom>
              <a:avLst/>
              <a:gdLst>
                <a:gd name="T0" fmla="*/ 259 w 311"/>
                <a:gd name="T1" fmla="*/ 0 h 1100"/>
                <a:gd name="T2" fmla="*/ 259 w 311"/>
                <a:gd name="T3" fmla="*/ 0 h 1100"/>
                <a:gd name="T4" fmla="*/ 273 w 311"/>
                <a:gd name="T5" fmla="*/ 37 h 1100"/>
                <a:gd name="T6" fmla="*/ 285 w 311"/>
                <a:gd name="T7" fmla="*/ 79 h 1100"/>
                <a:gd name="T8" fmla="*/ 297 w 311"/>
                <a:gd name="T9" fmla="*/ 134 h 1100"/>
                <a:gd name="T10" fmla="*/ 303 w 311"/>
                <a:gd name="T11" fmla="*/ 164 h 1100"/>
                <a:gd name="T12" fmla="*/ 308 w 311"/>
                <a:gd name="T13" fmla="*/ 195 h 1100"/>
                <a:gd name="T14" fmla="*/ 310 w 311"/>
                <a:gd name="T15" fmla="*/ 227 h 1100"/>
                <a:gd name="T16" fmla="*/ 311 w 311"/>
                <a:gd name="T17" fmla="*/ 260 h 1100"/>
                <a:gd name="T18" fmla="*/ 310 w 311"/>
                <a:gd name="T19" fmla="*/ 294 h 1100"/>
                <a:gd name="T20" fmla="*/ 306 w 311"/>
                <a:gd name="T21" fmla="*/ 325 h 1100"/>
                <a:gd name="T22" fmla="*/ 301 w 311"/>
                <a:gd name="T23" fmla="*/ 359 h 1100"/>
                <a:gd name="T24" fmla="*/ 290 w 311"/>
                <a:gd name="T25" fmla="*/ 390 h 1100"/>
                <a:gd name="T26" fmla="*/ 290 w 311"/>
                <a:gd name="T27" fmla="*/ 390 h 1100"/>
                <a:gd name="T28" fmla="*/ 283 w 311"/>
                <a:gd name="T29" fmla="*/ 404 h 1100"/>
                <a:gd name="T30" fmla="*/ 266 w 311"/>
                <a:gd name="T31" fmla="*/ 443 h 1100"/>
                <a:gd name="T32" fmla="*/ 253 w 311"/>
                <a:gd name="T33" fmla="*/ 473 h 1100"/>
                <a:gd name="T34" fmla="*/ 239 w 311"/>
                <a:gd name="T35" fmla="*/ 506 h 1100"/>
                <a:gd name="T36" fmla="*/ 225 w 311"/>
                <a:gd name="T37" fmla="*/ 547 h 1100"/>
                <a:gd name="T38" fmla="*/ 213 w 311"/>
                <a:gd name="T39" fmla="*/ 591 h 1100"/>
                <a:gd name="T40" fmla="*/ 199 w 311"/>
                <a:gd name="T41" fmla="*/ 640 h 1100"/>
                <a:gd name="T42" fmla="*/ 187 w 311"/>
                <a:gd name="T43" fmla="*/ 694 h 1100"/>
                <a:gd name="T44" fmla="*/ 176 w 311"/>
                <a:gd name="T45" fmla="*/ 751 h 1100"/>
                <a:gd name="T46" fmla="*/ 167 w 311"/>
                <a:gd name="T47" fmla="*/ 812 h 1100"/>
                <a:gd name="T48" fmla="*/ 162 w 311"/>
                <a:gd name="T49" fmla="*/ 877 h 1100"/>
                <a:gd name="T50" fmla="*/ 160 w 311"/>
                <a:gd name="T51" fmla="*/ 946 h 1100"/>
                <a:gd name="T52" fmla="*/ 160 w 311"/>
                <a:gd name="T53" fmla="*/ 1016 h 1100"/>
                <a:gd name="T54" fmla="*/ 164 w 311"/>
                <a:gd name="T55" fmla="*/ 1051 h 1100"/>
                <a:gd name="T56" fmla="*/ 167 w 311"/>
                <a:gd name="T57" fmla="*/ 1088 h 1100"/>
                <a:gd name="T58" fmla="*/ 7 w 311"/>
                <a:gd name="T59" fmla="*/ 1100 h 1100"/>
                <a:gd name="T60" fmla="*/ 7 w 311"/>
                <a:gd name="T61" fmla="*/ 1100 h 1100"/>
                <a:gd name="T62" fmla="*/ 4 w 311"/>
                <a:gd name="T63" fmla="*/ 1041 h 1100"/>
                <a:gd name="T64" fmla="*/ 2 w 311"/>
                <a:gd name="T65" fmla="*/ 976 h 1100"/>
                <a:gd name="T66" fmla="*/ 0 w 311"/>
                <a:gd name="T67" fmla="*/ 893 h 1100"/>
                <a:gd name="T68" fmla="*/ 2 w 311"/>
                <a:gd name="T69" fmla="*/ 802 h 1100"/>
                <a:gd name="T70" fmla="*/ 4 w 311"/>
                <a:gd name="T71" fmla="*/ 752 h 1100"/>
                <a:gd name="T72" fmla="*/ 7 w 311"/>
                <a:gd name="T73" fmla="*/ 703 h 1100"/>
                <a:gd name="T74" fmla="*/ 13 w 311"/>
                <a:gd name="T75" fmla="*/ 656 h 1100"/>
                <a:gd name="T76" fmla="*/ 18 w 311"/>
                <a:gd name="T77" fmla="*/ 608 h 1100"/>
                <a:gd name="T78" fmla="*/ 27 w 311"/>
                <a:gd name="T79" fmla="*/ 563 h 1100"/>
                <a:gd name="T80" fmla="*/ 35 w 311"/>
                <a:gd name="T81" fmla="*/ 519 h 1100"/>
                <a:gd name="T82" fmla="*/ 35 w 311"/>
                <a:gd name="T83" fmla="*/ 519 h 1100"/>
                <a:gd name="T84" fmla="*/ 48 w 311"/>
                <a:gd name="T85" fmla="*/ 477 h 1100"/>
                <a:gd name="T86" fmla="*/ 62 w 311"/>
                <a:gd name="T87" fmla="*/ 433 h 1100"/>
                <a:gd name="T88" fmla="*/ 78 w 311"/>
                <a:gd name="T89" fmla="*/ 389 h 1100"/>
                <a:gd name="T90" fmla="*/ 93 w 311"/>
                <a:gd name="T91" fmla="*/ 345 h 1100"/>
                <a:gd name="T92" fmla="*/ 130 w 311"/>
                <a:gd name="T93" fmla="*/ 257 h 1100"/>
                <a:gd name="T94" fmla="*/ 169 w 311"/>
                <a:gd name="T95" fmla="*/ 176 h 1100"/>
                <a:gd name="T96" fmla="*/ 202 w 311"/>
                <a:gd name="T97" fmla="*/ 106 h 1100"/>
                <a:gd name="T98" fmla="*/ 232 w 311"/>
                <a:gd name="T99" fmla="*/ 49 h 1100"/>
                <a:gd name="T100" fmla="*/ 259 w 311"/>
                <a:gd name="T101"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 h="1100">
                  <a:moveTo>
                    <a:pt x="259" y="0"/>
                  </a:moveTo>
                  <a:lnTo>
                    <a:pt x="259" y="0"/>
                  </a:lnTo>
                  <a:lnTo>
                    <a:pt x="273" y="37"/>
                  </a:lnTo>
                  <a:lnTo>
                    <a:pt x="285" y="79"/>
                  </a:lnTo>
                  <a:lnTo>
                    <a:pt x="297" y="134"/>
                  </a:lnTo>
                  <a:lnTo>
                    <a:pt x="303" y="164"/>
                  </a:lnTo>
                  <a:lnTo>
                    <a:pt x="308" y="195"/>
                  </a:lnTo>
                  <a:lnTo>
                    <a:pt x="310" y="227"/>
                  </a:lnTo>
                  <a:lnTo>
                    <a:pt x="311" y="260"/>
                  </a:lnTo>
                  <a:lnTo>
                    <a:pt x="310" y="294"/>
                  </a:lnTo>
                  <a:lnTo>
                    <a:pt x="306" y="325"/>
                  </a:lnTo>
                  <a:lnTo>
                    <a:pt x="301" y="359"/>
                  </a:lnTo>
                  <a:lnTo>
                    <a:pt x="290" y="390"/>
                  </a:lnTo>
                  <a:lnTo>
                    <a:pt x="290" y="390"/>
                  </a:lnTo>
                  <a:lnTo>
                    <a:pt x="283" y="404"/>
                  </a:lnTo>
                  <a:lnTo>
                    <a:pt x="266" y="443"/>
                  </a:lnTo>
                  <a:lnTo>
                    <a:pt x="253" y="473"/>
                  </a:lnTo>
                  <a:lnTo>
                    <a:pt x="239" y="506"/>
                  </a:lnTo>
                  <a:lnTo>
                    <a:pt x="225" y="547"/>
                  </a:lnTo>
                  <a:lnTo>
                    <a:pt x="213" y="591"/>
                  </a:lnTo>
                  <a:lnTo>
                    <a:pt x="199" y="640"/>
                  </a:lnTo>
                  <a:lnTo>
                    <a:pt x="187" y="694"/>
                  </a:lnTo>
                  <a:lnTo>
                    <a:pt x="176" y="751"/>
                  </a:lnTo>
                  <a:lnTo>
                    <a:pt x="167" y="812"/>
                  </a:lnTo>
                  <a:lnTo>
                    <a:pt x="162" y="877"/>
                  </a:lnTo>
                  <a:lnTo>
                    <a:pt x="160" y="946"/>
                  </a:lnTo>
                  <a:lnTo>
                    <a:pt x="160" y="1016"/>
                  </a:lnTo>
                  <a:lnTo>
                    <a:pt x="164" y="1051"/>
                  </a:lnTo>
                  <a:lnTo>
                    <a:pt x="167" y="1088"/>
                  </a:lnTo>
                  <a:lnTo>
                    <a:pt x="7" y="1100"/>
                  </a:lnTo>
                  <a:lnTo>
                    <a:pt x="7" y="1100"/>
                  </a:lnTo>
                  <a:lnTo>
                    <a:pt x="4" y="1041"/>
                  </a:lnTo>
                  <a:lnTo>
                    <a:pt x="2" y="976"/>
                  </a:lnTo>
                  <a:lnTo>
                    <a:pt x="0" y="893"/>
                  </a:lnTo>
                  <a:lnTo>
                    <a:pt x="2" y="802"/>
                  </a:lnTo>
                  <a:lnTo>
                    <a:pt x="4" y="752"/>
                  </a:lnTo>
                  <a:lnTo>
                    <a:pt x="7" y="703"/>
                  </a:lnTo>
                  <a:lnTo>
                    <a:pt x="13" y="656"/>
                  </a:lnTo>
                  <a:lnTo>
                    <a:pt x="18" y="608"/>
                  </a:lnTo>
                  <a:lnTo>
                    <a:pt x="27" y="563"/>
                  </a:lnTo>
                  <a:lnTo>
                    <a:pt x="35" y="519"/>
                  </a:lnTo>
                  <a:lnTo>
                    <a:pt x="35" y="519"/>
                  </a:lnTo>
                  <a:lnTo>
                    <a:pt x="48" y="477"/>
                  </a:lnTo>
                  <a:lnTo>
                    <a:pt x="62" y="433"/>
                  </a:lnTo>
                  <a:lnTo>
                    <a:pt x="78" y="389"/>
                  </a:lnTo>
                  <a:lnTo>
                    <a:pt x="93" y="345"/>
                  </a:lnTo>
                  <a:lnTo>
                    <a:pt x="130" y="257"/>
                  </a:lnTo>
                  <a:lnTo>
                    <a:pt x="169" y="176"/>
                  </a:lnTo>
                  <a:lnTo>
                    <a:pt x="202" y="106"/>
                  </a:lnTo>
                  <a:lnTo>
                    <a:pt x="232" y="49"/>
                  </a:lnTo>
                  <a:lnTo>
                    <a:pt x="259" y="0"/>
                  </a:lnTo>
                  <a:close/>
                </a:path>
              </a:pathLst>
            </a:custGeom>
            <a:solidFill>
              <a:srgbClr val="2D2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sp>
          <p:nvSpPr>
            <p:cNvPr id="84" name="Freeform 195"/>
            <p:cNvSpPr>
              <a:spLocks/>
            </p:cNvSpPr>
            <p:nvPr/>
          </p:nvSpPr>
          <p:spPr bwMode="auto">
            <a:xfrm>
              <a:off x="8520113" y="2217738"/>
              <a:ext cx="493713" cy="1746250"/>
            </a:xfrm>
            <a:custGeom>
              <a:avLst/>
              <a:gdLst>
                <a:gd name="T0" fmla="*/ 259 w 311"/>
                <a:gd name="T1" fmla="*/ 0 h 1100"/>
                <a:gd name="T2" fmla="*/ 259 w 311"/>
                <a:gd name="T3" fmla="*/ 0 h 1100"/>
                <a:gd name="T4" fmla="*/ 273 w 311"/>
                <a:gd name="T5" fmla="*/ 37 h 1100"/>
                <a:gd name="T6" fmla="*/ 285 w 311"/>
                <a:gd name="T7" fmla="*/ 79 h 1100"/>
                <a:gd name="T8" fmla="*/ 297 w 311"/>
                <a:gd name="T9" fmla="*/ 134 h 1100"/>
                <a:gd name="T10" fmla="*/ 303 w 311"/>
                <a:gd name="T11" fmla="*/ 164 h 1100"/>
                <a:gd name="T12" fmla="*/ 308 w 311"/>
                <a:gd name="T13" fmla="*/ 195 h 1100"/>
                <a:gd name="T14" fmla="*/ 310 w 311"/>
                <a:gd name="T15" fmla="*/ 227 h 1100"/>
                <a:gd name="T16" fmla="*/ 311 w 311"/>
                <a:gd name="T17" fmla="*/ 260 h 1100"/>
                <a:gd name="T18" fmla="*/ 310 w 311"/>
                <a:gd name="T19" fmla="*/ 294 h 1100"/>
                <a:gd name="T20" fmla="*/ 306 w 311"/>
                <a:gd name="T21" fmla="*/ 325 h 1100"/>
                <a:gd name="T22" fmla="*/ 301 w 311"/>
                <a:gd name="T23" fmla="*/ 359 h 1100"/>
                <a:gd name="T24" fmla="*/ 290 w 311"/>
                <a:gd name="T25" fmla="*/ 390 h 1100"/>
                <a:gd name="T26" fmla="*/ 290 w 311"/>
                <a:gd name="T27" fmla="*/ 390 h 1100"/>
                <a:gd name="T28" fmla="*/ 283 w 311"/>
                <a:gd name="T29" fmla="*/ 404 h 1100"/>
                <a:gd name="T30" fmla="*/ 266 w 311"/>
                <a:gd name="T31" fmla="*/ 443 h 1100"/>
                <a:gd name="T32" fmla="*/ 253 w 311"/>
                <a:gd name="T33" fmla="*/ 473 h 1100"/>
                <a:gd name="T34" fmla="*/ 239 w 311"/>
                <a:gd name="T35" fmla="*/ 506 h 1100"/>
                <a:gd name="T36" fmla="*/ 225 w 311"/>
                <a:gd name="T37" fmla="*/ 547 h 1100"/>
                <a:gd name="T38" fmla="*/ 213 w 311"/>
                <a:gd name="T39" fmla="*/ 591 h 1100"/>
                <a:gd name="T40" fmla="*/ 199 w 311"/>
                <a:gd name="T41" fmla="*/ 640 h 1100"/>
                <a:gd name="T42" fmla="*/ 187 w 311"/>
                <a:gd name="T43" fmla="*/ 694 h 1100"/>
                <a:gd name="T44" fmla="*/ 176 w 311"/>
                <a:gd name="T45" fmla="*/ 751 h 1100"/>
                <a:gd name="T46" fmla="*/ 167 w 311"/>
                <a:gd name="T47" fmla="*/ 812 h 1100"/>
                <a:gd name="T48" fmla="*/ 162 w 311"/>
                <a:gd name="T49" fmla="*/ 877 h 1100"/>
                <a:gd name="T50" fmla="*/ 160 w 311"/>
                <a:gd name="T51" fmla="*/ 946 h 1100"/>
                <a:gd name="T52" fmla="*/ 160 w 311"/>
                <a:gd name="T53" fmla="*/ 1016 h 1100"/>
                <a:gd name="T54" fmla="*/ 164 w 311"/>
                <a:gd name="T55" fmla="*/ 1051 h 1100"/>
                <a:gd name="T56" fmla="*/ 167 w 311"/>
                <a:gd name="T57" fmla="*/ 1088 h 1100"/>
                <a:gd name="T58" fmla="*/ 7 w 311"/>
                <a:gd name="T59" fmla="*/ 1100 h 1100"/>
                <a:gd name="T60" fmla="*/ 7 w 311"/>
                <a:gd name="T61" fmla="*/ 1100 h 1100"/>
                <a:gd name="T62" fmla="*/ 4 w 311"/>
                <a:gd name="T63" fmla="*/ 1041 h 1100"/>
                <a:gd name="T64" fmla="*/ 2 w 311"/>
                <a:gd name="T65" fmla="*/ 976 h 1100"/>
                <a:gd name="T66" fmla="*/ 0 w 311"/>
                <a:gd name="T67" fmla="*/ 893 h 1100"/>
                <a:gd name="T68" fmla="*/ 2 w 311"/>
                <a:gd name="T69" fmla="*/ 802 h 1100"/>
                <a:gd name="T70" fmla="*/ 4 w 311"/>
                <a:gd name="T71" fmla="*/ 752 h 1100"/>
                <a:gd name="T72" fmla="*/ 7 w 311"/>
                <a:gd name="T73" fmla="*/ 703 h 1100"/>
                <a:gd name="T74" fmla="*/ 13 w 311"/>
                <a:gd name="T75" fmla="*/ 656 h 1100"/>
                <a:gd name="T76" fmla="*/ 18 w 311"/>
                <a:gd name="T77" fmla="*/ 608 h 1100"/>
                <a:gd name="T78" fmla="*/ 27 w 311"/>
                <a:gd name="T79" fmla="*/ 563 h 1100"/>
                <a:gd name="T80" fmla="*/ 35 w 311"/>
                <a:gd name="T81" fmla="*/ 519 h 1100"/>
                <a:gd name="T82" fmla="*/ 35 w 311"/>
                <a:gd name="T83" fmla="*/ 519 h 1100"/>
                <a:gd name="T84" fmla="*/ 48 w 311"/>
                <a:gd name="T85" fmla="*/ 477 h 1100"/>
                <a:gd name="T86" fmla="*/ 62 w 311"/>
                <a:gd name="T87" fmla="*/ 433 h 1100"/>
                <a:gd name="T88" fmla="*/ 78 w 311"/>
                <a:gd name="T89" fmla="*/ 389 h 1100"/>
                <a:gd name="T90" fmla="*/ 93 w 311"/>
                <a:gd name="T91" fmla="*/ 345 h 1100"/>
                <a:gd name="T92" fmla="*/ 130 w 311"/>
                <a:gd name="T93" fmla="*/ 257 h 1100"/>
                <a:gd name="T94" fmla="*/ 169 w 311"/>
                <a:gd name="T95" fmla="*/ 176 h 1100"/>
                <a:gd name="T96" fmla="*/ 202 w 311"/>
                <a:gd name="T97" fmla="*/ 106 h 1100"/>
                <a:gd name="T98" fmla="*/ 232 w 311"/>
                <a:gd name="T99" fmla="*/ 49 h 1100"/>
                <a:gd name="T100" fmla="*/ 259 w 311"/>
                <a:gd name="T101"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 h="1100">
                  <a:moveTo>
                    <a:pt x="259" y="0"/>
                  </a:moveTo>
                  <a:lnTo>
                    <a:pt x="259" y="0"/>
                  </a:lnTo>
                  <a:lnTo>
                    <a:pt x="273" y="37"/>
                  </a:lnTo>
                  <a:lnTo>
                    <a:pt x="285" y="79"/>
                  </a:lnTo>
                  <a:lnTo>
                    <a:pt x="297" y="134"/>
                  </a:lnTo>
                  <a:lnTo>
                    <a:pt x="303" y="164"/>
                  </a:lnTo>
                  <a:lnTo>
                    <a:pt x="308" y="195"/>
                  </a:lnTo>
                  <a:lnTo>
                    <a:pt x="310" y="227"/>
                  </a:lnTo>
                  <a:lnTo>
                    <a:pt x="311" y="260"/>
                  </a:lnTo>
                  <a:lnTo>
                    <a:pt x="310" y="294"/>
                  </a:lnTo>
                  <a:lnTo>
                    <a:pt x="306" y="325"/>
                  </a:lnTo>
                  <a:lnTo>
                    <a:pt x="301" y="359"/>
                  </a:lnTo>
                  <a:lnTo>
                    <a:pt x="290" y="390"/>
                  </a:lnTo>
                  <a:lnTo>
                    <a:pt x="290" y="390"/>
                  </a:lnTo>
                  <a:lnTo>
                    <a:pt x="283" y="404"/>
                  </a:lnTo>
                  <a:lnTo>
                    <a:pt x="266" y="443"/>
                  </a:lnTo>
                  <a:lnTo>
                    <a:pt x="253" y="473"/>
                  </a:lnTo>
                  <a:lnTo>
                    <a:pt x="239" y="506"/>
                  </a:lnTo>
                  <a:lnTo>
                    <a:pt x="225" y="547"/>
                  </a:lnTo>
                  <a:lnTo>
                    <a:pt x="213" y="591"/>
                  </a:lnTo>
                  <a:lnTo>
                    <a:pt x="199" y="640"/>
                  </a:lnTo>
                  <a:lnTo>
                    <a:pt x="187" y="694"/>
                  </a:lnTo>
                  <a:lnTo>
                    <a:pt x="176" y="751"/>
                  </a:lnTo>
                  <a:lnTo>
                    <a:pt x="167" y="812"/>
                  </a:lnTo>
                  <a:lnTo>
                    <a:pt x="162" y="877"/>
                  </a:lnTo>
                  <a:lnTo>
                    <a:pt x="160" y="946"/>
                  </a:lnTo>
                  <a:lnTo>
                    <a:pt x="160" y="1016"/>
                  </a:lnTo>
                  <a:lnTo>
                    <a:pt x="164" y="1051"/>
                  </a:lnTo>
                  <a:lnTo>
                    <a:pt x="167" y="1088"/>
                  </a:lnTo>
                  <a:lnTo>
                    <a:pt x="7" y="1100"/>
                  </a:lnTo>
                  <a:lnTo>
                    <a:pt x="7" y="1100"/>
                  </a:lnTo>
                  <a:lnTo>
                    <a:pt x="4" y="1041"/>
                  </a:lnTo>
                  <a:lnTo>
                    <a:pt x="2" y="976"/>
                  </a:lnTo>
                  <a:lnTo>
                    <a:pt x="0" y="893"/>
                  </a:lnTo>
                  <a:lnTo>
                    <a:pt x="2" y="802"/>
                  </a:lnTo>
                  <a:lnTo>
                    <a:pt x="4" y="752"/>
                  </a:lnTo>
                  <a:lnTo>
                    <a:pt x="7" y="703"/>
                  </a:lnTo>
                  <a:lnTo>
                    <a:pt x="13" y="656"/>
                  </a:lnTo>
                  <a:lnTo>
                    <a:pt x="18" y="608"/>
                  </a:lnTo>
                  <a:lnTo>
                    <a:pt x="27" y="563"/>
                  </a:lnTo>
                  <a:lnTo>
                    <a:pt x="35" y="519"/>
                  </a:lnTo>
                  <a:lnTo>
                    <a:pt x="35" y="519"/>
                  </a:lnTo>
                  <a:lnTo>
                    <a:pt x="48" y="477"/>
                  </a:lnTo>
                  <a:lnTo>
                    <a:pt x="62" y="433"/>
                  </a:lnTo>
                  <a:lnTo>
                    <a:pt x="78" y="389"/>
                  </a:lnTo>
                  <a:lnTo>
                    <a:pt x="93" y="345"/>
                  </a:lnTo>
                  <a:lnTo>
                    <a:pt x="130" y="257"/>
                  </a:lnTo>
                  <a:lnTo>
                    <a:pt x="169" y="176"/>
                  </a:lnTo>
                  <a:lnTo>
                    <a:pt x="202" y="106"/>
                  </a:lnTo>
                  <a:lnTo>
                    <a:pt x="232" y="49"/>
                  </a:lnTo>
                  <a:lnTo>
                    <a:pt x="25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rtl="1" fontAlgn="auto">
                <a:spcBef>
                  <a:spcPts val="0"/>
                </a:spcBef>
                <a:spcAft>
                  <a:spcPts val="0"/>
                </a:spcAft>
              </a:pPr>
              <a:endParaRPr lang="en-AU">
                <a:solidFill>
                  <a:prstClr val="black"/>
                </a:solidFill>
                <a:latin typeface="Montserrat Light"/>
              </a:endParaRPr>
            </a:p>
          </p:txBody>
        </p:sp>
      </p:grpSp>
      <p:sp>
        <p:nvSpPr>
          <p:cNvPr id="8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5529599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5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2" presetClass="entr" presetSubtype="2" fill="hold" grpId="0" nodeType="afterEffect">
                                  <p:stCondLst>
                                    <p:cond delay="0"/>
                                  </p:stCondLst>
                                  <p:childTnLst>
                                    <p:set>
                                      <p:cBhvr>
                                        <p:cTn id="12" dur="1" fill="hold">
                                          <p:stCondLst>
                                            <p:cond delay="0"/>
                                          </p:stCondLst>
                                        </p:cTn>
                                        <p:tgtEl>
                                          <p:spTgt spid="4097"/>
                                        </p:tgtEl>
                                        <p:attrNameLst>
                                          <p:attrName>style.visibility</p:attrName>
                                        </p:attrNameLst>
                                      </p:cBhvr>
                                      <p:to>
                                        <p:strVal val="visible"/>
                                      </p:to>
                                    </p:set>
                                    <p:anim calcmode="lin" valueType="num">
                                      <p:cBhvr additive="base">
                                        <p:cTn id="13" dur="500" fill="hold"/>
                                        <p:tgtEl>
                                          <p:spTgt spid="4097"/>
                                        </p:tgtEl>
                                        <p:attrNameLst>
                                          <p:attrName>ppt_x</p:attrName>
                                        </p:attrNameLst>
                                      </p:cBhvr>
                                      <p:tavLst>
                                        <p:tav tm="0">
                                          <p:val>
                                            <p:strVal val="1+#ppt_w/2"/>
                                          </p:val>
                                        </p:tav>
                                        <p:tav tm="100000">
                                          <p:val>
                                            <p:strVal val="#ppt_x"/>
                                          </p:val>
                                        </p:tav>
                                      </p:tavLst>
                                    </p:anim>
                                    <p:anim calcmode="lin" valueType="num">
                                      <p:cBhvr additive="base">
                                        <p:cTn id="14" dur="500" fill="hold"/>
                                        <p:tgtEl>
                                          <p:spTgt spid="409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7" grpId="0" autoUpdateAnimBg="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30"/>
          <p:cNvSpPr>
            <a:spLocks noChangeArrowheads="1"/>
          </p:cNvSpPr>
          <p:nvPr/>
        </p:nvSpPr>
        <p:spPr bwMode="auto">
          <a:xfrm>
            <a:off x="3795713" y="3484563"/>
            <a:ext cx="514350" cy="590550"/>
          </a:xfrm>
          <a:prstGeom prst="rect">
            <a:avLst/>
          </a:prstGeom>
          <a:noFill/>
          <a:ln w="9525">
            <a:noFill/>
            <a:miter lim="800000"/>
            <a:headEnd/>
            <a:tailEnd/>
          </a:ln>
        </p:spPr>
        <p:txBody>
          <a:bodyPr wrap="none">
            <a:spAutoFit/>
          </a:bodyPr>
          <a:lstStyle/>
          <a:p>
            <a:pPr eaLnBrk="0" hangingPunct="0"/>
            <a:r>
              <a:rPr lang="en-US" sz="2400">
                <a:solidFill>
                  <a:prstClr val="white"/>
                </a:solidFill>
                <a:latin typeface="FontAwesome"/>
              </a:rPr>
              <a:t></a:t>
            </a:r>
          </a:p>
        </p:txBody>
      </p:sp>
      <p:sp>
        <p:nvSpPr>
          <p:cNvPr id="32" name="Content Placeholder 2"/>
          <p:cNvSpPr txBox="1">
            <a:spLocks/>
          </p:cNvSpPr>
          <p:nvPr/>
        </p:nvSpPr>
        <p:spPr>
          <a:xfrm>
            <a:off x="665018" y="2041233"/>
            <a:ext cx="7859857" cy="203387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a:buNone/>
            </a:pPr>
            <a:r>
              <a:rPr lang="ar-JO" sz="3200" b="1" dirty="0">
                <a:solidFill>
                  <a:schemeClr val="tx1"/>
                </a:solidFill>
              </a:rPr>
              <a:t>أما بانتيس (</a:t>
            </a:r>
            <a:r>
              <a:rPr lang="en-US" sz="3200" b="1" dirty="0" err="1">
                <a:solidFill>
                  <a:schemeClr val="tx1"/>
                </a:solidFill>
              </a:rPr>
              <a:t>Bantis</a:t>
            </a:r>
            <a:r>
              <a:rPr lang="en-US" sz="3200" b="1" dirty="0">
                <a:solidFill>
                  <a:schemeClr val="tx1"/>
                </a:solidFill>
              </a:rPr>
              <a:t>, 2008: 8</a:t>
            </a:r>
            <a:r>
              <a:rPr lang="ar-JO" sz="3200" b="1" dirty="0">
                <a:solidFill>
                  <a:schemeClr val="tx1"/>
                </a:solidFill>
              </a:rPr>
              <a:t>) فيشير في تعريفه للتعليم المتمايز (المتمازج) بأنه "التعليم الذي يتنوع تبعاً للاحتياجات التعليمية للطلاب في الفصول الدراسية المتعددة المستويات والمتعددة القدرات".</a:t>
            </a:r>
            <a:endParaRPr lang="en-US" sz="3200" b="1" dirty="0">
              <a:solidFill>
                <a:schemeClr val="tx1"/>
              </a:solidFill>
            </a:endParaRPr>
          </a:p>
        </p:txBody>
      </p:sp>
      <p:grpSp>
        <p:nvGrpSpPr>
          <p:cNvPr id="11" name="Group 10"/>
          <p:cNvGrpSpPr/>
          <p:nvPr/>
        </p:nvGrpSpPr>
        <p:grpSpPr>
          <a:xfrm flipH="1">
            <a:off x="8896358" y="1426029"/>
            <a:ext cx="2036505" cy="4117068"/>
            <a:chOff x="7018338" y="1674638"/>
            <a:chExt cx="2282826" cy="4615039"/>
          </a:xfrm>
        </p:grpSpPr>
        <p:sp>
          <p:nvSpPr>
            <p:cNvPr id="12" name="Freeform 11"/>
            <p:cNvSpPr>
              <a:spLocks/>
            </p:cNvSpPr>
            <p:nvPr/>
          </p:nvSpPr>
          <p:spPr bwMode="auto">
            <a:xfrm>
              <a:off x="8302626" y="1674638"/>
              <a:ext cx="998538" cy="4549189"/>
            </a:xfrm>
            <a:custGeom>
              <a:avLst/>
              <a:gdLst>
                <a:gd name="connsiteX0" fmla="*/ 85632 w 998538"/>
                <a:gd name="connsiteY0" fmla="*/ 846282 h 4549189"/>
                <a:gd name="connsiteX1" fmla="*/ 85632 w 998538"/>
                <a:gd name="connsiteY1" fmla="*/ 846283 h 4549189"/>
                <a:gd name="connsiteX2" fmla="*/ 85632 w 998538"/>
                <a:gd name="connsiteY2" fmla="*/ 846282 h 4549189"/>
                <a:gd name="connsiteX3" fmla="*/ 88070 w 998538"/>
                <a:gd name="connsiteY3" fmla="*/ 789505 h 4549189"/>
                <a:gd name="connsiteX4" fmla="*/ 101322 w 998538"/>
                <a:gd name="connsiteY4" fmla="*/ 814904 h 4549189"/>
                <a:gd name="connsiteX5" fmla="*/ 85632 w 998538"/>
                <a:gd name="connsiteY5" fmla="*/ 846282 h 4549189"/>
                <a:gd name="connsiteX6" fmla="*/ 86851 w 998538"/>
                <a:gd name="connsiteY6" fmla="*/ 817893 h 4549189"/>
                <a:gd name="connsiteX7" fmla="*/ 89433 w 998538"/>
                <a:gd name="connsiteY7" fmla="*/ 757738 h 4549189"/>
                <a:gd name="connsiteX8" fmla="*/ 89433 w 998538"/>
                <a:gd name="connsiteY8" fmla="*/ 757739 h 4549189"/>
                <a:gd name="connsiteX9" fmla="*/ 89433 w 998538"/>
                <a:gd name="connsiteY9" fmla="*/ 757738 h 4549189"/>
                <a:gd name="connsiteX10" fmla="*/ 0 w 998538"/>
                <a:gd name="connsiteY10" fmla="*/ 0 h 4549189"/>
                <a:gd name="connsiteX11" fmla="*/ 3918 w 998538"/>
                <a:gd name="connsiteY11" fmla="*/ 0 h 4549189"/>
                <a:gd name="connsiteX12" fmla="*/ 69769 w 998538"/>
                <a:gd name="connsiteY12" fmla="*/ 0 h 4549189"/>
                <a:gd name="connsiteX13" fmla="*/ 84859 w 998538"/>
                <a:gd name="connsiteY13" fmla="*/ 16463 h 4549189"/>
                <a:gd name="connsiteX14" fmla="*/ 101322 w 998538"/>
                <a:gd name="connsiteY14" fmla="*/ 32925 h 4549189"/>
                <a:gd name="connsiteX15" fmla="*/ 101322 w 998538"/>
                <a:gd name="connsiteY15" fmla="*/ 80942 h 4549189"/>
                <a:gd name="connsiteX16" fmla="*/ 117785 w 998538"/>
                <a:gd name="connsiteY16" fmla="*/ 97405 h 4549189"/>
                <a:gd name="connsiteX17" fmla="*/ 134247 w 998538"/>
                <a:gd name="connsiteY17" fmla="*/ 130330 h 4549189"/>
                <a:gd name="connsiteX18" fmla="*/ 200098 w 998538"/>
                <a:gd name="connsiteY18" fmla="*/ 179718 h 4549189"/>
                <a:gd name="connsiteX19" fmla="*/ 231651 w 998538"/>
                <a:gd name="connsiteY19" fmla="*/ 227735 h 4549189"/>
                <a:gd name="connsiteX20" fmla="*/ 231651 w 998538"/>
                <a:gd name="connsiteY20" fmla="*/ 260660 h 4549189"/>
                <a:gd name="connsiteX21" fmla="*/ 231651 w 998538"/>
                <a:gd name="connsiteY21" fmla="*/ 293585 h 4549189"/>
                <a:gd name="connsiteX22" fmla="*/ 215189 w 998538"/>
                <a:gd name="connsiteY22" fmla="*/ 277123 h 4549189"/>
                <a:gd name="connsiteX23" fmla="*/ 231651 w 998538"/>
                <a:gd name="connsiteY23" fmla="*/ 423915 h 4549189"/>
                <a:gd name="connsiteX24" fmla="*/ 167173 w 998538"/>
                <a:gd name="connsiteY24" fmla="*/ 651648 h 4549189"/>
                <a:gd name="connsiteX25" fmla="*/ 150710 w 998538"/>
                <a:gd name="connsiteY25" fmla="*/ 684574 h 4549189"/>
                <a:gd name="connsiteX26" fmla="*/ 134247 w 998538"/>
                <a:gd name="connsiteY26" fmla="*/ 684574 h 4549189"/>
                <a:gd name="connsiteX27" fmla="*/ 134247 w 998538"/>
                <a:gd name="connsiteY27" fmla="*/ 717499 h 4549189"/>
                <a:gd name="connsiteX28" fmla="*/ 264577 w 998538"/>
                <a:gd name="connsiteY28" fmla="*/ 783350 h 4549189"/>
                <a:gd name="connsiteX29" fmla="*/ 346890 w 998538"/>
                <a:gd name="connsiteY29" fmla="*/ 783350 h 4549189"/>
                <a:gd name="connsiteX30" fmla="*/ 394907 w 998538"/>
                <a:gd name="connsiteY30" fmla="*/ 798441 h 4549189"/>
                <a:gd name="connsiteX31" fmla="*/ 427832 w 998538"/>
                <a:gd name="connsiteY31" fmla="*/ 814904 h 4549189"/>
                <a:gd name="connsiteX32" fmla="*/ 477220 w 998538"/>
                <a:gd name="connsiteY32" fmla="*/ 1011084 h 4549189"/>
                <a:gd name="connsiteX33" fmla="*/ 493683 w 998538"/>
                <a:gd name="connsiteY33" fmla="*/ 1157876 h 4549189"/>
                <a:gd name="connsiteX34" fmla="*/ 493683 w 998538"/>
                <a:gd name="connsiteY34" fmla="*/ 1223727 h 4549189"/>
                <a:gd name="connsiteX35" fmla="*/ 493683 w 998538"/>
                <a:gd name="connsiteY35" fmla="*/ 1271743 h 4549189"/>
                <a:gd name="connsiteX36" fmla="*/ 427832 w 998538"/>
                <a:gd name="connsiteY36" fmla="*/ 1370519 h 4549189"/>
                <a:gd name="connsiteX37" fmla="*/ 411369 w 998538"/>
                <a:gd name="connsiteY37" fmla="*/ 1484386 h 4549189"/>
                <a:gd name="connsiteX38" fmla="*/ 361981 w 998538"/>
                <a:gd name="connsiteY38" fmla="*/ 1565327 h 4549189"/>
                <a:gd name="connsiteX39" fmla="*/ 346890 w 998538"/>
                <a:gd name="connsiteY39" fmla="*/ 1598253 h 4549189"/>
                <a:gd name="connsiteX40" fmla="*/ 330427 w 998538"/>
                <a:gd name="connsiteY40" fmla="*/ 1614715 h 4549189"/>
                <a:gd name="connsiteX41" fmla="*/ 281039 w 998538"/>
                <a:gd name="connsiteY41" fmla="*/ 1647641 h 4549189"/>
                <a:gd name="connsiteX42" fmla="*/ 248114 w 998538"/>
                <a:gd name="connsiteY42" fmla="*/ 1662732 h 4549189"/>
                <a:gd name="connsiteX43" fmla="*/ 264577 w 998538"/>
                <a:gd name="connsiteY43" fmla="*/ 1794433 h 4549189"/>
                <a:gd name="connsiteX44" fmla="*/ 264577 w 998538"/>
                <a:gd name="connsiteY44" fmla="*/ 1941225 h 4549189"/>
                <a:gd name="connsiteX45" fmla="*/ 313965 w 998538"/>
                <a:gd name="connsiteY45" fmla="*/ 2201884 h 4549189"/>
                <a:gd name="connsiteX46" fmla="*/ 361981 w 998538"/>
                <a:gd name="connsiteY46" fmla="*/ 2479006 h 4549189"/>
                <a:gd name="connsiteX47" fmla="*/ 411369 w 998538"/>
                <a:gd name="connsiteY47" fmla="*/ 2967399 h 4549189"/>
                <a:gd name="connsiteX48" fmla="*/ 394907 w 998538"/>
                <a:gd name="connsiteY48" fmla="*/ 2967399 h 4549189"/>
                <a:gd name="connsiteX49" fmla="*/ 444295 w 998538"/>
                <a:gd name="connsiteY49" fmla="*/ 3114191 h 4549189"/>
                <a:gd name="connsiteX50" fmla="*/ 477220 w 998538"/>
                <a:gd name="connsiteY50" fmla="*/ 3212967 h 4549189"/>
                <a:gd name="connsiteX51" fmla="*/ 477220 w 998538"/>
                <a:gd name="connsiteY51" fmla="*/ 3277446 h 4549189"/>
                <a:gd name="connsiteX52" fmla="*/ 558162 w 998538"/>
                <a:gd name="connsiteY52" fmla="*/ 3620419 h 4549189"/>
                <a:gd name="connsiteX53" fmla="*/ 672028 w 998538"/>
                <a:gd name="connsiteY53" fmla="*/ 3994945 h 4549189"/>
                <a:gd name="connsiteX54" fmla="*/ 704954 w 998538"/>
                <a:gd name="connsiteY54" fmla="*/ 4060796 h 4549189"/>
                <a:gd name="connsiteX55" fmla="*/ 835284 w 998538"/>
                <a:gd name="connsiteY55" fmla="*/ 4354380 h 4549189"/>
                <a:gd name="connsiteX56" fmla="*/ 884672 w 998538"/>
                <a:gd name="connsiteY56" fmla="*/ 4354380 h 4549189"/>
                <a:gd name="connsiteX57" fmla="*/ 901134 w 998538"/>
                <a:gd name="connsiteY57" fmla="*/ 4370843 h 4549189"/>
                <a:gd name="connsiteX58" fmla="*/ 917597 w 998538"/>
                <a:gd name="connsiteY58" fmla="*/ 4387306 h 4549189"/>
                <a:gd name="connsiteX59" fmla="*/ 917597 w 998538"/>
                <a:gd name="connsiteY59" fmla="*/ 4402397 h 4549189"/>
                <a:gd name="connsiteX60" fmla="*/ 949150 w 998538"/>
                <a:gd name="connsiteY60" fmla="*/ 4451785 h 4549189"/>
                <a:gd name="connsiteX61" fmla="*/ 982075 w 998538"/>
                <a:gd name="connsiteY61" fmla="*/ 4468247 h 4549189"/>
                <a:gd name="connsiteX62" fmla="*/ 982075 w 998538"/>
                <a:gd name="connsiteY62" fmla="*/ 4484710 h 4549189"/>
                <a:gd name="connsiteX63" fmla="*/ 998538 w 998538"/>
                <a:gd name="connsiteY63" fmla="*/ 4517635 h 4549189"/>
                <a:gd name="connsiteX64" fmla="*/ 982075 w 998538"/>
                <a:gd name="connsiteY64" fmla="*/ 4534098 h 4549189"/>
                <a:gd name="connsiteX65" fmla="*/ 965613 w 998538"/>
                <a:gd name="connsiteY65" fmla="*/ 4549189 h 4549189"/>
                <a:gd name="connsiteX66" fmla="*/ 868209 w 998538"/>
                <a:gd name="connsiteY66" fmla="*/ 4549189 h 4549189"/>
                <a:gd name="connsiteX67" fmla="*/ 785896 w 998538"/>
                <a:gd name="connsiteY67" fmla="*/ 4549189 h 4549189"/>
                <a:gd name="connsiteX68" fmla="*/ 770804 w 998538"/>
                <a:gd name="connsiteY68" fmla="*/ 4549189 h 4549189"/>
                <a:gd name="connsiteX69" fmla="*/ 754342 w 998538"/>
                <a:gd name="connsiteY69" fmla="*/ 4534098 h 4549189"/>
                <a:gd name="connsiteX70" fmla="*/ 721416 w 998538"/>
                <a:gd name="connsiteY70" fmla="*/ 4451785 h 4549189"/>
                <a:gd name="connsiteX71" fmla="*/ 704954 w 998538"/>
                <a:gd name="connsiteY71" fmla="*/ 4418859 h 4549189"/>
                <a:gd name="connsiteX72" fmla="*/ 655566 w 998538"/>
                <a:gd name="connsiteY72" fmla="*/ 4354380 h 4549189"/>
                <a:gd name="connsiteX73" fmla="*/ 640475 w 998538"/>
                <a:gd name="connsiteY73" fmla="*/ 4321455 h 4549189"/>
                <a:gd name="connsiteX74" fmla="*/ 624013 w 998538"/>
                <a:gd name="connsiteY74" fmla="*/ 4321455 h 4549189"/>
                <a:gd name="connsiteX75" fmla="*/ 607550 w 998538"/>
                <a:gd name="connsiteY75" fmla="*/ 4354380 h 4549189"/>
                <a:gd name="connsiteX76" fmla="*/ 624013 w 998538"/>
                <a:gd name="connsiteY76" fmla="*/ 4468247 h 4549189"/>
                <a:gd name="connsiteX77" fmla="*/ 574625 w 998538"/>
                <a:gd name="connsiteY77" fmla="*/ 4451785 h 4549189"/>
                <a:gd name="connsiteX78" fmla="*/ 558162 w 998538"/>
                <a:gd name="connsiteY78" fmla="*/ 4354380 h 4549189"/>
                <a:gd name="connsiteX79" fmla="*/ 525236 w 998538"/>
                <a:gd name="connsiteY79" fmla="*/ 4288529 h 4549189"/>
                <a:gd name="connsiteX80" fmla="*/ 508773 w 998538"/>
                <a:gd name="connsiteY80" fmla="*/ 4240514 h 4549189"/>
                <a:gd name="connsiteX81" fmla="*/ 493683 w 998538"/>
                <a:gd name="connsiteY81" fmla="*/ 4224051 h 4549189"/>
                <a:gd name="connsiteX82" fmla="*/ 508773 w 998538"/>
                <a:gd name="connsiteY82" fmla="*/ 4207588 h 4549189"/>
                <a:gd name="connsiteX83" fmla="*/ 525236 w 998538"/>
                <a:gd name="connsiteY83" fmla="*/ 4207588 h 4549189"/>
                <a:gd name="connsiteX84" fmla="*/ 525236 w 998538"/>
                <a:gd name="connsiteY84" fmla="*/ 4158200 h 4549189"/>
                <a:gd name="connsiteX85" fmla="*/ 525236 w 998538"/>
                <a:gd name="connsiteY85" fmla="*/ 4125275 h 4549189"/>
                <a:gd name="connsiteX86" fmla="*/ 558162 w 998538"/>
                <a:gd name="connsiteY86" fmla="*/ 4110184 h 4549189"/>
                <a:gd name="connsiteX87" fmla="*/ 558162 w 998538"/>
                <a:gd name="connsiteY87" fmla="*/ 4093721 h 4549189"/>
                <a:gd name="connsiteX88" fmla="*/ 558162 w 998538"/>
                <a:gd name="connsiteY88" fmla="*/ 4077258 h 4549189"/>
                <a:gd name="connsiteX89" fmla="*/ 541698 w 998538"/>
                <a:gd name="connsiteY89" fmla="*/ 4044333 h 4549189"/>
                <a:gd name="connsiteX90" fmla="*/ 394907 w 998538"/>
                <a:gd name="connsiteY90" fmla="*/ 3767211 h 4549189"/>
                <a:gd name="connsiteX91" fmla="*/ 297502 w 998538"/>
                <a:gd name="connsiteY91" fmla="*/ 3571031 h 4549189"/>
                <a:gd name="connsiteX92" fmla="*/ 248114 w 998538"/>
                <a:gd name="connsiteY92" fmla="*/ 3457164 h 4549189"/>
                <a:gd name="connsiteX93" fmla="*/ 248114 w 998538"/>
                <a:gd name="connsiteY93" fmla="*/ 3359759 h 4549189"/>
                <a:gd name="connsiteX94" fmla="*/ 231651 w 998538"/>
                <a:gd name="connsiteY94" fmla="*/ 3326834 h 4549189"/>
                <a:gd name="connsiteX95" fmla="*/ 150710 w 998538"/>
                <a:gd name="connsiteY95" fmla="*/ 3180042 h 4549189"/>
                <a:gd name="connsiteX96" fmla="*/ 101322 w 998538"/>
                <a:gd name="connsiteY96" fmla="*/ 3082638 h 4549189"/>
                <a:gd name="connsiteX97" fmla="*/ 101322 w 998538"/>
                <a:gd name="connsiteY97" fmla="*/ 3033249 h 4549189"/>
                <a:gd name="connsiteX98" fmla="*/ 101322 w 998538"/>
                <a:gd name="connsiteY98" fmla="*/ 3000324 h 4549189"/>
                <a:gd name="connsiteX99" fmla="*/ 0 w 998538"/>
                <a:gd name="connsiteY99" fmla="*/ 3000324 h 4549189"/>
                <a:gd name="connsiteX100" fmla="*/ 0 w 998538"/>
                <a:gd name="connsiteY100" fmla="*/ 2563071 h 4549189"/>
                <a:gd name="connsiteX101" fmla="*/ 3917 w 998538"/>
                <a:gd name="connsiteY101" fmla="*/ 2543485 h 4549189"/>
                <a:gd name="connsiteX102" fmla="*/ 36843 w 998538"/>
                <a:gd name="connsiteY102" fmla="*/ 2446081 h 4549189"/>
                <a:gd name="connsiteX103" fmla="*/ 84859 w 998538"/>
                <a:gd name="connsiteY103" fmla="*/ 2332214 h 4549189"/>
                <a:gd name="connsiteX104" fmla="*/ 167173 w 998538"/>
                <a:gd name="connsiteY104" fmla="*/ 2119571 h 4549189"/>
                <a:gd name="connsiteX105" fmla="*/ 101322 w 998538"/>
                <a:gd name="connsiteY105" fmla="*/ 2185421 h 4549189"/>
                <a:gd name="connsiteX106" fmla="*/ 69768 w 998538"/>
                <a:gd name="connsiteY106" fmla="*/ 2234809 h 4549189"/>
                <a:gd name="connsiteX107" fmla="*/ 53305 w 998538"/>
                <a:gd name="connsiteY107" fmla="*/ 2282826 h 4549189"/>
                <a:gd name="connsiteX108" fmla="*/ 3917 w 998538"/>
                <a:gd name="connsiteY108" fmla="*/ 2413155 h 4549189"/>
                <a:gd name="connsiteX109" fmla="*/ 0 w 998538"/>
                <a:gd name="connsiteY109" fmla="*/ 2424907 h 4549189"/>
                <a:gd name="connsiteX110" fmla="*/ 0 w 998538"/>
                <a:gd name="connsiteY110" fmla="*/ 1976855 h 4549189"/>
                <a:gd name="connsiteX111" fmla="*/ 20380 w 998538"/>
                <a:gd name="connsiteY111" fmla="*/ 1972779 h 4549189"/>
                <a:gd name="connsiteX112" fmla="*/ 215189 w 998538"/>
                <a:gd name="connsiteY112" fmla="*/ 1941225 h 4549189"/>
                <a:gd name="connsiteX113" fmla="*/ 20380 w 998538"/>
                <a:gd name="connsiteY113" fmla="*/ 1941225 h 4549189"/>
                <a:gd name="connsiteX114" fmla="*/ 0 w 998538"/>
                <a:gd name="connsiteY114" fmla="*/ 1941225 h 4549189"/>
                <a:gd name="connsiteX115" fmla="*/ 0 w 998538"/>
                <a:gd name="connsiteY115" fmla="*/ 1670674 h 4549189"/>
                <a:gd name="connsiteX116" fmla="*/ 36843 w 998538"/>
                <a:gd name="connsiteY116" fmla="*/ 1662732 h 4549189"/>
                <a:gd name="connsiteX117" fmla="*/ 183635 w 998538"/>
                <a:gd name="connsiteY117" fmla="*/ 1647641 h 4549189"/>
                <a:gd name="connsiteX118" fmla="*/ 36844 w 998538"/>
                <a:gd name="connsiteY118" fmla="*/ 1647641 h 4549189"/>
                <a:gd name="connsiteX119" fmla="*/ 0 w 998538"/>
                <a:gd name="connsiteY119" fmla="*/ 1650875 h 4549189"/>
                <a:gd name="connsiteX120" fmla="*/ 0 w 998538"/>
                <a:gd name="connsiteY120" fmla="*/ 1397945 h 4549189"/>
                <a:gd name="connsiteX121" fmla="*/ 53306 w 998538"/>
                <a:gd name="connsiteY121" fmla="*/ 1402072 h 4549189"/>
                <a:gd name="connsiteX122" fmla="*/ 53306 w 998538"/>
                <a:gd name="connsiteY122" fmla="*/ 1402073 h 4549189"/>
                <a:gd name="connsiteX123" fmla="*/ 231651 w 998538"/>
                <a:gd name="connsiteY123" fmla="*/ 1385610 h 4549189"/>
                <a:gd name="connsiteX124" fmla="*/ 264577 w 998538"/>
                <a:gd name="connsiteY124" fmla="*/ 1238817 h 4549189"/>
                <a:gd name="connsiteX125" fmla="*/ 281039 w 998538"/>
                <a:gd name="connsiteY125" fmla="*/ 1207264 h 4549189"/>
                <a:gd name="connsiteX126" fmla="*/ 297502 w 998538"/>
                <a:gd name="connsiteY126" fmla="*/ 1141414 h 4549189"/>
                <a:gd name="connsiteX127" fmla="*/ 313965 w 998538"/>
                <a:gd name="connsiteY127" fmla="*/ 1011084 h 4549189"/>
                <a:gd name="connsiteX128" fmla="*/ 330427 w 998538"/>
                <a:gd name="connsiteY128" fmla="*/ 913680 h 4549189"/>
                <a:gd name="connsiteX129" fmla="*/ 297502 w 998538"/>
                <a:gd name="connsiteY129" fmla="*/ 978158 h 4549189"/>
                <a:gd name="connsiteX130" fmla="*/ 281039 w 998538"/>
                <a:gd name="connsiteY130" fmla="*/ 1027546 h 4549189"/>
                <a:gd name="connsiteX131" fmla="*/ 281039 w 998538"/>
                <a:gd name="connsiteY131" fmla="*/ 1060472 h 4549189"/>
                <a:gd name="connsiteX132" fmla="*/ 297502 w 998538"/>
                <a:gd name="connsiteY132" fmla="*/ 1108488 h 4549189"/>
                <a:gd name="connsiteX133" fmla="*/ 281039 w 998538"/>
                <a:gd name="connsiteY133" fmla="*/ 1141414 h 4549189"/>
                <a:gd name="connsiteX134" fmla="*/ 248114 w 998538"/>
                <a:gd name="connsiteY134" fmla="*/ 1207264 h 4549189"/>
                <a:gd name="connsiteX135" fmla="*/ 215189 w 998538"/>
                <a:gd name="connsiteY135" fmla="*/ 1271743 h 4549189"/>
                <a:gd name="connsiteX136" fmla="*/ 200098 w 998538"/>
                <a:gd name="connsiteY136" fmla="*/ 1354056 h 4549189"/>
                <a:gd name="connsiteX137" fmla="*/ 150710 w 998538"/>
                <a:gd name="connsiteY137" fmla="*/ 1354056 h 4549189"/>
                <a:gd name="connsiteX138" fmla="*/ 101322 w 998538"/>
                <a:gd name="connsiteY138" fmla="*/ 1354056 h 4549189"/>
                <a:gd name="connsiteX139" fmla="*/ 84859 w 998538"/>
                <a:gd name="connsiteY139" fmla="*/ 1370519 h 4549189"/>
                <a:gd name="connsiteX140" fmla="*/ 53306 w 998538"/>
                <a:gd name="connsiteY140" fmla="*/ 1385609 h 4549189"/>
                <a:gd name="connsiteX141" fmla="*/ 53305 w 998538"/>
                <a:gd name="connsiteY141" fmla="*/ 1385610 h 4549189"/>
                <a:gd name="connsiteX142" fmla="*/ 53305 w 998538"/>
                <a:gd name="connsiteY142" fmla="*/ 1385609 h 4549189"/>
                <a:gd name="connsiteX143" fmla="*/ 0 w 998538"/>
                <a:gd name="connsiteY143" fmla="*/ 1385609 h 4549189"/>
                <a:gd name="connsiteX144" fmla="*/ 0 w 998538"/>
                <a:gd name="connsiteY144" fmla="*/ 990628 h 4549189"/>
                <a:gd name="connsiteX145" fmla="*/ 84859 w 998538"/>
                <a:gd name="connsiteY145" fmla="*/ 913679 h 4549189"/>
                <a:gd name="connsiteX146" fmla="*/ 101322 w 998538"/>
                <a:gd name="connsiteY146" fmla="*/ 897217 h 4549189"/>
                <a:gd name="connsiteX147" fmla="*/ 134247 w 998538"/>
                <a:gd name="connsiteY147" fmla="*/ 864292 h 4549189"/>
                <a:gd name="connsiteX148" fmla="*/ 134247 w 998538"/>
                <a:gd name="connsiteY148" fmla="*/ 814904 h 4549189"/>
                <a:gd name="connsiteX149" fmla="*/ 134247 w 998538"/>
                <a:gd name="connsiteY149" fmla="*/ 783350 h 4549189"/>
                <a:gd name="connsiteX150" fmla="*/ 101322 w 998538"/>
                <a:gd name="connsiteY150" fmla="*/ 733962 h 4549189"/>
                <a:gd name="connsiteX151" fmla="*/ 89433 w 998538"/>
                <a:gd name="connsiteY151" fmla="*/ 757738 h 4549189"/>
                <a:gd name="connsiteX152" fmla="*/ 91459 w 998538"/>
                <a:gd name="connsiteY152" fmla="*/ 710556 h 4549189"/>
                <a:gd name="connsiteX153" fmla="*/ 117785 w 998538"/>
                <a:gd name="connsiteY153" fmla="*/ 97406 h 4549189"/>
                <a:gd name="connsiteX154" fmla="*/ 117784 w 998538"/>
                <a:gd name="connsiteY154" fmla="*/ 97407 h 4549189"/>
                <a:gd name="connsiteX155" fmla="*/ 91459 w 998538"/>
                <a:gd name="connsiteY155" fmla="*/ 710556 h 4549189"/>
                <a:gd name="connsiteX156" fmla="*/ 89433 w 998538"/>
                <a:gd name="connsiteY156" fmla="*/ 757738 h 4549189"/>
                <a:gd name="connsiteX157" fmla="*/ 88070 w 998538"/>
                <a:gd name="connsiteY157" fmla="*/ 789505 h 4549189"/>
                <a:gd name="connsiteX158" fmla="*/ 88070 w 998538"/>
                <a:gd name="connsiteY158" fmla="*/ 789504 h 4549189"/>
                <a:gd name="connsiteX159" fmla="*/ 86851 w 998538"/>
                <a:gd name="connsiteY159" fmla="*/ 817893 h 4549189"/>
                <a:gd name="connsiteX160" fmla="*/ 85632 w 998538"/>
                <a:gd name="connsiteY160" fmla="*/ 846282 h 4549189"/>
                <a:gd name="connsiteX161" fmla="*/ 84859 w 998538"/>
                <a:gd name="connsiteY161" fmla="*/ 864292 h 4549189"/>
                <a:gd name="connsiteX162" fmla="*/ 84859 w 998538"/>
                <a:gd name="connsiteY162" fmla="*/ 864281 h 4549189"/>
                <a:gd name="connsiteX163" fmla="*/ 84859 w 998538"/>
                <a:gd name="connsiteY163" fmla="*/ 864292 h 4549189"/>
                <a:gd name="connsiteX164" fmla="*/ 20380 w 998538"/>
                <a:gd name="connsiteY164" fmla="*/ 897217 h 4549189"/>
                <a:gd name="connsiteX165" fmla="*/ 0 w 998538"/>
                <a:gd name="connsiteY165" fmla="*/ 917031 h 4549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998538" h="4549189">
                  <a:moveTo>
                    <a:pt x="85632" y="846282"/>
                  </a:moveTo>
                  <a:lnTo>
                    <a:pt x="85632" y="846283"/>
                  </a:lnTo>
                  <a:lnTo>
                    <a:pt x="85632" y="846282"/>
                  </a:lnTo>
                  <a:close/>
                  <a:moveTo>
                    <a:pt x="88070" y="789505"/>
                  </a:moveTo>
                  <a:lnTo>
                    <a:pt x="101322" y="814904"/>
                  </a:lnTo>
                  <a:lnTo>
                    <a:pt x="85632" y="846282"/>
                  </a:lnTo>
                  <a:lnTo>
                    <a:pt x="86851" y="817893"/>
                  </a:lnTo>
                  <a:close/>
                  <a:moveTo>
                    <a:pt x="89433" y="757738"/>
                  </a:moveTo>
                  <a:lnTo>
                    <a:pt x="89433" y="757739"/>
                  </a:lnTo>
                  <a:lnTo>
                    <a:pt x="89433" y="757738"/>
                  </a:lnTo>
                  <a:close/>
                  <a:moveTo>
                    <a:pt x="0" y="0"/>
                  </a:moveTo>
                  <a:lnTo>
                    <a:pt x="3918" y="0"/>
                  </a:lnTo>
                  <a:lnTo>
                    <a:pt x="69769" y="0"/>
                  </a:lnTo>
                  <a:lnTo>
                    <a:pt x="84859" y="16463"/>
                  </a:lnTo>
                  <a:lnTo>
                    <a:pt x="101322" y="32925"/>
                  </a:lnTo>
                  <a:lnTo>
                    <a:pt x="101322" y="80942"/>
                  </a:lnTo>
                  <a:lnTo>
                    <a:pt x="117785" y="97405"/>
                  </a:lnTo>
                  <a:lnTo>
                    <a:pt x="134247" y="130330"/>
                  </a:lnTo>
                  <a:lnTo>
                    <a:pt x="200098" y="179718"/>
                  </a:lnTo>
                  <a:lnTo>
                    <a:pt x="231651" y="227735"/>
                  </a:lnTo>
                  <a:lnTo>
                    <a:pt x="231651" y="260660"/>
                  </a:lnTo>
                  <a:lnTo>
                    <a:pt x="231651" y="293585"/>
                  </a:lnTo>
                  <a:lnTo>
                    <a:pt x="215189" y="277123"/>
                  </a:lnTo>
                  <a:lnTo>
                    <a:pt x="231651" y="423915"/>
                  </a:lnTo>
                  <a:lnTo>
                    <a:pt x="167173" y="651648"/>
                  </a:lnTo>
                  <a:lnTo>
                    <a:pt x="150710" y="684574"/>
                  </a:lnTo>
                  <a:lnTo>
                    <a:pt x="134247" y="684574"/>
                  </a:lnTo>
                  <a:lnTo>
                    <a:pt x="134247" y="717499"/>
                  </a:lnTo>
                  <a:lnTo>
                    <a:pt x="264577" y="783350"/>
                  </a:lnTo>
                  <a:lnTo>
                    <a:pt x="346890" y="783350"/>
                  </a:lnTo>
                  <a:lnTo>
                    <a:pt x="394907" y="798441"/>
                  </a:lnTo>
                  <a:lnTo>
                    <a:pt x="427832" y="814904"/>
                  </a:lnTo>
                  <a:lnTo>
                    <a:pt x="477220" y="1011084"/>
                  </a:lnTo>
                  <a:lnTo>
                    <a:pt x="493683" y="1157876"/>
                  </a:lnTo>
                  <a:lnTo>
                    <a:pt x="493683" y="1223727"/>
                  </a:lnTo>
                  <a:lnTo>
                    <a:pt x="493683" y="1271743"/>
                  </a:lnTo>
                  <a:lnTo>
                    <a:pt x="427832" y="1370519"/>
                  </a:lnTo>
                  <a:lnTo>
                    <a:pt x="411369" y="1484386"/>
                  </a:lnTo>
                  <a:lnTo>
                    <a:pt x="361981" y="1565327"/>
                  </a:lnTo>
                  <a:lnTo>
                    <a:pt x="346890" y="1598253"/>
                  </a:lnTo>
                  <a:lnTo>
                    <a:pt x="330427" y="1614715"/>
                  </a:lnTo>
                  <a:lnTo>
                    <a:pt x="281039" y="1647641"/>
                  </a:lnTo>
                  <a:lnTo>
                    <a:pt x="248114" y="1662732"/>
                  </a:lnTo>
                  <a:lnTo>
                    <a:pt x="264577" y="1794433"/>
                  </a:lnTo>
                  <a:lnTo>
                    <a:pt x="264577" y="1941225"/>
                  </a:lnTo>
                  <a:lnTo>
                    <a:pt x="313965" y="2201884"/>
                  </a:lnTo>
                  <a:lnTo>
                    <a:pt x="361981" y="2479006"/>
                  </a:lnTo>
                  <a:lnTo>
                    <a:pt x="411369" y="2967399"/>
                  </a:lnTo>
                  <a:lnTo>
                    <a:pt x="394907" y="2967399"/>
                  </a:lnTo>
                  <a:lnTo>
                    <a:pt x="444295" y="3114191"/>
                  </a:lnTo>
                  <a:lnTo>
                    <a:pt x="477220" y="3212967"/>
                  </a:lnTo>
                  <a:lnTo>
                    <a:pt x="477220" y="3277446"/>
                  </a:lnTo>
                  <a:lnTo>
                    <a:pt x="558162" y="3620419"/>
                  </a:lnTo>
                  <a:lnTo>
                    <a:pt x="672028" y="3994945"/>
                  </a:lnTo>
                  <a:lnTo>
                    <a:pt x="704954" y="4060796"/>
                  </a:lnTo>
                  <a:lnTo>
                    <a:pt x="835284" y="4354380"/>
                  </a:lnTo>
                  <a:lnTo>
                    <a:pt x="884672" y="4354380"/>
                  </a:lnTo>
                  <a:lnTo>
                    <a:pt x="901134" y="4370843"/>
                  </a:lnTo>
                  <a:lnTo>
                    <a:pt x="917597" y="4387306"/>
                  </a:lnTo>
                  <a:lnTo>
                    <a:pt x="917597" y="4402397"/>
                  </a:lnTo>
                  <a:lnTo>
                    <a:pt x="949150" y="4451785"/>
                  </a:lnTo>
                  <a:lnTo>
                    <a:pt x="982075" y="4468247"/>
                  </a:lnTo>
                  <a:lnTo>
                    <a:pt x="982075" y="4484710"/>
                  </a:lnTo>
                  <a:lnTo>
                    <a:pt x="998538" y="4517635"/>
                  </a:lnTo>
                  <a:lnTo>
                    <a:pt x="982075" y="4534098"/>
                  </a:lnTo>
                  <a:lnTo>
                    <a:pt x="965613" y="4549189"/>
                  </a:lnTo>
                  <a:lnTo>
                    <a:pt x="868209" y="4549189"/>
                  </a:lnTo>
                  <a:lnTo>
                    <a:pt x="785896" y="4549189"/>
                  </a:lnTo>
                  <a:lnTo>
                    <a:pt x="770804" y="4549189"/>
                  </a:lnTo>
                  <a:lnTo>
                    <a:pt x="754342" y="4534098"/>
                  </a:lnTo>
                  <a:lnTo>
                    <a:pt x="721416" y="4451785"/>
                  </a:lnTo>
                  <a:lnTo>
                    <a:pt x="704954" y="4418859"/>
                  </a:lnTo>
                  <a:lnTo>
                    <a:pt x="655566" y="4354380"/>
                  </a:lnTo>
                  <a:lnTo>
                    <a:pt x="640475" y="4321455"/>
                  </a:lnTo>
                  <a:lnTo>
                    <a:pt x="624013" y="4321455"/>
                  </a:lnTo>
                  <a:lnTo>
                    <a:pt x="607550" y="4354380"/>
                  </a:lnTo>
                  <a:lnTo>
                    <a:pt x="624013" y="4468247"/>
                  </a:lnTo>
                  <a:lnTo>
                    <a:pt x="574625" y="4451785"/>
                  </a:lnTo>
                  <a:lnTo>
                    <a:pt x="558162" y="4354380"/>
                  </a:lnTo>
                  <a:lnTo>
                    <a:pt x="525236" y="4288529"/>
                  </a:lnTo>
                  <a:lnTo>
                    <a:pt x="508773" y="4240514"/>
                  </a:lnTo>
                  <a:lnTo>
                    <a:pt x="493683" y="4224051"/>
                  </a:lnTo>
                  <a:lnTo>
                    <a:pt x="508773" y="4207588"/>
                  </a:lnTo>
                  <a:lnTo>
                    <a:pt x="525236" y="4207588"/>
                  </a:lnTo>
                  <a:lnTo>
                    <a:pt x="525236" y="4158200"/>
                  </a:lnTo>
                  <a:lnTo>
                    <a:pt x="525236" y="4125275"/>
                  </a:lnTo>
                  <a:lnTo>
                    <a:pt x="558162" y="4110184"/>
                  </a:lnTo>
                  <a:lnTo>
                    <a:pt x="558162" y="4093721"/>
                  </a:lnTo>
                  <a:lnTo>
                    <a:pt x="558162" y="4077258"/>
                  </a:lnTo>
                  <a:lnTo>
                    <a:pt x="541698" y="4044333"/>
                  </a:lnTo>
                  <a:lnTo>
                    <a:pt x="394907" y="3767211"/>
                  </a:lnTo>
                  <a:lnTo>
                    <a:pt x="297502" y="3571031"/>
                  </a:lnTo>
                  <a:lnTo>
                    <a:pt x="248114" y="3457164"/>
                  </a:lnTo>
                  <a:lnTo>
                    <a:pt x="248114" y="3359759"/>
                  </a:lnTo>
                  <a:lnTo>
                    <a:pt x="231651" y="3326834"/>
                  </a:lnTo>
                  <a:lnTo>
                    <a:pt x="150710" y="3180042"/>
                  </a:lnTo>
                  <a:lnTo>
                    <a:pt x="101322" y="3082638"/>
                  </a:lnTo>
                  <a:lnTo>
                    <a:pt x="101322" y="3033249"/>
                  </a:lnTo>
                  <a:lnTo>
                    <a:pt x="101322" y="3000324"/>
                  </a:lnTo>
                  <a:lnTo>
                    <a:pt x="0" y="3000324"/>
                  </a:lnTo>
                  <a:lnTo>
                    <a:pt x="0" y="2563071"/>
                  </a:lnTo>
                  <a:lnTo>
                    <a:pt x="3917" y="2543485"/>
                  </a:lnTo>
                  <a:lnTo>
                    <a:pt x="36843" y="2446081"/>
                  </a:lnTo>
                  <a:lnTo>
                    <a:pt x="84859" y="2332214"/>
                  </a:lnTo>
                  <a:lnTo>
                    <a:pt x="167173" y="2119571"/>
                  </a:lnTo>
                  <a:lnTo>
                    <a:pt x="101322" y="2185421"/>
                  </a:lnTo>
                  <a:lnTo>
                    <a:pt x="69768" y="2234809"/>
                  </a:lnTo>
                  <a:lnTo>
                    <a:pt x="53305" y="2282826"/>
                  </a:lnTo>
                  <a:lnTo>
                    <a:pt x="3917" y="2413155"/>
                  </a:lnTo>
                  <a:lnTo>
                    <a:pt x="0" y="2424907"/>
                  </a:lnTo>
                  <a:lnTo>
                    <a:pt x="0" y="1976855"/>
                  </a:lnTo>
                  <a:lnTo>
                    <a:pt x="20380" y="1972779"/>
                  </a:lnTo>
                  <a:lnTo>
                    <a:pt x="215189" y="1941225"/>
                  </a:lnTo>
                  <a:lnTo>
                    <a:pt x="20380" y="1941225"/>
                  </a:lnTo>
                  <a:lnTo>
                    <a:pt x="0" y="1941225"/>
                  </a:lnTo>
                  <a:lnTo>
                    <a:pt x="0" y="1670674"/>
                  </a:lnTo>
                  <a:lnTo>
                    <a:pt x="36843" y="1662732"/>
                  </a:lnTo>
                  <a:lnTo>
                    <a:pt x="183635" y="1647641"/>
                  </a:lnTo>
                  <a:lnTo>
                    <a:pt x="36844" y="1647641"/>
                  </a:lnTo>
                  <a:lnTo>
                    <a:pt x="0" y="1650875"/>
                  </a:lnTo>
                  <a:lnTo>
                    <a:pt x="0" y="1397945"/>
                  </a:lnTo>
                  <a:lnTo>
                    <a:pt x="53306" y="1402072"/>
                  </a:lnTo>
                  <a:lnTo>
                    <a:pt x="53306" y="1402073"/>
                  </a:lnTo>
                  <a:lnTo>
                    <a:pt x="231651" y="1385610"/>
                  </a:lnTo>
                  <a:lnTo>
                    <a:pt x="264577" y="1238817"/>
                  </a:lnTo>
                  <a:lnTo>
                    <a:pt x="281039" y="1207264"/>
                  </a:lnTo>
                  <a:lnTo>
                    <a:pt x="297502" y="1141414"/>
                  </a:lnTo>
                  <a:lnTo>
                    <a:pt x="313965" y="1011084"/>
                  </a:lnTo>
                  <a:lnTo>
                    <a:pt x="330427" y="913680"/>
                  </a:lnTo>
                  <a:lnTo>
                    <a:pt x="297502" y="978158"/>
                  </a:lnTo>
                  <a:lnTo>
                    <a:pt x="281039" y="1027546"/>
                  </a:lnTo>
                  <a:lnTo>
                    <a:pt x="281039" y="1060472"/>
                  </a:lnTo>
                  <a:lnTo>
                    <a:pt x="297502" y="1108488"/>
                  </a:lnTo>
                  <a:lnTo>
                    <a:pt x="281039" y="1141414"/>
                  </a:lnTo>
                  <a:lnTo>
                    <a:pt x="248114" y="1207264"/>
                  </a:lnTo>
                  <a:lnTo>
                    <a:pt x="215189" y="1271743"/>
                  </a:lnTo>
                  <a:lnTo>
                    <a:pt x="200098" y="1354056"/>
                  </a:lnTo>
                  <a:lnTo>
                    <a:pt x="150710" y="1354056"/>
                  </a:lnTo>
                  <a:lnTo>
                    <a:pt x="101322" y="1354056"/>
                  </a:lnTo>
                  <a:lnTo>
                    <a:pt x="84859" y="1370519"/>
                  </a:lnTo>
                  <a:lnTo>
                    <a:pt x="53306" y="1385609"/>
                  </a:lnTo>
                  <a:lnTo>
                    <a:pt x="53305" y="1385610"/>
                  </a:lnTo>
                  <a:lnTo>
                    <a:pt x="53305" y="1385609"/>
                  </a:lnTo>
                  <a:lnTo>
                    <a:pt x="0" y="1385609"/>
                  </a:lnTo>
                  <a:lnTo>
                    <a:pt x="0" y="990628"/>
                  </a:lnTo>
                  <a:lnTo>
                    <a:pt x="84859" y="913679"/>
                  </a:lnTo>
                  <a:lnTo>
                    <a:pt x="101322" y="897217"/>
                  </a:lnTo>
                  <a:lnTo>
                    <a:pt x="134247" y="864292"/>
                  </a:lnTo>
                  <a:lnTo>
                    <a:pt x="134247" y="814904"/>
                  </a:lnTo>
                  <a:lnTo>
                    <a:pt x="134247" y="783350"/>
                  </a:lnTo>
                  <a:lnTo>
                    <a:pt x="101322" y="733962"/>
                  </a:lnTo>
                  <a:lnTo>
                    <a:pt x="89433" y="757738"/>
                  </a:lnTo>
                  <a:lnTo>
                    <a:pt x="91459" y="710556"/>
                  </a:lnTo>
                  <a:lnTo>
                    <a:pt x="117785" y="97406"/>
                  </a:lnTo>
                  <a:lnTo>
                    <a:pt x="117784" y="97407"/>
                  </a:lnTo>
                  <a:lnTo>
                    <a:pt x="91459" y="710556"/>
                  </a:lnTo>
                  <a:lnTo>
                    <a:pt x="89433" y="757738"/>
                  </a:lnTo>
                  <a:lnTo>
                    <a:pt x="88070" y="789505"/>
                  </a:lnTo>
                  <a:lnTo>
                    <a:pt x="88070" y="789504"/>
                  </a:lnTo>
                  <a:lnTo>
                    <a:pt x="86851" y="817893"/>
                  </a:lnTo>
                  <a:lnTo>
                    <a:pt x="85632" y="846282"/>
                  </a:lnTo>
                  <a:lnTo>
                    <a:pt x="84859" y="864292"/>
                  </a:lnTo>
                  <a:lnTo>
                    <a:pt x="84859" y="864281"/>
                  </a:lnTo>
                  <a:lnTo>
                    <a:pt x="84859" y="864292"/>
                  </a:lnTo>
                  <a:lnTo>
                    <a:pt x="20380" y="897217"/>
                  </a:lnTo>
                  <a:lnTo>
                    <a:pt x="0" y="917031"/>
                  </a:lnTo>
                  <a:close/>
                </a:path>
              </a:pathLst>
            </a:custGeom>
            <a:solidFill>
              <a:srgbClr val="5B9BD5"/>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Roboto Lt"/>
              </a:endParaRPr>
            </a:p>
          </p:txBody>
        </p:sp>
        <p:sp>
          <p:nvSpPr>
            <p:cNvPr id="13" name="Freeform 12"/>
            <p:cNvSpPr>
              <a:spLocks/>
            </p:cNvSpPr>
            <p:nvPr/>
          </p:nvSpPr>
          <p:spPr bwMode="auto">
            <a:xfrm>
              <a:off x="7018338" y="1674638"/>
              <a:ext cx="1284288" cy="4615039"/>
            </a:xfrm>
            <a:custGeom>
              <a:avLst/>
              <a:gdLst>
                <a:gd name="connsiteX0" fmla="*/ 504857 w 1284288"/>
                <a:gd name="connsiteY0" fmla="*/ 1500849 h 4615039"/>
                <a:gd name="connsiteX1" fmla="*/ 717499 w 1284288"/>
                <a:gd name="connsiteY1" fmla="*/ 1565327 h 4615039"/>
                <a:gd name="connsiteX2" fmla="*/ 814904 w 1284288"/>
                <a:gd name="connsiteY2" fmla="*/ 1598253 h 4615039"/>
                <a:gd name="connsiteX3" fmla="*/ 831366 w 1284288"/>
                <a:gd name="connsiteY3" fmla="*/ 1598253 h 4615039"/>
                <a:gd name="connsiteX4" fmla="*/ 847829 w 1284288"/>
                <a:gd name="connsiteY4" fmla="*/ 1581790 h 4615039"/>
                <a:gd name="connsiteX5" fmla="*/ 847829 w 1284288"/>
                <a:gd name="connsiteY5" fmla="*/ 1565327 h 4615039"/>
                <a:gd name="connsiteX6" fmla="*/ 847829 w 1284288"/>
                <a:gd name="connsiteY6" fmla="*/ 1548864 h 4615039"/>
                <a:gd name="connsiteX7" fmla="*/ 733962 w 1284288"/>
                <a:gd name="connsiteY7" fmla="*/ 1548864 h 4615039"/>
                <a:gd name="connsiteX8" fmla="*/ 913680 w 1284288"/>
                <a:gd name="connsiteY8" fmla="*/ 1044009 h 4615039"/>
                <a:gd name="connsiteX9" fmla="*/ 897217 w 1284288"/>
                <a:gd name="connsiteY9" fmla="*/ 1157875 h 4615039"/>
                <a:gd name="connsiteX10" fmla="*/ 913680 w 1284288"/>
                <a:gd name="connsiteY10" fmla="*/ 1255280 h 4615039"/>
                <a:gd name="connsiteX11" fmla="*/ 928770 w 1284288"/>
                <a:gd name="connsiteY11" fmla="*/ 1288205 h 4615039"/>
                <a:gd name="connsiteX12" fmla="*/ 961696 w 1284288"/>
                <a:gd name="connsiteY12" fmla="*/ 1337593 h 4615039"/>
                <a:gd name="connsiteX13" fmla="*/ 961696 w 1284288"/>
                <a:gd name="connsiteY13" fmla="*/ 1337594 h 4615039"/>
                <a:gd name="connsiteX14" fmla="*/ 978158 w 1284288"/>
                <a:gd name="connsiteY14" fmla="*/ 1370519 h 4615039"/>
                <a:gd name="connsiteX15" fmla="*/ 1044009 w 1284288"/>
                <a:gd name="connsiteY15" fmla="*/ 1370519 h 4615039"/>
                <a:gd name="connsiteX16" fmla="*/ 1027546 w 1284288"/>
                <a:gd name="connsiteY16" fmla="*/ 1354056 h 4615039"/>
                <a:gd name="connsiteX17" fmla="*/ 978158 w 1284288"/>
                <a:gd name="connsiteY17" fmla="*/ 1288205 h 4615039"/>
                <a:gd name="connsiteX18" fmla="*/ 978158 w 1284288"/>
                <a:gd name="connsiteY18" fmla="*/ 1288205 h 4615039"/>
                <a:gd name="connsiteX19" fmla="*/ 945233 w 1284288"/>
                <a:gd name="connsiteY19" fmla="*/ 1238817 h 4615039"/>
                <a:gd name="connsiteX20" fmla="*/ 928770 w 1284288"/>
                <a:gd name="connsiteY20" fmla="*/ 1190801 h 4615039"/>
                <a:gd name="connsiteX21" fmla="*/ 913680 w 1284288"/>
                <a:gd name="connsiteY21" fmla="*/ 1076934 h 4615039"/>
                <a:gd name="connsiteX22" fmla="*/ 897216 w 1284288"/>
                <a:gd name="connsiteY22" fmla="*/ 798440 h 4615039"/>
                <a:gd name="connsiteX23" fmla="*/ 897216 w 1284288"/>
                <a:gd name="connsiteY23" fmla="*/ 831366 h 4615039"/>
                <a:gd name="connsiteX24" fmla="*/ 880754 w 1284288"/>
                <a:gd name="connsiteY24" fmla="*/ 814903 h 4615039"/>
                <a:gd name="connsiteX25" fmla="*/ 227734 w 1284288"/>
                <a:gd name="connsiteY25" fmla="*/ 636557 h 4615039"/>
                <a:gd name="connsiteX26" fmla="*/ 260659 w 1284288"/>
                <a:gd name="connsiteY26" fmla="*/ 636557 h 4615039"/>
                <a:gd name="connsiteX27" fmla="*/ 277122 w 1284288"/>
                <a:gd name="connsiteY27" fmla="*/ 1271743 h 4615039"/>
                <a:gd name="connsiteX28" fmla="*/ 212643 w 1284288"/>
                <a:gd name="connsiteY28" fmla="*/ 1354056 h 4615039"/>
                <a:gd name="connsiteX29" fmla="*/ 179717 w 1284288"/>
                <a:gd name="connsiteY29" fmla="*/ 1321131 h 4615039"/>
                <a:gd name="connsiteX30" fmla="*/ 146792 w 1284288"/>
                <a:gd name="connsiteY30" fmla="*/ 1190801 h 4615039"/>
                <a:gd name="connsiteX31" fmla="*/ 130329 w 1284288"/>
                <a:gd name="connsiteY31" fmla="*/ 1174338 h 4615039"/>
                <a:gd name="connsiteX32" fmla="*/ 113867 w 1284288"/>
                <a:gd name="connsiteY32" fmla="*/ 1157875 h 4615039"/>
                <a:gd name="connsiteX33" fmla="*/ 97404 w 1284288"/>
                <a:gd name="connsiteY33" fmla="*/ 1157875 h 4615039"/>
                <a:gd name="connsiteX34" fmla="*/ 80941 w 1284288"/>
                <a:gd name="connsiteY34" fmla="*/ 1174338 h 4615039"/>
                <a:gd name="connsiteX35" fmla="*/ 80941 w 1284288"/>
                <a:gd name="connsiteY35" fmla="*/ 1190801 h 4615039"/>
                <a:gd name="connsiteX36" fmla="*/ 113867 w 1284288"/>
                <a:gd name="connsiteY36" fmla="*/ 1223726 h 4615039"/>
                <a:gd name="connsiteX37" fmla="*/ 130329 w 1284288"/>
                <a:gd name="connsiteY37" fmla="*/ 1238817 h 4615039"/>
                <a:gd name="connsiteX38" fmla="*/ 163255 w 1284288"/>
                <a:gd name="connsiteY38" fmla="*/ 1321131 h 4615039"/>
                <a:gd name="connsiteX39" fmla="*/ 179717 w 1284288"/>
                <a:gd name="connsiteY39" fmla="*/ 1370519 h 4615039"/>
                <a:gd name="connsiteX40" fmla="*/ 97404 w 1284288"/>
                <a:gd name="connsiteY40" fmla="*/ 1451460 h 4615039"/>
                <a:gd name="connsiteX41" fmla="*/ 80941 w 1284288"/>
                <a:gd name="connsiteY41" fmla="*/ 1385609 h 4615039"/>
                <a:gd name="connsiteX42" fmla="*/ 49388 w 1284288"/>
                <a:gd name="connsiteY42" fmla="*/ 1385609 h 4615039"/>
                <a:gd name="connsiteX43" fmla="*/ 0 w 1284288"/>
                <a:gd name="connsiteY43" fmla="*/ 684574 h 4615039"/>
                <a:gd name="connsiteX44" fmla="*/ 1174339 w 1284288"/>
                <a:gd name="connsiteY44" fmla="*/ 0 h 4615039"/>
                <a:gd name="connsiteX45" fmla="*/ 1284288 w 1284288"/>
                <a:gd name="connsiteY45" fmla="*/ 0 h 4615039"/>
                <a:gd name="connsiteX46" fmla="*/ 1284288 w 1284288"/>
                <a:gd name="connsiteY46" fmla="*/ 917031 h 4615039"/>
                <a:gd name="connsiteX47" fmla="*/ 1255280 w 1284288"/>
                <a:gd name="connsiteY47" fmla="*/ 945233 h 4615039"/>
                <a:gd name="connsiteX48" fmla="*/ 1222355 w 1284288"/>
                <a:gd name="connsiteY48" fmla="*/ 1011084 h 4615039"/>
                <a:gd name="connsiteX49" fmla="*/ 1124950 w 1284288"/>
                <a:gd name="connsiteY49" fmla="*/ 897217 h 4615039"/>
                <a:gd name="connsiteX50" fmla="*/ 1124951 w 1284288"/>
                <a:gd name="connsiteY50" fmla="*/ 897216 h 4615039"/>
                <a:gd name="connsiteX51" fmla="*/ 1108488 w 1284288"/>
                <a:gd name="connsiteY51" fmla="*/ 880754 h 4615039"/>
                <a:gd name="connsiteX52" fmla="*/ 1092026 w 1284288"/>
                <a:gd name="connsiteY52" fmla="*/ 847828 h 4615039"/>
                <a:gd name="connsiteX53" fmla="*/ 1092026 w 1284288"/>
                <a:gd name="connsiteY53" fmla="*/ 798440 h 4615039"/>
                <a:gd name="connsiteX54" fmla="*/ 1124951 w 1284288"/>
                <a:gd name="connsiteY54" fmla="*/ 733962 h 4615039"/>
                <a:gd name="connsiteX55" fmla="*/ 1157876 w 1284288"/>
                <a:gd name="connsiteY55" fmla="*/ 651648 h 4615039"/>
                <a:gd name="connsiteX56" fmla="*/ 1124951 w 1284288"/>
                <a:gd name="connsiteY56" fmla="*/ 701036 h 4615039"/>
                <a:gd name="connsiteX57" fmla="*/ 1075563 w 1284288"/>
                <a:gd name="connsiteY57" fmla="*/ 750424 h 4615039"/>
                <a:gd name="connsiteX58" fmla="*/ 1060473 w 1284288"/>
                <a:gd name="connsiteY58" fmla="*/ 814903 h 4615039"/>
                <a:gd name="connsiteX59" fmla="*/ 1060473 w 1284288"/>
                <a:gd name="connsiteY59" fmla="*/ 847828 h 4615039"/>
                <a:gd name="connsiteX60" fmla="*/ 1060473 w 1284288"/>
                <a:gd name="connsiteY60" fmla="*/ 880754 h 4615039"/>
                <a:gd name="connsiteX61" fmla="*/ 1092026 w 1284288"/>
                <a:gd name="connsiteY61" fmla="*/ 945233 h 4615039"/>
                <a:gd name="connsiteX62" fmla="*/ 1207264 w 1284288"/>
                <a:gd name="connsiteY62" fmla="*/ 1060472 h 4615039"/>
                <a:gd name="connsiteX63" fmla="*/ 1284288 w 1284288"/>
                <a:gd name="connsiteY63" fmla="*/ 990628 h 4615039"/>
                <a:gd name="connsiteX64" fmla="*/ 1284288 w 1284288"/>
                <a:gd name="connsiteY64" fmla="*/ 1385609 h 4615039"/>
                <a:gd name="connsiteX65" fmla="*/ 1207264 w 1284288"/>
                <a:gd name="connsiteY65" fmla="*/ 1385609 h 4615039"/>
                <a:gd name="connsiteX66" fmla="*/ 1124951 w 1284288"/>
                <a:gd name="connsiteY66" fmla="*/ 1385609 h 4615039"/>
                <a:gd name="connsiteX67" fmla="*/ 1284288 w 1284288"/>
                <a:gd name="connsiteY67" fmla="*/ 1397945 h 4615039"/>
                <a:gd name="connsiteX68" fmla="*/ 1284288 w 1284288"/>
                <a:gd name="connsiteY68" fmla="*/ 1650875 h 4615039"/>
                <a:gd name="connsiteX69" fmla="*/ 961696 w 1284288"/>
                <a:gd name="connsiteY69" fmla="*/ 1679194 h 4615039"/>
                <a:gd name="connsiteX70" fmla="*/ 961696 w 1284288"/>
                <a:gd name="connsiteY70" fmla="*/ 1532402 h 4615039"/>
                <a:gd name="connsiteX71" fmla="*/ 928770 w 1284288"/>
                <a:gd name="connsiteY71" fmla="*/ 1712120 h 4615039"/>
                <a:gd name="connsiteX72" fmla="*/ 978158 w 1284288"/>
                <a:gd name="connsiteY72" fmla="*/ 1712120 h 4615039"/>
                <a:gd name="connsiteX73" fmla="*/ 1027546 w 1284288"/>
                <a:gd name="connsiteY73" fmla="*/ 1712120 h 4615039"/>
                <a:gd name="connsiteX74" fmla="*/ 1092026 w 1284288"/>
                <a:gd name="connsiteY74" fmla="*/ 1712120 h 4615039"/>
                <a:gd name="connsiteX75" fmla="*/ 1284288 w 1284288"/>
                <a:gd name="connsiteY75" fmla="*/ 1670674 h 4615039"/>
                <a:gd name="connsiteX76" fmla="*/ 1284288 w 1284288"/>
                <a:gd name="connsiteY76" fmla="*/ 1941225 h 4615039"/>
                <a:gd name="connsiteX77" fmla="*/ 1238818 w 1284288"/>
                <a:gd name="connsiteY77" fmla="*/ 1941225 h 4615039"/>
                <a:gd name="connsiteX78" fmla="*/ 1157876 w 1284288"/>
                <a:gd name="connsiteY78" fmla="*/ 1941225 h 4615039"/>
                <a:gd name="connsiteX79" fmla="*/ 978158 w 1284288"/>
                <a:gd name="connsiteY79" fmla="*/ 1908300 h 4615039"/>
                <a:gd name="connsiteX80" fmla="*/ 783350 w 1284288"/>
                <a:gd name="connsiteY80" fmla="*/ 1842449 h 4615039"/>
                <a:gd name="connsiteX81" fmla="*/ 978158 w 1284288"/>
                <a:gd name="connsiteY81" fmla="*/ 1941225 h 4615039"/>
                <a:gd name="connsiteX82" fmla="*/ 1222355 w 1284288"/>
                <a:gd name="connsiteY82" fmla="*/ 1989242 h 4615039"/>
                <a:gd name="connsiteX83" fmla="*/ 1284288 w 1284288"/>
                <a:gd name="connsiteY83" fmla="*/ 1976855 h 4615039"/>
                <a:gd name="connsiteX84" fmla="*/ 1284288 w 1284288"/>
                <a:gd name="connsiteY84" fmla="*/ 2424906 h 4615039"/>
                <a:gd name="connsiteX85" fmla="*/ 1255280 w 1284288"/>
                <a:gd name="connsiteY85" fmla="*/ 2511931 h 4615039"/>
                <a:gd name="connsiteX86" fmla="*/ 1207264 w 1284288"/>
                <a:gd name="connsiteY86" fmla="*/ 2935846 h 4615039"/>
                <a:gd name="connsiteX87" fmla="*/ 1238817 w 1284288"/>
                <a:gd name="connsiteY87" fmla="*/ 2902920 h 4615039"/>
                <a:gd name="connsiteX88" fmla="*/ 1255280 w 1284288"/>
                <a:gd name="connsiteY88" fmla="*/ 2886458 h 4615039"/>
                <a:gd name="connsiteX89" fmla="*/ 1255280 w 1284288"/>
                <a:gd name="connsiteY89" fmla="*/ 2853532 h 4615039"/>
                <a:gd name="connsiteX90" fmla="*/ 1271743 w 1284288"/>
                <a:gd name="connsiteY90" fmla="*/ 2625799 h 4615039"/>
                <a:gd name="connsiteX91" fmla="*/ 1284288 w 1284288"/>
                <a:gd name="connsiteY91" fmla="*/ 2563070 h 4615039"/>
                <a:gd name="connsiteX92" fmla="*/ 1284288 w 1284288"/>
                <a:gd name="connsiteY92" fmla="*/ 3000324 h 4615039"/>
                <a:gd name="connsiteX93" fmla="*/ 1255280 w 1284288"/>
                <a:gd name="connsiteY93" fmla="*/ 3000324 h 4615039"/>
                <a:gd name="connsiteX94" fmla="*/ 1207264 w 1284288"/>
                <a:gd name="connsiteY94" fmla="*/ 3000324 h 4615039"/>
                <a:gd name="connsiteX95" fmla="*/ 1190802 w 1284288"/>
                <a:gd name="connsiteY95" fmla="*/ 3066175 h 4615039"/>
                <a:gd name="connsiteX96" fmla="*/ 1108488 w 1284288"/>
                <a:gd name="connsiteY96" fmla="*/ 3016787 h 4615039"/>
                <a:gd name="connsiteX97" fmla="*/ 1108488 w 1284288"/>
                <a:gd name="connsiteY97" fmla="*/ 3114191 h 4615039"/>
                <a:gd name="connsiteX98" fmla="*/ 1092026 w 1284288"/>
                <a:gd name="connsiteY98" fmla="*/ 3260983 h 4615039"/>
                <a:gd name="connsiteX99" fmla="*/ 1092026 w 1284288"/>
                <a:gd name="connsiteY99" fmla="*/ 3424239 h 4615039"/>
                <a:gd name="connsiteX100" fmla="*/ 1075563 w 1284288"/>
                <a:gd name="connsiteY100" fmla="*/ 3684898 h 4615039"/>
                <a:gd name="connsiteX101" fmla="*/ 1075563 w 1284288"/>
                <a:gd name="connsiteY101" fmla="*/ 4027870 h 4615039"/>
                <a:gd name="connsiteX102" fmla="*/ 1092026 w 1284288"/>
                <a:gd name="connsiteY102" fmla="*/ 4060796 h 4615039"/>
                <a:gd name="connsiteX103" fmla="*/ 1108488 w 1284288"/>
                <a:gd name="connsiteY103" fmla="*/ 4093721 h 4615039"/>
                <a:gd name="connsiteX104" fmla="*/ 1108488 w 1284288"/>
                <a:gd name="connsiteY104" fmla="*/ 4125275 h 4615039"/>
                <a:gd name="connsiteX105" fmla="*/ 1124951 w 1284288"/>
                <a:gd name="connsiteY105" fmla="*/ 4272067 h 4615039"/>
                <a:gd name="connsiteX106" fmla="*/ 1157876 w 1284288"/>
                <a:gd name="connsiteY106" fmla="*/ 4402397 h 4615039"/>
                <a:gd name="connsiteX107" fmla="*/ 1174339 w 1284288"/>
                <a:gd name="connsiteY107" fmla="*/ 4418859 h 4615039"/>
                <a:gd name="connsiteX108" fmla="*/ 1174339 w 1284288"/>
                <a:gd name="connsiteY108" fmla="*/ 4484710 h 4615039"/>
                <a:gd name="connsiteX109" fmla="*/ 1190802 w 1284288"/>
                <a:gd name="connsiteY109" fmla="*/ 4534098 h 4615039"/>
                <a:gd name="connsiteX110" fmla="*/ 1207264 w 1284288"/>
                <a:gd name="connsiteY110" fmla="*/ 4565651 h 4615039"/>
                <a:gd name="connsiteX111" fmla="*/ 1190802 w 1284288"/>
                <a:gd name="connsiteY111" fmla="*/ 4582114 h 4615039"/>
                <a:gd name="connsiteX112" fmla="*/ 1157876 w 1284288"/>
                <a:gd name="connsiteY112" fmla="*/ 4615039 h 4615039"/>
                <a:gd name="connsiteX113" fmla="*/ 1075563 w 1284288"/>
                <a:gd name="connsiteY113" fmla="*/ 4615039 h 4615039"/>
                <a:gd name="connsiteX114" fmla="*/ 1027546 w 1284288"/>
                <a:gd name="connsiteY114" fmla="*/ 4582114 h 4615039"/>
                <a:gd name="connsiteX115" fmla="*/ 978158 w 1284288"/>
                <a:gd name="connsiteY115" fmla="*/ 4549189 h 4615039"/>
                <a:gd name="connsiteX116" fmla="*/ 961696 w 1284288"/>
                <a:gd name="connsiteY116" fmla="*/ 4501173 h 4615039"/>
                <a:gd name="connsiteX117" fmla="*/ 945233 w 1284288"/>
                <a:gd name="connsiteY117" fmla="*/ 4224051 h 4615039"/>
                <a:gd name="connsiteX118" fmla="*/ 961696 w 1284288"/>
                <a:gd name="connsiteY118" fmla="*/ 4060796 h 4615039"/>
                <a:gd name="connsiteX119" fmla="*/ 880754 w 1284288"/>
                <a:gd name="connsiteY119" fmla="*/ 3831689 h 4615039"/>
                <a:gd name="connsiteX120" fmla="*/ 814903 w 1284288"/>
                <a:gd name="connsiteY120" fmla="*/ 3554568 h 4615039"/>
                <a:gd name="connsiteX121" fmla="*/ 798440 w 1284288"/>
                <a:gd name="connsiteY121" fmla="*/ 3473627 h 4615039"/>
                <a:gd name="connsiteX122" fmla="*/ 798440 w 1284288"/>
                <a:gd name="connsiteY122" fmla="*/ 3391313 h 4615039"/>
                <a:gd name="connsiteX123" fmla="*/ 814903 w 1284288"/>
                <a:gd name="connsiteY123" fmla="*/ 3212967 h 4615039"/>
                <a:gd name="connsiteX124" fmla="*/ 798440 w 1284288"/>
                <a:gd name="connsiteY124" fmla="*/ 2952308 h 4615039"/>
                <a:gd name="connsiteX125" fmla="*/ 537781 w 1284288"/>
                <a:gd name="connsiteY125" fmla="*/ 2869995 h 4615039"/>
                <a:gd name="connsiteX126" fmla="*/ 603632 w 1284288"/>
                <a:gd name="connsiteY126" fmla="*/ 2527022 h 4615039"/>
                <a:gd name="connsiteX127" fmla="*/ 651648 w 1284288"/>
                <a:gd name="connsiteY127" fmla="*/ 2201884 h 4615039"/>
                <a:gd name="connsiteX128" fmla="*/ 651648 w 1284288"/>
                <a:gd name="connsiteY128" fmla="*/ 2201882 h 4615039"/>
                <a:gd name="connsiteX129" fmla="*/ 668111 w 1284288"/>
                <a:gd name="connsiteY129" fmla="*/ 2103108 h 4615039"/>
                <a:gd name="connsiteX130" fmla="*/ 701036 w 1284288"/>
                <a:gd name="connsiteY130" fmla="*/ 1941225 h 4615039"/>
                <a:gd name="connsiteX131" fmla="*/ 717499 w 1284288"/>
                <a:gd name="connsiteY131" fmla="*/ 1825986 h 4615039"/>
                <a:gd name="connsiteX132" fmla="*/ 798440 w 1284288"/>
                <a:gd name="connsiteY132" fmla="*/ 1712120 h 4615039"/>
                <a:gd name="connsiteX133" fmla="*/ 374527 w 1284288"/>
                <a:gd name="connsiteY133" fmla="*/ 1695657 h 4615039"/>
                <a:gd name="connsiteX134" fmla="*/ 358064 w 1284288"/>
                <a:gd name="connsiteY134" fmla="*/ 1662732 h 4615039"/>
                <a:gd name="connsiteX135" fmla="*/ 326510 w 1284288"/>
                <a:gd name="connsiteY135" fmla="*/ 1565328 h 4615039"/>
                <a:gd name="connsiteX136" fmla="*/ 293585 w 1284288"/>
                <a:gd name="connsiteY136" fmla="*/ 1532402 h 4615039"/>
                <a:gd name="connsiteX137" fmla="*/ 212644 w 1284288"/>
                <a:gd name="connsiteY137" fmla="*/ 1515939 h 4615039"/>
                <a:gd name="connsiteX138" fmla="*/ 113868 w 1284288"/>
                <a:gd name="connsiteY138" fmla="*/ 1467923 h 4615039"/>
                <a:gd name="connsiteX139" fmla="*/ 97405 w 1284288"/>
                <a:gd name="connsiteY139" fmla="*/ 1467923 h 4615039"/>
                <a:gd name="connsiteX140" fmla="*/ 97405 w 1284288"/>
                <a:gd name="connsiteY140" fmla="*/ 1451461 h 4615039"/>
                <a:gd name="connsiteX141" fmla="*/ 179718 w 1284288"/>
                <a:gd name="connsiteY141" fmla="*/ 1370519 h 4615039"/>
                <a:gd name="connsiteX142" fmla="*/ 227734 w 1284288"/>
                <a:gd name="connsiteY142" fmla="*/ 1418535 h 4615039"/>
                <a:gd name="connsiteX143" fmla="*/ 260659 w 1284288"/>
                <a:gd name="connsiteY143" fmla="*/ 1418535 h 4615039"/>
                <a:gd name="connsiteX144" fmla="*/ 277122 w 1284288"/>
                <a:gd name="connsiteY144" fmla="*/ 1434998 h 4615039"/>
                <a:gd name="connsiteX145" fmla="*/ 277122 w 1284288"/>
                <a:gd name="connsiteY145" fmla="*/ 1418535 h 4615039"/>
                <a:gd name="connsiteX146" fmla="*/ 277122 w 1284288"/>
                <a:gd name="connsiteY146" fmla="*/ 1402073 h 4615039"/>
                <a:gd name="connsiteX147" fmla="*/ 212644 w 1284288"/>
                <a:gd name="connsiteY147" fmla="*/ 1354056 h 4615039"/>
                <a:gd name="connsiteX148" fmla="*/ 277122 w 1284288"/>
                <a:gd name="connsiteY148" fmla="*/ 1271743 h 4615039"/>
                <a:gd name="connsiteX149" fmla="*/ 277122 w 1284288"/>
                <a:gd name="connsiteY149" fmla="*/ 1337593 h 4615039"/>
                <a:gd name="connsiteX150" fmla="*/ 587170 w 1284288"/>
                <a:gd name="connsiteY150" fmla="*/ 1402073 h 4615039"/>
                <a:gd name="connsiteX151" fmla="*/ 620094 w 1284288"/>
                <a:gd name="connsiteY151" fmla="*/ 1385611 h 4615039"/>
                <a:gd name="connsiteX152" fmla="*/ 620095 w 1284288"/>
                <a:gd name="connsiteY152" fmla="*/ 1385610 h 4615039"/>
                <a:gd name="connsiteX153" fmla="*/ 684574 w 1284288"/>
                <a:gd name="connsiteY153" fmla="*/ 1370519 h 4615039"/>
                <a:gd name="connsiteX154" fmla="*/ 717499 w 1284288"/>
                <a:gd name="connsiteY154" fmla="*/ 1354056 h 4615039"/>
                <a:gd name="connsiteX155" fmla="*/ 750425 w 1284288"/>
                <a:gd name="connsiteY155" fmla="*/ 1354056 h 4615039"/>
                <a:gd name="connsiteX156" fmla="*/ 798440 w 1284288"/>
                <a:gd name="connsiteY156" fmla="*/ 1370519 h 4615039"/>
                <a:gd name="connsiteX157" fmla="*/ 766887 w 1284288"/>
                <a:gd name="connsiteY157" fmla="*/ 1027546 h 4615039"/>
                <a:gd name="connsiteX158" fmla="*/ 766887 w 1284288"/>
                <a:gd name="connsiteY158" fmla="*/ 994621 h 4615039"/>
                <a:gd name="connsiteX159" fmla="*/ 783350 w 1284288"/>
                <a:gd name="connsiteY159" fmla="*/ 930142 h 4615039"/>
                <a:gd name="connsiteX160" fmla="*/ 847829 w 1284288"/>
                <a:gd name="connsiteY160" fmla="*/ 880754 h 4615039"/>
                <a:gd name="connsiteX161" fmla="*/ 913680 w 1284288"/>
                <a:gd name="connsiteY161" fmla="*/ 847828 h 4615039"/>
                <a:gd name="connsiteX162" fmla="*/ 1060473 w 1284288"/>
                <a:gd name="connsiteY162" fmla="*/ 717499 h 4615039"/>
                <a:gd name="connsiteX163" fmla="*/ 1092026 w 1284288"/>
                <a:gd name="connsiteY163" fmla="*/ 668111 h 4615039"/>
                <a:gd name="connsiteX164" fmla="*/ 1124951 w 1284288"/>
                <a:gd name="connsiteY164" fmla="*/ 636557 h 4615039"/>
                <a:gd name="connsiteX165" fmla="*/ 1124951 w 1284288"/>
                <a:gd name="connsiteY165" fmla="*/ 620094 h 4615039"/>
                <a:gd name="connsiteX166" fmla="*/ 1141414 w 1284288"/>
                <a:gd name="connsiteY166" fmla="*/ 603632 h 4615039"/>
                <a:gd name="connsiteX167" fmla="*/ 1124951 w 1284288"/>
                <a:gd name="connsiteY167" fmla="*/ 570706 h 4615039"/>
                <a:gd name="connsiteX168" fmla="*/ 1108488 w 1284288"/>
                <a:gd name="connsiteY168" fmla="*/ 521318 h 4615039"/>
                <a:gd name="connsiteX169" fmla="*/ 1075563 w 1284288"/>
                <a:gd name="connsiteY169" fmla="*/ 504856 h 4615039"/>
                <a:gd name="connsiteX170" fmla="*/ 1075563 w 1284288"/>
                <a:gd name="connsiteY170" fmla="*/ 537781 h 4615039"/>
                <a:gd name="connsiteX171" fmla="*/ 1060473 w 1284288"/>
                <a:gd name="connsiteY171" fmla="*/ 570706 h 4615039"/>
                <a:gd name="connsiteX172" fmla="*/ 1060473 w 1284288"/>
                <a:gd name="connsiteY172" fmla="*/ 620094 h 4615039"/>
                <a:gd name="connsiteX173" fmla="*/ 1060473 w 1284288"/>
                <a:gd name="connsiteY173" fmla="*/ 684574 h 4615039"/>
                <a:gd name="connsiteX174" fmla="*/ 1027547 w 1284288"/>
                <a:gd name="connsiteY174" fmla="*/ 717499 h 4615039"/>
                <a:gd name="connsiteX175" fmla="*/ 994622 w 1284288"/>
                <a:gd name="connsiteY175" fmla="*/ 750424 h 4615039"/>
                <a:gd name="connsiteX176" fmla="*/ 945233 w 1284288"/>
                <a:gd name="connsiteY176" fmla="*/ 783350 h 4615039"/>
                <a:gd name="connsiteX177" fmla="*/ 897217 w 1284288"/>
                <a:gd name="connsiteY177" fmla="*/ 798440 h 4615039"/>
                <a:gd name="connsiteX178" fmla="*/ 880755 w 1284288"/>
                <a:gd name="connsiteY178" fmla="*/ 668111 h 4615039"/>
                <a:gd name="connsiteX179" fmla="*/ 897217 w 1284288"/>
                <a:gd name="connsiteY179" fmla="*/ 603632 h 4615039"/>
                <a:gd name="connsiteX180" fmla="*/ 913680 w 1284288"/>
                <a:gd name="connsiteY180" fmla="*/ 570706 h 4615039"/>
                <a:gd name="connsiteX181" fmla="*/ 945233 w 1284288"/>
                <a:gd name="connsiteY181" fmla="*/ 554244 h 4615039"/>
                <a:gd name="connsiteX182" fmla="*/ 978159 w 1284288"/>
                <a:gd name="connsiteY182" fmla="*/ 521318 h 4615039"/>
                <a:gd name="connsiteX183" fmla="*/ 978159 w 1284288"/>
                <a:gd name="connsiteY183" fmla="*/ 489765 h 4615039"/>
                <a:gd name="connsiteX184" fmla="*/ 945233 w 1284288"/>
                <a:gd name="connsiteY184" fmla="*/ 473303 h 4615039"/>
                <a:gd name="connsiteX185" fmla="*/ 928770 w 1284288"/>
                <a:gd name="connsiteY185" fmla="*/ 504856 h 4615039"/>
                <a:gd name="connsiteX186" fmla="*/ 913680 w 1284288"/>
                <a:gd name="connsiteY186" fmla="*/ 456840 h 4615039"/>
                <a:gd name="connsiteX187" fmla="*/ 913680 w 1284288"/>
                <a:gd name="connsiteY187" fmla="*/ 374527 h 4615039"/>
                <a:gd name="connsiteX188" fmla="*/ 913680 w 1284288"/>
                <a:gd name="connsiteY188" fmla="*/ 326510 h 4615039"/>
                <a:gd name="connsiteX189" fmla="*/ 880755 w 1284288"/>
                <a:gd name="connsiteY189" fmla="*/ 359435 h 4615039"/>
                <a:gd name="connsiteX190" fmla="*/ 847829 w 1284288"/>
                <a:gd name="connsiteY190" fmla="*/ 390989 h 4615039"/>
                <a:gd name="connsiteX191" fmla="*/ 814904 w 1284288"/>
                <a:gd name="connsiteY191" fmla="*/ 440377 h 4615039"/>
                <a:gd name="connsiteX192" fmla="*/ 847829 w 1284288"/>
                <a:gd name="connsiteY192" fmla="*/ 359435 h 4615039"/>
                <a:gd name="connsiteX193" fmla="*/ 880755 w 1284288"/>
                <a:gd name="connsiteY193" fmla="*/ 260659 h 4615039"/>
                <a:gd name="connsiteX194" fmla="*/ 897217 w 1284288"/>
                <a:gd name="connsiteY194" fmla="*/ 227734 h 4615039"/>
                <a:gd name="connsiteX195" fmla="*/ 913680 w 1284288"/>
                <a:gd name="connsiteY195" fmla="*/ 212644 h 4615039"/>
                <a:gd name="connsiteX196" fmla="*/ 913680 w 1284288"/>
                <a:gd name="connsiteY196" fmla="*/ 196181 h 4615039"/>
                <a:gd name="connsiteX197" fmla="*/ 897217 w 1284288"/>
                <a:gd name="connsiteY197" fmla="*/ 196181 h 4615039"/>
                <a:gd name="connsiteX198" fmla="*/ 847829 w 1284288"/>
                <a:gd name="connsiteY198" fmla="*/ 196181 h 4615039"/>
                <a:gd name="connsiteX199" fmla="*/ 897217 w 1284288"/>
                <a:gd name="connsiteY199" fmla="*/ 163256 h 4615039"/>
                <a:gd name="connsiteX200" fmla="*/ 945233 w 1284288"/>
                <a:gd name="connsiteY200" fmla="*/ 146793 h 4615039"/>
                <a:gd name="connsiteX201" fmla="*/ 978159 w 1284288"/>
                <a:gd name="connsiteY201" fmla="*/ 146793 h 4615039"/>
                <a:gd name="connsiteX202" fmla="*/ 1011085 w 1284288"/>
                <a:gd name="connsiteY202" fmla="*/ 179718 h 4615039"/>
                <a:gd name="connsiteX203" fmla="*/ 1060473 w 1284288"/>
                <a:gd name="connsiteY203" fmla="*/ 97405 h 4615039"/>
                <a:gd name="connsiteX204" fmla="*/ 1108488 w 1284288"/>
                <a:gd name="connsiteY204" fmla="*/ 65851 h 4615039"/>
                <a:gd name="connsiteX205" fmla="*/ 1157876 w 1284288"/>
                <a:gd name="connsiteY205" fmla="*/ 49388 h 4615039"/>
                <a:gd name="connsiteX206" fmla="*/ 1174339 w 1284288"/>
                <a:gd name="connsiteY206" fmla="*/ 32926 h 4615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284288" h="4615039">
                  <a:moveTo>
                    <a:pt x="504857" y="1500849"/>
                  </a:moveTo>
                  <a:lnTo>
                    <a:pt x="717499" y="1565327"/>
                  </a:lnTo>
                  <a:lnTo>
                    <a:pt x="814904" y="1598253"/>
                  </a:lnTo>
                  <a:lnTo>
                    <a:pt x="831366" y="1598253"/>
                  </a:lnTo>
                  <a:lnTo>
                    <a:pt x="847829" y="1581790"/>
                  </a:lnTo>
                  <a:lnTo>
                    <a:pt x="847829" y="1565327"/>
                  </a:lnTo>
                  <a:lnTo>
                    <a:pt x="847829" y="1548864"/>
                  </a:lnTo>
                  <a:lnTo>
                    <a:pt x="733962" y="1548864"/>
                  </a:lnTo>
                  <a:close/>
                  <a:moveTo>
                    <a:pt x="913680" y="1044009"/>
                  </a:moveTo>
                  <a:lnTo>
                    <a:pt x="897217" y="1157875"/>
                  </a:lnTo>
                  <a:lnTo>
                    <a:pt x="913680" y="1255280"/>
                  </a:lnTo>
                  <a:lnTo>
                    <a:pt x="928770" y="1288205"/>
                  </a:lnTo>
                  <a:lnTo>
                    <a:pt x="961696" y="1337593"/>
                  </a:lnTo>
                  <a:lnTo>
                    <a:pt x="961696" y="1337594"/>
                  </a:lnTo>
                  <a:lnTo>
                    <a:pt x="978158" y="1370519"/>
                  </a:lnTo>
                  <a:lnTo>
                    <a:pt x="1044009" y="1370519"/>
                  </a:lnTo>
                  <a:lnTo>
                    <a:pt x="1027546" y="1354056"/>
                  </a:lnTo>
                  <a:lnTo>
                    <a:pt x="978158" y="1288205"/>
                  </a:lnTo>
                  <a:lnTo>
                    <a:pt x="978158" y="1288205"/>
                  </a:lnTo>
                  <a:lnTo>
                    <a:pt x="945233" y="1238817"/>
                  </a:lnTo>
                  <a:lnTo>
                    <a:pt x="928770" y="1190801"/>
                  </a:lnTo>
                  <a:lnTo>
                    <a:pt x="913680" y="1076934"/>
                  </a:lnTo>
                  <a:close/>
                  <a:moveTo>
                    <a:pt x="897216" y="798440"/>
                  </a:moveTo>
                  <a:lnTo>
                    <a:pt x="897216" y="831366"/>
                  </a:lnTo>
                  <a:lnTo>
                    <a:pt x="880754" y="814903"/>
                  </a:lnTo>
                  <a:close/>
                  <a:moveTo>
                    <a:pt x="227734" y="636557"/>
                  </a:moveTo>
                  <a:lnTo>
                    <a:pt x="260659" y="636557"/>
                  </a:lnTo>
                  <a:lnTo>
                    <a:pt x="277122" y="1271743"/>
                  </a:lnTo>
                  <a:lnTo>
                    <a:pt x="212643" y="1354056"/>
                  </a:lnTo>
                  <a:lnTo>
                    <a:pt x="179717" y="1321131"/>
                  </a:lnTo>
                  <a:lnTo>
                    <a:pt x="146792" y="1190801"/>
                  </a:lnTo>
                  <a:lnTo>
                    <a:pt x="130329" y="1174338"/>
                  </a:lnTo>
                  <a:lnTo>
                    <a:pt x="113867" y="1157875"/>
                  </a:lnTo>
                  <a:lnTo>
                    <a:pt x="97404" y="1157875"/>
                  </a:lnTo>
                  <a:lnTo>
                    <a:pt x="80941" y="1174338"/>
                  </a:lnTo>
                  <a:lnTo>
                    <a:pt x="80941" y="1190801"/>
                  </a:lnTo>
                  <a:lnTo>
                    <a:pt x="113867" y="1223726"/>
                  </a:lnTo>
                  <a:lnTo>
                    <a:pt x="130329" y="1238817"/>
                  </a:lnTo>
                  <a:lnTo>
                    <a:pt x="163255" y="1321131"/>
                  </a:lnTo>
                  <a:lnTo>
                    <a:pt x="179717" y="1370519"/>
                  </a:lnTo>
                  <a:lnTo>
                    <a:pt x="97404" y="1451460"/>
                  </a:lnTo>
                  <a:lnTo>
                    <a:pt x="80941" y="1385609"/>
                  </a:lnTo>
                  <a:lnTo>
                    <a:pt x="49388" y="1385609"/>
                  </a:lnTo>
                  <a:lnTo>
                    <a:pt x="0" y="684574"/>
                  </a:lnTo>
                  <a:close/>
                  <a:moveTo>
                    <a:pt x="1174339" y="0"/>
                  </a:moveTo>
                  <a:lnTo>
                    <a:pt x="1284288" y="0"/>
                  </a:lnTo>
                  <a:lnTo>
                    <a:pt x="1284288" y="917031"/>
                  </a:lnTo>
                  <a:lnTo>
                    <a:pt x="1255280" y="945233"/>
                  </a:lnTo>
                  <a:lnTo>
                    <a:pt x="1222355" y="1011084"/>
                  </a:lnTo>
                  <a:lnTo>
                    <a:pt x="1124950" y="897217"/>
                  </a:lnTo>
                  <a:lnTo>
                    <a:pt x="1124951" y="897216"/>
                  </a:lnTo>
                  <a:lnTo>
                    <a:pt x="1108488" y="880754"/>
                  </a:lnTo>
                  <a:lnTo>
                    <a:pt x="1092026" y="847828"/>
                  </a:lnTo>
                  <a:lnTo>
                    <a:pt x="1092026" y="798440"/>
                  </a:lnTo>
                  <a:lnTo>
                    <a:pt x="1124951" y="733962"/>
                  </a:lnTo>
                  <a:lnTo>
                    <a:pt x="1157876" y="651648"/>
                  </a:lnTo>
                  <a:lnTo>
                    <a:pt x="1124951" y="701036"/>
                  </a:lnTo>
                  <a:lnTo>
                    <a:pt x="1075563" y="750424"/>
                  </a:lnTo>
                  <a:lnTo>
                    <a:pt x="1060473" y="814903"/>
                  </a:lnTo>
                  <a:lnTo>
                    <a:pt x="1060473" y="847828"/>
                  </a:lnTo>
                  <a:lnTo>
                    <a:pt x="1060473" y="880754"/>
                  </a:lnTo>
                  <a:lnTo>
                    <a:pt x="1092026" y="945233"/>
                  </a:lnTo>
                  <a:lnTo>
                    <a:pt x="1207264" y="1060472"/>
                  </a:lnTo>
                  <a:lnTo>
                    <a:pt x="1284288" y="990628"/>
                  </a:lnTo>
                  <a:lnTo>
                    <a:pt x="1284288" y="1385609"/>
                  </a:lnTo>
                  <a:lnTo>
                    <a:pt x="1207264" y="1385609"/>
                  </a:lnTo>
                  <a:lnTo>
                    <a:pt x="1124951" y="1385609"/>
                  </a:lnTo>
                  <a:lnTo>
                    <a:pt x="1284288" y="1397945"/>
                  </a:lnTo>
                  <a:lnTo>
                    <a:pt x="1284288" y="1650875"/>
                  </a:lnTo>
                  <a:lnTo>
                    <a:pt x="961696" y="1679194"/>
                  </a:lnTo>
                  <a:lnTo>
                    <a:pt x="961696" y="1532402"/>
                  </a:lnTo>
                  <a:lnTo>
                    <a:pt x="928770" y="1712120"/>
                  </a:lnTo>
                  <a:lnTo>
                    <a:pt x="978158" y="1712120"/>
                  </a:lnTo>
                  <a:lnTo>
                    <a:pt x="1027546" y="1712120"/>
                  </a:lnTo>
                  <a:lnTo>
                    <a:pt x="1092026" y="1712120"/>
                  </a:lnTo>
                  <a:lnTo>
                    <a:pt x="1284288" y="1670674"/>
                  </a:lnTo>
                  <a:lnTo>
                    <a:pt x="1284288" y="1941225"/>
                  </a:lnTo>
                  <a:lnTo>
                    <a:pt x="1238818" y="1941225"/>
                  </a:lnTo>
                  <a:lnTo>
                    <a:pt x="1157876" y="1941225"/>
                  </a:lnTo>
                  <a:lnTo>
                    <a:pt x="978158" y="1908300"/>
                  </a:lnTo>
                  <a:lnTo>
                    <a:pt x="783350" y="1842449"/>
                  </a:lnTo>
                  <a:lnTo>
                    <a:pt x="978158" y="1941225"/>
                  </a:lnTo>
                  <a:lnTo>
                    <a:pt x="1222355" y="1989242"/>
                  </a:lnTo>
                  <a:lnTo>
                    <a:pt x="1284288" y="1976855"/>
                  </a:lnTo>
                  <a:lnTo>
                    <a:pt x="1284288" y="2424906"/>
                  </a:lnTo>
                  <a:lnTo>
                    <a:pt x="1255280" y="2511931"/>
                  </a:lnTo>
                  <a:lnTo>
                    <a:pt x="1207264" y="2935846"/>
                  </a:lnTo>
                  <a:lnTo>
                    <a:pt x="1238817" y="2902920"/>
                  </a:lnTo>
                  <a:lnTo>
                    <a:pt x="1255280" y="2886458"/>
                  </a:lnTo>
                  <a:lnTo>
                    <a:pt x="1255280" y="2853532"/>
                  </a:lnTo>
                  <a:lnTo>
                    <a:pt x="1271743" y="2625799"/>
                  </a:lnTo>
                  <a:lnTo>
                    <a:pt x="1284288" y="2563070"/>
                  </a:lnTo>
                  <a:lnTo>
                    <a:pt x="1284288" y="3000324"/>
                  </a:lnTo>
                  <a:lnTo>
                    <a:pt x="1255280" y="3000324"/>
                  </a:lnTo>
                  <a:lnTo>
                    <a:pt x="1207264" y="3000324"/>
                  </a:lnTo>
                  <a:lnTo>
                    <a:pt x="1190802" y="3066175"/>
                  </a:lnTo>
                  <a:lnTo>
                    <a:pt x="1108488" y="3016787"/>
                  </a:lnTo>
                  <a:lnTo>
                    <a:pt x="1108488" y="3114191"/>
                  </a:lnTo>
                  <a:lnTo>
                    <a:pt x="1092026" y="3260983"/>
                  </a:lnTo>
                  <a:lnTo>
                    <a:pt x="1092026" y="3424239"/>
                  </a:lnTo>
                  <a:lnTo>
                    <a:pt x="1075563" y="3684898"/>
                  </a:lnTo>
                  <a:lnTo>
                    <a:pt x="1075563" y="4027870"/>
                  </a:lnTo>
                  <a:lnTo>
                    <a:pt x="1092026" y="4060796"/>
                  </a:lnTo>
                  <a:lnTo>
                    <a:pt x="1108488" y="4093721"/>
                  </a:lnTo>
                  <a:lnTo>
                    <a:pt x="1108488" y="4125275"/>
                  </a:lnTo>
                  <a:lnTo>
                    <a:pt x="1124951" y="4272067"/>
                  </a:lnTo>
                  <a:lnTo>
                    <a:pt x="1157876" y="4402397"/>
                  </a:lnTo>
                  <a:lnTo>
                    <a:pt x="1174339" y="4418859"/>
                  </a:lnTo>
                  <a:lnTo>
                    <a:pt x="1174339" y="4484710"/>
                  </a:lnTo>
                  <a:lnTo>
                    <a:pt x="1190802" y="4534098"/>
                  </a:lnTo>
                  <a:lnTo>
                    <a:pt x="1207264" y="4565651"/>
                  </a:lnTo>
                  <a:lnTo>
                    <a:pt x="1190802" y="4582114"/>
                  </a:lnTo>
                  <a:lnTo>
                    <a:pt x="1157876" y="4615039"/>
                  </a:lnTo>
                  <a:lnTo>
                    <a:pt x="1075563" y="4615039"/>
                  </a:lnTo>
                  <a:lnTo>
                    <a:pt x="1027546" y="4582114"/>
                  </a:lnTo>
                  <a:lnTo>
                    <a:pt x="978158" y="4549189"/>
                  </a:lnTo>
                  <a:lnTo>
                    <a:pt x="961696" y="4501173"/>
                  </a:lnTo>
                  <a:lnTo>
                    <a:pt x="945233" y="4224051"/>
                  </a:lnTo>
                  <a:lnTo>
                    <a:pt x="961696" y="4060796"/>
                  </a:lnTo>
                  <a:lnTo>
                    <a:pt x="880754" y="3831689"/>
                  </a:lnTo>
                  <a:lnTo>
                    <a:pt x="814903" y="3554568"/>
                  </a:lnTo>
                  <a:lnTo>
                    <a:pt x="798440" y="3473627"/>
                  </a:lnTo>
                  <a:lnTo>
                    <a:pt x="798440" y="3391313"/>
                  </a:lnTo>
                  <a:lnTo>
                    <a:pt x="814903" y="3212967"/>
                  </a:lnTo>
                  <a:lnTo>
                    <a:pt x="798440" y="2952308"/>
                  </a:lnTo>
                  <a:lnTo>
                    <a:pt x="537781" y="2869995"/>
                  </a:lnTo>
                  <a:lnTo>
                    <a:pt x="603632" y="2527022"/>
                  </a:lnTo>
                  <a:lnTo>
                    <a:pt x="651648" y="2201884"/>
                  </a:lnTo>
                  <a:lnTo>
                    <a:pt x="651648" y="2201882"/>
                  </a:lnTo>
                  <a:lnTo>
                    <a:pt x="668111" y="2103108"/>
                  </a:lnTo>
                  <a:lnTo>
                    <a:pt x="701036" y="1941225"/>
                  </a:lnTo>
                  <a:lnTo>
                    <a:pt x="717499" y="1825986"/>
                  </a:lnTo>
                  <a:lnTo>
                    <a:pt x="798440" y="1712120"/>
                  </a:lnTo>
                  <a:lnTo>
                    <a:pt x="374527" y="1695657"/>
                  </a:lnTo>
                  <a:lnTo>
                    <a:pt x="358064" y="1662732"/>
                  </a:lnTo>
                  <a:lnTo>
                    <a:pt x="326510" y="1565328"/>
                  </a:lnTo>
                  <a:lnTo>
                    <a:pt x="293585" y="1532402"/>
                  </a:lnTo>
                  <a:lnTo>
                    <a:pt x="212644" y="1515939"/>
                  </a:lnTo>
                  <a:lnTo>
                    <a:pt x="113868" y="1467923"/>
                  </a:lnTo>
                  <a:lnTo>
                    <a:pt x="97405" y="1467923"/>
                  </a:lnTo>
                  <a:lnTo>
                    <a:pt x="97405" y="1451461"/>
                  </a:lnTo>
                  <a:lnTo>
                    <a:pt x="179718" y="1370519"/>
                  </a:lnTo>
                  <a:lnTo>
                    <a:pt x="227734" y="1418535"/>
                  </a:lnTo>
                  <a:lnTo>
                    <a:pt x="260659" y="1418535"/>
                  </a:lnTo>
                  <a:lnTo>
                    <a:pt x="277122" y="1434998"/>
                  </a:lnTo>
                  <a:lnTo>
                    <a:pt x="277122" y="1418535"/>
                  </a:lnTo>
                  <a:lnTo>
                    <a:pt x="277122" y="1402073"/>
                  </a:lnTo>
                  <a:lnTo>
                    <a:pt x="212644" y="1354056"/>
                  </a:lnTo>
                  <a:lnTo>
                    <a:pt x="277122" y="1271743"/>
                  </a:lnTo>
                  <a:lnTo>
                    <a:pt x="277122" y="1337593"/>
                  </a:lnTo>
                  <a:lnTo>
                    <a:pt x="587170" y="1402073"/>
                  </a:lnTo>
                  <a:lnTo>
                    <a:pt x="620094" y="1385611"/>
                  </a:lnTo>
                  <a:lnTo>
                    <a:pt x="620095" y="1385610"/>
                  </a:lnTo>
                  <a:lnTo>
                    <a:pt x="684574" y="1370519"/>
                  </a:lnTo>
                  <a:lnTo>
                    <a:pt x="717499" y="1354056"/>
                  </a:lnTo>
                  <a:lnTo>
                    <a:pt x="750425" y="1354056"/>
                  </a:lnTo>
                  <a:lnTo>
                    <a:pt x="798440" y="1370519"/>
                  </a:lnTo>
                  <a:lnTo>
                    <a:pt x="766887" y="1027546"/>
                  </a:lnTo>
                  <a:lnTo>
                    <a:pt x="766887" y="994621"/>
                  </a:lnTo>
                  <a:lnTo>
                    <a:pt x="783350" y="930142"/>
                  </a:lnTo>
                  <a:lnTo>
                    <a:pt x="847829" y="880754"/>
                  </a:lnTo>
                  <a:lnTo>
                    <a:pt x="913680" y="847828"/>
                  </a:lnTo>
                  <a:lnTo>
                    <a:pt x="1060473" y="717499"/>
                  </a:lnTo>
                  <a:lnTo>
                    <a:pt x="1092026" y="668111"/>
                  </a:lnTo>
                  <a:lnTo>
                    <a:pt x="1124951" y="636557"/>
                  </a:lnTo>
                  <a:lnTo>
                    <a:pt x="1124951" y="620094"/>
                  </a:lnTo>
                  <a:lnTo>
                    <a:pt x="1141414" y="603632"/>
                  </a:lnTo>
                  <a:lnTo>
                    <a:pt x="1124951" y="570706"/>
                  </a:lnTo>
                  <a:lnTo>
                    <a:pt x="1108488" y="521318"/>
                  </a:lnTo>
                  <a:lnTo>
                    <a:pt x="1075563" y="504856"/>
                  </a:lnTo>
                  <a:lnTo>
                    <a:pt x="1075563" y="537781"/>
                  </a:lnTo>
                  <a:lnTo>
                    <a:pt x="1060473" y="570706"/>
                  </a:lnTo>
                  <a:lnTo>
                    <a:pt x="1060473" y="620094"/>
                  </a:lnTo>
                  <a:lnTo>
                    <a:pt x="1060473" y="684574"/>
                  </a:lnTo>
                  <a:lnTo>
                    <a:pt x="1027547" y="717499"/>
                  </a:lnTo>
                  <a:lnTo>
                    <a:pt x="994622" y="750424"/>
                  </a:lnTo>
                  <a:lnTo>
                    <a:pt x="945233" y="783350"/>
                  </a:lnTo>
                  <a:lnTo>
                    <a:pt x="897217" y="798440"/>
                  </a:lnTo>
                  <a:lnTo>
                    <a:pt x="880755" y="668111"/>
                  </a:lnTo>
                  <a:lnTo>
                    <a:pt x="897217" y="603632"/>
                  </a:lnTo>
                  <a:lnTo>
                    <a:pt x="913680" y="570706"/>
                  </a:lnTo>
                  <a:lnTo>
                    <a:pt x="945233" y="554244"/>
                  </a:lnTo>
                  <a:lnTo>
                    <a:pt x="978159" y="521318"/>
                  </a:lnTo>
                  <a:lnTo>
                    <a:pt x="978159" y="489765"/>
                  </a:lnTo>
                  <a:lnTo>
                    <a:pt x="945233" y="473303"/>
                  </a:lnTo>
                  <a:lnTo>
                    <a:pt x="928770" y="504856"/>
                  </a:lnTo>
                  <a:lnTo>
                    <a:pt x="913680" y="456840"/>
                  </a:lnTo>
                  <a:lnTo>
                    <a:pt x="913680" y="374527"/>
                  </a:lnTo>
                  <a:lnTo>
                    <a:pt x="913680" y="326510"/>
                  </a:lnTo>
                  <a:lnTo>
                    <a:pt x="880755" y="359435"/>
                  </a:lnTo>
                  <a:lnTo>
                    <a:pt x="847829" y="390989"/>
                  </a:lnTo>
                  <a:lnTo>
                    <a:pt x="814904" y="440377"/>
                  </a:lnTo>
                  <a:lnTo>
                    <a:pt x="847829" y="359435"/>
                  </a:lnTo>
                  <a:lnTo>
                    <a:pt x="880755" y="260659"/>
                  </a:lnTo>
                  <a:lnTo>
                    <a:pt x="897217" y="227734"/>
                  </a:lnTo>
                  <a:lnTo>
                    <a:pt x="913680" y="212644"/>
                  </a:lnTo>
                  <a:lnTo>
                    <a:pt x="913680" y="196181"/>
                  </a:lnTo>
                  <a:lnTo>
                    <a:pt x="897217" y="196181"/>
                  </a:lnTo>
                  <a:lnTo>
                    <a:pt x="847829" y="196181"/>
                  </a:lnTo>
                  <a:lnTo>
                    <a:pt x="897217" y="163256"/>
                  </a:lnTo>
                  <a:lnTo>
                    <a:pt x="945233" y="146793"/>
                  </a:lnTo>
                  <a:lnTo>
                    <a:pt x="978159" y="146793"/>
                  </a:lnTo>
                  <a:lnTo>
                    <a:pt x="1011085" y="179718"/>
                  </a:lnTo>
                  <a:lnTo>
                    <a:pt x="1060473" y="97405"/>
                  </a:lnTo>
                  <a:lnTo>
                    <a:pt x="1108488" y="65851"/>
                  </a:lnTo>
                  <a:lnTo>
                    <a:pt x="1157876" y="49388"/>
                  </a:lnTo>
                  <a:lnTo>
                    <a:pt x="1174339" y="32926"/>
                  </a:lnTo>
                  <a:close/>
                </a:path>
              </a:pathLst>
            </a:custGeom>
            <a:solidFill>
              <a:srgbClr val="5B9BD5">
                <a:lumMod val="75000"/>
              </a:srgbClr>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Roboto Lt"/>
              </a:endParaRPr>
            </a:p>
          </p:txBody>
        </p:sp>
      </p:gr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94853607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fltVal val="0"/>
                                          </p:val>
                                        </p:tav>
                                        <p:tav tm="100000">
                                          <p:val>
                                            <p:strVal val="#ppt_w"/>
                                          </p:val>
                                        </p:tav>
                                      </p:tavLst>
                                    </p:anim>
                                    <p:anim calcmode="lin" valueType="num">
                                      <p:cBhvr>
                                        <p:cTn id="12" dur="500" fill="hold"/>
                                        <p:tgtEl>
                                          <p:spTgt spid="11"/>
                                        </p:tgtEl>
                                        <p:attrNameLst>
                                          <p:attrName>ppt_h</p:attrName>
                                        </p:attrNameLst>
                                      </p:cBhvr>
                                      <p:tavLst>
                                        <p:tav tm="0">
                                          <p:val>
                                            <p:fltVal val="0"/>
                                          </p:val>
                                        </p:tav>
                                        <p:tav tm="100000">
                                          <p:val>
                                            <p:strVal val="#ppt_h"/>
                                          </p:val>
                                        </p:tav>
                                      </p:tavLst>
                                    </p:anim>
                                    <p:animEffect transition="in" filter="fade">
                                      <p:cBhvr>
                                        <p:cTn id="13" dur="500"/>
                                        <p:tgtEl>
                                          <p:spTgt spid="11"/>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2"/>
                                        </p:tgtEl>
                                        <p:attrNameLst>
                                          <p:attrName>style.visibility</p:attrName>
                                        </p:attrNameLst>
                                      </p:cBhvr>
                                      <p:to>
                                        <p:strVal val="visible"/>
                                      </p:to>
                                    </p:set>
                                    <p:animEffect transition="in" filter="fade">
                                      <p:cBhvr>
                                        <p:cTn id="1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32"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AutoShape 1"/>
          <p:cNvSpPr>
            <a:spLocks/>
          </p:cNvSpPr>
          <p:nvPr/>
        </p:nvSpPr>
        <p:spPr bwMode="auto">
          <a:xfrm>
            <a:off x="817207" y="3343988"/>
            <a:ext cx="10043626" cy="316878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ctr" rtl="1"/>
            <a:r>
              <a:rPr lang="ar-JO" sz="3200" b="1" dirty="0">
                <a:solidFill>
                  <a:srgbClr val="F58E20"/>
                </a:solidFill>
              </a:rPr>
              <a:t>من فوائد التعليم المخلوط أو المتمازج ترشيد استخدام التكنولوجيا في المؤسسات التعليمية المختلفة بطرق فاعلة، ومناسبة تنوع الطلبة من خلال التنوع في الموضوعات والمحتوى المحوسب</a:t>
            </a:r>
            <a:endParaRPr lang="en-US" sz="3200" b="1" dirty="0">
              <a:solidFill>
                <a:srgbClr val="F58E20"/>
              </a:solidFill>
            </a:endParaRPr>
          </a:p>
        </p:txBody>
      </p:sp>
      <p:sp>
        <p:nvSpPr>
          <p:cNvPr id="4098" name="AutoShape 2"/>
          <p:cNvSpPr>
            <a:spLocks/>
          </p:cNvSpPr>
          <p:nvPr/>
        </p:nvSpPr>
        <p:spPr bwMode="auto">
          <a:xfrm>
            <a:off x="649192" y="2123018"/>
            <a:ext cx="10690418" cy="57573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marL="742950" lvl="0" indent="-742950" algn="r" rtl="1">
              <a:buFont typeface="+mj-lt"/>
              <a:buAutoNum type="arabicPeriod" startAt="2"/>
            </a:pPr>
            <a:r>
              <a:rPr lang="ar-JO" sz="4000" b="1" u="sng" dirty="0"/>
              <a:t>فوائد التعليم المخلوط </a:t>
            </a:r>
            <a:endParaRPr lang="en-US" sz="4000" u="sng" dirty="0"/>
          </a:p>
        </p:txBody>
      </p:sp>
      <p:sp>
        <p:nvSpPr>
          <p:cNvPr id="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99008135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098"/>
                                        </p:tgtEl>
                                        <p:attrNameLst>
                                          <p:attrName>style.visibility</p:attrName>
                                        </p:attrNameLst>
                                      </p:cBhvr>
                                      <p:to>
                                        <p:strVal val="visible"/>
                                      </p:to>
                                    </p:set>
                                    <p:anim calcmode="lin" valueType="num">
                                      <p:cBhvr additive="base">
                                        <p:cTn id="7" dur="500" fill="hold"/>
                                        <p:tgtEl>
                                          <p:spTgt spid="4098"/>
                                        </p:tgtEl>
                                        <p:attrNameLst>
                                          <p:attrName>ppt_x</p:attrName>
                                        </p:attrNameLst>
                                      </p:cBhvr>
                                      <p:tavLst>
                                        <p:tav tm="0">
                                          <p:val>
                                            <p:strVal val="1+#ppt_w/2"/>
                                          </p:val>
                                        </p:tav>
                                        <p:tav tm="100000">
                                          <p:val>
                                            <p:strVal val="#ppt_x"/>
                                          </p:val>
                                        </p:tav>
                                      </p:tavLst>
                                    </p:anim>
                                    <p:anim calcmode="lin" valueType="num">
                                      <p:cBhvr additive="base">
                                        <p:cTn id="8" dur="500" fill="hold"/>
                                        <p:tgtEl>
                                          <p:spTgt spid="409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097"/>
                                        </p:tgtEl>
                                        <p:attrNameLst>
                                          <p:attrName>style.visibility</p:attrName>
                                        </p:attrNameLst>
                                      </p:cBhvr>
                                      <p:to>
                                        <p:strVal val="visible"/>
                                      </p:to>
                                    </p:set>
                                    <p:anim calcmode="lin" valueType="num">
                                      <p:cBhvr additive="base">
                                        <p:cTn id="12" dur="500" fill="hold"/>
                                        <p:tgtEl>
                                          <p:spTgt spid="4097"/>
                                        </p:tgtEl>
                                        <p:attrNameLst>
                                          <p:attrName>ppt_x</p:attrName>
                                        </p:attrNameLst>
                                      </p:cBhvr>
                                      <p:tavLst>
                                        <p:tav tm="0">
                                          <p:val>
                                            <p:strVal val="1+#ppt_w/2"/>
                                          </p:val>
                                        </p:tav>
                                        <p:tav tm="100000">
                                          <p:val>
                                            <p:strVal val="#ppt_x"/>
                                          </p:val>
                                        </p:tav>
                                      </p:tavLst>
                                    </p:anim>
                                    <p:anim calcmode="lin" valueType="num">
                                      <p:cBhvr additive="base">
                                        <p:cTn id="13" dur="500" fill="hold"/>
                                        <p:tgtEl>
                                          <p:spTgt spid="409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7" grpId="0" autoUpdateAnimBg="0"/>
      <p:bldP spid="4098" grpId="0" autoUpdateAnimBg="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le 37"/>
          <p:cNvSpPr/>
          <p:nvPr/>
        </p:nvSpPr>
        <p:spPr>
          <a:xfrm>
            <a:off x="5354614" y="2551386"/>
            <a:ext cx="6625248" cy="2246769"/>
          </a:xfrm>
          <a:prstGeom prst="rect">
            <a:avLst/>
          </a:prstGeom>
        </p:spPr>
        <p:txBody>
          <a:bodyPr wrap="square">
            <a:spAutoFit/>
          </a:bodyPr>
          <a:lstStyle/>
          <a:p>
            <a:pPr algn="ctr" rtl="1"/>
            <a:r>
              <a:rPr lang="ar-JO" sz="2800" b="1" dirty="0"/>
              <a:t>رفع تحصيل المتعلمين إلى درجة الإتقان، وتعمل على اتجاه الطلاب والمعلمين نحو التعليم والتعلم من ناحية ونحو المدرسة والمجتمع من ناحية أخرى، وإمكانية تحوير طرائق التدريس من خلال توافر المناهج في كافة الأوقات.</a:t>
            </a:r>
            <a:endParaRPr lang="en-US" sz="2800" b="1" dirty="0">
              <a:solidFill>
                <a:srgbClr val="000000"/>
              </a:solidFill>
            </a:endParaRPr>
          </a:p>
        </p:txBody>
      </p:sp>
      <p:grpSp>
        <p:nvGrpSpPr>
          <p:cNvPr id="4" name="Group 83"/>
          <p:cNvGrpSpPr/>
          <p:nvPr/>
        </p:nvGrpSpPr>
        <p:grpSpPr>
          <a:xfrm>
            <a:off x="1030564" y="1635961"/>
            <a:ext cx="3904552" cy="4002491"/>
            <a:chOff x="357158" y="928676"/>
            <a:chExt cx="2522727" cy="2586006"/>
          </a:xfrm>
          <a:solidFill>
            <a:schemeClr val="bg1">
              <a:lumMod val="50000"/>
            </a:schemeClr>
          </a:solidFill>
        </p:grpSpPr>
        <p:sp>
          <p:nvSpPr>
            <p:cNvPr id="64" name="Freeform 5"/>
            <p:cNvSpPr>
              <a:spLocks noEditPoints="1"/>
            </p:cNvSpPr>
            <p:nvPr/>
          </p:nvSpPr>
          <p:spPr bwMode="auto">
            <a:xfrm>
              <a:off x="357158" y="928676"/>
              <a:ext cx="722862" cy="2586006"/>
            </a:xfrm>
            <a:custGeom>
              <a:avLst/>
              <a:gdLst/>
              <a:ahLst/>
              <a:cxnLst>
                <a:cxn ang="0">
                  <a:pos x="412" y="479"/>
                </a:cxn>
                <a:cxn ang="0">
                  <a:pos x="399" y="421"/>
                </a:cxn>
                <a:cxn ang="0">
                  <a:pos x="392" y="355"/>
                </a:cxn>
                <a:cxn ang="0">
                  <a:pos x="357" y="279"/>
                </a:cxn>
                <a:cxn ang="0">
                  <a:pos x="281" y="256"/>
                </a:cxn>
                <a:cxn ang="0">
                  <a:pos x="221" y="259"/>
                </a:cxn>
                <a:cxn ang="0">
                  <a:pos x="161" y="321"/>
                </a:cxn>
                <a:cxn ang="0">
                  <a:pos x="176" y="286"/>
                </a:cxn>
                <a:cxn ang="0">
                  <a:pos x="203" y="227"/>
                </a:cxn>
                <a:cxn ang="0">
                  <a:pos x="223" y="177"/>
                </a:cxn>
                <a:cxn ang="0">
                  <a:pos x="238" y="130"/>
                </a:cxn>
                <a:cxn ang="0">
                  <a:pos x="233" y="56"/>
                </a:cxn>
                <a:cxn ang="0">
                  <a:pos x="198" y="4"/>
                </a:cxn>
                <a:cxn ang="0">
                  <a:pos x="113" y="26"/>
                </a:cxn>
                <a:cxn ang="0">
                  <a:pos x="89" y="83"/>
                </a:cxn>
                <a:cxn ang="0">
                  <a:pos x="86" y="122"/>
                </a:cxn>
                <a:cxn ang="0">
                  <a:pos x="125" y="223"/>
                </a:cxn>
                <a:cxn ang="0">
                  <a:pos x="138" y="275"/>
                </a:cxn>
                <a:cxn ang="0">
                  <a:pos x="140" y="301"/>
                </a:cxn>
                <a:cxn ang="0">
                  <a:pos x="105" y="399"/>
                </a:cxn>
                <a:cxn ang="0">
                  <a:pos x="99" y="297"/>
                </a:cxn>
                <a:cxn ang="0">
                  <a:pos x="131" y="238"/>
                </a:cxn>
                <a:cxn ang="0">
                  <a:pos x="41" y="306"/>
                </a:cxn>
                <a:cxn ang="0">
                  <a:pos x="26" y="444"/>
                </a:cxn>
                <a:cxn ang="0">
                  <a:pos x="37" y="597"/>
                </a:cxn>
                <a:cxn ang="0">
                  <a:pos x="34" y="684"/>
                </a:cxn>
                <a:cxn ang="0">
                  <a:pos x="11" y="775"/>
                </a:cxn>
                <a:cxn ang="0">
                  <a:pos x="7" y="820"/>
                </a:cxn>
                <a:cxn ang="0">
                  <a:pos x="49" y="973"/>
                </a:cxn>
                <a:cxn ang="0">
                  <a:pos x="74" y="1132"/>
                </a:cxn>
                <a:cxn ang="0">
                  <a:pos x="80" y="1213"/>
                </a:cxn>
                <a:cxn ang="0">
                  <a:pos x="80" y="1237"/>
                </a:cxn>
                <a:cxn ang="0">
                  <a:pos x="91" y="1284"/>
                </a:cxn>
                <a:cxn ang="0">
                  <a:pos x="64" y="1342"/>
                </a:cxn>
                <a:cxn ang="0">
                  <a:pos x="27" y="1401"/>
                </a:cxn>
                <a:cxn ang="0">
                  <a:pos x="50" y="1419"/>
                </a:cxn>
                <a:cxn ang="0">
                  <a:pos x="104" y="1400"/>
                </a:cxn>
                <a:cxn ang="0">
                  <a:pos x="134" y="1355"/>
                </a:cxn>
                <a:cxn ang="0">
                  <a:pos x="166" y="1342"/>
                </a:cxn>
                <a:cxn ang="0">
                  <a:pos x="178" y="1244"/>
                </a:cxn>
                <a:cxn ang="0">
                  <a:pos x="180" y="1131"/>
                </a:cxn>
                <a:cxn ang="0">
                  <a:pos x="178" y="969"/>
                </a:cxn>
                <a:cxn ang="0">
                  <a:pos x="207" y="1113"/>
                </a:cxn>
                <a:cxn ang="0">
                  <a:pos x="228" y="1194"/>
                </a:cxn>
                <a:cxn ang="0">
                  <a:pos x="236" y="1282"/>
                </a:cxn>
                <a:cxn ang="0">
                  <a:pos x="252" y="1370"/>
                </a:cxn>
                <a:cxn ang="0">
                  <a:pos x="267" y="1398"/>
                </a:cxn>
                <a:cxn ang="0">
                  <a:pos x="270" y="1440"/>
                </a:cxn>
                <a:cxn ang="0">
                  <a:pos x="304" y="1514"/>
                </a:cxn>
                <a:cxn ang="0">
                  <a:pos x="330" y="1519"/>
                </a:cxn>
                <a:cxn ang="0">
                  <a:pos x="346" y="1455"/>
                </a:cxn>
                <a:cxn ang="0">
                  <a:pos x="334" y="1376"/>
                </a:cxn>
                <a:cxn ang="0">
                  <a:pos x="346" y="1250"/>
                </a:cxn>
                <a:cxn ang="0">
                  <a:pos x="339" y="1176"/>
                </a:cxn>
                <a:cxn ang="0">
                  <a:pos x="335" y="1108"/>
                </a:cxn>
                <a:cxn ang="0">
                  <a:pos x="326" y="1045"/>
                </a:cxn>
                <a:cxn ang="0">
                  <a:pos x="347" y="853"/>
                </a:cxn>
                <a:cxn ang="0">
                  <a:pos x="379" y="802"/>
                </a:cxn>
                <a:cxn ang="0">
                  <a:pos x="365" y="738"/>
                </a:cxn>
                <a:cxn ang="0">
                  <a:pos x="376" y="695"/>
                </a:cxn>
                <a:cxn ang="0">
                  <a:pos x="425" y="583"/>
                </a:cxn>
                <a:cxn ang="0">
                  <a:pos x="420" y="530"/>
                </a:cxn>
                <a:cxn ang="0">
                  <a:pos x="331" y="832"/>
                </a:cxn>
              </a:cxnLst>
              <a:rect l="0" t="0" r="r" b="b"/>
              <a:pathLst>
                <a:path w="425" h="1524">
                  <a:moveTo>
                    <a:pt x="420" y="530"/>
                  </a:moveTo>
                  <a:lnTo>
                    <a:pt x="420" y="530"/>
                  </a:lnTo>
                  <a:lnTo>
                    <a:pt x="420" y="522"/>
                  </a:lnTo>
                  <a:lnTo>
                    <a:pt x="420" y="515"/>
                  </a:lnTo>
                  <a:lnTo>
                    <a:pt x="416" y="501"/>
                  </a:lnTo>
                  <a:lnTo>
                    <a:pt x="412" y="488"/>
                  </a:lnTo>
                  <a:lnTo>
                    <a:pt x="412" y="479"/>
                  </a:lnTo>
                  <a:lnTo>
                    <a:pt x="412" y="473"/>
                  </a:lnTo>
                  <a:lnTo>
                    <a:pt x="412" y="473"/>
                  </a:lnTo>
                  <a:lnTo>
                    <a:pt x="413" y="466"/>
                  </a:lnTo>
                  <a:lnTo>
                    <a:pt x="413" y="459"/>
                  </a:lnTo>
                  <a:lnTo>
                    <a:pt x="410" y="447"/>
                  </a:lnTo>
                  <a:lnTo>
                    <a:pt x="399" y="421"/>
                  </a:lnTo>
                  <a:lnTo>
                    <a:pt x="399" y="421"/>
                  </a:lnTo>
                  <a:lnTo>
                    <a:pt x="398" y="415"/>
                  </a:lnTo>
                  <a:lnTo>
                    <a:pt x="397" y="409"/>
                  </a:lnTo>
                  <a:lnTo>
                    <a:pt x="397" y="396"/>
                  </a:lnTo>
                  <a:lnTo>
                    <a:pt x="397" y="384"/>
                  </a:lnTo>
                  <a:lnTo>
                    <a:pt x="395" y="370"/>
                  </a:lnTo>
                  <a:lnTo>
                    <a:pt x="395" y="370"/>
                  </a:lnTo>
                  <a:lnTo>
                    <a:pt x="392" y="355"/>
                  </a:lnTo>
                  <a:lnTo>
                    <a:pt x="388" y="340"/>
                  </a:lnTo>
                  <a:lnTo>
                    <a:pt x="382" y="312"/>
                  </a:lnTo>
                  <a:lnTo>
                    <a:pt x="382" y="312"/>
                  </a:lnTo>
                  <a:lnTo>
                    <a:pt x="377" y="299"/>
                  </a:lnTo>
                  <a:lnTo>
                    <a:pt x="372" y="291"/>
                  </a:lnTo>
                  <a:lnTo>
                    <a:pt x="365" y="285"/>
                  </a:lnTo>
                  <a:lnTo>
                    <a:pt x="357" y="279"/>
                  </a:lnTo>
                  <a:lnTo>
                    <a:pt x="347" y="275"/>
                  </a:lnTo>
                  <a:lnTo>
                    <a:pt x="337" y="272"/>
                  </a:lnTo>
                  <a:lnTo>
                    <a:pt x="315" y="267"/>
                  </a:lnTo>
                  <a:lnTo>
                    <a:pt x="315" y="267"/>
                  </a:lnTo>
                  <a:lnTo>
                    <a:pt x="303" y="264"/>
                  </a:lnTo>
                  <a:lnTo>
                    <a:pt x="292" y="260"/>
                  </a:lnTo>
                  <a:lnTo>
                    <a:pt x="281" y="256"/>
                  </a:lnTo>
                  <a:lnTo>
                    <a:pt x="270" y="250"/>
                  </a:lnTo>
                  <a:lnTo>
                    <a:pt x="260" y="244"/>
                  </a:lnTo>
                  <a:lnTo>
                    <a:pt x="251" y="237"/>
                  </a:lnTo>
                  <a:lnTo>
                    <a:pt x="243" y="229"/>
                  </a:lnTo>
                  <a:lnTo>
                    <a:pt x="234" y="219"/>
                  </a:lnTo>
                  <a:lnTo>
                    <a:pt x="234" y="219"/>
                  </a:lnTo>
                  <a:lnTo>
                    <a:pt x="221" y="259"/>
                  </a:lnTo>
                  <a:lnTo>
                    <a:pt x="206" y="298"/>
                  </a:lnTo>
                  <a:lnTo>
                    <a:pt x="187" y="336"/>
                  </a:lnTo>
                  <a:lnTo>
                    <a:pt x="166" y="373"/>
                  </a:lnTo>
                  <a:lnTo>
                    <a:pt x="166" y="373"/>
                  </a:lnTo>
                  <a:lnTo>
                    <a:pt x="164" y="354"/>
                  </a:lnTo>
                  <a:lnTo>
                    <a:pt x="161" y="332"/>
                  </a:lnTo>
                  <a:lnTo>
                    <a:pt x="161" y="321"/>
                  </a:lnTo>
                  <a:lnTo>
                    <a:pt x="162" y="310"/>
                  </a:lnTo>
                  <a:lnTo>
                    <a:pt x="165" y="302"/>
                  </a:lnTo>
                  <a:lnTo>
                    <a:pt x="168" y="299"/>
                  </a:lnTo>
                  <a:lnTo>
                    <a:pt x="170" y="295"/>
                  </a:lnTo>
                  <a:lnTo>
                    <a:pt x="170" y="295"/>
                  </a:lnTo>
                  <a:lnTo>
                    <a:pt x="174" y="291"/>
                  </a:lnTo>
                  <a:lnTo>
                    <a:pt x="176" y="286"/>
                  </a:lnTo>
                  <a:lnTo>
                    <a:pt x="176" y="282"/>
                  </a:lnTo>
                  <a:lnTo>
                    <a:pt x="173" y="278"/>
                  </a:lnTo>
                  <a:lnTo>
                    <a:pt x="166" y="270"/>
                  </a:lnTo>
                  <a:lnTo>
                    <a:pt x="158" y="260"/>
                  </a:lnTo>
                  <a:lnTo>
                    <a:pt x="158" y="260"/>
                  </a:lnTo>
                  <a:lnTo>
                    <a:pt x="188" y="238"/>
                  </a:lnTo>
                  <a:lnTo>
                    <a:pt x="203" y="227"/>
                  </a:lnTo>
                  <a:lnTo>
                    <a:pt x="217" y="215"/>
                  </a:lnTo>
                  <a:lnTo>
                    <a:pt x="217" y="215"/>
                  </a:lnTo>
                  <a:lnTo>
                    <a:pt x="219" y="211"/>
                  </a:lnTo>
                  <a:lnTo>
                    <a:pt x="222" y="207"/>
                  </a:lnTo>
                  <a:lnTo>
                    <a:pt x="223" y="197"/>
                  </a:lnTo>
                  <a:lnTo>
                    <a:pt x="223" y="186"/>
                  </a:lnTo>
                  <a:lnTo>
                    <a:pt x="223" y="177"/>
                  </a:lnTo>
                  <a:lnTo>
                    <a:pt x="223" y="177"/>
                  </a:lnTo>
                  <a:lnTo>
                    <a:pt x="223" y="170"/>
                  </a:lnTo>
                  <a:lnTo>
                    <a:pt x="225" y="165"/>
                  </a:lnTo>
                  <a:lnTo>
                    <a:pt x="229" y="152"/>
                  </a:lnTo>
                  <a:lnTo>
                    <a:pt x="234" y="141"/>
                  </a:lnTo>
                  <a:lnTo>
                    <a:pt x="238" y="130"/>
                  </a:lnTo>
                  <a:lnTo>
                    <a:pt x="238" y="130"/>
                  </a:lnTo>
                  <a:lnTo>
                    <a:pt x="240" y="120"/>
                  </a:lnTo>
                  <a:lnTo>
                    <a:pt x="238" y="109"/>
                  </a:lnTo>
                  <a:lnTo>
                    <a:pt x="237" y="98"/>
                  </a:lnTo>
                  <a:lnTo>
                    <a:pt x="236" y="87"/>
                  </a:lnTo>
                  <a:lnTo>
                    <a:pt x="236" y="87"/>
                  </a:lnTo>
                  <a:lnTo>
                    <a:pt x="234" y="66"/>
                  </a:lnTo>
                  <a:lnTo>
                    <a:pt x="233" y="56"/>
                  </a:lnTo>
                  <a:lnTo>
                    <a:pt x="230" y="45"/>
                  </a:lnTo>
                  <a:lnTo>
                    <a:pt x="228" y="35"/>
                  </a:lnTo>
                  <a:lnTo>
                    <a:pt x="222" y="26"/>
                  </a:lnTo>
                  <a:lnTo>
                    <a:pt x="217" y="17"/>
                  </a:lnTo>
                  <a:lnTo>
                    <a:pt x="208" y="9"/>
                  </a:lnTo>
                  <a:lnTo>
                    <a:pt x="208" y="9"/>
                  </a:lnTo>
                  <a:lnTo>
                    <a:pt x="198" y="4"/>
                  </a:lnTo>
                  <a:lnTo>
                    <a:pt x="184" y="0"/>
                  </a:lnTo>
                  <a:lnTo>
                    <a:pt x="172" y="0"/>
                  </a:lnTo>
                  <a:lnTo>
                    <a:pt x="158" y="0"/>
                  </a:lnTo>
                  <a:lnTo>
                    <a:pt x="144" y="4"/>
                  </a:lnTo>
                  <a:lnTo>
                    <a:pt x="132" y="9"/>
                  </a:lnTo>
                  <a:lnTo>
                    <a:pt x="121" y="16"/>
                  </a:lnTo>
                  <a:lnTo>
                    <a:pt x="113" y="26"/>
                  </a:lnTo>
                  <a:lnTo>
                    <a:pt x="113" y="26"/>
                  </a:lnTo>
                  <a:lnTo>
                    <a:pt x="105" y="35"/>
                  </a:lnTo>
                  <a:lnTo>
                    <a:pt x="98" y="47"/>
                  </a:lnTo>
                  <a:lnTo>
                    <a:pt x="93" y="58"/>
                  </a:lnTo>
                  <a:lnTo>
                    <a:pt x="90" y="72"/>
                  </a:lnTo>
                  <a:lnTo>
                    <a:pt x="90" y="72"/>
                  </a:lnTo>
                  <a:lnTo>
                    <a:pt x="89" y="83"/>
                  </a:lnTo>
                  <a:lnTo>
                    <a:pt x="90" y="94"/>
                  </a:lnTo>
                  <a:lnTo>
                    <a:pt x="90" y="94"/>
                  </a:lnTo>
                  <a:lnTo>
                    <a:pt x="90" y="102"/>
                  </a:lnTo>
                  <a:lnTo>
                    <a:pt x="89" y="109"/>
                  </a:lnTo>
                  <a:lnTo>
                    <a:pt x="87" y="115"/>
                  </a:lnTo>
                  <a:lnTo>
                    <a:pt x="86" y="122"/>
                  </a:lnTo>
                  <a:lnTo>
                    <a:pt x="86" y="122"/>
                  </a:lnTo>
                  <a:lnTo>
                    <a:pt x="87" y="136"/>
                  </a:lnTo>
                  <a:lnTo>
                    <a:pt x="90" y="150"/>
                  </a:lnTo>
                  <a:lnTo>
                    <a:pt x="94" y="162"/>
                  </a:lnTo>
                  <a:lnTo>
                    <a:pt x="99" y="174"/>
                  </a:lnTo>
                  <a:lnTo>
                    <a:pt x="113" y="199"/>
                  </a:lnTo>
                  <a:lnTo>
                    <a:pt x="125" y="223"/>
                  </a:lnTo>
                  <a:lnTo>
                    <a:pt x="125" y="223"/>
                  </a:lnTo>
                  <a:lnTo>
                    <a:pt x="135" y="241"/>
                  </a:lnTo>
                  <a:lnTo>
                    <a:pt x="142" y="259"/>
                  </a:lnTo>
                  <a:lnTo>
                    <a:pt x="142" y="259"/>
                  </a:lnTo>
                  <a:lnTo>
                    <a:pt x="143" y="263"/>
                  </a:lnTo>
                  <a:lnTo>
                    <a:pt x="143" y="265"/>
                  </a:lnTo>
                  <a:lnTo>
                    <a:pt x="140" y="271"/>
                  </a:lnTo>
                  <a:lnTo>
                    <a:pt x="138" y="275"/>
                  </a:lnTo>
                  <a:lnTo>
                    <a:pt x="136" y="279"/>
                  </a:lnTo>
                  <a:lnTo>
                    <a:pt x="136" y="282"/>
                  </a:lnTo>
                  <a:lnTo>
                    <a:pt x="136" y="282"/>
                  </a:lnTo>
                  <a:lnTo>
                    <a:pt x="140" y="291"/>
                  </a:lnTo>
                  <a:lnTo>
                    <a:pt x="140" y="297"/>
                  </a:lnTo>
                  <a:lnTo>
                    <a:pt x="140" y="301"/>
                  </a:lnTo>
                  <a:lnTo>
                    <a:pt x="140" y="301"/>
                  </a:lnTo>
                  <a:lnTo>
                    <a:pt x="138" y="305"/>
                  </a:lnTo>
                  <a:lnTo>
                    <a:pt x="134" y="308"/>
                  </a:lnTo>
                  <a:lnTo>
                    <a:pt x="128" y="312"/>
                  </a:lnTo>
                  <a:lnTo>
                    <a:pt x="127" y="313"/>
                  </a:lnTo>
                  <a:lnTo>
                    <a:pt x="125" y="316"/>
                  </a:lnTo>
                  <a:lnTo>
                    <a:pt x="125" y="316"/>
                  </a:lnTo>
                  <a:lnTo>
                    <a:pt x="105" y="399"/>
                  </a:lnTo>
                  <a:lnTo>
                    <a:pt x="105" y="399"/>
                  </a:lnTo>
                  <a:lnTo>
                    <a:pt x="101" y="376"/>
                  </a:lnTo>
                  <a:lnTo>
                    <a:pt x="98" y="353"/>
                  </a:lnTo>
                  <a:lnTo>
                    <a:pt x="98" y="329"/>
                  </a:lnTo>
                  <a:lnTo>
                    <a:pt x="98" y="308"/>
                  </a:lnTo>
                  <a:lnTo>
                    <a:pt x="98" y="308"/>
                  </a:lnTo>
                  <a:lnTo>
                    <a:pt x="99" y="297"/>
                  </a:lnTo>
                  <a:lnTo>
                    <a:pt x="101" y="287"/>
                  </a:lnTo>
                  <a:lnTo>
                    <a:pt x="104" y="279"/>
                  </a:lnTo>
                  <a:lnTo>
                    <a:pt x="109" y="270"/>
                  </a:lnTo>
                  <a:lnTo>
                    <a:pt x="109" y="270"/>
                  </a:lnTo>
                  <a:lnTo>
                    <a:pt x="121" y="255"/>
                  </a:lnTo>
                  <a:lnTo>
                    <a:pt x="127" y="246"/>
                  </a:lnTo>
                  <a:lnTo>
                    <a:pt x="131" y="238"/>
                  </a:lnTo>
                  <a:lnTo>
                    <a:pt x="131" y="238"/>
                  </a:lnTo>
                  <a:lnTo>
                    <a:pt x="113" y="252"/>
                  </a:lnTo>
                  <a:lnTo>
                    <a:pt x="95" y="267"/>
                  </a:lnTo>
                  <a:lnTo>
                    <a:pt x="57" y="293"/>
                  </a:lnTo>
                  <a:lnTo>
                    <a:pt x="57" y="293"/>
                  </a:lnTo>
                  <a:lnTo>
                    <a:pt x="46" y="302"/>
                  </a:lnTo>
                  <a:lnTo>
                    <a:pt x="41" y="306"/>
                  </a:lnTo>
                  <a:lnTo>
                    <a:pt x="38" y="312"/>
                  </a:lnTo>
                  <a:lnTo>
                    <a:pt x="35" y="317"/>
                  </a:lnTo>
                  <a:lnTo>
                    <a:pt x="34" y="324"/>
                  </a:lnTo>
                  <a:lnTo>
                    <a:pt x="31" y="339"/>
                  </a:lnTo>
                  <a:lnTo>
                    <a:pt x="31" y="339"/>
                  </a:lnTo>
                  <a:lnTo>
                    <a:pt x="29" y="391"/>
                  </a:lnTo>
                  <a:lnTo>
                    <a:pt x="26" y="444"/>
                  </a:lnTo>
                  <a:lnTo>
                    <a:pt x="26" y="470"/>
                  </a:lnTo>
                  <a:lnTo>
                    <a:pt x="26" y="497"/>
                  </a:lnTo>
                  <a:lnTo>
                    <a:pt x="27" y="523"/>
                  </a:lnTo>
                  <a:lnTo>
                    <a:pt x="31" y="549"/>
                  </a:lnTo>
                  <a:lnTo>
                    <a:pt x="31" y="549"/>
                  </a:lnTo>
                  <a:lnTo>
                    <a:pt x="34" y="573"/>
                  </a:lnTo>
                  <a:lnTo>
                    <a:pt x="37" y="597"/>
                  </a:lnTo>
                  <a:lnTo>
                    <a:pt x="38" y="621"/>
                  </a:lnTo>
                  <a:lnTo>
                    <a:pt x="38" y="633"/>
                  </a:lnTo>
                  <a:lnTo>
                    <a:pt x="37" y="646"/>
                  </a:lnTo>
                  <a:lnTo>
                    <a:pt x="37" y="646"/>
                  </a:lnTo>
                  <a:lnTo>
                    <a:pt x="33" y="665"/>
                  </a:lnTo>
                  <a:lnTo>
                    <a:pt x="31" y="673"/>
                  </a:lnTo>
                  <a:lnTo>
                    <a:pt x="34" y="684"/>
                  </a:lnTo>
                  <a:lnTo>
                    <a:pt x="34" y="684"/>
                  </a:lnTo>
                  <a:lnTo>
                    <a:pt x="34" y="688"/>
                  </a:lnTo>
                  <a:lnTo>
                    <a:pt x="34" y="693"/>
                  </a:lnTo>
                  <a:lnTo>
                    <a:pt x="31" y="706"/>
                  </a:lnTo>
                  <a:lnTo>
                    <a:pt x="24" y="728"/>
                  </a:lnTo>
                  <a:lnTo>
                    <a:pt x="24" y="728"/>
                  </a:lnTo>
                  <a:lnTo>
                    <a:pt x="11" y="775"/>
                  </a:lnTo>
                  <a:lnTo>
                    <a:pt x="11" y="775"/>
                  </a:lnTo>
                  <a:lnTo>
                    <a:pt x="4" y="794"/>
                  </a:lnTo>
                  <a:lnTo>
                    <a:pt x="1" y="804"/>
                  </a:lnTo>
                  <a:lnTo>
                    <a:pt x="0" y="812"/>
                  </a:lnTo>
                  <a:lnTo>
                    <a:pt x="0" y="812"/>
                  </a:lnTo>
                  <a:lnTo>
                    <a:pt x="3" y="817"/>
                  </a:lnTo>
                  <a:lnTo>
                    <a:pt x="7" y="820"/>
                  </a:lnTo>
                  <a:lnTo>
                    <a:pt x="12" y="822"/>
                  </a:lnTo>
                  <a:lnTo>
                    <a:pt x="19" y="822"/>
                  </a:lnTo>
                  <a:lnTo>
                    <a:pt x="31" y="819"/>
                  </a:lnTo>
                  <a:lnTo>
                    <a:pt x="41" y="816"/>
                  </a:lnTo>
                  <a:lnTo>
                    <a:pt x="41" y="816"/>
                  </a:lnTo>
                  <a:lnTo>
                    <a:pt x="46" y="920"/>
                  </a:lnTo>
                  <a:lnTo>
                    <a:pt x="49" y="973"/>
                  </a:lnTo>
                  <a:lnTo>
                    <a:pt x="53" y="1025"/>
                  </a:lnTo>
                  <a:lnTo>
                    <a:pt x="53" y="1025"/>
                  </a:lnTo>
                  <a:lnTo>
                    <a:pt x="57" y="1046"/>
                  </a:lnTo>
                  <a:lnTo>
                    <a:pt x="61" y="1068"/>
                  </a:lnTo>
                  <a:lnTo>
                    <a:pt x="71" y="1113"/>
                  </a:lnTo>
                  <a:lnTo>
                    <a:pt x="71" y="1113"/>
                  </a:lnTo>
                  <a:lnTo>
                    <a:pt x="74" y="1132"/>
                  </a:lnTo>
                  <a:lnTo>
                    <a:pt x="75" y="1151"/>
                  </a:lnTo>
                  <a:lnTo>
                    <a:pt x="75" y="1191"/>
                  </a:lnTo>
                  <a:lnTo>
                    <a:pt x="75" y="1191"/>
                  </a:lnTo>
                  <a:lnTo>
                    <a:pt x="76" y="1202"/>
                  </a:lnTo>
                  <a:lnTo>
                    <a:pt x="78" y="1209"/>
                  </a:lnTo>
                  <a:lnTo>
                    <a:pt x="80" y="1213"/>
                  </a:lnTo>
                  <a:lnTo>
                    <a:pt x="80" y="1213"/>
                  </a:lnTo>
                  <a:lnTo>
                    <a:pt x="82" y="1215"/>
                  </a:lnTo>
                  <a:lnTo>
                    <a:pt x="83" y="1218"/>
                  </a:lnTo>
                  <a:lnTo>
                    <a:pt x="82" y="1224"/>
                  </a:lnTo>
                  <a:lnTo>
                    <a:pt x="79" y="1228"/>
                  </a:lnTo>
                  <a:lnTo>
                    <a:pt x="79" y="1233"/>
                  </a:lnTo>
                  <a:lnTo>
                    <a:pt x="79" y="1233"/>
                  </a:lnTo>
                  <a:lnTo>
                    <a:pt x="80" y="1237"/>
                  </a:lnTo>
                  <a:lnTo>
                    <a:pt x="83" y="1241"/>
                  </a:lnTo>
                  <a:lnTo>
                    <a:pt x="89" y="1248"/>
                  </a:lnTo>
                  <a:lnTo>
                    <a:pt x="93" y="1256"/>
                  </a:lnTo>
                  <a:lnTo>
                    <a:pt x="94" y="1260"/>
                  </a:lnTo>
                  <a:lnTo>
                    <a:pt x="94" y="1266"/>
                  </a:lnTo>
                  <a:lnTo>
                    <a:pt x="94" y="1266"/>
                  </a:lnTo>
                  <a:lnTo>
                    <a:pt x="91" y="1284"/>
                  </a:lnTo>
                  <a:lnTo>
                    <a:pt x="89" y="1301"/>
                  </a:lnTo>
                  <a:lnTo>
                    <a:pt x="89" y="1301"/>
                  </a:lnTo>
                  <a:lnTo>
                    <a:pt x="87" y="1311"/>
                  </a:lnTo>
                  <a:lnTo>
                    <a:pt x="84" y="1319"/>
                  </a:lnTo>
                  <a:lnTo>
                    <a:pt x="82" y="1326"/>
                  </a:lnTo>
                  <a:lnTo>
                    <a:pt x="76" y="1331"/>
                  </a:lnTo>
                  <a:lnTo>
                    <a:pt x="64" y="1342"/>
                  </a:lnTo>
                  <a:lnTo>
                    <a:pt x="52" y="1355"/>
                  </a:lnTo>
                  <a:lnTo>
                    <a:pt x="52" y="1355"/>
                  </a:lnTo>
                  <a:lnTo>
                    <a:pt x="41" y="1367"/>
                  </a:lnTo>
                  <a:lnTo>
                    <a:pt x="35" y="1375"/>
                  </a:lnTo>
                  <a:lnTo>
                    <a:pt x="31" y="1385"/>
                  </a:lnTo>
                  <a:lnTo>
                    <a:pt x="27" y="1393"/>
                  </a:lnTo>
                  <a:lnTo>
                    <a:pt x="27" y="1401"/>
                  </a:lnTo>
                  <a:lnTo>
                    <a:pt x="29" y="1405"/>
                  </a:lnTo>
                  <a:lnTo>
                    <a:pt x="30" y="1409"/>
                  </a:lnTo>
                  <a:lnTo>
                    <a:pt x="33" y="1412"/>
                  </a:lnTo>
                  <a:lnTo>
                    <a:pt x="37" y="1415"/>
                  </a:lnTo>
                  <a:lnTo>
                    <a:pt x="37" y="1415"/>
                  </a:lnTo>
                  <a:lnTo>
                    <a:pt x="44" y="1417"/>
                  </a:lnTo>
                  <a:lnTo>
                    <a:pt x="50" y="1419"/>
                  </a:lnTo>
                  <a:lnTo>
                    <a:pt x="57" y="1419"/>
                  </a:lnTo>
                  <a:lnTo>
                    <a:pt x="65" y="1417"/>
                  </a:lnTo>
                  <a:lnTo>
                    <a:pt x="80" y="1415"/>
                  </a:lnTo>
                  <a:lnTo>
                    <a:pt x="93" y="1409"/>
                  </a:lnTo>
                  <a:lnTo>
                    <a:pt x="93" y="1409"/>
                  </a:lnTo>
                  <a:lnTo>
                    <a:pt x="98" y="1405"/>
                  </a:lnTo>
                  <a:lnTo>
                    <a:pt x="104" y="1400"/>
                  </a:lnTo>
                  <a:lnTo>
                    <a:pt x="108" y="1394"/>
                  </a:lnTo>
                  <a:lnTo>
                    <a:pt x="110" y="1389"/>
                  </a:lnTo>
                  <a:lnTo>
                    <a:pt x="116" y="1375"/>
                  </a:lnTo>
                  <a:lnTo>
                    <a:pt x="123" y="1363"/>
                  </a:lnTo>
                  <a:lnTo>
                    <a:pt x="123" y="1363"/>
                  </a:lnTo>
                  <a:lnTo>
                    <a:pt x="128" y="1357"/>
                  </a:lnTo>
                  <a:lnTo>
                    <a:pt x="134" y="1355"/>
                  </a:lnTo>
                  <a:lnTo>
                    <a:pt x="139" y="1353"/>
                  </a:lnTo>
                  <a:lnTo>
                    <a:pt x="146" y="1353"/>
                  </a:lnTo>
                  <a:lnTo>
                    <a:pt x="151" y="1353"/>
                  </a:lnTo>
                  <a:lnTo>
                    <a:pt x="157" y="1352"/>
                  </a:lnTo>
                  <a:lnTo>
                    <a:pt x="161" y="1348"/>
                  </a:lnTo>
                  <a:lnTo>
                    <a:pt x="166" y="1342"/>
                  </a:lnTo>
                  <a:lnTo>
                    <a:pt x="166" y="1342"/>
                  </a:lnTo>
                  <a:lnTo>
                    <a:pt x="173" y="1327"/>
                  </a:lnTo>
                  <a:lnTo>
                    <a:pt x="177" y="1311"/>
                  </a:lnTo>
                  <a:lnTo>
                    <a:pt x="178" y="1293"/>
                  </a:lnTo>
                  <a:lnTo>
                    <a:pt x="180" y="1278"/>
                  </a:lnTo>
                  <a:lnTo>
                    <a:pt x="180" y="1278"/>
                  </a:lnTo>
                  <a:lnTo>
                    <a:pt x="180" y="1260"/>
                  </a:lnTo>
                  <a:lnTo>
                    <a:pt x="178" y="1244"/>
                  </a:lnTo>
                  <a:lnTo>
                    <a:pt x="176" y="1210"/>
                  </a:lnTo>
                  <a:lnTo>
                    <a:pt x="176" y="1210"/>
                  </a:lnTo>
                  <a:lnTo>
                    <a:pt x="174" y="1199"/>
                  </a:lnTo>
                  <a:lnTo>
                    <a:pt x="176" y="1187"/>
                  </a:lnTo>
                  <a:lnTo>
                    <a:pt x="178" y="1165"/>
                  </a:lnTo>
                  <a:lnTo>
                    <a:pt x="180" y="1143"/>
                  </a:lnTo>
                  <a:lnTo>
                    <a:pt x="180" y="1131"/>
                  </a:lnTo>
                  <a:lnTo>
                    <a:pt x="178" y="1120"/>
                  </a:lnTo>
                  <a:lnTo>
                    <a:pt x="178" y="1120"/>
                  </a:lnTo>
                  <a:lnTo>
                    <a:pt x="176" y="1096"/>
                  </a:lnTo>
                  <a:lnTo>
                    <a:pt x="173" y="1071"/>
                  </a:lnTo>
                  <a:lnTo>
                    <a:pt x="173" y="1045"/>
                  </a:lnTo>
                  <a:lnTo>
                    <a:pt x="174" y="1019"/>
                  </a:lnTo>
                  <a:lnTo>
                    <a:pt x="178" y="969"/>
                  </a:lnTo>
                  <a:lnTo>
                    <a:pt x="184" y="920"/>
                  </a:lnTo>
                  <a:lnTo>
                    <a:pt x="184" y="920"/>
                  </a:lnTo>
                  <a:lnTo>
                    <a:pt x="192" y="967"/>
                  </a:lnTo>
                  <a:lnTo>
                    <a:pt x="199" y="1015"/>
                  </a:lnTo>
                  <a:lnTo>
                    <a:pt x="204" y="1064"/>
                  </a:lnTo>
                  <a:lnTo>
                    <a:pt x="207" y="1113"/>
                  </a:lnTo>
                  <a:lnTo>
                    <a:pt x="207" y="1113"/>
                  </a:lnTo>
                  <a:lnTo>
                    <a:pt x="208" y="1124"/>
                  </a:lnTo>
                  <a:lnTo>
                    <a:pt x="211" y="1134"/>
                  </a:lnTo>
                  <a:lnTo>
                    <a:pt x="218" y="1153"/>
                  </a:lnTo>
                  <a:lnTo>
                    <a:pt x="225" y="1173"/>
                  </a:lnTo>
                  <a:lnTo>
                    <a:pt x="228" y="1183"/>
                  </a:lnTo>
                  <a:lnTo>
                    <a:pt x="228" y="1194"/>
                  </a:lnTo>
                  <a:lnTo>
                    <a:pt x="228" y="1194"/>
                  </a:lnTo>
                  <a:lnTo>
                    <a:pt x="228" y="1215"/>
                  </a:lnTo>
                  <a:lnTo>
                    <a:pt x="228" y="1226"/>
                  </a:lnTo>
                  <a:lnTo>
                    <a:pt x="230" y="1237"/>
                  </a:lnTo>
                  <a:lnTo>
                    <a:pt x="230" y="1237"/>
                  </a:lnTo>
                  <a:lnTo>
                    <a:pt x="234" y="1259"/>
                  </a:lnTo>
                  <a:lnTo>
                    <a:pt x="236" y="1270"/>
                  </a:lnTo>
                  <a:lnTo>
                    <a:pt x="236" y="1282"/>
                  </a:lnTo>
                  <a:lnTo>
                    <a:pt x="236" y="1282"/>
                  </a:lnTo>
                  <a:lnTo>
                    <a:pt x="236" y="1305"/>
                  </a:lnTo>
                  <a:lnTo>
                    <a:pt x="237" y="1327"/>
                  </a:lnTo>
                  <a:lnTo>
                    <a:pt x="240" y="1338"/>
                  </a:lnTo>
                  <a:lnTo>
                    <a:pt x="243" y="1348"/>
                  </a:lnTo>
                  <a:lnTo>
                    <a:pt x="247" y="1359"/>
                  </a:lnTo>
                  <a:lnTo>
                    <a:pt x="252" y="1370"/>
                  </a:lnTo>
                  <a:lnTo>
                    <a:pt x="252" y="1370"/>
                  </a:lnTo>
                  <a:lnTo>
                    <a:pt x="258" y="1379"/>
                  </a:lnTo>
                  <a:lnTo>
                    <a:pt x="264" y="1389"/>
                  </a:lnTo>
                  <a:lnTo>
                    <a:pt x="264" y="1389"/>
                  </a:lnTo>
                  <a:lnTo>
                    <a:pt x="267" y="1394"/>
                  </a:lnTo>
                  <a:lnTo>
                    <a:pt x="268" y="1397"/>
                  </a:lnTo>
                  <a:lnTo>
                    <a:pt x="267" y="1398"/>
                  </a:lnTo>
                  <a:lnTo>
                    <a:pt x="266" y="1404"/>
                  </a:lnTo>
                  <a:lnTo>
                    <a:pt x="266" y="1404"/>
                  </a:lnTo>
                  <a:lnTo>
                    <a:pt x="266" y="1413"/>
                  </a:lnTo>
                  <a:lnTo>
                    <a:pt x="267" y="1423"/>
                  </a:lnTo>
                  <a:lnTo>
                    <a:pt x="268" y="1431"/>
                  </a:lnTo>
                  <a:lnTo>
                    <a:pt x="270" y="1440"/>
                  </a:lnTo>
                  <a:lnTo>
                    <a:pt x="270" y="1440"/>
                  </a:lnTo>
                  <a:lnTo>
                    <a:pt x="271" y="1457"/>
                  </a:lnTo>
                  <a:lnTo>
                    <a:pt x="274" y="1469"/>
                  </a:lnTo>
                  <a:lnTo>
                    <a:pt x="279" y="1483"/>
                  </a:lnTo>
                  <a:lnTo>
                    <a:pt x="288" y="1495"/>
                  </a:lnTo>
                  <a:lnTo>
                    <a:pt x="288" y="1495"/>
                  </a:lnTo>
                  <a:lnTo>
                    <a:pt x="294" y="1504"/>
                  </a:lnTo>
                  <a:lnTo>
                    <a:pt x="304" y="1514"/>
                  </a:lnTo>
                  <a:lnTo>
                    <a:pt x="308" y="1518"/>
                  </a:lnTo>
                  <a:lnTo>
                    <a:pt x="313" y="1521"/>
                  </a:lnTo>
                  <a:lnTo>
                    <a:pt x="319" y="1524"/>
                  </a:lnTo>
                  <a:lnTo>
                    <a:pt x="324" y="1524"/>
                  </a:lnTo>
                  <a:lnTo>
                    <a:pt x="324" y="1524"/>
                  </a:lnTo>
                  <a:lnTo>
                    <a:pt x="327" y="1522"/>
                  </a:lnTo>
                  <a:lnTo>
                    <a:pt x="330" y="1519"/>
                  </a:lnTo>
                  <a:lnTo>
                    <a:pt x="335" y="1513"/>
                  </a:lnTo>
                  <a:lnTo>
                    <a:pt x="342" y="1498"/>
                  </a:lnTo>
                  <a:lnTo>
                    <a:pt x="342" y="1498"/>
                  </a:lnTo>
                  <a:lnTo>
                    <a:pt x="345" y="1488"/>
                  </a:lnTo>
                  <a:lnTo>
                    <a:pt x="347" y="1477"/>
                  </a:lnTo>
                  <a:lnTo>
                    <a:pt x="347" y="1466"/>
                  </a:lnTo>
                  <a:lnTo>
                    <a:pt x="346" y="1455"/>
                  </a:lnTo>
                  <a:lnTo>
                    <a:pt x="346" y="1455"/>
                  </a:lnTo>
                  <a:lnTo>
                    <a:pt x="341" y="1435"/>
                  </a:lnTo>
                  <a:lnTo>
                    <a:pt x="335" y="1416"/>
                  </a:lnTo>
                  <a:lnTo>
                    <a:pt x="334" y="1406"/>
                  </a:lnTo>
                  <a:lnTo>
                    <a:pt x="332" y="1397"/>
                  </a:lnTo>
                  <a:lnTo>
                    <a:pt x="332" y="1387"/>
                  </a:lnTo>
                  <a:lnTo>
                    <a:pt x="334" y="1376"/>
                  </a:lnTo>
                  <a:lnTo>
                    <a:pt x="334" y="1376"/>
                  </a:lnTo>
                  <a:lnTo>
                    <a:pt x="339" y="1355"/>
                  </a:lnTo>
                  <a:lnTo>
                    <a:pt x="342" y="1334"/>
                  </a:lnTo>
                  <a:lnTo>
                    <a:pt x="345" y="1312"/>
                  </a:lnTo>
                  <a:lnTo>
                    <a:pt x="346" y="1292"/>
                  </a:lnTo>
                  <a:lnTo>
                    <a:pt x="346" y="1271"/>
                  </a:lnTo>
                  <a:lnTo>
                    <a:pt x="346" y="1250"/>
                  </a:lnTo>
                  <a:lnTo>
                    <a:pt x="343" y="1229"/>
                  </a:lnTo>
                  <a:lnTo>
                    <a:pt x="339" y="1207"/>
                  </a:lnTo>
                  <a:lnTo>
                    <a:pt x="339" y="1207"/>
                  </a:lnTo>
                  <a:lnTo>
                    <a:pt x="338" y="1199"/>
                  </a:lnTo>
                  <a:lnTo>
                    <a:pt x="338" y="1192"/>
                  </a:lnTo>
                  <a:lnTo>
                    <a:pt x="339" y="1176"/>
                  </a:lnTo>
                  <a:lnTo>
                    <a:pt x="339" y="1176"/>
                  </a:lnTo>
                  <a:lnTo>
                    <a:pt x="339" y="1165"/>
                  </a:lnTo>
                  <a:lnTo>
                    <a:pt x="338" y="1153"/>
                  </a:lnTo>
                  <a:lnTo>
                    <a:pt x="337" y="1142"/>
                  </a:lnTo>
                  <a:lnTo>
                    <a:pt x="335" y="1131"/>
                  </a:lnTo>
                  <a:lnTo>
                    <a:pt x="335" y="1131"/>
                  </a:lnTo>
                  <a:lnTo>
                    <a:pt x="335" y="1120"/>
                  </a:lnTo>
                  <a:lnTo>
                    <a:pt x="335" y="1108"/>
                  </a:lnTo>
                  <a:lnTo>
                    <a:pt x="335" y="1097"/>
                  </a:lnTo>
                  <a:lnTo>
                    <a:pt x="332" y="1086"/>
                  </a:lnTo>
                  <a:lnTo>
                    <a:pt x="332" y="1086"/>
                  </a:lnTo>
                  <a:lnTo>
                    <a:pt x="327" y="1066"/>
                  </a:lnTo>
                  <a:lnTo>
                    <a:pt x="326" y="1056"/>
                  </a:lnTo>
                  <a:lnTo>
                    <a:pt x="326" y="1045"/>
                  </a:lnTo>
                  <a:lnTo>
                    <a:pt x="326" y="1045"/>
                  </a:lnTo>
                  <a:lnTo>
                    <a:pt x="327" y="832"/>
                  </a:lnTo>
                  <a:lnTo>
                    <a:pt x="327" y="832"/>
                  </a:lnTo>
                  <a:lnTo>
                    <a:pt x="331" y="832"/>
                  </a:lnTo>
                  <a:lnTo>
                    <a:pt x="334" y="834"/>
                  </a:lnTo>
                  <a:lnTo>
                    <a:pt x="341" y="838"/>
                  </a:lnTo>
                  <a:lnTo>
                    <a:pt x="345" y="845"/>
                  </a:lnTo>
                  <a:lnTo>
                    <a:pt x="347" y="853"/>
                  </a:lnTo>
                  <a:lnTo>
                    <a:pt x="347" y="853"/>
                  </a:lnTo>
                  <a:lnTo>
                    <a:pt x="356" y="845"/>
                  </a:lnTo>
                  <a:lnTo>
                    <a:pt x="362" y="838"/>
                  </a:lnTo>
                  <a:lnTo>
                    <a:pt x="368" y="830"/>
                  </a:lnTo>
                  <a:lnTo>
                    <a:pt x="373" y="822"/>
                  </a:lnTo>
                  <a:lnTo>
                    <a:pt x="376" y="812"/>
                  </a:lnTo>
                  <a:lnTo>
                    <a:pt x="379" y="802"/>
                  </a:lnTo>
                  <a:lnTo>
                    <a:pt x="380" y="792"/>
                  </a:lnTo>
                  <a:lnTo>
                    <a:pt x="379" y="781"/>
                  </a:lnTo>
                  <a:lnTo>
                    <a:pt x="379" y="781"/>
                  </a:lnTo>
                  <a:lnTo>
                    <a:pt x="377" y="770"/>
                  </a:lnTo>
                  <a:lnTo>
                    <a:pt x="373" y="759"/>
                  </a:lnTo>
                  <a:lnTo>
                    <a:pt x="369" y="749"/>
                  </a:lnTo>
                  <a:lnTo>
                    <a:pt x="365" y="738"/>
                  </a:lnTo>
                  <a:lnTo>
                    <a:pt x="365" y="738"/>
                  </a:lnTo>
                  <a:lnTo>
                    <a:pt x="365" y="732"/>
                  </a:lnTo>
                  <a:lnTo>
                    <a:pt x="364" y="726"/>
                  </a:lnTo>
                  <a:lnTo>
                    <a:pt x="367" y="715"/>
                  </a:lnTo>
                  <a:lnTo>
                    <a:pt x="371" y="706"/>
                  </a:lnTo>
                  <a:lnTo>
                    <a:pt x="376" y="695"/>
                  </a:lnTo>
                  <a:lnTo>
                    <a:pt x="376" y="695"/>
                  </a:lnTo>
                  <a:lnTo>
                    <a:pt x="387" y="676"/>
                  </a:lnTo>
                  <a:lnTo>
                    <a:pt x="397" y="655"/>
                  </a:lnTo>
                  <a:lnTo>
                    <a:pt x="407" y="633"/>
                  </a:lnTo>
                  <a:lnTo>
                    <a:pt x="416" y="613"/>
                  </a:lnTo>
                  <a:lnTo>
                    <a:pt x="416" y="613"/>
                  </a:lnTo>
                  <a:lnTo>
                    <a:pt x="422" y="593"/>
                  </a:lnTo>
                  <a:lnTo>
                    <a:pt x="425" y="583"/>
                  </a:lnTo>
                  <a:lnTo>
                    <a:pt x="425" y="572"/>
                  </a:lnTo>
                  <a:lnTo>
                    <a:pt x="425" y="572"/>
                  </a:lnTo>
                  <a:lnTo>
                    <a:pt x="424" y="561"/>
                  </a:lnTo>
                  <a:lnTo>
                    <a:pt x="421" y="550"/>
                  </a:lnTo>
                  <a:lnTo>
                    <a:pt x="420" y="541"/>
                  </a:lnTo>
                  <a:lnTo>
                    <a:pt x="420" y="530"/>
                  </a:lnTo>
                  <a:lnTo>
                    <a:pt x="420" y="530"/>
                  </a:lnTo>
                  <a:lnTo>
                    <a:pt x="420" y="531"/>
                  </a:lnTo>
                  <a:lnTo>
                    <a:pt x="420" y="530"/>
                  </a:lnTo>
                  <a:lnTo>
                    <a:pt x="420" y="530"/>
                  </a:lnTo>
                  <a:close/>
                  <a:moveTo>
                    <a:pt x="327" y="832"/>
                  </a:moveTo>
                  <a:lnTo>
                    <a:pt x="327" y="832"/>
                  </a:lnTo>
                  <a:lnTo>
                    <a:pt x="331" y="832"/>
                  </a:lnTo>
                  <a:lnTo>
                    <a:pt x="331" y="832"/>
                  </a:lnTo>
                  <a:lnTo>
                    <a:pt x="332" y="832"/>
                  </a:lnTo>
                  <a:lnTo>
                    <a:pt x="327" y="832"/>
                  </a:lnTo>
                  <a:lnTo>
                    <a:pt x="327" y="832"/>
                  </a:lnTo>
                  <a:close/>
                </a:path>
              </a:pathLst>
            </a:custGeom>
            <a:solidFill>
              <a:srgbClr val="C55A1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nvGrpSpPr>
            <p:cNvPr id="5" name="Group 79"/>
            <p:cNvGrpSpPr/>
            <p:nvPr/>
          </p:nvGrpSpPr>
          <p:grpSpPr>
            <a:xfrm>
              <a:off x="2285984" y="1000114"/>
              <a:ext cx="593901" cy="2463832"/>
              <a:chOff x="1858693" y="1193726"/>
              <a:chExt cx="593901" cy="2463832"/>
            </a:xfrm>
            <a:grpFill/>
          </p:grpSpPr>
          <p:sp>
            <p:nvSpPr>
              <p:cNvPr id="65" name="Freeform 7"/>
              <p:cNvSpPr>
                <a:spLocks/>
              </p:cNvSpPr>
              <p:nvPr/>
            </p:nvSpPr>
            <p:spPr bwMode="auto">
              <a:xfrm>
                <a:off x="1943535" y="1193726"/>
                <a:ext cx="295254" cy="363128"/>
              </a:xfrm>
              <a:custGeom>
                <a:avLst/>
                <a:gdLst/>
                <a:ahLst/>
                <a:cxnLst>
                  <a:cxn ang="0">
                    <a:pos x="0" y="160"/>
                  </a:cxn>
                  <a:cxn ang="0">
                    <a:pos x="11" y="163"/>
                  </a:cxn>
                  <a:cxn ang="0">
                    <a:pos x="27" y="175"/>
                  </a:cxn>
                  <a:cxn ang="0">
                    <a:pos x="36" y="182"/>
                  </a:cxn>
                  <a:cxn ang="0">
                    <a:pos x="93" y="215"/>
                  </a:cxn>
                  <a:cxn ang="0">
                    <a:pos x="93" y="209"/>
                  </a:cxn>
                  <a:cxn ang="0">
                    <a:pos x="96" y="206"/>
                  </a:cxn>
                  <a:cxn ang="0">
                    <a:pos x="106" y="204"/>
                  </a:cxn>
                  <a:cxn ang="0">
                    <a:pos x="126" y="202"/>
                  </a:cxn>
                  <a:cxn ang="0">
                    <a:pos x="130" y="200"/>
                  </a:cxn>
                  <a:cxn ang="0">
                    <a:pos x="141" y="183"/>
                  </a:cxn>
                  <a:cxn ang="0">
                    <a:pos x="147" y="164"/>
                  </a:cxn>
                  <a:cxn ang="0">
                    <a:pos x="156" y="125"/>
                  </a:cxn>
                  <a:cxn ang="0">
                    <a:pos x="164" y="104"/>
                  </a:cxn>
                  <a:cxn ang="0">
                    <a:pos x="175" y="86"/>
                  </a:cxn>
                  <a:cxn ang="0">
                    <a:pos x="175" y="80"/>
                  </a:cxn>
                  <a:cxn ang="0">
                    <a:pos x="171" y="56"/>
                  </a:cxn>
                  <a:cxn ang="0">
                    <a:pos x="164" y="43"/>
                  </a:cxn>
                  <a:cxn ang="0">
                    <a:pos x="146" y="21"/>
                  </a:cxn>
                  <a:cxn ang="0">
                    <a:pos x="134" y="11"/>
                  </a:cxn>
                  <a:cxn ang="0">
                    <a:pos x="119" y="5"/>
                  </a:cxn>
                  <a:cxn ang="0">
                    <a:pos x="104" y="0"/>
                  </a:cxn>
                  <a:cxn ang="0">
                    <a:pos x="89" y="2"/>
                  </a:cxn>
                  <a:cxn ang="0">
                    <a:pos x="74" y="6"/>
                  </a:cxn>
                  <a:cxn ang="0">
                    <a:pos x="49" y="21"/>
                  </a:cxn>
                  <a:cxn ang="0">
                    <a:pos x="29" y="47"/>
                  </a:cxn>
                  <a:cxn ang="0">
                    <a:pos x="23" y="63"/>
                  </a:cxn>
                  <a:cxn ang="0">
                    <a:pos x="14" y="96"/>
                  </a:cxn>
                  <a:cxn ang="0">
                    <a:pos x="11" y="114"/>
                  </a:cxn>
                  <a:cxn ang="0">
                    <a:pos x="12" y="141"/>
                  </a:cxn>
                  <a:cxn ang="0">
                    <a:pos x="10" y="152"/>
                  </a:cxn>
                  <a:cxn ang="0">
                    <a:pos x="0" y="160"/>
                  </a:cxn>
                  <a:cxn ang="0">
                    <a:pos x="10" y="159"/>
                  </a:cxn>
                  <a:cxn ang="0">
                    <a:pos x="14" y="157"/>
                  </a:cxn>
                  <a:cxn ang="0">
                    <a:pos x="0" y="160"/>
                  </a:cxn>
                </a:cxnLst>
                <a:rect l="0" t="0" r="r" b="b"/>
                <a:pathLst>
                  <a:path w="175" h="215">
                    <a:moveTo>
                      <a:pt x="0" y="160"/>
                    </a:moveTo>
                    <a:lnTo>
                      <a:pt x="0" y="160"/>
                    </a:lnTo>
                    <a:lnTo>
                      <a:pt x="6" y="161"/>
                    </a:lnTo>
                    <a:lnTo>
                      <a:pt x="11" y="163"/>
                    </a:lnTo>
                    <a:lnTo>
                      <a:pt x="19" y="168"/>
                    </a:lnTo>
                    <a:lnTo>
                      <a:pt x="27" y="175"/>
                    </a:lnTo>
                    <a:lnTo>
                      <a:pt x="36" y="182"/>
                    </a:lnTo>
                    <a:lnTo>
                      <a:pt x="36" y="182"/>
                    </a:lnTo>
                    <a:lnTo>
                      <a:pt x="64" y="198"/>
                    </a:lnTo>
                    <a:lnTo>
                      <a:pt x="93" y="215"/>
                    </a:lnTo>
                    <a:lnTo>
                      <a:pt x="93" y="215"/>
                    </a:lnTo>
                    <a:lnTo>
                      <a:pt x="93" y="209"/>
                    </a:lnTo>
                    <a:lnTo>
                      <a:pt x="94" y="208"/>
                    </a:lnTo>
                    <a:lnTo>
                      <a:pt x="96" y="206"/>
                    </a:lnTo>
                    <a:lnTo>
                      <a:pt x="101" y="205"/>
                    </a:lnTo>
                    <a:lnTo>
                      <a:pt x="106" y="204"/>
                    </a:lnTo>
                    <a:lnTo>
                      <a:pt x="120" y="204"/>
                    </a:lnTo>
                    <a:lnTo>
                      <a:pt x="126" y="202"/>
                    </a:lnTo>
                    <a:lnTo>
                      <a:pt x="130" y="200"/>
                    </a:lnTo>
                    <a:lnTo>
                      <a:pt x="130" y="200"/>
                    </a:lnTo>
                    <a:lnTo>
                      <a:pt x="135" y="191"/>
                    </a:lnTo>
                    <a:lnTo>
                      <a:pt x="141" y="183"/>
                    </a:lnTo>
                    <a:lnTo>
                      <a:pt x="143" y="174"/>
                    </a:lnTo>
                    <a:lnTo>
                      <a:pt x="147" y="164"/>
                    </a:lnTo>
                    <a:lnTo>
                      <a:pt x="156" y="125"/>
                    </a:lnTo>
                    <a:lnTo>
                      <a:pt x="156" y="125"/>
                    </a:lnTo>
                    <a:lnTo>
                      <a:pt x="160" y="114"/>
                    </a:lnTo>
                    <a:lnTo>
                      <a:pt x="164" y="104"/>
                    </a:lnTo>
                    <a:lnTo>
                      <a:pt x="169" y="95"/>
                    </a:lnTo>
                    <a:lnTo>
                      <a:pt x="175" y="86"/>
                    </a:lnTo>
                    <a:lnTo>
                      <a:pt x="175" y="86"/>
                    </a:lnTo>
                    <a:lnTo>
                      <a:pt x="175" y="80"/>
                    </a:lnTo>
                    <a:lnTo>
                      <a:pt x="175" y="71"/>
                    </a:lnTo>
                    <a:lnTo>
                      <a:pt x="171" y="56"/>
                    </a:lnTo>
                    <a:lnTo>
                      <a:pt x="171" y="56"/>
                    </a:lnTo>
                    <a:lnTo>
                      <a:pt x="164" y="43"/>
                    </a:lnTo>
                    <a:lnTo>
                      <a:pt x="156" y="30"/>
                    </a:lnTo>
                    <a:lnTo>
                      <a:pt x="146" y="21"/>
                    </a:lnTo>
                    <a:lnTo>
                      <a:pt x="134" y="11"/>
                    </a:lnTo>
                    <a:lnTo>
                      <a:pt x="134" y="11"/>
                    </a:lnTo>
                    <a:lnTo>
                      <a:pt x="126" y="7"/>
                    </a:lnTo>
                    <a:lnTo>
                      <a:pt x="119" y="5"/>
                    </a:lnTo>
                    <a:lnTo>
                      <a:pt x="111" y="2"/>
                    </a:lnTo>
                    <a:lnTo>
                      <a:pt x="104" y="0"/>
                    </a:lnTo>
                    <a:lnTo>
                      <a:pt x="96" y="0"/>
                    </a:lnTo>
                    <a:lnTo>
                      <a:pt x="89" y="2"/>
                    </a:lnTo>
                    <a:lnTo>
                      <a:pt x="81" y="3"/>
                    </a:lnTo>
                    <a:lnTo>
                      <a:pt x="74" y="6"/>
                    </a:lnTo>
                    <a:lnTo>
                      <a:pt x="62" y="11"/>
                    </a:lnTo>
                    <a:lnTo>
                      <a:pt x="49" y="21"/>
                    </a:lnTo>
                    <a:lnTo>
                      <a:pt x="38" y="33"/>
                    </a:lnTo>
                    <a:lnTo>
                      <a:pt x="29" y="47"/>
                    </a:lnTo>
                    <a:lnTo>
                      <a:pt x="29" y="47"/>
                    </a:lnTo>
                    <a:lnTo>
                      <a:pt x="23" y="63"/>
                    </a:lnTo>
                    <a:lnTo>
                      <a:pt x="18" y="80"/>
                    </a:lnTo>
                    <a:lnTo>
                      <a:pt x="14" y="96"/>
                    </a:lnTo>
                    <a:lnTo>
                      <a:pt x="11" y="114"/>
                    </a:lnTo>
                    <a:lnTo>
                      <a:pt x="11" y="114"/>
                    </a:lnTo>
                    <a:lnTo>
                      <a:pt x="11" y="126"/>
                    </a:lnTo>
                    <a:lnTo>
                      <a:pt x="12" y="141"/>
                    </a:lnTo>
                    <a:lnTo>
                      <a:pt x="12" y="146"/>
                    </a:lnTo>
                    <a:lnTo>
                      <a:pt x="10" y="152"/>
                    </a:lnTo>
                    <a:lnTo>
                      <a:pt x="7" y="157"/>
                    </a:lnTo>
                    <a:lnTo>
                      <a:pt x="0" y="160"/>
                    </a:lnTo>
                    <a:lnTo>
                      <a:pt x="0" y="160"/>
                    </a:lnTo>
                    <a:lnTo>
                      <a:pt x="10" y="159"/>
                    </a:lnTo>
                    <a:lnTo>
                      <a:pt x="14" y="157"/>
                    </a:lnTo>
                    <a:lnTo>
                      <a:pt x="14" y="157"/>
                    </a:lnTo>
                    <a:lnTo>
                      <a:pt x="12" y="157"/>
                    </a:lnTo>
                    <a:lnTo>
                      <a:pt x="0" y="160"/>
                    </a:lnTo>
                    <a:lnTo>
                      <a:pt x="0" y="160"/>
                    </a:lnTo>
                    <a:close/>
                  </a:path>
                </a:pathLst>
              </a:custGeom>
              <a:solidFill>
                <a:schemeClr val="accent1">
                  <a:lumMod val="5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66" name="Freeform 8"/>
              <p:cNvSpPr>
                <a:spLocks noEditPoints="1"/>
              </p:cNvSpPr>
              <p:nvPr/>
            </p:nvSpPr>
            <p:spPr bwMode="auto">
              <a:xfrm>
                <a:off x="1858693" y="1526309"/>
                <a:ext cx="593901" cy="2131249"/>
              </a:xfrm>
              <a:custGeom>
                <a:avLst/>
                <a:gdLst/>
                <a:ahLst/>
                <a:cxnLst>
                  <a:cxn ang="0">
                    <a:pos x="256" y="133"/>
                  </a:cxn>
                  <a:cxn ang="0">
                    <a:pos x="209" y="60"/>
                  </a:cxn>
                  <a:cxn ang="0">
                    <a:pos x="143" y="26"/>
                  </a:cxn>
                  <a:cxn ang="0">
                    <a:pos x="126" y="34"/>
                  </a:cxn>
                  <a:cxn ang="0">
                    <a:pos x="76" y="1"/>
                  </a:cxn>
                  <a:cxn ang="0">
                    <a:pos x="33" y="13"/>
                  </a:cxn>
                  <a:cxn ang="0">
                    <a:pos x="0" y="109"/>
                  </a:cxn>
                  <a:cxn ang="0">
                    <a:pos x="29" y="230"/>
                  </a:cxn>
                  <a:cxn ang="0">
                    <a:pos x="61" y="369"/>
                  </a:cxn>
                  <a:cxn ang="0">
                    <a:pos x="63" y="523"/>
                  </a:cxn>
                  <a:cxn ang="0">
                    <a:pos x="90" y="529"/>
                  </a:cxn>
                  <a:cxn ang="0">
                    <a:pos x="98" y="789"/>
                  </a:cxn>
                  <a:cxn ang="0">
                    <a:pos x="90" y="861"/>
                  </a:cxn>
                  <a:cxn ang="0">
                    <a:pos x="61" y="989"/>
                  </a:cxn>
                  <a:cxn ang="0">
                    <a:pos x="52" y="1096"/>
                  </a:cxn>
                  <a:cxn ang="0">
                    <a:pos x="41" y="1124"/>
                  </a:cxn>
                  <a:cxn ang="0">
                    <a:pos x="49" y="1148"/>
                  </a:cxn>
                  <a:cxn ang="0">
                    <a:pos x="45" y="1212"/>
                  </a:cxn>
                  <a:cxn ang="0">
                    <a:pos x="67" y="1228"/>
                  </a:cxn>
                  <a:cxn ang="0">
                    <a:pos x="98" y="1242"/>
                  </a:cxn>
                  <a:cxn ang="0">
                    <a:pos x="190" y="1257"/>
                  </a:cxn>
                  <a:cxn ang="0">
                    <a:pos x="241" y="1246"/>
                  </a:cxn>
                  <a:cxn ang="0">
                    <a:pos x="213" y="1210"/>
                  </a:cxn>
                  <a:cxn ang="0">
                    <a:pos x="168" y="1175"/>
                  </a:cxn>
                  <a:cxn ang="0">
                    <a:pos x="170" y="1137"/>
                  </a:cxn>
                  <a:cxn ang="0">
                    <a:pos x="210" y="1152"/>
                  </a:cxn>
                  <a:cxn ang="0">
                    <a:pos x="277" y="1150"/>
                  </a:cxn>
                  <a:cxn ang="0">
                    <a:pos x="292" y="1130"/>
                  </a:cxn>
                  <a:cxn ang="0">
                    <a:pos x="244" y="1113"/>
                  </a:cxn>
                  <a:cxn ang="0">
                    <a:pos x="205" y="1083"/>
                  </a:cxn>
                  <a:cxn ang="0">
                    <a:pos x="192" y="1059"/>
                  </a:cxn>
                  <a:cxn ang="0">
                    <a:pos x="190" y="1015"/>
                  </a:cxn>
                  <a:cxn ang="0">
                    <a:pos x="206" y="929"/>
                  </a:cxn>
                  <a:cxn ang="0">
                    <a:pos x="255" y="760"/>
                  </a:cxn>
                  <a:cxn ang="0">
                    <a:pos x="275" y="559"/>
                  </a:cxn>
                  <a:cxn ang="0">
                    <a:pos x="305" y="516"/>
                  </a:cxn>
                  <a:cxn ang="0">
                    <a:pos x="318" y="452"/>
                  </a:cxn>
                  <a:cxn ang="0">
                    <a:pos x="275" y="315"/>
                  </a:cxn>
                  <a:cxn ang="0">
                    <a:pos x="282" y="270"/>
                  </a:cxn>
                  <a:cxn ang="0">
                    <a:pos x="341" y="261"/>
                  </a:cxn>
                  <a:cxn ang="0">
                    <a:pos x="350" y="219"/>
                  </a:cxn>
                  <a:cxn ang="0">
                    <a:pos x="315" y="180"/>
                  </a:cxn>
                  <a:cxn ang="0">
                    <a:pos x="161" y="41"/>
                  </a:cxn>
                  <a:cxn ang="0">
                    <a:pos x="202" y="146"/>
                  </a:cxn>
                  <a:cxn ang="0">
                    <a:pos x="177" y="84"/>
                  </a:cxn>
                  <a:cxn ang="0">
                    <a:pos x="170" y="56"/>
                  </a:cxn>
                  <a:cxn ang="0">
                    <a:pos x="214" y="124"/>
                  </a:cxn>
                  <a:cxn ang="0">
                    <a:pos x="215" y="159"/>
                  </a:cxn>
                  <a:cxn ang="0">
                    <a:pos x="220" y="107"/>
                  </a:cxn>
                  <a:cxn ang="0">
                    <a:pos x="207" y="80"/>
                  </a:cxn>
                  <a:cxn ang="0">
                    <a:pos x="251" y="161"/>
                  </a:cxn>
                  <a:cxn ang="0">
                    <a:pos x="222" y="113"/>
                  </a:cxn>
                  <a:cxn ang="0">
                    <a:pos x="248" y="443"/>
                  </a:cxn>
                  <a:cxn ang="0">
                    <a:pos x="265" y="417"/>
                  </a:cxn>
                  <a:cxn ang="0">
                    <a:pos x="248" y="443"/>
                  </a:cxn>
                  <a:cxn ang="0">
                    <a:pos x="255" y="407"/>
                  </a:cxn>
                  <a:cxn ang="0">
                    <a:pos x="254" y="353"/>
                  </a:cxn>
                  <a:cxn ang="0">
                    <a:pos x="262" y="281"/>
                  </a:cxn>
                  <a:cxn ang="0">
                    <a:pos x="278" y="405"/>
                  </a:cxn>
                </a:cxnLst>
                <a:rect l="0" t="0" r="r" b="b"/>
                <a:pathLst>
                  <a:path w="350" h="1257">
                    <a:moveTo>
                      <a:pt x="315" y="180"/>
                    </a:moveTo>
                    <a:lnTo>
                      <a:pt x="315" y="180"/>
                    </a:lnTo>
                    <a:lnTo>
                      <a:pt x="297" y="169"/>
                    </a:lnTo>
                    <a:lnTo>
                      <a:pt x="280" y="157"/>
                    </a:lnTo>
                    <a:lnTo>
                      <a:pt x="271" y="150"/>
                    </a:lnTo>
                    <a:lnTo>
                      <a:pt x="263" y="142"/>
                    </a:lnTo>
                    <a:lnTo>
                      <a:pt x="256" y="133"/>
                    </a:lnTo>
                    <a:lnTo>
                      <a:pt x="251" y="124"/>
                    </a:lnTo>
                    <a:lnTo>
                      <a:pt x="251" y="124"/>
                    </a:lnTo>
                    <a:lnTo>
                      <a:pt x="241" y="105"/>
                    </a:lnTo>
                    <a:lnTo>
                      <a:pt x="230" y="84"/>
                    </a:lnTo>
                    <a:lnTo>
                      <a:pt x="225" y="75"/>
                    </a:lnTo>
                    <a:lnTo>
                      <a:pt x="217" y="67"/>
                    </a:lnTo>
                    <a:lnTo>
                      <a:pt x="209" y="60"/>
                    </a:lnTo>
                    <a:lnTo>
                      <a:pt x="199" y="54"/>
                    </a:lnTo>
                    <a:lnTo>
                      <a:pt x="199" y="54"/>
                    </a:lnTo>
                    <a:lnTo>
                      <a:pt x="175" y="41"/>
                    </a:lnTo>
                    <a:lnTo>
                      <a:pt x="150" y="27"/>
                    </a:lnTo>
                    <a:lnTo>
                      <a:pt x="150" y="27"/>
                    </a:lnTo>
                    <a:lnTo>
                      <a:pt x="146" y="26"/>
                    </a:lnTo>
                    <a:lnTo>
                      <a:pt x="143" y="26"/>
                    </a:lnTo>
                    <a:lnTo>
                      <a:pt x="142" y="27"/>
                    </a:lnTo>
                    <a:lnTo>
                      <a:pt x="139" y="30"/>
                    </a:lnTo>
                    <a:lnTo>
                      <a:pt x="136" y="34"/>
                    </a:lnTo>
                    <a:lnTo>
                      <a:pt x="134" y="35"/>
                    </a:lnTo>
                    <a:lnTo>
                      <a:pt x="130" y="35"/>
                    </a:lnTo>
                    <a:lnTo>
                      <a:pt x="130" y="35"/>
                    </a:lnTo>
                    <a:lnTo>
                      <a:pt x="126" y="34"/>
                    </a:lnTo>
                    <a:lnTo>
                      <a:pt x="120" y="30"/>
                    </a:lnTo>
                    <a:lnTo>
                      <a:pt x="112" y="23"/>
                    </a:lnTo>
                    <a:lnTo>
                      <a:pt x="112" y="23"/>
                    </a:lnTo>
                    <a:lnTo>
                      <a:pt x="100" y="13"/>
                    </a:lnTo>
                    <a:lnTo>
                      <a:pt x="85" y="5"/>
                    </a:lnTo>
                    <a:lnTo>
                      <a:pt x="85" y="5"/>
                    </a:lnTo>
                    <a:lnTo>
                      <a:pt x="76" y="1"/>
                    </a:lnTo>
                    <a:lnTo>
                      <a:pt x="70" y="0"/>
                    </a:lnTo>
                    <a:lnTo>
                      <a:pt x="63" y="0"/>
                    </a:lnTo>
                    <a:lnTo>
                      <a:pt x="56" y="0"/>
                    </a:lnTo>
                    <a:lnTo>
                      <a:pt x="49" y="3"/>
                    </a:lnTo>
                    <a:lnTo>
                      <a:pt x="44" y="5"/>
                    </a:lnTo>
                    <a:lnTo>
                      <a:pt x="38" y="9"/>
                    </a:lnTo>
                    <a:lnTo>
                      <a:pt x="33" y="13"/>
                    </a:lnTo>
                    <a:lnTo>
                      <a:pt x="25" y="26"/>
                    </a:lnTo>
                    <a:lnTo>
                      <a:pt x="16" y="39"/>
                    </a:lnTo>
                    <a:lnTo>
                      <a:pt x="11" y="53"/>
                    </a:lnTo>
                    <a:lnTo>
                      <a:pt x="7" y="68"/>
                    </a:lnTo>
                    <a:lnTo>
                      <a:pt x="7" y="68"/>
                    </a:lnTo>
                    <a:lnTo>
                      <a:pt x="3" y="87"/>
                    </a:lnTo>
                    <a:lnTo>
                      <a:pt x="0" y="109"/>
                    </a:lnTo>
                    <a:lnTo>
                      <a:pt x="1" y="129"/>
                    </a:lnTo>
                    <a:lnTo>
                      <a:pt x="4" y="150"/>
                    </a:lnTo>
                    <a:lnTo>
                      <a:pt x="8" y="172"/>
                    </a:lnTo>
                    <a:lnTo>
                      <a:pt x="14" y="192"/>
                    </a:lnTo>
                    <a:lnTo>
                      <a:pt x="21" y="211"/>
                    </a:lnTo>
                    <a:lnTo>
                      <a:pt x="29" y="230"/>
                    </a:lnTo>
                    <a:lnTo>
                      <a:pt x="29" y="230"/>
                    </a:lnTo>
                    <a:lnTo>
                      <a:pt x="48" y="271"/>
                    </a:lnTo>
                    <a:lnTo>
                      <a:pt x="56" y="291"/>
                    </a:lnTo>
                    <a:lnTo>
                      <a:pt x="59" y="302"/>
                    </a:lnTo>
                    <a:lnTo>
                      <a:pt x="60" y="313"/>
                    </a:lnTo>
                    <a:lnTo>
                      <a:pt x="60" y="313"/>
                    </a:lnTo>
                    <a:lnTo>
                      <a:pt x="61" y="341"/>
                    </a:lnTo>
                    <a:lnTo>
                      <a:pt x="61" y="369"/>
                    </a:lnTo>
                    <a:lnTo>
                      <a:pt x="61" y="424"/>
                    </a:lnTo>
                    <a:lnTo>
                      <a:pt x="61" y="424"/>
                    </a:lnTo>
                    <a:lnTo>
                      <a:pt x="61" y="448"/>
                    </a:lnTo>
                    <a:lnTo>
                      <a:pt x="60" y="474"/>
                    </a:lnTo>
                    <a:lnTo>
                      <a:pt x="60" y="499"/>
                    </a:lnTo>
                    <a:lnTo>
                      <a:pt x="60" y="511"/>
                    </a:lnTo>
                    <a:lnTo>
                      <a:pt x="63" y="523"/>
                    </a:lnTo>
                    <a:lnTo>
                      <a:pt x="63" y="523"/>
                    </a:lnTo>
                    <a:lnTo>
                      <a:pt x="63" y="526"/>
                    </a:lnTo>
                    <a:lnTo>
                      <a:pt x="66" y="527"/>
                    </a:lnTo>
                    <a:lnTo>
                      <a:pt x="71" y="529"/>
                    </a:lnTo>
                    <a:lnTo>
                      <a:pt x="83" y="529"/>
                    </a:lnTo>
                    <a:lnTo>
                      <a:pt x="83" y="529"/>
                    </a:lnTo>
                    <a:lnTo>
                      <a:pt x="90" y="529"/>
                    </a:lnTo>
                    <a:lnTo>
                      <a:pt x="94" y="531"/>
                    </a:lnTo>
                    <a:lnTo>
                      <a:pt x="97" y="535"/>
                    </a:lnTo>
                    <a:lnTo>
                      <a:pt x="98" y="540"/>
                    </a:lnTo>
                    <a:lnTo>
                      <a:pt x="98" y="552"/>
                    </a:lnTo>
                    <a:lnTo>
                      <a:pt x="97" y="563"/>
                    </a:lnTo>
                    <a:lnTo>
                      <a:pt x="97" y="563"/>
                    </a:lnTo>
                    <a:lnTo>
                      <a:pt x="98" y="789"/>
                    </a:lnTo>
                    <a:lnTo>
                      <a:pt x="98" y="789"/>
                    </a:lnTo>
                    <a:lnTo>
                      <a:pt x="98" y="815"/>
                    </a:lnTo>
                    <a:lnTo>
                      <a:pt x="98" y="829"/>
                    </a:lnTo>
                    <a:lnTo>
                      <a:pt x="97" y="841"/>
                    </a:lnTo>
                    <a:lnTo>
                      <a:pt x="97" y="841"/>
                    </a:lnTo>
                    <a:lnTo>
                      <a:pt x="94" y="850"/>
                    </a:lnTo>
                    <a:lnTo>
                      <a:pt x="90" y="861"/>
                    </a:lnTo>
                    <a:lnTo>
                      <a:pt x="83" y="882"/>
                    </a:lnTo>
                    <a:lnTo>
                      <a:pt x="83" y="882"/>
                    </a:lnTo>
                    <a:lnTo>
                      <a:pt x="76" y="909"/>
                    </a:lnTo>
                    <a:lnTo>
                      <a:pt x="70" y="935"/>
                    </a:lnTo>
                    <a:lnTo>
                      <a:pt x="66" y="962"/>
                    </a:lnTo>
                    <a:lnTo>
                      <a:pt x="61" y="989"/>
                    </a:lnTo>
                    <a:lnTo>
                      <a:pt x="61" y="989"/>
                    </a:lnTo>
                    <a:lnTo>
                      <a:pt x="56" y="1037"/>
                    </a:lnTo>
                    <a:lnTo>
                      <a:pt x="53" y="1085"/>
                    </a:lnTo>
                    <a:lnTo>
                      <a:pt x="53" y="1085"/>
                    </a:lnTo>
                    <a:lnTo>
                      <a:pt x="55" y="1081"/>
                    </a:lnTo>
                    <a:lnTo>
                      <a:pt x="55" y="1081"/>
                    </a:lnTo>
                    <a:lnTo>
                      <a:pt x="53" y="1090"/>
                    </a:lnTo>
                    <a:lnTo>
                      <a:pt x="52" y="1096"/>
                    </a:lnTo>
                    <a:lnTo>
                      <a:pt x="51" y="1101"/>
                    </a:lnTo>
                    <a:lnTo>
                      <a:pt x="51" y="1101"/>
                    </a:lnTo>
                    <a:lnTo>
                      <a:pt x="53" y="1086"/>
                    </a:lnTo>
                    <a:lnTo>
                      <a:pt x="53" y="1086"/>
                    </a:lnTo>
                    <a:lnTo>
                      <a:pt x="45" y="1108"/>
                    </a:lnTo>
                    <a:lnTo>
                      <a:pt x="41" y="1119"/>
                    </a:lnTo>
                    <a:lnTo>
                      <a:pt x="41" y="1124"/>
                    </a:lnTo>
                    <a:lnTo>
                      <a:pt x="41" y="1130"/>
                    </a:lnTo>
                    <a:lnTo>
                      <a:pt x="41" y="1130"/>
                    </a:lnTo>
                    <a:lnTo>
                      <a:pt x="45" y="1135"/>
                    </a:lnTo>
                    <a:lnTo>
                      <a:pt x="48" y="1138"/>
                    </a:lnTo>
                    <a:lnTo>
                      <a:pt x="49" y="1141"/>
                    </a:lnTo>
                    <a:lnTo>
                      <a:pt x="49" y="1141"/>
                    </a:lnTo>
                    <a:lnTo>
                      <a:pt x="49" y="1148"/>
                    </a:lnTo>
                    <a:lnTo>
                      <a:pt x="48" y="1154"/>
                    </a:lnTo>
                    <a:lnTo>
                      <a:pt x="44" y="1168"/>
                    </a:lnTo>
                    <a:lnTo>
                      <a:pt x="44" y="1168"/>
                    </a:lnTo>
                    <a:lnTo>
                      <a:pt x="42" y="1182"/>
                    </a:lnTo>
                    <a:lnTo>
                      <a:pt x="42" y="1197"/>
                    </a:lnTo>
                    <a:lnTo>
                      <a:pt x="42" y="1205"/>
                    </a:lnTo>
                    <a:lnTo>
                      <a:pt x="45" y="1212"/>
                    </a:lnTo>
                    <a:lnTo>
                      <a:pt x="48" y="1217"/>
                    </a:lnTo>
                    <a:lnTo>
                      <a:pt x="52" y="1222"/>
                    </a:lnTo>
                    <a:lnTo>
                      <a:pt x="52" y="1222"/>
                    </a:lnTo>
                    <a:lnTo>
                      <a:pt x="56" y="1227"/>
                    </a:lnTo>
                    <a:lnTo>
                      <a:pt x="60" y="1229"/>
                    </a:lnTo>
                    <a:lnTo>
                      <a:pt x="64" y="1229"/>
                    </a:lnTo>
                    <a:lnTo>
                      <a:pt x="67" y="1228"/>
                    </a:lnTo>
                    <a:lnTo>
                      <a:pt x="72" y="1224"/>
                    </a:lnTo>
                    <a:lnTo>
                      <a:pt x="81" y="1218"/>
                    </a:lnTo>
                    <a:lnTo>
                      <a:pt x="81" y="1218"/>
                    </a:lnTo>
                    <a:lnTo>
                      <a:pt x="83" y="1225"/>
                    </a:lnTo>
                    <a:lnTo>
                      <a:pt x="87" y="1232"/>
                    </a:lnTo>
                    <a:lnTo>
                      <a:pt x="93" y="1236"/>
                    </a:lnTo>
                    <a:lnTo>
                      <a:pt x="98" y="1242"/>
                    </a:lnTo>
                    <a:lnTo>
                      <a:pt x="105" y="1244"/>
                    </a:lnTo>
                    <a:lnTo>
                      <a:pt x="112" y="1248"/>
                    </a:lnTo>
                    <a:lnTo>
                      <a:pt x="128" y="1252"/>
                    </a:lnTo>
                    <a:lnTo>
                      <a:pt x="145" y="1255"/>
                    </a:lnTo>
                    <a:lnTo>
                      <a:pt x="161" y="1257"/>
                    </a:lnTo>
                    <a:lnTo>
                      <a:pt x="190" y="1257"/>
                    </a:lnTo>
                    <a:lnTo>
                      <a:pt x="190" y="1257"/>
                    </a:lnTo>
                    <a:lnTo>
                      <a:pt x="205" y="1257"/>
                    </a:lnTo>
                    <a:lnTo>
                      <a:pt x="222" y="1257"/>
                    </a:lnTo>
                    <a:lnTo>
                      <a:pt x="232" y="1255"/>
                    </a:lnTo>
                    <a:lnTo>
                      <a:pt x="239" y="1252"/>
                    </a:lnTo>
                    <a:lnTo>
                      <a:pt x="240" y="1251"/>
                    </a:lnTo>
                    <a:lnTo>
                      <a:pt x="241" y="1248"/>
                    </a:lnTo>
                    <a:lnTo>
                      <a:pt x="241" y="1246"/>
                    </a:lnTo>
                    <a:lnTo>
                      <a:pt x="241" y="1242"/>
                    </a:lnTo>
                    <a:lnTo>
                      <a:pt x="241" y="1242"/>
                    </a:lnTo>
                    <a:lnTo>
                      <a:pt x="237" y="1235"/>
                    </a:lnTo>
                    <a:lnTo>
                      <a:pt x="233" y="1228"/>
                    </a:lnTo>
                    <a:lnTo>
                      <a:pt x="229" y="1222"/>
                    </a:lnTo>
                    <a:lnTo>
                      <a:pt x="224" y="1218"/>
                    </a:lnTo>
                    <a:lnTo>
                      <a:pt x="213" y="1210"/>
                    </a:lnTo>
                    <a:lnTo>
                      <a:pt x="199" y="1203"/>
                    </a:lnTo>
                    <a:lnTo>
                      <a:pt x="199" y="1203"/>
                    </a:lnTo>
                    <a:lnTo>
                      <a:pt x="185" y="1195"/>
                    </a:lnTo>
                    <a:lnTo>
                      <a:pt x="180" y="1191"/>
                    </a:lnTo>
                    <a:lnTo>
                      <a:pt x="176" y="1186"/>
                    </a:lnTo>
                    <a:lnTo>
                      <a:pt x="172" y="1180"/>
                    </a:lnTo>
                    <a:lnTo>
                      <a:pt x="168" y="1175"/>
                    </a:lnTo>
                    <a:lnTo>
                      <a:pt x="165" y="1167"/>
                    </a:lnTo>
                    <a:lnTo>
                      <a:pt x="164" y="1160"/>
                    </a:lnTo>
                    <a:lnTo>
                      <a:pt x="164" y="1160"/>
                    </a:lnTo>
                    <a:lnTo>
                      <a:pt x="164" y="1152"/>
                    </a:lnTo>
                    <a:lnTo>
                      <a:pt x="164" y="1145"/>
                    </a:lnTo>
                    <a:lnTo>
                      <a:pt x="166" y="1139"/>
                    </a:lnTo>
                    <a:lnTo>
                      <a:pt x="170" y="1137"/>
                    </a:lnTo>
                    <a:lnTo>
                      <a:pt x="175" y="1135"/>
                    </a:lnTo>
                    <a:lnTo>
                      <a:pt x="181" y="1135"/>
                    </a:lnTo>
                    <a:lnTo>
                      <a:pt x="187" y="1138"/>
                    </a:lnTo>
                    <a:lnTo>
                      <a:pt x="194" y="1142"/>
                    </a:lnTo>
                    <a:lnTo>
                      <a:pt x="194" y="1142"/>
                    </a:lnTo>
                    <a:lnTo>
                      <a:pt x="202" y="1148"/>
                    </a:lnTo>
                    <a:lnTo>
                      <a:pt x="210" y="1152"/>
                    </a:lnTo>
                    <a:lnTo>
                      <a:pt x="220" y="1153"/>
                    </a:lnTo>
                    <a:lnTo>
                      <a:pt x="230" y="1154"/>
                    </a:lnTo>
                    <a:lnTo>
                      <a:pt x="240" y="1154"/>
                    </a:lnTo>
                    <a:lnTo>
                      <a:pt x="251" y="1154"/>
                    </a:lnTo>
                    <a:lnTo>
                      <a:pt x="270" y="1152"/>
                    </a:lnTo>
                    <a:lnTo>
                      <a:pt x="270" y="1152"/>
                    </a:lnTo>
                    <a:lnTo>
                      <a:pt x="277" y="1150"/>
                    </a:lnTo>
                    <a:lnTo>
                      <a:pt x="285" y="1149"/>
                    </a:lnTo>
                    <a:lnTo>
                      <a:pt x="288" y="1148"/>
                    </a:lnTo>
                    <a:lnTo>
                      <a:pt x="292" y="1145"/>
                    </a:lnTo>
                    <a:lnTo>
                      <a:pt x="293" y="1142"/>
                    </a:lnTo>
                    <a:lnTo>
                      <a:pt x="293" y="1138"/>
                    </a:lnTo>
                    <a:lnTo>
                      <a:pt x="293" y="1138"/>
                    </a:lnTo>
                    <a:lnTo>
                      <a:pt x="292" y="1130"/>
                    </a:lnTo>
                    <a:lnTo>
                      <a:pt x="290" y="1127"/>
                    </a:lnTo>
                    <a:lnTo>
                      <a:pt x="289" y="1126"/>
                    </a:lnTo>
                    <a:lnTo>
                      <a:pt x="284" y="1123"/>
                    </a:lnTo>
                    <a:lnTo>
                      <a:pt x="275" y="1122"/>
                    </a:lnTo>
                    <a:lnTo>
                      <a:pt x="275" y="1122"/>
                    </a:lnTo>
                    <a:lnTo>
                      <a:pt x="255" y="1116"/>
                    </a:lnTo>
                    <a:lnTo>
                      <a:pt x="244" y="1113"/>
                    </a:lnTo>
                    <a:lnTo>
                      <a:pt x="232" y="1111"/>
                    </a:lnTo>
                    <a:lnTo>
                      <a:pt x="222" y="1105"/>
                    </a:lnTo>
                    <a:lnTo>
                      <a:pt x="213" y="1100"/>
                    </a:lnTo>
                    <a:lnTo>
                      <a:pt x="210" y="1097"/>
                    </a:lnTo>
                    <a:lnTo>
                      <a:pt x="207" y="1093"/>
                    </a:lnTo>
                    <a:lnTo>
                      <a:pt x="206" y="1089"/>
                    </a:lnTo>
                    <a:lnTo>
                      <a:pt x="205" y="1083"/>
                    </a:lnTo>
                    <a:lnTo>
                      <a:pt x="205" y="1083"/>
                    </a:lnTo>
                    <a:lnTo>
                      <a:pt x="203" y="1077"/>
                    </a:lnTo>
                    <a:lnTo>
                      <a:pt x="200" y="1073"/>
                    </a:lnTo>
                    <a:lnTo>
                      <a:pt x="196" y="1067"/>
                    </a:lnTo>
                    <a:lnTo>
                      <a:pt x="194" y="1062"/>
                    </a:lnTo>
                    <a:lnTo>
                      <a:pt x="194" y="1062"/>
                    </a:lnTo>
                    <a:lnTo>
                      <a:pt x="192" y="1059"/>
                    </a:lnTo>
                    <a:lnTo>
                      <a:pt x="192" y="1055"/>
                    </a:lnTo>
                    <a:lnTo>
                      <a:pt x="195" y="1047"/>
                    </a:lnTo>
                    <a:lnTo>
                      <a:pt x="198" y="1040"/>
                    </a:lnTo>
                    <a:lnTo>
                      <a:pt x="198" y="1036"/>
                    </a:lnTo>
                    <a:lnTo>
                      <a:pt x="198" y="1032"/>
                    </a:lnTo>
                    <a:lnTo>
                      <a:pt x="198" y="1032"/>
                    </a:lnTo>
                    <a:lnTo>
                      <a:pt x="190" y="1015"/>
                    </a:lnTo>
                    <a:lnTo>
                      <a:pt x="187" y="1006"/>
                    </a:lnTo>
                    <a:lnTo>
                      <a:pt x="187" y="1002"/>
                    </a:lnTo>
                    <a:lnTo>
                      <a:pt x="187" y="996"/>
                    </a:lnTo>
                    <a:lnTo>
                      <a:pt x="187" y="996"/>
                    </a:lnTo>
                    <a:lnTo>
                      <a:pt x="198" y="953"/>
                    </a:lnTo>
                    <a:lnTo>
                      <a:pt x="198" y="953"/>
                    </a:lnTo>
                    <a:lnTo>
                      <a:pt x="206" y="929"/>
                    </a:lnTo>
                    <a:lnTo>
                      <a:pt x="215" y="906"/>
                    </a:lnTo>
                    <a:lnTo>
                      <a:pt x="225" y="884"/>
                    </a:lnTo>
                    <a:lnTo>
                      <a:pt x="233" y="861"/>
                    </a:lnTo>
                    <a:lnTo>
                      <a:pt x="233" y="861"/>
                    </a:lnTo>
                    <a:lnTo>
                      <a:pt x="240" y="837"/>
                    </a:lnTo>
                    <a:lnTo>
                      <a:pt x="245" y="811"/>
                    </a:lnTo>
                    <a:lnTo>
                      <a:pt x="255" y="760"/>
                    </a:lnTo>
                    <a:lnTo>
                      <a:pt x="262" y="709"/>
                    </a:lnTo>
                    <a:lnTo>
                      <a:pt x="269" y="658"/>
                    </a:lnTo>
                    <a:lnTo>
                      <a:pt x="269" y="658"/>
                    </a:lnTo>
                    <a:lnTo>
                      <a:pt x="274" y="609"/>
                    </a:lnTo>
                    <a:lnTo>
                      <a:pt x="275" y="583"/>
                    </a:lnTo>
                    <a:lnTo>
                      <a:pt x="275" y="559"/>
                    </a:lnTo>
                    <a:lnTo>
                      <a:pt x="275" y="559"/>
                    </a:lnTo>
                    <a:lnTo>
                      <a:pt x="275" y="548"/>
                    </a:lnTo>
                    <a:lnTo>
                      <a:pt x="277" y="538"/>
                    </a:lnTo>
                    <a:lnTo>
                      <a:pt x="278" y="530"/>
                    </a:lnTo>
                    <a:lnTo>
                      <a:pt x="282" y="523"/>
                    </a:lnTo>
                    <a:lnTo>
                      <a:pt x="288" y="519"/>
                    </a:lnTo>
                    <a:lnTo>
                      <a:pt x="296" y="516"/>
                    </a:lnTo>
                    <a:lnTo>
                      <a:pt x="305" y="516"/>
                    </a:lnTo>
                    <a:lnTo>
                      <a:pt x="316" y="518"/>
                    </a:lnTo>
                    <a:lnTo>
                      <a:pt x="316" y="518"/>
                    </a:lnTo>
                    <a:lnTo>
                      <a:pt x="331" y="519"/>
                    </a:lnTo>
                    <a:lnTo>
                      <a:pt x="331" y="519"/>
                    </a:lnTo>
                    <a:lnTo>
                      <a:pt x="329" y="501"/>
                    </a:lnTo>
                    <a:lnTo>
                      <a:pt x="326" y="485"/>
                    </a:lnTo>
                    <a:lnTo>
                      <a:pt x="318" y="452"/>
                    </a:lnTo>
                    <a:lnTo>
                      <a:pt x="307" y="420"/>
                    </a:lnTo>
                    <a:lnTo>
                      <a:pt x="296" y="388"/>
                    </a:lnTo>
                    <a:lnTo>
                      <a:pt x="296" y="388"/>
                    </a:lnTo>
                    <a:lnTo>
                      <a:pt x="286" y="357"/>
                    </a:lnTo>
                    <a:lnTo>
                      <a:pt x="278" y="327"/>
                    </a:lnTo>
                    <a:lnTo>
                      <a:pt x="278" y="327"/>
                    </a:lnTo>
                    <a:lnTo>
                      <a:pt x="275" y="315"/>
                    </a:lnTo>
                    <a:lnTo>
                      <a:pt x="271" y="298"/>
                    </a:lnTo>
                    <a:lnTo>
                      <a:pt x="270" y="290"/>
                    </a:lnTo>
                    <a:lnTo>
                      <a:pt x="270" y="283"/>
                    </a:lnTo>
                    <a:lnTo>
                      <a:pt x="271" y="276"/>
                    </a:lnTo>
                    <a:lnTo>
                      <a:pt x="274" y="272"/>
                    </a:lnTo>
                    <a:lnTo>
                      <a:pt x="274" y="272"/>
                    </a:lnTo>
                    <a:lnTo>
                      <a:pt x="282" y="270"/>
                    </a:lnTo>
                    <a:lnTo>
                      <a:pt x="290" y="268"/>
                    </a:lnTo>
                    <a:lnTo>
                      <a:pt x="308" y="270"/>
                    </a:lnTo>
                    <a:lnTo>
                      <a:pt x="318" y="271"/>
                    </a:lnTo>
                    <a:lnTo>
                      <a:pt x="326" y="271"/>
                    </a:lnTo>
                    <a:lnTo>
                      <a:pt x="334" y="268"/>
                    </a:lnTo>
                    <a:lnTo>
                      <a:pt x="338" y="266"/>
                    </a:lnTo>
                    <a:lnTo>
                      <a:pt x="341" y="261"/>
                    </a:lnTo>
                    <a:lnTo>
                      <a:pt x="341" y="261"/>
                    </a:lnTo>
                    <a:lnTo>
                      <a:pt x="345" y="257"/>
                    </a:lnTo>
                    <a:lnTo>
                      <a:pt x="346" y="253"/>
                    </a:lnTo>
                    <a:lnTo>
                      <a:pt x="350" y="241"/>
                    </a:lnTo>
                    <a:lnTo>
                      <a:pt x="350" y="230"/>
                    </a:lnTo>
                    <a:lnTo>
                      <a:pt x="350" y="219"/>
                    </a:lnTo>
                    <a:lnTo>
                      <a:pt x="350" y="219"/>
                    </a:lnTo>
                    <a:lnTo>
                      <a:pt x="349" y="212"/>
                    </a:lnTo>
                    <a:lnTo>
                      <a:pt x="345" y="207"/>
                    </a:lnTo>
                    <a:lnTo>
                      <a:pt x="342" y="202"/>
                    </a:lnTo>
                    <a:lnTo>
                      <a:pt x="337" y="196"/>
                    </a:lnTo>
                    <a:lnTo>
                      <a:pt x="326" y="188"/>
                    </a:lnTo>
                    <a:lnTo>
                      <a:pt x="315" y="180"/>
                    </a:lnTo>
                    <a:lnTo>
                      <a:pt x="315" y="180"/>
                    </a:lnTo>
                    <a:lnTo>
                      <a:pt x="316" y="181"/>
                    </a:lnTo>
                    <a:lnTo>
                      <a:pt x="315" y="180"/>
                    </a:lnTo>
                    <a:lnTo>
                      <a:pt x="315" y="180"/>
                    </a:lnTo>
                    <a:close/>
                    <a:moveTo>
                      <a:pt x="165" y="43"/>
                    </a:moveTo>
                    <a:lnTo>
                      <a:pt x="165" y="43"/>
                    </a:lnTo>
                    <a:lnTo>
                      <a:pt x="162" y="43"/>
                    </a:lnTo>
                    <a:lnTo>
                      <a:pt x="161" y="41"/>
                    </a:lnTo>
                    <a:lnTo>
                      <a:pt x="165" y="43"/>
                    </a:lnTo>
                    <a:close/>
                    <a:moveTo>
                      <a:pt x="221" y="158"/>
                    </a:moveTo>
                    <a:lnTo>
                      <a:pt x="221" y="158"/>
                    </a:lnTo>
                    <a:lnTo>
                      <a:pt x="213" y="158"/>
                    </a:lnTo>
                    <a:lnTo>
                      <a:pt x="207" y="157"/>
                    </a:lnTo>
                    <a:lnTo>
                      <a:pt x="203" y="152"/>
                    </a:lnTo>
                    <a:lnTo>
                      <a:pt x="202" y="146"/>
                    </a:lnTo>
                    <a:lnTo>
                      <a:pt x="199" y="132"/>
                    </a:lnTo>
                    <a:lnTo>
                      <a:pt x="198" y="124"/>
                    </a:lnTo>
                    <a:lnTo>
                      <a:pt x="195" y="116"/>
                    </a:lnTo>
                    <a:lnTo>
                      <a:pt x="195" y="116"/>
                    </a:lnTo>
                    <a:lnTo>
                      <a:pt x="190" y="105"/>
                    </a:lnTo>
                    <a:lnTo>
                      <a:pt x="184" y="95"/>
                    </a:lnTo>
                    <a:lnTo>
                      <a:pt x="177" y="84"/>
                    </a:lnTo>
                    <a:lnTo>
                      <a:pt x="169" y="75"/>
                    </a:lnTo>
                    <a:lnTo>
                      <a:pt x="153" y="57"/>
                    </a:lnTo>
                    <a:lnTo>
                      <a:pt x="135" y="41"/>
                    </a:lnTo>
                    <a:lnTo>
                      <a:pt x="135" y="41"/>
                    </a:lnTo>
                    <a:lnTo>
                      <a:pt x="151" y="46"/>
                    </a:lnTo>
                    <a:lnTo>
                      <a:pt x="165" y="52"/>
                    </a:lnTo>
                    <a:lnTo>
                      <a:pt x="170" y="56"/>
                    </a:lnTo>
                    <a:lnTo>
                      <a:pt x="177" y="61"/>
                    </a:lnTo>
                    <a:lnTo>
                      <a:pt x="190" y="73"/>
                    </a:lnTo>
                    <a:lnTo>
                      <a:pt x="190" y="73"/>
                    </a:lnTo>
                    <a:lnTo>
                      <a:pt x="198" y="84"/>
                    </a:lnTo>
                    <a:lnTo>
                      <a:pt x="205" y="97"/>
                    </a:lnTo>
                    <a:lnTo>
                      <a:pt x="210" y="110"/>
                    </a:lnTo>
                    <a:lnTo>
                      <a:pt x="214" y="124"/>
                    </a:lnTo>
                    <a:lnTo>
                      <a:pt x="214" y="124"/>
                    </a:lnTo>
                    <a:lnTo>
                      <a:pt x="220" y="142"/>
                    </a:lnTo>
                    <a:lnTo>
                      <a:pt x="222" y="151"/>
                    </a:lnTo>
                    <a:lnTo>
                      <a:pt x="222" y="155"/>
                    </a:lnTo>
                    <a:lnTo>
                      <a:pt x="221" y="158"/>
                    </a:lnTo>
                    <a:lnTo>
                      <a:pt x="221" y="158"/>
                    </a:lnTo>
                    <a:lnTo>
                      <a:pt x="215" y="159"/>
                    </a:lnTo>
                    <a:lnTo>
                      <a:pt x="217" y="158"/>
                    </a:lnTo>
                    <a:lnTo>
                      <a:pt x="220" y="158"/>
                    </a:lnTo>
                    <a:lnTo>
                      <a:pt x="221" y="158"/>
                    </a:lnTo>
                    <a:lnTo>
                      <a:pt x="221" y="158"/>
                    </a:lnTo>
                    <a:lnTo>
                      <a:pt x="221" y="158"/>
                    </a:lnTo>
                    <a:close/>
                    <a:moveTo>
                      <a:pt x="220" y="107"/>
                    </a:moveTo>
                    <a:lnTo>
                      <a:pt x="220" y="107"/>
                    </a:lnTo>
                    <a:lnTo>
                      <a:pt x="209" y="90"/>
                    </a:lnTo>
                    <a:lnTo>
                      <a:pt x="195" y="73"/>
                    </a:lnTo>
                    <a:lnTo>
                      <a:pt x="180" y="58"/>
                    </a:lnTo>
                    <a:lnTo>
                      <a:pt x="165" y="43"/>
                    </a:lnTo>
                    <a:lnTo>
                      <a:pt x="165" y="43"/>
                    </a:lnTo>
                    <a:lnTo>
                      <a:pt x="194" y="67"/>
                    </a:lnTo>
                    <a:lnTo>
                      <a:pt x="207" y="80"/>
                    </a:lnTo>
                    <a:lnTo>
                      <a:pt x="220" y="95"/>
                    </a:lnTo>
                    <a:lnTo>
                      <a:pt x="232" y="110"/>
                    </a:lnTo>
                    <a:lnTo>
                      <a:pt x="240" y="127"/>
                    </a:lnTo>
                    <a:lnTo>
                      <a:pt x="247" y="143"/>
                    </a:lnTo>
                    <a:lnTo>
                      <a:pt x="250" y="152"/>
                    </a:lnTo>
                    <a:lnTo>
                      <a:pt x="251" y="161"/>
                    </a:lnTo>
                    <a:lnTo>
                      <a:pt x="251" y="161"/>
                    </a:lnTo>
                    <a:lnTo>
                      <a:pt x="247" y="161"/>
                    </a:lnTo>
                    <a:lnTo>
                      <a:pt x="244" y="161"/>
                    </a:lnTo>
                    <a:lnTo>
                      <a:pt x="239" y="155"/>
                    </a:lnTo>
                    <a:lnTo>
                      <a:pt x="235" y="148"/>
                    </a:lnTo>
                    <a:lnTo>
                      <a:pt x="230" y="140"/>
                    </a:lnTo>
                    <a:lnTo>
                      <a:pt x="225" y="121"/>
                    </a:lnTo>
                    <a:lnTo>
                      <a:pt x="222" y="113"/>
                    </a:lnTo>
                    <a:lnTo>
                      <a:pt x="220" y="107"/>
                    </a:lnTo>
                    <a:lnTo>
                      <a:pt x="220" y="107"/>
                    </a:lnTo>
                    <a:lnTo>
                      <a:pt x="217" y="102"/>
                    </a:lnTo>
                    <a:lnTo>
                      <a:pt x="220" y="107"/>
                    </a:lnTo>
                    <a:lnTo>
                      <a:pt x="220" y="107"/>
                    </a:lnTo>
                    <a:close/>
                    <a:moveTo>
                      <a:pt x="248" y="443"/>
                    </a:moveTo>
                    <a:lnTo>
                      <a:pt x="248" y="443"/>
                    </a:lnTo>
                    <a:lnTo>
                      <a:pt x="250" y="433"/>
                    </a:lnTo>
                    <a:lnTo>
                      <a:pt x="251" y="422"/>
                    </a:lnTo>
                    <a:lnTo>
                      <a:pt x="252" y="420"/>
                    </a:lnTo>
                    <a:lnTo>
                      <a:pt x="255" y="417"/>
                    </a:lnTo>
                    <a:lnTo>
                      <a:pt x="259" y="416"/>
                    </a:lnTo>
                    <a:lnTo>
                      <a:pt x="265" y="417"/>
                    </a:lnTo>
                    <a:lnTo>
                      <a:pt x="265" y="417"/>
                    </a:lnTo>
                    <a:lnTo>
                      <a:pt x="265" y="429"/>
                    </a:lnTo>
                    <a:lnTo>
                      <a:pt x="265" y="437"/>
                    </a:lnTo>
                    <a:lnTo>
                      <a:pt x="262" y="440"/>
                    </a:lnTo>
                    <a:lnTo>
                      <a:pt x="259" y="441"/>
                    </a:lnTo>
                    <a:lnTo>
                      <a:pt x="255" y="443"/>
                    </a:lnTo>
                    <a:lnTo>
                      <a:pt x="248" y="443"/>
                    </a:lnTo>
                    <a:lnTo>
                      <a:pt x="248" y="443"/>
                    </a:lnTo>
                    <a:close/>
                    <a:moveTo>
                      <a:pt x="281" y="410"/>
                    </a:moveTo>
                    <a:lnTo>
                      <a:pt x="281" y="410"/>
                    </a:lnTo>
                    <a:lnTo>
                      <a:pt x="271" y="413"/>
                    </a:lnTo>
                    <a:lnTo>
                      <a:pt x="263" y="414"/>
                    </a:lnTo>
                    <a:lnTo>
                      <a:pt x="260" y="413"/>
                    </a:lnTo>
                    <a:lnTo>
                      <a:pt x="258" y="411"/>
                    </a:lnTo>
                    <a:lnTo>
                      <a:pt x="255" y="407"/>
                    </a:lnTo>
                    <a:lnTo>
                      <a:pt x="254" y="403"/>
                    </a:lnTo>
                    <a:lnTo>
                      <a:pt x="254" y="403"/>
                    </a:lnTo>
                    <a:lnTo>
                      <a:pt x="251" y="391"/>
                    </a:lnTo>
                    <a:lnTo>
                      <a:pt x="252" y="379"/>
                    </a:lnTo>
                    <a:lnTo>
                      <a:pt x="254" y="365"/>
                    </a:lnTo>
                    <a:lnTo>
                      <a:pt x="254" y="353"/>
                    </a:lnTo>
                    <a:lnTo>
                      <a:pt x="254" y="353"/>
                    </a:lnTo>
                    <a:lnTo>
                      <a:pt x="252" y="336"/>
                    </a:lnTo>
                    <a:lnTo>
                      <a:pt x="251" y="313"/>
                    </a:lnTo>
                    <a:lnTo>
                      <a:pt x="252" y="301"/>
                    </a:lnTo>
                    <a:lnTo>
                      <a:pt x="254" y="291"/>
                    </a:lnTo>
                    <a:lnTo>
                      <a:pt x="256" y="283"/>
                    </a:lnTo>
                    <a:lnTo>
                      <a:pt x="259" y="282"/>
                    </a:lnTo>
                    <a:lnTo>
                      <a:pt x="262" y="281"/>
                    </a:lnTo>
                    <a:lnTo>
                      <a:pt x="262" y="281"/>
                    </a:lnTo>
                    <a:lnTo>
                      <a:pt x="266" y="313"/>
                    </a:lnTo>
                    <a:lnTo>
                      <a:pt x="271" y="346"/>
                    </a:lnTo>
                    <a:lnTo>
                      <a:pt x="281" y="410"/>
                    </a:lnTo>
                    <a:lnTo>
                      <a:pt x="281" y="410"/>
                    </a:lnTo>
                    <a:lnTo>
                      <a:pt x="280" y="409"/>
                    </a:lnTo>
                    <a:lnTo>
                      <a:pt x="278" y="405"/>
                    </a:lnTo>
                    <a:lnTo>
                      <a:pt x="277" y="395"/>
                    </a:lnTo>
                    <a:lnTo>
                      <a:pt x="277" y="392"/>
                    </a:lnTo>
                    <a:lnTo>
                      <a:pt x="278" y="392"/>
                    </a:lnTo>
                    <a:lnTo>
                      <a:pt x="281" y="410"/>
                    </a:lnTo>
                    <a:lnTo>
                      <a:pt x="281" y="410"/>
                    </a:lnTo>
                    <a:close/>
                  </a:path>
                </a:pathLst>
              </a:custGeom>
              <a:solidFill>
                <a:schemeClr val="accent1">
                  <a:lumMod val="5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6" name="Group 82"/>
            <p:cNvGrpSpPr/>
            <p:nvPr/>
          </p:nvGrpSpPr>
          <p:grpSpPr>
            <a:xfrm>
              <a:off x="1285852" y="1000114"/>
              <a:ext cx="729094" cy="2511672"/>
              <a:chOff x="5075236" y="1428742"/>
              <a:chExt cx="360363" cy="1241426"/>
            </a:xfrm>
            <a:grpFill/>
          </p:grpSpPr>
          <p:sp>
            <p:nvSpPr>
              <p:cNvPr id="81" name="Freeform 18"/>
              <p:cNvSpPr>
                <a:spLocks/>
              </p:cNvSpPr>
              <p:nvPr/>
            </p:nvSpPr>
            <p:spPr bwMode="auto">
              <a:xfrm>
                <a:off x="5187948" y="1428742"/>
                <a:ext cx="123825" cy="182563"/>
              </a:xfrm>
              <a:custGeom>
                <a:avLst/>
                <a:gdLst/>
                <a:ahLst/>
                <a:cxnLst>
                  <a:cxn ang="0">
                    <a:pos x="21" y="184"/>
                  </a:cxn>
                  <a:cxn ang="0">
                    <a:pos x="24" y="198"/>
                  </a:cxn>
                  <a:cxn ang="0">
                    <a:pos x="24" y="211"/>
                  </a:cxn>
                  <a:cxn ang="0">
                    <a:pos x="27" y="215"/>
                  </a:cxn>
                  <a:cxn ang="0">
                    <a:pos x="43" y="224"/>
                  </a:cxn>
                  <a:cxn ang="0">
                    <a:pos x="55" y="228"/>
                  </a:cxn>
                  <a:cxn ang="0">
                    <a:pos x="81" y="228"/>
                  </a:cxn>
                  <a:cxn ang="0">
                    <a:pos x="95" y="224"/>
                  </a:cxn>
                  <a:cxn ang="0">
                    <a:pos x="110" y="213"/>
                  </a:cxn>
                  <a:cxn ang="0">
                    <a:pos x="124" y="206"/>
                  </a:cxn>
                  <a:cxn ang="0">
                    <a:pos x="126" y="204"/>
                  </a:cxn>
                  <a:cxn ang="0">
                    <a:pos x="125" y="179"/>
                  </a:cxn>
                  <a:cxn ang="0">
                    <a:pos x="132" y="153"/>
                  </a:cxn>
                  <a:cxn ang="0">
                    <a:pos x="141" y="139"/>
                  </a:cxn>
                  <a:cxn ang="0">
                    <a:pos x="154" y="116"/>
                  </a:cxn>
                  <a:cxn ang="0">
                    <a:pos x="155" y="104"/>
                  </a:cxn>
                  <a:cxn ang="0">
                    <a:pos x="152" y="97"/>
                  </a:cxn>
                  <a:cxn ang="0">
                    <a:pos x="148" y="94"/>
                  </a:cxn>
                  <a:cxn ang="0">
                    <a:pos x="145" y="86"/>
                  </a:cxn>
                  <a:cxn ang="0">
                    <a:pos x="144" y="60"/>
                  </a:cxn>
                  <a:cxn ang="0">
                    <a:pos x="141" y="50"/>
                  </a:cxn>
                  <a:cxn ang="0">
                    <a:pos x="130" y="25"/>
                  </a:cxn>
                  <a:cxn ang="0">
                    <a:pos x="125" y="18"/>
                  </a:cxn>
                  <a:cxn ang="0">
                    <a:pos x="110" y="7"/>
                  </a:cxn>
                  <a:cxn ang="0">
                    <a:pos x="92" y="1"/>
                  </a:cxn>
                  <a:cxn ang="0">
                    <a:pos x="75" y="0"/>
                  </a:cxn>
                  <a:cxn ang="0">
                    <a:pos x="55" y="3"/>
                  </a:cxn>
                  <a:cxn ang="0">
                    <a:pos x="39" y="10"/>
                  </a:cxn>
                  <a:cxn ang="0">
                    <a:pos x="24" y="19"/>
                  </a:cxn>
                  <a:cxn ang="0">
                    <a:pos x="13" y="34"/>
                  </a:cxn>
                  <a:cxn ang="0">
                    <a:pos x="6" y="52"/>
                  </a:cxn>
                  <a:cxn ang="0">
                    <a:pos x="5" y="65"/>
                  </a:cxn>
                  <a:cxn ang="0">
                    <a:pos x="5" y="93"/>
                  </a:cxn>
                  <a:cxn ang="0">
                    <a:pos x="4" y="105"/>
                  </a:cxn>
                  <a:cxn ang="0">
                    <a:pos x="1" y="116"/>
                  </a:cxn>
                  <a:cxn ang="0">
                    <a:pos x="2" y="138"/>
                  </a:cxn>
                  <a:cxn ang="0">
                    <a:pos x="6" y="147"/>
                  </a:cxn>
                  <a:cxn ang="0">
                    <a:pos x="15" y="166"/>
                  </a:cxn>
                  <a:cxn ang="0">
                    <a:pos x="21" y="184"/>
                  </a:cxn>
                  <a:cxn ang="0">
                    <a:pos x="21" y="184"/>
                  </a:cxn>
                </a:cxnLst>
                <a:rect l="0" t="0" r="r" b="b"/>
                <a:pathLst>
                  <a:path w="155" h="229">
                    <a:moveTo>
                      <a:pt x="21" y="184"/>
                    </a:moveTo>
                    <a:lnTo>
                      <a:pt x="21" y="184"/>
                    </a:lnTo>
                    <a:lnTo>
                      <a:pt x="24" y="191"/>
                    </a:lnTo>
                    <a:lnTo>
                      <a:pt x="24" y="198"/>
                    </a:lnTo>
                    <a:lnTo>
                      <a:pt x="24" y="211"/>
                    </a:lnTo>
                    <a:lnTo>
                      <a:pt x="24" y="211"/>
                    </a:lnTo>
                    <a:lnTo>
                      <a:pt x="26" y="214"/>
                    </a:lnTo>
                    <a:lnTo>
                      <a:pt x="27" y="215"/>
                    </a:lnTo>
                    <a:lnTo>
                      <a:pt x="31" y="219"/>
                    </a:lnTo>
                    <a:lnTo>
                      <a:pt x="43" y="224"/>
                    </a:lnTo>
                    <a:lnTo>
                      <a:pt x="43" y="224"/>
                    </a:lnTo>
                    <a:lnTo>
                      <a:pt x="55" y="228"/>
                    </a:lnTo>
                    <a:lnTo>
                      <a:pt x="69" y="229"/>
                    </a:lnTo>
                    <a:lnTo>
                      <a:pt x="81" y="228"/>
                    </a:lnTo>
                    <a:lnTo>
                      <a:pt x="95" y="224"/>
                    </a:lnTo>
                    <a:lnTo>
                      <a:pt x="95" y="224"/>
                    </a:lnTo>
                    <a:lnTo>
                      <a:pt x="102" y="219"/>
                    </a:lnTo>
                    <a:lnTo>
                      <a:pt x="110" y="213"/>
                    </a:lnTo>
                    <a:lnTo>
                      <a:pt x="120" y="207"/>
                    </a:lnTo>
                    <a:lnTo>
                      <a:pt x="124" y="206"/>
                    </a:lnTo>
                    <a:lnTo>
                      <a:pt x="126" y="204"/>
                    </a:lnTo>
                    <a:lnTo>
                      <a:pt x="126" y="204"/>
                    </a:lnTo>
                    <a:lnTo>
                      <a:pt x="125" y="191"/>
                    </a:lnTo>
                    <a:lnTo>
                      <a:pt x="125" y="179"/>
                    </a:lnTo>
                    <a:lnTo>
                      <a:pt x="128" y="165"/>
                    </a:lnTo>
                    <a:lnTo>
                      <a:pt x="132" y="153"/>
                    </a:lnTo>
                    <a:lnTo>
                      <a:pt x="132" y="153"/>
                    </a:lnTo>
                    <a:lnTo>
                      <a:pt x="141" y="139"/>
                    </a:lnTo>
                    <a:lnTo>
                      <a:pt x="151" y="124"/>
                    </a:lnTo>
                    <a:lnTo>
                      <a:pt x="154" y="116"/>
                    </a:lnTo>
                    <a:lnTo>
                      <a:pt x="155" y="108"/>
                    </a:lnTo>
                    <a:lnTo>
                      <a:pt x="155" y="104"/>
                    </a:lnTo>
                    <a:lnTo>
                      <a:pt x="154" y="101"/>
                    </a:lnTo>
                    <a:lnTo>
                      <a:pt x="152" y="97"/>
                    </a:lnTo>
                    <a:lnTo>
                      <a:pt x="148" y="94"/>
                    </a:lnTo>
                    <a:lnTo>
                      <a:pt x="148" y="94"/>
                    </a:lnTo>
                    <a:lnTo>
                      <a:pt x="147" y="91"/>
                    </a:lnTo>
                    <a:lnTo>
                      <a:pt x="145" y="86"/>
                    </a:lnTo>
                    <a:lnTo>
                      <a:pt x="144" y="74"/>
                    </a:lnTo>
                    <a:lnTo>
                      <a:pt x="144" y="60"/>
                    </a:lnTo>
                    <a:lnTo>
                      <a:pt x="141" y="50"/>
                    </a:lnTo>
                    <a:lnTo>
                      <a:pt x="141" y="50"/>
                    </a:lnTo>
                    <a:lnTo>
                      <a:pt x="136" y="33"/>
                    </a:lnTo>
                    <a:lnTo>
                      <a:pt x="130" y="25"/>
                    </a:lnTo>
                    <a:lnTo>
                      <a:pt x="125" y="18"/>
                    </a:lnTo>
                    <a:lnTo>
                      <a:pt x="125" y="18"/>
                    </a:lnTo>
                    <a:lnTo>
                      <a:pt x="118" y="12"/>
                    </a:lnTo>
                    <a:lnTo>
                      <a:pt x="110" y="7"/>
                    </a:lnTo>
                    <a:lnTo>
                      <a:pt x="102" y="4"/>
                    </a:lnTo>
                    <a:lnTo>
                      <a:pt x="92" y="1"/>
                    </a:lnTo>
                    <a:lnTo>
                      <a:pt x="84" y="0"/>
                    </a:lnTo>
                    <a:lnTo>
                      <a:pt x="75" y="0"/>
                    </a:lnTo>
                    <a:lnTo>
                      <a:pt x="65" y="0"/>
                    </a:lnTo>
                    <a:lnTo>
                      <a:pt x="55" y="3"/>
                    </a:lnTo>
                    <a:lnTo>
                      <a:pt x="47" y="5"/>
                    </a:lnTo>
                    <a:lnTo>
                      <a:pt x="39" y="10"/>
                    </a:lnTo>
                    <a:lnTo>
                      <a:pt x="31" y="14"/>
                    </a:lnTo>
                    <a:lnTo>
                      <a:pt x="24" y="19"/>
                    </a:lnTo>
                    <a:lnTo>
                      <a:pt x="17" y="26"/>
                    </a:lnTo>
                    <a:lnTo>
                      <a:pt x="13" y="34"/>
                    </a:lnTo>
                    <a:lnTo>
                      <a:pt x="9" y="42"/>
                    </a:lnTo>
                    <a:lnTo>
                      <a:pt x="6" y="52"/>
                    </a:lnTo>
                    <a:lnTo>
                      <a:pt x="6" y="52"/>
                    </a:lnTo>
                    <a:lnTo>
                      <a:pt x="5" y="65"/>
                    </a:lnTo>
                    <a:lnTo>
                      <a:pt x="5" y="79"/>
                    </a:lnTo>
                    <a:lnTo>
                      <a:pt x="5" y="93"/>
                    </a:lnTo>
                    <a:lnTo>
                      <a:pt x="5" y="100"/>
                    </a:lnTo>
                    <a:lnTo>
                      <a:pt x="4" y="105"/>
                    </a:lnTo>
                    <a:lnTo>
                      <a:pt x="4" y="105"/>
                    </a:lnTo>
                    <a:lnTo>
                      <a:pt x="1" y="116"/>
                    </a:lnTo>
                    <a:lnTo>
                      <a:pt x="0" y="127"/>
                    </a:lnTo>
                    <a:lnTo>
                      <a:pt x="2" y="138"/>
                    </a:lnTo>
                    <a:lnTo>
                      <a:pt x="6" y="147"/>
                    </a:lnTo>
                    <a:lnTo>
                      <a:pt x="6" y="147"/>
                    </a:lnTo>
                    <a:lnTo>
                      <a:pt x="12" y="157"/>
                    </a:lnTo>
                    <a:lnTo>
                      <a:pt x="15" y="166"/>
                    </a:lnTo>
                    <a:lnTo>
                      <a:pt x="21" y="184"/>
                    </a:lnTo>
                    <a:lnTo>
                      <a:pt x="21" y="184"/>
                    </a:lnTo>
                    <a:lnTo>
                      <a:pt x="21" y="184"/>
                    </a:lnTo>
                    <a:lnTo>
                      <a:pt x="21" y="184"/>
                    </a:lnTo>
                    <a:lnTo>
                      <a:pt x="21" y="184"/>
                    </a:lnTo>
                    <a:close/>
                  </a:path>
                </a:pathLst>
              </a:custGeom>
              <a:solidFill>
                <a:srgbClr val="7CC8EC"/>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82" name="Freeform 19"/>
              <p:cNvSpPr>
                <a:spLocks noEditPoints="1"/>
              </p:cNvSpPr>
              <p:nvPr/>
            </p:nvSpPr>
            <p:spPr bwMode="auto">
              <a:xfrm>
                <a:off x="5075236" y="1604955"/>
                <a:ext cx="360363" cy="1065213"/>
              </a:xfrm>
              <a:custGeom>
                <a:avLst/>
                <a:gdLst/>
                <a:ahLst/>
                <a:cxnLst>
                  <a:cxn ang="0">
                    <a:pos x="124" y="1301"/>
                  </a:cxn>
                  <a:cxn ang="0">
                    <a:pos x="136" y="1239"/>
                  </a:cxn>
                  <a:cxn ang="0">
                    <a:pos x="160" y="984"/>
                  </a:cxn>
                  <a:cxn ang="0">
                    <a:pos x="171" y="908"/>
                  </a:cxn>
                  <a:cxn ang="0">
                    <a:pos x="193" y="716"/>
                  </a:cxn>
                  <a:cxn ang="0">
                    <a:pos x="230" y="623"/>
                  </a:cxn>
                  <a:cxn ang="0">
                    <a:pos x="245" y="629"/>
                  </a:cxn>
                  <a:cxn ang="0">
                    <a:pos x="254" y="785"/>
                  </a:cxn>
                  <a:cxn ang="0">
                    <a:pos x="290" y="973"/>
                  </a:cxn>
                  <a:cxn ang="0">
                    <a:pos x="301" y="1207"/>
                  </a:cxn>
                  <a:cxn ang="0">
                    <a:pos x="321" y="1258"/>
                  </a:cxn>
                  <a:cxn ang="0">
                    <a:pos x="329" y="1296"/>
                  </a:cxn>
                  <a:cxn ang="0">
                    <a:pos x="366" y="1322"/>
                  </a:cxn>
                  <a:cxn ang="0">
                    <a:pos x="433" y="1343"/>
                  </a:cxn>
                  <a:cxn ang="0">
                    <a:pos x="452" y="1325"/>
                  </a:cxn>
                  <a:cxn ang="0">
                    <a:pos x="414" y="1287"/>
                  </a:cxn>
                  <a:cxn ang="0">
                    <a:pos x="411" y="1241"/>
                  </a:cxn>
                  <a:cxn ang="0">
                    <a:pos x="417" y="1198"/>
                  </a:cxn>
                  <a:cxn ang="0">
                    <a:pos x="406" y="1108"/>
                  </a:cxn>
                  <a:cxn ang="0">
                    <a:pos x="410" y="1014"/>
                  </a:cxn>
                  <a:cxn ang="0">
                    <a:pos x="402" y="935"/>
                  </a:cxn>
                  <a:cxn ang="0">
                    <a:pos x="400" y="638"/>
                  </a:cxn>
                  <a:cxn ang="0">
                    <a:pos x="433" y="569"/>
                  </a:cxn>
                  <a:cxn ang="0">
                    <a:pos x="410" y="483"/>
                  </a:cxn>
                  <a:cxn ang="0">
                    <a:pos x="381" y="310"/>
                  </a:cxn>
                  <a:cxn ang="0">
                    <a:pos x="408" y="269"/>
                  </a:cxn>
                  <a:cxn ang="0">
                    <a:pos x="432" y="141"/>
                  </a:cxn>
                  <a:cxn ang="0">
                    <a:pos x="406" y="71"/>
                  </a:cxn>
                  <a:cxn ang="0">
                    <a:pos x="282" y="0"/>
                  </a:cxn>
                  <a:cxn ang="0">
                    <a:pos x="273" y="116"/>
                  </a:cxn>
                  <a:cxn ang="0">
                    <a:pos x="227" y="187"/>
                  </a:cxn>
                  <a:cxn ang="0">
                    <a:pos x="224" y="57"/>
                  </a:cxn>
                  <a:cxn ang="0">
                    <a:pos x="226" y="29"/>
                  </a:cxn>
                  <a:cxn ang="0">
                    <a:pos x="196" y="38"/>
                  </a:cxn>
                  <a:cxn ang="0">
                    <a:pos x="201" y="67"/>
                  </a:cxn>
                  <a:cxn ang="0">
                    <a:pos x="173" y="186"/>
                  </a:cxn>
                  <a:cxn ang="0">
                    <a:pos x="163" y="34"/>
                  </a:cxn>
                  <a:cxn ang="0">
                    <a:pos x="88" y="42"/>
                  </a:cxn>
                  <a:cxn ang="0">
                    <a:pos x="20" y="82"/>
                  </a:cxn>
                  <a:cxn ang="0">
                    <a:pos x="5" y="202"/>
                  </a:cxn>
                  <a:cxn ang="0">
                    <a:pos x="25" y="300"/>
                  </a:cxn>
                  <a:cxn ang="0">
                    <a:pos x="70" y="301"/>
                  </a:cxn>
                  <a:cxn ang="0">
                    <a:pos x="54" y="449"/>
                  </a:cxn>
                  <a:cxn ang="0">
                    <a:pos x="21" y="554"/>
                  </a:cxn>
                  <a:cxn ang="0">
                    <a:pos x="44" y="584"/>
                  </a:cxn>
                  <a:cxn ang="0">
                    <a:pos x="51" y="777"/>
                  </a:cxn>
                  <a:cxn ang="0">
                    <a:pos x="47" y="1261"/>
                  </a:cxn>
                  <a:cxn ang="0">
                    <a:pos x="21" y="1287"/>
                  </a:cxn>
                  <a:cxn ang="0">
                    <a:pos x="4" y="1326"/>
                  </a:cxn>
                  <a:cxn ang="0">
                    <a:pos x="61" y="1335"/>
                  </a:cxn>
                  <a:cxn ang="0">
                    <a:pos x="96" y="1313"/>
                  </a:cxn>
                  <a:cxn ang="0">
                    <a:pos x="173" y="395"/>
                  </a:cxn>
                  <a:cxn ang="0">
                    <a:pos x="198" y="450"/>
                  </a:cxn>
                  <a:cxn ang="0">
                    <a:pos x="239" y="427"/>
                  </a:cxn>
                  <a:cxn ang="0">
                    <a:pos x="283" y="286"/>
                  </a:cxn>
                  <a:cxn ang="0">
                    <a:pos x="308" y="442"/>
                  </a:cxn>
                  <a:cxn ang="0">
                    <a:pos x="298" y="498"/>
                  </a:cxn>
                  <a:cxn ang="0">
                    <a:pos x="211" y="513"/>
                  </a:cxn>
                  <a:cxn ang="0">
                    <a:pos x="134" y="479"/>
                  </a:cxn>
                  <a:cxn ang="0">
                    <a:pos x="136" y="319"/>
                  </a:cxn>
                </a:cxnLst>
                <a:rect l="0" t="0" r="r" b="b"/>
                <a:pathLst>
                  <a:path w="453" h="1343">
                    <a:moveTo>
                      <a:pt x="96" y="1313"/>
                    </a:moveTo>
                    <a:lnTo>
                      <a:pt x="96" y="1313"/>
                    </a:lnTo>
                    <a:lnTo>
                      <a:pt x="107" y="1311"/>
                    </a:lnTo>
                    <a:lnTo>
                      <a:pt x="113" y="1310"/>
                    </a:lnTo>
                    <a:lnTo>
                      <a:pt x="117" y="1307"/>
                    </a:lnTo>
                    <a:lnTo>
                      <a:pt x="121" y="1305"/>
                    </a:lnTo>
                    <a:lnTo>
                      <a:pt x="124" y="1301"/>
                    </a:lnTo>
                    <a:lnTo>
                      <a:pt x="126" y="1296"/>
                    </a:lnTo>
                    <a:lnTo>
                      <a:pt x="126" y="1291"/>
                    </a:lnTo>
                    <a:lnTo>
                      <a:pt x="126" y="1291"/>
                    </a:lnTo>
                    <a:lnTo>
                      <a:pt x="126" y="1277"/>
                    </a:lnTo>
                    <a:lnTo>
                      <a:pt x="128" y="1264"/>
                    </a:lnTo>
                    <a:lnTo>
                      <a:pt x="132" y="1252"/>
                    </a:lnTo>
                    <a:lnTo>
                      <a:pt x="136" y="1239"/>
                    </a:lnTo>
                    <a:lnTo>
                      <a:pt x="136" y="1239"/>
                    </a:lnTo>
                    <a:lnTo>
                      <a:pt x="143" y="1224"/>
                    </a:lnTo>
                    <a:lnTo>
                      <a:pt x="147" y="1208"/>
                    </a:lnTo>
                    <a:lnTo>
                      <a:pt x="151" y="1192"/>
                    </a:lnTo>
                    <a:lnTo>
                      <a:pt x="152" y="1175"/>
                    </a:lnTo>
                    <a:lnTo>
                      <a:pt x="152" y="1175"/>
                    </a:lnTo>
                    <a:lnTo>
                      <a:pt x="160" y="984"/>
                    </a:lnTo>
                    <a:lnTo>
                      <a:pt x="160" y="984"/>
                    </a:lnTo>
                    <a:lnTo>
                      <a:pt x="160" y="957"/>
                    </a:lnTo>
                    <a:lnTo>
                      <a:pt x="162" y="943"/>
                    </a:lnTo>
                    <a:lnTo>
                      <a:pt x="163" y="930"/>
                    </a:lnTo>
                    <a:lnTo>
                      <a:pt x="163" y="930"/>
                    </a:lnTo>
                    <a:lnTo>
                      <a:pt x="167" y="919"/>
                    </a:lnTo>
                    <a:lnTo>
                      <a:pt x="171" y="908"/>
                    </a:lnTo>
                    <a:lnTo>
                      <a:pt x="173" y="896"/>
                    </a:lnTo>
                    <a:lnTo>
                      <a:pt x="175" y="882"/>
                    </a:lnTo>
                    <a:lnTo>
                      <a:pt x="179" y="833"/>
                    </a:lnTo>
                    <a:lnTo>
                      <a:pt x="179" y="833"/>
                    </a:lnTo>
                    <a:lnTo>
                      <a:pt x="183" y="787"/>
                    </a:lnTo>
                    <a:lnTo>
                      <a:pt x="189" y="739"/>
                    </a:lnTo>
                    <a:lnTo>
                      <a:pt x="193" y="716"/>
                    </a:lnTo>
                    <a:lnTo>
                      <a:pt x="198" y="693"/>
                    </a:lnTo>
                    <a:lnTo>
                      <a:pt x="205" y="671"/>
                    </a:lnTo>
                    <a:lnTo>
                      <a:pt x="213" y="649"/>
                    </a:lnTo>
                    <a:lnTo>
                      <a:pt x="213" y="649"/>
                    </a:lnTo>
                    <a:lnTo>
                      <a:pt x="218" y="639"/>
                    </a:lnTo>
                    <a:lnTo>
                      <a:pt x="224" y="627"/>
                    </a:lnTo>
                    <a:lnTo>
                      <a:pt x="230" y="623"/>
                    </a:lnTo>
                    <a:lnTo>
                      <a:pt x="234" y="620"/>
                    </a:lnTo>
                    <a:lnTo>
                      <a:pt x="237" y="620"/>
                    </a:lnTo>
                    <a:lnTo>
                      <a:pt x="238" y="622"/>
                    </a:lnTo>
                    <a:lnTo>
                      <a:pt x="241" y="623"/>
                    </a:lnTo>
                    <a:lnTo>
                      <a:pt x="242" y="624"/>
                    </a:lnTo>
                    <a:lnTo>
                      <a:pt x="242" y="624"/>
                    </a:lnTo>
                    <a:lnTo>
                      <a:pt x="245" y="629"/>
                    </a:lnTo>
                    <a:lnTo>
                      <a:pt x="246" y="633"/>
                    </a:lnTo>
                    <a:lnTo>
                      <a:pt x="246" y="641"/>
                    </a:lnTo>
                    <a:lnTo>
                      <a:pt x="246" y="641"/>
                    </a:lnTo>
                    <a:lnTo>
                      <a:pt x="250" y="742"/>
                    </a:lnTo>
                    <a:lnTo>
                      <a:pt x="250" y="742"/>
                    </a:lnTo>
                    <a:lnTo>
                      <a:pt x="252" y="764"/>
                    </a:lnTo>
                    <a:lnTo>
                      <a:pt x="254" y="785"/>
                    </a:lnTo>
                    <a:lnTo>
                      <a:pt x="260" y="806"/>
                    </a:lnTo>
                    <a:lnTo>
                      <a:pt x="264" y="828"/>
                    </a:lnTo>
                    <a:lnTo>
                      <a:pt x="275" y="870"/>
                    </a:lnTo>
                    <a:lnTo>
                      <a:pt x="280" y="892"/>
                    </a:lnTo>
                    <a:lnTo>
                      <a:pt x="283" y="913"/>
                    </a:lnTo>
                    <a:lnTo>
                      <a:pt x="283" y="913"/>
                    </a:lnTo>
                    <a:lnTo>
                      <a:pt x="290" y="973"/>
                    </a:lnTo>
                    <a:lnTo>
                      <a:pt x="294" y="1033"/>
                    </a:lnTo>
                    <a:lnTo>
                      <a:pt x="298" y="1155"/>
                    </a:lnTo>
                    <a:lnTo>
                      <a:pt x="298" y="1155"/>
                    </a:lnTo>
                    <a:lnTo>
                      <a:pt x="297" y="1181"/>
                    </a:lnTo>
                    <a:lnTo>
                      <a:pt x="298" y="1194"/>
                    </a:lnTo>
                    <a:lnTo>
                      <a:pt x="298" y="1201"/>
                    </a:lnTo>
                    <a:lnTo>
                      <a:pt x="301" y="1207"/>
                    </a:lnTo>
                    <a:lnTo>
                      <a:pt x="301" y="1207"/>
                    </a:lnTo>
                    <a:lnTo>
                      <a:pt x="317" y="1250"/>
                    </a:lnTo>
                    <a:lnTo>
                      <a:pt x="317" y="1250"/>
                    </a:lnTo>
                    <a:lnTo>
                      <a:pt x="318" y="1254"/>
                    </a:lnTo>
                    <a:lnTo>
                      <a:pt x="320" y="1257"/>
                    </a:lnTo>
                    <a:lnTo>
                      <a:pt x="321" y="1258"/>
                    </a:lnTo>
                    <a:lnTo>
                      <a:pt x="321" y="1258"/>
                    </a:lnTo>
                    <a:lnTo>
                      <a:pt x="324" y="1260"/>
                    </a:lnTo>
                    <a:lnTo>
                      <a:pt x="327" y="1261"/>
                    </a:lnTo>
                    <a:lnTo>
                      <a:pt x="329" y="1265"/>
                    </a:lnTo>
                    <a:lnTo>
                      <a:pt x="329" y="1269"/>
                    </a:lnTo>
                    <a:lnTo>
                      <a:pt x="329" y="1275"/>
                    </a:lnTo>
                    <a:lnTo>
                      <a:pt x="329" y="1275"/>
                    </a:lnTo>
                    <a:lnTo>
                      <a:pt x="329" y="1296"/>
                    </a:lnTo>
                    <a:lnTo>
                      <a:pt x="331" y="1310"/>
                    </a:lnTo>
                    <a:lnTo>
                      <a:pt x="331" y="1314"/>
                    </a:lnTo>
                    <a:lnTo>
                      <a:pt x="332" y="1316"/>
                    </a:lnTo>
                    <a:lnTo>
                      <a:pt x="332" y="1316"/>
                    </a:lnTo>
                    <a:lnTo>
                      <a:pt x="352" y="1317"/>
                    </a:lnTo>
                    <a:lnTo>
                      <a:pt x="362" y="1320"/>
                    </a:lnTo>
                    <a:lnTo>
                      <a:pt x="366" y="1322"/>
                    </a:lnTo>
                    <a:lnTo>
                      <a:pt x="370" y="1325"/>
                    </a:lnTo>
                    <a:lnTo>
                      <a:pt x="370" y="1325"/>
                    </a:lnTo>
                    <a:lnTo>
                      <a:pt x="378" y="1329"/>
                    </a:lnTo>
                    <a:lnTo>
                      <a:pt x="389" y="1335"/>
                    </a:lnTo>
                    <a:lnTo>
                      <a:pt x="404" y="1339"/>
                    </a:lnTo>
                    <a:lnTo>
                      <a:pt x="419" y="1341"/>
                    </a:lnTo>
                    <a:lnTo>
                      <a:pt x="433" y="1343"/>
                    </a:lnTo>
                    <a:lnTo>
                      <a:pt x="438" y="1343"/>
                    </a:lnTo>
                    <a:lnTo>
                      <a:pt x="444" y="1341"/>
                    </a:lnTo>
                    <a:lnTo>
                      <a:pt x="448" y="1339"/>
                    </a:lnTo>
                    <a:lnTo>
                      <a:pt x="451" y="1336"/>
                    </a:lnTo>
                    <a:lnTo>
                      <a:pt x="453" y="1331"/>
                    </a:lnTo>
                    <a:lnTo>
                      <a:pt x="452" y="1325"/>
                    </a:lnTo>
                    <a:lnTo>
                      <a:pt x="452" y="1325"/>
                    </a:lnTo>
                    <a:lnTo>
                      <a:pt x="451" y="1320"/>
                    </a:lnTo>
                    <a:lnTo>
                      <a:pt x="449" y="1316"/>
                    </a:lnTo>
                    <a:lnTo>
                      <a:pt x="445" y="1311"/>
                    </a:lnTo>
                    <a:lnTo>
                      <a:pt x="441" y="1307"/>
                    </a:lnTo>
                    <a:lnTo>
                      <a:pt x="441" y="1307"/>
                    </a:lnTo>
                    <a:lnTo>
                      <a:pt x="423" y="1295"/>
                    </a:lnTo>
                    <a:lnTo>
                      <a:pt x="414" y="1287"/>
                    </a:lnTo>
                    <a:lnTo>
                      <a:pt x="411" y="1283"/>
                    </a:lnTo>
                    <a:lnTo>
                      <a:pt x="408" y="1280"/>
                    </a:lnTo>
                    <a:lnTo>
                      <a:pt x="408" y="1280"/>
                    </a:lnTo>
                    <a:lnTo>
                      <a:pt x="407" y="1271"/>
                    </a:lnTo>
                    <a:lnTo>
                      <a:pt x="408" y="1261"/>
                    </a:lnTo>
                    <a:lnTo>
                      <a:pt x="411" y="1241"/>
                    </a:lnTo>
                    <a:lnTo>
                      <a:pt x="411" y="1241"/>
                    </a:lnTo>
                    <a:lnTo>
                      <a:pt x="412" y="1235"/>
                    </a:lnTo>
                    <a:lnTo>
                      <a:pt x="414" y="1228"/>
                    </a:lnTo>
                    <a:lnTo>
                      <a:pt x="417" y="1223"/>
                    </a:lnTo>
                    <a:lnTo>
                      <a:pt x="418" y="1216"/>
                    </a:lnTo>
                    <a:lnTo>
                      <a:pt x="418" y="1216"/>
                    </a:lnTo>
                    <a:lnTo>
                      <a:pt x="418" y="1207"/>
                    </a:lnTo>
                    <a:lnTo>
                      <a:pt x="417" y="1198"/>
                    </a:lnTo>
                    <a:lnTo>
                      <a:pt x="412" y="1182"/>
                    </a:lnTo>
                    <a:lnTo>
                      <a:pt x="412" y="1182"/>
                    </a:lnTo>
                    <a:lnTo>
                      <a:pt x="410" y="1174"/>
                    </a:lnTo>
                    <a:lnTo>
                      <a:pt x="408" y="1164"/>
                    </a:lnTo>
                    <a:lnTo>
                      <a:pt x="407" y="1145"/>
                    </a:lnTo>
                    <a:lnTo>
                      <a:pt x="406" y="1108"/>
                    </a:lnTo>
                    <a:lnTo>
                      <a:pt x="406" y="1108"/>
                    </a:lnTo>
                    <a:lnTo>
                      <a:pt x="403" y="1065"/>
                    </a:lnTo>
                    <a:lnTo>
                      <a:pt x="403" y="1065"/>
                    </a:lnTo>
                    <a:lnTo>
                      <a:pt x="403" y="1052"/>
                    </a:lnTo>
                    <a:lnTo>
                      <a:pt x="406" y="1040"/>
                    </a:lnTo>
                    <a:lnTo>
                      <a:pt x="408" y="1028"/>
                    </a:lnTo>
                    <a:lnTo>
                      <a:pt x="410" y="1014"/>
                    </a:lnTo>
                    <a:lnTo>
                      <a:pt x="410" y="1014"/>
                    </a:lnTo>
                    <a:lnTo>
                      <a:pt x="410" y="1005"/>
                    </a:lnTo>
                    <a:lnTo>
                      <a:pt x="408" y="994"/>
                    </a:lnTo>
                    <a:lnTo>
                      <a:pt x="404" y="975"/>
                    </a:lnTo>
                    <a:lnTo>
                      <a:pt x="400" y="954"/>
                    </a:lnTo>
                    <a:lnTo>
                      <a:pt x="400" y="945"/>
                    </a:lnTo>
                    <a:lnTo>
                      <a:pt x="402" y="935"/>
                    </a:lnTo>
                    <a:lnTo>
                      <a:pt x="402" y="935"/>
                    </a:lnTo>
                    <a:lnTo>
                      <a:pt x="403" y="916"/>
                    </a:lnTo>
                    <a:lnTo>
                      <a:pt x="404" y="896"/>
                    </a:lnTo>
                    <a:lnTo>
                      <a:pt x="406" y="858"/>
                    </a:lnTo>
                    <a:lnTo>
                      <a:pt x="406" y="858"/>
                    </a:lnTo>
                    <a:lnTo>
                      <a:pt x="404" y="802"/>
                    </a:lnTo>
                    <a:lnTo>
                      <a:pt x="404" y="747"/>
                    </a:lnTo>
                    <a:lnTo>
                      <a:pt x="400" y="638"/>
                    </a:lnTo>
                    <a:lnTo>
                      <a:pt x="400" y="638"/>
                    </a:lnTo>
                    <a:lnTo>
                      <a:pt x="397" y="590"/>
                    </a:lnTo>
                    <a:lnTo>
                      <a:pt x="397" y="590"/>
                    </a:lnTo>
                    <a:lnTo>
                      <a:pt x="399" y="590"/>
                    </a:lnTo>
                    <a:lnTo>
                      <a:pt x="403" y="588"/>
                    </a:lnTo>
                    <a:lnTo>
                      <a:pt x="414" y="581"/>
                    </a:lnTo>
                    <a:lnTo>
                      <a:pt x="433" y="569"/>
                    </a:lnTo>
                    <a:lnTo>
                      <a:pt x="433" y="569"/>
                    </a:lnTo>
                    <a:lnTo>
                      <a:pt x="434" y="566"/>
                    </a:lnTo>
                    <a:lnTo>
                      <a:pt x="434" y="563"/>
                    </a:lnTo>
                    <a:lnTo>
                      <a:pt x="433" y="554"/>
                    </a:lnTo>
                    <a:lnTo>
                      <a:pt x="425" y="528"/>
                    </a:lnTo>
                    <a:lnTo>
                      <a:pt x="410" y="483"/>
                    </a:lnTo>
                    <a:lnTo>
                      <a:pt x="410" y="483"/>
                    </a:lnTo>
                    <a:lnTo>
                      <a:pt x="399" y="440"/>
                    </a:lnTo>
                    <a:lnTo>
                      <a:pt x="388" y="397"/>
                    </a:lnTo>
                    <a:lnTo>
                      <a:pt x="384" y="375"/>
                    </a:lnTo>
                    <a:lnTo>
                      <a:pt x="381" y="353"/>
                    </a:lnTo>
                    <a:lnTo>
                      <a:pt x="380" y="330"/>
                    </a:lnTo>
                    <a:lnTo>
                      <a:pt x="381" y="310"/>
                    </a:lnTo>
                    <a:lnTo>
                      <a:pt x="381" y="310"/>
                    </a:lnTo>
                    <a:lnTo>
                      <a:pt x="382" y="306"/>
                    </a:lnTo>
                    <a:lnTo>
                      <a:pt x="384" y="303"/>
                    </a:lnTo>
                    <a:lnTo>
                      <a:pt x="389" y="297"/>
                    </a:lnTo>
                    <a:lnTo>
                      <a:pt x="395" y="293"/>
                    </a:lnTo>
                    <a:lnTo>
                      <a:pt x="399" y="286"/>
                    </a:lnTo>
                    <a:lnTo>
                      <a:pt x="399" y="286"/>
                    </a:lnTo>
                    <a:lnTo>
                      <a:pt x="408" y="269"/>
                    </a:lnTo>
                    <a:lnTo>
                      <a:pt x="415" y="251"/>
                    </a:lnTo>
                    <a:lnTo>
                      <a:pt x="422" y="233"/>
                    </a:lnTo>
                    <a:lnTo>
                      <a:pt x="427" y="216"/>
                    </a:lnTo>
                    <a:lnTo>
                      <a:pt x="430" y="198"/>
                    </a:lnTo>
                    <a:lnTo>
                      <a:pt x="433" y="179"/>
                    </a:lnTo>
                    <a:lnTo>
                      <a:pt x="433" y="160"/>
                    </a:lnTo>
                    <a:lnTo>
                      <a:pt x="432" y="141"/>
                    </a:lnTo>
                    <a:lnTo>
                      <a:pt x="432" y="141"/>
                    </a:lnTo>
                    <a:lnTo>
                      <a:pt x="429" y="112"/>
                    </a:lnTo>
                    <a:lnTo>
                      <a:pt x="422" y="85"/>
                    </a:lnTo>
                    <a:lnTo>
                      <a:pt x="422" y="85"/>
                    </a:lnTo>
                    <a:lnTo>
                      <a:pt x="421" y="79"/>
                    </a:lnTo>
                    <a:lnTo>
                      <a:pt x="417" y="77"/>
                    </a:lnTo>
                    <a:lnTo>
                      <a:pt x="406" y="71"/>
                    </a:lnTo>
                    <a:lnTo>
                      <a:pt x="406" y="71"/>
                    </a:lnTo>
                    <a:lnTo>
                      <a:pt x="373" y="56"/>
                    </a:lnTo>
                    <a:lnTo>
                      <a:pt x="342" y="40"/>
                    </a:lnTo>
                    <a:lnTo>
                      <a:pt x="310" y="22"/>
                    </a:lnTo>
                    <a:lnTo>
                      <a:pt x="295" y="11"/>
                    </a:lnTo>
                    <a:lnTo>
                      <a:pt x="282" y="0"/>
                    </a:lnTo>
                    <a:lnTo>
                      <a:pt x="282" y="0"/>
                    </a:lnTo>
                    <a:lnTo>
                      <a:pt x="271" y="26"/>
                    </a:lnTo>
                    <a:lnTo>
                      <a:pt x="267" y="40"/>
                    </a:lnTo>
                    <a:lnTo>
                      <a:pt x="265" y="47"/>
                    </a:lnTo>
                    <a:lnTo>
                      <a:pt x="265" y="53"/>
                    </a:lnTo>
                    <a:lnTo>
                      <a:pt x="265" y="53"/>
                    </a:lnTo>
                    <a:lnTo>
                      <a:pt x="273" y="116"/>
                    </a:lnTo>
                    <a:lnTo>
                      <a:pt x="273" y="116"/>
                    </a:lnTo>
                    <a:lnTo>
                      <a:pt x="280" y="168"/>
                    </a:lnTo>
                    <a:lnTo>
                      <a:pt x="280" y="168"/>
                    </a:lnTo>
                    <a:lnTo>
                      <a:pt x="278" y="169"/>
                    </a:lnTo>
                    <a:lnTo>
                      <a:pt x="275" y="171"/>
                    </a:lnTo>
                    <a:lnTo>
                      <a:pt x="268" y="172"/>
                    </a:lnTo>
                    <a:lnTo>
                      <a:pt x="268" y="172"/>
                    </a:lnTo>
                    <a:lnTo>
                      <a:pt x="227" y="187"/>
                    </a:lnTo>
                    <a:lnTo>
                      <a:pt x="227" y="187"/>
                    </a:lnTo>
                    <a:lnTo>
                      <a:pt x="222" y="72"/>
                    </a:lnTo>
                    <a:lnTo>
                      <a:pt x="222" y="72"/>
                    </a:lnTo>
                    <a:lnTo>
                      <a:pt x="220" y="67"/>
                    </a:lnTo>
                    <a:lnTo>
                      <a:pt x="220" y="60"/>
                    </a:lnTo>
                    <a:lnTo>
                      <a:pt x="220" y="60"/>
                    </a:lnTo>
                    <a:lnTo>
                      <a:pt x="224" y="57"/>
                    </a:lnTo>
                    <a:lnTo>
                      <a:pt x="230" y="52"/>
                    </a:lnTo>
                    <a:lnTo>
                      <a:pt x="235" y="48"/>
                    </a:lnTo>
                    <a:lnTo>
                      <a:pt x="237" y="47"/>
                    </a:lnTo>
                    <a:lnTo>
                      <a:pt x="238" y="45"/>
                    </a:lnTo>
                    <a:lnTo>
                      <a:pt x="238" y="45"/>
                    </a:lnTo>
                    <a:lnTo>
                      <a:pt x="231" y="34"/>
                    </a:lnTo>
                    <a:lnTo>
                      <a:pt x="226" y="29"/>
                    </a:lnTo>
                    <a:lnTo>
                      <a:pt x="222" y="25"/>
                    </a:lnTo>
                    <a:lnTo>
                      <a:pt x="218" y="22"/>
                    </a:lnTo>
                    <a:lnTo>
                      <a:pt x="212" y="21"/>
                    </a:lnTo>
                    <a:lnTo>
                      <a:pt x="207" y="23"/>
                    </a:lnTo>
                    <a:lnTo>
                      <a:pt x="203" y="29"/>
                    </a:lnTo>
                    <a:lnTo>
                      <a:pt x="203" y="29"/>
                    </a:lnTo>
                    <a:lnTo>
                      <a:pt x="196" y="38"/>
                    </a:lnTo>
                    <a:lnTo>
                      <a:pt x="194" y="44"/>
                    </a:lnTo>
                    <a:lnTo>
                      <a:pt x="196" y="49"/>
                    </a:lnTo>
                    <a:lnTo>
                      <a:pt x="196" y="49"/>
                    </a:lnTo>
                    <a:lnTo>
                      <a:pt x="200" y="57"/>
                    </a:lnTo>
                    <a:lnTo>
                      <a:pt x="201" y="63"/>
                    </a:lnTo>
                    <a:lnTo>
                      <a:pt x="201" y="67"/>
                    </a:lnTo>
                    <a:lnTo>
                      <a:pt x="201" y="67"/>
                    </a:lnTo>
                    <a:lnTo>
                      <a:pt x="197" y="127"/>
                    </a:lnTo>
                    <a:lnTo>
                      <a:pt x="197" y="127"/>
                    </a:lnTo>
                    <a:lnTo>
                      <a:pt x="192" y="186"/>
                    </a:lnTo>
                    <a:lnTo>
                      <a:pt x="192" y="186"/>
                    </a:lnTo>
                    <a:lnTo>
                      <a:pt x="189" y="186"/>
                    </a:lnTo>
                    <a:lnTo>
                      <a:pt x="185" y="187"/>
                    </a:lnTo>
                    <a:lnTo>
                      <a:pt x="173" y="186"/>
                    </a:lnTo>
                    <a:lnTo>
                      <a:pt x="148" y="184"/>
                    </a:lnTo>
                    <a:lnTo>
                      <a:pt x="148" y="184"/>
                    </a:lnTo>
                    <a:lnTo>
                      <a:pt x="158" y="123"/>
                    </a:lnTo>
                    <a:lnTo>
                      <a:pt x="164" y="62"/>
                    </a:lnTo>
                    <a:lnTo>
                      <a:pt x="164" y="62"/>
                    </a:lnTo>
                    <a:lnTo>
                      <a:pt x="164" y="47"/>
                    </a:lnTo>
                    <a:lnTo>
                      <a:pt x="163" y="34"/>
                    </a:lnTo>
                    <a:lnTo>
                      <a:pt x="160" y="21"/>
                    </a:lnTo>
                    <a:lnTo>
                      <a:pt x="158" y="7"/>
                    </a:lnTo>
                    <a:lnTo>
                      <a:pt x="158" y="7"/>
                    </a:lnTo>
                    <a:lnTo>
                      <a:pt x="147" y="14"/>
                    </a:lnTo>
                    <a:lnTo>
                      <a:pt x="136" y="21"/>
                    </a:lnTo>
                    <a:lnTo>
                      <a:pt x="111" y="32"/>
                    </a:lnTo>
                    <a:lnTo>
                      <a:pt x="88" y="42"/>
                    </a:lnTo>
                    <a:lnTo>
                      <a:pt x="65" y="53"/>
                    </a:lnTo>
                    <a:lnTo>
                      <a:pt x="65" y="53"/>
                    </a:lnTo>
                    <a:lnTo>
                      <a:pt x="43" y="66"/>
                    </a:lnTo>
                    <a:lnTo>
                      <a:pt x="32" y="72"/>
                    </a:lnTo>
                    <a:lnTo>
                      <a:pt x="23" y="79"/>
                    </a:lnTo>
                    <a:lnTo>
                      <a:pt x="23" y="79"/>
                    </a:lnTo>
                    <a:lnTo>
                      <a:pt x="20" y="82"/>
                    </a:lnTo>
                    <a:lnTo>
                      <a:pt x="19" y="86"/>
                    </a:lnTo>
                    <a:lnTo>
                      <a:pt x="16" y="96"/>
                    </a:lnTo>
                    <a:lnTo>
                      <a:pt x="15" y="115"/>
                    </a:lnTo>
                    <a:lnTo>
                      <a:pt x="15" y="115"/>
                    </a:lnTo>
                    <a:lnTo>
                      <a:pt x="10" y="135"/>
                    </a:lnTo>
                    <a:lnTo>
                      <a:pt x="8" y="166"/>
                    </a:lnTo>
                    <a:lnTo>
                      <a:pt x="5" y="202"/>
                    </a:lnTo>
                    <a:lnTo>
                      <a:pt x="4" y="221"/>
                    </a:lnTo>
                    <a:lnTo>
                      <a:pt x="5" y="239"/>
                    </a:lnTo>
                    <a:lnTo>
                      <a:pt x="6" y="256"/>
                    </a:lnTo>
                    <a:lnTo>
                      <a:pt x="10" y="271"/>
                    </a:lnTo>
                    <a:lnTo>
                      <a:pt x="15" y="285"/>
                    </a:lnTo>
                    <a:lnTo>
                      <a:pt x="21" y="296"/>
                    </a:lnTo>
                    <a:lnTo>
                      <a:pt x="25" y="300"/>
                    </a:lnTo>
                    <a:lnTo>
                      <a:pt x="29" y="303"/>
                    </a:lnTo>
                    <a:lnTo>
                      <a:pt x="35" y="306"/>
                    </a:lnTo>
                    <a:lnTo>
                      <a:pt x="40" y="307"/>
                    </a:lnTo>
                    <a:lnTo>
                      <a:pt x="47" y="308"/>
                    </a:lnTo>
                    <a:lnTo>
                      <a:pt x="54" y="307"/>
                    </a:lnTo>
                    <a:lnTo>
                      <a:pt x="61" y="306"/>
                    </a:lnTo>
                    <a:lnTo>
                      <a:pt x="70" y="301"/>
                    </a:lnTo>
                    <a:lnTo>
                      <a:pt x="70" y="301"/>
                    </a:lnTo>
                    <a:lnTo>
                      <a:pt x="70" y="312"/>
                    </a:lnTo>
                    <a:lnTo>
                      <a:pt x="72" y="323"/>
                    </a:lnTo>
                    <a:lnTo>
                      <a:pt x="69" y="345"/>
                    </a:lnTo>
                    <a:lnTo>
                      <a:pt x="62" y="389"/>
                    </a:lnTo>
                    <a:lnTo>
                      <a:pt x="62" y="389"/>
                    </a:lnTo>
                    <a:lnTo>
                      <a:pt x="54" y="449"/>
                    </a:lnTo>
                    <a:lnTo>
                      <a:pt x="47" y="479"/>
                    </a:lnTo>
                    <a:lnTo>
                      <a:pt x="40" y="509"/>
                    </a:lnTo>
                    <a:lnTo>
                      <a:pt x="40" y="509"/>
                    </a:lnTo>
                    <a:lnTo>
                      <a:pt x="38" y="515"/>
                    </a:lnTo>
                    <a:lnTo>
                      <a:pt x="34" y="525"/>
                    </a:lnTo>
                    <a:lnTo>
                      <a:pt x="24" y="544"/>
                    </a:lnTo>
                    <a:lnTo>
                      <a:pt x="21" y="554"/>
                    </a:lnTo>
                    <a:lnTo>
                      <a:pt x="21" y="562"/>
                    </a:lnTo>
                    <a:lnTo>
                      <a:pt x="21" y="566"/>
                    </a:lnTo>
                    <a:lnTo>
                      <a:pt x="23" y="570"/>
                    </a:lnTo>
                    <a:lnTo>
                      <a:pt x="25" y="573"/>
                    </a:lnTo>
                    <a:lnTo>
                      <a:pt x="29" y="575"/>
                    </a:lnTo>
                    <a:lnTo>
                      <a:pt x="29" y="575"/>
                    </a:lnTo>
                    <a:lnTo>
                      <a:pt x="44" y="584"/>
                    </a:lnTo>
                    <a:lnTo>
                      <a:pt x="53" y="588"/>
                    </a:lnTo>
                    <a:lnTo>
                      <a:pt x="55" y="590"/>
                    </a:lnTo>
                    <a:lnTo>
                      <a:pt x="57" y="592"/>
                    </a:lnTo>
                    <a:lnTo>
                      <a:pt x="57" y="592"/>
                    </a:lnTo>
                    <a:lnTo>
                      <a:pt x="55" y="615"/>
                    </a:lnTo>
                    <a:lnTo>
                      <a:pt x="55" y="615"/>
                    </a:lnTo>
                    <a:lnTo>
                      <a:pt x="51" y="777"/>
                    </a:lnTo>
                    <a:lnTo>
                      <a:pt x="49" y="858"/>
                    </a:lnTo>
                    <a:lnTo>
                      <a:pt x="49" y="938"/>
                    </a:lnTo>
                    <a:lnTo>
                      <a:pt x="49" y="938"/>
                    </a:lnTo>
                    <a:lnTo>
                      <a:pt x="49" y="1185"/>
                    </a:lnTo>
                    <a:lnTo>
                      <a:pt x="49" y="1185"/>
                    </a:lnTo>
                    <a:lnTo>
                      <a:pt x="49" y="1223"/>
                    </a:lnTo>
                    <a:lnTo>
                      <a:pt x="47" y="1261"/>
                    </a:lnTo>
                    <a:lnTo>
                      <a:pt x="47" y="1261"/>
                    </a:lnTo>
                    <a:lnTo>
                      <a:pt x="47" y="1268"/>
                    </a:lnTo>
                    <a:lnTo>
                      <a:pt x="46" y="1273"/>
                    </a:lnTo>
                    <a:lnTo>
                      <a:pt x="43" y="1276"/>
                    </a:lnTo>
                    <a:lnTo>
                      <a:pt x="40" y="1279"/>
                    </a:lnTo>
                    <a:lnTo>
                      <a:pt x="34" y="1281"/>
                    </a:lnTo>
                    <a:lnTo>
                      <a:pt x="21" y="1287"/>
                    </a:lnTo>
                    <a:lnTo>
                      <a:pt x="21" y="1287"/>
                    </a:lnTo>
                    <a:lnTo>
                      <a:pt x="12" y="1292"/>
                    </a:lnTo>
                    <a:lnTo>
                      <a:pt x="5" y="1301"/>
                    </a:lnTo>
                    <a:lnTo>
                      <a:pt x="1" y="1309"/>
                    </a:lnTo>
                    <a:lnTo>
                      <a:pt x="0" y="1316"/>
                    </a:lnTo>
                    <a:lnTo>
                      <a:pt x="2" y="1324"/>
                    </a:lnTo>
                    <a:lnTo>
                      <a:pt x="4" y="1326"/>
                    </a:lnTo>
                    <a:lnTo>
                      <a:pt x="6" y="1329"/>
                    </a:lnTo>
                    <a:lnTo>
                      <a:pt x="10" y="1332"/>
                    </a:lnTo>
                    <a:lnTo>
                      <a:pt x="15" y="1335"/>
                    </a:lnTo>
                    <a:lnTo>
                      <a:pt x="27" y="1337"/>
                    </a:lnTo>
                    <a:lnTo>
                      <a:pt x="27" y="1337"/>
                    </a:lnTo>
                    <a:lnTo>
                      <a:pt x="43" y="1337"/>
                    </a:lnTo>
                    <a:lnTo>
                      <a:pt x="61" y="1335"/>
                    </a:lnTo>
                    <a:lnTo>
                      <a:pt x="61" y="1335"/>
                    </a:lnTo>
                    <a:lnTo>
                      <a:pt x="66" y="1333"/>
                    </a:lnTo>
                    <a:lnTo>
                      <a:pt x="70" y="1331"/>
                    </a:lnTo>
                    <a:lnTo>
                      <a:pt x="80" y="1324"/>
                    </a:lnTo>
                    <a:lnTo>
                      <a:pt x="88" y="1316"/>
                    </a:lnTo>
                    <a:lnTo>
                      <a:pt x="92" y="1314"/>
                    </a:lnTo>
                    <a:lnTo>
                      <a:pt x="96" y="1313"/>
                    </a:lnTo>
                    <a:lnTo>
                      <a:pt x="96" y="1313"/>
                    </a:lnTo>
                    <a:close/>
                    <a:moveTo>
                      <a:pt x="140" y="297"/>
                    </a:moveTo>
                    <a:lnTo>
                      <a:pt x="140" y="297"/>
                    </a:lnTo>
                    <a:lnTo>
                      <a:pt x="185" y="295"/>
                    </a:lnTo>
                    <a:lnTo>
                      <a:pt x="185" y="295"/>
                    </a:lnTo>
                    <a:lnTo>
                      <a:pt x="173" y="395"/>
                    </a:lnTo>
                    <a:lnTo>
                      <a:pt x="173" y="395"/>
                    </a:lnTo>
                    <a:lnTo>
                      <a:pt x="171" y="409"/>
                    </a:lnTo>
                    <a:lnTo>
                      <a:pt x="171" y="417"/>
                    </a:lnTo>
                    <a:lnTo>
                      <a:pt x="171" y="420"/>
                    </a:lnTo>
                    <a:lnTo>
                      <a:pt x="174" y="423"/>
                    </a:lnTo>
                    <a:lnTo>
                      <a:pt x="174" y="423"/>
                    </a:lnTo>
                    <a:lnTo>
                      <a:pt x="189" y="440"/>
                    </a:lnTo>
                    <a:lnTo>
                      <a:pt x="198" y="450"/>
                    </a:lnTo>
                    <a:lnTo>
                      <a:pt x="203" y="453"/>
                    </a:lnTo>
                    <a:lnTo>
                      <a:pt x="205" y="453"/>
                    </a:lnTo>
                    <a:lnTo>
                      <a:pt x="205" y="453"/>
                    </a:lnTo>
                    <a:lnTo>
                      <a:pt x="224" y="440"/>
                    </a:lnTo>
                    <a:lnTo>
                      <a:pt x="235" y="432"/>
                    </a:lnTo>
                    <a:lnTo>
                      <a:pt x="238" y="430"/>
                    </a:lnTo>
                    <a:lnTo>
                      <a:pt x="239" y="427"/>
                    </a:lnTo>
                    <a:lnTo>
                      <a:pt x="239" y="427"/>
                    </a:lnTo>
                    <a:lnTo>
                      <a:pt x="238" y="385"/>
                    </a:lnTo>
                    <a:lnTo>
                      <a:pt x="238" y="385"/>
                    </a:lnTo>
                    <a:lnTo>
                      <a:pt x="233" y="285"/>
                    </a:lnTo>
                    <a:lnTo>
                      <a:pt x="233" y="285"/>
                    </a:lnTo>
                    <a:lnTo>
                      <a:pt x="283" y="286"/>
                    </a:lnTo>
                    <a:lnTo>
                      <a:pt x="283" y="286"/>
                    </a:lnTo>
                    <a:lnTo>
                      <a:pt x="283" y="289"/>
                    </a:lnTo>
                    <a:lnTo>
                      <a:pt x="286" y="296"/>
                    </a:lnTo>
                    <a:lnTo>
                      <a:pt x="288" y="319"/>
                    </a:lnTo>
                    <a:lnTo>
                      <a:pt x="294" y="355"/>
                    </a:lnTo>
                    <a:lnTo>
                      <a:pt x="294" y="355"/>
                    </a:lnTo>
                    <a:lnTo>
                      <a:pt x="301" y="398"/>
                    </a:lnTo>
                    <a:lnTo>
                      <a:pt x="308" y="442"/>
                    </a:lnTo>
                    <a:lnTo>
                      <a:pt x="308" y="442"/>
                    </a:lnTo>
                    <a:lnTo>
                      <a:pt x="312" y="465"/>
                    </a:lnTo>
                    <a:lnTo>
                      <a:pt x="316" y="479"/>
                    </a:lnTo>
                    <a:lnTo>
                      <a:pt x="317" y="483"/>
                    </a:lnTo>
                    <a:lnTo>
                      <a:pt x="320" y="485"/>
                    </a:lnTo>
                    <a:lnTo>
                      <a:pt x="320" y="485"/>
                    </a:lnTo>
                    <a:lnTo>
                      <a:pt x="298" y="498"/>
                    </a:lnTo>
                    <a:lnTo>
                      <a:pt x="273" y="507"/>
                    </a:lnTo>
                    <a:lnTo>
                      <a:pt x="261" y="510"/>
                    </a:lnTo>
                    <a:lnTo>
                      <a:pt x="249" y="513"/>
                    </a:lnTo>
                    <a:lnTo>
                      <a:pt x="235" y="514"/>
                    </a:lnTo>
                    <a:lnTo>
                      <a:pt x="223" y="514"/>
                    </a:lnTo>
                    <a:lnTo>
                      <a:pt x="223" y="514"/>
                    </a:lnTo>
                    <a:lnTo>
                      <a:pt x="211" y="513"/>
                    </a:lnTo>
                    <a:lnTo>
                      <a:pt x="198" y="510"/>
                    </a:lnTo>
                    <a:lnTo>
                      <a:pt x="186" y="507"/>
                    </a:lnTo>
                    <a:lnTo>
                      <a:pt x="174" y="502"/>
                    </a:lnTo>
                    <a:lnTo>
                      <a:pt x="174" y="502"/>
                    </a:lnTo>
                    <a:lnTo>
                      <a:pt x="163" y="496"/>
                    </a:lnTo>
                    <a:lnTo>
                      <a:pt x="148" y="488"/>
                    </a:lnTo>
                    <a:lnTo>
                      <a:pt x="134" y="479"/>
                    </a:lnTo>
                    <a:lnTo>
                      <a:pt x="130" y="473"/>
                    </a:lnTo>
                    <a:lnTo>
                      <a:pt x="129" y="469"/>
                    </a:lnTo>
                    <a:lnTo>
                      <a:pt x="129" y="469"/>
                    </a:lnTo>
                    <a:lnTo>
                      <a:pt x="129" y="427"/>
                    </a:lnTo>
                    <a:lnTo>
                      <a:pt x="130" y="383"/>
                    </a:lnTo>
                    <a:lnTo>
                      <a:pt x="133" y="341"/>
                    </a:lnTo>
                    <a:lnTo>
                      <a:pt x="136" y="319"/>
                    </a:lnTo>
                    <a:lnTo>
                      <a:pt x="140" y="297"/>
                    </a:lnTo>
                    <a:lnTo>
                      <a:pt x="140" y="297"/>
                    </a:lnTo>
                    <a:close/>
                  </a:path>
                </a:pathLst>
              </a:custGeom>
              <a:solidFill>
                <a:schemeClr val="accent6"/>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sp>
        <p:nvSpPr>
          <p:cNvPr id="1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88922119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lide(fromBottom)">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TextBox 10"/>
          <p:cNvSpPr txBox="1"/>
          <p:nvPr/>
        </p:nvSpPr>
        <p:spPr>
          <a:xfrm>
            <a:off x="340978" y="4608174"/>
            <a:ext cx="11133191" cy="954107"/>
          </a:xfrm>
          <a:prstGeom prst="rect">
            <a:avLst/>
          </a:prstGeom>
          <a:noFill/>
        </p:spPr>
        <p:txBody>
          <a:bodyPr wrap="square" rtlCol="0">
            <a:spAutoFit/>
          </a:bodyPr>
          <a:lstStyle/>
          <a:p>
            <a:pPr algn="ctr" rtl="1" fontAlgn="auto">
              <a:spcBef>
                <a:spcPts val="0"/>
              </a:spcBef>
              <a:spcAft>
                <a:spcPts val="0"/>
              </a:spcAft>
            </a:pPr>
            <a:r>
              <a:rPr lang="ar-JO" sz="2800" b="1" dirty="0"/>
              <a:t>أداة تحكم عن بعد في العروض التقديمية باستخدام أي هاتف محمول وارتباطه بالحاسب الشخصي بشبكة واي فاي </a:t>
            </a:r>
            <a:r>
              <a:rPr lang="en-US" sz="2800" b="1" dirty="0" err="1"/>
              <a:t>wifi</a:t>
            </a:r>
            <a:r>
              <a:rPr lang="ar-JO" sz="2800" b="1" dirty="0"/>
              <a:t> لاستخدام تطبيق سلايد شير.</a:t>
            </a:r>
            <a:endParaRPr lang="en-US" sz="2800" b="1" dirty="0">
              <a:solidFill>
                <a:prstClr val="black">
                  <a:lumMod val="75000"/>
                  <a:lumOff val="25000"/>
                </a:prstClr>
              </a:solidFill>
              <a:latin typeface="Lato" panose="020F0502020204030203" pitchFamily="34" charset="0"/>
            </a:endParaRPr>
          </a:p>
        </p:txBody>
      </p:sp>
      <p:sp>
        <p:nvSpPr>
          <p:cNvPr id="10" name="TextBox 9"/>
          <p:cNvSpPr txBox="1"/>
          <p:nvPr/>
        </p:nvSpPr>
        <p:spPr>
          <a:xfrm>
            <a:off x="0" y="2536003"/>
            <a:ext cx="12191999" cy="707886"/>
          </a:xfrm>
          <a:prstGeom prst="rect">
            <a:avLst/>
          </a:prstGeom>
          <a:noFill/>
        </p:spPr>
        <p:txBody>
          <a:bodyPr wrap="square" rtlCol="0">
            <a:spAutoFit/>
          </a:bodyPr>
          <a:lstStyle/>
          <a:p>
            <a:pPr lvl="2" algn="ctr" rtl="1"/>
            <a:r>
              <a:rPr lang="ar-SA" sz="4000" b="1" dirty="0" smtClean="0">
                <a:solidFill>
                  <a:schemeClr val="bg1"/>
                </a:solidFill>
              </a:rPr>
              <a:t>د- سلايد </a:t>
            </a:r>
            <a:r>
              <a:rPr lang="ar-SA" sz="4000" b="1" dirty="0">
                <a:solidFill>
                  <a:schemeClr val="bg1"/>
                </a:solidFill>
              </a:rPr>
              <a:t>شير للشرائح Slideshare</a:t>
            </a:r>
            <a:endParaRPr lang="en-US" sz="4000" dirty="0">
              <a:solidFill>
                <a:schemeClr val="bg1"/>
              </a:solidFill>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11341386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par>
                          <p:cTn id="24" fill="hold">
                            <p:stCondLst>
                              <p:cond delay="1250"/>
                            </p:stCondLst>
                            <p:childTnLst>
                              <p:par>
                                <p:cTn id="25" presetID="10" presetClass="entr" presetSubtype="0"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1" grpId="0"/>
      <p:bldP spid="10"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sp>
      <p:sp>
        <p:nvSpPr>
          <p:cNvPr id="5" name="Hexagon 4"/>
          <p:cNvSpPr/>
          <p:nvPr/>
        </p:nvSpPr>
        <p:spPr>
          <a:xfrm rot="16200000">
            <a:off x="2616665" y="-1781738"/>
            <a:ext cx="6956970" cy="7008718"/>
          </a:xfrm>
          <a:prstGeom prst="hexagon">
            <a:avLst/>
          </a:prstGeom>
          <a:solidFill>
            <a:srgbClr val="00ABF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 name="TextBox 6"/>
          <p:cNvSpPr txBox="1"/>
          <p:nvPr/>
        </p:nvSpPr>
        <p:spPr>
          <a:xfrm>
            <a:off x="1658471" y="-457200"/>
            <a:ext cx="184731" cy="369332"/>
          </a:xfrm>
          <a:prstGeom prst="rect">
            <a:avLst/>
          </a:prstGeom>
          <a:noFill/>
        </p:spPr>
        <p:txBody>
          <a:bodyPr wrap="none" rtlCol="0">
            <a:spAutoFit/>
          </a:bodyPr>
          <a:lstStyle/>
          <a:p>
            <a:pPr fontAlgn="auto">
              <a:spcBef>
                <a:spcPts val="0"/>
              </a:spcBef>
              <a:spcAft>
                <a:spcPts val="0"/>
              </a:spcAft>
            </a:pPr>
            <a:endParaRPr lang="en-US" dirty="0">
              <a:solidFill>
                <a:prstClr val="black"/>
              </a:solidFill>
              <a:latin typeface="Calibri" panose="020F0502020204030204"/>
            </a:endParaRPr>
          </a:p>
        </p:txBody>
      </p:sp>
      <p:sp>
        <p:nvSpPr>
          <p:cNvPr id="8" name="TextBox 7"/>
          <p:cNvSpPr txBox="1"/>
          <p:nvPr/>
        </p:nvSpPr>
        <p:spPr>
          <a:xfrm>
            <a:off x="2779180" y="1938748"/>
            <a:ext cx="6820329" cy="1323439"/>
          </a:xfrm>
          <a:prstGeom prst="rect">
            <a:avLst/>
          </a:prstGeom>
          <a:noFill/>
        </p:spPr>
        <p:txBody>
          <a:bodyPr wrap="square" rtlCol="0">
            <a:spAutoFit/>
          </a:bodyPr>
          <a:lstStyle/>
          <a:p>
            <a:pPr marL="742950" lvl="0" indent="-742950" algn="r" rtl="1">
              <a:buFont typeface="+mj-lt"/>
              <a:buAutoNum type="arabicPeriod" startAt="3"/>
            </a:pPr>
            <a:r>
              <a:rPr lang="ar-SA" sz="4000" b="1" u="sng" dirty="0">
                <a:solidFill>
                  <a:schemeClr val="bg1"/>
                </a:solidFill>
              </a:rPr>
              <a:t>التفاعلات التعليمية الإلكترونية القائمة على الويب </a:t>
            </a:r>
            <a:endParaRPr lang="en-US" sz="4000" u="sng" dirty="0">
              <a:solidFill>
                <a:schemeClr val="bg1"/>
              </a:solidFill>
            </a:endParaRPr>
          </a:p>
        </p:txBody>
      </p:sp>
      <p:grpSp>
        <p:nvGrpSpPr>
          <p:cNvPr id="9" name="Group 8"/>
          <p:cNvGrpSpPr/>
          <p:nvPr/>
        </p:nvGrpSpPr>
        <p:grpSpPr>
          <a:xfrm>
            <a:off x="5667371" y="380412"/>
            <a:ext cx="857251" cy="1172633"/>
            <a:chOff x="3595689" y="4262437"/>
            <a:chExt cx="642938" cy="879475"/>
          </a:xfrm>
        </p:grpSpPr>
        <p:sp>
          <p:nvSpPr>
            <p:cNvPr id="11" name="Freeform 1930"/>
            <p:cNvSpPr>
              <a:spLocks noEditPoints="1"/>
            </p:cNvSpPr>
            <p:nvPr/>
          </p:nvSpPr>
          <p:spPr bwMode="auto">
            <a:xfrm>
              <a:off x="3595689" y="4262437"/>
              <a:ext cx="642938" cy="879475"/>
            </a:xfrm>
            <a:custGeom>
              <a:avLst/>
              <a:gdLst>
                <a:gd name="T0" fmla="*/ 272 w 358"/>
                <a:gd name="T1" fmla="*/ 283 h 490"/>
                <a:gd name="T2" fmla="*/ 235 w 358"/>
                <a:gd name="T3" fmla="*/ 274 h 490"/>
                <a:gd name="T4" fmla="*/ 272 w 358"/>
                <a:gd name="T5" fmla="*/ 219 h 490"/>
                <a:gd name="T6" fmla="*/ 297 w 358"/>
                <a:gd name="T7" fmla="*/ 185 h 490"/>
                <a:gd name="T8" fmla="*/ 284 w 358"/>
                <a:gd name="T9" fmla="*/ 151 h 490"/>
                <a:gd name="T10" fmla="*/ 247 w 358"/>
                <a:gd name="T11" fmla="*/ 60 h 490"/>
                <a:gd name="T12" fmla="*/ 134 w 358"/>
                <a:gd name="T13" fmla="*/ 42 h 490"/>
                <a:gd name="T14" fmla="*/ 99 w 358"/>
                <a:gd name="T15" fmla="*/ 73 h 490"/>
                <a:gd name="T16" fmla="*/ 77 w 358"/>
                <a:gd name="T17" fmla="*/ 150 h 490"/>
                <a:gd name="T18" fmla="*/ 62 w 358"/>
                <a:gd name="T19" fmla="*/ 185 h 490"/>
                <a:gd name="T20" fmla="*/ 88 w 358"/>
                <a:gd name="T21" fmla="*/ 220 h 490"/>
                <a:gd name="T22" fmla="*/ 125 w 358"/>
                <a:gd name="T23" fmla="*/ 273 h 490"/>
                <a:gd name="T24" fmla="*/ 87 w 358"/>
                <a:gd name="T25" fmla="*/ 283 h 490"/>
                <a:gd name="T26" fmla="*/ 0 w 358"/>
                <a:gd name="T27" fmla="*/ 394 h 490"/>
                <a:gd name="T28" fmla="*/ 0 w 358"/>
                <a:gd name="T29" fmla="*/ 456 h 490"/>
                <a:gd name="T30" fmla="*/ 33 w 358"/>
                <a:gd name="T31" fmla="*/ 490 h 490"/>
                <a:gd name="T32" fmla="*/ 327 w 358"/>
                <a:gd name="T33" fmla="*/ 490 h 490"/>
                <a:gd name="T34" fmla="*/ 358 w 358"/>
                <a:gd name="T35" fmla="*/ 456 h 490"/>
                <a:gd name="T36" fmla="*/ 358 w 358"/>
                <a:gd name="T37" fmla="*/ 394 h 490"/>
                <a:gd name="T38" fmla="*/ 272 w 358"/>
                <a:gd name="T39" fmla="*/ 283 h 490"/>
                <a:gd name="T40" fmla="*/ 97 w 358"/>
                <a:gd name="T41" fmla="*/ 161 h 490"/>
                <a:gd name="T42" fmla="*/ 97 w 358"/>
                <a:gd name="T43" fmla="*/ 142 h 490"/>
                <a:gd name="T44" fmla="*/ 223 w 358"/>
                <a:gd name="T45" fmla="*/ 95 h 490"/>
                <a:gd name="T46" fmla="*/ 263 w 358"/>
                <a:gd name="T47" fmla="*/ 177 h 490"/>
                <a:gd name="T48" fmla="*/ 180 w 358"/>
                <a:gd name="T49" fmla="*/ 276 h 490"/>
                <a:gd name="T50" fmla="*/ 97 w 358"/>
                <a:gd name="T51" fmla="*/ 161 h 490"/>
                <a:gd name="T52" fmla="*/ 338 w 358"/>
                <a:gd name="T53" fmla="*/ 456 h 490"/>
                <a:gd name="T54" fmla="*/ 327 w 358"/>
                <a:gd name="T55" fmla="*/ 469 h 490"/>
                <a:gd name="T56" fmla="*/ 298 w 358"/>
                <a:gd name="T57" fmla="*/ 469 h 490"/>
                <a:gd name="T58" fmla="*/ 298 w 358"/>
                <a:gd name="T59" fmla="*/ 443 h 490"/>
                <a:gd name="T60" fmla="*/ 293 w 358"/>
                <a:gd name="T61" fmla="*/ 438 h 490"/>
                <a:gd name="T62" fmla="*/ 287 w 358"/>
                <a:gd name="T63" fmla="*/ 443 h 490"/>
                <a:gd name="T64" fmla="*/ 287 w 358"/>
                <a:gd name="T65" fmla="*/ 469 h 490"/>
                <a:gd name="T66" fmla="*/ 220 w 358"/>
                <a:gd name="T67" fmla="*/ 469 h 490"/>
                <a:gd name="T68" fmla="*/ 192 w 358"/>
                <a:gd name="T69" fmla="*/ 357 h 490"/>
                <a:gd name="T70" fmla="*/ 205 w 358"/>
                <a:gd name="T71" fmla="*/ 340 h 490"/>
                <a:gd name="T72" fmla="*/ 199 w 358"/>
                <a:gd name="T73" fmla="*/ 318 h 490"/>
                <a:gd name="T74" fmla="*/ 186 w 358"/>
                <a:gd name="T75" fmla="*/ 308 h 490"/>
                <a:gd name="T76" fmla="*/ 174 w 358"/>
                <a:gd name="T77" fmla="*/ 308 h 490"/>
                <a:gd name="T78" fmla="*/ 161 w 358"/>
                <a:gd name="T79" fmla="*/ 318 h 490"/>
                <a:gd name="T80" fmla="*/ 155 w 358"/>
                <a:gd name="T81" fmla="*/ 340 h 490"/>
                <a:gd name="T82" fmla="*/ 168 w 358"/>
                <a:gd name="T83" fmla="*/ 357 h 490"/>
                <a:gd name="T84" fmla="*/ 140 w 358"/>
                <a:gd name="T85" fmla="*/ 469 h 490"/>
                <a:gd name="T86" fmla="*/ 71 w 358"/>
                <a:gd name="T87" fmla="*/ 469 h 490"/>
                <a:gd name="T88" fmla="*/ 71 w 358"/>
                <a:gd name="T89" fmla="*/ 443 h 490"/>
                <a:gd name="T90" fmla="*/ 66 w 358"/>
                <a:gd name="T91" fmla="*/ 438 h 490"/>
                <a:gd name="T92" fmla="*/ 61 w 358"/>
                <a:gd name="T93" fmla="*/ 443 h 490"/>
                <a:gd name="T94" fmla="*/ 61 w 358"/>
                <a:gd name="T95" fmla="*/ 469 h 490"/>
                <a:gd name="T96" fmla="*/ 33 w 358"/>
                <a:gd name="T97" fmla="*/ 469 h 490"/>
                <a:gd name="T98" fmla="*/ 21 w 358"/>
                <a:gd name="T99" fmla="*/ 456 h 490"/>
                <a:gd name="T100" fmla="*/ 21 w 358"/>
                <a:gd name="T101" fmla="*/ 394 h 490"/>
                <a:gd name="T102" fmla="*/ 92 w 358"/>
                <a:gd name="T103" fmla="*/ 302 h 490"/>
                <a:gd name="T104" fmla="*/ 147 w 358"/>
                <a:gd name="T105" fmla="*/ 288 h 490"/>
                <a:gd name="T106" fmla="*/ 180 w 358"/>
                <a:gd name="T107" fmla="*/ 296 h 490"/>
                <a:gd name="T108" fmla="*/ 213 w 358"/>
                <a:gd name="T109" fmla="*/ 288 h 490"/>
                <a:gd name="T110" fmla="*/ 267 w 358"/>
                <a:gd name="T111" fmla="*/ 302 h 490"/>
                <a:gd name="T112" fmla="*/ 338 w 358"/>
                <a:gd name="T113" fmla="*/ 394 h 490"/>
                <a:gd name="T114" fmla="*/ 338 w 358"/>
                <a:gd name="T115" fmla="*/ 45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8" h="490">
                  <a:moveTo>
                    <a:pt x="272" y="283"/>
                  </a:moveTo>
                  <a:cubicBezTo>
                    <a:pt x="235" y="274"/>
                    <a:pt x="235" y="274"/>
                    <a:pt x="235" y="274"/>
                  </a:cubicBezTo>
                  <a:cubicBezTo>
                    <a:pt x="250" y="260"/>
                    <a:pt x="263" y="240"/>
                    <a:pt x="272" y="219"/>
                  </a:cubicBezTo>
                  <a:cubicBezTo>
                    <a:pt x="284" y="217"/>
                    <a:pt x="295" y="207"/>
                    <a:pt x="297" y="185"/>
                  </a:cubicBezTo>
                  <a:cubicBezTo>
                    <a:pt x="298" y="164"/>
                    <a:pt x="292" y="155"/>
                    <a:pt x="284" y="151"/>
                  </a:cubicBezTo>
                  <a:cubicBezTo>
                    <a:pt x="284" y="148"/>
                    <a:pt x="297" y="78"/>
                    <a:pt x="247" y="60"/>
                  </a:cubicBezTo>
                  <a:cubicBezTo>
                    <a:pt x="242" y="52"/>
                    <a:pt x="204" y="0"/>
                    <a:pt x="134" y="42"/>
                  </a:cubicBezTo>
                  <a:cubicBezTo>
                    <a:pt x="124" y="48"/>
                    <a:pt x="108" y="60"/>
                    <a:pt x="99" y="73"/>
                  </a:cubicBezTo>
                  <a:cubicBezTo>
                    <a:pt x="87" y="88"/>
                    <a:pt x="78" y="113"/>
                    <a:pt x="77" y="150"/>
                  </a:cubicBezTo>
                  <a:cubicBezTo>
                    <a:pt x="68" y="153"/>
                    <a:pt x="61" y="163"/>
                    <a:pt x="62" y="185"/>
                  </a:cubicBezTo>
                  <a:cubicBezTo>
                    <a:pt x="64" y="207"/>
                    <a:pt x="76" y="217"/>
                    <a:pt x="88" y="220"/>
                  </a:cubicBezTo>
                  <a:cubicBezTo>
                    <a:pt x="97" y="241"/>
                    <a:pt x="109" y="260"/>
                    <a:pt x="125" y="273"/>
                  </a:cubicBezTo>
                  <a:cubicBezTo>
                    <a:pt x="87" y="283"/>
                    <a:pt x="87" y="283"/>
                    <a:pt x="87" y="283"/>
                  </a:cubicBezTo>
                  <a:cubicBezTo>
                    <a:pt x="36" y="296"/>
                    <a:pt x="0" y="341"/>
                    <a:pt x="0" y="394"/>
                  </a:cubicBezTo>
                  <a:cubicBezTo>
                    <a:pt x="0" y="456"/>
                    <a:pt x="0" y="456"/>
                    <a:pt x="0" y="456"/>
                  </a:cubicBezTo>
                  <a:cubicBezTo>
                    <a:pt x="0" y="474"/>
                    <a:pt x="15" y="490"/>
                    <a:pt x="33" y="490"/>
                  </a:cubicBezTo>
                  <a:cubicBezTo>
                    <a:pt x="327" y="490"/>
                    <a:pt x="327" y="490"/>
                    <a:pt x="327" y="490"/>
                  </a:cubicBezTo>
                  <a:cubicBezTo>
                    <a:pt x="345" y="490"/>
                    <a:pt x="358" y="474"/>
                    <a:pt x="358" y="456"/>
                  </a:cubicBezTo>
                  <a:cubicBezTo>
                    <a:pt x="358" y="394"/>
                    <a:pt x="358" y="394"/>
                    <a:pt x="358" y="394"/>
                  </a:cubicBezTo>
                  <a:cubicBezTo>
                    <a:pt x="358" y="341"/>
                    <a:pt x="323" y="296"/>
                    <a:pt x="272" y="283"/>
                  </a:cubicBezTo>
                  <a:moveTo>
                    <a:pt x="97" y="161"/>
                  </a:moveTo>
                  <a:cubicBezTo>
                    <a:pt x="97" y="154"/>
                    <a:pt x="97" y="148"/>
                    <a:pt x="97" y="142"/>
                  </a:cubicBezTo>
                  <a:cubicBezTo>
                    <a:pt x="163" y="144"/>
                    <a:pt x="201" y="118"/>
                    <a:pt x="223" y="95"/>
                  </a:cubicBezTo>
                  <a:cubicBezTo>
                    <a:pt x="250" y="122"/>
                    <a:pt x="260" y="159"/>
                    <a:pt x="263" y="177"/>
                  </a:cubicBezTo>
                  <a:cubicBezTo>
                    <a:pt x="257" y="225"/>
                    <a:pt x="222" y="276"/>
                    <a:pt x="180" y="276"/>
                  </a:cubicBezTo>
                  <a:cubicBezTo>
                    <a:pt x="134" y="276"/>
                    <a:pt x="97" y="213"/>
                    <a:pt x="97" y="161"/>
                  </a:cubicBezTo>
                  <a:moveTo>
                    <a:pt x="338" y="456"/>
                  </a:moveTo>
                  <a:cubicBezTo>
                    <a:pt x="338" y="463"/>
                    <a:pt x="334" y="469"/>
                    <a:pt x="327" y="469"/>
                  </a:cubicBezTo>
                  <a:cubicBezTo>
                    <a:pt x="298" y="469"/>
                    <a:pt x="298" y="469"/>
                    <a:pt x="298" y="469"/>
                  </a:cubicBezTo>
                  <a:cubicBezTo>
                    <a:pt x="298" y="443"/>
                    <a:pt x="298" y="443"/>
                    <a:pt x="298" y="443"/>
                  </a:cubicBezTo>
                  <a:cubicBezTo>
                    <a:pt x="298" y="440"/>
                    <a:pt x="295" y="438"/>
                    <a:pt x="293" y="438"/>
                  </a:cubicBezTo>
                  <a:cubicBezTo>
                    <a:pt x="290" y="438"/>
                    <a:pt x="287" y="440"/>
                    <a:pt x="287" y="443"/>
                  </a:cubicBezTo>
                  <a:cubicBezTo>
                    <a:pt x="287" y="469"/>
                    <a:pt x="287" y="469"/>
                    <a:pt x="287" y="469"/>
                  </a:cubicBezTo>
                  <a:cubicBezTo>
                    <a:pt x="220" y="469"/>
                    <a:pt x="220" y="469"/>
                    <a:pt x="220" y="469"/>
                  </a:cubicBezTo>
                  <a:cubicBezTo>
                    <a:pt x="192" y="357"/>
                    <a:pt x="192" y="357"/>
                    <a:pt x="192" y="357"/>
                  </a:cubicBezTo>
                  <a:cubicBezTo>
                    <a:pt x="200" y="356"/>
                    <a:pt x="207" y="349"/>
                    <a:pt x="205" y="340"/>
                  </a:cubicBezTo>
                  <a:cubicBezTo>
                    <a:pt x="199" y="318"/>
                    <a:pt x="199" y="318"/>
                    <a:pt x="199" y="318"/>
                  </a:cubicBezTo>
                  <a:cubicBezTo>
                    <a:pt x="198" y="312"/>
                    <a:pt x="192" y="308"/>
                    <a:pt x="186" y="308"/>
                  </a:cubicBezTo>
                  <a:cubicBezTo>
                    <a:pt x="174" y="308"/>
                    <a:pt x="174" y="308"/>
                    <a:pt x="174" y="308"/>
                  </a:cubicBezTo>
                  <a:cubicBezTo>
                    <a:pt x="167" y="308"/>
                    <a:pt x="162" y="312"/>
                    <a:pt x="161" y="318"/>
                  </a:cubicBezTo>
                  <a:cubicBezTo>
                    <a:pt x="155" y="340"/>
                    <a:pt x="155" y="340"/>
                    <a:pt x="155" y="340"/>
                  </a:cubicBezTo>
                  <a:cubicBezTo>
                    <a:pt x="153" y="349"/>
                    <a:pt x="159" y="356"/>
                    <a:pt x="168" y="357"/>
                  </a:cubicBezTo>
                  <a:cubicBezTo>
                    <a:pt x="140" y="469"/>
                    <a:pt x="140" y="469"/>
                    <a:pt x="140" y="469"/>
                  </a:cubicBezTo>
                  <a:cubicBezTo>
                    <a:pt x="71" y="469"/>
                    <a:pt x="71" y="469"/>
                    <a:pt x="71" y="469"/>
                  </a:cubicBezTo>
                  <a:cubicBezTo>
                    <a:pt x="71" y="443"/>
                    <a:pt x="71" y="443"/>
                    <a:pt x="71" y="443"/>
                  </a:cubicBezTo>
                  <a:cubicBezTo>
                    <a:pt x="71" y="440"/>
                    <a:pt x="69" y="438"/>
                    <a:pt x="66" y="438"/>
                  </a:cubicBezTo>
                  <a:cubicBezTo>
                    <a:pt x="63" y="438"/>
                    <a:pt x="61" y="440"/>
                    <a:pt x="61" y="443"/>
                  </a:cubicBezTo>
                  <a:cubicBezTo>
                    <a:pt x="61" y="469"/>
                    <a:pt x="61" y="469"/>
                    <a:pt x="61" y="469"/>
                  </a:cubicBezTo>
                  <a:cubicBezTo>
                    <a:pt x="33" y="469"/>
                    <a:pt x="33" y="469"/>
                    <a:pt x="33" y="469"/>
                  </a:cubicBezTo>
                  <a:cubicBezTo>
                    <a:pt x="26" y="469"/>
                    <a:pt x="21" y="463"/>
                    <a:pt x="21" y="456"/>
                  </a:cubicBezTo>
                  <a:cubicBezTo>
                    <a:pt x="21" y="394"/>
                    <a:pt x="21" y="394"/>
                    <a:pt x="21" y="394"/>
                  </a:cubicBezTo>
                  <a:cubicBezTo>
                    <a:pt x="21" y="350"/>
                    <a:pt x="50" y="313"/>
                    <a:pt x="92" y="302"/>
                  </a:cubicBezTo>
                  <a:cubicBezTo>
                    <a:pt x="147" y="288"/>
                    <a:pt x="147" y="288"/>
                    <a:pt x="147" y="288"/>
                  </a:cubicBezTo>
                  <a:cubicBezTo>
                    <a:pt x="157" y="293"/>
                    <a:pt x="169" y="296"/>
                    <a:pt x="180" y="296"/>
                  </a:cubicBezTo>
                  <a:cubicBezTo>
                    <a:pt x="192" y="296"/>
                    <a:pt x="203" y="293"/>
                    <a:pt x="213" y="288"/>
                  </a:cubicBezTo>
                  <a:cubicBezTo>
                    <a:pt x="267" y="302"/>
                    <a:pt x="267" y="302"/>
                    <a:pt x="267" y="302"/>
                  </a:cubicBezTo>
                  <a:cubicBezTo>
                    <a:pt x="309" y="313"/>
                    <a:pt x="338" y="350"/>
                    <a:pt x="338" y="394"/>
                  </a:cubicBezTo>
                  <a:lnTo>
                    <a:pt x="338" y="45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prstClr val="black"/>
                </a:solidFill>
              </a:endParaRPr>
            </a:p>
          </p:txBody>
        </p:sp>
        <p:sp>
          <p:nvSpPr>
            <p:cNvPr id="12" name="Freeform 1931"/>
            <p:cNvSpPr>
              <a:spLocks/>
            </p:cNvSpPr>
            <p:nvPr/>
          </p:nvSpPr>
          <p:spPr bwMode="auto">
            <a:xfrm>
              <a:off x="3711576" y="4954587"/>
              <a:ext cx="95250" cy="53975"/>
            </a:xfrm>
            <a:custGeom>
              <a:avLst/>
              <a:gdLst>
                <a:gd name="T0" fmla="*/ 36 w 53"/>
                <a:gd name="T1" fmla="*/ 6 h 30"/>
                <a:gd name="T2" fmla="*/ 17 w 53"/>
                <a:gd name="T3" fmla="*/ 6 h 30"/>
                <a:gd name="T4" fmla="*/ 4 w 53"/>
                <a:gd name="T5" fmla="*/ 20 h 30"/>
                <a:gd name="T6" fmla="*/ 8 w 53"/>
                <a:gd name="T7" fmla="*/ 30 h 30"/>
                <a:gd name="T8" fmla="*/ 46 w 53"/>
                <a:gd name="T9" fmla="*/ 30 h 30"/>
                <a:gd name="T10" fmla="*/ 50 w 53"/>
                <a:gd name="T11" fmla="*/ 20 h 30"/>
                <a:gd name="T12" fmla="*/ 36 w 53"/>
                <a:gd name="T13" fmla="*/ 6 h 30"/>
              </a:gdLst>
              <a:ahLst/>
              <a:cxnLst>
                <a:cxn ang="0">
                  <a:pos x="T0" y="T1"/>
                </a:cxn>
                <a:cxn ang="0">
                  <a:pos x="T2" y="T3"/>
                </a:cxn>
                <a:cxn ang="0">
                  <a:pos x="T4" y="T5"/>
                </a:cxn>
                <a:cxn ang="0">
                  <a:pos x="T6" y="T7"/>
                </a:cxn>
                <a:cxn ang="0">
                  <a:pos x="T8" y="T9"/>
                </a:cxn>
                <a:cxn ang="0">
                  <a:pos x="T10" y="T11"/>
                </a:cxn>
                <a:cxn ang="0">
                  <a:pos x="T12" y="T13"/>
                </a:cxn>
              </a:cxnLst>
              <a:rect l="0" t="0" r="r" b="b"/>
              <a:pathLst>
                <a:path w="53" h="30">
                  <a:moveTo>
                    <a:pt x="36" y="6"/>
                  </a:moveTo>
                  <a:cubicBezTo>
                    <a:pt x="31" y="0"/>
                    <a:pt x="22" y="0"/>
                    <a:pt x="17" y="6"/>
                  </a:cubicBezTo>
                  <a:cubicBezTo>
                    <a:pt x="4" y="20"/>
                    <a:pt x="4" y="20"/>
                    <a:pt x="4" y="20"/>
                  </a:cubicBezTo>
                  <a:cubicBezTo>
                    <a:pt x="0" y="24"/>
                    <a:pt x="3" y="30"/>
                    <a:pt x="8" y="30"/>
                  </a:cubicBezTo>
                  <a:cubicBezTo>
                    <a:pt x="46" y="30"/>
                    <a:pt x="46" y="30"/>
                    <a:pt x="46" y="30"/>
                  </a:cubicBezTo>
                  <a:cubicBezTo>
                    <a:pt x="51" y="30"/>
                    <a:pt x="53" y="24"/>
                    <a:pt x="50" y="20"/>
                  </a:cubicBezTo>
                  <a:lnTo>
                    <a:pt x="36" y="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prstClr val="black"/>
                </a:solidFill>
              </a:endParaRPr>
            </a:p>
          </p:txBody>
        </p:sp>
        <p:sp>
          <p:nvSpPr>
            <p:cNvPr id="13" name="Freeform 1932"/>
            <p:cNvSpPr>
              <a:spLocks noEditPoints="1"/>
            </p:cNvSpPr>
            <p:nvPr/>
          </p:nvSpPr>
          <p:spPr bwMode="auto">
            <a:xfrm>
              <a:off x="3802064" y="4556125"/>
              <a:ext cx="231775" cy="88900"/>
            </a:xfrm>
            <a:custGeom>
              <a:avLst/>
              <a:gdLst>
                <a:gd name="T0" fmla="*/ 60 w 129"/>
                <a:gd name="T1" fmla="*/ 23 h 49"/>
                <a:gd name="T2" fmla="*/ 70 w 129"/>
                <a:gd name="T3" fmla="*/ 23 h 49"/>
                <a:gd name="T4" fmla="*/ 99 w 129"/>
                <a:gd name="T5" fmla="*/ 49 h 49"/>
                <a:gd name="T6" fmla="*/ 129 w 129"/>
                <a:gd name="T7" fmla="*/ 19 h 49"/>
                <a:gd name="T8" fmla="*/ 99 w 129"/>
                <a:gd name="T9" fmla="*/ 0 h 49"/>
                <a:gd name="T10" fmla="*/ 70 w 129"/>
                <a:gd name="T11" fmla="*/ 13 h 49"/>
                <a:gd name="T12" fmla="*/ 59 w 129"/>
                <a:gd name="T13" fmla="*/ 13 h 49"/>
                <a:gd name="T14" fmla="*/ 30 w 129"/>
                <a:gd name="T15" fmla="*/ 0 h 49"/>
                <a:gd name="T16" fmla="*/ 0 w 129"/>
                <a:gd name="T17" fmla="*/ 19 h 49"/>
                <a:gd name="T18" fmla="*/ 30 w 129"/>
                <a:gd name="T19" fmla="*/ 49 h 49"/>
                <a:gd name="T20" fmla="*/ 60 w 129"/>
                <a:gd name="T21" fmla="*/ 23 h 49"/>
                <a:gd name="T22" fmla="*/ 99 w 129"/>
                <a:gd name="T23" fmla="*/ 10 h 49"/>
                <a:gd name="T24" fmla="*/ 119 w 129"/>
                <a:gd name="T25" fmla="*/ 19 h 49"/>
                <a:gd name="T26" fmla="*/ 99 w 129"/>
                <a:gd name="T27" fmla="*/ 39 h 49"/>
                <a:gd name="T28" fmla="*/ 79 w 129"/>
                <a:gd name="T29" fmla="*/ 19 h 49"/>
                <a:gd name="T30" fmla="*/ 99 w 129"/>
                <a:gd name="T31" fmla="*/ 10 h 49"/>
                <a:gd name="T32" fmla="*/ 10 w 129"/>
                <a:gd name="T33" fmla="*/ 19 h 49"/>
                <a:gd name="T34" fmla="*/ 30 w 129"/>
                <a:gd name="T35" fmla="*/ 10 h 49"/>
                <a:gd name="T36" fmla="*/ 50 w 129"/>
                <a:gd name="T37" fmla="*/ 19 h 49"/>
                <a:gd name="T38" fmla="*/ 30 w 129"/>
                <a:gd name="T39" fmla="*/ 39 h 49"/>
                <a:gd name="T40" fmla="*/ 10 w 129"/>
                <a:gd name="T4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 h="49">
                  <a:moveTo>
                    <a:pt x="60" y="23"/>
                  </a:moveTo>
                  <a:cubicBezTo>
                    <a:pt x="70" y="23"/>
                    <a:pt x="70" y="23"/>
                    <a:pt x="70" y="23"/>
                  </a:cubicBezTo>
                  <a:cubicBezTo>
                    <a:pt x="71" y="38"/>
                    <a:pt x="84" y="49"/>
                    <a:pt x="99" y="49"/>
                  </a:cubicBezTo>
                  <a:cubicBezTo>
                    <a:pt x="116" y="49"/>
                    <a:pt x="129" y="36"/>
                    <a:pt x="129" y="19"/>
                  </a:cubicBezTo>
                  <a:cubicBezTo>
                    <a:pt x="129" y="0"/>
                    <a:pt x="112" y="0"/>
                    <a:pt x="99" y="0"/>
                  </a:cubicBezTo>
                  <a:cubicBezTo>
                    <a:pt x="88" y="0"/>
                    <a:pt x="74" y="0"/>
                    <a:pt x="70" y="13"/>
                  </a:cubicBezTo>
                  <a:cubicBezTo>
                    <a:pt x="59" y="13"/>
                    <a:pt x="59" y="13"/>
                    <a:pt x="59" y="13"/>
                  </a:cubicBezTo>
                  <a:cubicBezTo>
                    <a:pt x="55" y="0"/>
                    <a:pt x="41" y="0"/>
                    <a:pt x="30" y="0"/>
                  </a:cubicBezTo>
                  <a:cubicBezTo>
                    <a:pt x="17" y="0"/>
                    <a:pt x="0" y="0"/>
                    <a:pt x="0" y="19"/>
                  </a:cubicBezTo>
                  <a:cubicBezTo>
                    <a:pt x="0" y="36"/>
                    <a:pt x="14" y="49"/>
                    <a:pt x="30" y="49"/>
                  </a:cubicBezTo>
                  <a:cubicBezTo>
                    <a:pt x="45" y="49"/>
                    <a:pt x="58" y="38"/>
                    <a:pt x="60" y="23"/>
                  </a:cubicBezTo>
                  <a:moveTo>
                    <a:pt x="99" y="10"/>
                  </a:moveTo>
                  <a:cubicBezTo>
                    <a:pt x="116" y="10"/>
                    <a:pt x="119" y="12"/>
                    <a:pt x="119" y="19"/>
                  </a:cubicBezTo>
                  <a:cubicBezTo>
                    <a:pt x="119" y="30"/>
                    <a:pt x="110" y="39"/>
                    <a:pt x="99" y="39"/>
                  </a:cubicBezTo>
                  <a:cubicBezTo>
                    <a:pt x="88" y="39"/>
                    <a:pt x="79" y="30"/>
                    <a:pt x="79" y="19"/>
                  </a:cubicBezTo>
                  <a:cubicBezTo>
                    <a:pt x="79" y="12"/>
                    <a:pt x="83" y="10"/>
                    <a:pt x="99" y="10"/>
                  </a:cubicBezTo>
                  <a:moveTo>
                    <a:pt x="10" y="19"/>
                  </a:moveTo>
                  <a:cubicBezTo>
                    <a:pt x="10" y="12"/>
                    <a:pt x="13" y="10"/>
                    <a:pt x="30" y="10"/>
                  </a:cubicBezTo>
                  <a:cubicBezTo>
                    <a:pt x="46" y="10"/>
                    <a:pt x="50" y="12"/>
                    <a:pt x="50" y="19"/>
                  </a:cubicBezTo>
                  <a:cubicBezTo>
                    <a:pt x="50" y="30"/>
                    <a:pt x="41" y="39"/>
                    <a:pt x="30" y="39"/>
                  </a:cubicBezTo>
                  <a:cubicBezTo>
                    <a:pt x="19" y="39"/>
                    <a:pt x="10" y="30"/>
                    <a:pt x="10" y="19"/>
                  </a:cubicBezTo>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prstClr val="black"/>
                </a:solidFill>
              </a:endParaRPr>
            </a:p>
          </p:txBody>
        </p:sp>
      </p:grpSp>
      <p:sp>
        <p:nvSpPr>
          <p:cNvPr id="10" name="TextBox 9"/>
          <p:cNvSpPr txBox="1"/>
          <p:nvPr/>
        </p:nvSpPr>
        <p:spPr>
          <a:xfrm>
            <a:off x="528553" y="5306487"/>
            <a:ext cx="11133191" cy="1077218"/>
          </a:xfrm>
          <a:prstGeom prst="rect">
            <a:avLst/>
          </a:prstGeom>
          <a:noFill/>
        </p:spPr>
        <p:txBody>
          <a:bodyPr wrap="square" rtlCol="0">
            <a:spAutoFit/>
          </a:bodyPr>
          <a:lstStyle/>
          <a:p>
            <a:pPr algn="ctr" rtl="1"/>
            <a:r>
              <a:rPr lang="ar-JO" sz="3200" b="1" dirty="0">
                <a:solidFill>
                  <a:srgbClr val="26B8F2"/>
                </a:solidFill>
              </a:rPr>
              <a:t>الشبكة العنكبوتية العالمية </a:t>
            </a:r>
            <a:r>
              <a:rPr lang="en-US" sz="3200" b="1" dirty="0">
                <a:solidFill>
                  <a:srgbClr val="26B8F2"/>
                </a:solidFill>
              </a:rPr>
              <a:t>(WWW)</a:t>
            </a:r>
            <a:r>
              <a:rPr lang="ar-JO" sz="3200" b="1" dirty="0">
                <a:solidFill>
                  <a:srgbClr val="26B8F2"/>
                </a:solidFill>
              </a:rPr>
              <a:t>: أكثر الأساليب الشائعة لتبادل ونشر المعلومات على الانترنت.</a:t>
            </a:r>
            <a:endParaRPr lang="en-US" sz="3200" b="1" dirty="0">
              <a:solidFill>
                <a:srgbClr val="26B8F2"/>
              </a:solidFill>
            </a:endParaRPr>
          </a:p>
        </p:txBody>
      </p:sp>
      <p:sp>
        <p:nvSpPr>
          <p:cNvPr id="1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3844262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par>
                          <p:cTn id="13" fill="hold">
                            <p:stCondLst>
                              <p:cond delay="1000"/>
                            </p:stCondLst>
                            <p:childTnLst>
                              <p:par>
                                <p:cTn id="14" presetID="42"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1000"/>
                                        <p:tgtEl>
                                          <p:spTgt spid="8"/>
                                        </p:tgtEl>
                                      </p:cBhvr>
                                    </p:animEffect>
                                    <p:anim calcmode="lin" valueType="num">
                                      <p:cBhvr>
                                        <p:cTn id="17" dur="1000" fill="hold"/>
                                        <p:tgtEl>
                                          <p:spTgt spid="8"/>
                                        </p:tgtEl>
                                        <p:attrNameLst>
                                          <p:attrName>ppt_x</p:attrName>
                                        </p:attrNameLst>
                                      </p:cBhvr>
                                      <p:tavLst>
                                        <p:tav tm="0">
                                          <p:val>
                                            <p:strVal val="#ppt_x"/>
                                          </p:val>
                                        </p:tav>
                                        <p:tav tm="100000">
                                          <p:val>
                                            <p:strVal val="#ppt_x"/>
                                          </p:val>
                                        </p:tav>
                                      </p:tavLst>
                                    </p:anim>
                                    <p:anim calcmode="lin" valueType="num">
                                      <p:cBhvr>
                                        <p:cTn id="18" dur="1000" fill="hold"/>
                                        <p:tgtEl>
                                          <p:spTgt spid="8"/>
                                        </p:tgtEl>
                                        <p:attrNameLst>
                                          <p:attrName>ppt_y</p:attrName>
                                        </p:attrNameLst>
                                      </p:cBhvr>
                                      <p:tavLst>
                                        <p:tav tm="0">
                                          <p:val>
                                            <p:strVal val="#ppt_y+.1"/>
                                          </p:val>
                                        </p:tav>
                                        <p:tav tm="100000">
                                          <p:val>
                                            <p:strVal val="#ppt_y"/>
                                          </p:val>
                                        </p:tav>
                                      </p:tavLst>
                                    </p:anim>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p:bldP spid="10"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0" y="0"/>
            <a:ext cx="12192000" cy="6916738"/>
          </a:xfrm>
          <a:prstGeom prst="rect">
            <a:avLst/>
          </a:prstGeom>
          <a:solidFill>
            <a:schemeClr val="tx1">
              <a:lumMod val="95000"/>
              <a:lumOff val="5000"/>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a:solidFill>
                <a:prstClr val="white"/>
              </a:solidFill>
            </a:endParaRPr>
          </a:p>
        </p:txBody>
      </p:sp>
      <p:sp>
        <p:nvSpPr>
          <p:cNvPr id="22" name="Title 1"/>
          <p:cNvSpPr>
            <a:spLocks noGrp="1"/>
          </p:cNvSpPr>
          <p:nvPr>
            <p:ph type="ctrTitle"/>
          </p:nvPr>
        </p:nvSpPr>
        <p:spPr>
          <a:xfrm>
            <a:off x="1155940" y="2763638"/>
            <a:ext cx="9333781" cy="923330"/>
          </a:xfrm>
        </p:spPr>
        <p:txBody>
          <a:bodyPr wrap="square" rtlCol="0">
            <a:spAutoFit/>
          </a:bodyPr>
          <a:lstStyle/>
          <a:p>
            <a:pPr rtl="1"/>
            <a:r>
              <a:rPr lang="ar-JO" b="1" u="sng" dirty="0">
                <a:solidFill>
                  <a:srgbClr val="FFFF00"/>
                </a:solidFill>
              </a:rPr>
              <a:t>أ. </a:t>
            </a:r>
            <a:r>
              <a:rPr lang="ar-SA" b="1" u="sng" dirty="0">
                <a:solidFill>
                  <a:srgbClr val="FFFF00"/>
                </a:solidFill>
              </a:rPr>
              <a:t>الويب Web</a:t>
            </a:r>
            <a:r>
              <a:rPr lang="ar-JO" b="1" u="sng" dirty="0">
                <a:solidFill>
                  <a:srgbClr val="FFFF00"/>
                </a:solidFill>
              </a:rPr>
              <a:t>:</a:t>
            </a:r>
            <a:endParaRPr lang="en-US" b="1" u="sng" dirty="0">
              <a:solidFill>
                <a:srgbClr val="FFFF00"/>
              </a:solidFill>
            </a:endParaRPr>
          </a:p>
        </p:txBody>
      </p:sp>
      <p:sp>
        <p:nvSpPr>
          <p:cNvPr id="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08841889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2642166" y="1522444"/>
            <a:ext cx="7273606" cy="845065"/>
          </a:xfrm>
        </p:spPr>
        <p:txBody>
          <a:bodyPr>
            <a:noAutofit/>
          </a:bodyPr>
          <a:lstStyle/>
          <a:p>
            <a:pPr rtl="1"/>
            <a:r>
              <a:rPr lang="ar-JO" sz="4000" dirty="0">
                <a:solidFill>
                  <a:schemeClr val="accent2"/>
                </a:solidFill>
              </a:rPr>
              <a:t>1. التعريف بالويب والمتصفحات </a:t>
            </a:r>
            <a:endParaRPr lang="en-US" sz="4000" dirty="0">
              <a:solidFill>
                <a:schemeClr val="accent2"/>
              </a:solidFill>
            </a:endParaRPr>
          </a:p>
        </p:txBody>
      </p:sp>
      <p:sp>
        <p:nvSpPr>
          <p:cNvPr id="4" name="Text Placeholder 3"/>
          <p:cNvSpPr>
            <a:spLocks noGrp="1"/>
          </p:cNvSpPr>
          <p:nvPr>
            <p:ph type="body" sz="quarter" idx="16"/>
          </p:nvPr>
        </p:nvSpPr>
        <p:spPr>
          <a:xfrm>
            <a:off x="1306286" y="3683326"/>
            <a:ext cx="10263673" cy="1536868"/>
          </a:xfrm>
        </p:spPr>
        <p:txBody>
          <a:bodyPr>
            <a:noAutofit/>
          </a:bodyPr>
          <a:lstStyle/>
          <a:p>
            <a:pPr rtl="1">
              <a:lnSpc>
                <a:spcPct val="100000"/>
              </a:lnSpc>
            </a:pPr>
            <a:r>
              <a:rPr lang="ar-JO" sz="2800" b="1" dirty="0">
                <a:solidFill>
                  <a:schemeClr val="tx1"/>
                </a:solidFill>
              </a:rPr>
              <a:t>يعد الويب (</a:t>
            </a:r>
            <a:r>
              <a:rPr lang="en-US" sz="2800" b="1" dirty="0">
                <a:solidFill>
                  <a:schemeClr val="tx1"/>
                </a:solidFill>
              </a:rPr>
              <a:t>World Wide Web</a:t>
            </a:r>
            <a:r>
              <a:rPr lang="ar-JO" sz="2800" b="1" dirty="0">
                <a:solidFill>
                  <a:schemeClr val="tx1"/>
                </a:solidFill>
              </a:rPr>
              <a:t>) أحد أدوات تكنولوجيا المعلومات، وهو واحد من أهم البرامج التي تستخدمها شبكة الإنترنت في تأمين المعلومات لمستخدميها من خلال الإبحار في عالم الويب الواسع</a:t>
            </a:r>
            <a:r>
              <a:rPr lang="en-US" sz="2800" b="1" dirty="0">
                <a:solidFill>
                  <a:schemeClr val="tx1"/>
                </a:solidFill>
              </a:rPr>
              <a:t>. </a:t>
            </a:r>
          </a:p>
        </p:txBody>
      </p:sp>
      <p:sp>
        <p:nvSpPr>
          <p:cNvPr id="12" name="Freeform 11"/>
          <p:cNvSpPr/>
          <p:nvPr/>
        </p:nvSpPr>
        <p:spPr>
          <a:xfrm rot="9340997">
            <a:off x="1724118" y="5190508"/>
            <a:ext cx="4222807" cy="1381236"/>
          </a:xfrm>
          <a:custGeom>
            <a:avLst/>
            <a:gdLst>
              <a:gd name="connsiteX0" fmla="*/ 4436533 w 4436533"/>
              <a:gd name="connsiteY0" fmla="*/ 164697 h 1756908"/>
              <a:gd name="connsiteX1" fmla="*/ 2302933 w 4436533"/>
              <a:gd name="connsiteY1" fmla="*/ 350964 h 1756908"/>
              <a:gd name="connsiteX2" fmla="*/ 3132667 w 4436533"/>
              <a:gd name="connsiteY2" fmla="*/ 1756430 h 1756908"/>
              <a:gd name="connsiteX3" fmla="*/ 3623733 w 4436533"/>
              <a:gd name="connsiteY3" fmla="*/ 503364 h 1756908"/>
              <a:gd name="connsiteX4" fmla="*/ 1405467 w 4436533"/>
              <a:gd name="connsiteY4" fmla="*/ 46164 h 1756908"/>
              <a:gd name="connsiteX5" fmla="*/ 0 w 4436533"/>
              <a:gd name="connsiteY5" fmla="*/ 1536297 h 1756908"/>
              <a:gd name="connsiteX0" fmla="*/ 4436533 w 4436533"/>
              <a:gd name="connsiteY0" fmla="*/ 260722 h 1853405"/>
              <a:gd name="connsiteX1" fmla="*/ 2302933 w 4436533"/>
              <a:gd name="connsiteY1" fmla="*/ 446989 h 1853405"/>
              <a:gd name="connsiteX2" fmla="*/ 3132667 w 4436533"/>
              <a:gd name="connsiteY2" fmla="*/ 1852455 h 1853405"/>
              <a:gd name="connsiteX3" fmla="*/ 3623733 w 4436533"/>
              <a:gd name="connsiteY3" fmla="*/ 599389 h 1853405"/>
              <a:gd name="connsiteX4" fmla="*/ 1405467 w 4436533"/>
              <a:gd name="connsiteY4" fmla="*/ 142189 h 1853405"/>
              <a:gd name="connsiteX5" fmla="*/ 0 w 4436533"/>
              <a:gd name="connsiteY5" fmla="*/ 1632322 h 1853405"/>
              <a:gd name="connsiteX0" fmla="*/ 4436533 w 4436533"/>
              <a:gd name="connsiteY0" fmla="*/ 260722 h 1852567"/>
              <a:gd name="connsiteX1" fmla="*/ 2302933 w 4436533"/>
              <a:gd name="connsiteY1" fmla="*/ 446989 h 1852567"/>
              <a:gd name="connsiteX2" fmla="*/ 3132667 w 4436533"/>
              <a:gd name="connsiteY2" fmla="*/ 1852455 h 1852567"/>
              <a:gd name="connsiteX3" fmla="*/ 3623733 w 4436533"/>
              <a:gd name="connsiteY3" fmla="*/ 599389 h 1852567"/>
              <a:gd name="connsiteX4" fmla="*/ 1405467 w 4436533"/>
              <a:gd name="connsiteY4" fmla="*/ 142189 h 1852567"/>
              <a:gd name="connsiteX5" fmla="*/ 0 w 4436533"/>
              <a:gd name="connsiteY5" fmla="*/ 1632322 h 1852567"/>
              <a:gd name="connsiteX0" fmla="*/ 4436533 w 4436533"/>
              <a:gd name="connsiteY0" fmla="*/ 260722 h 1852461"/>
              <a:gd name="connsiteX1" fmla="*/ 2540000 w 4436533"/>
              <a:gd name="connsiteY1" fmla="*/ 616323 h 1852461"/>
              <a:gd name="connsiteX2" fmla="*/ 3132667 w 4436533"/>
              <a:gd name="connsiteY2" fmla="*/ 1852455 h 1852461"/>
              <a:gd name="connsiteX3" fmla="*/ 3623733 w 4436533"/>
              <a:gd name="connsiteY3" fmla="*/ 599389 h 1852461"/>
              <a:gd name="connsiteX4" fmla="*/ 1405467 w 4436533"/>
              <a:gd name="connsiteY4" fmla="*/ 142189 h 1852461"/>
              <a:gd name="connsiteX5" fmla="*/ 0 w 4436533"/>
              <a:gd name="connsiteY5" fmla="*/ 1632322 h 1852461"/>
              <a:gd name="connsiteX0" fmla="*/ 4436533 w 4436533"/>
              <a:gd name="connsiteY0" fmla="*/ 260722 h 1852464"/>
              <a:gd name="connsiteX1" fmla="*/ 2540000 w 4436533"/>
              <a:gd name="connsiteY1" fmla="*/ 616323 h 1852464"/>
              <a:gd name="connsiteX2" fmla="*/ 3132667 w 4436533"/>
              <a:gd name="connsiteY2" fmla="*/ 1852455 h 1852464"/>
              <a:gd name="connsiteX3" fmla="*/ 3623733 w 4436533"/>
              <a:gd name="connsiteY3" fmla="*/ 599389 h 1852464"/>
              <a:gd name="connsiteX4" fmla="*/ 1405467 w 4436533"/>
              <a:gd name="connsiteY4" fmla="*/ 142189 h 1852464"/>
              <a:gd name="connsiteX5" fmla="*/ 0 w 4436533"/>
              <a:gd name="connsiteY5" fmla="*/ 1632322 h 185246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3031066 w 3031066"/>
              <a:gd name="connsiteY0" fmla="*/ 160324 h 1419470"/>
              <a:gd name="connsiteX1" fmla="*/ 1134533 w 3031066"/>
              <a:gd name="connsiteY1" fmla="*/ 515925 h 1419470"/>
              <a:gd name="connsiteX2" fmla="*/ 1591733 w 3031066"/>
              <a:gd name="connsiteY2" fmla="*/ 1413391 h 1419470"/>
              <a:gd name="connsiteX3" fmla="*/ 2218266 w 3031066"/>
              <a:gd name="connsiteY3" fmla="*/ 498991 h 1419470"/>
              <a:gd name="connsiteX4" fmla="*/ 0 w 3031066"/>
              <a:gd name="connsiteY4" fmla="*/ 41791 h 1419470"/>
              <a:gd name="connsiteX0" fmla="*/ 4199466 w 4199466"/>
              <a:gd name="connsiteY0" fmla="*/ 5331 h 1264150"/>
              <a:gd name="connsiteX1" fmla="*/ 2302933 w 4199466"/>
              <a:gd name="connsiteY1" fmla="*/ 360932 h 1264150"/>
              <a:gd name="connsiteX2" fmla="*/ 2760133 w 4199466"/>
              <a:gd name="connsiteY2" fmla="*/ 1258398 h 1264150"/>
              <a:gd name="connsiteX3" fmla="*/ 3386666 w 4199466"/>
              <a:gd name="connsiteY3" fmla="*/ 343998 h 1264150"/>
              <a:gd name="connsiteX4" fmla="*/ 0 w 4199466"/>
              <a:gd name="connsiteY4" fmla="*/ 174664 h 1264150"/>
              <a:gd name="connsiteX0" fmla="*/ 4199466 w 4199466"/>
              <a:gd name="connsiteY0" fmla="*/ 272347 h 1531166"/>
              <a:gd name="connsiteX1" fmla="*/ 2302933 w 4199466"/>
              <a:gd name="connsiteY1" fmla="*/ 627948 h 1531166"/>
              <a:gd name="connsiteX2" fmla="*/ 2760133 w 4199466"/>
              <a:gd name="connsiteY2" fmla="*/ 1525414 h 1531166"/>
              <a:gd name="connsiteX3" fmla="*/ 3386666 w 4199466"/>
              <a:gd name="connsiteY3" fmla="*/ 611014 h 1531166"/>
              <a:gd name="connsiteX4" fmla="*/ 0 w 4199466"/>
              <a:gd name="connsiteY4" fmla="*/ 441680 h 1531166"/>
              <a:gd name="connsiteX0" fmla="*/ 4199466 w 4199466"/>
              <a:gd name="connsiteY0" fmla="*/ 340911 h 1602433"/>
              <a:gd name="connsiteX1" fmla="*/ 2302933 w 4199466"/>
              <a:gd name="connsiteY1" fmla="*/ 696512 h 1602433"/>
              <a:gd name="connsiteX2" fmla="*/ 2760133 w 4199466"/>
              <a:gd name="connsiteY2" fmla="*/ 1593978 h 1602433"/>
              <a:gd name="connsiteX3" fmla="*/ 3386666 w 4199466"/>
              <a:gd name="connsiteY3" fmla="*/ 679578 h 1602433"/>
              <a:gd name="connsiteX4" fmla="*/ 0 w 4199466"/>
              <a:gd name="connsiteY4" fmla="*/ 510244 h 1602433"/>
              <a:gd name="connsiteX0" fmla="*/ 4199466 w 4199466"/>
              <a:gd name="connsiteY0" fmla="*/ 320417 h 1573620"/>
              <a:gd name="connsiteX1" fmla="*/ 2302933 w 4199466"/>
              <a:gd name="connsiteY1" fmla="*/ 676018 h 1573620"/>
              <a:gd name="connsiteX2" fmla="*/ 2760133 w 4199466"/>
              <a:gd name="connsiteY2" fmla="*/ 1573484 h 1573620"/>
              <a:gd name="connsiteX3" fmla="*/ 3183466 w 4199466"/>
              <a:gd name="connsiteY3" fmla="*/ 726817 h 1573620"/>
              <a:gd name="connsiteX4" fmla="*/ 0 w 4199466"/>
              <a:gd name="connsiteY4" fmla="*/ 489750 h 1573620"/>
              <a:gd name="connsiteX0" fmla="*/ 4199466 w 4199466"/>
              <a:gd name="connsiteY0" fmla="*/ 320417 h 1573493"/>
              <a:gd name="connsiteX1" fmla="*/ 2048933 w 4199466"/>
              <a:gd name="connsiteY1" fmla="*/ 743751 h 1573493"/>
              <a:gd name="connsiteX2" fmla="*/ 2760133 w 4199466"/>
              <a:gd name="connsiteY2" fmla="*/ 1573484 h 1573493"/>
              <a:gd name="connsiteX3" fmla="*/ 3183466 w 4199466"/>
              <a:gd name="connsiteY3" fmla="*/ 726817 h 1573493"/>
              <a:gd name="connsiteX4" fmla="*/ 0 w 4199466"/>
              <a:gd name="connsiteY4" fmla="*/ 489750 h 1573493"/>
              <a:gd name="connsiteX0" fmla="*/ 4199466 w 4199466"/>
              <a:gd name="connsiteY0" fmla="*/ 320417 h 1573522"/>
              <a:gd name="connsiteX1" fmla="*/ 2048933 w 4199466"/>
              <a:gd name="connsiteY1" fmla="*/ 743751 h 1573522"/>
              <a:gd name="connsiteX2" fmla="*/ 2760133 w 4199466"/>
              <a:gd name="connsiteY2" fmla="*/ 1573484 h 1573522"/>
              <a:gd name="connsiteX3" fmla="*/ 3183466 w 4199466"/>
              <a:gd name="connsiteY3" fmla="*/ 726817 h 1573522"/>
              <a:gd name="connsiteX4" fmla="*/ 0 w 4199466"/>
              <a:gd name="connsiteY4" fmla="*/ 489750 h 1573522"/>
              <a:gd name="connsiteX0" fmla="*/ 4199466 w 4199466"/>
              <a:gd name="connsiteY0" fmla="*/ 254880 h 1474089"/>
              <a:gd name="connsiteX1" fmla="*/ 2048933 w 4199466"/>
              <a:gd name="connsiteY1" fmla="*/ 678214 h 1474089"/>
              <a:gd name="connsiteX2" fmla="*/ 2675467 w 4199466"/>
              <a:gd name="connsiteY2" fmla="*/ 1474080 h 1474089"/>
              <a:gd name="connsiteX3" fmla="*/ 3183466 w 4199466"/>
              <a:gd name="connsiteY3" fmla="*/ 661280 h 1474089"/>
              <a:gd name="connsiteX4" fmla="*/ 0 w 4199466"/>
              <a:gd name="connsiteY4" fmla="*/ 424213 h 1474089"/>
              <a:gd name="connsiteX0" fmla="*/ 4199466 w 4199466"/>
              <a:gd name="connsiteY0" fmla="*/ 254880 h 1476478"/>
              <a:gd name="connsiteX1" fmla="*/ 2048933 w 4199466"/>
              <a:gd name="connsiteY1" fmla="*/ 678214 h 1476478"/>
              <a:gd name="connsiteX2" fmla="*/ 2675467 w 4199466"/>
              <a:gd name="connsiteY2" fmla="*/ 1474080 h 1476478"/>
              <a:gd name="connsiteX3" fmla="*/ 3183466 w 4199466"/>
              <a:gd name="connsiteY3" fmla="*/ 661280 h 1476478"/>
              <a:gd name="connsiteX4" fmla="*/ 0 w 4199466"/>
              <a:gd name="connsiteY4" fmla="*/ 424213 h 1476478"/>
              <a:gd name="connsiteX0" fmla="*/ 4199466 w 4199466"/>
              <a:gd name="connsiteY0" fmla="*/ 279753 h 1501814"/>
              <a:gd name="connsiteX1" fmla="*/ 2048933 w 4199466"/>
              <a:gd name="connsiteY1" fmla="*/ 703087 h 1501814"/>
              <a:gd name="connsiteX2" fmla="*/ 2675467 w 4199466"/>
              <a:gd name="connsiteY2" fmla="*/ 1498953 h 1501814"/>
              <a:gd name="connsiteX3" fmla="*/ 3183466 w 4199466"/>
              <a:gd name="connsiteY3" fmla="*/ 686153 h 1501814"/>
              <a:gd name="connsiteX4" fmla="*/ 0 w 4199466"/>
              <a:gd name="connsiteY4" fmla="*/ 449086 h 1501814"/>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376915 h 1596472"/>
              <a:gd name="connsiteX1" fmla="*/ 2099733 w 4199466"/>
              <a:gd name="connsiteY1" fmla="*/ 732516 h 1596472"/>
              <a:gd name="connsiteX2" fmla="*/ 2675467 w 4199466"/>
              <a:gd name="connsiteY2" fmla="*/ 1596115 h 1596472"/>
              <a:gd name="connsiteX3" fmla="*/ 3183466 w 4199466"/>
              <a:gd name="connsiteY3" fmla="*/ 783315 h 1596472"/>
              <a:gd name="connsiteX4" fmla="*/ 0 w 4199466"/>
              <a:gd name="connsiteY4" fmla="*/ 546248 h 1596472"/>
              <a:gd name="connsiteX0" fmla="*/ 4199466 w 4199466"/>
              <a:gd name="connsiteY0" fmla="*/ 243473 h 1115335"/>
              <a:gd name="connsiteX1" fmla="*/ 2099733 w 4199466"/>
              <a:gd name="connsiteY1" fmla="*/ 599074 h 1115335"/>
              <a:gd name="connsiteX2" fmla="*/ 2641098 w 4199466"/>
              <a:gd name="connsiteY2" fmla="*/ 1115187 h 1115335"/>
              <a:gd name="connsiteX3" fmla="*/ 3183466 w 4199466"/>
              <a:gd name="connsiteY3" fmla="*/ 649873 h 1115335"/>
              <a:gd name="connsiteX4" fmla="*/ 0 w 4199466"/>
              <a:gd name="connsiteY4" fmla="*/ 412806 h 1115335"/>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466" h="1151030">
                <a:moveTo>
                  <a:pt x="4199466" y="279036"/>
                </a:moveTo>
                <a:cubicBezTo>
                  <a:pt x="3241321" y="239525"/>
                  <a:pt x="2236563" y="182670"/>
                  <a:pt x="2099733" y="634637"/>
                </a:cubicBezTo>
                <a:cubicBezTo>
                  <a:pt x="1962903" y="1086604"/>
                  <a:pt x="2460476" y="1142284"/>
                  <a:pt x="2641098" y="1150750"/>
                </a:cubicBezTo>
                <a:cubicBezTo>
                  <a:pt x="2821720" y="1159216"/>
                  <a:pt x="3197646" y="975667"/>
                  <a:pt x="3183466" y="685436"/>
                </a:cubicBezTo>
                <a:cubicBezTo>
                  <a:pt x="3169286" y="395205"/>
                  <a:pt x="2111021" y="-553521"/>
                  <a:pt x="0" y="448369"/>
                </a:cubicBezTo>
              </a:path>
            </a:pathLst>
          </a:custGeom>
          <a:ln>
            <a:solidFill>
              <a:schemeClr val="bg1">
                <a:lumMod val="75000"/>
              </a:schemeClr>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defTabSz="486044" fontAlgn="auto">
              <a:spcBef>
                <a:spcPts val="0"/>
              </a:spcBef>
              <a:spcAft>
                <a:spcPts val="0"/>
              </a:spcAft>
            </a:pPr>
            <a:endParaRPr lang="en-US" sz="1920">
              <a:solidFill>
                <a:prstClr val="black"/>
              </a:solidFill>
            </a:endParaRPr>
          </a:p>
        </p:txBody>
      </p:sp>
      <p:sp>
        <p:nvSpPr>
          <p:cNvPr id="13" name="Isosceles Triangle 9"/>
          <p:cNvSpPr/>
          <p:nvPr/>
        </p:nvSpPr>
        <p:spPr>
          <a:xfrm rot="2110876">
            <a:off x="5795981" y="4873691"/>
            <a:ext cx="228206" cy="308981"/>
          </a:xfrm>
          <a:custGeom>
            <a:avLst/>
            <a:gdLst/>
            <a:ahLst/>
            <a:cxnLst/>
            <a:rect l="l" t="t" r="r" b="b"/>
            <a:pathLst>
              <a:path w="696359" h="1149768">
                <a:moveTo>
                  <a:pt x="355075" y="0"/>
                </a:moveTo>
                <a:lnTo>
                  <a:pt x="696359" y="1105109"/>
                </a:lnTo>
                <a:lnTo>
                  <a:pt x="372008" y="801168"/>
                </a:lnTo>
                <a:lnTo>
                  <a:pt x="0" y="1149768"/>
                </a:lnTo>
                <a:close/>
              </a:path>
            </a:pathLst>
          </a:cu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8080345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fltVal val="0"/>
                                          </p:val>
                                        </p:tav>
                                        <p:tav tm="100000">
                                          <p:val>
                                            <p:strVal val="#ppt_w"/>
                                          </p:val>
                                        </p:tav>
                                      </p:tavLst>
                                    </p:anim>
                                    <p:anim calcmode="lin" valueType="num">
                                      <p:cBhvr>
                                        <p:cTn id="12" dur="500" fill="hold"/>
                                        <p:tgtEl>
                                          <p:spTgt spid="13"/>
                                        </p:tgtEl>
                                        <p:attrNameLst>
                                          <p:attrName>ppt_h</p:attrName>
                                        </p:attrNameLst>
                                      </p:cBhvr>
                                      <p:tavLst>
                                        <p:tav tm="0">
                                          <p:val>
                                            <p:fltVal val="0"/>
                                          </p:val>
                                        </p:tav>
                                        <p:tav tm="100000">
                                          <p:val>
                                            <p:strVal val="#ppt_h"/>
                                          </p:val>
                                        </p:tav>
                                      </p:tavLst>
                                    </p:anim>
                                    <p:animEffect transition="in" filter="fade">
                                      <p:cBhvr>
                                        <p:cTn id="1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AutoShape 2"/>
          <p:cNvSpPr>
            <a:spLocks/>
          </p:cNvSpPr>
          <p:nvPr/>
        </p:nvSpPr>
        <p:spPr bwMode="auto">
          <a:xfrm>
            <a:off x="4486408" y="2501207"/>
            <a:ext cx="7183015" cy="28996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ctr" rtl="1" hangingPunct="0">
              <a:defRPr/>
            </a:pPr>
            <a:r>
              <a:rPr lang="ar-JO" sz="3200" b="1" dirty="0">
                <a:ea typeface="Arial Unicode MS" panose="020B0604020202020204" pitchFamily="34" charset="-128"/>
                <a:cs typeface="Simplified Arabic" panose="02020603050405020304" pitchFamily="18" charset="-78"/>
              </a:rPr>
              <a:t>قد طور العالم لي </a:t>
            </a:r>
            <a:r>
              <a:rPr lang="en-US" sz="3200" b="1" dirty="0">
                <a:latin typeface="Simplified Arabic" panose="02020603050405020304" pitchFamily="18" charset="-78"/>
                <a:ea typeface="Arial Unicode MS" panose="020B0604020202020204" pitchFamily="34" charset="-128"/>
              </a:rPr>
              <a:t>Lee</a:t>
            </a:r>
            <a:r>
              <a:rPr lang="ar-JO" sz="3200" b="1" dirty="0">
                <a:latin typeface="Simplified Arabic" panose="02020603050405020304" pitchFamily="18" charset="-78"/>
                <a:ea typeface="Arial Unicode MS" panose="020B0604020202020204" pitchFamily="34" charset="-128"/>
              </a:rPr>
              <a:t> مفهوم الشبكة العالمية العنكبوتية (</a:t>
            </a:r>
            <a:r>
              <a:rPr lang="en-US" sz="3200" b="1" dirty="0">
                <a:latin typeface="Simplified Arabic" panose="02020603050405020304" pitchFamily="18" charset="-78"/>
                <a:ea typeface="Arial Unicode MS" panose="020B0604020202020204" pitchFamily="34" charset="-128"/>
              </a:rPr>
              <a:t>World Wide Web</a:t>
            </a:r>
            <a:r>
              <a:rPr lang="ar-JO" sz="3200" b="1" dirty="0">
                <a:latin typeface="Simplified Arabic" panose="02020603050405020304" pitchFamily="18" charset="-78"/>
                <a:ea typeface="Arial Unicode MS" panose="020B0604020202020204" pitchFamily="34" charset="-128"/>
              </a:rPr>
              <a:t>)، والتي يعبر عنها باختصار بـ </a:t>
            </a:r>
            <a:r>
              <a:rPr lang="en-US" sz="3200" b="1" dirty="0">
                <a:latin typeface="Simplified Arabic" panose="02020603050405020304" pitchFamily="18" charset="-78"/>
                <a:ea typeface="Arial Unicode MS" panose="020B0604020202020204" pitchFamily="34" charset="-128"/>
              </a:rPr>
              <a:t>WWW)</a:t>
            </a:r>
            <a:r>
              <a:rPr lang="ar-JO" sz="3200" b="1" dirty="0">
                <a:latin typeface="Simplified Arabic" panose="02020603050405020304" pitchFamily="18" charset="-78"/>
                <a:ea typeface="Arial Unicode MS" panose="020B0604020202020204" pitchFamily="34" charset="-128"/>
              </a:rPr>
              <a:t>)، غير أن الإنترنت غلب على هذه التسمية، وبذلك فأن الشبكة العنكبوتية العالمية (الويب) هي جزء من الإنترنت.</a:t>
            </a:r>
            <a:endParaRPr lang="es-ES" sz="3200" b="1" dirty="0">
              <a:solidFill>
                <a:srgbClr val="000000"/>
              </a:solidFill>
              <a:latin typeface="Calibri" charset="0"/>
              <a:cs typeface="Calibri" charset="0"/>
              <a:sym typeface="Calibri" charset="0"/>
            </a:endParaRPr>
          </a:p>
        </p:txBody>
      </p:sp>
      <p:grpSp>
        <p:nvGrpSpPr>
          <p:cNvPr id="2" name="Group 4"/>
          <p:cNvGrpSpPr>
            <a:grpSpLocks/>
          </p:cNvGrpSpPr>
          <p:nvPr/>
        </p:nvGrpSpPr>
        <p:grpSpPr bwMode="auto">
          <a:xfrm>
            <a:off x="1593851" y="6745818"/>
            <a:ext cx="9144000" cy="122767"/>
            <a:chOff x="-1" y="-1"/>
            <a:chExt cx="6858001" cy="91441"/>
          </a:xfrm>
        </p:grpSpPr>
        <p:sp>
          <p:nvSpPr>
            <p:cNvPr id="4101" name="AutoShape 5"/>
            <p:cNvSpPr>
              <a:spLocks/>
            </p:cNvSpPr>
            <p:nvPr/>
          </p:nvSpPr>
          <p:spPr bwMode="auto">
            <a:xfrm>
              <a:off x="-1" y="-1"/>
              <a:ext cx="1371600" cy="914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solidFill>
              <a:srgbClr val="23C7E3"/>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ctr" hangingPunct="0">
                <a:defRPr/>
              </a:pPr>
              <a:endParaRPr lang="es-ES">
                <a:solidFill>
                  <a:srgbClr val="FFFFFF"/>
                </a:solidFill>
                <a:latin typeface="Calibri" charset="0"/>
                <a:cs typeface="Calibri" charset="0"/>
                <a:sym typeface="Calibri" charset="0"/>
              </a:endParaRPr>
            </a:p>
          </p:txBody>
        </p:sp>
        <p:sp>
          <p:nvSpPr>
            <p:cNvPr id="4102" name="AutoShape 6"/>
            <p:cNvSpPr>
              <a:spLocks/>
            </p:cNvSpPr>
            <p:nvPr/>
          </p:nvSpPr>
          <p:spPr bwMode="auto">
            <a:xfrm>
              <a:off x="1371599" y="-1"/>
              <a:ext cx="1371600" cy="914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solidFill>
              <a:srgbClr val="D84D5A"/>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ctr" hangingPunct="0">
                <a:defRPr/>
              </a:pPr>
              <a:endParaRPr lang="es-ES">
                <a:solidFill>
                  <a:srgbClr val="FFFFFF"/>
                </a:solidFill>
                <a:latin typeface="Calibri" charset="0"/>
                <a:cs typeface="Calibri" charset="0"/>
                <a:sym typeface="Calibri" charset="0"/>
              </a:endParaRPr>
            </a:p>
          </p:txBody>
        </p:sp>
        <p:sp>
          <p:nvSpPr>
            <p:cNvPr id="4103" name="AutoShape 7"/>
            <p:cNvSpPr>
              <a:spLocks/>
            </p:cNvSpPr>
            <p:nvPr/>
          </p:nvSpPr>
          <p:spPr bwMode="auto">
            <a:xfrm>
              <a:off x="2743199" y="-1"/>
              <a:ext cx="1371600" cy="914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solidFill>
              <a:srgbClr val="A1B742"/>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ctr" hangingPunct="0">
                <a:defRPr/>
              </a:pPr>
              <a:endParaRPr lang="es-ES">
                <a:solidFill>
                  <a:srgbClr val="FFFFFF"/>
                </a:solidFill>
                <a:latin typeface="Calibri" charset="0"/>
                <a:cs typeface="Calibri" charset="0"/>
                <a:sym typeface="Calibri" charset="0"/>
              </a:endParaRPr>
            </a:p>
          </p:txBody>
        </p:sp>
        <p:sp>
          <p:nvSpPr>
            <p:cNvPr id="4104" name="AutoShape 8"/>
            <p:cNvSpPr>
              <a:spLocks/>
            </p:cNvSpPr>
            <p:nvPr/>
          </p:nvSpPr>
          <p:spPr bwMode="auto">
            <a:xfrm>
              <a:off x="4114800" y="-1"/>
              <a:ext cx="1371600" cy="914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solidFill>
              <a:srgbClr val="FCC945"/>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ctr" hangingPunct="0">
                <a:defRPr/>
              </a:pPr>
              <a:endParaRPr lang="es-ES">
                <a:solidFill>
                  <a:srgbClr val="FFFFFF"/>
                </a:solidFill>
                <a:latin typeface="Calibri" charset="0"/>
                <a:cs typeface="Calibri" charset="0"/>
                <a:sym typeface="Calibri" charset="0"/>
              </a:endParaRPr>
            </a:p>
          </p:txBody>
        </p:sp>
        <p:sp>
          <p:nvSpPr>
            <p:cNvPr id="4105" name="AutoShape 9"/>
            <p:cNvSpPr>
              <a:spLocks/>
            </p:cNvSpPr>
            <p:nvPr/>
          </p:nvSpPr>
          <p:spPr bwMode="auto">
            <a:xfrm>
              <a:off x="5486400" y="-1"/>
              <a:ext cx="1371600" cy="914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solidFill>
              <a:srgbClr val="BFBFBF"/>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p>
              <a:pPr algn="ctr" hangingPunct="0">
                <a:defRPr/>
              </a:pPr>
              <a:endParaRPr lang="es-ES">
                <a:solidFill>
                  <a:srgbClr val="FFFFFF"/>
                </a:solidFill>
                <a:latin typeface="Calibri" charset="0"/>
                <a:cs typeface="Calibri" charset="0"/>
                <a:sym typeface="Calibri" charset="0"/>
              </a:endParaRPr>
            </a:p>
          </p:txBody>
        </p:sp>
      </p:grpSp>
      <p:grpSp>
        <p:nvGrpSpPr>
          <p:cNvPr id="11" name="Group 4"/>
          <p:cNvGrpSpPr>
            <a:grpSpLocks noChangeAspect="1"/>
          </p:cNvGrpSpPr>
          <p:nvPr/>
        </p:nvGrpSpPr>
        <p:grpSpPr bwMode="auto">
          <a:xfrm>
            <a:off x="0" y="2177874"/>
            <a:ext cx="4310349" cy="3349749"/>
            <a:chOff x="1072" y="0"/>
            <a:chExt cx="5582" cy="4338"/>
          </a:xfrm>
        </p:grpSpPr>
        <p:sp>
          <p:nvSpPr>
            <p:cNvPr id="12" name="Freeform 5"/>
            <p:cNvSpPr>
              <a:spLocks/>
            </p:cNvSpPr>
            <p:nvPr/>
          </p:nvSpPr>
          <p:spPr bwMode="auto">
            <a:xfrm>
              <a:off x="4927" y="778"/>
              <a:ext cx="1102" cy="1431"/>
            </a:xfrm>
            <a:custGeom>
              <a:avLst/>
              <a:gdLst>
                <a:gd name="T0" fmla="*/ 296 w 483"/>
                <a:gd name="T1" fmla="*/ 80 h 627"/>
                <a:gd name="T2" fmla="*/ 376 w 483"/>
                <a:gd name="T3" fmla="*/ 214 h 627"/>
                <a:gd name="T4" fmla="*/ 451 w 483"/>
                <a:gd name="T5" fmla="*/ 521 h 627"/>
                <a:gd name="T6" fmla="*/ 354 w 483"/>
                <a:gd name="T7" fmla="*/ 561 h 627"/>
                <a:gd name="T8" fmla="*/ 256 w 483"/>
                <a:gd name="T9" fmla="*/ 298 h 627"/>
                <a:gd name="T10" fmla="*/ 183 w 483"/>
                <a:gd name="T11" fmla="*/ 217 h 627"/>
                <a:gd name="T12" fmla="*/ 0 w 483"/>
                <a:gd name="T13" fmla="*/ 83 h 627"/>
                <a:gd name="T14" fmla="*/ 157 w 483"/>
                <a:gd name="T15" fmla="*/ 0 h 627"/>
                <a:gd name="T16" fmla="*/ 296 w 483"/>
                <a:gd name="T17" fmla="*/ 80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3" h="627">
                  <a:moveTo>
                    <a:pt x="296" y="80"/>
                  </a:moveTo>
                  <a:cubicBezTo>
                    <a:pt x="311" y="111"/>
                    <a:pt x="381" y="154"/>
                    <a:pt x="376" y="214"/>
                  </a:cubicBezTo>
                  <a:cubicBezTo>
                    <a:pt x="370" y="275"/>
                    <a:pt x="420" y="470"/>
                    <a:pt x="451" y="521"/>
                  </a:cubicBezTo>
                  <a:cubicBezTo>
                    <a:pt x="483" y="571"/>
                    <a:pt x="435" y="627"/>
                    <a:pt x="354" y="561"/>
                  </a:cubicBezTo>
                  <a:cubicBezTo>
                    <a:pt x="272" y="496"/>
                    <a:pt x="258" y="351"/>
                    <a:pt x="256" y="298"/>
                  </a:cubicBezTo>
                  <a:cubicBezTo>
                    <a:pt x="253" y="245"/>
                    <a:pt x="243" y="236"/>
                    <a:pt x="183" y="217"/>
                  </a:cubicBezTo>
                  <a:cubicBezTo>
                    <a:pt x="118" y="197"/>
                    <a:pt x="41" y="137"/>
                    <a:pt x="0" y="83"/>
                  </a:cubicBezTo>
                  <a:cubicBezTo>
                    <a:pt x="55" y="48"/>
                    <a:pt x="108" y="20"/>
                    <a:pt x="157" y="0"/>
                  </a:cubicBezTo>
                  <a:cubicBezTo>
                    <a:pt x="158" y="0"/>
                    <a:pt x="292" y="72"/>
                    <a:pt x="296" y="80"/>
                  </a:cubicBezTo>
                  <a:close/>
                </a:path>
              </a:pathLst>
            </a:custGeom>
            <a:solidFill>
              <a:srgbClr val="2C3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3" name="Freeform 6"/>
            <p:cNvSpPr>
              <a:spLocks/>
            </p:cNvSpPr>
            <p:nvPr/>
          </p:nvSpPr>
          <p:spPr bwMode="auto">
            <a:xfrm>
              <a:off x="1072" y="0"/>
              <a:ext cx="5582" cy="2433"/>
            </a:xfrm>
            <a:custGeom>
              <a:avLst/>
              <a:gdLst>
                <a:gd name="T0" fmla="*/ 0 w 2447"/>
                <a:gd name="T1" fmla="*/ 0 h 1066"/>
                <a:gd name="T2" fmla="*/ 532 w 2447"/>
                <a:gd name="T3" fmla="*/ 13 h 1066"/>
                <a:gd name="T4" fmla="*/ 1031 w 2447"/>
                <a:gd name="T5" fmla="*/ 75 h 1066"/>
                <a:gd name="T6" fmla="*/ 1543 w 2447"/>
                <a:gd name="T7" fmla="*/ 175 h 1066"/>
                <a:gd name="T8" fmla="*/ 1543 w 2447"/>
                <a:gd name="T9" fmla="*/ 175 h 1066"/>
                <a:gd name="T10" fmla="*/ 1939 w 2447"/>
                <a:gd name="T11" fmla="*/ 355 h 1066"/>
                <a:gd name="T12" fmla="*/ 1972 w 2447"/>
                <a:gd name="T13" fmla="*/ 376 h 1066"/>
                <a:gd name="T14" fmla="*/ 1978 w 2447"/>
                <a:gd name="T15" fmla="*/ 380 h 1066"/>
                <a:gd name="T16" fmla="*/ 2193 w 2447"/>
                <a:gd name="T17" fmla="*/ 519 h 1066"/>
                <a:gd name="T18" fmla="*/ 2416 w 2447"/>
                <a:gd name="T19" fmla="*/ 612 h 1066"/>
                <a:gd name="T20" fmla="*/ 2313 w 2447"/>
                <a:gd name="T21" fmla="*/ 690 h 1066"/>
                <a:gd name="T22" fmla="*/ 1977 w 2447"/>
                <a:gd name="T23" fmla="*/ 563 h 1066"/>
                <a:gd name="T24" fmla="*/ 1755 w 2447"/>
                <a:gd name="T25" fmla="*/ 453 h 1066"/>
                <a:gd name="T26" fmla="*/ 1755 w 2447"/>
                <a:gd name="T27" fmla="*/ 453 h 1066"/>
                <a:gd name="T28" fmla="*/ 1755 w 2447"/>
                <a:gd name="T29" fmla="*/ 453 h 1066"/>
                <a:gd name="T30" fmla="*/ 1748 w 2447"/>
                <a:gd name="T31" fmla="*/ 451 h 1066"/>
                <a:gd name="T32" fmla="*/ 1182 w 2447"/>
                <a:gd name="T33" fmla="*/ 460 h 1066"/>
                <a:gd name="T34" fmla="*/ 1295 w 2447"/>
                <a:gd name="T35" fmla="*/ 604 h 1066"/>
                <a:gd name="T36" fmla="*/ 1447 w 2447"/>
                <a:gd name="T37" fmla="*/ 826 h 1066"/>
                <a:gd name="T38" fmla="*/ 1351 w 2447"/>
                <a:gd name="T39" fmla="*/ 959 h 1066"/>
                <a:gd name="T40" fmla="*/ 1069 w 2447"/>
                <a:gd name="T41" fmla="*/ 711 h 1066"/>
                <a:gd name="T42" fmla="*/ 680 w 2447"/>
                <a:gd name="T43" fmla="*/ 472 h 1066"/>
                <a:gd name="T44" fmla="*/ 438 w 2447"/>
                <a:gd name="T45" fmla="*/ 365 h 1066"/>
                <a:gd name="T46" fmla="*/ 0 w 2447"/>
                <a:gd name="T47" fmla="*/ 451 h 1066"/>
                <a:gd name="T48" fmla="*/ 0 w 2447"/>
                <a:gd name="T49" fmla="*/ 0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47" h="1066">
                  <a:moveTo>
                    <a:pt x="0" y="0"/>
                  </a:moveTo>
                  <a:cubicBezTo>
                    <a:pt x="199" y="7"/>
                    <a:pt x="446" y="18"/>
                    <a:pt x="532" y="13"/>
                  </a:cubicBezTo>
                  <a:cubicBezTo>
                    <a:pt x="669" y="7"/>
                    <a:pt x="827" y="30"/>
                    <a:pt x="1031" y="75"/>
                  </a:cubicBezTo>
                  <a:cubicBezTo>
                    <a:pt x="1198" y="112"/>
                    <a:pt x="1428" y="158"/>
                    <a:pt x="1543" y="175"/>
                  </a:cubicBezTo>
                  <a:cubicBezTo>
                    <a:pt x="1543" y="175"/>
                    <a:pt x="1543" y="175"/>
                    <a:pt x="1543" y="175"/>
                  </a:cubicBezTo>
                  <a:cubicBezTo>
                    <a:pt x="1543" y="175"/>
                    <a:pt x="1811" y="279"/>
                    <a:pt x="1939" y="355"/>
                  </a:cubicBezTo>
                  <a:cubicBezTo>
                    <a:pt x="1948" y="361"/>
                    <a:pt x="1959" y="368"/>
                    <a:pt x="1972" y="376"/>
                  </a:cubicBezTo>
                  <a:cubicBezTo>
                    <a:pt x="1974" y="378"/>
                    <a:pt x="1976" y="379"/>
                    <a:pt x="1978" y="380"/>
                  </a:cubicBezTo>
                  <a:cubicBezTo>
                    <a:pt x="2026" y="411"/>
                    <a:pt x="2131" y="497"/>
                    <a:pt x="2193" y="519"/>
                  </a:cubicBezTo>
                  <a:cubicBezTo>
                    <a:pt x="2257" y="543"/>
                    <a:pt x="2385" y="601"/>
                    <a:pt x="2416" y="612"/>
                  </a:cubicBezTo>
                  <a:cubicBezTo>
                    <a:pt x="2447" y="624"/>
                    <a:pt x="2419" y="713"/>
                    <a:pt x="2313" y="690"/>
                  </a:cubicBezTo>
                  <a:cubicBezTo>
                    <a:pt x="2207" y="667"/>
                    <a:pt x="2066" y="618"/>
                    <a:pt x="1977" y="563"/>
                  </a:cubicBezTo>
                  <a:cubicBezTo>
                    <a:pt x="1903" y="518"/>
                    <a:pt x="1805" y="469"/>
                    <a:pt x="1755" y="453"/>
                  </a:cubicBezTo>
                  <a:cubicBezTo>
                    <a:pt x="1755" y="453"/>
                    <a:pt x="1755" y="453"/>
                    <a:pt x="1755" y="453"/>
                  </a:cubicBezTo>
                  <a:cubicBezTo>
                    <a:pt x="1755" y="453"/>
                    <a:pt x="1755" y="453"/>
                    <a:pt x="1755" y="453"/>
                  </a:cubicBezTo>
                  <a:cubicBezTo>
                    <a:pt x="1752" y="452"/>
                    <a:pt x="1750" y="451"/>
                    <a:pt x="1748" y="451"/>
                  </a:cubicBezTo>
                  <a:cubicBezTo>
                    <a:pt x="1604" y="407"/>
                    <a:pt x="1336" y="399"/>
                    <a:pt x="1182" y="460"/>
                  </a:cubicBezTo>
                  <a:cubicBezTo>
                    <a:pt x="1154" y="471"/>
                    <a:pt x="1247" y="564"/>
                    <a:pt x="1295" y="604"/>
                  </a:cubicBezTo>
                  <a:cubicBezTo>
                    <a:pt x="1343" y="643"/>
                    <a:pt x="1427" y="725"/>
                    <a:pt x="1447" y="826"/>
                  </a:cubicBezTo>
                  <a:cubicBezTo>
                    <a:pt x="1467" y="928"/>
                    <a:pt x="1419" y="1066"/>
                    <a:pt x="1351" y="959"/>
                  </a:cubicBezTo>
                  <a:cubicBezTo>
                    <a:pt x="1283" y="852"/>
                    <a:pt x="1210" y="773"/>
                    <a:pt x="1069" y="711"/>
                  </a:cubicBezTo>
                  <a:cubicBezTo>
                    <a:pt x="929" y="649"/>
                    <a:pt x="731" y="565"/>
                    <a:pt x="680" y="472"/>
                  </a:cubicBezTo>
                  <a:cubicBezTo>
                    <a:pt x="629" y="379"/>
                    <a:pt x="601" y="331"/>
                    <a:pt x="438" y="365"/>
                  </a:cubicBezTo>
                  <a:cubicBezTo>
                    <a:pt x="333" y="386"/>
                    <a:pt x="159" y="429"/>
                    <a:pt x="0" y="451"/>
                  </a:cubicBezTo>
                  <a:lnTo>
                    <a:pt x="0" y="0"/>
                  </a:lnTo>
                  <a:close/>
                </a:path>
              </a:pathLst>
            </a:custGeom>
            <a:solidFill>
              <a:srgbClr val="2C3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4" name="Freeform 7"/>
            <p:cNvSpPr>
              <a:spLocks/>
            </p:cNvSpPr>
            <p:nvPr/>
          </p:nvSpPr>
          <p:spPr bwMode="auto">
            <a:xfrm>
              <a:off x="4491" y="361"/>
              <a:ext cx="2124" cy="616"/>
            </a:xfrm>
            <a:custGeom>
              <a:avLst/>
              <a:gdLst>
                <a:gd name="T0" fmla="*/ 391 w 931"/>
                <a:gd name="T1" fmla="*/ 29 h 270"/>
                <a:gd name="T2" fmla="*/ 646 w 931"/>
                <a:gd name="T3" fmla="*/ 11 h 270"/>
                <a:gd name="T4" fmla="*/ 660 w 931"/>
                <a:gd name="T5" fmla="*/ 69 h 270"/>
                <a:gd name="T6" fmla="*/ 396 w 931"/>
                <a:gd name="T7" fmla="*/ 118 h 270"/>
                <a:gd name="T8" fmla="*/ 318 w 931"/>
                <a:gd name="T9" fmla="*/ 125 h 270"/>
                <a:gd name="T10" fmla="*/ 610 w 931"/>
                <a:gd name="T11" fmla="*/ 161 h 270"/>
                <a:gd name="T12" fmla="*/ 861 w 931"/>
                <a:gd name="T13" fmla="*/ 151 h 270"/>
                <a:gd name="T14" fmla="*/ 833 w 931"/>
                <a:gd name="T15" fmla="*/ 238 h 270"/>
                <a:gd name="T16" fmla="*/ 409 w 931"/>
                <a:gd name="T17" fmla="*/ 255 h 270"/>
                <a:gd name="T18" fmla="*/ 0 w 931"/>
                <a:gd name="T19" fmla="*/ 10 h 270"/>
                <a:gd name="T20" fmla="*/ 391 w 931"/>
                <a:gd name="T21" fmla="*/ 2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1" h="270">
                  <a:moveTo>
                    <a:pt x="391" y="29"/>
                  </a:moveTo>
                  <a:cubicBezTo>
                    <a:pt x="499" y="20"/>
                    <a:pt x="608" y="23"/>
                    <a:pt x="646" y="11"/>
                  </a:cubicBezTo>
                  <a:cubicBezTo>
                    <a:pt x="685" y="0"/>
                    <a:pt x="726" y="26"/>
                    <a:pt x="660" y="69"/>
                  </a:cubicBezTo>
                  <a:cubicBezTo>
                    <a:pt x="594" y="111"/>
                    <a:pt x="435" y="113"/>
                    <a:pt x="396" y="118"/>
                  </a:cubicBezTo>
                  <a:cubicBezTo>
                    <a:pt x="356" y="122"/>
                    <a:pt x="318" y="125"/>
                    <a:pt x="318" y="125"/>
                  </a:cubicBezTo>
                  <a:cubicBezTo>
                    <a:pt x="318" y="125"/>
                    <a:pt x="496" y="164"/>
                    <a:pt x="610" y="161"/>
                  </a:cubicBezTo>
                  <a:cubicBezTo>
                    <a:pt x="724" y="158"/>
                    <a:pt x="837" y="155"/>
                    <a:pt x="861" y="151"/>
                  </a:cubicBezTo>
                  <a:cubicBezTo>
                    <a:pt x="884" y="147"/>
                    <a:pt x="931" y="207"/>
                    <a:pt x="833" y="238"/>
                  </a:cubicBezTo>
                  <a:cubicBezTo>
                    <a:pt x="735" y="270"/>
                    <a:pt x="448" y="264"/>
                    <a:pt x="409" y="255"/>
                  </a:cubicBezTo>
                  <a:cubicBezTo>
                    <a:pt x="312" y="234"/>
                    <a:pt x="122" y="74"/>
                    <a:pt x="0" y="10"/>
                  </a:cubicBezTo>
                  <a:cubicBezTo>
                    <a:pt x="69" y="20"/>
                    <a:pt x="286" y="37"/>
                    <a:pt x="391" y="29"/>
                  </a:cubicBezTo>
                  <a:close/>
                </a:path>
              </a:pathLst>
            </a:custGeom>
            <a:solidFill>
              <a:srgbClr val="2C3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5" name="Freeform 8"/>
            <p:cNvSpPr>
              <a:spLocks/>
            </p:cNvSpPr>
            <p:nvPr/>
          </p:nvSpPr>
          <p:spPr bwMode="auto">
            <a:xfrm>
              <a:off x="4049" y="1497"/>
              <a:ext cx="1665" cy="2841"/>
            </a:xfrm>
            <a:custGeom>
              <a:avLst/>
              <a:gdLst>
                <a:gd name="T0" fmla="*/ 259 w 730"/>
                <a:gd name="T1" fmla="*/ 8 h 1245"/>
                <a:gd name="T2" fmla="*/ 612 w 730"/>
                <a:gd name="T3" fmla="*/ 50 h 1245"/>
                <a:gd name="T4" fmla="*/ 722 w 730"/>
                <a:gd name="T5" fmla="*/ 189 h 1245"/>
                <a:gd name="T6" fmla="*/ 611 w 730"/>
                <a:gd name="T7" fmla="*/ 1127 h 1245"/>
                <a:gd name="T8" fmla="*/ 471 w 730"/>
                <a:gd name="T9" fmla="*/ 1237 h 1245"/>
                <a:gd name="T10" fmla="*/ 118 w 730"/>
                <a:gd name="T11" fmla="*/ 1195 h 1245"/>
                <a:gd name="T12" fmla="*/ 9 w 730"/>
                <a:gd name="T13" fmla="*/ 1056 h 1245"/>
                <a:gd name="T14" fmla="*/ 120 w 730"/>
                <a:gd name="T15" fmla="*/ 118 h 1245"/>
                <a:gd name="T16" fmla="*/ 259 w 730"/>
                <a:gd name="T17" fmla="*/ 8 h 1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0" h="1245">
                  <a:moveTo>
                    <a:pt x="259" y="8"/>
                  </a:moveTo>
                  <a:cubicBezTo>
                    <a:pt x="612" y="50"/>
                    <a:pt x="612" y="50"/>
                    <a:pt x="612" y="50"/>
                  </a:cubicBezTo>
                  <a:cubicBezTo>
                    <a:pt x="681" y="58"/>
                    <a:pt x="730" y="121"/>
                    <a:pt x="722" y="189"/>
                  </a:cubicBezTo>
                  <a:cubicBezTo>
                    <a:pt x="611" y="1127"/>
                    <a:pt x="611" y="1127"/>
                    <a:pt x="611" y="1127"/>
                  </a:cubicBezTo>
                  <a:cubicBezTo>
                    <a:pt x="603" y="1196"/>
                    <a:pt x="540" y="1245"/>
                    <a:pt x="471" y="1237"/>
                  </a:cubicBezTo>
                  <a:cubicBezTo>
                    <a:pt x="118" y="1195"/>
                    <a:pt x="118" y="1195"/>
                    <a:pt x="118" y="1195"/>
                  </a:cubicBezTo>
                  <a:cubicBezTo>
                    <a:pt x="50" y="1187"/>
                    <a:pt x="0" y="1125"/>
                    <a:pt x="9" y="1056"/>
                  </a:cubicBezTo>
                  <a:cubicBezTo>
                    <a:pt x="120" y="118"/>
                    <a:pt x="120" y="118"/>
                    <a:pt x="120" y="118"/>
                  </a:cubicBezTo>
                  <a:cubicBezTo>
                    <a:pt x="128" y="50"/>
                    <a:pt x="190" y="0"/>
                    <a:pt x="259" y="8"/>
                  </a:cubicBezTo>
                  <a:close/>
                </a:path>
              </a:pathLst>
            </a:custGeom>
            <a:solidFill>
              <a:srgbClr val="2C3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6" name="Freeform 9"/>
            <p:cNvSpPr>
              <a:spLocks/>
            </p:cNvSpPr>
            <p:nvPr/>
          </p:nvSpPr>
          <p:spPr bwMode="auto">
            <a:xfrm>
              <a:off x="4186" y="1725"/>
              <a:ext cx="1396" cy="2364"/>
            </a:xfrm>
            <a:custGeom>
              <a:avLst/>
              <a:gdLst>
                <a:gd name="T0" fmla="*/ 117 w 612"/>
                <a:gd name="T1" fmla="*/ 0 h 1036"/>
                <a:gd name="T2" fmla="*/ 610 w 612"/>
                <a:gd name="T3" fmla="*/ 58 h 1036"/>
                <a:gd name="T4" fmla="*/ 612 w 612"/>
                <a:gd name="T5" fmla="*/ 60 h 1036"/>
                <a:gd name="T6" fmla="*/ 496 w 612"/>
                <a:gd name="T7" fmla="*/ 1034 h 1036"/>
                <a:gd name="T8" fmla="*/ 494 w 612"/>
                <a:gd name="T9" fmla="*/ 1036 h 1036"/>
                <a:gd name="T10" fmla="*/ 1 w 612"/>
                <a:gd name="T11" fmla="*/ 978 h 1036"/>
                <a:gd name="T12" fmla="*/ 0 w 612"/>
                <a:gd name="T13" fmla="*/ 976 h 1036"/>
                <a:gd name="T14" fmla="*/ 115 w 612"/>
                <a:gd name="T15" fmla="*/ 1 h 1036"/>
                <a:gd name="T16" fmla="*/ 117 w 612"/>
                <a:gd name="T17" fmla="*/ 0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2" h="1036">
                  <a:moveTo>
                    <a:pt x="117" y="0"/>
                  </a:moveTo>
                  <a:cubicBezTo>
                    <a:pt x="610" y="58"/>
                    <a:pt x="610" y="58"/>
                    <a:pt x="610" y="58"/>
                  </a:cubicBezTo>
                  <a:cubicBezTo>
                    <a:pt x="611" y="58"/>
                    <a:pt x="612" y="59"/>
                    <a:pt x="612" y="60"/>
                  </a:cubicBezTo>
                  <a:cubicBezTo>
                    <a:pt x="496" y="1034"/>
                    <a:pt x="496" y="1034"/>
                    <a:pt x="496" y="1034"/>
                  </a:cubicBezTo>
                  <a:cubicBezTo>
                    <a:pt x="496" y="1035"/>
                    <a:pt x="495" y="1036"/>
                    <a:pt x="494" y="1036"/>
                  </a:cubicBezTo>
                  <a:cubicBezTo>
                    <a:pt x="1" y="978"/>
                    <a:pt x="1" y="978"/>
                    <a:pt x="1" y="978"/>
                  </a:cubicBezTo>
                  <a:cubicBezTo>
                    <a:pt x="1" y="977"/>
                    <a:pt x="0" y="977"/>
                    <a:pt x="0" y="976"/>
                  </a:cubicBezTo>
                  <a:cubicBezTo>
                    <a:pt x="115" y="1"/>
                    <a:pt x="115" y="1"/>
                    <a:pt x="115" y="1"/>
                  </a:cubicBezTo>
                  <a:cubicBezTo>
                    <a:pt x="115" y="0"/>
                    <a:pt x="116" y="0"/>
                    <a:pt x="11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7" name="Freeform 10"/>
            <p:cNvSpPr>
              <a:spLocks/>
            </p:cNvSpPr>
            <p:nvPr/>
          </p:nvSpPr>
          <p:spPr bwMode="auto">
            <a:xfrm>
              <a:off x="4801" y="1604"/>
              <a:ext cx="461" cy="94"/>
            </a:xfrm>
            <a:custGeom>
              <a:avLst/>
              <a:gdLst>
                <a:gd name="T0" fmla="*/ 11 w 202"/>
                <a:gd name="T1" fmla="*/ 1 h 41"/>
                <a:gd name="T2" fmla="*/ 193 w 202"/>
                <a:gd name="T3" fmla="*/ 23 h 41"/>
                <a:gd name="T4" fmla="*/ 201 w 202"/>
                <a:gd name="T5" fmla="*/ 33 h 41"/>
                <a:gd name="T6" fmla="*/ 201 w 202"/>
                <a:gd name="T7" fmla="*/ 33 h 41"/>
                <a:gd name="T8" fmla="*/ 191 w 202"/>
                <a:gd name="T9" fmla="*/ 41 h 41"/>
                <a:gd name="T10" fmla="*/ 9 w 202"/>
                <a:gd name="T11" fmla="*/ 19 h 41"/>
                <a:gd name="T12" fmla="*/ 1 w 202"/>
                <a:gd name="T13" fmla="*/ 9 h 41"/>
                <a:gd name="T14" fmla="*/ 1 w 202"/>
                <a:gd name="T15" fmla="*/ 9 h 41"/>
                <a:gd name="T16" fmla="*/ 11 w 202"/>
                <a:gd name="T17" fmla="*/ 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41">
                  <a:moveTo>
                    <a:pt x="11" y="1"/>
                  </a:moveTo>
                  <a:cubicBezTo>
                    <a:pt x="193" y="23"/>
                    <a:pt x="193" y="23"/>
                    <a:pt x="193" y="23"/>
                  </a:cubicBezTo>
                  <a:cubicBezTo>
                    <a:pt x="198" y="23"/>
                    <a:pt x="202" y="28"/>
                    <a:pt x="201" y="33"/>
                  </a:cubicBezTo>
                  <a:cubicBezTo>
                    <a:pt x="201" y="33"/>
                    <a:pt x="201" y="33"/>
                    <a:pt x="201" y="33"/>
                  </a:cubicBezTo>
                  <a:cubicBezTo>
                    <a:pt x="201" y="38"/>
                    <a:pt x="196" y="41"/>
                    <a:pt x="191" y="41"/>
                  </a:cubicBezTo>
                  <a:cubicBezTo>
                    <a:pt x="9" y="19"/>
                    <a:pt x="9" y="19"/>
                    <a:pt x="9" y="19"/>
                  </a:cubicBezTo>
                  <a:cubicBezTo>
                    <a:pt x="4" y="18"/>
                    <a:pt x="0" y="14"/>
                    <a:pt x="1" y="9"/>
                  </a:cubicBezTo>
                  <a:cubicBezTo>
                    <a:pt x="1" y="9"/>
                    <a:pt x="1" y="9"/>
                    <a:pt x="1" y="9"/>
                  </a:cubicBezTo>
                  <a:cubicBezTo>
                    <a:pt x="1" y="4"/>
                    <a:pt x="6"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 name="Freeform 11"/>
            <p:cNvSpPr>
              <a:spLocks/>
            </p:cNvSpPr>
            <p:nvPr/>
          </p:nvSpPr>
          <p:spPr bwMode="auto">
            <a:xfrm>
              <a:off x="4662" y="4069"/>
              <a:ext cx="149" cy="148"/>
            </a:xfrm>
            <a:custGeom>
              <a:avLst/>
              <a:gdLst>
                <a:gd name="T0" fmla="*/ 36 w 65"/>
                <a:gd name="T1" fmla="*/ 2 h 65"/>
                <a:gd name="T2" fmla="*/ 63 w 65"/>
                <a:gd name="T3" fmla="*/ 36 h 65"/>
                <a:gd name="T4" fmla="*/ 29 w 65"/>
                <a:gd name="T5" fmla="*/ 63 h 65"/>
                <a:gd name="T6" fmla="*/ 2 w 65"/>
                <a:gd name="T7" fmla="*/ 29 h 65"/>
                <a:gd name="T8" fmla="*/ 36 w 65"/>
                <a:gd name="T9" fmla="*/ 2 h 65"/>
              </a:gdLst>
              <a:ahLst/>
              <a:cxnLst>
                <a:cxn ang="0">
                  <a:pos x="T0" y="T1"/>
                </a:cxn>
                <a:cxn ang="0">
                  <a:pos x="T2" y="T3"/>
                </a:cxn>
                <a:cxn ang="0">
                  <a:pos x="T4" y="T5"/>
                </a:cxn>
                <a:cxn ang="0">
                  <a:pos x="T6" y="T7"/>
                </a:cxn>
                <a:cxn ang="0">
                  <a:pos x="T8" y="T9"/>
                </a:cxn>
              </a:cxnLst>
              <a:rect l="0" t="0" r="r" b="b"/>
              <a:pathLst>
                <a:path w="65" h="65">
                  <a:moveTo>
                    <a:pt x="36" y="2"/>
                  </a:moveTo>
                  <a:cubicBezTo>
                    <a:pt x="53" y="4"/>
                    <a:pt x="65" y="20"/>
                    <a:pt x="63" y="36"/>
                  </a:cubicBezTo>
                  <a:cubicBezTo>
                    <a:pt x="61" y="53"/>
                    <a:pt x="46" y="65"/>
                    <a:pt x="29" y="63"/>
                  </a:cubicBezTo>
                  <a:cubicBezTo>
                    <a:pt x="12" y="61"/>
                    <a:pt x="0" y="46"/>
                    <a:pt x="2" y="29"/>
                  </a:cubicBezTo>
                  <a:cubicBezTo>
                    <a:pt x="4" y="12"/>
                    <a:pt x="19" y="0"/>
                    <a:pt x="36"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 name="Freeform 12"/>
            <p:cNvSpPr>
              <a:spLocks/>
            </p:cNvSpPr>
            <p:nvPr/>
          </p:nvSpPr>
          <p:spPr bwMode="auto">
            <a:xfrm>
              <a:off x="4448" y="2656"/>
              <a:ext cx="855" cy="856"/>
            </a:xfrm>
            <a:custGeom>
              <a:avLst/>
              <a:gdLst>
                <a:gd name="T0" fmla="*/ 91 w 855"/>
                <a:gd name="T1" fmla="*/ 0 h 856"/>
                <a:gd name="T2" fmla="*/ 855 w 855"/>
                <a:gd name="T3" fmla="*/ 92 h 856"/>
                <a:gd name="T4" fmla="*/ 764 w 855"/>
                <a:gd name="T5" fmla="*/ 856 h 856"/>
                <a:gd name="T6" fmla="*/ 0 w 855"/>
                <a:gd name="T7" fmla="*/ 765 h 856"/>
                <a:gd name="T8" fmla="*/ 91 w 855"/>
                <a:gd name="T9" fmla="*/ 0 h 856"/>
              </a:gdLst>
              <a:ahLst/>
              <a:cxnLst>
                <a:cxn ang="0">
                  <a:pos x="T0" y="T1"/>
                </a:cxn>
                <a:cxn ang="0">
                  <a:pos x="T2" y="T3"/>
                </a:cxn>
                <a:cxn ang="0">
                  <a:pos x="T4" y="T5"/>
                </a:cxn>
                <a:cxn ang="0">
                  <a:pos x="T6" y="T7"/>
                </a:cxn>
                <a:cxn ang="0">
                  <a:pos x="T8" y="T9"/>
                </a:cxn>
              </a:cxnLst>
              <a:rect l="0" t="0" r="r" b="b"/>
              <a:pathLst>
                <a:path w="855" h="856">
                  <a:moveTo>
                    <a:pt x="91" y="0"/>
                  </a:moveTo>
                  <a:lnTo>
                    <a:pt x="855" y="92"/>
                  </a:lnTo>
                  <a:lnTo>
                    <a:pt x="764" y="856"/>
                  </a:lnTo>
                  <a:lnTo>
                    <a:pt x="0" y="765"/>
                  </a:lnTo>
                  <a:lnTo>
                    <a:pt x="91" y="0"/>
                  </a:lnTo>
                  <a:close/>
                </a:path>
              </a:pathLst>
            </a:custGeom>
            <a:solidFill>
              <a:srgbClr val="9BBB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 name="Freeform 13"/>
            <p:cNvSpPr>
              <a:spLocks/>
            </p:cNvSpPr>
            <p:nvPr/>
          </p:nvSpPr>
          <p:spPr bwMode="auto">
            <a:xfrm>
              <a:off x="4783" y="2697"/>
              <a:ext cx="185" cy="776"/>
            </a:xfrm>
            <a:custGeom>
              <a:avLst/>
              <a:gdLst>
                <a:gd name="T0" fmla="*/ 91 w 185"/>
                <a:gd name="T1" fmla="*/ 0 h 776"/>
                <a:gd name="T2" fmla="*/ 185 w 185"/>
                <a:gd name="T3" fmla="*/ 12 h 776"/>
                <a:gd name="T4" fmla="*/ 96 w 185"/>
                <a:gd name="T5" fmla="*/ 776 h 776"/>
                <a:gd name="T6" fmla="*/ 0 w 185"/>
                <a:gd name="T7" fmla="*/ 765 h 776"/>
                <a:gd name="T8" fmla="*/ 91 w 185"/>
                <a:gd name="T9" fmla="*/ 0 h 776"/>
              </a:gdLst>
              <a:ahLst/>
              <a:cxnLst>
                <a:cxn ang="0">
                  <a:pos x="T0" y="T1"/>
                </a:cxn>
                <a:cxn ang="0">
                  <a:pos x="T2" y="T3"/>
                </a:cxn>
                <a:cxn ang="0">
                  <a:pos x="T4" y="T5"/>
                </a:cxn>
                <a:cxn ang="0">
                  <a:pos x="T6" y="T7"/>
                </a:cxn>
                <a:cxn ang="0">
                  <a:pos x="T8" y="T9"/>
                </a:cxn>
              </a:cxnLst>
              <a:rect l="0" t="0" r="r" b="b"/>
              <a:pathLst>
                <a:path w="185" h="776">
                  <a:moveTo>
                    <a:pt x="91" y="0"/>
                  </a:moveTo>
                  <a:lnTo>
                    <a:pt x="185" y="12"/>
                  </a:lnTo>
                  <a:lnTo>
                    <a:pt x="96" y="776"/>
                  </a:lnTo>
                  <a:lnTo>
                    <a:pt x="0" y="765"/>
                  </a:lnTo>
                  <a:lnTo>
                    <a:pt x="9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1" name="Freeform 14"/>
            <p:cNvSpPr>
              <a:spLocks noEditPoints="1"/>
            </p:cNvSpPr>
            <p:nvPr/>
          </p:nvSpPr>
          <p:spPr bwMode="auto">
            <a:xfrm>
              <a:off x="4503" y="2332"/>
              <a:ext cx="896" cy="660"/>
            </a:xfrm>
            <a:custGeom>
              <a:avLst/>
              <a:gdLst>
                <a:gd name="T0" fmla="*/ 374 w 393"/>
                <a:gd name="T1" fmla="*/ 108 h 289"/>
                <a:gd name="T2" fmla="*/ 314 w 393"/>
                <a:gd name="T3" fmla="*/ 54 h 289"/>
                <a:gd name="T4" fmla="*/ 360 w 393"/>
                <a:gd name="T5" fmla="*/ 43 h 289"/>
                <a:gd name="T6" fmla="*/ 371 w 393"/>
                <a:gd name="T7" fmla="*/ 139 h 289"/>
                <a:gd name="T8" fmla="*/ 283 w 393"/>
                <a:gd name="T9" fmla="*/ 154 h 289"/>
                <a:gd name="T10" fmla="*/ 368 w 393"/>
                <a:gd name="T11" fmla="*/ 88 h 289"/>
                <a:gd name="T12" fmla="*/ 283 w 393"/>
                <a:gd name="T13" fmla="*/ 74 h 289"/>
                <a:gd name="T14" fmla="*/ 351 w 393"/>
                <a:gd name="T15" fmla="*/ 84 h 289"/>
                <a:gd name="T16" fmla="*/ 290 w 393"/>
                <a:gd name="T17" fmla="*/ 137 h 289"/>
                <a:gd name="T18" fmla="*/ 252 w 393"/>
                <a:gd name="T19" fmla="*/ 267 h 289"/>
                <a:gd name="T20" fmla="*/ 222 w 393"/>
                <a:gd name="T21" fmla="*/ 166 h 289"/>
                <a:gd name="T22" fmla="*/ 254 w 393"/>
                <a:gd name="T23" fmla="*/ 220 h 289"/>
                <a:gd name="T24" fmla="*/ 250 w 393"/>
                <a:gd name="T25" fmla="*/ 288 h 289"/>
                <a:gd name="T26" fmla="*/ 228 w 393"/>
                <a:gd name="T27" fmla="*/ 272 h 289"/>
                <a:gd name="T28" fmla="*/ 199 w 393"/>
                <a:gd name="T29" fmla="*/ 167 h 289"/>
                <a:gd name="T30" fmla="*/ 202 w 393"/>
                <a:gd name="T31" fmla="*/ 173 h 289"/>
                <a:gd name="T32" fmla="*/ 243 w 393"/>
                <a:gd name="T33" fmla="*/ 269 h 289"/>
                <a:gd name="T34" fmla="*/ 248 w 393"/>
                <a:gd name="T35" fmla="*/ 273 h 289"/>
                <a:gd name="T36" fmla="*/ 262 w 393"/>
                <a:gd name="T37" fmla="*/ 76 h 289"/>
                <a:gd name="T38" fmla="*/ 218 w 393"/>
                <a:gd name="T39" fmla="*/ 87 h 289"/>
                <a:gd name="T40" fmla="*/ 283 w 393"/>
                <a:gd name="T41" fmla="*/ 74 h 289"/>
                <a:gd name="T42" fmla="*/ 197 w 393"/>
                <a:gd name="T43" fmla="*/ 148 h 289"/>
                <a:gd name="T44" fmla="*/ 205 w 393"/>
                <a:gd name="T45" fmla="*/ 156 h 289"/>
                <a:gd name="T46" fmla="*/ 240 w 393"/>
                <a:gd name="T47" fmla="*/ 119 h 289"/>
                <a:gd name="T48" fmla="*/ 197 w 393"/>
                <a:gd name="T49" fmla="*/ 123 h 289"/>
                <a:gd name="T50" fmla="*/ 151 w 393"/>
                <a:gd name="T51" fmla="*/ 89 h 289"/>
                <a:gd name="T52" fmla="*/ 130 w 393"/>
                <a:gd name="T53" fmla="*/ 43 h 289"/>
                <a:gd name="T54" fmla="*/ 197 w 393"/>
                <a:gd name="T55" fmla="*/ 123 h 289"/>
                <a:gd name="T56" fmla="*/ 148 w 393"/>
                <a:gd name="T57" fmla="*/ 169 h 289"/>
                <a:gd name="T58" fmla="*/ 102 w 393"/>
                <a:gd name="T59" fmla="*/ 201 h 289"/>
                <a:gd name="T60" fmla="*/ 98 w 393"/>
                <a:gd name="T61" fmla="*/ 254 h 289"/>
                <a:gd name="T62" fmla="*/ 138 w 393"/>
                <a:gd name="T63" fmla="*/ 219 h 289"/>
                <a:gd name="T64" fmla="*/ 183 w 393"/>
                <a:gd name="T65" fmla="*/ 178 h 289"/>
                <a:gd name="T66" fmla="*/ 189 w 393"/>
                <a:gd name="T67" fmla="*/ 181 h 289"/>
                <a:gd name="T68" fmla="*/ 193 w 393"/>
                <a:gd name="T69" fmla="*/ 164 h 289"/>
                <a:gd name="T70" fmla="*/ 185 w 393"/>
                <a:gd name="T71" fmla="*/ 163 h 289"/>
                <a:gd name="T72" fmla="*/ 164 w 393"/>
                <a:gd name="T73" fmla="*/ 165 h 289"/>
                <a:gd name="T74" fmla="*/ 197 w 393"/>
                <a:gd name="T75" fmla="*/ 134 h 289"/>
                <a:gd name="T76" fmla="*/ 196 w 393"/>
                <a:gd name="T77" fmla="*/ 135 h 289"/>
                <a:gd name="T78" fmla="*/ 169 w 393"/>
                <a:gd name="T79" fmla="*/ 148 h 289"/>
                <a:gd name="T80" fmla="*/ 175 w 393"/>
                <a:gd name="T81" fmla="*/ 133 h 289"/>
                <a:gd name="T82" fmla="*/ 98 w 393"/>
                <a:gd name="T83" fmla="*/ 67 h 289"/>
                <a:gd name="T84" fmla="*/ 98 w 393"/>
                <a:gd name="T85" fmla="*/ 116 h 289"/>
                <a:gd name="T86" fmla="*/ 46 w 393"/>
                <a:gd name="T87" fmla="*/ 17 h 289"/>
                <a:gd name="T88" fmla="*/ 25 w 393"/>
                <a:gd name="T89" fmla="*/ 85 h 289"/>
                <a:gd name="T90" fmla="*/ 62 w 393"/>
                <a:gd name="T91" fmla="*/ 141 h 289"/>
                <a:gd name="T92" fmla="*/ 18 w 393"/>
                <a:gd name="T93" fmla="*/ 13 h 289"/>
                <a:gd name="T94" fmla="*/ 98 w 393"/>
                <a:gd name="T95" fmla="*/ 35 h 289"/>
                <a:gd name="T96" fmla="*/ 92 w 393"/>
                <a:gd name="T97" fmla="*/ 252 h 289"/>
                <a:gd name="T98" fmla="*/ 98 w 393"/>
                <a:gd name="T99" fmla="*/ 254 h 289"/>
                <a:gd name="T100" fmla="*/ 78 w 393"/>
                <a:gd name="T101" fmla="*/ 258 h 289"/>
                <a:gd name="T102" fmla="*/ 98 w 393"/>
                <a:gd name="T103" fmla="*/ 236 h 289"/>
                <a:gd name="T104" fmla="*/ 47 w 393"/>
                <a:gd name="T105" fmla="*/ 25 h 289"/>
                <a:gd name="T106" fmla="*/ 33 w 393"/>
                <a:gd name="T107" fmla="*/ 81 h 289"/>
                <a:gd name="T108" fmla="*/ 89 w 393"/>
                <a:gd name="T109" fmla="*/ 111 h 289"/>
                <a:gd name="T110" fmla="*/ 44 w 393"/>
                <a:gd name="T111" fmla="*/ 43 h 289"/>
                <a:gd name="T112" fmla="*/ 98 w 393"/>
                <a:gd name="T113" fmla="*/ 6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3" h="289">
                  <a:moveTo>
                    <a:pt x="283" y="163"/>
                  </a:moveTo>
                  <a:cubicBezTo>
                    <a:pt x="291" y="161"/>
                    <a:pt x="298" y="160"/>
                    <a:pt x="305" y="158"/>
                  </a:cubicBezTo>
                  <a:cubicBezTo>
                    <a:pt x="330" y="151"/>
                    <a:pt x="348" y="140"/>
                    <a:pt x="360" y="128"/>
                  </a:cubicBezTo>
                  <a:cubicBezTo>
                    <a:pt x="366" y="122"/>
                    <a:pt x="371" y="115"/>
                    <a:pt x="374" y="108"/>
                  </a:cubicBezTo>
                  <a:cubicBezTo>
                    <a:pt x="377" y="101"/>
                    <a:pt x="378" y="94"/>
                    <a:pt x="377" y="88"/>
                  </a:cubicBezTo>
                  <a:cubicBezTo>
                    <a:pt x="377" y="81"/>
                    <a:pt x="374" y="75"/>
                    <a:pt x="370" y="69"/>
                  </a:cubicBezTo>
                  <a:cubicBezTo>
                    <a:pt x="367" y="64"/>
                    <a:pt x="361" y="60"/>
                    <a:pt x="354" y="57"/>
                  </a:cubicBezTo>
                  <a:cubicBezTo>
                    <a:pt x="344" y="53"/>
                    <a:pt x="330" y="51"/>
                    <a:pt x="314" y="54"/>
                  </a:cubicBezTo>
                  <a:cubicBezTo>
                    <a:pt x="304" y="56"/>
                    <a:pt x="294" y="60"/>
                    <a:pt x="283" y="65"/>
                  </a:cubicBezTo>
                  <a:cubicBezTo>
                    <a:pt x="283" y="48"/>
                    <a:pt x="283" y="48"/>
                    <a:pt x="283" y="48"/>
                  </a:cubicBezTo>
                  <a:cubicBezTo>
                    <a:pt x="293" y="44"/>
                    <a:pt x="302" y="41"/>
                    <a:pt x="311" y="39"/>
                  </a:cubicBezTo>
                  <a:cubicBezTo>
                    <a:pt x="331" y="36"/>
                    <a:pt x="347" y="37"/>
                    <a:pt x="360" y="43"/>
                  </a:cubicBezTo>
                  <a:cubicBezTo>
                    <a:pt x="370" y="47"/>
                    <a:pt x="377" y="53"/>
                    <a:pt x="383" y="60"/>
                  </a:cubicBezTo>
                  <a:cubicBezTo>
                    <a:pt x="388" y="68"/>
                    <a:pt x="392" y="77"/>
                    <a:pt x="392" y="86"/>
                  </a:cubicBezTo>
                  <a:cubicBezTo>
                    <a:pt x="393" y="95"/>
                    <a:pt x="392" y="105"/>
                    <a:pt x="388" y="114"/>
                  </a:cubicBezTo>
                  <a:cubicBezTo>
                    <a:pt x="384" y="123"/>
                    <a:pt x="378" y="131"/>
                    <a:pt x="371" y="139"/>
                  </a:cubicBezTo>
                  <a:cubicBezTo>
                    <a:pt x="357" y="153"/>
                    <a:pt x="337" y="165"/>
                    <a:pt x="309" y="173"/>
                  </a:cubicBezTo>
                  <a:cubicBezTo>
                    <a:pt x="301" y="175"/>
                    <a:pt x="292" y="177"/>
                    <a:pt x="283" y="178"/>
                  </a:cubicBezTo>
                  <a:cubicBezTo>
                    <a:pt x="283" y="163"/>
                    <a:pt x="283" y="163"/>
                    <a:pt x="283" y="163"/>
                  </a:cubicBezTo>
                  <a:close/>
                  <a:moveTo>
                    <a:pt x="283" y="154"/>
                  </a:moveTo>
                  <a:cubicBezTo>
                    <a:pt x="286" y="153"/>
                    <a:pt x="290" y="153"/>
                    <a:pt x="293" y="152"/>
                  </a:cubicBezTo>
                  <a:cubicBezTo>
                    <a:pt x="321" y="145"/>
                    <a:pt x="341" y="135"/>
                    <a:pt x="353" y="122"/>
                  </a:cubicBezTo>
                  <a:cubicBezTo>
                    <a:pt x="359" y="117"/>
                    <a:pt x="363" y="111"/>
                    <a:pt x="365" y="106"/>
                  </a:cubicBezTo>
                  <a:cubicBezTo>
                    <a:pt x="368" y="100"/>
                    <a:pt x="369" y="94"/>
                    <a:pt x="368" y="88"/>
                  </a:cubicBezTo>
                  <a:cubicBezTo>
                    <a:pt x="368" y="83"/>
                    <a:pt x="366" y="78"/>
                    <a:pt x="363" y="74"/>
                  </a:cubicBezTo>
                  <a:cubicBezTo>
                    <a:pt x="360" y="71"/>
                    <a:pt x="356" y="67"/>
                    <a:pt x="351" y="65"/>
                  </a:cubicBezTo>
                  <a:cubicBezTo>
                    <a:pt x="341" y="61"/>
                    <a:pt x="328" y="60"/>
                    <a:pt x="312" y="64"/>
                  </a:cubicBezTo>
                  <a:cubicBezTo>
                    <a:pt x="303" y="66"/>
                    <a:pt x="294" y="69"/>
                    <a:pt x="283" y="74"/>
                  </a:cubicBezTo>
                  <a:cubicBezTo>
                    <a:pt x="283" y="92"/>
                    <a:pt x="283" y="92"/>
                    <a:pt x="283" y="92"/>
                  </a:cubicBezTo>
                  <a:cubicBezTo>
                    <a:pt x="295" y="85"/>
                    <a:pt x="306" y="81"/>
                    <a:pt x="316" y="79"/>
                  </a:cubicBezTo>
                  <a:cubicBezTo>
                    <a:pt x="328" y="76"/>
                    <a:pt x="338" y="76"/>
                    <a:pt x="345" y="79"/>
                  </a:cubicBezTo>
                  <a:cubicBezTo>
                    <a:pt x="347" y="80"/>
                    <a:pt x="349" y="82"/>
                    <a:pt x="351" y="84"/>
                  </a:cubicBezTo>
                  <a:cubicBezTo>
                    <a:pt x="352" y="85"/>
                    <a:pt x="353" y="87"/>
                    <a:pt x="353" y="90"/>
                  </a:cubicBezTo>
                  <a:cubicBezTo>
                    <a:pt x="353" y="93"/>
                    <a:pt x="353" y="96"/>
                    <a:pt x="351" y="100"/>
                  </a:cubicBezTo>
                  <a:cubicBezTo>
                    <a:pt x="349" y="103"/>
                    <a:pt x="347" y="107"/>
                    <a:pt x="343" y="111"/>
                  </a:cubicBezTo>
                  <a:cubicBezTo>
                    <a:pt x="332" y="122"/>
                    <a:pt x="315" y="131"/>
                    <a:pt x="290" y="137"/>
                  </a:cubicBezTo>
                  <a:cubicBezTo>
                    <a:pt x="288" y="137"/>
                    <a:pt x="285" y="138"/>
                    <a:pt x="283" y="138"/>
                  </a:cubicBezTo>
                  <a:lnTo>
                    <a:pt x="283" y="154"/>
                  </a:lnTo>
                  <a:close/>
                  <a:moveTo>
                    <a:pt x="252" y="268"/>
                  </a:moveTo>
                  <a:cubicBezTo>
                    <a:pt x="252" y="268"/>
                    <a:pt x="252" y="268"/>
                    <a:pt x="252" y="267"/>
                  </a:cubicBezTo>
                  <a:cubicBezTo>
                    <a:pt x="249" y="254"/>
                    <a:pt x="245" y="240"/>
                    <a:pt x="239" y="226"/>
                  </a:cubicBezTo>
                  <a:cubicBezTo>
                    <a:pt x="233" y="210"/>
                    <a:pt x="225" y="194"/>
                    <a:pt x="215" y="178"/>
                  </a:cubicBezTo>
                  <a:cubicBezTo>
                    <a:pt x="214" y="176"/>
                    <a:pt x="214" y="175"/>
                    <a:pt x="214" y="173"/>
                  </a:cubicBezTo>
                  <a:cubicBezTo>
                    <a:pt x="214" y="169"/>
                    <a:pt x="218" y="166"/>
                    <a:pt x="222" y="166"/>
                  </a:cubicBezTo>
                  <a:cubicBezTo>
                    <a:pt x="245" y="167"/>
                    <a:pt x="265" y="165"/>
                    <a:pt x="283" y="163"/>
                  </a:cubicBezTo>
                  <a:cubicBezTo>
                    <a:pt x="283" y="178"/>
                    <a:pt x="283" y="178"/>
                    <a:pt x="283" y="178"/>
                  </a:cubicBezTo>
                  <a:cubicBezTo>
                    <a:pt x="268" y="180"/>
                    <a:pt x="253" y="181"/>
                    <a:pt x="235" y="181"/>
                  </a:cubicBezTo>
                  <a:cubicBezTo>
                    <a:pt x="242" y="195"/>
                    <a:pt x="249" y="208"/>
                    <a:pt x="254" y="220"/>
                  </a:cubicBezTo>
                  <a:cubicBezTo>
                    <a:pt x="260" y="236"/>
                    <a:pt x="265" y="251"/>
                    <a:pt x="267" y="266"/>
                  </a:cubicBezTo>
                  <a:cubicBezTo>
                    <a:pt x="267" y="266"/>
                    <a:pt x="267" y="266"/>
                    <a:pt x="267" y="266"/>
                  </a:cubicBezTo>
                  <a:cubicBezTo>
                    <a:pt x="268" y="271"/>
                    <a:pt x="266" y="276"/>
                    <a:pt x="263" y="280"/>
                  </a:cubicBezTo>
                  <a:cubicBezTo>
                    <a:pt x="260" y="284"/>
                    <a:pt x="256" y="287"/>
                    <a:pt x="250" y="288"/>
                  </a:cubicBezTo>
                  <a:cubicBezTo>
                    <a:pt x="250" y="288"/>
                    <a:pt x="250" y="288"/>
                    <a:pt x="250" y="288"/>
                  </a:cubicBezTo>
                  <a:cubicBezTo>
                    <a:pt x="245" y="289"/>
                    <a:pt x="240" y="288"/>
                    <a:pt x="236" y="285"/>
                  </a:cubicBezTo>
                  <a:cubicBezTo>
                    <a:pt x="232" y="282"/>
                    <a:pt x="229" y="277"/>
                    <a:pt x="228" y="272"/>
                  </a:cubicBezTo>
                  <a:cubicBezTo>
                    <a:pt x="228" y="272"/>
                    <a:pt x="228" y="272"/>
                    <a:pt x="228" y="272"/>
                  </a:cubicBezTo>
                  <a:cubicBezTo>
                    <a:pt x="226" y="259"/>
                    <a:pt x="221" y="245"/>
                    <a:pt x="215" y="230"/>
                  </a:cubicBezTo>
                  <a:cubicBezTo>
                    <a:pt x="210" y="218"/>
                    <a:pt x="204" y="206"/>
                    <a:pt x="197" y="194"/>
                  </a:cubicBezTo>
                  <a:cubicBezTo>
                    <a:pt x="197" y="165"/>
                    <a:pt x="197" y="165"/>
                    <a:pt x="197" y="165"/>
                  </a:cubicBezTo>
                  <a:cubicBezTo>
                    <a:pt x="197" y="166"/>
                    <a:pt x="198" y="166"/>
                    <a:pt x="199" y="167"/>
                  </a:cubicBezTo>
                  <a:cubicBezTo>
                    <a:pt x="200" y="170"/>
                    <a:pt x="200" y="170"/>
                    <a:pt x="200" y="170"/>
                  </a:cubicBezTo>
                  <a:cubicBezTo>
                    <a:pt x="200" y="170"/>
                    <a:pt x="200" y="170"/>
                    <a:pt x="200" y="170"/>
                  </a:cubicBezTo>
                  <a:cubicBezTo>
                    <a:pt x="200" y="170"/>
                    <a:pt x="200" y="170"/>
                    <a:pt x="200" y="170"/>
                  </a:cubicBezTo>
                  <a:cubicBezTo>
                    <a:pt x="202" y="173"/>
                    <a:pt x="201" y="171"/>
                    <a:pt x="202" y="173"/>
                  </a:cubicBezTo>
                  <a:cubicBezTo>
                    <a:pt x="202" y="173"/>
                    <a:pt x="202" y="173"/>
                    <a:pt x="202" y="173"/>
                  </a:cubicBezTo>
                  <a:cubicBezTo>
                    <a:pt x="213" y="190"/>
                    <a:pt x="222" y="208"/>
                    <a:pt x="229" y="224"/>
                  </a:cubicBezTo>
                  <a:cubicBezTo>
                    <a:pt x="236" y="240"/>
                    <a:pt x="241" y="255"/>
                    <a:pt x="243" y="269"/>
                  </a:cubicBezTo>
                  <a:cubicBezTo>
                    <a:pt x="243" y="269"/>
                    <a:pt x="243" y="269"/>
                    <a:pt x="243" y="269"/>
                  </a:cubicBezTo>
                  <a:cubicBezTo>
                    <a:pt x="243" y="269"/>
                    <a:pt x="243" y="269"/>
                    <a:pt x="243" y="269"/>
                  </a:cubicBezTo>
                  <a:cubicBezTo>
                    <a:pt x="243" y="271"/>
                    <a:pt x="244" y="272"/>
                    <a:pt x="245" y="272"/>
                  </a:cubicBezTo>
                  <a:cubicBezTo>
                    <a:pt x="246" y="273"/>
                    <a:pt x="247" y="273"/>
                    <a:pt x="248" y="273"/>
                  </a:cubicBezTo>
                  <a:cubicBezTo>
                    <a:pt x="248" y="273"/>
                    <a:pt x="248" y="273"/>
                    <a:pt x="248" y="273"/>
                  </a:cubicBezTo>
                  <a:cubicBezTo>
                    <a:pt x="249" y="273"/>
                    <a:pt x="250" y="272"/>
                    <a:pt x="251" y="271"/>
                  </a:cubicBezTo>
                  <a:cubicBezTo>
                    <a:pt x="251" y="270"/>
                    <a:pt x="252" y="269"/>
                    <a:pt x="252" y="268"/>
                  </a:cubicBezTo>
                  <a:close/>
                  <a:moveTo>
                    <a:pt x="283" y="65"/>
                  </a:moveTo>
                  <a:cubicBezTo>
                    <a:pt x="276" y="68"/>
                    <a:pt x="269" y="71"/>
                    <a:pt x="262" y="76"/>
                  </a:cubicBezTo>
                  <a:cubicBezTo>
                    <a:pt x="251" y="82"/>
                    <a:pt x="239" y="90"/>
                    <a:pt x="227" y="99"/>
                  </a:cubicBezTo>
                  <a:cubicBezTo>
                    <a:pt x="217" y="106"/>
                    <a:pt x="207" y="114"/>
                    <a:pt x="197" y="123"/>
                  </a:cubicBezTo>
                  <a:cubicBezTo>
                    <a:pt x="197" y="103"/>
                    <a:pt x="197" y="103"/>
                    <a:pt x="197" y="103"/>
                  </a:cubicBezTo>
                  <a:cubicBezTo>
                    <a:pt x="204" y="97"/>
                    <a:pt x="211" y="92"/>
                    <a:pt x="218" y="87"/>
                  </a:cubicBezTo>
                  <a:cubicBezTo>
                    <a:pt x="231" y="77"/>
                    <a:pt x="243" y="69"/>
                    <a:pt x="254" y="63"/>
                  </a:cubicBezTo>
                  <a:cubicBezTo>
                    <a:pt x="264" y="57"/>
                    <a:pt x="274" y="52"/>
                    <a:pt x="283" y="48"/>
                  </a:cubicBezTo>
                  <a:cubicBezTo>
                    <a:pt x="283" y="65"/>
                    <a:pt x="283" y="65"/>
                    <a:pt x="283" y="65"/>
                  </a:cubicBezTo>
                  <a:close/>
                  <a:moveTo>
                    <a:pt x="283" y="74"/>
                  </a:moveTo>
                  <a:cubicBezTo>
                    <a:pt x="278" y="77"/>
                    <a:pt x="272" y="80"/>
                    <a:pt x="266" y="83"/>
                  </a:cubicBezTo>
                  <a:cubicBezTo>
                    <a:pt x="255" y="90"/>
                    <a:pt x="243" y="98"/>
                    <a:pt x="231" y="107"/>
                  </a:cubicBezTo>
                  <a:cubicBezTo>
                    <a:pt x="220" y="115"/>
                    <a:pt x="208" y="124"/>
                    <a:pt x="197" y="134"/>
                  </a:cubicBezTo>
                  <a:cubicBezTo>
                    <a:pt x="197" y="148"/>
                    <a:pt x="197" y="148"/>
                    <a:pt x="197" y="148"/>
                  </a:cubicBezTo>
                  <a:cubicBezTo>
                    <a:pt x="197" y="149"/>
                    <a:pt x="197" y="149"/>
                    <a:pt x="197" y="149"/>
                  </a:cubicBezTo>
                  <a:cubicBezTo>
                    <a:pt x="198" y="151"/>
                    <a:pt x="199" y="152"/>
                    <a:pt x="200" y="153"/>
                  </a:cubicBezTo>
                  <a:cubicBezTo>
                    <a:pt x="201" y="155"/>
                    <a:pt x="203" y="156"/>
                    <a:pt x="205" y="156"/>
                  </a:cubicBezTo>
                  <a:cubicBezTo>
                    <a:pt x="205" y="156"/>
                    <a:pt x="205" y="156"/>
                    <a:pt x="205" y="156"/>
                  </a:cubicBezTo>
                  <a:cubicBezTo>
                    <a:pt x="236" y="159"/>
                    <a:pt x="261" y="157"/>
                    <a:pt x="283" y="154"/>
                  </a:cubicBezTo>
                  <a:cubicBezTo>
                    <a:pt x="283" y="138"/>
                    <a:pt x="283" y="138"/>
                    <a:pt x="283" y="138"/>
                  </a:cubicBezTo>
                  <a:cubicBezTo>
                    <a:pt x="264" y="142"/>
                    <a:pt x="240" y="143"/>
                    <a:pt x="212" y="141"/>
                  </a:cubicBezTo>
                  <a:cubicBezTo>
                    <a:pt x="222" y="133"/>
                    <a:pt x="231" y="126"/>
                    <a:pt x="240" y="119"/>
                  </a:cubicBezTo>
                  <a:cubicBezTo>
                    <a:pt x="252" y="111"/>
                    <a:pt x="264" y="103"/>
                    <a:pt x="274" y="96"/>
                  </a:cubicBezTo>
                  <a:cubicBezTo>
                    <a:pt x="277" y="95"/>
                    <a:pt x="280" y="93"/>
                    <a:pt x="283" y="92"/>
                  </a:cubicBezTo>
                  <a:lnTo>
                    <a:pt x="283" y="74"/>
                  </a:lnTo>
                  <a:close/>
                  <a:moveTo>
                    <a:pt x="197" y="123"/>
                  </a:moveTo>
                  <a:cubicBezTo>
                    <a:pt x="195" y="124"/>
                    <a:pt x="193" y="126"/>
                    <a:pt x="192" y="127"/>
                  </a:cubicBezTo>
                  <a:cubicBezTo>
                    <a:pt x="192" y="127"/>
                    <a:pt x="192" y="127"/>
                    <a:pt x="191" y="127"/>
                  </a:cubicBezTo>
                  <a:cubicBezTo>
                    <a:pt x="188" y="130"/>
                    <a:pt x="183" y="129"/>
                    <a:pt x="181" y="126"/>
                  </a:cubicBezTo>
                  <a:cubicBezTo>
                    <a:pt x="171" y="113"/>
                    <a:pt x="161" y="101"/>
                    <a:pt x="151" y="89"/>
                  </a:cubicBezTo>
                  <a:cubicBezTo>
                    <a:pt x="140" y="76"/>
                    <a:pt x="130" y="64"/>
                    <a:pt x="119" y="53"/>
                  </a:cubicBezTo>
                  <a:cubicBezTo>
                    <a:pt x="112" y="46"/>
                    <a:pt x="105" y="40"/>
                    <a:pt x="98" y="35"/>
                  </a:cubicBezTo>
                  <a:cubicBezTo>
                    <a:pt x="98" y="16"/>
                    <a:pt x="98" y="16"/>
                    <a:pt x="98" y="16"/>
                  </a:cubicBezTo>
                  <a:cubicBezTo>
                    <a:pt x="109" y="23"/>
                    <a:pt x="119" y="31"/>
                    <a:pt x="130" y="43"/>
                  </a:cubicBezTo>
                  <a:cubicBezTo>
                    <a:pt x="141" y="54"/>
                    <a:pt x="152" y="66"/>
                    <a:pt x="163" y="79"/>
                  </a:cubicBezTo>
                  <a:cubicBezTo>
                    <a:pt x="171" y="89"/>
                    <a:pt x="180" y="99"/>
                    <a:pt x="188" y="110"/>
                  </a:cubicBezTo>
                  <a:cubicBezTo>
                    <a:pt x="191" y="108"/>
                    <a:pt x="194" y="105"/>
                    <a:pt x="197" y="103"/>
                  </a:cubicBezTo>
                  <a:cubicBezTo>
                    <a:pt x="197" y="123"/>
                    <a:pt x="197" y="123"/>
                    <a:pt x="197" y="123"/>
                  </a:cubicBezTo>
                  <a:close/>
                  <a:moveTo>
                    <a:pt x="98" y="142"/>
                  </a:moveTo>
                  <a:cubicBezTo>
                    <a:pt x="112" y="148"/>
                    <a:pt x="127" y="152"/>
                    <a:pt x="144" y="156"/>
                  </a:cubicBezTo>
                  <a:cubicBezTo>
                    <a:pt x="145" y="156"/>
                    <a:pt x="147" y="157"/>
                    <a:pt x="148" y="158"/>
                  </a:cubicBezTo>
                  <a:cubicBezTo>
                    <a:pt x="151" y="161"/>
                    <a:pt x="151" y="166"/>
                    <a:pt x="148" y="169"/>
                  </a:cubicBezTo>
                  <a:cubicBezTo>
                    <a:pt x="136" y="182"/>
                    <a:pt x="124" y="196"/>
                    <a:pt x="115" y="210"/>
                  </a:cubicBezTo>
                  <a:cubicBezTo>
                    <a:pt x="109" y="219"/>
                    <a:pt x="103" y="227"/>
                    <a:pt x="98" y="236"/>
                  </a:cubicBezTo>
                  <a:cubicBezTo>
                    <a:pt x="98" y="207"/>
                    <a:pt x="98" y="207"/>
                    <a:pt x="98" y="207"/>
                  </a:cubicBezTo>
                  <a:cubicBezTo>
                    <a:pt x="100" y="205"/>
                    <a:pt x="101" y="203"/>
                    <a:pt x="102" y="201"/>
                  </a:cubicBezTo>
                  <a:cubicBezTo>
                    <a:pt x="110" y="190"/>
                    <a:pt x="119" y="179"/>
                    <a:pt x="128" y="168"/>
                  </a:cubicBezTo>
                  <a:cubicBezTo>
                    <a:pt x="118" y="165"/>
                    <a:pt x="108" y="162"/>
                    <a:pt x="98" y="159"/>
                  </a:cubicBezTo>
                  <a:cubicBezTo>
                    <a:pt x="98" y="142"/>
                    <a:pt x="98" y="142"/>
                    <a:pt x="98" y="142"/>
                  </a:cubicBezTo>
                  <a:close/>
                  <a:moveTo>
                    <a:pt x="98" y="254"/>
                  </a:moveTo>
                  <a:cubicBezTo>
                    <a:pt x="98" y="270"/>
                    <a:pt x="98" y="270"/>
                    <a:pt x="98" y="270"/>
                  </a:cubicBezTo>
                  <a:cubicBezTo>
                    <a:pt x="100" y="270"/>
                    <a:pt x="102" y="270"/>
                    <a:pt x="103" y="269"/>
                  </a:cubicBezTo>
                  <a:cubicBezTo>
                    <a:pt x="108" y="267"/>
                    <a:pt x="112" y="264"/>
                    <a:pt x="114" y="259"/>
                  </a:cubicBezTo>
                  <a:cubicBezTo>
                    <a:pt x="120" y="246"/>
                    <a:pt x="128" y="232"/>
                    <a:pt x="138" y="219"/>
                  </a:cubicBezTo>
                  <a:cubicBezTo>
                    <a:pt x="148" y="205"/>
                    <a:pt x="161" y="190"/>
                    <a:pt x="174" y="177"/>
                  </a:cubicBezTo>
                  <a:cubicBezTo>
                    <a:pt x="177" y="177"/>
                    <a:pt x="177" y="177"/>
                    <a:pt x="177" y="177"/>
                  </a:cubicBezTo>
                  <a:cubicBezTo>
                    <a:pt x="179" y="178"/>
                    <a:pt x="181" y="178"/>
                    <a:pt x="183" y="178"/>
                  </a:cubicBezTo>
                  <a:cubicBezTo>
                    <a:pt x="183" y="178"/>
                    <a:pt x="183" y="178"/>
                    <a:pt x="183" y="178"/>
                  </a:cubicBezTo>
                  <a:cubicBezTo>
                    <a:pt x="184" y="178"/>
                    <a:pt x="185" y="178"/>
                    <a:pt x="187" y="179"/>
                  </a:cubicBezTo>
                  <a:cubicBezTo>
                    <a:pt x="188" y="179"/>
                    <a:pt x="188" y="179"/>
                    <a:pt x="188" y="179"/>
                  </a:cubicBezTo>
                  <a:cubicBezTo>
                    <a:pt x="188" y="179"/>
                    <a:pt x="187" y="178"/>
                    <a:pt x="189" y="181"/>
                  </a:cubicBezTo>
                  <a:cubicBezTo>
                    <a:pt x="189" y="181"/>
                    <a:pt x="189" y="181"/>
                    <a:pt x="189" y="181"/>
                  </a:cubicBezTo>
                  <a:cubicBezTo>
                    <a:pt x="189" y="181"/>
                    <a:pt x="189" y="181"/>
                    <a:pt x="189" y="181"/>
                  </a:cubicBezTo>
                  <a:cubicBezTo>
                    <a:pt x="192" y="185"/>
                    <a:pt x="194" y="189"/>
                    <a:pt x="197" y="194"/>
                  </a:cubicBezTo>
                  <a:cubicBezTo>
                    <a:pt x="197" y="165"/>
                    <a:pt x="197" y="165"/>
                    <a:pt x="197" y="165"/>
                  </a:cubicBezTo>
                  <a:cubicBezTo>
                    <a:pt x="196" y="164"/>
                    <a:pt x="194" y="164"/>
                    <a:pt x="193" y="164"/>
                  </a:cubicBezTo>
                  <a:cubicBezTo>
                    <a:pt x="193" y="164"/>
                    <a:pt x="193" y="164"/>
                    <a:pt x="193" y="164"/>
                  </a:cubicBezTo>
                  <a:cubicBezTo>
                    <a:pt x="192" y="164"/>
                    <a:pt x="191" y="164"/>
                    <a:pt x="189" y="163"/>
                  </a:cubicBezTo>
                  <a:cubicBezTo>
                    <a:pt x="188" y="163"/>
                    <a:pt x="187" y="163"/>
                    <a:pt x="185" y="163"/>
                  </a:cubicBezTo>
                  <a:cubicBezTo>
                    <a:pt x="185" y="163"/>
                    <a:pt x="185" y="163"/>
                    <a:pt x="185" y="163"/>
                  </a:cubicBezTo>
                  <a:cubicBezTo>
                    <a:pt x="182" y="162"/>
                    <a:pt x="180" y="162"/>
                    <a:pt x="179" y="162"/>
                  </a:cubicBezTo>
                  <a:cubicBezTo>
                    <a:pt x="177" y="162"/>
                    <a:pt x="175" y="162"/>
                    <a:pt x="172" y="161"/>
                  </a:cubicBezTo>
                  <a:cubicBezTo>
                    <a:pt x="170" y="161"/>
                    <a:pt x="167" y="162"/>
                    <a:pt x="165" y="164"/>
                  </a:cubicBezTo>
                  <a:cubicBezTo>
                    <a:pt x="164" y="165"/>
                    <a:pt x="164" y="165"/>
                    <a:pt x="164" y="165"/>
                  </a:cubicBezTo>
                  <a:cubicBezTo>
                    <a:pt x="150" y="180"/>
                    <a:pt x="137" y="195"/>
                    <a:pt x="126" y="210"/>
                  </a:cubicBezTo>
                  <a:cubicBezTo>
                    <a:pt x="115" y="224"/>
                    <a:pt x="107" y="238"/>
                    <a:pt x="100" y="253"/>
                  </a:cubicBezTo>
                  <a:cubicBezTo>
                    <a:pt x="100" y="253"/>
                    <a:pt x="99" y="254"/>
                    <a:pt x="98" y="254"/>
                  </a:cubicBezTo>
                  <a:close/>
                  <a:moveTo>
                    <a:pt x="197" y="134"/>
                  </a:moveTo>
                  <a:cubicBezTo>
                    <a:pt x="197" y="148"/>
                    <a:pt x="197" y="148"/>
                    <a:pt x="197" y="148"/>
                  </a:cubicBezTo>
                  <a:cubicBezTo>
                    <a:pt x="195" y="145"/>
                    <a:pt x="195" y="145"/>
                    <a:pt x="195" y="145"/>
                  </a:cubicBezTo>
                  <a:cubicBezTo>
                    <a:pt x="195" y="145"/>
                    <a:pt x="195" y="145"/>
                    <a:pt x="195" y="145"/>
                  </a:cubicBezTo>
                  <a:cubicBezTo>
                    <a:pt x="192" y="142"/>
                    <a:pt x="193" y="138"/>
                    <a:pt x="196" y="135"/>
                  </a:cubicBezTo>
                  <a:cubicBezTo>
                    <a:pt x="197" y="134"/>
                    <a:pt x="197" y="134"/>
                    <a:pt x="197" y="134"/>
                  </a:cubicBezTo>
                  <a:close/>
                  <a:moveTo>
                    <a:pt x="98" y="133"/>
                  </a:moveTo>
                  <a:cubicBezTo>
                    <a:pt x="116" y="140"/>
                    <a:pt x="137" y="146"/>
                    <a:pt x="162" y="151"/>
                  </a:cubicBezTo>
                  <a:cubicBezTo>
                    <a:pt x="164" y="151"/>
                    <a:pt x="167" y="150"/>
                    <a:pt x="169" y="148"/>
                  </a:cubicBezTo>
                  <a:cubicBezTo>
                    <a:pt x="169" y="148"/>
                    <a:pt x="170" y="147"/>
                    <a:pt x="171" y="146"/>
                  </a:cubicBezTo>
                  <a:cubicBezTo>
                    <a:pt x="173" y="144"/>
                    <a:pt x="174" y="143"/>
                    <a:pt x="174" y="143"/>
                  </a:cubicBezTo>
                  <a:cubicBezTo>
                    <a:pt x="177" y="140"/>
                    <a:pt x="177" y="136"/>
                    <a:pt x="175" y="133"/>
                  </a:cubicBezTo>
                  <a:cubicBezTo>
                    <a:pt x="175" y="133"/>
                    <a:pt x="175" y="133"/>
                    <a:pt x="175" y="133"/>
                  </a:cubicBezTo>
                  <a:cubicBezTo>
                    <a:pt x="165" y="120"/>
                    <a:pt x="155" y="107"/>
                    <a:pt x="145" y="95"/>
                  </a:cubicBezTo>
                  <a:cubicBezTo>
                    <a:pt x="134" y="82"/>
                    <a:pt x="124" y="70"/>
                    <a:pt x="113" y="59"/>
                  </a:cubicBezTo>
                  <a:cubicBezTo>
                    <a:pt x="108" y="54"/>
                    <a:pt x="103" y="50"/>
                    <a:pt x="98" y="46"/>
                  </a:cubicBezTo>
                  <a:cubicBezTo>
                    <a:pt x="98" y="67"/>
                    <a:pt x="98" y="67"/>
                    <a:pt x="98" y="67"/>
                  </a:cubicBezTo>
                  <a:cubicBezTo>
                    <a:pt x="100" y="68"/>
                    <a:pt x="101" y="69"/>
                    <a:pt x="102" y="70"/>
                  </a:cubicBezTo>
                  <a:cubicBezTo>
                    <a:pt x="112" y="81"/>
                    <a:pt x="123" y="93"/>
                    <a:pt x="134" y="105"/>
                  </a:cubicBezTo>
                  <a:cubicBezTo>
                    <a:pt x="141" y="114"/>
                    <a:pt x="149" y="124"/>
                    <a:pt x="157" y="134"/>
                  </a:cubicBezTo>
                  <a:cubicBezTo>
                    <a:pt x="134" y="130"/>
                    <a:pt x="114" y="123"/>
                    <a:pt x="98" y="116"/>
                  </a:cubicBezTo>
                  <a:lnTo>
                    <a:pt x="98" y="133"/>
                  </a:lnTo>
                  <a:close/>
                  <a:moveTo>
                    <a:pt x="98" y="35"/>
                  </a:moveTo>
                  <a:cubicBezTo>
                    <a:pt x="92" y="30"/>
                    <a:pt x="86" y="26"/>
                    <a:pt x="80" y="24"/>
                  </a:cubicBezTo>
                  <a:cubicBezTo>
                    <a:pt x="67" y="17"/>
                    <a:pt x="56" y="15"/>
                    <a:pt x="46" y="17"/>
                  </a:cubicBezTo>
                  <a:cubicBezTo>
                    <a:pt x="39" y="18"/>
                    <a:pt x="33" y="21"/>
                    <a:pt x="28" y="25"/>
                  </a:cubicBezTo>
                  <a:cubicBezTo>
                    <a:pt x="23" y="29"/>
                    <a:pt x="20" y="34"/>
                    <a:pt x="18" y="41"/>
                  </a:cubicBezTo>
                  <a:cubicBezTo>
                    <a:pt x="16" y="47"/>
                    <a:pt x="16" y="54"/>
                    <a:pt x="17" y="62"/>
                  </a:cubicBezTo>
                  <a:cubicBezTo>
                    <a:pt x="18" y="69"/>
                    <a:pt x="21" y="77"/>
                    <a:pt x="25" y="85"/>
                  </a:cubicBezTo>
                  <a:cubicBezTo>
                    <a:pt x="34" y="100"/>
                    <a:pt x="48" y="115"/>
                    <a:pt x="70" y="128"/>
                  </a:cubicBezTo>
                  <a:cubicBezTo>
                    <a:pt x="78" y="133"/>
                    <a:pt x="88" y="138"/>
                    <a:pt x="98" y="142"/>
                  </a:cubicBezTo>
                  <a:cubicBezTo>
                    <a:pt x="98" y="159"/>
                    <a:pt x="98" y="159"/>
                    <a:pt x="98" y="159"/>
                  </a:cubicBezTo>
                  <a:cubicBezTo>
                    <a:pt x="85" y="153"/>
                    <a:pt x="73" y="147"/>
                    <a:pt x="62" y="141"/>
                  </a:cubicBezTo>
                  <a:cubicBezTo>
                    <a:pt x="38" y="126"/>
                    <a:pt x="21" y="109"/>
                    <a:pt x="12" y="93"/>
                  </a:cubicBezTo>
                  <a:cubicBezTo>
                    <a:pt x="7" y="83"/>
                    <a:pt x="3" y="74"/>
                    <a:pt x="2" y="64"/>
                  </a:cubicBezTo>
                  <a:cubicBezTo>
                    <a:pt x="0" y="54"/>
                    <a:pt x="1" y="45"/>
                    <a:pt x="3" y="36"/>
                  </a:cubicBezTo>
                  <a:cubicBezTo>
                    <a:pt x="6" y="27"/>
                    <a:pt x="11" y="19"/>
                    <a:pt x="18" y="13"/>
                  </a:cubicBezTo>
                  <a:cubicBezTo>
                    <a:pt x="25" y="7"/>
                    <a:pt x="34" y="3"/>
                    <a:pt x="44" y="2"/>
                  </a:cubicBezTo>
                  <a:cubicBezTo>
                    <a:pt x="56" y="0"/>
                    <a:pt x="71" y="2"/>
                    <a:pt x="87" y="10"/>
                  </a:cubicBezTo>
                  <a:cubicBezTo>
                    <a:pt x="91" y="12"/>
                    <a:pt x="95" y="14"/>
                    <a:pt x="98" y="16"/>
                  </a:cubicBezTo>
                  <a:cubicBezTo>
                    <a:pt x="98" y="35"/>
                    <a:pt x="98" y="35"/>
                    <a:pt x="98" y="35"/>
                  </a:cubicBezTo>
                  <a:close/>
                  <a:moveTo>
                    <a:pt x="98" y="236"/>
                  </a:moveTo>
                  <a:cubicBezTo>
                    <a:pt x="96" y="240"/>
                    <a:pt x="94" y="244"/>
                    <a:pt x="92" y="248"/>
                  </a:cubicBezTo>
                  <a:cubicBezTo>
                    <a:pt x="92" y="249"/>
                    <a:pt x="92" y="249"/>
                    <a:pt x="92" y="249"/>
                  </a:cubicBezTo>
                  <a:cubicBezTo>
                    <a:pt x="92" y="250"/>
                    <a:pt x="92" y="251"/>
                    <a:pt x="92" y="252"/>
                  </a:cubicBezTo>
                  <a:cubicBezTo>
                    <a:pt x="92" y="253"/>
                    <a:pt x="93" y="254"/>
                    <a:pt x="94" y="255"/>
                  </a:cubicBezTo>
                  <a:cubicBezTo>
                    <a:pt x="94" y="255"/>
                    <a:pt x="95" y="255"/>
                    <a:pt x="95" y="255"/>
                  </a:cubicBezTo>
                  <a:cubicBezTo>
                    <a:pt x="96" y="255"/>
                    <a:pt x="97" y="255"/>
                    <a:pt x="98" y="255"/>
                  </a:cubicBezTo>
                  <a:cubicBezTo>
                    <a:pt x="98" y="255"/>
                    <a:pt x="98" y="255"/>
                    <a:pt x="98" y="254"/>
                  </a:cubicBezTo>
                  <a:cubicBezTo>
                    <a:pt x="98" y="270"/>
                    <a:pt x="98" y="270"/>
                    <a:pt x="98" y="270"/>
                  </a:cubicBezTo>
                  <a:cubicBezTo>
                    <a:pt x="95" y="271"/>
                    <a:pt x="92" y="270"/>
                    <a:pt x="88" y="269"/>
                  </a:cubicBezTo>
                  <a:cubicBezTo>
                    <a:pt x="88" y="269"/>
                    <a:pt x="88" y="269"/>
                    <a:pt x="88" y="269"/>
                  </a:cubicBezTo>
                  <a:cubicBezTo>
                    <a:pt x="83" y="266"/>
                    <a:pt x="80" y="262"/>
                    <a:pt x="78" y="258"/>
                  </a:cubicBezTo>
                  <a:cubicBezTo>
                    <a:pt x="76" y="253"/>
                    <a:pt x="76" y="248"/>
                    <a:pt x="78" y="243"/>
                  </a:cubicBezTo>
                  <a:cubicBezTo>
                    <a:pt x="78" y="243"/>
                    <a:pt x="78" y="243"/>
                    <a:pt x="78" y="243"/>
                  </a:cubicBezTo>
                  <a:cubicBezTo>
                    <a:pt x="84" y="231"/>
                    <a:pt x="90" y="219"/>
                    <a:pt x="98" y="207"/>
                  </a:cubicBezTo>
                  <a:cubicBezTo>
                    <a:pt x="98" y="236"/>
                    <a:pt x="98" y="236"/>
                    <a:pt x="98" y="236"/>
                  </a:cubicBezTo>
                  <a:close/>
                  <a:moveTo>
                    <a:pt x="98" y="46"/>
                  </a:moveTo>
                  <a:cubicBezTo>
                    <a:pt x="92" y="40"/>
                    <a:pt x="85" y="36"/>
                    <a:pt x="79" y="33"/>
                  </a:cubicBezTo>
                  <a:cubicBezTo>
                    <a:pt x="67" y="26"/>
                    <a:pt x="56" y="24"/>
                    <a:pt x="47" y="25"/>
                  </a:cubicBezTo>
                  <a:cubicBezTo>
                    <a:pt x="47" y="25"/>
                    <a:pt x="47" y="25"/>
                    <a:pt x="47" y="25"/>
                  </a:cubicBezTo>
                  <a:cubicBezTo>
                    <a:pt x="42" y="26"/>
                    <a:pt x="38" y="28"/>
                    <a:pt x="34" y="31"/>
                  </a:cubicBezTo>
                  <a:cubicBezTo>
                    <a:pt x="30" y="34"/>
                    <a:pt x="28" y="39"/>
                    <a:pt x="26" y="43"/>
                  </a:cubicBezTo>
                  <a:cubicBezTo>
                    <a:pt x="25" y="49"/>
                    <a:pt x="24" y="55"/>
                    <a:pt x="26" y="62"/>
                  </a:cubicBezTo>
                  <a:cubicBezTo>
                    <a:pt x="27" y="68"/>
                    <a:pt x="29" y="74"/>
                    <a:pt x="33" y="81"/>
                  </a:cubicBezTo>
                  <a:cubicBezTo>
                    <a:pt x="42" y="96"/>
                    <a:pt x="57" y="112"/>
                    <a:pt x="82" y="125"/>
                  </a:cubicBezTo>
                  <a:cubicBezTo>
                    <a:pt x="87" y="128"/>
                    <a:pt x="93" y="130"/>
                    <a:pt x="98" y="133"/>
                  </a:cubicBezTo>
                  <a:cubicBezTo>
                    <a:pt x="98" y="116"/>
                    <a:pt x="98" y="116"/>
                    <a:pt x="98" y="116"/>
                  </a:cubicBezTo>
                  <a:cubicBezTo>
                    <a:pt x="95" y="115"/>
                    <a:pt x="92" y="113"/>
                    <a:pt x="89" y="111"/>
                  </a:cubicBezTo>
                  <a:cubicBezTo>
                    <a:pt x="67" y="100"/>
                    <a:pt x="54" y="86"/>
                    <a:pt x="46" y="73"/>
                  </a:cubicBezTo>
                  <a:cubicBezTo>
                    <a:pt x="43" y="68"/>
                    <a:pt x="42" y="63"/>
                    <a:pt x="41" y="59"/>
                  </a:cubicBezTo>
                  <a:cubicBezTo>
                    <a:pt x="40" y="55"/>
                    <a:pt x="40" y="51"/>
                    <a:pt x="41" y="48"/>
                  </a:cubicBezTo>
                  <a:cubicBezTo>
                    <a:pt x="42" y="46"/>
                    <a:pt x="43" y="44"/>
                    <a:pt x="44" y="43"/>
                  </a:cubicBezTo>
                  <a:cubicBezTo>
                    <a:pt x="45" y="42"/>
                    <a:pt x="47" y="41"/>
                    <a:pt x="49" y="41"/>
                  </a:cubicBezTo>
                  <a:cubicBezTo>
                    <a:pt x="50" y="41"/>
                    <a:pt x="50" y="41"/>
                    <a:pt x="50" y="41"/>
                  </a:cubicBezTo>
                  <a:cubicBezTo>
                    <a:pt x="55" y="40"/>
                    <a:pt x="63" y="41"/>
                    <a:pt x="72" y="46"/>
                  </a:cubicBezTo>
                  <a:cubicBezTo>
                    <a:pt x="80" y="50"/>
                    <a:pt x="89" y="57"/>
                    <a:pt x="98" y="67"/>
                  </a:cubicBezTo>
                  <a:lnTo>
                    <a:pt x="98" y="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2" name="Freeform 15"/>
            <p:cNvSpPr>
              <a:spLocks noEditPoints="1"/>
            </p:cNvSpPr>
            <p:nvPr/>
          </p:nvSpPr>
          <p:spPr bwMode="auto">
            <a:xfrm>
              <a:off x="4516" y="2348"/>
              <a:ext cx="867" cy="628"/>
            </a:xfrm>
            <a:custGeom>
              <a:avLst/>
              <a:gdLst>
                <a:gd name="T0" fmla="*/ 275 w 380"/>
                <a:gd name="T1" fmla="*/ 50 h 275"/>
                <a:gd name="T2" fmla="*/ 351 w 380"/>
                <a:gd name="T3" fmla="*/ 43 h 275"/>
                <a:gd name="T4" fmla="*/ 379 w 380"/>
                <a:gd name="T5" fmla="*/ 80 h 275"/>
                <a:gd name="T6" fmla="*/ 359 w 380"/>
                <a:gd name="T7" fmla="*/ 127 h 275"/>
                <a:gd name="T8" fmla="*/ 275 w 380"/>
                <a:gd name="T9" fmla="*/ 164 h 275"/>
                <a:gd name="T10" fmla="*/ 275 w 380"/>
                <a:gd name="T11" fmla="*/ 139 h 275"/>
                <a:gd name="T12" fmla="*/ 342 w 380"/>
                <a:gd name="T13" fmla="*/ 110 h 275"/>
                <a:gd name="T14" fmla="*/ 355 w 380"/>
                <a:gd name="T15" fmla="*/ 82 h 275"/>
                <a:gd name="T16" fmla="*/ 342 w 380"/>
                <a:gd name="T17" fmla="*/ 65 h 275"/>
                <a:gd name="T18" fmla="*/ 275 w 380"/>
                <a:gd name="T19" fmla="*/ 77 h 275"/>
                <a:gd name="T20" fmla="*/ 275 w 380"/>
                <a:gd name="T21" fmla="*/ 50 h 275"/>
                <a:gd name="T22" fmla="*/ 253 w 380"/>
                <a:gd name="T23" fmla="*/ 260 h 275"/>
                <a:gd name="T24" fmla="*/ 243 w 380"/>
                <a:gd name="T25" fmla="*/ 274 h 275"/>
                <a:gd name="T26" fmla="*/ 229 w 380"/>
                <a:gd name="T27" fmla="*/ 264 h 275"/>
                <a:gd name="T28" fmla="*/ 190 w 380"/>
                <a:gd name="T29" fmla="*/ 170 h 275"/>
                <a:gd name="T30" fmla="*/ 186 w 380"/>
                <a:gd name="T31" fmla="*/ 164 h 275"/>
                <a:gd name="T32" fmla="*/ 178 w 380"/>
                <a:gd name="T33" fmla="*/ 163 h 275"/>
                <a:gd name="T34" fmla="*/ 165 w 380"/>
                <a:gd name="T35" fmla="*/ 162 h 275"/>
                <a:gd name="T36" fmla="*/ 163 w 380"/>
                <a:gd name="T37" fmla="*/ 164 h 275"/>
                <a:gd name="T38" fmla="*/ 101 w 380"/>
                <a:gd name="T39" fmla="*/ 249 h 275"/>
                <a:gd name="T40" fmla="*/ 95 w 380"/>
                <a:gd name="T41" fmla="*/ 255 h 275"/>
                <a:gd name="T42" fmla="*/ 95 w 380"/>
                <a:gd name="T43" fmla="*/ 210 h 275"/>
                <a:gd name="T44" fmla="*/ 137 w 380"/>
                <a:gd name="T45" fmla="*/ 157 h 275"/>
                <a:gd name="T46" fmla="*/ 95 w 380"/>
                <a:gd name="T47" fmla="*/ 144 h 275"/>
                <a:gd name="T48" fmla="*/ 95 w 380"/>
                <a:gd name="T49" fmla="*/ 118 h 275"/>
                <a:gd name="T50" fmla="*/ 157 w 380"/>
                <a:gd name="T51" fmla="*/ 136 h 275"/>
                <a:gd name="T52" fmla="*/ 163 w 380"/>
                <a:gd name="T53" fmla="*/ 130 h 275"/>
                <a:gd name="T54" fmla="*/ 101 w 380"/>
                <a:gd name="T55" fmla="*/ 58 h 275"/>
                <a:gd name="T56" fmla="*/ 95 w 380"/>
                <a:gd name="T57" fmla="*/ 51 h 275"/>
                <a:gd name="T58" fmla="*/ 95 w 380"/>
                <a:gd name="T59" fmla="*/ 20 h 275"/>
                <a:gd name="T60" fmla="*/ 119 w 380"/>
                <a:gd name="T61" fmla="*/ 41 h 275"/>
                <a:gd name="T62" fmla="*/ 181 w 380"/>
                <a:gd name="T63" fmla="*/ 114 h 275"/>
                <a:gd name="T64" fmla="*/ 252 w 380"/>
                <a:gd name="T65" fmla="*/ 62 h 275"/>
                <a:gd name="T66" fmla="*/ 275 w 380"/>
                <a:gd name="T67" fmla="*/ 50 h 275"/>
                <a:gd name="T68" fmla="*/ 275 w 380"/>
                <a:gd name="T69" fmla="*/ 77 h 275"/>
                <a:gd name="T70" fmla="*/ 264 w 380"/>
                <a:gd name="T71" fmla="*/ 83 h 275"/>
                <a:gd name="T72" fmla="*/ 195 w 380"/>
                <a:gd name="T73" fmla="*/ 134 h 275"/>
                <a:gd name="T74" fmla="*/ 200 w 380"/>
                <a:gd name="T75" fmla="*/ 141 h 275"/>
                <a:gd name="T76" fmla="*/ 275 w 380"/>
                <a:gd name="T77" fmla="*/ 139 h 275"/>
                <a:gd name="T78" fmla="*/ 275 w 380"/>
                <a:gd name="T79" fmla="*/ 164 h 275"/>
                <a:gd name="T80" fmla="*/ 216 w 380"/>
                <a:gd name="T81" fmla="*/ 167 h 275"/>
                <a:gd name="T82" fmla="*/ 253 w 380"/>
                <a:gd name="T83" fmla="*/ 260 h 275"/>
                <a:gd name="T84" fmla="*/ 95 w 380"/>
                <a:gd name="T85" fmla="*/ 255 h 275"/>
                <a:gd name="T86" fmla="*/ 85 w 380"/>
                <a:gd name="T87" fmla="*/ 255 h 275"/>
                <a:gd name="T88" fmla="*/ 79 w 380"/>
                <a:gd name="T89" fmla="*/ 239 h 275"/>
                <a:gd name="T90" fmla="*/ 95 w 380"/>
                <a:gd name="T91" fmla="*/ 210 h 275"/>
                <a:gd name="T92" fmla="*/ 95 w 380"/>
                <a:gd name="T93" fmla="*/ 255 h 275"/>
                <a:gd name="T94" fmla="*/ 95 w 380"/>
                <a:gd name="T95" fmla="*/ 144 h 275"/>
                <a:gd name="T96" fmla="*/ 13 w 380"/>
                <a:gd name="T97" fmla="*/ 82 h 275"/>
                <a:gd name="T98" fmla="*/ 5 w 380"/>
                <a:gd name="T99" fmla="*/ 32 h 275"/>
                <a:gd name="T100" fmla="*/ 39 w 380"/>
                <a:gd name="T101" fmla="*/ 2 h 275"/>
                <a:gd name="T102" fmla="*/ 95 w 380"/>
                <a:gd name="T103" fmla="*/ 20 h 275"/>
                <a:gd name="T104" fmla="*/ 95 w 380"/>
                <a:gd name="T105" fmla="*/ 51 h 275"/>
                <a:gd name="T106" fmla="*/ 42 w 380"/>
                <a:gd name="T107" fmla="*/ 26 h 275"/>
                <a:gd name="T108" fmla="*/ 28 w 380"/>
                <a:gd name="T109" fmla="*/ 39 h 275"/>
                <a:gd name="T110" fmla="*/ 34 w 380"/>
                <a:gd name="T111" fmla="*/ 70 h 275"/>
                <a:gd name="T112" fmla="*/ 95 w 380"/>
                <a:gd name="T113" fmla="*/ 118 h 275"/>
                <a:gd name="T114" fmla="*/ 95 w 380"/>
                <a:gd name="T115" fmla="*/ 144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0" h="275">
                  <a:moveTo>
                    <a:pt x="275" y="50"/>
                  </a:moveTo>
                  <a:cubicBezTo>
                    <a:pt x="307" y="36"/>
                    <a:pt x="333" y="35"/>
                    <a:pt x="351" y="43"/>
                  </a:cubicBezTo>
                  <a:cubicBezTo>
                    <a:pt x="368" y="50"/>
                    <a:pt x="377" y="64"/>
                    <a:pt x="379" y="80"/>
                  </a:cubicBezTo>
                  <a:cubicBezTo>
                    <a:pt x="380" y="95"/>
                    <a:pt x="374" y="112"/>
                    <a:pt x="359" y="127"/>
                  </a:cubicBezTo>
                  <a:cubicBezTo>
                    <a:pt x="343" y="143"/>
                    <a:pt x="315" y="157"/>
                    <a:pt x="275" y="164"/>
                  </a:cubicBezTo>
                  <a:cubicBezTo>
                    <a:pt x="275" y="139"/>
                    <a:pt x="275" y="139"/>
                    <a:pt x="275" y="139"/>
                  </a:cubicBezTo>
                  <a:cubicBezTo>
                    <a:pt x="307" y="134"/>
                    <a:pt x="329" y="123"/>
                    <a:pt x="342" y="110"/>
                  </a:cubicBezTo>
                  <a:cubicBezTo>
                    <a:pt x="351" y="100"/>
                    <a:pt x="356" y="90"/>
                    <a:pt x="355" y="82"/>
                  </a:cubicBezTo>
                  <a:cubicBezTo>
                    <a:pt x="354" y="75"/>
                    <a:pt x="350" y="69"/>
                    <a:pt x="342" y="65"/>
                  </a:cubicBezTo>
                  <a:cubicBezTo>
                    <a:pt x="328" y="59"/>
                    <a:pt x="305" y="61"/>
                    <a:pt x="275" y="77"/>
                  </a:cubicBezTo>
                  <a:lnTo>
                    <a:pt x="275" y="50"/>
                  </a:lnTo>
                  <a:close/>
                  <a:moveTo>
                    <a:pt x="253" y="260"/>
                  </a:moveTo>
                  <a:cubicBezTo>
                    <a:pt x="254" y="266"/>
                    <a:pt x="250" y="273"/>
                    <a:pt x="243" y="274"/>
                  </a:cubicBezTo>
                  <a:cubicBezTo>
                    <a:pt x="237" y="275"/>
                    <a:pt x="230" y="270"/>
                    <a:pt x="229" y="264"/>
                  </a:cubicBezTo>
                  <a:cubicBezTo>
                    <a:pt x="225" y="235"/>
                    <a:pt x="210" y="203"/>
                    <a:pt x="190" y="170"/>
                  </a:cubicBezTo>
                  <a:cubicBezTo>
                    <a:pt x="188" y="168"/>
                    <a:pt x="187" y="166"/>
                    <a:pt x="186" y="164"/>
                  </a:cubicBezTo>
                  <a:cubicBezTo>
                    <a:pt x="184" y="164"/>
                    <a:pt x="181" y="164"/>
                    <a:pt x="178" y="163"/>
                  </a:cubicBezTo>
                  <a:cubicBezTo>
                    <a:pt x="174" y="163"/>
                    <a:pt x="169" y="162"/>
                    <a:pt x="165" y="162"/>
                  </a:cubicBezTo>
                  <a:cubicBezTo>
                    <a:pt x="163" y="164"/>
                    <a:pt x="163" y="164"/>
                    <a:pt x="163" y="164"/>
                  </a:cubicBezTo>
                  <a:cubicBezTo>
                    <a:pt x="137" y="191"/>
                    <a:pt x="114" y="220"/>
                    <a:pt x="101" y="249"/>
                  </a:cubicBezTo>
                  <a:cubicBezTo>
                    <a:pt x="100" y="252"/>
                    <a:pt x="97" y="254"/>
                    <a:pt x="95" y="255"/>
                  </a:cubicBezTo>
                  <a:cubicBezTo>
                    <a:pt x="95" y="210"/>
                    <a:pt x="95" y="210"/>
                    <a:pt x="95" y="210"/>
                  </a:cubicBezTo>
                  <a:cubicBezTo>
                    <a:pt x="106" y="192"/>
                    <a:pt x="121" y="174"/>
                    <a:pt x="137" y="157"/>
                  </a:cubicBezTo>
                  <a:cubicBezTo>
                    <a:pt x="121" y="153"/>
                    <a:pt x="107" y="149"/>
                    <a:pt x="95" y="144"/>
                  </a:cubicBezTo>
                  <a:cubicBezTo>
                    <a:pt x="95" y="118"/>
                    <a:pt x="95" y="118"/>
                    <a:pt x="95" y="118"/>
                  </a:cubicBezTo>
                  <a:cubicBezTo>
                    <a:pt x="112" y="126"/>
                    <a:pt x="132" y="132"/>
                    <a:pt x="157" y="136"/>
                  </a:cubicBezTo>
                  <a:cubicBezTo>
                    <a:pt x="159" y="134"/>
                    <a:pt x="161" y="132"/>
                    <a:pt x="163" y="130"/>
                  </a:cubicBezTo>
                  <a:cubicBezTo>
                    <a:pt x="143" y="104"/>
                    <a:pt x="122" y="79"/>
                    <a:pt x="101" y="58"/>
                  </a:cubicBezTo>
                  <a:cubicBezTo>
                    <a:pt x="99" y="55"/>
                    <a:pt x="97" y="53"/>
                    <a:pt x="95" y="51"/>
                  </a:cubicBezTo>
                  <a:cubicBezTo>
                    <a:pt x="95" y="20"/>
                    <a:pt x="95" y="20"/>
                    <a:pt x="95" y="20"/>
                  </a:cubicBezTo>
                  <a:cubicBezTo>
                    <a:pt x="102" y="25"/>
                    <a:pt x="111" y="32"/>
                    <a:pt x="119" y="41"/>
                  </a:cubicBezTo>
                  <a:cubicBezTo>
                    <a:pt x="139" y="62"/>
                    <a:pt x="161" y="88"/>
                    <a:pt x="181" y="114"/>
                  </a:cubicBezTo>
                  <a:cubicBezTo>
                    <a:pt x="205" y="93"/>
                    <a:pt x="230" y="75"/>
                    <a:pt x="252" y="62"/>
                  </a:cubicBezTo>
                  <a:cubicBezTo>
                    <a:pt x="260" y="57"/>
                    <a:pt x="268" y="53"/>
                    <a:pt x="275" y="50"/>
                  </a:cubicBezTo>
                  <a:cubicBezTo>
                    <a:pt x="275" y="77"/>
                    <a:pt x="275" y="77"/>
                    <a:pt x="275" y="77"/>
                  </a:cubicBezTo>
                  <a:cubicBezTo>
                    <a:pt x="271" y="79"/>
                    <a:pt x="268" y="81"/>
                    <a:pt x="264" y="83"/>
                  </a:cubicBezTo>
                  <a:cubicBezTo>
                    <a:pt x="243" y="96"/>
                    <a:pt x="219" y="113"/>
                    <a:pt x="195" y="134"/>
                  </a:cubicBezTo>
                  <a:cubicBezTo>
                    <a:pt x="197" y="136"/>
                    <a:pt x="198" y="139"/>
                    <a:pt x="200" y="141"/>
                  </a:cubicBezTo>
                  <a:cubicBezTo>
                    <a:pt x="229" y="144"/>
                    <a:pt x="254" y="143"/>
                    <a:pt x="275" y="139"/>
                  </a:cubicBezTo>
                  <a:cubicBezTo>
                    <a:pt x="275" y="164"/>
                    <a:pt x="275" y="164"/>
                    <a:pt x="275" y="164"/>
                  </a:cubicBezTo>
                  <a:cubicBezTo>
                    <a:pt x="258" y="166"/>
                    <a:pt x="238" y="167"/>
                    <a:pt x="216" y="167"/>
                  </a:cubicBezTo>
                  <a:cubicBezTo>
                    <a:pt x="235" y="199"/>
                    <a:pt x="249" y="231"/>
                    <a:pt x="253" y="260"/>
                  </a:cubicBezTo>
                  <a:close/>
                  <a:moveTo>
                    <a:pt x="95" y="255"/>
                  </a:moveTo>
                  <a:cubicBezTo>
                    <a:pt x="92" y="256"/>
                    <a:pt x="88" y="256"/>
                    <a:pt x="85" y="255"/>
                  </a:cubicBezTo>
                  <a:cubicBezTo>
                    <a:pt x="79" y="252"/>
                    <a:pt x="76" y="245"/>
                    <a:pt x="79" y="239"/>
                  </a:cubicBezTo>
                  <a:cubicBezTo>
                    <a:pt x="83" y="229"/>
                    <a:pt x="89" y="220"/>
                    <a:pt x="95" y="210"/>
                  </a:cubicBezTo>
                  <a:cubicBezTo>
                    <a:pt x="95" y="255"/>
                    <a:pt x="95" y="255"/>
                    <a:pt x="95" y="255"/>
                  </a:cubicBezTo>
                  <a:close/>
                  <a:moveTo>
                    <a:pt x="95" y="144"/>
                  </a:moveTo>
                  <a:cubicBezTo>
                    <a:pt x="51" y="128"/>
                    <a:pt x="25" y="104"/>
                    <a:pt x="13" y="82"/>
                  </a:cubicBezTo>
                  <a:cubicBezTo>
                    <a:pt x="2" y="64"/>
                    <a:pt x="0" y="46"/>
                    <a:pt x="5" y="32"/>
                  </a:cubicBezTo>
                  <a:cubicBezTo>
                    <a:pt x="9" y="16"/>
                    <a:pt x="22" y="5"/>
                    <a:pt x="39" y="2"/>
                  </a:cubicBezTo>
                  <a:cubicBezTo>
                    <a:pt x="54" y="0"/>
                    <a:pt x="73" y="5"/>
                    <a:pt x="95" y="20"/>
                  </a:cubicBezTo>
                  <a:cubicBezTo>
                    <a:pt x="95" y="51"/>
                    <a:pt x="95" y="51"/>
                    <a:pt x="95" y="51"/>
                  </a:cubicBezTo>
                  <a:cubicBezTo>
                    <a:pt x="73" y="31"/>
                    <a:pt x="55" y="24"/>
                    <a:pt x="42" y="26"/>
                  </a:cubicBezTo>
                  <a:cubicBezTo>
                    <a:pt x="35" y="27"/>
                    <a:pt x="30" y="32"/>
                    <a:pt x="28" y="39"/>
                  </a:cubicBezTo>
                  <a:cubicBezTo>
                    <a:pt x="25" y="47"/>
                    <a:pt x="27" y="58"/>
                    <a:pt x="34" y="70"/>
                  </a:cubicBezTo>
                  <a:cubicBezTo>
                    <a:pt x="43" y="87"/>
                    <a:pt x="63" y="105"/>
                    <a:pt x="95" y="118"/>
                  </a:cubicBezTo>
                  <a:lnTo>
                    <a:pt x="95" y="144"/>
                  </a:lnTo>
                  <a:close/>
                </a:path>
              </a:pathLst>
            </a:custGeom>
            <a:solidFill>
              <a:srgbClr val="2B4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3" name="Freeform 16"/>
            <p:cNvSpPr>
              <a:spLocks/>
            </p:cNvSpPr>
            <p:nvPr/>
          </p:nvSpPr>
          <p:spPr bwMode="auto">
            <a:xfrm>
              <a:off x="4489" y="2992"/>
              <a:ext cx="776" cy="185"/>
            </a:xfrm>
            <a:custGeom>
              <a:avLst/>
              <a:gdLst>
                <a:gd name="T0" fmla="*/ 776 w 776"/>
                <a:gd name="T1" fmla="*/ 89 h 185"/>
                <a:gd name="T2" fmla="*/ 764 w 776"/>
                <a:gd name="T3" fmla="*/ 185 h 185"/>
                <a:gd name="T4" fmla="*/ 0 w 776"/>
                <a:gd name="T5" fmla="*/ 96 h 185"/>
                <a:gd name="T6" fmla="*/ 11 w 776"/>
                <a:gd name="T7" fmla="*/ 0 h 185"/>
                <a:gd name="T8" fmla="*/ 776 w 776"/>
                <a:gd name="T9" fmla="*/ 89 h 185"/>
              </a:gdLst>
              <a:ahLst/>
              <a:cxnLst>
                <a:cxn ang="0">
                  <a:pos x="T0" y="T1"/>
                </a:cxn>
                <a:cxn ang="0">
                  <a:pos x="T2" y="T3"/>
                </a:cxn>
                <a:cxn ang="0">
                  <a:pos x="T4" y="T5"/>
                </a:cxn>
                <a:cxn ang="0">
                  <a:pos x="T6" y="T7"/>
                </a:cxn>
                <a:cxn ang="0">
                  <a:pos x="T8" y="T9"/>
                </a:cxn>
              </a:cxnLst>
              <a:rect l="0" t="0" r="r" b="b"/>
              <a:pathLst>
                <a:path w="776" h="185">
                  <a:moveTo>
                    <a:pt x="776" y="89"/>
                  </a:moveTo>
                  <a:lnTo>
                    <a:pt x="764" y="185"/>
                  </a:lnTo>
                  <a:lnTo>
                    <a:pt x="0" y="96"/>
                  </a:lnTo>
                  <a:lnTo>
                    <a:pt x="11" y="0"/>
                  </a:lnTo>
                  <a:lnTo>
                    <a:pt x="776" y="8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4700870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098"/>
                                        </p:tgtEl>
                                        <p:attrNameLst>
                                          <p:attrName>style.visibility</p:attrName>
                                        </p:attrNameLst>
                                      </p:cBhvr>
                                      <p:to>
                                        <p:strVal val="visible"/>
                                      </p:to>
                                    </p:set>
                                    <p:anim calcmode="lin" valueType="num">
                                      <p:cBhvr additive="base">
                                        <p:cTn id="7" dur="500" fill="hold"/>
                                        <p:tgtEl>
                                          <p:spTgt spid="4098"/>
                                        </p:tgtEl>
                                        <p:attrNameLst>
                                          <p:attrName>ppt_x</p:attrName>
                                        </p:attrNameLst>
                                      </p:cBhvr>
                                      <p:tavLst>
                                        <p:tav tm="0">
                                          <p:val>
                                            <p:strVal val="1+#ppt_w/2"/>
                                          </p:val>
                                        </p:tav>
                                        <p:tav tm="100000">
                                          <p:val>
                                            <p:strVal val="#ppt_x"/>
                                          </p:val>
                                        </p:tav>
                                      </p:tavLst>
                                    </p:anim>
                                    <p:anim calcmode="lin" valueType="num">
                                      <p:cBhvr additive="base">
                                        <p:cTn id="8" dur="500" fill="hold"/>
                                        <p:tgtEl>
                                          <p:spTgt spid="409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autoUpdateAnimBg="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3015391" y="509312"/>
            <a:ext cx="7273606" cy="845065"/>
          </a:xfrm>
        </p:spPr>
        <p:txBody>
          <a:bodyPr>
            <a:noAutofit/>
          </a:bodyPr>
          <a:lstStyle/>
          <a:p>
            <a:pPr marL="742950" indent="-742950" rtl="1">
              <a:buFont typeface="+mj-lt"/>
              <a:buAutoNum type="arabicPeriod" startAt="2"/>
            </a:pPr>
            <a:r>
              <a:rPr lang="ar-SA" sz="4000" dirty="0">
                <a:solidFill>
                  <a:srgbClr val="F58E20"/>
                </a:solidFill>
              </a:rPr>
              <a:t>أهمية الويب </a:t>
            </a:r>
            <a:r>
              <a:rPr lang="en-US" sz="4000" dirty="0">
                <a:solidFill>
                  <a:srgbClr val="F58E20"/>
                </a:solidFill>
              </a:rPr>
              <a:t>Web</a:t>
            </a:r>
          </a:p>
        </p:txBody>
      </p:sp>
      <p:grpSp>
        <p:nvGrpSpPr>
          <p:cNvPr id="19" name="Group 18"/>
          <p:cNvGrpSpPr/>
          <p:nvPr/>
        </p:nvGrpSpPr>
        <p:grpSpPr>
          <a:xfrm>
            <a:off x="3129390" y="2338693"/>
            <a:ext cx="3544884" cy="3689307"/>
            <a:chOff x="2489994" y="1879984"/>
            <a:chExt cx="2237818" cy="2457509"/>
          </a:xfrm>
        </p:grpSpPr>
        <p:cxnSp>
          <p:nvCxnSpPr>
            <p:cNvPr id="20" name="Straight Arrow Connector 19"/>
            <p:cNvCxnSpPr/>
            <p:nvPr/>
          </p:nvCxnSpPr>
          <p:spPr>
            <a:xfrm>
              <a:off x="3364058" y="1879984"/>
              <a:ext cx="829920" cy="1455"/>
            </a:xfrm>
            <a:prstGeom prst="straightConnector1">
              <a:avLst/>
            </a:prstGeom>
            <a:noFill/>
            <a:ln w="19050" cap="flat" cmpd="sng" algn="ctr">
              <a:solidFill>
                <a:srgbClr val="F39C12"/>
              </a:solidFill>
              <a:prstDash val="solid"/>
              <a:miter lim="800000"/>
              <a:tailEnd type="arrow"/>
            </a:ln>
            <a:effectLst/>
          </p:spPr>
        </p:cxnSp>
        <p:grpSp>
          <p:nvGrpSpPr>
            <p:cNvPr id="21" name="Group 25"/>
            <p:cNvGrpSpPr/>
            <p:nvPr/>
          </p:nvGrpSpPr>
          <p:grpSpPr>
            <a:xfrm>
              <a:off x="2489994" y="2043583"/>
              <a:ext cx="2237818" cy="2293910"/>
              <a:chOff x="2489994" y="2043583"/>
              <a:chExt cx="2237818" cy="2293910"/>
            </a:xfrm>
          </p:grpSpPr>
          <p:sp>
            <p:nvSpPr>
              <p:cNvPr id="22" name="Rectangle 21"/>
              <p:cNvSpPr/>
              <p:nvPr/>
            </p:nvSpPr>
            <p:spPr>
              <a:xfrm>
                <a:off x="2489994" y="2043583"/>
                <a:ext cx="2237818" cy="2293910"/>
              </a:xfrm>
              <a:prstGeom prst="rect">
                <a:avLst/>
              </a:prstGeom>
              <a:solidFill>
                <a:srgbClr val="F39C1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23" name="Rectangle 22"/>
              <p:cNvSpPr/>
              <p:nvPr/>
            </p:nvSpPr>
            <p:spPr>
              <a:xfrm>
                <a:off x="2574705" y="2358095"/>
                <a:ext cx="1920690" cy="1496610"/>
              </a:xfrm>
              <a:prstGeom prst="rect">
                <a:avLst/>
              </a:prstGeom>
            </p:spPr>
            <p:txBody>
              <a:bodyPr wrap="square">
                <a:spAutoFit/>
              </a:bodyP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ar-JO" sz="2800" b="1" i="0" u="none" strike="noStrike" kern="0" cap="none" spc="0" normalizeH="0" baseline="0" noProof="0" dirty="0" smtClean="0">
                    <a:ln>
                      <a:noFill/>
                    </a:ln>
                    <a:solidFill>
                      <a:srgbClr val="F2F2F2">
                        <a:lumMod val="10000"/>
                      </a:srgbClr>
                    </a:solidFill>
                    <a:effectLst/>
                    <a:uLnTx/>
                    <a:uFillTx/>
                  </a:rPr>
                  <a:t>يسهل عملية الوصول الى المعلومات على الإنترنت بأقل وقت وجهد من خلال ما يعرف بمتصفح الإنترنت</a:t>
                </a:r>
                <a:r>
                  <a:rPr kumimoji="0" lang="en-US" sz="2800" b="1" i="0" u="none" strike="noStrike" kern="0" cap="none" spc="0" normalizeH="0" baseline="0" noProof="0" dirty="0" smtClean="0">
                    <a:ln>
                      <a:noFill/>
                    </a:ln>
                    <a:solidFill>
                      <a:srgbClr val="F2F2F2">
                        <a:lumMod val="10000"/>
                      </a:srgbClr>
                    </a:solidFill>
                    <a:effectLst/>
                    <a:uLnTx/>
                    <a:uFillTx/>
                  </a:rPr>
                  <a:t>.</a:t>
                </a:r>
              </a:p>
            </p:txBody>
          </p:sp>
        </p:grpSp>
      </p:grpSp>
      <p:grpSp>
        <p:nvGrpSpPr>
          <p:cNvPr id="24" name="Group 23"/>
          <p:cNvGrpSpPr/>
          <p:nvPr/>
        </p:nvGrpSpPr>
        <p:grpSpPr>
          <a:xfrm>
            <a:off x="6424534" y="1597794"/>
            <a:ext cx="3410695" cy="3652720"/>
            <a:chOff x="4513179" y="1476947"/>
            <a:chExt cx="2153107" cy="2433138"/>
          </a:xfrm>
        </p:grpSpPr>
        <p:cxnSp>
          <p:nvCxnSpPr>
            <p:cNvPr id="25" name="Straight Arrow Connector 24"/>
            <p:cNvCxnSpPr/>
            <p:nvPr/>
          </p:nvCxnSpPr>
          <p:spPr>
            <a:xfrm>
              <a:off x="5023898" y="3908630"/>
              <a:ext cx="829920" cy="1455"/>
            </a:xfrm>
            <a:prstGeom prst="straightConnector1">
              <a:avLst/>
            </a:prstGeom>
            <a:noFill/>
            <a:ln w="19050" cap="flat" cmpd="sng" algn="ctr">
              <a:solidFill>
                <a:srgbClr val="9BBB59"/>
              </a:solidFill>
              <a:prstDash val="solid"/>
              <a:miter lim="800000"/>
              <a:tailEnd type="arrow"/>
            </a:ln>
            <a:effectLst/>
          </p:spPr>
        </p:cxnSp>
        <p:grpSp>
          <p:nvGrpSpPr>
            <p:cNvPr id="26" name="Group 26"/>
            <p:cNvGrpSpPr/>
            <p:nvPr/>
          </p:nvGrpSpPr>
          <p:grpSpPr>
            <a:xfrm>
              <a:off x="4513179" y="1476947"/>
              <a:ext cx="2153107" cy="2207076"/>
              <a:chOff x="4513179" y="1476947"/>
              <a:chExt cx="2153107" cy="2207076"/>
            </a:xfrm>
          </p:grpSpPr>
          <p:sp>
            <p:nvSpPr>
              <p:cNvPr id="27" name="Rectangle 26"/>
              <p:cNvSpPr/>
              <p:nvPr/>
            </p:nvSpPr>
            <p:spPr>
              <a:xfrm>
                <a:off x="4513179" y="1476947"/>
                <a:ext cx="2153107" cy="2207076"/>
              </a:xfrm>
              <a:prstGeom prst="rect">
                <a:avLst/>
              </a:prstGeom>
              <a:solidFill>
                <a:srgbClr val="9BBB5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28" name="Rectangle 27"/>
              <p:cNvSpPr/>
              <p:nvPr/>
            </p:nvSpPr>
            <p:spPr>
              <a:xfrm>
                <a:off x="4621554" y="1832180"/>
                <a:ext cx="1721561" cy="1496611"/>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ar-JO" sz="2800" b="1" i="0" u="none" strike="noStrike" kern="0" cap="none" spc="0" normalizeH="0" baseline="0" noProof="0" dirty="0" smtClean="0">
                    <a:ln>
                      <a:noFill/>
                    </a:ln>
                    <a:solidFill>
                      <a:srgbClr val="F2F2F2">
                        <a:lumMod val="10000"/>
                      </a:srgbClr>
                    </a:solidFill>
                    <a:effectLst/>
                    <a:uLnTx/>
                    <a:uFillTx/>
                  </a:rPr>
                  <a:t>يوفر لنا طريقة سهلة لتبادل الملفات والبيانات المليئة بالرسوم والصور، ونشرها على الإنترنت</a:t>
                </a:r>
                <a:endParaRPr kumimoji="0" lang="id-ID" sz="2800" b="1" i="0" u="none" strike="noStrike" kern="0" cap="none" spc="0" normalizeH="0" baseline="0" noProof="0" dirty="0" smtClean="0">
                  <a:ln>
                    <a:noFill/>
                  </a:ln>
                  <a:solidFill>
                    <a:srgbClr val="F2F2F2">
                      <a:lumMod val="10000"/>
                    </a:srgbClr>
                  </a:solidFill>
                  <a:effectLst/>
                  <a:uLnTx/>
                  <a:uFillTx/>
                  <a:latin typeface="Open Sans Light" pitchFamily="34" charset="0"/>
                  <a:ea typeface="Open Sans Light" pitchFamily="34" charset="0"/>
                  <a:cs typeface="Open Sans Light" pitchFamily="34" charset="0"/>
                </a:endParaRPr>
              </a:p>
            </p:txBody>
          </p:sp>
        </p:grpSp>
      </p:grpSp>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61111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slide(fromLeft)">
                                      <p:cBhvr>
                                        <p:cTn id="7" dur="500"/>
                                        <p:tgtEl>
                                          <p:spTgt spid="1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slide(fromLeft)">
                                      <p:cBhvr>
                                        <p:cTn id="11"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3015391" y="1534496"/>
            <a:ext cx="7273606" cy="845065"/>
          </a:xfrm>
        </p:spPr>
        <p:txBody>
          <a:bodyPr>
            <a:noAutofit/>
          </a:bodyPr>
          <a:lstStyle/>
          <a:p>
            <a:pPr marL="742950" indent="-742950" rtl="1">
              <a:buFont typeface="+mj-lt"/>
              <a:buAutoNum type="arabicPeriod" startAt="3"/>
            </a:pPr>
            <a:r>
              <a:rPr lang="ar-SA" sz="4000" u="sng" dirty="0">
                <a:solidFill>
                  <a:srgbClr val="F58E20"/>
                </a:solidFill>
              </a:rPr>
              <a:t>أهداف ومميزات الويب التعليمية </a:t>
            </a:r>
            <a:endParaRPr lang="en-US" sz="4000" u="sng" dirty="0">
              <a:solidFill>
                <a:srgbClr val="F58E20"/>
              </a:solidFill>
            </a:endParaRPr>
          </a:p>
        </p:txBody>
      </p:sp>
      <p:sp>
        <p:nvSpPr>
          <p:cNvPr id="4" name="Text Placeholder 3"/>
          <p:cNvSpPr>
            <a:spLocks noGrp="1"/>
          </p:cNvSpPr>
          <p:nvPr>
            <p:ph type="body" sz="quarter" idx="16"/>
          </p:nvPr>
        </p:nvSpPr>
        <p:spPr>
          <a:xfrm>
            <a:off x="1306286" y="3073409"/>
            <a:ext cx="10263673" cy="1536868"/>
          </a:xfrm>
        </p:spPr>
        <p:txBody>
          <a:bodyPr>
            <a:noAutofit/>
          </a:bodyPr>
          <a:lstStyle/>
          <a:p>
            <a:pPr rtl="1">
              <a:lnSpc>
                <a:spcPct val="100000"/>
              </a:lnSpc>
            </a:pPr>
            <a:r>
              <a:rPr lang="ar-JO" sz="2800" b="1" dirty="0">
                <a:solidFill>
                  <a:schemeClr val="tx1"/>
                </a:solidFill>
              </a:rPr>
              <a:t>زيادة الخبرة التعليمية وتوظيف الإنترنت في التعليم مما يحقق الأهداف التربوية المطلوبة في التعليم والتعلم.</a:t>
            </a:r>
            <a:endParaRPr lang="en-US" sz="2800" b="1" dirty="0">
              <a:solidFill>
                <a:schemeClr val="tx1"/>
              </a:solidFill>
            </a:endParaRPr>
          </a:p>
        </p:txBody>
      </p:sp>
      <p:sp>
        <p:nvSpPr>
          <p:cNvPr id="12" name="Freeform 11"/>
          <p:cNvSpPr/>
          <p:nvPr/>
        </p:nvSpPr>
        <p:spPr>
          <a:xfrm rot="9340997">
            <a:off x="1724118" y="5190508"/>
            <a:ext cx="4222807" cy="1381236"/>
          </a:xfrm>
          <a:custGeom>
            <a:avLst/>
            <a:gdLst>
              <a:gd name="connsiteX0" fmla="*/ 4436533 w 4436533"/>
              <a:gd name="connsiteY0" fmla="*/ 164697 h 1756908"/>
              <a:gd name="connsiteX1" fmla="*/ 2302933 w 4436533"/>
              <a:gd name="connsiteY1" fmla="*/ 350964 h 1756908"/>
              <a:gd name="connsiteX2" fmla="*/ 3132667 w 4436533"/>
              <a:gd name="connsiteY2" fmla="*/ 1756430 h 1756908"/>
              <a:gd name="connsiteX3" fmla="*/ 3623733 w 4436533"/>
              <a:gd name="connsiteY3" fmla="*/ 503364 h 1756908"/>
              <a:gd name="connsiteX4" fmla="*/ 1405467 w 4436533"/>
              <a:gd name="connsiteY4" fmla="*/ 46164 h 1756908"/>
              <a:gd name="connsiteX5" fmla="*/ 0 w 4436533"/>
              <a:gd name="connsiteY5" fmla="*/ 1536297 h 1756908"/>
              <a:gd name="connsiteX0" fmla="*/ 4436533 w 4436533"/>
              <a:gd name="connsiteY0" fmla="*/ 260722 h 1853405"/>
              <a:gd name="connsiteX1" fmla="*/ 2302933 w 4436533"/>
              <a:gd name="connsiteY1" fmla="*/ 446989 h 1853405"/>
              <a:gd name="connsiteX2" fmla="*/ 3132667 w 4436533"/>
              <a:gd name="connsiteY2" fmla="*/ 1852455 h 1853405"/>
              <a:gd name="connsiteX3" fmla="*/ 3623733 w 4436533"/>
              <a:gd name="connsiteY3" fmla="*/ 599389 h 1853405"/>
              <a:gd name="connsiteX4" fmla="*/ 1405467 w 4436533"/>
              <a:gd name="connsiteY4" fmla="*/ 142189 h 1853405"/>
              <a:gd name="connsiteX5" fmla="*/ 0 w 4436533"/>
              <a:gd name="connsiteY5" fmla="*/ 1632322 h 1853405"/>
              <a:gd name="connsiteX0" fmla="*/ 4436533 w 4436533"/>
              <a:gd name="connsiteY0" fmla="*/ 260722 h 1852567"/>
              <a:gd name="connsiteX1" fmla="*/ 2302933 w 4436533"/>
              <a:gd name="connsiteY1" fmla="*/ 446989 h 1852567"/>
              <a:gd name="connsiteX2" fmla="*/ 3132667 w 4436533"/>
              <a:gd name="connsiteY2" fmla="*/ 1852455 h 1852567"/>
              <a:gd name="connsiteX3" fmla="*/ 3623733 w 4436533"/>
              <a:gd name="connsiteY3" fmla="*/ 599389 h 1852567"/>
              <a:gd name="connsiteX4" fmla="*/ 1405467 w 4436533"/>
              <a:gd name="connsiteY4" fmla="*/ 142189 h 1852567"/>
              <a:gd name="connsiteX5" fmla="*/ 0 w 4436533"/>
              <a:gd name="connsiteY5" fmla="*/ 1632322 h 1852567"/>
              <a:gd name="connsiteX0" fmla="*/ 4436533 w 4436533"/>
              <a:gd name="connsiteY0" fmla="*/ 260722 h 1852461"/>
              <a:gd name="connsiteX1" fmla="*/ 2540000 w 4436533"/>
              <a:gd name="connsiteY1" fmla="*/ 616323 h 1852461"/>
              <a:gd name="connsiteX2" fmla="*/ 3132667 w 4436533"/>
              <a:gd name="connsiteY2" fmla="*/ 1852455 h 1852461"/>
              <a:gd name="connsiteX3" fmla="*/ 3623733 w 4436533"/>
              <a:gd name="connsiteY3" fmla="*/ 599389 h 1852461"/>
              <a:gd name="connsiteX4" fmla="*/ 1405467 w 4436533"/>
              <a:gd name="connsiteY4" fmla="*/ 142189 h 1852461"/>
              <a:gd name="connsiteX5" fmla="*/ 0 w 4436533"/>
              <a:gd name="connsiteY5" fmla="*/ 1632322 h 1852461"/>
              <a:gd name="connsiteX0" fmla="*/ 4436533 w 4436533"/>
              <a:gd name="connsiteY0" fmla="*/ 260722 h 1852464"/>
              <a:gd name="connsiteX1" fmla="*/ 2540000 w 4436533"/>
              <a:gd name="connsiteY1" fmla="*/ 616323 h 1852464"/>
              <a:gd name="connsiteX2" fmla="*/ 3132667 w 4436533"/>
              <a:gd name="connsiteY2" fmla="*/ 1852455 h 1852464"/>
              <a:gd name="connsiteX3" fmla="*/ 3623733 w 4436533"/>
              <a:gd name="connsiteY3" fmla="*/ 599389 h 1852464"/>
              <a:gd name="connsiteX4" fmla="*/ 1405467 w 4436533"/>
              <a:gd name="connsiteY4" fmla="*/ 142189 h 1852464"/>
              <a:gd name="connsiteX5" fmla="*/ 0 w 4436533"/>
              <a:gd name="connsiteY5" fmla="*/ 1632322 h 185246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3031066 w 3031066"/>
              <a:gd name="connsiteY0" fmla="*/ 160324 h 1419470"/>
              <a:gd name="connsiteX1" fmla="*/ 1134533 w 3031066"/>
              <a:gd name="connsiteY1" fmla="*/ 515925 h 1419470"/>
              <a:gd name="connsiteX2" fmla="*/ 1591733 w 3031066"/>
              <a:gd name="connsiteY2" fmla="*/ 1413391 h 1419470"/>
              <a:gd name="connsiteX3" fmla="*/ 2218266 w 3031066"/>
              <a:gd name="connsiteY3" fmla="*/ 498991 h 1419470"/>
              <a:gd name="connsiteX4" fmla="*/ 0 w 3031066"/>
              <a:gd name="connsiteY4" fmla="*/ 41791 h 1419470"/>
              <a:gd name="connsiteX0" fmla="*/ 4199466 w 4199466"/>
              <a:gd name="connsiteY0" fmla="*/ 5331 h 1264150"/>
              <a:gd name="connsiteX1" fmla="*/ 2302933 w 4199466"/>
              <a:gd name="connsiteY1" fmla="*/ 360932 h 1264150"/>
              <a:gd name="connsiteX2" fmla="*/ 2760133 w 4199466"/>
              <a:gd name="connsiteY2" fmla="*/ 1258398 h 1264150"/>
              <a:gd name="connsiteX3" fmla="*/ 3386666 w 4199466"/>
              <a:gd name="connsiteY3" fmla="*/ 343998 h 1264150"/>
              <a:gd name="connsiteX4" fmla="*/ 0 w 4199466"/>
              <a:gd name="connsiteY4" fmla="*/ 174664 h 1264150"/>
              <a:gd name="connsiteX0" fmla="*/ 4199466 w 4199466"/>
              <a:gd name="connsiteY0" fmla="*/ 272347 h 1531166"/>
              <a:gd name="connsiteX1" fmla="*/ 2302933 w 4199466"/>
              <a:gd name="connsiteY1" fmla="*/ 627948 h 1531166"/>
              <a:gd name="connsiteX2" fmla="*/ 2760133 w 4199466"/>
              <a:gd name="connsiteY2" fmla="*/ 1525414 h 1531166"/>
              <a:gd name="connsiteX3" fmla="*/ 3386666 w 4199466"/>
              <a:gd name="connsiteY3" fmla="*/ 611014 h 1531166"/>
              <a:gd name="connsiteX4" fmla="*/ 0 w 4199466"/>
              <a:gd name="connsiteY4" fmla="*/ 441680 h 1531166"/>
              <a:gd name="connsiteX0" fmla="*/ 4199466 w 4199466"/>
              <a:gd name="connsiteY0" fmla="*/ 340911 h 1602433"/>
              <a:gd name="connsiteX1" fmla="*/ 2302933 w 4199466"/>
              <a:gd name="connsiteY1" fmla="*/ 696512 h 1602433"/>
              <a:gd name="connsiteX2" fmla="*/ 2760133 w 4199466"/>
              <a:gd name="connsiteY2" fmla="*/ 1593978 h 1602433"/>
              <a:gd name="connsiteX3" fmla="*/ 3386666 w 4199466"/>
              <a:gd name="connsiteY3" fmla="*/ 679578 h 1602433"/>
              <a:gd name="connsiteX4" fmla="*/ 0 w 4199466"/>
              <a:gd name="connsiteY4" fmla="*/ 510244 h 1602433"/>
              <a:gd name="connsiteX0" fmla="*/ 4199466 w 4199466"/>
              <a:gd name="connsiteY0" fmla="*/ 320417 h 1573620"/>
              <a:gd name="connsiteX1" fmla="*/ 2302933 w 4199466"/>
              <a:gd name="connsiteY1" fmla="*/ 676018 h 1573620"/>
              <a:gd name="connsiteX2" fmla="*/ 2760133 w 4199466"/>
              <a:gd name="connsiteY2" fmla="*/ 1573484 h 1573620"/>
              <a:gd name="connsiteX3" fmla="*/ 3183466 w 4199466"/>
              <a:gd name="connsiteY3" fmla="*/ 726817 h 1573620"/>
              <a:gd name="connsiteX4" fmla="*/ 0 w 4199466"/>
              <a:gd name="connsiteY4" fmla="*/ 489750 h 1573620"/>
              <a:gd name="connsiteX0" fmla="*/ 4199466 w 4199466"/>
              <a:gd name="connsiteY0" fmla="*/ 320417 h 1573493"/>
              <a:gd name="connsiteX1" fmla="*/ 2048933 w 4199466"/>
              <a:gd name="connsiteY1" fmla="*/ 743751 h 1573493"/>
              <a:gd name="connsiteX2" fmla="*/ 2760133 w 4199466"/>
              <a:gd name="connsiteY2" fmla="*/ 1573484 h 1573493"/>
              <a:gd name="connsiteX3" fmla="*/ 3183466 w 4199466"/>
              <a:gd name="connsiteY3" fmla="*/ 726817 h 1573493"/>
              <a:gd name="connsiteX4" fmla="*/ 0 w 4199466"/>
              <a:gd name="connsiteY4" fmla="*/ 489750 h 1573493"/>
              <a:gd name="connsiteX0" fmla="*/ 4199466 w 4199466"/>
              <a:gd name="connsiteY0" fmla="*/ 320417 h 1573522"/>
              <a:gd name="connsiteX1" fmla="*/ 2048933 w 4199466"/>
              <a:gd name="connsiteY1" fmla="*/ 743751 h 1573522"/>
              <a:gd name="connsiteX2" fmla="*/ 2760133 w 4199466"/>
              <a:gd name="connsiteY2" fmla="*/ 1573484 h 1573522"/>
              <a:gd name="connsiteX3" fmla="*/ 3183466 w 4199466"/>
              <a:gd name="connsiteY3" fmla="*/ 726817 h 1573522"/>
              <a:gd name="connsiteX4" fmla="*/ 0 w 4199466"/>
              <a:gd name="connsiteY4" fmla="*/ 489750 h 1573522"/>
              <a:gd name="connsiteX0" fmla="*/ 4199466 w 4199466"/>
              <a:gd name="connsiteY0" fmla="*/ 254880 h 1474089"/>
              <a:gd name="connsiteX1" fmla="*/ 2048933 w 4199466"/>
              <a:gd name="connsiteY1" fmla="*/ 678214 h 1474089"/>
              <a:gd name="connsiteX2" fmla="*/ 2675467 w 4199466"/>
              <a:gd name="connsiteY2" fmla="*/ 1474080 h 1474089"/>
              <a:gd name="connsiteX3" fmla="*/ 3183466 w 4199466"/>
              <a:gd name="connsiteY3" fmla="*/ 661280 h 1474089"/>
              <a:gd name="connsiteX4" fmla="*/ 0 w 4199466"/>
              <a:gd name="connsiteY4" fmla="*/ 424213 h 1474089"/>
              <a:gd name="connsiteX0" fmla="*/ 4199466 w 4199466"/>
              <a:gd name="connsiteY0" fmla="*/ 254880 h 1476478"/>
              <a:gd name="connsiteX1" fmla="*/ 2048933 w 4199466"/>
              <a:gd name="connsiteY1" fmla="*/ 678214 h 1476478"/>
              <a:gd name="connsiteX2" fmla="*/ 2675467 w 4199466"/>
              <a:gd name="connsiteY2" fmla="*/ 1474080 h 1476478"/>
              <a:gd name="connsiteX3" fmla="*/ 3183466 w 4199466"/>
              <a:gd name="connsiteY3" fmla="*/ 661280 h 1476478"/>
              <a:gd name="connsiteX4" fmla="*/ 0 w 4199466"/>
              <a:gd name="connsiteY4" fmla="*/ 424213 h 1476478"/>
              <a:gd name="connsiteX0" fmla="*/ 4199466 w 4199466"/>
              <a:gd name="connsiteY0" fmla="*/ 279753 h 1501814"/>
              <a:gd name="connsiteX1" fmla="*/ 2048933 w 4199466"/>
              <a:gd name="connsiteY1" fmla="*/ 703087 h 1501814"/>
              <a:gd name="connsiteX2" fmla="*/ 2675467 w 4199466"/>
              <a:gd name="connsiteY2" fmla="*/ 1498953 h 1501814"/>
              <a:gd name="connsiteX3" fmla="*/ 3183466 w 4199466"/>
              <a:gd name="connsiteY3" fmla="*/ 686153 h 1501814"/>
              <a:gd name="connsiteX4" fmla="*/ 0 w 4199466"/>
              <a:gd name="connsiteY4" fmla="*/ 449086 h 1501814"/>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376915 h 1596472"/>
              <a:gd name="connsiteX1" fmla="*/ 2099733 w 4199466"/>
              <a:gd name="connsiteY1" fmla="*/ 732516 h 1596472"/>
              <a:gd name="connsiteX2" fmla="*/ 2675467 w 4199466"/>
              <a:gd name="connsiteY2" fmla="*/ 1596115 h 1596472"/>
              <a:gd name="connsiteX3" fmla="*/ 3183466 w 4199466"/>
              <a:gd name="connsiteY3" fmla="*/ 783315 h 1596472"/>
              <a:gd name="connsiteX4" fmla="*/ 0 w 4199466"/>
              <a:gd name="connsiteY4" fmla="*/ 546248 h 1596472"/>
              <a:gd name="connsiteX0" fmla="*/ 4199466 w 4199466"/>
              <a:gd name="connsiteY0" fmla="*/ 243473 h 1115335"/>
              <a:gd name="connsiteX1" fmla="*/ 2099733 w 4199466"/>
              <a:gd name="connsiteY1" fmla="*/ 599074 h 1115335"/>
              <a:gd name="connsiteX2" fmla="*/ 2641098 w 4199466"/>
              <a:gd name="connsiteY2" fmla="*/ 1115187 h 1115335"/>
              <a:gd name="connsiteX3" fmla="*/ 3183466 w 4199466"/>
              <a:gd name="connsiteY3" fmla="*/ 649873 h 1115335"/>
              <a:gd name="connsiteX4" fmla="*/ 0 w 4199466"/>
              <a:gd name="connsiteY4" fmla="*/ 412806 h 1115335"/>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466" h="1151030">
                <a:moveTo>
                  <a:pt x="4199466" y="279036"/>
                </a:moveTo>
                <a:cubicBezTo>
                  <a:pt x="3241321" y="239525"/>
                  <a:pt x="2236563" y="182670"/>
                  <a:pt x="2099733" y="634637"/>
                </a:cubicBezTo>
                <a:cubicBezTo>
                  <a:pt x="1962903" y="1086604"/>
                  <a:pt x="2460476" y="1142284"/>
                  <a:pt x="2641098" y="1150750"/>
                </a:cubicBezTo>
                <a:cubicBezTo>
                  <a:pt x="2821720" y="1159216"/>
                  <a:pt x="3197646" y="975667"/>
                  <a:pt x="3183466" y="685436"/>
                </a:cubicBezTo>
                <a:cubicBezTo>
                  <a:pt x="3169286" y="395205"/>
                  <a:pt x="2111021" y="-553521"/>
                  <a:pt x="0" y="448369"/>
                </a:cubicBezTo>
              </a:path>
            </a:pathLst>
          </a:custGeom>
          <a:ln>
            <a:solidFill>
              <a:schemeClr val="bg1">
                <a:lumMod val="75000"/>
              </a:schemeClr>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defTabSz="486044" fontAlgn="auto">
              <a:spcBef>
                <a:spcPts val="0"/>
              </a:spcBef>
              <a:spcAft>
                <a:spcPts val="0"/>
              </a:spcAft>
            </a:pPr>
            <a:endParaRPr lang="en-US" sz="1920">
              <a:solidFill>
                <a:prstClr val="black"/>
              </a:solidFill>
            </a:endParaRPr>
          </a:p>
        </p:txBody>
      </p:sp>
      <p:sp>
        <p:nvSpPr>
          <p:cNvPr id="13" name="Isosceles Triangle 9"/>
          <p:cNvSpPr/>
          <p:nvPr/>
        </p:nvSpPr>
        <p:spPr>
          <a:xfrm rot="2110876">
            <a:off x="5795981" y="4873691"/>
            <a:ext cx="228206" cy="308981"/>
          </a:xfrm>
          <a:custGeom>
            <a:avLst/>
            <a:gdLst/>
            <a:ahLst/>
            <a:cxnLst/>
            <a:rect l="l" t="t" r="r" b="b"/>
            <a:pathLst>
              <a:path w="696359" h="1149768">
                <a:moveTo>
                  <a:pt x="355075" y="0"/>
                </a:moveTo>
                <a:lnTo>
                  <a:pt x="696359" y="1105109"/>
                </a:lnTo>
                <a:lnTo>
                  <a:pt x="372008" y="801168"/>
                </a:lnTo>
                <a:lnTo>
                  <a:pt x="0" y="1149768"/>
                </a:lnTo>
                <a:close/>
              </a:path>
            </a:pathLst>
          </a:cu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00725008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fltVal val="0"/>
                                          </p:val>
                                        </p:tav>
                                        <p:tav tm="100000">
                                          <p:val>
                                            <p:strVal val="#ppt_w"/>
                                          </p:val>
                                        </p:tav>
                                      </p:tavLst>
                                    </p:anim>
                                    <p:anim calcmode="lin" valueType="num">
                                      <p:cBhvr>
                                        <p:cTn id="12" dur="500" fill="hold"/>
                                        <p:tgtEl>
                                          <p:spTgt spid="13"/>
                                        </p:tgtEl>
                                        <p:attrNameLst>
                                          <p:attrName>ppt_h</p:attrName>
                                        </p:attrNameLst>
                                      </p:cBhvr>
                                      <p:tavLst>
                                        <p:tav tm="0">
                                          <p:val>
                                            <p:fltVal val="0"/>
                                          </p:val>
                                        </p:tav>
                                        <p:tav tm="100000">
                                          <p:val>
                                            <p:strVal val="#ppt_h"/>
                                          </p:val>
                                        </p:tav>
                                      </p:tavLst>
                                    </p:anim>
                                    <p:animEffect transition="in" filter="fade">
                                      <p:cBhvr>
                                        <p:cTn id="1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6"/>
          </p:nvPr>
        </p:nvSpPr>
        <p:spPr>
          <a:xfrm>
            <a:off x="5531681" y="2804355"/>
            <a:ext cx="5971592" cy="1536868"/>
          </a:xfrm>
        </p:spPr>
        <p:txBody>
          <a:bodyPr>
            <a:noAutofit/>
          </a:bodyPr>
          <a:lstStyle/>
          <a:p>
            <a:pPr rtl="1">
              <a:lnSpc>
                <a:spcPct val="100000"/>
              </a:lnSpc>
            </a:pPr>
            <a:r>
              <a:rPr lang="ar-JO" sz="2800" b="1" dirty="0">
                <a:solidFill>
                  <a:schemeClr val="tx1"/>
                </a:solidFill>
              </a:rPr>
              <a:t>تعمل على بنائه كباحث وتمكنه من تقييم نفسه نتيجة لإتاحة الفرص له في استكشاف المعلومة بنفسه وليس بتزويده بها فقط</a:t>
            </a:r>
            <a:endParaRPr lang="en-US" sz="2800" b="1" dirty="0">
              <a:solidFill>
                <a:schemeClr val="tx1"/>
              </a:solidFill>
            </a:endParaRPr>
          </a:p>
        </p:txBody>
      </p:sp>
      <p:grpSp>
        <p:nvGrpSpPr>
          <p:cNvPr id="7" name="Group 6"/>
          <p:cNvGrpSpPr/>
          <p:nvPr/>
        </p:nvGrpSpPr>
        <p:grpSpPr>
          <a:xfrm>
            <a:off x="1375863" y="1605961"/>
            <a:ext cx="3302010" cy="2635794"/>
            <a:chOff x="4268169" y="1589803"/>
            <a:chExt cx="3302010" cy="2635794"/>
          </a:xfrm>
        </p:grpSpPr>
        <p:sp>
          <p:nvSpPr>
            <p:cNvPr id="8" name="Freeform 7"/>
            <p:cNvSpPr>
              <a:spLocks/>
            </p:cNvSpPr>
            <p:nvPr/>
          </p:nvSpPr>
          <p:spPr bwMode="auto">
            <a:xfrm>
              <a:off x="4268169" y="2336443"/>
              <a:ext cx="1567460" cy="1593595"/>
            </a:xfrm>
            <a:custGeom>
              <a:avLst/>
              <a:gdLst>
                <a:gd name="T0" fmla="*/ 0 w 1083"/>
                <a:gd name="T1" fmla="*/ 1001 h 1001"/>
                <a:gd name="T2" fmla="*/ 1083 w 1083"/>
                <a:gd name="T3" fmla="*/ 0 h 1001"/>
                <a:gd name="T4" fmla="*/ 229 w 1083"/>
                <a:gd name="T5" fmla="*/ 627 h 1001"/>
                <a:gd name="T6" fmla="*/ 0 w 1083"/>
                <a:gd name="T7" fmla="*/ 1001 h 1001"/>
              </a:gdLst>
              <a:ahLst/>
              <a:cxnLst>
                <a:cxn ang="0">
                  <a:pos x="T0" y="T1"/>
                </a:cxn>
                <a:cxn ang="0">
                  <a:pos x="T2" y="T3"/>
                </a:cxn>
                <a:cxn ang="0">
                  <a:pos x="T4" y="T5"/>
                </a:cxn>
                <a:cxn ang="0">
                  <a:pos x="T6" y="T7"/>
                </a:cxn>
              </a:cxnLst>
              <a:rect l="0" t="0" r="r" b="b"/>
              <a:pathLst>
                <a:path w="1083" h="1001">
                  <a:moveTo>
                    <a:pt x="0" y="1001"/>
                  </a:moveTo>
                  <a:cubicBezTo>
                    <a:pt x="0" y="1001"/>
                    <a:pt x="706" y="250"/>
                    <a:pt x="1083" y="0"/>
                  </a:cubicBezTo>
                  <a:cubicBezTo>
                    <a:pt x="1083" y="0"/>
                    <a:pt x="761" y="92"/>
                    <a:pt x="229" y="627"/>
                  </a:cubicBezTo>
                  <a:cubicBezTo>
                    <a:pt x="229" y="627"/>
                    <a:pt x="3" y="876"/>
                    <a:pt x="0" y="1001"/>
                  </a:cubicBezTo>
                  <a:close/>
                </a:path>
              </a:pathLst>
            </a:custGeom>
            <a:solidFill>
              <a:srgbClr val="F8D3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grpSp>
          <p:nvGrpSpPr>
            <p:cNvPr id="9" name="Group 8"/>
            <p:cNvGrpSpPr/>
            <p:nvPr/>
          </p:nvGrpSpPr>
          <p:grpSpPr>
            <a:xfrm>
              <a:off x="4441992" y="1589803"/>
              <a:ext cx="3128187" cy="2635794"/>
              <a:chOff x="4441992" y="1589803"/>
              <a:chExt cx="3128187" cy="2635794"/>
            </a:xfrm>
          </p:grpSpPr>
          <p:sp>
            <p:nvSpPr>
              <p:cNvPr id="10" name="Freeform 9"/>
              <p:cNvSpPr>
                <a:spLocks/>
              </p:cNvSpPr>
              <p:nvPr/>
            </p:nvSpPr>
            <p:spPr bwMode="auto">
              <a:xfrm>
                <a:off x="4441992" y="2246900"/>
                <a:ext cx="1933465" cy="1409123"/>
              </a:xfrm>
              <a:custGeom>
                <a:avLst/>
                <a:gdLst>
                  <a:gd name="T0" fmla="*/ 0 w 1336"/>
                  <a:gd name="T1" fmla="*/ 885 h 885"/>
                  <a:gd name="T2" fmla="*/ 966 w 1336"/>
                  <a:gd name="T3" fmla="*/ 877 h 885"/>
                  <a:gd name="T4" fmla="*/ 1336 w 1336"/>
                  <a:gd name="T5" fmla="*/ 70 h 885"/>
                  <a:gd name="T6" fmla="*/ 1179 w 1336"/>
                  <a:gd name="T7" fmla="*/ 0 h 885"/>
                  <a:gd name="T8" fmla="*/ 929 w 1336"/>
                  <a:gd name="T9" fmla="*/ 70 h 885"/>
                  <a:gd name="T10" fmla="*/ 842 w 1336"/>
                  <a:gd name="T11" fmla="*/ 115 h 885"/>
                  <a:gd name="T12" fmla="*/ 0 w 1336"/>
                  <a:gd name="T13" fmla="*/ 885 h 885"/>
                </a:gdLst>
                <a:ahLst/>
                <a:cxnLst>
                  <a:cxn ang="0">
                    <a:pos x="T0" y="T1"/>
                  </a:cxn>
                  <a:cxn ang="0">
                    <a:pos x="T2" y="T3"/>
                  </a:cxn>
                  <a:cxn ang="0">
                    <a:pos x="T4" y="T5"/>
                  </a:cxn>
                  <a:cxn ang="0">
                    <a:pos x="T6" y="T7"/>
                  </a:cxn>
                  <a:cxn ang="0">
                    <a:pos x="T8" y="T9"/>
                  </a:cxn>
                  <a:cxn ang="0">
                    <a:pos x="T10" y="T11"/>
                  </a:cxn>
                  <a:cxn ang="0">
                    <a:pos x="T12" y="T13"/>
                  </a:cxn>
                </a:cxnLst>
                <a:rect l="0" t="0" r="r" b="b"/>
                <a:pathLst>
                  <a:path w="1336" h="885">
                    <a:moveTo>
                      <a:pt x="0" y="885"/>
                    </a:moveTo>
                    <a:cubicBezTo>
                      <a:pt x="0" y="885"/>
                      <a:pt x="635" y="615"/>
                      <a:pt x="966" y="877"/>
                    </a:cubicBezTo>
                    <a:cubicBezTo>
                      <a:pt x="1336" y="70"/>
                      <a:pt x="1336" y="70"/>
                      <a:pt x="1336" y="70"/>
                    </a:cubicBezTo>
                    <a:cubicBezTo>
                      <a:pt x="1179" y="0"/>
                      <a:pt x="1179" y="0"/>
                      <a:pt x="1179" y="0"/>
                    </a:cubicBezTo>
                    <a:cubicBezTo>
                      <a:pt x="1179" y="0"/>
                      <a:pt x="1048" y="20"/>
                      <a:pt x="929" y="70"/>
                    </a:cubicBezTo>
                    <a:cubicBezTo>
                      <a:pt x="899" y="82"/>
                      <a:pt x="868" y="99"/>
                      <a:pt x="842" y="115"/>
                    </a:cubicBezTo>
                    <a:cubicBezTo>
                      <a:pt x="713" y="196"/>
                      <a:pt x="0" y="885"/>
                      <a:pt x="0" y="885"/>
                    </a:cubicBezTo>
                    <a:close/>
                  </a:path>
                </a:pathLst>
              </a:custGeom>
              <a:solidFill>
                <a:srgbClr val="F8D35E">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11" name="Freeform 10"/>
              <p:cNvSpPr>
                <a:spLocks/>
              </p:cNvSpPr>
              <p:nvPr/>
            </p:nvSpPr>
            <p:spPr bwMode="auto">
              <a:xfrm>
                <a:off x="4516661" y="3755665"/>
                <a:ext cx="273586" cy="469932"/>
              </a:xfrm>
              <a:custGeom>
                <a:avLst/>
                <a:gdLst>
                  <a:gd name="T0" fmla="*/ 411 w 447"/>
                  <a:gd name="T1" fmla="*/ 28 h 698"/>
                  <a:gd name="T2" fmla="*/ 215 w 447"/>
                  <a:gd name="T3" fmla="*/ 0 h 698"/>
                  <a:gd name="T4" fmla="*/ 135 w 447"/>
                  <a:gd name="T5" fmla="*/ 177 h 698"/>
                  <a:gd name="T6" fmla="*/ 184 w 447"/>
                  <a:gd name="T7" fmla="*/ 196 h 698"/>
                  <a:gd name="T8" fmla="*/ 85 w 447"/>
                  <a:gd name="T9" fmla="*/ 355 h 698"/>
                  <a:gd name="T10" fmla="*/ 0 w 447"/>
                  <a:gd name="T11" fmla="*/ 691 h 698"/>
                  <a:gd name="T12" fmla="*/ 45 w 447"/>
                  <a:gd name="T13" fmla="*/ 698 h 698"/>
                  <a:gd name="T14" fmla="*/ 196 w 447"/>
                  <a:gd name="T15" fmla="*/ 395 h 698"/>
                  <a:gd name="T16" fmla="*/ 447 w 447"/>
                  <a:gd name="T17" fmla="*/ 166 h 698"/>
                  <a:gd name="T18" fmla="*/ 411 w 447"/>
                  <a:gd name="T19" fmla="*/ 28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7" h="698">
                    <a:moveTo>
                      <a:pt x="411" y="28"/>
                    </a:moveTo>
                    <a:lnTo>
                      <a:pt x="215" y="0"/>
                    </a:lnTo>
                    <a:lnTo>
                      <a:pt x="135" y="177"/>
                    </a:lnTo>
                    <a:lnTo>
                      <a:pt x="184" y="196"/>
                    </a:lnTo>
                    <a:lnTo>
                      <a:pt x="85" y="355"/>
                    </a:lnTo>
                    <a:lnTo>
                      <a:pt x="0" y="691"/>
                    </a:lnTo>
                    <a:lnTo>
                      <a:pt x="45" y="698"/>
                    </a:lnTo>
                    <a:lnTo>
                      <a:pt x="196" y="395"/>
                    </a:lnTo>
                    <a:lnTo>
                      <a:pt x="447" y="166"/>
                    </a:lnTo>
                    <a:lnTo>
                      <a:pt x="411" y="28"/>
                    </a:lnTo>
                    <a:close/>
                  </a:path>
                </a:pathLst>
              </a:custGeom>
              <a:solidFill>
                <a:srgbClr val="FCFCFC">
                  <a:lumMod val="10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14" name="Freeform 13"/>
              <p:cNvSpPr>
                <a:spLocks/>
              </p:cNvSpPr>
              <p:nvPr/>
            </p:nvSpPr>
            <p:spPr bwMode="auto">
              <a:xfrm>
                <a:off x="7332703" y="1589803"/>
                <a:ext cx="237476" cy="318450"/>
              </a:xfrm>
              <a:custGeom>
                <a:avLst/>
                <a:gdLst>
                  <a:gd name="T0" fmla="*/ 0 w 388"/>
                  <a:gd name="T1" fmla="*/ 300 h 473"/>
                  <a:gd name="T2" fmla="*/ 80 w 388"/>
                  <a:gd name="T3" fmla="*/ 260 h 473"/>
                  <a:gd name="T4" fmla="*/ 68 w 388"/>
                  <a:gd name="T5" fmla="*/ 135 h 473"/>
                  <a:gd name="T6" fmla="*/ 250 w 388"/>
                  <a:gd name="T7" fmla="*/ 17 h 473"/>
                  <a:gd name="T8" fmla="*/ 255 w 388"/>
                  <a:gd name="T9" fmla="*/ 47 h 473"/>
                  <a:gd name="T10" fmla="*/ 376 w 388"/>
                  <a:gd name="T11" fmla="*/ 0 h 473"/>
                  <a:gd name="T12" fmla="*/ 388 w 388"/>
                  <a:gd name="T13" fmla="*/ 90 h 473"/>
                  <a:gd name="T14" fmla="*/ 371 w 388"/>
                  <a:gd name="T15" fmla="*/ 97 h 473"/>
                  <a:gd name="T16" fmla="*/ 380 w 388"/>
                  <a:gd name="T17" fmla="*/ 194 h 473"/>
                  <a:gd name="T18" fmla="*/ 359 w 388"/>
                  <a:gd name="T19" fmla="*/ 201 h 473"/>
                  <a:gd name="T20" fmla="*/ 366 w 388"/>
                  <a:gd name="T21" fmla="*/ 359 h 473"/>
                  <a:gd name="T22" fmla="*/ 118 w 388"/>
                  <a:gd name="T23" fmla="*/ 473 h 473"/>
                  <a:gd name="T24" fmla="*/ 104 w 388"/>
                  <a:gd name="T25" fmla="*/ 378 h 473"/>
                  <a:gd name="T26" fmla="*/ 14 w 388"/>
                  <a:gd name="T27" fmla="*/ 423 h 473"/>
                  <a:gd name="T28" fmla="*/ 0 w 388"/>
                  <a:gd name="T29" fmla="*/ 30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8" h="473">
                    <a:moveTo>
                      <a:pt x="0" y="300"/>
                    </a:moveTo>
                    <a:lnTo>
                      <a:pt x="80" y="260"/>
                    </a:lnTo>
                    <a:lnTo>
                      <a:pt x="68" y="135"/>
                    </a:lnTo>
                    <a:lnTo>
                      <a:pt x="250" y="17"/>
                    </a:lnTo>
                    <a:lnTo>
                      <a:pt x="255" y="47"/>
                    </a:lnTo>
                    <a:lnTo>
                      <a:pt x="376" y="0"/>
                    </a:lnTo>
                    <a:lnTo>
                      <a:pt x="388" y="90"/>
                    </a:lnTo>
                    <a:lnTo>
                      <a:pt x="371" y="97"/>
                    </a:lnTo>
                    <a:lnTo>
                      <a:pt x="380" y="194"/>
                    </a:lnTo>
                    <a:lnTo>
                      <a:pt x="359" y="201"/>
                    </a:lnTo>
                    <a:lnTo>
                      <a:pt x="366" y="359"/>
                    </a:lnTo>
                    <a:lnTo>
                      <a:pt x="118" y="473"/>
                    </a:lnTo>
                    <a:lnTo>
                      <a:pt x="104" y="378"/>
                    </a:lnTo>
                    <a:lnTo>
                      <a:pt x="14" y="423"/>
                    </a:lnTo>
                    <a:lnTo>
                      <a:pt x="0" y="300"/>
                    </a:lnTo>
                    <a:close/>
                  </a:path>
                </a:pathLst>
              </a:custGeom>
              <a:solidFill>
                <a:srgbClr val="FFD9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15" name="Freeform 14"/>
              <p:cNvSpPr>
                <a:spLocks/>
              </p:cNvSpPr>
              <p:nvPr/>
            </p:nvSpPr>
            <p:spPr bwMode="auto">
              <a:xfrm>
                <a:off x="7396356" y="1599228"/>
                <a:ext cx="108333" cy="181779"/>
              </a:xfrm>
              <a:custGeom>
                <a:avLst/>
                <a:gdLst>
                  <a:gd name="T0" fmla="*/ 64 w 75"/>
                  <a:gd name="T1" fmla="*/ 14 h 114"/>
                  <a:gd name="T2" fmla="*/ 75 w 75"/>
                  <a:gd name="T3" fmla="*/ 89 h 114"/>
                  <a:gd name="T4" fmla="*/ 34 w 75"/>
                  <a:gd name="T5" fmla="*/ 53 h 114"/>
                  <a:gd name="T6" fmla="*/ 70 w 75"/>
                  <a:gd name="T7" fmla="*/ 86 h 114"/>
                  <a:gd name="T8" fmla="*/ 58 w 75"/>
                  <a:gd name="T9" fmla="*/ 7 h 114"/>
                  <a:gd name="T10" fmla="*/ 0 w 75"/>
                  <a:gd name="T11" fmla="*/ 42 h 114"/>
                  <a:gd name="T12" fmla="*/ 63 w 75"/>
                  <a:gd name="T13" fmla="*/ 0 h 114"/>
                  <a:gd name="T14" fmla="*/ 64 w 75"/>
                  <a:gd name="T15" fmla="*/ 14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114">
                    <a:moveTo>
                      <a:pt x="64" y="14"/>
                    </a:moveTo>
                    <a:cubicBezTo>
                      <a:pt x="75" y="89"/>
                      <a:pt x="75" y="89"/>
                      <a:pt x="75" y="89"/>
                    </a:cubicBezTo>
                    <a:cubicBezTo>
                      <a:pt x="75" y="89"/>
                      <a:pt x="35" y="114"/>
                      <a:pt x="34" y="53"/>
                    </a:cubicBezTo>
                    <a:cubicBezTo>
                      <a:pt x="34" y="53"/>
                      <a:pt x="38" y="101"/>
                      <a:pt x="70" y="86"/>
                    </a:cubicBezTo>
                    <a:cubicBezTo>
                      <a:pt x="58" y="7"/>
                      <a:pt x="58" y="7"/>
                      <a:pt x="58" y="7"/>
                    </a:cubicBezTo>
                    <a:cubicBezTo>
                      <a:pt x="0" y="42"/>
                      <a:pt x="0" y="42"/>
                      <a:pt x="0" y="42"/>
                    </a:cubicBezTo>
                    <a:cubicBezTo>
                      <a:pt x="63" y="0"/>
                      <a:pt x="63" y="0"/>
                      <a:pt x="63" y="0"/>
                    </a:cubicBezTo>
                    <a:lnTo>
                      <a:pt x="64" y="14"/>
                    </a:lnTo>
                    <a:close/>
                  </a:path>
                </a:pathLst>
              </a:custGeom>
              <a:solidFill>
                <a:srgbClr val="E3B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16" name="Freeform 15"/>
              <p:cNvSpPr>
                <a:spLocks/>
              </p:cNvSpPr>
              <p:nvPr/>
            </p:nvSpPr>
            <p:spPr bwMode="auto">
              <a:xfrm>
                <a:off x="7493060" y="1597882"/>
                <a:ext cx="77118" cy="90890"/>
              </a:xfrm>
              <a:custGeom>
                <a:avLst/>
                <a:gdLst>
                  <a:gd name="T0" fmla="*/ 0 w 126"/>
                  <a:gd name="T1" fmla="*/ 118 h 135"/>
                  <a:gd name="T2" fmla="*/ 116 w 126"/>
                  <a:gd name="T3" fmla="*/ 71 h 135"/>
                  <a:gd name="T4" fmla="*/ 114 w 126"/>
                  <a:gd name="T5" fmla="*/ 0 h 135"/>
                  <a:gd name="T6" fmla="*/ 126 w 126"/>
                  <a:gd name="T7" fmla="*/ 78 h 135"/>
                  <a:gd name="T8" fmla="*/ 3 w 126"/>
                  <a:gd name="T9" fmla="*/ 135 h 135"/>
                  <a:gd name="T10" fmla="*/ 0 w 126"/>
                  <a:gd name="T11" fmla="*/ 118 h 135"/>
                </a:gdLst>
                <a:ahLst/>
                <a:cxnLst>
                  <a:cxn ang="0">
                    <a:pos x="T0" y="T1"/>
                  </a:cxn>
                  <a:cxn ang="0">
                    <a:pos x="T2" y="T3"/>
                  </a:cxn>
                  <a:cxn ang="0">
                    <a:pos x="T4" y="T5"/>
                  </a:cxn>
                  <a:cxn ang="0">
                    <a:pos x="T6" y="T7"/>
                  </a:cxn>
                  <a:cxn ang="0">
                    <a:pos x="T8" y="T9"/>
                  </a:cxn>
                  <a:cxn ang="0">
                    <a:pos x="T10" y="T11"/>
                  </a:cxn>
                </a:cxnLst>
                <a:rect l="0" t="0" r="r" b="b"/>
                <a:pathLst>
                  <a:path w="126" h="135">
                    <a:moveTo>
                      <a:pt x="0" y="118"/>
                    </a:moveTo>
                    <a:lnTo>
                      <a:pt x="116" y="71"/>
                    </a:lnTo>
                    <a:lnTo>
                      <a:pt x="114" y="0"/>
                    </a:lnTo>
                    <a:lnTo>
                      <a:pt x="126" y="78"/>
                    </a:lnTo>
                    <a:lnTo>
                      <a:pt x="3" y="135"/>
                    </a:lnTo>
                    <a:lnTo>
                      <a:pt x="0" y="118"/>
                    </a:lnTo>
                    <a:close/>
                  </a:path>
                </a:pathLst>
              </a:custGeom>
              <a:solidFill>
                <a:srgbClr val="E3B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17" name="Freeform 16"/>
              <p:cNvSpPr>
                <a:spLocks/>
              </p:cNvSpPr>
              <p:nvPr/>
            </p:nvSpPr>
            <p:spPr bwMode="auto">
              <a:xfrm>
                <a:off x="7463070" y="1742632"/>
                <a:ext cx="12853" cy="121186"/>
              </a:xfrm>
              <a:custGeom>
                <a:avLst/>
                <a:gdLst>
                  <a:gd name="T0" fmla="*/ 0 w 21"/>
                  <a:gd name="T1" fmla="*/ 0 h 180"/>
                  <a:gd name="T2" fmla="*/ 21 w 21"/>
                  <a:gd name="T3" fmla="*/ 180 h 180"/>
                  <a:gd name="T4" fmla="*/ 16 w 21"/>
                  <a:gd name="T5" fmla="*/ 2 h 180"/>
                  <a:gd name="T6" fmla="*/ 0 w 21"/>
                  <a:gd name="T7" fmla="*/ 0 h 180"/>
                </a:gdLst>
                <a:ahLst/>
                <a:cxnLst>
                  <a:cxn ang="0">
                    <a:pos x="T0" y="T1"/>
                  </a:cxn>
                  <a:cxn ang="0">
                    <a:pos x="T2" y="T3"/>
                  </a:cxn>
                  <a:cxn ang="0">
                    <a:pos x="T4" y="T5"/>
                  </a:cxn>
                  <a:cxn ang="0">
                    <a:pos x="T6" y="T7"/>
                  </a:cxn>
                </a:cxnLst>
                <a:rect l="0" t="0" r="r" b="b"/>
                <a:pathLst>
                  <a:path w="21" h="180">
                    <a:moveTo>
                      <a:pt x="0" y="0"/>
                    </a:moveTo>
                    <a:lnTo>
                      <a:pt x="21" y="180"/>
                    </a:lnTo>
                    <a:lnTo>
                      <a:pt x="16" y="2"/>
                    </a:lnTo>
                    <a:lnTo>
                      <a:pt x="0" y="0"/>
                    </a:lnTo>
                    <a:close/>
                  </a:path>
                </a:pathLst>
              </a:custGeom>
              <a:solidFill>
                <a:srgbClr val="E3B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18" name="Freeform 17"/>
              <p:cNvSpPr>
                <a:spLocks/>
              </p:cNvSpPr>
              <p:nvPr/>
            </p:nvSpPr>
            <p:spPr bwMode="auto">
              <a:xfrm>
                <a:off x="7501629" y="1659822"/>
                <a:ext cx="63653" cy="81464"/>
              </a:xfrm>
              <a:custGeom>
                <a:avLst/>
                <a:gdLst>
                  <a:gd name="T0" fmla="*/ 0 w 104"/>
                  <a:gd name="T1" fmla="*/ 106 h 121"/>
                  <a:gd name="T2" fmla="*/ 93 w 104"/>
                  <a:gd name="T3" fmla="*/ 80 h 121"/>
                  <a:gd name="T4" fmla="*/ 95 w 104"/>
                  <a:gd name="T5" fmla="*/ 0 h 121"/>
                  <a:gd name="T6" fmla="*/ 104 w 104"/>
                  <a:gd name="T7" fmla="*/ 90 h 121"/>
                  <a:gd name="T8" fmla="*/ 0 w 104"/>
                  <a:gd name="T9" fmla="*/ 121 h 121"/>
                  <a:gd name="T10" fmla="*/ 0 w 104"/>
                  <a:gd name="T11" fmla="*/ 106 h 121"/>
                </a:gdLst>
                <a:ahLst/>
                <a:cxnLst>
                  <a:cxn ang="0">
                    <a:pos x="T0" y="T1"/>
                  </a:cxn>
                  <a:cxn ang="0">
                    <a:pos x="T2" y="T3"/>
                  </a:cxn>
                  <a:cxn ang="0">
                    <a:pos x="T4" y="T5"/>
                  </a:cxn>
                  <a:cxn ang="0">
                    <a:pos x="T6" y="T7"/>
                  </a:cxn>
                  <a:cxn ang="0">
                    <a:pos x="T8" y="T9"/>
                  </a:cxn>
                  <a:cxn ang="0">
                    <a:pos x="T10" y="T11"/>
                  </a:cxn>
                </a:cxnLst>
                <a:rect l="0" t="0" r="r" b="b"/>
                <a:pathLst>
                  <a:path w="104" h="121">
                    <a:moveTo>
                      <a:pt x="0" y="106"/>
                    </a:moveTo>
                    <a:lnTo>
                      <a:pt x="93" y="80"/>
                    </a:lnTo>
                    <a:lnTo>
                      <a:pt x="95" y="0"/>
                    </a:lnTo>
                    <a:lnTo>
                      <a:pt x="104" y="90"/>
                    </a:lnTo>
                    <a:lnTo>
                      <a:pt x="0" y="121"/>
                    </a:lnTo>
                    <a:lnTo>
                      <a:pt x="0" y="106"/>
                    </a:lnTo>
                    <a:close/>
                  </a:path>
                </a:pathLst>
              </a:custGeom>
              <a:solidFill>
                <a:srgbClr val="E3B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19" name="Freeform 18"/>
              <p:cNvSpPr>
                <a:spLocks/>
              </p:cNvSpPr>
              <p:nvPr/>
            </p:nvSpPr>
            <p:spPr bwMode="auto">
              <a:xfrm>
                <a:off x="7471638" y="1731187"/>
                <a:ext cx="83851" cy="80117"/>
              </a:xfrm>
              <a:custGeom>
                <a:avLst/>
                <a:gdLst>
                  <a:gd name="T0" fmla="*/ 0 w 137"/>
                  <a:gd name="T1" fmla="*/ 102 h 119"/>
                  <a:gd name="T2" fmla="*/ 127 w 137"/>
                  <a:gd name="T3" fmla="*/ 71 h 119"/>
                  <a:gd name="T4" fmla="*/ 132 w 137"/>
                  <a:gd name="T5" fmla="*/ 0 h 119"/>
                  <a:gd name="T6" fmla="*/ 137 w 137"/>
                  <a:gd name="T7" fmla="*/ 83 h 119"/>
                  <a:gd name="T8" fmla="*/ 2 w 137"/>
                  <a:gd name="T9" fmla="*/ 119 h 119"/>
                  <a:gd name="T10" fmla="*/ 0 w 137"/>
                  <a:gd name="T11" fmla="*/ 102 h 119"/>
                </a:gdLst>
                <a:ahLst/>
                <a:cxnLst>
                  <a:cxn ang="0">
                    <a:pos x="T0" y="T1"/>
                  </a:cxn>
                  <a:cxn ang="0">
                    <a:pos x="T2" y="T3"/>
                  </a:cxn>
                  <a:cxn ang="0">
                    <a:pos x="T4" y="T5"/>
                  </a:cxn>
                  <a:cxn ang="0">
                    <a:pos x="T6" y="T7"/>
                  </a:cxn>
                  <a:cxn ang="0">
                    <a:pos x="T8" y="T9"/>
                  </a:cxn>
                  <a:cxn ang="0">
                    <a:pos x="T10" y="T11"/>
                  </a:cxn>
                </a:cxnLst>
                <a:rect l="0" t="0" r="r" b="b"/>
                <a:pathLst>
                  <a:path w="137" h="119">
                    <a:moveTo>
                      <a:pt x="0" y="102"/>
                    </a:moveTo>
                    <a:lnTo>
                      <a:pt x="127" y="71"/>
                    </a:lnTo>
                    <a:lnTo>
                      <a:pt x="132" y="0"/>
                    </a:lnTo>
                    <a:lnTo>
                      <a:pt x="137" y="83"/>
                    </a:lnTo>
                    <a:lnTo>
                      <a:pt x="2" y="119"/>
                    </a:lnTo>
                    <a:lnTo>
                      <a:pt x="0" y="102"/>
                    </a:lnTo>
                    <a:close/>
                  </a:path>
                </a:pathLst>
              </a:custGeom>
              <a:solidFill>
                <a:srgbClr val="E3B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0" name="Freeform 19"/>
              <p:cNvSpPr>
                <a:spLocks/>
              </p:cNvSpPr>
              <p:nvPr/>
            </p:nvSpPr>
            <p:spPr bwMode="auto">
              <a:xfrm>
                <a:off x="7306385" y="1772928"/>
                <a:ext cx="52024" cy="144750"/>
              </a:xfrm>
              <a:custGeom>
                <a:avLst/>
                <a:gdLst>
                  <a:gd name="T0" fmla="*/ 0 w 85"/>
                  <a:gd name="T1" fmla="*/ 35 h 215"/>
                  <a:gd name="T2" fmla="*/ 71 w 85"/>
                  <a:gd name="T3" fmla="*/ 0 h 215"/>
                  <a:gd name="T4" fmla="*/ 85 w 85"/>
                  <a:gd name="T5" fmla="*/ 172 h 215"/>
                  <a:gd name="T6" fmla="*/ 5 w 85"/>
                  <a:gd name="T7" fmla="*/ 215 h 215"/>
                  <a:gd name="T8" fmla="*/ 0 w 85"/>
                  <a:gd name="T9" fmla="*/ 35 h 215"/>
                </a:gdLst>
                <a:ahLst/>
                <a:cxnLst>
                  <a:cxn ang="0">
                    <a:pos x="T0" y="T1"/>
                  </a:cxn>
                  <a:cxn ang="0">
                    <a:pos x="T2" y="T3"/>
                  </a:cxn>
                  <a:cxn ang="0">
                    <a:pos x="T4" y="T5"/>
                  </a:cxn>
                  <a:cxn ang="0">
                    <a:pos x="T6" y="T7"/>
                  </a:cxn>
                  <a:cxn ang="0">
                    <a:pos x="T8" y="T9"/>
                  </a:cxn>
                </a:cxnLst>
                <a:rect l="0" t="0" r="r" b="b"/>
                <a:pathLst>
                  <a:path w="85" h="215">
                    <a:moveTo>
                      <a:pt x="0" y="35"/>
                    </a:moveTo>
                    <a:lnTo>
                      <a:pt x="71" y="0"/>
                    </a:lnTo>
                    <a:lnTo>
                      <a:pt x="85" y="172"/>
                    </a:lnTo>
                    <a:lnTo>
                      <a:pt x="5" y="215"/>
                    </a:lnTo>
                    <a:lnTo>
                      <a:pt x="0" y="35"/>
                    </a:lnTo>
                    <a:close/>
                  </a:path>
                </a:pathLst>
              </a:custGeom>
              <a:solidFill>
                <a:srgbClr val="868AD1"/>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1" name="Freeform 20"/>
              <p:cNvSpPr>
                <a:spLocks/>
              </p:cNvSpPr>
              <p:nvPr/>
            </p:nvSpPr>
            <p:spPr bwMode="auto">
              <a:xfrm>
                <a:off x="5541845" y="1778988"/>
                <a:ext cx="1782289" cy="1092019"/>
              </a:xfrm>
              <a:custGeom>
                <a:avLst/>
                <a:gdLst>
                  <a:gd name="T0" fmla="*/ 419 w 1231"/>
                  <a:gd name="T1" fmla="*/ 294 h 686"/>
                  <a:gd name="T2" fmla="*/ 0 w 1231"/>
                  <a:gd name="T3" fmla="*/ 478 h 686"/>
                  <a:gd name="T4" fmla="*/ 200 w 1231"/>
                  <a:gd name="T5" fmla="*/ 537 h 686"/>
                  <a:gd name="T6" fmla="*/ 79 w 1231"/>
                  <a:gd name="T7" fmla="*/ 634 h 686"/>
                  <a:gd name="T8" fmla="*/ 279 w 1231"/>
                  <a:gd name="T9" fmla="*/ 686 h 686"/>
                  <a:gd name="T10" fmla="*/ 1231 w 1231"/>
                  <a:gd name="T11" fmla="*/ 92 h 686"/>
                  <a:gd name="T12" fmla="*/ 1226 w 1231"/>
                  <a:gd name="T13" fmla="*/ 0 h 686"/>
                  <a:gd name="T14" fmla="*/ 697 w 1231"/>
                  <a:gd name="T15" fmla="*/ 263 h 686"/>
                  <a:gd name="T16" fmla="*/ 614 w 1231"/>
                  <a:gd name="T17" fmla="*/ 252 h 686"/>
                  <a:gd name="T18" fmla="*/ 419 w 1231"/>
                  <a:gd name="T19" fmla="*/ 294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31" h="686">
                    <a:moveTo>
                      <a:pt x="419" y="294"/>
                    </a:moveTo>
                    <a:cubicBezTo>
                      <a:pt x="419" y="294"/>
                      <a:pt x="138" y="377"/>
                      <a:pt x="0" y="478"/>
                    </a:cubicBezTo>
                    <a:cubicBezTo>
                      <a:pt x="0" y="478"/>
                      <a:pt x="53" y="508"/>
                      <a:pt x="200" y="537"/>
                    </a:cubicBezTo>
                    <a:cubicBezTo>
                      <a:pt x="79" y="634"/>
                      <a:pt x="79" y="634"/>
                      <a:pt x="79" y="634"/>
                    </a:cubicBezTo>
                    <a:cubicBezTo>
                      <a:pt x="279" y="686"/>
                      <a:pt x="279" y="686"/>
                      <a:pt x="279" y="686"/>
                    </a:cubicBezTo>
                    <a:cubicBezTo>
                      <a:pt x="1231" y="92"/>
                      <a:pt x="1231" y="92"/>
                      <a:pt x="1231" y="92"/>
                    </a:cubicBezTo>
                    <a:cubicBezTo>
                      <a:pt x="1226" y="0"/>
                      <a:pt x="1226" y="0"/>
                      <a:pt x="1226" y="0"/>
                    </a:cubicBezTo>
                    <a:cubicBezTo>
                      <a:pt x="697" y="263"/>
                      <a:pt x="697" y="263"/>
                      <a:pt x="697" y="263"/>
                    </a:cubicBezTo>
                    <a:cubicBezTo>
                      <a:pt x="614" y="252"/>
                      <a:pt x="614" y="252"/>
                      <a:pt x="614" y="252"/>
                    </a:cubicBezTo>
                    <a:lnTo>
                      <a:pt x="419" y="294"/>
                    </a:lnTo>
                    <a:close/>
                  </a:path>
                </a:pathLst>
              </a:custGeom>
              <a:solidFill>
                <a:srgbClr val="868AD1">
                  <a:lumMod val="75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2" name="Freeform 21"/>
              <p:cNvSpPr>
                <a:spLocks/>
              </p:cNvSpPr>
              <p:nvPr/>
            </p:nvSpPr>
            <p:spPr bwMode="auto">
              <a:xfrm>
                <a:off x="5835629" y="2199772"/>
                <a:ext cx="476175" cy="136671"/>
              </a:xfrm>
              <a:custGeom>
                <a:avLst/>
                <a:gdLst>
                  <a:gd name="T0" fmla="*/ 329 w 329"/>
                  <a:gd name="T1" fmla="*/ 55 h 86"/>
                  <a:gd name="T2" fmla="*/ 0 w 329"/>
                  <a:gd name="T3" fmla="*/ 86 h 86"/>
                  <a:gd name="T4" fmla="*/ 325 w 329"/>
                  <a:gd name="T5" fmla="*/ 0 h 86"/>
                  <a:gd name="T6" fmla="*/ 329 w 329"/>
                  <a:gd name="T7" fmla="*/ 55 h 86"/>
                </a:gdLst>
                <a:ahLst/>
                <a:cxnLst>
                  <a:cxn ang="0">
                    <a:pos x="T0" y="T1"/>
                  </a:cxn>
                  <a:cxn ang="0">
                    <a:pos x="T2" y="T3"/>
                  </a:cxn>
                  <a:cxn ang="0">
                    <a:pos x="T4" y="T5"/>
                  </a:cxn>
                  <a:cxn ang="0">
                    <a:pos x="T6" y="T7"/>
                  </a:cxn>
                </a:cxnLst>
                <a:rect l="0" t="0" r="r" b="b"/>
                <a:pathLst>
                  <a:path w="329" h="86">
                    <a:moveTo>
                      <a:pt x="329" y="55"/>
                    </a:moveTo>
                    <a:cubicBezTo>
                      <a:pt x="329" y="55"/>
                      <a:pt x="154" y="41"/>
                      <a:pt x="0" y="86"/>
                    </a:cubicBezTo>
                    <a:cubicBezTo>
                      <a:pt x="0" y="86"/>
                      <a:pt x="152" y="8"/>
                      <a:pt x="325" y="0"/>
                    </a:cubicBezTo>
                    <a:lnTo>
                      <a:pt x="329" y="55"/>
                    </a:lnTo>
                    <a:close/>
                  </a:path>
                </a:pathLst>
              </a:custGeom>
              <a:solidFill>
                <a:srgbClr val="97D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3" name="Freeform 22"/>
              <p:cNvSpPr>
                <a:spLocks/>
              </p:cNvSpPr>
              <p:nvPr/>
            </p:nvSpPr>
            <p:spPr bwMode="auto">
              <a:xfrm>
                <a:off x="6291606" y="2207178"/>
                <a:ext cx="98540" cy="313737"/>
              </a:xfrm>
              <a:custGeom>
                <a:avLst/>
                <a:gdLst>
                  <a:gd name="T0" fmla="*/ 10 w 68"/>
                  <a:gd name="T1" fmla="*/ 0 h 197"/>
                  <a:gd name="T2" fmla="*/ 18 w 68"/>
                  <a:gd name="T3" fmla="*/ 67 h 197"/>
                  <a:gd name="T4" fmla="*/ 0 w 68"/>
                  <a:gd name="T5" fmla="*/ 197 h 197"/>
                  <a:gd name="T6" fmla="*/ 68 w 68"/>
                  <a:gd name="T7" fmla="*/ 33 h 197"/>
                  <a:gd name="T8" fmla="*/ 10 w 68"/>
                  <a:gd name="T9" fmla="*/ 0 h 197"/>
                </a:gdLst>
                <a:ahLst/>
                <a:cxnLst>
                  <a:cxn ang="0">
                    <a:pos x="T0" y="T1"/>
                  </a:cxn>
                  <a:cxn ang="0">
                    <a:pos x="T2" y="T3"/>
                  </a:cxn>
                  <a:cxn ang="0">
                    <a:pos x="T4" y="T5"/>
                  </a:cxn>
                  <a:cxn ang="0">
                    <a:pos x="T6" y="T7"/>
                  </a:cxn>
                  <a:cxn ang="0">
                    <a:pos x="T8" y="T9"/>
                  </a:cxn>
                </a:cxnLst>
                <a:rect l="0" t="0" r="r" b="b"/>
                <a:pathLst>
                  <a:path w="68" h="197">
                    <a:moveTo>
                      <a:pt x="10" y="0"/>
                    </a:moveTo>
                    <a:cubicBezTo>
                      <a:pt x="10" y="0"/>
                      <a:pt x="19" y="43"/>
                      <a:pt x="18" y="67"/>
                    </a:cubicBezTo>
                    <a:cubicBezTo>
                      <a:pt x="17" y="92"/>
                      <a:pt x="0" y="197"/>
                      <a:pt x="0" y="197"/>
                    </a:cubicBezTo>
                    <a:cubicBezTo>
                      <a:pt x="0" y="197"/>
                      <a:pt x="54" y="116"/>
                      <a:pt x="68" y="33"/>
                    </a:cubicBezTo>
                    <a:lnTo>
                      <a:pt x="10" y="0"/>
                    </a:lnTo>
                    <a:close/>
                  </a:path>
                </a:pathLst>
              </a:custGeom>
              <a:solidFill>
                <a:srgbClr val="DCC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4" name="Freeform 23"/>
              <p:cNvSpPr>
                <a:spLocks/>
              </p:cNvSpPr>
              <p:nvPr/>
            </p:nvSpPr>
            <p:spPr bwMode="auto">
              <a:xfrm>
                <a:off x="6291606" y="2158031"/>
                <a:ext cx="143220" cy="362884"/>
              </a:xfrm>
              <a:custGeom>
                <a:avLst/>
                <a:gdLst>
                  <a:gd name="T0" fmla="*/ 90 w 99"/>
                  <a:gd name="T1" fmla="*/ 38 h 228"/>
                  <a:gd name="T2" fmla="*/ 99 w 99"/>
                  <a:gd name="T3" fmla="*/ 113 h 228"/>
                  <a:gd name="T4" fmla="*/ 59 w 99"/>
                  <a:gd name="T5" fmla="*/ 103 h 228"/>
                  <a:gd name="T6" fmla="*/ 79 w 99"/>
                  <a:gd name="T7" fmla="*/ 154 h 228"/>
                  <a:gd name="T8" fmla="*/ 0 w 99"/>
                  <a:gd name="T9" fmla="*/ 228 h 228"/>
                  <a:gd name="T10" fmla="*/ 67 w 99"/>
                  <a:gd name="T11" fmla="*/ 61 h 228"/>
                  <a:gd name="T12" fmla="*/ 90 w 99"/>
                  <a:gd name="T13" fmla="*/ 38 h 228"/>
                </a:gdLst>
                <a:ahLst/>
                <a:cxnLst>
                  <a:cxn ang="0">
                    <a:pos x="T0" y="T1"/>
                  </a:cxn>
                  <a:cxn ang="0">
                    <a:pos x="T2" y="T3"/>
                  </a:cxn>
                  <a:cxn ang="0">
                    <a:pos x="T4" y="T5"/>
                  </a:cxn>
                  <a:cxn ang="0">
                    <a:pos x="T6" y="T7"/>
                  </a:cxn>
                  <a:cxn ang="0">
                    <a:pos x="T8" y="T9"/>
                  </a:cxn>
                  <a:cxn ang="0">
                    <a:pos x="T10" y="T11"/>
                  </a:cxn>
                  <a:cxn ang="0">
                    <a:pos x="T12" y="T13"/>
                  </a:cxn>
                </a:cxnLst>
                <a:rect l="0" t="0" r="r" b="b"/>
                <a:pathLst>
                  <a:path w="99" h="228">
                    <a:moveTo>
                      <a:pt x="90" y="38"/>
                    </a:moveTo>
                    <a:cubicBezTo>
                      <a:pt x="99" y="113"/>
                      <a:pt x="99" y="113"/>
                      <a:pt x="99" y="113"/>
                    </a:cubicBezTo>
                    <a:cubicBezTo>
                      <a:pt x="59" y="103"/>
                      <a:pt x="59" y="103"/>
                      <a:pt x="59" y="103"/>
                    </a:cubicBezTo>
                    <a:cubicBezTo>
                      <a:pt x="79" y="154"/>
                      <a:pt x="79" y="154"/>
                      <a:pt x="79" y="154"/>
                    </a:cubicBezTo>
                    <a:cubicBezTo>
                      <a:pt x="79" y="154"/>
                      <a:pt x="4" y="223"/>
                      <a:pt x="0" y="228"/>
                    </a:cubicBezTo>
                    <a:cubicBezTo>
                      <a:pt x="0" y="228"/>
                      <a:pt x="50" y="122"/>
                      <a:pt x="67" y="61"/>
                    </a:cubicBezTo>
                    <a:cubicBezTo>
                      <a:pt x="83" y="0"/>
                      <a:pt x="90" y="38"/>
                      <a:pt x="90" y="38"/>
                    </a:cubicBezTo>
                    <a:close/>
                  </a:path>
                </a:pathLst>
              </a:custGeom>
              <a:solidFill>
                <a:srgbClr val="2B1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5" name="Freeform 24"/>
              <p:cNvSpPr>
                <a:spLocks/>
              </p:cNvSpPr>
              <p:nvPr/>
            </p:nvSpPr>
            <p:spPr bwMode="auto">
              <a:xfrm>
                <a:off x="6246927" y="2199772"/>
                <a:ext cx="105885" cy="317776"/>
              </a:xfrm>
              <a:custGeom>
                <a:avLst/>
                <a:gdLst>
                  <a:gd name="T0" fmla="*/ 41 w 73"/>
                  <a:gd name="T1" fmla="*/ 0 h 200"/>
                  <a:gd name="T2" fmla="*/ 0 w 73"/>
                  <a:gd name="T3" fmla="*/ 59 h 200"/>
                  <a:gd name="T4" fmla="*/ 46 w 73"/>
                  <a:gd name="T5" fmla="*/ 70 h 200"/>
                  <a:gd name="T6" fmla="*/ 2 w 73"/>
                  <a:gd name="T7" fmla="*/ 101 h 200"/>
                  <a:gd name="T8" fmla="*/ 31 w 73"/>
                  <a:gd name="T9" fmla="*/ 200 h 200"/>
                  <a:gd name="T10" fmla="*/ 41 w 73"/>
                  <a:gd name="T11" fmla="*/ 0 h 200"/>
                </a:gdLst>
                <a:ahLst/>
                <a:cxnLst>
                  <a:cxn ang="0">
                    <a:pos x="T0" y="T1"/>
                  </a:cxn>
                  <a:cxn ang="0">
                    <a:pos x="T2" y="T3"/>
                  </a:cxn>
                  <a:cxn ang="0">
                    <a:pos x="T4" y="T5"/>
                  </a:cxn>
                  <a:cxn ang="0">
                    <a:pos x="T6" y="T7"/>
                  </a:cxn>
                  <a:cxn ang="0">
                    <a:pos x="T8" y="T9"/>
                  </a:cxn>
                  <a:cxn ang="0">
                    <a:pos x="T10" y="T11"/>
                  </a:cxn>
                </a:cxnLst>
                <a:rect l="0" t="0" r="r" b="b"/>
                <a:pathLst>
                  <a:path w="73" h="200">
                    <a:moveTo>
                      <a:pt x="41" y="0"/>
                    </a:moveTo>
                    <a:cubicBezTo>
                      <a:pt x="0" y="59"/>
                      <a:pt x="0" y="59"/>
                      <a:pt x="0" y="59"/>
                    </a:cubicBezTo>
                    <a:cubicBezTo>
                      <a:pt x="46" y="70"/>
                      <a:pt x="46" y="70"/>
                      <a:pt x="46" y="70"/>
                    </a:cubicBezTo>
                    <a:cubicBezTo>
                      <a:pt x="2" y="101"/>
                      <a:pt x="2" y="101"/>
                      <a:pt x="2" y="101"/>
                    </a:cubicBezTo>
                    <a:cubicBezTo>
                      <a:pt x="31" y="200"/>
                      <a:pt x="31" y="200"/>
                      <a:pt x="31" y="200"/>
                    </a:cubicBezTo>
                    <a:cubicBezTo>
                      <a:pt x="31" y="200"/>
                      <a:pt x="73" y="95"/>
                      <a:pt x="41" y="0"/>
                    </a:cubicBezTo>
                    <a:close/>
                  </a:path>
                </a:pathLst>
              </a:custGeom>
              <a:solidFill>
                <a:srgbClr val="2B1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6" name="Freeform 25"/>
              <p:cNvSpPr>
                <a:spLocks/>
              </p:cNvSpPr>
              <p:nvPr/>
            </p:nvSpPr>
            <p:spPr bwMode="auto">
              <a:xfrm>
                <a:off x="5453710" y="3406245"/>
                <a:ext cx="271750" cy="469259"/>
              </a:xfrm>
              <a:custGeom>
                <a:avLst/>
                <a:gdLst>
                  <a:gd name="T0" fmla="*/ 411 w 444"/>
                  <a:gd name="T1" fmla="*/ 28 h 697"/>
                  <a:gd name="T2" fmla="*/ 215 w 444"/>
                  <a:gd name="T3" fmla="*/ 0 h 697"/>
                  <a:gd name="T4" fmla="*/ 135 w 444"/>
                  <a:gd name="T5" fmla="*/ 175 h 697"/>
                  <a:gd name="T6" fmla="*/ 184 w 444"/>
                  <a:gd name="T7" fmla="*/ 196 h 697"/>
                  <a:gd name="T8" fmla="*/ 85 w 444"/>
                  <a:gd name="T9" fmla="*/ 354 h 697"/>
                  <a:gd name="T10" fmla="*/ 0 w 444"/>
                  <a:gd name="T11" fmla="*/ 690 h 697"/>
                  <a:gd name="T12" fmla="*/ 45 w 444"/>
                  <a:gd name="T13" fmla="*/ 697 h 697"/>
                  <a:gd name="T14" fmla="*/ 196 w 444"/>
                  <a:gd name="T15" fmla="*/ 395 h 697"/>
                  <a:gd name="T16" fmla="*/ 444 w 444"/>
                  <a:gd name="T17" fmla="*/ 163 h 697"/>
                  <a:gd name="T18" fmla="*/ 411 w 444"/>
                  <a:gd name="T19" fmla="*/ 28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4" h="697">
                    <a:moveTo>
                      <a:pt x="411" y="28"/>
                    </a:moveTo>
                    <a:lnTo>
                      <a:pt x="215" y="0"/>
                    </a:lnTo>
                    <a:lnTo>
                      <a:pt x="135" y="175"/>
                    </a:lnTo>
                    <a:lnTo>
                      <a:pt x="184" y="196"/>
                    </a:lnTo>
                    <a:lnTo>
                      <a:pt x="85" y="354"/>
                    </a:lnTo>
                    <a:lnTo>
                      <a:pt x="0" y="690"/>
                    </a:lnTo>
                    <a:lnTo>
                      <a:pt x="45" y="697"/>
                    </a:lnTo>
                    <a:lnTo>
                      <a:pt x="196" y="395"/>
                    </a:lnTo>
                    <a:lnTo>
                      <a:pt x="444" y="163"/>
                    </a:lnTo>
                    <a:lnTo>
                      <a:pt x="411" y="28"/>
                    </a:lnTo>
                    <a:close/>
                  </a:path>
                </a:pathLst>
              </a:custGeom>
              <a:solidFill>
                <a:srgbClr val="FCFCFC">
                  <a:lumMod val="10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7" name="Freeform 26"/>
              <p:cNvSpPr>
                <a:spLocks/>
              </p:cNvSpPr>
              <p:nvPr/>
            </p:nvSpPr>
            <p:spPr bwMode="auto">
              <a:xfrm>
                <a:off x="4757844" y="2788197"/>
                <a:ext cx="1642708" cy="1096494"/>
              </a:xfrm>
              <a:custGeom>
                <a:avLst/>
                <a:gdLst>
                  <a:gd name="connsiteX0" fmla="*/ 1315615 w 2405089"/>
                  <a:gd name="connsiteY0" fmla="*/ 0 h 1459434"/>
                  <a:gd name="connsiteX1" fmla="*/ 2381774 w 2405089"/>
                  <a:gd name="connsiteY1" fmla="*/ 67828 h 1459434"/>
                  <a:gd name="connsiteX2" fmla="*/ 2405089 w 2405089"/>
                  <a:gd name="connsiteY2" fmla="*/ 199245 h 1459434"/>
                  <a:gd name="connsiteX3" fmla="*/ 1408877 w 2405089"/>
                  <a:gd name="connsiteY3" fmla="*/ 991986 h 1459434"/>
                  <a:gd name="connsiteX4" fmla="*/ 1381322 w 2405089"/>
                  <a:gd name="connsiteY4" fmla="*/ 833014 h 1459434"/>
                  <a:gd name="connsiteX5" fmla="*/ 1947256 w 2405089"/>
                  <a:gd name="connsiteY5" fmla="*/ 288270 h 1459434"/>
                  <a:gd name="connsiteX6" fmla="*/ 1470462 w 2405089"/>
                  <a:gd name="connsiteY6" fmla="*/ 377342 h 1459434"/>
                  <a:gd name="connsiteX7" fmla="*/ 1371758 w 2405089"/>
                  <a:gd name="connsiteY7" fmla="*/ 395782 h 1459434"/>
                  <a:gd name="connsiteX8" fmla="*/ 1300152 w 2405089"/>
                  <a:gd name="connsiteY8" fmla="*/ 458712 h 1459434"/>
                  <a:gd name="connsiteX9" fmla="*/ 662232 w 2405089"/>
                  <a:gd name="connsiteY9" fmla="*/ 950938 h 1459434"/>
                  <a:gd name="connsiteX10" fmla="*/ 16739 w 2405089"/>
                  <a:gd name="connsiteY10" fmla="*/ 1459434 h 1459434"/>
                  <a:gd name="connsiteX11" fmla="*/ 160980 w 2405089"/>
                  <a:gd name="connsiteY11" fmla="*/ 1120506 h 1459434"/>
                  <a:gd name="connsiteX12" fmla="*/ 1061245 w 2405089"/>
                  <a:gd name="connsiteY12" fmla="*/ 211110 h 1459434"/>
                  <a:gd name="connsiteX13" fmla="*/ 1059143 w 2405089"/>
                  <a:gd name="connsiteY13" fmla="*/ 209843 h 1459434"/>
                  <a:gd name="connsiteX14" fmla="*/ 1072668 w 2405089"/>
                  <a:gd name="connsiteY14" fmla="*/ 198777 h 1459434"/>
                  <a:gd name="connsiteX15" fmla="*/ 1076802 w 2405089"/>
                  <a:gd name="connsiteY15" fmla="*/ 195395 h 1459434"/>
                  <a:gd name="connsiteX16" fmla="*/ 1090973 w 2405089"/>
                  <a:gd name="connsiteY16" fmla="*/ 181080 h 1459434"/>
                  <a:gd name="connsiteX17" fmla="*/ 1094023 w 2405089"/>
                  <a:gd name="connsiteY17" fmla="*/ 181305 h 1459434"/>
                  <a:gd name="connsiteX18" fmla="*/ 1121758 w 2405089"/>
                  <a:gd name="connsiteY18" fmla="*/ 158612 h 1459434"/>
                  <a:gd name="connsiteX19" fmla="*/ 1315615 w 2405089"/>
                  <a:gd name="connsiteY19" fmla="*/ 0 h 14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05089" h="1459434">
                    <a:moveTo>
                      <a:pt x="1315615" y="0"/>
                    </a:moveTo>
                    <a:lnTo>
                      <a:pt x="2381774" y="67828"/>
                    </a:lnTo>
                    <a:cubicBezTo>
                      <a:pt x="2381774" y="67828"/>
                      <a:pt x="2405089" y="199245"/>
                      <a:pt x="2405089" y="199245"/>
                    </a:cubicBezTo>
                    <a:cubicBezTo>
                      <a:pt x="2405089" y="199245"/>
                      <a:pt x="2405089" y="199245"/>
                      <a:pt x="1408877" y="991986"/>
                    </a:cubicBezTo>
                    <a:cubicBezTo>
                      <a:pt x="1408877" y="991986"/>
                      <a:pt x="1408877" y="991986"/>
                      <a:pt x="1381322" y="833014"/>
                    </a:cubicBezTo>
                    <a:cubicBezTo>
                      <a:pt x="1381322" y="833014"/>
                      <a:pt x="1381322" y="833014"/>
                      <a:pt x="1947256" y="288270"/>
                    </a:cubicBezTo>
                    <a:cubicBezTo>
                      <a:pt x="1947256" y="288270"/>
                      <a:pt x="1947256" y="288270"/>
                      <a:pt x="1470462" y="377342"/>
                    </a:cubicBezTo>
                    <a:lnTo>
                      <a:pt x="1371758" y="395782"/>
                    </a:lnTo>
                    <a:lnTo>
                      <a:pt x="1300152" y="458712"/>
                    </a:lnTo>
                    <a:cubicBezTo>
                      <a:pt x="1098803" y="625296"/>
                      <a:pt x="893062" y="769299"/>
                      <a:pt x="662232" y="950938"/>
                    </a:cubicBezTo>
                    <a:cubicBezTo>
                      <a:pt x="444094" y="1132332"/>
                      <a:pt x="239338" y="1291422"/>
                      <a:pt x="16739" y="1459434"/>
                    </a:cubicBezTo>
                    <a:cubicBezTo>
                      <a:pt x="125780" y="1327129"/>
                      <a:pt x="-166625" y="1431230"/>
                      <a:pt x="160980" y="1120506"/>
                    </a:cubicBezTo>
                    <a:lnTo>
                      <a:pt x="1061245" y="211110"/>
                    </a:lnTo>
                    <a:lnTo>
                      <a:pt x="1059143" y="209843"/>
                    </a:lnTo>
                    <a:cubicBezTo>
                      <a:pt x="1059143" y="209843"/>
                      <a:pt x="1059143" y="209843"/>
                      <a:pt x="1072668" y="198777"/>
                    </a:cubicBezTo>
                    <a:lnTo>
                      <a:pt x="1076802" y="195395"/>
                    </a:lnTo>
                    <a:lnTo>
                      <a:pt x="1090973" y="181080"/>
                    </a:lnTo>
                    <a:lnTo>
                      <a:pt x="1094023" y="181305"/>
                    </a:lnTo>
                    <a:lnTo>
                      <a:pt x="1121758" y="158612"/>
                    </a:lnTo>
                    <a:cubicBezTo>
                      <a:pt x="1159327" y="127873"/>
                      <a:pt x="1219438" y="78691"/>
                      <a:pt x="1315615" y="0"/>
                    </a:cubicBezTo>
                    <a:close/>
                  </a:path>
                </a:pathLst>
              </a:custGeom>
              <a:solidFill>
                <a:srgbClr val="FCFCFC">
                  <a:lumMod val="25000"/>
                </a:srgbClr>
              </a:solidFill>
              <a:ln>
                <a:noFill/>
              </a:ln>
              <a:extLst/>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8" name="Freeform 27"/>
              <p:cNvSpPr>
                <a:spLocks/>
              </p:cNvSpPr>
              <p:nvPr/>
            </p:nvSpPr>
            <p:spPr bwMode="auto">
              <a:xfrm>
                <a:off x="5997822" y="2487252"/>
                <a:ext cx="265017" cy="183125"/>
              </a:xfrm>
              <a:custGeom>
                <a:avLst/>
                <a:gdLst>
                  <a:gd name="T0" fmla="*/ 52 w 433"/>
                  <a:gd name="T1" fmla="*/ 95 h 272"/>
                  <a:gd name="T2" fmla="*/ 128 w 433"/>
                  <a:gd name="T3" fmla="*/ 95 h 272"/>
                  <a:gd name="T4" fmla="*/ 170 w 433"/>
                  <a:gd name="T5" fmla="*/ 15 h 272"/>
                  <a:gd name="T6" fmla="*/ 324 w 433"/>
                  <a:gd name="T7" fmla="*/ 0 h 272"/>
                  <a:gd name="T8" fmla="*/ 310 w 433"/>
                  <a:gd name="T9" fmla="*/ 43 h 272"/>
                  <a:gd name="T10" fmla="*/ 433 w 433"/>
                  <a:gd name="T11" fmla="*/ 48 h 272"/>
                  <a:gd name="T12" fmla="*/ 393 w 433"/>
                  <a:gd name="T13" fmla="*/ 140 h 272"/>
                  <a:gd name="T14" fmla="*/ 357 w 433"/>
                  <a:gd name="T15" fmla="*/ 140 h 272"/>
                  <a:gd name="T16" fmla="*/ 289 w 433"/>
                  <a:gd name="T17" fmla="*/ 272 h 272"/>
                  <a:gd name="T18" fmla="*/ 50 w 433"/>
                  <a:gd name="T19" fmla="*/ 256 h 272"/>
                  <a:gd name="T20" fmla="*/ 85 w 433"/>
                  <a:gd name="T21" fmla="*/ 173 h 272"/>
                  <a:gd name="T22" fmla="*/ 0 w 433"/>
                  <a:gd name="T23" fmla="*/ 173 h 272"/>
                  <a:gd name="T24" fmla="*/ 52 w 433"/>
                  <a:gd name="T25" fmla="*/ 95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3" h="272">
                    <a:moveTo>
                      <a:pt x="52" y="95"/>
                    </a:moveTo>
                    <a:lnTo>
                      <a:pt x="128" y="95"/>
                    </a:lnTo>
                    <a:lnTo>
                      <a:pt x="170" y="15"/>
                    </a:lnTo>
                    <a:lnTo>
                      <a:pt x="324" y="0"/>
                    </a:lnTo>
                    <a:lnTo>
                      <a:pt x="310" y="43"/>
                    </a:lnTo>
                    <a:lnTo>
                      <a:pt x="433" y="48"/>
                    </a:lnTo>
                    <a:lnTo>
                      <a:pt x="393" y="140"/>
                    </a:lnTo>
                    <a:lnTo>
                      <a:pt x="357" y="140"/>
                    </a:lnTo>
                    <a:lnTo>
                      <a:pt x="289" y="272"/>
                    </a:lnTo>
                    <a:lnTo>
                      <a:pt x="50" y="256"/>
                    </a:lnTo>
                    <a:lnTo>
                      <a:pt x="85" y="173"/>
                    </a:lnTo>
                    <a:lnTo>
                      <a:pt x="0" y="173"/>
                    </a:lnTo>
                    <a:lnTo>
                      <a:pt x="52" y="95"/>
                    </a:lnTo>
                    <a:close/>
                  </a:path>
                </a:pathLst>
              </a:custGeom>
              <a:solidFill>
                <a:srgbClr val="FFD9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9" name="Freeform 28"/>
              <p:cNvSpPr>
                <a:spLocks/>
              </p:cNvSpPr>
              <p:nvPr/>
            </p:nvSpPr>
            <p:spPr bwMode="auto">
              <a:xfrm>
                <a:off x="5942738" y="2527647"/>
                <a:ext cx="108945" cy="120512"/>
              </a:xfrm>
              <a:custGeom>
                <a:avLst/>
                <a:gdLst>
                  <a:gd name="T0" fmla="*/ 114 w 178"/>
                  <a:gd name="T1" fmla="*/ 0 h 179"/>
                  <a:gd name="T2" fmla="*/ 178 w 178"/>
                  <a:gd name="T3" fmla="*/ 7 h 179"/>
                  <a:gd name="T4" fmla="*/ 62 w 178"/>
                  <a:gd name="T5" fmla="*/ 179 h 179"/>
                  <a:gd name="T6" fmla="*/ 0 w 178"/>
                  <a:gd name="T7" fmla="*/ 163 h 179"/>
                  <a:gd name="T8" fmla="*/ 114 w 178"/>
                  <a:gd name="T9" fmla="*/ 0 h 179"/>
                </a:gdLst>
                <a:ahLst/>
                <a:cxnLst>
                  <a:cxn ang="0">
                    <a:pos x="T0" y="T1"/>
                  </a:cxn>
                  <a:cxn ang="0">
                    <a:pos x="T2" y="T3"/>
                  </a:cxn>
                  <a:cxn ang="0">
                    <a:pos x="T4" y="T5"/>
                  </a:cxn>
                  <a:cxn ang="0">
                    <a:pos x="T6" y="T7"/>
                  </a:cxn>
                  <a:cxn ang="0">
                    <a:pos x="T8" y="T9"/>
                  </a:cxn>
                </a:cxnLst>
                <a:rect l="0" t="0" r="r" b="b"/>
                <a:pathLst>
                  <a:path w="178" h="179">
                    <a:moveTo>
                      <a:pt x="114" y="0"/>
                    </a:moveTo>
                    <a:lnTo>
                      <a:pt x="178" y="7"/>
                    </a:lnTo>
                    <a:lnTo>
                      <a:pt x="62" y="179"/>
                    </a:lnTo>
                    <a:lnTo>
                      <a:pt x="0" y="163"/>
                    </a:lnTo>
                    <a:lnTo>
                      <a:pt x="114" y="0"/>
                    </a:lnTo>
                    <a:close/>
                  </a:path>
                </a:pathLst>
              </a:custGeom>
              <a:solidFill>
                <a:srgbClr val="868AD1"/>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grpSp>
            <p:nvGrpSpPr>
              <p:cNvPr id="30" name="Group 29"/>
              <p:cNvGrpSpPr/>
              <p:nvPr/>
            </p:nvGrpSpPr>
            <p:grpSpPr>
              <a:xfrm>
                <a:off x="5688125" y="2420600"/>
                <a:ext cx="405177" cy="240352"/>
                <a:chOff x="4041516" y="1804869"/>
                <a:chExt cx="593220" cy="319909"/>
              </a:xfrm>
              <a:solidFill>
                <a:srgbClr val="868AD1">
                  <a:lumMod val="50000"/>
                </a:srgbClr>
              </a:solidFill>
            </p:grpSpPr>
            <p:sp>
              <p:nvSpPr>
                <p:cNvPr id="35" name="Freeform 34"/>
                <p:cNvSpPr>
                  <a:spLocks/>
                </p:cNvSpPr>
                <p:nvPr/>
              </p:nvSpPr>
              <p:spPr bwMode="auto">
                <a:xfrm>
                  <a:off x="4041516" y="1908817"/>
                  <a:ext cx="502713" cy="215961"/>
                </a:xfrm>
                <a:custGeom>
                  <a:avLst/>
                  <a:gdLst>
                    <a:gd name="T0" fmla="*/ 234 w 561"/>
                    <a:gd name="T1" fmla="*/ 201 h 241"/>
                    <a:gd name="T2" fmla="*/ 402 w 561"/>
                    <a:gd name="T3" fmla="*/ 241 h 241"/>
                    <a:gd name="T4" fmla="*/ 561 w 561"/>
                    <a:gd name="T5" fmla="*/ 14 h 241"/>
                    <a:gd name="T6" fmla="*/ 0 w 561"/>
                    <a:gd name="T7" fmla="*/ 0 h 241"/>
                    <a:gd name="T8" fmla="*/ 523 w 561"/>
                    <a:gd name="T9" fmla="*/ 28 h 241"/>
                    <a:gd name="T10" fmla="*/ 393 w 561"/>
                    <a:gd name="T11" fmla="*/ 225 h 241"/>
                    <a:gd name="T12" fmla="*/ 234 w 561"/>
                    <a:gd name="T13" fmla="*/ 201 h 241"/>
                  </a:gdLst>
                  <a:ahLst/>
                  <a:cxnLst>
                    <a:cxn ang="0">
                      <a:pos x="T0" y="T1"/>
                    </a:cxn>
                    <a:cxn ang="0">
                      <a:pos x="T2" y="T3"/>
                    </a:cxn>
                    <a:cxn ang="0">
                      <a:pos x="T4" y="T5"/>
                    </a:cxn>
                    <a:cxn ang="0">
                      <a:pos x="T6" y="T7"/>
                    </a:cxn>
                    <a:cxn ang="0">
                      <a:pos x="T8" y="T9"/>
                    </a:cxn>
                    <a:cxn ang="0">
                      <a:pos x="T10" y="T11"/>
                    </a:cxn>
                    <a:cxn ang="0">
                      <a:pos x="T12" y="T13"/>
                    </a:cxn>
                  </a:cxnLst>
                  <a:rect l="0" t="0" r="r" b="b"/>
                  <a:pathLst>
                    <a:path w="561" h="241">
                      <a:moveTo>
                        <a:pt x="234" y="201"/>
                      </a:moveTo>
                      <a:lnTo>
                        <a:pt x="402" y="241"/>
                      </a:lnTo>
                      <a:lnTo>
                        <a:pt x="561" y="14"/>
                      </a:lnTo>
                      <a:lnTo>
                        <a:pt x="0" y="0"/>
                      </a:lnTo>
                      <a:lnTo>
                        <a:pt x="523" y="28"/>
                      </a:lnTo>
                      <a:lnTo>
                        <a:pt x="393" y="225"/>
                      </a:lnTo>
                      <a:lnTo>
                        <a:pt x="234" y="2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36" name="Freeform 35"/>
                <p:cNvSpPr>
                  <a:spLocks/>
                </p:cNvSpPr>
                <p:nvPr/>
              </p:nvSpPr>
              <p:spPr bwMode="auto">
                <a:xfrm>
                  <a:off x="4390996" y="1804869"/>
                  <a:ext cx="243740" cy="120974"/>
                </a:xfrm>
                <a:custGeom>
                  <a:avLst/>
                  <a:gdLst>
                    <a:gd name="T0" fmla="*/ 272 w 272"/>
                    <a:gd name="T1" fmla="*/ 0 h 135"/>
                    <a:gd name="T2" fmla="*/ 0 w 272"/>
                    <a:gd name="T3" fmla="*/ 133 h 135"/>
                    <a:gd name="T4" fmla="*/ 36 w 272"/>
                    <a:gd name="T5" fmla="*/ 135 h 135"/>
                    <a:gd name="T6" fmla="*/ 272 w 272"/>
                    <a:gd name="T7" fmla="*/ 0 h 135"/>
                  </a:gdLst>
                  <a:ahLst/>
                  <a:cxnLst>
                    <a:cxn ang="0">
                      <a:pos x="T0" y="T1"/>
                    </a:cxn>
                    <a:cxn ang="0">
                      <a:pos x="T2" y="T3"/>
                    </a:cxn>
                    <a:cxn ang="0">
                      <a:pos x="T4" y="T5"/>
                    </a:cxn>
                    <a:cxn ang="0">
                      <a:pos x="T6" y="T7"/>
                    </a:cxn>
                  </a:cxnLst>
                  <a:rect l="0" t="0" r="r" b="b"/>
                  <a:pathLst>
                    <a:path w="272" h="135">
                      <a:moveTo>
                        <a:pt x="272" y="0"/>
                      </a:moveTo>
                      <a:lnTo>
                        <a:pt x="0" y="133"/>
                      </a:lnTo>
                      <a:lnTo>
                        <a:pt x="36" y="135"/>
                      </a:lnTo>
                      <a:lnTo>
                        <a:pt x="27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grpSp>
          <p:sp>
            <p:nvSpPr>
              <p:cNvPr id="31" name="Freeform 30"/>
              <p:cNvSpPr>
                <a:spLocks/>
              </p:cNvSpPr>
              <p:nvPr/>
            </p:nvSpPr>
            <p:spPr bwMode="auto">
              <a:xfrm>
                <a:off x="6222445" y="1811304"/>
                <a:ext cx="380695" cy="499555"/>
              </a:xfrm>
              <a:custGeom>
                <a:avLst/>
                <a:gdLst>
                  <a:gd name="T0" fmla="*/ 13 w 263"/>
                  <a:gd name="T1" fmla="*/ 181 h 314"/>
                  <a:gd name="T2" fmla="*/ 61 w 263"/>
                  <a:gd name="T3" fmla="*/ 197 h 314"/>
                  <a:gd name="T4" fmla="*/ 58 w 263"/>
                  <a:gd name="T5" fmla="*/ 247 h 314"/>
                  <a:gd name="T6" fmla="*/ 92 w 263"/>
                  <a:gd name="T7" fmla="*/ 314 h 314"/>
                  <a:gd name="T8" fmla="*/ 149 w 263"/>
                  <a:gd name="T9" fmla="*/ 244 h 314"/>
                  <a:gd name="T10" fmla="*/ 234 w 263"/>
                  <a:gd name="T11" fmla="*/ 247 h 314"/>
                  <a:gd name="T12" fmla="*/ 238 w 263"/>
                  <a:gd name="T13" fmla="*/ 0 h 314"/>
                  <a:gd name="T14" fmla="*/ 76 w 263"/>
                  <a:gd name="T15" fmla="*/ 41 h 314"/>
                  <a:gd name="T16" fmla="*/ 4 w 263"/>
                  <a:gd name="T17" fmla="*/ 136 h 314"/>
                  <a:gd name="T18" fmla="*/ 13 w 263"/>
                  <a:gd name="T19" fmla="*/ 18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3" h="314">
                    <a:moveTo>
                      <a:pt x="13" y="181"/>
                    </a:moveTo>
                    <a:cubicBezTo>
                      <a:pt x="13" y="181"/>
                      <a:pt x="23" y="204"/>
                      <a:pt x="61" y="197"/>
                    </a:cubicBezTo>
                    <a:cubicBezTo>
                      <a:pt x="58" y="247"/>
                      <a:pt x="58" y="247"/>
                      <a:pt x="58" y="247"/>
                    </a:cubicBezTo>
                    <a:cubicBezTo>
                      <a:pt x="92" y="314"/>
                      <a:pt x="92" y="314"/>
                      <a:pt x="92" y="314"/>
                    </a:cubicBezTo>
                    <a:cubicBezTo>
                      <a:pt x="149" y="244"/>
                      <a:pt x="149" y="244"/>
                      <a:pt x="149" y="244"/>
                    </a:cubicBezTo>
                    <a:cubicBezTo>
                      <a:pt x="149" y="244"/>
                      <a:pt x="206" y="272"/>
                      <a:pt x="234" y="247"/>
                    </a:cubicBezTo>
                    <a:cubicBezTo>
                      <a:pt x="263" y="222"/>
                      <a:pt x="248" y="27"/>
                      <a:pt x="238" y="0"/>
                    </a:cubicBezTo>
                    <a:cubicBezTo>
                      <a:pt x="76" y="41"/>
                      <a:pt x="76" y="41"/>
                      <a:pt x="76" y="41"/>
                    </a:cubicBezTo>
                    <a:cubicBezTo>
                      <a:pt x="4" y="136"/>
                      <a:pt x="4" y="136"/>
                      <a:pt x="4" y="136"/>
                    </a:cubicBezTo>
                    <a:cubicBezTo>
                      <a:pt x="4" y="136"/>
                      <a:pt x="0" y="161"/>
                      <a:pt x="13" y="181"/>
                    </a:cubicBezTo>
                    <a:close/>
                  </a:path>
                </a:pathLst>
              </a:custGeom>
              <a:solidFill>
                <a:srgbClr val="FFD9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32" name="Freeform 31"/>
              <p:cNvSpPr>
                <a:spLocks/>
              </p:cNvSpPr>
              <p:nvPr/>
            </p:nvSpPr>
            <p:spPr bwMode="auto">
              <a:xfrm>
                <a:off x="6183273" y="1605961"/>
                <a:ext cx="441288" cy="493496"/>
              </a:xfrm>
              <a:custGeom>
                <a:avLst/>
                <a:gdLst>
                  <a:gd name="T0" fmla="*/ 91 w 305"/>
                  <a:gd name="T1" fmla="*/ 289 h 310"/>
                  <a:gd name="T2" fmla="*/ 114 w 305"/>
                  <a:gd name="T3" fmla="*/ 181 h 310"/>
                  <a:gd name="T4" fmla="*/ 305 w 305"/>
                  <a:gd name="T5" fmla="*/ 74 h 310"/>
                  <a:gd name="T6" fmla="*/ 287 w 305"/>
                  <a:gd name="T7" fmla="*/ 86 h 310"/>
                  <a:gd name="T8" fmla="*/ 288 w 305"/>
                  <a:gd name="T9" fmla="*/ 0 h 310"/>
                  <a:gd name="T10" fmla="*/ 242 w 305"/>
                  <a:gd name="T11" fmla="*/ 49 h 310"/>
                  <a:gd name="T12" fmla="*/ 250 w 305"/>
                  <a:gd name="T13" fmla="*/ 22 h 310"/>
                  <a:gd name="T14" fmla="*/ 182 w 305"/>
                  <a:gd name="T15" fmla="*/ 76 h 310"/>
                  <a:gd name="T16" fmla="*/ 46 w 305"/>
                  <a:gd name="T17" fmla="*/ 136 h 310"/>
                  <a:gd name="T18" fmla="*/ 43 w 305"/>
                  <a:gd name="T19" fmla="*/ 114 h 310"/>
                  <a:gd name="T20" fmla="*/ 33 w 305"/>
                  <a:gd name="T21" fmla="*/ 165 h 310"/>
                  <a:gd name="T22" fmla="*/ 9 w 305"/>
                  <a:gd name="T23" fmla="*/ 170 h 310"/>
                  <a:gd name="T24" fmla="*/ 26 w 305"/>
                  <a:gd name="T25" fmla="*/ 176 h 310"/>
                  <a:gd name="T26" fmla="*/ 4 w 305"/>
                  <a:gd name="T27" fmla="*/ 241 h 310"/>
                  <a:gd name="T28" fmla="*/ 40 w 305"/>
                  <a:gd name="T29" fmla="*/ 310 h 310"/>
                  <a:gd name="T30" fmla="*/ 56 w 305"/>
                  <a:gd name="T31" fmla="*/ 271 h 310"/>
                  <a:gd name="T32" fmla="*/ 91 w 305"/>
                  <a:gd name="T33" fmla="*/ 289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5" h="310">
                    <a:moveTo>
                      <a:pt x="91" y="289"/>
                    </a:moveTo>
                    <a:cubicBezTo>
                      <a:pt x="91" y="289"/>
                      <a:pt x="145" y="264"/>
                      <a:pt x="114" y="181"/>
                    </a:cubicBezTo>
                    <a:cubicBezTo>
                      <a:pt x="114" y="181"/>
                      <a:pt x="286" y="178"/>
                      <a:pt x="305" y="74"/>
                    </a:cubicBezTo>
                    <a:cubicBezTo>
                      <a:pt x="287" y="86"/>
                      <a:pt x="287" y="86"/>
                      <a:pt x="287" y="86"/>
                    </a:cubicBezTo>
                    <a:cubicBezTo>
                      <a:pt x="287" y="86"/>
                      <a:pt x="305" y="64"/>
                      <a:pt x="288" y="0"/>
                    </a:cubicBezTo>
                    <a:cubicBezTo>
                      <a:pt x="288" y="0"/>
                      <a:pt x="264" y="37"/>
                      <a:pt x="242" y="49"/>
                    </a:cubicBezTo>
                    <a:cubicBezTo>
                      <a:pt x="242" y="49"/>
                      <a:pt x="249" y="37"/>
                      <a:pt x="250" y="22"/>
                    </a:cubicBezTo>
                    <a:cubicBezTo>
                      <a:pt x="250" y="22"/>
                      <a:pt x="225" y="69"/>
                      <a:pt x="182" y="76"/>
                    </a:cubicBezTo>
                    <a:cubicBezTo>
                      <a:pt x="140" y="84"/>
                      <a:pt x="71" y="84"/>
                      <a:pt x="46" y="136"/>
                    </a:cubicBezTo>
                    <a:cubicBezTo>
                      <a:pt x="43" y="114"/>
                      <a:pt x="43" y="114"/>
                      <a:pt x="43" y="114"/>
                    </a:cubicBezTo>
                    <a:cubicBezTo>
                      <a:pt x="43" y="114"/>
                      <a:pt x="26" y="142"/>
                      <a:pt x="33" y="165"/>
                    </a:cubicBezTo>
                    <a:cubicBezTo>
                      <a:pt x="9" y="170"/>
                      <a:pt x="9" y="170"/>
                      <a:pt x="9" y="170"/>
                    </a:cubicBezTo>
                    <a:cubicBezTo>
                      <a:pt x="26" y="176"/>
                      <a:pt x="26" y="176"/>
                      <a:pt x="26" y="176"/>
                    </a:cubicBezTo>
                    <a:cubicBezTo>
                      <a:pt x="26" y="176"/>
                      <a:pt x="0" y="184"/>
                      <a:pt x="4" y="241"/>
                    </a:cubicBezTo>
                    <a:cubicBezTo>
                      <a:pt x="8" y="297"/>
                      <a:pt x="40" y="310"/>
                      <a:pt x="40" y="310"/>
                    </a:cubicBezTo>
                    <a:cubicBezTo>
                      <a:pt x="40" y="310"/>
                      <a:pt x="29" y="277"/>
                      <a:pt x="56" y="271"/>
                    </a:cubicBezTo>
                    <a:cubicBezTo>
                      <a:pt x="82" y="264"/>
                      <a:pt x="91" y="289"/>
                      <a:pt x="91" y="289"/>
                    </a:cubicBezTo>
                    <a:close/>
                  </a:path>
                </a:pathLst>
              </a:custGeom>
              <a:solidFill>
                <a:srgbClr val="4221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33" name="Freeform 32"/>
              <p:cNvSpPr>
                <a:spLocks/>
              </p:cNvSpPr>
              <p:nvPr/>
            </p:nvSpPr>
            <p:spPr bwMode="auto">
              <a:xfrm>
                <a:off x="6291606" y="2370106"/>
                <a:ext cx="265017" cy="386449"/>
              </a:xfrm>
              <a:custGeom>
                <a:avLst/>
                <a:gdLst>
                  <a:gd name="T0" fmla="*/ 48 w 183"/>
                  <a:gd name="T1" fmla="*/ 6 h 243"/>
                  <a:gd name="T2" fmla="*/ 74 w 183"/>
                  <a:gd name="T3" fmla="*/ 62 h 243"/>
                  <a:gd name="T4" fmla="*/ 173 w 183"/>
                  <a:gd name="T5" fmla="*/ 133 h 243"/>
                  <a:gd name="T6" fmla="*/ 97 w 183"/>
                  <a:gd name="T7" fmla="*/ 232 h 243"/>
                  <a:gd name="T8" fmla="*/ 22 w 183"/>
                  <a:gd name="T9" fmla="*/ 243 h 243"/>
                  <a:gd name="T10" fmla="*/ 40 w 183"/>
                  <a:gd name="T11" fmla="*/ 170 h 243"/>
                  <a:gd name="T12" fmla="*/ 92 w 183"/>
                  <a:gd name="T13" fmla="*/ 136 h 243"/>
                  <a:gd name="T14" fmla="*/ 41 w 183"/>
                  <a:gd name="T15" fmla="*/ 0 h 243"/>
                  <a:gd name="T16" fmla="*/ 48 w 183"/>
                  <a:gd name="T17" fmla="*/ 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243">
                    <a:moveTo>
                      <a:pt x="48" y="6"/>
                    </a:moveTo>
                    <a:cubicBezTo>
                      <a:pt x="48" y="6"/>
                      <a:pt x="46" y="46"/>
                      <a:pt x="74" y="62"/>
                    </a:cubicBezTo>
                    <a:cubicBezTo>
                      <a:pt x="102" y="78"/>
                      <a:pt x="183" y="91"/>
                      <a:pt x="173" y="133"/>
                    </a:cubicBezTo>
                    <a:cubicBezTo>
                      <a:pt x="163" y="176"/>
                      <a:pt x="97" y="232"/>
                      <a:pt x="97" y="232"/>
                    </a:cubicBezTo>
                    <a:cubicBezTo>
                      <a:pt x="22" y="243"/>
                      <a:pt x="22" y="243"/>
                      <a:pt x="22" y="243"/>
                    </a:cubicBezTo>
                    <a:cubicBezTo>
                      <a:pt x="40" y="170"/>
                      <a:pt x="40" y="170"/>
                      <a:pt x="40" y="170"/>
                    </a:cubicBezTo>
                    <a:cubicBezTo>
                      <a:pt x="40" y="170"/>
                      <a:pt x="94" y="161"/>
                      <a:pt x="92" y="136"/>
                    </a:cubicBezTo>
                    <a:cubicBezTo>
                      <a:pt x="90" y="110"/>
                      <a:pt x="0" y="91"/>
                      <a:pt x="41" y="0"/>
                    </a:cubicBezTo>
                    <a:lnTo>
                      <a:pt x="48" y="6"/>
                    </a:lnTo>
                    <a:close/>
                  </a:path>
                </a:pathLst>
              </a:custGeom>
              <a:solidFill>
                <a:srgbClr val="7CC8EC"/>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34" name="Freeform 33"/>
              <p:cNvSpPr>
                <a:spLocks/>
              </p:cNvSpPr>
              <p:nvPr/>
            </p:nvSpPr>
            <p:spPr bwMode="auto">
              <a:xfrm>
                <a:off x="6319149" y="2293354"/>
                <a:ext cx="59369" cy="94255"/>
              </a:xfrm>
              <a:custGeom>
                <a:avLst/>
                <a:gdLst>
                  <a:gd name="T0" fmla="*/ 4 w 41"/>
                  <a:gd name="T1" fmla="*/ 11 h 59"/>
                  <a:gd name="T2" fmla="*/ 41 w 41"/>
                  <a:gd name="T3" fmla="*/ 20 h 59"/>
                  <a:gd name="T4" fmla="*/ 24 w 41"/>
                  <a:gd name="T5" fmla="*/ 59 h 59"/>
                  <a:gd name="T6" fmla="*/ 4 w 41"/>
                  <a:gd name="T7" fmla="*/ 11 h 59"/>
                </a:gdLst>
                <a:ahLst/>
                <a:cxnLst>
                  <a:cxn ang="0">
                    <a:pos x="T0" y="T1"/>
                  </a:cxn>
                  <a:cxn ang="0">
                    <a:pos x="T2" y="T3"/>
                  </a:cxn>
                  <a:cxn ang="0">
                    <a:pos x="T4" y="T5"/>
                  </a:cxn>
                  <a:cxn ang="0">
                    <a:pos x="T6" y="T7"/>
                  </a:cxn>
                </a:cxnLst>
                <a:rect l="0" t="0" r="r" b="b"/>
                <a:pathLst>
                  <a:path w="41" h="59">
                    <a:moveTo>
                      <a:pt x="4" y="11"/>
                    </a:moveTo>
                    <a:cubicBezTo>
                      <a:pt x="4" y="11"/>
                      <a:pt x="35" y="0"/>
                      <a:pt x="41" y="20"/>
                    </a:cubicBezTo>
                    <a:cubicBezTo>
                      <a:pt x="41" y="20"/>
                      <a:pt x="41" y="50"/>
                      <a:pt x="24" y="59"/>
                    </a:cubicBezTo>
                    <a:cubicBezTo>
                      <a:pt x="24" y="59"/>
                      <a:pt x="0" y="36"/>
                      <a:pt x="4" y="11"/>
                    </a:cubicBezTo>
                    <a:close/>
                  </a:path>
                </a:pathLst>
              </a:custGeom>
              <a:solidFill>
                <a:srgbClr val="7CC8EC">
                  <a:lumMod val="60000"/>
                  <a:lumOff val="40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grpSp>
      </p:grpSp>
      <p:grpSp>
        <p:nvGrpSpPr>
          <p:cNvPr id="37" name="Group 36"/>
          <p:cNvGrpSpPr/>
          <p:nvPr/>
        </p:nvGrpSpPr>
        <p:grpSpPr>
          <a:xfrm>
            <a:off x="1304866" y="2627962"/>
            <a:ext cx="3726159" cy="4268753"/>
            <a:chOff x="4197172" y="2611804"/>
            <a:chExt cx="3726159" cy="4268753"/>
          </a:xfrm>
        </p:grpSpPr>
        <p:sp>
          <p:nvSpPr>
            <p:cNvPr id="38" name="Freeform 37"/>
            <p:cNvSpPr>
              <a:spLocks/>
            </p:cNvSpPr>
            <p:nvPr/>
          </p:nvSpPr>
          <p:spPr bwMode="auto">
            <a:xfrm>
              <a:off x="4197172" y="4088926"/>
              <a:ext cx="1017839" cy="2785935"/>
            </a:xfrm>
            <a:custGeom>
              <a:avLst/>
              <a:gdLst>
                <a:gd name="connsiteX0" fmla="*/ 1017839 w 1017839"/>
                <a:gd name="connsiteY0" fmla="*/ 0 h 2785935"/>
                <a:gd name="connsiteX1" fmla="*/ 1017839 w 1017839"/>
                <a:gd name="connsiteY1" fmla="*/ 619400 h 2785935"/>
                <a:gd name="connsiteX2" fmla="*/ 1017839 w 1017839"/>
                <a:gd name="connsiteY2" fmla="*/ 2166535 h 2785935"/>
                <a:gd name="connsiteX3" fmla="*/ 1017839 w 1017839"/>
                <a:gd name="connsiteY3" fmla="*/ 2785935 h 2785935"/>
                <a:gd name="connsiteX4" fmla="*/ 0 w 1017839"/>
                <a:gd name="connsiteY4" fmla="*/ 2785935 h 2785935"/>
                <a:gd name="connsiteX5" fmla="*/ 0 w 1017839"/>
                <a:gd name="connsiteY5" fmla="*/ 2166535 h 2785935"/>
                <a:gd name="connsiteX6" fmla="*/ 0 w 1017839"/>
                <a:gd name="connsiteY6" fmla="*/ 1429999 h 2785935"/>
                <a:gd name="connsiteX7" fmla="*/ 0 w 1017839"/>
                <a:gd name="connsiteY7" fmla="*/ 810599 h 278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7839" h="2785935">
                  <a:moveTo>
                    <a:pt x="1017839" y="0"/>
                  </a:moveTo>
                  <a:lnTo>
                    <a:pt x="1017839" y="619400"/>
                  </a:lnTo>
                  <a:lnTo>
                    <a:pt x="1017839" y="2166535"/>
                  </a:lnTo>
                  <a:lnTo>
                    <a:pt x="1017839" y="2785935"/>
                  </a:lnTo>
                  <a:lnTo>
                    <a:pt x="0" y="2785935"/>
                  </a:lnTo>
                  <a:lnTo>
                    <a:pt x="0" y="2166535"/>
                  </a:lnTo>
                  <a:lnTo>
                    <a:pt x="0" y="1429999"/>
                  </a:lnTo>
                  <a:lnTo>
                    <a:pt x="0" y="810599"/>
                  </a:lnTo>
                  <a:close/>
                </a:path>
              </a:pathLst>
            </a:custGeom>
            <a:solidFill>
              <a:srgbClr val="1B6AA3"/>
            </a:solidFill>
            <a:ln>
              <a:noFill/>
            </a:ln>
            <a:extLst/>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39" name="Freeform 38"/>
            <p:cNvSpPr>
              <a:spLocks/>
            </p:cNvSpPr>
            <p:nvPr/>
          </p:nvSpPr>
          <p:spPr bwMode="auto">
            <a:xfrm>
              <a:off x="5215010" y="4088926"/>
              <a:ext cx="244208" cy="2785935"/>
            </a:xfrm>
            <a:custGeom>
              <a:avLst/>
              <a:gdLst>
                <a:gd name="connsiteX0" fmla="*/ 0 w 244208"/>
                <a:gd name="connsiteY0" fmla="*/ 0 h 2785935"/>
                <a:gd name="connsiteX1" fmla="*/ 244208 w 244208"/>
                <a:gd name="connsiteY1" fmla="*/ 245065 h 2785935"/>
                <a:gd name="connsiteX2" fmla="*/ 244208 w 244208"/>
                <a:gd name="connsiteY2" fmla="*/ 864465 h 2785935"/>
                <a:gd name="connsiteX3" fmla="*/ 244208 w 244208"/>
                <a:gd name="connsiteY3" fmla="*/ 2166535 h 2785935"/>
                <a:gd name="connsiteX4" fmla="*/ 244208 w 244208"/>
                <a:gd name="connsiteY4" fmla="*/ 2785935 h 2785935"/>
                <a:gd name="connsiteX5" fmla="*/ 0 w 244208"/>
                <a:gd name="connsiteY5" fmla="*/ 2785935 h 2785935"/>
                <a:gd name="connsiteX6" fmla="*/ 0 w 244208"/>
                <a:gd name="connsiteY6" fmla="*/ 2166535 h 2785935"/>
                <a:gd name="connsiteX7" fmla="*/ 0 w 244208"/>
                <a:gd name="connsiteY7" fmla="*/ 619400 h 278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208" h="2785935">
                  <a:moveTo>
                    <a:pt x="0" y="0"/>
                  </a:moveTo>
                  <a:lnTo>
                    <a:pt x="244208" y="245065"/>
                  </a:lnTo>
                  <a:lnTo>
                    <a:pt x="244208" y="864465"/>
                  </a:lnTo>
                  <a:lnTo>
                    <a:pt x="244208" y="2166535"/>
                  </a:lnTo>
                  <a:lnTo>
                    <a:pt x="244208" y="2785935"/>
                  </a:lnTo>
                  <a:lnTo>
                    <a:pt x="0" y="2785935"/>
                  </a:lnTo>
                  <a:lnTo>
                    <a:pt x="0" y="2166535"/>
                  </a:lnTo>
                  <a:lnTo>
                    <a:pt x="0" y="619400"/>
                  </a:lnTo>
                  <a:close/>
                </a:path>
              </a:pathLst>
            </a:custGeom>
            <a:solidFill>
              <a:srgbClr val="1B6AA3">
                <a:lumMod val="75000"/>
              </a:srgbClr>
            </a:solidFill>
            <a:ln>
              <a:noFill/>
            </a:ln>
            <a:extLst/>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40" name="Freeform 39"/>
            <p:cNvSpPr>
              <a:spLocks/>
            </p:cNvSpPr>
            <p:nvPr/>
          </p:nvSpPr>
          <p:spPr bwMode="auto">
            <a:xfrm>
              <a:off x="5459218" y="3579272"/>
              <a:ext cx="802397" cy="3295589"/>
            </a:xfrm>
            <a:custGeom>
              <a:avLst/>
              <a:gdLst>
                <a:gd name="connsiteX0" fmla="*/ 802397 w 802397"/>
                <a:gd name="connsiteY0" fmla="*/ 0 h 3295589"/>
                <a:gd name="connsiteX1" fmla="*/ 802397 w 802397"/>
                <a:gd name="connsiteY1" fmla="*/ 619400 h 3295589"/>
                <a:gd name="connsiteX2" fmla="*/ 802397 w 802397"/>
                <a:gd name="connsiteY2" fmla="*/ 2676189 h 3295589"/>
                <a:gd name="connsiteX3" fmla="*/ 802397 w 802397"/>
                <a:gd name="connsiteY3" fmla="*/ 3295589 h 3295589"/>
                <a:gd name="connsiteX4" fmla="*/ 0 w 802397"/>
                <a:gd name="connsiteY4" fmla="*/ 3295589 h 3295589"/>
                <a:gd name="connsiteX5" fmla="*/ 0 w 802397"/>
                <a:gd name="connsiteY5" fmla="*/ 2676189 h 3295589"/>
                <a:gd name="connsiteX6" fmla="*/ 0 w 802397"/>
                <a:gd name="connsiteY6" fmla="*/ 1374119 h 3295589"/>
                <a:gd name="connsiteX7" fmla="*/ 0 w 802397"/>
                <a:gd name="connsiteY7" fmla="*/ 754719 h 329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2397" h="3295589">
                  <a:moveTo>
                    <a:pt x="802397" y="0"/>
                  </a:moveTo>
                  <a:lnTo>
                    <a:pt x="802397" y="619400"/>
                  </a:lnTo>
                  <a:lnTo>
                    <a:pt x="802397" y="2676189"/>
                  </a:lnTo>
                  <a:lnTo>
                    <a:pt x="802397" y="3295589"/>
                  </a:lnTo>
                  <a:lnTo>
                    <a:pt x="0" y="3295589"/>
                  </a:lnTo>
                  <a:lnTo>
                    <a:pt x="0" y="2676189"/>
                  </a:lnTo>
                  <a:lnTo>
                    <a:pt x="0" y="1374119"/>
                  </a:lnTo>
                  <a:lnTo>
                    <a:pt x="0" y="754719"/>
                  </a:lnTo>
                  <a:close/>
                </a:path>
              </a:pathLst>
            </a:custGeom>
            <a:solidFill>
              <a:srgbClr val="84CBC5"/>
            </a:solidFill>
            <a:ln>
              <a:noFill/>
            </a:ln>
            <a:extLst/>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41" name="Freeform 40"/>
            <p:cNvSpPr>
              <a:spLocks/>
            </p:cNvSpPr>
            <p:nvPr/>
          </p:nvSpPr>
          <p:spPr bwMode="auto">
            <a:xfrm>
              <a:off x="6261616" y="3579271"/>
              <a:ext cx="337239" cy="3301286"/>
            </a:xfrm>
            <a:custGeom>
              <a:avLst/>
              <a:gdLst>
                <a:gd name="connsiteX0" fmla="*/ 0 w 337239"/>
                <a:gd name="connsiteY0" fmla="*/ 0 h 3301286"/>
                <a:gd name="connsiteX1" fmla="*/ 337239 w 337239"/>
                <a:gd name="connsiteY1" fmla="*/ 318450 h 3301286"/>
                <a:gd name="connsiteX2" fmla="*/ 337239 w 337239"/>
                <a:gd name="connsiteY2" fmla="*/ 943547 h 3301286"/>
                <a:gd name="connsiteX3" fmla="*/ 337239 w 337239"/>
                <a:gd name="connsiteY3" fmla="*/ 2676189 h 3301286"/>
                <a:gd name="connsiteX4" fmla="*/ 337239 w 337239"/>
                <a:gd name="connsiteY4" fmla="*/ 3301286 h 3301286"/>
                <a:gd name="connsiteX5" fmla="*/ 0 w 337239"/>
                <a:gd name="connsiteY5" fmla="*/ 3301286 h 3301286"/>
                <a:gd name="connsiteX6" fmla="*/ 0 w 337239"/>
                <a:gd name="connsiteY6" fmla="*/ 2676189 h 3301286"/>
                <a:gd name="connsiteX7" fmla="*/ 0 w 337239"/>
                <a:gd name="connsiteY7" fmla="*/ 625097 h 330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239" h="3301286">
                  <a:moveTo>
                    <a:pt x="0" y="0"/>
                  </a:moveTo>
                  <a:lnTo>
                    <a:pt x="337239" y="318450"/>
                  </a:lnTo>
                  <a:lnTo>
                    <a:pt x="337239" y="943547"/>
                  </a:lnTo>
                  <a:lnTo>
                    <a:pt x="337239" y="2676189"/>
                  </a:lnTo>
                  <a:lnTo>
                    <a:pt x="337239" y="3301286"/>
                  </a:lnTo>
                  <a:lnTo>
                    <a:pt x="0" y="3301286"/>
                  </a:lnTo>
                  <a:lnTo>
                    <a:pt x="0" y="2676189"/>
                  </a:lnTo>
                  <a:lnTo>
                    <a:pt x="0" y="625097"/>
                  </a:lnTo>
                  <a:close/>
                </a:path>
              </a:pathLst>
            </a:custGeom>
            <a:solidFill>
              <a:srgbClr val="84CBC5">
                <a:lumMod val="75000"/>
              </a:srgbClr>
            </a:solidFill>
            <a:ln>
              <a:noFill/>
            </a:ln>
            <a:extLst/>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42" name="Freeform 41"/>
            <p:cNvSpPr>
              <a:spLocks/>
            </p:cNvSpPr>
            <p:nvPr/>
          </p:nvSpPr>
          <p:spPr bwMode="auto">
            <a:xfrm>
              <a:off x="6598855" y="2611804"/>
              <a:ext cx="1324476" cy="4263057"/>
            </a:xfrm>
            <a:custGeom>
              <a:avLst/>
              <a:gdLst>
                <a:gd name="connsiteX0" fmla="*/ 1324476 w 1324476"/>
                <a:gd name="connsiteY0" fmla="*/ 0 h 4263057"/>
                <a:gd name="connsiteX1" fmla="*/ 1324476 w 1324476"/>
                <a:gd name="connsiteY1" fmla="*/ 619400 h 4263057"/>
                <a:gd name="connsiteX2" fmla="*/ 1324476 w 1324476"/>
                <a:gd name="connsiteY2" fmla="*/ 3643657 h 4263057"/>
                <a:gd name="connsiteX3" fmla="*/ 1324476 w 1324476"/>
                <a:gd name="connsiteY3" fmla="*/ 4263057 h 4263057"/>
                <a:gd name="connsiteX4" fmla="*/ 0 w 1324476"/>
                <a:gd name="connsiteY4" fmla="*/ 4263057 h 4263057"/>
                <a:gd name="connsiteX5" fmla="*/ 0 w 1324476"/>
                <a:gd name="connsiteY5" fmla="*/ 3643657 h 4263057"/>
                <a:gd name="connsiteX6" fmla="*/ 0 w 1324476"/>
                <a:gd name="connsiteY6" fmla="*/ 1905318 h 4263057"/>
                <a:gd name="connsiteX7" fmla="*/ 0 w 1324476"/>
                <a:gd name="connsiteY7" fmla="*/ 1285918 h 4263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76" h="4263057">
                  <a:moveTo>
                    <a:pt x="1324476" y="0"/>
                  </a:moveTo>
                  <a:lnTo>
                    <a:pt x="1324476" y="619400"/>
                  </a:lnTo>
                  <a:lnTo>
                    <a:pt x="1324476" y="3643657"/>
                  </a:lnTo>
                  <a:lnTo>
                    <a:pt x="1324476" y="4263057"/>
                  </a:lnTo>
                  <a:lnTo>
                    <a:pt x="0" y="4263057"/>
                  </a:lnTo>
                  <a:lnTo>
                    <a:pt x="0" y="3643657"/>
                  </a:lnTo>
                  <a:lnTo>
                    <a:pt x="0" y="1905318"/>
                  </a:lnTo>
                  <a:lnTo>
                    <a:pt x="0" y="1285918"/>
                  </a:lnTo>
                  <a:close/>
                </a:path>
              </a:pathLst>
            </a:custGeom>
            <a:solidFill>
              <a:srgbClr val="F47264"/>
            </a:solidFill>
            <a:ln>
              <a:noFill/>
            </a:ln>
            <a:extLst/>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grpSp>
      <p:sp>
        <p:nvSpPr>
          <p:cNvPr id="4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62851871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down)">
                                          <p:cBhvr>
                                            <p:cTn id="7" dur="500"/>
                                            <p:tgtEl>
                                              <p:spTgt spid="37"/>
                                            </p:tgtEl>
                                          </p:cBhvr>
                                        </p:animEffect>
                                      </p:childTnLst>
                                    </p:cTn>
                                  </p:par>
                                </p:childTnLst>
                              </p:cTn>
                            </p:par>
                            <p:par>
                              <p:cTn id="8" fill="hold">
                                <p:stCondLst>
                                  <p:cond delay="500"/>
                                </p:stCondLst>
                                <p:childTnLst>
                                  <p:par>
                                    <p:cTn id="9" presetID="2" presetClass="entr" presetSubtype="12" fill="hold" nodeType="afterEffect" p14:presetBounceEnd="44000">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14:bounceEnd="44000">
                                          <p:cBhvr additive="base">
                                            <p:cTn id="11" dur="500" fill="hold"/>
                                            <p:tgtEl>
                                              <p:spTgt spid="7"/>
                                            </p:tgtEl>
                                            <p:attrNameLst>
                                              <p:attrName>ppt_x</p:attrName>
                                            </p:attrNameLst>
                                          </p:cBhvr>
                                          <p:tavLst>
                                            <p:tav tm="0">
                                              <p:val>
                                                <p:strVal val="0-#ppt_w/2"/>
                                              </p:val>
                                            </p:tav>
                                            <p:tav tm="100000">
                                              <p:val>
                                                <p:strVal val="#ppt_x"/>
                                              </p:val>
                                            </p:tav>
                                          </p:tavLst>
                                        </p:anim>
                                        <p:anim calcmode="lin" valueType="num" p14:bounceEnd="44000">
                                          <p:cBhvr additive="base">
                                            <p:cTn id="12"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down)">
                                          <p:cBhvr>
                                            <p:cTn id="7" dur="500"/>
                                            <p:tgtEl>
                                              <p:spTgt spid="37"/>
                                            </p:tgtEl>
                                          </p:cBhvr>
                                        </p:animEffect>
                                      </p:childTnLst>
                                    </p:cTn>
                                  </p:par>
                                </p:childTnLst>
                              </p:cTn>
                            </p:par>
                            <p:par>
                              <p:cTn id="8" fill="hold">
                                <p:stCondLst>
                                  <p:cond delay="500"/>
                                </p:stCondLst>
                                <p:childTnLst>
                                  <p:par>
                                    <p:cTn id="9" presetID="2" presetClass="entr" presetSubtype="12"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0-#ppt_w/2"/>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6"/>
          </p:nvPr>
        </p:nvSpPr>
        <p:spPr>
          <a:xfrm>
            <a:off x="5531681" y="2804355"/>
            <a:ext cx="5971592" cy="1536868"/>
          </a:xfrm>
        </p:spPr>
        <p:txBody>
          <a:bodyPr>
            <a:noAutofit/>
          </a:bodyPr>
          <a:lstStyle/>
          <a:p>
            <a:pPr rtl="1">
              <a:lnSpc>
                <a:spcPct val="100000"/>
              </a:lnSpc>
            </a:pPr>
            <a:r>
              <a:rPr lang="ar-JO" sz="2800" b="1" dirty="0">
                <a:solidFill>
                  <a:schemeClr val="tx1"/>
                </a:solidFill>
              </a:rPr>
              <a:t>تعمل على تشجيع العمل الجماعي وتبادل الأفكار والآراء بين الطلبة وفردية التعلم</a:t>
            </a:r>
            <a:endParaRPr lang="en-US" sz="2800" b="1" dirty="0">
              <a:solidFill>
                <a:schemeClr val="tx1"/>
              </a:solidFill>
            </a:endParaRPr>
          </a:p>
        </p:txBody>
      </p:sp>
      <p:grpSp>
        <p:nvGrpSpPr>
          <p:cNvPr id="7" name="Group 6"/>
          <p:cNvGrpSpPr/>
          <p:nvPr/>
        </p:nvGrpSpPr>
        <p:grpSpPr>
          <a:xfrm>
            <a:off x="1375863" y="1605961"/>
            <a:ext cx="3302010" cy="2635794"/>
            <a:chOff x="4268169" y="1589803"/>
            <a:chExt cx="3302010" cy="2635794"/>
          </a:xfrm>
        </p:grpSpPr>
        <p:sp>
          <p:nvSpPr>
            <p:cNvPr id="8" name="Freeform 7"/>
            <p:cNvSpPr>
              <a:spLocks/>
            </p:cNvSpPr>
            <p:nvPr/>
          </p:nvSpPr>
          <p:spPr bwMode="auto">
            <a:xfrm>
              <a:off x="4268169" y="2336443"/>
              <a:ext cx="1567460" cy="1593595"/>
            </a:xfrm>
            <a:custGeom>
              <a:avLst/>
              <a:gdLst>
                <a:gd name="T0" fmla="*/ 0 w 1083"/>
                <a:gd name="T1" fmla="*/ 1001 h 1001"/>
                <a:gd name="T2" fmla="*/ 1083 w 1083"/>
                <a:gd name="T3" fmla="*/ 0 h 1001"/>
                <a:gd name="T4" fmla="*/ 229 w 1083"/>
                <a:gd name="T5" fmla="*/ 627 h 1001"/>
                <a:gd name="T6" fmla="*/ 0 w 1083"/>
                <a:gd name="T7" fmla="*/ 1001 h 1001"/>
              </a:gdLst>
              <a:ahLst/>
              <a:cxnLst>
                <a:cxn ang="0">
                  <a:pos x="T0" y="T1"/>
                </a:cxn>
                <a:cxn ang="0">
                  <a:pos x="T2" y="T3"/>
                </a:cxn>
                <a:cxn ang="0">
                  <a:pos x="T4" y="T5"/>
                </a:cxn>
                <a:cxn ang="0">
                  <a:pos x="T6" y="T7"/>
                </a:cxn>
              </a:cxnLst>
              <a:rect l="0" t="0" r="r" b="b"/>
              <a:pathLst>
                <a:path w="1083" h="1001">
                  <a:moveTo>
                    <a:pt x="0" y="1001"/>
                  </a:moveTo>
                  <a:cubicBezTo>
                    <a:pt x="0" y="1001"/>
                    <a:pt x="706" y="250"/>
                    <a:pt x="1083" y="0"/>
                  </a:cubicBezTo>
                  <a:cubicBezTo>
                    <a:pt x="1083" y="0"/>
                    <a:pt x="761" y="92"/>
                    <a:pt x="229" y="627"/>
                  </a:cubicBezTo>
                  <a:cubicBezTo>
                    <a:pt x="229" y="627"/>
                    <a:pt x="3" y="876"/>
                    <a:pt x="0" y="1001"/>
                  </a:cubicBezTo>
                  <a:close/>
                </a:path>
              </a:pathLst>
            </a:custGeom>
            <a:solidFill>
              <a:srgbClr val="F8D3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grpSp>
          <p:nvGrpSpPr>
            <p:cNvPr id="9" name="Group 8"/>
            <p:cNvGrpSpPr/>
            <p:nvPr/>
          </p:nvGrpSpPr>
          <p:grpSpPr>
            <a:xfrm>
              <a:off x="4441992" y="1589803"/>
              <a:ext cx="3128187" cy="2635794"/>
              <a:chOff x="4441992" y="1589803"/>
              <a:chExt cx="3128187" cy="2635794"/>
            </a:xfrm>
          </p:grpSpPr>
          <p:sp>
            <p:nvSpPr>
              <p:cNvPr id="10" name="Freeform 9"/>
              <p:cNvSpPr>
                <a:spLocks/>
              </p:cNvSpPr>
              <p:nvPr/>
            </p:nvSpPr>
            <p:spPr bwMode="auto">
              <a:xfrm>
                <a:off x="4441992" y="2246900"/>
                <a:ext cx="1933465" cy="1409123"/>
              </a:xfrm>
              <a:custGeom>
                <a:avLst/>
                <a:gdLst>
                  <a:gd name="T0" fmla="*/ 0 w 1336"/>
                  <a:gd name="T1" fmla="*/ 885 h 885"/>
                  <a:gd name="T2" fmla="*/ 966 w 1336"/>
                  <a:gd name="T3" fmla="*/ 877 h 885"/>
                  <a:gd name="T4" fmla="*/ 1336 w 1336"/>
                  <a:gd name="T5" fmla="*/ 70 h 885"/>
                  <a:gd name="T6" fmla="*/ 1179 w 1336"/>
                  <a:gd name="T7" fmla="*/ 0 h 885"/>
                  <a:gd name="T8" fmla="*/ 929 w 1336"/>
                  <a:gd name="T9" fmla="*/ 70 h 885"/>
                  <a:gd name="T10" fmla="*/ 842 w 1336"/>
                  <a:gd name="T11" fmla="*/ 115 h 885"/>
                  <a:gd name="T12" fmla="*/ 0 w 1336"/>
                  <a:gd name="T13" fmla="*/ 885 h 885"/>
                </a:gdLst>
                <a:ahLst/>
                <a:cxnLst>
                  <a:cxn ang="0">
                    <a:pos x="T0" y="T1"/>
                  </a:cxn>
                  <a:cxn ang="0">
                    <a:pos x="T2" y="T3"/>
                  </a:cxn>
                  <a:cxn ang="0">
                    <a:pos x="T4" y="T5"/>
                  </a:cxn>
                  <a:cxn ang="0">
                    <a:pos x="T6" y="T7"/>
                  </a:cxn>
                  <a:cxn ang="0">
                    <a:pos x="T8" y="T9"/>
                  </a:cxn>
                  <a:cxn ang="0">
                    <a:pos x="T10" y="T11"/>
                  </a:cxn>
                  <a:cxn ang="0">
                    <a:pos x="T12" y="T13"/>
                  </a:cxn>
                </a:cxnLst>
                <a:rect l="0" t="0" r="r" b="b"/>
                <a:pathLst>
                  <a:path w="1336" h="885">
                    <a:moveTo>
                      <a:pt x="0" y="885"/>
                    </a:moveTo>
                    <a:cubicBezTo>
                      <a:pt x="0" y="885"/>
                      <a:pt x="635" y="615"/>
                      <a:pt x="966" y="877"/>
                    </a:cubicBezTo>
                    <a:cubicBezTo>
                      <a:pt x="1336" y="70"/>
                      <a:pt x="1336" y="70"/>
                      <a:pt x="1336" y="70"/>
                    </a:cubicBezTo>
                    <a:cubicBezTo>
                      <a:pt x="1179" y="0"/>
                      <a:pt x="1179" y="0"/>
                      <a:pt x="1179" y="0"/>
                    </a:cubicBezTo>
                    <a:cubicBezTo>
                      <a:pt x="1179" y="0"/>
                      <a:pt x="1048" y="20"/>
                      <a:pt x="929" y="70"/>
                    </a:cubicBezTo>
                    <a:cubicBezTo>
                      <a:pt x="899" y="82"/>
                      <a:pt x="868" y="99"/>
                      <a:pt x="842" y="115"/>
                    </a:cubicBezTo>
                    <a:cubicBezTo>
                      <a:pt x="713" y="196"/>
                      <a:pt x="0" y="885"/>
                      <a:pt x="0" y="885"/>
                    </a:cubicBezTo>
                    <a:close/>
                  </a:path>
                </a:pathLst>
              </a:custGeom>
              <a:solidFill>
                <a:srgbClr val="F8D35E">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11" name="Freeform 10"/>
              <p:cNvSpPr>
                <a:spLocks/>
              </p:cNvSpPr>
              <p:nvPr/>
            </p:nvSpPr>
            <p:spPr bwMode="auto">
              <a:xfrm>
                <a:off x="4516661" y="3755665"/>
                <a:ext cx="273586" cy="469932"/>
              </a:xfrm>
              <a:custGeom>
                <a:avLst/>
                <a:gdLst>
                  <a:gd name="T0" fmla="*/ 411 w 447"/>
                  <a:gd name="T1" fmla="*/ 28 h 698"/>
                  <a:gd name="T2" fmla="*/ 215 w 447"/>
                  <a:gd name="T3" fmla="*/ 0 h 698"/>
                  <a:gd name="T4" fmla="*/ 135 w 447"/>
                  <a:gd name="T5" fmla="*/ 177 h 698"/>
                  <a:gd name="T6" fmla="*/ 184 w 447"/>
                  <a:gd name="T7" fmla="*/ 196 h 698"/>
                  <a:gd name="T8" fmla="*/ 85 w 447"/>
                  <a:gd name="T9" fmla="*/ 355 h 698"/>
                  <a:gd name="T10" fmla="*/ 0 w 447"/>
                  <a:gd name="T11" fmla="*/ 691 h 698"/>
                  <a:gd name="T12" fmla="*/ 45 w 447"/>
                  <a:gd name="T13" fmla="*/ 698 h 698"/>
                  <a:gd name="T14" fmla="*/ 196 w 447"/>
                  <a:gd name="T15" fmla="*/ 395 h 698"/>
                  <a:gd name="T16" fmla="*/ 447 w 447"/>
                  <a:gd name="T17" fmla="*/ 166 h 698"/>
                  <a:gd name="T18" fmla="*/ 411 w 447"/>
                  <a:gd name="T19" fmla="*/ 28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7" h="698">
                    <a:moveTo>
                      <a:pt x="411" y="28"/>
                    </a:moveTo>
                    <a:lnTo>
                      <a:pt x="215" y="0"/>
                    </a:lnTo>
                    <a:lnTo>
                      <a:pt x="135" y="177"/>
                    </a:lnTo>
                    <a:lnTo>
                      <a:pt x="184" y="196"/>
                    </a:lnTo>
                    <a:lnTo>
                      <a:pt x="85" y="355"/>
                    </a:lnTo>
                    <a:lnTo>
                      <a:pt x="0" y="691"/>
                    </a:lnTo>
                    <a:lnTo>
                      <a:pt x="45" y="698"/>
                    </a:lnTo>
                    <a:lnTo>
                      <a:pt x="196" y="395"/>
                    </a:lnTo>
                    <a:lnTo>
                      <a:pt x="447" y="166"/>
                    </a:lnTo>
                    <a:lnTo>
                      <a:pt x="411" y="28"/>
                    </a:lnTo>
                    <a:close/>
                  </a:path>
                </a:pathLst>
              </a:custGeom>
              <a:solidFill>
                <a:srgbClr val="FCFCFC">
                  <a:lumMod val="10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14" name="Freeform 13"/>
              <p:cNvSpPr>
                <a:spLocks/>
              </p:cNvSpPr>
              <p:nvPr/>
            </p:nvSpPr>
            <p:spPr bwMode="auto">
              <a:xfrm>
                <a:off x="7332703" y="1589803"/>
                <a:ext cx="237476" cy="318450"/>
              </a:xfrm>
              <a:custGeom>
                <a:avLst/>
                <a:gdLst>
                  <a:gd name="T0" fmla="*/ 0 w 388"/>
                  <a:gd name="T1" fmla="*/ 300 h 473"/>
                  <a:gd name="T2" fmla="*/ 80 w 388"/>
                  <a:gd name="T3" fmla="*/ 260 h 473"/>
                  <a:gd name="T4" fmla="*/ 68 w 388"/>
                  <a:gd name="T5" fmla="*/ 135 h 473"/>
                  <a:gd name="T6" fmla="*/ 250 w 388"/>
                  <a:gd name="T7" fmla="*/ 17 h 473"/>
                  <a:gd name="T8" fmla="*/ 255 w 388"/>
                  <a:gd name="T9" fmla="*/ 47 h 473"/>
                  <a:gd name="T10" fmla="*/ 376 w 388"/>
                  <a:gd name="T11" fmla="*/ 0 h 473"/>
                  <a:gd name="T12" fmla="*/ 388 w 388"/>
                  <a:gd name="T13" fmla="*/ 90 h 473"/>
                  <a:gd name="T14" fmla="*/ 371 w 388"/>
                  <a:gd name="T15" fmla="*/ 97 h 473"/>
                  <a:gd name="T16" fmla="*/ 380 w 388"/>
                  <a:gd name="T17" fmla="*/ 194 h 473"/>
                  <a:gd name="T18" fmla="*/ 359 w 388"/>
                  <a:gd name="T19" fmla="*/ 201 h 473"/>
                  <a:gd name="T20" fmla="*/ 366 w 388"/>
                  <a:gd name="T21" fmla="*/ 359 h 473"/>
                  <a:gd name="T22" fmla="*/ 118 w 388"/>
                  <a:gd name="T23" fmla="*/ 473 h 473"/>
                  <a:gd name="T24" fmla="*/ 104 w 388"/>
                  <a:gd name="T25" fmla="*/ 378 h 473"/>
                  <a:gd name="T26" fmla="*/ 14 w 388"/>
                  <a:gd name="T27" fmla="*/ 423 h 473"/>
                  <a:gd name="T28" fmla="*/ 0 w 388"/>
                  <a:gd name="T29" fmla="*/ 30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8" h="473">
                    <a:moveTo>
                      <a:pt x="0" y="300"/>
                    </a:moveTo>
                    <a:lnTo>
                      <a:pt x="80" y="260"/>
                    </a:lnTo>
                    <a:lnTo>
                      <a:pt x="68" y="135"/>
                    </a:lnTo>
                    <a:lnTo>
                      <a:pt x="250" y="17"/>
                    </a:lnTo>
                    <a:lnTo>
                      <a:pt x="255" y="47"/>
                    </a:lnTo>
                    <a:lnTo>
                      <a:pt x="376" y="0"/>
                    </a:lnTo>
                    <a:lnTo>
                      <a:pt x="388" y="90"/>
                    </a:lnTo>
                    <a:lnTo>
                      <a:pt x="371" y="97"/>
                    </a:lnTo>
                    <a:lnTo>
                      <a:pt x="380" y="194"/>
                    </a:lnTo>
                    <a:lnTo>
                      <a:pt x="359" y="201"/>
                    </a:lnTo>
                    <a:lnTo>
                      <a:pt x="366" y="359"/>
                    </a:lnTo>
                    <a:lnTo>
                      <a:pt x="118" y="473"/>
                    </a:lnTo>
                    <a:lnTo>
                      <a:pt x="104" y="378"/>
                    </a:lnTo>
                    <a:lnTo>
                      <a:pt x="14" y="423"/>
                    </a:lnTo>
                    <a:lnTo>
                      <a:pt x="0" y="300"/>
                    </a:lnTo>
                    <a:close/>
                  </a:path>
                </a:pathLst>
              </a:custGeom>
              <a:solidFill>
                <a:srgbClr val="FFD9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15" name="Freeform 14"/>
              <p:cNvSpPr>
                <a:spLocks/>
              </p:cNvSpPr>
              <p:nvPr/>
            </p:nvSpPr>
            <p:spPr bwMode="auto">
              <a:xfrm>
                <a:off x="7396356" y="1599228"/>
                <a:ext cx="108333" cy="181779"/>
              </a:xfrm>
              <a:custGeom>
                <a:avLst/>
                <a:gdLst>
                  <a:gd name="T0" fmla="*/ 64 w 75"/>
                  <a:gd name="T1" fmla="*/ 14 h 114"/>
                  <a:gd name="T2" fmla="*/ 75 w 75"/>
                  <a:gd name="T3" fmla="*/ 89 h 114"/>
                  <a:gd name="T4" fmla="*/ 34 w 75"/>
                  <a:gd name="T5" fmla="*/ 53 h 114"/>
                  <a:gd name="T6" fmla="*/ 70 w 75"/>
                  <a:gd name="T7" fmla="*/ 86 h 114"/>
                  <a:gd name="T8" fmla="*/ 58 w 75"/>
                  <a:gd name="T9" fmla="*/ 7 h 114"/>
                  <a:gd name="T10" fmla="*/ 0 w 75"/>
                  <a:gd name="T11" fmla="*/ 42 h 114"/>
                  <a:gd name="T12" fmla="*/ 63 w 75"/>
                  <a:gd name="T13" fmla="*/ 0 h 114"/>
                  <a:gd name="T14" fmla="*/ 64 w 75"/>
                  <a:gd name="T15" fmla="*/ 14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114">
                    <a:moveTo>
                      <a:pt x="64" y="14"/>
                    </a:moveTo>
                    <a:cubicBezTo>
                      <a:pt x="75" y="89"/>
                      <a:pt x="75" y="89"/>
                      <a:pt x="75" y="89"/>
                    </a:cubicBezTo>
                    <a:cubicBezTo>
                      <a:pt x="75" y="89"/>
                      <a:pt x="35" y="114"/>
                      <a:pt x="34" y="53"/>
                    </a:cubicBezTo>
                    <a:cubicBezTo>
                      <a:pt x="34" y="53"/>
                      <a:pt x="38" y="101"/>
                      <a:pt x="70" y="86"/>
                    </a:cubicBezTo>
                    <a:cubicBezTo>
                      <a:pt x="58" y="7"/>
                      <a:pt x="58" y="7"/>
                      <a:pt x="58" y="7"/>
                    </a:cubicBezTo>
                    <a:cubicBezTo>
                      <a:pt x="0" y="42"/>
                      <a:pt x="0" y="42"/>
                      <a:pt x="0" y="42"/>
                    </a:cubicBezTo>
                    <a:cubicBezTo>
                      <a:pt x="63" y="0"/>
                      <a:pt x="63" y="0"/>
                      <a:pt x="63" y="0"/>
                    </a:cubicBezTo>
                    <a:lnTo>
                      <a:pt x="64" y="14"/>
                    </a:lnTo>
                    <a:close/>
                  </a:path>
                </a:pathLst>
              </a:custGeom>
              <a:solidFill>
                <a:srgbClr val="E3B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16" name="Freeform 15"/>
              <p:cNvSpPr>
                <a:spLocks/>
              </p:cNvSpPr>
              <p:nvPr/>
            </p:nvSpPr>
            <p:spPr bwMode="auto">
              <a:xfrm>
                <a:off x="7493060" y="1597882"/>
                <a:ext cx="77118" cy="90890"/>
              </a:xfrm>
              <a:custGeom>
                <a:avLst/>
                <a:gdLst>
                  <a:gd name="T0" fmla="*/ 0 w 126"/>
                  <a:gd name="T1" fmla="*/ 118 h 135"/>
                  <a:gd name="T2" fmla="*/ 116 w 126"/>
                  <a:gd name="T3" fmla="*/ 71 h 135"/>
                  <a:gd name="T4" fmla="*/ 114 w 126"/>
                  <a:gd name="T5" fmla="*/ 0 h 135"/>
                  <a:gd name="T6" fmla="*/ 126 w 126"/>
                  <a:gd name="T7" fmla="*/ 78 h 135"/>
                  <a:gd name="T8" fmla="*/ 3 w 126"/>
                  <a:gd name="T9" fmla="*/ 135 h 135"/>
                  <a:gd name="T10" fmla="*/ 0 w 126"/>
                  <a:gd name="T11" fmla="*/ 118 h 135"/>
                </a:gdLst>
                <a:ahLst/>
                <a:cxnLst>
                  <a:cxn ang="0">
                    <a:pos x="T0" y="T1"/>
                  </a:cxn>
                  <a:cxn ang="0">
                    <a:pos x="T2" y="T3"/>
                  </a:cxn>
                  <a:cxn ang="0">
                    <a:pos x="T4" y="T5"/>
                  </a:cxn>
                  <a:cxn ang="0">
                    <a:pos x="T6" y="T7"/>
                  </a:cxn>
                  <a:cxn ang="0">
                    <a:pos x="T8" y="T9"/>
                  </a:cxn>
                  <a:cxn ang="0">
                    <a:pos x="T10" y="T11"/>
                  </a:cxn>
                </a:cxnLst>
                <a:rect l="0" t="0" r="r" b="b"/>
                <a:pathLst>
                  <a:path w="126" h="135">
                    <a:moveTo>
                      <a:pt x="0" y="118"/>
                    </a:moveTo>
                    <a:lnTo>
                      <a:pt x="116" y="71"/>
                    </a:lnTo>
                    <a:lnTo>
                      <a:pt x="114" y="0"/>
                    </a:lnTo>
                    <a:lnTo>
                      <a:pt x="126" y="78"/>
                    </a:lnTo>
                    <a:lnTo>
                      <a:pt x="3" y="135"/>
                    </a:lnTo>
                    <a:lnTo>
                      <a:pt x="0" y="118"/>
                    </a:lnTo>
                    <a:close/>
                  </a:path>
                </a:pathLst>
              </a:custGeom>
              <a:solidFill>
                <a:srgbClr val="E3B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17" name="Freeform 16"/>
              <p:cNvSpPr>
                <a:spLocks/>
              </p:cNvSpPr>
              <p:nvPr/>
            </p:nvSpPr>
            <p:spPr bwMode="auto">
              <a:xfrm>
                <a:off x="7463070" y="1742632"/>
                <a:ext cx="12853" cy="121186"/>
              </a:xfrm>
              <a:custGeom>
                <a:avLst/>
                <a:gdLst>
                  <a:gd name="T0" fmla="*/ 0 w 21"/>
                  <a:gd name="T1" fmla="*/ 0 h 180"/>
                  <a:gd name="T2" fmla="*/ 21 w 21"/>
                  <a:gd name="T3" fmla="*/ 180 h 180"/>
                  <a:gd name="T4" fmla="*/ 16 w 21"/>
                  <a:gd name="T5" fmla="*/ 2 h 180"/>
                  <a:gd name="T6" fmla="*/ 0 w 21"/>
                  <a:gd name="T7" fmla="*/ 0 h 180"/>
                </a:gdLst>
                <a:ahLst/>
                <a:cxnLst>
                  <a:cxn ang="0">
                    <a:pos x="T0" y="T1"/>
                  </a:cxn>
                  <a:cxn ang="0">
                    <a:pos x="T2" y="T3"/>
                  </a:cxn>
                  <a:cxn ang="0">
                    <a:pos x="T4" y="T5"/>
                  </a:cxn>
                  <a:cxn ang="0">
                    <a:pos x="T6" y="T7"/>
                  </a:cxn>
                </a:cxnLst>
                <a:rect l="0" t="0" r="r" b="b"/>
                <a:pathLst>
                  <a:path w="21" h="180">
                    <a:moveTo>
                      <a:pt x="0" y="0"/>
                    </a:moveTo>
                    <a:lnTo>
                      <a:pt x="21" y="180"/>
                    </a:lnTo>
                    <a:lnTo>
                      <a:pt x="16" y="2"/>
                    </a:lnTo>
                    <a:lnTo>
                      <a:pt x="0" y="0"/>
                    </a:lnTo>
                    <a:close/>
                  </a:path>
                </a:pathLst>
              </a:custGeom>
              <a:solidFill>
                <a:srgbClr val="E3B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18" name="Freeform 17"/>
              <p:cNvSpPr>
                <a:spLocks/>
              </p:cNvSpPr>
              <p:nvPr/>
            </p:nvSpPr>
            <p:spPr bwMode="auto">
              <a:xfrm>
                <a:off x="7501629" y="1659822"/>
                <a:ext cx="63653" cy="81464"/>
              </a:xfrm>
              <a:custGeom>
                <a:avLst/>
                <a:gdLst>
                  <a:gd name="T0" fmla="*/ 0 w 104"/>
                  <a:gd name="T1" fmla="*/ 106 h 121"/>
                  <a:gd name="T2" fmla="*/ 93 w 104"/>
                  <a:gd name="T3" fmla="*/ 80 h 121"/>
                  <a:gd name="T4" fmla="*/ 95 w 104"/>
                  <a:gd name="T5" fmla="*/ 0 h 121"/>
                  <a:gd name="T6" fmla="*/ 104 w 104"/>
                  <a:gd name="T7" fmla="*/ 90 h 121"/>
                  <a:gd name="T8" fmla="*/ 0 w 104"/>
                  <a:gd name="T9" fmla="*/ 121 h 121"/>
                  <a:gd name="T10" fmla="*/ 0 w 104"/>
                  <a:gd name="T11" fmla="*/ 106 h 121"/>
                </a:gdLst>
                <a:ahLst/>
                <a:cxnLst>
                  <a:cxn ang="0">
                    <a:pos x="T0" y="T1"/>
                  </a:cxn>
                  <a:cxn ang="0">
                    <a:pos x="T2" y="T3"/>
                  </a:cxn>
                  <a:cxn ang="0">
                    <a:pos x="T4" y="T5"/>
                  </a:cxn>
                  <a:cxn ang="0">
                    <a:pos x="T6" y="T7"/>
                  </a:cxn>
                  <a:cxn ang="0">
                    <a:pos x="T8" y="T9"/>
                  </a:cxn>
                  <a:cxn ang="0">
                    <a:pos x="T10" y="T11"/>
                  </a:cxn>
                </a:cxnLst>
                <a:rect l="0" t="0" r="r" b="b"/>
                <a:pathLst>
                  <a:path w="104" h="121">
                    <a:moveTo>
                      <a:pt x="0" y="106"/>
                    </a:moveTo>
                    <a:lnTo>
                      <a:pt x="93" y="80"/>
                    </a:lnTo>
                    <a:lnTo>
                      <a:pt x="95" y="0"/>
                    </a:lnTo>
                    <a:lnTo>
                      <a:pt x="104" y="90"/>
                    </a:lnTo>
                    <a:lnTo>
                      <a:pt x="0" y="121"/>
                    </a:lnTo>
                    <a:lnTo>
                      <a:pt x="0" y="106"/>
                    </a:lnTo>
                    <a:close/>
                  </a:path>
                </a:pathLst>
              </a:custGeom>
              <a:solidFill>
                <a:srgbClr val="E3B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19" name="Freeform 18"/>
              <p:cNvSpPr>
                <a:spLocks/>
              </p:cNvSpPr>
              <p:nvPr/>
            </p:nvSpPr>
            <p:spPr bwMode="auto">
              <a:xfrm>
                <a:off x="7471638" y="1731187"/>
                <a:ext cx="83851" cy="80117"/>
              </a:xfrm>
              <a:custGeom>
                <a:avLst/>
                <a:gdLst>
                  <a:gd name="T0" fmla="*/ 0 w 137"/>
                  <a:gd name="T1" fmla="*/ 102 h 119"/>
                  <a:gd name="T2" fmla="*/ 127 w 137"/>
                  <a:gd name="T3" fmla="*/ 71 h 119"/>
                  <a:gd name="T4" fmla="*/ 132 w 137"/>
                  <a:gd name="T5" fmla="*/ 0 h 119"/>
                  <a:gd name="T6" fmla="*/ 137 w 137"/>
                  <a:gd name="T7" fmla="*/ 83 h 119"/>
                  <a:gd name="T8" fmla="*/ 2 w 137"/>
                  <a:gd name="T9" fmla="*/ 119 h 119"/>
                  <a:gd name="T10" fmla="*/ 0 w 137"/>
                  <a:gd name="T11" fmla="*/ 102 h 119"/>
                </a:gdLst>
                <a:ahLst/>
                <a:cxnLst>
                  <a:cxn ang="0">
                    <a:pos x="T0" y="T1"/>
                  </a:cxn>
                  <a:cxn ang="0">
                    <a:pos x="T2" y="T3"/>
                  </a:cxn>
                  <a:cxn ang="0">
                    <a:pos x="T4" y="T5"/>
                  </a:cxn>
                  <a:cxn ang="0">
                    <a:pos x="T6" y="T7"/>
                  </a:cxn>
                  <a:cxn ang="0">
                    <a:pos x="T8" y="T9"/>
                  </a:cxn>
                  <a:cxn ang="0">
                    <a:pos x="T10" y="T11"/>
                  </a:cxn>
                </a:cxnLst>
                <a:rect l="0" t="0" r="r" b="b"/>
                <a:pathLst>
                  <a:path w="137" h="119">
                    <a:moveTo>
                      <a:pt x="0" y="102"/>
                    </a:moveTo>
                    <a:lnTo>
                      <a:pt x="127" y="71"/>
                    </a:lnTo>
                    <a:lnTo>
                      <a:pt x="132" y="0"/>
                    </a:lnTo>
                    <a:lnTo>
                      <a:pt x="137" y="83"/>
                    </a:lnTo>
                    <a:lnTo>
                      <a:pt x="2" y="119"/>
                    </a:lnTo>
                    <a:lnTo>
                      <a:pt x="0" y="102"/>
                    </a:lnTo>
                    <a:close/>
                  </a:path>
                </a:pathLst>
              </a:custGeom>
              <a:solidFill>
                <a:srgbClr val="E3B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0" name="Freeform 19"/>
              <p:cNvSpPr>
                <a:spLocks/>
              </p:cNvSpPr>
              <p:nvPr/>
            </p:nvSpPr>
            <p:spPr bwMode="auto">
              <a:xfrm>
                <a:off x="7306385" y="1772928"/>
                <a:ext cx="52024" cy="144750"/>
              </a:xfrm>
              <a:custGeom>
                <a:avLst/>
                <a:gdLst>
                  <a:gd name="T0" fmla="*/ 0 w 85"/>
                  <a:gd name="T1" fmla="*/ 35 h 215"/>
                  <a:gd name="T2" fmla="*/ 71 w 85"/>
                  <a:gd name="T3" fmla="*/ 0 h 215"/>
                  <a:gd name="T4" fmla="*/ 85 w 85"/>
                  <a:gd name="T5" fmla="*/ 172 h 215"/>
                  <a:gd name="T6" fmla="*/ 5 w 85"/>
                  <a:gd name="T7" fmla="*/ 215 h 215"/>
                  <a:gd name="T8" fmla="*/ 0 w 85"/>
                  <a:gd name="T9" fmla="*/ 35 h 215"/>
                </a:gdLst>
                <a:ahLst/>
                <a:cxnLst>
                  <a:cxn ang="0">
                    <a:pos x="T0" y="T1"/>
                  </a:cxn>
                  <a:cxn ang="0">
                    <a:pos x="T2" y="T3"/>
                  </a:cxn>
                  <a:cxn ang="0">
                    <a:pos x="T4" y="T5"/>
                  </a:cxn>
                  <a:cxn ang="0">
                    <a:pos x="T6" y="T7"/>
                  </a:cxn>
                  <a:cxn ang="0">
                    <a:pos x="T8" y="T9"/>
                  </a:cxn>
                </a:cxnLst>
                <a:rect l="0" t="0" r="r" b="b"/>
                <a:pathLst>
                  <a:path w="85" h="215">
                    <a:moveTo>
                      <a:pt x="0" y="35"/>
                    </a:moveTo>
                    <a:lnTo>
                      <a:pt x="71" y="0"/>
                    </a:lnTo>
                    <a:lnTo>
                      <a:pt x="85" y="172"/>
                    </a:lnTo>
                    <a:lnTo>
                      <a:pt x="5" y="215"/>
                    </a:lnTo>
                    <a:lnTo>
                      <a:pt x="0" y="35"/>
                    </a:lnTo>
                    <a:close/>
                  </a:path>
                </a:pathLst>
              </a:custGeom>
              <a:solidFill>
                <a:srgbClr val="868AD1"/>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1" name="Freeform 20"/>
              <p:cNvSpPr>
                <a:spLocks/>
              </p:cNvSpPr>
              <p:nvPr/>
            </p:nvSpPr>
            <p:spPr bwMode="auto">
              <a:xfrm>
                <a:off x="5541845" y="1778988"/>
                <a:ext cx="1782289" cy="1092019"/>
              </a:xfrm>
              <a:custGeom>
                <a:avLst/>
                <a:gdLst>
                  <a:gd name="T0" fmla="*/ 419 w 1231"/>
                  <a:gd name="T1" fmla="*/ 294 h 686"/>
                  <a:gd name="T2" fmla="*/ 0 w 1231"/>
                  <a:gd name="T3" fmla="*/ 478 h 686"/>
                  <a:gd name="T4" fmla="*/ 200 w 1231"/>
                  <a:gd name="T5" fmla="*/ 537 h 686"/>
                  <a:gd name="T6" fmla="*/ 79 w 1231"/>
                  <a:gd name="T7" fmla="*/ 634 h 686"/>
                  <a:gd name="T8" fmla="*/ 279 w 1231"/>
                  <a:gd name="T9" fmla="*/ 686 h 686"/>
                  <a:gd name="T10" fmla="*/ 1231 w 1231"/>
                  <a:gd name="T11" fmla="*/ 92 h 686"/>
                  <a:gd name="T12" fmla="*/ 1226 w 1231"/>
                  <a:gd name="T13" fmla="*/ 0 h 686"/>
                  <a:gd name="T14" fmla="*/ 697 w 1231"/>
                  <a:gd name="T15" fmla="*/ 263 h 686"/>
                  <a:gd name="T16" fmla="*/ 614 w 1231"/>
                  <a:gd name="T17" fmla="*/ 252 h 686"/>
                  <a:gd name="T18" fmla="*/ 419 w 1231"/>
                  <a:gd name="T19" fmla="*/ 294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31" h="686">
                    <a:moveTo>
                      <a:pt x="419" y="294"/>
                    </a:moveTo>
                    <a:cubicBezTo>
                      <a:pt x="419" y="294"/>
                      <a:pt x="138" y="377"/>
                      <a:pt x="0" y="478"/>
                    </a:cubicBezTo>
                    <a:cubicBezTo>
                      <a:pt x="0" y="478"/>
                      <a:pt x="53" y="508"/>
                      <a:pt x="200" y="537"/>
                    </a:cubicBezTo>
                    <a:cubicBezTo>
                      <a:pt x="79" y="634"/>
                      <a:pt x="79" y="634"/>
                      <a:pt x="79" y="634"/>
                    </a:cubicBezTo>
                    <a:cubicBezTo>
                      <a:pt x="279" y="686"/>
                      <a:pt x="279" y="686"/>
                      <a:pt x="279" y="686"/>
                    </a:cubicBezTo>
                    <a:cubicBezTo>
                      <a:pt x="1231" y="92"/>
                      <a:pt x="1231" y="92"/>
                      <a:pt x="1231" y="92"/>
                    </a:cubicBezTo>
                    <a:cubicBezTo>
                      <a:pt x="1226" y="0"/>
                      <a:pt x="1226" y="0"/>
                      <a:pt x="1226" y="0"/>
                    </a:cubicBezTo>
                    <a:cubicBezTo>
                      <a:pt x="697" y="263"/>
                      <a:pt x="697" y="263"/>
                      <a:pt x="697" y="263"/>
                    </a:cubicBezTo>
                    <a:cubicBezTo>
                      <a:pt x="614" y="252"/>
                      <a:pt x="614" y="252"/>
                      <a:pt x="614" y="252"/>
                    </a:cubicBezTo>
                    <a:lnTo>
                      <a:pt x="419" y="294"/>
                    </a:lnTo>
                    <a:close/>
                  </a:path>
                </a:pathLst>
              </a:custGeom>
              <a:solidFill>
                <a:srgbClr val="868AD1">
                  <a:lumMod val="75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2" name="Freeform 21"/>
              <p:cNvSpPr>
                <a:spLocks/>
              </p:cNvSpPr>
              <p:nvPr/>
            </p:nvSpPr>
            <p:spPr bwMode="auto">
              <a:xfrm>
                <a:off x="5835629" y="2199772"/>
                <a:ext cx="476175" cy="136671"/>
              </a:xfrm>
              <a:custGeom>
                <a:avLst/>
                <a:gdLst>
                  <a:gd name="T0" fmla="*/ 329 w 329"/>
                  <a:gd name="T1" fmla="*/ 55 h 86"/>
                  <a:gd name="T2" fmla="*/ 0 w 329"/>
                  <a:gd name="T3" fmla="*/ 86 h 86"/>
                  <a:gd name="T4" fmla="*/ 325 w 329"/>
                  <a:gd name="T5" fmla="*/ 0 h 86"/>
                  <a:gd name="T6" fmla="*/ 329 w 329"/>
                  <a:gd name="T7" fmla="*/ 55 h 86"/>
                </a:gdLst>
                <a:ahLst/>
                <a:cxnLst>
                  <a:cxn ang="0">
                    <a:pos x="T0" y="T1"/>
                  </a:cxn>
                  <a:cxn ang="0">
                    <a:pos x="T2" y="T3"/>
                  </a:cxn>
                  <a:cxn ang="0">
                    <a:pos x="T4" y="T5"/>
                  </a:cxn>
                  <a:cxn ang="0">
                    <a:pos x="T6" y="T7"/>
                  </a:cxn>
                </a:cxnLst>
                <a:rect l="0" t="0" r="r" b="b"/>
                <a:pathLst>
                  <a:path w="329" h="86">
                    <a:moveTo>
                      <a:pt x="329" y="55"/>
                    </a:moveTo>
                    <a:cubicBezTo>
                      <a:pt x="329" y="55"/>
                      <a:pt x="154" y="41"/>
                      <a:pt x="0" y="86"/>
                    </a:cubicBezTo>
                    <a:cubicBezTo>
                      <a:pt x="0" y="86"/>
                      <a:pt x="152" y="8"/>
                      <a:pt x="325" y="0"/>
                    </a:cubicBezTo>
                    <a:lnTo>
                      <a:pt x="329" y="55"/>
                    </a:lnTo>
                    <a:close/>
                  </a:path>
                </a:pathLst>
              </a:custGeom>
              <a:solidFill>
                <a:srgbClr val="97D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3" name="Freeform 22"/>
              <p:cNvSpPr>
                <a:spLocks/>
              </p:cNvSpPr>
              <p:nvPr/>
            </p:nvSpPr>
            <p:spPr bwMode="auto">
              <a:xfrm>
                <a:off x="6291606" y="2207178"/>
                <a:ext cx="98540" cy="313737"/>
              </a:xfrm>
              <a:custGeom>
                <a:avLst/>
                <a:gdLst>
                  <a:gd name="T0" fmla="*/ 10 w 68"/>
                  <a:gd name="T1" fmla="*/ 0 h 197"/>
                  <a:gd name="T2" fmla="*/ 18 w 68"/>
                  <a:gd name="T3" fmla="*/ 67 h 197"/>
                  <a:gd name="T4" fmla="*/ 0 w 68"/>
                  <a:gd name="T5" fmla="*/ 197 h 197"/>
                  <a:gd name="T6" fmla="*/ 68 w 68"/>
                  <a:gd name="T7" fmla="*/ 33 h 197"/>
                  <a:gd name="T8" fmla="*/ 10 w 68"/>
                  <a:gd name="T9" fmla="*/ 0 h 197"/>
                </a:gdLst>
                <a:ahLst/>
                <a:cxnLst>
                  <a:cxn ang="0">
                    <a:pos x="T0" y="T1"/>
                  </a:cxn>
                  <a:cxn ang="0">
                    <a:pos x="T2" y="T3"/>
                  </a:cxn>
                  <a:cxn ang="0">
                    <a:pos x="T4" y="T5"/>
                  </a:cxn>
                  <a:cxn ang="0">
                    <a:pos x="T6" y="T7"/>
                  </a:cxn>
                  <a:cxn ang="0">
                    <a:pos x="T8" y="T9"/>
                  </a:cxn>
                </a:cxnLst>
                <a:rect l="0" t="0" r="r" b="b"/>
                <a:pathLst>
                  <a:path w="68" h="197">
                    <a:moveTo>
                      <a:pt x="10" y="0"/>
                    </a:moveTo>
                    <a:cubicBezTo>
                      <a:pt x="10" y="0"/>
                      <a:pt x="19" y="43"/>
                      <a:pt x="18" y="67"/>
                    </a:cubicBezTo>
                    <a:cubicBezTo>
                      <a:pt x="17" y="92"/>
                      <a:pt x="0" y="197"/>
                      <a:pt x="0" y="197"/>
                    </a:cubicBezTo>
                    <a:cubicBezTo>
                      <a:pt x="0" y="197"/>
                      <a:pt x="54" y="116"/>
                      <a:pt x="68" y="33"/>
                    </a:cubicBezTo>
                    <a:lnTo>
                      <a:pt x="10" y="0"/>
                    </a:lnTo>
                    <a:close/>
                  </a:path>
                </a:pathLst>
              </a:custGeom>
              <a:solidFill>
                <a:srgbClr val="DCC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4" name="Freeform 23"/>
              <p:cNvSpPr>
                <a:spLocks/>
              </p:cNvSpPr>
              <p:nvPr/>
            </p:nvSpPr>
            <p:spPr bwMode="auto">
              <a:xfrm>
                <a:off x="6291606" y="2158031"/>
                <a:ext cx="143220" cy="362884"/>
              </a:xfrm>
              <a:custGeom>
                <a:avLst/>
                <a:gdLst>
                  <a:gd name="T0" fmla="*/ 90 w 99"/>
                  <a:gd name="T1" fmla="*/ 38 h 228"/>
                  <a:gd name="T2" fmla="*/ 99 w 99"/>
                  <a:gd name="T3" fmla="*/ 113 h 228"/>
                  <a:gd name="T4" fmla="*/ 59 w 99"/>
                  <a:gd name="T5" fmla="*/ 103 h 228"/>
                  <a:gd name="T6" fmla="*/ 79 w 99"/>
                  <a:gd name="T7" fmla="*/ 154 h 228"/>
                  <a:gd name="T8" fmla="*/ 0 w 99"/>
                  <a:gd name="T9" fmla="*/ 228 h 228"/>
                  <a:gd name="T10" fmla="*/ 67 w 99"/>
                  <a:gd name="T11" fmla="*/ 61 h 228"/>
                  <a:gd name="T12" fmla="*/ 90 w 99"/>
                  <a:gd name="T13" fmla="*/ 38 h 228"/>
                </a:gdLst>
                <a:ahLst/>
                <a:cxnLst>
                  <a:cxn ang="0">
                    <a:pos x="T0" y="T1"/>
                  </a:cxn>
                  <a:cxn ang="0">
                    <a:pos x="T2" y="T3"/>
                  </a:cxn>
                  <a:cxn ang="0">
                    <a:pos x="T4" y="T5"/>
                  </a:cxn>
                  <a:cxn ang="0">
                    <a:pos x="T6" y="T7"/>
                  </a:cxn>
                  <a:cxn ang="0">
                    <a:pos x="T8" y="T9"/>
                  </a:cxn>
                  <a:cxn ang="0">
                    <a:pos x="T10" y="T11"/>
                  </a:cxn>
                  <a:cxn ang="0">
                    <a:pos x="T12" y="T13"/>
                  </a:cxn>
                </a:cxnLst>
                <a:rect l="0" t="0" r="r" b="b"/>
                <a:pathLst>
                  <a:path w="99" h="228">
                    <a:moveTo>
                      <a:pt x="90" y="38"/>
                    </a:moveTo>
                    <a:cubicBezTo>
                      <a:pt x="99" y="113"/>
                      <a:pt x="99" y="113"/>
                      <a:pt x="99" y="113"/>
                    </a:cubicBezTo>
                    <a:cubicBezTo>
                      <a:pt x="59" y="103"/>
                      <a:pt x="59" y="103"/>
                      <a:pt x="59" y="103"/>
                    </a:cubicBezTo>
                    <a:cubicBezTo>
                      <a:pt x="79" y="154"/>
                      <a:pt x="79" y="154"/>
                      <a:pt x="79" y="154"/>
                    </a:cubicBezTo>
                    <a:cubicBezTo>
                      <a:pt x="79" y="154"/>
                      <a:pt x="4" y="223"/>
                      <a:pt x="0" y="228"/>
                    </a:cubicBezTo>
                    <a:cubicBezTo>
                      <a:pt x="0" y="228"/>
                      <a:pt x="50" y="122"/>
                      <a:pt x="67" y="61"/>
                    </a:cubicBezTo>
                    <a:cubicBezTo>
                      <a:pt x="83" y="0"/>
                      <a:pt x="90" y="38"/>
                      <a:pt x="90" y="38"/>
                    </a:cubicBezTo>
                    <a:close/>
                  </a:path>
                </a:pathLst>
              </a:custGeom>
              <a:solidFill>
                <a:srgbClr val="2B1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5" name="Freeform 24"/>
              <p:cNvSpPr>
                <a:spLocks/>
              </p:cNvSpPr>
              <p:nvPr/>
            </p:nvSpPr>
            <p:spPr bwMode="auto">
              <a:xfrm>
                <a:off x="6246927" y="2199772"/>
                <a:ext cx="105885" cy="317776"/>
              </a:xfrm>
              <a:custGeom>
                <a:avLst/>
                <a:gdLst>
                  <a:gd name="T0" fmla="*/ 41 w 73"/>
                  <a:gd name="T1" fmla="*/ 0 h 200"/>
                  <a:gd name="T2" fmla="*/ 0 w 73"/>
                  <a:gd name="T3" fmla="*/ 59 h 200"/>
                  <a:gd name="T4" fmla="*/ 46 w 73"/>
                  <a:gd name="T5" fmla="*/ 70 h 200"/>
                  <a:gd name="T6" fmla="*/ 2 w 73"/>
                  <a:gd name="T7" fmla="*/ 101 h 200"/>
                  <a:gd name="T8" fmla="*/ 31 w 73"/>
                  <a:gd name="T9" fmla="*/ 200 h 200"/>
                  <a:gd name="T10" fmla="*/ 41 w 73"/>
                  <a:gd name="T11" fmla="*/ 0 h 200"/>
                </a:gdLst>
                <a:ahLst/>
                <a:cxnLst>
                  <a:cxn ang="0">
                    <a:pos x="T0" y="T1"/>
                  </a:cxn>
                  <a:cxn ang="0">
                    <a:pos x="T2" y="T3"/>
                  </a:cxn>
                  <a:cxn ang="0">
                    <a:pos x="T4" y="T5"/>
                  </a:cxn>
                  <a:cxn ang="0">
                    <a:pos x="T6" y="T7"/>
                  </a:cxn>
                  <a:cxn ang="0">
                    <a:pos x="T8" y="T9"/>
                  </a:cxn>
                  <a:cxn ang="0">
                    <a:pos x="T10" y="T11"/>
                  </a:cxn>
                </a:cxnLst>
                <a:rect l="0" t="0" r="r" b="b"/>
                <a:pathLst>
                  <a:path w="73" h="200">
                    <a:moveTo>
                      <a:pt x="41" y="0"/>
                    </a:moveTo>
                    <a:cubicBezTo>
                      <a:pt x="0" y="59"/>
                      <a:pt x="0" y="59"/>
                      <a:pt x="0" y="59"/>
                    </a:cubicBezTo>
                    <a:cubicBezTo>
                      <a:pt x="46" y="70"/>
                      <a:pt x="46" y="70"/>
                      <a:pt x="46" y="70"/>
                    </a:cubicBezTo>
                    <a:cubicBezTo>
                      <a:pt x="2" y="101"/>
                      <a:pt x="2" y="101"/>
                      <a:pt x="2" y="101"/>
                    </a:cubicBezTo>
                    <a:cubicBezTo>
                      <a:pt x="31" y="200"/>
                      <a:pt x="31" y="200"/>
                      <a:pt x="31" y="200"/>
                    </a:cubicBezTo>
                    <a:cubicBezTo>
                      <a:pt x="31" y="200"/>
                      <a:pt x="73" y="95"/>
                      <a:pt x="41" y="0"/>
                    </a:cubicBezTo>
                    <a:close/>
                  </a:path>
                </a:pathLst>
              </a:custGeom>
              <a:solidFill>
                <a:srgbClr val="2B1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6" name="Freeform 25"/>
              <p:cNvSpPr>
                <a:spLocks/>
              </p:cNvSpPr>
              <p:nvPr/>
            </p:nvSpPr>
            <p:spPr bwMode="auto">
              <a:xfrm>
                <a:off x="5453710" y="3406245"/>
                <a:ext cx="271750" cy="469259"/>
              </a:xfrm>
              <a:custGeom>
                <a:avLst/>
                <a:gdLst>
                  <a:gd name="T0" fmla="*/ 411 w 444"/>
                  <a:gd name="T1" fmla="*/ 28 h 697"/>
                  <a:gd name="T2" fmla="*/ 215 w 444"/>
                  <a:gd name="T3" fmla="*/ 0 h 697"/>
                  <a:gd name="T4" fmla="*/ 135 w 444"/>
                  <a:gd name="T5" fmla="*/ 175 h 697"/>
                  <a:gd name="T6" fmla="*/ 184 w 444"/>
                  <a:gd name="T7" fmla="*/ 196 h 697"/>
                  <a:gd name="T8" fmla="*/ 85 w 444"/>
                  <a:gd name="T9" fmla="*/ 354 h 697"/>
                  <a:gd name="T10" fmla="*/ 0 w 444"/>
                  <a:gd name="T11" fmla="*/ 690 h 697"/>
                  <a:gd name="T12" fmla="*/ 45 w 444"/>
                  <a:gd name="T13" fmla="*/ 697 h 697"/>
                  <a:gd name="T14" fmla="*/ 196 w 444"/>
                  <a:gd name="T15" fmla="*/ 395 h 697"/>
                  <a:gd name="T16" fmla="*/ 444 w 444"/>
                  <a:gd name="T17" fmla="*/ 163 h 697"/>
                  <a:gd name="T18" fmla="*/ 411 w 444"/>
                  <a:gd name="T19" fmla="*/ 28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4" h="697">
                    <a:moveTo>
                      <a:pt x="411" y="28"/>
                    </a:moveTo>
                    <a:lnTo>
                      <a:pt x="215" y="0"/>
                    </a:lnTo>
                    <a:lnTo>
                      <a:pt x="135" y="175"/>
                    </a:lnTo>
                    <a:lnTo>
                      <a:pt x="184" y="196"/>
                    </a:lnTo>
                    <a:lnTo>
                      <a:pt x="85" y="354"/>
                    </a:lnTo>
                    <a:lnTo>
                      <a:pt x="0" y="690"/>
                    </a:lnTo>
                    <a:lnTo>
                      <a:pt x="45" y="697"/>
                    </a:lnTo>
                    <a:lnTo>
                      <a:pt x="196" y="395"/>
                    </a:lnTo>
                    <a:lnTo>
                      <a:pt x="444" y="163"/>
                    </a:lnTo>
                    <a:lnTo>
                      <a:pt x="411" y="28"/>
                    </a:lnTo>
                    <a:close/>
                  </a:path>
                </a:pathLst>
              </a:custGeom>
              <a:solidFill>
                <a:srgbClr val="FCFCFC">
                  <a:lumMod val="10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7" name="Freeform 26"/>
              <p:cNvSpPr>
                <a:spLocks/>
              </p:cNvSpPr>
              <p:nvPr/>
            </p:nvSpPr>
            <p:spPr bwMode="auto">
              <a:xfrm>
                <a:off x="4757844" y="2788197"/>
                <a:ext cx="1642708" cy="1096494"/>
              </a:xfrm>
              <a:custGeom>
                <a:avLst/>
                <a:gdLst>
                  <a:gd name="connsiteX0" fmla="*/ 1315615 w 2405089"/>
                  <a:gd name="connsiteY0" fmla="*/ 0 h 1459434"/>
                  <a:gd name="connsiteX1" fmla="*/ 2381774 w 2405089"/>
                  <a:gd name="connsiteY1" fmla="*/ 67828 h 1459434"/>
                  <a:gd name="connsiteX2" fmla="*/ 2405089 w 2405089"/>
                  <a:gd name="connsiteY2" fmla="*/ 199245 h 1459434"/>
                  <a:gd name="connsiteX3" fmla="*/ 1408877 w 2405089"/>
                  <a:gd name="connsiteY3" fmla="*/ 991986 h 1459434"/>
                  <a:gd name="connsiteX4" fmla="*/ 1381322 w 2405089"/>
                  <a:gd name="connsiteY4" fmla="*/ 833014 h 1459434"/>
                  <a:gd name="connsiteX5" fmla="*/ 1947256 w 2405089"/>
                  <a:gd name="connsiteY5" fmla="*/ 288270 h 1459434"/>
                  <a:gd name="connsiteX6" fmla="*/ 1470462 w 2405089"/>
                  <a:gd name="connsiteY6" fmla="*/ 377342 h 1459434"/>
                  <a:gd name="connsiteX7" fmla="*/ 1371758 w 2405089"/>
                  <a:gd name="connsiteY7" fmla="*/ 395782 h 1459434"/>
                  <a:gd name="connsiteX8" fmla="*/ 1300152 w 2405089"/>
                  <a:gd name="connsiteY8" fmla="*/ 458712 h 1459434"/>
                  <a:gd name="connsiteX9" fmla="*/ 662232 w 2405089"/>
                  <a:gd name="connsiteY9" fmla="*/ 950938 h 1459434"/>
                  <a:gd name="connsiteX10" fmla="*/ 16739 w 2405089"/>
                  <a:gd name="connsiteY10" fmla="*/ 1459434 h 1459434"/>
                  <a:gd name="connsiteX11" fmla="*/ 160980 w 2405089"/>
                  <a:gd name="connsiteY11" fmla="*/ 1120506 h 1459434"/>
                  <a:gd name="connsiteX12" fmla="*/ 1061245 w 2405089"/>
                  <a:gd name="connsiteY12" fmla="*/ 211110 h 1459434"/>
                  <a:gd name="connsiteX13" fmla="*/ 1059143 w 2405089"/>
                  <a:gd name="connsiteY13" fmla="*/ 209843 h 1459434"/>
                  <a:gd name="connsiteX14" fmla="*/ 1072668 w 2405089"/>
                  <a:gd name="connsiteY14" fmla="*/ 198777 h 1459434"/>
                  <a:gd name="connsiteX15" fmla="*/ 1076802 w 2405089"/>
                  <a:gd name="connsiteY15" fmla="*/ 195395 h 1459434"/>
                  <a:gd name="connsiteX16" fmla="*/ 1090973 w 2405089"/>
                  <a:gd name="connsiteY16" fmla="*/ 181080 h 1459434"/>
                  <a:gd name="connsiteX17" fmla="*/ 1094023 w 2405089"/>
                  <a:gd name="connsiteY17" fmla="*/ 181305 h 1459434"/>
                  <a:gd name="connsiteX18" fmla="*/ 1121758 w 2405089"/>
                  <a:gd name="connsiteY18" fmla="*/ 158612 h 1459434"/>
                  <a:gd name="connsiteX19" fmla="*/ 1315615 w 2405089"/>
                  <a:gd name="connsiteY19" fmla="*/ 0 h 14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05089" h="1459434">
                    <a:moveTo>
                      <a:pt x="1315615" y="0"/>
                    </a:moveTo>
                    <a:lnTo>
                      <a:pt x="2381774" y="67828"/>
                    </a:lnTo>
                    <a:cubicBezTo>
                      <a:pt x="2381774" y="67828"/>
                      <a:pt x="2405089" y="199245"/>
                      <a:pt x="2405089" y="199245"/>
                    </a:cubicBezTo>
                    <a:cubicBezTo>
                      <a:pt x="2405089" y="199245"/>
                      <a:pt x="2405089" y="199245"/>
                      <a:pt x="1408877" y="991986"/>
                    </a:cubicBezTo>
                    <a:cubicBezTo>
                      <a:pt x="1408877" y="991986"/>
                      <a:pt x="1408877" y="991986"/>
                      <a:pt x="1381322" y="833014"/>
                    </a:cubicBezTo>
                    <a:cubicBezTo>
                      <a:pt x="1381322" y="833014"/>
                      <a:pt x="1381322" y="833014"/>
                      <a:pt x="1947256" y="288270"/>
                    </a:cubicBezTo>
                    <a:cubicBezTo>
                      <a:pt x="1947256" y="288270"/>
                      <a:pt x="1947256" y="288270"/>
                      <a:pt x="1470462" y="377342"/>
                    </a:cubicBezTo>
                    <a:lnTo>
                      <a:pt x="1371758" y="395782"/>
                    </a:lnTo>
                    <a:lnTo>
                      <a:pt x="1300152" y="458712"/>
                    </a:lnTo>
                    <a:cubicBezTo>
                      <a:pt x="1098803" y="625296"/>
                      <a:pt x="893062" y="769299"/>
                      <a:pt x="662232" y="950938"/>
                    </a:cubicBezTo>
                    <a:cubicBezTo>
                      <a:pt x="444094" y="1132332"/>
                      <a:pt x="239338" y="1291422"/>
                      <a:pt x="16739" y="1459434"/>
                    </a:cubicBezTo>
                    <a:cubicBezTo>
                      <a:pt x="125780" y="1327129"/>
                      <a:pt x="-166625" y="1431230"/>
                      <a:pt x="160980" y="1120506"/>
                    </a:cubicBezTo>
                    <a:lnTo>
                      <a:pt x="1061245" y="211110"/>
                    </a:lnTo>
                    <a:lnTo>
                      <a:pt x="1059143" y="209843"/>
                    </a:lnTo>
                    <a:cubicBezTo>
                      <a:pt x="1059143" y="209843"/>
                      <a:pt x="1059143" y="209843"/>
                      <a:pt x="1072668" y="198777"/>
                    </a:cubicBezTo>
                    <a:lnTo>
                      <a:pt x="1076802" y="195395"/>
                    </a:lnTo>
                    <a:lnTo>
                      <a:pt x="1090973" y="181080"/>
                    </a:lnTo>
                    <a:lnTo>
                      <a:pt x="1094023" y="181305"/>
                    </a:lnTo>
                    <a:lnTo>
                      <a:pt x="1121758" y="158612"/>
                    </a:lnTo>
                    <a:cubicBezTo>
                      <a:pt x="1159327" y="127873"/>
                      <a:pt x="1219438" y="78691"/>
                      <a:pt x="1315615" y="0"/>
                    </a:cubicBezTo>
                    <a:close/>
                  </a:path>
                </a:pathLst>
              </a:custGeom>
              <a:solidFill>
                <a:srgbClr val="FCFCFC">
                  <a:lumMod val="25000"/>
                </a:srgbClr>
              </a:solidFill>
              <a:ln>
                <a:noFill/>
              </a:ln>
              <a:extLst/>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8" name="Freeform 27"/>
              <p:cNvSpPr>
                <a:spLocks/>
              </p:cNvSpPr>
              <p:nvPr/>
            </p:nvSpPr>
            <p:spPr bwMode="auto">
              <a:xfrm>
                <a:off x="5997822" y="2487252"/>
                <a:ext cx="265017" cy="183125"/>
              </a:xfrm>
              <a:custGeom>
                <a:avLst/>
                <a:gdLst>
                  <a:gd name="T0" fmla="*/ 52 w 433"/>
                  <a:gd name="T1" fmla="*/ 95 h 272"/>
                  <a:gd name="T2" fmla="*/ 128 w 433"/>
                  <a:gd name="T3" fmla="*/ 95 h 272"/>
                  <a:gd name="T4" fmla="*/ 170 w 433"/>
                  <a:gd name="T5" fmla="*/ 15 h 272"/>
                  <a:gd name="T6" fmla="*/ 324 w 433"/>
                  <a:gd name="T7" fmla="*/ 0 h 272"/>
                  <a:gd name="T8" fmla="*/ 310 w 433"/>
                  <a:gd name="T9" fmla="*/ 43 h 272"/>
                  <a:gd name="T10" fmla="*/ 433 w 433"/>
                  <a:gd name="T11" fmla="*/ 48 h 272"/>
                  <a:gd name="T12" fmla="*/ 393 w 433"/>
                  <a:gd name="T13" fmla="*/ 140 h 272"/>
                  <a:gd name="T14" fmla="*/ 357 w 433"/>
                  <a:gd name="T15" fmla="*/ 140 h 272"/>
                  <a:gd name="T16" fmla="*/ 289 w 433"/>
                  <a:gd name="T17" fmla="*/ 272 h 272"/>
                  <a:gd name="T18" fmla="*/ 50 w 433"/>
                  <a:gd name="T19" fmla="*/ 256 h 272"/>
                  <a:gd name="T20" fmla="*/ 85 w 433"/>
                  <a:gd name="T21" fmla="*/ 173 h 272"/>
                  <a:gd name="T22" fmla="*/ 0 w 433"/>
                  <a:gd name="T23" fmla="*/ 173 h 272"/>
                  <a:gd name="T24" fmla="*/ 52 w 433"/>
                  <a:gd name="T25" fmla="*/ 95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3" h="272">
                    <a:moveTo>
                      <a:pt x="52" y="95"/>
                    </a:moveTo>
                    <a:lnTo>
                      <a:pt x="128" y="95"/>
                    </a:lnTo>
                    <a:lnTo>
                      <a:pt x="170" y="15"/>
                    </a:lnTo>
                    <a:lnTo>
                      <a:pt x="324" y="0"/>
                    </a:lnTo>
                    <a:lnTo>
                      <a:pt x="310" y="43"/>
                    </a:lnTo>
                    <a:lnTo>
                      <a:pt x="433" y="48"/>
                    </a:lnTo>
                    <a:lnTo>
                      <a:pt x="393" y="140"/>
                    </a:lnTo>
                    <a:lnTo>
                      <a:pt x="357" y="140"/>
                    </a:lnTo>
                    <a:lnTo>
                      <a:pt x="289" y="272"/>
                    </a:lnTo>
                    <a:lnTo>
                      <a:pt x="50" y="256"/>
                    </a:lnTo>
                    <a:lnTo>
                      <a:pt x="85" y="173"/>
                    </a:lnTo>
                    <a:lnTo>
                      <a:pt x="0" y="173"/>
                    </a:lnTo>
                    <a:lnTo>
                      <a:pt x="52" y="95"/>
                    </a:lnTo>
                    <a:close/>
                  </a:path>
                </a:pathLst>
              </a:custGeom>
              <a:solidFill>
                <a:srgbClr val="FFD9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29" name="Freeform 28"/>
              <p:cNvSpPr>
                <a:spLocks/>
              </p:cNvSpPr>
              <p:nvPr/>
            </p:nvSpPr>
            <p:spPr bwMode="auto">
              <a:xfrm>
                <a:off x="5942738" y="2527647"/>
                <a:ext cx="108945" cy="120512"/>
              </a:xfrm>
              <a:custGeom>
                <a:avLst/>
                <a:gdLst>
                  <a:gd name="T0" fmla="*/ 114 w 178"/>
                  <a:gd name="T1" fmla="*/ 0 h 179"/>
                  <a:gd name="T2" fmla="*/ 178 w 178"/>
                  <a:gd name="T3" fmla="*/ 7 h 179"/>
                  <a:gd name="T4" fmla="*/ 62 w 178"/>
                  <a:gd name="T5" fmla="*/ 179 h 179"/>
                  <a:gd name="T6" fmla="*/ 0 w 178"/>
                  <a:gd name="T7" fmla="*/ 163 h 179"/>
                  <a:gd name="T8" fmla="*/ 114 w 178"/>
                  <a:gd name="T9" fmla="*/ 0 h 179"/>
                </a:gdLst>
                <a:ahLst/>
                <a:cxnLst>
                  <a:cxn ang="0">
                    <a:pos x="T0" y="T1"/>
                  </a:cxn>
                  <a:cxn ang="0">
                    <a:pos x="T2" y="T3"/>
                  </a:cxn>
                  <a:cxn ang="0">
                    <a:pos x="T4" y="T5"/>
                  </a:cxn>
                  <a:cxn ang="0">
                    <a:pos x="T6" y="T7"/>
                  </a:cxn>
                  <a:cxn ang="0">
                    <a:pos x="T8" y="T9"/>
                  </a:cxn>
                </a:cxnLst>
                <a:rect l="0" t="0" r="r" b="b"/>
                <a:pathLst>
                  <a:path w="178" h="179">
                    <a:moveTo>
                      <a:pt x="114" y="0"/>
                    </a:moveTo>
                    <a:lnTo>
                      <a:pt x="178" y="7"/>
                    </a:lnTo>
                    <a:lnTo>
                      <a:pt x="62" y="179"/>
                    </a:lnTo>
                    <a:lnTo>
                      <a:pt x="0" y="163"/>
                    </a:lnTo>
                    <a:lnTo>
                      <a:pt x="114" y="0"/>
                    </a:lnTo>
                    <a:close/>
                  </a:path>
                </a:pathLst>
              </a:custGeom>
              <a:solidFill>
                <a:srgbClr val="868AD1"/>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grpSp>
            <p:nvGrpSpPr>
              <p:cNvPr id="30" name="Group 29"/>
              <p:cNvGrpSpPr/>
              <p:nvPr/>
            </p:nvGrpSpPr>
            <p:grpSpPr>
              <a:xfrm>
                <a:off x="5688125" y="2420600"/>
                <a:ext cx="405177" cy="240352"/>
                <a:chOff x="4041516" y="1804869"/>
                <a:chExt cx="593220" cy="319909"/>
              </a:xfrm>
              <a:solidFill>
                <a:srgbClr val="868AD1">
                  <a:lumMod val="50000"/>
                </a:srgbClr>
              </a:solidFill>
            </p:grpSpPr>
            <p:sp>
              <p:nvSpPr>
                <p:cNvPr id="35" name="Freeform 34"/>
                <p:cNvSpPr>
                  <a:spLocks/>
                </p:cNvSpPr>
                <p:nvPr/>
              </p:nvSpPr>
              <p:spPr bwMode="auto">
                <a:xfrm>
                  <a:off x="4041516" y="1908817"/>
                  <a:ext cx="502713" cy="215961"/>
                </a:xfrm>
                <a:custGeom>
                  <a:avLst/>
                  <a:gdLst>
                    <a:gd name="T0" fmla="*/ 234 w 561"/>
                    <a:gd name="T1" fmla="*/ 201 h 241"/>
                    <a:gd name="T2" fmla="*/ 402 w 561"/>
                    <a:gd name="T3" fmla="*/ 241 h 241"/>
                    <a:gd name="T4" fmla="*/ 561 w 561"/>
                    <a:gd name="T5" fmla="*/ 14 h 241"/>
                    <a:gd name="T6" fmla="*/ 0 w 561"/>
                    <a:gd name="T7" fmla="*/ 0 h 241"/>
                    <a:gd name="T8" fmla="*/ 523 w 561"/>
                    <a:gd name="T9" fmla="*/ 28 h 241"/>
                    <a:gd name="T10" fmla="*/ 393 w 561"/>
                    <a:gd name="T11" fmla="*/ 225 h 241"/>
                    <a:gd name="T12" fmla="*/ 234 w 561"/>
                    <a:gd name="T13" fmla="*/ 201 h 241"/>
                  </a:gdLst>
                  <a:ahLst/>
                  <a:cxnLst>
                    <a:cxn ang="0">
                      <a:pos x="T0" y="T1"/>
                    </a:cxn>
                    <a:cxn ang="0">
                      <a:pos x="T2" y="T3"/>
                    </a:cxn>
                    <a:cxn ang="0">
                      <a:pos x="T4" y="T5"/>
                    </a:cxn>
                    <a:cxn ang="0">
                      <a:pos x="T6" y="T7"/>
                    </a:cxn>
                    <a:cxn ang="0">
                      <a:pos x="T8" y="T9"/>
                    </a:cxn>
                    <a:cxn ang="0">
                      <a:pos x="T10" y="T11"/>
                    </a:cxn>
                    <a:cxn ang="0">
                      <a:pos x="T12" y="T13"/>
                    </a:cxn>
                  </a:cxnLst>
                  <a:rect l="0" t="0" r="r" b="b"/>
                  <a:pathLst>
                    <a:path w="561" h="241">
                      <a:moveTo>
                        <a:pt x="234" y="201"/>
                      </a:moveTo>
                      <a:lnTo>
                        <a:pt x="402" y="241"/>
                      </a:lnTo>
                      <a:lnTo>
                        <a:pt x="561" y="14"/>
                      </a:lnTo>
                      <a:lnTo>
                        <a:pt x="0" y="0"/>
                      </a:lnTo>
                      <a:lnTo>
                        <a:pt x="523" y="28"/>
                      </a:lnTo>
                      <a:lnTo>
                        <a:pt x="393" y="225"/>
                      </a:lnTo>
                      <a:lnTo>
                        <a:pt x="234" y="2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36" name="Freeform 35"/>
                <p:cNvSpPr>
                  <a:spLocks/>
                </p:cNvSpPr>
                <p:nvPr/>
              </p:nvSpPr>
              <p:spPr bwMode="auto">
                <a:xfrm>
                  <a:off x="4390996" y="1804869"/>
                  <a:ext cx="243740" cy="120974"/>
                </a:xfrm>
                <a:custGeom>
                  <a:avLst/>
                  <a:gdLst>
                    <a:gd name="T0" fmla="*/ 272 w 272"/>
                    <a:gd name="T1" fmla="*/ 0 h 135"/>
                    <a:gd name="T2" fmla="*/ 0 w 272"/>
                    <a:gd name="T3" fmla="*/ 133 h 135"/>
                    <a:gd name="T4" fmla="*/ 36 w 272"/>
                    <a:gd name="T5" fmla="*/ 135 h 135"/>
                    <a:gd name="T6" fmla="*/ 272 w 272"/>
                    <a:gd name="T7" fmla="*/ 0 h 135"/>
                  </a:gdLst>
                  <a:ahLst/>
                  <a:cxnLst>
                    <a:cxn ang="0">
                      <a:pos x="T0" y="T1"/>
                    </a:cxn>
                    <a:cxn ang="0">
                      <a:pos x="T2" y="T3"/>
                    </a:cxn>
                    <a:cxn ang="0">
                      <a:pos x="T4" y="T5"/>
                    </a:cxn>
                    <a:cxn ang="0">
                      <a:pos x="T6" y="T7"/>
                    </a:cxn>
                  </a:cxnLst>
                  <a:rect l="0" t="0" r="r" b="b"/>
                  <a:pathLst>
                    <a:path w="272" h="135">
                      <a:moveTo>
                        <a:pt x="272" y="0"/>
                      </a:moveTo>
                      <a:lnTo>
                        <a:pt x="0" y="133"/>
                      </a:lnTo>
                      <a:lnTo>
                        <a:pt x="36" y="135"/>
                      </a:lnTo>
                      <a:lnTo>
                        <a:pt x="27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grpSp>
          <p:sp>
            <p:nvSpPr>
              <p:cNvPr id="31" name="Freeform 30"/>
              <p:cNvSpPr>
                <a:spLocks/>
              </p:cNvSpPr>
              <p:nvPr/>
            </p:nvSpPr>
            <p:spPr bwMode="auto">
              <a:xfrm>
                <a:off x="6222445" y="1811304"/>
                <a:ext cx="380695" cy="499555"/>
              </a:xfrm>
              <a:custGeom>
                <a:avLst/>
                <a:gdLst>
                  <a:gd name="T0" fmla="*/ 13 w 263"/>
                  <a:gd name="T1" fmla="*/ 181 h 314"/>
                  <a:gd name="T2" fmla="*/ 61 w 263"/>
                  <a:gd name="T3" fmla="*/ 197 h 314"/>
                  <a:gd name="T4" fmla="*/ 58 w 263"/>
                  <a:gd name="T5" fmla="*/ 247 h 314"/>
                  <a:gd name="T6" fmla="*/ 92 w 263"/>
                  <a:gd name="T7" fmla="*/ 314 h 314"/>
                  <a:gd name="T8" fmla="*/ 149 w 263"/>
                  <a:gd name="T9" fmla="*/ 244 h 314"/>
                  <a:gd name="T10" fmla="*/ 234 w 263"/>
                  <a:gd name="T11" fmla="*/ 247 h 314"/>
                  <a:gd name="T12" fmla="*/ 238 w 263"/>
                  <a:gd name="T13" fmla="*/ 0 h 314"/>
                  <a:gd name="T14" fmla="*/ 76 w 263"/>
                  <a:gd name="T15" fmla="*/ 41 h 314"/>
                  <a:gd name="T16" fmla="*/ 4 w 263"/>
                  <a:gd name="T17" fmla="*/ 136 h 314"/>
                  <a:gd name="T18" fmla="*/ 13 w 263"/>
                  <a:gd name="T19" fmla="*/ 18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3" h="314">
                    <a:moveTo>
                      <a:pt x="13" y="181"/>
                    </a:moveTo>
                    <a:cubicBezTo>
                      <a:pt x="13" y="181"/>
                      <a:pt x="23" y="204"/>
                      <a:pt x="61" y="197"/>
                    </a:cubicBezTo>
                    <a:cubicBezTo>
                      <a:pt x="58" y="247"/>
                      <a:pt x="58" y="247"/>
                      <a:pt x="58" y="247"/>
                    </a:cubicBezTo>
                    <a:cubicBezTo>
                      <a:pt x="92" y="314"/>
                      <a:pt x="92" y="314"/>
                      <a:pt x="92" y="314"/>
                    </a:cubicBezTo>
                    <a:cubicBezTo>
                      <a:pt x="149" y="244"/>
                      <a:pt x="149" y="244"/>
                      <a:pt x="149" y="244"/>
                    </a:cubicBezTo>
                    <a:cubicBezTo>
                      <a:pt x="149" y="244"/>
                      <a:pt x="206" y="272"/>
                      <a:pt x="234" y="247"/>
                    </a:cubicBezTo>
                    <a:cubicBezTo>
                      <a:pt x="263" y="222"/>
                      <a:pt x="248" y="27"/>
                      <a:pt x="238" y="0"/>
                    </a:cubicBezTo>
                    <a:cubicBezTo>
                      <a:pt x="76" y="41"/>
                      <a:pt x="76" y="41"/>
                      <a:pt x="76" y="41"/>
                    </a:cubicBezTo>
                    <a:cubicBezTo>
                      <a:pt x="4" y="136"/>
                      <a:pt x="4" y="136"/>
                      <a:pt x="4" y="136"/>
                    </a:cubicBezTo>
                    <a:cubicBezTo>
                      <a:pt x="4" y="136"/>
                      <a:pt x="0" y="161"/>
                      <a:pt x="13" y="181"/>
                    </a:cubicBezTo>
                    <a:close/>
                  </a:path>
                </a:pathLst>
              </a:custGeom>
              <a:solidFill>
                <a:srgbClr val="FFD9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32" name="Freeform 31"/>
              <p:cNvSpPr>
                <a:spLocks/>
              </p:cNvSpPr>
              <p:nvPr/>
            </p:nvSpPr>
            <p:spPr bwMode="auto">
              <a:xfrm>
                <a:off x="6183273" y="1605961"/>
                <a:ext cx="441288" cy="493496"/>
              </a:xfrm>
              <a:custGeom>
                <a:avLst/>
                <a:gdLst>
                  <a:gd name="T0" fmla="*/ 91 w 305"/>
                  <a:gd name="T1" fmla="*/ 289 h 310"/>
                  <a:gd name="T2" fmla="*/ 114 w 305"/>
                  <a:gd name="T3" fmla="*/ 181 h 310"/>
                  <a:gd name="T4" fmla="*/ 305 w 305"/>
                  <a:gd name="T5" fmla="*/ 74 h 310"/>
                  <a:gd name="T6" fmla="*/ 287 w 305"/>
                  <a:gd name="T7" fmla="*/ 86 h 310"/>
                  <a:gd name="T8" fmla="*/ 288 w 305"/>
                  <a:gd name="T9" fmla="*/ 0 h 310"/>
                  <a:gd name="T10" fmla="*/ 242 w 305"/>
                  <a:gd name="T11" fmla="*/ 49 h 310"/>
                  <a:gd name="T12" fmla="*/ 250 w 305"/>
                  <a:gd name="T13" fmla="*/ 22 h 310"/>
                  <a:gd name="T14" fmla="*/ 182 w 305"/>
                  <a:gd name="T15" fmla="*/ 76 h 310"/>
                  <a:gd name="T16" fmla="*/ 46 w 305"/>
                  <a:gd name="T17" fmla="*/ 136 h 310"/>
                  <a:gd name="T18" fmla="*/ 43 w 305"/>
                  <a:gd name="T19" fmla="*/ 114 h 310"/>
                  <a:gd name="T20" fmla="*/ 33 w 305"/>
                  <a:gd name="T21" fmla="*/ 165 h 310"/>
                  <a:gd name="T22" fmla="*/ 9 w 305"/>
                  <a:gd name="T23" fmla="*/ 170 h 310"/>
                  <a:gd name="T24" fmla="*/ 26 w 305"/>
                  <a:gd name="T25" fmla="*/ 176 h 310"/>
                  <a:gd name="T26" fmla="*/ 4 w 305"/>
                  <a:gd name="T27" fmla="*/ 241 h 310"/>
                  <a:gd name="T28" fmla="*/ 40 w 305"/>
                  <a:gd name="T29" fmla="*/ 310 h 310"/>
                  <a:gd name="T30" fmla="*/ 56 w 305"/>
                  <a:gd name="T31" fmla="*/ 271 h 310"/>
                  <a:gd name="T32" fmla="*/ 91 w 305"/>
                  <a:gd name="T33" fmla="*/ 289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5" h="310">
                    <a:moveTo>
                      <a:pt x="91" y="289"/>
                    </a:moveTo>
                    <a:cubicBezTo>
                      <a:pt x="91" y="289"/>
                      <a:pt x="145" y="264"/>
                      <a:pt x="114" y="181"/>
                    </a:cubicBezTo>
                    <a:cubicBezTo>
                      <a:pt x="114" y="181"/>
                      <a:pt x="286" y="178"/>
                      <a:pt x="305" y="74"/>
                    </a:cubicBezTo>
                    <a:cubicBezTo>
                      <a:pt x="287" y="86"/>
                      <a:pt x="287" y="86"/>
                      <a:pt x="287" y="86"/>
                    </a:cubicBezTo>
                    <a:cubicBezTo>
                      <a:pt x="287" y="86"/>
                      <a:pt x="305" y="64"/>
                      <a:pt x="288" y="0"/>
                    </a:cubicBezTo>
                    <a:cubicBezTo>
                      <a:pt x="288" y="0"/>
                      <a:pt x="264" y="37"/>
                      <a:pt x="242" y="49"/>
                    </a:cubicBezTo>
                    <a:cubicBezTo>
                      <a:pt x="242" y="49"/>
                      <a:pt x="249" y="37"/>
                      <a:pt x="250" y="22"/>
                    </a:cubicBezTo>
                    <a:cubicBezTo>
                      <a:pt x="250" y="22"/>
                      <a:pt x="225" y="69"/>
                      <a:pt x="182" y="76"/>
                    </a:cubicBezTo>
                    <a:cubicBezTo>
                      <a:pt x="140" y="84"/>
                      <a:pt x="71" y="84"/>
                      <a:pt x="46" y="136"/>
                    </a:cubicBezTo>
                    <a:cubicBezTo>
                      <a:pt x="43" y="114"/>
                      <a:pt x="43" y="114"/>
                      <a:pt x="43" y="114"/>
                    </a:cubicBezTo>
                    <a:cubicBezTo>
                      <a:pt x="43" y="114"/>
                      <a:pt x="26" y="142"/>
                      <a:pt x="33" y="165"/>
                    </a:cubicBezTo>
                    <a:cubicBezTo>
                      <a:pt x="9" y="170"/>
                      <a:pt x="9" y="170"/>
                      <a:pt x="9" y="170"/>
                    </a:cubicBezTo>
                    <a:cubicBezTo>
                      <a:pt x="26" y="176"/>
                      <a:pt x="26" y="176"/>
                      <a:pt x="26" y="176"/>
                    </a:cubicBezTo>
                    <a:cubicBezTo>
                      <a:pt x="26" y="176"/>
                      <a:pt x="0" y="184"/>
                      <a:pt x="4" y="241"/>
                    </a:cubicBezTo>
                    <a:cubicBezTo>
                      <a:pt x="8" y="297"/>
                      <a:pt x="40" y="310"/>
                      <a:pt x="40" y="310"/>
                    </a:cubicBezTo>
                    <a:cubicBezTo>
                      <a:pt x="40" y="310"/>
                      <a:pt x="29" y="277"/>
                      <a:pt x="56" y="271"/>
                    </a:cubicBezTo>
                    <a:cubicBezTo>
                      <a:pt x="82" y="264"/>
                      <a:pt x="91" y="289"/>
                      <a:pt x="91" y="289"/>
                    </a:cubicBezTo>
                    <a:close/>
                  </a:path>
                </a:pathLst>
              </a:custGeom>
              <a:solidFill>
                <a:srgbClr val="4221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33" name="Freeform 32"/>
              <p:cNvSpPr>
                <a:spLocks/>
              </p:cNvSpPr>
              <p:nvPr/>
            </p:nvSpPr>
            <p:spPr bwMode="auto">
              <a:xfrm>
                <a:off x="6291606" y="2370106"/>
                <a:ext cx="265017" cy="386449"/>
              </a:xfrm>
              <a:custGeom>
                <a:avLst/>
                <a:gdLst>
                  <a:gd name="T0" fmla="*/ 48 w 183"/>
                  <a:gd name="T1" fmla="*/ 6 h 243"/>
                  <a:gd name="T2" fmla="*/ 74 w 183"/>
                  <a:gd name="T3" fmla="*/ 62 h 243"/>
                  <a:gd name="T4" fmla="*/ 173 w 183"/>
                  <a:gd name="T5" fmla="*/ 133 h 243"/>
                  <a:gd name="T6" fmla="*/ 97 w 183"/>
                  <a:gd name="T7" fmla="*/ 232 h 243"/>
                  <a:gd name="T8" fmla="*/ 22 w 183"/>
                  <a:gd name="T9" fmla="*/ 243 h 243"/>
                  <a:gd name="T10" fmla="*/ 40 w 183"/>
                  <a:gd name="T11" fmla="*/ 170 h 243"/>
                  <a:gd name="T12" fmla="*/ 92 w 183"/>
                  <a:gd name="T13" fmla="*/ 136 h 243"/>
                  <a:gd name="T14" fmla="*/ 41 w 183"/>
                  <a:gd name="T15" fmla="*/ 0 h 243"/>
                  <a:gd name="T16" fmla="*/ 48 w 183"/>
                  <a:gd name="T17" fmla="*/ 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243">
                    <a:moveTo>
                      <a:pt x="48" y="6"/>
                    </a:moveTo>
                    <a:cubicBezTo>
                      <a:pt x="48" y="6"/>
                      <a:pt x="46" y="46"/>
                      <a:pt x="74" y="62"/>
                    </a:cubicBezTo>
                    <a:cubicBezTo>
                      <a:pt x="102" y="78"/>
                      <a:pt x="183" y="91"/>
                      <a:pt x="173" y="133"/>
                    </a:cubicBezTo>
                    <a:cubicBezTo>
                      <a:pt x="163" y="176"/>
                      <a:pt x="97" y="232"/>
                      <a:pt x="97" y="232"/>
                    </a:cubicBezTo>
                    <a:cubicBezTo>
                      <a:pt x="22" y="243"/>
                      <a:pt x="22" y="243"/>
                      <a:pt x="22" y="243"/>
                    </a:cubicBezTo>
                    <a:cubicBezTo>
                      <a:pt x="40" y="170"/>
                      <a:pt x="40" y="170"/>
                      <a:pt x="40" y="170"/>
                    </a:cubicBezTo>
                    <a:cubicBezTo>
                      <a:pt x="40" y="170"/>
                      <a:pt x="94" y="161"/>
                      <a:pt x="92" y="136"/>
                    </a:cubicBezTo>
                    <a:cubicBezTo>
                      <a:pt x="90" y="110"/>
                      <a:pt x="0" y="91"/>
                      <a:pt x="41" y="0"/>
                    </a:cubicBezTo>
                    <a:lnTo>
                      <a:pt x="48" y="6"/>
                    </a:lnTo>
                    <a:close/>
                  </a:path>
                </a:pathLst>
              </a:custGeom>
              <a:solidFill>
                <a:srgbClr val="7CC8EC"/>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34" name="Freeform 33"/>
              <p:cNvSpPr>
                <a:spLocks/>
              </p:cNvSpPr>
              <p:nvPr/>
            </p:nvSpPr>
            <p:spPr bwMode="auto">
              <a:xfrm>
                <a:off x="6319149" y="2293354"/>
                <a:ext cx="59369" cy="94255"/>
              </a:xfrm>
              <a:custGeom>
                <a:avLst/>
                <a:gdLst>
                  <a:gd name="T0" fmla="*/ 4 w 41"/>
                  <a:gd name="T1" fmla="*/ 11 h 59"/>
                  <a:gd name="T2" fmla="*/ 41 w 41"/>
                  <a:gd name="T3" fmla="*/ 20 h 59"/>
                  <a:gd name="T4" fmla="*/ 24 w 41"/>
                  <a:gd name="T5" fmla="*/ 59 h 59"/>
                  <a:gd name="T6" fmla="*/ 4 w 41"/>
                  <a:gd name="T7" fmla="*/ 11 h 59"/>
                </a:gdLst>
                <a:ahLst/>
                <a:cxnLst>
                  <a:cxn ang="0">
                    <a:pos x="T0" y="T1"/>
                  </a:cxn>
                  <a:cxn ang="0">
                    <a:pos x="T2" y="T3"/>
                  </a:cxn>
                  <a:cxn ang="0">
                    <a:pos x="T4" y="T5"/>
                  </a:cxn>
                  <a:cxn ang="0">
                    <a:pos x="T6" y="T7"/>
                  </a:cxn>
                </a:cxnLst>
                <a:rect l="0" t="0" r="r" b="b"/>
                <a:pathLst>
                  <a:path w="41" h="59">
                    <a:moveTo>
                      <a:pt x="4" y="11"/>
                    </a:moveTo>
                    <a:cubicBezTo>
                      <a:pt x="4" y="11"/>
                      <a:pt x="35" y="0"/>
                      <a:pt x="41" y="20"/>
                    </a:cubicBezTo>
                    <a:cubicBezTo>
                      <a:pt x="41" y="20"/>
                      <a:pt x="41" y="50"/>
                      <a:pt x="24" y="59"/>
                    </a:cubicBezTo>
                    <a:cubicBezTo>
                      <a:pt x="24" y="59"/>
                      <a:pt x="0" y="36"/>
                      <a:pt x="4" y="11"/>
                    </a:cubicBezTo>
                    <a:close/>
                  </a:path>
                </a:pathLst>
              </a:custGeom>
              <a:solidFill>
                <a:srgbClr val="7CC8EC">
                  <a:lumMod val="60000"/>
                  <a:lumOff val="40000"/>
                </a:srgbClr>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grpSp>
      </p:grpSp>
      <p:grpSp>
        <p:nvGrpSpPr>
          <p:cNvPr id="37" name="Group 36"/>
          <p:cNvGrpSpPr/>
          <p:nvPr/>
        </p:nvGrpSpPr>
        <p:grpSpPr>
          <a:xfrm>
            <a:off x="1304866" y="2627962"/>
            <a:ext cx="3726159" cy="4268753"/>
            <a:chOff x="4197172" y="2611804"/>
            <a:chExt cx="3726159" cy="4268753"/>
          </a:xfrm>
        </p:grpSpPr>
        <p:sp>
          <p:nvSpPr>
            <p:cNvPr id="38" name="Freeform 37"/>
            <p:cNvSpPr>
              <a:spLocks/>
            </p:cNvSpPr>
            <p:nvPr/>
          </p:nvSpPr>
          <p:spPr bwMode="auto">
            <a:xfrm>
              <a:off x="4197172" y="4088926"/>
              <a:ext cx="1017839" cy="2785935"/>
            </a:xfrm>
            <a:custGeom>
              <a:avLst/>
              <a:gdLst>
                <a:gd name="connsiteX0" fmla="*/ 1017839 w 1017839"/>
                <a:gd name="connsiteY0" fmla="*/ 0 h 2785935"/>
                <a:gd name="connsiteX1" fmla="*/ 1017839 w 1017839"/>
                <a:gd name="connsiteY1" fmla="*/ 619400 h 2785935"/>
                <a:gd name="connsiteX2" fmla="*/ 1017839 w 1017839"/>
                <a:gd name="connsiteY2" fmla="*/ 2166535 h 2785935"/>
                <a:gd name="connsiteX3" fmla="*/ 1017839 w 1017839"/>
                <a:gd name="connsiteY3" fmla="*/ 2785935 h 2785935"/>
                <a:gd name="connsiteX4" fmla="*/ 0 w 1017839"/>
                <a:gd name="connsiteY4" fmla="*/ 2785935 h 2785935"/>
                <a:gd name="connsiteX5" fmla="*/ 0 w 1017839"/>
                <a:gd name="connsiteY5" fmla="*/ 2166535 h 2785935"/>
                <a:gd name="connsiteX6" fmla="*/ 0 w 1017839"/>
                <a:gd name="connsiteY6" fmla="*/ 1429999 h 2785935"/>
                <a:gd name="connsiteX7" fmla="*/ 0 w 1017839"/>
                <a:gd name="connsiteY7" fmla="*/ 810599 h 278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7839" h="2785935">
                  <a:moveTo>
                    <a:pt x="1017839" y="0"/>
                  </a:moveTo>
                  <a:lnTo>
                    <a:pt x="1017839" y="619400"/>
                  </a:lnTo>
                  <a:lnTo>
                    <a:pt x="1017839" y="2166535"/>
                  </a:lnTo>
                  <a:lnTo>
                    <a:pt x="1017839" y="2785935"/>
                  </a:lnTo>
                  <a:lnTo>
                    <a:pt x="0" y="2785935"/>
                  </a:lnTo>
                  <a:lnTo>
                    <a:pt x="0" y="2166535"/>
                  </a:lnTo>
                  <a:lnTo>
                    <a:pt x="0" y="1429999"/>
                  </a:lnTo>
                  <a:lnTo>
                    <a:pt x="0" y="810599"/>
                  </a:lnTo>
                  <a:close/>
                </a:path>
              </a:pathLst>
            </a:custGeom>
            <a:solidFill>
              <a:srgbClr val="1B6AA3"/>
            </a:solidFill>
            <a:ln>
              <a:noFill/>
            </a:ln>
            <a:extLst/>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39" name="Freeform 38"/>
            <p:cNvSpPr>
              <a:spLocks/>
            </p:cNvSpPr>
            <p:nvPr/>
          </p:nvSpPr>
          <p:spPr bwMode="auto">
            <a:xfrm>
              <a:off x="5215010" y="4088926"/>
              <a:ext cx="244208" cy="2785935"/>
            </a:xfrm>
            <a:custGeom>
              <a:avLst/>
              <a:gdLst>
                <a:gd name="connsiteX0" fmla="*/ 0 w 244208"/>
                <a:gd name="connsiteY0" fmla="*/ 0 h 2785935"/>
                <a:gd name="connsiteX1" fmla="*/ 244208 w 244208"/>
                <a:gd name="connsiteY1" fmla="*/ 245065 h 2785935"/>
                <a:gd name="connsiteX2" fmla="*/ 244208 w 244208"/>
                <a:gd name="connsiteY2" fmla="*/ 864465 h 2785935"/>
                <a:gd name="connsiteX3" fmla="*/ 244208 w 244208"/>
                <a:gd name="connsiteY3" fmla="*/ 2166535 h 2785935"/>
                <a:gd name="connsiteX4" fmla="*/ 244208 w 244208"/>
                <a:gd name="connsiteY4" fmla="*/ 2785935 h 2785935"/>
                <a:gd name="connsiteX5" fmla="*/ 0 w 244208"/>
                <a:gd name="connsiteY5" fmla="*/ 2785935 h 2785935"/>
                <a:gd name="connsiteX6" fmla="*/ 0 w 244208"/>
                <a:gd name="connsiteY6" fmla="*/ 2166535 h 2785935"/>
                <a:gd name="connsiteX7" fmla="*/ 0 w 244208"/>
                <a:gd name="connsiteY7" fmla="*/ 619400 h 278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208" h="2785935">
                  <a:moveTo>
                    <a:pt x="0" y="0"/>
                  </a:moveTo>
                  <a:lnTo>
                    <a:pt x="244208" y="245065"/>
                  </a:lnTo>
                  <a:lnTo>
                    <a:pt x="244208" y="864465"/>
                  </a:lnTo>
                  <a:lnTo>
                    <a:pt x="244208" y="2166535"/>
                  </a:lnTo>
                  <a:lnTo>
                    <a:pt x="244208" y="2785935"/>
                  </a:lnTo>
                  <a:lnTo>
                    <a:pt x="0" y="2785935"/>
                  </a:lnTo>
                  <a:lnTo>
                    <a:pt x="0" y="2166535"/>
                  </a:lnTo>
                  <a:lnTo>
                    <a:pt x="0" y="619400"/>
                  </a:lnTo>
                  <a:close/>
                </a:path>
              </a:pathLst>
            </a:custGeom>
            <a:solidFill>
              <a:srgbClr val="1B6AA3">
                <a:lumMod val="75000"/>
              </a:srgbClr>
            </a:solidFill>
            <a:ln>
              <a:noFill/>
            </a:ln>
            <a:extLst/>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40" name="Freeform 39"/>
            <p:cNvSpPr>
              <a:spLocks/>
            </p:cNvSpPr>
            <p:nvPr/>
          </p:nvSpPr>
          <p:spPr bwMode="auto">
            <a:xfrm>
              <a:off x="5459218" y="3579272"/>
              <a:ext cx="802397" cy="3295589"/>
            </a:xfrm>
            <a:custGeom>
              <a:avLst/>
              <a:gdLst>
                <a:gd name="connsiteX0" fmla="*/ 802397 w 802397"/>
                <a:gd name="connsiteY0" fmla="*/ 0 h 3295589"/>
                <a:gd name="connsiteX1" fmla="*/ 802397 w 802397"/>
                <a:gd name="connsiteY1" fmla="*/ 619400 h 3295589"/>
                <a:gd name="connsiteX2" fmla="*/ 802397 w 802397"/>
                <a:gd name="connsiteY2" fmla="*/ 2676189 h 3295589"/>
                <a:gd name="connsiteX3" fmla="*/ 802397 w 802397"/>
                <a:gd name="connsiteY3" fmla="*/ 3295589 h 3295589"/>
                <a:gd name="connsiteX4" fmla="*/ 0 w 802397"/>
                <a:gd name="connsiteY4" fmla="*/ 3295589 h 3295589"/>
                <a:gd name="connsiteX5" fmla="*/ 0 w 802397"/>
                <a:gd name="connsiteY5" fmla="*/ 2676189 h 3295589"/>
                <a:gd name="connsiteX6" fmla="*/ 0 w 802397"/>
                <a:gd name="connsiteY6" fmla="*/ 1374119 h 3295589"/>
                <a:gd name="connsiteX7" fmla="*/ 0 w 802397"/>
                <a:gd name="connsiteY7" fmla="*/ 754719 h 329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2397" h="3295589">
                  <a:moveTo>
                    <a:pt x="802397" y="0"/>
                  </a:moveTo>
                  <a:lnTo>
                    <a:pt x="802397" y="619400"/>
                  </a:lnTo>
                  <a:lnTo>
                    <a:pt x="802397" y="2676189"/>
                  </a:lnTo>
                  <a:lnTo>
                    <a:pt x="802397" y="3295589"/>
                  </a:lnTo>
                  <a:lnTo>
                    <a:pt x="0" y="3295589"/>
                  </a:lnTo>
                  <a:lnTo>
                    <a:pt x="0" y="2676189"/>
                  </a:lnTo>
                  <a:lnTo>
                    <a:pt x="0" y="1374119"/>
                  </a:lnTo>
                  <a:lnTo>
                    <a:pt x="0" y="754719"/>
                  </a:lnTo>
                  <a:close/>
                </a:path>
              </a:pathLst>
            </a:custGeom>
            <a:solidFill>
              <a:srgbClr val="84CBC5"/>
            </a:solidFill>
            <a:ln>
              <a:noFill/>
            </a:ln>
            <a:extLst/>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41" name="Freeform 40"/>
            <p:cNvSpPr>
              <a:spLocks/>
            </p:cNvSpPr>
            <p:nvPr/>
          </p:nvSpPr>
          <p:spPr bwMode="auto">
            <a:xfrm>
              <a:off x="6261616" y="3579271"/>
              <a:ext cx="337239" cy="3301286"/>
            </a:xfrm>
            <a:custGeom>
              <a:avLst/>
              <a:gdLst>
                <a:gd name="connsiteX0" fmla="*/ 0 w 337239"/>
                <a:gd name="connsiteY0" fmla="*/ 0 h 3301286"/>
                <a:gd name="connsiteX1" fmla="*/ 337239 w 337239"/>
                <a:gd name="connsiteY1" fmla="*/ 318450 h 3301286"/>
                <a:gd name="connsiteX2" fmla="*/ 337239 w 337239"/>
                <a:gd name="connsiteY2" fmla="*/ 943547 h 3301286"/>
                <a:gd name="connsiteX3" fmla="*/ 337239 w 337239"/>
                <a:gd name="connsiteY3" fmla="*/ 2676189 h 3301286"/>
                <a:gd name="connsiteX4" fmla="*/ 337239 w 337239"/>
                <a:gd name="connsiteY4" fmla="*/ 3301286 h 3301286"/>
                <a:gd name="connsiteX5" fmla="*/ 0 w 337239"/>
                <a:gd name="connsiteY5" fmla="*/ 3301286 h 3301286"/>
                <a:gd name="connsiteX6" fmla="*/ 0 w 337239"/>
                <a:gd name="connsiteY6" fmla="*/ 2676189 h 3301286"/>
                <a:gd name="connsiteX7" fmla="*/ 0 w 337239"/>
                <a:gd name="connsiteY7" fmla="*/ 625097 h 330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239" h="3301286">
                  <a:moveTo>
                    <a:pt x="0" y="0"/>
                  </a:moveTo>
                  <a:lnTo>
                    <a:pt x="337239" y="318450"/>
                  </a:lnTo>
                  <a:lnTo>
                    <a:pt x="337239" y="943547"/>
                  </a:lnTo>
                  <a:lnTo>
                    <a:pt x="337239" y="2676189"/>
                  </a:lnTo>
                  <a:lnTo>
                    <a:pt x="337239" y="3301286"/>
                  </a:lnTo>
                  <a:lnTo>
                    <a:pt x="0" y="3301286"/>
                  </a:lnTo>
                  <a:lnTo>
                    <a:pt x="0" y="2676189"/>
                  </a:lnTo>
                  <a:lnTo>
                    <a:pt x="0" y="625097"/>
                  </a:lnTo>
                  <a:close/>
                </a:path>
              </a:pathLst>
            </a:custGeom>
            <a:solidFill>
              <a:srgbClr val="84CBC5">
                <a:lumMod val="75000"/>
              </a:srgbClr>
            </a:solidFill>
            <a:ln>
              <a:noFill/>
            </a:ln>
            <a:extLst/>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sp>
          <p:nvSpPr>
            <p:cNvPr id="42" name="Freeform 41"/>
            <p:cNvSpPr>
              <a:spLocks/>
            </p:cNvSpPr>
            <p:nvPr/>
          </p:nvSpPr>
          <p:spPr bwMode="auto">
            <a:xfrm>
              <a:off x="6598855" y="2611804"/>
              <a:ext cx="1324476" cy="4263057"/>
            </a:xfrm>
            <a:custGeom>
              <a:avLst/>
              <a:gdLst>
                <a:gd name="connsiteX0" fmla="*/ 1324476 w 1324476"/>
                <a:gd name="connsiteY0" fmla="*/ 0 h 4263057"/>
                <a:gd name="connsiteX1" fmla="*/ 1324476 w 1324476"/>
                <a:gd name="connsiteY1" fmla="*/ 619400 h 4263057"/>
                <a:gd name="connsiteX2" fmla="*/ 1324476 w 1324476"/>
                <a:gd name="connsiteY2" fmla="*/ 3643657 h 4263057"/>
                <a:gd name="connsiteX3" fmla="*/ 1324476 w 1324476"/>
                <a:gd name="connsiteY3" fmla="*/ 4263057 h 4263057"/>
                <a:gd name="connsiteX4" fmla="*/ 0 w 1324476"/>
                <a:gd name="connsiteY4" fmla="*/ 4263057 h 4263057"/>
                <a:gd name="connsiteX5" fmla="*/ 0 w 1324476"/>
                <a:gd name="connsiteY5" fmla="*/ 3643657 h 4263057"/>
                <a:gd name="connsiteX6" fmla="*/ 0 w 1324476"/>
                <a:gd name="connsiteY6" fmla="*/ 1905318 h 4263057"/>
                <a:gd name="connsiteX7" fmla="*/ 0 w 1324476"/>
                <a:gd name="connsiteY7" fmla="*/ 1285918 h 4263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76" h="4263057">
                  <a:moveTo>
                    <a:pt x="1324476" y="0"/>
                  </a:moveTo>
                  <a:lnTo>
                    <a:pt x="1324476" y="619400"/>
                  </a:lnTo>
                  <a:lnTo>
                    <a:pt x="1324476" y="3643657"/>
                  </a:lnTo>
                  <a:lnTo>
                    <a:pt x="1324476" y="4263057"/>
                  </a:lnTo>
                  <a:lnTo>
                    <a:pt x="0" y="4263057"/>
                  </a:lnTo>
                  <a:lnTo>
                    <a:pt x="0" y="3643657"/>
                  </a:lnTo>
                  <a:lnTo>
                    <a:pt x="0" y="1905318"/>
                  </a:lnTo>
                  <a:lnTo>
                    <a:pt x="0" y="1285918"/>
                  </a:lnTo>
                  <a:close/>
                </a:path>
              </a:pathLst>
            </a:custGeom>
            <a:solidFill>
              <a:srgbClr val="F47264"/>
            </a:solidFill>
            <a:ln>
              <a:noFill/>
            </a:ln>
            <a:extLst/>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C5C5C"/>
                </a:solidFill>
                <a:effectLst/>
                <a:uLnTx/>
                <a:uFillTx/>
                <a:latin typeface="Lato Light"/>
                <a:cs typeface="+mn-cs"/>
              </a:endParaRPr>
            </a:p>
          </p:txBody>
        </p:sp>
      </p:grpSp>
      <p:sp>
        <p:nvSpPr>
          <p:cNvPr id="4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41101110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down)">
                                          <p:cBhvr>
                                            <p:cTn id="7" dur="500"/>
                                            <p:tgtEl>
                                              <p:spTgt spid="37"/>
                                            </p:tgtEl>
                                          </p:cBhvr>
                                        </p:animEffect>
                                      </p:childTnLst>
                                    </p:cTn>
                                  </p:par>
                                </p:childTnLst>
                              </p:cTn>
                            </p:par>
                            <p:par>
                              <p:cTn id="8" fill="hold">
                                <p:stCondLst>
                                  <p:cond delay="500"/>
                                </p:stCondLst>
                                <p:childTnLst>
                                  <p:par>
                                    <p:cTn id="9" presetID="2" presetClass="entr" presetSubtype="12" fill="hold" nodeType="afterEffect" p14:presetBounceEnd="44000">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14:bounceEnd="44000">
                                          <p:cBhvr additive="base">
                                            <p:cTn id="11" dur="500" fill="hold"/>
                                            <p:tgtEl>
                                              <p:spTgt spid="7"/>
                                            </p:tgtEl>
                                            <p:attrNameLst>
                                              <p:attrName>ppt_x</p:attrName>
                                            </p:attrNameLst>
                                          </p:cBhvr>
                                          <p:tavLst>
                                            <p:tav tm="0">
                                              <p:val>
                                                <p:strVal val="0-#ppt_w/2"/>
                                              </p:val>
                                            </p:tav>
                                            <p:tav tm="100000">
                                              <p:val>
                                                <p:strVal val="#ppt_x"/>
                                              </p:val>
                                            </p:tav>
                                          </p:tavLst>
                                        </p:anim>
                                        <p:anim calcmode="lin" valueType="num" p14:bounceEnd="44000">
                                          <p:cBhvr additive="base">
                                            <p:cTn id="12"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down)">
                                          <p:cBhvr>
                                            <p:cTn id="7" dur="500"/>
                                            <p:tgtEl>
                                              <p:spTgt spid="37"/>
                                            </p:tgtEl>
                                          </p:cBhvr>
                                        </p:animEffect>
                                      </p:childTnLst>
                                    </p:cTn>
                                  </p:par>
                                </p:childTnLst>
                              </p:cTn>
                            </p:par>
                            <p:par>
                              <p:cTn id="8" fill="hold">
                                <p:stCondLst>
                                  <p:cond delay="500"/>
                                </p:stCondLst>
                                <p:childTnLst>
                                  <p:par>
                                    <p:cTn id="9" presetID="2" presetClass="entr" presetSubtype="12"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0-#ppt_w/2"/>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3015391" y="1534496"/>
            <a:ext cx="7273606" cy="845065"/>
          </a:xfrm>
        </p:spPr>
        <p:txBody>
          <a:bodyPr>
            <a:noAutofit/>
          </a:bodyPr>
          <a:lstStyle/>
          <a:p>
            <a:pPr marL="742950" indent="-742950" rtl="1">
              <a:buFont typeface="+mj-lt"/>
              <a:buAutoNum type="arabicPeriod" startAt="3"/>
            </a:pPr>
            <a:r>
              <a:rPr lang="ar-SA" sz="4000" u="sng" dirty="0">
                <a:solidFill>
                  <a:srgbClr val="F58E20"/>
                </a:solidFill>
              </a:rPr>
              <a:t>نماذج من الويب </a:t>
            </a:r>
            <a:r>
              <a:rPr lang="en-US" sz="4000" u="sng" dirty="0">
                <a:solidFill>
                  <a:srgbClr val="F58E20"/>
                </a:solidFill>
              </a:rPr>
              <a:t> Web</a:t>
            </a:r>
          </a:p>
        </p:txBody>
      </p:sp>
      <p:sp>
        <p:nvSpPr>
          <p:cNvPr id="4" name="Text Placeholder 3"/>
          <p:cNvSpPr>
            <a:spLocks noGrp="1"/>
          </p:cNvSpPr>
          <p:nvPr>
            <p:ph type="body" sz="quarter" idx="16"/>
          </p:nvPr>
        </p:nvSpPr>
        <p:spPr>
          <a:xfrm>
            <a:off x="1306286" y="3073409"/>
            <a:ext cx="10263673" cy="1536868"/>
          </a:xfrm>
        </p:spPr>
        <p:txBody>
          <a:bodyPr>
            <a:noAutofit/>
          </a:bodyPr>
          <a:lstStyle/>
          <a:p>
            <a:pPr rtl="1">
              <a:lnSpc>
                <a:spcPct val="100000"/>
              </a:lnSpc>
            </a:pPr>
            <a:r>
              <a:rPr lang="ar-SA" sz="2800" b="1" dirty="0">
                <a:solidFill>
                  <a:schemeClr val="tx1"/>
                </a:solidFill>
              </a:rPr>
              <a:t>لقد مر الويب بعدة مراحل تطويرية ومسميات مختلفة، ومن أهم نماذجه المتطورة الآتي:</a:t>
            </a:r>
            <a:endParaRPr lang="en-US" sz="2800" b="1" dirty="0">
              <a:solidFill>
                <a:schemeClr val="tx1"/>
              </a:solidFill>
            </a:endParaRPr>
          </a:p>
        </p:txBody>
      </p:sp>
      <p:sp>
        <p:nvSpPr>
          <p:cNvPr id="12" name="Freeform 11"/>
          <p:cNvSpPr/>
          <p:nvPr/>
        </p:nvSpPr>
        <p:spPr>
          <a:xfrm rot="9340997">
            <a:off x="1724118" y="5190508"/>
            <a:ext cx="4222807" cy="1381236"/>
          </a:xfrm>
          <a:custGeom>
            <a:avLst/>
            <a:gdLst>
              <a:gd name="connsiteX0" fmla="*/ 4436533 w 4436533"/>
              <a:gd name="connsiteY0" fmla="*/ 164697 h 1756908"/>
              <a:gd name="connsiteX1" fmla="*/ 2302933 w 4436533"/>
              <a:gd name="connsiteY1" fmla="*/ 350964 h 1756908"/>
              <a:gd name="connsiteX2" fmla="*/ 3132667 w 4436533"/>
              <a:gd name="connsiteY2" fmla="*/ 1756430 h 1756908"/>
              <a:gd name="connsiteX3" fmla="*/ 3623733 w 4436533"/>
              <a:gd name="connsiteY3" fmla="*/ 503364 h 1756908"/>
              <a:gd name="connsiteX4" fmla="*/ 1405467 w 4436533"/>
              <a:gd name="connsiteY4" fmla="*/ 46164 h 1756908"/>
              <a:gd name="connsiteX5" fmla="*/ 0 w 4436533"/>
              <a:gd name="connsiteY5" fmla="*/ 1536297 h 1756908"/>
              <a:gd name="connsiteX0" fmla="*/ 4436533 w 4436533"/>
              <a:gd name="connsiteY0" fmla="*/ 260722 h 1853405"/>
              <a:gd name="connsiteX1" fmla="*/ 2302933 w 4436533"/>
              <a:gd name="connsiteY1" fmla="*/ 446989 h 1853405"/>
              <a:gd name="connsiteX2" fmla="*/ 3132667 w 4436533"/>
              <a:gd name="connsiteY2" fmla="*/ 1852455 h 1853405"/>
              <a:gd name="connsiteX3" fmla="*/ 3623733 w 4436533"/>
              <a:gd name="connsiteY3" fmla="*/ 599389 h 1853405"/>
              <a:gd name="connsiteX4" fmla="*/ 1405467 w 4436533"/>
              <a:gd name="connsiteY4" fmla="*/ 142189 h 1853405"/>
              <a:gd name="connsiteX5" fmla="*/ 0 w 4436533"/>
              <a:gd name="connsiteY5" fmla="*/ 1632322 h 1853405"/>
              <a:gd name="connsiteX0" fmla="*/ 4436533 w 4436533"/>
              <a:gd name="connsiteY0" fmla="*/ 260722 h 1852567"/>
              <a:gd name="connsiteX1" fmla="*/ 2302933 w 4436533"/>
              <a:gd name="connsiteY1" fmla="*/ 446989 h 1852567"/>
              <a:gd name="connsiteX2" fmla="*/ 3132667 w 4436533"/>
              <a:gd name="connsiteY2" fmla="*/ 1852455 h 1852567"/>
              <a:gd name="connsiteX3" fmla="*/ 3623733 w 4436533"/>
              <a:gd name="connsiteY3" fmla="*/ 599389 h 1852567"/>
              <a:gd name="connsiteX4" fmla="*/ 1405467 w 4436533"/>
              <a:gd name="connsiteY4" fmla="*/ 142189 h 1852567"/>
              <a:gd name="connsiteX5" fmla="*/ 0 w 4436533"/>
              <a:gd name="connsiteY5" fmla="*/ 1632322 h 1852567"/>
              <a:gd name="connsiteX0" fmla="*/ 4436533 w 4436533"/>
              <a:gd name="connsiteY0" fmla="*/ 260722 h 1852461"/>
              <a:gd name="connsiteX1" fmla="*/ 2540000 w 4436533"/>
              <a:gd name="connsiteY1" fmla="*/ 616323 h 1852461"/>
              <a:gd name="connsiteX2" fmla="*/ 3132667 w 4436533"/>
              <a:gd name="connsiteY2" fmla="*/ 1852455 h 1852461"/>
              <a:gd name="connsiteX3" fmla="*/ 3623733 w 4436533"/>
              <a:gd name="connsiteY3" fmla="*/ 599389 h 1852461"/>
              <a:gd name="connsiteX4" fmla="*/ 1405467 w 4436533"/>
              <a:gd name="connsiteY4" fmla="*/ 142189 h 1852461"/>
              <a:gd name="connsiteX5" fmla="*/ 0 w 4436533"/>
              <a:gd name="connsiteY5" fmla="*/ 1632322 h 1852461"/>
              <a:gd name="connsiteX0" fmla="*/ 4436533 w 4436533"/>
              <a:gd name="connsiteY0" fmla="*/ 260722 h 1852464"/>
              <a:gd name="connsiteX1" fmla="*/ 2540000 w 4436533"/>
              <a:gd name="connsiteY1" fmla="*/ 616323 h 1852464"/>
              <a:gd name="connsiteX2" fmla="*/ 3132667 w 4436533"/>
              <a:gd name="connsiteY2" fmla="*/ 1852455 h 1852464"/>
              <a:gd name="connsiteX3" fmla="*/ 3623733 w 4436533"/>
              <a:gd name="connsiteY3" fmla="*/ 599389 h 1852464"/>
              <a:gd name="connsiteX4" fmla="*/ 1405467 w 4436533"/>
              <a:gd name="connsiteY4" fmla="*/ 142189 h 1852464"/>
              <a:gd name="connsiteX5" fmla="*/ 0 w 4436533"/>
              <a:gd name="connsiteY5" fmla="*/ 1632322 h 185246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3031066 w 3031066"/>
              <a:gd name="connsiteY0" fmla="*/ 160324 h 1419470"/>
              <a:gd name="connsiteX1" fmla="*/ 1134533 w 3031066"/>
              <a:gd name="connsiteY1" fmla="*/ 515925 h 1419470"/>
              <a:gd name="connsiteX2" fmla="*/ 1591733 w 3031066"/>
              <a:gd name="connsiteY2" fmla="*/ 1413391 h 1419470"/>
              <a:gd name="connsiteX3" fmla="*/ 2218266 w 3031066"/>
              <a:gd name="connsiteY3" fmla="*/ 498991 h 1419470"/>
              <a:gd name="connsiteX4" fmla="*/ 0 w 3031066"/>
              <a:gd name="connsiteY4" fmla="*/ 41791 h 1419470"/>
              <a:gd name="connsiteX0" fmla="*/ 4199466 w 4199466"/>
              <a:gd name="connsiteY0" fmla="*/ 5331 h 1264150"/>
              <a:gd name="connsiteX1" fmla="*/ 2302933 w 4199466"/>
              <a:gd name="connsiteY1" fmla="*/ 360932 h 1264150"/>
              <a:gd name="connsiteX2" fmla="*/ 2760133 w 4199466"/>
              <a:gd name="connsiteY2" fmla="*/ 1258398 h 1264150"/>
              <a:gd name="connsiteX3" fmla="*/ 3386666 w 4199466"/>
              <a:gd name="connsiteY3" fmla="*/ 343998 h 1264150"/>
              <a:gd name="connsiteX4" fmla="*/ 0 w 4199466"/>
              <a:gd name="connsiteY4" fmla="*/ 174664 h 1264150"/>
              <a:gd name="connsiteX0" fmla="*/ 4199466 w 4199466"/>
              <a:gd name="connsiteY0" fmla="*/ 272347 h 1531166"/>
              <a:gd name="connsiteX1" fmla="*/ 2302933 w 4199466"/>
              <a:gd name="connsiteY1" fmla="*/ 627948 h 1531166"/>
              <a:gd name="connsiteX2" fmla="*/ 2760133 w 4199466"/>
              <a:gd name="connsiteY2" fmla="*/ 1525414 h 1531166"/>
              <a:gd name="connsiteX3" fmla="*/ 3386666 w 4199466"/>
              <a:gd name="connsiteY3" fmla="*/ 611014 h 1531166"/>
              <a:gd name="connsiteX4" fmla="*/ 0 w 4199466"/>
              <a:gd name="connsiteY4" fmla="*/ 441680 h 1531166"/>
              <a:gd name="connsiteX0" fmla="*/ 4199466 w 4199466"/>
              <a:gd name="connsiteY0" fmla="*/ 340911 h 1602433"/>
              <a:gd name="connsiteX1" fmla="*/ 2302933 w 4199466"/>
              <a:gd name="connsiteY1" fmla="*/ 696512 h 1602433"/>
              <a:gd name="connsiteX2" fmla="*/ 2760133 w 4199466"/>
              <a:gd name="connsiteY2" fmla="*/ 1593978 h 1602433"/>
              <a:gd name="connsiteX3" fmla="*/ 3386666 w 4199466"/>
              <a:gd name="connsiteY3" fmla="*/ 679578 h 1602433"/>
              <a:gd name="connsiteX4" fmla="*/ 0 w 4199466"/>
              <a:gd name="connsiteY4" fmla="*/ 510244 h 1602433"/>
              <a:gd name="connsiteX0" fmla="*/ 4199466 w 4199466"/>
              <a:gd name="connsiteY0" fmla="*/ 320417 h 1573620"/>
              <a:gd name="connsiteX1" fmla="*/ 2302933 w 4199466"/>
              <a:gd name="connsiteY1" fmla="*/ 676018 h 1573620"/>
              <a:gd name="connsiteX2" fmla="*/ 2760133 w 4199466"/>
              <a:gd name="connsiteY2" fmla="*/ 1573484 h 1573620"/>
              <a:gd name="connsiteX3" fmla="*/ 3183466 w 4199466"/>
              <a:gd name="connsiteY3" fmla="*/ 726817 h 1573620"/>
              <a:gd name="connsiteX4" fmla="*/ 0 w 4199466"/>
              <a:gd name="connsiteY4" fmla="*/ 489750 h 1573620"/>
              <a:gd name="connsiteX0" fmla="*/ 4199466 w 4199466"/>
              <a:gd name="connsiteY0" fmla="*/ 320417 h 1573493"/>
              <a:gd name="connsiteX1" fmla="*/ 2048933 w 4199466"/>
              <a:gd name="connsiteY1" fmla="*/ 743751 h 1573493"/>
              <a:gd name="connsiteX2" fmla="*/ 2760133 w 4199466"/>
              <a:gd name="connsiteY2" fmla="*/ 1573484 h 1573493"/>
              <a:gd name="connsiteX3" fmla="*/ 3183466 w 4199466"/>
              <a:gd name="connsiteY3" fmla="*/ 726817 h 1573493"/>
              <a:gd name="connsiteX4" fmla="*/ 0 w 4199466"/>
              <a:gd name="connsiteY4" fmla="*/ 489750 h 1573493"/>
              <a:gd name="connsiteX0" fmla="*/ 4199466 w 4199466"/>
              <a:gd name="connsiteY0" fmla="*/ 320417 h 1573522"/>
              <a:gd name="connsiteX1" fmla="*/ 2048933 w 4199466"/>
              <a:gd name="connsiteY1" fmla="*/ 743751 h 1573522"/>
              <a:gd name="connsiteX2" fmla="*/ 2760133 w 4199466"/>
              <a:gd name="connsiteY2" fmla="*/ 1573484 h 1573522"/>
              <a:gd name="connsiteX3" fmla="*/ 3183466 w 4199466"/>
              <a:gd name="connsiteY3" fmla="*/ 726817 h 1573522"/>
              <a:gd name="connsiteX4" fmla="*/ 0 w 4199466"/>
              <a:gd name="connsiteY4" fmla="*/ 489750 h 1573522"/>
              <a:gd name="connsiteX0" fmla="*/ 4199466 w 4199466"/>
              <a:gd name="connsiteY0" fmla="*/ 254880 h 1474089"/>
              <a:gd name="connsiteX1" fmla="*/ 2048933 w 4199466"/>
              <a:gd name="connsiteY1" fmla="*/ 678214 h 1474089"/>
              <a:gd name="connsiteX2" fmla="*/ 2675467 w 4199466"/>
              <a:gd name="connsiteY2" fmla="*/ 1474080 h 1474089"/>
              <a:gd name="connsiteX3" fmla="*/ 3183466 w 4199466"/>
              <a:gd name="connsiteY3" fmla="*/ 661280 h 1474089"/>
              <a:gd name="connsiteX4" fmla="*/ 0 w 4199466"/>
              <a:gd name="connsiteY4" fmla="*/ 424213 h 1474089"/>
              <a:gd name="connsiteX0" fmla="*/ 4199466 w 4199466"/>
              <a:gd name="connsiteY0" fmla="*/ 254880 h 1476478"/>
              <a:gd name="connsiteX1" fmla="*/ 2048933 w 4199466"/>
              <a:gd name="connsiteY1" fmla="*/ 678214 h 1476478"/>
              <a:gd name="connsiteX2" fmla="*/ 2675467 w 4199466"/>
              <a:gd name="connsiteY2" fmla="*/ 1474080 h 1476478"/>
              <a:gd name="connsiteX3" fmla="*/ 3183466 w 4199466"/>
              <a:gd name="connsiteY3" fmla="*/ 661280 h 1476478"/>
              <a:gd name="connsiteX4" fmla="*/ 0 w 4199466"/>
              <a:gd name="connsiteY4" fmla="*/ 424213 h 1476478"/>
              <a:gd name="connsiteX0" fmla="*/ 4199466 w 4199466"/>
              <a:gd name="connsiteY0" fmla="*/ 279753 h 1501814"/>
              <a:gd name="connsiteX1" fmla="*/ 2048933 w 4199466"/>
              <a:gd name="connsiteY1" fmla="*/ 703087 h 1501814"/>
              <a:gd name="connsiteX2" fmla="*/ 2675467 w 4199466"/>
              <a:gd name="connsiteY2" fmla="*/ 1498953 h 1501814"/>
              <a:gd name="connsiteX3" fmla="*/ 3183466 w 4199466"/>
              <a:gd name="connsiteY3" fmla="*/ 686153 h 1501814"/>
              <a:gd name="connsiteX4" fmla="*/ 0 w 4199466"/>
              <a:gd name="connsiteY4" fmla="*/ 449086 h 1501814"/>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376915 h 1596472"/>
              <a:gd name="connsiteX1" fmla="*/ 2099733 w 4199466"/>
              <a:gd name="connsiteY1" fmla="*/ 732516 h 1596472"/>
              <a:gd name="connsiteX2" fmla="*/ 2675467 w 4199466"/>
              <a:gd name="connsiteY2" fmla="*/ 1596115 h 1596472"/>
              <a:gd name="connsiteX3" fmla="*/ 3183466 w 4199466"/>
              <a:gd name="connsiteY3" fmla="*/ 783315 h 1596472"/>
              <a:gd name="connsiteX4" fmla="*/ 0 w 4199466"/>
              <a:gd name="connsiteY4" fmla="*/ 546248 h 1596472"/>
              <a:gd name="connsiteX0" fmla="*/ 4199466 w 4199466"/>
              <a:gd name="connsiteY0" fmla="*/ 243473 h 1115335"/>
              <a:gd name="connsiteX1" fmla="*/ 2099733 w 4199466"/>
              <a:gd name="connsiteY1" fmla="*/ 599074 h 1115335"/>
              <a:gd name="connsiteX2" fmla="*/ 2641098 w 4199466"/>
              <a:gd name="connsiteY2" fmla="*/ 1115187 h 1115335"/>
              <a:gd name="connsiteX3" fmla="*/ 3183466 w 4199466"/>
              <a:gd name="connsiteY3" fmla="*/ 649873 h 1115335"/>
              <a:gd name="connsiteX4" fmla="*/ 0 w 4199466"/>
              <a:gd name="connsiteY4" fmla="*/ 412806 h 1115335"/>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466" h="1151030">
                <a:moveTo>
                  <a:pt x="4199466" y="279036"/>
                </a:moveTo>
                <a:cubicBezTo>
                  <a:pt x="3241321" y="239525"/>
                  <a:pt x="2236563" y="182670"/>
                  <a:pt x="2099733" y="634637"/>
                </a:cubicBezTo>
                <a:cubicBezTo>
                  <a:pt x="1962903" y="1086604"/>
                  <a:pt x="2460476" y="1142284"/>
                  <a:pt x="2641098" y="1150750"/>
                </a:cubicBezTo>
                <a:cubicBezTo>
                  <a:pt x="2821720" y="1159216"/>
                  <a:pt x="3197646" y="975667"/>
                  <a:pt x="3183466" y="685436"/>
                </a:cubicBezTo>
                <a:cubicBezTo>
                  <a:pt x="3169286" y="395205"/>
                  <a:pt x="2111021" y="-553521"/>
                  <a:pt x="0" y="448369"/>
                </a:cubicBezTo>
              </a:path>
            </a:pathLst>
          </a:custGeom>
          <a:ln>
            <a:solidFill>
              <a:schemeClr val="bg1">
                <a:lumMod val="75000"/>
              </a:schemeClr>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defTabSz="486044" fontAlgn="auto">
              <a:spcBef>
                <a:spcPts val="0"/>
              </a:spcBef>
              <a:spcAft>
                <a:spcPts val="0"/>
              </a:spcAft>
            </a:pPr>
            <a:endParaRPr lang="en-US" sz="1920">
              <a:solidFill>
                <a:prstClr val="black"/>
              </a:solidFill>
            </a:endParaRPr>
          </a:p>
        </p:txBody>
      </p:sp>
      <p:sp>
        <p:nvSpPr>
          <p:cNvPr id="13" name="Isosceles Triangle 9"/>
          <p:cNvSpPr/>
          <p:nvPr/>
        </p:nvSpPr>
        <p:spPr>
          <a:xfrm rot="2110876">
            <a:off x="5795981" y="4873691"/>
            <a:ext cx="228206" cy="308981"/>
          </a:xfrm>
          <a:custGeom>
            <a:avLst/>
            <a:gdLst/>
            <a:ahLst/>
            <a:cxnLst/>
            <a:rect l="l" t="t" r="r" b="b"/>
            <a:pathLst>
              <a:path w="696359" h="1149768">
                <a:moveTo>
                  <a:pt x="355075" y="0"/>
                </a:moveTo>
                <a:lnTo>
                  <a:pt x="696359" y="1105109"/>
                </a:lnTo>
                <a:lnTo>
                  <a:pt x="372008" y="801168"/>
                </a:lnTo>
                <a:lnTo>
                  <a:pt x="0" y="1149768"/>
                </a:lnTo>
                <a:close/>
              </a:path>
            </a:pathLst>
          </a:cu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1370713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fltVal val="0"/>
                                          </p:val>
                                        </p:tav>
                                        <p:tav tm="100000">
                                          <p:val>
                                            <p:strVal val="#ppt_w"/>
                                          </p:val>
                                        </p:tav>
                                      </p:tavLst>
                                    </p:anim>
                                    <p:anim calcmode="lin" valueType="num">
                                      <p:cBhvr>
                                        <p:cTn id="12" dur="500" fill="hold"/>
                                        <p:tgtEl>
                                          <p:spTgt spid="13"/>
                                        </p:tgtEl>
                                        <p:attrNameLst>
                                          <p:attrName>ppt_h</p:attrName>
                                        </p:attrNameLst>
                                      </p:cBhvr>
                                      <p:tavLst>
                                        <p:tav tm="0">
                                          <p:val>
                                            <p:fltVal val="0"/>
                                          </p:val>
                                        </p:tav>
                                        <p:tav tm="100000">
                                          <p:val>
                                            <p:strVal val="#ppt_h"/>
                                          </p:val>
                                        </p:tav>
                                      </p:tavLst>
                                    </p:anim>
                                    <p:animEffect transition="in" filter="fade">
                                      <p:cBhvr>
                                        <p:cTn id="1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0"/>
            <a:ext cx="12192000" cy="6858000"/>
          </a:xfrm>
          <a:prstGeom prst="rect">
            <a:avLst/>
          </a:prstGeom>
          <a:solidFill>
            <a:schemeClr val="tx2">
              <a:lumMod val="5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3" name="Group 2"/>
          <p:cNvGrpSpPr/>
          <p:nvPr/>
        </p:nvGrpSpPr>
        <p:grpSpPr>
          <a:xfrm>
            <a:off x="5340349" y="2163762"/>
            <a:ext cx="6699962" cy="2154436"/>
            <a:chOff x="5000626" y="4103141"/>
            <a:chExt cx="6699962" cy="2154436"/>
          </a:xfrm>
        </p:grpSpPr>
        <p:sp>
          <p:nvSpPr>
            <p:cNvPr id="437" name="TextBox 436"/>
            <p:cNvSpPr txBox="1"/>
            <p:nvPr/>
          </p:nvSpPr>
          <p:spPr>
            <a:xfrm>
              <a:off x="6284913" y="4103141"/>
              <a:ext cx="4036682" cy="769441"/>
            </a:xfrm>
            <a:prstGeom prst="rect">
              <a:avLst/>
            </a:prstGeom>
            <a:noFill/>
          </p:spPr>
          <p:txBody>
            <a:bodyPr wrap="none" rtlCol="0">
              <a:spAutoFit/>
            </a:bodyPr>
            <a:lstStyle/>
            <a:p>
              <a:pPr rtl="1"/>
              <a:r>
                <a:rPr lang="ar-SA" sz="4400" b="1" u="sng" dirty="0">
                  <a:solidFill>
                    <a:srgbClr val="FFFF00"/>
                  </a:solidFill>
                </a:rPr>
                <a:t>أ. الويب 1.0Web :</a:t>
              </a:r>
              <a:endParaRPr lang="en-US" sz="4400" u="sng" dirty="0">
                <a:solidFill>
                  <a:srgbClr val="FFFF00"/>
                </a:solidFill>
              </a:endParaRPr>
            </a:p>
          </p:txBody>
        </p:sp>
        <p:sp>
          <p:nvSpPr>
            <p:cNvPr id="438" name="Rectangle 437"/>
            <p:cNvSpPr/>
            <p:nvPr/>
          </p:nvSpPr>
          <p:spPr>
            <a:xfrm>
              <a:off x="5000626" y="4872582"/>
              <a:ext cx="6699962" cy="1384995"/>
            </a:xfrm>
            <a:prstGeom prst="rect">
              <a:avLst/>
            </a:prstGeom>
          </p:spPr>
          <p:txBody>
            <a:bodyPr wrap="square">
              <a:spAutoFit/>
            </a:bodyPr>
            <a:lstStyle/>
            <a:p>
              <a:pPr algn="r" rtl="1" fontAlgn="auto">
                <a:spcBef>
                  <a:spcPts val="0"/>
                </a:spcBef>
                <a:spcAft>
                  <a:spcPts val="0"/>
                </a:spcAft>
              </a:pPr>
              <a:r>
                <a:rPr lang="ar-SA" sz="2800" b="1" dirty="0">
                  <a:solidFill>
                    <a:schemeClr val="bg1"/>
                  </a:solidFill>
                </a:rPr>
                <a:t>الويب 1.0 هو الجيل الأول من الويب، وكان من أهم أدواته : إنشاء مواقع أو صفحات على الويب، والبريدي الإلكتروني </a:t>
              </a:r>
              <a:r>
                <a:rPr lang="en-US" sz="2800" b="1" dirty="0">
                  <a:solidFill>
                    <a:schemeClr val="bg1"/>
                  </a:solidFill>
                </a:rPr>
                <a:t>E-mail</a:t>
              </a:r>
              <a:r>
                <a:rPr lang="ar-JO" sz="2800" b="1" dirty="0">
                  <a:solidFill>
                    <a:schemeClr val="bg1"/>
                  </a:solidFill>
                </a:rPr>
                <a:t>، والقوائم البريدية </a:t>
              </a:r>
              <a:r>
                <a:rPr lang="en-US" sz="2800" b="1" dirty="0">
                  <a:solidFill>
                    <a:schemeClr val="bg1"/>
                  </a:solidFill>
                </a:rPr>
                <a:t>Mailing Lists</a:t>
              </a:r>
              <a:endParaRPr lang="en-GB" sz="2800" b="1" dirty="0">
                <a:solidFill>
                  <a:schemeClr val="bg1"/>
                </a:solidFill>
                <a:latin typeface="Lato Light"/>
                <a:cs typeface="+mn-cs"/>
              </a:endParaRPr>
            </a:p>
          </p:txBody>
        </p:sp>
      </p:grpSp>
      <p:grpSp>
        <p:nvGrpSpPr>
          <p:cNvPr id="2" name="Group 1"/>
          <p:cNvGrpSpPr/>
          <p:nvPr/>
        </p:nvGrpSpPr>
        <p:grpSpPr>
          <a:xfrm>
            <a:off x="0" y="-1588"/>
            <a:ext cx="6564313" cy="6181726"/>
            <a:chOff x="0" y="-1588"/>
            <a:chExt cx="6564313" cy="6181726"/>
          </a:xfrm>
        </p:grpSpPr>
        <p:sp>
          <p:nvSpPr>
            <p:cNvPr id="439" name="Freeform 5"/>
            <p:cNvSpPr>
              <a:spLocks/>
            </p:cNvSpPr>
            <p:nvPr/>
          </p:nvSpPr>
          <p:spPr bwMode="auto">
            <a:xfrm>
              <a:off x="0" y="-1588"/>
              <a:ext cx="5656263" cy="5499100"/>
            </a:xfrm>
            <a:custGeom>
              <a:avLst/>
              <a:gdLst>
                <a:gd name="T0" fmla="*/ 0 w 2670"/>
                <a:gd name="T1" fmla="*/ 2233 h 2596"/>
                <a:gd name="T2" fmla="*/ 1030 w 2670"/>
                <a:gd name="T3" fmla="*/ 2596 h 2596"/>
                <a:gd name="T4" fmla="*/ 2670 w 2670"/>
                <a:gd name="T5" fmla="*/ 956 h 2596"/>
                <a:gd name="T6" fmla="*/ 2362 w 2670"/>
                <a:gd name="T7" fmla="*/ 0 h 2596"/>
                <a:gd name="T8" fmla="*/ 0 w 2670"/>
                <a:gd name="T9" fmla="*/ 0 h 2596"/>
                <a:gd name="T10" fmla="*/ 0 w 2670"/>
                <a:gd name="T11" fmla="*/ 2233 h 2596"/>
              </a:gdLst>
              <a:ahLst/>
              <a:cxnLst>
                <a:cxn ang="0">
                  <a:pos x="T0" y="T1"/>
                </a:cxn>
                <a:cxn ang="0">
                  <a:pos x="T2" y="T3"/>
                </a:cxn>
                <a:cxn ang="0">
                  <a:pos x="T4" y="T5"/>
                </a:cxn>
                <a:cxn ang="0">
                  <a:pos x="T6" y="T7"/>
                </a:cxn>
                <a:cxn ang="0">
                  <a:pos x="T8" y="T9"/>
                </a:cxn>
                <a:cxn ang="0">
                  <a:pos x="T10" y="T11"/>
                </a:cxn>
              </a:cxnLst>
              <a:rect l="0" t="0" r="r" b="b"/>
              <a:pathLst>
                <a:path w="2670" h="2596">
                  <a:moveTo>
                    <a:pt x="0" y="2233"/>
                  </a:moveTo>
                  <a:cubicBezTo>
                    <a:pt x="282" y="2460"/>
                    <a:pt x="640" y="2596"/>
                    <a:pt x="1030" y="2596"/>
                  </a:cubicBezTo>
                  <a:cubicBezTo>
                    <a:pt x="1936" y="2596"/>
                    <a:pt x="2670" y="1862"/>
                    <a:pt x="2670" y="956"/>
                  </a:cubicBezTo>
                  <a:cubicBezTo>
                    <a:pt x="2670" y="599"/>
                    <a:pt x="2556" y="269"/>
                    <a:pt x="2362" y="0"/>
                  </a:cubicBezTo>
                  <a:cubicBezTo>
                    <a:pt x="0" y="0"/>
                    <a:pt x="0" y="0"/>
                    <a:pt x="0" y="0"/>
                  </a:cubicBezTo>
                  <a:cubicBezTo>
                    <a:pt x="0" y="2233"/>
                    <a:pt x="0" y="2233"/>
                    <a:pt x="0" y="2233"/>
                  </a:cubicBezTo>
                </a:path>
              </a:pathLst>
            </a:custGeom>
            <a:solidFill>
              <a:schemeClr val="tx2">
                <a:lumMod val="20000"/>
                <a:lumOff val="8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0" name="Freeform 6"/>
            <p:cNvSpPr>
              <a:spLocks/>
            </p:cNvSpPr>
            <p:nvPr/>
          </p:nvSpPr>
          <p:spPr bwMode="auto">
            <a:xfrm>
              <a:off x="3430588" y="3486150"/>
              <a:ext cx="1550988" cy="1519238"/>
            </a:xfrm>
            <a:custGeom>
              <a:avLst/>
              <a:gdLst>
                <a:gd name="T0" fmla="*/ 280 w 732"/>
                <a:gd name="T1" fmla="*/ 692 h 717"/>
                <a:gd name="T2" fmla="*/ 400 w 732"/>
                <a:gd name="T3" fmla="*/ 685 h 717"/>
                <a:gd name="T4" fmla="*/ 693 w 732"/>
                <a:gd name="T5" fmla="*/ 417 h 717"/>
                <a:gd name="T6" fmla="*/ 709 w 732"/>
                <a:gd name="T7" fmla="*/ 299 h 717"/>
                <a:gd name="T8" fmla="*/ 548 w 732"/>
                <a:gd name="T9" fmla="*/ 42 h 717"/>
                <a:gd name="T10" fmla="*/ 450 w 732"/>
                <a:gd name="T11" fmla="*/ 29 h 717"/>
                <a:gd name="T12" fmla="*/ 31 w 732"/>
                <a:gd name="T13" fmla="*/ 412 h 717"/>
                <a:gd name="T14" fmla="*/ 36 w 732"/>
                <a:gd name="T15" fmla="*/ 511 h 717"/>
                <a:gd name="T16" fmla="*/ 280 w 732"/>
                <a:gd name="T17" fmla="*/ 692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2" h="717">
                  <a:moveTo>
                    <a:pt x="280" y="692"/>
                  </a:moveTo>
                  <a:cubicBezTo>
                    <a:pt x="314" y="717"/>
                    <a:pt x="368" y="714"/>
                    <a:pt x="400" y="685"/>
                  </a:cubicBezTo>
                  <a:cubicBezTo>
                    <a:pt x="693" y="417"/>
                    <a:pt x="693" y="417"/>
                    <a:pt x="693" y="417"/>
                  </a:cubicBezTo>
                  <a:cubicBezTo>
                    <a:pt x="725" y="388"/>
                    <a:pt x="732" y="335"/>
                    <a:pt x="709" y="299"/>
                  </a:cubicBezTo>
                  <a:cubicBezTo>
                    <a:pt x="548" y="42"/>
                    <a:pt x="548" y="42"/>
                    <a:pt x="548" y="42"/>
                  </a:cubicBezTo>
                  <a:cubicBezTo>
                    <a:pt x="526" y="6"/>
                    <a:pt x="481" y="0"/>
                    <a:pt x="450" y="29"/>
                  </a:cubicBezTo>
                  <a:cubicBezTo>
                    <a:pt x="31" y="412"/>
                    <a:pt x="31" y="412"/>
                    <a:pt x="31" y="412"/>
                  </a:cubicBezTo>
                  <a:cubicBezTo>
                    <a:pt x="0" y="441"/>
                    <a:pt x="2" y="485"/>
                    <a:pt x="36" y="511"/>
                  </a:cubicBezTo>
                  <a:lnTo>
                    <a:pt x="280" y="692"/>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1" name="Freeform 7"/>
            <p:cNvSpPr>
              <a:spLocks/>
            </p:cNvSpPr>
            <p:nvPr/>
          </p:nvSpPr>
          <p:spPr bwMode="auto">
            <a:xfrm>
              <a:off x="3478213" y="3551237"/>
              <a:ext cx="1262063" cy="1258888"/>
            </a:xfrm>
            <a:custGeom>
              <a:avLst/>
              <a:gdLst>
                <a:gd name="T0" fmla="*/ 254 w 795"/>
                <a:gd name="T1" fmla="*/ 152 h 793"/>
                <a:gd name="T2" fmla="*/ 452 w 795"/>
                <a:gd name="T3" fmla="*/ 454 h 793"/>
                <a:gd name="T4" fmla="*/ 171 w 795"/>
                <a:gd name="T5" fmla="*/ 228 h 793"/>
                <a:gd name="T6" fmla="*/ 0 w 795"/>
                <a:gd name="T7" fmla="*/ 383 h 793"/>
                <a:gd name="T8" fmla="*/ 376 w 795"/>
                <a:gd name="T9" fmla="*/ 793 h 793"/>
                <a:gd name="T10" fmla="*/ 795 w 795"/>
                <a:gd name="T11" fmla="*/ 408 h 793"/>
                <a:gd name="T12" fmla="*/ 421 w 795"/>
                <a:gd name="T13" fmla="*/ 0 h 793"/>
                <a:gd name="T14" fmla="*/ 254 w 795"/>
                <a:gd name="T15" fmla="*/ 152 h 7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5" h="793">
                  <a:moveTo>
                    <a:pt x="254" y="152"/>
                  </a:moveTo>
                  <a:lnTo>
                    <a:pt x="452" y="454"/>
                  </a:lnTo>
                  <a:lnTo>
                    <a:pt x="171" y="228"/>
                  </a:lnTo>
                  <a:lnTo>
                    <a:pt x="0" y="383"/>
                  </a:lnTo>
                  <a:lnTo>
                    <a:pt x="376" y="793"/>
                  </a:lnTo>
                  <a:lnTo>
                    <a:pt x="795" y="408"/>
                  </a:lnTo>
                  <a:lnTo>
                    <a:pt x="421" y="0"/>
                  </a:lnTo>
                  <a:lnTo>
                    <a:pt x="254" y="152"/>
                  </a:lnTo>
                  <a:close/>
                </a:path>
              </a:pathLst>
            </a:custGeom>
            <a:solidFill>
              <a:srgbClr val="3449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2" name="Freeform 8"/>
            <p:cNvSpPr>
              <a:spLocks/>
            </p:cNvSpPr>
            <p:nvPr/>
          </p:nvSpPr>
          <p:spPr bwMode="auto">
            <a:xfrm>
              <a:off x="4689475" y="982662"/>
              <a:ext cx="952500" cy="1504950"/>
            </a:xfrm>
            <a:custGeom>
              <a:avLst/>
              <a:gdLst>
                <a:gd name="T0" fmla="*/ 374 w 450"/>
                <a:gd name="T1" fmla="*/ 644 h 710"/>
                <a:gd name="T2" fmla="*/ 450 w 450"/>
                <a:gd name="T3" fmla="*/ 552 h 710"/>
                <a:gd name="T4" fmla="*/ 450 w 450"/>
                <a:gd name="T5" fmla="*/ 154 h 710"/>
                <a:gd name="T6" fmla="*/ 374 w 450"/>
                <a:gd name="T7" fmla="*/ 62 h 710"/>
                <a:gd name="T8" fmla="*/ 76 w 450"/>
                <a:gd name="T9" fmla="*/ 8 h 710"/>
                <a:gd name="T10" fmla="*/ 0 w 450"/>
                <a:gd name="T11" fmla="*/ 72 h 710"/>
                <a:gd name="T12" fmla="*/ 0 w 450"/>
                <a:gd name="T13" fmla="*/ 639 h 710"/>
                <a:gd name="T14" fmla="*/ 76 w 450"/>
                <a:gd name="T15" fmla="*/ 702 h 710"/>
                <a:gd name="T16" fmla="*/ 374 w 450"/>
                <a:gd name="T17" fmla="*/ 644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0" h="710">
                  <a:moveTo>
                    <a:pt x="374" y="644"/>
                  </a:moveTo>
                  <a:cubicBezTo>
                    <a:pt x="416" y="636"/>
                    <a:pt x="450" y="594"/>
                    <a:pt x="450" y="552"/>
                  </a:cubicBezTo>
                  <a:cubicBezTo>
                    <a:pt x="450" y="154"/>
                    <a:pt x="450" y="154"/>
                    <a:pt x="450" y="154"/>
                  </a:cubicBezTo>
                  <a:cubicBezTo>
                    <a:pt x="450" y="111"/>
                    <a:pt x="416" y="70"/>
                    <a:pt x="374" y="62"/>
                  </a:cubicBezTo>
                  <a:cubicBezTo>
                    <a:pt x="76" y="8"/>
                    <a:pt x="76" y="8"/>
                    <a:pt x="76" y="8"/>
                  </a:cubicBezTo>
                  <a:cubicBezTo>
                    <a:pt x="34" y="0"/>
                    <a:pt x="0" y="29"/>
                    <a:pt x="0" y="72"/>
                  </a:cubicBezTo>
                  <a:cubicBezTo>
                    <a:pt x="0" y="639"/>
                    <a:pt x="0" y="639"/>
                    <a:pt x="0" y="639"/>
                  </a:cubicBezTo>
                  <a:cubicBezTo>
                    <a:pt x="0" y="681"/>
                    <a:pt x="34" y="710"/>
                    <a:pt x="76" y="702"/>
                  </a:cubicBezTo>
                  <a:lnTo>
                    <a:pt x="374" y="644"/>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3" name="Freeform 9"/>
            <p:cNvSpPr>
              <a:spLocks/>
            </p:cNvSpPr>
            <p:nvPr/>
          </p:nvSpPr>
          <p:spPr bwMode="auto">
            <a:xfrm>
              <a:off x="4529138" y="1311275"/>
              <a:ext cx="879475" cy="904875"/>
            </a:xfrm>
            <a:custGeom>
              <a:avLst/>
              <a:gdLst>
                <a:gd name="T0" fmla="*/ 0 w 554"/>
                <a:gd name="T1" fmla="*/ 227 h 570"/>
                <a:gd name="T2" fmla="*/ 357 w 554"/>
                <a:gd name="T3" fmla="*/ 284 h 570"/>
                <a:gd name="T4" fmla="*/ 0 w 554"/>
                <a:gd name="T5" fmla="*/ 339 h 570"/>
                <a:gd name="T6" fmla="*/ 0 w 554"/>
                <a:gd name="T7" fmla="*/ 570 h 570"/>
                <a:gd name="T8" fmla="*/ 554 w 554"/>
                <a:gd name="T9" fmla="*/ 570 h 570"/>
                <a:gd name="T10" fmla="*/ 554 w 554"/>
                <a:gd name="T11" fmla="*/ 0 h 570"/>
                <a:gd name="T12" fmla="*/ 0 w 554"/>
                <a:gd name="T13" fmla="*/ 0 h 570"/>
                <a:gd name="T14" fmla="*/ 0 w 554"/>
                <a:gd name="T15" fmla="*/ 227 h 5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4" h="570">
                  <a:moveTo>
                    <a:pt x="0" y="227"/>
                  </a:moveTo>
                  <a:lnTo>
                    <a:pt x="357" y="284"/>
                  </a:lnTo>
                  <a:lnTo>
                    <a:pt x="0" y="339"/>
                  </a:lnTo>
                  <a:lnTo>
                    <a:pt x="0" y="570"/>
                  </a:lnTo>
                  <a:lnTo>
                    <a:pt x="554" y="570"/>
                  </a:lnTo>
                  <a:lnTo>
                    <a:pt x="554" y="0"/>
                  </a:lnTo>
                  <a:lnTo>
                    <a:pt x="0" y="0"/>
                  </a:lnTo>
                  <a:lnTo>
                    <a:pt x="0" y="227"/>
                  </a:lnTo>
                  <a:close/>
                </a:path>
              </a:pathLst>
            </a:custGeom>
            <a:solidFill>
              <a:srgbClr val="354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4" name="Freeform 10"/>
            <p:cNvSpPr>
              <a:spLocks/>
            </p:cNvSpPr>
            <p:nvPr/>
          </p:nvSpPr>
          <p:spPr bwMode="auto">
            <a:xfrm>
              <a:off x="576263" y="4383087"/>
              <a:ext cx="1487488" cy="1125538"/>
            </a:xfrm>
            <a:custGeom>
              <a:avLst/>
              <a:gdLst>
                <a:gd name="T0" fmla="*/ 14 w 702"/>
                <a:gd name="T1" fmla="*/ 376 h 531"/>
                <a:gd name="T2" fmla="*/ 94 w 702"/>
                <a:gd name="T3" fmla="*/ 465 h 531"/>
                <a:gd name="T4" fmla="*/ 487 w 702"/>
                <a:gd name="T5" fmla="*/ 525 h 531"/>
                <a:gd name="T6" fmla="*/ 589 w 702"/>
                <a:gd name="T7" fmla="*/ 463 h 531"/>
                <a:gd name="T8" fmla="*/ 688 w 702"/>
                <a:gd name="T9" fmla="*/ 177 h 531"/>
                <a:gd name="T10" fmla="*/ 636 w 702"/>
                <a:gd name="T11" fmla="*/ 92 h 531"/>
                <a:gd name="T12" fmla="*/ 76 w 702"/>
                <a:gd name="T13" fmla="*/ 6 h 531"/>
                <a:gd name="T14" fmla="*/ 2 w 702"/>
                <a:gd name="T15" fmla="*/ 73 h 531"/>
                <a:gd name="T16" fmla="*/ 14 w 702"/>
                <a:gd name="T17" fmla="*/ 376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2" h="531">
                  <a:moveTo>
                    <a:pt x="14" y="376"/>
                  </a:moveTo>
                  <a:cubicBezTo>
                    <a:pt x="15" y="418"/>
                    <a:pt x="51" y="459"/>
                    <a:pt x="94" y="465"/>
                  </a:cubicBezTo>
                  <a:cubicBezTo>
                    <a:pt x="487" y="525"/>
                    <a:pt x="487" y="525"/>
                    <a:pt x="487" y="525"/>
                  </a:cubicBezTo>
                  <a:cubicBezTo>
                    <a:pt x="529" y="531"/>
                    <a:pt x="575" y="503"/>
                    <a:pt x="589" y="463"/>
                  </a:cubicBezTo>
                  <a:cubicBezTo>
                    <a:pt x="688" y="177"/>
                    <a:pt x="688" y="177"/>
                    <a:pt x="688" y="177"/>
                  </a:cubicBezTo>
                  <a:cubicBezTo>
                    <a:pt x="702" y="137"/>
                    <a:pt x="678" y="98"/>
                    <a:pt x="636" y="92"/>
                  </a:cubicBezTo>
                  <a:cubicBezTo>
                    <a:pt x="76" y="6"/>
                    <a:pt x="76" y="6"/>
                    <a:pt x="76" y="6"/>
                  </a:cubicBezTo>
                  <a:cubicBezTo>
                    <a:pt x="33" y="0"/>
                    <a:pt x="0" y="30"/>
                    <a:pt x="2" y="73"/>
                  </a:cubicBezTo>
                  <a:lnTo>
                    <a:pt x="14" y="376"/>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5" name="Freeform 11"/>
            <p:cNvSpPr>
              <a:spLocks/>
            </p:cNvSpPr>
            <p:nvPr/>
          </p:nvSpPr>
          <p:spPr bwMode="auto">
            <a:xfrm>
              <a:off x="747713" y="4373562"/>
              <a:ext cx="1008063" cy="892175"/>
            </a:xfrm>
            <a:custGeom>
              <a:avLst/>
              <a:gdLst>
                <a:gd name="T0" fmla="*/ 410 w 635"/>
                <a:gd name="T1" fmla="*/ 52 h 562"/>
                <a:gd name="T2" fmla="*/ 307 w 635"/>
                <a:gd name="T3" fmla="*/ 348 h 562"/>
                <a:gd name="T4" fmla="*/ 300 w 635"/>
                <a:gd name="T5" fmla="*/ 34 h 562"/>
                <a:gd name="T6" fmla="*/ 72 w 635"/>
                <a:gd name="T7" fmla="*/ 0 h 562"/>
                <a:gd name="T8" fmla="*/ 0 w 635"/>
                <a:gd name="T9" fmla="*/ 476 h 562"/>
                <a:gd name="T10" fmla="*/ 562 w 635"/>
                <a:gd name="T11" fmla="*/ 562 h 562"/>
                <a:gd name="T12" fmla="*/ 635 w 635"/>
                <a:gd name="T13" fmla="*/ 85 h 562"/>
                <a:gd name="T14" fmla="*/ 410 w 635"/>
                <a:gd name="T15" fmla="*/ 52 h 5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5" h="562">
                  <a:moveTo>
                    <a:pt x="410" y="52"/>
                  </a:moveTo>
                  <a:lnTo>
                    <a:pt x="307" y="348"/>
                  </a:lnTo>
                  <a:lnTo>
                    <a:pt x="300" y="34"/>
                  </a:lnTo>
                  <a:lnTo>
                    <a:pt x="72" y="0"/>
                  </a:lnTo>
                  <a:lnTo>
                    <a:pt x="0" y="476"/>
                  </a:lnTo>
                  <a:lnTo>
                    <a:pt x="562" y="562"/>
                  </a:lnTo>
                  <a:lnTo>
                    <a:pt x="635" y="85"/>
                  </a:lnTo>
                  <a:lnTo>
                    <a:pt x="410" y="52"/>
                  </a:lnTo>
                  <a:close/>
                </a:path>
              </a:pathLst>
            </a:custGeom>
            <a:solidFill>
              <a:srgbClr val="344A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6" name="Freeform 14"/>
            <p:cNvSpPr>
              <a:spLocks/>
            </p:cNvSpPr>
            <p:nvPr/>
          </p:nvSpPr>
          <p:spPr bwMode="auto">
            <a:xfrm>
              <a:off x="0" y="-1588"/>
              <a:ext cx="5060950" cy="4983163"/>
            </a:xfrm>
            <a:custGeom>
              <a:avLst/>
              <a:gdLst>
                <a:gd name="T0" fmla="*/ 0 w 2389"/>
                <a:gd name="T1" fmla="*/ 0 h 2352"/>
                <a:gd name="T2" fmla="*/ 0 w 2389"/>
                <a:gd name="T3" fmla="*/ 1954 h 2352"/>
                <a:gd name="T4" fmla="*/ 981 w 2389"/>
                <a:gd name="T5" fmla="*/ 2352 h 2352"/>
                <a:gd name="T6" fmla="*/ 2389 w 2389"/>
                <a:gd name="T7" fmla="*/ 945 h 2352"/>
                <a:gd name="T8" fmla="*/ 2024 w 2389"/>
                <a:gd name="T9" fmla="*/ 0 h 2352"/>
                <a:gd name="T10" fmla="*/ 0 w 2389"/>
                <a:gd name="T11" fmla="*/ 0 h 2352"/>
              </a:gdLst>
              <a:ahLst/>
              <a:cxnLst>
                <a:cxn ang="0">
                  <a:pos x="T0" y="T1"/>
                </a:cxn>
                <a:cxn ang="0">
                  <a:pos x="T2" y="T3"/>
                </a:cxn>
                <a:cxn ang="0">
                  <a:pos x="T4" y="T5"/>
                </a:cxn>
                <a:cxn ang="0">
                  <a:pos x="T6" y="T7"/>
                </a:cxn>
                <a:cxn ang="0">
                  <a:pos x="T8" y="T9"/>
                </a:cxn>
                <a:cxn ang="0">
                  <a:pos x="T10" y="T11"/>
                </a:cxn>
              </a:cxnLst>
              <a:rect l="0" t="0" r="r" b="b"/>
              <a:pathLst>
                <a:path w="2389" h="2352">
                  <a:moveTo>
                    <a:pt x="0" y="0"/>
                  </a:moveTo>
                  <a:cubicBezTo>
                    <a:pt x="0" y="1954"/>
                    <a:pt x="0" y="1954"/>
                    <a:pt x="0" y="1954"/>
                  </a:cubicBezTo>
                  <a:cubicBezTo>
                    <a:pt x="254" y="2201"/>
                    <a:pt x="600" y="2352"/>
                    <a:pt x="981" y="2352"/>
                  </a:cubicBezTo>
                  <a:cubicBezTo>
                    <a:pt x="1759" y="2352"/>
                    <a:pt x="2389" y="1722"/>
                    <a:pt x="2389" y="945"/>
                  </a:cubicBezTo>
                  <a:cubicBezTo>
                    <a:pt x="2389" y="581"/>
                    <a:pt x="2251" y="249"/>
                    <a:pt x="2024" y="0"/>
                  </a:cubicBezTo>
                  <a:cubicBezTo>
                    <a:pt x="0" y="0"/>
                    <a:pt x="0" y="0"/>
                    <a:pt x="0" y="0"/>
                  </a:cubicBezTo>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7" name="Freeform 15"/>
            <p:cNvSpPr>
              <a:spLocks/>
            </p:cNvSpPr>
            <p:nvPr/>
          </p:nvSpPr>
          <p:spPr bwMode="auto">
            <a:xfrm>
              <a:off x="0" y="-1588"/>
              <a:ext cx="4976813" cy="4897438"/>
            </a:xfrm>
            <a:custGeom>
              <a:avLst/>
              <a:gdLst>
                <a:gd name="T0" fmla="*/ 2349 w 2349"/>
                <a:gd name="T1" fmla="*/ 945 h 2312"/>
                <a:gd name="T2" fmla="*/ 1970 w 2349"/>
                <a:gd name="T3" fmla="*/ 0 h 2312"/>
                <a:gd name="T4" fmla="*/ 0 w 2349"/>
                <a:gd name="T5" fmla="*/ 0 h 2312"/>
                <a:gd name="T6" fmla="*/ 0 w 2349"/>
                <a:gd name="T7" fmla="*/ 1897 h 2312"/>
                <a:gd name="T8" fmla="*/ 981 w 2349"/>
                <a:gd name="T9" fmla="*/ 2312 h 2312"/>
                <a:gd name="T10" fmla="*/ 2349 w 2349"/>
                <a:gd name="T11" fmla="*/ 945 h 2312"/>
              </a:gdLst>
              <a:ahLst/>
              <a:cxnLst>
                <a:cxn ang="0">
                  <a:pos x="T0" y="T1"/>
                </a:cxn>
                <a:cxn ang="0">
                  <a:pos x="T2" y="T3"/>
                </a:cxn>
                <a:cxn ang="0">
                  <a:pos x="T4" y="T5"/>
                </a:cxn>
                <a:cxn ang="0">
                  <a:pos x="T6" y="T7"/>
                </a:cxn>
                <a:cxn ang="0">
                  <a:pos x="T8" y="T9"/>
                </a:cxn>
                <a:cxn ang="0">
                  <a:pos x="T10" y="T11"/>
                </a:cxn>
              </a:cxnLst>
              <a:rect l="0" t="0" r="r" b="b"/>
              <a:pathLst>
                <a:path w="2349" h="2312">
                  <a:moveTo>
                    <a:pt x="2349" y="945"/>
                  </a:moveTo>
                  <a:cubicBezTo>
                    <a:pt x="2349" y="578"/>
                    <a:pt x="2204" y="245"/>
                    <a:pt x="1970" y="0"/>
                  </a:cubicBezTo>
                  <a:cubicBezTo>
                    <a:pt x="0" y="0"/>
                    <a:pt x="0" y="0"/>
                    <a:pt x="0" y="0"/>
                  </a:cubicBezTo>
                  <a:cubicBezTo>
                    <a:pt x="0" y="1897"/>
                    <a:pt x="0" y="1897"/>
                    <a:pt x="0" y="1897"/>
                  </a:cubicBezTo>
                  <a:cubicBezTo>
                    <a:pt x="249" y="2153"/>
                    <a:pt x="596" y="2312"/>
                    <a:pt x="981" y="2312"/>
                  </a:cubicBezTo>
                  <a:cubicBezTo>
                    <a:pt x="1736" y="2312"/>
                    <a:pt x="2349" y="1700"/>
                    <a:pt x="2349" y="945"/>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8" name="Freeform 16"/>
            <p:cNvSpPr>
              <a:spLocks/>
            </p:cNvSpPr>
            <p:nvPr/>
          </p:nvSpPr>
          <p:spPr bwMode="auto">
            <a:xfrm>
              <a:off x="5641975" y="903287"/>
              <a:ext cx="922338" cy="1582738"/>
            </a:xfrm>
            <a:custGeom>
              <a:avLst/>
              <a:gdLst>
                <a:gd name="T0" fmla="*/ 68 w 435"/>
                <a:gd name="T1" fmla="*/ 96 h 747"/>
                <a:gd name="T2" fmla="*/ 0 w 435"/>
                <a:gd name="T3" fmla="*/ 190 h 747"/>
                <a:gd name="T4" fmla="*/ 0 w 435"/>
                <a:gd name="T5" fmla="*/ 600 h 747"/>
                <a:gd name="T6" fmla="*/ 70 w 435"/>
                <a:gd name="T7" fmla="*/ 687 h 747"/>
                <a:gd name="T8" fmla="*/ 307 w 435"/>
                <a:gd name="T9" fmla="*/ 739 h 747"/>
                <a:gd name="T10" fmla="*/ 389 w 435"/>
                <a:gd name="T11" fmla="*/ 684 h 747"/>
                <a:gd name="T12" fmla="*/ 427 w 435"/>
                <a:gd name="T13" fmla="*/ 463 h 747"/>
                <a:gd name="T14" fmla="*/ 429 w 435"/>
                <a:gd name="T15" fmla="*/ 322 h 747"/>
                <a:gd name="T16" fmla="*/ 390 w 435"/>
                <a:gd name="T17" fmla="*/ 60 h 747"/>
                <a:gd name="T18" fmla="*/ 312 w 435"/>
                <a:gd name="T19" fmla="*/ 12 h 747"/>
                <a:gd name="T20" fmla="*/ 68 w 435"/>
                <a:gd name="T21" fmla="*/ 96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5" h="747">
                  <a:moveTo>
                    <a:pt x="68" y="96"/>
                  </a:moveTo>
                  <a:cubicBezTo>
                    <a:pt x="31" y="108"/>
                    <a:pt x="0" y="151"/>
                    <a:pt x="0" y="190"/>
                  </a:cubicBezTo>
                  <a:cubicBezTo>
                    <a:pt x="0" y="600"/>
                    <a:pt x="0" y="600"/>
                    <a:pt x="0" y="600"/>
                  </a:cubicBezTo>
                  <a:cubicBezTo>
                    <a:pt x="0" y="640"/>
                    <a:pt x="32" y="679"/>
                    <a:pt x="70" y="687"/>
                  </a:cubicBezTo>
                  <a:cubicBezTo>
                    <a:pt x="307" y="739"/>
                    <a:pt x="307" y="739"/>
                    <a:pt x="307" y="739"/>
                  </a:cubicBezTo>
                  <a:cubicBezTo>
                    <a:pt x="346" y="747"/>
                    <a:pt x="383" y="723"/>
                    <a:pt x="389" y="684"/>
                  </a:cubicBezTo>
                  <a:cubicBezTo>
                    <a:pt x="427" y="463"/>
                    <a:pt x="427" y="463"/>
                    <a:pt x="427" y="463"/>
                  </a:cubicBezTo>
                  <a:cubicBezTo>
                    <a:pt x="434" y="425"/>
                    <a:pt x="435" y="361"/>
                    <a:pt x="429" y="322"/>
                  </a:cubicBezTo>
                  <a:cubicBezTo>
                    <a:pt x="390" y="60"/>
                    <a:pt x="390" y="60"/>
                    <a:pt x="390" y="60"/>
                  </a:cubicBezTo>
                  <a:cubicBezTo>
                    <a:pt x="384" y="21"/>
                    <a:pt x="349" y="0"/>
                    <a:pt x="312" y="12"/>
                  </a:cubicBezTo>
                  <a:lnTo>
                    <a:pt x="68" y="96"/>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9" name="Freeform 17"/>
            <p:cNvSpPr>
              <a:spLocks/>
            </p:cNvSpPr>
            <p:nvPr/>
          </p:nvSpPr>
          <p:spPr bwMode="auto">
            <a:xfrm>
              <a:off x="6180138" y="900112"/>
              <a:ext cx="381000" cy="1585913"/>
            </a:xfrm>
            <a:custGeom>
              <a:avLst/>
              <a:gdLst>
                <a:gd name="T0" fmla="*/ 13 w 180"/>
                <a:gd name="T1" fmla="*/ 27 h 748"/>
                <a:gd name="T2" fmla="*/ 28 w 180"/>
                <a:gd name="T3" fmla="*/ 60 h 748"/>
                <a:gd name="T4" fmla="*/ 67 w 180"/>
                <a:gd name="T5" fmla="*/ 323 h 748"/>
                <a:gd name="T6" fmla="*/ 65 w 180"/>
                <a:gd name="T7" fmla="*/ 464 h 748"/>
                <a:gd name="T8" fmla="*/ 27 w 180"/>
                <a:gd name="T9" fmla="*/ 685 h 748"/>
                <a:gd name="T10" fmla="*/ 0 w 180"/>
                <a:gd name="T11" fmla="*/ 728 h 748"/>
                <a:gd name="T12" fmla="*/ 52 w 180"/>
                <a:gd name="T13" fmla="*/ 740 h 748"/>
                <a:gd name="T14" fmla="*/ 134 w 180"/>
                <a:gd name="T15" fmla="*/ 685 h 748"/>
                <a:gd name="T16" fmla="*/ 172 w 180"/>
                <a:gd name="T17" fmla="*/ 464 h 748"/>
                <a:gd name="T18" fmla="*/ 174 w 180"/>
                <a:gd name="T19" fmla="*/ 323 h 748"/>
                <a:gd name="T20" fmla="*/ 135 w 180"/>
                <a:gd name="T21" fmla="*/ 60 h 748"/>
                <a:gd name="T22" fmla="*/ 57 w 180"/>
                <a:gd name="T23" fmla="*/ 12 h 748"/>
                <a:gd name="T24" fmla="*/ 13 w 180"/>
                <a:gd name="T25" fmla="*/ 27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748">
                  <a:moveTo>
                    <a:pt x="13" y="27"/>
                  </a:moveTo>
                  <a:cubicBezTo>
                    <a:pt x="20" y="36"/>
                    <a:pt x="26" y="47"/>
                    <a:pt x="28" y="60"/>
                  </a:cubicBezTo>
                  <a:cubicBezTo>
                    <a:pt x="67" y="323"/>
                    <a:pt x="67" y="323"/>
                    <a:pt x="67" y="323"/>
                  </a:cubicBezTo>
                  <a:cubicBezTo>
                    <a:pt x="73" y="362"/>
                    <a:pt x="72" y="425"/>
                    <a:pt x="65" y="464"/>
                  </a:cubicBezTo>
                  <a:cubicBezTo>
                    <a:pt x="27" y="685"/>
                    <a:pt x="27" y="685"/>
                    <a:pt x="27" y="685"/>
                  </a:cubicBezTo>
                  <a:cubicBezTo>
                    <a:pt x="24" y="703"/>
                    <a:pt x="14" y="718"/>
                    <a:pt x="0" y="728"/>
                  </a:cubicBezTo>
                  <a:cubicBezTo>
                    <a:pt x="52" y="740"/>
                    <a:pt x="52" y="740"/>
                    <a:pt x="52" y="740"/>
                  </a:cubicBezTo>
                  <a:cubicBezTo>
                    <a:pt x="91" y="748"/>
                    <a:pt x="127" y="723"/>
                    <a:pt x="134" y="685"/>
                  </a:cubicBezTo>
                  <a:cubicBezTo>
                    <a:pt x="172" y="464"/>
                    <a:pt x="172" y="464"/>
                    <a:pt x="172" y="464"/>
                  </a:cubicBezTo>
                  <a:cubicBezTo>
                    <a:pt x="179" y="425"/>
                    <a:pt x="180" y="362"/>
                    <a:pt x="174" y="323"/>
                  </a:cubicBezTo>
                  <a:cubicBezTo>
                    <a:pt x="135" y="60"/>
                    <a:pt x="135" y="60"/>
                    <a:pt x="135" y="60"/>
                  </a:cubicBezTo>
                  <a:cubicBezTo>
                    <a:pt x="129" y="21"/>
                    <a:pt x="94" y="0"/>
                    <a:pt x="57" y="12"/>
                  </a:cubicBezTo>
                  <a:lnTo>
                    <a:pt x="13" y="27"/>
                  </a:lnTo>
                  <a:close/>
                </a:path>
              </a:pathLst>
            </a:custGeom>
            <a:solidFill>
              <a:srgbClr val="774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0" name="Freeform 18"/>
            <p:cNvSpPr>
              <a:spLocks/>
            </p:cNvSpPr>
            <p:nvPr/>
          </p:nvSpPr>
          <p:spPr bwMode="auto">
            <a:xfrm>
              <a:off x="4183063" y="4297362"/>
              <a:ext cx="1531938" cy="1427163"/>
            </a:xfrm>
            <a:custGeom>
              <a:avLst/>
              <a:gdLst>
                <a:gd name="T0" fmla="*/ 455 w 723"/>
                <a:gd name="T1" fmla="*/ 19 h 674"/>
                <a:gd name="T2" fmla="*/ 339 w 723"/>
                <a:gd name="T3" fmla="*/ 33 h 674"/>
                <a:gd name="T4" fmla="*/ 37 w 723"/>
                <a:gd name="T5" fmla="*/ 310 h 674"/>
                <a:gd name="T6" fmla="*/ 20 w 723"/>
                <a:gd name="T7" fmla="*/ 420 h 674"/>
                <a:gd name="T8" fmla="*/ 142 w 723"/>
                <a:gd name="T9" fmla="*/ 630 h 674"/>
                <a:gd name="T10" fmla="*/ 237 w 723"/>
                <a:gd name="T11" fmla="*/ 653 h 674"/>
                <a:gd name="T12" fmla="*/ 426 w 723"/>
                <a:gd name="T13" fmla="*/ 533 h 674"/>
                <a:gd name="T14" fmla="*/ 531 w 723"/>
                <a:gd name="T15" fmla="*/ 439 h 674"/>
                <a:gd name="T16" fmla="*/ 698 w 723"/>
                <a:gd name="T17" fmla="*/ 233 h 674"/>
                <a:gd name="T18" fmla="*/ 681 w 723"/>
                <a:gd name="T19" fmla="*/ 143 h 674"/>
                <a:gd name="T20" fmla="*/ 455 w 723"/>
                <a:gd name="T21" fmla="*/ 19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3" h="674">
                  <a:moveTo>
                    <a:pt x="455" y="19"/>
                  </a:moveTo>
                  <a:cubicBezTo>
                    <a:pt x="420" y="0"/>
                    <a:pt x="368" y="6"/>
                    <a:pt x="339" y="33"/>
                  </a:cubicBezTo>
                  <a:cubicBezTo>
                    <a:pt x="37" y="310"/>
                    <a:pt x="37" y="310"/>
                    <a:pt x="37" y="310"/>
                  </a:cubicBezTo>
                  <a:cubicBezTo>
                    <a:pt x="8" y="336"/>
                    <a:pt x="0" y="386"/>
                    <a:pt x="20" y="420"/>
                  </a:cubicBezTo>
                  <a:cubicBezTo>
                    <a:pt x="142" y="630"/>
                    <a:pt x="142" y="630"/>
                    <a:pt x="142" y="630"/>
                  </a:cubicBezTo>
                  <a:cubicBezTo>
                    <a:pt x="161" y="664"/>
                    <a:pt x="204" y="674"/>
                    <a:pt x="237" y="653"/>
                  </a:cubicBezTo>
                  <a:cubicBezTo>
                    <a:pt x="426" y="533"/>
                    <a:pt x="426" y="533"/>
                    <a:pt x="426" y="533"/>
                  </a:cubicBezTo>
                  <a:cubicBezTo>
                    <a:pt x="459" y="511"/>
                    <a:pt x="506" y="469"/>
                    <a:pt x="531" y="439"/>
                  </a:cubicBezTo>
                  <a:cubicBezTo>
                    <a:pt x="698" y="233"/>
                    <a:pt x="698" y="233"/>
                    <a:pt x="698" y="233"/>
                  </a:cubicBezTo>
                  <a:cubicBezTo>
                    <a:pt x="723" y="202"/>
                    <a:pt x="715" y="162"/>
                    <a:pt x="681" y="143"/>
                  </a:cubicBezTo>
                  <a:lnTo>
                    <a:pt x="455" y="19"/>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1" name="Freeform 19"/>
            <p:cNvSpPr>
              <a:spLocks/>
            </p:cNvSpPr>
            <p:nvPr/>
          </p:nvSpPr>
          <p:spPr bwMode="auto">
            <a:xfrm>
              <a:off x="4425950" y="4552950"/>
              <a:ext cx="1289050" cy="1171575"/>
            </a:xfrm>
            <a:custGeom>
              <a:avLst/>
              <a:gdLst>
                <a:gd name="T0" fmla="*/ 525 w 608"/>
                <a:gd name="T1" fmla="*/ 0 h 553"/>
                <a:gd name="T2" fmla="*/ 511 w 608"/>
                <a:gd name="T3" fmla="*/ 33 h 553"/>
                <a:gd name="T4" fmla="*/ 344 w 608"/>
                <a:gd name="T5" fmla="*/ 239 h 553"/>
                <a:gd name="T6" fmla="*/ 239 w 608"/>
                <a:gd name="T7" fmla="*/ 333 h 553"/>
                <a:gd name="T8" fmla="*/ 50 w 608"/>
                <a:gd name="T9" fmla="*/ 453 h 553"/>
                <a:gd name="T10" fmla="*/ 0 w 608"/>
                <a:gd name="T11" fmla="*/ 463 h 553"/>
                <a:gd name="T12" fmla="*/ 27 w 608"/>
                <a:gd name="T13" fmla="*/ 509 h 553"/>
                <a:gd name="T14" fmla="*/ 122 w 608"/>
                <a:gd name="T15" fmla="*/ 532 h 553"/>
                <a:gd name="T16" fmla="*/ 311 w 608"/>
                <a:gd name="T17" fmla="*/ 412 h 553"/>
                <a:gd name="T18" fmla="*/ 416 w 608"/>
                <a:gd name="T19" fmla="*/ 318 h 553"/>
                <a:gd name="T20" fmla="*/ 583 w 608"/>
                <a:gd name="T21" fmla="*/ 112 h 553"/>
                <a:gd name="T22" fmla="*/ 566 w 608"/>
                <a:gd name="T23" fmla="*/ 22 h 553"/>
                <a:gd name="T24" fmla="*/ 525 w 608"/>
                <a:gd name="T25" fmla="*/ 0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8" h="553">
                  <a:moveTo>
                    <a:pt x="525" y="0"/>
                  </a:moveTo>
                  <a:cubicBezTo>
                    <a:pt x="524" y="11"/>
                    <a:pt x="519" y="22"/>
                    <a:pt x="511" y="33"/>
                  </a:cubicBezTo>
                  <a:cubicBezTo>
                    <a:pt x="344" y="239"/>
                    <a:pt x="344" y="239"/>
                    <a:pt x="344" y="239"/>
                  </a:cubicBezTo>
                  <a:cubicBezTo>
                    <a:pt x="319" y="269"/>
                    <a:pt x="272" y="311"/>
                    <a:pt x="239" y="333"/>
                  </a:cubicBezTo>
                  <a:cubicBezTo>
                    <a:pt x="50" y="453"/>
                    <a:pt x="50" y="453"/>
                    <a:pt x="50" y="453"/>
                  </a:cubicBezTo>
                  <a:cubicBezTo>
                    <a:pt x="35" y="463"/>
                    <a:pt x="17" y="466"/>
                    <a:pt x="0" y="463"/>
                  </a:cubicBezTo>
                  <a:cubicBezTo>
                    <a:pt x="27" y="509"/>
                    <a:pt x="27" y="509"/>
                    <a:pt x="27" y="509"/>
                  </a:cubicBezTo>
                  <a:cubicBezTo>
                    <a:pt x="46" y="543"/>
                    <a:pt x="89" y="553"/>
                    <a:pt x="122" y="532"/>
                  </a:cubicBezTo>
                  <a:cubicBezTo>
                    <a:pt x="311" y="412"/>
                    <a:pt x="311" y="412"/>
                    <a:pt x="311" y="412"/>
                  </a:cubicBezTo>
                  <a:cubicBezTo>
                    <a:pt x="344" y="390"/>
                    <a:pt x="391" y="348"/>
                    <a:pt x="416" y="318"/>
                  </a:cubicBezTo>
                  <a:cubicBezTo>
                    <a:pt x="583" y="112"/>
                    <a:pt x="583" y="112"/>
                    <a:pt x="583" y="112"/>
                  </a:cubicBezTo>
                  <a:cubicBezTo>
                    <a:pt x="608" y="81"/>
                    <a:pt x="600" y="41"/>
                    <a:pt x="566" y="22"/>
                  </a:cubicBezTo>
                  <a:lnTo>
                    <a:pt x="525" y="0"/>
                  </a:lnTo>
                  <a:close/>
                </a:path>
              </a:pathLst>
            </a:custGeom>
            <a:solidFill>
              <a:srgbClr val="774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2" name="Freeform 20"/>
            <p:cNvSpPr>
              <a:spLocks/>
            </p:cNvSpPr>
            <p:nvPr/>
          </p:nvSpPr>
          <p:spPr bwMode="auto">
            <a:xfrm>
              <a:off x="119063" y="2930525"/>
              <a:ext cx="2022475" cy="1533525"/>
            </a:xfrm>
            <a:custGeom>
              <a:avLst/>
              <a:gdLst>
                <a:gd name="T0" fmla="*/ 126 w 955"/>
                <a:gd name="T1" fmla="*/ 2 h 724"/>
                <a:gd name="T2" fmla="*/ 938 w 955"/>
                <a:gd name="T3" fmla="*/ 158 h 724"/>
                <a:gd name="T4" fmla="*/ 953 w 955"/>
                <a:gd name="T5" fmla="*/ 180 h 724"/>
                <a:gd name="T6" fmla="*/ 852 w 955"/>
                <a:gd name="T7" fmla="*/ 707 h 724"/>
                <a:gd name="T8" fmla="*/ 830 w 955"/>
                <a:gd name="T9" fmla="*/ 722 h 724"/>
                <a:gd name="T10" fmla="*/ 18 w 955"/>
                <a:gd name="T11" fmla="*/ 566 h 724"/>
                <a:gd name="T12" fmla="*/ 2 w 955"/>
                <a:gd name="T13" fmla="*/ 544 h 724"/>
                <a:gd name="T14" fmla="*/ 104 w 955"/>
                <a:gd name="T15" fmla="*/ 17 h 724"/>
                <a:gd name="T16" fmla="*/ 126 w 955"/>
                <a:gd name="T17" fmla="*/ 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5" h="724">
                  <a:moveTo>
                    <a:pt x="126" y="2"/>
                  </a:moveTo>
                  <a:cubicBezTo>
                    <a:pt x="938" y="158"/>
                    <a:pt x="938" y="158"/>
                    <a:pt x="938" y="158"/>
                  </a:cubicBezTo>
                  <a:cubicBezTo>
                    <a:pt x="949" y="160"/>
                    <a:pt x="955" y="170"/>
                    <a:pt x="953" y="180"/>
                  </a:cubicBezTo>
                  <a:cubicBezTo>
                    <a:pt x="852" y="707"/>
                    <a:pt x="852" y="707"/>
                    <a:pt x="852" y="707"/>
                  </a:cubicBezTo>
                  <a:cubicBezTo>
                    <a:pt x="850" y="717"/>
                    <a:pt x="840" y="724"/>
                    <a:pt x="830" y="722"/>
                  </a:cubicBezTo>
                  <a:cubicBezTo>
                    <a:pt x="18" y="566"/>
                    <a:pt x="18" y="566"/>
                    <a:pt x="18" y="566"/>
                  </a:cubicBezTo>
                  <a:cubicBezTo>
                    <a:pt x="7" y="564"/>
                    <a:pt x="0" y="554"/>
                    <a:pt x="2" y="544"/>
                  </a:cubicBezTo>
                  <a:cubicBezTo>
                    <a:pt x="104" y="17"/>
                    <a:pt x="104" y="17"/>
                    <a:pt x="104" y="17"/>
                  </a:cubicBezTo>
                  <a:cubicBezTo>
                    <a:pt x="106" y="7"/>
                    <a:pt x="116" y="0"/>
                    <a:pt x="126"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3" name="Freeform 21"/>
            <p:cNvSpPr>
              <a:spLocks/>
            </p:cNvSpPr>
            <p:nvPr/>
          </p:nvSpPr>
          <p:spPr bwMode="auto">
            <a:xfrm>
              <a:off x="1917700" y="3397250"/>
              <a:ext cx="88900" cy="77788"/>
            </a:xfrm>
            <a:custGeom>
              <a:avLst/>
              <a:gdLst>
                <a:gd name="T0" fmla="*/ 11 w 42"/>
                <a:gd name="T1" fmla="*/ 1 h 37"/>
                <a:gd name="T2" fmla="*/ 37 w 42"/>
                <a:gd name="T3" fmla="*/ 6 h 37"/>
                <a:gd name="T4" fmla="*/ 42 w 42"/>
                <a:gd name="T5" fmla="*/ 12 h 37"/>
                <a:gd name="T6" fmla="*/ 38 w 42"/>
                <a:gd name="T7" fmla="*/ 32 h 37"/>
                <a:gd name="T8" fmla="*/ 31 w 42"/>
                <a:gd name="T9" fmla="*/ 36 h 37"/>
                <a:gd name="T10" fmla="*/ 5 w 42"/>
                <a:gd name="T11" fmla="*/ 31 h 37"/>
                <a:gd name="T12" fmla="*/ 1 w 42"/>
                <a:gd name="T13" fmla="*/ 25 h 37"/>
                <a:gd name="T14" fmla="*/ 4 w 42"/>
                <a:gd name="T15" fmla="*/ 5 h 37"/>
                <a:gd name="T16" fmla="*/ 11 w 42"/>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11" y="1"/>
                  </a:moveTo>
                  <a:cubicBezTo>
                    <a:pt x="37" y="6"/>
                    <a:pt x="37" y="6"/>
                    <a:pt x="37" y="6"/>
                  </a:cubicBezTo>
                  <a:cubicBezTo>
                    <a:pt x="40" y="6"/>
                    <a:pt x="42" y="9"/>
                    <a:pt x="42" y="12"/>
                  </a:cubicBezTo>
                  <a:cubicBezTo>
                    <a:pt x="38" y="32"/>
                    <a:pt x="38" y="32"/>
                    <a:pt x="38" y="32"/>
                  </a:cubicBezTo>
                  <a:cubicBezTo>
                    <a:pt x="37" y="35"/>
                    <a:pt x="34" y="37"/>
                    <a:pt x="31" y="36"/>
                  </a:cubicBezTo>
                  <a:cubicBezTo>
                    <a:pt x="5" y="31"/>
                    <a:pt x="5" y="31"/>
                    <a:pt x="5" y="31"/>
                  </a:cubicBezTo>
                  <a:cubicBezTo>
                    <a:pt x="2" y="31"/>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4" name="Freeform 22"/>
            <p:cNvSpPr>
              <a:spLocks/>
            </p:cNvSpPr>
            <p:nvPr/>
          </p:nvSpPr>
          <p:spPr bwMode="auto">
            <a:xfrm>
              <a:off x="1898650" y="3476625"/>
              <a:ext cx="93663" cy="95250"/>
            </a:xfrm>
            <a:custGeom>
              <a:avLst/>
              <a:gdLst>
                <a:gd name="T0" fmla="*/ 14 w 44"/>
                <a:gd name="T1" fmla="*/ 0 h 45"/>
                <a:gd name="T2" fmla="*/ 38 w 44"/>
                <a:gd name="T3" fmla="*/ 5 h 45"/>
                <a:gd name="T4" fmla="*/ 43 w 44"/>
                <a:gd name="T5" fmla="*/ 13 h 45"/>
                <a:gd name="T6" fmla="*/ 38 w 44"/>
                <a:gd name="T7" fmla="*/ 39 h 45"/>
                <a:gd name="T8" fmla="*/ 30 w 44"/>
                <a:gd name="T9" fmla="*/ 44 h 45"/>
                <a:gd name="T10" fmla="*/ 6 w 44"/>
                <a:gd name="T11" fmla="*/ 40 h 45"/>
                <a:gd name="T12" fmla="*/ 1 w 44"/>
                <a:gd name="T13" fmla="*/ 32 h 45"/>
                <a:gd name="T14" fmla="*/ 6 w 44"/>
                <a:gd name="T15" fmla="*/ 6 h 45"/>
                <a:gd name="T16" fmla="*/ 14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14" y="0"/>
                  </a:moveTo>
                  <a:cubicBezTo>
                    <a:pt x="38" y="5"/>
                    <a:pt x="38" y="5"/>
                    <a:pt x="38" y="5"/>
                  </a:cubicBezTo>
                  <a:cubicBezTo>
                    <a:pt x="41" y="5"/>
                    <a:pt x="44" y="9"/>
                    <a:pt x="43" y="13"/>
                  </a:cubicBezTo>
                  <a:cubicBezTo>
                    <a:pt x="38" y="39"/>
                    <a:pt x="38" y="39"/>
                    <a:pt x="38" y="39"/>
                  </a:cubicBezTo>
                  <a:cubicBezTo>
                    <a:pt x="37" y="43"/>
                    <a:pt x="34" y="45"/>
                    <a:pt x="30" y="44"/>
                  </a:cubicBezTo>
                  <a:cubicBezTo>
                    <a:pt x="6" y="40"/>
                    <a:pt x="6" y="40"/>
                    <a:pt x="6"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5" name="Freeform 23"/>
            <p:cNvSpPr>
              <a:spLocks/>
            </p:cNvSpPr>
            <p:nvPr/>
          </p:nvSpPr>
          <p:spPr bwMode="auto">
            <a:xfrm>
              <a:off x="1879600" y="3575050"/>
              <a:ext cx="93663" cy="96838"/>
            </a:xfrm>
            <a:custGeom>
              <a:avLst/>
              <a:gdLst>
                <a:gd name="T0" fmla="*/ 14 w 44"/>
                <a:gd name="T1" fmla="*/ 1 h 46"/>
                <a:gd name="T2" fmla="*/ 38 w 44"/>
                <a:gd name="T3" fmla="*/ 5 h 46"/>
                <a:gd name="T4" fmla="*/ 43 w 44"/>
                <a:gd name="T5" fmla="*/ 13 h 46"/>
                <a:gd name="T6" fmla="*/ 38 w 44"/>
                <a:gd name="T7" fmla="*/ 40 h 46"/>
                <a:gd name="T8" fmla="*/ 30 w 44"/>
                <a:gd name="T9" fmla="*/ 45 h 46"/>
                <a:gd name="T10" fmla="*/ 6 w 44"/>
                <a:gd name="T11" fmla="*/ 40 h 46"/>
                <a:gd name="T12" fmla="*/ 1 w 44"/>
                <a:gd name="T13" fmla="*/ 32 h 46"/>
                <a:gd name="T14" fmla="*/ 6 w 44"/>
                <a:gd name="T15" fmla="*/ 6 h 46"/>
                <a:gd name="T16" fmla="*/ 14 w 44"/>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6">
                  <a:moveTo>
                    <a:pt x="14" y="1"/>
                  </a:moveTo>
                  <a:cubicBezTo>
                    <a:pt x="38" y="5"/>
                    <a:pt x="38" y="5"/>
                    <a:pt x="38" y="5"/>
                  </a:cubicBezTo>
                  <a:cubicBezTo>
                    <a:pt x="42" y="6"/>
                    <a:pt x="44" y="10"/>
                    <a:pt x="43" y="13"/>
                  </a:cubicBezTo>
                  <a:cubicBezTo>
                    <a:pt x="38" y="40"/>
                    <a:pt x="38" y="40"/>
                    <a:pt x="38" y="40"/>
                  </a:cubicBezTo>
                  <a:cubicBezTo>
                    <a:pt x="38" y="43"/>
                    <a:pt x="34" y="46"/>
                    <a:pt x="30" y="45"/>
                  </a:cubicBezTo>
                  <a:cubicBezTo>
                    <a:pt x="6" y="40"/>
                    <a:pt x="6" y="40"/>
                    <a:pt x="6" y="40"/>
                  </a:cubicBezTo>
                  <a:cubicBezTo>
                    <a:pt x="3" y="40"/>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6" name="Freeform 24"/>
            <p:cNvSpPr>
              <a:spLocks/>
            </p:cNvSpPr>
            <p:nvPr/>
          </p:nvSpPr>
          <p:spPr bwMode="auto">
            <a:xfrm>
              <a:off x="1862138" y="3673475"/>
              <a:ext cx="92075" cy="95250"/>
            </a:xfrm>
            <a:custGeom>
              <a:avLst/>
              <a:gdLst>
                <a:gd name="T0" fmla="*/ 13 w 43"/>
                <a:gd name="T1" fmla="*/ 0 h 45"/>
                <a:gd name="T2" fmla="*/ 37 w 43"/>
                <a:gd name="T3" fmla="*/ 5 h 45"/>
                <a:gd name="T4" fmla="*/ 42 w 43"/>
                <a:gd name="T5" fmla="*/ 13 h 45"/>
                <a:gd name="T6" fmla="*/ 37 w 43"/>
                <a:gd name="T7" fmla="*/ 39 h 45"/>
                <a:gd name="T8" fmla="*/ 29 w 43"/>
                <a:gd name="T9" fmla="*/ 44 h 45"/>
                <a:gd name="T10" fmla="*/ 6 w 43"/>
                <a:gd name="T11" fmla="*/ 40 h 45"/>
                <a:gd name="T12" fmla="*/ 0 w 43"/>
                <a:gd name="T13" fmla="*/ 32 h 45"/>
                <a:gd name="T14" fmla="*/ 5 w 43"/>
                <a:gd name="T15" fmla="*/ 6 h 45"/>
                <a:gd name="T16" fmla="*/ 13 w 43"/>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3" y="0"/>
                  </a:moveTo>
                  <a:cubicBezTo>
                    <a:pt x="37" y="5"/>
                    <a:pt x="37" y="5"/>
                    <a:pt x="37" y="5"/>
                  </a:cubicBezTo>
                  <a:cubicBezTo>
                    <a:pt x="41" y="5"/>
                    <a:pt x="43" y="9"/>
                    <a:pt x="42" y="13"/>
                  </a:cubicBezTo>
                  <a:cubicBezTo>
                    <a:pt x="37" y="39"/>
                    <a:pt x="37" y="39"/>
                    <a:pt x="37" y="39"/>
                  </a:cubicBezTo>
                  <a:cubicBezTo>
                    <a:pt x="37" y="43"/>
                    <a:pt x="33" y="45"/>
                    <a:pt x="29" y="44"/>
                  </a:cubicBezTo>
                  <a:cubicBezTo>
                    <a:pt x="6" y="40"/>
                    <a:pt x="6" y="40"/>
                    <a:pt x="6" y="40"/>
                  </a:cubicBezTo>
                  <a:cubicBezTo>
                    <a:pt x="2" y="39"/>
                    <a:pt x="0" y="36"/>
                    <a:pt x="0" y="32"/>
                  </a:cubicBezTo>
                  <a:cubicBezTo>
                    <a:pt x="5" y="6"/>
                    <a:pt x="5" y="6"/>
                    <a:pt x="5" y="6"/>
                  </a:cubicBezTo>
                  <a:cubicBezTo>
                    <a:pt x="6" y="2"/>
                    <a:pt x="10" y="0"/>
                    <a:pt x="13"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7" name="Freeform 25"/>
            <p:cNvSpPr>
              <a:spLocks/>
            </p:cNvSpPr>
            <p:nvPr/>
          </p:nvSpPr>
          <p:spPr bwMode="auto">
            <a:xfrm>
              <a:off x="1843088" y="3771900"/>
              <a:ext cx="92075" cy="96838"/>
            </a:xfrm>
            <a:custGeom>
              <a:avLst/>
              <a:gdLst>
                <a:gd name="T0" fmla="*/ 13 w 43"/>
                <a:gd name="T1" fmla="*/ 1 h 46"/>
                <a:gd name="T2" fmla="*/ 37 w 43"/>
                <a:gd name="T3" fmla="*/ 5 h 46"/>
                <a:gd name="T4" fmla="*/ 42 w 43"/>
                <a:gd name="T5" fmla="*/ 13 h 46"/>
                <a:gd name="T6" fmla="*/ 37 w 43"/>
                <a:gd name="T7" fmla="*/ 40 h 46"/>
                <a:gd name="T8" fmla="*/ 29 w 43"/>
                <a:gd name="T9" fmla="*/ 45 h 46"/>
                <a:gd name="T10" fmla="*/ 6 w 43"/>
                <a:gd name="T11" fmla="*/ 40 h 46"/>
                <a:gd name="T12" fmla="*/ 0 w 43"/>
                <a:gd name="T13" fmla="*/ 32 h 46"/>
                <a:gd name="T14" fmla="*/ 5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5"/>
                    <a:pt x="37" y="5"/>
                    <a:pt x="37" y="5"/>
                  </a:cubicBezTo>
                  <a:cubicBezTo>
                    <a:pt x="41" y="6"/>
                    <a:pt x="43" y="10"/>
                    <a:pt x="42" y="13"/>
                  </a:cubicBezTo>
                  <a:cubicBezTo>
                    <a:pt x="37" y="40"/>
                    <a:pt x="37" y="40"/>
                    <a:pt x="37" y="40"/>
                  </a:cubicBezTo>
                  <a:cubicBezTo>
                    <a:pt x="37" y="43"/>
                    <a:pt x="33" y="46"/>
                    <a:pt x="29" y="45"/>
                  </a:cubicBezTo>
                  <a:cubicBezTo>
                    <a:pt x="6" y="40"/>
                    <a:pt x="6" y="40"/>
                    <a:pt x="6" y="40"/>
                  </a:cubicBezTo>
                  <a:cubicBezTo>
                    <a:pt x="2" y="40"/>
                    <a:pt x="0" y="36"/>
                    <a:pt x="0" y="32"/>
                  </a:cubicBezTo>
                  <a:cubicBezTo>
                    <a:pt x="5" y="6"/>
                    <a:pt x="5" y="6"/>
                    <a:pt x="5" y="6"/>
                  </a:cubicBezTo>
                  <a:cubicBezTo>
                    <a:pt x="6" y="2"/>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8" name="Freeform 26"/>
            <p:cNvSpPr>
              <a:spLocks/>
            </p:cNvSpPr>
            <p:nvPr/>
          </p:nvSpPr>
          <p:spPr bwMode="auto">
            <a:xfrm>
              <a:off x="1824038" y="3870325"/>
              <a:ext cx="92075" cy="96838"/>
            </a:xfrm>
            <a:custGeom>
              <a:avLst/>
              <a:gdLst>
                <a:gd name="T0" fmla="*/ 13 w 43"/>
                <a:gd name="T1" fmla="*/ 0 h 45"/>
                <a:gd name="T2" fmla="*/ 37 w 43"/>
                <a:gd name="T3" fmla="*/ 5 h 45"/>
                <a:gd name="T4" fmla="*/ 42 w 43"/>
                <a:gd name="T5" fmla="*/ 13 h 45"/>
                <a:gd name="T6" fmla="*/ 37 w 43"/>
                <a:gd name="T7" fmla="*/ 39 h 45"/>
                <a:gd name="T8" fmla="*/ 30 w 43"/>
                <a:gd name="T9" fmla="*/ 44 h 45"/>
                <a:gd name="T10" fmla="*/ 6 w 43"/>
                <a:gd name="T11" fmla="*/ 40 h 45"/>
                <a:gd name="T12" fmla="*/ 0 w 43"/>
                <a:gd name="T13" fmla="*/ 32 h 45"/>
                <a:gd name="T14" fmla="*/ 5 w 43"/>
                <a:gd name="T15" fmla="*/ 6 h 45"/>
                <a:gd name="T16" fmla="*/ 13 w 43"/>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3" y="0"/>
                  </a:moveTo>
                  <a:cubicBezTo>
                    <a:pt x="37" y="5"/>
                    <a:pt x="37" y="5"/>
                    <a:pt x="37" y="5"/>
                  </a:cubicBezTo>
                  <a:cubicBezTo>
                    <a:pt x="41" y="5"/>
                    <a:pt x="43" y="9"/>
                    <a:pt x="42" y="13"/>
                  </a:cubicBezTo>
                  <a:cubicBezTo>
                    <a:pt x="37" y="39"/>
                    <a:pt x="37" y="39"/>
                    <a:pt x="37" y="39"/>
                  </a:cubicBezTo>
                  <a:cubicBezTo>
                    <a:pt x="37" y="43"/>
                    <a:pt x="33" y="45"/>
                    <a:pt x="30" y="44"/>
                  </a:cubicBezTo>
                  <a:cubicBezTo>
                    <a:pt x="6" y="40"/>
                    <a:pt x="6" y="40"/>
                    <a:pt x="6" y="40"/>
                  </a:cubicBezTo>
                  <a:cubicBezTo>
                    <a:pt x="2" y="39"/>
                    <a:pt x="0" y="36"/>
                    <a:pt x="0" y="32"/>
                  </a:cubicBezTo>
                  <a:cubicBezTo>
                    <a:pt x="5" y="6"/>
                    <a:pt x="5" y="6"/>
                    <a:pt x="5" y="6"/>
                  </a:cubicBezTo>
                  <a:cubicBezTo>
                    <a:pt x="6" y="2"/>
                    <a:pt x="10" y="0"/>
                    <a:pt x="13"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9" name="Freeform 27"/>
            <p:cNvSpPr>
              <a:spLocks/>
            </p:cNvSpPr>
            <p:nvPr/>
          </p:nvSpPr>
          <p:spPr bwMode="auto">
            <a:xfrm>
              <a:off x="1819275" y="3376612"/>
              <a:ext cx="90488" cy="79375"/>
            </a:xfrm>
            <a:custGeom>
              <a:avLst/>
              <a:gdLst>
                <a:gd name="T0" fmla="*/ 11 w 42"/>
                <a:gd name="T1" fmla="*/ 1 h 37"/>
                <a:gd name="T2" fmla="*/ 37 w 42"/>
                <a:gd name="T3" fmla="*/ 6 h 37"/>
                <a:gd name="T4" fmla="*/ 41 w 42"/>
                <a:gd name="T5" fmla="*/ 12 h 37"/>
                <a:gd name="T6" fmla="*/ 37 w 42"/>
                <a:gd name="T7" fmla="*/ 32 h 37"/>
                <a:gd name="T8" fmla="*/ 31 w 42"/>
                <a:gd name="T9" fmla="*/ 36 h 37"/>
                <a:gd name="T10" fmla="*/ 5 w 42"/>
                <a:gd name="T11" fmla="*/ 31 h 37"/>
                <a:gd name="T12" fmla="*/ 0 w 42"/>
                <a:gd name="T13" fmla="*/ 25 h 37"/>
                <a:gd name="T14" fmla="*/ 4 w 42"/>
                <a:gd name="T15" fmla="*/ 5 h 37"/>
                <a:gd name="T16" fmla="*/ 11 w 42"/>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11" y="1"/>
                  </a:moveTo>
                  <a:cubicBezTo>
                    <a:pt x="37" y="6"/>
                    <a:pt x="37" y="6"/>
                    <a:pt x="37" y="6"/>
                  </a:cubicBezTo>
                  <a:cubicBezTo>
                    <a:pt x="40" y="7"/>
                    <a:pt x="42" y="9"/>
                    <a:pt x="41" y="12"/>
                  </a:cubicBezTo>
                  <a:cubicBezTo>
                    <a:pt x="37" y="32"/>
                    <a:pt x="37" y="32"/>
                    <a:pt x="37" y="32"/>
                  </a:cubicBezTo>
                  <a:cubicBezTo>
                    <a:pt x="37" y="35"/>
                    <a:pt x="34" y="37"/>
                    <a:pt x="31" y="36"/>
                  </a:cubicBezTo>
                  <a:cubicBezTo>
                    <a:pt x="5" y="31"/>
                    <a:pt x="5" y="31"/>
                    <a:pt x="5" y="31"/>
                  </a:cubicBezTo>
                  <a:cubicBezTo>
                    <a:pt x="2" y="31"/>
                    <a:pt x="0" y="28"/>
                    <a:pt x="0"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0" name="Freeform 28"/>
            <p:cNvSpPr>
              <a:spLocks/>
            </p:cNvSpPr>
            <p:nvPr/>
          </p:nvSpPr>
          <p:spPr bwMode="auto">
            <a:xfrm>
              <a:off x="1709738" y="3438525"/>
              <a:ext cx="184150" cy="114300"/>
            </a:xfrm>
            <a:custGeom>
              <a:avLst/>
              <a:gdLst>
                <a:gd name="T0" fmla="*/ 14 w 87"/>
                <a:gd name="T1" fmla="*/ 1 h 54"/>
                <a:gd name="T2" fmla="*/ 80 w 87"/>
                <a:gd name="T3" fmla="*/ 14 h 54"/>
                <a:gd name="T4" fmla="*/ 86 w 87"/>
                <a:gd name="T5" fmla="*/ 22 h 54"/>
                <a:gd name="T6" fmla="*/ 81 w 87"/>
                <a:gd name="T7" fmla="*/ 48 h 54"/>
                <a:gd name="T8" fmla="*/ 72 w 87"/>
                <a:gd name="T9" fmla="*/ 53 h 54"/>
                <a:gd name="T10" fmla="*/ 7 w 87"/>
                <a:gd name="T11" fmla="*/ 41 h 54"/>
                <a:gd name="T12" fmla="*/ 1 w 87"/>
                <a:gd name="T13" fmla="*/ 32 h 54"/>
                <a:gd name="T14" fmla="*/ 6 w 87"/>
                <a:gd name="T15" fmla="*/ 7 h 54"/>
                <a:gd name="T16" fmla="*/ 14 w 87"/>
                <a:gd name="T17"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54">
                  <a:moveTo>
                    <a:pt x="14" y="1"/>
                  </a:moveTo>
                  <a:cubicBezTo>
                    <a:pt x="80" y="14"/>
                    <a:pt x="80" y="14"/>
                    <a:pt x="80" y="14"/>
                  </a:cubicBezTo>
                  <a:cubicBezTo>
                    <a:pt x="84" y="15"/>
                    <a:pt x="87" y="18"/>
                    <a:pt x="86" y="22"/>
                  </a:cubicBezTo>
                  <a:cubicBezTo>
                    <a:pt x="81" y="48"/>
                    <a:pt x="81" y="48"/>
                    <a:pt x="81" y="48"/>
                  </a:cubicBezTo>
                  <a:cubicBezTo>
                    <a:pt x="80" y="52"/>
                    <a:pt x="76" y="54"/>
                    <a:pt x="72" y="53"/>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1" name="Freeform 29"/>
            <p:cNvSpPr>
              <a:spLocks/>
            </p:cNvSpPr>
            <p:nvPr/>
          </p:nvSpPr>
          <p:spPr bwMode="auto">
            <a:xfrm>
              <a:off x="1754188" y="3551237"/>
              <a:ext cx="120650" cy="101600"/>
            </a:xfrm>
            <a:custGeom>
              <a:avLst/>
              <a:gdLst>
                <a:gd name="T0" fmla="*/ 15 w 57"/>
                <a:gd name="T1" fmla="*/ 0 h 48"/>
                <a:gd name="T2" fmla="*/ 50 w 57"/>
                <a:gd name="T3" fmla="*/ 7 h 48"/>
                <a:gd name="T4" fmla="*/ 56 w 57"/>
                <a:gd name="T5" fmla="*/ 16 h 48"/>
                <a:gd name="T6" fmla="*/ 51 w 57"/>
                <a:gd name="T7" fmla="*/ 41 h 48"/>
                <a:gd name="T8" fmla="*/ 43 w 57"/>
                <a:gd name="T9" fmla="*/ 47 h 48"/>
                <a:gd name="T10" fmla="*/ 7 w 57"/>
                <a:gd name="T11" fmla="*/ 40 h 48"/>
                <a:gd name="T12" fmla="*/ 1 w 57"/>
                <a:gd name="T13" fmla="*/ 32 h 48"/>
                <a:gd name="T14" fmla="*/ 6 w 57"/>
                <a:gd name="T15" fmla="*/ 6 h 48"/>
                <a:gd name="T16" fmla="*/ 15 w 57"/>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8">
                  <a:moveTo>
                    <a:pt x="15" y="0"/>
                  </a:moveTo>
                  <a:cubicBezTo>
                    <a:pt x="50" y="7"/>
                    <a:pt x="50" y="7"/>
                    <a:pt x="50" y="7"/>
                  </a:cubicBezTo>
                  <a:cubicBezTo>
                    <a:pt x="54" y="8"/>
                    <a:pt x="57" y="12"/>
                    <a:pt x="56" y="16"/>
                  </a:cubicBezTo>
                  <a:cubicBezTo>
                    <a:pt x="51" y="41"/>
                    <a:pt x="51" y="41"/>
                    <a:pt x="51" y="41"/>
                  </a:cubicBezTo>
                  <a:cubicBezTo>
                    <a:pt x="50" y="45"/>
                    <a:pt x="46" y="48"/>
                    <a:pt x="43" y="47"/>
                  </a:cubicBezTo>
                  <a:cubicBezTo>
                    <a:pt x="7" y="40"/>
                    <a:pt x="7" y="40"/>
                    <a:pt x="7" y="40"/>
                  </a:cubicBezTo>
                  <a:cubicBezTo>
                    <a:pt x="3" y="39"/>
                    <a:pt x="0" y="36"/>
                    <a:pt x="1" y="32"/>
                  </a:cubicBezTo>
                  <a:cubicBezTo>
                    <a:pt x="6" y="6"/>
                    <a:pt x="6" y="6"/>
                    <a:pt x="6" y="6"/>
                  </a:cubicBezTo>
                  <a:cubicBezTo>
                    <a:pt x="7" y="2"/>
                    <a:pt x="11" y="0"/>
                    <a:pt x="15"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2" name="Freeform 30"/>
            <p:cNvSpPr>
              <a:spLocks/>
            </p:cNvSpPr>
            <p:nvPr/>
          </p:nvSpPr>
          <p:spPr bwMode="auto">
            <a:xfrm>
              <a:off x="1660525" y="3633787"/>
              <a:ext cx="195263" cy="115888"/>
            </a:xfrm>
            <a:custGeom>
              <a:avLst/>
              <a:gdLst>
                <a:gd name="T0" fmla="*/ 14 w 92"/>
                <a:gd name="T1" fmla="*/ 1 h 55"/>
                <a:gd name="T2" fmla="*/ 85 w 92"/>
                <a:gd name="T3" fmla="*/ 15 h 55"/>
                <a:gd name="T4" fmla="*/ 91 w 92"/>
                <a:gd name="T5" fmla="*/ 23 h 55"/>
                <a:gd name="T6" fmla="*/ 86 w 92"/>
                <a:gd name="T7" fmla="*/ 49 h 55"/>
                <a:gd name="T8" fmla="*/ 78 w 92"/>
                <a:gd name="T9" fmla="*/ 54 h 55"/>
                <a:gd name="T10" fmla="*/ 7 w 92"/>
                <a:gd name="T11" fmla="*/ 41 h 55"/>
                <a:gd name="T12" fmla="*/ 1 w 92"/>
                <a:gd name="T13" fmla="*/ 32 h 55"/>
                <a:gd name="T14" fmla="*/ 6 w 92"/>
                <a:gd name="T15" fmla="*/ 7 h 55"/>
                <a:gd name="T16" fmla="*/ 14 w 92"/>
                <a:gd name="T17"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55">
                  <a:moveTo>
                    <a:pt x="14" y="1"/>
                  </a:moveTo>
                  <a:cubicBezTo>
                    <a:pt x="85" y="15"/>
                    <a:pt x="85" y="15"/>
                    <a:pt x="85" y="15"/>
                  </a:cubicBezTo>
                  <a:cubicBezTo>
                    <a:pt x="89" y="16"/>
                    <a:pt x="92" y="19"/>
                    <a:pt x="91" y="23"/>
                  </a:cubicBezTo>
                  <a:cubicBezTo>
                    <a:pt x="86" y="49"/>
                    <a:pt x="86" y="49"/>
                    <a:pt x="86" y="49"/>
                  </a:cubicBezTo>
                  <a:cubicBezTo>
                    <a:pt x="85" y="53"/>
                    <a:pt x="81" y="55"/>
                    <a:pt x="78" y="54"/>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3" name="Freeform 31"/>
            <p:cNvSpPr>
              <a:spLocks/>
            </p:cNvSpPr>
            <p:nvPr/>
          </p:nvSpPr>
          <p:spPr bwMode="auto">
            <a:xfrm>
              <a:off x="1743075" y="3752850"/>
              <a:ext cx="93663" cy="96838"/>
            </a:xfrm>
            <a:custGeom>
              <a:avLst/>
              <a:gdLst>
                <a:gd name="T0" fmla="*/ 14 w 44"/>
                <a:gd name="T1" fmla="*/ 1 h 46"/>
                <a:gd name="T2" fmla="*/ 38 w 44"/>
                <a:gd name="T3" fmla="*/ 5 h 46"/>
                <a:gd name="T4" fmla="*/ 43 w 44"/>
                <a:gd name="T5" fmla="*/ 13 h 46"/>
                <a:gd name="T6" fmla="*/ 38 w 44"/>
                <a:gd name="T7" fmla="*/ 40 h 46"/>
                <a:gd name="T8" fmla="*/ 30 w 44"/>
                <a:gd name="T9" fmla="*/ 45 h 46"/>
                <a:gd name="T10" fmla="*/ 6 w 44"/>
                <a:gd name="T11" fmla="*/ 40 h 46"/>
                <a:gd name="T12" fmla="*/ 1 w 44"/>
                <a:gd name="T13" fmla="*/ 33 h 46"/>
                <a:gd name="T14" fmla="*/ 6 w 44"/>
                <a:gd name="T15" fmla="*/ 6 h 46"/>
                <a:gd name="T16" fmla="*/ 14 w 44"/>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6">
                  <a:moveTo>
                    <a:pt x="14" y="1"/>
                  </a:moveTo>
                  <a:cubicBezTo>
                    <a:pt x="38" y="5"/>
                    <a:pt x="38" y="5"/>
                    <a:pt x="38" y="5"/>
                  </a:cubicBezTo>
                  <a:cubicBezTo>
                    <a:pt x="41" y="6"/>
                    <a:pt x="44" y="10"/>
                    <a:pt x="43" y="13"/>
                  </a:cubicBezTo>
                  <a:cubicBezTo>
                    <a:pt x="38" y="40"/>
                    <a:pt x="38" y="40"/>
                    <a:pt x="38" y="40"/>
                  </a:cubicBezTo>
                  <a:cubicBezTo>
                    <a:pt x="37" y="43"/>
                    <a:pt x="34" y="46"/>
                    <a:pt x="30" y="45"/>
                  </a:cubicBezTo>
                  <a:cubicBezTo>
                    <a:pt x="6" y="40"/>
                    <a:pt x="6" y="40"/>
                    <a:pt x="6" y="40"/>
                  </a:cubicBezTo>
                  <a:cubicBezTo>
                    <a:pt x="3" y="40"/>
                    <a:pt x="0" y="36"/>
                    <a:pt x="1" y="33"/>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4" name="Freeform 32"/>
            <p:cNvSpPr>
              <a:spLocks/>
            </p:cNvSpPr>
            <p:nvPr/>
          </p:nvSpPr>
          <p:spPr bwMode="auto">
            <a:xfrm>
              <a:off x="1724025" y="3851275"/>
              <a:ext cx="93663" cy="96838"/>
            </a:xfrm>
            <a:custGeom>
              <a:avLst/>
              <a:gdLst>
                <a:gd name="T0" fmla="*/ 14 w 44"/>
                <a:gd name="T1" fmla="*/ 0 h 45"/>
                <a:gd name="T2" fmla="*/ 38 w 44"/>
                <a:gd name="T3" fmla="*/ 5 h 45"/>
                <a:gd name="T4" fmla="*/ 43 w 44"/>
                <a:gd name="T5" fmla="*/ 13 h 45"/>
                <a:gd name="T6" fmla="*/ 38 w 44"/>
                <a:gd name="T7" fmla="*/ 39 h 45"/>
                <a:gd name="T8" fmla="*/ 30 w 44"/>
                <a:gd name="T9" fmla="*/ 45 h 45"/>
                <a:gd name="T10" fmla="*/ 6 w 44"/>
                <a:gd name="T11" fmla="*/ 40 h 45"/>
                <a:gd name="T12" fmla="*/ 1 w 44"/>
                <a:gd name="T13" fmla="*/ 32 h 45"/>
                <a:gd name="T14" fmla="*/ 6 w 44"/>
                <a:gd name="T15" fmla="*/ 6 h 45"/>
                <a:gd name="T16" fmla="*/ 14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14" y="0"/>
                  </a:moveTo>
                  <a:cubicBezTo>
                    <a:pt x="38" y="5"/>
                    <a:pt x="38" y="5"/>
                    <a:pt x="38" y="5"/>
                  </a:cubicBezTo>
                  <a:cubicBezTo>
                    <a:pt x="41" y="6"/>
                    <a:pt x="44" y="9"/>
                    <a:pt x="43" y="13"/>
                  </a:cubicBezTo>
                  <a:cubicBezTo>
                    <a:pt x="38" y="39"/>
                    <a:pt x="38" y="39"/>
                    <a:pt x="38" y="39"/>
                  </a:cubicBezTo>
                  <a:cubicBezTo>
                    <a:pt x="37" y="43"/>
                    <a:pt x="34" y="45"/>
                    <a:pt x="30" y="45"/>
                  </a:cubicBezTo>
                  <a:cubicBezTo>
                    <a:pt x="6" y="40"/>
                    <a:pt x="6" y="40"/>
                    <a:pt x="6"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5" name="Freeform 33"/>
            <p:cNvSpPr>
              <a:spLocks/>
            </p:cNvSpPr>
            <p:nvPr/>
          </p:nvSpPr>
          <p:spPr bwMode="auto">
            <a:xfrm>
              <a:off x="1728788" y="3360737"/>
              <a:ext cx="80963" cy="76200"/>
            </a:xfrm>
            <a:custGeom>
              <a:avLst/>
              <a:gdLst>
                <a:gd name="T0" fmla="*/ 11 w 38"/>
                <a:gd name="T1" fmla="*/ 1 h 36"/>
                <a:gd name="T2" fmla="*/ 34 w 38"/>
                <a:gd name="T3" fmla="*/ 5 h 36"/>
                <a:gd name="T4" fmla="*/ 38 w 38"/>
                <a:gd name="T5" fmla="*/ 11 h 36"/>
                <a:gd name="T6" fmla="*/ 34 w 38"/>
                <a:gd name="T7" fmla="*/ 31 h 36"/>
                <a:gd name="T8" fmla="*/ 28 w 38"/>
                <a:gd name="T9" fmla="*/ 35 h 36"/>
                <a:gd name="T10" fmla="*/ 5 w 38"/>
                <a:gd name="T11" fmla="*/ 31 h 36"/>
                <a:gd name="T12" fmla="*/ 1 w 38"/>
                <a:gd name="T13" fmla="*/ 25 h 36"/>
                <a:gd name="T14" fmla="*/ 4 w 38"/>
                <a:gd name="T15" fmla="*/ 5 h 36"/>
                <a:gd name="T16" fmla="*/ 11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1" y="1"/>
                  </a:moveTo>
                  <a:cubicBezTo>
                    <a:pt x="34" y="5"/>
                    <a:pt x="34" y="5"/>
                    <a:pt x="34" y="5"/>
                  </a:cubicBezTo>
                  <a:cubicBezTo>
                    <a:pt x="37" y="6"/>
                    <a:pt x="38" y="9"/>
                    <a:pt x="38" y="11"/>
                  </a:cubicBezTo>
                  <a:cubicBezTo>
                    <a:pt x="34" y="31"/>
                    <a:pt x="34" y="31"/>
                    <a:pt x="34" y="31"/>
                  </a:cubicBezTo>
                  <a:cubicBezTo>
                    <a:pt x="34" y="34"/>
                    <a:pt x="31" y="36"/>
                    <a:pt x="28" y="35"/>
                  </a:cubicBezTo>
                  <a:cubicBezTo>
                    <a:pt x="5" y="31"/>
                    <a:pt x="5" y="31"/>
                    <a:pt x="5" y="31"/>
                  </a:cubicBezTo>
                  <a:cubicBezTo>
                    <a:pt x="2" y="30"/>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6" name="Freeform 34"/>
            <p:cNvSpPr>
              <a:spLocks/>
            </p:cNvSpPr>
            <p:nvPr/>
          </p:nvSpPr>
          <p:spPr bwMode="auto">
            <a:xfrm>
              <a:off x="1638300" y="3343275"/>
              <a:ext cx="79375" cy="76200"/>
            </a:xfrm>
            <a:custGeom>
              <a:avLst/>
              <a:gdLst>
                <a:gd name="T0" fmla="*/ 10 w 38"/>
                <a:gd name="T1" fmla="*/ 0 h 36"/>
                <a:gd name="T2" fmla="*/ 33 w 38"/>
                <a:gd name="T3" fmla="*/ 5 h 36"/>
                <a:gd name="T4" fmla="*/ 37 w 38"/>
                <a:gd name="T5" fmla="*/ 11 h 36"/>
                <a:gd name="T6" fmla="*/ 34 w 38"/>
                <a:gd name="T7" fmla="*/ 31 h 36"/>
                <a:gd name="T8" fmla="*/ 27 w 38"/>
                <a:gd name="T9" fmla="*/ 35 h 36"/>
                <a:gd name="T10" fmla="*/ 5 w 38"/>
                <a:gd name="T11" fmla="*/ 31 h 36"/>
                <a:gd name="T12" fmla="*/ 0 w 38"/>
                <a:gd name="T13" fmla="*/ 24 h 36"/>
                <a:gd name="T14" fmla="*/ 4 w 38"/>
                <a:gd name="T15" fmla="*/ 5 h 36"/>
                <a:gd name="T16" fmla="*/ 10 w 38"/>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0"/>
                  </a:moveTo>
                  <a:cubicBezTo>
                    <a:pt x="33" y="5"/>
                    <a:pt x="33" y="5"/>
                    <a:pt x="33" y="5"/>
                  </a:cubicBezTo>
                  <a:cubicBezTo>
                    <a:pt x="36" y="5"/>
                    <a:pt x="38" y="8"/>
                    <a:pt x="37" y="11"/>
                  </a:cubicBezTo>
                  <a:cubicBezTo>
                    <a:pt x="34" y="31"/>
                    <a:pt x="34" y="31"/>
                    <a:pt x="34" y="31"/>
                  </a:cubicBezTo>
                  <a:cubicBezTo>
                    <a:pt x="33" y="34"/>
                    <a:pt x="30" y="36"/>
                    <a:pt x="27" y="35"/>
                  </a:cubicBezTo>
                  <a:cubicBezTo>
                    <a:pt x="5" y="31"/>
                    <a:pt x="5" y="31"/>
                    <a:pt x="5" y="31"/>
                  </a:cubicBezTo>
                  <a:cubicBezTo>
                    <a:pt x="2" y="30"/>
                    <a:pt x="0" y="27"/>
                    <a:pt x="0" y="24"/>
                  </a:cubicBezTo>
                  <a:cubicBezTo>
                    <a:pt x="4" y="5"/>
                    <a:pt x="4" y="5"/>
                    <a:pt x="4" y="5"/>
                  </a:cubicBezTo>
                  <a:cubicBezTo>
                    <a:pt x="4" y="2"/>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7" name="Freeform 35"/>
            <p:cNvSpPr>
              <a:spLocks/>
            </p:cNvSpPr>
            <p:nvPr/>
          </p:nvSpPr>
          <p:spPr bwMode="auto">
            <a:xfrm>
              <a:off x="1544638" y="3324225"/>
              <a:ext cx="80963" cy="76200"/>
            </a:xfrm>
            <a:custGeom>
              <a:avLst/>
              <a:gdLst>
                <a:gd name="T0" fmla="*/ 11 w 38"/>
                <a:gd name="T1" fmla="*/ 1 h 36"/>
                <a:gd name="T2" fmla="*/ 34 w 38"/>
                <a:gd name="T3" fmla="*/ 5 h 36"/>
                <a:gd name="T4" fmla="*/ 38 w 38"/>
                <a:gd name="T5" fmla="*/ 12 h 36"/>
                <a:gd name="T6" fmla="*/ 34 w 38"/>
                <a:gd name="T7" fmla="*/ 31 h 36"/>
                <a:gd name="T8" fmla="*/ 28 w 38"/>
                <a:gd name="T9" fmla="*/ 36 h 36"/>
                <a:gd name="T10" fmla="*/ 5 w 38"/>
                <a:gd name="T11" fmla="*/ 31 h 36"/>
                <a:gd name="T12" fmla="*/ 1 w 38"/>
                <a:gd name="T13" fmla="*/ 25 h 36"/>
                <a:gd name="T14" fmla="*/ 4 w 38"/>
                <a:gd name="T15" fmla="*/ 5 h 36"/>
                <a:gd name="T16" fmla="*/ 11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1" y="1"/>
                  </a:moveTo>
                  <a:cubicBezTo>
                    <a:pt x="34" y="5"/>
                    <a:pt x="34" y="5"/>
                    <a:pt x="34" y="5"/>
                  </a:cubicBezTo>
                  <a:cubicBezTo>
                    <a:pt x="37" y="6"/>
                    <a:pt x="38" y="9"/>
                    <a:pt x="38" y="12"/>
                  </a:cubicBezTo>
                  <a:cubicBezTo>
                    <a:pt x="34" y="31"/>
                    <a:pt x="34" y="31"/>
                    <a:pt x="34" y="31"/>
                  </a:cubicBezTo>
                  <a:cubicBezTo>
                    <a:pt x="34" y="34"/>
                    <a:pt x="31" y="36"/>
                    <a:pt x="28" y="36"/>
                  </a:cubicBezTo>
                  <a:cubicBezTo>
                    <a:pt x="5" y="31"/>
                    <a:pt x="5" y="31"/>
                    <a:pt x="5" y="31"/>
                  </a:cubicBezTo>
                  <a:cubicBezTo>
                    <a:pt x="2" y="31"/>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8" name="Freeform 36"/>
            <p:cNvSpPr>
              <a:spLocks/>
            </p:cNvSpPr>
            <p:nvPr/>
          </p:nvSpPr>
          <p:spPr bwMode="auto">
            <a:xfrm>
              <a:off x="1454150" y="3306762"/>
              <a:ext cx="79375" cy="76200"/>
            </a:xfrm>
            <a:custGeom>
              <a:avLst/>
              <a:gdLst>
                <a:gd name="T0" fmla="*/ 10 w 38"/>
                <a:gd name="T1" fmla="*/ 1 h 36"/>
                <a:gd name="T2" fmla="*/ 33 w 38"/>
                <a:gd name="T3" fmla="*/ 5 h 36"/>
                <a:gd name="T4" fmla="*/ 37 w 38"/>
                <a:gd name="T5" fmla="*/ 11 h 36"/>
                <a:gd name="T6" fmla="*/ 34 w 38"/>
                <a:gd name="T7" fmla="*/ 31 h 36"/>
                <a:gd name="T8" fmla="*/ 27 w 38"/>
                <a:gd name="T9" fmla="*/ 35 h 36"/>
                <a:gd name="T10" fmla="*/ 5 w 38"/>
                <a:gd name="T11" fmla="*/ 31 h 36"/>
                <a:gd name="T12" fmla="*/ 0 w 38"/>
                <a:gd name="T13" fmla="*/ 24 h 36"/>
                <a:gd name="T14" fmla="*/ 4 w 38"/>
                <a:gd name="T15" fmla="*/ 5 h 36"/>
                <a:gd name="T16" fmla="*/ 10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1"/>
                  </a:moveTo>
                  <a:cubicBezTo>
                    <a:pt x="33" y="5"/>
                    <a:pt x="33" y="5"/>
                    <a:pt x="33" y="5"/>
                  </a:cubicBezTo>
                  <a:cubicBezTo>
                    <a:pt x="36" y="6"/>
                    <a:pt x="38" y="8"/>
                    <a:pt x="37" y="11"/>
                  </a:cubicBezTo>
                  <a:cubicBezTo>
                    <a:pt x="34" y="31"/>
                    <a:pt x="34" y="31"/>
                    <a:pt x="34" y="31"/>
                  </a:cubicBezTo>
                  <a:cubicBezTo>
                    <a:pt x="33" y="34"/>
                    <a:pt x="30" y="36"/>
                    <a:pt x="27" y="35"/>
                  </a:cubicBezTo>
                  <a:cubicBezTo>
                    <a:pt x="5" y="31"/>
                    <a:pt x="5" y="31"/>
                    <a:pt x="5" y="31"/>
                  </a:cubicBezTo>
                  <a:cubicBezTo>
                    <a:pt x="2" y="30"/>
                    <a:pt x="0" y="27"/>
                    <a:pt x="0" y="24"/>
                  </a:cubicBezTo>
                  <a:cubicBezTo>
                    <a:pt x="4" y="5"/>
                    <a:pt x="4" y="5"/>
                    <a:pt x="4" y="5"/>
                  </a:cubicBezTo>
                  <a:cubicBezTo>
                    <a:pt x="4" y="2"/>
                    <a:pt x="7" y="0"/>
                    <a:pt x="10"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9" name="Freeform 37"/>
            <p:cNvSpPr>
              <a:spLocks/>
            </p:cNvSpPr>
            <p:nvPr/>
          </p:nvSpPr>
          <p:spPr bwMode="auto">
            <a:xfrm>
              <a:off x="1360488" y="3290887"/>
              <a:ext cx="82550" cy="76200"/>
            </a:xfrm>
            <a:custGeom>
              <a:avLst/>
              <a:gdLst>
                <a:gd name="T0" fmla="*/ 11 w 39"/>
                <a:gd name="T1" fmla="*/ 0 h 36"/>
                <a:gd name="T2" fmla="*/ 34 w 39"/>
                <a:gd name="T3" fmla="*/ 5 h 36"/>
                <a:gd name="T4" fmla="*/ 38 w 39"/>
                <a:gd name="T5" fmla="*/ 11 h 36"/>
                <a:gd name="T6" fmla="*/ 34 w 39"/>
                <a:gd name="T7" fmla="*/ 31 h 36"/>
                <a:gd name="T8" fmla="*/ 28 w 39"/>
                <a:gd name="T9" fmla="*/ 35 h 36"/>
                <a:gd name="T10" fmla="*/ 5 w 39"/>
                <a:gd name="T11" fmla="*/ 31 h 36"/>
                <a:gd name="T12" fmla="*/ 1 w 39"/>
                <a:gd name="T13" fmla="*/ 24 h 36"/>
                <a:gd name="T14" fmla="*/ 4 w 39"/>
                <a:gd name="T15" fmla="*/ 5 h 36"/>
                <a:gd name="T16" fmla="*/ 11 w 3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0"/>
                  </a:moveTo>
                  <a:cubicBezTo>
                    <a:pt x="34" y="5"/>
                    <a:pt x="34" y="5"/>
                    <a:pt x="34" y="5"/>
                  </a:cubicBezTo>
                  <a:cubicBezTo>
                    <a:pt x="37" y="5"/>
                    <a:pt x="39" y="8"/>
                    <a:pt x="38" y="11"/>
                  </a:cubicBezTo>
                  <a:cubicBezTo>
                    <a:pt x="34" y="31"/>
                    <a:pt x="34" y="31"/>
                    <a:pt x="34" y="31"/>
                  </a:cubicBezTo>
                  <a:cubicBezTo>
                    <a:pt x="34" y="34"/>
                    <a:pt x="31" y="36"/>
                    <a:pt x="28" y="35"/>
                  </a:cubicBezTo>
                  <a:cubicBezTo>
                    <a:pt x="5" y="31"/>
                    <a:pt x="5" y="31"/>
                    <a:pt x="5" y="31"/>
                  </a:cubicBezTo>
                  <a:cubicBezTo>
                    <a:pt x="2" y="30"/>
                    <a:pt x="0" y="27"/>
                    <a:pt x="1" y="24"/>
                  </a:cubicBezTo>
                  <a:cubicBezTo>
                    <a:pt x="4" y="5"/>
                    <a:pt x="4" y="5"/>
                    <a:pt x="4" y="5"/>
                  </a:cubicBezTo>
                  <a:cubicBezTo>
                    <a:pt x="5" y="2"/>
                    <a:pt x="8" y="0"/>
                    <a:pt x="11"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0" name="Freeform 38"/>
            <p:cNvSpPr>
              <a:spLocks/>
            </p:cNvSpPr>
            <p:nvPr/>
          </p:nvSpPr>
          <p:spPr bwMode="auto">
            <a:xfrm>
              <a:off x="1268413" y="3271837"/>
              <a:ext cx="80963" cy="76200"/>
            </a:xfrm>
            <a:custGeom>
              <a:avLst/>
              <a:gdLst>
                <a:gd name="T0" fmla="*/ 10 w 38"/>
                <a:gd name="T1" fmla="*/ 1 h 36"/>
                <a:gd name="T2" fmla="*/ 33 w 38"/>
                <a:gd name="T3" fmla="*/ 5 h 36"/>
                <a:gd name="T4" fmla="*/ 37 w 38"/>
                <a:gd name="T5" fmla="*/ 12 h 36"/>
                <a:gd name="T6" fmla="*/ 34 w 38"/>
                <a:gd name="T7" fmla="*/ 31 h 36"/>
                <a:gd name="T8" fmla="*/ 27 w 38"/>
                <a:gd name="T9" fmla="*/ 36 h 36"/>
                <a:gd name="T10" fmla="*/ 5 w 38"/>
                <a:gd name="T11" fmla="*/ 31 h 36"/>
                <a:gd name="T12" fmla="*/ 0 w 38"/>
                <a:gd name="T13" fmla="*/ 25 h 36"/>
                <a:gd name="T14" fmla="*/ 4 w 38"/>
                <a:gd name="T15" fmla="*/ 5 h 36"/>
                <a:gd name="T16" fmla="*/ 10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1"/>
                  </a:moveTo>
                  <a:cubicBezTo>
                    <a:pt x="33" y="5"/>
                    <a:pt x="33" y="5"/>
                    <a:pt x="33" y="5"/>
                  </a:cubicBezTo>
                  <a:cubicBezTo>
                    <a:pt x="36" y="6"/>
                    <a:pt x="38" y="9"/>
                    <a:pt x="37" y="12"/>
                  </a:cubicBezTo>
                  <a:cubicBezTo>
                    <a:pt x="34" y="31"/>
                    <a:pt x="34" y="31"/>
                    <a:pt x="34" y="31"/>
                  </a:cubicBezTo>
                  <a:cubicBezTo>
                    <a:pt x="33" y="34"/>
                    <a:pt x="30" y="36"/>
                    <a:pt x="27" y="36"/>
                  </a:cubicBezTo>
                  <a:cubicBezTo>
                    <a:pt x="5" y="31"/>
                    <a:pt x="5" y="31"/>
                    <a:pt x="5" y="31"/>
                  </a:cubicBezTo>
                  <a:cubicBezTo>
                    <a:pt x="2" y="31"/>
                    <a:pt x="0" y="28"/>
                    <a:pt x="0" y="25"/>
                  </a:cubicBezTo>
                  <a:cubicBezTo>
                    <a:pt x="4" y="5"/>
                    <a:pt x="4" y="5"/>
                    <a:pt x="4" y="5"/>
                  </a:cubicBezTo>
                  <a:cubicBezTo>
                    <a:pt x="4" y="2"/>
                    <a:pt x="7" y="0"/>
                    <a:pt x="10"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1" name="Freeform 39"/>
            <p:cNvSpPr>
              <a:spLocks/>
            </p:cNvSpPr>
            <p:nvPr/>
          </p:nvSpPr>
          <p:spPr bwMode="auto">
            <a:xfrm>
              <a:off x="1176338" y="3254375"/>
              <a:ext cx="82550" cy="76200"/>
            </a:xfrm>
            <a:custGeom>
              <a:avLst/>
              <a:gdLst>
                <a:gd name="T0" fmla="*/ 11 w 39"/>
                <a:gd name="T1" fmla="*/ 1 h 36"/>
                <a:gd name="T2" fmla="*/ 34 w 39"/>
                <a:gd name="T3" fmla="*/ 5 h 36"/>
                <a:gd name="T4" fmla="*/ 38 w 39"/>
                <a:gd name="T5" fmla="*/ 11 h 36"/>
                <a:gd name="T6" fmla="*/ 34 w 39"/>
                <a:gd name="T7" fmla="*/ 31 h 36"/>
                <a:gd name="T8" fmla="*/ 28 w 39"/>
                <a:gd name="T9" fmla="*/ 35 h 36"/>
                <a:gd name="T10" fmla="*/ 5 w 39"/>
                <a:gd name="T11" fmla="*/ 31 h 36"/>
                <a:gd name="T12" fmla="*/ 1 w 39"/>
                <a:gd name="T13" fmla="*/ 24 h 36"/>
                <a:gd name="T14" fmla="*/ 4 w 39"/>
                <a:gd name="T15" fmla="*/ 5 h 36"/>
                <a:gd name="T16" fmla="*/ 11 w 39"/>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1"/>
                  </a:moveTo>
                  <a:cubicBezTo>
                    <a:pt x="34" y="5"/>
                    <a:pt x="34" y="5"/>
                    <a:pt x="34" y="5"/>
                  </a:cubicBezTo>
                  <a:cubicBezTo>
                    <a:pt x="37" y="5"/>
                    <a:pt x="39" y="8"/>
                    <a:pt x="38" y="11"/>
                  </a:cubicBezTo>
                  <a:cubicBezTo>
                    <a:pt x="34" y="31"/>
                    <a:pt x="34" y="31"/>
                    <a:pt x="34" y="31"/>
                  </a:cubicBezTo>
                  <a:cubicBezTo>
                    <a:pt x="34" y="34"/>
                    <a:pt x="31" y="36"/>
                    <a:pt x="28" y="35"/>
                  </a:cubicBezTo>
                  <a:cubicBezTo>
                    <a:pt x="5" y="31"/>
                    <a:pt x="5" y="31"/>
                    <a:pt x="5" y="31"/>
                  </a:cubicBezTo>
                  <a:cubicBezTo>
                    <a:pt x="2" y="30"/>
                    <a:pt x="0" y="27"/>
                    <a:pt x="1" y="24"/>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2" name="Freeform 40"/>
            <p:cNvSpPr>
              <a:spLocks/>
            </p:cNvSpPr>
            <p:nvPr/>
          </p:nvSpPr>
          <p:spPr bwMode="auto">
            <a:xfrm>
              <a:off x="1084263" y="3236912"/>
              <a:ext cx="80963" cy="74613"/>
            </a:xfrm>
            <a:custGeom>
              <a:avLst/>
              <a:gdLst>
                <a:gd name="T0" fmla="*/ 10 w 38"/>
                <a:gd name="T1" fmla="*/ 0 h 35"/>
                <a:gd name="T2" fmla="*/ 33 w 38"/>
                <a:gd name="T3" fmla="*/ 5 h 35"/>
                <a:gd name="T4" fmla="*/ 37 w 38"/>
                <a:gd name="T5" fmla="*/ 11 h 35"/>
                <a:gd name="T6" fmla="*/ 34 w 38"/>
                <a:gd name="T7" fmla="*/ 31 h 35"/>
                <a:gd name="T8" fmla="*/ 27 w 38"/>
                <a:gd name="T9" fmla="*/ 35 h 35"/>
                <a:gd name="T10" fmla="*/ 5 w 38"/>
                <a:gd name="T11" fmla="*/ 31 h 35"/>
                <a:gd name="T12" fmla="*/ 0 w 38"/>
                <a:gd name="T13" fmla="*/ 24 h 35"/>
                <a:gd name="T14" fmla="*/ 4 w 38"/>
                <a:gd name="T15" fmla="*/ 5 h 35"/>
                <a:gd name="T16" fmla="*/ 10 w 38"/>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5">
                  <a:moveTo>
                    <a:pt x="10" y="0"/>
                  </a:moveTo>
                  <a:cubicBezTo>
                    <a:pt x="33" y="5"/>
                    <a:pt x="33" y="5"/>
                    <a:pt x="33" y="5"/>
                  </a:cubicBezTo>
                  <a:cubicBezTo>
                    <a:pt x="36" y="5"/>
                    <a:pt x="38" y="8"/>
                    <a:pt x="37" y="11"/>
                  </a:cubicBezTo>
                  <a:cubicBezTo>
                    <a:pt x="34" y="31"/>
                    <a:pt x="34" y="31"/>
                    <a:pt x="34" y="31"/>
                  </a:cubicBezTo>
                  <a:cubicBezTo>
                    <a:pt x="33" y="33"/>
                    <a:pt x="30" y="35"/>
                    <a:pt x="27" y="35"/>
                  </a:cubicBezTo>
                  <a:cubicBezTo>
                    <a:pt x="5" y="31"/>
                    <a:pt x="5" y="31"/>
                    <a:pt x="5" y="31"/>
                  </a:cubicBezTo>
                  <a:cubicBezTo>
                    <a:pt x="2" y="30"/>
                    <a:pt x="0" y="27"/>
                    <a:pt x="0" y="24"/>
                  </a:cubicBezTo>
                  <a:cubicBezTo>
                    <a:pt x="4" y="5"/>
                    <a:pt x="4" y="5"/>
                    <a:pt x="4" y="5"/>
                  </a:cubicBezTo>
                  <a:cubicBezTo>
                    <a:pt x="5" y="2"/>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3" name="Freeform 41"/>
            <p:cNvSpPr>
              <a:spLocks/>
            </p:cNvSpPr>
            <p:nvPr/>
          </p:nvSpPr>
          <p:spPr bwMode="auto">
            <a:xfrm>
              <a:off x="992188" y="3217862"/>
              <a:ext cx="82550" cy="76200"/>
            </a:xfrm>
            <a:custGeom>
              <a:avLst/>
              <a:gdLst>
                <a:gd name="T0" fmla="*/ 11 w 39"/>
                <a:gd name="T1" fmla="*/ 1 h 36"/>
                <a:gd name="T2" fmla="*/ 34 w 39"/>
                <a:gd name="T3" fmla="*/ 5 h 36"/>
                <a:gd name="T4" fmla="*/ 38 w 39"/>
                <a:gd name="T5" fmla="*/ 12 h 36"/>
                <a:gd name="T6" fmla="*/ 34 w 39"/>
                <a:gd name="T7" fmla="*/ 31 h 36"/>
                <a:gd name="T8" fmla="*/ 28 w 39"/>
                <a:gd name="T9" fmla="*/ 36 h 36"/>
                <a:gd name="T10" fmla="*/ 5 w 39"/>
                <a:gd name="T11" fmla="*/ 31 h 36"/>
                <a:gd name="T12" fmla="*/ 1 w 39"/>
                <a:gd name="T13" fmla="*/ 25 h 36"/>
                <a:gd name="T14" fmla="*/ 4 w 39"/>
                <a:gd name="T15" fmla="*/ 5 h 36"/>
                <a:gd name="T16" fmla="*/ 11 w 39"/>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1"/>
                  </a:moveTo>
                  <a:cubicBezTo>
                    <a:pt x="34" y="5"/>
                    <a:pt x="34" y="5"/>
                    <a:pt x="34" y="5"/>
                  </a:cubicBezTo>
                  <a:cubicBezTo>
                    <a:pt x="37" y="6"/>
                    <a:pt x="39" y="9"/>
                    <a:pt x="38" y="12"/>
                  </a:cubicBezTo>
                  <a:cubicBezTo>
                    <a:pt x="34" y="31"/>
                    <a:pt x="34" y="31"/>
                    <a:pt x="34" y="31"/>
                  </a:cubicBezTo>
                  <a:cubicBezTo>
                    <a:pt x="34" y="34"/>
                    <a:pt x="31" y="36"/>
                    <a:pt x="28" y="36"/>
                  </a:cubicBezTo>
                  <a:cubicBezTo>
                    <a:pt x="5" y="31"/>
                    <a:pt x="5" y="31"/>
                    <a:pt x="5" y="31"/>
                  </a:cubicBezTo>
                  <a:cubicBezTo>
                    <a:pt x="2" y="31"/>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4" name="Freeform 42"/>
            <p:cNvSpPr>
              <a:spLocks/>
            </p:cNvSpPr>
            <p:nvPr/>
          </p:nvSpPr>
          <p:spPr bwMode="auto">
            <a:xfrm>
              <a:off x="900113" y="3201987"/>
              <a:ext cx="80963" cy="76200"/>
            </a:xfrm>
            <a:custGeom>
              <a:avLst/>
              <a:gdLst>
                <a:gd name="T0" fmla="*/ 10 w 38"/>
                <a:gd name="T1" fmla="*/ 0 h 36"/>
                <a:gd name="T2" fmla="*/ 33 w 38"/>
                <a:gd name="T3" fmla="*/ 5 h 36"/>
                <a:gd name="T4" fmla="*/ 37 w 38"/>
                <a:gd name="T5" fmla="*/ 11 h 36"/>
                <a:gd name="T6" fmla="*/ 34 w 38"/>
                <a:gd name="T7" fmla="*/ 31 h 36"/>
                <a:gd name="T8" fmla="*/ 27 w 38"/>
                <a:gd name="T9" fmla="*/ 35 h 36"/>
                <a:gd name="T10" fmla="*/ 5 w 38"/>
                <a:gd name="T11" fmla="*/ 31 h 36"/>
                <a:gd name="T12" fmla="*/ 0 w 38"/>
                <a:gd name="T13" fmla="*/ 24 h 36"/>
                <a:gd name="T14" fmla="*/ 4 w 38"/>
                <a:gd name="T15" fmla="*/ 5 h 36"/>
                <a:gd name="T16" fmla="*/ 10 w 38"/>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0"/>
                  </a:moveTo>
                  <a:cubicBezTo>
                    <a:pt x="33" y="5"/>
                    <a:pt x="33" y="5"/>
                    <a:pt x="33" y="5"/>
                  </a:cubicBezTo>
                  <a:cubicBezTo>
                    <a:pt x="36" y="5"/>
                    <a:pt x="38" y="8"/>
                    <a:pt x="37" y="11"/>
                  </a:cubicBezTo>
                  <a:cubicBezTo>
                    <a:pt x="34" y="31"/>
                    <a:pt x="34" y="31"/>
                    <a:pt x="34" y="31"/>
                  </a:cubicBezTo>
                  <a:cubicBezTo>
                    <a:pt x="33" y="34"/>
                    <a:pt x="30" y="36"/>
                    <a:pt x="27" y="35"/>
                  </a:cubicBezTo>
                  <a:cubicBezTo>
                    <a:pt x="5" y="31"/>
                    <a:pt x="5" y="31"/>
                    <a:pt x="5" y="31"/>
                  </a:cubicBezTo>
                  <a:cubicBezTo>
                    <a:pt x="2" y="30"/>
                    <a:pt x="0" y="27"/>
                    <a:pt x="0" y="24"/>
                  </a:cubicBezTo>
                  <a:cubicBezTo>
                    <a:pt x="4" y="5"/>
                    <a:pt x="4" y="5"/>
                    <a:pt x="4" y="5"/>
                  </a:cubicBezTo>
                  <a:cubicBezTo>
                    <a:pt x="5" y="2"/>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5" name="Freeform 43"/>
            <p:cNvSpPr>
              <a:spLocks/>
            </p:cNvSpPr>
            <p:nvPr/>
          </p:nvSpPr>
          <p:spPr bwMode="auto">
            <a:xfrm>
              <a:off x="808038" y="3184525"/>
              <a:ext cx="82550" cy="74613"/>
            </a:xfrm>
            <a:custGeom>
              <a:avLst/>
              <a:gdLst>
                <a:gd name="T0" fmla="*/ 11 w 39"/>
                <a:gd name="T1" fmla="*/ 0 h 35"/>
                <a:gd name="T2" fmla="*/ 34 w 39"/>
                <a:gd name="T3" fmla="*/ 5 h 35"/>
                <a:gd name="T4" fmla="*/ 38 w 39"/>
                <a:gd name="T5" fmla="*/ 11 h 35"/>
                <a:gd name="T6" fmla="*/ 34 w 39"/>
                <a:gd name="T7" fmla="*/ 30 h 35"/>
                <a:gd name="T8" fmla="*/ 28 w 39"/>
                <a:gd name="T9" fmla="*/ 35 h 35"/>
                <a:gd name="T10" fmla="*/ 5 w 39"/>
                <a:gd name="T11" fmla="*/ 30 h 35"/>
                <a:gd name="T12" fmla="*/ 1 w 39"/>
                <a:gd name="T13" fmla="*/ 24 h 35"/>
                <a:gd name="T14" fmla="*/ 4 w 39"/>
                <a:gd name="T15" fmla="*/ 5 h 35"/>
                <a:gd name="T16" fmla="*/ 11 w 39"/>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5">
                  <a:moveTo>
                    <a:pt x="11" y="0"/>
                  </a:moveTo>
                  <a:cubicBezTo>
                    <a:pt x="34" y="5"/>
                    <a:pt x="34" y="5"/>
                    <a:pt x="34" y="5"/>
                  </a:cubicBezTo>
                  <a:cubicBezTo>
                    <a:pt x="37" y="5"/>
                    <a:pt x="39" y="8"/>
                    <a:pt x="38" y="11"/>
                  </a:cubicBezTo>
                  <a:cubicBezTo>
                    <a:pt x="34" y="30"/>
                    <a:pt x="34" y="30"/>
                    <a:pt x="34" y="30"/>
                  </a:cubicBezTo>
                  <a:cubicBezTo>
                    <a:pt x="34" y="33"/>
                    <a:pt x="31" y="35"/>
                    <a:pt x="28" y="35"/>
                  </a:cubicBezTo>
                  <a:cubicBezTo>
                    <a:pt x="5" y="30"/>
                    <a:pt x="5" y="30"/>
                    <a:pt x="5" y="30"/>
                  </a:cubicBezTo>
                  <a:cubicBezTo>
                    <a:pt x="2" y="30"/>
                    <a:pt x="0" y="27"/>
                    <a:pt x="1" y="24"/>
                  </a:cubicBezTo>
                  <a:cubicBezTo>
                    <a:pt x="4" y="5"/>
                    <a:pt x="4" y="5"/>
                    <a:pt x="4" y="5"/>
                  </a:cubicBezTo>
                  <a:cubicBezTo>
                    <a:pt x="5" y="2"/>
                    <a:pt x="8" y="0"/>
                    <a:pt x="11"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6" name="Freeform 44"/>
            <p:cNvSpPr>
              <a:spLocks/>
            </p:cNvSpPr>
            <p:nvPr/>
          </p:nvSpPr>
          <p:spPr bwMode="auto">
            <a:xfrm>
              <a:off x="715963" y="3165475"/>
              <a:ext cx="80963" cy="76200"/>
            </a:xfrm>
            <a:custGeom>
              <a:avLst/>
              <a:gdLst>
                <a:gd name="T0" fmla="*/ 10 w 38"/>
                <a:gd name="T1" fmla="*/ 1 h 36"/>
                <a:gd name="T2" fmla="*/ 33 w 38"/>
                <a:gd name="T3" fmla="*/ 5 h 36"/>
                <a:gd name="T4" fmla="*/ 37 w 38"/>
                <a:gd name="T5" fmla="*/ 12 h 36"/>
                <a:gd name="T6" fmla="*/ 34 w 38"/>
                <a:gd name="T7" fmla="*/ 31 h 36"/>
                <a:gd name="T8" fmla="*/ 27 w 38"/>
                <a:gd name="T9" fmla="*/ 35 h 36"/>
                <a:gd name="T10" fmla="*/ 5 w 38"/>
                <a:gd name="T11" fmla="*/ 31 h 36"/>
                <a:gd name="T12" fmla="*/ 0 w 38"/>
                <a:gd name="T13" fmla="*/ 25 h 36"/>
                <a:gd name="T14" fmla="*/ 4 w 38"/>
                <a:gd name="T15" fmla="*/ 5 h 36"/>
                <a:gd name="T16" fmla="*/ 10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1"/>
                  </a:moveTo>
                  <a:cubicBezTo>
                    <a:pt x="33" y="5"/>
                    <a:pt x="33" y="5"/>
                    <a:pt x="33" y="5"/>
                  </a:cubicBezTo>
                  <a:cubicBezTo>
                    <a:pt x="36" y="6"/>
                    <a:pt x="38" y="9"/>
                    <a:pt x="37" y="12"/>
                  </a:cubicBezTo>
                  <a:cubicBezTo>
                    <a:pt x="34" y="31"/>
                    <a:pt x="34" y="31"/>
                    <a:pt x="34" y="31"/>
                  </a:cubicBezTo>
                  <a:cubicBezTo>
                    <a:pt x="33" y="34"/>
                    <a:pt x="30" y="36"/>
                    <a:pt x="27" y="35"/>
                  </a:cubicBezTo>
                  <a:cubicBezTo>
                    <a:pt x="5" y="31"/>
                    <a:pt x="5" y="31"/>
                    <a:pt x="5" y="31"/>
                  </a:cubicBezTo>
                  <a:cubicBezTo>
                    <a:pt x="2" y="31"/>
                    <a:pt x="0" y="28"/>
                    <a:pt x="0" y="25"/>
                  </a:cubicBezTo>
                  <a:cubicBezTo>
                    <a:pt x="4" y="5"/>
                    <a:pt x="4" y="5"/>
                    <a:pt x="4" y="5"/>
                  </a:cubicBezTo>
                  <a:cubicBezTo>
                    <a:pt x="5" y="2"/>
                    <a:pt x="7" y="0"/>
                    <a:pt x="10"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7" name="Freeform 45"/>
            <p:cNvSpPr>
              <a:spLocks/>
            </p:cNvSpPr>
            <p:nvPr/>
          </p:nvSpPr>
          <p:spPr bwMode="auto">
            <a:xfrm>
              <a:off x="622300" y="3148012"/>
              <a:ext cx="82550" cy="76200"/>
            </a:xfrm>
            <a:custGeom>
              <a:avLst/>
              <a:gdLst>
                <a:gd name="T0" fmla="*/ 11 w 39"/>
                <a:gd name="T1" fmla="*/ 0 h 36"/>
                <a:gd name="T2" fmla="*/ 34 w 39"/>
                <a:gd name="T3" fmla="*/ 5 h 36"/>
                <a:gd name="T4" fmla="*/ 38 w 39"/>
                <a:gd name="T5" fmla="*/ 11 h 36"/>
                <a:gd name="T6" fmla="*/ 34 w 39"/>
                <a:gd name="T7" fmla="*/ 31 h 36"/>
                <a:gd name="T8" fmla="*/ 28 w 39"/>
                <a:gd name="T9" fmla="*/ 35 h 36"/>
                <a:gd name="T10" fmla="*/ 5 w 39"/>
                <a:gd name="T11" fmla="*/ 31 h 36"/>
                <a:gd name="T12" fmla="*/ 1 w 39"/>
                <a:gd name="T13" fmla="*/ 24 h 36"/>
                <a:gd name="T14" fmla="*/ 4 w 39"/>
                <a:gd name="T15" fmla="*/ 5 h 36"/>
                <a:gd name="T16" fmla="*/ 11 w 3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0"/>
                  </a:moveTo>
                  <a:cubicBezTo>
                    <a:pt x="34" y="5"/>
                    <a:pt x="34" y="5"/>
                    <a:pt x="34" y="5"/>
                  </a:cubicBezTo>
                  <a:cubicBezTo>
                    <a:pt x="37" y="5"/>
                    <a:pt x="39" y="8"/>
                    <a:pt x="38" y="11"/>
                  </a:cubicBezTo>
                  <a:cubicBezTo>
                    <a:pt x="34" y="31"/>
                    <a:pt x="34" y="31"/>
                    <a:pt x="34" y="31"/>
                  </a:cubicBezTo>
                  <a:cubicBezTo>
                    <a:pt x="34" y="34"/>
                    <a:pt x="31" y="36"/>
                    <a:pt x="28" y="35"/>
                  </a:cubicBezTo>
                  <a:cubicBezTo>
                    <a:pt x="5" y="31"/>
                    <a:pt x="5" y="31"/>
                    <a:pt x="5" y="31"/>
                  </a:cubicBezTo>
                  <a:cubicBezTo>
                    <a:pt x="2" y="30"/>
                    <a:pt x="0" y="27"/>
                    <a:pt x="1" y="24"/>
                  </a:cubicBezTo>
                  <a:cubicBezTo>
                    <a:pt x="4" y="5"/>
                    <a:pt x="4" y="5"/>
                    <a:pt x="4" y="5"/>
                  </a:cubicBezTo>
                  <a:cubicBezTo>
                    <a:pt x="5" y="2"/>
                    <a:pt x="8" y="0"/>
                    <a:pt x="11"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8" name="Freeform 46"/>
            <p:cNvSpPr>
              <a:spLocks/>
            </p:cNvSpPr>
            <p:nvPr/>
          </p:nvSpPr>
          <p:spPr bwMode="auto">
            <a:xfrm>
              <a:off x="531813" y="3132137"/>
              <a:ext cx="80963" cy="73025"/>
            </a:xfrm>
            <a:custGeom>
              <a:avLst/>
              <a:gdLst>
                <a:gd name="T0" fmla="*/ 10 w 38"/>
                <a:gd name="T1" fmla="*/ 0 h 35"/>
                <a:gd name="T2" fmla="*/ 33 w 38"/>
                <a:gd name="T3" fmla="*/ 4 h 35"/>
                <a:gd name="T4" fmla="*/ 37 w 38"/>
                <a:gd name="T5" fmla="*/ 11 h 35"/>
                <a:gd name="T6" fmla="*/ 34 w 38"/>
                <a:gd name="T7" fmla="*/ 30 h 35"/>
                <a:gd name="T8" fmla="*/ 27 w 38"/>
                <a:gd name="T9" fmla="*/ 35 h 35"/>
                <a:gd name="T10" fmla="*/ 5 w 38"/>
                <a:gd name="T11" fmla="*/ 30 h 35"/>
                <a:gd name="T12" fmla="*/ 0 w 38"/>
                <a:gd name="T13" fmla="*/ 24 h 35"/>
                <a:gd name="T14" fmla="*/ 4 w 38"/>
                <a:gd name="T15" fmla="*/ 4 h 35"/>
                <a:gd name="T16" fmla="*/ 10 w 38"/>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5">
                  <a:moveTo>
                    <a:pt x="10" y="0"/>
                  </a:moveTo>
                  <a:cubicBezTo>
                    <a:pt x="33" y="4"/>
                    <a:pt x="33" y="4"/>
                    <a:pt x="33" y="4"/>
                  </a:cubicBezTo>
                  <a:cubicBezTo>
                    <a:pt x="36" y="5"/>
                    <a:pt x="38" y="8"/>
                    <a:pt x="37" y="11"/>
                  </a:cubicBezTo>
                  <a:cubicBezTo>
                    <a:pt x="34" y="30"/>
                    <a:pt x="34" y="30"/>
                    <a:pt x="34" y="30"/>
                  </a:cubicBezTo>
                  <a:cubicBezTo>
                    <a:pt x="33" y="33"/>
                    <a:pt x="30" y="35"/>
                    <a:pt x="27" y="35"/>
                  </a:cubicBezTo>
                  <a:cubicBezTo>
                    <a:pt x="5" y="30"/>
                    <a:pt x="5" y="30"/>
                    <a:pt x="5" y="30"/>
                  </a:cubicBezTo>
                  <a:cubicBezTo>
                    <a:pt x="2" y="30"/>
                    <a:pt x="0" y="27"/>
                    <a:pt x="0" y="24"/>
                  </a:cubicBezTo>
                  <a:cubicBezTo>
                    <a:pt x="4" y="4"/>
                    <a:pt x="4" y="4"/>
                    <a:pt x="4" y="4"/>
                  </a:cubicBezTo>
                  <a:cubicBezTo>
                    <a:pt x="5" y="1"/>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9" name="Freeform 47"/>
            <p:cNvSpPr>
              <a:spLocks/>
            </p:cNvSpPr>
            <p:nvPr/>
          </p:nvSpPr>
          <p:spPr bwMode="auto">
            <a:xfrm>
              <a:off x="428625" y="3109912"/>
              <a:ext cx="88900" cy="79375"/>
            </a:xfrm>
            <a:custGeom>
              <a:avLst/>
              <a:gdLst>
                <a:gd name="T0" fmla="*/ 11 w 42"/>
                <a:gd name="T1" fmla="*/ 1 h 37"/>
                <a:gd name="T2" fmla="*/ 37 w 42"/>
                <a:gd name="T3" fmla="*/ 6 h 37"/>
                <a:gd name="T4" fmla="*/ 41 w 42"/>
                <a:gd name="T5" fmla="*/ 12 h 37"/>
                <a:gd name="T6" fmla="*/ 37 w 42"/>
                <a:gd name="T7" fmla="*/ 32 h 37"/>
                <a:gd name="T8" fmla="*/ 31 w 42"/>
                <a:gd name="T9" fmla="*/ 36 h 37"/>
                <a:gd name="T10" fmla="*/ 5 w 42"/>
                <a:gd name="T11" fmla="*/ 31 h 37"/>
                <a:gd name="T12" fmla="*/ 0 w 42"/>
                <a:gd name="T13" fmla="*/ 25 h 37"/>
                <a:gd name="T14" fmla="*/ 4 w 42"/>
                <a:gd name="T15" fmla="*/ 5 h 37"/>
                <a:gd name="T16" fmla="*/ 11 w 42"/>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11" y="1"/>
                  </a:moveTo>
                  <a:cubicBezTo>
                    <a:pt x="37" y="6"/>
                    <a:pt x="37" y="6"/>
                    <a:pt x="37" y="6"/>
                  </a:cubicBezTo>
                  <a:cubicBezTo>
                    <a:pt x="40" y="6"/>
                    <a:pt x="42" y="9"/>
                    <a:pt x="41" y="12"/>
                  </a:cubicBezTo>
                  <a:cubicBezTo>
                    <a:pt x="37" y="32"/>
                    <a:pt x="37" y="32"/>
                    <a:pt x="37" y="32"/>
                  </a:cubicBezTo>
                  <a:cubicBezTo>
                    <a:pt x="37" y="35"/>
                    <a:pt x="34" y="37"/>
                    <a:pt x="31" y="36"/>
                  </a:cubicBezTo>
                  <a:cubicBezTo>
                    <a:pt x="5" y="31"/>
                    <a:pt x="5" y="31"/>
                    <a:pt x="5" y="31"/>
                  </a:cubicBezTo>
                  <a:cubicBezTo>
                    <a:pt x="2" y="30"/>
                    <a:pt x="0" y="28"/>
                    <a:pt x="0"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0" name="Freeform 48"/>
            <p:cNvSpPr>
              <a:spLocks/>
            </p:cNvSpPr>
            <p:nvPr/>
          </p:nvSpPr>
          <p:spPr bwMode="auto">
            <a:xfrm>
              <a:off x="1612900" y="3419475"/>
              <a:ext cx="90488" cy="98425"/>
            </a:xfrm>
            <a:custGeom>
              <a:avLst/>
              <a:gdLst>
                <a:gd name="T0" fmla="*/ 13 w 43"/>
                <a:gd name="T1" fmla="*/ 1 h 46"/>
                <a:gd name="T2" fmla="*/ 37 w 43"/>
                <a:gd name="T3" fmla="*/ 6 h 46"/>
                <a:gd name="T4" fmla="*/ 42 w 43"/>
                <a:gd name="T5" fmla="*/ 13 h 46"/>
                <a:gd name="T6" fmla="*/ 37 w 43"/>
                <a:gd name="T7" fmla="*/ 40 h 46"/>
                <a:gd name="T8" fmla="*/ 29 w 43"/>
                <a:gd name="T9" fmla="*/ 45 h 46"/>
                <a:gd name="T10" fmla="*/ 6 w 43"/>
                <a:gd name="T11" fmla="*/ 41 h 46"/>
                <a:gd name="T12" fmla="*/ 1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6"/>
                    <a:pt x="37" y="6"/>
                    <a:pt x="37" y="6"/>
                  </a:cubicBezTo>
                  <a:cubicBezTo>
                    <a:pt x="40" y="6"/>
                    <a:pt x="43" y="10"/>
                    <a:pt x="42" y="13"/>
                  </a:cubicBezTo>
                  <a:cubicBezTo>
                    <a:pt x="37" y="40"/>
                    <a:pt x="37" y="40"/>
                    <a:pt x="37" y="40"/>
                  </a:cubicBezTo>
                  <a:cubicBezTo>
                    <a:pt x="36" y="44"/>
                    <a:pt x="33" y="46"/>
                    <a:pt x="29" y="45"/>
                  </a:cubicBezTo>
                  <a:cubicBezTo>
                    <a:pt x="6" y="41"/>
                    <a:pt x="6" y="41"/>
                    <a:pt x="6" y="41"/>
                  </a:cubicBezTo>
                  <a:cubicBezTo>
                    <a:pt x="2" y="40"/>
                    <a:pt x="0" y="37"/>
                    <a:pt x="1" y="33"/>
                  </a:cubicBezTo>
                  <a:cubicBezTo>
                    <a:pt x="6" y="6"/>
                    <a:pt x="6" y="6"/>
                    <a:pt x="6" y="6"/>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1" name="Freeform 49"/>
            <p:cNvSpPr>
              <a:spLocks/>
            </p:cNvSpPr>
            <p:nvPr/>
          </p:nvSpPr>
          <p:spPr bwMode="auto">
            <a:xfrm>
              <a:off x="1512888" y="3400425"/>
              <a:ext cx="90488" cy="98425"/>
            </a:xfrm>
            <a:custGeom>
              <a:avLst/>
              <a:gdLst>
                <a:gd name="T0" fmla="*/ 13 w 43"/>
                <a:gd name="T1" fmla="*/ 1 h 46"/>
                <a:gd name="T2" fmla="*/ 37 w 43"/>
                <a:gd name="T3" fmla="*/ 6 h 46"/>
                <a:gd name="T4" fmla="*/ 42 w 43"/>
                <a:gd name="T5" fmla="*/ 13 h 46"/>
                <a:gd name="T6" fmla="*/ 37 w 43"/>
                <a:gd name="T7" fmla="*/ 40 h 46"/>
                <a:gd name="T8" fmla="*/ 29 w 43"/>
                <a:gd name="T9" fmla="*/ 45 h 46"/>
                <a:gd name="T10" fmla="*/ 6 w 43"/>
                <a:gd name="T11" fmla="*/ 41 h 46"/>
                <a:gd name="T12" fmla="*/ 0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6"/>
                    <a:pt x="37" y="6"/>
                    <a:pt x="37" y="6"/>
                  </a:cubicBezTo>
                  <a:cubicBezTo>
                    <a:pt x="40" y="6"/>
                    <a:pt x="43" y="10"/>
                    <a:pt x="42" y="13"/>
                  </a:cubicBezTo>
                  <a:cubicBezTo>
                    <a:pt x="37" y="40"/>
                    <a:pt x="37" y="40"/>
                    <a:pt x="37" y="40"/>
                  </a:cubicBezTo>
                  <a:cubicBezTo>
                    <a:pt x="36" y="44"/>
                    <a:pt x="33" y="46"/>
                    <a:pt x="29" y="45"/>
                  </a:cubicBezTo>
                  <a:cubicBezTo>
                    <a:pt x="6" y="41"/>
                    <a:pt x="6" y="41"/>
                    <a:pt x="6" y="41"/>
                  </a:cubicBezTo>
                  <a:cubicBezTo>
                    <a:pt x="2" y="40"/>
                    <a:pt x="0" y="37"/>
                    <a:pt x="0" y="33"/>
                  </a:cubicBezTo>
                  <a:cubicBezTo>
                    <a:pt x="6" y="6"/>
                    <a:pt x="6" y="6"/>
                    <a:pt x="6" y="6"/>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2" name="Freeform 50"/>
            <p:cNvSpPr>
              <a:spLocks/>
            </p:cNvSpPr>
            <p:nvPr/>
          </p:nvSpPr>
          <p:spPr bwMode="auto">
            <a:xfrm>
              <a:off x="1412875" y="3381375"/>
              <a:ext cx="88900" cy="98425"/>
            </a:xfrm>
            <a:custGeom>
              <a:avLst/>
              <a:gdLst>
                <a:gd name="T0" fmla="*/ 13 w 42"/>
                <a:gd name="T1" fmla="*/ 1 h 46"/>
                <a:gd name="T2" fmla="*/ 36 w 42"/>
                <a:gd name="T3" fmla="*/ 6 h 46"/>
                <a:gd name="T4" fmla="*/ 42 w 42"/>
                <a:gd name="T5" fmla="*/ 13 h 46"/>
                <a:gd name="T6" fmla="*/ 37 w 42"/>
                <a:gd name="T7" fmla="*/ 40 h 46"/>
                <a:gd name="T8" fmla="*/ 29 w 42"/>
                <a:gd name="T9" fmla="*/ 45 h 46"/>
                <a:gd name="T10" fmla="*/ 5 w 42"/>
                <a:gd name="T11" fmla="*/ 41 h 46"/>
                <a:gd name="T12" fmla="*/ 0 w 42"/>
                <a:gd name="T13" fmla="*/ 33 h 46"/>
                <a:gd name="T14" fmla="*/ 5 w 42"/>
                <a:gd name="T15" fmla="*/ 6 h 46"/>
                <a:gd name="T16" fmla="*/ 13 w 42"/>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6">
                  <a:moveTo>
                    <a:pt x="13" y="1"/>
                  </a:moveTo>
                  <a:cubicBezTo>
                    <a:pt x="36" y="6"/>
                    <a:pt x="36" y="6"/>
                    <a:pt x="36" y="6"/>
                  </a:cubicBezTo>
                  <a:cubicBezTo>
                    <a:pt x="40" y="6"/>
                    <a:pt x="42" y="10"/>
                    <a:pt x="42" y="13"/>
                  </a:cubicBezTo>
                  <a:cubicBezTo>
                    <a:pt x="37" y="40"/>
                    <a:pt x="37" y="40"/>
                    <a:pt x="37" y="40"/>
                  </a:cubicBezTo>
                  <a:cubicBezTo>
                    <a:pt x="36" y="43"/>
                    <a:pt x="32" y="46"/>
                    <a:pt x="29" y="45"/>
                  </a:cubicBezTo>
                  <a:cubicBezTo>
                    <a:pt x="5" y="41"/>
                    <a:pt x="5" y="41"/>
                    <a:pt x="5" y="41"/>
                  </a:cubicBezTo>
                  <a:cubicBezTo>
                    <a:pt x="2" y="40"/>
                    <a:pt x="0" y="37"/>
                    <a:pt x="0" y="33"/>
                  </a:cubicBezTo>
                  <a:cubicBezTo>
                    <a:pt x="5" y="6"/>
                    <a:pt x="5" y="6"/>
                    <a:pt x="5" y="6"/>
                  </a:cubicBezTo>
                  <a:cubicBezTo>
                    <a:pt x="6" y="3"/>
                    <a:pt x="9"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3" name="Freeform 51"/>
            <p:cNvSpPr>
              <a:spLocks/>
            </p:cNvSpPr>
            <p:nvPr/>
          </p:nvSpPr>
          <p:spPr bwMode="auto">
            <a:xfrm>
              <a:off x="1311275" y="3362325"/>
              <a:ext cx="92075" cy="98425"/>
            </a:xfrm>
            <a:custGeom>
              <a:avLst/>
              <a:gdLst>
                <a:gd name="T0" fmla="*/ 14 w 43"/>
                <a:gd name="T1" fmla="*/ 1 h 46"/>
                <a:gd name="T2" fmla="*/ 37 w 43"/>
                <a:gd name="T3" fmla="*/ 5 h 46"/>
                <a:gd name="T4" fmla="*/ 42 w 43"/>
                <a:gd name="T5" fmla="*/ 13 h 46"/>
                <a:gd name="T6" fmla="*/ 37 w 43"/>
                <a:gd name="T7" fmla="*/ 40 h 46"/>
                <a:gd name="T8" fmla="*/ 30 w 43"/>
                <a:gd name="T9" fmla="*/ 45 h 46"/>
                <a:gd name="T10" fmla="*/ 6 w 43"/>
                <a:gd name="T11" fmla="*/ 41 h 46"/>
                <a:gd name="T12" fmla="*/ 1 w 43"/>
                <a:gd name="T13" fmla="*/ 33 h 46"/>
                <a:gd name="T14" fmla="*/ 6 w 43"/>
                <a:gd name="T15" fmla="*/ 6 h 46"/>
                <a:gd name="T16" fmla="*/ 14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4" y="1"/>
                  </a:moveTo>
                  <a:cubicBezTo>
                    <a:pt x="37" y="5"/>
                    <a:pt x="37" y="5"/>
                    <a:pt x="37" y="5"/>
                  </a:cubicBezTo>
                  <a:cubicBezTo>
                    <a:pt x="41" y="6"/>
                    <a:pt x="43" y="10"/>
                    <a:pt x="42" y="13"/>
                  </a:cubicBezTo>
                  <a:cubicBezTo>
                    <a:pt x="37" y="40"/>
                    <a:pt x="37" y="40"/>
                    <a:pt x="37" y="40"/>
                  </a:cubicBezTo>
                  <a:cubicBezTo>
                    <a:pt x="37" y="43"/>
                    <a:pt x="33" y="46"/>
                    <a:pt x="30" y="45"/>
                  </a:cubicBezTo>
                  <a:cubicBezTo>
                    <a:pt x="6" y="41"/>
                    <a:pt x="6" y="41"/>
                    <a:pt x="6" y="41"/>
                  </a:cubicBezTo>
                  <a:cubicBezTo>
                    <a:pt x="3" y="40"/>
                    <a:pt x="0" y="36"/>
                    <a:pt x="1" y="33"/>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4" name="Freeform 52"/>
            <p:cNvSpPr>
              <a:spLocks/>
            </p:cNvSpPr>
            <p:nvPr/>
          </p:nvSpPr>
          <p:spPr bwMode="auto">
            <a:xfrm>
              <a:off x="1211263" y="3343275"/>
              <a:ext cx="92075" cy="98425"/>
            </a:xfrm>
            <a:custGeom>
              <a:avLst/>
              <a:gdLst>
                <a:gd name="T0" fmla="*/ 14 w 43"/>
                <a:gd name="T1" fmla="*/ 1 h 46"/>
                <a:gd name="T2" fmla="*/ 37 w 43"/>
                <a:gd name="T3" fmla="*/ 5 h 46"/>
                <a:gd name="T4" fmla="*/ 42 w 43"/>
                <a:gd name="T5" fmla="*/ 13 h 46"/>
                <a:gd name="T6" fmla="*/ 37 w 43"/>
                <a:gd name="T7" fmla="*/ 40 h 46"/>
                <a:gd name="T8" fmla="*/ 29 w 43"/>
                <a:gd name="T9" fmla="*/ 45 h 46"/>
                <a:gd name="T10" fmla="*/ 6 w 43"/>
                <a:gd name="T11" fmla="*/ 41 h 46"/>
                <a:gd name="T12" fmla="*/ 1 w 43"/>
                <a:gd name="T13" fmla="*/ 33 h 46"/>
                <a:gd name="T14" fmla="*/ 6 w 43"/>
                <a:gd name="T15" fmla="*/ 6 h 46"/>
                <a:gd name="T16" fmla="*/ 14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4" y="1"/>
                  </a:moveTo>
                  <a:cubicBezTo>
                    <a:pt x="37" y="5"/>
                    <a:pt x="37" y="5"/>
                    <a:pt x="37" y="5"/>
                  </a:cubicBezTo>
                  <a:cubicBezTo>
                    <a:pt x="41" y="6"/>
                    <a:pt x="43" y="10"/>
                    <a:pt x="42" y="13"/>
                  </a:cubicBezTo>
                  <a:cubicBezTo>
                    <a:pt x="37" y="40"/>
                    <a:pt x="37" y="40"/>
                    <a:pt x="37" y="40"/>
                  </a:cubicBezTo>
                  <a:cubicBezTo>
                    <a:pt x="37" y="43"/>
                    <a:pt x="33" y="46"/>
                    <a:pt x="29" y="45"/>
                  </a:cubicBezTo>
                  <a:cubicBezTo>
                    <a:pt x="6" y="41"/>
                    <a:pt x="6" y="41"/>
                    <a:pt x="6" y="41"/>
                  </a:cubicBezTo>
                  <a:cubicBezTo>
                    <a:pt x="3" y="40"/>
                    <a:pt x="0" y="36"/>
                    <a:pt x="1" y="33"/>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5" name="Freeform 53"/>
            <p:cNvSpPr>
              <a:spLocks/>
            </p:cNvSpPr>
            <p:nvPr/>
          </p:nvSpPr>
          <p:spPr bwMode="auto">
            <a:xfrm>
              <a:off x="1112838" y="3324225"/>
              <a:ext cx="90488" cy="98425"/>
            </a:xfrm>
            <a:custGeom>
              <a:avLst/>
              <a:gdLst>
                <a:gd name="T0" fmla="*/ 13 w 43"/>
                <a:gd name="T1" fmla="*/ 1 h 46"/>
                <a:gd name="T2" fmla="*/ 37 w 43"/>
                <a:gd name="T3" fmla="*/ 5 h 46"/>
                <a:gd name="T4" fmla="*/ 42 w 43"/>
                <a:gd name="T5" fmla="*/ 13 h 46"/>
                <a:gd name="T6" fmla="*/ 37 w 43"/>
                <a:gd name="T7" fmla="*/ 40 h 46"/>
                <a:gd name="T8" fmla="*/ 29 w 43"/>
                <a:gd name="T9" fmla="*/ 45 h 46"/>
                <a:gd name="T10" fmla="*/ 6 w 43"/>
                <a:gd name="T11" fmla="*/ 40 h 46"/>
                <a:gd name="T12" fmla="*/ 1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5"/>
                    <a:pt x="37" y="5"/>
                    <a:pt x="37" y="5"/>
                  </a:cubicBezTo>
                  <a:cubicBezTo>
                    <a:pt x="40" y="6"/>
                    <a:pt x="43" y="10"/>
                    <a:pt x="42" y="13"/>
                  </a:cubicBezTo>
                  <a:cubicBezTo>
                    <a:pt x="37" y="40"/>
                    <a:pt x="37" y="40"/>
                    <a:pt x="37" y="40"/>
                  </a:cubicBezTo>
                  <a:cubicBezTo>
                    <a:pt x="36" y="43"/>
                    <a:pt x="33" y="46"/>
                    <a:pt x="29" y="45"/>
                  </a:cubicBezTo>
                  <a:cubicBezTo>
                    <a:pt x="6" y="40"/>
                    <a:pt x="6" y="40"/>
                    <a:pt x="6" y="40"/>
                  </a:cubicBezTo>
                  <a:cubicBezTo>
                    <a:pt x="2" y="40"/>
                    <a:pt x="0" y="36"/>
                    <a:pt x="1" y="33"/>
                  </a:cubicBezTo>
                  <a:cubicBezTo>
                    <a:pt x="6" y="6"/>
                    <a:pt x="6" y="6"/>
                    <a:pt x="6" y="6"/>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6" name="Freeform 54"/>
            <p:cNvSpPr>
              <a:spLocks/>
            </p:cNvSpPr>
            <p:nvPr/>
          </p:nvSpPr>
          <p:spPr bwMode="auto">
            <a:xfrm>
              <a:off x="1012825" y="3305175"/>
              <a:ext cx="90488" cy="98425"/>
            </a:xfrm>
            <a:custGeom>
              <a:avLst/>
              <a:gdLst>
                <a:gd name="T0" fmla="*/ 13 w 43"/>
                <a:gd name="T1" fmla="*/ 1 h 46"/>
                <a:gd name="T2" fmla="*/ 37 w 43"/>
                <a:gd name="T3" fmla="*/ 5 h 46"/>
                <a:gd name="T4" fmla="*/ 42 w 43"/>
                <a:gd name="T5" fmla="*/ 13 h 46"/>
                <a:gd name="T6" fmla="*/ 37 w 43"/>
                <a:gd name="T7" fmla="*/ 40 h 46"/>
                <a:gd name="T8" fmla="*/ 29 w 43"/>
                <a:gd name="T9" fmla="*/ 45 h 46"/>
                <a:gd name="T10" fmla="*/ 6 w 43"/>
                <a:gd name="T11" fmla="*/ 40 h 46"/>
                <a:gd name="T12" fmla="*/ 0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5"/>
                    <a:pt x="37" y="5"/>
                    <a:pt x="37" y="5"/>
                  </a:cubicBezTo>
                  <a:cubicBezTo>
                    <a:pt x="40" y="6"/>
                    <a:pt x="43" y="9"/>
                    <a:pt x="42" y="13"/>
                  </a:cubicBezTo>
                  <a:cubicBezTo>
                    <a:pt x="37" y="40"/>
                    <a:pt x="37" y="40"/>
                    <a:pt x="37" y="40"/>
                  </a:cubicBezTo>
                  <a:cubicBezTo>
                    <a:pt x="36" y="43"/>
                    <a:pt x="33" y="46"/>
                    <a:pt x="29" y="45"/>
                  </a:cubicBezTo>
                  <a:cubicBezTo>
                    <a:pt x="6" y="40"/>
                    <a:pt x="6" y="40"/>
                    <a:pt x="6" y="40"/>
                  </a:cubicBezTo>
                  <a:cubicBezTo>
                    <a:pt x="2" y="40"/>
                    <a:pt x="0" y="36"/>
                    <a:pt x="0" y="33"/>
                  </a:cubicBezTo>
                  <a:cubicBezTo>
                    <a:pt x="6" y="6"/>
                    <a:pt x="6" y="6"/>
                    <a:pt x="6" y="6"/>
                  </a:cubicBezTo>
                  <a:cubicBezTo>
                    <a:pt x="6" y="2"/>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7" name="Freeform 55"/>
            <p:cNvSpPr>
              <a:spLocks/>
            </p:cNvSpPr>
            <p:nvPr/>
          </p:nvSpPr>
          <p:spPr bwMode="auto">
            <a:xfrm>
              <a:off x="912813" y="3286125"/>
              <a:ext cx="88900" cy="96838"/>
            </a:xfrm>
            <a:custGeom>
              <a:avLst/>
              <a:gdLst>
                <a:gd name="T0" fmla="*/ 13 w 42"/>
                <a:gd name="T1" fmla="*/ 1 h 46"/>
                <a:gd name="T2" fmla="*/ 36 w 42"/>
                <a:gd name="T3" fmla="*/ 5 h 46"/>
                <a:gd name="T4" fmla="*/ 42 w 42"/>
                <a:gd name="T5" fmla="*/ 13 h 46"/>
                <a:gd name="T6" fmla="*/ 37 w 42"/>
                <a:gd name="T7" fmla="*/ 40 h 46"/>
                <a:gd name="T8" fmla="*/ 29 w 42"/>
                <a:gd name="T9" fmla="*/ 45 h 46"/>
                <a:gd name="T10" fmla="*/ 5 w 42"/>
                <a:gd name="T11" fmla="*/ 40 h 46"/>
                <a:gd name="T12" fmla="*/ 0 w 42"/>
                <a:gd name="T13" fmla="*/ 33 h 46"/>
                <a:gd name="T14" fmla="*/ 5 w 42"/>
                <a:gd name="T15" fmla="*/ 6 h 46"/>
                <a:gd name="T16" fmla="*/ 13 w 42"/>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6">
                  <a:moveTo>
                    <a:pt x="13" y="1"/>
                  </a:moveTo>
                  <a:cubicBezTo>
                    <a:pt x="36" y="5"/>
                    <a:pt x="36" y="5"/>
                    <a:pt x="36" y="5"/>
                  </a:cubicBezTo>
                  <a:cubicBezTo>
                    <a:pt x="40" y="6"/>
                    <a:pt x="42" y="9"/>
                    <a:pt x="42" y="13"/>
                  </a:cubicBezTo>
                  <a:cubicBezTo>
                    <a:pt x="37" y="40"/>
                    <a:pt x="37" y="40"/>
                    <a:pt x="37" y="40"/>
                  </a:cubicBezTo>
                  <a:cubicBezTo>
                    <a:pt x="36" y="43"/>
                    <a:pt x="32" y="46"/>
                    <a:pt x="29" y="45"/>
                  </a:cubicBezTo>
                  <a:cubicBezTo>
                    <a:pt x="5" y="40"/>
                    <a:pt x="5" y="40"/>
                    <a:pt x="5" y="40"/>
                  </a:cubicBezTo>
                  <a:cubicBezTo>
                    <a:pt x="2" y="40"/>
                    <a:pt x="0" y="36"/>
                    <a:pt x="0" y="33"/>
                  </a:cubicBezTo>
                  <a:cubicBezTo>
                    <a:pt x="5" y="6"/>
                    <a:pt x="5" y="6"/>
                    <a:pt x="5" y="6"/>
                  </a:cubicBezTo>
                  <a:cubicBezTo>
                    <a:pt x="6" y="2"/>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8" name="Freeform 56"/>
            <p:cNvSpPr>
              <a:spLocks/>
            </p:cNvSpPr>
            <p:nvPr/>
          </p:nvSpPr>
          <p:spPr bwMode="auto">
            <a:xfrm>
              <a:off x="811213" y="3267075"/>
              <a:ext cx="92075" cy="95250"/>
            </a:xfrm>
            <a:custGeom>
              <a:avLst/>
              <a:gdLst>
                <a:gd name="T0" fmla="*/ 14 w 43"/>
                <a:gd name="T1" fmla="*/ 1 h 45"/>
                <a:gd name="T2" fmla="*/ 37 w 43"/>
                <a:gd name="T3" fmla="*/ 5 h 45"/>
                <a:gd name="T4" fmla="*/ 43 w 43"/>
                <a:gd name="T5" fmla="*/ 13 h 45"/>
                <a:gd name="T6" fmla="*/ 37 w 43"/>
                <a:gd name="T7" fmla="*/ 40 h 45"/>
                <a:gd name="T8" fmla="*/ 30 w 43"/>
                <a:gd name="T9" fmla="*/ 45 h 45"/>
                <a:gd name="T10" fmla="*/ 6 w 43"/>
                <a:gd name="T11" fmla="*/ 40 h 45"/>
                <a:gd name="T12" fmla="*/ 1 w 43"/>
                <a:gd name="T13" fmla="*/ 33 h 45"/>
                <a:gd name="T14" fmla="*/ 6 w 43"/>
                <a:gd name="T15" fmla="*/ 6 h 45"/>
                <a:gd name="T16" fmla="*/ 14 w 43"/>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4" y="1"/>
                  </a:moveTo>
                  <a:cubicBezTo>
                    <a:pt x="37" y="5"/>
                    <a:pt x="37" y="5"/>
                    <a:pt x="37" y="5"/>
                  </a:cubicBezTo>
                  <a:cubicBezTo>
                    <a:pt x="41" y="6"/>
                    <a:pt x="43" y="9"/>
                    <a:pt x="43" y="13"/>
                  </a:cubicBezTo>
                  <a:cubicBezTo>
                    <a:pt x="37" y="40"/>
                    <a:pt x="37" y="40"/>
                    <a:pt x="37" y="40"/>
                  </a:cubicBezTo>
                  <a:cubicBezTo>
                    <a:pt x="37" y="43"/>
                    <a:pt x="33" y="45"/>
                    <a:pt x="30" y="45"/>
                  </a:cubicBezTo>
                  <a:cubicBezTo>
                    <a:pt x="6" y="40"/>
                    <a:pt x="6" y="40"/>
                    <a:pt x="6" y="40"/>
                  </a:cubicBezTo>
                  <a:cubicBezTo>
                    <a:pt x="3" y="40"/>
                    <a:pt x="0" y="36"/>
                    <a:pt x="1" y="33"/>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9" name="Freeform 57"/>
            <p:cNvSpPr>
              <a:spLocks/>
            </p:cNvSpPr>
            <p:nvPr/>
          </p:nvSpPr>
          <p:spPr bwMode="auto">
            <a:xfrm>
              <a:off x="711200" y="3248025"/>
              <a:ext cx="92075" cy="95250"/>
            </a:xfrm>
            <a:custGeom>
              <a:avLst/>
              <a:gdLst>
                <a:gd name="T0" fmla="*/ 14 w 43"/>
                <a:gd name="T1" fmla="*/ 1 h 45"/>
                <a:gd name="T2" fmla="*/ 37 w 43"/>
                <a:gd name="T3" fmla="*/ 5 h 45"/>
                <a:gd name="T4" fmla="*/ 42 w 43"/>
                <a:gd name="T5" fmla="*/ 13 h 45"/>
                <a:gd name="T6" fmla="*/ 37 w 43"/>
                <a:gd name="T7" fmla="*/ 39 h 45"/>
                <a:gd name="T8" fmla="*/ 30 w 43"/>
                <a:gd name="T9" fmla="*/ 45 h 45"/>
                <a:gd name="T10" fmla="*/ 6 w 43"/>
                <a:gd name="T11" fmla="*/ 40 h 45"/>
                <a:gd name="T12" fmla="*/ 1 w 43"/>
                <a:gd name="T13" fmla="*/ 33 h 45"/>
                <a:gd name="T14" fmla="*/ 6 w 43"/>
                <a:gd name="T15" fmla="*/ 6 h 45"/>
                <a:gd name="T16" fmla="*/ 14 w 43"/>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4" y="1"/>
                  </a:moveTo>
                  <a:cubicBezTo>
                    <a:pt x="37" y="5"/>
                    <a:pt x="37" y="5"/>
                    <a:pt x="37" y="5"/>
                  </a:cubicBezTo>
                  <a:cubicBezTo>
                    <a:pt x="41" y="6"/>
                    <a:pt x="43" y="9"/>
                    <a:pt x="42" y="13"/>
                  </a:cubicBezTo>
                  <a:cubicBezTo>
                    <a:pt x="37" y="39"/>
                    <a:pt x="37" y="39"/>
                    <a:pt x="37" y="39"/>
                  </a:cubicBezTo>
                  <a:cubicBezTo>
                    <a:pt x="37" y="43"/>
                    <a:pt x="33" y="45"/>
                    <a:pt x="30" y="45"/>
                  </a:cubicBezTo>
                  <a:cubicBezTo>
                    <a:pt x="6" y="40"/>
                    <a:pt x="6" y="40"/>
                    <a:pt x="6" y="40"/>
                  </a:cubicBezTo>
                  <a:cubicBezTo>
                    <a:pt x="3" y="40"/>
                    <a:pt x="0" y="36"/>
                    <a:pt x="1" y="33"/>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0" name="Freeform 58"/>
            <p:cNvSpPr>
              <a:spLocks/>
            </p:cNvSpPr>
            <p:nvPr/>
          </p:nvSpPr>
          <p:spPr bwMode="auto">
            <a:xfrm>
              <a:off x="612775" y="3228975"/>
              <a:ext cx="90488" cy="95250"/>
            </a:xfrm>
            <a:custGeom>
              <a:avLst/>
              <a:gdLst>
                <a:gd name="T0" fmla="*/ 14 w 43"/>
                <a:gd name="T1" fmla="*/ 1 h 45"/>
                <a:gd name="T2" fmla="*/ 37 w 43"/>
                <a:gd name="T3" fmla="*/ 5 h 45"/>
                <a:gd name="T4" fmla="*/ 42 w 43"/>
                <a:gd name="T5" fmla="*/ 13 h 45"/>
                <a:gd name="T6" fmla="*/ 37 w 43"/>
                <a:gd name="T7" fmla="*/ 39 h 45"/>
                <a:gd name="T8" fmla="*/ 29 w 43"/>
                <a:gd name="T9" fmla="*/ 45 h 45"/>
                <a:gd name="T10" fmla="*/ 6 w 43"/>
                <a:gd name="T11" fmla="*/ 40 h 45"/>
                <a:gd name="T12" fmla="*/ 1 w 43"/>
                <a:gd name="T13" fmla="*/ 32 h 45"/>
                <a:gd name="T14" fmla="*/ 6 w 43"/>
                <a:gd name="T15" fmla="*/ 6 h 45"/>
                <a:gd name="T16" fmla="*/ 14 w 43"/>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4" y="1"/>
                  </a:moveTo>
                  <a:cubicBezTo>
                    <a:pt x="37" y="5"/>
                    <a:pt x="37" y="5"/>
                    <a:pt x="37" y="5"/>
                  </a:cubicBezTo>
                  <a:cubicBezTo>
                    <a:pt x="40" y="6"/>
                    <a:pt x="43" y="9"/>
                    <a:pt x="42" y="13"/>
                  </a:cubicBezTo>
                  <a:cubicBezTo>
                    <a:pt x="37" y="39"/>
                    <a:pt x="37" y="39"/>
                    <a:pt x="37" y="39"/>
                  </a:cubicBezTo>
                  <a:cubicBezTo>
                    <a:pt x="36" y="43"/>
                    <a:pt x="33" y="45"/>
                    <a:pt x="29" y="45"/>
                  </a:cubicBezTo>
                  <a:cubicBezTo>
                    <a:pt x="6" y="40"/>
                    <a:pt x="6" y="40"/>
                    <a:pt x="6" y="40"/>
                  </a:cubicBezTo>
                  <a:cubicBezTo>
                    <a:pt x="2" y="40"/>
                    <a:pt x="0" y="36"/>
                    <a:pt x="1" y="32"/>
                  </a:cubicBezTo>
                  <a:cubicBezTo>
                    <a:pt x="6" y="6"/>
                    <a:pt x="6" y="6"/>
                    <a:pt x="6"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1" name="Freeform 59"/>
            <p:cNvSpPr>
              <a:spLocks/>
            </p:cNvSpPr>
            <p:nvPr/>
          </p:nvSpPr>
          <p:spPr bwMode="auto">
            <a:xfrm>
              <a:off x="512763" y="3209925"/>
              <a:ext cx="90488" cy="95250"/>
            </a:xfrm>
            <a:custGeom>
              <a:avLst/>
              <a:gdLst>
                <a:gd name="T0" fmla="*/ 13 w 43"/>
                <a:gd name="T1" fmla="*/ 0 h 45"/>
                <a:gd name="T2" fmla="*/ 37 w 43"/>
                <a:gd name="T3" fmla="*/ 5 h 45"/>
                <a:gd name="T4" fmla="*/ 42 w 43"/>
                <a:gd name="T5" fmla="*/ 13 h 45"/>
                <a:gd name="T6" fmla="*/ 37 w 43"/>
                <a:gd name="T7" fmla="*/ 39 h 45"/>
                <a:gd name="T8" fmla="*/ 29 w 43"/>
                <a:gd name="T9" fmla="*/ 45 h 45"/>
                <a:gd name="T10" fmla="*/ 6 w 43"/>
                <a:gd name="T11" fmla="*/ 40 h 45"/>
                <a:gd name="T12" fmla="*/ 0 w 43"/>
                <a:gd name="T13" fmla="*/ 32 h 45"/>
                <a:gd name="T14" fmla="*/ 6 w 43"/>
                <a:gd name="T15" fmla="*/ 6 h 45"/>
                <a:gd name="T16" fmla="*/ 13 w 43"/>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3" y="0"/>
                  </a:moveTo>
                  <a:cubicBezTo>
                    <a:pt x="37" y="5"/>
                    <a:pt x="37" y="5"/>
                    <a:pt x="37" y="5"/>
                  </a:cubicBezTo>
                  <a:cubicBezTo>
                    <a:pt x="40" y="6"/>
                    <a:pt x="43" y="9"/>
                    <a:pt x="42" y="13"/>
                  </a:cubicBezTo>
                  <a:cubicBezTo>
                    <a:pt x="37" y="39"/>
                    <a:pt x="37" y="39"/>
                    <a:pt x="37" y="39"/>
                  </a:cubicBezTo>
                  <a:cubicBezTo>
                    <a:pt x="36" y="43"/>
                    <a:pt x="33" y="45"/>
                    <a:pt x="29" y="45"/>
                  </a:cubicBezTo>
                  <a:cubicBezTo>
                    <a:pt x="6" y="40"/>
                    <a:pt x="6" y="40"/>
                    <a:pt x="6" y="40"/>
                  </a:cubicBezTo>
                  <a:cubicBezTo>
                    <a:pt x="2" y="39"/>
                    <a:pt x="0" y="36"/>
                    <a:pt x="0" y="32"/>
                  </a:cubicBezTo>
                  <a:cubicBezTo>
                    <a:pt x="6" y="6"/>
                    <a:pt x="6" y="6"/>
                    <a:pt x="6" y="6"/>
                  </a:cubicBezTo>
                  <a:cubicBezTo>
                    <a:pt x="6" y="2"/>
                    <a:pt x="10" y="0"/>
                    <a:pt x="13"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2" name="Freeform 60"/>
            <p:cNvSpPr>
              <a:spLocks/>
            </p:cNvSpPr>
            <p:nvPr/>
          </p:nvSpPr>
          <p:spPr bwMode="auto">
            <a:xfrm>
              <a:off x="409575" y="3189287"/>
              <a:ext cx="90488" cy="96838"/>
            </a:xfrm>
            <a:custGeom>
              <a:avLst/>
              <a:gdLst>
                <a:gd name="T0" fmla="*/ 14 w 43"/>
                <a:gd name="T1" fmla="*/ 1 h 46"/>
                <a:gd name="T2" fmla="*/ 37 w 43"/>
                <a:gd name="T3" fmla="*/ 6 h 46"/>
                <a:gd name="T4" fmla="*/ 43 w 43"/>
                <a:gd name="T5" fmla="*/ 14 h 46"/>
                <a:gd name="T6" fmla="*/ 38 w 43"/>
                <a:gd name="T7" fmla="*/ 40 h 46"/>
                <a:gd name="T8" fmla="*/ 30 w 43"/>
                <a:gd name="T9" fmla="*/ 45 h 46"/>
                <a:gd name="T10" fmla="*/ 6 w 43"/>
                <a:gd name="T11" fmla="*/ 41 h 46"/>
                <a:gd name="T12" fmla="*/ 1 w 43"/>
                <a:gd name="T13" fmla="*/ 33 h 46"/>
                <a:gd name="T14" fmla="*/ 6 w 43"/>
                <a:gd name="T15" fmla="*/ 6 h 46"/>
                <a:gd name="T16" fmla="*/ 14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4" y="1"/>
                  </a:moveTo>
                  <a:cubicBezTo>
                    <a:pt x="37" y="6"/>
                    <a:pt x="37" y="6"/>
                    <a:pt x="37" y="6"/>
                  </a:cubicBezTo>
                  <a:cubicBezTo>
                    <a:pt x="41" y="6"/>
                    <a:pt x="43" y="10"/>
                    <a:pt x="43" y="14"/>
                  </a:cubicBezTo>
                  <a:cubicBezTo>
                    <a:pt x="38" y="40"/>
                    <a:pt x="38" y="40"/>
                    <a:pt x="38" y="40"/>
                  </a:cubicBezTo>
                  <a:cubicBezTo>
                    <a:pt x="37" y="44"/>
                    <a:pt x="33" y="46"/>
                    <a:pt x="30" y="45"/>
                  </a:cubicBezTo>
                  <a:cubicBezTo>
                    <a:pt x="6" y="41"/>
                    <a:pt x="6" y="41"/>
                    <a:pt x="6" y="41"/>
                  </a:cubicBezTo>
                  <a:cubicBezTo>
                    <a:pt x="2" y="40"/>
                    <a:pt x="0" y="37"/>
                    <a:pt x="1" y="33"/>
                  </a:cubicBezTo>
                  <a:cubicBezTo>
                    <a:pt x="6" y="6"/>
                    <a:pt x="6" y="6"/>
                    <a:pt x="6"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3" name="Freeform 61"/>
            <p:cNvSpPr>
              <a:spLocks/>
            </p:cNvSpPr>
            <p:nvPr/>
          </p:nvSpPr>
          <p:spPr bwMode="auto">
            <a:xfrm>
              <a:off x="390525" y="3287712"/>
              <a:ext cx="147638" cy="109538"/>
            </a:xfrm>
            <a:custGeom>
              <a:avLst/>
              <a:gdLst>
                <a:gd name="T0" fmla="*/ 14 w 70"/>
                <a:gd name="T1" fmla="*/ 1 h 51"/>
                <a:gd name="T2" fmla="*/ 63 w 70"/>
                <a:gd name="T3" fmla="*/ 10 h 51"/>
                <a:gd name="T4" fmla="*/ 69 w 70"/>
                <a:gd name="T5" fmla="*/ 19 h 51"/>
                <a:gd name="T6" fmla="*/ 64 w 70"/>
                <a:gd name="T7" fmla="*/ 44 h 51"/>
                <a:gd name="T8" fmla="*/ 56 w 70"/>
                <a:gd name="T9" fmla="*/ 50 h 51"/>
                <a:gd name="T10" fmla="*/ 7 w 70"/>
                <a:gd name="T11" fmla="*/ 40 h 51"/>
                <a:gd name="T12" fmla="*/ 1 w 70"/>
                <a:gd name="T13" fmla="*/ 32 h 51"/>
                <a:gd name="T14" fmla="*/ 6 w 70"/>
                <a:gd name="T15" fmla="*/ 6 h 51"/>
                <a:gd name="T16" fmla="*/ 14 w 70"/>
                <a:gd name="T17"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51">
                  <a:moveTo>
                    <a:pt x="14" y="1"/>
                  </a:moveTo>
                  <a:cubicBezTo>
                    <a:pt x="63" y="10"/>
                    <a:pt x="63" y="10"/>
                    <a:pt x="63" y="10"/>
                  </a:cubicBezTo>
                  <a:cubicBezTo>
                    <a:pt x="67" y="11"/>
                    <a:pt x="70" y="15"/>
                    <a:pt x="69" y="19"/>
                  </a:cubicBezTo>
                  <a:cubicBezTo>
                    <a:pt x="64" y="44"/>
                    <a:pt x="64" y="44"/>
                    <a:pt x="64" y="44"/>
                  </a:cubicBezTo>
                  <a:cubicBezTo>
                    <a:pt x="63" y="48"/>
                    <a:pt x="59" y="51"/>
                    <a:pt x="56" y="50"/>
                  </a:cubicBezTo>
                  <a:cubicBezTo>
                    <a:pt x="7" y="40"/>
                    <a:pt x="7" y="40"/>
                    <a:pt x="7" y="40"/>
                  </a:cubicBezTo>
                  <a:cubicBezTo>
                    <a:pt x="3" y="40"/>
                    <a:pt x="0" y="36"/>
                    <a:pt x="1" y="32"/>
                  </a:cubicBezTo>
                  <a:cubicBezTo>
                    <a:pt x="6" y="6"/>
                    <a:pt x="6" y="6"/>
                    <a:pt x="6"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4" name="Freeform 62"/>
            <p:cNvSpPr>
              <a:spLocks/>
            </p:cNvSpPr>
            <p:nvPr/>
          </p:nvSpPr>
          <p:spPr bwMode="auto">
            <a:xfrm>
              <a:off x="371475" y="3386137"/>
              <a:ext cx="166688" cy="112713"/>
            </a:xfrm>
            <a:custGeom>
              <a:avLst/>
              <a:gdLst>
                <a:gd name="T0" fmla="*/ 14 w 79"/>
                <a:gd name="T1" fmla="*/ 1 h 53"/>
                <a:gd name="T2" fmla="*/ 73 w 79"/>
                <a:gd name="T3" fmla="*/ 12 h 53"/>
                <a:gd name="T4" fmla="*/ 78 w 79"/>
                <a:gd name="T5" fmla="*/ 21 h 53"/>
                <a:gd name="T6" fmla="*/ 73 w 79"/>
                <a:gd name="T7" fmla="*/ 46 h 53"/>
                <a:gd name="T8" fmla="*/ 65 w 79"/>
                <a:gd name="T9" fmla="*/ 52 h 53"/>
                <a:gd name="T10" fmla="*/ 7 w 79"/>
                <a:gd name="T11" fmla="*/ 41 h 53"/>
                <a:gd name="T12" fmla="*/ 1 w 79"/>
                <a:gd name="T13" fmla="*/ 32 h 53"/>
                <a:gd name="T14" fmla="*/ 6 w 79"/>
                <a:gd name="T15" fmla="*/ 7 h 53"/>
                <a:gd name="T16" fmla="*/ 14 w 79"/>
                <a:gd name="T17"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53">
                  <a:moveTo>
                    <a:pt x="14" y="1"/>
                  </a:moveTo>
                  <a:cubicBezTo>
                    <a:pt x="73" y="12"/>
                    <a:pt x="73" y="12"/>
                    <a:pt x="73" y="12"/>
                  </a:cubicBezTo>
                  <a:cubicBezTo>
                    <a:pt x="76" y="13"/>
                    <a:pt x="79" y="17"/>
                    <a:pt x="78" y="21"/>
                  </a:cubicBezTo>
                  <a:cubicBezTo>
                    <a:pt x="73" y="46"/>
                    <a:pt x="73" y="46"/>
                    <a:pt x="73" y="46"/>
                  </a:cubicBezTo>
                  <a:cubicBezTo>
                    <a:pt x="73" y="50"/>
                    <a:pt x="69" y="53"/>
                    <a:pt x="65" y="52"/>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5" name="Freeform 63"/>
            <p:cNvSpPr>
              <a:spLocks/>
            </p:cNvSpPr>
            <p:nvPr/>
          </p:nvSpPr>
          <p:spPr bwMode="auto">
            <a:xfrm>
              <a:off x="352425" y="3486150"/>
              <a:ext cx="219075" cy="120650"/>
            </a:xfrm>
            <a:custGeom>
              <a:avLst/>
              <a:gdLst>
                <a:gd name="T0" fmla="*/ 14 w 104"/>
                <a:gd name="T1" fmla="*/ 1 h 57"/>
                <a:gd name="T2" fmla="*/ 98 w 104"/>
                <a:gd name="T3" fmla="*/ 17 h 57"/>
                <a:gd name="T4" fmla="*/ 104 w 104"/>
                <a:gd name="T5" fmla="*/ 25 h 57"/>
                <a:gd name="T6" fmla="*/ 99 w 104"/>
                <a:gd name="T7" fmla="*/ 51 h 57"/>
                <a:gd name="T8" fmla="*/ 90 w 104"/>
                <a:gd name="T9" fmla="*/ 56 h 57"/>
                <a:gd name="T10" fmla="*/ 7 w 104"/>
                <a:gd name="T11" fmla="*/ 40 h 57"/>
                <a:gd name="T12" fmla="*/ 1 w 104"/>
                <a:gd name="T13" fmla="*/ 32 h 57"/>
                <a:gd name="T14" fmla="*/ 6 w 104"/>
                <a:gd name="T15" fmla="*/ 6 h 57"/>
                <a:gd name="T16" fmla="*/ 14 w 104"/>
                <a:gd name="T17"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57">
                  <a:moveTo>
                    <a:pt x="14" y="1"/>
                  </a:moveTo>
                  <a:cubicBezTo>
                    <a:pt x="98" y="17"/>
                    <a:pt x="98" y="17"/>
                    <a:pt x="98" y="17"/>
                  </a:cubicBezTo>
                  <a:cubicBezTo>
                    <a:pt x="102" y="18"/>
                    <a:pt x="104" y="21"/>
                    <a:pt x="104" y="25"/>
                  </a:cubicBezTo>
                  <a:cubicBezTo>
                    <a:pt x="99" y="51"/>
                    <a:pt x="99" y="51"/>
                    <a:pt x="99" y="51"/>
                  </a:cubicBezTo>
                  <a:cubicBezTo>
                    <a:pt x="98" y="55"/>
                    <a:pt x="94" y="57"/>
                    <a:pt x="90" y="56"/>
                  </a:cubicBezTo>
                  <a:cubicBezTo>
                    <a:pt x="7" y="40"/>
                    <a:pt x="7" y="40"/>
                    <a:pt x="7" y="40"/>
                  </a:cubicBezTo>
                  <a:cubicBezTo>
                    <a:pt x="3" y="40"/>
                    <a:pt x="0" y="36"/>
                    <a:pt x="1" y="32"/>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6" name="Freeform 64"/>
            <p:cNvSpPr>
              <a:spLocks/>
            </p:cNvSpPr>
            <p:nvPr/>
          </p:nvSpPr>
          <p:spPr bwMode="auto">
            <a:xfrm>
              <a:off x="333375" y="3582987"/>
              <a:ext cx="117475" cy="101600"/>
            </a:xfrm>
            <a:custGeom>
              <a:avLst/>
              <a:gdLst>
                <a:gd name="T0" fmla="*/ 14 w 56"/>
                <a:gd name="T1" fmla="*/ 1 h 48"/>
                <a:gd name="T2" fmla="*/ 49 w 56"/>
                <a:gd name="T3" fmla="*/ 8 h 48"/>
                <a:gd name="T4" fmla="*/ 55 w 56"/>
                <a:gd name="T5" fmla="*/ 16 h 48"/>
                <a:gd name="T6" fmla="*/ 50 w 56"/>
                <a:gd name="T7" fmla="*/ 42 h 48"/>
                <a:gd name="T8" fmla="*/ 41 w 56"/>
                <a:gd name="T9" fmla="*/ 48 h 48"/>
                <a:gd name="T10" fmla="*/ 7 w 56"/>
                <a:gd name="T11" fmla="*/ 41 h 48"/>
                <a:gd name="T12" fmla="*/ 1 w 56"/>
                <a:gd name="T13" fmla="*/ 32 h 48"/>
                <a:gd name="T14" fmla="*/ 6 w 56"/>
                <a:gd name="T15" fmla="*/ 7 h 48"/>
                <a:gd name="T16" fmla="*/ 14 w 56"/>
                <a:gd name="T17" fmla="*/ 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48">
                  <a:moveTo>
                    <a:pt x="14" y="1"/>
                  </a:moveTo>
                  <a:cubicBezTo>
                    <a:pt x="49" y="8"/>
                    <a:pt x="49" y="8"/>
                    <a:pt x="49" y="8"/>
                  </a:cubicBezTo>
                  <a:cubicBezTo>
                    <a:pt x="53" y="9"/>
                    <a:pt x="56" y="12"/>
                    <a:pt x="55" y="16"/>
                  </a:cubicBezTo>
                  <a:cubicBezTo>
                    <a:pt x="50" y="42"/>
                    <a:pt x="50" y="42"/>
                    <a:pt x="50" y="42"/>
                  </a:cubicBezTo>
                  <a:cubicBezTo>
                    <a:pt x="49" y="46"/>
                    <a:pt x="45" y="48"/>
                    <a:pt x="41" y="48"/>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7" name="Freeform 65"/>
            <p:cNvSpPr>
              <a:spLocks/>
            </p:cNvSpPr>
            <p:nvPr/>
          </p:nvSpPr>
          <p:spPr bwMode="auto">
            <a:xfrm>
              <a:off x="536575" y="3316287"/>
              <a:ext cx="95250" cy="96838"/>
            </a:xfrm>
            <a:custGeom>
              <a:avLst/>
              <a:gdLst>
                <a:gd name="T0" fmla="*/ 14 w 45"/>
                <a:gd name="T1" fmla="*/ 1 h 46"/>
                <a:gd name="T2" fmla="*/ 39 w 45"/>
                <a:gd name="T3" fmla="*/ 6 h 46"/>
                <a:gd name="T4" fmla="*/ 45 w 45"/>
                <a:gd name="T5" fmla="*/ 14 h 46"/>
                <a:gd name="T6" fmla="*/ 40 w 45"/>
                <a:gd name="T7" fmla="*/ 40 h 46"/>
                <a:gd name="T8" fmla="*/ 32 w 45"/>
                <a:gd name="T9" fmla="*/ 45 h 46"/>
                <a:gd name="T10" fmla="*/ 6 w 45"/>
                <a:gd name="T11" fmla="*/ 41 h 46"/>
                <a:gd name="T12" fmla="*/ 1 w 45"/>
                <a:gd name="T13" fmla="*/ 32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4"/>
                    <a:pt x="35" y="46"/>
                    <a:pt x="32" y="45"/>
                  </a:cubicBezTo>
                  <a:cubicBezTo>
                    <a:pt x="6" y="41"/>
                    <a:pt x="6" y="41"/>
                    <a:pt x="6"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8" name="Freeform 66"/>
            <p:cNvSpPr>
              <a:spLocks/>
            </p:cNvSpPr>
            <p:nvPr/>
          </p:nvSpPr>
          <p:spPr bwMode="auto">
            <a:xfrm>
              <a:off x="638175" y="333533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3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5" y="46"/>
                    <a:pt x="32" y="46"/>
                  </a:cubicBezTo>
                  <a:cubicBezTo>
                    <a:pt x="7" y="41"/>
                    <a:pt x="7" y="41"/>
                    <a:pt x="7" y="41"/>
                  </a:cubicBezTo>
                  <a:cubicBezTo>
                    <a:pt x="3" y="40"/>
                    <a:pt x="0" y="36"/>
                    <a:pt x="1" y="33"/>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9" name="Freeform 67"/>
            <p:cNvSpPr>
              <a:spLocks/>
            </p:cNvSpPr>
            <p:nvPr/>
          </p:nvSpPr>
          <p:spPr bwMode="auto">
            <a:xfrm>
              <a:off x="739775" y="3355975"/>
              <a:ext cx="96838" cy="98425"/>
            </a:xfrm>
            <a:custGeom>
              <a:avLst/>
              <a:gdLst>
                <a:gd name="T0" fmla="*/ 14 w 46"/>
                <a:gd name="T1" fmla="*/ 0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0" name="Freeform 68"/>
            <p:cNvSpPr>
              <a:spLocks/>
            </p:cNvSpPr>
            <p:nvPr/>
          </p:nvSpPr>
          <p:spPr bwMode="auto">
            <a:xfrm>
              <a:off x="841375" y="3375025"/>
              <a:ext cx="96838" cy="98425"/>
            </a:xfrm>
            <a:custGeom>
              <a:avLst/>
              <a:gdLst>
                <a:gd name="T0" fmla="*/ 14 w 46"/>
                <a:gd name="T1" fmla="*/ 1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40"/>
                    <a:pt x="0" y="36"/>
                    <a:pt x="1" y="32"/>
                  </a:cubicBezTo>
                  <a:cubicBezTo>
                    <a:pt x="6" y="6"/>
                    <a:pt x="6" y="6"/>
                    <a:pt x="6" y="6"/>
                  </a:cubicBezTo>
                  <a:cubicBezTo>
                    <a:pt x="7" y="2"/>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1" name="Freeform 69"/>
            <p:cNvSpPr>
              <a:spLocks/>
            </p:cNvSpPr>
            <p:nvPr/>
          </p:nvSpPr>
          <p:spPr bwMode="auto">
            <a:xfrm>
              <a:off x="942975" y="3394075"/>
              <a:ext cx="96838" cy="98425"/>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6" y="46"/>
                    <a:pt x="32" y="45"/>
                  </a:cubicBezTo>
                  <a:cubicBezTo>
                    <a:pt x="7" y="41"/>
                    <a:pt x="7" y="41"/>
                    <a:pt x="7" y="41"/>
                  </a:cubicBezTo>
                  <a:cubicBezTo>
                    <a:pt x="3" y="40"/>
                    <a:pt x="0" y="36"/>
                    <a:pt x="1" y="32"/>
                  </a:cubicBezTo>
                  <a:cubicBezTo>
                    <a:pt x="6" y="7"/>
                    <a:pt x="6" y="7"/>
                    <a:pt x="6" y="7"/>
                  </a:cubicBezTo>
                  <a:cubicBezTo>
                    <a:pt x="7" y="3"/>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2" name="Freeform 70"/>
            <p:cNvSpPr>
              <a:spLocks/>
            </p:cNvSpPr>
            <p:nvPr/>
          </p:nvSpPr>
          <p:spPr bwMode="auto">
            <a:xfrm>
              <a:off x="1046163" y="3413125"/>
              <a:ext cx="95250" cy="98425"/>
            </a:xfrm>
            <a:custGeom>
              <a:avLst/>
              <a:gdLst>
                <a:gd name="T0" fmla="*/ 13 w 45"/>
                <a:gd name="T1" fmla="*/ 1 h 46"/>
                <a:gd name="T2" fmla="*/ 39 w 45"/>
                <a:gd name="T3" fmla="*/ 6 h 46"/>
                <a:gd name="T4" fmla="*/ 44 w 45"/>
                <a:gd name="T5" fmla="*/ 14 h 46"/>
                <a:gd name="T6" fmla="*/ 39 w 45"/>
                <a:gd name="T7" fmla="*/ 40 h 46"/>
                <a:gd name="T8" fmla="*/ 31 w 45"/>
                <a:gd name="T9" fmla="*/ 46 h 46"/>
                <a:gd name="T10" fmla="*/ 6 w 45"/>
                <a:gd name="T11" fmla="*/ 41 h 46"/>
                <a:gd name="T12" fmla="*/ 0 w 45"/>
                <a:gd name="T13" fmla="*/ 32 h 46"/>
                <a:gd name="T14" fmla="*/ 5 w 45"/>
                <a:gd name="T15" fmla="*/ 7 h 46"/>
                <a:gd name="T16" fmla="*/ 13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3" y="1"/>
                  </a:moveTo>
                  <a:cubicBezTo>
                    <a:pt x="39" y="6"/>
                    <a:pt x="39" y="6"/>
                    <a:pt x="39" y="6"/>
                  </a:cubicBezTo>
                  <a:cubicBezTo>
                    <a:pt x="42" y="7"/>
                    <a:pt x="45" y="10"/>
                    <a:pt x="44" y="14"/>
                  </a:cubicBezTo>
                  <a:cubicBezTo>
                    <a:pt x="39" y="40"/>
                    <a:pt x="39" y="40"/>
                    <a:pt x="39" y="40"/>
                  </a:cubicBezTo>
                  <a:cubicBezTo>
                    <a:pt x="38" y="44"/>
                    <a:pt x="35" y="46"/>
                    <a:pt x="31" y="46"/>
                  </a:cubicBezTo>
                  <a:cubicBezTo>
                    <a:pt x="6" y="41"/>
                    <a:pt x="6" y="41"/>
                    <a:pt x="6" y="41"/>
                  </a:cubicBezTo>
                  <a:cubicBezTo>
                    <a:pt x="2" y="40"/>
                    <a:pt x="0" y="36"/>
                    <a:pt x="0" y="32"/>
                  </a:cubicBezTo>
                  <a:cubicBezTo>
                    <a:pt x="5" y="7"/>
                    <a:pt x="5" y="7"/>
                    <a:pt x="5" y="7"/>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3" name="Freeform 71"/>
            <p:cNvSpPr>
              <a:spLocks/>
            </p:cNvSpPr>
            <p:nvPr/>
          </p:nvSpPr>
          <p:spPr bwMode="auto">
            <a:xfrm>
              <a:off x="1147763" y="3435350"/>
              <a:ext cx="95250" cy="96838"/>
            </a:xfrm>
            <a:custGeom>
              <a:avLst/>
              <a:gdLst>
                <a:gd name="T0" fmla="*/ 14 w 45"/>
                <a:gd name="T1" fmla="*/ 0 h 46"/>
                <a:gd name="T2" fmla="*/ 39 w 45"/>
                <a:gd name="T3" fmla="*/ 5 h 46"/>
                <a:gd name="T4" fmla="*/ 44 w 45"/>
                <a:gd name="T5" fmla="*/ 13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2" y="6"/>
                    <a:pt x="45" y="10"/>
                    <a:pt x="44" y="13"/>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4" name="Freeform 72"/>
            <p:cNvSpPr>
              <a:spLocks/>
            </p:cNvSpPr>
            <p:nvPr/>
          </p:nvSpPr>
          <p:spPr bwMode="auto">
            <a:xfrm>
              <a:off x="1249363" y="3454400"/>
              <a:ext cx="96838" cy="96838"/>
            </a:xfrm>
            <a:custGeom>
              <a:avLst/>
              <a:gdLst>
                <a:gd name="T0" fmla="*/ 14 w 45"/>
                <a:gd name="T1" fmla="*/ 1 h 46"/>
                <a:gd name="T2" fmla="*/ 39 w 45"/>
                <a:gd name="T3" fmla="*/ 5 h 46"/>
                <a:gd name="T4" fmla="*/ 44 w 45"/>
                <a:gd name="T5" fmla="*/ 14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2" y="6"/>
                    <a:pt x="45" y="10"/>
                    <a:pt x="44" y="14"/>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5" name="Freeform 73"/>
            <p:cNvSpPr>
              <a:spLocks/>
            </p:cNvSpPr>
            <p:nvPr/>
          </p:nvSpPr>
          <p:spPr bwMode="auto">
            <a:xfrm>
              <a:off x="1352550" y="3473450"/>
              <a:ext cx="95250" cy="96838"/>
            </a:xfrm>
            <a:custGeom>
              <a:avLst/>
              <a:gdLst>
                <a:gd name="T0" fmla="*/ 14 w 45"/>
                <a:gd name="T1" fmla="*/ 1 h 46"/>
                <a:gd name="T2" fmla="*/ 39 w 45"/>
                <a:gd name="T3" fmla="*/ 6 h 46"/>
                <a:gd name="T4" fmla="*/ 44 w 45"/>
                <a:gd name="T5" fmla="*/ 14 h 46"/>
                <a:gd name="T6" fmla="*/ 39 w 45"/>
                <a:gd name="T7" fmla="*/ 40 h 46"/>
                <a:gd name="T8" fmla="*/ 31 w 45"/>
                <a:gd name="T9" fmla="*/ 45 h 46"/>
                <a:gd name="T10" fmla="*/ 6 w 45"/>
                <a:gd name="T11" fmla="*/ 40 h 46"/>
                <a:gd name="T12" fmla="*/ 0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4" y="14"/>
                  </a:cubicBezTo>
                  <a:cubicBezTo>
                    <a:pt x="39" y="40"/>
                    <a:pt x="39" y="40"/>
                    <a:pt x="39" y="40"/>
                  </a:cubicBezTo>
                  <a:cubicBezTo>
                    <a:pt x="39" y="43"/>
                    <a:pt x="35" y="46"/>
                    <a:pt x="31" y="45"/>
                  </a:cubicBezTo>
                  <a:cubicBezTo>
                    <a:pt x="6" y="40"/>
                    <a:pt x="6" y="40"/>
                    <a:pt x="6" y="40"/>
                  </a:cubicBezTo>
                  <a:cubicBezTo>
                    <a:pt x="2" y="40"/>
                    <a:pt x="0" y="36"/>
                    <a:pt x="0" y="32"/>
                  </a:cubicBezTo>
                  <a:cubicBezTo>
                    <a:pt x="5" y="6"/>
                    <a:pt x="5" y="6"/>
                    <a:pt x="5"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6" name="Freeform 74"/>
            <p:cNvSpPr>
              <a:spLocks/>
            </p:cNvSpPr>
            <p:nvPr/>
          </p:nvSpPr>
          <p:spPr bwMode="auto">
            <a:xfrm>
              <a:off x="1454150" y="3492500"/>
              <a:ext cx="95250" cy="96838"/>
            </a:xfrm>
            <a:custGeom>
              <a:avLst/>
              <a:gdLst>
                <a:gd name="T0" fmla="*/ 14 w 45"/>
                <a:gd name="T1" fmla="*/ 1 h 46"/>
                <a:gd name="T2" fmla="*/ 39 w 45"/>
                <a:gd name="T3" fmla="*/ 6 h 46"/>
                <a:gd name="T4" fmla="*/ 44 w 45"/>
                <a:gd name="T5" fmla="*/ 14 h 46"/>
                <a:gd name="T6" fmla="*/ 39 w 45"/>
                <a:gd name="T7" fmla="*/ 40 h 46"/>
                <a:gd name="T8" fmla="*/ 31 w 45"/>
                <a:gd name="T9" fmla="*/ 46 h 46"/>
                <a:gd name="T10" fmla="*/ 6 w 45"/>
                <a:gd name="T11" fmla="*/ 41 h 46"/>
                <a:gd name="T12" fmla="*/ 1 w 45"/>
                <a:gd name="T13" fmla="*/ 32 h 46"/>
                <a:gd name="T14" fmla="*/ 5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7"/>
                    <a:pt x="45" y="10"/>
                    <a:pt x="44" y="14"/>
                  </a:cubicBezTo>
                  <a:cubicBezTo>
                    <a:pt x="39" y="40"/>
                    <a:pt x="39" y="40"/>
                    <a:pt x="39" y="40"/>
                  </a:cubicBezTo>
                  <a:cubicBezTo>
                    <a:pt x="39" y="44"/>
                    <a:pt x="35" y="46"/>
                    <a:pt x="31" y="46"/>
                  </a:cubicBezTo>
                  <a:cubicBezTo>
                    <a:pt x="6" y="41"/>
                    <a:pt x="6" y="41"/>
                    <a:pt x="6" y="41"/>
                  </a:cubicBezTo>
                  <a:cubicBezTo>
                    <a:pt x="2" y="40"/>
                    <a:pt x="0" y="36"/>
                    <a:pt x="1"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7" name="Freeform 75"/>
            <p:cNvSpPr>
              <a:spLocks/>
            </p:cNvSpPr>
            <p:nvPr/>
          </p:nvSpPr>
          <p:spPr bwMode="auto">
            <a:xfrm>
              <a:off x="1555750" y="3513137"/>
              <a:ext cx="95250" cy="95250"/>
            </a:xfrm>
            <a:custGeom>
              <a:avLst/>
              <a:gdLst>
                <a:gd name="T0" fmla="*/ 14 w 45"/>
                <a:gd name="T1" fmla="*/ 0 h 45"/>
                <a:gd name="T2" fmla="*/ 39 w 45"/>
                <a:gd name="T3" fmla="*/ 5 h 45"/>
                <a:gd name="T4" fmla="*/ 45 w 45"/>
                <a:gd name="T5" fmla="*/ 13 h 45"/>
                <a:gd name="T6" fmla="*/ 40 w 45"/>
                <a:gd name="T7" fmla="*/ 39 h 45"/>
                <a:gd name="T8" fmla="*/ 31 w 45"/>
                <a:gd name="T9" fmla="*/ 45 h 45"/>
                <a:gd name="T10" fmla="*/ 6 w 45"/>
                <a:gd name="T11" fmla="*/ 40 h 45"/>
                <a:gd name="T12" fmla="*/ 1 w 45"/>
                <a:gd name="T13" fmla="*/ 32 h 45"/>
                <a:gd name="T14" fmla="*/ 6 w 45"/>
                <a:gd name="T15" fmla="*/ 6 h 45"/>
                <a:gd name="T16" fmla="*/ 14 w 4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5">
                  <a:moveTo>
                    <a:pt x="14" y="0"/>
                  </a:moveTo>
                  <a:cubicBezTo>
                    <a:pt x="39" y="5"/>
                    <a:pt x="39" y="5"/>
                    <a:pt x="39" y="5"/>
                  </a:cubicBezTo>
                  <a:cubicBezTo>
                    <a:pt x="43" y="6"/>
                    <a:pt x="45" y="10"/>
                    <a:pt x="45" y="13"/>
                  </a:cubicBezTo>
                  <a:cubicBezTo>
                    <a:pt x="40" y="39"/>
                    <a:pt x="40" y="39"/>
                    <a:pt x="40" y="39"/>
                  </a:cubicBezTo>
                  <a:cubicBezTo>
                    <a:pt x="39" y="43"/>
                    <a:pt x="35" y="45"/>
                    <a:pt x="31" y="45"/>
                  </a:cubicBezTo>
                  <a:cubicBezTo>
                    <a:pt x="6" y="40"/>
                    <a:pt x="6" y="40"/>
                    <a:pt x="6" y="40"/>
                  </a:cubicBezTo>
                  <a:cubicBezTo>
                    <a:pt x="2" y="39"/>
                    <a:pt x="0" y="35"/>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8" name="Freeform 76"/>
            <p:cNvSpPr>
              <a:spLocks/>
            </p:cNvSpPr>
            <p:nvPr/>
          </p:nvSpPr>
          <p:spPr bwMode="auto">
            <a:xfrm>
              <a:off x="1657350" y="3532187"/>
              <a:ext cx="95250" cy="96838"/>
            </a:xfrm>
            <a:custGeom>
              <a:avLst/>
              <a:gdLst>
                <a:gd name="T0" fmla="*/ 14 w 45"/>
                <a:gd name="T1" fmla="*/ 1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2" y="39"/>
                    <a:pt x="0" y="36"/>
                    <a:pt x="1" y="32"/>
                  </a:cubicBezTo>
                  <a:cubicBezTo>
                    <a:pt x="6" y="6"/>
                    <a:pt x="6" y="6"/>
                    <a:pt x="6"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9" name="Freeform 77"/>
            <p:cNvSpPr>
              <a:spLocks/>
            </p:cNvSpPr>
            <p:nvPr/>
          </p:nvSpPr>
          <p:spPr bwMode="auto">
            <a:xfrm>
              <a:off x="546100" y="3419475"/>
              <a:ext cx="95250" cy="98425"/>
            </a:xfrm>
            <a:custGeom>
              <a:avLst/>
              <a:gdLst>
                <a:gd name="T0" fmla="*/ 14 w 45"/>
                <a:gd name="T1" fmla="*/ 1 h 46"/>
                <a:gd name="T2" fmla="*/ 39 w 45"/>
                <a:gd name="T3" fmla="*/ 6 h 46"/>
                <a:gd name="T4" fmla="*/ 44 w 45"/>
                <a:gd name="T5" fmla="*/ 14 h 46"/>
                <a:gd name="T6" fmla="*/ 39 w 45"/>
                <a:gd name="T7" fmla="*/ 40 h 46"/>
                <a:gd name="T8" fmla="*/ 31 w 45"/>
                <a:gd name="T9" fmla="*/ 45 h 46"/>
                <a:gd name="T10" fmla="*/ 6 w 45"/>
                <a:gd name="T11" fmla="*/ 41 h 46"/>
                <a:gd name="T12" fmla="*/ 0 w 45"/>
                <a:gd name="T13" fmla="*/ 32 h 46"/>
                <a:gd name="T14" fmla="*/ 5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2" y="7"/>
                    <a:pt x="45" y="10"/>
                    <a:pt x="44" y="14"/>
                  </a:cubicBezTo>
                  <a:cubicBezTo>
                    <a:pt x="39" y="40"/>
                    <a:pt x="39" y="40"/>
                    <a:pt x="39" y="40"/>
                  </a:cubicBezTo>
                  <a:cubicBezTo>
                    <a:pt x="39" y="44"/>
                    <a:pt x="35" y="46"/>
                    <a:pt x="31" y="45"/>
                  </a:cubicBezTo>
                  <a:cubicBezTo>
                    <a:pt x="6" y="41"/>
                    <a:pt x="6" y="41"/>
                    <a:pt x="6" y="41"/>
                  </a:cubicBezTo>
                  <a:cubicBezTo>
                    <a:pt x="2" y="40"/>
                    <a:pt x="0" y="36"/>
                    <a:pt x="0"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0" name="Freeform 78"/>
            <p:cNvSpPr>
              <a:spLocks/>
            </p:cNvSpPr>
            <p:nvPr/>
          </p:nvSpPr>
          <p:spPr bwMode="auto">
            <a:xfrm>
              <a:off x="647700" y="3441700"/>
              <a:ext cx="95250" cy="95250"/>
            </a:xfrm>
            <a:custGeom>
              <a:avLst/>
              <a:gdLst>
                <a:gd name="T0" fmla="*/ 14 w 45"/>
                <a:gd name="T1" fmla="*/ 0 h 45"/>
                <a:gd name="T2" fmla="*/ 39 w 45"/>
                <a:gd name="T3" fmla="*/ 5 h 45"/>
                <a:gd name="T4" fmla="*/ 44 w 45"/>
                <a:gd name="T5" fmla="*/ 13 h 45"/>
                <a:gd name="T6" fmla="*/ 39 w 45"/>
                <a:gd name="T7" fmla="*/ 39 h 45"/>
                <a:gd name="T8" fmla="*/ 31 w 45"/>
                <a:gd name="T9" fmla="*/ 45 h 45"/>
                <a:gd name="T10" fmla="*/ 6 w 45"/>
                <a:gd name="T11" fmla="*/ 40 h 45"/>
                <a:gd name="T12" fmla="*/ 0 w 45"/>
                <a:gd name="T13" fmla="*/ 32 h 45"/>
                <a:gd name="T14" fmla="*/ 5 w 45"/>
                <a:gd name="T15" fmla="*/ 6 h 45"/>
                <a:gd name="T16" fmla="*/ 14 w 4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5">
                  <a:moveTo>
                    <a:pt x="14" y="0"/>
                  </a:moveTo>
                  <a:cubicBezTo>
                    <a:pt x="39" y="5"/>
                    <a:pt x="39" y="5"/>
                    <a:pt x="39" y="5"/>
                  </a:cubicBezTo>
                  <a:cubicBezTo>
                    <a:pt x="42" y="6"/>
                    <a:pt x="45" y="10"/>
                    <a:pt x="44" y="13"/>
                  </a:cubicBezTo>
                  <a:cubicBezTo>
                    <a:pt x="39" y="39"/>
                    <a:pt x="39" y="39"/>
                    <a:pt x="39" y="39"/>
                  </a:cubicBezTo>
                  <a:cubicBezTo>
                    <a:pt x="39" y="43"/>
                    <a:pt x="35" y="45"/>
                    <a:pt x="31" y="45"/>
                  </a:cubicBezTo>
                  <a:cubicBezTo>
                    <a:pt x="6" y="40"/>
                    <a:pt x="6" y="40"/>
                    <a:pt x="6" y="40"/>
                  </a:cubicBezTo>
                  <a:cubicBezTo>
                    <a:pt x="2" y="39"/>
                    <a:pt x="0" y="35"/>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1" name="Freeform 79"/>
            <p:cNvSpPr>
              <a:spLocks/>
            </p:cNvSpPr>
            <p:nvPr/>
          </p:nvSpPr>
          <p:spPr bwMode="auto">
            <a:xfrm>
              <a:off x="749300" y="3460750"/>
              <a:ext cx="96838" cy="96838"/>
            </a:xfrm>
            <a:custGeom>
              <a:avLst/>
              <a:gdLst>
                <a:gd name="T0" fmla="*/ 14 w 45"/>
                <a:gd name="T1" fmla="*/ 0 h 46"/>
                <a:gd name="T2" fmla="*/ 39 w 45"/>
                <a:gd name="T3" fmla="*/ 5 h 46"/>
                <a:gd name="T4" fmla="*/ 44 w 45"/>
                <a:gd name="T5" fmla="*/ 14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4" y="14"/>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2" name="Freeform 80"/>
            <p:cNvSpPr>
              <a:spLocks/>
            </p:cNvSpPr>
            <p:nvPr/>
          </p:nvSpPr>
          <p:spPr bwMode="auto">
            <a:xfrm>
              <a:off x="852488" y="3479800"/>
              <a:ext cx="95250" cy="96838"/>
            </a:xfrm>
            <a:custGeom>
              <a:avLst/>
              <a:gdLst>
                <a:gd name="T0" fmla="*/ 14 w 45"/>
                <a:gd name="T1" fmla="*/ 1 h 46"/>
                <a:gd name="T2" fmla="*/ 39 w 45"/>
                <a:gd name="T3" fmla="*/ 6 h 46"/>
                <a:gd name="T4" fmla="*/ 44 w 45"/>
                <a:gd name="T5" fmla="*/ 14 h 46"/>
                <a:gd name="T6" fmla="*/ 40 w 45"/>
                <a:gd name="T7" fmla="*/ 40 h 46"/>
                <a:gd name="T8" fmla="*/ 31 w 45"/>
                <a:gd name="T9" fmla="*/ 45 h 46"/>
                <a:gd name="T10" fmla="*/ 6 w 45"/>
                <a:gd name="T11" fmla="*/ 40 h 46"/>
                <a:gd name="T12" fmla="*/ 1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4" y="14"/>
                  </a:cubicBezTo>
                  <a:cubicBezTo>
                    <a:pt x="40" y="40"/>
                    <a:pt x="40" y="40"/>
                    <a:pt x="40" y="40"/>
                  </a:cubicBezTo>
                  <a:cubicBezTo>
                    <a:pt x="39" y="43"/>
                    <a:pt x="35" y="46"/>
                    <a:pt x="31" y="45"/>
                  </a:cubicBezTo>
                  <a:cubicBezTo>
                    <a:pt x="6" y="40"/>
                    <a:pt x="6" y="40"/>
                    <a:pt x="6" y="40"/>
                  </a:cubicBezTo>
                  <a:cubicBezTo>
                    <a:pt x="2" y="40"/>
                    <a:pt x="0" y="36"/>
                    <a:pt x="1" y="32"/>
                  </a:cubicBezTo>
                  <a:cubicBezTo>
                    <a:pt x="5" y="6"/>
                    <a:pt x="5" y="6"/>
                    <a:pt x="5"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3" name="Freeform 81"/>
            <p:cNvSpPr>
              <a:spLocks/>
            </p:cNvSpPr>
            <p:nvPr/>
          </p:nvSpPr>
          <p:spPr bwMode="auto">
            <a:xfrm>
              <a:off x="954088" y="349885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5 h 46"/>
                <a:gd name="T10" fmla="*/ 6 w 45"/>
                <a:gd name="T11" fmla="*/ 41 h 46"/>
                <a:gd name="T12" fmla="*/ 1 w 45"/>
                <a:gd name="T13" fmla="*/ 32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4"/>
                    <a:pt x="35" y="46"/>
                    <a:pt x="31" y="45"/>
                  </a:cubicBezTo>
                  <a:cubicBezTo>
                    <a:pt x="6" y="41"/>
                    <a:pt x="6" y="41"/>
                    <a:pt x="6" y="41"/>
                  </a:cubicBezTo>
                  <a:cubicBezTo>
                    <a:pt x="2" y="40"/>
                    <a:pt x="0" y="36"/>
                    <a:pt x="1" y="32"/>
                  </a:cubicBezTo>
                  <a:cubicBezTo>
                    <a:pt x="6" y="7"/>
                    <a:pt x="6" y="7"/>
                    <a:pt x="6"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4" name="Freeform 82"/>
            <p:cNvSpPr>
              <a:spLocks/>
            </p:cNvSpPr>
            <p:nvPr/>
          </p:nvSpPr>
          <p:spPr bwMode="auto">
            <a:xfrm>
              <a:off x="1055688" y="351790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6 h 46"/>
                <a:gd name="T10" fmla="*/ 6 w 45"/>
                <a:gd name="T11" fmla="*/ 41 h 46"/>
                <a:gd name="T12" fmla="*/ 1 w 45"/>
                <a:gd name="T13" fmla="*/ 33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7"/>
                    <a:pt x="45" y="10"/>
                    <a:pt x="45" y="14"/>
                  </a:cubicBezTo>
                  <a:cubicBezTo>
                    <a:pt x="40" y="40"/>
                    <a:pt x="40" y="40"/>
                    <a:pt x="40" y="40"/>
                  </a:cubicBezTo>
                  <a:cubicBezTo>
                    <a:pt x="39" y="44"/>
                    <a:pt x="35" y="46"/>
                    <a:pt x="31" y="46"/>
                  </a:cubicBezTo>
                  <a:cubicBezTo>
                    <a:pt x="6" y="41"/>
                    <a:pt x="6" y="41"/>
                    <a:pt x="6" y="41"/>
                  </a:cubicBezTo>
                  <a:cubicBezTo>
                    <a:pt x="2" y="40"/>
                    <a:pt x="0" y="36"/>
                    <a:pt x="1" y="33"/>
                  </a:cubicBezTo>
                  <a:cubicBezTo>
                    <a:pt x="6" y="7"/>
                    <a:pt x="6" y="7"/>
                    <a:pt x="6"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5" name="Freeform 83"/>
            <p:cNvSpPr>
              <a:spLocks/>
            </p:cNvSpPr>
            <p:nvPr/>
          </p:nvSpPr>
          <p:spPr bwMode="auto">
            <a:xfrm>
              <a:off x="1157288" y="3538537"/>
              <a:ext cx="95250" cy="96838"/>
            </a:xfrm>
            <a:custGeom>
              <a:avLst/>
              <a:gdLst>
                <a:gd name="T0" fmla="*/ 14 w 45"/>
                <a:gd name="T1" fmla="*/ 0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3" y="39"/>
                    <a:pt x="0" y="36"/>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6" name="Freeform 84"/>
            <p:cNvSpPr>
              <a:spLocks/>
            </p:cNvSpPr>
            <p:nvPr/>
          </p:nvSpPr>
          <p:spPr bwMode="auto">
            <a:xfrm>
              <a:off x="1258888" y="3557587"/>
              <a:ext cx="95250" cy="96838"/>
            </a:xfrm>
            <a:custGeom>
              <a:avLst/>
              <a:gdLst>
                <a:gd name="T0" fmla="*/ 14 w 45"/>
                <a:gd name="T1" fmla="*/ 1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3" y="40"/>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7" name="Freeform 85"/>
            <p:cNvSpPr>
              <a:spLocks/>
            </p:cNvSpPr>
            <p:nvPr/>
          </p:nvSpPr>
          <p:spPr bwMode="auto">
            <a:xfrm>
              <a:off x="1360488" y="357663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5" y="46"/>
                    <a:pt x="32" y="45"/>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8" name="Freeform 86"/>
            <p:cNvSpPr>
              <a:spLocks/>
            </p:cNvSpPr>
            <p:nvPr/>
          </p:nvSpPr>
          <p:spPr bwMode="auto">
            <a:xfrm>
              <a:off x="1462088" y="359568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5" y="46"/>
                    <a:pt x="32" y="46"/>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9" name="Freeform 87"/>
            <p:cNvSpPr>
              <a:spLocks/>
            </p:cNvSpPr>
            <p:nvPr/>
          </p:nvSpPr>
          <p:spPr bwMode="auto">
            <a:xfrm>
              <a:off x="1563688" y="3616325"/>
              <a:ext cx="96838" cy="98425"/>
            </a:xfrm>
            <a:custGeom>
              <a:avLst/>
              <a:gdLst>
                <a:gd name="T0" fmla="*/ 14 w 46"/>
                <a:gd name="T1" fmla="*/ 0 h 46"/>
                <a:gd name="T2" fmla="*/ 39 w 46"/>
                <a:gd name="T3" fmla="*/ 5 h 46"/>
                <a:gd name="T4" fmla="*/ 45 w 46"/>
                <a:gd name="T5" fmla="*/ 13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3"/>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0" name="Freeform 88"/>
            <p:cNvSpPr>
              <a:spLocks/>
            </p:cNvSpPr>
            <p:nvPr/>
          </p:nvSpPr>
          <p:spPr bwMode="auto">
            <a:xfrm>
              <a:off x="581025" y="3530600"/>
              <a:ext cx="95250" cy="96838"/>
            </a:xfrm>
            <a:custGeom>
              <a:avLst/>
              <a:gdLst>
                <a:gd name="T0" fmla="*/ 14 w 45"/>
                <a:gd name="T1" fmla="*/ 0 h 46"/>
                <a:gd name="T2" fmla="*/ 39 w 45"/>
                <a:gd name="T3" fmla="*/ 5 h 46"/>
                <a:gd name="T4" fmla="*/ 44 w 45"/>
                <a:gd name="T5" fmla="*/ 13 h 46"/>
                <a:gd name="T6" fmla="*/ 40 w 45"/>
                <a:gd name="T7" fmla="*/ 39 h 46"/>
                <a:gd name="T8" fmla="*/ 31 w 45"/>
                <a:gd name="T9" fmla="*/ 45 h 46"/>
                <a:gd name="T10" fmla="*/ 6 w 45"/>
                <a:gd name="T11" fmla="*/ 40 h 46"/>
                <a:gd name="T12" fmla="*/ 1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4" y="13"/>
                  </a:cubicBezTo>
                  <a:cubicBezTo>
                    <a:pt x="40" y="39"/>
                    <a:pt x="40" y="39"/>
                    <a:pt x="40" y="39"/>
                  </a:cubicBezTo>
                  <a:cubicBezTo>
                    <a:pt x="39" y="43"/>
                    <a:pt x="35" y="46"/>
                    <a:pt x="31" y="45"/>
                  </a:cubicBezTo>
                  <a:cubicBezTo>
                    <a:pt x="6" y="40"/>
                    <a:pt x="6" y="40"/>
                    <a:pt x="6" y="40"/>
                  </a:cubicBezTo>
                  <a:cubicBezTo>
                    <a:pt x="2" y="39"/>
                    <a:pt x="0" y="36"/>
                    <a:pt x="1"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1" name="Freeform 89"/>
            <p:cNvSpPr>
              <a:spLocks/>
            </p:cNvSpPr>
            <p:nvPr/>
          </p:nvSpPr>
          <p:spPr bwMode="auto">
            <a:xfrm>
              <a:off x="682625" y="3549650"/>
              <a:ext cx="95250" cy="96838"/>
            </a:xfrm>
            <a:custGeom>
              <a:avLst/>
              <a:gdLst>
                <a:gd name="T0" fmla="*/ 14 w 45"/>
                <a:gd name="T1" fmla="*/ 1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2" y="39"/>
                    <a:pt x="0" y="36"/>
                    <a:pt x="1" y="32"/>
                  </a:cubicBezTo>
                  <a:cubicBezTo>
                    <a:pt x="6" y="6"/>
                    <a:pt x="6" y="6"/>
                    <a:pt x="6"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2" name="Freeform 90"/>
            <p:cNvSpPr>
              <a:spLocks/>
            </p:cNvSpPr>
            <p:nvPr/>
          </p:nvSpPr>
          <p:spPr bwMode="auto">
            <a:xfrm>
              <a:off x="784225" y="356870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3"/>
                    <a:pt x="35" y="46"/>
                    <a:pt x="31" y="45"/>
                  </a:cubicBezTo>
                  <a:cubicBezTo>
                    <a:pt x="6" y="40"/>
                    <a:pt x="6" y="40"/>
                    <a:pt x="6" y="40"/>
                  </a:cubicBezTo>
                  <a:cubicBezTo>
                    <a:pt x="3" y="40"/>
                    <a:pt x="0" y="36"/>
                    <a:pt x="1" y="32"/>
                  </a:cubicBezTo>
                  <a:cubicBezTo>
                    <a:pt x="6" y="6"/>
                    <a:pt x="6" y="6"/>
                    <a:pt x="6"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3" name="Freeform 91"/>
            <p:cNvSpPr>
              <a:spLocks/>
            </p:cNvSpPr>
            <p:nvPr/>
          </p:nvSpPr>
          <p:spPr bwMode="auto">
            <a:xfrm>
              <a:off x="885825" y="358775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6 h 46"/>
                <a:gd name="T10" fmla="*/ 6 w 45"/>
                <a:gd name="T11" fmla="*/ 41 h 46"/>
                <a:gd name="T12" fmla="*/ 1 w 45"/>
                <a:gd name="T13" fmla="*/ 32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7"/>
                    <a:pt x="45" y="10"/>
                    <a:pt x="45" y="14"/>
                  </a:cubicBezTo>
                  <a:cubicBezTo>
                    <a:pt x="40" y="40"/>
                    <a:pt x="40" y="40"/>
                    <a:pt x="40" y="40"/>
                  </a:cubicBezTo>
                  <a:cubicBezTo>
                    <a:pt x="39" y="44"/>
                    <a:pt x="35" y="46"/>
                    <a:pt x="31" y="46"/>
                  </a:cubicBezTo>
                  <a:cubicBezTo>
                    <a:pt x="6" y="41"/>
                    <a:pt x="6" y="41"/>
                    <a:pt x="6" y="41"/>
                  </a:cubicBezTo>
                  <a:cubicBezTo>
                    <a:pt x="3" y="40"/>
                    <a:pt x="0" y="36"/>
                    <a:pt x="1" y="32"/>
                  </a:cubicBezTo>
                  <a:cubicBezTo>
                    <a:pt x="6" y="7"/>
                    <a:pt x="6" y="7"/>
                    <a:pt x="6"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4" name="Freeform 92"/>
            <p:cNvSpPr>
              <a:spLocks/>
            </p:cNvSpPr>
            <p:nvPr/>
          </p:nvSpPr>
          <p:spPr bwMode="auto">
            <a:xfrm>
              <a:off x="987425" y="3608387"/>
              <a:ext cx="95250" cy="95250"/>
            </a:xfrm>
            <a:custGeom>
              <a:avLst/>
              <a:gdLst>
                <a:gd name="T0" fmla="*/ 14 w 45"/>
                <a:gd name="T1" fmla="*/ 0 h 45"/>
                <a:gd name="T2" fmla="*/ 39 w 45"/>
                <a:gd name="T3" fmla="*/ 5 h 45"/>
                <a:gd name="T4" fmla="*/ 45 w 45"/>
                <a:gd name="T5" fmla="*/ 13 h 45"/>
                <a:gd name="T6" fmla="*/ 40 w 45"/>
                <a:gd name="T7" fmla="*/ 39 h 45"/>
                <a:gd name="T8" fmla="*/ 32 w 45"/>
                <a:gd name="T9" fmla="*/ 45 h 45"/>
                <a:gd name="T10" fmla="*/ 6 w 45"/>
                <a:gd name="T11" fmla="*/ 40 h 45"/>
                <a:gd name="T12" fmla="*/ 1 w 45"/>
                <a:gd name="T13" fmla="*/ 32 h 45"/>
                <a:gd name="T14" fmla="*/ 6 w 45"/>
                <a:gd name="T15" fmla="*/ 6 h 45"/>
                <a:gd name="T16" fmla="*/ 14 w 4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5">
                  <a:moveTo>
                    <a:pt x="14" y="0"/>
                  </a:moveTo>
                  <a:cubicBezTo>
                    <a:pt x="39" y="5"/>
                    <a:pt x="39" y="5"/>
                    <a:pt x="39" y="5"/>
                  </a:cubicBezTo>
                  <a:cubicBezTo>
                    <a:pt x="43" y="6"/>
                    <a:pt x="45" y="10"/>
                    <a:pt x="45" y="13"/>
                  </a:cubicBezTo>
                  <a:cubicBezTo>
                    <a:pt x="40" y="39"/>
                    <a:pt x="40" y="39"/>
                    <a:pt x="40" y="39"/>
                  </a:cubicBezTo>
                  <a:cubicBezTo>
                    <a:pt x="39" y="43"/>
                    <a:pt x="35" y="45"/>
                    <a:pt x="32" y="45"/>
                  </a:cubicBezTo>
                  <a:cubicBezTo>
                    <a:pt x="6" y="40"/>
                    <a:pt x="6" y="40"/>
                    <a:pt x="6" y="40"/>
                  </a:cubicBezTo>
                  <a:cubicBezTo>
                    <a:pt x="3" y="39"/>
                    <a:pt x="0" y="35"/>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5" name="Freeform 93"/>
            <p:cNvSpPr>
              <a:spLocks/>
            </p:cNvSpPr>
            <p:nvPr/>
          </p:nvSpPr>
          <p:spPr bwMode="auto">
            <a:xfrm>
              <a:off x="1089025" y="3627437"/>
              <a:ext cx="96838" cy="96838"/>
            </a:xfrm>
            <a:custGeom>
              <a:avLst/>
              <a:gdLst>
                <a:gd name="T0" fmla="*/ 14 w 46"/>
                <a:gd name="T1" fmla="*/ 1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5"/>
                    <a:pt x="39" y="5"/>
                    <a:pt x="39" y="5"/>
                  </a:cubicBezTo>
                  <a:cubicBezTo>
                    <a:pt x="43" y="6"/>
                    <a:pt x="46" y="10"/>
                    <a:pt x="45" y="14"/>
                  </a:cubicBezTo>
                  <a:cubicBezTo>
                    <a:pt x="40" y="39"/>
                    <a:pt x="40" y="39"/>
                    <a:pt x="40" y="39"/>
                  </a:cubicBezTo>
                  <a:cubicBezTo>
                    <a:pt x="39" y="43"/>
                    <a:pt x="35" y="46"/>
                    <a:pt x="32" y="45"/>
                  </a:cubicBezTo>
                  <a:cubicBezTo>
                    <a:pt x="7" y="40"/>
                    <a:pt x="7" y="40"/>
                    <a:pt x="7" y="40"/>
                  </a:cubicBezTo>
                  <a:cubicBezTo>
                    <a:pt x="3" y="39"/>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6" name="Freeform 94"/>
            <p:cNvSpPr>
              <a:spLocks/>
            </p:cNvSpPr>
            <p:nvPr/>
          </p:nvSpPr>
          <p:spPr bwMode="auto">
            <a:xfrm>
              <a:off x="1190625" y="364648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3"/>
                    <a:pt x="35" y="46"/>
                    <a:pt x="32" y="45"/>
                  </a:cubicBezTo>
                  <a:cubicBezTo>
                    <a:pt x="7" y="40"/>
                    <a:pt x="7" y="40"/>
                    <a:pt x="7" y="40"/>
                  </a:cubicBezTo>
                  <a:cubicBezTo>
                    <a:pt x="3" y="40"/>
                    <a:pt x="0" y="36"/>
                    <a:pt x="1" y="32"/>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7" name="Freeform 95"/>
            <p:cNvSpPr>
              <a:spLocks/>
            </p:cNvSpPr>
            <p:nvPr/>
          </p:nvSpPr>
          <p:spPr bwMode="auto">
            <a:xfrm>
              <a:off x="1292225" y="366553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6" y="46"/>
                    <a:pt x="32" y="45"/>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8" name="Freeform 96"/>
            <p:cNvSpPr>
              <a:spLocks/>
            </p:cNvSpPr>
            <p:nvPr/>
          </p:nvSpPr>
          <p:spPr bwMode="auto">
            <a:xfrm>
              <a:off x="1393825" y="368458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3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6" y="46"/>
                    <a:pt x="32" y="46"/>
                  </a:cubicBezTo>
                  <a:cubicBezTo>
                    <a:pt x="7" y="41"/>
                    <a:pt x="7" y="41"/>
                    <a:pt x="7" y="41"/>
                  </a:cubicBezTo>
                  <a:cubicBezTo>
                    <a:pt x="3" y="40"/>
                    <a:pt x="0" y="36"/>
                    <a:pt x="1" y="33"/>
                  </a:cubicBezTo>
                  <a:cubicBezTo>
                    <a:pt x="6" y="7"/>
                    <a:pt x="6" y="7"/>
                    <a:pt x="6" y="7"/>
                  </a:cubicBezTo>
                  <a:cubicBezTo>
                    <a:pt x="7" y="3"/>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9" name="Freeform 97"/>
            <p:cNvSpPr>
              <a:spLocks/>
            </p:cNvSpPr>
            <p:nvPr/>
          </p:nvSpPr>
          <p:spPr bwMode="auto">
            <a:xfrm>
              <a:off x="1495425" y="3705225"/>
              <a:ext cx="98425" cy="98425"/>
            </a:xfrm>
            <a:custGeom>
              <a:avLst/>
              <a:gdLst>
                <a:gd name="T0" fmla="*/ 14 w 46"/>
                <a:gd name="T1" fmla="*/ 0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1"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0" name="Freeform 98"/>
            <p:cNvSpPr>
              <a:spLocks/>
            </p:cNvSpPr>
            <p:nvPr/>
          </p:nvSpPr>
          <p:spPr bwMode="auto">
            <a:xfrm>
              <a:off x="1600200" y="3724275"/>
              <a:ext cx="136525" cy="106363"/>
            </a:xfrm>
            <a:custGeom>
              <a:avLst/>
              <a:gdLst>
                <a:gd name="T0" fmla="*/ 14 w 65"/>
                <a:gd name="T1" fmla="*/ 1 h 50"/>
                <a:gd name="T2" fmla="*/ 59 w 65"/>
                <a:gd name="T3" fmla="*/ 9 h 50"/>
                <a:gd name="T4" fmla="*/ 65 w 65"/>
                <a:gd name="T5" fmla="*/ 18 h 50"/>
                <a:gd name="T6" fmla="*/ 60 w 65"/>
                <a:gd name="T7" fmla="*/ 43 h 50"/>
                <a:gd name="T8" fmla="*/ 51 w 65"/>
                <a:gd name="T9" fmla="*/ 49 h 50"/>
                <a:gd name="T10" fmla="*/ 6 w 65"/>
                <a:gd name="T11" fmla="*/ 40 h 50"/>
                <a:gd name="T12" fmla="*/ 0 w 65"/>
                <a:gd name="T13" fmla="*/ 32 h 50"/>
                <a:gd name="T14" fmla="*/ 5 w 65"/>
                <a:gd name="T15" fmla="*/ 6 h 50"/>
                <a:gd name="T16" fmla="*/ 14 w 65"/>
                <a:gd name="T17"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50">
                  <a:moveTo>
                    <a:pt x="14" y="1"/>
                  </a:moveTo>
                  <a:cubicBezTo>
                    <a:pt x="59" y="9"/>
                    <a:pt x="59" y="9"/>
                    <a:pt x="59" y="9"/>
                  </a:cubicBezTo>
                  <a:cubicBezTo>
                    <a:pt x="63" y="10"/>
                    <a:pt x="65" y="14"/>
                    <a:pt x="65" y="18"/>
                  </a:cubicBezTo>
                  <a:cubicBezTo>
                    <a:pt x="60" y="43"/>
                    <a:pt x="60" y="43"/>
                    <a:pt x="60" y="43"/>
                  </a:cubicBezTo>
                  <a:cubicBezTo>
                    <a:pt x="59" y="47"/>
                    <a:pt x="55" y="50"/>
                    <a:pt x="51" y="49"/>
                  </a:cubicBezTo>
                  <a:cubicBezTo>
                    <a:pt x="6" y="40"/>
                    <a:pt x="6" y="40"/>
                    <a:pt x="6" y="40"/>
                  </a:cubicBezTo>
                  <a:cubicBezTo>
                    <a:pt x="2" y="40"/>
                    <a:pt x="0" y="36"/>
                    <a:pt x="0" y="32"/>
                  </a:cubicBezTo>
                  <a:cubicBezTo>
                    <a:pt x="5" y="6"/>
                    <a:pt x="5" y="6"/>
                    <a:pt x="5"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1" name="Freeform 99"/>
            <p:cNvSpPr>
              <a:spLocks/>
            </p:cNvSpPr>
            <p:nvPr/>
          </p:nvSpPr>
          <p:spPr bwMode="auto">
            <a:xfrm>
              <a:off x="457200" y="3608387"/>
              <a:ext cx="95250" cy="96838"/>
            </a:xfrm>
            <a:custGeom>
              <a:avLst/>
              <a:gdLst>
                <a:gd name="T0" fmla="*/ 14 w 45"/>
                <a:gd name="T1" fmla="*/ 0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3" y="39"/>
                    <a:pt x="0" y="36"/>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2" name="Freeform 100"/>
            <p:cNvSpPr>
              <a:spLocks/>
            </p:cNvSpPr>
            <p:nvPr/>
          </p:nvSpPr>
          <p:spPr bwMode="auto">
            <a:xfrm>
              <a:off x="558800" y="3627437"/>
              <a:ext cx="95250" cy="96838"/>
            </a:xfrm>
            <a:custGeom>
              <a:avLst/>
              <a:gdLst>
                <a:gd name="T0" fmla="*/ 14 w 45"/>
                <a:gd name="T1" fmla="*/ 1 h 46"/>
                <a:gd name="T2" fmla="*/ 39 w 45"/>
                <a:gd name="T3" fmla="*/ 6 h 46"/>
                <a:gd name="T4" fmla="*/ 45 w 45"/>
                <a:gd name="T5" fmla="*/ 14 h 46"/>
                <a:gd name="T6" fmla="*/ 40 w 45"/>
                <a:gd name="T7" fmla="*/ 40 h 46"/>
                <a:gd name="T8" fmla="*/ 32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3"/>
                    <a:pt x="35" y="46"/>
                    <a:pt x="32" y="45"/>
                  </a:cubicBezTo>
                  <a:cubicBezTo>
                    <a:pt x="6" y="40"/>
                    <a:pt x="6" y="40"/>
                    <a:pt x="6" y="40"/>
                  </a:cubicBezTo>
                  <a:cubicBezTo>
                    <a:pt x="3" y="40"/>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3" name="Freeform 101"/>
            <p:cNvSpPr>
              <a:spLocks/>
            </p:cNvSpPr>
            <p:nvPr/>
          </p:nvSpPr>
          <p:spPr bwMode="auto">
            <a:xfrm>
              <a:off x="660400" y="364648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5" y="46"/>
                    <a:pt x="32" y="45"/>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4" name="Freeform 102"/>
            <p:cNvSpPr>
              <a:spLocks/>
            </p:cNvSpPr>
            <p:nvPr/>
          </p:nvSpPr>
          <p:spPr bwMode="auto">
            <a:xfrm>
              <a:off x="762000" y="366553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3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5" y="46"/>
                    <a:pt x="32" y="46"/>
                  </a:cubicBezTo>
                  <a:cubicBezTo>
                    <a:pt x="7" y="41"/>
                    <a:pt x="7" y="41"/>
                    <a:pt x="7" y="41"/>
                  </a:cubicBezTo>
                  <a:cubicBezTo>
                    <a:pt x="3" y="40"/>
                    <a:pt x="0" y="36"/>
                    <a:pt x="1" y="33"/>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5" name="Freeform 103"/>
            <p:cNvSpPr>
              <a:spLocks/>
            </p:cNvSpPr>
            <p:nvPr/>
          </p:nvSpPr>
          <p:spPr bwMode="auto">
            <a:xfrm>
              <a:off x="865188" y="3686175"/>
              <a:ext cx="96838" cy="98425"/>
            </a:xfrm>
            <a:custGeom>
              <a:avLst/>
              <a:gdLst>
                <a:gd name="T0" fmla="*/ 14 w 46"/>
                <a:gd name="T1" fmla="*/ 0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6" name="Freeform 104"/>
            <p:cNvSpPr>
              <a:spLocks/>
            </p:cNvSpPr>
            <p:nvPr/>
          </p:nvSpPr>
          <p:spPr bwMode="auto">
            <a:xfrm>
              <a:off x="966788" y="3705225"/>
              <a:ext cx="96838" cy="98425"/>
            </a:xfrm>
            <a:custGeom>
              <a:avLst/>
              <a:gdLst>
                <a:gd name="T0" fmla="*/ 14 w 46"/>
                <a:gd name="T1" fmla="*/ 1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40"/>
                    <a:pt x="0" y="36"/>
                    <a:pt x="1" y="32"/>
                  </a:cubicBezTo>
                  <a:cubicBezTo>
                    <a:pt x="6" y="6"/>
                    <a:pt x="6" y="6"/>
                    <a:pt x="6" y="6"/>
                  </a:cubicBezTo>
                  <a:cubicBezTo>
                    <a:pt x="7" y="2"/>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7" name="Freeform 105"/>
            <p:cNvSpPr>
              <a:spLocks/>
            </p:cNvSpPr>
            <p:nvPr/>
          </p:nvSpPr>
          <p:spPr bwMode="auto">
            <a:xfrm>
              <a:off x="1068388" y="3724275"/>
              <a:ext cx="96838" cy="98425"/>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6" y="46"/>
                    <a:pt x="32" y="45"/>
                  </a:cubicBezTo>
                  <a:cubicBezTo>
                    <a:pt x="7" y="41"/>
                    <a:pt x="7" y="41"/>
                    <a:pt x="7" y="41"/>
                  </a:cubicBezTo>
                  <a:cubicBezTo>
                    <a:pt x="3" y="40"/>
                    <a:pt x="0" y="36"/>
                    <a:pt x="1" y="32"/>
                  </a:cubicBezTo>
                  <a:cubicBezTo>
                    <a:pt x="6" y="6"/>
                    <a:pt x="6" y="6"/>
                    <a:pt x="6" y="6"/>
                  </a:cubicBezTo>
                  <a:cubicBezTo>
                    <a:pt x="7" y="3"/>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8" name="Freeform 106"/>
            <p:cNvSpPr>
              <a:spLocks/>
            </p:cNvSpPr>
            <p:nvPr/>
          </p:nvSpPr>
          <p:spPr bwMode="auto">
            <a:xfrm>
              <a:off x="1171575" y="3743325"/>
              <a:ext cx="95250" cy="98425"/>
            </a:xfrm>
            <a:custGeom>
              <a:avLst/>
              <a:gdLst>
                <a:gd name="T0" fmla="*/ 14 w 45"/>
                <a:gd name="T1" fmla="*/ 1 h 46"/>
                <a:gd name="T2" fmla="*/ 39 w 45"/>
                <a:gd name="T3" fmla="*/ 6 h 46"/>
                <a:gd name="T4" fmla="*/ 44 w 45"/>
                <a:gd name="T5" fmla="*/ 14 h 46"/>
                <a:gd name="T6" fmla="*/ 39 w 45"/>
                <a:gd name="T7" fmla="*/ 40 h 46"/>
                <a:gd name="T8" fmla="*/ 31 w 45"/>
                <a:gd name="T9" fmla="*/ 46 h 46"/>
                <a:gd name="T10" fmla="*/ 6 w 45"/>
                <a:gd name="T11" fmla="*/ 41 h 46"/>
                <a:gd name="T12" fmla="*/ 0 w 45"/>
                <a:gd name="T13" fmla="*/ 32 h 46"/>
                <a:gd name="T14" fmla="*/ 5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2" y="7"/>
                    <a:pt x="45" y="10"/>
                    <a:pt x="44" y="14"/>
                  </a:cubicBezTo>
                  <a:cubicBezTo>
                    <a:pt x="39" y="40"/>
                    <a:pt x="39" y="40"/>
                    <a:pt x="39" y="40"/>
                  </a:cubicBezTo>
                  <a:cubicBezTo>
                    <a:pt x="39" y="44"/>
                    <a:pt x="35" y="46"/>
                    <a:pt x="31" y="46"/>
                  </a:cubicBezTo>
                  <a:cubicBezTo>
                    <a:pt x="6" y="41"/>
                    <a:pt x="6" y="41"/>
                    <a:pt x="6" y="41"/>
                  </a:cubicBezTo>
                  <a:cubicBezTo>
                    <a:pt x="2" y="40"/>
                    <a:pt x="0" y="36"/>
                    <a:pt x="0"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9" name="Freeform 107"/>
            <p:cNvSpPr>
              <a:spLocks/>
            </p:cNvSpPr>
            <p:nvPr/>
          </p:nvSpPr>
          <p:spPr bwMode="auto">
            <a:xfrm>
              <a:off x="1273175" y="3765550"/>
              <a:ext cx="95250" cy="96838"/>
            </a:xfrm>
            <a:custGeom>
              <a:avLst/>
              <a:gdLst>
                <a:gd name="T0" fmla="*/ 14 w 45"/>
                <a:gd name="T1" fmla="*/ 0 h 46"/>
                <a:gd name="T2" fmla="*/ 39 w 45"/>
                <a:gd name="T3" fmla="*/ 5 h 46"/>
                <a:gd name="T4" fmla="*/ 44 w 45"/>
                <a:gd name="T5" fmla="*/ 13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2" y="6"/>
                    <a:pt x="45" y="10"/>
                    <a:pt x="44" y="13"/>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0" name="Freeform 108"/>
            <p:cNvSpPr>
              <a:spLocks/>
            </p:cNvSpPr>
            <p:nvPr/>
          </p:nvSpPr>
          <p:spPr bwMode="auto">
            <a:xfrm>
              <a:off x="1374775" y="3784600"/>
              <a:ext cx="95250" cy="96838"/>
            </a:xfrm>
            <a:custGeom>
              <a:avLst/>
              <a:gdLst>
                <a:gd name="T0" fmla="*/ 14 w 45"/>
                <a:gd name="T1" fmla="*/ 1 h 46"/>
                <a:gd name="T2" fmla="*/ 39 w 45"/>
                <a:gd name="T3" fmla="*/ 5 h 46"/>
                <a:gd name="T4" fmla="*/ 44 w 45"/>
                <a:gd name="T5" fmla="*/ 14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4" y="14"/>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1" name="Freeform 109"/>
            <p:cNvSpPr>
              <a:spLocks/>
            </p:cNvSpPr>
            <p:nvPr/>
          </p:nvSpPr>
          <p:spPr bwMode="auto">
            <a:xfrm>
              <a:off x="1476375" y="3803650"/>
              <a:ext cx="139700" cy="104775"/>
            </a:xfrm>
            <a:custGeom>
              <a:avLst/>
              <a:gdLst>
                <a:gd name="T0" fmla="*/ 14 w 66"/>
                <a:gd name="T1" fmla="*/ 1 h 50"/>
                <a:gd name="T2" fmla="*/ 59 w 66"/>
                <a:gd name="T3" fmla="*/ 10 h 50"/>
                <a:gd name="T4" fmla="*/ 65 w 66"/>
                <a:gd name="T5" fmla="*/ 18 h 50"/>
                <a:gd name="T6" fmla="*/ 60 w 66"/>
                <a:gd name="T7" fmla="*/ 43 h 50"/>
                <a:gd name="T8" fmla="*/ 52 w 66"/>
                <a:gd name="T9" fmla="*/ 49 h 50"/>
                <a:gd name="T10" fmla="*/ 6 w 66"/>
                <a:gd name="T11" fmla="*/ 40 h 50"/>
                <a:gd name="T12" fmla="*/ 1 w 66"/>
                <a:gd name="T13" fmla="*/ 32 h 50"/>
                <a:gd name="T14" fmla="*/ 5 w 66"/>
                <a:gd name="T15" fmla="*/ 7 h 50"/>
                <a:gd name="T16" fmla="*/ 14 w 66"/>
                <a:gd name="T17"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50">
                  <a:moveTo>
                    <a:pt x="14" y="1"/>
                  </a:moveTo>
                  <a:cubicBezTo>
                    <a:pt x="59" y="10"/>
                    <a:pt x="59" y="10"/>
                    <a:pt x="59" y="10"/>
                  </a:cubicBezTo>
                  <a:cubicBezTo>
                    <a:pt x="63" y="10"/>
                    <a:pt x="66" y="14"/>
                    <a:pt x="65" y="18"/>
                  </a:cubicBezTo>
                  <a:cubicBezTo>
                    <a:pt x="60" y="43"/>
                    <a:pt x="60" y="43"/>
                    <a:pt x="60" y="43"/>
                  </a:cubicBezTo>
                  <a:cubicBezTo>
                    <a:pt x="59" y="47"/>
                    <a:pt x="55" y="50"/>
                    <a:pt x="52" y="49"/>
                  </a:cubicBezTo>
                  <a:cubicBezTo>
                    <a:pt x="6" y="40"/>
                    <a:pt x="6" y="40"/>
                    <a:pt x="6" y="40"/>
                  </a:cubicBezTo>
                  <a:cubicBezTo>
                    <a:pt x="2" y="40"/>
                    <a:pt x="0" y="36"/>
                    <a:pt x="1"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2" name="Freeform 110"/>
            <p:cNvSpPr>
              <a:spLocks/>
            </p:cNvSpPr>
            <p:nvPr/>
          </p:nvSpPr>
          <p:spPr bwMode="auto">
            <a:xfrm>
              <a:off x="1627188" y="3832225"/>
              <a:ext cx="93663" cy="96838"/>
            </a:xfrm>
            <a:custGeom>
              <a:avLst/>
              <a:gdLst>
                <a:gd name="T0" fmla="*/ 14 w 44"/>
                <a:gd name="T1" fmla="*/ 0 h 45"/>
                <a:gd name="T2" fmla="*/ 37 w 44"/>
                <a:gd name="T3" fmla="*/ 5 h 45"/>
                <a:gd name="T4" fmla="*/ 43 w 44"/>
                <a:gd name="T5" fmla="*/ 13 h 45"/>
                <a:gd name="T6" fmla="*/ 38 w 44"/>
                <a:gd name="T7" fmla="*/ 39 h 45"/>
                <a:gd name="T8" fmla="*/ 30 w 44"/>
                <a:gd name="T9" fmla="*/ 45 h 45"/>
                <a:gd name="T10" fmla="*/ 6 w 44"/>
                <a:gd name="T11" fmla="*/ 40 h 45"/>
                <a:gd name="T12" fmla="*/ 1 w 44"/>
                <a:gd name="T13" fmla="*/ 32 h 45"/>
                <a:gd name="T14" fmla="*/ 6 w 44"/>
                <a:gd name="T15" fmla="*/ 6 h 45"/>
                <a:gd name="T16" fmla="*/ 14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14" y="0"/>
                  </a:moveTo>
                  <a:cubicBezTo>
                    <a:pt x="37" y="5"/>
                    <a:pt x="37" y="5"/>
                    <a:pt x="37" y="5"/>
                  </a:cubicBezTo>
                  <a:cubicBezTo>
                    <a:pt x="41" y="6"/>
                    <a:pt x="44" y="9"/>
                    <a:pt x="43" y="13"/>
                  </a:cubicBezTo>
                  <a:cubicBezTo>
                    <a:pt x="38" y="39"/>
                    <a:pt x="38" y="39"/>
                    <a:pt x="38" y="39"/>
                  </a:cubicBezTo>
                  <a:cubicBezTo>
                    <a:pt x="37" y="43"/>
                    <a:pt x="33" y="45"/>
                    <a:pt x="30" y="45"/>
                  </a:cubicBezTo>
                  <a:cubicBezTo>
                    <a:pt x="6" y="40"/>
                    <a:pt x="6" y="40"/>
                    <a:pt x="6" y="40"/>
                  </a:cubicBezTo>
                  <a:cubicBezTo>
                    <a:pt x="2" y="39"/>
                    <a:pt x="0" y="36"/>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3" name="Freeform 111"/>
            <p:cNvSpPr>
              <a:spLocks/>
            </p:cNvSpPr>
            <p:nvPr/>
          </p:nvSpPr>
          <p:spPr bwMode="auto">
            <a:xfrm>
              <a:off x="762000" y="3835400"/>
              <a:ext cx="611188" cy="387350"/>
            </a:xfrm>
            <a:custGeom>
              <a:avLst/>
              <a:gdLst>
                <a:gd name="T0" fmla="*/ 32 w 288"/>
                <a:gd name="T1" fmla="*/ 0 h 183"/>
                <a:gd name="T2" fmla="*/ 282 w 288"/>
                <a:gd name="T3" fmla="*/ 48 h 183"/>
                <a:gd name="T4" fmla="*/ 287 w 288"/>
                <a:gd name="T5" fmla="*/ 56 h 183"/>
                <a:gd name="T6" fmla="*/ 264 w 288"/>
                <a:gd name="T7" fmla="*/ 177 h 183"/>
                <a:gd name="T8" fmla="*/ 256 w 288"/>
                <a:gd name="T9" fmla="*/ 182 h 183"/>
                <a:gd name="T10" fmla="*/ 6 w 288"/>
                <a:gd name="T11" fmla="*/ 134 h 183"/>
                <a:gd name="T12" fmla="*/ 1 w 288"/>
                <a:gd name="T13" fmla="*/ 126 h 183"/>
                <a:gd name="T14" fmla="*/ 24 w 288"/>
                <a:gd name="T15" fmla="*/ 6 h 183"/>
                <a:gd name="T16" fmla="*/ 32 w 288"/>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83">
                  <a:moveTo>
                    <a:pt x="32" y="0"/>
                  </a:moveTo>
                  <a:cubicBezTo>
                    <a:pt x="282" y="48"/>
                    <a:pt x="282" y="48"/>
                    <a:pt x="282" y="48"/>
                  </a:cubicBezTo>
                  <a:cubicBezTo>
                    <a:pt x="286" y="49"/>
                    <a:pt x="288" y="53"/>
                    <a:pt x="287" y="56"/>
                  </a:cubicBezTo>
                  <a:cubicBezTo>
                    <a:pt x="264" y="177"/>
                    <a:pt x="264" y="177"/>
                    <a:pt x="264" y="177"/>
                  </a:cubicBezTo>
                  <a:cubicBezTo>
                    <a:pt x="264" y="180"/>
                    <a:pt x="260" y="183"/>
                    <a:pt x="256" y="182"/>
                  </a:cubicBezTo>
                  <a:cubicBezTo>
                    <a:pt x="6" y="134"/>
                    <a:pt x="6" y="134"/>
                    <a:pt x="6" y="134"/>
                  </a:cubicBezTo>
                  <a:cubicBezTo>
                    <a:pt x="2" y="133"/>
                    <a:pt x="0" y="130"/>
                    <a:pt x="1" y="126"/>
                  </a:cubicBezTo>
                  <a:cubicBezTo>
                    <a:pt x="24" y="6"/>
                    <a:pt x="24" y="6"/>
                    <a:pt x="24" y="6"/>
                  </a:cubicBezTo>
                  <a:cubicBezTo>
                    <a:pt x="24" y="2"/>
                    <a:pt x="28" y="0"/>
                    <a:pt x="32"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4" name="Freeform 112"/>
            <p:cNvSpPr>
              <a:spLocks/>
            </p:cNvSpPr>
            <p:nvPr/>
          </p:nvSpPr>
          <p:spPr bwMode="auto">
            <a:xfrm>
              <a:off x="746125" y="4135437"/>
              <a:ext cx="280988" cy="111125"/>
            </a:xfrm>
            <a:custGeom>
              <a:avLst/>
              <a:gdLst>
                <a:gd name="T0" fmla="*/ 7 w 133"/>
                <a:gd name="T1" fmla="*/ 0 h 52"/>
                <a:gd name="T2" fmla="*/ 131 w 133"/>
                <a:gd name="T3" fmla="*/ 24 h 52"/>
                <a:gd name="T4" fmla="*/ 132 w 133"/>
                <a:gd name="T5" fmla="*/ 26 h 52"/>
                <a:gd name="T6" fmla="*/ 128 w 133"/>
                <a:gd name="T7" fmla="*/ 51 h 52"/>
                <a:gd name="T8" fmla="*/ 126 w 133"/>
                <a:gd name="T9" fmla="*/ 52 h 52"/>
                <a:gd name="T10" fmla="*/ 2 w 133"/>
                <a:gd name="T11" fmla="*/ 28 h 52"/>
                <a:gd name="T12" fmla="*/ 0 w 133"/>
                <a:gd name="T13" fmla="*/ 26 h 52"/>
                <a:gd name="T14" fmla="*/ 5 w 133"/>
                <a:gd name="T15" fmla="*/ 1 h 52"/>
                <a:gd name="T16" fmla="*/ 7 w 133"/>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2">
                  <a:moveTo>
                    <a:pt x="7" y="0"/>
                  </a:moveTo>
                  <a:cubicBezTo>
                    <a:pt x="131" y="24"/>
                    <a:pt x="131" y="24"/>
                    <a:pt x="131" y="24"/>
                  </a:cubicBezTo>
                  <a:cubicBezTo>
                    <a:pt x="132" y="24"/>
                    <a:pt x="133" y="25"/>
                    <a:pt x="132" y="26"/>
                  </a:cubicBezTo>
                  <a:cubicBezTo>
                    <a:pt x="128" y="51"/>
                    <a:pt x="128" y="51"/>
                    <a:pt x="128" y="51"/>
                  </a:cubicBezTo>
                  <a:cubicBezTo>
                    <a:pt x="127" y="51"/>
                    <a:pt x="127" y="52"/>
                    <a:pt x="126" y="52"/>
                  </a:cubicBezTo>
                  <a:cubicBezTo>
                    <a:pt x="2" y="28"/>
                    <a:pt x="2" y="28"/>
                    <a:pt x="2" y="28"/>
                  </a:cubicBezTo>
                  <a:cubicBezTo>
                    <a:pt x="1" y="28"/>
                    <a:pt x="0" y="27"/>
                    <a:pt x="0" y="26"/>
                  </a:cubicBezTo>
                  <a:cubicBezTo>
                    <a:pt x="5" y="1"/>
                    <a:pt x="5" y="1"/>
                    <a:pt x="5" y="1"/>
                  </a:cubicBezTo>
                  <a:cubicBezTo>
                    <a:pt x="5" y="1"/>
                    <a:pt x="6" y="0"/>
                    <a:pt x="7"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5" name="Freeform 113"/>
            <p:cNvSpPr>
              <a:spLocks/>
            </p:cNvSpPr>
            <p:nvPr/>
          </p:nvSpPr>
          <p:spPr bwMode="auto">
            <a:xfrm>
              <a:off x="1036638" y="4191000"/>
              <a:ext cx="279400" cy="109538"/>
            </a:xfrm>
            <a:custGeom>
              <a:avLst/>
              <a:gdLst>
                <a:gd name="T0" fmla="*/ 7 w 132"/>
                <a:gd name="T1" fmla="*/ 0 h 52"/>
                <a:gd name="T2" fmla="*/ 131 w 132"/>
                <a:gd name="T3" fmla="*/ 24 h 52"/>
                <a:gd name="T4" fmla="*/ 132 w 132"/>
                <a:gd name="T5" fmla="*/ 26 h 52"/>
                <a:gd name="T6" fmla="*/ 127 w 132"/>
                <a:gd name="T7" fmla="*/ 51 h 52"/>
                <a:gd name="T8" fmla="*/ 125 w 132"/>
                <a:gd name="T9" fmla="*/ 52 h 52"/>
                <a:gd name="T10" fmla="*/ 1 w 132"/>
                <a:gd name="T11" fmla="*/ 28 h 52"/>
                <a:gd name="T12" fmla="*/ 0 w 132"/>
                <a:gd name="T13" fmla="*/ 26 h 52"/>
                <a:gd name="T14" fmla="*/ 5 w 132"/>
                <a:gd name="T15" fmla="*/ 2 h 52"/>
                <a:gd name="T16" fmla="*/ 7 w 132"/>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52">
                  <a:moveTo>
                    <a:pt x="7" y="0"/>
                  </a:moveTo>
                  <a:cubicBezTo>
                    <a:pt x="131" y="24"/>
                    <a:pt x="131" y="24"/>
                    <a:pt x="131" y="24"/>
                  </a:cubicBezTo>
                  <a:cubicBezTo>
                    <a:pt x="132" y="24"/>
                    <a:pt x="132" y="25"/>
                    <a:pt x="132" y="26"/>
                  </a:cubicBezTo>
                  <a:cubicBezTo>
                    <a:pt x="127" y="51"/>
                    <a:pt x="127" y="51"/>
                    <a:pt x="127" y="51"/>
                  </a:cubicBezTo>
                  <a:cubicBezTo>
                    <a:pt x="127" y="52"/>
                    <a:pt x="126" y="52"/>
                    <a:pt x="125" y="52"/>
                  </a:cubicBezTo>
                  <a:cubicBezTo>
                    <a:pt x="1" y="28"/>
                    <a:pt x="1" y="28"/>
                    <a:pt x="1" y="28"/>
                  </a:cubicBezTo>
                  <a:cubicBezTo>
                    <a:pt x="0" y="28"/>
                    <a:pt x="0" y="27"/>
                    <a:pt x="0" y="26"/>
                  </a:cubicBezTo>
                  <a:cubicBezTo>
                    <a:pt x="5" y="2"/>
                    <a:pt x="5" y="2"/>
                    <a:pt x="5" y="2"/>
                  </a:cubicBezTo>
                  <a:cubicBezTo>
                    <a:pt x="5" y="1"/>
                    <a:pt x="6" y="0"/>
                    <a:pt x="7"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6" name="Freeform 114"/>
            <p:cNvSpPr>
              <a:spLocks/>
            </p:cNvSpPr>
            <p:nvPr/>
          </p:nvSpPr>
          <p:spPr bwMode="auto">
            <a:xfrm>
              <a:off x="311150" y="2867025"/>
              <a:ext cx="1874838" cy="411163"/>
            </a:xfrm>
            <a:custGeom>
              <a:avLst/>
              <a:gdLst>
                <a:gd name="T0" fmla="*/ 860 w 885"/>
                <a:gd name="T1" fmla="*/ 162 h 194"/>
                <a:gd name="T2" fmla="*/ 32 w 885"/>
                <a:gd name="T3" fmla="*/ 3 h 194"/>
                <a:gd name="T4" fmla="*/ 0 w 885"/>
                <a:gd name="T5" fmla="*/ 25 h 194"/>
                <a:gd name="T6" fmla="*/ 882 w 885"/>
                <a:gd name="T7" fmla="*/ 194 h 194"/>
                <a:gd name="T8" fmla="*/ 860 w 885"/>
                <a:gd name="T9" fmla="*/ 162 h 194"/>
              </a:gdLst>
              <a:ahLst/>
              <a:cxnLst>
                <a:cxn ang="0">
                  <a:pos x="T0" y="T1"/>
                </a:cxn>
                <a:cxn ang="0">
                  <a:pos x="T2" y="T3"/>
                </a:cxn>
                <a:cxn ang="0">
                  <a:pos x="T4" y="T5"/>
                </a:cxn>
                <a:cxn ang="0">
                  <a:pos x="T6" y="T7"/>
                </a:cxn>
                <a:cxn ang="0">
                  <a:pos x="T8" y="T9"/>
                </a:cxn>
              </a:cxnLst>
              <a:rect l="0" t="0" r="r" b="b"/>
              <a:pathLst>
                <a:path w="885" h="194">
                  <a:moveTo>
                    <a:pt x="860" y="162"/>
                  </a:moveTo>
                  <a:cubicBezTo>
                    <a:pt x="32" y="3"/>
                    <a:pt x="32" y="3"/>
                    <a:pt x="32" y="3"/>
                  </a:cubicBezTo>
                  <a:cubicBezTo>
                    <a:pt x="17" y="0"/>
                    <a:pt x="3" y="10"/>
                    <a:pt x="0" y="25"/>
                  </a:cubicBezTo>
                  <a:cubicBezTo>
                    <a:pt x="882" y="194"/>
                    <a:pt x="882" y="194"/>
                    <a:pt x="882" y="194"/>
                  </a:cubicBezTo>
                  <a:cubicBezTo>
                    <a:pt x="885" y="179"/>
                    <a:pt x="875" y="165"/>
                    <a:pt x="860" y="16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7" name="Freeform 115"/>
            <p:cNvSpPr>
              <a:spLocks/>
            </p:cNvSpPr>
            <p:nvPr/>
          </p:nvSpPr>
          <p:spPr bwMode="auto">
            <a:xfrm>
              <a:off x="1892300" y="1590675"/>
              <a:ext cx="2163763" cy="2092325"/>
            </a:xfrm>
            <a:custGeom>
              <a:avLst/>
              <a:gdLst>
                <a:gd name="T0" fmla="*/ 9 w 1021"/>
                <a:gd name="T1" fmla="*/ 541 h 987"/>
                <a:gd name="T2" fmla="*/ 640 w 1021"/>
                <a:gd name="T3" fmla="*/ 6 h 987"/>
                <a:gd name="T4" fmla="*/ 667 w 1021"/>
                <a:gd name="T5" fmla="*/ 9 h 987"/>
                <a:gd name="T6" fmla="*/ 1014 w 1021"/>
                <a:gd name="T7" fmla="*/ 418 h 987"/>
                <a:gd name="T8" fmla="*/ 1012 w 1021"/>
                <a:gd name="T9" fmla="*/ 445 h 987"/>
                <a:gd name="T10" fmla="*/ 381 w 1021"/>
                <a:gd name="T11" fmla="*/ 980 h 987"/>
                <a:gd name="T12" fmla="*/ 354 w 1021"/>
                <a:gd name="T13" fmla="*/ 978 h 987"/>
                <a:gd name="T14" fmla="*/ 7 w 1021"/>
                <a:gd name="T15" fmla="*/ 569 h 987"/>
                <a:gd name="T16" fmla="*/ 9 w 1021"/>
                <a:gd name="T17" fmla="*/ 541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1" h="987">
                  <a:moveTo>
                    <a:pt x="9" y="541"/>
                  </a:moveTo>
                  <a:cubicBezTo>
                    <a:pt x="640" y="6"/>
                    <a:pt x="640" y="6"/>
                    <a:pt x="640" y="6"/>
                  </a:cubicBezTo>
                  <a:cubicBezTo>
                    <a:pt x="648" y="0"/>
                    <a:pt x="660" y="1"/>
                    <a:pt x="667" y="9"/>
                  </a:cubicBezTo>
                  <a:cubicBezTo>
                    <a:pt x="1014" y="418"/>
                    <a:pt x="1014" y="418"/>
                    <a:pt x="1014" y="418"/>
                  </a:cubicBezTo>
                  <a:cubicBezTo>
                    <a:pt x="1021" y="426"/>
                    <a:pt x="1020" y="438"/>
                    <a:pt x="1012" y="445"/>
                  </a:cubicBezTo>
                  <a:cubicBezTo>
                    <a:pt x="381" y="980"/>
                    <a:pt x="381" y="980"/>
                    <a:pt x="381" y="980"/>
                  </a:cubicBezTo>
                  <a:cubicBezTo>
                    <a:pt x="373" y="987"/>
                    <a:pt x="361" y="986"/>
                    <a:pt x="354" y="978"/>
                  </a:cubicBezTo>
                  <a:cubicBezTo>
                    <a:pt x="7" y="569"/>
                    <a:pt x="7" y="569"/>
                    <a:pt x="7" y="569"/>
                  </a:cubicBezTo>
                  <a:cubicBezTo>
                    <a:pt x="0" y="560"/>
                    <a:pt x="1" y="548"/>
                    <a:pt x="9" y="5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8" name="Freeform 116"/>
            <p:cNvSpPr>
              <a:spLocks/>
            </p:cNvSpPr>
            <p:nvPr/>
          </p:nvSpPr>
          <p:spPr bwMode="auto">
            <a:xfrm>
              <a:off x="3241675" y="1778000"/>
              <a:ext cx="96838" cy="93663"/>
            </a:xfrm>
            <a:custGeom>
              <a:avLst/>
              <a:gdLst>
                <a:gd name="T0" fmla="*/ 3 w 46"/>
                <a:gd name="T1" fmla="*/ 19 h 44"/>
                <a:gd name="T2" fmla="*/ 23 w 46"/>
                <a:gd name="T3" fmla="*/ 2 h 44"/>
                <a:gd name="T4" fmla="*/ 31 w 46"/>
                <a:gd name="T5" fmla="*/ 2 h 44"/>
                <a:gd name="T6" fmla="*/ 44 w 46"/>
                <a:gd name="T7" fmla="*/ 17 h 44"/>
                <a:gd name="T8" fmla="*/ 43 w 46"/>
                <a:gd name="T9" fmla="*/ 25 h 44"/>
                <a:gd name="T10" fmla="*/ 23 w 46"/>
                <a:gd name="T11" fmla="*/ 42 h 44"/>
                <a:gd name="T12" fmla="*/ 15 w 46"/>
                <a:gd name="T13" fmla="*/ 42 h 44"/>
                <a:gd name="T14" fmla="*/ 2 w 46"/>
                <a:gd name="T15" fmla="*/ 27 h 44"/>
                <a:gd name="T16" fmla="*/ 3 w 46"/>
                <a:gd name="T17" fmla="*/ 1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4">
                  <a:moveTo>
                    <a:pt x="3" y="19"/>
                  </a:moveTo>
                  <a:cubicBezTo>
                    <a:pt x="23" y="2"/>
                    <a:pt x="23" y="2"/>
                    <a:pt x="23" y="2"/>
                  </a:cubicBezTo>
                  <a:cubicBezTo>
                    <a:pt x="26" y="0"/>
                    <a:pt x="29" y="0"/>
                    <a:pt x="31" y="2"/>
                  </a:cubicBezTo>
                  <a:cubicBezTo>
                    <a:pt x="44" y="17"/>
                    <a:pt x="44" y="17"/>
                    <a:pt x="44" y="17"/>
                  </a:cubicBezTo>
                  <a:cubicBezTo>
                    <a:pt x="46" y="20"/>
                    <a:pt x="46" y="23"/>
                    <a:pt x="43" y="25"/>
                  </a:cubicBezTo>
                  <a:cubicBezTo>
                    <a:pt x="23" y="42"/>
                    <a:pt x="23" y="42"/>
                    <a:pt x="23" y="42"/>
                  </a:cubicBezTo>
                  <a:cubicBezTo>
                    <a:pt x="21" y="44"/>
                    <a:pt x="17" y="44"/>
                    <a:pt x="15" y="42"/>
                  </a:cubicBezTo>
                  <a:cubicBezTo>
                    <a:pt x="2" y="27"/>
                    <a:pt x="2" y="27"/>
                    <a:pt x="2" y="27"/>
                  </a:cubicBezTo>
                  <a:cubicBezTo>
                    <a:pt x="0" y="24"/>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9" name="Freeform 117"/>
            <p:cNvSpPr>
              <a:spLocks/>
            </p:cNvSpPr>
            <p:nvPr/>
          </p:nvSpPr>
          <p:spPr bwMode="auto">
            <a:xfrm>
              <a:off x="3294063" y="1839912"/>
              <a:ext cx="107950" cy="107950"/>
            </a:xfrm>
            <a:custGeom>
              <a:avLst/>
              <a:gdLst>
                <a:gd name="T0" fmla="*/ 3 w 51"/>
                <a:gd name="T1" fmla="*/ 18 h 51"/>
                <a:gd name="T2" fmla="*/ 22 w 51"/>
                <a:gd name="T3" fmla="*/ 2 h 51"/>
                <a:gd name="T4" fmla="*/ 31 w 51"/>
                <a:gd name="T5" fmla="*/ 3 h 51"/>
                <a:gd name="T6" fmla="*/ 49 w 51"/>
                <a:gd name="T7" fmla="*/ 23 h 51"/>
                <a:gd name="T8" fmla="*/ 48 w 51"/>
                <a:gd name="T9" fmla="*/ 33 h 51"/>
                <a:gd name="T10" fmla="*/ 30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5" y="0"/>
                    <a:pt x="29" y="0"/>
                    <a:pt x="31" y="3"/>
                  </a:cubicBezTo>
                  <a:cubicBezTo>
                    <a:pt x="49" y="23"/>
                    <a:pt x="49" y="23"/>
                    <a:pt x="49" y="23"/>
                  </a:cubicBezTo>
                  <a:cubicBezTo>
                    <a:pt x="51" y="26"/>
                    <a:pt x="51" y="31"/>
                    <a:pt x="48" y="33"/>
                  </a:cubicBezTo>
                  <a:cubicBezTo>
                    <a:pt x="30" y="49"/>
                    <a:pt x="30" y="49"/>
                    <a:pt x="30" y="49"/>
                  </a:cubicBezTo>
                  <a:cubicBezTo>
                    <a:pt x="27" y="51"/>
                    <a:pt x="22" y="51"/>
                    <a:pt x="20" y="48"/>
                  </a:cubicBezTo>
                  <a:cubicBezTo>
                    <a:pt x="3" y="27"/>
                    <a:pt x="3" y="27"/>
                    <a:pt x="3" y="27"/>
                  </a:cubicBezTo>
                  <a:cubicBezTo>
                    <a:pt x="0" y="25"/>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0" name="Freeform 118"/>
            <p:cNvSpPr>
              <a:spLocks/>
            </p:cNvSpPr>
            <p:nvPr/>
          </p:nvSpPr>
          <p:spPr bwMode="auto">
            <a:xfrm>
              <a:off x="3360738" y="1916112"/>
              <a:ext cx="107950" cy="107950"/>
            </a:xfrm>
            <a:custGeom>
              <a:avLst/>
              <a:gdLst>
                <a:gd name="T0" fmla="*/ 3 w 51"/>
                <a:gd name="T1" fmla="*/ 18 h 51"/>
                <a:gd name="T2" fmla="*/ 22 w 51"/>
                <a:gd name="T3" fmla="*/ 2 h 51"/>
                <a:gd name="T4" fmla="*/ 31 w 51"/>
                <a:gd name="T5" fmla="*/ 3 h 51"/>
                <a:gd name="T6" fmla="*/ 49 w 51"/>
                <a:gd name="T7" fmla="*/ 24 h 51"/>
                <a:gd name="T8" fmla="*/ 48 w 51"/>
                <a:gd name="T9" fmla="*/ 33 h 51"/>
                <a:gd name="T10" fmla="*/ 29 w 51"/>
                <a:gd name="T11" fmla="*/ 49 h 51"/>
                <a:gd name="T12" fmla="*/ 20 w 51"/>
                <a:gd name="T13" fmla="*/ 48 h 51"/>
                <a:gd name="T14" fmla="*/ 2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4" y="0"/>
                    <a:pt x="29" y="0"/>
                    <a:pt x="31" y="3"/>
                  </a:cubicBezTo>
                  <a:cubicBezTo>
                    <a:pt x="49" y="24"/>
                    <a:pt x="49" y="24"/>
                    <a:pt x="49" y="24"/>
                  </a:cubicBezTo>
                  <a:cubicBezTo>
                    <a:pt x="51" y="26"/>
                    <a:pt x="51" y="31"/>
                    <a:pt x="48" y="33"/>
                  </a:cubicBezTo>
                  <a:cubicBezTo>
                    <a:pt x="29" y="49"/>
                    <a:pt x="29" y="49"/>
                    <a:pt x="29" y="49"/>
                  </a:cubicBezTo>
                  <a:cubicBezTo>
                    <a:pt x="26" y="51"/>
                    <a:pt x="22" y="51"/>
                    <a:pt x="20" y="48"/>
                  </a:cubicBezTo>
                  <a:cubicBezTo>
                    <a:pt x="2" y="27"/>
                    <a:pt x="2" y="27"/>
                    <a:pt x="2" y="27"/>
                  </a:cubicBezTo>
                  <a:cubicBezTo>
                    <a:pt x="0" y="25"/>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1" name="Freeform 119"/>
            <p:cNvSpPr>
              <a:spLocks/>
            </p:cNvSpPr>
            <p:nvPr/>
          </p:nvSpPr>
          <p:spPr bwMode="auto">
            <a:xfrm>
              <a:off x="3425825" y="1992312"/>
              <a:ext cx="107950" cy="107950"/>
            </a:xfrm>
            <a:custGeom>
              <a:avLst/>
              <a:gdLst>
                <a:gd name="T0" fmla="*/ 3 w 51"/>
                <a:gd name="T1" fmla="*/ 18 h 51"/>
                <a:gd name="T2" fmla="*/ 21 w 51"/>
                <a:gd name="T3" fmla="*/ 2 h 51"/>
                <a:gd name="T4" fmla="*/ 31 w 51"/>
                <a:gd name="T5" fmla="*/ 3 h 51"/>
                <a:gd name="T6" fmla="*/ 48 w 51"/>
                <a:gd name="T7" fmla="*/ 24 h 51"/>
                <a:gd name="T8" fmla="*/ 47 w 51"/>
                <a:gd name="T9" fmla="*/ 33 h 51"/>
                <a:gd name="T10" fmla="*/ 29 w 51"/>
                <a:gd name="T11" fmla="*/ 49 h 51"/>
                <a:gd name="T12" fmla="*/ 19 w 51"/>
                <a:gd name="T13" fmla="*/ 48 h 51"/>
                <a:gd name="T14" fmla="*/ 2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1" y="2"/>
                    <a:pt x="21" y="2"/>
                    <a:pt x="21" y="2"/>
                  </a:cubicBezTo>
                  <a:cubicBezTo>
                    <a:pt x="24" y="0"/>
                    <a:pt x="28" y="0"/>
                    <a:pt x="31" y="3"/>
                  </a:cubicBezTo>
                  <a:cubicBezTo>
                    <a:pt x="48" y="24"/>
                    <a:pt x="48" y="24"/>
                    <a:pt x="48" y="24"/>
                  </a:cubicBezTo>
                  <a:cubicBezTo>
                    <a:pt x="51" y="27"/>
                    <a:pt x="50" y="31"/>
                    <a:pt x="47" y="33"/>
                  </a:cubicBezTo>
                  <a:cubicBezTo>
                    <a:pt x="29" y="49"/>
                    <a:pt x="29" y="49"/>
                    <a:pt x="29" y="49"/>
                  </a:cubicBezTo>
                  <a:cubicBezTo>
                    <a:pt x="26" y="51"/>
                    <a:pt x="22" y="51"/>
                    <a:pt x="19"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2" name="Freeform 120"/>
            <p:cNvSpPr>
              <a:spLocks/>
            </p:cNvSpPr>
            <p:nvPr/>
          </p:nvSpPr>
          <p:spPr bwMode="auto">
            <a:xfrm>
              <a:off x="3489325" y="2068512"/>
              <a:ext cx="107950" cy="107950"/>
            </a:xfrm>
            <a:custGeom>
              <a:avLst/>
              <a:gdLst>
                <a:gd name="T0" fmla="*/ 3 w 51"/>
                <a:gd name="T1" fmla="*/ 18 h 51"/>
                <a:gd name="T2" fmla="*/ 22 w 51"/>
                <a:gd name="T3" fmla="*/ 3 h 51"/>
                <a:gd name="T4" fmla="*/ 31 w 51"/>
                <a:gd name="T5" fmla="*/ 3 h 51"/>
                <a:gd name="T6" fmla="*/ 49 w 51"/>
                <a:gd name="T7" fmla="*/ 24 h 51"/>
                <a:gd name="T8" fmla="*/ 48 w 51"/>
                <a:gd name="T9" fmla="*/ 33 h 51"/>
                <a:gd name="T10" fmla="*/ 30 w 51"/>
                <a:gd name="T11" fmla="*/ 49 h 51"/>
                <a:gd name="T12" fmla="*/ 20 w 51"/>
                <a:gd name="T13" fmla="*/ 48 h 51"/>
                <a:gd name="T14" fmla="*/ 3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3"/>
                    <a:pt x="22" y="3"/>
                    <a:pt x="22" y="3"/>
                  </a:cubicBezTo>
                  <a:cubicBezTo>
                    <a:pt x="25" y="0"/>
                    <a:pt x="29" y="0"/>
                    <a:pt x="31" y="3"/>
                  </a:cubicBezTo>
                  <a:cubicBezTo>
                    <a:pt x="49" y="24"/>
                    <a:pt x="49" y="24"/>
                    <a:pt x="49" y="24"/>
                  </a:cubicBezTo>
                  <a:cubicBezTo>
                    <a:pt x="51" y="27"/>
                    <a:pt x="51" y="31"/>
                    <a:pt x="48" y="33"/>
                  </a:cubicBezTo>
                  <a:cubicBezTo>
                    <a:pt x="30" y="49"/>
                    <a:pt x="30" y="49"/>
                    <a:pt x="30" y="49"/>
                  </a:cubicBezTo>
                  <a:cubicBezTo>
                    <a:pt x="27" y="51"/>
                    <a:pt x="22" y="51"/>
                    <a:pt x="20" y="48"/>
                  </a:cubicBezTo>
                  <a:cubicBezTo>
                    <a:pt x="3" y="28"/>
                    <a:pt x="3" y="28"/>
                    <a:pt x="3" y="28"/>
                  </a:cubicBezTo>
                  <a:cubicBezTo>
                    <a:pt x="0" y="25"/>
                    <a:pt x="1"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3" name="Freeform 121"/>
            <p:cNvSpPr>
              <a:spLocks/>
            </p:cNvSpPr>
            <p:nvPr/>
          </p:nvSpPr>
          <p:spPr bwMode="auto">
            <a:xfrm>
              <a:off x="3556000" y="2144712"/>
              <a:ext cx="107950" cy="109538"/>
            </a:xfrm>
            <a:custGeom>
              <a:avLst/>
              <a:gdLst>
                <a:gd name="T0" fmla="*/ 3 w 51"/>
                <a:gd name="T1" fmla="*/ 18 h 52"/>
                <a:gd name="T2" fmla="*/ 22 w 51"/>
                <a:gd name="T3" fmla="*/ 3 h 52"/>
                <a:gd name="T4" fmla="*/ 31 w 51"/>
                <a:gd name="T5" fmla="*/ 3 h 52"/>
                <a:gd name="T6" fmla="*/ 48 w 51"/>
                <a:gd name="T7" fmla="*/ 24 h 52"/>
                <a:gd name="T8" fmla="*/ 48 w 51"/>
                <a:gd name="T9" fmla="*/ 33 h 52"/>
                <a:gd name="T10" fmla="*/ 29 w 51"/>
                <a:gd name="T11" fmla="*/ 49 h 52"/>
                <a:gd name="T12" fmla="*/ 20 w 51"/>
                <a:gd name="T13" fmla="*/ 48 h 52"/>
                <a:gd name="T14" fmla="*/ 2 w 51"/>
                <a:gd name="T15" fmla="*/ 28 h 52"/>
                <a:gd name="T16" fmla="*/ 3 w 51"/>
                <a:gd name="T17"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2">
                  <a:moveTo>
                    <a:pt x="3" y="18"/>
                  </a:moveTo>
                  <a:cubicBezTo>
                    <a:pt x="22" y="3"/>
                    <a:pt x="22" y="3"/>
                    <a:pt x="22" y="3"/>
                  </a:cubicBezTo>
                  <a:cubicBezTo>
                    <a:pt x="24" y="0"/>
                    <a:pt x="29" y="1"/>
                    <a:pt x="31" y="3"/>
                  </a:cubicBezTo>
                  <a:cubicBezTo>
                    <a:pt x="48" y="24"/>
                    <a:pt x="48" y="24"/>
                    <a:pt x="48" y="24"/>
                  </a:cubicBezTo>
                  <a:cubicBezTo>
                    <a:pt x="51" y="27"/>
                    <a:pt x="50" y="31"/>
                    <a:pt x="48" y="33"/>
                  </a:cubicBezTo>
                  <a:cubicBezTo>
                    <a:pt x="29" y="49"/>
                    <a:pt x="29" y="49"/>
                    <a:pt x="29" y="49"/>
                  </a:cubicBezTo>
                  <a:cubicBezTo>
                    <a:pt x="26" y="52"/>
                    <a:pt x="22" y="51"/>
                    <a:pt x="20"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4" name="Freeform 122"/>
            <p:cNvSpPr>
              <a:spLocks/>
            </p:cNvSpPr>
            <p:nvPr/>
          </p:nvSpPr>
          <p:spPr bwMode="auto">
            <a:xfrm>
              <a:off x="3165475" y="1841500"/>
              <a:ext cx="96838" cy="95250"/>
            </a:xfrm>
            <a:custGeom>
              <a:avLst/>
              <a:gdLst>
                <a:gd name="T0" fmla="*/ 3 w 46"/>
                <a:gd name="T1" fmla="*/ 19 h 45"/>
                <a:gd name="T2" fmla="*/ 23 w 46"/>
                <a:gd name="T3" fmla="*/ 2 h 45"/>
                <a:gd name="T4" fmla="*/ 31 w 46"/>
                <a:gd name="T5" fmla="*/ 3 h 45"/>
                <a:gd name="T6" fmla="*/ 44 w 46"/>
                <a:gd name="T7" fmla="*/ 18 h 45"/>
                <a:gd name="T8" fmla="*/ 43 w 46"/>
                <a:gd name="T9" fmla="*/ 26 h 45"/>
                <a:gd name="T10" fmla="*/ 23 w 46"/>
                <a:gd name="T11" fmla="*/ 43 h 45"/>
                <a:gd name="T12" fmla="*/ 15 w 46"/>
                <a:gd name="T13" fmla="*/ 42 h 45"/>
                <a:gd name="T14" fmla="*/ 2 w 46"/>
                <a:gd name="T15" fmla="*/ 27 h 45"/>
                <a:gd name="T16" fmla="*/ 3 w 46"/>
                <a:gd name="T17"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5">
                  <a:moveTo>
                    <a:pt x="3" y="19"/>
                  </a:moveTo>
                  <a:cubicBezTo>
                    <a:pt x="23" y="2"/>
                    <a:pt x="23" y="2"/>
                    <a:pt x="23" y="2"/>
                  </a:cubicBezTo>
                  <a:cubicBezTo>
                    <a:pt x="26" y="0"/>
                    <a:pt x="29" y="0"/>
                    <a:pt x="31" y="3"/>
                  </a:cubicBezTo>
                  <a:cubicBezTo>
                    <a:pt x="44" y="18"/>
                    <a:pt x="44" y="18"/>
                    <a:pt x="44" y="18"/>
                  </a:cubicBezTo>
                  <a:cubicBezTo>
                    <a:pt x="46" y="20"/>
                    <a:pt x="46" y="24"/>
                    <a:pt x="43" y="26"/>
                  </a:cubicBezTo>
                  <a:cubicBezTo>
                    <a:pt x="23" y="43"/>
                    <a:pt x="23" y="43"/>
                    <a:pt x="23" y="43"/>
                  </a:cubicBezTo>
                  <a:cubicBezTo>
                    <a:pt x="21" y="45"/>
                    <a:pt x="17" y="45"/>
                    <a:pt x="15" y="42"/>
                  </a:cubicBezTo>
                  <a:cubicBezTo>
                    <a:pt x="2" y="27"/>
                    <a:pt x="2" y="27"/>
                    <a:pt x="2" y="27"/>
                  </a:cubicBezTo>
                  <a:cubicBezTo>
                    <a:pt x="0" y="25"/>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5" name="Freeform 123"/>
            <p:cNvSpPr>
              <a:spLocks/>
            </p:cNvSpPr>
            <p:nvPr/>
          </p:nvSpPr>
          <p:spPr bwMode="auto">
            <a:xfrm>
              <a:off x="3148013" y="1903412"/>
              <a:ext cx="177800" cy="168275"/>
            </a:xfrm>
            <a:custGeom>
              <a:avLst/>
              <a:gdLst>
                <a:gd name="T0" fmla="*/ 4 w 84"/>
                <a:gd name="T1" fmla="*/ 46 h 80"/>
                <a:gd name="T2" fmla="*/ 55 w 84"/>
                <a:gd name="T3" fmla="*/ 3 h 80"/>
                <a:gd name="T4" fmla="*/ 65 w 84"/>
                <a:gd name="T5" fmla="*/ 4 h 80"/>
                <a:gd name="T6" fmla="*/ 82 w 84"/>
                <a:gd name="T7" fmla="*/ 24 h 80"/>
                <a:gd name="T8" fmla="*/ 81 w 84"/>
                <a:gd name="T9" fmla="*/ 34 h 80"/>
                <a:gd name="T10" fmla="*/ 30 w 84"/>
                <a:gd name="T11" fmla="*/ 77 h 80"/>
                <a:gd name="T12" fmla="*/ 20 w 84"/>
                <a:gd name="T13" fmla="*/ 76 h 80"/>
                <a:gd name="T14" fmla="*/ 3 w 84"/>
                <a:gd name="T15" fmla="*/ 56 h 80"/>
                <a:gd name="T16" fmla="*/ 4 w 84"/>
                <a:gd name="T17" fmla="*/ 4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80">
                  <a:moveTo>
                    <a:pt x="4" y="46"/>
                  </a:moveTo>
                  <a:cubicBezTo>
                    <a:pt x="55" y="3"/>
                    <a:pt x="55" y="3"/>
                    <a:pt x="55" y="3"/>
                  </a:cubicBezTo>
                  <a:cubicBezTo>
                    <a:pt x="58" y="0"/>
                    <a:pt x="62" y="1"/>
                    <a:pt x="65" y="4"/>
                  </a:cubicBezTo>
                  <a:cubicBezTo>
                    <a:pt x="82" y="24"/>
                    <a:pt x="82" y="24"/>
                    <a:pt x="82" y="24"/>
                  </a:cubicBezTo>
                  <a:cubicBezTo>
                    <a:pt x="84" y="27"/>
                    <a:pt x="84" y="31"/>
                    <a:pt x="81" y="34"/>
                  </a:cubicBezTo>
                  <a:cubicBezTo>
                    <a:pt x="30" y="77"/>
                    <a:pt x="30" y="77"/>
                    <a:pt x="30" y="77"/>
                  </a:cubicBezTo>
                  <a:cubicBezTo>
                    <a:pt x="27" y="80"/>
                    <a:pt x="22" y="79"/>
                    <a:pt x="20" y="76"/>
                  </a:cubicBezTo>
                  <a:cubicBezTo>
                    <a:pt x="3" y="56"/>
                    <a:pt x="3" y="56"/>
                    <a:pt x="3" y="56"/>
                  </a:cubicBezTo>
                  <a:cubicBezTo>
                    <a:pt x="0" y="53"/>
                    <a:pt x="1" y="49"/>
                    <a:pt x="4" y="4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6" name="Freeform 124"/>
            <p:cNvSpPr>
              <a:spLocks/>
            </p:cNvSpPr>
            <p:nvPr/>
          </p:nvSpPr>
          <p:spPr bwMode="auto">
            <a:xfrm>
              <a:off x="3262313" y="1981200"/>
              <a:ext cx="130175" cy="125413"/>
            </a:xfrm>
            <a:custGeom>
              <a:avLst/>
              <a:gdLst>
                <a:gd name="T0" fmla="*/ 4 w 61"/>
                <a:gd name="T1" fmla="*/ 26 h 59"/>
                <a:gd name="T2" fmla="*/ 31 w 61"/>
                <a:gd name="T3" fmla="*/ 2 h 59"/>
                <a:gd name="T4" fmla="*/ 41 w 61"/>
                <a:gd name="T5" fmla="*/ 3 h 59"/>
                <a:gd name="T6" fmla="*/ 58 w 61"/>
                <a:gd name="T7" fmla="*/ 23 h 59"/>
                <a:gd name="T8" fmla="*/ 57 w 61"/>
                <a:gd name="T9" fmla="*/ 33 h 59"/>
                <a:gd name="T10" fmla="*/ 30 w 61"/>
                <a:gd name="T11" fmla="*/ 56 h 59"/>
                <a:gd name="T12" fmla="*/ 20 w 61"/>
                <a:gd name="T13" fmla="*/ 55 h 59"/>
                <a:gd name="T14" fmla="*/ 3 w 61"/>
                <a:gd name="T15" fmla="*/ 36 h 59"/>
                <a:gd name="T16" fmla="*/ 4 w 61"/>
                <a:gd name="T17" fmla="*/ 2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9">
                  <a:moveTo>
                    <a:pt x="4" y="26"/>
                  </a:moveTo>
                  <a:cubicBezTo>
                    <a:pt x="31" y="2"/>
                    <a:pt x="31" y="2"/>
                    <a:pt x="31" y="2"/>
                  </a:cubicBezTo>
                  <a:cubicBezTo>
                    <a:pt x="34" y="0"/>
                    <a:pt x="39" y="0"/>
                    <a:pt x="41" y="3"/>
                  </a:cubicBezTo>
                  <a:cubicBezTo>
                    <a:pt x="58" y="23"/>
                    <a:pt x="58" y="23"/>
                    <a:pt x="58" y="23"/>
                  </a:cubicBezTo>
                  <a:cubicBezTo>
                    <a:pt x="61" y="26"/>
                    <a:pt x="60" y="30"/>
                    <a:pt x="57" y="33"/>
                  </a:cubicBezTo>
                  <a:cubicBezTo>
                    <a:pt x="30" y="56"/>
                    <a:pt x="30" y="56"/>
                    <a:pt x="30" y="56"/>
                  </a:cubicBezTo>
                  <a:cubicBezTo>
                    <a:pt x="27" y="59"/>
                    <a:pt x="22" y="59"/>
                    <a:pt x="20" y="55"/>
                  </a:cubicBezTo>
                  <a:cubicBezTo>
                    <a:pt x="3" y="36"/>
                    <a:pt x="3" y="36"/>
                    <a:pt x="3" y="36"/>
                  </a:cubicBezTo>
                  <a:cubicBezTo>
                    <a:pt x="0" y="33"/>
                    <a:pt x="1" y="28"/>
                    <a:pt x="4" y="2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7" name="Freeform 125"/>
            <p:cNvSpPr>
              <a:spLocks/>
            </p:cNvSpPr>
            <p:nvPr/>
          </p:nvSpPr>
          <p:spPr bwMode="auto">
            <a:xfrm>
              <a:off x="3268663" y="2057400"/>
              <a:ext cx="187325" cy="173038"/>
            </a:xfrm>
            <a:custGeom>
              <a:avLst/>
              <a:gdLst>
                <a:gd name="T0" fmla="*/ 4 w 88"/>
                <a:gd name="T1" fmla="*/ 49 h 82"/>
                <a:gd name="T2" fmla="*/ 59 w 88"/>
                <a:gd name="T3" fmla="*/ 2 h 82"/>
                <a:gd name="T4" fmla="*/ 69 w 88"/>
                <a:gd name="T5" fmla="*/ 3 h 82"/>
                <a:gd name="T6" fmla="*/ 86 w 88"/>
                <a:gd name="T7" fmla="*/ 23 h 82"/>
                <a:gd name="T8" fmla="*/ 85 w 88"/>
                <a:gd name="T9" fmla="*/ 33 h 82"/>
                <a:gd name="T10" fmla="*/ 30 w 88"/>
                <a:gd name="T11" fmla="*/ 80 h 82"/>
                <a:gd name="T12" fmla="*/ 20 w 88"/>
                <a:gd name="T13" fmla="*/ 79 h 82"/>
                <a:gd name="T14" fmla="*/ 3 w 88"/>
                <a:gd name="T15" fmla="*/ 59 h 82"/>
                <a:gd name="T16" fmla="*/ 4 w 88"/>
                <a:gd name="T17" fmla="*/ 4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82">
                  <a:moveTo>
                    <a:pt x="4" y="49"/>
                  </a:moveTo>
                  <a:cubicBezTo>
                    <a:pt x="59" y="2"/>
                    <a:pt x="59" y="2"/>
                    <a:pt x="59" y="2"/>
                  </a:cubicBezTo>
                  <a:cubicBezTo>
                    <a:pt x="62" y="0"/>
                    <a:pt x="67" y="0"/>
                    <a:pt x="69" y="3"/>
                  </a:cubicBezTo>
                  <a:cubicBezTo>
                    <a:pt x="86" y="23"/>
                    <a:pt x="86" y="23"/>
                    <a:pt x="86" y="23"/>
                  </a:cubicBezTo>
                  <a:cubicBezTo>
                    <a:pt x="88" y="26"/>
                    <a:pt x="88" y="30"/>
                    <a:pt x="85" y="33"/>
                  </a:cubicBezTo>
                  <a:cubicBezTo>
                    <a:pt x="30" y="80"/>
                    <a:pt x="30" y="80"/>
                    <a:pt x="30" y="80"/>
                  </a:cubicBezTo>
                  <a:cubicBezTo>
                    <a:pt x="27" y="82"/>
                    <a:pt x="22" y="82"/>
                    <a:pt x="20" y="79"/>
                  </a:cubicBezTo>
                  <a:cubicBezTo>
                    <a:pt x="3" y="59"/>
                    <a:pt x="3" y="59"/>
                    <a:pt x="3" y="59"/>
                  </a:cubicBezTo>
                  <a:cubicBezTo>
                    <a:pt x="0" y="56"/>
                    <a:pt x="1" y="52"/>
                    <a:pt x="4" y="4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8" name="Freeform 126"/>
            <p:cNvSpPr>
              <a:spLocks/>
            </p:cNvSpPr>
            <p:nvPr/>
          </p:nvSpPr>
          <p:spPr bwMode="auto">
            <a:xfrm>
              <a:off x="3413125" y="2133600"/>
              <a:ext cx="107950" cy="107950"/>
            </a:xfrm>
            <a:custGeom>
              <a:avLst/>
              <a:gdLst>
                <a:gd name="T0" fmla="*/ 3 w 51"/>
                <a:gd name="T1" fmla="*/ 18 h 51"/>
                <a:gd name="T2" fmla="*/ 22 w 51"/>
                <a:gd name="T3" fmla="*/ 2 h 51"/>
                <a:gd name="T4" fmla="*/ 31 w 51"/>
                <a:gd name="T5" fmla="*/ 3 h 51"/>
                <a:gd name="T6" fmla="*/ 49 w 51"/>
                <a:gd name="T7" fmla="*/ 23 h 51"/>
                <a:gd name="T8" fmla="*/ 48 w 51"/>
                <a:gd name="T9" fmla="*/ 33 h 51"/>
                <a:gd name="T10" fmla="*/ 30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5" y="0"/>
                    <a:pt x="29" y="0"/>
                    <a:pt x="31" y="3"/>
                  </a:cubicBezTo>
                  <a:cubicBezTo>
                    <a:pt x="49" y="23"/>
                    <a:pt x="49" y="23"/>
                    <a:pt x="49" y="23"/>
                  </a:cubicBezTo>
                  <a:cubicBezTo>
                    <a:pt x="51" y="26"/>
                    <a:pt x="51" y="30"/>
                    <a:pt x="48" y="33"/>
                  </a:cubicBezTo>
                  <a:cubicBezTo>
                    <a:pt x="30" y="49"/>
                    <a:pt x="30" y="49"/>
                    <a:pt x="30" y="49"/>
                  </a:cubicBezTo>
                  <a:cubicBezTo>
                    <a:pt x="27" y="51"/>
                    <a:pt x="22" y="51"/>
                    <a:pt x="20" y="48"/>
                  </a:cubicBezTo>
                  <a:cubicBezTo>
                    <a:pt x="3" y="27"/>
                    <a:pt x="3" y="27"/>
                    <a:pt x="3" y="27"/>
                  </a:cubicBezTo>
                  <a:cubicBezTo>
                    <a:pt x="0" y="24"/>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9" name="Freeform 127"/>
            <p:cNvSpPr>
              <a:spLocks/>
            </p:cNvSpPr>
            <p:nvPr/>
          </p:nvSpPr>
          <p:spPr bwMode="auto">
            <a:xfrm>
              <a:off x="3478213" y="2209800"/>
              <a:ext cx="109538" cy="107950"/>
            </a:xfrm>
            <a:custGeom>
              <a:avLst/>
              <a:gdLst>
                <a:gd name="T0" fmla="*/ 3 w 51"/>
                <a:gd name="T1" fmla="*/ 18 h 51"/>
                <a:gd name="T2" fmla="*/ 22 w 51"/>
                <a:gd name="T3" fmla="*/ 2 h 51"/>
                <a:gd name="T4" fmla="*/ 31 w 51"/>
                <a:gd name="T5" fmla="*/ 3 h 51"/>
                <a:gd name="T6" fmla="*/ 48 w 51"/>
                <a:gd name="T7" fmla="*/ 23 h 51"/>
                <a:gd name="T8" fmla="*/ 48 w 51"/>
                <a:gd name="T9" fmla="*/ 33 h 51"/>
                <a:gd name="T10" fmla="*/ 29 w 51"/>
                <a:gd name="T11" fmla="*/ 49 h 51"/>
                <a:gd name="T12" fmla="*/ 20 w 51"/>
                <a:gd name="T13" fmla="*/ 48 h 51"/>
                <a:gd name="T14" fmla="*/ 2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4" y="0"/>
                    <a:pt x="29" y="0"/>
                    <a:pt x="31" y="3"/>
                  </a:cubicBezTo>
                  <a:cubicBezTo>
                    <a:pt x="48" y="23"/>
                    <a:pt x="48" y="23"/>
                    <a:pt x="48" y="23"/>
                  </a:cubicBezTo>
                  <a:cubicBezTo>
                    <a:pt x="51" y="26"/>
                    <a:pt x="50" y="31"/>
                    <a:pt x="48" y="33"/>
                  </a:cubicBezTo>
                  <a:cubicBezTo>
                    <a:pt x="29" y="49"/>
                    <a:pt x="29" y="49"/>
                    <a:pt x="29" y="49"/>
                  </a:cubicBezTo>
                  <a:cubicBezTo>
                    <a:pt x="26" y="51"/>
                    <a:pt x="22" y="51"/>
                    <a:pt x="20" y="48"/>
                  </a:cubicBezTo>
                  <a:cubicBezTo>
                    <a:pt x="2" y="27"/>
                    <a:pt x="2" y="27"/>
                    <a:pt x="2" y="27"/>
                  </a:cubicBezTo>
                  <a:cubicBezTo>
                    <a:pt x="0" y="25"/>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0" name="Freeform 128"/>
            <p:cNvSpPr>
              <a:spLocks/>
            </p:cNvSpPr>
            <p:nvPr/>
          </p:nvSpPr>
          <p:spPr bwMode="auto">
            <a:xfrm>
              <a:off x="3095625" y="1906587"/>
              <a:ext cx="90488" cy="88900"/>
            </a:xfrm>
            <a:custGeom>
              <a:avLst/>
              <a:gdLst>
                <a:gd name="T0" fmla="*/ 3 w 43"/>
                <a:gd name="T1" fmla="*/ 17 h 42"/>
                <a:gd name="T2" fmla="*/ 20 w 43"/>
                <a:gd name="T3" fmla="*/ 2 h 42"/>
                <a:gd name="T4" fmla="*/ 28 w 43"/>
                <a:gd name="T5" fmla="*/ 2 h 42"/>
                <a:gd name="T6" fmla="*/ 41 w 43"/>
                <a:gd name="T7" fmla="*/ 17 h 42"/>
                <a:gd name="T8" fmla="*/ 40 w 43"/>
                <a:gd name="T9" fmla="*/ 25 h 42"/>
                <a:gd name="T10" fmla="*/ 23 w 43"/>
                <a:gd name="T11" fmla="*/ 40 h 42"/>
                <a:gd name="T12" fmla="*/ 15 w 43"/>
                <a:gd name="T13" fmla="*/ 39 h 42"/>
                <a:gd name="T14" fmla="*/ 2 w 43"/>
                <a:gd name="T15" fmla="*/ 24 h 42"/>
                <a:gd name="T16" fmla="*/ 3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7"/>
                  </a:moveTo>
                  <a:cubicBezTo>
                    <a:pt x="20" y="2"/>
                    <a:pt x="20" y="2"/>
                    <a:pt x="20" y="2"/>
                  </a:cubicBezTo>
                  <a:cubicBezTo>
                    <a:pt x="23" y="0"/>
                    <a:pt x="26" y="0"/>
                    <a:pt x="28" y="2"/>
                  </a:cubicBezTo>
                  <a:cubicBezTo>
                    <a:pt x="41" y="17"/>
                    <a:pt x="41" y="17"/>
                    <a:pt x="41" y="17"/>
                  </a:cubicBezTo>
                  <a:cubicBezTo>
                    <a:pt x="43" y="20"/>
                    <a:pt x="43" y="23"/>
                    <a:pt x="40" y="25"/>
                  </a:cubicBezTo>
                  <a:cubicBezTo>
                    <a:pt x="23" y="40"/>
                    <a:pt x="23" y="40"/>
                    <a:pt x="23" y="40"/>
                  </a:cubicBezTo>
                  <a:cubicBezTo>
                    <a:pt x="21" y="42"/>
                    <a:pt x="17" y="42"/>
                    <a:pt x="15" y="39"/>
                  </a:cubicBezTo>
                  <a:cubicBezTo>
                    <a:pt x="2" y="24"/>
                    <a:pt x="2" y="24"/>
                    <a:pt x="2" y="24"/>
                  </a:cubicBezTo>
                  <a:cubicBezTo>
                    <a:pt x="0" y="22"/>
                    <a:pt x="1" y="18"/>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1" name="Freeform 129"/>
            <p:cNvSpPr>
              <a:spLocks/>
            </p:cNvSpPr>
            <p:nvPr/>
          </p:nvSpPr>
          <p:spPr bwMode="auto">
            <a:xfrm>
              <a:off x="3024188" y="1966912"/>
              <a:ext cx="90488" cy="90488"/>
            </a:xfrm>
            <a:custGeom>
              <a:avLst/>
              <a:gdLst>
                <a:gd name="T0" fmla="*/ 3 w 43"/>
                <a:gd name="T1" fmla="*/ 17 h 43"/>
                <a:gd name="T2" fmla="*/ 21 w 43"/>
                <a:gd name="T3" fmla="*/ 2 h 43"/>
                <a:gd name="T4" fmla="*/ 28 w 43"/>
                <a:gd name="T5" fmla="*/ 3 h 43"/>
                <a:gd name="T6" fmla="*/ 41 w 43"/>
                <a:gd name="T7" fmla="*/ 18 h 43"/>
                <a:gd name="T8" fmla="*/ 41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1" y="2"/>
                    <a:pt x="21" y="2"/>
                    <a:pt x="21" y="2"/>
                  </a:cubicBezTo>
                  <a:cubicBezTo>
                    <a:pt x="23" y="0"/>
                    <a:pt x="27" y="1"/>
                    <a:pt x="28" y="3"/>
                  </a:cubicBezTo>
                  <a:cubicBezTo>
                    <a:pt x="41" y="18"/>
                    <a:pt x="41" y="18"/>
                    <a:pt x="41" y="18"/>
                  </a:cubicBezTo>
                  <a:cubicBezTo>
                    <a:pt x="43" y="20"/>
                    <a:pt x="43" y="24"/>
                    <a:pt x="41" y="26"/>
                  </a:cubicBezTo>
                  <a:cubicBezTo>
                    <a:pt x="23" y="41"/>
                    <a:pt x="23" y="41"/>
                    <a:pt x="23" y="41"/>
                  </a:cubicBezTo>
                  <a:cubicBezTo>
                    <a:pt x="21" y="43"/>
                    <a:pt x="17" y="42"/>
                    <a:pt x="15" y="40"/>
                  </a:cubicBezTo>
                  <a:cubicBezTo>
                    <a:pt x="2" y="25"/>
                    <a:pt x="2" y="25"/>
                    <a:pt x="2" y="25"/>
                  </a:cubicBezTo>
                  <a:cubicBezTo>
                    <a:pt x="0" y="23"/>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2" name="Freeform 130"/>
            <p:cNvSpPr>
              <a:spLocks/>
            </p:cNvSpPr>
            <p:nvPr/>
          </p:nvSpPr>
          <p:spPr bwMode="auto">
            <a:xfrm>
              <a:off x="2952750" y="2027237"/>
              <a:ext cx="92075" cy="88900"/>
            </a:xfrm>
            <a:custGeom>
              <a:avLst/>
              <a:gdLst>
                <a:gd name="T0" fmla="*/ 2 w 43"/>
                <a:gd name="T1" fmla="*/ 17 h 42"/>
                <a:gd name="T2" fmla="*/ 20 w 43"/>
                <a:gd name="T3" fmla="*/ 2 h 42"/>
                <a:gd name="T4" fmla="*/ 28 w 43"/>
                <a:gd name="T5" fmla="*/ 3 h 42"/>
                <a:gd name="T6" fmla="*/ 41 w 43"/>
                <a:gd name="T7" fmla="*/ 18 h 42"/>
                <a:gd name="T8" fmla="*/ 40 w 43"/>
                <a:gd name="T9" fmla="*/ 25 h 42"/>
                <a:gd name="T10" fmla="*/ 22 w 43"/>
                <a:gd name="T11" fmla="*/ 40 h 42"/>
                <a:gd name="T12" fmla="*/ 15 w 43"/>
                <a:gd name="T13" fmla="*/ 40 h 42"/>
                <a:gd name="T14" fmla="*/ 2 w 43"/>
                <a:gd name="T15" fmla="*/ 25 h 42"/>
                <a:gd name="T16" fmla="*/ 2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2" y="17"/>
                  </a:moveTo>
                  <a:cubicBezTo>
                    <a:pt x="20" y="2"/>
                    <a:pt x="20" y="2"/>
                    <a:pt x="20" y="2"/>
                  </a:cubicBezTo>
                  <a:cubicBezTo>
                    <a:pt x="22" y="0"/>
                    <a:pt x="26" y="0"/>
                    <a:pt x="28" y="3"/>
                  </a:cubicBezTo>
                  <a:cubicBezTo>
                    <a:pt x="41" y="18"/>
                    <a:pt x="41" y="18"/>
                    <a:pt x="41" y="18"/>
                  </a:cubicBezTo>
                  <a:cubicBezTo>
                    <a:pt x="43" y="20"/>
                    <a:pt x="42" y="23"/>
                    <a:pt x="40" y="25"/>
                  </a:cubicBezTo>
                  <a:cubicBezTo>
                    <a:pt x="22" y="40"/>
                    <a:pt x="22" y="40"/>
                    <a:pt x="22" y="40"/>
                  </a:cubicBezTo>
                  <a:cubicBezTo>
                    <a:pt x="20" y="42"/>
                    <a:pt x="16" y="42"/>
                    <a:pt x="15" y="40"/>
                  </a:cubicBezTo>
                  <a:cubicBezTo>
                    <a:pt x="2" y="25"/>
                    <a:pt x="2" y="25"/>
                    <a:pt x="2" y="25"/>
                  </a:cubicBezTo>
                  <a:cubicBezTo>
                    <a:pt x="0" y="22"/>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3" name="Freeform 131"/>
            <p:cNvSpPr>
              <a:spLocks/>
            </p:cNvSpPr>
            <p:nvPr/>
          </p:nvSpPr>
          <p:spPr bwMode="auto">
            <a:xfrm>
              <a:off x="2881313" y="2089150"/>
              <a:ext cx="92075" cy="88900"/>
            </a:xfrm>
            <a:custGeom>
              <a:avLst/>
              <a:gdLst>
                <a:gd name="T0" fmla="*/ 3 w 43"/>
                <a:gd name="T1" fmla="*/ 16 h 42"/>
                <a:gd name="T2" fmla="*/ 20 w 43"/>
                <a:gd name="T3" fmla="*/ 2 h 42"/>
                <a:gd name="T4" fmla="*/ 28 w 43"/>
                <a:gd name="T5" fmla="*/ 2 h 42"/>
                <a:gd name="T6" fmla="*/ 41 w 43"/>
                <a:gd name="T7" fmla="*/ 17 h 42"/>
                <a:gd name="T8" fmla="*/ 40 w 43"/>
                <a:gd name="T9" fmla="*/ 25 h 42"/>
                <a:gd name="T10" fmla="*/ 23 w 43"/>
                <a:gd name="T11" fmla="*/ 40 h 42"/>
                <a:gd name="T12" fmla="*/ 15 w 43"/>
                <a:gd name="T13" fmla="*/ 39 h 42"/>
                <a:gd name="T14" fmla="*/ 2 w 43"/>
                <a:gd name="T15" fmla="*/ 24 h 42"/>
                <a:gd name="T16" fmla="*/ 3 w 43"/>
                <a:gd name="T17"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6"/>
                  </a:moveTo>
                  <a:cubicBezTo>
                    <a:pt x="20" y="2"/>
                    <a:pt x="20" y="2"/>
                    <a:pt x="20" y="2"/>
                  </a:cubicBezTo>
                  <a:cubicBezTo>
                    <a:pt x="22" y="0"/>
                    <a:pt x="26" y="0"/>
                    <a:pt x="28" y="2"/>
                  </a:cubicBezTo>
                  <a:cubicBezTo>
                    <a:pt x="41" y="17"/>
                    <a:pt x="41" y="17"/>
                    <a:pt x="41" y="17"/>
                  </a:cubicBezTo>
                  <a:cubicBezTo>
                    <a:pt x="43" y="20"/>
                    <a:pt x="42" y="23"/>
                    <a:pt x="40" y="25"/>
                  </a:cubicBezTo>
                  <a:cubicBezTo>
                    <a:pt x="23" y="40"/>
                    <a:pt x="23" y="40"/>
                    <a:pt x="23" y="40"/>
                  </a:cubicBezTo>
                  <a:cubicBezTo>
                    <a:pt x="20" y="42"/>
                    <a:pt x="17" y="42"/>
                    <a:pt x="15" y="39"/>
                  </a:cubicBezTo>
                  <a:cubicBezTo>
                    <a:pt x="2" y="24"/>
                    <a:pt x="2" y="24"/>
                    <a:pt x="2" y="24"/>
                  </a:cubicBezTo>
                  <a:cubicBezTo>
                    <a:pt x="0" y="22"/>
                    <a:pt x="0" y="18"/>
                    <a:pt x="3" y="1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4" name="Freeform 132"/>
            <p:cNvSpPr>
              <a:spLocks/>
            </p:cNvSpPr>
            <p:nvPr/>
          </p:nvSpPr>
          <p:spPr bwMode="auto">
            <a:xfrm>
              <a:off x="2809875" y="2147887"/>
              <a:ext cx="90488" cy="92075"/>
            </a:xfrm>
            <a:custGeom>
              <a:avLst/>
              <a:gdLst>
                <a:gd name="T0" fmla="*/ 3 w 43"/>
                <a:gd name="T1" fmla="*/ 17 h 43"/>
                <a:gd name="T2" fmla="*/ 20 w 43"/>
                <a:gd name="T3" fmla="*/ 2 h 43"/>
                <a:gd name="T4" fmla="*/ 28 w 43"/>
                <a:gd name="T5" fmla="*/ 3 h 43"/>
                <a:gd name="T6" fmla="*/ 41 w 43"/>
                <a:gd name="T7" fmla="*/ 18 h 43"/>
                <a:gd name="T8" fmla="*/ 40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0" y="2"/>
                    <a:pt x="20" y="2"/>
                    <a:pt x="20" y="2"/>
                  </a:cubicBezTo>
                  <a:cubicBezTo>
                    <a:pt x="23" y="0"/>
                    <a:pt x="26" y="1"/>
                    <a:pt x="28" y="3"/>
                  </a:cubicBezTo>
                  <a:cubicBezTo>
                    <a:pt x="41" y="18"/>
                    <a:pt x="41" y="18"/>
                    <a:pt x="41" y="18"/>
                  </a:cubicBezTo>
                  <a:cubicBezTo>
                    <a:pt x="43" y="20"/>
                    <a:pt x="43" y="24"/>
                    <a:pt x="40" y="26"/>
                  </a:cubicBezTo>
                  <a:cubicBezTo>
                    <a:pt x="23" y="41"/>
                    <a:pt x="23" y="41"/>
                    <a:pt x="23" y="41"/>
                  </a:cubicBezTo>
                  <a:cubicBezTo>
                    <a:pt x="20" y="43"/>
                    <a:pt x="17" y="42"/>
                    <a:pt x="15" y="40"/>
                  </a:cubicBezTo>
                  <a:cubicBezTo>
                    <a:pt x="2" y="25"/>
                    <a:pt x="2" y="25"/>
                    <a:pt x="2" y="25"/>
                  </a:cubicBezTo>
                  <a:cubicBezTo>
                    <a:pt x="0" y="23"/>
                    <a:pt x="0"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5" name="Freeform 133"/>
            <p:cNvSpPr>
              <a:spLocks/>
            </p:cNvSpPr>
            <p:nvPr/>
          </p:nvSpPr>
          <p:spPr bwMode="auto">
            <a:xfrm>
              <a:off x="2736850" y="2209800"/>
              <a:ext cx="92075" cy="88900"/>
            </a:xfrm>
            <a:custGeom>
              <a:avLst/>
              <a:gdLst>
                <a:gd name="T0" fmla="*/ 3 w 43"/>
                <a:gd name="T1" fmla="*/ 17 h 42"/>
                <a:gd name="T2" fmla="*/ 21 w 43"/>
                <a:gd name="T3" fmla="*/ 2 h 42"/>
                <a:gd name="T4" fmla="*/ 28 w 43"/>
                <a:gd name="T5" fmla="*/ 2 h 42"/>
                <a:gd name="T6" fmla="*/ 41 w 43"/>
                <a:gd name="T7" fmla="*/ 18 h 42"/>
                <a:gd name="T8" fmla="*/ 41 w 43"/>
                <a:gd name="T9" fmla="*/ 25 h 42"/>
                <a:gd name="T10" fmla="*/ 23 w 43"/>
                <a:gd name="T11" fmla="*/ 40 h 42"/>
                <a:gd name="T12" fmla="*/ 15 w 43"/>
                <a:gd name="T13" fmla="*/ 40 h 42"/>
                <a:gd name="T14" fmla="*/ 2 w 43"/>
                <a:gd name="T15" fmla="*/ 25 h 42"/>
                <a:gd name="T16" fmla="*/ 3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7"/>
                  </a:moveTo>
                  <a:cubicBezTo>
                    <a:pt x="21" y="2"/>
                    <a:pt x="21" y="2"/>
                    <a:pt x="21" y="2"/>
                  </a:cubicBezTo>
                  <a:cubicBezTo>
                    <a:pt x="23" y="0"/>
                    <a:pt x="26" y="0"/>
                    <a:pt x="28" y="2"/>
                  </a:cubicBezTo>
                  <a:cubicBezTo>
                    <a:pt x="41" y="18"/>
                    <a:pt x="41" y="18"/>
                    <a:pt x="41" y="18"/>
                  </a:cubicBezTo>
                  <a:cubicBezTo>
                    <a:pt x="43" y="20"/>
                    <a:pt x="43" y="23"/>
                    <a:pt x="41" y="25"/>
                  </a:cubicBezTo>
                  <a:cubicBezTo>
                    <a:pt x="23" y="40"/>
                    <a:pt x="23" y="40"/>
                    <a:pt x="23" y="40"/>
                  </a:cubicBezTo>
                  <a:cubicBezTo>
                    <a:pt x="21" y="42"/>
                    <a:pt x="17" y="42"/>
                    <a:pt x="15" y="40"/>
                  </a:cubicBezTo>
                  <a:cubicBezTo>
                    <a:pt x="2" y="25"/>
                    <a:pt x="2" y="25"/>
                    <a:pt x="2" y="25"/>
                  </a:cubicBezTo>
                  <a:cubicBezTo>
                    <a:pt x="0" y="22"/>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6" name="Freeform 134"/>
            <p:cNvSpPr>
              <a:spLocks/>
            </p:cNvSpPr>
            <p:nvPr/>
          </p:nvSpPr>
          <p:spPr bwMode="auto">
            <a:xfrm>
              <a:off x="2667000" y="2271712"/>
              <a:ext cx="88900" cy="88900"/>
            </a:xfrm>
            <a:custGeom>
              <a:avLst/>
              <a:gdLst>
                <a:gd name="T0" fmla="*/ 2 w 42"/>
                <a:gd name="T1" fmla="*/ 16 h 42"/>
                <a:gd name="T2" fmla="*/ 20 w 42"/>
                <a:gd name="T3" fmla="*/ 1 h 42"/>
                <a:gd name="T4" fmla="*/ 28 w 42"/>
                <a:gd name="T5" fmla="*/ 2 h 42"/>
                <a:gd name="T6" fmla="*/ 40 w 42"/>
                <a:gd name="T7" fmla="*/ 17 h 42"/>
                <a:gd name="T8" fmla="*/ 40 w 42"/>
                <a:gd name="T9" fmla="*/ 25 h 42"/>
                <a:gd name="T10" fmla="*/ 22 w 42"/>
                <a:gd name="T11" fmla="*/ 40 h 42"/>
                <a:gd name="T12" fmla="*/ 14 w 42"/>
                <a:gd name="T13" fmla="*/ 39 h 42"/>
                <a:gd name="T14" fmla="*/ 2 w 42"/>
                <a:gd name="T15" fmla="*/ 24 h 42"/>
                <a:gd name="T16" fmla="*/ 2 w 42"/>
                <a:gd name="T17"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2">
                  <a:moveTo>
                    <a:pt x="2" y="16"/>
                  </a:moveTo>
                  <a:cubicBezTo>
                    <a:pt x="20" y="1"/>
                    <a:pt x="20" y="1"/>
                    <a:pt x="20" y="1"/>
                  </a:cubicBezTo>
                  <a:cubicBezTo>
                    <a:pt x="22" y="0"/>
                    <a:pt x="26" y="0"/>
                    <a:pt x="28" y="2"/>
                  </a:cubicBezTo>
                  <a:cubicBezTo>
                    <a:pt x="40" y="17"/>
                    <a:pt x="40" y="17"/>
                    <a:pt x="40" y="17"/>
                  </a:cubicBezTo>
                  <a:cubicBezTo>
                    <a:pt x="42" y="20"/>
                    <a:pt x="42" y="23"/>
                    <a:pt x="40" y="25"/>
                  </a:cubicBezTo>
                  <a:cubicBezTo>
                    <a:pt x="22" y="40"/>
                    <a:pt x="22" y="40"/>
                    <a:pt x="22" y="40"/>
                  </a:cubicBezTo>
                  <a:cubicBezTo>
                    <a:pt x="20" y="42"/>
                    <a:pt x="16" y="42"/>
                    <a:pt x="14" y="39"/>
                  </a:cubicBezTo>
                  <a:cubicBezTo>
                    <a:pt x="2" y="24"/>
                    <a:pt x="2" y="24"/>
                    <a:pt x="2" y="24"/>
                  </a:cubicBezTo>
                  <a:cubicBezTo>
                    <a:pt x="0" y="22"/>
                    <a:pt x="0" y="18"/>
                    <a:pt x="2" y="1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7" name="Freeform 135"/>
            <p:cNvSpPr>
              <a:spLocks/>
            </p:cNvSpPr>
            <p:nvPr/>
          </p:nvSpPr>
          <p:spPr bwMode="auto">
            <a:xfrm>
              <a:off x="2595563" y="2330450"/>
              <a:ext cx="90488" cy="92075"/>
            </a:xfrm>
            <a:custGeom>
              <a:avLst/>
              <a:gdLst>
                <a:gd name="T0" fmla="*/ 2 w 43"/>
                <a:gd name="T1" fmla="*/ 17 h 43"/>
                <a:gd name="T2" fmla="*/ 20 w 43"/>
                <a:gd name="T3" fmla="*/ 2 h 43"/>
                <a:gd name="T4" fmla="*/ 28 w 43"/>
                <a:gd name="T5" fmla="*/ 3 h 43"/>
                <a:gd name="T6" fmla="*/ 41 w 43"/>
                <a:gd name="T7" fmla="*/ 18 h 43"/>
                <a:gd name="T8" fmla="*/ 40 w 43"/>
                <a:gd name="T9" fmla="*/ 26 h 43"/>
                <a:gd name="T10" fmla="*/ 22 w 43"/>
                <a:gd name="T11" fmla="*/ 41 h 43"/>
                <a:gd name="T12" fmla="*/ 15 w 43"/>
                <a:gd name="T13" fmla="*/ 40 h 43"/>
                <a:gd name="T14" fmla="*/ 2 w 43"/>
                <a:gd name="T15" fmla="*/ 25 h 43"/>
                <a:gd name="T16" fmla="*/ 2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2" y="17"/>
                  </a:moveTo>
                  <a:cubicBezTo>
                    <a:pt x="20" y="2"/>
                    <a:pt x="20" y="2"/>
                    <a:pt x="20" y="2"/>
                  </a:cubicBezTo>
                  <a:cubicBezTo>
                    <a:pt x="22" y="0"/>
                    <a:pt x="26" y="0"/>
                    <a:pt x="28" y="3"/>
                  </a:cubicBezTo>
                  <a:cubicBezTo>
                    <a:pt x="41" y="18"/>
                    <a:pt x="41" y="18"/>
                    <a:pt x="41" y="18"/>
                  </a:cubicBezTo>
                  <a:cubicBezTo>
                    <a:pt x="43" y="20"/>
                    <a:pt x="42" y="24"/>
                    <a:pt x="40" y="26"/>
                  </a:cubicBezTo>
                  <a:cubicBezTo>
                    <a:pt x="22" y="41"/>
                    <a:pt x="22" y="41"/>
                    <a:pt x="22" y="41"/>
                  </a:cubicBezTo>
                  <a:cubicBezTo>
                    <a:pt x="20" y="43"/>
                    <a:pt x="17" y="42"/>
                    <a:pt x="15" y="40"/>
                  </a:cubicBezTo>
                  <a:cubicBezTo>
                    <a:pt x="2" y="25"/>
                    <a:pt x="2" y="25"/>
                    <a:pt x="2" y="25"/>
                  </a:cubicBezTo>
                  <a:cubicBezTo>
                    <a:pt x="0" y="23"/>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8" name="Freeform 136"/>
            <p:cNvSpPr>
              <a:spLocks/>
            </p:cNvSpPr>
            <p:nvPr/>
          </p:nvSpPr>
          <p:spPr bwMode="auto">
            <a:xfrm>
              <a:off x="2524125" y="2392362"/>
              <a:ext cx="90488" cy="88900"/>
            </a:xfrm>
            <a:custGeom>
              <a:avLst/>
              <a:gdLst>
                <a:gd name="T0" fmla="*/ 3 w 43"/>
                <a:gd name="T1" fmla="*/ 17 h 42"/>
                <a:gd name="T2" fmla="*/ 20 w 43"/>
                <a:gd name="T3" fmla="*/ 2 h 42"/>
                <a:gd name="T4" fmla="*/ 28 w 43"/>
                <a:gd name="T5" fmla="*/ 2 h 42"/>
                <a:gd name="T6" fmla="*/ 41 w 43"/>
                <a:gd name="T7" fmla="*/ 18 h 42"/>
                <a:gd name="T8" fmla="*/ 40 w 43"/>
                <a:gd name="T9" fmla="*/ 25 h 42"/>
                <a:gd name="T10" fmla="*/ 23 w 43"/>
                <a:gd name="T11" fmla="*/ 40 h 42"/>
                <a:gd name="T12" fmla="*/ 15 w 43"/>
                <a:gd name="T13" fmla="*/ 40 h 42"/>
                <a:gd name="T14" fmla="*/ 2 w 43"/>
                <a:gd name="T15" fmla="*/ 25 h 42"/>
                <a:gd name="T16" fmla="*/ 3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7"/>
                  </a:moveTo>
                  <a:cubicBezTo>
                    <a:pt x="20" y="2"/>
                    <a:pt x="20" y="2"/>
                    <a:pt x="20" y="2"/>
                  </a:cubicBezTo>
                  <a:cubicBezTo>
                    <a:pt x="23" y="0"/>
                    <a:pt x="26" y="0"/>
                    <a:pt x="28" y="2"/>
                  </a:cubicBezTo>
                  <a:cubicBezTo>
                    <a:pt x="41" y="18"/>
                    <a:pt x="41" y="18"/>
                    <a:pt x="41" y="18"/>
                  </a:cubicBezTo>
                  <a:cubicBezTo>
                    <a:pt x="43" y="20"/>
                    <a:pt x="43" y="23"/>
                    <a:pt x="40" y="25"/>
                  </a:cubicBezTo>
                  <a:cubicBezTo>
                    <a:pt x="23" y="40"/>
                    <a:pt x="23" y="40"/>
                    <a:pt x="23" y="40"/>
                  </a:cubicBezTo>
                  <a:cubicBezTo>
                    <a:pt x="20" y="42"/>
                    <a:pt x="17" y="42"/>
                    <a:pt x="15" y="40"/>
                  </a:cubicBezTo>
                  <a:cubicBezTo>
                    <a:pt x="2" y="25"/>
                    <a:pt x="2" y="25"/>
                    <a:pt x="2" y="25"/>
                  </a:cubicBezTo>
                  <a:cubicBezTo>
                    <a:pt x="0" y="22"/>
                    <a:pt x="0"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9" name="Freeform 137"/>
            <p:cNvSpPr>
              <a:spLocks/>
            </p:cNvSpPr>
            <p:nvPr/>
          </p:nvSpPr>
          <p:spPr bwMode="auto">
            <a:xfrm>
              <a:off x="2451100" y="2451100"/>
              <a:ext cx="92075" cy="92075"/>
            </a:xfrm>
            <a:custGeom>
              <a:avLst/>
              <a:gdLst>
                <a:gd name="T0" fmla="*/ 3 w 43"/>
                <a:gd name="T1" fmla="*/ 17 h 43"/>
                <a:gd name="T2" fmla="*/ 21 w 43"/>
                <a:gd name="T3" fmla="*/ 2 h 43"/>
                <a:gd name="T4" fmla="*/ 28 w 43"/>
                <a:gd name="T5" fmla="*/ 3 h 43"/>
                <a:gd name="T6" fmla="*/ 41 w 43"/>
                <a:gd name="T7" fmla="*/ 18 h 43"/>
                <a:gd name="T8" fmla="*/ 41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1" y="2"/>
                    <a:pt x="21" y="2"/>
                    <a:pt x="21" y="2"/>
                  </a:cubicBezTo>
                  <a:cubicBezTo>
                    <a:pt x="23" y="0"/>
                    <a:pt x="26" y="1"/>
                    <a:pt x="28" y="3"/>
                  </a:cubicBezTo>
                  <a:cubicBezTo>
                    <a:pt x="41" y="18"/>
                    <a:pt x="41" y="18"/>
                    <a:pt x="41" y="18"/>
                  </a:cubicBezTo>
                  <a:cubicBezTo>
                    <a:pt x="43" y="21"/>
                    <a:pt x="43" y="24"/>
                    <a:pt x="41" y="26"/>
                  </a:cubicBezTo>
                  <a:cubicBezTo>
                    <a:pt x="23" y="41"/>
                    <a:pt x="23" y="41"/>
                    <a:pt x="23" y="41"/>
                  </a:cubicBezTo>
                  <a:cubicBezTo>
                    <a:pt x="21" y="43"/>
                    <a:pt x="17" y="43"/>
                    <a:pt x="15" y="40"/>
                  </a:cubicBezTo>
                  <a:cubicBezTo>
                    <a:pt x="2" y="25"/>
                    <a:pt x="2" y="25"/>
                    <a:pt x="2" y="25"/>
                  </a:cubicBezTo>
                  <a:cubicBezTo>
                    <a:pt x="0" y="23"/>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0" name="Freeform 138"/>
            <p:cNvSpPr>
              <a:spLocks/>
            </p:cNvSpPr>
            <p:nvPr/>
          </p:nvSpPr>
          <p:spPr bwMode="auto">
            <a:xfrm>
              <a:off x="2381250" y="2513012"/>
              <a:ext cx="88900" cy="90488"/>
            </a:xfrm>
            <a:custGeom>
              <a:avLst/>
              <a:gdLst>
                <a:gd name="T0" fmla="*/ 2 w 42"/>
                <a:gd name="T1" fmla="*/ 17 h 43"/>
                <a:gd name="T2" fmla="*/ 20 w 42"/>
                <a:gd name="T3" fmla="*/ 2 h 43"/>
                <a:gd name="T4" fmla="*/ 28 w 42"/>
                <a:gd name="T5" fmla="*/ 3 h 43"/>
                <a:gd name="T6" fmla="*/ 40 w 42"/>
                <a:gd name="T7" fmla="*/ 18 h 43"/>
                <a:gd name="T8" fmla="*/ 40 w 42"/>
                <a:gd name="T9" fmla="*/ 26 h 43"/>
                <a:gd name="T10" fmla="*/ 22 w 42"/>
                <a:gd name="T11" fmla="*/ 41 h 43"/>
                <a:gd name="T12" fmla="*/ 14 w 42"/>
                <a:gd name="T13" fmla="*/ 40 h 43"/>
                <a:gd name="T14" fmla="*/ 2 w 42"/>
                <a:gd name="T15" fmla="*/ 25 h 43"/>
                <a:gd name="T16" fmla="*/ 2 w 42"/>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3">
                  <a:moveTo>
                    <a:pt x="2" y="17"/>
                  </a:moveTo>
                  <a:cubicBezTo>
                    <a:pt x="20" y="2"/>
                    <a:pt x="20" y="2"/>
                    <a:pt x="20" y="2"/>
                  </a:cubicBezTo>
                  <a:cubicBezTo>
                    <a:pt x="22" y="0"/>
                    <a:pt x="26" y="0"/>
                    <a:pt x="28" y="3"/>
                  </a:cubicBezTo>
                  <a:cubicBezTo>
                    <a:pt x="40" y="18"/>
                    <a:pt x="40" y="18"/>
                    <a:pt x="40" y="18"/>
                  </a:cubicBezTo>
                  <a:cubicBezTo>
                    <a:pt x="42" y="20"/>
                    <a:pt x="42" y="24"/>
                    <a:pt x="40" y="26"/>
                  </a:cubicBezTo>
                  <a:cubicBezTo>
                    <a:pt x="22" y="41"/>
                    <a:pt x="22" y="41"/>
                    <a:pt x="22" y="41"/>
                  </a:cubicBezTo>
                  <a:cubicBezTo>
                    <a:pt x="20" y="43"/>
                    <a:pt x="16" y="42"/>
                    <a:pt x="14" y="40"/>
                  </a:cubicBezTo>
                  <a:cubicBezTo>
                    <a:pt x="2" y="25"/>
                    <a:pt x="2" y="25"/>
                    <a:pt x="2" y="25"/>
                  </a:cubicBezTo>
                  <a:cubicBezTo>
                    <a:pt x="0" y="23"/>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1" name="Freeform 139"/>
            <p:cNvSpPr>
              <a:spLocks/>
            </p:cNvSpPr>
            <p:nvPr/>
          </p:nvSpPr>
          <p:spPr bwMode="auto">
            <a:xfrm>
              <a:off x="2309813" y="2574925"/>
              <a:ext cx="90488" cy="88900"/>
            </a:xfrm>
            <a:custGeom>
              <a:avLst/>
              <a:gdLst>
                <a:gd name="T0" fmla="*/ 2 w 43"/>
                <a:gd name="T1" fmla="*/ 17 h 42"/>
                <a:gd name="T2" fmla="*/ 20 w 43"/>
                <a:gd name="T3" fmla="*/ 2 h 42"/>
                <a:gd name="T4" fmla="*/ 28 w 43"/>
                <a:gd name="T5" fmla="*/ 2 h 42"/>
                <a:gd name="T6" fmla="*/ 41 w 43"/>
                <a:gd name="T7" fmla="*/ 18 h 42"/>
                <a:gd name="T8" fmla="*/ 40 w 43"/>
                <a:gd name="T9" fmla="*/ 25 h 42"/>
                <a:gd name="T10" fmla="*/ 22 w 43"/>
                <a:gd name="T11" fmla="*/ 40 h 42"/>
                <a:gd name="T12" fmla="*/ 15 w 43"/>
                <a:gd name="T13" fmla="*/ 40 h 42"/>
                <a:gd name="T14" fmla="*/ 2 w 43"/>
                <a:gd name="T15" fmla="*/ 24 h 42"/>
                <a:gd name="T16" fmla="*/ 2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2" y="17"/>
                  </a:moveTo>
                  <a:cubicBezTo>
                    <a:pt x="20" y="2"/>
                    <a:pt x="20" y="2"/>
                    <a:pt x="20" y="2"/>
                  </a:cubicBezTo>
                  <a:cubicBezTo>
                    <a:pt x="22" y="0"/>
                    <a:pt x="26" y="0"/>
                    <a:pt x="28" y="2"/>
                  </a:cubicBezTo>
                  <a:cubicBezTo>
                    <a:pt x="41" y="18"/>
                    <a:pt x="41" y="18"/>
                    <a:pt x="41" y="18"/>
                  </a:cubicBezTo>
                  <a:cubicBezTo>
                    <a:pt x="43" y="20"/>
                    <a:pt x="42" y="23"/>
                    <a:pt x="40" y="25"/>
                  </a:cubicBezTo>
                  <a:cubicBezTo>
                    <a:pt x="22" y="40"/>
                    <a:pt x="22" y="40"/>
                    <a:pt x="22" y="40"/>
                  </a:cubicBezTo>
                  <a:cubicBezTo>
                    <a:pt x="20" y="42"/>
                    <a:pt x="17" y="42"/>
                    <a:pt x="15" y="40"/>
                  </a:cubicBezTo>
                  <a:cubicBezTo>
                    <a:pt x="2" y="24"/>
                    <a:pt x="2" y="24"/>
                    <a:pt x="2" y="24"/>
                  </a:cubicBezTo>
                  <a:cubicBezTo>
                    <a:pt x="0" y="22"/>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2" name="Freeform 140"/>
            <p:cNvSpPr>
              <a:spLocks/>
            </p:cNvSpPr>
            <p:nvPr/>
          </p:nvSpPr>
          <p:spPr bwMode="auto">
            <a:xfrm>
              <a:off x="2236788" y="2633662"/>
              <a:ext cx="92075" cy="90488"/>
            </a:xfrm>
            <a:custGeom>
              <a:avLst/>
              <a:gdLst>
                <a:gd name="T0" fmla="*/ 3 w 43"/>
                <a:gd name="T1" fmla="*/ 17 h 43"/>
                <a:gd name="T2" fmla="*/ 20 w 43"/>
                <a:gd name="T3" fmla="*/ 2 h 43"/>
                <a:gd name="T4" fmla="*/ 28 w 43"/>
                <a:gd name="T5" fmla="*/ 3 h 43"/>
                <a:gd name="T6" fmla="*/ 41 w 43"/>
                <a:gd name="T7" fmla="*/ 18 h 43"/>
                <a:gd name="T8" fmla="*/ 40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0" y="2"/>
                    <a:pt x="20" y="2"/>
                    <a:pt x="20" y="2"/>
                  </a:cubicBezTo>
                  <a:cubicBezTo>
                    <a:pt x="23" y="0"/>
                    <a:pt x="26" y="1"/>
                    <a:pt x="28" y="3"/>
                  </a:cubicBezTo>
                  <a:cubicBezTo>
                    <a:pt x="41" y="18"/>
                    <a:pt x="41" y="18"/>
                    <a:pt x="41" y="18"/>
                  </a:cubicBezTo>
                  <a:cubicBezTo>
                    <a:pt x="43" y="20"/>
                    <a:pt x="43" y="24"/>
                    <a:pt x="40" y="26"/>
                  </a:cubicBezTo>
                  <a:cubicBezTo>
                    <a:pt x="23" y="41"/>
                    <a:pt x="23" y="41"/>
                    <a:pt x="23" y="41"/>
                  </a:cubicBezTo>
                  <a:cubicBezTo>
                    <a:pt x="20" y="43"/>
                    <a:pt x="17" y="43"/>
                    <a:pt x="15" y="40"/>
                  </a:cubicBezTo>
                  <a:cubicBezTo>
                    <a:pt x="2" y="25"/>
                    <a:pt x="2" y="25"/>
                    <a:pt x="2" y="25"/>
                  </a:cubicBezTo>
                  <a:cubicBezTo>
                    <a:pt x="0" y="23"/>
                    <a:pt x="0"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3" name="Freeform 141"/>
            <p:cNvSpPr>
              <a:spLocks/>
            </p:cNvSpPr>
            <p:nvPr/>
          </p:nvSpPr>
          <p:spPr bwMode="auto">
            <a:xfrm>
              <a:off x="2165350" y="2695575"/>
              <a:ext cx="90488" cy="90488"/>
            </a:xfrm>
            <a:custGeom>
              <a:avLst/>
              <a:gdLst>
                <a:gd name="T0" fmla="*/ 3 w 43"/>
                <a:gd name="T1" fmla="*/ 17 h 43"/>
                <a:gd name="T2" fmla="*/ 20 w 43"/>
                <a:gd name="T3" fmla="*/ 2 h 43"/>
                <a:gd name="T4" fmla="*/ 28 w 43"/>
                <a:gd name="T5" fmla="*/ 3 h 43"/>
                <a:gd name="T6" fmla="*/ 41 w 43"/>
                <a:gd name="T7" fmla="*/ 18 h 43"/>
                <a:gd name="T8" fmla="*/ 40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0" y="2"/>
                    <a:pt x="20" y="2"/>
                    <a:pt x="20" y="2"/>
                  </a:cubicBezTo>
                  <a:cubicBezTo>
                    <a:pt x="23" y="0"/>
                    <a:pt x="26" y="0"/>
                    <a:pt x="28" y="3"/>
                  </a:cubicBezTo>
                  <a:cubicBezTo>
                    <a:pt x="41" y="18"/>
                    <a:pt x="41" y="18"/>
                    <a:pt x="41" y="18"/>
                  </a:cubicBezTo>
                  <a:cubicBezTo>
                    <a:pt x="43" y="20"/>
                    <a:pt x="43" y="24"/>
                    <a:pt x="40" y="26"/>
                  </a:cubicBezTo>
                  <a:cubicBezTo>
                    <a:pt x="23" y="41"/>
                    <a:pt x="23" y="41"/>
                    <a:pt x="23" y="41"/>
                  </a:cubicBezTo>
                  <a:cubicBezTo>
                    <a:pt x="20" y="43"/>
                    <a:pt x="17" y="42"/>
                    <a:pt x="15" y="40"/>
                  </a:cubicBezTo>
                  <a:cubicBezTo>
                    <a:pt x="2" y="25"/>
                    <a:pt x="2" y="25"/>
                    <a:pt x="2" y="25"/>
                  </a:cubicBezTo>
                  <a:cubicBezTo>
                    <a:pt x="0" y="22"/>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4" name="Freeform 142"/>
            <p:cNvSpPr>
              <a:spLocks/>
            </p:cNvSpPr>
            <p:nvPr/>
          </p:nvSpPr>
          <p:spPr bwMode="auto">
            <a:xfrm>
              <a:off x="2084388" y="2759075"/>
              <a:ext cx="98425" cy="95250"/>
            </a:xfrm>
            <a:custGeom>
              <a:avLst/>
              <a:gdLst>
                <a:gd name="T0" fmla="*/ 3 w 46"/>
                <a:gd name="T1" fmla="*/ 19 h 45"/>
                <a:gd name="T2" fmla="*/ 23 w 46"/>
                <a:gd name="T3" fmla="*/ 2 h 45"/>
                <a:gd name="T4" fmla="*/ 31 w 46"/>
                <a:gd name="T5" fmla="*/ 3 h 45"/>
                <a:gd name="T6" fmla="*/ 44 w 46"/>
                <a:gd name="T7" fmla="*/ 18 h 45"/>
                <a:gd name="T8" fmla="*/ 43 w 46"/>
                <a:gd name="T9" fmla="*/ 25 h 45"/>
                <a:gd name="T10" fmla="*/ 23 w 46"/>
                <a:gd name="T11" fmla="*/ 43 h 45"/>
                <a:gd name="T12" fmla="*/ 15 w 46"/>
                <a:gd name="T13" fmla="*/ 42 h 45"/>
                <a:gd name="T14" fmla="*/ 2 w 46"/>
                <a:gd name="T15" fmla="*/ 27 h 45"/>
                <a:gd name="T16" fmla="*/ 3 w 46"/>
                <a:gd name="T17"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5">
                  <a:moveTo>
                    <a:pt x="3" y="19"/>
                  </a:moveTo>
                  <a:cubicBezTo>
                    <a:pt x="23" y="2"/>
                    <a:pt x="23" y="2"/>
                    <a:pt x="23" y="2"/>
                  </a:cubicBezTo>
                  <a:cubicBezTo>
                    <a:pt x="26" y="0"/>
                    <a:pt x="29" y="0"/>
                    <a:pt x="31" y="3"/>
                  </a:cubicBezTo>
                  <a:cubicBezTo>
                    <a:pt x="44" y="18"/>
                    <a:pt x="44" y="18"/>
                    <a:pt x="44" y="18"/>
                  </a:cubicBezTo>
                  <a:cubicBezTo>
                    <a:pt x="46" y="20"/>
                    <a:pt x="46" y="24"/>
                    <a:pt x="43" y="25"/>
                  </a:cubicBezTo>
                  <a:cubicBezTo>
                    <a:pt x="23" y="43"/>
                    <a:pt x="23" y="43"/>
                    <a:pt x="23" y="43"/>
                  </a:cubicBezTo>
                  <a:cubicBezTo>
                    <a:pt x="21" y="45"/>
                    <a:pt x="17" y="44"/>
                    <a:pt x="15" y="42"/>
                  </a:cubicBezTo>
                  <a:cubicBezTo>
                    <a:pt x="2" y="27"/>
                    <a:pt x="2" y="27"/>
                    <a:pt x="2" y="27"/>
                  </a:cubicBezTo>
                  <a:cubicBezTo>
                    <a:pt x="0" y="25"/>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5" name="Freeform 143"/>
            <p:cNvSpPr>
              <a:spLocks/>
            </p:cNvSpPr>
            <p:nvPr/>
          </p:nvSpPr>
          <p:spPr bwMode="auto">
            <a:xfrm>
              <a:off x="3071813" y="2027237"/>
              <a:ext cx="107950" cy="107950"/>
            </a:xfrm>
            <a:custGeom>
              <a:avLst/>
              <a:gdLst>
                <a:gd name="T0" fmla="*/ 3 w 51"/>
                <a:gd name="T1" fmla="*/ 18 h 51"/>
                <a:gd name="T2" fmla="*/ 21 w 51"/>
                <a:gd name="T3" fmla="*/ 3 h 51"/>
                <a:gd name="T4" fmla="*/ 31 w 51"/>
                <a:gd name="T5" fmla="*/ 4 h 51"/>
                <a:gd name="T6" fmla="*/ 48 w 51"/>
                <a:gd name="T7" fmla="*/ 24 h 51"/>
                <a:gd name="T8" fmla="*/ 47 w 51"/>
                <a:gd name="T9" fmla="*/ 34 h 51"/>
                <a:gd name="T10" fmla="*/ 29 w 51"/>
                <a:gd name="T11" fmla="*/ 49 h 51"/>
                <a:gd name="T12" fmla="*/ 20 w 51"/>
                <a:gd name="T13" fmla="*/ 48 h 51"/>
                <a:gd name="T14" fmla="*/ 2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1" y="3"/>
                    <a:pt x="21" y="3"/>
                    <a:pt x="21" y="3"/>
                  </a:cubicBezTo>
                  <a:cubicBezTo>
                    <a:pt x="24" y="0"/>
                    <a:pt x="28" y="1"/>
                    <a:pt x="31" y="4"/>
                  </a:cubicBezTo>
                  <a:cubicBezTo>
                    <a:pt x="48" y="24"/>
                    <a:pt x="48" y="24"/>
                    <a:pt x="48" y="24"/>
                  </a:cubicBezTo>
                  <a:cubicBezTo>
                    <a:pt x="51" y="27"/>
                    <a:pt x="50" y="31"/>
                    <a:pt x="47" y="34"/>
                  </a:cubicBezTo>
                  <a:cubicBezTo>
                    <a:pt x="29" y="49"/>
                    <a:pt x="29" y="49"/>
                    <a:pt x="29" y="49"/>
                  </a:cubicBezTo>
                  <a:cubicBezTo>
                    <a:pt x="27" y="51"/>
                    <a:pt x="22" y="51"/>
                    <a:pt x="20"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6" name="Freeform 144"/>
            <p:cNvSpPr>
              <a:spLocks/>
            </p:cNvSpPr>
            <p:nvPr/>
          </p:nvSpPr>
          <p:spPr bwMode="auto">
            <a:xfrm>
              <a:off x="2994025" y="2095500"/>
              <a:ext cx="107950" cy="106363"/>
            </a:xfrm>
            <a:custGeom>
              <a:avLst/>
              <a:gdLst>
                <a:gd name="T0" fmla="*/ 4 w 51"/>
                <a:gd name="T1" fmla="*/ 17 h 50"/>
                <a:gd name="T2" fmla="*/ 22 w 51"/>
                <a:gd name="T3" fmla="*/ 2 h 50"/>
                <a:gd name="T4" fmla="*/ 31 w 51"/>
                <a:gd name="T5" fmla="*/ 3 h 50"/>
                <a:gd name="T6" fmla="*/ 49 w 51"/>
                <a:gd name="T7" fmla="*/ 23 h 50"/>
                <a:gd name="T8" fmla="*/ 48 w 51"/>
                <a:gd name="T9" fmla="*/ 33 h 50"/>
                <a:gd name="T10" fmla="*/ 30 w 51"/>
                <a:gd name="T11" fmla="*/ 48 h 50"/>
                <a:gd name="T12" fmla="*/ 20 w 51"/>
                <a:gd name="T13" fmla="*/ 47 h 50"/>
                <a:gd name="T14" fmla="*/ 3 w 51"/>
                <a:gd name="T15" fmla="*/ 27 h 50"/>
                <a:gd name="T16" fmla="*/ 4 w 51"/>
                <a:gd name="T17"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0">
                  <a:moveTo>
                    <a:pt x="4" y="17"/>
                  </a:moveTo>
                  <a:cubicBezTo>
                    <a:pt x="22" y="2"/>
                    <a:pt x="22" y="2"/>
                    <a:pt x="22" y="2"/>
                  </a:cubicBezTo>
                  <a:cubicBezTo>
                    <a:pt x="24" y="0"/>
                    <a:pt x="29" y="0"/>
                    <a:pt x="31" y="3"/>
                  </a:cubicBezTo>
                  <a:cubicBezTo>
                    <a:pt x="49" y="23"/>
                    <a:pt x="49" y="23"/>
                    <a:pt x="49" y="23"/>
                  </a:cubicBezTo>
                  <a:cubicBezTo>
                    <a:pt x="51" y="26"/>
                    <a:pt x="51" y="30"/>
                    <a:pt x="48" y="33"/>
                  </a:cubicBezTo>
                  <a:cubicBezTo>
                    <a:pt x="30" y="48"/>
                    <a:pt x="30" y="48"/>
                    <a:pt x="30" y="48"/>
                  </a:cubicBezTo>
                  <a:cubicBezTo>
                    <a:pt x="27" y="50"/>
                    <a:pt x="23" y="50"/>
                    <a:pt x="20" y="47"/>
                  </a:cubicBezTo>
                  <a:cubicBezTo>
                    <a:pt x="3" y="27"/>
                    <a:pt x="3" y="27"/>
                    <a:pt x="3" y="27"/>
                  </a:cubicBezTo>
                  <a:cubicBezTo>
                    <a:pt x="0" y="24"/>
                    <a:pt x="1" y="20"/>
                    <a:pt x="4"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7" name="Freeform 145"/>
            <p:cNvSpPr>
              <a:spLocks/>
            </p:cNvSpPr>
            <p:nvPr/>
          </p:nvSpPr>
          <p:spPr bwMode="auto">
            <a:xfrm>
              <a:off x="2917825" y="2160587"/>
              <a:ext cx="106363" cy="107950"/>
            </a:xfrm>
            <a:custGeom>
              <a:avLst/>
              <a:gdLst>
                <a:gd name="T0" fmla="*/ 3 w 50"/>
                <a:gd name="T1" fmla="*/ 17 h 51"/>
                <a:gd name="T2" fmla="*/ 21 w 50"/>
                <a:gd name="T3" fmla="*/ 2 h 51"/>
                <a:gd name="T4" fmla="*/ 30 w 50"/>
                <a:gd name="T5" fmla="*/ 3 h 51"/>
                <a:gd name="T6" fmla="*/ 48 w 50"/>
                <a:gd name="T7" fmla="*/ 23 h 51"/>
                <a:gd name="T8" fmla="*/ 47 w 50"/>
                <a:gd name="T9" fmla="*/ 33 h 51"/>
                <a:gd name="T10" fmla="*/ 29 w 50"/>
                <a:gd name="T11" fmla="*/ 48 h 51"/>
                <a:gd name="T12" fmla="*/ 20 w 50"/>
                <a:gd name="T13" fmla="*/ 47 h 51"/>
                <a:gd name="T14" fmla="*/ 2 w 50"/>
                <a:gd name="T15" fmla="*/ 27 h 51"/>
                <a:gd name="T16" fmla="*/ 3 w 50"/>
                <a:gd name="T17" fmla="*/ 1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7"/>
                  </a:moveTo>
                  <a:cubicBezTo>
                    <a:pt x="21" y="2"/>
                    <a:pt x="21" y="2"/>
                    <a:pt x="21" y="2"/>
                  </a:cubicBezTo>
                  <a:cubicBezTo>
                    <a:pt x="24" y="0"/>
                    <a:pt x="28" y="0"/>
                    <a:pt x="30" y="3"/>
                  </a:cubicBezTo>
                  <a:cubicBezTo>
                    <a:pt x="48" y="23"/>
                    <a:pt x="48" y="23"/>
                    <a:pt x="48" y="23"/>
                  </a:cubicBezTo>
                  <a:cubicBezTo>
                    <a:pt x="50" y="26"/>
                    <a:pt x="50" y="30"/>
                    <a:pt x="47" y="33"/>
                  </a:cubicBezTo>
                  <a:cubicBezTo>
                    <a:pt x="29" y="48"/>
                    <a:pt x="29" y="48"/>
                    <a:pt x="29" y="48"/>
                  </a:cubicBezTo>
                  <a:cubicBezTo>
                    <a:pt x="26" y="51"/>
                    <a:pt x="22" y="50"/>
                    <a:pt x="20" y="47"/>
                  </a:cubicBezTo>
                  <a:cubicBezTo>
                    <a:pt x="2" y="27"/>
                    <a:pt x="2" y="27"/>
                    <a:pt x="2" y="27"/>
                  </a:cubicBezTo>
                  <a:cubicBezTo>
                    <a:pt x="0" y="24"/>
                    <a:pt x="0" y="20"/>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8" name="Freeform 146"/>
            <p:cNvSpPr>
              <a:spLocks/>
            </p:cNvSpPr>
            <p:nvPr/>
          </p:nvSpPr>
          <p:spPr bwMode="auto">
            <a:xfrm>
              <a:off x="2838450" y="2227262"/>
              <a:ext cx="107950" cy="107950"/>
            </a:xfrm>
            <a:custGeom>
              <a:avLst/>
              <a:gdLst>
                <a:gd name="T0" fmla="*/ 3 w 51"/>
                <a:gd name="T1" fmla="*/ 17 h 51"/>
                <a:gd name="T2" fmla="*/ 21 w 51"/>
                <a:gd name="T3" fmla="*/ 2 h 51"/>
                <a:gd name="T4" fmla="*/ 31 w 51"/>
                <a:gd name="T5" fmla="*/ 3 h 51"/>
                <a:gd name="T6" fmla="*/ 48 w 51"/>
                <a:gd name="T7" fmla="*/ 24 h 51"/>
                <a:gd name="T8" fmla="*/ 48 w 51"/>
                <a:gd name="T9" fmla="*/ 33 h 51"/>
                <a:gd name="T10" fmla="*/ 29 w 51"/>
                <a:gd name="T11" fmla="*/ 48 h 51"/>
                <a:gd name="T12" fmla="*/ 20 w 51"/>
                <a:gd name="T13" fmla="*/ 47 h 51"/>
                <a:gd name="T14" fmla="*/ 2 w 51"/>
                <a:gd name="T15" fmla="*/ 27 h 51"/>
                <a:gd name="T16" fmla="*/ 3 w 51"/>
                <a:gd name="T17" fmla="*/ 1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7"/>
                  </a:moveTo>
                  <a:cubicBezTo>
                    <a:pt x="21" y="2"/>
                    <a:pt x="21" y="2"/>
                    <a:pt x="21" y="2"/>
                  </a:cubicBezTo>
                  <a:cubicBezTo>
                    <a:pt x="24" y="0"/>
                    <a:pt x="28" y="0"/>
                    <a:pt x="31" y="3"/>
                  </a:cubicBezTo>
                  <a:cubicBezTo>
                    <a:pt x="48" y="24"/>
                    <a:pt x="48" y="24"/>
                    <a:pt x="48" y="24"/>
                  </a:cubicBezTo>
                  <a:cubicBezTo>
                    <a:pt x="51" y="26"/>
                    <a:pt x="50" y="31"/>
                    <a:pt x="48" y="33"/>
                  </a:cubicBezTo>
                  <a:cubicBezTo>
                    <a:pt x="29" y="48"/>
                    <a:pt x="29" y="48"/>
                    <a:pt x="29" y="48"/>
                  </a:cubicBezTo>
                  <a:cubicBezTo>
                    <a:pt x="27" y="51"/>
                    <a:pt x="22" y="50"/>
                    <a:pt x="20" y="47"/>
                  </a:cubicBezTo>
                  <a:cubicBezTo>
                    <a:pt x="2" y="27"/>
                    <a:pt x="2" y="27"/>
                    <a:pt x="2" y="27"/>
                  </a:cubicBezTo>
                  <a:cubicBezTo>
                    <a:pt x="0" y="24"/>
                    <a:pt x="1" y="20"/>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9" name="Freeform 147"/>
            <p:cNvSpPr>
              <a:spLocks/>
            </p:cNvSpPr>
            <p:nvPr/>
          </p:nvSpPr>
          <p:spPr bwMode="auto">
            <a:xfrm>
              <a:off x="2762250" y="2292350"/>
              <a:ext cx="106363" cy="107950"/>
            </a:xfrm>
            <a:custGeom>
              <a:avLst/>
              <a:gdLst>
                <a:gd name="T0" fmla="*/ 3 w 50"/>
                <a:gd name="T1" fmla="*/ 18 h 51"/>
                <a:gd name="T2" fmla="*/ 21 w 50"/>
                <a:gd name="T3" fmla="*/ 2 h 51"/>
                <a:gd name="T4" fmla="*/ 30 w 50"/>
                <a:gd name="T5" fmla="*/ 3 h 51"/>
                <a:gd name="T6" fmla="*/ 48 w 50"/>
                <a:gd name="T7" fmla="*/ 24 h 51"/>
                <a:gd name="T8" fmla="*/ 47 w 50"/>
                <a:gd name="T9" fmla="*/ 33 h 51"/>
                <a:gd name="T10" fmla="*/ 29 w 50"/>
                <a:gd name="T11" fmla="*/ 48 h 51"/>
                <a:gd name="T12" fmla="*/ 19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0" y="3"/>
                  </a:cubicBezTo>
                  <a:cubicBezTo>
                    <a:pt x="48" y="24"/>
                    <a:pt x="48" y="24"/>
                    <a:pt x="48" y="24"/>
                  </a:cubicBezTo>
                  <a:cubicBezTo>
                    <a:pt x="50" y="26"/>
                    <a:pt x="50" y="31"/>
                    <a:pt x="47" y="33"/>
                  </a:cubicBezTo>
                  <a:cubicBezTo>
                    <a:pt x="29" y="48"/>
                    <a:pt x="29" y="48"/>
                    <a:pt x="29" y="48"/>
                  </a:cubicBezTo>
                  <a:cubicBezTo>
                    <a:pt x="26" y="51"/>
                    <a:pt x="22" y="50"/>
                    <a:pt x="19"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0" name="Freeform 148"/>
            <p:cNvSpPr>
              <a:spLocks/>
            </p:cNvSpPr>
            <p:nvPr/>
          </p:nvSpPr>
          <p:spPr bwMode="auto">
            <a:xfrm>
              <a:off x="2684463" y="2359025"/>
              <a:ext cx="106363" cy="107950"/>
            </a:xfrm>
            <a:custGeom>
              <a:avLst/>
              <a:gdLst>
                <a:gd name="T0" fmla="*/ 3 w 50"/>
                <a:gd name="T1" fmla="*/ 18 h 51"/>
                <a:gd name="T2" fmla="*/ 21 w 50"/>
                <a:gd name="T3" fmla="*/ 2 h 51"/>
                <a:gd name="T4" fmla="*/ 30 w 50"/>
                <a:gd name="T5" fmla="*/ 3 h 51"/>
                <a:gd name="T6" fmla="*/ 48 w 50"/>
                <a:gd name="T7" fmla="*/ 24 h 51"/>
                <a:gd name="T8" fmla="*/ 47 w 50"/>
                <a:gd name="T9" fmla="*/ 33 h 51"/>
                <a:gd name="T10" fmla="*/ 29 w 50"/>
                <a:gd name="T11" fmla="*/ 48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0" y="3"/>
                  </a:cubicBezTo>
                  <a:cubicBezTo>
                    <a:pt x="48" y="24"/>
                    <a:pt x="48" y="24"/>
                    <a:pt x="48" y="24"/>
                  </a:cubicBezTo>
                  <a:cubicBezTo>
                    <a:pt x="50" y="26"/>
                    <a:pt x="50" y="31"/>
                    <a:pt x="47" y="33"/>
                  </a:cubicBezTo>
                  <a:cubicBezTo>
                    <a:pt x="29" y="48"/>
                    <a:pt x="29" y="48"/>
                    <a:pt x="29" y="48"/>
                  </a:cubicBezTo>
                  <a:cubicBezTo>
                    <a:pt x="26" y="51"/>
                    <a:pt x="22" y="50"/>
                    <a:pt x="20"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1" name="Freeform 149"/>
            <p:cNvSpPr>
              <a:spLocks/>
            </p:cNvSpPr>
            <p:nvPr/>
          </p:nvSpPr>
          <p:spPr bwMode="auto">
            <a:xfrm>
              <a:off x="2606675" y="2424112"/>
              <a:ext cx="107950" cy="107950"/>
            </a:xfrm>
            <a:custGeom>
              <a:avLst/>
              <a:gdLst>
                <a:gd name="T0" fmla="*/ 3 w 51"/>
                <a:gd name="T1" fmla="*/ 18 h 51"/>
                <a:gd name="T2" fmla="*/ 22 w 51"/>
                <a:gd name="T3" fmla="*/ 2 h 51"/>
                <a:gd name="T4" fmla="*/ 31 w 51"/>
                <a:gd name="T5" fmla="*/ 3 h 51"/>
                <a:gd name="T6" fmla="*/ 48 w 51"/>
                <a:gd name="T7" fmla="*/ 24 h 51"/>
                <a:gd name="T8" fmla="*/ 48 w 51"/>
                <a:gd name="T9" fmla="*/ 33 h 51"/>
                <a:gd name="T10" fmla="*/ 29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4" y="0"/>
                    <a:pt x="28" y="0"/>
                    <a:pt x="31" y="3"/>
                  </a:cubicBezTo>
                  <a:cubicBezTo>
                    <a:pt x="48" y="24"/>
                    <a:pt x="48" y="24"/>
                    <a:pt x="48" y="24"/>
                  </a:cubicBezTo>
                  <a:cubicBezTo>
                    <a:pt x="51" y="27"/>
                    <a:pt x="50" y="31"/>
                    <a:pt x="48" y="33"/>
                  </a:cubicBezTo>
                  <a:cubicBezTo>
                    <a:pt x="29" y="49"/>
                    <a:pt x="29" y="49"/>
                    <a:pt x="29" y="49"/>
                  </a:cubicBezTo>
                  <a:cubicBezTo>
                    <a:pt x="27" y="51"/>
                    <a:pt x="23" y="51"/>
                    <a:pt x="20" y="48"/>
                  </a:cubicBezTo>
                  <a:cubicBezTo>
                    <a:pt x="3" y="27"/>
                    <a:pt x="3" y="27"/>
                    <a:pt x="3" y="27"/>
                  </a:cubicBezTo>
                  <a:cubicBezTo>
                    <a:pt x="0" y="24"/>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2" name="Freeform 150"/>
            <p:cNvSpPr>
              <a:spLocks/>
            </p:cNvSpPr>
            <p:nvPr/>
          </p:nvSpPr>
          <p:spPr bwMode="auto">
            <a:xfrm>
              <a:off x="2530475" y="2489200"/>
              <a:ext cx="104775" cy="107950"/>
            </a:xfrm>
            <a:custGeom>
              <a:avLst/>
              <a:gdLst>
                <a:gd name="T0" fmla="*/ 3 w 50"/>
                <a:gd name="T1" fmla="*/ 18 h 51"/>
                <a:gd name="T2" fmla="*/ 21 w 50"/>
                <a:gd name="T3" fmla="*/ 2 h 51"/>
                <a:gd name="T4" fmla="*/ 30 w 50"/>
                <a:gd name="T5" fmla="*/ 3 h 51"/>
                <a:gd name="T6" fmla="*/ 48 w 50"/>
                <a:gd name="T7" fmla="*/ 24 h 51"/>
                <a:gd name="T8" fmla="*/ 47 w 50"/>
                <a:gd name="T9" fmla="*/ 33 h 51"/>
                <a:gd name="T10" fmla="*/ 29 w 50"/>
                <a:gd name="T11" fmla="*/ 49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0" y="3"/>
                  </a:cubicBezTo>
                  <a:cubicBezTo>
                    <a:pt x="48" y="24"/>
                    <a:pt x="48" y="24"/>
                    <a:pt x="48" y="24"/>
                  </a:cubicBezTo>
                  <a:cubicBezTo>
                    <a:pt x="50" y="27"/>
                    <a:pt x="50" y="31"/>
                    <a:pt x="47" y="33"/>
                  </a:cubicBezTo>
                  <a:cubicBezTo>
                    <a:pt x="29" y="49"/>
                    <a:pt x="29" y="49"/>
                    <a:pt x="29" y="49"/>
                  </a:cubicBezTo>
                  <a:cubicBezTo>
                    <a:pt x="26" y="51"/>
                    <a:pt x="22" y="51"/>
                    <a:pt x="20"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3" name="Freeform 151"/>
            <p:cNvSpPr>
              <a:spLocks/>
            </p:cNvSpPr>
            <p:nvPr/>
          </p:nvSpPr>
          <p:spPr bwMode="auto">
            <a:xfrm>
              <a:off x="2451100" y="2555875"/>
              <a:ext cx="106363" cy="107950"/>
            </a:xfrm>
            <a:custGeom>
              <a:avLst/>
              <a:gdLst>
                <a:gd name="T0" fmla="*/ 3 w 50"/>
                <a:gd name="T1" fmla="*/ 18 h 51"/>
                <a:gd name="T2" fmla="*/ 21 w 50"/>
                <a:gd name="T3" fmla="*/ 2 h 51"/>
                <a:gd name="T4" fmla="*/ 31 w 50"/>
                <a:gd name="T5" fmla="*/ 3 h 51"/>
                <a:gd name="T6" fmla="*/ 48 w 50"/>
                <a:gd name="T7" fmla="*/ 24 h 51"/>
                <a:gd name="T8" fmla="*/ 47 w 50"/>
                <a:gd name="T9" fmla="*/ 33 h 51"/>
                <a:gd name="T10" fmla="*/ 29 w 50"/>
                <a:gd name="T11" fmla="*/ 49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1" y="3"/>
                  </a:cubicBezTo>
                  <a:cubicBezTo>
                    <a:pt x="48" y="24"/>
                    <a:pt x="48" y="24"/>
                    <a:pt x="48" y="24"/>
                  </a:cubicBezTo>
                  <a:cubicBezTo>
                    <a:pt x="50" y="27"/>
                    <a:pt x="50" y="31"/>
                    <a:pt x="47" y="33"/>
                  </a:cubicBezTo>
                  <a:cubicBezTo>
                    <a:pt x="29" y="49"/>
                    <a:pt x="29" y="49"/>
                    <a:pt x="29" y="49"/>
                  </a:cubicBezTo>
                  <a:cubicBezTo>
                    <a:pt x="26" y="51"/>
                    <a:pt x="22" y="51"/>
                    <a:pt x="20"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4" name="Freeform 152"/>
            <p:cNvSpPr>
              <a:spLocks/>
            </p:cNvSpPr>
            <p:nvPr/>
          </p:nvSpPr>
          <p:spPr bwMode="auto">
            <a:xfrm>
              <a:off x="2373313" y="2620962"/>
              <a:ext cx="107950" cy="107950"/>
            </a:xfrm>
            <a:custGeom>
              <a:avLst/>
              <a:gdLst>
                <a:gd name="T0" fmla="*/ 3 w 51"/>
                <a:gd name="T1" fmla="*/ 18 h 51"/>
                <a:gd name="T2" fmla="*/ 22 w 51"/>
                <a:gd name="T3" fmla="*/ 3 h 51"/>
                <a:gd name="T4" fmla="*/ 31 w 51"/>
                <a:gd name="T5" fmla="*/ 3 h 51"/>
                <a:gd name="T6" fmla="*/ 48 w 51"/>
                <a:gd name="T7" fmla="*/ 24 h 51"/>
                <a:gd name="T8" fmla="*/ 48 w 51"/>
                <a:gd name="T9" fmla="*/ 33 h 51"/>
                <a:gd name="T10" fmla="*/ 30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3"/>
                    <a:pt x="22" y="3"/>
                    <a:pt x="22" y="3"/>
                  </a:cubicBezTo>
                  <a:cubicBezTo>
                    <a:pt x="24" y="0"/>
                    <a:pt x="29" y="1"/>
                    <a:pt x="31" y="3"/>
                  </a:cubicBezTo>
                  <a:cubicBezTo>
                    <a:pt x="48" y="24"/>
                    <a:pt x="48" y="24"/>
                    <a:pt x="48" y="24"/>
                  </a:cubicBezTo>
                  <a:cubicBezTo>
                    <a:pt x="51" y="27"/>
                    <a:pt x="50" y="31"/>
                    <a:pt x="48" y="33"/>
                  </a:cubicBezTo>
                  <a:cubicBezTo>
                    <a:pt x="30" y="49"/>
                    <a:pt x="30" y="49"/>
                    <a:pt x="30" y="49"/>
                  </a:cubicBezTo>
                  <a:cubicBezTo>
                    <a:pt x="27" y="51"/>
                    <a:pt x="23" y="51"/>
                    <a:pt x="20" y="48"/>
                  </a:cubicBezTo>
                  <a:cubicBezTo>
                    <a:pt x="3" y="27"/>
                    <a:pt x="3" y="27"/>
                    <a:pt x="3" y="27"/>
                  </a:cubicBezTo>
                  <a:cubicBezTo>
                    <a:pt x="0" y="25"/>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5" name="Freeform 153"/>
            <p:cNvSpPr>
              <a:spLocks/>
            </p:cNvSpPr>
            <p:nvPr/>
          </p:nvSpPr>
          <p:spPr bwMode="auto">
            <a:xfrm>
              <a:off x="2297113" y="2686050"/>
              <a:ext cx="104775" cy="107950"/>
            </a:xfrm>
            <a:custGeom>
              <a:avLst/>
              <a:gdLst>
                <a:gd name="T0" fmla="*/ 3 w 50"/>
                <a:gd name="T1" fmla="*/ 18 h 51"/>
                <a:gd name="T2" fmla="*/ 21 w 50"/>
                <a:gd name="T3" fmla="*/ 3 h 51"/>
                <a:gd name="T4" fmla="*/ 30 w 50"/>
                <a:gd name="T5" fmla="*/ 3 h 51"/>
                <a:gd name="T6" fmla="*/ 48 w 50"/>
                <a:gd name="T7" fmla="*/ 24 h 51"/>
                <a:gd name="T8" fmla="*/ 47 w 50"/>
                <a:gd name="T9" fmla="*/ 33 h 51"/>
                <a:gd name="T10" fmla="*/ 29 w 50"/>
                <a:gd name="T11" fmla="*/ 49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3"/>
                    <a:pt x="21" y="3"/>
                    <a:pt x="21" y="3"/>
                  </a:cubicBezTo>
                  <a:cubicBezTo>
                    <a:pt x="24" y="0"/>
                    <a:pt x="28" y="1"/>
                    <a:pt x="30" y="3"/>
                  </a:cubicBezTo>
                  <a:cubicBezTo>
                    <a:pt x="48" y="24"/>
                    <a:pt x="48" y="24"/>
                    <a:pt x="48" y="24"/>
                  </a:cubicBezTo>
                  <a:cubicBezTo>
                    <a:pt x="50" y="27"/>
                    <a:pt x="50" y="31"/>
                    <a:pt x="47" y="33"/>
                  </a:cubicBezTo>
                  <a:cubicBezTo>
                    <a:pt x="29" y="49"/>
                    <a:pt x="29" y="49"/>
                    <a:pt x="29" y="49"/>
                  </a:cubicBezTo>
                  <a:cubicBezTo>
                    <a:pt x="26" y="51"/>
                    <a:pt x="22" y="51"/>
                    <a:pt x="20" y="48"/>
                  </a:cubicBezTo>
                  <a:cubicBezTo>
                    <a:pt x="2" y="27"/>
                    <a:pt x="2" y="27"/>
                    <a:pt x="2" y="27"/>
                  </a:cubicBezTo>
                  <a:cubicBezTo>
                    <a:pt x="0" y="25"/>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6" name="Freeform 154"/>
            <p:cNvSpPr>
              <a:spLocks/>
            </p:cNvSpPr>
            <p:nvPr/>
          </p:nvSpPr>
          <p:spPr bwMode="auto">
            <a:xfrm>
              <a:off x="2217738" y="2752725"/>
              <a:ext cx="107950" cy="107950"/>
            </a:xfrm>
            <a:custGeom>
              <a:avLst/>
              <a:gdLst>
                <a:gd name="T0" fmla="*/ 3 w 51"/>
                <a:gd name="T1" fmla="*/ 18 h 51"/>
                <a:gd name="T2" fmla="*/ 21 w 51"/>
                <a:gd name="T3" fmla="*/ 3 h 51"/>
                <a:gd name="T4" fmla="*/ 31 w 51"/>
                <a:gd name="T5" fmla="*/ 4 h 51"/>
                <a:gd name="T6" fmla="*/ 48 w 51"/>
                <a:gd name="T7" fmla="*/ 24 h 51"/>
                <a:gd name="T8" fmla="*/ 47 w 51"/>
                <a:gd name="T9" fmla="*/ 34 h 51"/>
                <a:gd name="T10" fmla="*/ 29 w 51"/>
                <a:gd name="T11" fmla="*/ 49 h 51"/>
                <a:gd name="T12" fmla="*/ 20 w 51"/>
                <a:gd name="T13" fmla="*/ 48 h 51"/>
                <a:gd name="T14" fmla="*/ 2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1" y="3"/>
                    <a:pt x="21" y="3"/>
                    <a:pt x="21" y="3"/>
                  </a:cubicBezTo>
                  <a:cubicBezTo>
                    <a:pt x="24" y="0"/>
                    <a:pt x="28" y="1"/>
                    <a:pt x="31" y="4"/>
                  </a:cubicBezTo>
                  <a:cubicBezTo>
                    <a:pt x="48" y="24"/>
                    <a:pt x="48" y="24"/>
                    <a:pt x="48" y="24"/>
                  </a:cubicBezTo>
                  <a:cubicBezTo>
                    <a:pt x="51" y="27"/>
                    <a:pt x="50" y="31"/>
                    <a:pt x="47" y="34"/>
                  </a:cubicBezTo>
                  <a:cubicBezTo>
                    <a:pt x="29" y="49"/>
                    <a:pt x="29" y="49"/>
                    <a:pt x="29" y="49"/>
                  </a:cubicBezTo>
                  <a:cubicBezTo>
                    <a:pt x="27" y="51"/>
                    <a:pt x="22" y="51"/>
                    <a:pt x="20" y="48"/>
                  </a:cubicBezTo>
                  <a:cubicBezTo>
                    <a:pt x="2" y="27"/>
                    <a:pt x="2" y="27"/>
                    <a:pt x="2" y="27"/>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7" name="Freeform 155"/>
            <p:cNvSpPr>
              <a:spLocks/>
            </p:cNvSpPr>
            <p:nvPr/>
          </p:nvSpPr>
          <p:spPr bwMode="auto">
            <a:xfrm>
              <a:off x="2138363" y="2819400"/>
              <a:ext cx="107950" cy="109538"/>
            </a:xfrm>
            <a:custGeom>
              <a:avLst/>
              <a:gdLst>
                <a:gd name="T0" fmla="*/ 3 w 51"/>
                <a:gd name="T1" fmla="*/ 18 h 51"/>
                <a:gd name="T2" fmla="*/ 22 w 51"/>
                <a:gd name="T3" fmla="*/ 3 h 51"/>
                <a:gd name="T4" fmla="*/ 31 w 51"/>
                <a:gd name="T5" fmla="*/ 3 h 51"/>
                <a:gd name="T6" fmla="*/ 49 w 51"/>
                <a:gd name="T7" fmla="*/ 24 h 51"/>
                <a:gd name="T8" fmla="*/ 48 w 51"/>
                <a:gd name="T9" fmla="*/ 33 h 51"/>
                <a:gd name="T10" fmla="*/ 29 w 51"/>
                <a:gd name="T11" fmla="*/ 49 h 51"/>
                <a:gd name="T12" fmla="*/ 20 w 51"/>
                <a:gd name="T13" fmla="*/ 48 h 51"/>
                <a:gd name="T14" fmla="*/ 3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3"/>
                    <a:pt x="22" y="3"/>
                    <a:pt x="22" y="3"/>
                  </a:cubicBezTo>
                  <a:cubicBezTo>
                    <a:pt x="25" y="0"/>
                    <a:pt x="29" y="1"/>
                    <a:pt x="31" y="3"/>
                  </a:cubicBezTo>
                  <a:cubicBezTo>
                    <a:pt x="49" y="24"/>
                    <a:pt x="49" y="24"/>
                    <a:pt x="49" y="24"/>
                  </a:cubicBezTo>
                  <a:cubicBezTo>
                    <a:pt x="51" y="27"/>
                    <a:pt x="51" y="31"/>
                    <a:pt x="48" y="33"/>
                  </a:cubicBezTo>
                  <a:cubicBezTo>
                    <a:pt x="29" y="49"/>
                    <a:pt x="29" y="49"/>
                    <a:pt x="29" y="49"/>
                  </a:cubicBezTo>
                  <a:cubicBezTo>
                    <a:pt x="27" y="51"/>
                    <a:pt x="22" y="51"/>
                    <a:pt x="20" y="48"/>
                  </a:cubicBezTo>
                  <a:cubicBezTo>
                    <a:pt x="3" y="28"/>
                    <a:pt x="3" y="28"/>
                    <a:pt x="3" y="28"/>
                  </a:cubicBezTo>
                  <a:cubicBezTo>
                    <a:pt x="0" y="25"/>
                    <a:pt x="1"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8" name="Freeform 156"/>
            <p:cNvSpPr>
              <a:spLocks/>
            </p:cNvSpPr>
            <p:nvPr/>
          </p:nvSpPr>
          <p:spPr bwMode="auto">
            <a:xfrm>
              <a:off x="2203450" y="2860675"/>
              <a:ext cx="150813" cy="144463"/>
            </a:xfrm>
            <a:custGeom>
              <a:avLst/>
              <a:gdLst>
                <a:gd name="T0" fmla="*/ 3 w 71"/>
                <a:gd name="T1" fmla="*/ 35 h 68"/>
                <a:gd name="T2" fmla="*/ 41 w 71"/>
                <a:gd name="T3" fmla="*/ 3 h 68"/>
                <a:gd name="T4" fmla="*/ 52 w 71"/>
                <a:gd name="T5" fmla="*/ 4 h 68"/>
                <a:gd name="T6" fmla="*/ 68 w 71"/>
                <a:gd name="T7" fmla="*/ 23 h 68"/>
                <a:gd name="T8" fmla="*/ 67 w 71"/>
                <a:gd name="T9" fmla="*/ 34 h 68"/>
                <a:gd name="T10" fmla="*/ 29 w 71"/>
                <a:gd name="T11" fmla="*/ 66 h 68"/>
                <a:gd name="T12" fmla="*/ 19 w 71"/>
                <a:gd name="T13" fmla="*/ 65 h 68"/>
                <a:gd name="T14" fmla="*/ 2 w 71"/>
                <a:gd name="T15" fmla="*/ 45 h 68"/>
                <a:gd name="T16" fmla="*/ 3 w 71"/>
                <a:gd name="T17" fmla="*/ 3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68">
                  <a:moveTo>
                    <a:pt x="3" y="35"/>
                  </a:moveTo>
                  <a:cubicBezTo>
                    <a:pt x="41" y="3"/>
                    <a:pt x="41" y="3"/>
                    <a:pt x="41" y="3"/>
                  </a:cubicBezTo>
                  <a:cubicBezTo>
                    <a:pt x="44" y="0"/>
                    <a:pt x="49" y="1"/>
                    <a:pt x="52" y="4"/>
                  </a:cubicBezTo>
                  <a:cubicBezTo>
                    <a:pt x="68" y="23"/>
                    <a:pt x="68" y="23"/>
                    <a:pt x="68" y="23"/>
                  </a:cubicBezTo>
                  <a:cubicBezTo>
                    <a:pt x="71" y="26"/>
                    <a:pt x="71" y="31"/>
                    <a:pt x="67" y="34"/>
                  </a:cubicBezTo>
                  <a:cubicBezTo>
                    <a:pt x="29" y="66"/>
                    <a:pt x="29" y="66"/>
                    <a:pt x="29" y="66"/>
                  </a:cubicBezTo>
                  <a:cubicBezTo>
                    <a:pt x="26" y="68"/>
                    <a:pt x="22" y="68"/>
                    <a:pt x="19" y="65"/>
                  </a:cubicBezTo>
                  <a:cubicBezTo>
                    <a:pt x="2" y="45"/>
                    <a:pt x="2" y="45"/>
                    <a:pt x="2" y="45"/>
                  </a:cubicBezTo>
                  <a:cubicBezTo>
                    <a:pt x="0" y="42"/>
                    <a:pt x="0" y="38"/>
                    <a:pt x="3" y="35"/>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9" name="Freeform 157"/>
            <p:cNvSpPr>
              <a:spLocks/>
            </p:cNvSpPr>
            <p:nvPr/>
          </p:nvSpPr>
          <p:spPr bwMode="auto">
            <a:xfrm>
              <a:off x="2268538" y="2924175"/>
              <a:ext cx="166688" cy="158750"/>
            </a:xfrm>
            <a:custGeom>
              <a:avLst/>
              <a:gdLst>
                <a:gd name="T0" fmla="*/ 3 w 78"/>
                <a:gd name="T1" fmla="*/ 41 h 75"/>
                <a:gd name="T2" fmla="*/ 48 w 78"/>
                <a:gd name="T3" fmla="*/ 3 h 75"/>
                <a:gd name="T4" fmla="*/ 58 w 78"/>
                <a:gd name="T5" fmla="*/ 4 h 75"/>
                <a:gd name="T6" fmla="*/ 75 w 78"/>
                <a:gd name="T7" fmla="*/ 23 h 75"/>
                <a:gd name="T8" fmla="*/ 74 w 78"/>
                <a:gd name="T9" fmla="*/ 34 h 75"/>
                <a:gd name="T10" fmla="*/ 29 w 78"/>
                <a:gd name="T11" fmla="*/ 72 h 75"/>
                <a:gd name="T12" fmla="*/ 19 w 78"/>
                <a:gd name="T13" fmla="*/ 71 h 75"/>
                <a:gd name="T14" fmla="*/ 2 w 78"/>
                <a:gd name="T15" fmla="*/ 51 h 75"/>
                <a:gd name="T16" fmla="*/ 3 w 78"/>
                <a:gd name="T17" fmla="*/ 4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75">
                  <a:moveTo>
                    <a:pt x="3" y="41"/>
                  </a:moveTo>
                  <a:cubicBezTo>
                    <a:pt x="48" y="3"/>
                    <a:pt x="48" y="3"/>
                    <a:pt x="48" y="3"/>
                  </a:cubicBezTo>
                  <a:cubicBezTo>
                    <a:pt x="51" y="0"/>
                    <a:pt x="56" y="1"/>
                    <a:pt x="58" y="4"/>
                  </a:cubicBezTo>
                  <a:cubicBezTo>
                    <a:pt x="75" y="23"/>
                    <a:pt x="75" y="23"/>
                    <a:pt x="75" y="23"/>
                  </a:cubicBezTo>
                  <a:cubicBezTo>
                    <a:pt x="78" y="26"/>
                    <a:pt x="77" y="31"/>
                    <a:pt x="74" y="34"/>
                  </a:cubicBezTo>
                  <a:cubicBezTo>
                    <a:pt x="29" y="72"/>
                    <a:pt x="29" y="72"/>
                    <a:pt x="29" y="72"/>
                  </a:cubicBezTo>
                  <a:cubicBezTo>
                    <a:pt x="26" y="75"/>
                    <a:pt x="21" y="74"/>
                    <a:pt x="19" y="71"/>
                  </a:cubicBezTo>
                  <a:cubicBezTo>
                    <a:pt x="2" y="51"/>
                    <a:pt x="2" y="51"/>
                    <a:pt x="2" y="51"/>
                  </a:cubicBezTo>
                  <a:cubicBezTo>
                    <a:pt x="0" y="48"/>
                    <a:pt x="0" y="44"/>
                    <a:pt x="3" y="4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0" name="Freeform 158"/>
            <p:cNvSpPr>
              <a:spLocks/>
            </p:cNvSpPr>
            <p:nvPr/>
          </p:nvSpPr>
          <p:spPr bwMode="auto">
            <a:xfrm>
              <a:off x="2332038" y="2967037"/>
              <a:ext cx="207963" cy="192088"/>
            </a:xfrm>
            <a:custGeom>
              <a:avLst/>
              <a:gdLst>
                <a:gd name="T0" fmla="*/ 4 w 98"/>
                <a:gd name="T1" fmla="*/ 57 h 91"/>
                <a:gd name="T2" fmla="*/ 68 w 98"/>
                <a:gd name="T3" fmla="*/ 2 h 91"/>
                <a:gd name="T4" fmla="*/ 79 w 98"/>
                <a:gd name="T5" fmla="*/ 3 h 91"/>
                <a:gd name="T6" fmla="*/ 95 w 98"/>
                <a:gd name="T7" fmla="*/ 23 h 91"/>
                <a:gd name="T8" fmla="*/ 95 w 98"/>
                <a:gd name="T9" fmla="*/ 33 h 91"/>
                <a:gd name="T10" fmla="*/ 30 w 98"/>
                <a:gd name="T11" fmla="*/ 88 h 91"/>
                <a:gd name="T12" fmla="*/ 20 w 98"/>
                <a:gd name="T13" fmla="*/ 87 h 91"/>
                <a:gd name="T14" fmla="*/ 3 w 98"/>
                <a:gd name="T15" fmla="*/ 67 h 91"/>
                <a:gd name="T16" fmla="*/ 4 w 98"/>
                <a:gd name="T17" fmla="*/ 5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1">
                  <a:moveTo>
                    <a:pt x="4" y="57"/>
                  </a:moveTo>
                  <a:cubicBezTo>
                    <a:pt x="68" y="2"/>
                    <a:pt x="68" y="2"/>
                    <a:pt x="68" y="2"/>
                  </a:cubicBezTo>
                  <a:cubicBezTo>
                    <a:pt x="71" y="0"/>
                    <a:pt x="76" y="0"/>
                    <a:pt x="79" y="3"/>
                  </a:cubicBezTo>
                  <a:cubicBezTo>
                    <a:pt x="95" y="23"/>
                    <a:pt x="95" y="23"/>
                    <a:pt x="95" y="23"/>
                  </a:cubicBezTo>
                  <a:cubicBezTo>
                    <a:pt x="98" y="26"/>
                    <a:pt x="98" y="30"/>
                    <a:pt x="95" y="33"/>
                  </a:cubicBezTo>
                  <a:cubicBezTo>
                    <a:pt x="30" y="88"/>
                    <a:pt x="30" y="88"/>
                    <a:pt x="30" y="88"/>
                  </a:cubicBezTo>
                  <a:cubicBezTo>
                    <a:pt x="27" y="91"/>
                    <a:pt x="22" y="90"/>
                    <a:pt x="20" y="87"/>
                  </a:cubicBezTo>
                  <a:cubicBezTo>
                    <a:pt x="3" y="67"/>
                    <a:pt x="3" y="67"/>
                    <a:pt x="3" y="67"/>
                  </a:cubicBezTo>
                  <a:cubicBezTo>
                    <a:pt x="0" y="64"/>
                    <a:pt x="1" y="60"/>
                    <a:pt x="4" y="5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1" name="Freeform 159"/>
            <p:cNvSpPr>
              <a:spLocks/>
            </p:cNvSpPr>
            <p:nvPr/>
          </p:nvSpPr>
          <p:spPr bwMode="auto">
            <a:xfrm>
              <a:off x="2398713" y="3109912"/>
              <a:ext cx="127000" cy="125413"/>
            </a:xfrm>
            <a:custGeom>
              <a:avLst/>
              <a:gdLst>
                <a:gd name="T0" fmla="*/ 3 w 60"/>
                <a:gd name="T1" fmla="*/ 25 h 59"/>
                <a:gd name="T2" fmla="*/ 30 w 60"/>
                <a:gd name="T3" fmla="*/ 3 h 59"/>
                <a:gd name="T4" fmla="*/ 40 w 60"/>
                <a:gd name="T5" fmla="*/ 3 h 59"/>
                <a:gd name="T6" fmla="*/ 57 w 60"/>
                <a:gd name="T7" fmla="*/ 23 h 59"/>
                <a:gd name="T8" fmla="*/ 56 w 60"/>
                <a:gd name="T9" fmla="*/ 33 h 59"/>
                <a:gd name="T10" fmla="*/ 29 w 60"/>
                <a:gd name="T11" fmla="*/ 56 h 59"/>
                <a:gd name="T12" fmla="*/ 19 w 60"/>
                <a:gd name="T13" fmla="*/ 55 h 59"/>
                <a:gd name="T14" fmla="*/ 2 w 60"/>
                <a:gd name="T15" fmla="*/ 36 h 59"/>
                <a:gd name="T16" fmla="*/ 3 w 60"/>
                <a:gd name="T17"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59">
                  <a:moveTo>
                    <a:pt x="3" y="25"/>
                  </a:moveTo>
                  <a:cubicBezTo>
                    <a:pt x="30" y="3"/>
                    <a:pt x="30" y="3"/>
                    <a:pt x="30" y="3"/>
                  </a:cubicBezTo>
                  <a:cubicBezTo>
                    <a:pt x="33" y="0"/>
                    <a:pt x="38" y="0"/>
                    <a:pt x="40" y="3"/>
                  </a:cubicBezTo>
                  <a:cubicBezTo>
                    <a:pt x="57" y="23"/>
                    <a:pt x="57" y="23"/>
                    <a:pt x="57" y="23"/>
                  </a:cubicBezTo>
                  <a:cubicBezTo>
                    <a:pt x="60" y="26"/>
                    <a:pt x="59" y="31"/>
                    <a:pt x="56" y="33"/>
                  </a:cubicBezTo>
                  <a:cubicBezTo>
                    <a:pt x="29" y="56"/>
                    <a:pt x="29" y="56"/>
                    <a:pt x="29" y="56"/>
                  </a:cubicBezTo>
                  <a:cubicBezTo>
                    <a:pt x="26" y="59"/>
                    <a:pt x="22" y="58"/>
                    <a:pt x="19" y="55"/>
                  </a:cubicBezTo>
                  <a:cubicBezTo>
                    <a:pt x="2" y="36"/>
                    <a:pt x="2" y="36"/>
                    <a:pt x="2" y="36"/>
                  </a:cubicBezTo>
                  <a:cubicBezTo>
                    <a:pt x="0" y="33"/>
                    <a:pt x="0" y="28"/>
                    <a:pt x="3" y="25"/>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2" name="Freeform 160"/>
            <p:cNvSpPr>
              <a:spLocks/>
            </p:cNvSpPr>
            <p:nvPr/>
          </p:nvSpPr>
          <p:spPr bwMode="auto">
            <a:xfrm>
              <a:off x="2317750" y="2798762"/>
              <a:ext cx="111125" cy="111125"/>
            </a:xfrm>
            <a:custGeom>
              <a:avLst/>
              <a:gdLst>
                <a:gd name="T0" fmla="*/ 3 w 52"/>
                <a:gd name="T1" fmla="*/ 19 h 52"/>
                <a:gd name="T2" fmla="*/ 22 w 52"/>
                <a:gd name="T3" fmla="*/ 2 h 52"/>
                <a:gd name="T4" fmla="*/ 32 w 52"/>
                <a:gd name="T5" fmla="*/ 3 h 52"/>
                <a:gd name="T6" fmla="*/ 49 w 52"/>
                <a:gd name="T7" fmla="*/ 23 h 52"/>
                <a:gd name="T8" fmla="*/ 48 w 52"/>
                <a:gd name="T9" fmla="*/ 33 h 52"/>
                <a:gd name="T10" fmla="*/ 29 w 52"/>
                <a:gd name="T11" fmla="*/ 49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2"/>
                    <a:pt x="22" y="2"/>
                    <a:pt x="22" y="2"/>
                  </a:cubicBezTo>
                  <a:cubicBezTo>
                    <a:pt x="25" y="0"/>
                    <a:pt x="30" y="0"/>
                    <a:pt x="32" y="3"/>
                  </a:cubicBezTo>
                  <a:cubicBezTo>
                    <a:pt x="49" y="23"/>
                    <a:pt x="49" y="23"/>
                    <a:pt x="49" y="23"/>
                  </a:cubicBezTo>
                  <a:cubicBezTo>
                    <a:pt x="52" y="26"/>
                    <a:pt x="51" y="30"/>
                    <a:pt x="48" y="33"/>
                  </a:cubicBezTo>
                  <a:cubicBezTo>
                    <a:pt x="29" y="49"/>
                    <a:pt x="29" y="49"/>
                    <a:pt x="29" y="49"/>
                  </a:cubicBezTo>
                  <a:cubicBezTo>
                    <a:pt x="26" y="52"/>
                    <a:pt x="21"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3" name="Freeform 161"/>
            <p:cNvSpPr>
              <a:spLocks/>
            </p:cNvSpPr>
            <p:nvPr/>
          </p:nvSpPr>
          <p:spPr bwMode="auto">
            <a:xfrm>
              <a:off x="2395538" y="2730500"/>
              <a:ext cx="111125"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4" name="Freeform 162"/>
            <p:cNvSpPr>
              <a:spLocks/>
            </p:cNvSpPr>
            <p:nvPr/>
          </p:nvSpPr>
          <p:spPr bwMode="auto">
            <a:xfrm>
              <a:off x="2474913" y="2663825"/>
              <a:ext cx="109538" cy="111125"/>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1"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5" name="Freeform 163"/>
            <p:cNvSpPr>
              <a:spLocks/>
            </p:cNvSpPr>
            <p:nvPr/>
          </p:nvSpPr>
          <p:spPr bwMode="auto">
            <a:xfrm>
              <a:off x="2552700" y="2597150"/>
              <a:ext cx="112713" cy="111125"/>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49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6" name="Freeform 164"/>
            <p:cNvSpPr>
              <a:spLocks/>
            </p:cNvSpPr>
            <p:nvPr/>
          </p:nvSpPr>
          <p:spPr bwMode="auto">
            <a:xfrm>
              <a:off x="2633663" y="2530475"/>
              <a:ext cx="109538"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7" name="Freeform 165"/>
            <p:cNvSpPr>
              <a:spLocks/>
            </p:cNvSpPr>
            <p:nvPr/>
          </p:nvSpPr>
          <p:spPr bwMode="auto">
            <a:xfrm>
              <a:off x="2711450" y="2462212"/>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1"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8" name="Freeform 166"/>
            <p:cNvSpPr>
              <a:spLocks/>
            </p:cNvSpPr>
            <p:nvPr/>
          </p:nvSpPr>
          <p:spPr bwMode="auto">
            <a:xfrm>
              <a:off x="2790825" y="2397125"/>
              <a:ext cx="111125"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49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9" name="Freeform 167"/>
            <p:cNvSpPr>
              <a:spLocks/>
            </p:cNvSpPr>
            <p:nvPr/>
          </p:nvSpPr>
          <p:spPr bwMode="auto">
            <a:xfrm>
              <a:off x="2870200" y="2328862"/>
              <a:ext cx="111125"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0" name="Freeform 168"/>
            <p:cNvSpPr>
              <a:spLocks/>
            </p:cNvSpPr>
            <p:nvPr/>
          </p:nvSpPr>
          <p:spPr bwMode="auto">
            <a:xfrm>
              <a:off x="2949575" y="2260600"/>
              <a:ext cx="109538"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1"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1" name="Freeform 169"/>
            <p:cNvSpPr>
              <a:spLocks/>
            </p:cNvSpPr>
            <p:nvPr/>
          </p:nvSpPr>
          <p:spPr bwMode="auto">
            <a:xfrm>
              <a:off x="3027363" y="2195512"/>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49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2" name="Freeform 170"/>
            <p:cNvSpPr>
              <a:spLocks/>
            </p:cNvSpPr>
            <p:nvPr/>
          </p:nvSpPr>
          <p:spPr bwMode="auto">
            <a:xfrm>
              <a:off x="3108325" y="2127250"/>
              <a:ext cx="109538"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3" name="Freeform 171"/>
            <p:cNvSpPr>
              <a:spLocks/>
            </p:cNvSpPr>
            <p:nvPr/>
          </p:nvSpPr>
          <p:spPr bwMode="auto">
            <a:xfrm>
              <a:off x="3186113" y="2058987"/>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4" name="Freeform 172"/>
            <p:cNvSpPr>
              <a:spLocks/>
            </p:cNvSpPr>
            <p:nvPr/>
          </p:nvSpPr>
          <p:spPr bwMode="auto">
            <a:xfrm>
              <a:off x="2405063" y="2855912"/>
              <a:ext cx="109538" cy="111125"/>
            </a:xfrm>
            <a:custGeom>
              <a:avLst/>
              <a:gdLst>
                <a:gd name="T0" fmla="*/ 3 w 52"/>
                <a:gd name="T1" fmla="*/ 19 h 52"/>
                <a:gd name="T2" fmla="*/ 22 w 52"/>
                <a:gd name="T3" fmla="*/ 2 h 52"/>
                <a:gd name="T4" fmla="*/ 32 w 52"/>
                <a:gd name="T5" fmla="*/ 3 h 52"/>
                <a:gd name="T6" fmla="*/ 49 w 52"/>
                <a:gd name="T7" fmla="*/ 23 h 52"/>
                <a:gd name="T8" fmla="*/ 48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2"/>
                    <a:pt x="22" y="2"/>
                    <a:pt x="22" y="2"/>
                  </a:cubicBezTo>
                  <a:cubicBezTo>
                    <a:pt x="25" y="0"/>
                    <a:pt x="30" y="0"/>
                    <a:pt x="32" y="3"/>
                  </a:cubicBezTo>
                  <a:cubicBezTo>
                    <a:pt x="49" y="23"/>
                    <a:pt x="49" y="23"/>
                    <a:pt x="49" y="23"/>
                  </a:cubicBezTo>
                  <a:cubicBezTo>
                    <a:pt x="52" y="26"/>
                    <a:pt x="51" y="31"/>
                    <a:pt x="48"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5" name="Freeform 173"/>
            <p:cNvSpPr>
              <a:spLocks/>
            </p:cNvSpPr>
            <p:nvPr/>
          </p:nvSpPr>
          <p:spPr bwMode="auto">
            <a:xfrm>
              <a:off x="2482850" y="2787650"/>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6" name="Freeform 174"/>
            <p:cNvSpPr>
              <a:spLocks/>
            </p:cNvSpPr>
            <p:nvPr/>
          </p:nvSpPr>
          <p:spPr bwMode="auto">
            <a:xfrm>
              <a:off x="2562225" y="2722562"/>
              <a:ext cx="109538" cy="109538"/>
            </a:xfrm>
            <a:custGeom>
              <a:avLst/>
              <a:gdLst>
                <a:gd name="T0" fmla="*/ 4 w 52"/>
                <a:gd name="T1" fmla="*/ 19 h 52"/>
                <a:gd name="T2" fmla="*/ 23 w 52"/>
                <a:gd name="T3" fmla="*/ 2 h 52"/>
                <a:gd name="T4" fmla="*/ 33 w 52"/>
                <a:gd name="T5" fmla="*/ 3 h 52"/>
                <a:gd name="T6" fmla="*/ 50 w 52"/>
                <a:gd name="T7" fmla="*/ 23 h 52"/>
                <a:gd name="T8" fmla="*/ 49 w 52"/>
                <a:gd name="T9" fmla="*/ 33 h 52"/>
                <a:gd name="T10" fmla="*/ 30 w 52"/>
                <a:gd name="T11" fmla="*/ 49 h 52"/>
                <a:gd name="T12" fmla="*/ 20 w 52"/>
                <a:gd name="T13" fmla="*/ 49 h 52"/>
                <a:gd name="T14" fmla="*/ 3 w 52"/>
                <a:gd name="T15" fmla="*/ 29 h 52"/>
                <a:gd name="T16" fmla="*/ 4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4" y="19"/>
                  </a:moveTo>
                  <a:cubicBezTo>
                    <a:pt x="23" y="2"/>
                    <a:pt x="23" y="2"/>
                    <a:pt x="23" y="2"/>
                  </a:cubicBezTo>
                  <a:cubicBezTo>
                    <a:pt x="26" y="0"/>
                    <a:pt x="30" y="0"/>
                    <a:pt x="33" y="3"/>
                  </a:cubicBezTo>
                  <a:cubicBezTo>
                    <a:pt x="50" y="23"/>
                    <a:pt x="50" y="23"/>
                    <a:pt x="50" y="23"/>
                  </a:cubicBezTo>
                  <a:cubicBezTo>
                    <a:pt x="52"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7" name="Freeform 175"/>
            <p:cNvSpPr>
              <a:spLocks/>
            </p:cNvSpPr>
            <p:nvPr/>
          </p:nvSpPr>
          <p:spPr bwMode="auto">
            <a:xfrm>
              <a:off x="2641600" y="2654300"/>
              <a:ext cx="111125" cy="111125"/>
            </a:xfrm>
            <a:custGeom>
              <a:avLst/>
              <a:gdLst>
                <a:gd name="T0" fmla="*/ 3 w 52"/>
                <a:gd name="T1" fmla="*/ 19 h 52"/>
                <a:gd name="T2" fmla="*/ 22 w 52"/>
                <a:gd name="T3" fmla="*/ 2 h 52"/>
                <a:gd name="T4" fmla="*/ 32 w 52"/>
                <a:gd name="T5" fmla="*/ 3 h 52"/>
                <a:gd name="T6" fmla="*/ 49 w 52"/>
                <a:gd name="T7" fmla="*/ 23 h 52"/>
                <a:gd name="T8" fmla="*/ 48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2"/>
                    <a:pt x="22" y="2"/>
                    <a:pt x="22" y="2"/>
                  </a:cubicBezTo>
                  <a:cubicBezTo>
                    <a:pt x="25" y="0"/>
                    <a:pt x="30" y="0"/>
                    <a:pt x="32" y="3"/>
                  </a:cubicBezTo>
                  <a:cubicBezTo>
                    <a:pt x="49" y="23"/>
                    <a:pt x="49" y="23"/>
                    <a:pt x="49" y="23"/>
                  </a:cubicBezTo>
                  <a:cubicBezTo>
                    <a:pt x="52" y="26"/>
                    <a:pt x="51" y="31"/>
                    <a:pt x="48" y="33"/>
                  </a:cubicBezTo>
                  <a:cubicBezTo>
                    <a:pt x="29" y="50"/>
                    <a:pt x="29" y="50"/>
                    <a:pt x="29" y="50"/>
                  </a:cubicBezTo>
                  <a:cubicBezTo>
                    <a:pt x="26" y="52"/>
                    <a:pt x="21"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8" name="Freeform 176"/>
            <p:cNvSpPr>
              <a:spLocks/>
            </p:cNvSpPr>
            <p:nvPr/>
          </p:nvSpPr>
          <p:spPr bwMode="auto">
            <a:xfrm>
              <a:off x="2720975" y="2587625"/>
              <a:ext cx="109538" cy="111125"/>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9" name="Freeform 177"/>
            <p:cNvSpPr>
              <a:spLocks/>
            </p:cNvSpPr>
            <p:nvPr/>
          </p:nvSpPr>
          <p:spPr bwMode="auto">
            <a:xfrm>
              <a:off x="2798763" y="2520950"/>
              <a:ext cx="109538"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30 w 52"/>
                <a:gd name="T11" fmla="*/ 49 h 52"/>
                <a:gd name="T12" fmla="*/ 20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0"/>
                    <a:pt x="49" y="33"/>
                  </a:cubicBezTo>
                  <a:cubicBezTo>
                    <a:pt x="30" y="49"/>
                    <a:pt x="30" y="49"/>
                    <a:pt x="30" y="49"/>
                  </a:cubicBezTo>
                  <a:cubicBezTo>
                    <a:pt x="27" y="52"/>
                    <a:pt x="22" y="52"/>
                    <a:pt x="20" y="49"/>
                  </a:cubicBezTo>
                  <a:cubicBezTo>
                    <a:pt x="3" y="29"/>
                    <a:pt x="3" y="29"/>
                    <a:pt x="3" y="29"/>
                  </a:cubicBezTo>
                  <a:cubicBezTo>
                    <a:pt x="0" y="26"/>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0" name="Freeform 178"/>
            <p:cNvSpPr>
              <a:spLocks/>
            </p:cNvSpPr>
            <p:nvPr/>
          </p:nvSpPr>
          <p:spPr bwMode="auto">
            <a:xfrm>
              <a:off x="2876550" y="2454275"/>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1" name="Freeform 179"/>
            <p:cNvSpPr>
              <a:spLocks/>
            </p:cNvSpPr>
            <p:nvPr/>
          </p:nvSpPr>
          <p:spPr bwMode="auto">
            <a:xfrm>
              <a:off x="2957513" y="2386012"/>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2" name="Freeform 180"/>
            <p:cNvSpPr>
              <a:spLocks/>
            </p:cNvSpPr>
            <p:nvPr/>
          </p:nvSpPr>
          <p:spPr bwMode="auto">
            <a:xfrm>
              <a:off x="3036888" y="2319337"/>
              <a:ext cx="109538" cy="111125"/>
            </a:xfrm>
            <a:custGeom>
              <a:avLst/>
              <a:gdLst>
                <a:gd name="T0" fmla="*/ 4 w 52"/>
                <a:gd name="T1" fmla="*/ 19 h 52"/>
                <a:gd name="T2" fmla="*/ 23 w 52"/>
                <a:gd name="T3" fmla="*/ 2 h 52"/>
                <a:gd name="T4" fmla="*/ 33 w 52"/>
                <a:gd name="T5" fmla="*/ 3 h 52"/>
                <a:gd name="T6" fmla="*/ 50 w 52"/>
                <a:gd name="T7" fmla="*/ 23 h 52"/>
                <a:gd name="T8" fmla="*/ 49 w 52"/>
                <a:gd name="T9" fmla="*/ 33 h 52"/>
                <a:gd name="T10" fmla="*/ 30 w 52"/>
                <a:gd name="T11" fmla="*/ 49 h 52"/>
                <a:gd name="T12" fmla="*/ 20 w 52"/>
                <a:gd name="T13" fmla="*/ 49 h 52"/>
                <a:gd name="T14" fmla="*/ 3 w 52"/>
                <a:gd name="T15" fmla="*/ 29 h 52"/>
                <a:gd name="T16" fmla="*/ 4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4" y="19"/>
                  </a:moveTo>
                  <a:cubicBezTo>
                    <a:pt x="23" y="2"/>
                    <a:pt x="23" y="2"/>
                    <a:pt x="23" y="2"/>
                  </a:cubicBezTo>
                  <a:cubicBezTo>
                    <a:pt x="26" y="0"/>
                    <a:pt x="30" y="0"/>
                    <a:pt x="33" y="3"/>
                  </a:cubicBezTo>
                  <a:cubicBezTo>
                    <a:pt x="50" y="23"/>
                    <a:pt x="50" y="23"/>
                    <a:pt x="50" y="23"/>
                  </a:cubicBezTo>
                  <a:cubicBezTo>
                    <a:pt x="52"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3" name="Freeform 181"/>
            <p:cNvSpPr>
              <a:spLocks/>
            </p:cNvSpPr>
            <p:nvPr/>
          </p:nvSpPr>
          <p:spPr bwMode="auto">
            <a:xfrm>
              <a:off x="3114675" y="2252662"/>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4" name="Freeform 182"/>
            <p:cNvSpPr>
              <a:spLocks/>
            </p:cNvSpPr>
            <p:nvPr/>
          </p:nvSpPr>
          <p:spPr bwMode="auto">
            <a:xfrm>
              <a:off x="3195638" y="2184400"/>
              <a:ext cx="109538"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5" name="Freeform 183"/>
            <p:cNvSpPr>
              <a:spLocks/>
            </p:cNvSpPr>
            <p:nvPr/>
          </p:nvSpPr>
          <p:spPr bwMode="auto">
            <a:xfrm>
              <a:off x="2511425" y="2897187"/>
              <a:ext cx="109538" cy="111125"/>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6" name="Freeform 184"/>
            <p:cNvSpPr>
              <a:spLocks/>
            </p:cNvSpPr>
            <p:nvPr/>
          </p:nvSpPr>
          <p:spPr bwMode="auto">
            <a:xfrm>
              <a:off x="2589213" y="2830512"/>
              <a:ext cx="109538"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7" y="52"/>
                    <a:pt x="22" y="52"/>
                    <a:pt x="19" y="49"/>
                  </a:cubicBezTo>
                  <a:cubicBezTo>
                    <a:pt x="3" y="29"/>
                    <a:pt x="3" y="29"/>
                    <a:pt x="3"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7" name="Freeform 185"/>
            <p:cNvSpPr>
              <a:spLocks/>
            </p:cNvSpPr>
            <p:nvPr/>
          </p:nvSpPr>
          <p:spPr bwMode="auto">
            <a:xfrm>
              <a:off x="2667000" y="2762250"/>
              <a:ext cx="112713" cy="111125"/>
            </a:xfrm>
            <a:custGeom>
              <a:avLst/>
              <a:gdLst>
                <a:gd name="T0" fmla="*/ 4 w 53"/>
                <a:gd name="T1" fmla="*/ 19 h 52"/>
                <a:gd name="T2" fmla="*/ 23 w 53"/>
                <a:gd name="T3" fmla="*/ 3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3"/>
                    <a:pt x="23" y="3"/>
                    <a:pt x="23" y="3"/>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2"/>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8" name="Freeform 186"/>
            <p:cNvSpPr>
              <a:spLocks/>
            </p:cNvSpPr>
            <p:nvPr/>
          </p:nvSpPr>
          <p:spPr bwMode="auto">
            <a:xfrm>
              <a:off x="2747963" y="2695575"/>
              <a:ext cx="109538" cy="111125"/>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9" name="Freeform 187"/>
            <p:cNvSpPr>
              <a:spLocks/>
            </p:cNvSpPr>
            <p:nvPr/>
          </p:nvSpPr>
          <p:spPr bwMode="auto">
            <a:xfrm>
              <a:off x="2825750" y="2628900"/>
              <a:ext cx="111125"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3" y="29"/>
                    <a:pt x="3" y="29"/>
                    <a:pt x="3"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0" name="Freeform 188"/>
            <p:cNvSpPr>
              <a:spLocks/>
            </p:cNvSpPr>
            <p:nvPr/>
          </p:nvSpPr>
          <p:spPr bwMode="auto">
            <a:xfrm>
              <a:off x="2905125" y="2562225"/>
              <a:ext cx="112713" cy="109538"/>
            </a:xfrm>
            <a:custGeom>
              <a:avLst/>
              <a:gdLst>
                <a:gd name="T0" fmla="*/ 4 w 53"/>
                <a:gd name="T1" fmla="*/ 19 h 52"/>
                <a:gd name="T2" fmla="*/ 23 w 53"/>
                <a:gd name="T3" fmla="*/ 3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3"/>
                    <a:pt x="23" y="3"/>
                    <a:pt x="23" y="3"/>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2"/>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1" name="Freeform 189"/>
            <p:cNvSpPr>
              <a:spLocks/>
            </p:cNvSpPr>
            <p:nvPr/>
          </p:nvSpPr>
          <p:spPr bwMode="auto">
            <a:xfrm>
              <a:off x="2986088" y="2493962"/>
              <a:ext cx="109538" cy="112713"/>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2" name="Freeform 190"/>
            <p:cNvSpPr>
              <a:spLocks/>
            </p:cNvSpPr>
            <p:nvPr/>
          </p:nvSpPr>
          <p:spPr bwMode="auto">
            <a:xfrm>
              <a:off x="3063875" y="2428875"/>
              <a:ext cx="109538"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3" y="29"/>
                    <a:pt x="3" y="29"/>
                    <a:pt x="3"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3" name="Freeform 191"/>
            <p:cNvSpPr>
              <a:spLocks/>
            </p:cNvSpPr>
            <p:nvPr/>
          </p:nvSpPr>
          <p:spPr bwMode="auto">
            <a:xfrm>
              <a:off x="3141663" y="2360612"/>
              <a:ext cx="112713" cy="109538"/>
            </a:xfrm>
            <a:custGeom>
              <a:avLst/>
              <a:gdLst>
                <a:gd name="T0" fmla="*/ 4 w 53"/>
                <a:gd name="T1" fmla="*/ 19 h 52"/>
                <a:gd name="T2" fmla="*/ 23 w 53"/>
                <a:gd name="T3" fmla="*/ 3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3"/>
                    <a:pt x="23" y="3"/>
                    <a:pt x="23" y="3"/>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2"/>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4" name="Freeform 192"/>
            <p:cNvSpPr>
              <a:spLocks/>
            </p:cNvSpPr>
            <p:nvPr/>
          </p:nvSpPr>
          <p:spPr bwMode="auto">
            <a:xfrm>
              <a:off x="3222625" y="2292350"/>
              <a:ext cx="109538" cy="112713"/>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5" name="Freeform 193"/>
            <p:cNvSpPr>
              <a:spLocks/>
            </p:cNvSpPr>
            <p:nvPr/>
          </p:nvSpPr>
          <p:spPr bwMode="auto">
            <a:xfrm>
              <a:off x="3300413" y="2197100"/>
              <a:ext cx="144463" cy="139700"/>
            </a:xfrm>
            <a:custGeom>
              <a:avLst/>
              <a:gdLst>
                <a:gd name="T0" fmla="*/ 3 w 68"/>
                <a:gd name="T1" fmla="*/ 33 h 66"/>
                <a:gd name="T2" fmla="*/ 39 w 68"/>
                <a:gd name="T3" fmla="*/ 3 h 66"/>
                <a:gd name="T4" fmla="*/ 49 w 68"/>
                <a:gd name="T5" fmla="*/ 4 h 66"/>
                <a:gd name="T6" fmla="*/ 66 w 68"/>
                <a:gd name="T7" fmla="*/ 23 h 66"/>
                <a:gd name="T8" fmla="*/ 65 w 68"/>
                <a:gd name="T9" fmla="*/ 34 h 66"/>
                <a:gd name="T10" fmla="*/ 30 w 68"/>
                <a:gd name="T11" fmla="*/ 63 h 66"/>
                <a:gd name="T12" fmla="*/ 19 w 68"/>
                <a:gd name="T13" fmla="*/ 63 h 66"/>
                <a:gd name="T14" fmla="*/ 3 w 68"/>
                <a:gd name="T15" fmla="*/ 43 h 66"/>
                <a:gd name="T16" fmla="*/ 3 w 68"/>
                <a:gd name="T17"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66">
                  <a:moveTo>
                    <a:pt x="3" y="33"/>
                  </a:moveTo>
                  <a:cubicBezTo>
                    <a:pt x="39" y="3"/>
                    <a:pt x="39" y="3"/>
                    <a:pt x="39" y="3"/>
                  </a:cubicBezTo>
                  <a:cubicBezTo>
                    <a:pt x="42" y="0"/>
                    <a:pt x="46" y="1"/>
                    <a:pt x="49" y="4"/>
                  </a:cubicBezTo>
                  <a:cubicBezTo>
                    <a:pt x="66" y="23"/>
                    <a:pt x="66" y="23"/>
                    <a:pt x="66" y="23"/>
                  </a:cubicBezTo>
                  <a:cubicBezTo>
                    <a:pt x="68" y="27"/>
                    <a:pt x="68" y="31"/>
                    <a:pt x="65" y="34"/>
                  </a:cubicBezTo>
                  <a:cubicBezTo>
                    <a:pt x="30" y="63"/>
                    <a:pt x="30" y="63"/>
                    <a:pt x="30" y="63"/>
                  </a:cubicBezTo>
                  <a:cubicBezTo>
                    <a:pt x="27" y="66"/>
                    <a:pt x="22" y="66"/>
                    <a:pt x="19" y="63"/>
                  </a:cubicBezTo>
                  <a:cubicBezTo>
                    <a:pt x="3" y="43"/>
                    <a:pt x="3" y="43"/>
                    <a:pt x="3" y="43"/>
                  </a:cubicBezTo>
                  <a:cubicBezTo>
                    <a:pt x="0" y="40"/>
                    <a:pt x="0" y="35"/>
                    <a:pt x="3" y="33"/>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6" name="Freeform 194"/>
            <p:cNvSpPr>
              <a:spLocks/>
            </p:cNvSpPr>
            <p:nvPr/>
          </p:nvSpPr>
          <p:spPr bwMode="auto">
            <a:xfrm>
              <a:off x="2493963" y="3043237"/>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7" name="Freeform 195"/>
            <p:cNvSpPr>
              <a:spLocks/>
            </p:cNvSpPr>
            <p:nvPr/>
          </p:nvSpPr>
          <p:spPr bwMode="auto">
            <a:xfrm>
              <a:off x="2574925" y="2974975"/>
              <a:ext cx="109538" cy="109538"/>
            </a:xfrm>
            <a:custGeom>
              <a:avLst/>
              <a:gdLst>
                <a:gd name="T0" fmla="*/ 3 w 52"/>
                <a:gd name="T1" fmla="*/ 19 h 52"/>
                <a:gd name="T2" fmla="*/ 22 w 52"/>
                <a:gd name="T3" fmla="*/ 3 h 52"/>
                <a:gd name="T4" fmla="*/ 32 w 52"/>
                <a:gd name="T5" fmla="*/ 3 h 52"/>
                <a:gd name="T6" fmla="*/ 49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3"/>
                    <a:pt x="22" y="3"/>
                    <a:pt x="22" y="3"/>
                  </a:cubicBezTo>
                  <a:cubicBezTo>
                    <a:pt x="25" y="0"/>
                    <a:pt x="30" y="0"/>
                    <a:pt x="32" y="3"/>
                  </a:cubicBezTo>
                  <a:cubicBezTo>
                    <a:pt x="49" y="23"/>
                    <a:pt x="49" y="23"/>
                    <a:pt x="49"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8" name="Freeform 196"/>
            <p:cNvSpPr>
              <a:spLocks/>
            </p:cNvSpPr>
            <p:nvPr/>
          </p:nvSpPr>
          <p:spPr bwMode="auto">
            <a:xfrm>
              <a:off x="2652713" y="2906712"/>
              <a:ext cx="109538"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9" name="Freeform 197"/>
            <p:cNvSpPr>
              <a:spLocks/>
            </p:cNvSpPr>
            <p:nvPr/>
          </p:nvSpPr>
          <p:spPr bwMode="auto">
            <a:xfrm>
              <a:off x="2730500" y="2841625"/>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0" name="Freeform 198"/>
            <p:cNvSpPr>
              <a:spLocks/>
            </p:cNvSpPr>
            <p:nvPr/>
          </p:nvSpPr>
          <p:spPr bwMode="auto">
            <a:xfrm>
              <a:off x="2811463" y="2773362"/>
              <a:ext cx="109538" cy="111125"/>
            </a:xfrm>
            <a:custGeom>
              <a:avLst/>
              <a:gdLst>
                <a:gd name="T0" fmla="*/ 3 w 52"/>
                <a:gd name="T1" fmla="*/ 19 h 52"/>
                <a:gd name="T2" fmla="*/ 22 w 52"/>
                <a:gd name="T3" fmla="*/ 3 h 52"/>
                <a:gd name="T4" fmla="*/ 32 w 52"/>
                <a:gd name="T5" fmla="*/ 3 h 52"/>
                <a:gd name="T6" fmla="*/ 49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3"/>
                    <a:pt x="22" y="3"/>
                    <a:pt x="22" y="3"/>
                  </a:cubicBezTo>
                  <a:cubicBezTo>
                    <a:pt x="25" y="0"/>
                    <a:pt x="30" y="0"/>
                    <a:pt x="32" y="3"/>
                  </a:cubicBezTo>
                  <a:cubicBezTo>
                    <a:pt x="49" y="23"/>
                    <a:pt x="49" y="23"/>
                    <a:pt x="49"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1" name="Freeform 199"/>
            <p:cNvSpPr>
              <a:spLocks/>
            </p:cNvSpPr>
            <p:nvPr/>
          </p:nvSpPr>
          <p:spPr bwMode="auto">
            <a:xfrm>
              <a:off x="2889250" y="2705100"/>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7" y="53"/>
                    <a:pt x="22" y="52"/>
                    <a:pt x="20"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2" name="Freeform 200"/>
            <p:cNvSpPr>
              <a:spLocks/>
            </p:cNvSpPr>
            <p:nvPr/>
          </p:nvSpPr>
          <p:spPr bwMode="auto">
            <a:xfrm>
              <a:off x="2968625" y="2640012"/>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3" name="Freeform 201"/>
            <p:cNvSpPr>
              <a:spLocks/>
            </p:cNvSpPr>
            <p:nvPr/>
          </p:nvSpPr>
          <p:spPr bwMode="auto">
            <a:xfrm>
              <a:off x="3049588" y="2571750"/>
              <a:ext cx="109538" cy="111125"/>
            </a:xfrm>
            <a:custGeom>
              <a:avLst/>
              <a:gdLst>
                <a:gd name="T0" fmla="*/ 3 w 52"/>
                <a:gd name="T1" fmla="*/ 19 h 52"/>
                <a:gd name="T2" fmla="*/ 22 w 52"/>
                <a:gd name="T3" fmla="*/ 3 h 52"/>
                <a:gd name="T4" fmla="*/ 32 w 52"/>
                <a:gd name="T5" fmla="*/ 3 h 52"/>
                <a:gd name="T6" fmla="*/ 49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3"/>
                    <a:pt x="22" y="3"/>
                    <a:pt x="22" y="3"/>
                  </a:cubicBezTo>
                  <a:cubicBezTo>
                    <a:pt x="25" y="0"/>
                    <a:pt x="30" y="0"/>
                    <a:pt x="32" y="3"/>
                  </a:cubicBezTo>
                  <a:cubicBezTo>
                    <a:pt x="49" y="23"/>
                    <a:pt x="49" y="23"/>
                    <a:pt x="49"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4" name="Freeform 202"/>
            <p:cNvSpPr>
              <a:spLocks/>
            </p:cNvSpPr>
            <p:nvPr/>
          </p:nvSpPr>
          <p:spPr bwMode="auto">
            <a:xfrm>
              <a:off x="3127375" y="2505075"/>
              <a:ext cx="109538" cy="111125"/>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7" y="53"/>
                    <a:pt x="22" y="52"/>
                    <a:pt x="19"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5" name="Freeform 203"/>
            <p:cNvSpPr>
              <a:spLocks/>
            </p:cNvSpPr>
            <p:nvPr/>
          </p:nvSpPr>
          <p:spPr bwMode="auto">
            <a:xfrm>
              <a:off x="3205163" y="2438400"/>
              <a:ext cx="112713" cy="111125"/>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6" name="Freeform 204"/>
            <p:cNvSpPr>
              <a:spLocks/>
            </p:cNvSpPr>
            <p:nvPr/>
          </p:nvSpPr>
          <p:spPr bwMode="auto">
            <a:xfrm>
              <a:off x="3286125" y="2343150"/>
              <a:ext cx="144463" cy="138113"/>
            </a:xfrm>
            <a:custGeom>
              <a:avLst/>
              <a:gdLst>
                <a:gd name="T0" fmla="*/ 3 w 68"/>
                <a:gd name="T1" fmla="*/ 32 h 65"/>
                <a:gd name="T2" fmla="*/ 38 w 68"/>
                <a:gd name="T3" fmla="*/ 2 h 65"/>
                <a:gd name="T4" fmla="*/ 48 w 68"/>
                <a:gd name="T5" fmla="*/ 3 h 65"/>
                <a:gd name="T6" fmla="*/ 65 w 68"/>
                <a:gd name="T7" fmla="*/ 23 h 65"/>
                <a:gd name="T8" fmla="*/ 64 w 68"/>
                <a:gd name="T9" fmla="*/ 33 h 65"/>
                <a:gd name="T10" fmla="*/ 29 w 68"/>
                <a:gd name="T11" fmla="*/ 63 h 65"/>
                <a:gd name="T12" fmla="*/ 19 w 68"/>
                <a:gd name="T13" fmla="*/ 62 h 65"/>
                <a:gd name="T14" fmla="*/ 2 w 68"/>
                <a:gd name="T15" fmla="*/ 42 h 65"/>
                <a:gd name="T16" fmla="*/ 3 w 68"/>
                <a:gd name="T17" fmla="*/ 3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65">
                  <a:moveTo>
                    <a:pt x="3" y="32"/>
                  </a:moveTo>
                  <a:cubicBezTo>
                    <a:pt x="38" y="2"/>
                    <a:pt x="38" y="2"/>
                    <a:pt x="38" y="2"/>
                  </a:cubicBezTo>
                  <a:cubicBezTo>
                    <a:pt x="41" y="0"/>
                    <a:pt x="46" y="0"/>
                    <a:pt x="48" y="3"/>
                  </a:cubicBezTo>
                  <a:cubicBezTo>
                    <a:pt x="65" y="23"/>
                    <a:pt x="65" y="23"/>
                    <a:pt x="65" y="23"/>
                  </a:cubicBezTo>
                  <a:cubicBezTo>
                    <a:pt x="68" y="26"/>
                    <a:pt x="67" y="30"/>
                    <a:pt x="64" y="33"/>
                  </a:cubicBezTo>
                  <a:cubicBezTo>
                    <a:pt x="29" y="63"/>
                    <a:pt x="29" y="63"/>
                    <a:pt x="29" y="63"/>
                  </a:cubicBezTo>
                  <a:cubicBezTo>
                    <a:pt x="26" y="65"/>
                    <a:pt x="22" y="65"/>
                    <a:pt x="19" y="62"/>
                  </a:cubicBezTo>
                  <a:cubicBezTo>
                    <a:pt x="2" y="42"/>
                    <a:pt x="2" y="42"/>
                    <a:pt x="2" y="42"/>
                  </a:cubicBezTo>
                  <a:cubicBezTo>
                    <a:pt x="0" y="39"/>
                    <a:pt x="0" y="35"/>
                    <a:pt x="3" y="3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7" name="Freeform 206"/>
            <p:cNvSpPr>
              <a:spLocks/>
            </p:cNvSpPr>
            <p:nvPr/>
          </p:nvSpPr>
          <p:spPr bwMode="auto">
            <a:xfrm>
              <a:off x="3402013" y="2273300"/>
              <a:ext cx="109538" cy="111125"/>
            </a:xfrm>
            <a:custGeom>
              <a:avLst/>
              <a:gdLst>
                <a:gd name="T0" fmla="*/ 3 w 51"/>
                <a:gd name="T1" fmla="*/ 18 h 52"/>
                <a:gd name="T2" fmla="*/ 22 w 51"/>
                <a:gd name="T3" fmla="*/ 3 h 52"/>
                <a:gd name="T4" fmla="*/ 31 w 51"/>
                <a:gd name="T5" fmla="*/ 3 h 52"/>
                <a:gd name="T6" fmla="*/ 48 w 51"/>
                <a:gd name="T7" fmla="*/ 24 h 52"/>
                <a:gd name="T8" fmla="*/ 48 w 51"/>
                <a:gd name="T9" fmla="*/ 33 h 52"/>
                <a:gd name="T10" fmla="*/ 29 w 51"/>
                <a:gd name="T11" fmla="*/ 49 h 52"/>
                <a:gd name="T12" fmla="*/ 20 w 51"/>
                <a:gd name="T13" fmla="*/ 48 h 52"/>
                <a:gd name="T14" fmla="*/ 2 w 51"/>
                <a:gd name="T15" fmla="*/ 28 h 52"/>
                <a:gd name="T16" fmla="*/ 3 w 51"/>
                <a:gd name="T17"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2">
                  <a:moveTo>
                    <a:pt x="3" y="18"/>
                  </a:moveTo>
                  <a:cubicBezTo>
                    <a:pt x="22" y="3"/>
                    <a:pt x="22" y="3"/>
                    <a:pt x="22" y="3"/>
                  </a:cubicBezTo>
                  <a:cubicBezTo>
                    <a:pt x="24" y="0"/>
                    <a:pt x="29" y="1"/>
                    <a:pt x="31" y="3"/>
                  </a:cubicBezTo>
                  <a:cubicBezTo>
                    <a:pt x="48" y="24"/>
                    <a:pt x="48" y="24"/>
                    <a:pt x="48" y="24"/>
                  </a:cubicBezTo>
                  <a:cubicBezTo>
                    <a:pt x="51" y="27"/>
                    <a:pt x="51" y="31"/>
                    <a:pt x="48" y="33"/>
                  </a:cubicBezTo>
                  <a:cubicBezTo>
                    <a:pt x="29" y="49"/>
                    <a:pt x="29" y="49"/>
                    <a:pt x="29" y="49"/>
                  </a:cubicBezTo>
                  <a:cubicBezTo>
                    <a:pt x="26" y="52"/>
                    <a:pt x="22" y="51"/>
                    <a:pt x="20"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8" name="Freeform 207"/>
            <p:cNvSpPr>
              <a:spLocks/>
            </p:cNvSpPr>
            <p:nvPr/>
          </p:nvSpPr>
          <p:spPr bwMode="auto">
            <a:xfrm>
              <a:off x="2886075" y="2601912"/>
              <a:ext cx="611188" cy="581025"/>
            </a:xfrm>
            <a:custGeom>
              <a:avLst/>
              <a:gdLst>
                <a:gd name="T0" fmla="*/ 3 w 289"/>
                <a:gd name="T1" fmla="*/ 168 h 274"/>
                <a:gd name="T2" fmla="*/ 197 w 289"/>
                <a:gd name="T3" fmla="*/ 3 h 274"/>
                <a:gd name="T4" fmla="*/ 207 w 289"/>
                <a:gd name="T5" fmla="*/ 4 h 274"/>
                <a:gd name="T6" fmla="*/ 286 w 289"/>
                <a:gd name="T7" fmla="*/ 97 h 274"/>
                <a:gd name="T8" fmla="*/ 286 w 289"/>
                <a:gd name="T9" fmla="*/ 107 h 274"/>
                <a:gd name="T10" fmla="*/ 92 w 289"/>
                <a:gd name="T11" fmla="*/ 272 h 274"/>
                <a:gd name="T12" fmla="*/ 82 w 289"/>
                <a:gd name="T13" fmla="*/ 271 h 274"/>
                <a:gd name="T14" fmla="*/ 3 w 289"/>
                <a:gd name="T15" fmla="*/ 177 h 274"/>
                <a:gd name="T16" fmla="*/ 3 w 289"/>
                <a:gd name="T17" fmla="*/ 168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274">
                  <a:moveTo>
                    <a:pt x="3" y="168"/>
                  </a:moveTo>
                  <a:cubicBezTo>
                    <a:pt x="197" y="3"/>
                    <a:pt x="197" y="3"/>
                    <a:pt x="197" y="3"/>
                  </a:cubicBezTo>
                  <a:cubicBezTo>
                    <a:pt x="200" y="0"/>
                    <a:pt x="205" y="1"/>
                    <a:pt x="207" y="4"/>
                  </a:cubicBezTo>
                  <a:cubicBezTo>
                    <a:pt x="286" y="97"/>
                    <a:pt x="286" y="97"/>
                    <a:pt x="286" y="97"/>
                  </a:cubicBezTo>
                  <a:cubicBezTo>
                    <a:pt x="289" y="100"/>
                    <a:pt x="289" y="104"/>
                    <a:pt x="286" y="107"/>
                  </a:cubicBezTo>
                  <a:cubicBezTo>
                    <a:pt x="92" y="272"/>
                    <a:pt x="92" y="272"/>
                    <a:pt x="92" y="272"/>
                  </a:cubicBezTo>
                  <a:cubicBezTo>
                    <a:pt x="89" y="274"/>
                    <a:pt x="84" y="274"/>
                    <a:pt x="82" y="271"/>
                  </a:cubicBezTo>
                  <a:cubicBezTo>
                    <a:pt x="3" y="177"/>
                    <a:pt x="3" y="177"/>
                    <a:pt x="3" y="177"/>
                  </a:cubicBezTo>
                  <a:cubicBezTo>
                    <a:pt x="0" y="175"/>
                    <a:pt x="0" y="170"/>
                    <a:pt x="3" y="16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9" name="Freeform 208"/>
            <p:cNvSpPr>
              <a:spLocks/>
            </p:cNvSpPr>
            <p:nvPr/>
          </p:nvSpPr>
          <p:spPr bwMode="auto">
            <a:xfrm>
              <a:off x="3082925" y="3025775"/>
              <a:ext cx="246063" cy="220663"/>
            </a:xfrm>
            <a:custGeom>
              <a:avLst/>
              <a:gdLst>
                <a:gd name="T0" fmla="*/ 0 w 116"/>
                <a:gd name="T1" fmla="*/ 82 h 104"/>
                <a:gd name="T2" fmla="*/ 97 w 116"/>
                <a:gd name="T3" fmla="*/ 0 h 104"/>
                <a:gd name="T4" fmla="*/ 99 w 116"/>
                <a:gd name="T5" fmla="*/ 0 h 104"/>
                <a:gd name="T6" fmla="*/ 115 w 116"/>
                <a:gd name="T7" fmla="*/ 20 h 104"/>
                <a:gd name="T8" fmla="*/ 115 w 116"/>
                <a:gd name="T9" fmla="*/ 22 h 104"/>
                <a:gd name="T10" fmla="*/ 19 w 116"/>
                <a:gd name="T11" fmla="*/ 104 h 104"/>
                <a:gd name="T12" fmla="*/ 17 w 116"/>
                <a:gd name="T13" fmla="*/ 104 h 104"/>
                <a:gd name="T14" fmla="*/ 0 w 116"/>
                <a:gd name="T15" fmla="*/ 84 h 104"/>
                <a:gd name="T16" fmla="*/ 0 w 116"/>
                <a:gd name="T17" fmla="*/ 8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104">
                  <a:moveTo>
                    <a:pt x="0" y="82"/>
                  </a:moveTo>
                  <a:cubicBezTo>
                    <a:pt x="97" y="0"/>
                    <a:pt x="97" y="0"/>
                    <a:pt x="97" y="0"/>
                  </a:cubicBezTo>
                  <a:cubicBezTo>
                    <a:pt x="97" y="0"/>
                    <a:pt x="98" y="0"/>
                    <a:pt x="99" y="0"/>
                  </a:cubicBezTo>
                  <a:cubicBezTo>
                    <a:pt x="115" y="20"/>
                    <a:pt x="115" y="20"/>
                    <a:pt x="115" y="20"/>
                  </a:cubicBezTo>
                  <a:cubicBezTo>
                    <a:pt x="116" y="20"/>
                    <a:pt x="116" y="21"/>
                    <a:pt x="115" y="22"/>
                  </a:cubicBezTo>
                  <a:cubicBezTo>
                    <a:pt x="19" y="104"/>
                    <a:pt x="19" y="104"/>
                    <a:pt x="19" y="104"/>
                  </a:cubicBezTo>
                  <a:cubicBezTo>
                    <a:pt x="18" y="104"/>
                    <a:pt x="17" y="104"/>
                    <a:pt x="17" y="104"/>
                  </a:cubicBezTo>
                  <a:cubicBezTo>
                    <a:pt x="0" y="84"/>
                    <a:pt x="0" y="84"/>
                    <a:pt x="0" y="84"/>
                  </a:cubicBezTo>
                  <a:cubicBezTo>
                    <a:pt x="0" y="84"/>
                    <a:pt x="0" y="83"/>
                    <a:pt x="0" y="8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0" name="Freeform 209"/>
            <p:cNvSpPr>
              <a:spLocks/>
            </p:cNvSpPr>
            <p:nvPr/>
          </p:nvSpPr>
          <p:spPr bwMode="auto">
            <a:xfrm>
              <a:off x="3306763" y="2835275"/>
              <a:ext cx="246063" cy="220663"/>
            </a:xfrm>
            <a:custGeom>
              <a:avLst/>
              <a:gdLst>
                <a:gd name="T0" fmla="*/ 0 w 116"/>
                <a:gd name="T1" fmla="*/ 82 h 104"/>
                <a:gd name="T2" fmla="*/ 97 w 116"/>
                <a:gd name="T3" fmla="*/ 0 h 104"/>
                <a:gd name="T4" fmla="*/ 99 w 116"/>
                <a:gd name="T5" fmla="*/ 1 h 104"/>
                <a:gd name="T6" fmla="*/ 115 w 116"/>
                <a:gd name="T7" fmla="*/ 20 h 104"/>
                <a:gd name="T8" fmla="*/ 115 w 116"/>
                <a:gd name="T9" fmla="*/ 22 h 104"/>
                <a:gd name="T10" fmla="*/ 19 w 116"/>
                <a:gd name="T11" fmla="*/ 104 h 104"/>
                <a:gd name="T12" fmla="*/ 17 w 116"/>
                <a:gd name="T13" fmla="*/ 104 h 104"/>
                <a:gd name="T14" fmla="*/ 0 w 116"/>
                <a:gd name="T15" fmla="*/ 84 h 104"/>
                <a:gd name="T16" fmla="*/ 0 w 116"/>
                <a:gd name="T17" fmla="*/ 8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104">
                  <a:moveTo>
                    <a:pt x="0" y="82"/>
                  </a:moveTo>
                  <a:cubicBezTo>
                    <a:pt x="97" y="0"/>
                    <a:pt x="97" y="0"/>
                    <a:pt x="97" y="0"/>
                  </a:cubicBezTo>
                  <a:cubicBezTo>
                    <a:pt x="97" y="0"/>
                    <a:pt x="98" y="0"/>
                    <a:pt x="99" y="1"/>
                  </a:cubicBezTo>
                  <a:cubicBezTo>
                    <a:pt x="115" y="20"/>
                    <a:pt x="115" y="20"/>
                    <a:pt x="115" y="20"/>
                  </a:cubicBezTo>
                  <a:cubicBezTo>
                    <a:pt x="116" y="21"/>
                    <a:pt x="116" y="21"/>
                    <a:pt x="115" y="22"/>
                  </a:cubicBezTo>
                  <a:cubicBezTo>
                    <a:pt x="19" y="104"/>
                    <a:pt x="19" y="104"/>
                    <a:pt x="19" y="104"/>
                  </a:cubicBezTo>
                  <a:cubicBezTo>
                    <a:pt x="18" y="104"/>
                    <a:pt x="17" y="104"/>
                    <a:pt x="17" y="104"/>
                  </a:cubicBezTo>
                  <a:cubicBezTo>
                    <a:pt x="0" y="84"/>
                    <a:pt x="0" y="84"/>
                    <a:pt x="0" y="84"/>
                  </a:cubicBezTo>
                  <a:cubicBezTo>
                    <a:pt x="0" y="84"/>
                    <a:pt x="0" y="83"/>
                    <a:pt x="0" y="8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1" name="Freeform 210"/>
            <p:cNvSpPr>
              <a:spLocks/>
            </p:cNvSpPr>
            <p:nvPr/>
          </p:nvSpPr>
          <p:spPr bwMode="auto">
            <a:xfrm>
              <a:off x="1831975" y="1527175"/>
              <a:ext cx="1473200" cy="1258888"/>
            </a:xfrm>
            <a:custGeom>
              <a:avLst/>
              <a:gdLst>
                <a:gd name="T0" fmla="*/ 656 w 695"/>
                <a:gd name="T1" fmla="*/ 10 h 594"/>
                <a:gd name="T2" fmla="*/ 13 w 695"/>
                <a:gd name="T3" fmla="*/ 556 h 594"/>
                <a:gd name="T4" fmla="*/ 10 w 695"/>
                <a:gd name="T5" fmla="*/ 594 h 594"/>
                <a:gd name="T6" fmla="*/ 695 w 695"/>
                <a:gd name="T7" fmla="*/ 13 h 594"/>
                <a:gd name="T8" fmla="*/ 656 w 695"/>
                <a:gd name="T9" fmla="*/ 10 h 594"/>
              </a:gdLst>
              <a:ahLst/>
              <a:cxnLst>
                <a:cxn ang="0">
                  <a:pos x="T0" y="T1"/>
                </a:cxn>
                <a:cxn ang="0">
                  <a:pos x="T2" y="T3"/>
                </a:cxn>
                <a:cxn ang="0">
                  <a:pos x="T4" y="T5"/>
                </a:cxn>
                <a:cxn ang="0">
                  <a:pos x="T6" y="T7"/>
                </a:cxn>
                <a:cxn ang="0">
                  <a:pos x="T8" y="T9"/>
                </a:cxn>
              </a:cxnLst>
              <a:rect l="0" t="0" r="r" b="b"/>
              <a:pathLst>
                <a:path w="695" h="594">
                  <a:moveTo>
                    <a:pt x="656" y="10"/>
                  </a:moveTo>
                  <a:cubicBezTo>
                    <a:pt x="13" y="556"/>
                    <a:pt x="13" y="556"/>
                    <a:pt x="13" y="556"/>
                  </a:cubicBezTo>
                  <a:cubicBezTo>
                    <a:pt x="2" y="565"/>
                    <a:pt x="0" y="583"/>
                    <a:pt x="10" y="594"/>
                  </a:cubicBezTo>
                  <a:cubicBezTo>
                    <a:pt x="695" y="13"/>
                    <a:pt x="695" y="13"/>
                    <a:pt x="695" y="13"/>
                  </a:cubicBezTo>
                  <a:cubicBezTo>
                    <a:pt x="685" y="2"/>
                    <a:pt x="668" y="0"/>
                    <a:pt x="656" y="10"/>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2" name="Freeform 211"/>
            <p:cNvSpPr>
              <a:spLocks/>
            </p:cNvSpPr>
            <p:nvPr/>
          </p:nvSpPr>
          <p:spPr bwMode="auto">
            <a:xfrm>
              <a:off x="3452813" y="2903537"/>
              <a:ext cx="1155700" cy="1168400"/>
            </a:xfrm>
            <a:custGeom>
              <a:avLst/>
              <a:gdLst>
                <a:gd name="T0" fmla="*/ 8 w 545"/>
                <a:gd name="T1" fmla="*/ 355 h 552"/>
                <a:gd name="T2" fmla="*/ 7 w 545"/>
                <a:gd name="T3" fmla="*/ 330 h 552"/>
                <a:gd name="T4" fmla="*/ 310 w 545"/>
                <a:gd name="T5" fmla="*/ 7 h 552"/>
                <a:gd name="T6" fmla="*/ 335 w 545"/>
                <a:gd name="T7" fmla="*/ 7 h 552"/>
                <a:gd name="T8" fmla="*/ 538 w 545"/>
                <a:gd name="T9" fmla="*/ 197 h 552"/>
                <a:gd name="T10" fmla="*/ 538 w 545"/>
                <a:gd name="T11" fmla="*/ 222 h 552"/>
                <a:gd name="T12" fmla="*/ 235 w 545"/>
                <a:gd name="T13" fmla="*/ 545 h 552"/>
                <a:gd name="T14" fmla="*/ 210 w 545"/>
                <a:gd name="T15" fmla="*/ 545 h 552"/>
                <a:gd name="T16" fmla="*/ 8 w 545"/>
                <a:gd name="T17" fmla="*/ 355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552">
                  <a:moveTo>
                    <a:pt x="8" y="355"/>
                  </a:moveTo>
                  <a:cubicBezTo>
                    <a:pt x="1" y="348"/>
                    <a:pt x="0" y="337"/>
                    <a:pt x="7" y="330"/>
                  </a:cubicBezTo>
                  <a:cubicBezTo>
                    <a:pt x="310" y="7"/>
                    <a:pt x="310" y="7"/>
                    <a:pt x="310" y="7"/>
                  </a:cubicBezTo>
                  <a:cubicBezTo>
                    <a:pt x="317" y="0"/>
                    <a:pt x="328" y="0"/>
                    <a:pt x="335" y="7"/>
                  </a:cubicBezTo>
                  <a:cubicBezTo>
                    <a:pt x="538" y="197"/>
                    <a:pt x="538" y="197"/>
                    <a:pt x="538" y="197"/>
                  </a:cubicBezTo>
                  <a:cubicBezTo>
                    <a:pt x="545" y="204"/>
                    <a:pt x="545" y="215"/>
                    <a:pt x="538" y="222"/>
                  </a:cubicBezTo>
                  <a:cubicBezTo>
                    <a:pt x="235" y="545"/>
                    <a:pt x="235" y="545"/>
                    <a:pt x="235" y="545"/>
                  </a:cubicBezTo>
                  <a:cubicBezTo>
                    <a:pt x="229" y="552"/>
                    <a:pt x="217" y="552"/>
                    <a:pt x="210" y="545"/>
                  </a:cubicBezTo>
                  <a:lnTo>
                    <a:pt x="8" y="355"/>
                  </a:lnTo>
                  <a:close/>
                </a:path>
              </a:pathLst>
            </a:custGeom>
            <a:solidFill>
              <a:srgbClr val="3745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3" name="Freeform 212"/>
            <p:cNvSpPr>
              <a:spLocks/>
            </p:cNvSpPr>
            <p:nvPr/>
          </p:nvSpPr>
          <p:spPr bwMode="auto">
            <a:xfrm>
              <a:off x="3619500" y="3006725"/>
              <a:ext cx="887413" cy="895350"/>
            </a:xfrm>
            <a:custGeom>
              <a:avLst/>
              <a:gdLst>
                <a:gd name="T0" fmla="*/ 319 w 559"/>
                <a:gd name="T1" fmla="*/ 0 h 564"/>
                <a:gd name="T2" fmla="*/ 0 w 559"/>
                <a:gd name="T3" fmla="*/ 340 h 564"/>
                <a:gd name="T4" fmla="*/ 238 w 559"/>
                <a:gd name="T5" fmla="*/ 564 h 564"/>
                <a:gd name="T6" fmla="*/ 559 w 559"/>
                <a:gd name="T7" fmla="*/ 224 h 564"/>
                <a:gd name="T8" fmla="*/ 319 w 559"/>
                <a:gd name="T9" fmla="*/ 0 h 564"/>
              </a:gdLst>
              <a:ahLst/>
              <a:cxnLst>
                <a:cxn ang="0">
                  <a:pos x="T0" y="T1"/>
                </a:cxn>
                <a:cxn ang="0">
                  <a:pos x="T2" y="T3"/>
                </a:cxn>
                <a:cxn ang="0">
                  <a:pos x="T4" y="T5"/>
                </a:cxn>
                <a:cxn ang="0">
                  <a:pos x="T6" y="T7"/>
                </a:cxn>
                <a:cxn ang="0">
                  <a:pos x="T8" y="T9"/>
                </a:cxn>
              </a:cxnLst>
              <a:rect l="0" t="0" r="r" b="b"/>
              <a:pathLst>
                <a:path w="559" h="564">
                  <a:moveTo>
                    <a:pt x="319" y="0"/>
                  </a:moveTo>
                  <a:lnTo>
                    <a:pt x="0" y="340"/>
                  </a:lnTo>
                  <a:lnTo>
                    <a:pt x="238" y="564"/>
                  </a:lnTo>
                  <a:lnTo>
                    <a:pt x="559" y="224"/>
                  </a:lnTo>
                  <a:lnTo>
                    <a:pt x="319" y="0"/>
                  </a:lnTo>
                  <a:close/>
                </a:path>
              </a:pathLst>
            </a:custGeom>
            <a:solidFill>
              <a:srgbClr val="2D3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4" name="Freeform 213"/>
            <p:cNvSpPr>
              <a:spLocks/>
            </p:cNvSpPr>
            <p:nvPr/>
          </p:nvSpPr>
          <p:spPr bwMode="auto">
            <a:xfrm>
              <a:off x="3683000" y="3740150"/>
              <a:ext cx="115888" cy="115888"/>
            </a:xfrm>
            <a:custGeom>
              <a:avLst/>
              <a:gdLst>
                <a:gd name="T0" fmla="*/ 44 w 55"/>
                <a:gd name="T1" fmla="*/ 9 h 55"/>
                <a:gd name="T2" fmla="*/ 9 w 55"/>
                <a:gd name="T3" fmla="*/ 10 h 55"/>
                <a:gd name="T4" fmla="*/ 10 w 55"/>
                <a:gd name="T5" fmla="*/ 45 h 55"/>
                <a:gd name="T6" fmla="*/ 46 w 55"/>
                <a:gd name="T7" fmla="*/ 44 h 55"/>
                <a:gd name="T8" fmla="*/ 44 w 55"/>
                <a:gd name="T9" fmla="*/ 9 h 55"/>
              </a:gdLst>
              <a:ahLst/>
              <a:cxnLst>
                <a:cxn ang="0">
                  <a:pos x="T0" y="T1"/>
                </a:cxn>
                <a:cxn ang="0">
                  <a:pos x="T2" y="T3"/>
                </a:cxn>
                <a:cxn ang="0">
                  <a:pos x="T4" y="T5"/>
                </a:cxn>
                <a:cxn ang="0">
                  <a:pos x="T6" y="T7"/>
                </a:cxn>
                <a:cxn ang="0">
                  <a:pos x="T8" y="T9"/>
                </a:cxn>
              </a:cxnLst>
              <a:rect l="0" t="0" r="r" b="b"/>
              <a:pathLst>
                <a:path w="55" h="55">
                  <a:moveTo>
                    <a:pt x="44" y="9"/>
                  </a:moveTo>
                  <a:cubicBezTo>
                    <a:pt x="34" y="0"/>
                    <a:pt x="19" y="0"/>
                    <a:pt x="9" y="10"/>
                  </a:cubicBezTo>
                  <a:cubicBezTo>
                    <a:pt x="0" y="20"/>
                    <a:pt x="0" y="36"/>
                    <a:pt x="10" y="45"/>
                  </a:cubicBezTo>
                  <a:cubicBezTo>
                    <a:pt x="20" y="55"/>
                    <a:pt x="36" y="54"/>
                    <a:pt x="46" y="44"/>
                  </a:cubicBezTo>
                  <a:cubicBezTo>
                    <a:pt x="55" y="34"/>
                    <a:pt x="55" y="18"/>
                    <a:pt x="44" y="9"/>
                  </a:cubicBezTo>
                  <a:close/>
                </a:path>
              </a:pathLst>
            </a:custGeom>
            <a:solidFill>
              <a:srgbClr val="1C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5" name="Freeform 214"/>
            <p:cNvSpPr>
              <a:spLocks/>
            </p:cNvSpPr>
            <p:nvPr/>
          </p:nvSpPr>
          <p:spPr bwMode="auto">
            <a:xfrm>
              <a:off x="3714750" y="3771900"/>
              <a:ext cx="52388" cy="50800"/>
            </a:xfrm>
            <a:custGeom>
              <a:avLst/>
              <a:gdLst>
                <a:gd name="T0" fmla="*/ 20 w 25"/>
                <a:gd name="T1" fmla="*/ 4 h 24"/>
                <a:gd name="T2" fmla="*/ 4 w 25"/>
                <a:gd name="T3" fmla="*/ 5 h 24"/>
                <a:gd name="T4" fmla="*/ 5 w 25"/>
                <a:gd name="T5" fmla="*/ 20 h 24"/>
                <a:gd name="T6" fmla="*/ 20 w 25"/>
                <a:gd name="T7" fmla="*/ 20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16" y="0"/>
                    <a:pt x="9" y="0"/>
                    <a:pt x="4" y="5"/>
                  </a:cubicBezTo>
                  <a:cubicBezTo>
                    <a:pt x="0" y="9"/>
                    <a:pt x="0" y="16"/>
                    <a:pt x="5" y="20"/>
                  </a:cubicBezTo>
                  <a:cubicBezTo>
                    <a:pt x="9" y="24"/>
                    <a:pt x="16" y="24"/>
                    <a:pt x="20" y="20"/>
                  </a:cubicBezTo>
                  <a:cubicBezTo>
                    <a:pt x="25" y="15"/>
                    <a:pt x="24" y="8"/>
                    <a:pt x="20" y="4"/>
                  </a:cubicBezTo>
                  <a:close/>
                </a:path>
              </a:pathLst>
            </a:custGeom>
            <a:solidFill>
              <a:srgbClr val="122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6" name="Freeform 215"/>
            <p:cNvSpPr>
              <a:spLocks/>
            </p:cNvSpPr>
            <p:nvPr/>
          </p:nvSpPr>
          <p:spPr bwMode="auto">
            <a:xfrm>
              <a:off x="3646488" y="3705225"/>
              <a:ext cx="61913" cy="63500"/>
            </a:xfrm>
            <a:custGeom>
              <a:avLst/>
              <a:gdLst>
                <a:gd name="T0" fmla="*/ 28 w 29"/>
                <a:gd name="T1" fmla="*/ 8 h 30"/>
                <a:gd name="T2" fmla="*/ 28 w 29"/>
                <a:gd name="T3" fmla="*/ 12 h 30"/>
                <a:gd name="T4" fmla="*/ 12 w 29"/>
                <a:gd name="T5" fmla="*/ 28 h 30"/>
                <a:gd name="T6" fmla="*/ 8 w 29"/>
                <a:gd name="T7" fmla="*/ 29 h 30"/>
                <a:gd name="T8" fmla="*/ 1 w 29"/>
                <a:gd name="T9" fmla="*/ 21 h 30"/>
                <a:gd name="T10" fmla="*/ 1 w 29"/>
                <a:gd name="T11" fmla="*/ 18 h 30"/>
                <a:gd name="T12" fmla="*/ 16 w 29"/>
                <a:gd name="T13" fmla="*/ 1 h 30"/>
                <a:gd name="T14" fmla="*/ 20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2" y="28"/>
                    <a:pt x="12" y="28"/>
                    <a:pt x="12" y="28"/>
                  </a:cubicBezTo>
                  <a:cubicBezTo>
                    <a:pt x="11" y="30"/>
                    <a:pt x="10" y="30"/>
                    <a:pt x="8" y="29"/>
                  </a:cubicBezTo>
                  <a:cubicBezTo>
                    <a:pt x="1" y="21"/>
                    <a:pt x="1" y="21"/>
                    <a:pt x="1" y="21"/>
                  </a:cubicBezTo>
                  <a:cubicBezTo>
                    <a:pt x="0" y="20"/>
                    <a:pt x="0" y="19"/>
                    <a:pt x="1" y="18"/>
                  </a:cubicBezTo>
                  <a:cubicBezTo>
                    <a:pt x="16" y="1"/>
                    <a:pt x="16" y="1"/>
                    <a:pt x="16" y="1"/>
                  </a:cubicBezTo>
                  <a:cubicBezTo>
                    <a:pt x="17"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7" name="Freeform 216"/>
            <p:cNvSpPr>
              <a:spLocks/>
            </p:cNvSpPr>
            <p:nvPr/>
          </p:nvSpPr>
          <p:spPr bwMode="auto">
            <a:xfrm>
              <a:off x="3614738" y="3676650"/>
              <a:ext cx="61913" cy="63500"/>
            </a:xfrm>
            <a:custGeom>
              <a:avLst/>
              <a:gdLst>
                <a:gd name="T0" fmla="*/ 28 w 29"/>
                <a:gd name="T1" fmla="*/ 8 h 30"/>
                <a:gd name="T2" fmla="*/ 28 w 29"/>
                <a:gd name="T3" fmla="*/ 12 h 30"/>
                <a:gd name="T4" fmla="*/ 13 w 29"/>
                <a:gd name="T5" fmla="*/ 29 h 30"/>
                <a:gd name="T6" fmla="*/ 9 w 29"/>
                <a:gd name="T7" fmla="*/ 29 h 30"/>
                <a:gd name="T8" fmla="*/ 1 w 29"/>
                <a:gd name="T9" fmla="*/ 22 h 30"/>
                <a:gd name="T10" fmla="*/ 1 w 29"/>
                <a:gd name="T11" fmla="*/ 18 h 30"/>
                <a:gd name="T12" fmla="*/ 16 w 29"/>
                <a:gd name="T13" fmla="*/ 1 h 30"/>
                <a:gd name="T14" fmla="*/ 20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3" y="29"/>
                    <a:pt x="13" y="29"/>
                    <a:pt x="13" y="29"/>
                  </a:cubicBezTo>
                  <a:cubicBezTo>
                    <a:pt x="12" y="30"/>
                    <a:pt x="10" y="30"/>
                    <a:pt x="9" y="29"/>
                  </a:cubicBezTo>
                  <a:cubicBezTo>
                    <a:pt x="1" y="22"/>
                    <a:pt x="1" y="22"/>
                    <a:pt x="1" y="22"/>
                  </a:cubicBezTo>
                  <a:cubicBezTo>
                    <a:pt x="0" y="21"/>
                    <a:pt x="0" y="19"/>
                    <a:pt x="1" y="18"/>
                  </a:cubicBezTo>
                  <a:cubicBezTo>
                    <a:pt x="16" y="1"/>
                    <a:pt x="16" y="1"/>
                    <a:pt x="16" y="1"/>
                  </a:cubicBezTo>
                  <a:cubicBezTo>
                    <a:pt x="18"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8" name="Freeform 217"/>
            <p:cNvSpPr>
              <a:spLocks/>
            </p:cNvSpPr>
            <p:nvPr/>
          </p:nvSpPr>
          <p:spPr bwMode="auto">
            <a:xfrm>
              <a:off x="3582988" y="3646487"/>
              <a:ext cx="63500" cy="63500"/>
            </a:xfrm>
            <a:custGeom>
              <a:avLst/>
              <a:gdLst>
                <a:gd name="T0" fmla="*/ 28 w 30"/>
                <a:gd name="T1" fmla="*/ 9 h 30"/>
                <a:gd name="T2" fmla="*/ 29 w 30"/>
                <a:gd name="T3" fmla="*/ 12 h 30"/>
                <a:gd name="T4" fmla="*/ 13 w 30"/>
                <a:gd name="T5" fmla="*/ 29 h 30"/>
                <a:gd name="T6" fmla="*/ 9 w 30"/>
                <a:gd name="T7" fmla="*/ 29 h 30"/>
                <a:gd name="T8" fmla="*/ 1 w 30"/>
                <a:gd name="T9" fmla="*/ 22 h 30"/>
                <a:gd name="T10" fmla="*/ 1 w 30"/>
                <a:gd name="T11" fmla="*/ 18 h 30"/>
                <a:gd name="T12" fmla="*/ 17 w 30"/>
                <a:gd name="T13" fmla="*/ 2 h 30"/>
                <a:gd name="T14" fmla="*/ 21 w 30"/>
                <a:gd name="T15" fmla="*/ 1 h 30"/>
                <a:gd name="T16" fmla="*/ 28 w 30"/>
                <a:gd name="T17"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8" y="9"/>
                  </a:moveTo>
                  <a:cubicBezTo>
                    <a:pt x="29" y="10"/>
                    <a:pt x="30" y="11"/>
                    <a:pt x="29" y="12"/>
                  </a:cubicBezTo>
                  <a:cubicBezTo>
                    <a:pt x="13" y="29"/>
                    <a:pt x="13" y="29"/>
                    <a:pt x="13" y="29"/>
                  </a:cubicBezTo>
                  <a:cubicBezTo>
                    <a:pt x="12" y="30"/>
                    <a:pt x="10" y="30"/>
                    <a:pt x="9" y="29"/>
                  </a:cubicBezTo>
                  <a:cubicBezTo>
                    <a:pt x="1" y="22"/>
                    <a:pt x="1" y="22"/>
                    <a:pt x="1" y="22"/>
                  </a:cubicBezTo>
                  <a:cubicBezTo>
                    <a:pt x="0" y="21"/>
                    <a:pt x="0" y="19"/>
                    <a:pt x="1" y="18"/>
                  </a:cubicBezTo>
                  <a:cubicBezTo>
                    <a:pt x="17" y="2"/>
                    <a:pt x="17" y="2"/>
                    <a:pt x="17" y="2"/>
                  </a:cubicBezTo>
                  <a:cubicBezTo>
                    <a:pt x="18" y="0"/>
                    <a:pt x="20" y="0"/>
                    <a:pt x="21" y="1"/>
                  </a:cubicBezTo>
                  <a:lnTo>
                    <a:pt x="28" y="9"/>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9" name="Freeform 218"/>
            <p:cNvSpPr>
              <a:spLocks/>
            </p:cNvSpPr>
            <p:nvPr/>
          </p:nvSpPr>
          <p:spPr bwMode="auto">
            <a:xfrm>
              <a:off x="3552825" y="3619500"/>
              <a:ext cx="61913" cy="60325"/>
            </a:xfrm>
            <a:custGeom>
              <a:avLst/>
              <a:gdLst>
                <a:gd name="T0" fmla="*/ 28 w 29"/>
                <a:gd name="T1" fmla="*/ 8 h 29"/>
                <a:gd name="T2" fmla="*/ 28 w 29"/>
                <a:gd name="T3" fmla="*/ 12 h 29"/>
                <a:gd name="T4" fmla="*/ 12 w 29"/>
                <a:gd name="T5" fmla="*/ 28 h 29"/>
                <a:gd name="T6" fmla="*/ 9 w 29"/>
                <a:gd name="T7" fmla="*/ 28 h 29"/>
                <a:gd name="T8" fmla="*/ 1 w 29"/>
                <a:gd name="T9" fmla="*/ 21 h 29"/>
                <a:gd name="T10" fmla="*/ 1 w 29"/>
                <a:gd name="T11" fmla="*/ 17 h 29"/>
                <a:gd name="T12" fmla="*/ 16 w 29"/>
                <a:gd name="T13" fmla="*/ 1 h 29"/>
                <a:gd name="T14" fmla="*/ 20 w 29"/>
                <a:gd name="T15" fmla="*/ 1 h 29"/>
                <a:gd name="T16" fmla="*/ 28 w 29"/>
                <a:gd name="T17"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8"/>
                  </a:moveTo>
                  <a:cubicBezTo>
                    <a:pt x="29" y="9"/>
                    <a:pt x="29" y="11"/>
                    <a:pt x="28" y="12"/>
                  </a:cubicBezTo>
                  <a:cubicBezTo>
                    <a:pt x="12" y="28"/>
                    <a:pt x="12" y="28"/>
                    <a:pt x="12" y="28"/>
                  </a:cubicBezTo>
                  <a:cubicBezTo>
                    <a:pt x="11" y="29"/>
                    <a:pt x="10" y="29"/>
                    <a:pt x="9" y="28"/>
                  </a:cubicBezTo>
                  <a:cubicBezTo>
                    <a:pt x="1" y="21"/>
                    <a:pt x="1" y="21"/>
                    <a:pt x="1" y="21"/>
                  </a:cubicBezTo>
                  <a:cubicBezTo>
                    <a:pt x="0" y="20"/>
                    <a:pt x="0" y="18"/>
                    <a:pt x="1" y="17"/>
                  </a:cubicBezTo>
                  <a:cubicBezTo>
                    <a:pt x="16" y="1"/>
                    <a:pt x="16" y="1"/>
                    <a:pt x="16" y="1"/>
                  </a:cubicBezTo>
                  <a:cubicBezTo>
                    <a:pt x="17"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0" name="Freeform 219"/>
            <p:cNvSpPr>
              <a:spLocks/>
            </p:cNvSpPr>
            <p:nvPr/>
          </p:nvSpPr>
          <p:spPr bwMode="auto">
            <a:xfrm>
              <a:off x="3868738" y="3914775"/>
              <a:ext cx="61913" cy="65088"/>
            </a:xfrm>
            <a:custGeom>
              <a:avLst/>
              <a:gdLst>
                <a:gd name="T0" fmla="*/ 28 w 29"/>
                <a:gd name="T1" fmla="*/ 8 h 30"/>
                <a:gd name="T2" fmla="*/ 28 w 29"/>
                <a:gd name="T3" fmla="*/ 12 h 30"/>
                <a:gd name="T4" fmla="*/ 13 w 29"/>
                <a:gd name="T5" fmla="*/ 29 h 30"/>
                <a:gd name="T6" fmla="*/ 9 w 29"/>
                <a:gd name="T7" fmla="*/ 29 h 30"/>
                <a:gd name="T8" fmla="*/ 1 w 29"/>
                <a:gd name="T9" fmla="*/ 21 h 30"/>
                <a:gd name="T10" fmla="*/ 1 w 29"/>
                <a:gd name="T11" fmla="*/ 18 h 30"/>
                <a:gd name="T12" fmla="*/ 17 w 29"/>
                <a:gd name="T13" fmla="*/ 1 h 30"/>
                <a:gd name="T14" fmla="*/ 20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3" y="29"/>
                    <a:pt x="13" y="29"/>
                    <a:pt x="13" y="29"/>
                  </a:cubicBezTo>
                  <a:cubicBezTo>
                    <a:pt x="12" y="30"/>
                    <a:pt x="10" y="30"/>
                    <a:pt x="9" y="29"/>
                  </a:cubicBezTo>
                  <a:cubicBezTo>
                    <a:pt x="1" y="21"/>
                    <a:pt x="1" y="21"/>
                    <a:pt x="1" y="21"/>
                  </a:cubicBezTo>
                  <a:cubicBezTo>
                    <a:pt x="0" y="20"/>
                    <a:pt x="0" y="19"/>
                    <a:pt x="1" y="18"/>
                  </a:cubicBezTo>
                  <a:cubicBezTo>
                    <a:pt x="17" y="1"/>
                    <a:pt x="17" y="1"/>
                    <a:pt x="17" y="1"/>
                  </a:cubicBezTo>
                  <a:cubicBezTo>
                    <a:pt x="18"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1" name="Freeform 220"/>
            <p:cNvSpPr>
              <a:spLocks/>
            </p:cNvSpPr>
            <p:nvPr/>
          </p:nvSpPr>
          <p:spPr bwMode="auto">
            <a:xfrm>
              <a:off x="3838575" y="3886200"/>
              <a:ext cx="61913" cy="63500"/>
            </a:xfrm>
            <a:custGeom>
              <a:avLst/>
              <a:gdLst>
                <a:gd name="T0" fmla="*/ 28 w 29"/>
                <a:gd name="T1" fmla="*/ 9 h 30"/>
                <a:gd name="T2" fmla="*/ 28 w 29"/>
                <a:gd name="T3" fmla="*/ 12 h 30"/>
                <a:gd name="T4" fmla="*/ 12 w 29"/>
                <a:gd name="T5" fmla="*/ 29 h 30"/>
                <a:gd name="T6" fmla="*/ 8 w 29"/>
                <a:gd name="T7" fmla="*/ 29 h 30"/>
                <a:gd name="T8" fmla="*/ 1 w 29"/>
                <a:gd name="T9" fmla="*/ 22 h 30"/>
                <a:gd name="T10" fmla="*/ 1 w 29"/>
                <a:gd name="T11" fmla="*/ 18 h 30"/>
                <a:gd name="T12" fmla="*/ 16 w 29"/>
                <a:gd name="T13" fmla="*/ 1 h 30"/>
                <a:gd name="T14" fmla="*/ 20 w 29"/>
                <a:gd name="T15" fmla="*/ 1 h 30"/>
                <a:gd name="T16" fmla="*/ 28 w 29"/>
                <a:gd name="T17"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9"/>
                  </a:moveTo>
                  <a:cubicBezTo>
                    <a:pt x="29" y="10"/>
                    <a:pt x="29" y="11"/>
                    <a:pt x="28" y="12"/>
                  </a:cubicBezTo>
                  <a:cubicBezTo>
                    <a:pt x="12" y="29"/>
                    <a:pt x="12" y="29"/>
                    <a:pt x="12" y="29"/>
                  </a:cubicBezTo>
                  <a:cubicBezTo>
                    <a:pt x="11" y="30"/>
                    <a:pt x="9" y="30"/>
                    <a:pt x="8" y="29"/>
                  </a:cubicBezTo>
                  <a:cubicBezTo>
                    <a:pt x="1" y="22"/>
                    <a:pt x="1" y="22"/>
                    <a:pt x="1" y="22"/>
                  </a:cubicBezTo>
                  <a:cubicBezTo>
                    <a:pt x="0" y="21"/>
                    <a:pt x="0" y="19"/>
                    <a:pt x="1" y="18"/>
                  </a:cubicBezTo>
                  <a:cubicBezTo>
                    <a:pt x="16" y="1"/>
                    <a:pt x="16" y="1"/>
                    <a:pt x="16" y="1"/>
                  </a:cubicBezTo>
                  <a:cubicBezTo>
                    <a:pt x="17" y="0"/>
                    <a:pt x="19" y="0"/>
                    <a:pt x="20" y="1"/>
                  </a:cubicBezTo>
                  <a:lnTo>
                    <a:pt x="28" y="9"/>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2" name="Freeform 221"/>
            <p:cNvSpPr>
              <a:spLocks/>
            </p:cNvSpPr>
            <p:nvPr/>
          </p:nvSpPr>
          <p:spPr bwMode="auto">
            <a:xfrm>
              <a:off x="3806825" y="3857625"/>
              <a:ext cx="61913" cy="61913"/>
            </a:xfrm>
            <a:custGeom>
              <a:avLst/>
              <a:gdLst>
                <a:gd name="T0" fmla="*/ 28 w 29"/>
                <a:gd name="T1" fmla="*/ 8 h 29"/>
                <a:gd name="T2" fmla="*/ 28 w 29"/>
                <a:gd name="T3" fmla="*/ 12 h 29"/>
                <a:gd name="T4" fmla="*/ 13 w 29"/>
                <a:gd name="T5" fmla="*/ 28 h 29"/>
                <a:gd name="T6" fmla="*/ 9 w 29"/>
                <a:gd name="T7" fmla="*/ 28 h 29"/>
                <a:gd name="T8" fmla="*/ 1 w 29"/>
                <a:gd name="T9" fmla="*/ 21 h 29"/>
                <a:gd name="T10" fmla="*/ 1 w 29"/>
                <a:gd name="T11" fmla="*/ 17 h 29"/>
                <a:gd name="T12" fmla="*/ 16 w 29"/>
                <a:gd name="T13" fmla="*/ 1 h 29"/>
                <a:gd name="T14" fmla="*/ 20 w 29"/>
                <a:gd name="T15" fmla="*/ 1 h 29"/>
                <a:gd name="T16" fmla="*/ 28 w 29"/>
                <a:gd name="T17"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8"/>
                  </a:moveTo>
                  <a:cubicBezTo>
                    <a:pt x="29" y="9"/>
                    <a:pt x="29" y="11"/>
                    <a:pt x="28" y="12"/>
                  </a:cubicBezTo>
                  <a:cubicBezTo>
                    <a:pt x="13" y="28"/>
                    <a:pt x="13" y="28"/>
                    <a:pt x="13" y="28"/>
                  </a:cubicBezTo>
                  <a:cubicBezTo>
                    <a:pt x="12" y="29"/>
                    <a:pt x="10" y="29"/>
                    <a:pt x="9" y="28"/>
                  </a:cubicBezTo>
                  <a:cubicBezTo>
                    <a:pt x="1" y="21"/>
                    <a:pt x="1" y="21"/>
                    <a:pt x="1" y="21"/>
                  </a:cubicBezTo>
                  <a:cubicBezTo>
                    <a:pt x="0" y="20"/>
                    <a:pt x="0" y="18"/>
                    <a:pt x="1" y="17"/>
                  </a:cubicBezTo>
                  <a:cubicBezTo>
                    <a:pt x="16" y="1"/>
                    <a:pt x="16" y="1"/>
                    <a:pt x="16" y="1"/>
                  </a:cubicBezTo>
                  <a:cubicBezTo>
                    <a:pt x="17"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3" name="Freeform 222"/>
            <p:cNvSpPr>
              <a:spLocks/>
            </p:cNvSpPr>
            <p:nvPr/>
          </p:nvSpPr>
          <p:spPr bwMode="auto">
            <a:xfrm>
              <a:off x="3775075" y="3829050"/>
              <a:ext cx="61913" cy="63500"/>
            </a:xfrm>
            <a:custGeom>
              <a:avLst/>
              <a:gdLst>
                <a:gd name="T0" fmla="*/ 28 w 29"/>
                <a:gd name="T1" fmla="*/ 8 h 30"/>
                <a:gd name="T2" fmla="*/ 28 w 29"/>
                <a:gd name="T3" fmla="*/ 12 h 30"/>
                <a:gd name="T4" fmla="*/ 13 w 29"/>
                <a:gd name="T5" fmla="*/ 28 h 30"/>
                <a:gd name="T6" fmla="*/ 9 w 29"/>
                <a:gd name="T7" fmla="*/ 29 h 30"/>
                <a:gd name="T8" fmla="*/ 1 w 29"/>
                <a:gd name="T9" fmla="*/ 21 h 30"/>
                <a:gd name="T10" fmla="*/ 1 w 29"/>
                <a:gd name="T11" fmla="*/ 17 h 30"/>
                <a:gd name="T12" fmla="*/ 17 w 29"/>
                <a:gd name="T13" fmla="*/ 1 h 30"/>
                <a:gd name="T14" fmla="*/ 21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3" y="28"/>
                    <a:pt x="13" y="28"/>
                    <a:pt x="13" y="28"/>
                  </a:cubicBezTo>
                  <a:cubicBezTo>
                    <a:pt x="12" y="30"/>
                    <a:pt x="10" y="30"/>
                    <a:pt x="9" y="29"/>
                  </a:cubicBezTo>
                  <a:cubicBezTo>
                    <a:pt x="1" y="21"/>
                    <a:pt x="1" y="21"/>
                    <a:pt x="1" y="21"/>
                  </a:cubicBezTo>
                  <a:cubicBezTo>
                    <a:pt x="0" y="20"/>
                    <a:pt x="0" y="19"/>
                    <a:pt x="1" y="17"/>
                  </a:cubicBezTo>
                  <a:cubicBezTo>
                    <a:pt x="17" y="1"/>
                    <a:pt x="17" y="1"/>
                    <a:pt x="17" y="1"/>
                  </a:cubicBezTo>
                  <a:cubicBezTo>
                    <a:pt x="18" y="0"/>
                    <a:pt x="19" y="0"/>
                    <a:pt x="21"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4" name="Freeform 223"/>
            <p:cNvSpPr>
              <a:spLocks/>
            </p:cNvSpPr>
            <p:nvPr/>
          </p:nvSpPr>
          <p:spPr bwMode="auto">
            <a:xfrm>
              <a:off x="2205038" y="4002087"/>
              <a:ext cx="227013" cy="466725"/>
            </a:xfrm>
            <a:custGeom>
              <a:avLst/>
              <a:gdLst>
                <a:gd name="T0" fmla="*/ 12 w 107"/>
                <a:gd name="T1" fmla="*/ 7 h 220"/>
                <a:gd name="T2" fmla="*/ 72 w 107"/>
                <a:gd name="T3" fmla="*/ 43 h 220"/>
                <a:gd name="T4" fmla="*/ 100 w 107"/>
                <a:gd name="T5" fmla="*/ 157 h 220"/>
                <a:gd name="T6" fmla="*/ 65 w 107"/>
                <a:gd name="T7" fmla="*/ 217 h 220"/>
                <a:gd name="T8" fmla="*/ 52 w 107"/>
                <a:gd name="T9" fmla="*/ 220 h 220"/>
                <a:gd name="T10" fmla="*/ 0 w 107"/>
                <a:gd name="T11" fmla="*/ 10 h 220"/>
                <a:gd name="T12" fmla="*/ 12 w 107"/>
                <a:gd name="T13" fmla="*/ 7 h 220"/>
              </a:gdLst>
              <a:ahLst/>
              <a:cxnLst>
                <a:cxn ang="0">
                  <a:pos x="T0" y="T1"/>
                </a:cxn>
                <a:cxn ang="0">
                  <a:pos x="T2" y="T3"/>
                </a:cxn>
                <a:cxn ang="0">
                  <a:pos x="T4" y="T5"/>
                </a:cxn>
                <a:cxn ang="0">
                  <a:pos x="T6" y="T7"/>
                </a:cxn>
                <a:cxn ang="0">
                  <a:pos x="T8" y="T9"/>
                </a:cxn>
                <a:cxn ang="0">
                  <a:pos x="T10" y="T11"/>
                </a:cxn>
                <a:cxn ang="0">
                  <a:pos x="T12" y="T13"/>
                </a:cxn>
              </a:cxnLst>
              <a:rect l="0" t="0" r="r" b="b"/>
              <a:pathLst>
                <a:path w="107" h="220">
                  <a:moveTo>
                    <a:pt x="12" y="7"/>
                  </a:moveTo>
                  <a:cubicBezTo>
                    <a:pt x="39" y="0"/>
                    <a:pt x="65" y="16"/>
                    <a:pt x="72" y="43"/>
                  </a:cubicBezTo>
                  <a:cubicBezTo>
                    <a:pt x="100" y="157"/>
                    <a:pt x="100" y="157"/>
                    <a:pt x="100" y="157"/>
                  </a:cubicBezTo>
                  <a:cubicBezTo>
                    <a:pt x="107" y="183"/>
                    <a:pt x="91" y="210"/>
                    <a:pt x="65" y="217"/>
                  </a:cubicBezTo>
                  <a:cubicBezTo>
                    <a:pt x="52" y="220"/>
                    <a:pt x="52" y="220"/>
                    <a:pt x="52" y="220"/>
                  </a:cubicBezTo>
                  <a:cubicBezTo>
                    <a:pt x="0" y="10"/>
                    <a:pt x="0" y="10"/>
                    <a:pt x="0" y="10"/>
                  </a:cubicBezTo>
                  <a:lnTo>
                    <a:pt x="12"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5" name="Freeform 224"/>
            <p:cNvSpPr>
              <a:spLocks/>
            </p:cNvSpPr>
            <p:nvPr/>
          </p:nvSpPr>
          <p:spPr bwMode="auto">
            <a:xfrm>
              <a:off x="2089150" y="4024312"/>
              <a:ext cx="227013" cy="463550"/>
            </a:xfrm>
            <a:custGeom>
              <a:avLst/>
              <a:gdLst>
                <a:gd name="T0" fmla="*/ 42 w 107"/>
                <a:gd name="T1" fmla="*/ 3 h 219"/>
                <a:gd name="T2" fmla="*/ 55 w 107"/>
                <a:gd name="T3" fmla="*/ 0 h 219"/>
                <a:gd name="T4" fmla="*/ 107 w 107"/>
                <a:gd name="T5" fmla="*/ 210 h 219"/>
                <a:gd name="T6" fmla="*/ 94 w 107"/>
                <a:gd name="T7" fmla="*/ 213 h 219"/>
                <a:gd name="T8" fmla="*/ 35 w 107"/>
                <a:gd name="T9" fmla="*/ 177 h 219"/>
                <a:gd name="T10" fmla="*/ 6 w 107"/>
                <a:gd name="T11" fmla="*/ 63 h 219"/>
                <a:gd name="T12" fmla="*/ 42 w 107"/>
                <a:gd name="T13" fmla="*/ 3 h 219"/>
              </a:gdLst>
              <a:ahLst/>
              <a:cxnLst>
                <a:cxn ang="0">
                  <a:pos x="T0" y="T1"/>
                </a:cxn>
                <a:cxn ang="0">
                  <a:pos x="T2" y="T3"/>
                </a:cxn>
                <a:cxn ang="0">
                  <a:pos x="T4" y="T5"/>
                </a:cxn>
                <a:cxn ang="0">
                  <a:pos x="T6" y="T7"/>
                </a:cxn>
                <a:cxn ang="0">
                  <a:pos x="T8" y="T9"/>
                </a:cxn>
                <a:cxn ang="0">
                  <a:pos x="T10" y="T11"/>
                </a:cxn>
                <a:cxn ang="0">
                  <a:pos x="T12" y="T13"/>
                </a:cxn>
              </a:cxnLst>
              <a:rect l="0" t="0" r="r" b="b"/>
              <a:pathLst>
                <a:path w="107" h="219">
                  <a:moveTo>
                    <a:pt x="42" y="3"/>
                  </a:moveTo>
                  <a:cubicBezTo>
                    <a:pt x="55" y="0"/>
                    <a:pt x="55" y="0"/>
                    <a:pt x="55" y="0"/>
                  </a:cubicBezTo>
                  <a:cubicBezTo>
                    <a:pt x="107" y="210"/>
                    <a:pt x="107" y="210"/>
                    <a:pt x="107" y="210"/>
                  </a:cubicBezTo>
                  <a:cubicBezTo>
                    <a:pt x="94" y="213"/>
                    <a:pt x="94" y="213"/>
                    <a:pt x="94" y="213"/>
                  </a:cubicBezTo>
                  <a:cubicBezTo>
                    <a:pt x="68" y="219"/>
                    <a:pt x="41" y="203"/>
                    <a:pt x="35" y="177"/>
                  </a:cubicBezTo>
                  <a:cubicBezTo>
                    <a:pt x="6" y="63"/>
                    <a:pt x="6" y="63"/>
                    <a:pt x="6" y="63"/>
                  </a:cubicBezTo>
                  <a:cubicBezTo>
                    <a:pt x="0" y="36"/>
                    <a:pt x="16" y="10"/>
                    <a:pt x="42" y="3"/>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6" name="Freeform 225"/>
            <p:cNvSpPr>
              <a:spLocks/>
            </p:cNvSpPr>
            <p:nvPr/>
          </p:nvSpPr>
          <p:spPr bwMode="auto">
            <a:xfrm>
              <a:off x="2222500" y="4094162"/>
              <a:ext cx="52388" cy="92075"/>
            </a:xfrm>
            <a:custGeom>
              <a:avLst/>
              <a:gdLst>
                <a:gd name="T0" fmla="*/ 20 w 25"/>
                <a:gd name="T1" fmla="*/ 14 h 44"/>
                <a:gd name="T2" fmla="*/ 23 w 25"/>
                <a:gd name="T3" fmla="*/ 24 h 44"/>
                <a:gd name="T4" fmla="*/ 11 w 25"/>
                <a:gd name="T5" fmla="*/ 44 h 44"/>
                <a:gd name="T6" fmla="*/ 0 w 25"/>
                <a:gd name="T7" fmla="*/ 2 h 44"/>
                <a:gd name="T8" fmla="*/ 20 w 25"/>
                <a:gd name="T9" fmla="*/ 14 h 44"/>
              </a:gdLst>
              <a:ahLst/>
              <a:cxnLst>
                <a:cxn ang="0">
                  <a:pos x="T0" y="T1"/>
                </a:cxn>
                <a:cxn ang="0">
                  <a:pos x="T2" y="T3"/>
                </a:cxn>
                <a:cxn ang="0">
                  <a:pos x="T4" y="T5"/>
                </a:cxn>
                <a:cxn ang="0">
                  <a:pos x="T6" y="T7"/>
                </a:cxn>
                <a:cxn ang="0">
                  <a:pos x="T8" y="T9"/>
                </a:cxn>
              </a:cxnLst>
              <a:rect l="0" t="0" r="r" b="b"/>
              <a:pathLst>
                <a:path w="25" h="44">
                  <a:moveTo>
                    <a:pt x="20" y="14"/>
                  </a:moveTo>
                  <a:cubicBezTo>
                    <a:pt x="23" y="24"/>
                    <a:pt x="23" y="24"/>
                    <a:pt x="23" y="24"/>
                  </a:cubicBezTo>
                  <a:cubicBezTo>
                    <a:pt x="25" y="33"/>
                    <a:pt x="20" y="42"/>
                    <a:pt x="11" y="44"/>
                  </a:cubicBezTo>
                  <a:cubicBezTo>
                    <a:pt x="0" y="2"/>
                    <a:pt x="0" y="2"/>
                    <a:pt x="0" y="2"/>
                  </a:cubicBezTo>
                  <a:cubicBezTo>
                    <a:pt x="9" y="0"/>
                    <a:pt x="18" y="5"/>
                    <a:pt x="20" y="14"/>
                  </a:cubicBezTo>
                  <a:close/>
                </a:path>
              </a:pathLst>
            </a:custGeom>
            <a:solidFill>
              <a:srgbClr val="10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7" name="Freeform 226"/>
            <p:cNvSpPr>
              <a:spLocks/>
            </p:cNvSpPr>
            <p:nvPr/>
          </p:nvSpPr>
          <p:spPr bwMode="auto">
            <a:xfrm>
              <a:off x="2192338" y="4097337"/>
              <a:ext cx="53975" cy="93663"/>
            </a:xfrm>
            <a:custGeom>
              <a:avLst/>
              <a:gdLst>
                <a:gd name="T0" fmla="*/ 14 w 25"/>
                <a:gd name="T1" fmla="*/ 0 h 44"/>
                <a:gd name="T2" fmla="*/ 14 w 25"/>
                <a:gd name="T3" fmla="*/ 0 h 44"/>
                <a:gd name="T4" fmla="*/ 25 w 25"/>
                <a:gd name="T5" fmla="*/ 42 h 44"/>
                <a:gd name="T6" fmla="*/ 5 w 25"/>
                <a:gd name="T7" fmla="*/ 30 h 44"/>
                <a:gd name="T8" fmla="*/ 2 w 25"/>
                <a:gd name="T9" fmla="*/ 20 h 44"/>
                <a:gd name="T10" fmla="*/ 14 w 25"/>
                <a:gd name="T11" fmla="*/ 0 h 44"/>
              </a:gdLst>
              <a:ahLst/>
              <a:cxnLst>
                <a:cxn ang="0">
                  <a:pos x="T0" y="T1"/>
                </a:cxn>
                <a:cxn ang="0">
                  <a:pos x="T2" y="T3"/>
                </a:cxn>
                <a:cxn ang="0">
                  <a:pos x="T4" y="T5"/>
                </a:cxn>
                <a:cxn ang="0">
                  <a:pos x="T6" y="T7"/>
                </a:cxn>
                <a:cxn ang="0">
                  <a:pos x="T8" y="T9"/>
                </a:cxn>
                <a:cxn ang="0">
                  <a:pos x="T10" y="T11"/>
                </a:cxn>
              </a:cxnLst>
              <a:rect l="0" t="0" r="r" b="b"/>
              <a:pathLst>
                <a:path w="25" h="44">
                  <a:moveTo>
                    <a:pt x="14" y="0"/>
                  </a:moveTo>
                  <a:cubicBezTo>
                    <a:pt x="14" y="0"/>
                    <a:pt x="14" y="0"/>
                    <a:pt x="14" y="0"/>
                  </a:cubicBezTo>
                  <a:cubicBezTo>
                    <a:pt x="25" y="42"/>
                    <a:pt x="25" y="42"/>
                    <a:pt x="25" y="42"/>
                  </a:cubicBezTo>
                  <a:cubicBezTo>
                    <a:pt x="16" y="44"/>
                    <a:pt x="7" y="39"/>
                    <a:pt x="5" y="30"/>
                  </a:cubicBezTo>
                  <a:cubicBezTo>
                    <a:pt x="2" y="20"/>
                    <a:pt x="2" y="20"/>
                    <a:pt x="2" y="20"/>
                  </a:cubicBezTo>
                  <a:cubicBezTo>
                    <a:pt x="0" y="11"/>
                    <a:pt x="6" y="2"/>
                    <a:pt x="14" y="0"/>
                  </a:cubicBezTo>
                  <a:close/>
                </a:path>
              </a:pathLst>
            </a:custGeom>
            <a:solidFill>
              <a:srgbClr val="0E3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8" name="Freeform 227"/>
            <p:cNvSpPr>
              <a:spLocks/>
            </p:cNvSpPr>
            <p:nvPr/>
          </p:nvSpPr>
          <p:spPr bwMode="auto">
            <a:xfrm>
              <a:off x="463550" y="4132262"/>
              <a:ext cx="231775" cy="184150"/>
            </a:xfrm>
            <a:custGeom>
              <a:avLst/>
              <a:gdLst>
                <a:gd name="T0" fmla="*/ 118 w 146"/>
                <a:gd name="T1" fmla="*/ 116 h 116"/>
                <a:gd name="T2" fmla="*/ 0 w 146"/>
                <a:gd name="T3" fmla="*/ 45 h 116"/>
                <a:gd name="T4" fmla="*/ 27 w 146"/>
                <a:gd name="T5" fmla="*/ 0 h 116"/>
                <a:gd name="T6" fmla="*/ 146 w 146"/>
                <a:gd name="T7" fmla="*/ 70 h 116"/>
                <a:gd name="T8" fmla="*/ 118 w 146"/>
                <a:gd name="T9" fmla="*/ 116 h 116"/>
              </a:gdLst>
              <a:ahLst/>
              <a:cxnLst>
                <a:cxn ang="0">
                  <a:pos x="T0" y="T1"/>
                </a:cxn>
                <a:cxn ang="0">
                  <a:pos x="T2" y="T3"/>
                </a:cxn>
                <a:cxn ang="0">
                  <a:pos x="T4" y="T5"/>
                </a:cxn>
                <a:cxn ang="0">
                  <a:pos x="T6" y="T7"/>
                </a:cxn>
                <a:cxn ang="0">
                  <a:pos x="T8" y="T9"/>
                </a:cxn>
              </a:cxnLst>
              <a:rect l="0" t="0" r="r" b="b"/>
              <a:pathLst>
                <a:path w="146" h="116">
                  <a:moveTo>
                    <a:pt x="118" y="116"/>
                  </a:moveTo>
                  <a:lnTo>
                    <a:pt x="0" y="45"/>
                  </a:lnTo>
                  <a:lnTo>
                    <a:pt x="27" y="0"/>
                  </a:lnTo>
                  <a:lnTo>
                    <a:pt x="146" y="70"/>
                  </a:lnTo>
                  <a:lnTo>
                    <a:pt x="118" y="116"/>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9" name="Freeform 228"/>
            <p:cNvSpPr>
              <a:spLocks/>
            </p:cNvSpPr>
            <p:nvPr/>
          </p:nvSpPr>
          <p:spPr bwMode="auto">
            <a:xfrm>
              <a:off x="100013" y="4192587"/>
              <a:ext cx="957263" cy="1785938"/>
            </a:xfrm>
            <a:custGeom>
              <a:avLst/>
              <a:gdLst>
                <a:gd name="T0" fmla="*/ 449 w 452"/>
                <a:gd name="T1" fmla="*/ 518 h 843"/>
                <a:gd name="T2" fmla="*/ 221 w 452"/>
                <a:gd name="T3" fmla="*/ 512 h 843"/>
                <a:gd name="T4" fmla="*/ 267 w 452"/>
                <a:gd name="T5" fmla="*/ 57 h 843"/>
                <a:gd name="T6" fmla="*/ 166 w 452"/>
                <a:gd name="T7" fmla="*/ 0 h 843"/>
                <a:gd name="T8" fmla="*/ 10 w 452"/>
                <a:gd name="T9" fmla="*/ 398 h 843"/>
                <a:gd name="T10" fmla="*/ 90 w 452"/>
                <a:gd name="T11" fmla="*/ 699 h 843"/>
                <a:gd name="T12" fmla="*/ 368 w 452"/>
                <a:gd name="T13" fmla="*/ 822 h 843"/>
                <a:gd name="T14" fmla="*/ 449 w 452"/>
                <a:gd name="T15" fmla="*/ 518 h 8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843">
                  <a:moveTo>
                    <a:pt x="449" y="518"/>
                  </a:moveTo>
                  <a:cubicBezTo>
                    <a:pt x="449" y="518"/>
                    <a:pt x="306" y="550"/>
                    <a:pt x="221" y="512"/>
                  </a:cubicBezTo>
                  <a:cubicBezTo>
                    <a:pt x="137" y="474"/>
                    <a:pt x="162" y="222"/>
                    <a:pt x="267" y="57"/>
                  </a:cubicBezTo>
                  <a:cubicBezTo>
                    <a:pt x="209" y="22"/>
                    <a:pt x="166" y="0"/>
                    <a:pt x="166" y="0"/>
                  </a:cubicBezTo>
                  <a:cubicBezTo>
                    <a:pt x="166" y="0"/>
                    <a:pt x="0" y="266"/>
                    <a:pt x="10" y="398"/>
                  </a:cubicBezTo>
                  <a:cubicBezTo>
                    <a:pt x="21" y="531"/>
                    <a:pt x="90" y="699"/>
                    <a:pt x="90" y="699"/>
                  </a:cubicBezTo>
                  <a:cubicBezTo>
                    <a:pt x="90" y="699"/>
                    <a:pt x="285" y="800"/>
                    <a:pt x="368" y="822"/>
                  </a:cubicBezTo>
                  <a:cubicBezTo>
                    <a:pt x="452" y="843"/>
                    <a:pt x="449" y="518"/>
                    <a:pt x="449" y="51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0" name="Freeform 229"/>
            <p:cNvSpPr>
              <a:spLocks/>
            </p:cNvSpPr>
            <p:nvPr/>
          </p:nvSpPr>
          <p:spPr bwMode="auto">
            <a:xfrm>
              <a:off x="100013" y="4192587"/>
              <a:ext cx="892175" cy="1754188"/>
            </a:xfrm>
            <a:custGeom>
              <a:avLst/>
              <a:gdLst>
                <a:gd name="T0" fmla="*/ 154 w 421"/>
                <a:gd name="T1" fmla="*/ 652 h 828"/>
                <a:gd name="T2" fmla="*/ 74 w 421"/>
                <a:gd name="T3" fmla="*/ 351 h 828"/>
                <a:gd name="T4" fmla="*/ 194 w 421"/>
                <a:gd name="T5" fmla="*/ 15 h 828"/>
                <a:gd name="T6" fmla="*/ 166 w 421"/>
                <a:gd name="T7" fmla="*/ 0 h 828"/>
                <a:gd name="T8" fmla="*/ 10 w 421"/>
                <a:gd name="T9" fmla="*/ 398 h 828"/>
                <a:gd name="T10" fmla="*/ 90 w 421"/>
                <a:gd name="T11" fmla="*/ 699 h 828"/>
                <a:gd name="T12" fmla="*/ 368 w 421"/>
                <a:gd name="T13" fmla="*/ 822 h 828"/>
                <a:gd name="T14" fmla="*/ 421 w 421"/>
                <a:gd name="T15" fmla="*/ 771 h 828"/>
                <a:gd name="T16" fmla="*/ 154 w 421"/>
                <a:gd name="T17" fmla="*/ 652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1" h="828">
                  <a:moveTo>
                    <a:pt x="154" y="652"/>
                  </a:moveTo>
                  <a:cubicBezTo>
                    <a:pt x="154" y="652"/>
                    <a:pt x="85" y="484"/>
                    <a:pt x="74" y="351"/>
                  </a:cubicBezTo>
                  <a:cubicBezTo>
                    <a:pt x="67" y="259"/>
                    <a:pt x="146" y="101"/>
                    <a:pt x="194" y="15"/>
                  </a:cubicBezTo>
                  <a:cubicBezTo>
                    <a:pt x="176" y="6"/>
                    <a:pt x="166" y="0"/>
                    <a:pt x="166" y="0"/>
                  </a:cubicBezTo>
                  <a:cubicBezTo>
                    <a:pt x="166" y="0"/>
                    <a:pt x="0" y="266"/>
                    <a:pt x="10" y="398"/>
                  </a:cubicBezTo>
                  <a:cubicBezTo>
                    <a:pt x="21" y="531"/>
                    <a:pt x="90" y="699"/>
                    <a:pt x="90" y="699"/>
                  </a:cubicBezTo>
                  <a:cubicBezTo>
                    <a:pt x="90" y="699"/>
                    <a:pt x="285" y="800"/>
                    <a:pt x="368" y="822"/>
                  </a:cubicBezTo>
                  <a:cubicBezTo>
                    <a:pt x="392" y="828"/>
                    <a:pt x="409" y="806"/>
                    <a:pt x="421" y="771"/>
                  </a:cubicBezTo>
                  <a:cubicBezTo>
                    <a:pt x="332" y="745"/>
                    <a:pt x="154" y="652"/>
                    <a:pt x="154" y="6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1" name="Freeform 230"/>
            <p:cNvSpPr>
              <a:spLocks/>
            </p:cNvSpPr>
            <p:nvPr/>
          </p:nvSpPr>
          <p:spPr bwMode="auto">
            <a:xfrm>
              <a:off x="2252663" y="4697412"/>
              <a:ext cx="220663" cy="90488"/>
            </a:xfrm>
            <a:custGeom>
              <a:avLst/>
              <a:gdLst>
                <a:gd name="T0" fmla="*/ 0 w 139"/>
                <a:gd name="T1" fmla="*/ 53 h 57"/>
                <a:gd name="T2" fmla="*/ 137 w 139"/>
                <a:gd name="T3" fmla="*/ 57 h 57"/>
                <a:gd name="T4" fmla="*/ 139 w 139"/>
                <a:gd name="T5" fmla="*/ 4 h 57"/>
                <a:gd name="T6" fmla="*/ 1 w 139"/>
                <a:gd name="T7" fmla="*/ 0 h 57"/>
                <a:gd name="T8" fmla="*/ 0 w 139"/>
                <a:gd name="T9" fmla="*/ 53 h 57"/>
              </a:gdLst>
              <a:ahLst/>
              <a:cxnLst>
                <a:cxn ang="0">
                  <a:pos x="T0" y="T1"/>
                </a:cxn>
                <a:cxn ang="0">
                  <a:pos x="T2" y="T3"/>
                </a:cxn>
                <a:cxn ang="0">
                  <a:pos x="T4" y="T5"/>
                </a:cxn>
                <a:cxn ang="0">
                  <a:pos x="T6" y="T7"/>
                </a:cxn>
                <a:cxn ang="0">
                  <a:pos x="T8" y="T9"/>
                </a:cxn>
              </a:cxnLst>
              <a:rect l="0" t="0" r="r" b="b"/>
              <a:pathLst>
                <a:path w="139" h="57">
                  <a:moveTo>
                    <a:pt x="0" y="53"/>
                  </a:moveTo>
                  <a:lnTo>
                    <a:pt x="137" y="57"/>
                  </a:lnTo>
                  <a:lnTo>
                    <a:pt x="139" y="4"/>
                  </a:lnTo>
                  <a:lnTo>
                    <a:pt x="1" y="0"/>
                  </a:lnTo>
                  <a:lnTo>
                    <a:pt x="0" y="53"/>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2" name="Freeform 231"/>
            <p:cNvSpPr>
              <a:spLocks/>
            </p:cNvSpPr>
            <p:nvPr/>
          </p:nvSpPr>
          <p:spPr bwMode="auto">
            <a:xfrm>
              <a:off x="1011238" y="4765675"/>
              <a:ext cx="1477963" cy="1344613"/>
            </a:xfrm>
            <a:custGeom>
              <a:avLst/>
              <a:gdLst>
                <a:gd name="T0" fmla="*/ 179 w 698"/>
                <a:gd name="T1" fmla="*/ 288 h 635"/>
                <a:gd name="T2" fmla="*/ 373 w 698"/>
                <a:gd name="T3" fmla="*/ 407 h 635"/>
                <a:gd name="T4" fmla="*/ 582 w 698"/>
                <a:gd name="T5" fmla="*/ 0 h 635"/>
                <a:gd name="T6" fmla="*/ 698 w 698"/>
                <a:gd name="T7" fmla="*/ 7 h 635"/>
                <a:gd name="T8" fmla="*/ 612 w 698"/>
                <a:gd name="T9" fmla="*/ 426 h 635"/>
                <a:gd name="T10" fmla="*/ 382 w 698"/>
                <a:gd name="T11" fmla="*/ 635 h 635"/>
                <a:gd name="T12" fmla="*/ 82 w 698"/>
                <a:gd name="T13" fmla="*/ 587 h 635"/>
                <a:gd name="T14" fmla="*/ 179 w 698"/>
                <a:gd name="T15" fmla="*/ 288 h 6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8" h="635">
                  <a:moveTo>
                    <a:pt x="179" y="288"/>
                  </a:moveTo>
                  <a:cubicBezTo>
                    <a:pt x="179" y="288"/>
                    <a:pt x="282" y="393"/>
                    <a:pt x="373" y="407"/>
                  </a:cubicBezTo>
                  <a:cubicBezTo>
                    <a:pt x="465" y="421"/>
                    <a:pt x="581" y="195"/>
                    <a:pt x="582" y="0"/>
                  </a:cubicBezTo>
                  <a:cubicBezTo>
                    <a:pt x="650" y="2"/>
                    <a:pt x="698" y="7"/>
                    <a:pt x="698" y="7"/>
                  </a:cubicBezTo>
                  <a:cubicBezTo>
                    <a:pt x="698" y="7"/>
                    <a:pt x="694" y="320"/>
                    <a:pt x="612" y="426"/>
                  </a:cubicBezTo>
                  <a:cubicBezTo>
                    <a:pt x="531" y="531"/>
                    <a:pt x="382" y="635"/>
                    <a:pt x="382" y="635"/>
                  </a:cubicBezTo>
                  <a:cubicBezTo>
                    <a:pt x="382" y="635"/>
                    <a:pt x="164" y="614"/>
                    <a:pt x="82" y="587"/>
                  </a:cubicBezTo>
                  <a:cubicBezTo>
                    <a:pt x="0" y="559"/>
                    <a:pt x="179" y="288"/>
                    <a:pt x="179" y="28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3" name="Freeform 232"/>
            <p:cNvSpPr>
              <a:spLocks/>
            </p:cNvSpPr>
            <p:nvPr/>
          </p:nvSpPr>
          <p:spPr bwMode="auto">
            <a:xfrm>
              <a:off x="1131888" y="4773612"/>
              <a:ext cx="1357313" cy="1336675"/>
            </a:xfrm>
            <a:custGeom>
              <a:avLst/>
              <a:gdLst>
                <a:gd name="T0" fmla="*/ 297 w 641"/>
                <a:gd name="T1" fmla="*/ 557 h 631"/>
                <a:gd name="T2" fmla="*/ 527 w 641"/>
                <a:gd name="T3" fmla="*/ 348 h 631"/>
                <a:gd name="T4" fmla="*/ 610 w 641"/>
                <a:gd name="T5" fmla="*/ 0 h 631"/>
                <a:gd name="T6" fmla="*/ 641 w 641"/>
                <a:gd name="T7" fmla="*/ 3 h 631"/>
                <a:gd name="T8" fmla="*/ 555 w 641"/>
                <a:gd name="T9" fmla="*/ 422 h 631"/>
                <a:gd name="T10" fmla="*/ 325 w 641"/>
                <a:gd name="T11" fmla="*/ 631 h 631"/>
                <a:gd name="T12" fmla="*/ 25 w 641"/>
                <a:gd name="T13" fmla="*/ 583 h 631"/>
                <a:gd name="T14" fmla="*/ 8 w 641"/>
                <a:gd name="T15" fmla="*/ 512 h 631"/>
                <a:gd name="T16" fmla="*/ 297 w 641"/>
                <a:gd name="T17" fmla="*/ 557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1" h="631">
                  <a:moveTo>
                    <a:pt x="297" y="557"/>
                  </a:moveTo>
                  <a:cubicBezTo>
                    <a:pt x="297" y="557"/>
                    <a:pt x="446" y="453"/>
                    <a:pt x="527" y="348"/>
                  </a:cubicBezTo>
                  <a:cubicBezTo>
                    <a:pt x="584" y="274"/>
                    <a:pt x="603" y="99"/>
                    <a:pt x="610" y="0"/>
                  </a:cubicBezTo>
                  <a:cubicBezTo>
                    <a:pt x="630" y="2"/>
                    <a:pt x="641" y="3"/>
                    <a:pt x="641" y="3"/>
                  </a:cubicBezTo>
                  <a:cubicBezTo>
                    <a:pt x="641" y="3"/>
                    <a:pt x="637" y="316"/>
                    <a:pt x="555" y="422"/>
                  </a:cubicBezTo>
                  <a:cubicBezTo>
                    <a:pt x="474" y="527"/>
                    <a:pt x="325" y="631"/>
                    <a:pt x="325" y="631"/>
                  </a:cubicBezTo>
                  <a:cubicBezTo>
                    <a:pt x="325" y="631"/>
                    <a:pt x="107" y="610"/>
                    <a:pt x="25" y="583"/>
                  </a:cubicBezTo>
                  <a:cubicBezTo>
                    <a:pt x="2" y="575"/>
                    <a:pt x="0" y="547"/>
                    <a:pt x="8" y="512"/>
                  </a:cubicBezTo>
                  <a:cubicBezTo>
                    <a:pt x="97" y="538"/>
                    <a:pt x="297" y="557"/>
                    <a:pt x="297" y="5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4" name="Freeform 233"/>
            <p:cNvSpPr>
              <a:spLocks/>
            </p:cNvSpPr>
            <p:nvPr/>
          </p:nvSpPr>
          <p:spPr bwMode="auto">
            <a:xfrm>
              <a:off x="2141538" y="4089400"/>
              <a:ext cx="395288" cy="612775"/>
            </a:xfrm>
            <a:custGeom>
              <a:avLst/>
              <a:gdLst>
                <a:gd name="T0" fmla="*/ 129 w 186"/>
                <a:gd name="T1" fmla="*/ 289 h 289"/>
                <a:gd name="T2" fmla="*/ 175 w 186"/>
                <a:gd name="T3" fmla="*/ 156 h 289"/>
                <a:gd name="T4" fmla="*/ 156 w 186"/>
                <a:gd name="T5" fmla="*/ 85 h 289"/>
                <a:gd name="T6" fmla="*/ 118 w 186"/>
                <a:gd name="T7" fmla="*/ 17 h 289"/>
                <a:gd name="T8" fmla="*/ 115 w 186"/>
                <a:gd name="T9" fmla="*/ 22 h 289"/>
                <a:gd name="T10" fmla="*/ 100 w 186"/>
                <a:gd name="T11" fmla="*/ 3 h 289"/>
                <a:gd name="T12" fmla="*/ 92 w 186"/>
                <a:gd name="T13" fmla="*/ 24 h 289"/>
                <a:gd name="T14" fmla="*/ 70 w 186"/>
                <a:gd name="T15" fmla="*/ 2 h 289"/>
                <a:gd name="T16" fmla="*/ 62 w 186"/>
                <a:gd name="T17" fmla="*/ 34 h 289"/>
                <a:gd name="T18" fmla="*/ 39 w 186"/>
                <a:gd name="T19" fmla="*/ 14 h 289"/>
                <a:gd name="T20" fmla="*/ 31 w 186"/>
                <a:gd name="T21" fmla="*/ 49 h 289"/>
                <a:gd name="T22" fmla="*/ 53 w 186"/>
                <a:gd name="T23" fmla="*/ 143 h 289"/>
                <a:gd name="T24" fmla="*/ 25 w 186"/>
                <a:gd name="T25" fmla="*/ 71 h 289"/>
                <a:gd name="T26" fmla="*/ 10 w 186"/>
                <a:gd name="T27" fmla="*/ 99 h 289"/>
                <a:gd name="T28" fmla="*/ 24 w 186"/>
                <a:gd name="T29" fmla="*/ 201 h 289"/>
                <a:gd name="T30" fmla="*/ 63 w 186"/>
                <a:gd name="T31" fmla="*/ 287 h 289"/>
                <a:gd name="T32" fmla="*/ 129 w 186"/>
                <a:gd name="T33"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6" h="289">
                  <a:moveTo>
                    <a:pt x="129" y="289"/>
                  </a:moveTo>
                  <a:cubicBezTo>
                    <a:pt x="129" y="289"/>
                    <a:pt x="165" y="194"/>
                    <a:pt x="175" y="156"/>
                  </a:cubicBezTo>
                  <a:cubicBezTo>
                    <a:pt x="186" y="118"/>
                    <a:pt x="171" y="117"/>
                    <a:pt x="156" y="85"/>
                  </a:cubicBezTo>
                  <a:cubicBezTo>
                    <a:pt x="142" y="53"/>
                    <a:pt x="133" y="21"/>
                    <a:pt x="118" y="17"/>
                  </a:cubicBezTo>
                  <a:cubicBezTo>
                    <a:pt x="115" y="22"/>
                    <a:pt x="115" y="22"/>
                    <a:pt x="115" y="22"/>
                  </a:cubicBezTo>
                  <a:cubicBezTo>
                    <a:pt x="115" y="22"/>
                    <a:pt x="112" y="5"/>
                    <a:pt x="100" y="3"/>
                  </a:cubicBezTo>
                  <a:cubicBezTo>
                    <a:pt x="88" y="0"/>
                    <a:pt x="91" y="15"/>
                    <a:pt x="92" y="24"/>
                  </a:cubicBezTo>
                  <a:cubicBezTo>
                    <a:pt x="88" y="5"/>
                    <a:pt x="80" y="0"/>
                    <a:pt x="70" y="2"/>
                  </a:cubicBezTo>
                  <a:cubicBezTo>
                    <a:pt x="61" y="4"/>
                    <a:pt x="60" y="19"/>
                    <a:pt x="62" y="34"/>
                  </a:cubicBezTo>
                  <a:cubicBezTo>
                    <a:pt x="58" y="18"/>
                    <a:pt x="47" y="13"/>
                    <a:pt x="39" y="14"/>
                  </a:cubicBezTo>
                  <a:cubicBezTo>
                    <a:pt x="31" y="14"/>
                    <a:pt x="21" y="26"/>
                    <a:pt x="31" y="49"/>
                  </a:cubicBezTo>
                  <a:cubicBezTo>
                    <a:pt x="41" y="73"/>
                    <a:pt x="53" y="143"/>
                    <a:pt x="53" y="143"/>
                  </a:cubicBezTo>
                  <a:cubicBezTo>
                    <a:pt x="53" y="143"/>
                    <a:pt x="26" y="76"/>
                    <a:pt x="25" y="71"/>
                  </a:cubicBezTo>
                  <a:cubicBezTo>
                    <a:pt x="24" y="66"/>
                    <a:pt x="0" y="67"/>
                    <a:pt x="10" y="99"/>
                  </a:cubicBezTo>
                  <a:cubicBezTo>
                    <a:pt x="20" y="130"/>
                    <a:pt x="19" y="169"/>
                    <a:pt x="24" y="201"/>
                  </a:cubicBezTo>
                  <a:cubicBezTo>
                    <a:pt x="30" y="232"/>
                    <a:pt x="45" y="278"/>
                    <a:pt x="63" y="287"/>
                  </a:cubicBezTo>
                  <a:cubicBezTo>
                    <a:pt x="116" y="289"/>
                    <a:pt x="129" y="289"/>
                    <a:pt x="129" y="289"/>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5" name="Freeform 234"/>
            <p:cNvSpPr>
              <a:spLocks/>
            </p:cNvSpPr>
            <p:nvPr/>
          </p:nvSpPr>
          <p:spPr bwMode="auto">
            <a:xfrm>
              <a:off x="536575" y="3667125"/>
              <a:ext cx="493713" cy="561975"/>
            </a:xfrm>
            <a:custGeom>
              <a:avLst/>
              <a:gdLst>
                <a:gd name="T0" fmla="*/ 0 w 233"/>
                <a:gd name="T1" fmla="*/ 229 h 265"/>
                <a:gd name="T2" fmla="*/ 33 w 233"/>
                <a:gd name="T3" fmla="*/ 92 h 265"/>
                <a:gd name="T4" fmla="*/ 88 w 233"/>
                <a:gd name="T5" fmla="*/ 43 h 265"/>
                <a:gd name="T6" fmla="*/ 157 w 233"/>
                <a:gd name="T7" fmla="*/ 7 h 265"/>
                <a:gd name="T8" fmla="*/ 156 w 233"/>
                <a:gd name="T9" fmla="*/ 12 h 265"/>
                <a:gd name="T10" fmla="*/ 180 w 233"/>
                <a:gd name="T11" fmla="*/ 4 h 265"/>
                <a:gd name="T12" fmla="*/ 175 w 233"/>
                <a:gd name="T13" fmla="*/ 26 h 265"/>
                <a:gd name="T14" fmla="*/ 205 w 233"/>
                <a:gd name="T15" fmla="*/ 19 h 265"/>
                <a:gd name="T16" fmla="*/ 195 w 233"/>
                <a:gd name="T17" fmla="*/ 51 h 265"/>
                <a:gd name="T18" fmla="*/ 225 w 233"/>
                <a:gd name="T19" fmla="*/ 47 h 265"/>
                <a:gd name="T20" fmla="*/ 212 w 233"/>
                <a:gd name="T21" fmla="*/ 81 h 265"/>
                <a:gd name="T22" fmla="*/ 143 w 233"/>
                <a:gd name="T23" fmla="*/ 147 h 265"/>
                <a:gd name="T24" fmla="*/ 206 w 233"/>
                <a:gd name="T25" fmla="*/ 102 h 265"/>
                <a:gd name="T26" fmla="*/ 203 w 233"/>
                <a:gd name="T27" fmla="*/ 134 h 265"/>
                <a:gd name="T28" fmla="*/ 136 w 233"/>
                <a:gd name="T29" fmla="*/ 212 h 265"/>
                <a:gd name="T30" fmla="*/ 57 w 233"/>
                <a:gd name="T31" fmla="*/ 263 h 265"/>
                <a:gd name="T32" fmla="*/ 0 w 233"/>
                <a:gd name="T33" fmla="*/ 229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 h="265">
                  <a:moveTo>
                    <a:pt x="0" y="229"/>
                  </a:moveTo>
                  <a:cubicBezTo>
                    <a:pt x="0" y="229"/>
                    <a:pt x="21" y="130"/>
                    <a:pt x="33" y="92"/>
                  </a:cubicBezTo>
                  <a:cubicBezTo>
                    <a:pt x="45" y="54"/>
                    <a:pt x="58" y="62"/>
                    <a:pt x="88" y="43"/>
                  </a:cubicBezTo>
                  <a:cubicBezTo>
                    <a:pt x="118" y="23"/>
                    <a:pt x="143" y="2"/>
                    <a:pt x="157" y="7"/>
                  </a:cubicBezTo>
                  <a:cubicBezTo>
                    <a:pt x="156" y="12"/>
                    <a:pt x="156" y="12"/>
                    <a:pt x="156" y="12"/>
                  </a:cubicBezTo>
                  <a:cubicBezTo>
                    <a:pt x="156" y="12"/>
                    <a:pt x="169" y="0"/>
                    <a:pt x="180" y="4"/>
                  </a:cubicBezTo>
                  <a:cubicBezTo>
                    <a:pt x="191" y="9"/>
                    <a:pt x="181" y="20"/>
                    <a:pt x="175" y="26"/>
                  </a:cubicBezTo>
                  <a:cubicBezTo>
                    <a:pt x="189" y="13"/>
                    <a:pt x="198" y="12"/>
                    <a:pt x="205" y="19"/>
                  </a:cubicBezTo>
                  <a:cubicBezTo>
                    <a:pt x="212" y="26"/>
                    <a:pt x="205" y="40"/>
                    <a:pt x="195" y="51"/>
                  </a:cubicBezTo>
                  <a:cubicBezTo>
                    <a:pt x="207" y="40"/>
                    <a:pt x="219" y="42"/>
                    <a:pt x="225" y="47"/>
                  </a:cubicBezTo>
                  <a:cubicBezTo>
                    <a:pt x="232" y="52"/>
                    <a:pt x="233" y="66"/>
                    <a:pt x="212" y="81"/>
                  </a:cubicBezTo>
                  <a:cubicBezTo>
                    <a:pt x="191" y="95"/>
                    <a:pt x="143" y="147"/>
                    <a:pt x="143" y="147"/>
                  </a:cubicBezTo>
                  <a:cubicBezTo>
                    <a:pt x="143" y="147"/>
                    <a:pt x="202" y="106"/>
                    <a:pt x="206" y="102"/>
                  </a:cubicBezTo>
                  <a:cubicBezTo>
                    <a:pt x="209" y="99"/>
                    <a:pt x="229" y="113"/>
                    <a:pt x="203" y="134"/>
                  </a:cubicBezTo>
                  <a:cubicBezTo>
                    <a:pt x="178" y="155"/>
                    <a:pt x="157" y="188"/>
                    <a:pt x="136" y="212"/>
                  </a:cubicBezTo>
                  <a:cubicBezTo>
                    <a:pt x="114" y="235"/>
                    <a:pt x="76" y="265"/>
                    <a:pt x="57" y="263"/>
                  </a:cubicBezTo>
                  <a:cubicBezTo>
                    <a:pt x="11" y="236"/>
                    <a:pt x="0" y="229"/>
                    <a:pt x="0" y="229"/>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6" name="Freeform 235"/>
            <p:cNvSpPr>
              <a:spLocks/>
            </p:cNvSpPr>
            <p:nvPr/>
          </p:nvSpPr>
          <p:spPr bwMode="auto">
            <a:xfrm>
              <a:off x="646113" y="5013325"/>
              <a:ext cx="1049338" cy="569913"/>
            </a:xfrm>
            <a:custGeom>
              <a:avLst/>
              <a:gdLst>
                <a:gd name="T0" fmla="*/ 455 w 495"/>
                <a:gd name="T1" fmla="*/ 91 h 269"/>
                <a:gd name="T2" fmla="*/ 398 w 495"/>
                <a:gd name="T3" fmla="*/ 45 h 269"/>
                <a:gd name="T4" fmla="*/ 125 w 495"/>
                <a:gd name="T5" fmla="*/ 4 h 269"/>
                <a:gd name="T6" fmla="*/ 62 w 495"/>
                <a:gd name="T7" fmla="*/ 33 h 269"/>
                <a:gd name="T8" fmla="*/ 8 w 495"/>
                <a:gd name="T9" fmla="*/ 155 h 269"/>
                <a:gd name="T10" fmla="*/ 38 w 495"/>
                <a:gd name="T11" fmla="*/ 205 h 269"/>
                <a:gd name="T12" fmla="*/ 181 w 495"/>
                <a:gd name="T13" fmla="*/ 248 h 269"/>
                <a:gd name="T14" fmla="*/ 275 w 495"/>
                <a:gd name="T15" fmla="*/ 263 h 269"/>
                <a:gd name="T16" fmla="*/ 452 w 495"/>
                <a:gd name="T17" fmla="*/ 268 h 269"/>
                <a:gd name="T18" fmla="*/ 490 w 495"/>
                <a:gd name="T19" fmla="*/ 231 h 269"/>
                <a:gd name="T20" fmla="*/ 455 w 495"/>
                <a:gd name="T21" fmla="*/ 9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5" h="269">
                  <a:moveTo>
                    <a:pt x="455" y="91"/>
                  </a:moveTo>
                  <a:cubicBezTo>
                    <a:pt x="449" y="70"/>
                    <a:pt x="424" y="49"/>
                    <a:pt x="398" y="45"/>
                  </a:cubicBezTo>
                  <a:cubicBezTo>
                    <a:pt x="125" y="4"/>
                    <a:pt x="125" y="4"/>
                    <a:pt x="125" y="4"/>
                  </a:cubicBezTo>
                  <a:cubicBezTo>
                    <a:pt x="99" y="0"/>
                    <a:pt x="71" y="13"/>
                    <a:pt x="62" y="33"/>
                  </a:cubicBezTo>
                  <a:cubicBezTo>
                    <a:pt x="8" y="155"/>
                    <a:pt x="8" y="155"/>
                    <a:pt x="8" y="155"/>
                  </a:cubicBezTo>
                  <a:cubicBezTo>
                    <a:pt x="0" y="175"/>
                    <a:pt x="13" y="197"/>
                    <a:pt x="38" y="205"/>
                  </a:cubicBezTo>
                  <a:cubicBezTo>
                    <a:pt x="181" y="248"/>
                    <a:pt x="181" y="248"/>
                    <a:pt x="181" y="248"/>
                  </a:cubicBezTo>
                  <a:cubicBezTo>
                    <a:pt x="206" y="255"/>
                    <a:pt x="248" y="262"/>
                    <a:pt x="275" y="263"/>
                  </a:cubicBezTo>
                  <a:cubicBezTo>
                    <a:pt x="452" y="268"/>
                    <a:pt x="452" y="268"/>
                    <a:pt x="452" y="268"/>
                  </a:cubicBezTo>
                  <a:cubicBezTo>
                    <a:pt x="478" y="269"/>
                    <a:pt x="495" y="252"/>
                    <a:pt x="490" y="231"/>
                  </a:cubicBezTo>
                  <a:lnTo>
                    <a:pt x="455" y="91"/>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7" name="Freeform 236"/>
            <p:cNvSpPr>
              <a:spLocks/>
            </p:cNvSpPr>
            <p:nvPr/>
          </p:nvSpPr>
          <p:spPr bwMode="auto">
            <a:xfrm>
              <a:off x="628650" y="5159375"/>
              <a:ext cx="952500" cy="1020763"/>
            </a:xfrm>
            <a:custGeom>
              <a:avLst/>
              <a:gdLst>
                <a:gd name="T0" fmla="*/ 430 w 449"/>
                <a:gd name="T1" fmla="*/ 272 h 482"/>
                <a:gd name="T2" fmla="*/ 259 w 449"/>
                <a:gd name="T3" fmla="*/ 17 h 482"/>
                <a:gd name="T4" fmla="*/ 19 w 449"/>
                <a:gd name="T5" fmla="*/ 209 h 482"/>
                <a:gd name="T6" fmla="*/ 190 w 449"/>
                <a:gd name="T7" fmla="*/ 464 h 482"/>
                <a:gd name="T8" fmla="*/ 430 w 449"/>
                <a:gd name="T9" fmla="*/ 272 h 482"/>
              </a:gdLst>
              <a:ahLst/>
              <a:cxnLst>
                <a:cxn ang="0">
                  <a:pos x="T0" y="T1"/>
                </a:cxn>
                <a:cxn ang="0">
                  <a:pos x="T2" y="T3"/>
                </a:cxn>
                <a:cxn ang="0">
                  <a:pos x="T4" y="T5"/>
                </a:cxn>
                <a:cxn ang="0">
                  <a:pos x="T6" y="T7"/>
                </a:cxn>
                <a:cxn ang="0">
                  <a:pos x="T8" y="T9"/>
                </a:cxn>
              </a:cxnLst>
              <a:rect l="0" t="0" r="r" b="b"/>
              <a:pathLst>
                <a:path w="449" h="482">
                  <a:moveTo>
                    <a:pt x="430" y="272"/>
                  </a:moveTo>
                  <a:cubicBezTo>
                    <a:pt x="449" y="148"/>
                    <a:pt x="372" y="34"/>
                    <a:pt x="259" y="17"/>
                  </a:cubicBezTo>
                  <a:cubicBezTo>
                    <a:pt x="145" y="0"/>
                    <a:pt x="38" y="86"/>
                    <a:pt x="19" y="209"/>
                  </a:cubicBezTo>
                  <a:cubicBezTo>
                    <a:pt x="0" y="333"/>
                    <a:pt x="77" y="447"/>
                    <a:pt x="190" y="464"/>
                  </a:cubicBezTo>
                  <a:cubicBezTo>
                    <a:pt x="304" y="482"/>
                    <a:pt x="411" y="396"/>
                    <a:pt x="430" y="272"/>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8" name="Freeform 237"/>
            <p:cNvSpPr>
              <a:spLocks/>
            </p:cNvSpPr>
            <p:nvPr/>
          </p:nvSpPr>
          <p:spPr bwMode="auto">
            <a:xfrm>
              <a:off x="628650" y="5159375"/>
              <a:ext cx="733425" cy="987425"/>
            </a:xfrm>
            <a:custGeom>
              <a:avLst/>
              <a:gdLst>
                <a:gd name="T0" fmla="*/ 122 w 346"/>
                <a:gd name="T1" fmla="*/ 248 h 466"/>
                <a:gd name="T2" fmla="*/ 346 w 346"/>
                <a:gd name="T3" fmla="*/ 54 h 466"/>
                <a:gd name="T4" fmla="*/ 259 w 346"/>
                <a:gd name="T5" fmla="*/ 17 h 466"/>
                <a:gd name="T6" fmla="*/ 19 w 346"/>
                <a:gd name="T7" fmla="*/ 209 h 466"/>
                <a:gd name="T8" fmla="*/ 190 w 346"/>
                <a:gd name="T9" fmla="*/ 464 h 466"/>
                <a:gd name="T10" fmla="*/ 206 w 346"/>
                <a:gd name="T11" fmla="*/ 466 h 466"/>
                <a:gd name="T12" fmla="*/ 122 w 346"/>
                <a:gd name="T13" fmla="*/ 248 h 466"/>
              </a:gdLst>
              <a:ahLst/>
              <a:cxnLst>
                <a:cxn ang="0">
                  <a:pos x="T0" y="T1"/>
                </a:cxn>
                <a:cxn ang="0">
                  <a:pos x="T2" y="T3"/>
                </a:cxn>
                <a:cxn ang="0">
                  <a:pos x="T4" y="T5"/>
                </a:cxn>
                <a:cxn ang="0">
                  <a:pos x="T6" y="T7"/>
                </a:cxn>
                <a:cxn ang="0">
                  <a:pos x="T8" y="T9"/>
                </a:cxn>
                <a:cxn ang="0">
                  <a:pos x="T10" y="T11"/>
                </a:cxn>
                <a:cxn ang="0">
                  <a:pos x="T12" y="T13"/>
                </a:cxn>
              </a:cxnLst>
              <a:rect l="0" t="0" r="r" b="b"/>
              <a:pathLst>
                <a:path w="346" h="466">
                  <a:moveTo>
                    <a:pt x="122" y="248"/>
                  </a:moveTo>
                  <a:cubicBezTo>
                    <a:pt x="140" y="130"/>
                    <a:pt x="238" y="46"/>
                    <a:pt x="346" y="54"/>
                  </a:cubicBezTo>
                  <a:cubicBezTo>
                    <a:pt x="321" y="35"/>
                    <a:pt x="291" y="22"/>
                    <a:pt x="259" y="17"/>
                  </a:cubicBezTo>
                  <a:cubicBezTo>
                    <a:pt x="145" y="0"/>
                    <a:pt x="38" y="86"/>
                    <a:pt x="19" y="209"/>
                  </a:cubicBezTo>
                  <a:cubicBezTo>
                    <a:pt x="0" y="333"/>
                    <a:pt x="77" y="447"/>
                    <a:pt x="190" y="464"/>
                  </a:cubicBezTo>
                  <a:cubicBezTo>
                    <a:pt x="196" y="465"/>
                    <a:pt x="201" y="466"/>
                    <a:pt x="206" y="466"/>
                  </a:cubicBezTo>
                  <a:cubicBezTo>
                    <a:pt x="144" y="419"/>
                    <a:pt x="109" y="336"/>
                    <a:pt x="122" y="248"/>
                  </a:cubicBez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9" name="Freeform 238"/>
            <p:cNvSpPr>
              <a:spLocks/>
            </p:cNvSpPr>
            <p:nvPr/>
          </p:nvSpPr>
          <p:spPr bwMode="auto">
            <a:xfrm>
              <a:off x="2644775" y="134937"/>
              <a:ext cx="755650" cy="757238"/>
            </a:xfrm>
            <a:custGeom>
              <a:avLst/>
              <a:gdLst>
                <a:gd name="T0" fmla="*/ 114 w 357"/>
                <a:gd name="T1" fmla="*/ 322 h 357"/>
                <a:gd name="T2" fmla="*/ 36 w 357"/>
                <a:gd name="T3" fmla="*/ 114 h 357"/>
                <a:gd name="T4" fmla="*/ 243 w 357"/>
                <a:gd name="T5" fmla="*/ 36 h 357"/>
                <a:gd name="T6" fmla="*/ 321 w 357"/>
                <a:gd name="T7" fmla="*/ 243 h 357"/>
                <a:gd name="T8" fmla="*/ 114 w 357"/>
                <a:gd name="T9" fmla="*/ 322 h 357"/>
              </a:gdLst>
              <a:ahLst/>
              <a:cxnLst>
                <a:cxn ang="0">
                  <a:pos x="T0" y="T1"/>
                </a:cxn>
                <a:cxn ang="0">
                  <a:pos x="T2" y="T3"/>
                </a:cxn>
                <a:cxn ang="0">
                  <a:pos x="T4" y="T5"/>
                </a:cxn>
                <a:cxn ang="0">
                  <a:pos x="T6" y="T7"/>
                </a:cxn>
                <a:cxn ang="0">
                  <a:pos x="T8" y="T9"/>
                </a:cxn>
              </a:cxnLst>
              <a:rect l="0" t="0" r="r" b="b"/>
              <a:pathLst>
                <a:path w="357" h="357">
                  <a:moveTo>
                    <a:pt x="114" y="322"/>
                  </a:moveTo>
                  <a:cubicBezTo>
                    <a:pt x="35" y="286"/>
                    <a:pt x="0" y="193"/>
                    <a:pt x="36" y="114"/>
                  </a:cubicBezTo>
                  <a:cubicBezTo>
                    <a:pt x="71" y="35"/>
                    <a:pt x="164" y="0"/>
                    <a:pt x="243" y="36"/>
                  </a:cubicBezTo>
                  <a:cubicBezTo>
                    <a:pt x="322" y="72"/>
                    <a:pt x="357" y="164"/>
                    <a:pt x="321" y="243"/>
                  </a:cubicBezTo>
                  <a:cubicBezTo>
                    <a:pt x="286" y="322"/>
                    <a:pt x="193" y="357"/>
                    <a:pt x="114" y="32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0" name="Freeform 239"/>
            <p:cNvSpPr>
              <a:spLocks/>
            </p:cNvSpPr>
            <p:nvPr/>
          </p:nvSpPr>
          <p:spPr bwMode="auto">
            <a:xfrm>
              <a:off x="2781300" y="654050"/>
              <a:ext cx="133350" cy="142875"/>
            </a:xfrm>
            <a:custGeom>
              <a:avLst/>
              <a:gdLst>
                <a:gd name="T0" fmla="*/ 7 w 63"/>
                <a:gd name="T1" fmla="*/ 63 h 67"/>
                <a:gd name="T2" fmla="*/ 1 w 63"/>
                <a:gd name="T3" fmla="*/ 52 h 67"/>
                <a:gd name="T4" fmla="*/ 4 w 63"/>
                <a:gd name="T5" fmla="*/ 39 h 67"/>
                <a:gd name="T6" fmla="*/ 37 w 63"/>
                <a:gd name="T7" fmla="*/ 0 h 67"/>
                <a:gd name="T8" fmla="*/ 63 w 63"/>
                <a:gd name="T9" fmla="*/ 22 h 67"/>
                <a:gd name="T10" fmla="*/ 31 w 63"/>
                <a:gd name="T11" fmla="*/ 61 h 67"/>
                <a:gd name="T12" fmla="*/ 19 w 63"/>
                <a:gd name="T13" fmla="*/ 67 h 67"/>
                <a:gd name="T14" fmla="*/ 7 w 63"/>
                <a:gd name="T15" fmla="*/ 63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67">
                  <a:moveTo>
                    <a:pt x="7" y="63"/>
                  </a:moveTo>
                  <a:cubicBezTo>
                    <a:pt x="3" y="60"/>
                    <a:pt x="1" y="56"/>
                    <a:pt x="1" y="52"/>
                  </a:cubicBezTo>
                  <a:cubicBezTo>
                    <a:pt x="0" y="47"/>
                    <a:pt x="2" y="43"/>
                    <a:pt x="4" y="39"/>
                  </a:cubicBezTo>
                  <a:cubicBezTo>
                    <a:pt x="37" y="0"/>
                    <a:pt x="37" y="0"/>
                    <a:pt x="37" y="0"/>
                  </a:cubicBezTo>
                  <a:cubicBezTo>
                    <a:pt x="63" y="22"/>
                    <a:pt x="63" y="22"/>
                    <a:pt x="63" y="22"/>
                  </a:cubicBezTo>
                  <a:cubicBezTo>
                    <a:pt x="31" y="61"/>
                    <a:pt x="31" y="61"/>
                    <a:pt x="31" y="61"/>
                  </a:cubicBezTo>
                  <a:cubicBezTo>
                    <a:pt x="28" y="64"/>
                    <a:pt x="24" y="66"/>
                    <a:pt x="19" y="67"/>
                  </a:cubicBezTo>
                  <a:cubicBezTo>
                    <a:pt x="14" y="67"/>
                    <a:pt x="10" y="66"/>
                    <a:pt x="7" y="6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1" name="Freeform 240"/>
            <p:cNvSpPr>
              <a:spLocks/>
            </p:cNvSpPr>
            <p:nvPr/>
          </p:nvSpPr>
          <p:spPr bwMode="auto">
            <a:xfrm>
              <a:off x="2835275" y="654050"/>
              <a:ext cx="79375" cy="76200"/>
            </a:xfrm>
            <a:custGeom>
              <a:avLst/>
              <a:gdLst>
                <a:gd name="T0" fmla="*/ 38 w 38"/>
                <a:gd name="T1" fmla="*/ 22 h 36"/>
                <a:gd name="T2" fmla="*/ 12 w 38"/>
                <a:gd name="T3" fmla="*/ 0 h 36"/>
                <a:gd name="T4" fmla="*/ 0 w 38"/>
                <a:gd name="T5" fmla="*/ 15 h 36"/>
                <a:gd name="T6" fmla="*/ 26 w 38"/>
                <a:gd name="T7" fmla="*/ 36 h 36"/>
                <a:gd name="T8" fmla="*/ 38 w 38"/>
                <a:gd name="T9" fmla="*/ 22 h 36"/>
              </a:gdLst>
              <a:ahLst/>
              <a:cxnLst>
                <a:cxn ang="0">
                  <a:pos x="T0" y="T1"/>
                </a:cxn>
                <a:cxn ang="0">
                  <a:pos x="T2" y="T3"/>
                </a:cxn>
                <a:cxn ang="0">
                  <a:pos x="T4" y="T5"/>
                </a:cxn>
                <a:cxn ang="0">
                  <a:pos x="T6" y="T7"/>
                </a:cxn>
                <a:cxn ang="0">
                  <a:pos x="T8" y="T9"/>
                </a:cxn>
              </a:cxnLst>
              <a:rect l="0" t="0" r="r" b="b"/>
              <a:pathLst>
                <a:path w="38" h="36">
                  <a:moveTo>
                    <a:pt x="38" y="22"/>
                  </a:moveTo>
                  <a:cubicBezTo>
                    <a:pt x="12" y="0"/>
                    <a:pt x="12" y="0"/>
                    <a:pt x="12" y="0"/>
                  </a:cubicBezTo>
                  <a:cubicBezTo>
                    <a:pt x="0" y="15"/>
                    <a:pt x="0" y="15"/>
                    <a:pt x="0" y="15"/>
                  </a:cubicBezTo>
                  <a:cubicBezTo>
                    <a:pt x="7" y="23"/>
                    <a:pt x="16" y="30"/>
                    <a:pt x="26" y="36"/>
                  </a:cubicBezTo>
                  <a:lnTo>
                    <a:pt x="38" y="22"/>
                  </a:lnTo>
                  <a:close/>
                </a:path>
              </a:pathLst>
            </a:custGeom>
            <a:solidFill>
              <a:srgbClr val="E0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2" name="Freeform 241"/>
            <p:cNvSpPr>
              <a:spLocks/>
            </p:cNvSpPr>
            <p:nvPr/>
          </p:nvSpPr>
          <p:spPr bwMode="auto">
            <a:xfrm>
              <a:off x="2767013" y="258762"/>
              <a:ext cx="511175" cy="511175"/>
            </a:xfrm>
            <a:custGeom>
              <a:avLst/>
              <a:gdLst>
                <a:gd name="T0" fmla="*/ 77 w 241"/>
                <a:gd name="T1" fmla="*/ 217 h 241"/>
                <a:gd name="T2" fmla="*/ 24 w 241"/>
                <a:gd name="T3" fmla="*/ 77 h 241"/>
                <a:gd name="T4" fmla="*/ 164 w 241"/>
                <a:gd name="T5" fmla="*/ 24 h 241"/>
                <a:gd name="T6" fmla="*/ 217 w 241"/>
                <a:gd name="T7" fmla="*/ 164 h 241"/>
                <a:gd name="T8" fmla="*/ 77 w 241"/>
                <a:gd name="T9" fmla="*/ 217 h 241"/>
              </a:gdLst>
              <a:ahLst/>
              <a:cxnLst>
                <a:cxn ang="0">
                  <a:pos x="T0" y="T1"/>
                </a:cxn>
                <a:cxn ang="0">
                  <a:pos x="T2" y="T3"/>
                </a:cxn>
                <a:cxn ang="0">
                  <a:pos x="T4" y="T5"/>
                </a:cxn>
                <a:cxn ang="0">
                  <a:pos x="T6" y="T7"/>
                </a:cxn>
                <a:cxn ang="0">
                  <a:pos x="T8" y="T9"/>
                </a:cxn>
              </a:cxnLst>
              <a:rect l="0" t="0" r="r" b="b"/>
              <a:pathLst>
                <a:path w="241" h="241">
                  <a:moveTo>
                    <a:pt x="77" y="217"/>
                  </a:moveTo>
                  <a:cubicBezTo>
                    <a:pt x="24" y="193"/>
                    <a:pt x="0" y="131"/>
                    <a:pt x="24" y="77"/>
                  </a:cubicBezTo>
                  <a:cubicBezTo>
                    <a:pt x="48" y="24"/>
                    <a:pt x="111" y="0"/>
                    <a:pt x="164" y="24"/>
                  </a:cubicBezTo>
                  <a:cubicBezTo>
                    <a:pt x="217" y="48"/>
                    <a:pt x="241" y="111"/>
                    <a:pt x="217" y="164"/>
                  </a:cubicBezTo>
                  <a:cubicBezTo>
                    <a:pt x="193" y="218"/>
                    <a:pt x="130" y="241"/>
                    <a:pt x="77" y="2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3" name="Freeform 242"/>
            <p:cNvSpPr>
              <a:spLocks/>
            </p:cNvSpPr>
            <p:nvPr/>
          </p:nvSpPr>
          <p:spPr bwMode="auto">
            <a:xfrm>
              <a:off x="2806700" y="298450"/>
              <a:ext cx="430213" cy="430213"/>
            </a:xfrm>
            <a:custGeom>
              <a:avLst/>
              <a:gdLst>
                <a:gd name="T0" fmla="*/ 65 w 203"/>
                <a:gd name="T1" fmla="*/ 183 h 203"/>
                <a:gd name="T2" fmla="*/ 20 w 203"/>
                <a:gd name="T3" fmla="*/ 65 h 203"/>
                <a:gd name="T4" fmla="*/ 138 w 203"/>
                <a:gd name="T5" fmla="*/ 21 h 203"/>
                <a:gd name="T6" fmla="*/ 183 w 203"/>
                <a:gd name="T7" fmla="*/ 138 h 203"/>
                <a:gd name="T8" fmla="*/ 65 w 203"/>
                <a:gd name="T9" fmla="*/ 183 h 203"/>
              </a:gdLst>
              <a:ahLst/>
              <a:cxnLst>
                <a:cxn ang="0">
                  <a:pos x="T0" y="T1"/>
                </a:cxn>
                <a:cxn ang="0">
                  <a:pos x="T2" y="T3"/>
                </a:cxn>
                <a:cxn ang="0">
                  <a:pos x="T4" y="T5"/>
                </a:cxn>
                <a:cxn ang="0">
                  <a:pos x="T6" y="T7"/>
                </a:cxn>
                <a:cxn ang="0">
                  <a:pos x="T8" y="T9"/>
                </a:cxn>
              </a:cxnLst>
              <a:rect l="0" t="0" r="r" b="b"/>
              <a:pathLst>
                <a:path w="203" h="203">
                  <a:moveTo>
                    <a:pt x="65" y="183"/>
                  </a:moveTo>
                  <a:cubicBezTo>
                    <a:pt x="20" y="163"/>
                    <a:pt x="0" y="110"/>
                    <a:pt x="20" y="65"/>
                  </a:cubicBezTo>
                  <a:cubicBezTo>
                    <a:pt x="41" y="20"/>
                    <a:pt x="93" y="0"/>
                    <a:pt x="138" y="21"/>
                  </a:cubicBezTo>
                  <a:cubicBezTo>
                    <a:pt x="183" y="41"/>
                    <a:pt x="203" y="94"/>
                    <a:pt x="183" y="138"/>
                  </a:cubicBezTo>
                  <a:cubicBezTo>
                    <a:pt x="162" y="183"/>
                    <a:pt x="110" y="203"/>
                    <a:pt x="65" y="183"/>
                  </a:cubicBezTo>
                  <a:close/>
                </a:path>
              </a:pathLst>
            </a:custGeom>
            <a:solidFill>
              <a:srgbClr val="8D4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4" name="Freeform 243"/>
            <p:cNvSpPr>
              <a:spLocks/>
            </p:cNvSpPr>
            <p:nvPr/>
          </p:nvSpPr>
          <p:spPr bwMode="auto">
            <a:xfrm>
              <a:off x="2921000" y="315912"/>
              <a:ext cx="315913" cy="385763"/>
            </a:xfrm>
            <a:custGeom>
              <a:avLst/>
              <a:gdLst>
                <a:gd name="T0" fmla="*/ 51 w 149"/>
                <a:gd name="T1" fmla="*/ 25 h 182"/>
                <a:gd name="T2" fmla="*/ 95 w 149"/>
                <a:gd name="T3" fmla="*/ 143 h 182"/>
                <a:gd name="T4" fmla="*/ 62 w 149"/>
                <a:gd name="T5" fmla="*/ 182 h 182"/>
                <a:gd name="T6" fmla="*/ 129 w 149"/>
                <a:gd name="T7" fmla="*/ 130 h 182"/>
                <a:gd name="T8" fmla="*/ 84 w 149"/>
                <a:gd name="T9" fmla="*/ 13 h 182"/>
                <a:gd name="T10" fmla="*/ 0 w 149"/>
                <a:gd name="T11" fmla="*/ 19 h 182"/>
                <a:gd name="T12" fmla="*/ 51 w 149"/>
                <a:gd name="T13" fmla="*/ 25 h 182"/>
              </a:gdLst>
              <a:ahLst/>
              <a:cxnLst>
                <a:cxn ang="0">
                  <a:pos x="T0" y="T1"/>
                </a:cxn>
                <a:cxn ang="0">
                  <a:pos x="T2" y="T3"/>
                </a:cxn>
                <a:cxn ang="0">
                  <a:pos x="T4" y="T5"/>
                </a:cxn>
                <a:cxn ang="0">
                  <a:pos x="T6" y="T7"/>
                </a:cxn>
                <a:cxn ang="0">
                  <a:pos x="T8" y="T9"/>
                </a:cxn>
                <a:cxn ang="0">
                  <a:pos x="T10" y="T11"/>
                </a:cxn>
                <a:cxn ang="0">
                  <a:pos x="T12" y="T13"/>
                </a:cxn>
              </a:cxnLst>
              <a:rect l="0" t="0" r="r" b="b"/>
              <a:pathLst>
                <a:path w="149" h="182">
                  <a:moveTo>
                    <a:pt x="51" y="25"/>
                  </a:moveTo>
                  <a:cubicBezTo>
                    <a:pt x="95" y="46"/>
                    <a:pt x="115" y="98"/>
                    <a:pt x="95" y="143"/>
                  </a:cubicBezTo>
                  <a:cubicBezTo>
                    <a:pt x="88" y="160"/>
                    <a:pt x="76" y="173"/>
                    <a:pt x="62" y="182"/>
                  </a:cubicBezTo>
                  <a:cubicBezTo>
                    <a:pt x="90" y="177"/>
                    <a:pt x="116" y="159"/>
                    <a:pt x="129" y="130"/>
                  </a:cubicBezTo>
                  <a:cubicBezTo>
                    <a:pt x="149" y="86"/>
                    <a:pt x="129" y="33"/>
                    <a:pt x="84" y="13"/>
                  </a:cubicBezTo>
                  <a:cubicBezTo>
                    <a:pt x="56" y="0"/>
                    <a:pt x="24" y="3"/>
                    <a:pt x="0" y="19"/>
                  </a:cubicBezTo>
                  <a:cubicBezTo>
                    <a:pt x="17" y="16"/>
                    <a:pt x="34" y="18"/>
                    <a:pt x="51" y="25"/>
                  </a:cubicBezTo>
                  <a:close/>
                </a:path>
              </a:pathLst>
            </a:custGeom>
            <a:solidFill>
              <a:srgbClr val="5128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5" name="Freeform 244"/>
            <p:cNvSpPr>
              <a:spLocks/>
            </p:cNvSpPr>
            <p:nvPr/>
          </p:nvSpPr>
          <p:spPr bwMode="auto">
            <a:xfrm>
              <a:off x="69850" y="1949450"/>
              <a:ext cx="757238" cy="755650"/>
            </a:xfrm>
            <a:custGeom>
              <a:avLst/>
              <a:gdLst>
                <a:gd name="T0" fmla="*/ 114 w 357"/>
                <a:gd name="T1" fmla="*/ 322 h 357"/>
                <a:gd name="T2" fmla="*/ 36 w 357"/>
                <a:gd name="T3" fmla="*/ 114 h 357"/>
                <a:gd name="T4" fmla="*/ 243 w 357"/>
                <a:gd name="T5" fmla="*/ 36 h 357"/>
                <a:gd name="T6" fmla="*/ 322 w 357"/>
                <a:gd name="T7" fmla="*/ 243 h 357"/>
                <a:gd name="T8" fmla="*/ 114 w 357"/>
                <a:gd name="T9" fmla="*/ 322 h 357"/>
              </a:gdLst>
              <a:ahLst/>
              <a:cxnLst>
                <a:cxn ang="0">
                  <a:pos x="T0" y="T1"/>
                </a:cxn>
                <a:cxn ang="0">
                  <a:pos x="T2" y="T3"/>
                </a:cxn>
                <a:cxn ang="0">
                  <a:pos x="T4" y="T5"/>
                </a:cxn>
                <a:cxn ang="0">
                  <a:pos x="T6" y="T7"/>
                </a:cxn>
                <a:cxn ang="0">
                  <a:pos x="T8" y="T9"/>
                </a:cxn>
              </a:cxnLst>
              <a:rect l="0" t="0" r="r" b="b"/>
              <a:pathLst>
                <a:path w="357" h="357">
                  <a:moveTo>
                    <a:pt x="114" y="322"/>
                  </a:moveTo>
                  <a:cubicBezTo>
                    <a:pt x="35" y="286"/>
                    <a:pt x="0" y="193"/>
                    <a:pt x="36" y="114"/>
                  </a:cubicBezTo>
                  <a:cubicBezTo>
                    <a:pt x="72" y="35"/>
                    <a:pt x="165" y="0"/>
                    <a:pt x="243" y="36"/>
                  </a:cubicBezTo>
                  <a:cubicBezTo>
                    <a:pt x="322" y="72"/>
                    <a:pt x="357" y="165"/>
                    <a:pt x="322" y="243"/>
                  </a:cubicBezTo>
                  <a:cubicBezTo>
                    <a:pt x="286" y="322"/>
                    <a:pt x="193" y="357"/>
                    <a:pt x="114" y="32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6" name="Freeform 245"/>
            <p:cNvSpPr>
              <a:spLocks/>
            </p:cNvSpPr>
            <p:nvPr/>
          </p:nvSpPr>
          <p:spPr bwMode="auto">
            <a:xfrm>
              <a:off x="209550" y="2468562"/>
              <a:ext cx="131763" cy="141288"/>
            </a:xfrm>
            <a:custGeom>
              <a:avLst/>
              <a:gdLst>
                <a:gd name="T0" fmla="*/ 6 w 62"/>
                <a:gd name="T1" fmla="*/ 63 h 67"/>
                <a:gd name="T2" fmla="*/ 0 w 62"/>
                <a:gd name="T3" fmla="*/ 52 h 67"/>
                <a:gd name="T4" fmla="*/ 4 w 62"/>
                <a:gd name="T5" fmla="*/ 39 h 67"/>
                <a:gd name="T6" fmla="*/ 36 w 62"/>
                <a:gd name="T7" fmla="*/ 0 h 67"/>
                <a:gd name="T8" fmla="*/ 62 w 62"/>
                <a:gd name="T9" fmla="*/ 22 h 67"/>
                <a:gd name="T10" fmla="*/ 30 w 62"/>
                <a:gd name="T11" fmla="*/ 61 h 67"/>
                <a:gd name="T12" fmla="*/ 18 w 62"/>
                <a:gd name="T13" fmla="*/ 67 h 67"/>
                <a:gd name="T14" fmla="*/ 6 w 62"/>
                <a:gd name="T15" fmla="*/ 63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67">
                  <a:moveTo>
                    <a:pt x="6" y="63"/>
                  </a:moveTo>
                  <a:cubicBezTo>
                    <a:pt x="3" y="60"/>
                    <a:pt x="0" y="56"/>
                    <a:pt x="0" y="52"/>
                  </a:cubicBezTo>
                  <a:cubicBezTo>
                    <a:pt x="0" y="47"/>
                    <a:pt x="1" y="43"/>
                    <a:pt x="4" y="39"/>
                  </a:cubicBezTo>
                  <a:cubicBezTo>
                    <a:pt x="36" y="0"/>
                    <a:pt x="36" y="0"/>
                    <a:pt x="36" y="0"/>
                  </a:cubicBezTo>
                  <a:cubicBezTo>
                    <a:pt x="62" y="22"/>
                    <a:pt x="62" y="22"/>
                    <a:pt x="62" y="22"/>
                  </a:cubicBezTo>
                  <a:cubicBezTo>
                    <a:pt x="30" y="61"/>
                    <a:pt x="30" y="61"/>
                    <a:pt x="30" y="61"/>
                  </a:cubicBezTo>
                  <a:cubicBezTo>
                    <a:pt x="27" y="64"/>
                    <a:pt x="23" y="67"/>
                    <a:pt x="18" y="67"/>
                  </a:cubicBezTo>
                  <a:cubicBezTo>
                    <a:pt x="14" y="67"/>
                    <a:pt x="9" y="66"/>
                    <a:pt x="6" y="6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7" name="Freeform 246"/>
            <p:cNvSpPr>
              <a:spLocks/>
            </p:cNvSpPr>
            <p:nvPr/>
          </p:nvSpPr>
          <p:spPr bwMode="auto">
            <a:xfrm>
              <a:off x="260350" y="2468562"/>
              <a:ext cx="80963" cy="76200"/>
            </a:xfrm>
            <a:custGeom>
              <a:avLst/>
              <a:gdLst>
                <a:gd name="T0" fmla="*/ 38 w 38"/>
                <a:gd name="T1" fmla="*/ 22 h 36"/>
                <a:gd name="T2" fmla="*/ 12 w 38"/>
                <a:gd name="T3" fmla="*/ 0 h 36"/>
                <a:gd name="T4" fmla="*/ 0 w 38"/>
                <a:gd name="T5" fmla="*/ 15 h 36"/>
                <a:gd name="T6" fmla="*/ 26 w 38"/>
                <a:gd name="T7" fmla="*/ 36 h 36"/>
                <a:gd name="T8" fmla="*/ 38 w 38"/>
                <a:gd name="T9" fmla="*/ 22 h 36"/>
              </a:gdLst>
              <a:ahLst/>
              <a:cxnLst>
                <a:cxn ang="0">
                  <a:pos x="T0" y="T1"/>
                </a:cxn>
                <a:cxn ang="0">
                  <a:pos x="T2" y="T3"/>
                </a:cxn>
                <a:cxn ang="0">
                  <a:pos x="T4" y="T5"/>
                </a:cxn>
                <a:cxn ang="0">
                  <a:pos x="T6" y="T7"/>
                </a:cxn>
                <a:cxn ang="0">
                  <a:pos x="T8" y="T9"/>
                </a:cxn>
              </a:cxnLst>
              <a:rect l="0" t="0" r="r" b="b"/>
              <a:pathLst>
                <a:path w="38" h="36">
                  <a:moveTo>
                    <a:pt x="38" y="22"/>
                  </a:moveTo>
                  <a:cubicBezTo>
                    <a:pt x="12" y="0"/>
                    <a:pt x="12" y="0"/>
                    <a:pt x="12" y="0"/>
                  </a:cubicBezTo>
                  <a:cubicBezTo>
                    <a:pt x="0" y="15"/>
                    <a:pt x="0" y="15"/>
                    <a:pt x="0" y="15"/>
                  </a:cubicBezTo>
                  <a:cubicBezTo>
                    <a:pt x="8" y="23"/>
                    <a:pt x="16" y="30"/>
                    <a:pt x="26" y="36"/>
                  </a:cubicBezTo>
                  <a:lnTo>
                    <a:pt x="38" y="22"/>
                  </a:lnTo>
                  <a:close/>
                </a:path>
              </a:pathLst>
            </a:custGeom>
            <a:solidFill>
              <a:srgbClr val="E0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8" name="Freeform 247"/>
            <p:cNvSpPr>
              <a:spLocks/>
            </p:cNvSpPr>
            <p:nvPr/>
          </p:nvSpPr>
          <p:spPr bwMode="auto">
            <a:xfrm>
              <a:off x="192088" y="2071687"/>
              <a:ext cx="512763" cy="512763"/>
            </a:xfrm>
            <a:custGeom>
              <a:avLst/>
              <a:gdLst>
                <a:gd name="T0" fmla="*/ 77 w 242"/>
                <a:gd name="T1" fmla="*/ 217 h 242"/>
                <a:gd name="T2" fmla="*/ 24 w 242"/>
                <a:gd name="T3" fmla="*/ 77 h 242"/>
                <a:gd name="T4" fmla="*/ 165 w 242"/>
                <a:gd name="T5" fmla="*/ 24 h 242"/>
                <a:gd name="T6" fmla="*/ 217 w 242"/>
                <a:gd name="T7" fmla="*/ 165 h 242"/>
                <a:gd name="T8" fmla="*/ 77 w 242"/>
                <a:gd name="T9" fmla="*/ 217 h 242"/>
              </a:gdLst>
              <a:ahLst/>
              <a:cxnLst>
                <a:cxn ang="0">
                  <a:pos x="T0" y="T1"/>
                </a:cxn>
                <a:cxn ang="0">
                  <a:pos x="T2" y="T3"/>
                </a:cxn>
                <a:cxn ang="0">
                  <a:pos x="T4" y="T5"/>
                </a:cxn>
                <a:cxn ang="0">
                  <a:pos x="T6" y="T7"/>
                </a:cxn>
                <a:cxn ang="0">
                  <a:pos x="T8" y="T9"/>
                </a:cxn>
              </a:cxnLst>
              <a:rect l="0" t="0" r="r" b="b"/>
              <a:pathLst>
                <a:path w="242" h="242">
                  <a:moveTo>
                    <a:pt x="77" y="217"/>
                  </a:moveTo>
                  <a:cubicBezTo>
                    <a:pt x="24" y="193"/>
                    <a:pt x="0" y="131"/>
                    <a:pt x="24" y="77"/>
                  </a:cubicBezTo>
                  <a:cubicBezTo>
                    <a:pt x="48" y="24"/>
                    <a:pt x="111" y="0"/>
                    <a:pt x="165" y="24"/>
                  </a:cubicBezTo>
                  <a:cubicBezTo>
                    <a:pt x="218" y="48"/>
                    <a:pt x="242" y="111"/>
                    <a:pt x="217" y="165"/>
                  </a:cubicBezTo>
                  <a:cubicBezTo>
                    <a:pt x="193" y="218"/>
                    <a:pt x="131" y="242"/>
                    <a:pt x="77" y="2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9" name="Freeform 248"/>
            <p:cNvSpPr>
              <a:spLocks/>
            </p:cNvSpPr>
            <p:nvPr/>
          </p:nvSpPr>
          <p:spPr bwMode="auto">
            <a:xfrm>
              <a:off x="234950" y="2114550"/>
              <a:ext cx="428625" cy="428625"/>
            </a:xfrm>
            <a:custGeom>
              <a:avLst/>
              <a:gdLst>
                <a:gd name="T0" fmla="*/ 64 w 202"/>
                <a:gd name="T1" fmla="*/ 182 h 202"/>
                <a:gd name="T2" fmla="*/ 20 w 202"/>
                <a:gd name="T3" fmla="*/ 64 h 202"/>
                <a:gd name="T4" fmla="*/ 138 w 202"/>
                <a:gd name="T5" fmla="*/ 20 h 202"/>
                <a:gd name="T6" fmla="*/ 182 w 202"/>
                <a:gd name="T7" fmla="*/ 138 h 202"/>
                <a:gd name="T8" fmla="*/ 64 w 202"/>
                <a:gd name="T9" fmla="*/ 182 h 202"/>
              </a:gdLst>
              <a:ahLst/>
              <a:cxnLst>
                <a:cxn ang="0">
                  <a:pos x="T0" y="T1"/>
                </a:cxn>
                <a:cxn ang="0">
                  <a:pos x="T2" y="T3"/>
                </a:cxn>
                <a:cxn ang="0">
                  <a:pos x="T4" y="T5"/>
                </a:cxn>
                <a:cxn ang="0">
                  <a:pos x="T6" y="T7"/>
                </a:cxn>
                <a:cxn ang="0">
                  <a:pos x="T8" y="T9"/>
                </a:cxn>
              </a:cxnLst>
              <a:rect l="0" t="0" r="r" b="b"/>
              <a:pathLst>
                <a:path w="202" h="202">
                  <a:moveTo>
                    <a:pt x="64" y="182"/>
                  </a:moveTo>
                  <a:cubicBezTo>
                    <a:pt x="19" y="162"/>
                    <a:pt x="0" y="109"/>
                    <a:pt x="20" y="64"/>
                  </a:cubicBezTo>
                  <a:cubicBezTo>
                    <a:pt x="40" y="19"/>
                    <a:pt x="93" y="0"/>
                    <a:pt x="138" y="20"/>
                  </a:cubicBezTo>
                  <a:cubicBezTo>
                    <a:pt x="182" y="40"/>
                    <a:pt x="202" y="93"/>
                    <a:pt x="182" y="138"/>
                  </a:cubicBezTo>
                  <a:cubicBezTo>
                    <a:pt x="162" y="182"/>
                    <a:pt x="109" y="202"/>
                    <a:pt x="64" y="182"/>
                  </a:cubicBezTo>
                  <a:close/>
                </a:path>
              </a:pathLst>
            </a:custGeom>
            <a:solidFill>
              <a:srgbClr val="8D4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0" name="Freeform 249"/>
            <p:cNvSpPr>
              <a:spLocks/>
            </p:cNvSpPr>
            <p:nvPr/>
          </p:nvSpPr>
          <p:spPr bwMode="auto">
            <a:xfrm>
              <a:off x="347663" y="2128837"/>
              <a:ext cx="315913" cy="385763"/>
            </a:xfrm>
            <a:custGeom>
              <a:avLst/>
              <a:gdLst>
                <a:gd name="T0" fmla="*/ 51 w 149"/>
                <a:gd name="T1" fmla="*/ 26 h 182"/>
                <a:gd name="T2" fmla="*/ 95 w 149"/>
                <a:gd name="T3" fmla="*/ 143 h 182"/>
                <a:gd name="T4" fmla="*/ 62 w 149"/>
                <a:gd name="T5" fmla="*/ 182 h 182"/>
                <a:gd name="T6" fmla="*/ 129 w 149"/>
                <a:gd name="T7" fmla="*/ 131 h 182"/>
                <a:gd name="T8" fmla="*/ 85 w 149"/>
                <a:gd name="T9" fmla="*/ 13 h 182"/>
                <a:gd name="T10" fmla="*/ 0 w 149"/>
                <a:gd name="T11" fmla="*/ 19 h 182"/>
                <a:gd name="T12" fmla="*/ 51 w 149"/>
                <a:gd name="T13" fmla="*/ 26 h 182"/>
              </a:gdLst>
              <a:ahLst/>
              <a:cxnLst>
                <a:cxn ang="0">
                  <a:pos x="T0" y="T1"/>
                </a:cxn>
                <a:cxn ang="0">
                  <a:pos x="T2" y="T3"/>
                </a:cxn>
                <a:cxn ang="0">
                  <a:pos x="T4" y="T5"/>
                </a:cxn>
                <a:cxn ang="0">
                  <a:pos x="T6" y="T7"/>
                </a:cxn>
                <a:cxn ang="0">
                  <a:pos x="T8" y="T9"/>
                </a:cxn>
                <a:cxn ang="0">
                  <a:pos x="T10" y="T11"/>
                </a:cxn>
                <a:cxn ang="0">
                  <a:pos x="T12" y="T13"/>
                </a:cxn>
              </a:cxnLst>
              <a:rect l="0" t="0" r="r" b="b"/>
              <a:pathLst>
                <a:path w="149" h="182">
                  <a:moveTo>
                    <a:pt x="51" y="26"/>
                  </a:moveTo>
                  <a:cubicBezTo>
                    <a:pt x="96" y="46"/>
                    <a:pt x="116" y="98"/>
                    <a:pt x="95" y="143"/>
                  </a:cubicBezTo>
                  <a:cubicBezTo>
                    <a:pt x="88" y="160"/>
                    <a:pt x="76" y="173"/>
                    <a:pt x="62" y="182"/>
                  </a:cubicBezTo>
                  <a:cubicBezTo>
                    <a:pt x="90" y="177"/>
                    <a:pt x="116" y="159"/>
                    <a:pt x="129" y="131"/>
                  </a:cubicBezTo>
                  <a:cubicBezTo>
                    <a:pt x="149" y="86"/>
                    <a:pt x="129" y="33"/>
                    <a:pt x="85" y="13"/>
                  </a:cubicBezTo>
                  <a:cubicBezTo>
                    <a:pt x="56" y="0"/>
                    <a:pt x="25" y="3"/>
                    <a:pt x="0" y="19"/>
                  </a:cubicBezTo>
                  <a:cubicBezTo>
                    <a:pt x="17" y="16"/>
                    <a:pt x="34" y="18"/>
                    <a:pt x="51" y="26"/>
                  </a:cubicBezTo>
                  <a:close/>
                </a:path>
              </a:pathLst>
            </a:custGeom>
            <a:solidFill>
              <a:srgbClr val="5128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1" name="Freeform 250"/>
            <p:cNvSpPr>
              <a:spLocks/>
            </p:cNvSpPr>
            <p:nvPr/>
          </p:nvSpPr>
          <p:spPr bwMode="auto">
            <a:xfrm>
              <a:off x="3355975" y="606425"/>
              <a:ext cx="835025" cy="577850"/>
            </a:xfrm>
            <a:custGeom>
              <a:avLst/>
              <a:gdLst>
                <a:gd name="T0" fmla="*/ 0 w 526"/>
                <a:gd name="T1" fmla="*/ 0 h 364"/>
                <a:gd name="T2" fmla="*/ 526 w 526"/>
                <a:gd name="T3" fmla="*/ 0 h 364"/>
                <a:gd name="T4" fmla="*/ 526 w 526"/>
                <a:gd name="T5" fmla="*/ 364 h 364"/>
                <a:gd name="T6" fmla="*/ 0 w 526"/>
                <a:gd name="T7" fmla="*/ 363 h 364"/>
                <a:gd name="T8" fmla="*/ 0 w 526"/>
                <a:gd name="T9" fmla="*/ 0 h 364"/>
              </a:gdLst>
              <a:ahLst/>
              <a:cxnLst>
                <a:cxn ang="0">
                  <a:pos x="T0" y="T1"/>
                </a:cxn>
                <a:cxn ang="0">
                  <a:pos x="T2" y="T3"/>
                </a:cxn>
                <a:cxn ang="0">
                  <a:pos x="T4" y="T5"/>
                </a:cxn>
                <a:cxn ang="0">
                  <a:pos x="T6" y="T7"/>
                </a:cxn>
                <a:cxn ang="0">
                  <a:pos x="T8" y="T9"/>
                </a:cxn>
              </a:cxnLst>
              <a:rect l="0" t="0" r="r" b="b"/>
              <a:pathLst>
                <a:path w="526" h="364">
                  <a:moveTo>
                    <a:pt x="0" y="0"/>
                  </a:moveTo>
                  <a:lnTo>
                    <a:pt x="526" y="0"/>
                  </a:lnTo>
                  <a:lnTo>
                    <a:pt x="526" y="364"/>
                  </a:lnTo>
                  <a:lnTo>
                    <a:pt x="0" y="36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2" name="Freeform 251"/>
            <p:cNvSpPr>
              <a:spLocks/>
            </p:cNvSpPr>
            <p:nvPr/>
          </p:nvSpPr>
          <p:spPr bwMode="auto">
            <a:xfrm>
              <a:off x="3355975" y="606425"/>
              <a:ext cx="835025" cy="577850"/>
            </a:xfrm>
            <a:custGeom>
              <a:avLst/>
              <a:gdLst>
                <a:gd name="T0" fmla="*/ 0 w 526"/>
                <a:gd name="T1" fmla="*/ 0 h 364"/>
                <a:gd name="T2" fmla="*/ 526 w 526"/>
                <a:gd name="T3" fmla="*/ 0 h 364"/>
                <a:gd name="T4" fmla="*/ 526 w 526"/>
                <a:gd name="T5" fmla="*/ 364 h 364"/>
                <a:gd name="T6" fmla="*/ 0 w 526"/>
                <a:gd name="T7" fmla="*/ 363 h 364"/>
                <a:gd name="T8" fmla="*/ 0 w 526"/>
                <a:gd name="T9" fmla="*/ 0 h 364"/>
              </a:gdLst>
              <a:ahLst/>
              <a:cxnLst>
                <a:cxn ang="0">
                  <a:pos x="T0" y="T1"/>
                </a:cxn>
                <a:cxn ang="0">
                  <a:pos x="T2" y="T3"/>
                </a:cxn>
                <a:cxn ang="0">
                  <a:pos x="T4" y="T5"/>
                </a:cxn>
                <a:cxn ang="0">
                  <a:pos x="T6" y="T7"/>
                </a:cxn>
                <a:cxn ang="0">
                  <a:pos x="T8" y="T9"/>
                </a:cxn>
              </a:cxnLst>
              <a:rect l="0" t="0" r="r" b="b"/>
              <a:pathLst>
                <a:path w="526" h="364">
                  <a:moveTo>
                    <a:pt x="0" y="0"/>
                  </a:moveTo>
                  <a:lnTo>
                    <a:pt x="526" y="0"/>
                  </a:lnTo>
                  <a:lnTo>
                    <a:pt x="526" y="364"/>
                  </a:lnTo>
                  <a:lnTo>
                    <a:pt x="0" y="36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3" name="Rectangle 252"/>
            <p:cNvSpPr>
              <a:spLocks noChangeArrowheads="1"/>
            </p:cNvSpPr>
            <p:nvPr/>
          </p:nvSpPr>
          <p:spPr bwMode="auto">
            <a:xfrm>
              <a:off x="3408363" y="1068387"/>
              <a:ext cx="73025" cy="69850"/>
            </a:xfrm>
            <a:prstGeom prst="rect">
              <a:avLst/>
            </a:prstGeom>
            <a:solidFill>
              <a:srgbClr val="DBA4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4" name="Rectangle 253"/>
            <p:cNvSpPr>
              <a:spLocks noChangeArrowheads="1"/>
            </p:cNvSpPr>
            <p:nvPr/>
          </p:nvSpPr>
          <p:spPr bwMode="auto">
            <a:xfrm>
              <a:off x="3514725" y="1068387"/>
              <a:ext cx="73025" cy="69850"/>
            </a:xfrm>
            <a:prstGeom prst="rect">
              <a:avLst/>
            </a:prstGeom>
            <a:solidFill>
              <a:srgbClr val="CA6B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5" name="Rectangle 254"/>
            <p:cNvSpPr>
              <a:spLocks noChangeArrowheads="1"/>
            </p:cNvSpPr>
            <p:nvPr/>
          </p:nvSpPr>
          <p:spPr bwMode="auto">
            <a:xfrm>
              <a:off x="3621088" y="1068387"/>
              <a:ext cx="71438" cy="69850"/>
            </a:xfrm>
            <a:prstGeom prst="rect">
              <a:avLst/>
            </a:prstGeom>
            <a:solidFill>
              <a:srgbClr val="DD5E0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6" name="Rectangle 255"/>
            <p:cNvSpPr>
              <a:spLocks noChangeArrowheads="1"/>
            </p:cNvSpPr>
            <p:nvPr/>
          </p:nvSpPr>
          <p:spPr bwMode="auto">
            <a:xfrm>
              <a:off x="3727450" y="1068387"/>
              <a:ext cx="71438" cy="69850"/>
            </a:xfrm>
            <a:prstGeom prst="rect">
              <a:avLst/>
            </a:prstGeom>
            <a:solidFill>
              <a:srgbClr val="E6C6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7" name="Rectangle 256"/>
            <p:cNvSpPr>
              <a:spLocks noChangeArrowheads="1"/>
            </p:cNvSpPr>
            <p:nvPr/>
          </p:nvSpPr>
          <p:spPr bwMode="auto">
            <a:xfrm>
              <a:off x="3832225" y="1068387"/>
              <a:ext cx="73025" cy="69850"/>
            </a:xfrm>
            <a:prstGeom prst="rect">
              <a:avLst/>
            </a:prstGeom>
            <a:solidFill>
              <a:srgbClr val="F9B6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8" name="Freeform 257"/>
            <p:cNvSpPr>
              <a:spLocks/>
            </p:cNvSpPr>
            <p:nvPr/>
          </p:nvSpPr>
          <p:spPr bwMode="auto">
            <a:xfrm>
              <a:off x="3938588" y="1068387"/>
              <a:ext cx="71438" cy="71438"/>
            </a:xfrm>
            <a:custGeom>
              <a:avLst/>
              <a:gdLst>
                <a:gd name="T0" fmla="*/ 45 w 45"/>
                <a:gd name="T1" fmla="*/ 0 h 45"/>
                <a:gd name="T2" fmla="*/ 45 w 45"/>
                <a:gd name="T3" fmla="*/ 45 h 45"/>
                <a:gd name="T4" fmla="*/ 0 w 45"/>
                <a:gd name="T5" fmla="*/ 44 h 45"/>
                <a:gd name="T6" fmla="*/ 0 w 45"/>
                <a:gd name="T7" fmla="*/ 0 h 45"/>
                <a:gd name="T8" fmla="*/ 45 w 45"/>
                <a:gd name="T9" fmla="*/ 0 h 45"/>
              </a:gdLst>
              <a:ahLst/>
              <a:cxnLst>
                <a:cxn ang="0">
                  <a:pos x="T0" y="T1"/>
                </a:cxn>
                <a:cxn ang="0">
                  <a:pos x="T2" y="T3"/>
                </a:cxn>
                <a:cxn ang="0">
                  <a:pos x="T4" y="T5"/>
                </a:cxn>
                <a:cxn ang="0">
                  <a:pos x="T6" y="T7"/>
                </a:cxn>
                <a:cxn ang="0">
                  <a:pos x="T8" y="T9"/>
                </a:cxn>
              </a:cxnLst>
              <a:rect l="0" t="0" r="r" b="b"/>
              <a:pathLst>
                <a:path w="45" h="45">
                  <a:moveTo>
                    <a:pt x="45" y="0"/>
                  </a:moveTo>
                  <a:lnTo>
                    <a:pt x="45" y="45"/>
                  </a:lnTo>
                  <a:lnTo>
                    <a:pt x="0" y="44"/>
                  </a:lnTo>
                  <a:lnTo>
                    <a:pt x="0" y="0"/>
                  </a:lnTo>
                  <a:lnTo>
                    <a:pt x="45" y="0"/>
                  </a:lnTo>
                  <a:close/>
                </a:path>
              </a:pathLst>
            </a:custGeom>
            <a:solidFill>
              <a:srgbClr val="A6B1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9" name="Rectangle 258"/>
            <p:cNvSpPr>
              <a:spLocks noChangeArrowheads="1"/>
            </p:cNvSpPr>
            <p:nvPr/>
          </p:nvSpPr>
          <p:spPr bwMode="auto">
            <a:xfrm>
              <a:off x="4044950" y="1068387"/>
              <a:ext cx="71438" cy="71438"/>
            </a:xfrm>
            <a:prstGeom prst="rect">
              <a:avLst/>
            </a:prstGeom>
            <a:solidFill>
              <a:srgbClr val="630E1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0" name="Freeform 259"/>
            <p:cNvSpPr>
              <a:spLocks/>
            </p:cNvSpPr>
            <p:nvPr/>
          </p:nvSpPr>
          <p:spPr bwMode="auto">
            <a:xfrm>
              <a:off x="3408363" y="963612"/>
              <a:ext cx="73025" cy="69850"/>
            </a:xfrm>
            <a:custGeom>
              <a:avLst/>
              <a:gdLst>
                <a:gd name="T0" fmla="*/ 46 w 46"/>
                <a:gd name="T1" fmla="*/ 0 h 44"/>
                <a:gd name="T2" fmla="*/ 46 w 46"/>
                <a:gd name="T3" fmla="*/ 44 h 44"/>
                <a:gd name="T4" fmla="*/ 0 w 46"/>
                <a:gd name="T5" fmla="*/ 44 h 44"/>
                <a:gd name="T6" fmla="*/ 2 w 46"/>
                <a:gd name="T7" fmla="*/ 0 h 44"/>
                <a:gd name="T8" fmla="*/ 46 w 46"/>
                <a:gd name="T9" fmla="*/ 0 h 44"/>
              </a:gdLst>
              <a:ahLst/>
              <a:cxnLst>
                <a:cxn ang="0">
                  <a:pos x="T0" y="T1"/>
                </a:cxn>
                <a:cxn ang="0">
                  <a:pos x="T2" y="T3"/>
                </a:cxn>
                <a:cxn ang="0">
                  <a:pos x="T4" y="T5"/>
                </a:cxn>
                <a:cxn ang="0">
                  <a:pos x="T6" y="T7"/>
                </a:cxn>
                <a:cxn ang="0">
                  <a:pos x="T8" y="T9"/>
                </a:cxn>
              </a:cxnLst>
              <a:rect l="0" t="0" r="r" b="b"/>
              <a:pathLst>
                <a:path w="46" h="44">
                  <a:moveTo>
                    <a:pt x="46" y="0"/>
                  </a:moveTo>
                  <a:lnTo>
                    <a:pt x="46" y="44"/>
                  </a:lnTo>
                  <a:lnTo>
                    <a:pt x="0" y="44"/>
                  </a:lnTo>
                  <a:lnTo>
                    <a:pt x="2" y="0"/>
                  </a:lnTo>
                  <a:lnTo>
                    <a:pt x="46" y="0"/>
                  </a:lnTo>
                  <a:close/>
                </a:path>
              </a:pathLst>
            </a:custGeom>
            <a:solidFill>
              <a:srgbClr val="A13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1" name="Freeform 260"/>
            <p:cNvSpPr>
              <a:spLocks/>
            </p:cNvSpPr>
            <p:nvPr/>
          </p:nvSpPr>
          <p:spPr bwMode="auto">
            <a:xfrm>
              <a:off x="3514725" y="963612"/>
              <a:ext cx="73025" cy="69850"/>
            </a:xfrm>
            <a:custGeom>
              <a:avLst/>
              <a:gdLst>
                <a:gd name="T0" fmla="*/ 46 w 46"/>
                <a:gd name="T1" fmla="*/ 0 h 44"/>
                <a:gd name="T2" fmla="*/ 46 w 46"/>
                <a:gd name="T3" fmla="*/ 44 h 44"/>
                <a:gd name="T4" fmla="*/ 0 w 46"/>
                <a:gd name="T5" fmla="*/ 44 h 44"/>
                <a:gd name="T6" fmla="*/ 2 w 46"/>
                <a:gd name="T7" fmla="*/ 0 h 44"/>
                <a:gd name="T8" fmla="*/ 46 w 46"/>
                <a:gd name="T9" fmla="*/ 0 h 44"/>
              </a:gdLst>
              <a:ahLst/>
              <a:cxnLst>
                <a:cxn ang="0">
                  <a:pos x="T0" y="T1"/>
                </a:cxn>
                <a:cxn ang="0">
                  <a:pos x="T2" y="T3"/>
                </a:cxn>
                <a:cxn ang="0">
                  <a:pos x="T4" y="T5"/>
                </a:cxn>
                <a:cxn ang="0">
                  <a:pos x="T6" y="T7"/>
                </a:cxn>
                <a:cxn ang="0">
                  <a:pos x="T8" y="T9"/>
                </a:cxn>
              </a:cxnLst>
              <a:rect l="0" t="0" r="r" b="b"/>
              <a:pathLst>
                <a:path w="46" h="44">
                  <a:moveTo>
                    <a:pt x="46" y="0"/>
                  </a:moveTo>
                  <a:lnTo>
                    <a:pt x="46" y="44"/>
                  </a:lnTo>
                  <a:lnTo>
                    <a:pt x="0" y="44"/>
                  </a:lnTo>
                  <a:lnTo>
                    <a:pt x="2" y="0"/>
                  </a:lnTo>
                  <a:lnTo>
                    <a:pt x="46" y="0"/>
                  </a:lnTo>
                  <a:close/>
                </a:path>
              </a:pathLst>
            </a:custGeom>
            <a:solidFill>
              <a:srgbClr val="A640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2" name="Freeform 261"/>
            <p:cNvSpPr>
              <a:spLocks/>
            </p:cNvSpPr>
            <p:nvPr/>
          </p:nvSpPr>
          <p:spPr bwMode="auto">
            <a:xfrm>
              <a:off x="3621088" y="963612"/>
              <a:ext cx="71438" cy="69850"/>
            </a:xfrm>
            <a:custGeom>
              <a:avLst/>
              <a:gdLst>
                <a:gd name="T0" fmla="*/ 45 w 45"/>
                <a:gd name="T1" fmla="*/ 0 h 44"/>
                <a:gd name="T2" fmla="*/ 45 w 45"/>
                <a:gd name="T3" fmla="*/ 44 h 44"/>
                <a:gd name="T4" fmla="*/ 0 w 45"/>
                <a:gd name="T5" fmla="*/ 44 h 44"/>
                <a:gd name="T6" fmla="*/ 1 w 45"/>
                <a:gd name="T7" fmla="*/ 0 h 44"/>
                <a:gd name="T8" fmla="*/ 45 w 45"/>
                <a:gd name="T9" fmla="*/ 0 h 44"/>
              </a:gdLst>
              <a:ahLst/>
              <a:cxnLst>
                <a:cxn ang="0">
                  <a:pos x="T0" y="T1"/>
                </a:cxn>
                <a:cxn ang="0">
                  <a:pos x="T2" y="T3"/>
                </a:cxn>
                <a:cxn ang="0">
                  <a:pos x="T4" y="T5"/>
                </a:cxn>
                <a:cxn ang="0">
                  <a:pos x="T6" y="T7"/>
                </a:cxn>
                <a:cxn ang="0">
                  <a:pos x="T8" y="T9"/>
                </a:cxn>
              </a:cxnLst>
              <a:rect l="0" t="0" r="r" b="b"/>
              <a:pathLst>
                <a:path w="45" h="44">
                  <a:moveTo>
                    <a:pt x="45" y="0"/>
                  </a:moveTo>
                  <a:lnTo>
                    <a:pt x="45" y="44"/>
                  </a:lnTo>
                  <a:lnTo>
                    <a:pt x="0" y="44"/>
                  </a:lnTo>
                  <a:lnTo>
                    <a:pt x="1" y="0"/>
                  </a:lnTo>
                  <a:lnTo>
                    <a:pt x="45" y="0"/>
                  </a:lnTo>
                  <a:close/>
                </a:path>
              </a:pathLst>
            </a:custGeom>
            <a:solidFill>
              <a:srgbClr val="BD00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3" name="Freeform 262"/>
            <p:cNvSpPr>
              <a:spLocks/>
            </p:cNvSpPr>
            <p:nvPr/>
          </p:nvSpPr>
          <p:spPr bwMode="auto">
            <a:xfrm>
              <a:off x="3727450" y="963612"/>
              <a:ext cx="71438" cy="69850"/>
            </a:xfrm>
            <a:custGeom>
              <a:avLst/>
              <a:gdLst>
                <a:gd name="T0" fmla="*/ 45 w 45"/>
                <a:gd name="T1" fmla="*/ 0 h 44"/>
                <a:gd name="T2" fmla="*/ 45 w 45"/>
                <a:gd name="T3" fmla="*/ 44 h 44"/>
                <a:gd name="T4" fmla="*/ 0 w 45"/>
                <a:gd name="T5" fmla="*/ 44 h 44"/>
                <a:gd name="T6" fmla="*/ 1 w 45"/>
                <a:gd name="T7" fmla="*/ 0 h 44"/>
                <a:gd name="T8" fmla="*/ 45 w 45"/>
                <a:gd name="T9" fmla="*/ 0 h 44"/>
              </a:gdLst>
              <a:ahLst/>
              <a:cxnLst>
                <a:cxn ang="0">
                  <a:pos x="T0" y="T1"/>
                </a:cxn>
                <a:cxn ang="0">
                  <a:pos x="T2" y="T3"/>
                </a:cxn>
                <a:cxn ang="0">
                  <a:pos x="T4" y="T5"/>
                </a:cxn>
                <a:cxn ang="0">
                  <a:pos x="T6" y="T7"/>
                </a:cxn>
                <a:cxn ang="0">
                  <a:pos x="T8" y="T9"/>
                </a:cxn>
              </a:cxnLst>
              <a:rect l="0" t="0" r="r" b="b"/>
              <a:pathLst>
                <a:path w="45" h="44">
                  <a:moveTo>
                    <a:pt x="45" y="0"/>
                  </a:moveTo>
                  <a:lnTo>
                    <a:pt x="45" y="44"/>
                  </a:lnTo>
                  <a:lnTo>
                    <a:pt x="0" y="44"/>
                  </a:lnTo>
                  <a:lnTo>
                    <a:pt x="1" y="0"/>
                  </a:lnTo>
                  <a:lnTo>
                    <a:pt x="45" y="0"/>
                  </a:lnTo>
                  <a:close/>
                </a:path>
              </a:pathLst>
            </a:custGeom>
            <a:solidFill>
              <a:srgbClr val="D00E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4" name="Freeform 263"/>
            <p:cNvSpPr>
              <a:spLocks/>
            </p:cNvSpPr>
            <p:nvPr/>
          </p:nvSpPr>
          <p:spPr bwMode="auto">
            <a:xfrm>
              <a:off x="3832225" y="963612"/>
              <a:ext cx="73025" cy="73025"/>
            </a:xfrm>
            <a:custGeom>
              <a:avLst/>
              <a:gdLst>
                <a:gd name="T0" fmla="*/ 46 w 46"/>
                <a:gd name="T1" fmla="*/ 0 h 46"/>
                <a:gd name="T2" fmla="*/ 46 w 46"/>
                <a:gd name="T3" fmla="*/ 46 h 46"/>
                <a:gd name="T4" fmla="*/ 0 w 46"/>
                <a:gd name="T5" fmla="*/ 46 h 46"/>
                <a:gd name="T6" fmla="*/ 2 w 46"/>
                <a:gd name="T7" fmla="*/ 0 h 46"/>
                <a:gd name="T8" fmla="*/ 46 w 46"/>
                <a:gd name="T9" fmla="*/ 0 h 46"/>
              </a:gdLst>
              <a:ahLst/>
              <a:cxnLst>
                <a:cxn ang="0">
                  <a:pos x="T0" y="T1"/>
                </a:cxn>
                <a:cxn ang="0">
                  <a:pos x="T2" y="T3"/>
                </a:cxn>
                <a:cxn ang="0">
                  <a:pos x="T4" y="T5"/>
                </a:cxn>
                <a:cxn ang="0">
                  <a:pos x="T6" y="T7"/>
                </a:cxn>
                <a:cxn ang="0">
                  <a:pos x="T8" y="T9"/>
                </a:cxn>
              </a:cxnLst>
              <a:rect l="0" t="0" r="r" b="b"/>
              <a:pathLst>
                <a:path w="46" h="46">
                  <a:moveTo>
                    <a:pt x="46" y="0"/>
                  </a:moveTo>
                  <a:lnTo>
                    <a:pt x="46" y="46"/>
                  </a:lnTo>
                  <a:lnTo>
                    <a:pt x="0" y="46"/>
                  </a:lnTo>
                  <a:lnTo>
                    <a:pt x="2" y="0"/>
                  </a:lnTo>
                  <a:lnTo>
                    <a:pt x="46" y="0"/>
                  </a:lnTo>
                  <a:close/>
                </a:path>
              </a:pathLst>
            </a:custGeom>
            <a:solidFill>
              <a:srgbClr val="1907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5" name="Rectangle 264"/>
            <p:cNvSpPr>
              <a:spLocks noChangeArrowheads="1"/>
            </p:cNvSpPr>
            <p:nvPr/>
          </p:nvSpPr>
          <p:spPr bwMode="auto">
            <a:xfrm>
              <a:off x="3938588" y="963612"/>
              <a:ext cx="71438" cy="73025"/>
            </a:xfrm>
            <a:prstGeom prst="rect">
              <a:avLst/>
            </a:prstGeom>
            <a:solidFill>
              <a:srgbClr val="5536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6" name="Rectangle 265"/>
            <p:cNvSpPr>
              <a:spLocks noChangeArrowheads="1"/>
            </p:cNvSpPr>
            <p:nvPr/>
          </p:nvSpPr>
          <p:spPr bwMode="auto">
            <a:xfrm>
              <a:off x="4044950" y="963612"/>
              <a:ext cx="71438" cy="73025"/>
            </a:xfrm>
            <a:prstGeom prst="rect">
              <a:avLst/>
            </a:prstGeom>
            <a:solidFill>
              <a:srgbClr val="4626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7" name="Rectangle 266"/>
            <p:cNvSpPr>
              <a:spLocks noChangeArrowheads="1"/>
            </p:cNvSpPr>
            <p:nvPr/>
          </p:nvSpPr>
          <p:spPr bwMode="auto">
            <a:xfrm>
              <a:off x="3411538" y="860425"/>
              <a:ext cx="69850" cy="69850"/>
            </a:xfrm>
            <a:prstGeom prst="rect">
              <a:avLst/>
            </a:prstGeom>
            <a:solidFill>
              <a:srgbClr val="8B2AB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8" name="Rectangle 267"/>
            <p:cNvSpPr>
              <a:spLocks noChangeArrowheads="1"/>
            </p:cNvSpPr>
            <p:nvPr/>
          </p:nvSpPr>
          <p:spPr bwMode="auto">
            <a:xfrm>
              <a:off x="3517900" y="860425"/>
              <a:ext cx="69850" cy="69850"/>
            </a:xfrm>
            <a:prstGeom prst="rect">
              <a:avLst/>
            </a:prstGeom>
            <a:solidFill>
              <a:srgbClr val="C166A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9" name="Freeform 268"/>
            <p:cNvSpPr>
              <a:spLocks/>
            </p:cNvSpPr>
            <p:nvPr/>
          </p:nvSpPr>
          <p:spPr bwMode="auto">
            <a:xfrm>
              <a:off x="3622675" y="860425"/>
              <a:ext cx="69850" cy="71438"/>
            </a:xfrm>
            <a:custGeom>
              <a:avLst/>
              <a:gdLst>
                <a:gd name="T0" fmla="*/ 44 w 44"/>
                <a:gd name="T1" fmla="*/ 0 h 45"/>
                <a:gd name="T2" fmla="*/ 44 w 44"/>
                <a:gd name="T3" fmla="*/ 45 h 45"/>
                <a:gd name="T4" fmla="*/ 0 w 44"/>
                <a:gd name="T5" fmla="*/ 44 h 45"/>
                <a:gd name="T6" fmla="*/ 0 w 44"/>
                <a:gd name="T7" fmla="*/ 0 h 45"/>
                <a:gd name="T8" fmla="*/ 44 w 44"/>
                <a:gd name="T9" fmla="*/ 0 h 45"/>
              </a:gdLst>
              <a:ahLst/>
              <a:cxnLst>
                <a:cxn ang="0">
                  <a:pos x="T0" y="T1"/>
                </a:cxn>
                <a:cxn ang="0">
                  <a:pos x="T2" y="T3"/>
                </a:cxn>
                <a:cxn ang="0">
                  <a:pos x="T4" y="T5"/>
                </a:cxn>
                <a:cxn ang="0">
                  <a:pos x="T6" y="T7"/>
                </a:cxn>
                <a:cxn ang="0">
                  <a:pos x="T8" y="T9"/>
                </a:cxn>
              </a:cxnLst>
              <a:rect l="0" t="0" r="r" b="b"/>
              <a:pathLst>
                <a:path w="44" h="45">
                  <a:moveTo>
                    <a:pt x="44" y="0"/>
                  </a:moveTo>
                  <a:lnTo>
                    <a:pt x="44" y="45"/>
                  </a:lnTo>
                  <a:lnTo>
                    <a:pt x="0" y="44"/>
                  </a:lnTo>
                  <a:lnTo>
                    <a:pt x="0" y="0"/>
                  </a:lnTo>
                  <a:lnTo>
                    <a:pt x="44" y="0"/>
                  </a:lnTo>
                  <a:close/>
                </a:path>
              </a:pathLst>
            </a:custGeom>
            <a:solidFill>
              <a:srgbClr val="F60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0" name="Rectangle 269"/>
            <p:cNvSpPr>
              <a:spLocks noChangeArrowheads="1"/>
            </p:cNvSpPr>
            <p:nvPr/>
          </p:nvSpPr>
          <p:spPr bwMode="auto">
            <a:xfrm>
              <a:off x="3729038" y="860425"/>
              <a:ext cx="69850" cy="71438"/>
            </a:xfrm>
            <a:prstGeom prst="rect">
              <a:avLst/>
            </a:prstGeom>
            <a:solidFill>
              <a:srgbClr val="EA1BA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1" name="Rectangle 270"/>
            <p:cNvSpPr>
              <a:spLocks noChangeArrowheads="1"/>
            </p:cNvSpPr>
            <p:nvPr/>
          </p:nvSpPr>
          <p:spPr bwMode="auto">
            <a:xfrm>
              <a:off x="3835400" y="860425"/>
              <a:ext cx="69850" cy="71438"/>
            </a:xfrm>
            <a:prstGeom prst="rect">
              <a:avLst/>
            </a:prstGeom>
            <a:solidFill>
              <a:srgbClr val="F69ED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2" name="Rectangle 271"/>
            <p:cNvSpPr>
              <a:spLocks noChangeArrowheads="1"/>
            </p:cNvSpPr>
            <p:nvPr/>
          </p:nvSpPr>
          <p:spPr bwMode="auto">
            <a:xfrm>
              <a:off x="3940175" y="860425"/>
              <a:ext cx="69850" cy="71438"/>
            </a:xfrm>
            <a:prstGeom prst="rect">
              <a:avLst/>
            </a:prstGeom>
            <a:solidFill>
              <a:srgbClr val="315EC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3" name="Rectangle 272"/>
            <p:cNvSpPr>
              <a:spLocks noChangeArrowheads="1"/>
            </p:cNvSpPr>
            <p:nvPr/>
          </p:nvSpPr>
          <p:spPr bwMode="auto">
            <a:xfrm>
              <a:off x="4046538" y="860425"/>
              <a:ext cx="69850" cy="71438"/>
            </a:xfrm>
            <a:prstGeom prst="rect">
              <a:avLst/>
            </a:prstGeom>
            <a:solidFill>
              <a:srgbClr val="4A81D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4" name="Freeform 273"/>
            <p:cNvSpPr>
              <a:spLocks/>
            </p:cNvSpPr>
            <p:nvPr/>
          </p:nvSpPr>
          <p:spPr bwMode="auto">
            <a:xfrm>
              <a:off x="3411538" y="757237"/>
              <a:ext cx="69850" cy="71438"/>
            </a:xfrm>
            <a:custGeom>
              <a:avLst/>
              <a:gdLst>
                <a:gd name="T0" fmla="*/ 44 w 44"/>
                <a:gd name="T1" fmla="*/ 0 h 45"/>
                <a:gd name="T2" fmla="*/ 44 w 44"/>
                <a:gd name="T3" fmla="*/ 45 h 45"/>
                <a:gd name="T4" fmla="*/ 0 w 44"/>
                <a:gd name="T5" fmla="*/ 44 h 45"/>
                <a:gd name="T6" fmla="*/ 0 w 44"/>
                <a:gd name="T7" fmla="*/ 0 h 45"/>
                <a:gd name="T8" fmla="*/ 44 w 44"/>
                <a:gd name="T9" fmla="*/ 0 h 45"/>
              </a:gdLst>
              <a:ahLst/>
              <a:cxnLst>
                <a:cxn ang="0">
                  <a:pos x="T0" y="T1"/>
                </a:cxn>
                <a:cxn ang="0">
                  <a:pos x="T2" y="T3"/>
                </a:cxn>
                <a:cxn ang="0">
                  <a:pos x="T4" y="T5"/>
                </a:cxn>
                <a:cxn ang="0">
                  <a:pos x="T6" y="T7"/>
                </a:cxn>
                <a:cxn ang="0">
                  <a:pos x="T8" y="T9"/>
                </a:cxn>
              </a:cxnLst>
              <a:rect l="0" t="0" r="r" b="b"/>
              <a:pathLst>
                <a:path w="44" h="45">
                  <a:moveTo>
                    <a:pt x="44" y="0"/>
                  </a:moveTo>
                  <a:lnTo>
                    <a:pt x="44" y="45"/>
                  </a:lnTo>
                  <a:lnTo>
                    <a:pt x="0" y="44"/>
                  </a:lnTo>
                  <a:lnTo>
                    <a:pt x="0" y="0"/>
                  </a:lnTo>
                  <a:lnTo>
                    <a:pt x="44" y="0"/>
                  </a:lnTo>
                  <a:close/>
                </a:path>
              </a:pathLst>
            </a:custGeom>
            <a:solidFill>
              <a:srgbClr val="0716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5" name="Rectangle 274"/>
            <p:cNvSpPr>
              <a:spLocks noChangeArrowheads="1"/>
            </p:cNvSpPr>
            <p:nvPr/>
          </p:nvSpPr>
          <p:spPr bwMode="auto">
            <a:xfrm>
              <a:off x="3517900" y="757237"/>
              <a:ext cx="69850" cy="71438"/>
            </a:xfrm>
            <a:prstGeom prst="rect">
              <a:avLst/>
            </a:prstGeom>
            <a:solidFill>
              <a:srgbClr val="2A43B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6" name="Rectangle 275"/>
            <p:cNvSpPr>
              <a:spLocks noChangeArrowheads="1"/>
            </p:cNvSpPr>
            <p:nvPr/>
          </p:nvSpPr>
          <p:spPr bwMode="auto">
            <a:xfrm>
              <a:off x="3622675" y="757237"/>
              <a:ext cx="69850" cy="71438"/>
            </a:xfrm>
            <a:prstGeom prst="rect">
              <a:avLst/>
            </a:prstGeom>
            <a:solidFill>
              <a:srgbClr val="3F54A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7" name="Rectangle 276"/>
            <p:cNvSpPr>
              <a:spLocks noChangeArrowheads="1"/>
            </p:cNvSpPr>
            <p:nvPr/>
          </p:nvSpPr>
          <p:spPr bwMode="auto">
            <a:xfrm>
              <a:off x="3729038" y="757237"/>
              <a:ext cx="69850" cy="71438"/>
            </a:xfrm>
            <a:prstGeom prst="rect">
              <a:avLst/>
            </a:prstGeom>
            <a:solidFill>
              <a:srgbClr val="1D25A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8" name="Rectangle 277"/>
            <p:cNvSpPr>
              <a:spLocks noChangeArrowheads="1"/>
            </p:cNvSpPr>
            <p:nvPr/>
          </p:nvSpPr>
          <p:spPr bwMode="auto">
            <a:xfrm>
              <a:off x="3835400" y="757237"/>
              <a:ext cx="69850" cy="71438"/>
            </a:xfrm>
            <a:prstGeom prst="rect">
              <a:avLst/>
            </a:prstGeom>
            <a:solidFill>
              <a:srgbClr val="1D3C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9" name="Rectangle 278"/>
            <p:cNvSpPr>
              <a:spLocks noChangeArrowheads="1"/>
            </p:cNvSpPr>
            <p:nvPr/>
          </p:nvSpPr>
          <p:spPr bwMode="auto">
            <a:xfrm>
              <a:off x="3940175" y="757237"/>
              <a:ext cx="69850" cy="71438"/>
            </a:xfrm>
            <a:prstGeom prst="rect">
              <a:avLst/>
            </a:prstGeom>
            <a:solidFill>
              <a:srgbClr val="2760C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0" name="Rectangle 279"/>
            <p:cNvSpPr>
              <a:spLocks noChangeArrowheads="1"/>
            </p:cNvSpPr>
            <p:nvPr/>
          </p:nvSpPr>
          <p:spPr bwMode="auto">
            <a:xfrm>
              <a:off x="4046538" y="757237"/>
              <a:ext cx="69850" cy="71438"/>
            </a:xfrm>
            <a:prstGeom prst="rect">
              <a:avLst/>
            </a:prstGeom>
            <a:solidFill>
              <a:srgbClr val="3E7DD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1" name="Rectangle 280"/>
            <p:cNvSpPr>
              <a:spLocks noChangeArrowheads="1"/>
            </p:cNvSpPr>
            <p:nvPr/>
          </p:nvSpPr>
          <p:spPr bwMode="auto">
            <a:xfrm>
              <a:off x="3411538" y="652462"/>
              <a:ext cx="69850" cy="71438"/>
            </a:xfrm>
            <a:prstGeom prst="rect">
              <a:avLst/>
            </a:prstGeom>
            <a:solidFill>
              <a:srgbClr val="3F8C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2" name="Rectangle 281"/>
            <p:cNvSpPr>
              <a:spLocks noChangeArrowheads="1"/>
            </p:cNvSpPr>
            <p:nvPr/>
          </p:nvSpPr>
          <p:spPr bwMode="auto">
            <a:xfrm>
              <a:off x="3517900" y="652462"/>
              <a:ext cx="69850" cy="71438"/>
            </a:xfrm>
            <a:prstGeom prst="rect">
              <a:avLst/>
            </a:prstGeom>
            <a:solidFill>
              <a:srgbClr val="4AA3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3" name="Rectangle 282"/>
            <p:cNvSpPr>
              <a:spLocks noChangeArrowheads="1"/>
            </p:cNvSpPr>
            <p:nvPr/>
          </p:nvSpPr>
          <p:spPr bwMode="auto">
            <a:xfrm>
              <a:off x="3622675" y="652462"/>
              <a:ext cx="69850" cy="71438"/>
            </a:xfrm>
            <a:prstGeom prst="rect">
              <a:avLst/>
            </a:prstGeom>
            <a:solidFill>
              <a:srgbClr val="59B85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4" name="Rectangle 283"/>
            <p:cNvSpPr>
              <a:spLocks noChangeArrowheads="1"/>
            </p:cNvSpPr>
            <p:nvPr/>
          </p:nvSpPr>
          <p:spPr bwMode="auto">
            <a:xfrm>
              <a:off x="3729038" y="652462"/>
              <a:ext cx="69850" cy="71438"/>
            </a:xfrm>
            <a:prstGeom prst="rect">
              <a:avLst/>
            </a:prstGeom>
            <a:solidFill>
              <a:srgbClr val="6DC86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5" name="Rectangle 284"/>
            <p:cNvSpPr>
              <a:spLocks noChangeArrowheads="1"/>
            </p:cNvSpPr>
            <p:nvPr/>
          </p:nvSpPr>
          <p:spPr bwMode="auto">
            <a:xfrm>
              <a:off x="3835400" y="652462"/>
              <a:ext cx="69850" cy="71438"/>
            </a:xfrm>
            <a:prstGeom prst="rect">
              <a:avLst/>
            </a:prstGeom>
            <a:solidFill>
              <a:srgbClr val="7CC84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6" name="Freeform 285"/>
            <p:cNvSpPr>
              <a:spLocks/>
            </p:cNvSpPr>
            <p:nvPr/>
          </p:nvSpPr>
          <p:spPr bwMode="auto">
            <a:xfrm>
              <a:off x="3940175" y="652462"/>
              <a:ext cx="69850" cy="71438"/>
            </a:xfrm>
            <a:custGeom>
              <a:avLst/>
              <a:gdLst>
                <a:gd name="T0" fmla="*/ 44 w 44"/>
                <a:gd name="T1" fmla="*/ 1 h 45"/>
                <a:gd name="T2" fmla="*/ 44 w 44"/>
                <a:gd name="T3" fmla="*/ 45 h 45"/>
                <a:gd name="T4" fmla="*/ 0 w 44"/>
                <a:gd name="T5" fmla="*/ 45 h 45"/>
                <a:gd name="T6" fmla="*/ 0 w 44"/>
                <a:gd name="T7" fmla="*/ 0 h 45"/>
                <a:gd name="T8" fmla="*/ 44 w 44"/>
                <a:gd name="T9" fmla="*/ 1 h 45"/>
              </a:gdLst>
              <a:ahLst/>
              <a:cxnLst>
                <a:cxn ang="0">
                  <a:pos x="T0" y="T1"/>
                </a:cxn>
                <a:cxn ang="0">
                  <a:pos x="T2" y="T3"/>
                </a:cxn>
                <a:cxn ang="0">
                  <a:pos x="T4" y="T5"/>
                </a:cxn>
                <a:cxn ang="0">
                  <a:pos x="T6" y="T7"/>
                </a:cxn>
                <a:cxn ang="0">
                  <a:pos x="T8" y="T9"/>
                </a:cxn>
              </a:cxnLst>
              <a:rect l="0" t="0" r="r" b="b"/>
              <a:pathLst>
                <a:path w="44" h="45">
                  <a:moveTo>
                    <a:pt x="44" y="1"/>
                  </a:moveTo>
                  <a:lnTo>
                    <a:pt x="44" y="45"/>
                  </a:lnTo>
                  <a:lnTo>
                    <a:pt x="0" y="45"/>
                  </a:lnTo>
                  <a:lnTo>
                    <a:pt x="0" y="0"/>
                  </a:lnTo>
                  <a:lnTo>
                    <a:pt x="44" y="1"/>
                  </a:lnTo>
                  <a:close/>
                </a:path>
              </a:pathLst>
            </a:custGeom>
            <a:solidFill>
              <a:srgbClr val="ADD9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7" name="Rectangle 286"/>
            <p:cNvSpPr>
              <a:spLocks noChangeArrowheads="1"/>
            </p:cNvSpPr>
            <p:nvPr/>
          </p:nvSpPr>
          <p:spPr bwMode="auto">
            <a:xfrm>
              <a:off x="4046538" y="654050"/>
              <a:ext cx="69850" cy="69850"/>
            </a:xfrm>
            <a:prstGeom prst="rect">
              <a:avLst/>
            </a:prstGeom>
            <a:solidFill>
              <a:srgbClr val="CEE34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8" name="Freeform 287"/>
            <p:cNvSpPr>
              <a:spLocks/>
            </p:cNvSpPr>
            <p:nvPr/>
          </p:nvSpPr>
          <p:spPr bwMode="auto">
            <a:xfrm>
              <a:off x="3451225" y="134937"/>
              <a:ext cx="974725" cy="904875"/>
            </a:xfrm>
            <a:custGeom>
              <a:avLst/>
              <a:gdLst>
                <a:gd name="T0" fmla="*/ 0 w 614"/>
                <a:gd name="T1" fmla="*/ 299 h 570"/>
                <a:gd name="T2" fmla="*/ 192 w 614"/>
                <a:gd name="T3" fmla="*/ 0 h 570"/>
                <a:gd name="T4" fmla="*/ 614 w 614"/>
                <a:gd name="T5" fmla="*/ 271 h 570"/>
                <a:gd name="T6" fmla="*/ 422 w 614"/>
                <a:gd name="T7" fmla="*/ 570 h 570"/>
                <a:gd name="T8" fmla="*/ 0 w 614"/>
                <a:gd name="T9" fmla="*/ 299 h 570"/>
              </a:gdLst>
              <a:ahLst/>
              <a:cxnLst>
                <a:cxn ang="0">
                  <a:pos x="T0" y="T1"/>
                </a:cxn>
                <a:cxn ang="0">
                  <a:pos x="T2" y="T3"/>
                </a:cxn>
                <a:cxn ang="0">
                  <a:pos x="T4" y="T5"/>
                </a:cxn>
                <a:cxn ang="0">
                  <a:pos x="T6" y="T7"/>
                </a:cxn>
                <a:cxn ang="0">
                  <a:pos x="T8" y="T9"/>
                </a:cxn>
              </a:cxnLst>
              <a:rect l="0" t="0" r="r" b="b"/>
              <a:pathLst>
                <a:path w="614" h="570">
                  <a:moveTo>
                    <a:pt x="0" y="299"/>
                  </a:moveTo>
                  <a:lnTo>
                    <a:pt x="192" y="0"/>
                  </a:lnTo>
                  <a:lnTo>
                    <a:pt x="614" y="271"/>
                  </a:lnTo>
                  <a:lnTo>
                    <a:pt x="422" y="570"/>
                  </a:lnTo>
                  <a:lnTo>
                    <a:pt x="0" y="2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9" name="Freeform 288"/>
            <p:cNvSpPr>
              <a:spLocks/>
            </p:cNvSpPr>
            <p:nvPr/>
          </p:nvSpPr>
          <p:spPr bwMode="auto">
            <a:xfrm>
              <a:off x="3451225" y="134937"/>
              <a:ext cx="974725" cy="904875"/>
            </a:xfrm>
            <a:custGeom>
              <a:avLst/>
              <a:gdLst>
                <a:gd name="T0" fmla="*/ 0 w 614"/>
                <a:gd name="T1" fmla="*/ 299 h 570"/>
                <a:gd name="T2" fmla="*/ 192 w 614"/>
                <a:gd name="T3" fmla="*/ 0 h 570"/>
                <a:gd name="T4" fmla="*/ 614 w 614"/>
                <a:gd name="T5" fmla="*/ 271 h 570"/>
                <a:gd name="T6" fmla="*/ 422 w 614"/>
                <a:gd name="T7" fmla="*/ 570 h 570"/>
                <a:gd name="T8" fmla="*/ 0 w 614"/>
                <a:gd name="T9" fmla="*/ 299 h 570"/>
              </a:gdLst>
              <a:ahLst/>
              <a:cxnLst>
                <a:cxn ang="0">
                  <a:pos x="T0" y="T1"/>
                </a:cxn>
                <a:cxn ang="0">
                  <a:pos x="T2" y="T3"/>
                </a:cxn>
                <a:cxn ang="0">
                  <a:pos x="T4" y="T5"/>
                </a:cxn>
                <a:cxn ang="0">
                  <a:pos x="T6" y="T7"/>
                </a:cxn>
                <a:cxn ang="0">
                  <a:pos x="T8" y="T9"/>
                </a:cxn>
              </a:cxnLst>
              <a:rect l="0" t="0" r="r" b="b"/>
              <a:pathLst>
                <a:path w="614" h="570">
                  <a:moveTo>
                    <a:pt x="0" y="299"/>
                  </a:moveTo>
                  <a:lnTo>
                    <a:pt x="192" y="0"/>
                  </a:lnTo>
                  <a:lnTo>
                    <a:pt x="614" y="271"/>
                  </a:lnTo>
                  <a:lnTo>
                    <a:pt x="422" y="570"/>
                  </a:lnTo>
                  <a:lnTo>
                    <a:pt x="0" y="29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0" name="Freeform 289"/>
            <p:cNvSpPr>
              <a:spLocks/>
            </p:cNvSpPr>
            <p:nvPr/>
          </p:nvSpPr>
          <p:spPr bwMode="auto">
            <a:xfrm>
              <a:off x="3917950" y="463550"/>
              <a:ext cx="258763" cy="392113"/>
            </a:xfrm>
            <a:custGeom>
              <a:avLst/>
              <a:gdLst>
                <a:gd name="T0" fmla="*/ 0 w 163"/>
                <a:gd name="T1" fmla="*/ 242 h 247"/>
                <a:gd name="T2" fmla="*/ 156 w 163"/>
                <a:gd name="T3" fmla="*/ 0 h 247"/>
                <a:gd name="T4" fmla="*/ 163 w 163"/>
                <a:gd name="T5" fmla="*/ 6 h 247"/>
                <a:gd name="T6" fmla="*/ 8 w 163"/>
                <a:gd name="T7" fmla="*/ 247 h 247"/>
                <a:gd name="T8" fmla="*/ 0 w 163"/>
                <a:gd name="T9" fmla="*/ 242 h 247"/>
              </a:gdLst>
              <a:ahLst/>
              <a:cxnLst>
                <a:cxn ang="0">
                  <a:pos x="T0" y="T1"/>
                </a:cxn>
                <a:cxn ang="0">
                  <a:pos x="T2" y="T3"/>
                </a:cxn>
                <a:cxn ang="0">
                  <a:pos x="T4" y="T5"/>
                </a:cxn>
                <a:cxn ang="0">
                  <a:pos x="T6" y="T7"/>
                </a:cxn>
                <a:cxn ang="0">
                  <a:pos x="T8" y="T9"/>
                </a:cxn>
              </a:cxnLst>
              <a:rect l="0" t="0" r="r" b="b"/>
              <a:pathLst>
                <a:path w="163" h="247">
                  <a:moveTo>
                    <a:pt x="0" y="242"/>
                  </a:moveTo>
                  <a:lnTo>
                    <a:pt x="156" y="0"/>
                  </a:lnTo>
                  <a:lnTo>
                    <a:pt x="163" y="6"/>
                  </a:lnTo>
                  <a:lnTo>
                    <a:pt x="8" y="247"/>
                  </a:lnTo>
                  <a:lnTo>
                    <a:pt x="0" y="24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1" name="Freeform 290"/>
            <p:cNvSpPr>
              <a:spLocks/>
            </p:cNvSpPr>
            <p:nvPr/>
          </p:nvSpPr>
          <p:spPr bwMode="auto">
            <a:xfrm>
              <a:off x="3938588" y="476250"/>
              <a:ext cx="258763" cy="392113"/>
            </a:xfrm>
            <a:custGeom>
              <a:avLst/>
              <a:gdLst>
                <a:gd name="T0" fmla="*/ 0 w 163"/>
                <a:gd name="T1" fmla="*/ 243 h 247"/>
                <a:gd name="T2" fmla="*/ 155 w 163"/>
                <a:gd name="T3" fmla="*/ 0 h 247"/>
                <a:gd name="T4" fmla="*/ 163 w 163"/>
                <a:gd name="T5" fmla="*/ 6 h 247"/>
                <a:gd name="T6" fmla="*/ 7 w 163"/>
                <a:gd name="T7" fmla="*/ 247 h 247"/>
                <a:gd name="T8" fmla="*/ 0 w 163"/>
                <a:gd name="T9" fmla="*/ 243 h 247"/>
              </a:gdLst>
              <a:ahLst/>
              <a:cxnLst>
                <a:cxn ang="0">
                  <a:pos x="T0" y="T1"/>
                </a:cxn>
                <a:cxn ang="0">
                  <a:pos x="T2" y="T3"/>
                </a:cxn>
                <a:cxn ang="0">
                  <a:pos x="T4" y="T5"/>
                </a:cxn>
                <a:cxn ang="0">
                  <a:pos x="T6" y="T7"/>
                </a:cxn>
                <a:cxn ang="0">
                  <a:pos x="T8" y="T9"/>
                </a:cxn>
              </a:cxnLst>
              <a:rect l="0" t="0" r="r" b="b"/>
              <a:pathLst>
                <a:path w="163" h="247">
                  <a:moveTo>
                    <a:pt x="0" y="243"/>
                  </a:moveTo>
                  <a:lnTo>
                    <a:pt x="155" y="0"/>
                  </a:lnTo>
                  <a:lnTo>
                    <a:pt x="163" y="6"/>
                  </a:lnTo>
                  <a:lnTo>
                    <a:pt x="7" y="247"/>
                  </a:lnTo>
                  <a:lnTo>
                    <a:pt x="0" y="243"/>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2" name="Freeform 291"/>
            <p:cNvSpPr>
              <a:spLocks/>
            </p:cNvSpPr>
            <p:nvPr/>
          </p:nvSpPr>
          <p:spPr bwMode="auto">
            <a:xfrm>
              <a:off x="3959225" y="492125"/>
              <a:ext cx="258763" cy="392113"/>
            </a:xfrm>
            <a:custGeom>
              <a:avLst/>
              <a:gdLst>
                <a:gd name="T0" fmla="*/ 0 w 163"/>
                <a:gd name="T1" fmla="*/ 241 h 247"/>
                <a:gd name="T2" fmla="*/ 155 w 163"/>
                <a:gd name="T3" fmla="*/ 0 h 247"/>
                <a:gd name="T4" fmla="*/ 163 w 163"/>
                <a:gd name="T5" fmla="*/ 4 h 247"/>
                <a:gd name="T6" fmla="*/ 7 w 163"/>
                <a:gd name="T7" fmla="*/ 247 h 247"/>
                <a:gd name="T8" fmla="*/ 0 w 163"/>
                <a:gd name="T9" fmla="*/ 241 h 247"/>
              </a:gdLst>
              <a:ahLst/>
              <a:cxnLst>
                <a:cxn ang="0">
                  <a:pos x="T0" y="T1"/>
                </a:cxn>
                <a:cxn ang="0">
                  <a:pos x="T2" y="T3"/>
                </a:cxn>
                <a:cxn ang="0">
                  <a:pos x="T4" y="T5"/>
                </a:cxn>
                <a:cxn ang="0">
                  <a:pos x="T6" y="T7"/>
                </a:cxn>
                <a:cxn ang="0">
                  <a:pos x="T8" y="T9"/>
                </a:cxn>
              </a:cxnLst>
              <a:rect l="0" t="0" r="r" b="b"/>
              <a:pathLst>
                <a:path w="163" h="247">
                  <a:moveTo>
                    <a:pt x="0" y="241"/>
                  </a:moveTo>
                  <a:lnTo>
                    <a:pt x="155" y="0"/>
                  </a:lnTo>
                  <a:lnTo>
                    <a:pt x="163" y="4"/>
                  </a:lnTo>
                  <a:lnTo>
                    <a:pt x="7" y="247"/>
                  </a:lnTo>
                  <a:lnTo>
                    <a:pt x="0" y="241"/>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3" name="Freeform 292"/>
            <p:cNvSpPr>
              <a:spLocks/>
            </p:cNvSpPr>
            <p:nvPr/>
          </p:nvSpPr>
          <p:spPr bwMode="auto">
            <a:xfrm>
              <a:off x="3978275" y="504825"/>
              <a:ext cx="258763" cy="392113"/>
            </a:xfrm>
            <a:custGeom>
              <a:avLst/>
              <a:gdLst>
                <a:gd name="T0" fmla="*/ 0 w 163"/>
                <a:gd name="T1" fmla="*/ 241 h 247"/>
                <a:gd name="T2" fmla="*/ 157 w 163"/>
                <a:gd name="T3" fmla="*/ 0 h 247"/>
                <a:gd name="T4" fmla="*/ 163 w 163"/>
                <a:gd name="T5" fmla="*/ 4 h 247"/>
                <a:gd name="T6" fmla="*/ 8 w 163"/>
                <a:gd name="T7" fmla="*/ 247 h 247"/>
                <a:gd name="T8" fmla="*/ 0 w 163"/>
                <a:gd name="T9" fmla="*/ 241 h 247"/>
              </a:gdLst>
              <a:ahLst/>
              <a:cxnLst>
                <a:cxn ang="0">
                  <a:pos x="T0" y="T1"/>
                </a:cxn>
                <a:cxn ang="0">
                  <a:pos x="T2" y="T3"/>
                </a:cxn>
                <a:cxn ang="0">
                  <a:pos x="T4" y="T5"/>
                </a:cxn>
                <a:cxn ang="0">
                  <a:pos x="T6" y="T7"/>
                </a:cxn>
                <a:cxn ang="0">
                  <a:pos x="T8" y="T9"/>
                </a:cxn>
              </a:cxnLst>
              <a:rect l="0" t="0" r="r" b="b"/>
              <a:pathLst>
                <a:path w="163" h="247">
                  <a:moveTo>
                    <a:pt x="0" y="241"/>
                  </a:moveTo>
                  <a:lnTo>
                    <a:pt x="157" y="0"/>
                  </a:lnTo>
                  <a:lnTo>
                    <a:pt x="163" y="4"/>
                  </a:lnTo>
                  <a:lnTo>
                    <a:pt x="8" y="247"/>
                  </a:lnTo>
                  <a:lnTo>
                    <a:pt x="0" y="241"/>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4" name="Freeform 293"/>
            <p:cNvSpPr>
              <a:spLocks/>
            </p:cNvSpPr>
            <p:nvPr/>
          </p:nvSpPr>
          <p:spPr bwMode="auto">
            <a:xfrm>
              <a:off x="4000500" y="517525"/>
              <a:ext cx="258763" cy="392113"/>
            </a:xfrm>
            <a:custGeom>
              <a:avLst/>
              <a:gdLst>
                <a:gd name="T0" fmla="*/ 0 w 163"/>
                <a:gd name="T1" fmla="*/ 241 h 247"/>
                <a:gd name="T2" fmla="*/ 156 w 163"/>
                <a:gd name="T3" fmla="*/ 0 h 247"/>
                <a:gd name="T4" fmla="*/ 163 w 163"/>
                <a:gd name="T5" fmla="*/ 5 h 247"/>
                <a:gd name="T6" fmla="*/ 8 w 163"/>
                <a:gd name="T7" fmla="*/ 247 h 247"/>
                <a:gd name="T8" fmla="*/ 0 w 163"/>
                <a:gd name="T9" fmla="*/ 241 h 247"/>
              </a:gdLst>
              <a:ahLst/>
              <a:cxnLst>
                <a:cxn ang="0">
                  <a:pos x="T0" y="T1"/>
                </a:cxn>
                <a:cxn ang="0">
                  <a:pos x="T2" y="T3"/>
                </a:cxn>
                <a:cxn ang="0">
                  <a:pos x="T4" y="T5"/>
                </a:cxn>
                <a:cxn ang="0">
                  <a:pos x="T6" y="T7"/>
                </a:cxn>
                <a:cxn ang="0">
                  <a:pos x="T8" y="T9"/>
                </a:cxn>
              </a:cxnLst>
              <a:rect l="0" t="0" r="r" b="b"/>
              <a:pathLst>
                <a:path w="163" h="247">
                  <a:moveTo>
                    <a:pt x="0" y="241"/>
                  </a:moveTo>
                  <a:lnTo>
                    <a:pt x="156" y="0"/>
                  </a:lnTo>
                  <a:lnTo>
                    <a:pt x="163" y="5"/>
                  </a:lnTo>
                  <a:lnTo>
                    <a:pt x="8" y="247"/>
                  </a:lnTo>
                  <a:lnTo>
                    <a:pt x="0" y="241"/>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5" name="Freeform 294"/>
            <p:cNvSpPr>
              <a:spLocks/>
            </p:cNvSpPr>
            <p:nvPr/>
          </p:nvSpPr>
          <p:spPr bwMode="auto">
            <a:xfrm>
              <a:off x="4021138" y="530225"/>
              <a:ext cx="258763" cy="392113"/>
            </a:xfrm>
            <a:custGeom>
              <a:avLst/>
              <a:gdLst>
                <a:gd name="T0" fmla="*/ 0 w 163"/>
                <a:gd name="T1" fmla="*/ 243 h 247"/>
                <a:gd name="T2" fmla="*/ 155 w 163"/>
                <a:gd name="T3" fmla="*/ 0 h 247"/>
                <a:gd name="T4" fmla="*/ 163 w 163"/>
                <a:gd name="T5" fmla="*/ 5 h 247"/>
                <a:gd name="T6" fmla="*/ 7 w 163"/>
                <a:gd name="T7" fmla="*/ 247 h 247"/>
                <a:gd name="T8" fmla="*/ 0 w 163"/>
                <a:gd name="T9" fmla="*/ 243 h 247"/>
              </a:gdLst>
              <a:ahLst/>
              <a:cxnLst>
                <a:cxn ang="0">
                  <a:pos x="T0" y="T1"/>
                </a:cxn>
                <a:cxn ang="0">
                  <a:pos x="T2" y="T3"/>
                </a:cxn>
                <a:cxn ang="0">
                  <a:pos x="T4" y="T5"/>
                </a:cxn>
                <a:cxn ang="0">
                  <a:pos x="T6" y="T7"/>
                </a:cxn>
                <a:cxn ang="0">
                  <a:pos x="T8" y="T9"/>
                </a:cxn>
              </a:cxnLst>
              <a:rect l="0" t="0" r="r" b="b"/>
              <a:pathLst>
                <a:path w="163" h="247">
                  <a:moveTo>
                    <a:pt x="0" y="243"/>
                  </a:moveTo>
                  <a:lnTo>
                    <a:pt x="155" y="0"/>
                  </a:lnTo>
                  <a:lnTo>
                    <a:pt x="163" y="5"/>
                  </a:lnTo>
                  <a:lnTo>
                    <a:pt x="7" y="247"/>
                  </a:lnTo>
                  <a:lnTo>
                    <a:pt x="0" y="243"/>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6" name="Freeform 295"/>
            <p:cNvSpPr>
              <a:spLocks/>
            </p:cNvSpPr>
            <p:nvPr/>
          </p:nvSpPr>
          <p:spPr bwMode="auto">
            <a:xfrm>
              <a:off x="4041775" y="544512"/>
              <a:ext cx="258763" cy="392113"/>
            </a:xfrm>
            <a:custGeom>
              <a:avLst/>
              <a:gdLst>
                <a:gd name="T0" fmla="*/ 0 w 163"/>
                <a:gd name="T1" fmla="*/ 242 h 247"/>
                <a:gd name="T2" fmla="*/ 155 w 163"/>
                <a:gd name="T3" fmla="*/ 0 h 247"/>
                <a:gd name="T4" fmla="*/ 163 w 163"/>
                <a:gd name="T5" fmla="*/ 4 h 247"/>
                <a:gd name="T6" fmla="*/ 7 w 163"/>
                <a:gd name="T7" fmla="*/ 247 h 247"/>
                <a:gd name="T8" fmla="*/ 0 w 163"/>
                <a:gd name="T9" fmla="*/ 242 h 247"/>
              </a:gdLst>
              <a:ahLst/>
              <a:cxnLst>
                <a:cxn ang="0">
                  <a:pos x="T0" y="T1"/>
                </a:cxn>
                <a:cxn ang="0">
                  <a:pos x="T2" y="T3"/>
                </a:cxn>
                <a:cxn ang="0">
                  <a:pos x="T4" y="T5"/>
                </a:cxn>
                <a:cxn ang="0">
                  <a:pos x="T6" y="T7"/>
                </a:cxn>
                <a:cxn ang="0">
                  <a:pos x="T8" y="T9"/>
                </a:cxn>
              </a:cxnLst>
              <a:rect l="0" t="0" r="r" b="b"/>
              <a:pathLst>
                <a:path w="163" h="247">
                  <a:moveTo>
                    <a:pt x="0" y="242"/>
                  </a:moveTo>
                  <a:lnTo>
                    <a:pt x="155" y="0"/>
                  </a:lnTo>
                  <a:lnTo>
                    <a:pt x="163" y="4"/>
                  </a:lnTo>
                  <a:lnTo>
                    <a:pt x="7" y="247"/>
                  </a:lnTo>
                  <a:lnTo>
                    <a:pt x="0" y="24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7" name="Freeform 296"/>
            <p:cNvSpPr>
              <a:spLocks/>
            </p:cNvSpPr>
            <p:nvPr/>
          </p:nvSpPr>
          <p:spPr bwMode="auto">
            <a:xfrm>
              <a:off x="4062413" y="852487"/>
              <a:ext cx="69850" cy="96838"/>
            </a:xfrm>
            <a:custGeom>
              <a:avLst/>
              <a:gdLst>
                <a:gd name="T0" fmla="*/ 0 w 44"/>
                <a:gd name="T1" fmla="*/ 56 h 61"/>
                <a:gd name="T2" fmla="*/ 36 w 44"/>
                <a:gd name="T3" fmla="*/ 0 h 61"/>
                <a:gd name="T4" fmla="*/ 44 w 44"/>
                <a:gd name="T5" fmla="*/ 5 h 61"/>
                <a:gd name="T6" fmla="*/ 8 w 44"/>
                <a:gd name="T7" fmla="*/ 61 h 61"/>
                <a:gd name="T8" fmla="*/ 0 w 44"/>
                <a:gd name="T9" fmla="*/ 56 h 61"/>
              </a:gdLst>
              <a:ahLst/>
              <a:cxnLst>
                <a:cxn ang="0">
                  <a:pos x="T0" y="T1"/>
                </a:cxn>
                <a:cxn ang="0">
                  <a:pos x="T2" y="T3"/>
                </a:cxn>
                <a:cxn ang="0">
                  <a:pos x="T4" y="T5"/>
                </a:cxn>
                <a:cxn ang="0">
                  <a:pos x="T6" y="T7"/>
                </a:cxn>
                <a:cxn ang="0">
                  <a:pos x="T8" y="T9"/>
                </a:cxn>
              </a:cxnLst>
              <a:rect l="0" t="0" r="r" b="b"/>
              <a:pathLst>
                <a:path w="44" h="61">
                  <a:moveTo>
                    <a:pt x="0" y="56"/>
                  </a:moveTo>
                  <a:lnTo>
                    <a:pt x="36" y="0"/>
                  </a:lnTo>
                  <a:lnTo>
                    <a:pt x="44" y="5"/>
                  </a:lnTo>
                  <a:lnTo>
                    <a:pt x="8" y="61"/>
                  </a:lnTo>
                  <a:lnTo>
                    <a:pt x="0" y="56"/>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8" name="Freeform 297"/>
            <p:cNvSpPr>
              <a:spLocks/>
            </p:cNvSpPr>
            <p:nvPr/>
          </p:nvSpPr>
          <p:spPr bwMode="auto">
            <a:xfrm>
              <a:off x="3759200" y="314325"/>
              <a:ext cx="223838" cy="223838"/>
            </a:xfrm>
            <a:custGeom>
              <a:avLst/>
              <a:gdLst>
                <a:gd name="T0" fmla="*/ 100 w 106"/>
                <a:gd name="T1" fmla="*/ 43 h 106"/>
                <a:gd name="T2" fmla="*/ 43 w 106"/>
                <a:gd name="T3" fmla="*/ 6 h 106"/>
                <a:gd name="T4" fmla="*/ 6 w 106"/>
                <a:gd name="T5" fmla="*/ 64 h 106"/>
                <a:gd name="T6" fmla="*/ 64 w 106"/>
                <a:gd name="T7" fmla="*/ 100 h 106"/>
                <a:gd name="T8" fmla="*/ 100 w 106"/>
                <a:gd name="T9" fmla="*/ 43 h 106"/>
              </a:gdLst>
              <a:ahLst/>
              <a:cxnLst>
                <a:cxn ang="0">
                  <a:pos x="T0" y="T1"/>
                </a:cxn>
                <a:cxn ang="0">
                  <a:pos x="T2" y="T3"/>
                </a:cxn>
                <a:cxn ang="0">
                  <a:pos x="T4" y="T5"/>
                </a:cxn>
                <a:cxn ang="0">
                  <a:pos x="T6" y="T7"/>
                </a:cxn>
                <a:cxn ang="0">
                  <a:pos x="T8" y="T9"/>
                </a:cxn>
              </a:cxnLst>
              <a:rect l="0" t="0" r="r" b="b"/>
              <a:pathLst>
                <a:path w="106" h="106">
                  <a:moveTo>
                    <a:pt x="100" y="43"/>
                  </a:moveTo>
                  <a:cubicBezTo>
                    <a:pt x="95" y="17"/>
                    <a:pt x="69" y="0"/>
                    <a:pt x="43" y="6"/>
                  </a:cubicBezTo>
                  <a:cubicBezTo>
                    <a:pt x="17" y="12"/>
                    <a:pt x="0" y="38"/>
                    <a:pt x="6" y="64"/>
                  </a:cubicBezTo>
                  <a:cubicBezTo>
                    <a:pt x="12" y="90"/>
                    <a:pt x="38" y="106"/>
                    <a:pt x="64" y="100"/>
                  </a:cubicBezTo>
                  <a:cubicBezTo>
                    <a:pt x="90" y="95"/>
                    <a:pt x="106" y="69"/>
                    <a:pt x="100" y="43"/>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9" name="Freeform 298"/>
            <p:cNvSpPr>
              <a:spLocks/>
            </p:cNvSpPr>
            <p:nvPr/>
          </p:nvSpPr>
          <p:spPr bwMode="auto">
            <a:xfrm>
              <a:off x="3652838" y="412750"/>
              <a:ext cx="223838" cy="225425"/>
            </a:xfrm>
            <a:custGeom>
              <a:avLst/>
              <a:gdLst>
                <a:gd name="T0" fmla="*/ 100 w 106"/>
                <a:gd name="T1" fmla="*/ 43 h 106"/>
                <a:gd name="T2" fmla="*/ 43 w 106"/>
                <a:gd name="T3" fmla="*/ 6 h 106"/>
                <a:gd name="T4" fmla="*/ 6 w 106"/>
                <a:gd name="T5" fmla="*/ 64 h 106"/>
                <a:gd name="T6" fmla="*/ 64 w 106"/>
                <a:gd name="T7" fmla="*/ 101 h 106"/>
                <a:gd name="T8" fmla="*/ 100 w 106"/>
                <a:gd name="T9" fmla="*/ 43 h 106"/>
              </a:gdLst>
              <a:ahLst/>
              <a:cxnLst>
                <a:cxn ang="0">
                  <a:pos x="T0" y="T1"/>
                </a:cxn>
                <a:cxn ang="0">
                  <a:pos x="T2" y="T3"/>
                </a:cxn>
                <a:cxn ang="0">
                  <a:pos x="T4" y="T5"/>
                </a:cxn>
                <a:cxn ang="0">
                  <a:pos x="T6" y="T7"/>
                </a:cxn>
                <a:cxn ang="0">
                  <a:pos x="T8" y="T9"/>
                </a:cxn>
              </a:cxnLst>
              <a:rect l="0" t="0" r="r" b="b"/>
              <a:pathLst>
                <a:path w="106" h="106">
                  <a:moveTo>
                    <a:pt x="100" y="43"/>
                  </a:moveTo>
                  <a:cubicBezTo>
                    <a:pt x="95" y="17"/>
                    <a:pt x="69" y="0"/>
                    <a:pt x="43" y="6"/>
                  </a:cubicBezTo>
                  <a:cubicBezTo>
                    <a:pt x="17" y="12"/>
                    <a:pt x="0" y="38"/>
                    <a:pt x="6" y="64"/>
                  </a:cubicBezTo>
                  <a:cubicBezTo>
                    <a:pt x="12" y="90"/>
                    <a:pt x="38" y="106"/>
                    <a:pt x="64" y="101"/>
                  </a:cubicBezTo>
                  <a:cubicBezTo>
                    <a:pt x="90" y="95"/>
                    <a:pt x="106" y="69"/>
                    <a:pt x="100" y="43"/>
                  </a:cubicBezTo>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0" name="Freeform 299"/>
            <p:cNvSpPr>
              <a:spLocks/>
            </p:cNvSpPr>
            <p:nvPr/>
          </p:nvSpPr>
          <p:spPr bwMode="auto">
            <a:xfrm>
              <a:off x="3768725" y="423862"/>
              <a:ext cx="76200" cy="76200"/>
            </a:xfrm>
            <a:custGeom>
              <a:avLst/>
              <a:gdLst>
                <a:gd name="T0" fmla="*/ 0 w 36"/>
                <a:gd name="T1" fmla="*/ 0 h 36"/>
                <a:gd name="T2" fmla="*/ 1 w 36"/>
                <a:gd name="T3" fmla="*/ 12 h 36"/>
                <a:gd name="T4" fmla="*/ 14 w 36"/>
                <a:gd name="T5" fmla="*/ 36 h 36"/>
                <a:gd name="T6" fmla="*/ 36 w 36"/>
                <a:gd name="T7" fmla="*/ 19 h 36"/>
                <a:gd name="T8" fmla="*/ 0 w 36"/>
                <a:gd name="T9" fmla="*/ 0 h 36"/>
              </a:gdLst>
              <a:ahLst/>
              <a:cxnLst>
                <a:cxn ang="0">
                  <a:pos x="T0" y="T1"/>
                </a:cxn>
                <a:cxn ang="0">
                  <a:pos x="T2" y="T3"/>
                </a:cxn>
                <a:cxn ang="0">
                  <a:pos x="T4" y="T5"/>
                </a:cxn>
                <a:cxn ang="0">
                  <a:pos x="T6" y="T7"/>
                </a:cxn>
                <a:cxn ang="0">
                  <a:pos x="T8" y="T9"/>
                </a:cxn>
              </a:cxnLst>
              <a:rect l="0" t="0" r="r" b="b"/>
              <a:pathLst>
                <a:path w="36" h="36">
                  <a:moveTo>
                    <a:pt x="0" y="0"/>
                  </a:moveTo>
                  <a:cubicBezTo>
                    <a:pt x="0" y="4"/>
                    <a:pt x="0" y="8"/>
                    <a:pt x="1" y="12"/>
                  </a:cubicBezTo>
                  <a:cubicBezTo>
                    <a:pt x="3" y="21"/>
                    <a:pt x="8" y="29"/>
                    <a:pt x="14" y="36"/>
                  </a:cubicBezTo>
                  <a:cubicBezTo>
                    <a:pt x="20" y="28"/>
                    <a:pt x="27" y="22"/>
                    <a:pt x="36" y="19"/>
                  </a:cubicBezTo>
                  <a:cubicBezTo>
                    <a:pt x="28" y="8"/>
                    <a:pt x="14" y="1"/>
                    <a:pt x="0" y="0"/>
                  </a:cubicBezTo>
                </a:path>
              </a:pathLst>
            </a:custGeom>
            <a:solidFill>
              <a:srgbClr val="E02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1" name="Freeform 300"/>
            <p:cNvSpPr>
              <a:spLocks/>
            </p:cNvSpPr>
            <p:nvPr/>
          </p:nvSpPr>
          <p:spPr bwMode="auto">
            <a:xfrm>
              <a:off x="3771900" y="447675"/>
              <a:ext cx="223838" cy="223838"/>
            </a:xfrm>
            <a:custGeom>
              <a:avLst/>
              <a:gdLst>
                <a:gd name="T0" fmla="*/ 100 w 106"/>
                <a:gd name="T1" fmla="*/ 42 h 106"/>
                <a:gd name="T2" fmla="*/ 42 w 106"/>
                <a:gd name="T3" fmla="*/ 6 h 106"/>
                <a:gd name="T4" fmla="*/ 6 w 106"/>
                <a:gd name="T5" fmla="*/ 63 h 106"/>
                <a:gd name="T6" fmla="*/ 63 w 106"/>
                <a:gd name="T7" fmla="*/ 100 h 106"/>
                <a:gd name="T8" fmla="*/ 100 w 106"/>
                <a:gd name="T9" fmla="*/ 42 h 106"/>
              </a:gdLst>
              <a:ahLst/>
              <a:cxnLst>
                <a:cxn ang="0">
                  <a:pos x="T0" y="T1"/>
                </a:cxn>
                <a:cxn ang="0">
                  <a:pos x="T2" y="T3"/>
                </a:cxn>
                <a:cxn ang="0">
                  <a:pos x="T4" y="T5"/>
                </a:cxn>
                <a:cxn ang="0">
                  <a:pos x="T6" y="T7"/>
                </a:cxn>
                <a:cxn ang="0">
                  <a:pos x="T8" y="T9"/>
                </a:cxn>
              </a:cxnLst>
              <a:rect l="0" t="0" r="r" b="b"/>
              <a:pathLst>
                <a:path w="106" h="106">
                  <a:moveTo>
                    <a:pt x="100" y="42"/>
                  </a:moveTo>
                  <a:cubicBezTo>
                    <a:pt x="94" y="16"/>
                    <a:pt x="68" y="0"/>
                    <a:pt x="42" y="6"/>
                  </a:cubicBezTo>
                  <a:cubicBezTo>
                    <a:pt x="16" y="11"/>
                    <a:pt x="0" y="37"/>
                    <a:pt x="6" y="63"/>
                  </a:cubicBezTo>
                  <a:cubicBezTo>
                    <a:pt x="11" y="89"/>
                    <a:pt x="37" y="106"/>
                    <a:pt x="63" y="100"/>
                  </a:cubicBezTo>
                  <a:cubicBezTo>
                    <a:pt x="89" y="94"/>
                    <a:pt x="106" y="68"/>
                    <a:pt x="100" y="42"/>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2" name="Freeform 301"/>
            <p:cNvSpPr>
              <a:spLocks/>
            </p:cNvSpPr>
            <p:nvPr/>
          </p:nvSpPr>
          <p:spPr bwMode="auto">
            <a:xfrm>
              <a:off x="3784600" y="581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8F2C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3" name="Freeform 302"/>
            <p:cNvSpPr>
              <a:spLocks/>
            </p:cNvSpPr>
            <p:nvPr/>
          </p:nvSpPr>
          <p:spPr bwMode="auto">
            <a:xfrm>
              <a:off x="3775075" y="485775"/>
              <a:ext cx="92075" cy="134938"/>
            </a:xfrm>
            <a:custGeom>
              <a:avLst/>
              <a:gdLst>
                <a:gd name="T0" fmla="*/ 17 w 43"/>
                <a:gd name="T1" fmla="*/ 0 h 64"/>
                <a:gd name="T2" fmla="*/ 4 w 43"/>
                <a:gd name="T3" fmla="*/ 45 h 64"/>
                <a:gd name="T4" fmla="*/ 4 w 43"/>
                <a:gd name="T5" fmla="*/ 45 h 64"/>
                <a:gd name="T6" fmla="*/ 4 w 43"/>
                <a:gd name="T7" fmla="*/ 45 h 64"/>
                <a:gd name="T8" fmla="*/ 13 w 43"/>
                <a:gd name="T9" fmla="*/ 64 h 64"/>
                <a:gd name="T10" fmla="*/ 43 w 43"/>
                <a:gd name="T11" fmla="*/ 21 h 64"/>
                <a:gd name="T12" fmla="*/ 11 w 43"/>
                <a:gd name="T13" fmla="*/ 7 h 64"/>
                <a:gd name="T14" fmla="*/ 17 w 43"/>
                <a:gd name="T15" fmla="*/ 0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64">
                  <a:moveTo>
                    <a:pt x="17" y="0"/>
                  </a:moveTo>
                  <a:cubicBezTo>
                    <a:pt x="5" y="12"/>
                    <a:pt x="0" y="28"/>
                    <a:pt x="4" y="45"/>
                  </a:cubicBezTo>
                  <a:cubicBezTo>
                    <a:pt x="4" y="45"/>
                    <a:pt x="4" y="45"/>
                    <a:pt x="4" y="45"/>
                  </a:cubicBezTo>
                  <a:cubicBezTo>
                    <a:pt x="4" y="45"/>
                    <a:pt x="4" y="45"/>
                    <a:pt x="4" y="45"/>
                  </a:cubicBezTo>
                  <a:cubicBezTo>
                    <a:pt x="5" y="52"/>
                    <a:pt x="8" y="59"/>
                    <a:pt x="13" y="64"/>
                  </a:cubicBezTo>
                  <a:cubicBezTo>
                    <a:pt x="31" y="57"/>
                    <a:pt x="43" y="40"/>
                    <a:pt x="43" y="21"/>
                  </a:cubicBezTo>
                  <a:cubicBezTo>
                    <a:pt x="31" y="20"/>
                    <a:pt x="20" y="15"/>
                    <a:pt x="11" y="7"/>
                  </a:cubicBezTo>
                  <a:cubicBezTo>
                    <a:pt x="13" y="4"/>
                    <a:pt x="15" y="2"/>
                    <a:pt x="17" y="0"/>
                  </a:cubicBezTo>
                </a:path>
              </a:pathLst>
            </a:custGeom>
            <a:solidFill>
              <a:srgbClr val="5352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4" name="Freeform 303"/>
            <p:cNvSpPr>
              <a:spLocks noEditPoints="1"/>
            </p:cNvSpPr>
            <p:nvPr/>
          </p:nvSpPr>
          <p:spPr bwMode="auto">
            <a:xfrm>
              <a:off x="3856038" y="455612"/>
              <a:ext cx="26988" cy="4763"/>
            </a:xfrm>
            <a:custGeom>
              <a:avLst/>
              <a:gdLst>
                <a:gd name="T0" fmla="*/ 0 w 13"/>
                <a:gd name="T1" fmla="*/ 2 h 2"/>
                <a:gd name="T2" fmla="*/ 0 w 13"/>
                <a:gd name="T3" fmla="*/ 2 h 2"/>
                <a:gd name="T4" fmla="*/ 0 w 13"/>
                <a:gd name="T5" fmla="*/ 2 h 2"/>
                <a:gd name="T6" fmla="*/ 13 w 13"/>
                <a:gd name="T7" fmla="*/ 0 h 2"/>
                <a:gd name="T8" fmla="*/ 2 w 13"/>
                <a:gd name="T9" fmla="*/ 2 h 2"/>
                <a:gd name="T10" fmla="*/ 0 w 13"/>
                <a:gd name="T11" fmla="*/ 2 h 2"/>
                <a:gd name="T12" fmla="*/ 2 w 13"/>
                <a:gd name="T13" fmla="*/ 2 h 2"/>
                <a:gd name="T14" fmla="*/ 13 w 13"/>
                <a:gd name="T15" fmla="*/ 0 h 2"/>
                <a:gd name="T16" fmla="*/ 13 w 1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
                  <a:moveTo>
                    <a:pt x="0" y="2"/>
                  </a:moveTo>
                  <a:cubicBezTo>
                    <a:pt x="0" y="2"/>
                    <a:pt x="0" y="2"/>
                    <a:pt x="0" y="2"/>
                  </a:cubicBezTo>
                  <a:cubicBezTo>
                    <a:pt x="0" y="2"/>
                    <a:pt x="0" y="2"/>
                    <a:pt x="0" y="2"/>
                  </a:cubicBezTo>
                  <a:moveTo>
                    <a:pt x="13" y="0"/>
                  </a:moveTo>
                  <a:cubicBezTo>
                    <a:pt x="9" y="0"/>
                    <a:pt x="6" y="1"/>
                    <a:pt x="2" y="2"/>
                  </a:cubicBezTo>
                  <a:cubicBezTo>
                    <a:pt x="2" y="2"/>
                    <a:pt x="1" y="2"/>
                    <a:pt x="0" y="2"/>
                  </a:cubicBezTo>
                  <a:cubicBezTo>
                    <a:pt x="1" y="2"/>
                    <a:pt x="2" y="2"/>
                    <a:pt x="2" y="2"/>
                  </a:cubicBezTo>
                  <a:cubicBezTo>
                    <a:pt x="6" y="1"/>
                    <a:pt x="9" y="0"/>
                    <a:pt x="13" y="0"/>
                  </a:cubicBezTo>
                  <a:cubicBezTo>
                    <a:pt x="13" y="0"/>
                    <a:pt x="13" y="0"/>
                    <a:pt x="13" y="0"/>
                  </a:cubicBezTo>
                </a:path>
              </a:pathLst>
            </a:custGeom>
            <a:solidFill>
              <a:srgbClr val="258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5" name="Freeform 304"/>
            <p:cNvSpPr>
              <a:spLocks/>
            </p:cNvSpPr>
            <p:nvPr/>
          </p:nvSpPr>
          <p:spPr bwMode="auto">
            <a:xfrm>
              <a:off x="3811588" y="455612"/>
              <a:ext cx="144463" cy="74613"/>
            </a:xfrm>
            <a:custGeom>
              <a:avLst/>
              <a:gdLst>
                <a:gd name="T0" fmla="*/ 34 w 68"/>
                <a:gd name="T1" fmla="*/ 0 h 35"/>
                <a:gd name="T2" fmla="*/ 23 w 68"/>
                <a:gd name="T3" fmla="*/ 2 h 35"/>
                <a:gd name="T4" fmla="*/ 21 w 68"/>
                <a:gd name="T5" fmla="*/ 2 h 35"/>
                <a:gd name="T6" fmla="*/ 21 w 68"/>
                <a:gd name="T7" fmla="*/ 2 h 35"/>
                <a:gd name="T8" fmla="*/ 21 w 68"/>
                <a:gd name="T9" fmla="*/ 2 h 35"/>
                <a:gd name="T10" fmla="*/ 0 w 68"/>
                <a:gd name="T11" fmla="*/ 14 h 35"/>
                <a:gd name="T12" fmla="*/ 16 w 68"/>
                <a:gd name="T13" fmla="*/ 4 h 35"/>
                <a:gd name="T14" fmla="*/ 25 w 68"/>
                <a:gd name="T15" fmla="*/ 23 h 35"/>
                <a:gd name="T16" fmla="*/ 26 w 68"/>
                <a:gd name="T17" fmla="*/ 35 h 35"/>
                <a:gd name="T18" fmla="*/ 28 w 68"/>
                <a:gd name="T19" fmla="*/ 35 h 35"/>
                <a:gd name="T20" fmla="*/ 39 w 68"/>
                <a:gd name="T21" fmla="*/ 33 h 35"/>
                <a:gd name="T22" fmla="*/ 68 w 68"/>
                <a:gd name="T23" fmla="*/ 14 h 35"/>
                <a:gd name="T24" fmla="*/ 34 w 68"/>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35">
                  <a:moveTo>
                    <a:pt x="34" y="0"/>
                  </a:moveTo>
                  <a:cubicBezTo>
                    <a:pt x="30" y="0"/>
                    <a:pt x="27" y="1"/>
                    <a:pt x="23" y="2"/>
                  </a:cubicBezTo>
                  <a:cubicBezTo>
                    <a:pt x="23" y="2"/>
                    <a:pt x="22" y="2"/>
                    <a:pt x="21" y="2"/>
                  </a:cubicBezTo>
                  <a:cubicBezTo>
                    <a:pt x="21" y="2"/>
                    <a:pt x="21" y="2"/>
                    <a:pt x="21" y="2"/>
                  </a:cubicBezTo>
                  <a:cubicBezTo>
                    <a:pt x="21" y="2"/>
                    <a:pt x="21" y="2"/>
                    <a:pt x="21" y="2"/>
                  </a:cubicBezTo>
                  <a:cubicBezTo>
                    <a:pt x="13" y="4"/>
                    <a:pt x="6" y="9"/>
                    <a:pt x="0" y="14"/>
                  </a:cubicBezTo>
                  <a:cubicBezTo>
                    <a:pt x="4" y="10"/>
                    <a:pt x="10" y="6"/>
                    <a:pt x="16" y="4"/>
                  </a:cubicBezTo>
                  <a:cubicBezTo>
                    <a:pt x="21" y="9"/>
                    <a:pt x="24" y="16"/>
                    <a:pt x="25" y="23"/>
                  </a:cubicBezTo>
                  <a:cubicBezTo>
                    <a:pt x="26" y="27"/>
                    <a:pt x="27" y="31"/>
                    <a:pt x="26" y="35"/>
                  </a:cubicBezTo>
                  <a:cubicBezTo>
                    <a:pt x="27" y="35"/>
                    <a:pt x="28" y="35"/>
                    <a:pt x="28" y="35"/>
                  </a:cubicBezTo>
                  <a:cubicBezTo>
                    <a:pt x="32" y="35"/>
                    <a:pt x="35" y="34"/>
                    <a:pt x="39" y="33"/>
                  </a:cubicBezTo>
                  <a:cubicBezTo>
                    <a:pt x="51" y="31"/>
                    <a:pt x="61" y="24"/>
                    <a:pt x="68" y="14"/>
                  </a:cubicBezTo>
                  <a:cubicBezTo>
                    <a:pt x="59" y="6"/>
                    <a:pt x="47" y="0"/>
                    <a:pt x="34" y="0"/>
                  </a:cubicBezTo>
                </a:path>
              </a:pathLst>
            </a:custGeom>
            <a:solidFill>
              <a:srgbClr val="1F85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6" name="Freeform 305"/>
            <p:cNvSpPr>
              <a:spLocks/>
            </p:cNvSpPr>
            <p:nvPr/>
          </p:nvSpPr>
          <p:spPr bwMode="auto">
            <a:xfrm>
              <a:off x="3798888" y="463550"/>
              <a:ext cx="69850" cy="66675"/>
            </a:xfrm>
            <a:custGeom>
              <a:avLst/>
              <a:gdLst>
                <a:gd name="T0" fmla="*/ 22 w 33"/>
                <a:gd name="T1" fmla="*/ 0 h 31"/>
                <a:gd name="T2" fmla="*/ 6 w 33"/>
                <a:gd name="T3" fmla="*/ 10 h 31"/>
                <a:gd name="T4" fmla="*/ 0 w 33"/>
                <a:gd name="T5" fmla="*/ 17 h 31"/>
                <a:gd name="T6" fmla="*/ 32 w 33"/>
                <a:gd name="T7" fmla="*/ 31 h 31"/>
                <a:gd name="T8" fmla="*/ 31 w 33"/>
                <a:gd name="T9" fmla="*/ 19 h 31"/>
                <a:gd name="T10" fmla="*/ 22 w 33"/>
                <a:gd name="T11" fmla="*/ 0 h 31"/>
              </a:gdLst>
              <a:ahLst/>
              <a:cxnLst>
                <a:cxn ang="0">
                  <a:pos x="T0" y="T1"/>
                </a:cxn>
                <a:cxn ang="0">
                  <a:pos x="T2" y="T3"/>
                </a:cxn>
                <a:cxn ang="0">
                  <a:pos x="T4" y="T5"/>
                </a:cxn>
                <a:cxn ang="0">
                  <a:pos x="T6" y="T7"/>
                </a:cxn>
                <a:cxn ang="0">
                  <a:pos x="T8" y="T9"/>
                </a:cxn>
                <a:cxn ang="0">
                  <a:pos x="T10" y="T11"/>
                </a:cxn>
              </a:cxnLst>
              <a:rect l="0" t="0" r="r" b="b"/>
              <a:pathLst>
                <a:path w="33" h="31">
                  <a:moveTo>
                    <a:pt x="22" y="0"/>
                  </a:moveTo>
                  <a:cubicBezTo>
                    <a:pt x="16" y="2"/>
                    <a:pt x="10" y="6"/>
                    <a:pt x="6" y="10"/>
                  </a:cubicBezTo>
                  <a:cubicBezTo>
                    <a:pt x="4" y="12"/>
                    <a:pt x="2" y="14"/>
                    <a:pt x="0" y="17"/>
                  </a:cubicBezTo>
                  <a:cubicBezTo>
                    <a:pt x="9" y="25"/>
                    <a:pt x="20" y="30"/>
                    <a:pt x="32" y="31"/>
                  </a:cubicBezTo>
                  <a:cubicBezTo>
                    <a:pt x="33" y="27"/>
                    <a:pt x="32" y="23"/>
                    <a:pt x="31" y="19"/>
                  </a:cubicBezTo>
                  <a:cubicBezTo>
                    <a:pt x="30" y="12"/>
                    <a:pt x="27" y="5"/>
                    <a:pt x="22" y="0"/>
                  </a:cubicBezTo>
                </a:path>
              </a:pathLst>
            </a:custGeom>
            <a:solidFill>
              <a:srgbClr val="2C6B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7" name="Freeform 306"/>
            <p:cNvSpPr>
              <a:spLocks/>
            </p:cNvSpPr>
            <p:nvPr/>
          </p:nvSpPr>
          <p:spPr bwMode="auto">
            <a:xfrm>
              <a:off x="1166813" y="2103437"/>
              <a:ext cx="582613" cy="676275"/>
            </a:xfrm>
            <a:custGeom>
              <a:avLst/>
              <a:gdLst>
                <a:gd name="T0" fmla="*/ 273 w 275"/>
                <a:gd name="T1" fmla="*/ 234 h 319"/>
                <a:gd name="T2" fmla="*/ 271 w 275"/>
                <a:gd name="T3" fmla="*/ 244 h 319"/>
                <a:gd name="T4" fmla="*/ 149 w 275"/>
                <a:gd name="T5" fmla="*/ 317 h 319"/>
                <a:gd name="T6" fmla="*/ 140 w 275"/>
                <a:gd name="T7" fmla="*/ 314 h 319"/>
                <a:gd name="T8" fmla="*/ 2 w 275"/>
                <a:gd name="T9" fmla="*/ 84 h 319"/>
                <a:gd name="T10" fmla="*/ 4 w 275"/>
                <a:gd name="T11" fmla="*/ 75 h 319"/>
                <a:gd name="T12" fmla="*/ 126 w 275"/>
                <a:gd name="T13" fmla="*/ 2 h 319"/>
                <a:gd name="T14" fmla="*/ 135 w 275"/>
                <a:gd name="T15" fmla="*/ 4 h 319"/>
                <a:gd name="T16" fmla="*/ 273 w 275"/>
                <a:gd name="T17" fmla="*/ 234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319">
                  <a:moveTo>
                    <a:pt x="273" y="234"/>
                  </a:moveTo>
                  <a:cubicBezTo>
                    <a:pt x="275" y="238"/>
                    <a:pt x="274" y="242"/>
                    <a:pt x="271" y="244"/>
                  </a:cubicBezTo>
                  <a:cubicBezTo>
                    <a:pt x="149" y="317"/>
                    <a:pt x="149" y="317"/>
                    <a:pt x="149" y="317"/>
                  </a:cubicBezTo>
                  <a:cubicBezTo>
                    <a:pt x="146" y="319"/>
                    <a:pt x="142" y="318"/>
                    <a:pt x="140" y="314"/>
                  </a:cubicBezTo>
                  <a:cubicBezTo>
                    <a:pt x="2" y="84"/>
                    <a:pt x="2" y="84"/>
                    <a:pt x="2" y="84"/>
                  </a:cubicBezTo>
                  <a:cubicBezTo>
                    <a:pt x="0" y="81"/>
                    <a:pt x="1" y="77"/>
                    <a:pt x="4" y="75"/>
                  </a:cubicBezTo>
                  <a:cubicBezTo>
                    <a:pt x="126" y="2"/>
                    <a:pt x="126" y="2"/>
                    <a:pt x="126" y="2"/>
                  </a:cubicBezTo>
                  <a:cubicBezTo>
                    <a:pt x="129" y="0"/>
                    <a:pt x="133" y="1"/>
                    <a:pt x="135" y="4"/>
                  </a:cubicBezTo>
                  <a:lnTo>
                    <a:pt x="273" y="2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8" name="Freeform 307"/>
            <p:cNvSpPr>
              <a:spLocks/>
            </p:cNvSpPr>
            <p:nvPr/>
          </p:nvSpPr>
          <p:spPr bwMode="auto">
            <a:xfrm>
              <a:off x="1204913" y="2159000"/>
              <a:ext cx="506413" cy="563563"/>
            </a:xfrm>
            <a:custGeom>
              <a:avLst/>
              <a:gdLst>
                <a:gd name="T0" fmla="*/ 319 w 319"/>
                <a:gd name="T1" fmla="*/ 254 h 355"/>
                <a:gd name="T2" fmla="*/ 153 w 319"/>
                <a:gd name="T3" fmla="*/ 355 h 355"/>
                <a:gd name="T4" fmla="*/ 0 w 319"/>
                <a:gd name="T5" fmla="*/ 100 h 355"/>
                <a:gd name="T6" fmla="*/ 167 w 319"/>
                <a:gd name="T7" fmla="*/ 0 h 355"/>
                <a:gd name="T8" fmla="*/ 319 w 319"/>
                <a:gd name="T9" fmla="*/ 254 h 355"/>
              </a:gdLst>
              <a:ahLst/>
              <a:cxnLst>
                <a:cxn ang="0">
                  <a:pos x="T0" y="T1"/>
                </a:cxn>
                <a:cxn ang="0">
                  <a:pos x="T2" y="T3"/>
                </a:cxn>
                <a:cxn ang="0">
                  <a:pos x="T4" y="T5"/>
                </a:cxn>
                <a:cxn ang="0">
                  <a:pos x="T6" y="T7"/>
                </a:cxn>
                <a:cxn ang="0">
                  <a:pos x="T8" y="T9"/>
                </a:cxn>
              </a:cxnLst>
              <a:rect l="0" t="0" r="r" b="b"/>
              <a:pathLst>
                <a:path w="319" h="355">
                  <a:moveTo>
                    <a:pt x="319" y="254"/>
                  </a:moveTo>
                  <a:lnTo>
                    <a:pt x="153" y="355"/>
                  </a:lnTo>
                  <a:lnTo>
                    <a:pt x="0" y="100"/>
                  </a:lnTo>
                  <a:lnTo>
                    <a:pt x="167" y="0"/>
                  </a:lnTo>
                  <a:lnTo>
                    <a:pt x="319" y="254"/>
                  </a:ln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9" name="Freeform 308"/>
            <p:cNvSpPr>
              <a:spLocks/>
            </p:cNvSpPr>
            <p:nvPr/>
          </p:nvSpPr>
          <p:spPr bwMode="auto">
            <a:xfrm>
              <a:off x="1571625" y="2646362"/>
              <a:ext cx="44450" cy="42863"/>
            </a:xfrm>
            <a:custGeom>
              <a:avLst/>
              <a:gdLst>
                <a:gd name="T0" fmla="*/ 18 w 21"/>
                <a:gd name="T1" fmla="*/ 6 h 20"/>
                <a:gd name="T2" fmla="*/ 6 w 21"/>
                <a:gd name="T3" fmla="*/ 3 h 20"/>
                <a:gd name="T4" fmla="*/ 3 w 21"/>
                <a:gd name="T5" fmla="*/ 15 h 20"/>
                <a:gd name="T6" fmla="*/ 15 w 21"/>
                <a:gd name="T7" fmla="*/ 18 h 20"/>
                <a:gd name="T8" fmla="*/ 18 w 21"/>
                <a:gd name="T9" fmla="*/ 6 h 20"/>
              </a:gdLst>
              <a:ahLst/>
              <a:cxnLst>
                <a:cxn ang="0">
                  <a:pos x="T0" y="T1"/>
                </a:cxn>
                <a:cxn ang="0">
                  <a:pos x="T2" y="T3"/>
                </a:cxn>
                <a:cxn ang="0">
                  <a:pos x="T4" y="T5"/>
                </a:cxn>
                <a:cxn ang="0">
                  <a:pos x="T6" y="T7"/>
                </a:cxn>
                <a:cxn ang="0">
                  <a:pos x="T8" y="T9"/>
                </a:cxn>
              </a:cxnLst>
              <a:rect l="0" t="0" r="r" b="b"/>
              <a:pathLst>
                <a:path w="21" h="20">
                  <a:moveTo>
                    <a:pt x="18" y="6"/>
                  </a:moveTo>
                  <a:cubicBezTo>
                    <a:pt x="16" y="1"/>
                    <a:pt x="10" y="0"/>
                    <a:pt x="6" y="3"/>
                  </a:cubicBezTo>
                  <a:cubicBezTo>
                    <a:pt x="2" y="5"/>
                    <a:pt x="0" y="11"/>
                    <a:pt x="3" y="15"/>
                  </a:cubicBezTo>
                  <a:cubicBezTo>
                    <a:pt x="6" y="19"/>
                    <a:pt x="11" y="20"/>
                    <a:pt x="15" y="18"/>
                  </a:cubicBezTo>
                  <a:cubicBezTo>
                    <a:pt x="20" y="15"/>
                    <a:pt x="21" y="10"/>
                    <a:pt x="18" y="6"/>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0" name="Freeform 309"/>
            <p:cNvSpPr>
              <a:spLocks/>
            </p:cNvSpPr>
            <p:nvPr/>
          </p:nvSpPr>
          <p:spPr bwMode="auto">
            <a:xfrm>
              <a:off x="1311275" y="2201862"/>
              <a:ext cx="19050" cy="19050"/>
            </a:xfrm>
            <a:custGeom>
              <a:avLst/>
              <a:gdLst>
                <a:gd name="T0" fmla="*/ 8 w 9"/>
                <a:gd name="T1" fmla="*/ 3 h 9"/>
                <a:gd name="T2" fmla="*/ 2 w 9"/>
                <a:gd name="T3" fmla="*/ 1 h 9"/>
                <a:gd name="T4" fmla="*/ 1 w 9"/>
                <a:gd name="T5" fmla="*/ 7 h 9"/>
                <a:gd name="T6" fmla="*/ 7 w 9"/>
                <a:gd name="T7" fmla="*/ 8 h 9"/>
                <a:gd name="T8" fmla="*/ 8 w 9"/>
                <a:gd name="T9" fmla="*/ 3 h 9"/>
              </a:gdLst>
              <a:ahLst/>
              <a:cxnLst>
                <a:cxn ang="0">
                  <a:pos x="T0" y="T1"/>
                </a:cxn>
                <a:cxn ang="0">
                  <a:pos x="T2" y="T3"/>
                </a:cxn>
                <a:cxn ang="0">
                  <a:pos x="T4" y="T5"/>
                </a:cxn>
                <a:cxn ang="0">
                  <a:pos x="T6" y="T7"/>
                </a:cxn>
                <a:cxn ang="0">
                  <a:pos x="T8" y="T9"/>
                </a:cxn>
              </a:cxnLst>
              <a:rect l="0" t="0" r="r" b="b"/>
              <a:pathLst>
                <a:path w="9" h="9">
                  <a:moveTo>
                    <a:pt x="8" y="3"/>
                  </a:moveTo>
                  <a:cubicBezTo>
                    <a:pt x="7" y="1"/>
                    <a:pt x="4" y="0"/>
                    <a:pt x="2" y="1"/>
                  </a:cubicBezTo>
                  <a:cubicBezTo>
                    <a:pt x="1" y="2"/>
                    <a:pt x="0" y="5"/>
                    <a:pt x="1" y="7"/>
                  </a:cubicBezTo>
                  <a:cubicBezTo>
                    <a:pt x="2" y="9"/>
                    <a:pt x="5" y="9"/>
                    <a:pt x="7" y="8"/>
                  </a:cubicBezTo>
                  <a:cubicBezTo>
                    <a:pt x="9" y="7"/>
                    <a:pt x="9" y="5"/>
                    <a:pt x="8" y="3"/>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1" name="Freeform 310"/>
            <p:cNvSpPr>
              <a:spLocks/>
            </p:cNvSpPr>
            <p:nvPr/>
          </p:nvSpPr>
          <p:spPr bwMode="auto">
            <a:xfrm>
              <a:off x="1924050" y="930275"/>
              <a:ext cx="639763" cy="417513"/>
            </a:xfrm>
            <a:custGeom>
              <a:avLst/>
              <a:gdLst>
                <a:gd name="T0" fmla="*/ 272 w 302"/>
                <a:gd name="T1" fmla="*/ 0 h 197"/>
                <a:gd name="T2" fmla="*/ 280 w 302"/>
                <a:gd name="T3" fmla="*/ 6 h 197"/>
                <a:gd name="T4" fmla="*/ 302 w 302"/>
                <a:gd name="T5" fmla="*/ 146 h 197"/>
                <a:gd name="T6" fmla="*/ 296 w 302"/>
                <a:gd name="T7" fmla="*/ 154 h 197"/>
                <a:gd name="T8" fmla="*/ 31 w 302"/>
                <a:gd name="T9" fmla="*/ 196 h 197"/>
                <a:gd name="T10" fmla="*/ 23 w 302"/>
                <a:gd name="T11" fmla="*/ 190 h 197"/>
                <a:gd name="T12" fmla="*/ 1 w 302"/>
                <a:gd name="T13" fmla="*/ 50 h 197"/>
                <a:gd name="T14" fmla="*/ 7 w 302"/>
                <a:gd name="T15" fmla="*/ 42 h 197"/>
                <a:gd name="T16" fmla="*/ 272 w 302"/>
                <a:gd name="T17"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2" h="197">
                  <a:moveTo>
                    <a:pt x="272" y="0"/>
                  </a:moveTo>
                  <a:cubicBezTo>
                    <a:pt x="276" y="0"/>
                    <a:pt x="279" y="2"/>
                    <a:pt x="280" y="6"/>
                  </a:cubicBezTo>
                  <a:cubicBezTo>
                    <a:pt x="302" y="146"/>
                    <a:pt x="302" y="146"/>
                    <a:pt x="302" y="146"/>
                  </a:cubicBezTo>
                  <a:cubicBezTo>
                    <a:pt x="302" y="150"/>
                    <a:pt x="300" y="154"/>
                    <a:pt x="296" y="154"/>
                  </a:cubicBezTo>
                  <a:cubicBezTo>
                    <a:pt x="31" y="196"/>
                    <a:pt x="31" y="196"/>
                    <a:pt x="31" y="196"/>
                  </a:cubicBezTo>
                  <a:cubicBezTo>
                    <a:pt x="27" y="197"/>
                    <a:pt x="23" y="194"/>
                    <a:pt x="23" y="190"/>
                  </a:cubicBezTo>
                  <a:cubicBezTo>
                    <a:pt x="1" y="50"/>
                    <a:pt x="1" y="50"/>
                    <a:pt x="1" y="50"/>
                  </a:cubicBezTo>
                  <a:cubicBezTo>
                    <a:pt x="0" y="46"/>
                    <a:pt x="3" y="43"/>
                    <a:pt x="7" y="42"/>
                  </a:cubicBezTo>
                  <a:lnTo>
                    <a:pt x="2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2" name="Freeform 311"/>
            <p:cNvSpPr>
              <a:spLocks/>
            </p:cNvSpPr>
            <p:nvPr/>
          </p:nvSpPr>
          <p:spPr bwMode="auto">
            <a:xfrm>
              <a:off x="1987550" y="949325"/>
              <a:ext cx="512763" cy="379413"/>
            </a:xfrm>
            <a:custGeom>
              <a:avLst/>
              <a:gdLst>
                <a:gd name="T0" fmla="*/ 292 w 323"/>
                <a:gd name="T1" fmla="*/ 0 h 239"/>
                <a:gd name="T2" fmla="*/ 323 w 323"/>
                <a:gd name="T3" fmla="*/ 192 h 239"/>
                <a:gd name="T4" fmla="*/ 31 w 323"/>
                <a:gd name="T5" fmla="*/ 239 h 239"/>
                <a:gd name="T6" fmla="*/ 0 w 323"/>
                <a:gd name="T7" fmla="*/ 45 h 239"/>
                <a:gd name="T8" fmla="*/ 292 w 323"/>
                <a:gd name="T9" fmla="*/ 0 h 239"/>
              </a:gdLst>
              <a:ahLst/>
              <a:cxnLst>
                <a:cxn ang="0">
                  <a:pos x="T0" y="T1"/>
                </a:cxn>
                <a:cxn ang="0">
                  <a:pos x="T2" y="T3"/>
                </a:cxn>
                <a:cxn ang="0">
                  <a:pos x="T4" y="T5"/>
                </a:cxn>
                <a:cxn ang="0">
                  <a:pos x="T6" y="T7"/>
                </a:cxn>
                <a:cxn ang="0">
                  <a:pos x="T8" y="T9"/>
                </a:cxn>
              </a:cxnLst>
              <a:rect l="0" t="0" r="r" b="b"/>
              <a:pathLst>
                <a:path w="323" h="239">
                  <a:moveTo>
                    <a:pt x="292" y="0"/>
                  </a:moveTo>
                  <a:lnTo>
                    <a:pt x="323" y="192"/>
                  </a:lnTo>
                  <a:lnTo>
                    <a:pt x="31" y="239"/>
                  </a:lnTo>
                  <a:lnTo>
                    <a:pt x="0" y="45"/>
                  </a:lnTo>
                  <a:lnTo>
                    <a:pt x="292" y="0"/>
                  </a:ln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3" name="Freeform 312"/>
            <p:cNvSpPr>
              <a:spLocks/>
            </p:cNvSpPr>
            <p:nvPr/>
          </p:nvSpPr>
          <p:spPr bwMode="auto">
            <a:xfrm>
              <a:off x="2486025" y="1076325"/>
              <a:ext cx="39688" cy="39688"/>
            </a:xfrm>
            <a:custGeom>
              <a:avLst/>
              <a:gdLst>
                <a:gd name="T0" fmla="*/ 8 w 19"/>
                <a:gd name="T1" fmla="*/ 1 h 19"/>
                <a:gd name="T2" fmla="*/ 1 w 19"/>
                <a:gd name="T3" fmla="*/ 11 h 19"/>
                <a:gd name="T4" fmla="*/ 11 w 19"/>
                <a:gd name="T5" fmla="*/ 19 h 19"/>
                <a:gd name="T6" fmla="*/ 18 w 19"/>
                <a:gd name="T7" fmla="*/ 8 h 19"/>
                <a:gd name="T8" fmla="*/ 8 w 19"/>
                <a:gd name="T9" fmla="*/ 1 h 19"/>
              </a:gdLst>
              <a:ahLst/>
              <a:cxnLst>
                <a:cxn ang="0">
                  <a:pos x="T0" y="T1"/>
                </a:cxn>
                <a:cxn ang="0">
                  <a:pos x="T2" y="T3"/>
                </a:cxn>
                <a:cxn ang="0">
                  <a:pos x="T4" y="T5"/>
                </a:cxn>
                <a:cxn ang="0">
                  <a:pos x="T6" y="T7"/>
                </a:cxn>
                <a:cxn ang="0">
                  <a:pos x="T8" y="T9"/>
                </a:cxn>
              </a:cxnLst>
              <a:rect l="0" t="0" r="r" b="b"/>
              <a:pathLst>
                <a:path w="19" h="19">
                  <a:moveTo>
                    <a:pt x="8" y="1"/>
                  </a:moveTo>
                  <a:cubicBezTo>
                    <a:pt x="3" y="2"/>
                    <a:pt x="0" y="6"/>
                    <a:pt x="1" y="11"/>
                  </a:cubicBezTo>
                  <a:cubicBezTo>
                    <a:pt x="1" y="16"/>
                    <a:pt x="6" y="19"/>
                    <a:pt x="11" y="19"/>
                  </a:cubicBezTo>
                  <a:cubicBezTo>
                    <a:pt x="16" y="18"/>
                    <a:pt x="19" y="13"/>
                    <a:pt x="18" y="8"/>
                  </a:cubicBezTo>
                  <a:cubicBezTo>
                    <a:pt x="18" y="4"/>
                    <a:pt x="13" y="0"/>
                    <a:pt x="8" y="1"/>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4" name="Freeform 313"/>
            <p:cNvSpPr>
              <a:spLocks/>
            </p:cNvSpPr>
            <p:nvPr/>
          </p:nvSpPr>
          <p:spPr bwMode="auto">
            <a:xfrm>
              <a:off x="1970088" y="1169987"/>
              <a:ext cx="19050" cy="19050"/>
            </a:xfrm>
            <a:custGeom>
              <a:avLst/>
              <a:gdLst>
                <a:gd name="T0" fmla="*/ 4 w 9"/>
                <a:gd name="T1" fmla="*/ 1 h 9"/>
                <a:gd name="T2" fmla="*/ 0 w 9"/>
                <a:gd name="T3" fmla="*/ 5 h 9"/>
                <a:gd name="T4" fmla="*/ 5 w 9"/>
                <a:gd name="T5" fmla="*/ 9 h 9"/>
                <a:gd name="T6" fmla="*/ 8 w 9"/>
                <a:gd name="T7" fmla="*/ 4 h 9"/>
                <a:gd name="T8" fmla="*/ 4 w 9"/>
                <a:gd name="T9" fmla="*/ 1 h 9"/>
              </a:gdLst>
              <a:ahLst/>
              <a:cxnLst>
                <a:cxn ang="0">
                  <a:pos x="T0" y="T1"/>
                </a:cxn>
                <a:cxn ang="0">
                  <a:pos x="T2" y="T3"/>
                </a:cxn>
                <a:cxn ang="0">
                  <a:pos x="T4" y="T5"/>
                </a:cxn>
                <a:cxn ang="0">
                  <a:pos x="T6" y="T7"/>
                </a:cxn>
                <a:cxn ang="0">
                  <a:pos x="T8" y="T9"/>
                </a:cxn>
              </a:cxnLst>
              <a:rect l="0" t="0" r="r" b="b"/>
              <a:pathLst>
                <a:path w="9" h="9">
                  <a:moveTo>
                    <a:pt x="4" y="1"/>
                  </a:moveTo>
                  <a:cubicBezTo>
                    <a:pt x="2" y="1"/>
                    <a:pt x="0" y="3"/>
                    <a:pt x="0" y="5"/>
                  </a:cubicBezTo>
                  <a:cubicBezTo>
                    <a:pt x="1" y="8"/>
                    <a:pt x="3" y="9"/>
                    <a:pt x="5" y="9"/>
                  </a:cubicBezTo>
                  <a:cubicBezTo>
                    <a:pt x="7" y="9"/>
                    <a:pt x="9" y="6"/>
                    <a:pt x="8" y="4"/>
                  </a:cubicBezTo>
                  <a:cubicBezTo>
                    <a:pt x="8" y="2"/>
                    <a:pt x="6" y="0"/>
                    <a:pt x="4" y="1"/>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5" name="Freeform 314"/>
            <p:cNvSpPr>
              <a:spLocks/>
            </p:cNvSpPr>
            <p:nvPr/>
          </p:nvSpPr>
          <p:spPr bwMode="auto">
            <a:xfrm>
              <a:off x="3829050" y="1227137"/>
              <a:ext cx="1146175" cy="898525"/>
            </a:xfrm>
            <a:custGeom>
              <a:avLst/>
              <a:gdLst>
                <a:gd name="T0" fmla="*/ 0 w 541"/>
                <a:gd name="T1" fmla="*/ 27 h 424"/>
                <a:gd name="T2" fmla="*/ 0 w 541"/>
                <a:gd name="T3" fmla="*/ 397 h 424"/>
                <a:gd name="T4" fmla="*/ 27 w 541"/>
                <a:gd name="T5" fmla="*/ 424 h 424"/>
                <a:gd name="T6" fmla="*/ 514 w 541"/>
                <a:gd name="T7" fmla="*/ 424 h 424"/>
                <a:gd name="T8" fmla="*/ 541 w 541"/>
                <a:gd name="T9" fmla="*/ 397 h 424"/>
                <a:gd name="T10" fmla="*/ 541 w 541"/>
                <a:gd name="T11" fmla="*/ 27 h 424"/>
                <a:gd name="T12" fmla="*/ 514 w 541"/>
                <a:gd name="T13" fmla="*/ 0 h 424"/>
                <a:gd name="T14" fmla="*/ 27 w 541"/>
                <a:gd name="T15" fmla="*/ 0 h 424"/>
                <a:gd name="T16" fmla="*/ 0 w 541"/>
                <a:gd name="T17" fmla="*/ 27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1" h="424">
                  <a:moveTo>
                    <a:pt x="0" y="27"/>
                  </a:moveTo>
                  <a:cubicBezTo>
                    <a:pt x="0" y="397"/>
                    <a:pt x="0" y="397"/>
                    <a:pt x="0" y="397"/>
                  </a:cubicBezTo>
                  <a:cubicBezTo>
                    <a:pt x="0" y="412"/>
                    <a:pt x="12" y="424"/>
                    <a:pt x="27" y="424"/>
                  </a:cubicBezTo>
                  <a:cubicBezTo>
                    <a:pt x="514" y="424"/>
                    <a:pt x="514" y="424"/>
                    <a:pt x="514" y="424"/>
                  </a:cubicBezTo>
                  <a:cubicBezTo>
                    <a:pt x="529" y="424"/>
                    <a:pt x="541" y="412"/>
                    <a:pt x="541" y="397"/>
                  </a:cubicBezTo>
                  <a:cubicBezTo>
                    <a:pt x="541" y="27"/>
                    <a:pt x="541" y="27"/>
                    <a:pt x="541" y="27"/>
                  </a:cubicBezTo>
                  <a:cubicBezTo>
                    <a:pt x="541" y="12"/>
                    <a:pt x="529" y="0"/>
                    <a:pt x="514" y="0"/>
                  </a:cubicBezTo>
                  <a:cubicBezTo>
                    <a:pt x="27" y="0"/>
                    <a:pt x="27" y="0"/>
                    <a:pt x="27" y="0"/>
                  </a:cubicBezTo>
                  <a:cubicBezTo>
                    <a:pt x="12" y="0"/>
                    <a:pt x="0" y="12"/>
                    <a:pt x="0" y="27"/>
                  </a:cubicBezTo>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6" name="Freeform 315"/>
            <p:cNvSpPr>
              <a:spLocks/>
            </p:cNvSpPr>
            <p:nvPr/>
          </p:nvSpPr>
          <p:spPr bwMode="auto">
            <a:xfrm>
              <a:off x="3829050" y="1227137"/>
              <a:ext cx="768350" cy="685800"/>
            </a:xfrm>
            <a:custGeom>
              <a:avLst/>
              <a:gdLst>
                <a:gd name="T0" fmla="*/ 363 w 363"/>
                <a:gd name="T1" fmla="*/ 0 h 324"/>
                <a:gd name="T2" fmla="*/ 27 w 363"/>
                <a:gd name="T3" fmla="*/ 0 h 324"/>
                <a:gd name="T4" fmla="*/ 0 w 363"/>
                <a:gd name="T5" fmla="*/ 27 h 324"/>
                <a:gd name="T6" fmla="*/ 0 w 363"/>
                <a:gd name="T7" fmla="*/ 324 h 324"/>
                <a:gd name="T8" fmla="*/ 363 w 363"/>
                <a:gd name="T9" fmla="*/ 0 h 324"/>
              </a:gdLst>
              <a:ahLst/>
              <a:cxnLst>
                <a:cxn ang="0">
                  <a:pos x="T0" y="T1"/>
                </a:cxn>
                <a:cxn ang="0">
                  <a:pos x="T2" y="T3"/>
                </a:cxn>
                <a:cxn ang="0">
                  <a:pos x="T4" y="T5"/>
                </a:cxn>
                <a:cxn ang="0">
                  <a:pos x="T6" y="T7"/>
                </a:cxn>
                <a:cxn ang="0">
                  <a:pos x="T8" y="T9"/>
                </a:cxn>
              </a:cxnLst>
              <a:rect l="0" t="0" r="r" b="b"/>
              <a:pathLst>
                <a:path w="363" h="324">
                  <a:moveTo>
                    <a:pt x="363" y="0"/>
                  </a:moveTo>
                  <a:cubicBezTo>
                    <a:pt x="27" y="0"/>
                    <a:pt x="27" y="0"/>
                    <a:pt x="27" y="0"/>
                  </a:cubicBezTo>
                  <a:cubicBezTo>
                    <a:pt x="12" y="0"/>
                    <a:pt x="0" y="12"/>
                    <a:pt x="0" y="27"/>
                  </a:cubicBezTo>
                  <a:cubicBezTo>
                    <a:pt x="0" y="324"/>
                    <a:pt x="0" y="324"/>
                    <a:pt x="0" y="324"/>
                  </a:cubicBezTo>
                  <a:cubicBezTo>
                    <a:pt x="363" y="0"/>
                    <a:pt x="363" y="0"/>
                    <a:pt x="363" y="0"/>
                  </a:cubicBezTo>
                </a:path>
              </a:pathLst>
            </a:custGeom>
            <a:solidFill>
              <a:srgbClr val="F9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7" name="Oval 316"/>
            <p:cNvSpPr>
              <a:spLocks noChangeArrowheads="1"/>
            </p:cNvSpPr>
            <p:nvPr/>
          </p:nvSpPr>
          <p:spPr bwMode="auto">
            <a:xfrm>
              <a:off x="4899025" y="1652587"/>
              <a:ext cx="46038" cy="46038"/>
            </a:xfrm>
            <a:prstGeom prst="ellipse">
              <a:avLst/>
            </a:prstGeom>
            <a:solidFill>
              <a:srgbClr val="2C46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8" name="Oval 317"/>
            <p:cNvSpPr>
              <a:spLocks noChangeArrowheads="1"/>
            </p:cNvSpPr>
            <p:nvPr/>
          </p:nvSpPr>
          <p:spPr bwMode="auto">
            <a:xfrm>
              <a:off x="3883025" y="1663700"/>
              <a:ext cx="25400" cy="25400"/>
            </a:xfrm>
            <a:prstGeom prst="ellipse">
              <a:avLst/>
            </a:prstGeom>
            <a:solidFill>
              <a:srgbClr val="2C46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9" name="Rectangle 318"/>
            <p:cNvSpPr>
              <a:spLocks noChangeArrowheads="1"/>
            </p:cNvSpPr>
            <p:nvPr/>
          </p:nvSpPr>
          <p:spPr bwMode="auto">
            <a:xfrm>
              <a:off x="3938588" y="1328737"/>
              <a:ext cx="923925" cy="695325"/>
            </a:xfrm>
            <a:prstGeom prst="rect">
              <a:avLst/>
            </a:prstGeom>
            <a:solidFill>
              <a:srgbClr val="003E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0" name="Freeform 319"/>
            <p:cNvSpPr>
              <a:spLocks/>
            </p:cNvSpPr>
            <p:nvPr/>
          </p:nvSpPr>
          <p:spPr bwMode="auto">
            <a:xfrm>
              <a:off x="2185988" y="2703512"/>
              <a:ext cx="2252663" cy="1184275"/>
            </a:xfrm>
            <a:custGeom>
              <a:avLst/>
              <a:gdLst>
                <a:gd name="T0" fmla="*/ 14 w 1063"/>
                <a:gd name="T1" fmla="*/ 221 h 559"/>
                <a:gd name="T2" fmla="*/ 0 w 1063"/>
                <a:gd name="T3" fmla="*/ 324 h 559"/>
                <a:gd name="T4" fmla="*/ 15 w 1063"/>
                <a:gd name="T5" fmla="*/ 408 h 559"/>
                <a:gd name="T6" fmla="*/ 77 w 1063"/>
                <a:gd name="T7" fmla="*/ 466 h 559"/>
                <a:gd name="T8" fmla="*/ 219 w 1063"/>
                <a:gd name="T9" fmla="*/ 511 h 559"/>
                <a:gd name="T10" fmla="*/ 323 w 1063"/>
                <a:gd name="T11" fmla="*/ 551 h 559"/>
                <a:gd name="T12" fmla="*/ 356 w 1063"/>
                <a:gd name="T13" fmla="*/ 559 h 559"/>
                <a:gd name="T14" fmla="*/ 397 w 1063"/>
                <a:gd name="T15" fmla="*/ 546 h 559"/>
                <a:gd name="T16" fmla="*/ 450 w 1063"/>
                <a:gd name="T17" fmla="*/ 489 h 559"/>
                <a:gd name="T18" fmla="*/ 497 w 1063"/>
                <a:gd name="T19" fmla="*/ 405 h 559"/>
                <a:gd name="T20" fmla="*/ 593 w 1063"/>
                <a:gd name="T21" fmla="*/ 240 h 559"/>
                <a:gd name="T22" fmla="*/ 654 w 1063"/>
                <a:gd name="T23" fmla="*/ 172 h 559"/>
                <a:gd name="T24" fmla="*/ 718 w 1063"/>
                <a:gd name="T25" fmla="*/ 143 h 559"/>
                <a:gd name="T26" fmla="*/ 772 w 1063"/>
                <a:gd name="T27" fmla="*/ 120 h 559"/>
                <a:gd name="T28" fmla="*/ 847 w 1063"/>
                <a:gd name="T29" fmla="*/ 47 h 559"/>
                <a:gd name="T30" fmla="*/ 886 w 1063"/>
                <a:gd name="T31" fmla="*/ 17 h 559"/>
                <a:gd name="T32" fmla="*/ 930 w 1063"/>
                <a:gd name="T33" fmla="*/ 4 h 559"/>
                <a:gd name="T34" fmla="*/ 968 w 1063"/>
                <a:gd name="T35" fmla="*/ 13 h 559"/>
                <a:gd name="T36" fmla="*/ 1039 w 1063"/>
                <a:gd name="T37" fmla="*/ 67 h 559"/>
                <a:gd name="T38" fmla="*/ 1059 w 1063"/>
                <a:gd name="T39" fmla="*/ 127 h 559"/>
                <a:gd name="T40" fmla="*/ 1037 w 1063"/>
                <a:gd name="T41" fmla="*/ 199 h 559"/>
                <a:gd name="T42" fmla="*/ 1040 w 1063"/>
                <a:gd name="T43" fmla="*/ 201 h 559"/>
                <a:gd name="T44" fmla="*/ 1063 w 1063"/>
                <a:gd name="T45" fmla="*/ 127 h 559"/>
                <a:gd name="T46" fmla="*/ 1042 w 1063"/>
                <a:gd name="T47" fmla="*/ 64 h 559"/>
                <a:gd name="T48" fmla="*/ 969 w 1063"/>
                <a:gd name="T49" fmla="*/ 9 h 559"/>
                <a:gd name="T50" fmla="*/ 930 w 1063"/>
                <a:gd name="T51" fmla="*/ 0 h 559"/>
                <a:gd name="T52" fmla="*/ 870 w 1063"/>
                <a:gd name="T53" fmla="*/ 22 h 559"/>
                <a:gd name="T54" fmla="*/ 794 w 1063"/>
                <a:gd name="T55" fmla="*/ 95 h 559"/>
                <a:gd name="T56" fmla="*/ 757 w 1063"/>
                <a:gd name="T57" fmla="*/ 126 h 559"/>
                <a:gd name="T58" fmla="*/ 717 w 1063"/>
                <a:gd name="T59" fmla="*/ 139 h 559"/>
                <a:gd name="T60" fmla="*/ 652 w 1063"/>
                <a:gd name="T61" fmla="*/ 169 h 559"/>
                <a:gd name="T62" fmla="*/ 562 w 1063"/>
                <a:gd name="T63" fmla="*/ 280 h 559"/>
                <a:gd name="T64" fmla="*/ 494 w 1063"/>
                <a:gd name="T65" fmla="*/ 404 h 559"/>
                <a:gd name="T66" fmla="*/ 430 w 1063"/>
                <a:gd name="T67" fmla="*/ 509 h 559"/>
                <a:gd name="T68" fmla="*/ 394 w 1063"/>
                <a:gd name="T69" fmla="*/ 543 h 559"/>
                <a:gd name="T70" fmla="*/ 356 w 1063"/>
                <a:gd name="T71" fmla="*/ 555 h 559"/>
                <a:gd name="T72" fmla="*/ 325 w 1063"/>
                <a:gd name="T73" fmla="*/ 547 h 559"/>
                <a:gd name="T74" fmla="*/ 220 w 1063"/>
                <a:gd name="T75" fmla="*/ 507 h 559"/>
                <a:gd name="T76" fmla="*/ 79 w 1063"/>
                <a:gd name="T77" fmla="*/ 462 h 559"/>
                <a:gd name="T78" fmla="*/ 19 w 1063"/>
                <a:gd name="T79" fmla="*/ 406 h 559"/>
                <a:gd name="T80" fmla="*/ 4 w 1063"/>
                <a:gd name="T81" fmla="*/ 324 h 559"/>
                <a:gd name="T82" fmla="*/ 11 w 1063"/>
                <a:gd name="T83" fmla="*/ 253 h 559"/>
                <a:gd name="T84" fmla="*/ 16 w 1063"/>
                <a:gd name="T85" fmla="*/ 230 h 559"/>
                <a:gd name="T86" fmla="*/ 17 w 1063"/>
                <a:gd name="T87" fmla="*/ 224 h 559"/>
                <a:gd name="T88" fmla="*/ 18 w 1063"/>
                <a:gd name="T89" fmla="*/ 222 h 559"/>
                <a:gd name="T90" fmla="*/ 14 w 1063"/>
                <a:gd name="T91" fmla="*/ 221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63" h="559">
                  <a:moveTo>
                    <a:pt x="14" y="221"/>
                  </a:moveTo>
                  <a:cubicBezTo>
                    <a:pt x="14" y="221"/>
                    <a:pt x="0" y="270"/>
                    <a:pt x="0" y="324"/>
                  </a:cubicBezTo>
                  <a:cubicBezTo>
                    <a:pt x="0" y="353"/>
                    <a:pt x="3" y="382"/>
                    <a:pt x="15" y="408"/>
                  </a:cubicBezTo>
                  <a:cubicBezTo>
                    <a:pt x="27" y="434"/>
                    <a:pt x="46" y="455"/>
                    <a:pt x="77" y="466"/>
                  </a:cubicBezTo>
                  <a:cubicBezTo>
                    <a:pt x="138" y="487"/>
                    <a:pt x="181" y="499"/>
                    <a:pt x="219" y="511"/>
                  </a:cubicBezTo>
                  <a:cubicBezTo>
                    <a:pt x="256" y="523"/>
                    <a:pt x="287" y="533"/>
                    <a:pt x="323" y="551"/>
                  </a:cubicBezTo>
                  <a:cubicBezTo>
                    <a:pt x="334" y="557"/>
                    <a:pt x="345" y="559"/>
                    <a:pt x="356" y="559"/>
                  </a:cubicBezTo>
                  <a:cubicBezTo>
                    <a:pt x="370" y="559"/>
                    <a:pt x="384" y="554"/>
                    <a:pt x="397" y="546"/>
                  </a:cubicBezTo>
                  <a:cubicBezTo>
                    <a:pt x="416" y="534"/>
                    <a:pt x="433" y="513"/>
                    <a:pt x="450" y="489"/>
                  </a:cubicBezTo>
                  <a:cubicBezTo>
                    <a:pt x="467" y="464"/>
                    <a:pt x="482" y="435"/>
                    <a:pt x="497" y="405"/>
                  </a:cubicBezTo>
                  <a:cubicBezTo>
                    <a:pt x="521" y="359"/>
                    <a:pt x="555" y="294"/>
                    <a:pt x="593" y="240"/>
                  </a:cubicBezTo>
                  <a:cubicBezTo>
                    <a:pt x="613" y="213"/>
                    <a:pt x="633" y="190"/>
                    <a:pt x="654" y="172"/>
                  </a:cubicBezTo>
                  <a:cubicBezTo>
                    <a:pt x="675" y="155"/>
                    <a:pt x="697" y="144"/>
                    <a:pt x="718" y="143"/>
                  </a:cubicBezTo>
                  <a:cubicBezTo>
                    <a:pt x="737" y="143"/>
                    <a:pt x="755" y="133"/>
                    <a:pt x="772" y="120"/>
                  </a:cubicBezTo>
                  <a:cubicBezTo>
                    <a:pt x="797" y="100"/>
                    <a:pt x="821" y="71"/>
                    <a:pt x="847" y="47"/>
                  </a:cubicBezTo>
                  <a:cubicBezTo>
                    <a:pt x="860" y="35"/>
                    <a:pt x="873" y="24"/>
                    <a:pt x="886" y="17"/>
                  </a:cubicBezTo>
                  <a:cubicBezTo>
                    <a:pt x="900" y="9"/>
                    <a:pt x="915" y="4"/>
                    <a:pt x="930" y="4"/>
                  </a:cubicBezTo>
                  <a:cubicBezTo>
                    <a:pt x="942" y="4"/>
                    <a:pt x="954" y="7"/>
                    <a:pt x="968" y="13"/>
                  </a:cubicBezTo>
                  <a:cubicBezTo>
                    <a:pt x="1001" y="29"/>
                    <a:pt x="1024" y="47"/>
                    <a:pt x="1039" y="67"/>
                  </a:cubicBezTo>
                  <a:cubicBezTo>
                    <a:pt x="1053" y="86"/>
                    <a:pt x="1059" y="107"/>
                    <a:pt x="1059" y="127"/>
                  </a:cubicBezTo>
                  <a:cubicBezTo>
                    <a:pt x="1059" y="152"/>
                    <a:pt x="1051" y="176"/>
                    <a:pt x="1037" y="199"/>
                  </a:cubicBezTo>
                  <a:cubicBezTo>
                    <a:pt x="1040" y="201"/>
                    <a:pt x="1040" y="201"/>
                    <a:pt x="1040" y="201"/>
                  </a:cubicBezTo>
                  <a:cubicBezTo>
                    <a:pt x="1054" y="178"/>
                    <a:pt x="1063" y="153"/>
                    <a:pt x="1063" y="127"/>
                  </a:cubicBezTo>
                  <a:cubicBezTo>
                    <a:pt x="1063" y="106"/>
                    <a:pt x="1057" y="84"/>
                    <a:pt x="1042" y="64"/>
                  </a:cubicBezTo>
                  <a:cubicBezTo>
                    <a:pt x="1027" y="44"/>
                    <a:pt x="1004" y="25"/>
                    <a:pt x="969" y="9"/>
                  </a:cubicBezTo>
                  <a:cubicBezTo>
                    <a:pt x="955" y="3"/>
                    <a:pt x="942" y="0"/>
                    <a:pt x="930" y="0"/>
                  </a:cubicBezTo>
                  <a:cubicBezTo>
                    <a:pt x="908" y="0"/>
                    <a:pt x="889" y="9"/>
                    <a:pt x="870" y="22"/>
                  </a:cubicBezTo>
                  <a:cubicBezTo>
                    <a:pt x="843" y="41"/>
                    <a:pt x="819" y="70"/>
                    <a:pt x="794" y="95"/>
                  </a:cubicBezTo>
                  <a:cubicBezTo>
                    <a:pt x="782" y="107"/>
                    <a:pt x="769" y="118"/>
                    <a:pt x="757" y="126"/>
                  </a:cubicBezTo>
                  <a:cubicBezTo>
                    <a:pt x="744" y="134"/>
                    <a:pt x="731" y="139"/>
                    <a:pt x="717" y="139"/>
                  </a:cubicBezTo>
                  <a:cubicBezTo>
                    <a:pt x="695" y="140"/>
                    <a:pt x="673" y="151"/>
                    <a:pt x="652" y="169"/>
                  </a:cubicBezTo>
                  <a:cubicBezTo>
                    <a:pt x="620" y="196"/>
                    <a:pt x="589" y="237"/>
                    <a:pt x="562" y="280"/>
                  </a:cubicBezTo>
                  <a:cubicBezTo>
                    <a:pt x="535" y="323"/>
                    <a:pt x="511" y="368"/>
                    <a:pt x="494" y="404"/>
                  </a:cubicBezTo>
                  <a:cubicBezTo>
                    <a:pt x="474" y="443"/>
                    <a:pt x="453" y="481"/>
                    <a:pt x="430" y="509"/>
                  </a:cubicBezTo>
                  <a:cubicBezTo>
                    <a:pt x="418" y="523"/>
                    <a:pt x="407" y="535"/>
                    <a:pt x="394" y="543"/>
                  </a:cubicBezTo>
                  <a:cubicBezTo>
                    <a:pt x="382" y="551"/>
                    <a:pt x="369" y="555"/>
                    <a:pt x="356" y="555"/>
                  </a:cubicBezTo>
                  <a:cubicBezTo>
                    <a:pt x="346" y="555"/>
                    <a:pt x="335" y="553"/>
                    <a:pt x="325" y="547"/>
                  </a:cubicBezTo>
                  <a:cubicBezTo>
                    <a:pt x="289" y="529"/>
                    <a:pt x="258" y="519"/>
                    <a:pt x="220" y="507"/>
                  </a:cubicBezTo>
                  <a:cubicBezTo>
                    <a:pt x="182" y="495"/>
                    <a:pt x="139" y="483"/>
                    <a:pt x="79" y="462"/>
                  </a:cubicBezTo>
                  <a:cubicBezTo>
                    <a:pt x="49" y="452"/>
                    <a:pt x="30" y="431"/>
                    <a:pt x="19" y="406"/>
                  </a:cubicBezTo>
                  <a:cubicBezTo>
                    <a:pt x="8" y="382"/>
                    <a:pt x="4" y="352"/>
                    <a:pt x="4" y="324"/>
                  </a:cubicBezTo>
                  <a:cubicBezTo>
                    <a:pt x="4" y="297"/>
                    <a:pt x="7" y="272"/>
                    <a:pt x="11" y="253"/>
                  </a:cubicBezTo>
                  <a:cubicBezTo>
                    <a:pt x="13" y="243"/>
                    <a:pt x="14" y="236"/>
                    <a:pt x="16" y="230"/>
                  </a:cubicBezTo>
                  <a:cubicBezTo>
                    <a:pt x="16" y="228"/>
                    <a:pt x="17" y="225"/>
                    <a:pt x="17" y="224"/>
                  </a:cubicBezTo>
                  <a:cubicBezTo>
                    <a:pt x="18" y="223"/>
                    <a:pt x="18" y="222"/>
                    <a:pt x="18" y="222"/>
                  </a:cubicBezTo>
                  <a:lnTo>
                    <a:pt x="14" y="221"/>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1" name="Freeform 320"/>
            <p:cNvSpPr>
              <a:spLocks/>
            </p:cNvSpPr>
            <p:nvPr/>
          </p:nvSpPr>
          <p:spPr bwMode="auto">
            <a:xfrm>
              <a:off x="3144838" y="4294187"/>
              <a:ext cx="234950" cy="155575"/>
            </a:xfrm>
            <a:custGeom>
              <a:avLst/>
              <a:gdLst>
                <a:gd name="T0" fmla="*/ 148 w 148"/>
                <a:gd name="T1" fmla="*/ 50 h 98"/>
                <a:gd name="T2" fmla="*/ 18 w 148"/>
                <a:gd name="T3" fmla="*/ 98 h 98"/>
                <a:gd name="T4" fmla="*/ 0 w 148"/>
                <a:gd name="T5" fmla="*/ 47 h 98"/>
                <a:gd name="T6" fmla="*/ 129 w 148"/>
                <a:gd name="T7" fmla="*/ 0 h 98"/>
                <a:gd name="T8" fmla="*/ 148 w 148"/>
                <a:gd name="T9" fmla="*/ 50 h 98"/>
              </a:gdLst>
              <a:ahLst/>
              <a:cxnLst>
                <a:cxn ang="0">
                  <a:pos x="T0" y="T1"/>
                </a:cxn>
                <a:cxn ang="0">
                  <a:pos x="T2" y="T3"/>
                </a:cxn>
                <a:cxn ang="0">
                  <a:pos x="T4" y="T5"/>
                </a:cxn>
                <a:cxn ang="0">
                  <a:pos x="T6" y="T7"/>
                </a:cxn>
                <a:cxn ang="0">
                  <a:pos x="T8" y="T9"/>
                </a:cxn>
              </a:cxnLst>
              <a:rect l="0" t="0" r="r" b="b"/>
              <a:pathLst>
                <a:path w="148" h="98">
                  <a:moveTo>
                    <a:pt x="148" y="50"/>
                  </a:moveTo>
                  <a:lnTo>
                    <a:pt x="18" y="98"/>
                  </a:lnTo>
                  <a:lnTo>
                    <a:pt x="0" y="47"/>
                  </a:lnTo>
                  <a:lnTo>
                    <a:pt x="129" y="0"/>
                  </a:lnTo>
                  <a:lnTo>
                    <a:pt x="148" y="50"/>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2" name="Freeform 321"/>
            <p:cNvSpPr>
              <a:spLocks/>
            </p:cNvSpPr>
            <p:nvPr/>
          </p:nvSpPr>
          <p:spPr bwMode="auto">
            <a:xfrm>
              <a:off x="3159125" y="4360862"/>
              <a:ext cx="1768475" cy="1146175"/>
            </a:xfrm>
            <a:custGeom>
              <a:avLst/>
              <a:gdLst>
                <a:gd name="T0" fmla="*/ 581 w 835"/>
                <a:gd name="T1" fmla="*/ 148 h 541"/>
                <a:gd name="T2" fmla="*/ 433 w 835"/>
                <a:gd name="T3" fmla="*/ 321 h 541"/>
                <a:gd name="T4" fmla="*/ 108 w 835"/>
                <a:gd name="T5" fmla="*/ 0 h 541"/>
                <a:gd name="T6" fmla="*/ 0 w 835"/>
                <a:gd name="T7" fmla="*/ 43 h 541"/>
                <a:gd name="T8" fmla="*/ 212 w 835"/>
                <a:gd name="T9" fmla="*/ 414 h 541"/>
                <a:gd name="T10" fmla="*/ 496 w 835"/>
                <a:gd name="T11" fmla="*/ 541 h 541"/>
                <a:gd name="T12" fmla="*/ 766 w 835"/>
                <a:gd name="T13" fmla="*/ 401 h 541"/>
                <a:gd name="T14" fmla="*/ 581 w 835"/>
                <a:gd name="T15" fmla="*/ 148 h 5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5" h="541">
                  <a:moveTo>
                    <a:pt x="581" y="148"/>
                  </a:moveTo>
                  <a:cubicBezTo>
                    <a:pt x="581" y="148"/>
                    <a:pt x="516" y="279"/>
                    <a:pt x="433" y="321"/>
                  </a:cubicBezTo>
                  <a:cubicBezTo>
                    <a:pt x="351" y="363"/>
                    <a:pt x="170" y="185"/>
                    <a:pt x="108" y="0"/>
                  </a:cubicBezTo>
                  <a:cubicBezTo>
                    <a:pt x="44" y="23"/>
                    <a:pt x="0" y="43"/>
                    <a:pt x="0" y="43"/>
                  </a:cubicBezTo>
                  <a:cubicBezTo>
                    <a:pt x="0" y="43"/>
                    <a:pt x="102" y="339"/>
                    <a:pt x="212" y="414"/>
                  </a:cubicBezTo>
                  <a:cubicBezTo>
                    <a:pt x="322" y="489"/>
                    <a:pt x="496" y="541"/>
                    <a:pt x="496" y="541"/>
                  </a:cubicBezTo>
                  <a:cubicBezTo>
                    <a:pt x="496" y="541"/>
                    <a:pt x="697" y="453"/>
                    <a:pt x="766" y="401"/>
                  </a:cubicBezTo>
                  <a:cubicBezTo>
                    <a:pt x="835" y="350"/>
                    <a:pt x="581" y="148"/>
                    <a:pt x="581" y="148"/>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3" name="Freeform 322"/>
            <p:cNvSpPr>
              <a:spLocks/>
            </p:cNvSpPr>
            <p:nvPr/>
          </p:nvSpPr>
          <p:spPr bwMode="auto">
            <a:xfrm>
              <a:off x="3159125" y="4425950"/>
              <a:ext cx="1665288" cy="1081088"/>
            </a:xfrm>
            <a:custGeom>
              <a:avLst/>
              <a:gdLst>
                <a:gd name="T0" fmla="*/ 499 w 786"/>
                <a:gd name="T1" fmla="*/ 431 h 510"/>
                <a:gd name="T2" fmla="*/ 216 w 786"/>
                <a:gd name="T3" fmla="*/ 304 h 510"/>
                <a:gd name="T4" fmla="*/ 29 w 786"/>
                <a:gd name="T5" fmla="*/ 0 h 510"/>
                <a:gd name="T6" fmla="*/ 0 w 786"/>
                <a:gd name="T7" fmla="*/ 12 h 510"/>
                <a:gd name="T8" fmla="*/ 212 w 786"/>
                <a:gd name="T9" fmla="*/ 383 h 510"/>
                <a:gd name="T10" fmla="*/ 496 w 786"/>
                <a:gd name="T11" fmla="*/ 510 h 510"/>
                <a:gd name="T12" fmla="*/ 766 w 786"/>
                <a:gd name="T13" fmla="*/ 370 h 510"/>
                <a:gd name="T14" fmla="*/ 760 w 786"/>
                <a:gd name="T15" fmla="*/ 298 h 510"/>
                <a:gd name="T16" fmla="*/ 499 w 786"/>
                <a:gd name="T17" fmla="*/ 431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6" h="510">
                  <a:moveTo>
                    <a:pt x="499" y="431"/>
                  </a:moveTo>
                  <a:cubicBezTo>
                    <a:pt x="499" y="431"/>
                    <a:pt x="326" y="379"/>
                    <a:pt x="216" y="304"/>
                  </a:cubicBezTo>
                  <a:cubicBezTo>
                    <a:pt x="139" y="252"/>
                    <a:pt x="66" y="92"/>
                    <a:pt x="29" y="0"/>
                  </a:cubicBezTo>
                  <a:cubicBezTo>
                    <a:pt x="11" y="7"/>
                    <a:pt x="0" y="12"/>
                    <a:pt x="0" y="12"/>
                  </a:cubicBezTo>
                  <a:cubicBezTo>
                    <a:pt x="0" y="12"/>
                    <a:pt x="102" y="308"/>
                    <a:pt x="212" y="383"/>
                  </a:cubicBezTo>
                  <a:cubicBezTo>
                    <a:pt x="322" y="458"/>
                    <a:pt x="496" y="510"/>
                    <a:pt x="496" y="510"/>
                  </a:cubicBezTo>
                  <a:cubicBezTo>
                    <a:pt x="496" y="510"/>
                    <a:pt x="697" y="422"/>
                    <a:pt x="766" y="370"/>
                  </a:cubicBezTo>
                  <a:cubicBezTo>
                    <a:pt x="786" y="356"/>
                    <a:pt x="779" y="329"/>
                    <a:pt x="760" y="298"/>
                  </a:cubicBezTo>
                  <a:cubicBezTo>
                    <a:pt x="684" y="350"/>
                    <a:pt x="499" y="431"/>
                    <a:pt x="499" y="43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4" name="Freeform 323"/>
            <p:cNvSpPr>
              <a:spLocks/>
            </p:cNvSpPr>
            <p:nvPr/>
          </p:nvSpPr>
          <p:spPr bwMode="auto">
            <a:xfrm>
              <a:off x="4343400" y="2909887"/>
              <a:ext cx="558800" cy="501650"/>
            </a:xfrm>
            <a:custGeom>
              <a:avLst/>
              <a:gdLst>
                <a:gd name="T0" fmla="*/ 264 w 264"/>
                <a:gd name="T1" fmla="*/ 185 h 237"/>
                <a:gd name="T2" fmla="*/ 204 w 264"/>
                <a:gd name="T3" fmla="*/ 124 h 237"/>
                <a:gd name="T4" fmla="*/ 153 w 264"/>
                <a:gd name="T5" fmla="*/ 30 h 237"/>
                <a:gd name="T6" fmla="*/ 71 w 264"/>
                <a:gd name="T7" fmla="*/ 4 h 237"/>
                <a:gd name="T8" fmla="*/ 49 w 264"/>
                <a:gd name="T9" fmla="*/ 11 h 237"/>
                <a:gd name="T10" fmla="*/ 7 w 264"/>
                <a:gd name="T11" fmla="*/ 58 h 237"/>
                <a:gd name="T12" fmla="*/ 2 w 264"/>
                <a:gd name="T13" fmla="*/ 72 h 237"/>
                <a:gd name="T14" fmla="*/ 9 w 264"/>
                <a:gd name="T15" fmla="*/ 92 h 237"/>
                <a:gd name="T16" fmla="*/ 22 w 264"/>
                <a:gd name="T17" fmla="*/ 87 h 237"/>
                <a:gd name="T18" fmla="*/ 22 w 264"/>
                <a:gd name="T19" fmla="*/ 73 h 237"/>
                <a:gd name="T20" fmla="*/ 58 w 264"/>
                <a:gd name="T21" fmla="*/ 41 h 237"/>
                <a:gd name="T22" fmla="*/ 105 w 264"/>
                <a:gd name="T23" fmla="*/ 75 h 237"/>
                <a:gd name="T24" fmla="*/ 117 w 264"/>
                <a:gd name="T25" fmla="*/ 109 h 237"/>
                <a:gd name="T26" fmla="*/ 135 w 264"/>
                <a:gd name="T27" fmla="*/ 196 h 237"/>
                <a:gd name="T28" fmla="*/ 213 w 264"/>
                <a:gd name="T29" fmla="*/ 237 h 237"/>
                <a:gd name="T30" fmla="*/ 264 w 264"/>
                <a:gd name="T31" fmla="*/ 18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237">
                  <a:moveTo>
                    <a:pt x="264" y="185"/>
                  </a:moveTo>
                  <a:cubicBezTo>
                    <a:pt x="204" y="124"/>
                    <a:pt x="204" y="124"/>
                    <a:pt x="204" y="124"/>
                  </a:cubicBezTo>
                  <a:cubicBezTo>
                    <a:pt x="153" y="30"/>
                    <a:pt x="153" y="30"/>
                    <a:pt x="153" y="30"/>
                  </a:cubicBezTo>
                  <a:cubicBezTo>
                    <a:pt x="153" y="30"/>
                    <a:pt x="84" y="7"/>
                    <a:pt x="71" y="4"/>
                  </a:cubicBezTo>
                  <a:cubicBezTo>
                    <a:pt x="57" y="0"/>
                    <a:pt x="54" y="5"/>
                    <a:pt x="49" y="11"/>
                  </a:cubicBezTo>
                  <a:cubicBezTo>
                    <a:pt x="43" y="17"/>
                    <a:pt x="12" y="53"/>
                    <a:pt x="7" y="58"/>
                  </a:cubicBezTo>
                  <a:cubicBezTo>
                    <a:pt x="3" y="63"/>
                    <a:pt x="0" y="67"/>
                    <a:pt x="2" y="72"/>
                  </a:cubicBezTo>
                  <a:cubicBezTo>
                    <a:pt x="4" y="78"/>
                    <a:pt x="8" y="89"/>
                    <a:pt x="9" y="92"/>
                  </a:cubicBezTo>
                  <a:cubicBezTo>
                    <a:pt x="10" y="94"/>
                    <a:pt x="22" y="100"/>
                    <a:pt x="22" y="87"/>
                  </a:cubicBezTo>
                  <a:cubicBezTo>
                    <a:pt x="22" y="73"/>
                    <a:pt x="22" y="73"/>
                    <a:pt x="22" y="73"/>
                  </a:cubicBezTo>
                  <a:cubicBezTo>
                    <a:pt x="58" y="41"/>
                    <a:pt x="58" y="41"/>
                    <a:pt x="58" y="41"/>
                  </a:cubicBezTo>
                  <a:cubicBezTo>
                    <a:pt x="105" y="75"/>
                    <a:pt x="105" y="75"/>
                    <a:pt x="105" y="75"/>
                  </a:cubicBezTo>
                  <a:cubicBezTo>
                    <a:pt x="117" y="109"/>
                    <a:pt x="117" y="109"/>
                    <a:pt x="117" y="109"/>
                  </a:cubicBezTo>
                  <a:cubicBezTo>
                    <a:pt x="135" y="196"/>
                    <a:pt x="135" y="196"/>
                    <a:pt x="135" y="196"/>
                  </a:cubicBezTo>
                  <a:cubicBezTo>
                    <a:pt x="213" y="237"/>
                    <a:pt x="213" y="237"/>
                    <a:pt x="213" y="237"/>
                  </a:cubicBezTo>
                  <a:lnTo>
                    <a:pt x="264" y="185"/>
                  </a:ln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5" name="Freeform 324"/>
            <p:cNvSpPr>
              <a:spLocks/>
            </p:cNvSpPr>
            <p:nvPr/>
          </p:nvSpPr>
          <p:spPr bwMode="auto">
            <a:xfrm>
              <a:off x="4398963" y="2941637"/>
              <a:ext cx="265113" cy="211138"/>
            </a:xfrm>
            <a:custGeom>
              <a:avLst/>
              <a:gdLst>
                <a:gd name="T0" fmla="*/ 125 w 125"/>
                <a:gd name="T1" fmla="*/ 34 h 100"/>
                <a:gd name="T2" fmla="*/ 70 w 125"/>
                <a:gd name="T3" fmla="*/ 4 h 100"/>
                <a:gd name="T4" fmla="*/ 48 w 125"/>
                <a:gd name="T5" fmla="*/ 11 h 100"/>
                <a:gd name="T6" fmla="*/ 7 w 125"/>
                <a:gd name="T7" fmla="*/ 58 h 100"/>
                <a:gd name="T8" fmla="*/ 2 w 125"/>
                <a:gd name="T9" fmla="*/ 73 h 100"/>
                <a:gd name="T10" fmla="*/ 8 w 125"/>
                <a:gd name="T11" fmla="*/ 92 h 100"/>
                <a:gd name="T12" fmla="*/ 22 w 125"/>
                <a:gd name="T13" fmla="*/ 87 h 100"/>
                <a:gd name="T14" fmla="*/ 21 w 125"/>
                <a:gd name="T15" fmla="*/ 73 h 100"/>
                <a:gd name="T16" fmla="*/ 58 w 125"/>
                <a:gd name="T17" fmla="*/ 42 h 100"/>
                <a:gd name="T18" fmla="*/ 105 w 125"/>
                <a:gd name="T19" fmla="*/ 7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 h="100">
                  <a:moveTo>
                    <a:pt x="125" y="34"/>
                  </a:moveTo>
                  <a:cubicBezTo>
                    <a:pt x="125" y="34"/>
                    <a:pt x="83" y="8"/>
                    <a:pt x="70" y="4"/>
                  </a:cubicBezTo>
                  <a:cubicBezTo>
                    <a:pt x="57" y="0"/>
                    <a:pt x="54" y="5"/>
                    <a:pt x="48" y="11"/>
                  </a:cubicBezTo>
                  <a:cubicBezTo>
                    <a:pt x="43" y="17"/>
                    <a:pt x="11" y="54"/>
                    <a:pt x="7" y="58"/>
                  </a:cubicBezTo>
                  <a:cubicBezTo>
                    <a:pt x="2" y="63"/>
                    <a:pt x="0" y="67"/>
                    <a:pt x="2" y="73"/>
                  </a:cubicBezTo>
                  <a:cubicBezTo>
                    <a:pt x="4" y="78"/>
                    <a:pt x="7" y="89"/>
                    <a:pt x="8" y="92"/>
                  </a:cubicBezTo>
                  <a:cubicBezTo>
                    <a:pt x="9" y="95"/>
                    <a:pt x="22" y="100"/>
                    <a:pt x="22" y="87"/>
                  </a:cubicBezTo>
                  <a:cubicBezTo>
                    <a:pt x="21" y="74"/>
                    <a:pt x="21" y="73"/>
                    <a:pt x="21" y="73"/>
                  </a:cubicBezTo>
                  <a:cubicBezTo>
                    <a:pt x="58" y="42"/>
                    <a:pt x="58" y="42"/>
                    <a:pt x="58" y="42"/>
                  </a:cubicBezTo>
                  <a:cubicBezTo>
                    <a:pt x="105" y="75"/>
                    <a:pt x="105" y="75"/>
                    <a:pt x="105" y="75"/>
                  </a:cubicBezTo>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6" name="Freeform 325"/>
            <p:cNvSpPr>
              <a:spLocks noEditPoints="1"/>
            </p:cNvSpPr>
            <p:nvPr/>
          </p:nvSpPr>
          <p:spPr bwMode="auto">
            <a:xfrm>
              <a:off x="4324350" y="2762250"/>
              <a:ext cx="268288" cy="496888"/>
            </a:xfrm>
            <a:custGeom>
              <a:avLst/>
              <a:gdLst>
                <a:gd name="T0" fmla="*/ 121 w 127"/>
                <a:gd name="T1" fmla="*/ 10 h 234"/>
                <a:gd name="T2" fmla="*/ 107 w 127"/>
                <a:gd name="T3" fmla="*/ 3 h 234"/>
                <a:gd name="T4" fmla="*/ 101 w 127"/>
                <a:gd name="T5" fmla="*/ 0 h 234"/>
                <a:gd name="T6" fmla="*/ 0 w 127"/>
                <a:gd name="T7" fmla="*/ 203 h 234"/>
                <a:gd name="T8" fmla="*/ 0 w 127"/>
                <a:gd name="T9" fmla="*/ 203 h 234"/>
                <a:gd name="T10" fmla="*/ 1 w 127"/>
                <a:gd name="T11" fmla="*/ 219 h 234"/>
                <a:gd name="T12" fmla="*/ 1 w 127"/>
                <a:gd name="T13" fmla="*/ 234 h 234"/>
                <a:gd name="T14" fmla="*/ 13 w 127"/>
                <a:gd name="T15" fmla="*/ 225 h 234"/>
                <a:gd name="T16" fmla="*/ 13 w 127"/>
                <a:gd name="T17" fmla="*/ 225 h 234"/>
                <a:gd name="T18" fmla="*/ 26 w 127"/>
                <a:gd name="T19" fmla="*/ 216 h 234"/>
                <a:gd name="T20" fmla="*/ 26 w 127"/>
                <a:gd name="T21" fmla="*/ 216 h 234"/>
                <a:gd name="T22" fmla="*/ 127 w 127"/>
                <a:gd name="T23" fmla="*/ 13 h 234"/>
                <a:gd name="T24" fmla="*/ 121 w 127"/>
                <a:gd name="T25" fmla="*/ 10 h 234"/>
                <a:gd name="T26" fmla="*/ 25 w 127"/>
                <a:gd name="T27" fmla="*/ 204 h 234"/>
                <a:gd name="T28" fmla="*/ 24 w 127"/>
                <a:gd name="T29" fmla="*/ 213 h 234"/>
                <a:gd name="T30" fmla="*/ 25 w 127"/>
                <a:gd name="T31" fmla="*/ 204 h 234"/>
                <a:gd name="T32" fmla="*/ 24 w 127"/>
                <a:gd name="T33" fmla="*/ 214 h 234"/>
                <a:gd name="T34" fmla="*/ 24 w 127"/>
                <a:gd name="T35" fmla="*/ 21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7" h="234">
                  <a:moveTo>
                    <a:pt x="121" y="10"/>
                  </a:moveTo>
                  <a:cubicBezTo>
                    <a:pt x="107" y="3"/>
                    <a:pt x="107" y="3"/>
                    <a:pt x="107" y="3"/>
                  </a:cubicBezTo>
                  <a:cubicBezTo>
                    <a:pt x="101" y="0"/>
                    <a:pt x="101" y="0"/>
                    <a:pt x="101" y="0"/>
                  </a:cubicBezTo>
                  <a:cubicBezTo>
                    <a:pt x="0" y="203"/>
                    <a:pt x="0" y="203"/>
                    <a:pt x="0" y="203"/>
                  </a:cubicBezTo>
                  <a:cubicBezTo>
                    <a:pt x="0" y="203"/>
                    <a:pt x="0" y="203"/>
                    <a:pt x="0" y="203"/>
                  </a:cubicBezTo>
                  <a:cubicBezTo>
                    <a:pt x="1" y="219"/>
                    <a:pt x="1" y="219"/>
                    <a:pt x="1" y="219"/>
                  </a:cubicBezTo>
                  <a:cubicBezTo>
                    <a:pt x="1" y="234"/>
                    <a:pt x="1" y="234"/>
                    <a:pt x="1" y="234"/>
                  </a:cubicBezTo>
                  <a:cubicBezTo>
                    <a:pt x="13" y="225"/>
                    <a:pt x="13" y="225"/>
                    <a:pt x="13" y="225"/>
                  </a:cubicBezTo>
                  <a:cubicBezTo>
                    <a:pt x="13" y="225"/>
                    <a:pt x="13" y="225"/>
                    <a:pt x="13" y="225"/>
                  </a:cubicBezTo>
                  <a:cubicBezTo>
                    <a:pt x="26" y="216"/>
                    <a:pt x="26" y="216"/>
                    <a:pt x="26" y="216"/>
                  </a:cubicBezTo>
                  <a:cubicBezTo>
                    <a:pt x="26" y="216"/>
                    <a:pt x="26" y="216"/>
                    <a:pt x="26" y="216"/>
                  </a:cubicBezTo>
                  <a:cubicBezTo>
                    <a:pt x="127" y="13"/>
                    <a:pt x="127" y="13"/>
                    <a:pt x="127" y="13"/>
                  </a:cubicBezTo>
                  <a:lnTo>
                    <a:pt x="121" y="10"/>
                  </a:lnTo>
                  <a:close/>
                  <a:moveTo>
                    <a:pt x="25" y="204"/>
                  </a:moveTo>
                  <a:cubicBezTo>
                    <a:pt x="23" y="207"/>
                    <a:pt x="23" y="210"/>
                    <a:pt x="24" y="213"/>
                  </a:cubicBezTo>
                  <a:cubicBezTo>
                    <a:pt x="23" y="210"/>
                    <a:pt x="23" y="207"/>
                    <a:pt x="25" y="204"/>
                  </a:cubicBezTo>
                  <a:close/>
                  <a:moveTo>
                    <a:pt x="24" y="214"/>
                  </a:moveTo>
                  <a:cubicBezTo>
                    <a:pt x="24" y="214"/>
                    <a:pt x="24" y="214"/>
                    <a:pt x="24" y="214"/>
                  </a:cubicBezTo>
                </a:path>
              </a:pathLst>
            </a:custGeom>
            <a:solidFill>
              <a:srgbClr val="122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7" name="Freeform 326"/>
            <p:cNvSpPr>
              <a:spLocks/>
            </p:cNvSpPr>
            <p:nvPr/>
          </p:nvSpPr>
          <p:spPr bwMode="auto">
            <a:xfrm>
              <a:off x="4538663" y="2736850"/>
              <a:ext cx="68263" cy="53975"/>
            </a:xfrm>
            <a:custGeom>
              <a:avLst/>
              <a:gdLst>
                <a:gd name="T0" fmla="*/ 34 w 43"/>
                <a:gd name="T1" fmla="*/ 14 h 34"/>
                <a:gd name="T2" fmla="*/ 16 w 43"/>
                <a:gd name="T3" fmla="*/ 4 h 34"/>
                <a:gd name="T4" fmla="*/ 8 w 43"/>
                <a:gd name="T5" fmla="*/ 0 h 34"/>
                <a:gd name="T6" fmla="*/ 0 w 43"/>
                <a:gd name="T7" fmla="*/ 16 h 34"/>
                <a:gd name="T8" fmla="*/ 8 w 43"/>
                <a:gd name="T9" fmla="*/ 20 h 34"/>
                <a:gd name="T10" fmla="*/ 26 w 43"/>
                <a:gd name="T11" fmla="*/ 30 h 34"/>
                <a:gd name="T12" fmla="*/ 34 w 43"/>
                <a:gd name="T13" fmla="*/ 34 h 34"/>
                <a:gd name="T14" fmla="*/ 43 w 43"/>
                <a:gd name="T15" fmla="*/ 18 h 34"/>
                <a:gd name="T16" fmla="*/ 34 w 43"/>
                <a:gd name="T17" fmla="*/ 1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34">
                  <a:moveTo>
                    <a:pt x="34" y="14"/>
                  </a:moveTo>
                  <a:lnTo>
                    <a:pt x="16" y="4"/>
                  </a:lnTo>
                  <a:lnTo>
                    <a:pt x="8" y="0"/>
                  </a:lnTo>
                  <a:lnTo>
                    <a:pt x="0" y="16"/>
                  </a:lnTo>
                  <a:lnTo>
                    <a:pt x="8" y="20"/>
                  </a:lnTo>
                  <a:lnTo>
                    <a:pt x="26" y="30"/>
                  </a:lnTo>
                  <a:lnTo>
                    <a:pt x="34" y="34"/>
                  </a:lnTo>
                  <a:lnTo>
                    <a:pt x="43" y="18"/>
                  </a:lnTo>
                  <a:lnTo>
                    <a:pt x="34" y="14"/>
                  </a:lnTo>
                  <a:close/>
                </a:path>
              </a:pathLst>
            </a:custGeom>
            <a:solidFill>
              <a:srgbClr val="122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8" name="Freeform 327"/>
            <p:cNvSpPr>
              <a:spLocks/>
            </p:cNvSpPr>
            <p:nvPr/>
          </p:nvSpPr>
          <p:spPr bwMode="auto">
            <a:xfrm>
              <a:off x="4368800" y="3017837"/>
              <a:ext cx="273050" cy="306388"/>
            </a:xfrm>
            <a:custGeom>
              <a:avLst/>
              <a:gdLst>
                <a:gd name="T0" fmla="*/ 123 w 129"/>
                <a:gd name="T1" fmla="*/ 145 h 145"/>
                <a:gd name="T2" fmla="*/ 67 w 129"/>
                <a:gd name="T3" fmla="*/ 104 h 145"/>
                <a:gd name="T4" fmla="*/ 10 w 129"/>
                <a:gd name="T5" fmla="*/ 31 h 145"/>
                <a:gd name="T6" fmla="*/ 10 w 129"/>
                <a:gd name="T7" fmla="*/ 7 h 145"/>
                <a:gd name="T8" fmla="*/ 40 w 129"/>
                <a:gd name="T9" fmla="*/ 21 h 145"/>
                <a:gd name="T10" fmla="*/ 111 w 129"/>
                <a:gd name="T11" fmla="*/ 62 h 145"/>
                <a:gd name="T12" fmla="*/ 123 w 12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29" h="145">
                  <a:moveTo>
                    <a:pt x="123" y="145"/>
                  </a:moveTo>
                  <a:cubicBezTo>
                    <a:pt x="123" y="145"/>
                    <a:pt x="85" y="128"/>
                    <a:pt x="67" y="104"/>
                  </a:cubicBezTo>
                  <a:cubicBezTo>
                    <a:pt x="48" y="81"/>
                    <a:pt x="10" y="31"/>
                    <a:pt x="10" y="31"/>
                  </a:cubicBezTo>
                  <a:cubicBezTo>
                    <a:pt x="10" y="31"/>
                    <a:pt x="0" y="14"/>
                    <a:pt x="10" y="7"/>
                  </a:cubicBezTo>
                  <a:cubicBezTo>
                    <a:pt x="20" y="0"/>
                    <a:pt x="40" y="21"/>
                    <a:pt x="40" y="21"/>
                  </a:cubicBezTo>
                  <a:cubicBezTo>
                    <a:pt x="40" y="21"/>
                    <a:pt x="72" y="70"/>
                    <a:pt x="111" y="62"/>
                  </a:cubicBezTo>
                  <a:cubicBezTo>
                    <a:pt x="129" y="71"/>
                    <a:pt x="123" y="145"/>
                    <a:pt x="123" y="145"/>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9" name="Freeform 328"/>
            <p:cNvSpPr>
              <a:spLocks/>
            </p:cNvSpPr>
            <p:nvPr/>
          </p:nvSpPr>
          <p:spPr bwMode="auto">
            <a:xfrm>
              <a:off x="4683125" y="3197225"/>
              <a:ext cx="206375" cy="222250"/>
            </a:xfrm>
            <a:custGeom>
              <a:avLst/>
              <a:gdLst>
                <a:gd name="T0" fmla="*/ 41 w 130"/>
                <a:gd name="T1" fmla="*/ 140 h 140"/>
                <a:gd name="T2" fmla="*/ 130 w 130"/>
                <a:gd name="T3" fmla="*/ 36 h 140"/>
                <a:gd name="T4" fmla="*/ 90 w 130"/>
                <a:gd name="T5" fmla="*/ 0 h 140"/>
                <a:gd name="T6" fmla="*/ 0 w 130"/>
                <a:gd name="T7" fmla="*/ 105 h 140"/>
                <a:gd name="T8" fmla="*/ 41 w 130"/>
                <a:gd name="T9" fmla="*/ 140 h 140"/>
              </a:gdLst>
              <a:ahLst/>
              <a:cxnLst>
                <a:cxn ang="0">
                  <a:pos x="T0" y="T1"/>
                </a:cxn>
                <a:cxn ang="0">
                  <a:pos x="T2" y="T3"/>
                </a:cxn>
                <a:cxn ang="0">
                  <a:pos x="T4" y="T5"/>
                </a:cxn>
                <a:cxn ang="0">
                  <a:pos x="T6" y="T7"/>
                </a:cxn>
                <a:cxn ang="0">
                  <a:pos x="T8" y="T9"/>
                </a:cxn>
              </a:cxnLst>
              <a:rect l="0" t="0" r="r" b="b"/>
              <a:pathLst>
                <a:path w="130" h="140">
                  <a:moveTo>
                    <a:pt x="41" y="140"/>
                  </a:moveTo>
                  <a:lnTo>
                    <a:pt x="130" y="36"/>
                  </a:lnTo>
                  <a:lnTo>
                    <a:pt x="90" y="0"/>
                  </a:lnTo>
                  <a:lnTo>
                    <a:pt x="0" y="105"/>
                  </a:lnTo>
                  <a:lnTo>
                    <a:pt x="41" y="140"/>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0" name="Freeform 329"/>
            <p:cNvSpPr>
              <a:spLocks/>
            </p:cNvSpPr>
            <p:nvPr/>
          </p:nvSpPr>
          <p:spPr bwMode="auto">
            <a:xfrm>
              <a:off x="4670425" y="3233737"/>
              <a:ext cx="868363" cy="1885950"/>
            </a:xfrm>
            <a:custGeom>
              <a:avLst/>
              <a:gdLst>
                <a:gd name="T0" fmla="*/ 0 w 410"/>
                <a:gd name="T1" fmla="*/ 581 h 890"/>
                <a:gd name="T2" fmla="*/ 214 w 410"/>
                <a:gd name="T3" fmla="*/ 504 h 890"/>
                <a:gd name="T4" fmla="*/ 28 w 410"/>
                <a:gd name="T5" fmla="*/ 86 h 890"/>
                <a:gd name="T6" fmla="*/ 107 w 410"/>
                <a:gd name="T7" fmla="*/ 0 h 890"/>
                <a:gd name="T8" fmla="*/ 379 w 410"/>
                <a:gd name="T9" fmla="*/ 330 h 890"/>
                <a:gd name="T10" fmla="*/ 397 w 410"/>
                <a:gd name="T11" fmla="*/ 640 h 890"/>
                <a:gd name="T12" fmla="*/ 171 w 410"/>
                <a:gd name="T13" fmla="*/ 844 h 890"/>
                <a:gd name="T14" fmla="*/ 0 w 410"/>
                <a:gd name="T15" fmla="*/ 581 h 8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0" h="890">
                  <a:moveTo>
                    <a:pt x="0" y="581"/>
                  </a:moveTo>
                  <a:cubicBezTo>
                    <a:pt x="0" y="581"/>
                    <a:pt x="145" y="566"/>
                    <a:pt x="214" y="504"/>
                  </a:cubicBezTo>
                  <a:cubicBezTo>
                    <a:pt x="282" y="442"/>
                    <a:pt x="179" y="209"/>
                    <a:pt x="28" y="86"/>
                  </a:cubicBezTo>
                  <a:cubicBezTo>
                    <a:pt x="72" y="34"/>
                    <a:pt x="107" y="0"/>
                    <a:pt x="107" y="0"/>
                  </a:cubicBezTo>
                  <a:cubicBezTo>
                    <a:pt x="107" y="0"/>
                    <a:pt x="348" y="200"/>
                    <a:pt x="379" y="330"/>
                  </a:cubicBezTo>
                  <a:cubicBezTo>
                    <a:pt x="410" y="459"/>
                    <a:pt x="397" y="640"/>
                    <a:pt x="397" y="640"/>
                  </a:cubicBezTo>
                  <a:cubicBezTo>
                    <a:pt x="397" y="640"/>
                    <a:pt x="243" y="797"/>
                    <a:pt x="171" y="844"/>
                  </a:cubicBezTo>
                  <a:cubicBezTo>
                    <a:pt x="98" y="890"/>
                    <a:pt x="0" y="581"/>
                    <a:pt x="0" y="581"/>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1" name="Freeform 330"/>
            <p:cNvSpPr>
              <a:spLocks/>
            </p:cNvSpPr>
            <p:nvPr/>
          </p:nvSpPr>
          <p:spPr bwMode="auto">
            <a:xfrm>
              <a:off x="4849813" y="3233737"/>
              <a:ext cx="688975" cy="1816100"/>
            </a:xfrm>
            <a:custGeom>
              <a:avLst/>
              <a:gdLst>
                <a:gd name="T0" fmla="*/ 237 w 325"/>
                <a:gd name="T1" fmla="*/ 615 h 857"/>
                <a:gd name="T2" fmla="*/ 218 w 325"/>
                <a:gd name="T3" fmla="*/ 305 h 857"/>
                <a:gd name="T4" fmla="*/ 0 w 325"/>
                <a:gd name="T5" fmla="*/ 23 h 857"/>
                <a:gd name="T6" fmla="*/ 22 w 325"/>
                <a:gd name="T7" fmla="*/ 0 h 857"/>
                <a:gd name="T8" fmla="*/ 294 w 325"/>
                <a:gd name="T9" fmla="*/ 330 h 857"/>
                <a:gd name="T10" fmla="*/ 312 w 325"/>
                <a:gd name="T11" fmla="*/ 640 h 857"/>
                <a:gd name="T12" fmla="*/ 86 w 325"/>
                <a:gd name="T13" fmla="*/ 844 h 857"/>
                <a:gd name="T14" fmla="*/ 20 w 325"/>
                <a:gd name="T15" fmla="*/ 812 h 857"/>
                <a:gd name="T16" fmla="*/ 237 w 325"/>
                <a:gd name="T17" fmla="*/ 615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857">
                  <a:moveTo>
                    <a:pt x="237" y="615"/>
                  </a:moveTo>
                  <a:cubicBezTo>
                    <a:pt x="237" y="615"/>
                    <a:pt x="249" y="435"/>
                    <a:pt x="218" y="305"/>
                  </a:cubicBezTo>
                  <a:cubicBezTo>
                    <a:pt x="197" y="215"/>
                    <a:pt x="73" y="90"/>
                    <a:pt x="0" y="23"/>
                  </a:cubicBezTo>
                  <a:cubicBezTo>
                    <a:pt x="13" y="8"/>
                    <a:pt x="22" y="0"/>
                    <a:pt x="22" y="0"/>
                  </a:cubicBezTo>
                  <a:cubicBezTo>
                    <a:pt x="22" y="0"/>
                    <a:pt x="263" y="200"/>
                    <a:pt x="294" y="330"/>
                  </a:cubicBezTo>
                  <a:cubicBezTo>
                    <a:pt x="325" y="459"/>
                    <a:pt x="312" y="640"/>
                    <a:pt x="312" y="640"/>
                  </a:cubicBezTo>
                  <a:cubicBezTo>
                    <a:pt x="312" y="640"/>
                    <a:pt x="158" y="797"/>
                    <a:pt x="86" y="844"/>
                  </a:cubicBezTo>
                  <a:cubicBezTo>
                    <a:pt x="65" y="857"/>
                    <a:pt x="42" y="841"/>
                    <a:pt x="20" y="812"/>
                  </a:cubicBezTo>
                  <a:cubicBezTo>
                    <a:pt x="96" y="759"/>
                    <a:pt x="237" y="615"/>
                    <a:pt x="237" y="61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2" name="Freeform 331"/>
            <p:cNvSpPr>
              <a:spLocks/>
            </p:cNvSpPr>
            <p:nvPr/>
          </p:nvSpPr>
          <p:spPr bwMode="auto">
            <a:xfrm>
              <a:off x="2952750" y="3740150"/>
              <a:ext cx="388938" cy="620713"/>
            </a:xfrm>
            <a:custGeom>
              <a:avLst/>
              <a:gdLst>
                <a:gd name="T0" fmla="*/ 107 w 183"/>
                <a:gd name="T1" fmla="*/ 293 h 293"/>
                <a:gd name="T2" fmla="*/ 21 w 183"/>
                <a:gd name="T3" fmla="*/ 181 h 293"/>
                <a:gd name="T4" fmla="*/ 17 w 183"/>
                <a:gd name="T5" fmla="*/ 107 h 293"/>
                <a:gd name="T6" fmla="*/ 33 w 183"/>
                <a:gd name="T7" fmla="*/ 31 h 293"/>
                <a:gd name="T8" fmla="*/ 36 w 183"/>
                <a:gd name="T9" fmla="*/ 35 h 293"/>
                <a:gd name="T10" fmla="*/ 45 w 183"/>
                <a:gd name="T11" fmla="*/ 11 h 293"/>
                <a:gd name="T12" fmla="*/ 59 w 183"/>
                <a:gd name="T13" fmla="*/ 30 h 293"/>
                <a:gd name="T14" fmla="*/ 73 w 183"/>
                <a:gd name="T15" fmla="*/ 1 h 293"/>
                <a:gd name="T16" fmla="*/ 91 w 183"/>
                <a:gd name="T17" fmla="*/ 30 h 293"/>
                <a:gd name="T18" fmla="*/ 107 w 183"/>
                <a:gd name="T19" fmla="*/ 3 h 293"/>
                <a:gd name="T20" fmla="*/ 125 w 183"/>
                <a:gd name="T21" fmla="*/ 35 h 293"/>
                <a:gd name="T22" fmla="*/ 133 w 183"/>
                <a:gd name="T23" fmla="*/ 130 h 293"/>
                <a:gd name="T24" fmla="*/ 138 w 183"/>
                <a:gd name="T25" fmla="*/ 53 h 293"/>
                <a:gd name="T26" fmla="*/ 161 w 183"/>
                <a:gd name="T27" fmla="*/ 75 h 293"/>
                <a:gd name="T28" fmla="*/ 179 w 183"/>
                <a:gd name="T29" fmla="*/ 176 h 293"/>
                <a:gd name="T30" fmla="*/ 169 w 183"/>
                <a:gd name="T31" fmla="*/ 270 h 293"/>
                <a:gd name="T32" fmla="*/ 107 w 183"/>
                <a:gd name="T33"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293">
                  <a:moveTo>
                    <a:pt x="107" y="293"/>
                  </a:moveTo>
                  <a:cubicBezTo>
                    <a:pt x="107" y="293"/>
                    <a:pt x="43" y="214"/>
                    <a:pt x="21" y="181"/>
                  </a:cubicBezTo>
                  <a:cubicBezTo>
                    <a:pt x="0" y="148"/>
                    <a:pt x="14" y="142"/>
                    <a:pt x="17" y="107"/>
                  </a:cubicBezTo>
                  <a:cubicBezTo>
                    <a:pt x="21" y="72"/>
                    <a:pt x="20" y="39"/>
                    <a:pt x="33" y="31"/>
                  </a:cubicBezTo>
                  <a:cubicBezTo>
                    <a:pt x="36" y="35"/>
                    <a:pt x="36" y="35"/>
                    <a:pt x="36" y="35"/>
                  </a:cubicBezTo>
                  <a:cubicBezTo>
                    <a:pt x="36" y="35"/>
                    <a:pt x="35" y="17"/>
                    <a:pt x="45" y="11"/>
                  </a:cubicBezTo>
                  <a:cubicBezTo>
                    <a:pt x="56" y="6"/>
                    <a:pt x="58" y="21"/>
                    <a:pt x="59" y="30"/>
                  </a:cubicBezTo>
                  <a:cubicBezTo>
                    <a:pt x="58" y="10"/>
                    <a:pt x="63" y="2"/>
                    <a:pt x="73" y="1"/>
                  </a:cubicBezTo>
                  <a:cubicBezTo>
                    <a:pt x="83" y="0"/>
                    <a:pt x="89" y="15"/>
                    <a:pt x="91" y="30"/>
                  </a:cubicBezTo>
                  <a:cubicBezTo>
                    <a:pt x="90" y="13"/>
                    <a:pt x="99" y="5"/>
                    <a:pt x="107" y="3"/>
                  </a:cubicBezTo>
                  <a:cubicBezTo>
                    <a:pt x="114" y="1"/>
                    <a:pt x="127" y="9"/>
                    <a:pt x="125" y="35"/>
                  </a:cubicBezTo>
                  <a:cubicBezTo>
                    <a:pt x="123" y="60"/>
                    <a:pt x="133" y="130"/>
                    <a:pt x="133" y="130"/>
                  </a:cubicBezTo>
                  <a:cubicBezTo>
                    <a:pt x="133" y="130"/>
                    <a:pt x="138" y="58"/>
                    <a:pt x="138" y="53"/>
                  </a:cubicBezTo>
                  <a:cubicBezTo>
                    <a:pt x="137" y="48"/>
                    <a:pt x="160" y="42"/>
                    <a:pt x="161" y="75"/>
                  </a:cubicBezTo>
                  <a:cubicBezTo>
                    <a:pt x="161" y="108"/>
                    <a:pt x="174" y="145"/>
                    <a:pt x="179" y="176"/>
                  </a:cubicBezTo>
                  <a:cubicBezTo>
                    <a:pt x="183" y="208"/>
                    <a:pt x="183" y="256"/>
                    <a:pt x="169" y="270"/>
                  </a:cubicBezTo>
                  <a:cubicBezTo>
                    <a:pt x="119" y="288"/>
                    <a:pt x="107" y="293"/>
                    <a:pt x="107" y="293"/>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3" name="Freeform 332"/>
            <p:cNvSpPr>
              <a:spLocks/>
            </p:cNvSpPr>
            <p:nvPr/>
          </p:nvSpPr>
          <p:spPr bwMode="auto">
            <a:xfrm>
              <a:off x="4041775" y="4173537"/>
              <a:ext cx="958850" cy="882650"/>
            </a:xfrm>
            <a:custGeom>
              <a:avLst/>
              <a:gdLst>
                <a:gd name="T0" fmla="*/ 301 w 452"/>
                <a:gd name="T1" fmla="*/ 9 h 416"/>
                <a:gd name="T2" fmla="*/ 230 w 452"/>
                <a:gd name="T3" fmla="*/ 25 h 416"/>
                <a:gd name="T4" fmla="*/ 27 w 452"/>
                <a:gd name="T5" fmla="*/ 211 h 416"/>
                <a:gd name="T6" fmla="*/ 9 w 452"/>
                <a:gd name="T7" fmla="*/ 278 h 416"/>
                <a:gd name="T8" fmla="*/ 69 w 452"/>
                <a:gd name="T9" fmla="*/ 394 h 416"/>
                <a:gd name="T10" fmla="*/ 126 w 452"/>
                <a:gd name="T11" fmla="*/ 402 h 416"/>
                <a:gd name="T12" fmla="*/ 248 w 452"/>
                <a:gd name="T13" fmla="*/ 317 h 416"/>
                <a:gd name="T14" fmla="*/ 319 w 452"/>
                <a:gd name="T15" fmla="*/ 254 h 416"/>
                <a:gd name="T16" fmla="*/ 435 w 452"/>
                <a:gd name="T17" fmla="*/ 119 h 416"/>
                <a:gd name="T18" fmla="*/ 430 w 452"/>
                <a:gd name="T19" fmla="*/ 67 h 416"/>
                <a:gd name="T20" fmla="*/ 301 w 452"/>
                <a:gd name="T21" fmla="*/ 9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2" h="416">
                  <a:moveTo>
                    <a:pt x="301" y="9"/>
                  </a:moveTo>
                  <a:cubicBezTo>
                    <a:pt x="282" y="0"/>
                    <a:pt x="250" y="8"/>
                    <a:pt x="230" y="25"/>
                  </a:cubicBezTo>
                  <a:cubicBezTo>
                    <a:pt x="27" y="211"/>
                    <a:pt x="27" y="211"/>
                    <a:pt x="27" y="211"/>
                  </a:cubicBezTo>
                  <a:cubicBezTo>
                    <a:pt x="8" y="229"/>
                    <a:pt x="0" y="259"/>
                    <a:pt x="9" y="278"/>
                  </a:cubicBezTo>
                  <a:cubicBezTo>
                    <a:pt x="69" y="394"/>
                    <a:pt x="69" y="394"/>
                    <a:pt x="69" y="394"/>
                  </a:cubicBezTo>
                  <a:cubicBezTo>
                    <a:pt x="79" y="413"/>
                    <a:pt x="104" y="416"/>
                    <a:pt x="126" y="402"/>
                  </a:cubicBezTo>
                  <a:cubicBezTo>
                    <a:pt x="248" y="317"/>
                    <a:pt x="248" y="317"/>
                    <a:pt x="248" y="317"/>
                  </a:cubicBezTo>
                  <a:cubicBezTo>
                    <a:pt x="270" y="302"/>
                    <a:pt x="302" y="273"/>
                    <a:pt x="319" y="254"/>
                  </a:cubicBezTo>
                  <a:cubicBezTo>
                    <a:pt x="435" y="119"/>
                    <a:pt x="435" y="119"/>
                    <a:pt x="435" y="119"/>
                  </a:cubicBezTo>
                  <a:cubicBezTo>
                    <a:pt x="452" y="100"/>
                    <a:pt x="450" y="76"/>
                    <a:pt x="430" y="67"/>
                  </a:cubicBezTo>
                  <a:lnTo>
                    <a:pt x="301" y="9"/>
                  </a:ln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4" name="Freeform 333"/>
            <p:cNvSpPr>
              <a:spLocks/>
            </p:cNvSpPr>
            <p:nvPr/>
          </p:nvSpPr>
          <p:spPr bwMode="auto">
            <a:xfrm>
              <a:off x="4214813" y="4351337"/>
              <a:ext cx="1008063" cy="1036638"/>
            </a:xfrm>
            <a:custGeom>
              <a:avLst/>
              <a:gdLst>
                <a:gd name="T0" fmla="*/ 391 w 476"/>
                <a:gd name="T1" fmla="*/ 104 h 489"/>
                <a:gd name="T2" fmla="*/ 85 w 476"/>
                <a:gd name="T3" fmla="*/ 77 h 489"/>
                <a:gd name="T4" fmla="*/ 84 w 476"/>
                <a:gd name="T5" fmla="*/ 385 h 489"/>
                <a:gd name="T6" fmla="*/ 390 w 476"/>
                <a:gd name="T7" fmla="*/ 411 h 489"/>
                <a:gd name="T8" fmla="*/ 391 w 476"/>
                <a:gd name="T9" fmla="*/ 104 h 489"/>
              </a:gdLst>
              <a:ahLst/>
              <a:cxnLst>
                <a:cxn ang="0">
                  <a:pos x="T0" y="T1"/>
                </a:cxn>
                <a:cxn ang="0">
                  <a:pos x="T2" y="T3"/>
                </a:cxn>
                <a:cxn ang="0">
                  <a:pos x="T4" y="T5"/>
                </a:cxn>
                <a:cxn ang="0">
                  <a:pos x="T6" y="T7"/>
                </a:cxn>
                <a:cxn ang="0">
                  <a:pos x="T8" y="T9"/>
                </a:cxn>
              </a:cxnLst>
              <a:rect l="0" t="0" r="r" b="b"/>
              <a:pathLst>
                <a:path w="476" h="489">
                  <a:moveTo>
                    <a:pt x="391" y="104"/>
                  </a:moveTo>
                  <a:cubicBezTo>
                    <a:pt x="307" y="11"/>
                    <a:pt x="170" y="0"/>
                    <a:pt x="85" y="77"/>
                  </a:cubicBezTo>
                  <a:cubicBezTo>
                    <a:pt x="0" y="155"/>
                    <a:pt x="0" y="292"/>
                    <a:pt x="84" y="385"/>
                  </a:cubicBezTo>
                  <a:cubicBezTo>
                    <a:pt x="169" y="477"/>
                    <a:pt x="306" y="489"/>
                    <a:pt x="390" y="411"/>
                  </a:cubicBezTo>
                  <a:cubicBezTo>
                    <a:pt x="475" y="334"/>
                    <a:pt x="476" y="196"/>
                    <a:pt x="391" y="104"/>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5" name="Freeform 334"/>
            <p:cNvSpPr>
              <a:spLocks/>
            </p:cNvSpPr>
            <p:nvPr/>
          </p:nvSpPr>
          <p:spPr bwMode="auto">
            <a:xfrm>
              <a:off x="4214813" y="4419600"/>
              <a:ext cx="850900" cy="968375"/>
            </a:xfrm>
            <a:custGeom>
              <a:avLst/>
              <a:gdLst>
                <a:gd name="T0" fmla="*/ 179 w 402"/>
                <a:gd name="T1" fmla="*/ 296 h 457"/>
                <a:gd name="T2" fmla="*/ 168 w 402"/>
                <a:gd name="T3" fmla="*/ 0 h 457"/>
                <a:gd name="T4" fmla="*/ 85 w 402"/>
                <a:gd name="T5" fmla="*/ 45 h 457"/>
                <a:gd name="T6" fmla="*/ 84 w 402"/>
                <a:gd name="T7" fmla="*/ 353 h 457"/>
                <a:gd name="T8" fmla="*/ 390 w 402"/>
                <a:gd name="T9" fmla="*/ 379 h 457"/>
                <a:gd name="T10" fmla="*/ 402 w 402"/>
                <a:gd name="T11" fmla="*/ 368 h 457"/>
                <a:gd name="T12" fmla="*/ 179 w 402"/>
                <a:gd name="T13" fmla="*/ 296 h 457"/>
              </a:gdLst>
              <a:ahLst/>
              <a:cxnLst>
                <a:cxn ang="0">
                  <a:pos x="T0" y="T1"/>
                </a:cxn>
                <a:cxn ang="0">
                  <a:pos x="T2" y="T3"/>
                </a:cxn>
                <a:cxn ang="0">
                  <a:pos x="T4" y="T5"/>
                </a:cxn>
                <a:cxn ang="0">
                  <a:pos x="T6" y="T7"/>
                </a:cxn>
                <a:cxn ang="0">
                  <a:pos x="T8" y="T9"/>
                </a:cxn>
                <a:cxn ang="0">
                  <a:pos x="T10" y="T11"/>
                </a:cxn>
                <a:cxn ang="0">
                  <a:pos x="T12" y="T13"/>
                </a:cxn>
              </a:cxnLst>
              <a:rect l="0" t="0" r="r" b="b"/>
              <a:pathLst>
                <a:path w="402" h="457">
                  <a:moveTo>
                    <a:pt x="179" y="296"/>
                  </a:moveTo>
                  <a:cubicBezTo>
                    <a:pt x="99" y="209"/>
                    <a:pt x="95" y="79"/>
                    <a:pt x="168" y="0"/>
                  </a:cubicBezTo>
                  <a:cubicBezTo>
                    <a:pt x="138" y="8"/>
                    <a:pt x="109" y="23"/>
                    <a:pt x="85" y="45"/>
                  </a:cubicBezTo>
                  <a:cubicBezTo>
                    <a:pt x="0" y="123"/>
                    <a:pt x="0" y="260"/>
                    <a:pt x="84" y="353"/>
                  </a:cubicBezTo>
                  <a:cubicBezTo>
                    <a:pt x="169" y="445"/>
                    <a:pt x="306" y="457"/>
                    <a:pt x="390" y="379"/>
                  </a:cubicBezTo>
                  <a:cubicBezTo>
                    <a:pt x="395" y="376"/>
                    <a:pt x="398" y="372"/>
                    <a:pt x="402" y="368"/>
                  </a:cubicBezTo>
                  <a:cubicBezTo>
                    <a:pt x="326" y="387"/>
                    <a:pt x="239" y="362"/>
                    <a:pt x="179" y="296"/>
                  </a:cubicBez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6" name="Freeform 335"/>
            <p:cNvSpPr>
              <a:spLocks/>
            </p:cNvSpPr>
            <p:nvPr/>
          </p:nvSpPr>
          <p:spPr bwMode="auto">
            <a:xfrm>
              <a:off x="4457700" y="2400300"/>
              <a:ext cx="163513" cy="234950"/>
            </a:xfrm>
            <a:custGeom>
              <a:avLst/>
              <a:gdLst>
                <a:gd name="T0" fmla="*/ 103 w 103"/>
                <a:gd name="T1" fmla="*/ 20 h 148"/>
                <a:gd name="T2" fmla="*/ 49 w 103"/>
                <a:gd name="T3" fmla="*/ 148 h 148"/>
                <a:gd name="T4" fmla="*/ 0 w 103"/>
                <a:gd name="T5" fmla="*/ 128 h 148"/>
                <a:gd name="T6" fmla="*/ 53 w 103"/>
                <a:gd name="T7" fmla="*/ 0 h 148"/>
                <a:gd name="T8" fmla="*/ 103 w 103"/>
                <a:gd name="T9" fmla="*/ 20 h 148"/>
              </a:gdLst>
              <a:ahLst/>
              <a:cxnLst>
                <a:cxn ang="0">
                  <a:pos x="T0" y="T1"/>
                </a:cxn>
                <a:cxn ang="0">
                  <a:pos x="T2" y="T3"/>
                </a:cxn>
                <a:cxn ang="0">
                  <a:pos x="T4" y="T5"/>
                </a:cxn>
                <a:cxn ang="0">
                  <a:pos x="T6" y="T7"/>
                </a:cxn>
                <a:cxn ang="0">
                  <a:pos x="T8" y="T9"/>
                </a:cxn>
              </a:cxnLst>
              <a:rect l="0" t="0" r="r" b="b"/>
              <a:pathLst>
                <a:path w="103" h="148">
                  <a:moveTo>
                    <a:pt x="103" y="20"/>
                  </a:moveTo>
                  <a:lnTo>
                    <a:pt x="49" y="148"/>
                  </a:lnTo>
                  <a:lnTo>
                    <a:pt x="0" y="128"/>
                  </a:lnTo>
                  <a:lnTo>
                    <a:pt x="53" y="0"/>
                  </a:lnTo>
                  <a:lnTo>
                    <a:pt x="103" y="20"/>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7" name="Freeform 336"/>
            <p:cNvSpPr>
              <a:spLocks/>
            </p:cNvSpPr>
            <p:nvPr/>
          </p:nvSpPr>
          <p:spPr bwMode="auto">
            <a:xfrm>
              <a:off x="4529138" y="1781175"/>
              <a:ext cx="1674813" cy="1131888"/>
            </a:xfrm>
            <a:custGeom>
              <a:avLst/>
              <a:gdLst>
                <a:gd name="T0" fmla="*/ 469 w 790"/>
                <a:gd name="T1" fmla="*/ 51 h 534"/>
                <a:gd name="T2" fmla="*/ 497 w 790"/>
                <a:gd name="T3" fmla="*/ 277 h 534"/>
                <a:gd name="T4" fmla="*/ 41 w 790"/>
                <a:gd name="T5" fmla="*/ 300 h 534"/>
                <a:gd name="T6" fmla="*/ 0 w 790"/>
                <a:gd name="T7" fmla="*/ 409 h 534"/>
                <a:gd name="T8" fmla="*/ 417 w 790"/>
                <a:gd name="T9" fmla="*/ 503 h 534"/>
                <a:gd name="T10" fmla="*/ 702 w 790"/>
                <a:gd name="T11" fmla="*/ 379 h 534"/>
                <a:gd name="T12" fmla="*/ 781 w 790"/>
                <a:gd name="T13" fmla="*/ 85 h 534"/>
                <a:gd name="T14" fmla="*/ 469 w 790"/>
                <a:gd name="T15" fmla="*/ 51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0" h="534">
                  <a:moveTo>
                    <a:pt x="469" y="51"/>
                  </a:moveTo>
                  <a:cubicBezTo>
                    <a:pt x="469" y="51"/>
                    <a:pt x="522" y="188"/>
                    <a:pt x="497" y="277"/>
                  </a:cubicBezTo>
                  <a:cubicBezTo>
                    <a:pt x="473" y="366"/>
                    <a:pt x="219" y="379"/>
                    <a:pt x="41" y="300"/>
                  </a:cubicBezTo>
                  <a:cubicBezTo>
                    <a:pt x="15" y="363"/>
                    <a:pt x="0" y="409"/>
                    <a:pt x="0" y="409"/>
                  </a:cubicBezTo>
                  <a:cubicBezTo>
                    <a:pt x="0" y="409"/>
                    <a:pt x="287" y="534"/>
                    <a:pt x="417" y="503"/>
                  </a:cubicBezTo>
                  <a:cubicBezTo>
                    <a:pt x="546" y="472"/>
                    <a:pt x="702" y="379"/>
                    <a:pt x="702" y="379"/>
                  </a:cubicBezTo>
                  <a:cubicBezTo>
                    <a:pt x="702" y="379"/>
                    <a:pt x="773" y="171"/>
                    <a:pt x="781" y="85"/>
                  </a:cubicBezTo>
                  <a:cubicBezTo>
                    <a:pt x="790" y="0"/>
                    <a:pt x="469" y="51"/>
                    <a:pt x="469" y="51"/>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8" name="Freeform 337"/>
            <p:cNvSpPr>
              <a:spLocks/>
            </p:cNvSpPr>
            <p:nvPr/>
          </p:nvSpPr>
          <p:spPr bwMode="auto">
            <a:xfrm>
              <a:off x="4529138" y="1868487"/>
              <a:ext cx="1662113" cy="1044575"/>
            </a:xfrm>
            <a:custGeom>
              <a:avLst/>
              <a:gdLst>
                <a:gd name="T0" fmla="*/ 646 w 784"/>
                <a:gd name="T1" fmla="*/ 282 h 493"/>
                <a:gd name="T2" fmla="*/ 361 w 784"/>
                <a:gd name="T3" fmla="*/ 406 h 493"/>
                <a:gd name="T4" fmla="*/ 10 w 784"/>
                <a:gd name="T5" fmla="*/ 338 h 493"/>
                <a:gd name="T6" fmla="*/ 0 w 784"/>
                <a:gd name="T7" fmla="*/ 368 h 493"/>
                <a:gd name="T8" fmla="*/ 417 w 784"/>
                <a:gd name="T9" fmla="*/ 462 h 493"/>
                <a:gd name="T10" fmla="*/ 702 w 784"/>
                <a:gd name="T11" fmla="*/ 338 h 493"/>
                <a:gd name="T12" fmla="*/ 781 w 784"/>
                <a:gd name="T13" fmla="*/ 44 h 493"/>
                <a:gd name="T14" fmla="*/ 724 w 784"/>
                <a:gd name="T15" fmla="*/ 0 h 493"/>
                <a:gd name="T16" fmla="*/ 646 w 784"/>
                <a:gd name="T17" fmla="*/ 28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4" h="493">
                  <a:moveTo>
                    <a:pt x="646" y="282"/>
                  </a:moveTo>
                  <a:cubicBezTo>
                    <a:pt x="646" y="282"/>
                    <a:pt x="490" y="375"/>
                    <a:pt x="361" y="406"/>
                  </a:cubicBezTo>
                  <a:cubicBezTo>
                    <a:pt x="270" y="427"/>
                    <a:pt x="103" y="373"/>
                    <a:pt x="10" y="338"/>
                  </a:cubicBezTo>
                  <a:cubicBezTo>
                    <a:pt x="3" y="357"/>
                    <a:pt x="0" y="368"/>
                    <a:pt x="0" y="368"/>
                  </a:cubicBezTo>
                  <a:cubicBezTo>
                    <a:pt x="0" y="368"/>
                    <a:pt x="287" y="493"/>
                    <a:pt x="417" y="462"/>
                  </a:cubicBezTo>
                  <a:cubicBezTo>
                    <a:pt x="546" y="431"/>
                    <a:pt x="702" y="338"/>
                    <a:pt x="702" y="338"/>
                  </a:cubicBezTo>
                  <a:cubicBezTo>
                    <a:pt x="702" y="338"/>
                    <a:pt x="773" y="130"/>
                    <a:pt x="781" y="44"/>
                  </a:cubicBezTo>
                  <a:cubicBezTo>
                    <a:pt x="784" y="20"/>
                    <a:pt x="760" y="7"/>
                    <a:pt x="724" y="0"/>
                  </a:cubicBezTo>
                  <a:cubicBezTo>
                    <a:pt x="711" y="92"/>
                    <a:pt x="646" y="282"/>
                    <a:pt x="646" y="282"/>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9" name="Freeform 338"/>
            <p:cNvSpPr>
              <a:spLocks/>
            </p:cNvSpPr>
            <p:nvPr/>
          </p:nvSpPr>
          <p:spPr bwMode="auto">
            <a:xfrm>
              <a:off x="4729163" y="563562"/>
              <a:ext cx="109538" cy="227013"/>
            </a:xfrm>
            <a:custGeom>
              <a:avLst/>
              <a:gdLst>
                <a:gd name="T0" fmla="*/ 69 w 69"/>
                <a:gd name="T1" fmla="*/ 136 h 143"/>
                <a:gd name="T2" fmla="*/ 53 w 69"/>
                <a:gd name="T3" fmla="*/ 0 h 143"/>
                <a:gd name="T4" fmla="*/ 0 w 69"/>
                <a:gd name="T5" fmla="*/ 5 h 143"/>
                <a:gd name="T6" fmla="*/ 16 w 69"/>
                <a:gd name="T7" fmla="*/ 143 h 143"/>
                <a:gd name="T8" fmla="*/ 69 w 69"/>
                <a:gd name="T9" fmla="*/ 136 h 143"/>
              </a:gdLst>
              <a:ahLst/>
              <a:cxnLst>
                <a:cxn ang="0">
                  <a:pos x="T0" y="T1"/>
                </a:cxn>
                <a:cxn ang="0">
                  <a:pos x="T2" y="T3"/>
                </a:cxn>
                <a:cxn ang="0">
                  <a:pos x="T4" y="T5"/>
                </a:cxn>
                <a:cxn ang="0">
                  <a:pos x="T6" y="T7"/>
                </a:cxn>
                <a:cxn ang="0">
                  <a:pos x="T8" y="T9"/>
                </a:cxn>
              </a:cxnLst>
              <a:rect l="0" t="0" r="r" b="b"/>
              <a:pathLst>
                <a:path w="69" h="143">
                  <a:moveTo>
                    <a:pt x="69" y="136"/>
                  </a:moveTo>
                  <a:lnTo>
                    <a:pt x="53" y="0"/>
                  </a:lnTo>
                  <a:lnTo>
                    <a:pt x="0" y="5"/>
                  </a:lnTo>
                  <a:lnTo>
                    <a:pt x="16" y="143"/>
                  </a:lnTo>
                  <a:lnTo>
                    <a:pt x="69" y="136"/>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0" name="Freeform 339"/>
            <p:cNvSpPr>
              <a:spLocks/>
            </p:cNvSpPr>
            <p:nvPr/>
          </p:nvSpPr>
          <p:spPr bwMode="auto">
            <a:xfrm>
              <a:off x="4803775" y="455612"/>
              <a:ext cx="1439863" cy="1374775"/>
            </a:xfrm>
            <a:custGeom>
              <a:avLst/>
              <a:gdLst>
                <a:gd name="T0" fmla="*/ 356 w 680"/>
                <a:gd name="T1" fmla="*/ 513 h 649"/>
                <a:gd name="T2" fmla="*/ 444 w 680"/>
                <a:gd name="T3" fmla="*/ 303 h 649"/>
                <a:gd name="T4" fmla="*/ 10 w 680"/>
                <a:gd name="T5" fmla="*/ 158 h 649"/>
                <a:gd name="T6" fmla="*/ 0 w 680"/>
                <a:gd name="T7" fmla="*/ 42 h 649"/>
                <a:gd name="T8" fmla="*/ 427 w 680"/>
                <a:gd name="T9" fmla="*/ 64 h 649"/>
                <a:gd name="T10" fmla="*/ 668 w 680"/>
                <a:gd name="T11" fmla="*/ 260 h 649"/>
                <a:gd name="T12" fmla="*/ 665 w 680"/>
                <a:gd name="T13" fmla="*/ 564 h 649"/>
                <a:gd name="T14" fmla="*/ 356 w 680"/>
                <a:gd name="T15" fmla="*/ 513 h 6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649">
                  <a:moveTo>
                    <a:pt x="356" y="513"/>
                  </a:moveTo>
                  <a:cubicBezTo>
                    <a:pt x="356" y="513"/>
                    <a:pt x="443" y="395"/>
                    <a:pt x="444" y="303"/>
                  </a:cubicBezTo>
                  <a:cubicBezTo>
                    <a:pt x="444" y="211"/>
                    <a:pt x="203" y="130"/>
                    <a:pt x="10" y="158"/>
                  </a:cubicBezTo>
                  <a:cubicBezTo>
                    <a:pt x="2" y="91"/>
                    <a:pt x="0" y="42"/>
                    <a:pt x="0" y="42"/>
                  </a:cubicBezTo>
                  <a:cubicBezTo>
                    <a:pt x="0" y="42"/>
                    <a:pt x="310" y="0"/>
                    <a:pt x="427" y="64"/>
                  </a:cubicBezTo>
                  <a:cubicBezTo>
                    <a:pt x="543" y="129"/>
                    <a:pt x="668" y="260"/>
                    <a:pt x="668" y="260"/>
                  </a:cubicBezTo>
                  <a:cubicBezTo>
                    <a:pt x="668" y="260"/>
                    <a:pt x="680" y="479"/>
                    <a:pt x="665" y="564"/>
                  </a:cubicBezTo>
                  <a:cubicBezTo>
                    <a:pt x="651" y="649"/>
                    <a:pt x="356" y="513"/>
                    <a:pt x="356" y="513"/>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1" name="Freeform 340"/>
            <p:cNvSpPr>
              <a:spLocks/>
            </p:cNvSpPr>
            <p:nvPr/>
          </p:nvSpPr>
          <p:spPr bwMode="auto">
            <a:xfrm>
              <a:off x="4803775" y="455612"/>
              <a:ext cx="1439863" cy="1260475"/>
            </a:xfrm>
            <a:custGeom>
              <a:avLst/>
              <a:gdLst>
                <a:gd name="T0" fmla="*/ 599 w 680"/>
                <a:gd name="T1" fmla="*/ 299 h 595"/>
                <a:gd name="T2" fmla="*/ 358 w 680"/>
                <a:gd name="T3" fmla="*/ 103 h 595"/>
                <a:gd name="T4" fmla="*/ 2 w 680"/>
                <a:gd name="T5" fmla="*/ 74 h 595"/>
                <a:gd name="T6" fmla="*/ 0 w 680"/>
                <a:gd name="T7" fmla="*/ 42 h 595"/>
                <a:gd name="T8" fmla="*/ 427 w 680"/>
                <a:gd name="T9" fmla="*/ 64 h 595"/>
                <a:gd name="T10" fmla="*/ 668 w 680"/>
                <a:gd name="T11" fmla="*/ 260 h 595"/>
                <a:gd name="T12" fmla="*/ 665 w 680"/>
                <a:gd name="T13" fmla="*/ 564 h 595"/>
                <a:gd name="T14" fmla="*/ 598 w 680"/>
                <a:gd name="T15" fmla="*/ 591 h 595"/>
                <a:gd name="T16" fmla="*/ 599 w 680"/>
                <a:gd name="T17" fmla="*/ 299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0" h="595">
                  <a:moveTo>
                    <a:pt x="599" y="299"/>
                  </a:moveTo>
                  <a:cubicBezTo>
                    <a:pt x="599" y="299"/>
                    <a:pt x="474" y="167"/>
                    <a:pt x="358" y="103"/>
                  </a:cubicBezTo>
                  <a:cubicBezTo>
                    <a:pt x="276" y="58"/>
                    <a:pt x="100" y="65"/>
                    <a:pt x="2" y="74"/>
                  </a:cubicBezTo>
                  <a:cubicBezTo>
                    <a:pt x="0" y="54"/>
                    <a:pt x="0" y="42"/>
                    <a:pt x="0" y="42"/>
                  </a:cubicBezTo>
                  <a:cubicBezTo>
                    <a:pt x="0" y="42"/>
                    <a:pt x="310" y="0"/>
                    <a:pt x="427" y="64"/>
                  </a:cubicBezTo>
                  <a:cubicBezTo>
                    <a:pt x="543" y="129"/>
                    <a:pt x="668" y="260"/>
                    <a:pt x="668" y="260"/>
                  </a:cubicBezTo>
                  <a:cubicBezTo>
                    <a:pt x="668" y="260"/>
                    <a:pt x="680" y="479"/>
                    <a:pt x="665" y="564"/>
                  </a:cubicBezTo>
                  <a:cubicBezTo>
                    <a:pt x="661" y="588"/>
                    <a:pt x="634" y="595"/>
                    <a:pt x="598" y="591"/>
                  </a:cubicBezTo>
                  <a:cubicBezTo>
                    <a:pt x="610" y="499"/>
                    <a:pt x="599" y="299"/>
                    <a:pt x="599" y="29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2" name="Freeform 341"/>
            <p:cNvSpPr>
              <a:spLocks/>
            </p:cNvSpPr>
            <p:nvPr/>
          </p:nvSpPr>
          <p:spPr bwMode="auto">
            <a:xfrm>
              <a:off x="4144963" y="565150"/>
              <a:ext cx="608013" cy="407988"/>
            </a:xfrm>
            <a:custGeom>
              <a:avLst/>
              <a:gdLst>
                <a:gd name="T0" fmla="*/ 280 w 287"/>
                <a:gd name="T1" fmla="*/ 31 h 192"/>
                <a:gd name="T2" fmla="*/ 141 w 287"/>
                <a:gd name="T3" fmla="*/ 5 h 192"/>
                <a:gd name="T4" fmla="*/ 74 w 287"/>
                <a:gd name="T5" fmla="*/ 34 h 192"/>
                <a:gd name="T6" fmla="*/ 12 w 287"/>
                <a:gd name="T7" fmla="*/ 83 h 192"/>
                <a:gd name="T8" fmla="*/ 17 w 287"/>
                <a:gd name="T9" fmla="*/ 84 h 192"/>
                <a:gd name="T10" fmla="*/ 1 w 287"/>
                <a:gd name="T11" fmla="*/ 103 h 192"/>
                <a:gd name="T12" fmla="*/ 23 w 287"/>
                <a:gd name="T13" fmla="*/ 107 h 192"/>
                <a:gd name="T14" fmla="*/ 4 w 287"/>
                <a:gd name="T15" fmla="*/ 132 h 192"/>
                <a:gd name="T16" fmla="*/ 37 w 287"/>
                <a:gd name="T17" fmla="*/ 135 h 192"/>
                <a:gd name="T18" fmla="*/ 21 w 287"/>
                <a:gd name="T19" fmla="*/ 161 h 192"/>
                <a:gd name="T20" fmla="*/ 57 w 287"/>
                <a:gd name="T21" fmla="*/ 163 h 192"/>
                <a:gd name="T22" fmla="*/ 146 w 287"/>
                <a:gd name="T23" fmla="*/ 127 h 192"/>
                <a:gd name="T24" fmla="*/ 79 w 287"/>
                <a:gd name="T25" fmla="*/ 166 h 192"/>
                <a:gd name="T26" fmla="*/ 109 w 287"/>
                <a:gd name="T27" fmla="*/ 177 h 192"/>
                <a:gd name="T28" fmla="*/ 208 w 287"/>
                <a:gd name="T29" fmla="*/ 147 h 192"/>
                <a:gd name="T30" fmla="*/ 287 w 287"/>
                <a:gd name="T31" fmla="*/ 96 h 192"/>
                <a:gd name="T32" fmla="*/ 280 w 287"/>
                <a:gd name="T33" fmla="*/ 3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7" h="192">
                  <a:moveTo>
                    <a:pt x="280" y="31"/>
                  </a:moveTo>
                  <a:cubicBezTo>
                    <a:pt x="280" y="31"/>
                    <a:pt x="180" y="9"/>
                    <a:pt x="141" y="5"/>
                  </a:cubicBezTo>
                  <a:cubicBezTo>
                    <a:pt x="101" y="0"/>
                    <a:pt x="103" y="15"/>
                    <a:pt x="74" y="34"/>
                  </a:cubicBezTo>
                  <a:cubicBezTo>
                    <a:pt x="44" y="53"/>
                    <a:pt x="14" y="67"/>
                    <a:pt x="12" y="83"/>
                  </a:cubicBezTo>
                  <a:cubicBezTo>
                    <a:pt x="17" y="84"/>
                    <a:pt x="17" y="84"/>
                    <a:pt x="17" y="84"/>
                  </a:cubicBezTo>
                  <a:cubicBezTo>
                    <a:pt x="17" y="84"/>
                    <a:pt x="1" y="90"/>
                    <a:pt x="1" y="103"/>
                  </a:cubicBezTo>
                  <a:cubicBezTo>
                    <a:pt x="0" y="115"/>
                    <a:pt x="14" y="109"/>
                    <a:pt x="23" y="107"/>
                  </a:cubicBezTo>
                  <a:cubicBezTo>
                    <a:pt x="5" y="114"/>
                    <a:pt x="1" y="123"/>
                    <a:pt x="4" y="132"/>
                  </a:cubicBezTo>
                  <a:cubicBezTo>
                    <a:pt x="7" y="141"/>
                    <a:pt x="23" y="140"/>
                    <a:pt x="37" y="135"/>
                  </a:cubicBezTo>
                  <a:cubicBezTo>
                    <a:pt x="22" y="141"/>
                    <a:pt x="19" y="153"/>
                    <a:pt x="21" y="161"/>
                  </a:cubicBezTo>
                  <a:cubicBezTo>
                    <a:pt x="22" y="169"/>
                    <a:pt x="35" y="177"/>
                    <a:pt x="57" y="163"/>
                  </a:cubicBezTo>
                  <a:cubicBezTo>
                    <a:pt x="79" y="150"/>
                    <a:pt x="146" y="127"/>
                    <a:pt x="146" y="127"/>
                  </a:cubicBezTo>
                  <a:cubicBezTo>
                    <a:pt x="146" y="127"/>
                    <a:pt x="84" y="164"/>
                    <a:pt x="79" y="166"/>
                  </a:cubicBezTo>
                  <a:cubicBezTo>
                    <a:pt x="75" y="168"/>
                    <a:pt x="79" y="192"/>
                    <a:pt x="109" y="177"/>
                  </a:cubicBezTo>
                  <a:cubicBezTo>
                    <a:pt x="139" y="162"/>
                    <a:pt x="178" y="158"/>
                    <a:pt x="208" y="147"/>
                  </a:cubicBezTo>
                  <a:cubicBezTo>
                    <a:pt x="238" y="137"/>
                    <a:pt x="281" y="115"/>
                    <a:pt x="287" y="96"/>
                  </a:cubicBezTo>
                  <a:cubicBezTo>
                    <a:pt x="281" y="43"/>
                    <a:pt x="280" y="31"/>
                    <a:pt x="280" y="31"/>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3" name="Freeform 342"/>
            <p:cNvSpPr>
              <a:spLocks/>
            </p:cNvSpPr>
            <p:nvPr/>
          </p:nvSpPr>
          <p:spPr bwMode="auto">
            <a:xfrm>
              <a:off x="3940175" y="2128837"/>
              <a:ext cx="588963" cy="441325"/>
            </a:xfrm>
            <a:custGeom>
              <a:avLst/>
              <a:gdLst>
                <a:gd name="T0" fmla="*/ 253 w 278"/>
                <a:gd name="T1" fmla="*/ 208 h 208"/>
                <a:gd name="T2" fmla="*/ 112 w 278"/>
                <a:gd name="T3" fmla="*/ 196 h 208"/>
                <a:gd name="T4" fmla="*/ 55 w 278"/>
                <a:gd name="T5" fmla="*/ 149 h 208"/>
                <a:gd name="T6" fmla="*/ 9 w 278"/>
                <a:gd name="T7" fmla="*/ 86 h 208"/>
                <a:gd name="T8" fmla="*/ 14 w 278"/>
                <a:gd name="T9" fmla="*/ 86 h 208"/>
                <a:gd name="T10" fmla="*/ 3 w 278"/>
                <a:gd name="T11" fmla="*/ 64 h 208"/>
                <a:gd name="T12" fmla="*/ 26 w 278"/>
                <a:gd name="T13" fmla="*/ 66 h 208"/>
                <a:gd name="T14" fmla="*/ 14 w 278"/>
                <a:gd name="T15" fmla="*/ 37 h 208"/>
                <a:gd name="T16" fmla="*/ 47 w 278"/>
                <a:gd name="T17" fmla="*/ 43 h 208"/>
                <a:gd name="T18" fmla="*/ 39 w 278"/>
                <a:gd name="T19" fmla="*/ 13 h 208"/>
                <a:gd name="T20" fmla="*/ 74 w 278"/>
                <a:gd name="T21" fmla="*/ 21 h 208"/>
                <a:gd name="T22" fmla="*/ 150 w 278"/>
                <a:gd name="T23" fmla="*/ 79 h 208"/>
                <a:gd name="T24" fmla="*/ 96 w 278"/>
                <a:gd name="T25" fmla="*/ 24 h 208"/>
                <a:gd name="T26" fmla="*/ 128 w 278"/>
                <a:gd name="T27" fmla="*/ 22 h 208"/>
                <a:gd name="T28" fmla="*/ 215 w 278"/>
                <a:gd name="T29" fmla="*/ 77 h 208"/>
                <a:gd name="T30" fmla="*/ 278 w 278"/>
                <a:gd name="T31" fmla="*/ 147 h 208"/>
                <a:gd name="T32" fmla="*/ 253 w 278"/>
                <a:gd name="T33"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8" h="208">
                  <a:moveTo>
                    <a:pt x="253" y="208"/>
                  </a:moveTo>
                  <a:cubicBezTo>
                    <a:pt x="253" y="208"/>
                    <a:pt x="151" y="202"/>
                    <a:pt x="112" y="196"/>
                  </a:cubicBezTo>
                  <a:cubicBezTo>
                    <a:pt x="73" y="190"/>
                    <a:pt x="79" y="176"/>
                    <a:pt x="55" y="149"/>
                  </a:cubicBezTo>
                  <a:cubicBezTo>
                    <a:pt x="32" y="123"/>
                    <a:pt x="7" y="102"/>
                    <a:pt x="9" y="86"/>
                  </a:cubicBezTo>
                  <a:cubicBezTo>
                    <a:pt x="14" y="86"/>
                    <a:pt x="14" y="86"/>
                    <a:pt x="14" y="86"/>
                  </a:cubicBezTo>
                  <a:cubicBezTo>
                    <a:pt x="14" y="86"/>
                    <a:pt x="0" y="76"/>
                    <a:pt x="3" y="64"/>
                  </a:cubicBezTo>
                  <a:cubicBezTo>
                    <a:pt x="6" y="52"/>
                    <a:pt x="19" y="61"/>
                    <a:pt x="26" y="66"/>
                  </a:cubicBezTo>
                  <a:cubicBezTo>
                    <a:pt x="11" y="54"/>
                    <a:pt x="9" y="45"/>
                    <a:pt x="14" y="37"/>
                  </a:cubicBezTo>
                  <a:cubicBezTo>
                    <a:pt x="20" y="29"/>
                    <a:pt x="35" y="35"/>
                    <a:pt x="47" y="43"/>
                  </a:cubicBezTo>
                  <a:cubicBezTo>
                    <a:pt x="34" y="33"/>
                    <a:pt x="35" y="20"/>
                    <a:pt x="39" y="13"/>
                  </a:cubicBezTo>
                  <a:cubicBezTo>
                    <a:pt x="42" y="6"/>
                    <a:pt x="57" y="2"/>
                    <a:pt x="74" y="21"/>
                  </a:cubicBezTo>
                  <a:cubicBezTo>
                    <a:pt x="92" y="40"/>
                    <a:pt x="150" y="79"/>
                    <a:pt x="150" y="79"/>
                  </a:cubicBezTo>
                  <a:cubicBezTo>
                    <a:pt x="150" y="79"/>
                    <a:pt x="101" y="28"/>
                    <a:pt x="96" y="24"/>
                  </a:cubicBezTo>
                  <a:cubicBezTo>
                    <a:pt x="92" y="21"/>
                    <a:pt x="103" y="0"/>
                    <a:pt x="128" y="22"/>
                  </a:cubicBezTo>
                  <a:cubicBezTo>
                    <a:pt x="152" y="44"/>
                    <a:pt x="189" y="59"/>
                    <a:pt x="215" y="77"/>
                  </a:cubicBezTo>
                  <a:cubicBezTo>
                    <a:pt x="241" y="95"/>
                    <a:pt x="276" y="128"/>
                    <a:pt x="278" y="147"/>
                  </a:cubicBezTo>
                  <a:cubicBezTo>
                    <a:pt x="258" y="197"/>
                    <a:pt x="253" y="208"/>
                    <a:pt x="253" y="208"/>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4" name="Freeform 343"/>
            <p:cNvSpPr>
              <a:spLocks/>
            </p:cNvSpPr>
            <p:nvPr/>
          </p:nvSpPr>
          <p:spPr bwMode="auto">
            <a:xfrm>
              <a:off x="5287963" y="1214437"/>
              <a:ext cx="492125" cy="1063625"/>
            </a:xfrm>
            <a:custGeom>
              <a:avLst/>
              <a:gdLst>
                <a:gd name="T0" fmla="*/ 36 w 232"/>
                <a:gd name="T1" fmla="*/ 65 h 502"/>
                <a:gd name="T2" fmla="*/ 0 w 232"/>
                <a:gd name="T3" fmla="*/ 128 h 502"/>
                <a:gd name="T4" fmla="*/ 0 w 232"/>
                <a:gd name="T5" fmla="*/ 403 h 502"/>
                <a:gd name="T6" fmla="*/ 37 w 232"/>
                <a:gd name="T7" fmla="*/ 461 h 502"/>
                <a:gd name="T8" fmla="*/ 164 w 232"/>
                <a:gd name="T9" fmla="*/ 496 h 502"/>
                <a:gd name="T10" fmla="*/ 207 w 232"/>
                <a:gd name="T11" fmla="*/ 459 h 502"/>
                <a:gd name="T12" fmla="*/ 228 w 232"/>
                <a:gd name="T13" fmla="*/ 311 h 502"/>
                <a:gd name="T14" fmla="*/ 229 w 232"/>
                <a:gd name="T15" fmla="*/ 217 h 502"/>
                <a:gd name="T16" fmla="*/ 208 w 232"/>
                <a:gd name="T17" fmla="*/ 41 h 502"/>
                <a:gd name="T18" fmla="*/ 166 w 232"/>
                <a:gd name="T19" fmla="*/ 9 h 502"/>
                <a:gd name="T20" fmla="*/ 36 w 232"/>
                <a:gd name="T21" fmla="*/ 6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2" h="502">
                  <a:moveTo>
                    <a:pt x="36" y="65"/>
                  </a:moveTo>
                  <a:cubicBezTo>
                    <a:pt x="16" y="73"/>
                    <a:pt x="0" y="102"/>
                    <a:pt x="0" y="128"/>
                  </a:cubicBezTo>
                  <a:cubicBezTo>
                    <a:pt x="0" y="403"/>
                    <a:pt x="0" y="403"/>
                    <a:pt x="0" y="403"/>
                  </a:cubicBezTo>
                  <a:cubicBezTo>
                    <a:pt x="0" y="430"/>
                    <a:pt x="16" y="456"/>
                    <a:pt x="37" y="461"/>
                  </a:cubicBezTo>
                  <a:cubicBezTo>
                    <a:pt x="164" y="496"/>
                    <a:pt x="164" y="496"/>
                    <a:pt x="164" y="496"/>
                  </a:cubicBezTo>
                  <a:cubicBezTo>
                    <a:pt x="184" y="502"/>
                    <a:pt x="204" y="485"/>
                    <a:pt x="207" y="459"/>
                  </a:cubicBezTo>
                  <a:cubicBezTo>
                    <a:pt x="228" y="311"/>
                    <a:pt x="228" y="311"/>
                    <a:pt x="228" y="311"/>
                  </a:cubicBezTo>
                  <a:cubicBezTo>
                    <a:pt x="231" y="285"/>
                    <a:pt x="232" y="243"/>
                    <a:pt x="229" y="217"/>
                  </a:cubicBezTo>
                  <a:cubicBezTo>
                    <a:pt x="208" y="41"/>
                    <a:pt x="208" y="41"/>
                    <a:pt x="208" y="41"/>
                  </a:cubicBezTo>
                  <a:cubicBezTo>
                    <a:pt x="205" y="15"/>
                    <a:pt x="186" y="0"/>
                    <a:pt x="166" y="9"/>
                  </a:cubicBezTo>
                  <a:lnTo>
                    <a:pt x="36" y="65"/>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5" name="Oval 344"/>
            <p:cNvSpPr>
              <a:spLocks noChangeArrowheads="1"/>
            </p:cNvSpPr>
            <p:nvPr/>
          </p:nvSpPr>
          <p:spPr bwMode="auto">
            <a:xfrm>
              <a:off x="5408613" y="1339850"/>
              <a:ext cx="960438" cy="881063"/>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6" name="Freeform 345"/>
            <p:cNvSpPr>
              <a:spLocks/>
            </p:cNvSpPr>
            <p:nvPr/>
          </p:nvSpPr>
          <p:spPr bwMode="auto">
            <a:xfrm>
              <a:off x="5408613" y="1584325"/>
              <a:ext cx="960438" cy="636588"/>
            </a:xfrm>
            <a:custGeom>
              <a:avLst/>
              <a:gdLst>
                <a:gd name="T0" fmla="*/ 249 w 453"/>
                <a:gd name="T1" fmla="*/ 192 h 300"/>
                <a:gd name="T2" fmla="*/ 24 w 453"/>
                <a:gd name="T3" fmla="*/ 0 h 300"/>
                <a:gd name="T4" fmla="*/ 0 w 453"/>
                <a:gd name="T5" fmla="*/ 92 h 300"/>
                <a:gd name="T6" fmla="*/ 227 w 453"/>
                <a:gd name="T7" fmla="*/ 300 h 300"/>
                <a:gd name="T8" fmla="*/ 453 w 453"/>
                <a:gd name="T9" fmla="*/ 92 h 300"/>
                <a:gd name="T10" fmla="*/ 452 w 453"/>
                <a:gd name="T11" fmla="*/ 76 h 300"/>
                <a:gd name="T12" fmla="*/ 249 w 453"/>
                <a:gd name="T13" fmla="*/ 192 h 300"/>
              </a:gdLst>
              <a:ahLst/>
              <a:cxnLst>
                <a:cxn ang="0">
                  <a:pos x="T0" y="T1"/>
                </a:cxn>
                <a:cxn ang="0">
                  <a:pos x="T2" y="T3"/>
                </a:cxn>
                <a:cxn ang="0">
                  <a:pos x="T4" y="T5"/>
                </a:cxn>
                <a:cxn ang="0">
                  <a:pos x="T6" y="T7"/>
                </a:cxn>
                <a:cxn ang="0">
                  <a:pos x="T8" y="T9"/>
                </a:cxn>
                <a:cxn ang="0">
                  <a:pos x="T10" y="T11"/>
                </a:cxn>
                <a:cxn ang="0">
                  <a:pos x="T12" y="T13"/>
                </a:cxn>
              </a:cxnLst>
              <a:rect l="0" t="0" r="r" b="b"/>
              <a:pathLst>
                <a:path w="453" h="300">
                  <a:moveTo>
                    <a:pt x="249" y="192"/>
                  </a:moveTo>
                  <a:cubicBezTo>
                    <a:pt x="130" y="192"/>
                    <a:pt x="33" y="108"/>
                    <a:pt x="24" y="0"/>
                  </a:cubicBezTo>
                  <a:cubicBezTo>
                    <a:pt x="9" y="28"/>
                    <a:pt x="0" y="59"/>
                    <a:pt x="0" y="92"/>
                  </a:cubicBezTo>
                  <a:cubicBezTo>
                    <a:pt x="0" y="207"/>
                    <a:pt x="102" y="300"/>
                    <a:pt x="227" y="300"/>
                  </a:cubicBezTo>
                  <a:cubicBezTo>
                    <a:pt x="352" y="300"/>
                    <a:pt x="453" y="207"/>
                    <a:pt x="453" y="92"/>
                  </a:cubicBezTo>
                  <a:cubicBezTo>
                    <a:pt x="453" y="87"/>
                    <a:pt x="453" y="81"/>
                    <a:pt x="452" y="76"/>
                  </a:cubicBezTo>
                  <a:cubicBezTo>
                    <a:pt x="416" y="145"/>
                    <a:pt x="338" y="192"/>
                    <a:pt x="249" y="192"/>
                  </a:cubicBez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7" name="Freeform 346"/>
            <p:cNvSpPr>
              <a:spLocks/>
            </p:cNvSpPr>
            <p:nvPr/>
          </p:nvSpPr>
          <p:spPr bwMode="auto">
            <a:xfrm>
              <a:off x="2363788" y="704850"/>
              <a:ext cx="461963" cy="392113"/>
            </a:xfrm>
            <a:custGeom>
              <a:avLst/>
              <a:gdLst>
                <a:gd name="T0" fmla="*/ 0 w 218"/>
                <a:gd name="T1" fmla="*/ 5 h 185"/>
                <a:gd name="T2" fmla="*/ 216 w 218"/>
                <a:gd name="T3" fmla="*/ 185 h 185"/>
                <a:gd name="T4" fmla="*/ 213 w 218"/>
                <a:gd name="T5" fmla="*/ 174 h 185"/>
                <a:gd name="T6" fmla="*/ 4 w 218"/>
                <a:gd name="T7" fmla="*/ 0 h 185"/>
                <a:gd name="T8" fmla="*/ 0 w 218"/>
                <a:gd name="T9" fmla="*/ 5 h 185"/>
              </a:gdLst>
              <a:ahLst/>
              <a:cxnLst>
                <a:cxn ang="0">
                  <a:pos x="T0" y="T1"/>
                </a:cxn>
                <a:cxn ang="0">
                  <a:pos x="T2" y="T3"/>
                </a:cxn>
                <a:cxn ang="0">
                  <a:pos x="T4" y="T5"/>
                </a:cxn>
                <a:cxn ang="0">
                  <a:pos x="T6" y="T7"/>
                </a:cxn>
                <a:cxn ang="0">
                  <a:pos x="T8" y="T9"/>
                </a:cxn>
              </a:cxnLst>
              <a:rect l="0" t="0" r="r" b="b"/>
              <a:pathLst>
                <a:path w="218" h="185">
                  <a:moveTo>
                    <a:pt x="0" y="5"/>
                  </a:moveTo>
                  <a:cubicBezTo>
                    <a:pt x="216" y="185"/>
                    <a:pt x="216" y="185"/>
                    <a:pt x="216" y="185"/>
                  </a:cubicBezTo>
                  <a:cubicBezTo>
                    <a:pt x="218" y="182"/>
                    <a:pt x="216" y="178"/>
                    <a:pt x="213" y="174"/>
                  </a:cubicBezTo>
                  <a:cubicBezTo>
                    <a:pt x="4" y="0"/>
                    <a:pt x="4" y="0"/>
                    <a:pt x="4" y="0"/>
                  </a:cubicBezTo>
                  <a:lnTo>
                    <a:pt x="0" y="5"/>
                  </a:lnTo>
                  <a:close/>
                </a:path>
              </a:pathLst>
            </a:custGeom>
            <a:solidFill>
              <a:srgbClr val="F9A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8" name="Freeform 347"/>
            <p:cNvSpPr>
              <a:spLocks/>
            </p:cNvSpPr>
            <p:nvPr/>
          </p:nvSpPr>
          <p:spPr bwMode="auto">
            <a:xfrm>
              <a:off x="2373313" y="679450"/>
              <a:ext cx="474663" cy="403225"/>
            </a:xfrm>
            <a:custGeom>
              <a:avLst/>
              <a:gdLst>
                <a:gd name="T0" fmla="*/ 10 w 224"/>
                <a:gd name="T1" fmla="*/ 0 h 190"/>
                <a:gd name="T2" fmla="*/ 0 w 224"/>
                <a:gd name="T3" fmla="*/ 12 h 190"/>
                <a:gd name="T4" fmla="*/ 209 w 224"/>
                <a:gd name="T5" fmla="*/ 186 h 190"/>
                <a:gd name="T6" fmla="*/ 209 w 224"/>
                <a:gd name="T7" fmla="*/ 186 h 190"/>
                <a:gd name="T8" fmla="*/ 209 w 224"/>
                <a:gd name="T9" fmla="*/ 186 h 190"/>
                <a:gd name="T10" fmla="*/ 222 w 224"/>
                <a:gd name="T11" fmla="*/ 187 h 190"/>
                <a:gd name="T12" fmla="*/ 219 w 224"/>
                <a:gd name="T13" fmla="*/ 174 h 190"/>
                <a:gd name="T14" fmla="*/ 219 w 224"/>
                <a:gd name="T15" fmla="*/ 175 h 190"/>
                <a:gd name="T16" fmla="*/ 219 w 224"/>
                <a:gd name="T17" fmla="*/ 174 h 190"/>
                <a:gd name="T18" fmla="*/ 219 w 224"/>
                <a:gd name="T19" fmla="*/ 174 h 190"/>
                <a:gd name="T20" fmla="*/ 10 w 224"/>
                <a:gd name="T2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 h="190">
                  <a:moveTo>
                    <a:pt x="10" y="0"/>
                  </a:moveTo>
                  <a:cubicBezTo>
                    <a:pt x="0" y="12"/>
                    <a:pt x="0" y="12"/>
                    <a:pt x="0" y="12"/>
                  </a:cubicBezTo>
                  <a:cubicBezTo>
                    <a:pt x="209" y="186"/>
                    <a:pt x="209" y="186"/>
                    <a:pt x="209" y="186"/>
                  </a:cubicBezTo>
                  <a:cubicBezTo>
                    <a:pt x="209" y="186"/>
                    <a:pt x="209" y="186"/>
                    <a:pt x="209" y="186"/>
                  </a:cubicBezTo>
                  <a:cubicBezTo>
                    <a:pt x="209" y="186"/>
                    <a:pt x="209" y="186"/>
                    <a:pt x="209" y="186"/>
                  </a:cubicBezTo>
                  <a:cubicBezTo>
                    <a:pt x="213" y="189"/>
                    <a:pt x="219" y="190"/>
                    <a:pt x="222" y="187"/>
                  </a:cubicBezTo>
                  <a:cubicBezTo>
                    <a:pt x="224" y="184"/>
                    <a:pt x="223" y="179"/>
                    <a:pt x="219" y="174"/>
                  </a:cubicBezTo>
                  <a:cubicBezTo>
                    <a:pt x="219" y="175"/>
                    <a:pt x="219" y="175"/>
                    <a:pt x="219" y="175"/>
                  </a:cubicBezTo>
                  <a:cubicBezTo>
                    <a:pt x="219" y="174"/>
                    <a:pt x="219" y="174"/>
                    <a:pt x="219" y="174"/>
                  </a:cubicBezTo>
                  <a:cubicBezTo>
                    <a:pt x="219" y="174"/>
                    <a:pt x="219" y="174"/>
                    <a:pt x="219" y="174"/>
                  </a:cubicBezTo>
                  <a:lnTo>
                    <a:pt x="10" y="0"/>
                  </a:lnTo>
                  <a:close/>
                </a:path>
              </a:pathLst>
            </a:custGeom>
            <a:solidFill>
              <a:srgbClr val="F5E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9" name="Freeform 348"/>
            <p:cNvSpPr>
              <a:spLocks/>
            </p:cNvSpPr>
            <p:nvPr/>
          </p:nvSpPr>
          <p:spPr bwMode="auto">
            <a:xfrm>
              <a:off x="2393950" y="669925"/>
              <a:ext cx="468313" cy="387350"/>
            </a:xfrm>
            <a:custGeom>
              <a:avLst/>
              <a:gdLst>
                <a:gd name="T0" fmla="*/ 209 w 221"/>
                <a:gd name="T1" fmla="*/ 179 h 183"/>
                <a:gd name="T2" fmla="*/ 221 w 221"/>
                <a:gd name="T3" fmla="*/ 181 h 183"/>
                <a:gd name="T4" fmla="*/ 4 w 221"/>
                <a:gd name="T5" fmla="*/ 0 h 183"/>
                <a:gd name="T6" fmla="*/ 0 w 221"/>
                <a:gd name="T7" fmla="*/ 5 h 183"/>
                <a:gd name="T8" fmla="*/ 209 w 221"/>
                <a:gd name="T9" fmla="*/ 179 h 183"/>
              </a:gdLst>
              <a:ahLst/>
              <a:cxnLst>
                <a:cxn ang="0">
                  <a:pos x="T0" y="T1"/>
                </a:cxn>
                <a:cxn ang="0">
                  <a:pos x="T2" y="T3"/>
                </a:cxn>
                <a:cxn ang="0">
                  <a:pos x="T4" y="T5"/>
                </a:cxn>
                <a:cxn ang="0">
                  <a:pos x="T6" y="T7"/>
                </a:cxn>
                <a:cxn ang="0">
                  <a:pos x="T8" y="T9"/>
                </a:cxn>
              </a:cxnLst>
              <a:rect l="0" t="0" r="r" b="b"/>
              <a:pathLst>
                <a:path w="221" h="183">
                  <a:moveTo>
                    <a:pt x="209" y="179"/>
                  </a:moveTo>
                  <a:cubicBezTo>
                    <a:pt x="213" y="182"/>
                    <a:pt x="218" y="183"/>
                    <a:pt x="221" y="181"/>
                  </a:cubicBezTo>
                  <a:cubicBezTo>
                    <a:pt x="4" y="0"/>
                    <a:pt x="4" y="0"/>
                    <a:pt x="4" y="0"/>
                  </a:cubicBezTo>
                  <a:cubicBezTo>
                    <a:pt x="0" y="5"/>
                    <a:pt x="0" y="5"/>
                    <a:pt x="0" y="5"/>
                  </a:cubicBezTo>
                  <a:lnTo>
                    <a:pt x="209" y="179"/>
                  </a:lnTo>
                  <a:close/>
                </a:path>
              </a:pathLst>
            </a:custGeom>
            <a:solidFill>
              <a:srgbClr val="F9A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0" name="Freeform 349"/>
            <p:cNvSpPr>
              <a:spLocks/>
            </p:cNvSpPr>
            <p:nvPr/>
          </p:nvSpPr>
          <p:spPr bwMode="auto">
            <a:xfrm>
              <a:off x="2816225" y="1049337"/>
              <a:ext cx="69850" cy="63500"/>
            </a:xfrm>
            <a:custGeom>
              <a:avLst/>
              <a:gdLst>
                <a:gd name="T0" fmla="*/ 22 w 33"/>
                <a:gd name="T1" fmla="*/ 2 h 30"/>
                <a:gd name="T2" fmla="*/ 10 w 33"/>
                <a:gd name="T3" fmla="*/ 0 h 30"/>
                <a:gd name="T4" fmla="*/ 10 w 33"/>
                <a:gd name="T5" fmla="*/ 0 h 30"/>
                <a:gd name="T6" fmla="*/ 10 w 33"/>
                <a:gd name="T7" fmla="*/ 1 h 30"/>
                <a:gd name="T8" fmla="*/ 10 w 33"/>
                <a:gd name="T9" fmla="*/ 0 h 30"/>
                <a:gd name="T10" fmla="*/ 13 w 33"/>
                <a:gd name="T11" fmla="*/ 13 h 30"/>
                <a:gd name="T12" fmla="*/ 0 w 33"/>
                <a:gd name="T13" fmla="*/ 12 h 30"/>
                <a:gd name="T14" fmla="*/ 0 w 33"/>
                <a:gd name="T15" fmla="*/ 12 h 30"/>
                <a:gd name="T16" fmla="*/ 0 w 33"/>
                <a:gd name="T17" fmla="*/ 12 h 30"/>
                <a:gd name="T18" fmla="*/ 3 w 33"/>
                <a:gd name="T19" fmla="*/ 24 h 30"/>
                <a:gd name="T20" fmla="*/ 33 w 33"/>
                <a:gd name="T21" fmla="*/ 30 h 30"/>
                <a:gd name="T22" fmla="*/ 22 w 33"/>
                <a:gd name="T23"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0">
                  <a:moveTo>
                    <a:pt x="22" y="2"/>
                  </a:moveTo>
                  <a:cubicBezTo>
                    <a:pt x="19" y="4"/>
                    <a:pt x="14" y="3"/>
                    <a:pt x="10" y="0"/>
                  </a:cubicBezTo>
                  <a:cubicBezTo>
                    <a:pt x="10" y="0"/>
                    <a:pt x="10" y="0"/>
                    <a:pt x="10" y="0"/>
                  </a:cubicBezTo>
                  <a:cubicBezTo>
                    <a:pt x="10" y="1"/>
                    <a:pt x="10" y="1"/>
                    <a:pt x="10" y="1"/>
                  </a:cubicBezTo>
                  <a:cubicBezTo>
                    <a:pt x="10" y="0"/>
                    <a:pt x="10" y="0"/>
                    <a:pt x="10" y="0"/>
                  </a:cubicBezTo>
                  <a:cubicBezTo>
                    <a:pt x="14" y="5"/>
                    <a:pt x="15" y="10"/>
                    <a:pt x="13" y="13"/>
                  </a:cubicBezTo>
                  <a:cubicBezTo>
                    <a:pt x="10" y="16"/>
                    <a:pt x="4" y="15"/>
                    <a:pt x="0" y="12"/>
                  </a:cubicBezTo>
                  <a:cubicBezTo>
                    <a:pt x="0" y="12"/>
                    <a:pt x="0" y="12"/>
                    <a:pt x="0" y="12"/>
                  </a:cubicBezTo>
                  <a:cubicBezTo>
                    <a:pt x="0" y="12"/>
                    <a:pt x="0" y="12"/>
                    <a:pt x="0" y="12"/>
                  </a:cubicBezTo>
                  <a:cubicBezTo>
                    <a:pt x="3" y="16"/>
                    <a:pt x="5" y="20"/>
                    <a:pt x="3" y="24"/>
                  </a:cubicBezTo>
                  <a:cubicBezTo>
                    <a:pt x="33" y="30"/>
                    <a:pt x="33" y="30"/>
                    <a:pt x="33" y="30"/>
                  </a:cubicBezTo>
                  <a:lnTo>
                    <a:pt x="22" y="2"/>
                  </a:lnTo>
                  <a:close/>
                </a:path>
              </a:pathLst>
            </a:custGeom>
            <a:solidFill>
              <a:srgbClr val="F0B1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1" name="Freeform 350"/>
            <p:cNvSpPr>
              <a:spLocks/>
            </p:cNvSpPr>
            <p:nvPr/>
          </p:nvSpPr>
          <p:spPr bwMode="auto">
            <a:xfrm>
              <a:off x="2854325" y="1082675"/>
              <a:ext cx="31750" cy="30163"/>
            </a:xfrm>
            <a:custGeom>
              <a:avLst/>
              <a:gdLst>
                <a:gd name="T0" fmla="*/ 0 w 15"/>
                <a:gd name="T1" fmla="*/ 11 h 14"/>
                <a:gd name="T2" fmla="*/ 15 w 15"/>
                <a:gd name="T3" fmla="*/ 14 h 14"/>
                <a:gd name="T4" fmla="*/ 9 w 15"/>
                <a:gd name="T5" fmla="*/ 0 h 14"/>
                <a:gd name="T6" fmla="*/ 4 w 15"/>
                <a:gd name="T7" fmla="*/ 5 h 14"/>
                <a:gd name="T8" fmla="*/ 0 w 15"/>
                <a:gd name="T9" fmla="*/ 11 h 14"/>
              </a:gdLst>
              <a:ahLst/>
              <a:cxnLst>
                <a:cxn ang="0">
                  <a:pos x="T0" y="T1"/>
                </a:cxn>
                <a:cxn ang="0">
                  <a:pos x="T2" y="T3"/>
                </a:cxn>
                <a:cxn ang="0">
                  <a:pos x="T4" y="T5"/>
                </a:cxn>
                <a:cxn ang="0">
                  <a:pos x="T6" y="T7"/>
                </a:cxn>
                <a:cxn ang="0">
                  <a:pos x="T8" y="T9"/>
                </a:cxn>
              </a:cxnLst>
              <a:rect l="0" t="0" r="r" b="b"/>
              <a:pathLst>
                <a:path w="15" h="14">
                  <a:moveTo>
                    <a:pt x="0" y="11"/>
                  </a:moveTo>
                  <a:cubicBezTo>
                    <a:pt x="15" y="14"/>
                    <a:pt x="15" y="14"/>
                    <a:pt x="15" y="14"/>
                  </a:cubicBezTo>
                  <a:cubicBezTo>
                    <a:pt x="9" y="0"/>
                    <a:pt x="9" y="0"/>
                    <a:pt x="9" y="0"/>
                  </a:cubicBezTo>
                  <a:cubicBezTo>
                    <a:pt x="7" y="2"/>
                    <a:pt x="5" y="3"/>
                    <a:pt x="4" y="5"/>
                  </a:cubicBezTo>
                  <a:cubicBezTo>
                    <a:pt x="2" y="7"/>
                    <a:pt x="1" y="9"/>
                    <a:pt x="0" y="11"/>
                  </a:cubicBezTo>
                  <a:close/>
                </a:path>
              </a:pathLst>
            </a:custGeom>
            <a:solidFill>
              <a:srgbClr val="10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2" name="Freeform 351"/>
            <p:cNvSpPr>
              <a:spLocks/>
            </p:cNvSpPr>
            <p:nvPr/>
          </p:nvSpPr>
          <p:spPr bwMode="auto">
            <a:xfrm>
              <a:off x="2343150" y="685800"/>
              <a:ext cx="30163" cy="28575"/>
            </a:xfrm>
            <a:custGeom>
              <a:avLst/>
              <a:gdLst>
                <a:gd name="T0" fmla="*/ 13 w 19"/>
                <a:gd name="T1" fmla="*/ 18 h 18"/>
                <a:gd name="T2" fmla="*/ 19 w 19"/>
                <a:gd name="T3" fmla="*/ 12 h 18"/>
                <a:gd name="T4" fmla="*/ 5 w 19"/>
                <a:gd name="T5" fmla="*/ 0 h 18"/>
                <a:gd name="T6" fmla="*/ 0 w 19"/>
                <a:gd name="T7" fmla="*/ 7 h 18"/>
                <a:gd name="T8" fmla="*/ 13 w 19"/>
                <a:gd name="T9" fmla="*/ 18 h 18"/>
              </a:gdLst>
              <a:ahLst/>
              <a:cxnLst>
                <a:cxn ang="0">
                  <a:pos x="T0" y="T1"/>
                </a:cxn>
                <a:cxn ang="0">
                  <a:pos x="T2" y="T3"/>
                </a:cxn>
                <a:cxn ang="0">
                  <a:pos x="T4" y="T5"/>
                </a:cxn>
                <a:cxn ang="0">
                  <a:pos x="T6" y="T7"/>
                </a:cxn>
                <a:cxn ang="0">
                  <a:pos x="T8" y="T9"/>
                </a:cxn>
              </a:cxnLst>
              <a:rect l="0" t="0" r="r" b="b"/>
              <a:pathLst>
                <a:path w="19" h="18">
                  <a:moveTo>
                    <a:pt x="13" y="18"/>
                  </a:moveTo>
                  <a:lnTo>
                    <a:pt x="19" y="12"/>
                  </a:lnTo>
                  <a:lnTo>
                    <a:pt x="5" y="0"/>
                  </a:lnTo>
                  <a:lnTo>
                    <a:pt x="0" y="7"/>
                  </a:lnTo>
                  <a:lnTo>
                    <a:pt x="13" y="18"/>
                  </a:lnTo>
                  <a:close/>
                </a:path>
              </a:pathLst>
            </a:custGeom>
            <a:solidFill>
              <a:srgbClr val="C62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3" name="Freeform 352"/>
            <p:cNvSpPr>
              <a:spLocks/>
            </p:cNvSpPr>
            <p:nvPr/>
          </p:nvSpPr>
          <p:spPr bwMode="auto">
            <a:xfrm>
              <a:off x="2351088" y="663575"/>
              <a:ext cx="42863" cy="41275"/>
            </a:xfrm>
            <a:custGeom>
              <a:avLst/>
              <a:gdLst>
                <a:gd name="T0" fmla="*/ 14 w 27"/>
                <a:gd name="T1" fmla="*/ 26 h 26"/>
                <a:gd name="T2" fmla="*/ 27 w 27"/>
                <a:gd name="T3" fmla="*/ 10 h 26"/>
                <a:gd name="T4" fmla="*/ 14 w 27"/>
                <a:gd name="T5" fmla="*/ 0 h 26"/>
                <a:gd name="T6" fmla="*/ 0 w 27"/>
                <a:gd name="T7" fmla="*/ 14 h 26"/>
                <a:gd name="T8" fmla="*/ 14 w 27"/>
                <a:gd name="T9" fmla="*/ 26 h 26"/>
              </a:gdLst>
              <a:ahLst/>
              <a:cxnLst>
                <a:cxn ang="0">
                  <a:pos x="T0" y="T1"/>
                </a:cxn>
                <a:cxn ang="0">
                  <a:pos x="T2" y="T3"/>
                </a:cxn>
                <a:cxn ang="0">
                  <a:pos x="T4" y="T5"/>
                </a:cxn>
                <a:cxn ang="0">
                  <a:pos x="T6" y="T7"/>
                </a:cxn>
                <a:cxn ang="0">
                  <a:pos x="T8" y="T9"/>
                </a:cxn>
              </a:cxnLst>
              <a:rect l="0" t="0" r="r" b="b"/>
              <a:pathLst>
                <a:path w="27" h="26">
                  <a:moveTo>
                    <a:pt x="14" y="26"/>
                  </a:moveTo>
                  <a:lnTo>
                    <a:pt x="27" y="10"/>
                  </a:lnTo>
                  <a:lnTo>
                    <a:pt x="14" y="0"/>
                  </a:lnTo>
                  <a:lnTo>
                    <a:pt x="0" y="14"/>
                  </a:lnTo>
                  <a:lnTo>
                    <a:pt x="14" y="26"/>
                  </a:lnTo>
                  <a:close/>
                </a:path>
              </a:pathLst>
            </a:custGeom>
            <a:solidFill>
              <a:srgbClr val="F85A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4" name="Freeform 353"/>
            <p:cNvSpPr>
              <a:spLocks/>
            </p:cNvSpPr>
            <p:nvPr/>
          </p:nvSpPr>
          <p:spPr bwMode="auto">
            <a:xfrm>
              <a:off x="2373313" y="652462"/>
              <a:ext cx="28575" cy="26988"/>
            </a:xfrm>
            <a:custGeom>
              <a:avLst/>
              <a:gdLst>
                <a:gd name="T0" fmla="*/ 13 w 18"/>
                <a:gd name="T1" fmla="*/ 17 h 17"/>
                <a:gd name="T2" fmla="*/ 18 w 18"/>
                <a:gd name="T3" fmla="*/ 11 h 17"/>
                <a:gd name="T4" fmla="*/ 5 w 18"/>
                <a:gd name="T5" fmla="*/ 0 h 17"/>
                <a:gd name="T6" fmla="*/ 0 w 18"/>
                <a:gd name="T7" fmla="*/ 7 h 17"/>
                <a:gd name="T8" fmla="*/ 13 w 18"/>
                <a:gd name="T9" fmla="*/ 17 h 17"/>
              </a:gdLst>
              <a:ahLst/>
              <a:cxnLst>
                <a:cxn ang="0">
                  <a:pos x="T0" y="T1"/>
                </a:cxn>
                <a:cxn ang="0">
                  <a:pos x="T2" y="T3"/>
                </a:cxn>
                <a:cxn ang="0">
                  <a:pos x="T4" y="T5"/>
                </a:cxn>
                <a:cxn ang="0">
                  <a:pos x="T6" y="T7"/>
                </a:cxn>
                <a:cxn ang="0">
                  <a:pos x="T8" y="T9"/>
                </a:cxn>
              </a:cxnLst>
              <a:rect l="0" t="0" r="r" b="b"/>
              <a:pathLst>
                <a:path w="18" h="17">
                  <a:moveTo>
                    <a:pt x="13" y="17"/>
                  </a:moveTo>
                  <a:lnTo>
                    <a:pt x="18" y="11"/>
                  </a:lnTo>
                  <a:lnTo>
                    <a:pt x="5" y="0"/>
                  </a:lnTo>
                  <a:lnTo>
                    <a:pt x="0" y="7"/>
                  </a:lnTo>
                  <a:lnTo>
                    <a:pt x="13" y="17"/>
                  </a:lnTo>
                  <a:close/>
                </a:path>
              </a:pathLst>
            </a:custGeom>
            <a:solidFill>
              <a:srgbClr val="C62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5" name="Freeform 354"/>
            <p:cNvSpPr>
              <a:spLocks noEditPoints="1"/>
            </p:cNvSpPr>
            <p:nvPr/>
          </p:nvSpPr>
          <p:spPr bwMode="auto">
            <a:xfrm>
              <a:off x="2886075" y="1239837"/>
              <a:ext cx="720725" cy="82550"/>
            </a:xfrm>
            <a:custGeom>
              <a:avLst/>
              <a:gdLst>
                <a:gd name="T0" fmla="*/ 0 w 340"/>
                <a:gd name="T1" fmla="*/ 0 h 39"/>
                <a:gd name="T2" fmla="*/ 0 w 340"/>
                <a:gd name="T3" fmla="*/ 39 h 39"/>
                <a:gd name="T4" fmla="*/ 340 w 340"/>
                <a:gd name="T5" fmla="*/ 39 h 39"/>
                <a:gd name="T6" fmla="*/ 340 w 340"/>
                <a:gd name="T7" fmla="*/ 0 h 39"/>
                <a:gd name="T8" fmla="*/ 0 w 340"/>
                <a:gd name="T9" fmla="*/ 0 h 39"/>
                <a:gd name="T10" fmla="*/ 9 w 340"/>
                <a:gd name="T11" fmla="*/ 26 h 39"/>
                <a:gd name="T12" fmla="*/ 5 w 340"/>
                <a:gd name="T13" fmla="*/ 22 h 39"/>
                <a:gd name="T14" fmla="*/ 9 w 340"/>
                <a:gd name="T15" fmla="*/ 18 h 39"/>
                <a:gd name="T16" fmla="*/ 13 w 340"/>
                <a:gd name="T17" fmla="*/ 22 h 39"/>
                <a:gd name="T18" fmla="*/ 9 w 340"/>
                <a:gd name="T19" fmla="*/ 2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0" h="39">
                  <a:moveTo>
                    <a:pt x="0" y="0"/>
                  </a:moveTo>
                  <a:cubicBezTo>
                    <a:pt x="0" y="39"/>
                    <a:pt x="0" y="39"/>
                    <a:pt x="0" y="39"/>
                  </a:cubicBezTo>
                  <a:cubicBezTo>
                    <a:pt x="340" y="39"/>
                    <a:pt x="340" y="39"/>
                    <a:pt x="340" y="39"/>
                  </a:cubicBezTo>
                  <a:cubicBezTo>
                    <a:pt x="340" y="0"/>
                    <a:pt x="340" y="0"/>
                    <a:pt x="340" y="0"/>
                  </a:cubicBezTo>
                  <a:lnTo>
                    <a:pt x="0" y="0"/>
                  </a:lnTo>
                  <a:close/>
                  <a:moveTo>
                    <a:pt x="9" y="26"/>
                  </a:moveTo>
                  <a:cubicBezTo>
                    <a:pt x="7" y="26"/>
                    <a:pt x="5" y="24"/>
                    <a:pt x="5" y="22"/>
                  </a:cubicBezTo>
                  <a:cubicBezTo>
                    <a:pt x="5" y="20"/>
                    <a:pt x="7" y="18"/>
                    <a:pt x="9" y="18"/>
                  </a:cubicBezTo>
                  <a:cubicBezTo>
                    <a:pt x="11" y="18"/>
                    <a:pt x="13" y="20"/>
                    <a:pt x="13" y="22"/>
                  </a:cubicBezTo>
                  <a:cubicBezTo>
                    <a:pt x="13" y="24"/>
                    <a:pt x="11" y="26"/>
                    <a:pt x="9" y="26"/>
                  </a:cubicBezTo>
                  <a:close/>
                </a:path>
              </a:pathLst>
            </a:custGeom>
            <a:solidFill>
              <a:srgbClr val="F5E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6" name="Rectangle 355"/>
            <p:cNvSpPr>
              <a:spLocks noChangeArrowheads="1"/>
            </p:cNvSpPr>
            <p:nvPr/>
          </p:nvSpPr>
          <p:spPr bwMode="auto">
            <a:xfrm>
              <a:off x="2886075" y="1239837"/>
              <a:ext cx="720725" cy="22225"/>
            </a:xfrm>
            <a:prstGeom prst="rect">
              <a:avLst/>
            </a:prstGeom>
            <a:solidFill>
              <a:srgbClr val="FFD4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7" name="Rectangle 356"/>
            <p:cNvSpPr>
              <a:spLocks noChangeArrowheads="1"/>
            </p:cNvSpPr>
            <p:nvPr/>
          </p:nvSpPr>
          <p:spPr bwMode="auto">
            <a:xfrm>
              <a:off x="2886075" y="1309687"/>
              <a:ext cx="720725" cy="12700"/>
            </a:xfrm>
            <a:prstGeom prst="rect">
              <a:avLst/>
            </a:prstGeom>
            <a:solidFill>
              <a:srgbClr val="FFD4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8" name="Rectangle 357"/>
            <p:cNvSpPr>
              <a:spLocks noChangeArrowheads="1"/>
            </p:cNvSpPr>
            <p:nvPr/>
          </p:nvSpPr>
          <p:spPr bwMode="auto">
            <a:xfrm>
              <a:off x="2895600"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9" name="Rectangle 358"/>
            <p:cNvSpPr>
              <a:spLocks noChangeArrowheads="1"/>
            </p:cNvSpPr>
            <p:nvPr/>
          </p:nvSpPr>
          <p:spPr bwMode="auto">
            <a:xfrm>
              <a:off x="2919413"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0" name="Rectangle 359"/>
            <p:cNvSpPr>
              <a:spLocks noChangeArrowheads="1"/>
            </p:cNvSpPr>
            <p:nvPr/>
          </p:nvSpPr>
          <p:spPr bwMode="auto">
            <a:xfrm>
              <a:off x="29432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1" name="Rectangle 360"/>
            <p:cNvSpPr>
              <a:spLocks noChangeArrowheads="1"/>
            </p:cNvSpPr>
            <p:nvPr/>
          </p:nvSpPr>
          <p:spPr bwMode="auto">
            <a:xfrm>
              <a:off x="29670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2" name="Rectangle 361"/>
            <p:cNvSpPr>
              <a:spLocks noChangeArrowheads="1"/>
            </p:cNvSpPr>
            <p:nvPr/>
          </p:nvSpPr>
          <p:spPr bwMode="auto">
            <a:xfrm>
              <a:off x="298926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3" name="Rectangle 362"/>
            <p:cNvSpPr>
              <a:spLocks noChangeArrowheads="1"/>
            </p:cNvSpPr>
            <p:nvPr/>
          </p:nvSpPr>
          <p:spPr bwMode="auto">
            <a:xfrm>
              <a:off x="30130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4" name="Rectangle 363"/>
            <p:cNvSpPr>
              <a:spLocks noChangeArrowheads="1"/>
            </p:cNvSpPr>
            <p:nvPr/>
          </p:nvSpPr>
          <p:spPr bwMode="auto">
            <a:xfrm>
              <a:off x="30368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5" name="Rectangle 364"/>
            <p:cNvSpPr>
              <a:spLocks noChangeArrowheads="1"/>
            </p:cNvSpPr>
            <p:nvPr/>
          </p:nvSpPr>
          <p:spPr bwMode="auto">
            <a:xfrm>
              <a:off x="305911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6" name="Rectangle 365"/>
            <p:cNvSpPr>
              <a:spLocks noChangeArrowheads="1"/>
            </p:cNvSpPr>
            <p:nvPr/>
          </p:nvSpPr>
          <p:spPr bwMode="auto">
            <a:xfrm>
              <a:off x="30829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7" name="Rectangle 366"/>
            <p:cNvSpPr>
              <a:spLocks noChangeArrowheads="1"/>
            </p:cNvSpPr>
            <p:nvPr/>
          </p:nvSpPr>
          <p:spPr bwMode="auto">
            <a:xfrm>
              <a:off x="31067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8" name="Rectangle 367"/>
            <p:cNvSpPr>
              <a:spLocks noChangeArrowheads="1"/>
            </p:cNvSpPr>
            <p:nvPr/>
          </p:nvSpPr>
          <p:spPr bwMode="auto">
            <a:xfrm>
              <a:off x="3128963"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9" name="Rectangle 368"/>
            <p:cNvSpPr>
              <a:spLocks noChangeArrowheads="1"/>
            </p:cNvSpPr>
            <p:nvPr/>
          </p:nvSpPr>
          <p:spPr bwMode="auto">
            <a:xfrm>
              <a:off x="31527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0" name="Rectangle 369"/>
            <p:cNvSpPr>
              <a:spLocks noChangeArrowheads="1"/>
            </p:cNvSpPr>
            <p:nvPr/>
          </p:nvSpPr>
          <p:spPr bwMode="auto">
            <a:xfrm>
              <a:off x="31765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1" name="Rectangle 370"/>
            <p:cNvSpPr>
              <a:spLocks noChangeArrowheads="1"/>
            </p:cNvSpPr>
            <p:nvPr/>
          </p:nvSpPr>
          <p:spPr bwMode="auto">
            <a:xfrm>
              <a:off x="3198813"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2" name="Rectangle 371"/>
            <p:cNvSpPr>
              <a:spLocks noChangeArrowheads="1"/>
            </p:cNvSpPr>
            <p:nvPr/>
          </p:nvSpPr>
          <p:spPr bwMode="auto">
            <a:xfrm>
              <a:off x="32226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3" name="Rectangle 372"/>
            <p:cNvSpPr>
              <a:spLocks noChangeArrowheads="1"/>
            </p:cNvSpPr>
            <p:nvPr/>
          </p:nvSpPr>
          <p:spPr bwMode="auto">
            <a:xfrm>
              <a:off x="324326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4" name="Rectangle 373"/>
            <p:cNvSpPr>
              <a:spLocks noChangeArrowheads="1"/>
            </p:cNvSpPr>
            <p:nvPr/>
          </p:nvSpPr>
          <p:spPr bwMode="auto">
            <a:xfrm>
              <a:off x="32670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5" name="Rectangle 374"/>
            <p:cNvSpPr>
              <a:spLocks noChangeArrowheads="1"/>
            </p:cNvSpPr>
            <p:nvPr/>
          </p:nvSpPr>
          <p:spPr bwMode="auto">
            <a:xfrm>
              <a:off x="32908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6" name="Rectangle 375"/>
            <p:cNvSpPr>
              <a:spLocks noChangeArrowheads="1"/>
            </p:cNvSpPr>
            <p:nvPr/>
          </p:nvSpPr>
          <p:spPr bwMode="auto">
            <a:xfrm>
              <a:off x="331311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7" name="Rectangle 376"/>
            <p:cNvSpPr>
              <a:spLocks noChangeArrowheads="1"/>
            </p:cNvSpPr>
            <p:nvPr/>
          </p:nvSpPr>
          <p:spPr bwMode="auto">
            <a:xfrm>
              <a:off x="33369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8" name="Rectangle 377"/>
            <p:cNvSpPr>
              <a:spLocks noChangeArrowheads="1"/>
            </p:cNvSpPr>
            <p:nvPr/>
          </p:nvSpPr>
          <p:spPr bwMode="auto">
            <a:xfrm>
              <a:off x="33607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9" name="Rectangle 378"/>
            <p:cNvSpPr>
              <a:spLocks noChangeArrowheads="1"/>
            </p:cNvSpPr>
            <p:nvPr/>
          </p:nvSpPr>
          <p:spPr bwMode="auto">
            <a:xfrm>
              <a:off x="338296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0" name="Rectangle 379"/>
            <p:cNvSpPr>
              <a:spLocks noChangeArrowheads="1"/>
            </p:cNvSpPr>
            <p:nvPr/>
          </p:nvSpPr>
          <p:spPr bwMode="auto">
            <a:xfrm>
              <a:off x="34067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1" name="Rectangle 380"/>
            <p:cNvSpPr>
              <a:spLocks noChangeArrowheads="1"/>
            </p:cNvSpPr>
            <p:nvPr/>
          </p:nvSpPr>
          <p:spPr bwMode="auto">
            <a:xfrm>
              <a:off x="34305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2" name="Rectangle 381"/>
            <p:cNvSpPr>
              <a:spLocks noChangeArrowheads="1"/>
            </p:cNvSpPr>
            <p:nvPr/>
          </p:nvSpPr>
          <p:spPr bwMode="auto">
            <a:xfrm>
              <a:off x="345281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3" name="Rectangle 382"/>
            <p:cNvSpPr>
              <a:spLocks noChangeArrowheads="1"/>
            </p:cNvSpPr>
            <p:nvPr/>
          </p:nvSpPr>
          <p:spPr bwMode="auto">
            <a:xfrm>
              <a:off x="34766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4" name="Rectangle 383"/>
            <p:cNvSpPr>
              <a:spLocks noChangeArrowheads="1"/>
            </p:cNvSpPr>
            <p:nvPr/>
          </p:nvSpPr>
          <p:spPr bwMode="auto">
            <a:xfrm>
              <a:off x="35004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5" name="Rectangle 384"/>
            <p:cNvSpPr>
              <a:spLocks noChangeArrowheads="1"/>
            </p:cNvSpPr>
            <p:nvPr/>
          </p:nvSpPr>
          <p:spPr bwMode="auto">
            <a:xfrm>
              <a:off x="3524250"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6" name="Rectangle 385"/>
            <p:cNvSpPr>
              <a:spLocks noChangeArrowheads="1"/>
            </p:cNvSpPr>
            <p:nvPr/>
          </p:nvSpPr>
          <p:spPr bwMode="auto">
            <a:xfrm>
              <a:off x="3546475"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7" name="Rectangle 386"/>
            <p:cNvSpPr>
              <a:spLocks noChangeArrowheads="1"/>
            </p:cNvSpPr>
            <p:nvPr/>
          </p:nvSpPr>
          <p:spPr bwMode="auto">
            <a:xfrm>
              <a:off x="35702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8" name="Rectangle 387"/>
            <p:cNvSpPr>
              <a:spLocks noChangeArrowheads="1"/>
            </p:cNvSpPr>
            <p:nvPr/>
          </p:nvSpPr>
          <p:spPr bwMode="auto">
            <a:xfrm>
              <a:off x="3594100"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9" name="Rectangle 388"/>
            <p:cNvSpPr>
              <a:spLocks noChangeArrowheads="1"/>
            </p:cNvSpPr>
            <p:nvPr/>
          </p:nvSpPr>
          <p:spPr bwMode="auto">
            <a:xfrm>
              <a:off x="2908300"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0" name="Rectangle 389"/>
            <p:cNvSpPr>
              <a:spLocks noChangeArrowheads="1"/>
            </p:cNvSpPr>
            <p:nvPr/>
          </p:nvSpPr>
          <p:spPr bwMode="auto">
            <a:xfrm>
              <a:off x="293211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1" name="Rectangle 390"/>
            <p:cNvSpPr>
              <a:spLocks noChangeArrowheads="1"/>
            </p:cNvSpPr>
            <p:nvPr/>
          </p:nvSpPr>
          <p:spPr bwMode="auto">
            <a:xfrm>
              <a:off x="2955925" y="1239837"/>
              <a:ext cx="1588" cy="6350"/>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2" name="Rectangle 391"/>
            <p:cNvSpPr>
              <a:spLocks noChangeArrowheads="1"/>
            </p:cNvSpPr>
            <p:nvPr/>
          </p:nvSpPr>
          <p:spPr bwMode="auto">
            <a:xfrm>
              <a:off x="29797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3" name="Rectangle 392"/>
            <p:cNvSpPr>
              <a:spLocks noChangeArrowheads="1"/>
            </p:cNvSpPr>
            <p:nvPr/>
          </p:nvSpPr>
          <p:spPr bwMode="auto">
            <a:xfrm>
              <a:off x="300196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4" name="Rectangle 393"/>
            <p:cNvSpPr>
              <a:spLocks noChangeArrowheads="1"/>
            </p:cNvSpPr>
            <p:nvPr/>
          </p:nvSpPr>
          <p:spPr bwMode="auto">
            <a:xfrm>
              <a:off x="30241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5" name="Rectangle 394"/>
            <p:cNvSpPr>
              <a:spLocks noChangeArrowheads="1"/>
            </p:cNvSpPr>
            <p:nvPr/>
          </p:nvSpPr>
          <p:spPr bwMode="auto">
            <a:xfrm>
              <a:off x="304641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6" name="Rectangle 395"/>
            <p:cNvSpPr>
              <a:spLocks noChangeArrowheads="1"/>
            </p:cNvSpPr>
            <p:nvPr/>
          </p:nvSpPr>
          <p:spPr bwMode="auto">
            <a:xfrm>
              <a:off x="30702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7" name="Rectangle 396"/>
            <p:cNvSpPr>
              <a:spLocks noChangeArrowheads="1"/>
            </p:cNvSpPr>
            <p:nvPr/>
          </p:nvSpPr>
          <p:spPr bwMode="auto">
            <a:xfrm>
              <a:off x="30940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8" name="Rectangle 397"/>
            <p:cNvSpPr>
              <a:spLocks noChangeArrowheads="1"/>
            </p:cNvSpPr>
            <p:nvPr/>
          </p:nvSpPr>
          <p:spPr bwMode="auto">
            <a:xfrm>
              <a:off x="311626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9" name="Rectangle 398"/>
            <p:cNvSpPr>
              <a:spLocks noChangeArrowheads="1"/>
            </p:cNvSpPr>
            <p:nvPr/>
          </p:nvSpPr>
          <p:spPr bwMode="auto">
            <a:xfrm>
              <a:off x="31400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0" name="Rectangle 399"/>
            <p:cNvSpPr>
              <a:spLocks noChangeArrowheads="1"/>
            </p:cNvSpPr>
            <p:nvPr/>
          </p:nvSpPr>
          <p:spPr bwMode="auto">
            <a:xfrm>
              <a:off x="31638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1" name="Rectangle 400"/>
            <p:cNvSpPr>
              <a:spLocks noChangeArrowheads="1"/>
            </p:cNvSpPr>
            <p:nvPr/>
          </p:nvSpPr>
          <p:spPr bwMode="auto">
            <a:xfrm>
              <a:off x="318611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2" name="Rectangle 401"/>
            <p:cNvSpPr>
              <a:spLocks noChangeArrowheads="1"/>
            </p:cNvSpPr>
            <p:nvPr/>
          </p:nvSpPr>
          <p:spPr bwMode="auto">
            <a:xfrm>
              <a:off x="32099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3" name="Rectangle 402"/>
            <p:cNvSpPr>
              <a:spLocks noChangeArrowheads="1"/>
            </p:cNvSpPr>
            <p:nvPr/>
          </p:nvSpPr>
          <p:spPr bwMode="auto">
            <a:xfrm>
              <a:off x="32337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4" name="Rectangle 403"/>
            <p:cNvSpPr>
              <a:spLocks noChangeArrowheads="1"/>
            </p:cNvSpPr>
            <p:nvPr/>
          </p:nvSpPr>
          <p:spPr bwMode="auto">
            <a:xfrm>
              <a:off x="325596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5" name="Rectangle 404"/>
            <p:cNvSpPr>
              <a:spLocks noChangeArrowheads="1"/>
            </p:cNvSpPr>
            <p:nvPr/>
          </p:nvSpPr>
          <p:spPr bwMode="auto">
            <a:xfrm>
              <a:off x="32797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6" name="Rectangle 405"/>
            <p:cNvSpPr>
              <a:spLocks noChangeArrowheads="1"/>
            </p:cNvSpPr>
            <p:nvPr/>
          </p:nvSpPr>
          <p:spPr bwMode="auto">
            <a:xfrm>
              <a:off x="33035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7" name="Rectangle 407"/>
            <p:cNvSpPr>
              <a:spLocks noChangeArrowheads="1"/>
            </p:cNvSpPr>
            <p:nvPr/>
          </p:nvSpPr>
          <p:spPr bwMode="auto">
            <a:xfrm>
              <a:off x="332581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8" name="Rectangle 408"/>
            <p:cNvSpPr>
              <a:spLocks noChangeArrowheads="1"/>
            </p:cNvSpPr>
            <p:nvPr/>
          </p:nvSpPr>
          <p:spPr bwMode="auto">
            <a:xfrm>
              <a:off x="33496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9" name="Rectangle 409"/>
            <p:cNvSpPr>
              <a:spLocks noChangeArrowheads="1"/>
            </p:cNvSpPr>
            <p:nvPr/>
          </p:nvSpPr>
          <p:spPr bwMode="auto">
            <a:xfrm>
              <a:off x="33734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0" name="Rectangle 410"/>
            <p:cNvSpPr>
              <a:spLocks noChangeArrowheads="1"/>
            </p:cNvSpPr>
            <p:nvPr/>
          </p:nvSpPr>
          <p:spPr bwMode="auto">
            <a:xfrm>
              <a:off x="339566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1" name="Rectangle 411"/>
            <p:cNvSpPr>
              <a:spLocks noChangeArrowheads="1"/>
            </p:cNvSpPr>
            <p:nvPr/>
          </p:nvSpPr>
          <p:spPr bwMode="auto">
            <a:xfrm>
              <a:off x="34194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2" name="Rectangle 412"/>
            <p:cNvSpPr>
              <a:spLocks noChangeArrowheads="1"/>
            </p:cNvSpPr>
            <p:nvPr/>
          </p:nvSpPr>
          <p:spPr bwMode="auto">
            <a:xfrm>
              <a:off x="34432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3" name="Rectangle 413"/>
            <p:cNvSpPr>
              <a:spLocks noChangeArrowheads="1"/>
            </p:cNvSpPr>
            <p:nvPr/>
          </p:nvSpPr>
          <p:spPr bwMode="auto">
            <a:xfrm>
              <a:off x="346551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4" name="Rectangle 414"/>
            <p:cNvSpPr>
              <a:spLocks noChangeArrowheads="1"/>
            </p:cNvSpPr>
            <p:nvPr/>
          </p:nvSpPr>
          <p:spPr bwMode="auto">
            <a:xfrm>
              <a:off x="34893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5" name="Rectangle 415"/>
            <p:cNvSpPr>
              <a:spLocks noChangeArrowheads="1"/>
            </p:cNvSpPr>
            <p:nvPr/>
          </p:nvSpPr>
          <p:spPr bwMode="auto">
            <a:xfrm>
              <a:off x="35131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6" name="Rectangle 416"/>
            <p:cNvSpPr>
              <a:spLocks noChangeArrowheads="1"/>
            </p:cNvSpPr>
            <p:nvPr/>
          </p:nvSpPr>
          <p:spPr bwMode="auto">
            <a:xfrm>
              <a:off x="3536950"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7" name="Rectangle 417"/>
            <p:cNvSpPr>
              <a:spLocks noChangeArrowheads="1"/>
            </p:cNvSpPr>
            <p:nvPr/>
          </p:nvSpPr>
          <p:spPr bwMode="auto">
            <a:xfrm>
              <a:off x="35591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8" name="Rectangle 418"/>
            <p:cNvSpPr>
              <a:spLocks noChangeArrowheads="1"/>
            </p:cNvSpPr>
            <p:nvPr/>
          </p:nvSpPr>
          <p:spPr bwMode="auto">
            <a:xfrm>
              <a:off x="35829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9" name="Freeform 419"/>
            <p:cNvSpPr>
              <a:spLocks/>
            </p:cNvSpPr>
            <p:nvPr/>
          </p:nvSpPr>
          <p:spPr bwMode="auto">
            <a:xfrm>
              <a:off x="685800" y="2689225"/>
              <a:ext cx="774700" cy="338138"/>
            </a:xfrm>
            <a:custGeom>
              <a:avLst/>
              <a:gdLst>
                <a:gd name="T0" fmla="*/ 356 w 365"/>
                <a:gd name="T1" fmla="*/ 159 h 160"/>
                <a:gd name="T2" fmla="*/ 353 w 365"/>
                <a:gd name="T3" fmla="*/ 158 h 160"/>
                <a:gd name="T4" fmla="*/ 306 w 365"/>
                <a:gd name="T5" fmla="*/ 114 h 160"/>
                <a:gd name="T6" fmla="*/ 276 w 365"/>
                <a:gd name="T7" fmla="*/ 92 h 160"/>
                <a:gd name="T8" fmla="*/ 241 w 365"/>
                <a:gd name="T9" fmla="*/ 78 h 160"/>
                <a:gd name="T10" fmla="*/ 0 w 365"/>
                <a:gd name="T11" fmla="*/ 13 h 160"/>
                <a:gd name="T12" fmla="*/ 3 w 365"/>
                <a:gd name="T13" fmla="*/ 0 h 160"/>
                <a:gd name="T14" fmla="*/ 245 w 365"/>
                <a:gd name="T15" fmla="*/ 65 h 160"/>
                <a:gd name="T16" fmla="*/ 282 w 365"/>
                <a:gd name="T17" fmla="*/ 80 h 160"/>
                <a:gd name="T18" fmla="*/ 315 w 365"/>
                <a:gd name="T19" fmla="*/ 104 h 160"/>
                <a:gd name="T20" fmla="*/ 362 w 365"/>
                <a:gd name="T21" fmla="*/ 148 h 160"/>
                <a:gd name="T22" fmla="*/ 362 w 365"/>
                <a:gd name="T23" fmla="*/ 158 h 160"/>
                <a:gd name="T24" fmla="*/ 356 w 365"/>
                <a:gd name="T25" fmla="*/ 159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5" h="160">
                  <a:moveTo>
                    <a:pt x="356" y="159"/>
                  </a:moveTo>
                  <a:cubicBezTo>
                    <a:pt x="355" y="159"/>
                    <a:pt x="354" y="159"/>
                    <a:pt x="353" y="158"/>
                  </a:cubicBezTo>
                  <a:cubicBezTo>
                    <a:pt x="306" y="114"/>
                    <a:pt x="306" y="114"/>
                    <a:pt x="306" y="114"/>
                  </a:cubicBezTo>
                  <a:cubicBezTo>
                    <a:pt x="297" y="105"/>
                    <a:pt x="287" y="98"/>
                    <a:pt x="276" y="92"/>
                  </a:cubicBezTo>
                  <a:cubicBezTo>
                    <a:pt x="265" y="86"/>
                    <a:pt x="253" y="81"/>
                    <a:pt x="241" y="78"/>
                  </a:cubicBezTo>
                  <a:cubicBezTo>
                    <a:pt x="0" y="13"/>
                    <a:pt x="0" y="13"/>
                    <a:pt x="0" y="13"/>
                  </a:cubicBezTo>
                  <a:cubicBezTo>
                    <a:pt x="3" y="0"/>
                    <a:pt x="3" y="0"/>
                    <a:pt x="3" y="0"/>
                  </a:cubicBezTo>
                  <a:cubicBezTo>
                    <a:pt x="245" y="65"/>
                    <a:pt x="245" y="65"/>
                    <a:pt x="245" y="65"/>
                  </a:cubicBezTo>
                  <a:cubicBezTo>
                    <a:pt x="258" y="68"/>
                    <a:pt x="271" y="73"/>
                    <a:pt x="282" y="80"/>
                  </a:cubicBezTo>
                  <a:cubicBezTo>
                    <a:pt x="294" y="86"/>
                    <a:pt x="305" y="94"/>
                    <a:pt x="315" y="104"/>
                  </a:cubicBezTo>
                  <a:cubicBezTo>
                    <a:pt x="362" y="148"/>
                    <a:pt x="362" y="148"/>
                    <a:pt x="362" y="148"/>
                  </a:cubicBezTo>
                  <a:cubicBezTo>
                    <a:pt x="365" y="151"/>
                    <a:pt x="365" y="155"/>
                    <a:pt x="362" y="158"/>
                  </a:cubicBezTo>
                  <a:cubicBezTo>
                    <a:pt x="361" y="159"/>
                    <a:pt x="358" y="160"/>
                    <a:pt x="356" y="159"/>
                  </a:cubicBezTo>
                  <a:close/>
                </a:path>
              </a:pathLst>
            </a:custGeom>
            <a:solidFill>
              <a:srgbClr val="506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0" name="Freeform 420"/>
            <p:cNvSpPr>
              <a:spLocks/>
            </p:cNvSpPr>
            <p:nvPr/>
          </p:nvSpPr>
          <p:spPr bwMode="auto">
            <a:xfrm>
              <a:off x="631825" y="2746375"/>
              <a:ext cx="828675" cy="176213"/>
            </a:xfrm>
            <a:custGeom>
              <a:avLst/>
              <a:gdLst>
                <a:gd name="T0" fmla="*/ 6 w 391"/>
                <a:gd name="T1" fmla="*/ 32 h 83"/>
                <a:gd name="T2" fmla="*/ 9 w 391"/>
                <a:gd name="T3" fmla="*/ 32 h 83"/>
                <a:gd name="T4" fmla="*/ 72 w 391"/>
                <a:gd name="T5" fmla="*/ 17 h 83"/>
                <a:gd name="T6" fmla="*/ 109 w 391"/>
                <a:gd name="T7" fmla="*/ 13 h 83"/>
                <a:gd name="T8" fmla="*/ 146 w 391"/>
                <a:gd name="T9" fmla="*/ 18 h 83"/>
                <a:gd name="T10" fmla="*/ 388 w 391"/>
                <a:gd name="T11" fmla="*/ 83 h 83"/>
                <a:gd name="T12" fmla="*/ 391 w 391"/>
                <a:gd name="T13" fmla="*/ 70 h 83"/>
                <a:gd name="T14" fmla="*/ 149 w 391"/>
                <a:gd name="T15" fmla="*/ 5 h 83"/>
                <a:gd name="T16" fmla="*/ 109 w 391"/>
                <a:gd name="T17" fmla="*/ 0 h 83"/>
                <a:gd name="T18" fmla="*/ 69 w 391"/>
                <a:gd name="T19" fmla="*/ 4 h 83"/>
                <a:gd name="T20" fmla="*/ 6 w 391"/>
                <a:gd name="T21" fmla="*/ 19 h 83"/>
                <a:gd name="T22" fmla="*/ 1 w 391"/>
                <a:gd name="T23" fmla="*/ 27 h 83"/>
                <a:gd name="T24" fmla="*/ 6 w 391"/>
                <a:gd name="T25" fmla="*/ 3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83">
                  <a:moveTo>
                    <a:pt x="6" y="32"/>
                  </a:moveTo>
                  <a:cubicBezTo>
                    <a:pt x="7" y="32"/>
                    <a:pt x="8" y="32"/>
                    <a:pt x="9" y="32"/>
                  </a:cubicBezTo>
                  <a:cubicBezTo>
                    <a:pt x="72" y="17"/>
                    <a:pt x="72" y="17"/>
                    <a:pt x="72" y="17"/>
                  </a:cubicBezTo>
                  <a:cubicBezTo>
                    <a:pt x="84" y="14"/>
                    <a:pt x="97" y="13"/>
                    <a:pt x="109" y="13"/>
                  </a:cubicBezTo>
                  <a:cubicBezTo>
                    <a:pt x="122" y="13"/>
                    <a:pt x="134" y="15"/>
                    <a:pt x="146" y="18"/>
                  </a:cubicBezTo>
                  <a:cubicBezTo>
                    <a:pt x="388" y="83"/>
                    <a:pt x="388" y="83"/>
                    <a:pt x="388" y="83"/>
                  </a:cubicBezTo>
                  <a:cubicBezTo>
                    <a:pt x="391" y="70"/>
                    <a:pt x="391" y="70"/>
                    <a:pt x="391" y="70"/>
                  </a:cubicBezTo>
                  <a:cubicBezTo>
                    <a:pt x="149" y="5"/>
                    <a:pt x="149" y="5"/>
                    <a:pt x="149" y="5"/>
                  </a:cubicBezTo>
                  <a:cubicBezTo>
                    <a:pt x="136" y="2"/>
                    <a:pt x="123" y="0"/>
                    <a:pt x="109" y="0"/>
                  </a:cubicBezTo>
                  <a:cubicBezTo>
                    <a:pt x="96" y="0"/>
                    <a:pt x="82" y="1"/>
                    <a:pt x="69" y="4"/>
                  </a:cubicBezTo>
                  <a:cubicBezTo>
                    <a:pt x="6" y="19"/>
                    <a:pt x="6" y="19"/>
                    <a:pt x="6" y="19"/>
                  </a:cubicBezTo>
                  <a:cubicBezTo>
                    <a:pt x="3" y="20"/>
                    <a:pt x="0" y="24"/>
                    <a:pt x="1" y="27"/>
                  </a:cubicBezTo>
                  <a:cubicBezTo>
                    <a:pt x="2" y="30"/>
                    <a:pt x="4" y="32"/>
                    <a:pt x="6" y="32"/>
                  </a:cubicBezTo>
                  <a:close/>
                </a:path>
              </a:pathLst>
            </a:custGeom>
            <a:solidFill>
              <a:srgbClr val="506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1" name="Freeform 421"/>
            <p:cNvSpPr>
              <a:spLocks/>
            </p:cNvSpPr>
            <p:nvPr/>
          </p:nvSpPr>
          <p:spPr bwMode="auto">
            <a:xfrm>
              <a:off x="1006475" y="2740025"/>
              <a:ext cx="138113" cy="90488"/>
            </a:xfrm>
            <a:custGeom>
              <a:avLst/>
              <a:gdLst>
                <a:gd name="T0" fmla="*/ 13 w 65"/>
                <a:gd name="T1" fmla="*/ 30 h 43"/>
                <a:gd name="T2" fmla="*/ 13 w 65"/>
                <a:gd name="T3" fmla="*/ 30 h 43"/>
                <a:gd name="T4" fmla="*/ 35 w 65"/>
                <a:gd name="T5" fmla="*/ 18 h 43"/>
                <a:gd name="T6" fmla="*/ 48 w 65"/>
                <a:gd name="T7" fmla="*/ 40 h 43"/>
                <a:gd name="T8" fmla="*/ 61 w 65"/>
                <a:gd name="T9" fmla="*/ 43 h 43"/>
                <a:gd name="T10" fmla="*/ 38 w 65"/>
                <a:gd name="T11" fmla="*/ 5 h 43"/>
                <a:gd name="T12" fmla="*/ 0 w 65"/>
                <a:gd name="T13" fmla="*/ 27 h 43"/>
                <a:gd name="T14" fmla="*/ 13 w 65"/>
                <a:gd name="T15" fmla="*/ 30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43">
                  <a:moveTo>
                    <a:pt x="13" y="30"/>
                  </a:moveTo>
                  <a:cubicBezTo>
                    <a:pt x="13" y="30"/>
                    <a:pt x="13" y="30"/>
                    <a:pt x="13" y="30"/>
                  </a:cubicBezTo>
                  <a:cubicBezTo>
                    <a:pt x="16" y="21"/>
                    <a:pt x="25" y="15"/>
                    <a:pt x="35" y="18"/>
                  </a:cubicBezTo>
                  <a:cubicBezTo>
                    <a:pt x="44" y="20"/>
                    <a:pt x="50" y="30"/>
                    <a:pt x="48" y="40"/>
                  </a:cubicBezTo>
                  <a:cubicBezTo>
                    <a:pt x="61" y="43"/>
                    <a:pt x="61" y="43"/>
                    <a:pt x="61" y="43"/>
                  </a:cubicBezTo>
                  <a:cubicBezTo>
                    <a:pt x="65" y="26"/>
                    <a:pt x="55" y="9"/>
                    <a:pt x="38" y="5"/>
                  </a:cubicBezTo>
                  <a:cubicBezTo>
                    <a:pt x="22" y="0"/>
                    <a:pt x="5" y="10"/>
                    <a:pt x="0" y="27"/>
                  </a:cubicBezTo>
                  <a:lnTo>
                    <a:pt x="13" y="30"/>
                  </a:lnTo>
                  <a:close/>
                </a:path>
              </a:pathLst>
            </a:custGeom>
            <a:solidFill>
              <a:srgbClr val="203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2" name="Freeform 422"/>
            <p:cNvSpPr>
              <a:spLocks/>
            </p:cNvSpPr>
            <p:nvPr/>
          </p:nvSpPr>
          <p:spPr bwMode="auto">
            <a:xfrm>
              <a:off x="695325" y="2614612"/>
              <a:ext cx="334963" cy="271463"/>
            </a:xfrm>
            <a:custGeom>
              <a:avLst/>
              <a:gdLst>
                <a:gd name="T0" fmla="*/ 142 w 158"/>
                <a:gd name="T1" fmla="*/ 106 h 128"/>
                <a:gd name="T2" fmla="*/ 110 w 158"/>
                <a:gd name="T3" fmla="*/ 125 h 128"/>
                <a:gd name="T4" fmla="*/ 22 w 158"/>
                <a:gd name="T5" fmla="*/ 101 h 128"/>
                <a:gd name="T6" fmla="*/ 4 w 158"/>
                <a:gd name="T7" fmla="*/ 70 h 128"/>
                <a:gd name="T8" fmla="*/ 17 w 158"/>
                <a:gd name="T9" fmla="*/ 23 h 128"/>
                <a:gd name="T10" fmla="*/ 48 w 158"/>
                <a:gd name="T11" fmla="*/ 4 h 128"/>
                <a:gd name="T12" fmla="*/ 136 w 158"/>
                <a:gd name="T13" fmla="*/ 27 h 128"/>
                <a:gd name="T14" fmla="*/ 154 w 158"/>
                <a:gd name="T15" fmla="*/ 59 h 128"/>
                <a:gd name="T16" fmla="*/ 142 w 158"/>
                <a:gd name="T17"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28">
                  <a:moveTo>
                    <a:pt x="142" y="106"/>
                  </a:moveTo>
                  <a:cubicBezTo>
                    <a:pt x="138" y="120"/>
                    <a:pt x="124" y="128"/>
                    <a:pt x="110" y="125"/>
                  </a:cubicBezTo>
                  <a:cubicBezTo>
                    <a:pt x="22" y="101"/>
                    <a:pt x="22" y="101"/>
                    <a:pt x="22" y="101"/>
                  </a:cubicBezTo>
                  <a:cubicBezTo>
                    <a:pt x="9" y="98"/>
                    <a:pt x="0" y="83"/>
                    <a:pt x="4" y="70"/>
                  </a:cubicBezTo>
                  <a:cubicBezTo>
                    <a:pt x="17" y="23"/>
                    <a:pt x="17" y="23"/>
                    <a:pt x="17" y="23"/>
                  </a:cubicBezTo>
                  <a:cubicBezTo>
                    <a:pt x="20" y="9"/>
                    <a:pt x="35" y="0"/>
                    <a:pt x="48" y="4"/>
                  </a:cubicBezTo>
                  <a:cubicBezTo>
                    <a:pt x="136" y="27"/>
                    <a:pt x="136" y="27"/>
                    <a:pt x="136" y="27"/>
                  </a:cubicBezTo>
                  <a:cubicBezTo>
                    <a:pt x="150" y="31"/>
                    <a:pt x="158" y="45"/>
                    <a:pt x="154" y="59"/>
                  </a:cubicBezTo>
                  <a:lnTo>
                    <a:pt x="142" y="106"/>
                  </a:lnTo>
                  <a:close/>
                </a:path>
              </a:pathLst>
            </a:custGeom>
            <a:solidFill>
              <a:srgbClr val="E1EF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3" name="Freeform 423"/>
            <p:cNvSpPr>
              <a:spLocks/>
            </p:cNvSpPr>
            <p:nvPr/>
          </p:nvSpPr>
          <p:spPr bwMode="auto">
            <a:xfrm>
              <a:off x="827088" y="2646362"/>
              <a:ext cx="203200" cy="239713"/>
            </a:xfrm>
            <a:custGeom>
              <a:avLst/>
              <a:gdLst>
                <a:gd name="T0" fmla="*/ 74 w 96"/>
                <a:gd name="T1" fmla="*/ 12 h 113"/>
                <a:gd name="T2" fmla="*/ 26 w 96"/>
                <a:gd name="T3" fmla="*/ 0 h 113"/>
                <a:gd name="T4" fmla="*/ 0 w 96"/>
                <a:gd name="T5" fmla="*/ 97 h 113"/>
                <a:gd name="T6" fmla="*/ 48 w 96"/>
                <a:gd name="T7" fmla="*/ 110 h 113"/>
                <a:gd name="T8" fmla="*/ 80 w 96"/>
                <a:gd name="T9" fmla="*/ 91 h 113"/>
                <a:gd name="T10" fmla="*/ 92 w 96"/>
                <a:gd name="T11" fmla="*/ 44 h 113"/>
                <a:gd name="T12" fmla="*/ 74 w 96"/>
                <a:gd name="T13" fmla="*/ 12 h 113"/>
              </a:gdLst>
              <a:ahLst/>
              <a:cxnLst>
                <a:cxn ang="0">
                  <a:pos x="T0" y="T1"/>
                </a:cxn>
                <a:cxn ang="0">
                  <a:pos x="T2" y="T3"/>
                </a:cxn>
                <a:cxn ang="0">
                  <a:pos x="T4" y="T5"/>
                </a:cxn>
                <a:cxn ang="0">
                  <a:pos x="T6" y="T7"/>
                </a:cxn>
                <a:cxn ang="0">
                  <a:pos x="T8" y="T9"/>
                </a:cxn>
                <a:cxn ang="0">
                  <a:pos x="T10" y="T11"/>
                </a:cxn>
                <a:cxn ang="0">
                  <a:pos x="T12" y="T13"/>
                </a:cxn>
              </a:cxnLst>
              <a:rect l="0" t="0" r="r" b="b"/>
              <a:pathLst>
                <a:path w="96" h="113">
                  <a:moveTo>
                    <a:pt x="74" y="12"/>
                  </a:moveTo>
                  <a:cubicBezTo>
                    <a:pt x="26" y="0"/>
                    <a:pt x="26" y="0"/>
                    <a:pt x="26" y="0"/>
                  </a:cubicBezTo>
                  <a:cubicBezTo>
                    <a:pt x="0" y="97"/>
                    <a:pt x="0" y="97"/>
                    <a:pt x="0" y="97"/>
                  </a:cubicBezTo>
                  <a:cubicBezTo>
                    <a:pt x="48" y="110"/>
                    <a:pt x="48" y="110"/>
                    <a:pt x="48" y="110"/>
                  </a:cubicBezTo>
                  <a:cubicBezTo>
                    <a:pt x="62" y="113"/>
                    <a:pt x="76" y="105"/>
                    <a:pt x="80" y="91"/>
                  </a:cubicBezTo>
                  <a:cubicBezTo>
                    <a:pt x="92" y="44"/>
                    <a:pt x="92" y="44"/>
                    <a:pt x="92" y="44"/>
                  </a:cubicBezTo>
                  <a:cubicBezTo>
                    <a:pt x="96" y="30"/>
                    <a:pt x="88" y="16"/>
                    <a:pt x="74" y="12"/>
                  </a:cubicBezTo>
                  <a:close/>
                </a:path>
              </a:pathLst>
            </a:custGeom>
            <a:solidFill>
              <a:srgbClr val="CEE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4" name="Freeform 424"/>
            <p:cNvSpPr>
              <a:spLocks/>
            </p:cNvSpPr>
            <p:nvPr/>
          </p:nvSpPr>
          <p:spPr bwMode="auto">
            <a:xfrm>
              <a:off x="1114425" y="2727325"/>
              <a:ext cx="334963" cy="271463"/>
            </a:xfrm>
            <a:custGeom>
              <a:avLst/>
              <a:gdLst>
                <a:gd name="T0" fmla="*/ 141 w 158"/>
                <a:gd name="T1" fmla="*/ 106 h 128"/>
                <a:gd name="T2" fmla="*/ 110 w 158"/>
                <a:gd name="T3" fmla="*/ 124 h 128"/>
                <a:gd name="T4" fmla="*/ 22 w 158"/>
                <a:gd name="T5" fmla="*/ 101 h 128"/>
                <a:gd name="T6" fmla="*/ 4 w 158"/>
                <a:gd name="T7" fmla="*/ 69 h 128"/>
                <a:gd name="T8" fmla="*/ 16 w 158"/>
                <a:gd name="T9" fmla="*/ 22 h 128"/>
                <a:gd name="T10" fmla="*/ 48 w 158"/>
                <a:gd name="T11" fmla="*/ 4 h 128"/>
                <a:gd name="T12" fmla="*/ 136 w 158"/>
                <a:gd name="T13" fmla="*/ 27 h 128"/>
                <a:gd name="T14" fmla="*/ 154 w 158"/>
                <a:gd name="T15" fmla="*/ 59 h 128"/>
                <a:gd name="T16" fmla="*/ 141 w 158"/>
                <a:gd name="T17"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28">
                  <a:moveTo>
                    <a:pt x="141" y="106"/>
                  </a:moveTo>
                  <a:cubicBezTo>
                    <a:pt x="138" y="120"/>
                    <a:pt x="123" y="128"/>
                    <a:pt x="110" y="124"/>
                  </a:cubicBezTo>
                  <a:cubicBezTo>
                    <a:pt x="22" y="101"/>
                    <a:pt x="22" y="101"/>
                    <a:pt x="22" y="101"/>
                  </a:cubicBezTo>
                  <a:cubicBezTo>
                    <a:pt x="8" y="97"/>
                    <a:pt x="0" y="83"/>
                    <a:pt x="4" y="69"/>
                  </a:cubicBezTo>
                  <a:cubicBezTo>
                    <a:pt x="16" y="22"/>
                    <a:pt x="16" y="22"/>
                    <a:pt x="16" y="22"/>
                  </a:cubicBezTo>
                  <a:cubicBezTo>
                    <a:pt x="20" y="9"/>
                    <a:pt x="34" y="0"/>
                    <a:pt x="48" y="4"/>
                  </a:cubicBezTo>
                  <a:cubicBezTo>
                    <a:pt x="136" y="27"/>
                    <a:pt x="136" y="27"/>
                    <a:pt x="136" y="27"/>
                  </a:cubicBezTo>
                  <a:cubicBezTo>
                    <a:pt x="149" y="31"/>
                    <a:pt x="158" y="45"/>
                    <a:pt x="154" y="59"/>
                  </a:cubicBezTo>
                  <a:lnTo>
                    <a:pt x="141" y="106"/>
                  </a:lnTo>
                  <a:close/>
                </a:path>
              </a:pathLst>
            </a:custGeom>
            <a:solidFill>
              <a:srgbClr val="E1EF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5" name="Freeform 425"/>
            <p:cNvSpPr>
              <a:spLocks/>
            </p:cNvSpPr>
            <p:nvPr/>
          </p:nvSpPr>
          <p:spPr bwMode="auto">
            <a:xfrm>
              <a:off x="1243013" y="2755900"/>
              <a:ext cx="206375" cy="242888"/>
            </a:xfrm>
            <a:custGeom>
              <a:avLst/>
              <a:gdLst>
                <a:gd name="T0" fmla="*/ 75 w 97"/>
                <a:gd name="T1" fmla="*/ 13 h 114"/>
                <a:gd name="T2" fmla="*/ 26 w 97"/>
                <a:gd name="T3" fmla="*/ 0 h 114"/>
                <a:gd name="T4" fmla="*/ 0 w 97"/>
                <a:gd name="T5" fmla="*/ 98 h 114"/>
                <a:gd name="T6" fmla="*/ 49 w 97"/>
                <a:gd name="T7" fmla="*/ 110 h 114"/>
                <a:gd name="T8" fmla="*/ 80 w 97"/>
                <a:gd name="T9" fmla="*/ 92 h 114"/>
                <a:gd name="T10" fmla="*/ 93 w 97"/>
                <a:gd name="T11" fmla="*/ 45 h 114"/>
                <a:gd name="T12" fmla="*/ 75 w 97"/>
                <a:gd name="T13" fmla="*/ 13 h 114"/>
              </a:gdLst>
              <a:ahLst/>
              <a:cxnLst>
                <a:cxn ang="0">
                  <a:pos x="T0" y="T1"/>
                </a:cxn>
                <a:cxn ang="0">
                  <a:pos x="T2" y="T3"/>
                </a:cxn>
                <a:cxn ang="0">
                  <a:pos x="T4" y="T5"/>
                </a:cxn>
                <a:cxn ang="0">
                  <a:pos x="T6" y="T7"/>
                </a:cxn>
                <a:cxn ang="0">
                  <a:pos x="T8" y="T9"/>
                </a:cxn>
                <a:cxn ang="0">
                  <a:pos x="T10" y="T11"/>
                </a:cxn>
                <a:cxn ang="0">
                  <a:pos x="T12" y="T13"/>
                </a:cxn>
              </a:cxnLst>
              <a:rect l="0" t="0" r="r" b="b"/>
              <a:pathLst>
                <a:path w="97" h="114">
                  <a:moveTo>
                    <a:pt x="75" y="13"/>
                  </a:moveTo>
                  <a:cubicBezTo>
                    <a:pt x="26" y="0"/>
                    <a:pt x="26" y="0"/>
                    <a:pt x="26" y="0"/>
                  </a:cubicBezTo>
                  <a:cubicBezTo>
                    <a:pt x="0" y="98"/>
                    <a:pt x="0" y="98"/>
                    <a:pt x="0" y="98"/>
                  </a:cubicBezTo>
                  <a:cubicBezTo>
                    <a:pt x="49" y="110"/>
                    <a:pt x="49" y="110"/>
                    <a:pt x="49" y="110"/>
                  </a:cubicBezTo>
                  <a:cubicBezTo>
                    <a:pt x="62" y="114"/>
                    <a:pt x="77" y="106"/>
                    <a:pt x="80" y="92"/>
                  </a:cubicBezTo>
                  <a:cubicBezTo>
                    <a:pt x="93" y="45"/>
                    <a:pt x="93" y="45"/>
                    <a:pt x="93" y="45"/>
                  </a:cubicBezTo>
                  <a:cubicBezTo>
                    <a:pt x="97" y="31"/>
                    <a:pt x="88" y="17"/>
                    <a:pt x="75" y="13"/>
                  </a:cubicBezTo>
                  <a:close/>
                </a:path>
              </a:pathLst>
            </a:custGeom>
            <a:solidFill>
              <a:srgbClr val="CEE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6" name="Freeform 426"/>
            <p:cNvSpPr>
              <a:spLocks noEditPoints="1"/>
            </p:cNvSpPr>
            <p:nvPr/>
          </p:nvSpPr>
          <p:spPr bwMode="auto">
            <a:xfrm>
              <a:off x="663575" y="2582862"/>
              <a:ext cx="400050" cy="336550"/>
            </a:xfrm>
            <a:custGeom>
              <a:avLst/>
              <a:gdLst>
                <a:gd name="T0" fmla="*/ 161 w 189"/>
                <a:gd name="T1" fmla="*/ 31 h 159"/>
                <a:gd name="T2" fmla="*/ 60 w 189"/>
                <a:gd name="T3" fmla="*/ 5 h 159"/>
                <a:gd name="T4" fmla="*/ 20 w 189"/>
                <a:gd name="T5" fmla="*/ 28 h 159"/>
                <a:gd name="T6" fmla="*/ 4 w 189"/>
                <a:gd name="T7" fmla="*/ 87 h 159"/>
                <a:gd name="T8" fmla="*/ 28 w 189"/>
                <a:gd name="T9" fmla="*/ 128 h 159"/>
                <a:gd name="T10" fmla="*/ 128 w 189"/>
                <a:gd name="T11" fmla="*/ 154 h 159"/>
                <a:gd name="T12" fmla="*/ 168 w 189"/>
                <a:gd name="T13" fmla="*/ 131 h 159"/>
                <a:gd name="T14" fmla="*/ 184 w 189"/>
                <a:gd name="T15" fmla="*/ 72 h 159"/>
                <a:gd name="T16" fmla="*/ 161 w 189"/>
                <a:gd name="T17" fmla="*/ 31 h 159"/>
                <a:gd name="T18" fmla="*/ 157 w 189"/>
                <a:gd name="T19" fmla="*/ 121 h 159"/>
                <a:gd name="T20" fmla="*/ 125 w 189"/>
                <a:gd name="T21" fmla="*/ 140 h 159"/>
                <a:gd name="T22" fmla="*/ 37 w 189"/>
                <a:gd name="T23" fmla="*/ 116 h 159"/>
                <a:gd name="T24" fmla="*/ 19 w 189"/>
                <a:gd name="T25" fmla="*/ 85 h 159"/>
                <a:gd name="T26" fmla="*/ 32 w 189"/>
                <a:gd name="T27" fmla="*/ 38 h 159"/>
                <a:gd name="T28" fmla="*/ 63 w 189"/>
                <a:gd name="T29" fmla="*/ 19 h 159"/>
                <a:gd name="T30" fmla="*/ 151 w 189"/>
                <a:gd name="T31" fmla="*/ 42 h 159"/>
                <a:gd name="T32" fmla="*/ 169 w 189"/>
                <a:gd name="T33" fmla="*/ 74 h 159"/>
                <a:gd name="T34" fmla="*/ 157 w 189"/>
                <a:gd name="T35" fmla="*/ 12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59">
                  <a:moveTo>
                    <a:pt x="161" y="31"/>
                  </a:moveTo>
                  <a:cubicBezTo>
                    <a:pt x="60" y="5"/>
                    <a:pt x="60" y="5"/>
                    <a:pt x="60" y="5"/>
                  </a:cubicBezTo>
                  <a:cubicBezTo>
                    <a:pt x="43" y="0"/>
                    <a:pt x="25" y="10"/>
                    <a:pt x="20" y="28"/>
                  </a:cubicBezTo>
                  <a:cubicBezTo>
                    <a:pt x="4" y="87"/>
                    <a:pt x="4" y="87"/>
                    <a:pt x="4" y="87"/>
                  </a:cubicBezTo>
                  <a:cubicBezTo>
                    <a:pt x="0" y="105"/>
                    <a:pt x="10" y="123"/>
                    <a:pt x="28" y="128"/>
                  </a:cubicBezTo>
                  <a:cubicBezTo>
                    <a:pt x="128" y="154"/>
                    <a:pt x="128" y="154"/>
                    <a:pt x="128" y="154"/>
                  </a:cubicBezTo>
                  <a:cubicBezTo>
                    <a:pt x="145" y="159"/>
                    <a:pt x="163" y="148"/>
                    <a:pt x="168" y="131"/>
                  </a:cubicBezTo>
                  <a:cubicBezTo>
                    <a:pt x="184" y="72"/>
                    <a:pt x="184" y="72"/>
                    <a:pt x="184" y="72"/>
                  </a:cubicBezTo>
                  <a:cubicBezTo>
                    <a:pt x="189" y="54"/>
                    <a:pt x="178" y="36"/>
                    <a:pt x="161" y="31"/>
                  </a:cubicBezTo>
                  <a:close/>
                  <a:moveTo>
                    <a:pt x="157" y="121"/>
                  </a:moveTo>
                  <a:cubicBezTo>
                    <a:pt x="153" y="135"/>
                    <a:pt x="139" y="143"/>
                    <a:pt x="125" y="140"/>
                  </a:cubicBezTo>
                  <a:cubicBezTo>
                    <a:pt x="37" y="116"/>
                    <a:pt x="37" y="116"/>
                    <a:pt x="37" y="116"/>
                  </a:cubicBezTo>
                  <a:cubicBezTo>
                    <a:pt x="24" y="113"/>
                    <a:pt x="15" y="98"/>
                    <a:pt x="19" y="85"/>
                  </a:cubicBezTo>
                  <a:cubicBezTo>
                    <a:pt x="32" y="38"/>
                    <a:pt x="32" y="38"/>
                    <a:pt x="32" y="38"/>
                  </a:cubicBezTo>
                  <a:cubicBezTo>
                    <a:pt x="35" y="24"/>
                    <a:pt x="50" y="15"/>
                    <a:pt x="63" y="19"/>
                  </a:cubicBezTo>
                  <a:cubicBezTo>
                    <a:pt x="151" y="42"/>
                    <a:pt x="151" y="42"/>
                    <a:pt x="151" y="42"/>
                  </a:cubicBezTo>
                  <a:cubicBezTo>
                    <a:pt x="165" y="46"/>
                    <a:pt x="173" y="60"/>
                    <a:pt x="169" y="74"/>
                  </a:cubicBezTo>
                  <a:lnTo>
                    <a:pt x="157" y="121"/>
                  </a:lnTo>
                  <a:close/>
                </a:path>
              </a:pathLst>
            </a:custGeom>
            <a:solidFill>
              <a:srgbClr val="2A4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7" name="Freeform 427"/>
            <p:cNvSpPr>
              <a:spLocks noEditPoints="1"/>
            </p:cNvSpPr>
            <p:nvPr/>
          </p:nvSpPr>
          <p:spPr bwMode="auto">
            <a:xfrm>
              <a:off x="1081088" y="2695575"/>
              <a:ext cx="400050" cy="336550"/>
            </a:xfrm>
            <a:custGeom>
              <a:avLst/>
              <a:gdLst>
                <a:gd name="T0" fmla="*/ 161 w 189"/>
                <a:gd name="T1" fmla="*/ 31 h 159"/>
                <a:gd name="T2" fmla="*/ 61 w 189"/>
                <a:gd name="T3" fmla="*/ 4 h 159"/>
                <a:gd name="T4" fmla="*/ 21 w 189"/>
                <a:gd name="T5" fmla="*/ 28 h 159"/>
                <a:gd name="T6" fmla="*/ 5 w 189"/>
                <a:gd name="T7" fmla="*/ 87 h 159"/>
                <a:gd name="T8" fmla="*/ 28 w 189"/>
                <a:gd name="T9" fmla="*/ 127 h 159"/>
                <a:gd name="T10" fmla="*/ 129 w 189"/>
                <a:gd name="T11" fmla="*/ 154 h 159"/>
                <a:gd name="T12" fmla="*/ 169 w 189"/>
                <a:gd name="T13" fmla="*/ 131 h 159"/>
                <a:gd name="T14" fmla="*/ 185 w 189"/>
                <a:gd name="T15" fmla="*/ 71 h 159"/>
                <a:gd name="T16" fmla="*/ 161 w 189"/>
                <a:gd name="T17" fmla="*/ 31 h 159"/>
                <a:gd name="T18" fmla="*/ 157 w 189"/>
                <a:gd name="T19" fmla="*/ 121 h 159"/>
                <a:gd name="T20" fmla="*/ 126 w 189"/>
                <a:gd name="T21" fmla="*/ 139 h 159"/>
                <a:gd name="T22" fmla="*/ 38 w 189"/>
                <a:gd name="T23" fmla="*/ 116 h 159"/>
                <a:gd name="T24" fmla="*/ 20 w 189"/>
                <a:gd name="T25" fmla="*/ 84 h 159"/>
                <a:gd name="T26" fmla="*/ 32 w 189"/>
                <a:gd name="T27" fmla="*/ 37 h 159"/>
                <a:gd name="T28" fmla="*/ 64 w 189"/>
                <a:gd name="T29" fmla="*/ 19 h 159"/>
                <a:gd name="T30" fmla="*/ 152 w 189"/>
                <a:gd name="T31" fmla="*/ 42 h 159"/>
                <a:gd name="T32" fmla="*/ 170 w 189"/>
                <a:gd name="T33" fmla="*/ 74 h 159"/>
                <a:gd name="T34" fmla="*/ 157 w 189"/>
                <a:gd name="T35" fmla="*/ 12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59">
                  <a:moveTo>
                    <a:pt x="161" y="31"/>
                  </a:moveTo>
                  <a:cubicBezTo>
                    <a:pt x="61" y="4"/>
                    <a:pt x="61" y="4"/>
                    <a:pt x="61" y="4"/>
                  </a:cubicBezTo>
                  <a:cubicBezTo>
                    <a:pt x="44" y="0"/>
                    <a:pt x="26" y="10"/>
                    <a:pt x="21" y="28"/>
                  </a:cubicBezTo>
                  <a:cubicBezTo>
                    <a:pt x="5" y="87"/>
                    <a:pt x="5" y="87"/>
                    <a:pt x="5" y="87"/>
                  </a:cubicBezTo>
                  <a:cubicBezTo>
                    <a:pt x="0" y="104"/>
                    <a:pt x="11" y="123"/>
                    <a:pt x="28" y="127"/>
                  </a:cubicBezTo>
                  <a:cubicBezTo>
                    <a:pt x="129" y="154"/>
                    <a:pt x="129" y="154"/>
                    <a:pt x="129" y="154"/>
                  </a:cubicBezTo>
                  <a:cubicBezTo>
                    <a:pt x="146" y="159"/>
                    <a:pt x="164" y="148"/>
                    <a:pt x="169" y="131"/>
                  </a:cubicBezTo>
                  <a:cubicBezTo>
                    <a:pt x="185" y="71"/>
                    <a:pt x="185" y="71"/>
                    <a:pt x="185" y="71"/>
                  </a:cubicBezTo>
                  <a:cubicBezTo>
                    <a:pt x="189" y="54"/>
                    <a:pt x="179" y="36"/>
                    <a:pt x="161" y="31"/>
                  </a:cubicBezTo>
                  <a:close/>
                  <a:moveTo>
                    <a:pt x="157" y="121"/>
                  </a:moveTo>
                  <a:cubicBezTo>
                    <a:pt x="154" y="135"/>
                    <a:pt x="139" y="143"/>
                    <a:pt x="126" y="139"/>
                  </a:cubicBezTo>
                  <a:cubicBezTo>
                    <a:pt x="38" y="116"/>
                    <a:pt x="38" y="116"/>
                    <a:pt x="38" y="116"/>
                  </a:cubicBezTo>
                  <a:cubicBezTo>
                    <a:pt x="24" y="112"/>
                    <a:pt x="16" y="98"/>
                    <a:pt x="20" y="84"/>
                  </a:cubicBezTo>
                  <a:cubicBezTo>
                    <a:pt x="32" y="37"/>
                    <a:pt x="32" y="37"/>
                    <a:pt x="32" y="37"/>
                  </a:cubicBezTo>
                  <a:cubicBezTo>
                    <a:pt x="36" y="24"/>
                    <a:pt x="50" y="15"/>
                    <a:pt x="64" y="19"/>
                  </a:cubicBezTo>
                  <a:cubicBezTo>
                    <a:pt x="152" y="42"/>
                    <a:pt x="152" y="42"/>
                    <a:pt x="152" y="42"/>
                  </a:cubicBezTo>
                  <a:cubicBezTo>
                    <a:pt x="165" y="46"/>
                    <a:pt x="174" y="60"/>
                    <a:pt x="170" y="74"/>
                  </a:cubicBezTo>
                  <a:lnTo>
                    <a:pt x="157" y="121"/>
                  </a:lnTo>
                  <a:close/>
                </a:path>
              </a:pathLst>
            </a:custGeom>
            <a:solidFill>
              <a:srgbClr val="2A4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8" name="Freeform 428"/>
            <p:cNvSpPr>
              <a:spLocks/>
            </p:cNvSpPr>
            <p:nvPr/>
          </p:nvSpPr>
          <p:spPr bwMode="auto">
            <a:xfrm>
              <a:off x="347663" y="954087"/>
              <a:ext cx="1109663" cy="995363"/>
            </a:xfrm>
            <a:custGeom>
              <a:avLst/>
              <a:gdLst>
                <a:gd name="T0" fmla="*/ 0 w 699"/>
                <a:gd name="T1" fmla="*/ 360 h 627"/>
                <a:gd name="T2" fmla="*/ 189 w 699"/>
                <a:gd name="T3" fmla="*/ 0 h 627"/>
                <a:gd name="T4" fmla="*/ 699 w 699"/>
                <a:gd name="T5" fmla="*/ 267 h 627"/>
                <a:gd name="T6" fmla="*/ 510 w 699"/>
                <a:gd name="T7" fmla="*/ 627 h 627"/>
                <a:gd name="T8" fmla="*/ 0 w 699"/>
                <a:gd name="T9" fmla="*/ 360 h 627"/>
              </a:gdLst>
              <a:ahLst/>
              <a:cxnLst>
                <a:cxn ang="0">
                  <a:pos x="T0" y="T1"/>
                </a:cxn>
                <a:cxn ang="0">
                  <a:pos x="T2" y="T3"/>
                </a:cxn>
                <a:cxn ang="0">
                  <a:pos x="T4" y="T5"/>
                </a:cxn>
                <a:cxn ang="0">
                  <a:pos x="T6" y="T7"/>
                </a:cxn>
                <a:cxn ang="0">
                  <a:pos x="T8" y="T9"/>
                </a:cxn>
              </a:cxnLst>
              <a:rect l="0" t="0" r="r" b="b"/>
              <a:pathLst>
                <a:path w="699" h="627">
                  <a:moveTo>
                    <a:pt x="0" y="360"/>
                  </a:moveTo>
                  <a:lnTo>
                    <a:pt x="189" y="0"/>
                  </a:lnTo>
                  <a:lnTo>
                    <a:pt x="699" y="267"/>
                  </a:lnTo>
                  <a:lnTo>
                    <a:pt x="510" y="627"/>
                  </a:lnTo>
                  <a:lnTo>
                    <a:pt x="0" y="36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9" name="Freeform 429"/>
            <p:cNvSpPr>
              <a:spLocks/>
            </p:cNvSpPr>
            <p:nvPr/>
          </p:nvSpPr>
          <p:spPr bwMode="auto">
            <a:xfrm>
              <a:off x="333375" y="1525587"/>
              <a:ext cx="823913" cy="454025"/>
            </a:xfrm>
            <a:custGeom>
              <a:avLst/>
              <a:gdLst>
                <a:gd name="T0" fmla="*/ 9 w 519"/>
                <a:gd name="T1" fmla="*/ 0 h 286"/>
                <a:gd name="T2" fmla="*/ 0 w 519"/>
                <a:gd name="T3" fmla="*/ 20 h 286"/>
                <a:gd name="T4" fmla="*/ 509 w 519"/>
                <a:gd name="T5" fmla="*/ 286 h 286"/>
                <a:gd name="T6" fmla="*/ 519 w 519"/>
                <a:gd name="T7" fmla="*/ 267 h 286"/>
                <a:gd name="T8" fmla="*/ 9 w 519"/>
                <a:gd name="T9" fmla="*/ 0 h 286"/>
              </a:gdLst>
              <a:ahLst/>
              <a:cxnLst>
                <a:cxn ang="0">
                  <a:pos x="T0" y="T1"/>
                </a:cxn>
                <a:cxn ang="0">
                  <a:pos x="T2" y="T3"/>
                </a:cxn>
                <a:cxn ang="0">
                  <a:pos x="T4" y="T5"/>
                </a:cxn>
                <a:cxn ang="0">
                  <a:pos x="T6" y="T7"/>
                </a:cxn>
                <a:cxn ang="0">
                  <a:pos x="T8" y="T9"/>
                </a:cxn>
              </a:cxnLst>
              <a:rect l="0" t="0" r="r" b="b"/>
              <a:pathLst>
                <a:path w="519" h="286">
                  <a:moveTo>
                    <a:pt x="9" y="0"/>
                  </a:moveTo>
                  <a:lnTo>
                    <a:pt x="0" y="20"/>
                  </a:lnTo>
                  <a:lnTo>
                    <a:pt x="509" y="286"/>
                  </a:lnTo>
                  <a:lnTo>
                    <a:pt x="519" y="267"/>
                  </a:lnTo>
                  <a:lnTo>
                    <a:pt x="9" y="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0" name="Freeform 430"/>
            <p:cNvSpPr>
              <a:spLocks/>
            </p:cNvSpPr>
            <p:nvPr/>
          </p:nvSpPr>
          <p:spPr bwMode="auto">
            <a:xfrm>
              <a:off x="398463" y="998537"/>
              <a:ext cx="1008063" cy="906463"/>
            </a:xfrm>
            <a:custGeom>
              <a:avLst/>
              <a:gdLst>
                <a:gd name="T0" fmla="*/ 4 w 635"/>
                <a:gd name="T1" fmla="*/ 328 h 571"/>
                <a:gd name="T2" fmla="*/ 7 w 635"/>
                <a:gd name="T3" fmla="*/ 329 h 571"/>
                <a:gd name="T4" fmla="*/ 175 w 635"/>
                <a:gd name="T5" fmla="*/ 9 h 571"/>
                <a:gd name="T6" fmla="*/ 627 w 635"/>
                <a:gd name="T7" fmla="*/ 244 h 571"/>
                <a:gd name="T8" fmla="*/ 460 w 635"/>
                <a:gd name="T9" fmla="*/ 563 h 571"/>
                <a:gd name="T10" fmla="*/ 5 w 635"/>
                <a:gd name="T11" fmla="*/ 325 h 571"/>
                <a:gd name="T12" fmla="*/ 4 w 635"/>
                <a:gd name="T13" fmla="*/ 328 h 571"/>
                <a:gd name="T14" fmla="*/ 7 w 635"/>
                <a:gd name="T15" fmla="*/ 329 h 571"/>
                <a:gd name="T16" fmla="*/ 4 w 635"/>
                <a:gd name="T17" fmla="*/ 328 h 571"/>
                <a:gd name="T18" fmla="*/ 3 w 635"/>
                <a:gd name="T19" fmla="*/ 331 h 571"/>
                <a:gd name="T20" fmla="*/ 463 w 635"/>
                <a:gd name="T21" fmla="*/ 571 h 571"/>
                <a:gd name="T22" fmla="*/ 635 w 635"/>
                <a:gd name="T23" fmla="*/ 241 h 571"/>
                <a:gd name="T24" fmla="*/ 172 w 635"/>
                <a:gd name="T25" fmla="*/ 0 h 571"/>
                <a:gd name="T26" fmla="*/ 0 w 635"/>
                <a:gd name="T27" fmla="*/ 329 h 571"/>
                <a:gd name="T28" fmla="*/ 3 w 635"/>
                <a:gd name="T29" fmla="*/ 331 h 571"/>
                <a:gd name="T30" fmla="*/ 4 w 635"/>
                <a:gd name="T31" fmla="*/ 328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5" h="571">
                  <a:moveTo>
                    <a:pt x="4" y="328"/>
                  </a:moveTo>
                  <a:lnTo>
                    <a:pt x="7" y="329"/>
                  </a:lnTo>
                  <a:lnTo>
                    <a:pt x="175" y="9"/>
                  </a:lnTo>
                  <a:lnTo>
                    <a:pt x="627" y="244"/>
                  </a:lnTo>
                  <a:lnTo>
                    <a:pt x="460" y="563"/>
                  </a:lnTo>
                  <a:lnTo>
                    <a:pt x="5" y="325"/>
                  </a:lnTo>
                  <a:lnTo>
                    <a:pt x="4" y="328"/>
                  </a:lnTo>
                  <a:lnTo>
                    <a:pt x="7" y="329"/>
                  </a:lnTo>
                  <a:lnTo>
                    <a:pt x="4" y="328"/>
                  </a:lnTo>
                  <a:lnTo>
                    <a:pt x="3" y="331"/>
                  </a:lnTo>
                  <a:lnTo>
                    <a:pt x="463" y="571"/>
                  </a:lnTo>
                  <a:lnTo>
                    <a:pt x="635" y="241"/>
                  </a:lnTo>
                  <a:lnTo>
                    <a:pt x="172" y="0"/>
                  </a:lnTo>
                  <a:lnTo>
                    <a:pt x="0" y="329"/>
                  </a:lnTo>
                  <a:lnTo>
                    <a:pt x="3" y="331"/>
                  </a:lnTo>
                  <a:lnTo>
                    <a:pt x="4" y="3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1" name="Freeform 431"/>
            <p:cNvSpPr>
              <a:spLocks/>
            </p:cNvSpPr>
            <p:nvPr/>
          </p:nvSpPr>
          <p:spPr bwMode="auto">
            <a:xfrm>
              <a:off x="973138" y="1379537"/>
              <a:ext cx="198438" cy="319088"/>
            </a:xfrm>
            <a:custGeom>
              <a:avLst/>
              <a:gdLst>
                <a:gd name="T0" fmla="*/ 125 w 125"/>
                <a:gd name="T1" fmla="*/ 15 h 201"/>
                <a:gd name="T2" fmla="*/ 28 w 125"/>
                <a:gd name="T3" fmla="*/ 201 h 201"/>
                <a:gd name="T4" fmla="*/ 0 w 125"/>
                <a:gd name="T5" fmla="*/ 187 h 201"/>
                <a:gd name="T6" fmla="*/ 98 w 125"/>
                <a:gd name="T7" fmla="*/ 0 h 201"/>
                <a:gd name="T8" fmla="*/ 125 w 125"/>
                <a:gd name="T9" fmla="*/ 15 h 201"/>
              </a:gdLst>
              <a:ahLst/>
              <a:cxnLst>
                <a:cxn ang="0">
                  <a:pos x="T0" y="T1"/>
                </a:cxn>
                <a:cxn ang="0">
                  <a:pos x="T2" y="T3"/>
                </a:cxn>
                <a:cxn ang="0">
                  <a:pos x="T4" y="T5"/>
                </a:cxn>
                <a:cxn ang="0">
                  <a:pos x="T6" y="T7"/>
                </a:cxn>
                <a:cxn ang="0">
                  <a:pos x="T8" y="T9"/>
                </a:cxn>
              </a:cxnLst>
              <a:rect l="0" t="0" r="r" b="b"/>
              <a:pathLst>
                <a:path w="125" h="201">
                  <a:moveTo>
                    <a:pt x="125" y="15"/>
                  </a:moveTo>
                  <a:lnTo>
                    <a:pt x="28" y="201"/>
                  </a:lnTo>
                  <a:lnTo>
                    <a:pt x="0" y="187"/>
                  </a:lnTo>
                  <a:lnTo>
                    <a:pt x="98" y="0"/>
                  </a:lnTo>
                  <a:lnTo>
                    <a:pt x="125" y="15"/>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2" name="Freeform 432"/>
            <p:cNvSpPr>
              <a:spLocks/>
            </p:cNvSpPr>
            <p:nvPr/>
          </p:nvSpPr>
          <p:spPr bwMode="auto">
            <a:xfrm>
              <a:off x="1044575" y="1416050"/>
              <a:ext cx="198438" cy="320675"/>
            </a:xfrm>
            <a:custGeom>
              <a:avLst/>
              <a:gdLst>
                <a:gd name="T0" fmla="*/ 125 w 125"/>
                <a:gd name="T1" fmla="*/ 14 h 202"/>
                <a:gd name="T2" fmla="*/ 27 w 125"/>
                <a:gd name="T3" fmla="*/ 202 h 202"/>
                <a:gd name="T4" fmla="*/ 0 w 125"/>
                <a:gd name="T5" fmla="*/ 188 h 202"/>
                <a:gd name="T6" fmla="*/ 97 w 125"/>
                <a:gd name="T7" fmla="*/ 0 h 202"/>
                <a:gd name="T8" fmla="*/ 125 w 125"/>
                <a:gd name="T9" fmla="*/ 14 h 202"/>
              </a:gdLst>
              <a:ahLst/>
              <a:cxnLst>
                <a:cxn ang="0">
                  <a:pos x="T0" y="T1"/>
                </a:cxn>
                <a:cxn ang="0">
                  <a:pos x="T2" y="T3"/>
                </a:cxn>
                <a:cxn ang="0">
                  <a:pos x="T4" y="T5"/>
                </a:cxn>
                <a:cxn ang="0">
                  <a:pos x="T6" y="T7"/>
                </a:cxn>
                <a:cxn ang="0">
                  <a:pos x="T8" y="T9"/>
                </a:cxn>
              </a:cxnLst>
              <a:rect l="0" t="0" r="r" b="b"/>
              <a:pathLst>
                <a:path w="125" h="202">
                  <a:moveTo>
                    <a:pt x="125" y="14"/>
                  </a:moveTo>
                  <a:lnTo>
                    <a:pt x="27" y="202"/>
                  </a:lnTo>
                  <a:lnTo>
                    <a:pt x="0" y="188"/>
                  </a:lnTo>
                  <a:lnTo>
                    <a:pt x="97" y="0"/>
                  </a:lnTo>
                  <a:lnTo>
                    <a:pt x="125" y="14"/>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3" name="Freeform 433"/>
            <p:cNvSpPr>
              <a:spLocks/>
            </p:cNvSpPr>
            <p:nvPr/>
          </p:nvSpPr>
          <p:spPr bwMode="auto">
            <a:xfrm>
              <a:off x="998538" y="925512"/>
              <a:ext cx="904875" cy="1073150"/>
            </a:xfrm>
            <a:custGeom>
              <a:avLst/>
              <a:gdLst>
                <a:gd name="T0" fmla="*/ 0 w 570"/>
                <a:gd name="T1" fmla="*/ 130 h 676"/>
                <a:gd name="T2" fmla="*/ 385 w 570"/>
                <a:gd name="T3" fmla="*/ 0 h 676"/>
                <a:gd name="T4" fmla="*/ 570 w 570"/>
                <a:gd name="T5" fmla="*/ 545 h 676"/>
                <a:gd name="T6" fmla="*/ 184 w 570"/>
                <a:gd name="T7" fmla="*/ 676 h 676"/>
                <a:gd name="T8" fmla="*/ 0 w 570"/>
                <a:gd name="T9" fmla="*/ 130 h 676"/>
              </a:gdLst>
              <a:ahLst/>
              <a:cxnLst>
                <a:cxn ang="0">
                  <a:pos x="T0" y="T1"/>
                </a:cxn>
                <a:cxn ang="0">
                  <a:pos x="T2" y="T3"/>
                </a:cxn>
                <a:cxn ang="0">
                  <a:pos x="T4" y="T5"/>
                </a:cxn>
                <a:cxn ang="0">
                  <a:pos x="T6" y="T7"/>
                </a:cxn>
                <a:cxn ang="0">
                  <a:pos x="T8" y="T9"/>
                </a:cxn>
              </a:cxnLst>
              <a:rect l="0" t="0" r="r" b="b"/>
              <a:pathLst>
                <a:path w="570" h="676">
                  <a:moveTo>
                    <a:pt x="0" y="130"/>
                  </a:moveTo>
                  <a:lnTo>
                    <a:pt x="385" y="0"/>
                  </a:lnTo>
                  <a:lnTo>
                    <a:pt x="570" y="545"/>
                  </a:lnTo>
                  <a:lnTo>
                    <a:pt x="184" y="676"/>
                  </a:lnTo>
                  <a:lnTo>
                    <a:pt x="0" y="13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4" name="Freeform 434"/>
            <p:cNvSpPr>
              <a:spLocks/>
            </p:cNvSpPr>
            <p:nvPr/>
          </p:nvSpPr>
          <p:spPr bwMode="auto">
            <a:xfrm>
              <a:off x="966788" y="1131887"/>
              <a:ext cx="323850" cy="876300"/>
            </a:xfrm>
            <a:custGeom>
              <a:avLst/>
              <a:gdLst>
                <a:gd name="T0" fmla="*/ 20 w 204"/>
                <a:gd name="T1" fmla="*/ 0 h 552"/>
                <a:gd name="T2" fmla="*/ 0 w 204"/>
                <a:gd name="T3" fmla="*/ 8 h 552"/>
                <a:gd name="T4" fmla="*/ 184 w 204"/>
                <a:gd name="T5" fmla="*/ 552 h 552"/>
                <a:gd name="T6" fmla="*/ 204 w 204"/>
                <a:gd name="T7" fmla="*/ 546 h 552"/>
                <a:gd name="T8" fmla="*/ 20 w 204"/>
                <a:gd name="T9" fmla="*/ 0 h 552"/>
              </a:gdLst>
              <a:ahLst/>
              <a:cxnLst>
                <a:cxn ang="0">
                  <a:pos x="T0" y="T1"/>
                </a:cxn>
                <a:cxn ang="0">
                  <a:pos x="T2" y="T3"/>
                </a:cxn>
                <a:cxn ang="0">
                  <a:pos x="T4" y="T5"/>
                </a:cxn>
                <a:cxn ang="0">
                  <a:pos x="T6" y="T7"/>
                </a:cxn>
                <a:cxn ang="0">
                  <a:pos x="T8" y="T9"/>
                </a:cxn>
              </a:cxnLst>
              <a:rect l="0" t="0" r="r" b="b"/>
              <a:pathLst>
                <a:path w="204" h="552">
                  <a:moveTo>
                    <a:pt x="20" y="0"/>
                  </a:moveTo>
                  <a:lnTo>
                    <a:pt x="0" y="8"/>
                  </a:lnTo>
                  <a:lnTo>
                    <a:pt x="184" y="552"/>
                  </a:lnTo>
                  <a:lnTo>
                    <a:pt x="204" y="546"/>
                  </a:lnTo>
                  <a:lnTo>
                    <a:pt x="20" y="0"/>
                  </a:lnTo>
                  <a:close/>
                </a:path>
              </a:pathLst>
            </a:custGeom>
            <a:solidFill>
              <a:srgbClr val="4483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5" name="Freeform 435"/>
            <p:cNvSpPr>
              <a:spLocks/>
            </p:cNvSpPr>
            <p:nvPr/>
          </p:nvSpPr>
          <p:spPr bwMode="auto">
            <a:xfrm>
              <a:off x="1036638" y="973137"/>
              <a:ext cx="825500" cy="976313"/>
            </a:xfrm>
            <a:custGeom>
              <a:avLst/>
              <a:gdLst>
                <a:gd name="T0" fmla="*/ 4 w 520"/>
                <a:gd name="T1" fmla="*/ 122 h 615"/>
                <a:gd name="T2" fmla="*/ 5 w 520"/>
                <a:gd name="T3" fmla="*/ 125 h 615"/>
                <a:gd name="T4" fmla="*/ 348 w 520"/>
                <a:gd name="T5" fmla="*/ 8 h 615"/>
                <a:gd name="T6" fmla="*/ 512 w 520"/>
                <a:gd name="T7" fmla="*/ 491 h 615"/>
                <a:gd name="T8" fmla="*/ 173 w 520"/>
                <a:gd name="T9" fmla="*/ 607 h 615"/>
                <a:gd name="T10" fmla="*/ 8 w 520"/>
                <a:gd name="T11" fmla="*/ 121 h 615"/>
                <a:gd name="T12" fmla="*/ 4 w 520"/>
                <a:gd name="T13" fmla="*/ 122 h 615"/>
                <a:gd name="T14" fmla="*/ 5 w 520"/>
                <a:gd name="T15" fmla="*/ 125 h 615"/>
                <a:gd name="T16" fmla="*/ 4 w 520"/>
                <a:gd name="T17" fmla="*/ 122 h 615"/>
                <a:gd name="T18" fmla="*/ 1 w 520"/>
                <a:gd name="T19" fmla="*/ 122 h 615"/>
                <a:gd name="T20" fmla="*/ 169 w 520"/>
                <a:gd name="T21" fmla="*/ 615 h 615"/>
                <a:gd name="T22" fmla="*/ 520 w 520"/>
                <a:gd name="T23" fmla="*/ 495 h 615"/>
                <a:gd name="T24" fmla="*/ 352 w 520"/>
                <a:gd name="T25" fmla="*/ 0 h 615"/>
                <a:gd name="T26" fmla="*/ 0 w 520"/>
                <a:gd name="T27" fmla="*/ 120 h 615"/>
                <a:gd name="T28" fmla="*/ 1 w 520"/>
                <a:gd name="T29" fmla="*/ 122 h 615"/>
                <a:gd name="T30" fmla="*/ 4 w 520"/>
                <a:gd name="T31" fmla="*/ 122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0" h="615">
                  <a:moveTo>
                    <a:pt x="4" y="122"/>
                  </a:moveTo>
                  <a:lnTo>
                    <a:pt x="5" y="125"/>
                  </a:lnTo>
                  <a:lnTo>
                    <a:pt x="348" y="8"/>
                  </a:lnTo>
                  <a:lnTo>
                    <a:pt x="512" y="491"/>
                  </a:lnTo>
                  <a:lnTo>
                    <a:pt x="173" y="607"/>
                  </a:lnTo>
                  <a:lnTo>
                    <a:pt x="8" y="121"/>
                  </a:lnTo>
                  <a:lnTo>
                    <a:pt x="4" y="122"/>
                  </a:lnTo>
                  <a:lnTo>
                    <a:pt x="5" y="125"/>
                  </a:lnTo>
                  <a:lnTo>
                    <a:pt x="4" y="122"/>
                  </a:lnTo>
                  <a:lnTo>
                    <a:pt x="1" y="122"/>
                  </a:lnTo>
                  <a:lnTo>
                    <a:pt x="169" y="615"/>
                  </a:lnTo>
                  <a:lnTo>
                    <a:pt x="520" y="495"/>
                  </a:lnTo>
                  <a:lnTo>
                    <a:pt x="352" y="0"/>
                  </a:lnTo>
                  <a:lnTo>
                    <a:pt x="0" y="120"/>
                  </a:lnTo>
                  <a:lnTo>
                    <a:pt x="1" y="122"/>
                  </a:lnTo>
                  <a:lnTo>
                    <a:pt x="4" y="1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6" name="Freeform 436"/>
            <p:cNvSpPr>
              <a:spLocks/>
            </p:cNvSpPr>
            <p:nvPr/>
          </p:nvSpPr>
          <p:spPr bwMode="auto">
            <a:xfrm>
              <a:off x="1346200" y="1565275"/>
              <a:ext cx="333375" cy="155575"/>
            </a:xfrm>
            <a:custGeom>
              <a:avLst/>
              <a:gdLst>
                <a:gd name="T0" fmla="*/ 210 w 210"/>
                <a:gd name="T1" fmla="*/ 30 h 98"/>
                <a:gd name="T2" fmla="*/ 10 w 210"/>
                <a:gd name="T3" fmla="*/ 98 h 98"/>
                <a:gd name="T4" fmla="*/ 0 w 210"/>
                <a:gd name="T5" fmla="*/ 67 h 98"/>
                <a:gd name="T6" fmla="*/ 200 w 210"/>
                <a:gd name="T7" fmla="*/ 0 h 98"/>
                <a:gd name="T8" fmla="*/ 210 w 210"/>
                <a:gd name="T9" fmla="*/ 30 h 98"/>
              </a:gdLst>
              <a:ahLst/>
              <a:cxnLst>
                <a:cxn ang="0">
                  <a:pos x="T0" y="T1"/>
                </a:cxn>
                <a:cxn ang="0">
                  <a:pos x="T2" y="T3"/>
                </a:cxn>
                <a:cxn ang="0">
                  <a:pos x="T4" y="T5"/>
                </a:cxn>
                <a:cxn ang="0">
                  <a:pos x="T6" y="T7"/>
                </a:cxn>
                <a:cxn ang="0">
                  <a:pos x="T8" y="T9"/>
                </a:cxn>
              </a:cxnLst>
              <a:rect l="0" t="0" r="r" b="b"/>
              <a:pathLst>
                <a:path w="210" h="98">
                  <a:moveTo>
                    <a:pt x="210" y="30"/>
                  </a:moveTo>
                  <a:lnTo>
                    <a:pt x="10" y="98"/>
                  </a:lnTo>
                  <a:lnTo>
                    <a:pt x="0" y="67"/>
                  </a:lnTo>
                  <a:lnTo>
                    <a:pt x="200" y="0"/>
                  </a:lnTo>
                  <a:lnTo>
                    <a:pt x="210" y="3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7" name="Freeform 437"/>
            <p:cNvSpPr>
              <a:spLocks/>
            </p:cNvSpPr>
            <p:nvPr/>
          </p:nvSpPr>
          <p:spPr bwMode="auto">
            <a:xfrm>
              <a:off x="1371600" y="1639887"/>
              <a:ext cx="333375" cy="153988"/>
            </a:xfrm>
            <a:custGeom>
              <a:avLst/>
              <a:gdLst>
                <a:gd name="T0" fmla="*/ 210 w 210"/>
                <a:gd name="T1" fmla="*/ 31 h 97"/>
                <a:gd name="T2" fmla="*/ 10 w 210"/>
                <a:gd name="T3" fmla="*/ 97 h 97"/>
                <a:gd name="T4" fmla="*/ 0 w 210"/>
                <a:gd name="T5" fmla="*/ 68 h 97"/>
                <a:gd name="T6" fmla="*/ 200 w 210"/>
                <a:gd name="T7" fmla="*/ 0 h 97"/>
                <a:gd name="T8" fmla="*/ 210 w 210"/>
                <a:gd name="T9" fmla="*/ 31 h 97"/>
              </a:gdLst>
              <a:ahLst/>
              <a:cxnLst>
                <a:cxn ang="0">
                  <a:pos x="T0" y="T1"/>
                </a:cxn>
                <a:cxn ang="0">
                  <a:pos x="T2" y="T3"/>
                </a:cxn>
                <a:cxn ang="0">
                  <a:pos x="T4" y="T5"/>
                </a:cxn>
                <a:cxn ang="0">
                  <a:pos x="T6" y="T7"/>
                </a:cxn>
                <a:cxn ang="0">
                  <a:pos x="T8" y="T9"/>
                </a:cxn>
              </a:cxnLst>
              <a:rect l="0" t="0" r="r" b="b"/>
              <a:pathLst>
                <a:path w="210" h="97">
                  <a:moveTo>
                    <a:pt x="210" y="31"/>
                  </a:moveTo>
                  <a:lnTo>
                    <a:pt x="10" y="97"/>
                  </a:lnTo>
                  <a:lnTo>
                    <a:pt x="0" y="68"/>
                  </a:lnTo>
                  <a:lnTo>
                    <a:pt x="200" y="0"/>
                  </a:lnTo>
                  <a:lnTo>
                    <a:pt x="210" y="31"/>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4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7104347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50"/>
                                            <p:tgtEl>
                                              <p:spTgt spid="2"/>
                                            </p:tgtEl>
                                          </p:cBhvr>
                                        </p:animEffect>
                                      </p:childTnLst>
                                    </p:cTn>
                                  </p:par>
                                </p:childTnLst>
                              </p:cTn>
                            </p:par>
                            <p:par>
                              <p:cTn id="8" fill="hold">
                                <p:stCondLst>
                                  <p:cond delay="250"/>
                                </p:stCondLst>
                                <p:childTnLst>
                                  <p:par>
                                    <p:cTn id="9" presetID="2" presetClass="entr" presetSubtype="8" fill="hold" nodeType="afterEffect" p14:presetBounceEnd="44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44000">
                                          <p:cBhvr additive="base">
                                            <p:cTn id="11" dur="500" fill="hold"/>
                                            <p:tgtEl>
                                              <p:spTgt spid="3"/>
                                            </p:tgtEl>
                                            <p:attrNameLst>
                                              <p:attrName>ppt_x</p:attrName>
                                            </p:attrNameLst>
                                          </p:cBhvr>
                                          <p:tavLst>
                                            <p:tav tm="0">
                                              <p:val>
                                                <p:strVal val="0-#ppt_w/2"/>
                                              </p:val>
                                            </p:tav>
                                            <p:tav tm="100000">
                                              <p:val>
                                                <p:strVal val="#ppt_x"/>
                                              </p:val>
                                            </p:tav>
                                          </p:tavLst>
                                        </p:anim>
                                        <p:anim calcmode="lin" valueType="num" p14:bounceEnd="44000">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50"/>
                                            <p:tgtEl>
                                              <p:spTgt spid="2"/>
                                            </p:tgtEl>
                                          </p:cBhvr>
                                        </p:animEffect>
                                      </p:childTnLst>
                                    </p:cTn>
                                  </p:par>
                                </p:childTnLst>
                              </p:cTn>
                            </p:par>
                            <p:par>
                              <p:cTn id="8" fill="hold">
                                <p:stCondLst>
                                  <p:cond delay="250"/>
                                </p:stCondLst>
                                <p:childTnLst>
                                  <p:par>
                                    <p:cTn id="9" presetID="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0"/>
            <a:ext cx="12192000" cy="6858000"/>
          </a:xfrm>
          <a:prstGeom prst="rect">
            <a:avLst/>
          </a:prstGeom>
          <a:solidFill>
            <a:schemeClr val="tx2">
              <a:lumMod val="5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3" name="Group 2"/>
          <p:cNvGrpSpPr/>
          <p:nvPr/>
        </p:nvGrpSpPr>
        <p:grpSpPr>
          <a:xfrm>
            <a:off x="5487987" y="2742109"/>
            <a:ext cx="6699962" cy="2769690"/>
            <a:chOff x="5262562" y="3076823"/>
            <a:chExt cx="6699962" cy="2769690"/>
          </a:xfrm>
        </p:grpSpPr>
        <p:sp>
          <p:nvSpPr>
            <p:cNvPr id="437" name="TextBox 436"/>
            <p:cNvSpPr txBox="1"/>
            <p:nvPr/>
          </p:nvSpPr>
          <p:spPr>
            <a:xfrm>
              <a:off x="6675438" y="3076823"/>
              <a:ext cx="4253087" cy="769441"/>
            </a:xfrm>
            <a:prstGeom prst="rect">
              <a:avLst/>
            </a:prstGeom>
            <a:noFill/>
          </p:spPr>
          <p:txBody>
            <a:bodyPr wrap="none" rtlCol="0">
              <a:spAutoFit/>
            </a:bodyPr>
            <a:lstStyle/>
            <a:p>
              <a:pPr rtl="1"/>
              <a:r>
                <a:rPr lang="ar-SA" sz="4400" b="1" u="sng" dirty="0">
                  <a:solidFill>
                    <a:srgbClr val="FFFF00"/>
                  </a:solidFill>
                </a:rPr>
                <a:t>ب. الويب 2.0 Web:</a:t>
              </a:r>
              <a:endParaRPr lang="en-US" sz="4400" u="sng" dirty="0">
                <a:solidFill>
                  <a:srgbClr val="FFFF00"/>
                </a:solidFill>
              </a:endParaRPr>
            </a:p>
          </p:txBody>
        </p:sp>
        <p:sp>
          <p:nvSpPr>
            <p:cNvPr id="438" name="Rectangle 437"/>
            <p:cNvSpPr/>
            <p:nvPr/>
          </p:nvSpPr>
          <p:spPr>
            <a:xfrm>
              <a:off x="5262562" y="4030631"/>
              <a:ext cx="6699962" cy="1815882"/>
            </a:xfrm>
            <a:prstGeom prst="rect">
              <a:avLst/>
            </a:prstGeom>
          </p:spPr>
          <p:txBody>
            <a:bodyPr wrap="square">
              <a:spAutoFit/>
            </a:bodyPr>
            <a:lstStyle/>
            <a:p>
              <a:pPr algn="ctr" rtl="1" fontAlgn="auto">
                <a:spcBef>
                  <a:spcPts val="0"/>
                </a:spcBef>
                <a:spcAft>
                  <a:spcPts val="0"/>
                </a:spcAft>
              </a:pPr>
              <a:r>
                <a:rPr lang="ar-SA" sz="2800" b="1" dirty="0">
                  <a:solidFill>
                    <a:schemeClr val="bg1"/>
                  </a:solidFill>
                </a:rPr>
                <a:t>الويب 2.0 "مجموعة من خدمات الإنترنت التي تعطي صوتاً للمستخدمين الأفراد وبالتالي تشجع مستخدمي الإنترنت على المشاركة في مختلف المجتمعات لبناء المعرفة وتقاسم المعارف أو المشاركة فيها".</a:t>
              </a:r>
              <a:endParaRPr lang="en-GB" sz="2800" b="1" dirty="0">
                <a:solidFill>
                  <a:schemeClr val="bg1"/>
                </a:solidFill>
                <a:latin typeface="Lato Light"/>
                <a:cs typeface="+mn-cs"/>
              </a:endParaRPr>
            </a:p>
          </p:txBody>
        </p:sp>
      </p:grpSp>
      <p:grpSp>
        <p:nvGrpSpPr>
          <p:cNvPr id="2" name="Group 1"/>
          <p:cNvGrpSpPr/>
          <p:nvPr/>
        </p:nvGrpSpPr>
        <p:grpSpPr>
          <a:xfrm>
            <a:off x="0" y="-1588"/>
            <a:ext cx="6564313" cy="6181726"/>
            <a:chOff x="0" y="-1588"/>
            <a:chExt cx="6564313" cy="6181726"/>
          </a:xfrm>
        </p:grpSpPr>
        <p:sp>
          <p:nvSpPr>
            <p:cNvPr id="439" name="Freeform 5"/>
            <p:cNvSpPr>
              <a:spLocks/>
            </p:cNvSpPr>
            <p:nvPr/>
          </p:nvSpPr>
          <p:spPr bwMode="auto">
            <a:xfrm>
              <a:off x="0" y="-1588"/>
              <a:ext cx="5656263" cy="5499100"/>
            </a:xfrm>
            <a:custGeom>
              <a:avLst/>
              <a:gdLst>
                <a:gd name="T0" fmla="*/ 0 w 2670"/>
                <a:gd name="T1" fmla="*/ 2233 h 2596"/>
                <a:gd name="T2" fmla="*/ 1030 w 2670"/>
                <a:gd name="T3" fmla="*/ 2596 h 2596"/>
                <a:gd name="T4" fmla="*/ 2670 w 2670"/>
                <a:gd name="T5" fmla="*/ 956 h 2596"/>
                <a:gd name="T6" fmla="*/ 2362 w 2670"/>
                <a:gd name="T7" fmla="*/ 0 h 2596"/>
                <a:gd name="T8" fmla="*/ 0 w 2670"/>
                <a:gd name="T9" fmla="*/ 0 h 2596"/>
                <a:gd name="T10" fmla="*/ 0 w 2670"/>
                <a:gd name="T11" fmla="*/ 2233 h 2596"/>
              </a:gdLst>
              <a:ahLst/>
              <a:cxnLst>
                <a:cxn ang="0">
                  <a:pos x="T0" y="T1"/>
                </a:cxn>
                <a:cxn ang="0">
                  <a:pos x="T2" y="T3"/>
                </a:cxn>
                <a:cxn ang="0">
                  <a:pos x="T4" y="T5"/>
                </a:cxn>
                <a:cxn ang="0">
                  <a:pos x="T6" y="T7"/>
                </a:cxn>
                <a:cxn ang="0">
                  <a:pos x="T8" y="T9"/>
                </a:cxn>
                <a:cxn ang="0">
                  <a:pos x="T10" y="T11"/>
                </a:cxn>
              </a:cxnLst>
              <a:rect l="0" t="0" r="r" b="b"/>
              <a:pathLst>
                <a:path w="2670" h="2596">
                  <a:moveTo>
                    <a:pt x="0" y="2233"/>
                  </a:moveTo>
                  <a:cubicBezTo>
                    <a:pt x="282" y="2460"/>
                    <a:pt x="640" y="2596"/>
                    <a:pt x="1030" y="2596"/>
                  </a:cubicBezTo>
                  <a:cubicBezTo>
                    <a:pt x="1936" y="2596"/>
                    <a:pt x="2670" y="1862"/>
                    <a:pt x="2670" y="956"/>
                  </a:cubicBezTo>
                  <a:cubicBezTo>
                    <a:pt x="2670" y="599"/>
                    <a:pt x="2556" y="269"/>
                    <a:pt x="2362" y="0"/>
                  </a:cubicBezTo>
                  <a:cubicBezTo>
                    <a:pt x="0" y="0"/>
                    <a:pt x="0" y="0"/>
                    <a:pt x="0" y="0"/>
                  </a:cubicBezTo>
                  <a:cubicBezTo>
                    <a:pt x="0" y="2233"/>
                    <a:pt x="0" y="2233"/>
                    <a:pt x="0" y="2233"/>
                  </a:cubicBezTo>
                </a:path>
              </a:pathLst>
            </a:custGeom>
            <a:solidFill>
              <a:schemeClr val="tx2">
                <a:lumMod val="20000"/>
                <a:lumOff val="8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0" name="Freeform 6"/>
            <p:cNvSpPr>
              <a:spLocks/>
            </p:cNvSpPr>
            <p:nvPr/>
          </p:nvSpPr>
          <p:spPr bwMode="auto">
            <a:xfrm>
              <a:off x="3430588" y="3486150"/>
              <a:ext cx="1550988" cy="1519238"/>
            </a:xfrm>
            <a:custGeom>
              <a:avLst/>
              <a:gdLst>
                <a:gd name="T0" fmla="*/ 280 w 732"/>
                <a:gd name="T1" fmla="*/ 692 h 717"/>
                <a:gd name="T2" fmla="*/ 400 w 732"/>
                <a:gd name="T3" fmla="*/ 685 h 717"/>
                <a:gd name="T4" fmla="*/ 693 w 732"/>
                <a:gd name="T5" fmla="*/ 417 h 717"/>
                <a:gd name="T6" fmla="*/ 709 w 732"/>
                <a:gd name="T7" fmla="*/ 299 h 717"/>
                <a:gd name="T8" fmla="*/ 548 w 732"/>
                <a:gd name="T9" fmla="*/ 42 h 717"/>
                <a:gd name="T10" fmla="*/ 450 w 732"/>
                <a:gd name="T11" fmla="*/ 29 h 717"/>
                <a:gd name="T12" fmla="*/ 31 w 732"/>
                <a:gd name="T13" fmla="*/ 412 h 717"/>
                <a:gd name="T14" fmla="*/ 36 w 732"/>
                <a:gd name="T15" fmla="*/ 511 h 717"/>
                <a:gd name="T16" fmla="*/ 280 w 732"/>
                <a:gd name="T17" fmla="*/ 692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2" h="717">
                  <a:moveTo>
                    <a:pt x="280" y="692"/>
                  </a:moveTo>
                  <a:cubicBezTo>
                    <a:pt x="314" y="717"/>
                    <a:pt x="368" y="714"/>
                    <a:pt x="400" y="685"/>
                  </a:cubicBezTo>
                  <a:cubicBezTo>
                    <a:pt x="693" y="417"/>
                    <a:pt x="693" y="417"/>
                    <a:pt x="693" y="417"/>
                  </a:cubicBezTo>
                  <a:cubicBezTo>
                    <a:pt x="725" y="388"/>
                    <a:pt x="732" y="335"/>
                    <a:pt x="709" y="299"/>
                  </a:cubicBezTo>
                  <a:cubicBezTo>
                    <a:pt x="548" y="42"/>
                    <a:pt x="548" y="42"/>
                    <a:pt x="548" y="42"/>
                  </a:cubicBezTo>
                  <a:cubicBezTo>
                    <a:pt x="526" y="6"/>
                    <a:pt x="481" y="0"/>
                    <a:pt x="450" y="29"/>
                  </a:cubicBezTo>
                  <a:cubicBezTo>
                    <a:pt x="31" y="412"/>
                    <a:pt x="31" y="412"/>
                    <a:pt x="31" y="412"/>
                  </a:cubicBezTo>
                  <a:cubicBezTo>
                    <a:pt x="0" y="441"/>
                    <a:pt x="2" y="485"/>
                    <a:pt x="36" y="511"/>
                  </a:cubicBezTo>
                  <a:lnTo>
                    <a:pt x="280" y="692"/>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1" name="Freeform 7"/>
            <p:cNvSpPr>
              <a:spLocks/>
            </p:cNvSpPr>
            <p:nvPr/>
          </p:nvSpPr>
          <p:spPr bwMode="auto">
            <a:xfrm>
              <a:off x="3478213" y="3551237"/>
              <a:ext cx="1262063" cy="1258888"/>
            </a:xfrm>
            <a:custGeom>
              <a:avLst/>
              <a:gdLst>
                <a:gd name="T0" fmla="*/ 254 w 795"/>
                <a:gd name="T1" fmla="*/ 152 h 793"/>
                <a:gd name="T2" fmla="*/ 452 w 795"/>
                <a:gd name="T3" fmla="*/ 454 h 793"/>
                <a:gd name="T4" fmla="*/ 171 w 795"/>
                <a:gd name="T5" fmla="*/ 228 h 793"/>
                <a:gd name="T6" fmla="*/ 0 w 795"/>
                <a:gd name="T7" fmla="*/ 383 h 793"/>
                <a:gd name="T8" fmla="*/ 376 w 795"/>
                <a:gd name="T9" fmla="*/ 793 h 793"/>
                <a:gd name="T10" fmla="*/ 795 w 795"/>
                <a:gd name="T11" fmla="*/ 408 h 793"/>
                <a:gd name="T12" fmla="*/ 421 w 795"/>
                <a:gd name="T13" fmla="*/ 0 h 793"/>
                <a:gd name="T14" fmla="*/ 254 w 795"/>
                <a:gd name="T15" fmla="*/ 152 h 7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5" h="793">
                  <a:moveTo>
                    <a:pt x="254" y="152"/>
                  </a:moveTo>
                  <a:lnTo>
                    <a:pt x="452" y="454"/>
                  </a:lnTo>
                  <a:lnTo>
                    <a:pt x="171" y="228"/>
                  </a:lnTo>
                  <a:lnTo>
                    <a:pt x="0" y="383"/>
                  </a:lnTo>
                  <a:lnTo>
                    <a:pt x="376" y="793"/>
                  </a:lnTo>
                  <a:lnTo>
                    <a:pt x="795" y="408"/>
                  </a:lnTo>
                  <a:lnTo>
                    <a:pt x="421" y="0"/>
                  </a:lnTo>
                  <a:lnTo>
                    <a:pt x="254" y="152"/>
                  </a:lnTo>
                  <a:close/>
                </a:path>
              </a:pathLst>
            </a:custGeom>
            <a:solidFill>
              <a:srgbClr val="3449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2" name="Freeform 8"/>
            <p:cNvSpPr>
              <a:spLocks/>
            </p:cNvSpPr>
            <p:nvPr/>
          </p:nvSpPr>
          <p:spPr bwMode="auto">
            <a:xfrm>
              <a:off x="4689475" y="982662"/>
              <a:ext cx="952500" cy="1504950"/>
            </a:xfrm>
            <a:custGeom>
              <a:avLst/>
              <a:gdLst>
                <a:gd name="T0" fmla="*/ 374 w 450"/>
                <a:gd name="T1" fmla="*/ 644 h 710"/>
                <a:gd name="T2" fmla="*/ 450 w 450"/>
                <a:gd name="T3" fmla="*/ 552 h 710"/>
                <a:gd name="T4" fmla="*/ 450 w 450"/>
                <a:gd name="T5" fmla="*/ 154 h 710"/>
                <a:gd name="T6" fmla="*/ 374 w 450"/>
                <a:gd name="T7" fmla="*/ 62 h 710"/>
                <a:gd name="T8" fmla="*/ 76 w 450"/>
                <a:gd name="T9" fmla="*/ 8 h 710"/>
                <a:gd name="T10" fmla="*/ 0 w 450"/>
                <a:gd name="T11" fmla="*/ 72 h 710"/>
                <a:gd name="T12" fmla="*/ 0 w 450"/>
                <a:gd name="T13" fmla="*/ 639 h 710"/>
                <a:gd name="T14" fmla="*/ 76 w 450"/>
                <a:gd name="T15" fmla="*/ 702 h 710"/>
                <a:gd name="T16" fmla="*/ 374 w 450"/>
                <a:gd name="T17" fmla="*/ 644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0" h="710">
                  <a:moveTo>
                    <a:pt x="374" y="644"/>
                  </a:moveTo>
                  <a:cubicBezTo>
                    <a:pt x="416" y="636"/>
                    <a:pt x="450" y="594"/>
                    <a:pt x="450" y="552"/>
                  </a:cubicBezTo>
                  <a:cubicBezTo>
                    <a:pt x="450" y="154"/>
                    <a:pt x="450" y="154"/>
                    <a:pt x="450" y="154"/>
                  </a:cubicBezTo>
                  <a:cubicBezTo>
                    <a:pt x="450" y="111"/>
                    <a:pt x="416" y="70"/>
                    <a:pt x="374" y="62"/>
                  </a:cubicBezTo>
                  <a:cubicBezTo>
                    <a:pt x="76" y="8"/>
                    <a:pt x="76" y="8"/>
                    <a:pt x="76" y="8"/>
                  </a:cubicBezTo>
                  <a:cubicBezTo>
                    <a:pt x="34" y="0"/>
                    <a:pt x="0" y="29"/>
                    <a:pt x="0" y="72"/>
                  </a:cubicBezTo>
                  <a:cubicBezTo>
                    <a:pt x="0" y="639"/>
                    <a:pt x="0" y="639"/>
                    <a:pt x="0" y="639"/>
                  </a:cubicBezTo>
                  <a:cubicBezTo>
                    <a:pt x="0" y="681"/>
                    <a:pt x="34" y="710"/>
                    <a:pt x="76" y="702"/>
                  </a:cubicBezTo>
                  <a:lnTo>
                    <a:pt x="374" y="644"/>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3" name="Freeform 9"/>
            <p:cNvSpPr>
              <a:spLocks/>
            </p:cNvSpPr>
            <p:nvPr/>
          </p:nvSpPr>
          <p:spPr bwMode="auto">
            <a:xfrm>
              <a:off x="4529138" y="1311275"/>
              <a:ext cx="879475" cy="904875"/>
            </a:xfrm>
            <a:custGeom>
              <a:avLst/>
              <a:gdLst>
                <a:gd name="T0" fmla="*/ 0 w 554"/>
                <a:gd name="T1" fmla="*/ 227 h 570"/>
                <a:gd name="T2" fmla="*/ 357 w 554"/>
                <a:gd name="T3" fmla="*/ 284 h 570"/>
                <a:gd name="T4" fmla="*/ 0 w 554"/>
                <a:gd name="T5" fmla="*/ 339 h 570"/>
                <a:gd name="T6" fmla="*/ 0 w 554"/>
                <a:gd name="T7" fmla="*/ 570 h 570"/>
                <a:gd name="T8" fmla="*/ 554 w 554"/>
                <a:gd name="T9" fmla="*/ 570 h 570"/>
                <a:gd name="T10" fmla="*/ 554 w 554"/>
                <a:gd name="T11" fmla="*/ 0 h 570"/>
                <a:gd name="T12" fmla="*/ 0 w 554"/>
                <a:gd name="T13" fmla="*/ 0 h 570"/>
                <a:gd name="T14" fmla="*/ 0 w 554"/>
                <a:gd name="T15" fmla="*/ 227 h 5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4" h="570">
                  <a:moveTo>
                    <a:pt x="0" y="227"/>
                  </a:moveTo>
                  <a:lnTo>
                    <a:pt x="357" y="284"/>
                  </a:lnTo>
                  <a:lnTo>
                    <a:pt x="0" y="339"/>
                  </a:lnTo>
                  <a:lnTo>
                    <a:pt x="0" y="570"/>
                  </a:lnTo>
                  <a:lnTo>
                    <a:pt x="554" y="570"/>
                  </a:lnTo>
                  <a:lnTo>
                    <a:pt x="554" y="0"/>
                  </a:lnTo>
                  <a:lnTo>
                    <a:pt x="0" y="0"/>
                  </a:lnTo>
                  <a:lnTo>
                    <a:pt x="0" y="227"/>
                  </a:lnTo>
                  <a:close/>
                </a:path>
              </a:pathLst>
            </a:custGeom>
            <a:solidFill>
              <a:srgbClr val="354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4" name="Freeform 10"/>
            <p:cNvSpPr>
              <a:spLocks/>
            </p:cNvSpPr>
            <p:nvPr/>
          </p:nvSpPr>
          <p:spPr bwMode="auto">
            <a:xfrm>
              <a:off x="576263" y="4383087"/>
              <a:ext cx="1487488" cy="1125538"/>
            </a:xfrm>
            <a:custGeom>
              <a:avLst/>
              <a:gdLst>
                <a:gd name="T0" fmla="*/ 14 w 702"/>
                <a:gd name="T1" fmla="*/ 376 h 531"/>
                <a:gd name="T2" fmla="*/ 94 w 702"/>
                <a:gd name="T3" fmla="*/ 465 h 531"/>
                <a:gd name="T4" fmla="*/ 487 w 702"/>
                <a:gd name="T5" fmla="*/ 525 h 531"/>
                <a:gd name="T6" fmla="*/ 589 w 702"/>
                <a:gd name="T7" fmla="*/ 463 h 531"/>
                <a:gd name="T8" fmla="*/ 688 w 702"/>
                <a:gd name="T9" fmla="*/ 177 h 531"/>
                <a:gd name="T10" fmla="*/ 636 w 702"/>
                <a:gd name="T11" fmla="*/ 92 h 531"/>
                <a:gd name="T12" fmla="*/ 76 w 702"/>
                <a:gd name="T13" fmla="*/ 6 h 531"/>
                <a:gd name="T14" fmla="*/ 2 w 702"/>
                <a:gd name="T15" fmla="*/ 73 h 531"/>
                <a:gd name="T16" fmla="*/ 14 w 702"/>
                <a:gd name="T17" fmla="*/ 376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2" h="531">
                  <a:moveTo>
                    <a:pt x="14" y="376"/>
                  </a:moveTo>
                  <a:cubicBezTo>
                    <a:pt x="15" y="418"/>
                    <a:pt x="51" y="459"/>
                    <a:pt x="94" y="465"/>
                  </a:cubicBezTo>
                  <a:cubicBezTo>
                    <a:pt x="487" y="525"/>
                    <a:pt x="487" y="525"/>
                    <a:pt x="487" y="525"/>
                  </a:cubicBezTo>
                  <a:cubicBezTo>
                    <a:pt x="529" y="531"/>
                    <a:pt x="575" y="503"/>
                    <a:pt x="589" y="463"/>
                  </a:cubicBezTo>
                  <a:cubicBezTo>
                    <a:pt x="688" y="177"/>
                    <a:pt x="688" y="177"/>
                    <a:pt x="688" y="177"/>
                  </a:cubicBezTo>
                  <a:cubicBezTo>
                    <a:pt x="702" y="137"/>
                    <a:pt x="678" y="98"/>
                    <a:pt x="636" y="92"/>
                  </a:cubicBezTo>
                  <a:cubicBezTo>
                    <a:pt x="76" y="6"/>
                    <a:pt x="76" y="6"/>
                    <a:pt x="76" y="6"/>
                  </a:cubicBezTo>
                  <a:cubicBezTo>
                    <a:pt x="33" y="0"/>
                    <a:pt x="0" y="30"/>
                    <a:pt x="2" y="73"/>
                  </a:cubicBezTo>
                  <a:lnTo>
                    <a:pt x="14" y="376"/>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5" name="Freeform 11"/>
            <p:cNvSpPr>
              <a:spLocks/>
            </p:cNvSpPr>
            <p:nvPr/>
          </p:nvSpPr>
          <p:spPr bwMode="auto">
            <a:xfrm>
              <a:off x="747713" y="4373562"/>
              <a:ext cx="1008063" cy="892175"/>
            </a:xfrm>
            <a:custGeom>
              <a:avLst/>
              <a:gdLst>
                <a:gd name="T0" fmla="*/ 410 w 635"/>
                <a:gd name="T1" fmla="*/ 52 h 562"/>
                <a:gd name="T2" fmla="*/ 307 w 635"/>
                <a:gd name="T3" fmla="*/ 348 h 562"/>
                <a:gd name="T4" fmla="*/ 300 w 635"/>
                <a:gd name="T5" fmla="*/ 34 h 562"/>
                <a:gd name="T6" fmla="*/ 72 w 635"/>
                <a:gd name="T7" fmla="*/ 0 h 562"/>
                <a:gd name="T8" fmla="*/ 0 w 635"/>
                <a:gd name="T9" fmla="*/ 476 h 562"/>
                <a:gd name="T10" fmla="*/ 562 w 635"/>
                <a:gd name="T11" fmla="*/ 562 h 562"/>
                <a:gd name="T12" fmla="*/ 635 w 635"/>
                <a:gd name="T13" fmla="*/ 85 h 562"/>
                <a:gd name="T14" fmla="*/ 410 w 635"/>
                <a:gd name="T15" fmla="*/ 52 h 5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5" h="562">
                  <a:moveTo>
                    <a:pt x="410" y="52"/>
                  </a:moveTo>
                  <a:lnTo>
                    <a:pt x="307" y="348"/>
                  </a:lnTo>
                  <a:lnTo>
                    <a:pt x="300" y="34"/>
                  </a:lnTo>
                  <a:lnTo>
                    <a:pt x="72" y="0"/>
                  </a:lnTo>
                  <a:lnTo>
                    <a:pt x="0" y="476"/>
                  </a:lnTo>
                  <a:lnTo>
                    <a:pt x="562" y="562"/>
                  </a:lnTo>
                  <a:lnTo>
                    <a:pt x="635" y="85"/>
                  </a:lnTo>
                  <a:lnTo>
                    <a:pt x="410" y="52"/>
                  </a:lnTo>
                  <a:close/>
                </a:path>
              </a:pathLst>
            </a:custGeom>
            <a:solidFill>
              <a:srgbClr val="344A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6" name="Freeform 14"/>
            <p:cNvSpPr>
              <a:spLocks/>
            </p:cNvSpPr>
            <p:nvPr/>
          </p:nvSpPr>
          <p:spPr bwMode="auto">
            <a:xfrm>
              <a:off x="0" y="-1588"/>
              <a:ext cx="5060950" cy="4983163"/>
            </a:xfrm>
            <a:custGeom>
              <a:avLst/>
              <a:gdLst>
                <a:gd name="T0" fmla="*/ 0 w 2389"/>
                <a:gd name="T1" fmla="*/ 0 h 2352"/>
                <a:gd name="T2" fmla="*/ 0 w 2389"/>
                <a:gd name="T3" fmla="*/ 1954 h 2352"/>
                <a:gd name="T4" fmla="*/ 981 w 2389"/>
                <a:gd name="T5" fmla="*/ 2352 h 2352"/>
                <a:gd name="T6" fmla="*/ 2389 w 2389"/>
                <a:gd name="T7" fmla="*/ 945 h 2352"/>
                <a:gd name="T8" fmla="*/ 2024 w 2389"/>
                <a:gd name="T9" fmla="*/ 0 h 2352"/>
                <a:gd name="T10" fmla="*/ 0 w 2389"/>
                <a:gd name="T11" fmla="*/ 0 h 2352"/>
              </a:gdLst>
              <a:ahLst/>
              <a:cxnLst>
                <a:cxn ang="0">
                  <a:pos x="T0" y="T1"/>
                </a:cxn>
                <a:cxn ang="0">
                  <a:pos x="T2" y="T3"/>
                </a:cxn>
                <a:cxn ang="0">
                  <a:pos x="T4" y="T5"/>
                </a:cxn>
                <a:cxn ang="0">
                  <a:pos x="T6" y="T7"/>
                </a:cxn>
                <a:cxn ang="0">
                  <a:pos x="T8" y="T9"/>
                </a:cxn>
                <a:cxn ang="0">
                  <a:pos x="T10" y="T11"/>
                </a:cxn>
              </a:cxnLst>
              <a:rect l="0" t="0" r="r" b="b"/>
              <a:pathLst>
                <a:path w="2389" h="2352">
                  <a:moveTo>
                    <a:pt x="0" y="0"/>
                  </a:moveTo>
                  <a:cubicBezTo>
                    <a:pt x="0" y="1954"/>
                    <a:pt x="0" y="1954"/>
                    <a:pt x="0" y="1954"/>
                  </a:cubicBezTo>
                  <a:cubicBezTo>
                    <a:pt x="254" y="2201"/>
                    <a:pt x="600" y="2352"/>
                    <a:pt x="981" y="2352"/>
                  </a:cubicBezTo>
                  <a:cubicBezTo>
                    <a:pt x="1759" y="2352"/>
                    <a:pt x="2389" y="1722"/>
                    <a:pt x="2389" y="945"/>
                  </a:cubicBezTo>
                  <a:cubicBezTo>
                    <a:pt x="2389" y="581"/>
                    <a:pt x="2251" y="249"/>
                    <a:pt x="2024" y="0"/>
                  </a:cubicBezTo>
                  <a:cubicBezTo>
                    <a:pt x="0" y="0"/>
                    <a:pt x="0" y="0"/>
                    <a:pt x="0" y="0"/>
                  </a:cubicBezTo>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7" name="Freeform 15"/>
            <p:cNvSpPr>
              <a:spLocks/>
            </p:cNvSpPr>
            <p:nvPr/>
          </p:nvSpPr>
          <p:spPr bwMode="auto">
            <a:xfrm>
              <a:off x="0" y="-1588"/>
              <a:ext cx="4976813" cy="4897438"/>
            </a:xfrm>
            <a:custGeom>
              <a:avLst/>
              <a:gdLst>
                <a:gd name="T0" fmla="*/ 2349 w 2349"/>
                <a:gd name="T1" fmla="*/ 945 h 2312"/>
                <a:gd name="T2" fmla="*/ 1970 w 2349"/>
                <a:gd name="T3" fmla="*/ 0 h 2312"/>
                <a:gd name="T4" fmla="*/ 0 w 2349"/>
                <a:gd name="T5" fmla="*/ 0 h 2312"/>
                <a:gd name="T6" fmla="*/ 0 w 2349"/>
                <a:gd name="T7" fmla="*/ 1897 h 2312"/>
                <a:gd name="T8" fmla="*/ 981 w 2349"/>
                <a:gd name="T9" fmla="*/ 2312 h 2312"/>
                <a:gd name="T10" fmla="*/ 2349 w 2349"/>
                <a:gd name="T11" fmla="*/ 945 h 2312"/>
              </a:gdLst>
              <a:ahLst/>
              <a:cxnLst>
                <a:cxn ang="0">
                  <a:pos x="T0" y="T1"/>
                </a:cxn>
                <a:cxn ang="0">
                  <a:pos x="T2" y="T3"/>
                </a:cxn>
                <a:cxn ang="0">
                  <a:pos x="T4" y="T5"/>
                </a:cxn>
                <a:cxn ang="0">
                  <a:pos x="T6" y="T7"/>
                </a:cxn>
                <a:cxn ang="0">
                  <a:pos x="T8" y="T9"/>
                </a:cxn>
                <a:cxn ang="0">
                  <a:pos x="T10" y="T11"/>
                </a:cxn>
              </a:cxnLst>
              <a:rect l="0" t="0" r="r" b="b"/>
              <a:pathLst>
                <a:path w="2349" h="2312">
                  <a:moveTo>
                    <a:pt x="2349" y="945"/>
                  </a:moveTo>
                  <a:cubicBezTo>
                    <a:pt x="2349" y="578"/>
                    <a:pt x="2204" y="245"/>
                    <a:pt x="1970" y="0"/>
                  </a:cubicBezTo>
                  <a:cubicBezTo>
                    <a:pt x="0" y="0"/>
                    <a:pt x="0" y="0"/>
                    <a:pt x="0" y="0"/>
                  </a:cubicBezTo>
                  <a:cubicBezTo>
                    <a:pt x="0" y="1897"/>
                    <a:pt x="0" y="1897"/>
                    <a:pt x="0" y="1897"/>
                  </a:cubicBezTo>
                  <a:cubicBezTo>
                    <a:pt x="249" y="2153"/>
                    <a:pt x="596" y="2312"/>
                    <a:pt x="981" y="2312"/>
                  </a:cubicBezTo>
                  <a:cubicBezTo>
                    <a:pt x="1736" y="2312"/>
                    <a:pt x="2349" y="1700"/>
                    <a:pt x="2349" y="945"/>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8" name="Freeform 16"/>
            <p:cNvSpPr>
              <a:spLocks/>
            </p:cNvSpPr>
            <p:nvPr/>
          </p:nvSpPr>
          <p:spPr bwMode="auto">
            <a:xfrm>
              <a:off x="5641975" y="903287"/>
              <a:ext cx="922338" cy="1582738"/>
            </a:xfrm>
            <a:custGeom>
              <a:avLst/>
              <a:gdLst>
                <a:gd name="T0" fmla="*/ 68 w 435"/>
                <a:gd name="T1" fmla="*/ 96 h 747"/>
                <a:gd name="T2" fmla="*/ 0 w 435"/>
                <a:gd name="T3" fmla="*/ 190 h 747"/>
                <a:gd name="T4" fmla="*/ 0 w 435"/>
                <a:gd name="T5" fmla="*/ 600 h 747"/>
                <a:gd name="T6" fmla="*/ 70 w 435"/>
                <a:gd name="T7" fmla="*/ 687 h 747"/>
                <a:gd name="T8" fmla="*/ 307 w 435"/>
                <a:gd name="T9" fmla="*/ 739 h 747"/>
                <a:gd name="T10" fmla="*/ 389 w 435"/>
                <a:gd name="T11" fmla="*/ 684 h 747"/>
                <a:gd name="T12" fmla="*/ 427 w 435"/>
                <a:gd name="T13" fmla="*/ 463 h 747"/>
                <a:gd name="T14" fmla="*/ 429 w 435"/>
                <a:gd name="T15" fmla="*/ 322 h 747"/>
                <a:gd name="T16" fmla="*/ 390 w 435"/>
                <a:gd name="T17" fmla="*/ 60 h 747"/>
                <a:gd name="T18" fmla="*/ 312 w 435"/>
                <a:gd name="T19" fmla="*/ 12 h 747"/>
                <a:gd name="T20" fmla="*/ 68 w 435"/>
                <a:gd name="T21" fmla="*/ 96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5" h="747">
                  <a:moveTo>
                    <a:pt x="68" y="96"/>
                  </a:moveTo>
                  <a:cubicBezTo>
                    <a:pt x="31" y="108"/>
                    <a:pt x="0" y="151"/>
                    <a:pt x="0" y="190"/>
                  </a:cubicBezTo>
                  <a:cubicBezTo>
                    <a:pt x="0" y="600"/>
                    <a:pt x="0" y="600"/>
                    <a:pt x="0" y="600"/>
                  </a:cubicBezTo>
                  <a:cubicBezTo>
                    <a:pt x="0" y="640"/>
                    <a:pt x="32" y="679"/>
                    <a:pt x="70" y="687"/>
                  </a:cubicBezTo>
                  <a:cubicBezTo>
                    <a:pt x="307" y="739"/>
                    <a:pt x="307" y="739"/>
                    <a:pt x="307" y="739"/>
                  </a:cubicBezTo>
                  <a:cubicBezTo>
                    <a:pt x="346" y="747"/>
                    <a:pt x="383" y="723"/>
                    <a:pt x="389" y="684"/>
                  </a:cubicBezTo>
                  <a:cubicBezTo>
                    <a:pt x="427" y="463"/>
                    <a:pt x="427" y="463"/>
                    <a:pt x="427" y="463"/>
                  </a:cubicBezTo>
                  <a:cubicBezTo>
                    <a:pt x="434" y="425"/>
                    <a:pt x="435" y="361"/>
                    <a:pt x="429" y="322"/>
                  </a:cubicBezTo>
                  <a:cubicBezTo>
                    <a:pt x="390" y="60"/>
                    <a:pt x="390" y="60"/>
                    <a:pt x="390" y="60"/>
                  </a:cubicBezTo>
                  <a:cubicBezTo>
                    <a:pt x="384" y="21"/>
                    <a:pt x="349" y="0"/>
                    <a:pt x="312" y="12"/>
                  </a:cubicBezTo>
                  <a:lnTo>
                    <a:pt x="68" y="96"/>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9" name="Freeform 17"/>
            <p:cNvSpPr>
              <a:spLocks/>
            </p:cNvSpPr>
            <p:nvPr/>
          </p:nvSpPr>
          <p:spPr bwMode="auto">
            <a:xfrm>
              <a:off x="6180138" y="900112"/>
              <a:ext cx="381000" cy="1585913"/>
            </a:xfrm>
            <a:custGeom>
              <a:avLst/>
              <a:gdLst>
                <a:gd name="T0" fmla="*/ 13 w 180"/>
                <a:gd name="T1" fmla="*/ 27 h 748"/>
                <a:gd name="T2" fmla="*/ 28 w 180"/>
                <a:gd name="T3" fmla="*/ 60 h 748"/>
                <a:gd name="T4" fmla="*/ 67 w 180"/>
                <a:gd name="T5" fmla="*/ 323 h 748"/>
                <a:gd name="T6" fmla="*/ 65 w 180"/>
                <a:gd name="T7" fmla="*/ 464 h 748"/>
                <a:gd name="T8" fmla="*/ 27 w 180"/>
                <a:gd name="T9" fmla="*/ 685 h 748"/>
                <a:gd name="T10" fmla="*/ 0 w 180"/>
                <a:gd name="T11" fmla="*/ 728 h 748"/>
                <a:gd name="T12" fmla="*/ 52 w 180"/>
                <a:gd name="T13" fmla="*/ 740 h 748"/>
                <a:gd name="T14" fmla="*/ 134 w 180"/>
                <a:gd name="T15" fmla="*/ 685 h 748"/>
                <a:gd name="T16" fmla="*/ 172 w 180"/>
                <a:gd name="T17" fmla="*/ 464 h 748"/>
                <a:gd name="T18" fmla="*/ 174 w 180"/>
                <a:gd name="T19" fmla="*/ 323 h 748"/>
                <a:gd name="T20" fmla="*/ 135 w 180"/>
                <a:gd name="T21" fmla="*/ 60 h 748"/>
                <a:gd name="T22" fmla="*/ 57 w 180"/>
                <a:gd name="T23" fmla="*/ 12 h 748"/>
                <a:gd name="T24" fmla="*/ 13 w 180"/>
                <a:gd name="T25" fmla="*/ 27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748">
                  <a:moveTo>
                    <a:pt x="13" y="27"/>
                  </a:moveTo>
                  <a:cubicBezTo>
                    <a:pt x="20" y="36"/>
                    <a:pt x="26" y="47"/>
                    <a:pt x="28" y="60"/>
                  </a:cubicBezTo>
                  <a:cubicBezTo>
                    <a:pt x="67" y="323"/>
                    <a:pt x="67" y="323"/>
                    <a:pt x="67" y="323"/>
                  </a:cubicBezTo>
                  <a:cubicBezTo>
                    <a:pt x="73" y="362"/>
                    <a:pt x="72" y="425"/>
                    <a:pt x="65" y="464"/>
                  </a:cubicBezTo>
                  <a:cubicBezTo>
                    <a:pt x="27" y="685"/>
                    <a:pt x="27" y="685"/>
                    <a:pt x="27" y="685"/>
                  </a:cubicBezTo>
                  <a:cubicBezTo>
                    <a:pt x="24" y="703"/>
                    <a:pt x="14" y="718"/>
                    <a:pt x="0" y="728"/>
                  </a:cubicBezTo>
                  <a:cubicBezTo>
                    <a:pt x="52" y="740"/>
                    <a:pt x="52" y="740"/>
                    <a:pt x="52" y="740"/>
                  </a:cubicBezTo>
                  <a:cubicBezTo>
                    <a:pt x="91" y="748"/>
                    <a:pt x="127" y="723"/>
                    <a:pt x="134" y="685"/>
                  </a:cubicBezTo>
                  <a:cubicBezTo>
                    <a:pt x="172" y="464"/>
                    <a:pt x="172" y="464"/>
                    <a:pt x="172" y="464"/>
                  </a:cubicBezTo>
                  <a:cubicBezTo>
                    <a:pt x="179" y="425"/>
                    <a:pt x="180" y="362"/>
                    <a:pt x="174" y="323"/>
                  </a:cubicBezTo>
                  <a:cubicBezTo>
                    <a:pt x="135" y="60"/>
                    <a:pt x="135" y="60"/>
                    <a:pt x="135" y="60"/>
                  </a:cubicBezTo>
                  <a:cubicBezTo>
                    <a:pt x="129" y="21"/>
                    <a:pt x="94" y="0"/>
                    <a:pt x="57" y="12"/>
                  </a:cubicBezTo>
                  <a:lnTo>
                    <a:pt x="13" y="27"/>
                  </a:lnTo>
                  <a:close/>
                </a:path>
              </a:pathLst>
            </a:custGeom>
            <a:solidFill>
              <a:srgbClr val="774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0" name="Freeform 18"/>
            <p:cNvSpPr>
              <a:spLocks/>
            </p:cNvSpPr>
            <p:nvPr/>
          </p:nvSpPr>
          <p:spPr bwMode="auto">
            <a:xfrm>
              <a:off x="4183063" y="4297362"/>
              <a:ext cx="1531938" cy="1427163"/>
            </a:xfrm>
            <a:custGeom>
              <a:avLst/>
              <a:gdLst>
                <a:gd name="T0" fmla="*/ 455 w 723"/>
                <a:gd name="T1" fmla="*/ 19 h 674"/>
                <a:gd name="T2" fmla="*/ 339 w 723"/>
                <a:gd name="T3" fmla="*/ 33 h 674"/>
                <a:gd name="T4" fmla="*/ 37 w 723"/>
                <a:gd name="T5" fmla="*/ 310 h 674"/>
                <a:gd name="T6" fmla="*/ 20 w 723"/>
                <a:gd name="T7" fmla="*/ 420 h 674"/>
                <a:gd name="T8" fmla="*/ 142 w 723"/>
                <a:gd name="T9" fmla="*/ 630 h 674"/>
                <a:gd name="T10" fmla="*/ 237 w 723"/>
                <a:gd name="T11" fmla="*/ 653 h 674"/>
                <a:gd name="T12" fmla="*/ 426 w 723"/>
                <a:gd name="T13" fmla="*/ 533 h 674"/>
                <a:gd name="T14" fmla="*/ 531 w 723"/>
                <a:gd name="T15" fmla="*/ 439 h 674"/>
                <a:gd name="T16" fmla="*/ 698 w 723"/>
                <a:gd name="T17" fmla="*/ 233 h 674"/>
                <a:gd name="T18" fmla="*/ 681 w 723"/>
                <a:gd name="T19" fmla="*/ 143 h 674"/>
                <a:gd name="T20" fmla="*/ 455 w 723"/>
                <a:gd name="T21" fmla="*/ 19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3" h="674">
                  <a:moveTo>
                    <a:pt x="455" y="19"/>
                  </a:moveTo>
                  <a:cubicBezTo>
                    <a:pt x="420" y="0"/>
                    <a:pt x="368" y="6"/>
                    <a:pt x="339" y="33"/>
                  </a:cubicBezTo>
                  <a:cubicBezTo>
                    <a:pt x="37" y="310"/>
                    <a:pt x="37" y="310"/>
                    <a:pt x="37" y="310"/>
                  </a:cubicBezTo>
                  <a:cubicBezTo>
                    <a:pt x="8" y="336"/>
                    <a:pt x="0" y="386"/>
                    <a:pt x="20" y="420"/>
                  </a:cubicBezTo>
                  <a:cubicBezTo>
                    <a:pt x="142" y="630"/>
                    <a:pt x="142" y="630"/>
                    <a:pt x="142" y="630"/>
                  </a:cubicBezTo>
                  <a:cubicBezTo>
                    <a:pt x="161" y="664"/>
                    <a:pt x="204" y="674"/>
                    <a:pt x="237" y="653"/>
                  </a:cubicBezTo>
                  <a:cubicBezTo>
                    <a:pt x="426" y="533"/>
                    <a:pt x="426" y="533"/>
                    <a:pt x="426" y="533"/>
                  </a:cubicBezTo>
                  <a:cubicBezTo>
                    <a:pt x="459" y="511"/>
                    <a:pt x="506" y="469"/>
                    <a:pt x="531" y="439"/>
                  </a:cubicBezTo>
                  <a:cubicBezTo>
                    <a:pt x="698" y="233"/>
                    <a:pt x="698" y="233"/>
                    <a:pt x="698" y="233"/>
                  </a:cubicBezTo>
                  <a:cubicBezTo>
                    <a:pt x="723" y="202"/>
                    <a:pt x="715" y="162"/>
                    <a:pt x="681" y="143"/>
                  </a:cubicBezTo>
                  <a:lnTo>
                    <a:pt x="455" y="19"/>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1" name="Freeform 19"/>
            <p:cNvSpPr>
              <a:spLocks/>
            </p:cNvSpPr>
            <p:nvPr/>
          </p:nvSpPr>
          <p:spPr bwMode="auto">
            <a:xfrm>
              <a:off x="4425950" y="4552950"/>
              <a:ext cx="1289050" cy="1171575"/>
            </a:xfrm>
            <a:custGeom>
              <a:avLst/>
              <a:gdLst>
                <a:gd name="T0" fmla="*/ 525 w 608"/>
                <a:gd name="T1" fmla="*/ 0 h 553"/>
                <a:gd name="T2" fmla="*/ 511 w 608"/>
                <a:gd name="T3" fmla="*/ 33 h 553"/>
                <a:gd name="T4" fmla="*/ 344 w 608"/>
                <a:gd name="T5" fmla="*/ 239 h 553"/>
                <a:gd name="T6" fmla="*/ 239 w 608"/>
                <a:gd name="T7" fmla="*/ 333 h 553"/>
                <a:gd name="T8" fmla="*/ 50 w 608"/>
                <a:gd name="T9" fmla="*/ 453 h 553"/>
                <a:gd name="T10" fmla="*/ 0 w 608"/>
                <a:gd name="T11" fmla="*/ 463 h 553"/>
                <a:gd name="T12" fmla="*/ 27 w 608"/>
                <a:gd name="T13" fmla="*/ 509 h 553"/>
                <a:gd name="T14" fmla="*/ 122 w 608"/>
                <a:gd name="T15" fmla="*/ 532 h 553"/>
                <a:gd name="T16" fmla="*/ 311 w 608"/>
                <a:gd name="T17" fmla="*/ 412 h 553"/>
                <a:gd name="T18" fmla="*/ 416 w 608"/>
                <a:gd name="T19" fmla="*/ 318 h 553"/>
                <a:gd name="T20" fmla="*/ 583 w 608"/>
                <a:gd name="T21" fmla="*/ 112 h 553"/>
                <a:gd name="T22" fmla="*/ 566 w 608"/>
                <a:gd name="T23" fmla="*/ 22 h 553"/>
                <a:gd name="T24" fmla="*/ 525 w 608"/>
                <a:gd name="T25" fmla="*/ 0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8" h="553">
                  <a:moveTo>
                    <a:pt x="525" y="0"/>
                  </a:moveTo>
                  <a:cubicBezTo>
                    <a:pt x="524" y="11"/>
                    <a:pt x="519" y="22"/>
                    <a:pt x="511" y="33"/>
                  </a:cubicBezTo>
                  <a:cubicBezTo>
                    <a:pt x="344" y="239"/>
                    <a:pt x="344" y="239"/>
                    <a:pt x="344" y="239"/>
                  </a:cubicBezTo>
                  <a:cubicBezTo>
                    <a:pt x="319" y="269"/>
                    <a:pt x="272" y="311"/>
                    <a:pt x="239" y="333"/>
                  </a:cubicBezTo>
                  <a:cubicBezTo>
                    <a:pt x="50" y="453"/>
                    <a:pt x="50" y="453"/>
                    <a:pt x="50" y="453"/>
                  </a:cubicBezTo>
                  <a:cubicBezTo>
                    <a:pt x="35" y="463"/>
                    <a:pt x="17" y="466"/>
                    <a:pt x="0" y="463"/>
                  </a:cubicBezTo>
                  <a:cubicBezTo>
                    <a:pt x="27" y="509"/>
                    <a:pt x="27" y="509"/>
                    <a:pt x="27" y="509"/>
                  </a:cubicBezTo>
                  <a:cubicBezTo>
                    <a:pt x="46" y="543"/>
                    <a:pt x="89" y="553"/>
                    <a:pt x="122" y="532"/>
                  </a:cubicBezTo>
                  <a:cubicBezTo>
                    <a:pt x="311" y="412"/>
                    <a:pt x="311" y="412"/>
                    <a:pt x="311" y="412"/>
                  </a:cubicBezTo>
                  <a:cubicBezTo>
                    <a:pt x="344" y="390"/>
                    <a:pt x="391" y="348"/>
                    <a:pt x="416" y="318"/>
                  </a:cubicBezTo>
                  <a:cubicBezTo>
                    <a:pt x="583" y="112"/>
                    <a:pt x="583" y="112"/>
                    <a:pt x="583" y="112"/>
                  </a:cubicBezTo>
                  <a:cubicBezTo>
                    <a:pt x="608" y="81"/>
                    <a:pt x="600" y="41"/>
                    <a:pt x="566" y="22"/>
                  </a:cubicBezTo>
                  <a:lnTo>
                    <a:pt x="525" y="0"/>
                  </a:lnTo>
                  <a:close/>
                </a:path>
              </a:pathLst>
            </a:custGeom>
            <a:solidFill>
              <a:srgbClr val="774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2" name="Freeform 20"/>
            <p:cNvSpPr>
              <a:spLocks/>
            </p:cNvSpPr>
            <p:nvPr/>
          </p:nvSpPr>
          <p:spPr bwMode="auto">
            <a:xfrm>
              <a:off x="119063" y="2930525"/>
              <a:ext cx="2022475" cy="1533525"/>
            </a:xfrm>
            <a:custGeom>
              <a:avLst/>
              <a:gdLst>
                <a:gd name="T0" fmla="*/ 126 w 955"/>
                <a:gd name="T1" fmla="*/ 2 h 724"/>
                <a:gd name="T2" fmla="*/ 938 w 955"/>
                <a:gd name="T3" fmla="*/ 158 h 724"/>
                <a:gd name="T4" fmla="*/ 953 w 955"/>
                <a:gd name="T5" fmla="*/ 180 h 724"/>
                <a:gd name="T6" fmla="*/ 852 w 955"/>
                <a:gd name="T7" fmla="*/ 707 h 724"/>
                <a:gd name="T8" fmla="*/ 830 w 955"/>
                <a:gd name="T9" fmla="*/ 722 h 724"/>
                <a:gd name="T10" fmla="*/ 18 w 955"/>
                <a:gd name="T11" fmla="*/ 566 h 724"/>
                <a:gd name="T12" fmla="*/ 2 w 955"/>
                <a:gd name="T13" fmla="*/ 544 h 724"/>
                <a:gd name="T14" fmla="*/ 104 w 955"/>
                <a:gd name="T15" fmla="*/ 17 h 724"/>
                <a:gd name="T16" fmla="*/ 126 w 955"/>
                <a:gd name="T17" fmla="*/ 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5" h="724">
                  <a:moveTo>
                    <a:pt x="126" y="2"/>
                  </a:moveTo>
                  <a:cubicBezTo>
                    <a:pt x="938" y="158"/>
                    <a:pt x="938" y="158"/>
                    <a:pt x="938" y="158"/>
                  </a:cubicBezTo>
                  <a:cubicBezTo>
                    <a:pt x="949" y="160"/>
                    <a:pt x="955" y="170"/>
                    <a:pt x="953" y="180"/>
                  </a:cubicBezTo>
                  <a:cubicBezTo>
                    <a:pt x="852" y="707"/>
                    <a:pt x="852" y="707"/>
                    <a:pt x="852" y="707"/>
                  </a:cubicBezTo>
                  <a:cubicBezTo>
                    <a:pt x="850" y="717"/>
                    <a:pt x="840" y="724"/>
                    <a:pt x="830" y="722"/>
                  </a:cubicBezTo>
                  <a:cubicBezTo>
                    <a:pt x="18" y="566"/>
                    <a:pt x="18" y="566"/>
                    <a:pt x="18" y="566"/>
                  </a:cubicBezTo>
                  <a:cubicBezTo>
                    <a:pt x="7" y="564"/>
                    <a:pt x="0" y="554"/>
                    <a:pt x="2" y="544"/>
                  </a:cubicBezTo>
                  <a:cubicBezTo>
                    <a:pt x="104" y="17"/>
                    <a:pt x="104" y="17"/>
                    <a:pt x="104" y="17"/>
                  </a:cubicBezTo>
                  <a:cubicBezTo>
                    <a:pt x="106" y="7"/>
                    <a:pt x="116" y="0"/>
                    <a:pt x="126"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3" name="Freeform 21"/>
            <p:cNvSpPr>
              <a:spLocks/>
            </p:cNvSpPr>
            <p:nvPr/>
          </p:nvSpPr>
          <p:spPr bwMode="auto">
            <a:xfrm>
              <a:off x="1917700" y="3397250"/>
              <a:ext cx="88900" cy="77788"/>
            </a:xfrm>
            <a:custGeom>
              <a:avLst/>
              <a:gdLst>
                <a:gd name="T0" fmla="*/ 11 w 42"/>
                <a:gd name="T1" fmla="*/ 1 h 37"/>
                <a:gd name="T2" fmla="*/ 37 w 42"/>
                <a:gd name="T3" fmla="*/ 6 h 37"/>
                <a:gd name="T4" fmla="*/ 42 w 42"/>
                <a:gd name="T5" fmla="*/ 12 h 37"/>
                <a:gd name="T6" fmla="*/ 38 w 42"/>
                <a:gd name="T7" fmla="*/ 32 h 37"/>
                <a:gd name="T8" fmla="*/ 31 w 42"/>
                <a:gd name="T9" fmla="*/ 36 h 37"/>
                <a:gd name="T10" fmla="*/ 5 w 42"/>
                <a:gd name="T11" fmla="*/ 31 h 37"/>
                <a:gd name="T12" fmla="*/ 1 w 42"/>
                <a:gd name="T13" fmla="*/ 25 h 37"/>
                <a:gd name="T14" fmla="*/ 4 w 42"/>
                <a:gd name="T15" fmla="*/ 5 h 37"/>
                <a:gd name="T16" fmla="*/ 11 w 42"/>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11" y="1"/>
                  </a:moveTo>
                  <a:cubicBezTo>
                    <a:pt x="37" y="6"/>
                    <a:pt x="37" y="6"/>
                    <a:pt x="37" y="6"/>
                  </a:cubicBezTo>
                  <a:cubicBezTo>
                    <a:pt x="40" y="6"/>
                    <a:pt x="42" y="9"/>
                    <a:pt x="42" y="12"/>
                  </a:cubicBezTo>
                  <a:cubicBezTo>
                    <a:pt x="38" y="32"/>
                    <a:pt x="38" y="32"/>
                    <a:pt x="38" y="32"/>
                  </a:cubicBezTo>
                  <a:cubicBezTo>
                    <a:pt x="37" y="35"/>
                    <a:pt x="34" y="37"/>
                    <a:pt x="31" y="36"/>
                  </a:cubicBezTo>
                  <a:cubicBezTo>
                    <a:pt x="5" y="31"/>
                    <a:pt x="5" y="31"/>
                    <a:pt x="5" y="31"/>
                  </a:cubicBezTo>
                  <a:cubicBezTo>
                    <a:pt x="2" y="31"/>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4" name="Freeform 22"/>
            <p:cNvSpPr>
              <a:spLocks/>
            </p:cNvSpPr>
            <p:nvPr/>
          </p:nvSpPr>
          <p:spPr bwMode="auto">
            <a:xfrm>
              <a:off x="1898650" y="3476625"/>
              <a:ext cx="93663" cy="95250"/>
            </a:xfrm>
            <a:custGeom>
              <a:avLst/>
              <a:gdLst>
                <a:gd name="T0" fmla="*/ 14 w 44"/>
                <a:gd name="T1" fmla="*/ 0 h 45"/>
                <a:gd name="T2" fmla="*/ 38 w 44"/>
                <a:gd name="T3" fmla="*/ 5 h 45"/>
                <a:gd name="T4" fmla="*/ 43 w 44"/>
                <a:gd name="T5" fmla="*/ 13 h 45"/>
                <a:gd name="T6" fmla="*/ 38 w 44"/>
                <a:gd name="T7" fmla="*/ 39 h 45"/>
                <a:gd name="T8" fmla="*/ 30 w 44"/>
                <a:gd name="T9" fmla="*/ 44 h 45"/>
                <a:gd name="T10" fmla="*/ 6 w 44"/>
                <a:gd name="T11" fmla="*/ 40 h 45"/>
                <a:gd name="T12" fmla="*/ 1 w 44"/>
                <a:gd name="T13" fmla="*/ 32 h 45"/>
                <a:gd name="T14" fmla="*/ 6 w 44"/>
                <a:gd name="T15" fmla="*/ 6 h 45"/>
                <a:gd name="T16" fmla="*/ 14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14" y="0"/>
                  </a:moveTo>
                  <a:cubicBezTo>
                    <a:pt x="38" y="5"/>
                    <a:pt x="38" y="5"/>
                    <a:pt x="38" y="5"/>
                  </a:cubicBezTo>
                  <a:cubicBezTo>
                    <a:pt x="41" y="5"/>
                    <a:pt x="44" y="9"/>
                    <a:pt x="43" y="13"/>
                  </a:cubicBezTo>
                  <a:cubicBezTo>
                    <a:pt x="38" y="39"/>
                    <a:pt x="38" y="39"/>
                    <a:pt x="38" y="39"/>
                  </a:cubicBezTo>
                  <a:cubicBezTo>
                    <a:pt x="37" y="43"/>
                    <a:pt x="34" y="45"/>
                    <a:pt x="30" y="44"/>
                  </a:cubicBezTo>
                  <a:cubicBezTo>
                    <a:pt x="6" y="40"/>
                    <a:pt x="6" y="40"/>
                    <a:pt x="6"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5" name="Freeform 23"/>
            <p:cNvSpPr>
              <a:spLocks/>
            </p:cNvSpPr>
            <p:nvPr/>
          </p:nvSpPr>
          <p:spPr bwMode="auto">
            <a:xfrm>
              <a:off x="1879600" y="3575050"/>
              <a:ext cx="93663" cy="96838"/>
            </a:xfrm>
            <a:custGeom>
              <a:avLst/>
              <a:gdLst>
                <a:gd name="T0" fmla="*/ 14 w 44"/>
                <a:gd name="T1" fmla="*/ 1 h 46"/>
                <a:gd name="T2" fmla="*/ 38 w 44"/>
                <a:gd name="T3" fmla="*/ 5 h 46"/>
                <a:gd name="T4" fmla="*/ 43 w 44"/>
                <a:gd name="T5" fmla="*/ 13 h 46"/>
                <a:gd name="T6" fmla="*/ 38 w 44"/>
                <a:gd name="T7" fmla="*/ 40 h 46"/>
                <a:gd name="T8" fmla="*/ 30 w 44"/>
                <a:gd name="T9" fmla="*/ 45 h 46"/>
                <a:gd name="T10" fmla="*/ 6 w 44"/>
                <a:gd name="T11" fmla="*/ 40 h 46"/>
                <a:gd name="T12" fmla="*/ 1 w 44"/>
                <a:gd name="T13" fmla="*/ 32 h 46"/>
                <a:gd name="T14" fmla="*/ 6 w 44"/>
                <a:gd name="T15" fmla="*/ 6 h 46"/>
                <a:gd name="T16" fmla="*/ 14 w 44"/>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6">
                  <a:moveTo>
                    <a:pt x="14" y="1"/>
                  </a:moveTo>
                  <a:cubicBezTo>
                    <a:pt x="38" y="5"/>
                    <a:pt x="38" y="5"/>
                    <a:pt x="38" y="5"/>
                  </a:cubicBezTo>
                  <a:cubicBezTo>
                    <a:pt x="42" y="6"/>
                    <a:pt x="44" y="10"/>
                    <a:pt x="43" y="13"/>
                  </a:cubicBezTo>
                  <a:cubicBezTo>
                    <a:pt x="38" y="40"/>
                    <a:pt x="38" y="40"/>
                    <a:pt x="38" y="40"/>
                  </a:cubicBezTo>
                  <a:cubicBezTo>
                    <a:pt x="38" y="43"/>
                    <a:pt x="34" y="46"/>
                    <a:pt x="30" y="45"/>
                  </a:cubicBezTo>
                  <a:cubicBezTo>
                    <a:pt x="6" y="40"/>
                    <a:pt x="6" y="40"/>
                    <a:pt x="6" y="40"/>
                  </a:cubicBezTo>
                  <a:cubicBezTo>
                    <a:pt x="3" y="40"/>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6" name="Freeform 24"/>
            <p:cNvSpPr>
              <a:spLocks/>
            </p:cNvSpPr>
            <p:nvPr/>
          </p:nvSpPr>
          <p:spPr bwMode="auto">
            <a:xfrm>
              <a:off x="1862138" y="3673475"/>
              <a:ext cx="92075" cy="95250"/>
            </a:xfrm>
            <a:custGeom>
              <a:avLst/>
              <a:gdLst>
                <a:gd name="T0" fmla="*/ 13 w 43"/>
                <a:gd name="T1" fmla="*/ 0 h 45"/>
                <a:gd name="T2" fmla="*/ 37 w 43"/>
                <a:gd name="T3" fmla="*/ 5 h 45"/>
                <a:gd name="T4" fmla="*/ 42 w 43"/>
                <a:gd name="T5" fmla="*/ 13 h 45"/>
                <a:gd name="T6" fmla="*/ 37 w 43"/>
                <a:gd name="T7" fmla="*/ 39 h 45"/>
                <a:gd name="T8" fmla="*/ 29 w 43"/>
                <a:gd name="T9" fmla="*/ 44 h 45"/>
                <a:gd name="T10" fmla="*/ 6 w 43"/>
                <a:gd name="T11" fmla="*/ 40 h 45"/>
                <a:gd name="T12" fmla="*/ 0 w 43"/>
                <a:gd name="T13" fmla="*/ 32 h 45"/>
                <a:gd name="T14" fmla="*/ 5 w 43"/>
                <a:gd name="T15" fmla="*/ 6 h 45"/>
                <a:gd name="T16" fmla="*/ 13 w 43"/>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3" y="0"/>
                  </a:moveTo>
                  <a:cubicBezTo>
                    <a:pt x="37" y="5"/>
                    <a:pt x="37" y="5"/>
                    <a:pt x="37" y="5"/>
                  </a:cubicBezTo>
                  <a:cubicBezTo>
                    <a:pt x="41" y="5"/>
                    <a:pt x="43" y="9"/>
                    <a:pt x="42" y="13"/>
                  </a:cubicBezTo>
                  <a:cubicBezTo>
                    <a:pt x="37" y="39"/>
                    <a:pt x="37" y="39"/>
                    <a:pt x="37" y="39"/>
                  </a:cubicBezTo>
                  <a:cubicBezTo>
                    <a:pt x="37" y="43"/>
                    <a:pt x="33" y="45"/>
                    <a:pt x="29" y="44"/>
                  </a:cubicBezTo>
                  <a:cubicBezTo>
                    <a:pt x="6" y="40"/>
                    <a:pt x="6" y="40"/>
                    <a:pt x="6" y="40"/>
                  </a:cubicBezTo>
                  <a:cubicBezTo>
                    <a:pt x="2" y="39"/>
                    <a:pt x="0" y="36"/>
                    <a:pt x="0" y="32"/>
                  </a:cubicBezTo>
                  <a:cubicBezTo>
                    <a:pt x="5" y="6"/>
                    <a:pt x="5" y="6"/>
                    <a:pt x="5" y="6"/>
                  </a:cubicBezTo>
                  <a:cubicBezTo>
                    <a:pt x="6" y="2"/>
                    <a:pt x="10" y="0"/>
                    <a:pt x="13"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7" name="Freeform 25"/>
            <p:cNvSpPr>
              <a:spLocks/>
            </p:cNvSpPr>
            <p:nvPr/>
          </p:nvSpPr>
          <p:spPr bwMode="auto">
            <a:xfrm>
              <a:off x="1843088" y="3771900"/>
              <a:ext cx="92075" cy="96838"/>
            </a:xfrm>
            <a:custGeom>
              <a:avLst/>
              <a:gdLst>
                <a:gd name="T0" fmla="*/ 13 w 43"/>
                <a:gd name="T1" fmla="*/ 1 h 46"/>
                <a:gd name="T2" fmla="*/ 37 w 43"/>
                <a:gd name="T3" fmla="*/ 5 h 46"/>
                <a:gd name="T4" fmla="*/ 42 w 43"/>
                <a:gd name="T5" fmla="*/ 13 h 46"/>
                <a:gd name="T6" fmla="*/ 37 w 43"/>
                <a:gd name="T7" fmla="*/ 40 h 46"/>
                <a:gd name="T8" fmla="*/ 29 w 43"/>
                <a:gd name="T9" fmla="*/ 45 h 46"/>
                <a:gd name="T10" fmla="*/ 6 w 43"/>
                <a:gd name="T11" fmla="*/ 40 h 46"/>
                <a:gd name="T12" fmla="*/ 0 w 43"/>
                <a:gd name="T13" fmla="*/ 32 h 46"/>
                <a:gd name="T14" fmla="*/ 5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5"/>
                    <a:pt x="37" y="5"/>
                    <a:pt x="37" y="5"/>
                  </a:cubicBezTo>
                  <a:cubicBezTo>
                    <a:pt x="41" y="6"/>
                    <a:pt x="43" y="10"/>
                    <a:pt x="42" y="13"/>
                  </a:cubicBezTo>
                  <a:cubicBezTo>
                    <a:pt x="37" y="40"/>
                    <a:pt x="37" y="40"/>
                    <a:pt x="37" y="40"/>
                  </a:cubicBezTo>
                  <a:cubicBezTo>
                    <a:pt x="37" y="43"/>
                    <a:pt x="33" y="46"/>
                    <a:pt x="29" y="45"/>
                  </a:cubicBezTo>
                  <a:cubicBezTo>
                    <a:pt x="6" y="40"/>
                    <a:pt x="6" y="40"/>
                    <a:pt x="6" y="40"/>
                  </a:cubicBezTo>
                  <a:cubicBezTo>
                    <a:pt x="2" y="40"/>
                    <a:pt x="0" y="36"/>
                    <a:pt x="0" y="32"/>
                  </a:cubicBezTo>
                  <a:cubicBezTo>
                    <a:pt x="5" y="6"/>
                    <a:pt x="5" y="6"/>
                    <a:pt x="5" y="6"/>
                  </a:cubicBezTo>
                  <a:cubicBezTo>
                    <a:pt x="6" y="2"/>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8" name="Freeform 26"/>
            <p:cNvSpPr>
              <a:spLocks/>
            </p:cNvSpPr>
            <p:nvPr/>
          </p:nvSpPr>
          <p:spPr bwMode="auto">
            <a:xfrm>
              <a:off x="1824038" y="3870325"/>
              <a:ext cx="92075" cy="96838"/>
            </a:xfrm>
            <a:custGeom>
              <a:avLst/>
              <a:gdLst>
                <a:gd name="T0" fmla="*/ 13 w 43"/>
                <a:gd name="T1" fmla="*/ 0 h 45"/>
                <a:gd name="T2" fmla="*/ 37 w 43"/>
                <a:gd name="T3" fmla="*/ 5 h 45"/>
                <a:gd name="T4" fmla="*/ 42 w 43"/>
                <a:gd name="T5" fmla="*/ 13 h 45"/>
                <a:gd name="T6" fmla="*/ 37 w 43"/>
                <a:gd name="T7" fmla="*/ 39 h 45"/>
                <a:gd name="T8" fmla="*/ 30 w 43"/>
                <a:gd name="T9" fmla="*/ 44 h 45"/>
                <a:gd name="T10" fmla="*/ 6 w 43"/>
                <a:gd name="T11" fmla="*/ 40 h 45"/>
                <a:gd name="T12" fmla="*/ 0 w 43"/>
                <a:gd name="T13" fmla="*/ 32 h 45"/>
                <a:gd name="T14" fmla="*/ 5 w 43"/>
                <a:gd name="T15" fmla="*/ 6 h 45"/>
                <a:gd name="T16" fmla="*/ 13 w 43"/>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3" y="0"/>
                  </a:moveTo>
                  <a:cubicBezTo>
                    <a:pt x="37" y="5"/>
                    <a:pt x="37" y="5"/>
                    <a:pt x="37" y="5"/>
                  </a:cubicBezTo>
                  <a:cubicBezTo>
                    <a:pt x="41" y="5"/>
                    <a:pt x="43" y="9"/>
                    <a:pt x="42" y="13"/>
                  </a:cubicBezTo>
                  <a:cubicBezTo>
                    <a:pt x="37" y="39"/>
                    <a:pt x="37" y="39"/>
                    <a:pt x="37" y="39"/>
                  </a:cubicBezTo>
                  <a:cubicBezTo>
                    <a:pt x="37" y="43"/>
                    <a:pt x="33" y="45"/>
                    <a:pt x="30" y="44"/>
                  </a:cubicBezTo>
                  <a:cubicBezTo>
                    <a:pt x="6" y="40"/>
                    <a:pt x="6" y="40"/>
                    <a:pt x="6" y="40"/>
                  </a:cubicBezTo>
                  <a:cubicBezTo>
                    <a:pt x="2" y="39"/>
                    <a:pt x="0" y="36"/>
                    <a:pt x="0" y="32"/>
                  </a:cubicBezTo>
                  <a:cubicBezTo>
                    <a:pt x="5" y="6"/>
                    <a:pt x="5" y="6"/>
                    <a:pt x="5" y="6"/>
                  </a:cubicBezTo>
                  <a:cubicBezTo>
                    <a:pt x="6" y="2"/>
                    <a:pt x="10" y="0"/>
                    <a:pt x="13"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9" name="Freeform 27"/>
            <p:cNvSpPr>
              <a:spLocks/>
            </p:cNvSpPr>
            <p:nvPr/>
          </p:nvSpPr>
          <p:spPr bwMode="auto">
            <a:xfrm>
              <a:off x="1819275" y="3376612"/>
              <a:ext cx="90488" cy="79375"/>
            </a:xfrm>
            <a:custGeom>
              <a:avLst/>
              <a:gdLst>
                <a:gd name="T0" fmla="*/ 11 w 42"/>
                <a:gd name="T1" fmla="*/ 1 h 37"/>
                <a:gd name="T2" fmla="*/ 37 w 42"/>
                <a:gd name="T3" fmla="*/ 6 h 37"/>
                <a:gd name="T4" fmla="*/ 41 w 42"/>
                <a:gd name="T5" fmla="*/ 12 h 37"/>
                <a:gd name="T6" fmla="*/ 37 w 42"/>
                <a:gd name="T7" fmla="*/ 32 h 37"/>
                <a:gd name="T8" fmla="*/ 31 w 42"/>
                <a:gd name="T9" fmla="*/ 36 h 37"/>
                <a:gd name="T10" fmla="*/ 5 w 42"/>
                <a:gd name="T11" fmla="*/ 31 h 37"/>
                <a:gd name="T12" fmla="*/ 0 w 42"/>
                <a:gd name="T13" fmla="*/ 25 h 37"/>
                <a:gd name="T14" fmla="*/ 4 w 42"/>
                <a:gd name="T15" fmla="*/ 5 h 37"/>
                <a:gd name="T16" fmla="*/ 11 w 42"/>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11" y="1"/>
                  </a:moveTo>
                  <a:cubicBezTo>
                    <a:pt x="37" y="6"/>
                    <a:pt x="37" y="6"/>
                    <a:pt x="37" y="6"/>
                  </a:cubicBezTo>
                  <a:cubicBezTo>
                    <a:pt x="40" y="7"/>
                    <a:pt x="42" y="9"/>
                    <a:pt x="41" y="12"/>
                  </a:cubicBezTo>
                  <a:cubicBezTo>
                    <a:pt x="37" y="32"/>
                    <a:pt x="37" y="32"/>
                    <a:pt x="37" y="32"/>
                  </a:cubicBezTo>
                  <a:cubicBezTo>
                    <a:pt x="37" y="35"/>
                    <a:pt x="34" y="37"/>
                    <a:pt x="31" y="36"/>
                  </a:cubicBezTo>
                  <a:cubicBezTo>
                    <a:pt x="5" y="31"/>
                    <a:pt x="5" y="31"/>
                    <a:pt x="5" y="31"/>
                  </a:cubicBezTo>
                  <a:cubicBezTo>
                    <a:pt x="2" y="31"/>
                    <a:pt x="0" y="28"/>
                    <a:pt x="0"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0" name="Freeform 28"/>
            <p:cNvSpPr>
              <a:spLocks/>
            </p:cNvSpPr>
            <p:nvPr/>
          </p:nvSpPr>
          <p:spPr bwMode="auto">
            <a:xfrm>
              <a:off x="1709738" y="3438525"/>
              <a:ext cx="184150" cy="114300"/>
            </a:xfrm>
            <a:custGeom>
              <a:avLst/>
              <a:gdLst>
                <a:gd name="T0" fmla="*/ 14 w 87"/>
                <a:gd name="T1" fmla="*/ 1 h 54"/>
                <a:gd name="T2" fmla="*/ 80 w 87"/>
                <a:gd name="T3" fmla="*/ 14 h 54"/>
                <a:gd name="T4" fmla="*/ 86 w 87"/>
                <a:gd name="T5" fmla="*/ 22 h 54"/>
                <a:gd name="T6" fmla="*/ 81 w 87"/>
                <a:gd name="T7" fmla="*/ 48 h 54"/>
                <a:gd name="T8" fmla="*/ 72 w 87"/>
                <a:gd name="T9" fmla="*/ 53 h 54"/>
                <a:gd name="T10" fmla="*/ 7 w 87"/>
                <a:gd name="T11" fmla="*/ 41 h 54"/>
                <a:gd name="T12" fmla="*/ 1 w 87"/>
                <a:gd name="T13" fmla="*/ 32 h 54"/>
                <a:gd name="T14" fmla="*/ 6 w 87"/>
                <a:gd name="T15" fmla="*/ 7 h 54"/>
                <a:gd name="T16" fmla="*/ 14 w 87"/>
                <a:gd name="T17"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54">
                  <a:moveTo>
                    <a:pt x="14" y="1"/>
                  </a:moveTo>
                  <a:cubicBezTo>
                    <a:pt x="80" y="14"/>
                    <a:pt x="80" y="14"/>
                    <a:pt x="80" y="14"/>
                  </a:cubicBezTo>
                  <a:cubicBezTo>
                    <a:pt x="84" y="15"/>
                    <a:pt x="87" y="18"/>
                    <a:pt x="86" y="22"/>
                  </a:cubicBezTo>
                  <a:cubicBezTo>
                    <a:pt x="81" y="48"/>
                    <a:pt x="81" y="48"/>
                    <a:pt x="81" y="48"/>
                  </a:cubicBezTo>
                  <a:cubicBezTo>
                    <a:pt x="80" y="52"/>
                    <a:pt x="76" y="54"/>
                    <a:pt x="72" y="53"/>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1" name="Freeform 29"/>
            <p:cNvSpPr>
              <a:spLocks/>
            </p:cNvSpPr>
            <p:nvPr/>
          </p:nvSpPr>
          <p:spPr bwMode="auto">
            <a:xfrm>
              <a:off x="1754188" y="3551237"/>
              <a:ext cx="120650" cy="101600"/>
            </a:xfrm>
            <a:custGeom>
              <a:avLst/>
              <a:gdLst>
                <a:gd name="T0" fmla="*/ 15 w 57"/>
                <a:gd name="T1" fmla="*/ 0 h 48"/>
                <a:gd name="T2" fmla="*/ 50 w 57"/>
                <a:gd name="T3" fmla="*/ 7 h 48"/>
                <a:gd name="T4" fmla="*/ 56 w 57"/>
                <a:gd name="T5" fmla="*/ 16 h 48"/>
                <a:gd name="T6" fmla="*/ 51 w 57"/>
                <a:gd name="T7" fmla="*/ 41 h 48"/>
                <a:gd name="T8" fmla="*/ 43 w 57"/>
                <a:gd name="T9" fmla="*/ 47 h 48"/>
                <a:gd name="T10" fmla="*/ 7 w 57"/>
                <a:gd name="T11" fmla="*/ 40 h 48"/>
                <a:gd name="T12" fmla="*/ 1 w 57"/>
                <a:gd name="T13" fmla="*/ 32 h 48"/>
                <a:gd name="T14" fmla="*/ 6 w 57"/>
                <a:gd name="T15" fmla="*/ 6 h 48"/>
                <a:gd name="T16" fmla="*/ 15 w 57"/>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8">
                  <a:moveTo>
                    <a:pt x="15" y="0"/>
                  </a:moveTo>
                  <a:cubicBezTo>
                    <a:pt x="50" y="7"/>
                    <a:pt x="50" y="7"/>
                    <a:pt x="50" y="7"/>
                  </a:cubicBezTo>
                  <a:cubicBezTo>
                    <a:pt x="54" y="8"/>
                    <a:pt x="57" y="12"/>
                    <a:pt x="56" y="16"/>
                  </a:cubicBezTo>
                  <a:cubicBezTo>
                    <a:pt x="51" y="41"/>
                    <a:pt x="51" y="41"/>
                    <a:pt x="51" y="41"/>
                  </a:cubicBezTo>
                  <a:cubicBezTo>
                    <a:pt x="50" y="45"/>
                    <a:pt x="46" y="48"/>
                    <a:pt x="43" y="47"/>
                  </a:cubicBezTo>
                  <a:cubicBezTo>
                    <a:pt x="7" y="40"/>
                    <a:pt x="7" y="40"/>
                    <a:pt x="7" y="40"/>
                  </a:cubicBezTo>
                  <a:cubicBezTo>
                    <a:pt x="3" y="39"/>
                    <a:pt x="0" y="36"/>
                    <a:pt x="1" y="32"/>
                  </a:cubicBezTo>
                  <a:cubicBezTo>
                    <a:pt x="6" y="6"/>
                    <a:pt x="6" y="6"/>
                    <a:pt x="6" y="6"/>
                  </a:cubicBezTo>
                  <a:cubicBezTo>
                    <a:pt x="7" y="2"/>
                    <a:pt x="11" y="0"/>
                    <a:pt x="15"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2" name="Freeform 30"/>
            <p:cNvSpPr>
              <a:spLocks/>
            </p:cNvSpPr>
            <p:nvPr/>
          </p:nvSpPr>
          <p:spPr bwMode="auto">
            <a:xfrm>
              <a:off x="1660525" y="3633787"/>
              <a:ext cx="195263" cy="115888"/>
            </a:xfrm>
            <a:custGeom>
              <a:avLst/>
              <a:gdLst>
                <a:gd name="T0" fmla="*/ 14 w 92"/>
                <a:gd name="T1" fmla="*/ 1 h 55"/>
                <a:gd name="T2" fmla="*/ 85 w 92"/>
                <a:gd name="T3" fmla="*/ 15 h 55"/>
                <a:gd name="T4" fmla="*/ 91 w 92"/>
                <a:gd name="T5" fmla="*/ 23 h 55"/>
                <a:gd name="T6" fmla="*/ 86 w 92"/>
                <a:gd name="T7" fmla="*/ 49 h 55"/>
                <a:gd name="T8" fmla="*/ 78 w 92"/>
                <a:gd name="T9" fmla="*/ 54 h 55"/>
                <a:gd name="T10" fmla="*/ 7 w 92"/>
                <a:gd name="T11" fmla="*/ 41 h 55"/>
                <a:gd name="T12" fmla="*/ 1 w 92"/>
                <a:gd name="T13" fmla="*/ 32 h 55"/>
                <a:gd name="T14" fmla="*/ 6 w 92"/>
                <a:gd name="T15" fmla="*/ 7 h 55"/>
                <a:gd name="T16" fmla="*/ 14 w 92"/>
                <a:gd name="T17"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55">
                  <a:moveTo>
                    <a:pt x="14" y="1"/>
                  </a:moveTo>
                  <a:cubicBezTo>
                    <a:pt x="85" y="15"/>
                    <a:pt x="85" y="15"/>
                    <a:pt x="85" y="15"/>
                  </a:cubicBezTo>
                  <a:cubicBezTo>
                    <a:pt x="89" y="16"/>
                    <a:pt x="92" y="19"/>
                    <a:pt x="91" y="23"/>
                  </a:cubicBezTo>
                  <a:cubicBezTo>
                    <a:pt x="86" y="49"/>
                    <a:pt x="86" y="49"/>
                    <a:pt x="86" y="49"/>
                  </a:cubicBezTo>
                  <a:cubicBezTo>
                    <a:pt x="85" y="53"/>
                    <a:pt x="81" y="55"/>
                    <a:pt x="78" y="54"/>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3" name="Freeform 31"/>
            <p:cNvSpPr>
              <a:spLocks/>
            </p:cNvSpPr>
            <p:nvPr/>
          </p:nvSpPr>
          <p:spPr bwMode="auto">
            <a:xfrm>
              <a:off x="1743075" y="3752850"/>
              <a:ext cx="93663" cy="96838"/>
            </a:xfrm>
            <a:custGeom>
              <a:avLst/>
              <a:gdLst>
                <a:gd name="T0" fmla="*/ 14 w 44"/>
                <a:gd name="T1" fmla="*/ 1 h 46"/>
                <a:gd name="T2" fmla="*/ 38 w 44"/>
                <a:gd name="T3" fmla="*/ 5 h 46"/>
                <a:gd name="T4" fmla="*/ 43 w 44"/>
                <a:gd name="T5" fmla="*/ 13 h 46"/>
                <a:gd name="T6" fmla="*/ 38 w 44"/>
                <a:gd name="T7" fmla="*/ 40 h 46"/>
                <a:gd name="T8" fmla="*/ 30 w 44"/>
                <a:gd name="T9" fmla="*/ 45 h 46"/>
                <a:gd name="T10" fmla="*/ 6 w 44"/>
                <a:gd name="T11" fmla="*/ 40 h 46"/>
                <a:gd name="T12" fmla="*/ 1 w 44"/>
                <a:gd name="T13" fmla="*/ 33 h 46"/>
                <a:gd name="T14" fmla="*/ 6 w 44"/>
                <a:gd name="T15" fmla="*/ 6 h 46"/>
                <a:gd name="T16" fmla="*/ 14 w 44"/>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6">
                  <a:moveTo>
                    <a:pt x="14" y="1"/>
                  </a:moveTo>
                  <a:cubicBezTo>
                    <a:pt x="38" y="5"/>
                    <a:pt x="38" y="5"/>
                    <a:pt x="38" y="5"/>
                  </a:cubicBezTo>
                  <a:cubicBezTo>
                    <a:pt x="41" y="6"/>
                    <a:pt x="44" y="10"/>
                    <a:pt x="43" y="13"/>
                  </a:cubicBezTo>
                  <a:cubicBezTo>
                    <a:pt x="38" y="40"/>
                    <a:pt x="38" y="40"/>
                    <a:pt x="38" y="40"/>
                  </a:cubicBezTo>
                  <a:cubicBezTo>
                    <a:pt x="37" y="43"/>
                    <a:pt x="34" y="46"/>
                    <a:pt x="30" y="45"/>
                  </a:cubicBezTo>
                  <a:cubicBezTo>
                    <a:pt x="6" y="40"/>
                    <a:pt x="6" y="40"/>
                    <a:pt x="6" y="40"/>
                  </a:cubicBezTo>
                  <a:cubicBezTo>
                    <a:pt x="3" y="40"/>
                    <a:pt x="0" y="36"/>
                    <a:pt x="1" y="33"/>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4" name="Freeform 32"/>
            <p:cNvSpPr>
              <a:spLocks/>
            </p:cNvSpPr>
            <p:nvPr/>
          </p:nvSpPr>
          <p:spPr bwMode="auto">
            <a:xfrm>
              <a:off x="1724025" y="3851275"/>
              <a:ext cx="93663" cy="96838"/>
            </a:xfrm>
            <a:custGeom>
              <a:avLst/>
              <a:gdLst>
                <a:gd name="T0" fmla="*/ 14 w 44"/>
                <a:gd name="T1" fmla="*/ 0 h 45"/>
                <a:gd name="T2" fmla="*/ 38 w 44"/>
                <a:gd name="T3" fmla="*/ 5 h 45"/>
                <a:gd name="T4" fmla="*/ 43 w 44"/>
                <a:gd name="T5" fmla="*/ 13 h 45"/>
                <a:gd name="T6" fmla="*/ 38 w 44"/>
                <a:gd name="T7" fmla="*/ 39 h 45"/>
                <a:gd name="T8" fmla="*/ 30 w 44"/>
                <a:gd name="T9" fmla="*/ 45 h 45"/>
                <a:gd name="T10" fmla="*/ 6 w 44"/>
                <a:gd name="T11" fmla="*/ 40 h 45"/>
                <a:gd name="T12" fmla="*/ 1 w 44"/>
                <a:gd name="T13" fmla="*/ 32 h 45"/>
                <a:gd name="T14" fmla="*/ 6 w 44"/>
                <a:gd name="T15" fmla="*/ 6 h 45"/>
                <a:gd name="T16" fmla="*/ 14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14" y="0"/>
                  </a:moveTo>
                  <a:cubicBezTo>
                    <a:pt x="38" y="5"/>
                    <a:pt x="38" y="5"/>
                    <a:pt x="38" y="5"/>
                  </a:cubicBezTo>
                  <a:cubicBezTo>
                    <a:pt x="41" y="6"/>
                    <a:pt x="44" y="9"/>
                    <a:pt x="43" y="13"/>
                  </a:cubicBezTo>
                  <a:cubicBezTo>
                    <a:pt x="38" y="39"/>
                    <a:pt x="38" y="39"/>
                    <a:pt x="38" y="39"/>
                  </a:cubicBezTo>
                  <a:cubicBezTo>
                    <a:pt x="37" y="43"/>
                    <a:pt x="34" y="45"/>
                    <a:pt x="30" y="45"/>
                  </a:cubicBezTo>
                  <a:cubicBezTo>
                    <a:pt x="6" y="40"/>
                    <a:pt x="6" y="40"/>
                    <a:pt x="6"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5" name="Freeform 33"/>
            <p:cNvSpPr>
              <a:spLocks/>
            </p:cNvSpPr>
            <p:nvPr/>
          </p:nvSpPr>
          <p:spPr bwMode="auto">
            <a:xfrm>
              <a:off x="1728788" y="3360737"/>
              <a:ext cx="80963" cy="76200"/>
            </a:xfrm>
            <a:custGeom>
              <a:avLst/>
              <a:gdLst>
                <a:gd name="T0" fmla="*/ 11 w 38"/>
                <a:gd name="T1" fmla="*/ 1 h 36"/>
                <a:gd name="T2" fmla="*/ 34 w 38"/>
                <a:gd name="T3" fmla="*/ 5 h 36"/>
                <a:gd name="T4" fmla="*/ 38 w 38"/>
                <a:gd name="T5" fmla="*/ 11 h 36"/>
                <a:gd name="T6" fmla="*/ 34 w 38"/>
                <a:gd name="T7" fmla="*/ 31 h 36"/>
                <a:gd name="T8" fmla="*/ 28 w 38"/>
                <a:gd name="T9" fmla="*/ 35 h 36"/>
                <a:gd name="T10" fmla="*/ 5 w 38"/>
                <a:gd name="T11" fmla="*/ 31 h 36"/>
                <a:gd name="T12" fmla="*/ 1 w 38"/>
                <a:gd name="T13" fmla="*/ 25 h 36"/>
                <a:gd name="T14" fmla="*/ 4 w 38"/>
                <a:gd name="T15" fmla="*/ 5 h 36"/>
                <a:gd name="T16" fmla="*/ 11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1" y="1"/>
                  </a:moveTo>
                  <a:cubicBezTo>
                    <a:pt x="34" y="5"/>
                    <a:pt x="34" y="5"/>
                    <a:pt x="34" y="5"/>
                  </a:cubicBezTo>
                  <a:cubicBezTo>
                    <a:pt x="37" y="6"/>
                    <a:pt x="38" y="9"/>
                    <a:pt x="38" y="11"/>
                  </a:cubicBezTo>
                  <a:cubicBezTo>
                    <a:pt x="34" y="31"/>
                    <a:pt x="34" y="31"/>
                    <a:pt x="34" y="31"/>
                  </a:cubicBezTo>
                  <a:cubicBezTo>
                    <a:pt x="34" y="34"/>
                    <a:pt x="31" y="36"/>
                    <a:pt x="28" y="35"/>
                  </a:cubicBezTo>
                  <a:cubicBezTo>
                    <a:pt x="5" y="31"/>
                    <a:pt x="5" y="31"/>
                    <a:pt x="5" y="31"/>
                  </a:cubicBezTo>
                  <a:cubicBezTo>
                    <a:pt x="2" y="30"/>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6" name="Freeform 34"/>
            <p:cNvSpPr>
              <a:spLocks/>
            </p:cNvSpPr>
            <p:nvPr/>
          </p:nvSpPr>
          <p:spPr bwMode="auto">
            <a:xfrm>
              <a:off x="1638300" y="3343275"/>
              <a:ext cx="79375" cy="76200"/>
            </a:xfrm>
            <a:custGeom>
              <a:avLst/>
              <a:gdLst>
                <a:gd name="T0" fmla="*/ 10 w 38"/>
                <a:gd name="T1" fmla="*/ 0 h 36"/>
                <a:gd name="T2" fmla="*/ 33 w 38"/>
                <a:gd name="T3" fmla="*/ 5 h 36"/>
                <a:gd name="T4" fmla="*/ 37 w 38"/>
                <a:gd name="T5" fmla="*/ 11 h 36"/>
                <a:gd name="T6" fmla="*/ 34 w 38"/>
                <a:gd name="T7" fmla="*/ 31 h 36"/>
                <a:gd name="T8" fmla="*/ 27 w 38"/>
                <a:gd name="T9" fmla="*/ 35 h 36"/>
                <a:gd name="T10" fmla="*/ 5 w 38"/>
                <a:gd name="T11" fmla="*/ 31 h 36"/>
                <a:gd name="T12" fmla="*/ 0 w 38"/>
                <a:gd name="T13" fmla="*/ 24 h 36"/>
                <a:gd name="T14" fmla="*/ 4 w 38"/>
                <a:gd name="T15" fmla="*/ 5 h 36"/>
                <a:gd name="T16" fmla="*/ 10 w 38"/>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0"/>
                  </a:moveTo>
                  <a:cubicBezTo>
                    <a:pt x="33" y="5"/>
                    <a:pt x="33" y="5"/>
                    <a:pt x="33" y="5"/>
                  </a:cubicBezTo>
                  <a:cubicBezTo>
                    <a:pt x="36" y="5"/>
                    <a:pt x="38" y="8"/>
                    <a:pt x="37" y="11"/>
                  </a:cubicBezTo>
                  <a:cubicBezTo>
                    <a:pt x="34" y="31"/>
                    <a:pt x="34" y="31"/>
                    <a:pt x="34" y="31"/>
                  </a:cubicBezTo>
                  <a:cubicBezTo>
                    <a:pt x="33" y="34"/>
                    <a:pt x="30" y="36"/>
                    <a:pt x="27" y="35"/>
                  </a:cubicBezTo>
                  <a:cubicBezTo>
                    <a:pt x="5" y="31"/>
                    <a:pt x="5" y="31"/>
                    <a:pt x="5" y="31"/>
                  </a:cubicBezTo>
                  <a:cubicBezTo>
                    <a:pt x="2" y="30"/>
                    <a:pt x="0" y="27"/>
                    <a:pt x="0" y="24"/>
                  </a:cubicBezTo>
                  <a:cubicBezTo>
                    <a:pt x="4" y="5"/>
                    <a:pt x="4" y="5"/>
                    <a:pt x="4" y="5"/>
                  </a:cubicBezTo>
                  <a:cubicBezTo>
                    <a:pt x="4" y="2"/>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7" name="Freeform 35"/>
            <p:cNvSpPr>
              <a:spLocks/>
            </p:cNvSpPr>
            <p:nvPr/>
          </p:nvSpPr>
          <p:spPr bwMode="auto">
            <a:xfrm>
              <a:off x="1544638" y="3324225"/>
              <a:ext cx="80963" cy="76200"/>
            </a:xfrm>
            <a:custGeom>
              <a:avLst/>
              <a:gdLst>
                <a:gd name="T0" fmla="*/ 11 w 38"/>
                <a:gd name="T1" fmla="*/ 1 h 36"/>
                <a:gd name="T2" fmla="*/ 34 w 38"/>
                <a:gd name="T3" fmla="*/ 5 h 36"/>
                <a:gd name="T4" fmla="*/ 38 w 38"/>
                <a:gd name="T5" fmla="*/ 12 h 36"/>
                <a:gd name="T6" fmla="*/ 34 w 38"/>
                <a:gd name="T7" fmla="*/ 31 h 36"/>
                <a:gd name="T8" fmla="*/ 28 w 38"/>
                <a:gd name="T9" fmla="*/ 36 h 36"/>
                <a:gd name="T10" fmla="*/ 5 w 38"/>
                <a:gd name="T11" fmla="*/ 31 h 36"/>
                <a:gd name="T12" fmla="*/ 1 w 38"/>
                <a:gd name="T13" fmla="*/ 25 h 36"/>
                <a:gd name="T14" fmla="*/ 4 w 38"/>
                <a:gd name="T15" fmla="*/ 5 h 36"/>
                <a:gd name="T16" fmla="*/ 11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1" y="1"/>
                  </a:moveTo>
                  <a:cubicBezTo>
                    <a:pt x="34" y="5"/>
                    <a:pt x="34" y="5"/>
                    <a:pt x="34" y="5"/>
                  </a:cubicBezTo>
                  <a:cubicBezTo>
                    <a:pt x="37" y="6"/>
                    <a:pt x="38" y="9"/>
                    <a:pt x="38" y="12"/>
                  </a:cubicBezTo>
                  <a:cubicBezTo>
                    <a:pt x="34" y="31"/>
                    <a:pt x="34" y="31"/>
                    <a:pt x="34" y="31"/>
                  </a:cubicBezTo>
                  <a:cubicBezTo>
                    <a:pt x="34" y="34"/>
                    <a:pt x="31" y="36"/>
                    <a:pt x="28" y="36"/>
                  </a:cubicBezTo>
                  <a:cubicBezTo>
                    <a:pt x="5" y="31"/>
                    <a:pt x="5" y="31"/>
                    <a:pt x="5" y="31"/>
                  </a:cubicBezTo>
                  <a:cubicBezTo>
                    <a:pt x="2" y="31"/>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8" name="Freeform 36"/>
            <p:cNvSpPr>
              <a:spLocks/>
            </p:cNvSpPr>
            <p:nvPr/>
          </p:nvSpPr>
          <p:spPr bwMode="auto">
            <a:xfrm>
              <a:off x="1454150" y="3306762"/>
              <a:ext cx="79375" cy="76200"/>
            </a:xfrm>
            <a:custGeom>
              <a:avLst/>
              <a:gdLst>
                <a:gd name="T0" fmla="*/ 10 w 38"/>
                <a:gd name="T1" fmla="*/ 1 h 36"/>
                <a:gd name="T2" fmla="*/ 33 w 38"/>
                <a:gd name="T3" fmla="*/ 5 h 36"/>
                <a:gd name="T4" fmla="*/ 37 w 38"/>
                <a:gd name="T5" fmla="*/ 11 h 36"/>
                <a:gd name="T6" fmla="*/ 34 w 38"/>
                <a:gd name="T7" fmla="*/ 31 h 36"/>
                <a:gd name="T8" fmla="*/ 27 w 38"/>
                <a:gd name="T9" fmla="*/ 35 h 36"/>
                <a:gd name="T10" fmla="*/ 5 w 38"/>
                <a:gd name="T11" fmla="*/ 31 h 36"/>
                <a:gd name="T12" fmla="*/ 0 w 38"/>
                <a:gd name="T13" fmla="*/ 24 h 36"/>
                <a:gd name="T14" fmla="*/ 4 w 38"/>
                <a:gd name="T15" fmla="*/ 5 h 36"/>
                <a:gd name="T16" fmla="*/ 10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1"/>
                  </a:moveTo>
                  <a:cubicBezTo>
                    <a:pt x="33" y="5"/>
                    <a:pt x="33" y="5"/>
                    <a:pt x="33" y="5"/>
                  </a:cubicBezTo>
                  <a:cubicBezTo>
                    <a:pt x="36" y="6"/>
                    <a:pt x="38" y="8"/>
                    <a:pt x="37" y="11"/>
                  </a:cubicBezTo>
                  <a:cubicBezTo>
                    <a:pt x="34" y="31"/>
                    <a:pt x="34" y="31"/>
                    <a:pt x="34" y="31"/>
                  </a:cubicBezTo>
                  <a:cubicBezTo>
                    <a:pt x="33" y="34"/>
                    <a:pt x="30" y="36"/>
                    <a:pt x="27" y="35"/>
                  </a:cubicBezTo>
                  <a:cubicBezTo>
                    <a:pt x="5" y="31"/>
                    <a:pt x="5" y="31"/>
                    <a:pt x="5" y="31"/>
                  </a:cubicBezTo>
                  <a:cubicBezTo>
                    <a:pt x="2" y="30"/>
                    <a:pt x="0" y="27"/>
                    <a:pt x="0" y="24"/>
                  </a:cubicBezTo>
                  <a:cubicBezTo>
                    <a:pt x="4" y="5"/>
                    <a:pt x="4" y="5"/>
                    <a:pt x="4" y="5"/>
                  </a:cubicBezTo>
                  <a:cubicBezTo>
                    <a:pt x="4" y="2"/>
                    <a:pt x="7" y="0"/>
                    <a:pt x="10"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9" name="Freeform 37"/>
            <p:cNvSpPr>
              <a:spLocks/>
            </p:cNvSpPr>
            <p:nvPr/>
          </p:nvSpPr>
          <p:spPr bwMode="auto">
            <a:xfrm>
              <a:off x="1360488" y="3290887"/>
              <a:ext cx="82550" cy="76200"/>
            </a:xfrm>
            <a:custGeom>
              <a:avLst/>
              <a:gdLst>
                <a:gd name="T0" fmla="*/ 11 w 39"/>
                <a:gd name="T1" fmla="*/ 0 h 36"/>
                <a:gd name="T2" fmla="*/ 34 w 39"/>
                <a:gd name="T3" fmla="*/ 5 h 36"/>
                <a:gd name="T4" fmla="*/ 38 w 39"/>
                <a:gd name="T5" fmla="*/ 11 h 36"/>
                <a:gd name="T6" fmla="*/ 34 w 39"/>
                <a:gd name="T7" fmla="*/ 31 h 36"/>
                <a:gd name="T8" fmla="*/ 28 w 39"/>
                <a:gd name="T9" fmla="*/ 35 h 36"/>
                <a:gd name="T10" fmla="*/ 5 w 39"/>
                <a:gd name="T11" fmla="*/ 31 h 36"/>
                <a:gd name="T12" fmla="*/ 1 w 39"/>
                <a:gd name="T13" fmla="*/ 24 h 36"/>
                <a:gd name="T14" fmla="*/ 4 w 39"/>
                <a:gd name="T15" fmla="*/ 5 h 36"/>
                <a:gd name="T16" fmla="*/ 11 w 3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0"/>
                  </a:moveTo>
                  <a:cubicBezTo>
                    <a:pt x="34" y="5"/>
                    <a:pt x="34" y="5"/>
                    <a:pt x="34" y="5"/>
                  </a:cubicBezTo>
                  <a:cubicBezTo>
                    <a:pt x="37" y="5"/>
                    <a:pt x="39" y="8"/>
                    <a:pt x="38" y="11"/>
                  </a:cubicBezTo>
                  <a:cubicBezTo>
                    <a:pt x="34" y="31"/>
                    <a:pt x="34" y="31"/>
                    <a:pt x="34" y="31"/>
                  </a:cubicBezTo>
                  <a:cubicBezTo>
                    <a:pt x="34" y="34"/>
                    <a:pt x="31" y="36"/>
                    <a:pt x="28" y="35"/>
                  </a:cubicBezTo>
                  <a:cubicBezTo>
                    <a:pt x="5" y="31"/>
                    <a:pt x="5" y="31"/>
                    <a:pt x="5" y="31"/>
                  </a:cubicBezTo>
                  <a:cubicBezTo>
                    <a:pt x="2" y="30"/>
                    <a:pt x="0" y="27"/>
                    <a:pt x="1" y="24"/>
                  </a:cubicBezTo>
                  <a:cubicBezTo>
                    <a:pt x="4" y="5"/>
                    <a:pt x="4" y="5"/>
                    <a:pt x="4" y="5"/>
                  </a:cubicBezTo>
                  <a:cubicBezTo>
                    <a:pt x="5" y="2"/>
                    <a:pt x="8" y="0"/>
                    <a:pt x="11"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0" name="Freeform 38"/>
            <p:cNvSpPr>
              <a:spLocks/>
            </p:cNvSpPr>
            <p:nvPr/>
          </p:nvSpPr>
          <p:spPr bwMode="auto">
            <a:xfrm>
              <a:off x="1268413" y="3271837"/>
              <a:ext cx="80963" cy="76200"/>
            </a:xfrm>
            <a:custGeom>
              <a:avLst/>
              <a:gdLst>
                <a:gd name="T0" fmla="*/ 10 w 38"/>
                <a:gd name="T1" fmla="*/ 1 h 36"/>
                <a:gd name="T2" fmla="*/ 33 w 38"/>
                <a:gd name="T3" fmla="*/ 5 h 36"/>
                <a:gd name="T4" fmla="*/ 37 w 38"/>
                <a:gd name="T5" fmla="*/ 12 h 36"/>
                <a:gd name="T6" fmla="*/ 34 w 38"/>
                <a:gd name="T7" fmla="*/ 31 h 36"/>
                <a:gd name="T8" fmla="*/ 27 w 38"/>
                <a:gd name="T9" fmla="*/ 36 h 36"/>
                <a:gd name="T10" fmla="*/ 5 w 38"/>
                <a:gd name="T11" fmla="*/ 31 h 36"/>
                <a:gd name="T12" fmla="*/ 0 w 38"/>
                <a:gd name="T13" fmla="*/ 25 h 36"/>
                <a:gd name="T14" fmla="*/ 4 w 38"/>
                <a:gd name="T15" fmla="*/ 5 h 36"/>
                <a:gd name="T16" fmla="*/ 10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1"/>
                  </a:moveTo>
                  <a:cubicBezTo>
                    <a:pt x="33" y="5"/>
                    <a:pt x="33" y="5"/>
                    <a:pt x="33" y="5"/>
                  </a:cubicBezTo>
                  <a:cubicBezTo>
                    <a:pt x="36" y="6"/>
                    <a:pt x="38" y="9"/>
                    <a:pt x="37" y="12"/>
                  </a:cubicBezTo>
                  <a:cubicBezTo>
                    <a:pt x="34" y="31"/>
                    <a:pt x="34" y="31"/>
                    <a:pt x="34" y="31"/>
                  </a:cubicBezTo>
                  <a:cubicBezTo>
                    <a:pt x="33" y="34"/>
                    <a:pt x="30" y="36"/>
                    <a:pt x="27" y="36"/>
                  </a:cubicBezTo>
                  <a:cubicBezTo>
                    <a:pt x="5" y="31"/>
                    <a:pt x="5" y="31"/>
                    <a:pt x="5" y="31"/>
                  </a:cubicBezTo>
                  <a:cubicBezTo>
                    <a:pt x="2" y="31"/>
                    <a:pt x="0" y="28"/>
                    <a:pt x="0" y="25"/>
                  </a:cubicBezTo>
                  <a:cubicBezTo>
                    <a:pt x="4" y="5"/>
                    <a:pt x="4" y="5"/>
                    <a:pt x="4" y="5"/>
                  </a:cubicBezTo>
                  <a:cubicBezTo>
                    <a:pt x="4" y="2"/>
                    <a:pt x="7" y="0"/>
                    <a:pt x="10"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1" name="Freeform 39"/>
            <p:cNvSpPr>
              <a:spLocks/>
            </p:cNvSpPr>
            <p:nvPr/>
          </p:nvSpPr>
          <p:spPr bwMode="auto">
            <a:xfrm>
              <a:off x="1176338" y="3254375"/>
              <a:ext cx="82550" cy="76200"/>
            </a:xfrm>
            <a:custGeom>
              <a:avLst/>
              <a:gdLst>
                <a:gd name="T0" fmla="*/ 11 w 39"/>
                <a:gd name="T1" fmla="*/ 1 h 36"/>
                <a:gd name="T2" fmla="*/ 34 w 39"/>
                <a:gd name="T3" fmla="*/ 5 h 36"/>
                <a:gd name="T4" fmla="*/ 38 w 39"/>
                <a:gd name="T5" fmla="*/ 11 h 36"/>
                <a:gd name="T6" fmla="*/ 34 w 39"/>
                <a:gd name="T7" fmla="*/ 31 h 36"/>
                <a:gd name="T8" fmla="*/ 28 w 39"/>
                <a:gd name="T9" fmla="*/ 35 h 36"/>
                <a:gd name="T10" fmla="*/ 5 w 39"/>
                <a:gd name="T11" fmla="*/ 31 h 36"/>
                <a:gd name="T12" fmla="*/ 1 w 39"/>
                <a:gd name="T13" fmla="*/ 24 h 36"/>
                <a:gd name="T14" fmla="*/ 4 w 39"/>
                <a:gd name="T15" fmla="*/ 5 h 36"/>
                <a:gd name="T16" fmla="*/ 11 w 39"/>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1"/>
                  </a:moveTo>
                  <a:cubicBezTo>
                    <a:pt x="34" y="5"/>
                    <a:pt x="34" y="5"/>
                    <a:pt x="34" y="5"/>
                  </a:cubicBezTo>
                  <a:cubicBezTo>
                    <a:pt x="37" y="5"/>
                    <a:pt x="39" y="8"/>
                    <a:pt x="38" y="11"/>
                  </a:cubicBezTo>
                  <a:cubicBezTo>
                    <a:pt x="34" y="31"/>
                    <a:pt x="34" y="31"/>
                    <a:pt x="34" y="31"/>
                  </a:cubicBezTo>
                  <a:cubicBezTo>
                    <a:pt x="34" y="34"/>
                    <a:pt x="31" y="36"/>
                    <a:pt x="28" y="35"/>
                  </a:cubicBezTo>
                  <a:cubicBezTo>
                    <a:pt x="5" y="31"/>
                    <a:pt x="5" y="31"/>
                    <a:pt x="5" y="31"/>
                  </a:cubicBezTo>
                  <a:cubicBezTo>
                    <a:pt x="2" y="30"/>
                    <a:pt x="0" y="27"/>
                    <a:pt x="1" y="24"/>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2" name="Freeform 40"/>
            <p:cNvSpPr>
              <a:spLocks/>
            </p:cNvSpPr>
            <p:nvPr/>
          </p:nvSpPr>
          <p:spPr bwMode="auto">
            <a:xfrm>
              <a:off x="1084263" y="3236912"/>
              <a:ext cx="80963" cy="74613"/>
            </a:xfrm>
            <a:custGeom>
              <a:avLst/>
              <a:gdLst>
                <a:gd name="T0" fmla="*/ 10 w 38"/>
                <a:gd name="T1" fmla="*/ 0 h 35"/>
                <a:gd name="T2" fmla="*/ 33 w 38"/>
                <a:gd name="T3" fmla="*/ 5 h 35"/>
                <a:gd name="T4" fmla="*/ 37 w 38"/>
                <a:gd name="T5" fmla="*/ 11 h 35"/>
                <a:gd name="T6" fmla="*/ 34 w 38"/>
                <a:gd name="T7" fmla="*/ 31 h 35"/>
                <a:gd name="T8" fmla="*/ 27 w 38"/>
                <a:gd name="T9" fmla="*/ 35 h 35"/>
                <a:gd name="T10" fmla="*/ 5 w 38"/>
                <a:gd name="T11" fmla="*/ 31 h 35"/>
                <a:gd name="T12" fmla="*/ 0 w 38"/>
                <a:gd name="T13" fmla="*/ 24 h 35"/>
                <a:gd name="T14" fmla="*/ 4 w 38"/>
                <a:gd name="T15" fmla="*/ 5 h 35"/>
                <a:gd name="T16" fmla="*/ 10 w 38"/>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5">
                  <a:moveTo>
                    <a:pt x="10" y="0"/>
                  </a:moveTo>
                  <a:cubicBezTo>
                    <a:pt x="33" y="5"/>
                    <a:pt x="33" y="5"/>
                    <a:pt x="33" y="5"/>
                  </a:cubicBezTo>
                  <a:cubicBezTo>
                    <a:pt x="36" y="5"/>
                    <a:pt x="38" y="8"/>
                    <a:pt x="37" y="11"/>
                  </a:cubicBezTo>
                  <a:cubicBezTo>
                    <a:pt x="34" y="31"/>
                    <a:pt x="34" y="31"/>
                    <a:pt x="34" y="31"/>
                  </a:cubicBezTo>
                  <a:cubicBezTo>
                    <a:pt x="33" y="33"/>
                    <a:pt x="30" y="35"/>
                    <a:pt x="27" y="35"/>
                  </a:cubicBezTo>
                  <a:cubicBezTo>
                    <a:pt x="5" y="31"/>
                    <a:pt x="5" y="31"/>
                    <a:pt x="5" y="31"/>
                  </a:cubicBezTo>
                  <a:cubicBezTo>
                    <a:pt x="2" y="30"/>
                    <a:pt x="0" y="27"/>
                    <a:pt x="0" y="24"/>
                  </a:cubicBezTo>
                  <a:cubicBezTo>
                    <a:pt x="4" y="5"/>
                    <a:pt x="4" y="5"/>
                    <a:pt x="4" y="5"/>
                  </a:cubicBezTo>
                  <a:cubicBezTo>
                    <a:pt x="5" y="2"/>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3" name="Freeform 41"/>
            <p:cNvSpPr>
              <a:spLocks/>
            </p:cNvSpPr>
            <p:nvPr/>
          </p:nvSpPr>
          <p:spPr bwMode="auto">
            <a:xfrm>
              <a:off x="992188" y="3217862"/>
              <a:ext cx="82550" cy="76200"/>
            </a:xfrm>
            <a:custGeom>
              <a:avLst/>
              <a:gdLst>
                <a:gd name="T0" fmla="*/ 11 w 39"/>
                <a:gd name="T1" fmla="*/ 1 h 36"/>
                <a:gd name="T2" fmla="*/ 34 w 39"/>
                <a:gd name="T3" fmla="*/ 5 h 36"/>
                <a:gd name="T4" fmla="*/ 38 w 39"/>
                <a:gd name="T5" fmla="*/ 12 h 36"/>
                <a:gd name="T6" fmla="*/ 34 w 39"/>
                <a:gd name="T7" fmla="*/ 31 h 36"/>
                <a:gd name="T8" fmla="*/ 28 w 39"/>
                <a:gd name="T9" fmla="*/ 36 h 36"/>
                <a:gd name="T10" fmla="*/ 5 w 39"/>
                <a:gd name="T11" fmla="*/ 31 h 36"/>
                <a:gd name="T12" fmla="*/ 1 w 39"/>
                <a:gd name="T13" fmla="*/ 25 h 36"/>
                <a:gd name="T14" fmla="*/ 4 w 39"/>
                <a:gd name="T15" fmla="*/ 5 h 36"/>
                <a:gd name="T16" fmla="*/ 11 w 39"/>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1"/>
                  </a:moveTo>
                  <a:cubicBezTo>
                    <a:pt x="34" y="5"/>
                    <a:pt x="34" y="5"/>
                    <a:pt x="34" y="5"/>
                  </a:cubicBezTo>
                  <a:cubicBezTo>
                    <a:pt x="37" y="6"/>
                    <a:pt x="39" y="9"/>
                    <a:pt x="38" y="12"/>
                  </a:cubicBezTo>
                  <a:cubicBezTo>
                    <a:pt x="34" y="31"/>
                    <a:pt x="34" y="31"/>
                    <a:pt x="34" y="31"/>
                  </a:cubicBezTo>
                  <a:cubicBezTo>
                    <a:pt x="34" y="34"/>
                    <a:pt x="31" y="36"/>
                    <a:pt x="28" y="36"/>
                  </a:cubicBezTo>
                  <a:cubicBezTo>
                    <a:pt x="5" y="31"/>
                    <a:pt x="5" y="31"/>
                    <a:pt x="5" y="31"/>
                  </a:cubicBezTo>
                  <a:cubicBezTo>
                    <a:pt x="2" y="31"/>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4" name="Freeform 42"/>
            <p:cNvSpPr>
              <a:spLocks/>
            </p:cNvSpPr>
            <p:nvPr/>
          </p:nvSpPr>
          <p:spPr bwMode="auto">
            <a:xfrm>
              <a:off x="900113" y="3201987"/>
              <a:ext cx="80963" cy="76200"/>
            </a:xfrm>
            <a:custGeom>
              <a:avLst/>
              <a:gdLst>
                <a:gd name="T0" fmla="*/ 10 w 38"/>
                <a:gd name="T1" fmla="*/ 0 h 36"/>
                <a:gd name="T2" fmla="*/ 33 w 38"/>
                <a:gd name="T3" fmla="*/ 5 h 36"/>
                <a:gd name="T4" fmla="*/ 37 w 38"/>
                <a:gd name="T5" fmla="*/ 11 h 36"/>
                <a:gd name="T6" fmla="*/ 34 w 38"/>
                <a:gd name="T7" fmla="*/ 31 h 36"/>
                <a:gd name="T8" fmla="*/ 27 w 38"/>
                <a:gd name="T9" fmla="*/ 35 h 36"/>
                <a:gd name="T10" fmla="*/ 5 w 38"/>
                <a:gd name="T11" fmla="*/ 31 h 36"/>
                <a:gd name="T12" fmla="*/ 0 w 38"/>
                <a:gd name="T13" fmla="*/ 24 h 36"/>
                <a:gd name="T14" fmla="*/ 4 w 38"/>
                <a:gd name="T15" fmla="*/ 5 h 36"/>
                <a:gd name="T16" fmla="*/ 10 w 38"/>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0"/>
                  </a:moveTo>
                  <a:cubicBezTo>
                    <a:pt x="33" y="5"/>
                    <a:pt x="33" y="5"/>
                    <a:pt x="33" y="5"/>
                  </a:cubicBezTo>
                  <a:cubicBezTo>
                    <a:pt x="36" y="5"/>
                    <a:pt x="38" y="8"/>
                    <a:pt x="37" y="11"/>
                  </a:cubicBezTo>
                  <a:cubicBezTo>
                    <a:pt x="34" y="31"/>
                    <a:pt x="34" y="31"/>
                    <a:pt x="34" y="31"/>
                  </a:cubicBezTo>
                  <a:cubicBezTo>
                    <a:pt x="33" y="34"/>
                    <a:pt x="30" y="36"/>
                    <a:pt x="27" y="35"/>
                  </a:cubicBezTo>
                  <a:cubicBezTo>
                    <a:pt x="5" y="31"/>
                    <a:pt x="5" y="31"/>
                    <a:pt x="5" y="31"/>
                  </a:cubicBezTo>
                  <a:cubicBezTo>
                    <a:pt x="2" y="30"/>
                    <a:pt x="0" y="27"/>
                    <a:pt x="0" y="24"/>
                  </a:cubicBezTo>
                  <a:cubicBezTo>
                    <a:pt x="4" y="5"/>
                    <a:pt x="4" y="5"/>
                    <a:pt x="4" y="5"/>
                  </a:cubicBezTo>
                  <a:cubicBezTo>
                    <a:pt x="5" y="2"/>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5" name="Freeform 43"/>
            <p:cNvSpPr>
              <a:spLocks/>
            </p:cNvSpPr>
            <p:nvPr/>
          </p:nvSpPr>
          <p:spPr bwMode="auto">
            <a:xfrm>
              <a:off x="808038" y="3184525"/>
              <a:ext cx="82550" cy="74613"/>
            </a:xfrm>
            <a:custGeom>
              <a:avLst/>
              <a:gdLst>
                <a:gd name="T0" fmla="*/ 11 w 39"/>
                <a:gd name="T1" fmla="*/ 0 h 35"/>
                <a:gd name="T2" fmla="*/ 34 w 39"/>
                <a:gd name="T3" fmla="*/ 5 h 35"/>
                <a:gd name="T4" fmla="*/ 38 w 39"/>
                <a:gd name="T5" fmla="*/ 11 h 35"/>
                <a:gd name="T6" fmla="*/ 34 w 39"/>
                <a:gd name="T7" fmla="*/ 30 h 35"/>
                <a:gd name="T8" fmla="*/ 28 w 39"/>
                <a:gd name="T9" fmla="*/ 35 h 35"/>
                <a:gd name="T10" fmla="*/ 5 w 39"/>
                <a:gd name="T11" fmla="*/ 30 h 35"/>
                <a:gd name="T12" fmla="*/ 1 w 39"/>
                <a:gd name="T13" fmla="*/ 24 h 35"/>
                <a:gd name="T14" fmla="*/ 4 w 39"/>
                <a:gd name="T15" fmla="*/ 5 h 35"/>
                <a:gd name="T16" fmla="*/ 11 w 39"/>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5">
                  <a:moveTo>
                    <a:pt x="11" y="0"/>
                  </a:moveTo>
                  <a:cubicBezTo>
                    <a:pt x="34" y="5"/>
                    <a:pt x="34" y="5"/>
                    <a:pt x="34" y="5"/>
                  </a:cubicBezTo>
                  <a:cubicBezTo>
                    <a:pt x="37" y="5"/>
                    <a:pt x="39" y="8"/>
                    <a:pt x="38" y="11"/>
                  </a:cubicBezTo>
                  <a:cubicBezTo>
                    <a:pt x="34" y="30"/>
                    <a:pt x="34" y="30"/>
                    <a:pt x="34" y="30"/>
                  </a:cubicBezTo>
                  <a:cubicBezTo>
                    <a:pt x="34" y="33"/>
                    <a:pt x="31" y="35"/>
                    <a:pt x="28" y="35"/>
                  </a:cubicBezTo>
                  <a:cubicBezTo>
                    <a:pt x="5" y="30"/>
                    <a:pt x="5" y="30"/>
                    <a:pt x="5" y="30"/>
                  </a:cubicBezTo>
                  <a:cubicBezTo>
                    <a:pt x="2" y="30"/>
                    <a:pt x="0" y="27"/>
                    <a:pt x="1" y="24"/>
                  </a:cubicBezTo>
                  <a:cubicBezTo>
                    <a:pt x="4" y="5"/>
                    <a:pt x="4" y="5"/>
                    <a:pt x="4" y="5"/>
                  </a:cubicBezTo>
                  <a:cubicBezTo>
                    <a:pt x="5" y="2"/>
                    <a:pt x="8" y="0"/>
                    <a:pt x="11"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6" name="Freeform 44"/>
            <p:cNvSpPr>
              <a:spLocks/>
            </p:cNvSpPr>
            <p:nvPr/>
          </p:nvSpPr>
          <p:spPr bwMode="auto">
            <a:xfrm>
              <a:off x="715963" y="3165475"/>
              <a:ext cx="80963" cy="76200"/>
            </a:xfrm>
            <a:custGeom>
              <a:avLst/>
              <a:gdLst>
                <a:gd name="T0" fmla="*/ 10 w 38"/>
                <a:gd name="T1" fmla="*/ 1 h 36"/>
                <a:gd name="T2" fmla="*/ 33 w 38"/>
                <a:gd name="T3" fmla="*/ 5 h 36"/>
                <a:gd name="T4" fmla="*/ 37 w 38"/>
                <a:gd name="T5" fmla="*/ 12 h 36"/>
                <a:gd name="T6" fmla="*/ 34 w 38"/>
                <a:gd name="T7" fmla="*/ 31 h 36"/>
                <a:gd name="T8" fmla="*/ 27 w 38"/>
                <a:gd name="T9" fmla="*/ 35 h 36"/>
                <a:gd name="T10" fmla="*/ 5 w 38"/>
                <a:gd name="T11" fmla="*/ 31 h 36"/>
                <a:gd name="T12" fmla="*/ 0 w 38"/>
                <a:gd name="T13" fmla="*/ 25 h 36"/>
                <a:gd name="T14" fmla="*/ 4 w 38"/>
                <a:gd name="T15" fmla="*/ 5 h 36"/>
                <a:gd name="T16" fmla="*/ 10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1"/>
                  </a:moveTo>
                  <a:cubicBezTo>
                    <a:pt x="33" y="5"/>
                    <a:pt x="33" y="5"/>
                    <a:pt x="33" y="5"/>
                  </a:cubicBezTo>
                  <a:cubicBezTo>
                    <a:pt x="36" y="6"/>
                    <a:pt x="38" y="9"/>
                    <a:pt x="37" y="12"/>
                  </a:cubicBezTo>
                  <a:cubicBezTo>
                    <a:pt x="34" y="31"/>
                    <a:pt x="34" y="31"/>
                    <a:pt x="34" y="31"/>
                  </a:cubicBezTo>
                  <a:cubicBezTo>
                    <a:pt x="33" y="34"/>
                    <a:pt x="30" y="36"/>
                    <a:pt x="27" y="35"/>
                  </a:cubicBezTo>
                  <a:cubicBezTo>
                    <a:pt x="5" y="31"/>
                    <a:pt x="5" y="31"/>
                    <a:pt x="5" y="31"/>
                  </a:cubicBezTo>
                  <a:cubicBezTo>
                    <a:pt x="2" y="31"/>
                    <a:pt x="0" y="28"/>
                    <a:pt x="0" y="25"/>
                  </a:cubicBezTo>
                  <a:cubicBezTo>
                    <a:pt x="4" y="5"/>
                    <a:pt x="4" y="5"/>
                    <a:pt x="4" y="5"/>
                  </a:cubicBezTo>
                  <a:cubicBezTo>
                    <a:pt x="5" y="2"/>
                    <a:pt x="7" y="0"/>
                    <a:pt x="10"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7" name="Freeform 45"/>
            <p:cNvSpPr>
              <a:spLocks/>
            </p:cNvSpPr>
            <p:nvPr/>
          </p:nvSpPr>
          <p:spPr bwMode="auto">
            <a:xfrm>
              <a:off x="622300" y="3148012"/>
              <a:ext cx="82550" cy="76200"/>
            </a:xfrm>
            <a:custGeom>
              <a:avLst/>
              <a:gdLst>
                <a:gd name="T0" fmla="*/ 11 w 39"/>
                <a:gd name="T1" fmla="*/ 0 h 36"/>
                <a:gd name="T2" fmla="*/ 34 w 39"/>
                <a:gd name="T3" fmla="*/ 5 h 36"/>
                <a:gd name="T4" fmla="*/ 38 w 39"/>
                <a:gd name="T5" fmla="*/ 11 h 36"/>
                <a:gd name="T6" fmla="*/ 34 w 39"/>
                <a:gd name="T7" fmla="*/ 31 h 36"/>
                <a:gd name="T8" fmla="*/ 28 w 39"/>
                <a:gd name="T9" fmla="*/ 35 h 36"/>
                <a:gd name="T10" fmla="*/ 5 w 39"/>
                <a:gd name="T11" fmla="*/ 31 h 36"/>
                <a:gd name="T12" fmla="*/ 1 w 39"/>
                <a:gd name="T13" fmla="*/ 24 h 36"/>
                <a:gd name="T14" fmla="*/ 4 w 39"/>
                <a:gd name="T15" fmla="*/ 5 h 36"/>
                <a:gd name="T16" fmla="*/ 11 w 3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0"/>
                  </a:moveTo>
                  <a:cubicBezTo>
                    <a:pt x="34" y="5"/>
                    <a:pt x="34" y="5"/>
                    <a:pt x="34" y="5"/>
                  </a:cubicBezTo>
                  <a:cubicBezTo>
                    <a:pt x="37" y="5"/>
                    <a:pt x="39" y="8"/>
                    <a:pt x="38" y="11"/>
                  </a:cubicBezTo>
                  <a:cubicBezTo>
                    <a:pt x="34" y="31"/>
                    <a:pt x="34" y="31"/>
                    <a:pt x="34" y="31"/>
                  </a:cubicBezTo>
                  <a:cubicBezTo>
                    <a:pt x="34" y="34"/>
                    <a:pt x="31" y="36"/>
                    <a:pt x="28" y="35"/>
                  </a:cubicBezTo>
                  <a:cubicBezTo>
                    <a:pt x="5" y="31"/>
                    <a:pt x="5" y="31"/>
                    <a:pt x="5" y="31"/>
                  </a:cubicBezTo>
                  <a:cubicBezTo>
                    <a:pt x="2" y="30"/>
                    <a:pt x="0" y="27"/>
                    <a:pt x="1" y="24"/>
                  </a:cubicBezTo>
                  <a:cubicBezTo>
                    <a:pt x="4" y="5"/>
                    <a:pt x="4" y="5"/>
                    <a:pt x="4" y="5"/>
                  </a:cubicBezTo>
                  <a:cubicBezTo>
                    <a:pt x="5" y="2"/>
                    <a:pt x="8" y="0"/>
                    <a:pt x="11"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8" name="Freeform 46"/>
            <p:cNvSpPr>
              <a:spLocks/>
            </p:cNvSpPr>
            <p:nvPr/>
          </p:nvSpPr>
          <p:spPr bwMode="auto">
            <a:xfrm>
              <a:off x="531813" y="3132137"/>
              <a:ext cx="80963" cy="73025"/>
            </a:xfrm>
            <a:custGeom>
              <a:avLst/>
              <a:gdLst>
                <a:gd name="T0" fmla="*/ 10 w 38"/>
                <a:gd name="T1" fmla="*/ 0 h 35"/>
                <a:gd name="T2" fmla="*/ 33 w 38"/>
                <a:gd name="T3" fmla="*/ 4 h 35"/>
                <a:gd name="T4" fmla="*/ 37 w 38"/>
                <a:gd name="T5" fmla="*/ 11 h 35"/>
                <a:gd name="T6" fmla="*/ 34 w 38"/>
                <a:gd name="T7" fmla="*/ 30 h 35"/>
                <a:gd name="T8" fmla="*/ 27 w 38"/>
                <a:gd name="T9" fmla="*/ 35 h 35"/>
                <a:gd name="T10" fmla="*/ 5 w 38"/>
                <a:gd name="T11" fmla="*/ 30 h 35"/>
                <a:gd name="T12" fmla="*/ 0 w 38"/>
                <a:gd name="T13" fmla="*/ 24 h 35"/>
                <a:gd name="T14" fmla="*/ 4 w 38"/>
                <a:gd name="T15" fmla="*/ 4 h 35"/>
                <a:gd name="T16" fmla="*/ 10 w 38"/>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5">
                  <a:moveTo>
                    <a:pt x="10" y="0"/>
                  </a:moveTo>
                  <a:cubicBezTo>
                    <a:pt x="33" y="4"/>
                    <a:pt x="33" y="4"/>
                    <a:pt x="33" y="4"/>
                  </a:cubicBezTo>
                  <a:cubicBezTo>
                    <a:pt x="36" y="5"/>
                    <a:pt x="38" y="8"/>
                    <a:pt x="37" y="11"/>
                  </a:cubicBezTo>
                  <a:cubicBezTo>
                    <a:pt x="34" y="30"/>
                    <a:pt x="34" y="30"/>
                    <a:pt x="34" y="30"/>
                  </a:cubicBezTo>
                  <a:cubicBezTo>
                    <a:pt x="33" y="33"/>
                    <a:pt x="30" y="35"/>
                    <a:pt x="27" y="35"/>
                  </a:cubicBezTo>
                  <a:cubicBezTo>
                    <a:pt x="5" y="30"/>
                    <a:pt x="5" y="30"/>
                    <a:pt x="5" y="30"/>
                  </a:cubicBezTo>
                  <a:cubicBezTo>
                    <a:pt x="2" y="30"/>
                    <a:pt x="0" y="27"/>
                    <a:pt x="0" y="24"/>
                  </a:cubicBezTo>
                  <a:cubicBezTo>
                    <a:pt x="4" y="4"/>
                    <a:pt x="4" y="4"/>
                    <a:pt x="4" y="4"/>
                  </a:cubicBezTo>
                  <a:cubicBezTo>
                    <a:pt x="5" y="1"/>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9" name="Freeform 47"/>
            <p:cNvSpPr>
              <a:spLocks/>
            </p:cNvSpPr>
            <p:nvPr/>
          </p:nvSpPr>
          <p:spPr bwMode="auto">
            <a:xfrm>
              <a:off x="428625" y="3109912"/>
              <a:ext cx="88900" cy="79375"/>
            </a:xfrm>
            <a:custGeom>
              <a:avLst/>
              <a:gdLst>
                <a:gd name="T0" fmla="*/ 11 w 42"/>
                <a:gd name="T1" fmla="*/ 1 h 37"/>
                <a:gd name="T2" fmla="*/ 37 w 42"/>
                <a:gd name="T3" fmla="*/ 6 h 37"/>
                <a:gd name="T4" fmla="*/ 41 w 42"/>
                <a:gd name="T5" fmla="*/ 12 h 37"/>
                <a:gd name="T6" fmla="*/ 37 w 42"/>
                <a:gd name="T7" fmla="*/ 32 h 37"/>
                <a:gd name="T8" fmla="*/ 31 w 42"/>
                <a:gd name="T9" fmla="*/ 36 h 37"/>
                <a:gd name="T10" fmla="*/ 5 w 42"/>
                <a:gd name="T11" fmla="*/ 31 h 37"/>
                <a:gd name="T12" fmla="*/ 0 w 42"/>
                <a:gd name="T13" fmla="*/ 25 h 37"/>
                <a:gd name="T14" fmla="*/ 4 w 42"/>
                <a:gd name="T15" fmla="*/ 5 h 37"/>
                <a:gd name="T16" fmla="*/ 11 w 42"/>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11" y="1"/>
                  </a:moveTo>
                  <a:cubicBezTo>
                    <a:pt x="37" y="6"/>
                    <a:pt x="37" y="6"/>
                    <a:pt x="37" y="6"/>
                  </a:cubicBezTo>
                  <a:cubicBezTo>
                    <a:pt x="40" y="6"/>
                    <a:pt x="42" y="9"/>
                    <a:pt x="41" y="12"/>
                  </a:cubicBezTo>
                  <a:cubicBezTo>
                    <a:pt x="37" y="32"/>
                    <a:pt x="37" y="32"/>
                    <a:pt x="37" y="32"/>
                  </a:cubicBezTo>
                  <a:cubicBezTo>
                    <a:pt x="37" y="35"/>
                    <a:pt x="34" y="37"/>
                    <a:pt x="31" y="36"/>
                  </a:cubicBezTo>
                  <a:cubicBezTo>
                    <a:pt x="5" y="31"/>
                    <a:pt x="5" y="31"/>
                    <a:pt x="5" y="31"/>
                  </a:cubicBezTo>
                  <a:cubicBezTo>
                    <a:pt x="2" y="30"/>
                    <a:pt x="0" y="28"/>
                    <a:pt x="0"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0" name="Freeform 48"/>
            <p:cNvSpPr>
              <a:spLocks/>
            </p:cNvSpPr>
            <p:nvPr/>
          </p:nvSpPr>
          <p:spPr bwMode="auto">
            <a:xfrm>
              <a:off x="1612900" y="3419475"/>
              <a:ext cx="90488" cy="98425"/>
            </a:xfrm>
            <a:custGeom>
              <a:avLst/>
              <a:gdLst>
                <a:gd name="T0" fmla="*/ 13 w 43"/>
                <a:gd name="T1" fmla="*/ 1 h 46"/>
                <a:gd name="T2" fmla="*/ 37 w 43"/>
                <a:gd name="T3" fmla="*/ 6 h 46"/>
                <a:gd name="T4" fmla="*/ 42 w 43"/>
                <a:gd name="T5" fmla="*/ 13 h 46"/>
                <a:gd name="T6" fmla="*/ 37 w 43"/>
                <a:gd name="T7" fmla="*/ 40 h 46"/>
                <a:gd name="T8" fmla="*/ 29 w 43"/>
                <a:gd name="T9" fmla="*/ 45 h 46"/>
                <a:gd name="T10" fmla="*/ 6 w 43"/>
                <a:gd name="T11" fmla="*/ 41 h 46"/>
                <a:gd name="T12" fmla="*/ 1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6"/>
                    <a:pt x="37" y="6"/>
                    <a:pt x="37" y="6"/>
                  </a:cubicBezTo>
                  <a:cubicBezTo>
                    <a:pt x="40" y="6"/>
                    <a:pt x="43" y="10"/>
                    <a:pt x="42" y="13"/>
                  </a:cubicBezTo>
                  <a:cubicBezTo>
                    <a:pt x="37" y="40"/>
                    <a:pt x="37" y="40"/>
                    <a:pt x="37" y="40"/>
                  </a:cubicBezTo>
                  <a:cubicBezTo>
                    <a:pt x="36" y="44"/>
                    <a:pt x="33" y="46"/>
                    <a:pt x="29" y="45"/>
                  </a:cubicBezTo>
                  <a:cubicBezTo>
                    <a:pt x="6" y="41"/>
                    <a:pt x="6" y="41"/>
                    <a:pt x="6" y="41"/>
                  </a:cubicBezTo>
                  <a:cubicBezTo>
                    <a:pt x="2" y="40"/>
                    <a:pt x="0" y="37"/>
                    <a:pt x="1" y="33"/>
                  </a:cubicBezTo>
                  <a:cubicBezTo>
                    <a:pt x="6" y="6"/>
                    <a:pt x="6" y="6"/>
                    <a:pt x="6" y="6"/>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1" name="Freeform 49"/>
            <p:cNvSpPr>
              <a:spLocks/>
            </p:cNvSpPr>
            <p:nvPr/>
          </p:nvSpPr>
          <p:spPr bwMode="auto">
            <a:xfrm>
              <a:off x="1512888" y="3400425"/>
              <a:ext cx="90488" cy="98425"/>
            </a:xfrm>
            <a:custGeom>
              <a:avLst/>
              <a:gdLst>
                <a:gd name="T0" fmla="*/ 13 w 43"/>
                <a:gd name="T1" fmla="*/ 1 h 46"/>
                <a:gd name="T2" fmla="*/ 37 w 43"/>
                <a:gd name="T3" fmla="*/ 6 h 46"/>
                <a:gd name="T4" fmla="*/ 42 w 43"/>
                <a:gd name="T5" fmla="*/ 13 h 46"/>
                <a:gd name="T6" fmla="*/ 37 w 43"/>
                <a:gd name="T7" fmla="*/ 40 h 46"/>
                <a:gd name="T8" fmla="*/ 29 w 43"/>
                <a:gd name="T9" fmla="*/ 45 h 46"/>
                <a:gd name="T10" fmla="*/ 6 w 43"/>
                <a:gd name="T11" fmla="*/ 41 h 46"/>
                <a:gd name="T12" fmla="*/ 0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6"/>
                    <a:pt x="37" y="6"/>
                    <a:pt x="37" y="6"/>
                  </a:cubicBezTo>
                  <a:cubicBezTo>
                    <a:pt x="40" y="6"/>
                    <a:pt x="43" y="10"/>
                    <a:pt x="42" y="13"/>
                  </a:cubicBezTo>
                  <a:cubicBezTo>
                    <a:pt x="37" y="40"/>
                    <a:pt x="37" y="40"/>
                    <a:pt x="37" y="40"/>
                  </a:cubicBezTo>
                  <a:cubicBezTo>
                    <a:pt x="36" y="44"/>
                    <a:pt x="33" y="46"/>
                    <a:pt x="29" y="45"/>
                  </a:cubicBezTo>
                  <a:cubicBezTo>
                    <a:pt x="6" y="41"/>
                    <a:pt x="6" y="41"/>
                    <a:pt x="6" y="41"/>
                  </a:cubicBezTo>
                  <a:cubicBezTo>
                    <a:pt x="2" y="40"/>
                    <a:pt x="0" y="37"/>
                    <a:pt x="0" y="33"/>
                  </a:cubicBezTo>
                  <a:cubicBezTo>
                    <a:pt x="6" y="6"/>
                    <a:pt x="6" y="6"/>
                    <a:pt x="6" y="6"/>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2" name="Freeform 50"/>
            <p:cNvSpPr>
              <a:spLocks/>
            </p:cNvSpPr>
            <p:nvPr/>
          </p:nvSpPr>
          <p:spPr bwMode="auto">
            <a:xfrm>
              <a:off x="1412875" y="3381375"/>
              <a:ext cx="88900" cy="98425"/>
            </a:xfrm>
            <a:custGeom>
              <a:avLst/>
              <a:gdLst>
                <a:gd name="T0" fmla="*/ 13 w 42"/>
                <a:gd name="T1" fmla="*/ 1 h 46"/>
                <a:gd name="T2" fmla="*/ 36 w 42"/>
                <a:gd name="T3" fmla="*/ 6 h 46"/>
                <a:gd name="T4" fmla="*/ 42 w 42"/>
                <a:gd name="T5" fmla="*/ 13 h 46"/>
                <a:gd name="T6" fmla="*/ 37 w 42"/>
                <a:gd name="T7" fmla="*/ 40 h 46"/>
                <a:gd name="T8" fmla="*/ 29 w 42"/>
                <a:gd name="T9" fmla="*/ 45 h 46"/>
                <a:gd name="T10" fmla="*/ 5 w 42"/>
                <a:gd name="T11" fmla="*/ 41 h 46"/>
                <a:gd name="T12" fmla="*/ 0 w 42"/>
                <a:gd name="T13" fmla="*/ 33 h 46"/>
                <a:gd name="T14" fmla="*/ 5 w 42"/>
                <a:gd name="T15" fmla="*/ 6 h 46"/>
                <a:gd name="T16" fmla="*/ 13 w 42"/>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6">
                  <a:moveTo>
                    <a:pt x="13" y="1"/>
                  </a:moveTo>
                  <a:cubicBezTo>
                    <a:pt x="36" y="6"/>
                    <a:pt x="36" y="6"/>
                    <a:pt x="36" y="6"/>
                  </a:cubicBezTo>
                  <a:cubicBezTo>
                    <a:pt x="40" y="6"/>
                    <a:pt x="42" y="10"/>
                    <a:pt x="42" y="13"/>
                  </a:cubicBezTo>
                  <a:cubicBezTo>
                    <a:pt x="37" y="40"/>
                    <a:pt x="37" y="40"/>
                    <a:pt x="37" y="40"/>
                  </a:cubicBezTo>
                  <a:cubicBezTo>
                    <a:pt x="36" y="43"/>
                    <a:pt x="32" y="46"/>
                    <a:pt x="29" y="45"/>
                  </a:cubicBezTo>
                  <a:cubicBezTo>
                    <a:pt x="5" y="41"/>
                    <a:pt x="5" y="41"/>
                    <a:pt x="5" y="41"/>
                  </a:cubicBezTo>
                  <a:cubicBezTo>
                    <a:pt x="2" y="40"/>
                    <a:pt x="0" y="37"/>
                    <a:pt x="0" y="33"/>
                  </a:cubicBezTo>
                  <a:cubicBezTo>
                    <a:pt x="5" y="6"/>
                    <a:pt x="5" y="6"/>
                    <a:pt x="5" y="6"/>
                  </a:cubicBezTo>
                  <a:cubicBezTo>
                    <a:pt x="6" y="3"/>
                    <a:pt x="9"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3" name="Freeform 51"/>
            <p:cNvSpPr>
              <a:spLocks/>
            </p:cNvSpPr>
            <p:nvPr/>
          </p:nvSpPr>
          <p:spPr bwMode="auto">
            <a:xfrm>
              <a:off x="1311275" y="3362325"/>
              <a:ext cx="92075" cy="98425"/>
            </a:xfrm>
            <a:custGeom>
              <a:avLst/>
              <a:gdLst>
                <a:gd name="T0" fmla="*/ 14 w 43"/>
                <a:gd name="T1" fmla="*/ 1 h 46"/>
                <a:gd name="T2" fmla="*/ 37 w 43"/>
                <a:gd name="T3" fmla="*/ 5 h 46"/>
                <a:gd name="T4" fmla="*/ 42 w 43"/>
                <a:gd name="T5" fmla="*/ 13 h 46"/>
                <a:gd name="T6" fmla="*/ 37 w 43"/>
                <a:gd name="T7" fmla="*/ 40 h 46"/>
                <a:gd name="T8" fmla="*/ 30 w 43"/>
                <a:gd name="T9" fmla="*/ 45 h 46"/>
                <a:gd name="T10" fmla="*/ 6 w 43"/>
                <a:gd name="T11" fmla="*/ 41 h 46"/>
                <a:gd name="T12" fmla="*/ 1 w 43"/>
                <a:gd name="T13" fmla="*/ 33 h 46"/>
                <a:gd name="T14" fmla="*/ 6 w 43"/>
                <a:gd name="T15" fmla="*/ 6 h 46"/>
                <a:gd name="T16" fmla="*/ 14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4" y="1"/>
                  </a:moveTo>
                  <a:cubicBezTo>
                    <a:pt x="37" y="5"/>
                    <a:pt x="37" y="5"/>
                    <a:pt x="37" y="5"/>
                  </a:cubicBezTo>
                  <a:cubicBezTo>
                    <a:pt x="41" y="6"/>
                    <a:pt x="43" y="10"/>
                    <a:pt x="42" y="13"/>
                  </a:cubicBezTo>
                  <a:cubicBezTo>
                    <a:pt x="37" y="40"/>
                    <a:pt x="37" y="40"/>
                    <a:pt x="37" y="40"/>
                  </a:cubicBezTo>
                  <a:cubicBezTo>
                    <a:pt x="37" y="43"/>
                    <a:pt x="33" y="46"/>
                    <a:pt x="30" y="45"/>
                  </a:cubicBezTo>
                  <a:cubicBezTo>
                    <a:pt x="6" y="41"/>
                    <a:pt x="6" y="41"/>
                    <a:pt x="6" y="41"/>
                  </a:cubicBezTo>
                  <a:cubicBezTo>
                    <a:pt x="3" y="40"/>
                    <a:pt x="0" y="36"/>
                    <a:pt x="1" y="33"/>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4" name="Freeform 52"/>
            <p:cNvSpPr>
              <a:spLocks/>
            </p:cNvSpPr>
            <p:nvPr/>
          </p:nvSpPr>
          <p:spPr bwMode="auto">
            <a:xfrm>
              <a:off x="1211263" y="3343275"/>
              <a:ext cx="92075" cy="98425"/>
            </a:xfrm>
            <a:custGeom>
              <a:avLst/>
              <a:gdLst>
                <a:gd name="T0" fmla="*/ 14 w 43"/>
                <a:gd name="T1" fmla="*/ 1 h 46"/>
                <a:gd name="T2" fmla="*/ 37 w 43"/>
                <a:gd name="T3" fmla="*/ 5 h 46"/>
                <a:gd name="T4" fmla="*/ 42 w 43"/>
                <a:gd name="T5" fmla="*/ 13 h 46"/>
                <a:gd name="T6" fmla="*/ 37 w 43"/>
                <a:gd name="T7" fmla="*/ 40 h 46"/>
                <a:gd name="T8" fmla="*/ 29 w 43"/>
                <a:gd name="T9" fmla="*/ 45 h 46"/>
                <a:gd name="T10" fmla="*/ 6 w 43"/>
                <a:gd name="T11" fmla="*/ 41 h 46"/>
                <a:gd name="T12" fmla="*/ 1 w 43"/>
                <a:gd name="T13" fmla="*/ 33 h 46"/>
                <a:gd name="T14" fmla="*/ 6 w 43"/>
                <a:gd name="T15" fmla="*/ 6 h 46"/>
                <a:gd name="T16" fmla="*/ 14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4" y="1"/>
                  </a:moveTo>
                  <a:cubicBezTo>
                    <a:pt x="37" y="5"/>
                    <a:pt x="37" y="5"/>
                    <a:pt x="37" y="5"/>
                  </a:cubicBezTo>
                  <a:cubicBezTo>
                    <a:pt x="41" y="6"/>
                    <a:pt x="43" y="10"/>
                    <a:pt x="42" y="13"/>
                  </a:cubicBezTo>
                  <a:cubicBezTo>
                    <a:pt x="37" y="40"/>
                    <a:pt x="37" y="40"/>
                    <a:pt x="37" y="40"/>
                  </a:cubicBezTo>
                  <a:cubicBezTo>
                    <a:pt x="37" y="43"/>
                    <a:pt x="33" y="46"/>
                    <a:pt x="29" y="45"/>
                  </a:cubicBezTo>
                  <a:cubicBezTo>
                    <a:pt x="6" y="41"/>
                    <a:pt x="6" y="41"/>
                    <a:pt x="6" y="41"/>
                  </a:cubicBezTo>
                  <a:cubicBezTo>
                    <a:pt x="3" y="40"/>
                    <a:pt x="0" y="36"/>
                    <a:pt x="1" y="33"/>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5" name="Freeform 53"/>
            <p:cNvSpPr>
              <a:spLocks/>
            </p:cNvSpPr>
            <p:nvPr/>
          </p:nvSpPr>
          <p:spPr bwMode="auto">
            <a:xfrm>
              <a:off x="1112838" y="3324225"/>
              <a:ext cx="90488" cy="98425"/>
            </a:xfrm>
            <a:custGeom>
              <a:avLst/>
              <a:gdLst>
                <a:gd name="T0" fmla="*/ 13 w 43"/>
                <a:gd name="T1" fmla="*/ 1 h 46"/>
                <a:gd name="T2" fmla="*/ 37 w 43"/>
                <a:gd name="T3" fmla="*/ 5 h 46"/>
                <a:gd name="T4" fmla="*/ 42 w 43"/>
                <a:gd name="T5" fmla="*/ 13 h 46"/>
                <a:gd name="T6" fmla="*/ 37 w 43"/>
                <a:gd name="T7" fmla="*/ 40 h 46"/>
                <a:gd name="T8" fmla="*/ 29 w 43"/>
                <a:gd name="T9" fmla="*/ 45 h 46"/>
                <a:gd name="T10" fmla="*/ 6 w 43"/>
                <a:gd name="T11" fmla="*/ 40 h 46"/>
                <a:gd name="T12" fmla="*/ 1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5"/>
                    <a:pt x="37" y="5"/>
                    <a:pt x="37" y="5"/>
                  </a:cubicBezTo>
                  <a:cubicBezTo>
                    <a:pt x="40" y="6"/>
                    <a:pt x="43" y="10"/>
                    <a:pt x="42" y="13"/>
                  </a:cubicBezTo>
                  <a:cubicBezTo>
                    <a:pt x="37" y="40"/>
                    <a:pt x="37" y="40"/>
                    <a:pt x="37" y="40"/>
                  </a:cubicBezTo>
                  <a:cubicBezTo>
                    <a:pt x="36" y="43"/>
                    <a:pt x="33" y="46"/>
                    <a:pt x="29" y="45"/>
                  </a:cubicBezTo>
                  <a:cubicBezTo>
                    <a:pt x="6" y="40"/>
                    <a:pt x="6" y="40"/>
                    <a:pt x="6" y="40"/>
                  </a:cubicBezTo>
                  <a:cubicBezTo>
                    <a:pt x="2" y="40"/>
                    <a:pt x="0" y="36"/>
                    <a:pt x="1" y="33"/>
                  </a:cubicBezTo>
                  <a:cubicBezTo>
                    <a:pt x="6" y="6"/>
                    <a:pt x="6" y="6"/>
                    <a:pt x="6" y="6"/>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6" name="Freeform 54"/>
            <p:cNvSpPr>
              <a:spLocks/>
            </p:cNvSpPr>
            <p:nvPr/>
          </p:nvSpPr>
          <p:spPr bwMode="auto">
            <a:xfrm>
              <a:off x="1012825" y="3305175"/>
              <a:ext cx="90488" cy="98425"/>
            </a:xfrm>
            <a:custGeom>
              <a:avLst/>
              <a:gdLst>
                <a:gd name="T0" fmla="*/ 13 w 43"/>
                <a:gd name="T1" fmla="*/ 1 h 46"/>
                <a:gd name="T2" fmla="*/ 37 w 43"/>
                <a:gd name="T3" fmla="*/ 5 h 46"/>
                <a:gd name="T4" fmla="*/ 42 w 43"/>
                <a:gd name="T5" fmla="*/ 13 h 46"/>
                <a:gd name="T6" fmla="*/ 37 w 43"/>
                <a:gd name="T7" fmla="*/ 40 h 46"/>
                <a:gd name="T8" fmla="*/ 29 w 43"/>
                <a:gd name="T9" fmla="*/ 45 h 46"/>
                <a:gd name="T10" fmla="*/ 6 w 43"/>
                <a:gd name="T11" fmla="*/ 40 h 46"/>
                <a:gd name="T12" fmla="*/ 0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5"/>
                    <a:pt x="37" y="5"/>
                    <a:pt x="37" y="5"/>
                  </a:cubicBezTo>
                  <a:cubicBezTo>
                    <a:pt x="40" y="6"/>
                    <a:pt x="43" y="9"/>
                    <a:pt x="42" y="13"/>
                  </a:cubicBezTo>
                  <a:cubicBezTo>
                    <a:pt x="37" y="40"/>
                    <a:pt x="37" y="40"/>
                    <a:pt x="37" y="40"/>
                  </a:cubicBezTo>
                  <a:cubicBezTo>
                    <a:pt x="36" y="43"/>
                    <a:pt x="33" y="46"/>
                    <a:pt x="29" y="45"/>
                  </a:cubicBezTo>
                  <a:cubicBezTo>
                    <a:pt x="6" y="40"/>
                    <a:pt x="6" y="40"/>
                    <a:pt x="6" y="40"/>
                  </a:cubicBezTo>
                  <a:cubicBezTo>
                    <a:pt x="2" y="40"/>
                    <a:pt x="0" y="36"/>
                    <a:pt x="0" y="33"/>
                  </a:cubicBezTo>
                  <a:cubicBezTo>
                    <a:pt x="6" y="6"/>
                    <a:pt x="6" y="6"/>
                    <a:pt x="6" y="6"/>
                  </a:cubicBezTo>
                  <a:cubicBezTo>
                    <a:pt x="6" y="2"/>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7" name="Freeform 55"/>
            <p:cNvSpPr>
              <a:spLocks/>
            </p:cNvSpPr>
            <p:nvPr/>
          </p:nvSpPr>
          <p:spPr bwMode="auto">
            <a:xfrm>
              <a:off x="912813" y="3286125"/>
              <a:ext cx="88900" cy="96838"/>
            </a:xfrm>
            <a:custGeom>
              <a:avLst/>
              <a:gdLst>
                <a:gd name="T0" fmla="*/ 13 w 42"/>
                <a:gd name="T1" fmla="*/ 1 h 46"/>
                <a:gd name="T2" fmla="*/ 36 w 42"/>
                <a:gd name="T3" fmla="*/ 5 h 46"/>
                <a:gd name="T4" fmla="*/ 42 w 42"/>
                <a:gd name="T5" fmla="*/ 13 h 46"/>
                <a:gd name="T6" fmla="*/ 37 w 42"/>
                <a:gd name="T7" fmla="*/ 40 h 46"/>
                <a:gd name="T8" fmla="*/ 29 w 42"/>
                <a:gd name="T9" fmla="*/ 45 h 46"/>
                <a:gd name="T10" fmla="*/ 5 w 42"/>
                <a:gd name="T11" fmla="*/ 40 h 46"/>
                <a:gd name="T12" fmla="*/ 0 w 42"/>
                <a:gd name="T13" fmla="*/ 33 h 46"/>
                <a:gd name="T14" fmla="*/ 5 w 42"/>
                <a:gd name="T15" fmla="*/ 6 h 46"/>
                <a:gd name="T16" fmla="*/ 13 w 42"/>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6">
                  <a:moveTo>
                    <a:pt x="13" y="1"/>
                  </a:moveTo>
                  <a:cubicBezTo>
                    <a:pt x="36" y="5"/>
                    <a:pt x="36" y="5"/>
                    <a:pt x="36" y="5"/>
                  </a:cubicBezTo>
                  <a:cubicBezTo>
                    <a:pt x="40" y="6"/>
                    <a:pt x="42" y="9"/>
                    <a:pt x="42" y="13"/>
                  </a:cubicBezTo>
                  <a:cubicBezTo>
                    <a:pt x="37" y="40"/>
                    <a:pt x="37" y="40"/>
                    <a:pt x="37" y="40"/>
                  </a:cubicBezTo>
                  <a:cubicBezTo>
                    <a:pt x="36" y="43"/>
                    <a:pt x="32" y="46"/>
                    <a:pt x="29" y="45"/>
                  </a:cubicBezTo>
                  <a:cubicBezTo>
                    <a:pt x="5" y="40"/>
                    <a:pt x="5" y="40"/>
                    <a:pt x="5" y="40"/>
                  </a:cubicBezTo>
                  <a:cubicBezTo>
                    <a:pt x="2" y="40"/>
                    <a:pt x="0" y="36"/>
                    <a:pt x="0" y="33"/>
                  </a:cubicBezTo>
                  <a:cubicBezTo>
                    <a:pt x="5" y="6"/>
                    <a:pt x="5" y="6"/>
                    <a:pt x="5" y="6"/>
                  </a:cubicBezTo>
                  <a:cubicBezTo>
                    <a:pt x="6" y="2"/>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8" name="Freeform 56"/>
            <p:cNvSpPr>
              <a:spLocks/>
            </p:cNvSpPr>
            <p:nvPr/>
          </p:nvSpPr>
          <p:spPr bwMode="auto">
            <a:xfrm>
              <a:off x="811213" y="3267075"/>
              <a:ext cx="92075" cy="95250"/>
            </a:xfrm>
            <a:custGeom>
              <a:avLst/>
              <a:gdLst>
                <a:gd name="T0" fmla="*/ 14 w 43"/>
                <a:gd name="T1" fmla="*/ 1 h 45"/>
                <a:gd name="T2" fmla="*/ 37 w 43"/>
                <a:gd name="T3" fmla="*/ 5 h 45"/>
                <a:gd name="T4" fmla="*/ 43 w 43"/>
                <a:gd name="T5" fmla="*/ 13 h 45"/>
                <a:gd name="T6" fmla="*/ 37 w 43"/>
                <a:gd name="T7" fmla="*/ 40 h 45"/>
                <a:gd name="T8" fmla="*/ 30 w 43"/>
                <a:gd name="T9" fmla="*/ 45 h 45"/>
                <a:gd name="T10" fmla="*/ 6 w 43"/>
                <a:gd name="T11" fmla="*/ 40 h 45"/>
                <a:gd name="T12" fmla="*/ 1 w 43"/>
                <a:gd name="T13" fmla="*/ 33 h 45"/>
                <a:gd name="T14" fmla="*/ 6 w 43"/>
                <a:gd name="T15" fmla="*/ 6 h 45"/>
                <a:gd name="T16" fmla="*/ 14 w 43"/>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4" y="1"/>
                  </a:moveTo>
                  <a:cubicBezTo>
                    <a:pt x="37" y="5"/>
                    <a:pt x="37" y="5"/>
                    <a:pt x="37" y="5"/>
                  </a:cubicBezTo>
                  <a:cubicBezTo>
                    <a:pt x="41" y="6"/>
                    <a:pt x="43" y="9"/>
                    <a:pt x="43" y="13"/>
                  </a:cubicBezTo>
                  <a:cubicBezTo>
                    <a:pt x="37" y="40"/>
                    <a:pt x="37" y="40"/>
                    <a:pt x="37" y="40"/>
                  </a:cubicBezTo>
                  <a:cubicBezTo>
                    <a:pt x="37" y="43"/>
                    <a:pt x="33" y="45"/>
                    <a:pt x="30" y="45"/>
                  </a:cubicBezTo>
                  <a:cubicBezTo>
                    <a:pt x="6" y="40"/>
                    <a:pt x="6" y="40"/>
                    <a:pt x="6" y="40"/>
                  </a:cubicBezTo>
                  <a:cubicBezTo>
                    <a:pt x="3" y="40"/>
                    <a:pt x="0" y="36"/>
                    <a:pt x="1" y="33"/>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9" name="Freeform 57"/>
            <p:cNvSpPr>
              <a:spLocks/>
            </p:cNvSpPr>
            <p:nvPr/>
          </p:nvSpPr>
          <p:spPr bwMode="auto">
            <a:xfrm>
              <a:off x="711200" y="3248025"/>
              <a:ext cx="92075" cy="95250"/>
            </a:xfrm>
            <a:custGeom>
              <a:avLst/>
              <a:gdLst>
                <a:gd name="T0" fmla="*/ 14 w 43"/>
                <a:gd name="T1" fmla="*/ 1 h 45"/>
                <a:gd name="T2" fmla="*/ 37 w 43"/>
                <a:gd name="T3" fmla="*/ 5 h 45"/>
                <a:gd name="T4" fmla="*/ 42 w 43"/>
                <a:gd name="T5" fmla="*/ 13 h 45"/>
                <a:gd name="T6" fmla="*/ 37 w 43"/>
                <a:gd name="T7" fmla="*/ 39 h 45"/>
                <a:gd name="T8" fmla="*/ 30 w 43"/>
                <a:gd name="T9" fmla="*/ 45 h 45"/>
                <a:gd name="T10" fmla="*/ 6 w 43"/>
                <a:gd name="T11" fmla="*/ 40 h 45"/>
                <a:gd name="T12" fmla="*/ 1 w 43"/>
                <a:gd name="T13" fmla="*/ 33 h 45"/>
                <a:gd name="T14" fmla="*/ 6 w 43"/>
                <a:gd name="T15" fmla="*/ 6 h 45"/>
                <a:gd name="T16" fmla="*/ 14 w 43"/>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4" y="1"/>
                  </a:moveTo>
                  <a:cubicBezTo>
                    <a:pt x="37" y="5"/>
                    <a:pt x="37" y="5"/>
                    <a:pt x="37" y="5"/>
                  </a:cubicBezTo>
                  <a:cubicBezTo>
                    <a:pt x="41" y="6"/>
                    <a:pt x="43" y="9"/>
                    <a:pt x="42" y="13"/>
                  </a:cubicBezTo>
                  <a:cubicBezTo>
                    <a:pt x="37" y="39"/>
                    <a:pt x="37" y="39"/>
                    <a:pt x="37" y="39"/>
                  </a:cubicBezTo>
                  <a:cubicBezTo>
                    <a:pt x="37" y="43"/>
                    <a:pt x="33" y="45"/>
                    <a:pt x="30" y="45"/>
                  </a:cubicBezTo>
                  <a:cubicBezTo>
                    <a:pt x="6" y="40"/>
                    <a:pt x="6" y="40"/>
                    <a:pt x="6" y="40"/>
                  </a:cubicBezTo>
                  <a:cubicBezTo>
                    <a:pt x="3" y="40"/>
                    <a:pt x="0" y="36"/>
                    <a:pt x="1" y="33"/>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0" name="Freeform 58"/>
            <p:cNvSpPr>
              <a:spLocks/>
            </p:cNvSpPr>
            <p:nvPr/>
          </p:nvSpPr>
          <p:spPr bwMode="auto">
            <a:xfrm>
              <a:off x="612775" y="3228975"/>
              <a:ext cx="90488" cy="95250"/>
            </a:xfrm>
            <a:custGeom>
              <a:avLst/>
              <a:gdLst>
                <a:gd name="T0" fmla="*/ 14 w 43"/>
                <a:gd name="T1" fmla="*/ 1 h 45"/>
                <a:gd name="T2" fmla="*/ 37 w 43"/>
                <a:gd name="T3" fmla="*/ 5 h 45"/>
                <a:gd name="T4" fmla="*/ 42 w 43"/>
                <a:gd name="T5" fmla="*/ 13 h 45"/>
                <a:gd name="T6" fmla="*/ 37 w 43"/>
                <a:gd name="T7" fmla="*/ 39 h 45"/>
                <a:gd name="T8" fmla="*/ 29 w 43"/>
                <a:gd name="T9" fmla="*/ 45 h 45"/>
                <a:gd name="T10" fmla="*/ 6 w 43"/>
                <a:gd name="T11" fmla="*/ 40 h 45"/>
                <a:gd name="T12" fmla="*/ 1 w 43"/>
                <a:gd name="T13" fmla="*/ 32 h 45"/>
                <a:gd name="T14" fmla="*/ 6 w 43"/>
                <a:gd name="T15" fmla="*/ 6 h 45"/>
                <a:gd name="T16" fmla="*/ 14 w 43"/>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4" y="1"/>
                  </a:moveTo>
                  <a:cubicBezTo>
                    <a:pt x="37" y="5"/>
                    <a:pt x="37" y="5"/>
                    <a:pt x="37" y="5"/>
                  </a:cubicBezTo>
                  <a:cubicBezTo>
                    <a:pt x="40" y="6"/>
                    <a:pt x="43" y="9"/>
                    <a:pt x="42" y="13"/>
                  </a:cubicBezTo>
                  <a:cubicBezTo>
                    <a:pt x="37" y="39"/>
                    <a:pt x="37" y="39"/>
                    <a:pt x="37" y="39"/>
                  </a:cubicBezTo>
                  <a:cubicBezTo>
                    <a:pt x="36" y="43"/>
                    <a:pt x="33" y="45"/>
                    <a:pt x="29" y="45"/>
                  </a:cubicBezTo>
                  <a:cubicBezTo>
                    <a:pt x="6" y="40"/>
                    <a:pt x="6" y="40"/>
                    <a:pt x="6" y="40"/>
                  </a:cubicBezTo>
                  <a:cubicBezTo>
                    <a:pt x="2" y="40"/>
                    <a:pt x="0" y="36"/>
                    <a:pt x="1" y="32"/>
                  </a:cubicBezTo>
                  <a:cubicBezTo>
                    <a:pt x="6" y="6"/>
                    <a:pt x="6" y="6"/>
                    <a:pt x="6"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1" name="Freeform 59"/>
            <p:cNvSpPr>
              <a:spLocks/>
            </p:cNvSpPr>
            <p:nvPr/>
          </p:nvSpPr>
          <p:spPr bwMode="auto">
            <a:xfrm>
              <a:off x="512763" y="3209925"/>
              <a:ext cx="90488" cy="95250"/>
            </a:xfrm>
            <a:custGeom>
              <a:avLst/>
              <a:gdLst>
                <a:gd name="T0" fmla="*/ 13 w 43"/>
                <a:gd name="T1" fmla="*/ 0 h 45"/>
                <a:gd name="T2" fmla="*/ 37 w 43"/>
                <a:gd name="T3" fmla="*/ 5 h 45"/>
                <a:gd name="T4" fmla="*/ 42 w 43"/>
                <a:gd name="T5" fmla="*/ 13 h 45"/>
                <a:gd name="T6" fmla="*/ 37 w 43"/>
                <a:gd name="T7" fmla="*/ 39 h 45"/>
                <a:gd name="T8" fmla="*/ 29 w 43"/>
                <a:gd name="T9" fmla="*/ 45 h 45"/>
                <a:gd name="T10" fmla="*/ 6 w 43"/>
                <a:gd name="T11" fmla="*/ 40 h 45"/>
                <a:gd name="T12" fmla="*/ 0 w 43"/>
                <a:gd name="T13" fmla="*/ 32 h 45"/>
                <a:gd name="T14" fmla="*/ 6 w 43"/>
                <a:gd name="T15" fmla="*/ 6 h 45"/>
                <a:gd name="T16" fmla="*/ 13 w 43"/>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3" y="0"/>
                  </a:moveTo>
                  <a:cubicBezTo>
                    <a:pt x="37" y="5"/>
                    <a:pt x="37" y="5"/>
                    <a:pt x="37" y="5"/>
                  </a:cubicBezTo>
                  <a:cubicBezTo>
                    <a:pt x="40" y="6"/>
                    <a:pt x="43" y="9"/>
                    <a:pt x="42" y="13"/>
                  </a:cubicBezTo>
                  <a:cubicBezTo>
                    <a:pt x="37" y="39"/>
                    <a:pt x="37" y="39"/>
                    <a:pt x="37" y="39"/>
                  </a:cubicBezTo>
                  <a:cubicBezTo>
                    <a:pt x="36" y="43"/>
                    <a:pt x="33" y="45"/>
                    <a:pt x="29" y="45"/>
                  </a:cubicBezTo>
                  <a:cubicBezTo>
                    <a:pt x="6" y="40"/>
                    <a:pt x="6" y="40"/>
                    <a:pt x="6" y="40"/>
                  </a:cubicBezTo>
                  <a:cubicBezTo>
                    <a:pt x="2" y="39"/>
                    <a:pt x="0" y="36"/>
                    <a:pt x="0" y="32"/>
                  </a:cubicBezTo>
                  <a:cubicBezTo>
                    <a:pt x="6" y="6"/>
                    <a:pt x="6" y="6"/>
                    <a:pt x="6" y="6"/>
                  </a:cubicBezTo>
                  <a:cubicBezTo>
                    <a:pt x="6" y="2"/>
                    <a:pt x="10" y="0"/>
                    <a:pt x="13"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2" name="Freeform 60"/>
            <p:cNvSpPr>
              <a:spLocks/>
            </p:cNvSpPr>
            <p:nvPr/>
          </p:nvSpPr>
          <p:spPr bwMode="auto">
            <a:xfrm>
              <a:off x="409575" y="3189287"/>
              <a:ext cx="90488" cy="96838"/>
            </a:xfrm>
            <a:custGeom>
              <a:avLst/>
              <a:gdLst>
                <a:gd name="T0" fmla="*/ 14 w 43"/>
                <a:gd name="T1" fmla="*/ 1 h 46"/>
                <a:gd name="T2" fmla="*/ 37 w 43"/>
                <a:gd name="T3" fmla="*/ 6 h 46"/>
                <a:gd name="T4" fmla="*/ 43 w 43"/>
                <a:gd name="T5" fmla="*/ 14 h 46"/>
                <a:gd name="T6" fmla="*/ 38 w 43"/>
                <a:gd name="T7" fmla="*/ 40 h 46"/>
                <a:gd name="T8" fmla="*/ 30 w 43"/>
                <a:gd name="T9" fmla="*/ 45 h 46"/>
                <a:gd name="T10" fmla="*/ 6 w 43"/>
                <a:gd name="T11" fmla="*/ 41 h 46"/>
                <a:gd name="T12" fmla="*/ 1 w 43"/>
                <a:gd name="T13" fmla="*/ 33 h 46"/>
                <a:gd name="T14" fmla="*/ 6 w 43"/>
                <a:gd name="T15" fmla="*/ 6 h 46"/>
                <a:gd name="T16" fmla="*/ 14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4" y="1"/>
                  </a:moveTo>
                  <a:cubicBezTo>
                    <a:pt x="37" y="6"/>
                    <a:pt x="37" y="6"/>
                    <a:pt x="37" y="6"/>
                  </a:cubicBezTo>
                  <a:cubicBezTo>
                    <a:pt x="41" y="6"/>
                    <a:pt x="43" y="10"/>
                    <a:pt x="43" y="14"/>
                  </a:cubicBezTo>
                  <a:cubicBezTo>
                    <a:pt x="38" y="40"/>
                    <a:pt x="38" y="40"/>
                    <a:pt x="38" y="40"/>
                  </a:cubicBezTo>
                  <a:cubicBezTo>
                    <a:pt x="37" y="44"/>
                    <a:pt x="33" y="46"/>
                    <a:pt x="30" y="45"/>
                  </a:cubicBezTo>
                  <a:cubicBezTo>
                    <a:pt x="6" y="41"/>
                    <a:pt x="6" y="41"/>
                    <a:pt x="6" y="41"/>
                  </a:cubicBezTo>
                  <a:cubicBezTo>
                    <a:pt x="2" y="40"/>
                    <a:pt x="0" y="37"/>
                    <a:pt x="1" y="33"/>
                  </a:cubicBezTo>
                  <a:cubicBezTo>
                    <a:pt x="6" y="6"/>
                    <a:pt x="6" y="6"/>
                    <a:pt x="6"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3" name="Freeform 61"/>
            <p:cNvSpPr>
              <a:spLocks/>
            </p:cNvSpPr>
            <p:nvPr/>
          </p:nvSpPr>
          <p:spPr bwMode="auto">
            <a:xfrm>
              <a:off x="390525" y="3287712"/>
              <a:ext cx="147638" cy="109538"/>
            </a:xfrm>
            <a:custGeom>
              <a:avLst/>
              <a:gdLst>
                <a:gd name="T0" fmla="*/ 14 w 70"/>
                <a:gd name="T1" fmla="*/ 1 h 51"/>
                <a:gd name="T2" fmla="*/ 63 w 70"/>
                <a:gd name="T3" fmla="*/ 10 h 51"/>
                <a:gd name="T4" fmla="*/ 69 w 70"/>
                <a:gd name="T5" fmla="*/ 19 h 51"/>
                <a:gd name="T6" fmla="*/ 64 w 70"/>
                <a:gd name="T7" fmla="*/ 44 h 51"/>
                <a:gd name="T8" fmla="*/ 56 w 70"/>
                <a:gd name="T9" fmla="*/ 50 h 51"/>
                <a:gd name="T10" fmla="*/ 7 w 70"/>
                <a:gd name="T11" fmla="*/ 40 h 51"/>
                <a:gd name="T12" fmla="*/ 1 w 70"/>
                <a:gd name="T13" fmla="*/ 32 h 51"/>
                <a:gd name="T14" fmla="*/ 6 w 70"/>
                <a:gd name="T15" fmla="*/ 6 h 51"/>
                <a:gd name="T16" fmla="*/ 14 w 70"/>
                <a:gd name="T17"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51">
                  <a:moveTo>
                    <a:pt x="14" y="1"/>
                  </a:moveTo>
                  <a:cubicBezTo>
                    <a:pt x="63" y="10"/>
                    <a:pt x="63" y="10"/>
                    <a:pt x="63" y="10"/>
                  </a:cubicBezTo>
                  <a:cubicBezTo>
                    <a:pt x="67" y="11"/>
                    <a:pt x="70" y="15"/>
                    <a:pt x="69" y="19"/>
                  </a:cubicBezTo>
                  <a:cubicBezTo>
                    <a:pt x="64" y="44"/>
                    <a:pt x="64" y="44"/>
                    <a:pt x="64" y="44"/>
                  </a:cubicBezTo>
                  <a:cubicBezTo>
                    <a:pt x="63" y="48"/>
                    <a:pt x="59" y="51"/>
                    <a:pt x="56" y="50"/>
                  </a:cubicBezTo>
                  <a:cubicBezTo>
                    <a:pt x="7" y="40"/>
                    <a:pt x="7" y="40"/>
                    <a:pt x="7" y="40"/>
                  </a:cubicBezTo>
                  <a:cubicBezTo>
                    <a:pt x="3" y="40"/>
                    <a:pt x="0" y="36"/>
                    <a:pt x="1" y="32"/>
                  </a:cubicBezTo>
                  <a:cubicBezTo>
                    <a:pt x="6" y="6"/>
                    <a:pt x="6" y="6"/>
                    <a:pt x="6"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4" name="Freeform 62"/>
            <p:cNvSpPr>
              <a:spLocks/>
            </p:cNvSpPr>
            <p:nvPr/>
          </p:nvSpPr>
          <p:spPr bwMode="auto">
            <a:xfrm>
              <a:off x="371475" y="3386137"/>
              <a:ext cx="166688" cy="112713"/>
            </a:xfrm>
            <a:custGeom>
              <a:avLst/>
              <a:gdLst>
                <a:gd name="T0" fmla="*/ 14 w 79"/>
                <a:gd name="T1" fmla="*/ 1 h 53"/>
                <a:gd name="T2" fmla="*/ 73 w 79"/>
                <a:gd name="T3" fmla="*/ 12 h 53"/>
                <a:gd name="T4" fmla="*/ 78 w 79"/>
                <a:gd name="T5" fmla="*/ 21 h 53"/>
                <a:gd name="T6" fmla="*/ 73 w 79"/>
                <a:gd name="T7" fmla="*/ 46 h 53"/>
                <a:gd name="T8" fmla="*/ 65 w 79"/>
                <a:gd name="T9" fmla="*/ 52 h 53"/>
                <a:gd name="T10" fmla="*/ 7 w 79"/>
                <a:gd name="T11" fmla="*/ 41 h 53"/>
                <a:gd name="T12" fmla="*/ 1 w 79"/>
                <a:gd name="T13" fmla="*/ 32 h 53"/>
                <a:gd name="T14" fmla="*/ 6 w 79"/>
                <a:gd name="T15" fmla="*/ 7 h 53"/>
                <a:gd name="T16" fmla="*/ 14 w 79"/>
                <a:gd name="T17"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53">
                  <a:moveTo>
                    <a:pt x="14" y="1"/>
                  </a:moveTo>
                  <a:cubicBezTo>
                    <a:pt x="73" y="12"/>
                    <a:pt x="73" y="12"/>
                    <a:pt x="73" y="12"/>
                  </a:cubicBezTo>
                  <a:cubicBezTo>
                    <a:pt x="76" y="13"/>
                    <a:pt x="79" y="17"/>
                    <a:pt x="78" y="21"/>
                  </a:cubicBezTo>
                  <a:cubicBezTo>
                    <a:pt x="73" y="46"/>
                    <a:pt x="73" y="46"/>
                    <a:pt x="73" y="46"/>
                  </a:cubicBezTo>
                  <a:cubicBezTo>
                    <a:pt x="73" y="50"/>
                    <a:pt x="69" y="53"/>
                    <a:pt x="65" y="52"/>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5" name="Freeform 63"/>
            <p:cNvSpPr>
              <a:spLocks/>
            </p:cNvSpPr>
            <p:nvPr/>
          </p:nvSpPr>
          <p:spPr bwMode="auto">
            <a:xfrm>
              <a:off x="352425" y="3486150"/>
              <a:ext cx="219075" cy="120650"/>
            </a:xfrm>
            <a:custGeom>
              <a:avLst/>
              <a:gdLst>
                <a:gd name="T0" fmla="*/ 14 w 104"/>
                <a:gd name="T1" fmla="*/ 1 h 57"/>
                <a:gd name="T2" fmla="*/ 98 w 104"/>
                <a:gd name="T3" fmla="*/ 17 h 57"/>
                <a:gd name="T4" fmla="*/ 104 w 104"/>
                <a:gd name="T5" fmla="*/ 25 h 57"/>
                <a:gd name="T6" fmla="*/ 99 w 104"/>
                <a:gd name="T7" fmla="*/ 51 h 57"/>
                <a:gd name="T8" fmla="*/ 90 w 104"/>
                <a:gd name="T9" fmla="*/ 56 h 57"/>
                <a:gd name="T10" fmla="*/ 7 w 104"/>
                <a:gd name="T11" fmla="*/ 40 h 57"/>
                <a:gd name="T12" fmla="*/ 1 w 104"/>
                <a:gd name="T13" fmla="*/ 32 h 57"/>
                <a:gd name="T14" fmla="*/ 6 w 104"/>
                <a:gd name="T15" fmla="*/ 6 h 57"/>
                <a:gd name="T16" fmla="*/ 14 w 104"/>
                <a:gd name="T17"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57">
                  <a:moveTo>
                    <a:pt x="14" y="1"/>
                  </a:moveTo>
                  <a:cubicBezTo>
                    <a:pt x="98" y="17"/>
                    <a:pt x="98" y="17"/>
                    <a:pt x="98" y="17"/>
                  </a:cubicBezTo>
                  <a:cubicBezTo>
                    <a:pt x="102" y="18"/>
                    <a:pt x="104" y="21"/>
                    <a:pt x="104" y="25"/>
                  </a:cubicBezTo>
                  <a:cubicBezTo>
                    <a:pt x="99" y="51"/>
                    <a:pt x="99" y="51"/>
                    <a:pt x="99" y="51"/>
                  </a:cubicBezTo>
                  <a:cubicBezTo>
                    <a:pt x="98" y="55"/>
                    <a:pt x="94" y="57"/>
                    <a:pt x="90" y="56"/>
                  </a:cubicBezTo>
                  <a:cubicBezTo>
                    <a:pt x="7" y="40"/>
                    <a:pt x="7" y="40"/>
                    <a:pt x="7" y="40"/>
                  </a:cubicBezTo>
                  <a:cubicBezTo>
                    <a:pt x="3" y="40"/>
                    <a:pt x="0" y="36"/>
                    <a:pt x="1" y="32"/>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6" name="Freeform 64"/>
            <p:cNvSpPr>
              <a:spLocks/>
            </p:cNvSpPr>
            <p:nvPr/>
          </p:nvSpPr>
          <p:spPr bwMode="auto">
            <a:xfrm>
              <a:off x="333375" y="3582987"/>
              <a:ext cx="117475" cy="101600"/>
            </a:xfrm>
            <a:custGeom>
              <a:avLst/>
              <a:gdLst>
                <a:gd name="T0" fmla="*/ 14 w 56"/>
                <a:gd name="T1" fmla="*/ 1 h 48"/>
                <a:gd name="T2" fmla="*/ 49 w 56"/>
                <a:gd name="T3" fmla="*/ 8 h 48"/>
                <a:gd name="T4" fmla="*/ 55 w 56"/>
                <a:gd name="T5" fmla="*/ 16 h 48"/>
                <a:gd name="T6" fmla="*/ 50 w 56"/>
                <a:gd name="T7" fmla="*/ 42 h 48"/>
                <a:gd name="T8" fmla="*/ 41 w 56"/>
                <a:gd name="T9" fmla="*/ 48 h 48"/>
                <a:gd name="T10" fmla="*/ 7 w 56"/>
                <a:gd name="T11" fmla="*/ 41 h 48"/>
                <a:gd name="T12" fmla="*/ 1 w 56"/>
                <a:gd name="T13" fmla="*/ 32 h 48"/>
                <a:gd name="T14" fmla="*/ 6 w 56"/>
                <a:gd name="T15" fmla="*/ 7 h 48"/>
                <a:gd name="T16" fmla="*/ 14 w 56"/>
                <a:gd name="T17" fmla="*/ 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48">
                  <a:moveTo>
                    <a:pt x="14" y="1"/>
                  </a:moveTo>
                  <a:cubicBezTo>
                    <a:pt x="49" y="8"/>
                    <a:pt x="49" y="8"/>
                    <a:pt x="49" y="8"/>
                  </a:cubicBezTo>
                  <a:cubicBezTo>
                    <a:pt x="53" y="9"/>
                    <a:pt x="56" y="12"/>
                    <a:pt x="55" y="16"/>
                  </a:cubicBezTo>
                  <a:cubicBezTo>
                    <a:pt x="50" y="42"/>
                    <a:pt x="50" y="42"/>
                    <a:pt x="50" y="42"/>
                  </a:cubicBezTo>
                  <a:cubicBezTo>
                    <a:pt x="49" y="46"/>
                    <a:pt x="45" y="48"/>
                    <a:pt x="41" y="48"/>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7" name="Freeform 65"/>
            <p:cNvSpPr>
              <a:spLocks/>
            </p:cNvSpPr>
            <p:nvPr/>
          </p:nvSpPr>
          <p:spPr bwMode="auto">
            <a:xfrm>
              <a:off x="536575" y="3316287"/>
              <a:ext cx="95250" cy="96838"/>
            </a:xfrm>
            <a:custGeom>
              <a:avLst/>
              <a:gdLst>
                <a:gd name="T0" fmla="*/ 14 w 45"/>
                <a:gd name="T1" fmla="*/ 1 h 46"/>
                <a:gd name="T2" fmla="*/ 39 w 45"/>
                <a:gd name="T3" fmla="*/ 6 h 46"/>
                <a:gd name="T4" fmla="*/ 45 w 45"/>
                <a:gd name="T5" fmla="*/ 14 h 46"/>
                <a:gd name="T6" fmla="*/ 40 w 45"/>
                <a:gd name="T7" fmla="*/ 40 h 46"/>
                <a:gd name="T8" fmla="*/ 32 w 45"/>
                <a:gd name="T9" fmla="*/ 45 h 46"/>
                <a:gd name="T10" fmla="*/ 6 w 45"/>
                <a:gd name="T11" fmla="*/ 41 h 46"/>
                <a:gd name="T12" fmla="*/ 1 w 45"/>
                <a:gd name="T13" fmla="*/ 32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4"/>
                    <a:pt x="35" y="46"/>
                    <a:pt x="32" y="45"/>
                  </a:cubicBezTo>
                  <a:cubicBezTo>
                    <a:pt x="6" y="41"/>
                    <a:pt x="6" y="41"/>
                    <a:pt x="6"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8" name="Freeform 66"/>
            <p:cNvSpPr>
              <a:spLocks/>
            </p:cNvSpPr>
            <p:nvPr/>
          </p:nvSpPr>
          <p:spPr bwMode="auto">
            <a:xfrm>
              <a:off x="638175" y="333533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3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5" y="46"/>
                    <a:pt x="32" y="46"/>
                  </a:cubicBezTo>
                  <a:cubicBezTo>
                    <a:pt x="7" y="41"/>
                    <a:pt x="7" y="41"/>
                    <a:pt x="7" y="41"/>
                  </a:cubicBezTo>
                  <a:cubicBezTo>
                    <a:pt x="3" y="40"/>
                    <a:pt x="0" y="36"/>
                    <a:pt x="1" y="33"/>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9" name="Freeform 67"/>
            <p:cNvSpPr>
              <a:spLocks/>
            </p:cNvSpPr>
            <p:nvPr/>
          </p:nvSpPr>
          <p:spPr bwMode="auto">
            <a:xfrm>
              <a:off x="739775" y="3355975"/>
              <a:ext cx="96838" cy="98425"/>
            </a:xfrm>
            <a:custGeom>
              <a:avLst/>
              <a:gdLst>
                <a:gd name="T0" fmla="*/ 14 w 46"/>
                <a:gd name="T1" fmla="*/ 0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0" name="Freeform 68"/>
            <p:cNvSpPr>
              <a:spLocks/>
            </p:cNvSpPr>
            <p:nvPr/>
          </p:nvSpPr>
          <p:spPr bwMode="auto">
            <a:xfrm>
              <a:off x="841375" y="3375025"/>
              <a:ext cx="96838" cy="98425"/>
            </a:xfrm>
            <a:custGeom>
              <a:avLst/>
              <a:gdLst>
                <a:gd name="T0" fmla="*/ 14 w 46"/>
                <a:gd name="T1" fmla="*/ 1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40"/>
                    <a:pt x="0" y="36"/>
                    <a:pt x="1" y="32"/>
                  </a:cubicBezTo>
                  <a:cubicBezTo>
                    <a:pt x="6" y="6"/>
                    <a:pt x="6" y="6"/>
                    <a:pt x="6" y="6"/>
                  </a:cubicBezTo>
                  <a:cubicBezTo>
                    <a:pt x="7" y="2"/>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1" name="Freeform 69"/>
            <p:cNvSpPr>
              <a:spLocks/>
            </p:cNvSpPr>
            <p:nvPr/>
          </p:nvSpPr>
          <p:spPr bwMode="auto">
            <a:xfrm>
              <a:off x="942975" y="3394075"/>
              <a:ext cx="96838" cy="98425"/>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6" y="46"/>
                    <a:pt x="32" y="45"/>
                  </a:cubicBezTo>
                  <a:cubicBezTo>
                    <a:pt x="7" y="41"/>
                    <a:pt x="7" y="41"/>
                    <a:pt x="7" y="41"/>
                  </a:cubicBezTo>
                  <a:cubicBezTo>
                    <a:pt x="3" y="40"/>
                    <a:pt x="0" y="36"/>
                    <a:pt x="1" y="32"/>
                  </a:cubicBezTo>
                  <a:cubicBezTo>
                    <a:pt x="6" y="7"/>
                    <a:pt x="6" y="7"/>
                    <a:pt x="6" y="7"/>
                  </a:cubicBezTo>
                  <a:cubicBezTo>
                    <a:pt x="7" y="3"/>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2" name="Freeform 70"/>
            <p:cNvSpPr>
              <a:spLocks/>
            </p:cNvSpPr>
            <p:nvPr/>
          </p:nvSpPr>
          <p:spPr bwMode="auto">
            <a:xfrm>
              <a:off x="1046163" y="3413125"/>
              <a:ext cx="95250" cy="98425"/>
            </a:xfrm>
            <a:custGeom>
              <a:avLst/>
              <a:gdLst>
                <a:gd name="T0" fmla="*/ 13 w 45"/>
                <a:gd name="T1" fmla="*/ 1 h 46"/>
                <a:gd name="T2" fmla="*/ 39 w 45"/>
                <a:gd name="T3" fmla="*/ 6 h 46"/>
                <a:gd name="T4" fmla="*/ 44 w 45"/>
                <a:gd name="T5" fmla="*/ 14 h 46"/>
                <a:gd name="T6" fmla="*/ 39 w 45"/>
                <a:gd name="T7" fmla="*/ 40 h 46"/>
                <a:gd name="T8" fmla="*/ 31 w 45"/>
                <a:gd name="T9" fmla="*/ 46 h 46"/>
                <a:gd name="T10" fmla="*/ 6 w 45"/>
                <a:gd name="T11" fmla="*/ 41 h 46"/>
                <a:gd name="T12" fmla="*/ 0 w 45"/>
                <a:gd name="T13" fmla="*/ 32 h 46"/>
                <a:gd name="T14" fmla="*/ 5 w 45"/>
                <a:gd name="T15" fmla="*/ 7 h 46"/>
                <a:gd name="T16" fmla="*/ 13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3" y="1"/>
                  </a:moveTo>
                  <a:cubicBezTo>
                    <a:pt x="39" y="6"/>
                    <a:pt x="39" y="6"/>
                    <a:pt x="39" y="6"/>
                  </a:cubicBezTo>
                  <a:cubicBezTo>
                    <a:pt x="42" y="7"/>
                    <a:pt x="45" y="10"/>
                    <a:pt x="44" y="14"/>
                  </a:cubicBezTo>
                  <a:cubicBezTo>
                    <a:pt x="39" y="40"/>
                    <a:pt x="39" y="40"/>
                    <a:pt x="39" y="40"/>
                  </a:cubicBezTo>
                  <a:cubicBezTo>
                    <a:pt x="38" y="44"/>
                    <a:pt x="35" y="46"/>
                    <a:pt x="31" y="46"/>
                  </a:cubicBezTo>
                  <a:cubicBezTo>
                    <a:pt x="6" y="41"/>
                    <a:pt x="6" y="41"/>
                    <a:pt x="6" y="41"/>
                  </a:cubicBezTo>
                  <a:cubicBezTo>
                    <a:pt x="2" y="40"/>
                    <a:pt x="0" y="36"/>
                    <a:pt x="0" y="32"/>
                  </a:cubicBezTo>
                  <a:cubicBezTo>
                    <a:pt x="5" y="7"/>
                    <a:pt x="5" y="7"/>
                    <a:pt x="5" y="7"/>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3" name="Freeform 71"/>
            <p:cNvSpPr>
              <a:spLocks/>
            </p:cNvSpPr>
            <p:nvPr/>
          </p:nvSpPr>
          <p:spPr bwMode="auto">
            <a:xfrm>
              <a:off x="1147763" y="3435350"/>
              <a:ext cx="95250" cy="96838"/>
            </a:xfrm>
            <a:custGeom>
              <a:avLst/>
              <a:gdLst>
                <a:gd name="T0" fmla="*/ 14 w 45"/>
                <a:gd name="T1" fmla="*/ 0 h 46"/>
                <a:gd name="T2" fmla="*/ 39 w 45"/>
                <a:gd name="T3" fmla="*/ 5 h 46"/>
                <a:gd name="T4" fmla="*/ 44 w 45"/>
                <a:gd name="T5" fmla="*/ 13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2" y="6"/>
                    <a:pt x="45" y="10"/>
                    <a:pt x="44" y="13"/>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4" name="Freeform 72"/>
            <p:cNvSpPr>
              <a:spLocks/>
            </p:cNvSpPr>
            <p:nvPr/>
          </p:nvSpPr>
          <p:spPr bwMode="auto">
            <a:xfrm>
              <a:off x="1249363" y="3454400"/>
              <a:ext cx="96838" cy="96838"/>
            </a:xfrm>
            <a:custGeom>
              <a:avLst/>
              <a:gdLst>
                <a:gd name="T0" fmla="*/ 14 w 45"/>
                <a:gd name="T1" fmla="*/ 1 h 46"/>
                <a:gd name="T2" fmla="*/ 39 w 45"/>
                <a:gd name="T3" fmla="*/ 5 h 46"/>
                <a:gd name="T4" fmla="*/ 44 w 45"/>
                <a:gd name="T5" fmla="*/ 14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2" y="6"/>
                    <a:pt x="45" y="10"/>
                    <a:pt x="44" y="14"/>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5" name="Freeform 73"/>
            <p:cNvSpPr>
              <a:spLocks/>
            </p:cNvSpPr>
            <p:nvPr/>
          </p:nvSpPr>
          <p:spPr bwMode="auto">
            <a:xfrm>
              <a:off x="1352550" y="3473450"/>
              <a:ext cx="95250" cy="96838"/>
            </a:xfrm>
            <a:custGeom>
              <a:avLst/>
              <a:gdLst>
                <a:gd name="T0" fmla="*/ 14 w 45"/>
                <a:gd name="T1" fmla="*/ 1 h 46"/>
                <a:gd name="T2" fmla="*/ 39 w 45"/>
                <a:gd name="T3" fmla="*/ 6 h 46"/>
                <a:gd name="T4" fmla="*/ 44 w 45"/>
                <a:gd name="T5" fmla="*/ 14 h 46"/>
                <a:gd name="T6" fmla="*/ 39 w 45"/>
                <a:gd name="T7" fmla="*/ 40 h 46"/>
                <a:gd name="T8" fmla="*/ 31 w 45"/>
                <a:gd name="T9" fmla="*/ 45 h 46"/>
                <a:gd name="T10" fmla="*/ 6 w 45"/>
                <a:gd name="T11" fmla="*/ 40 h 46"/>
                <a:gd name="T12" fmla="*/ 0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4" y="14"/>
                  </a:cubicBezTo>
                  <a:cubicBezTo>
                    <a:pt x="39" y="40"/>
                    <a:pt x="39" y="40"/>
                    <a:pt x="39" y="40"/>
                  </a:cubicBezTo>
                  <a:cubicBezTo>
                    <a:pt x="39" y="43"/>
                    <a:pt x="35" y="46"/>
                    <a:pt x="31" y="45"/>
                  </a:cubicBezTo>
                  <a:cubicBezTo>
                    <a:pt x="6" y="40"/>
                    <a:pt x="6" y="40"/>
                    <a:pt x="6" y="40"/>
                  </a:cubicBezTo>
                  <a:cubicBezTo>
                    <a:pt x="2" y="40"/>
                    <a:pt x="0" y="36"/>
                    <a:pt x="0" y="32"/>
                  </a:cubicBezTo>
                  <a:cubicBezTo>
                    <a:pt x="5" y="6"/>
                    <a:pt x="5" y="6"/>
                    <a:pt x="5"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6" name="Freeform 74"/>
            <p:cNvSpPr>
              <a:spLocks/>
            </p:cNvSpPr>
            <p:nvPr/>
          </p:nvSpPr>
          <p:spPr bwMode="auto">
            <a:xfrm>
              <a:off x="1454150" y="3492500"/>
              <a:ext cx="95250" cy="96838"/>
            </a:xfrm>
            <a:custGeom>
              <a:avLst/>
              <a:gdLst>
                <a:gd name="T0" fmla="*/ 14 w 45"/>
                <a:gd name="T1" fmla="*/ 1 h 46"/>
                <a:gd name="T2" fmla="*/ 39 w 45"/>
                <a:gd name="T3" fmla="*/ 6 h 46"/>
                <a:gd name="T4" fmla="*/ 44 w 45"/>
                <a:gd name="T5" fmla="*/ 14 h 46"/>
                <a:gd name="T6" fmla="*/ 39 w 45"/>
                <a:gd name="T7" fmla="*/ 40 h 46"/>
                <a:gd name="T8" fmla="*/ 31 w 45"/>
                <a:gd name="T9" fmla="*/ 46 h 46"/>
                <a:gd name="T10" fmla="*/ 6 w 45"/>
                <a:gd name="T11" fmla="*/ 41 h 46"/>
                <a:gd name="T12" fmla="*/ 1 w 45"/>
                <a:gd name="T13" fmla="*/ 32 h 46"/>
                <a:gd name="T14" fmla="*/ 5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7"/>
                    <a:pt x="45" y="10"/>
                    <a:pt x="44" y="14"/>
                  </a:cubicBezTo>
                  <a:cubicBezTo>
                    <a:pt x="39" y="40"/>
                    <a:pt x="39" y="40"/>
                    <a:pt x="39" y="40"/>
                  </a:cubicBezTo>
                  <a:cubicBezTo>
                    <a:pt x="39" y="44"/>
                    <a:pt x="35" y="46"/>
                    <a:pt x="31" y="46"/>
                  </a:cubicBezTo>
                  <a:cubicBezTo>
                    <a:pt x="6" y="41"/>
                    <a:pt x="6" y="41"/>
                    <a:pt x="6" y="41"/>
                  </a:cubicBezTo>
                  <a:cubicBezTo>
                    <a:pt x="2" y="40"/>
                    <a:pt x="0" y="36"/>
                    <a:pt x="1"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7" name="Freeform 75"/>
            <p:cNvSpPr>
              <a:spLocks/>
            </p:cNvSpPr>
            <p:nvPr/>
          </p:nvSpPr>
          <p:spPr bwMode="auto">
            <a:xfrm>
              <a:off x="1555750" y="3513137"/>
              <a:ext cx="95250" cy="95250"/>
            </a:xfrm>
            <a:custGeom>
              <a:avLst/>
              <a:gdLst>
                <a:gd name="T0" fmla="*/ 14 w 45"/>
                <a:gd name="T1" fmla="*/ 0 h 45"/>
                <a:gd name="T2" fmla="*/ 39 w 45"/>
                <a:gd name="T3" fmla="*/ 5 h 45"/>
                <a:gd name="T4" fmla="*/ 45 w 45"/>
                <a:gd name="T5" fmla="*/ 13 h 45"/>
                <a:gd name="T6" fmla="*/ 40 w 45"/>
                <a:gd name="T7" fmla="*/ 39 h 45"/>
                <a:gd name="T8" fmla="*/ 31 w 45"/>
                <a:gd name="T9" fmla="*/ 45 h 45"/>
                <a:gd name="T10" fmla="*/ 6 w 45"/>
                <a:gd name="T11" fmla="*/ 40 h 45"/>
                <a:gd name="T12" fmla="*/ 1 w 45"/>
                <a:gd name="T13" fmla="*/ 32 h 45"/>
                <a:gd name="T14" fmla="*/ 6 w 45"/>
                <a:gd name="T15" fmla="*/ 6 h 45"/>
                <a:gd name="T16" fmla="*/ 14 w 4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5">
                  <a:moveTo>
                    <a:pt x="14" y="0"/>
                  </a:moveTo>
                  <a:cubicBezTo>
                    <a:pt x="39" y="5"/>
                    <a:pt x="39" y="5"/>
                    <a:pt x="39" y="5"/>
                  </a:cubicBezTo>
                  <a:cubicBezTo>
                    <a:pt x="43" y="6"/>
                    <a:pt x="45" y="10"/>
                    <a:pt x="45" y="13"/>
                  </a:cubicBezTo>
                  <a:cubicBezTo>
                    <a:pt x="40" y="39"/>
                    <a:pt x="40" y="39"/>
                    <a:pt x="40" y="39"/>
                  </a:cubicBezTo>
                  <a:cubicBezTo>
                    <a:pt x="39" y="43"/>
                    <a:pt x="35" y="45"/>
                    <a:pt x="31" y="45"/>
                  </a:cubicBezTo>
                  <a:cubicBezTo>
                    <a:pt x="6" y="40"/>
                    <a:pt x="6" y="40"/>
                    <a:pt x="6" y="40"/>
                  </a:cubicBezTo>
                  <a:cubicBezTo>
                    <a:pt x="2" y="39"/>
                    <a:pt x="0" y="35"/>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8" name="Freeform 76"/>
            <p:cNvSpPr>
              <a:spLocks/>
            </p:cNvSpPr>
            <p:nvPr/>
          </p:nvSpPr>
          <p:spPr bwMode="auto">
            <a:xfrm>
              <a:off x="1657350" y="3532187"/>
              <a:ext cx="95250" cy="96838"/>
            </a:xfrm>
            <a:custGeom>
              <a:avLst/>
              <a:gdLst>
                <a:gd name="T0" fmla="*/ 14 w 45"/>
                <a:gd name="T1" fmla="*/ 1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2" y="39"/>
                    <a:pt x="0" y="36"/>
                    <a:pt x="1" y="32"/>
                  </a:cubicBezTo>
                  <a:cubicBezTo>
                    <a:pt x="6" y="6"/>
                    <a:pt x="6" y="6"/>
                    <a:pt x="6"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9" name="Freeform 77"/>
            <p:cNvSpPr>
              <a:spLocks/>
            </p:cNvSpPr>
            <p:nvPr/>
          </p:nvSpPr>
          <p:spPr bwMode="auto">
            <a:xfrm>
              <a:off x="546100" y="3419475"/>
              <a:ext cx="95250" cy="98425"/>
            </a:xfrm>
            <a:custGeom>
              <a:avLst/>
              <a:gdLst>
                <a:gd name="T0" fmla="*/ 14 w 45"/>
                <a:gd name="T1" fmla="*/ 1 h 46"/>
                <a:gd name="T2" fmla="*/ 39 w 45"/>
                <a:gd name="T3" fmla="*/ 6 h 46"/>
                <a:gd name="T4" fmla="*/ 44 w 45"/>
                <a:gd name="T5" fmla="*/ 14 h 46"/>
                <a:gd name="T6" fmla="*/ 39 w 45"/>
                <a:gd name="T7" fmla="*/ 40 h 46"/>
                <a:gd name="T8" fmla="*/ 31 w 45"/>
                <a:gd name="T9" fmla="*/ 45 h 46"/>
                <a:gd name="T10" fmla="*/ 6 w 45"/>
                <a:gd name="T11" fmla="*/ 41 h 46"/>
                <a:gd name="T12" fmla="*/ 0 w 45"/>
                <a:gd name="T13" fmla="*/ 32 h 46"/>
                <a:gd name="T14" fmla="*/ 5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2" y="7"/>
                    <a:pt x="45" y="10"/>
                    <a:pt x="44" y="14"/>
                  </a:cubicBezTo>
                  <a:cubicBezTo>
                    <a:pt x="39" y="40"/>
                    <a:pt x="39" y="40"/>
                    <a:pt x="39" y="40"/>
                  </a:cubicBezTo>
                  <a:cubicBezTo>
                    <a:pt x="39" y="44"/>
                    <a:pt x="35" y="46"/>
                    <a:pt x="31" y="45"/>
                  </a:cubicBezTo>
                  <a:cubicBezTo>
                    <a:pt x="6" y="41"/>
                    <a:pt x="6" y="41"/>
                    <a:pt x="6" y="41"/>
                  </a:cubicBezTo>
                  <a:cubicBezTo>
                    <a:pt x="2" y="40"/>
                    <a:pt x="0" y="36"/>
                    <a:pt x="0"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0" name="Freeform 78"/>
            <p:cNvSpPr>
              <a:spLocks/>
            </p:cNvSpPr>
            <p:nvPr/>
          </p:nvSpPr>
          <p:spPr bwMode="auto">
            <a:xfrm>
              <a:off x="647700" y="3441700"/>
              <a:ext cx="95250" cy="95250"/>
            </a:xfrm>
            <a:custGeom>
              <a:avLst/>
              <a:gdLst>
                <a:gd name="T0" fmla="*/ 14 w 45"/>
                <a:gd name="T1" fmla="*/ 0 h 45"/>
                <a:gd name="T2" fmla="*/ 39 w 45"/>
                <a:gd name="T3" fmla="*/ 5 h 45"/>
                <a:gd name="T4" fmla="*/ 44 w 45"/>
                <a:gd name="T5" fmla="*/ 13 h 45"/>
                <a:gd name="T6" fmla="*/ 39 w 45"/>
                <a:gd name="T7" fmla="*/ 39 h 45"/>
                <a:gd name="T8" fmla="*/ 31 w 45"/>
                <a:gd name="T9" fmla="*/ 45 h 45"/>
                <a:gd name="T10" fmla="*/ 6 w 45"/>
                <a:gd name="T11" fmla="*/ 40 h 45"/>
                <a:gd name="T12" fmla="*/ 0 w 45"/>
                <a:gd name="T13" fmla="*/ 32 h 45"/>
                <a:gd name="T14" fmla="*/ 5 w 45"/>
                <a:gd name="T15" fmla="*/ 6 h 45"/>
                <a:gd name="T16" fmla="*/ 14 w 4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5">
                  <a:moveTo>
                    <a:pt x="14" y="0"/>
                  </a:moveTo>
                  <a:cubicBezTo>
                    <a:pt x="39" y="5"/>
                    <a:pt x="39" y="5"/>
                    <a:pt x="39" y="5"/>
                  </a:cubicBezTo>
                  <a:cubicBezTo>
                    <a:pt x="42" y="6"/>
                    <a:pt x="45" y="10"/>
                    <a:pt x="44" y="13"/>
                  </a:cubicBezTo>
                  <a:cubicBezTo>
                    <a:pt x="39" y="39"/>
                    <a:pt x="39" y="39"/>
                    <a:pt x="39" y="39"/>
                  </a:cubicBezTo>
                  <a:cubicBezTo>
                    <a:pt x="39" y="43"/>
                    <a:pt x="35" y="45"/>
                    <a:pt x="31" y="45"/>
                  </a:cubicBezTo>
                  <a:cubicBezTo>
                    <a:pt x="6" y="40"/>
                    <a:pt x="6" y="40"/>
                    <a:pt x="6" y="40"/>
                  </a:cubicBezTo>
                  <a:cubicBezTo>
                    <a:pt x="2" y="39"/>
                    <a:pt x="0" y="35"/>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1" name="Freeform 79"/>
            <p:cNvSpPr>
              <a:spLocks/>
            </p:cNvSpPr>
            <p:nvPr/>
          </p:nvSpPr>
          <p:spPr bwMode="auto">
            <a:xfrm>
              <a:off x="749300" y="3460750"/>
              <a:ext cx="96838" cy="96838"/>
            </a:xfrm>
            <a:custGeom>
              <a:avLst/>
              <a:gdLst>
                <a:gd name="T0" fmla="*/ 14 w 45"/>
                <a:gd name="T1" fmla="*/ 0 h 46"/>
                <a:gd name="T2" fmla="*/ 39 w 45"/>
                <a:gd name="T3" fmla="*/ 5 h 46"/>
                <a:gd name="T4" fmla="*/ 44 w 45"/>
                <a:gd name="T5" fmla="*/ 14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4" y="14"/>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2" name="Freeform 80"/>
            <p:cNvSpPr>
              <a:spLocks/>
            </p:cNvSpPr>
            <p:nvPr/>
          </p:nvSpPr>
          <p:spPr bwMode="auto">
            <a:xfrm>
              <a:off x="852488" y="3479800"/>
              <a:ext cx="95250" cy="96838"/>
            </a:xfrm>
            <a:custGeom>
              <a:avLst/>
              <a:gdLst>
                <a:gd name="T0" fmla="*/ 14 w 45"/>
                <a:gd name="T1" fmla="*/ 1 h 46"/>
                <a:gd name="T2" fmla="*/ 39 w 45"/>
                <a:gd name="T3" fmla="*/ 6 h 46"/>
                <a:gd name="T4" fmla="*/ 44 w 45"/>
                <a:gd name="T5" fmla="*/ 14 h 46"/>
                <a:gd name="T6" fmla="*/ 40 w 45"/>
                <a:gd name="T7" fmla="*/ 40 h 46"/>
                <a:gd name="T8" fmla="*/ 31 w 45"/>
                <a:gd name="T9" fmla="*/ 45 h 46"/>
                <a:gd name="T10" fmla="*/ 6 w 45"/>
                <a:gd name="T11" fmla="*/ 40 h 46"/>
                <a:gd name="T12" fmla="*/ 1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4" y="14"/>
                  </a:cubicBezTo>
                  <a:cubicBezTo>
                    <a:pt x="40" y="40"/>
                    <a:pt x="40" y="40"/>
                    <a:pt x="40" y="40"/>
                  </a:cubicBezTo>
                  <a:cubicBezTo>
                    <a:pt x="39" y="43"/>
                    <a:pt x="35" y="46"/>
                    <a:pt x="31" y="45"/>
                  </a:cubicBezTo>
                  <a:cubicBezTo>
                    <a:pt x="6" y="40"/>
                    <a:pt x="6" y="40"/>
                    <a:pt x="6" y="40"/>
                  </a:cubicBezTo>
                  <a:cubicBezTo>
                    <a:pt x="2" y="40"/>
                    <a:pt x="0" y="36"/>
                    <a:pt x="1" y="32"/>
                  </a:cubicBezTo>
                  <a:cubicBezTo>
                    <a:pt x="5" y="6"/>
                    <a:pt x="5" y="6"/>
                    <a:pt x="5"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3" name="Freeform 81"/>
            <p:cNvSpPr>
              <a:spLocks/>
            </p:cNvSpPr>
            <p:nvPr/>
          </p:nvSpPr>
          <p:spPr bwMode="auto">
            <a:xfrm>
              <a:off x="954088" y="349885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5 h 46"/>
                <a:gd name="T10" fmla="*/ 6 w 45"/>
                <a:gd name="T11" fmla="*/ 41 h 46"/>
                <a:gd name="T12" fmla="*/ 1 w 45"/>
                <a:gd name="T13" fmla="*/ 32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4"/>
                    <a:pt x="35" y="46"/>
                    <a:pt x="31" y="45"/>
                  </a:cubicBezTo>
                  <a:cubicBezTo>
                    <a:pt x="6" y="41"/>
                    <a:pt x="6" y="41"/>
                    <a:pt x="6" y="41"/>
                  </a:cubicBezTo>
                  <a:cubicBezTo>
                    <a:pt x="2" y="40"/>
                    <a:pt x="0" y="36"/>
                    <a:pt x="1" y="32"/>
                  </a:cubicBezTo>
                  <a:cubicBezTo>
                    <a:pt x="6" y="7"/>
                    <a:pt x="6" y="7"/>
                    <a:pt x="6"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4" name="Freeform 82"/>
            <p:cNvSpPr>
              <a:spLocks/>
            </p:cNvSpPr>
            <p:nvPr/>
          </p:nvSpPr>
          <p:spPr bwMode="auto">
            <a:xfrm>
              <a:off x="1055688" y="351790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6 h 46"/>
                <a:gd name="T10" fmla="*/ 6 w 45"/>
                <a:gd name="T11" fmla="*/ 41 h 46"/>
                <a:gd name="T12" fmla="*/ 1 w 45"/>
                <a:gd name="T13" fmla="*/ 33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7"/>
                    <a:pt x="45" y="10"/>
                    <a:pt x="45" y="14"/>
                  </a:cubicBezTo>
                  <a:cubicBezTo>
                    <a:pt x="40" y="40"/>
                    <a:pt x="40" y="40"/>
                    <a:pt x="40" y="40"/>
                  </a:cubicBezTo>
                  <a:cubicBezTo>
                    <a:pt x="39" y="44"/>
                    <a:pt x="35" y="46"/>
                    <a:pt x="31" y="46"/>
                  </a:cubicBezTo>
                  <a:cubicBezTo>
                    <a:pt x="6" y="41"/>
                    <a:pt x="6" y="41"/>
                    <a:pt x="6" y="41"/>
                  </a:cubicBezTo>
                  <a:cubicBezTo>
                    <a:pt x="2" y="40"/>
                    <a:pt x="0" y="36"/>
                    <a:pt x="1" y="33"/>
                  </a:cubicBezTo>
                  <a:cubicBezTo>
                    <a:pt x="6" y="7"/>
                    <a:pt x="6" y="7"/>
                    <a:pt x="6"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5" name="Freeform 83"/>
            <p:cNvSpPr>
              <a:spLocks/>
            </p:cNvSpPr>
            <p:nvPr/>
          </p:nvSpPr>
          <p:spPr bwMode="auto">
            <a:xfrm>
              <a:off x="1157288" y="3538537"/>
              <a:ext cx="95250" cy="96838"/>
            </a:xfrm>
            <a:custGeom>
              <a:avLst/>
              <a:gdLst>
                <a:gd name="T0" fmla="*/ 14 w 45"/>
                <a:gd name="T1" fmla="*/ 0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3" y="39"/>
                    <a:pt x="0" y="36"/>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6" name="Freeform 84"/>
            <p:cNvSpPr>
              <a:spLocks/>
            </p:cNvSpPr>
            <p:nvPr/>
          </p:nvSpPr>
          <p:spPr bwMode="auto">
            <a:xfrm>
              <a:off x="1258888" y="3557587"/>
              <a:ext cx="95250" cy="96838"/>
            </a:xfrm>
            <a:custGeom>
              <a:avLst/>
              <a:gdLst>
                <a:gd name="T0" fmla="*/ 14 w 45"/>
                <a:gd name="T1" fmla="*/ 1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3" y="40"/>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7" name="Freeform 85"/>
            <p:cNvSpPr>
              <a:spLocks/>
            </p:cNvSpPr>
            <p:nvPr/>
          </p:nvSpPr>
          <p:spPr bwMode="auto">
            <a:xfrm>
              <a:off x="1360488" y="357663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5" y="46"/>
                    <a:pt x="32" y="45"/>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8" name="Freeform 86"/>
            <p:cNvSpPr>
              <a:spLocks/>
            </p:cNvSpPr>
            <p:nvPr/>
          </p:nvSpPr>
          <p:spPr bwMode="auto">
            <a:xfrm>
              <a:off x="1462088" y="359568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5" y="46"/>
                    <a:pt x="32" y="46"/>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9" name="Freeform 87"/>
            <p:cNvSpPr>
              <a:spLocks/>
            </p:cNvSpPr>
            <p:nvPr/>
          </p:nvSpPr>
          <p:spPr bwMode="auto">
            <a:xfrm>
              <a:off x="1563688" y="3616325"/>
              <a:ext cx="96838" cy="98425"/>
            </a:xfrm>
            <a:custGeom>
              <a:avLst/>
              <a:gdLst>
                <a:gd name="T0" fmla="*/ 14 w 46"/>
                <a:gd name="T1" fmla="*/ 0 h 46"/>
                <a:gd name="T2" fmla="*/ 39 w 46"/>
                <a:gd name="T3" fmla="*/ 5 h 46"/>
                <a:gd name="T4" fmla="*/ 45 w 46"/>
                <a:gd name="T5" fmla="*/ 13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3"/>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0" name="Freeform 88"/>
            <p:cNvSpPr>
              <a:spLocks/>
            </p:cNvSpPr>
            <p:nvPr/>
          </p:nvSpPr>
          <p:spPr bwMode="auto">
            <a:xfrm>
              <a:off x="581025" y="3530600"/>
              <a:ext cx="95250" cy="96838"/>
            </a:xfrm>
            <a:custGeom>
              <a:avLst/>
              <a:gdLst>
                <a:gd name="T0" fmla="*/ 14 w 45"/>
                <a:gd name="T1" fmla="*/ 0 h 46"/>
                <a:gd name="T2" fmla="*/ 39 w 45"/>
                <a:gd name="T3" fmla="*/ 5 h 46"/>
                <a:gd name="T4" fmla="*/ 44 w 45"/>
                <a:gd name="T5" fmla="*/ 13 h 46"/>
                <a:gd name="T6" fmla="*/ 40 w 45"/>
                <a:gd name="T7" fmla="*/ 39 h 46"/>
                <a:gd name="T8" fmla="*/ 31 w 45"/>
                <a:gd name="T9" fmla="*/ 45 h 46"/>
                <a:gd name="T10" fmla="*/ 6 w 45"/>
                <a:gd name="T11" fmla="*/ 40 h 46"/>
                <a:gd name="T12" fmla="*/ 1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4" y="13"/>
                  </a:cubicBezTo>
                  <a:cubicBezTo>
                    <a:pt x="40" y="39"/>
                    <a:pt x="40" y="39"/>
                    <a:pt x="40" y="39"/>
                  </a:cubicBezTo>
                  <a:cubicBezTo>
                    <a:pt x="39" y="43"/>
                    <a:pt x="35" y="46"/>
                    <a:pt x="31" y="45"/>
                  </a:cubicBezTo>
                  <a:cubicBezTo>
                    <a:pt x="6" y="40"/>
                    <a:pt x="6" y="40"/>
                    <a:pt x="6" y="40"/>
                  </a:cubicBezTo>
                  <a:cubicBezTo>
                    <a:pt x="2" y="39"/>
                    <a:pt x="0" y="36"/>
                    <a:pt x="1"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1" name="Freeform 89"/>
            <p:cNvSpPr>
              <a:spLocks/>
            </p:cNvSpPr>
            <p:nvPr/>
          </p:nvSpPr>
          <p:spPr bwMode="auto">
            <a:xfrm>
              <a:off x="682625" y="3549650"/>
              <a:ext cx="95250" cy="96838"/>
            </a:xfrm>
            <a:custGeom>
              <a:avLst/>
              <a:gdLst>
                <a:gd name="T0" fmla="*/ 14 w 45"/>
                <a:gd name="T1" fmla="*/ 1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2" y="39"/>
                    <a:pt x="0" y="36"/>
                    <a:pt x="1" y="32"/>
                  </a:cubicBezTo>
                  <a:cubicBezTo>
                    <a:pt x="6" y="6"/>
                    <a:pt x="6" y="6"/>
                    <a:pt x="6"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2" name="Freeform 90"/>
            <p:cNvSpPr>
              <a:spLocks/>
            </p:cNvSpPr>
            <p:nvPr/>
          </p:nvSpPr>
          <p:spPr bwMode="auto">
            <a:xfrm>
              <a:off x="784225" y="356870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3"/>
                    <a:pt x="35" y="46"/>
                    <a:pt x="31" y="45"/>
                  </a:cubicBezTo>
                  <a:cubicBezTo>
                    <a:pt x="6" y="40"/>
                    <a:pt x="6" y="40"/>
                    <a:pt x="6" y="40"/>
                  </a:cubicBezTo>
                  <a:cubicBezTo>
                    <a:pt x="3" y="40"/>
                    <a:pt x="0" y="36"/>
                    <a:pt x="1" y="32"/>
                  </a:cubicBezTo>
                  <a:cubicBezTo>
                    <a:pt x="6" y="6"/>
                    <a:pt x="6" y="6"/>
                    <a:pt x="6"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3" name="Freeform 91"/>
            <p:cNvSpPr>
              <a:spLocks/>
            </p:cNvSpPr>
            <p:nvPr/>
          </p:nvSpPr>
          <p:spPr bwMode="auto">
            <a:xfrm>
              <a:off x="885825" y="358775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6 h 46"/>
                <a:gd name="T10" fmla="*/ 6 w 45"/>
                <a:gd name="T11" fmla="*/ 41 h 46"/>
                <a:gd name="T12" fmla="*/ 1 w 45"/>
                <a:gd name="T13" fmla="*/ 32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7"/>
                    <a:pt x="45" y="10"/>
                    <a:pt x="45" y="14"/>
                  </a:cubicBezTo>
                  <a:cubicBezTo>
                    <a:pt x="40" y="40"/>
                    <a:pt x="40" y="40"/>
                    <a:pt x="40" y="40"/>
                  </a:cubicBezTo>
                  <a:cubicBezTo>
                    <a:pt x="39" y="44"/>
                    <a:pt x="35" y="46"/>
                    <a:pt x="31" y="46"/>
                  </a:cubicBezTo>
                  <a:cubicBezTo>
                    <a:pt x="6" y="41"/>
                    <a:pt x="6" y="41"/>
                    <a:pt x="6" y="41"/>
                  </a:cubicBezTo>
                  <a:cubicBezTo>
                    <a:pt x="3" y="40"/>
                    <a:pt x="0" y="36"/>
                    <a:pt x="1" y="32"/>
                  </a:cubicBezTo>
                  <a:cubicBezTo>
                    <a:pt x="6" y="7"/>
                    <a:pt x="6" y="7"/>
                    <a:pt x="6"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4" name="Freeform 92"/>
            <p:cNvSpPr>
              <a:spLocks/>
            </p:cNvSpPr>
            <p:nvPr/>
          </p:nvSpPr>
          <p:spPr bwMode="auto">
            <a:xfrm>
              <a:off x="987425" y="3608387"/>
              <a:ext cx="95250" cy="95250"/>
            </a:xfrm>
            <a:custGeom>
              <a:avLst/>
              <a:gdLst>
                <a:gd name="T0" fmla="*/ 14 w 45"/>
                <a:gd name="T1" fmla="*/ 0 h 45"/>
                <a:gd name="T2" fmla="*/ 39 w 45"/>
                <a:gd name="T3" fmla="*/ 5 h 45"/>
                <a:gd name="T4" fmla="*/ 45 w 45"/>
                <a:gd name="T5" fmla="*/ 13 h 45"/>
                <a:gd name="T6" fmla="*/ 40 w 45"/>
                <a:gd name="T7" fmla="*/ 39 h 45"/>
                <a:gd name="T8" fmla="*/ 32 w 45"/>
                <a:gd name="T9" fmla="*/ 45 h 45"/>
                <a:gd name="T10" fmla="*/ 6 w 45"/>
                <a:gd name="T11" fmla="*/ 40 h 45"/>
                <a:gd name="T12" fmla="*/ 1 w 45"/>
                <a:gd name="T13" fmla="*/ 32 h 45"/>
                <a:gd name="T14" fmla="*/ 6 w 45"/>
                <a:gd name="T15" fmla="*/ 6 h 45"/>
                <a:gd name="T16" fmla="*/ 14 w 4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5">
                  <a:moveTo>
                    <a:pt x="14" y="0"/>
                  </a:moveTo>
                  <a:cubicBezTo>
                    <a:pt x="39" y="5"/>
                    <a:pt x="39" y="5"/>
                    <a:pt x="39" y="5"/>
                  </a:cubicBezTo>
                  <a:cubicBezTo>
                    <a:pt x="43" y="6"/>
                    <a:pt x="45" y="10"/>
                    <a:pt x="45" y="13"/>
                  </a:cubicBezTo>
                  <a:cubicBezTo>
                    <a:pt x="40" y="39"/>
                    <a:pt x="40" y="39"/>
                    <a:pt x="40" y="39"/>
                  </a:cubicBezTo>
                  <a:cubicBezTo>
                    <a:pt x="39" y="43"/>
                    <a:pt x="35" y="45"/>
                    <a:pt x="32" y="45"/>
                  </a:cubicBezTo>
                  <a:cubicBezTo>
                    <a:pt x="6" y="40"/>
                    <a:pt x="6" y="40"/>
                    <a:pt x="6" y="40"/>
                  </a:cubicBezTo>
                  <a:cubicBezTo>
                    <a:pt x="3" y="39"/>
                    <a:pt x="0" y="35"/>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5" name="Freeform 93"/>
            <p:cNvSpPr>
              <a:spLocks/>
            </p:cNvSpPr>
            <p:nvPr/>
          </p:nvSpPr>
          <p:spPr bwMode="auto">
            <a:xfrm>
              <a:off x="1089025" y="3627437"/>
              <a:ext cx="96838" cy="96838"/>
            </a:xfrm>
            <a:custGeom>
              <a:avLst/>
              <a:gdLst>
                <a:gd name="T0" fmla="*/ 14 w 46"/>
                <a:gd name="T1" fmla="*/ 1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5"/>
                    <a:pt x="39" y="5"/>
                    <a:pt x="39" y="5"/>
                  </a:cubicBezTo>
                  <a:cubicBezTo>
                    <a:pt x="43" y="6"/>
                    <a:pt x="46" y="10"/>
                    <a:pt x="45" y="14"/>
                  </a:cubicBezTo>
                  <a:cubicBezTo>
                    <a:pt x="40" y="39"/>
                    <a:pt x="40" y="39"/>
                    <a:pt x="40" y="39"/>
                  </a:cubicBezTo>
                  <a:cubicBezTo>
                    <a:pt x="39" y="43"/>
                    <a:pt x="35" y="46"/>
                    <a:pt x="32" y="45"/>
                  </a:cubicBezTo>
                  <a:cubicBezTo>
                    <a:pt x="7" y="40"/>
                    <a:pt x="7" y="40"/>
                    <a:pt x="7" y="40"/>
                  </a:cubicBezTo>
                  <a:cubicBezTo>
                    <a:pt x="3" y="39"/>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6" name="Freeform 94"/>
            <p:cNvSpPr>
              <a:spLocks/>
            </p:cNvSpPr>
            <p:nvPr/>
          </p:nvSpPr>
          <p:spPr bwMode="auto">
            <a:xfrm>
              <a:off x="1190625" y="364648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3"/>
                    <a:pt x="35" y="46"/>
                    <a:pt x="32" y="45"/>
                  </a:cubicBezTo>
                  <a:cubicBezTo>
                    <a:pt x="7" y="40"/>
                    <a:pt x="7" y="40"/>
                    <a:pt x="7" y="40"/>
                  </a:cubicBezTo>
                  <a:cubicBezTo>
                    <a:pt x="3" y="40"/>
                    <a:pt x="0" y="36"/>
                    <a:pt x="1" y="32"/>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7" name="Freeform 95"/>
            <p:cNvSpPr>
              <a:spLocks/>
            </p:cNvSpPr>
            <p:nvPr/>
          </p:nvSpPr>
          <p:spPr bwMode="auto">
            <a:xfrm>
              <a:off x="1292225" y="366553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6" y="46"/>
                    <a:pt x="32" y="45"/>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8" name="Freeform 96"/>
            <p:cNvSpPr>
              <a:spLocks/>
            </p:cNvSpPr>
            <p:nvPr/>
          </p:nvSpPr>
          <p:spPr bwMode="auto">
            <a:xfrm>
              <a:off x="1393825" y="368458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3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6" y="46"/>
                    <a:pt x="32" y="46"/>
                  </a:cubicBezTo>
                  <a:cubicBezTo>
                    <a:pt x="7" y="41"/>
                    <a:pt x="7" y="41"/>
                    <a:pt x="7" y="41"/>
                  </a:cubicBezTo>
                  <a:cubicBezTo>
                    <a:pt x="3" y="40"/>
                    <a:pt x="0" y="36"/>
                    <a:pt x="1" y="33"/>
                  </a:cubicBezTo>
                  <a:cubicBezTo>
                    <a:pt x="6" y="7"/>
                    <a:pt x="6" y="7"/>
                    <a:pt x="6" y="7"/>
                  </a:cubicBezTo>
                  <a:cubicBezTo>
                    <a:pt x="7" y="3"/>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9" name="Freeform 97"/>
            <p:cNvSpPr>
              <a:spLocks/>
            </p:cNvSpPr>
            <p:nvPr/>
          </p:nvSpPr>
          <p:spPr bwMode="auto">
            <a:xfrm>
              <a:off x="1495425" y="3705225"/>
              <a:ext cx="98425" cy="98425"/>
            </a:xfrm>
            <a:custGeom>
              <a:avLst/>
              <a:gdLst>
                <a:gd name="T0" fmla="*/ 14 w 46"/>
                <a:gd name="T1" fmla="*/ 0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1"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0" name="Freeform 98"/>
            <p:cNvSpPr>
              <a:spLocks/>
            </p:cNvSpPr>
            <p:nvPr/>
          </p:nvSpPr>
          <p:spPr bwMode="auto">
            <a:xfrm>
              <a:off x="1600200" y="3724275"/>
              <a:ext cx="136525" cy="106363"/>
            </a:xfrm>
            <a:custGeom>
              <a:avLst/>
              <a:gdLst>
                <a:gd name="T0" fmla="*/ 14 w 65"/>
                <a:gd name="T1" fmla="*/ 1 h 50"/>
                <a:gd name="T2" fmla="*/ 59 w 65"/>
                <a:gd name="T3" fmla="*/ 9 h 50"/>
                <a:gd name="T4" fmla="*/ 65 w 65"/>
                <a:gd name="T5" fmla="*/ 18 h 50"/>
                <a:gd name="T6" fmla="*/ 60 w 65"/>
                <a:gd name="T7" fmla="*/ 43 h 50"/>
                <a:gd name="T8" fmla="*/ 51 w 65"/>
                <a:gd name="T9" fmla="*/ 49 h 50"/>
                <a:gd name="T10" fmla="*/ 6 w 65"/>
                <a:gd name="T11" fmla="*/ 40 h 50"/>
                <a:gd name="T12" fmla="*/ 0 w 65"/>
                <a:gd name="T13" fmla="*/ 32 h 50"/>
                <a:gd name="T14" fmla="*/ 5 w 65"/>
                <a:gd name="T15" fmla="*/ 6 h 50"/>
                <a:gd name="T16" fmla="*/ 14 w 65"/>
                <a:gd name="T17"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50">
                  <a:moveTo>
                    <a:pt x="14" y="1"/>
                  </a:moveTo>
                  <a:cubicBezTo>
                    <a:pt x="59" y="9"/>
                    <a:pt x="59" y="9"/>
                    <a:pt x="59" y="9"/>
                  </a:cubicBezTo>
                  <a:cubicBezTo>
                    <a:pt x="63" y="10"/>
                    <a:pt x="65" y="14"/>
                    <a:pt x="65" y="18"/>
                  </a:cubicBezTo>
                  <a:cubicBezTo>
                    <a:pt x="60" y="43"/>
                    <a:pt x="60" y="43"/>
                    <a:pt x="60" y="43"/>
                  </a:cubicBezTo>
                  <a:cubicBezTo>
                    <a:pt x="59" y="47"/>
                    <a:pt x="55" y="50"/>
                    <a:pt x="51" y="49"/>
                  </a:cubicBezTo>
                  <a:cubicBezTo>
                    <a:pt x="6" y="40"/>
                    <a:pt x="6" y="40"/>
                    <a:pt x="6" y="40"/>
                  </a:cubicBezTo>
                  <a:cubicBezTo>
                    <a:pt x="2" y="40"/>
                    <a:pt x="0" y="36"/>
                    <a:pt x="0" y="32"/>
                  </a:cubicBezTo>
                  <a:cubicBezTo>
                    <a:pt x="5" y="6"/>
                    <a:pt x="5" y="6"/>
                    <a:pt x="5"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1" name="Freeform 99"/>
            <p:cNvSpPr>
              <a:spLocks/>
            </p:cNvSpPr>
            <p:nvPr/>
          </p:nvSpPr>
          <p:spPr bwMode="auto">
            <a:xfrm>
              <a:off x="457200" y="3608387"/>
              <a:ext cx="95250" cy="96838"/>
            </a:xfrm>
            <a:custGeom>
              <a:avLst/>
              <a:gdLst>
                <a:gd name="T0" fmla="*/ 14 w 45"/>
                <a:gd name="T1" fmla="*/ 0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3" y="39"/>
                    <a:pt x="0" y="36"/>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2" name="Freeform 100"/>
            <p:cNvSpPr>
              <a:spLocks/>
            </p:cNvSpPr>
            <p:nvPr/>
          </p:nvSpPr>
          <p:spPr bwMode="auto">
            <a:xfrm>
              <a:off x="558800" y="3627437"/>
              <a:ext cx="95250" cy="96838"/>
            </a:xfrm>
            <a:custGeom>
              <a:avLst/>
              <a:gdLst>
                <a:gd name="T0" fmla="*/ 14 w 45"/>
                <a:gd name="T1" fmla="*/ 1 h 46"/>
                <a:gd name="T2" fmla="*/ 39 w 45"/>
                <a:gd name="T3" fmla="*/ 6 h 46"/>
                <a:gd name="T4" fmla="*/ 45 w 45"/>
                <a:gd name="T5" fmla="*/ 14 h 46"/>
                <a:gd name="T6" fmla="*/ 40 w 45"/>
                <a:gd name="T7" fmla="*/ 40 h 46"/>
                <a:gd name="T8" fmla="*/ 32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3"/>
                    <a:pt x="35" y="46"/>
                    <a:pt x="32" y="45"/>
                  </a:cubicBezTo>
                  <a:cubicBezTo>
                    <a:pt x="6" y="40"/>
                    <a:pt x="6" y="40"/>
                    <a:pt x="6" y="40"/>
                  </a:cubicBezTo>
                  <a:cubicBezTo>
                    <a:pt x="3" y="40"/>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3" name="Freeform 101"/>
            <p:cNvSpPr>
              <a:spLocks/>
            </p:cNvSpPr>
            <p:nvPr/>
          </p:nvSpPr>
          <p:spPr bwMode="auto">
            <a:xfrm>
              <a:off x="660400" y="364648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5" y="46"/>
                    <a:pt x="32" y="45"/>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4" name="Freeform 102"/>
            <p:cNvSpPr>
              <a:spLocks/>
            </p:cNvSpPr>
            <p:nvPr/>
          </p:nvSpPr>
          <p:spPr bwMode="auto">
            <a:xfrm>
              <a:off x="762000" y="366553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3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5" y="46"/>
                    <a:pt x="32" y="46"/>
                  </a:cubicBezTo>
                  <a:cubicBezTo>
                    <a:pt x="7" y="41"/>
                    <a:pt x="7" y="41"/>
                    <a:pt x="7" y="41"/>
                  </a:cubicBezTo>
                  <a:cubicBezTo>
                    <a:pt x="3" y="40"/>
                    <a:pt x="0" y="36"/>
                    <a:pt x="1" y="33"/>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5" name="Freeform 103"/>
            <p:cNvSpPr>
              <a:spLocks/>
            </p:cNvSpPr>
            <p:nvPr/>
          </p:nvSpPr>
          <p:spPr bwMode="auto">
            <a:xfrm>
              <a:off x="865188" y="3686175"/>
              <a:ext cx="96838" cy="98425"/>
            </a:xfrm>
            <a:custGeom>
              <a:avLst/>
              <a:gdLst>
                <a:gd name="T0" fmla="*/ 14 w 46"/>
                <a:gd name="T1" fmla="*/ 0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6" name="Freeform 104"/>
            <p:cNvSpPr>
              <a:spLocks/>
            </p:cNvSpPr>
            <p:nvPr/>
          </p:nvSpPr>
          <p:spPr bwMode="auto">
            <a:xfrm>
              <a:off x="966788" y="3705225"/>
              <a:ext cx="96838" cy="98425"/>
            </a:xfrm>
            <a:custGeom>
              <a:avLst/>
              <a:gdLst>
                <a:gd name="T0" fmla="*/ 14 w 46"/>
                <a:gd name="T1" fmla="*/ 1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40"/>
                    <a:pt x="0" y="36"/>
                    <a:pt x="1" y="32"/>
                  </a:cubicBezTo>
                  <a:cubicBezTo>
                    <a:pt x="6" y="6"/>
                    <a:pt x="6" y="6"/>
                    <a:pt x="6" y="6"/>
                  </a:cubicBezTo>
                  <a:cubicBezTo>
                    <a:pt x="7" y="2"/>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7" name="Freeform 105"/>
            <p:cNvSpPr>
              <a:spLocks/>
            </p:cNvSpPr>
            <p:nvPr/>
          </p:nvSpPr>
          <p:spPr bwMode="auto">
            <a:xfrm>
              <a:off x="1068388" y="3724275"/>
              <a:ext cx="96838" cy="98425"/>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6" y="46"/>
                    <a:pt x="32" y="45"/>
                  </a:cubicBezTo>
                  <a:cubicBezTo>
                    <a:pt x="7" y="41"/>
                    <a:pt x="7" y="41"/>
                    <a:pt x="7" y="41"/>
                  </a:cubicBezTo>
                  <a:cubicBezTo>
                    <a:pt x="3" y="40"/>
                    <a:pt x="0" y="36"/>
                    <a:pt x="1" y="32"/>
                  </a:cubicBezTo>
                  <a:cubicBezTo>
                    <a:pt x="6" y="6"/>
                    <a:pt x="6" y="6"/>
                    <a:pt x="6" y="6"/>
                  </a:cubicBezTo>
                  <a:cubicBezTo>
                    <a:pt x="7" y="3"/>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8" name="Freeform 106"/>
            <p:cNvSpPr>
              <a:spLocks/>
            </p:cNvSpPr>
            <p:nvPr/>
          </p:nvSpPr>
          <p:spPr bwMode="auto">
            <a:xfrm>
              <a:off x="1171575" y="3743325"/>
              <a:ext cx="95250" cy="98425"/>
            </a:xfrm>
            <a:custGeom>
              <a:avLst/>
              <a:gdLst>
                <a:gd name="T0" fmla="*/ 14 w 45"/>
                <a:gd name="T1" fmla="*/ 1 h 46"/>
                <a:gd name="T2" fmla="*/ 39 w 45"/>
                <a:gd name="T3" fmla="*/ 6 h 46"/>
                <a:gd name="T4" fmla="*/ 44 w 45"/>
                <a:gd name="T5" fmla="*/ 14 h 46"/>
                <a:gd name="T6" fmla="*/ 39 w 45"/>
                <a:gd name="T7" fmla="*/ 40 h 46"/>
                <a:gd name="T8" fmla="*/ 31 w 45"/>
                <a:gd name="T9" fmla="*/ 46 h 46"/>
                <a:gd name="T10" fmla="*/ 6 w 45"/>
                <a:gd name="T11" fmla="*/ 41 h 46"/>
                <a:gd name="T12" fmla="*/ 0 w 45"/>
                <a:gd name="T13" fmla="*/ 32 h 46"/>
                <a:gd name="T14" fmla="*/ 5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2" y="7"/>
                    <a:pt x="45" y="10"/>
                    <a:pt x="44" y="14"/>
                  </a:cubicBezTo>
                  <a:cubicBezTo>
                    <a:pt x="39" y="40"/>
                    <a:pt x="39" y="40"/>
                    <a:pt x="39" y="40"/>
                  </a:cubicBezTo>
                  <a:cubicBezTo>
                    <a:pt x="39" y="44"/>
                    <a:pt x="35" y="46"/>
                    <a:pt x="31" y="46"/>
                  </a:cubicBezTo>
                  <a:cubicBezTo>
                    <a:pt x="6" y="41"/>
                    <a:pt x="6" y="41"/>
                    <a:pt x="6" y="41"/>
                  </a:cubicBezTo>
                  <a:cubicBezTo>
                    <a:pt x="2" y="40"/>
                    <a:pt x="0" y="36"/>
                    <a:pt x="0"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9" name="Freeform 107"/>
            <p:cNvSpPr>
              <a:spLocks/>
            </p:cNvSpPr>
            <p:nvPr/>
          </p:nvSpPr>
          <p:spPr bwMode="auto">
            <a:xfrm>
              <a:off x="1273175" y="3765550"/>
              <a:ext cx="95250" cy="96838"/>
            </a:xfrm>
            <a:custGeom>
              <a:avLst/>
              <a:gdLst>
                <a:gd name="T0" fmla="*/ 14 w 45"/>
                <a:gd name="T1" fmla="*/ 0 h 46"/>
                <a:gd name="T2" fmla="*/ 39 w 45"/>
                <a:gd name="T3" fmla="*/ 5 h 46"/>
                <a:gd name="T4" fmla="*/ 44 w 45"/>
                <a:gd name="T5" fmla="*/ 13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2" y="6"/>
                    <a:pt x="45" y="10"/>
                    <a:pt x="44" y="13"/>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0" name="Freeform 108"/>
            <p:cNvSpPr>
              <a:spLocks/>
            </p:cNvSpPr>
            <p:nvPr/>
          </p:nvSpPr>
          <p:spPr bwMode="auto">
            <a:xfrm>
              <a:off x="1374775" y="3784600"/>
              <a:ext cx="95250" cy="96838"/>
            </a:xfrm>
            <a:custGeom>
              <a:avLst/>
              <a:gdLst>
                <a:gd name="T0" fmla="*/ 14 w 45"/>
                <a:gd name="T1" fmla="*/ 1 h 46"/>
                <a:gd name="T2" fmla="*/ 39 w 45"/>
                <a:gd name="T3" fmla="*/ 5 h 46"/>
                <a:gd name="T4" fmla="*/ 44 w 45"/>
                <a:gd name="T5" fmla="*/ 14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4" y="14"/>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1" name="Freeform 109"/>
            <p:cNvSpPr>
              <a:spLocks/>
            </p:cNvSpPr>
            <p:nvPr/>
          </p:nvSpPr>
          <p:spPr bwMode="auto">
            <a:xfrm>
              <a:off x="1476375" y="3803650"/>
              <a:ext cx="139700" cy="104775"/>
            </a:xfrm>
            <a:custGeom>
              <a:avLst/>
              <a:gdLst>
                <a:gd name="T0" fmla="*/ 14 w 66"/>
                <a:gd name="T1" fmla="*/ 1 h 50"/>
                <a:gd name="T2" fmla="*/ 59 w 66"/>
                <a:gd name="T3" fmla="*/ 10 h 50"/>
                <a:gd name="T4" fmla="*/ 65 w 66"/>
                <a:gd name="T5" fmla="*/ 18 h 50"/>
                <a:gd name="T6" fmla="*/ 60 w 66"/>
                <a:gd name="T7" fmla="*/ 43 h 50"/>
                <a:gd name="T8" fmla="*/ 52 w 66"/>
                <a:gd name="T9" fmla="*/ 49 h 50"/>
                <a:gd name="T10" fmla="*/ 6 w 66"/>
                <a:gd name="T11" fmla="*/ 40 h 50"/>
                <a:gd name="T12" fmla="*/ 1 w 66"/>
                <a:gd name="T13" fmla="*/ 32 h 50"/>
                <a:gd name="T14" fmla="*/ 5 w 66"/>
                <a:gd name="T15" fmla="*/ 7 h 50"/>
                <a:gd name="T16" fmla="*/ 14 w 66"/>
                <a:gd name="T17"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50">
                  <a:moveTo>
                    <a:pt x="14" y="1"/>
                  </a:moveTo>
                  <a:cubicBezTo>
                    <a:pt x="59" y="10"/>
                    <a:pt x="59" y="10"/>
                    <a:pt x="59" y="10"/>
                  </a:cubicBezTo>
                  <a:cubicBezTo>
                    <a:pt x="63" y="10"/>
                    <a:pt x="66" y="14"/>
                    <a:pt x="65" y="18"/>
                  </a:cubicBezTo>
                  <a:cubicBezTo>
                    <a:pt x="60" y="43"/>
                    <a:pt x="60" y="43"/>
                    <a:pt x="60" y="43"/>
                  </a:cubicBezTo>
                  <a:cubicBezTo>
                    <a:pt x="59" y="47"/>
                    <a:pt x="55" y="50"/>
                    <a:pt x="52" y="49"/>
                  </a:cubicBezTo>
                  <a:cubicBezTo>
                    <a:pt x="6" y="40"/>
                    <a:pt x="6" y="40"/>
                    <a:pt x="6" y="40"/>
                  </a:cubicBezTo>
                  <a:cubicBezTo>
                    <a:pt x="2" y="40"/>
                    <a:pt x="0" y="36"/>
                    <a:pt x="1"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2" name="Freeform 110"/>
            <p:cNvSpPr>
              <a:spLocks/>
            </p:cNvSpPr>
            <p:nvPr/>
          </p:nvSpPr>
          <p:spPr bwMode="auto">
            <a:xfrm>
              <a:off x="1627188" y="3832225"/>
              <a:ext cx="93663" cy="96838"/>
            </a:xfrm>
            <a:custGeom>
              <a:avLst/>
              <a:gdLst>
                <a:gd name="T0" fmla="*/ 14 w 44"/>
                <a:gd name="T1" fmla="*/ 0 h 45"/>
                <a:gd name="T2" fmla="*/ 37 w 44"/>
                <a:gd name="T3" fmla="*/ 5 h 45"/>
                <a:gd name="T4" fmla="*/ 43 w 44"/>
                <a:gd name="T5" fmla="*/ 13 h 45"/>
                <a:gd name="T6" fmla="*/ 38 w 44"/>
                <a:gd name="T7" fmla="*/ 39 h 45"/>
                <a:gd name="T8" fmla="*/ 30 w 44"/>
                <a:gd name="T9" fmla="*/ 45 h 45"/>
                <a:gd name="T10" fmla="*/ 6 w 44"/>
                <a:gd name="T11" fmla="*/ 40 h 45"/>
                <a:gd name="T12" fmla="*/ 1 w 44"/>
                <a:gd name="T13" fmla="*/ 32 h 45"/>
                <a:gd name="T14" fmla="*/ 6 w 44"/>
                <a:gd name="T15" fmla="*/ 6 h 45"/>
                <a:gd name="T16" fmla="*/ 14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14" y="0"/>
                  </a:moveTo>
                  <a:cubicBezTo>
                    <a:pt x="37" y="5"/>
                    <a:pt x="37" y="5"/>
                    <a:pt x="37" y="5"/>
                  </a:cubicBezTo>
                  <a:cubicBezTo>
                    <a:pt x="41" y="6"/>
                    <a:pt x="44" y="9"/>
                    <a:pt x="43" y="13"/>
                  </a:cubicBezTo>
                  <a:cubicBezTo>
                    <a:pt x="38" y="39"/>
                    <a:pt x="38" y="39"/>
                    <a:pt x="38" y="39"/>
                  </a:cubicBezTo>
                  <a:cubicBezTo>
                    <a:pt x="37" y="43"/>
                    <a:pt x="33" y="45"/>
                    <a:pt x="30" y="45"/>
                  </a:cubicBezTo>
                  <a:cubicBezTo>
                    <a:pt x="6" y="40"/>
                    <a:pt x="6" y="40"/>
                    <a:pt x="6" y="40"/>
                  </a:cubicBezTo>
                  <a:cubicBezTo>
                    <a:pt x="2" y="39"/>
                    <a:pt x="0" y="36"/>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3" name="Freeform 111"/>
            <p:cNvSpPr>
              <a:spLocks/>
            </p:cNvSpPr>
            <p:nvPr/>
          </p:nvSpPr>
          <p:spPr bwMode="auto">
            <a:xfrm>
              <a:off x="762000" y="3835400"/>
              <a:ext cx="611188" cy="387350"/>
            </a:xfrm>
            <a:custGeom>
              <a:avLst/>
              <a:gdLst>
                <a:gd name="T0" fmla="*/ 32 w 288"/>
                <a:gd name="T1" fmla="*/ 0 h 183"/>
                <a:gd name="T2" fmla="*/ 282 w 288"/>
                <a:gd name="T3" fmla="*/ 48 h 183"/>
                <a:gd name="T4" fmla="*/ 287 w 288"/>
                <a:gd name="T5" fmla="*/ 56 h 183"/>
                <a:gd name="T6" fmla="*/ 264 w 288"/>
                <a:gd name="T7" fmla="*/ 177 h 183"/>
                <a:gd name="T8" fmla="*/ 256 w 288"/>
                <a:gd name="T9" fmla="*/ 182 h 183"/>
                <a:gd name="T10" fmla="*/ 6 w 288"/>
                <a:gd name="T11" fmla="*/ 134 h 183"/>
                <a:gd name="T12" fmla="*/ 1 w 288"/>
                <a:gd name="T13" fmla="*/ 126 h 183"/>
                <a:gd name="T14" fmla="*/ 24 w 288"/>
                <a:gd name="T15" fmla="*/ 6 h 183"/>
                <a:gd name="T16" fmla="*/ 32 w 288"/>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83">
                  <a:moveTo>
                    <a:pt x="32" y="0"/>
                  </a:moveTo>
                  <a:cubicBezTo>
                    <a:pt x="282" y="48"/>
                    <a:pt x="282" y="48"/>
                    <a:pt x="282" y="48"/>
                  </a:cubicBezTo>
                  <a:cubicBezTo>
                    <a:pt x="286" y="49"/>
                    <a:pt x="288" y="53"/>
                    <a:pt x="287" y="56"/>
                  </a:cubicBezTo>
                  <a:cubicBezTo>
                    <a:pt x="264" y="177"/>
                    <a:pt x="264" y="177"/>
                    <a:pt x="264" y="177"/>
                  </a:cubicBezTo>
                  <a:cubicBezTo>
                    <a:pt x="264" y="180"/>
                    <a:pt x="260" y="183"/>
                    <a:pt x="256" y="182"/>
                  </a:cubicBezTo>
                  <a:cubicBezTo>
                    <a:pt x="6" y="134"/>
                    <a:pt x="6" y="134"/>
                    <a:pt x="6" y="134"/>
                  </a:cubicBezTo>
                  <a:cubicBezTo>
                    <a:pt x="2" y="133"/>
                    <a:pt x="0" y="130"/>
                    <a:pt x="1" y="126"/>
                  </a:cubicBezTo>
                  <a:cubicBezTo>
                    <a:pt x="24" y="6"/>
                    <a:pt x="24" y="6"/>
                    <a:pt x="24" y="6"/>
                  </a:cubicBezTo>
                  <a:cubicBezTo>
                    <a:pt x="24" y="2"/>
                    <a:pt x="28" y="0"/>
                    <a:pt x="32"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4" name="Freeform 112"/>
            <p:cNvSpPr>
              <a:spLocks/>
            </p:cNvSpPr>
            <p:nvPr/>
          </p:nvSpPr>
          <p:spPr bwMode="auto">
            <a:xfrm>
              <a:off x="746125" y="4135437"/>
              <a:ext cx="280988" cy="111125"/>
            </a:xfrm>
            <a:custGeom>
              <a:avLst/>
              <a:gdLst>
                <a:gd name="T0" fmla="*/ 7 w 133"/>
                <a:gd name="T1" fmla="*/ 0 h 52"/>
                <a:gd name="T2" fmla="*/ 131 w 133"/>
                <a:gd name="T3" fmla="*/ 24 h 52"/>
                <a:gd name="T4" fmla="*/ 132 w 133"/>
                <a:gd name="T5" fmla="*/ 26 h 52"/>
                <a:gd name="T6" fmla="*/ 128 w 133"/>
                <a:gd name="T7" fmla="*/ 51 h 52"/>
                <a:gd name="T8" fmla="*/ 126 w 133"/>
                <a:gd name="T9" fmla="*/ 52 h 52"/>
                <a:gd name="T10" fmla="*/ 2 w 133"/>
                <a:gd name="T11" fmla="*/ 28 h 52"/>
                <a:gd name="T12" fmla="*/ 0 w 133"/>
                <a:gd name="T13" fmla="*/ 26 h 52"/>
                <a:gd name="T14" fmla="*/ 5 w 133"/>
                <a:gd name="T15" fmla="*/ 1 h 52"/>
                <a:gd name="T16" fmla="*/ 7 w 133"/>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2">
                  <a:moveTo>
                    <a:pt x="7" y="0"/>
                  </a:moveTo>
                  <a:cubicBezTo>
                    <a:pt x="131" y="24"/>
                    <a:pt x="131" y="24"/>
                    <a:pt x="131" y="24"/>
                  </a:cubicBezTo>
                  <a:cubicBezTo>
                    <a:pt x="132" y="24"/>
                    <a:pt x="133" y="25"/>
                    <a:pt x="132" y="26"/>
                  </a:cubicBezTo>
                  <a:cubicBezTo>
                    <a:pt x="128" y="51"/>
                    <a:pt x="128" y="51"/>
                    <a:pt x="128" y="51"/>
                  </a:cubicBezTo>
                  <a:cubicBezTo>
                    <a:pt x="127" y="51"/>
                    <a:pt x="127" y="52"/>
                    <a:pt x="126" y="52"/>
                  </a:cubicBezTo>
                  <a:cubicBezTo>
                    <a:pt x="2" y="28"/>
                    <a:pt x="2" y="28"/>
                    <a:pt x="2" y="28"/>
                  </a:cubicBezTo>
                  <a:cubicBezTo>
                    <a:pt x="1" y="28"/>
                    <a:pt x="0" y="27"/>
                    <a:pt x="0" y="26"/>
                  </a:cubicBezTo>
                  <a:cubicBezTo>
                    <a:pt x="5" y="1"/>
                    <a:pt x="5" y="1"/>
                    <a:pt x="5" y="1"/>
                  </a:cubicBezTo>
                  <a:cubicBezTo>
                    <a:pt x="5" y="1"/>
                    <a:pt x="6" y="0"/>
                    <a:pt x="7"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5" name="Freeform 113"/>
            <p:cNvSpPr>
              <a:spLocks/>
            </p:cNvSpPr>
            <p:nvPr/>
          </p:nvSpPr>
          <p:spPr bwMode="auto">
            <a:xfrm>
              <a:off x="1036638" y="4191000"/>
              <a:ext cx="279400" cy="109538"/>
            </a:xfrm>
            <a:custGeom>
              <a:avLst/>
              <a:gdLst>
                <a:gd name="T0" fmla="*/ 7 w 132"/>
                <a:gd name="T1" fmla="*/ 0 h 52"/>
                <a:gd name="T2" fmla="*/ 131 w 132"/>
                <a:gd name="T3" fmla="*/ 24 h 52"/>
                <a:gd name="T4" fmla="*/ 132 w 132"/>
                <a:gd name="T5" fmla="*/ 26 h 52"/>
                <a:gd name="T6" fmla="*/ 127 w 132"/>
                <a:gd name="T7" fmla="*/ 51 h 52"/>
                <a:gd name="T8" fmla="*/ 125 w 132"/>
                <a:gd name="T9" fmla="*/ 52 h 52"/>
                <a:gd name="T10" fmla="*/ 1 w 132"/>
                <a:gd name="T11" fmla="*/ 28 h 52"/>
                <a:gd name="T12" fmla="*/ 0 w 132"/>
                <a:gd name="T13" fmla="*/ 26 h 52"/>
                <a:gd name="T14" fmla="*/ 5 w 132"/>
                <a:gd name="T15" fmla="*/ 2 h 52"/>
                <a:gd name="T16" fmla="*/ 7 w 132"/>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52">
                  <a:moveTo>
                    <a:pt x="7" y="0"/>
                  </a:moveTo>
                  <a:cubicBezTo>
                    <a:pt x="131" y="24"/>
                    <a:pt x="131" y="24"/>
                    <a:pt x="131" y="24"/>
                  </a:cubicBezTo>
                  <a:cubicBezTo>
                    <a:pt x="132" y="24"/>
                    <a:pt x="132" y="25"/>
                    <a:pt x="132" y="26"/>
                  </a:cubicBezTo>
                  <a:cubicBezTo>
                    <a:pt x="127" y="51"/>
                    <a:pt x="127" y="51"/>
                    <a:pt x="127" y="51"/>
                  </a:cubicBezTo>
                  <a:cubicBezTo>
                    <a:pt x="127" y="52"/>
                    <a:pt x="126" y="52"/>
                    <a:pt x="125" y="52"/>
                  </a:cubicBezTo>
                  <a:cubicBezTo>
                    <a:pt x="1" y="28"/>
                    <a:pt x="1" y="28"/>
                    <a:pt x="1" y="28"/>
                  </a:cubicBezTo>
                  <a:cubicBezTo>
                    <a:pt x="0" y="28"/>
                    <a:pt x="0" y="27"/>
                    <a:pt x="0" y="26"/>
                  </a:cubicBezTo>
                  <a:cubicBezTo>
                    <a:pt x="5" y="2"/>
                    <a:pt x="5" y="2"/>
                    <a:pt x="5" y="2"/>
                  </a:cubicBezTo>
                  <a:cubicBezTo>
                    <a:pt x="5" y="1"/>
                    <a:pt x="6" y="0"/>
                    <a:pt x="7"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6" name="Freeform 114"/>
            <p:cNvSpPr>
              <a:spLocks/>
            </p:cNvSpPr>
            <p:nvPr/>
          </p:nvSpPr>
          <p:spPr bwMode="auto">
            <a:xfrm>
              <a:off x="311150" y="2867025"/>
              <a:ext cx="1874838" cy="411163"/>
            </a:xfrm>
            <a:custGeom>
              <a:avLst/>
              <a:gdLst>
                <a:gd name="T0" fmla="*/ 860 w 885"/>
                <a:gd name="T1" fmla="*/ 162 h 194"/>
                <a:gd name="T2" fmla="*/ 32 w 885"/>
                <a:gd name="T3" fmla="*/ 3 h 194"/>
                <a:gd name="T4" fmla="*/ 0 w 885"/>
                <a:gd name="T5" fmla="*/ 25 h 194"/>
                <a:gd name="T6" fmla="*/ 882 w 885"/>
                <a:gd name="T7" fmla="*/ 194 h 194"/>
                <a:gd name="T8" fmla="*/ 860 w 885"/>
                <a:gd name="T9" fmla="*/ 162 h 194"/>
              </a:gdLst>
              <a:ahLst/>
              <a:cxnLst>
                <a:cxn ang="0">
                  <a:pos x="T0" y="T1"/>
                </a:cxn>
                <a:cxn ang="0">
                  <a:pos x="T2" y="T3"/>
                </a:cxn>
                <a:cxn ang="0">
                  <a:pos x="T4" y="T5"/>
                </a:cxn>
                <a:cxn ang="0">
                  <a:pos x="T6" y="T7"/>
                </a:cxn>
                <a:cxn ang="0">
                  <a:pos x="T8" y="T9"/>
                </a:cxn>
              </a:cxnLst>
              <a:rect l="0" t="0" r="r" b="b"/>
              <a:pathLst>
                <a:path w="885" h="194">
                  <a:moveTo>
                    <a:pt x="860" y="162"/>
                  </a:moveTo>
                  <a:cubicBezTo>
                    <a:pt x="32" y="3"/>
                    <a:pt x="32" y="3"/>
                    <a:pt x="32" y="3"/>
                  </a:cubicBezTo>
                  <a:cubicBezTo>
                    <a:pt x="17" y="0"/>
                    <a:pt x="3" y="10"/>
                    <a:pt x="0" y="25"/>
                  </a:cubicBezTo>
                  <a:cubicBezTo>
                    <a:pt x="882" y="194"/>
                    <a:pt x="882" y="194"/>
                    <a:pt x="882" y="194"/>
                  </a:cubicBezTo>
                  <a:cubicBezTo>
                    <a:pt x="885" y="179"/>
                    <a:pt x="875" y="165"/>
                    <a:pt x="860" y="16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7" name="Freeform 115"/>
            <p:cNvSpPr>
              <a:spLocks/>
            </p:cNvSpPr>
            <p:nvPr/>
          </p:nvSpPr>
          <p:spPr bwMode="auto">
            <a:xfrm>
              <a:off x="1892300" y="1590675"/>
              <a:ext cx="2163763" cy="2092325"/>
            </a:xfrm>
            <a:custGeom>
              <a:avLst/>
              <a:gdLst>
                <a:gd name="T0" fmla="*/ 9 w 1021"/>
                <a:gd name="T1" fmla="*/ 541 h 987"/>
                <a:gd name="T2" fmla="*/ 640 w 1021"/>
                <a:gd name="T3" fmla="*/ 6 h 987"/>
                <a:gd name="T4" fmla="*/ 667 w 1021"/>
                <a:gd name="T5" fmla="*/ 9 h 987"/>
                <a:gd name="T6" fmla="*/ 1014 w 1021"/>
                <a:gd name="T7" fmla="*/ 418 h 987"/>
                <a:gd name="T8" fmla="*/ 1012 w 1021"/>
                <a:gd name="T9" fmla="*/ 445 h 987"/>
                <a:gd name="T10" fmla="*/ 381 w 1021"/>
                <a:gd name="T11" fmla="*/ 980 h 987"/>
                <a:gd name="T12" fmla="*/ 354 w 1021"/>
                <a:gd name="T13" fmla="*/ 978 h 987"/>
                <a:gd name="T14" fmla="*/ 7 w 1021"/>
                <a:gd name="T15" fmla="*/ 569 h 987"/>
                <a:gd name="T16" fmla="*/ 9 w 1021"/>
                <a:gd name="T17" fmla="*/ 541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1" h="987">
                  <a:moveTo>
                    <a:pt x="9" y="541"/>
                  </a:moveTo>
                  <a:cubicBezTo>
                    <a:pt x="640" y="6"/>
                    <a:pt x="640" y="6"/>
                    <a:pt x="640" y="6"/>
                  </a:cubicBezTo>
                  <a:cubicBezTo>
                    <a:pt x="648" y="0"/>
                    <a:pt x="660" y="1"/>
                    <a:pt x="667" y="9"/>
                  </a:cubicBezTo>
                  <a:cubicBezTo>
                    <a:pt x="1014" y="418"/>
                    <a:pt x="1014" y="418"/>
                    <a:pt x="1014" y="418"/>
                  </a:cubicBezTo>
                  <a:cubicBezTo>
                    <a:pt x="1021" y="426"/>
                    <a:pt x="1020" y="438"/>
                    <a:pt x="1012" y="445"/>
                  </a:cubicBezTo>
                  <a:cubicBezTo>
                    <a:pt x="381" y="980"/>
                    <a:pt x="381" y="980"/>
                    <a:pt x="381" y="980"/>
                  </a:cubicBezTo>
                  <a:cubicBezTo>
                    <a:pt x="373" y="987"/>
                    <a:pt x="361" y="986"/>
                    <a:pt x="354" y="978"/>
                  </a:cubicBezTo>
                  <a:cubicBezTo>
                    <a:pt x="7" y="569"/>
                    <a:pt x="7" y="569"/>
                    <a:pt x="7" y="569"/>
                  </a:cubicBezTo>
                  <a:cubicBezTo>
                    <a:pt x="0" y="560"/>
                    <a:pt x="1" y="548"/>
                    <a:pt x="9" y="5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8" name="Freeform 116"/>
            <p:cNvSpPr>
              <a:spLocks/>
            </p:cNvSpPr>
            <p:nvPr/>
          </p:nvSpPr>
          <p:spPr bwMode="auto">
            <a:xfrm>
              <a:off x="3241675" y="1778000"/>
              <a:ext cx="96838" cy="93663"/>
            </a:xfrm>
            <a:custGeom>
              <a:avLst/>
              <a:gdLst>
                <a:gd name="T0" fmla="*/ 3 w 46"/>
                <a:gd name="T1" fmla="*/ 19 h 44"/>
                <a:gd name="T2" fmla="*/ 23 w 46"/>
                <a:gd name="T3" fmla="*/ 2 h 44"/>
                <a:gd name="T4" fmla="*/ 31 w 46"/>
                <a:gd name="T5" fmla="*/ 2 h 44"/>
                <a:gd name="T6" fmla="*/ 44 w 46"/>
                <a:gd name="T7" fmla="*/ 17 h 44"/>
                <a:gd name="T8" fmla="*/ 43 w 46"/>
                <a:gd name="T9" fmla="*/ 25 h 44"/>
                <a:gd name="T10" fmla="*/ 23 w 46"/>
                <a:gd name="T11" fmla="*/ 42 h 44"/>
                <a:gd name="T12" fmla="*/ 15 w 46"/>
                <a:gd name="T13" fmla="*/ 42 h 44"/>
                <a:gd name="T14" fmla="*/ 2 w 46"/>
                <a:gd name="T15" fmla="*/ 27 h 44"/>
                <a:gd name="T16" fmla="*/ 3 w 46"/>
                <a:gd name="T17" fmla="*/ 1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4">
                  <a:moveTo>
                    <a:pt x="3" y="19"/>
                  </a:moveTo>
                  <a:cubicBezTo>
                    <a:pt x="23" y="2"/>
                    <a:pt x="23" y="2"/>
                    <a:pt x="23" y="2"/>
                  </a:cubicBezTo>
                  <a:cubicBezTo>
                    <a:pt x="26" y="0"/>
                    <a:pt x="29" y="0"/>
                    <a:pt x="31" y="2"/>
                  </a:cubicBezTo>
                  <a:cubicBezTo>
                    <a:pt x="44" y="17"/>
                    <a:pt x="44" y="17"/>
                    <a:pt x="44" y="17"/>
                  </a:cubicBezTo>
                  <a:cubicBezTo>
                    <a:pt x="46" y="20"/>
                    <a:pt x="46" y="23"/>
                    <a:pt x="43" y="25"/>
                  </a:cubicBezTo>
                  <a:cubicBezTo>
                    <a:pt x="23" y="42"/>
                    <a:pt x="23" y="42"/>
                    <a:pt x="23" y="42"/>
                  </a:cubicBezTo>
                  <a:cubicBezTo>
                    <a:pt x="21" y="44"/>
                    <a:pt x="17" y="44"/>
                    <a:pt x="15" y="42"/>
                  </a:cubicBezTo>
                  <a:cubicBezTo>
                    <a:pt x="2" y="27"/>
                    <a:pt x="2" y="27"/>
                    <a:pt x="2" y="27"/>
                  </a:cubicBezTo>
                  <a:cubicBezTo>
                    <a:pt x="0" y="24"/>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9" name="Freeform 117"/>
            <p:cNvSpPr>
              <a:spLocks/>
            </p:cNvSpPr>
            <p:nvPr/>
          </p:nvSpPr>
          <p:spPr bwMode="auto">
            <a:xfrm>
              <a:off x="3294063" y="1839912"/>
              <a:ext cx="107950" cy="107950"/>
            </a:xfrm>
            <a:custGeom>
              <a:avLst/>
              <a:gdLst>
                <a:gd name="T0" fmla="*/ 3 w 51"/>
                <a:gd name="T1" fmla="*/ 18 h 51"/>
                <a:gd name="T2" fmla="*/ 22 w 51"/>
                <a:gd name="T3" fmla="*/ 2 h 51"/>
                <a:gd name="T4" fmla="*/ 31 w 51"/>
                <a:gd name="T5" fmla="*/ 3 h 51"/>
                <a:gd name="T6" fmla="*/ 49 w 51"/>
                <a:gd name="T7" fmla="*/ 23 h 51"/>
                <a:gd name="T8" fmla="*/ 48 w 51"/>
                <a:gd name="T9" fmla="*/ 33 h 51"/>
                <a:gd name="T10" fmla="*/ 30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5" y="0"/>
                    <a:pt x="29" y="0"/>
                    <a:pt x="31" y="3"/>
                  </a:cubicBezTo>
                  <a:cubicBezTo>
                    <a:pt x="49" y="23"/>
                    <a:pt x="49" y="23"/>
                    <a:pt x="49" y="23"/>
                  </a:cubicBezTo>
                  <a:cubicBezTo>
                    <a:pt x="51" y="26"/>
                    <a:pt x="51" y="31"/>
                    <a:pt x="48" y="33"/>
                  </a:cubicBezTo>
                  <a:cubicBezTo>
                    <a:pt x="30" y="49"/>
                    <a:pt x="30" y="49"/>
                    <a:pt x="30" y="49"/>
                  </a:cubicBezTo>
                  <a:cubicBezTo>
                    <a:pt x="27" y="51"/>
                    <a:pt x="22" y="51"/>
                    <a:pt x="20" y="48"/>
                  </a:cubicBezTo>
                  <a:cubicBezTo>
                    <a:pt x="3" y="27"/>
                    <a:pt x="3" y="27"/>
                    <a:pt x="3" y="27"/>
                  </a:cubicBezTo>
                  <a:cubicBezTo>
                    <a:pt x="0" y="25"/>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0" name="Freeform 118"/>
            <p:cNvSpPr>
              <a:spLocks/>
            </p:cNvSpPr>
            <p:nvPr/>
          </p:nvSpPr>
          <p:spPr bwMode="auto">
            <a:xfrm>
              <a:off x="3360738" y="1916112"/>
              <a:ext cx="107950" cy="107950"/>
            </a:xfrm>
            <a:custGeom>
              <a:avLst/>
              <a:gdLst>
                <a:gd name="T0" fmla="*/ 3 w 51"/>
                <a:gd name="T1" fmla="*/ 18 h 51"/>
                <a:gd name="T2" fmla="*/ 22 w 51"/>
                <a:gd name="T3" fmla="*/ 2 h 51"/>
                <a:gd name="T4" fmla="*/ 31 w 51"/>
                <a:gd name="T5" fmla="*/ 3 h 51"/>
                <a:gd name="T6" fmla="*/ 49 w 51"/>
                <a:gd name="T7" fmla="*/ 24 h 51"/>
                <a:gd name="T8" fmla="*/ 48 w 51"/>
                <a:gd name="T9" fmla="*/ 33 h 51"/>
                <a:gd name="T10" fmla="*/ 29 w 51"/>
                <a:gd name="T11" fmla="*/ 49 h 51"/>
                <a:gd name="T12" fmla="*/ 20 w 51"/>
                <a:gd name="T13" fmla="*/ 48 h 51"/>
                <a:gd name="T14" fmla="*/ 2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4" y="0"/>
                    <a:pt x="29" y="0"/>
                    <a:pt x="31" y="3"/>
                  </a:cubicBezTo>
                  <a:cubicBezTo>
                    <a:pt x="49" y="24"/>
                    <a:pt x="49" y="24"/>
                    <a:pt x="49" y="24"/>
                  </a:cubicBezTo>
                  <a:cubicBezTo>
                    <a:pt x="51" y="26"/>
                    <a:pt x="51" y="31"/>
                    <a:pt x="48" y="33"/>
                  </a:cubicBezTo>
                  <a:cubicBezTo>
                    <a:pt x="29" y="49"/>
                    <a:pt x="29" y="49"/>
                    <a:pt x="29" y="49"/>
                  </a:cubicBezTo>
                  <a:cubicBezTo>
                    <a:pt x="26" y="51"/>
                    <a:pt x="22" y="51"/>
                    <a:pt x="20" y="48"/>
                  </a:cubicBezTo>
                  <a:cubicBezTo>
                    <a:pt x="2" y="27"/>
                    <a:pt x="2" y="27"/>
                    <a:pt x="2" y="27"/>
                  </a:cubicBezTo>
                  <a:cubicBezTo>
                    <a:pt x="0" y="25"/>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1" name="Freeform 119"/>
            <p:cNvSpPr>
              <a:spLocks/>
            </p:cNvSpPr>
            <p:nvPr/>
          </p:nvSpPr>
          <p:spPr bwMode="auto">
            <a:xfrm>
              <a:off x="3425825" y="1992312"/>
              <a:ext cx="107950" cy="107950"/>
            </a:xfrm>
            <a:custGeom>
              <a:avLst/>
              <a:gdLst>
                <a:gd name="T0" fmla="*/ 3 w 51"/>
                <a:gd name="T1" fmla="*/ 18 h 51"/>
                <a:gd name="T2" fmla="*/ 21 w 51"/>
                <a:gd name="T3" fmla="*/ 2 h 51"/>
                <a:gd name="T4" fmla="*/ 31 w 51"/>
                <a:gd name="T5" fmla="*/ 3 h 51"/>
                <a:gd name="T6" fmla="*/ 48 w 51"/>
                <a:gd name="T7" fmla="*/ 24 h 51"/>
                <a:gd name="T8" fmla="*/ 47 w 51"/>
                <a:gd name="T9" fmla="*/ 33 h 51"/>
                <a:gd name="T10" fmla="*/ 29 w 51"/>
                <a:gd name="T11" fmla="*/ 49 h 51"/>
                <a:gd name="T12" fmla="*/ 19 w 51"/>
                <a:gd name="T13" fmla="*/ 48 h 51"/>
                <a:gd name="T14" fmla="*/ 2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1" y="2"/>
                    <a:pt x="21" y="2"/>
                    <a:pt x="21" y="2"/>
                  </a:cubicBezTo>
                  <a:cubicBezTo>
                    <a:pt x="24" y="0"/>
                    <a:pt x="28" y="0"/>
                    <a:pt x="31" y="3"/>
                  </a:cubicBezTo>
                  <a:cubicBezTo>
                    <a:pt x="48" y="24"/>
                    <a:pt x="48" y="24"/>
                    <a:pt x="48" y="24"/>
                  </a:cubicBezTo>
                  <a:cubicBezTo>
                    <a:pt x="51" y="27"/>
                    <a:pt x="50" y="31"/>
                    <a:pt x="47" y="33"/>
                  </a:cubicBezTo>
                  <a:cubicBezTo>
                    <a:pt x="29" y="49"/>
                    <a:pt x="29" y="49"/>
                    <a:pt x="29" y="49"/>
                  </a:cubicBezTo>
                  <a:cubicBezTo>
                    <a:pt x="26" y="51"/>
                    <a:pt x="22" y="51"/>
                    <a:pt x="19"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2" name="Freeform 120"/>
            <p:cNvSpPr>
              <a:spLocks/>
            </p:cNvSpPr>
            <p:nvPr/>
          </p:nvSpPr>
          <p:spPr bwMode="auto">
            <a:xfrm>
              <a:off x="3489325" y="2068512"/>
              <a:ext cx="107950" cy="107950"/>
            </a:xfrm>
            <a:custGeom>
              <a:avLst/>
              <a:gdLst>
                <a:gd name="T0" fmla="*/ 3 w 51"/>
                <a:gd name="T1" fmla="*/ 18 h 51"/>
                <a:gd name="T2" fmla="*/ 22 w 51"/>
                <a:gd name="T3" fmla="*/ 3 h 51"/>
                <a:gd name="T4" fmla="*/ 31 w 51"/>
                <a:gd name="T5" fmla="*/ 3 h 51"/>
                <a:gd name="T6" fmla="*/ 49 w 51"/>
                <a:gd name="T7" fmla="*/ 24 h 51"/>
                <a:gd name="T8" fmla="*/ 48 w 51"/>
                <a:gd name="T9" fmla="*/ 33 h 51"/>
                <a:gd name="T10" fmla="*/ 30 w 51"/>
                <a:gd name="T11" fmla="*/ 49 h 51"/>
                <a:gd name="T12" fmla="*/ 20 w 51"/>
                <a:gd name="T13" fmla="*/ 48 h 51"/>
                <a:gd name="T14" fmla="*/ 3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3"/>
                    <a:pt x="22" y="3"/>
                    <a:pt x="22" y="3"/>
                  </a:cubicBezTo>
                  <a:cubicBezTo>
                    <a:pt x="25" y="0"/>
                    <a:pt x="29" y="0"/>
                    <a:pt x="31" y="3"/>
                  </a:cubicBezTo>
                  <a:cubicBezTo>
                    <a:pt x="49" y="24"/>
                    <a:pt x="49" y="24"/>
                    <a:pt x="49" y="24"/>
                  </a:cubicBezTo>
                  <a:cubicBezTo>
                    <a:pt x="51" y="27"/>
                    <a:pt x="51" y="31"/>
                    <a:pt x="48" y="33"/>
                  </a:cubicBezTo>
                  <a:cubicBezTo>
                    <a:pt x="30" y="49"/>
                    <a:pt x="30" y="49"/>
                    <a:pt x="30" y="49"/>
                  </a:cubicBezTo>
                  <a:cubicBezTo>
                    <a:pt x="27" y="51"/>
                    <a:pt x="22" y="51"/>
                    <a:pt x="20" y="48"/>
                  </a:cubicBezTo>
                  <a:cubicBezTo>
                    <a:pt x="3" y="28"/>
                    <a:pt x="3" y="28"/>
                    <a:pt x="3" y="28"/>
                  </a:cubicBezTo>
                  <a:cubicBezTo>
                    <a:pt x="0" y="25"/>
                    <a:pt x="1"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3" name="Freeform 121"/>
            <p:cNvSpPr>
              <a:spLocks/>
            </p:cNvSpPr>
            <p:nvPr/>
          </p:nvSpPr>
          <p:spPr bwMode="auto">
            <a:xfrm>
              <a:off x="3556000" y="2144712"/>
              <a:ext cx="107950" cy="109538"/>
            </a:xfrm>
            <a:custGeom>
              <a:avLst/>
              <a:gdLst>
                <a:gd name="T0" fmla="*/ 3 w 51"/>
                <a:gd name="T1" fmla="*/ 18 h 52"/>
                <a:gd name="T2" fmla="*/ 22 w 51"/>
                <a:gd name="T3" fmla="*/ 3 h 52"/>
                <a:gd name="T4" fmla="*/ 31 w 51"/>
                <a:gd name="T5" fmla="*/ 3 h 52"/>
                <a:gd name="T6" fmla="*/ 48 w 51"/>
                <a:gd name="T7" fmla="*/ 24 h 52"/>
                <a:gd name="T8" fmla="*/ 48 w 51"/>
                <a:gd name="T9" fmla="*/ 33 h 52"/>
                <a:gd name="T10" fmla="*/ 29 w 51"/>
                <a:gd name="T11" fmla="*/ 49 h 52"/>
                <a:gd name="T12" fmla="*/ 20 w 51"/>
                <a:gd name="T13" fmla="*/ 48 h 52"/>
                <a:gd name="T14" fmla="*/ 2 w 51"/>
                <a:gd name="T15" fmla="*/ 28 h 52"/>
                <a:gd name="T16" fmla="*/ 3 w 51"/>
                <a:gd name="T17"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2">
                  <a:moveTo>
                    <a:pt x="3" y="18"/>
                  </a:moveTo>
                  <a:cubicBezTo>
                    <a:pt x="22" y="3"/>
                    <a:pt x="22" y="3"/>
                    <a:pt x="22" y="3"/>
                  </a:cubicBezTo>
                  <a:cubicBezTo>
                    <a:pt x="24" y="0"/>
                    <a:pt x="29" y="1"/>
                    <a:pt x="31" y="3"/>
                  </a:cubicBezTo>
                  <a:cubicBezTo>
                    <a:pt x="48" y="24"/>
                    <a:pt x="48" y="24"/>
                    <a:pt x="48" y="24"/>
                  </a:cubicBezTo>
                  <a:cubicBezTo>
                    <a:pt x="51" y="27"/>
                    <a:pt x="50" y="31"/>
                    <a:pt x="48" y="33"/>
                  </a:cubicBezTo>
                  <a:cubicBezTo>
                    <a:pt x="29" y="49"/>
                    <a:pt x="29" y="49"/>
                    <a:pt x="29" y="49"/>
                  </a:cubicBezTo>
                  <a:cubicBezTo>
                    <a:pt x="26" y="52"/>
                    <a:pt x="22" y="51"/>
                    <a:pt x="20"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4" name="Freeform 122"/>
            <p:cNvSpPr>
              <a:spLocks/>
            </p:cNvSpPr>
            <p:nvPr/>
          </p:nvSpPr>
          <p:spPr bwMode="auto">
            <a:xfrm>
              <a:off x="3165475" y="1841500"/>
              <a:ext cx="96838" cy="95250"/>
            </a:xfrm>
            <a:custGeom>
              <a:avLst/>
              <a:gdLst>
                <a:gd name="T0" fmla="*/ 3 w 46"/>
                <a:gd name="T1" fmla="*/ 19 h 45"/>
                <a:gd name="T2" fmla="*/ 23 w 46"/>
                <a:gd name="T3" fmla="*/ 2 h 45"/>
                <a:gd name="T4" fmla="*/ 31 w 46"/>
                <a:gd name="T5" fmla="*/ 3 h 45"/>
                <a:gd name="T6" fmla="*/ 44 w 46"/>
                <a:gd name="T7" fmla="*/ 18 h 45"/>
                <a:gd name="T8" fmla="*/ 43 w 46"/>
                <a:gd name="T9" fmla="*/ 26 h 45"/>
                <a:gd name="T10" fmla="*/ 23 w 46"/>
                <a:gd name="T11" fmla="*/ 43 h 45"/>
                <a:gd name="T12" fmla="*/ 15 w 46"/>
                <a:gd name="T13" fmla="*/ 42 h 45"/>
                <a:gd name="T14" fmla="*/ 2 w 46"/>
                <a:gd name="T15" fmla="*/ 27 h 45"/>
                <a:gd name="T16" fmla="*/ 3 w 46"/>
                <a:gd name="T17"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5">
                  <a:moveTo>
                    <a:pt x="3" y="19"/>
                  </a:moveTo>
                  <a:cubicBezTo>
                    <a:pt x="23" y="2"/>
                    <a:pt x="23" y="2"/>
                    <a:pt x="23" y="2"/>
                  </a:cubicBezTo>
                  <a:cubicBezTo>
                    <a:pt x="26" y="0"/>
                    <a:pt x="29" y="0"/>
                    <a:pt x="31" y="3"/>
                  </a:cubicBezTo>
                  <a:cubicBezTo>
                    <a:pt x="44" y="18"/>
                    <a:pt x="44" y="18"/>
                    <a:pt x="44" y="18"/>
                  </a:cubicBezTo>
                  <a:cubicBezTo>
                    <a:pt x="46" y="20"/>
                    <a:pt x="46" y="24"/>
                    <a:pt x="43" y="26"/>
                  </a:cubicBezTo>
                  <a:cubicBezTo>
                    <a:pt x="23" y="43"/>
                    <a:pt x="23" y="43"/>
                    <a:pt x="23" y="43"/>
                  </a:cubicBezTo>
                  <a:cubicBezTo>
                    <a:pt x="21" y="45"/>
                    <a:pt x="17" y="45"/>
                    <a:pt x="15" y="42"/>
                  </a:cubicBezTo>
                  <a:cubicBezTo>
                    <a:pt x="2" y="27"/>
                    <a:pt x="2" y="27"/>
                    <a:pt x="2" y="27"/>
                  </a:cubicBezTo>
                  <a:cubicBezTo>
                    <a:pt x="0" y="25"/>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5" name="Freeform 123"/>
            <p:cNvSpPr>
              <a:spLocks/>
            </p:cNvSpPr>
            <p:nvPr/>
          </p:nvSpPr>
          <p:spPr bwMode="auto">
            <a:xfrm>
              <a:off x="3148013" y="1903412"/>
              <a:ext cx="177800" cy="168275"/>
            </a:xfrm>
            <a:custGeom>
              <a:avLst/>
              <a:gdLst>
                <a:gd name="T0" fmla="*/ 4 w 84"/>
                <a:gd name="T1" fmla="*/ 46 h 80"/>
                <a:gd name="T2" fmla="*/ 55 w 84"/>
                <a:gd name="T3" fmla="*/ 3 h 80"/>
                <a:gd name="T4" fmla="*/ 65 w 84"/>
                <a:gd name="T5" fmla="*/ 4 h 80"/>
                <a:gd name="T6" fmla="*/ 82 w 84"/>
                <a:gd name="T7" fmla="*/ 24 h 80"/>
                <a:gd name="T8" fmla="*/ 81 w 84"/>
                <a:gd name="T9" fmla="*/ 34 h 80"/>
                <a:gd name="T10" fmla="*/ 30 w 84"/>
                <a:gd name="T11" fmla="*/ 77 h 80"/>
                <a:gd name="T12" fmla="*/ 20 w 84"/>
                <a:gd name="T13" fmla="*/ 76 h 80"/>
                <a:gd name="T14" fmla="*/ 3 w 84"/>
                <a:gd name="T15" fmla="*/ 56 h 80"/>
                <a:gd name="T16" fmla="*/ 4 w 84"/>
                <a:gd name="T17" fmla="*/ 4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80">
                  <a:moveTo>
                    <a:pt x="4" y="46"/>
                  </a:moveTo>
                  <a:cubicBezTo>
                    <a:pt x="55" y="3"/>
                    <a:pt x="55" y="3"/>
                    <a:pt x="55" y="3"/>
                  </a:cubicBezTo>
                  <a:cubicBezTo>
                    <a:pt x="58" y="0"/>
                    <a:pt x="62" y="1"/>
                    <a:pt x="65" y="4"/>
                  </a:cubicBezTo>
                  <a:cubicBezTo>
                    <a:pt x="82" y="24"/>
                    <a:pt x="82" y="24"/>
                    <a:pt x="82" y="24"/>
                  </a:cubicBezTo>
                  <a:cubicBezTo>
                    <a:pt x="84" y="27"/>
                    <a:pt x="84" y="31"/>
                    <a:pt x="81" y="34"/>
                  </a:cubicBezTo>
                  <a:cubicBezTo>
                    <a:pt x="30" y="77"/>
                    <a:pt x="30" y="77"/>
                    <a:pt x="30" y="77"/>
                  </a:cubicBezTo>
                  <a:cubicBezTo>
                    <a:pt x="27" y="80"/>
                    <a:pt x="22" y="79"/>
                    <a:pt x="20" y="76"/>
                  </a:cubicBezTo>
                  <a:cubicBezTo>
                    <a:pt x="3" y="56"/>
                    <a:pt x="3" y="56"/>
                    <a:pt x="3" y="56"/>
                  </a:cubicBezTo>
                  <a:cubicBezTo>
                    <a:pt x="0" y="53"/>
                    <a:pt x="1" y="49"/>
                    <a:pt x="4" y="4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6" name="Freeform 124"/>
            <p:cNvSpPr>
              <a:spLocks/>
            </p:cNvSpPr>
            <p:nvPr/>
          </p:nvSpPr>
          <p:spPr bwMode="auto">
            <a:xfrm>
              <a:off x="3262313" y="1981200"/>
              <a:ext cx="130175" cy="125413"/>
            </a:xfrm>
            <a:custGeom>
              <a:avLst/>
              <a:gdLst>
                <a:gd name="T0" fmla="*/ 4 w 61"/>
                <a:gd name="T1" fmla="*/ 26 h 59"/>
                <a:gd name="T2" fmla="*/ 31 w 61"/>
                <a:gd name="T3" fmla="*/ 2 h 59"/>
                <a:gd name="T4" fmla="*/ 41 w 61"/>
                <a:gd name="T5" fmla="*/ 3 h 59"/>
                <a:gd name="T6" fmla="*/ 58 w 61"/>
                <a:gd name="T7" fmla="*/ 23 h 59"/>
                <a:gd name="T8" fmla="*/ 57 w 61"/>
                <a:gd name="T9" fmla="*/ 33 h 59"/>
                <a:gd name="T10" fmla="*/ 30 w 61"/>
                <a:gd name="T11" fmla="*/ 56 h 59"/>
                <a:gd name="T12" fmla="*/ 20 w 61"/>
                <a:gd name="T13" fmla="*/ 55 h 59"/>
                <a:gd name="T14" fmla="*/ 3 w 61"/>
                <a:gd name="T15" fmla="*/ 36 h 59"/>
                <a:gd name="T16" fmla="*/ 4 w 61"/>
                <a:gd name="T17" fmla="*/ 2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9">
                  <a:moveTo>
                    <a:pt x="4" y="26"/>
                  </a:moveTo>
                  <a:cubicBezTo>
                    <a:pt x="31" y="2"/>
                    <a:pt x="31" y="2"/>
                    <a:pt x="31" y="2"/>
                  </a:cubicBezTo>
                  <a:cubicBezTo>
                    <a:pt x="34" y="0"/>
                    <a:pt x="39" y="0"/>
                    <a:pt x="41" y="3"/>
                  </a:cubicBezTo>
                  <a:cubicBezTo>
                    <a:pt x="58" y="23"/>
                    <a:pt x="58" y="23"/>
                    <a:pt x="58" y="23"/>
                  </a:cubicBezTo>
                  <a:cubicBezTo>
                    <a:pt x="61" y="26"/>
                    <a:pt x="60" y="30"/>
                    <a:pt x="57" y="33"/>
                  </a:cubicBezTo>
                  <a:cubicBezTo>
                    <a:pt x="30" y="56"/>
                    <a:pt x="30" y="56"/>
                    <a:pt x="30" y="56"/>
                  </a:cubicBezTo>
                  <a:cubicBezTo>
                    <a:pt x="27" y="59"/>
                    <a:pt x="22" y="59"/>
                    <a:pt x="20" y="55"/>
                  </a:cubicBezTo>
                  <a:cubicBezTo>
                    <a:pt x="3" y="36"/>
                    <a:pt x="3" y="36"/>
                    <a:pt x="3" y="36"/>
                  </a:cubicBezTo>
                  <a:cubicBezTo>
                    <a:pt x="0" y="33"/>
                    <a:pt x="1" y="28"/>
                    <a:pt x="4" y="2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7" name="Freeform 125"/>
            <p:cNvSpPr>
              <a:spLocks/>
            </p:cNvSpPr>
            <p:nvPr/>
          </p:nvSpPr>
          <p:spPr bwMode="auto">
            <a:xfrm>
              <a:off x="3268663" y="2057400"/>
              <a:ext cx="187325" cy="173038"/>
            </a:xfrm>
            <a:custGeom>
              <a:avLst/>
              <a:gdLst>
                <a:gd name="T0" fmla="*/ 4 w 88"/>
                <a:gd name="T1" fmla="*/ 49 h 82"/>
                <a:gd name="T2" fmla="*/ 59 w 88"/>
                <a:gd name="T3" fmla="*/ 2 h 82"/>
                <a:gd name="T4" fmla="*/ 69 w 88"/>
                <a:gd name="T5" fmla="*/ 3 h 82"/>
                <a:gd name="T6" fmla="*/ 86 w 88"/>
                <a:gd name="T7" fmla="*/ 23 h 82"/>
                <a:gd name="T8" fmla="*/ 85 w 88"/>
                <a:gd name="T9" fmla="*/ 33 h 82"/>
                <a:gd name="T10" fmla="*/ 30 w 88"/>
                <a:gd name="T11" fmla="*/ 80 h 82"/>
                <a:gd name="T12" fmla="*/ 20 w 88"/>
                <a:gd name="T13" fmla="*/ 79 h 82"/>
                <a:gd name="T14" fmla="*/ 3 w 88"/>
                <a:gd name="T15" fmla="*/ 59 h 82"/>
                <a:gd name="T16" fmla="*/ 4 w 88"/>
                <a:gd name="T17" fmla="*/ 4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82">
                  <a:moveTo>
                    <a:pt x="4" y="49"/>
                  </a:moveTo>
                  <a:cubicBezTo>
                    <a:pt x="59" y="2"/>
                    <a:pt x="59" y="2"/>
                    <a:pt x="59" y="2"/>
                  </a:cubicBezTo>
                  <a:cubicBezTo>
                    <a:pt x="62" y="0"/>
                    <a:pt x="67" y="0"/>
                    <a:pt x="69" y="3"/>
                  </a:cubicBezTo>
                  <a:cubicBezTo>
                    <a:pt x="86" y="23"/>
                    <a:pt x="86" y="23"/>
                    <a:pt x="86" y="23"/>
                  </a:cubicBezTo>
                  <a:cubicBezTo>
                    <a:pt x="88" y="26"/>
                    <a:pt x="88" y="30"/>
                    <a:pt x="85" y="33"/>
                  </a:cubicBezTo>
                  <a:cubicBezTo>
                    <a:pt x="30" y="80"/>
                    <a:pt x="30" y="80"/>
                    <a:pt x="30" y="80"/>
                  </a:cubicBezTo>
                  <a:cubicBezTo>
                    <a:pt x="27" y="82"/>
                    <a:pt x="22" y="82"/>
                    <a:pt x="20" y="79"/>
                  </a:cubicBezTo>
                  <a:cubicBezTo>
                    <a:pt x="3" y="59"/>
                    <a:pt x="3" y="59"/>
                    <a:pt x="3" y="59"/>
                  </a:cubicBezTo>
                  <a:cubicBezTo>
                    <a:pt x="0" y="56"/>
                    <a:pt x="1" y="52"/>
                    <a:pt x="4" y="4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8" name="Freeform 126"/>
            <p:cNvSpPr>
              <a:spLocks/>
            </p:cNvSpPr>
            <p:nvPr/>
          </p:nvSpPr>
          <p:spPr bwMode="auto">
            <a:xfrm>
              <a:off x="3413125" y="2133600"/>
              <a:ext cx="107950" cy="107950"/>
            </a:xfrm>
            <a:custGeom>
              <a:avLst/>
              <a:gdLst>
                <a:gd name="T0" fmla="*/ 3 w 51"/>
                <a:gd name="T1" fmla="*/ 18 h 51"/>
                <a:gd name="T2" fmla="*/ 22 w 51"/>
                <a:gd name="T3" fmla="*/ 2 h 51"/>
                <a:gd name="T4" fmla="*/ 31 w 51"/>
                <a:gd name="T5" fmla="*/ 3 h 51"/>
                <a:gd name="T6" fmla="*/ 49 w 51"/>
                <a:gd name="T7" fmla="*/ 23 h 51"/>
                <a:gd name="T8" fmla="*/ 48 w 51"/>
                <a:gd name="T9" fmla="*/ 33 h 51"/>
                <a:gd name="T10" fmla="*/ 30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5" y="0"/>
                    <a:pt x="29" y="0"/>
                    <a:pt x="31" y="3"/>
                  </a:cubicBezTo>
                  <a:cubicBezTo>
                    <a:pt x="49" y="23"/>
                    <a:pt x="49" y="23"/>
                    <a:pt x="49" y="23"/>
                  </a:cubicBezTo>
                  <a:cubicBezTo>
                    <a:pt x="51" y="26"/>
                    <a:pt x="51" y="30"/>
                    <a:pt x="48" y="33"/>
                  </a:cubicBezTo>
                  <a:cubicBezTo>
                    <a:pt x="30" y="49"/>
                    <a:pt x="30" y="49"/>
                    <a:pt x="30" y="49"/>
                  </a:cubicBezTo>
                  <a:cubicBezTo>
                    <a:pt x="27" y="51"/>
                    <a:pt x="22" y="51"/>
                    <a:pt x="20" y="48"/>
                  </a:cubicBezTo>
                  <a:cubicBezTo>
                    <a:pt x="3" y="27"/>
                    <a:pt x="3" y="27"/>
                    <a:pt x="3" y="27"/>
                  </a:cubicBezTo>
                  <a:cubicBezTo>
                    <a:pt x="0" y="24"/>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9" name="Freeform 127"/>
            <p:cNvSpPr>
              <a:spLocks/>
            </p:cNvSpPr>
            <p:nvPr/>
          </p:nvSpPr>
          <p:spPr bwMode="auto">
            <a:xfrm>
              <a:off x="3478213" y="2209800"/>
              <a:ext cx="109538" cy="107950"/>
            </a:xfrm>
            <a:custGeom>
              <a:avLst/>
              <a:gdLst>
                <a:gd name="T0" fmla="*/ 3 w 51"/>
                <a:gd name="T1" fmla="*/ 18 h 51"/>
                <a:gd name="T2" fmla="*/ 22 w 51"/>
                <a:gd name="T3" fmla="*/ 2 h 51"/>
                <a:gd name="T4" fmla="*/ 31 w 51"/>
                <a:gd name="T5" fmla="*/ 3 h 51"/>
                <a:gd name="T6" fmla="*/ 48 w 51"/>
                <a:gd name="T7" fmla="*/ 23 h 51"/>
                <a:gd name="T8" fmla="*/ 48 w 51"/>
                <a:gd name="T9" fmla="*/ 33 h 51"/>
                <a:gd name="T10" fmla="*/ 29 w 51"/>
                <a:gd name="T11" fmla="*/ 49 h 51"/>
                <a:gd name="T12" fmla="*/ 20 w 51"/>
                <a:gd name="T13" fmla="*/ 48 h 51"/>
                <a:gd name="T14" fmla="*/ 2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4" y="0"/>
                    <a:pt x="29" y="0"/>
                    <a:pt x="31" y="3"/>
                  </a:cubicBezTo>
                  <a:cubicBezTo>
                    <a:pt x="48" y="23"/>
                    <a:pt x="48" y="23"/>
                    <a:pt x="48" y="23"/>
                  </a:cubicBezTo>
                  <a:cubicBezTo>
                    <a:pt x="51" y="26"/>
                    <a:pt x="50" y="31"/>
                    <a:pt x="48" y="33"/>
                  </a:cubicBezTo>
                  <a:cubicBezTo>
                    <a:pt x="29" y="49"/>
                    <a:pt x="29" y="49"/>
                    <a:pt x="29" y="49"/>
                  </a:cubicBezTo>
                  <a:cubicBezTo>
                    <a:pt x="26" y="51"/>
                    <a:pt x="22" y="51"/>
                    <a:pt x="20" y="48"/>
                  </a:cubicBezTo>
                  <a:cubicBezTo>
                    <a:pt x="2" y="27"/>
                    <a:pt x="2" y="27"/>
                    <a:pt x="2" y="27"/>
                  </a:cubicBezTo>
                  <a:cubicBezTo>
                    <a:pt x="0" y="25"/>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0" name="Freeform 128"/>
            <p:cNvSpPr>
              <a:spLocks/>
            </p:cNvSpPr>
            <p:nvPr/>
          </p:nvSpPr>
          <p:spPr bwMode="auto">
            <a:xfrm>
              <a:off x="3095625" y="1906587"/>
              <a:ext cx="90488" cy="88900"/>
            </a:xfrm>
            <a:custGeom>
              <a:avLst/>
              <a:gdLst>
                <a:gd name="T0" fmla="*/ 3 w 43"/>
                <a:gd name="T1" fmla="*/ 17 h 42"/>
                <a:gd name="T2" fmla="*/ 20 w 43"/>
                <a:gd name="T3" fmla="*/ 2 h 42"/>
                <a:gd name="T4" fmla="*/ 28 w 43"/>
                <a:gd name="T5" fmla="*/ 2 h 42"/>
                <a:gd name="T6" fmla="*/ 41 w 43"/>
                <a:gd name="T7" fmla="*/ 17 h 42"/>
                <a:gd name="T8" fmla="*/ 40 w 43"/>
                <a:gd name="T9" fmla="*/ 25 h 42"/>
                <a:gd name="T10" fmla="*/ 23 w 43"/>
                <a:gd name="T11" fmla="*/ 40 h 42"/>
                <a:gd name="T12" fmla="*/ 15 w 43"/>
                <a:gd name="T13" fmla="*/ 39 h 42"/>
                <a:gd name="T14" fmla="*/ 2 w 43"/>
                <a:gd name="T15" fmla="*/ 24 h 42"/>
                <a:gd name="T16" fmla="*/ 3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7"/>
                  </a:moveTo>
                  <a:cubicBezTo>
                    <a:pt x="20" y="2"/>
                    <a:pt x="20" y="2"/>
                    <a:pt x="20" y="2"/>
                  </a:cubicBezTo>
                  <a:cubicBezTo>
                    <a:pt x="23" y="0"/>
                    <a:pt x="26" y="0"/>
                    <a:pt x="28" y="2"/>
                  </a:cubicBezTo>
                  <a:cubicBezTo>
                    <a:pt x="41" y="17"/>
                    <a:pt x="41" y="17"/>
                    <a:pt x="41" y="17"/>
                  </a:cubicBezTo>
                  <a:cubicBezTo>
                    <a:pt x="43" y="20"/>
                    <a:pt x="43" y="23"/>
                    <a:pt x="40" y="25"/>
                  </a:cubicBezTo>
                  <a:cubicBezTo>
                    <a:pt x="23" y="40"/>
                    <a:pt x="23" y="40"/>
                    <a:pt x="23" y="40"/>
                  </a:cubicBezTo>
                  <a:cubicBezTo>
                    <a:pt x="21" y="42"/>
                    <a:pt x="17" y="42"/>
                    <a:pt x="15" y="39"/>
                  </a:cubicBezTo>
                  <a:cubicBezTo>
                    <a:pt x="2" y="24"/>
                    <a:pt x="2" y="24"/>
                    <a:pt x="2" y="24"/>
                  </a:cubicBezTo>
                  <a:cubicBezTo>
                    <a:pt x="0" y="22"/>
                    <a:pt x="1" y="18"/>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1" name="Freeform 129"/>
            <p:cNvSpPr>
              <a:spLocks/>
            </p:cNvSpPr>
            <p:nvPr/>
          </p:nvSpPr>
          <p:spPr bwMode="auto">
            <a:xfrm>
              <a:off x="3024188" y="1966912"/>
              <a:ext cx="90488" cy="90488"/>
            </a:xfrm>
            <a:custGeom>
              <a:avLst/>
              <a:gdLst>
                <a:gd name="T0" fmla="*/ 3 w 43"/>
                <a:gd name="T1" fmla="*/ 17 h 43"/>
                <a:gd name="T2" fmla="*/ 21 w 43"/>
                <a:gd name="T3" fmla="*/ 2 h 43"/>
                <a:gd name="T4" fmla="*/ 28 w 43"/>
                <a:gd name="T5" fmla="*/ 3 h 43"/>
                <a:gd name="T6" fmla="*/ 41 w 43"/>
                <a:gd name="T7" fmla="*/ 18 h 43"/>
                <a:gd name="T8" fmla="*/ 41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1" y="2"/>
                    <a:pt x="21" y="2"/>
                    <a:pt x="21" y="2"/>
                  </a:cubicBezTo>
                  <a:cubicBezTo>
                    <a:pt x="23" y="0"/>
                    <a:pt x="27" y="1"/>
                    <a:pt x="28" y="3"/>
                  </a:cubicBezTo>
                  <a:cubicBezTo>
                    <a:pt x="41" y="18"/>
                    <a:pt x="41" y="18"/>
                    <a:pt x="41" y="18"/>
                  </a:cubicBezTo>
                  <a:cubicBezTo>
                    <a:pt x="43" y="20"/>
                    <a:pt x="43" y="24"/>
                    <a:pt x="41" y="26"/>
                  </a:cubicBezTo>
                  <a:cubicBezTo>
                    <a:pt x="23" y="41"/>
                    <a:pt x="23" y="41"/>
                    <a:pt x="23" y="41"/>
                  </a:cubicBezTo>
                  <a:cubicBezTo>
                    <a:pt x="21" y="43"/>
                    <a:pt x="17" y="42"/>
                    <a:pt x="15" y="40"/>
                  </a:cubicBezTo>
                  <a:cubicBezTo>
                    <a:pt x="2" y="25"/>
                    <a:pt x="2" y="25"/>
                    <a:pt x="2" y="25"/>
                  </a:cubicBezTo>
                  <a:cubicBezTo>
                    <a:pt x="0" y="23"/>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2" name="Freeform 130"/>
            <p:cNvSpPr>
              <a:spLocks/>
            </p:cNvSpPr>
            <p:nvPr/>
          </p:nvSpPr>
          <p:spPr bwMode="auto">
            <a:xfrm>
              <a:off x="2952750" y="2027237"/>
              <a:ext cx="92075" cy="88900"/>
            </a:xfrm>
            <a:custGeom>
              <a:avLst/>
              <a:gdLst>
                <a:gd name="T0" fmla="*/ 2 w 43"/>
                <a:gd name="T1" fmla="*/ 17 h 42"/>
                <a:gd name="T2" fmla="*/ 20 w 43"/>
                <a:gd name="T3" fmla="*/ 2 h 42"/>
                <a:gd name="T4" fmla="*/ 28 w 43"/>
                <a:gd name="T5" fmla="*/ 3 h 42"/>
                <a:gd name="T6" fmla="*/ 41 w 43"/>
                <a:gd name="T7" fmla="*/ 18 h 42"/>
                <a:gd name="T8" fmla="*/ 40 w 43"/>
                <a:gd name="T9" fmla="*/ 25 h 42"/>
                <a:gd name="T10" fmla="*/ 22 w 43"/>
                <a:gd name="T11" fmla="*/ 40 h 42"/>
                <a:gd name="T12" fmla="*/ 15 w 43"/>
                <a:gd name="T13" fmla="*/ 40 h 42"/>
                <a:gd name="T14" fmla="*/ 2 w 43"/>
                <a:gd name="T15" fmla="*/ 25 h 42"/>
                <a:gd name="T16" fmla="*/ 2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2" y="17"/>
                  </a:moveTo>
                  <a:cubicBezTo>
                    <a:pt x="20" y="2"/>
                    <a:pt x="20" y="2"/>
                    <a:pt x="20" y="2"/>
                  </a:cubicBezTo>
                  <a:cubicBezTo>
                    <a:pt x="22" y="0"/>
                    <a:pt x="26" y="0"/>
                    <a:pt x="28" y="3"/>
                  </a:cubicBezTo>
                  <a:cubicBezTo>
                    <a:pt x="41" y="18"/>
                    <a:pt x="41" y="18"/>
                    <a:pt x="41" y="18"/>
                  </a:cubicBezTo>
                  <a:cubicBezTo>
                    <a:pt x="43" y="20"/>
                    <a:pt x="42" y="23"/>
                    <a:pt x="40" y="25"/>
                  </a:cubicBezTo>
                  <a:cubicBezTo>
                    <a:pt x="22" y="40"/>
                    <a:pt x="22" y="40"/>
                    <a:pt x="22" y="40"/>
                  </a:cubicBezTo>
                  <a:cubicBezTo>
                    <a:pt x="20" y="42"/>
                    <a:pt x="16" y="42"/>
                    <a:pt x="15" y="40"/>
                  </a:cubicBezTo>
                  <a:cubicBezTo>
                    <a:pt x="2" y="25"/>
                    <a:pt x="2" y="25"/>
                    <a:pt x="2" y="25"/>
                  </a:cubicBezTo>
                  <a:cubicBezTo>
                    <a:pt x="0" y="22"/>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3" name="Freeform 131"/>
            <p:cNvSpPr>
              <a:spLocks/>
            </p:cNvSpPr>
            <p:nvPr/>
          </p:nvSpPr>
          <p:spPr bwMode="auto">
            <a:xfrm>
              <a:off x="2881313" y="2089150"/>
              <a:ext cx="92075" cy="88900"/>
            </a:xfrm>
            <a:custGeom>
              <a:avLst/>
              <a:gdLst>
                <a:gd name="T0" fmla="*/ 3 w 43"/>
                <a:gd name="T1" fmla="*/ 16 h 42"/>
                <a:gd name="T2" fmla="*/ 20 w 43"/>
                <a:gd name="T3" fmla="*/ 2 h 42"/>
                <a:gd name="T4" fmla="*/ 28 w 43"/>
                <a:gd name="T5" fmla="*/ 2 h 42"/>
                <a:gd name="T6" fmla="*/ 41 w 43"/>
                <a:gd name="T7" fmla="*/ 17 h 42"/>
                <a:gd name="T8" fmla="*/ 40 w 43"/>
                <a:gd name="T9" fmla="*/ 25 h 42"/>
                <a:gd name="T10" fmla="*/ 23 w 43"/>
                <a:gd name="T11" fmla="*/ 40 h 42"/>
                <a:gd name="T12" fmla="*/ 15 w 43"/>
                <a:gd name="T13" fmla="*/ 39 h 42"/>
                <a:gd name="T14" fmla="*/ 2 w 43"/>
                <a:gd name="T15" fmla="*/ 24 h 42"/>
                <a:gd name="T16" fmla="*/ 3 w 43"/>
                <a:gd name="T17"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6"/>
                  </a:moveTo>
                  <a:cubicBezTo>
                    <a:pt x="20" y="2"/>
                    <a:pt x="20" y="2"/>
                    <a:pt x="20" y="2"/>
                  </a:cubicBezTo>
                  <a:cubicBezTo>
                    <a:pt x="22" y="0"/>
                    <a:pt x="26" y="0"/>
                    <a:pt x="28" y="2"/>
                  </a:cubicBezTo>
                  <a:cubicBezTo>
                    <a:pt x="41" y="17"/>
                    <a:pt x="41" y="17"/>
                    <a:pt x="41" y="17"/>
                  </a:cubicBezTo>
                  <a:cubicBezTo>
                    <a:pt x="43" y="20"/>
                    <a:pt x="42" y="23"/>
                    <a:pt x="40" y="25"/>
                  </a:cubicBezTo>
                  <a:cubicBezTo>
                    <a:pt x="23" y="40"/>
                    <a:pt x="23" y="40"/>
                    <a:pt x="23" y="40"/>
                  </a:cubicBezTo>
                  <a:cubicBezTo>
                    <a:pt x="20" y="42"/>
                    <a:pt x="17" y="42"/>
                    <a:pt x="15" y="39"/>
                  </a:cubicBezTo>
                  <a:cubicBezTo>
                    <a:pt x="2" y="24"/>
                    <a:pt x="2" y="24"/>
                    <a:pt x="2" y="24"/>
                  </a:cubicBezTo>
                  <a:cubicBezTo>
                    <a:pt x="0" y="22"/>
                    <a:pt x="0" y="18"/>
                    <a:pt x="3" y="1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4" name="Freeform 132"/>
            <p:cNvSpPr>
              <a:spLocks/>
            </p:cNvSpPr>
            <p:nvPr/>
          </p:nvSpPr>
          <p:spPr bwMode="auto">
            <a:xfrm>
              <a:off x="2809875" y="2147887"/>
              <a:ext cx="90488" cy="92075"/>
            </a:xfrm>
            <a:custGeom>
              <a:avLst/>
              <a:gdLst>
                <a:gd name="T0" fmla="*/ 3 w 43"/>
                <a:gd name="T1" fmla="*/ 17 h 43"/>
                <a:gd name="T2" fmla="*/ 20 w 43"/>
                <a:gd name="T3" fmla="*/ 2 h 43"/>
                <a:gd name="T4" fmla="*/ 28 w 43"/>
                <a:gd name="T5" fmla="*/ 3 h 43"/>
                <a:gd name="T6" fmla="*/ 41 w 43"/>
                <a:gd name="T7" fmla="*/ 18 h 43"/>
                <a:gd name="T8" fmla="*/ 40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0" y="2"/>
                    <a:pt x="20" y="2"/>
                    <a:pt x="20" y="2"/>
                  </a:cubicBezTo>
                  <a:cubicBezTo>
                    <a:pt x="23" y="0"/>
                    <a:pt x="26" y="1"/>
                    <a:pt x="28" y="3"/>
                  </a:cubicBezTo>
                  <a:cubicBezTo>
                    <a:pt x="41" y="18"/>
                    <a:pt x="41" y="18"/>
                    <a:pt x="41" y="18"/>
                  </a:cubicBezTo>
                  <a:cubicBezTo>
                    <a:pt x="43" y="20"/>
                    <a:pt x="43" y="24"/>
                    <a:pt x="40" y="26"/>
                  </a:cubicBezTo>
                  <a:cubicBezTo>
                    <a:pt x="23" y="41"/>
                    <a:pt x="23" y="41"/>
                    <a:pt x="23" y="41"/>
                  </a:cubicBezTo>
                  <a:cubicBezTo>
                    <a:pt x="20" y="43"/>
                    <a:pt x="17" y="42"/>
                    <a:pt x="15" y="40"/>
                  </a:cubicBezTo>
                  <a:cubicBezTo>
                    <a:pt x="2" y="25"/>
                    <a:pt x="2" y="25"/>
                    <a:pt x="2" y="25"/>
                  </a:cubicBezTo>
                  <a:cubicBezTo>
                    <a:pt x="0" y="23"/>
                    <a:pt x="0"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5" name="Freeform 133"/>
            <p:cNvSpPr>
              <a:spLocks/>
            </p:cNvSpPr>
            <p:nvPr/>
          </p:nvSpPr>
          <p:spPr bwMode="auto">
            <a:xfrm>
              <a:off x="2736850" y="2209800"/>
              <a:ext cx="92075" cy="88900"/>
            </a:xfrm>
            <a:custGeom>
              <a:avLst/>
              <a:gdLst>
                <a:gd name="T0" fmla="*/ 3 w 43"/>
                <a:gd name="T1" fmla="*/ 17 h 42"/>
                <a:gd name="T2" fmla="*/ 21 w 43"/>
                <a:gd name="T3" fmla="*/ 2 h 42"/>
                <a:gd name="T4" fmla="*/ 28 w 43"/>
                <a:gd name="T5" fmla="*/ 2 h 42"/>
                <a:gd name="T6" fmla="*/ 41 w 43"/>
                <a:gd name="T7" fmla="*/ 18 h 42"/>
                <a:gd name="T8" fmla="*/ 41 w 43"/>
                <a:gd name="T9" fmla="*/ 25 h 42"/>
                <a:gd name="T10" fmla="*/ 23 w 43"/>
                <a:gd name="T11" fmla="*/ 40 h 42"/>
                <a:gd name="T12" fmla="*/ 15 w 43"/>
                <a:gd name="T13" fmla="*/ 40 h 42"/>
                <a:gd name="T14" fmla="*/ 2 w 43"/>
                <a:gd name="T15" fmla="*/ 25 h 42"/>
                <a:gd name="T16" fmla="*/ 3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7"/>
                  </a:moveTo>
                  <a:cubicBezTo>
                    <a:pt x="21" y="2"/>
                    <a:pt x="21" y="2"/>
                    <a:pt x="21" y="2"/>
                  </a:cubicBezTo>
                  <a:cubicBezTo>
                    <a:pt x="23" y="0"/>
                    <a:pt x="26" y="0"/>
                    <a:pt x="28" y="2"/>
                  </a:cubicBezTo>
                  <a:cubicBezTo>
                    <a:pt x="41" y="18"/>
                    <a:pt x="41" y="18"/>
                    <a:pt x="41" y="18"/>
                  </a:cubicBezTo>
                  <a:cubicBezTo>
                    <a:pt x="43" y="20"/>
                    <a:pt x="43" y="23"/>
                    <a:pt x="41" y="25"/>
                  </a:cubicBezTo>
                  <a:cubicBezTo>
                    <a:pt x="23" y="40"/>
                    <a:pt x="23" y="40"/>
                    <a:pt x="23" y="40"/>
                  </a:cubicBezTo>
                  <a:cubicBezTo>
                    <a:pt x="21" y="42"/>
                    <a:pt x="17" y="42"/>
                    <a:pt x="15" y="40"/>
                  </a:cubicBezTo>
                  <a:cubicBezTo>
                    <a:pt x="2" y="25"/>
                    <a:pt x="2" y="25"/>
                    <a:pt x="2" y="25"/>
                  </a:cubicBezTo>
                  <a:cubicBezTo>
                    <a:pt x="0" y="22"/>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6" name="Freeform 134"/>
            <p:cNvSpPr>
              <a:spLocks/>
            </p:cNvSpPr>
            <p:nvPr/>
          </p:nvSpPr>
          <p:spPr bwMode="auto">
            <a:xfrm>
              <a:off x="2667000" y="2271712"/>
              <a:ext cx="88900" cy="88900"/>
            </a:xfrm>
            <a:custGeom>
              <a:avLst/>
              <a:gdLst>
                <a:gd name="T0" fmla="*/ 2 w 42"/>
                <a:gd name="T1" fmla="*/ 16 h 42"/>
                <a:gd name="T2" fmla="*/ 20 w 42"/>
                <a:gd name="T3" fmla="*/ 1 h 42"/>
                <a:gd name="T4" fmla="*/ 28 w 42"/>
                <a:gd name="T5" fmla="*/ 2 h 42"/>
                <a:gd name="T6" fmla="*/ 40 w 42"/>
                <a:gd name="T7" fmla="*/ 17 h 42"/>
                <a:gd name="T8" fmla="*/ 40 w 42"/>
                <a:gd name="T9" fmla="*/ 25 h 42"/>
                <a:gd name="T10" fmla="*/ 22 w 42"/>
                <a:gd name="T11" fmla="*/ 40 h 42"/>
                <a:gd name="T12" fmla="*/ 14 w 42"/>
                <a:gd name="T13" fmla="*/ 39 h 42"/>
                <a:gd name="T14" fmla="*/ 2 w 42"/>
                <a:gd name="T15" fmla="*/ 24 h 42"/>
                <a:gd name="T16" fmla="*/ 2 w 42"/>
                <a:gd name="T17"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2">
                  <a:moveTo>
                    <a:pt x="2" y="16"/>
                  </a:moveTo>
                  <a:cubicBezTo>
                    <a:pt x="20" y="1"/>
                    <a:pt x="20" y="1"/>
                    <a:pt x="20" y="1"/>
                  </a:cubicBezTo>
                  <a:cubicBezTo>
                    <a:pt x="22" y="0"/>
                    <a:pt x="26" y="0"/>
                    <a:pt x="28" y="2"/>
                  </a:cubicBezTo>
                  <a:cubicBezTo>
                    <a:pt x="40" y="17"/>
                    <a:pt x="40" y="17"/>
                    <a:pt x="40" y="17"/>
                  </a:cubicBezTo>
                  <a:cubicBezTo>
                    <a:pt x="42" y="20"/>
                    <a:pt x="42" y="23"/>
                    <a:pt x="40" y="25"/>
                  </a:cubicBezTo>
                  <a:cubicBezTo>
                    <a:pt x="22" y="40"/>
                    <a:pt x="22" y="40"/>
                    <a:pt x="22" y="40"/>
                  </a:cubicBezTo>
                  <a:cubicBezTo>
                    <a:pt x="20" y="42"/>
                    <a:pt x="16" y="42"/>
                    <a:pt x="14" y="39"/>
                  </a:cubicBezTo>
                  <a:cubicBezTo>
                    <a:pt x="2" y="24"/>
                    <a:pt x="2" y="24"/>
                    <a:pt x="2" y="24"/>
                  </a:cubicBezTo>
                  <a:cubicBezTo>
                    <a:pt x="0" y="22"/>
                    <a:pt x="0" y="18"/>
                    <a:pt x="2" y="1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7" name="Freeform 135"/>
            <p:cNvSpPr>
              <a:spLocks/>
            </p:cNvSpPr>
            <p:nvPr/>
          </p:nvSpPr>
          <p:spPr bwMode="auto">
            <a:xfrm>
              <a:off x="2595563" y="2330450"/>
              <a:ext cx="90488" cy="92075"/>
            </a:xfrm>
            <a:custGeom>
              <a:avLst/>
              <a:gdLst>
                <a:gd name="T0" fmla="*/ 2 w 43"/>
                <a:gd name="T1" fmla="*/ 17 h 43"/>
                <a:gd name="T2" fmla="*/ 20 w 43"/>
                <a:gd name="T3" fmla="*/ 2 h 43"/>
                <a:gd name="T4" fmla="*/ 28 w 43"/>
                <a:gd name="T5" fmla="*/ 3 h 43"/>
                <a:gd name="T6" fmla="*/ 41 w 43"/>
                <a:gd name="T7" fmla="*/ 18 h 43"/>
                <a:gd name="T8" fmla="*/ 40 w 43"/>
                <a:gd name="T9" fmla="*/ 26 h 43"/>
                <a:gd name="T10" fmla="*/ 22 w 43"/>
                <a:gd name="T11" fmla="*/ 41 h 43"/>
                <a:gd name="T12" fmla="*/ 15 w 43"/>
                <a:gd name="T13" fmla="*/ 40 h 43"/>
                <a:gd name="T14" fmla="*/ 2 w 43"/>
                <a:gd name="T15" fmla="*/ 25 h 43"/>
                <a:gd name="T16" fmla="*/ 2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2" y="17"/>
                  </a:moveTo>
                  <a:cubicBezTo>
                    <a:pt x="20" y="2"/>
                    <a:pt x="20" y="2"/>
                    <a:pt x="20" y="2"/>
                  </a:cubicBezTo>
                  <a:cubicBezTo>
                    <a:pt x="22" y="0"/>
                    <a:pt x="26" y="0"/>
                    <a:pt x="28" y="3"/>
                  </a:cubicBezTo>
                  <a:cubicBezTo>
                    <a:pt x="41" y="18"/>
                    <a:pt x="41" y="18"/>
                    <a:pt x="41" y="18"/>
                  </a:cubicBezTo>
                  <a:cubicBezTo>
                    <a:pt x="43" y="20"/>
                    <a:pt x="42" y="24"/>
                    <a:pt x="40" y="26"/>
                  </a:cubicBezTo>
                  <a:cubicBezTo>
                    <a:pt x="22" y="41"/>
                    <a:pt x="22" y="41"/>
                    <a:pt x="22" y="41"/>
                  </a:cubicBezTo>
                  <a:cubicBezTo>
                    <a:pt x="20" y="43"/>
                    <a:pt x="17" y="42"/>
                    <a:pt x="15" y="40"/>
                  </a:cubicBezTo>
                  <a:cubicBezTo>
                    <a:pt x="2" y="25"/>
                    <a:pt x="2" y="25"/>
                    <a:pt x="2" y="25"/>
                  </a:cubicBezTo>
                  <a:cubicBezTo>
                    <a:pt x="0" y="23"/>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8" name="Freeform 136"/>
            <p:cNvSpPr>
              <a:spLocks/>
            </p:cNvSpPr>
            <p:nvPr/>
          </p:nvSpPr>
          <p:spPr bwMode="auto">
            <a:xfrm>
              <a:off x="2524125" y="2392362"/>
              <a:ext cx="90488" cy="88900"/>
            </a:xfrm>
            <a:custGeom>
              <a:avLst/>
              <a:gdLst>
                <a:gd name="T0" fmla="*/ 3 w 43"/>
                <a:gd name="T1" fmla="*/ 17 h 42"/>
                <a:gd name="T2" fmla="*/ 20 w 43"/>
                <a:gd name="T3" fmla="*/ 2 h 42"/>
                <a:gd name="T4" fmla="*/ 28 w 43"/>
                <a:gd name="T5" fmla="*/ 2 h 42"/>
                <a:gd name="T6" fmla="*/ 41 w 43"/>
                <a:gd name="T7" fmla="*/ 18 h 42"/>
                <a:gd name="T8" fmla="*/ 40 w 43"/>
                <a:gd name="T9" fmla="*/ 25 h 42"/>
                <a:gd name="T10" fmla="*/ 23 w 43"/>
                <a:gd name="T11" fmla="*/ 40 h 42"/>
                <a:gd name="T12" fmla="*/ 15 w 43"/>
                <a:gd name="T13" fmla="*/ 40 h 42"/>
                <a:gd name="T14" fmla="*/ 2 w 43"/>
                <a:gd name="T15" fmla="*/ 25 h 42"/>
                <a:gd name="T16" fmla="*/ 3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7"/>
                  </a:moveTo>
                  <a:cubicBezTo>
                    <a:pt x="20" y="2"/>
                    <a:pt x="20" y="2"/>
                    <a:pt x="20" y="2"/>
                  </a:cubicBezTo>
                  <a:cubicBezTo>
                    <a:pt x="23" y="0"/>
                    <a:pt x="26" y="0"/>
                    <a:pt x="28" y="2"/>
                  </a:cubicBezTo>
                  <a:cubicBezTo>
                    <a:pt x="41" y="18"/>
                    <a:pt x="41" y="18"/>
                    <a:pt x="41" y="18"/>
                  </a:cubicBezTo>
                  <a:cubicBezTo>
                    <a:pt x="43" y="20"/>
                    <a:pt x="43" y="23"/>
                    <a:pt x="40" y="25"/>
                  </a:cubicBezTo>
                  <a:cubicBezTo>
                    <a:pt x="23" y="40"/>
                    <a:pt x="23" y="40"/>
                    <a:pt x="23" y="40"/>
                  </a:cubicBezTo>
                  <a:cubicBezTo>
                    <a:pt x="20" y="42"/>
                    <a:pt x="17" y="42"/>
                    <a:pt x="15" y="40"/>
                  </a:cubicBezTo>
                  <a:cubicBezTo>
                    <a:pt x="2" y="25"/>
                    <a:pt x="2" y="25"/>
                    <a:pt x="2" y="25"/>
                  </a:cubicBezTo>
                  <a:cubicBezTo>
                    <a:pt x="0" y="22"/>
                    <a:pt x="0"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9" name="Freeform 137"/>
            <p:cNvSpPr>
              <a:spLocks/>
            </p:cNvSpPr>
            <p:nvPr/>
          </p:nvSpPr>
          <p:spPr bwMode="auto">
            <a:xfrm>
              <a:off x="2451100" y="2451100"/>
              <a:ext cx="92075" cy="92075"/>
            </a:xfrm>
            <a:custGeom>
              <a:avLst/>
              <a:gdLst>
                <a:gd name="T0" fmla="*/ 3 w 43"/>
                <a:gd name="T1" fmla="*/ 17 h 43"/>
                <a:gd name="T2" fmla="*/ 21 w 43"/>
                <a:gd name="T3" fmla="*/ 2 h 43"/>
                <a:gd name="T4" fmla="*/ 28 w 43"/>
                <a:gd name="T5" fmla="*/ 3 h 43"/>
                <a:gd name="T6" fmla="*/ 41 w 43"/>
                <a:gd name="T7" fmla="*/ 18 h 43"/>
                <a:gd name="T8" fmla="*/ 41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1" y="2"/>
                    <a:pt x="21" y="2"/>
                    <a:pt x="21" y="2"/>
                  </a:cubicBezTo>
                  <a:cubicBezTo>
                    <a:pt x="23" y="0"/>
                    <a:pt x="26" y="1"/>
                    <a:pt x="28" y="3"/>
                  </a:cubicBezTo>
                  <a:cubicBezTo>
                    <a:pt x="41" y="18"/>
                    <a:pt x="41" y="18"/>
                    <a:pt x="41" y="18"/>
                  </a:cubicBezTo>
                  <a:cubicBezTo>
                    <a:pt x="43" y="21"/>
                    <a:pt x="43" y="24"/>
                    <a:pt x="41" y="26"/>
                  </a:cubicBezTo>
                  <a:cubicBezTo>
                    <a:pt x="23" y="41"/>
                    <a:pt x="23" y="41"/>
                    <a:pt x="23" y="41"/>
                  </a:cubicBezTo>
                  <a:cubicBezTo>
                    <a:pt x="21" y="43"/>
                    <a:pt x="17" y="43"/>
                    <a:pt x="15" y="40"/>
                  </a:cubicBezTo>
                  <a:cubicBezTo>
                    <a:pt x="2" y="25"/>
                    <a:pt x="2" y="25"/>
                    <a:pt x="2" y="25"/>
                  </a:cubicBezTo>
                  <a:cubicBezTo>
                    <a:pt x="0" y="23"/>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0" name="Freeform 138"/>
            <p:cNvSpPr>
              <a:spLocks/>
            </p:cNvSpPr>
            <p:nvPr/>
          </p:nvSpPr>
          <p:spPr bwMode="auto">
            <a:xfrm>
              <a:off x="2381250" y="2513012"/>
              <a:ext cx="88900" cy="90488"/>
            </a:xfrm>
            <a:custGeom>
              <a:avLst/>
              <a:gdLst>
                <a:gd name="T0" fmla="*/ 2 w 42"/>
                <a:gd name="T1" fmla="*/ 17 h 43"/>
                <a:gd name="T2" fmla="*/ 20 w 42"/>
                <a:gd name="T3" fmla="*/ 2 h 43"/>
                <a:gd name="T4" fmla="*/ 28 w 42"/>
                <a:gd name="T5" fmla="*/ 3 h 43"/>
                <a:gd name="T6" fmla="*/ 40 w 42"/>
                <a:gd name="T7" fmla="*/ 18 h 43"/>
                <a:gd name="T8" fmla="*/ 40 w 42"/>
                <a:gd name="T9" fmla="*/ 26 h 43"/>
                <a:gd name="T10" fmla="*/ 22 w 42"/>
                <a:gd name="T11" fmla="*/ 41 h 43"/>
                <a:gd name="T12" fmla="*/ 14 w 42"/>
                <a:gd name="T13" fmla="*/ 40 h 43"/>
                <a:gd name="T14" fmla="*/ 2 w 42"/>
                <a:gd name="T15" fmla="*/ 25 h 43"/>
                <a:gd name="T16" fmla="*/ 2 w 42"/>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3">
                  <a:moveTo>
                    <a:pt x="2" y="17"/>
                  </a:moveTo>
                  <a:cubicBezTo>
                    <a:pt x="20" y="2"/>
                    <a:pt x="20" y="2"/>
                    <a:pt x="20" y="2"/>
                  </a:cubicBezTo>
                  <a:cubicBezTo>
                    <a:pt x="22" y="0"/>
                    <a:pt x="26" y="0"/>
                    <a:pt x="28" y="3"/>
                  </a:cubicBezTo>
                  <a:cubicBezTo>
                    <a:pt x="40" y="18"/>
                    <a:pt x="40" y="18"/>
                    <a:pt x="40" y="18"/>
                  </a:cubicBezTo>
                  <a:cubicBezTo>
                    <a:pt x="42" y="20"/>
                    <a:pt x="42" y="24"/>
                    <a:pt x="40" y="26"/>
                  </a:cubicBezTo>
                  <a:cubicBezTo>
                    <a:pt x="22" y="41"/>
                    <a:pt x="22" y="41"/>
                    <a:pt x="22" y="41"/>
                  </a:cubicBezTo>
                  <a:cubicBezTo>
                    <a:pt x="20" y="43"/>
                    <a:pt x="16" y="42"/>
                    <a:pt x="14" y="40"/>
                  </a:cubicBezTo>
                  <a:cubicBezTo>
                    <a:pt x="2" y="25"/>
                    <a:pt x="2" y="25"/>
                    <a:pt x="2" y="25"/>
                  </a:cubicBezTo>
                  <a:cubicBezTo>
                    <a:pt x="0" y="23"/>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1" name="Freeform 139"/>
            <p:cNvSpPr>
              <a:spLocks/>
            </p:cNvSpPr>
            <p:nvPr/>
          </p:nvSpPr>
          <p:spPr bwMode="auto">
            <a:xfrm>
              <a:off x="2309813" y="2574925"/>
              <a:ext cx="90488" cy="88900"/>
            </a:xfrm>
            <a:custGeom>
              <a:avLst/>
              <a:gdLst>
                <a:gd name="T0" fmla="*/ 2 w 43"/>
                <a:gd name="T1" fmla="*/ 17 h 42"/>
                <a:gd name="T2" fmla="*/ 20 w 43"/>
                <a:gd name="T3" fmla="*/ 2 h 42"/>
                <a:gd name="T4" fmla="*/ 28 w 43"/>
                <a:gd name="T5" fmla="*/ 2 h 42"/>
                <a:gd name="T6" fmla="*/ 41 w 43"/>
                <a:gd name="T7" fmla="*/ 18 h 42"/>
                <a:gd name="T8" fmla="*/ 40 w 43"/>
                <a:gd name="T9" fmla="*/ 25 h 42"/>
                <a:gd name="T10" fmla="*/ 22 w 43"/>
                <a:gd name="T11" fmla="*/ 40 h 42"/>
                <a:gd name="T12" fmla="*/ 15 w 43"/>
                <a:gd name="T13" fmla="*/ 40 h 42"/>
                <a:gd name="T14" fmla="*/ 2 w 43"/>
                <a:gd name="T15" fmla="*/ 24 h 42"/>
                <a:gd name="T16" fmla="*/ 2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2" y="17"/>
                  </a:moveTo>
                  <a:cubicBezTo>
                    <a:pt x="20" y="2"/>
                    <a:pt x="20" y="2"/>
                    <a:pt x="20" y="2"/>
                  </a:cubicBezTo>
                  <a:cubicBezTo>
                    <a:pt x="22" y="0"/>
                    <a:pt x="26" y="0"/>
                    <a:pt x="28" y="2"/>
                  </a:cubicBezTo>
                  <a:cubicBezTo>
                    <a:pt x="41" y="18"/>
                    <a:pt x="41" y="18"/>
                    <a:pt x="41" y="18"/>
                  </a:cubicBezTo>
                  <a:cubicBezTo>
                    <a:pt x="43" y="20"/>
                    <a:pt x="42" y="23"/>
                    <a:pt x="40" y="25"/>
                  </a:cubicBezTo>
                  <a:cubicBezTo>
                    <a:pt x="22" y="40"/>
                    <a:pt x="22" y="40"/>
                    <a:pt x="22" y="40"/>
                  </a:cubicBezTo>
                  <a:cubicBezTo>
                    <a:pt x="20" y="42"/>
                    <a:pt x="17" y="42"/>
                    <a:pt x="15" y="40"/>
                  </a:cubicBezTo>
                  <a:cubicBezTo>
                    <a:pt x="2" y="24"/>
                    <a:pt x="2" y="24"/>
                    <a:pt x="2" y="24"/>
                  </a:cubicBezTo>
                  <a:cubicBezTo>
                    <a:pt x="0" y="22"/>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2" name="Freeform 140"/>
            <p:cNvSpPr>
              <a:spLocks/>
            </p:cNvSpPr>
            <p:nvPr/>
          </p:nvSpPr>
          <p:spPr bwMode="auto">
            <a:xfrm>
              <a:off x="2236788" y="2633662"/>
              <a:ext cx="92075" cy="90488"/>
            </a:xfrm>
            <a:custGeom>
              <a:avLst/>
              <a:gdLst>
                <a:gd name="T0" fmla="*/ 3 w 43"/>
                <a:gd name="T1" fmla="*/ 17 h 43"/>
                <a:gd name="T2" fmla="*/ 20 w 43"/>
                <a:gd name="T3" fmla="*/ 2 h 43"/>
                <a:gd name="T4" fmla="*/ 28 w 43"/>
                <a:gd name="T5" fmla="*/ 3 h 43"/>
                <a:gd name="T6" fmla="*/ 41 w 43"/>
                <a:gd name="T7" fmla="*/ 18 h 43"/>
                <a:gd name="T8" fmla="*/ 40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0" y="2"/>
                    <a:pt x="20" y="2"/>
                    <a:pt x="20" y="2"/>
                  </a:cubicBezTo>
                  <a:cubicBezTo>
                    <a:pt x="23" y="0"/>
                    <a:pt x="26" y="1"/>
                    <a:pt x="28" y="3"/>
                  </a:cubicBezTo>
                  <a:cubicBezTo>
                    <a:pt x="41" y="18"/>
                    <a:pt x="41" y="18"/>
                    <a:pt x="41" y="18"/>
                  </a:cubicBezTo>
                  <a:cubicBezTo>
                    <a:pt x="43" y="20"/>
                    <a:pt x="43" y="24"/>
                    <a:pt x="40" y="26"/>
                  </a:cubicBezTo>
                  <a:cubicBezTo>
                    <a:pt x="23" y="41"/>
                    <a:pt x="23" y="41"/>
                    <a:pt x="23" y="41"/>
                  </a:cubicBezTo>
                  <a:cubicBezTo>
                    <a:pt x="20" y="43"/>
                    <a:pt x="17" y="43"/>
                    <a:pt x="15" y="40"/>
                  </a:cubicBezTo>
                  <a:cubicBezTo>
                    <a:pt x="2" y="25"/>
                    <a:pt x="2" y="25"/>
                    <a:pt x="2" y="25"/>
                  </a:cubicBezTo>
                  <a:cubicBezTo>
                    <a:pt x="0" y="23"/>
                    <a:pt x="0"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3" name="Freeform 141"/>
            <p:cNvSpPr>
              <a:spLocks/>
            </p:cNvSpPr>
            <p:nvPr/>
          </p:nvSpPr>
          <p:spPr bwMode="auto">
            <a:xfrm>
              <a:off x="2165350" y="2695575"/>
              <a:ext cx="90488" cy="90488"/>
            </a:xfrm>
            <a:custGeom>
              <a:avLst/>
              <a:gdLst>
                <a:gd name="T0" fmla="*/ 3 w 43"/>
                <a:gd name="T1" fmla="*/ 17 h 43"/>
                <a:gd name="T2" fmla="*/ 20 w 43"/>
                <a:gd name="T3" fmla="*/ 2 h 43"/>
                <a:gd name="T4" fmla="*/ 28 w 43"/>
                <a:gd name="T5" fmla="*/ 3 h 43"/>
                <a:gd name="T6" fmla="*/ 41 w 43"/>
                <a:gd name="T7" fmla="*/ 18 h 43"/>
                <a:gd name="T8" fmla="*/ 40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0" y="2"/>
                    <a:pt x="20" y="2"/>
                    <a:pt x="20" y="2"/>
                  </a:cubicBezTo>
                  <a:cubicBezTo>
                    <a:pt x="23" y="0"/>
                    <a:pt x="26" y="0"/>
                    <a:pt x="28" y="3"/>
                  </a:cubicBezTo>
                  <a:cubicBezTo>
                    <a:pt x="41" y="18"/>
                    <a:pt x="41" y="18"/>
                    <a:pt x="41" y="18"/>
                  </a:cubicBezTo>
                  <a:cubicBezTo>
                    <a:pt x="43" y="20"/>
                    <a:pt x="43" y="24"/>
                    <a:pt x="40" y="26"/>
                  </a:cubicBezTo>
                  <a:cubicBezTo>
                    <a:pt x="23" y="41"/>
                    <a:pt x="23" y="41"/>
                    <a:pt x="23" y="41"/>
                  </a:cubicBezTo>
                  <a:cubicBezTo>
                    <a:pt x="20" y="43"/>
                    <a:pt x="17" y="42"/>
                    <a:pt x="15" y="40"/>
                  </a:cubicBezTo>
                  <a:cubicBezTo>
                    <a:pt x="2" y="25"/>
                    <a:pt x="2" y="25"/>
                    <a:pt x="2" y="25"/>
                  </a:cubicBezTo>
                  <a:cubicBezTo>
                    <a:pt x="0" y="22"/>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4" name="Freeform 142"/>
            <p:cNvSpPr>
              <a:spLocks/>
            </p:cNvSpPr>
            <p:nvPr/>
          </p:nvSpPr>
          <p:spPr bwMode="auto">
            <a:xfrm>
              <a:off x="2084388" y="2759075"/>
              <a:ext cx="98425" cy="95250"/>
            </a:xfrm>
            <a:custGeom>
              <a:avLst/>
              <a:gdLst>
                <a:gd name="T0" fmla="*/ 3 w 46"/>
                <a:gd name="T1" fmla="*/ 19 h 45"/>
                <a:gd name="T2" fmla="*/ 23 w 46"/>
                <a:gd name="T3" fmla="*/ 2 h 45"/>
                <a:gd name="T4" fmla="*/ 31 w 46"/>
                <a:gd name="T5" fmla="*/ 3 h 45"/>
                <a:gd name="T6" fmla="*/ 44 w 46"/>
                <a:gd name="T7" fmla="*/ 18 h 45"/>
                <a:gd name="T8" fmla="*/ 43 w 46"/>
                <a:gd name="T9" fmla="*/ 25 h 45"/>
                <a:gd name="T10" fmla="*/ 23 w 46"/>
                <a:gd name="T11" fmla="*/ 43 h 45"/>
                <a:gd name="T12" fmla="*/ 15 w 46"/>
                <a:gd name="T13" fmla="*/ 42 h 45"/>
                <a:gd name="T14" fmla="*/ 2 w 46"/>
                <a:gd name="T15" fmla="*/ 27 h 45"/>
                <a:gd name="T16" fmla="*/ 3 w 46"/>
                <a:gd name="T17"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5">
                  <a:moveTo>
                    <a:pt x="3" y="19"/>
                  </a:moveTo>
                  <a:cubicBezTo>
                    <a:pt x="23" y="2"/>
                    <a:pt x="23" y="2"/>
                    <a:pt x="23" y="2"/>
                  </a:cubicBezTo>
                  <a:cubicBezTo>
                    <a:pt x="26" y="0"/>
                    <a:pt x="29" y="0"/>
                    <a:pt x="31" y="3"/>
                  </a:cubicBezTo>
                  <a:cubicBezTo>
                    <a:pt x="44" y="18"/>
                    <a:pt x="44" y="18"/>
                    <a:pt x="44" y="18"/>
                  </a:cubicBezTo>
                  <a:cubicBezTo>
                    <a:pt x="46" y="20"/>
                    <a:pt x="46" y="24"/>
                    <a:pt x="43" y="25"/>
                  </a:cubicBezTo>
                  <a:cubicBezTo>
                    <a:pt x="23" y="43"/>
                    <a:pt x="23" y="43"/>
                    <a:pt x="23" y="43"/>
                  </a:cubicBezTo>
                  <a:cubicBezTo>
                    <a:pt x="21" y="45"/>
                    <a:pt x="17" y="44"/>
                    <a:pt x="15" y="42"/>
                  </a:cubicBezTo>
                  <a:cubicBezTo>
                    <a:pt x="2" y="27"/>
                    <a:pt x="2" y="27"/>
                    <a:pt x="2" y="27"/>
                  </a:cubicBezTo>
                  <a:cubicBezTo>
                    <a:pt x="0" y="25"/>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5" name="Freeform 143"/>
            <p:cNvSpPr>
              <a:spLocks/>
            </p:cNvSpPr>
            <p:nvPr/>
          </p:nvSpPr>
          <p:spPr bwMode="auto">
            <a:xfrm>
              <a:off x="3071813" y="2027237"/>
              <a:ext cx="107950" cy="107950"/>
            </a:xfrm>
            <a:custGeom>
              <a:avLst/>
              <a:gdLst>
                <a:gd name="T0" fmla="*/ 3 w 51"/>
                <a:gd name="T1" fmla="*/ 18 h 51"/>
                <a:gd name="T2" fmla="*/ 21 w 51"/>
                <a:gd name="T3" fmla="*/ 3 h 51"/>
                <a:gd name="T4" fmla="*/ 31 w 51"/>
                <a:gd name="T5" fmla="*/ 4 h 51"/>
                <a:gd name="T6" fmla="*/ 48 w 51"/>
                <a:gd name="T7" fmla="*/ 24 h 51"/>
                <a:gd name="T8" fmla="*/ 47 w 51"/>
                <a:gd name="T9" fmla="*/ 34 h 51"/>
                <a:gd name="T10" fmla="*/ 29 w 51"/>
                <a:gd name="T11" fmla="*/ 49 h 51"/>
                <a:gd name="T12" fmla="*/ 20 w 51"/>
                <a:gd name="T13" fmla="*/ 48 h 51"/>
                <a:gd name="T14" fmla="*/ 2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1" y="3"/>
                    <a:pt x="21" y="3"/>
                    <a:pt x="21" y="3"/>
                  </a:cubicBezTo>
                  <a:cubicBezTo>
                    <a:pt x="24" y="0"/>
                    <a:pt x="28" y="1"/>
                    <a:pt x="31" y="4"/>
                  </a:cubicBezTo>
                  <a:cubicBezTo>
                    <a:pt x="48" y="24"/>
                    <a:pt x="48" y="24"/>
                    <a:pt x="48" y="24"/>
                  </a:cubicBezTo>
                  <a:cubicBezTo>
                    <a:pt x="51" y="27"/>
                    <a:pt x="50" y="31"/>
                    <a:pt x="47" y="34"/>
                  </a:cubicBezTo>
                  <a:cubicBezTo>
                    <a:pt x="29" y="49"/>
                    <a:pt x="29" y="49"/>
                    <a:pt x="29" y="49"/>
                  </a:cubicBezTo>
                  <a:cubicBezTo>
                    <a:pt x="27" y="51"/>
                    <a:pt x="22" y="51"/>
                    <a:pt x="20"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6" name="Freeform 144"/>
            <p:cNvSpPr>
              <a:spLocks/>
            </p:cNvSpPr>
            <p:nvPr/>
          </p:nvSpPr>
          <p:spPr bwMode="auto">
            <a:xfrm>
              <a:off x="2994025" y="2095500"/>
              <a:ext cx="107950" cy="106363"/>
            </a:xfrm>
            <a:custGeom>
              <a:avLst/>
              <a:gdLst>
                <a:gd name="T0" fmla="*/ 4 w 51"/>
                <a:gd name="T1" fmla="*/ 17 h 50"/>
                <a:gd name="T2" fmla="*/ 22 w 51"/>
                <a:gd name="T3" fmla="*/ 2 h 50"/>
                <a:gd name="T4" fmla="*/ 31 w 51"/>
                <a:gd name="T5" fmla="*/ 3 h 50"/>
                <a:gd name="T6" fmla="*/ 49 w 51"/>
                <a:gd name="T7" fmla="*/ 23 h 50"/>
                <a:gd name="T8" fmla="*/ 48 w 51"/>
                <a:gd name="T9" fmla="*/ 33 h 50"/>
                <a:gd name="T10" fmla="*/ 30 w 51"/>
                <a:gd name="T11" fmla="*/ 48 h 50"/>
                <a:gd name="T12" fmla="*/ 20 w 51"/>
                <a:gd name="T13" fmla="*/ 47 h 50"/>
                <a:gd name="T14" fmla="*/ 3 w 51"/>
                <a:gd name="T15" fmla="*/ 27 h 50"/>
                <a:gd name="T16" fmla="*/ 4 w 51"/>
                <a:gd name="T17"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0">
                  <a:moveTo>
                    <a:pt x="4" y="17"/>
                  </a:moveTo>
                  <a:cubicBezTo>
                    <a:pt x="22" y="2"/>
                    <a:pt x="22" y="2"/>
                    <a:pt x="22" y="2"/>
                  </a:cubicBezTo>
                  <a:cubicBezTo>
                    <a:pt x="24" y="0"/>
                    <a:pt x="29" y="0"/>
                    <a:pt x="31" y="3"/>
                  </a:cubicBezTo>
                  <a:cubicBezTo>
                    <a:pt x="49" y="23"/>
                    <a:pt x="49" y="23"/>
                    <a:pt x="49" y="23"/>
                  </a:cubicBezTo>
                  <a:cubicBezTo>
                    <a:pt x="51" y="26"/>
                    <a:pt x="51" y="30"/>
                    <a:pt x="48" y="33"/>
                  </a:cubicBezTo>
                  <a:cubicBezTo>
                    <a:pt x="30" y="48"/>
                    <a:pt x="30" y="48"/>
                    <a:pt x="30" y="48"/>
                  </a:cubicBezTo>
                  <a:cubicBezTo>
                    <a:pt x="27" y="50"/>
                    <a:pt x="23" y="50"/>
                    <a:pt x="20" y="47"/>
                  </a:cubicBezTo>
                  <a:cubicBezTo>
                    <a:pt x="3" y="27"/>
                    <a:pt x="3" y="27"/>
                    <a:pt x="3" y="27"/>
                  </a:cubicBezTo>
                  <a:cubicBezTo>
                    <a:pt x="0" y="24"/>
                    <a:pt x="1" y="20"/>
                    <a:pt x="4"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7" name="Freeform 145"/>
            <p:cNvSpPr>
              <a:spLocks/>
            </p:cNvSpPr>
            <p:nvPr/>
          </p:nvSpPr>
          <p:spPr bwMode="auto">
            <a:xfrm>
              <a:off x="2917825" y="2160587"/>
              <a:ext cx="106363" cy="107950"/>
            </a:xfrm>
            <a:custGeom>
              <a:avLst/>
              <a:gdLst>
                <a:gd name="T0" fmla="*/ 3 w 50"/>
                <a:gd name="T1" fmla="*/ 17 h 51"/>
                <a:gd name="T2" fmla="*/ 21 w 50"/>
                <a:gd name="T3" fmla="*/ 2 h 51"/>
                <a:gd name="T4" fmla="*/ 30 w 50"/>
                <a:gd name="T5" fmla="*/ 3 h 51"/>
                <a:gd name="T6" fmla="*/ 48 w 50"/>
                <a:gd name="T7" fmla="*/ 23 h 51"/>
                <a:gd name="T8" fmla="*/ 47 w 50"/>
                <a:gd name="T9" fmla="*/ 33 h 51"/>
                <a:gd name="T10" fmla="*/ 29 w 50"/>
                <a:gd name="T11" fmla="*/ 48 h 51"/>
                <a:gd name="T12" fmla="*/ 20 w 50"/>
                <a:gd name="T13" fmla="*/ 47 h 51"/>
                <a:gd name="T14" fmla="*/ 2 w 50"/>
                <a:gd name="T15" fmla="*/ 27 h 51"/>
                <a:gd name="T16" fmla="*/ 3 w 50"/>
                <a:gd name="T17" fmla="*/ 1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7"/>
                  </a:moveTo>
                  <a:cubicBezTo>
                    <a:pt x="21" y="2"/>
                    <a:pt x="21" y="2"/>
                    <a:pt x="21" y="2"/>
                  </a:cubicBezTo>
                  <a:cubicBezTo>
                    <a:pt x="24" y="0"/>
                    <a:pt x="28" y="0"/>
                    <a:pt x="30" y="3"/>
                  </a:cubicBezTo>
                  <a:cubicBezTo>
                    <a:pt x="48" y="23"/>
                    <a:pt x="48" y="23"/>
                    <a:pt x="48" y="23"/>
                  </a:cubicBezTo>
                  <a:cubicBezTo>
                    <a:pt x="50" y="26"/>
                    <a:pt x="50" y="30"/>
                    <a:pt x="47" y="33"/>
                  </a:cubicBezTo>
                  <a:cubicBezTo>
                    <a:pt x="29" y="48"/>
                    <a:pt x="29" y="48"/>
                    <a:pt x="29" y="48"/>
                  </a:cubicBezTo>
                  <a:cubicBezTo>
                    <a:pt x="26" y="51"/>
                    <a:pt x="22" y="50"/>
                    <a:pt x="20" y="47"/>
                  </a:cubicBezTo>
                  <a:cubicBezTo>
                    <a:pt x="2" y="27"/>
                    <a:pt x="2" y="27"/>
                    <a:pt x="2" y="27"/>
                  </a:cubicBezTo>
                  <a:cubicBezTo>
                    <a:pt x="0" y="24"/>
                    <a:pt x="0" y="20"/>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8" name="Freeform 146"/>
            <p:cNvSpPr>
              <a:spLocks/>
            </p:cNvSpPr>
            <p:nvPr/>
          </p:nvSpPr>
          <p:spPr bwMode="auto">
            <a:xfrm>
              <a:off x="2838450" y="2227262"/>
              <a:ext cx="107950" cy="107950"/>
            </a:xfrm>
            <a:custGeom>
              <a:avLst/>
              <a:gdLst>
                <a:gd name="T0" fmla="*/ 3 w 51"/>
                <a:gd name="T1" fmla="*/ 17 h 51"/>
                <a:gd name="T2" fmla="*/ 21 w 51"/>
                <a:gd name="T3" fmla="*/ 2 h 51"/>
                <a:gd name="T4" fmla="*/ 31 w 51"/>
                <a:gd name="T5" fmla="*/ 3 h 51"/>
                <a:gd name="T6" fmla="*/ 48 w 51"/>
                <a:gd name="T7" fmla="*/ 24 h 51"/>
                <a:gd name="T8" fmla="*/ 48 w 51"/>
                <a:gd name="T9" fmla="*/ 33 h 51"/>
                <a:gd name="T10" fmla="*/ 29 w 51"/>
                <a:gd name="T11" fmla="*/ 48 h 51"/>
                <a:gd name="T12" fmla="*/ 20 w 51"/>
                <a:gd name="T13" fmla="*/ 47 h 51"/>
                <a:gd name="T14" fmla="*/ 2 w 51"/>
                <a:gd name="T15" fmla="*/ 27 h 51"/>
                <a:gd name="T16" fmla="*/ 3 w 51"/>
                <a:gd name="T17" fmla="*/ 1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7"/>
                  </a:moveTo>
                  <a:cubicBezTo>
                    <a:pt x="21" y="2"/>
                    <a:pt x="21" y="2"/>
                    <a:pt x="21" y="2"/>
                  </a:cubicBezTo>
                  <a:cubicBezTo>
                    <a:pt x="24" y="0"/>
                    <a:pt x="28" y="0"/>
                    <a:pt x="31" y="3"/>
                  </a:cubicBezTo>
                  <a:cubicBezTo>
                    <a:pt x="48" y="24"/>
                    <a:pt x="48" y="24"/>
                    <a:pt x="48" y="24"/>
                  </a:cubicBezTo>
                  <a:cubicBezTo>
                    <a:pt x="51" y="26"/>
                    <a:pt x="50" y="31"/>
                    <a:pt x="48" y="33"/>
                  </a:cubicBezTo>
                  <a:cubicBezTo>
                    <a:pt x="29" y="48"/>
                    <a:pt x="29" y="48"/>
                    <a:pt x="29" y="48"/>
                  </a:cubicBezTo>
                  <a:cubicBezTo>
                    <a:pt x="27" y="51"/>
                    <a:pt x="22" y="50"/>
                    <a:pt x="20" y="47"/>
                  </a:cubicBezTo>
                  <a:cubicBezTo>
                    <a:pt x="2" y="27"/>
                    <a:pt x="2" y="27"/>
                    <a:pt x="2" y="27"/>
                  </a:cubicBezTo>
                  <a:cubicBezTo>
                    <a:pt x="0" y="24"/>
                    <a:pt x="1" y="20"/>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9" name="Freeform 147"/>
            <p:cNvSpPr>
              <a:spLocks/>
            </p:cNvSpPr>
            <p:nvPr/>
          </p:nvSpPr>
          <p:spPr bwMode="auto">
            <a:xfrm>
              <a:off x="2762250" y="2292350"/>
              <a:ext cx="106363" cy="107950"/>
            </a:xfrm>
            <a:custGeom>
              <a:avLst/>
              <a:gdLst>
                <a:gd name="T0" fmla="*/ 3 w 50"/>
                <a:gd name="T1" fmla="*/ 18 h 51"/>
                <a:gd name="T2" fmla="*/ 21 w 50"/>
                <a:gd name="T3" fmla="*/ 2 h 51"/>
                <a:gd name="T4" fmla="*/ 30 w 50"/>
                <a:gd name="T5" fmla="*/ 3 h 51"/>
                <a:gd name="T6" fmla="*/ 48 w 50"/>
                <a:gd name="T7" fmla="*/ 24 h 51"/>
                <a:gd name="T8" fmla="*/ 47 w 50"/>
                <a:gd name="T9" fmla="*/ 33 h 51"/>
                <a:gd name="T10" fmla="*/ 29 w 50"/>
                <a:gd name="T11" fmla="*/ 48 h 51"/>
                <a:gd name="T12" fmla="*/ 19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0" y="3"/>
                  </a:cubicBezTo>
                  <a:cubicBezTo>
                    <a:pt x="48" y="24"/>
                    <a:pt x="48" y="24"/>
                    <a:pt x="48" y="24"/>
                  </a:cubicBezTo>
                  <a:cubicBezTo>
                    <a:pt x="50" y="26"/>
                    <a:pt x="50" y="31"/>
                    <a:pt x="47" y="33"/>
                  </a:cubicBezTo>
                  <a:cubicBezTo>
                    <a:pt x="29" y="48"/>
                    <a:pt x="29" y="48"/>
                    <a:pt x="29" y="48"/>
                  </a:cubicBezTo>
                  <a:cubicBezTo>
                    <a:pt x="26" y="51"/>
                    <a:pt x="22" y="50"/>
                    <a:pt x="19"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0" name="Freeform 148"/>
            <p:cNvSpPr>
              <a:spLocks/>
            </p:cNvSpPr>
            <p:nvPr/>
          </p:nvSpPr>
          <p:spPr bwMode="auto">
            <a:xfrm>
              <a:off x="2684463" y="2359025"/>
              <a:ext cx="106363" cy="107950"/>
            </a:xfrm>
            <a:custGeom>
              <a:avLst/>
              <a:gdLst>
                <a:gd name="T0" fmla="*/ 3 w 50"/>
                <a:gd name="T1" fmla="*/ 18 h 51"/>
                <a:gd name="T2" fmla="*/ 21 w 50"/>
                <a:gd name="T3" fmla="*/ 2 h 51"/>
                <a:gd name="T4" fmla="*/ 30 w 50"/>
                <a:gd name="T5" fmla="*/ 3 h 51"/>
                <a:gd name="T6" fmla="*/ 48 w 50"/>
                <a:gd name="T7" fmla="*/ 24 h 51"/>
                <a:gd name="T8" fmla="*/ 47 w 50"/>
                <a:gd name="T9" fmla="*/ 33 h 51"/>
                <a:gd name="T10" fmla="*/ 29 w 50"/>
                <a:gd name="T11" fmla="*/ 48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0" y="3"/>
                  </a:cubicBezTo>
                  <a:cubicBezTo>
                    <a:pt x="48" y="24"/>
                    <a:pt x="48" y="24"/>
                    <a:pt x="48" y="24"/>
                  </a:cubicBezTo>
                  <a:cubicBezTo>
                    <a:pt x="50" y="26"/>
                    <a:pt x="50" y="31"/>
                    <a:pt x="47" y="33"/>
                  </a:cubicBezTo>
                  <a:cubicBezTo>
                    <a:pt x="29" y="48"/>
                    <a:pt x="29" y="48"/>
                    <a:pt x="29" y="48"/>
                  </a:cubicBezTo>
                  <a:cubicBezTo>
                    <a:pt x="26" y="51"/>
                    <a:pt x="22" y="50"/>
                    <a:pt x="20"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1" name="Freeform 149"/>
            <p:cNvSpPr>
              <a:spLocks/>
            </p:cNvSpPr>
            <p:nvPr/>
          </p:nvSpPr>
          <p:spPr bwMode="auto">
            <a:xfrm>
              <a:off x="2606675" y="2424112"/>
              <a:ext cx="107950" cy="107950"/>
            </a:xfrm>
            <a:custGeom>
              <a:avLst/>
              <a:gdLst>
                <a:gd name="T0" fmla="*/ 3 w 51"/>
                <a:gd name="T1" fmla="*/ 18 h 51"/>
                <a:gd name="T2" fmla="*/ 22 w 51"/>
                <a:gd name="T3" fmla="*/ 2 h 51"/>
                <a:gd name="T4" fmla="*/ 31 w 51"/>
                <a:gd name="T5" fmla="*/ 3 h 51"/>
                <a:gd name="T6" fmla="*/ 48 w 51"/>
                <a:gd name="T7" fmla="*/ 24 h 51"/>
                <a:gd name="T8" fmla="*/ 48 w 51"/>
                <a:gd name="T9" fmla="*/ 33 h 51"/>
                <a:gd name="T10" fmla="*/ 29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4" y="0"/>
                    <a:pt x="28" y="0"/>
                    <a:pt x="31" y="3"/>
                  </a:cubicBezTo>
                  <a:cubicBezTo>
                    <a:pt x="48" y="24"/>
                    <a:pt x="48" y="24"/>
                    <a:pt x="48" y="24"/>
                  </a:cubicBezTo>
                  <a:cubicBezTo>
                    <a:pt x="51" y="27"/>
                    <a:pt x="50" y="31"/>
                    <a:pt x="48" y="33"/>
                  </a:cubicBezTo>
                  <a:cubicBezTo>
                    <a:pt x="29" y="49"/>
                    <a:pt x="29" y="49"/>
                    <a:pt x="29" y="49"/>
                  </a:cubicBezTo>
                  <a:cubicBezTo>
                    <a:pt x="27" y="51"/>
                    <a:pt x="23" y="51"/>
                    <a:pt x="20" y="48"/>
                  </a:cubicBezTo>
                  <a:cubicBezTo>
                    <a:pt x="3" y="27"/>
                    <a:pt x="3" y="27"/>
                    <a:pt x="3" y="27"/>
                  </a:cubicBezTo>
                  <a:cubicBezTo>
                    <a:pt x="0" y="24"/>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2" name="Freeform 150"/>
            <p:cNvSpPr>
              <a:spLocks/>
            </p:cNvSpPr>
            <p:nvPr/>
          </p:nvSpPr>
          <p:spPr bwMode="auto">
            <a:xfrm>
              <a:off x="2530475" y="2489200"/>
              <a:ext cx="104775" cy="107950"/>
            </a:xfrm>
            <a:custGeom>
              <a:avLst/>
              <a:gdLst>
                <a:gd name="T0" fmla="*/ 3 w 50"/>
                <a:gd name="T1" fmla="*/ 18 h 51"/>
                <a:gd name="T2" fmla="*/ 21 w 50"/>
                <a:gd name="T3" fmla="*/ 2 h 51"/>
                <a:gd name="T4" fmla="*/ 30 w 50"/>
                <a:gd name="T5" fmla="*/ 3 h 51"/>
                <a:gd name="T6" fmla="*/ 48 w 50"/>
                <a:gd name="T7" fmla="*/ 24 h 51"/>
                <a:gd name="T8" fmla="*/ 47 w 50"/>
                <a:gd name="T9" fmla="*/ 33 h 51"/>
                <a:gd name="T10" fmla="*/ 29 w 50"/>
                <a:gd name="T11" fmla="*/ 49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0" y="3"/>
                  </a:cubicBezTo>
                  <a:cubicBezTo>
                    <a:pt x="48" y="24"/>
                    <a:pt x="48" y="24"/>
                    <a:pt x="48" y="24"/>
                  </a:cubicBezTo>
                  <a:cubicBezTo>
                    <a:pt x="50" y="27"/>
                    <a:pt x="50" y="31"/>
                    <a:pt x="47" y="33"/>
                  </a:cubicBezTo>
                  <a:cubicBezTo>
                    <a:pt x="29" y="49"/>
                    <a:pt x="29" y="49"/>
                    <a:pt x="29" y="49"/>
                  </a:cubicBezTo>
                  <a:cubicBezTo>
                    <a:pt x="26" y="51"/>
                    <a:pt x="22" y="51"/>
                    <a:pt x="20"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3" name="Freeform 151"/>
            <p:cNvSpPr>
              <a:spLocks/>
            </p:cNvSpPr>
            <p:nvPr/>
          </p:nvSpPr>
          <p:spPr bwMode="auto">
            <a:xfrm>
              <a:off x="2451100" y="2555875"/>
              <a:ext cx="106363" cy="107950"/>
            </a:xfrm>
            <a:custGeom>
              <a:avLst/>
              <a:gdLst>
                <a:gd name="T0" fmla="*/ 3 w 50"/>
                <a:gd name="T1" fmla="*/ 18 h 51"/>
                <a:gd name="T2" fmla="*/ 21 w 50"/>
                <a:gd name="T3" fmla="*/ 2 h 51"/>
                <a:gd name="T4" fmla="*/ 31 w 50"/>
                <a:gd name="T5" fmla="*/ 3 h 51"/>
                <a:gd name="T6" fmla="*/ 48 w 50"/>
                <a:gd name="T7" fmla="*/ 24 h 51"/>
                <a:gd name="T8" fmla="*/ 47 w 50"/>
                <a:gd name="T9" fmla="*/ 33 h 51"/>
                <a:gd name="T10" fmla="*/ 29 w 50"/>
                <a:gd name="T11" fmla="*/ 49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1" y="3"/>
                  </a:cubicBezTo>
                  <a:cubicBezTo>
                    <a:pt x="48" y="24"/>
                    <a:pt x="48" y="24"/>
                    <a:pt x="48" y="24"/>
                  </a:cubicBezTo>
                  <a:cubicBezTo>
                    <a:pt x="50" y="27"/>
                    <a:pt x="50" y="31"/>
                    <a:pt x="47" y="33"/>
                  </a:cubicBezTo>
                  <a:cubicBezTo>
                    <a:pt x="29" y="49"/>
                    <a:pt x="29" y="49"/>
                    <a:pt x="29" y="49"/>
                  </a:cubicBezTo>
                  <a:cubicBezTo>
                    <a:pt x="26" y="51"/>
                    <a:pt x="22" y="51"/>
                    <a:pt x="20"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4" name="Freeform 152"/>
            <p:cNvSpPr>
              <a:spLocks/>
            </p:cNvSpPr>
            <p:nvPr/>
          </p:nvSpPr>
          <p:spPr bwMode="auto">
            <a:xfrm>
              <a:off x="2373313" y="2620962"/>
              <a:ext cx="107950" cy="107950"/>
            </a:xfrm>
            <a:custGeom>
              <a:avLst/>
              <a:gdLst>
                <a:gd name="T0" fmla="*/ 3 w 51"/>
                <a:gd name="T1" fmla="*/ 18 h 51"/>
                <a:gd name="T2" fmla="*/ 22 w 51"/>
                <a:gd name="T3" fmla="*/ 3 h 51"/>
                <a:gd name="T4" fmla="*/ 31 w 51"/>
                <a:gd name="T5" fmla="*/ 3 h 51"/>
                <a:gd name="T6" fmla="*/ 48 w 51"/>
                <a:gd name="T7" fmla="*/ 24 h 51"/>
                <a:gd name="T8" fmla="*/ 48 w 51"/>
                <a:gd name="T9" fmla="*/ 33 h 51"/>
                <a:gd name="T10" fmla="*/ 30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3"/>
                    <a:pt x="22" y="3"/>
                    <a:pt x="22" y="3"/>
                  </a:cubicBezTo>
                  <a:cubicBezTo>
                    <a:pt x="24" y="0"/>
                    <a:pt x="29" y="1"/>
                    <a:pt x="31" y="3"/>
                  </a:cubicBezTo>
                  <a:cubicBezTo>
                    <a:pt x="48" y="24"/>
                    <a:pt x="48" y="24"/>
                    <a:pt x="48" y="24"/>
                  </a:cubicBezTo>
                  <a:cubicBezTo>
                    <a:pt x="51" y="27"/>
                    <a:pt x="50" y="31"/>
                    <a:pt x="48" y="33"/>
                  </a:cubicBezTo>
                  <a:cubicBezTo>
                    <a:pt x="30" y="49"/>
                    <a:pt x="30" y="49"/>
                    <a:pt x="30" y="49"/>
                  </a:cubicBezTo>
                  <a:cubicBezTo>
                    <a:pt x="27" y="51"/>
                    <a:pt x="23" y="51"/>
                    <a:pt x="20" y="48"/>
                  </a:cubicBezTo>
                  <a:cubicBezTo>
                    <a:pt x="3" y="27"/>
                    <a:pt x="3" y="27"/>
                    <a:pt x="3" y="27"/>
                  </a:cubicBezTo>
                  <a:cubicBezTo>
                    <a:pt x="0" y="25"/>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5" name="Freeform 153"/>
            <p:cNvSpPr>
              <a:spLocks/>
            </p:cNvSpPr>
            <p:nvPr/>
          </p:nvSpPr>
          <p:spPr bwMode="auto">
            <a:xfrm>
              <a:off x="2297113" y="2686050"/>
              <a:ext cx="104775" cy="107950"/>
            </a:xfrm>
            <a:custGeom>
              <a:avLst/>
              <a:gdLst>
                <a:gd name="T0" fmla="*/ 3 w 50"/>
                <a:gd name="T1" fmla="*/ 18 h 51"/>
                <a:gd name="T2" fmla="*/ 21 w 50"/>
                <a:gd name="T3" fmla="*/ 3 h 51"/>
                <a:gd name="T4" fmla="*/ 30 w 50"/>
                <a:gd name="T5" fmla="*/ 3 h 51"/>
                <a:gd name="T6" fmla="*/ 48 w 50"/>
                <a:gd name="T7" fmla="*/ 24 h 51"/>
                <a:gd name="T8" fmla="*/ 47 w 50"/>
                <a:gd name="T9" fmla="*/ 33 h 51"/>
                <a:gd name="T10" fmla="*/ 29 w 50"/>
                <a:gd name="T11" fmla="*/ 49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3"/>
                    <a:pt x="21" y="3"/>
                    <a:pt x="21" y="3"/>
                  </a:cubicBezTo>
                  <a:cubicBezTo>
                    <a:pt x="24" y="0"/>
                    <a:pt x="28" y="1"/>
                    <a:pt x="30" y="3"/>
                  </a:cubicBezTo>
                  <a:cubicBezTo>
                    <a:pt x="48" y="24"/>
                    <a:pt x="48" y="24"/>
                    <a:pt x="48" y="24"/>
                  </a:cubicBezTo>
                  <a:cubicBezTo>
                    <a:pt x="50" y="27"/>
                    <a:pt x="50" y="31"/>
                    <a:pt x="47" y="33"/>
                  </a:cubicBezTo>
                  <a:cubicBezTo>
                    <a:pt x="29" y="49"/>
                    <a:pt x="29" y="49"/>
                    <a:pt x="29" y="49"/>
                  </a:cubicBezTo>
                  <a:cubicBezTo>
                    <a:pt x="26" y="51"/>
                    <a:pt x="22" y="51"/>
                    <a:pt x="20" y="48"/>
                  </a:cubicBezTo>
                  <a:cubicBezTo>
                    <a:pt x="2" y="27"/>
                    <a:pt x="2" y="27"/>
                    <a:pt x="2" y="27"/>
                  </a:cubicBezTo>
                  <a:cubicBezTo>
                    <a:pt x="0" y="25"/>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6" name="Freeform 154"/>
            <p:cNvSpPr>
              <a:spLocks/>
            </p:cNvSpPr>
            <p:nvPr/>
          </p:nvSpPr>
          <p:spPr bwMode="auto">
            <a:xfrm>
              <a:off x="2217738" y="2752725"/>
              <a:ext cx="107950" cy="107950"/>
            </a:xfrm>
            <a:custGeom>
              <a:avLst/>
              <a:gdLst>
                <a:gd name="T0" fmla="*/ 3 w 51"/>
                <a:gd name="T1" fmla="*/ 18 h 51"/>
                <a:gd name="T2" fmla="*/ 21 w 51"/>
                <a:gd name="T3" fmla="*/ 3 h 51"/>
                <a:gd name="T4" fmla="*/ 31 w 51"/>
                <a:gd name="T5" fmla="*/ 4 h 51"/>
                <a:gd name="T6" fmla="*/ 48 w 51"/>
                <a:gd name="T7" fmla="*/ 24 h 51"/>
                <a:gd name="T8" fmla="*/ 47 w 51"/>
                <a:gd name="T9" fmla="*/ 34 h 51"/>
                <a:gd name="T10" fmla="*/ 29 w 51"/>
                <a:gd name="T11" fmla="*/ 49 h 51"/>
                <a:gd name="T12" fmla="*/ 20 w 51"/>
                <a:gd name="T13" fmla="*/ 48 h 51"/>
                <a:gd name="T14" fmla="*/ 2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1" y="3"/>
                    <a:pt x="21" y="3"/>
                    <a:pt x="21" y="3"/>
                  </a:cubicBezTo>
                  <a:cubicBezTo>
                    <a:pt x="24" y="0"/>
                    <a:pt x="28" y="1"/>
                    <a:pt x="31" y="4"/>
                  </a:cubicBezTo>
                  <a:cubicBezTo>
                    <a:pt x="48" y="24"/>
                    <a:pt x="48" y="24"/>
                    <a:pt x="48" y="24"/>
                  </a:cubicBezTo>
                  <a:cubicBezTo>
                    <a:pt x="51" y="27"/>
                    <a:pt x="50" y="31"/>
                    <a:pt x="47" y="34"/>
                  </a:cubicBezTo>
                  <a:cubicBezTo>
                    <a:pt x="29" y="49"/>
                    <a:pt x="29" y="49"/>
                    <a:pt x="29" y="49"/>
                  </a:cubicBezTo>
                  <a:cubicBezTo>
                    <a:pt x="27" y="51"/>
                    <a:pt x="22" y="51"/>
                    <a:pt x="20" y="48"/>
                  </a:cubicBezTo>
                  <a:cubicBezTo>
                    <a:pt x="2" y="27"/>
                    <a:pt x="2" y="27"/>
                    <a:pt x="2" y="27"/>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7" name="Freeform 155"/>
            <p:cNvSpPr>
              <a:spLocks/>
            </p:cNvSpPr>
            <p:nvPr/>
          </p:nvSpPr>
          <p:spPr bwMode="auto">
            <a:xfrm>
              <a:off x="2138363" y="2819400"/>
              <a:ext cx="107950" cy="109538"/>
            </a:xfrm>
            <a:custGeom>
              <a:avLst/>
              <a:gdLst>
                <a:gd name="T0" fmla="*/ 3 w 51"/>
                <a:gd name="T1" fmla="*/ 18 h 51"/>
                <a:gd name="T2" fmla="*/ 22 w 51"/>
                <a:gd name="T3" fmla="*/ 3 h 51"/>
                <a:gd name="T4" fmla="*/ 31 w 51"/>
                <a:gd name="T5" fmla="*/ 3 h 51"/>
                <a:gd name="T6" fmla="*/ 49 w 51"/>
                <a:gd name="T7" fmla="*/ 24 h 51"/>
                <a:gd name="T8" fmla="*/ 48 w 51"/>
                <a:gd name="T9" fmla="*/ 33 h 51"/>
                <a:gd name="T10" fmla="*/ 29 w 51"/>
                <a:gd name="T11" fmla="*/ 49 h 51"/>
                <a:gd name="T12" fmla="*/ 20 w 51"/>
                <a:gd name="T13" fmla="*/ 48 h 51"/>
                <a:gd name="T14" fmla="*/ 3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3"/>
                    <a:pt x="22" y="3"/>
                    <a:pt x="22" y="3"/>
                  </a:cubicBezTo>
                  <a:cubicBezTo>
                    <a:pt x="25" y="0"/>
                    <a:pt x="29" y="1"/>
                    <a:pt x="31" y="3"/>
                  </a:cubicBezTo>
                  <a:cubicBezTo>
                    <a:pt x="49" y="24"/>
                    <a:pt x="49" y="24"/>
                    <a:pt x="49" y="24"/>
                  </a:cubicBezTo>
                  <a:cubicBezTo>
                    <a:pt x="51" y="27"/>
                    <a:pt x="51" y="31"/>
                    <a:pt x="48" y="33"/>
                  </a:cubicBezTo>
                  <a:cubicBezTo>
                    <a:pt x="29" y="49"/>
                    <a:pt x="29" y="49"/>
                    <a:pt x="29" y="49"/>
                  </a:cubicBezTo>
                  <a:cubicBezTo>
                    <a:pt x="27" y="51"/>
                    <a:pt x="22" y="51"/>
                    <a:pt x="20" y="48"/>
                  </a:cubicBezTo>
                  <a:cubicBezTo>
                    <a:pt x="3" y="28"/>
                    <a:pt x="3" y="28"/>
                    <a:pt x="3" y="28"/>
                  </a:cubicBezTo>
                  <a:cubicBezTo>
                    <a:pt x="0" y="25"/>
                    <a:pt x="1"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8" name="Freeform 156"/>
            <p:cNvSpPr>
              <a:spLocks/>
            </p:cNvSpPr>
            <p:nvPr/>
          </p:nvSpPr>
          <p:spPr bwMode="auto">
            <a:xfrm>
              <a:off x="2203450" y="2860675"/>
              <a:ext cx="150813" cy="144463"/>
            </a:xfrm>
            <a:custGeom>
              <a:avLst/>
              <a:gdLst>
                <a:gd name="T0" fmla="*/ 3 w 71"/>
                <a:gd name="T1" fmla="*/ 35 h 68"/>
                <a:gd name="T2" fmla="*/ 41 w 71"/>
                <a:gd name="T3" fmla="*/ 3 h 68"/>
                <a:gd name="T4" fmla="*/ 52 w 71"/>
                <a:gd name="T5" fmla="*/ 4 h 68"/>
                <a:gd name="T6" fmla="*/ 68 w 71"/>
                <a:gd name="T7" fmla="*/ 23 h 68"/>
                <a:gd name="T8" fmla="*/ 67 w 71"/>
                <a:gd name="T9" fmla="*/ 34 h 68"/>
                <a:gd name="T10" fmla="*/ 29 w 71"/>
                <a:gd name="T11" fmla="*/ 66 h 68"/>
                <a:gd name="T12" fmla="*/ 19 w 71"/>
                <a:gd name="T13" fmla="*/ 65 h 68"/>
                <a:gd name="T14" fmla="*/ 2 w 71"/>
                <a:gd name="T15" fmla="*/ 45 h 68"/>
                <a:gd name="T16" fmla="*/ 3 w 71"/>
                <a:gd name="T17" fmla="*/ 3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68">
                  <a:moveTo>
                    <a:pt x="3" y="35"/>
                  </a:moveTo>
                  <a:cubicBezTo>
                    <a:pt x="41" y="3"/>
                    <a:pt x="41" y="3"/>
                    <a:pt x="41" y="3"/>
                  </a:cubicBezTo>
                  <a:cubicBezTo>
                    <a:pt x="44" y="0"/>
                    <a:pt x="49" y="1"/>
                    <a:pt x="52" y="4"/>
                  </a:cubicBezTo>
                  <a:cubicBezTo>
                    <a:pt x="68" y="23"/>
                    <a:pt x="68" y="23"/>
                    <a:pt x="68" y="23"/>
                  </a:cubicBezTo>
                  <a:cubicBezTo>
                    <a:pt x="71" y="26"/>
                    <a:pt x="71" y="31"/>
                    <a:pt x="67" y="34"/>
                  </a:cubicBezTo>
                  <a:cubicBezTo>
                    <a:pt x="29" y="66"/>
                    <a:pt x="29" y="66"/>
                    <a:pt x="29" y="66"/>
                  </a:cubicBezTo>
                  <a:cubicBezTo>
                    <a:pt x="26" y="68"/>
                    <a:pt x="22" y="68"/>
                    <a:pt x="19" y="65"/>
                  </a:cubicBezTo>
                  <a:cubicBezTo>
                    <a:pt x="2" y="45"/>
                    <a:pt x="2" y="45"/>
                    <a:pt x="2" y="45"/>
                  </a:cubicBezTo>
                  <a:cubicBezTo>
                    <a:pt x="0" y="42"/>
                    <a:pt x="0" y="38"/>
                    <a:pt x="3" y="35"/>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9" name="Freeform 157"/>
            <p:cNvSpPr>
              <a:spLocks/>
            </p:cNvSpPr>
            <p:nvPr/>
          </p:nvSpPr>
          <p:spPr bwMode="auto">
            <a:xfrm>
              <a:off x="2268538" y="2924175"/>
              <a:ext cx="166688" cy="158750"/>
            </a:xfrm>
            <a:custGeom>
              <a:avLst/>
              <a:gdLst>
                <a:gd name="T0" fmla="*/ 3 w 78"/>
                <a:gd name="T1" fmla="*/ 41 h 75"/>
                <a:gd name="T2" fmla="*/ 48 w 78"/>
                <a:gd name="T3" fmla="*/ 3 h 75"/>
                <a:gd name="T4" fmla="*/ 58 w 78"/>
                <a:gd name="T5" fmla="*/ 4 h 75"/>
                <a:gd name="T6" fmla="*/ 75 w 78"/>
                <a:gd name="T7" fmla="*/ 23 h 75"/>
                <a:gd name="T8" fmla="*/ 74 w 78"/>
                <a:gd name="T9" fmla="*/ 34 h 75"/>
                <a:gd name="T10" fmla="*/ 29 w 78"/>
                <a:gd name="T11" fmla="*/ 72 h 75"/>
                <a:gd name="T12" fmla="*/ 19 w 78"/>
                <a:gd name="T13" fmla="*/ 71 h 75"/>
                <a:gd name="T14" fmla="*/ 2 w 78"/>
                <a:gd name="T15" fmla="*/ 51 h 75"/>
                <a:gd name="T16" fmla="*/ 3 w 78"/>
                <a:gd name="T17" fmla="*/ 4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75">
                  <a:moveTo>
                    <a:pt x="3" y="41"/>
                  </a:moveTo>
                  <a:cubicBezTo>
                    <a:pt x="48" y="3"/>
                    <a:pt x="48" y="3"/>
                    <a:pt x="48" y="3"/>
                  </a:cubicBezTo>
                  <a:cubicBezTo>
                    <a:pt x="51" y="0"/>
                    <a:pt x="56" y="1"/>
                    <a:pt x="58" y="4"/>
                  </a:cubicBezTo>
                  <a:cubicBezTo>
                    <a:pt x="75" y="23"/>
                    <a:pt x="75" y="23"/>
                    <a:pt x="75" y="23"/>
                  </a:cubicBezTo>
                  <a:cubicBezTo>
                    <a:pt x="78" y="26"/>
                    <a:pt x="77" y="31"/>
                    <a:pt x="74" y="34"/>
                  </a:cubicBezTo>
                  <a:cubicBezTo>
                    <a:pt x="29" y="72"/>
                    <a:pt x="29" y="72"/>
                    <a:pt x="29" y="72"/>
                  </a:cubicBezTo>
                  <a:cubicBezTo>
                    <a:pt x="26" y="75"/>
                    <a:pt x="21" y="74"/>
                    <a:pt x="19" y="71"/>
                  </a:cubicBezTo>
                  <a:cubicBezTo>
                    <a:pt x="2" y="51"/>
                    <a:pt x="2" y="51"/>
                    <a:pt x="2" y="51"/>
                  </a:cubicBezTo>
                  <a:cubicBezTo>
                    <a:pt x="0" y="48"/>
                    <a:pt x="0" y="44"/>
                    <a:pt x="3" y="4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0" name="Freeform 158"/>
            <p:cNvSpPr>
              <a:spLocks/>
            </p:cNvSpPr>
            <p:nvPr/>
          </p:nvSpPr>
          <p:spPr bwMode="auto">
            <a:xfrm>
              <a:off x="2332038" y="2967037"/>
              <a:ext cx="207963" cy="192088"/>
            </a:xfrm>
            <a:custGeom>
              <a:avLst/>
              <a:gdLst>
                <a:gd name="T0" fmla="*/ 4 w 98"/>
                <a:gd name="T1" fmla="*/ 57 h 91"/>
                <a:gd name="T2" fmla="*/ 68 w 98"/>
                <a:gd name="T3" fmla="*/ 2 h 91"/>
                <a:gd name="T4" fmla="*/ 79 w 98"/>
                <a:gd name="T5" fmla="*/ 3 h 91"/>
                <a:gd name="T6" fmla="*/ 95 w 98"/>
                <a:gd name="T7" fmla="*/ 23 h 91"/>
                <a:gd name="T8" fmla="*/ 95 w 98"/>
                <a:gd name="T9" fmla="*/ 33 h 91"/>
                <a:gd name="T10" fmla="*/ 30 w 98"/>
                <a:gd name="T11" fmla="*/ 88 h 91"/>
                <a:gd name="T12" fmla="*/ 20 w 98"/>
                <a:gd name="T13" fmla="*/ 87 h 91"/>
                <a:gd name="T14" fmla="*/ 3 w 98"/>
                <a:gd name="T15" fmla="*/ 67 h 91"/>
                <a:gd name="T16" fmla="*/ 4 w 98"/>
                <a:gd name="T17" fmla="*/ 5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1">
                  <a:moveTo>
                    <a:pt x="4" y="57"/>
                  </a:moveTo>
                  <a:cubicBezTo>
                    <a:pt x="68" y="2"/>
                    <a:pt x="68" y="2"/>
                    <a:pt x="68" y="2"/>
                  </a:cubicBezTo>
                  <a:cubicBezTo>
                    <a:pt x="71" y="0"/>
                    <a:pt x="76" y="0"/>
                    <a:pt x="79" y="3"/>
                  </a:cubicBezTo>
                  <a:cubicBezTo>
                    <a:pt x="95" y="23"/>
                    <a:pt x="95" y="23"/>
                    <a:pt x="95" y="23"/>
                  </a:cubicBezTo>
                  <a:cubicBezTo>
                    <a:pt x="98" y="26"/>
                    <a:pt x="98" y="30"/>
                    <a:pt x="95" y="33"/>
                  </a:cubicBezTo>
                  <a:cubicBezTo>
                    <a:pt x="30" y="88"/>
                    <a:pt x="30" y="88"/>
                    <a:pt x="30" y="88"/>
                  </a:cubicBezTo>
                  <a:cubicBezTo>
                    <a:pt x="27" y="91"/>
                    <a:pt x="22" y="90"/>
                    <a:pt x="20" y="87"/>
                  </a:cubicBezTo>
                  <a:cubicBezTo>
                    <a:pt x="3" y="67"/>
                    <a:pt x="3" y="67"/>
                    <a:pt x="3" y="67"/>
                  </a:cubicBezTo>
                  <a:cubicBezTo>
                    <a:pt x="0" y="64"/>
                    <a:pt x="1" y="60"/>
                    <a:pt x="4" y="5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1" name="Freeform 159"/>
            <p:cNvSpPr>
              <a:spLocks/>
            </p:cNvSpPr>
            <p:nvPr/>
          </p:nvSpPr>
          <p:spPr bwMode="auto">
            <a:xfrm>
              <a:off x="2398713" y="3109912"/>
              <a:ext cx="127000" cy="125413"/>
            </a:xfrm>
            <a:custGeom>
              <a:avLst/>
              <a:gdLst>
                <a:gd name="T0" fmla="*/ 3 w 60"/>
                <a:gd name="T1" fmla="*/ 25 h 59"/>
                <a:gd name="T2" fmla="*/ 30 w 60"/>
                <a:gd name="T3" fmla="*/ 3 h 59"/>
                <a:gd name="T4" fmla="*/ 40 w 60"/>
                <a:gd name="T5" fmla="*/ 3 h 59"/>
                <a:gd name="T6" fmla="*/ 57 w 60"/>
                <a:gd name="T7" fmla="*/ 23 h 59"/>
                <a:gd name="T8" fmla="*/ 56 w 60"/>
                <a:gd name="T9" fmla="*/ 33 h 59"/>
                <a:gd name="T10" fmla="*/ 29 w 60"/>
                <a:gd name="T11" fmla="*/ 56 h 59"/>
                <a:gd name="T12" fmla="*/ 19 w 60"/>
                <a:gd name="T13" fmla="*/ 55 h 59"/>
                <a:gd name="T14" fmla="*/ 2 w 60"/>
                <a:gd name="T15" fmla="*/ 36 h 59"/>
                <a:gd name="T16" fmla="*/ 3 w 60"/>
                <a:gd name="T17"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59">
                  <a:moveTo>
                    <a:pt x="3" y="25"/>
                  </a:moveTo>
                  <a:cubicBezTo>
                    <a:pt x="30" y="3"/>
                    <a:pt x="30" y="3"/>
                    <a:pt x="30" y="3"/>
                  </a:cubicBezTo>
                  <a:cubicBezTo>
                    <a:pt x="33" y="0"/>
                    <a:pt x="38" y="0"/>
                    <a:pt x="40" y="3"/>
                  </a:cubicBezTo>
                  <a:cubicBezTo>
                    <a:pt x="57" y="23"/>
                    <a:pt x="57" y="23"/>
                    <a:pt x="57" y="23"/>
                  </a:cubicBezTo>
                  <a:cubicBezTo>
                    <a:pt x="60" y="26"/>
                    <a:pt x="59" y="31"/>
                    <a:pt x="56" y="33"/>
                  </a:cubicBezTo>
                  <a:cubicBezTo>
                    <a:pt x="29" y="56"/>
                    <a:pt x="29" y="56"/>
                    <a:pt x="29" y="56"/>
                  </a:cubicBezTo>
                  <a:cubicBezTo>
                    <a:pt x="26" y="59"/>
                    <a:pt x="22" y="58"/>
                    <a:pt x="19" y="55"/>
                  </a:cubicBezTo>
                  <a:cubicBezTo>
                    <a:pt x="2" y="36"/>
                    <a:pt x="2" y="36"/>
                    <a:pt x="2" y="36"/>
                  </a:cubicBezTo>
                  <a:cubicBezTo>
                    <a:pt x="0" y="33"/>
                    <a:pt x="0" y="28"/>
                    <a:pt x="3" y="25"/>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2" name="Freeform 160"/>
            <p:cNvSpPr>
              <a:spLocks/>
            </p:cNvSpPr>
            <p:nvPr/>
          </p:nvSpPr>
          <p:spPr bwMode="auto">
            <a:xfrm>
              <a:off x="2317750" y="2798762"/>
              <a:ext cx="111125" cy="111125"/>
            </a:xfrm>
            <a:custGeom>
              <a:avLst/>
              <a:gdLst>
                <a:gd name="T0" fmla="*/ 3 w 52"/>
                <a:gd name="T1" fmla="*/ 19 h 52"/>
                <a:gd name="T2" fmla="*/ 22 w 52"/>
                <a:gd name="T3" fmla="*/ 2 h 52"/>
                <a:gd name="T4" fmla="*/ 32 w 52"/>
                <a:gd name="T5" fmla="*/ 3 h 52"/>
                <a:gd name="T6" fmla="*/ 49 w 52"/>
                <a:gd name="T7" fmla="*/ 23 h 52"/>
                <a:gd name="T8" fmla="*/ 48 w 52"/>
                <a:gd name="T9" fmla="*/ 33 h 52"/>
                <a:gd name="T10" fmla="*/ 29 w 52"/>
                <a:gd name="T11" fmla="*/ 49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2"/>
                    <a:pt x="22" y="2"/>
                    <a:pt x="22" y="2"/>
                  </a:cubicBezTo>
                  <a:cubicBezTo>
                    <a:pt x="25" y="0"/>
                    <a:pt x="30" y="0"/>
                    <a:pt x="32" y="3"/>
                  </a:cubicBezTo>
                  <a:cubicBezTo>
                    <a:pt x="49" y="23"/>
                    <a:pt x="49" y="23"/>
                    <a:pt x="49" y="23"/>
                  </a:cubicBezTo>
                  <a:cubicBezTo>
                    <a:pt x="52" y="26"/>
                    <a:pt x="51" y="30"/>
                    <a:pt x="48" y="33"/>
                  </a:cubicBezTo>
                  <a:cubicBezTo>
                    <a:pt x="29" y="49"/>
                    <a:pt x="29" y="49"/>
                    <a:pt x="29" y="49"/>
                  </a:cubicBezTo>
                  <a:cubicBezTo>
                    <a:pt x="26" y="52"/>
                    <a:pt x="21"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3" name="Freeform 161"/>
            <p:cNvSpPr>
              <a:spLocks/>
            </p:cNvSpPr>
            <p:nvPr/>
          </p:nvSpPr>
          <p:spPr bwMode="auto">
            <a:xfrm>
              <a:off x="2395538" y="2730500"/>
              <a:ext cx="111125"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4" name="Freeform 162"/>
            <p:cNvSpPr>
              <a:spLocks/>
            </p:cNvSpPr>
            <p:nvPr/>
          </p:nvSpPr>
          <p:spPr bwMode="auto">
            <a:xfrm>
              <a:off x="2474913" y="2663825"/>
              <a:ext cx="109538" cy="111125"/>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1"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5" name="Freeform 163"/>
            <p:cNvSpPr>
              <a:spLocks/>
            </p:cNvSpPr>
            <p:nvPr/>
          </p:nvSpPr>
          <p:spPr bwMode="auto">
            <a:xfrm>
              <a:off x="2552700" y="2597150"/>
              <a:ext cx="112713" cy="111125"/>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49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6" name="Freeform 164"/>
            <p:cNvSpPr>
              <a:spLocks/>
            </p:cNvSpPr>
            <p:nvPr/>
          </p:nvSpPr>
          <p:spPr bwMode="auto">
            <a:xfrm>
              <a:off x="2633663" y="2530475"/>
              <a:ext cx="109538"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7" name="Freeform 165"/>
            <p:cNvSpPr>
              <a:spLocks/>
            </p:cNvSpPr>
            <p:nvPr/>
          </p:nvSpPr>
          <p:spPr bwMode="auto">
            <a:xfrm>
              <a:off x="2711450" y="2462212"/>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1"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8" name="Freeform 166"/>
            <p:cNvSpPr>
              <a:spLocks/>
            </p:cNvSpPr>
            <p:nvPr/>
          </p:nvSpPr>
          <p:spPr bwMode="auto">
            <a:xfrm>
              <a:off x="2790825" y="2397125"/>
              <a:ext cx="111125"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49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9" name="Freeform 167"/>
            <p:cNvSpPr>
              <a:spLocks/>
            </p:cNvSpPr>
            <p:nvPr/>
          </p:nvSpPr>
          <p:spPr bwMode="auto">
            <a:xfrm>
              <a:off x="2870200" y="2328862"/>
              <a:ext cx="111125"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0" name="Freeform 168"/>
            <p:cNvSpPr>
              <a:spLocks/>
            </p:cNvSpPr>
            <p:nvPr/>
          </p:nvSpPr>
          <p:spPr bwMode="auto">
            <a:xfrm>
              <a:off x="2949575" y="2260600"/>
              <a:ext cx="109538"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1"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1" name="Freeform 169"/>
            <p:cNvSpPr>
              <a:spLocks/>
            </p:cNvSpPr>
            <p:nvPr/>
          </p:nvSpPr>
          <p:spPr bwMode="auto">
            <a:xfrm>
              <a:off x="3027363" y="2195512"/>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49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2" name="Freeform 170"/>
            <p:cNvSpPr>
              <a:spLocks/>
            </p:cNvSpPr>
            <p:nvPr/>
          </p:nvSpPr>
          <p:spPr bwMode="auto">
            <a:xfrm>
              <a:off x="3108325" y="2127250"/>
              <a:ext cx="109538"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3" name="Freeform 171"/>
            <p:cNvSpPr>
              <a:spLocks/>
            </p:cNvSpPr>
            <p:nvPr/>
          </p:nvSpPr>
          <p:spPr bwMode="auto">
            <a:xfrm>
              <a:off x="3186113" y="2058987"/>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4" name="Freeform 172"/>
            <p:cNvSpPr>
              <a:spLocks/>
            </p:cNvSpPr>
            <p:nvPr/>
          </p:nvSpPr>
          <p:spPr bwMode="auto">
            <a:xfrm>
              <a:off x="2405063" y="2855912"/>
              <a:ext cx="109538" cy="111125"/>
            </a:xfrm>
            <a:custGeom>
              <a:avLst/>
              <a:gdLst>
                <a:gd name="T0" fmla="*/ 3 w 52"/>
                <a:gd name="T1" fmla="*/ 19 h 52"/>
                <a:gd name="T2" fmla="*/ 22 w 52"/>
                <a:gd name="T3" fmla="*/ 2 h 52"/>
                <a:gd name="T4" fmla="*/ 32 w 52"/>
                <a:gd name="T5" fmla="*/ 3 h 52"/>
                <a:gd name="T6" fmla="*/ 49 w 52"/>
                <a:gd name="T7" fmla="*/ 23 h 52"/>
                <a:gd name="T8" fmla="*/ 48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2"/>
                    <a:pt x="22" y="2"/>
                    <a:pt x="22" y="2"/>
                  </a:cubicBezTo>
                  <a:cubicBezTo>
                    <a:pt x="25" y="0"/>
                    <a:pt x="30" y="0"/>
                    <a:pt x="32" y="3"/>
                  </a:cubicBezTo>
                  <a:cubicBezTo>
                    <a:pt x="49" y="23"/>
                    <a:pt x="49" y="23"/>
                    <a:pt x="49" y="23"/>
                  </a:cubicBezTo>
                  <a:cubicBezTo>
                    <a:pt x="52" y="26"/>
                    <a:pt x="51" y="31"/>
                    <a:pt x="48"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5" name="Freeform 173"/>
            <p:cNvSpPr>
              <a:spLocks/>
            </p:cNvSpPr>
            <p:nvPr/>
          </p:nvSpPr>
          <p:spPr bwMode="auto">
            <a:xfrm>
              <a:off x="2482850" y="2787650"/>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6" name="Freeform 174"/>
            <p:cNvSpPr>
              <a:spLocks/>
            </p:cNvSpPr>
            <p:nvPr/>
          </p:nvSpPr>
          <p:spPr bwMode="auto">
            <a:xfrm>
              <a:off x="2562225" y="2722562"/>
              <a:ext cx="109538" cy="109538"/>
            </a:xfrm>
            <a:custGeom>
              <a:avLst/>
              <a:gdLst>
                <a:gd name="T0" fmla="*/ 4 w 52"/>
                <a:gd name="T1" fmla="*/ 19 h 52"/>
                <a:gd name="T2" fmla="*/ 23 w 52"/>
                <a:gd name="T3" fmla="*/ 2 h 52"/>
                <a:gd name="T4" fmla="*/ 33 w 52"/>
                <a:gd name="T5" fmla="*/ 3 h 52"/>
                <a:gd name="T6" fmla="*/ 50 w 52"/>
                <a:gd name="T7" fmla="*/ 23 h 52"/>
                <a:gd name="T8" fmla="*/ 49 w 52"/>
                <a:gd name="T9" fmla="*/ 33 h 52"/>
                <a:gd name="T10" fmla="*/ 30 w 52"/>
                <a:gd name="T11" fmla="*/ 49 h 52"/>
                <a:gd name="T12" fmla="*/ 20 w 52"/>
                <a:gd name="T13" fmla="*/ 49 h 52"/>
                <a:gd name="T14" fmla="*/ 3 w 52"/>
                <a:gd name="T15" fmla="*/ 29 h 52"/>
                <a:gd name="T16" fmla="*/ 4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4" y="19"/>
                  </a:moveTo>
                  <a:cubicBezTo>
                    <a:pt x="23" y="2"/>
                    <a:pt x="23" y="2"/>
                    <a:pt x="23" y="2"/>
                  </a:cubicBezTo>
                  <a:cubicBezTo>
                    <a:pt x="26" y="0"/>
                    <a:pt x="30" y="0"/>
                    <a:pt x="33" y="3"/>
                  </a:cubicBezTo>
                  <a:cubicBezTo>
                    <a:pt x="50" y="23"/>
                    <a:pt x="50" y="23"/>
                    <a:pt x="50" y="23"/>
                  </a:cubicBezTo>
                  <a:cubicBezTo>
                    <a:pt x="52"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7" name="Freeform 175"/>
            <p:cNvSpPr>
              <a:spLocks/>
            </p:cNvSpPr>
            <p:nvPr/>
          </p:nvSpPr>
          <p:spPr bwMode="auto">
            <a:xfrm>
              <a:off x="2641600" y="2654300"/>
              <a:ext cx="111125" cy="111125"/>
            </a:xfrm>
            <a:custGeom>
              <a:avLst/>
              <a:gdLst>
                <a:gd name="T0" fmla="*/ 3 w 52"/>
                <a:gd name="T1" fmla="*/ 19 h 52"/>
                <a:gd name="T2" fmla="*/ 22 w 52"/>
                <a:gd name="T3" fmla="*/ 2 h 52"/>
                <a:gd name="T4" fmla="*/ 32 w 52"/>
                <a:gd name="T5" fmla="*/ 3 h 52"/>
                <a:gd name="T6" fmla="*/ 49 w 52"/>
                <a:gd name="T7" fmla="*/ 23 h 52"/>
                <a:gd name="T8" fmla="*/ 48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2"/>
                    <a:pt x="22" y="2"/>
                    <a:pt x="22" y="2"/>
                  </a:cubicBezTo>
                  <a:cubicBezTo>
                    <a:pt x="25" y="0"/>
                    <a:pt x="30" y="0"/>
                    <a:pt x="32" y="3"/>
                  </a:cubicBezTo>
                  <a:cubicBezTo>
                    <a:pt x="49" y="23"/>
                    <a:pt x="49" y="23"/>
                    <a:pt x="49" y="23"/>
                  </a:cubicBezTo>
                  <a:cubicBezTo>
                    <a:pt x="52" y="26"/>
                    <a:pt x="51" y="31"/>
                    <a:pt x="48" y="33"/>
                  </a:cubicBezTo>
                  <a:cubicBezTo>
                    <a:pt x="29" y="50"/>
                    <a:pt x="29" y="50"/>
                    <a:pt x="29" y="50"/>
                  </a:cubicBezTo>
                  <a:cubicBezTo>
                    <a:pt x="26" y="52"/>
                    <a:pt x="21"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8" name="Freeform 176"/>
            <p:cNvSpPr>
              <a:spLocks/>
            </p:cNvSpPr>
            <p:nvPr/>
          </p:nvSpPr>
          <p:spPr bwMode="auto">
            <a:xfrm>
              <a:off x="2720975" y="2587625"/>
              <a:ext cx="109538" cy="111125"/>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9" name="Freeform 177"/>
            <p:cNvSpPr>
              <a:spLocks/>
            </p:cNvSpPr>
            <p:nvPr/>
          </p:nvSpPr>
          <p:spPr bwMode="auto">
            <a:xfrm>
              <a:off x="2798763" y="2520950"/>
              <a:ext cx="109538"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30 w 52"/>
                <a:gd name="T11" fmla="*/ 49 h 52"/>
                <a:gd name="T12" fmla="*/ 20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0"/>
                    <a:pt x="49" y="33"/>
                  </a:cubicBezTo>
                  <a:cubicBezTo>
                    <a:pt x="30" y="49"/>
                    <a:pt x="30" y="49"/>
                    <a:pt x="30" y="49"/>
                  </a:cubicBezTo>
                  <a:cubicBezTo>
                    <a:pt x="27" y="52"/>
                    <a:pt x="22" y="52"/>
                    <a:pt x="20" y="49"/>
                  </a:cubicBezTo>
                  <a:cubicBezTo>
                    <a:pt x="3" y="29"/>
                    <a:pt x="3" y="29"/>
                    <a:pt x="3" y="29"/>
                  </a:cubicBezTo>
                  <a:cubicBezTo>
                    <a:pt x="0" y="26"/>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0" name="Freeform 178"/>
            <p:cNvSpPr>
              <a:spLocks/>
            </p:cNvSpPr>
            <p:nvPr/>
          </p:nvSpPr>
          <p:spPr bwMode="auto">
            <a:xfrm>
              <a:off x="2876550" y="2454275"/>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1" name="Freeform 179"/>
            <p:cNvSpPr>
              <a:spLocks/>
            </p:cNvSpPr>
            <p:nvPr/>
          </p:nvSpPr>
          <p:spPr bwMode="auto">
            <a:xfrm>
              <a:off x="2957513" y="2386012"/>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2" name="Freeform 180"/>
            <p:cNvSpPr>
              <a:spLocks/>
            </p:cNvSpPr>
            <p:nvPr/>
          </p:nvSpPr>
          <p:spPr bwMode="auto">
            <a:xfrm>
              <a:off x="3036888" y="2319337"/>
              <a:ext cx="109538" cy="111125"/>
            </a:xfrm>
            <a:custGeom>
              <a:avLst/>
              <a:gdLst>
                <a:gd name="T0" fmla="*/ 4 w 52"/>
                <a:gd name="T1" fmla="*/ 19 h 52"/>
                <a:gd name="T2" fmla="*/ 23 w 52"/>
                <a:gd name="T3" fmla="*/ 2 h 52"/>
                <a:gd name="T4" fmla="*/ 33 w 52"/>
                <a:gd name="T5" fmla="*/ 3 h 52"/>
                <a:gd name="T6" fmla="*/ 50 w 52"/>
                <a:gd name="T7" fmla="*/ 23 h 52"/>
                <a:gd name="T8" fmla="*/ 49 w 52"/>
                <a:gd name="T9" fmla="*/ 33 h 52"/>
                <a:gd name="T10" fmla="*/ 30 w 52"/>
                <a:gd name="T11" fmla="*/ 49 h 52"/>
                <a:gd name="T12" fmla="*/ 20 w 52"/>
                <a:gd name="T13" fmla="*/ 49 h 52"/>
                <a:gd name="T14" fmla="*/ 3 w 52"/>
                <a:gd name="T15" fmla="*/ 29 h 52"/>
                <a:gd name="T16" fmla="*/ 4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4" y="19"/>
                  </a:moveTo>
                  <a:cubicBezTo>
                    <a:pt x="23" y="2"/>
                    <a:pt x="23" y="2"/>
                    <a:pt x="23" y="2"/>
                  </a:cubicBezTo>
                  <a:cubicBezTo>
                    <a:pt x="26" y="0"/>
                    <a:pt x="30" y="0"/>
                    <a:pt x="33" y="3"/>
                  </a:cubicBezTo>
                  <a:cubicBezTo>
                    <a:pt x="50" y="23"/>
                    <a:pt x="50" y="23"/>
                    <a:pt x="50" y="23"/>
                  </a:cubicBezTo>
                  <a:cubicBezTo>
                    <a:pt x="52"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3" name="Freeform 181"/>
            <p:cNvSpPr>
              <a:spLocks/>
            </p:cNvSpPr>
            <p:nvPr/>
          </p:nvSpPr>
          <p:spPr bwMode="auto">
            <a:xfrm>
              <a:off x="3114675" y="2252662"/>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4" name="Freeform 182"/>
            <p:cNvSpPr>
              <a:spLocks/>
            </p:cNvSpPr>
            <p:nvPr/>
          </p:nvSpPr>
          <p:spPr bwMode="auto">
            <a:xfrm>
              <a:off x="3195638" y="2184400"/>
              <a:ext cx="109538"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5" name="Freeform 183"/>
            <p:cNvSpPr>
              <a:spLocks/>
            </p:cNvSpPr>
            <p:nvPr/>
          </p:nvSpPr>
          <p:spPr bwMode="auto">
            <a:xfrm>
              <a:off x="2511425" y="2897187"/>
              <a:ext cx="109538" cy="111125"/>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6" name="Freeform 184"/>
            <p:cNvSpPr>
              <a:spLocks/>
            </p:cNvSpPr>
            <p:nvPr/>
          </p:nvSpPr>
          <p:spPr bwMode="auto">
            <a:xfrm>
              <a:off x="2589213" y="2830512"/>
              <a:ext cx="109538"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7" y="52"/>
                    <a:pt x="22" y="52"/>
                    <a:pt x="19" y="49"/>
                  </a:cubicBezTo>
                  <a:cubicBezTo>
                    <a:pt x="3" y="29"/>
                    <a:pt x="3" y="29"/>
                    <a:pt x="3"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7" name="Freeform 185"/>
            <p:cNvSpPr>
              <a:spLocks/>
            </p:cNvSpPr>
            <p:nvPr/>
          </p:nvSpPr>
          <p:spPr bwMode="auto">
            <a:xfrm>
              <a:off x="2667000" y="2762250"/>
              <a:ext cx="112713" cy="111125"/>
            </a:xfrm>
            <a:custGeom>
              <a:avLst/>
              <a:gdLst>
                <a:gd name="T0" fmla="*/ 4 w 53"/>
                <a:gd name="T1" fmla="*/ 19 h 52"/>
                <a:gd name="T2" fmla="*/ 23 w 53"/>
                <a:gd name="T3" fmla="*/ 3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3"/>
                    <a:pt x="23" y="3"/>
                    <a:pt x="23" y="3"/>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2"/>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8" name="Freeform 186"/>
            <p:cNvSpPr>
              <a:spLocks/>
            </p:cNvSpPr>
            <p:nvPr/>
          </p:nvSpPr>
          <p:spPr bwMode="auto">
            <a:xfrm>
              <a:off x="2747963" y="2695575"/>
              <a:ext cx="109538" cy="111125"/>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9" name="Freeform 187"/>
            <p:cNvSpPr>
              <a:spLocks/>
            </p:cNvSpPr>
            <p:nvPr/>
          </p:nvSpPr>
          <p:spPr bwMode="auto">
            <a:xfrm>
              <a:off x="2825750" y="2628900"/>
              <a:ext cx="111125"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3" y="29"/>
                    <a:pt x="3" y="29"/>
                    <a:pt x="3"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0" name="Freeform 188"/>
            <p:cNvSpPr>
              <a:spLocks/>
            </p:cNvSpPr>
            <p:nvPr/>
          </p:nvSpPr>
          <p:spPr bwMode="auto">
            <a:xfrm>
              <a:off x="2905125" y="2562225"/>
              <a:ext cx="112713" cy="109538"/>
            </a:xfrm>
            <a:custGeom>
              <a:avLst/>
              <a:gdLst>
                <a:gd name="T0" fmla="*/ 4 w 53"/>
                <a:gd name="T1" fmla="*/ 19 h 52"/>
                <a:gd name="T2" fmla="*/ 23 w 53"/>
                <a:gd name="T3" fmla="*/ 3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3"/>
                    <a:pt x="23" y="3"/>
                    <a:pt x="23" y="3"/>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2"/>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1" name="Freeform 189"/>
            <p:cNvSpPr>
              <a:spLocks/>
            </p:cNvSpPr>
            <p:nvPr/>
          </p:nvSpPr>
          <p:spPr bwMode="auto">
            <a:xfrm>
              <a:off x="2986088" y="2493962"/>
              <a:ext cx="109538" cy="112713"/>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2" name="Freeform 190"/>
            <p:cNvSpPr>
              <a:spLocks/>
            </p:cNvSpPr>
            <p:nvPr/>
          </p:nvSpPr>
          <p:spPr bwMode="auto">
            <a:xfrm>
              <a:off x="3063875" y="2428875"/>
              <a:ext cx="109538"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3" y="29"/>
                    <a:pt x="3" y="29"/>
                    <a:pt x="3"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3" name="Freeform 191"/>
            <p:cNvSpPr>
              <a:spLocks/>
            </p:cNvSpPr>
            <p:nvPr/>
          </p:nvSpPr>
          <p:spPr bwMode="auto">
            <a:xfrm>
              <a:off x="3141663" y="2360612"/>
              <a:ext cx="112713" cy="109538"/>
            </a:xfrm>
            <a:custGeom>
              <a:avLst/>
              <a:gdLst>
                <a:gd name="T0" fmla="*/ 4 w 53"/>
                <a:gd name="T1" fmla="*/ 19 h 52"/>
                <a:gd name="T2" fmla="*/ 23 w 53"/>
                <a:gd name="T3" fmla="*/ 3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3"/>
                    <a:pt x="23" y="3"/>
                    <a:pt x="23" y="3"/>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2"/>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4" name="Freeform 192"/>
            <p:cNvSpPr>
              <a:spLocks/>
            </p:cNvSpPr>
            <p:nvPr/>
          </p:nvSpPr>
          <p:spPr bwMode="auto">
            <a:xfrm>
              <a:off x="3222625" y="2292350"/>
              <a:ext cx="109538" cy="112713"/>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5" name="Freeform 193"/>
            <p:cNvSpPr>
              <a:spLocks/>
            </p:cNvSpPr>
            <p:nvPr/>
          </p:nvSpPr>
          <p:spPr bwMode="auto">
            <a:xfrm>
              <a:off x="3300413" y="2197100"/>
              <a:ext cx="144463" cy="139700"/>
            </a:xfrm>
            <a:custGeom>
              <a:avLst/>
              <a:gdLst>
                <a:gd name="T0" fmla="*/ 3 w 68"/>
                <a:gd name="T1" fmla="*/ 33 h 66"/>
                <a:gd name="T2" fmla="*/ 39 w 68"/>
                <a:gd name="T3" fmla="*/ 3 h 66"/>
                <a:gd name="T4" fmla="*/ 49 w 68"/>
                <a:gd name="T5" fmla="*/ 4 h 66"/>
                <a:gd name="T6" fmla="*/ 66 w 68"/>
                <a:gd name="T7" fmla="*/ 23 h 66"/>
                <a:gd name="T8" fmla="*/ 65 w 68"/>
                <a:gd name="T9" fmla="*/ 34 h 66"/>
                <a:gd name="T10" fmla="*/ 30 w 68"/>
                <a:gd name="T11" fmla="*/ 63 h 66"/>
                <a:gd name="T12" fmla="*/ 19 w 68"/>
                <a:gd name="T13" fmla="*/ 63 h 66"/>
                <a:gd name="T14" fmla="*/ 3 w 68"/>
                <a:gd name="T15" fmla="*/ 43 h 66"/>
                <a:gd name="T16" fmla="*/ 3 w 68"/>
                <a:gd name="T17"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66">
                  <a:moveTo>
                    <a:pt x="3" y="33"/>
                  </a:moveTo>
                  <a:cubicBezTo>
                    <a:pt x="39" y="3"/>
                    <a:pt x="39" y="3"/>
                    <a:pt x="39" y="3"/>
                  </a:cubicBezTo>
                  <a:cubicBezTo>
                    <a:pt x="42" y="0"/>
                    <a:pt x="46" y="1"/>
                    <a:pt x="49" y="4"/>
                  </a:cubicBezTo>
                  <a:cubicBezTo>
                    <a:pt x="66" y="23"/>
                    <a:pt x="66" y="23"/>
                    <a:pt x="66" y="23"/>
                  </a:cubicBezTo>
                  <a:cubicBezTo>
                    <a:pt x="68" y="27"/>
                    <a:pt x="68" y="31"/>
                    <a:pt x="65" y="34"/>
                  </a:cubicBezTo>
                  <a:cubicBezTo>
                    <a:pt x="30" y="63"/>
                    <a:pt x="30" y="63"/>
                    <a:pt x="30" y="63"/>
                  </a:cubicBezTo>
                  <a:cubicBezTo>
                    <a:pt x="27" y="66"/>
                    <a:pt x="22" y="66"/>
                    <a:pt x="19" y="63"/>
                  </a:cubicBezTo>
                  <a:cubicBezTo>
                    <a:pt x="3" y="43"/>
                    <a:pt x="3" y="43"/>
                    <a:pt x="3" y="43"/>
                  </a:cubicBezTo>
                  <a:cubicBezTo>
                    <a:pt x="0" y="40"/>
                    <a:pt x="0" y="35"/>
                    <a:pt x="3" y="33"/>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6" name="Freeform 194"/>
            <p:cNvSpPr>
              <a:spLocks/>
            </p:cNvSpPr>
            <p:nvPr/>
          </p:nvSpPr>
          <p:spPr bwMode="auto">
            <a:xfrm>
              <a:off x="2493963" y="3043237"/>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7" name="Freeform 195"/>
            <p:cNvSpPr>
              <a:spLocks/>
            </p:cNvSpPr>
            <p:nvPr/>
          </p:nvSpPr>
          <p:spPr bwMode="auto">
            <a:xfrm>
              <a:off x="2574925" y="2974975"/>
              <a:ext cx="109538" cy="109538"/>
            </a:xfrm>
            <a:custGeom>
              <a:avLst/>
              <a:gdLst>
                <a:gd name="T0" fmla="*/ 3 w 52"/>
                <a:gd name="T1" fmla="*/ 19 h 52"/>
                <a:gd name="T2" fmla="*/ 22 w 52"/>
                <a:gd name="T3" fmla="*/ 3 h 52"/>
                <a:gd name="T4" fmla="*/ 32 w 52"/>
                <a:gd name="T5" fmla="*/ 3 h 52"/>
                <a:gd name="T6" fmla="*/ 49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3"/>
                    <a:pt x="22" y="3"/>
                    <a:pt x="22" y="3"/>
                  </a:cubicBezTo>
                  <a:cubicBezTo>
                    <a:pt x="25" y="0"/>
                    <a:pt x="30" y="0"/>
                    <a:pt x="32" y="3"/>
                  </a:cubicBezTo>
                  <a:cubicBezTo>
                    <a:pt x="49" y="23"/>
                    <a:pt x="49" y="23"/>
                    <a:pt x="49"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8" name="Freeform 196"/>
            <p:cNvSpPr>
              <a:spLocks/>
            </p:cNvSpPr>
            <p:nvPr/>
          </p:nvSpPr>
          <p:spPr bwMode="auto">
            <a:xfrm>
              <a:off x="2652713" y="2906712"/>
              <a:ext cx="109538"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9" name="Freeform 197"/>
            <p:cNvSpPr>
              <a:spLocks/>
            </p:cNvSpPr>
            <p:nvPr/>
          </p:nvSpPr>
          <p:spPr bwMode="auto">
            <a:xfrm>
              <a:off x="2730500" y="2841625"/>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0" name="Freeform 198"/>
            <p:cNvSpPr>
              <a:spLocks/>
            </p:cNvSpPr>
            <p:nvPr/>
          </p:nvSpPr>
          <p:spPr bwMode="auto">
            <a:xfrm>
              <a:off x="2811463" y="2773362"/>
              <a:ext cx="109538" cy="111125"/>
            </a:xfrm>
            <a:custGeom>
              <a:avLst/>
              <a:gdLst>
                <a:gd name="T0" fmla="*/ 3 w 52"/>
                <a:gd name="T1" fmla="*/ 19 h 52"/>
                <a:gd name="T2" fmla="*/ 22 w 52"/>
                <a:gd name="T3" fmla="*/ 3 h 52"/>
                <a:gd name="T4" fmla="*/ 32 w 52"/>
                <a:gd name="T5" fmla="*/ 3 h 52"/>
                <a:gd name="T6" fmla="*/ 49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3"/>
                    <a:pt x="22" y="3"/>
                    <a:pt x="22" y="3"/>
                  </a:cubicBezTo>
                  <a:cubicBezTo>
                    <a:pt x="25" y="0"/>
                    <a:pt x="30" y="0"/>
                    <a:pt x="32" y="3"/>
                  </a:cubicBezTo>
                  <a:cubicBezTo>
                    <a:pt x="49" y="23"/>
                    <a:pt x="49" y="23"/>
                    <a:pt x="49"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1" name="Freeform 199"/>
            <p:cNvSpPr>
              <a:spLocks/>
            </p:cNvSpPr>
            <p:nvPr/>
          </p:nvSpPr>
          <p:spPr bwMode="auto">
            <a:xfrm>
              <a:off x="2889250" y="2705100"/>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7" y="53"/>
                    <a:pt x="22" y="52"/>
                    <a:pt x="20"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2" name="Freeform 200"/>
            <p:cNvSpPr>
              <a:spLocks/>
            </p:cNvSpPr>
            <p:nvPr/>
          </p:nvSpPr>
          <p:spPr bwMode="auto">
            <a:xfrm>
              <a:off x="2968625" y="2640012"/>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3" name="Freeform 201"/>
            <p:cNvSpPr>
              <a:spLocks/>
            </p:cNvSpPr>
            <p:nvPr/>
          </p:nvSpPr>
          <p:spPr bwMode="auto">
            <a:xfrm>
              <a:off x="3049588" y="2571750"/>
              <a:ext cx="109538" cy="111125"/>
            </a:xfrm>
            <a:custGeom>
              <a:avLst/>
              <a:gdLst>
                <a:gd name="T0" fmla="*/ 3 w 52"/>
                <a:gd name="T1" fmla="*/ 19 h 52"/>
                <a:gd name="T2" fmla="*/ 22 w 52"/>
                <a:gd name="T3" fmla="*/ 3 h 52"/>
                <a:gd name="T4" fmla="*/ 32 w 52"/>
                <a:gd name="T5" fmla="*/ 3 h 52"/>
                <a:gd name="T6" fmla="*/ 49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3"/>
                    <a:pt x="22" y="3"/>
                    <a:pt x="22" y="3"/>
                  </a:cubicBezTo>
                  <a:cubicBezTo>
                    <a:pt x="25" y="0"/>
                    <a:pt x="30" y="0"/>
                    <a:pt x="32" y="3"/>
                  </a:cubicBezTo>
                  <a:cubicBezTo>
                    <a:pt x="49" y="23"/>
                    <a:pt x="49" y="23"/>
                    <a:pt x="49"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4" name="Freeform 202"/>
            <p:cNvSpPr>
              <a:spLocks/>
            </p:cNvSpPr>
            <p:nvPr/>
          </p:nvSpPr>
          <p:spPr bwMode="auto">
            <a:xfrm>
              <a:off x="3127375" y="2505075"/>
              <a:ext cx="109538" cy="111125"/>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7" y="53"/>
                    <a:pt x="22" y="52"/>
                    <a:pt x="19"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5" name="Freeform 203"/>
            <p:cNvSpPr>
              <a:spLocks/>
            </p:cNvSpPr>
            <p:nvPr/>
          </p:nvSpPr>
          <p:spPr bwMode="auto">
            <a:xfrm>
              <a:off x="3205163" y="2438400"/>
              <a:ext cx="112713" cy="111125"/>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6" name="Freeform 204"/>
            <p:cNvSpPr>
              <a:spLocks/>
            </p:cNvSpPr>
            <p:nvPr/>
          </p:nvSpPr>
          <p:spPr bwMode="auto">
            <a:xfrm>
              <a:off x="3286125" y="2343150"/>
              <a:ext cx="144463" cy="138113"/>
            </a:xfrm>
            <a:custGeom>
              <a:avLst/>
              <a:gdLst>
                <a:gd name="T0" fmla="*/ 3 w 68"/>
                <a:gd name="T1" fmla="*/ 32 h 65"/>
                <a:gd name="T2" fmla="*/ 38 w 68"/>
                <a:gd name="T3" fmla="*/ 2 h 65"/>
                <a:gd name="T4" fmla="*/ 48 w 68"/>
                <a:gd name="T5" fmla="*/ 3 h 65"/>
                <a:gd name="T6" fmla="*/ 65 w 68"/>
                <a:gd name="T7" fmla="*/ 23 h 65"/>
                <a:gd name="T8" fmla="*/ 64 w 68"/>
                <a:gd name="T9" fmla="*/ 33 h 65"/>
                <a:gd name="T10" fmla="*/ 29 w 68"/>
                <a:gd name="T11" fmla="*/ 63 h 65"/>
                <a:gd name="T12" fmla="*/ 19 w 68"/>
                <a:gd name="T13" fmla="*/ 62 h 65"/>
                <a:gd name="T14" fmla="*/ 2 w 68"/>
                <a:gd name="T15" fmla="*/ 42 h 65"/>
                <a:gd name="T16" fmla="*/ 3 w 68"/>
                <a:gd name="T17" fmla="*/ 3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65">
                  <a:moveTo>
                    <a:pt x="3" y="32"/>
                  </a:moveTo>
                  <a:cubicBezTo>
                    <a:pt x="38" y="2"/>
                    <a:pt x="38" y="2"/>
                    <a:pt x="38" y="2"/>
                  </a:cubicBezTo>
                  <a:cubicBezTo>
                    <a:pt x="41" y="0"/>
                    <a:pt x="46" y="0"/>
                    <a:pt x="48" y="3"/>
                  </a:cubicBezTo>
                  <a:cubicBezTo>
                    <a:pt x="65" y="23"/>
                    <a:pt x="65" y="23"/>
                    <a:pt x="65" y="23"/>
                  </a:cubicBezTo>
                  <a:cubicBezTo>
                    <a:pt x="68" y="26"/>
                    <a:pt x="67" y="30"/>
                    <a:pt x="64" y="33"/>
                  </a:cubicBezTo>
                  <a:cubicBezTo>
                    <a:pt x="29" y="63"/>
                    <a:pt x="29" y="63"/>
                    <a:pt x="29" y="63"/>
                  </a:cubicBezTo>
                  <a:cubicBezTo>
                    <a:pt x="26" y="65"/>
                    <a:pt x="22" y="65"/>
                    <a:pt x="19" y="62"/>
                  </a:cubicBezTo>
                  <a:cubicBezTo>
                    <a:pt x="2" y="42"/>
                    <a:pt x="2" y="42"/>
                    <a:pt x="2" y="42"/>
                  </a:cubicBezTo>
                  <a:cubicBezTo>
                    <a:pt x="0" y="39"/>
                    <a:pt x="0" y="35"/>
                    <a:pt x="3" y="3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7" name="Freeform 206"/>
            <p:cNvSpPr>
              <a:spLocks/>
            </p:cNvSpPr>
            <p:nvPr/>
          </p:nvSpPr>
          <p:spPr bwMode="auto">
            <a:xfrm>
              <a:off x="3402013" y="2273300"/>
              <a:ext cx="109538" cy="111125"/>
            </a:xfrm>
            <a:custGeom>
              <a:avLst/>
              <a:gdLst>
                <a:gd name="T0" fmla="*/ 3 w 51"/>
                <a:gd name="T1" fmla="*/ 18 h 52"/>
                <a:gd name="T2" fmla="*/ 22 w 51"/>
                <a:gd name="T3" fmla="*/ 3 h 52"/>
                <a:gd name="T4" fmla="*/ 31 w 51"/>
                <a:gd name="T5" fmla="*/ 3 h 52"/>
                <a:gd name="T6" fmla="*/ 48 w 51"/>
                <a:gd name="T7" fmla="*/ 24 h 52"/>
                <a:gd name="T8" fmla="*/ 48 w 51"/>
                <a:gd name="T9" fmla="*/ 33 h 52"/>
                <a:gd name="T10" fmla="*/ 29 w 51"/>
                <a:gd name="T11" fmla="*/ 49 h 52"/>
                <a:gd name="T12" fmla="*/ 20 w 51"/>
                <a:gd name="T13" fmla="*/ 48 h 52"/>
                <a:gd name="T14" fmla="*/ 2 w 51"/>
                <a:gd name="T15" fmla="*/ 28 h 52"/>
                <a:gd name="T16" fmla="*/ 3 w 51"/>
                <a:gd name="T17"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2">
                  <a:moveTo>
                    <a:pt x="3" y="18"/>
                  </a:moveTo>
                  <a:cubicBezTo>
                    <a:pt x="22" y="3"/>
                    <a:pt x="22" y="3"/>
                    <a:pt x="22" y="3"/>
                  </a:cubicBezTo>
                  <a:cubicBezTo>
                    <a:pt x="24" y="0"/>
                    <a:pt x="29" y="1"/>
                    <a:pt x="31" y="3"/>
                  </a:cubicBezTo>
                  <a:cubicBezTo>
                    <a:pt x="48" y="24"/>
                    <a:pt x="48" y="24"/>
                    <a:pt x="48" y="24"/>
                  </a:cubicBezTo>
                  <a:cubicBezTo>
                    <a:pt x="51" y="27"/>
                    <a:pt x="51" y="31"/>
                    <a:pt x="48" y="33"/>
                  </a:cubicBezTo>
                  <a:cubicBezTo>
                    <a:pt x="29" y="49"/>
                    <a:pt x="29" y="49"/>
                    <a:pt x="29" y="49"/>
                  </a:cubicBezTo>
                  <a:cubicBezTo>
                    <a:pt x="26" y="52"/>
                    <a:pt x="22" y="51"/>
                    <a:pt x="20"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8" name="Freeform 207"/>
            <p:cNvSpPr>
              <a:spLocks/>
            </p:cNvSpPr>
            <p:nvPr/>
          </p:nvSpPr>
          <p:spPr bwMode="auto">
            <a:xfrm>
              <a:off x="2886075" y="2601912"/>
              <a:ext cx="611188" cy="581025"/>
            </a:xfrm>
            <a:custGeom>
              <a:avLst/>
              <a:gdLst>
                <a:gd name="T0" fmla="*/ 3 w 289"/>
                <a:gd name="T1" fmla="*/ 168 h 274"/>
                <a:gd name="T2" fmla="*/ 197 w 289"/>
                <a:gd name="T3" fmla="*/ 3 h 274"/>
                <a:gd name="T4" fmla="*/ 207 w 289"/>
                <a:gd name="T5" fmla="*/ 4 h 274"/>
                <a:gd name="T6" fmla="*/ 286 w 289"/>
                <a:gd name="T7" fmla="*/ 97 h 274"/>
                <a:gd name="T8" fmla="*/ 286 w 289"/>
                <a:gd name="T9" fmla="*/ 107 h 274"/>
                <a:gd name="T10" fmla="*/ 92 w 289"/>
                <a:gd name="T11" fmla="*/ 272 h 274"/>
                <a:gd name="T12" fmla="*/ 82 w 289"/>
                <a:gd name="T13" fmla="*/ 271 h 274"/>
                <a:gd name="T14" fmla="*/ 3 w 289"/>
                <a:gd name="T15" fmla="*/ 177 h 274"/>
                <a:gd name="T16" fmla="*/ 3 w 289"/>
                <a:gd name="T17" fmla="*/ 168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274">
                  <a:moveTo>
                    <a:pt x="3" y="168"/>
                  </a:moveTo>
                  <a:cubicBezTo>
                    <a:pt x="197" y="3"/>
                    <a:pt x="197" y="3"/>
                    <a:pt x="197" y="3"/>
                  </a:cubicBezTo>
                  <a:cubicBezTo>
                    <a:pt x="200" y="0"/>
                    <a:pt x="205" y="1"/>
                    <a:pt x="207" y="4"/>
                  </a:cubicBezTo>
                  <a:cubicBezTo>
                    <a:pt x="286" y="97"/>
                    <a:pt x="286" y="97"/>
                    <a:pt x="286" y="97"/>
                  </a:cubicBezTo>
                  <a:cubicBezTo>
                    <a:pt x="289" y="100"/>
                    <a:pt x="289" y="104"/>
                    <a:pt x="286" y="107"/>
                  </a:cubicBezTo>
                  <a:cubicBezTo>
                    <a:pt x="92" y="272"/>
                    <a:pt x="92" y="272"/>
                    <a:pt x="92" y="272"/>
                  </a:cubicBezTo>
                  <a:cubicBezTo>
                    <a:pt x="89" y="274"/>
                    <a:pt x="84" y="274"/>
                    <a:pt x="82" y="271"/>
                  </a:cubicBezTo>
                  <a:cubicBezTo>
                    <a:pt x="3" y="177"/>
                    <a:pt x="3" y="177"/>
                    <a:pt x="3" y="177"/>
                  </a:cubicBezTo>
                  <a:cubicBezTo>
                    <a:pt x="0" y="175"/>
                    <a:pt x="0" y="170"/>
                    <a:pt x="3" y="16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9" name="Freeform 208"/>
            <p:cNvSpPr>
              <a:spLocks/>
            </p:cNvSpPr>
            <p:nvPr/>
          </p:nvSpPr>
          <p:spPr bwMode="auto">
            <a:xfrm>
              <a:off x="3082925" y="3025775"/>
              <a:ext cx="246063" cy="220663"/>
            </a:xfrm>
            <a:custGeom>
              <a:avLst/>
              <a:gdLst>
                <a:gd name="T0" fmla="*/ 0 w 116"/>
                <a:gd name="T1" fmla="*/ 82 h 104"/>
                <a:gd name="T2" fmla="*/ 97 w 116"/>
                <a:gd name="T3" fmla="*/ 0 h 104"/>
                <a:gd name="T4" fmla="*/ 99 w 116"/>
                <a:gd name="T5" fmla="*/ 0 h 104"/>
                <a:gd name="T6" fmla="*/ 115 w 116"/>
                <a:gd name="T7" fmla="*/ 20 h 104"/>
                <a:gd name="T8" fmla="*/ 115 w 116"/>
                <a:gd name="T9" fmla="*/ 22 h 104"/>
                <a:gd name="T10" fmla="*/ 19 w 116"/>
                <a:gd name="T11" fmla="*/ 104 h 104"/>
                <a:gd name="T12" fmla="*/ 17 w 116"/>
                <a:gd name="T13" fmla="*/ 104 h 104"/>
                <a:gd name="T14" fmla="*/ 0 w 116"/>
                <a:gd name="T15" fmla="*/ 84 h 104"/>
                <a:gd name="T16" fmla="*/ 0 w 116"/>
                <a:gd name="T17" fmla="*/ 8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104">
                  <a:moveTo>
                    <a:pt x="0" y="82"/>
                  </a:moveTo>
                  <a:cubicBezTo>
                    <a:pt x="97" y="0"/>
                    <a:pt x="97" y="0"/>
                    <a:pt x="97" y="0"/>
                  </a:cubicBezTo>
                  <a:cubicBezTo>
                    <a:pt x="97" y="0"/>
                    <a:pt x="98" y="0"/>
                    <a:pt x="99" y="0"/>
                  </a:cubicBezTo>
                  <a:cubicBezTo>
                    <a:pt x="115" y="20"/>
                    <a:pt x="115" y="20"/>
                    <a:pt x="115" y="20"/>
                  </a:cubicBezTo>
                  <a:cubicBezTo>
                    <a:pt x="116" y="20"/>
                    <a:pt x="116" y="21"/>
                    <a:pt x="115" y="22"/>
                  </a:cubicBezTo>
                  <a:cubicBezTo>
                    <a:pt x="19" y="104"/>
                    <a:pt x="19" y="104"/>
                    <a:pt x="19" y="104"/>
                  </a:cubicBezTo>
                  <a:cubicBezTo>
                    <a:pt x="18" y="104"/>
                    <a:pt x="17" y="104"/>
                    <a:pt x="17" y="104"/>
                  </a:cubicBezTo>
                  <a:cubicBezTo>
                    <a:pt x="0" y="84"/>
                    <a:pt x="0" y="84"/>
                    <a:pt x="0" y="84"/>
                  </a:cubicBezTo>
                  <a:cubicBezTo>
                    <a:pt x="0" y="84"/>
                    <a:pt x="0" y="83"/>
                    <a:pt x="0" y="8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0" name="Freeform 209"/>
            <p:cNvSpPr>
              <a:spLocks/>
            </p:cNvSpPr>
            <p:nvPr/>
          </p:nvSpPr>
          <p:spPr bwMode="auto">
            <a:xfrm>
              <a:off x="3306763" y="2835275"/>
              <a:ext cx="246063" cy="220663"/>
            </a:xfrm>
            <a:custGeom>
              <a:avLst/>
              <a:gdLst>
                <a:gd name="T0" fmla="*/ 0 w 116"/>
                <a:gd name="T1" fmla="*/ 82 h 104"/>
                <a:gd name="T2" fmla="*/ 97 w 116"/>
                <a:gd name="T3" fmla="*/ 0 h 104"/>
                <a:gd name="T4" fmla="*/ 99 w 116"/>
                <a:gd name="T5" fmla="*/ 1 h 104"/>
                <a:gd name="T6" fmla="*/ 115 w 116"/>
                <a:gd name="T7" fmla="*/ 20 h 104"/>
                <a:gd name="T8" fmla="*/ 115 w 116"/>
                <a:gd name="T9" fmla="*/ 22 h 104"/>
                <a:gd name="T10" fmla="*/ 19 w 116"/>
                <a:gd name="T11" fmla="*/ 104 h 104"/>
                <a:gd name="T12" fmla="*/ 17 w 116"/>
                <a:gd name="T13" fmla="*/ 104 h 104"/>
                <a:gd name="T14" fmla="*/ 0 w 116"/>
                <a:gd name="T15" fmla="*/ 84 h 104"/>
                <a:gd name="T16" fmla="*/ 0 w 116"/>
                <a:gd name="T17" fmla="*/ 8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104">
                  <a:moveTo>
                    <a:pt x="0" y="82"/>
                  </a:moveTo>
                  <a:cubicBezTo>
                    <a:pt x="97" y="0"/>
                    <a:pt x="97" y="0"/>
                    <a:pt x="97" y="0"/>
                  </a:cubicBezTo>
                  <a:cubicBezTo>
                    <a:pt x="97" y="0"/>
                    <a:pt x="98" y="0"/>
                    <a:pt x="99" y="1"/>
                  </a:cubicBezTo>
                  <a:cubicBezTo>
                    <a:pt x="115" y="20"/>
                    <a:pt x="115" y="20"/>
                    <a:pt x="115" y="20"/>
                  </a:cubicBezTo>
                  <a:cubicBezTo>
                    <a:pt x="116" y="21"/>
                    <a:pt x="116" y="21"/>
                    <a:pt x="115" y="22"/>
                  </a:cubicBezTo>
                  <a:cubicBezTo>
                    <a:pt x="19" y="104"/>
                    <a:pt x="19" y="104"/>
                    <a:pt x="19" y="104"/>
                  </a:cubicBezTo>
                  <a:cubicBezTo>
                    <a:pt x="18" y="104"/>
                    <a:pt x="17" y="104"/>
                    <a:pt x="17" y="104"/>
                  </a:cubicBezTo>
                  <a:cubicBezTo>
                    <a:pt x="0" y="84"/>
                    <a:pt x="0" y="84"/>
                    <a:pt x="0" y="84"/>
                  </a:cubicBezTo>
                  <a:cubicBezTo>
                    <a:pt x="0" y="84"/>
                    <a:pt x="0" y="83"/>
                    <a:pt x="0" y="8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1" name="Freeform 210"/>
            <p:cNvSpPr>
              <a:spLocks/>
            </p:cNvSpPr>
            <p:nvPr/>
          </p:nvSpPr>
          <p:spPr bwMode="auto">
            <a:xfrm>
              <a:off x="1831975" y="1527175"/>
              <a:ext cx="1473200" cy="1258888"/>
            </a:xfrm>
            <a:custGeom>
              <a:avLst/>
              <a:gdLst>
                <a:gd name="T0" fmla="*/ 656 w 695"/>
                <a:gd name="T1" fmla="*/ 10 h 594"/>
                <a:gd name="T2" fmla="*/ 13 w 695"/>
                <a:gd name="T3" fmla="*/ 556 h 594"/>
                <a:gd name="T4" fmla="*/ 10 w 695"/>
                <a:gd name="T5" fmla="*/ 594 h 594"/>
                <a:gd name="T6" fmla="*/ 695 w 695"/>
                <a:gd name="T7" fmla="*/ 13 h 594"/>
                <a:gd name="T8" fmla="*/ 656 w 695"/>
                <a:gd name="T9" fmla="*/ 10 h 594"/>
              </a:gdLst>
              <a:ahLst/>
              <a:cxnLst>
                <a:cxn ang="0">
                  <a:pos x="T0" y="T1"/>
                </a:cxn>
                <a:cxn ang="0">
                  <a:pos x="T2" y="T3"/>
                </a:cxn>
                <a:cxn ang="0">
                  <a:pos x="T4" y="T5"/>
                </a:cxn>
                <a:cxn ang="0">
                  <a:pos x="T6" y="T7"/>
                </a:cxn>
                <a:cxn ang="0">
                  <a:pos x="T8" y="T9"/>
                </a:cxn>
              </a:cxnLst>
              <a:rect l="0" t="0" r="r" b="b"/>
              <a:pathLst>
                <a:path w="695" h="594">
                  <a:moveTo>
                    <a:pt x="656" y="10"/>
                  </a:moveTo>
                  <a:cubicBezTo>
                    <a:pt x="13" y="556"/>
                    <a:pt x="13" y="556"/>
                    <a:pt x="13" y="556"/>
                  </a:cubicBezTo>
                  <a:cubicBezTo>
                    <a:pt x="2" y="565"/>
                    <a:pt x="0" y="583"/>
                    <a:pt x="10" y="594"/>
                  </a:cubicBezTo>
                  <a:cubicBezTo>
                    <a:pt x="695" y="13"/>
                    <a:pt x="695" y="13"/>
                    <a:pt x="695" y="13"/>
                  </a:cubicBezTo>
                  <a:cubicBezTo>
                    <a:pt x="685" y="2"/>
                    <a:pt x="668" y="0"/>
                    <a:pt x="656" y="10"/>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2" name="Freeform 211"/>
            <p:cNvSpPr>
              <a:spLocks/>
            </p:cNvSpPr>
            <p:nvPr/>
          </p:nvSpPr>
          <p:spPr bwMode="auto">
            <a:xfrm>
              <a:off x="3452813" y="2903537"/>
              <a:ext cx="1155700" cy="1168400"/>
            </a:xfrm>
            <a:custGeom>
              <a:avLst/>
              <a:gdLst>
                <a:gd name="T0" fmla="*/ 8 w 545"/>
                <a:gd name="T1" fmla="*/ 355 h 552"/>
                <a:gd name="T2" fmla="*/ 7 w 545"/>
                <a:gd name="T3" fmla="*/ 330 h 552"/>
                <a:gd name="T4" fmla="*/ 310 w 545"/>
                <a:gd name="T5" fmla="*/ 7 h 552"/>
                <a:gd name="T6" fmla="*/ 335 w 545"/>
                <a:gd name="T7" fmla="*/ 7 h 552"/>
                <a:gd name="T8" fmla="*/ 538 w 545"/>
                <a:gd name="T9" fmla="*/ 197 h 552"/>
                <a:gd name="T10" fmla="*/ 538 w 545"/>
                <a:gd name="T11" fmla="*/ 222 h 552"/>
                <a:gd name="T12" fmla="*/ 235 w 545"/>
                <a:gd name="T13" fmla="*/ 545 h 552"/>
                <a:gd name="T14" fmla="*/ 210 w 545"/>
                <a:gd name="T15" fmla="*/ 545 h 552"/>
                <a:gd name="T16" fmla="*/ 8 w 545"/>
                <a:gd name="T17" fmla="*/ 355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552">
                  <a:moveTo>
                    <a:pt x="8" y="355"/>
                  </a:moveTo>
                  <a:cubicBezTo>
                    <a:pt x="1" y="348"/>
                    <a:pt x="0" y="337"/>
                    <a:pt x="7" y="330"/>
                  </a:cubicBezTo>
                  <a:cubicBezTo>
                    <a:pt x="310" y="7"/>
                    <a:pt x="310" y="7"/>
                    <a:pt x="310" y="7"/>
                  </a:cubicBezTo>
                  <a:cubicBezTo>
                    <a:pt x="317" y="0"/>
                    <a:pt x="328" y="0"/>
                    <a:pt x="335" y="7"/>
                  </a:cubicBezTo>
                  <a:cubicBezTo>
                    <a:pt x="538" y="197"/>
                    <a:pt x="538" y="197"/>
                    <a:pt x="538" y="197"/>
                  </a:cubicBezTo>
                  <a:cubicBezTo>
                    <a:pt x="545" y="204"/>
                    <a:pt x="545" y="215"/>
                    <a:pt x="538" y="222"/>
                  </a:cubicBezTo>
                  <a:cubicBezTo>
                    <a:pt x="235" y="545"/>
                    <a:pt x="235" y="545"/>
                    <a:pt x="235" y="545"/>
                  </a:cubicBezTo>
                  <a:cubicBezTo>
                    <a:pt x="229" y="552"/>
                    <a:pt x="217" y="552"/>
                    <a:pt x="210" y="545"/>
                  </a:cubicBezTo>
                  <a:lnTo>
                    <a:pt x="8" y="355"/>
                  </a:lnTo>
                  <a:close/>
                </a:path>
              </a:pathLst>
            </a:custGeom>
            <a:solidFill>
              <a:srgbClr val="3745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3" name="Freeform 212"/>
            <p:cNvSpPr>
              <a:spLocks/>
            </p:cNvSpPr>
            <p:nvPr/>
          </p:nvSpPr>
          <p:spPr bwMode="auto">
            <a:xfrm>
              <a:off x="3619500" y="3006725"/>
              <a:ext cx="887413" cy="895350"/>
            </a:xfrm>
            <a:custGeom>
              <a:avLst/>
              <a:gdLst>
                <a:gd name="T0" fmla="*/ 319 w 559"/>
                <a:gd name="T1" fmla="*/ 0 h 564"/>
                <a:gd name="T2" fmla="*/ 0 w 559"/>
                <a:gd name="T3" fmla="*/ 340 h 564"/>
                <a:gd name="T4" fmla="*/ 238 w 559"/>
                <a:gd name="T5" fmla="*/ 564 h 564"/>
                <a:gd name="T6" fmla="*/ 559 w 559"/>
                <a:gd name="T7" fmla="*/ 224 h 564"/>
                <a:gd name="T8" fmla="*/ 319 w 559"/>
                <a:gd name="T9" fmla="*/ 0 h 564"/>
              </a:gdLst>
              <a:ahLst/>
              <a:cxnLst>
                <a:cxn ang="0">
                  <a:pos x="T0" y="T1"/>
                </a:cxn>
                <a:cxn ang="0">
                  <a:pos x="T2" y="T3"/>
                </a:cxn>
                <a:cxn ang="0">
                  <a:pos x="T4" y="T5"/>
                </a:cxn>
                <a:cxn ang="0">
                  <a:pos x="T6" y="T7"/>
                </a:cxn>
                <a:cxn ang="0">
                  <a:pos x="T8" y="T9"/>
                </a:cxn>
              </a:cxnLst>
              <a:rect l="0" t="0" r="r" b="b"/>
              <a:pathLst>
                <a:path w="559" h="564">
                  <a:moveTo>
                    <a:pt x="319" y="0"/>
                  </a:moveTo>
                  <a:lnTo>
                    <a:pt x="0" y="340"/>
                  </a:lnTo>
                  <a:lnTo>
                    <a:pt x="238" y="564"/>
                  </a:lnTo>
                  <a:lnTo>
                    <a:pt x="559" y="224"/>
                  </a:lnTo>
                  <a:lnTo>
                    <a:pt x="319" y="0"/>
                  </a:lnTo>
                  <a:close/>
                </a:path>
              </a:pathLst>
            </a:custGeom>
            <a:solidFill>
              <a:srgbClr val="2D3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4" name="Freeform 213"/>
            <p:cNvSpPr>
              <a:spLocks/>
            </p:cNvSpPr>
            <p:nvPr/>
          </p:nvSpPr>
          <p:spPr bwMode="auto">
            <a:xfrm>
              <a:off x="3683000" y="3740150"/>
              <a:ext cx="115888" cy="115888"/>
            </a:xfrm>
            <a:custGeom>
              <a:avLst/>
              <a:gdLst>
                <a:gd name="T0" fmla="*/ 44 w 55"/>
                <a:gd name="T1" fmla="*/ 9 h 55"/>
                <a:gd name="T2" fmla="*/ 9 w 55"/>
                <a:gd name="T3" fmla="*/ 10 h 55"/>
                <a:gd name="T4" fmla="*/ 10 w 55"/>
                <a:gd name="T5" fmla="*/ 45 h 55"/>
                <a:gd name="T6" fmla="*/ 46 w 55"/>
                <a:gd name="T7" fmla="*/ 44 h 55"/>
                <a:gd name="T8" fmla="*/ 44 w 55"/>
                <a:gd name="T9" fmla="*/ 9 h 55"/>
              </a:gdLst>
              <a:ahLst/>
              <a:cxnLst>
                <a:cxn ang="0">
                  <a:pos x="T0" y="T1"/>
                </a:cxn>
                <a:cxn ang="0">
                  <a:pos x="T2" y="T3"/>
                </a:cxn>
                <a:cxn ang="0">
                  <a:pos x="T4" y="T5"/>
                </a:cxn>
                <a:cxn ang="0">
                  <a:pos x="T6" y="T7"/>
                </a:cxn>
                <a:cxn ang="0">
                  <a:pos x="T8" y="T9"/>
                </a:cxn>
              </a:cxnLst>
              <a:rect l="0" t="0" r="r" b="b"/>
              <a:pathLst>
                <a:path w="55" h="55">
                  <a:moveTo>
                    <a:pt x="44" y="9"/>
                  </a:moveTo>
                  <a:cubicBezTo>
                    <a:pt x="34" y="0"/>
                    <a:pt x="19" y="0"/>
                    <a:pt x="9" y="10"/>
                  </a:cubicBezTo>
                  <a:cubicBezTo>
                    <a:pt x="0" y="20"/>
                    <a:pt x="0" y="36"/>
                    <a:pt x="10" y="45"/>
                  </a:cubicBezTo>
                  <a:cubicBezTo>
                    <a:pt x="20" y="55"/>
                    <a:pt x="36" y="54"/>
                    <a:pt x="46" y="44"/>
                  </a:cubicBezTo>
                  <a:cubicBezTo>
                    <a:pt x="55" y="34"/>
                    <a:pt x="55" y="18"/>
                    <a:pt x="44" y="9"/>
                  </a:cubicBezTo>
                  <a:close/>
                </a:path>
              </a:pathLst>
            </a:custGeom>
            <a:solidFill>
              <a:srgbClr val="1C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5" name="Freeform 214"/>
            <p:cNvSpPr>
              <a:spLocks/>
            </p:cNvSpPr>
            <p:nvPr/>
          </p:nvSpPr>
          <p:spPr bwMode="auto">
            <a:xfrm>
              <a:off x="3714750" y="3771900"/>
              <a:ext cx="52388" cy="50800"/>
            </a:xfrm>
            <a:custGeom>
              <a:avLst/>
              <a:gdLst>
                <a:gd name="T0" fmla="*/ 20 w 25"/>
                <a:gd name="T1" fmla="*/ 4 h 24"/>
                <a:gd name="T2" fmla="*/ 4 w 25"/>
                <a:gd name="T3" fmla="*/ 5 h 24"/>
                <a:gd name="T4" fmla="*/ 5 w 25"/>
                <a:gd name="T5" fmla="*/ 20 h 24"/>
                <a:gd name="T6" fmla="*/ 20 w 25"/>
                <a:gd name="T7" fmla="*/ 20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16" y="0"/>
                    <a:pt x="9" y="0"/>
                    <a:pt x="4" y="5"/>
                  </a:cubicBezTo>
                  <a:cubicBezTo>
                    <a:pt x="0" y="9"/>
                    <a:pt x="0" y="16"/>
                    <a:pt x="5" y="20"/>
                  </a:cubicBezTo>
                  <a:cubicBezTo>
                    <a:pt x="9" y="24"/>
                    <a:pt x="16" y="24"/>
                    <a:pt x="20" y="20"/>
                  </a:cubicBezTo>
                  <a:cubicBezTo>
                    <a:pt x="25" y="15"/>
                    <a:pt x="24" y="8"/>
                    <a:pt x="20" y="4"/>
                  </a:cubicBezTo>
                  <a:close/>
                </a:path>
              </a:pathLst>
            </a:custGeom>
            <a:solidFill>
              <a:srgbClr val="122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6" name="Freeform 215"/>
            <p:cNvSpPr>
              <a:spLocks/>
            </p:cNvSpPr>
            <p:nvPr/>
          </p:nvSpPr>
          <p:spPr bwMode="auto">
            <a:xfrm>
              <a:off x="3646488" y="3705225"/>
              <a:ext cx="61913" cy="63500"/>
            </a:xfrm>
            <a:custGeom>
              <a:avLst/>
              <a:gdLst>
                <a:gd name="T0" fmla="*/ 28 w 29"/>
                <a:gd name="T1" fmla="*/ 8 h 30"/>
                <a:gd name="T2" fmla="*/ 28 w 29"/>
                <a:gd name="T3" fmla="*/ 12 h 30"/>
                <a:gd name="T4" fmla="*/ 12 w 29"/>
                <a:gd name="T5" fmla="*/ 28 h 30"/>
                <a:gd name="T6" fmla="*/ 8 w 29"/>
                <a:gd name="T7" fmla="*/ 29 h 30"/>
                <a:gd name="T8" fmla="*/ 1 w 29"/>
                <a:gd name="T9" fmla="*/ 21 h 30"/>
                <a:gd name="T10" fmla="*/ 1 w 29"/>
                <a:gd name="T11" fmla="*/ 18 h 30"/>
                <a:gd name="T12" fmla="*/ 16 w 29"/>
                <a:gd name="T13" fmla="*/ 1 h 30"/>
                <a:gd name="T14" fmla="*/ 20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2" y="28"/>
                    <a:pt x="12" y="28"/>
                    <a:pt x="12" y="28"/>
                  </a:cubicBezTo>
                  <a:cubicBezTo>
                    <a:pt x="11" y="30"/>
                    <a:pt x="10" y="30"/>
                    <a:pt x="8" y="29"/>
                  </a:cubicBezTo>
                  <a:cubicBezTo>
                    <a:pt x="1" y="21"/>
                    <a:pt x="1" y="21"/>
                    <a:pt x="1" y="21"/>
                  </a:cubicBezTo>
                  <a:cubicBezTo>
                    <a:pt x="0" y="20"/>
                    <a:pt x="0" y="19"/>
                    <a:pt x="1" y="18"/>
                  </a:cubicBezTo>
                  <a:cubicBezTo>
                    <a:pt x="16" y="1"/>
                    <a:pt x="16" y="1"/>
                    <a:pt x="16" y="1"/>
                  </a:cubicBezTo>
                  <a:cubicBezTo>
                    <a:pt x="17"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7" name="Freeform 216"/>
            <p:cNvSpPr>
              <a:spLocks/>
            </p:cNvSpPr>
            <p:nvPr/>
          </p:nvSpPr>
          <p:spPr bwMode="auto">
            <a:xfrm>
              <a:off x="3614738" y="3676650"/>
              <a:ext cx="61913" cy="63500"/>
            </a:xfrm>
            <a:custGeom>
              <a:avLst/>
              <a:gdLst>
                <a:gd name="T0" fmla="*/ 28 w 29"/>
                <a:gd name="T1" fmla="*/ 8 h 30"/>
                <a:gd name="T2" fmla="*/ 28 w 29"/>
                <a:gd name="T3" fmla="*/ 12 h 30"/>
                <a:gd name="T4" fmla="*/ 13 w 29"/>
                <a:gd name="T5" fmla="*/ 29 h 30"/>
                <a:gd name="T6" fmla="*/ 9 w 29"/>
                <a:gd name="T7" fmla="*/ 29 h 30"/>
                <a:gd name="T8" fmla="*/ 1 w 29"/>
                <a:gd name="T9" fmla="*/ 22 h 30"/>
                <a:gd name="T10" fmla="*/ 1 w 29"/>
                <a:gd name="T11" fmla="*/ 18 h 30"/>
                <a:gd name="T12" fmla="*/ 16 w 29"/>
                <a:gd name="T13" fmla="*/ 1 h 30"/>
                <a:gd name="T14" fmla="*/ 20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3" y="29"/>
                    <a:pt x="13" y="29"/>
                    <a:pt x="13" y="29"/>
                  </a:cubicBezTo>
                  <a:cubicBezTo>
                    <a:pt x="12" y="30"/>
                    <a:pt x="10" y="30"/>
                    <a:pt x="9" y="29"/>
                  </a:cubicBezTo>
                  <a:cubicBezTo>
                    <a:pt x="1" y="22"/>
                    <a:pt x="1" y="22"/>
                    <a:pt x="1" y="22"/>
                  </a:cubicBezTo>
                  <a:cubicBezTo>
                    <a:pt x="0" y="21"/>
                    <a:pt x="0" y="19"/>
                    <a:pt x="1" y="18"/>
                  </a:cubicBezTo>
                  <a:cubicBezTo>
                    <a:pt x="16" y="1"/>
                    <a:pt x="16" y="1"/>
                    <a:pt x="16" y="1"/>
                  </a:cubicBezTo>
                  <a:cubicBezTo>
                    <a:pt x="18"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8" name="Freeform 217"/>
            <p:cNvSpPr>
              <a:spLocks/>
            </p:cNvSpPr>
            <p:nvPr/>
          </p:nvSpPr>
          <p:spPr bwMode="auto">
            <a:xfrm>
              <a:off x="3582988" y="3646487"/>
              <a:ext cx="63500" cy="63500"/>
            </a:xfrm>
            <a:custGeom>
              <a:avLst/>
              <a:gdLst>
                <a:gd name="T0" fmla="*/ 28 w 30"/>
                <a:gd name="T1" fmla="*/ 9 h 30"/>
                <a:gd name="T2" fmla="*/ 29 w 30"/>
                <a:gd name="T3" fmla="*/ 12 h 30"/>
                <a:gd name="T4" fmla="*/ 13 w 30"/>
                <a:gd name="T5" fmla="*/ 29 h 30"/>
                <a:gd name="T6" fmla="*/ 9 w 30"/>
                <a:gd name="T7" fmla="*/ 29 h 30"/>
                <a:gd name="T8" fmla="*/ 1 w 30"/>
                <a:gd name="T9" fmla="*/ 22 h 30"/>
                <a:gd name="T10" fmla="*/ 1 w 30"/>
                <a:gd name="T11" fmla="*/ 18 h 30"/>
                <a:gd name="T12" fmla="*/ 17 w 30"/>
                <a:gd name="T13" fmla="*/ 2 h 30"/>
                <a:gd name="T14" fmla="*/ 21 w 30"/>
                <a:gd name="T15" fmla="*/ 1 h 30"/>
                <a:gd name="T16" fmla="*/ 28 w 30"/>
                <a:gd name="T17"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8" y="9"/>
                  </a:moveTo>
                  <a:cubicBezTo>
                    <a:pt x="29" y="10"/>
                    <a:pt x="30" y="11"/>
                    <a:pt x="29" y="12"/>
                  </a:cubicBezTo>
                  <a:cubicBezTo>
                    <a:pt x="13" y="29"/>
                    <a:pt x="13" y="29"/>
                    <a:pt x="13" y="29"/>
                  </a:cubicBezTo>
                  <a:cubicBezTo>
                    <a:pt x="12" y="30"/>
                    <a:pt x="10" y="30"/>
                    <a:pt x="9" y="29"/>
                  </a:cubicBezTo>
                  <a:cubicBezTo>
                    <a:pt x="1" y="22"/>
                    <a:pt x="1" y="22"/>
                    <a:pt x="1" y="22"/>
                  </a:cubicBezTo>
                  <a:cubicBezTo>
                    <a:pt x="0" y="21"/>
                    <a:pt x="0" y="19"/>
                    <a:pt x="1" y="18"/>
                  </a:cubicBezTo>
                  <a:cubicBezTo>
                    <a:pt x="17" y="2"/>
                    <a:pt x="17" y="2"/>
                    <a:pt x="17" y="2"/>
                  </a:cubicBezTo>
                  <a:cubicBezTo>
                    <a:pt x="18" y="0"/>
                    <a:pt x="20" y="0"/>
                    <a:pt x="21" y="1"/>
                  </a:cubicBezTo>
                  <a:lnTo>
                    <a:pt x="28" y="9"/>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9" name="Freeform 218"/>
            <p:cNvSpPr>
              <a:spLocks/>
            </p:cNvSpPr>
            <p:nvPr/>
          </p:nvSpPr>
          <p:spPr bwMode="auto">
            <a:xfrm>
              <a:off x="3552825" y="3619500"/>
              <a:ext cx="61913" cy="60325"/>
            </a:xfrm>
            <a:custGeom>
              <a:avLst/>
              <a:gdLst>
                <a:gd name="T0" fmla="*/ 28 w 29"/>
                <a:gd name="T1" fmla="*/ 8 h 29"/>
                <a:gd name="T2" fmla="*/ 28 w 29"/>
                <a:gd name="T3" fmla="*/ 12 h 29"/>
                <a:gd name="T4" fmla="*/ 12 w 29"/>
                <a:gd name="T5" fmla="*/ 28 h 29"/>
                <a:gd name="T6" fmla="*/ 9 w 29"/>
                <a:gd name="T7" fmla="*/ 28 h 29"/>
                <a:gd name="T8" fmla="*/ 1 w 29"/>
                <a:gd name="T9" fmla="*/ 21 h 29"/>
                <a:gd name="T10" fmla="*/ 1 w 29"/>
                <a:gd name="T11" fmla="*/ 17 h 29"/>
                <a:gd name="T12" fmla="*/ 16 w 29"/>
                <a:gd name="T13" fmla="*/ 1 h 29"/>
                <a:gd name="T14" fmla="*/ 20 w 29"/>
                <a:gd name="T15" fmla="*/ 1 h 29"/>
                <a:gd name="T16" fmla="*/ 28 w 29"/>
                <a:gd name="T17"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8"/>
                  </a:moveTo>
                  <a:cubicBezTo>
                    <a:pt x="29" y="9"/>
                    <a:pt x="29" y="11"/>
                    <a:pt x="28" y="12"/>
                  </a:cubicBezTo>
                  <a:cubicBezTo>
                    <a:pt x="12" y="28"/>
                    <a:pt x="12" y="28"/>
                    <a:pt x="12" y="28"/>
                  </a:cubicBezTo>
                  <a:cubicBezTo>
                    <a:pt x="11" y="29"/>
                    <a:pt x="10" y="29"/>
                    <a:pt x="9" y="28"/>
                  </a:cubicBezTo>
                  <a:cubicBezTo>
                    <a:pt x="1" y="21"/>
                    <a:pt x="1" y="21"/>
                    <a:pt x="1" y="21"/>
                  </a:cubicBezTo>
                  <a:cubicBezTo>
                    <a:pt x="0" y="20"/>
                    <a:pt x="0" y="18"/>
                    <a:pt x="1" y="17"/>
                  </a:cubicBezTo>
                  <a:cubicBezTo>
                    <a:pt x="16" y="1"/>
                    <a:pt x="16" y="1"/>
                    <a:pt x="16" y="1"/>
                  </a:cubicBezTo>
                  <a:cubicBezTo>
                    <a:pt x="17"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0" name="Freeform 219"/>
            <p:cNvSpPr>
              <a:spLocks/>
            </p:cNvSpPr>
            <p:nvPr/>
          </p:nvSpPr>
          <p:spPr bwMode="auto">
            <a:xfrm>
              <a:off x="3868738" y="3914775"/>
              <a:ext cx="61913" cy="65088"/>
            </a:xfrm>
            <a:custGeom>
              <a:avLst/>
              <a:gdLst>
                <a:gd name="T0" fmla="*/ 28 w 29"/>
                <a:gd name="T1" fmla="*/ 8 h 30"/>
                <a:gd name="T2" fmla="*/ 28 w 29"/>
                <a:gd name="T3" fmla="*/ 12 h 30"/>
                <a:gd name="T4" fmla="*/ 13 w 29"/>
                <a:gd name="T5" fmla="*/ 29 h 30"/>
                <a:gd name="T6" fmla="*/ 9 w 29"/>
                <a:gd name="T7" fmla="*/ 29 h 30"/>
                <a:gd name="T8" fmla="*/ 1 w 29"/>
                <a:gd name="T9" fmla="*/ 21 h 30"/>
                <a:gd name="T10" fmla="*/ 1 w 29"/>
                <a:gd name="T11" fmla="*/ 18 h 30"/>
                <a:gd name="T12" fmla="*/ 17 w 29"/>
                <a:gd name="T13" fmla="*/ 1 h 30"/>
                <a:gd name="T14" fmla="*/ 20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3" y="29"/>
                    <a:pt x="13" y="29"/>
                    <a:pt x="13" y="29"/>
                  </a:cubicBezTo>
                  <a:cubicBezTo>
                    <a:pt x="12" y="30"/>
                    <a:pt x="10" y="30"/>
                    <a:pt x="9" y="29"/>
                  </a:cubicBezTo>
                  <a:cubicBezTo>
                    <a:pt x="1" y="21"/>
                    <a:pt x="1" y="21"/>
                    <a:pt x="1" y="21"/>
                  </a:cubicBezTo>
                  <a:cubicBezTo>
                    <a:pt x="0" y="20"/>
                    <a:pt x="0" y="19"/>
                    <a:pt x="1" y="18"/>
                  </a:cubicBezTo>
                  <a:cubicBezTo>
                    <a:pt x="17" y="1"/>
                    <a:pt x="17" y="1"/>
                    <a:pt x="17" y="1"/>
                  </a:cubicBezTo>
                  <a:cubicBezTo>
                    <a:pt x="18"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1" name="Freeform 220"/>
            <p:cNvSpPr>
              <a:spLocks/>
            </p:cNvSpPr>
            <p:nvPr/>
          </p:nvSpPr>
          <p:spPr bwMode="auto">
            <a:xfrm>
              <a:off x="3838575" y="3886200"/>
              <a:ext cx="61913" cy="63500"/>
            </a:xfrm>
            <a:custGeom>
              <a:avLst/>
              <a:gdLst>
                <a:gd name="T0" fmla="*/ 28 w 29"/>
                <a:gd name="T1" fmla="*/ 9 h 30"/>
                <a:gd name="T2" fmla="*/ 28 w 29"/>
                <a:gd name="T3" fmla="*/ 12 h 30"/>
                <a:gd name="T4" fmla="*/ 12 w 29"/>
                <a:gd name="T5" fmla="*/ 29 h 30"/>
                <a:gd name="T6" fmla="*/ 8 w 29"/>
                <a:gd name="T7" fmla="*/ 29 h 30"/>
                <a:gd name="T8" fmla="*/ 1 w 29"/>
                <a:gd name="T9" fmla="*/ 22 h 30"/>
                <a:gd name="T10" fmla="*/ 1 w 29"/>
                <a:gd name="T11" fmla="*/ 18 h 30"/>
                <a:gd name="T12" fmla="*/ 16 w 29"/>
                <a:gd name="T13" fmla="*/ 1 h 30"/>
                <a:gd name="T14" fmla="*/ 20 w 29"/>
                <a:gd name="T15" fmla="*/ 1 h 30"/>
                <a:gd name="T16" fmla="*/ 28 w 29"/>
                <a:gd name="T17"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9"/>
                  </a:moveTo>
                  <a:cubicBezTo>
                    <a:pt x="29" y="10"/>
                    <a:pt x="29" y="11"/>
                    <a:pt x="28" y="12"/>
                  </a:cubicBezTo>
                  <a:cubicBezTo>
                    <a:pt x="12" y="29"/>
                    <a:pt x="12" y="29"/>
                    <a:pt x="12" y="29"/>
                  </a:cubicBezTo>
                  <a:cubicBezTo>
                    <a:pt x="11" y="30"/>
                    <a:pt x="9" y="30"/>
                    <a:pt x="8" y="29"/>
                  </a:cubicBezTo>
                  <a:cubicBezTo>
                    <a:pt x="1" y="22"/>
                    <a:pt x="1" y="22"/>
                    <a:pt x="1" y="22"/>
                  </a:cubicBezTo>
                  <a:cubicBezTo>
                    <a:pt x="0" y="21"/>
                    <a:pt x="0" y="19"/>
                    <a:pt x="1" y="18"/>
                  </a:cubicBezTo>
                  <a:cubicBezTo>
                    <a:pt x="16" y="1"/>
                    <a:pt x="16" y="1"/>
                    <a:pt x="16" y="1"/>
                  </a:cubicBezTo>
                  <a:cubicBezTo>
                    <a:pt x="17" y="0"/>
                    <a:pt x="19" y="0"/>
                    <a:pt x="20" y="1"/>
                  </a:cubicBezTo>
                  <a:lnTo>
                    <a:pt x="28" y="9"/>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2" name="Freeform 221"/>
            <p:cNvSpPr>
              <a:spLocks/>
            </p:cNvSpPr>
            <p:nvPr/>
          </p:nvSpPr>
          <p:spPr bwMode="auto">
            <a:xfrm>
              <a:off x="3806825" y="3857625"/>
              <a:ext cx="61913" cy="61913"/>
            </a:xfrm>
            <a:custGeom>
              <a:avLst/>
              <a:gdLst>
                <a:gd name="T0" fmla="*/ 28 w 29"/>
                <a:gd name="T1" fmla="*/ 8 h 29"/>
                <a:gd name="T2" fmla="*/ 28 w 29"/>
                <a:gd name="T3" fmla="*/ 12 h 29"/>
                <a:gd name="T4" fmla="*/ 13 w 29"/>
                <a:gd name="T5" fmla="*/ 28 h 29"/>
                <a:gd name="T6" fmla="*/ 9 w 29"/>
                <a:gd name="T7" fmla="*/ 28 h 29"/>
                <a:gd name="T8" fmla="*/ 1 w 29"/>
                <a:gd name="T9" fmla="*/ 21 h 29"/>
                <a:gd name="T10" fmla="*/ 1 w 29"/>
                <a:gd name="T11" fmla="*/ 17 h 29"/>
                <a:gd name="T12" fmla="*/ 16 w 29"/>
                <a:gd name="T13" fmla="*/ 1 h 29"/>
                <a:gd name="T14" fmla="*/ 20 w 29"/>
                <a:gd name="T15" fmla="*/ 1 h 29"/>
                <a:gd name="T16" fmla="*/ 28 w 29"/>
                <a:gd name="T17"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8"/>
                  </a:moveTo>
                  <a:cubicBezTo>
                    <a:pt x="29" y="9"/>
                    <a:pt x="29" y="11"/>
                    <a:pt x="28" y="12"/>
                  </a:cubicBezTo>
                  <a:cubicBezTo>
                    <a:pt x="13" y="28"/>
                    <a:pt x="13" y="28"/>
                    <a:pt x="13" y="28"/>
                  </a:cubicBezTo>
                  <a:cubicBezTo>
                    <a:pt x="12" y="29"/>
                    <a:pt x="10" y="29"/>
                    <a:pt x="9" y="28"/>
                  </a:cubicBezTo>
                  <a:cubicBezTo>
                    <a:pt x="1" y="21"/>
                    <a:pt x="1" y="21"/>
                    <a:pt x="1" y="21"/>
                  </a:cubicBezTo>
                  <a:cubicBezTo>
                    <a:pt x="0" y="20"/>
                    <a:pt x="0" y="18"/>
                    <a:pt x="1" y="17"/>
                  </a:cubicBezTo>
                  <a:cubicBezTo>
                    <a:pt x="16" y="1"/>
                    <a:pt x="16" y="1"/>
                    <a:pt x="16" y="1"/>
                  </a:cubicBezTo>
                  <a:cubicBezTo>
                    <a:pt x="17"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3" name="Freeform 222"/>
            <p:cNvSpPr>
              <a:spLocks/>
            </p:cNvSpPr>
            <p:nvPr/>
          </p:nvSpPr>
          <p:spPr bwMode="auto">
            <a:xfrm>
              <a:off x="3775075" y="3829050"/>
              <a:ext cx="61913" cy="63500"/>
            </a:xfrm>
            <a:custGeom>
              <a:avLst/>
              <a:gdLst>
                <a:gd name="T0" fmla="*/ 28 w 29"/>
                <a:gd name="T1" fmla="*/ 8 h 30"/>
                <a:gd name="T2" fmla="*/ 28 w 29"/>
                <a:gd name="T3" fmla="*/ 12 h 30"/>
                <a:gd name="T4" fmla="*/ 13 w 29"/>
                <a:gd name="T5" fmla="*/ 28 h 30"/>
                <a:gd name="T6" fmla="*/ 9 w 29"/>
                <a:gd name="T7" fmla="*/ 29 h 30"/>
                <a:gd name="T8" fmla="*/ 1 w 29"/>
                <a:gd name="T9" fmla="*/ 21 h 30"/>
                <a:gd name="T10" fmla="*/ 1 w 29"/>
                <a:gd name="T11" fmla="*/ 17 h 30"/>
                <a:gd name="T12" fmla="*/ 17 w 29"/>
                <a:gd name="T13" fmla="*/ 1 h 30"/>
                <a:gd name="T14" fmla="*/ 21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3" y="28"/>
                    <a:pt x="13" y="28"/>
                    <a:pt x="13" y="28"/>
                  </a:cubicBezTo>
                  <a:cubicBezTo>
                    <a:pt x="12" y="30"/>
                    <a:pt x="10" y="30"/>
                    <a:pt x="9" y="29"/>
                  </a:cubicBezTo>
                  <a:cubicBezTo>
                    <a:pt x="1" y="21"/>
                    <a:pt x="1" y="21"/>
                    <a:pt x="1" y="21"/>
                  </a:cubicBezTo>
                  <a:cubicBezTo>
                    <a:pt x="0" y="20"/>
                    <a:pt x="0" y="19"/>
                    <a:pt x="1" y="17"/>
                  </a:cubicBezTo>
                  <a:cubicBezTo>
                    <a:pt x="17" y="1"/>
                    <a:pt x="17" y="1"/>
                    <a:pt x="17" y="1"/>
                  </a:cubicBezTo>
                  <a:cubicBezTo>
                    <a:pt x="18" y="0"/>
                    <a:pt x="19" y="0"/>
                    <a:pt x="21"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4" name="Freeform 223"/>
            <p:cNvSpPr>
              <a:spLocks/>
            </p:cNvSpPr>
            <p:nvPr/>
          </p:nvSpPr>
          <p:spPr bwMode="auto">
            <a:xfrm>
              <a:off x="2205038" y="4002087"/>
              <a:ext cx="227013" cy="466725"/>
            </a:xfrm>
            <a:custGeom>
              <a:avLst/>
              <a:gdLst>
                <a:gd name="T0" fmla="*/ 12 w 107"/>
                <a:gd name="T1" fmla="*/ 7 h 220"/>
                <a:gd name="T2" fmla="*/ 72 w 107"/>
                <a:gd name="T3" fmla="*/ 43 h 220"/>
                <a:gd name="T4" fmla="*/ 100 w 107"/>
                <a:gd name="T5" fmla="*/ 157 h 220"/>
                <a:gd name="T6" fmla="*/ 65 w 107"/>
                <a:gd name="T7" fmla="*/ 217 h 220"/>
                <a:gd name="T8" fmla="*/ 52 w 107"/>
                <a:gd name="T9" fmla="*/ 220 h 220"/>
                <a:gd name="T10" fmla="*/ 0 w 107"/>
                <a:gd name="T11" fmla="*/ 10 h 220"/>
                <a:gd name="T12" fmla="*/ 12 w 107"/>
                <a:gd name="T13" fmla="*/ 7 h 220"/>
              </a:gdLst>
              <a:ahLst/>
              <a:cxnLst>
                <a:cxn ang="0">
                  <a:pos x="T0" y="T1"/>
                </a:cxn>
                <a:cxn ang="0">
                  <a:pos x="T2" y="T3"/>
                </a:cxn>
                <a:cxn ang="0">
                  <a:pos x="T4" y="T5"/>
                </a:cxn>
                <a:cxn ang="0">
                  <a:pos x="T6" y="T7"/>
                </a:cxn>
                <a:cxn ang="0">
                  <a:pos x="T8" y="T9"/>
                </a:cxn>
                <a:cxn ang="0">
                  <a:pos x="T10" y="T11"/>
                </a:cxn>
                <a:cxn ang="0">
                  <a:pos x="T12" y="T13"/>
                </a:cxn>
              </a:cxnLst>
              <a:rect l="0" t="0" r="r" b="b"/>
              <a:pathLst>
                <a:path w="107" h="220">
                  <a:moveTo>
                    <a:pt x="12" y="7"/>
                  </a:moveTo>
                  <a:cubicBezTo>
                    <a:pt x="39" y="0"/>
                    <a:pt x="65" y="16"/>
                    <a:pt x="72" y="43"/>
                  </a:cubicBezTo>
                  <a:cubicBezTo>
                    <a:pt x="100" y="157"/>
                    <a:pt x="100" y="157"/>
                    <a:pt x="100" y="157"/>
                  </a:cubicBezTo>
                  <a:cubicBezTo>
                    <a:pt x="107" y="183"/>
                    <a:pt x="91" y="210"/>
                    <a:pt x="65" y="217"/>
                  </a:cubicBezTo>
                  <a:cubicBezTo>
                    <a:pt x="52" y="220"/>
                    <a:pt x="52" y="220"/>
                    <a:pt x="52" y="220"/>
                  </a:cubicBezTo>
                  <a:cubicBezTo>
                    <a:pt x="0" y="10"/>
                    <a:pt x="0" y="10"/>
                    <a:pt x="0" y="10"/>
                  </a:cubicBezTo>
                  <a:lnTo>
                    <a:pt x="12"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5" name="Freeform 224"/>
            <p:cNvSpPr>
              <a:spLocks/>
            </p:cNvSpPr>
            <p:nvPr/>
          </p:nvSpPr>
          <p:spPr bwMode="auto">
            <a:xfrm>
              <a:off x="2089150" y="4024312"/>
              <a:ext cx="227013" cy="463550"/>
            </a:xfrm>
            <a:custGeom>
              <a:avLst/>
              <a:gdLst>
                <a:gd name="T0" fmla="*/ 42 w 107"/>
                <a:gd name="T1" fmla="*/ 3 h 219"/>
                <a:gd name="T2" fmla="*/ 55 w 107"/>
                <a:gd name="T3" fmla="*/ 0 h 219"/>
                <a:gd name="T4" fmla="*/ 107 w 107"/>
                <a:gd name="T5" fmla="*/ 210 h 219"/>
                <a:gd name="T6" fmla="*/ 94 w 107"/>
                <a:gd name="T7" fmla="*/ 213 h 219"/>
                <a:gd name="T8" fmla="*/ 35 w 107"/>
                <a:gd name="T9" fmla="*/ 177 h 219"/>
                <a:gd name="T10" fmla="*/ 6 w 107"/>
                <a:gd name="T11" fmla="*/ 63 h 219"/>
                <a:gd name="T12" fmla="*/ 42 w 107"/>
                <a:gd name="T13" fmla="*/ 3 h 219"/>
              </a:gdLst>
              <a:ahLst/>
              <a:cxnLst>
                <a:cxn ang="0">
                  <a:pos x="T0" y="T1"/>
                </a:cxn>
                <a:cxn ang="0">
                  <a:pos x="T2" y="T3"/>
                </a:cxn>
                <a:cxn ang="0">
                  <a:pos x="T4" y="T5"/>
                </a:cxn>
                <a:cxn ang="0">
                  <a:pos x="T6" y="T7"/>
                </a:cxn>
                <a:cxn ang="0">
                  <a:pos x="T8" y="T9"/>
                </a:cxn>
                <a:cxn ang="0">
                  <a:pos x="T10" y="T11"/>
                </a:cxn>
                <a:cxn ang="0">
                  <a:pos x="T12" y="T13"/>
                </a:cxn>
              </a:cxnLst>
              <a:rect l="0" t="0" r="r" b="b"/>
              <a:pathLst>
                <a:path w="107" h="219">
                  <a:moveTo>
                    <a:pt x="42" y="3"/>
                  </a:moveTo>
                  <a:cubicBezTo>
                    <a:pt x="55" y="0"/>
                    <a:pt x="55" y="0"/>
                    <a:pt x="55" y="0"/>
                  </a:cubicBezTo>
                  <a:cubicBezTo>
                    <a:pt x="107" y="210"/>
                    <a:pt x="107" y="210"/>
                    <a:pt x="107" y="210"/>
                  </a:cubicBezTo>
                  <a:cubicBezTo>
                    <a:pt x="94" y="213"/>
                    <a:pt x="94" y="213"/>
                    <a:pt x="94" y="213"/>
                  </a:cubicBezTo>
                  <a:cubicBezTo>
                    <a:pt x="68" y="219"/>
                    <a:pt x="41" y="203"/>
                    <a:pt x="35" y="177"/>
                  </a:cubicBezTo>
                  <a:cubicBezTo>
                    <a:pt x="6" y="63"/>
                    <a:pt x="6" y="63"/>
                    <a:pt x="6" y="63"/>
                  </a:cubicBezTo>
                  <a:cubicBezTo>
                    <a:pt x="0" y="36"/>
                    <a:pt x="16" y="10"/>
                    <a:pt x="42" y="3"/>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6" name="Freeform 225"/>
            <p:cNvSpPr>
              <a:spLocks/>
            </p:cNvSpPr>
            <p:nvPr/>
          </p:nvSpPr>
          <p:spPr bwMode="auto">
            <a:xfrm>
              <a:off x="2222500" y="4094162"/>
              <a:ext cx="52388" cy="92075"/>
            </a:xfrm>
            <a:custGeom>
              <a:avLst/>
              <a:gdLst>
                <a:gd name="T0" fmla="*/ 20 w 25"/>
                <a:gd name="T1" fmla="*/ 14 h 44"/>
                <a:gd name="T2" fmla="*/ 23 w 25"/>
                <a:gd name="T3" fmla="*/ 24 h 44"/>
                <a:gd name="T4" fmla="*/ 11 w 25"/>
                <a:gd name="T5" fmla="*/ 44 h 44"/>
                <a:gd name="T6" fmla="*/ 0 w 25"/>
                <a:gd name="T7" fmla="*/ 2 h 44"/>
                <a:gd name="T8" fmla="*/ 20 w 25"/>
                <a:gd name="T9" fmla="*/ 14 h 44"/>
              </a:gdLst>
              <a:ahLst/>
              <a:cxnLst>
                <a:cxn ang="0">
                  <a:pos x="T0" y="T1"/>
                </a:cxn>
                <a:cxn ang="0">
                  <a:pos x="T2" y="T3"/>
                </a:cxn>
                <a:cxn ang="0">
                  <a:pos x="T4" y="T5"/>
                </a:cxn>
                <a:cxn ang="0">
                  <a:pos x="T6" y="T7"/>
                </a:cxn>
                <a:cxn ang="0">
                  <a:pos x="T8" y="T9"/>
                </a:cxn>
              </a:cxnLst>
              <a:rect l="0" t="0" r="r" b="b"/>
              <a:pathLst>
                <a:path w="25" h="44">
                  <a:moveTo>
                    <a:pt x="20" y="14"/>
                  </a:moveTo>
                  <a:cubicBezTo>
                    <a:pt x="23" y="24"/>
                    <a:pt x="23" y="24"/>
                    <a:pt x="23" y="24"/>
                  </a:cubicBezTo>
                  <a:cubicBezTo>
                    <a:pt x="25" y="33"/>
                    <a:pt x="20" y="42"/>
                    <a:pt x="11" y="44"/>
                  </a:cubicBezTo>
                  <a:cubicBezTo>
                    <a:pt x="0" y="2"/>
                    <a:pt x="0" y="2"/>
                    <a:pt x="0" y="2"/>
                  </a:cubicBezTo>
                  <a:cubicBezTo>
                    <a:pt x="9" y="0"/>
                    <a:pt x="18" y="5"/>
                    <a:pt x="20" y="14"/>
                  </a:cubicBezTo>
                  <a:close/>
                </a:path>
              </a:pathLst>
            </a:custGeom>
            <a:solidFill>
              <a:srgbClr val="10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7" name="Freeform 226"/>
            <p:cNvSpPr>
              <a:spLocks/>
            </p:cNvSpPr>
            <p:nvPr/>
          </p:nvSpPr>
          <p:spPr bwMode="auto">
            <a:xfrm>
              <a:off x="2192338" y="4097337"/>
              <a:ext cx="53975" cy="93663"/>
            </a:xfrm>
            <a:custGeom>
              <a:avLst/>
              <a:gdLst>
                <a:gd name="T0" fmla="*/ 14 w 25"/>
                <a:gd name="T1" fmla="*/ 0 h 44"/>
                <a:gd name="T2" fmla="*/ 14 w 25"/>
                <a:gd name="T3" fmla="*/ 0 h 44"/>
                <a:gd name="T4" fmla="*/ 25 w 25"/>
                <a:gd name="T5" fmla="*/ 42 h 44"/>
                <a:gd name="T6" fmla="*/ 5 w 25"/>
                <a:gd name="T7" fmla="*/ 30 h 44"/>
                <a:gd name="T8" fmla="*/ 2 w 25"/>
                <a:gd name="T9" fmla="*/ 20 h 44"/>
                <a:gd name="T10" fmla="*/ 14 w 25"/>
                <a:gd name="T11" fmla="*/ 0 h 44"/>
              </a:gdLst>
              <a:ahLst/>
              <a:cxnLst>
                <a:cxn ang="0">
                  <a:pos x="T0" y="T1"/>
                </a:cxn>
                <a:cxn ang="0">
                  <a:pos x="T2" y="T3"/>
                </a:cxn>
                <a:cxn ang="0">
                  <a:pos x="T4" y="T5"/>
                </a:cxn>
                <a:cxn ang="0">
                  <a:pos x="T6" y="T7"/>
                </a:cxn>
                <a:cxn ang="0">
                  <a:pos x="T8" y="T9"/>
                </a:cxn>
                <a:cxn ang="0">
                  <a:pos x="T10" y="T11"/>
                </a:cxn>
              </a:cxnLst>
              <a:rect l="0" t="0" r="r" b="b"/>
              <a:pathLst>
                <a:path w="25" h="44">
                  <a:moveTo>
                    <a:pt x="14" y="0"/>
                  </a:moveTo>
                  <a:cubicBezTo>
                    <a:pt x="14" y="0"/>
                    <a:pt x="14" y="0"/>
                    <a:pt x="14" y="0"/>
                  </a:cubicBezTo>
                  <a:cubicBezTo>
                    <a:pt x="25" y="42"/>
                    <a:pt x="25" y="42"/>
                    <a:pt x="25" y="42"/>
                  </a:cubicBezTo>
                  <a:cubicBezTo>
                    <a:pt x="16" y="44"/>
                    <a:pt x="7" y="39"/>
                    <a:pt x="5" y="30"/>
                  </a:cubicBezTo>
                  <a:cubicBezTo>
                    <a:pt x="2" y="20"/>
                    <a:pt x="2" y="20"/>
                    <a:pt x="2" y="20"/>
                  </a:cubicBezTo>
                  <a:cubicBezTo>
                    <a:pt x="0" y="11"/>
                    <a:pt x="6" y="2"/>
                    <a:pt x="14" y="0"/>
                  </a:cubicBezTo>
                  <a:close/>
                </a:path>
              </a:pathLst>
            </a:custGeom>
            <a:solidFill>
              <a:srgbClr val="0E3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8" name="Freeform 227"/>
            <p:cNvSpPr>
              <a:spLocks/>
            </p:cNvSpPr>
            <p:nvPr/>
          </p:nvSpPr>
          <p:spPr bwMode="auto">
            <a:xfrm>
              <a:off x="463550" y="4132262"/>
              <a:ext cx="231775" cy="184150"/>
            </a:xfrm>
            <a:custGeom>
              <a:avLst/>
              <a:gdLst>
                <a:gd name="T0" fmla="*/ 118 w 146"/>
                <a:gd name="T1" fmla="*/ 116 h 116"/>
                <a:gd name="T2" fmla="*/ 0 w 146"/>
                <a:gd name="T3" fmla="*/ 45 h 116"/>
                <a:gd name="T4" fmla="*/ 27 w 146"/>
                <a:gd name="T5" fmla="*/ 0 h 116"/>
                <a:gd name="T6" fmla="*/ 146 w 146"/>
                <a:gd name="T7" fmla="*/ 70 h 116"/>
                <a:gd name="T8" fmla="*/ 118 w 146"/>
                <a:gd name="T9" fmla="*/ 116 h 116"/>
              </a:gdLst>
              <a:ahLst/>
              <a:cxnLst>
                <a:cxn ang="0">
                  <a:pos x="T0" y="T1"/>
                </a:cxn>
                <a:cxn ang="0">
                  <a:pos x="T2" y="T3"/>
                </a:cxn>
                <a:cxn ang="0">
                  <a:pos x="T4" y="T5"/>
                </a:cxn>
                <a:cxn ang="0">
                  <a:pos x="T6" y="T7"/>
                </a:cxn>
                <a:cxn ang="0">
                  <a:pos x="T8" y="T9"/>
                </a:cxn>
              </a:cxnLst>
              <a:rect l="0" t="0" r="r" b="b"/>
              <a:pathLst>
                <a:path w="146" h="116">
                  <a:moveTo>
                    <a:pt x="118" y="116"/>
                  </a:moveTo>
                  <a:lnTo>
                    <a:pt x="0" y="45"/>
                  </a:lnTo>
                  <a:lnTo>
                    <a:pt x="27" y="0"/>
                  </a:lnTo>
                  <a:lnTo>
                    <a:pt x="146" y="70"/>
                  </a:lnTo>
                  <a:lnTo>
                    <a:pt x="118" y="116"/>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9" name="Freeform 228"/>
            <p:cNvSpPr>
              <a:spLocks/>
            </p:cNvSpPr>
            <p:nvPr/>
          </p:nvSpPr>
          <p:spPr bwMode="auto">
            <a:xfrm>
              <a:off x="100013" y="4192587"/>
              <a:ext cx="957263" cy="1785938"/>
            </a:xfrm>
            <a:custGeom>
              <a:avLst/>
              <a:gdLst>
                <a:gd name="T0" fmla="*/ 449 w 452"/>
                <a:gd name="T1" fmla="*/ 518 h 843"/>
                <a:gd name="T2" fmla="*/ 221 w 452"/>
                <a:gd name="T3" fmla="*/ 512 h 843"/>
                <a:gd name="T4" fmla="*/ 267 w 452"/>
                <a:gd name="T5" fmla="*/ 57 h 843"/>
                <a:gd name="T6" fmla="*/ 166 w 452"/>
                <a:gd name="T7" fmla="*/ 0 h 843"/>
                <a:gd name="T8" fmla="*/ 10 w 452"/>
                <a:gd name="T9" fmla="*/ 398 h 843"/>
                <a:gd name="T10" fmla="*/ 90 w 452"/>
                <a:gd name="T11" fmla="*/ 699 h 843"/>
                <a:gd name="T12" fmla="*/ 368 w 452"/>
                <a:gd name="T13" fmla="*/ 822 h 843"/>
                <a:gd name="T14" fmla="*/ 449 w 452"/>
                <a:gd name="T15" fmla="*/ 518 h 8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843">
                  <a:moveTo>
                    <a:pt x="449" y="518"/>
                  </a:moveTo>
                  <a:cubicBezTo>
                    <a:pt x="449" y="518"/>
                    <a:pt x="306" y="550"/>
                    <a:pt x="221" y="512"/>
                  </a:cubicBezTo>
                  <a:cubicBezTo>
                    <a:pt x="137" y="474"/>
                    <a:pt x="162" y="222"/>
                    <a:pt x="267" y="57"/>
                  </a:cubicBezTo>
                  <a:cubicBezTo>
                    <a:pt x="209" y="22"/>
                    <a:pt x="166" y="0"/>
                    <a:pt x="166" y="0"/>
                  </a:cubicBezTo>
                  <a:cubicBezTo>
                    <a:pt x="166" y="0"/>
                    <a:pt x="0" y="266"/>
                    <a:pt x="10" y="398"/>
                  </a:cubicBezTo>
                  <a:cubicBezTo>
                    <a:pt x="21" y="531"/>
                    <a:pt x="90" y="699"/>
                    <a:pt x="90" y="699"/>
                  </a:cubicBezTo>
                  <a:cubicBezTo>
                    <a:pt x="90" y="699"/>
                    <a:pt x="285" y="800"/>
                    <a:pt x="368" y="822"/>
                  </a:cubicBezTo>
                  <a:cubicBezTo>
                    <a:pt x="452" y="843"/>
                    <a:pt x="449" y="518"/>
                    <a:pt x="449" y="51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0" name="Freeform 229"/>
            <p:cNvSpPr>
              <a:spLocks/>
            </p:cNvSpPr>
            <p:nvPr/>
          </p:nvSpPr>
          <p:spPr bwMode="auto">
            <a:xfrm>
              <a:off x="100013" y="4192587"/>
              <a:ext cx="892175" cy="1754188"/>
            </a:xfrm>
            <a:custGeom>
              <a:avLst/>
              <a:gdLst>
                <a:gd name="T0" fmla="*/ 154 w 421"/>
                <a:gd name="T1" fmla="*/ 652 h 828"/>
                <a:gd name="T2" fmla="*/ 74 w 421"/>
                <a:gd name="T3" fmla="*/ 351 h 828"/>
                <a:gd name="T4" fmla="*/ 194 w 421"/>
                <a:gd name="T5" fmla="*/ 15 h 828"/>
                <a:gd name="T6" fmla="*/ 166 w 421"/>
                <a:gd name="T7" fmla="*/ 0 h 828"/>
                <a:gd name="T8" fmla="*/ 10 w 421"/>
                <a:gd name="T9" fmla="*/ 398 h 828"/>
                <a:gd name="T10" fmla="*/ 90 w 421"/>
                <a:gd name="T11" fmla="*/ 699 h 828"/>
                <a:gd name="T12" fmla="*/ 368 w 421"/>
                <a:gd name="T13" fmla="*/ 822 h 828"/>
                <a:gd name="T14" fmla="*/ 421 w 421"/>
                <a:gd name="T15" fmla="*/ 771 h 828"/>
                <a:gd name="T16" fmla="*/ 154 w 421"/>
                <a:gd name="T17" fmla="*/ 652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1" h="828">
                  <a:moveTo>
                    <a:pt x="154" y="652"/>
                  </a:moveTo>
                  <a:cubicBezTo>
                    <a:pt x="154" y="652"/>
                    <a:pt x="85" y="484"/>
                    <a:pt x="74" y="351"/>
                  </a:cubicBezTo>
                  <a:cubicBezTo>
                    <a:pt x="67" y="259"/>
                    <a:pt x="146" y="101"/>
                    <a:pt x="194" y="15"/>
                  </a:cubicBezTo>
                  <a:cubicBezTo>
                    <a:pt x="176" y="6"/>
                    <a:pt x="166" y="0"/>
                    <a:pt x="166" y="0"/>
                  </a:cubicBezTo>
                  <a:cubicBezTo>
                    <a:pt x="166" y="0"/>
                    <a:pt x="0" y="266"/>
                    <a:pt x="10" y="398"/>
                  </a:cubicBezTo>
                  <a:cubicBezTo>
                    <a:pt x="21" y="531"/>
                    <a:pt x="90" y="699"/>
                    <a:pt x="90" y="699"/>
                  </a:cubicBezTo>
                  <a:cubicBezTo>
                    <a:pt x="90" y="699"/>
                    <a:pt x="285" y="800"/>
                    <a:pt x="368" y="822"/>
                  </a:cubicBezTo>
                  <a:cubicBezTo>
                    <a:pt x="392" y="828"/>
                    <a:pt x="409" y="806"/>
                    <a:pt x="421" y="771"/>
                  </a:cubicBezTo>
                  <a:cubicBezTo>
                    <a:pt x="332" y="745"/>
                    <a:pt x="154" y="652"/>
                    <a:pt x="154" y="6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1" name="Freeform 230"/>
            <p:cNvSpPr>
              <a:spLocks/>
            </p:cNvSpPr>
            <p:nvPr/>
          </p:nvSpPr>
          <p:spPr bwMode="auto">
            <a:xfrm>
              <a:off x="2252663" y="4697412"/>
              <a:ext cx="220663" cy="90488"/>
            </a:xfrm>
            <a:custGeom>
              <a:avLst/>
              <a:gdLst>
                <a:gd name="T0" fmla="*/ 0 w 139"/>
                <a:gd name="T1" fmla="*/ 53 h 57"/>
                <a:gd name="T2" fmla="*/ 137 w 139"/>
                <a:gd name="T3" fmla="*/ 57 h 57"/>
                <a:gd name="T4" fmla="*/ 139 w 139"/>
                <a:gd name="T5" fmla="*/ 4 h 57"/>
                <a:gd name="T6" fmla="*/ 1 w 139"/>
                <a:gd name="T7" fmla="*/ 0 h 57"/>
                <a:gd name="T8" fmla="*/ 0 w 139"/>
                <a:gd name="T9" fmla="*/ 53 h 57"/>
              </a:gdLst>
              <a:ahLst/>
              <a:cxnLst>
                <a:cxn ang="0">
                  <a:pos x="T0" y="T1"/>
                </a:cxn>
                <a:cxn ang="0">
                  <a:pos x="T2" y="T3"/>
                </a:cxn>
                <a:cxn ang="0">
                  <a:pos x="T4" y="T5"/>
                </a:cxn>
                <a:cxn ang="0">
                  <a:pos x="T6" y="T7"/>
                </a:cxn>
                <a:cxn ang="0">
                  <a:pos x="T8" y="T9"/>
                </a:cxn>
              </a:cxnLst>
              <a:rect l="0" t="0" r="r" b="b"/>
              <a:pathLst>
                <a:path w="139" h="57">
                  <a:moveTo>
                    <a:pt x="0" y="53"/>
                  </a:moveTo>
                  <a:lnTo>
                    <a:pt x="137" y="57"/>
                  </a:lnTo>
                  <a:lnTo>
                    <a:pt x="139" y="4"/>
                  </a:lnTo>
                  <a:lnTo>
                    <a:pt x="1" y="0"/>
                  </a:lnTo>
                  <a:lnTo>
                    <a:pt x="0" y="53"/>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2" name="Freeform 231"/>
            <p:cNvSpPr>
              <a:spLocks/>
            </p:cNvSpPr>
            <p:nvPr/>
          </p:nvSpPr>
          <p:spPr bwMode="auto">
            <a:xfrm>
              <a:off x="1011238" y="4765675"/>
              <a:ext cx="1477963" cy="1344613"/>
            </a:xfrm>
            <a:custGeom>
              <a:avLst/>
              <a:gdLst>
                <a:gd name="T0" fmla="*/ 179 w 698"/>
                <a:gd name="T1" fmla="*/ 288 h 635"/>
                <a:gd name="T2" fmla="*/ 373 w 698"/>
                <a:gd name="T3" fmla="*/ 407 h 635"/>
                <a:gd name="T4" fmla="*/ 582 w 698"/>
                <a:gd name="T5" fmla="*/ 0 h 635"/>
                <a:gd name="T6" fmla="*/ 698 w 698"/>
                <a:gd name="T7" fmla="*/ 7 h 635"/>
                <a:gd name="T8" fmla="*/ 612 w 698"/>
                <a:gd name="T9" fmla="*/ 426 h 635"/>
                <a:gd name="T10" fmla="*/ 382 w 698"/>
                <a:gd name="T11" fmla="*/ 635 h 635"/>
                <a:gd name="T12" fmla="*/ 82 w 698"/>
                <a:gd name="T13" fmla="*/ 587 h 635"/>
                <a:gd name="T14" fmla="*/ 179 w 698"/>
                <a:gd name="T15" fmla="*/ 288 h 6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8" h="635">
                  <a:moveTo>
                    <a:pt x="179" y="288"/>
                  </a:moveTo>
                  <a:cubicBezTo>
                    <a:pt x="179" y="288"/>
                    <a:pt x="282" y="393"/>
                    <a:pt x="373" y="407"/>
                  </a:cubicBezTo>
                  <a:cubicBezTo>
                    <a:pt x="465" y="421"/>
                    <a:pt x="581" y="195"/>
                    <a:pt x="582" y="0"/>
                  </a:cubicBezTo>
                  <a:cubicBezTo>
                    <a:pt x="650" y="2"/>
                    <a:pt x="698" y="7"/>
                    <a:pt x="698" y="7"/>
                  </a:cubicBezTo>
                  <a:cubicBezTo>
                    <a:pt x="698" y="7"/>
                    <a:pt x="694" y="320"/>
                    <a:pt x="612" y="426"/>
                  </a:cubicBezTo>
                  <a:cubicBezTo>
                    <a:pt x="531" y="531"/>
                    <a:pt x="382" y="635"/>
                    <a:pt x="382" y="635"/>
                  </a:cubicBezTo>
                  <a:cubicBezTo>
                    <a:pt x="382" y="635"/>
                    <a:pt x="164" y="614"/>
                    <a:pt x="82" y="587"/>
                  </a:cubicBezTo>
                  <a:cubicBezTo>
                    <a:pt x="0" y="559"/>
                    <a:pt x="179" y="288"/>
                    <a:pt x="179" y="28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3" name="Freeform 232"/>
            <p:cNvSpPr>
              <a:spLocks/>
            </p:cNvSpPr>
            <p:nvPr/>
          </p:nvSpPr>
          <p:spPr bwMode="auto">
            <a:xfrm>
              <a:off x="1131888" y="4773612"/>
              <a:ext cx="1357313" cy="1336675"/>
            </a:xfrm>
            <a:custGeom>
              <a:avLst/>
              <a:gdLst>
                <a:gd name="T0" fmla="*/ 297 w 641"/>
                <a:gd name="T1" fmla="*/ 557 h 631"/>
                <a:gd name="T2" fmla="*/ 527 w 641"/>
                <a:gd name="T3" fmla="*/ 348 h 631"/>
                <a:gd name="T4" fmla="*/ 610 w 641"/>
                <a:gd name="T5" fmla="*/ 0 h 631"/>
                <a:gd name="T6" fmla="*/ 641 w 641"/>
                <a:gd name="T7" fmla="*/ 3 h 631"/>
                <a:gd name="T8" fmla="*/ 555 w 641"/>
                <a:gd name="T9" fmla="*/ 422 h 631"/>
                <a:gd name="T10" fmla="*/ 325 w 641"/>
                <a:gd name="T11" fmla="*/ 631 h 631"/>
                <a:gd name="T12" fmla="*/ 25 w 641"/>
                <a:gd name="T13" fmla="*/ 583 h 631"/>
                <a:gd name="T14" fmla="*/ 8 w 641"/>
                <a:gd name="T15" fmla="*/ 512 h 631"/>
                <a:gd name="T16" fmla="*/ 297 w 641"/>
                <a:gd name="T17" fmla="*/ 557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1" h="631">
                  <a:moveTo>
                    <a:pt x="297" y="557"/>
                  </a:moveTo>
                  <a:cubicBezTo>
                    <a:pt x="297" y="557"/>
                    <a:pt x="446" y="453"/>
                    <a:pt x="527" y="348"/>
                  </a:cubicBezTo>
                  <a:cubicBezTo>
                    <a:pt x="584" y="274"/>
                    <a:pt x="603" y="99"/>
                    <a:pt x="610" y="0"/>
                  </a:cubicBezTo>
                  <a:cubicBezTo>
                    <a:pt x="630" y="2"/>
                    <a:pt x="641" y="3"/>
                    <a:pt x="641" y="3"/>
                  </a:cubicBezTo>
                  <a:cubicBezTo>
                    <a:pt x="641" y="3"/>
                    <a:pt x="637" y="316"/>
                    <a:pt x="555" y="422"/>
                  </a:cubicBezTo>
                  <a:cubicBezTo>
                    <a:pt x="474" y="527"/>
                    <a:pt x="325" y="631"/>
                    <a:pt x="325" y="631"/>
                  </a:cubicBezTo>
                  <a:cubicBezTo>
                    <a:pt x="325" y="631"/>
                    <a:pt x="107" y="610"/>
                    <a:pt x="25" y="583"/>
                  </a:cubicBezTo>
                  <a:cubicBezTo>
                    <a:pt x="2" y="575"/>
                    <a:pt x="0" y="547"/>
                    <a:pt x="8" y="512"/>
                  </a:cubicBezTo>
                  <a:cubicBezTo>
                    <a:pt x="97" y="538"/>
                    <a:pt x="297" y="557"/>
                    <a:pt x="297" y="5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4" name="Freeform 233"/>
            <p:cNvSpPr>
              <a:spLocks/>
            </p:cNvSpPr>
            <p:nvPr/>
          </p:nvSpPr>
          <p:spPr bwMode="auto">
            <a:xfrm>
              <a:off x="2141538" y="4089400"/>
              <a:ext cx="395288" cy="612775"/>
            </a:xfrm>
            <a:custGeom>
              <a:avLst/>
              <a:gdLst>
                <a:gd name="T0" fmla="*/ 129 w 186"/>
                <a:gd name="T1" fmla="*/ 289 h 289"/>
                <a:gd name="T2" fmla="*/ 175 w 186"/>
                <a:gd name="T3" fmla="*/ 156 h 289"/>
                <a:gd name="T4" fmla="*/ 156 w 186"/>
                <a:gd name="T5" fmla="*/ 85 h 289"/>
                <a:gd name="T6" fmla="*/ 118 w 186"/>
                <a:gd name="T7" fmla="*/ 17 h 289"/>
                <a:gd name="T8" fmla="*/ 115 w 186"/>
                <a:gd name="T9" fmla="*/ 22 h 289"/>
                <a:gd name="T10" fmla="*/ 100 w 186"/>
                <a:gd name="T11" fmla="*/ 3 h 289"/>
                <a:gd name="T12" fmla="*/ 92 w 186"/>
                <a:gd name="T13" fmla="*/ 24 h 289"/>
                <a:gd name="T14" fmla="*/ 70 w 186"/>
                <a:gd name="T15" fmla="*/ 2 h 289"/>
                <a:gd name="T16" fmla="*/ 62 w 186"/>
                <a:gd name="T17" fmla="*/ 34 h 289"/>
                <a:gd name="T18" fmla="*/ 39 w 186"/>
                <a:gd name="T19" fmla="*/ 14 h 289"/>
                <a:gd name="T20" fmla="*/ 31 w 186"/>
                <a:gd name="T21" fmla="*/ 49 h 289"/>
                <a:gd name="T22" fmla="*/ 53 w 186"/>
                <a:gd name="T23" fmla="*/ 143 h 289"/>
                <a:gd name="T24" fmla="*/ 25 w 186"/>
                <a:gd name="T25" fmla="*/ 71 h 289"/>
                <a:gd name="T26" fmla="*/ 10 w 186"/>
                <a:gd name="T27" fmla="*/ 99 h 289"/>
                <a:gd name="T28" fmla="*/ 24 w 186"/>
                <a:gd name="T29" fmla="*/ 201 h 289"/>
                <a:gd name="T30" fmla="*/ 63 w 186"/>
                <a:gd name="T31" fmla="*/ 287 h 289"/>
                <a:gd name="T32" fmla="*/ 129 w 186"/>
                <a:gd name="T33"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6" h="289">
                  <a:moveTo>
                    <a:pt x="129" y="289"/>
                  </a:moveTo>
                  <a:cubicBezTo>
                    <a:pt x="129" y="289"/>
                    <a:pt x="165" y="194"/>
                    <a:pt x="175" y="156"/>
                  </a:cubicBezTo>
                  <a:cubicBezTo>
                    <a:pt x="186" y="118"/>
                    <a:pt x="171" y="117"/>
                    <a:pt x="156" y="85"/>
                  </a:cubicBezTo>
                  <a:cubicBezTo>
                    <a:pt x="142" y="53"/>
                    <a:pt x="133" y="21"/>
                    <a:pt x="118" y="17"/>
                  </a:cubicBezTo>
                  <a:cubicBezTo>
                    <a:pt x="115" y="22"/>
                    <a:pt x="115" y="22"/>
                    <a:pt x="115" y="22"/>
                  </a:cubicBezTo>
                  <a:cubicBezTo>
                    <a:pt x="115" y="22"/>
                    <a:pt x="112" y="5"/>
                    <a:pt x="100" y="3"/>
                  </a:cubicBezTo>
                  <a:cubicBezTo>
                    <a:pt x="88" y="0"/>
                    <a:pt x="91" y="15"/>
                    <a:pt x="92" y="24"/>
                  </a:cubicBezTo>
                  <a:cubicBezTo>
                    <a:pt x="88" y="5"/>
                    <a:pt x="80" y="0"/>
                    <a:pt x="70" y="2"/>
                  </a:cubicBezTo>
                  <a:cubicBezTo>
                    <a:pt x="61" y="4"/>
                    <a:pt x="60" y="19"/>
                    <a:pt x="62" y="34"/>
                  </a:cubicBezTo>
                  <a:cubicBezTo>
                    <a:pt x="58" y="18"/>
                    <a:pt x="47" y="13"/>
                    <a:pt x="39" y="14"/>
                  </a:cubicBezTo>
                  <a:cubicBezTo>
                    <a:pt x="31" y="14"/>
                    <a:pt x="21" y="26"/>
                    <a:pt x="31" y="49"/>
                  </a:cubicBezTo>
                  <a:cubicBezTo>
                    <a:pt x="41" y="73"/>
                    <a:pt x="53" y="143"/>
                    <a:pt x="53" y="143"/>
                  </a:cubicBezTo>
                  <a:cubicBezTo>
                    <a:pt x="53" y="143"/>
                    <a:pt x="26" y="76"/>
                    <a:pt x="25" y="71"/>
                  </a:cubicBezTo>
                  <a:cubicBezTo>
                    <a:pt x="24" y="66"/>
                    <a:pt x="0" y="67"/>
                    <a:pt x="10" y="99"/>
                  </a:cubicBezTo>
                  <a:cubicBezTo>
                    <a:pt x="20" y="130"/>
                    <a:pt x="19" y="169"/>
                    <a:pt x="24" y="201"/>
                  </a:cubicBezTo>
                  <a:cubicBezTo>
                    <a:pt x="30" y="232"/>
                    <a:pt x="45" y="278"/>
                    <a:pt x="63" y="287"/>
                  </a:cubicBezTo>
                  <a:cubicBezTo>
                    <a:pt x="116" y="289"/>
                    <a:pt x="129" y="289"/>
                    <a:pt x="129" y="289"/>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5" name="Freeform 234"/>
            <p:cNvSpPr>
              <a:spLocks/>
            </p:cNvSpPr>
            <p:nvPr/>
          </p:nvSpPr>
          <p:spPr bwMode="auto">
            <a:xfrm>
              <a:off x="536575" y="3667125"/>
              <a:ext cx="493713" cy="561975"/>
            </a:xfrm>
            <a:custGeom>
              <a:avLst/>
              <a:gdLst>
                <a:gd name="T0" fmla="*/ 0 w 233"/>
                <a:gd name="T1" fmla="*/ 229 h 265"/>
                <a:gd name="T2" fmla="*/ 33 w 233"/>
                <a:gd name="T3" fmla="*/ 92 h 265"/>
                <a:gd name="T4" fmla="*/ 88 w 233"/>
                <a:gd name="T5" fmla="*/ 43 h 265"/>
                <a:gd name="T6" fmla="*/ 157 w 233"/>
                <a:gd name="T7" fmla="*/ 7 h 265"/>
                <a:gd name="T8" fmla="*/ 156 w 233"/>
                <a:gd name="T9" fmla="*/ 12 h 265"/>
                <a:gd name="T10" fmla="*/ 180 w 233"/>
                <a:gd name="T11" fmla="*/ 4 h 265"/>
                <a:gd name="T12" fmla="*/ 175 w 233"/>
                <a:gd name="T13" fmla="*/ 26 h 265"/>
                <a:gd name="T14" fmla="*/ 205 w 233"/>
                <a:gd name="T15" fmla="*/ 19 h 265"/>
                <a:gd name="T16" fmla="*/ 195 w 233"/>
                <a:gd name="T17" fmla="*/ 51 h 265"/>
                <a:gd name="T18" fmla="*/ 225 w 233"/>
                <a:gd name="T19" fmla="*/ 47 h 265"/>
                <a:gd name="T20" fmla="*/ 212 w 233"/>
                <a:gd name="T21" fmla="*/ 81 h 265"/>
                <a:gd name="T22" fmla="*/ 143 w 233"/>
                <a:gd name="T23" fmla="*/ 147 h 265"/>
                <a:gd name="T24" fmla="*/ 206 w 233"/>
                <a:gd name="T25" fmla="*/ 102 h 265"/>
                <a:gd name="T26" fmla="*/ 203 w 233"/>
                <a:gd name="T27" fmla="*/ 134 h 265"/>
                <a:gd name="T28" fmla="*/ 136 w 233"/>
                <a:gd name="T29" fmla="*/ 212 h 265"/>
                <a:gd name="T30" fmla="*/ 57 w 233"/>
                <a:gd name="T31" fmla="*/ 263 h 265"/>
                <a:gd name="T32" fmla="*/ 0 w 233"/>
                <a:gd name="T33" fmla="*/ 229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 h="265">
                  <a:moveTo>
                    <a:pt x="0" y="229"/>
                  </a:moveTo>
                  <a:cubicBezTo>
                    <a:pt x="0" y="229"/>
                    <a:pt x="21" y="130"/>
                    <a:pt x="33" y="92"/>
                  </a:cubicBezTo>
                  <a:cubicBezTo>
                    <a:pt x="45" y="54"/>
                    <a:pt x="58" y="62"/>
                    <a:pt x="88" y="43"/>
                  </a:cubicBezTo>
                  <a:cubicBezTo>
                    <a:pt x="118" y="23"/>
                    <a:pt x="143" y="2"/>
                    <a:pt x="157" y="7"/>
                  </a:cubicBezTo>
                  <a:cubicBezTo>
                    <a:pt x="156" y="12"/>
                    <a:pt x="156" y="12"/>
                    <a:pt x="156" y="12"/>
                  </a:cubicBezTo>
                  <a:cubicBezTo>
                    <a:pt x="156" y="12"/>
                    <a:pt x="169" y="0"/>
                    <a:pt x="180" y="4"/>
                  </a:cubicBezTo>
                  <a:cubicBezTo>
                    <a:pt x="191" y="9"/>
                    <a:pt x="181" y="20"/>
                    <a:pt x="175" y="26"/>
                  </a:cubicBezTo>
                  <a:cubicBezTo>
                    <a:pt x="189" y="13"/>
                    <a:pt x="198" y="12"/>
                    <a:pt x="205" y="19"/>
                  </a:cubicBezTo>
                  <a:cubicBezTo>
                    <a:pt x="212" y="26"/>
                    <a:pt x="205" y="40"/>
                    <a:pt x="195" y="51"/>
                  </a:cubicBezTo>
                  <a:cubicBezTo>
                    <a:pt x="207" y="40"/>
                    <a:pt x="219" y="42"/>
                    <a:pt x="225" y="47"/>
                  </a:cubicBezTo>
                  <a:cubicBezTo>
                    <a:pt x="232" y="52"/>
                    <a:pt x="233" y="66"/>
                    <a:pt x="212" y="81"/>
                  </a:cubicBezTo>
                  <a:cubicBezTo>
                    <a:pt x="191" y="95"/>
                    <a:pt x="143" y="147"/>
                    <a:pt x="143" y="147"/>
                  </a:cubicBezTo>
                  <a:cubicBezTo>
                    <a:pt x="143" y="147"/>
                    <a:pt x="202" y="106"/>
                    <a:pt x="206" y="102"/>
                  </a:cubicBezTo>
                  <a:cubicBezTo>
                    <a:pt x="209" y="99"/>
                    <a:pt x="229" y="113"/>
                    <a:pt x="203" y="134"/>
                  </a:cubicBezTo>
                  <a:cubicBezTo>
                    <a:pt x="178" y="155"/>
                    <a:pt x="157" y="188"/>
                    <a:pt x="136" y="212"/>
                  </a:cubicBezTo>
                  <a:cubicBezTo>
                    <a:pt x="114" y="235"/>
                    <a:pt x="76" y="265"/>
                    <a:pt x="57" y="263"/>
                  </a:cubicBezTo>
                  <a:cubicBezTo>
                    <a:pt x="11" y="236"/>
                    <a:pt x="0" y="229"/>
                    <a:pt x="0" y="229"/>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6" name="Freeform 235"/>
            <p:cNvSpPr>
              <a:spLocks/>
            </p:cNvSpPr>
            <p:nvPr/>
          </p:nvSpPr>
          <p:spPr bwMode="auto">
            <a:xfrm>
              <a:off x="646113" y="5013325"/>
              <a:ext cx="1049338" cy="569913"/>
            </a:xfrm>
            <a:custGeom>
              <a:avLst/>
              <a:gdLst>
                <a:gd name="T0" fmla="*/ 455 w 495"/>
                <a:gd name="T1" fmla="*/ 91 h 269"/>
                <a:gd name="T2" fmla="*/ 398 w 495"/>
                <a:gd name="T3" fmla="*/ 45 h 269"/>
                <a:gd name="T4" fmla="*/ 125 w 495"/>
                <a:gd name="T5" fmla="*/ 4 h 269"/>
                <a:gd name="T6" fmla="*/ 62 w 495"/>
                <a:gd name="T7" fmla="*/ 33 h 269"/>
                <a:gd name="T8" fmla="*/ 8 w 495"/>
                <a:gd name="T9" fmla="*/ 155 h 269"/>
                <a:gd name="T10" fmla="*/ 38 w 495"/>
                <a:gd name="T11" fmla="*/ 205 h 269"/>
                <a:gd name="T12" fmla="*/ 181 w 495"/>
                <a:gd name="T13" fmla="*/ 248 h 269"/>
                <a:gd name="T14" fmla="*/ 275 w 495"/>
                <a:gd name="T15" fmla="*/ 263 h 269"/>
                <a:gd name="T16" fmla="*/ 452 w 495"/>
                <a:gd name="T17" fmla="*/ 268 h 269"/>
                <a:gd name="T18" fmla="*/ 490 w 495"/>
                <a:gd name="T19" fmla="*/ 231 h 269"/>
                <a:gd name="T20" fmla="*/ 455 w 495"/>
                <a:gd name="T21" fmla="*/ 9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5" h="269">
                  <a:moveTo>
                    <a:pt x="455" y="91"/>
                  </a:moveTo>
                  <a:cubicBezTo>
                    <a:pt x="449" y="70"/>
                    <a:pt x="424" y="49"/>
                    <a:pt x="398" y="45"/>
                  </a:cubicBezTo>
                  <a:cubicBezTo>
                    <a:pt x="125" y="4"/>
                    <a:pt x="125" y="4"/>
                    <a:pt x="125" y="4"/>
                  </a:cubicBezTo>
                  <a:cubicBezTo>
                    <a:pt x="99" y="0"/>
                    <a:pt x="71" y="13"/>
                    <a:pt x="62" y="33"/>
                  </a:cubicBezTo>
                  <a:cubicBezTo>
                    <a:pt x="8" y="155"/>
                    <a:pt x="8" y="155"/>
                    <a:pt x="8" y="155"/>
                  </a:cubicBezTo>
                  <a:cubicBezTo>
                    <a:pt x="0" y="175"/>
                    <a:pt x="13" y="197"/>
                    <a:pt x="38" y="205"/>
                  </a:cubicBezTo>
                  <a:cubicBezTo>
                    <a:pt x="181" y="248"/>
                    <a:pt x="181" y="248"/>
                    <a:pt x="181" y="248"/>
                  </a:cubicBezTo>
                  <a:cubicBezTo>
                    <a:pt x="206" y="255"/>
                    <a:pt x="248" y="262"/>
                    <a:pt x="275" y="263"/>
                  </a:cubicBezTo>
                  <a:cubicBezTo>
                    <a:pt x="452" y="268"/>
                    <a:pt x="452" y="268"/>
                    <a:pt x="452" y="268"/>
                  </a:cubicBezTo>
                  <a:cubicBezTo>
                    <a:pt x="478" y="269"/>
                    <a:pt x="495" y="252"/>
                    <a:pt x="490" y="231"/>
                  </a:cubicBezTo>
                  <a:lnTo>
                    <a:pt x="455" y="91"/>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7" name="Freeform 236"/>
            <p:cNvSpPr>
              <a:spLocks/>
            </p:cNvSpPr>
            <p:nvPr/>
          </p:nvSpPr>
          <p:spPr bwMode="auto">
            <a:xfrm>
              <a:off x="628650" y="5159375"/>
              <a:ext cx="952500" cy="1020763"/>
            </a:xfrm>
            <a:custGeom>
              <a:avLst/>
              <a:gdLst>
                <a:gd name="T0" fmla="*/ 430 w 449"/>
                <a:gd name="T1" fmla="*/ 272 h 482"/>
                <a:gd name="T2" fmla="*/ 259 w 449"/>
                <a:gd name="T3" fmla="*/ 17 h 482"/>
                <a:gd name="T4" fmla="*/ 19 w 449"/>
                <a:gd name="T5" fmla="*/ 209 h 482"/>
                <a:gd name="T6" fmla="*/ 190 w 449"/>
                <a:gd name="T7" fmla="*/ 464 h 482"/>
                <a:gd name="T8" fmla="*/ 430 w 449"/>
                <a:gd name="T9" fmla="*/ 272 h 482"/>
              </a:gdLst>
              <a:ahLst/>
              <a:cxnLst>
                <a:cxn ang="0">
                  <a:pos x="T0" y="T1"/>
                </a:cxn>
                <a:cxn ang="0">
                  <a:pos x="T2" y="T3"/>
                </a:cxn>
                <a:cxn ang="0">
                  <a:pos x="T4" y="T5"/>
                </a:cxn>
                <a:cxn ang="0">
                  <a:pos x="T6" y="T7"/>
                </a:cxn>
                <a:cxn ang="0">
                  <a:pos x="T8" y="T9"/>
                </a:cxn>
              </a:cxnLst>
              <a:rect l="0" t="0" r="r" b="b"/>
              <a:pathLst>
                <a:path w="449" h="482">
                  <a:moveTo>
                    <a:pt x="430" y="272"/>
                  </a:moveTo>
                  <a:cubicBezTo>
                    <a:pt x="449" y="148"/>
                    <a:pt x="372" y="34"/>
                    <a:pt x="259" y="17"/>
                  </a:cubicBezTo>
                  <a:cubicBezTo>
                    <a:pt x="145" y="0"/>
                    <a:pt x="38" y="86"/>
                    <a:pt x="19" y="209"/>
                  </a:cubicBezTo>
                  <a:cubicBezTo>
                    <a:pt x="0" y="333"/>
                    <a:pt x="77" y="447"/>
                    <a:pt x="190" y="464"/>
                  </a:cubicBezTo>
                  <a:cubicBezTo>
                    <a:pt x="304" y="482"/>
                    <a:pt x="411" y="396"/>
                    <a:pt x="430" y="272"/>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8" name="Freeform 237"/>
            <p:cNvSpPr>
              <a:spLocks/>
            </p:cNvSpPr>
            <p:nvPr/>
          </p:nvSpPr>
          <p:spPr bwMode="auto">
            <a:xfrm>
              <a:off x="628650" y="5159375"/>
              <a:ext cx="733425" cy="987425"/>
            </a:xfrm>
            <a:custGeom>
              <a:avLst/>
              <a:gdLst>
                <a:gd name="T0" fmla="*/ 122 w 346"/>
                <a:gd name="T1" fmla="*/ 248 h 466"/>
                <a:gd name="T2" fmla="*/ 346 w 346"/>
                <a:gd name="T3" fmla="*/ 54 h 466"/>
                <a:gd name="T4" fmla="*/ 259 w 346"/>
                <a:gd name="T5" fmla="*/ 17 h 466"/>
                <a:gd name="T6" fmla="*/ 19 w 346"/>
                <a:gd name="T7" fmla="*/ 209 h 466"/>
                <a:gd name="T8" fmla="*/ 190 w 346"/>
                <a:gd name="T9" fmla="*/ 464 h 466"/>
                <a:gd name="T10" fmla="*/ 206 w 346"/>
                <a:gd name="T11" fmla="*/ 466 h 466"/>
                <a:gd name="T12" fmla="*/ 122 w 346"/>
                <a:gd name="T13" fmla="*/ 248 h 466"/>
              </a:gdLst>
              <a:ahLst/>
              <a:cxnLst>
                <a:cxn ang="0">
                  <a:pos x="T0" y="T1"/>
                </a:cxn>
                <a:cxn ang="0">
                  <a:pos x="T2" y="T3"/>
                </a:cxn>
                <a:cxn ang="0">
                  <a:pos x="T4" y="T5"/>
                </a:cxn>
                <a:cxn ang="0">
                  <a:pos x="T6" y="T7"/>
                </a:cxn>
                <a:cxn ang="0">
                  <a:pos x="T8" y="T9"/>
                </a:cxn>
                <a:cxn ang="0">
                  <a:pos x="T10" y="T11"/>
                </a:cxn>
                <a:cxn ang="0">
                  <a:pos x="T12" y="T13"/>
                </a:cxn>
              </a:cxnLst>
              <a:rect l="0" t="0" r="r" b="b"/>
              <a:pathLst>
                <a:path w="346" h="466">
                  <a:moveTo>
                    <a:pt x="122" y="248"/>
                  </a:moveTo>
                  <a:cubicBezTo>
                    <a:pt x="140" y="130"/>
                    <a:pt x="238" y="46"/>
                    <a:pt x="346" y="54"/>
                  </a:cubicBezTo>
                  <a:cubicBezTo>
                    <a:pt x="321" y="35"/>
                    <a:pt x="291" y="22"/>
                    <a:pt x="259" y="17"/>
                  </a:cubicBezTo>
                  <a:cubicBezTo>
                    <a:pt x="145" y="0"/>
                    <a:pt x="38" y="86"/>
                    <a:pt x="19" y="209"/>
                  </a:cubicBezTo>
                  <a:cubicBezTo>
                    <a:pt x="0" y="333"/>
                    <a:pt x="77" y="447"/>
                    <a:pt x="190" y="464"/>
                  </a:cubicBezTo>
                  <a:cubicBezTo>
                    <a:pt x="196" y="465"/>
                    <a:pt x="201" y="466"/>
                    <a:pt x="206" y="466"/>
                  </a:cubicBezTo>
                  <a:cubicBezTo>
                    <a:pt x="144" y="419"/>
                    <a:pt x="109" y="336"/>
                    <a:pt x="122" y="248"/>
                  </a:cubicBez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9" name="Freeform 238"/>
            <p:cNvSpPr>
              <a:spLocks/>
            </p:cNvSpPr>
            <p:nvPr/>
          </p:nvSpPr>
          <p:spPr bwMode="auto">
            <a:xfrm>
              <a:off x="2644775" y="134937"/>
              <a:ext cx="755650" cy="757238"/>
            </a:xfrm>
            <a:custGeom>
              <a:avLst/>
              <a:gdLst>
                <a:gd name="T0" fmla="*/ 114 w 357"/>
                <a:gd name="T1" fmla="*/ 322 h 357"/>
                <a:gd name="T2" fmla="*/ 36 w 357"/>
                <a:gd name="T3" fmla="*/ 114 h 357"/>
                <a:gd name="T4" fmla="*/ 243 w 357"/>
                <a:gd name="T5" fmla="*/ 36 h 357"/>
                <a:gd name="T6" fmla="*/ 321 w 357"/>
                <a:gd name="T7" fmla="*/ 243 h 357"/>
                <a:gd name="T8" fmla="*/ 114 w 357"/>
                <a:gd name="T9" fmla="*/ 322 h 357"/>
              </a:gdLst>
              <a:ahLst/>
              <a:cxnLst>
                <a:cxn ang="0">
                  <a:pos x="T0" y="T1"/>
                </a:cxn>
                <a:cxn ang="0">
                  <a:pos x="T2" y="T3"/>
                </a:cxn>
                <a:cxn ang="0">
                  <a:pos x="T4" y="T5"/>
                </a:cxn>
                <a:cxn ang="0">
                  <a:pos x="T6" y="T7"/>
                </a:cxn>
                <a:cxn ang="0">
                  <a:pos x="T8" y="T9"/>
                </a:cxn>
              </a:cxnLst>
              <a:rect l="0" t="0" r="r" b="b"/>
              <a:pathLst>
                <a:path w="357" h="357">
                  <a:moveTo>
                    <a:pt x="114" y="322"/>
                  </a:moveTo>
                  <a:cubicBezTo>
                    <a:pt x="35" y="286"/>
                    <a:pt x="0" y="193"/>
                    <a:pt x="36" y="114"/>
                  </a:cubicBezTo>
                  <a:cubicBezTo>
                    <a:pt x="71" y="35"/>
                    <a:pt x="164" y="0"/>
                    <a:pt x="243" y="36"/>
                  </a:cubicBezTo>
                  <a:cubicBezTo>
                    <a:pt x="322" y="72"/>
                    <a:pt x="357" y="164"/>
                    <a:pt x="321" y="243"/>
                  </a:cubicBezTo>
                  <a:cubicBezTo>
                    <a:pt x="286" y="322"/>
                    <a:pt x="193" y="357"/>
                    <a:pt x="114" y="32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0" name="Freeform 239"/>
            <p:cNvSpPr>
              <a:spLocks/>
            </p:cNvSpPr>
            <p:nvPr/>
          </p:nvSpPr>
          <p:spPr bwMode="auto">
            <a:xfrm>
              <a:off x="2781300" y="654050"/>
              <a:ext cx="133350" cy="142875"/>
            </a:xfrm>
            <a:custGeom>
              <a:avLst/>
              <a:gdLst>
                <a:gd name="T0" fmla="*/ 7 w 63"/>
                <a:gd name="T1" fmla="*/ 63 h 67"/>
                <a:gd name="T2" fmla="*/ 1 w 63"/>
                <a:gd name="T3" fmla="*/ 52 h 67"/>
                <a:gd name="T4" fmla="*/ 4 w 63"/>
                <a:gd name="T5" fmla="*/ 39 h 67"/>
                <a:gd name="T6" fmla="*/ 37 w 63"/>
                <a:gd name="T7" fmla="*/ 0 h 67"/>
                <a:gd name="T8" fmla="*/ 63 w 63"/>
                <a:gd name="T9" fmla="*/ 22 h 67"/>
                <a:gd name="T10" fmla="*/ 31 w 63"/>
                <a:gd name="T11" fmla="*/ 61 h 67"/>
                <a:gd name="T12" fmla="*/ 19 w 63"/>
                <a:gd name="T13" fmla="*/ 67 h 67"/>
                <a:gd name="T14" fmla="*/ 7 w 63"/>
                <a:gd name="T15" fmla="*/ 63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67">
                  <a:moveTo>
                    <a:pt x="7" y="63"/>
                  </a:moveTo>
                  <a:cubicBezTo>
                    <a:pt x="3" y="60"/>
                    <a:pt x="1" y="56"/>
                    <a:pt x="1" y="52"/>
                  </a:cubicBezTo>
                  <a:cubicBezTo>
                    <a:pt x="0" y="47"/>
                    <a:pt x="2" y="43"/>
                    <a:pt x="4" y="39"/>
                  </a:cubicBezTo>
                  <a:cubicBezTo>
                    <a:pt x="37" y="0"/>
                    <a:pt x="37" y="0"/>
                    <a:pt x="37" y="0"/>
                  </a:cubicBezTo>
                  <a:cubicBezTo>
                    <a:pt x="63" y="22"/>
                    <a:pt x="63" y="22"/>
                    <a:pt x="63" y="22"/>
                  </a:cubicBezTo>
                  <a:cubicBezTo>
                    <a:pt x="31" y="61"/>
                    <a:pt x="31" y="61"/>
                    <a:pt x="31" y="61"/>
                  </a:cubicBezTo>
                  <a:cubicBezTo>
                    <a:pt x="28" y="64"/>
                    <a:pt x="24" y="66"/>
                    <a:pt x="19" y="67"/>
                  </a:cubicBezTo>
                  <a:cubicBezTo>
                    <a:pt x="14" y="67"/>
                    <a:pt x="10" y="66"/>
                    <a:pt x="7" y="6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1" name="Freeform 240"/>
            <p:cNvSpPr>
              <a:spLocks/>
            </p:cNvSpPr>
            <p:nvPr/>
          </p:nvSpPr>
          <p:spPr bwMode="auto">
            <a:xfrm>
              <a:off x="2835275" y="654050"/>
              <a:ext cx="79375" cy="76200"/>
            </a:xfrm>
            <a:custGeom>
              <a:avLst/>
              <a:gdLst>
                <a:gd name="T0" fmla="*/ 38 w 38"/>
                <a:gd name="T1" fmla="*/ 22 h 36"/>
                <a:gd name="T2" fmla="*/ 12 w 38"/>
                <a:gd name="T3" fmla="*/ 0 h 36"/>
                <a:gd name="T4" fmla="*/ 0 w 38"/>
                <a:gd name="T5" fmla="*/ 15 h 36"/>
                <a:gd name="T6" fmla="*/ 26 w 38"/>
                <a:gd name="T7" fmla="*/ 36 h 36"/>
                <a:gd name="T8" fmla="*/ 38 w 38"/>
                <a:gd name="T9" fmla="*/ 22 h 36"/>
              </a:gdLst>
              <a:ahLst/>
              <a:cxnLst>
                <a:cxn ang="0">
                  <a:pos x="T0" y="T1"/>
                </a:cxn>
                <a:cxn ang="0">
                  <a:pos x="T2" y="T3"/>
                </a:cxn>
                <a:cxn ang="0">
                  <a:pos x="T4" y="T5"/>
                </a:cxn>
                <a:cxn ang="0">
                  <a:pos x="T6" y="T7"/>
                </a:cxn>
                <a:cxn ang="0">
                  <a:pos x="T8" y="T9"/>
                </a:cxn>
              </a:cxnLst>
              <a:rect l="0" t="0" r="r" b="b"/>
              <a:pathLst>
                <a:path w="38" h="36">
                  <a:moveTo>
                    <a:pt x="38" y="22"/>
                  </a:moveTo>
                  <a:cubicBezTo>
                    <a:pt x="12" y="0"/>
                    <a:pt x="12" y="0"/>
                    <a:pt x="12" y="0"/>
                  </a:cubicBezTo>
                  <a:cubicBezTo>
                    <a:pt x="0" y="15"/>
                    <a:pt x="0" y="15"/>
                    <a:pt x="0" y="15"/>
                  </a:cubicBezTo>
                  <a:cubicBezTo>
                    <a:pt x="7" y="23"/>
                    <a:pt x="16" y="30"/>
                    <a:pt x="26" y="36"/>
                  </a:cubicBezTo>
                  <a:lnTo>
                    <a:pt x="38" y="22"/>
                  </a:lnTo>
                  <a:close/>
                </a:path>
              </a:pathLst>
            </a:custGeom>
            <a:solidFill>
              <a:srgbClr val="E0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2" name="Freeform 241"/>
            <p:cNvSpPr>
              <a:spLocks/>
            </p:cNvSpPr>
            <p:nvPr/>
          </p:nvSpPr>
          <p:spPr bwMode="auto">
            <a:xfrm>
              <a:off x="2767013" y="258762"/>
              <a:ext cx="511175" cy="511175"/>
            </a:xfrm>
            <a:custGeom>
              <a:avLst/>
              <a:gdLst>
                <a:gd name="T0" fmla="*/ 77 w 241"/>
                <a:gd name="T1" fmla="*/ 217 h 241"/>
                <a:gd name="T2" fmla="*/ 24 w 241"/>
                <a:gd name="T3" fmla="*/ 77 h 241"/>
                <a:gd name="T4" fmla="*/ 164 w 241"/>
                <a:gd name="T5" fmla="*/ 24 h 241"/>
                <a:gd name="T6" fmla="*/ 217 w 241"/>
                <a:gd name="T7" fmla="*/ 164 h 241"/>
                <a:gd name="T8" fmla="*/ 77 w 241"/>
                <a:gd name="T9" fmla="*/ 217 h 241"/>
              </a:gdLst>
              <a:ahLst/>
              <a:cxnLst>
                <a:cxn ang="0">
                  <a:pos x="T0" y="T1"/>
                </a:cxn>
                <a:cxn ang="0">
                  <a:pos x="T2" y="T3"/>
                </a:cxn>
                <a:cxn ang="0">
                  <a:pos x="T4" y="T5"/>
                </a:cxn>
                <a:cxn ang="0">
                  <a:pos x="T6" y="T7"/>
                </a:cxn>
                <a:cxn ang="0">
                  <a:pos x="T8" y="T9"/>
                </a:cxn>
              </a:cxnLst>
              <a:rect l="0" t="0" r="r" b="b"/>
              <a:pathLst>
                <a:path w="241" h="241">
                  <a:moveTo>
                    <a:pt x="77" y="217"/>
                  </a:moveTo>
                  <a:cubicBezTo>
                    <a:pt x="24" y="193"/>
                    <a:pt x="0" y="131"/>
                    <a:pt x="24" y="77"/>
                  </a:cubicBezTo>
                  <a:cubicBezTo>
                    <a:pt x="48" y="24"/>
                    <a:pt x="111" y="0"/>
                    <a:pt x="164" y="24"/>
                  </a:cubicBezTo>
                  <a:cubicBezTo>
                    <a:pt x="217" y="48"/>
                    <a:pt x="241" y="111"/>
                    <a:pt x="217" y="164"/>
                  </a:cubicBezTo>
                  <a:cubicBezTo>
                    <a:pt x="193" y="218"/>
                    <a:pt x="130" y="241"/>
                    <a:pt x="77" y="2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3" name="Freeform 242"/>
            <p:cNvSpPr>
              <a:spLocks/>
            </p:cNvSpPr>
            <p:nvPr/>
          </p:nvSpPr>
          <p:spPr bwMode="auto">
            <a:xfrm>
              <a:off x="2806700" y="298450"/>
              <a:ext cx="430213" cy="430213"/>
            </a:xfrm>
            <a:custGeom>
              <a:avLst/>
              <a:gdLst>
                <a:gd name="T0" fmla="*/ 65 w 203"/>
                <a:gd name="T1" fmla="*/ 183 h 203"/>
                <a:gd name="T2" fmla="*/ 20 w 203"/>
                <a:gd name="T3" fmla="*/ 65 h 203"/>
                <a:gd name="T4" fmla="*/ 138 w 203"/>
                <a:gd name="T5" fmla="*/ 21 h 203"/>
                <a:gd name="T6" fmla="*/ 183 w 203"/>
                <a:gd name="T7" fmla="*/ 138 h 203"/>
                <a:gd name="T8" fmla="*/ 65 w 203"/>
                <a:gd name="T9" fmla="*/ 183 h 203"/>
              </a:gdLst>
              <a:ahLst/>
              <a:cxnLst>
                <a:cxn ang="0">
                  <a:pos x="T0" y="T1"/>
                </a:cxn>
                <a:cxn ang="0">
                  <a:pos x="T2" y="T3"/>
                </a:cxn>
                <a:cxn ang="0">
                  <a:pos x="T4" y="T5"/>
                </a:cxn>
                <a:cxn ang="0">
                  <a:pos x="T6" y="T7"/>
                </a:cxn>
                <a:cxn ang="0">
                  <a:pos x="T8" y="T9"/>
                </a:cxn>
              </a:cxnLst>
              <a:rect l="0" t="0" r="r" b="b"/>
              <a:pathLst>
                <a:path w="203" h="203">
                  <a:moveTo>
                    <a:pt x="65" y="183"/>
                  </a:moveTo>
                  <a:cubicBezTo>
                    <a:pt x="20" y="163"/>
                    <a:pt x="0" y="110"/>
                    <a:pt x="20" y="65"/>
                  </a:cubicBezTo>
                  <a:cubicBezTo>
                    <a:pt x="41" y="20"/>
                    <a:pt x="93" y="0"/>
                    <a:pt x="138" y="21"/>
                  </a:cubicBezTo>
                  <a:cubicBezTo>
                    <a:pt x="183" y="41"/>
                    <a:pt x="203" y="94"/>
                    <a:pt x="183" y="138"/>
                  </a:cubicBezTo>
                  <a:cubicBezTo>
                    <a:pt x="162" y="183"/>
                    <a:pt x="110" y="203"/>
                    <a:pt x="65" y="183"/>
                  </a:cubicBezTo>
                  <a:close/>
                </a:path>
              </a:pathLst>
            </a:custGeom>
            <a:solidFill>
              <a:srgbClr val="8D4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4" name="Freeform 243"/>
            <p:cNvSpPr>
              <a:spLocks/>
            </p:cNvSpPr>
            <p:nvPr/>
          </p:nvSpPr>
          <p:spPr bwMode="auto">
            <a:xfrm>
              <a:off x="2921000" y="315912"/>
              <a:ext cx="315913" cy="385763"/>
            </a:xfrm>
            <a:custGeom>
              <a:avLst/>
              <a:gdLst>
                <a:gd name="T0" fmla="*/ 51 w 149"/>
                <a:gd name="T1" fmla="*/ 25 h 182"/>
                <a:gd name="T2" fmla="*/ 95 w 149"/>
                <a:gd name="T3" fmla="*/ 143 h 182"/>
                <a:gd name="T4" fmla="*/ 62 w 149"/>
                <a:gd name="T5" fmla="*/ 182 h 182"/>
                <a:gd name="T6" fmla="*/ 129 w 149"/>
                <a:gd name="T7" fmla="*/ 130 h 182"/>
                <a:gd name="T8" fmla="*/ 84 w 149"/>
                <a:gd name="T9" fmla="*/ 13 h 182"/>
                <a:gd name="T10" fmla="*/ 0 w 149"/>
                <a:gd name="T11" fmla="*/ 19 h 182"/>
                <a:gd name="T12" fmla="*/ 51 w 149"/>
                <a:gd name="T13" fmla="*/ 25 h 182"/>
              </a:gdLst>
              <a:ahLst/>
              <a:cxnLst>
                <a:cxn ang="0">
                  <a:pos x="T0" y="T1"/>
                </a:cxn>
                <a:cxn ang="0">
                  <a:pos x="T2" y="T3"/>
                </a:cxn>
                <a:cxn ang="0">
                  <a:pos x="T4" y="T5"/>
                </a:cxn>
                <a:cxn ang="0">
                  <a:pos x="T6" y="T7"/>
                </a:cxn>
                <a:cxn ang="0">
                  <a:pos x="T8" y="T9"/>
                </a:cxn>
                <a:cxn ang="0">
                  <a:pos x="T10" y="T11"/>
                </a:cxn>
                <a:cxn ang="0">
                  <a:pos x="T12" y="T13"/>
                </a:cxn>
              </a:cxnLst>
              <a:rect l="0" t="0" r="r" b="b"/>
              <a:pathLst>
                <a:path w="149" h="182">
                  <a:moveTo>
                    <a:pt x="51" y="25"/>
                  </a:moveTo>
                  <a:cubicBezTo>
                    <a:pt x="95" y="46"/>
                    <a:pt x="115" y="98"/>
                    <a:pt x="95" y="143"/>
                  </a:cubicBezTo>
                  <a:cubicBezTo>
                    <a:pt x="88" y="160"/>
                    <a:pt x="76" y="173"/>
                    <a:pt x="62" y="182"/>
                  </a:cubicBezTo>
                  <a:cubicBezTo>
                    <a:pt x="90" y="177"/>
                    <a:pt x="116" y="159"/>
                    <a:pt x="129" y="130"/>
                  </a:cubicBezTo>
                  <a:cubicBezTo>
                    <a:pt x="149" y="86"/>
                    <a:pt x="129" y="33"/>
                    <a:pt x="84" y="13"/>
                  </a:cubicBezTo>
                  <a:cubicBezTo>
                    <a:pt x="56" y="0"/>
                    <a:pt x="24" y="3"/>
                    <a:pt x="0" y="19"/>
                  </a:cubicBezTo>
                  <a:cubicBezTo>
                    <a:pt x="17" y="16"/>
                    <a:pt x="34" y="18"/>
                    <a:pt x="51" y="25"/>
                  </a:cubicBezTo>
                  <a:close/>
                </a:path>
              </a:pathLst>
            </a:custGeom>
            <a:solidFill>
              <a:srgbClr val="5128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5" name="Freeform 244"/>
            <p:cNvSpPr>
              <a:spLocks/>
            </p:cNvSpPr>
            <p:nvPr/>
          </p:nvSpPr>
          <p:spPr bwMode="auto">
            <a:xfrm>
              <a:off x="69850" y="1949450"/>
              <a:ext cx="757238" cy="755650"/>
            </a:xfrm>
            <a:custGeom>
              <a:avLst/>
              <a:gdLst>
                <a:gd name="T0" fmla="*/ 114 w 357"/>
                <a:gd name="T1" fmla="*/ 322 h 357"/>
                <a:gd name="T2" fmla="*/ 36 w 357"/>
                <a:gd name="T3" fmla="*/ 114 h 357"/>
                <a:gd name="T4" fmla="*/ 243 w 357"/>
                <a:gd name="T5" fmla="*/ 36 h 357"/>
                <a:gd name="T6" fmla="*/ 322 w 357"/>
                <a:gd name="T7" fmla="*/ 243 h 357"/>
                <a:gd name="T8" fmla="*/ 114 w 357"/>
                <a:gd name="T9" fmla="*/ 322 h 357"/>
              </a:gdLst>
              <a:ahLst/>
              <a:cxnLst>
                <a:cxn ang="0">
                  <a:pos x="T0" y="T1"/>
                </a:cxn>
                <a:cxn ang="0">
                  <a:pos x="T2" y="T3"/>
                </a:cxn>
                <a:cxn ang="0">
                  <a:pos x="T4" y="T5"/>
                </a:cxn>
                <a:cxn ang="0">
                  <a:pos x="T6" y="T7"/>
                </a:cxn>
                <a:cxn ang="0">
                  <a:pos x="T8" y="T9"/>
                </a:cxn>
              </a:cxnLst>
              <a:rect l="0" t="0" r="r" b="b"/>
              <a:pathLst>
                <a:path w="357" h="357">
                  <a:moveTo>
                    <a:pt x="114" y="322"/>
                  </a:moveTo>
                  <a:cubicBezTo>
                    <a:pt x="35" y="286"/>
                    <a:pt x="0" y="193"/>
                    <a:pt x="36" y="114"/>
                  </a:cubicBezTo>
                  <a:cubicBezTo>
                    <a:pt x="72" y="35"/>
                    <a:pt x="165" y="0"/>
                    <a:pt x="243" y="36"/>
                  </a:cubicBezTo>
                  <a:cubicBezTo>
                    <a:pt x="322" y="72"/>
                    <a:pt x="357" y="165"/>
                    <a:pt x="322" y="243"/>
                  </a:cubicBezTo>
                  <a:cubicBezTo>
                    <a:pt x="286" y="322"/>
                    <a:pt x="193" y="357"/>
                    <a:pt x="114" y="32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6" name="Freeform 245"/>
            <p:cNvSpPr>
              <a:spLocks/>
            </p:cNvSpPr>
            <p:nvPr/>
          </p:nvSpPr>
          <p:spPr bwMode="auto">
            <a:xfrm>
              <a:off x="209550" y="2468562"/>
              <a:ext cx="131763" cy="141288"/>
            </a:xfrm>
            <a:custGeom>
              <a:avLst/>
              <a:gdLst>
                <a:gd name="T0" fmla="*/ 6 w 62"/>
                <a:gd name="T1" fmla="*/ 63 h 67"/>
                <a:gd name="T2" fmla="*/ 0 w 62"/>
                <a:gd name="T3" fmla="*/ 52 h 67"/>
                <a:gd name="T4" fmla="*/ 4 w 62"/>
                <a:gd name="T5" fmla="*/ 39 h 67"/>
                <a:gd name="T6" fmla="*/ 36 w 62"/>
                <a:gd name="T7" fmla="*/ 0 h 67"/>
                <a:gd name="T8" fmla="*/ 62 w 62"/>
                <a:gd name="T9" fmla="*/ 22 h 67"/>
                <a:gd name="T10" fmla="*/ 30 w 62"/>
                <a:gd name="T11" fmla="*/ 61 h 67"/>
                <a:gd name="T12" fmla="*/ 18 w 62"/>
                <a:gd name="T13" fmla="*/ 67 h 67"/>
                <a:gd name="T14" fmla="*/ 6 w 62"/>
                <a:gd name="T15" fmla="*/ 63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67">
                  <a:moveTo>
                    <a:pt x="6" y="63"/>
                  </a:moveTo>
                  <a:cubicBezTo>
                    <a:pt x="3" y="60"/>
                    <a:pt x="0" y="56"/>
                    <a:pt x="0" y="52"/>
                  </a:cubicBezTo>
                  <a:cubicBezTo>
                    <a:pt x="0" y="47"/>
                    <a:pt x="1" y="43"/>
                    <a:pt x="4" y="39"/>
                  </a:cubicBezTo>
                  <a:cubicBezTo>
                    <a:pt x="36" y="0"/>
                    <a:pt x="36" y="0"/>
                    <a:pt x="36" y="0"/>
                  </a:cubicBezTo>
                  <a:cubicBezTo>
                    <a:pt x="62" y="22"/>
                    <a:pt x="62" y="22"/>
                    <a:pt x="62" y="22"/>
                  </a:cubicBezTo>
                  <a:cubicBezTo>
                    <a:pt x="30" y="61"/>
                    <a:pt x="30" y="61"/>
                    <a:pt x="30" y="61"/>
                  </a:cubicBezTo>
                  <a:cubicBezTo>
                    <a:pt x="27" y="64"/>
                    <a:pt x="23" y="67"/>
                    <a:pt x="18" y="67"/>
                  </a:cubicBezTo>
                  <a:cubicBezTo>
                    <a:pt x="14" y="67"/>
                    <a:pt x="9" y="66"/>
                    <a:pt x="6" y="6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7" name="Freeform 246"/>
            <p:cNvSpPr>
              <a:spLocks/>
            </p:cNvSpPr>
            <p:nvPr/>
          </p:nvSpPr>
          <p:spPr bwMode="auto">
            <a:xfrm>
              <a:off x="260350" y="2468562"/>
              <a:ext cx="80963" cy="76200"/>
            </a:xfrm>
            <a:custGeom>
              <a:avLst/>
              <a:gdLst>
                <a:gd name="T0" fmla="*/ 38 w 38"/>
                <a:gd name="T1" fmla="*/ 22 h 36"/>
                <a:gd name="T2" fmla="*/ 12 w 38"/>
                <a:gd name="T3" fmla="*/ 0 h 36"/>
                <a:gd name="T4" fmla="*/ 0 w 38"/>
                <a:gd name="T5" fmla="*/ 15 h 36"/>
                <a:gd name="T6" fmla="*/ 26 w 38"/>
                <a:gd name="T7" fmla="*/ 36 h 36"/>
                <a:gd name="T8" fmla="*/ 38 w 38"/>
                <a:gd name="T9" fmla="*/ 22 h 36"/>
              </a:gdLst>
              <a:ahLst/>
              <a:cxnLst>
                <a:cxn ang="0">
                  <a:pos x="T0" y="T1"/>
                </a:cxn>
                <a:cxn ang="0">
                  <a:pos x="T2" y="T3"/>
                </a:cxn>
                <a:cxn ang="0">
                  <a:pos x="T4" y="T5"/>
                </a:cxn>
                <a:cxn ang="0">
                  <a:pos x="T6" y="T7"/>
                </a:cxn>
                <a:cxn ang="0">
                  <a:pos x="T8" y="T9"/>
                </a:cxn>
              </a:cxnLst>
              <a:rect l="0" t="0" r="r" b="b"/>
              <a:pathLst>
                <a:path w="38" h="36">
                  <a:moveTo>
                    <a:pt x="38" y="22"/>
                  </a:moveTo>
                  <a:cubicBezTo>
                    <a:pt x="12" y="0"/>
                    <a:pt x="12" y="0"/>
                    <a:pt x="12" y="0"/>
                  </a:cubicBezTo>
                  <a:cubicBezTo>
                    <a:pt x="0" y="15"/>
                    <a:pt x="0" y="15"/>
                    <a:pt x="0" y="15"/>
                  </a:cubicBezTo>
                  <a:cubicBezTo>
                    <a:pt x="8" y="23"/>
                    <a:pt x="16" y="30"/>
                    <a:pt x="26" y="36"/>
                  </a:cubicBezTo>
                  <a:lnTo>
                    <a:pt x="38" y="22"/>
                  </a:lnTo>
                  <a:close/>
                </a:path>
              </a:pathLst>
            </a:custGeom>
            <a:solidFill>
              <a:srgbClr val="E0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8" name="Freeform 247"/>
            <p:cNvSpPr>
              <a:spLocks/>
            </p:cNvSpPr>
            <p:nvPr/>
          </p:nvSpPr>
          <p:spPr bwMode="auto">
            <a:xfrm>
              <a:off x="192088" y="2071687"/>
              <a:ext cx="512763" cy="512763"/>
            </a:xfrm>
            <a:custGeom>
              <a:avLst/>
              <a:gdLst>
                <a:gd name="T0" fmla="*/ 77 w 242"/>
                <a:gd name="T1" fmla="*/ 217 h 242"/>
                <a:gd name="T2" fmla="*/ 24 w 242"/>
                <a:gd name="T3" fmla="*/ 77 h 242"/>
                <a:gd name="T4" fmla="*/ 165 w 242"/>
                <a:gd name="T5" fmla="*/ 24 h 242"/>
                <a:gd name="T6" fmla="*/ 217 w 242"/>
                <a:gd name="T7" fmla="*/ 165 h 242"/>
                <a:gd name="T8" fmla="*/ 77 w 242"/>
                <a:gd name="T9" fmla="*/ 217 h 242"/>
              </a:gdLst>
              <a:ahLst/>
              <a:cxnLst>
                <a:cxn ang="0">
                  <a:pos x="T0" y="T1"/>
                </a:cxn>
                <a:cxn ang="0">
                  <a:pos x="T2" y="T3"/>
                </a:cxn>
                <a:cxn ang="0">
                  <a:pos x="T4" y="T5"/>
                </a:cxn>
                <a:cxn ang="0">
                  <a:pos x="T6" y="T7"/>
                </a:cxn>
                <a:cxn ang="0">
                  <a:pos x="T8" y="T9"/>
                </a:cxn>
              </a:cxnLst>
              <a:rect l="0" t="0" r="r" b="b"/>
              <a:pathLst>
                <a:path w="242" h="242">
                  <a:moveTo>
                    <a:pt x="77" y="217"/>
                  </a:moveTo>
                  <a:cubicBezTo>
                    <a:pt x="24" y="193"/>
                    <a:pt x="0" y="131"/>
                    <a:pt x="24" y="77"/>
                  </a:cubicBezTo>
                  <a:cubicBezTo>
                    <a:pt x="48" y="24"/>
                    <a:pt x="111" y="0"/>
                    <a:pt x="165" y="24"/>
                  </a:cubicBezTo>
                  <a:cubicBezTo>
                    <a:pt x="218" y="48"/>
                    <a:pt x="242" y="111"/>
                    <a:pt x="217" y="165"/>
                  </a:cubicBezTo>
                  <a:cubicBezTo>
                    <a:pt x="193" y="218"/>
                    <a:pt x="131" y="242"/>
                    <a:pt x="77" y="2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9" name="Freeform 248"/>
            <p:cNvSpPr>
              <a:spLocks/>
            </p:cNvSpPr>
            <p:nvPr/>
          </p:nvSpPr>
          <p:spPr bwMode="auto">
            <a:xfrm>
              <a:off x="234950" y="2114550"/>
              <a:ext cx="428625" cy="428625"/>
            </a:xfrm>
            <a:custGeom>
              <a:avLst/>
              <a:gdLst>
                <a:gd name="T0" fmla="*/ 64 w 202"/>
                <a:gd name="T1" fmla="*/ 182 h 202"/>
                <a:gd name="T2" fmla="*/ 20 w 202"/>
                <a:gd name="T3" fmla="*/ 64 h 202"/>
                <a:gd name="T4" fmla="*/ 138 w 202"/>
                <a:gd name="T5" fmla="*/ 20 h 202"/>
                <a:gd name="T6" fmla="*/ 182 w 202"/>
                <a:gd name="T7" fmla="*/ 138 h 202"/>
                <a:gd name="T8" fmla="*/ 64 w 202"/>
                <a:gd name="T9" fmla="*/ 182 h 202"/>
              </a:gdLst>
              <a:ahLst/>
              <a:cxnLst>
                <a:cxn ang="0">
                  <a:pos x="T0" y="T1"/>
                </a:cxn>
                <a:cxn ang="0">
                  <a:pos x="T2" y="T3"/>
                </a:cxn>
                <a:cxn ang="0">
                  <a:pos x="T4" y="T5"/>
                </a:cxn>
                <a:cxn ang="0">
                  <a:pos x="T6" y="T7"/>
                </a:cxn>
                <a:cxn ang="0">
                  <a:pos x="T8" y="T9"/>
                </a:cxn>
              </a:cxnLst>
              <a:rect l="0" t="0" r="r" b="b"/>
              <a:pathLst>
                <a:path w="202" h="202">
                  <a:moveTo>
                    <a:pt x="64" y="182"/>
                  </a:moveTo>
                  <a:cubicBezTo>
                    <a:pt x="19" y="162"/>
                    <a:pt x="0" y="109"/>
                    <a:pt x="20" y="64"/>
                  </a:cubicBezTo>
                  <a:cubicBezTo>
                    <a:pt x="40" y="19"/>
                    <a:pt x="93" y="0"/>
                    <a:pt x="138" y="20"/>
                  </a:cubicBezTo>
                  <a:cubicBezTo>
                    <a:pt x="182" y="40"/>
                    <a:pt x="202" y="93"/>
                    <a:pt x="182" y="138"/>
                  </a:cubicBezTo>
                  <a:cubicBezTo>
                    <a:pt x="162" y="182"/>
                    <a:pt x="109" y="202"/>
                    <a:pt x="64" y="182"/>
                  </a:cubicBezTo>
                  <a:close/>
                </a:path>
              </a:pathLst>
            </a:custGeom>
            <a:solidFill>
              <a:srgbClr val="8D4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0" name="Freeform 249"/>
            <p:cNvSpPr>
              <a:spLocks/>
            </p:cNvSpPr>
            <p:nvPr/>
          </p:nvSpPr>
          <p:spPr bwMode="auto">
            <a:xfrm>
              <a:off x="347663" y="2128837"/>
              <a:ext cx="315913" cy="385763"/>
            </a:xfrm>
            <a:custGeom>
              <a:avLst/>
              <a:gdLst>
                <a:gd name="T0" fmla="*/ 51 w 149"/>
                <a:gd name="T1" fmla="*/ 26 h 182"/>
                <a:gd name="T2" fmla="*/ 95 w 149"/>
                <a:gd name="T3" fmla="*/ 143 h 182"/>
                <a:gd name="T4" fmla="*/ 62 w 149"/>
                <a:gd name="T5" fmla="*/ 182 h 182"/>
                <a:gd name="T6" fmla="*/ 129 w 149"/>
                <a:gd name="T7" fmla="*/ 131 h 182"/>
                <a:gd name="T8" fmla="*/ 85 w 149"/>
                <a:gd name="T9" fmla="*/ 13 h 182"/>
                <a:gd name="T10" fmla="*/ 0 w 149"/>
                <a:gd name="T11" fmla="*/ 19 h 182"/>
                <a:gd name="T12" fmla="*/ 51 w 149"/>
                <a:gd name="T13" fmla="*/ 26 h 182"/>
              </a:gdLst>
              <a:ahLst/>
              <a:cxnLst>
                <a:cxn ang="0">
                  <a:pos x="T0" y="T1"/>
                </a:cxn>
                <a:cxn ang="0">
                  <a:pos x="T2" y="T3"/>
                </a:cxn>
                <a:cxn ang="0">
                  <a:pos x="T4" y="T5"/>
                </a:cxn>
                <a:cxn ang="0">
                  <a:pos x="T6" y="T7"/>
                </a:cxn>
                <a:cxn ang="0">
                  <a:pos x="T8" y="T9"/>
                </a:cxn>
                <a:cxn ang="0">
                  <a:pos x="T10" y="T11"/>
                </a:cxn>
                <a:cxn ang="0">
                  <a:pos x="T12" y="T13"/>
                </a:cxn>
              </a:cxnLst>
              <a:rect l="0" t="0" r="r" b="b"/>
              <a:pathLst>
                <a:path w="149" h="182">
                  <a:moveTo>
                    <a:pt x="51" y="26"/>
                  </a:moveTo>
                  <a:cubicBezTo>
                    <a:pt x="96" y="46"/>
                    <a:pt x="116" y="98"/>
                    <a:pt x="95" y="143"/>
                  </a:cubicBezTo>
                  <a:cubicBezTo>
                    <a:pt x="88" y="160"/>
                    <a:pt x="76" y="173"/>
                    <a:pt x="62" y="182"/>
                  </a:cubicBezTo>
                  <a:cubicBezTo>
                    <a:pt x="90" y="177"/>
                    <a:pt x="116" y="159"/>
                    <a:pt x="129" y="131"/>
                  </a:cubicBezTo>
                  <a:cubicBezTo>
                    <a:pt x="149" y="86"/>
                    <a:pt x="129" y="33"/>
                    <a:pt x="85" y="13"/>
                  </a:cubicBezTo>
                  <a:cubicBezTo>
                    <a:pt x="56" y="0"/>
                    <a:pt x="25" y="3"/>
                    <a:pt x="0" y="19"/>
                  </a:cubicBezTo>
                  <a:cubicBezTo>
                    <a:pt x="17" y="16"/>
                    <a:pt x="34" y="18"/>
                    <a:pt x="51" y="26"/>
                  </a:cubicBezTo>
                  <a:close/>
                </a:path>
              </a:pathLst>
            </a:custGeom>
            <a:solidFill>
              <a:srgbClr val="5128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1" name="Freeform 250"/>
            <p:cNvSpPr>
              <a:spLocks/>
            </p:cNvSpPr>
            <p:nvPr/>
          </p:nvSpPr>
          <p:spPr bwMode="auto">
            <a:xfrm>
              <a:off x="3355975" y="606425"/>
              <a:ext cx="835025" cy="577850"/>
            </a:xfrm>
            <a:custGeom>
              <a:avLst/>
              <a:gdLst>
                <a:gd name="T0" fmla="*/ 0 w 526"/>
                <a:gd name="T1" fmla="*/ 0 h 364"/>
                <a:gd name="T2" fmla="*/ 526 w 526"/>
                <a:gd name="T3" fmla="*/ 0 h 364"/>
                <a:gd name="T4" fmla="*/ 526 w 526"/>
                <a:gd name="T5" fmla="*/ 364 h 364"/>
                <a:gd name="T6" fmla="*/ 0 w 526"/>
                <a:gd name="T7" fmla="*/ 363 h 364"/>
                <a:gd name="T8" fmla="*/ 0 w 526"/>
                <a:gd name="T9" fmla="*/ 0 h 364"/>
              </a:gdLst>
              <a:ahLst/>
              <a:cxnLst>
                <a:cxn ang="0">
                  <a:pos x="T0" y="T1"/>
                </a:cxn>
                <a:cxn ang="0">
                  <a:pos x="T2" y="T3"/>
                </a:cxn>
                <a:cxn ang="0">
                  <a:pos x="T4" y="T5"/>
                </a:cxn>
                <a:cxn ang="0">
                  <a:pos x="T6" y="T7"/>
                </a:cxn>
                <a:cxn ang="0">
                  <a:pos x="T8" y="T9"/>
                </a:cxn>
              </a:cxnLst>
              <a:rect l="0" t="0" r="r" b="b"/>
              <a:pathLst>
                <a:path w="526" h="364">
                  <a:moveTo>
                    <a:pt x="0" y="0"/>
                  </a:moveTo>
                  <a:lnTo>
                    <a:pt x="526" y="0"/>
                  </a:lnTo>
                  <a:lnTo>
                    <a:pt x="526" y="364"/>
                  </a:lnTo>
                  <a:lnTo>
                    <a:pt x="0" y="36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2" name="Freeform 251"/>
            <p:cNvSpPr>
              <a:spLocks/>
            </p:cNvSpPr>
            <p:nvPr/>
          </p:nvSpPr>
          <p:spPr bwMode="auto">
            <a:xfrm>
              <a:off x="3355975" y="606425"/>
              <a:ext cx="835025" cy="577850"/>
            </a:xfrm>
            <a:custGeom>
              <a:avLst/>
              <a:gdLst>
                <a:gd name="T0" fmla="*/ 0 w 526"/>
                <a:gd name="T1" fmla="*/ 0 h 364"/>
                <a:gd name="T2" fmla="*/ 526 w 526"/>
                <a:gd name="T3" fmla="*/ 0 h 364"/>
                <a:gd name="T4" fmla="*/ 526 w 526"/>
                <a:gd name="T5" fmla="*/ 364 h 364"/>
                <a:gd name="T6" fmla="*/ 0 w 526"/>
                <a:gd name="T7" fmla="*/ 363 h 364"/>
                <a:gd name="T8" fmla="*/ 0 w 526"/>
                <a:gd name="T9" fmla="*/ 0 h 364"/>
              </a:gdLst>
              <a:ahLst/>
              <a:cxnLst>
                <a:cxn ang="0">
                  <a:pos x="T0" y="T1"/>
                </a:cxn>
                <a:cxn ang="0">
                  <a:pos x="T2" y="T3"/>
                </a:cxn>
                <a:cxn ang="0">
                  <a:pos x="T4" y="T5"/>
                </a:cxn>
                <a:cxn ang="0">
                  <a:pos x="T6" y="T7"/>
                </a:cxn>
                <a:cxn ang="0">
                  <a:pos x="T8" y="T9"/>
                </a:cxn>
              </a:cxnLst>
              <a:rect l="0" t="0" r="r" b="b"/>
              <a:pathLst>
                <a:path w="526" h="364">
                  <a:moveTo>
                    <a:pt x="0" y="0"/>
                  </a:moveTo>
                  <a:lnTo>
                    <a:pt x="526" y="0"/>
                  </a:lnTo>
                  <a:lnTo>
                    <a:pt x="526" y="364"/>
                  </a:lnTo>
                  <a:lnTo>
                    <a:pt x="0" y="36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3" name="Rectangle 252"/>
            <p:cNvSpPr>
              <a:spLocks noChangeArrowheads="1"/>
            </p:cNvSpPr>
            <p:nvPr/>
          </p:nvSpPr>
          <p:spPr bwMode="auto">
            <a:xfrm>
              <a:off x="3408363" y="1068387"/>
              <a:ext cx="73025" cy="69850"/>
            </a:xfrm>
            <a:prstGeom prst="rect">
              <a:avLst/>
            </a:prstGeom>
            <a:solidFill>
              <a:srgbClr val="DBA4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4" name="Rectangle 253"/>
            <p:cNvSpPr>
              <a:spLocks noChangeArrowheads="1"/>
            </p:cNvSpPr>
            <p:nvPr/>
          </p:nvSpPr>
          <p:spPr bwMode="auto">
            <a:xfrm>
              <a:off x="3514725" y="1068387"/>
              <a:ext cx="73025" cy="69850"/>
            </a:xfrm>
            <a:prstGeom prst="rect">
              <a:avLst/>
            </a:prstGeom>
            <a:solidFill>
              <a:srgbClr val="CA6B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5" name="Rectangle 254"/>
            <p:cNvSpPr>
              <a:spLocks noChangeArrowheads="1"/>
            </p:cNvSpPr>
            <p:nvPr/>
          </p:nvSpPr>
          <p:spPr bwMode="auto">
            <a:xfrm>
              <a:off x="3621088" y="1068387"/>
              <a:ext cx="71438" cy="69850"/>
            </a:xfrm>
            <a:prstGeom prst="rect">
              <a:avLst/>
            </a:prstGeom>
            <a:solidFill>
              <a:srgbClr val="DD5E0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6" name="Rectangle 255"/>
            <p:cNvSpPr>
              <a:spLocks noChangeArrowheads="1"/>
            </p:cNvSpPr>
            <p:nvPr/>
          </p:nvSpPr>
          <p:spPr bwMode="auto">
            <a:xfrm>
              <a:off x="3727450" y="1068387"/>
              <a:ext cx="71438" cy="69850"/>
            </a:xfrm>
            <a:prstGeom prst="rect">
              <a:avLst/>
            </a:prstGeom>
            <a:solidFill>
              <a:srgbClr val="E6C6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7" name="Rectangle 256"/>
            <p:cNvSpPr>
              <a:spLocks noChangeArrowheads="1"/>
            </p:cNvSpPr>
            <p:nvPr/>
          </p:nvSpPr>
          <p:spPr bwMode="auto">
            <a:xfrm>
              <a:off x="3832225" y="1068387"/>
              <a:ext cx="73025" cy="69850"/>
            </a:xfrm>
            <a:prstGeom prst="rect">
              <a:avLst/>
            </a:prstGeom>
            <a:solidFill>
              <a:srgbClr val="F9B6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8" name="Freeform 257"/>
            <p:cNvSpPr>
              <a:spLocks/>
            </p:cNvSpPr>
            <p:nvPr/>
          </p:nvSpPr>
          <p:spPr bwMode="auto">
            <a:xfrm>
              <a:off x="3938588" y="1068387"/>
              <a:ext cx="71438" cy="71438"/>
            </a:xfrm>
            <a:custGeom>
              <a:avLst/>
              <a:gdLst>
                <a:gd name="T0" fmla="*/ 45 w 45"/>
                <a:gd name="T1" fmla="*/ 0 h 45"/>
                <a:gd name="T2" fmla="*/ 45 w 45"/>
                <a:gd name="T3" fmla="*/ 45 h 45"/>
                <a:gd name="T4" fmla="*/ 0 w 45"/>
                <a:gd name="T5" fmla="*/ 44 h 45"/>
                <a:gd name="T6" fmla="*/ 0 w 45"/>
                <a:gd name="T7" fmla="*/ 0 h 45"/>
                <a:gd name="T8" fmla="*/ 45 w 45"/>
                <a:gd name="T9" fmla="*/ 0 h 45"/>
              </a:gdLst>
              <a:ahLst/>
              <a:cxnLst>
                <a:cxn ang="0">
                  <a:pos x="T0" y="T1"/>
                </a:cxn>
                <a:cxn ang="0">
                  <a:pos x="T2" y="T3"/>
                </a:cxn>
                <a:cxn ang="0">
                  <a:pos x="T4" y="T5"/>
                </a:cxn>
                <a:cxn ang="0">
                  <a:pos x="T6" y="T7"/>
                </a:cxn>
                <a:cxn ang="0">
                  <a:pos x="T8" y="T9"/>
                </a:cxn>
              </a:cxnLst>
              <a:rect l="0" t="0" r="r" b="b"/>
              <a:pathLst>
                <a:path w="45" h="45">
                  <a:moveTo>
                    <a:pt x="45" y="0"/>
                  </a:moveTo>
                  <a:lnTo>
                    <a:pt x="45" y="45"/>
                  </a:lnTo>
                  <a:lnTo>
                    <a:pt x="0" y="44"/>
                  </a:lnTo>
                  <a:lnTo>
                    <a:pt x="0" y="0"/>
                  </a:lnTo>
                  <a:lnTo>
                    <a:pt x="45" y="0"/>
                  </a:lnTo>
                  <a:close/>
                </a:path>
              </a:pathLst>
            </a:custGeom>
            <a:solidFill>
              <a:srgbClr val="A6B1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9" name="Rectangle 258"/>
            <p:cNvSpPr>
              <a:spLocks noChangeArrowheads="1"/>
            </p:cNvSpPr>
            <p:nvPr/>
          </p:nvSpPr>
          <p:spPr bwMode="auto">
            <a:xfrm>
              <a:off x="4044950" y="1068387"/>
              <a:ext cx="71438" cy="71438"/>
            </a:xfrm>
            <a:prstGeom prst="rect">
              <a:avLst/>
            </a:prstGeom>
            <a:solidFill>
              <a:srgbClr val="630E1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0" name="Freeform 259"/>
            <p:cNvSpPr>
              <a:spLocks/>
            </p:cNvSpPr>
            <p:nvPr/>
          </p:nvSpPr>
          <p:spPr bwMode="auto">
            <a:xfrm>
              <a:off x="3408363" y="963612"/>
              <a:ext cx="73025" cy="69850"/>
            </a:xfrm>
            <a:custGeom>
              <a:avLst/>
              <a:gdLst>
                <a:gd name="T0" fmla="*/ 46 w 46"/>
                <a:gd name="T1" fmla="*/ 0 h 44"/>
                <a:gd name="T2" fmla="*/ 46 w 46"/>
                <a:gd name="T3" fmla="*/ 44 h 44"/>
                <a:gd name="T4" fmla="*/ 0 w 46"/>
                <a:gd name="T5" fmla="*/ 44 h 44"/>
                <a:gd name="T6" fmla="*/ 2 w 46"/>
                <a:gd name="T7" fmla="*/ 0 h 44"/>
                <a:gd name="T8" fmla="*/ 46 w 46"/>
                <a:gd name="T9" fmla="*/ 0 h 44"/>
              </a:gdLst>
              <a:ahLst/>
              <a:cxnLst>
                <a:cxn ang="0">
                  <a:pos x="T0" y="T1"/>
                </a:cxn>
                <a:cxn ang="0">
                  <a:pos x="T2" y="T3"/>
                </a:cxn>
                <a:cxn ang="0">
                  <a:pos x="T4" y="T5"/>
                </a:cxn>
                <a:cxn ang="0">
                  <a:pos x="T6" y="T7"/>
                </a:cxn>
                <a:cxn ang="0">
                  <a:pos x="T8" y="T9"/>
                </a:cxn>
              </a:cxnLst>
              <a:rect l="0" t="0" r="r" b="b"/>
              <a:pathLst>
                <a:path w="46" h="44">
                  <a:moveTo>
                    <a:pt x="46" y="0"/>
                  </a:moveTo>
                  <a:lnTo>
                    <a:pt x="46" y="44"/>
                  </a:lnTo>
                  <a:lnTo>
                    <a:pt x="0" y="44"/>
                  </a:lnTo>
                  <a:lnTo>
                    <a:pt x="2" y="0"/>
                  </a:lnTo>
                  <a:lnTo>
                    <a:pt x="46" y="0"/>
                  </a:lnTo>
                  <a:close/>
                </a:path>
              </a:pathLst>
            </a:custGeom>
            <a:solidFill>
              <a:srgbClr val="A13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1" name="Freeform 260"/>
            <p:cNvSpPr>
              <a:spLocks/>
            </p:cNvSpPr>
            <p:nvPr/>
          </p:nvSpPr>
          <p:spPr bwMode="auto">
            <a:xfrm>
              <a:off x="3514725" y="963612"/>
              <a:ext cx="73025" cy="69850"/>
            </a:xfrm>
            <a:custGeom>
              <a:avLst/>
              <a:gdLst>
                <a:gd name="T0" fmla="*/ 46 w 46"/>
                <a:gd name="T1" fmla="*/ 0 h 44"/>
                <a:gd name="T2" fmla="*/ 46 w 46"/>
                <a:gd name="T3" fmla="*/ 44 h 44"/>
                <a:gd name="T4" fmla="*/ 0 w 46"/>
                <a:gd name="T5" fmla="*/ 44 h 44"/>
                <a:gd name="T6" fmla="*/ 2 w 46"/>
                <a:gd name="T7" fmla="*/ 0 h 44"/>
                <a:gd name="T8" fmla="*/ 46 w 46"/>
                <a:gd name="T9" fmla="*/ 0 h 44"/>
              </a:gdLst>
              <a:ahLst/>
              <a:cxnLst>
                <a:cxn ang="0">
                  <a:pos x="T0" y="T1"/>
                </a:cxn>
                <a:cxn ang="0">
                  <a:pos x="T2" y="T3"/>
                </a:cxn>
                <a:cxn ang="0">
                  <a:pos x="T4" y="T5"/>
                </a:cxn>
                <a:cxn ang="0">
                  <a:pos x="T6" y="T7"/>
                </a:cxn>
                <a:cxn ang="0">
                  <a:pos x="T8" y="T9"/>
                </a:cxn>
              </a:cxnLst>
              <a:rect l="0" t="0" r="r" b="b"/>
              <a:pathLst>
                <a:path w="46" h="44">
                  <a:moveTo>
                    <a:pt x="46" y="0"/>
                  </a:moveTo>
                  <a:lnTo>
                    <a:pt x="46" y="44"/>
                  </a:lnTo>
                  <a:lnTo>
                    <a:pt x="0" y="44"/>
                  </a:lnTo>
                  <a:lnTo>
                    <a:pt x="2" y="0"/>
                  </a:lnTo>
                  <a:lnTo>
                    <a:pt x="46" y="0"/>
                  </a:lnTo>
                  <a:close/>
                </a:path>
              </a:pathLst>
            </a:custGeom>
            <a:solidFill>
              <a:srgbClr val="A640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2" name="Freeform 261"/>
            <p:cNvSpPr>
              <a:spLocks/>
            </p:cNvSpPr>
            <p:nvPr/>
          </p:nvSpPr>
          <p:spPr bwMode="auto">
            <a:xfrm>
              <a:off x="3621088" y="963612"/>
              <a:ext cx="71438" cy="69850"/>
            </a:xfrm>
            <a:custGeom>
              <a:avLst/>
              <a:gdLst>
                <a:gd name="T0" fmla="*/ 45 w 45"/>
                <a:gd name="T1" fmla="*/ 0 h 44"/>
                <a:gd name="T2" fmla="*/ 45 w 45"/>
                <a:gd name="T3" fmla="*/ 44 h 44"/>
                <a:gd name="T4" fmla="*/ 0 w 45"/>
                <a:gd name="T5" fmla="*/ 44 h 44"/>
                <a:gd name="T6" fmla="*/ 1 w 45"/>
                <a:gd name="T7" fmla="*/ 0 h 44"/>
                <a:gd name="T8" fmla="*/ 45 w 45"/>
                <a:gd name="T9" fmla="*/ 0 h 44"/>
              </a:gdLst>
              <a:ahLst/>
              <a:cxnLst>
                <a:cxn ang="0">
                  <a:pos x="T0" y="T1"/>
                </a:cxn>
                <a:cxn ang="0">
                  <a:pos x="T2" y="T3"/>
                </a:cxn>
                <a:cxn ang="0">
                  <a:pos x="T4" y="T5"/>
                </a:cxn>
                <a:cxn ang="0">
                  <a:pos x="T6" y="T7"/>
                </a:cxn>
                <a:cxn ang="0">
                  <a:pos x="T8" y="T9"/>
                </a:cxn>
              </a:cxnLst>
              <a:rect l="0" t="0" r="r" b="b"/>
              <a:pathLst>
                <a:path w="45" h="44">
                  <a:moveTo>
                    <a:pt x="45" y="0"/>
                  </a:moveTo>
                  <a:lnTo>
                    <a:pt x="45" y="44"/>
                  </a:lnTo>
                  <a:lnTo>
                    <a:pt x="0" y="44"/>
                  </a:lnTo>
                  <a:lnTo>
                    <a:pt x="1" y="0"/>
                  </a:lnTo>
                  <a:lnTo>
                    <a:pt x="45" y="0"/>
                  </a:lnTo>
                  <a:close/>
                </a:path>
              </a:pathLst>
            </a:custGeom>
            <a:solidFill>
              <a:srgbClr val="BD00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3" name="Freeform 262"/>
            <p:cNvSpPr>
              <a:spLocks/>
            </p:cNvSpPr>
            <p:nvPr/>
          </p:nvSpPr>
          <p:spPr bwMode="auto">
            <a:xfrm>
              <a:off x="3727450" y="963612"/>
              <a:ext cx="71438" cy="69850"/>
            </a:xfrm>
            <a:custGeom>
              <a:avLst/>
              <a:gdLst>
                <a:gd name="T0" fmla="*/ 45 w 45"/>
                <a:gd name="T1" fmla="*/ 0 h 44"/>
                <a:gd name="T2" fmla="*/ 45 w 45"/>
                <a:gd name="T3" fmla="*/ 44 h 44"/>
                <a:gd name="T4" fmla="*/ 0 w 45"/>
                <a:gd name="T5" fmla="*/ 44 h 44"/>
                <a:gd name="T6" fmla="*/ 1 w 45"/>
                <a:gd name="T7" fmla="*/ 0 h 44"/>
                <a:gd name="T8" fmla="*/ 45 w 45"/>
                <a:gd name="T9" fmla="*/ 0 h 44"/>
              </a:gdLst>
              <a:ahLst/>
              <a:cxnLst>
                <a:cxn ang="0">
                  <a:pos x="T0" y="T1"/>
                </a:cxn>
                <a:cxn ang="0">
                  <a:pos x="T2" y="T3"/>
                </a:cxn>
                <a:cxn ang="0">
                  <a:pos x="T4" y="T5"/>
                </a:cxn>
                <a:cxn ang="0">
                  <a:pos x="T6" y="T7"/>
                </a:cxn>
                <a:cxn ang="0">
                  <a:pos x="T8" y="T9"/>
                </a:cxn>
              </a:cxnLst>
              <a:rect l="0" t="0" r="r" b="b"/>
              <a:pathLst>
                <a:path w="45" h="44">
                  <a:moveTo>
                    <a:pt x="45" y="0"/>
                  </a:moveTo>
                  <a:lnTo>
                    <a:pt x="45" y="44"/>
                  </a:lnTo>
                  <a:lnTo>
                    <a:pt x="0" y="44"/>
                  </a:lnTo>
                  <a:lnTo>
                    <a:pt x="1" y="0"/>
                  </a:lnTo>
                  <a:lnTo>
                    <a:pt x="45" y="0"/>
                  </a:lnTo>
                  <a:close/>
                </a:path>
              </a:pathLst>
            </a:custGeom>
            <a:solidFill>
              <a:srgbClr val="D00E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4" name="Freeform 263"/>
            <p:cNvSpPr>
              <a:spLocks/>
            </p:cNvSpPr>
            <p:nvPr/>
          </p:nvSpPr>
          <p:spPr bwMode="auto">
            <a:xfrm>
              <a:off x="3832225" y="963612"/>
              <a:ext cx="73025" cy="73025"/>
            </a:xfrm>
            <a:custGeom>
              <a:avLst/>
              <a:gdLst>
                <a:gd name="T0" fmla="*/ 46 w 46"/>
                <a:gd name="T1" fmla="*/ 0 h 46"/>
                <a:gd name="T2" fmla="*/ 46 w 46"/>
                <a:gd name="T3" fmla="*/ 46 h 46"/>
                <a:gd name="T4" fmla="*/ 0 w 46"/>
                <a:gd name="T5" fmla="*/ 46 h 46"/>
                <a:gd name="T6" fmla="*/ 2 w 46"/>
                <a:gd name="T7" fmla="*/ 0 h 46"/>
                <a:gd name="T8" fmla="*/ 46 w 46"/>
                <a:gd name="T9" fmla="*/ 0 h 46"/>
              </a:gdLst>
              <a:ahLst/>
              <a:cxnLst>
                <a:cxn ang="0">
                  <a:pos x="T0" y="T1"/>
                </a:cxn>
                <a:cxn ang="0">
                  <a:pos x="T2" y="T3"/>
                </a:cxn>
                <a:cxn ang="0">
                  <a:pos x="T4" y="T5"/>
                </a:cxn>
                <a:cxn ang="0">
                  <a:pos x="T6" y="T7"/>
                </a:cxn>
                <a:cxn ang="0">
                  <a:pos x="T8" y="T9"/>
                </a:cxn>
              </a:cxnLst>
              <a:rect l="0" t="0" r="r" b="b"/>
              <a:pathLst>
                <a:path w="46" h="46">
                  <a:moveTo>
                    <a:pt x="46" y="0"/>
                  </a:moveTo>
                  <a:lnTo>
                    <a:pt x="46" y="46"/>
                  </a:lnTo>
                  <a:lnTo>
                    <a:pt x="0" y="46"/>
                  </a:lnTo>
                  <a:lnTo>
                    <a:pt x="2" y="0"/>
                  </a:lnTo>
                  <a:lnTo>
                    <a:pt x="46" y="0"/>
                  </a:lnTo>
                  <a:close/>
                </a:path>
              </a:pathLst>
            </a:custGeom>
            <a:solidFill>
              <a:srgbClr val="1907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5" name="Rectangle 264"/>
            <p:cNvSpPr>
              <a:spLocks noChangeArrowheads="1"/>
            </p:cNvSpPr>
            <p:nvPr/>
          </p:nvSpPr>
          <p:spPr bwMode="auto">
            <a:xfrm>
              <a:off x="3938588" y="963612"/>
              <a:ext cx="71438" cy="73025"/>
            </a:xfrm>
            <a:prstGeom prst="rect">
              <a:avLst/>
            </a:prstGeom>
            <a:solidFill>
              <a:srgbClr val="5536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6" name="Rectangle 265"/>
            <p:cNvSpPr>
              <a:spLocks noChangeArrowheads="1"/>
            </p:cNvSpPr>
            <p:nvPr/>
          </p:nvSpPr>
          <p:spPr bwMode="auto">
            <a:xfrm>
              <a:off x="4044950" y="963612"/>
              <a:ext cx="71438" cy="73025"/>
            </a:xfrm>
            <a:prstGeom prst="rect">
              <a:avLst/>
            </a:prstGeom>
            <a:solidFill>
              <a:srgbClr val="4626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7" name="Rectangle 266"/>
            <p:cNvSpPr>
              <a:spLocks noChangeArrowheads="1"/>
            </p:cNvSpPr>
            <p:nvPr/>
          </p:nvSpPr>
          <p:spPr bwMode="auto">
            <a:xfrm>
              <a:off x="3411538" y="860425"/>
              <a:ext cx="69850" cy="69850"/>
            </a:xfrm>
            <a:prstGeom prst="rect">
              <a:avLst/>
            </a:prstGeom>
            <a:solidFill>
              <a:srgbClr val="8B2AB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8" name="Rectangle 267"/>
            <p:cNvSpPr>
              <a:spLocks noChangeArrowheads="1"/>
            </p:cNvSpPr>
            <p:nvPr/>
          </p:nvSpPr>
          <p:spPr bwMode="auto">
            <a:xfrm>
              <a:off x="3517900" y="860425"/>
              <a:ext cx="69850" cy="69850"/>
            </a:xfrm>
            <a:prstGeom prst="rect">
              <a:avLst/>
            </a:prstGeom>
            <a:solidFill>
              <a:srgbClr val="C166A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9" name="Freeform 268"/>
            <p:cNvSpPr>
              <a:spLocks/>
            </p:cNvSpPr>
            <p:nvPr/>
          </p:nvSpPr>
          <p:spPr bwMode="auto">
            <a:xfrm>
              <a:off x="3622675" y="860425"/>
              <a:ext cx="69850" cy="71438"/>
            </a:xfrm>
            <a:custGeom>
              <a:avLst/>
              <a:gdLst>
                <a:gd name="T0" fmla="*/ 44 w 44"/>
                <a:gd name="T1" fmla="*/ 0 h 45"/>
                <a:gd name="T2" fmla="*/ 44 w 44"/>
                <a:gd name="T3" fmla="*/ 45 h 45"/>
                <a:gd name="T4" fmla="*/ 0 w 44"/>
                <a:gd name="T5" fmla="*/ 44 h 45"/>
                <a:gd name="T6" fmla="*/ 0 w 44"/>
                <a:gd name="T7" fmla="*/ 0 h 45"/>
                <a:gd name="T8" fmla="*/ 44 w 44"/>
                <a:gd name="T9" fmla="*/ 0 h 45"/>
              </a:gdLst>
              <a:ahLst/>
              <a:cxnLst>
                <a:cxn ang="0">
                  <a:pos x="T0" y="T1"/>
                </a:cxn>
                <a:cxn ang="0">
                  <a:pos x="T2" y="T3"/>
                </a:cxn>
                <a:cxn ang="0">
                  <a:pos x="T4" y="T5"/>
                </a:cxn>
                <a:cxn ang="0">
                  <a:pos x="T6" y="T7"/>
                </a:cxn>
                <a:cxn ang="0">
                  <a:pos x="T8" y="T9"/>
                </a:cxn>
              </a:cxnLst>
              <a:rect l="0" t="0" r="r" b="b"/>
              <a:pathLst>
                <a:path w="44" h="45">
                  <a:moveTo>
                    <a:pt x="44" y="0"/>
                  </a:moveTo>
                  <a:lnTo>
                    <a:pt x="44" y="45"/>
                  </a:lnTo>
                  <a:lnTo>
                    <a:pt x="0" y="44"/>
                  </a:lnTo>
                  <a:lnTo>
                    <a:pt x="0" y="0"/>
                  </a:lnTo>
                  <a:lnTo>
                    <a:pt x="44" y="0"/>
                  </a:lnTo>
                  <a:close/>
                </a:path>
              </a:pathLst>
            </a:custGeom>
            <a:solidFill>
              <a:srgbClr val="F60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0" name="Rectangle 269"/>
            <p:cNvSpPr>
              <a:spLocks noChangeArrowheads="1"/>
            </p:cNvSpPr>
            <p:nvPr/>
          </p:nvSpPr>
          <p:spPr bwMode="auto">
            <a:xfrm>
              <a:off x="3729038" y="860425"/>
              <a:ext cx="69850" cy="71438"/>
            </a:xfrm>
            <a:prstGeom prst="rect">
              <a:avLst/>
            </a:prstGeom>
            <a:solidFill>
              <a:srgbClr val="EA1BA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1" name="Rectangle 270"/>
            <p:cNvSpPr>
              <a:spLocks noChangeArrowheads="1"/>
            </p:cNvSpPr>
            <p:nvPr/>
          </p:nvSpPr>
          <p:spPr bwMode="auto">
            <a:xfrm>
              <a:off x="3835400" y="860425"/>
              <a:ext cx="69850" cy="71438"/>
            </a:xfrm>
            <a:prstGeom prst="rect">
              <a:avLst/>
            </a:prstGeom>
            <a:solidFill>
              <a:srgbClr val="F69ED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2" name="Rectangle 271"/>
            <p:cNvSpPr>
              <a:spLocks noChangeArrowheads="1"/>
            </p:cNvSpPr>
            <p:nvPr/>
          </p:nvSpPr>
          <p:spPr bwMode="auto">
            <a:xfrm>
              <a:off x="3940175" y="860425"/>
              <a:ext cx="69850" cy="71438"/>
            </a:xfrm>
            <a:prstGeom prst="rect">
              <a:avLst/>
            </a:prstGeom>
            <a:solidFill>
              <a:srgbClr val="315EC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3" name="Rectangle 272"/>
            <p:cNvSpPr>
              <a:spLocks noChangeArrowheads="1"/>
            </p:cNvSpPr>
            <p:nvPr/>
          </p:nvSpPr>
          <p:spPr bwMode="auto">
            <a:xfrm>
              <a:off x="4046538" y="860425"/>
              <a:ext cx="69850" cy="71438"/>
            </a:xfrm>
            <a:prstGeom prst="rect">
              <a:avLst/>
            </a:prstGeom>
            <a:solidFill>
              <a:srgbClr val="4A81D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4" name="Freeform 273"/>
            <p:cNvSpPr>
              <a:spLocks/>
            </p:cNvSpPr>
            <p:nvPr/>
          </p:nvSpPr>
          <p:spPr bwMode="auto">
            <a:xfrm>
              <a:off x="3411538" y="757237"/>
              <a:ext cx="69850" cy="71438"/>
            </a:xfrm>
            <a:custGeom>
              <a:avLst/>
              <a:gdLst>
                <a:gd name="T0" fmla="*/ 44 w 44"/>
                <a:gd name="T1" fmla="*/ 0 h 45"/>
                <a:gd name="T2" fmla="*/ 44 w 44"/>
                <a:gd name="T3" fmla="*/ 45 h 45"/>
                <a:gd name="T4" fmla="*/ 0 w 44"/>
                <a:gd name="T5" fmla="*/ 44 h 45"/>
                <a:gd name="T6" fmla="*/ 0 w 44"/>
                <a:gd name="T7" fmla="*/ 0 h 45"/>
                <a:gd name="T8" fmla="*/ 44 w 44"/>
                <a:gd name="T9" fmla="*/ 0 h 45"/>
              </a:gdLst>
              <a:ahLst/>
              <a:cxnLst>
                <a:cxn ang="0">
                  <a:pos x="T0" y="T1"/>
                </a:cxn>
                <a:cxn ang="0">
                  <a:pos x="T2" y="T3"/>
                </a:cxn>
                <a:cxn ang="0">
                  <a:pos x="T4" y="T5"/>
                </a:cxn>
                <a:cxn ang="0">
                  <a:pos x="T6" y="T7"/>
                </a:cxn>
                <a:cxn ang="0">
                  <a:pos x="T8" y="T9"/>
                </a:cxn>
              </a:cxnLst>
              <a:rect l="0" t="0" r="r" b="b"/>
              <a:pathLst>
                <a:path w="44" h="45">
                  <a:moveTo>
                    <a:pt x="44" y="0"/>
                  </a:moveTo>
                  <a:lnTo>
                    <a:pt x="44" y="45"/>
                  </a:lnTo>
                  <a:lnTo>
                    <a:pt x="0" y="44"/>
                  </a:lnTo>
                  <a:lnTo>
                    <a:pt x="0" y="0"/>
                  </a:lnTo>
                  <a:lnTo>
                    <a:pt x="44" y="0"/>
                  </a:lnTo>
                  <a:close/>
                </a:path>
              </a:pathLst>
            </a:custGeom>
            <a:solidFill>
              <a:srgbClr val="0716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5" name="Rectangle 274"/>
            <p:cNvSpPr>
              <a:spLocks noChangeArrowheads="1"/>
            </p:cNvSpPr>
            <p:nvPr/>
          </p:nvSpPr>
          <p:spPr bwMode="auto">
            <a:xfrm>
              <a:off x="3517900" y="757237"/>
              <a:ext cx="69850" cy="71438"/>
            </a:xfrm>
            <a:prstGeom prst="rect">
              <a:avLst/>
            </a:prstGeom>
            <a:solidFill>
              <a:srgbClr val="2A43B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6" name="Rectangle 275"/>
            <p:cNvSpPr>
              <a:spLocks noChangeArrowheads="1"/>
            </p:cNvSpPr>
            <p:nvPr/>
          </p:nvSpPr>
          <p:spPr bwMode="auto">
            <a:xfrm>
              <a:off x="3622675" y="757237"/>
              <a:ext cx="69850" cy="71438"/>
            </a:xfrm>
            <a:prstGeom prst="rect">
              <a:avLst/>
            </a:prstGeom>
            <a:solidFill>
              <a:srgbClr val="3F54A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7" name="Rectangle 276"/>
            <p:cNvSpPr>
              <a:spLocks noChangeArrowheads="1"/>
            </p:cNvSpPr>
            <p:nvPr/>
          </p:nvSpPr>
          <p:spPr bwMode="auto">
            <a:xfrm>
              <a:off x="3729038" y="757237"/>
              <a:ext cx="69850" cy="71438"/>
            </a:xfrm>
            <a:prstGeom prst="rect">
              <a:avLst/>
            </a:prstGeom>
            <a:solidFill>
              <a:srgbClr val="1D25A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8" name="Rectangle 277"/>
            <p:cNvSpPr>
              <a:spLocks noChangeArrowheads="1"/>
            </p:cNvSpPr>
            <p:nvPr/>
          </p:nvSpPr>
          <p:spPr bwMode="auto">
            <a:xfrm>
              <a:off x="3835400" y="757237"/>
              <a:ext cx="69850" cy="71438"/>
            </a:xfrm>
            <a:prstGeom prst="rect">
              <a:avLst/>
            </a:prstGeom>
            <a:solidFill>
              <a:srgbClr val="1D3C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9" name="Rectangle 278"/>
            <p:cNvSpPr>
              <a:spLocks noChangeArrowheads="1"/>
            </p:cNvSpPr>
            <p:nvPr/>
          </p:nvSpPr>
          <p:spPr bwMode="auto">
            <a:xfrm>
              <a:off x="3940175" y="757237"/>
              <a:ext cx="69850" cy="71438"/>
            </a:xfrm>
            <a:prstGeom prst="rect">
              <a:avLst/>
            </a:prstGeom>
            <a:solidFill>
              <a:srgbClr val="2760C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0" name="Rectangle 279"/>
            <p:cNvSpPr>
              <a:spLocks noChangeArrowheads="1"/>
            </p:cNvSpPr>
            <p:nvPr/>
          </p:nvSpPr>
          <p:spPr bwMode="auto">
            <a:xfrm>
              <a:off x="4046538" y="757237"/>
              <a:ext cx="69850" cy="71438"/>
            </a:xfrm>
            <a:prstGeom prst="rect">
              <a:avLst/>
            </a:prstGeom>
            <a:solidFill>
              <a:srgbClr val="3E7DD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1" name="Rectangle 280"/>
            <p:cNvSpPr>
              <a:spLocks noChangeArrowheads="1"/>
            </p:cNvSpPr>
            <p:nvPr/>
          </p:nvSpPr>
          <p:spPr bwMode="auto">
            <a:xfrm>
              <a:off x="3411538" y="652462"/>
              <a:ext cx="69850" cy="71438"/>
            </a:xfrm>
            <a:prstGeom prst="rect">
              <a:avLst/>
            </a:prstGeom>
            <a:solidFill>
              <a:srgbClr val="3F8C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2" name="Rectangle 281"/>
            <p:cNvSpPr>
              <a:spLocks noChangeArrowheads="1"/>
            </p:cNvSpPr>
            <p:nvPr/>
          </p:nvSpPr>
          <p:spPr bwMode="auto">
            <a:xfrm>
              <a:off x="3517900" y="652462"/>
              <a:ext cx="69850" cy="71438"/>
            </a:xfrm>
            <a:prstGeom prst="rect">
              <a:avLst/>
            </a:prstGeom>
            <a:solidFill>
              <a:srgbClr val="4AA3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3" name="Rectangle 282"/>
            <p:cNvSpPr>
              <a:spLocks noChangeArrowheads="1"/>
            </p:cNvSpPr>
            <p:nvPr/>
          </p:nvSpPr>
          <p:spPr bwMode="auto">
            <a:xfrm>
              <a:off x="3622675" y="652462"/>
              <a:ext cx="69850" cy="71438"/>
            </a:xfrm>
            <a:prstGeom prst="rect">
              <a:avLst/>
            </a:prstGeom>
            <a:solidFill>
              <a:srgbClr val="59B85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4" name="Rectangle 283"/>
            <p:cNvSpPr>
              <a:spLocks noChangeArrowheads="1"/>
            </p:cNvSpPr>
            <p:nvPr/>
          </p:nvSpPr>
          <p:spPr bwMode="auto">
            <a:xfrm>
              <a:off x="3729038" y="652462"/>
              <a:ext cx="69850" cy="71438"/>
            </a:xfrm>
            <a:prstGeom prst="rect">
              <a:avLst/>
            </a:prstGeom>
            <a:solidFill>
              <a:srgbClr val="6DC86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5" name="Rectangle 284"/>
            <p:cNvSpPr>
              <a:spLocks noChangeArrowheads="1"/>
            </p:cNvSpPr>
            <p:nvPr/>
          </p:nvSpPr>
          <p:spPr bwMode="auto">
            <a:xfrm>
              <a:off x="3835400" y="652462"/>
              <a:ext cx="69850" cy="71438"/>
            </a:xfrm>
            <a:prstGeom prst="rect">
              <a:avLst/>
            </a:prstGeom>
            <a:solidFill>
              <a:srgbClr val="7CC84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6" name="Freeform 285"/>
            <p:cNvSpPr>
              <a:spLocks/>
            </p:cNvSpPr>
            <p:nvPr/>
          </p:nvSpPr>
          <p:spPr bwMode="auto">
            <a:xfrm>
              <a:off x="3940175" y="652462"/>
              <a:ext cx="69850" cy="71438"/>
            </a:xfrm>
            <a:custGeom>
              <a:avLst/>
              <a:gdLst>
                <a:gd name="T0" fmla="*/ 44 w 44"/>
                <a:gd name="T1" fmla="*/ 1 h 45"/>
                <a:gd name="T2" fmla="*/ 44 w 44"/>
                <a:gd name="T3" fmla="*/ 45 h 45"/>
                <a:gd name="T4" fmla="*/ 0 w 44"/>
                <a:gd name="T5" fmla="*/ 45 h 45"/>
                <a:gd name="T6" fmla="*/ 0 w 44"/>
                <a:gd name="T7" fmla="*/ 0 h 45"/>
                <a:gd name="T8" fmla="*/ 44 w 44"/>
                <a:gd name="T9" fmla="*/ 1 h 45"/>
              </a:gdLst>
              <a:ahLst/>
              <a:cxnLst>
                <a:cxn ang="0">
                  <a:pos x="T0" y="T1"/>
                </a:cxn>
                <a:cxn ang="0">
                  <a:pos x="T2" y="T3"/>
                </a:cxn>
                <a:cxn ang="0">
                  <a:pos x="T4" y="T5"/>
                </a:cxn>
                <a:cxn ang="0">
                  <a:pos x="T6" y="T7"/>
                </a:cxn>
                <a:cxn ang="0">
                  <a:pos x="T8" y="T9"/>
                </a:cxn>
              </a:cxnLst>
              <a:rect l="0" t="0" r="r" b="b"/>
              <a:pathLst>
                <a:path w="44" h="45">
                  <a:moveTo>
                    <a:pt x="44" y="1"/>
                  </a:moveTo>
                  <a:lnTo>
                    <a:pt x="44" y="45"/>
                  </a:lnTo>
                  <a:lnTo>
                    <a:pt x="0" y="45"/>
                  </a:lnTo>
                  <a:lnTo>
                    <a:pt x="0" y="0"/>
                  </a:lnTo>
                  <a:lnTo>
                    <a:pt x="44" y="1"/>
                  </a:lnTo>
                  <a:close/>
                </a:path>
              </a:pathLst>
            </a:custGeom>
            <a:solidFill>
              <a:srgbClr val="ADD9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7" name="Rectangle 286"/>
            <p:cNvSpPr>
              <a:spLocks noChangeArrowheads="1"/>
            </p:cNvSpPr>
            <p:nvPr/>
          </p:nvSpPr>
          <p:spPr bwMode="auto">
            <a:xfrm>
              <a:off x="4046538" y="654050"/>
              <a:ext cx="69850" cy="69850"/>
            </a:xfrm>
            <a:prstGeom prst="rect">
              <a:avLst/>
            </a:prstGeom>
            <a:solidFill>
              <a:srgbClr val="CEE34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8" name="Freeform 287"/>
            <p:cNvSpPr>
              <a:spLocks/>
            </p:cNvSpPr>
            <p:nvPr/>
          </p:nvSpPr>
          <p:spPr bwMode="auto">
            <a:xfrm>
              <a:off x="3451225" y="134937"/>
              <a:ext cx="974725" cy="904875"/>
            </a:xfrm>
            <a:custGeom>
              <a:avLst/>
              <a:gdLst>
                <a:gd name="T0" fmla="*/ 0 w 614"/>
                <a:gd name="T1" fmla="*/ 299 h 570"/>
                <a:gd name="T2" fmla="*/ 192 w 614"/>
                <a:gd name="T3" fmla="*/ 0 h 570"/>
                <a:gd name="T4" fmla="*/ 614 w 614"/>
                <a:gd name="T5" fmla="*/ 271 h 570"/>
                <a:gd name="T6" fmla="*/ 422 w 614"/>
                <a:gd name="T7" fmla="*/ 570 h 570"/>
                <a:gd name="T8" fmla="*/ 0 w 614"/>
                <a:gd name="T9" fmla="*/ 299 h 570"/>
              </a:gdLst>
              <a:ahLst/>
              <a:cxnLst>
                <a:cxn ang="0">
                  <a:pos x="T0" y="T1"/>
                </a:cxn>
                <a:cxn ang="0">
                  <a:pos x="T2" y="T3"/>
                </a:cxn>
                <a:cxn ang="0">
                  <a:pos x="T4" y="T5"/>
                </a:cxn>
                <a:cxn ang="0">
                  <a:pos x="T6" y="T7"/>
                </a:cxn>
                <a:cxn ang="0">
                  <a:pos x="T8" y="T9"/>
                </a:cxn>
              </a:cxnLst>
              <a:rect l="0" t="0" r="r" b="b"/>
              <a:pathLst>
                <a:path w="614" h="570">
                  <a:moveTo>
                    <a:pt x="0" y="299"/>
                  </a:moveTo>
                  <a:lnTo>
                    <a:pt x="192" y="0"/>
                  </a:lnTo>
                  <a:lnTo>
                    <a:pt x="614" y="271"/>
                  </a:lnTo>
                  <a:lnTo>
                    <a:pt x="422" y="570"/>
                  </a:lnTo>
                  <a:lnTo>
                    <a:pt x="0" y="2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9" name="Freeform 288"/>
            <p:cNvSpPr>
              <a:spLocks/>
            </p:cNvSpPr>
            <p:nvPr/>
          </p:nvSpPr>
          <p:spPr bwMode="auto">
            <a:xfrm>
              <a:off x="3451225" y="134937"/>
              <a:ext cx="974725" cy="904875"/>
            </a:xfrm>
            <a:custGeom>
              <a:avLst/>
              <a:gdLst>
                <a:gd name="T0" fmla="*/ 0 w 614"/>
                <a:gd name="T1" fmla="*/ 299 h 570"/>
                <a:gd name="T2" fmla="*/ 192 w 614"/>
                <a:gd name="T3" fmla="*/ 0 h 570"/>
                <a:gd name="T4" fmla="*/ 614 w 614"/>
                <a:gd name="T5" fmla="*/ 271 h 570"/>
                <a:gd name="T6" fmla="*/ 422 w 614"/>
                <a:gd name="T7" fmla="*/ 570 h 570"/>
                <a:gd name="T8" fmla="*/ 0 w 614"/>
                <a:gd name="T9" fmla="*/ 299 h 570"/>
              </a:gdLst>
              <a:ahLst/>
              <a:cxnLst>
                <a:cxn ang="0">
                  <a:pos x="T0" y="T1"/>
                </a:cxn>
                <a:cxn ang="0">
                  <a:pos x="T2" y="T3"/>
                </a:cxn>
                <a:cxn ang="0">
                  <a:pos x="T4" y="T5"/>
                </a:cxn>
                <a:cxn ang="0">
                  <a:pos x="T6" y="T7"/>
                </a:cxn>
                <a:cxn ang="0">
                  <a:pos x="T8" y="T9"/>
                </a:cxn>
              </a:cxnLst>
              <a:rect l="0" t="0" r="r" b="b"/>
              <a:pathLst>
                <a:path w="614" h="570">
                  <a:moveTo>
                    <a:pt x="0" y="299"/>
                  </a:moveTo>
                  <a:lnTo>
                    <a:pt x="192" y="0"/>
                  </a:lnTo>
                  <a:lnTo>
                    <a:pt x="614" y="271"/>
                  </a:lnTo>
                  <a:lnTo>
                    <a:pt x="422" y="570"/>
                  </a:lnTo>
                  <a:lnTo>
                    <a:pt x="0" y="29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0" name="Freeform 289"/>
            <p:cNvSpPr>
              <a:spLocks/>
            </p:cNvSpPr>
            <p:nvPr/>
          </p:nvSpPr>
          <p:spPr bwMode="auto">
            <a:xfrm>
              <a:off x="3917950" y="463550"/>
              <a:ext cx="258763" cy="392113"/>
            </a:xfrm>
            <a:custGeom>
              <a:avLst/>
              <a:gdLst>
                <a:gd name="T0" fmla="*/ 0 w 163"/>
                <a:gd name="T1" fmla="*/ 242 h 247"/>
                <a:gd name="T2" fmla="*/ 156 w 163"/>
                <a:gd name="T3" fmla="*/ 0 h 247"/>
                <a:gd name="T4" fmla="*/ 163 w 163"/>
                <a:gd name="T5" fmla="*/ 6 h 247"/>
                <a:gd name="T6" fmla="*/ 8 w 163"/>
                <a:gd name="T7" fmla="*/ 247 h 247"/>
                <a:gd name="T8" fmla="*/ 0 w 163"/>
                <a:gd name="T9" fmla="*/ 242 h 247"/>
              </a:gdLst>
              <a:ahLst/>
              <a:cxnLst>
                <a:cxn ang="0">
                  <a:pos x="T0" y="T1"/>
                </a:cxn>
                <a:cxn ang="0">
                  <a:pos x="T2" y="T3"/>
                </a:cxn>
                <a:cxn ang="0">
                  <a:pos x="T4" y="T5"/>
                </a:cxn>
                <a:cxn ang="0">
                  <a:pos x="T6" y="T7"/>
                </a:cxn>
                <a:cxn ang="0">
                  <a:pos x="T8" y="T9"/>
                </a:cxn>
              </a:cxnLst>
              <a:rect l="0" t="0" r="r" b="b"/>
              <a:pathLst>
                <a:path w="163" h="247">
                  <a:moveTo>
                    <a:pt x="0" y="242"/>
                  </a:moveTo>
                  <a:lnTo>
                    <a:pt x="156" y="0"/>
                  </a:lnTo>
                  <a:lnTo>
                    <a:pt x="163" y="6"/>
                  </a:lnTo>
                  <a:lnTo>
                    <a:pt x="8" y="247"/>
                  </a:lnTo>
                  <a:lnTo>
                    <a:pt x="0" y="24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1" name="Freeform 290"/>
            <p:cNvSpPr>
              <a:spLocks/>
            </p:cNvSpPr>
            <p:nvPr/>
          </p:nvSpPr>
          <p:spPr bwMode="auto">
            <a:xfrm>
              <a:off x="3938588" y="476250"/>
              <a:ext cx="258763" cy="392113"/>
            </a:xfrm>
            <a:custGeom>
              <a:avLst/>
              <a:gdLst>
                <a:gd name="T0" fmla="*/ 0 w 163"/>
                <a:gd name="T1" fmla="*/ 243 h 247"/>
                <a:gd name="T2" fmla="*/ 155 w 163"/>
                <a:gd name="T3" fmla="*/ 0 h 247"/>
                <a:gd name="T4" fmla="*/ 163 w 163"/>
                <a:gd name="T5" fmla="*/ 6 h 247"/>
                <a:gd name="T6" fmla="*/ 7 w 163"/>
                <a:gd name="T7" fmla="*/ 247 h 247"/>
                <a:gd name="T8" fmla="*/ 0 w 163"/>
                <a:gd name="T9" fmla="*/ 243 h 247"/>
              </a:gdLst>
              <a:ahLst/>
              <a:cxnLst>
                <a:cxn ang="0">
                  <a:pos x="T0" y="T1"/>
                </a:cxn>
                <a:cxn ang="0">
                  <a:pos x="T2" y="T3"/>
                </a:cxn>
                <a:cxn ang="0">
                  <a:pos x="T4" y="T5"/>
                </a:cxn>
                <a:cxn ang="0">
                  <a:pos x="T6" y="T7"/>
                </a:cxn>
                <a:cxn ang="0">
                  <a:pos x="T8" y="T9"/>
                </a:cxn>
              </a:cxnLst>
              <a:rect l="0" t="0" r="r" b="b"/>
              <a:pathLst>
                <a:path w="163" h="247">
                  <a:moveTo>
                    <a:pt x="0" y="243"/>
                  </a:moveTo>
                  <a:lnTo>
                    <a:pt x="155" y="0"/>
                  </a:lnTo>
                  <a:lnTo>
                    <a:pt x="163" y="6"/>
                  </a:lnTo>
                  <a:lnTo>
                    <a:pt x="7" y="247"/>
                  </a:lnTo>
                  <a:lnTo>
                    <a:pt x="0" y="243"/>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2" name="Freeform 291"/>
            <p:cNvSpPr>
              <a:spLocks/>
            </p:cNvSpPr>
            <p:nvPr/>
          </p:nvSpPr>
          <p:spPr bwMode="auto">
            <a:xfrm>
              <a:off x="3959225" y="492125"/>
              <a:ext cx="258763" cy="392113"/>
            </a:xfrm>
            <a:custGeom>
              <a:avLst/>
              <a:gdLst>
                <a:gd name="T0" fmla="*/ 0 w 163"/>
                <a:gd name="T1" fmla="*/ 241 h 247"/>
                <a:gd name="T2" fmla="*/ 155 w 163"/>
                <a:gd name="T3" fmla="*/ 0 h 247"/>
                <a:gd name="T4" fmla="*/ 163 w 163"/>
                <a:gd name="T5" fmla="*/ 4 h 247"/>
                <a:gd name="T6" fmla="*/ 7 w 163"/>
                <a:gd name="T7" fmla="*/ 247 h 247"/>
                <a:gd name="T8" fmla="*/ 0 w 163"/>
                <a:gd name="T9" fmla="*/ 241 h 247"/>
              </a:gdLst>
              <a:ahLst/>
              <a:cxnLst>
                <a:cxn ang="0">
                  <a:pos x="T0" y="T1"/>
                </a:cxn>
                <a:cxn ang="0">
                  <a:pos x="T2" y="T3"/>
                </a:cxn>
                <a:cxn ang="0">
                  <a:pos x="T4" y="T5"/>
                </a:cxn>
                <a:cxn ang="0">
                  <a:pos x="T6" y="T7"/>
                </a:cxn>
                <a:cxn ang="0">
                  <a:pos x="T8" y="T9"/>
                </a:cxn>
              </a:cxnLst>
              <a:rect l="0" t="0" r="r" b="b"/>
              <a:pathLst>
                <a:path w="163" h="247">
                  <a:moveTo>
                    <a:pt x="0" y="241"/>
                  </a:moveTo>
                  <a:lnTo>
                    <a:pt x="155" y="0"/>
                  </a:lnTo>
                  <a:lnTo>
                    <a:pt x="163" y="4"/>
                  </a:lnTo>
                  <a:lnTo>
                    <a:pt x="7" y="247"/>
                  </a:lnTo>
                  <a:lnTo>
                    <a:pt x="0" y="241"/>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3" name="Freeform 292"/>
            <p:cNvSpPr>
              <a:spLocks/>
            </p:cNvSpPr>
            <p:nvPr/>
          </p:nvSpPr>
          <p:spPr bwMode="auto">
            <a:xfrm>
              <a:off x="3978275" y="504825"/>
              <a:ext cx="258763" cy="392113"/>
            </a:xfrm>
            <a:custGeom>
              <a:avLst/>
              <a:gdLst>
                <a:gd name="T0" fmla="*/ 0 w 163"/>
                <a:gd name="T1" fmla="*/ 241 h 247"/>
                <a:gd name="T2" fmla="*/ 157 w 163"/>
                <a:gd name="T3" fmla="*/ 0 h 247"/>
                <a:gd name="T4" fmla="*/ 163 w 163"/>
                <a:gd name="T5" fmla="*/ 4 h 247"/>
                <a:gd name="T6" fmla="*/ 8 w 163"/>
                <a:gd name="T7" fmla="*/ 247 h 247"/>
                <a:gd name="T8" fmla="*/ 0 w 163"/>
                <a:gd name="T9" fmla="*/ 241 h 247"/>
              </a:gdLst>
              <a:ahLst/>
              <a:cxnLst>
                <a:cxn ang="0">
                  <a:pos x="T0" y="T1"/>
                </a:cxn>
                <a:cxn ang="0">
                  <a:pos x="T2" y="T3"/>
                </a:cxn>
                <a:cxn ang="0">
                  <a:pos x="T4" y="T5"/>
                </a:cxn>
                <a:cxn ang="0">
                  <a:pos x="T6" y="T7"/>
                </a:cxn>
                <a:cxn ang="0">
                  <a:pos x="T8" y="T9"/>
                </a:cxn>
              </a:cxnLst>
              <a:rect l="0" t="0" r="r" b="b"/>
              <a:pathLst>
                <a:path w="163" h="247">
                  <a:moveTo>
                    <a:pt x="0" y="241"/>
                  </a:moveTo>
                  <a:lnTo>
                    <a:pt x="157" y="0"/>
                  </a:lnTo>
                  <a:lnTo>
                    <a:pt x="163" y="4"/>
                  </a:lnTo>
                  <a:lnTo>
                    <a:pt x="8" y="247"/>
                  </a:lnTo>
                  <a:lnTo>
                    <a:pt x="0" y="241"/>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4" name="Freeform 293"/>
            <p:cNvSpPr>
              <a:spLocks/>
            </p:cNvSpPr>
            <p:nvPr/>
          </p:nvSpPr>
          <p:spPr bwMode="auto">
            <a:xfrm>
              <a:off x="4000500" y="517525"/>
              <a:ext cx="258763" cy="392113"/>
            </a:xfrm>
            <a:custGeom>
              <a:avLst/>
              <a:gdLst>
                <a:gd name="T0" fmla="*/ 0 w 163"/>
                <a:gd name="T1" fmla="*/ 241 h 247"/>
                <a:gd name="T2" fmla="*/ 156 w 163"/>
                <a:gd name="T3" fmla="*/ 0 h 247"/>
                <a:gd name="T4" fmla="*/ 163 w 163"/>
                <a:gd name="T5" fmla="*/ 5 h 247"/>
                <a:gd name="T6" fmla="*/ 8 w 163"/>
                <a:gd name="T7" fmla="*/ 247 h 247"/>
                <a:gd name="T8" fmla="*/ 0 w 163"/>
                <a:gd name="T9" fmla="*/ 241 h 247"/>
              </a:gdLst>
              <a:ahLst/>
              <a:cxnLst>
                <a:cxn ang="0">
                  <a:pos x="T0" y="T1"/>
                </a:cxn>
                <a:cxn ang="0">
                  <a:pos x="T2" y="T3"/>
                </a:cxn>
                <a:cxn ang="0">
                  <a:pos x="T4" y="T5"/>
                </a:cxn>
                <a:cxn ang="0">
                  <a:pos x="T6" y="T7"/>
                </a:cxn>
                <a:cxn ang="0">
                  <a:pos x="T8" y="T9"/>
                </a:cxn>
              </a:cxnLst>
              <a:rect l="0" t="0" r="r" b="b"/>
              <a:pathLst>
                <a:path w="163" h="247">
                  <a:moveTo>
                    <a:pt x="0" y="241"/>
                  </a:moveTo>
                  <a:lnTo>
                    <a:pt x="156" y="0"/>
                  </a:lnTo>
                  <a:lnTo>
                    <a:pt x="163" y="5"/>
                  </a:lnTo>
                  <a:lnTo>
                    <a:pt x="8" y="247"/>
                  </a:lnTo>
                  <a:lnTo>
                    <a:pt x="0" y="241"/>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5" name="Freeform 294"/>
            <p:cNvSpPr>
              <a:spLocks/>
            </p:cNvSpPr>
            <p:nvPr/>
          </p:nvSpPr>
          <p:spPr bwMode="auto">
            <a:xfrm>
              <a:off x="4021138" y="530225"/>
              <a:ext cx="258763" cy="392113"/>
            </a:xfrm>
            <a:custGeom>
              <a:avLst/>
              <a:gdLst>
                <a:gd name="T0" fmla="*/ 0 w 163"/>
                <a:gd name="T1" fmla="*/ 243 h 247"/>
                <a:gd name="T2" fmla="*/ 155 w 163"/>
                <a:gd name="T3" fmla="*/ 0 h 247"/>
                <a:gd name="T4" fmla="*/ 163 w 163"/>
                <a:gd name="T5" fmla="*/ 5 h 247"/>
                <a:gd name="T6" fmla="*/ 7 w 163"/>
                <a:gd name="T7" fmla="*/ 247 h 247"/>
                <a:gd name="T8" fmla="*/ 0 w 163"/>
                <a:gd name="T9" fmla="*/ 243 h 247"/>
              </a:gdLst>
              <a:ahLst/>
              <a:cxnLst>
                <a:cxn ang="0">
                  <a:pos x="T0" y="T1"/>
                </a:cxn>
                <a:cxn ang="0">
                  <a:pos x="T2" y="T3"/>
                </a:cxn>
                <a:cxn ang="0">
                  <a:pos x="T4" y="T5"/>
                </a:cxn>
                <a:cxn ang="0">
                  <a:pos x="T6" y="T7"/>
                </a:cxn>
                <a:cxn ang="0">
                  <a:pos x="T8" y="T9"/>
                </a:cxn>
              </a:cxnLst>
              <a:rect l="0" t="0" r="r" b="b"/>
              <a:pathLst>
                <a:path w="163" h="247">
                  <a:moveTo>
                    <a:pt x="0" y="243"/>
                  </a:moveTo>
                  <a:lnTo>
                    <a:pt x="155" y="0"/>
                  </a:lnTo>
                  <a:lnTo>
                    <a:pt x="163" y="5"/>
                  </a:lnTo>
                  <a:lnTo>
                    <a:pt x="7" y="247"/>
                  </a:lnTo>
                  <a:lnTo>
                    <a:pt x="0" y="243"/>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6" name="Freeform 295"/>
            <p:cNvSpPr>
              <a:spLocks/>
            </p:cNvSpPr>
            <p:nvPr/>
          </p:nvSpPr>
          <p:spPr bwMode="auto">
            <a:xfrm>
              <a:off x="4041775" y="544512"/>
              <a:ext cx="258763" cy="392113"/>
            </a:xfrm>
            <a:custGeom>
              <a:avLst/>
              <a:gdLst>
                <a:gd name="T0" fmla="*/ 0 w 163"/>
                <a:gd name="T1" fmla="*/ 242 h 247"/>
                <a:gd name="T2" fmla="*/ 155 w 163"/>
                <a:gd name="T3" fmla="*/ 0 h 247"/>
                <a:gd name="T4" fmla="*/ 163 w 163"/>
                <a:gd name="T5" fmla="*/ 4 h 247"/>
                <a:gd name="T6" fmla="*/ 7 w 163"/>
                <a:gd name="T7" fmla="*/ 247 h 247"/>
                <a:gd name="T8" fmla="*/ 0 w 163"/>
                <a:gd name="T9" fmla="*/ 242 h 247"/>
              </a:gdLst>
              <a:ahLst/>
              <a:cxnLst>
                <a:cxn ang="0">
                  <a:pos x="T0" y="T1"/>
                </a:cxn>
                <a:cxn ang="0">
                  <a:pos x="T2" y="T3"/>
                </a:cxn>
                <a:cxn ang="0">
                  <a:pos x="T4" y="T5"/>
                </a:cxn>
                <a:cxn ang="0">
                  <a:pos x="T6" y="T7"/>
                </a:cxn>
                <a:cxn ang="0">
                  <a:pos x="T8" y="T9"/>
                </a:cxn>
              </a:cxnLst>
              <a:rect l="0" t="0" r="r" b="b"/>
              <a:pathLst>
                <a:path w="163" h="247">
                  <a:moveTo>
                    <a:pt x="0" y="242"/>
                  </a:moveTo>
                  <a:lnTo>
                    <a:pt x="155" y="0"/>
                  </a:lnTo>
                  <a:lnTo>
                    <a:pt x="163" y="4"/>
                  </a:lnTo>
                  <a:lnTo>
                    <a:pt x="7" y="247"/>
                  </a:lnTo>
                  <a:lnTo>
                    <a:pt x="0" y="24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7" name="Freeform 296"/>
            <p:cNvSpPr>
              <a:spLocks/>
            </p:cNvSpPr>
            <p:nvPr/>
          </p:nvSpPr>
          <p:spPr bwMode="auto">
            <a:xfrm>
              <a:off x="4062413" y="852487"/>
              <a:ext cx="69850" cy="96838"/>
            </a:xfrm>
            <a:custGeom>
              <a:avLst/>
              <a:gdLst>
                <a:gd name="T0" fmla="*/ 0 w 44"/>
                <a:gd name="T1" fmla="*/ 56 h 61"/>
                <a:gd name="T2" fmla="*/ 36 w 44"/>
                <a:gd name="T3" fmla="*/ 0 h 61"/>
                <a:gd name="T4" fmla="*/ 44 w 44"/>
                <a:gd name="T5" fmla="*/ 5 h 61"/>
                <a:gd name="T6" fmla="*/ 8 w 44"/>
                <a:gd name="T7" fmla="*/ 61 h 61"/>
                <a:gd name="T8" fmla="*/ 0 w 44"/>
                <a:gd name="T9" fmla="*/ 56 h 61"/>
              </a:gdLst>
              <a:ahLst/>
              <a:cxnLst>
                <a:cxn ang="0">
                  <a:pos x="T0" y="T1"/>
                </a:cxn>
                <a:cxn ang="0">
                  <a:pos x="T2" y="T3"/>
                </a:cxn>
                <a:cxn ang="0">
                  <a:pos x="T4" y="T5"/>
                </a:cxn>
                <a:cxn ang="0">
                  <a:pos x="T6" y="T7"/>
                </a:cxn>
                <a:cxn ang="0">
                  <a:pos x="T8" y="T9"/>
                </a:cxn>
              </a:cxnLst>
              <a:rect l="0" t="0" r="r" b="b"/>
              <a:pathLst>
                <a:path w="44" h="61">
                  <a:moveTo>
                    <a:pt x="0" y="56"/>
                  </a:moveTo>
                  <a:lnTo>
                    <a:pt x="36" y="0"/>
                  </a:lnTo>
                  <a:lnTo>
                    <a:pt x="44" y="5"/>
                  </a:lnTo>
                  <a:lnTo>
                    <a:pt x="8" y="61"/>
                  </a:lnTo>
                  <a:lnTo>
                    <a:pt x="0" y="56"/>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8" name="Freeform 297"/>
            <p:cNvSpPr>
              <a:spLocks/>
            </p:cNvSpPr>
            <p:nvPr/>
          </p:nvSpPr>
          <p:spPr bwMode="auto">
            <a:xfrm>
              <a:off x="3759200" y="314325"/>
              <a:ext cx="223838" cy="223838"/>
            </a:xfrm>
            <a:custGeom>
              <a:avLst/>
              <a:gdLst>
                <a:gd name="T0" fmla="*/ 100 w 106"/>
                <a:gd name="T1" fmla="*/ 43 h 106"/>
                <a:gd name="T2" fmla="*/ 43 w 106"/>
                <a:gd name="T3" fmla="*/ 6 h 106"/>
                <a:gd name="T4" fmla="*/ 6 w 106"/>
                <a:gd name="T5" fmla="*/ 64 h 106"/>
                <a:gd name="T6" fmla="*/ 64 w 106"/>
                <a:gd name="T7" fmla="*/ 100 h 106"/>
                <a:gd name="T8" fmla="*/ 100 w 106"/>
                <a:gd name="T9" fmla="*/ 43 h 106"/>
              </a:gdLst>
              <a:ahLst/>
              <a:cxnLst>
                <a:cxn ang="0">
                  <a:pos x="T0" y="T1"/>
                </a:cxn>
                <a:cxn ang="0">
                  <a:pos x="T2" y="T3"/>
                </a:cxn>
                <a:cxn ang="0">
                  <a:pos x="T4" y="T5"/>
                </a:cxn>
                <a:cxn ang="0">
                  <a:pos x="T6" y="T7"/>
                </a:cxn>
                <a:cxn ang="0">
                  <a:pos x="T8" y="T9"/>
                </a:cxn>
              </a:cxnLst>
              <a:rect l="0" t="0" r="r" b="b"/>
              <a:pathLst>
                <a:path w="106" h="106">
                  <a:moveTo>
                    <a:pt x="100" y="43"/>
                  </a:moveTo>
                  <a:cubicBezTo>
                    <a:pt x="95" y="17"/>
                    <a:pt x="69" y="0"/>
                    <a:pt x="43" y="6"/>
                  </a:cubicBezTo>
                  <a:cubicBezTo>
                    <a:pt x="17" y="12"/>
                    <a:pt x="0" y="38"/>
                    <a:pt x="6" y="64"/>
                  </a:cubicBezTo>
                  <a:cubicBezTo>
                    <a:pt x="12" y="90"/>
                    <a:pt x="38" y="106"/>
                    <a:pt x="64" y="100"/>
                  </a:cubicBezTo>
                  <a:cubicBezTo>
                    <a:pt x="90" y="95"/>
                    <a:pt x="106" y="69"/>
                    <a:pt x="100" y="43"/>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9" name="Freeform 298"/>
            <p:cNvSpPr>
              <a:spLocks/>
            </p:cNvSpPr>
            <p:nvPr/>
          </p:nvSpPr>
          <p:spPr bwMode="auto">
            <a:xfrm>
              <a:off x="3652838" y="412750"/>
              <a:ext cx="223838" cy="225425"/>
            </a:xfrm>
            <a:custGeom>
              <a:avLst/>
              <a:gdLst>
                <a:gd name="T0" fmla="*/ 100 w 106"/>
                <a:gd name="T1" fmla="*/ 43 h 106"/>
                <a:gd name="T2" fmla="*/ 43 w 106"/>
                <a:gd name="T3" fmla="*/ 6 h 106"/>
                <a:gd name="T4" fmla="*/ 6 w 106"/>
                <a:gd name="T5" fmla="*/ 64 h 106"/>
                <a:gd name="T6" fmla="*/ 64 w 106"/>
                <a:gd name="T7" fmla="*/ 101 h 106"/>
                <a:gd name="T8" fmla="*/ 100 w 106"/>
                <a:gd name="T9" fmla="*/ 43 h 106"/>
              </a:gdLst>
              <a:ahLst/>
              <a:cxnLst>
                <a:cxn ang="0">
                  <a:pos x="T0" y="T1"/>
                </a:cxn>
                <a:cxn ang="0">
                  <a:pos x="T2" y="T3"/>
                </a:cxn>
                <a:cxn ang="0">
                  <a:pos x="T4" y="T5"/>
                </a:cxn>
                <a:cxn ang="0">
                  <a:pos x="T6" y="T7"/>
                </a:cxn>
                <a:cxn ang="0">
                  <a:pos x="T8" y="T9"/>
                </a:cxn>
              </a:cxnLst>
              <a:rect l="0" t="0" r="r" b="b"/>
              <a:pathLst>
                <a:path w="106" h="106">
                  <a:moveTo>
                    <a:pt x="100" y="43"/>
                  </a:moveTo>
                  <a:cubicBezTo>
                    <a:pt x="95" y="17"/>
                    <a:pt x="69" y="0"/>
                    <a:pt x="43" y="6"/>
                  </a:cubicBezTo>
                  <a:cubicBezTo>
                    <a:pt x="17" y="12"/>
                    <a:pt x="0" y="38"/>
                    <a:pt x="6" y="64"/>
                  </a:cubicBezTo>
                  <a:cubicBezTo>
                    <a:pt x="12" y="90"/>
                    <a:pt x="38" y="106"/>
                    <a:pt x="64" y="101"/>
                  </a:cubicBezTo>
                  <a:cubicBezTo>
                    <a:pt x="90" y="95"/>
                    <a:pt x="106" y="69"/>
                    <a:pt x="100" y="43"/>
                  </a:cubicBezTo>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0" name="Freeform 299"/>
            <p:cNvSpPr>
              <a:spLocks/>
            </p:cNvSpPr>
            <p:nvPr/>
          </p:nvSpPr>
          <p:spPr bwMode="auto">
            <a:xfrm>
              <a:off x="3768725" y="423862"/>
              <a:ext cx="76200" cy="76200"/>
            </a:xfrm>
            <a:custGeom>
              <a:avLst/>
              <a:gdLst>
                <a:gd name="T0" fmla="*/ 0 w 36"/>
                <a:gd name="T1" fmla="*/ 0 h 36"/>
                <a:gd name="T2" fmla="*/ 1 w 36"/>
                <a:gd name="T3" fmla="*/ 12 h 36"/>
                <a:gd name="T4" fmla="*/ 14 w 36"/>
                <a:gd name="T5" fmla="*/ 36 h 36"/>
                <a:gd name="T6" fmla="*/ 36 w 36"/>
                <a:gd name="T7" fmla="*/ 19 h 36"/>
                <a:gd name="T8" fmla="*/ 0 w 36"/>
                <a:gd name="T9" fmla="*/ 0 h 36"/>
              </a:gdLst>
              <a:ahLst/>
              <a:cxnLst>
                <a:cxn ang="0">
                  <a:pos x="T0" y="T1"/>
                </a:cxn>
                <a:cxn ang="0">
                  <a:pos x="T2" y="T3"/>
                </a:cxn>
                <a:cxn ang="0">
                  <a:pos x="T4" y="T5"/>
                </a:cxn>
                <a:cxn ang="0">
                  <a:pos x="T6" y="T7"/>
                </a:cxn>
                <a:cxn ang="0">
                  <a:pos x="T8" y="T9"/>
                </a:cxn>
              </a:cxnLst>
              <a:rect l="0" t="0" r="r" b="b"/>
              <a:pathLst>
                <a:path w="36" h="36">
                  <a:moveTo>
                    <a:pt x="0" y="0"/>
                  </a:moveTo>
                  <a:cubicBezTo>
                    <a:pt x="0" y="4"/>
                    <a:pt x="0" y="8"/>
                    <a:pt x="1" y="12"/>
                  </a:cubicBezTo>
                  <a:cubicBezTo>
                    <a:pt x="3" y="21"/>
                    <a:pt x="8" y="29"/>
                    <a:pt x="14" y="36"/>
                  </a:cubicBezTo>
                  <a:cubicBezTo>
                    <a:pt x="20" y="28"/>
                    <a:pt x="27" y="22"/>
                    <a:pt x="36" y="19"/>
                  </a:cubicBezTo>
                  <a:cubicBezTo>
                    <a:pt x="28" y="8"/>
                    <a:pt x="14" y="1"/>
                    <a:pt x="0" y="0"/>
                  </a:cubicBezTo>
                </a:path>
              </a:pathLst>
            </a:custGeom>
            <a:solidFill>
              <a:srgbClr val="E02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1" name="Freeform 300"/>
            <p:cNvSpPr>
              <a:spLocks/>
            </p:cNvSpPr>
            <p:nvPr/>
          </p:nvSpPr>
          <p:spPr bwMode="auto">
            <a:xfrm>
              <a:off x="3771900" y="447675"/>
              <a:ext cx="223838" cy="223838"/>
            </a:xfrm>
            <a:custGeom>
              <a:avLst/>
              <a:gdLst>
                <a:gd name="T0" fmla="*/ 100 w 106"/>
                <a:gd name="T1" fmla="*/ 42 h 106"/>
                <a:gd name="T2" fmla="*/ 42 w 106"/>
                <a:gd name="T3" fmla="*/ 6 h 106"/>
                <a:gd name="T4" fmla="*/ 6 w 106"/>
                <a:gd name="T5" fmla="*/ 63 h 106"/>
                <a:gd name="T6" fmla="*/ 63 w 106"/>
                <a:gd name="T7" fmla="*/ 100 h 106"/>
                <a:gd name="T8" fmla="*/ 100 w 106"/>
                <a:gd name="T9" fmla="*/ 42 h 106"/>
              </a:gdLst>
              <a:ahLst/>
              <a:cxnLst>
                <a:cxn ang="0">
                  <a:pos x="T0" y="T1"/>
                </a:cxn>
                <a:cxn ang="0">
                  <a:pos x="T2" y="T3"/>
                </a:cxn>
                <a:cxn ang="0">
                  <a:pos x="T4" y="T5"/>
                </a:cxn>
                <a:cxn ang="0">
                  <a:pos x="T6" y="T7"/>
                </a:cxn>
                <a:cxn ang="0">
                  <a:pos x="T8" y="T9"/>
                </a:cxn>
              </a:cxnLst>
              <a:rect l="0" t="0" r="r" b="b"/>
              <a:pathLst>
                <a:path w="106" h="106">
                  <a:moveTo>
                    <a:pt x="100" y="42"/>
                  </a:moveTo>
                  <a:cubicBezTo>
                    <a:pt x="94" y="16"/>
                    <a:pt x="68" y="0"/>
                    <a:pt x="42" y="6"/>
                  </a:cubicBezTo>
                  <a:cubicBezTo>
                    <a:pt x="16" y="11"/>
                    <a:pt x="0" y="37"/>
                    <a:pt x="6" y="63"/>
                  </a:cubicBezTo>
                  <a:cubicBezTo>
                    <a:pt x="11" y="89"/>
                    <a:pt x="37" y="106"/>
                    <a:pt x="63" y="100"/>
                  </a:cubicBezTo>
                  <a:cubicBezTo>
                    <a:pt x="89" y="94"/>
                    <a:pt x="106" y="68"/>
                    <a:pt x="100" y="42"/>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2" name="Freeform 301"/>
            <p:cNvSpPr>
              <a:spLocks/>
            </p:cNvSpPr>
            <p:nvPr/>
          </p:nvSpPr>
          <p:spPr bwMode="auto">
            <a:xfrm>
              <a:off x="3784600" y="581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8F2C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3" name="Freeform 302"/>
            <p:cNvSpPr>
              <a:spLocks/>
            </p:cNvSpPr>
            <p:nvPr/>
          </p:nvSpPr>
          <p:spPr bwMode="auto">
            <a:xfrm>
              <a:off x="3775075" y="485775"/>
              <a:ext cx="92075" cy="134938"/>
            </a:xfrm>
            <a:custGeom>
              <a:avLst/>
              <a:gdLst>
                <a:gd name="T0" fmla="*/ 17 w 43"/>
                <a:gd name="T1" fmla="*/ 0 h 64"/>
                <a:gd name="T2" fmla="*/ 4 w 43"/>
                <a:gd name="T3" fmla="*/ 45 h 64"/>
                <a:gd name="T4" fmla="*/ 4 w 43"/>
                <a:gd name="T5" fmla="*/ 45 h 64"/>
                <a:gd name="T6" fmla="*/ 4 w 43"/>
                <a:gd name="T7" fmla="*/ 45 h 64"/>
                <a:gd name="T8" fmla="*/ 13 w 43"/>
                <a:gd name="T9" fmla="*/ 64 h 64"/>
                <a:gd name="T10" fmla="*/ 43 w 43"/>
                <a:gd name="T11" fmla="*/ 21 h 64"/>
                <a:gd name="T12" fmla="*/ 11 w 43"/>
                <a:gd name="T13" fmla="*/ 7 h 64"/>
                <a:gd name="T14" fmla="*/ 17 w 43"/>
                <a:gd name="T15" fmla="*/ 0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64">
                  <a:moveTo>
                    <a:pt x="17" y="0"/>
                  </a:moveTo>
                  <a:cubicBezTo>
                    <a:pt x="5" y="12"/>
                    <a:pt x="0" y="28"/>
                    <a:pt x="4" y="45"/>
                  </a:cubicBezTo>
                  <a:cubicBezTo>
                    <a:pt x="4" y="45"/>
                    <a:pt x="4" y="45"/>
                    <a:pt x="4" y="45"/>
                  </a:cubicBezTo>
                  <a:cubicBezTo>
                    <a:pt x="4" y="45"/>
                    <a:pt x="4" y="45"/>
                    <a:pt x="4" y="45"/>
                  </a:cubicBezTo>
                  <a:cubicBezTo>
                    <a:pt x="5" y="52"/>
                    <a:pt x="8" y="59"/>
                    <a:pt x="13" y="64"/>
                  </a:cubicBezTo>
                  <a:cubicBezTo>
                    <a:pt x="31" y="57"/>
                    <a:pt x="43" y="40"/>
                    <a:pt x="43" y="21"/>
                  </a:cubicBezTo>
                  <a:cubicBezTo>
                    <a:pt x="31" y="20"/>
                    <a:pt x="20" y="15"/>
                    <a:pt x="11" y="7"/>
                  </a:cubicBezTo>
                  <a:cubicBezTo>
                    <a:pt x="13" y="4"/>
                    <a:pt x="15" y="2"/>
                    <a:pt x="17" y="0"/>
                  </a:cubicBezTo>
                </a:path>
              </a:pathLst>
            </a:custGeom>
            <a:solidFill>
              <a:srgbClr val="5352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4" name="Freeform 303"/>
            <p:cNvSpPr>
              <a:spLocks noEditPoints="1"/>
            </p:cNvSpPr>
            <p:nvPr/>
          </p:nvSpPr>
          <p:spPr bwMode="auto">
            <a:xfrm>
              <a:off x="3856038" y="455612"/>
              <a:ext cx="26988" cy="4763"/>
            </a:xfrm>
            <a:custGeom>
              <a:avLst/>
              <a:gdLst>
                <a:gd name="T0" fmla="*/ 0 w 13"/>
                <a:gd name="T1" fmla="*/ 2 h 2"/>
                <a:gd name="T2" fmla="*/ 0 w 13"/>
                <a:gd name="T3" fmla="*/ 2 h 2"/>
                <a:gd name="T4" fmla="*/ 0 w 13"/>
                <a:gd name="T5" fmla="*/ 2 h 2"/>
                <a:gd name="T6" fmla="*/ 13 w 13"/>
                <a:gd name="T7" fmla="*/ 0 h 2"/>
                <a:gd name="T8" fmla="*/ 2 w 13"/>
                <a:gd name="T9" fmla="*/ 2 h 2"/>
                <a:gd name="T10" fmla="*/ 0 w 13"/>
                <a:gd name="T11" fmla="*/ 2 h 2"/>
                <a:gd name="T12" fmla="*/ 2 w 13"/>
                <a:gd name="T13" fmla="*/ 2 h 2"/>
                <a:gd name="T14" fmla="*/ 13 w 13"/>
                <a:gd name="T15" fmla="*/ 0 h 2"/>
                <a:gd name="T16" fmla="*/ 13 w 1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
                  <a:moveTo>
                    <a:pt x="0" y="2"/>
                  </a:moveTo>
                  <a:cubicBezTo>
                    <a:pt x="0" y="2"/>
                    <a:pt x="0" y="2"/>
                    <a:pt x="0" y="2"/>
                  </a:cubicBezTo>
                  <a:cubicBezTo>
                    <a:pt x="0" y="2"/>
                    <a:pt x="0" y="2"/>
                    <a:pt x="0" y="2"/>
                  </a:cubicBezTo>
                  <a:moveTo>
                    <a:pt x="13" y="0"/>
                  </a:moveTo>
                  <a:cubicBezTo>
                    <a:pt x="9" y="0"/>
                    <a:pt x="6" y="1"/>
                    <a:pt x="2" y="2"/>
                  </a:cubicBezTo>
                  <a:cubicBezTo>
                    <a:pt x="2" y="2"/>
                    <a:pt x="1" y="2"/>
                    <a:pt x="0" y="2"/>
                  </a:cubicBezTo>
                  <a:cubicBezTo>
                    <a:pt x="1" y="2"/>
                    <a:pt x="2" y="2"/>
                    <a:pt x="2" y="2"/>
                  </a:cubicBezTo>
                  <a:cubicBezTo>
                    <a:pt x="6" y="1"/>
                    <a:pt x="9" y="0"/>
                    <a:pt x="13" y="0"/>
                  </a:cubicBezTo>
                  <a:cubicBezTo>
                    <a:pt x="13" y="0"/>
                    <a:pt x="13" y="0"/>
                    <a:pt x="13" y="0"/>
                  </a:cubicBezTo>
                </a:path>
              </a:pathLst>
            </a:custGeom>
            <a:solidFill>
              <a:srgbClr val="258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5" name="Freeform 304"/>
            <p:cNvSpPr>
              <a:spLocks/>
            </p:cNvSpPr>
            <p:nvPr/>
          </p:nvSpPr>
          <p:spPr bwMode="auto">
            <a:xfrm>
              <a:off x="3811588" y="455612"/>
              <a:ext cx="144463" cy="74613"/>
            </a:xfrm>
            <a:custGeom>
              <a:avLst/>
              <a:gdLst>
                <a:gd name="T0" fmla="*/ 34 w 68"/>
                <a:gd name="T1" fmla="*/ 0 h 35"/>
                <a:gd name="T2" fmla="*/ 23 w 68"/>
                <a:gd name="T3" fmla="*/ 2 h 35"/>
                <a:gd name="T4" fmla="*/ 21 w 68"/>
                <a:gd name="T5" fmla="*/ 2 h 35"/>
                <a:gd name="T6" fmla="*/ 21 w 68"/>
                <a:gd name="T7" fmla="*/ 2 h 35"/>
                <a:gd name="T8" fmla="*/ 21 w 68"/>
                <a:gd name="T9" fmla="*/ 2 h 35"/>
                <a:gd name="T10" fmla="*/ 0 w 68"/>
                <a:gd name="T11" fmla="*/ 14 h 35"/>
                <a:gd name="T12" fmla="*/ 16 w 68"/>
                <a:gd name="T13" fmla="*/ 4 h 35"/>
                <a:gd name="T14" fmla="*/ 25 w 68"/>
                <a:gd name="T15" fmla="*/ 23 h 35"/>
                <a:gd name="T16" fmla="*/ 26 w 68"/>
                <a:gd name="T17" fmla="*/ 35 h 35"/>
                <a:gd name="T18" fmla="*/ 28 w 68"/>
                <a:gd name="T19" fmla="*/ 35 h 35"/>
                <a:gd name="T20" fmla="*/ 39 w 68"/>
                <a:gd name="T21" fmla="*/ 33 h 35"/>
                <a:gd name="T22" fmla="*/ 68 w 68"/>
                <a:gd name="T23" fmla="*/ 14 h 35"/>
                <a:gd name="T24" fmla="*/ 34 w 68"/>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35">
                  <a:moveTo>
                    <a:pt x="34" y="0"/>
                  </a:moveTo>
                  <a:cubicBezTo>
                    <a:pt x="30" y="0"/>
                    <a:pt x="27" y="1"/>
                    <a:pt x="23" y="2"/>
                  </a:cubicBezTo>
                  <a:cubicBezTo>
                    <a:pt x="23" y="2"/>
                    <a:pt x="22" y="2"/>
                    <a:pt x="21" y="2"/>
                  </a:cubicBezTo>
                  <a:cubicBezTo>
                    <a:pt x="21" y="2"/>
                    <a:pt x="21" y="2"/>
                    <a:pt x="21" y="2"/>
                  </a:cubicBezTo>
                  <a:cubicBezTo>
                    <a:pt x="21" y="2"/>
                    <a:pt x="21" y="2"/>
                    <a:pt x="21" y="2"/>
                  </a:cubicBezTo>
                  <a:cubicBezTo>
                    <a:pt x="13" y="4"/>
                    <a:pt x="6" y="9"/>
                    <a:pt x="0" y="14"/>
                  </a:cubicBezTo>
                  <a:cubicBezTo>
                    <a:pt x="4" y="10"/>
                    <a:pt x="10" y="6"/>
                    <a:pt x="16" y="4"/>
                  </a:cubicBezTo>
                  <a:cubicBezTo>
                    <a:pt x="21" y="9"/>
                    <a:pt x="24" y="16"/>
                    <a:pt x="25" y="23"/>
                  </a:cubicBezTo>
                  <a:cubicBezTo>
                    <a:pt x="26" y="27"/>
                    <a:pt x="27" y="31"/>
                    <a:pt x="26" y="35"/>
                  </a:cubicBezTo>
                  <a:cubicBezTo>
                    <a:pt x="27" y="35"/>
                    <a:pt x="28" y="35"/>
                    <a:pt x="28" y="35"/>
                  </a:cubicBezTo>
                  <a:cubicBezTo>
                    <a:pt x="32" y="35"/>
                    <a:pt x="35" y="34"/>
                    <a:pt x="39" y="33"/>
                  </a:cubicBezTo>
                  <a:cubicBezTo>
                    <a:pt x="51" y="31"/>
                    <a:pt x="61" y="24"/>
                    <a:pt x="68" y="14"/>
                  </a:cubicBezTo>
                  <a:cubicBezTo>
                    <a:pt x="59" y="6"/>
                    <a:pt x="47" y="0"/>
                    <a:pt x="34" y="0"/>
                  </a:cubicBezTo>
                </a:path>
              </a:pathLst>
            </a:custGeom>
            <a:solidFill>
              <a:srgbClr val="1F85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6" name="Freeform 305"/>
            <p:cNvSpPr>
              <a:spLocks/>
            </p:cNvSpPr>
            <p:nvPr/>
          </p:nvSpPr>
          <p:spPr bwMode="auto">
            <a:xfrm>
              <a:off x="3798888" y="463550"/>
              <a:ext cx="69850" cy="66675"/>
            </a:xfrm>
            <a:custGeom>
              <a:avLst/>
              <a:gdLst>
                <a:gd name="T0" fmla="*/ 22 w 33"/>
                <a:gd name="T1" fmla="*/ 0 h 31"/>
                <a:gd name="T2" fmla="*/ 6 w 33"/>
                <a:gd name="T3" fmla="*/ 10 h 31"/>
                <a:gd name="T4" fmla="*/ 0 w 33"/>
                <a:gd name="T5" fmla="*/ 17 h 31"/>
                <a:gd name="T6" fmla="*/ 32 w 33"/>
                <a:gd name="T7" fmla="*/ 31 h 31"/>
                <a:gd name="T8" fmla="*/ 31 w 33"/>
                <a:gd name="T9" fmla="*/ 19 h 31"/>
                <a:gd name="T10" fmla="*/ 22 w 33"/>
                <a:gd name="T11" fmla="*/ 0 h 31"/>
              </a:gdLst>
              <a:ahLst/>
              <a:cxnLst>
                <a:cxn ang="0">
                  <a:pos x="T0" y="T1"/>
                </a:cxn>
                <a:cxn ang="0">
                  <a:pos x="T2" y="T3"/>
                </a:cxn>
                <a:cxn ang="0">
                  <a:pos x="T4" y="T5"/>
                </a:cxn>
                <a:cxn ang="0">
                  <a:pos x="T6" y="T7"/>
                </a:cxn>
                <a:cxn ang="0">
                  <a:pos x="T8" y="T9"/>
                </a:cxn>
                <a:cxn ang="0">
                  <a:pos x="T10" y="T11"/>
                </a:cxn>
              </a:cxnLst>
              <a:rect l="0" t="0" r="r" b="b"/>
              <a:pathLst>
                <a:path w="33" h="31">
                  <a:moveTo>
                    <a:pt x="22" y="0"/>
                  </a:moveTo>
                  <a:cubicBezTo>
                    <a:pt x="16" y="2"/>
                    <a:pt x="10" y="6"/>
                    <a:pt x="6" y="10"/>
                  </a:cubicBezTo>
                  <a:cubicBezTo>
                    <a:pt x="4" y="12"/>
                    <a:pt x="2" y="14"/>
                    <a:pt x="0" y="17"/>
                  </a:cubicBezTo>
                  <a:cubicBezTo>
                    <a:pt x="9" y="25"/>
                    <a:pt x="20" y="30"/>
                    <a:pt x="32" y="31"/>
                  </a:cubicBezTo>
                  <a:cubicBezTo>
                    <a:pt x="33" y="27"/>
                    <a:pt x="32" y="23"/>
                    <a:pt x="31" y="19"/>
                  </a:cubicBezTo>
                  <a:cubicBezTo>
                    <a:pt x="30" y="12"/>
                    <a:pt x="27" y="5"/>
                    <a:pt x="22" y="0"/>
                  </a:cubicBezTo>
                </a:path>
              </a:pathLst>
            </a:custGeom>
            <a:solidFill>
              <a:srgbClr val="2C6B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7" name="Freeform 306"/>
            <p:cNvSpPr>
              <a:spLocks/>
            </p:cNvSpPr>
            <p:nvPr/>
          </p:nvSpPr>
          <p:spPr bwMode="auto">
            <a:xfrm>
              <a:off x="1166813" y="2103437"/>
              <a:ext cx="582613" cy="676275"/>
            </a:xfrm>
            <a:custGeom>
              <a:avLst/>
              <a:gdLst>
                <a:gd name="T0" fmla="*/ 273 w 275"/>
                <a:gd name="T1" fmla="*/ 234 h 319"/>
                <a:gd name="T2" fmla="*/ 271 w 275"/>
                <a:gd name="T3" fmla="*/ 244 h 319"/>
                <a:gd name="T4" fmla="*/ 149 w 275"/>
                <a:gd name="T5" fmla="*/ 317 h 319"/>
                <a:gd name="T6" fmla="*/ 140 w 275"/>
                <a:gd name="T7" fmla="*/ 314 h 319"/>
                <a:gd name="T8" fmla="*/ 2 w 275"/>
                <a:gd name="T9" fmla="*/ 84 h 319"/>
                <a:gd name="T10" fmla="*/ 4 w 275"/>
                <a:gd name="T11" fmla="*/ 75 h 319"/>
                <a:gd name="T12" fmla="*/ 126 w 275"/>
                <a:gd name="T13" fmla="*/ 2 h 319"/>
                <a:gd name="T14" fmla="*/ 135 w 275"/>
                <a:gd name="T15" fmla="*/ 4 h 319"/>
                <a:gd name="T16" fmla="*/ 273 w 275"/>
                <a:gd name="T17" fmla="*/ 234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319">
                  <a:moveTo>
                    <a:pt x="273" y="234"/>
                  </a:moveTo>
                  <a:cubicBezTo>
                    <a:pt x="275" y="238"/>
                    <a:pt x="274" y="242"/>
                    <a:pt x="271" y="244"/>
                  </a:cubicBezTo>
                  <a:cubicBezTo>
                    <a:pt x="149" y="317"/>
                    <a:pt x="149" y="317"/>
                    <a:pt x="149" y="317"/>
                  </a:cubicBezTo>
                  <a:cubicBezTo>
                    <a:pt x="146" y="319"/>
                    <a:pt x="142" y="318"/>
                    <a:pt x="140" y="314"/>
                  </a:cubicBezTo>
                  <a:cubicBezTo>
                    <a:pt x="2" y="84"/>
                    <a:pt x="2" y="84"/>
                    <a:pt x="2" y="84"/>
                  </a:cubicBezTo>
                  <a:cubicBezTo>
                    <a:pt x="0" y="81"/>
                    <a:pt x="1" y="77"/>
                    <a:pt x="4" y="75"/>
                  </a:cubicBezTo>
                  <a:cubicBezTo>
                    <a:pt x="126" y="2"/>
                    <a:pt x="126" y="2"/>
                    <a:pt x="126" y="2"/>
                  </a:cubicBezTo>
                  <a:cubicBezTo>
                    <a:pt x="129" y="0"/>
                    <a:pt x="133" y="1"/>
                    <a:pt x="135" y="4"/>
                  </a:cubicBezTo>
                  <a:lnTo>
                    <a:pt x="273" y="2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8" name="Freeform 307"/>
            <p:cNvSpPr>
              <a:spLocks/>
            </p:cNvSpPr>
            <p:nvPr/>
          </p:nvSpPr>
          <p:spPr bwMode="auto">
            <a:xfrm>
              <a:off x="1204913" y="2159000"/>
              <a:ext cx="506413" cy="563563"/>
            </a:xfrm>
            <a:custGeom>
              <a:avLst/>
              <a:gdLst>
                <a:gd name="T0" fmla="*/ 319 w 319"/>
                <a:gd name="T1" fmla="*/ 254 h 355"/>
                <a:gd name="T2" fmla="*/ 153 w 319"/>
                <a:gd name="T3" fmla="*/ 355 h 355"/>
                <a:gd name="T4" fmla="*/ 0 w 319"/>
                <a:gd name="T5" fmla="*/ 100 h 355"/>
                <a:gd name="T6" fmla="*/ 167 w 319"/>
                <a:gd name="T7" fmla="*/ 0 h 355"/>
                <a:gd name="T8" fmla="*/ 319 w 319"/>
                <a:gd name="T9" fmla="*/ 254 h 355"/>
              </a:gdLst>
              <a:ahLst/>
              <a:cxnLst>
                <a:cxn ang="0">
                  <a:pos x="T0" y="T1"/>
                </a:cxn>
                <a:cxn ang="0">
                  <a:pos x="T2" y="T3"/>
                </a:cxn>
                <a:cxn ang="0">
                  <a:pos x="T4" y="T5"/>
                </a:cxn>
                <a:cxn ang="0">
                  <a:pos x="T6" y="T7"/>
                </a:cxn>
                <a:cxn ang="0">
                  <a:pos x="T8" y="T9"/>
                </a:cxn>
              </a:cxnLst>
              <a:rect l="0" t="0" r="r" b="b"/>
              <a:pathLst>
                <a:path w="319" h="355">
                  <a:moveTo>
                    <a:pt x="319" y="254"/>
                  </a:moveTo>
                  <a:lnTo>
                    <a:pt x="153" y="355"/>
                  </a:lnTo>
                  <a:lnTo>
                    <a:pt x="0" y="100"/>
                  </a:lnTo>
                  <a:lnTo>
                    <a:pt x="167" y="0"/>
                  </a:lnTo>
                  <a:lnTo>
                    <a:pt x="319" y="254"/>
                  </a:ln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9" name="Freeform 308"/>
            <p:cNvSpPr>
              <a:spLocks/>
            </p:cNvSpPr>
            <p:nvPr/>
          </p:nvSpPr>
          <p:spPr bwMode="auto">
            <a:xfrm>
              <a:off x="1571625" y="2646362"/>
              <a:ext cx="44450" cy="42863"/>
            </a:xfrm>
            <a:custGeom>
              <a:avLst/>
              <a:gdLst>
                <a:gd name="T0" fmla="*/ 18 w 21"/>
                <a:gd name="T1" fmla="*/ 6 h 20"/>
                <a:gd name="T2" fmla="*/ 6 w 21"/>
                <a:gd name="T3" fmla="*/ 3 h 20"/>
                <a:gd name="T4" fmla="*/ 3 w 21"/>
                <a:gd name="T5" fmla="*/ 15 h 20"/>
                <a:gd name="T6" fmla="*/ 15 w 21"/>
                <a:gd name="T7" fmla="*/ 18 h 20"/>
                <a:gd name="T8" fmla="*/ 18 w 21"/>
                <a:gd name="T9" fmla="*/ 6 h 20"/>
              </a:gdLst>
              <a:ahLst/>
              <a:cxnLst>
                <a:cxn ang="0">
                  <a:pos x="T0" y="T1"/>
                </a:cxn>
                <a:cxn ang="0">
                  <a:pos x="T2" y="T3"/>
                </a:cxn>
                <a:cxn ang="0">
                  <a:pos x="T4" y="T5"/>
                </a:cxn>
                <a:cxn ang="0">
                  <a:pos x="T6" y="T7"/>
                </a:cxn>
                <a:cxn ang="0">
                  <a:pos x="T8" y="T9"/>
                </a:cxn>
              </a:cxnLst>
              <a:rect l="0" t="0" r="r" b="b"/>
              <a:pathLst>
                <a:path w="21" h="20">
                  <a:moveTo>
                    <a:pt x="18" y="6"/>
                  </a:moveTo>
                  <a:cubicBezTo>
                    <a:pt x="16" y="1"/>
                    <a:pt x="10" y="0"/>
                    <a:pt x="6" y="3"/>
                  </a:cubicBezTo>
                  <a:cubicBezTo>
                    <a:pt x="2" y="5"/>
                    <a:pt x="0" y="11"/>
                    <a:pt x="3" y="15"/>
                  </a:cubicBezTo>
                  <a:cubicBezTo>
                    <a:pt x="6" y="19"/>
                    <a:pt x="11" y="20"/>
                    <a:pt x="15" y="18"/>
                  </a:cubicBezTo>
                  <a:cubicBezTo>
                    <a:pt x="20" y="15"/>
                    <a:pt x="21" y="10"/>
                    <a:pt x="18" y="6"/>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0" name="Freeform 309"/>
            <p:cNvSpPr>
              <a:spLocks/>
            </p:cNvSpPr>
            <p:nvPr/>
          </p:nvSpPr>
          <p:spPr bwMode="auto">
            <a:xfrm>
              <a:off x="1311275" y="2201862"/>
              <a:ext cx="19050" cy="19050"/>
            </a:xfrm>
            <a:custGeom>
              <a:avLst/>
              <a:gdLst>
                <a:gd name="T0" fmla="*/ 8 w 9"/>
                <a:gd name="T1" fmla="*/ 3 h 9"/>
                <a:gd name="T2" fmla="*/ 2 w 9"/>
                <a:gd name="T3" fmla="*/ 1 h 9"/>
                <a:gd name="T4" fmla="*/ 1 w 9"/>
                <a:gd name="T5" fmla="*/ 7 h 9"/>
                <a:gd name="T6" fmla="*/ 7 w 9"/>
                <a:gd name="T7" fmla="*/ 8 h 9"/>
                <a:gd name="T8" fmla="*/ 8 w 9"/>
                <a:gd name="T9" fmla="*/ 3 h 9"/>
              </a:gdLst>
              <a:ahLst/>
              <a:cxnLst>
                <a:cxn ang="0">
                  <a:pos x="T0" y="T1"/>
                </a:cxn>
                <a:cxn ang="0">
                  <a:pos x="T2" y="T3"/>
                </a:cxn>
                <a:cxn ang="0">
                  <a:pos x="T4" y="T5"/>
                </a:cxn>
                <a:cxn ang="0">
                  <a:pos x="T6" y="T7"/>
                </a:cxn>
                <a:cxn ang="0">
                  <a:pos x="T8" y="T9"/>
                </a:cxn>
              </a:cxnLst>
              <a:rect l="0" t="0" r="r" b="b"/>
              <a:pathLst>
                <a:path w="9" h="9">
                  <a:moveTo>
                    <a:pt x="8" y="3"/>
                  </a:moveTo>
                  <a:cubicBezTo>
                    <a:pt x="7" y="1"/>
                    <a:pt x="4" y="0"/>
                    <a:pt x="2" y="1"/>
                  </a:cubicBezTo>
                  <a:cubicBezTo>
                    <a:pt x="1" y="2"/>
                    <a:pt x="0" y="5"/>
                    <a:pt x="1" y="7"/>
                  </a:cubicBezTo>
                  <a:cubicBezTo>
                    <a:pt x="2" y="9"/>
                    <a:pt x="5" y="9"/>
                    <a:pt x="7" y="8"/>
                  </a:cubicBezTo>
                  <a:cubicBezTo>
                    <a:pt x="9" y="7"/>
                    <a:pt x="9" y="5"/>
                    <a:pt x="8" y="3"/>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1" name="Freeform 310"/>
            <p:cNvSpPr>
              <a:spLocks/>
            </p:cNvSpPr>
            <p:nvPr/>
          </p:nvSpPr>
          <p:spPr bwMode="auto">
            <a:xfrm>
              <a:off x="1924050" y="930275"/>
              <a:ext cx="639763" cy="417513"/>
            </a:xfrm>
            <a:custGeom>
              <a:avLst/>
              <a:gdLst>
                <a:gd name="T0" fmla="*/ 272 w 302"/>
                <a:gd name="T1" fmla="*/ 0 h 197"/>
                <a:gd name="T2" fmla="*/ 280 w 302"/>
                <a:gd name="T3" fmla="*/ 6 h 197"/>
                <a:gd name="T4" fmla="*/ 302 w 302"/>
                <a:gd name="T5" fmla="*/ 146 h 197"/>
                <a:gd name="T6" fmla="*/ 296 w 302"/>
                <a:gd name="T7" fmla="*/ 154 h 197"/>
                <a:gd name="T8" fmla="*/ 31 w 302"/>
                <a:gd name="T9" fmla="*/ 196 h 197"/>
                <a:gd name="T10" fmla="*/ 23 w 302"/>
                <a:gd name="T11" fmla="*/ 190 h 197"/>
                <a:gd name="T12" fmla="*/ 1 w 302"/>
                <a:gd name="T13" fmla="*/ 50 h 197"/>
                <a:gd name="T14" fmla="*/ 7 w 302"/>
                <a:gd name="T15" fmla="*/ 42 h 197"/>
                <a:gd name="T16" fmla="*/ 272 w 302"/>
                <a:gd name="T17"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2" h="197">
                  <a:moveTo>
                    <a:pt x="272" y="0"/>
                  </a:moveTo>
                  <a:cubicBezTo>
                    <a:pt x="276" y="0"/>
                    <a:pt x="279" y="2"/>
                    <a:pt x="280" y="6"/>
                  </a:cubicBezTo>
                  <a:cubicBezTo>
                    <a:pt x="302" y="146"/>
                    <a:pt x="302" y="146"/>
                    <a:pt x="302" y="146"/>
                  </a:cubicBezTo>
                  <a:cubicBezTo>
                    <a:pt x="302" y="150"/>
                    <a:pt x="300" y="154"/>
                    <a:pt x="296" y="154"/>
                  </a:cubicBezTo>
                  <a:cubicBezTo>
                    <a:pt x="31" y="196"/>
                    <a:pt x="31" y="196"/>
                    <a:pt x="31" y="196"/>
                  </a:cubicBezTo>
                  <a:cubicBezTo>
                    <a:pt x="27" y="197"/>
                    <a:pt x="23" y="194"/>
                    <a:pt x="23" y="190"/>
                  </a:cubicBezTo>
                  <a:cubicBezTo>
                    <a:pt x="1" y="50"/>
                    <a:pt x="1" y="50"/>
                    <a:pt x="1" y="50"/>
                  </a:cubicBezTo>
                  <a:cubicBezTo>
                    <a:pt x="0" y="46"/>
                    <a:pt x="3" y="43"/>
                    <a:pt x="7" y="42"/>
                  </a:cubicBezTo>
                  <a:lnTo>
                    <a:pt x="2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2" name="Freeform 311"/>
            <p:cNvSpPr>
              <a:spLocks/>
            </p:cNvSpPr>
            <p:nvPr/>
          </p:nvSpPr>
          <p:spPr bwMode="auto">
            <a:xfrm>
              <a:off x="1987550" y="949325"/>
              <a:ext cx="512763" cy="379413"/>
            </a:xfrm>
            <a:custGeom>
              <a:avLst/>
              <a:gdLst>
                <a:gd name="T0" fmla="*/ 292 w 323"/>
                <a:gd name="T1" fmla="*/ 0 h 239"/>
                <a:gd name="T2" fmla="*/ 323 w 323"/>
                <a:gd name="T3" fmla="*/ 192 h 239"/>
                <a:gd name="T4" fmla="*/ 31 w 323"/>
                <a:gd name="T5" fmla="*/ 239 h 239"/>
                <a:gd name="T6" fmla="*/ 0 w 323"/>
                <a:gd name="T7" fmla="*/ 45 h 239"/>
                <a:gd name="T8" fmla="*/ 292 w 323"/>
                <a:gd name="T9" fmla="*/ 0 h 239"/>
              </a:gdLst>
              <a:ahLst/>
              <a:cxnLst>
                <a:cxn ang="0">
                  <a:pos x="T0" y="T1"/>
                </a:cxn>
                <a:cxn ang="0">
                  <a:pos x="T2" y="T3"/>
                </a:cxn>
                <a:cxn ang="0">
                  <a:pos x="T4" y="T5"/>
                </a:cxn>
                <a:cxn ang="0">
                  <a:pos x="T6" y="T7"/>
                </a:cxn>
                <a:cxn ang="0">
                  <a:pos x="T8" y="T9"/>
                </a:cxn>
              </a:cxnLst>
              <a:rect l="0" t="0" r="r" b="b"/>
              <a:pathLst>
                <a:path w="323" h="239">
                  <a:moveTo>
                    <a:pt x="292" y="0"/>
                  </a:moveTo>
                  <a:lnTo>
                    <a:pt x="323" y="192"/>
                  </a:lnTo>
                  <a:lnTo>
                    <a:pt x="31" y="239"/>
                  </a:lnTo>
                  <a:lnTo>
                    <a:pt x="0" y="45"/>
                  </a:lnTo>
                  <a:lnTo>
                    <a:pt x="292" y="0"/>
                  </a:ln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3" name="Freeform 312"/>
            <p:cNvSpPr>
              <a:spLocks/>
            </p:cNvSpPr>
            <p:nvPr/>
          </p:nvSpPr>
          <p:spPr bwMode="auto">
            <a:xfrm>
              <a:off x="2486025" y="1076325"/>
              <a:ext cx="39688" cy="39688"/>
            </a:xfrm>
            <a:custGeom>
              <a:avLst/>
              <a:gdLst>
                <a:gd name="T0" fmla="*/ 8 w 19"/>
                <a:gd name="T1" fmla="*/ 1 h 19"/>
                <a:gd name="T2" fmla="*/ 1 w 19"/>
                <a:gd name="T3" fmla="*/ 11 h 19"/>
                <a:gd name="T4" fmla="*/ 11 w 19"/>
                <a:gd name="T5" fmla="*/ 19 h 19"/>
                <a:gd name="T6" fmla="*/ 18 w 19"/>
                <a:gd name="T7" fmla="*/ 8 h 19"/>
                <a:gd name="T8" fmla="*/ 8 w 19"/>
                <a:gd name="T9" fmla="*/ 1 h 19"/>
              </a:gdLst>
              <a:ahLst/>
              <a:cxnLst>
                <a:cxn ang="0">
                  <a:pos x="T0" y="T1"/>
                </a:cxn>
                <a:cxn ang="0">
                  <a:pos x="T2" y="T3"/>
                </a:cxn>
                <a:cxn ang="0">
                  <a:pos x="T4" y="T5"/>
                </a:cxn>
                <a:cxn ang="0">
                  <a:pos x="T6" y="T7"/>
                </a:cxn>
                <a:cxn ang="0">
                  <a:pos x="T8" y="T9"/>
                </a:cxn>
              </a:cxnLst>
              <a:rect l="0" t="0" r="r" b="b"/>
              <a:pathLst>
                <a:path w="19" h="19">
                  <a:moveTo>
                    <a:pt x="8" y="1"/>
                  </a:moveTo>
                  <a:cubicBezTo>
                    <a:pt x="3" y="2"/>
                    <a:pt x="0" y="6"/>
                    <a:pt x="1" y="11"/>
                  </a:cubicBezTo>
                  <a:cubicBezTo>
                    <a:pt x="1" y="16"/>
                    <a:pt x="6" y="19"/>
                    <a:pt x="11" y="19"/>
                  </a:cubicBezTo>
                  <a:cubicBezTo>
                    <a:pt x="16" y="18"/>
                    <a:pt x="19" y="13"/>
                    <a:pt x="18" y="8"/>
                  </a:cubicBezTo>
                  <a:cubicBezTo>
                    <a:pt x="18" y="4"/>
                    <a:pt x="13" y="0"/>
                    <a:pt x="8" y="1"/>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4" name="Freeform 313"/>
            <p:cNvSpPr>
              <a:spLocks/>
            </p:cNvSpPr>
            <p:nvPr/>
          </p:nvSpPr>
          <p:spPr bwMode="auto">
            <a:xfrm>
              <a:off x="1970088" y="1169987"/>
              <a:ext cx="19050" cy="19050"/>
            </a:xfrm>
            <a:custGeom>
              <a:avLst/>
              <a:gdLst>
                <a:gd name="T0" fmla="*/ 4 w 9"/>
                <a:gd name="T1" fmla="*/ 1 h 9"/>
                <a:gd name="T2" fmla="*/ 0 w 9"/>
                <a:gd name="T3" fmla="*/ 5 h 9"/>
                <a:gd name="T4" fmla="*/ 5 w 9"/>
                <a:gd name="T5" fmla="*/ 9 h 9"/>
                <a:gd name="T6" fmla="*/ 8 w 9"/>
                <a:gd name="T7" fmla="*/ 4 h 9"/>
                <a:gd name="T8" fmla="*/ 4 w 9"/>
                <a:gd name="T9" fmla="*/ 1 h 9"/>
              </a:gdLst>
              <a:ahLst/>
              <a:cxnLst>
                <a:cxn ang="0">
                  <a:pos x="T0" y="T1"/>
                </a:cxn>
                <a:cxn ang="0">
                  <a:pos x="T2" y="T3"/>
                </a:cxn>
                <a:cxn ang="0">
                  <a:pos x="T4" y="T5"/>
                </a:cxn>
                <a:cxn ang="0">
                  <a:pos x="T6" y="T7"/>
                </a:cxn>
                <a:cxn ang="0">
                  <a:pos x="T8" y="T9"/>
                </a:cxn>
              </a:cxnLst>
              <a:rect l="0" t="0" r="r" b="b"/>
              <a:pathLst>
                <a:path w="9" h="9">
                  <a:moveTo>
                    <a:pt x="4" y="1"/>
                  </a:moveTo>
                  <a:cubicBezTo>
                    <a:pt x="2" y="1"/>
                    <a:pt x="0" y="3"/>
                    <a:pt x="0" y="5"/>
                  </a:cubicBezTo>
                  <a:cubicBezTo>
                    <a:pt x="1" y="8"/>
                    <a:pt x="3" y="9"/>
                    <a:pt x="5" y="9"/>
                  </a:cubicBezTo>
                  <a:cubicBezTo>
                    <a:pt x="7" y="9"/>
                    <a:pt x="9" y="6"/>
                    <a:pt x="8" y="4"/>
                  </a:cubicBezTo>
                  <a:cubicBezTo>
                    <a:pt x="8" y="2"/>
                    <a:pt x="6" y="0"/>
                    <a:pt x="4" y="1"/>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5" name="Freeform 314"/>
            <p:cNvSpPr>
              <a:spLocks/>
            </p:cNvSpPr>
            <p:nvPr/>
          </p:nvSpPr>
          <p:spPr bwMode="auto">
            <a:xfrm>
              <a:off x="3829050" y="1227137"/>
              <a:ext cx="1146175" cy="898525"/>
            </a:xfrm>
            <a:custGeom>
              <a:avLst/>
              <a:gdLst>
                <a:gd name="T0" fmla="*/ 0 w 541"/>
                <a:gd name="T1" fmla="*/ 27 h 424"/>
                <a:gd name="T2" fmla="*/ 0 w 541"/>
                <a:gd name="T3" fmla="*/ 397 h 424"/>
                <a:gd name="T4" fmla="*/ 27 w 541"/>
                <a:gd name="T5" fmla="*/ 424 h 424"/>
                <a:gd name="T6" fmla="*/ 514 w 541"/>
                <a:gd name="T7" fmla="*/ 424 h 424"/>
                <a:gd name="T8" fmla="*/ 541 w 541"/>
                <a:gd name="T9" fmla="*/ 397 h 424"/>
                <a:gd name="T10" fmla="*/ 541 w 541"/>
                <a:gd name="T11" fmla="*/ 27 h 424"/>
                <a:gd name="T12" fmla="*/ 514 w 541"/>
                <a:gd name="T13" fmla="*/ 0 h 424"/>
                <a:gd name="T14" fmla="*/ 27 w 541"/>
                <a:gd name="T15" fmla="*/ 0 h 424"/>
                <a:gd name="T16" fmla="*/ 0 w 541"/>
                <a:gd name="T17" fmla="*/ 27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1" h="424">
                  <a:moveTo>
                    <a:pt x="0" y="27"/>
                  </a:moveTo>
                  <a:cubicBezTo>
                    <a:pt x="0" y="397"/>
                    <a:pt x="0" y="397"/>
                    <a:pt x="0" y="397"/>
                  </a:cubicBezTo>
                  <a:cubicBezTo>
                    <a:pt x="0" y="412"/>
                    <a:pt x="12" y="424"/>
                    <a:pt x="27" y="424"/>
                  </a:cubicBezTo>
                  <a:cubicBezTo>
                    <a:pt x="514" y="424"/>
                    <a:pt x="514" y="424"/>
                    <a:pt x="514" y="424"/>
                  </a:cubicBezTo>
                  <a:cubicBezTo>
                    <a:pt x="529" y="424"/>
                    <a:pt x="541" y="412"/>
                    <a:pt x="541" y="397"/>
                  </a:cubicBezTo>
                  <a:cubicBezTo>
                    <a:pt x="541" y="27"/>
                    <a:pt x="541" y="27"/>
                    <a:pt x="541" y="27"/>
                  </a:cubicBezTo>
                  <a:cubicBezTo>
                    <a:pt x="541" y="12"/>
                    <a:pt x="529" y="0"/>
                    <a:pt x="514" y="0"/>
                  </a:cubicBezTo>
                  <a:cubicBezTo>
                    <a:pt x="27" y="0"/>
                    <a:pt x="27" y="0"/>
                    <a:pt x="27" y="0"/>
                  </a:cubicBezTo>
                  <a:cubicBezTo>
                    <a:pt x="12" y="0"/>
                    <a:pt x="0" y="12"/>
                    <a:pt x="0" y="27"/>
                  </a:cubicBezTo>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6" name="Freeform 315"/>
            <p:cNvSpPr>
              <a:spLocks/>
            </p:cNvSpPr>
            <p:nvPr/>
          </p:nvSpPr>
          <p:spPr bwMode="auto">
            <a:xfrm>
              <a:off x="3829050" y="1227137"/>
              <a:ext cx="768350" cy="685800"/>
            </a:xfrm>
            <a:custGeom>
              <a:avLst/>
              <a:gdLst>
                <a:gd name="T0" fmla="*/ 363 w 363"/>
                <a:gd name="T1" fmla="*/ 0 h 324"/>
                <a:gd name="T2" fmla="*/ 27 w 363"/>
                <a:gd name="T3" fmla="*/ 0 h 324"/>
                <a:gd name="T4" fmla="*/ 0 w 363"/>
                <a:gd name="T5" fmla="*/ 27 h 324"/>
                <a:gd name="T6" fmla="*/ 0 w 363"/>
                <a:gd name="T7" fmla="*/ 324 h 324"/>
                <a:gd name="T8" fmla="*/ 363 w 363"/>
                <a:gd name="T9" fmla="*/ 0 h 324"/>
              </a:gdLst>
              <a:ahLst/>
              <a:cxnLst>
                <a:cxn ang="0">
                  <a:pos x="T0" y="T1"/>
                </a:cxn>
                <a:cxn ang="0">
                  <a:pos x="T2" y="T3"/>
                </a:cxn>
                <a:cxn ang="0">
                  <a:pos x="T4" y="T5"/>
                </a:cxn>
                <a:cxn ang="0">
                  <a:pos x="T6" y="T7"/>
                </a:cxn>
                <a:cxn ang="0">
                  <a:pos x="T8" y="T9"/>
                </a:cxn>
              </a:cxnLst>
              <a:rect l="0" t="0" r="r" b="b"/>
              <a:pathLst>
                <a:path w="363" h="324">
                  <a:moveTo>
                    <a:pt x="363" y="0"/>
                  </a:moveTo>
                  <a:cubicBezTo>
                    <a:pt x="27" y="0"/>
                    <a:pt x="27" y="0"/>
                    <a:pt x="27" y="0"/>
                  </a:cubicBezTo>
                  <a:cubicBezTo>
                    <a:pt x="12" y="0"/>
                    <a:pt x="0" y="12"/>
                    <a:pt x="0" y="27"/>
                  </a:cubicBezTo>
                  <a:cubicBezTo>
                    <a:pt x="0" y="324"/>
                    <a:pt x="0" y="324"/>
                    <a:pt x="0" y="324"/>
                  </a:cubicBezTo>
                  <a:cubicBezTo>
                    <a:pt x="363" y="0"/>
                    <a:pt x="363" y="0"/>
                    <a:pt x="363" y="0"/>
                  </a:cubicBezTo>
                </a:path>
              </a:pathLst>
            </a:custGeom>
            <a:solidFill>
              <a:srgbClr val="F9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7" name="Oval 316"/>
            <p:cNvSpPr>
              <a:spLocks noChangeArrowheads="1"/>
            </p:cNvSpPr>
            <p:nvPr/>
          </p:nvSpPr>
          <p:spPr bwMode="auto">
            <a:xfrm>
              <a:off x="4899025" y="1652587"/>
              <a:ext cx="46038" cy="46038"/>
            </a:xfrm>
            <a:prstGeom prst="ellipse">
              <a:avLst/>
            </a:prstGeom>
            <a:solidFill>
              <a:srgbClr val="2C46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8" name="Oval 317"/>
            <p:cNvSpPr>
              <a:spLocks noChangeArrowheads="1"/>
            </p:cNvSpPr>
            <p:nvPr/>
          </p:nvSpPr>
          <p:spPr bwMode="auto">
            <a:xfrm>
              <a:off x="3883025" y="1663700"/>
              <a:ext cx="25400" cy="25400"/>
            </a:xfrm>
            <a:prstGeom prst="ellipse">
              <a:avLst/>
            </a:prstGeom>
            <a:solidFill>
              <a:srgbClr val="2C46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9" name="Rectangle 318"/>
            <p:cNvSpPr>
              <a:spLocks noChangeArrowheads="1"/>
            </p:cNvSpPr>
            <p:nvPr/>
          </p:nvSpPr>
          <p:spPr bwMode="auto">
            <a:xfrm>
              <a:off x="3938588" y="1328737"/>
              <a:ext cx="923925" cy="695325"/>
            </a:xfrm>
            <a:prstGeom prst="rect">
              <a:avLst/>
            </a:prstGeom>
            <a:solidFill>
              <a:srgbClr val="003E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0" name="Freeform 319"/>
            <p:cNvSpPr>
              <a:spLocks/>
            </p:cNvSpPr>
            <p:nvPr/>
          </p:nvSpPr>
          <p:spPr bwMode="auto">
            <a:xfrm>
              <a:off x="2185988" y="2703512"/>
              <a:ext cx="2252663" cy="1184275"/>
            </a:xfrm>
            <a:custGeom>
              <a:avLst/>
              <a:gdLst>
                <a:gd name="T0" fmla="*/ 14 w 1063"/>
                <a:gd name="T1" fmla="*/ 221 h 559"/>
                <a:gd name="T2" fmla="*/ 0 w 1063"/>
                <a:gd name="T3" fmla="*/ 324 h 559"/>
                <a:gd name="T4" fmla="*/ 15 w 1063"/>
                <a:gd name="T5" fmla="*/ 408 h 559"/>
                <a:gd name="T6" fmla="*/ 77 w 1063"/>
                <a:gd name="T7" fmla="*/ 466 h 559"/>
                <a:gd name="T8" fmla="*/ 219 w 1063"/>
                <a:gd name="T9" fmla="*/ 511 h 559"/>
                <a:gd name="T10" fmla="*/ 323 w 1063"/>
                <a:gd name="T11" fmla="*/ 551 h 559"/>
                <a:gd name="T12" fmla="*/ 356 w 1063"/>
                <a:gd name="T13" fmla="*/ 559 h 559"/>
                <a:gd name="T14" fmla="*/ 397 w 1063"/>
                <a:gd name="T15" fmla="*/ 546 h 559"/>
                <a:gd name="T16" fmla="*/ 450 w 1063"/>
                <a:gd name="T17" fmla="*/ 489 h 559"/>
                <a:gd name="T18" fmla="*/ 497 w 1063"/>
                <a:gd name="T19" fmla="*/ 405 h 559"/>
                <a:gd name="T20" fmla="*/ 593 w 1063"/>
                <a:gd name="T21" fmla="*/ 240 h 559"/>
                <a:gd name="T22" fmla="*/ 654 w 1063"/>
                <a:gd name="T23" fmla="*/ 172 h 559"/>
                <a:gd name="T24" fmla="*/ 718 w 1063"/>
                <a:gd name="T25" fmla="*/ 143 h 559"/>
                <a:gd name="T26" fmla="*/ 772 w 1063"/>
                <a:gd name="T27" fmla="*/ 120 h 559"/>
                <a:gd name="T28" fmla="*/ 847 w 1063"/>
                <a:gd name="T29" fmla="*/ 47 h 559"/>
                <a:gd name="T30" fmla="*/ 886 w 1063"/>
                <a:gd name="T31" fmla="*/ 17 h 559"/>
                <a:gd name="T32" fmla="*/ 930 w 1063"/>
                <a:gd name="T33" fmla="*/ 4 h 559"/>
                <a:gd name="T34" fmla="*/ 968 w 1063"/>
                <a:gd name="T35" fmla="*/ 13 h 559"/>
                <a:gd name="T36" fmla="*/ 1039 w 1063"/>
                <a:gd name="T37" fmla="*/ 67 h 559"/>
                <a:gd name="T38" fmla="*/ 1059 w 1063"/>
                <a:gd name="T39" fmla="*/ 127 h 559"/>
                <a:gd name="T40" fmla="*/ 1037 w 1063"/>
                <a:gd name="T41" fmla="*/ 199 h 559"/>
                <a:gd name="T42" fmla="*/ 1040 w 1063"/>
                <a:gd name="T43" fmla="*/ 201 h 559"/>
                <a:gd name="T44" fmla="*/ 1063 w 1063"/>
                <a:gd name="T45" fmla="*/ 127 h 559"/>
                <a:gd name="T46" fmla="*/ 1042 w 1063"/>
                <a:gd name="T47" fmla="*/ 64 h 559"/>
                <a:gd name="T48" fmla="*/ 969 w 1063"/>
                <a:gd name="T49" fmla="*/ 9 h 559"/>
                <a:gd name="T50" fmla="*/ 930 w 1063"/>
                <a:gd name="T51" fmla="*/ 0 h 559"/>
                <a:gd name="T52" fmla="*/ 870 w 1063"/>
                <a:gd name="T53" fmla="*/ 22 h 559"/>
                <a:gd name="T54" fmla="*/ 794 w 1063"/>
                <a:gd name="T55" fmla="*/ 95 h 559"/>
                <a:gd name="T56" fmla="*/ 757 w 1063"/>
                <a:gd name="T57" fmla="*/ 126 h 559"/>
                <a:gd name="T58" fmla="*/ 717 w 1063"/>
                <a:gd name="T59" fmla="*/ 139 h 559"/>
                <a:gd name="T60" fmla="*/ 652 w 1063"/>
                <a:gd name="T61" fmla="*/ 169 h 559"/>
                <a:gd name="T62" fmla="*/ 562 w 1063"/>
                <a:gd name="T63" fmla="*/ 280 h 559"/>
                <a:gd name="T64" fmla="*/ 494 w 1063"/>
                <a:gd name="T65" fmla="*/ 404 h 559"/>
                <a:gd name="T66" fmla="*/ 430 w 1063"/>
                <a:gd name="T67" fmla="*/ 509 h 559"/>
                <a:gd name="T68" fmla="*/ 394 w 1063"/>
                <a:gd name="T69" fmla="*/ 543 h 559"/>
                <a:gd name="T70" fmla="*/ 356 w 1063"/>
                <a:gd name="T71" fmla="*/ 555 h 559"/>
                <a:gd name="T72" fmla="*/ 325 w 1063"/>
                <a:gd name="T73" fmla="*/ 547 h 559"/>
                <a:gd name="T74" fmla="*/ 220 w 1063"/>
                <a:gd name="T75" fmla="*/ 507 h 559"/>
                <a:gd name="T76" fmla="*/ 79 w 1063"/>
                <a:gd name="T77" fmla="*/ 462 h 559"/>
                <a:gd name="T78" fmla="*/ 19 w 1063"/>
                <a:gd name="T79" fmla="*/ 406 h 559"/>
                <a:gd name="T80" fmla="*/ 4 w 1063"/>
                <a:gd name="T81" fmla="*/ 324 h 559"/>
                <a:gd name="T82" fmla="*/ 11 w 1063"/>
                <a:gd name="T83" fmla="*/ 253 h 559"/>
                <a:gd name="T84" fmla="*/ 16 w 1063"/>
                <a:gd name="T85" fmla="*/ 230 h 559"/>
                <a:gd name="T86" fmla="*/ 17 w 1063"/>
                <a:gd name="T87" fmla="*/ 224 h 559"/>
                <a:gd name="T88" fmla="*/ 18 w 1063"/>
                <a:gd name="T89" fmla="*/ 222 h 559"/>
                <a:gd name="T90" fmla="*/ 14 w 1063"/>
                <a:gd name="T91" fmla="*/ 221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63" h="559">
                  <a:moveTo>
                    <a:pt x="14" y="221"/>
                  </a:moveTo>
                  <a:cubicBezTo>
                    <a:pt x="14" y="221"/>
                    <a:pt x="0" y="270"/>
                    <a:pt x="0" y="324"/>
                  </a:cubicBezTo>
                  <a:cubicBezTo>
                    <a:pt x="0" y="353"/>
                    <a:pt x="3" y="382"/>
                    <a:pt x="15" y="408"/>
                  </a:cubicBezTo>
                  <a:cubicBezTo>
                    <a:pt x="27" y="434"/>
                    <a:pt x="46" y="455"/>
                    <a:pt x="77" y="466"/>
                  </a:cubicBezTo>
                  <a:cubicBezTo>
                    <a:pt x="138" y="487"/>
                    <a:pt x="181" y="499"/>
                    <a:pt x="219" y="511"/>
                  </a:cubicBezTo>
                  <a:cubicBezTo>
                    <a:pt x="256" y="523"/>
                    <a:pt x="287" y="533"/>
                    <a:pt x="323" y="551"/>
                  </a:cubicBezTo>
                  <a:cubicBezTo>
                    <a:pt x="334" y="557"/>
                    <a:pt x="345" y="559"/>
                    <a:pt x="356" y="559"/>
                  </a:cubicBezTo>
                  <a:cubicBezTo>
                    <a:pt x="370" y="559"/>
                    <a:pt x="384" y="554"/>
                    <a:pt x="397" y="546"/>
                  </a:cubicBezTo>
                  <a:cubicBezTo>
                    <a:pt x="416" y="534"/>
                    <a:pt x="433" y="513"/>
                    <a:pt x="450" y="489"/>
                  </a:cubicBezTo>
                  <a:cubicBezTo>
                    <a:pt x="467" y="464"/>
                    <a:pt x="482" y="435"/>
                    <a:pt x="497" y="405"/>
                  </a:cubicBezTo>
                  <a:cubicBezTo>
                    <a:pt x="521" y="359"/>
                    <a:pt x="555" y="294"/>
                    <a:pt x="593" y="240"/>
                  </a:cubicBezTo>
                  <a:cubicBezTo>
                    <a:pt x="613" y="213"/>
                    <a:pt x="633" y="190"/>
                    <a:pt x="654" y="172"/>
                  </a:cubicBezTo>
                  <a:cubicBezTo>
                    <a:pt x="675" y="155"/>
                    <a:pt x="697" y="144"/>
                    <a:pt x="718" y="143"/>
                  </a:cubicBezTo>
                  <a:cubicBezTo>
                    <a:pt x="737" y="143"/>
                    <a:pt x="755" y="133"/>
                    <a:pt x="772" y="120"/>
                  </a:cubicBezTo>
                  <a:cubicBezTo>
                    <a:pt x="797" y="100"/>
                    <a:pt x="821" y="71"/>
                    <a:pt x="847" y="47"/>
                  </a:cubicBezTo>
                  <a:cubicBezTo>
                    <a:pt x="860" y="35"/>
                    <a:pt x="873" y="24"/>
                    <a:pt x="886" y="17"/>
                  </a:cubicBezTo>
                  <a:cubicBezTo>
                    <a:pt x="900" y="9"/>
                    <a:pt x="915" y="4"/>
                    <a:pt x="930" y="4"/>
                  </a:cubicBezTo>
                  <a:cubicBezTo>
                    <a:pt x="942" y="4"/>
                    <a:pt x="954" y="7"/>
                    <a:pt x="968" y="13"/>
                  </a:cubicBezTo>
                  <a:cubicBezTo>
                    <a:pt x="1001" y="29"/>
                    <a:pt x="1024" y="47"/>
                    <a:pt x="1039" y="67"/>
                  </a:cubicBezTo>
                  <a:cubicBezTo>
                    <a:pt x="1053" y="86"/>
                    <a:pt x="1059" y="107"/>
                    <a:pt x="1059" y="127"/>
                  </a:cubicBezTo>
                  <a:cubicBezTo>
                    <a:pt x="1059" y="152"/>
                    <a:pt x="1051" y="176"/>
                    <a:pt x="1037" y="199"/>
                  </a:cubicBezTo>
                  <a:cubicBezTo>
                    <a:pt x="1040" y="201"/>
                    <a:pt x="1040" y="201"/>
                    <a:pt x="1040" y="201"/>
                  </a:cubicBezTo>
                  <a:cubicBezTo>
                    <a:pt x="1054" y="178"/>
                    <a:pt x="1063" y="153"/>
                    <a:pt x="1063" y="127"/>
                  </a:cubicBezTo>
                  <a:cubicBezTo>
                    <a:pt x="1063" y="106"/>
                    <a:pt x="1057" y="84"/>
                    <a:pt x="1042" y="64"/>
                  </a:cubicBezTo>
                  <a:cubicBezTo>
                    <a:pt x="1027" y="44"/>
                    <a:pt x="1004" y="25"/>
                    <a:pt x="969" y="9"/>
                  </a:cubicBezTo>
                  <a:cubicBezTo>
                    <a:pt x="955" y="3"/>
                    <a:pt x="942" y="0"/>
                    <a:pt x="930" y="0"/>
                  </a:cubicBezTo>
                  <a:cubicBezTo>
                    <a:pt x="908" y="0"/>
                    <a:pt x="889" y="9"/>
                    <a:pt x="870" y="22"/>
                  </a:cubicBezTo>
                  <a:cubicBezTo>
                    <a:pt x="843" y="41"/>
                    <a:pt x="819" y="70"/>
                    <a:pt x="794" y="95"/>
                  </a:cubicBezTo>
                  <a:cubicBezTo>
                    <a:pt x="782" y="107"/>
                    <a:pt x="769" y="118"/>
                    <a:pt x="757" y="126"/>
                  </a:cubicBezTo>
                  <a:cubicBezTo>
                    <a:pt x="744" y="134"/>
                    <a:pt x="731" y="139"/>
                    <a:pt x="717" y="139"/>
                  </a:cubicBezTo>
                  <a:cubicBezTo>
                    <a:pt x="695" y="140"/>
                    <a:pt x="673" y="151"/>
                    <a:pt x="652" y="169"/>
                  </a:cubicBezTo>
                  <a:cubicBezTo>
                    <a:pt x="620" y="196"/>
                    <a:pt x="589" y="237"/>
                    <a:pt x="562" y="280"/>
                  </a:cubicBezTo>
                  <a:cubicBezTo>
                    <a:pt x="535" y="323"/>
                    <a:pt x="511" y="368"/>
                    <a:pt x="494" y="404"/>
                  </a:cubicBezTo>
                  <a:cubicBezTo>
                    <a:pt x="474" y="443"/>
                    <a:pt x="453" y="481"/>
                    <a:pt x="430" y="509"/>
                  </a:cubicBezTo>
                  <a:cubicBezTo>
                    <a:pt x="418" y="523"/>
                    <a:pt x="407" y="535"/>
                    <a:pt x="394" y="543"/>
                  </a:cubicBezTo>
                  <a:cubicBezTo>
                    <a:pt x="382" y="551"/>
                    <a:pt x="369" y="555"/>
                    <a:pt x="356" y="555"/>
                  </a:cubicBezTo>
                  <a:cubicBezTo>
                    <a:pt x="346" y="555"/>
                    <a:pt x="335" y="553"/>
                    <a:pt x="325" y="547"/>
                  </a:cubicBezTo>
                  <a:cubicBezTo>
                    <a:pt x="289" y="529"/>
                    <a:pt x="258" y="519"/>
                    <a:pt x="220" y="507"/>
                  </a:cubicBezTo>
                  <a:cubicBezTo>
                    <a:pt x="182" y="495"/>
                    <a:pt x="139" y="483"/>
                    <a:pt x="79" y="462"/>
                  </a:cubicBezTo>
                  <a:cubicBezTo>
                    <a:pt x="49" y="452"/>
                    <a:pt x="30" y="431"/>
                    <a:pt x="19" y="406"/>
                  </a:cubicBezTo>
                  <a:cubicBezTo>
                    <a:pt x="8" y="382"/>
                    <a:pt x="4" y="352"/>
                    <a:pt x="4" y="324"/>
                  </a:cubicBezTo>
                  <a:cubicBezTo>
                    <a:pt x="4" y="297"/>
                    <a:pt x="7" y="272"/>
                    <a:pt x="11" y="253"/>
                  </a:cubicBezTo>
                  <a:cubicBezTo>
                    <a:pt x="13" y="243"/>
                    <a:pt x="14" y="236"/>
                    <a:pt x="16" y="230"/>
                  </a:cubicBezTo>
                  <a:cubicBezTo>
                    <a:pt x="16" y="228"/>
                    <a:pt x="17" y="225"/>
                    <a:pt x="17" y="224"/>
                  </a:cubicBezTo>
                  <a:cubicBezTo>
                    <a:pt x="18" y="223"/>
                    <a:pt x="18" y="222"/>
                    <a:pt x="18" y="222"/>
                  </a:cubicBezTo>
                  <a:lnTo>
                    <a:pt x="14" y="221"/>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1" name="Freeform 320"/>
            <p:cNvSpPr>
              <a:spLocks/>
            </p:cNvSpPr>
            <p:nvPr/>
          </p:nvSpPr>
          <p:spPr bwMode="auto">
            <a:xfrm>
              <a:off x="3144838" y="4294187"/>
              <a:ext cx="234950" cy="155575"/>
            </a:xfrm>
            <a:custGeom>
              <a:avLst/>
              <a:gdLst>
                <a:gd name="T0" fmla="*/ 148 w 148"/>
                <a:gd name="T1" fmla="*/ 50 h 98"/>
                <a:gd name="T2" fmla="*/ 18 w 148"/>
                <a:gd name="T3" fmla="*/ 98 h 98"/>
                <a:gd name="T4" fmla="*/ 0 w 148"/>
                <a:gd name="T5" fmla="*/ 47 h 98"/>
                <a:gd name="T6" fmla="*/ 129 w 148"/>
                <a:gd name="T7" fmla="*/ 0 h 98"/>
                <a:gd name="T8" fmla="*/ 148 w 148"/>
                <a:gd name="T9" fmla="*/ 50 h 98"/>
              </a:gdLst>
              <a:ahLst/>
              <a:cxnLst>
                <a:cxn ang="0">
                  <a:pos x="T0" y="T1"/>
                </a:cxn>
                <a:cxn ang="0">
                  <a:pos x="T2" y="T3"/>
                </a:cxn>
                <a:cxn ang="0">
                  <a:pos x="T4" y="T5"/>
                </a:cxn>
                <a:cxn ang="0">
                  <a:pos x="T6" y="T7"/>
                </a:cxn>
                <a:cxn ang="0">
                  <a:pos x="T8" y="T9"/>
                </a:cxn>
              </a:cxnLst>
              <a:rect l="0" t="0" r="r" b="b"/>
              <a:pathLst>
                <a:path w="148" h="98">
                  <a:moveTo>
                    <a:pt x="148" y="50"/>
                  </a:moveTo>
                  <a:lnTo>
                    <a:pt x="18" y="98"/>
                  </a:lnTo>
                  <a:lnTo>
                    <a:pt x="0" y="47"/>
                  </a:lnTo>
                  <a:lnTo>
                    <a:pt x="129" y="0"/>
                  </a:lnTo>
                  <a:lnTo>
                    <a:pt x="148" y="50"/>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2" name="Freeform 321"/>
            <p:cNvSpPr>
              <a:spLocks/>
            </p:cNvSpPr>
            <p:nvPr/>
          </p:nvSpPr>
          <p:spPr bwMode="auto">
            <a:xfrm>
              <a:off x="3159125" y="4360862"/>
              <a:ext cx="1768475" cy="1146175"/>
            </a:xfrm>
            <a:custGeom>
              <a:avLst/>
              <a:gdLst>
                <a:gd name="T0" fmla="*/ 581 w 835"/>
                <a:gd name="T1" fmla="*/ 148 h 541"/>
                <a:gd name="T2" fmla="*/ 433 w 835"/>
                <a:gd name="T3" fmla="*/ 321 h 541"/>
                <a:gd name="T4" fmla="*/ 108 w 835"/>
                <a:gd name="T5" fmla="*/ 0 h 541"/>
                <a:gd name="T6" fmla="*/ 0 w 835"/>
                <a:gd name="T7" fmla="*/ 43 h 541"/>
                <a:gd name="T8" fmla="*/ 212 w 835"/>
                <a:gd name="T9" fmla="*/ 414 h 541"/>
                <a:gd name="T10" fmla="*/ 496 w 835"/>
                <a:gd name="T11" fmla="*/ 541 h 541"/>
                <a:gd name="T12" fmla="*/ 766 w 835"/>
                <a:gd name="T13" fmla="*/ 401 h 541"/>
                <a:gd name="T14" fmla="*/ 581 w 835"/>
                <a:gd name="T15" fmla="*/ 148 h 5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5" h="541">
                  <a:moveTo>
                    <a:pt x="581" y="148"/>
                  </a:moveTo>
                  <a:cubicBezTo>
                    <a:pt x="581" y="148"/>
                    <a:pt x="516" y="279"/>
                    <a:pt x="433" y="321"/>
                  </a:cubicBezTo>
                  <a:cubicBezTo>
                    <a:pt x="351" y="363"/>
                    <a:pt x="170" y="185"/>
                    <a:pt x="108" y="0"/>
                  </a:cubicBezTo>
                  <a:cubicBezTo>
                    <a:pt x="44" y="23"/>
                    <a:pt x="0" y="43"/>
                    <a:pt x="0" y="43"/>
                  </a:cubicBezTo>
                  <a:cubicBezTo>
                    <a:pt x="0" y="43"/>
                    <a:pt x="102" y="339"/>
                    <a:pt x="212" y="414"/>
                  </a:cubicBezTo>
                  <a:cubicBezTo>
                    <a:pt x="322" y="489"/>
                    <a:pt x="496" y="541"/>
                    <a:pt x="496" y="541"/>
                  </a:cubicBezTo>
                  <a:cubicBezTo>
                    <a:pt x="496" y="541"/>
                    <a:pt x="697" y="453"/>
                    <a:pt x="766" y="401"/>
                  </a:cubicBezTo>
                  <a:cubicBezTo>
                    <a:pt x="835" y="350"/>
                    <a:pt x="581" y="148"/>
                    <a:pt x="581" y="148"/>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3" name="Freeform 322"/>
            <p:cNvSpPr>
              <a:spLocks/>
            </p:cNvSpPr>
            <p:nvPr/>
          </p:nvSpPr>
          <p:spPr bwMode="auto">
            <a:xfrm>
              <a:off x="3159125" y="4425950"/>
              <a:ext cx="1665288" cy="1081088"/>
            </a:xfrm>
            <a:custGeom>
              <a:avLst/>
              <a:gdLst>
                <a:gd name="T0" fmla="*/ 499 w 786"/>
                <a:gd name="T1" fmla="*/ 431 h 510"/>
                <a:gd name="T2" fmla="*/ 216 w 786"/>
                <a:gd name="T3" fmla="*/ 304 h 510"/>
                <a:gd name="T4" fmla="*/ 29 w 786"/>
                <a:gd name="T5" fmla="*/ 0 h 510"/>
                <a:gd name="T6" fmla="*/ 0 w 786"/>
                <a:gd name="T7" fmla="*/ 12 h 510"/>
                <a:gd name="T8" fmla="*/ 212 w 786"/>
                <a:gd name="T9" fmla="*/ 383 h 510"/>
                <a:gd name="T10" fmla="*/ 496 w 786"/>
                <a:gd name="T11" fmla="*/ 510 h 510"/>
                <a:gd name="T12" fmla="*/ 766 w 786"/>
                <a:gd name="T13" fmla="*/ 370 h 510"/>
                <a:gd name="T14" fmla="*/ 760 w 786"/>
                <a:gd name="T15" fmla="*/ 298 h 510"/>
                <a:gd name="T16" fmla="*/ 499 w 786"/>
                <a:gd name="T17" fmla="*/ 431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6" h="510">
                  <a:moveTo>
                    <a:pt x="499" y="431"/>
                  </a:moveTo>
                  <a:cubicBezTo>
                    <a:pt x="499" y="431"/>
                    <a:pt x="326" y="379"/>
                    <a:pt x="216" y="304"/>
                  </a:cubicBezTo>
                  <a:cubicBezTo>
                    <a:pt x="139" y="252"/>
                    <a:pt x="66" y="92"/>
                    <a:pt x="29" y="0"/>
                  </a:cubicBezTo>
                  <a:cubicBezTo>
                    <a:pt x="11" y="7"/>
                    <a:pt x="0" y="12"/>
                    <a:pt x="0" y="12"/>
                  </a:cubicBezTo>
                  <a:cubicBezTo>
                    <a:pt x="0" y="12"/>
                    <a:pt x="102" y="308"/>
                    <a:pt x="212" y="383"/>
                  </a:cubicBezTo>
                  <a:cubicBezTo>
                    <a:pt x="322" y="458"/>
                    <a:pt x="496" y="510"/>
                    <a:pt x="496" y="510"/>
                  </a:cubicBezTo>
                  <a:cubicBezTo>
                    <a:pt x="496" y="510"/>
                    <a:pt x="697" y="422"/>
                    <a:pt x="766" y="370"/>
                  </a:cubicBezTo>
                  <a:cubicBezTo>
                    <a:pt x="786" y="356"/>
                    <a:pt x="779" y="329"/>
                    <a:pt x="760" y="298"/>
                  </a:cubicBezTo>
                  <a:cubicBezTo>
                    <a:pt x="684" y="350"/>
                    <a:pt x="499" y="431"/>
                    <a:pt x="499" y="43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4" name="Freeform 323"/>
            <p:cNvSpPr>
              <a:spLocks/>
            </p:cNvSpPr>
            <p:nvPr/>
          </p:nvSpPr>
          <p:spPr bwMode="auto">
            <a:xfrm>
              <a:off x="4343400" y="2909887"/>
              <a:ext cx="558800" cy="501650"/>
            </a:xfrm>
            <a:custGeom>
              <a:avLst/>
              <a:gdLst>
                <a:gd name="T0" fmla="*/ 264 w 264"/>
                <a:gd name="T1" fmla="*/ 185 h 237"/>
                <a:gd name="T2" fmla="*/ 204 w 264"/>
                <a:gd name="T3" fmla="*/ 124 h 237"/>
                <a:gd name="T4" fmla="*/ 153 w 264"/>
                <a:gd name="T5" fmla="*/ 30 h 237"/>
                <a:gd name="T6" fmla="*/ 71 w 264"/>
                <a:gd name="T7" fmla="*/ 4 h 237"/>
                <a:gd name="T8" fmla="*/ 49 w 264"/>
                <a:gd name="T9" fmla="*/ 11 h 237"/>
                <a:gd name="T10" fmla="*/ 7 w 264"/>
                <a:gd name="T11" fmla="*/ 58 h 237"/>
                <a:gd name="T12" fmla="*/ 2 w 264"/>
                <a:gd name="T13" fmla="*/ 72 h 237"/>
                <a:gd name="T14" fmla="*/ 9 w 264"/>
                <a:gd name="T15" fmla="*/ 92 h 237"/>
                <a:gd name="T16" fmla="*/ 22 w 264"/>
                <a:gd name="T17" fmla="*/ 87 h 237"/>
                <a:gd name="T18" fmla="*/ 22 w 264"/>
                <a:gd name="T19" fmla="*/ 73 h 237"/>
                <a:gd name="T20" fmla="*/ 58 w 264"/>
                <a:gd name="T21" fmla="*/ 41 h 237"/>
                <a:gd name="T22" fmla="*/ 105 w 264"/>
                <a:gd name="T23" fmla="*/ 75 h 237"/>
                <a:gd name="T24" fmla="*/ 117 w 264"/>
                <a:gd name="T25" fmla="*/ 109 h 237"/>
                <a:gd name="T26" fmla="*/ 135 w 264"/>
                <a:gd name="T27" fmla="*/ 196 h 237"/>
                <a:gd name="T28" fmla="*/ 213 w 264"/>
                <a:gd name="T29" fmla="*/ 237 h 237"/>
                <a:gd name="T30" fmla="*/ 264 w 264"/>
                <a:gd name="T31" fmla="*/ 18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237">
                  <a:moveTo>
                    <a:pt x="264" y="185"/>
                  </a:moveTo>
                  <a:cubicBezTo>
                    <a:pt x="204" y="124"/>
                    <a:pt x="204" y="124"/>
                    <a:pt x="204" y="124"/>
                  </a:cubicBezTo>
                  <a:cubicBezTo>
                    <a:pt x="153" y="30"/>
                    <a:pt x="153" y="30"/>
                    <a:pt x="153" y="30"/>
                  </a:cubicBezTo>
                  <a:cubicBezTo>
                    <a:pt x="153" y="30"/>
                    <a:pt x="84" y="7"/>
                    <a:pt x="71" y="4"/>
                  </a:cubicBezTo>
                  <a:cubicBezTo>
                    <a:pt x="57" y="0"/>
                    <a:pt x="54" y="5"/>
                    <a:pt x="49" y="11"/>
                  </a:cubicBezTo>
                  <a:cubicBezTo>
                    <a:pt x="43" y="17"/>
                    <a:pt x="12" y="53"/>
                    <a:pt x="7" y="58"/>
                  </a:cubicBezTo>
                  <a:cubicBezTo>
                    <a:pt x="3" y="63"/>
                    <a:pt x="0" y="67"/>
                    <a:pt x="2" y="72"/>
                  </a:cubicBezTo>
                  <a:cubicBezTo>
                    <a:pt x="4" y="78"/>
                    <a:pt x="8" y="89"/>
                    <a:pt x="9" y="92"/>
                  </a:cubicBezTo>
                  <a:cubicBezTo>
                    <a:pt x="10" y="94"/>
                    <a:pt x="22" y="100"/>
                    <a:pt x="22" y="87"/>
                  </a:cubicBezTo>
                  <a:cubicBezTo>
                    <a:pt x="22" y="73"/>
                    <a:pt x="22" y="73"/>
                    <a:pt x="22" y="73"/>
                  </a:cubicBezTo>
                  <a:cubicBezTo>
                    <a:pt x="58" y="41"/>
                    <a:pt x="58" y="41"/>
                    <a:pt x="58" y="41"/>
                  </a:cubicBezTo>
                  <a:cubicBezTo>
                    <a:pt x="105" y="75"/>
                    <a:pt x="105" y="75"/>
                    <a:pt x="105" y="75"/>
                  </a:cubicBezTo>
                  <a:cubicBezTo>
                    <a:pt x="117" y="109"/>
                    <a:pt x="117" y="109"/>
                    <a:pt x="117" y="109"/>
                  </a:cubicBezTo>
                  <a:cubicBezTo>
                    <a:pt x="135" y="196"/>
                    <a:pt x="135" y="196"/>
                    <a:pt x="135" y="196"/>
                  </a:cubicBezTo>
                  <a:cubicBezTo>
                    <a:pt x="213" y="237"/>
                    <a:pt x="213" y="237"/>
                    <a:pt x="213" y="237"/>
                  </a:cubicBezTo>
                  <a:lnTo>
                    <a:pt x="264" y="185"/>
                  </a:ln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5" name="Freeform 324"/>
            <p:cNvSpPr>
              <a:spLocks/>
            </p:cNvSpPr>
            <p:nvPr/>
          </p:nvSpPr>
          <p:spPr bwMode="auto">
            <a:xfrm>
              <a:off x="4398963" y="2941637"/>
              <a:ext cx="265113" cy="211138"/>
            </a:xfrm>
            <a:custGeom>
              <a:avLst/>
              <a:gdLst>
                <a:gd name="T0" fmla="*/ 125 w 125"/>
                <a:gd name="T1" fmla="*/ 34 h 100"/>
                <a:gd name="T2" fmla="*/ 70 w 125"/>
                <a:gd name="T3" fmla="*/ 4 h 100"/>
                <a:gd name="T4" fmla="*/ 48 w 125"/>
                <a:gd name="T5" fmla="*/ 11 h 100"/>
                <a:gd name="T6" fmla="*/ 7 w 125"/>
                <a:gd name="T7" fmla="*/ 58 h 100"/>
                <a:gd name="T8" fmla="*/ 2 w 125"/>
                <a:gd name="T9" fmla="*/ 73 h 100"/>
                <a:gd name="T10" fmla="*/ 8 w 125"/>
                <a:gd name="T11" fmla="*/ 92 h 100"/>
                <a:gd name="T12" fmla="*/ 22 w 125"/>
                <a:gd name="T13" fmla="*/ 87 h 100"/>
                <a:gd name="T14" fmla="*/ 21 w 125"/>
                <a:gd name="T15" fmla="*/ 73 h 100"/>
                <a:gd name="T16" fmla="*/ 58 w 125"/>
                <a:gd name="T17" fmla="*/ 42 h 100"/>
                <a:gd name="T18" fmla="*/ 105 w 125"/>
                <a:gd name="T19" fmla="*/ 7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 h="100">
                  <a:moveTo>
                    <a:pt x="125" y="34"/>
                  </a:moveTo>
                  <a:cubicBezTo>
                    <a:pt x="125" y="34"/>
                    <a:pt x="83" y="8"/>
                    <a:pt x="70" y="4"/>
                  </a:cubicBezTo>
                  <a:cubicBezTo>
                    <a:pt x="57" y="0"/>
                    <a:pt x="54" y="5"/>
                    <a:pt x="48" y="11"/>
                  </a:cubicBezTo>
                  <a:cubicBezTo>
                    <a:pt x="43" y="17"/>
                    <a:pt x="11" y="54"/>
                    <a:pt x="7" y="58"/>
                  </a:cubicBezTo>
                  <a:cubicBezTo>
                    <a:pt x="2" y="63"/>
                    <a:pt x="0" y="67"/>
                    <a:pt x="2" y="73"/>
                  </a:cubicBezTo>
                  <a:cubicBezTo>
                    <a:pt x="4" y="78"/>
                    <a:pt x="7" y="89"/>
                    <a:pt x="8" y="92"/>
                  </a:cubicBezTo>
                  <a:cubicBezTo>
                    <a:pt x="9" y="95"/>
                    <a:pt x="22" y="100"/>
                    <a:pt x="22" y="87"/>
                  </a:cubicBezTo>
                  <a:cubicBezTo>
                    <a:pt x="21" y="74"/>
                    <a:pt x="21" y="73"/>
                    <a:pt x="21" y="73"/>
                  </a:cubicBezTo>
                  <a:cubicBezTo>
                    <a:pt x="58" y="42"/>
                    <a:pt x="58" y="42"/>
                    <a:pt x="58" y="42"/>
                  </a:cubicBezTo>
                  <a:cubicBezTo>
                    <a:pt x="105" y="75"/>
                    <a:pt x="105" y="75"/>
                    <a:pt x="105" y="75"/>
                  </a:cubicBezTo>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6" name="Freeform 325"/>
            <p:cNvSpPr>
              <a:spLocks noEditPoints="1"/>
            </p:cNvSpPr>
            <p:nvPr/>
          </p:nvSpPr>
          <p:spPr bwMode="auto">
            <a:xfrm>
              <a:off x="4324350" y="2762250"/>
              <a:ext cx="268288" cy="496888"/>
            </a:xfrm>
            <a:custGeom>
              <a:avLst/>
              <a:gdLst>
                <a:gd name="T0" fmla="*/ 121 w 127"/>
                <a:gd name="T1" fmla="*/ 10 h 234"/>
                <a:gd name="T2" fmla="*/ 107 w 127"/>
                <a:gd name="T3" fmla="*/ 3 h 234"/>
                <a:gd name="T4" fmla="*/ 101 w 127"/>
                <a:gd name="T5" fmla="*/ 0 h 234"/>
                <a:gd name="T6" fmla="*/ 0 w 127"/>
                <a:gd name="T7" fmla="*/ 203 h 234"/>
                <a:gd name="T8" fmla="*/ 0 w 127"/>
                <a:gd name="T9" fmla="*/ 203 h 234"/>
                <a:gd name="T10" fmla="*/ 1 w 127"/>
                <a:gd name="T11" fmla="*/ 219 h 234"/>
                <a:gd name="T12" fmla="*/ 1 w 127"/>
                <a:gd name="T13" fmla="*/ 234 h 234"/>
                <a:gd name="T14" fmla="*/ 13 w 127"/>
                <a:gd name="T15" fmla="*/ 225 h 234"/>
                <a:gd name="T16" fmla="*/ 13 w 127"/>
                <a:gd name="T17" fmla="*/ 225 h 234"/>
                <a:gd name="T18" fmla="*/ 26 w 127"/>
                <a:gd name="T19" fmla="*/ 216 h 234"/>
                <a:gd name="T20" fmla="*/ 26 w 127"/>
                <a:gd name="T21" fmla="*/ 216 h 234"/>
                <a:gd name="T22" fmla="*/ 127 w 127"/>
                <a:gd name="T23" fmla="*/ 13 h 234"/>
                <a:gd name="T24" fmla="*/ 121 w 127"/>
                <a:gd name="T25" fmla="*/ 10 h 234"/>
                <a:gd name="T26" fmla="*/ 25 w 127"/>
                <a:gd name="T27" fmla="*/ 204 h 234"/>
                <a:gd name="T28" fmla="*/ 24 w 127"/>
                <a:gd name="T29" fmla="*/ 213 h 234"/>
                <a:gd name="T30" fmla="*/ 25 w 127"/>
                <a:gd name="T31" fmla="*/ 204 h 234"/>
                <a:gd name="T32" fmla="*/ 24 w 127"/>
                <a:gd name="T33" fmla="*/ 214 h 234"/>
                <a:gd name="T34" fmla="*/ 24 w 127"/>
                <a:gd name="T35" fmla="*/ 21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7" h="234">
                  <a:moveTo>
                    <a:pt x="121" y="10"/>
                  </a:moveTo>
                  <a:cubicBezTo>
                    <a:pt x="107" y="3"/>
                    <a:pt x="107" y="3"/>
                    <a:pt x="107" y="3"/>
                  </a:cubicBezTo>
                  <a:cubicBezTo>
                    <a:pt x="101" y="0"/>
                    <a:pt x="101" y="0"/>
                    <a:pt x="101" y="0"/>
                  </a:cubicBezTo>
                  <a:cubicBezTo>
                    <a:pt x="0" y="203"/>
                    <a:pt x="0" y="203"/>
                    <a:pt x="0" y="203"/>
                  </a:cubicBezTo>
                  <a:cubicBezTo>
                    <a:pt x="0" y="203"/>
                    <a:pt x="0" y="203"/>
                    <a:pt x="0" y="203"/>
                  </a:cubicBezTo>
                  <a:cubicBezTo>
                    <a:pt x="1" y="219"/>
                    <a:pt x="1" y="219"/>
                    <a:pt x="1" y="219"/>
                  </a:cubicBezTo>
                  <a:cubicBezTo>
                    <a:pt x="1" y="234"/>
                    <a:pt x="1" y="234"/>
                    <a:pt x="1" y="234"/>
                  </a:cubicBezTo>
                  <a:cubicBezTo>
                    <a:pt x="13" y="225"/>
                    <a:pt x="13" y="225"/>
                    <a:pt x="13" y="225"/>
                  </a:cubicBezTo>
                  <a:cubicBezTo>
                    <a:pt x="13" y="225"/>
                    <a:pt x="13" y="225"/>
                    <a:pt x="13" y="225"/>
                  </a:cubicBezTo>
                  <a:cubicBezTo>
                    <a:pt x="26" y="216"/>
                    <a:pt x="26" y="216"/>
                    <a:pt x="26" y="216"/>
                  </a:cubicBezTo>
                  <a:cubicBezTo>
                    <a:pt x="26" y="216"/>
                    <a:pt x="26" y="216"/>
                    <a:pt x="26" y="216"/>
                  </a:cubicBezTo>
                  <a:cubicBezTo>
                    <a:pt x="127" y="13"/>
                    <a:pt x="127" y="13"/>
                    <a:pt x="127" y="13"/>
                  </a:cubicBezTo>
                  <a:lnTo>
                    <a:pt x="121" y="10"/>
                  </a:lnTo>
                  <a:close/>
                  <a:moveTo>
                    <a:pt x="25" y="204"/>
                  </a:moveTo>
                  <a:cubicBezTo>
                    <a:pt x="23" y="207"/>
                    <a:pt x="23" y="210"/>
                    <a:pt x="24" y="213"/>
                  </a:cubicBezTo>
                  <a:cubicBezTo>
                    <a:pt x="23" y="210"/>
                    <a:pt x="23" y="207"/>
                    <a:pt x="25" y="204"/>
                  </a:cubicBezTo>
                  <a:close/>
                  <a:moveTo>
                    <a:pt x="24" y="214"/>
                  </a:moveTo>
                  <a:cubicBezTo>
                    <a:pt x="24" y="214"/>
                    <a:pt x="24" y="214"/>
                    <a:pt x="24" y="214"/>
                  </a:cubicBezTo>
                </a:path>
              </a:pathLst>
            </a:custGeom>
            <a:solidFill>
              <a:srgbClr val="122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7" name="Freeform 326"/>
            <p:cNvSpPr>
              <a:spLocks/>
            </p:cNvSpPr>
            <p:nvPr/>
          </p:nvSpPr>
          <p:spPr bwMode="auto">
            <a:xfrm>
              <a:off x="4538663" y="2736850"/>
              <a:ext cx="68263" cy="53975"/>
            </a:xfrm>
            <a:custGeom>
              <a:avLst/>
              <a:gdLst>
                <a:gd name="T0" fmla="*/ 34 w 43"/>
                <a:gd name="T1" fmla="*/ 14 h 34"/>
                <a:gd name="T2" fmla="*/ 16 w 43"/>
                <a:gd name="T3" fmla="*/ 4 h 34"/>
                <a:gd name="T4" fmla="*/ 8 w 43"/>
                <a:gd name="T5" fmla="*/ 0 h 34"/>
                <a:gd name="T6" fmla="*/ 0 w 43"/>
                <a:gd name="T7" fmla="*/ 16 h 34"/>
                <a:gd name="T8" fmla="*/ 8 w 43"/>
                <a:gd name="T9" fmla="*/ 20 h 34"/>
                <a:gd name="T10" fmla="*/ 26 w 43"/>
                <a:gd name="T11" fmla="*/ 30 h 34"/>
                <a:gd name="T12" fmla="*/ 34 w 43"/>
                <a:gd name="T13" fmla="*/ 34 h 34"/>
                <a:gd name="T14" fmla="*/ 43 w 43"/>
                <a:gd name="T15" fmla="*/ 18 h 34"/>
                <a:gd name="T16" fmla="*/ 34 w 43"/>
                <a:gd name="T17" fmla="*/ 1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34">
                  <a:moveTo>
                    <a:pt x="34" y="14"/>
                  </a:moveTo>
                  <a:lnTo>
                    <a:pt x="16" y="4"/>
                  </a:lnTo>
                  <a:lnTo>
                    <a:pt x="8" y="0"/>
                  </a:lnTo>
                  <a:lnTo>
                    <a:pt x="0" y="16"/>
                  </a:lnTo>
                  <a:lnTo>
                    <a:pt x="8" y="20"/>
                  </a:lnTo>
                  <a:lnTo>
                    <a:pt x="26" y="30"/>
                  </a:lnTo>
                  <a:lnTo>
                    <a:pt x="34" y="34"/>
                  </a:lnTo>
                  <a:lnTo>
                    <a:pt x="43" y="18"/>
                  </a:lnTo>
                  <a:lnTo>
                    <a:pt x="34" y="14"/>
                  </a:lnTo>
                  <a:close/>
                </a:path>
              </a:pathLst>
            </a:custGeom>
            <a:solidFill>
              <a:srgbClr val="122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8" name="Freeform 327"/>
            <p:cNvSpPr>
              <a:spLocks/>
            </p:cNvSpPr>
            <p:nvPr/>
          </p:nvSpPr>
          <p:spPr bwMode="auto">
            <a:xfrm>
              <a:off x="4368800" y="3017837"/>
              <a:ext cx="273050" cy="306388"/>
            </a:xfrm>
            <a:custGeom>
              <a:avLst/>
              <a:gdLst>
                <a:gd name="T0" fmla="*/ 123 w 129"/>
                <a:gd name="T1" fmla="*/ 145 h 145"/>
                <a:gd name="T2" fmla="*/ 67 w 129"/>
                <a:gd name="T3" fmla="*/ 104 h 145"/>
                <a:gd name="T4" fmla="*/ 10 w 129"/>
                <a:gd name="T5" fmla="*/ 31 h 145"/>
                <a:gd name="T6" fmla="*/ 10 w 129"/>
                <a:gd name="T7" fmla="*/ 7 h 145"/>
                <a:gd name="T8" fmla="*/ 40 w 129"/>
                <a:gd name="T9" fmla="*/ 21 h 145"/>
                <a:gd name="T10" fmla="*/ 111 w 129"/>
                <a:gd name="T11" fmla="*/ 62 h 145"/>
                <a:gd name="T12" fmla="*/ 123 w 12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29" h="145">
                  <a:moveTo>
                    <a:pt x="123" y="145"/>
                  </a:moveTo>
                  <a:cubicBezTo>
                    <a:pt x="123" y="145"/>
                    <a:pt x="85" y="128"/>
                    <a:pt x="67" y="104"/>
                  </a:cubicBezTo>
                  <a:cubicBezTo>
                    <a:pt x="48" y="81"/>
                    <a:pt x="10" y="31"/>
                    <a:pt x="10" y="31"/>
                  </a:cubicBezTo>
                  <a:cubicBezTo>
                    <a:pt x="10" y="31"/>
                    <a:pt x="0" y="14"/>
                    <a:pt x="10" y="7"/>
                  </a:cubicBezTo>
                  <a:cubicBezTo>
                    <a:pt x="20" y="0"/>
                    <a:pt x="40" y="21"/>
                    <a:pt x="40" y="21"/>
                  </a:cubicBezTo>
                  <a:cubicBezTo>
                    <a:pt x="40" y="21"/>
                    <a:pt x="72" y="70"/>
                    <a:pt x="111" y="62"/>
                  </a:cubicBezTo>
                  <a:cubicBezTo>
                    <a:pt x="129" y="71"/>
                    <a:pt x="123" y="145"/>
                    <a:pt x="123" y="145"/>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9" name="Freeform 328"/>
            <p:cNvSpPr>
              <a:spLocks/>
            </p:cNvSpPr>
            <p:nvPr/>
          </p:nvSpPr>
          <p:spPr bwMode="auto">
            <a:xfrm>
              <a:off x="4683125" y="3197225"/>
              <a:ext cx="206375" cy="222250"/>
            </a:xfrm>
            <a:custGeom>
              <a:avLst/>
              <a:gdLst>
                <a:gd name="T0" fmla="*/ 41 w 130"/>
                <a:gd name="T1" fmla="*/ 140 h 140"/>
                <a:gd name="T2" fmla="*/ 130 w 130"/>
                <a:gd name="T3" fmla="*/ 36 h 140"/>
                <a:gd name="T4" fmla="*/ 90 w 130"/>
                <a:gd name="T5" fmla="*/ 0 h 140"/>
                <a:gd name="T6" fmla="*/ 0 w 130"/>
                <a:gd name="T7" fmla="*/ 105 h 140"/>
                <a:gd name="T8" fmla="*/ 41 w 130"/>
                <a:gd name="T9" fmla="*/ 140 h 140"/>
              </a:gdLst>
              <a:ahLst/>
              <a:cxnLst>
                <a:cxn ang="0">
                  <a:pos x="T0" y="T1"/>
                </a:cxn>
                <a:cxn ang="0">
                  <a:pos x="T2" y="T3"/>
                </a:cxn>
                <a:cxn ang="0">
                  <a:pos x="T4" y="T5"/>
                </a:cxn>
                <a:cxn ang="0">
                  <a:pos x="T6" y="T7"/>
                </a:cxn>
                <a:cxn ang="0">
                  <a:pos x="T8" y="T9"/>
                </a:cxn>
              </a:cxnLst>
              <a:rect l="0" t="0" r="r" b="b"/>
              <a:pathLst>
                <a:path w="130" h="140">
                  <a:moveTo>
                    <a:pt x="41" y="140"/>
                  </a:moveTo>
                  <a:lnTo>
                    <a:pt x="130" y="36"/>
                  </a:lnTo>
                  <a:lnTo>
                    <a:pt x="90" y="0"/>
                  </a:lnTo>
                  <a:lnTo>
                    <a:pt x="0" y="105"/>
                  </a:lnTo>
                  <a:lnTo>
                    <a:pt x="41" y="140"/>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0" name="Freeform 329"/>
            <p:cNvSpPr>
              <a:spLocks/>
            </p:cNvSpPr>
            <p:nvPr/>
          </p:nvSpPr>
          <p:spPr bwMode="auto">
            <a:xfrm>
              <a:off x="4670425" y="3233737"/>
              <a:ext cx="868363" cy="1885950"/>
            </a:xfrm>
            <a:custGeom>
              <a:avLst/>
              <a:gdLst>
                <a:gd name="T0" fmla="*/ 0 w 410"/>
                <a:gd name="T1" fmla="*/ 581 h 890"/>
                <a:gd name="T2" fmla="*/ 214 w 410"/>
                <a:gd name="T3" fmla="*/ 504 h 890"/>
                <a:gd name="T4" fmla="*/ 28 w 410"/>
                <a:gd name="T5" fmla="*/ 86 h 890"/>
                <a:gd name="T6" fmla="*/ 107 w 410"/>
                <a:gd name="T7" fmla="*/ 0 h 890"/>
                <a:gd name="T8" fmla="*/ 379 w 410"/>
                <a:gd name="T9" fmla="*/ 330 h 890"/>
                <a:gd name="T10" fmla="*/ 397 w 410"/>
                <a:gd name="T11" fmla="*/ 640 h 890"/>
                <a:gd name="T12" fmla="*/ 171 w 410"/>
                <a:gd name="T13" fmla="*/ 844 h 890"/>
                <a:gd name="T14" fmla="*/ 0 w 410"/>
                <a:gd name="T15" fmla="*/ 581 h 8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0" h="890">
                  <a:moveTo>
                    <a:pt x="0" y="581"/>
                  </a:moveTo>
                  <a:cubicBezTo>
                    <a:pt x="0" y="581"/>
                    <a:pt x="145" y="566"/>
                    <a:pt x="214" y="504"/>
                  </a:cubicBezTo>
                  <a:cubicBezTo>
                    <a:pt x="282" y="442"/>
                    <a:pt x="179" y="209"/>
                    <a:pt x="28" y="86"/>
                  </a:cubicBezTo>
                  <a:cubicBezTo>
                    <a:pt x="72" y="34"/>
                    <a:pt x="107" y="0"/>
                    <a:pt x="107" y="0"/>
                  </a:cubicBezTo>
                  <a:cubicBezTo>
                    <a:pt x="107" y="0"/>
                    <a:pt x="348" y="200"/>
                    <a:pt x="379" y="330"/>
                  </a:cubicBezTo>
                  <a:cubicBezTo>
                    <a:pt x="410" y="459"/>
                    <a:pt x="397" y="640"/>
                    <a:pt x="397" y="640"/>
                  </a:cubicBezTo>
                  <a:cubicBezTo>
                    <a:pt x="397" y="640"/>
                    <a:pt x="243" y="797"/>
                    <a:pt x="171" y="844"/>
                  </a:cubicBezTo>
                  <a:cubicBezTo>
                    <a:pt x="98" y="890"/>
                    <a:pt x="0" y="581"/>
                    <a:pt x="0" y="581"/>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1" name="Freeform 330"/>
            <p:cNvSpPr>
              <a:spLocks/>
            </p:cNvSpPr>
            <p:nvPr/>
          </p:nvSpPr>
          <p:spPr bwMode="auto">
            <a:xfrm>
              <a:off x="4849813" y="3233737"/>
              <a:ext cx="688975" cy="1816100"/>
            </a:xfrm>
            <a:custGeom>
              <a:avLst/>
              <a:gdLst>
                <a:gd name="T0" fmla="*/ 237 w 325"/>
                <a:gd name="T1" fmla="*/ 615 h 857"/>
                <a:gd name="T2" fmla="*/ 218 w 325"/>
                <a:gd name="T3" fmla="*/ 305 h 857"/>
                <a:gd name="T4" fmla="*/ 0 w 325"/>
                <a:gd name="T5" fmla="*/ 23 h 857"/>
                <a:gd name="T6" fmla="*/ 22 w 325"/>
                <a:gd name="T7" fmla="*/ 0 h 857"/>
                <a:gd name="T8" fmla="*/ 294 w 325"/>
                <a:gd name="T9" fmla="*/ 330 h 857"/>
                <a:gd name="T10" fmla="*/ 312 w 325"/>
                <a:gd name="T11" fmla="*/ 640 h 857"/>
                <a:gd name="T12" fmla="*/ 86 w 325"/>
                <a:gd name="T13" fmla="*/ 844 h 857"/>
                <a:gd name="T14" fmla="*/ 20 w 325"/>
                <a:gd name="T15" fmla="*/ 812 h 857"/>
                <a:gd name="T16" fmla="*/ 237 w 325"/>
                <a:gd name="T17" fmla="*/ 615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857">
                  <a:moveTo>
                    <a:pt x="237" y="615"/>
                  </a:moveTo>
                  <a:cubicBezTo>
                    <a:pt x="237" y="615"/>
                    <a:pt x="249" y="435"/>
                    <a:pt x="218" y="305"/>
                  </a:cubicBezTo>
                  <a:cubicBezTo>
                    <a:pt x="197" y="215"/>
                    <a:pt x="73" y="90"/>
                    <a:pt x="0" y="23"/>
                  </a:cubicBezTo>
                  <a:cubicBezTo>
                    <a:pt x="13" y="8"/>
                    <a:pt x="22" y="0"/>
                    <a:pt x="22" y="0"/>
                  </a:cubicBezTo>
                  <a:cubicBezTo>
                    <a:pt x="22" y="0"/>
                    <a:pt x="263" y="200"/>
                    <a:pt x="294" y="330"/>
                  </a:cubicBezTo>
                  <a:cubicBezTo>
                    <a:pt x="325" y="459"/>
                    <a:pt x="312" y="640"/>
                    <a:pt x="312" y="640"/>
                  </a:cubicBezTo>
                  <a:cubicBezTo>
                    <a:pt x="312" y="640"/>
                    <a:pt x="158" y="797"/>
                    <a:pt x="86" y="844"/>
                  </a:cubicBezTo>
                  <a:cubicBezTo>
                    <a:pt x="65" y="857"/>
                    <a:pt x="42" y="841"/>
                    <a:pt x="20" y="812"/>
                  </a:cubicBezTo>
                  <a:cubicBezTo>
                    <a:pt x="96" y="759"/>
                    <a:pt x="237" y="615"/>
                    <a:pt x="237" y="61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2" name="Freeform 331"/>
            <p:cNvSpPr>
              <a:spLocks/>
            </p:cNvSpPr>
            <p:nvPr/>
          </p:nvSpPr>
          <p:spPr bwMode="auto">
            <a:xfrm>
              <a:off x="2952750" y="3740150"/>
              <a:ext cx="388938" cy="620713"/>
            </a:xfrm>
            <a:custGeom>
              <a:avLst/>
              <a:gdLst>
                <a:gd name="T0" fmla="*/ 107 w 183"/>
                <a:gd name="T1" fmla="*/ 293 h 293"/>
                <a:gd name="T2" fmla="*/ 21 w 183"/>
                <a:gd name="T3" fmla="*/ 181 h 293"/>
                <a:gd name="T4" fmla="*/ 17 w 183"/>
                <a:gd name="T5" fmla="*/ 107 h 293"/>
                <a:gd name="T6" fmla="*/ 33 w 183"/>
                <a:gd name="T7" fmla="*/ 31 h 293"/>
                <a:gd name="T8" fmla="*/ 36 w 183"/>
                <a:gd name="T9" fmla="*/ 35 h 293"/>
                <a:gd name="T10" fmla="*/ 45 w 183"/>
                <a:gd name="T11" fmla="*/ 11 h 293"/>
                <a:gd name="T12" fmla="*/ 59 w 183"/>
                <a:gd name="T13" fmla="*/ 30 h 293"/>
                <a:gd name="T14" fmla="*/ 73 w 183"/>
                <a:gd name="T15" fmla="*/ 1 h 293"/>
                <a:gd name="T16" fmla="*/ 91 w 183"/>
                <a:gd name="T17" fmla="*/ 30 h 293"/>
                <a:gd name="T18" fmla="*/ 107 w 183"/>
                <a:gd name="T19" fmla="*/ 3 h 293"/>
                <a:gd name="T20" fmla="*/ 125 w 183"/>
                <a:gd name="T21" fmla="*/ 35 h 293"/>
                <a:gd name="T22" fmla="*/ 133 w 183"/>
                <a:gd name="T23" fmla="*/ 130 h 293"/>
                <a:gd name="T24" fmla="*/ 138 w 183"/>
                <a:gd name="T25" fmla="*/ 53 h 293"/>
                <a:gd name="T26" fmla="*/ 161 w 183"/>
                <a:gd name="T27" fmla="*/ 75 h 293"/>
                <a:gd name="T28" fmla="*/ 179 w 183"/>
                <a:gd name="T29" fmla="*/ 176 h 293"/>
                <a:gd name="T30" fmla="*/ 169 w 183"/>
                <a:gd name="T31" fmla="*/ 270 h 293"/>
                <a:gd name="T32" fmla="*/ 107 w 183"/>
                <a:gd name="T33"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293">
                  <a:moveTo>
                    <a:pt x="107" y="293"/>
                  </a:moveTo>
                  <a:cubicBezTo>
                    <a:pt x="107" y="293"/>
                    <a:pt x="43" y="214"/>
                    <a:pt x="21" y="181"/>
                  </a:cubicBezTo>
                  <a:cubicBezTo>
                    <a:pt x="0" y="148"/>
                    <a:pt x="14" y="142"/>
                    <a:pt x="17" y="107"/>
                  </a:cubicBezTo>
                  <a:cubicBezTo>
                    <a:pt x="21" y="72"/>
                    <a:pt x="20" y="39"/>
                    <a:pt x="33" y="31"/>
                  </a:cubicBezTo>
                  <a:cubicBezTo>
                    <a:pt x="36" y="35"/>
                    <a:pt x="36" y="35"/>
                    <a:pt x="36" y="35"/>
                  </a:cubicBezTo>
                  <a:cubicBezTo>
                    <a:pt x="36" y="35"/>
                    <a:pt x="35" y="17"/>
                    <a:pt x="45" y="11"/>
                  </a:cubicBezTo>
                  <a:cubicBezTo>
                    <a:pt x="56" y="6"/>
                    <a:pt x="58" y="21"/>
                    <a:pt x="59" y="30"/>
                  </a:cubicBezTo>
                  <a:cubicBezTo>
                    <a:pt x="58" y="10"/>
                    <a:pt x="63" y="2"/>
                    <a:pt x="73" y="1"/>
                  </a:cubicBezTo>
                  <a:cubicBezTo>
                    <a:pt x="83" y="0"/>
                    <a:pt x="89" y="15"/>
                    <a:pt x="91" y="30"/>
                  </a:cubicBezTo>
                  <a:cubicBezTo>
                    <a:pt x="90" y="13"/>
                    <a:pt x="99" y="5"/>
                    <a:pt x="107" y="3"/>
                  </a:cubicBezTo>
                  <a:cubicBezTo>
                    <a:pt x="114" y="1"/>
                    <a:pt x="127" y="9"/>
                    <a:pt x="125" y="35"/>
                  </a:cubicBezTo>
                  <a:cubicBezTo>
                    <a:pt x="123" y="60"/>
                    <a:pt x="133" y="130"/>
                    <a:pt x="133" y="130"/>
                  </a:cubicBezTo>
                  <a:cubicBezTo>
                    <a:pt x="133" y="130"/>
                    <a:pt x="138" y="58"/>
                    <a:pt x="138" y="53"/>
                  </a:cubicBezTo>
                  <a:cubicBezTo>
                    <a:pt x="137" y="48"/>
                    <a:pt x="160" y="42"/>
                    <a:pt x="161" y="75"/>
                  </a:cubicBezTo>
                  <a:cubicBezTo>
                    <a:pt x="161" y="108"/>
                    <a:pt x="174" y="145"/>
                    <a:pt x="179" y="176"/>
                  </a:cubicBezTo>
                  <a:cubicBezTo>
                    <a:pt x="183" y="208"/>
                    <a:pt x="183" y="256"/>
                    <a:pt x="169" y="270"/>
                  </a:cubicBezTo>
                  <a:cubicBezTo>
                    <a:pt x="119" y="288"/>
                    <a:pt x="107" y="293"/>
                    <a:pt x="107" y="293"/>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3" name="Freeform 332"/>
            <p:cNvSpPr>
              <a:spLocks/>
            </p:cNvSpPr>
            <p:nvPr/>
          </p:nvSpPr>
          <p:spPr bwMode="auto">
            <a:xfrm>
              <a:off x="4041775" y="4173537"/>
              <a:ext cx="958850" cy="882650"/>
            </a:xfrm>
            <a:custGeom>
              <a:avLst/>
              <a:gdLst>
                <a:gd name="T0" fmla="*/ 301 w 452"/>
                <a:gd name="T1" fmla="*/ 9 h 416"/>
                <a:gd name="T2" fmla="*/ 230 w 452"/>
                <a:gd name="T3" fmla="*/ 25 h 416"/>
                <a:gd name="T4" fmla="*/ 27 w 452"/>
                <a:gd name="T5" fmla="*/ 211 h 416"/>
                <a:gd name="T6" fmla="*/ 9 w 452"/>
                <a:gd name="T7" fmla="*/ 278 h 416"/>
                <a:gd name="T8" fmla="*/ 69 w 452"/>
                <a:gd name="T9" fmla="*/ 394 h 416"/>
                <a:gd name="T10" fmla="*/ 126 w 452"/>
                <a:gd name="T11" fmla="*/ 402 h 416"/>
                <a:gd name="T12" fmla="*/ 248 w 452"/>
                <a:gd name="T13" fmla="*/ 317 h 416"/>
                <a:gd name="T14" fmla="*/ 319 w 452"/>
                <a:gd name="T15" fmla="*/ 254 h 416"/>
                <a:gd name="T16" fmla="*/ 435 w 452"/>
                <a:gd name="T17" fmla="*/ 119 h 416"/>
                <a:gd name="T18" fmla="*/ 430 w 452"/>
                <a:gd name="T19" fmla="*/ 67 h 416"/>
                <a:gd name="T20" fmla="*/ 301 w 452"/>
                <a:gd name="T21" fmla="*/ 9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2" h="416">
                  <a:moveTo>
                    <a:pt x="301" y="9"/>
                  </a:moveTo>
                  <a:cubicBezTo>
                    <a:pt x="282" y="0"/>
                    <a:pt x="250" y="8"/>
                    <a:pt x="230" y="25"/>
                  </a:cubicBezTo>
                  <a:cubicBezTo>
                    <a:pt x="27" y="211"/>
                    <a:pt x="27" y="211"/>
                    <a:pt x="27" y="211"/>
                  </a:cubicBezTo>
                  <a:cubicBezTo>
                    <a:pt x="8" y="229"/>
                    <a:pt x="0" y="259"/>
                    <a:pt x="9" y="278"/>
                  </a:cubicBezTo>
                  <a:cubicBezTo>
                    <a:pt x="69" y="394"/>
                    <a:pt x="69" y="394"/>
                    <a:pt x="69" y="394"/>
                  </a:cubicBezTo>
                  <a:cubicBezTo>
                    <a:pt x="79" y="413"/>
                    <a:pt x="104" y="416"/>
                    <a:pt x="126" y="402"/>
                  </a:cubicBezTo>
                  <a:cubicBezTo>
                    <a:pt x="248" y="317"/>
                    <a:pt x="248" y="317"/>
                    <a:pt x="248" y="317"/>
                  </a:cubicBezTo>
                  <a:cubicBezTo>
                    <a:pt x="270" y="302"/>
                    <a:pt x="302" y="273"/>
                    <a:pt x="319" y="254"/>
                  </a:cubicBezTo>
                  <a:cubicBezTo>
                    <a:pt x="435" y="119"/>
                    <a:pt x="435" y="119"/>
                    <a:pt x="435" y="119"/>
                  </a:cubicBezTo>
                  <a:cubicBezTo>
                    <a:pt x="452" y="100"/>
                    <a:pt x="450" y="76"/>
                    <a:pt x="430" y="67"/>
                  </a:cubicBezTo>
                  <a:lnTo>
                    <a:pt x="301" y="9"/>
                  </a:ln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4" name="Freeform 333"/>
            <p:cNvSpPr>
              <a:spLocks/>
            </p:cNvSpPr>
            <p:nvPr/>
          </p:nvSpPr>
          <p:spPr bwMode="auto">
            <a:xfrm>
              <a:off x="4214813" y="4351337"/>
              <a:ext cx="1008063" cy="1036638"/>
            </a:xfrm>
            <a:custGeom>
              <a:avLst/>
              <a:gdLst>
                <a:gd name="T0" fmla="*/ 391 w 476"/>
                <a:gd name="T1" fmla="*/ 104 h 489"/>
                <a:gd name="T2" fmla="*/ 85 w 476"/>
                <a:gd name="T3" fmla="*/ 77 h 489"/>
                <a:gd name="T4" fmla="*/ 84 w 476"/>
                <a:gd name="T5" fmla="*/ 385 h 489"/>
                <a:gd name="T6" fmla="*/ 390 w 476"/>
                <a:gd name="T7" fmla="*/ 411 h 489"/>
                <a:gd name="T8" fmla="*/ 391 w 476"/>
                <a:gd name="T9" fmla="*/ 104 h 489"/>
              </a:gdLst>
              <a:ahLst/>
              <a:cxnLst>
                <a:cxn ang="0">
                  <a:pos x="T0" y="T1"/>
                </a:cxn>
                <a:cxn ang="0">
                  <a:pos x="T2" y="T3"/>
                </a:cxn>
                <a:cxn ang="0">
                  <a:pos x="T4" y="T5"/>
                </a:cxn>
                <a:cxn ang="0">
                  <a:pos x="T6" y="T7"/>
                </a:cxn>
                <a:cxn ang="0">
                  <a:pos x="T8" y="T9"/>
                </a:cxn>
              </a:cxnLst>
              <a:rect l="0" t="0" r="r" b="b"/>
              <a:pathLst>
                <a:path w="476" h="489">
                  <a:moveTo>
                    <a:pt x="391" y="104"/>
                  </a:moveTo>
                  <a:cubicBezTo>
                    <a:pt x="307" y="11"/>
                    <a:pt x="170" y="0"/>
                    <a:pt x="85" y="77"/>
                  </a:cubicBezTo>
                  <a:cubicBezTo>
                    <a:pt x="0" y="155"/>
                    <a:pt x="0" y="292"/>
                    <a:pt x="84" y="385"/>
                  </a:cubicBezTo>
                  <a:cubicBezTo>
                    <a:pt x="169" y="477"/>
                    <a:pt x="306" y="489"/>
                    <a:pt x="390" y="411"/>
                  </a:cubicBezTo>
                  <a:cubicBezTo>
                    <a:pt x="475" y="334"/>
                    <a:pt x="476" y="196"/>
                    <a:pt x="391" y="104"/>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5" name="Freeform 334"/>
            <p:cNvSpPr>
              <a:spLocks/>
            </p:cNvSpPr>
            <p:nvPr/>
          </p:nvSpPr>
          <p:spPr bwMode="auto">
            <a:xfrm>
              <a:off x="4214813" y="4419600"/>
              <a:ext cx="850900" cy="968375"/>
            </a:xfrm>
            <a:custGeom>
              <a:avLst/>
              <a:gdLst>
                <a:gd name="T0" fmla="*/ 179 w 402"/>
                <a:gd name="T1" fmla="*/ 296 h 457"/>
                <a:gd name="T2" fmla="*/ 168 w 402"/>
                <a:gd name="T3" fmla="*/ 0 h 457"/>
                <a:gd name="T4" fmla="*/ 85 w 402"/>
                <a:gd name="T5" fmla="*/ 45 h 457"/>
                <a:gd name="T6" fmla="*/ 84 w 402"/>
                <a:gd name="T7" fmla="*/ 353 h 457"/>
                <a:gd name="T8" fmla="*/ 390 w 402"/>
                <a:gd name="T9" fmla="*/ 379 h 457"/>
                <a:gd name="T10" fmla="*/ 402 w 402"/>
                <a:gd name="T11" fmla="*/ 368 h 457"/>
                <a:gd name="T12" fmla="*/ 179 w 402"/>
                <a:gd name="T13" fmla="*/ 296 h 457"/>
              </a:gdLst>
              <a:ahLst/>
              <a:cxnLst>
                <a:cxn ang="0">
                  <a:pos x="T0" y="T1"/>
                </a:cxn>
                <a:cxn ang="0">
                  <a:pos x="T2" y="T3"/>
                </a:cxn>
                <a:cxn ang="0">
                  <a:pos x="T4" y="T5"/>
                </a:cxn>
                <a:cxn ang="0">
                  <a:pos x="T6" y="T7"/>
                </a:cxn>
                <a:cxn ang="0">
                  <a:pos x="T8" y="T9"/>
                </a:cxn>
                <a:cxn ang="0">
                  <a:pos x="T10" y="T11"/>
                </a:cxn>
                <a:cxn ang="0">
                  <a:pos x="T12" y="T13"/>
                </a:cxn>
              </a:cxnLst>
              <a:rect l="0" t="0" r="r" b="b"/>
              <a:pathLst>
                <a:path w="402" h="457">
                  <a:moveTo>
                    <a:pt x="179" y="296"/>
                  </a:moveTo>
                  <a:cubicBezTo>
                    <a:pt x="99" y="209"/>
                    <a:pt x="95" y="79"/>
                    <a:pt x="168" y="0"/>
                  </a:cubicBezTo>
                  <a:cubicBezTo>
                    <a:pt x="138" y="8"/>
                    <a:pt x="109" y="23"/>
                    <a:pt x="85" y="45"/>
                  </a:cubicBezTo>
                  <a:cubicBezTo>
                    <a:pt x="0" y="123"/>
                    <a:pt x="0" y="260"/>
                    <a:pt x="84" y="353"/>
                  </a:cubicBezTo>
                  <a:cubicBezTo>
                    <a:pt x="169" y="445"/>
                    <a:pt x="306" y="457"/>
                    <a:pt x="390" y="379"/>
                  </a:cubicBezTo>
                  <a:cubicBezTo>
                    <a:pt x="395" y="376"/>
                    <a:pt x="398" y="372"/>
                    <a:pt x="402" y="368"/>
                  </a:cubicBezTo>
                  <a:cubicBezTo>
                    <a:pt x="326" y="387"/>
                    <a:pt x="239" y="362"/>
                    <a:pt x="179" y="296"/>
                  </a:cubicBez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6" name="Freeform 335"/>
            <p:cNvSpPr>
              <a:spLocks/>
            </p:cNvSpPr>
            <p:nvPr/>
          </p:nvSpPr>
          <p:spPr bwMode="auto">
            <a:xfrm>
              <a:off x="4457700" y="2400300"/>
              <a:ext cx="163513" cy="234950"/>
            </a:xfrm>
            <a:custGeom>
              <a:avLst/>
              <a:gdLst>
                <a:gd name="T0" fmla="*/ 103 w 103"/>
                <a:gd name="T1" fmla="*/ 20 h 148"/>
                <a:gd name="T2" fmla="*/ 49 w 103"/>
                <a:gd name="T3" fmla="*/ 148 h 148"/>
                <a:gd name="T4" fmla="*/ 0 w 103"/>
                <a:gd name="T5" fmla="*/ 128 h 148"/>
                <a:gd name="T6" fmla="*/ 53 w 103"/>
                <a:gd name="T7" fmla="*/ 0 h 148"/>
                <a:gd name="T8" fmla="*/ 103 w 103"/>
                <a:gd name="T9" fmla="*/ 20 h 148"/>
              </a:gdLst>
              <a:ahLst/>
              <a:cxnLst>
                <a:cxn ang="0">
                  <a:pos x="T0" y="T1"/>
                </a:cxn>
                <a:cxn ang="0">
                  <a:pos x="T2" y="T3"/>
                </a:cxn>
                <a:cxn ang="0">
                  <a:pos x="T4" y="T5"/>
                </a:cxn>
                <a:cxn ang="0">
                  <a:pos x="T6" y="T7"/>
                </a:cxn>
                <a:cxn ang="0">
                  <a:pos x="T8" y="T9"/>
                </a:cxn>
              </a:cxnLst>
              <a:rect l="0" t="0" r="r" b="b"/>
              <a:pathLst>
                <a:path w="103" h="148">
                  <a:moveTo>
                    <a:pt x="103" y="20"/>
                  </a:moveTo>
                  <a:lnTo>
                    <a:pt x="49" y="148"/>
                  </a:lnTo>
                  <a:lnTo>
                    <a:pt x="0" y="128"/>
                  </a:lnTo>
                  <a:lnTo>
                    <a:pt x="53" y="0"/>
                  </a:lnTo>
                  <a:lnTo>
                    <a:pt x="103" y="20"/>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7" name="Freeform 336"/>
            <p:cNvSpPr>
              <a:spLocks/>
            </p:cNvSpPr>
            <p:nvPr/>
          </p:nvSpPr>
          <p:spPr bwMode="auto">
            <a:xfrm>
              <a:off x="4529138" y="1781175"/>
              <a:ext cx="1674813" cy="1131888"/>
            </a:xfrm>
            <a:custGeom>
              <a:avLst/>
              <a:gdLst>
                <a:gd name="T0" fmla="*/ 469 w 790"/>
                <a:gd name="T1" fmla="*/ 51 h 534"/>
                <a:gd name="T2" fmla="*/ 497 w 790"/>
                <a:gd name="T3" fmla="*/ 277 h 534"/>
                <a:gd name="T4" fmla="*/ 41 w 790"/>
                <a:gd name="T5" fmla="*/ 300 h 534"/>
                <a:gd name="T6" fmla="*/ 0 w 790"/>
                <a:gd name="T7" fmla="*/ 409 h 534"/>
                <a:gd name="T8" fmla="*/ 417 w 790"/>
                <a:gd name="T9" fmla="*/ 503 h 534"/>
                <a:gd name="T10" fmla="*/ 702 w 790"/>
                <a:gd name="T11" fmla="*/ 379 h 534"/>
                <a:gd name="T12" fmla="*/ 781 w 790"/>
                <a:gd name="T13" fmla="*/ 85 h 534"/>
                <a:gd name="T14" fmla="*/ 469 w 790"/>
                <a:gd name="T15" fmla="*/ 51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0" h="534">
                  <a:moveTo>
                    <a:pt x="469" y="51"/>
                  </a:moveTo>
                  <a:cubicBezTo>
                    <a:pt x="469" y="51"/>
                    <a:pt x="522" y="188"/>
                    <a:pt x="497" y="277"/>
                  </a:cubicBezTo>
                  <a:cubicBezTo>
                    <a:pt x="473" y="366"/>
                    <a:pt x="219" y="379"/>
                    <a:pt x="41" y="300"/>
                  </a:cubicBezTo>
                  <a:cubicBezTo>
                    <a:pt x="15" y="363"/>
                    <a:pt x="0" y="409"/>
                    <a:pt x="0" y="409"/>
                  </a:cubicBezTo>
                  <a:cubicBezTo>
                    <a:pt x="0" y="409"/>
                    <a:pt x="287" y="534"/>
                    <a:pt x="417" y="503"/>
                  </a:cubicBezTo>
                  <a:cubicBezTo>
                    <a:pt x="546" y="472"/>
                    <a:pt x="702" y="379"/>
                    <a:pt x="702" y="379"/>
                  </a:cubicBezTo>
                  <a:cubicBezTo>
                    <a:pt x="702" y="379"/>
                    <a:pt x="773" y="171"/>
                    <a:pt x="781" y="85"/>
                  </a:cubicBezTo>
                  <a:cubicBezTo>
                    <a:pt x="790" y="0"/>
                    <a:pt x="469" y="51"/>
                    <a:pt x="469" y="51"/>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8" name="Freeform 337"/>
            <p:cNvSpPr>
              <a:spLocks/>
            </p:cNvSpPr>
            <p:nvPr/>
          </p:nvSpPr>
          <p:spPr bwMode="auto">
            <a:xfrm>
              <a:off x="4529138" y="1868487"/>
              <a:ext cx="1662113" cy="1044575"/>
            </a:xfrm>
            <a:custGeom>
              <a:avLst/>
              <a:gdLst>
                <a:gd name="T0" fmla="*/ 646 w 784"/>
                <a:gd name="T1" fmla="*/ 282 h 493"/>
                <a:gd name="T2" fmla="*/ 361 w 784"/>
                <a:gd name="T3" fmla="*/ 406 h 493"/>
                <a:gd name="T4" fmla="*/ 10 w 784"/>
                <a:gd name="T5" fmla="*/ 338 h 493"/>
                <a:gd name="T6" fmla="*/ 0 w 784"/>
                <a:gd name="T7" fmla="*/ 368 h 493"/>
                <a:gd name="T8" fmla="*/ 417 w 784"/>
                <a:gd name="T9" fmla="*/ 462 h 493"/>
                <a:gd name="T10" fmla="*/ 702 w 784"/>
                <a:gd name="T11" fmla="*/ 338 h 493"/>
                <a:gd name="T12" fmla="*/ 781 w 784"/>
                <a:gd name="T13" fmla="*/ 44 h 493"/>
                <a:gd name="T14" fmla="*/ 724 w 784"/>
                <a:gd name="T15" fmla="*/ 0 h 493"/>
                <a:gd name="T16" fmla="*/ 646 w 784"/>
                <a:gd name="T17" fmla="*/ 28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4" h="493">
                  <a:moveTo>
                    <a:pt x="646" y="282"/>
                  </a:moveTo>
                  <a:cubicBezTo>
                    <a:pt x="646" y="282"/>
                    <a:pt x="490" y="375"/>
                    <a:pt x="361" y="406"/>
                  </a:cubicBezTo>
                  <a:cubicBezTo>
                    <a:pt x="270" y="427"/>
                    <a:pt x="103" y="373"/>
                    <a:pt x="10" y="338"/>
                  </a:cubicBezTo>
                  <a:cubicBezTo>
                    <a:pt x="3" y="357"/>
                    <a:pt x="0" y="368"/>
                    <a:pt x="0" y="368"/>
                  </a:cubicBezTo>
                  <a:cubicBezTo>
                    <a:pt x="0" y="368"/>
                    <a:pt x="287" y="493"/>
                    <a:pt x="417" y="462"/>
                  </a:cubicBezTo>
                  <a:cubicBezTo>
                    <a:pt x="546" y="431"/>
                    <a:pt x="702" y="338"/>
                    <a:pt x="702" y="338"/>
                  </a:cubicBezTo>
                  <a:cubicBezTo>
                    <a:pt x="702" y="338"/>
                    <a:pt x="773" y="130"/>
                    <a:pt x="781" y="44"/>
                  </a:cubicBezTo>
                  <a:cubicBezTo>
                    <a:pt x="784" y="20"/>
                    <a:pt x="760" y="7"/>
                    <a:pt x="724" y="0"/>
                  </a:cubicBezTo>
                  <a:cubicBezTo>
                    <a:pt x="711" y="92"/>
                    <a:pt x="646" y="282"/>
                    <a:pt x="646" y="282"/>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9" name="Freeform 338"/>
            <p:cNvSpPr>
              <a:spLocks/>
            </p:cNvSpPr>
            <p:nvPr/>
          </p:nvSpPr>
          <p:spPr bwMode="auto">
            <a:xfrm>
              <a:off x="4729163" y="563562"/>
              <a:ext cx="109538" cy="227013"/>
            </a:xfrm>
            <a:custGeom>
              <a:avLst/>
              <a:gdLst>
                <a:gd name="T0" fmla="*/ 69 w 69"/>
                <a:gd name="T1" fmla="*/ 136 h 143"/>
                <a:gd name="T2" fmla="*/ 53 w 69"/>
                <a:gd name="T3" fmla="*/ 0 h 143"/>
                <a:gd name="T4" fmla="*/ 0 w 69"/>
                <a:gd name="T5" fmla="*/ 5 h 143"/>
                <a:gd name="T6" fmla="*/ 16 w 69"/>
                <a:gd name="T7" fmla="*/ 143 h 143"/>
                <a:gd name="T8" fmla="*/ 69 w 69"/>
                <a:gd name="T9" fmla="*/ 136 h 143"/>
              </a:gdLst>
              <a:ahLst/>
              <a:cxnLst>
                <a:cxn ang="0">
                  <a:pos x="T0" y="T1"/>
                </a:cxn>
                <a:cxn ang="0">
                  <a:pos x="T2" y="T3"/>
                </a:cxn>
                <a:cxn ang="0">
                  <a:pos x="T4" y="T5"/>
                </a:cxn>
                <a:cxn ang="0">
                  <a:pos x="T6" y="T7"/>
                </a:cxn>
                <a:cxn ang="0">
                  <a:pos x="T8" y="T9"/>
                </a:cxn>
              </a:cxnLst>
              <a:rect l="0" t="0" r="r" b="b"/>
              <a:pathLst>
                <a:path w="69" h="143">
                  <a:moveTo>
                    <a:pt x="69" y="136"/>
                  </a:moveTo>
                  <a:lnTo>
                    <a:pt x="53" y="0"/>
                  </a:lnTo>
                  <a:lnTo>
                    <a:pt x="0" y="5"/>
                  </a:lnTo>
                  <a:lnTo>
                    <a:pt x="16" y="143"/>
                  </a:lnTo>
                  <a:lnTo>
                    <a:pt x="69" y="136"/>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0" name="Freeform 339"/>
            <p:cNvSpPr>
              <a:spLocks/>
            </p:cNvSpPr>
            <p:nvPr/>
          </p:nvSpPr>
          <p:spPr bwMode="auto">
            <a:xfrm>
              <a:off x="4803775" y="455612"/>
              <a:ext cx="1439863" cy="1374775"/>
            </a:xfrm>
            <a:custGeom>
              <a:avLst/>
              <a:gdLst>
                <a:gd name="T0" fmla="*/ 356 w 680"/>
                <a:gd name="T1" fmla="*/ 513 h 649"/>
                <a:gd name="T2" fmla="*/ 444 w 680"/>
                <a:gd name="T3" fmla="*/ 303 h 649"/>
                <a:gd name="T4" fmla="*/ 10 w 680"/>
                <a:gd name="T5" fmla="*/ 158 h 649"/>
                <a:gd name="T6" fmla="*/ 0 w 680"/>
                <a:gd name="T7" fmla="*/ 42 h 649"/>
                <a:gd name="T8" fmla="*/ 427 w 680"/>
                <a:gd name="T9" fmla="*/ 64 h 649"/>
                <a:gd name="T10" fmla="*/ 668 w 680"/>
                <a:gd name="T11" fmla="*/ 260 h 649"/>
                <a:gd name="T12" fmla="*/ 665 w 680"/>
                <a:gd name="T13" fmla="*/ 564 h 649"/>
                <a:gd name="T14" fmla="*/ 356 w 680"/>
                <a:gd name="T15" fmla="*/ 513 h 6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649">
                  <a:moveTo>
                    <a:pt x="356" y="513"/>
                  </a:moveTo>
                  <a:cubicBezTo>
                    <a:pt x="356" y="513"/>
                    <a:pt x="443" y="395"/>
                    <a:pt x="444" y="303"/>
                  </a:cubicBezTo>
                  <a:cubicBezTo>
                    <a:pt x="444" y="211"/>
                    <a:pt x="203" y="130"/>
                    <a:pt x="10" y="158"/>
                  </a:cubicBezTo>
                  <a:cubicBezTo>
                    <a:pt x="2" y="91"/>
                    <a:pt x="0" y="42"/>
                    <a:pt x="0" y="42"/>
                  </a:cubicBezTo>
                  <a:cubicBezTo>
                    <a:pt x="0" y="42"/>
                    <a:pt x="310" y="0"/>
                    <a:pt x="427" y="64"/>
                  </a:cubicBezTo>
                  <a:cubicBezTo>
                    <a:pt x="543" y="129"/>
                    <a:pt x="668" y="260"/>
                    <a:pt x="668" y="260"/>
                  </a:cubicBezTo>
                  <a:cubicBezTo>
                    <a:pt x="668" y="260"/>
                    <a:pt x="680" y="479"/>
                    <a:pt x="665" y="564"/>
                  </a:cubicBezTo>
                  <a:cubicBezTo>
                    <a:pt x="651" y="649"/>
                    <a:pt x="356" y="513"/>
                    <a:pt x="356" y="513"/>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1" name="Freeform 340"/>
            <p:cNvSpPr>
              <a:spLocks/>
            </p:cNvSpPr>
            <p:nvPr/>
          </p:nvSpPr>
          <p:spPr bwMode="auto">
            <a:xfrm>
              <a:off x="4803775" y="455612"/>
              <a:ext cx="1439863" cy="1260475"/>
            </a:xfrm>
            <a:custGeom>
              <a:avLst/>
              <a:gdLst>
                <a:gd name="T0" fmla="*/ 599 w 680"/>
                <a:gd name="T1" fmla="*/ 299 h 595"/>
                <a:gd name="T2" fmla="*/ 358 w 680"/>
                <a:gd name="T3" fmla="*/ 103 h 595"/>
                <a:gd name="T4" fmla="*/ 2 w 680"/>
                <a:gd name="T5" fmla="*/ 74 h 595"/>
                <a:gd name="T6" fmla="*/ 0 w 680"/>
                <a:gd name="T7" fmla="*/ 42 h 595"/>
                <a:gd name="T8" fmla="*/ 427 w 680"/>
                <a:gd name="T9" fmla="*/ 64 h 595"/>
                <a:gd name="T10" fmla="*/ 668 w 680"/>
                <a:gd name="T11" fmla="*/ 260 h 595"/>
                <a:gd name="T12" fmla="*/ 665 w 680"/>
                <a:gd name="T13" fmla="*/ 564 h 595"/>
                <a:gd name="T14" fmla="*/ 598 w 680"/>
                <a:gd name="T15" fmla="*/ 591 h 595"/>
                <a:gd name="T16" fmla="*/ 599 w 680"/>
                <a:gd name="T17" fmla="*/ 299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0" h="595">
                  <a:moveTo>
                    <a:pt x="599" y="299"/>
                  </a:moveTo>
                  <a:cubicBezTo>
                    <a:pt x="599" y="299"/>
                    <a:pt x="474" y="167"/>
                    <a:pt x="358" y="103"/>
                  </a:cubicBezTo>
                  <a:cubicBezTo>
                    <a:pt x="276" y="58"/>
                    <a:pt x="100" y="65"/>
                    <a:pt x="2" y="74"/>
                  </a:cubicBezTo>
                  <a:cubicBezTo>
                    <a:pt x="0" y="54"/>
                    <a:pt x="0" y="42"/>
                    <a:pt x="0" y="42"/>
                  </a:cubicBezTo>
                  <a:cubicBezTo>
                    <a:pt x="0" y="42"/>
                    <a:pt x="310" y="0"/>
                    <a:pt x="427" y="64"/>
                  </a:cubicBezTo>
                  <a:cubicBezTo>
                    <a:pt x="543" y="129"/>
                    <a:pt x="668" y="260"/>
                    <a:pt x="668" y="260"/>
                  </a:cubicBezTo>
                  <a:cubicBezTo>
                    <a:pt x="668" y="260"/>
                    <a:pt x="680" y="479"/>
                    <a:pt x="665" y="564"/>
                  </a:cubicBezTo>
                  <a:cubicBezTo>
                    <a:pt x="661" y="588"/>
                    <a:pt x="634" y="595"/>
                    <a:pt x="598" y="591"/>
                  </a:cubicBezTo>
                  <a:cubicBezTo>
                    <a:pt x="610" y="499"/>
                    <a:pt x="599" y="299"/>
                    <a:pt x="599" y="29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2" name="Freeform 341"/>
            <p:cNvSpPr>
              <a:spLocks/>
            </p:cNvSpPr>
            <p:nvPr/>
          </p:nvSpPr>
          <p:spPr bwMode="auto">
            <a:xfrm>
              <a:off x="4144963" y="565150"/>
              <a:ext cx="608013" cy="407988"/>
            </a:xfrm>
            <a:custGeom>
              <a:avLst/>
              <a:gdLst>
                <a:gd name="T0" fmla="*/ 280 w 287"/>
                <a:gd name="T1" fmla="*/ 31 h 192"/>
                <a:gd name="T2" fmla="*/ 141 w 287"/>
                <a:gd name="T3" fmla="*/ 5 h 192"/>
                <a:gd name="T4" fmla="*/ 74 w 287"/>
                <a:gd name="T5" fmla="*/ 34 h 192"/>
                <a:gd name="T6" fmla="*/ 12 w 287"/>
                <a:gd name="T7" fmla="*/ 83 h 192"/>
                <a:gd name="T8" fmla="*/ 17 w 287"/>
                <a:gd name="T9" fmla="*/ 84 h 192"/>
                <a:gd name="T10" fmla="*/ 1 w 287"/>
                <a:gd name="T11" fmla="*/ 103 h 192"/>
                <a:gd name="T12" fmla="*/ 23 w 287"/>
                <a:gd name="T13" fmla="*/ 107 h 192"/>
                <a:gd name="T14" fmla="*/ 4 w 287"/>
                <a:gd name="T15" fmla="*/ 132 h 192"/>
                <a:gd name="T16" fmla="*/ 37 w 287"/>
                <a:gd name="T17" fmla="*/ 135 h 192"/>
                <a:gd name="T18" fmla="*/ 21 w 287"/>
                <a:gd name="T19" fmla="*/ 161 h 192"/>
                <a:gd name="T20" fmla="*/ 57 w 287"/>
                <a:gd name="T21" fmla="*/ 163 h 192"/>
                <a:gd name="T22" fmla="*/ 146 w 287"/>
                <a:gd name="T23" fmla="*/ 127 h 192"/>
                <a:gd name="T24" fmla="*/ 79 w 287"/>
                <a:gd name="T25" fmla="*/ 166 h 192"/>
                <a:gd name="T26" fmla="*/ 109 w 287"/>
                <a:gd name="T27" fmla="*/ 177 h 192"/>
                <a:gd name="T28" fmla="*/ 208 w 287"/>
                <a:gd name="T29" fmla="*/ 147 h 192"/>
                <a:gd name="T30" fmla="*/ 287 w 287"/>
                <a:gd name="T31" fmla="*/ 96 h 192"/>
                <a:gd name="T32" fmla="*/ 280 w 287"/>
                <a:gd name="T33" fmla="*/ 3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7" h="192">
                  <a:moveTo>
                    <a:pt x="280" y="31"/>
                  </a:moveTo>
                  <a:cubicBezTo>
                    <a:pt x="280" y="31"/>
                    <a:pt x="180" y="9"/>
                    <a:pt x="141" y="5"/>
                  </a:cubicBezTo>
                  <a:cubicBezTo>
                    <a:pt x="101" y="0"/>
                    <a:pt x="103" y="15"/>
                    <a:pt x="74" y="34"/>
                  </a:cubicBezTo>
                  <a:cubicBezTo>
                    <a:pt x="44" y="53"/>
                    <a:pt x="14" y="67"/>
                    <a:pt x="12" y="83"/>
                  </a:cubicBezTo>
                  <a:cubicBezTo>
                    <a:pt x="17" y="84"/>
                    <a:pt x="17" y="84"/>
                    <a:pt x="17" y="84"/>
                  </a:cubicBezTo>
                  <a:cubicBezTo>
                    <a:pt x="17" y="84"/>
                    <a:pt x="1" y="90"/>
                    <a:pt x="1" y="103"/>
                  </a:cubicBezTo>
                  <a:cubicBezTo>
                    <a:pt x="0" y="115"/>
                    <a:pt x="14" y="109"/>
                    <a:pt x="23" y="107"/>
                  </a:cubicBezTo>
                  <a:cubicBezTo>
                    <a:pt x="5" y="114"/>
                    <a:pt x="1" y="123"/>
                    <a:pt x="4" y="132"/>
                  </a:cubicBezTo>
                  <a:cubicBezTo>
                    <a:pt x="7" y="141"/>
                    <a:pt x="23" y="140"/>
                    <a:pt x="37" y="135"/>
                  </a:cubicBezTo>
                  <a:cubicBezTo>
                    <a:pt x="22" y="141"/>
                    <a:pt x="19" y="153"/>
                    <a:pt x="21" y="161"/>
                  </a:cubicBezTo>
                  <a:cubicBezTo>
                    <a:pt x="22" y="169"/>
                    <a:pt x="35" y="177"/>
                    <a:pt x="57" y="163"/>
                  </a:cubicBezTo>
                  <a:cubicBezTo>
                    <a:pt x="79" y="150"/>
                    <a:pt x="146" y="127"/>
                    <a:pt x="146" y="127"/>
                  </a:cubicBezTo>
                  <a:cubicBezTo>
                    <a:pt x="146" y="127"/>
                    <a:pt x="84" y="164"/>
                    <a:pt x="79" y="166"/>
                  </a:cubicBezTo>
                  <a:cubicBezTo>
                    <a:pt x="75" y="168"/>
                    <a:pt x="79" y="192"/>
                    <a:pt x="109" y="177"/>
                  </a:cubicBezTo>
                  <a:cubicBezTo>
                    <a:pt x="139" y="162"/>
                    <a:pt x="178" y="158"/>
                    <a:pt x="208" y="147"/>
                  </a:cubicBezTo>
                  <a:cubicBezTo>
                    <a:pt x="238" y="137"/>
                    <a:pt x="281" y="115"/>
                    <a:pt x="287" y="96"/>
                  </a:cubicBezTo>
                  <a:cubicBezTo>
                    <a:pt x="281" y="43"/>
                    <a:pt x="280" y="31"/>
                    <a:pt x="280" y="31"/>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3" name="Freeform 342"/>
            <p:cNvSpPr>
              <a:spLocks/>
            </p:cNvSpPr>
            <p:nvPr/>
          </p:nvSpPr>
          <p:spPr bwMode="auto">
            <a:xfrm>
              <a:off x="3940175" y="2128837"/>
              <a:ext cx="588963" cy="441325"/>
            </a:xfrm>
            <a:custGeom>
              <a:avLst/>
              <a:gdLst>
                <a:gd name="T0" fmla="*/ 253 w 278"/>
                <a:gd name="T1" fmla="*/ 208 h 208"/>
                <a:gd name="T2" fmla="*/ 112 w 278"/>
                <a:gd name="T3" fmla="*/ 196 h 208"/>
                <a:gd name="T4" fmla="*/ 55 w 278"/>
                <a:gd name="T5" fmla="*/ 149 h 208"/>
                <a:gd name="T6" fmla="*/ 9 w 278"/>
                <a:gd name="T7" fmla="*/ 86 h 208"/>
                <a:gd name="T8" fmla="*/ 14 w 278"/>
                <a:gd name="T9" fmla="*/ 86 h 208"/>
                <a:gd name="T10" fmla="*/ 3 w 278"/>
                <a:gd name="T11" fmla="*/ 64 h 208"/>
                <a:gd name="T12" fmla="*/ 26 w 278"/>
                <a:gd name="T13" fmla="*/ 66 h 208"/>
                <a:gd name="T14" fmla="*/ 14 w 278"/>
                <a:gd name="T15" fmla="*/ 37 h 208"/>
                <a:gd name="T16" fmla="*/ 47 w 278"/>
                <a:gd name="T17" fmla="*/ 43 h 208"/>
                <a:gd name="T18" fmla="*/ 39 w 278"/>
                <a:gd name="T19" fmla="*/ 13 h 208"/>
                <a:gd name="T20" fmla="*/ 74 w 278"/>
                <a:gd name="T21" fmla="*/ 21 h 208"/>
                <a:gd name="T22" fmla="*/ 150 w 278"/>
                <a:gd name="T23" fmla="*/ 79 h 208"/>
                <a:gd name="T24" fmla="*/ 96 w 278"/>
                <a:gd name="T25" fmla="*/ 24 h 208"/>
                <a:gd name="T26" fmla="*/ 128 w 278"/>
                <a:gd name="T27" fmla="*/ 22 h 208"/>
                <a:gd name="T28" fmla="*/ 215 w 278"/>
                <a:gd name="T29" fmla="*/ 77 h 208"/>
                <a:gd name="T30" fmla="*/ 278 w 278"/>
                <a:gd name="T31" fmla="*/ 147 h 208"/>
                <a:gd name="T32" fmla="*/ 253 w 278"/>
                <a:gd name="T33"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8" h="208">
                  <a:moveTo>
                    <a:pt x="253" y="208"/>
                  </a:moveTo>
                  <a:cubicBezTo>
                    <a:pt x="253" y="208"/>
                    <a:pt x="151" y="202"/>
                    <a:pt x="112" y="196"/>
                  </a:cubicBezTo>
                  <a:cubicBezTo>
                    <a:pt x="73" y="190"/>
                    <a:pt x="79" y="176"/>
                    <a:pt x="55" y="149"/>
                  </a:cubicBezTo>
                  <a:cubicBezTo>
                    <a:pt x="32" y="123"/>
                    <a:pt x="7" y="102"/>
                    <a:pt x="9" y="86"/>
                  </a:cubicBezTo>
                  <a:cubicBezTo>
                    <a:pt x="14" y="86"/>
                    <a:pt x="14" y="86"/>
                    <a:pt x="14" y="86"/>
                  </a:cubicBezTo>
                  <a:cubicBezTo>
                    <a:pt x="14" y="86"/>
                    <a:pt x="0" y="76"/>
                    <a:pt x="3" y="64"/>
                  </a:cubicBezTo>
                  <a:cubicBezTo>
                    <a:pt x="6" y="52"/>
                    <a:pt x="19" y="61"/>
                    <a:pt x="26" y="66"/>
                  </a:cubicBezTo>
                  <a:cubicBezTo>
                    <a:pt x="11" y="54"/>
                    <a:pt x="9" y="45"/>
                    <a:pt x="14" y="37"/>
                  </a:cubicBezTo>
                  <a:cubicBezTo>
                    <a:pt x="20" y="29"/>
                    <a:pt x="35" y="35"/>
                    <a:pt x="47" y="43"/>
                  </a:cubicBezTo>
                  <a:cubicBezTo>
                    <a:pt x="34" y="33"/>
                    <a:pt x="35" y="20"/>
                    <a:pt x="39" y="13"/>
                  </a:cubicBezTo>
                  <a:cubicBezTo>
                    <a:pt x="42" y="6"/>
                    <a:pt x="57" y="2"/>
                    <a:pt x="74" y="21"/>
                  </a:cubicBezTo>
                  <a:cubicBezTo>
                    <a:pt x="92" y="40"/>
                    <a:pt x="150" y="79"/>
                    <a:pt x="150" y="79"/>
                  </a:cubicBezTo>
                  <a:cubicBezTo>
                    <a:pt x="150" y="79"/>
                    <a:pt x="101" y="28"/>
                    <a:pt x="96" y="24"/>
                  </a:cubicBezTo>
                  <a:cubicBezTo>
                    <a:pt x="92" y="21"/>
                    <a:pt x="103" y="0"/>
                    <a:pt x="128" y="22"/>
                  </a:cubicBezTo>
                  <a:cubicBezTo>
                    <a:pt x="152" y="44"/>
                    <a:pt x="189" y="59"/>
                    <a:pt x="215" y="77"/>
                  </a:cubicBezTo>
                  <a:cubicBezTo>
                    <a:pt x="241" y="95"/>
                    <a:pt x="276" y="128"/>
                    <a:pt x="278" y="147"/>
                  </a:cubicBezTo>
                  <a:cubicBezTo>
                    <a:pt x="258" y="197"/>
                    <a:pt x="253" y="208"/>
                    <a:pt x="253" y="208"/>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4" name="Freeform 343"/>
            <p:cNvSpPr>
              <a:spLocks/>
            </p:cNvSpPr>
            <p:nvPr/>
          </p:nvSpPr>
          <p:spPr bwMode="auto">
            <a:xfrm>
              <a:off x="5287963" y="1214437"/>
              <a:ext cx="492125" cy="1063625"/>
            </a:xfrm>
            <a:custGeom>
              <a:avLst/>
              <a:gdLst>
                <a:gd name="T0" fmla="*/ 36 w 232"/>
                <a:gd name="T1" fmla="*/ 65 h 502"/>
                <a:gd name="T2" fmla="*/ 0 w 232"/>
                <a:gd name="T3" fmla="*/ 128 h 502"/>
                <a:gd name="T4" fmla="*/ 0 w 232"/>
                <a:gd name="T5" fmla="*/ 403 h 502"/>
                <a:gd name="T6" fmla="*/ 37 w 232"/>
                <a:gd name="T7" fmla="*/ 461 h 502"/>
                <a:gd name="T8" fmla="*/ 164 w 232"/>
                <a:gd name="T9" fmla="*/ 496 h 502"/>
                <a:gd name="T10" fmla="*/ 207 w 232"/>
                <a:gd name="T11" fmla="*/ 459 h 502"/>
                <a:gd name="T12" fmla="*/ 228 w 232"/>
                <a:gd name="T13" fmla="*/ 311 h 502"/>
                <a:gd name="T14" fmla="*/ 229 w 232"/>
                <a:gd name="T15" fmla="*/ 217 h 502"/>
                <a:gd name="T16" fmla="*/ 208 w 232"/>
                <a:gd name="T17" fmla="*/ 41 h 502"/>
                <a:gd name="T18" fmla="*/ 166 w 232"/>
                <a:gd name="T19" fmla="*/ 9 h 502"/>
                <a:gd name="T20" fmla="*/ 36 w 232"/>
                <a:gd name="T21" fmla="*/ 6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2" h="502">
                  <a:moveTo>
                    <a:pt x="36" y="65"/>
                  </a:moveTo>
                  <a:cubicBezTo>
                    <a:pt x="16" y="73"/>
                    <a:pt x="0" y="102"/>
                    <a:pt x="0" y="128"/>
                  </a:cubicBezTo>
                  <a:cubicBezTo>
                    <a:pt x="0" y="403"/>
                    <a:pt x="0" y="403"/>
                    <a:pt x="0" y="403"/>
                  </a:cubicBezTo>
                  <a:cubicBezTo>
                    <a:pt x="0" y="430"/>
                    <a:pt x="16" y="456"/>
                    <a:pt x="37" y="461"/>
                  </a:cubicBezTo>
                  <a:cubicBezTo>
                    <a:pt x="164" y="496"/>
                    <a:pt x="164" y="496"/>
                    <a:pt x="164" y="496"/>
                  </a:cubicBezTo>
                  <a:cubicBezTo>
                    <a:pt x="184" y="502"/>
                    <a:pt x="204" y="485"/>
                    <a:pt x="207" y="459"/>
                  </a:cubicBezTo>
                  <a:cubicBezTo>
                    <a:pt x="228" y="311"/>
                    <a:pt x="228" y="311"/>
                    <a:pt x="228" y="311"/>
                  </a:cubicBezTo>
                  <a:cubicBezTo>
                    <a:pt x="231" y="285"/>
                    <a:pt x="232" y="243"/>
                    <a:pt x="229" y="217"/>
                  </a:cubicBezTo>
                  <a:cubicBezTo>
                    <a:pt x="208" y="41"/>
                    <a:pt x="208" y="41"/>
                    <a:pt x="208" y="41"/>
                  </a:cubicBezTo>
                  <a:cubicBezTo>
                    <a:pt x="205" y="15"/>
                    <a:pt x="186" y="0"/>
                    <a:pt x="166" y="9"/>
                  </a:cubicBezTo>
                  <a:lnTo>
                    <a:pt x="36" y="65"/>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5" name="Oval 344"/>
            <p:cNvSpPr>
              <a:spLocks noChangeArrowheads="1"/>
            </p:cNvSpPr>
            <p:nvPr/>
          </p:nvSpPr>
          <p:spPr bwMode="auto">
            <a:xfrm>
              <a:off x="5408613" y="1339850"/>
              <a:ext cx="960438" cy="881063"/>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6" name="Freeform 345"/>
            <p:cNvSpPr>
              <a:spLocks/>
            </p:cNvSpPr>
            <p:nvPr/>
          </p:nvSpPr>
          <p:spPr bwMode="auto">
            <a:xfrm>
              <a:off x="5408613" y="1584325"/>
              <a:ext cx="960438" cy="636588"/>
            </a:xfrm>
            <a:custGeom>
              <a:avLst/>
              <a:gdLst>
                <a:gd name="T0" fmla="*/ 249 w 453"/>
                <a:gd name="T1" fmla="*/ 192 h 300"/>
                <a:gd name="T2" fmla="*/ 24 w 453"/>
                <a:gd name="T3" fmla="*/ 0 h 300"/>
                <a:gd name="T4" fmla="*/ 0 w 453"/>
                <a:gd name="T5" fmla="*/ 92 h 300"/>
                <a:gd name="T6" fmla="*/ 227 w 453"/>
                <a:gd name="T7" fmla="*/ 300 h 300"/>
                <a:gd name="T8" fmla="*/ 453 w 453"/>
                <a:gd name="T9" fmla="*/ 92 h 300"/>
                <a:gd name="T10" fmla="*/ 452 w 453"/>
                <a:gd name="T11" fmla="*/ 76 h 300"/>
                <a:gd name="T12" fmla="*/ 249 w 453"/>
                <a:gd name="T13" fmla="*/ 192 h 300"/>
              </a:gdLst>
              <a:ahLst/>
              <a:cxnLst>
                <a:cxn ang="0">
                  <a:pos x="T0" y="T1"/>
                </a:cxn>
                <a:cxn ang="0">
                  <a:pos x="T2" y="T3"/>
                </a:cxn>
                <a:cxn ang="0">
                  <a:pos x="T4" y="T5"/>
                </a:cxn>
                <a:cxn ang="0">
                  <a:pos x="T6" y="T7"/>
                </a:cxn>
                <a:cxn ang="0">
                  <a:pos x="T8" y="T9"/>
                </a:cxn>
                <a:cxn ang="0">
                  <a:pos x="T10" y="T11"/>
                </a:cxn>
                <a:cxn ang="0">
                  <a:pos x="T12" y="T13"/>
                </a:cxn>
              </a:cxnLst>
              <a:rect l="0" t="0" r="r" b="b"/>
              <a:pathLst>
                <a:path w="453" h="300">
                  <a:moveTo>
                    <a:pt x="249" y="192"/>
                  </a:moveTo>
                  <a:cubicBezTo>
                    <a:pt x="130" y="192"/>
                    <a:pt x="33" y="108"/>
                    <a:pt x="24" y="0"/>
                  </a:cubicBezTo>
                  <a:cubicBezTo>
                    <a:pt x="9" y="28"/>
                    <a:pt x="0" y="59"/>
                    <a:pt x="0" y="92"/>
                  </a:cubicBezTo>
                  <a:cubicBezTo>
                    <a:pt x="0" y="207"/>
                    <a:pt x="102" y="300"/>
                    <a:pt x="227" y="300"/>
                  </a:cubicBezTo>
                  <a:cubicBezTo>
                    <a:pt x="352" y="300"/>
                    <a:pt x="453" y="207"/>
                    <a:pt x="453" y="92"/>
                  </a:cubicBezTo>
                  <a:cubicBezTo>
                    <a:pt x="453" y="87"/>
                    <a:pt x="453" y="81"/>
                    <a:pt x="452" y="76"/>
                  </a:cubicBezTo>
                  <a:cubicBezTo>
                    <a:pt x="416" y="145"/>
                    <a:pt x="338" y="192"/>
                    <a:pt x="249" y="192"/>
                  </a:cubicBez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7" name="Freeform 346"/>
            <p:cNvSpPr>
              <a:spLocks/>
            </p:cNvSpPr>
            <p:nvPr/>
          </p:nvSpPr>
          <p:spPr bwMode="auto">
            <a:xfrm>
              <a:off x="2363788" y="704850"/>
              <a:ext cx="461963" cy="392113"/>
            </a:xfrm>
            <a:custGeom>
              <a:avLst/>
              <a:gdLst>
                <a:gd name="T0" fmla="*/ 0 w 218"/>
                <a:gd name="T1" fmla="*/ 5 h 185"/>
                <a:gd name="T2" fmla="*/ 216 w 218"/>
                <a:gd name="T3" fmla="*/ 185 h 185"/>
                <a:gd name="T4" fmla="*/ 213 w 218"/>
                <a:gd name="T5" fmla="*/ 174 h 185"/>
                <a:gd name="T6" fmla="*/ 4 w 218"/>
                <a:gd name="T7" fmla="*/ 0 h 185"/>
                <a:gd name="T8" fmla="*/ 0 w 218"/>
                <a:gd name="T9" fmla="*/ 5 h 185"/>
              </a:gdLst>
              <a:ahLst/>
              <a:cxnLst>
                <a:cxn ang="0">
                  <a:pos x="T0" y="T1"/>
                </a:cxn>
                <a:cxn ang="0">
                  <a:pos x="T2" y="T3"/>
                </a:cxn>
                <a:cxn ang="0">
                  <a:pos x="T4" y="T5"/>
                </a:cxn>
                <a:cxn ang="0">
                  <a:pos x="T6" y="T7"/>
                </a:cxn>
                <a:cxn ang="0">
                  <a:pos x="T8" y="T9"/>
                </a:cxn>
              </a:cxnLst>
              <a:rect l="0" t="0" r="r" b="b"/>
              <a:pathLst>
                <a:path w="218" h="185">
                  <a:moveTo>
                    <a:pt x="0" y="5"/>
                  </a:moveTo>
                  <a:cubicBezTo>
                    <a:pt x="216" y="185"/>
                    <a:pt x="216" y="185"/>
                    <a:pt x="216" y="185"/>
                  </a:cubicBezTo>
                  <a:cubicBezTo>
                    <a:pt x="218" y="182"/>
                    <a:pt x="216" y="178"/>
                    <a:pt x="213" y="174"/>
                  </a:cubicBezTo>
                  <a:cubicBezTo>
                    <a:pt x="4" y="0"/>
                    <a:pt x="4" y="0"/>
                    <a:pt x="4" y="0"/>
                  </a:cubicBezTo>
                  <a:lnTo>
                    <a:pt x="0" y="5"/>
                  </a:lnTo>
                  <a:close/>
                </a:path>
              </a:pathLst>
            </a:custGeom>
            <a:solidFill>
              <a:srgbClr val="F9A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8" name="Freeform 347"/>
            <p:cNvSpPr>
              <a:spLocks/>
            </p:cNvSpPr>
            <p:nvPr/>
          </p:nvSpPr>
          <p:spPr bwMode="auto">
            <a:xfrm>
              <a:off x="2373313" y="679450"/>
              <a:ext cx="474663" cy="403225"/>
            </a:xfrm>
            <a:custGeom>
              <a:avLst/>
              <a:gdLst>
                <a:gd name="T0" fmla="*/ 10 w 224"/>
                <a:gd name="T1" fmla="*/ 0 h 190"/>
                <a:gd name="T2" fmla="*/ 0 w 224"/>
                <a:gd name="T3" fmla="*/ 12 h 190"/>
                <a:gd name="T4" fmla="*/ 209 w 224"/>
                <a:gd name="T5" fmla="*/ 186 h 190"/>
                <a:gd name="T6" fmla="*/ 209 w 224"/>
                <a:gd name="T7" fmla="*/ 186 h 190"/>
                <a:gd name="T8" fmla="*/ 209 w 224"/>
                <a:gd name="T9" fmla="*/ 186 h 190"/>
                <a:gd name="T10" fmla="*/ 222 w 224"/>
                <a:gd name="T11" fmla="*/ 187 h 190"/>
                <a:gd name="T12" fmla="*/ 219 w 224"/>
                <a:gd name="T13" fmla="*/ 174 h 190"/>
                <a:gd name="T14" fmla="*/ 219 w 224"/>
                <a:gd name="T15" fmla="*/ 175 h 190"/>
                <a:gd name="T16" fmla="*/ 219 w 224"/>
                <a:gd name="T17" fmla="*/ 174 h 190"/>
                <a:gd name="T18" fmla="*/ 219 w 224"/>
                <a:gd name="T19" fmla="*/ 174 h 190"/>
                <a:gd name="T20" fmla="*/ 10 w 224"/>
                <a:gd name="T2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 h="190">
                  <a:moveTo>
                    <a:pt x="10" y="0"/>
                  </a:moveTo>
                  <a:cubicBezTo>
                    <a:pt x="0" y="12"/>
                    <a:pt x="0" y="12"/>
                    <a:pt x="0" y="12"/>
                  </a:cubicBezTo>
                  <a:cubicBezTo>
                    <a:pt x="209" y="186"/>
                    <a:pt x="209" y="186"/>
                    <a:pt x="209" y="186"/>
                  </a:cubicBezTo>
                  <a:cubicBezTo>
                    <a:pt x="209" y="186"/>
                    <a:pt x="209" y="186"/>
                    <a:pt x="209" y="186"/>
                  </a:cubicBezTo>
                  <a:cubicBezTo>
                    <a:pt x="209" y="186"/>
                    <a:pt x="209" y="186"/>
                    <a:pt x="209" y="186"/>
                  </a:cubicBezTo>
                  <a:cubicBezTo>
                    <a:pt x="213" y="189"/>
                    <a:pt x="219" y="190"/>
                    <a:pt x="222" y="187"/>
                  </a:cubicBezTo>
                  <a:cubicBezTo>
                    <a:pt x="224" y="184"/>
                    <a:pt x="223" y="179"/>
                    <a:pt x="219" y="174"/>
                  </a:cubicBezTo>
                  <a:cubicBezTo>
                    <a:pt x="219" y="175"/>
                    <a:pt x="219" y="175"/>
                    <a:pt x="219" y="175"/>
                  </a:cubicBezTo>
                  <a:cubicBezTo>
                    <a:pt x="219" y="174"/>
                    <a:pt x="219" y="174"/>
                    <a:pt x="219" y="174"/>
                  </a:cubicBezTo>
                  <a:cubicBezTo>
                    <a:pt x="219" y="174"/>
                    <a:pt x="219" y="174"/>
                    <a:pt x="219" y="174"/>
                  </a:cubicBezTo>
                  <a:lnTo>
                    <a:pt x="10" y="0"/>
                  </a:lnTo>
                  <a:close/>
                </a:path>
              </a:pathLst>
            </a:custGeom>
            <a:solidFill>
              <a:srgbClr val="F5E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9" name="Freeform 348"/>
            <p:cNvSpPr>
              <a:spLocks/>
            </p:cNvSpPr>
            <p:nvPr/>
          </p:nvSpPr>
          <p:spPr bwMode="auto">
            <a:xfrm>
              <a:off x="2393950" y="669925"/>
              <a:ext cx="468313" cy="387350"/>
            </a:xfrm>
            <a:custGeom>
              <a:avLst/>
              <a:gdLst>
                <a:gd name="T0" fmla="*/ 209 w 221"/>
                <a:gd name="T1" fmla="*/ 179 h 183"/>
                <a:gd name="T2" fmla="*/ 221 w 221"/>
                <a:gd name="T3" fmla="*/ 181 h 183"/>
                <a:gd name="T4" fmla="*/ 4 w 221"/>
                <a:gd name="T5" fmla="*/ 0 h 183"/>
                <a:gd name="T6" fmla="*/ 0 w 221"/>
                <a:gd name="T7" fmla="*/ 5 h 183"/>
                <a:gd name="T8" fmla="*/ 209 w 221"/>
                <a:gd name="T9" fmla="*/ 179 h 183"/>
              </a:gdLst>
              <a:ahLst/>
              <a:cxnLst>
                <a:cxn ang="0">
                  <a:pos x="T0" y="T1"/>
                </a:cxn>
                <a:cxn ang="0">
                  <a:pos x="T2" y="T3"/>
                </a:cxn>
                <a:cxn ang="0">
                  <a:pos x="T4" y="T5"/>
                </a:cxn>
                <a:cxn ang="0">
                  <a:pos x="T6" y="T7"/>
                </a:cxn>
                <a:cxn ang="0">
                  <a:pos x="T8" y="T9"/>
                </a:cxn>
              </a:cxnLst>
              <a:rect l="0" t="0" r="r" b="b"/>
              <a:pathLst>
                <a:path w="221" h="183">
                  <a:moveTo>
                    <a:pt x="209" y="179"/>
                  </a:moveTo>
                  <a:cubicBezTo>
                    <a:pt x="213" y="182"/>
                    <a:pt x="218" y="183"/>
                    <a:pt x="221" y="181"/>
                  </a:cubicBezTo>
                  <a:cubicBezTo>
                    <a:pt x="4" y="0"/>
                    <a:pt x="4" y="0"/>
                    <a:pt x="4" y="0"/>
                  </a:cubicBezTo>
                  <a:cubicBezTo>
                    <a:pt x="0" y="5"/>
                    <a:pt x="0" y="5"/>
                    <a:pt x="0" y="5"/>
                  </a:cubicBezTo>
                  <a:lnTo>
                    <a:pt x="209" y="179"/>
                  </a:lnTo>
                  <a:close/>
                </a:path>
              </a:pathLst>
            </a:custGeom>
            <a:solidFill>
              <a:srgbClr val="F9A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0" name="Freeform 349"/>
            <p:cNvSpPr>
              <a:spLocks/>
            </p:cNvSpPr>
            <p:nvPr/>
          </p:nvSpPr>
          <p:spPr bwMode="auto">
            <a:xfrm>
              <a:off x="2816225" y="1049337"/>
              <a:ext cx="69850" cy="63500"/>
            </a:xfrm>
            <a:custGeom>
              <a:avLst/>
              <a:gdLst>
                <a:gd name="T0" fmla="*/ 22 w 33"/>
                <a:gd name="T1" fmla="*/ 2 h 30"/>
                <a:gd name="T2" fmla="*/ 10 w 33"/>
                <a:gd name="T3" fmla="*/ 0 h 30"/>
                <a:gd name="T4" fmla="*/ 10 w 33"/>
                <a:gd name="T5" fmla="*/ 0 h 30"/>
                <a:gd name="T6" fmla="*/ 10 w 33"/>
                <a:gd name="T7" fmla="*/ 1 h 30"/>
                <a:gd name="T8" fmla="*/ 10 w 33"/>
                <a:gd name="T9" fmla="*/ 0 h 30"/>
                <a:gd name="T10" fmla="*/ 13 w 33"/>
                <a:gd name="T11" fmla="*/ 13 h 30"/>
                <a:gd name="T12" fmla="*/ 0 w 33"/>
                <a:gd name="T13" fmla="*/ 12 h 30"/>
                <a:gd name="T14" fmla="*/ 0 w 33"/>
                <a:gd name="T15" fmla="*/ 12 h 30"/>
                <a:gd name="T16" fmla="*/ 0 w 33"/>
                <a:gd name="T17" fmla="*/ 12 h 30"/>
                <a:gd name="T18" fmla="*/ 3 w 33"/>
                <a:gd name="T19" fmla="*/ 24 h 30"/>
                <a:gd name="T20" fmla="*/ 33 w 33"/>
                <a:gd name="T21" fmla="*/ 30 h 30"/>
                <a:gd name="T22" fmla="*/ 22 w 33"/>
                <a:gd name="T23"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0">
                  <a:moveTo>
                    <a:pt x="22" y="2"/>
                  </a:moveTo>
                  <a:cubicBezTo>
                    <a:pt x="19" y="4"/>
                    <a:pt x="14" y="3"/>
                    <a:pt x="10" y="0"/>
                  </a:cubicBezTo>
                  <a:cubicBezTo>
                    <a:pt x="10" y="0"/>
                    <a:pt x="10" y="0"/>
                    <a:pt x="10" y="0"/>
                  </a:cubicBezTo>
                  <a:cubicBezTo>
                    <a:pt x="10" y="1"/>
                    <a:pt x="10" y="1"/>
                    <a:pt x="10" y="1"/>
                  </a:cubicBezTo>
                  <a:cubicBezTo>
                    <a:pt x="10" y="0"/>
                    <a:pt x="10" y="0"/>
                    <a:pt x="10" y="0"/>
                  </a:cubicBezTo>
                  <a:cubicBezTo>
                    <a:pt x="14" y="5"/>
                    <a:pt x="15" y="10"/>
                    <a:pt x="13" y="13"/>
                  </a:cubicBezTo>
                  <a:cubicBezTo>
                    <a:pt x="10" y="16"/>
                    <a:pt x="4" y="15"/>
                    <a:pt x="0" y="12"/>
                  </a:cubicBezTo>
                  <a:cubicBezTo>
                    <a:pt x="0" y="12"/>
                    <a:pt x="0" y="12"/>
                    <a:pt x="0" y="12"/>
                  </a:cubicBezTo>
                  <a:cubicBezTo>
                    <a:pt x="0" y="12"/>
                    <a:pt x="0" y="12"/>
                    <a:pt x="0" y="12"/>
                  </a:cubicBezTo>
                  <a:cubicBezTo>
                    <a:pt x="3" y="16"/>
                    <a:pt x="5" y="20"/>
                    <a:pt x="3" y="24"/>
                  </a:cubicBezTo>
                  <a:cubicBezTo>
                    <a:pt x="33" y="30"/>
                    <a:pt x="33" y="30"/>
                    <a:pt x="33" y="30"/>
                  </a:cubicBezTo>
                  <a:lnTo>
                    <a:pt x="22" y="2"/>
                  </a:lnTo>
                  <a:close/>
                </a:path>
              </a:pathLst>
            </a:custGeom>
            <a:solidFill>
              <a:srgbClr val="F0B1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1" name="Freeform 350"/>
            <p:cNvSpPr>
              <a:spLocks/>
            </p:cNvSpPr>
            <p:nvPr/>
          </p:nvSpPr>
          <p:spPr bwMode="auto">
            <a:xfrm>
              <a:off x="2854325" y="1082675"/>
              <a:ext cx="31750" cy="30163"/>
            </a:xfrm>
            <a:custGeom>
              <a:avLst/>
              <a:gdLst>
                <a:gd name="T0" fmla="*/ 0 w 15"/>
                <a:gd name="T1" fmla="*/ 11 h 14"/>
                <a:gd name="T2" fmla="*/ 15 w 15"/>
                <a:gd name="T3" fmla="*/ 14 h 14"/>
                <a:gd name="T4" fmla="*/ 9 w 15"/>
                <a:gd name="T5" fmla="*/ 0 h 14"/>
                <a:gd name="T6" fmla="*/ 4 w 15"/>
                <a:gd name="T7" fmla="*/ 5 h 14"/>
                <a:gd name="T8" fmla="*/ 0 w 15"/>
                <a:gd name="T9" fmla="*/ 11 h 14"/>
              </a:gdLst>
              <a:ahLst/>
              <a:cxnLst>
                <a:cxn ang="0">
                  <a:pos x="T0" y="T1"/>
                </a:cxn>
                <a:cxn ang="0">
                  <a:pos x="T2" y="T3"/>
                </a:cxn>
                <a:cxn ang="0">
                  <a:pos x="T4" y="T5"/>
                </a:cxn>
                <a:cxn ang="0">
                  <a:pos x="T6" y="T7"/>
                </a:cxn>
                <a:cxn ang="0">
                  <a:pos x="T8" y="T9"/>
                </a:cxn>
              </a:cxnLst>
              <a:rect l="0" t="0" r="r" b="b"/>
              <a:pathLst>
                <a:path w="15" h="14">
                  <a:moveTo>
                    <a:pt x="0" y="11"/>
                  </a:moveTo>
                  <a:cubicBezTo>
                    <a:pt x="15" y="14"/>
                    <a:pt x="15" y="14"/>
                    <a:pt x="15" y="14"/>
                  </a:cubicBezTo>
                  <a:cubicBezTo>
                    <a:pt x="9" y="0"/>
                    <a:pt x="9" y="0"/>
                    <a:pt x="9" y="0"/>
                  </a:cubicBezTo>
                  <a:cubicBezTo>
                    <a:pt x="7" y="2"/>
                    <a:pt x="5" y="3"/>
                    <a:pt x="4" y="5"/>
                  </a:cubicBezTo>
                  <a:cubicBezTo>
                    <a:pt x="2" y="7"/>
                    <a:pt x="1" y="9"/>
                    <a:pt x="0" y="11"/>
                  </a:cubicBezTo>
                  <a:close/>
                </a:path>
              </a:pathLst>
            </a:custGeom>
            <a:solidFill>
              <a:srgbClr val="10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2" name="Freeform 351"/>
            <p:cNvSpPr>
              <a:spLocks/>
            </p:cNvSpPr>
            <p:nvPr/>
          </p:nvSpPr>
          <p:spPr bwMode="auto">
            <a:xfrm>
              <a:off x="2343150" y="685800"/>
              <a:ext cx="30163" cy="28575"/>
            </a:xfrm>
            <a:custGeom>
              <a:avLst/>
              <a:gdLst>
                <a:gd name="T0" fmla="*/ 13 w 19"/>
                <a:gd name="T1" fmla="*/ 18 h 18"/>
                <a:gd name="T2" fmla="*/ 19 w 19"/>
                <a:gd name="T3" fmla="*/ 12 h 18"/>
                <a:gd name="T4" fmla="*/ 5 w 19"/>
                <a:gd name="T5" fmla="*/ 0 h 18"/>
                <a:gd name="T6" fmla="*/ 0 w 19"/>
                <a:gd name="T7" fmla="*/ 7 h 18"/>
                <a:gd name="T8" fmla="*/ 13 w 19"/>
                <a:gd name="T9" fmla="*/ 18 h 18"/>
              </a:gdLst>
              <a:ahLst/>
              <a:cxnLst>
                <a:cxn ang="0">
                  <a:pos x="T0" y="T1"/>
                </a:cxn>
                <a:cxn ang="0">
                  <a:pos x="T2" y="T3"/>
                </a:cxn>
                <a:cxn ang="0">
                  <a:pos x="T4" y="T5"/>
                </a:cxn>
                <a:cxn ang="0">
                  <a:pos x="T6" y="T7"/>
                </a:cxn>
                <a:cxn ang="0">
                  <a:pos x="T8" y="T9"/>
                </a:cxn>
              </a:cxnLst>
              <a:rect l="0" t="0" r="r" b="b"/>
              <a:pathLst>
                <a:path w="19" h="18">
                  <a:moveTo>
                    <a:pt x="13" y="18"/>
                  </a:moveTo>
                  <a:lnTo>
                    <a:pt x="19" y="12"/>
                  </a:lnTo>
                  <a:lnTo>
                    <a:pt x="5" y="0"/>
                  </a:lnTo>
                  <a:lnTo>
                    <a:pt x="0" y="7"/>
                  </a:lnTo>
                  <a:lnTo>
                    <a:pt x="13" y="18"/>
                  </a:lnTo>
                  <a:close/>
                </a:path>
              </a:pathLst>
            </a:custGeom>
            <a:solidFill>
              <a:srgbClr val="C62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3" name="Freeform 352"/>
            <p:cNvSpPr>
              <a:spLocks/>
            </p:cNvSpPr>
            <p:nvPr/>
          </p:nvSpPr>
          <p:spPr bwMode="auto">
            <a:xfrm>
              <a:off x="2351088" y="663575"/>
              <a:ext cx="42863" cy="41275"/>
            </a:xfrm>
            <a:custGeom>
              <a:avLst/>
              <a:gdLst>
                <a:gd name="T0" fmla="*/ 14 w 27"/>
                <a:gd name="T1" fmla="*/ 26 h 26"/>
                <a:gd name="T2" fmla="*/ 27 w 27"/>
                <a:gd name="T3" fmla="*/ 10 h 26"/>
                <a:gd name="T4" fmla="*/ 14 w 27"/>
                <a:gd name="T5" fmla="*/ 0 h 26"/>
                <a:gd name="T6" fmla="*/ 0 w 27"/>
                <a:gd name="T7" fmla="*/ 14 h 26"/>
                <a:gd name="T8" fmla="*/ 14 w 27"/>
                <a:gd name="T9" fmla="*/ 26 h 26"/>
              </a:gdLst>
              <a:ahLst/>
              <a:cxnLst>
                <a:cxn ang="0">
                  <a:pos x="T0" y="T1"/>
                </a:cxn>
                <a:cxn ang="0">
                  <a:pos x="T2" y="T3"/>
                </a:cxn>
                <a:cxn ang="0">
                  <a:pos x="T4" y="T5"/>
                </a:cxn>
                <a:cxn ang="0">
                  <a:pos x="T6" y="T7"/>
                </a:cxn>
                <a:cxn ang="0">
                  <a:pos x="T8" y="T9"/>
                </a:cxn>
              </a:cxnLst>
              <a:rect l="0" t="0" r="r" b="b"/>
              <a:pathLst>
                <a:path w="27" h="26">
                  <a:moveTo>
                    <a:pt x="14" y="26"/>
                  </a:moveTo>
                  <a:lnTo>
                    <a:pt x="27" y="10"/>
                  </a:lnTo>
                  <a:lnTo>
                    <a:pt x="14" y="0"/>
                  </a:lnTo>
                  <a:lnTo>
                    <a:pt x="0" y="14"/>
                  </a:lnTo>
                  <a:lnTo>
                    <a:pt x="14" y="26"/>
                  </a:lnTo>
                  <a:close/>
                </a:path>
              </a:pathLst>
            </a:custGeom>
            <a:solidFill>
              <a:srgbClr val="F85A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4" name="Freeform 353"/>
            <p:cNvSpPr>
              <a:spLocks/>
            </p:cNvSpPr>
            <p:nvPr/>
          </p:nvSpPr>
          <p:spPr bwMode="auto">
            <a:xfrm>
              <a:off x="2373313" y="652462"/>
              <a:ext cx="28575" cy="26988"/>
            </a:xfrm>
            <a:custGeom>
              <a:avLst/>
              <a:gdLst>
                <a:gd name="T0" fmla="*/ 13 w 18"/>
                <a:gd name="T1" fmla="*/ 17 h 17"/>
                <a:gd name="T2" fmla="*/ 18 w 18"/>
                <a:gd name="T3" fmla="*/ 11 h 17"/>
                <a:gd name="T4" fmla="*/ 5 w 18"/>
                <a:gd name="T5" fmla="*/ 0 h 17"/>
                <a:gd name="T6" fmla="*/ 0 w 18"/>
                <a:gd name="T7" fmla="*/ 7 h 17"/>
                <a:gd name="T8" fmla="*/ 13 w 18"/>
                <a:gd name="T9" fmla="*/ 17 h 17"/>
              </a:gdLst>
              <a:ahLst/>
              <a:cxnLst>
                <a:cxn ang="0">
                  <a:pos x="T0" y="T1"/>
                </a:cxn>
                <a:cxn ang="0">
                  <a:pos x="T2" y="T3"/>
                </a:cxn>
                <a:cxn ang="0">
                  <a:pos x="T4" y="T5"/>
                </a:cxn>
                <a:cxn ang="0">
                  <a:pos x="T6" y="T7"/>
                </a:cxn>
                <a:cxn ang="0">
                  <a:pos x="T8" y="T9"/>
                </a:cxn>
              </a:cxnLst>
              <a:rect l="0" t="0" r="r" b="b"/>
              <a:pathLst>
                <a:path w="18" h="17">
                  <a:moveTo>
                    <a:pt x="13" y="17"/>
                  </a:moveTo>
                  <a:lnTo>
                    <a:pt x="18" y="11"/>
                  </a:lnTo>
                  <a:lnTo>
                    <a:pt x="5" y="0"/>
                  </a:lnTo>
                  <a:lnTo>
                    <a:pt x="0" y="7"/>
                  </a:lnTo>
                  <a:lnTo>
                    <a:pt x="13" y="17"/>
                  </a:lnTo>
                  <a:close/>
                </a:path>
              </a:pathLst>
            </a:custGeom>
            <a:solidFill>
              <a:srgbClr val="C62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5" name="Freeform 354"/>
            <p:cNvSpPr>
              <a:spLocks noEditPoints="1"/>
            </p:cNvSpPr>
            <p:nvPr/>
          </p:nvSpPr>
          <p:spPr bwMode="auto">
            <a:xfrm>
              <a:off x="2886075" y="1239837"/>
              <a:ext cx="720725" cy="82550"/>
            </a:xfrm>
            <a:custGeom>
              <a:avLst/>
              <a:gdLst>
                <a:gd name="T0" fmla="*/ 0 w 340"/>
                <a:gd name="T1" fmla="*/ 0 h 39"/>
                <a:gd name="T2" fmla="*/ 0 w 340"/>
                <a:gd name="T3" fmla="*/ 39 h 39"/>
                <a:gd name="T4" fmla="*/ 340 w 340"/>
                <a:gd name="T5" fmla="*/ 39 h 39"/>
                <a:gd name="T6" fmla="*/ 340 w 340"/>
                <a:gd name="T7" fmla="*/ 0 h 39"/>
                <a:gd name="T8" fmla="*/ 0 w 340"/>
                <a:gd name="T9" fmla="*/ 0 h 39"/>
                <a:gd name="T10" fmla="*/ 9 w 340"/>
                <a:gd name="T11" fmla="*/ 26 h 39"/>
                <a:gd name="T12" fmla="*/ 5 w 340"/>
                <a:gd name="T13" fmla="*/ 22 h 39"/>
                <a:gd name="T14" fmla="*/ 9 w 340"/>
                <a:gd name="T15" fmla="*/ 18 h 39"/>
                <a:gd name="T16" fmla="*/ 13 w 340"/>
                <a:gd name="T17" fmla="*/ 22 h 39"/>
                <a:gd name="T18" fmla="*/ 9 w 340"/>
                <a:gd name="T19" fmla="*/ 2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0" h="39">
                  <a:moveTo>
                    <a:pt x="0" y="0"/>
                  </a:moveTo>
                  <a:cubicBezTo>
                    <a:pt x="0" y="39"/>
                    <a:pt x="0" y="39"/>
                    <a:pt x="0" y="39"/>
                  </a:cubicBezTo>
                  <a:cubicBezTo>
                    <a:pt x="340" y="39"/>
                    <a:pt x="340" y="39"/>
                    <a:pt x="340" y="39"/>
                  </a:cubicBezTo>
                  <a:cubicBezTo>
                    <a:pt x="340" y="0"/>
                    <a:pt x="340" y="0"/>
                    <a:pt x="340" y="0"/>
                  </a:cubicBezTo>
                  <a:lnTo>
                    <a:pt x="0" y="0"/>
                  </a:lnTo>
                  <a:close/>
                  <a:moveTo>
                    <a:pt x="9" y="26"/>
                  </a:moveTo>
                  <a:cubicBezTo>
                    <a:pt x="7" y="26"/>
                    <a:pt x="5" y="24"/>
                    <a:pt x="5" y="22"/>
                  </a:cubicBezTo>
                  <a:cubicBezTo>
                    <a:pt x="5" y="20"/>
                    <a:pt x="7" y="18"/>
                    <a:pt x="9" y="18"/>
                  </a:cubicBezTo>
                  <a:cubicBezTo>
                    <a:pt x="11" y="18"/>
                    <a:pt x="13" y="20"/>
                    <a:pt x="13" y="22"/>
                  </a:cubicBezTo>
                  <a:cubicBezTo>
                    <a:pt x="13" y="24"/>
                    <a:pt x="11" y="26"/>
                    <a:pt x="9" y="26"/>
                  </a:cubicBezTo>
                  <a:close/>
                </a:path>
              </a:pathLst>
            </a:custGeom>
            <a:solidFill>
              <a:srgbClr val="F5E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6" name="Rectangle 355"/>
            <p:cNvSpPr>
              <a:spLocks noChangeArrowheads="1"/>
            </p:cNvSpPr>
            <p:nvPr/>
          </p:nvSpPr>
          <p:spPr bwMode="auto">
            <a:xfrm>
              <a:off x="2886075" y="1239837"/>
              <a:ext cx="720725" cy="22225"/>
            </a:xfrm>
            <a:prstGeom prst="rect">
              <a:avLst/>
            </a:prstGeom>
            <a:solidFill>
              <a:srgbClr val="FFD4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7" name="Rectangle 356"/>
            <p:cNvSpPr>
              <a:spLocks noChangeArrowheads="1"/>
            </p:cNvSpPr>
            <p:nvPr/>
          </p:nvSpPr>
          <p:spPr bwMode="auto">
            <a:xfrm>
              <a:off x="2886075" y="1309687"/>
              <a:ext cx="720725" cy="12700"/>
            </a:xfrm>
            <a:prstGeom prst="rect">
              <a:avLst/>
            </a:prstGeom>
            <a:solidFill>
              <a:srgbClr val="FFD4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8" name="Rectangle 357"/>
            <p:cNvSpPr>
              <a:spLocks noChangeArrowheads="1"/>
            </p:cNvSpPr>
            <p:nvPr/>
          </p:nvSpPr>
          <p:spPr bwMode="auto">
            <a:xfrm>
              <a:off x="2895600"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9" name="Rectangle 358"/>
            <p:cNvSpPr>
              <a:spLocks noChangeArrowheads="1"/>
            </p:cNvSpPr>
            <p:nvPr/>
          </p:nvSpPr>
          <p:spPr bwMode="auto">
            <a:xfrm>
              <a:off x="2919413"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0" name="Rectangle 359"/>
            <p:cNvSpPr>
              <a:spLocks noChangeArrowheads="1"/>
            </p:cNvSpPr>
            <p:nvPr/>
          </p:nvSpPr>
          <p:spPr bwMode="auto">
            <a:xfrm>
              <a:off x="29432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1" name="Rectangle 360"/>
            <p:cNvSpPr>
              <a:spLocks noChangeArrowheads="1"/>
            </p:cNvSpPr>
            <p:nvPr/>
          </p:nvSpPr>
          <p:spPr bwMode="auto">
            <a:xfrm>
              <a:off x="29670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2" name="Rectangle 361"/>
            <p:cNvSpPr>
              <a:spLocks noChangeArrowheads="1"/>
            </p:cNvSpPr>
            <p:nvPr/>
          </p:nvSpPr>
          <p:spPr bwMode="auto">
            <a:xfrm>
              <a:off x="298926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3" name="Rectangle 362"/>
            <p:cNvSpPr>
              <a:spLocks noChangeArrowheads="1"/>
            </p:cNvSpPr>
            <p:nvPr/>
          </p:nvSpPr>
          <p:spPr bwMode="auto">
            <a:xfrm>
              <a:off x="30130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4" name="Rectangle 363"/>
            <p:cNvSpPr>
              <a:spLocks noChangeArrowheads="1"/>
            </p:cNvSpPr>
            <p:nvPr/>
          </p:nvSpPr>
          <p:spPr bwMode="auto">
            <a:xfrm>
              <a:off x="30368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5" name="Rectangle 364"/>
            <p:cNvSpPr>
              <a:spLocks noChangeArrowheads="1"/>
            </p:cNvSpPr>
            <p:nvPr/>
          </p:nvSpPr>
          <p:spPr bwMode="auto">
            <a:xfrm>
              <a:off x="305911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6" name="Rectangle 365"/>
            <p:cNvSpPr>
              <a:spLocks noChangeArrowheads="1"/>
            </p:cNvSpPr>
            <p:nvPr/>
          </p:nvSpPr>
          <p:spPr bwMode="auto">
            <a:xfrm>
              <a:off x="30829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7" name="Rectangle 366"/>
            <p:cNvSpPr>
              <a:spLocks noChangeArrowheads="1"/>
            </p:cNvSpPr>
            <p:nvPr/>
          </p:nvSpPr>
          <p:spPr bwMode="auto">
            <a:xfrm>
              <a:off x="31067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8" name="Rectangle 367"/>
            <p:cNvSpPr>
              <a:spLocks noChangeArrowheads="1"/>
            </p:cNvSpPr>
            <p:nvPr/>
          </p:nvSpPr>
          <p:spPr bwMode="auto">
            <a:xfrm>
              <a:off x="3128963"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9" name="Rectangle 368"/>
            <p:cNvSpPr>
              <a:spLocks noChangeArrowheads="1"/>
            </p:cNvSpPr>
            <p:nvPr/>
          </p:nvSpPr>
          <p:spPr bwMode="auto">
            <a:xfrm>
              <a:off x="31527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0" name="Rectangle 369"/>
            <p:cNvSpPr>
              <a:spLocks noChangeArrowheads="1"/>
            </p:cNvSpPr>
            <p:nvPr/>
          </p:nvSpPr>
          <p:spPr bwMode="auto">
            <a:xfrm>
              <a:off x="31765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1" name="Rectangle 370"/>
            <p:cNvSpPr>
              <a:spLocks noChangeArrowheads="1"/>
            </p:cNvSpPr>
            <p:nvPr/>
          </p:nvSpPr>
          <p:spPr bwMode="auto">
            <a:xfrm>
              <a:off x="3198813"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2" name="Rectangle 371"/>
            <p:cNvSpPr>
              <a:spLocks noChangeArrowheads="1"/>
            </p:cNvSpPr>
            <p:nvPr/>
          </p:nvSpPr>
          <p:spPr bwMode="auto">
            <a:xfrm>
              <a:off x="32226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3" name="Rectangle 372"/>
            <p:cNvSpPr>
              <a:spLocks noChangeArrowheads="1"/>
            </p:cNvSpPr>
            <p:nvPr/>
          </p:nvSpPr>
          <p:spPr bwMode="auto">
            <a:xfrm>
              <a:off x="324326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4" name="Rectangle 373"/>
            <p:cNvSpPr>
              <a:spLocks noChangeArrowheads="1"/>
            </p:cNvSpPr>
            <p:nvPr/>
          </p:nvSpPr>
          <p:spPr bwMode="auto">
            <a:xfrm>
              <a:off x="32670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5" name="Rectangle 374"/>
            <p:cNvSpPr>
              <a:spLocks noChangeArrowheads="1"/>
            </p:cNvSpPr>
            <p:nvPr/>
          </p:nvSpPr>
          <p:spPr bwMode="auto">
            <a:xfrm>
              <a:off x="32908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6" name="Rectangle 375"/>
            <p:cNvSpPr>
              <a:spLocks noChangeArrowheads="1"/>
            </p:cNvSpPr>
            <p:nvPr/>
          </p:nvSpPr>
          <p:spPr bwMode="auto">
            <a:xfrm>
              <a:off x="331311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7" name="Rectangle 376"/>
            <p:cNvSpPr>
              <a:spLocks noChangeArrowheads="1"/>
            </p:cNvSpPr>
            <p:nvPr/>
          </p:nvSpPr>
          <p:spPr bwMode="auto">
            <a:xfrm>
              <a:off x="33369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8" name="Rectangle 377"/>
            <p:cNvSpPr>
              <a:spLocks noChangeArrowheads="1"/>
            </p:cNvSpPr>
            <p:nvPr/>
          </p:nvSpPr>
          <p:spPr bwMode="auto">
            <a:xfrm>
              <a:off x="33607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9" name="Rectangle 378"/>
            <p:cNvSpPr>
              <a:spLocks noChangeArrowheads="1"/>
            </p:cNvSpPr>
            <p:nvPr/>
          </p:nvSpPr>
          <p:spPr bwMode="auto">
            <a:xfrm>
              <a:off x="338296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0" name="Rectangle 379"/>
            <p:cNvSpPr>
              <a:spLocks noChangeArrowheads="1"/>
            </p:cNvSpPr>
            <p:nvPr/>
          </p:nvSpPr>
          <p:spPr bwMode="auto">
            <a:xfrm>
              <a:off x="34067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1" name="Rectangle 380"/>
            <p:cNvSpPr>
              <a:spLocks noChangeArrowheads="1"/>
            </p:cNvSpPr>
            <p:nvPr/>
          </p:nvSpPr>
          <p:spPr bwMode="auto">
            <a:xfrm>
              <a:off x="34305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2" name="Rectangle 381"/>
            <p:cNvSpPr>
              <a:spLocks noChangeArrowheads="1"/>
            </p:cNvSpPr>
            <p:nvPr/>
          </p:nvSpPr>
          <p:spPr bwMode="auto">
            <a:xfrm>
              <a:off x="345281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3" name="Rectangle 382"/>
            <p:cNvSpPr>
              <a:spLocks noChangeArrowheads="1"/>
            </p:cNvSpPr>
            <p:nvPr/>
          </p:nvSpPr>
          <p:spPr bwMode="auto">
            <a:xfrm>
              <a:off x="34766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4" name="Rectangle 383"/>
            <p:cNvSpPr>
              <a:spLocks noChangeArrowheads="1"/>
            </p:cNvSpPr>
            <p:nvPr/>
          </p:nvSpPr>
          <p:spPr bwMode="auto">
            <a:xfrm>
              <a:off x="35004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5" name="Rectangle 384"/>
            <p:cNvSpPr>
              <a:spLocks noChangeArrowheads="1"/>
            </p:cNvSpPr>
            <p:nvPr/>
          </p:nvSpPr>
          <p:spPr bwMode="auto">
            <a:xfrm>
              <a:off x="3524250"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6" name="Rectangle 385"/>
            <p:cNvSpPr>
              <a:spLocks noChangeArrowheads="1"/>
            </p:cNvSpPr>
            <p:nvPr/>
          </p:nvSpPr>
          <p:spPr bwMode="auto">
            <a:xfrm>
              <a:off x="3546475"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7" name="Rectangle 386"/>
            <p:cNvSpPr>
              <a:spLocks noChangeArrowheads="1"/>
            </p:cNvSpPr>
            <p:nvPr/>
          </p:nvSpPr>
          <p:spPr bwMode="auto">
            <a:xfrm>
              <a:off x="35702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8" name="Rectangle 387"/>
            <p:cNvSpPr>
              <a:spLocks noChangeArrowheads="1"/>
            </p:cNvSpPr>
            <p:nvPr/>
          </p:nvSpPr>
          <p:spPr bwMode="auto">
            <a:xfrm>
              <a:off x="3594100"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9" name="Rectangle 388"/>
            <p:cNvSpPr>
              <a:spLocks noChangeArrowheads="1"/>
            </p:cNvSpPr>
            <p:nvPr/>
          </p:nvSpPr>
          <p:spPr bwMode="auto">
            <a:xfrm>
              <a:off x="2908300"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0" name="Rectangle 389"/>
            <p:cNvSpPr>
              <a:spLocks noChangeArrowheads="1"/>
            </p:cNvSpPr>
            <p:nvPr/>
          </p:nvSpPr>
          <p:spPr bwMode="auto">
            <a:xfrm>
              <a:off x="293211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1" name="Rectangle 390"/>
            <p:cNvSpPr>
              <a:spLocks noChangeArrowheads="1"/>
            </p:cNvSpPr>
            <p:nvPr/>
          </p:nvSpPr>
          <p:spPr bwMode="auto">
            <a:xfrm>
              <a:off x="2955925" y="1239837"/>
              <a:ext cx="1588" cy="6350"/>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2" name="Rectangle 391"/>
            <p:cNvSpPr>
              <a:spLocks noChangeArrowheads="1"/>
            </p:cNvSpPr>
            <p:nvPr/>
          </p:nvSpPr>
          <p:spPr bwMode="auto">
            <a:xfrm>
              <a:off x="29797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3" name="Rectangle 392"/>
            <p:cNvSpPr>
              <a:spLocks noChangeArrowheads="1"/>
            </p:cNvSpPr>
            <p:nvPr/>
          </p:nvSpPr>
          <p:spPr bwMode="auto">
            <a:xfrm>
              <a:off x="300196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4" name="Rectangle 393"/>
            <p:cNvSpPr>
              <a:spLocks noChangeArrowheads="1"/>
            </p:cNvSpPr>
            <p:nvPr/>
          </p:nvSpPr>
          <p:spPr bwMode="auto">
            <a:xfrm>
              <a:off x="30241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5" name="Rectangle 394"/>
            <p:cNvSpPr>
              <a:spLocks noChangeArrowheads="1"/>
            </p:cNvSpPr>
            <p:nvPr/>
          </p:nvSpPr>
          <p:spPr bwMode="auto">
            <a:xfrm>
              <a:off x="304641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6" name="Rectangle 395"/>
            <p:cNvSpPr>
              <a:spLocks noChangeArrowheads="1"/>
            </p:cNvSpPr>
            <p:nvPr/>
          </p:nvSpPr>
          <p:spPr bwMode="auto">
            <a:xfrm>
              <a:off x="30702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7" name="Rectangle 396"/>
            <p:cNvSpPr>
              <a:spLocks noChangeArrowheads="1"/>
            </p:cNvSpPr>
            <p:nvPr/>
          </p:nvSpPr>
          <p:spPr bwMode="auto">
            <a:xfrm>
              <a:off x="30940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8" name="Rectangle 397"/>
            <p:cNvSpPr>
              <a:spLocks noChangeArrowheads="1"/>
            </p:cNvSpPr>
            <p:nvPr/>
          </p:nvSpPr>
          <p:spPr bwMode="auto">
            <a:xfrm>
              <a:off x="311626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9" name="Rectangle 398"/>
            <p:cNvSpPr>
              <a:spLocks noChangeArrowheads="1"/>
            </p:cNvSpPr>
            <p:nvPr/>
          </p:nvSpPr>
          <p:spPr bwMode="auto">
            <a:xfrm>
              <a:off x="31400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0" name="Rectangle 399"/>
            <p:cNvSpPr>
              <a:spLocks noChangeArrowheads="1"/>
            </p:cNvSpPr>
            <p:nvPr/>
          </p:nvSpPr>
          <p:spPr bwMode="auto">
            <a:xfrm>
              <a:off x="31638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1" name="Rectangle 400"/>
            <p:cNvSpPr>
              <a:spLocks noChangeArrowheads="1"/>
            </p:cNvSpPr>
            <p:nvPr/>
          </p:nvSpPr>
          <p:spPr bwMode="auto">
            <a:xfrm>
              <a:off x="318611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2" name="Rectangle 401"/>
            <p:cNvSpPr>
              <a:spLocks noChangeArrowheads="1"/>
            </p:cNvSpPr>
            <p:nvPr/>
          </p:nvSpPr>
          <p:spPr bwMode="auto">
            <a:xfrm>
              <a:off x="32099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3" name="Rectangle 402"/>
            <p:cNvSpPr>
              <a:spLocks noChangeArrowheads="1"/>
            </p:cNvSpPr>
            <p:nvPr/>
          </p:nvSpPr>
          <p:spPr bwMode="auto">
            <a:xfrm>
              <a:off x="32337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4" name="Rectangle 403"/>
            <p:cNvSpPr>
              <a:spLocks noChangeArrowheads="1"/>
            </p:cNvSpPr>
            <p:nvPr/>
          </p:nvSpPr>
          <p:spPr bwMode="auto">
            <a:xfrm>
              <a:off x="325596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5" name="Rectangle 404"/>
            <p:cNvSpPr>
              <a:spLocks noChangeArrowheads="1"/>
            </p:cNvSpPr>
            <p:nvPr/>
          </p:nvSpPr>
          <p:spPr bwMode="auto">
            <a:xfrm>
              <a:off x="32797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6" name="Rectangle 405"/>
            <p:cNvSpPr>
              <a:spLocks noChangeArrowheads="1"/>
            </p:cNvSpPr>
            <p:nvPr/>
          </p:nvSpPr>
          <p:spPr bwMode="auto">
            <a:xfrm>
              <a:off x="33035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7" name="Rectangle 407"/>
            <p:cNvSpPr>
              <a:spLocks noChangeArrowheads="1"/>
            </p:cNvSpPr>
            <p:nvPr/>
          </p:nvSpPr>
          <p:spPr bwMode="auto">
            <a:xfrm>
              <a:off x="332581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8" name="Rectangle 408"/>
            <p:cNvSpPr>
              <a:spLocks noChangeArrowheads="1"/>
            </p:cNvSpPr>
            <p:nvPr/>
          </p:nvSpPr>
          <p:spPr bwMode="auto">
            <a:xfrm>
              <a:off x="33496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9" name="Rectangle 409"/>
            <p:cNvSpPr>
              <a:spLocks noChangeArrowheads="1"/>
            </p:cNvSpPr>
            <p:nvPr/>
          </p:nvSpPr>
          <p:spPr bwMode="auto">
            <a:xfrm>
              <a:off x="33734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0" name="Rectangle 410"/>
            <p:cNvSpPr>
              <a:spLocks noChangeArrowheads="1"/>
            </p:cNvSpPr>
            <p:nvPr/>
          </p:nvSpPr>
          <p:spPr bwMode="auto">
            <a:xfrm>
              <a:off x="339566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1" name="Rectangle 411"/>
            <p:cNvSpPr>
              <a:spLocks noChangeArrowheads="1"/>
            </p:cNvSpPr>
            <p:nvPr/>
          </p:nvSpPr>
          <p:spPr bwMode="auto">
            <a:xfrm>
              <a:off x="34194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2" name="Rectangle 412"/>
            <p:cNvSpPr>
              <a:spLocks noChangeArrowheads="1"/>
            </p:cNvSpPr>
            <p:nvPr/>
          </p:nvSpPr>
          <p:spPr bwMode="auto">
            <a:xfrm>
              <a:off x="34432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3" name="Rectangle 413"/>
            <p:cNvSpPr>
              <a:spLocks noChangeArrowheads="1"/>
            </p:cNvSpPr>
            <p:nvPr/>
          </p:nvSpPr>
          <p:spPr bwMode="auto">
            <a:xfrm>
              <a:off x="346551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4" name="Rectangle 414"/>
            <p:cNvSpPr>
              <a:spLocks noChangeArrowheads="1"/>
            </p:cNvSpPr>
            <p:nvPr/>
          </p:nvSpPr>
          <p:spPr bwMode="auto">
            <a:xfrm>
              <a:off x="34893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5" name="Rectangle 415"/>
            <p:cNvSpPr>
              <a:spLocks noChangeArrowheads="1"/>
            </p:cNvSpPr>
            <p:nvPr/>
          </p:nvSpPr>
          <p:spPr bwMode="auto">
            <a:xfrm>
              <a:off x="35131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6" name="Rectangle 416"/>
            <p:cNvSpPr>
              <a:spLocks noChangeArrowheads="1"/>
            </p:cNvSpPr>
            <p:nvPr/>
          </p:nvSpPr>
          <p:spPr bwMode="auto">
            <a:xfrm>
              <a:off x="3536950"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7" name="Rectangle 417"/>
            <p:cNvSpPr>
              <a:spLocks noChangeArrowheads="1"/>
            </p:cNvSpPr>
            <p:nvPr/>
          </p:nvSpPr>
          <p:spPr bwMode="auto">
            <a:xfrm>
              <a:off x="35591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8" name="Rectangle 418"/>
            <p:cNvSpPr>
              <a:spLocks noChangeArrowheads="1"/>
            </p:cNvSpPr>
            <p:nvPr/>
          </p:nvSpPr>
          <p:spPr bwMode="auto">
            <a:xfrm>
              <a:off x="35829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9" name="Freeform 419"/>
            <p:cNvSpPr>
              <a:spLocks/>
            </p:cNvSpPr>
            <p:nvPr/>
          </p:nvSpPr>
          <p:spPr bwMode="auto">
            <a:xfrm>
              <a:off x="685800" y="2689225"/>
              <a:ext cx="774700" cy="338138"/>
            </a:xfrm>
            <a:custGeom>
              <a:avLst/>
              <a:gdLst>
                <a:gd name="T0" fmla="*/ 356 w 365"/>
                <a:gd name="T1" fmla="*/ 159 h 160"/>
                <a:gd name="T2" fmla="*/ 353 w 365"/>
                <a:gd name="T3" fmla="*/ 158 h 160"/>
                <a:gd name="T4" fmla="*/ 306 w 365"/>
                <a:gd name="T5" fmla="*/ 114 h 160"/>
                <a:gd name="T6" fmla="*/ 276 w 365"/>
                <a:gd name="T7" fmla="*/ 92 h 160"/>
                <a:gd name="T8" fmla="*/ 241 w 365"/>
                <a:gd name="T9" fmla="*/ 78 h 160"/>
                <a:gd name="T10" fmla="*/ 0 w 365"/>
                <a:gd name="T11" fmla="*/ 13 h 160"/>
                <a:gd name="T12" fmla="*/ 3 w 365"/>
                <a:gd name="T13" fmla="*/ 0 h 160"/>
                <a:gd name="T14" fmla="*/ 245 w 365"/>
                <a:gd name="T15" fmla="*/ 65 h 160"/>
                <a:gd name="T16" fmla="*/ 282 w 365"/>
                <a:gd name="T17" fmla="*/ 80 h 160"/>
                <a:gd name="T18" fmla="*/ 315 w 365"/>
                <a:gd name="T19" fmla="*/ 104 h 160"/>
                <a:gd name="T20" fmla="*/ 362 w 365"/>
                <a:gd name="T21" fmla="*/ 148 h 160"/>
                <a:gd name="T22" fmla="*/ 362 w 365"/>
                <a:gd name="T23" fmla="*/ 158 h 160"/>
                <a:gd name="T24" fmla="*/ 356 w 365"/>
                <a:gd name="T25" fmla="*/ 159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5" h="160">
                  <a:moveTo>
                    <a:pt x="356" y="159"/>
                  </a:moveTo>
                  <a:cubicBezTo>
                    <a:pt x="355" y="159"/>
                    <a:pt x="354" y="159"/>
                    <a:pt x="353" y="158"/>
                  </a:cubicBezTo>
                  <a:cubicBezTo>
                    <a:pt x="306" y="114"/>
                    <a:pt x="306" y="114"/>
                    <a:pt x="306" y="114"/>
                  </a:cubicBezTo>
                  <a:cubicBezTo>
                    <a:pt x="297" y="105"/>
                    <a:pt x="287" y="98"/>
                    <a:pt x="276" y="92"/>
                  </a:cubicBezTo>
                  <a:cubicBezTo>
                    <a:pt x="265" y="86"/>
                    <a:pt x="253" y="81"/>
                    <a:pt x="241" y="78"/>
                  </a:cubicBezTo>
                  <a:cubicBezTo>
                    <a:pt x="0" y="13"/>
                    <a:pt x="0" y="13"/>
                    <a:pt x="0" y="13"/>
                  </a:cubicBezTo>
                  <a:cubicBezTo>
                    <a:pt x="3" y="0"/>
                    <a:pt x="3" y="0"/>
                    <a:pt x="3" y="0"/>
                  </a:cubicBezTo>
                  <a:cubicBezTo>
                    <a:pt x="245" y="65"/>
                    <a:pt x="245" y="65"/>
                    <a:pt x="245" y="65"/>
                  </a:cubicBezTo>
                  <a:cubicBezTo>
                    <a:pt x="258" y="68"/>
                    <a:pt x="271" y="73"/>
                    <a:pt x="282" y="80"/>
                  </a:cubicBezTo>
                  <a:cubicBezTo>
                    <a:pt x="294" y="86"/>
                    <a:pt x="305" y="94"/>
                    <a:pt x="315" y="104"/>
                  </a:cubicBezTo>
                  <a:cubicBezTo>
                    <a:pt x="362" y="148"/>
                    <a:pt x="362" y="148"/>
                    <a:pt x="362" y="148"/>
                  </a:cubicBezTo>
                  <a:cubicBezTo>
                    <a:pt x="365" y="151"/>
                    <a:pt x="365" y="155"/>
                    <a:pt x="362" y="158"/>
                  </a:cubicBezTo>
                  <a:cubicBezTo>
                    <a:pt x="361" y="159"/>
                    <a:pt x="358" y="160"/>
                    <a:pt x="356" y="159"/>
                  </a:cubicBezTo>
                  <a:close/>
                </a:path>
              </a:pathLst>
            </a:custGeom>
            <a:solidFill>
              <a:srgbClr val="506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0" name="Freeform 420"/>
            <p:cNvSpPr>
              <a:spLocks/>
            </p:cNvSpPr>
            <p:nvPr/>
          </p:nvSpPr>
          <p:spPr bwMode="auto">
            <a:xfrm>
              <a:off x="631825" y="2746375"/>
              <a:ext cx="828675" cy="176213"/>
            </a:xfrm>
            <a:custGeom>
              <a:avLst/>
              <a:gdLst>
                <a:gd name="T0" fmla="*/ 6 w 391"/>
                <a:gd name="T1" fmla="*/ 32 h 83"/>
                <a:gd name="T2" fmla="*/ 9 w 391"/>
                <a:gd name="T3" fmla="*/ 32 h 83"/>
                <a:gd name="T4" fmla="*/ 72 w 391"/>
                <a:gd name="T5" fmla="*/ 17 h 83"/>
                <a:gd name="T6" fmla="*/ 109 w 391"/>
                <a:gd name="T7" fmla="*/ 13 h 83"/>
                <a:gd name="T8" fmla="*/ 146 w 391"/>
                <a:gd name="T9" fmla="*/ 18 h 83"/>
                <a:gd name="T10" fmla="*/ 388 w 391"/>
                <a:gd name="T11" fmla="*/ 83 h 83"/>
                <a:gd name="T12" fmla="*/ 391 w 391"/>
                <a:gd name="T13" fmla="*/ 70 h 83"/>
                <a:gd name="T14" fmla="*/ 149 w 391"/>
                <a:gd name="T15" fmla="*/ 5 h 83"/>
                <a:gd name="T16" fmla="*/ 109 w 391"/>
                <a:gd name="T17" fmla="*/ 0 h 83"/>
                <a:gd name="T18" fmla="*/ 69 w 391"/>
                <a:gd name="T19" fmla="*/ 4 h 83"/>
                <a:gd name="T20" fmla="*/ 6 w 391"/>
                <a:gd name="T21" fmla="*/ 19 h 83"/>
                <a:gd name="T22" fmla="*/ 1 w 391"/>
                <a:gd name="T23" fmla="*/ 27 h 83"/>
                <a:gd name="T24" fmla="*/ 6 w 391"/>
                <a:gd name="T25" fmla="*/ 3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83">
                  <a:moveTo>
                    <a:pt x="6" y="32"/>
                  </a:moveTo>
                  <a:cubicBezTo>
                    <a:pt x="7" y="32"/>
                    <a:pt x="8" y="32"/>
                    <a:pt x="9" y="32"/>
                  </a:cubicBezTo>
                  <a:cubicBezTo>
                    <a:pt x="72" y="17"/>
                    <a:pt x="72" y="17"/>
                    <a:pt x="72" y="17"/>
                  </a:cubicBezTo>
                  <a:cubicBezTo>
                    <a:pt x="84" y="14"/>
                    <a:pt x="97" y="13"/>
                    <a:pt x="109" y="13"/>
                  </a:cubicBezTo>
                  <a:cubicBezTo>
                    <a:pt x="122" y="13"/>
                    <a:pt x="134" y="15"/>
                    <a:pt x="146" y="18"/>
                  </a:cubicBezTo>
                  <a:cubicBezTo>
                    <a:pt x="388" y="83"/>
                    <a:pt x="388" y="83"/>
                    <a:pt x="388" y="83"/>
                  </a:cubicBezTo>
                  <a:cubicBezTo>
                    <a:pt x="391" y="70"/>
                    <a:pt x="391" y="70"/>
                    <a:pt x="391" y="70"/>
                  </a:cubicBezTo>
                  <a:cubicBezTo>
                    <a:pt x="149" y="5"/>
                    <a:pt x="149" y="5"/>
                    <a:pt x="149" y="5"/>
                  </a:cubicBezTo>
                  <a:cubicBezTo>
                    <a:pt x="136" y="2"/>
                    <a:pt x="123" y="0"/>
                    <a:pt x="109" y="0"/>
                  </a:cubicBezTo>
                  <a:cubicBezTo>
                    <a:pt x="96" y="0"/>
                    <a:pt x="82" y="1"/>
                    <a:pt x="69" y="4"/>
                  </a:cubicBezTo>
                  <a:cubicBezTo>
                    <a:pt x="6" y="19"/>
                    <a:pt x="6" y="19"/>
                    <a:pt x="6" y="19"/>
                  </a:cubicBezTo>
                  <a:cubicBezTo>
                    <a:pt x="3" y="20"/>
                    <a:pt x="0" y="24"/>
                    <a:pt x="1" y="27"/>
                  </a:cubicBezTo>
                  <a:cubicBezTo>
                    <a:pt x="2" y="30"/>
                    <a:pt x="4" y="32"/>
                    <a:pt x="6" y="32"/>
                  </a:cubicBezTo>
                  <a:close/>
                </a:path>
              </a:pathLst>
            </a:custGeom>
            <a:solidFill>
              <a:srgbClr val="506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1" name="Freeform 421"/>
            <p:cNvSpPr>
              <a:spLocks/>
            </p:cNvSpPr>
            <p:nvPr/>
          </p:nvSpPr>
          <p:spPr bwMode="auto">
            <a:xfrm>
              <a:off x="1006475" y="2740025"/>
              <a:ext cx="138113" cy="90488"/>
            </a:xfrm>
            <a:custGeom>
              <a:avLst/>
              <a:gdLst>
                <a:gd name="T0" fmla="*/ 13 w 65"/>
                <a:gd name="T1" fmla="*/ 30 h 43"/>
                <a:gd name="T2" fmla="*/ 13 w 65"/>
                <a:gd name="T3" fmla="*/ 30 h 43"/>
                <a:gd name="T4" fmla="*/ 35 w 65"/>
                <a:gd name="T5" fmla="*/ 18 h 43"/>
                <a:gd name="T6" fmla="*/ 48 w 65"/>
                <a:gd name="T7" fmla="*/ 40 h 43"/>
                <a:gd name="T8" fmla="*/ 61 w 65"/>
                <a:gd name="T9" fmla="*/ 43 h 43"/>
                <a:gd name="T10" fmla="*/ 38 w 65"/>
                <a:gd name="T11" fmla="*/ 5 h 43"/>
                <a:gd name="T12" fmla="*/ 0 w 65"/>
                <a:gd name="T13" fmla="*/ 27 h 43"/>
                <a:gd name="T14" fmla="*/ 13 w 65"/>
                <a:gd name="T15" fmla="*/ 30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43">
                  <a:moveTo>
                    <a:pt x="13" y="30"/>
                  </a:moveTo>
                  <a:cubicBezTo>
                    <a:pt x="13" y="30"/>
                    <a:pt x="13" y="30"/>
                    <a:pt x="13" y="30"/>
                  </a:cubicBezTo>
                  <a:cubicBezTo>
                    <a:pt x="16" y="21"/>
                    <a:pt x="25" y="15"/>
                    <a:pt x="35" y="18"/>
                  </a:cubicBezTo>
                  <a:cubicBezTo>
                    <a:pt x="44" y="20"/>
                    <a:pt x="50" y="30"/>
                    <a:pt x="48" y="40"/>
                  </a:cubicBezTo>
                  <a:cubicBezTo>
                    <a:pt x="61" y="43"/>
                    <a:pt x="61" y="43"/>
                    <a:pt x="61" y="43"/>
                  </a:cubicBezTo>
                  <a:cubicBezTo>
                    <a:pt x="65" y="26"/>
                    <a:pt x="55" y="9"/>
                    <a:pt x="38" y="5"/>
                  </a:cubicBezTo>
                  <a:cubicBezTo>
                    <a:pt x="22" y="0"/>
                    <a:pt x="5" y="10"/>
                    <a:pt x="0" y="27"/>
                  </a:cubicBezTo>
                  <a:lnTo>
                    <a:pt x="13" y="30"/>
                  </a:lnTo>
                  <a:close/>
                </a:path>
              </a:pathLst>
            </a:custGeom>
            <a:solidFill>
              <a:srgbClr val="203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2" name="Freeform 422"/>
            <p:cNvSpPr>
              <a:spLocks/>
            </p:cNvSpPr>
            <p:nvPr/>
          </p:nvSpPr>
          <p:spPr bwMode="auto">
            <a:xfrm>
              <a:off x="695325" y="2614612"/>
              <a:ext cx="334963" cy="271463"/>
            </a:xfrm>
            <a:custGeom>
              <a:avLst/>
              <a:gdLst>
                <a:gd name="T0" fmla="*/ 142 w 158"/>
                <a:gd name="T1" fmla="*/ 106 h 128"/>
                <a:gd name="T2" fmla="*/ 110 w 158"/>
                <a:gd name="T3" fmla="*/ 125 h 128"/>
                <a:gd name="T4" fmla="*/ 22 w 158"/>
                <a:gd name="T5" fmla="*/ 101 h 128"/>
                <a:gd name="T6" fmla="*/ 4 w 158"/>
                <a:gd name="T7" fmla="*/ 70 h 128"/>
                <a:gd name="T8" fmla="*/ 17 w 158"/>
                <a:gd name="T9" fmla="*/ 23 h 128"/>
                <a:gd name="T10" fmla="*/ 48 w 158"/>
                <a:gd name="T11" fmla="*/ 4 h 128"/>
                <a:gd name="T12" fmla="*/ 136 w 158"/>
                <a:gd name="T13" fmla="*/ 27 h 128"/>
                <a:gd name="T14" fmla="*/ 154 w 158"/>
                <a:gd name="T15" fmla="*/ 59 h 128"/>
                <a:gd name="T16" fmla="*/ 142 w 158"/>
                <a:gd name="T17"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28">
                  <a:moveTo>
                    <a:pt x="142" y="106"/>
                  </a:moveTo>
                  <a:cubicBezTo>
                    <a:pt x="138" y="120"/>
                    <a:pt x="124" y="128"/>
                    <a:pt x="110" y="125"/>
                  </a:cubicBezTo>
                  <a:cubicBezTo>
                    <a:pt x="22" y="101"/>
                    <a:pt x="22" y="101"/>
                    <a:pt x="22" y="101"/>
                  </a:cubicBezTo>
                  <a:cubicBezTo>
                    <a:pt x="9" y="98"/>
                    <a:pt x="0" y="83"/>
                    <a:pt x="4" y="70"/>
                  </a:cubicBezTo>
                  <a:cubicBezTo>
                    <a:pt x="17" y="23"/>
                    <a:pt x="17" y="23"/>
                    <a:pt x="17" y="23"/>
                  </a:cubicBezTo>
                  <a:cubicBezTo>
                    <a:pt x="20" y="9"/>
                    <a:pt x="35" y="0"/>
                    <a:pt x="48" y="4"/>
                  </a:cubicBezTo>
                  <a:cubicBezTo>
                    <a:pt x="136" y="27"/>
                    <a:pt x="136" y="27"/>
                    <a:pt x="136" y="27"/>
                  </a:cubicBezTo>
                  <a:cubicBezTo>
                    <a:pt x="150" y="31"/>
                    <a:pt x="158" y="45"/>
                    <a:pt x="154" y="59"/>
                  </a:cubicBezTo>
                  <a:lnTo>
                    <a:pt x="142" y="106"/>
                  </a:lnTo>
                  <a:close/>
                </a:path>
              </a:pathLst>
            </a:custGeom>
            <a:solidFill>
              <a:srgbClr val="E1EF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3" name="Freeform 423"/>
            <p:cNvSpPr>
              <a:spLocks/>
            </p:cNvSpPr>
            <p:nvPr/>
          </p:nvSpPr>
          <p:spPr bwMode="auto">
            <a:xfrm>
              <a:off x="827088" y="2646362"/>
              <a:ext cx="203200" cy="239713"/>
            </a:xfrm>
            <a:custGeom>
              <a:avLst/>
              <a:gdLst>
                <a:gd name="T0" fmla="*/ 74 w 96"/>
                <a:gd name="T1" fmla="*/ 12 h 113"/>
                <a:gd name="T2" fmla="*/ 26 w 96"/>
                <a:gd name="T3" fmla="*/ 0 h 113"/>
                <a:gd name="T4" fmla="*/ 0 w 96"/>
                <a:gd name="T5" fmla="*/ 97 h 113"/>
                <a:gd name="T6" fmla="*/ 48 w 96"/>
                <a:gd name="T7" fmla="*/ 110 h 113"/>
                <a:gd name="T8" fmla="*/ 80 w 96"/>
                <a:gd name="T9" fmla="*/ 91 h 113"/>
                <a:gd name="T10" fmla="*/ 92 w 96"/>
                <a:gd name="T11" fmla="*/ 44 h 113"/>
                <a:gd name="T12" fmla="*/ 74 w 96"/>
                <a:gd name="T13" fmla="*/ 12 h 113"/>
              </a:gdLst>
              <a:ahLst/>
              <a:cxnLst>
                <a:cxn ang="0">
                  <a:pos x="T0" y="T1"/>
                </a:cxn>
                <a:cxn ang="0">
                  <a:pos x="T2" y="T3"/>
                </a:cxn>
                <a:cxn ang="0">
                  <a:pos x="T4" y="T5"/>
                </a:cxn>
                <a:cxn ang="0">
                  <a:pos x="T6" y="T7"/>
                </a:cxn>
                <a:cxn ang="0">
                  <a:pos x="T8" y="T9"/>
                </a:cxn>
                <a:cxn ang="0">
                  <a:pos x="T10" y="T11"/>
                </a:cxn>
                <a:cxn ang="0">
                  <a:pos x="T12" y="T13"/>
                </a:cxn>
              </a:cxnLst>
              <a:rect l="0" t="0" r="r" b="b"/>
              <a:pathLst>
                <a:path w="96" h="113">
                  <a:moveTo>
                    <a:pt x="74" y="12"/>
                  </a:moveTo>
                  <a:cubicBezTo>
                    <a:pt x="26" y="0"/>
                    <a:pt x="26" y="0"/>
                    <a:pt x="26" y="0"/>
                  </a:cubicBezTo>
                  <a:cubicBezTo>
                    <a:pt x="0" y="97"/>
                    <a:pt x="0" y="97"/>
                    <a:pt x="0" y="97"/>
                  </a:cubicBezTo>
                  <a:cubicBezTo>
                    <a:pt x="48" y="110"/>
                    <a:pt x="48" y="110"/>
                    <a:pt x="48" y="110"/>
                  </a:cubicBezTo>
                  <a:cubicBezTo>
                    <a:pt x="62" y="113"/>
                    <a:pt x="76" y="105"/>
                    <a:pt x="80" y="91"/>
                  </a:cubicBezTo>
                  <a:cubicBezTo>
                    <a:pt x="92" y="44"/>
                    <a:pt x="92" y="44"/>
                    <a:pt x="92" y="44"/>
                  </a:cubicBezTo>
                  <a:cubicBezTo>
                    <a:pt x="96" y="30"/>
                    <a:pt x="88" y="16"/>
                    <a:pt x="74" y="12"/>
                  </a:cubicBezTo>
                  <a:close/>
                </a:path>
              </a:pathLst>
            </a:custGeom>
            <a:solidFill>
              <a:srgbClr val="CEE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4" name="Freeform 424"/>
            <p:cNvSpPr>
              <a:spLocks/>
            </p:cNvSpPr>
            <p:nvPr/>
          </p:nvSpPr>
          <p:spPr bwMode="auto">
            <a:xfrm>
              <a:off x="1114425" y="2727325"/>
              <a:ext cx="334963" cy="271463"/>
            </a:xfrm>
            <a:custGeom>
              <a:avLst/>
              <a:gdLst>
                <a:gd name="T0" fmla="*/ 141 w 158"/>
                <a:gd name="T1" fmla="*/ 106 h 128"/>
                <a:gd name="T2" fmla="*/ 110 w 158"/>
                <a:gd name="T3" fmla="*/ 124 h 128"/>
                <a:gd name="T4" fmla="*/ 22 w 158"/>
                <a:gd name="T5" fmla="*/ 101 h 128"/>
                <a:gd name="T6" fmla="*/ 4 w 158"/>
                <a:gd name="T7" fmla="*/ 69 h 128"/>
                <a:gd name="T8" fmla="*/ 16 w 158"/>
                <a:gd name="T9" fmla="*/ 22 h 128"/>
                <a:gd name="T10" fmla="*/ 48 w 158"/>
                <a:gd name="T11" fmla="*/ 4 h 128"/>
                <a:gd name="T12" fmla="*/ 136 w 158"/>
                <a:gd name="T13" fmla="*/ 27 h 128"/>
                <a:gd name="T14" fmla="*/ 154 w 158"/>
                <a:gd name="T15" fmla="*/ 59 h 128"/>
                <a:gd name="T16" fmla="*/ 141 w 158"/>
                <a:gd name="T17"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28">
                  <a:moveTo>
                    <a:pt x="141" y="106"/>
                  </a:moveTo>
                  <a:cubicBezTo>
                    <a:pt x="138" y="120"/>
                    <a:pt x="123" y="128"/>
                    <a:pt x="110" y="124"/>
                  </a:cubicBezTo>
                  <a:cubicBezTo>
                    <a:pt x="22" y="101"/>
                    <a:pt x="22" y="101"/>
                    <a:pt x="22" y="101"/>
                  </a:cubicBezTo>
                  <a:cubicBezTo>
                    <a:pt x="8" y="97"/>
                    <a:pt x="0" y="83"/>
                    <a:pt x="4" y="69"/>
                  </a:cubicBezTo>
                  <a:cubicBezTo>
                    <a:pt x="16" y="22"/>
                    <a:pt x="16" y="22"/>
                    <a:pt x="16" y="22"/>
                  </a:cubicBezTo>
                  <a:cubicBezTo>
                    <a:pt x="20" y="9"/>
                    <a:pt x="34" y="0"/>
                    <a:pt x="48" y="4"/>
                  </a:cubicBezTo>
                  <a:cubicBezTo>
                    <a:pt x="136" y="27"/>
                    <a:pt x="136" y="27"/>
                    <a:pt x="136" y="27"/>
                  </a:cubicBezTo>
                  <a:cubicBezTo>
                    <a:pt x="149" y="31"/>
                    <a:pt x="158" y="45"/>
                    <a:pt x="154" y="59"/>
                  </a:cubicBezTo>
                  <a:lnTo>
                    <a:pt x="141" y="106"/>
                  </a:lnTo>
                  <a:close/>
                </a:path>
              </a:pathLst>
            </a:custGeom>
            <a:solidFill>
              <a:srgbClr val="E1EF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5" name="Freeform 425"/>
            <p:cNvSpPr>
              <a:spLocks/>
            </p:cNvSpPr>
            <p:nvPr/>
          </p:nvSpPr>
          <p:spPr bwMode="auto">
            <a:xfrm>
              <a:off x="1243013" y="2755900"/>
              <a:ext cx="206375" cy="242888"/>
            </a:xfrm>
            <a:custGeom>
              <a:avLst/>
              <a:gdLst>
                <a:gd name="T0" fmla="*/ 75 w 97"/>
                <a:gd name="T1" fmla="*/ 13 h 114"/>
                <a:gd name="T2" fmla="*/ 26 w 97"/>
                <a:gd name="T3" fmla="*/ 0 h 114"/>
                <a:gd name="T4" fmla="*/ 0 w 97"/>
                <a:gd name="T5" fmla="*/ 98 h 114"/>
                <a:gd name="T6" fmla="*/ 49 w 97"/>
                <a:gd name="T7" fmla="*/ 110 h 114"/>
                <a:gd name="T8" fmla="*/ 80 w 97"/>
                <a:gd name="T9" fmla="*/ 92 h 114"/>
                <a:gd name="T10" fmla="*/ 93 w 97"/>
                <a:gd name="T11" fmla="*/ 45 h 114"/>
                <a:gd name="T12" fmla="*/ 75 w 97"/>
                <a:gd name="T13" fmla="*/ 13 h 114"/>
              </a:gdLst>
              <a:ahLst/>
              <a:cxnLst>
                <a:cxn ang="0">
                  <a:pos x="T0" y="T1"/>
                </a:cxn>
                <a:cxn ang="0">
                  <a:pos x="T2" y="T3"/>
                </a:cxn>
                <a:cxn ang="0">
                  <a:pos x="T4" y="T5"/>
                </a:cxn>
                <a:cxn ang="0">
                  <a:pos x="T6" y="T7"/>
                </a:cxn>
                <a:cxn ang="0">
                  <a:pos x="T8" y="T9"/>
                </a:cxn>
                <a:cxn ang="0">
                  <a:pos x="T10" y="T11"/>
                </a:cxn>
                <a:cxn ang="0">
                  <a:pos x="T12" y="T13"/>
                </a:cxn>
              </a:cxnLst>
              <a:rect l="0" t="0" r="r" b="b"/>
              <a:pathLst>
                <a:path w="97" h="114">
                  <a:moveTo>
                    <a:pt x="75" y="13"/>
                  </a:moveTo>
                  <a:cubicBezTo>
                    <a:pt x="26" y="0"/>
                    <a:pt x="26" y="0"/>
                    <a:pt x="26" y="0"/>
                  </a:cubicBezTo>
                  <a:cubicBezTo>
                    <a:pt x="0" y="98"/>
                    <a:pt x="0" y="98"/>
                    <a:pt x="0" y="98"/>
                  </a:cubicBezTo>
                  <a:cubicBezTo>
                    <a:pt x="49" y="110"/>
                    <a:pt x="49" y="110"/>
                    <a:pt x="49" y="110"/>
                  </a:cubicBezTo>
                  <a:cubicBezTo>
                    <a:pt x="62" y="114"/>
                    <a:pt x="77" y="106"/>
                    <a:pt x="80" y="92"/>
                  </a:cubicBezTo>
                  <a:cubicBezTo>
                    <a:pt x="93" y="45"/>
                    <a:pt x="93" y="45"/>
                    <a:pt x="93" y="45"/>
                  </a:cubicBezTo>
                  <a:cubicBezTo>
                    <a:pt x="97" y="31"/>
                    <a:pt x="88" y="17"/>
                    <a:pt x="75" y="13"/>
                  </a:cubicBezTo>
                  <a:close/>
                </a:path>
              </a:pathLst>
            </a:custGeom>
            <a:solidFill>
              <a:srgbClr val="CEE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6" name="Freeform 426"/>
            <p:cNvSpPr>
              <a:spLocks noEditPoints="1"/>
            </p:cNvSpPr>
            <p:nvPr/>
          </p:nvSpPr>
          <p:spPr bwMode="auto">
            <a:xfrm>
              <a:off x="663575" y="2582862"/>
              <a:ext cx="400050" cy="336550"/>
            </a:xfrm>
            <a:custGeom>
              <a:avLst/>
              <a:gdLst>
                <a:gd name="T0" fmla="*/ 161 w 189"/>
                <a:gd name="T1" fmla="*/ 31 h 159"/>
                <a:gd name="T2" fmla="*/ 60 w 189"/>
                <a:gd name="T3" fmla="*/ 5 h 159"/>
                <a:gd name="T4" fmla="*/ 20 w 189"/>
                <a:gd name="T5" fmla="*/ 28 h 159"/>
                <a:gd name="T6" fmla="*/ 4 w 189"/>
                <a:gd name="T7" fmla="*/ 87 h 159"/>
                <a:gd name="T8" fmla="*/ 28 w 189"/>
                <a:gd name="T9" fmla="*/ 128 h 159"/>
                <a:gd name="T10" fmla="*/ 128 w 189"/>
                <a:gd name="T11" fmla="*/ 154 h 159"/>
                <a:gd name="T12" fmla="*/ 168 w 189"/>
                <a:gd name="T13" fmla="*/ 131 h 159"/>
                <a:gd name="T14" fmla="*/ 184 w 189"/>
                <a:gd name="T15" fmla="*/ 72 h 159"/>
                <a:gd name="T16" fmla="*/ 161 w 189"/>
                <a:gd name="T17" fmla="*/ 31 h 159"/>
                <a:gd name="T18" fmla="*/ 157 w 189"/>
                <a:gd name="T19" fmla="*/ 121 h 159"/>
                <a:gd name="T20" fmla="*/ 125 w 189"/>
                <a:gd name="T21" fmla="*/ 140 h 159"/>
                <a:gd name="T22" fmla="*/ 37 w 189"/>
                <a:gd name="T23" fmla="*/ 116 h 159"/>
                <a:gd name="T24" fmla="*/ 19 w 189"/>
                <a:gd name="T25" fmla="*/ 85 h 159"/>
                <a:gd name="T26" fmla="*/ 32 w 189"/>
                <a:gd name="T27" fmla="*/ 38 h 159"/>
                <a:gd name="T28" fmla="*/ 63 w 189"/>
                <a:gd name="T29" fmla="*/ 19 h 159"/>
                <a:gd name="T30" fmla="*/ 151 w 189"/>
                <a:gd name="T31" fmla="*/ 42 h 159"/>
                <a:gd name="T32" fmla="*/ 169 w 189"/>
                <a:gd name="T33" fmla="*/ 74 h 159"/>
                <a:gd name="T34" fmla="*/ 157 w 189"/>
                <a:gd name="T35" fmla="*/ 12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59">
                  <a:moveTo>
                    <a:pt x="161" y="31"/>
                  </a:moveTo>
                  <a:cubicBezTo>
                    <a:pt x="60" y="5"/>
                    <a:pt x="60" y="5"/>
                    <a:pt x="60" y="5"/>
                  </a:cubicBezTo>
                  <a:cubicBezTo>
                    <a:pt x="43" y="0"/>
                    <a:pt x="25" y="10"/>
                    <a:pt x="20" y="28"/>
                  </a:cubicBezTo>
                  <a:cubicBezTo>
                    <a:pt x="4" y="87"/>
                    <a:pt x="4" y="87"/>
                    <a:pt x="4" y="87"/>
                  </a:cubicBezTo>
                  <a:cubicBezTo>
                    <a:pt x="0" y="105"/>
                    <a:pt x="10" y="123"/>
                    <a:pt x="28" y="128"/>
                  </a:cubicBezTo>
                  <a:cubicBezTo>
                    <a:pt x="128" y="154"/>
                    <a:pt x="128" y="154"/>
                    <a:pt x="128" y="154"/>
                  </a:cubicBezTo>
                  <a:cubicBezTo>
                    <a:pt x="145" y="159"/>
                    <a:pt x="163" y="148"/>
                    <a:pt x="168" y="131"/>
                  </a:cubicBezTo>
                  <a:cubicBezTo>
                    <a:pt x="184" y="72"/>
                    <a:pt x="184" y="72"/>
                    <a:pt x="184" y="72"/>
                  </a:cubicBezTo>
                  <a:cubicBezTo>
                    <a:pt x="189" y="54"/>
                    <a:pt x="178" y="36"/>
                    <a:pt x="161" y="31"/>
                  </a:cubicBezTo>
                  <a:close/>
                  <a:moveTo>
                    <a:pt x="157" y="121"/>
                  </a:moveTo>
                  <a:cubicBezTo>
                    <a:pt x="153" y="135"/>
                    <a:pt x="139" y="143"/>
                    <a:pt x="125" y="140"/>
                  </a:cubicBezTo>
                  <a:cubicBezTo>
                    <a:pt x="37" y="116"/>
                    <a:pt x="37" y="116"/>
                    <a:pt x="37" y="116"/>
                  </a:cubicBezTo>
                  <a:cubicBezTo>
                    <a:pt x="24" y="113"/>
                    <a:pt x="15" y="98"/>
                    <a:pt x="19" y="85"/>
                  </a:cubicBezTo>
                  <a:cubicBezTo>
                    <a:pt x="32" y="38"/>
                    <a:pt x="32" y="38"/>
                    <a:pt x="32" y="38"/>
                  </a:cubicBezTo>
                  <a:cubicBezTo>
                    <a:pt x="35" y="24"/>
                    <a:pt x="50" y="15"/>
                    <a:pt x="63" y="19"/>
                  </a:cubicBezTo>
                  <a:cubicBezTo>
                    <a:pt x="151" y="42"/>
                    <a:pt x="151" y="42"/>
                    <a:pt x="151" y="42"/>
                  </a:cubicBezTo>
                  <a:cubicBezTo>
                    <a:pt x="165" y="46"/>
                    <a:pt x="173" y="60"/>
                    <a:pt x="169" y="74"/>
                  </a:cubicBezTo>
                  <a:lnTo>
                    <a:pt x="157" y="121"/>
                  </a:lnTo>
                  <a:close/>
                </a:path>
              </a:pathLst>
            </a:custGeom>
            <a:solidFill>
              <a:srgbClr val="2A4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7" name="Freeform 427"/>
            <p:cNvSpPr>
              <a:spLocks noEditPoints="1"/>
            </p:cNvSpPr>
            <p:nvPr/>
          </p:nvSpPr>
          <p:spPr bwMode="auto">
            <a:xfrm>
              <a:off x="1081088" y="2695575"/>
              <a:ext cx="400050" cy="336550"/>
            </a:xfrm>
            <a:custGeom>
              <a:avLst/>
              <a:gdLst>
                <a:gd name="T0" fmla="*/ 161 w 189"/>
                <a:gd name="T1" fmla="*/ 31 h 159"/>
                <a:gd name="T2" fmla="*/ 61 w 189"/>
                <a:gd name="T3" fmla="*/ 4 h 159"/>
                <a:gd name="T4" fmla="*/ 21 w 189"/>
                <a:gd name="T5" fmla="*/ 28 h 159"/>
                <a:gd name="T6" fmla="*/ 5 w 189"/>
                <a:gd name="T7" fmla="*/ 87 h 159"/>
                <a:gd name="T8" fmla="*/ 28 w 189"/>
                <a:gd name="T9" fmla="*/ 127 h 159"/>
                <a:gd name="T10" fmla="*/ 129 w 189"/>
                <a:gd name="T11" fmla="*/ 154 h 159"/>
                <a:gd name="T12" fmla="*/ 169 w 189"/>
                <a:gd name="T13" fmla="*/ 131 h 159"/>
                <a:gd name="T14" fmla="*/ 185 w 189"/>
                <a:gd name="T15" fmla="*/ 71 h 159"/>
                <a:gd name="T16" fmla="*/ 161 w 189"/>
                <a:gd name="T17" fmla="*/ 31 h 159"/>
                <a:gd name="T18" fmla="*/ 157 w 189"/>
                <a:gd name="T19" fmla="*/ 121 h 159"/>
                <a:gd name="T20" fmla="*/ 126 w 189"/>
                <a:gd name="T21" fmla="*/ 139 h 159"/>
                <a:gd name="T22" fmla="*/ 38 w 189"/>
                <a:gd name="T23" fmla="*/ 116 h 159"/>
                <a:gd name="T24" fmla="*/ 20 w 189"/>
                <a:gd name="T25" fmla="*/ 84 h 159"/>
                <a:gd name="T26" fmla="*/ 32 w 189"/>
                <a:gd name="T27" fmla="*/ 37 h 159"/>
                <a:gd name="T28" fmla="*/ 64 w 189"/>
                <a:gd name="T29" fmla="*/ 19 h 159"/>
                <a:gd name="T30" fmla="*/ 152 w 189"/>
                <a:gd name="T31" fmla="*/ 42 h 159"/>
                <a:gd name="T32" fmla="*/ 170 w 189"/>
                <a:gd name="T33" fmla="*/ 74 h 159"/>
                <a:gd name="T34" fmla="*/ 157 w 189"/>
                <a:gd name="T35" fmla="*/ 12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59">
                  <a:moveTo>
                    <a:pt x="161" y="31"/>
                  </a:moveTo>
                  <a:cubicBezTo>
                    <a:pt x="61" y="4"/>
                    <a:pt x="61" y="4"/>
                    <a:pt x="61" y="4"/>
                  </a:cubicBezTo>
                  <a:cubicBezTo>
                    <a:pt x="44" y="0"/>
                    <a:pt x="26" y="10"/>
                    <a:pt x="21" y="28"/>
                  </a:cubicBezTo>
                  <a:cubicBezTo>
                    <a:pt x="5" y="87"/>
                    <a:pt x="5" y="87"/>
                    <a:pt x="5" y="87"/>
                  </a:cubicBezTo>
                  <a:cubicBezTo>
                    <a:pt x="0" y="104"/>
                    <a:pt x="11" y="123"/>
                    <a:pt x="28" y="127"/>
                  </a:cubicBezTo>
                  <a:cubicBezTo>
                    <a:pt x="129" y="154"/>
                    <a:pt x="129" y="154"/>
                    <a:pt x="129" y="154"/>
                  </a:cubicBezTo>
                  <a:cubicBezTo>
                    <a:pt x="146" y="159"/>
                    <a:pt x="164" y="148"/>
                    <a:pt x="169" y="131"/>
                  </a:cubicBezTo>
                  <a:cubicBezTo>
                    <a:pt x="185" y="71"/>
                    <a:pt x="185" y="71"/>
                    <a:pt x="185" y="71"/>
                  </a:cubicBezTo>
                  <a:cubicBezTo>
                    <a:pt x="189" y="54"/>
                    <a:pt x="179" y="36"/>
                    <a:pt x="161" y="31"/>
                  </a:cubicBezTo>
                  <a:close/>
                  <a:moveTo>
                    <a:pt x="157" y="121"/>
                  </a:moveTo>
                  <a:cubicBezTo>
                    <a:pt x="154" y="135"/>
                    <a:pt x="139" y="143"/>
                    <a:pt x="126" y="139"/>
                  </a:cubicBezTo>
                  <a:cubicBezTo>
                    <a:pt x="38" y="116"/>
                    <a:pt x="38" y="116"/>
                    <a:pt x="38" y="116"/>
                  </a:cubicBezTo>
                  <a:cubicBezTo>
                    <a:pt x="24" y="112"/>
                    <a:pt x="16" y="98"/>
                    <a:pt x="20" y="84"/>
                  </a:cubicBezTo>
                  <a:cubicBezTo>
                    <a:pt x="32" y="37"/>
                    <a:pt x="32" y="37"/>
                    <a:pt x="32" y="37"/>
                  </a:cubicBezTo>
                  <a:cubicBezTo>
                    <a:pt x="36" y="24"/>
                    <a:pt x="50" y="15"/>
                    <a:pt x="64" y="19"/>
                  </a:cubicBezTo>
                  <a:cubicBezTo>
                    <a:pt x="152" y="42"/>
                    <a:pt x="152" y="42"/>
                    <a:pt x="152" y="42"/>
                  </a:cubicBezTo>
                  <a:cubicBezTo>
                    <a:pt x="165" y="46"/>
                    <a:pt x="174" y="60"/>
                    <a:pt x="170" y="74"/>
                  </a:cubicBezTo>
                  <a:lnTo>
                    <a:pt x="157" y="121"/>
                  </a:lnTo>
                  <a:close/>
                </a:path>
              </a:pathLst>
            </a:custGeom>
            <a:solidFill>
              <a:srgbClr val="2A4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8" name="Freeform 428"/>
            <p:cNvSpPr>
              <a:spLocks/>
            </p:cNvSpPr>
            <p:nvPr/>
          </p:nvSpPr>
          <p:spPr bwMode="auto">
            <a:xfrm>
              <a:off x="347663" y="954087"/>
              <a:ext cx="1109663" cy="995363"/>
            </a:xfrm>
            <a:custGeom>
              <a:avLst/>
              <a:gdLst>
                <a:gd name="T0" fmla="*/ 0 w 699"/>
                <a:gd name="T1" fmla="*/ 360 h 627"/>
                <a:gd name="T2" fmla="*/ 189 w 699"/>
                <a:gd name="T3" fmla="*/ 0 h 627"/>
                <a:gd name="T4" fmla="*/ 699 w 699"/>
                <a:gd name="T5" fmla="*/ 267 h 627"/>
                <a:gd name="T6" fmla="*/ 510 w 699"/>
                <a:gd name="T7" fmla="*/ 627 h 627"/>
                <a:gd name="T8" fmla="*/ 0 w 699"/>
                <a:gd name="T9" fmla="*/ 360 h 627"/>
              </a:gdLst>
              <a:ahLst/>
              <a:cxnLst>
                <a:cxn ang="0">
                  <a:pos x="T0" y="T1"/>
                </a:cxn>
                <a:cxn ang="0">
                  <a:pos x="T2" y="T3"/>
                </a:cxn>
                <a:cxn ang="0">
                  <a:pos x="T4" y="T5"/>
                </a:cxn>
                <a:cxn ang="0">
                  <a:pos x="T6" y="T7"/>
                </a:cxn>
                <a:cxn ang="0">
                  <a:pos x="T8" y="T9"/>
                </a:cxn>
              </a:cxnLst>
              <a:rect l="0" t="0" r="r" b="b"/>
              <a:pathLst>
                <a:path w="699" h="627">
                  <a:moveTo>
                    <a:pt x="0" y="360"/>
                  </a:moveTo>
                  <a:lnTo>
                    <a:pt x="189" y="0"/>
                  </a:lnTo>
                  <a:lnTo>
                    <a:pt x="699" y="267"/>
                  </a:lnTo>
                  <a:lnTo>
                    <a:pt x="510" y="627"/>
                  </a:lnTo>
                  <a:lnTo>
                    <a:pt x="0" y="36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9" name="Freeform 429"/>
            <p:cNvSpPr>
              <a:spLocks/>
            </p:cNvSpPr>
            <p:nvPr/>
          </p:nvSpPr>
          <p:spPr bwMode="auto">
            <a:xfrm>
              <a:off x="333375" y="1525587"/>
              <a:ext cx="823913" cy="454025"/>
            </a:xfrm>
            <a:custGeom>
              <a:avLst/>
              <a:gdLst>
                <a:gd name="T0" fmla="*/ 9 w 519"/>
                <a:gd name="T1" fmla="*/ 0 h 286"/>
                <a:gd name="T2" fmla="*/ 0 w 519"/>
                <a:gd name="T3" fmla="*/ 20 h 286"/>
                <a:gd name="T4" fmla="*/ 509 w 519"/>
                <a:gd name="T5" fmla="*/ 286 h 286"/>
                <a:gd name="T6" fmla="*/ 519 w 519"/>
                <a:gd name="T7" fmla="*/ 267 h 286"/>
                <a:gd name="T8" fmla="*/ 9 w 519"/>
                <a:gd name="T9" fmla="*/ 0 h 286"/>
              </a:gdLst>
              <a:ahLst/>
              <a:cxnLst>
                <a:cxn ang="0">
                  <a:pos x="T0" y="T1"/>
                </a:cxn>
                <a:cxn ang="0">
                  <a:pos x="T2" y="T3"/>
                </a:cxn>
                <a:cxn ang="0">
                  <a:pos x="T4" y="T5"/>
                </a:cxn>
                <a:cxn ang="0">
                  <a:pos x="T6" y="T7"/>
                </a:cxn>
                <a:cxn ang="0">
                  <a:pos x="T8" y="T9"/>
                </a:cxn>
              </a:cxnLst>
              <a:rect l="0" t="0" r="r" b="b"/>
              <a:pathLst>
                <a:path w="519" h="286">
                  <a:moveTo>
                    <a:pt x="9" y="0"/>
                  </a:moveTo>
                  <a:lnTo>
                    <a:pt x="0" y="20"/>
                  </a:lnTo>
                  <a:lnTo>
                    <a:pt x="509" y="286"/>
                  </a:lnTo>
                  <a:lnTo>
                    <a:pt x="519" y="267"/>
                  </a:lnTo>
                  <a:lnTo>
                    <a:pt x="9" y="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0" name="Freeform 430"/>
            <p:cNvSpPr>
              <a:spLocks/>
            </p:cNvSpPr>
            <p:nvPr/>
          </p:nvSpPr>
          <p:spPr bwMode="auto">
            <a:xfrm>
              <a:off x="398463" y="998537"/>
              <a:ext cx="1008063" cy="906463"/>
            </a:xfrm>
            <a:custGeom>
              <a:avLst/>
              <a:gdLst>
                <a:gd name="T0" fmla="*/ 4 w 635"/>
                <a:gd name="T1" fmla="*/ 328 h 571"/>
                <a:gd name="T2" fmla="*/ 7 w 635"/>
                <a:gd name="T3" fmla="*/ 329 h 571"/>
                <a:gd name="T4" fmla="*/ 175 w 635"/>
                <a:gd name="T5" fmla="*/ 9 h 571"/>
                <a:gd name="T6" fmla="*/ 627 w 635"/>
                <a:gd name="T7" fmla="*/ 244 h 571"/>
                <a:gd name="T8" fmla="*/ 460 w 635"/>
                <a:gd name="T9" fmla="*/ 563 h 571"/>
                <a:gd name="T10" fmla="*/ 5 w 635"/>
                <a:gd name="T11" fmla="*/ 325 h 571"/>
                <a:gd name="T12" fmla="*/ 4 w 635"/>
                <a:gd name="T13" fmla="*/ 328 h 571"/>
                <a:gd name="T14" fmla="*/ 7 w 635"/>
                <a:gd name="T15" fmla="*/ 329 h 571"/>
                <a:gd name="T16" fmla="*/ 4 w 635"/>
                <a:gd name="T17" fmla="*/ 328 h 571"/>
                <a:gd name="T18" fmla="*/ 3 w 635"/>
                <a:gd name="T19" fmla="*/ 331 h 571"/>
                <a:gd name="T20" fmla="*/ 463 w 635"/>
                <a:gd name="T21" fmla="*/ 571 h 571"/>
                <a:gd name="T22" fmla="*/ 635 w 635"/>
                <a:gd name="T23" fmla="*/ 241 h 571"/>
                <a:gd name="T24" fmla="*/ 172 w 635"/>
                <a:gd name="T25" fmla="*/ 0 h 571"/>
                <a:gd name="T26" fmla="*/ 0 w 635"/>
                <a:gd name="T27" fmla="*/ 329 h 571"/>
                <a:gd name="T28" fmla="*/ 3 w 635"/>
                <a:gd name="T29" fmla="*/ 331 h 571"/>
                <a:gd name="T30" fmla="*/ 4 w 635"/>
                <a:gd name="T31" fmla="*/ 328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5" h="571">
                  <a:moveTo>
                    <a:pt x="4" y="328"/>
                  </a:moveTo>
                  <a:lnTo>
                    <a:pt x="7" y="329"/>
                  </a:lnTo>
                  <a:lnTo>
                    <a:pt x="175" y="9"/>
                  </a:lnTo>
                  <a:lnTo>
                    <a:pt x="627" y="244"/>
                  </a:lnTo>
                  <a:lnTo>
                    <a:pt x="460" y="563"/>
                  </a:lnTo>
                  <a:lnTo>
                    <a:pt x="5" y="325"/>
                  </a:lnTo>
                  <a:lnTo>
                    <a:pt x="4" y="328"/>
                  </a:lnTo>
                  <a:lnTo>
                    <a:pt x="7" y="329"/>
                  </a:lnTo>
                  <a:lnTo>
                    <a:pt x="4" y="328"/>
                  </a:lnTo>
                  <a:lnTo>
                    <a:pt x="3" y="331"/>
                  </a:lnTo>
                  <a:lnTo>
                    <a:pt x="463" y="571"/>
                  </a:lnTo>
                  <a:lnTo>
                    <a:pt x="635" y="241"/>
                  </a:lnTo>
                  <a:lnTo>
                    <a:pt x="172" y="0"/>
                  </a:lnTo>
                  <a:lnTo>
                    <a:pt x="0" y="329"/>
                  </a:lnTo>
                  <a:lnTo>
                    <a:pt x="3" y="331"/>
                  </a:lnTo>
                  <a:lnTo>
                    <a:pt x="4" y="3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1" name="Freeform 431"/>
            <p:cNvSpPr>
              <a:spLocks/>
            </p:cNvSpPr>
            <p:nvPr/>
          </p:nvSpPr>
          <p:spPr bwMode="auto">
            <a:xfrm>
              <a:off x="973138" y="1379537"/>
              <a:ext cx="198438" cy="319088"/>
            </a:xfrm>
            <a:custGeom>
              <a:avLst/>
              <a:gdLst>
                <a:gd name="T0" fmla="*/ 125 w 125"/>
                <a:gd name="T1" fmla="*/ 15 h 201"/>
                <a:gd name="T2" fmla="*/ 28 w 125"/>
                <a:gd name="T3" fmla="*/ 201 h 201"/>
                <a:gd name="T4" fmla="*/ 0 w 125"/>
                <a:gd name="T5" fmla="*/ 187 h 201"/>
                <a:gd name="T6" fmla="*/ 98 w 125"/>
                <a:gd name="T7" fmla="*/ 0 h 201"/>
                <a:gd name="T8" fmla="*/ 125 w 125"/>
                <a:gd name="T9" fmla="*/ 15 h 201"/>
              </a:gdLst>
              <a:ahLst/>
              <a:cxnLst>
                <a:cxn ang="0">
                  <a:pos x="T0" y="T1"/>
                </a:cxn>
                <a:cxn ang="0">
                  <a:pos x="T2" y="T3"/>
                </a:cxn>
                <a:cxn ang="0">
                  <a:pos x="T4" y="T5"/>
                </a:cxn>
                <a:cxn ang="0">
                  <a:pos x="T6" y="T7"/>
                </a:cxn>
                <a:cxn ang="0">
                  <a:pos x="T8" y="T9"/>
                </a:cxn>
              </a:cxnLst>
              <a:rect l="0" t="0" r="r" b="b"/>
              <a:pathLst>
                <a:path w="125" h="201">
                  <a:moveTo>
                    <a:pt x="125" y="15"/>
                  </a:moveTo>
                  <a:lnTo>
                    <a:pt x="28" y="201"/>
                  </a:lnTo>
                  <a:lnTo>
                    <a:pt x="0" y="187"/>
                  </a:lnTo>
                  <a:lnTo>
                    <a:pt x="98" y="0"/>
                  </a:lnTo>
                  <a:lnTo>
                    <a:pt x="125" y="15"/>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2" name="Freeform 432"/>
            <p:cNvSpPr>
              <a:spLocks/>
            </p:cNvSpPr>
            <p:nvPr/>
          </p:nvSpPr>
          <p:spPr bwMode="auto">
            <a:xfrm>
              <a:off x="1044575" y="1416050"/>
              <a:ext cx="198438" cy="320675"/>
            </a:xfrm>
            <a:custGeom>
              <a:avLst/>
              <a:gdLst>
                <a:gd name="T0" fmla="*/ 125 w 125"/>
                <a:gd name="T1" fmla="*/ 14 h 202"/>
                <a:gd name="T2" fmla="*/ 27 w 125"/>
                <a:gd name="T3" fmla="*/ 202 h 202"/>
                <a:gd name="T4" fmla="*/ 0 w 125"/>
                <a:gd name="T5" fmla="*/ 188 h 202"/>
                <a:gd name="T6" fmla="*/ 97 w 125"/>
                <a:gd name="T7" fmla="*/ 0 h 202"/>
                <a:gd name="T8" fmla="*/ 125 w 125"/>
                <a:gd name="T9" fmla="*/ 14 h 202"/>
              </a:gdLst>
              <a:ahLst/>
              <a:cxnLst>
                <a:cxn ang="0">
                  <a:pos x="T0" y="T1"/>
                </a:cxn>
                <a:cxn ang="0">
                  <a:pos x="T2" y="T3"/>
                </a:cxn>
                <a:cxn ang="0">
                  <a:pos x="T4" y="T5"/>
                </a:cxn>
                <a:cxn ang="0">
                  <a:pos x="T6" y="T7"/>
                </a:cxn>
                <a:cxn ang="0">
                  <a:pos x="T8" y="T9"/>
                </a:cxn>
              </a:cxnLst>
              <a:rect l="0" t="0" r="r" b="b"/>
              <a:pathLst>
                <a:path w="125" h="202">
                  <a:moveTo>
                    <a:pt x="125" y="14"/>
                  </a:moveTo>
                  <a:lnTo>
                    <a:pt x="27" y="202"/>
                  </a:lnTo>
                  <a:lnTo>
                    <a:pt x="0" y="188"/>
                  </a:lnTo>
                  <a:lnTo>
                    <a:pt x="97" y="0"/>
                  </a:lnTo>
                  <a:lnTo>
                    <a:pt x="125" y="14"/>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3" name="Freeform 433"/>
            <p:cNvSpPr>
              <a:spLocks/>
            </p:cNvSpPr>
            <p:nvPr/>
          </p:nvSpPr>
          <p:spPr bwMode="auto">
            <a:xfrm>
              <a:off x="998538" y="925512"/>
              <a:ext cx="904875" cy="1073150"/>
            </a:xfrm>
            <a:custGeom>
              <a:avLst/>
              <a:gdLst>
                <a:gd name="T0" fmla="*/ 0 w 570"/>
                <a:gd name="T1" fmla="*/ 130 h 676"/>
                <a:gd name="T2" fmla="*/ 385 w 570"/>
                <a:gd name="T3" fmla="*/ 0 h 676"/>
                <a:gd name="T4" fmla="*/ 570 w 570"/>
                <a:gd name="T5" fmla="*/ 545 h 676"/>
                <a:gd name="T6" fmla="*/ 184 w 570"/>
                <a:gd name="T7" fmla="*/ 676 h 676"/>
                <a:gd name="T8" fmla="*/ 0 w 570"/>
                <a:gd name="T9" fmla="*/ 130 h 676"/>
              </a:gdLst>
              <a:ahLst/>
              <a:cxnLst>
                <a:cxn ang="0">
                  <a:pos x="T0" y="T1"/>
                </a:cxn>
                <a:cxn ang="0">
                  <a:pos x="T2" y="T3"/>
                </a:cxn>
                <a:cxn ang="0">
                  <a:pos x="T4" y="T5"/>
                </a:cxn>
                <a:cxn ang="0">
                  <a:pos x="T6" y="T7"/>
                </a:cxn>
                <a:cxn ang="0">
                  <a:pos x="T8" y="T9"/>
                </a:cxn>
              </a:cxnLst>
              <a:rect l="0" t="0" r="r" b="b"/>
              <a:pathLst>
                <a:path w="570" h="676">
                  <a:moveTo>
                    <a:pt x="0" y="130"/>
                  </a:moveTo>
                  <a:lnTo>
                    <a:pt x="385" y="0"/>
                  </a:lnTo>
                  <a:lnTo>
                    <a:pt x="570" y="545"/>
                  </a:lnTo>
                  <a:lnTo>
                    <a:pt x="184" y="676"/>
                  </a:lnTo>
                  <a:lnTo>
                    <a:pt x="0" y="13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4" name="Freeform 434"/>
            <p:cNvSpPr>
              <a:spLocks/>
            </p:cNvSpPr>
            <p:nvPr/>
          </p:nvSpPr>
          <p:spPr bwMode="auto">
            <a:xfrm>
              <a:off x="966788" y="1131887"/>
              <a:ext cx="323850" cy="876300"/>
            </a:xfrm>
            <a:custGeom>
              <a:avLst/>
              <a:gdLst>
                <a:gd name="T0" fmla="*/ 20 w 204"/>
                <a:gd name="T1" fmla="*/ 0 h 552"/>
                <a:gd name="T2" fmla="*/ 0 w 204"/>
                <a:gd name="T3" fmla="*/ 8 h 552"/>
                <a:gd name="T4" fmla="*/ 184 w 204"/>
                <a:gd name="T5" fmla="*/ 552 h 552"/>
                <a:gd name="T6" fmla="*/ 204 w 204"/>
                <a:gd name="T7" fmla="*/ 546 h 552"/>
                <a:gd name="T8" fmla="*/ 20 w 204"/>
                <a:gd name="T9" fmla="*/ 0 h 552"/>
              </a:gdLst>
              <a:ahLst/>
              <a:cxnLst>
                <a:cxn ang="0">
                  <a:pos x="T0" y="T1"/>
                </a:cxn>
                <a:cxn ang="0">
                  <a:pos x="T2" y="T3"/>
                </a:cxn>
                <a:cxn ang="0">
                  <a:pos x="T4" y="T5"/>
                </a:cxn>
                <a:cxn ang="0">
                  <a:pos x="T6" y="T7"/>
                </a:cxn>
                <a:cxn ang="0">
                  <a:pos x="T8" y="T9"/>
                </a:cxn>
              </a:cxnLst>
              <a:rect l="0" t="0" r="r" b="b"/>
              <a:pathLst>
                <a:path w="204" h="552">
                  <a:moveTo>
                    <a:pt x="20" y="0"/>
                  </a:moveTo>
                  <a:lnTo>
                    <a:pt x="0" y="8"/>
                  </a:lnTo>
                  <a:lnTo>
                    <a:pt x="184" y="552"/>
                  </a:lnTo>
                  <a:lnTo>
                    <a:pt x="204" y="546"/>
                  </a:lnTo>
                  <a:lnTo>
                    <a:pt x="20" y="0"/>
                  </a:lnTo>
                  <a:close/>
                </a:path>
              </a:pathLst>
            </a:custGeom>
            <a:solidFill>
              <a:srgbClr val="4483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5" name="Freeform 435"/>
            <p:cNvSpPr>
              <a:spLocks/>
            </p:cNvSpPr>
            <p:nvPr/>
          </p:nvSpPr>
          <p:spPr bwMode="auto">
            <a:xfrm>
              <a:off x="1036638" y="973137"/>
              <a:ext cx="825500" cy="976313"/>
            </a:xfrm>
            <a:custGeom>
              <a:avLst/>
              <a:gdLst>
                <a:gd name="T0" fmla="*/ 4 w 520"/>
                <a:gd name="T1" fmla="*/ 122 h 615"/>
                <a:gd name="T2" fmla="*/ 5 w 520"/>
                <a:gd name="T3" fmla="*/ 125 h 615"/>
                <a:gd name="T4" fmla="*/ 348 w 520"/>
                <a:gd name="T5" fmla="*/ 8 h 615"/>
                <a:gd name="T6" fmla="*/ 512 w 520"/>
                <a:gd name="T7" fmla="*/ 491 h 615"/>
                <a:gd name="T8" fmla="*/ 173 w 520"/>
                <a:gd name="T9" fmla="*/ 607 h 615"/>
                <a:gd name="T10" fmla="*/ 8 w 520"/>
                <a:gd name="T11" fmla="*/ 121 h 615"/>
                <a:gd name="T12" fmla="*/ 4 w 520"/>
                <a:gd name="T13" fmla="*/ 122 h 615"/>
                <a:gd name="T14" fmla="*/ 5 w 520"/>
                <a:gd name="T15" fmla="*/ 125 h 615"/>
                <a:gd name="T16" fmla="*/ 4 w 520"/>
                <a:gd name="T17" fmla="*/ 122 h 615"/>
                <a:gd name="T18" fmla="*/ 1 w 520"/>
                <a:gd name="T19" fmla="*/ 122 h 615"/>
                <a:gd name="T20" fmla="*/ 169 w 520"/>
                <a:gd name="T21" fmla="*/ 615 h 615"/>
                <a:gd name="T22" fmla="*/ 520 w 520"/>
                <a:gd name="T23" fmla="*/ 495 h 615"/>
                <a:gd name="T24" fmla="*/ 352 w 520"/>
                <a:gd name="T25" fmla="*/ 0 h 615"/>
                <a:gd name="T26" fmla="*/ 0 w 520"/>
                <a:gd name="T27" fmla="*/ 120 h 615"/>
                <a:gd name="T28" fmla="*/ 1 w 520"/>
                <a:gd name="T29" fmla="*/ 122 h 615"/>
                <a:gd name="T30" fmla="*/ 4 w 520"/>
                <a:gd name="T31" fmla="*/ 122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0" h="615">
                  <a:moveTo>
                    <a:pt x="4" y="122"/>
                  </a:moveTo>
                  <a:lnTo>
                    <a:pt x="5" y="125"/>
                  </a:lnTo>
                  <a:lnTo>
                    <a:pt x="348" y="8"/>
                  </a:lnTo>
                  <a:lnTo>
                    <a:pt x="512" y="491"/>
                  </a:lnTo>
                  <a:lnTo>
                    <a:pt x="173" y="607"/>
                  </a:lnTo>
                  <a:lnTo>
                    <a:pt x="8" y="121"/>
                  </a:lnTo>
                  <a:lnTo>
                    <a:pt x="4" y="122"/>
                  </a:lnTo>
                  <a:lnTo>
                    <a:pt x="5" y="125"/>
                  </a:lnTo>
                  <a:lnTo>
                    <a:pt x="4" y="122"/>
                  </a:lnTo>
                  <a:lnTo>
                    <a:pt x="1" y="122"/>
                  </a:lnTo>
                  <a:lnTo>
                    <a:pt x="169" y="615"/>
                  </a:lnTo>
                  <a:lnTo>
                    <a:pt x="520" y="495"/>
                  </a:lnTo>
                  <a:lnTo>
                    <a:pt x="352" y="0"/>
                  </a:lnTo>
                  <a:lnTo>
                    <a:pt x="0" y="120"/>
                  </a:lnTo>
                  <a:lnTo>
                    <a:pt x="1" y="122"/>
                  </a:lnTo>
                  <a:lnTo>
                    <a:pt x="4" y="1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6" name="Freeform 436"/>
            <p:cNvSpPr>
              <a:spLocks/>
            </p:cNvSpPr>
            <p:nvPr/>
          </p:nvSpPr>
          <p:spPr bwMode="auto">
            <a:xfrm>
              <a:off x="1346200" y="1565275"/>
              <a:ext cx="333375" cy="155575"/>
            </a:xfrm>
            <a:custGeom>
              <a:avLst/>
              <a:gdLst>
                <a:gd name="T0" fmla="*/ 210 w 210"/>
                <a:gd name="T1" fmla="*/ 30 h 98"/>
                <a:gd name="T2" fmla="*/ 10 w 210"/>
                <a:gd name="T3" fmla="*/ 98 h 98"/>
                <a:gd name="T4" fmla="*/ 0 w 210"/>
                <a:gd name="T5" fmla="*/ 67 h 98"/>
                <a:gd name="T6" fmla="*/ 200 w 210"/>
                <a:gd name="T7" fmla="*/ 0 h 98"/>
                <a:gd name="T8" fmla="*/ 210 w 210"/>
                <a:gd name="T9" fmla="*/ 30 h 98"/>
              </a:gdLst>
              <a:ahLst/>
              <a:cxnLst>
                <a:cxn ang="0">
                  <a:pos x="T0" y="T1"/>
                </a:cxn>
                <a:cxn ang="0">
                  <a:pos x="T2" y="T3"/>
                </a:cxn>
                <a:cxn ang="0">
                  <a:pos x="T4" y="T5"/>
                </a:cxn>
                <a:cxn ang="0">
                  <a:pos x="T6" y="T7"/>
                </a:cxn>
                <a:cxn ang="0">
                  <a:pos x="T8" y="T9"/>
                </a:cxn>
              </a:cxnLst>
              <a:rect l="0" t="0" r="r" b="b"/>
              <a:pathLst>
                <a:path w="210" h="98">
                  <a:moveTo>
                    <a:pt x="210" y="30"/>
                  </a:moveTo>
                  <a:lnTo>
                    <a:pt x="10" y="98"/>
                  </a:lnTo>
                  <a:lnTo>
                    <a:pt x="0" y="67"/>
                  </a:lnTo>
                  <a:lnTo>
                    <a:pt x="200" y="0"/>
                  </a:lnTo>
                  <a:lnTo>
                    <a:pt x="210" y="3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7" name="Freeform 437"/>
            <p:cNvSpPr>
              <a:spLocks/>
            </p:cNvSpPr>
            <p:nvPr/>
          </p:nvSpPr>
          <p:spPr bwMode="auto">
            <a:xfrm>
              <a:off x="1371600" y="1639887"/>
              <a:ext cx="333375" cy="153988"/>
            </a:xfrm>
            <a:custGeom>
              <a:avLst/>
              <a:gdLst>
                <a:gd name="T0" fmla="*/ 210 w 210"/>
                <a:gd name="T1" fmla="*/ 31 h 97"/>
                <a:gd name="T2" fmla="*/ 10 w 210"/>
                <a:gd name="T3" fmla="*/ 97 h 97"/>
                <a:gd name="T4" fmla="*/ 0 w 210"/>
                <a:gd name="T5" fmla="*/ 68 h 97"/>
                <a:gd name="T6" fmla="*/ 200 w 210"/>
                <a:gd name="T7" fmla="*/ 0 h 97"/>
                <a:gd name="T8" fmla="*/ 210 w 210"/>
                <a:gd name="T9" fmla="*/ 31 h 97"/>
              </a:gdLst>
              <a:ahLst/>
              <a:cxnLst>
                <a:cxn ang="0">
                  <a:pos x="T0" y="T1"/>
                </a:cxn>
                <a:cxn ang="0">
                  <a:pos x="T2" y="T3"/>
                </a:cxn>
                <a:cxn ang="0">
                  <a:pos x="T4" y="T5"/>
                </a:cxn>
                <a:cxn ang="0">
                  <a:pos x="T6" y="T7"/>
                </a:cxn>
                <a:cxn ang="0">
                  <a:pos x="T8" y="T9"/>
                </a:cxn>
              </a:cxnLst>
              <a:rect l="0" t="0" r="r" b="b"/>
              <a:pathLst>
                <a:path w="210" h="97">
                  <a:moveTo>
                    <a:pt x="210" y="31"/>
                  </a:moveTo>
                  <a:lnTo>
                    <a:pt x="10" y="97"/>
                  </a:lnTo>
                  <a:lnTo>
                    <a:pt x="0" y="68"/>
                  </a:lnTo>
                  <a:lnTo>
                    <a:pt x="200" y="0"/>
                  </a:lnTo>
                  <a:lnTo>
                    <a:pt x="210" y="31"/>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4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92968742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50"/>
                                            <p:tgtEl>
                                              <p:spTgt spid="2"/>
                                            </p:tgtEl>
                                          </p:cBhvr>
                                        </p:animEffect>
                                      </p:childTnLst>
                                    </p:cTn>
                                  </p:par>
                                </p:childTnLst>
                              </p:cTn>
                            </p:par>
                            <p:par>
                              <p:cTn id="8" fill="hold">
                                <p:stCondLst>
                                  <p:cond delay="250"/>
                                </p:stCondLst>
                                <p:childTnLst>
                                  <p:par>
                                    <p:cTn id="9" presetID="2" presetClass="entr" presetSubtype="8" fill="hold" nodeType="afterEffect" p14:presetBounceEnd="44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44000">
                                          <p:cBhvr additive="base">
                                            <p:cTn id="11" dur="500" fill="hold"/>
                                            <p:tgtEl>
                                              <p:spTgt spid="3"/>
                                            </p:tgtEl>
                                            <p:attrNameLst>
                                              <p:attrName>ppt_x</p:attrName>
                                            </p:attrNameLst>
                                          </p:cBhvr>
                                          <p:tavLst>
                                            <p:tav tm="0">
                                              <p:val>
                                                <p:strVal val="0-#ppt_w/2"/>
                                              </p:val>
                                            </p:tav>
                                            <p:tav tm="100000">
                                              <p:val>
                                                <p:strVal val="#ppt_x"/>
                                              </p:val>
                                            </p:tav>
                                          </p:tavLst>
                                        </p:anim>
                                        <p:anim calcmode="lin" valueType="num" p14:bounceEnd="44000">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50"/>
                                            <p:tgtEl>
                                              <p:spTgt spid="2"/>
                                            </p:tgtEl>
                                          </p:cBhvr>
                                        </p:animEffect>
                                      </p:childTnLst>
                                    </p:cTn>
                                  </p:par>
                                </p:childTnLst>
                              </p:cTn>
                            </p:par>
                            <p:par>
                              <p:cTn id="8" fill="hold">
                                <p:stCondLst>
                                  <p:cond delay="250"/>
                                </p:stCondLst>
                                <p:childTnLst>
                                  <p:par>
                                    <p:cTn id="9" presetID="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690466" y="237021"/>
            <a:ext cx="10880028" cy="642938"/>
          </a:xfrm>
        </p:spPr>
        <p:txBody>
          <a:bodyPr/>
          <a:lstStyle/>
          <a:p>
            <a:pPr lvl="0" algn="r" rtl="1"/>
            <a:r>
              <a:rPr lang="ar-JO" sz="2800" b="1" dirty="0">
                <a:solidFill>
                  <a:srgbClr val="1C94D0"/>
                </a:solidFill>
              </a:rPr>
              <a:t>وتبرز أهمية استخدام تكنولوجيا وتقنيات الويب 2.0 في التعليم من خلال الآتي</a:t>
            </a:r>
            <a:endParaRPr lang="en-US" sz="2800" b="1" u="sng" dirty="0">
              <a:solidFill>
                <a:srgbClr val="1C94D0"/>
              </a:solidFill>
            </a:endParaRPr>
          </a:p>
        </p:txBody>
      </p:sp>
      <p:sp>
        <p:nvSpPr>
          <p:cNvPr id="3" name="Oval 2"/>
          <p:cNvSpPr/>
          <p:nvPr/>
        </p:nvSpPr>
        <p:spPr>
          <a:xfrm>
            <a:off x="2412205" y="2978943"/>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3600" dirty="0">
                <a:solidFill>
                  <a:prstClr val="black">
                    <a:lumMod val="75000"/>
                    <a:lumOff val="25000"/>
                  </a:prstClr>
                </a:solidFill>
              </a:rPr>
              <a:t>1</a:t>
            </a:r>
            <a:endParaRPr lang="ru-RU" sz="3600" dirty="0">
              <a:solidFill>
                <a:prstClr val="black">
                  <a:lumMod val="75000"/>
                  <a:lumOff val="25000"/>
                </a:prstClr>
              </a:solidFill>
            </a:endParaRPr>
          </a:p>
        </p:txBody>
      </p:sp>
      <p:sp>
        <p:nvSpPr>
          <p:cNvPr id="27" name="Oval 26"/>
          <p:cNvSpPr/>
          <p:nvPr/>
        </p:nvSpPr>
        <p:spPr>
          <a:xfrm>
            <a:off x="5269706" y="2978944"/>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3600" dirty="0" smtClean="0">
                <a:solidFill>
                  <a:prstClr val="black">
                    <a:lumMod val="75000"/>
                    <a:lumOff val="25000"/>
                  </a:prstClr>
                </a:solidFill>
                <a:latin typeface="Calibri" panose="020F0502020204030204" pitchFamily="34" charset="0"/>
              </a:rPr>
              <a:t>2</a:t>
            </a:r>
            <a:endParaRPr lang="ru-RU" sz="3600" dirty="0">
              <a:solidFill>
                <a:prstClr val="black">
                  <a:lumMod val="75000"/>
                  <a:lumOff val="25000"/>
                </a:prstClr>
              </a:solidFill>
              <a:latin typeface="Calibri" panose="020F0502020204030204" pitchFamily="34" charset="0"/>
            </a:endParaRPr>
          </a:p>
        </p:txBody>
      </p:sp>
      <p:sp>
        <p:nvSpPr>
          <p:cNvPr id="28" name="Oval 27"/>
          <p:cNvSpPr/>
          <p:nvPr/>
        </p:nvSpPr>
        <p:spPr>
          <a:xfrm>
            <a:off x="8136731" y="2973068"/>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3600" dirty="0" smtClean="0">
                <a:solidFill>
                  <a:prstClr val="black">
                    <a:lumMod val="75000"/>
                    <a:lumOff val="25000"/>
                  </a:prstClr>
                </a:solidFill>
                <a:latin typeface="Calibri" panose="020F0502020204030204" pitchFamily="34" charset="0"/>
              </a:rPr>
              <a:t>3</a:t>
            </a:r>
            <a:endParaRPr lang="en-US" sz="3600" dirty="0">
              <a:solidFill>
                <a:prstClr val="black">
                  <a:lumMod val="75000"/>
                  <a:lumOff val="25000"/>
                </a:prstClr>
              </a:solidFill>
              <a:latin typeface="Calibri" panose="020F0502020204030204" pitchFamily="34" charset="0"/>
            </a:endParaRPr>
          </a:p>
        </p:txBody>
      </p:sp>
      <p:grpSp>
        <p:nvGrpSpPr>
          <p:cNvPr id="5" name="Group 4"/>
          <p:cNvGrpSpPr/>
          <p:nvPr/>
        </p:nvGrpSpPr>
        <p:grpSpPr>
          <a:xfrm>
            <a:off x="1528762" y="2043113"/>
            <a:ext cx="3436620" cy="3429475"/>
            <a:chOff x="1528762" y="2043113"/>
            <a:chExt cx="3436620" cy="3429475"/>
          </a:xfrm>
        </p:grpSpPr>
        <p:sp>
          <p:nvSpPr>
            <p:cNvPr id="2" name="Block Arc 1"/>
            <p:cNvSpPr/>
            <p:nvPr/>
          </p:nvSpPr>
          <p:spPr>
            <a:xfrm>
              <a:off x="1528762" y="2043113"/>
              <a:ext cx="3429000" cy="3429000"/>
            </a:xfrm>
            <a:prstGeom prst="blockArc">
              <a:avLst>
                <a:gd name="adj1" fmla="val 10800000"/>
                <a:gd name="adj2" fmla="val 0"/>
                <a:gd name="adj3" fmla="val 16667"/>
              </a:avLst>
            </a:prstGeom>
            <a:pattFill prst="pct70">
              <a:fgClr>
                <a:srgbClr val="0087B1"/>
              </a:fgClr>
              <a:bgClr>
                <a:schemeClr val="accent5">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29" name="Block Arc 28"/>
            <p:cNvSpPr/>
            <p:nvPr/>
          </p:nvSpPr>
          <p:spPr>
            <a:xfrm>
              <a:off x="1536382" y="2043588"/>
              <a:ext cx="3429000" cy="3429000"/>
            </a:xfrm>
            <a:prstGeom prst="blockArc">
              <a:avLst>
                <a:gd name="adj1" fmla="val 17438820"/>
                <a:gd name="adj2" fmla="val 21599999"/>
                <a:gd name="adj3" fmla="val 1727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9" name="Group 8"/>
          <p:cNvGrpSpPr/>
          <p:nvPr/>
        </p:nvGrpSpPr>
        <p:grpSpPr>
          <a:xfrm>
            <a:off x="4395787" y="2100263"/>
            <a:ext cx="3432812" cy="3431380"/>
            <a:chOff x="4395787" y="2100263"/>
            <a:chExt cx="3432812" cy="3431380"/>
          </a:xfrm>
        </p:grpSpPr>
        <p:sp>
          <p:nvSpPr>
            <p:cNvPr id="23" name="Block Arc 22"/>
            <p:cNvSpPr/>
            <p:nvPr/>
          </p:nvSpPr>
          <p:spPr>
            <a:xfrm rot="10800000">
              <a:off x="4395787" y="2100263"/>
              <a:ext cx="3429000" cy="3429000"/>
            </a:xfrm>
            <a:prstGeom prst="blockArc">
              <a:avLst>
                <a:gd name="adj1" fmla="val 10800000"/>
                <a:gd name="adj2" fmla="val 0"/>
                <a:gd name="adj3" fmla="val 16667"/>
              </a:avLst>
            </a:prstGeom>
            <a:pattFill prst="pct70">
              <a:fgClr>
                <a:srgbClr val="FE8301"/>
              </a:fgClr>
              <a:bgClr>
                <a:schemeClr val="accent2">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0" name="Block Arc 29"/>
            <p:cNvSpPr/>
            <p:nvPr/>
          </p:nvSpPr>
          <p:spPr>
            <a:xfrm rot="4048770">
              <a:off x="4399599" y="2102643"/>
              <a:ext cx="3429000" cy="3429000"/>
            </a:xfrm>
            <a:prstGeom prst="blockArc">
              <a:avLst>
                <a:gd name="adj1" fmla="val 17506167"/>
                <a:gd name="adj2" fmla="val 2318438"/>
                <a:gd name="adj3" fmla="val 1705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0" name="Group 9"/>
          <p:cNvGrpSpPr/>
          <p:nvPr/>
        </p:nvGrpSpPr>
        <p:grpSpPr>
          <a:xfrm>
            <a:off x="7253287" y="2037558"/>
            <a:ext cx="3443763" cy="3434555"/>
            <a:chOff x="7253287" y="2037558"/>
            <a:chExt cx="3443763" cy="3434555"/>
          </a:xfrm>
        </p:grpSpPr>
        <p:sp>
          <p:nvSpPr>
            <p:cNvPr id="26" name="Block Arc 25"/>
            <p:cNvSpPr/>
            <p:nvPr/>
          </p:nvSpPr>
          <p:spPr>
            <a:xfrm>
              <a:off x="7253287" y="2043113"/>
              <a:ext cx="3429000" cy="3429000"/>
            </a:xfrm>
            <a:prstGeom prst="blockArc">
              <a:avLst>
                <a:gd name="adj1" fmla="val 10800000"/>
                <a:gd name="adj2" fmla="val 0"/>
                <a:gd name="adj3" fmla="val 16667"/>
              </a:avLst>
            </a:prstGeom>
            <a:pattFill prst="pct70">
              <a:fgClr>
                <a:srgbClr val="A1BB22"/>
              </a:fgClr>
              <a:bgClr>
                <a:schemeClr val="accent6">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1" name="Block Arc 30"/>
            <p:cNvSpPr/>
            <p:nvPr/>
          </p:nvSpPr>
          <p:spPr>
            <a:xfrm>
              <a:off x="7268050" y="2037558"/>
              <a:ext cx="3429000" cy="3429000"/>
            </a:xfrm>
            <a:prstGeom prst="blockArc">
              <a:avLst>
                <a:gd name="adj1" fmla="val 17003911"/>
                <a:gd name="adj2" fmla="val 66214"/>
                <a:gd name="adj3" fmla="val 1754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1" name="Group 10"/>
          <p:cNvGrpSpPr/>
          <p:nvPr/>
        </p:nvGrpSpPr>
        <p:grpSpPr>
          <a:xfrm>
            <a:off x="3175038" y="4650260"/>
            <a:ext cx="131208" cy="402198"/>
            <a:chOff x="3175038" y="4650260"/>
            <a:chExt cx="131208" cy="402198"/>
          </a:xfrm>
        </p:grpSpPr>
        <p:sp>
          <p:nvSpPr>
            <p:cNvPr id="4" name="Oval 3"/>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8" name="Straight Connector 7"/>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8909484" y="4650260"/>
            <a:ext cx="131208" cy="402198"/>
            <a:chOff x="3175038" y="4650260"/>
            <a:chExt cx="131208" cy="402198"/>
          </a:xfrm>
        </p:grpSpPr>
        <p:sp>
          <p:nvSpPr>
            <p:cNvPr id="35" name="Oval 34"/>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6" name="Straight Connector 35"/>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rot="10800000">
            <a:off x="6045320" y="2570870"/>
            <a:ext cx="131208" cy="402198"/>
            <a:chOff x="3175038" y="4650260"/>
            <a:chExt cx="131208" cy="402198"/>
          </a:xfrm>
        </p:grpSpPr>
        <p:sp>
          <p:nvSpPr>
            <p:cNvPr id="40" name="Oval 39"/>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1" name="Straight Connector 40"/>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44" name="TextBox 43"/>
          <p:cNvSpPr txBox="1"/>
          <p:nvPr/>
        </p:nvSpPr>
        <p:spPr>
          <a:xfrm>
            <a:off x="775474" y="4966813"/>
            <a:ext cx="4277343" cy="954107"/>
          </a:xfrm>
          <a:prstGeom prst="rect">
            <a:avLst/>
          </a:prstGeom>
          <a:noFill/>
        </p:spPr>
        <p:txBody>
          <a:bodyPr wrap="square" rtlCol="0">
            <a:spAutoFit/>
          </a:bodyPr>
          <a:lstStyle/>
          <a:p>
            <a:pPr algn="ctr" fontAlgn="auto">
              <a:spcBef>
                <a:spcPts val="0"/>
              </a:spcBef>
              <a:spcAft>
                <a:spcPts val="0"/>
              </a:spcAft>
            </a:pPr>
            <a:r>
              <a:rPr lang="ar-SA" sz="2800" b="1" dirty="0"/>
              <a:t>تؤدي إلى جعل التعليم تعاوني وتكاملي بين الطلبة</a:t>
            </a:r>
            <a:endParaRPr lang="en-US" sz="2800" b="1" dirty="0" smtClean="0">
              <a:solidFill>
                <a:prstClr val="black">
                  <a:lumMod val="50000"/>
                  <a:lumOff val="50000"/>
                </a:prstClr>
              </a:solidFill>
              <a:latin typeface="Lato Light" panose="020F0302020204030203" pitchFamily="34" charset="0"/>
            </a:endParaRPr>
          </a:p>
        </p:txBody>
      </p:sp>
      <p:sp>
        <p:nvSpPr>
          <p:cNvPr id="48" name="TextBox 47"/>
          <p:cNvSpPr txBox="1"/>
          <p:nvPr/>
        </p:nvSpPr>
        <p:spPr>
          <a:xfrm>
            <a:off x="4120408" y="984319"/>
            <a:ext cx="4270692" cy="1815882"/>
          </a:xfrm>
          <a:prstGeom prst="rect">
            <a:avLst/>
          </a:prstGeom>
          <a:noFill/>
        </p:spPr>
        <p:txBody>
          <a:bodyPr wrap="square" rtlCol="0">
            <a:spAutoFit/>
          </a:bodyPr>
          <a:lstStyle/>
          <a:p>
            <a:pPr algn="ctr" fontAlgn="auto">
              <a:spcBef>
                <a:spcPts val="0"/>
              </a:spcBef>
              <a:spcAft>
                <a:spcPts val="0"/>
              </a:spcAft>
            </a:pPr>
            <a:r>
              <a:rPr lang="ar-SA" sz="2800" b="1" dirty="0"/>
              <a:t>تمثل تطبيقات </a:t>
            </a:r>
            <a:r>
              <a:rPr lang="ar-JO" sz="2800" b="1" dirty="0"/>
              <a:t>الويب 2.0 </a:t>
            </a:r>
            <a:r>
              <a:rPr lang="ar-SA" sz="2800" b="1" dirty="0"/>
              <a:t>كالمدونات وبرامج الويكي والشبكات الاجتماعية وغيرها مراكز جذب للكثير من الطلبة</a:t>
            </a:r>
            <a:endParaRPr lang="en-US" sz="2800" b="1" dirty="0" smtClean="0">
              <a:solidFill>
                <a:prstClr val="black">
                  <a:lumMod val="50000"/>
                  <a:lumOff val="50000"/>
                </a:prstClr>
              </a:solidFill>
              <a:latin typeface="Lato Light" panose="020F0302020204030203" pitchFamily="34" charset="0"/>
            </a:endParaRPr>
          </a:p>
        </p:txBody>
      </p:sp>
      <p:sp>
        <p:nvSpPr>
          <p:cNvPr id="52" name="TextBox 51"/>
          <p:cNvSpPr txBox="1"/>
          <p:nvPr/>
        </p:nvSpPr>
        <p:spPr>
          <a:xfrm>
            <a:off x="7142255" y="5056160"/>
            <a:ext cx="4310469" cy="1384995"/>
          </a:xfrm>
          <a:prstGeom prst="rect">
            <a:avLst/>
          </a:prstGeom>
          <a:noFill/>
        </p:spPr>
        <p:txBody>
          <a:bodyPr wrap="square" rtlCol="0">
            <a:spAutoFit/>
          </a:bodyPr>
          <a:lstStyle/>
          <a:p>
            <a:pPr algn="ctr" fontAlgn="auto">
              <a:spcBef>
                <a:spcPts val="0"/>
              </a:spcBef>
              <a:spcAft>
                <a:spcPts val="0"/>
              </a:spcAft>
            </a:pPr>
            <a:r>
              <a:rPr lang="ar-SA" sz="2800" b="1" dirty="0"/>
              <a:t>تشجع تقنيات </a:t>
            </a:r>
            <a:r>
              <a:rPr lang="ar-JO" sz="2800" b="1" dirty="0"/>
              <a:t>الويب 2.0</a:t>
            </a:r>
            <a:r>
              <a:rPr lang="ar-SA" sz="2800" b="1" dirty="0"/>
              <a:t> على رفع طموح الطلبة وتدفعهم للمشاركة في التعليم والتعلم بشكل فاعل</a:t>
            </a:r>
            <a:endParaRPr lang="en-US" sz="2800" b="1" dirty="0" smtClean="0">
              <a:solidFill>
                <a:prstClr val="black">
                  <a:lumMod val="50000"/>
                  <a:lumOff val="50000"/>
                </a:prstClr>
              </a:solidFill>
              <a:latin typeface="Lato Light" panose="020F0302020204030203" pitchFamily="34" charset="0"/>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029164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3"/>
                                        </p:tgtEl>
                                        <p:attrNameLst>
                                          <p:attrName>style.visibility</p:attrName>
                                        </p:attrNameLst>
                                      </p:cBhvr>
                                      <p:to>
                                        <p:strVal val="visible"/>
                                      </p:to>
                                    </p:set>
                                    <p:anim calcmode="lin" valueType="num">
                                      <p:cBhvr>
                                        <p:cTn id="10" dur="500" fill="hold"/>
                                        <p:tgtEl>
                                          <p:spTgt spid="3"/>
                                        </p:tgtEl>
                                        <p:attrNameLst>
                                          <p:attrName>ppt_w</p:attrName>
                                        </p:attrNameLst>
                                      </p:cBhvr>
                                      <p:tavLst>
                                        <p:tav tm="0">
                                          <p:val>
                                            <p:fltVal val="0"/>
                                          </p:val>
                                        </p:tav>
                                        <p:tav tm="100000">
                                          <p:val>
                                            <p:strVal val="#ppt_w"/>
                                          </p:val>
                                        </p:tav>
                                      </p:tavLst>
                                    </p:anim>
                                    <p:anim calcmode="lin" valueType="num">
                                      <p:cBhvr>
                                        <p:cTn id="11" dur="500" fill="hold"/>
                                        <p:tgtEl>
                                          <p:spTgt spid="3"/>
                                        </p:tgtEl>
                                        <p:attrNameLst>
                                          <p:attrName>ppt_h</p:attrName>
                                        </p:attrNameLst>
                                      </p:cBhvr>
                                      <p:tavLst>
                                        <p:tav tm="0">
                                          <p:val>
                                            <p:fltVal val="0"/>
                                          </p:val>
                                        </p:tav>
                                        <p:tav tm="100000">
                                          <p:val>
                                            <p:strVal val="#ppt_h"/>
                                          </p:val>
                                        </p:tav>
                                      </p:tavLst>
                                    </p:anim>
                                    <p:animEffect transition="in" filter="fade">
                                      <p:cBhvr>
                                        <p:cTn id="12" dur="500"/>
                                        <p:tgtEl>
                                          <p:spTgt spid="3"/>
                                        </p:tgtEl>
                                      </p:cBhvr>
                                    </p:animEffect>
                                  </p:childTnLst>
                                </p:cTn>
                              </p:par>
                              <p:par>
                                <p:cTn id="13" presetID="22" presetClass="entr" presetSubtype="1" fill="hold" nodeType="withEffect">
                                  <p:stCondLst>
                                    <p:cond delay="500"/>
                                  </p:stCondLst>
                                  <p:childTnLst>
                                    <p:set>
                                      <p:cBhvr>
                                        <p:cTn id="14" dur="1" fill="hold">
                                          <p:stCondLst>
                                            <p:cond delay="0"/>
                                          </p:stCondLst>
                                        </p:cTn>
                                        <p:tgtEl>
                                          <p:spTgt spid="11"/>
                                        </p:tgtEl>
                                        <p:attrNameLst>
                                          <p:attrName>style.visibility</p:attrName>
                                        </p:attrNameLst>
                                      </p:cBhvr>
                                      <p:to>
                                        <p:strVal val="visible"/>
                                      </p:to>
                                    </p:set>
                                    <p:animEffect transition="in" filter="wipe(up)">
                                      <p:cBhvr>
                                        <p:cTn id="15" dur="500"/>
                                        <p:tgtEl>
                                          <p:spTgt spid="11"/>
                                        </p:tgtEl>
                                      </p:cBhvr>
                                    </p:animEffect>
                                  </p:childTnLst>
                                </p:cTn>
                              </p:par>
                              <p:par>
                                <p:cTn id="16" presetID="22" presetClass="entr" presetSubtype="8" fill="hold" nodeType="withEffect">
                                  <p:stCondLst>
                                    <p:cond delay="500"/>
                                  </p:stCondLst>
                                  <p:childTnLst>
                                    <p:set>
                                      <p:cBhvr>
                                        <p:cTn id="17" dur="1" fill="hold">
                                          <p:stCondLst>
                                            <p:cond delay="0"/>
                                          </p:stCondLst>
                                        </p:cTn>
                                        <p:tgtEl>
                                          <p:spTgt spid="9"/>
                                        </p:tgtEl>
                                        <p:attrNameLst>
                                          <p:attrName>style.visibility</p:attrName>
                                        </p:attrNameLst>
                                      </p:cBhvr>
                                      <p:to>
                                        <p:strVal val="visible"/>
                                      </p:to>
                                    </p:set>
                                    <p:animEffect transition="in" filter="wipe(left)">
                                      <p:cBhvr>
                                        <p:cTn id="18" dur="500"/>
                                        <p:tgtEl>
                                          <p:spTgt spid="9"/>
                                        </p:tgtEl>
                                      </p:cBhvr>
                                    </p:animEffect>
                                  </p:childTnLst>
                                </p:cTn>
                              </p:par>
                              <p:par>
                                <p:cTn id="19" presetID="53" presetClass="entr" presetSubtype="16" fill="hold" grpId="0" nodeType="withEffect">
                                  <p:stCondLst>
                                    <p:cond delay="750"/>
                                  </p:stCondLst>
                                  <p:childTnLst>
                                    <p:set>
                                      <p:cBhvr>
                                        <p:cTn id="20" dur="1" fill="hold">
                                          <p:stCondLst>
                                            <p:cond delay="0"/>
                                          </p:stCondLst>
                                        </p:cTn>
                                        <p:tgtEl>
                                          <p:spTgt spid="27"/>
                                        </p:tgtEl>
                                        <p:attrNameLst>
                                          <p:attrName>style.visibility</p:attrName>
                                        </p:attrNameLst>
                                      </p:cBhvr>
                                      <p:to>
                                        <p:strVal val="visible"/>
                                      </p:to>
                                    </p:set>
                                    <p:anim calcmode="lin" valueType="num">
                                      <p:cBhvr>
                                        <p:cTn id="21" dur="500" fill="hold"/>
                                        <p:tgtEl>
                                          <p:spTgt spid="27"/>
                                        </p:tgtEl>
                                        <p:attrNameLst>
                                          <p:attrName>ppt_w</p:attrName>
                                        </p:attrNameLst>
                                      </p:cBhvr>
                                      <p:tavLst>
                                        <p:tav tm="0">
                                          <p:val>
                                            <p:fltVal val="0"/>
                                          </p:val>
                                        </p:tav>
                                        <p:tav tm="100000">
                                          <p:val>
                                            <p:strVal val="#ppt_w"/>
                                          </p:val>
                                        </p:tav>
                                      </p:tavLst>
                                    </p:anim>
                                    <p:anim calcmode="lin" valueType="num">
                                      <p:cBhvr>
                                        <p:cTn id="22" dur="500" fill="hold"/>
                                        <p:tgtEl>
                                          <p:spTgt spid="27"/>
                                        </p:tgtEl>
                                        <p:attrNameLst>
                                          <p:attrName>ppt_h</p:attrName>
                                        </p:attrNameLst>
                                      </p:cBhvr>
                                      <p:tavLst>
                                        <p:tav tm="0">
                                          <p:val>
                                            <p:fltVal val="0"/>
                                          </p:val>
                                        </p:tav>
                                        <p:tav tm="100000">
                                          <p:val>
                                            <p:strVal val="#ppt_h"/>
                                          </p:val>
                                        </p:tav>
                                      </p:tavLst>
                                    </p:anim>
                                    <p:animEffect transition="in" filter="fade">
                                      <p:cBhvr>
                                        <p:cTn id="23" dur="500"/>
                                        <p:tgtEl>
                                          <p:spTgt spid="27"/>
                                        </p:tgtEl>
                                      </p:cBhvr>
                                    </p:animEffect>
                                  </p:childTnLst>
                                </p:cTn>
                              </p:par>
                              <p:par>
                                <p:cTn id="24" presetID="22" presetClass="entr" presetSubtype="4" fill="hold" nodeType="withEffect">
                                  <p:stCondLst>
                                    <p:cond delay="1000"/>
                                  </p:stCondLst>
                                  <p:childTnLst>
                                    <p:set>
                                      <p:cBhvr>
                                        <p:cTn id="25" dur="1" fill="hold">
                                          <p:stCondLst>
                                            <p:cond delay="0"/>
                                          </p:stCondLst>
                                        </p:cTn>
                                        <p:tgtEl>
                                          <p:spTgt spid="37"/>
                                        </p:tgtEl>
                                        <p:attrNameLst>
                                          <p:attrName>style.visibility</p:attrName>
                                        </p:attrNameLst>
                                      </p:cBhvr>
                                      <p:to>
                                        <p:strVal val="visible"/>
                                      </p:to>
                                    </p:set>
                                    <p:animEffect transition="in" filter="wipe(down)">
                                      <p:cBhvr>
                                        <p:cTn id="26" dur="500"/>
                                        <p:tgtEl>
                                          <p:spTgt spid="37"/>
                                        </p:tgtEl>
                                      </p:cBhvr>
                                    </p:animEffect>
                                  </p:childTnLst>
                                </p:cTn>
                              </p:par>
                              <p:par>
                                <p:cTn id="27" presetID="22" presetClass="entr" presetSubtype="8" fill="hold" nodeType="withEffect">
                                  <p:stCondLst>
                                    <p:cond delay="1000"/>
                                  </p:stCondLst>
                                  <p:childTnLst>
                                    <p:set>
                                      <p:cBhvr>
                                        <p:cTn id="28" dur="1" fill="hold">
                                          <p:stCondLst>
                                            <p:cond delay="0"/>
                                          </p:stCondLst>
                                        </p:cTn>
                                        <p:tgtEl>
                                          <p:spTgt spid="10"/>
                                        </p:tgtEl>
                                        <p:attrNameLst>
                                          <p:attrName>style.visibility</p:attrName>
                                        </p:attrNameLst>
                                      </p:cBhvr>
                                      <p:to>
                                        <p:strVal val="visible"/>
                                      </p:to>
                                    </p:set>
                                    <p:animEffect transition="in" filter="wipe(left)">
                                      <p:cBhvr>
                                        <p:cTn id="29" dur="500"/>
                                        <p:tgtEl>
                                          <p:spTgt spid="10"/>
                                        </p:tgtEl>
                                      </p:cBhvr>
                                    </p:animEffect>
                                  </p:childTnLst>
                                </p:cTn>
                              </p:par>
                              <p:par>
                                <p:cTn id="30" presetID="53" presetClass="entr" presetSubtype="16" fill="hold" grpId="0" nodeType="withEffect">
                                  <p:stCondLst>
                                    <p:cond delay="1250"/>
                                  </p:stCondLst>
                                  <p:childTnLst>
                                    <p:set>
                                      <p:cBhvr>
                                        <p:cTn id="31" dur="1" fill="hold">
                                          <p:stCondLst>
                                            <p:cond delay="0"/>
                                          </p:stCondLst>
                                        </p:cTn>
                                        <p:tgtEl>
                                          <p:spTgt spid="28"/>
                                        </p:tgtEl>
                                        <p:attrNameLst>
                                          <p:attrName>style.visibility</p:attrName>
                                        </p:attrNameLst>
                                      </p:cBhvr>
                                      <p:to>
                                        <p:strVal val="visible"/>
                                      </p:to>
                                    </p:set>
                                    <p:anim calcmode="lin" valueType="num">
                                      <p:cBhvr>
                                        <p:cTn id="32" dur="500" fill="hold"/>
                                        <p:tgtEl>
                                          <p:spTgt spid="28"/>
                                        </p:tgtEl>
                                        <p:attrNameLst>
                                          <p:attrName>ppt_w</p:attrName>
                                        </p:attrNameLst>
                                      </p:cBhvr>
                                      <p:tavLst>
                                        <p:tav tm="0">
                                          <p:val>
                                            <p:fltVal val="0"/>
                                          </p:val>
                                        </p:tav>
                                        <p:tav tm="100000">
                                          <p:val>
                                            <p:strVal val="#ppt_w"/>
                                          </p:val>
                                        </p:tav>
                                      </p:tavLst>
                                    </p:anim>
                                    <p:anim calcmode="lin" valueType="num">
                                      <p:cBhvr>
                                        <p:cTn id="33" dur="500" fill="hold"/>
                                        <p:tgtEl>
                                          <p:spTgt spid="28"/>
                                        </p:tgtEl>
                                        <p:attrNameLst>
                                          <p:attrName>ppt_h</p:attrName>
                                        </p:attrNameLst>
                                      </p:cBhvr>
                                      <p:tavLst>
                                        <p:tav tm="0">
                                          <p:val>
                                            <p:fltVal val="0"/>
                                          </p:val>
                                        </p:tav>
                                        <p:tav tm="100000">
                                          <p:val>
                                            <p:strVal val="#ppt_h"/>
                                          </p:val>
                                        </p:tav>
                                      </p:tavLst>
                                    </p:anim>
                                    <p:animEffect transition="in" filter="fade">
                                      <p:cBhvr>
                                        <p:cTn id="34" dur="500"/>
                                        <p:tgtEl>
                                          <p:spTgt spid="28"/>
                                        </p:tgtEl>
                                      </p:cBhvr>
                                    </p:animEffect>
                                  </p:childTnLst>
                                </p:cTn>
                              </p:par>
                              <p:par>
                                <p:cTn id="35" presetID="22" presetClass="entr" presetSubtype="1" fill="hold" nodeType="withEffect">
                                  <p:stCondLst>
                                    <p:cond delay="1500"/>
                                  </p:stCondLst>
                                  <p:childTnLst>
                                    <p:set>
                                      <p:cBhvr>
                                        <p:cTn id="36" dur="1" fill="hold">
                                          <p:stCondLst>
                                            <p:cond delay="0"/>
                                          </p:stCondLst>
                                        </p:cTn>
                                        <p:tgtEl>
                                          <p:spTgt spid="34"/>
                                        </p:tgtEl>
                                        <p:attrNameLst>
                                          <p:attrName>style.visibility</p:attrName>
                                        </p:attrNameLst>
                                      </p:cBhvr>
                                      <p:to>
                                        <p:strVal val="visible"/>
                                      </p:to>
                                    </p:set>
                                    <p:animEffect transition="in" filter="wipe(up)">
                                      <p:cBhvr>
                                        <p:cTn id="3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7" grpId="0" animBg="1"/>
      <p:bldP spid="28"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690466" y="237021"/>
            <a:ext cx="10880028" cy="642938"/>
          </a:xfrm>
        </p:spPr>
        <p:txBody>
          <a:bodyPr/>
          <a:lstStyle/>
          <a:p>
            <a:pPr lvl="0" algn="r" rtl="1"/>
            <a:r>
              <a:rPr lang="ar-JO" sz="2800" b="1" dirty="0">
                <a:solidFill>
                  <a:srgbClr val="1C94D0"/>
                </a:solidFill>
              </a:rPr>
              <a:t>وتبرز أهمية استخدام تكنولوجيا وتقنيات الويب 2.0 في التعليم من خلال الآتي</a:t>
            </a:r>
            <a:endParaRPr lang="en-US" sz="2800" b="1" u="sng" dirty="0">
              <a:solidFill>
                <a:srgbClr val="1C94D0"/>
              </a:solidFill>
            </a:endParaRPr>
          </a:p>
        </p:txBody>
      </p:sp>
      <p:sp>
        <p:nvSpPr>
          <p:cNvPr id="3" name="Oval 2"/>
          <p:cNvSpPr/>
          <p:nvPr/>
        </p:nvSpPr>
        <p:spPr>
          <a:xfrm>
            <a:off x="2412205" y="2499758"/>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3600" dirty="0" smtClean="0">
                <a:solidFill>
                  <a:prstClr val="black">
                    <a:lumMod val="75000"/>
                    <a:lumOff val="25000"/>
                  </a:prstClr>
                </a:solidFill>
              </a:rPr>
              <a:t>4</a:t>
            </a:r>
            <a:endParaRPr lang="ru-RU" sz="3600" dirty="0">
              <a:solidFill>
                <a:prstClr val="black">
                  <a:lumMod val="75000"/>
                  <a:lumOff val="25000"/>
                </a:prstClr>
              </a:solidFill>
            </a:endParaRPr>
          </a:p>
        </p:txBody>
      </p:sp>
      <p:sp>
        <p:nvSpPr>
          <p:cNvPr id="28" name="Oval 27"/>
          <p:cNvSpPr/>
          <p:nvPr/>
        </p:nvSpPr>
        <p:spPr>
          <a:xfrm>
            <a:off x="8136731" y="2493883"/>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3600" dirty="0" smtClean="0">
                <a:solidFill>
                  <a:prstClr val="black">
                    <a:lumMod val="75000"/>
                    <a:lumOff val="25000"/>
                  </a:prstClr>
                </a:solidFill>
                <a:latin typeface="Calibri" panose="020F0502020204030204" pitchFamily="34" charset="0"/>
              </a:rPr>
              <a:t>5</a:t>
            </a:r>
            <a:endParaRPr lang="en-US" sz="3600" dirty="0">
              <a:solidFill>
                <a:prstClr val="black">
                  <a:lumMod val="75000"/>
                  <a:lumOff val="25000"/>
                </a:prstClr>
              </a:solidFill>
              <a:latin typeface="Calibri" panose="020F0502020204030204" pitchFamily="34" charset="0"/>
            </a:endParaRPr>
          </a:p>
        </p:txBody>
      </p:sp>
      <p:grpSp>
        <p:nvGrpSpPr>
          <p:cNvPr id="5" name="Group 4"/>
          <p:cNvGrpSpPr/>
          <p:nvPr/>
        </p:nvGrpSpPr>
        <p:grpSpPr>
          <a:xfrm>
            <a:off x="1528762" y="1563928"/>
            <a:ext cx="3436620" cy="3429475"/>
            <a:chOff x="1528762" y="2043113"/>
            <a:chExt cx="3436620" cy="3429475"/>
          </a:xfrm>
        </p:grpSpPr>
        <p:sp>
          <p:nvSpPr>
            <p:cNvPr id="2" name="Block Arc 1"/>
            <p:cNvSpPr/>
            <p:nvPr/>
          </p:nvSpPr>
          <p:spPr>
            <a:xfrm>
              <a:off x="1528762" y="2043113"/>
              <a:ext cx="3429000" cy="3429000"/>
            </a:xfrm>
            <a:prstGeom prst="blockArc">
              <a:avLst>
                <a:gd name="adj1" fmla="val 10800000"/>
                <a:gd name="adj2" fmla="val 0"/>
                <a:gd name="adj3" fmla="val 16667"/>
              </a:avLst>
            </a:prstGeom>
            <a:pattFill prst="pct70">
              <a:fgClr>
                <a:srgbClr val="0087B1"/>
              </a:fgClr>
              <a:bgClr>
                <a:schemeClr val="accent5">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29" name="Block Arc 28"/>
            <p:cNvSpPr/>
            <p:nvPr/>
          </p:nvSpPr>
          <p:spPr>
            <a:xfrm>
              <a:off x="1536382" y="2043588"/>
              <a:ext cx="3429000" cy="3429000"/>
            </a:xfrm>
            <a:prstGeom prst="blockArc">
              <a:avLst>
                <a:gd name="adj1" fmla="val 17438820"/>
                <a:gd name="adj2" fmla="val 21599999"/>
                <a:gd name="adj3" fmla="val 1727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9" name="Group 8"/>
          <p:cNvGrpSpPr/>
          <p:nvPr/>
        </p:nvGrpSpPr>
        <p:grpSpPr>
          <a:xfrm>
            <a:off x="4395787" y="1621078"/>
            <a:ext cx="3432812" cy="3431380"/>
            <a:chOff x="4395787" y="2100263"/>
            <a:chExt cx="3432812" cy="3431380"/>
          </a:xfrm>
        </p:grpSpPr>
        <p:sp>
          <p:nvSpPr>
            <p:cNvPr id="23" name="Block Arc 22"/>
            <p:cNvSpPr/>
            <p:nvPr/>
          </p:nvSpPr>
          <p:spPr>
            <a:xfrm rot="10800000">
              <a:off x="4395787" y="2100263"/>
              <a:ext cx="3429000" cy="3429000"/>
            </a:xfrm>
            <a:prstGeom prst="blockArc">
              <a:avLst>
                <a:gd name="adj1" fmla="val 10800000"/>
                <a:gd name="adj2" fmla="val 0"/>
                <a:gd name="adj3" fmla="val 16667"/>
              </a:avLst>
            </a:prstGeom>
            <a:pattFill prst="pct70">
              <a:fgClr>
                <a:srgbClr val="FE8301"/>
              </a:fgClr>
              <a:bgClr>
                <a:schemeClr val="accent2">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0" name="Block Arc 29"/>
            <p:cNvSpPr/>
            <p:nvPr/>
          </p:nvSpPr>
          <p:spPr>
            <a:xfrm rot="4048770">
              <a:off x="4399599" y="2102643"/>
              <a:ext cx="3429000" cy="3429000"/>
            </a:xfrm>
            <a:prstGeom prst="blockArc">
              <a:avLst>
                <a:gd name="adj1" fmla="val 17506167"/>
                <a:gd name="adj2" fmla="val 2318438"/>
                <a:gd name="adj3" fmla="val 1705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0" name="Group 9"/>
          <p:cNvGrpSpPr/>
          <p:nvPr/>
        </p:nvGrpSpPr>
        <p:grpSpPr>
          <a:xfrm>
            <a:off x="7253287" y="1558373"/>
            <a:ext cx="3443763" cy="3434555"/>
            <a:chOff x="7253287" y="2037558"/>
            <a:chExt cx="3443763" cy="3434555"/>
          </a:xfrm>
        </p:grpSpPr>
        <p:sp>
          <p:nvSpPr>
            <p:cNvPr id="26" name="Block Arc 25"/>
            <p:cNvSpPr/>
            <p:nvPr/>
          </p:nvSpPr>
          <p:spPr>
            <a:xfrm>
              <a:off x="7253287" y="2043113"/>
              <a:ext cx="3429000" cy="3429000"/>
            </a:xfrm>
            <a:prstGeom prst="blockArc">
              <a:avLst>
                <a:gd name="adj1" fmla="val 10800000"/>
                <a:gd name="adj2" fmla="val 0"/>
                <a:gd name="adj3" fmla="val 16667"/>
              </a:avLst>
            </a:prstGeom>
            <a:pattFill prst="pct70">
              <a:fgClr>
                <a:srgbClr val="A1BB22"/>
              </a:fgClr>
              <a:bgClr>
                <a:schemeClr val="accent6">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1" name="Block Arc 30"/>
            <p:cNvSpPr/>
            <p:nvPr/>
          </p:nvSpPr>
          <p:spPr>
            <a:xfrm>
              <a:off x="7268050" y="2037558"/>
              <a:ext cx="3429000" cy="3429000"/>
            </a:xfrm>
            <a:prstGeom prst="blockArc">
              <a:avLst>
                <a:gd name="adj1" fmla="val 17003911"/>
                <a:gd name="adj2" fmla="val 66214"/>
                <a:gd name="adj3" fmla="val 1754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1" name="Group 10"/>
          <p:cNvGrpSpPr/>
          <p:nvPr/>
        </p:nvGrpSpPr>
        <p:grpSpPr>
          <a:xfrm>
            <a:off x="3175038" y="4171075"/>
            <a:ext cx="131208" cy="402198"/>
            <a:chOff x="3175038" y="4650260"/>
            <a:chExt cx="131208" cy="402198"/>
          </a:xfrm>
        </p:grpSpPr>
        <p:sp>
          <p:nvSpPr>
            <p:cNvPr id="4" name="Oval 3"/>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8" name="Straight Connector 7"/>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8909484" y="4171075"/>
            <a:ext cx="131208" cy="402198"/>
            <a:chOff x="3175038" y="4650260"/>
            <a:chExt cx="131208" cy="402198"/>
          </a:xfrm>
        </p:grpSpPr>
        <p:sp>
          <p:nvSpPr>
            <p:cNvPr id="35" name="Oval 34"/>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6" name="Straight Connector 35"/>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44" name="TextBox 43"/>
          <p:cNvSpPr txBox="1"/>
          <p:nvPr/>
        </p:nvSpPr>
        <p:spPr>
          <a:xfrm>
            <a:off x="775474" y="4487628"/>
            <a:ext cx="4024265" cy="1384995"/>
          </a:xfrm>
          <a:prstGeom prst="rect">
            <a:avLst/>
          </a:prstGeom>
          <a:noFill/>
        </p:spPr>
        <p:txBody>
          <a:bodyPr wrap="square" rtlCol="0">
            <a:spAutoFit/>
          </a:bodyPr>
          <a:lstStyle/>
          <a:p>
            <a:pPr algn="ctr" fontAlgn="auto">
              <a:spcBef>
                <a:spcPts val="0"/>
              </a:spcBef>
              <a:spcAft>
                <a:spcPts val="0"/>
              </a:spcAft>
            </a:pPr>
            <a:r>
              <a:rPr lang="ar-SA" sz="2800" b="1" dirty="0"/>
              <a:t>تتميز بالمرونة والتفاعلية التي من شأنها أن تنتقل بالتعليم إلى التعلم</a:t>
            </a:r>
            <a:endParaRPr lang="en-US" sz="2800" b="1" dirty="0" smtClean="0">
              <a:solidFill>
                <a:prstClr val="black">
                  <a:lumMod val="50000"/>
                  <a:lumOff val="50000"/>
                </a:prstClr>
              </a:solidFill>
              <a:latin typeface="Lato Light" panose="020F0302020204030203" pitchFamily="34" charset="0"/>
            </a:endParaRPr>
          </a:p>
        </p:txBody>
      </p:sp>
      <p:sp>
        <p:nvSpPr>
          <p:cNvPr id="52" name="TextBox 51"/>
          <p:cNvSpPr txBox="1"/>
          <p:nvPr/>
        </p:nvSpPr>
        <p:spPr>
          <a:xfrm>
            <a:off x="7315447" y="4540282"/>
            <a:ext cx="4433473" cy="1815882"/>
          </a:xfrm>
          <a:prstGeom prst="rect">
            <a:avLst/>
          </a:prstGeom>
          <a:noFill/>
        </p:spPr>
        <p:txBody>
          <a:bodyPr wrap="square" rtlCol="0">
            <a:spAutoFit/>
          </a:bodyPr>
          <a:lstStyle/>
          <a:p>
            <a:pPr algn="ctr" fontAlgn="auto">
              <a:spcBef>
                <a:spcPts val="0"/>
              </a:spcBef>
              <a:spcAft>
                <a:spcPts val="0"/>
              </a:spcAft>
            </a:pPr>
            <a:r>
              <a:rPr lang="ar-SA" sz="2800" b="1" dirty="0"/>
              <a:t>ساهمت في عمل بيئات تعاون اجتماعية افتراضية عبر المواقع الاجتماعية والتي غالباً ما تكون مخصصة للتواصل الاجتماعي</a:t>
            </a:r>
            <a:endParaRPr lang="en-US" sz="2800" b="1" dirty="0" smtClean="0">
              <a:solidFill>
                <a:prstClr val="black">
                  <a:lumMod val="50000"/>
                  <a:lumOff val="50000"/>
                </a:prstClr>
              </a:solidFill>
              <a:latin typeface="Lato Light" panose="020F0302020204030203" pitchFamily="34" charset="0"/>
            </a:endParaRPr>
          </a:p>
        </p:txBody>
      </p:sp>
      <p:sp>
        <p:nvSpPr>
          <p:cNvPr id="2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77734615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3"/>
                                        </p:tgtEl>
                                        <p:attrNameLst>
                                          <p:attrName>style.visibility</p:attrName>
                                        </p:attrNameLst>
                                      </p:cBhvr>
                                      <p:to>
                                        <p:strVal val="visible"/>
                                      </p:to>
                                    </p:set>
                                    <p:anim calcmode="lin" valueType="num">
                                      <p:cBhvr>
                                        <p:cTn id="10" dur="500" fill="hold"/>
                                        <p:tgtEl>
                                          <p:spTgt spid="3"/>
                                        </p:tgtEl>
                                        <p:attrNameLst>
                                          <p:attrName>ppt_w</p:attrName>
                                        </p:attrNameLst>
                                      </p:cBhvr>
                                      <p:tavLst>
                                        <p:tav tm="0">
                                          <p:val>
                                            <p:fltVal val="0"/>
                                          </p:val>
                                        </p:tav>
                                        <p:tav tm="100000">
                                          <p:val>
                                            <p:strVal val="#ppt_w"/>
                                          </p:val>
                                        </p:tav>
                                      </p:tavLst>
                                    </p:anim>
                                    <p:anim calcmode="lin" valueType="num">
                                      <p:cBhvr>
                                        <p:cTn id="11" dur="500" fill="hold"/>
                                        <p:tgtEl>
                                          <p:spTgt spid="3"/>
                                        </p:tgtEl>
                                        <p:attrNameLst>
                                          <p:attrName>ppt_h</p:attrName>
                                        </p:attrNameLst>
                                      </p:cBhvr>
                                      <p:tavLst>
                                        <p:tav tm="0">
                                          <p:val>
                                            <p:fltVal val="0"/>
                                          </p:val>
                                        </p:tav>
                                        <p:tav tm="100000">
                                          <p:val>
                                            <p:strVal val="#ppt_h"/>
                                          </p:val>
                                        </p:tav>
                                      </p:tavLst>
                                    </p:anim>
                                    <p:animEffect transition="in" filter="fade">
                                      <p:cBhvr>
                                        <p:cTn id="12" dur="500"/>
                                        <p:tgtEl>
                                          <p:spTgt spid="3"/>
                                        </p:tgtEl>
                                      </p:cBhvr>
                                    </p:animEffect>
                                  </p:childTnLst>
                                </p:cTn>
                              </p:par>
                              <p:par>
                                <p:cTn id="13" presetID="22" presetClass="entr" presetSubtype="1" fill="hold" nodeType="withEffect">
                                  <p:stCondLst>
                                    <p:cond delay="500"/>
                                  </p:stCondLst>
                                  <p:childTnLst>
                                    <p:set>
                                      <p:cBhvr>
                                        <p:cTn id="14" dur="1" fill="hold">
                                          <p:stCondLst>
                                            <p:cond delay="0"/>
                                          </p:stCondLst>
                                        </p:cTn>
                                        <p:tgtEl>
                                          <p:spTgt spid="11"/>
                                        </p:tgtEl>
                                        <p:attrNameLst>
                                          <p:attrName>style.visibility</p:attrName>
                                        </p:attrNameLst>
                                      </p:cBhvr>
                                      <p:to>
                                        <p:strVal val="visible"/>
                                      </p:to>
                                    </p:set>
                                    <p:animEffect transition="in" filter="wipe(up)">
                                      <p:cBhvr>
                                        <p:cTn id="15" dur="500"/>
                                        <p:tgtEl>
                                          <p:spTgt spid="11"/>
                                        </p:tgtEl>
                                      </p:cBhvr>
                                    </p:animEffect>
                                  </p:childTnLst>
                                </p:cTn>
                              </p:par>
                              <p:par>
                                <p:cTn id="16" presetID="22" presetClass="entr" presetSubtype="8" fill="hold" nodeType="withEffect">
                                  <p:stCondLst>
                                    <p:cond delay="500"/>
                                  </p:stCondLst>
                                  <p:childTnLst>
                                    <p:set>
                                      <p:cBhvr>
                                        <p:cTn id="17" dur="1" fill="hold">
                                          <p:stCondLst>
                                            <p:cond delay="0"/>
                                          </p:stCondLst>
                                        </p:cTn>
                                        <p:tgtEl>
                                          <p:spTgt spid="9"/>
                                        </p:tgtEl>
                                        <p:attrNameLst>
                                          <p:attrName>style.visibility</p:attrName>
                                        </p:attrNameLst>
                                      </p:cBhvr>
                                      <p:to>
                                        <p:strVal val="visible"/>
                                      </p:to>
                                    </p:set>
                                    <p:animEffect transition="in" filter="wipe(left)">
                                      <p:cBhvr>
                                        <p:cTn id="18" dur="500"/>
                                        <p:tgtEl>
                                          <p:spTgt spid="9"/>
                                        </p:tgtEl>
                                      </p:cBhvr>
                                    </p:animEffect>
                                  </p:childTnLst>
                                </p:cTn>
                              </p:par>
                              <p:par>
                                <p:cTn id="19" presetID="22" presetClass="entr" presetSubtype="8" fill="hold" nodeType="withEffect">
                                  <p:stCondLst>
                                    <p:cond delay="1000"/>
                                  </p:stCondLst>
                                  <p:childTnLst>
                                    <p:set>
                                      <p:cBhvr>
                                        <p:cTn id="20" dur="1" fill="hold">
                                          <p:stCondLst>
                                            <p:cond delay="0"/>
                                          </p:stCondLst>
                                        </p:cTn>
                                        <p:tgtEl>
                                          <p:spTgt spid="10"/>
                                        </p:tgtEl>
                                        <p:attrNameLst>
                                          <p:attrName>style.visibility</p:attrName>
                                        </p:attrNameLst>
                                      </p:cBhvr>
                                      <p:to>
                                        <p:strVal val="visible"/>
                                      </p:to>
                                    </p:set>
                                    <p:animEffect transition="in" filter="wipe(left)">
                                      <p:cBhvr>
                                        <p:cTn id="21" dur="500"/>
                                        <p:tgtEl>
                                          <p:spTgt spid="10"/>
                                        </p:tgtEl>
                                      </p:cBhvr>
                                    </p:animEffect>
                                  </p:childTnLst>
                                </p:cTn>
                              </p:par>
                              <p:par>
                                <p:cTn id="22" presetID="53" presetClass="entr" presetSubtype="16" fill="hold" grpId="0" nodeType="withEffect">
                                  <p:stCondLst>
                                    <p:cond delay="1250"/>
                                  </p:stCondLst>
                                  <p:childTnLst>
                                    <p:set>
                                      <p:cBhvr>
                                        <p:cTn id="23" dur="1" fill="hold">
                                          <p:stCondLst>
                                            <p:cond delay="0"/>
                                          </p:stCondLst>
                                        </p:cTn>
                                        <p:tgtEl>
                                          <p:spTgt spid="28"/>
                                        </p:tgtEl>
                                        <p:attrNameLst>
                                          <p:attrName>style.visibility</p:attrName>
                                        </p:attrNameLst>
                                      </p:cBhvr>
                                      <p:to>
                                        <p:strVal val="visible"/>
                                      </p:to>
                                    </p:set>
                                    <p:anim calcmode="lin" valueType="num">
                                      <p:cBhvr>
                                        <p:cTn id="24" dur="500" fill="hold"/>
                                        <p:tgtEl>
                                          <p:spTgt spid="28"/>
                                        </p:tgtEl>
                                        <p:attrNameLst>
                                          <p:attrName>ppt_w</p:attrName>
                                        </p:attrNameLst>
                                      </p:cBhvr>
                                      <p:tavLst>
                                        <p:tav tm="0">
                                          <p:val>
                                            <p:fltVal val="0"/>
                                          </p:val>
                                        </p:tav>
                                        <p:tav tm="100000">
                                          <p:val>
                                            <p:strVal val="#ppt_w"/>
                                          </p:val>
                                        </p:tav>
                                      </p:tavLst>
                                    </p:anim>
                                    <p:anim calcmode="lin" valueType="num">
                                      <p:cBhvr>
                                        <p:cTn id="25" dur="500" fill="hold"/>
                                        <p:tgtEl>
                                          <p:spTgt spid="28"/>
                                        </p:tgtEl>
                                        <p:attrNameLst>
                                          <p:attrName>ppt_h</p:attrName>
                                        </p:attrNameLst>
                                      </p:cBhvr>
                                      <p:tavLst>
                                        <p:tav tm="0">
                                          <p:val>
                                            <p:fltVal val="0"/>
                                          </p:val>
                                        </p:tav>
                                        <p:tav tm="100000">
                                          <p:val>
                                            <p:strVal val="#ppt_h"/>
                                          </p:val>
                                        </p:tav>
                                      </p:tavLst>
                                    </p:anim>
                                    <p:animEffect transition="in" filter="fade">
                                      <p:cBhvr>
                                        <p:cTn id="26" dur="500"/>
                                        <p:tgtEl>
                                          <p:spTgt spid="28"/>
                                        </p:tgtEl>
                                      </p:cBhvr>
                                    </p:animEffect>
                                  </p:childTnLst>
                                </p:cTn>
                              </p:par>
                              <p:par>
                                <p:cTn id="27" presetID="22" presetClass="entr" presetSubtype="1" fill="hold" nodeType="withEffect">
                                  <p:stCondLst>
                                    <p:cond delay="1500"/>
                                  </p:stCondLst>
                                  <p:childTnLst>
                                    <p:set>
                                      <p:cBhvr>
                                        <p:cTn id="28" dur="1" fill="hold">
                                          <p:stCondLst>
                                            <p:cond delay="0"/>
                                          </p:stCondLst>
                                        </p:cTn>
                                        <p:tgtEl>
                                          <p:spTgt spid="34"/>
                                        </p:tgtEl>
                                        <p:attrNameLst>
                                          <p:attrName>style.visibility</p:attrName>
                                        </p:attrNameLst>
                                      </p:cBhvr>
                                      <p:to>
                                        <p:strVal val="visible"/>
                                      </p:to>
                                    </p:set>
                                    <p:animEffect transition="in" filter="wipe(up)">
                                      <p:cBhvr>
                                        <p:cTn id="29"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8"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119674" y="-154946"/>
            <a:ext cx="10515600" cy="1082352"/>
          </a:xfrm>
        </p:spPr>
        <p:txBody>
          <a:bodyPr>
            <a:normAutofit fontScale="90000"/>
          </a:bodyPr>
          <a:lstStyle/>
          <a:p>
            <a:pPr rtl="1"/>
            <a:r>
              <a:rPr lang="ar-SA" b="1" dirty="0" smtClean="0">
                <a:solidFill>
                  <a:srgbClr val="F58E20"/>
                </a:solidFill>
              </a:rPr>
              <a:t>ويوضح </a:t>
            </a:r>
            <a:r>
              <a:rPr lang="ar-SA" b="1" dirty="0">
                <a:solidFill>
                  <a:srgbClr val="F58E20"/>
                </a:solidFill>
              </a:rPr>
              <a:t>الجدول الآتي الفرق بين الويب 1.0 و الويب 2.0:</a:t>
            </a:r>
            <a:endParaRPr lang="en-US" b="1" dirty="0">
              <a:solidFill>
                <a:srgbClr val="F58E20"/>
              </a:solidFill>
            </a:endParaRPr>
          </a:p>
        </p:txBody>
      </p:sp>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87863" y="808786"/>
            <a:ext cx="7939809" cy="5439614"/>
          </a:xfrm>
          <a:prstGeom prst="rect">
            <a:avLst/>
          </a:prstGeom>
        </p:spPr>
      </p:pic>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8541460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0"/>
            <a:ext cx="12192000" cy="6858000"/>
          </a:xfrm>
          <a:prstGeom prst="rect">
            <a:avLst/>
          </a:prstGeom>
          <a:solidFill>
            <a:schemeClr val="tx2">
              <a:lumMod val="5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3" name="Group 2"/>
          <p:cNvGrpSpPr/>
          <p:nvPr/>
        </p:nvGrpSpPr>
        <p:grpSpPr>
          <a:xfrm>
            <a:off x="5656263" y="2742109"/>
            <a:ext cx="6305907" cy="2769690"/>
            <a:chOff x="5430838" y="3076823"/>
            <a:chExt cx="6305907" cy="2769690"/>
          </a:xfrm>
        </p:grpSpPr>
        <p:sp>
          <p:nvSpPr>
            <p:cNvPr id="437" name="TextBox 436"/>
            <p:cNvSpPr txBox="1"/>
            <p:nvPr/>
          </p:nvSpPr>
          <p:spPr>
            <a:xfrm>
              <a:off x="6675438" y="3076823"/>
              <a:ext cx="4023858" cy="769441"/>
            </a:xfrm>
            <a:prstGeom prst="rect">
              <a:avLst/>
            </a:prstGeom>
            <a:noFill/>
          </p:spPr>
          <p:txBody>
            <a:bodyPr wrap="none" rtlCol="0">
              <a:spAutoFit/>
            </a:bodyPr>
            <a:lstStyle/>
            <a:p>
              <a:pPr rtl="1"/>
              <a:r>
                <a:rPr lang="ar-SA" sz="4400" b="1" u="sng" dirty="0">
                  <a:solidFill>
                    <a:srgbClr val="FFFF00"/>
                  </a:solidFill>
                </a:rPr>
                <a:t>ج. الويب 3.0 Web</a:t>
              </a:r>
              <a:endParaRPr lang="en-US" sz="4400" u="sng" dirty="0">
                <a:solidFill>
                  <a:srgbClr val="FFFF00"/>
                </a:solidFill>
              </a:endParaRPr>
            </a:p>
          </p:txBody>
        </p:sp>
        <p:sp>
          <p:nvSpPr>
            <p:cNvPr id="438" name="Rectangle 437"/>
            <p:cNvSpPr/>
            <p:nvPr/>
          </p:nvSpPr>
          <p:spPr>
            <a:xfrm>
              <a:off x="5430838" y="4030631"/>
              <a:ext cx="6305907" cy="1815882"/>
            </a:xfrm>
            <a:prstGeom prst="rect">
              <a:avLst/>
            </a:prstGeom>
          </p:spPr>
          <p:txBody>
            <a:bodyPr wrap="square">
              <a:spAutoFit/>
            </a:bodyPr>
            <a:lstStyle/>
            <a:p>
              <a:pPr algn="ctr" rtl="1"/>
              <a:r>
                <a:rPr lang="ar-SA" sz="2800" b="1" dirty="0">
                  <a:solidFill>
                    <a:schemeClr val="bg1"/>
                  </a:solidFill>
                </a:rPr>
                <a:t>Web 3.0 يحول الويب إلى قاعدة بيانات ديناميكية تعمل في إطار الذكاء الاصطناعي لتيسير عمليات البحث والوصول بكفاءة ويسر إلى المعلومة والمعلومات ذات العلاقة بها.</a:t>
              </a:r>
              <a:endParaRPr lang="en-US" sz="2800" b="1" dirty="0">
                <a:solidFill>
                  <a:schemeClr val="bg1"/>
                </a:solidFill>
              </a:endParaRPr>
            </a:p>
          </p:txBody>
        </p:sp>
      </p:grpSp>
      <p:grpSp>
        <p:nvGrpSpPr>
          <p:cNvPr id="2" name="Group 1"/>
          <p:cNvGrpSpPr/>
          <p:nvPr/>
        </p:nvGrpSpPr>
        <p:grpSpPr>
          <a:xfrm>
            <a:off x="0" y="-1588"/>
            <a:ext cx="6564313" cy="6181726"/>
            <a:chOff x="0" y="-1588"/>
            <a:chExt cx="6564313" cy="6181726"/>
          </a:xfrm>
        </p:grpSpPr>
        <p:sp>
          <p:nvSpPr>
            <p:cNvPr id="439" name="Freeform 5"/>
            <p:cNvSpPr>
              <a:spLocks/>
            </p:cNvSpPr>
            <p:nvPr/>
          </p:nvSpPr>
          <p:spPr bwMode="auto">
            <a:xfrm>
              <a:off x="0" y="-1588"/>
              <a:ext cx="5656263" cy="5499100"/>
            </a:xfrm>
            <a:custGeom>
              <a:avLst/>
              <a:gdLst>
                <a:gd name="T0" fmla="*/ 0 w 2670"/>
                <a:gd name="T1" fmla="*/ 2233 h 2596"/>
                <a:gd name="T2" fmla="*/ 1030 w 2670"/>
                <a:gd name="T3" fmla="*/ 2596 h 2596"/>
                <a:gd name="T4" fmla="*/ 2670 w 2670"/>
                <a:gd name="T5" fmla="*/ 956 h 2596"/>
                <a:gd name="T6" fmla="*/ 2362 w 2670"/>
                <a:gd name="T7" fmla="*/ 0 h 2596"/>
                <a:gd name="T8" fmla="*/ 0 w 2670"/>
                <a:gd name="T9" fmla="*/ 0 h 2596"/>
                <a:gd name="T10" fmla="*/ 0 w 2670"/>
                <a:gd name="T11" fmla="*/ 2233 h 2596"/>
              </a:gdLst>
              <a:ahLst/>
              <a:cxnLst>
                <a:cxn ang="0">
                  <a:pos x="T0" y="T1"/>
                </a:cxn>
                <a:cxn ang="0">
                  <a:pos x="T2" y="T3"/>
                </a:cxn>
                <a:cxn ang="0">
                  <a:pos x="T4" y="T5"/>
                </a:cxn>
                <a:cxn ang="0">
                  <a:pos x="T6" y="T7"/>
                </a:cxn>
                <a:cxn ang="0">
                  <a:pos x="T8" y="T9"/>
                </a:cxn>
                <a:cxn ang="0">
                  <a:pos x="T10" y="T11"/>
                </a:cxn>
              </a:cxnLst>
              <a:rect l="0" t="0" r="r" b="b"/>
              <a:pathLst>
                <a:path w="2670" h="2596">
                  <a:moveTo>
                    <a:pt x="0" y="2233"/>
                  </a:moveTo>
                  <a:cubicBezTo>
                    <a:pt x="282" y="2460"/>
                    <a:pt x="640" y="2596"/>
                    <a:pt x="1030" y="2596"/>
                  </a:cubicBezTo>
                  <a:cubicBezTo>
                    <a:pt x="1936" y="2596"/>
                    <a:pt x="2670" y="1862"/>
                    <a:pt x="2670" y="956"/>
                  </a:cubicBezTo>
                  <a:cubicBezTo>
                    <a:pt x="2670" y="599"/>
                    <a:pt x="2556" y="269"/>
                    <a:pt x="2362" y="0"/>
                  </a:cubicBezTo>
                  <a:cubicBezTo>
                    <a:pt x="0" y="0"/>
                    <a:pt x="0" y="0"/>
                    <a:pt x="0" y="0"/>
                  </a:cubicBezTo>
                  <a:cubicBezTo>
                    <a:pt x="0" y="2233"/>
                    <a:pt x="0" y="2233"/>
                    <a:pt x="0" y="2233"/>
                  </a:cubicBezTo>
                </a:path>
              </a:pathLst>
            </a:custGeom>
            <a:solidFill>
              <a:schemeClr val="tx2">
                <a:lumMod val="20000"/>
                <a:lumOff val="8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0" name="Freeform 6"/>
            <p:cNvSpPr>
              <a:spLocks/>
            </p:cNvSpPr>
            <p:nvPr/>
          </p:nvSpPr>
          <p:spPr bwMode="auto">
            <a:xfrm>
              <a:off x="3430588" y="3486150"/>
              <a:ext cx="1550988" cy="1519238"/>
            </a:xfrm>
            <a:custGeom>
              <a:avLst/>
              <a:gdLst>
                <a:gd name="T0" fmla="*/ 280 w 732"/>
                <a:gd name="T1" fmla="*/ 692 h 717"/>
                <a:gd name="T2" fmla="*/ 400 w 732"/>
                <a:gd name="T3" fmla="*/ 685 h 717"/>
                <a:gd name="T4" fmla="*/ 693 w 732"/>
                <a:gd name="T5" fmla="*/ 417 h 717"/>
                <a:gd name="T6" fmla="*/ 709 w 732"/>
                <a:gd name="T7" fmla="*/ 299 h 717"/>
                <a:gd name="T8" fmla="*/ 548 w 732"/>
                <a:gd name="T9" fmla="*/ 42 h 717"/>
                <a:gd name="T10" fmla="*/ 450 w 732"/>
                <a:gd name="T11" fmla="*/ 29 h 717"/>
                <a:gd name="T12" fmla="*/ 31 w 732"/>
                <a:gd name="T13" fmla="*/ 412 h 717"/>
                <a:gd name="T14" fmla="*/ 36 w 732"/>
                <a:gd name="T15" fmla="*/ 511 h 717"/>
                <a:gd name="T16" fmla="*/ 280 w 732"/>
                <a:gd name="T17" fmla="*/ 692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2" h="717">
                  <a:moveTo>
                    <a:pt x="280" y="692"/>
                  </a:moveTo>
                  <a:cubicBezTo>
                    <a:pt x="314" y="717"/>
                    <a:pt x="368" y="714"/>
                    <a:pt x="400" y="685"/>
                  </a:cubicBezTo>
                  <a:cubicBezTo>
                    <a:pt x="693" y="417"/>
                    <a:pt x="693" y="417"/>
                    <a:pt x="693" y="417"/>
                  </a:cubicBezTo>
                  <a:cubicBezTo>
                    <a:pt x="725" y="388"/>
                    <a:pt x="732" y="335"/>
                    <a:pt x="709" y="299"/>
                  </a:cubicBezTo>
                  <a:cubicBezTo>
                    <a:pt x="548" y="42"/>
                    <a:pt x="548" y="42"/>
                    <a:pt x="548" y="42"/>
                  </a:cubicBezTo>
                  <a:cubicBezTo>
                    <a:pt x="526" y="6"/>
                    <a:pt x="481" y="0"/>
                    <a:pt x="450" y="29"/>
                  </a:cubicBezTo>
                  <a:cubicBezTo>
                    <a:pt x="31" y="412"/>
                    <a:pt x="31" y="412"/>
                    <a:pt x="31" y="412"/>
                  </a:cubicBezTo>
                  <a:cubicBezTo>
                    <a:pt x="0" y="441"/>
                    <a:pt x="2" y="485"/>
                    <a:pt x="36" y="511"/>
                  </a:cubicBezTo>
                  <a:lnTo>
                    <a:pt x="280" y="692"/>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1" name="Freeform 7"/>
            <p:cNvSpPr>
              <a:spLocks/>
            </p:cNvSpPr>
            <p:nvPr/>
          </p:nvSpPr>
          <p:spPr bwMode="auto">
            <a:xfrm>
              <a:off x="3478213" y="3551237"/>
              <a:ext cx="1262063" cy="1258888"/>
            </a:xfrm>
            <a:custGeom>
              <a:avLst/>
              <a:gdLst>
                <a:gd name="T0" fmla="*/ 254 w 795"/>
                <a:gd name="T1" fmla="*/ 152 h 793"/>
                <a:gd name="T2" fmla="*/ 452 w 795"/>
                <a:gd name="T3" fmla="*/ 454 h 793"/>
                <a:gd name="T4" fmla="*/ 171 w 795"/>
                <a:gd name="T5" fmla="*/ 228 h 793"/>
                <a:gd name="T6" fmla="*/ 0 w 795"/>
                <a:gd name="T7" fmla="*/ 383 h 793"/>
                <a:gd name="T8" fmla="*/ 376 w 795"/>
                <a:gd name="T9" fmla="*/ 793 h 793"/>
                <a:gd name="T10" fmla="*/ 795 w 795"/>
                <a:gd name="T11" fmla="*/ 408 h 793"/>
                <a:gd name="T12" fmla="*/ 421 w 795"/>
                <a:gd name="T13" fmla="*/ 0 h 793"/>
                <a:gd name="T14" fmla="*/ 254 w 795"/>
                <a:gd name="T15" fmla="*/ 152 h 7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5" h="793">
                  <a:moveTo>
                    <a:pt x="254" y="152"/>
                  </a:moveTo>
                  <a:lnTo>
                    <a:pt x="452" y="454"/>
                  </a:lnTo>
                  <a:lnTo>
                    <a:pt x="171" y="228"/>
                  </a:lnTo>
                  <a:lnTo>
                    <a:pt x="0" y="383"/>
                  </a:lnTo>
                  <a:lnTo>
                    <a:pt x="376" y="793"/>
                  </a:lnTo>
                  <a:lnTo>
                    <a:pt x="795" y="408"/>
                  </a:lnTo>
                  <a:lnTo>
                    <a:pt x="421" y="0"/>
                  </a:lnTo>
                  <a:lnTo>
                    <a:pt x="254" y="152"/>
                  </a:lnTo>
                  <a:close/>
                </a:path>
              </a:pathLst>
            </a:custGeom>
            <a:solidFill>
              <a:srgbClr val="3449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2" name="Freeform 8"/>
            <p:cNvSpPr>
              <a:spLocks/>
            </p:cNvSpPr>
            <p:nvPr/>
          </p:nvSpPr>
          <p:spPr bwMode="auto">
            <a:xfrm>
              <a:off x="4689475" y="982662"/>
              <a:ext cx="952500" cy="1504950"/>
            </a:xfrm>
            <a:custGeom>
              <a:avLst/>
              <a:gdLst>
                <a:gd name="T0" fmla="*/ 374 w 450"/>
                <a:gd name="T1" fmla="*/ 644 h 710"/>
                <a:gd name="T2" fmla="*/ 450 w 450"/>
                <a:gd name="T3" fmla="*/ 552 h 710"/>
                <a:gd name="T4" fmla="*/ 450 w 450"/>
                <a:gd name="T5" fmla="*/ 154 h 710"/>
                <a:gd name="T6" fmla="*/ 374 w 450"/>
                <a:gd name="T7" fmla="*/ 62 h 710"/>
                <a:gd name="T8" fmla="*/ 76 w 450"/>
                <a:gd name="T9" fmla="*/ 8 h 710"/>
                <a:gd name="T10" fmla="*/ 0 w 450"/>
                <a:gd name="T11" fmla="*/ 72 h 710"/>
                <a:gd name="T12" fmla="*/ 0 w 450"/>
                <a:gd name="T13" fmla="*/ 639 h 710"/>
                <a:gd name="T14" fmla="*/ 76 w 450"/>
                <a:gd name="T15" fmla="*/ 702 h 710"/>
                <a:gd name="T16" fmla="*/ 374 w 450"/>
                <a:gd name="T17" fmla="*/ 644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0" h="710">
                  <a:moveTo>
                    <a:pt x="374" y="644"/>
                  </a:moveTo>
                  <a:cubicBezTo>
                    <a:pt x="416" y="636"/>
                    <a:pt x="450" y="594"/>
                    <a:pt x="450" y="552"/>
                  </a:cubicBezTo>
                  <a:cubicBezTo>
                    <a:pt x="450" y="154"/>
                    <a:pt x="450" y="154"/>
                    <a:pt x="450" y="154"/>
                  </a:cubicBezTo>
                  <a:cubicBezTo>
                    <a:pt x="450" y="111"/>
                    <a:pt x="416" y="70"/>
                    <a:pt x="374" y="62"/>
                  </a:cubicBezTo>
                  <a:cubicBezTo>
                    <a:pt x="76" y="8"/>
                    <a:pt x="76" y="8"/>
                    <a:pt x="76" y="8"/>
                  </a:cubicBezTo>
                  <a:cubicBezTo>
                    <a:pt x="34" y="0"/>
                    <a:pt x="0" y="29"/>
                    <a:pt x="0" y="72"/>
                  </a:cubicBezTo>
                  <a:cubicBezTo>
                    <a:pt x="0" y="639"/>
                    <a:pt x="0" y="639"/>
                    <a:pt x="0" y="639"/>
                  </a:cubicBezTo>
                  <a:cubicBezTo>
                    <a:pt x="0" y="681"/>
                    <a:pt x="34" y="710"/>
                    <a:pt x="76" y="702"/>
                  </a:cubicBezTo>
                  <a:lnTo>
                    <a:pt x="374" y="644"/>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3" name="Freeform 9"/>
            <p:cNvSpPr>
              <a:spLocks/>
            </p:cNvSpPr>
            <p:nvPr/>
          </p:nvSpPr>
          <p:spPr bwMode="auto">
            <a:xfrm>
              <a:off x="4529138" y="1311275"/>
              <a:ext cx="879475" cy="904875"/>
            </a:xfrm>
            <a:custGeom>
              <a:avLst/>
              <a:gdLst>
                <a:gd name="T0" fmla="*/ 0 w 554"/>
                <a:gd name="T1" fmla="*/ 227 h 570"/>
                <a:gd name="T2" fmla="*/ 357 w 554"/>
                <a:gd name="T3" fmla="*/ 284 h 570"/>
                <a:gd name="T4" fmla="*/ 0 w 554"/>
                <a:gd name="T5" fmla="*/ 339 h 570"/>
                <a:gd name="T6" fmla="*/ 0 w 554"/>
                <a:gd name="T7" fmla="*/ 570 h 570"/>
                <a:gd name="T8" fmla="*/ 554 w 554"/>
                <a:gd name="T9" fmla="*/ 570 h 570"/>
                <a:gd name="T10" fmla="*/ 554 w 554"/>
                <a:gd name="T11" fmla="*/ 0 h 570"/>
                <a:gd name="T12" fmla="*/ 0 w 554"/>
                <a:gd name="T13" fmla="*/ 0 h 570"/>
                <a:gd name="T14" fmla="*/ 0 w 554"/>
                <a:gd name="T15" fmla="*/ 227 h 5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4" h="570">
                  <a:moveTo>
                    <a:pt x="0" y="227"/>
                  </a:moveTo>
                  <a:lnTo>
                    <a:pt x="357" y="284"/>
                  </a:lnTo>
                  <a:lnTo>
                    <a:pt x="0" y="339"/>
                  </a:lnTo>
                  <a:lnTo>
                    <a:pt x="0" y="570"/>
                  </a:lnTo>
                  <a:lnTo>
                    <a:pt x="554" y="570"/>
                  </a:lnTo>
                  <a:lnTo>
                    <a:pt x="554" y="0"/>
                  </a:lnTo>
                  <a:lnTo>
                    <a:pt x="0" y="0"/>
                  </a:lnTo>
                  <a:lnTo>
                    <a:pt x="0" y="227"/>
                  </a:lnTo>
                  <a:close/>
                </a:path>
              </a:pathLst>
            </a:custGeom>
            <a:solidFill>
              <a:srgbClr val="354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4" name="Freeform 10"/>
            <p:cNvSpPr>
              <a:spLocks/>
            </p:cNvSpPr>
            <p:nvPr/>
          </p:nvSpPr>
          <p:spPr bwMode="auto">
            <a:xfrm>
              <a:off x="576263" y="4383087"/>
              <a:ext cx="1487488" cy="1125538"/>
            </a:xfrm>
            <a:custGeom>
              <a:avLst/>
              <a:gdLst>
                <a:gd name="T0" fmla="*/ 14 w 702"/>
                <a:gd name="T1" fmla="*/ 376 h 531"/>
                <a:gd name="T2" fmla="*/ 94 w 702"/>
                <a:gd name="T3" fmla="*/ 465 h 531"/>
                <a:gd name="T4" fmla="*/ 487 w 702"/>
                <a:gd name="T5" fmla="*/ 525 h 531"/>
                <a:gd name="T6" fmla="*/ 589 w 702"/>
                <a:gd name="T7" fmla="*/ 463 h 531"/>
                <a:gd name="T8" fmla="*/ 688 w 702"/>
                <a:gd name="T9" fmla="*/ 177 h 531"/>
                <a:gd name="T10" fmla="*/ 636 w 702"/>
                <a:gd name="T11" fmla="*/ 92 h 531"/>
                <a:gd name="T12" fmla="*/ 76 w 702"/>
                <a:gd name="T13" fmla="*/ 6 h 531"/>
                <a:gd name="T14" fmla="*/ 2 w 702"/>
                <a:gd name="T15" fmla="*/ 73 h 531"/>
                <a:gd name="T16" fmla="*/ 14 w 702"/>
                <a:gd name="T17" fmla="*/ 376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2" h="531">
                  <a:moveTo>
                    <a:pt x="14" y="376"/>
                  </a:moveTo>
                  <a:cubicBezTo>
                    <a:pt x="15" y="418"/>
                    <a:pt x="51" y="459"/>
                    <a:pt x="94" y="465"/>
                  </a:cubicBezTo>
                  <a:cubicBezTo>
                    <a:pt x="487" y="525"/>
                    <a:pt x="487" y="525"/>
                    <a:pt x="487" y="525"/>
                  </a:cubicBezTo>
                  <a:cubicBezTo>
                    <a:pt x="529" y="531"/>
                    <a:pt x="575" y="503"/>
                    <a:pt x="589" y="463"/>
                  </a:cubicBezTo>
                  <a:cubicBezTo>
                    <a:pt x="688" y="177"/>
                    <a:pt x="688" y="177"/>
                    <a:pt x="688" y="177"/>
                  </a:cubicBezTo>
                  <a:cubicBezTo>
                    <a:pt x="702" y="137"/>
                    <a:pt x="678" y="98"/>
                    <a:pt x="636" y="92"/>
                  </a:cubicBezTo>
                  <a:cubicBezTo>
                    <a:pt x="76" y="6"/>
                    <a:pt x="76" y="6"/>
                    <a:pt x="76" y="6"/>
                  </a:cubicBezTo>
                  <a:cubicBezTo>
                    <a:pt x="33" y="0"/>
                    <a:pt x="0" y="30"/>
                    <a:pt x="2" y="73"/>
                  </a:cubicBezTo>
                  <a:lnTo>
                    <a:pt x="14" y="376"/>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5" name="Freeform 11"/>
            <p:cNvSpPr>
              <a:spLocks/>
            </p:cNvSpPr>
            <p:nvPr/>
          </p:nvSpPr>
          <p:spPr bwMode="auto">
            <a:xfrm>
              <a:off x="747713" y="4373562"/>
              <a:ext cx="1008063" cy="892175"/>
            </a:xfrm>
            <a:custGeom>
              <a:avLst/>
              <a:gdLst>
                <a:gd name="T0" fmla="*/ 410 w 635"/>
                <a:gd name="T1" fmla="*/ 52 h 562"/>
                <a:gd name="T2" fmla="*/ 307 w 635"/>
                <a:gd name="T3" fmla="*/ 348 h 562"/>
                <a:gd name="T4" fmla="*/ 300 w 635"/>
                <a:gd name="T5" fmla="*/ 34 h 562"/>
                <a:gd name="T6" fmla="*/ 72 w 635"/>
                <a:gd name="T7" fmla="*/ 0 h 562"/>
                <a:gd name="T8" fmla="*/ 0 w 635"/>
                <a:gd name="T9" fmla="*/ 476 h 562"/>
                <a:gd name="T10" fmla="*/ 562 w 635"/>
                <a:gd name="T11" fmla="*/ 562 h 562"/>
                <a:gd name="T12" fmla="*/ 635 w 635"/>
                <a:gd name="T13" fmla="*/ 85 h 562"/>
                <a:gd name="T14" fmla="*/ 410 w 635"/>
                <a:gd name="T15" fmla="*/ 52 h 5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5" h="562">
                  <a:moveTo>
                    <a:pt x="410" y="52"/>
                  </a:moveTo>
                  <a:lnTo>
                    <a:pt x="307" y="348"/>
                  </a:lnTo>
                  <a:lnTo>
                    <a:pt x="300" y="34"/>
                  </a:lnTo>
                  <a:lnTo>
                    <a:pt x="72" y="0"/>
                  </a:lnTo>
                  <a:lnTo>
                    <a:pt x="0" y="476"/>
                  </a:lnTo>
                  <a:lnTo>
                    <a:pt x="562" y="562"/>
                  </a:lnTo>
                  <a:lnTo>
                    <a:pt x="635" y="85"/>
                  </a:lnTo>
                  <a:lnTo>
                    <a:pt x="410" y="52"/>
                  </a:lnTo>
                  <a:close/>
                </a:path>
              </a:pathLst>
            </a:custGeom>
            <a:solidFill>
              <a:srgbClr val="344A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6" name="Freeform 14"/>
            <p:cNvSpPr>
              <a:spLocks/>
            </p:cNvSpPr>
            <p:nvPr/>
          </p:nvSpPr>
          <p:spPr bwMode="auto">
            <a:xfrm>
              <a:off x="0" y="-1588"/>
              <a:ext cx="5060950" cy="4983163"/>
            </a:xfrm>
            <a:custGeom>
              <a:avLst/>
              <a:gdLst>
                <a:gd name="T0" fmla="*/ 0 w 2389"/>
                <a:gd name="T1" fmla="*/ 0 h 2352"/>
                <a:gd name="T2" fmla="*/ 0 w 2389"/>
                <a:gd name="T3" fmla="*/ 1954 h 2352"/>
                <a:gd name="T4" fmla="*/ 981 w 2389"/>
                <a:gd name="T5" fmla="*/ 2352 h 2352"/>
                <a:gd name="T6" fmla="*/ 2389 w 2389"/>
                <a:gd name="T7" fmla="*/ 945 h 2352"/>
                <a:gd name="T8" fmla="*/ 2024 w 2389"/>
                <a:gd name="T9" fmla="*/ 0 h 2352"/>
                <a:gd name="T10" fmla="*/ 0 w 2389"/>
                <a:gd name="T11" fmla="*/ 0 h 2352"/>
              </a:gdLst>
              <a:ahLst/>
              <a:cxnLst>
                <a:cxn ang="0">
                  <a:pos x="T0" y="T1"/>
                </a:cxn>
                <a:cxn ang="0">
                  <a:pos x="T2" y="T3"/>
                </a:cxn>
                <a:cxn ang="0">
                  <a:pos x="T4" y="T5"/>
                </a:cxn>
                <a:cxn ang="0">
                  <a:pos x="T6" y="T7"/>
                </a:cxn>
                <a:cxn ang="0">
                  <a:pos x="T8" y="T9"/>
                </a:cxn>
                <a:cxn ang="0">
                  <a:pos x="T10" y="T11"/>
                </a:cxn>
              </a:cxnLst>
              <a:rect l="0" t="0" r="r" b="b"/>
              <a:pathLst>
                <a:path w="2389" h="2352">
                  <a:moveTo>
                    <a:pt x="0" y="0"/>
                  </a:moveTo>
                  <a:cubicBezTo>
                    <a:pt x="0" y="1954"/>
                    <a:pt x="0" y="1954"/>
                    <a:pt x="0" y="1954"/>
                  </a:cubicBezTo>
                  <a:cubicBezTo>
                    <a:pt x="254" y="2201"/>
                    <a:pt x="600" y="2352"/>
                    <a:pt x="981" y="2352"/>
                  </a:cubicBezTo>
                  <a:cubicBezTo>
                    <a:pt x="1759" y="2352"/>
                    <a:pt x="2389" y="1722"/>
                    <a:pt x="2389" y="945"/>
                  </a:cubicBezTo>
                  <a:cubicBezTo>
                    <a:pt x="2389" y="581"/>
                    <a:pt x="2251" y="249"/>
                    <a:pt x="2024" y="0"/>
                  </a:cubicBezTo>
                  <a:cubicBezTo>
                    <a:pt x="0" y="0"/>
                    <a:pt x="0" y="0"/>
                    <a:pt x="0" y="0"/>
                  </a:cubicBezTo>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7" name="Freeform 15"/>
            <p:cNvSpPr>
              <a:spLocks/>
            </p:cNvSpPr>
            <p:nvPr/>
          </p:nvSpPr>
          <p:spPr bwMode="auto">
            <a:xfrm>
              <a:off x="0" y="-1588"/>
              <a:ext cx="4976813" cy="4897438"/>
            </a:xfrm>
            <a:custGeom>
              <a:avLst/>
              <a:gdLst>
                <a:gd name="T0" fmla="*/ 2349 w 2349"/>
                <a:gd name="T1" fmla="*/ 945 h 2312"/>
                <a:gd name="T2" fmla="*/ 1970 w 2349"/>
                <a:gd name="T3" fmla="*/ 0 h 2312"/>
                <a:gd name="T4" fmla="*/ 0 w 2349"/>
                <a:gd name="T5" fmla="*/ 0 h 2312"/>
                <a:gd name="T6" fmla="*/ 0 w 2349"/>
                <a:gd name="T7" fmla="*/ 1897 h 2312"/>
                <a:gd name="T8" fmla="*/ 981 w 2349"/>
                <a:gd name="T9" fmla="*/ 2312 h 2312"/>
                <a:gd name="T10" fmla="*/ 2349 w 2349"/>
                <a:gd name="T11" fmla="*/ 945 h 2312"/>
              </a:gdLst>
              <a:ahLst/>
              <a:cxnLst>
                <a:cxn ang="0">
                  <a:pos x="T0" y="T1"/>
                </a:cxn>
                <a:cxn ang="0">
                  <a:pos x="T2" y="T3"/>
                </a:cxn>
                <a:cxn ang="0">
                  <a:pos x="T4" y="T5"/>
                </a:cxn>
                <a:cxn ang="0">
                  <a:pos x="T6" y="T7"/>
                </a:cxn>
                <a:cxn ang="0">
                  <a:pos x="T8" y="T9"/>
                </a:cxn>
                <a:cxn ang="0">
                  <a:pos x="T10" y="T11"/>
                </a:cxn>
              </a:cxnLst>
              <a:rect l="0" t="0" r="r" b="b"/>
              <a:pathLst>
                <a:path w="2349" h="2312">
                  <a:moveTo>
                    <a:pt x="2349" y="945"/>
                  </a:moveTo>
                  <a:cubicBezTo>
                    <a:pt x="2349" y="578"/>
                    <a:pt x="2204" y="245"/>
                    <a:pt x="1970" y="0"/>
                  </a:cubicBezTo>
                  <a:cubicBezTo>
                    <a:pt x="0" y="0"/>
                    <a:pt x="0" y="0"/>
                    <a:pt x="0" y="0"/>
                  </a:cubicBezTo>
                  <a:cubicBezTo>
                    <a:pt x="0" y="1897"/>
                    <a:pt x="0" y="1897"/>
                    <a:pt x="0" y="1897"/>
                  </a:cubicBezTo>
                  <a:cubicBezTo>
                    <a:pt x="249" y="2153"/>
                    <a:pt x="596" y="2312"/>
                    <a:pt x="981" y="2312"/>
                  </a:cubicBezTo>
                  <a:cubicBezTo>
                    <a:pt x="1736" y="2312"/>
                    <a:pt x="2349" y="1700"/>
                    <a:pt x="2349" y="945"/>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8" name="Freeform 16"/>
            <p:cNvSpPr>
              <a:spLocks/>
            </p:cNvSpPr>
            <p:nvPr/>
          </p:nvSpPr>
          <p:spPr bwMode="auto">
            <a:xfrm>
              <a:off x="5641975" y="903287"/>
              <a:ext cx="922338" cy="1582738"/>
            </a:xfrm>
            <a:custGeom>
              <a:avLst/>
              <a:gdLst>
                <a:gd name="T0" fmla="*/ 68 w 435"/>
                <a:gd name="T1" fmla="*/ 96 h 747"/>
                <a:gd name="T2" fmla="*/ 0 w 435"/>
                <a:gd name="T3" fmla="*/ 190 h 747"/>
                <a:gd name="T4" fmla="*/ 0 w 435"/>
                <a:gd name="T5" fmla="*/ 600 h 747"/>
                <a:gd name="T6" fmla="*/ 70 w 435"/>
                <a:gd name="T7" fmla="*/ 687 h 747"/>
                <a:gd name="T8" fmla="*/ 307 w 435"/>
                <a:gd name="T9" fmla="*/ 739 h 747"/>
                <a:gd name="T10" fmla="*/ 389 w 435"/>
                <a:gd name="T11" fmla="*/ 684 h 747"/>
                <a:gd name="T12" fmla="*/ 427 w 435"/>
                <a:gd name="T13" fmla="*/ 463 h 747"/>
                <a:gd name="T14" fmla="*/ 429 w 435"/>
                <a:gd name="T15" fmla="*/ 322 h 747"/>
                <a:gd name="T16" fmla="*/ 390 w 435"/>
                <a:gd name="T17" fmla="*/ 60 h 747"/>
                <a:gd name="T18" fmla="*/ 312 w 435"/>
                <a:gd name="T19" fmla="*/ 12 h 747"/>
                <a:gd name="T20" fmla="*/ 68 w 435"/>
                <a:gd name="T21" fmla="*/ 96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5" h="747">
                  <a:moveTo>
                    <a:pt x="68" y="96"/>
                  </a:moveTo>
                  <a:cubicBezTo>
                    <a:pt x="31" y="108"/>
                    <a:pt x="0" y="151"/>
                    <a:pt x="0" y="190"/>
                  </a:cubicBezTo>
                  <a:cubicBezTo>
                    <a:pt x="0" y="600"/>
                    <a:pt x="0" y="600"/>
                    <a:pt x="0" y="600"/>
                  </a:cubicBezTo>
                  <a:cubicBezTo>
                    <a:pt x="0" y="640"/>
                    <a:pt x="32" y="679"/>
                    <a:pt x="70" y="687"/>
                  </a:cubicBezTo>
                  <a:cubicBezTo>
                    <a:pt x="307" y="739"/>
                    <a:pt x="307" y="739"/>
                    <a:pt x="307" y="739"/>
                  </a:cubicBezTo>
                  <a:cubicBezTo>
                    <a:pt x="346" y="747"/>
                    <a:pt x="383" y="723"/>
                    <a:pt x="389" y="684"/>
                  </a:cubicBezTo>
                  <a:cubicBezTo>
                    <a:pt x="427" y="463"/>
                    <a:pt x="427" y="463"/>
                    <a:pt x="427" y="463"/>
                  </a:cubicBezTo>
                  <a:cubicBezTo>
                    <a:pt x="434" y="425"/>
                    <a:pt x="435" y="361"/>
                    <a:pt x="429" y="322"/>
                  </a:cubicBezTo>
                  <a:cubicBezTo>
                    <a:pt x="390" y="60"/>
                    <a:pt x="390" y="60"/>
                    <a:pt x="390" y="60"/>
                  </a:cubicBezTo>
                  <a:cubicBezTo>
                    <a:pt x="384" y="21"/>
                    <a:pt x="349" y="0"/>
                    <a:pt x="312" y="12"/>
                  </a:cubicBezTo>
                  <a:lnTo>
                    <a:pt x="68" y="96"/>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9" name="Freeform 17"/>
            <p:cNvSpPr>
              <a:spLocks/>
            </p:cNvSpPr>
            <p:nvPr/>
          </p:nvSpPr>
          <p:spPr bwMode="auto">
            <a:xfrm>
              <a:off x="6180138" y="900112"/>
              <a:ext cx="381000" cy="1585913"/>
            </a:xfrm>
            <a:custGeom>
              <a:avLst/>
              <a:gdLst>
                <a:gd name="T0" fmla="*/ 13 w 180"/>
                <a:gd name="T1" fmla="*/ 27 h 748"/>
                <a:gd name="T2" fmla="*/ 28 w 180"/>
                <a:gd name="T3" fmla="*/ 60 h 748"/>
                <a:gd name="T4" fmla="*/ 67 w 180"/>
                <a:gd name="T5" fmla="*/ 323 h 748"/>
                <a:gd name="T6" fmla="*/ 65 w 180"/>
                <a:gd name="T7" fmla="*/ 464 h 748"/>
                <a:gd name="T8" fmla="*/ 27 w 180"/>
                <a:gd name="T9" fmla="*/ 685 h 748"/>
                <a:gd name="T10" fmla="*/ 0 w 180"/>
                <a:gd name="T11" fmla="*/ 728 h 748"/>
                <a:gd name="T12" fmla="*/ 52 w 180"/>
                <a:gd name="T13" fmla="*/ 740 h 748"/>
                <a:gd name="T14" fmla="*/ 134 w 180"/>
                <a:gd name="T15" fmla="*/ 685 h 748"/>
                <a:gd name="T16" fmla="*/ 172 w 180"/>
                <a:gd name="T17" fmla="*/ 464 h 748"/>
                <a:gd name="T18" fmla="*/ 174 w 180"/>
                <a:gd name="T19" fmla="*/ 323 h 748"/>
                <a:gd name="T20" fmla="*/ 135 w 180"/>
                <a:gd name="T21" fmla="*/ 60 h 748"/>
                <a:gd name="T22" fmla="*/ 57 w 180"/>
                <a:gd name="T23" fmla="*/ 12 h 748"/>
                <a:gd name="T24" fmla="*/ 13 w 180"/>
                <a:gd name="T25" fmla="*/ 27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748">
                  <a:moveTo>
                    <a:pt x="13" y="27"/>
                  </a:moveTo>
                  <a:cubicBezTo>
                    <a:pt x="20" y="36"/>
                    <a:pt x="26" y="47"/>
                    <a:pt x="28" y="60"/>
                  </a:cubicBezTo>
                  <a:cubicBezTo>
                    <a:pt x="67" y="323"/>
                    <a:pt x="67" y="323"/>
                    <a:pt x="67" y="323"/>
                  </a:cubicBezTo>
                  <a:cubicBezTo>
                    <a:pt x="73" y="362"/>
                    <a:pt x="72" y="425"/>
                    <a:pt x="65" y="464"/>
                  </a:cubicBezTo>
                  <a:cubicBezTo>
                    <a:pt x="27" y="685"/>
                    <a:pt x="27" y="685"/>
                    <a:pt x="27" y="685"/>
                  </a:cubicBezTo>
                  <a:cubicBezTo>
                    <a:pt x="24" y="703"/>
                    <a:pt x="14" y="718"/>
                    <a:pt x="0" y="728"/>
                  </a:cubicBezTo>
                  <a:cubicBezTo>
                    <a:pt x="52" y="740"/>
                    <a:pt x="52" y="740"/>
                    <a:pt x="52" y="740"/>
                  </a:cubicBezTo>
                  <a:cubicBezTo>
                    <a:pt x="91" y="748"/>
                    <a:pt x="127" y="723"/>
                    <a:pt x="134" y="685"/>
                  </a:cubicBezTo>
                  <a:cubicBezTo>
                    <a:pt x="172" y="464"/>
                    <a:pt x="172" y="464"/>
                    <a:pt x="172" y="464"/>
                  </a:cubicBezTo>
                  <a:cubicBezTo>
                    <a:pt x="179" y="425"/>
                    <a:pt x="180" y="362"/>
                    <a:pt x="174" y="323"/>
                  </a:cubicBezTo>
                  <a:cubicBezTo>
                    <a:pt x="135" y="60"/>
                    <a:pt x="135" y="60"/>
                    <a:pt x="135" y="60"/>
                  </a:cubicBezTo>
                  <a:cubicBezTo>
                    <a:pt x="129" y="21"/>
                    <a:pt x="94" y="0"/>
                    <a:pt x="57" y="12"/>
                  </a:cubicBezTo>
                  <a:lnTo>
                    <a:pt x="13" y="27"/>
                  </a:lnTo>
                  <a:close/>
                </a:path>
              </a:pathLst>
            </a:custGeom>
            <a:solidFill>
              <a:srgbClr val="774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0" name="Freeform 18"/>
            <p:cNvSpPr>
              <a:spLocks/>
            </p:cNvSpPr>
            <p:nvPr/>
          </p:nvSpPr>
          <p:spPr bwMode="auto">
            <a:xfrm>
              <a:off x="4183063" y="4297362"/>
              <a:ext cx="1531938" cy="1427163"/>
            </a:xfrm>
            <a:custGeom>
              <a:avLst/>
              <a:gdLst>
                <a:gd name="T0" fmla="*/ 455 w 723"/>
                <a:gd name="T1" fmla="*/ 19 h 674"/>
                <a:gd name="T2" fmla="*/ 339 w 723"/>
                <a:gd name="T3" fmla="*/ 33 h 674"/>
                <a:gd name="T4" fmla="*/ 37 w 723"/>
                <a:gd name="T5" fmla="*/ 310 h 674"/>
                <a:gd name="T6" fmla="*/ 20 w 723"/>
                <a:gd name="T7" fmla="*/ 420 h 674"/>
                <a:gd name="T8" fmla="*/ 142 w 723"/>
                <a:gd name="T9" fmla="*/ 630 h 674"/>
                <a:gd name="T10" fmla="*/ 237 w 723"/>
                <a:gd name="T11" fmla="*/ 653 h 674"/>
                <a:gd name="T12" fmla="*/ 426 w 723"/>
                <a:gd name="T13" fmla="*/ 533 h 674"/>
                <a:gd name="T14" fmla="*/ 531 w 723"/>
                <a:gd name="T15" fmla="*/ 439 h 674"/>
                <a:gd name="T16" fmla="*/ 698 w 723"/>
                <a:gd name="T17" fmla="*/ 233 h 674"/>
                <a:gd name="T18" fmla="*/ 681 w 723"/>
                <a:gd name="T19" fmla="*/ 143 h 674"/>
                <a:gd name="T20" fmla="*/ 455 w 723"/>
                <a:gd name="T21" fmla="*/ 19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3" h="674">
                  <a:moveTo>
                    <a:pt x="455" y="19"/>
                  </a:moveTo>
                  <a:cubicBezTo>
                    <a:pt x="420" y="0"/>
                    <a:pt x="368" y="6"/>
                    <a:pt x="339" y="33"/>
                  </a:cubicBezTo>
                  <a:cubicBezTo>
                    <a:pt x="37" y="310"/>
                    <a:pt x="37" y="310"/>
                    <a:pt x="37" y="310"/>
                  </a:cubicBezTo>
                  <a:cubicBezTo>
                    <a:pt x="8" y="336"/>
                    <a:pt x="0" y="386"/>
                    <a:pt x="20" y="420"/>
                  </a:cubicBezTo>
                  <a:cubicBezTo>
                    <a:pt x="142" y="630"/>
                    <a:pt x="142" y="630"/>
                    <a:pt x="142" y="630"/>
                  </a:cubicBezTo>
                  <a:cubicBezTo>
                    <a:pt x="161" y="664"/>
                    <a:pt x="204" y="674"/>
                    <a:pt x="237" y="653"/>
                  </a:cubicBezTo>
                  <a:cubicBezTo>
                    <a:pt x="426" y="533"/>
                    <a:pt x="426" y="533"/>
                    <a:pt x="426" y="533"/>
                  </a:cubicBezTo>
                  <a:cubicBezTo>
                    <a:pt x="459" y="511"/>
                    <a:pt x="506" y="469"/>
                    <a:pt x="531" y="439"/>
                  </a:cubicBezTo>
                  <a:cubicBezTo>
                    <a:pt x="698" y="233"/>
                    <a:pt x="698" y="233"/>
                    <a:pt x="698" y="233"/>
                  </a:cubicBezTo>
                  <a:cubicBezTo>
                    <a:pt x="723" y="202"/>
                    <a:pt x="715" y="162"/>
                    <a:pt x="681" y="143"/>
                  </a:cubicBezTo>
                  <a:lnTo>
                    <a:pt x="455" y="19"/>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1" name="Freeform 19"/>
            <p:cNvSpPr>
              <a:spLocks/>
            </p:cNvSpPr>
            <p:nvPr/>
          </p:nvSpPr>
          <p:spPr bwMode="auto">
            <a:xfrm>
              <a:off x="4425950" y="4552950"/>
              <a:ext cx="1289050" cy="1171575"/>
            </a:xfrm>
            <a:custGeom>
              <a:avLst/>
              <a:gdLst>
                <a:gd name="T0" fmla="*/ 525 w 608"/>
                <a:gd name="T1" fmla="*/ 0 h 553"/>
                <a:gd name="T2" fmla="*/ 511 w 608"/>
                <a:gd name="T3" fmla="*/ 33 h 553"/>
                <a:gd name="T4" fmla="*/ 344 w 608"/>
                <a:gd name="T5" fmla="*/ 239 h 553"/>
                <a:gd name="T6" fmla="*/ 239 w 608"/>
                <a:gd name="T7" fmla="*/ 333 h 553"/>
                <a:gd name="T8" fmla="*/ 50 w 608"/>
                <a:gd name="T9" fmla="*/ 453 h 553"/>
                <a:gd name="T10" fmla="*/ 0 w 608"/>
                <a:gd name="T11" fmla="*/ 463 h 553"/>
                <a:gd name="T12" fmla="*/ 27 w 608"/>
                <a:gd name="T13" fmla="*/ 509 h 553"/>
                <a:gd name="T14" fmla="*/ 122 w 608"/>
                <a:gd name="T15" fmla="*/ 532 h 553"/>
                <a:gd name="T16" fmla="*/ 311 w 608"/>
                <a:gd name="T17" fmla="*/ 412 h 553"/>
                <a:gd name="T18" fmla="*/ 416 w 608"/>
                <a:gd name="T19" fmla="*/ 318 h 553"/>
                <a:gd name="T20" fmla="*/ 583 w 608"/>
                <a:gd name="T21" fmla="*/ 112 h 553"/>
                <a:gd name="T22" fmla="*/ 566 w 608"/>
                <a:gd name="T23" fmla="*/ 22 h 553"/>
                <a:gd name="T24" fmla="*/ 525 w 608"/>
                <a:gd name="T25" fmla="*/ 0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8" h="553">
                  <a:moveTo>
                    <a:pt x="525" y="0"/>
                  </a:moveTo>
                  <a:cubicBezTo>
                    <a:pt x="524" y="11"/>
                    <a:pt x="519" y="22"/>
                    <a:pt x="511" y="33"/>
                  </a:cubicBezTo>
                  <a:cubicBezTo>
                    <a:pt x="344" y="239"/>
                    <a:pt x="344" y="239"/>
                    <a:pt x="344" y="239"/>
                  </a:cubicBezTo>
                  <a:cubicBezTo>
                    <a:pt x="319" y="269"/>
                    <a:pt x="272" y="311"/>
                    <a:pt x="239" y="333"/>
                  </a:cubicBezTo>
                  <a:cubicBezTo>
                    <a:pt x="50" y="453"/>
                    <a:pt x="50" y="453"/>
                    <a:pt x="50" y="453"/>
                  </a:cubicBezTo>
                  <a:cubicBezTo>
                    <a:pt x="35" y="463"/>
                    <a:pt x="17" y="466"/>
                    <a:pt x="0" y="463"/>
                  </a:cubicBezTo>
                  <a:cubicBezTo>
                    <a:pt x="27" y="509"/>
                    <a:pt x="27" y="509"/>
                    <a:pt x="27" y="509"/>
                  </a:cubicBezTo>
                  <a:cubicBezTo>
                    <a:pt x="46" y="543"/>
                    <a:pt x="89" y="553"/>
                    <a:pt x="122" y="532"/>
                  </a:cubicBezTo>
                  <a:cubicBezTo>
                    <a:pt x="311" y="412"/>
                    <a:pt x="311" y="412"/>
                    <a:pt x="311" y="412"/>
                  </a:cubicBezTo>
                  <a:cubicBezTo>
                    <a:pt x="344" y="390"/>
                    <a:pt x="391" y="348"/>
                    <a:pt x="416" y="318"/>
                  </a:cubicBezTo>
                  <a:cubicBezTo>
                    <a:pt x="583" y="112"/>
                    <a:pt x="583" y="112"/>
                    <a:pt x="583" y="112"/>
                  </a:cubicBezTo>
                  <a:cubicBezTo>
                    <a:pt x="608" y="81"/>
                    <a:pt x="600" y="41"/>
                    <a:pt x="566" y="22"/>
                  </a:cubicBezTo>
                  <a:lnTo>
                    <a:pt x="525" y="0"/>
                  </a:lnTo>
                  <a:close/>
                </a:path>
              </a:pathLst>
            </a:custGeom>
            <a:solidFill>
              <a:srgbClr val="774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2" name="Freeform 20"/>
            <p:cNvSpPr>
              <a:spLocks/>
            </p:cNvSpPr>
            <p:nvPr/>
          </p:nvSpPr>
          <p:spPr bwMode="auto">
            <a:xfrm>
              <a:off x="119063" y="2930525"/>
              <a:ext cx="2022475" cy="1533525"/>
            </a:xfrm>
            <a:custGeom>
              <a:avLst/>
              <a:gdLst>
                <a:gd name="T0" fmla="*/ 126 w 955"/>
                <a:gd name="T1" fmla="*/ 2 h 724"/>
                <a:gd name="T2" fmla="*/ 938 w 955"/>
                <a:gd name="T3" fmla="*/ 158 h 724"/>
                <a:gd name="T4" fmla="*/ 953 w 955"/>
                <a:gd name="T5" fmla="*/ 180 h 724"/>
                <a:gd name="T6" fmla="*/ 852 w 955"/>
                <a:gd name="T7" fmla="*/ 707 h 724"/>
                <a:gd name="T8" fmla="*/ 830 w 955"/>
                <a:gd name="T9" fmla="*/ 722 h 724"/>
                <a:gd name="T10" fmla="*/ 18 w 955"/>
                <a:gd name="T11" fmla="*/ 566 h 724"/>
                <a:gd name="T12" fmla="*/ 2 w 955"/>
                <a:gd name="T13" fmla="*/ 544 h 724"/>
                <a:gd name="T14" fmla="*/ 104 w 955"/>
                <a:gd name="T15" fmla="*/ 17 h 724"/>
                <a:gd name="T16" fmla="*/ 126 w 955"/>
                <a:gd name="T17" fmla="*/ 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5" h="724">
                  <a:moveTo>
                    <a:pt x="126" y="2"/>
                  </a:moveTo>
                  <a:cubicBezTo>
                    <a:pt x="938" y="158"/>
                    <a:pt x="938" y="158"/>
                    <a:pt x="938" y="158"/>
                  </a:cubicBezTo>
                  <a:cubicBezTo>
                    <a:pt x="949" y="160"/>
                    <a:pt x="955" y="170"/>
                    <a:pt x="953" y="180"/>
                  </a:cubicBezTo>
                  <a:cubicBezTo>
                    <a:pt x="852" y="707"/>
                    <a:pt x="852" y="707"/>
                    <a:pt x="852" y="707"/>
                  </a:cubicBezTo>
                  <a:cubicBezTo>
                    <a:pt x="850" y="717"/>
                    <a:pt x="840" y="724"/>
                    <a:pt x="830" y="722"/>
                  </a:cubicBezTo>
                  <a:cubicBezTo>
                    <a:pt x="18" y="566"/>
                    <a:pt x="18" y="566"/>
                    <a:pt x="18" y="566"/>
                  </a:cubicBezTo>
                  <a:cubicBezTo>
                    <a:pt x="7" y="564"/>
                    <a:pt x="0" y="554"/>
                    <a:pt x="2" y="544"/>
                  </a:cubicBezTo>
                  <a:cubicBezTo>
                    <a:pt x="104" y="17"/>
                    <a:pt x="104" y="17"/>
                    <a:pt x="104" y="17"/>
                  </a:cubicBezTo>
                  <a:cubicBezTo>
                    <a:pt x="106" y="7"/>
                    <a:pt x="116" y="0"/>
                    <a:pt x="126"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3" name="Freeform 21"/>
            <p:cNvSpPr>
              <a:spLocks/>
            </p:cNvSpPr>
            <p:nvPr/>
          </p:nvSpPr>
          <p:spPr bwMode="auto">
            <a:xfrm>
              <a:off x="1917700" y="3397250"/>
              <a:ext cx="88900" cy="77788"/>
            </a:xfrm>
            <a:custGeom>
              <a:avLst/>
              <a:gdLst>
                <a:gd name="T0" fmla="*/ 11 w 42"/>
                <a:gd name="T1" fmla="*/ 1 h 37"/>
                <a:gd name="T2" fmla="*/ 37 w 42"/>
                <a:gd name="T3" fmla="*/ 6 h 37"/>
                <a:gd name="T4" fmla="*/ 42 w 42"/>
                <a:gd name="T5" fmla="*/ 12 h 37"/>
                <a:gd name="T6" fmla="*/ 38 w 42"/>
                <a:gd name="T7" fmla="*/ 32 h 37"/>
                <a:gd name="T8" fmla="*/ 31 w 42"/>
                <a:gd name="T9" fmla="*/ 36 h 37"/>
                <a:gd name="T10" fmla="*/ 5 w 42"/>
                <a:gd name="T11" fmla="*/ 31 h 37"/>
                <a:gd name="T12" fmla="*/ 1 w 42"/>
                <a:gd name="T13" fmla="*/ 25 h 37"/>
                <a:gd name="T14" fmla="*/ 4 w 42"/>
                <a:gd name="T15" fmla="*/ 5 h 37"/>
                <a:gd name="T16" fmla="*/ 11 w 42"/>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11" y="1"/>
                  </a:moveTo>
                  <a:cubicBezTo>
                    <a:pt x="37" y="6"/>
                    <a:pt x="37" y="6"/>
                    <a:pt x="37" y="6"/>
                  </a:cubicBezTo>
                  <a:cubicBezTo>
                    <a:pt x="40" y="6"/>
                    <a:pt x="42" y="9"/>
                    <a:pt x="42" y="12"/>
                  </a:cubicBezTo>
                  <a:cubicBezTo>
                    <a:pt x="38" y="32"/>
                    <a:pt x="38" y="32"/>
                    <a:pt x="38" y="32"/>
                  </a:cubicBezTo>
                  <a:cubicBezTo>
                    <a:pt x="37" y="35"/>
                    <a:pt x="34" y="37"/>
                    <a:pt x="31" y="36"/>
                  </a:cubicBezTo>
                  <a:cubicBezTo>
                    <a:pt x="5" y="31"/>
                    <a:pt x="5" y="31"/>
                    <a:pt x="5" y="31"/>
                  </a:cubicBezTo>
                  <a:cubicBezTo>
                    <a:pt x="2" y="31"/>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4" name="Freeform 22"/>
            <p:cNvSpPr>
              <a:spLocks/>
            </p:cNvSpPr>
            <p:nvPr/>
          </p:nvSpPr>
          <p:spPr bwMode="auto">
            <a:xfrm>
              <a:off x="1898650" y="3476625"/>
              <a:ext cx="93663" cy="95250"/>
            </a:xfrm>
            <a:custGeom>
              <a:avLst/>
              <a:gdLst>
                <a:gd name="T0" fmla="*/ 14 w 44"/>
                <a:gd name="T1" fmla="*/ 0 h 45"/>
                <a:gd name="T2" fmla="*/ 38 w 44"/>
                <a:gd name="T3" fmla="*/ 5 h 45"/>
                <a:gd name="T4" fmla="*/ 43 w 44"/>
                <a:gd name="T5" fmla="*/ 13 h 45"/>
                <a:gd name="T6" fmla="*/ 38 w 44"/>
                <a:gd name="T7" fmla="*/ 39 h 45"/>
                <a:gd name="T8" fmla="*/ 30 w 44"/>
                <a:gd name="T9" fmla="*/ 44 h 45"/>
                <a:gd name="T10" fmla="*/ 6 w 44"/>
                <a:gd name="T11" fmla="*/ 40 h 45"/>
                <a:gd name="T12" fmla="*/ 1 w 44"/>
                <a:gd name="T13" fmla="*/ 32 h 45"/>
                <a:gd name="T14" fmla="*/ 6 w 44"/>
                <a:gd name="T15" fmla="*/ 6 h 45"/>
                <a:gd name="T16" fmla="*/ 14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14" y="0"/>
                  </a:moveTo>
                  <a:cubicBezTo>
                    <a:pt x="38" y="5"/>
                    <a:pt x="38" y="5"/>
                    <a:pt x="38" y="5"/>
                  </a:cubicBezTo>
                  <a:cubicBezTo>
                    <a:pt x="41" y="5"/>
                    <a:pt x="44" y="9"/>
                    <a:pt x="43" y="13"/>
                  </a:cubicBezTo>
                  <a:cubicBezTo>
                    <a:pt x="38" y="39"/>
                    <a:pt x="38" y="39"/>
                    <a:pt x="38" y="39"/>
                  </a:cubicBezTo>
                  <a:cubicBezTo>
                    <a:pt x="37" y="43"/>
                    <a:pt x="34" y="45"/>
                    <a:pt x="30" y="44"/>
                  </a:cubicBezTo>
                  <a:cubicBezTo>
                    <a:pt x="6" y="40"/>
                    <a:pt x="6" y="40"/>
                    <a:pt x="6"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5" name="Freeform 23"/>
            <p:cNvSpPr>
              <a:spLocks/>
            </p:cNvSpPr>
            <p:nvPr/>
          </p:nvSpPr>
          <p:spPr bwMode="auto">
            <a:xfrm>
              <a:off x="1879600" y="3575050"/>
              <a:ext cx="93663" cy="96838"/>
            </a:xfrm>
            <a:custGeom>
              <a:avLst/>
              <a:gdLst>
                <a:gd name="T0" fmla="*/ 14 w 44"/>
                <a:gd name="T1" fmla="*/ 1 h 46"/>
                <a:gd name="T2" fmla="*/ 38 w 44"/>
                <a:gd name="T3" fmla="*/ 5 h 46"/>
                <a:gd name="T4" fmla="*/ 43 w 44"/>
                <a:gd name="T5" fmla="*/ 13 h 46"/>
                <a:gd name="T6" fmla="*/ 38 w 44"/>
                <a:gd name="T7" fmla="*/ 40 h 46"/>
                <a:gd name="T8" fmla="*/ 30 w 44"/>
                <a:gd name="T9" fmla="*/ 45 h 46"/>
                <a:gd name="T10" fmla="*/ 6 w 44"/>
                <a:gd name="T11" fmla="*/ 40 h 46"/>
                <a:gd name="T12" fmla="*/ 1 w 44"/>
                <a:gd name="T13" fmla="*/ 32 h 46"/>
                <a:gd name="T14" fmla="*/ 6 w 44"/>
                <a:gd name="T15" fmla="*/ 6 h 46"/>
                <a:gd name="T16" fmla="*/ 14 w 44"/>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6">
                  <a:moveTo>
                    <a:pt x="14" y="1"/>
                  </a:moveTo>
                  <a:cubicBezTo>
                    <a:pt x="38" y="5"/>
                    <a:pt x="38" y="5"/>
                    <a:pt x="38" y="5"/>
                  </a:cubicBezTo>
                  <a:cubicBezTo>
                    <a:pt x="42" y="6"/>
                    <a:pt x="44" y="10"/>
                    <a:pt x="43" y="13"/>
                  </a:cubicBezTo>
                  <a:cubicBezTo>
                    <a:pt x="38" y="40"/>
                    <a:pt x="38" y="40"/>
                    <a:pt x="38" y="40"/>
                  </a:cubicBezTo>
                  <a:cubicBezTo>
                    <a:pt x="38" y="43"/>
                    <a:pt x="34" y="46"/>
                    <a:pt x="30" y="45"/>
                  </a:cubicBezTo>
                  <a:cubicBezTo>
                    <a:pt x="6" y="40"/>
                    <a:pt x="6" y="40"/>
                    <a:pt x="6" y="40"/>
                  </a:cubicBezTo>
                  <a:cubicBezTo>
                    <a:pt x="3" y="40"/>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6" name="Freeform 24"/>
            <p:cNvSpPr>
              <a:spLocks/>
            </p:cNvSpPr>
            <p:nvPr/>
          </p:nvSpPr>
          <p:spPr bwMode="auto">
            <a:xfrm>
              <a:off x="1862138" y="3673475"/>
              <a:ext cx="92075" cy="95250"/>
            </a:xfrm>
            <a:custGeom>
              <a:avLst/>
              <a:gdLst>
                <a:gd name="T0" fmla="*/ 13 w 43"/>
                <a:gd name="T1" fmla="*/ 0 h 45"/>
                <a:gd name="T2" fmla="*/ 37 w 43"/>
                <a:gd name="T3" fmla="*/ 5 h 45"/>
                <a:gd name="T4" fmla="*/ 42 w 43"/>
                <a:gd name="T5" fmla="*/ 13 h 45"/>
                <a:gd name="T6" fmla="*/ 37 w 43"/>
                <a:gd name="T7" fmla="*/ 39 h 45"/>
                <a:gd name="T8" fmla="*/ 29 w 43"/>
                <a:gd name="T9" fmla="*/ 44 h 45"/>
                <a:gd name="T10" fmla="*/ 6 w 43"/>
                <a:gd name="T11" fmla="*/ 40 h 45"/>
                <a:gd name="T12" fmla="*/ 0 w 43"/>
                <a:gd name="T13" fmla="*/ 32 h 45"/>
                <a:gd name="T14" fmla="*/ 5 w 43"/>
                <a:gd name="T15" fmla="*/ 6 h 45"/>
                <a:gd name="T16" fmla="*/ 13 w 43"/>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3" y="0"/>
                  </a:moveTo>
                  <a:cubicBezTo>
                    <a:pt x="37" y="5"/>
                    <a:pt x="37" y="5"/>
                    <a:pt x="37" y="5"/>
                  </a:cubicBezTo>
                  <a:cubicBezTo>
                    <a:pt x="41" y="5"/>
                    <a:pt x="43" y="9"/>
                    <a:pt x="42" y="13"/>
                  </a:cubicBezTo>
                  <a:cubicBezTo>
                    <a:pt x="37" y="39"/>
                    <a:pt x="37" y="39"/>
                    <a:pt x="37" y="39"/>
                  </a:cubicBezTo>
                  <a:cubicBezTo>
                    <a:pt x="37" y="43"/>
                    <a:pt x="33" y="45"/>
                    <a:pt x="29" y="44"/>
                  </a:cubicBezTo>
                  <a:cubicBezTo>
                    <a:pt x="6" y="40"/>
                    <a:pt x="6" y="40"/>
                    <a:pt x="6" y="40"/>
                  </a:cubicBezTo>
                  <a:cubicBezTo>
                    <a:pt x="2" y="39"/>
                    <a:pt x="0" y="36"/>
                    <a:pt x="0" y="32"/>
                  </a:cubicBezTo>
                  <a:cubicBezTo>
                    <a:pt x="5" y="6"/>
                    <a:pt x="5" y="6"/>
                    <a:pt x="5" y="6"/>
                  </a:cubicBezTo>
                  <a:cubicBezTo>
                    <a:pt x="6" y="2"/>
                    <a:pt x="10" y="0"/>
                    <a:pt x="13"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7" name="Freeform 25"/>
            <p:cNvSpPr>
              <a:spLocks/>
            </p:cNvSpPr>
            <p:nvPr/>
          </p:nvSpPr>
          <p:spPr bwMode="auto">
            <a:xfrm>
              <a:off x="1843088" y="3771900"/>
              <a:ext cx="92075" cy="96838"/>
            </a:xfrm>
            <a:custGeom>
              <a:avLst/>
              <a:gdLst>
                <a:gd name="T0" fmla="*/ 13 w 43"/>
                <a:gd name="T1" fmla="*/ 1 h 46"/>
                <a:gd name="T2" fmla="*/ 37 w 43"/>
                <a:gd name="T3" fmla="*/ 5 h 46"/>
                <a:gd name="T4" fmla="*/ 42 w 43"/>
                <a:gd name="T5" fmla="*/ 13 h 46"/>
                <a:gd name="T6" fmla="*/ 37 w 43"/>
                <a:gd name="T7" fmla="*/ 40 h 46"/>
                <a:gd name="T8" fmla="*/ 29 w 43"/>
                <a:gd name="T9" fmla="*/ 45 h 46"/>
                <a:gd name="T10" fmla="*/ 6 w 43"/>
                <a:gd name="T11" fmla="*/ 40 h 46"/>
                <a:gd name="T12" fmla="*/ 0 w 43"/>
                <a:gd name="T13" fmla="*/ 32 h 46"/>
                <a:gd name="T14" fmla="*/ 5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5"/>
                    <a:pt x="37" y="5"/>
                    <a:pt x="37" y="5"/>
                  </a:cubicBezTo>
                  <a:cubicBezTo>
                    <a:pt x="41" y="6"/>
                    <a:pt x="43" y="10"/>
                    <a:pt x="42" y="13"/>
                  </a:cubicBezTo>
                  <a:cubicBezTo>
                    <a:pt x="37" y="40"/>
                    <a:pt x="37" y="40"/>
                    <a:pt x="37" y="40"/>
                  </a:cubicBezTo>
                  <a:cubicBezTo>
                    <a:pt x="37" y="43"/>
                    <a:pt x="33" y="46"/>
                    <a:pt x="29" y="45"/>
                  </a:cubicBezTo>
                  <a:cubicBezTo>
                    <a:pt x="6" y="40"/>
                    <a:pt x="6" y="40"/>
                    <a:pt x="6" y="40"/>
                  </a:cubicBezTo>
                  <a:cubicBezTo>
                    <a:pt x="2" y="40"/>
                    <a:pt x="0" y="36"/>
                    <a:pt x="0" y="32"/>
                  </a:cubicBezTo>
                  <a:cubicBezTo>
                    <a:pt x="5" y="6"/>
                    <a:pt x="5" y="6"/>
                    <a:pt x="5" y="6"/>
                  </a:cubicBezTo>
                  <a:cubicBezTo>
                    <a:pt x="6" y="2"/>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8" name="Freeform 26"/>
            <p:cNvSpPr>
              <a:spLocks/>
            </p:cNvSpPr>
            <p:nvPr/>
          </p:nvSpPr>
          <p:spPr bwMode="auto">
            <a:xfrm>
              <a:off x="1824038" y="3870325"/>
              <a:ext cx="92075" cy="96838"/>
            </a:xfrm>
            <a:custGeom>
              <a:avLst/>
              <a:gdLst>
                <a:gd name="T0" fmla="*/ 13 w 43"/>
                <a:gd name="T1" fmla="*/ 0 h 45"/>
                <a:gd name="T2" fmla="*/ 37 w 43"/>
                <a:gd name="T3" fmla="*/ 5 h 45"/>
                <a:gd name="T4" fmla="*/ 42 w 43"/>
                <a:gd name="T5" fmla="*/ 13 h 45"/>
                <a:gd name="T6" fmla="*/ 37 w 43"/>
                <a:gd name="T7" fmla="*/ 39 h 45"/>
                <a:gd name="T8" fmla="*/ 30 w 43"/>
                <a:gd name="T9" fmla="*/ 44 h 45"/>
                <a:gd name="T10" fmla="*/ 6 w 43"/>
                <a:gd name="T11" fmla="*/ 40 h 45"/>
                <a:gd name="T12" fmla="*/ 0 w 43"/>
                <a:gd name="T13" fmla="*/ 32 h 45"/>
                <a:gd name="T14" fmla="*/ 5 w 43"/>
                <a:gd name="T15" fmla="*/ 6 h 45"/>
                <a:gd name="T16" fmla="*/ 13 w 43"/>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3" y="0"/>
                  </a:moveTo>
                  <a:cubicBezTo>
                    <a:pt x="37" y="5"/>
                    <a:pt x="37" y="5"/>
                    <a:pt x="37" y="5"/>
                  </a:cubicBezTo>
                  <a:cubicBezTo>
                    <a:pt x="41" y="5"/>
                    <a:pt x="43" y="9"/>
                    <a:pt x="42" y="13"/>
                  </a:cubicBezTo>
                  <a:cubicBezTo>
                    <a:pt x="37" y="39"/>
                    <a:pt x="37" y="39"/>
                    <a:pt x="37" y="39"/>
                  </a:cubicBezTo>
                  <a:cubicBezTo>
                    <a:pt x="37" y="43"/>
                    <a:pt x="33" y="45"/>
                    <a:pt x="30" y="44"/>
                  </a:cubicBezTo>
                  <a:cubicBezTo>
                    <a:pt x="6" y="40"/>
                    <a:pt x="6" y="40"/>
                    <a:pt x="6" y="40"/>
                  </a:cubicBezTo>
                  <a:cubicBezTo>
                    <a:pt x="2" y="39"/>
                    <a:pt x="0" y="36"/>
                    <a:pt x="0" y="32"/>
                  </a:cubicBezTo>
                  <a:cubicBezTo>
                    <a:pt x="5" y="6"/>
                    <a:pt x="5" y="6"/>
                    <a:pt x="5" y="6"/>
                  </a:cubicBezTo>
                  <a:cubicBezTo>
                    <a:pt x="6" y="2"/>
                    <a:pt x="10" y="0"/>
                    <a:pt x="13"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9" name="Freeform 27"/>
            <p:cNvSpPr>
              <a:spLocks/>
            </p:cNvSpPr>
            <p:nvPr/>
          </p:nvSpPr>
          <p:spPr bwMode="auto">
            <a:xfrm>
              <a:off x="1819275" y="3376612"/>
              <a:ext cx="90488" cy="79375"/>
            </a:xfrm>
            <a:custGeom>
              <a:avLst/>
              <a:gdLst>
                <a:gd name="T0" fmla="*/ 11 w 42"/>
                <a:gd name="T1" fmla="*/ 1 h 37"/>
                <a:gd name="T2" fmla="*/ 37 w 42"/>
                <a:gd name="T3" fmla="*/ 6 h 37"/>
                <a:gd name="T4" fmla="*/ 41 w 42"/>
                <a:gd name="T5" fmla="*/ 12 h 37"/>
                <a:gd name="T6" fmla="*/ 37 w 42"/>
                <a:gd name="T7" fmla="*/ 32 h 37"/>
                <a:gd name="T8" fmla="*/ 31 w 42"/>
                <a:gd name="T9" fmla="*/ 36 h 37"/>
                <a:gd name="T10" fmla="*/ 5 w 42"/>
                <a:gd name="T11" fmla="*/ 31 h 37"/>
                <a:gd name="T12" fmla="*/ 0 w 42"/>
                <a:gd name="T13" fmla="*/ 25 h 37"/>
                <a:gd name="T14" fmla="*/ 4 w 42"/>
                <a:gd name="T15" fmla="*/ 5 h 37"/>
                <a:gd name="T16" fmla="*/ 11 w 42"/>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11" y="1"/>
                  </a:moveTo>
                  <a:cubicBezTo>
                    <a:pt x="37" y="6"/>
                    <a:pt x="37" y="6"/>
                    <a:pt x="37" y="6"/>
                  </a:cubicBezTo>
                  <a:cubicBezTo>
                    <a:pt x="40" y="7"/>
                    <a:pt x="42" y="9"/>
                    <a:pt x="41" y="12"/>
                  </a:cubicBezTo>
                  <a:cubicBezTo>
                    <a:pt x="37" y="32"/>
                    <a:pt x="37" y="32"/>
                    <a:pt x="37" y="32"/>
                  </a:cubicBezTo>
                  <a:cubicBezTo>
                    <a:pt x="37" y="35"/>
                    <a:pt x="34" y="37"/>
                    <a:pt x="31" y="36"/>
                  </a:cubicBezTo>
                  <a:cubicBezTo>
                    <a:pt x="5" y="31"/>
                    <a:pt x="5" y="31"/>
                    <a:pt x="5" y="31"/>
                  </a:cubicBezTo>
                  <a:cubicBezTo>
                    <a:pt x="2" y="31"/>
                    <a:pt x="0" y="28"/>
                    <a:pt x="0"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0" name="Freeform 28"/>
            <p:cNvSpPr>
              <a:spLocks/>
            </p:cNvSpPr>
            <p:nvPr/>
          </p:nvSpPr>
          <p:spPr bwMode="auto">
            <a:xfrm>
              <a:off x="1709738" y="3438525"/>
              <a:ext cx="184150" cy="114300"/>
            </a:xfrm>
            <a:custGeom>
              <a:avLst/>
              <a:gdLst>
                <a:gd name="T0" fmla="*/ 14 w 87"/>
                <a:gd name="T1" fmla="*/ 1 h 54"/>
                <a:gd name="T2" fmla="*/ 80 w 87"/>
                <a:gd name="T3" fmla="*/ 14 h 54"/>
                <a:gd name="T4" fmla="*/ 86 w 87"/>
                <a:gd name="T5" fmla="*/ 22 h 54"/>
                <a:gd name="T6" fmla="*/ 81 w 87"/>
                <a:gd name="T7" fmla="*/ 48 h 54"/>
                <a:gd name="T8" fmla="*/ 72 w 87"/>
                <a:gd name="T9" fmla="*/ 53 h 54"/>
                <a:gd name="T10" fmla="*/ 7 w 87"/>
                <a:gd name="T11" fmla="*/ 41 h 54"/>
                <a:gd name="T12" fmla="*/ 1 w 87"/>
                <a:gd name="T13" fmla="*/ 32 h 54"/>
                <a:gd name="T14" fmla="*/ 6 w 87"/>
                <a:gd name="T15" fmla="*/ 7 h 54"/>
                <a:gd name="T16" fmla="*/ 14 w 87"/>
                <a:gd name="T17"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54">
                  <a:moveTo>
                    <a:pt x="14" y="1"/>
                  </a:moveTo>
                  <a:cubicBezTo>
                    <a:pt x="80" y="14"/>
                    <a:pt x="80" y="14"/>
                    <a:pt x="80" y="14"/>
                  </a:cubicBezTo>
                  <a:cubicBezTo>
                    <a:pt x="84" y="15"/>
                    <a:pt x="87" y="18"/>
                    <a:pt x="86" y="22"/>
                  </a:cubicBezTo>
                  <a:cubicBezTo>
                    <a:pt x="81" y="48"/>
                    <a:pt x="81" y="48"/>
                    <a:pt x="81" y="48"/>
                  </a:cubicBezTo>
                  <a:cubicBezTo>
                    <a:pt x="80" y="52"/>
                    <a:pt x="76" y="54"/>
                    <a:pt x="72" y="53"/>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1" name="Freeform 29"/>
            <p:cNvSpPr>
              <a:spLocks/>
            </p:cNvSpPr>
            <p:nvPr/>
          </p:nvSpPr>
          <p:spPr bwMode="auto">
            <a:xfrm>
              <a:off x="1754188" y="3551237"/>
              <a:ext cx="120650" cy="101600"/>
            </a:xfrm>
            <a:custGeom>
              <a:avLst/>
              <a:gdLst>
                <a:gd name="T0" fmla="*/ 15 w 57"/>
                <a:gd name="T1" fmla="*/ 0 h 48"/>
                <a:gd name="T2" fmla="*/ 50 w 57"/>
                <a:gd name="T3" fmla="*/ 7 h 48"/>
                <a:gd name="T4" fmla="*/ 56 w 57"/>
                <a:gd name="T5" fmla="*/ 16 h 48"/>
                <a:gd name="T6" fmla="*/ 51 w 57"/>
                <a:gd name="T7" fmla="*/ 41 h 48"/>
                <a:gd name="T8" fmla="*/ 43 w 57"/>
                <a:gd name="T9" fmla="*/ 47 h 48"/>
                <a:gd name="T10" fmla="*/ 7 w 57"/>
                <a:gd name="T11" fmla="*/ 40 h 48"/>
                <a:gd name="T12" fmla="*/ 1 w 57"/>
                <a:gd name="T13" fmla="*/ 32 h 48"/>
                <a:gd name="T14" fmla="*/ 6 w 57"/>
                <a:gd name="T15" fmla="*/ 6 h 48"/>
                <a:gd name="T16" fmla="*/ 15 w 57"/>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8">
                  <a:moveTo>
                    <a:pt x="15" y="0"/>
                  </a:moveTo>
                  <a:cubicBezTo>
                    <a:pt x="50" y="7"/>
                    <a:pt x="50" y="7"/>
                    <a:pt x="50" y="7"/>
                  </a:cubicBezTo>
                  <a:cubicBezTo>
                    <a:pt x="54" y="8"/>
                    <a:pt x="57" y="12"/>
                    <a:pt x="56" y="16"/>
                  </a:cubicBezTo>
                  <a:cubicBezTo>
                    <a:pt x="51" y="41"/>
                    <a:pt x="51" y="41"/>
                    <a:pt x="51" y="41"/>
                  </a:cubicBezTo>
                  <a:cubicBezTo>
                    <a:pt x="50" y="45"/>
                    <a:pt x="46" y="48"/>
                    <a:pt x="43" y="47"/>
                  </a:cubicBezTo>
                  <a:cubicBezTo>
                    <a:pt x="7" y="40"/>
                    <a:pt x="7" y="40"/>
                    <a:pt x="7" y="40"/>
                  </a:cubicBezTo>
                  <a:cubicBezTo>
                    <a:pt x="3" y="39"/>
                    <a:pt x="0" y="36"/>
                    <a:pt x="1" y="32"/>
                  </a:cubicBezTo>
                  <a:cubicBezTo>
                    <a:pt x="6" y="6"/>
                    <a:pt x="6" y="6"/>
                    <a:pt x="6" y="6"/>
                  </a:cubicBezTo>
                  <a:cubicBezTo>
                    <a:pt x="7" y="2"/>
                    <a:pt x="11" y="0"/>
                    <a:pt x="15"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2" name="Freeform 30"/>
            <p:cNvSpPr>
              <a:spLocks/>
            </p:cNvSpPr>
            <p:nvPr/>
          </p:nvSpPr>
          <p:spPr bwMode="auto">
            <a:xfrm>
              <a:off x="1660525" y="3633787"/>
              <a:ext cx="195263" cy="115888"/>
            </a:xfrm>
            <a:custGeom>
              <a:avLst/>
              <a:gdLst>
                <a:gd name="T0" fmla="*/ 14 w 92"/>
                <a:gd name="T1" fmla="*/ 1 h 55"/>
                <a:gd name="T2" fmla="*/ 85 w 92"/>
                <a:gd name="T3" fmla="*/ 15 h 55"/>
                <a:gd name="T4" fmla="*/ 91 w 92"/>
                <a:gd name="T5" fmla="*/ 23 h 55"/>
                <a:gd name="T6" fmla="*/ 86 w 92"/>
                <a:gd name="T7" fmla="*/ 49 h 55"/>
                <a:gd name="T8" fmla="*/ 78 w 92"/>
                <a:gd name="T9" fmla="*/ 54 h 55"/>
                <a:gd name="T10" fmla="*/ 7 w 92"/>
                <a:gd name="T11" fmla="*/ 41 h 55"/>
                <a:gd name="T12" fmla="*/ 1 w 92"/>
                <a:gd name="T13" fmla="*/ 32 h 55"/>
                <a:gd name="T14" fmla="*/ 6 w 92"/>
                <a:gd name="T15" fmla="*/ 7 h 55"/>
                <a:gd name="T16" fmla="*/ 14 w 92"/>
                <a:gd name="T17"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55">
                  <a:moveTo>
                    <a:pt x="14" y="1"/>
                  </a:moveTo>
                  <a:cubicBezTo>
                    <a:pt x="85" y="15"/>
                    <a:pt x="85" y="15"/>
                    <a:pt x="85" y="15"/>
                  </a:cubicBezTo>
                  <a:cubicBezTo>
                    <a:pt x="89" y="16"/>
                    <a:pt x="92" y="19"/>
                    <a:pt x="91" y="23"/>
                  </a:cubicBezTo>
                  <a:cubicBezTo>
                    <a:pt x="86" y="49"/>
                    <a:pt x="86" y="49"/>
                    <a:pt x="86" y="49"/>
                  </a:cubicBezTo>
                  <a:cubicBezTo>
                    <a:pt x="85" y="53"/>
                    <a:pt x="81" y="55"/>
                    <a:pt x="78" y="54"/>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3" name="Freeform 31"/>
            <p:cNvSpPr>
              <a:spLocks/>
            </p:cNvSpPr>
            <p:nvPr/>
          </p:nvSpPr>
          <p:spPr bwMode="auto">
            <a:xfrm>
              <a:off x="1743075" y="3752850"/>
              <a:ext cx="93663" cy="96838"/>
            </a:xfrm>
            <a:custGeom>
              <a:avLst/>
              <a:gdLst>
                <a:gd name="T0" fmla="*/ 14 w 44"/>
                <a:gd name="T1" fmla="*/ 1 h 46"/>
                <a:gd name="T2" fmla="*/ 38 w 44"/>
                <a:gd name="T3" fmla="*/ 5 h 46"/>
                <a:gd name="T4" fmla="*/ 43 w 44"/>
                <a:gd name="T5" fmla="*/ 13 h 46"/>
                <a:gd name="T6" fmla="*/ 38 w 44"/>
                <a:gd name="T7" fmla="*/ 40 h 46"/>
                <a:gd name="T8" fmla="*/ 30 w 44"/>
                <a:gd name="T9" fmla="*/ 45 h 46"/>
                <a:gd name="T10" fmla="*/ 6 w 44"/>
                <a:gd name="T11" fmla="*/ 40 h 46"/>
                <a:gd name="T12" fmla="*/ 1 w 44"/>
                <a:gd name="T13" fmla="*/ 33 h 46"/>
                <a:gd name="T14" fmla="*/ 6 w 44"/>
                <a:gd name="T15" fmla="*/ 6 h 46"/>
                <a:gd name="T16" fmla="*/ 14 w 44"/>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6">
                  <a:moveTo>
                    <a:pt x="14" y="1"/>
                  </a:moveTo>
                  <a:cubicBezTo>
                    <a:pt x="38" y="5"/>
                    <a:pt x="38" y="5"/>
                    <a:pt x="38" y="5"/>
                  </a:cubicBezTo>
                  <a:cubicBezTo>
                    <a:pt x="41" y="6"/>
                    <a:pt x="44" y="10"/>
                    <a:pt x="43" y="13"/>
                  </a:cubicBezTo>
                  <a:cubicBezTo>
                    <a:pt x="38" y="40"/>
                    <a:pt x="38" y="40"/>
                    <a:pt x="38" y="40"/>
                  </a:cubicBezTo>
                  <a:cubicBezTo>
                    <a:pt x="37" y="43"/>
                    <a:pt x="34" y="46"/>
                    <a:pt x="30" y="45"/>
                  </a:cubicBezTo>
                  <a:cubicBezTo>
                    <a:pt x="6" y="40"/>
                    <a:pt x="6" y="40"/>
                    <a:pt x="6" y="40"/>
                  </a:cubicBezTo>
                  <a:cubicBezTo>
                    <a:pt x="3" y="40"/>
                    <a:pt x="0" y="36"/>
                    <a:pt x="1" y="33"/>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4" name="Freeform 32"/>
            <p:cNvSpPr>
              <a:spLocks/>
            </p:cNvSpPr>
            <p:nvPr/>
          </p:nvSpPr>
          <p:spPr bwMode="auto">
            <a:xfrm>
              <a:off x="1724025" y="3851275"/>
              <a:ext cx="93663" cy="96838"/>
            </a:xfrm>
            <a:custGeom>
              <a:avLst/>
              <a:gdLst>
                <a:gd name="T0" fmla="*/ 14 w 44"/>
                <a:gd name="T1" fmla="*/ 0 h 45"/>
                <a:gd name="T2" fmla="*/ 38 w 44"/>
                <a:gd name="T3" fmla="*/ 5 h 45"/>
                <a:gd name="T4" fmla="*/ 43 w 44"/>
                <a:gd name="T5" fmla="*/ 13 h 45"/>
                <a:gd name="T6" fmla="*/ 38 w 44"/>
                <a:gd name="T7" fmla="*/ 39 h 45"/>
                <a:gd name="T8" fmla="*/ 30 w 44"/>
                <a:gd name="T9" fmla="*/ 45 h 45"/>
                <a:gd name="T10" fmla="*/ 6 w 44"/>
                <a:gd name="T11" fmla="*/ 40 h 45"/>
                <a:gd name="T12" fmla="*/ 1 w 44"/>
                <a:gd name="T13" fmla="*/ 32 h 45"/>
                <a:gd name="T14" fmla="*/ 6 w 44"/>
                <a:gd name="T15" fmla="*/ 6 h 45"/>
                <a:gd name="T16" fmla="*/ 14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14" y="0"/>
                  </a:moveTo>
                  <a:cubicBezTo>
                    <a:pt x="38" y="5"/>
                    <a:pt x="38" y="5"/>
                    <a:pt x="38" y="5"/>
                  </a:cubicBezTo>
                  <a:cubicBezTo>
                    <a:pt x="41" y="6"/>
                    <a:pt x="44" y="9"/>
                    <a:pt x="43" y="13"/>
                  </a:cubicBezTo>
                  <a:cubicBezTo>
                    <a:pt x="38" y="39"/>
                    <a:pt x="38" y="39"/>
                    <a:pt x="38" y="39"/>
                  </a:cubicBezTo>
                  <a:cubicBezTo>
                    <a:pt x="37" y="43"/>
                    <a:pt x="34" y="45"/>
                    <a:pt x="30" y="45"/>
                  </a:cubicBezTo>
                  <a:cubicBezTo>
                    <a:pt x="6" y="40"/>
                    <a:pt x="6" y="40"/>
                    <a:pt x="6"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5" name="Freeform 33"/>
            <p:cNvSpPr>
              <a:spLocks/>
            </p:cNvSpPr>
            <p:nvPr/>
          </p:nvSpPr>
          <p:spPr bwMode="auto">
            <a:xfrm>
              <a:off x="1728788" y="3360737"/>
              <a:ext cx="80963" cy="76200"/>
            </a:xfrm>
            <a:custGeom>
              <a:avLst/>
              <a:gdLst>
                <a:gd name="T0" fmla="*/ 11 w 38"/>
                <a:gd name="T1" fmla="*/ 1 h 36"/>
                <a:gd name="T2" fmla="*/ 34 w 38"/>
                <a:gd name="T3" fmla="*/ 5 h 36"/>
                <a:gd name="T4" fmla="*/ 38 w 38"/>
                <a:gd name="T5" fmla="*/ 11 h 36"/>
                <a:gd name="T6" fmla="*/ 34 w 38"/>
                <a:gd name="T7" fmla="*/ 31 h 36"/>
                <a:gd name="T8" fmla="*/ 28 w 38"/>
                <a:gd name="T9" fmla="*/ 35 h 36"/>
                <a:gd name="T10" fmla="*/ 5 w 38"/>
                <a:gd name="T11" fmla="*/ 31 h 36"/>
                <a:gd name="T12" fmla="*/ 1 w 38"/>
                <a:gd name="T13" fmla="*/ 25 h 36"/>
                <a:gd name="T14" fmla="*/ 4 w 38"/>
                <a:gd name="T15" fmla="*/ 5 h 36"/>
                <a:gd name="T16" fmla="*/ 11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1" y="1"/>
                  </a:moveTo>
                  <a:cubicBezTo>
                    <a:pt x="34" y="5"/>
                    <a:pt x="34" y="5"/>
                    <a:pt x="34" y="5"/>
                  </a:cubicBezTo>
                  <a:cubicBezTo>
                    <a:pt x="37" y="6"/>
                    <a:pt x="38" y="9"/>
                    <a:pt x="38" y="11"/>
                  </a:cubicBezTo>
                  <a:cubicBezTo>
                    <a:pt x="34" y="31"/>
                    <a:pt x="34" y="31"/>
                    <a:pt x="34" y="31"/>
                  </a:cubicBezTo>
                  <a:cubicBezTo>
                    <a:pt x="34" y="34"/>
                    <a:pt x="31" y="36"/>
                    <a:pt x="28" y="35"/>
                  </a:cubicBezTo>
                  <a:cubicBezTo>
                    <a:pt x="5" y="31"/>
                    <a:pt x="5" y="31"/>
                    <a:pt x="5" y="31"/>
                  </a:cubicBezTo>
                  <a:cubicBezTo>
                    <a:pt x="2" y="30"/>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6" name="Freeform 34"/>
            <p:cNvSpPr>
              <a:spLocks/>
            </p:cNvSpPr>
            <p:nvPr/>
          </p:nvSpPr>
          <p:spPr bwMode="auto">
            <a:xfrm>
              <a:off x="1638300" y="3343275"/>
              <a:ext cx="79375" cy="76200"/>
            </a:xfrm>
            <a:custGeom>
              <a:avLst/>
              <a:gdLst>
                <a:gd name="T0" fmla="*/ 10 w 38"/>
                <a:gd name="T1" fmla="*/ 0 h 36"/>
                <a:gd name="T2" fmla="*/ 33 w 38"/>
                <a:gd name="T3" fmla="*/ 5 h 36"/>
                <a:gd name="T4" fmla="*/ 37 w 38"/>
                <a:gd name="T5" fmla="*/ 11 h 36"/>
                <a:gd name="T6" fmla="*/ 34 w 38"/>
                <a:gd name="T7" fmla="*/ 31 h 36"/>
                <a:gd name="T8" fmla="*/ 27 w 38"/>
                <a:gd name="T9" fmla="*/ 35 h 36"/>
                <a:gd name="T10" fmla="*/ 5 w 38"/>
                <a:gd name="T11" fmla="*/ 31 h 36"/>
                <a:gd name="T12" fmla="*/ 0 w 38"/>
                <a:gd name="T13" fmla="*/ 24 h 36"/>
                <a:gd name="T14" fmla="*/ 4 w 38"/>
                <a:gd name="T15" fmla="*/ 5 h 36"/>
                <a:gd name="T16" fmla="*/ 10 w 38"/>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0"/>
                  </a:moveTo>
                  <a:cubicBezTo>
                    <a:pt x="33" y="5"/>
                    <a:pt x="33" y="5"/>
                    <a:pt x="33" y="5"/>
                  </a:cubicBezTo>
                  <a:cubicBezTo>
                    <a:pt x="36" y="5"/>
                    <a:pt x="38" y="8"/>
                    <a:pt x="37" y="11"/>
                  </a:cubicBezTo>
                  <a:cubicBezTo>
                    <a:pt x="34" y="31"/>
                    <a:pt x="34" y="31"/>
                    <a:pt x="34" y="31"/>
                  </a:cubicBezTo>
                  <a:cubicBezTo>
                    <a:pt x="33" y="34"/>
                    <a:pt x="30" y="36"/>
                    <a:pt x="27" y="35"/>
                  </a:cubicBezTo>
                  <a:cubicBezTo>
                    <a:pt x="5" y="31"/>
                    <a:pt x="5" y="31"/>
                    <a:pt x="5" y="31"/>
                  </a:cubicBezTo>
                  <a:cubicBezTo>
                    <a:pt x="2" y="30"/>
                    <a:pt x="0" y="27"/>
                    <a:pt x="0" y="24"/>
                  </a:cubicBezTo>
                  <a:cubicBezTo>
                    <a:pt x="4" y="5"/>
                    <a:pt x="4" y="5"/>
                    <a:pt x="4" y="5"/>
                  </a:cubicBezTo>
                  <a:cubicBezTo>
                    <a:pt x="4" y="2"/>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7" name="Freeform 35"/>
            <p:cNvSpPr>
              <a:spLocks/>
            </p:cNvSpPr>
            <p:nvPr/>
          </p:nvSpPr>
          <p:spPr bwMode="auto">
            <a:xfrm>
              <a:off x="1544638" y="3324225"/>
              <a:ext cx="80963" cy="76200"/>
            </a:xfrm>
            <a:custGeom>
              <a:avLst/>
              <a:gdLst>
                <a:gd name="T0" fmla="*/ 11 w 38"/>
                <a:gd name="T1" fmla="*/ 1 h 36"/>
                <a:gd name="T2" fmla="*/ 34 w 38"/>
                <a:gd name="T3" fmla="*/ 5 h 36"/>
                <a:gd name="T4" fmla="*/ 38 w 38"/>
                <a:gd name="T5" fmla="*/ 12 h 36"/>
                <a:gd name="T6" fmla="*/ 34 w 38"/>
                <a:gd name="T7" fmla="*/ 31 h 36"/>
                <a:gd name="T8" fmla="*/ 28 w 38"/>
                <a:gd name="T9" fmla="*/ 36 h 36"/>
                <a:gd name="T10" fmla="*/ 5 w 38"/>
                <a:gd name="T11" fmla="*/ 31 h 36"/>
                <a:gd name="T12" fmla="*/ 1 w 38"/>
                <a:gd name="T13" fmla="*/ 25 h 36"/>
                <a:gd name="T14" fmla="*/ 4 w 38"/>
                <a:gd name="T15" fmla="*/ 5 h 36"/>
                <a:gd name="T16" fmla="*/ 11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1" y="1"/>
                  </a:moveTo>
                  <a:cubicBezTo>
                    <a:pt x="34" y="5"/>
                    <a:pt x="34" y="5"/>
                    <a:pt x="34" y="5"/>
                  </a:cubicBezTo>
                  <a:cubicBezTo>
                    <a:pt x="37" y="6"/>
                    <a:pt x="38" y="9"/>
                    <a:pt x="38" y="12"/>
                  </a:cubicBezTo>
                  <a:cubicBezTo>
                    <a:pt x="34" y="31"/>
                    <a:pt x="34" y="31"/>
                    <a:pt x="34" y="31"/>
                  </a:cubicBezTo>
                  <a:cubicBezTo>
                    <a:pt x="34" y="34"/>
                    <a:pt x="31" y="36"/>
                    <a:pt x="28" y="36"/>
                  </a:cubicBezTo>
                  <a:cubicBezTo>
                    <a:pt x="5" y="31"/>
                    <a:pt x="5" y="31"/>
                    <a:pt x="5" y="31"/>
                  </a:cubicBezTo>
                  <a:cubicBezTo>
                    <a:pt x="2" y="31"/>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8" name="Freeform 36"/>
            <p:cNvSpPr>
              <a:spLocks/>
            </p:cNvSpPr>
            <p:nvPr/>
          </p:nvSpPr>
          <p:spPr bwMode="auto">
            <a:xfrm>
              <a:off x="1454150" y="3306762"/>
              <a:ext cx="79375" cy="76200"/>
            </a:xfrm>
            <a:custGeom>
              <a:avLst/>
              <a:gdLst>
                <a:gd name="T0" fmla="*/ 10 w 38"/>
                <a:gd name="T1" fmla="*/ 1 h 36"/>
                <a:gd name="T2" fmla="*/ 33 w 38"/>
                <a:gd name="T3" fmla="*/ 5 h 36"/>
                <a:gd name="T4" fmla="*/ 37 w 38"/>
                <a:gd name="T5" fmla="*/ 11 h 36"/>
                <a:gd name="T6" fmla="*/ 34 w 38"/>
                <a:gd name="T7" fmla="*/ 31 h 36"/>
                <a:gd name="T8" fmla="*/ 27 w 38"/>
                <a:gd name="T9" fmla="*/ 35 h 36"/>
                <a:gd name="T10" fmla="*/ 5 w 38"/>
                <a:gd name="T11" fmla="*/ 31 h 36"/>
                <a:gd name="T12" fmla="*/ 0 w 38"/>
                <a:gd name="T13" fmla="*/ 24 h 36"/>
                <a:gd name="T14" fmla="*/ 4 w 38"/>
                <a:gd name="T15" fmla="*/ 5 h 36"/>
                <a:gd name="T16" fmla="*/ 10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1"/>
                  </a:moveTo>
                  <a:cubicBezTo>
                    <a:pt x="33" y="5"/>
                    <a:pt x="33" y="5"/>
                    <a:pt x="33" y="5"/>
                  </a:cubicBezTo>
                  <a:cubicBezTo>
                    <a:pt x="36" y="6"/>
                    <a:pt x="38" y="8"/>
                    <a:pt x="37" y="11"/>
                  </a:cubicBezTo>
                  <a:cubicBezTo>
                    <a:pt x="34" y="31"/>
                    <a:pt x="34" y="31"/>
                    <a:pt x="34" y="31"/>
                  </a:cubicBezTo>
                  <a:cubicBezTo>
                    <a:pt x="33" y="34"/>
                    <a:pt x="30" y="36"/>
                    <a:pt x="27" y="35"/>
                  </a:cubicBezTo>
                  <a:cubicBezTo>
                    <a:pt x="5" y="31"/>
                    <a:pt x="5" y="31"/>
                    <a:pt x="5" y="31"/>
                  </a:cubicBezTo>
                  <a:cubicBezTo>
                    <a:pt x="2" y="30"/>
                    <a:pt x="0" y="27"/>
                    <a:pt x="0" y="24"/>
                  </a:cubicBezTo>
                  <a:cubicBezTo>
                    <a:pt x="4" y="5"/>
                    <a:pt x="4" y="5"/>
                    <a:pt x="4" y="5"/>
                  </a:cubicBezTo>
                  <a:cubicBezTo>
                    <a:pt x="4" y="2"/>
                    <a:pt x="7" y="0"/>
                    <a:pt x="10"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9" name="Freeform 37"/>
            <p:cNvSpPr>
              <a:spLocks/>
            </p:cNvSpPr>
            <p:nvPr/>
          </p:nvSpPr>
          <p:spPr bwMode="auto">
            <a:xfrm>
              <a:off x="1360488" y="3290887"/>
              <a:ext cx="82550" cy="76200"/>
            </a:xfrm>
            <a:custGeom>
              <a:avLst/>
              <a:gdLst>
                <a:gd name="T0" fmla="*/ 11 w 39"/>
                <a:gd name="T1" fmla="*/ 0 h 36"/>
                <a:gd name="T2" fmla="*/ 34 w 39"/>
                <a:gd name="T3" fmla="*/ 5 h 36"/>
                <a:gd name="T4" fmla="*/ 38 w 39"/>
                <a:gd name="T5" fmla="*/ 11 h 36"/>
                <a:gd name="T6" fmla="*/ 34 w 39"/>
                <a:gd name="T7" fmla="*/ 31 h 36"/>
                <a:gd name="T8" fmla="*/ 28 w 39"/>
                <a:gd name="T9" fmla="*/ 35 h 36"/>
                <a:gd name="T10" fmla="*/ 5 w 39"/>
                <a:gd name="T11" fmla="*/ 31 h 36"/>
                <a:gd name="T12" fmla="*/ 1 w 39"/>
                <a:gd name="T13" fmla="*/ 24 h 36"/>
                <a:gd name="T14" fmla="*/ 4 w 39"/>
                <a:gd name="T15" fmla="*/ 5 h 36"/>
                <a:gd name="T16" fmla="*/ 11 w 3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0"/>
                  </a:moveTo>
                  <a:cubicBezTo>
                    <a:pt x="34" y="5"/>
                    <a:pt x="34" y="5"/>
                    <a:pt x="34" y="5"/>
                  </a:cubicBezTo>
                  <a:cubicBezTo>
                    <a:pt x="37" y="5"/>
                    <a:pt x="39" y="8"/>
                    <a:pt x="38" y="11"/>
                  </a:cubicBezTo>
                  <a:cubicBezTo>
                    <a:pt x="34" y="31"/>
                    <a:pt x="34" y="31"/>
                    <a:pt x="34" y="31"/>
                  </a:cubicBezTo>
                  <a:cubicBezTo>
                    <a:pt x="34" y="34"/>
                    <a:pt x="31" y="36"/>
                    <a:pt x="28" y="35"/>
                  </a:cubicBezTo>
                  <a:cubicBezTo>
                    <a:pt x="5" y="31"/>
                    <a:pt x="5" y="31"/>
                    <a:pt x="5" y="31"/>
                  </a:cubicBezTo>
                  <a:cubicBezTo>
                    <a:pt x="2" y="30"/>
                    <a:pt x="0" y="27"/>
                    <a:pt x="1" y="24"/>
                  </a:cubicBezTo>
                  <a:cubicBezTo>
                    <a:pt x="4" y="5"/>
                    <a:pt x="4" y="5"/>
                    <a:pt x="4" y="5"/>
                  </a:cubicBezTo>
                  <a:cubicBezTo>
                    <a:pt x="5" y="2"/>
                    <a:pt x="8" y="0"/>
                    <a:pt x="11"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0" name="Freeform 38"/>
            <p:cNvSpPr>
              <a:spLocks/>
            </p:cNvSpPr>
            <p:nvPr/>
          </p:nvSpPr>
          <p:spPr bwMode="auto">
            <a:xfrm>
              <a:off x="1268413" y="3271837"/>
              <a:ext cx="80963" cy="76200"/>
            </a:xfrm>
            <a:custGeom>
              <a:avLst/>
              <a:gdLst>
                <a:gd name="T0" fmla="*/ 10 w 38"/>
                <a:gd name="T1" fmla="*/ 1 h 36"/>
                <a:gd name="T2" fmla="*/ 33 w 38"/>
                <a:gd name="T3" fmla="*/ 5 h 36"/>
                <a:gd name="T4" fmla="*/ 37 w 38"/>
                <a:gd name="T5" fmla="*/ 12 h 36"/>
                <a:gd name="T6" fmla="*/ 34 w 38"/>
                <a:gd name="T7" fmla="*/ 31 h 36"/>
                <a:gd name="T8" fmla="*/ 27 w 38"/>
                <a:gd name="T9" fmla="*/ 36 h 36"/>
                <a:gd name="T10" fmla="*/ 5 w 38"/>
                <a:gd name="T11" fmla="*/ 31 h 36"/>
                <a:gd name="T12" fmla="*/ 0 w 38"/>
                <a:gd name="T13" fmla="*/ 25 h 36"/>
                <a:gd name="T14" fmla="*/ 4 w 38"/>
                <a:gd name="T15" fmla="*/ 5 h 36"/>
                <a:gd name="T16" fmla="*/ 10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1"/>
                  </a:moveTo>
                  <a:cubicBezTo>
                    <a:pt x="33" y="5"/>
                    <a:pt x="33" y="5"/>
                    <a:pt x="33" y="5"/>
                  </a:cubicBezTo>
                  <a:cubicBezTo>
                    <a:pt x="36" y="6"/>
                    <a:pt x="38" y="9"/>
                    <a:pt x="37" y="12"/>
                  </a:cubicBezTo>
                  <a:cubicBezTo>
                    <a:pt x="34" y="31"/>
                    <a:pt x="34" y="31"/>
                    <a:pt x="34" y="31"/>
                  </a:cubicBezTo>
                  <a:cubicBezTo>
                    <a:pt x="33" y="34"/>
                    <a:pt x="30" y="36"/>
                    <a:pt x="27" y="36"/>
                  </a:cubicBezTo>
                  <a:cubicBezTo>
                    <a:pt x="5" y="31"/>
                    <a:pt x="5" y="31"/>
                    <a:pt x="5" y="31"/>
                  </a:cubicBezTo>
                  <a:cubicBezTo>
                    <a:pt x="2" y="31"/>
                    <a:pt x="0" y="28"/>
                    <a:pt x="0" y="25"/>
                  </a:cubicBezTo>
                  <a:cubicBezTo>
                    <a:pt x="4" y="5"/>
                    <a:pt x="4" y="5"/>
                    <a:pt x="4" y="5"/>
                  </a:cubicBezTo>
                  <a:cubicBezTo>
                    <a:pt x="4" y="2"/>
                    <a:pt x="7" y="0"/>
                    <a:pt x="10"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1" name="Freeform 39"/>
            <p:cNvSpPr>
              <a:spLocks/>
            </p:cNvSpPr>
            <p:nvPr/>
          </p:nvSpPr>
          <p:spPr bwMode="auto">
            <a:xfrm>
              <a:off x="1176338" y="3254375"/>
              <a:ext cx="82550" cy="76200"/>
            </a:xfrm>
            <a:custGeom>
              <a:avLst/>
              <a:gdLst>
                <a:gd name="T0" fmla="*/ 11 w 39"/>
                <a:gd name="T1" fmla="*/ 1 h 36"/>
                <a:gd name="T2" fmla="*/ 34 w 39"/>
                <a:gd name="T3" fmla="*/ 5 h 36"/>
                <a:gd name="T4" fmla="*/ 38 w 39"/>
                <a:gd name="T5" fmla="*/ 11 h 36"/>
                <a:gd name="T6" fmla="*/ 34 w 39"/>
                <a:gd name="T7" fmla="*/ 31 h 36"/>
                <a:gd name="T8" fmla="*/ 28 w 39"/>
                <a:gd name="T9" fmla="*/ 35 h 36"/>
                <a:gd name="T10" fmla="*/ 5 w 39"/>
                <a:gd name="T11" fmla="*/ 31 h 36"/>
                <a:gd name="T12" fmla="*/ 1 w 39"/>
                <a:gd name="T13" fmla="*/ 24 h 36"/>
                <a:gd name="T14" fmla="*/ 4 w 39"/>
                <a:gd name="T15" fmla="*/ 5 h 36"/>
                <a:gd name="T16" fmla="*/ 11 w 39"/>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1"/>
                  </a:moveTo>
                  <a:cubicBezTo>
                    <a:pt x="34" y="5"/>
                    <a:pt x="34" y="5"/>
                    <a:pt x="34" y="5"/>
                  </a:cubicBezTo>
                  <a:cubicBezTo>
                    <a:pt x="37" y="5"/>
                    <a:pt x="39" y="8"/>
                    <a:pt x="38" y="11"/>
                  </a:cubicBezTo>
                  <a:cubicBezTo>
                    <a:pt x="34" y="31"/>
                    <a:pt x="34" y="31"/>
                    <a:pt x="34" y="31"/>
                  </a:cubicBezTo>
                  <a:cubicBezTo>
                    <a:pt x="34" y="34"/>
                    <a:pt x="31" y="36"/>
                    <a:pt x="28" y="35"/>
                  </a:cubicBezTo>
                  <a:cubicBezTo>
                    <a:pt x="5" y="31"/>
                    <a:pt x="5" y="31"/>
                    <a:pt x="5" y="31"/>
                  </a:cubicBezTo>
                  <a:cubicBezTo>
                    <a:pt x="2" y="30"/>
                    <a:pt x="0" y="27"/>
                    <a:pt x="1" y="24"/>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2" name="Freeform 40"/>
            <p:cNvSpPr>
              <a:spLocks/>
            </p:cNvSpPr>
            <p:nvPr/>
          </p:nvSpPr>
          <p:spPr bwMode="auto">
            <a:xfrm>
              <a:off x="1084263" y="3236912"/>
              <a:ext cx="80963" cy="74613"/>
            </a:xfrm>
            <a:custGeom>
              <a:avLst/>
              <a:gdLst>
                <a:gd name="T0" fmla="*/ 10 w 38"/>
                <a:gd name="T1" fmla="*/ 0 h 35"/>
                <a:gd name="T2" fmla="*/ 33 w 38"/>
                <a:gd name="T3" fmla="*/ 5 h 35"/>
                <a:gd name="T4" fmla="*/ 37 w 38"/>
                <a:gd name="T5" fmla="*/ 11 h 35"/>
                <a:gd name="T6" fmla="*/ 34 w 38"/>
                <a:gd name="T7" fmla="*/ 31 h 35"/>
                <a:gd name="T8" fmla="*/ 27 w 38"/>
                <a:gd name="T9" fmla="*/ 35 h 35"/>
                <a:gd name="T10" fmla="*/ 5 w 38"/>
                <a:gd name="T11" fmla="*/ 31 h 35"/>
                <a:gd name="T12" fmla="*/ 0 w 38"/>
                <a:gd name="T13" fmla="*/ 24 h 35"/>
                <a:gd name="T14" fmla="*/ 4 w 38"/>
                <a:gd name="T15" fmla="*/ 5 h 35"/>
                <a:gd name="T16" fmla="*/ 10 w 38"/>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5">
                  <a:moveTo>
                    <a:pt x="10" y="0"/>
                  </a:moveTo>
                  <a:cubicBezTo>
                    <a:pt x="33" y="5"/>
                    <a:pt x="33" y="5"/>
                    <a:pt x="33" y="5"/>
                  </a:cubicBezTo>
                  <a:cubicBezTo>
                    <a:pt x="36" y="5"/>
                    <a:pt x="38" y="8"/>
                    <a:pt x="37" y="11"/>
                  </a:cubicBezTo>
                  <a:cubicBezTo>
                    <a:pt x="34" y="31"/>
                    <a:pt x="34" y="31"/>
                    <a:pt x="34" y="31"/>
                  </a:cubicBezTo>
                  <a:cubicBezTo>
                    <a:pt x="33" y="33"/>
                    <a:pt x="30" y="35"/>
                    <a:pt x="27" y="35"/>
                  </a:cubicBezTo>
                  <a:cubicBezTo>
                    <a:pt x="5" y="31"/>
                    <a:pt x="5" y="31"/>
                    <a:pt x="5" y="31"/>
                  </a:cubicBezTo>
                  <a:cubicBezTo>
                    <a:pt x="2" y="30"/>
                    <a:pt x="0" y="27"/>
                    <a:pt x="0" y="24"/>
                  </a:cubicBezTo>
                  <a:cubicBezTo>
                    <a:pt x="4" y="5"/>
                    <a:pt x="4" y="5"/>
                    <a:pt x="4" y="5"/>
                  </a:cubicBezTo>
                  <a:cubicBezTo>
                    <a:pt x="5" y="2"/>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3" name="Freeform 41"/>
            <p:cNvSpPr>
              <a:spLocks/>
            </p:cNvSpPr>
            <p:nvPr/>
          </p:nvSpPr>
          <p:spPr bwMode="auto">
            <a:xfrm>
              <a:off x="992188" y="3217862"/>
              <a:ext cx="82550" cy="76200"/>
            </a:xfrm>
            <a:custGeom>
              <a:avLst/>
              <a:gdLst>
                <a:gd name="T0" fmla="*/ 11 w 39"/>
                <a:gd name="T1" fmla="*/ 1 h 36"/>
                <a:gd name="T2" fmla="*/ 34 w 39"/>
                <a:gd name="T3" fmla="*/ 5 h 36"/>
                <a:gd name="T4" fmla="*/ 38 w 39"/>
                <a:gd name="T5" fmla="*/ 12 h 36"/>
                <a:gd name="T6" fmla="*/ 34 w 39"/>
                <a:gd name="T7" fmla="*/ 31 h 36"/>
                <a:gd name="T8" fmla="*/ 28 w 39"/>
                <a:gd name="T9" fmla="*/ 36 h 36"/>
                <a:gd name="T10" fmla="*/ 5 w 39"/>
                <a:gd name="T11" fmla="*/ 31 h 36"/>
                <a:gd name="T12" fmla="*/ 1 w 39"/>
                <a:gd name="T13" fmla="*/ 25 h 36"/>
                <a:gd name="T14" fmla="*/ 4 w 39"/>
                <a:gd name="T15" fmla="*/ 5 h 36"/>
                <a:gd name="T16" fmla="*/ 11 w 39"/>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1"/>
                  </a:moveTo>
                  <a:cubicBezTo>
                    <a:pt x="34" y="5"/>
                    <a:pt x="34" y="5"/>
                    <a:pt x="34" y="5"/>
                  </a:cubicBezTo>
                  <a:cubicBezTo>
                    <a:pt x="37" y="6"/>
                    <a:pt x="39" y="9"/>
                    <a:pt x="38" y="12"/>
                  </a:cubicBezTo>
                  <a:cubicBezTo>
                    <a:pt x="34" y="31"/>
                    <a:pt x="34" y="31"/>
                    <a:pt x="34" y="31"/>
                  </a:cubicBezTo>
                  <a:cubicBezTo>
                    <a:pt x="34" y="34"/>
                    <a:pt x="31" y="36"/>
                    <a:pt x="28" y="36"/>
                  </a:cubicBezTo>
                  <a:cubicBezTo>
                    <a:pt x="5" y="31"/>
                    <a:pt x="5" y="31"/>
                    <a:pt x="5" y="31"/>
                  </a:cubicBezTo>
                  <a:cubicBezTo>
                    <a:pt x="2" y="31"/>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4" name="Freeform 42"/>
            <p:cNvSpPr>
              <a:spLocks/>
            </p:cNvSpPr>
            <p:nvPr/>
          </p:nvSpPr>
          <p:spPr bwMode="auto">
            <a:xfrm>
              <a:off x="900113" y="3201987"/>
              <a:ext cx="80963" cy="76200"/>
            </a:xfrm>
            <a:custGeom>
              <a:avLst/>
              <a:gdLst>
                <a:gd name="T0" fmla="*/ 10 w 38"/>
                <a:gd name="T1" fmla="*/ 0 h 36"/>
                <a:gd name="T2" fmla="*/ 33 w 38"/>
                <a:gd name="T3" fmla="*/ 5 h 36"/>
                <a:gd name="T4" fmla="*/ 37 w 38"/>
                <a:gd name="T5" fmla="*/ 11 h 36"/>
                <a:gd name="T6" fmla="*/ 34 w 38"/>
                <a:gd name="T7" fmla="*/ 31 h 36"/>
                <a:gd name="T8" fmla="*/ 27 w 38"/>
                <a:gd name="T9" fmla="*/ 35 h 36"/>
                <a:gd name="T10" fmla="*/ 5 w 38"/>
                <a:gd name="T11" fmla="*/ 31 h 36"/>
                <a:gd name="T12" fmla="*/ 0 w 38"/>
                <a:gd name="T13" fmla="*/ 24 h 36"/>
                <a:gd name="T14" fmla="*/ 4 w 38"/>
                <a:gd name="T15" fmla="*/ 5 h 36"/>
                <a:gd name="T16" fmla="*/ 10 w 38"/>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0"/>
                  </a:moveTo>
                  <a:cubicBezTo>
                    <a:pt x="33" y="5"/>
                    <a:pt x="33" y="5"/>
                    <a:pt x="33" y="5"/>
                  </a:cubicBezTo>
                  <a:cubicBezTo>
                    <a:pt x="36" y="5"/>
                    <a:pt x="38" y="8"/>
                    <a:pt x="37" y="11"/>
                  </a:cubicBezTo>
                  <a:cubicBezTo>
                    <a:pt x="34" y="31"/>
                    <a:pt x="34" y="31"/>
                    <a:pt x="34" y="31"/>
                  </a:cubicBezTo>
                  <a:cubicBezTo>
                    <a:pt x="33" y="34"/>
                    <a:pt x="30" y="36"/>
                    <a:pt x="27" y="35"/>
                  </a:cubicBezTo>
                  <a:cubicBezTo>
                    <a:pt x="5" y="31"/>
                    <a:pt x="5" y="31"/>
                    <a:pt x="5" y="31"/>
                  </a:cubicBezTo>
                  <a:cubicBezTo>
                    <a:pt x="2" y="30"/>
                    <a:pt x="0" y="27"/>
                    <a:pt x="0" y="24"/>
                  </a:cubicBezTo>
                  <a:cubicBezTo>
                    <a:pt x="4" y="5"/>
                    <a:pt x="4" y="5"/>
                    <a:pt x="4" y="5"/>
                  </a:cubicBezTo>
                  <a:cubicBezTo>
                    <a:pt x="5" y="2"/>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5" name="Freeform 43"/>
            <p:cNvSpPr>
              <a:spLocks/>
            </p:cNvSpPr>
            <p:nvPr/>
          </p:nvSpPr>
          <p:spPr bwMode="auto">
            <a:xfrm>
              <a:off x="808038" y="3184525"/>
              <a:ext cx="82550" cy="74613"/>
            </a:xfrm>
            <a:custGeom>
              <a:avLst/>
              <a:gdLst>
                <a:gd name="T0" fmla="*/ 11 w 39"/>
                <a:gd name="T1" fmla="*/ 0 h 35"/>
                <a:gd name="T2" fmla="*/ 34 w 39"/>
                <a:gd name="T3" fmla="*/ 5 h 35"/>
                <a:gd name="T4" fmla="*/ 38 w 39"/>
                <a:gd name="T5" fmla="*/ 11 h 35"/>
                <a:gd name="T6" fmla="*/ 34 w 39"/>
                <a:gd name="T7" fmla="*/ 30 h 35"/>
                <a:gd name="T8" fmla="*/ 28 w 39"/>
                <a:gd name="T9" fmla="*/ 35 h 35"/>
                <a:gd name="T10" fmla="*/ 5 w 39"/>
                <a:gd name="T11" fmla="*/ 30 h 35"/>
                <a:gd name="T12" fmla="*/ 1 w 39"/>
                <a:gd name="T13" fmla="*/ 24 h 35"/>
                <a:gd name="T14" fmla="*/ 4 w 39"/>
                <a:gd name="T15" fmla="*/ 5 h 35"/>
                <a:gd name="T16" fmla="*/ 11 w 39"/>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5">
                  <a:moveTo>
                    <a:pt x="11" y="0"/>
                  </a:moveTo>
                  <a:cubicBezTo>
                    <a:pt x="34" y="5"/>
                    <a:pt x="34" y="5"/>
                    <a:pt x="34" y="5"/>
                  </a:cubicBezTo>
                  <a:cubicBezTo>
                    <a:pt x="37" y="5"/>
                    <a:pt x="39" y="8"/>
                    <a:pt x="38" y="11"/>
                  </a:cubicBezTo>
                  <a:cubicBezTo>
                    <a:pt x="34" y="30"/>
                    <a:pt x="34" y="30"/>
                    <a:pt x="34" y="30"/>
                  </a:cubicBezTo>
                  <a:cubicBezTo>
                    <a:pt x="34" y="33"/>
                    <a:pt x="31" y="35"/>
                    <a:pt x="28" y="35"/>
                  </a:cubicBezTo>
                  <a:cubicBezTo>
                    <a:pt x="5" y="30"/>
                    <a:pt x="5" y="30"/>
                    <a:pt x="5" y="30"/>
                  </a:cubicBezTo>
                  <a:cubicBezTo>
                    <a:pt x="2" y="30"/>
                    <a:pt x="0" y="27"/>
                    <a:pt x="1" y="24"/>
                  </a:cubicBezTo>
                  <a:cubicBezTo>
                    <a:pt x="4" y="5"/>
                    <a:pt x="4" y="5"/>
                    <a:pt x="4" y="5"/>
                  </a:cubicBezTo>
                  <a:cubicBezTo>
                    <a:pt x="5" y="2"/>
                    <a:pt x="8" y="0"/>
                    <a:pt x="11"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6" name="Freeform 44"/>
            <p:cNvSpPr>
              <a:spLocks/>
            </p:cNvSpPr>
            <p:nvPr/>
          </p:nvSpPr>
          <p:spPr bwMode="auto">
            <a:xfrm>
              <a:off x="715963" y="3165475"/>
              <a:ext cx="80963" cy="76200"/>
            </a:xfrm>
            <a:custGeom>
              <a:avLst/>
              <a:gdLst>
                <a:gd name="T0" fmla="*/ 10 w 38"/>
                <a:gd name="T1" fmla="*/ 1 h 36"/>
                <a:gd name="T2" fmla="*/ 33 w 38"/>
                <a:gd name="T3" fmla="*/ 5 h 36"/>
                <a:gd name="T4" fmla="*/ 37 w 38"/>
                <a:gd name="T5" fmla="*/ 12 h 36"/>
                <a:gd name="T6" fmla="*/ 34 w 38"/>
                <a:gd name="T7" fmla="*/ 31 h 36"/>
                <a:gd name="T8" fmla="*/ 27 w 38"/>
                <a:gd name="T9" fmla="*/ 35 h 36"/>
                <a:gd name="T10" fmla="*/ 5 w 38"/>
                <a:gd name="T11" fmla="*/ 31 h 36"/>
                <a:gd name="T12" fmla="*/ 0 w 38"/>
                <a:gd name="T13" fmla="*/ 25 h 36"/>
                <a:gd name="T14" fmla="*/ 4 w 38"/>
                <a:gd name="T15" fmla="*/ 5 h 36"/>
                <a:gd name="T16" fmla="*/ 10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1"/>
                  </a:moveTo>
                  <a:cubicBezTo>
                    <a:pt x="33" y="5"/>
                    <a:pt x="33" y="5"/>
                    <a:pt x="33" y="5"/>
                  </a:cubicBezTo>
                  <a:cubicBezTo>
                    <a:pt x="36" y="6"/>
                    <a:pt x="38" y="9"/>
                    <a:pt x="37" y="12"/>
                  </a:cubicBezTo>
                  <a:cubicBezTo>
                    <a:pt x="34" y="31"/>
                    <a:pt x="34" y="31"/>
                    <a:pt x="34" y="31"/>
                  </a:cubicBezTo>
                  <a:cubicBezTo>
                    <a:pt x="33" y="34"/>
                    <a:pt x="30" y="36"/>
                    <a:pt x="27" y="35"/>
                  </a:cubicBezTo>
                  <a:cubicBezTo>
                    <a:pt x="5" y="31"/>
                    <a:pt x="5" y="31"/>
                    <a:pt x="5" y="31"/>
                  </a:cubicBezTo>
                  <a:cubicBezTo>
                    <a:pt x="2" y="31"/>
                    <a:pt x="0" y="28"/>
                    <a:pt x="0" y="25"/>
                  </a:cubicBezTo>
                  <a:cubicBezTo>
                    <a:pt x="4" y="5"/>
                    <a:pt x="4" y="5"/>
                    <a:pt x="4" y="5"/>
                  </a:cubicBezTo>
                  <a:cubicBezTo>
                    <a:pt x="5" y="2"/>
                    <a:pt x="7" y="0"/>
                    <a:pt x="10"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7" name="Freeform 45"/>
            <p:cNvSpPr>
              <a:spLocks/>
            </p:cNvSpPr>
            <p:nvPr/>
          </p:nvSpPr>
          <p:spPr bwMode="auto">
            <a:xfrm>
              <a:off x="622300" y="3148012"/>
              <a:ext cx="82550" cy="76200"/>
            </a:xfrm>
            <a:custGeom>
              <a:avLst/>
              <a:gdLst>
                <a:gd name="T0" fmla="*/ 11 w 39"/>
                <a:gd name="T1" fmla="*/ 0 h 36"/>
                <a:gd name="T2" fmla="*/ 34 w 39"/>
                <a:gd name="T3" fmla="*/ 5 h 36"/>
                <a:gd name="T4" fmla="*/ 38 w 39"/>
                <a:gd name="T5" fmla="*/ 11 h 36"/>
                <a:gd name="T6" fmla="*/ 34 w 39"/>
                <a:gd name="T7" fmla="*/ 31 h 36"/>
                <a:gd name="T8" fmla="*/ 28 w 39"/>
                <a:gd name="T9" fmla="*/ 35 h 36"/>
                <a:gd name="T10" fmla="*/ 5 w 39"/>
                <a:gd name="T11" fmla="*/ 31 h 36"/>
                <a:gd name="T12" fmla="*/ 1 w 39"/>
                <a:gd name="T13" fmla="*/ 24 h 36"/>
                <a:gd name="T14" fmla="*/ 4 w 39"/>
                <a:gd name="T15" fmla="*/ 5 h 36"/>
                <a:gd name="T16" fmla="*/ 11 w 3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0"/>
                  </a:moveTo>
                  <a:cubicBezTo>
                    <a:pt x="34" y="5"/>
                    <a:pt x="34" y="5"/>
                    <a:pt x="34" y="5"/>
                  </a:cubicBezTo>
                  <a:cubicBezTo>
                    <a:pt x="37" y="5"/>
                    <a:pt x="39" y="8"/>
                    <a:pt x="38" y="11"/>
                  </a:cubicBezTo>
                  <a:cubicBezTo>
                    <a:pt x="34" y="31"/>
                    <a:pt x="34" y="31"/>
                    <a:pt x="34" y="31"/>
                  </a:cubicBezTo>
                  <a:cubicBezTo>
                    <a:pt x="34" y="34"/>
                    <a:pt x="31" y="36"/>
                    <a:pt x="28" y="35"/>
                  </a:cubicBezTo>
                  <a:cubicBezTo>
                    <a:pt x="5" y="31"/>
                    <a:pt x="5" y="31"/>
                    <a:pt x="5" y="31"/>
                  </a:cubicBezTo>
                  <a:cubicBezTo>
                    <a:pt x="2" y="30"/>
                    <a:pt x="0" y="27"/>
                    <a:pt x="1" y="24"/>
                  </a:cubicBezTo>
                  <a:cubicBezTo>
                    <a:pt x="4" y="5"/>
                    <a:pt x="4" y="5"/>
                    <a:pt x="4" y="5"/>
                  </a:cubicBezTo>
                  <a:cubicBezTo>
                    <a:pt x="5" y="2"/>
                    <a:pt x="8" y="0"/>
                    <a:pt x="11"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8" name="Freeform 46"/>
            <p:cNvSpPr>
              <a:spLocks/>
            </p:cNvSpPr>
            <p:nvPr/>
          </p:nvSpPr>
          <p:spPr bwMode="auto">
            <a:xfrm>
              <a:off x="531813" y="3132137"/>
              <a:ext cx="80963" cy="73025"/>
            </a:xfrm>
            <a:custGeom>
              <a:avLst/>
              <a:gdLst>
                <a:gd name="T0" fmla="*/ 10 w 38"/>
                <a:gd name="T1" fmla="*/ 0 h 35"/>
                <a:gd name="T2" fmla="*/ 33 w 38"/>
                <a:gd name="T3" fmla="*/ 4 h 35"/>
                <a:gd name="T4" fmla="*/ 37 w 38"/>
                <a:gd name="T5" fmla="*/ 11 h 35"/>
                <a:gd name="T6" fmla="*/ 34 w 38"/>
                <a:gd name="T7" fmla="*/ 30 h 35"/>
                <a:gd name="T8" fmla="*/ 27 w 38"/>
                <a:gd name="T9" fmla="*/ 35 h 35"/>
                <a:gd name="T10" fmla="*/ 5 w 38"/>
                <a:gd name="T11" fmla="*/ 30 h 35"/>
                <a:gd name="T12" fmla="*/ 0 w 38"/>
                <a:gd name="T13" fmla="*/ 24 h 35"/>
                <a:gd name="T14" fmla="*/ 4 w 38"/>
                <a:gd name="T15" fmla="*/ 4 h 35"/>
                <a:gd name="T16" fmla="*/ 10 w 38"/>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5">
                  <a:moveTo>
                    <a:pt x="10" y="0"/>
                  </a:moveTo>
                  <a:cubicBezTo>
                    <a:pt x="33" y="4"/>
                    <a:pt x="33" y="4"/>
                    <a:pt x="33" y="4"/>
                  </a:cubicBezTo>
                  <a:cubicBezTo>
                    <a:pt x="36" y="5"/>
                    <a:pt x="38" y="8"/>
                    <a:pt x="37" y="11"/>
                  </a:cubicBezTo>
                  <a:cubicBezTo>
                    <a:pt x="34" y="30"/>
                    <a:pt x="34" y="30"/>
                    <a:pt x="34" y="30"/>
                  </a:cubicBezTo>
                  <a:cubicBezTo>
                    <a:pt x="33" y="33"/>
                    <a:pt x="30" y="35"/>
                    <a:pt x="27" y="35"/>
                  </a:cubicBezTo>
                  <a:cubicBezTo>
                    <a:pt x="5" y="30"/>
                    <a:pt x="5" y="30"/>
                    <a:pt x="5" y="30"/>
                  </a:cubicBezTo>
                  <a:cubicBezTo>
                    <a:pt x="2" y="30"/>
                    <a:pt x="0" y="27"/>
                    <a:pt x="0" y="24"/>
                  </a:cubicBezTo>
                  <a:cubicBezTo>
                    <a:pt x="4" y="4"/>
                    <a:pt x="4" y="4"/>
                    <a:pt x="4" y="4"/>
                  </a:cubicBezTo>
                  <a:cubicBezTo>
                    <a:pt x="5" y="1"/>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79" name="Freeform 47"/>
            <p:cNvSpPr>
              <a:spLocks/>
            </p:cNvSpPr>
            <p:nvPr/>
          </p:nvSpPr>
          <p:spPr bwMode="auto">
            <a:xfrm>
              <a:off x="428625" y="3109912"/>
              <a:ext cx="88900" cy="79375"/>
            </a:xfrm>
            <a:custGeom>
              <a:avLst/>
              <a:gdLst>
                <a:gd name="T0" fmla="*/ 11 w 42"/>
                <a:gd name="T1" fmla="*/ 1 h 37"/>
                <a:gd name="T2" fmla="*/ 37 w 42"/>
                <a:gd name="T3" fmla="*/ 6 h 37"/>
                <a:gd name="T4" fmla="*/ 41 w 42"/>
                <a:gd name="T5" fmla="*/ 12 h 37"/>
                <a:gd name="T6" fmla="*/ 37 w 42"/>
                <a:gd name="T7" fmla="*/ 32 h 37"/>
                <a:gd name="T8" fmla="*/ 31 w 42"/>
                <a:gd name="T9" fmla="*/ 36 h 37"/>
                <a:gd name="T10" fmla="*/ 5 w 42"/>
                <a:gd name="T11" fmla="*/ 31 h 37"/>
                <a:gd name="T12" fmla="*/ 0 w 42"/>
                <a:gd name="T13" fmla="*/ 25 h 37"/>
                <a:gd name="T14" fmla="*/ 4 w 42"/>
                <a:gd name="T15" fmla="*/ 5 h 37"/>
                <a:gd name="T16" fmla="*/ 11 w 42"/>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11" y="1"/>
                  </a:moveTo>
                  <a:cubicBezTo>
                    <a:pt x="37" y="6"/>
                    <a:pt x="37" y="6"/>
                    <a:pt x="37" y="6"/>
                  </a:cubicBezTo>
                  <a:cubicBezTo>
                    <a:pt x="40" y="6"/>
                    <a:pt x="42" y="9"/>
                    <a:pt x="41" y="12"/>
                  </a:cubicBezTo>
                  <a:cubicBezTo>
                    <a:pt x="37" y="32"/>
                    <a:pt x="37" y="32"/>
                    <a:pt x="37" y="32"/>
                  </a:cubicBezTo>
                  <a:cubicBezTo>
                    <a:pt x="37" y="35"/>
                    <a:pt x="34" y="37"/>
                    <a:pt x="31" y="36"/>
                  </a:cubicBezTo>
                  <a:cubicBezTo>
                    <a:pt x="5" y="31"/>
                    <a:pt x="5" y="31"/>
                    <a:pt x="5" y="31"/>
                  </a:cubicBezTo>
                  <a:cubicBezTo>
                    <a:pt x="2" y="30"/>
                    <a:pt x="0" y="28"/>
                    <a:pt x="0"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0" name="Freeform 48"/>
            <p:cNvSpPr>
              <a:spLocks/>
            </p:cNvSpPr>
            <p:nvPr/>
          </p:nvSpPr>
          <p:spPr bwMode="auto">
            <a:xfrm>
              <a:off x="1612900" y="3419475"/>
              <a:ext cx="90488" cy="98425"/>
            </a:xfrm>
            <a:custGeom>
              <a:avLst/>
              <a:gdLst>
                <a:gd name="T0" fmla="*/ 13 w 43"/>
                <a:gd name="T1" fmla="*/ 1 h 46"/>
                <a:gd name="T2" fmla="*/ 37 w 43"/>
                <a:gd name="T3" fmla="*/ 6 h 46"/>
                <a:gd name="T4" fmla="*/ 42 w 43"/>
                <a:gd name="T5" fmla="*/ 13 h 46"/>
                <a:gd name="T6" fmla="*/ 37 w 43"/>
                <a:gd name="T7" fmla="*/ 40 h 46"/>
                <a:gd name="T8" fmla="*/ 29 w 43"/>
                <a:gd name="T9" fmla="*/ 45 h 46"/>
                <a:gd name="T10" fmla="*/ 6 w 43"/>
                <a:gd name="T11" fmla="*/ 41 h 46"/>
                <a:gd name="T12" fmla="*/ 1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6"/>
                    <a:pt x="37" y="6"/>
                    <a:pt x="37" y="6"/>
                  </a:cubicBezTo>
                  <a:cubicBezTo>
                    <a:pt x="40" y="6"/>
                    <a:pt x="43" y="10"/>
                    <a:pt x="42" y="13"/>
                  </a:cubicBezTo>
                  <a:cubicBezTo>
                    <a:pt x="37" y="40"/>
                    <a:pt x="37" y="40"/>
                    <a:pt x="37" y="40"/>
                  </a:cubicBezTo>
                  <a:cubicBezTo>
                    <a:pt x="36" y="44"/>
                    <a:pt x="33" y="46"/>
                    <a:pt x="29" y="45"/>
                  </a:cubicBezTo>
                  <a:cubicBezTo>
                    <a:pt x="6" y="41"/>
                    <a:pt x="6" y="41"/>
                    <a:pt x="6" y="41"/>
                  </a:cubicBezTo>
                  <a:cubicBezTo>
                    <a:pt x="2" y="40"/>
                    <a:pt x="0" y="37"/>
                    <a:pt x="1" y="33"/>
                  </a:cubicBezTo>
                  <a:cubicBezTo>
                    <a:pt x="6" y="6"/>
                    <a:pt x="6" y="6"/>
                    <a:pt x="6" y="6"/>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1" name="Freeform 49"/>
            <p:cNvSpPr>
              <a:spLocks/>
            </p:cNvSpPr>
            <p:nvPr/>
          </p:nvSpPr>
          <p:spPr bwMode="auto">
            <a:xfrm>
              <a:off x="1512888" y="3400425"/>
              <a:ext cx="90488" cy="98425"/>
            </a:xfrm>
            <a:custGeom>
              <a:avLst/>
              <a:gdLst>
                <a:gd name="T0" fmla="*/ 13 w 43"/>
                <a:gd name="T1" fmla="*/ 1 h 46"/>
                <a:gd name="T2" fmla="*/ 37 w 43"/>
                <a:gd name="T3" fmla="*/ 6 h 46"/>
                <a:gd name="T4" fmla="*/ 42 w 43"/>
                <a:gd name="T5" fmla="*/ 13 h 46"/>
                <a:gd name="T6" fmla="*/ 37 w 43"/>
                <a:gd name="T7" fmla="*/ 40 h 46"/>
                <a:gd name="T8" fmla="*/ 29 w 43"/>
                <a:gd name="T9" fmla="*/ 45 h 46"/>
                <a:gd name="T10" fmla="*/ 6 w 43"/>
                <a:gd name="T11" fmla="*/ 41 h 46"/>
                <a:gd name="T12" fmla="*/ 0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6"/>
                    <a:pt x="37" y="6"/>
                    <a:pt x="37" y="6"/>
                  </a:cubicBezTo>
                  <a:cubicBezTo>
                    <a:pt x="40" y="6"/>
                    <a:pt x="43" y="10"/>
                    <a:pt x="42" y="13"/>
                  </a:cubicBezTo>
                  <a:cubicBezTo>
                    <a:pt x="37" y="40"/>
                    <a:pt x="37" y="40"/>
                    <a:pt x="37" y="40"/>
                  </a:cubicBezTo>
                  <a:cubicBezTo>
                    <a:pt x="36" y="44"/>
                    <a:pt x="33" y="46"/>
                    <a:pt x="29" y="45"/>
                  </a:cubicBezTo>
                  <a:cubicBezTo>
                    <a:pt x="6" y="41"/>
                    <a:pt x="6" y="41"/>
                    <a:pt x="6" y="41"/>
                  </a:cubicBezTo>
                  <a:cubicBezTo>
                    <a:pt x="2" y="40"/>
                    <a:pt x="0" y="37"/>
                    <a:pt x="0" y="33"/>
                  </a:cubicBezTo>
                  <a:cubicBezTo>
                    <a:pt x="6" y="6"/>
                    <a:pt x="6" y="6"/>
                    <a:pt x="6" y="6"/>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2" name="Freeform 50"/>
            <p:cNvSpPr>
              <a:spLocks/>
            </p:cNvSpPr>
            <p:nvPr/>
          </p:nvSpPr>
          <p:spPr bwMode="auto">
            <a:xfrm>
              <a:off x="1412875" y="3381375"/>
              <a:ext cx="88900" cy="98425"/>
            </a:xfrm>
            <a:custGeom>
              <a:avLst/>
              <a:gdLst>
                <a:gd name="T0" fmla="*/ 13 w 42"/>
                <a:gd name="T1" fmla="*/ 1 h 46"/>
                <a:gd name="T2" fmla="*/ 36 w 42"/>
                <a:gd name="T3" fmla="*/ 6 h 46"/>
                <a:gd name="T4" fmla="*/ 42 w 42"/>
                <a:gd name="T5" fmla="*/ 13 h 46"/>
                <a:gd name="T6" fmla="*/ 37 w 42"/>
                <a:gd name="T7" fmla="*/ 40 h 46"/>
                <a:gd name="T8" fmla="*/ 29 w 42"/>
                <a:gd name="T9" fmla="*/ 45 h 46"/>
                <a:gd name="T10" fmla="*/ 5 w 42"/>
                <a:gd name="T11" fmla="*/ 41 h 46"/>
                <a:gd name="T12" fmla="*/ 0 w 42"/>
                <a:gd name="T13" fmla="*/ 33 h 46"/>
                <a:gd name="T14" fmla="*/ 5 w 42"/>
                <a:gd name="T15" fmla="*/ 6 h 46"/>
                <a:gd name="T16" fmla="*/ 13 w 42"/>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6">
                  <a:moveTo>
                    <a:pt x="13" y="1"/>
                  </a:moveTo>
                  <a:cubicBezTo>
                    <a:pt x="36" y="6"/>
                    <a:pt x="36" y="6"/>
                    <a:pt x="36" y="6"/>
                  </a:cubicBezTo>
                  <a:cubicBezTo>
                    <a:pt x="40" y="6"/>
                    <a:pt x="42" y="10"/>
                    <a:pt x="42" y="13"/>
                  </a:cubicBezTo>
                  <a:cubicBezTo>
                    <a:pt x="37" y="40"/>
                    <a:pt x="37" y="40"/>
                    <a:pt x="37" y="40"/>
                  </a:cubicBezTo>
                  <a:cubicBezTo>
                    <a:pt x="36" y="43"/>
                    <a:pt x="32" y="46"/>
                    <a:pt x="29" y="45"/>
                  </a:cubicBezTo>
                  <a:cubicBezTo>
                    <a:pt x="5" y="41"/>
                    <a:pt x="5" y="41"/>
                    <a:pt x="5" y="41"/>
                  </a:cubicBezTo>
                  <a:cubicBezTo>
                    <a:pt x="2" y="40"/>
                    <a:pt x="0" y="37"/>
                    <a:pt x="0" y="33"/>
                  </a:cubicBezTo>
                  <a:cubicBezTo>
                    <a:pt x="5" y="6"/>
                    <a:pt x="5" y="6"/>
                    <a:pt x="5" y="6"/>
                  </a:cubicBezTo>
                  <a:cubicBezTo>
                    <a:pt x="6" y="3"/>
                    <a:pt x="9"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3" name="Freeform 51"/>
            <p:cNvSpPr>
              <a:spLocks/>
            </p:cNvSpPr>
            <p:nvPr/>
          </p:nvSpPr>
          <p:spPr bwMode="auto">
            <a:xfrm>
              <a:off x="1311275" y="3362325"/>
              <a:ext cx="92075" cy="98425"/>
            </a:xfrm>
            <a:custGeom>
              <a:avLst/>
              <a:gdLst>
                <a:gd name="T0" fmla="*/ 14 w 43"/>
                <a:gd name="T1" fmla="*/ 1 h 46"/>
                <a:gd name="T2" fmla="*/ 37 w 43"/>
                <a:gd name="T3" fmla="*/ 5 h 46"/>
                <a:gd name="T4" fmla="*/ 42 w 43"/>
                <a:gd name="T5" fmla="*/ 13 h 46"/>
                <a:gd name="T6" fmla="*/ 37 w 43"/>
                <a:gd name="T7" fmla="*/ 40 h 46"/>
                <a:gd name="T8" fmla="*/ 30 w 43"/>
                <a:gd name="T9" fmla="*/ 45 h 46"/>
                <a:gd name="T10" fmla="*/ 6 w 43"/>
                <a:gd name="T11" fmla="*/ 41 h 46"/>
                <a:gd name="T12" fmla="*/ 1 w 43"/>
                <a:gd name="T13" fmla="*/ 33 h 46"/>
                <a:gd name="T14" fmla="*/ 6 w 43"/>
                <a:gd name="T15" fmla="*/ 6 h 46"/>
                <a:gd name="T16" fmla="*/ 14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4" y="1"/>
                  </a:moveTo>
                  <a:cubicBezTo>
                    <a:pt x="37" y="5"/>
                    <a:pt x="37" y="5"/>
                    <a:pt x="37" y="5"/>
                  </a:cubicBezTo>
                  <a:cubicBezTo>
                    <a:pt x="41" y="6"/>
                    <a:pt x="43" y="10"/>
                    <a:pt x="42" y="13"/>
                  </a:cubicBezTo>
                  <a:cubicBezTo>
                    <a:pt x="37" y="40"/>
                    <a:pt x="37" y="40"/>
                    <a:pt x="37" y="40"/>
                  </a:cubicBezTo>
                  <a:cubicBezTo>
                    <a:pt x="37" y="43"/>
                    <a:pt x="33" y="46"/>
                    <a:pt x="30" y="45"/>
                  </a:cubicBezTo>
                  <a:cubicBezTo>
                    <a:pt x="6" y="41"/>
                    <a:pt x="6" y="41"/>
                    <a:pt x="6" y="41"/>
                  </a:cubicBezTo>
                  <a:cubicBezTo>
                    <a:pt x="3" y="40"/>
                    <a:pt x="0" y="36"/>
                    <a:pt x="1" y="33"/>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4" name="Freeform 52"/>
            <p:cNvSpPr>
              <a:spLocks/>
            </p:cNvSpPr>
            <p:nvPr/>
          </p:nvSpPr>
          <p:spPr bwMode="auto">
            <a:xfrm>
              <a:off x="1211263" y="3343275"/>
              <a:ext cx="92075" cy="98425"/>
            </a:xfrm>
            <a:custGeom>
              <a:avLst/>
              <a:gdLst>
                <a:gd name="T0" fmla="*/ 14 w 43"/>
                <a:gd name="T1" fmla="*/ 1 h 46"/>
                <a:gd name="T2" fmla="*/ 37 w 43"/>
                <a:gd name="T3" fmla="*/ 5 h 46"/>
                <a:gd name="T4" fmla="*/ 42 w 43"/>
                <a:gd name="T5" fmla="*/ 13 h 46"/>
                <a:gd name="T6" fmla="*/ 37 w 43"/>
                <a:gd name="T7" fmla="*/ 40 h 46"/>
                <a:gd name="T8" fmla="*/ 29 w 43"/>
                <a:gd name="T9" fmla="*/ 45 h 46"/>
                <a:gd name="T10" fmla="*/ 6 w 43"/>
                <a:gd name="T11" fmla="*/ 41 h 46"/>
                <a:gd name="T12" fmla="*/ 1 w 43"/>
                <a:gd name="T13" fmla="*/ 33 h 46"/>
                <a:gd name="T14" fmla="*/ 6 w 43"/>
                <a:gd name="T15" fmla="*/ 6 h 46"/>
                <a:gd name="T16" fmla="*/ 14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4" y="1"/>
                  </a:moveTo>
                  <a:cubicBezTo>
                    <a:pt x="37" y="5"/>
                    <a:pt x="37" y="5"/>
                    <a:pt x="37" y="5"/>
                  </a:cubicBezTo>
                  <a:cubicBezTo>
                    <a:pt x="41" y="6"/>
                    <a:pt x="43" y="10"/>
                    <a:pt x="42" y="13"/>
                  </a:cubicBezTo>
                  <a:cubicBezTo>
                    <a:pt x="37" y="40"/>
                    <a:pt x="37" y="40"/>
                    <a:pt x="37" y="40"/>
                  </a:cubicBezTo>
                  <a:cubicBezTo>
                    <a:pt x="37" y="43"/>
                    <a:pt x="33" y="46"/>
                    <a:pt x="29" y="45"/>
                  </a:cubicBezTo>
                  <a:cubicBezTo>
                    <a:pt x="6" y="41"/>
                    <a:pt x="6" y="41"/>
                    <a:pt x="6" y="41"/>
                  </a:cubicBezTo>
                  <a:cubicBezTo>
                    <a:pt x="3" y="40"/>
                    <a:pt x="0" y="36"/>
                    <a:pt x="1" y="33"/>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5" name="Freeform 53"/>
            <p:cNvSpPr>
              <a:spLocks/>
            </p:cNvSpPr>
            <p:nvPr/>
          </p:nvSpPr>
          <p:spPr bwMode="auto">
            <a:xfrm>
              <a:off x="1112838" y="3324225"/>
              <a:ext cx="90488" cy="98425"/>
            </a:xfrm>
            <a:custGeom>
              <a:avLst/>
              <a:gdLst>
                <a:gd name="T0" fmla="*/ 13 w 43"/>
                <a:gd name="T1" fmla="*/ 1 h 46"/>
                <a:gd name="T2" fmla="*/ 37 w 43"/>
                <a:gd name="T3" fmla="*/ 5 h 46"/>
                <a:gd name="T4" fmla="*/ 42 w 43"/>
                <a:gd name="T5" fmla="*/ 13 h 46"/>
                <a:gd name="T6" fmla="*/ 37 w 43"/>
                <a:gd name="T7" fmla="*/ 40 h 46"/>
                <a:gd name="T8" fmla="*/ 29 w 43"/>
                <a:gd name="T9" fmla="*/ 45 h 46"/>
                <a:gd name="T10" fmla="*/ 6 w 43"/>
                <a:gd name="T11" fmla="*/ 40 h 46"/>
                <a:gd name="T12" fmla="*/ 1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5"/>
                    <a:pt x="37" y="5"/>
                    <a:pt x="37" y="5"/>
                  </a:cubicBezTo>
                  <a:cubicBezTo>
                    <a:pt x="40" y="6"/>
                    <a:pt x="43" y="10"/>
                    <a:pt x="42" y="13"/>
                  </a:cubicBezTo>
                  <a:cubicBezTo>
                    <a:pt x="37" y="40"/>
                    <a:pt x="37" y="40"/>
                    <a:pt x="37" y="40"/>
                  </a:cubicBezTo>
                  <a:cubicBezTo>
                    <a:pt x="36" y="43"/>
                    <a:pt x="33" y="46"/>
                    <a:pt x="29" y="45"/>
                  </a:cubicBezTo>
                  <a:cubicBezTo>
                    <a:pt x="6" y="40"/>
                    <a:pt x="6" y="40"/>
                    <a:pt x="6" y="40"/>
                  </a:cubicBezTo>
                  <a:cubicBezTo>
                    <a:pt x="2" y="40"/>
                    <a:pt x="0" y="36"/>
                    <a:pt x="1" y="33"/>
                  </a:cubicBezTo>
                  <a:cubicBezTo>
                    <a:pt x="6" y="6"/>
                    <a:pt x="6" y="6"/>
                    <a:pt x="6" y="6"/>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6" name="Freeform 54"/>
            <p:cNvSpPr>
              <a:spLocks/>
            </p:cNvSpPr>
            <p:nvPr/>
          </p:nvSpPr>
          <p:spPr bwMode="auto">
            <a:xfrm>
              <a:off x="1012825" y="3305175"/>
              <a:ext cx="90488" cy="98425"/>
            </a:xfrm>
            <a:custGeom>
              <a:avLst/>
              <a:gdLst>
                <a:gd name="T0" fmla="*/ 13 w 43"/>
                <a:gd name="T1" fmla="*/ 1 h 46"/>
                <a:gd name="T2" fmla="*/ 37 w 43"/>
                <a:gd name="T3" fmla="*/ 5 h 46"/>
                <a:gd name="T4" fmla="*/ 42 w 43"/>
                <a:gd name="T5" fmla="*/ 13 h 46"/>
                <a:gd name="T6" fmla="*/ 37 w 43"/>
                <a:gd name="T7" fmla="*/ 40 h 46"/>
                <a:gd name="T8" fmla="*/ 29 w 43"/>
                <a:gd name="T9" fmla="*/ 45 h 46"/>
                <a:gd name="T10" fmla="*/ 6 w 43"/>
                <a:gd name="T11" fmla="*/ 40 h 46"/>
                <a:gd name="T12" fmla="*/ 0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5"/>
                    <a:pt x="37" y="5"/>
                    <a:pt x="37" y="5"/>
                  </a:cubicBezTo>
                  <a:cubicBezTo>
                    <a:pt x="40" y="6"/>
                    <a:pt x="43" y="9"/>
                    <a:pt x="42" y="13"/>
                  </a:cubicBezTo>
                  <a:cubicBezTo>
                    <a:pt x="37" y="40"/>
                    <a:pt x="37" y="40"/>
                    <a:pt x="37" y="40"/>
                  </a:cubicBezTo>
                  <a:cubicBezTo>
                    <a:pt x="36" y="43"/>
                    <a:pt x="33" y="46"/>
                    <a:pt x="29" y="45"/>
                  </a:cubicBezTo>
                  <a:cubicBezTo>
                    <a:pt x="6" y="40"/>
                    <a:pt x="6" y="40"/>
                    <a:pt x="6" y="40"/>
                  </a:cubicBezTo>
                  <a:cubicBezTo>
                    <a:pt x="2" y="40"/>
                    <a:pt x="0" y="36"/>
                    <a:pt x="0" y="33"/>
                  </a:cubicBezTo>
                  <a:cubicBezTo>
                    <a:pt x="6" y="6"/>
                    <a:pt x="6" y="6"/>
                    <a:pt x="6" y="6"/>
                  </a:cubicBezTo>
                  <a:cubicBezTo>
                    <a:pt x="6" y="2"/>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7" name="Freeform 55"/>
            <p:cNvSpPr>
              <a:spLocks/>
            </p:cNvSpPr>
            <p:nvPr/>
          </p:nvSpPr>
          <p:spPr bwMode="auto">
            <a:xfrm>
              <a:off x="912813" y="3286125"/>
              <a:ext cx="88900" cy="96838"/>
            </a:xfrm>
            <a:custGeom>
              <a:avLst/>
              <a:gdLst>
                <a:gd name="T0" fmla="*/ 13 w 42"/>
                <a:gd name="T1" fmla="*/ 1 h 46"/>
                <a:gd name="T2" fmla="*/ 36 w 42"/>
                <a:gd name="T3" fmla="*/ 5 h 46"/>
                <a:gd name="T4" fmla="*/ 42 w 42"/>
                <a:gd name="T5" fmla="*/ 13 h 46"/>
                <a:gd name="T6" fmla="*/ 37 w 42"/>
                <a:gd name="T7" fmla="*/ 40 h 46"/>
                <a:gd name="T8" fmla="*/ 29 w 42"/>
                <a:gd name="T9" fmla="*/ 45 h 46"/>
                <a:gd name="T10" fmla="*/ 5 w 42"/>
                <a:gd name="T11" fmla="*/ 40 h 46"/>
                <a:gd name="T12" fmla="*/ 0 w 42"/>
                <a:gd name="T13" fmla="*/ 33 h 46"/>
                <a:gd name="T14" fmla="*/ 5 w 42"/>
                <a:gd name="T15" fmla="*/ 6 h 46"/>
                <a:gd name="T16" fmla="*/ 13 w 42"/>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6">
                  <a:moveTo>
                    <a:pt x="13" y="1"/>
                  </a:moveTo>
                  <a:cubicBezTo>
                    <a:pt x="36" y="5"/>
                    <a:pt x="36" y="5"/>
                    <a:pt x="36" y="5"/>
                  </a:cubicBezTo>
                  <a:cubicBezTo>
                    <a:pt x="40" y="6"/>
                    <a:pt x="42" y="9"/>
                    <a:pt x="42" y="13"/>
                  </a:cubicBezTo>
                  <a:cubicBezTo>
                    <a:pt x="37" y="40"/>
                    <a:pt x="37" y="40"/>
                    <a:pt x="37" y="40"/>
                  </a:cubicBezTo>
                  <a:cubicBezTo>
                    <a:pt x="36" y="43"/>
                    <a:pt x="32" y="46"/>
                    <a:pt x="29" y="45"/>
                  </a:cubicBezTo>
                  <a:cubicBezTo>
                    <a:pt x="5" y="40"/>
                    <a:pt x="5" y="40"/>
                    <a:pt x="5" y="40"/>
                  </a:cubicBezTo>
                  <a:cubicBezTo>
                    <a:pt x="2" y="40"/>
                    <a:pt x="0" y="36"/>
                    <a:pt x="0" y="33"/>
                  </a:cubicBezTo>
                  <a:cubicBezTo>
                    <a:pt x="5" y="6"/>
                    <a:pt x="5" y="6"/>
                    <a:pt x="5" y="6"/>
                  </a:cubicBezTo>
                  <a:cubicBezTo>
                    <a:pt x="6" y="2"/>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8" name="Freeform 56"/>
            <p:cNvSpPr>
              <a:spLocks/>
            </p:cNvSpPr>
            <p:nvPr/>
          </p:nvSpPr>
          <p:spPr bwMode="auto">
            <a:xfrm>
              <a:off x="811213" y="3267075"/>
              <a:ext cx="92075" cy="95250"/>
            </a:xfrm>
            <a:custGeom>
              <a:avLst/>
              <a:gdLst>
                <a:gd name="T0" fmla="*/ 14 w 43"/>
                <a:gd name="T1" fmla="*/ 1 h 45"/>
                <a:gd name="T2" fmla="*/ 37 w 43"/>
                <a:gd name="T3" fmla="*/ 5 h 45"/>
                <a:gd name="T4" fmla="*/ 43 w 43"/>
                <a:gd name="T5" fmla="*/ 13 h 45"/>
                <a:gd name="T6" fmla="*/ 37 w 43"/>
                <a:gd name="T7" fmla="*/ 40 h 45"/>
                <a:gd name="T8" fmla="*/ 30 w 43"/>
                <a:gd name="T9" fmla="*/ 45 h 45"/>
                <a:gd name="T10" fmla="*/ 6 w 43"/>
                <a:gd name="T11" fmla="*/ 40 h 45"/>
                <a:gd name="T12" fmla="*/ 1 w 43"/>
                <a:gd name="T13" fmla="*/ 33 h 45"/>
                <a:gd name="T14" fmla="*/ 6 w 43"/>
                <a:gd name="T15" fmla="*/ 6 h 45"/>
                <a:gd name="T16" fmla="*/ 14 w 43"/>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4" y="1"/>
                  </a:moveTo>
                  <a:cubicBezTo>
                    <a:pt x="37" y="5"/>
                    <a:pt x="37" y="5"/>
                    <a:pt x="37" y="5"/>
                  </a:cubicBezTo>
                  <a:cubicBezTo>
                    <a:pt x="41" y="6"/>
                    <a:pt x="43" y="9"/>
                    <a:pt x="43" y="13"/>
                  </a:cubicBezTo>
                  <a:cubicBezTo>
                    <a:pt x="37" y="40"/>
                    <a:pt x="37" y="40"/>
                    <a:pt x="37" y="40"/>
                  </a:cubicBezTo>
                  <a:cubicBezTo>
                    <a:pt x="37" y="43"/>
                    <a:pt x="33" y="45"/>
                    <a:pt x="30" y="45"/>
                  </a:cubicBezTo>
                  <a:cubicBezTo>
                    <a:pt x="6" y="40"/>
                    <a:pt x="6" y="40"/>
                    <a:pt x="6" y="40"/>
                  </a:cubicBezTo>
                  <a:cubicBezTo>
                    <a:pt x="3" y="40"/>
                    <a:pt x="0" y="36"/>
                    <a:pt x="1" y="33"/>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89" name="Freeform 57"/>
            <p:cNvSpPr>
              <a:spLocks/>
            </p:cNvSpPr>
            <p:nvPr/>
          </p:nvSpPr>
          <p:spPr bwMode="auto">
            <a:xfrm>
              <a:off x="711200" y="3248025"/>
              <a:ext cx="92075" cy="95250"/>
            </a:xfrm>
            <a:custGeom>
              <a:avLst/>
              <a:gdLst>
                <a:gd name="T0" fmla="*/ 14 w 43"/>
                <a:gd name="T1" fmla="*/ 1 h 45"/>
                <a:gd name="T2" fmla="*/ 37 w 43"/>
                <a:gd name="T3" fmla="*/ 5 h 45"/>
                <a:gd name="T4" fmla="*/ 42 w 43"/>
                <a:gd name="T5" fmla="*/ 13 h 45"/>
                <a:gd name="T6" fmla="*/ 37 w 43"/>
                <a:gd name="T7" fmla="*/ 39 h 45"/>
                <a:gd name="T8" fmla="*/ 30 w 43"/>
                <a:gd name="T9" fmla="*/ 45 h 45"/>
                <a:gd name="T10" fmla="*/ 6 w 43"/>
                <a:gd name="T11" fmla="*/ 40 h 45"/>
                <a:gd name="T12" fmla="*/ 1 w 43"/>
                <a:gd name="T13" fmla="*/ 33 h 45"/>
                <a:gd name="T14" fmla="*/ 6 w 43"/>
                <a:gd name="T15" fmla="*/ 6 h 45"/>
                <a:gd name="T16" fmla="*/ 14 w 43"/>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4" y="1"/>
                  </a:moveTo>
                  <a:cubicBezTo>
                    <a:pt x="37" y="5"/>
                    <a:pt x="37" y="5"/>
                    <a:pt x="37" y="5"/>
                  </a:cubicBezTo>
                  <a:cubicBezTo>
                    <a:pt x="41" y="6"/>
                    <a:pt x="43" y="9"/>
                    <a:pt x="42" y="13"/>
                  </a:cubicBezTo>
                  <a:cubicBezTo>
                    <a:pt x="37" y="39"/>
                    <a:pt x="37" y="39"/>
                    <a:pt x="37" y="39"/>
                  </a:cubicBezTo>
                  <a:cubicBezTo>
                    <a:pt x="37" y="43"/>
                    <a:pt x="33" y="45"/>
                    <a:pt x="30" y="45"/>
                  </a:cubicBezTo>
                  <a:cubicBezTo>
                    <a:pt x="6" y="40"/>
                    <a:pt x="6" y="40"/>
                    <a:pt x="6" y="40"/>
                  </a:cubicBezTo>
                  <a:cubicBezTo>
                    <a:pt x="3" y="40"/>
                    <a:pt x="0" y="36"/>
                    <a:pt x="1" y="33"/>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0" name="Freeform 58"/>
            <p:cNvSpPr>
              <a:spLocks/>
            </p:cNvSpPr>
            <p:nvPr/>
          </p:nvSpPr>
          <p:spPr bwMode="auto">
            <a:xfrm>
              <a:off x="612775" y="3228975"/>
              <a:ext cx="90488" cy="95250"/>
            </a:xfrm>
            <a:custGeom>
              <a:avLst/>
              <a:gdLst>
                <a:gd name="T0" fmla="*/ 14 w 43"/>
                <a:gd name="T1" fmla="*/ 1 h 45"/>
                <a:gd name="T2" fmla="*/ 37 w 43"/>
                <a:gd name="T3" fmla="*/ 5 h 45"/>
                <a:gd name="T4" fmla="*/ 42 w 43"/>
                <a:gd name="T5" fmla="*/ 13 h 45"/>
                <a:gd name="T6" fmla="*/ 37 w 43"/>
                <a:gd name="T7" fmla="*/ 39 h 45"/>
                <a:gd name="T8" fmla="*/ 29 w 43"/>
                <a:gd name="T9" fmla="*/ 45 h 45"/>
                <a:gd name="T10" fmla="*/ 6 w 43"/>
                <a:gd name="T11" fmla="*/ 40 h 45"/>
                <a:gd name="T12" fmla="*/ 1 w 43"/>
                <a:gd name="T13" fmla="*/ 32 h 45"/>
                <a:gd name="T14" fmla="*/ 6 w 43"/>
                <a:gd name="T15" fmla="*/ 6 h 45"/>
                <a:gd name="T16" fmla="*/ 14 w 43"/>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4" y="1"/>
                  </a:moveTo>
                  <a:cubicBezTo>
                    <a:pt x="37" y="5"/>
                    <a:pt x="37" y="5"/>
                    <a:pt x="37" y="5"/>
                  </a:cubicBezTo>
                  <a:cubicBezTo>
                    <a:pt x="40" y="6"/>
                    <a:pt x="43" y="9"/>
                    <a:pt x="42" y="13"/>
                  </a:cubicBezTo>
                  <a:cubicBezTo>
                    <a:pt x="37" y="39"/>
                    <a:pt x="37" y="39"/>
                    <a:pt x="37" y="39"/>
                  </a:cubicBezTo>
                  <a:cubicBezTo>
                    <a:pt x="36" y="43"/>
                    <a:pt x="33" y="45"/>
                    <a:pt x="29" y="45"/>
                  </a:cubicBezTo>
                  <a:cubicBezTo>
                    <a:pt x="6" y="40"/>
                    <a:pt x="6" y="40"/>
                    <a:pt x="6" y="40"/>
                  </a:cubicBezTo>
                  <a:cubicBezTo>
                    <a:pt x="2" y="40"/>
                    <a:pt x="0" y="36"/>
                    <a:pt x="1" y="32"/>
                  </a:cubicBezTo>
                  <a:cubicBezTo>
                    <a:pt x="6" y="6"/>
                    <a:pt x="6" y="6"/>
                    <a:pt x="6"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1" name="Freeform 59"/>
            <p:cNvSpPr>
              <a:spLocks/>
            </p:cNvSpPr>
            <p:nvPr/>
          </p:nvSpPr>
          <p:spPr bwMode="auto">
            <a:xfrm>
              <a:off x="512763" y="3209925"/>
              <a:ext cx="90488" cy="95250"/>
            </a:xfrm>
            <a:custGeom>
              <a:avLst/>
              <a:gdLst>
                <a:gd name="T0" fmla="*/ 13 w 43"/>
                <a:gd name="T1" fmla="*/ 0 h 45"/>
                <a:gd name="T2" fmla="*/ 37 w 43"/>
                <a:gd name="T3" fmla="*/ 5 h 45"/>
                <a:gd name="T4" fmla="*/ 42 w 43"/>
                <a:gd name="T5" fmla="*/ 13 h 45"/>
                <a:gd name="T6" fmla="*/ 37 w 43"/>
                <a:gd name="T7" fmla="*/ 39 h 45"/>
                <a:gd name="T8" fmla="*/ 29 w 43"/>
                <a:gd name="T9" fmla="*/ 45 h 45"/>
                <a:gd name="T10" fmla="*/ 6 w 43"/>
                <a:gd name="T11" fmla="*/ 40 h 45"/>
                <a:gd name="T12" fmla="*/ 0 w 43"/>
                <a:gd name="T13" fmla="*/ 32 h 45"/>
                <a:gd name="T14" fmla="*/ 6 w 43"/>
                <a:gd name="T15" fmla="*/ 6 h 45"/>
                <a:gd name="T16" fmla="*/ 13 w 43"/>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3" y="0"/>
                  </a:moveTo>
                  <a:cubicBezTo>
                    <a:pt x="37" y="5"/>
                    <a:pt x="37" y="5"/>
                    <a:pt x="37" y="5"/>
                  </a:cubicBezTo>
                  <a:cubicBezTo>
                    <a:pt x="40" y="6"/>
                    <a:pt x="43" y="9"/>
                    <a:pt x="42" y="13"/>
                  </a:cubicBezTo>
                  <a:cubicBezTo>
                    <a:pt x="37" y="39"/>
                    <a:pt x="37" y="39"/>
                    <a:pt x="37" y="39"/>
                  </a:cubicBezTo>
                  <a:cubicBezTo>
                    <a:pt x="36" y="43"/>
                    <a:pt x="33" y="45"/>
                    <a:pt x="29" y="45"/>
                  </a:cubicBezTo>
                  <a:cubicBezTo>
                    <a:pt x="6" y="40"/>
                    <a:pt x="6" y="40"/>
                    <a:pt x="6" y="40"/>
                  </a:cubicBezTo>
                  <a:cubicBezTo>
                    <a:pt x="2" y="39"/>
                    <a:pt x="0" y="36"/>
                    <a:pt x="0" y="32"/>
                  </a:cubicBezTo>
                  <a:cubicBezTo>
                    <a:pt x="6" y="6"/>
                    <a:pt x="6" y="6"/>
                    <a:pt x="6" y="6"/>
                  </a:cubicBezTo>
                  <a:cubicBezTo>
                    <a:pt x="6" y="2"/>
                    <a:pt x="10" y="0"/>
                    <a:pt x="13"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2" name="Freeform 60"/>
            <p:cNvSpPr>
              <a:spLocks/>
            </p:cNvSpPr>
            <p:nvPr/>
          </p:nvSpPr>
          <p:spPr bwMode="auto">
            <a:xfrm>
              <a:off x="409575" y="3189287"/>
              <a:ext cx="90488" cy="96838"/>
            </a:xfrm>
            <a:custGeom>
              <a:avLst/>
              <a:gdLst>
                <a:gd name="T0" fmla="*/ 14 w 43"/>
                <a:gd name="T1" fmla="*/ 1 h 46"/>
                <a:gd name="T2" fmla="*/ 37 w 43"/>
                <a:gd name="T3" fmla="*/ 6 h 46"/>
                <a:gd name="T4" fmla="*/ 43 w 43"/>
                <a:gd name="T5" fmla="*/ 14 h 46"/>
                <a:gd name="T6" fmla="*/ 38 w 43"/>
                <a:gd name="T7" fmla="*/ 40 h 46"/>
                <a:gd name="T8" fmla="*/ 30 w 43"/>
                <a:gd name="T9" fmla="*/ 45 h 46"/>
                <a:gd name="T10" fmla="*/ 6 w 43"/>
                <a:gd name="T11" fmla="*/ 41 h 46"/>
                <a:gd name="T12" fmla="*/ 1 w 43"/>
                <a:gd name="T13" fmla="*/ 33 h 46"/>
                <a:gd name="T14" fmla="*/ 6 w 43"/>
                <a:gd name="T15" fmla="*/ 6 h 46"/>
                <a:gd name="T16" fmla="*/ 14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4" y="1"/>
                  </a:moveTo>
                  <a:cubicBezTo>
                    <a:pt x="37" y="6"/>
                    <a:pt x="37" y="6"/>
                    <a:pt x="37" y="6"/>
                  </a:cubicBezTo>
                  <a:cubicBezTo>
                    <a:pt x="41" y="6"/>
                    <a:pt x="43" y="10"/>
                    <a:pt x="43" y="14"/>
                  </a:cubicBezTo>
                  <a:cubicBezTo>
                    <a:pt x="38" y="40"/>
                    <a:pt x="38" y="40"/>
                    <a:pt x="38" y="40"/>
                  </a:cubicBezTo>
                  <a:cubicBezTo>
                    <a:pt x="37" y="44"/>
                    <a:pt x="33" y="46"/>
                    <a:pt x="30" y="45"/>
                  </a:cubicBezTo>
                  <a:cubicBezTo>
                    <a:pt x="6" y="41"/>
                    <a:pt x="6" y="41"/>
                    <a:pt x="6" y="41"/>
                  </a:cubicBezTo>
                  <a:cubicBezTo>
                    <a:pt x="2" y="40"/>
                    <a:pt x="0" y="37"/>
                    <a:pt x="1" y="33"/>
                  </a:cubicBezTo>
                  <a:cubicBezTo>
                    <a:pt x="6" y="6"/>
                    <a:pt x="6" y="6"/>
                    <a:pt x="6"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3" name="Freeform 61"/>
            <p:cNvSpPr>
              <a:spLocks/>
            </p:cNvSpPr>
            <p:nvPr/>
          </p:nvSpPr>
          <p:spPr bwMode="auto">
            <a:xfrm>
              <a:off x="390525" y="3287712"/>
              <a:ext cx="147638" cy="109538"/>
            </a:xfrm>
            <a:custGeom>
              <a:avLst/>
              <a:gdLst>
                <a:gd name="T0" fmla="*/ 14 w 70"/>
                <a:gd name="T1" fmla="*/ 1 h 51"/>
                <a:gd name="T2" fmla="*/ 63 w 70"/>
                <a:gd name="T3" fmla="*/ 10 h 51"/>
                <a:gd name="T4" fmla="*/ 69 w 70"/>
                <a:gd name="T5" fmla="*/ 19 h 51"/>
                <a:gd name="T6" fmla="*/ 64 w 70"/>
                <a:gd name="T7" fmla="*/ 44 h 51"/>
                <a:gd name="T8" fmla="*/ 56 w 70"/>
                <a:gd name="T9" fmla="*/ 50 h 51"/>
                <a:gd name="T10" fmla="*/ 7 w 70"/>
                <a:gd name="T11" fmla="*/ 40 h 51"/>
                <a:gd name="T12" fmla="*/ 1 w 70"/>
                <a:gd name="T13" fmla="*/ 32 h 51"/>
                <a:gd name="T14" fmla="*/ 6 w 70"/>
                <a:gd name="T15" fmla="*/ 6 h 51"/>
                <a:gd name="T16" fmla="*/ 14 w 70"/>
                <a:gd name="T17"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51">
                  <a:moveTo>
                    <a:pt x="14" y="1"/>
                  </a:moveTo>
                  <a:cubicBezTo>
                    <a:pt x="63" y="10"/>
                    <a:pt x="63" y="10"/>
                    <a:pt x="63" y="10"/>
                  </a:cubicBezTo>
                  <a:cubicBezTo>
                    <a:pt x="67" y="11"/>
                    <a:pt x="70" y="15"/>
                    <a:pt x="69" y="19"/>
                  </a:cubicBezTo>
                  <a:cubicBezTo>
                    <a:pt x="64" y="44"/>
                    <a:pt x="64" y="44"/>
                    <a:pt x="64" y="44"/>
                  </a:cubicBezTo>
                  <a:cubicBezTo>
                    <a:pt x="63" y="48"/>
                    <a:pt x="59" y="51"/>
                    <a:pt x="56" y="50"/>
                  </a:cubicBezTo>
                  <a:cubicBezTo>
                    <a:pt x="7" y="40"/>
                    <a:pt x="7" y="40"/>
                    <a:pt x="7" y="40"/>
                  </a:cubicBezTo>
                  <a:cubicBezTo>
                    <a:pt x="3" y="40"/>
                    <a:pt x="0" y="36"/>
                    <a:pt x="1" y="32"/>
                  </a:cubicBezTo>
                  <a:cubicBezTo>
                    <a:pt x="6" y="6"/>
                    <a:pt x="6" y="6"/>
                    <a:pt x="6"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4" name="Freeform 62"/>
            <p:cNvSpPr>
              <a:spLocks/>
            </p:cNvSpPr>
            <p:nvPr/>
          </p:nvSpPr>
          <p:spPr bwMode="auto">
            <a:xfrm>
              <a:off x="371475" y="3386137"/>
              <a:ext cx="166688" cy="112713"/>
            </a:xfrm>
            <a:custGeom>
              <a:avLst/>
              <a:gdLst>
                <a:gd name="T0" fmla="*/ 14 w 79"/>
                <a:gd name="T1" fmla="*/ 1 h 53"/>
                <a:gd name="T2" fmla="*/ 73 w 79"/>
                <a:gd name="T3" fmla="*/ 12 h 53"/>
                <a:gd name="T4" fmla="*/ 78 w 79"/>
                <a:gd name="T5" fmla="*/ 21 h 53"/>
                <a:gd name="T6" fmla="*/ 73 w 79"/>
                <a:gd name="T7" fmla="*/ 46 h 53"/>
                <a:gd name="T8" fmla="*/ 65 w 79"/>
                <a:gd name="T9" fmla="*/ 52 h 53"/>
                <a:gd name="T10" fmla="*/ 7 w 79"/>
                <a:gd name="T11" fmla="*/ 41 h 53"/>
                <a:gd name="T12" fmla="*/ 1 w 79"/>
                <a:gd name="T13" fmla="*/ 32 h 53"/>
                <a:gd name="T14" fmla="*/ 6 w 79"/>
                <a:gd name="T15" fmla="*/ 7 h 53"/>
                <a:gd name="T16" fmla="*/ 14 w 79"/>
                <a:gd name="T17"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53">
                  <a:moveTo>
                    <a:pt x="14" y="1"/>
                  </a:moveTo>
                  <a:cubicBezTo>
                    <a:pt x="73" y="12"/>
                    <a:pt x="73" y="12"/>
                    <a:pt x="73" y="12"/>
                  </a:cubicBezTo>
                  <a:cubicBezTo>
                    <a:pt x="76" y="13"/>
                    <a:pt x="79" y="17"/>
                    <a:pt x="78" y="21"/>
                  </a:cubicBezTo>
                  <a:cubicBezTo>
                    <a:pt x="73" y="46"/>
                    <a:pt x="73" y="46"/>
                    <a:pt x="73" y="46"/>
                  </a:cubicBezTo>
                  <a:cubicBezTo>
                    <a:pt x="73" y="50"/>
                    <a:pt x="69" y="53"/>
                    <a:pt x="65" y="52"/>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5" name="Freeform 63"/>
            <p:cNvSpPr>
              <a:spLocks/>
            </p:cNvSpPr>
            <p:nvPr/>
          </p:nvSpPr>
          <p:spPr bwMode="auto">
            <a:xfrm>
              <a:off x="352425" y="3486150"/>
              <a:ext cx="219075" cy="120650"/>
            </a:xfrm>
            <a:custGeom>
              <a:avLst/>
              <a:gdLst>
                <a:gd name="T0" fmla="*/ 14 w 104"/>
                <a:gd name="T1" fmla="*/ 1 h 57"/>
                <a:gd name="T2" fmla="*/ 98 w 104"/>
                <a:gd name="T3" fmla="*/ 17 h 57"/>
                <a:gd name="T4" fmla="*/ 104 w 104"/>
                <a:gd name="T5" fmla="*/ 25 h 57"/>
                <a:gd name="T6" fmla="*/ 99 w 104"/>
                <a:gd name="T7" fmla="*/ 51 h 57"/>
                <a:gd name="T8" fmla="*/ 90 w 104"/>
                <a:gd name="T9" fmla="*/ 56 h 57"/>
                <a:gd name="T10" fmla="*/ 7 w 104"/>
                <a:gd name="T11" fmla="*/ 40 h 57"/>
                <a:gd name="T12" fmla="*/ 1 w 104"/>
                <a:gd name="T13" fmla="*/ 32 h 57"/>
                <a:gd name="T14" fmla="*/ 6 w 104"/>
                <a:gd name="T15" fmla="*/ 6 h 57"/>
                <a:gd name="T16" fmla="*/ 14 w 104"/>
                <a:gd name="T17"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57">
                  <a:moveTo>
                    <a:pt x="14" y="1"/>
                  </a:moveTo>
                  <a:cubicBezTo>
                    <a:pt x="98" y="17"/>
                    <a:pt x="98" y="17"/>
                    <a:pt x="98" y="17"/>
                  </a:cubicBezTo>
                  <a:cubicBezTo>
                    <a:pt x="102" y="18"/>
                    <a:pt x="104" y="21"/>
                    <a:pt x="104" y="25"/>
                  </a:cubicBezTo>
                  <a:cubicBezTo>
                    <a:pt x="99" y="51"/>
                    <a:pt x="99" y="51"/>
                    <a:pt x="99" y="51"/>
                  </a:cubicBezTo>
                  <a:cubicBezTo>
                    <a:pt x="98" y="55"/>
                    <a:pt x="94" y="57"/>
                    <a:pt x="90" y="56"/>
                  </a:cubicBezTo>
                  <a:cubicBezTo>
                    <a:pt x="7" y="40"/>
                    <a:pt x="7" y="40"/>
                    <a:pt x="7" y="40"/>
                  </a:cubicBezTo>
                  <a:cubicBezTo>
                    <a:pt x="3" y="40"/>
                    <a:pt x="0" y="36"/>
                    <a:pt x="1" y="32"/>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6" name="Freeform 64"/>
            <p:cNvSpPr>
              <a:spLocks/>
            </p:cNvSpPr>
            <p:nvPr/>
          </p:nvSpPr>
          <p:spPr bwMode="auto">
            <a:xfrm>
              <a:off x="333375" y="3582987"/>
              <a:ext cx="117475" cy="101600"/>
            </a:xfrm>
            <a:custGeom>
              <a:avLst/>
              <a:gdLst>
                <a:gd name="T0" fmla="*/ 14 w 56"/>
                <a:gd name="T1" fmla="*/ 1 h 48"/>
                <a:gd name="T2" fmla="*/ 49 w 56"/>
                <a:gd name="T3" fmla="*/ 8 h 48"/>
                <a:gd name="T4" fmla="*/ 55 w 56"/>
                <a:gd name="T5" fmla="*/ 16 h 48"/>
                <a:gd name="T6" fmla="*/ 50 w 56"/>
                <a:gd name="T7" fmla="*/ 42 h 48"/>
                <a:gd name="T8" fmla="*/ 41 w 56"/>
                <a:gd name="T9" fmla="*/ 48 h 48"/>
                <a:gd name="T10" fmla="*/ 7 w 56"/>
                <a:gd name="T11" fmla="*/ 41 h 48"/>
                <a:gd name="T12" fmla="*/ 1 w 56"/>
                <a:gd name="T13" fmla="*/ 32 h 48"/>
                <a:gd name="T14" fmla="*/ 6 w 56"/>
                <a:gd name="T15" fmla="*/ 7 h 48"/>
                <a:gd name="T16" fmla="*/ 14 w 56"/>
                <a:gd name="T17" fmla="*/ 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48">
                  <a:moveTo>
                    <a:pt x="14" y="1"/>
                  </a:moveTo>
                  <a:cubicBezTo>
                    <a:pt x="49" y="8"/>
                    <a:pt x="49" y="8"/>
                    <a:pt x="49" y="8"/>
                  </a:cubicBezTo>
                  <a:cubicBezTo>
                    <a:pt x="53" y="9"/>
                    <a:pt x="56" y="12"/>
                    <a:pt x="55" y="16"/>
                  </a:cubicBezTo>
                  <a:cubicBezTo>
                    <a:pt x="50" y="42"/>
                    <a:pt x="50" y="42"/>
                    <a:pt x="50" y="42"/>
                  </a:cubicBezTo>
                  <a:cubicBezTo>
                    <a:pt x="49" y="46"/>
                    <a:pt x="45" y="48"/>
                    <a:pt x="41" y="48"/>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7" name="Freeform 65"/>
            <p:cNvSpPr>
              <a:spLocks/>
            </p:cNvSpPr>
            <p:nvPr/>
          </p:nvSpPr>
          <p:spPr bwMode="auto">
            <a:xfrm>
              <a:off x="536575" y="3316287"/>
              <a:ext cx="95250" cy="96838"/>
            </a:xfrm>
            <a:custGeom>
              <a:avLst/>
              <a:gdLst>
                <a:gd name="T0" fmla="*/ 14 w 45"/>
                <a:gd name="T1" fmla="*/ 1 h 46"/>
                <a:gd name="T2" fmla="*/ 39 w 45"/>
                <a:gd name="T3" fmla="*/ 6 h 46"/>
                <a:gd name="T4" fmla="*/ 45 w 45"/>
                <a:gd name="T5" fmla="*/ 14 h 46"/>
                <a:gd name="T6" fmla="*/ 40 w 45"/>
                <a:gd name="T7" fmla="*/ 40 h 46"/>
                <a:gd name="T8" fmla="*/ 32 w 45"/>
                <a:gd name="T9" fmla="*/ 45 h 46"/>
                <a:gd name="T10" fmla="*/ 6 w 45"/>
                <a:gd name="T11" fmla="*/ 41 h 46"/>
                <a:gd name="T12" fmla="*/ 1 w 45"/>
                <a:gd name="T13" fmla="*/ 32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4"/>
                    <a:pt x="35" y="46"/>
                    <a:pt x="32" y="45"/>
                  </a:cubicBezTo>
                  <a:cubicBezTo>
                    <a:pt x="6" y="41"/>
                    <a:pt x="6" y="41"/>
                    <a:pt x="6"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8" name="Freeform 66"/>
            <p:cNvSpPr>
              <a:spLocks/>
            </p:cNvSpPr>
            <p:nvPr/>
          </p:nvSpPr>
          <p:spPr bwMode="auto">
            <a:xfrm>
              <a:off x="638175" y="333533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3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5" y="46"/>
                    <a:pt x="32" y="46"/>
                  </a:cubicBezTo>
                  <a:cubicBezTo>
                    <a:pt x="7" y="41"/>
                    <a:pt x="7" y="41"/>
                    <a:pt x="7" y="41"/>
                  </a:cubicBezTo>
                  <a:cubicBezTo>
                    <a:pt x="3" y="40"/>
                    <a:pt x="0" y="36"/>
                    <a:pt x="1" y="33"/>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9" name="Freeform 67"/>
            <p:cNvSpPr>
              <a:spLocks/>
            </p:cNvSpPr>
            <p:nvPr/>
          </p:nvSpPr>
          <p:spPr bwMode="auto">
            <a:xfrm>
              <a:off x="739775" y="3355975"/>
              <a:ext cx="96838" cy="98425"/>
            </a:xfrm>
            <a:custGeom>
              <a:avLst/>
              <a:gdLst>
                <a:gd name="T0" fmla="*/ 14 w 46"/>
                <a:gd name="T1" fmla="*/ 0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0" name="Freeform 68"/>
            <p:cNvSpPr>
              <a:spLocks/>
            </p:cNvSpPr>
            <p:nvPr/>
          </p:nvSpPr>
          <p:spPr bwMode="auto">
            <a:xfrm>
              <a:off x="841375" y="3375025"/>
              <a:ext cx="96838" cy="98425"/>
            </a:xfrm>
            <a:custGeom>
              <a:avLst/>
              <a:gdLst>
                <a:gd name="T0" fmla="*/ 14 w 46"/>
                <a:gd name="T1" fmla="*/ 1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40"/>
                    <a:pt x="0" y="36"/>
                    <a:pt x="1" y="32"/>
                  </a:cubicBezTo>
                  <a:cubicBezTo>
                    <a:pt x="6" y="6"/>
                    <a:pt x="6" y="6"/>
                    <a:pt x="6" y="6"/>
                  </a:cubicBezTo>
                  <a:cubicBezTo>
                    <a:pt x="7" y="2"/>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1" name="Freeform 69"/>
            <p:cNvSpPr>
              <a:spLocks/>
            </p:cNvSpPr>
            <p:nvPr/>
          </p:nvSpPr>
          <p:spPr bwMode="auto">
            <a:xfrm>
              <a:off x="942975" y="3394075"/>
              <a:ext cx="96838" cy="98425"/>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6" y="46"/>
                    <a:pt x="32" y="45"/>
                  </a:cubicBezTo>
                  <a:cubicBezTo>
                    <a:pt x="7" y="41"/>
                    <a:pt x="7" y="41"/>
                    <a:pt x="7" y="41"/>
                  </a:cubicBezTo>
                  <a:cubicBezTo>
                    <a:pt x="3" y="40"/>
                    <a:pt x="0" y="36"/>
                    <a:pt x="1" y="32"/>
                  </a:cubicBezTo>
                  <a:cubicBezTo>
                    <a:pt x="6" y="7"/>
                    <a:pt x="6" y="7"/>
                    <a:pt x="6" y="7"/>
                  </a:cubicBezTo>
                  <a:cubicBezTo>
                    <a:pt x="7" y="3"/>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2" name="Freeform 70"/>
            <p:cNvSpPr>
              <a:spLocks/>
            </p:cNvSpPr>
            <p:nvPr/>
          </p:nvSpPr>
          <p:spPr bwMode="auto">
            <a:xfrm>
              <a:off x="1046163" y="3413125"/>
              <a:ext cx="95250" cy="98425"/>
            </a:xfrm>
            <a:custGeom>
              <a:avLst/>
              <a:gdLst>
                <a:gd name="T0" fmla="*/ 13 w 45"/>
                <a:gd name="T1" fmla="*/ 1 h 46"/>
                <a:gd name="T2" fmla="*/ 39 w 45"/>
                <a:gd name="T3" fmla="*/ 6 h 46"/>
                <a:gd name="T4" fmla="*/ 44 w 45"/>
                <a:gd name="T5" fmla="*/ 14 h 46"/>
                <a:gd name="T6" fmla="*/ 39 w 45"/>
                <a:gd name="T7" fmla="*/ 40 h 46"/>
                <a:gd name="T8" fmla="*/ 31 w 45"/>
                <a:gd name="T9" fmla="*/ 46 h 46"/>
                <a:gd name="T10" fmla="*/ 6 w 45"/>
                <a:gd name="T11" fmla="*/ 41 h 46"/>
                <a:gd name="T12" fmla="*/ 0 w 45"/>
                <a:gd name="T13" fmla="*/ 32 h 46"/>
                <a:gd name="T14" fmla="*/ 5 w 45"/>
                <a:gd name="T15" fmla="*/ 7 h 46"/>
                <a:gd name="T16" fmla="*/ 13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3" y="1"/>
                  </a:moveTo>
                  <a:cubicBezTo>
                    <a:pt x="39" y="6"/>
                    <a:pt x="39" y="6"/>
                    <a:pt x="39" y="6"/>
                  </a:cubicBezTo>
                  <a:cubicBezTo>
                    <a:pt x="42" y="7"/>
                    <a:pt x="45" y="10"/>
                    <a:pt x="44" y="14"/>
                  </a:cubicBezTo>
                  <a:cubicBezTo>
                    <a:pt x="39" y="40"/>
                    <a:pt x="39" y="40"/>
                    <a:pt x="39" y="40"/>
                  </a:cubicBezTo>
                  <a:cubicBezTo>
                    <a:pt x="38" y="44"/>
                    <a:pt x="35" y="46"/>
                    <a:pt x="31" y="46"/>
                  </a:cubicBezTo>
                  <a:cubicBezTo>
                    <a:pt x="6" y="41"/>
                    <a:pt x="6" y="41"/>
                    <a:pt x="6" y="41"/>
                  </a:cubicBezTo>
                  <a:cubicBezTo>
                    <a:pt x="2" y="40"/>
                    <a:pt x="0" y="36"/>
                    <a:pt x="0" y="32"/>
                  </a:cubicBezTo>
                  <a:cubicBezTo>
                    <a:pt x="5" y="7"/>
                    <a:pt x="5" y="7"/>
                    <a:pt x="5" y="7"/>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3" name="Freeform 71"/>
            <p:cNvSpPr>
              <a:spLocks/>
            </p:cNvSpPr>
            <p:nvPr/>
          </p:nvSpPr>
          <p:spPr bwMode="auto">
            <a:xfrm>
              <a:off x="1147763" y="3435350"/>
              <a:ext cx="95250" cy="96838"/>
            </a:xfrm>
            <a:custGeom>
              <a:avLst/>
              <a:gdLst>
                <a:gd name="T0" fmla="*/ 14 w 45"/>
                <a:gd name="T1" fmla="*/ 0 h 46"/>
                <a:gd name="T2" fmla="*/ 39 w 45"/>
                <a:gd name="T3" fmla="*/ 5 h 46"/>
                <a:gd name="T4" fmla="*/ 44 w 45"/>
                <a:gd name="T5" fmla="*/ 13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2" y="6"/>
                    <a:pt x="45" y="10"/>
                    <a:pt x="44" y="13"/>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4" name="Freeform 72"/>
            <p:cNvSpPr>
              <a:spLocks/>
            </p:cNvSpPr>
            <p:nvPr/>
          </p:nvSpPr>
          <p:spPr bwMode="auto">
            <a:xfrm>
              <a:off x="1249363" y="3454400"/>
              <a:ext cx="96838" cy="96838"/>
            </a:xfrm>
            <a:custGeom>
              <a:avLst/>
              <a:gdLst>
                <a:gd name="T0" fmla="*/ 14 w 45"/>
                <a:gd name="T1" fmla="*/ 1 h 46"/>
                <a:gd name="T2" fmla="*/ 39 w 45"/>
                <a:gd name="T3" fmla="*/ 5 h 46"/>
                <a:gd name="T4" fmla="*/ 44 w 45"/>
                <a:gd name="T5" fmla="*/ 14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2" y="6"/>
                    <a:pt x="45" y="10"/>
                    <a:pt x="44" y="14"/>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5" name="Freeform 73"/>
            <p:cNvSpPr>
              <a:spLocks/>
            </p:cNvSpPr>
            <p:nvPr/>
          </p:nvSpPr>
          <p:spPr bwMode="auto">
            <a:xfrm>
              <a:off x="1352550" y="3473450"/>
              <a:ext cx="95250" cy="96838"/>
            </a:xfrm>
            <a:custGeom>
              <a:avLst/>
              <a:gdLst>
                <a:gd name="T0" fmla="*/ 14 w 45"/>
                <a:gd name="T1" fmla="*/ 1 h 46"/>
                <a:gd name="T2" fmla="*/ 39 w 45"/>
                <a:gd name="T3" fmla="*/ 6 h 46"/>
                <a:gd name="T4" fmla="*/ 44 w 45"/>
                <a:gd name="T5" fmla="*/ 14 h 46"/>
                <a:gd name="T6" fmla="*/ 39 w 45"/>
                <a:gd name="T7" fmla="*/ 40 h 46"/>
                <a:gd name="T8" fmla="*/ 31 w 45"/>
                <a:gd name="T9" fmla="*/ 45 h 46"/>
                <a:gd name="T10" fmla="*/ 6 w 45"/>
                <a:gd name="T11" fmla="*/ 40 h 46"/>
                <a:gd name="T12" fmla="*/ 0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4" y="14"/>
                  </a:cubicBezTo>
                  <a:cubicBezTo>
                    <a:pt x="39" y="40"/>
                    <a:pt x="39" y="40"/>
                    <a:pt x="39" y="40"/>
                  </a:cubicBezTo>
                  <a:cubicBezTo>
                    <a:pt x="39" y="43"/>
                    <a:pt x="35" y="46"/>
                    <a:pt x="31" y="45"/>
                  </a:cubicBezTo>
                  <a:cubicBezTo>
                    <a:pt x="6" y="40"/>
                    <a:pt x="6" y="40"/>
                    <a:pt x="6" y="40"/>
                  </a:cubicBezTo>
                  <a:cubicBezTo>
                    <a:pt x="2" y="40"/>
                    <a:pt x="0" y="36"/>
                    <a:pt x="0" y="32"/>
                  </a:cubicBezTo>
                  <a:cubicBezTo>
                    <a:pt x="5" y="6"/>
                    <a:pt x="5" y="6"/>
                    <a:pt x="5"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6" name="Freeform 74"/>
            <p:cNvSpPr>
              <a:spLocks/>
            </p:cNvSpPr>
            <p:nvPr/>
          </p:nvSpPr>
          <p:spPr bwMode="auto">
            <a:xfrm>
              <a:off x="1454150" y="3492500"/>
              <a:ext cx="95250" cy="96838"/>
            </a:xfrm>
            <a:custGeom>
              <a:avLst/>
              <a:gdLst>
                <a:gd name="T0" fmla="*/ 14 w 45"/>
                <a:gd name="T1" fmla="*/ 1 h 46"/>
                <a:gd name="T2" fmla="*/ 39 w 45"/>
                <a:gd name="T3" fmla="*/ 6 h 46"/>
                <a:gd name="T4" fmla="*/ 44 w 45"/>
                <a:gd name="T5" fmla="*/ 14 h 46"/>
                <a:gd name="T6" fmla="*/ 39 w 45"/>
                <a:gd name="T7" fmla="*/ 40 h 46"/>
                <a:gd name="T8" fmla="*/ 31 w 45"/>
                <a:gd name="T9" fmla="*/ 46 h 46"/>
                <a:gd name="T10" fmla="*/ 6 w 45"/>
                <a:gd name="T11" fmla="*/ 41 h 46"/>
                <a:gd name="T12" fmla="*/ 1 w 45"/>
                <a:gd name="T13" fmla="*/ 32 h 46"/>
                <a:gd name="T14" fmla="*/ 5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7"/>
                    <a:pt x="45" y="10"/>
                    <a:pt x="44" y="14"/>
                  </a:cubicBezTo>
                  <a:cubicBezTo>
                    <a:pt x="39" y="40"/>
                    <a:pt x="39" y="40"/>
                    <a:pt x="39" y="40"/>
                  </a:cubicBezTo>
                  <a:cubicBezTo>
                    <a:pt x="39" y="44"/>
                    <a:pt x="35" y="46"/>
                    <a:pt x="31" y="46"/>
                  </a:cubicBezTo>
                  <a:cubicBezTo>
                    <a:pt x="6" y="41"/>
                    <a:pt x="6" y="41"/>
                    <a:pt x="6" y="41"/>
                  </a:cubicBezTo>
                  <a:cubicBezTo>
                    <a:pt x="2" y="40"/>
                    <a:pt x="0" y="36"/>
                    <a:pt x="1"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7" name="Freeform 75"/>
            <p:cNvSpPr>
              <a:spLocks/>
            </p:cNvSpPr>
            <p:nvPr/>
          </p:nvSpPr>
          <p:spPr bwMode="auto">
            <a:xfrm>
              <a:off x="1555750" y="3513137"/>
              <a:ext cx="95250" cy="95250"/>
            </a:xfrm>
            <a:custGeom>
              <a:avLst/>
              <a:gdLst>
                <a:gd name="T0" fmla="*/ 14 w 45"/>
                <a:gd name="T1" fmla="*/ 0 h 45"/>
                <a:gd name="T2" fmla="*/ 39 w 45"/>
                <a:gd name="T3" fmla="*/ 5 h 45"/>
                <a:gd name="T4" fmla="*/ 45 w 45"/>
                <a:gd name="T5" fmla="*/ 13 h 45"/>
                <a:gd name="T6" fmla="*/ 40 w 45"/>
                <a:gd name="T7" fmla="*/ 39 h 45"/>
                <a:gd name="T8" fmla="*/ 31 w 45"/>
                <a:gd name="T9" fmla="*/ 45 h 45"/>
                <a:gd name="T10" fmla="*/ 6 w 45"/>
                <a:gd name="T11" fmla="*/ 40 h 45"/>
                <a:gd name="T12" fmla="*/ 1 w 45"/>
                <a:gd name="T13" fmla="*/ 32 h 45"/>
                <a:gd name="T14" fmla="*/ 6 w 45"/>
                <a:gd name="T15" fmla="*/ 6 h 45"/>
                <a:gd name="T16" fmla="*/ 14 w 4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5">
                  <a:moveTo>
                    <a:pt x="14" y="0"/>
                  </a:moveTo>
                  <a:cubicBezTo>
                    <a:pt x="39" y="5"/>
                    <a:pt x="39" y="5"/>
                    <a:pt x="39" y="5"/>
                  </a:cubicBezTo>
                  <a:cubicBezTo>
                    <a:pt x="43" y="6"/>
                    <a:pt x="45" y="10"/>
                    <a:pt x="45" y="13"/>
                  </a:cubicBezTo>
                  <a:cubicBezTo>
                    <a:pt x="40" y="39"/>
                    <a:pt x="40" y="39"/>
                    <a:pt x="40" y="39"/>
                  </a:cubicBezTo>
                  <a:cubicBezTo>
                    <a:pt x="39" y="43"/>
                    <a:pt x="35" y="45"/>
                    <a:pt x="31" y="45"/>
                  </a:cubicBezTo>
                  <a:cubicBezTo>
                    <a:pt x="6" y="40"/>
                    <a:pt x="6" y="40"/>
                    <a:pt x="6" y="40"/>
                  </a:cubicBezTo>
                  <a:cubicBezTo>
                    <a:pt x="2" y="39"/>
                    <a:pt x="0" y="35"/>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8" name="Freeform 76"/>
            <p:cNvSpPr>
              <a:spLocks/>
            </p:cNvSpPr>
            <p:nvPr/>
          </p:nvSpPr>
          <p:spPr bwMode="auto">
            <a:xfrm>
              <a:off x="1657350" y="3532187"/>
              <a:ext cx="95250" cy="96838"/>
            </a:xfrm>
            <a:custGeom>
              <a:avLst/>
              <a:gdLst>
                <a:gd name="T0" fmla="*/ 14 w 45"/>
                <a:gd name="T1" fmla="*/ 1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2" y="39"/>
                    <a:pt x="0" y="36"/>
                    <a:pt x="1" y="32"/>
                  </a:cubicBezTo>
                  <a:cubicBezTo>
                    <a:pt x="6" y="6"/>
                    <a:pt x="6" y="6"/>
                    <a:pt x="6"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9" name="Freeform 77"/>
            <p:cNvSpPr>
              <a:spLocks/>
            </p:cNvSpPr>
            <p:nvPr/>
          </p:nvSpPr>
          <p:spPr bwMode="auto">
            <a:xfrm>
              <a:off x="546100" y="3419475"/>
              <a:ext cx="95250" cy="98425"/>
            </a:xfrm>
            <a:custGeom>
              <a:avLst/>
              <a:gdLst>
                <a:gd name="T0" fmla="*/ 14 w 45"/>
                <a:gd name="T1" fmla="*/ 1 h 46"/>
                <a:gd name="T2" fmla="*/ 39 w 45"/>
                <a:gd name="T3" fmla="*/ 6 h 46"/>
                <a:gd name="T4" fmla="*/ 44 w 45"/>
                <a:gd name="T5" fmla="*/ 14 h 46"/>
                <a:gd name="T6" fmla="*/ 39 w 45"/>
                <a:gd name="T7" fmla="*/ 40 h 46"/>
                <a:gd name="T8" fmla="*/ 31 w 45"/>
                <a:gd name="T9" fmla="*/ 45 h 46"/>
                <a:gd name="T10" fmla="*/ 6 w 45"/>
                <a:gd name="T11" fmla="*/ 41 h 46"/>
                <a:gd name="T12" fmla="*/ 0 w 45"/>
                <a:gd name="T13" fmla="*/ 32 h 46"/>
                <a:gd name="T14" fmla="*/ 5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2" y="7"/>
                    <a:pt x="45" y="10"/>
                    <a:pt x="44" y="14"/>
                  </a:cubicBezTo>
                  <a:cubicBezTo>
                    <a:pt x="39" y="40"/>
                    <a:pt x="39" y="40"/>
                    <a:pt x="39" y="40"/>
                  </a:cubicBezTo>
                  <a:cubicBezTo>
                    <a:pt x="39" y="44"/>
                    <a:pt x="35" y="46"/>
                    <a:pt x="31" y="45"/>
                  </a:cubicBezTo>
                  <a:cubicBezTo>
                    <a:pt x="6" y="41"/>
                    <a:pt x="6" y="41"/>
                    <a:pt x="6" y="41"/>
                  </a:cubicBezTo>
                  <a:cubicBezTo>
                    <a:pt x="2" y="40"/>
                    <a:pt x="0" y="36"/>
                    <a:pt x="0"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0" name="Freeform 78"/>
            <p:cNvSpPr>
              <a:spLocks/>
            </p:cNvSpPr>
            <p:nvPr/>
          </p:nvSpPr>
          <p:spPr bwMode="auto">
            <a:xfrm>
              <a:off x="647700" y="3441700"/>
              <a:ext cx="95250" cy="95250"/>
            </a:xfrm>
            <a:custGeom>
              <a:avLst/>
              <a:gdLst>
                <a:gd name="T0" fmla="*/ 14 w 45"/>
                <a:gd name="T1" fmla="*/ 0 h 45"/>
                <a:gd name="T2" fmla="*/ 39 w 45"/>
                <a:gd name="T3" fmla="*/ 5 h 45"/>
                <a:gd name="T4" fmla="*/ 44 w 45"/>
                <a:gd name="T5" fmla="*/ 13 h 45"/>
                <a:gd name="T6" fmla="*/ 39 w 45"/>
                <a:gd name="T7" fmla="*/ 39 h 45"/>
                <a:gd name="T8" fmla="*/ 31 w 45"/>
                <a:gd name="T9" fmla="*/ 45 h 45"/>
                <a:gd name="T10" fmla="*/ 6 w 45"/>
                <a:gd name="T11" fmla="*/ 40 h 45"/>
                <a:gd name="T12" fmla="*/ 0 w 45"/>
                <a:gd name="T13" fmla="*/ 32 h 45"/>
                <a:gd name="T14" fmla="*/ 5 w 45"/>
                <a:gd name="T15" fmla="*/ 6 h 45"/>
                <a:gd name="T16" fmla="*/ 14 w 4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5">
                  <a:moveTo>
                    <a:pt x="14" y="0"/>
                  </a:moveTo>
                  <a:cubicBezTo>
                    <a:pt x="39" y="5"/>
                    <a:pt x="39" y="5"/>
                    <a:pt x="39" y="5"/>
                  </a:cubicBezTo>
                  <a:cubicBezTo>
                    <a:pt x="42" y="6"/>
                    <a:pt x="45" y="10"/>
                    <a:pt x="44" y="13"/>
                  </a:cubicBezTo>
                  <a:cubicBezTo>
                    <a:pt x="39" y="39"/>
                    <a:pt x="39" y="39"/>
                    <a:pt x="39" y="39"/>
                  </a:cubicBezTo>
                  <a:cubicBezTo>
                    <a:pt x="39" y="43"/>
                    <a:pt x="35" y="45"/>
                    <a:pt x="31" y="45"/>
                  </a:cubicBezTo>
                  <a:cubicBezTo>
                    <a:pt x="6" y="40"/>
                    <a:pt x="6" y="40"/>
                    <a:pt x="6" y="40"/>
                  </a:cubicBezTo>
                  <a:cubicBezTo>
                    <a:pt x="2" y="39"/>
                    <a:pt x="0" y="35"/>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1" name="Freeform 79"/>
            <p:cNvSpPr>
              <a:spLocks/>
            </p:cNvSpPr>
            <p:nvPr/>
          </p:nvSpPr>
          <p:spPr bwMode="auto">
            <a:xfrm>
              <a:off x="749300" y="3460750"/>
              <a:ext cx="96838" cy="96838"/>
            </a:xfrm>
            <a:custGeom>
              <a:avLst/>
              <a:gdLst>
                <a:gd name="T0" fmla="*/ 14 w 45"/>
                <a:gd name="T1" fmla="*/ 0 h 46"/>
                <a:gd name="T2" fmla="*/ 39 w 45"/>
                <a:gd name="T3" fmla="*/ 5 h 46"/>
                <a:gd name="T4" fmla="*/ 44 w 45"/>
                <a:gd name="T5" fmla="*/ 14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4" y="14"/>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2" name="Freeform 80"/>
            <p:cNvSpPr>
              <a:spLocks/>
            </p:cNvSpPr>
            <p:nvPr/>
          </p:nvSpPr>
          <p:spPr bwMode="auto">
            <a:xfrm>
              <a:off x="852488" y="3479800"/>
              <a:ext cx="95250" cy="96838"/>
            </a:xfrm>
            <a:custGeom>
              <a:avLst/>
              <a:gdLst>
                <a:gd name="T0" fmla="*/ 14 w 45"/>
                <a:gd name="T1" fmla="*/ 1 h 46"/>
                <a:gd name="T2" fmla="*/ 39 w 45"/>
                <a:gd name="T3" fmla="*/ 6 h 46"/>
                <a:gd name="T4" fmla="*/ 44 w 45"/>
                <a:gd name="T5" fmla="*/ 14 h 46"/>
                <a:gd name="T6" fmla="*/ 40 w 45"/>
                <a:gd name="T7" fmla="*/ 40 h 46"/>
                <a:gd name="T8" fmla="*/ 31 w 45"/>
                <a:gd name="T9" fmla="*/ 45 h 46"/>
                <a:gd name="T10" fmla="*/ 6 w 45"/>
                <a:gd name="T11" fmla="*/ 40 h 46"/>
                <a:gd name="T12" fmla="*/ 1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4" y="14"/>
                  </a:cubicBezTo>
                  <a:cubicBezTo>
                    <a:pt x="40" y="40"/>
                    <a:pt x="40" y="40"/>
                    <a:pt x="40" y="40"/>
                  </a:cubicBezTo>
                  <a:cubicBezTo>
                    <a:pt x="39" y="43"/>
                    <a:pt x="35" y="46"/>
                    <a:pt x="31" y="45"/>
                  </a:cubicBezTo>
                  <a:cubicBezTo>
                    <a:pt x="6" y="40"/>
                    <a:pt x="6" y="40"/>
                    <a:pt x="6" y="40"/>
                  </a:cubicBezTo>
                  <a:cubicBezTo>
                    <a:pt x="2" y="40"/>
                    <a:pt x="0" y="36"/>
                    <a:pt x="1" y="32"/>
                  </a:cubicBezTo>
                  <a:cubicBezTo>
                    <a:pt x="5" y="6"/>
                    <a:pt x="5" y="6"/>
                    <a:pt x="5"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3" name="Freeform 81"/>
            <p:cNvSpPr>
              <a:spLocks/>
            </p:cNvSpPr>
            <p:nvPr/>
          </p:nvSpPr>
          <p:spPr bwMode="auto">
            <a:xfrm>
              <a:off x="954088" y="349885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5 h 46"/>
                <a:gd name="T10" fmla="*/ 6 w 45"/>
                <a:gd name="T11" fmla="*/ 41 h 46"/>
                <a:gd name="T12" fmla="*/ 1 w 45"/>
                <a:gd name="T13" fmla="*/ 32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4"/>
                    <a:pt x="35" y="46"/>
                    <a:pt x="31" y="45"/>
                  </a:cubicBezTo>
                  <a:cubicBezTo>
                    <a:pt x="6" y="41"/>
                    <a:pt x="6" y="41"/>
                    <a:pt x="6" y="41"/>
                  </a:cubicBezTo>
                  <a:cubicBezTo>
                    <a:pt x="2" y="40"/>
                    <a:pt x="0" y="36"/>
                    <a:pt x="1" y="32"/>
                  </a:cubicBezTo>
                  <a:cubicBezTo>
                    <a:pt x="6" y="7"/>
                    <a:pt x="6" y="7"/>
                    <a:pt x="6"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4" name="Freeform 82"/>
            <p:cNvSpPr>
              <a:spLocks/>
            </p:cNvSpPr>
            <p:nvPr/>
          </p:nvSpPr>
          <p:spPr bwMode="auto">
            <a:xfrm>
              <a:off x="1055688" y="351790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6 h 46"/>
                <a:gd name="T10" fmla="*/ 6 w 45"/>
                <a:gd name="T11" fmla="*/ 41 h 46"/>
                <a:gd name="T12" fmla="*/ 1 w 45"/>
                <a:gd name="T13" fmla="*/ 33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7"/>
                    <a:pt x="45" y="10"/>
                    <a:pt x="45" y="14"/>
                  </a:cubicBezTo>
                  <a:cubicBezTo>
                    <a:pt x="40" y="40"/>
                    <a:pt x="40" y="40"/>
                    <a:pt x="40" y="40"/>
                  </a:cubicBezTo>
                  <a:cubicBezTo>
                    <a:pt x="39" y="44"/>
                    <a:pt x="35" y="46"/>
                    <a:pt x="31" y="46"/>
                  </a:cubicBezTo>
                  <a:cubicBezTo>
                    <a:pt x="6" y="41"/>
                    <a:pt x="6" y="41"/>
                    <a:pt x="6" y="41"/>
                  </a:cubicBezTo>
                  <a:cubicBezTo>
                    <a:pt x="2" y="40"/>
                    <a:pt x="0" y="36"/>
                    <a:pt x="1" y="33"/>
                  </a:cubicBezTo>
                  <a:cubicBezTo>
                    <a:pt x="6" y="7"/>
                    <a:pt x="6" y="7"/>
                    <a:pt x="6"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5" name="Freeform 83"/>
            <p:cNvSpPr>
              <a:spLocks/>
            </p:cNvSpPr>
            <p:nvPr/>
          </p:nvSpPr>
          <p:spPr bwMode="auto">
            <a:xfrm>
              <a:off x="1157288" y="3538537"/>
              <a:ext cx="95250" cy="96838"/>
            </a:xfrm>
            <a:custGeom>
              <a:avLst/>
              <a:gdLst>
                <a:gd name="T0" fmla="*/ 14 w 45"/>
                <a:gd name="T1" fmla="*/ 0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3" y="39"/>
                    <a:pt x="0" y="36"/>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6" name="Freeform 84"/>
            <p:cNvSpPr>
              <a:spLocks/>
            </p:cNvSpPr>
            <p:nvPr/>
          </p:nvSpPr>
          <p:spPr bwMode="auto">
            <a:xfrm>
              <a:off x="1258888" y="3557587"/>
              <a:ext cx="95250" cy="96838"/>
            </a:xfrm>
            <a:custGeom>
              <a:avLst/>
              <a:gdLst>
                <a:gd name="T0" fmla="*/ 14 w 45"/>
                <a:gd name="T1" fmla="*/ 1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3" y="40"/>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7" name="Freeform 85"/>
            <p:cNvSpPr>
              <a:spLocks/>
            </p:cNvSpPr>
            <p:nvPr/>
          </p:nvSpPr>
          <p:spPr bwMode="auto">
            <a:xfrm>
              <a:off x="1360488" y="357663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5" y="46"/>
                    <a:pt x="32" y="45"/>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8" name="Freeform 86"/>
            <p:cNvSpPr>
              <a:spLocks/>
            </p:cNvSpPr>
            <p:nvPr/>
          </p:nvSpPr>
          <p:spPr bwMode="auto">
            <a:xfrm>
              <a:off x="1462088" y="359568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5" y="46"/>
                    <a:pt x="32" y="46"/>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9" name="Freeform 87"/>
            <p:cNvSpPr>
              <a:spLocks/>
            </p:cNvSpPr>
            <p:nvPr/>
          </p:nvSpPr>
          <p:spPr bwMode="auto">
            <a:xfrm>
              <a:off x="1563688" y="3616325"/>
              <a:ext cx="96838" cy="98425"/>
            </a:xfrm>
            <a:custGeom>
              <a:avLst/>
              <a:gdLst>
                <a:gd name="T0" fmla="*/ 14 w 46"/>
                <a:gd name="T1" fmla="*/ 0 h 46"/>
                <a:gd name="T2" fmla="*/ 39 w 46"/>
                <a:gd name="T3" fmla="*/ 5 h 46"/>
                <a:gd name="T4" fmla="*/ 45 w 46"/>
                <a:gd name="T5" fmla="*/ 13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3"/>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0" name="Freeform 88"/>
            <p:cNvSpPr>
              <a:spLocks/>
            </p:cNvSpPr>
            <p:nvPr/>
          </p:nvSpPr>
          <p:spPr bwMode="auto">
            <a:xfrm>
              <a:off x="581025" y="3530600"/>
              <a:ext cx="95250" cy="96838"/>
            </a:xfrm>
            <a:custGeom>
              <a:avLst/>
              <a:gdLst>
                <a:gd name="T0" fmla="*/ 14 w 45"/>
                <a:gd name="T1" fmla="*/ 0 h 46"/>
                <a:gd name="T2" fmla="*/ 39 w 45"/>
                <a:gd name="T3" fmla="*/ 5 h 46"/>
                <a:gd name="T4" fmla="*/ 44 w 45"/>
                <a:gd name="T5" fmla="*/ 13 h 46"/>
                <a:gd name="T6" fmla="*/ 40 w 45"/>
                <a:gd name="T7" fmla="*/ 39 h 46"/>
                <a:gd name="T8" fmla="*/ 31 w 45"/>
                <a:gd name="T9" fmla="*/ 45 h 46"/>
                <a:gd name="T10" fmla="*/ 6 w 45"/>
                <a:gd name="T11" fmla="*/ 40 h 46"/>
                <a:gd name="T12" fmla="*/ 1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4" y="13"/>
                  </a:cubicBezTo>
                  <a:cubicBezTo>
                    <a:pt x="40" y="39"/>
                    <a:pt x="40" y="39"/>
                    <a:pt x="40" y="39"/>
                  </a:cubicBezTo>
                  <a:cubicBezTo>
                    <a:pt x="39" y="43"/>
                    <a:pt x="35" y="46"/>
                    <a:pt x="31" y="45"/>
                  </a:cubicBezTo>
                  <a:cubicBezTo>
                    <a:pt x="6" y="40"/>
                    <a:pt x="6" y="40"/>
                    <a:pt x="6" y="40"/>
                  </a:cubicBezTo>
                  <a:cubicBezTo>
                    <a:pt x="2" y="39"/>
                    <a:pt x="0" y="36"/>
                    <a:pt x="1"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1" name="Freeform 89"/>
            <p:cNvSpPr>
              <a:spLocks/>
            </p:cNvSpPr>
            <p:nvPr/>
          </p:nvSpPr>
          <p:spPr bwMode="auto">
            <a:xfrm>
              <a:off x="682625" y="3549650"/>
              <a:ext cx="95250" cy="96838"/>
            </a:xfrm>
            <a:custGeom>
              <a:avLst/>
              <a:gdLst>
                <a:gd name="T0" fmla="*/ 14 w 45"/>
                <a:gd name="T1" fmla="*/ 1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2" y="39"/>
                    <a:pt x="0" y="36"/>
                    <a:pt x="1" y="32"/>
                  </a:cubicBezTo>
                  <a:cubicBezTo>
                    <a:pt x="6" y="6"/>
                    <a:pt x="6" y="6"/>
                    <a:pt x="6"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2" name="Freeform 90"/>
            <p:cNvSpPr>
              <a:spLocks/>
            </p:cNvSpPr>
            <p:nvPr/>
          </p:nvSpPr>
          <p:spPr bwMode="auto">
            <a:xfrm>
              <a:off x="784225" y="356870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3"/>
                    <a:pt x="35" y="46"/>
                    <a:pt x="31" y="45"/>
                  </a:cubicBezTo>
                  <a:cubicBezTo>
                    <a:pt x="6" y="40"/>
                    <a:pt x="6" y="40"/>
                    <a:pt x="6" y="40"/>
                  </a:cubicBezTo>
                  <a:cubicBezTo>
                    <a:pt x="3" y="40"/>
                    <a:pt x="0" y="36"/>
                    <a:pt x="1" y="32"/>
                  </a:cubicBezTo>
                  <a:cubicBezTo>
                    <a:pt x="6" y="6"/>
                    <a:pt x="6" y="6"/>
                    <a:pt x="6"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3" name="Freeform 91"/>
            <p:cNvSpPr>
              <a:spLocks/>
            </p:cNvSpPr>
            <p:nvPr/>
          </p:nvSpPr>
          <p:spPr bwMode="auto">
            <a:xfrm>
              <a:off x="885825" y="358775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6 h 46"/>
                <a:gd name="T10" fmla="*/ 6 w 45"/>
                <a:gd name="T11" fmla="*/ 41 h 46"/>
                <a:gd name="T12" fmla="*/ 1 w 45"/>
                <a:gd name="T13" fmla="*/ 32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7"/>
                    <a:pt x="45" y="10"/>
                    <a:pt x="45" y="14"/>
                  </a:cubicBezTo>
                  <a:cubicBezTo>
                    <a:pt x="40" y="40"/>
                    <a:pt x="40" y="40"/>
                    <a:pt x="40" y="40"/>
                  </a:cubicBezTo>
                  <a:cubicBezTo>
                    <a:pt x="39" y="44"/>
                    <a:pt x="35" y="46"/>
                    <a:pt x="31" y="46"/>
                  </a:cubicBezTo>
                  <a:cubicBezTo>
                    <a:pt x="6" y="41"/>
                    <a:pt x="6" y="41"/>
                    <a:pt x="6" y="41"/>
                  </a:cubicBezTo>
                  <a:cubicBezTo>
                    <a:pt x="3" y="40"/>
                    <a:pt x="0" y="36"/>
                    <a:pt x="1" y="32"/>
                  </a:cubicBezTo>
                  <a:cubicBezTo>
                    <a:pt x="6" y="7"/>
                    <a:pt x="6" y="7"/>
                    <a:pt x="6"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4" name="Freeform 92"/>
            <p:cNvSpPr>
              <a:spLocks/>
            </p:cNvSpPr>
            <p:nvPr/>
          </p:nvSpPr>
          <p:spPr bwMode="auto">
            <a:xfrm>
              <a:off x="987425" y="3608387"/>
              <a:ext cx="95250" cy="95250"/>
            </a:xfrm>
            <a:custGeom>
              <a:avLst/>
              <a:gdLst>
                <a:gd name="T0" fmla="*/ 14 w 45"/>
                <a:gd name="T1" fmla="*/ 0 h 45"/>
                <a:gd name="T2" fmla="*/ 39 w 45"/>
                <a:gd name="T3" fmla="*/ 5 h 45"/>
                <a:gd name="T4" fmla="*/ 45 w 45"/>
                <a:gd name="T5" fmla="*/ 13 h 45"/>
                <a:gd name="T6" fmla="*/ 40 w 45"/>
                <a:gd name="T7" fmla="*/ 39 h 45"/>
                <a:gd name="T8" fmla="*/ 32 w 45"/>
                <a:gd name="T9" fmla="*/ 45 h 45"/>
                <a:gd name="T10" fmla="*/ 6 w 45"/>
                <a:gd name="T11" fmla="*/ 40 h 45"/>
                <a:gd name="T12" fmla="*/ 1 w 45"/>
                <a:gd name="T13" fmla="*/ 32 h 45"/>
                <a:gd name="T14" fmla="*/ 6 w 45"/>
                <a:gd name="T15" fmla="*/ 6 h 45"/>
                <a:gd name="T16" fmla="*/ 14 w 4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5">
                  <a:moveTo>
                    <a:pt x="14" y="0"/>
                  </a:moveTo>
                  <a:cubicBezTo>
                    <a:pt x="39" y="5"/>
                    <a:pt x="39" y="5"/>
                    <a:pt x="39" y="5"/>
                  </a:cubicBezTo>
                  <a:cubicBezTo>
                    <a:pt x="43" y="6"/>
                    <a:pt x="45" y="10"/>
                    <a:pt x="45" y="13"/>
                  </a:cubicBezTo>
                  <a:cubicBezTo>
                    <a:pt x="40" y="39"/>
                    <a:pt x="40" y="39"/>
                    <a:pt x="40" y="39"/>
                  </a:cubicBezTo>
                  <a:cubicBezTo>
                    <a:pt x="39" y="43"/>
                    <a:pt x="35" y="45"/>
                    <a:pt x="32" y="45"/>
                  </a:cubicBezTo>
                  <a:cubicBezTo>
                    <a:pt x="6" y="40"/>
                    <a:pt x="6" y="40"/>
                    <a:pt x="6" y="40"/>
                  </a:cubicBezTo>
                  <a:cubicBezTo>
                    <a:pt x="3" y="39"/>
                    <a:pt x="0" y="35"/>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5" name="Freeform 93"/>
            <p:cNvSpPr>
              <a:spLocks/>
            </p:cNvSpPr>
            <p:nvPr/>
          </p:nvSpPr>
          <p:spPr bwMode="auto">
            <a:xfrm>
              <a:off x="1089025" y="3627437"/>
              <a:ext cx="96838" cy="96838"/>
            </a:xfrm>
            <a:custGeom>
              <a:avLst/>
              <a:gdLst>
                <a:gd name="T0" fmla="*/ 14 w 46"/>
                <a:gd name="T1" fmla="*/ 1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5"/>
                    <a:pt x="39" y="5"/>
                    <a:pt x="39" y="5"/>
                  </a:cubicBezTo>
                  <a:cubicBezTo>
                    <a:pt x="43" y="6"/>
                    <a:pt x="46" y="10"/>
                    <a:pt x="45" y="14"/>
                  </a:cubicBezTo>
                  <a:cubicBezTo>
                    <a:pt x="40" y="39"/>
                    <a:pt x="40" y="39"/>
                    <a:pt x="40" y="39"/>
                  </a:cubicBezTo>
                  <a:cubicBezTo>
                    <a:pt x="39" y="43"/>
                    <a:pt x="35" y="46"/>
                    <a:pt x="32" y="45"/>
                  </a:cubicBezTo>
                  <a:cubicBezTo>
                    <a:pt x="7" y="40"/>
                    <a:pt x="7" y="40"/>
                    <a:pt x="7" y="40"/>
                  </a:cubicBezTo>
                  <a:cubicBezTo>
                    <a:pt x="3" y="39"/>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6" name="Freeform 94"/>
            <p:cNvSpPr>
              <a:spLocks/>
            </p:cNvSpPr>
            <p:nvPr/>
          </p:nvSpPr>
          <p:spPr bwMode="auto">
            <a:xfrm>
              <a:off x="1190625" y="364648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3"/>
                    <a:pt x="35" y="46"/>
                    <a:pt x="32" y="45"/>
                  </a:cubicBezTo>
                  <a:cubicBezTo>
                    <a:pt x="7" y="40"/>
                    <a:pt x="7" y="40"/>
                    <a:pt x="7" y="40"/>
                  </a:cubicBezTo>
                  <a:cubicBezTo>
                    <a:pt x="3" y="40"/>
                    <a:pt x="0" y="36"/>
                    <a:pt x="1" y="32"/>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7" name="Freeform 95"/>
            <p:cNvSpPr>
              <a:spLocks/>
            </p:cNvSpPr>
            <p:nvPr/>
          </p:nvSpPr>
          <p:spPr bwMode="auto">
            <a:xfrm>
              <a:off x="1292225" y="366553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6" y="46"/>
                    <a:pt x="32" y="45"/>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8" name="Freeform 96"/>
            <p:cNvSpPr>
              <a:spLocks/>
            </p:cNvSpPr>
            <p:nvPr/>
          </p:nvSpPr>
          <p:spPr bwMode="auto">
            <a:xfrm>
              <a:off x="1393825" y="368458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3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6" y="46"/>
                    <a:pt x="32" y="46"/>
                  </a:cubicBezTo>
                  <a:cubicBezTo>
                    <a:pt x="7" y="41"/>
                    <a:pt x="7" y="41"/>
                    <a:pt x="7" y="41"/>
                  </a:cubicBezTo>
                  <a:cubicBezTo>
                    <a:pt x="3" y="40"/>
                    <a:pt x="0" y="36"/>
                    <a:pt x="1" y="33"/>
                  </a:cubicBezTo>
                  <a:cubicBezTo>
                    <a:pt x="6" y="7"/>
                    <a:pt x="6" y="7"/>
                    <a:pt x="6" y="7"/>
                  </a:cubicBezTo>
                  <a:cubicBezTo>
                    <a:pt x="7" y="3"/>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9" name="Freeform 97"/>
            <p:cNvSpPr>
              <a:spLocks/>
            </p:cNvSpPr>
            <p:nvPr/>
          </p:nvSpPr>
          <p:spPr bwMode="auto">
            <a:xfrm>
              <a:off x="1495425" y="3705225"/>
              <a:ext cx="98425" cy="98425"/>
            </a:xfrm>
            <a:custGeom>
              <a:avLst/>
              <a:gdLst>
                <a:gd name="T0" fmla="*/ 14 w 46"/>
                <a:gd name="T1" fmla="*/ 0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1"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0" name="Freeform 98"/>
            <p:cNvSpPr>
              <a:spLocks/>
            </p:cNvSpPr>
            <p:nvPr/>
          </p:nvSpPr>
          <p:spPr bwMode="auto">
            <a:xfrm>
              <a:off x="1600200" y="3724275"/>
              <a:ext cx="136525" cy="106363"/>
            </a:xfrm>
            <a:custGeom>
              <a:avLst/>
              <a:gdLst>
                <a:gd name="T0" fmla="*/ 14 w 65"/>
                <a:gd name="T1" fmla="*/ 1 h 50"/>
                <a:gd name="T2" fmla="*/ 59 w 65"/>
                <a:gd name="T3" fmla="*/ 9 h 50"/>
                <a:gd name="T4" fmla="*/ 65 w 65"/>
                <a:gd name="T5" fmla="*/ 18 h 50"/>
                <a:gd name="T6" fmla="*/ 60 w 65"/>
                <a:gd name="T7" fmla="*/ 43 h 50"/>
                <a:gd name="T8" fmla="*/ 51 w 65"/>
                <a:gd name="T9" fmla="*/ 49 h 50"/>
                <a:gd name="T10" fmla="*/ 6 w 65"/>
                <a:gd name="T11" fmla="*/ 40 h 50"/>
                <a:gd name="T12" fmla="*/ 0 w 65"/>
                <a:gd name="T13" fmla="*/ 32 h 50"/>
                <a:gd name="T14" fmla="*/ 5 w 65"/>
                <a:gd name="T15" fmla="*/ 6 h 50"/>
                <a:gd name="T16" fmla="*/ 14 w 65"/>
                <a:gd name="T17"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50">
                  <a:moveTo>
                    <a:pt x="14" y="1"/>
                  </a:moveTo>
                  <a:cubicBezTo>
                    <a:pt x="59" y="9"/>
                    <a:pt x="59" y="9"/>
                    <a:pt x="59" y="9"/>
                  </a:cubicBezTo>
                  <a:cubicBezTo>
                    <a:pt x="63" y="10"/>
                    <a:pt x="65" y="14"/>
                    <a:pt x="65" y="18"/>
                  </a:cubicBezTo>
                  <a:cubicBezTo>
                    <a:pt x="60" y="43"/>
                    <a:pt x="60" y="43"/>
                    <a:pt x="60" y="43"/>
                  </a:cubicBezTo>
                  <a:cubicBezTo>
                    <a:pt x="59" y="47"/>
                    <a:pt x="55" y="50"/>
                    <a:pt x="51" y="49"/>
                  </a:cubicBezTo>
                  <a:cubicBezTo>
                    <a:pt x="6" y="40"/>
                    <a:pt x="6" y="40"/>
                    <a:pt x="6" y="40"/>
                  </a:cubicBezTo>
                  <a:cubicBezTo>
                    <a:pt x="2" y="40"/>
                    <a:pt x="0" y="36"/>
                    <a:pt x="0" y="32"/>
                  </a:cubicBezTo>
                  <a:cubicBezTo>
                    <a:pt x="5" y="6"/>
                    <a:pt x="5" y="6"/>
                    <a:pt x="5"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1" name="Freeform 99"/>
            <p:cNvSpPr>
              <a:spLocks/>
            </p:cNvSpPr>
            <p:nvPr/>
          </p:nvSpPr>
          <p:spPr bwMode="auto">
            <a:xfrm>
              <a:off x="457200" y="3608387"/>
              <a:ext cx="95250" cy="96838"/>
            </a:xfrm>
            <a:custGeom>
              <a:avLst/>
              <a:gdLst>
                <a:gd name="T0" fmla="*/ 14 w 45"/>
                <a:gd name="T1" fmla="*/ 0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3" y="39"/>
                    <a:pt x="0" y="36"/>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2" name="Freeform 100"/>
            <p:cNvSpPr>
              <a:spLocks/>
            </p:cNvSpPr>
            <p:nvPr/>
          </p:nvSpPr>
          <p:spPr bwMode="auto">
            <a:xfrm>
              <a:off x="558800" y="3627437"/>
              <a:ext cx="95250" cy="96838"/>
            </a:xfrm>
            <a:custGeom>
              <a:avLst/>
              <a:gdLst>
                <a:gd name="T0" fmla="*/ 14 w 45"/>
                <a:gd name="T1" fmla="*/ 1 h 46"/>
                <a:gd name="T2" fmla="*/ 39 w 45"/>
                <a:gd name="T3" fmla="*/ 6 h 46"/>
                <a:gd name="T4" fmla="*/ 45 w 45"/>
                <a:gd name="T5" fmla="*/ 14 h 46"/>
                <a:gd name="T6" fmla="*/ 40 w 45"/>
                <a:gd name="T7" fmla="*/ 40 h 46"/>
                <a:gd name="T8" fmla="*/ 32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3"/>
                    <a:pt x="35" y="46"/>
                    <a:pt x="32" y="45"/>
                  </a:cubicBezTo>
                  <a:cubicBezTo>
                    <a:pt x="6" y="40"/>
                    <a:pt x="6" y="40"/>
                    <a:pt x="6" y="40"/>
                  </a:cubicBezTo>
                  <a:cubicBezTo>
                    <a:pt x="3" y="40"/>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3" name="Freeform 101"/>
            <p:cNvSpPr>
              <a:spLocks/>
            </p:cNvSpPr>
            <p:nvPr/>
          </p:nvSpPr>
          <p:spPr bwMode="auto">
            <a:xfrm>
              <a:off x="660400" y="364648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5" y="46"/>
                    <a:pt x="32" y="45"/>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4" name="Freeform 102"/>
            <p:cNvSpPr>
              <a:spLocks/>
            </p:cNvSpPr>
            <p:nvPr/>
          </p:nvSpPr>
          <p:spPr bwMode="auto">
            <a:xfrm>
              <a:off x="762000" y="366553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3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5" y="46"/>
                    <a:pt x="32" y="46"/>
                  </a:cubicBezTo>
                  <a:cubicBezTo>
                    <a:pt x="7" y="41"/>
                    <a:pt x="7" y="41"/>
                    <a:pt x="7" y="41"/>
                  </a:cubicBezTo>
                  <a:cubicBezTo>
                    <a:pt x="3" y="40"/>
                    <a:pt x="0" y="36"/>
                    <a:pt x="1" y="33"/>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5" name="Freeform 103"/>
            <p:cNvSpPr>
              <a:spLocks/>
            </p:cNvSpPr>
            <p:nvPr/>
          </p:nvSpPr>
          <p:spPr bwMode="auto">
            <a:xfrm>
              <a:off x="865188" y="3686175"/>
              <a:ext cx="96838" cy="98425"/>
            </a:xfrm>
            <a:custGeom>
              <a:avLst/>
              <a:gdLst>
                <a:gd name="T0" fmla="*/ 14 w 46"/>
                <a:gd name="T1" fmla="*/ 0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6" name="Freeform 104"/>
            <p:cNvSpPr>
              <a:spLocks/>
            </p:cNvSpPr>
            <p:nvPr/>
          </p:nvSpPr>
          <p:spPr bwMode="auto">
            <a:xfrm>
              <a:off x="966788" y="3705225"/>
              <a:ext cx="96838" cy="98425"/>
            </a:xfrm>
            <a:custGeom>
              <a:avLst/>
              <a:gdLst>
                <a:gd name="T0" fmla="*/ 14 w 46"/>
                <a:gd name="T1" fmla="*/ 1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40"/>
                    <a:pt x="0" y="36"/>
                    <a:pt x="1" y="32"/>
                  </a:cubicBezTo>
                  <a:cubicBezTo>
                    <a:pt x="6" y="6"/>
                    <a:pt x="6" y="6"/>
                    <a:pt x="6" y="6"/>
                  </a:cubicBezTo>
                  <a:cubicBezTo>
                    <a:pt x="7" y="2"/>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7" name="Freeform 105"/>
            <p:cNvSpPr>
              <a:spLocks/>
            </p:cNvSpPr>
            <p:nvPr/>
          </p:nvSpPr>
          <p:spPr bwMode="auto">
            <a:xfrm>
              <a:off x="1068388" y="3724275"/>
              <a:ext cx="96838" cy="98425"/>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6" y="46"/>
                    <a:pt x="32" y="45"/>
                  </a:cubicBezTo>
                  <a:cubicBezTo>
                    <a:pt x="7" y="41"/>
                    <a:pt x="7" y="41"/>
                    <a:pt x="7" y="41"/>
                  </a:cubicBezTo>
                  <a:cubicBezTo>
                    <a:pt x="3" y="40"/>
                    <a:pt x="0" y="36"/>
                    <a:pt x="1" y="32"/>
                  </a:cubicBezTo>
                  <a:cubicBezTo>
                    <a:pt x="6" y="6"/>
                    <a:pt x="6" y="6"/>
                    <a:pt x="6" y="6"/>
                  </a:cubicBezTo>
                  <a:cubicBezTo>
                    <a:pt x="7" y="3"/>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8" name="Freeform 106"/>
            <p:cNvSpPr>
              <a:spLocks/>
            </p:cNvSpPr>
            <p:nvPr/>
          </p:nvSpPr>
          <p:spPr bwMode="auto">
            <a:xfrm>
              <a:off x="1171575" y="3743325"/>
              <a:ext cx="95250" cy="98425"/>
            </a:xfrm>
            <a:custGeom>
              <a:avLst/>
              <a:gdLst>
                <a:gd name="T0" fmla="*/ 14 w 45"/>
                <a:gd name="T1" fmla="*/ 1 h 46"/>
                <a:gd name="T2" fmla="*/ 39 w 45"/>
                <a:gd name="T3" fmla="*/ 6 h 46"/>
                <a:gd name="T4" fmla="*/ 44 w 45"/>
                <a:gd name="T5" fmla="*/ 14 h 46"/>
                <a:gd name="T6" fmla="*/ 39 w 45"/>
                <a:gd name="T7" fmla="*/ 40 h 46"/>
                <a:gd name="T8" fmla="*/ 31 w 45"/>
                <a:gd name="T9" fmla="*/ 46 h 46"/>
                <a:gd name="T10" fmla="*/ 6 w 45"/>
                <a:gd name="T11" fmla="*/ 41 h 46"/>
                <a:gd name="T12" fmla="*/ 0 w 45"/>
                <a:gd name="T13" fmla="*/ 32 h 46"/>
                <a:gd name="T14" fmla="*/ 5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2" y="7"/>
                    <a:pt x="45" y="10"/>
                    <a:pt x="44" y="14"/>
                  </a:cubicBezTo>
                  <a:cubicBezTo>
                    <a:pt x="39" y="40"/>
                    <a:pt x="39" y="40"/>
                    <a:pt x="39" y="40"/>
                  </a:cubicBezTo>
                  <a:cubicBezTo>
                    <a:pt x="39" y="44"/>
                    <a:pt x="35" y="46"/>
                    <a:pt x="31" y="46"/>
                  </a:cubicBezTo>
                  <a:cubicBezTo>
                    <a:pt x="6" y="41"/>
                    <a:pt x="6" y="41"/>
                    <a:pt x="6" y="41"/>
                  </a:cubicBezTo>
                  <a:cubicBezTo>
                    <a:pt x="2" y="40"/>
                    <a:pt x="0" y="36"/>
                    <a:pt x="0"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9" name="Freeform 107"/>
            <p:cNvSpPr>
              <a:spLocks/>
            </p:cNvSpPr>
            <p:nvPr/>
          </p:nvSpPr>
          <p:spPr bwMode="auto">
            <a:xfrm>
              <a:off x="1273175" y="3765550"/>
              <a:ext cx="95250" cy="96838"/>
            </a:xfrm>
            <a:custGeom>
              <a:avLst/>
              <a:gdLst>
                <a:gd name="T0" fmla="*/ 14 w 45"/>
                <a:gd name="T1" fmla="*/ 0 h 46"/>
                <a:gd name="T2" fmla="*/ 39 w 45"/>
                <a:gd name="T3" fmla="*/ 5 h 46"/>
                <a:gd name="T4" fmla="*/ 44 w 45"/>
                <a:gd name="T5" fmla="*/ 13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2" y="6"/>
                    <a:pt x="45" y="10"/>
                    <a:pt x="44" y="13"/>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0" name="Freeform 108"/>
            <p:cNvSpPr>
              <a:spLocks/>
            </p:cNvSpPr>
            <p:nvPr/>
          </p:nvSpPr>
          <p:spPr bwMode="auto">
            <a:xfrm>
              <a:off x="1374775" y="3784600"/>
              <a:ext cx="95250" cy="96838"/>
            </a:xfrm>
            <a:custGeom>
              <a:avLst/>
              <a:gdLst>
                <a:gd name="T0" fmla="*/ 14 w 45"/>
                <a:gd name="T1" fmla="*/ 1 h 46"/>
                <a:gd name="T2" fmla="*/ 39 w 45"/>
                <a:gd name="T3" fmla="*/ 5 h 46"/>
                <a:gd name="T4" fmla="*/ 44 w 45"/>
                <a:gd name="T5" fmla="*/ 14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4" y="14"/>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1" name="Freeform 109"/>
            <p:cNvSpPr>
              <a:spLocks/>
            </p:cNvSpPr>
            <p:nvPr/>
          </p:nvSpPr>
          <p:spPr bwMode="auto">
            <a:xfrm>
              <a:off x="1476375" y="3803650"/>
              <a:ext cx="139700" cy="104775"/>
            </a:xfrm>
            <a:custGeom>
              <a:avLst/>
              <a:gdLst>
                <a:gd name="T0" fmla="*/ 14 w 66"/>
                <a:gd name="T1" fmla="*/ 1 h 50"/>
                <a:gd name="T2" fmla="*/ 59 w 66"/>
                <a:gd name="T3" fmla="*/ 10 h 50"/>
                <a:gd name="T4" fmla="*/ 65 w 66"/>
                <a:gd name="T5" fmla="*/ 18 h 50"/>
                <a:gd name="T6" fmla="*/ 60 w 66"/>
                <a:gd name="T7" fmla="*/ 43 h 50"/>
                <a:gd name="T8" fmla="*/ 52 w 66"/>
                <a:gd name="T9" fmla="*/ 49 h 50"/>
                <a:gd name="T10" fmla="*/ 6 w 66"/>
                <a:gd name="T11" fmla="*/ 40 h 50"/>
                <a:gd name="T12" fmla="*/ 1 w 66"/>
                <a:gd name="T13" fmla="*/ 32 h 50"/>
                <a:gd name="T14" fmla="*/ 5 w 66"/>
                <a:gd name="T15" fmla="*/ 7 h 50"/>
                <a:gd name="T16" fmla="*/ 14 w 66"/>
                <a:gd name="T17"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50">
                  <a:moveTo>
                    <a:pt x="14" y="1"/>
                  </a:moveTo>
                  <a:cubicBezTo>
                    <a:pt x="59" y="10"/>
                    <a:pt x="59" y="10"/>
                    <a:pt x="59" y="10"/>
                  </a:cubicBezTo>
                  <a:cubicBezTo>
                    <a:pt x="63" y="10"/>
                    <a:pt x="66" y="14"/>
                    <a:pt x="65" y="18"/>
                  </a:cubicBezTo>
                  <a:cubicBezTo>
                    <a:pt x="60" y="43"/>
                    <a:pt x="60" y="43"/>
                    <a:pt x="60" y="43"/>
                  </a:cubicBezTo>
                  <a:cubicBezTo>
                    <a:pt x="59" y="47"/>
                    <a:pt x="55" y="50"/>
                    <a:pt x="52" y="49"/>
                  </a:cubicBezTo>
                  <a:cubicBezTo>
                    <a:pt x="6" y="40"/>
                    <a:pt x="6" y="40"/>
                    <a:pt x="6" y="40"/>
                  </a:cubicBezTo>
                  <a:cubicBezTo>
                    <a:pt x="2" y="40"/>
                    <a:pt x="0" y="36"/>
                    <a:pt x="1"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2" name="Freeform 110"/>
            <p:cNvSpPr>
              <a:spLocks/>
            </p:cNvSpPr>
            <p:nvPr/>
          </p:nvSpPr>
          <p:spPr bwMode="auto">
            <a:xfrm>
              <a:off x="1627188" y="3832225"/>
              <a:ext cx="93663" cy="96838"/>
            </a:xfrm>
            <a:custGeom>
              <a:avLst/>
              <a:gdLst>
                <a:gd name="T0" fmla="*/ 14 w 44"/>
                <a:gd name="T1" fmla="*/ 0 h 45"/>
                <a:gd name="T2" fmla="*/ 37 w 44"/>
                <a:gd name="T3" fmla="*/ 5 h 45"/>
                <a:gd name="T4" fmla="*/ 43 w 44"/>
                <a:gd name="T5" fmla="*/ 13 h 45"/>
                <a:gd name="T6" fmla="*/ 38 w 44"/>
                <a:gd name="T7" fmla="*/ 39 h 45"/>
                <a:gd name="T8" fmla="*/ 30 w 44"/>
                <a:gd name="T9" fmla="*/ 45 h 45"/>
                <a:gd name="T10" fmla="*/ 6 w 44"/>
                <a:gd name="T11" fmla="*/ 40 h 45"/>
                <a:gd name="T12" fmla="*/ 1 w 44"/>
                <a:gd name="T13" fmla="*/ 32 h 45"/>
                <a:gd name="T14" fmla="*/ 6 w 44"/>
                <a:gd name="T15" fmla="*/ 6 h 45"/>
                <a:gd name="T16" fmla="*/ 14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14" y="0"/>
                  </a:moveTo>
                  <a:cubicBezTo>
                    <a:pt x="37" y="5"/>
                    <a:pt x="37" y="5"/>
                    <a:pt x="37" y="5"/>
                  </a:cubicBezTo>
                  <a:cubicBezTo>
                    <a:pt x="41" y="6"/>
                    <a:pt x="44" y="9"/>
                    <a:pt x="43" y="13"/>
                  </a:cubicBezTo>
                  <a:cubicBezTo>
                    <a:pt x="38" y="39"/>
                    <a:pt x="38" y="39"/>
                    <a:pt x="38" y="39"/>
                  </a:cubicBezTo>
                  <a:cubicBezTo>
                    <a:pt x="37" y="43"/>
                    <a:pt x="33" y="45"/>
                    <a:pt x="30" y="45"/>
                  </a:cubicBezTo>
                  <a:cubicBezTo>
                    <a:pt x="6" y="40"/>
                    <a:pt x="6" y="40"/>
                    <a:pt x="6" y="40"/>
                  </a:cubicBezTo>
                  <a:cubicBezTo>
                    <a:pt x="2" y="39"/>
                    <a:pt x="0" y="36"/>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3" name="Freeform 111"/>
            <p:cNvSpPr>
              <a:spLocks/>
            </p:cNvSpPr>
            <p:nvPr/>
          </p:nvSpPr>
          <p:spPr bwMode="auto">
            <a:xfrm>
              <a:off x="762000" y="3835400"/>
              <a:ext cx="611188" cy="387350"/>
            </a:xfrm>
            <a:custGeom>
              <a:avLst/>
              <a:gdLst>
                <a:gd name="T0" fmla="*/ 32 w 288"/>
                <a:gd name="T1" fmla="*/ 0 h 183"/>
                <a:gd name="T2" fmla="*/ 282 w 288"/>
                <a:gd name="T3" fmla="*/ 48 h 183"/>
                <a:gd name="T4" fmla="*/ 287 w 288"/>
                <a:gd name="T5" fmla="*/ 56 h 183"/>
                <a:gd name="T6" fmla="*/ 264 w 288"/>
                <a:gd name="T7" fmla="*/ 177 h 183"/>
                <a:gd name="T8" fmla="*/ 256 w 288"/>
                <a:gd name="T9" fmla="*/ 182 h 183"/>
                <a:gd name="T10" fmla="*/ 6 w 288"/>
                <a:gd name="T11" fmla="*/ 134 h 183"/>
                <a:gd name="T12" fmla="*/ 1 w 288"/>
                <a:gd name="T13" fmla="*/ 126 h 183"/>
                <a:gd name="T14" fmla="*/ 24 w 288"/>
                <a:gd name="T15" fmla="*/ 6 h 183"/>
                <a:gd name="T16" fmla="*/ 32 w 288"/>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83">
                  <a:moveTo>
                    <a:pt x="32" y="0"/>
                  </a:moveTo>
                  <a:cubicBezTo>
                    <a:pt x="282" y="48"/>
                    <a:pt x="282" y="48"/>
                    <a:pt x="282" y="48"/>
                  </a:cubicBezTo>
                  <a:cubicBezTo>
                    <a:pt x="286" y="49"/>
                    <a:pt x="288" y="53"/>
                    <a:pt x="287" y="56"/>
                  </a:cubicBezTo>
                  <a:cubicBezTo>
                    <a:pt x="264" y="177"/>
                    <a:pt x="264" y="177"/>
                    <a:pt x="264" y="177"/>
                  </a:cubicBezTo>
                  <a:cubicBezTo>
                    <a:pt x="264" y="180"/>
                    <a:pt x="260" y="183"/>
                    <a:pt x="256" y="182"/>
                  </a:cubicBezTo>
                  <a:cubicBezTo>
                    <a:pt x="6" y="134"/>
                    <a:pt x="6" y="134"/>
                    <a:pt x="6" y="134"/>
                  </a:cubicBezTo>
                  <a:cubicBezTo>
                    <a:pt x="2" y="133"/>
                    <a:pt x="0" y="130"/>
                    <a:pt x="1" y="126"/>
                  </a:cubicBezTo>
                  <a:cubicBezTo>
                    <a:pt x="24" y="6"/>
                    <a:pt x="24" y="6"/>
                    <a:pt x="24" y="6"/>
                  </a:cubicBezTo>
                  <a:cubicBezTo>
                    <a:pt x="24" y="2"/>
                    <a:pt x="28" y="0"/>
                    <a:pt x="32"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4" name="Freeform 112"/>
            <p:cNvSpPr>
              <a:spLocks/>
            </p:cNvSpPr>
            <p:nvPr/>
          </p:nvSpPr>
          <p:spPr bwMode="auto">
            <a:xfrm>
              <a:off x="746125" y="4135437"/>
              <a:ext cx="280988" cy="111125"/>
            </a:xfrm>
            <a:custGeom>
              <a:avLst/>
              <a:gdLst>
                <a:gd name="T0" fmla="*/ 7 w 133"/>
                <a:gd name="T1" fmla="*/ 0 h 52"/>
                <a:gd name="T2" fmla="*/ 131 w 133"/>
                <a:gd name="T3" fmla="*/ 24 h 52"/>
                <a:gd name="T4" fmla="*/ 132 w 133"/>
                <a:gd name="T5" fmla="*/ 26 h 52"/>
                <a:gd name="T6" fmla="*/ 128 w 133"/>
                <a:gd name="T7" fmla="*/ 51 h 52"/>
                <a:gd name="T8" fmla="*/ 126 w 133"/>
                <a:gd name="T9" fmla="*/ 52 h 52"/>
                <a:gd name="T10" fmla="*/ 2 w 133"/>
                <a:gd name="T11" fmla="*/ 28 h 52"/>
                <a:gd name="T12" fmla="*/ 0 w 133"/>
                <a:gd name="T13" fmla="*/ 26 h 52"/>
                <a:gd name="T14" fmla="*/ 5 w 133"/>
                <a:gd name="T15" fmla="*/ 1 h 52"/>
                <a:gd name="T16" fmla="*/ 7 w 133"/>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2">
                  <a:moveTo>
                    <a:pt x="7" y="0"/>
                  </a:moveTo>
                  <a:cubicBezTo>
                    <a:pt x="131" y="24"/>
                    <a:pt x="131" y="24"/>
                    <a:pt x="131" y="24"/>
                  </a:cubicBezTo>
                  <a:cubicBezTo>
                    <a:pt x="132" y="24"/>
                    <a:pt x="133" y="25"/>
                    <a:pt x="132" y="26"/>
                  </a:cubicBezTo>
                  <a:cubicBezTo>
                    <a:pt x="128" y="51"/>
                    <a:pt x="128" y="51"/>
                    <a:pt x="128" y="51"/>
                  </a:cubicBezTo>
                  <a:cubicBezTo>
                    <a:pt x="127" y="51"/>
                    <a:pt x="127" y="52"/>
                    <a:pt x="126" y="52"/>
                  </a:cubicBezTo>
                  <a:cubicBezTo>
                    <a:pt x="2" y="28"/>
                    <a:pt x="2" y="28"/>
                    <a:pt x="2" y="28"/>
                  </a:cubicBezTo>
                  <a:cubicBezTo>
                    <a:pt x="1" y="28"/>
                    <a:pt x="0" y="27"/>
                    <a:pt x="0" y="26"/>
                  </a:cubicBezTo>
                  <a:cubicBezTo>
                    <a:pt x="5" y="1"/>
                    <a:pt x="5" y="1"/>
                    <a:pt x="5" y="1"/>
                  </a:cubicBezTo>
                  <a:cubicBezTo>
                    <a:pt x="5" y="1"/>
                    <a:pt x="6" y="0"/>
                    <a:pt x="7"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5" name="Freeform 113"/>
            <p:cNvSpPr>
              <a:spLocks/>
            </p:cNvSpPr>
            <p:nvPr/>
          </p:nvSpPr>
          <p:spPr bwMode="auto">
            <a:xfrm>
              <a:off x="1036638" y="4191000"/>
              <a:ext cx="279400" cy="109538"/>
            </a:xfrm>
            <a:custGeom>
              <a:avLst/>
              <a:gdLst>
                <a:gd name="T0" fmla="*/ 7 w 132"/>
                <a:gd name="T1" fmla="*/ 0 h 52"/>
                <a:gd name="T2" fmla="*/ 131 w 132"/>
                <a:gd name="T3" fmla="*/ 24 h 52"/>
                <a:gd name="T4" fmla="*/ 132 w 132"/>
                <a:gd name="T5" fmla="*/ 26 h 52"/>
                <a:gd name="T6" fmla="*/ 127 w 132"/>
                <a:gd name="T7" fmla="*/ 51 h 52"/>
                <a:gd name="T8" fmla="*/ 125 w 132"/>
                <a:gd name="T9" fmla="*/ 52 h 52"/>
                <a:gd name="T10" fmla="*/ 1 w 132"/>
                <a:gd name="T11" fmla="*/ 28 h 52"/>
                <a:gd name="T12" fmla="*/ 0 w 132"/>
                <a:gd name="T13" fmla="*/ 26 h 52"/>
                <a:gd name="T14" fmla="*/ 5 w 132"/>
                <a:gd name="T15" fmla="*/ 2 h 52"/>
                <a:gd name="T16" fmla="*/ 7 w 132"/>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52">
                  <a:moveTo>
                    <a:pt x="7" y="0"/>
                  </a:moveTo>
                  <a:cubicBezTo>
                    <a:pt x="131" y="24"/>
                    <a:pt x="131" y="24"/>
                    <a:pt x="131" y="24"/>
                  </a:cubicBezTo>
                  <a:cubicBezTo>
                    <a:pt x="132" y="24"/>
                    <a:pt x="132" y="25"/>
                    <a:pt x="132" y="26"/>
                  </a:cubicBezTo>
                  <a:cubicBezTo>
                    <a:pt x="127" y="51"/>
                    <a:pt x="127" y="51"/>
                    <a:pt x="127" y="51"/>
                  </a:cubicBezTo>
                  <a:cubicBezTo>
                    <a:pt x="127" y="52"/>
                    <a:pt x="126" y="52"/>
                    <a:pt x="125" y="52"/>
                  </a:cubicBezTo>
                  <a:cubicBezTo>
                    <a:pt x="1" y="28"/>
                    <a:pt x="1" y="28"/>
                    <a:pt x="1" y="28"/>
                  </a:cubicBezTo>
                  <a:cubicBezTo>
                    <a:pt x="0" y="28"/>
                    <a:pt x="0" y="27"/>
                    <a:pt x="0" y="26"/>
                  </a:cubicBezTo>
                  <a:cubicBezTo>
                    <a:pt x="5" y="2"/>
                    <a:pt x="5" y="2"/>
                    <a:pt x="5" y="2"/>
                  </a:cubicBezTo>
                  <a:cubicBezTo>
                    <a:pt x="5" y="1"/>
                    <a:pt x="6" y="0"/>
                    <a:pt x="7"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6" name="Freeform 114"/>
            <p:cNvSpPr>
              <a:spLocks/>
            </p:cNvSpPr>
            <p:nvPr/>
          </p:nvSpPr>
          <p:spPr bwMode="auto">
            <a:xfrm>
              <a:off x="311150" y="2867025"/>
              <a:ext cx="1874838" cy="411163"/>
            </a:xfrm>
            <a:custGeom>
              <a:avLst/>
              <a:gdLst>
                <a:gd name="T0" fmla="*/ 860 w 885"/>
                <a:gd name="T1" fmla="*/ 162 h 194"/>
                <a:gd name="T2" fmla="*/ 32 w 885"/>
                <a:gd name="T3" fmla="*/ 3 h 194"/>
                <a:gd name="T4" fmla="*/ 0 w 885"/>
                <a:gd name="T5" fmla="*/ 25 h 194"/>
                <a:gd name="T6" fmla="*/ 882 w 885"/>
                <a:gd name="T7" fmla="*/ 194 h 194"/>
                <a:gd name="T8" fmla="*/ 860 w 885"/>
                <a:gd name="T9" fmla="*/ 162 h 194"/>
              </a:gdLst>
              <a:ahLst/>
              <a:cxnLst>
                <a:cxn ang="0">
                  <a:pos x="T0" y="T1"/>
                </a:cxn>
                <a:cxn ang="0">
                  <a:pos x="T2" y="T3"/>
                </a:cxn>
                <a:cxn ang="0">
                  <a:pos x="T4" y="T5"/>
                </a:cxn>
                <a:cxn ang="0">
                  <a:pos x="T6" y="T7"/>
                </a:cxn>
                <a:cxn ang="0">
                  <a:pos x="T8" y="T9"/>
                </a:cxn>
              </a:cxnLst>
              <a:rect l="0" t="0" r="r" b="b"/>
              <a:pathLst>
                <a:path w="885" h="194">
                  <a:moveTo>
                    <a:pt x="860" y="162"/>
                  </a:moveTo>
                  <a:cubicBezTo>
                    <a:pt x="32" y="3"/>
                    <a:pt x="32" y="3"/>
                    <a:pt x="32" y="3"/>
                  </a:cubicBezTo>
                  <a:cubicBezTo>
                    <a:pt x="17" y="0"/>
                    <a:pt x="3" y="10"/>
                    <a:pt x="0" y="25"/>
                  </a:cubicBezTo>
                  <a:cubicBezTo>
                    <a:pt x="882" y="194"/>
                    <a:pt x="882" y="194"/>
                    <a:pt x="882" y="194"/>
                  </a:cubicBezTo>
                  <a:cubicBezTo>
                    <a:pt x="885" y="179"/>
                    <a:pt x="875" y="165"/>
                    <a:pt x="860" y="16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7" name="Freeform 115"/>
            <p:cNvSpPr>
              <a:spLocks/>
            </p:cNvSpPr>
            <p:nvPr/>
          </p:nvSpPr>
          <p:spPr bwMode="auto">
            <a:xfrm>
              <a:off x="1892300" y="1590675"/>
              <a:ext cx="2163763" cy="2092325"/>
            </a:xfrm>
            <a:custGeom>
              <a:avLst/>
              <a:gdLst>
                <a:gd name="T0" fmla="*/ 9 w 1021"/>
                <a:gd name="T1" fmla="*/ 541 h 987"/>
                <a:gd name="T2" fmla="*/ 640 w 1021"/>
                <a:gd name="T3" fmla="*/ 6 h 987"/>
                <a:gd name="T4" fmla="*/ 667 w 1021"/>
                <a:gd name="T5" fmla="*/ 9 h 987"/>
                <a:gd name="T6" fmla="*/ 1014 w 1021"/>
                <a:gd name="T7" fmla="*/ 418 h 987"/>
                <a:gd name="T8" fmla="*/ 1012 w 1021"/>
                <a:gd name="T9" fmla="*/ 445 h 987"/>
                <a:gd name="T10" fmla="*/ 381 w 1021"/>
                <a:gd name="T11" fmla="*/ 980 h 987"/>
                <a:gd name="T12" fmla="*/ 354 w 1021"/>
                <a:gd name="T13" fmla="*/ 978 h 987"/>
                <a:gd name="T14" fmla="*/ 7 w 1021"/>
                <a:gd name="T15" fmla="*/ 569 h 987"/>
                <a:gd name="T16" fmla="*/ 9 w 1021"/>
                <a:gd name="T17" fmla="*/ 541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1" h="987">
                  <a:moveTo>
                    <a:pt x="9" y="541"/>
                  </a:moveTo>
                  <a:cubicBezTo>
                    <a:pt x="640" y="6"/>
                    <a:pt x="640" y="6"/>
                    <a:pt x="640" y="6"/>
                  </a:cubicBezTo>
                  <a:cubicBezTo>
                    <a:pt x="648" y="0"/>
                    <a:pt x="660" y="1"/>
                    <a:pt x="667" y="9"/>
                  </a:cubicBezTo>
                  <a:cubicBezTo>
                    <a:pt x="1014" y="418"/>
                    <a:pt x="1014" y="418"/>
                    <a:pt x="1014" y="418"/>
                  </a:cubicBezTo>
                  <a:cubicBezTo>
                    <a:pt x="1021" y="426"/>
                    <a:pt x="1020" y="438"/>
                    <a:pt x="1012" y="445"/>
                  </a:cubicBezTo>
                  <a:cubicBezTo>
                    <a:pt x="381" y="980"/>
                    <a:pt x="381" y="980"/>
                    <a:pt x="381" y="980"/>
                  </a:cubicBezTo>
                  <a:cubicBezTo>
                    <a:pt x="373" y="987"/>
                    <a:pt x="361" y="986"/>
                    <a:pt x="354" y="978"/>
                  </a:cubicBezTo>
                  <a:cubicBezTo>
                    <a:pt x="7" y="569"/>
                    <a:pt x="7" y="569"/>
                    <a:pt x="7" y="569"/>
                  </a:cubicBezTo>
                  <a:cubicBezTo>
                    <a:pt x="0" y="560"/>
                    <a:pt x="1" y="548"/>
                    <a:pt x="9" y="5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8" name="Freeform 116"/>
            <p:cNvSpPr>
              <a:spLocks/>
            </p:cNvSpPr>
            <p:nvPr/>
          </p:nvSpPr>
          <p:spPr bwMode="auto">
            <a:xfrm>
              <a:off x="3241675" y="1778000"/>
              <a:ext cx="96838" cy="93663"/>
            </a:xfrm>
            <a:custGeom>
              <a:avLst/>
              <a:gdLst>
                <a:gd name="T0" fmla="*/ 3 w 46"/>
                <a:gd name="T1" fmla="*/ 19 h 44"/>
                <a:gd name="T2" fmla="*/ 23 w 46"/>
                <a:gd name="T3" fmla="*/ 2 h 44"/>
                <a:gd name="T4" fmla="*/ 31 w 46"/>
                <a:gd name="T5" fmla="*/ 2 h 44"/>
                <a:gd name="T6" fmla="*/ 44 w 46"/>
                <a:gd name="T7" fmla="*/ 17 h 44"/>
                <a:gd name="T8" fmla="*/ 43 w 46"/>
                <a:gd name="T9" fmla="*/ 25 h 44"/>
                <a:gd name="T10" fmla="*/ 23 w 46"/>
                <a:gd name="T11" fmla="*/ 42 h 44"/>
                <a:gd name="T12" fmla="*/ 15 w 46"/>
                <a:gd name="T13" fmla="*/ 42 h 44"/>
                <a:gd name="T14" fmla="*/ 2 w 46"/>
                <a:gd name="T15" fmla="*/ 27 h 44"/>
                <a:gd name="T16" fmla="*/ 3 w 46"/>
                <a:gd name="T17" fmla="*/ 1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4">
                  <a:moveTo>
                    <a:pt x="3" y="19"/>
                  </a:moveTo>
                  <a:cubicBezTo>
                    <a:pt x="23" y="2"/>
                    <a:pt x="23" y="2"/>
                    <a:pt x="23" y="2"/>
                  </a:cubicBezTo>
                  <a:cubicBezTo>
                    <a:pt x="26" y="0"/>
                    <a:pt x="29" y="0"/>
                    <a:pt x="31" y="2"/>
                  </a:cubicBezTo>
                  <a:cubicBezTo>
                    <a:pt x="44" y="17"/>
                    <a:pt x="44" y="17"/>
                    <a:pt x="44" y="17"/>
                  </a:cubicBezTo>
                  <a:cubicBezTo>
                    <a:pt x="46" y="20"/>
                    <a:pt x="46" y="23"/>
                    <a:pt x="43" y="25"/>
                  </a:cubicBezTo>
                  <a:cubicBezTo>
                    <a:pt x="23" y="42"/>
                    <a:pt x="23" y="42"/>
                    <a:pt x="23" y="42"/>
                  </a:cubicBezTo>
                  <a:cubicBezTo>
                    <a:pt x="21" y="44"/>
                    <a:pt x="17" y="44"/>
                    <a:pt x="15" y="42"/>
                  </a:cubicBezTo>
                  <a:cubicBezTo>
                    <a:pt x="2" y="27"/>
                    <a:pt x="2" y="27"/>
                    <a:pt x="2" y="27"/>
                  </a:cubicBezTo>
                  <a:cubicBezTo>
                    <a:pt x="0" y="24"/>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9" name="Freeform 117"/>
            <p:cNvSpPr>
              <a:spLocks/>
            </p:cNvSpPr>
            <p:nvPr/>
          </p:nvSpPr>
          <p:spPr bwMode="auto">
            <a:xfrm>
              <a:off x="3294063" y="1839912"/>
              <a:ext cx="107950" cy="107950"/>
            </a:xfrm>
            <a:custGeom>
              <a:avLst/>
              <a:gdLst>
                <a:gd name="T0" fmla="*/ 3 w 51"/>
                <a:gd name="T1" fmla="*/ 18 h 51"/>
                <a:gd name="T2" fmla="*/ 22 w 51"/>
                <a:gd name="T3" fmla="*/ 2 h 51"/>
                <a:gd name="T4" fmla="*/ 31 w 51"/>
                <a:gd name="T5" fmla="*/ 3 h 51"/>
                <a:gd name="T6" fmla="*/ 49 w 51"/>
                <a:gd name="T7" fmla="*/ 23 h 51"/>
                <a:gd name="T8" fmla="*/ 48 w 51"/>
                <a:gd name="T9" fmla="*/ 33 h 51"/>
                <a:gd name="T10" fmla="*/ 30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5" y="0"/>
                    <a:pt x="29" y="0"/>
                    <a:pt x="31" y="3"/>
                  </a:cubicBezTo>
                  <a:cubicBezTo>
                    <a:pt x="49" y="23"/>
                    <a:pt x="49" y="23"/>
                    <a:pt x="49" y="23"/>
                  </a:cubicBezTo>
                  <a:cubicBezTo>
                    <a:pt x="51" y="26"/>
                    <a:pt x="51" y="31"/>
                    <a:pt x="48" y="33"/>
                  </a:cubicBezTo>
                  <a:cubicBezTo>
                    <a:pt x="30" y="49"/>
                    <a:pt x="30" y="49"/>
                    <a:pt x="30" y="49"/>
                  </a:cubicBezTo>
                  <a:cubicBezTo>
                    <a:pt x="27" y="51"/>
                    <a:pt x="22" y="51"/>
                    <a:pt x="20" y="48"/>
                  </a:cubicBezTo>
                  <a:cubicBezTo>
                    <a:pt x="3" y="27"/>
                    <a:pt x="3" y="27"/>
                    <a:pt x="3" y="27"/>
                  </a:cubicBezTo>
                  <a:cubicBezTo>
                    <a:pt x="0" y="25"/>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0" name="Freeform 118"/>
            <p:cNvSpPr>
              <a:spLocks/>
            </p:cNvSpPr>
            <p:nvPr/>
          </p:nvSpPr>
          <p:spPr bwMode="auto">
            <a:xfrm>
              <a:off x="3360738" y="1916112"/>
              <a:ext cx="107950" cy="107950"/>
            </a:xfrm>
            <a:custGeom>
              <a:avLst/>
              <a:gdLst>
                <a:gd name="T0" fmla="*/ 3 w 51"/>
                <a:gd name="T1" fmla="*/ 18 h 51"/>
                <a:gd name="T2" fmla="*/ 22 w 51"/>
                <a:gd name="T3" fmla="*/ 2 h 51"/>
                <a:gd name="T4" fmla="*/ 31 w 51"/>
                <a:gd name="T5" fmla="*/ 3 h 51"/>
                <a:gd name="T6" fmla="*/ 49 w 51"/>
                <a:gd name="T7" fmla="*/ 24 h 51"/>
                <a:gd name="T8" fmla="*/ 48 w 51"/>
                <a:gd name="T9" fmla="*/ 33 h 51"/>
                <a:gd name="T10" fmla="*/ 29 w 51"/>
                <a:gd name="T11" fmla="*/ 49 h 51"/>
                <a:gd name="T12" fmla="*/ 20 w 51"/>
                <a:gd name="T13" fmla="*/ 48 h 51"/>
                <a:gd name="T14" fmla="*/ 2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4" y="0"/>
                    <a:pt x="29" y="0"/>
                    <a:pt x="31" y="3"/>
                  </a:cubicBezTo>
                  <a:cubicBezTo>
                    <a:pt x="49" y="24"/>
                    <a:pt x="49" y="24"/>
                    <a:pt x="49" y="24"/>
                  </a:cubicBezTo>
                  <a:cubicBezTo>
                    <a:pt x="51" y="26"/>
                    <a:pt x="51" y="31"/>
                    <a:pt x="48" y="33"/>
                  </a:cubicBezTo>
                  <a:cubicBezTo>
                    <a:pt x="29" y="49"/>
                    <a:pt x="29" y="49"/>
                    <a:pt x="29" y="49"/>
                  </a:cubicBezTo>
                  <a:cubicBezTo>
                    <a:pt x="26" y="51"/>
                    <a:pt x="22" y="51"/>
                    <a:pt x="20" y="48"/>
                  </a:cubicBezTo>
                  <a:cubicBezTo>
                    <a:pt x="2" y="27"/>
                    <a:pt x="2" y="27"/>
                    <a:pt x="2" y="27"/>
                  </a:cubicBezTo>
                  <a:cubicBezTo>
                    <a:pt x="0" y="25"/>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1" name="Freeform 119"/>
            <p:cNvSpPr>
              <a:spLocks/>
            </p:cNvSpPr>
            <p:nvPr/>
          </p:nvSpPr>
          <p:spPr bwMode="auto">
            <a:xfrm>
              <a:off x="3425825" y="1992312"/>
              <a:ext cx="107950" cy="107950"/>
            </a:xfrm>
            <a:custGeom>
              <a:avLst/>
              <a:gdLst>
                <a:gd name="T0" fmla="*/ 3 w 51"/>
                <a:gd name="T1" fmla="*/ 18 h 51"/>
                <a:gd name="T2" fmla="*/ 21 w 51"/>
                <a:gd name="T3" fmla="*/ 2 h 51"/>
                <a:gd name="T4" fmla="*/ 31 w 51"/>
                <a:gd name="T5" fmla="*/ 3 h 51"/>
                <a:gd name="T6" fmla="*/ 48 w 51"/>
                <a:gd name="T7" fmla="*/ 24 h 51"/>
                <a:gd name="T8" fmla="*/ 47 w 51"/>
                <a:gd name="T9" fmla="*/ 33 h 51"/>
                <a:gd name="T10" fmla="*/ 29 w 51"/>
                <a:gd name="T11" fmla="*/ 49 h 51"/>
                <a:gd name="T12" fmla="*/ 19 w 51"/>
                <a:gd name="T13" fmla="*/ 48 h 51"/>
                <a:gd name="T14" fmla="*/ 2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1" y="2"/>
                    <a:pt x="21" y="2"/>
                    <a:pt x="21" y="2"/>
                  </a:cubicBezTo>
                  <a:cubicBezTo>
                    <a:pt x="24" y="0"/>
                    <a:pt x="28" y="0"/>
                    <a:pt x="31" y="3"/>
                  </a:cubicBezTo>
                  <a:cubicBezTo>
                    <a:pt x="48" y="24"/>
                    <a:pt x="48" y="24"/>
                    <a:pt x="48" y="24"/>
                  </a:cubicBezTo>
                  <a:cubicBezTo>
                    <a:pt x="51" y="27"/>
                    <a:pt x="50" y="31"/>
                    <a:pt x="47" y="33"/>
                  </a:cubicBezTo>
                  <a:cubicBezTo>
                    <a:pt x="29" y="49"/>
                    <a:pt x="29" y="49"/>
                    <a:pt x="29" y="49"/>
                  </a:cubicBezTo>
                  <a:cubicBezTo>
                    <a:pt x="26" y="51"/>
                    <a:pt x="22" y="51"/>
                    <a:pt x="19"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2" name="Freeform 120"/>
            <p:cNvSpPr>
              <a:spLocks/>
            </p:cNvSpPr>
            <p:nvPr/>
          </p:nvSpPr>
          <p:spPr bwMode="auto">
            <a:xfrm>
              <a:off x="3489325" y="2068512"/>
              <a:ext cx="107950" cy="107950"/>
            </a:xfrm>
            <a:custGeom>
              <a:avLst/>
              <a:gdLst>
                <a:gd name="T0" fmla="*/ 3 w 51"/>
                <a:gd name="T1" fmla="*/ 18 h 51"/>
                <a:gd name="T2" fmla="*/ 22 w 51"/>
                <a:gd name="T3" fmla="*/ 3 h 51"/>
                <a:gd name="T4" fmla="*/ 31 w 51"/>
                <a:gd name="T5" fmla="*/ 3 h 51"/>
                <a:gd name="T6" fmla="*/ 49 w 51"/>
                <a:gd name="T7" fmla="*/ 24 h 51"/>
                <a:gd name="T8" fmla="*/ 48 w 51"/>
                <a:gd name="T9" fmla="*/ 33 h 51"/>
                <a:gd name="T10" fmla="*/ 30 w 51"/>
                <a:gd name="T11" fmla="*/ 49 h 51"/>
                <a:gd name="T12" fmla="*/ 20 w 51"/>
                <a:gd name="T13" fmla="*/ 48 h 51"/>
                <a:gd name="T14" fmla="*/ 3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3"/>
                    <a:pt x="22" y="3"/>
                    <a:pt x="22" y="3"/>
                  </a:cubicBezTo>
                  <a:cubicBezTo>
                    <a:pt x="25" y="0"/>
                    <a:pt x="29" y="0"/>
                    <a:pt x="31" y="3"/>
                  </a:cubicBezTo>
                  <a:cubicBezTo>
                    <a:pt x="49" y="24"/>
                    <a:pt x="49" y="24"/>
                    <a:pt x="49" y="24"/>
                  </a:cubicBezTo>
                  <a:cubicBezTo>
                    <a:pt x="51" y="27"/>
                    <a:pt x="51" y="31"/>
                    <a:pt x="48" y="33"/>
                  </a:cubicBezTo>
                  <a:cubicBezTo>
                    <a:pt x="30" y="49"/>
                    <a:pt x="30" y="49"/>
                    <a:pt x="30" y="49"/>
                  </a:cubicBezTo>
                  <a:cubicBezTo>
                    <a:pt x="27" y="51"/>
                    <a:pt x="22" y="51"/>
                    <a:pt x="20" y="48"/>
                  </a:cubicBezTo>
                  <a:cubicBezTo>
                    <a:pt x="3" y="28"/>
                    <a:pt x="3" y="28"/>
                    <a:pt x="3" y="28"/>
                  </a:cubicBezTo>
                  <a:cubicBezTo>
                    <a:pt x="0" y="25"/>
                    <a:pt x="1"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3" name="Freeform 121"/>
            <p:cNvSpPr>
              <a:spLocks/>
            </p:cNvSpPr>
            <p:nvPr/>
          </p:nvSpPr>
          <p:spPr bwMode="auto">
            <a:xfrm>
              <a:off x="3556000" y="2144712"/>
              <a:ext cx="107950" cy="109538"/>
            </a:xfrm>
            <a:custGeom>
              <a:avLst/>
              <a:gdLst>
                <a:gd name="T0" fmla="*/ 3 w 51"/>
                <a:gd name="T1" fmla="*/ 18 h 52"/>
                <a:gd name="T2" fmla="*/ 22 w 51"/>
                <a:gd name="T3" fmla="*/ 3 h 52"/>
                <a:gd name="T4" fmla="*/ 31 w 51"/>
                <a:gd name="T5" fmla="*/ 3 h 52"/>
                <a:gd name="T6" fmla="*/ 48 w 51"/>
                <a:gd name="T7" fmla="*/ 24 h 52"/>
                <a:gd name="T8" fmla="*/ 48 w 51"/>
                <a:gd name="T9" fmla="*/ 33 h 52"/>
                <a:gd name="T10" fmla="*/ 29 w 51"/>
                <a:gd name="T11" fmla="*/ 49 h 52"/>
                <a:gd name="T12" fmla="*/ 20 w 51"/>
                <a:gd name="T13" fmla="*/ 48 h 52"/>
                <a:gd name="T14" fmla="*/ 2 w 51"/>
                <a:gd name="T15" fmla="*/ 28 h 52"/>
                <a:gd name="T16" fmla="*/ 3 w 51"/>
                <a:gd name="T17"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2">
                  <a:moveTo>
                    <a:pt x="3" y="18"/>
                  </a:moveTo>
                  <a:cubicBezTo>
                    <a:pt x="22" y="3"/>
                    <a:pt x="22" y="3"/>
                    <a:pt x="22" y="3"/>
                  </a:cubicBezTo>
                  <a:cubicBezTo>
                    <a:pt x="24" y="0"/>
                    <a:pt x="29" y="1"/>
                    <a:pt x="31" y="3"/>
                  </a:cubicBezTo>
                  <a:cubicBezTo>
                    <a:pt x="48" y="24"/>
                    <a:pt x="48" y="24"/>
                    <a:pt x="48" y="24"/>
                  </a:cubicBezTo>
                  <a:cubicBezTo>
                    <a:pt x="51" y="27"/>
                    <a:pt x="50" y="31"/>
                    <a:pt x="48" y="33"/>
                  </a:cubicBezTo>
                  <a:cubicBezTo>
                    <a:pt x="29" y="49"/>
                    <a:pt x="29" y="49"/>
                    <a:pt x="29" y="49"/>
                  </a:cubicBezTo>
                  <a:cubicBezTo>
                    <a:pt x="26" y="52"/>
                    <a:pt x="22" y="51"/>
                    <a:pt x="20"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4" name="Freeform 122"/>
            <p:cNvSpPr>
              <a:spLocks/>
            </p:cNvSpPr>
            <p:nvPr/>
          </p:nvSpPr>
          <p:spPr bwMode="auto">
            <a:xfrm>
              <a:off x="3165475" y="1841500"/>
              <a:ext cx="96838" cy="95250"/>
            </a:xfrm>
            <a:custGeom>
              <a:avLst/>
              <a:gdLst>
                <a:gd name="T0" fmla="*/ 3 w 46"/>
                <a:gd name="T1" fmla="*/ 19 h 45"/>
                <a:gd name="T2" fmla="*/ 23 w 46"/>
                <a:gd name="T3" fmla="*/ 2 h 45"/>
                <a:gd name="T4" fmla="*/ 31 w 46"/>
                <a:gd name="T5" fmla="*/ 3 h 45"/>
                <a:gd name="T6" fmla="*/ 44 w 46"/>
                <a:gd name="T7" fmla="*/ 18 h 45"/>
                <a:gd name="T8" fmla="*/ 43 w 46"/>
                <a:gd name="T9" fmla="*/ 26 h 45"/>
                <a:gd name="T10" fmla="*/ 23 w 46"/>
                <a:gd name="T11" fmla="*/ 43 h 45"/>
                <a:gd name="T12" fmla="*/ 15 w 46"/>
                <a:gd name="T13" fmla="*/ 42 h 45"/>
                <a:gd name="T14" fmla="*/ 2 w 46"/>
                <a:gd name="T15" fmla="*/ 27 h 45"/>
                <a:gd name="T16" fmla="*/ 3 w 46"/>
                <a:gd name="T17"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5">
                  <a:moveTo>
                    <a:pt x="3" y="19"/>
                  </a:moveTo>
                  <a:cubicBezTo>
                    <a:pt x="23" y="2"/>
                    <a:pt x="23" y="2"/>
                    <a:pt x="23" y="2"/>
                  </a:cubicBezTo>
                  <a:cubicBezTo>
                    <a:pt x="26" y="0"/>
                    <a:pt x="29" y="0"/>
                    <a:pt x="31" y="3"/>
                  </a:cubicBezTo>
                  <a:cubicBezTo>
                    <a:pt x="44" y="18"/>
                    <a:pt x="44" y="18"/>
                    <a:pt x="44" y="18"/>
                  </a:cubicBezTo>
                  <a:cubicBezTo>
                    <a:pt x="46" y="20"/>
                    <a:pt x="46" y="24"/>
                    <a:pt x="43" y="26"/>
                  </a:cubicBezTo>
                  <a:cubicBezTo>
                    <a:pt x="23" y="43"/>
                    <a:pt x="23" y="43"/>
                    <a:pt x="23" y="43"/>
                  </a:cubicBezTo>
                  <a:cubicBezTo>
                    <a:pt x="21" y="45"/>
                    <a:pt x="17" y="45"/>
                    <a:pt x="15" y="42"/>
                  </a:cubicBezTo>
                  <a:cubicBezTo>
                    <a:pt x="2" y="27"/>
                    <a:pt x="2" y="27"/>
                    <a:pt x="2" y="27"/>
                  </a:cubicBezTo>
                  <a:cubicBezTo>
                    <a:pt x="0" y="25"/>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5" name="Freeform 123"/>
            <p:cNvSpPr>
              <a:spLocks/>
            </p:cNvSpPr>
            <p:nvPr/>
          </p:nvSpPr>
          <p:spPr bwMode="auto">
            <a:xfrm>
              <a:off x="3148013" y="1903412"/>
              <a:ext cx="177800" cy="168275"/>
            </a:xfrm>
            <a:custGeom>
              <a:avLst/>
              <a:gdLst>
                <a:gd name="T0" fmla="*/ 4 w 84"/>
                <a:gd name="T1" fmla="*/ 46 h 80"/>
                <a:gd name="T2" fmla="*/ 55 w 84"/>
                <a:gd name="T3" fmla="*/ 3 h 80"/>
                <a:gd name="T4" fmla="*/ 65 w 84"/>
                <a:gd name="T5" fmla="*/ 4 h 80"/>
                <a:gd name="T6" fmla="*/ 82 w 84"/>
                <a:gd name="T7" fmla="*/ 24 h 80"/>
                <a:gd name="T8" fmla="*/ 81 w 84"/>
                <a:gd name="T9" fmla="*/ 34 h 80"/>
                <a:gd name="T10" fmla="*/ 30 w 84"/>
                <a:gd name="T11" fmla="*/ 77 h 80"/>
                <a:gd name="T12" fmla="*/ 20 w 84"/>
                <a:gd name="T13" fmla="*/ 76 h 80"/>
                <a:gd name="T14" fmla="*/ 3 w 84"/>
                <a:gd name="T15" fmla="*/ 56 h 80"/>
                <a:gd name="T16" fmla="*/ 4 w 84"/>
                <a:gd name="T17" fmla="*/ 4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80">
                  <a:moveTo>
                    <a:pt x="4" y="46"/>
                  </a:moveTo>
                  <a:cubicBezTo>
                    <a:pt x="55" y="3"/>
                    <a:pt x="55" y="3"/>
                    <a:pt x="55" y="3"/>
                  </a:cubicBezTo>
                  <a:cubicBezTo>
                    <a:pt x="58" y="0"/>
                    <a:pt x="62" y="1"/>
                    <a:pt x="65" y="4"/>
                  </a:cubicBezTo>
                  <a:cubicBezTo>
                    <a:pt x="82" y="24"/>
                    <a:pt x="82" y="24"/>
                    <a:pt x="82" y="24"/>
                  </a:cubicBezTo>
                  <a:cubicBezTo>
                    <a:pt x="84" y="27"/>
                    <a:pt x="84" y="31"/>
                    <a:pt x="81" y="34"/>
                  </a:cubicBezTo>
                  <a:cubicBezTo>
                    <a:pt x="30" y="77"/>
                    <a:pt x="30" y="77"/>
                    <a:pt x="30" y="77"/>
                  </a:cubicBezTo>
                  <a:cubicBezTo>
                    <a:pt x="27" y="80"/>
                    <a:pt x="22" y="79"/>
                    <a:pt x="20" y="76"/>
                  </a:cubicBezTo>
                  <a:cubicBezTo>
                    <a:pt x="3" y="56"/>
                    <a:pt x="3" y="56"/>
                    <a:pt x="3" y="56"/>
                  </a:cubicBezTo>
                  <a:cubicBezTo>
                    <a:pt x="0" y="53"/>
                    <a:pt x="1" y="49"/>
                    <a:pt x="4" y="4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6" name="Freeform 124"/>
            <p:cNvSpPr>
              <a:spLocks/>
            </p:cNvSpPr>
            <p:nvPr/>
          </p:nvSpPr>
          <p:spPr bwMode="auto">
            <a:xfrm>
              <a:off x="3262313" y="1981200"/>
              <a:ext cx="130175" cy="125413"/>
            </a:xfrm>
            <a:custGeom>
              <a:avLst/>
              <a:gdLst>
                <a:gd name="T0" fmla="*/ 4 w 61"/>
                <a:gd name="T1" fmla="*/ 26 h 59"/>
                <a:gd name="T2" fmla="*/ 31 w 61"/>
                <a:gd name="T3" fmla="*/ 2 h 59"/>
                <a:gd name="T4" fmla="*/ 41 w 61"/>
                <a:gd name="T5" fmla="*/ 3 h 59"/>
                <a:gd name="T6" fmla="*/ 58 w 61"/>
                <a:gd name="T7" fmla="*/ 23 h 59"/>
                <a:gd name="T8" fmla="*/ 57 w 61"/>
                <a:gd name="T9" fmla="*/ 33 h 59"/>
                <a:gd name="T10" fmla="*/ 30 w 61"/>
                <a:gd name="T11" fmla="*/ 56 h 59"/>
                <a:gd name="T12" fmla="*/ 20 w 61"/>
                <a:gd name="T13" fmla="*/ 55 h 59"/>
                <a:gd name="T14" fmla="*/ 3 w 61"/>
                <a:gd name="T15" fmla="*/ 36 h 59"/>
                <a:gd name="T16" fmla="*/ 4 w 61"/>
                <a:gd name="T17" fmla="*/ 2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9">
                  <a:moveTo>
                    <a:pt x="4" y="26"/>
                  </a:moveTo>
                  <a:cubicBezTo>
                    <a:pt x="31" y="2"/>
                    <a:pt x="31" y="2"/>
                    <a:pt x="31" y="2"/>
                  </a:cubicBezTo>
                  <a:cubicBezTo>
                    <a:pt x="34" y="0"/>
                    <a:pt x="39" y="0"/>
                    <a:pt x="41" y="3"/>
                  </a:cubicBezTo>
                  <a:cubicBezTo>
                    <a:pt x="58" y="23"/>
                    <a:pt x="58" y="23"/>
                    <a:pt x="58" y="23"/>
                  </a:cubicBezTo>
                  <a:cubicBezTo>
                    <a:pt x="61" y="26"/>
                    <a:pt x="60" y="30"/>
                    <a:pt x="57" y="33"/>
                  </a:cubicBezTo>
                  <a:cubicBezTo>
                    <a:pt x="30" y="56"/>
                    <a:pt x="30" y="56"/>
                    <a:pt x="30" y="56"/>
                  </a:cubicBezTo>
                  <a:cubicBezTo>
                    <a:pt x="27" y="59"/>
                    <a:pt x="22" y="59"/>
                    <a:pt x="20" y="55"/>
                  </a:cubicBezTo>
                  <a:cubicBezTo>
                    <a:pt x="3" y="36"/>
                    <a:pt x="3" y="36"/>
                    <a:pt x="3" y="36"/>
                  </a:cubicBezTo>
                  <a:cubicBezTo>
                    <a:pt x="0" y="33"/>
                    <a:pt x="1" y="28"/>
                    <a:pt x="4" y="2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7" name="Freeform 125"/>
            <p:cNvSpPr>
              <a:spLocks/>
            </p:cNvSpPr>
            <p:nvPr/>
          </p:nvSpPr>
          <p:spPr bwMode="auto">
            <a:xfrm>
              <a:off x="3268663" y="2057400"/>
              <a:ext cx="187325" cy="173038"/>
            </a:xfrm>
            <a:custGeom>
              <a:avLst/>
              <a:gdLst>
                <a:gd name="T0" fmla="*/ 4 w 88"/>
                <a:gd name="T1" fmla="*/ 49 h 82"/>
                <a:gd name="T2" fmla="*/ 59 w 88"/>
                <a:gd name="T3" fmla="*/ 2 h 82"/>
                <a:gd name="T4" fmla="*/ 69 w 88"/>
                <a:gd name="T5" fmla="*/ 3 h 82"/>
                <a:gd name="T6" fmla="*/ 86 w 88"/>
                <a:gd name="T7" fmla="*/ 23 h 82"/>
                <a:gd name="T8" fmla="*/ 85 w 88"/>
                <a:gd name="T9" fmla="*/ 33 h 82"/>
                <a:gd name="T10" fmla="*/ 30 w 88"/>
                <a:gd name="T11" fmla="*/ 80 h 82"/>
                <a:gd name="T12" fmla="*/ 20 w 88"/>
                <a:gd name="T13" fmla="*/ 79 h 82"/>
                <a:gd name="T14" fmla="*/ 3 w 88"/>
                <a:gd name="T15" fmla="*/ 59 h 82"/>
                <a:gd name="T16" fmla="*/ 4 w 88"/>
                <a:gd name="T17" fmla="*/ 4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82">
                  <a:moveTo>
                    <a:pt x="4" y="49"/>
                  </a:moveTo>
                  <a:cubicBezTo>
                    <a:pt x="59" y="2"/>
                    <a:pt x="59" y="2"/>
                    <a:pt x="59" y="2"/>
                  </a:cubicBezTo>
                  <a:cubicBezTo>
                    <a:pt x="62" y="0"/>
                    <a:pt x="67" y="0"/>
                    <a:pt x="69" y="3"/>
                  </a:cubicBezTo>
                  <a:cubicBezTo>
                    <a:pt x="86" y="23"/>
                    <a:pt x="86" y="23"/>
                    <a:pt x="86" y="23"/>
                  </a:cubicBezTo>
                  <a:cubicBezTo>
                    <a:pt x="88" y="26"/>
                    <a:pt x="88" y="30"/>
                    <a:pt x="85" y="33"/>
                  </a:cubicBezTo>
                  <a:cubicBezTo>
                    <a:pt x="30" y="80"/>
                    <a:pt x="30" y="80"/>
                    <a:pt x="30" y="80"/>
                  </a:cubicBezTo>
                  <a:cubicBezTo>
                    <a:pt x="27" y="82"/>
                    <a:pt x="22" y="82"/>
                    <a:pt x="20" y="79"/>
                  </a:cubicBezTo>
                  <a:cubicBezTo>
                    <a:pt x="3" y="59"/>
                    <a:pt x="3" y="59"/>
                    <a:pt x="3" y="59"/>
                  </a:cubicBezTo>
                  <a:cubicBezTo>
                    <a:pt x="0" y="56"/>
                    <a:pt x="1" y="52"/>
                    <a:pt x="4" y="4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8" name="Freeform 126"/>
            <p:cNvSpPr>
              <a:spLocks/>
            </p:cNvSpPr>
            <p:nvPr/>
          </p:nvSpPr>
          <p:spPr bwMode="auto">
            <a:xfrm>
              <a:off x="3413125" y="2133600"/>
              <a:ext cx="107950" cy="107950"/>
            </a:xfrm>
            <a:custGeom>
              <a:avLst/>
              <a:gdLst>
                <a:gd name="T0" fmla="*/ 3 w 51"/>
                <a:gd name="T1" fmla="*/ 18 h 51"/>
                <a:gd name="T2" fmla="*/ 22 w 51"/>
                <a:gd name="T3" fmla="*/ 2 h 51"/>
                <a:gd name="T4" fmla="*/ 31 w 51"/>
                <a:gd name="T5" fmla="*/ 3 h 51"/>
                <a:gd name="T6" fmla="*/ 49 w 51"/>
                <a:gd name="T7" fmla="*/ 23 h 51"/>
                <a:gd name="T8" fmla="*/ 48 w 51"/>
                <a:gd name="T9" fmla="*/ 33 h 51"/>
                <a:gd name="T10" fmla="*/ 30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5" y="0"/>
                    <a:pt x="29" y="0"/>
                    <a:pt x="31" y="3"/>
                  </a:cubicBezTo>
                  <a:cubicBezTo>
                    <a:pt x="49" y="23"/>
                    <a:pt x="49" y="23"/>
                    <a:pt x="49" y="23"/>
                  </a:cubicBezTo>
                  <a:cubicBezTo>
                    <a:pt x="51" y="26"/>
                    <a:pt x="51" y="30"/>
                    <a:pt x="48" y="33"/>
                  </a:cubicBezTo>
                  <a:cubicBezTo>
                    <a:pt x="30" y="49"/>
                    <a:pt x="30" y="49"/>
                    <a:pt x="30" y="49"/>
                  </a:cubicBezTo>
                  <a:cubicBezTo>
                    <a:pt x="27" y="51"/>
                    <a:pt x="22" y="51"/>
                    <a:pt x="20" y="48"/>
                  </a:cubicBezTo>
                  <a:cubicBezTo>
                    <a:pt x="3" y="27"/>
                    <a:pt x="3" y="27"/>
                    <a:pt x="3" y="27"/>
                  </a:cubicBezTo>
                  <a:cubicBezTo>
                    <a:pt x="0" y="24"/>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9" name="Freeform 127"/>
            <p:cNvSpPr>
              <a:spLocks/>
            </p:cNvSpPr>
            <p:nvPr/>
          </p:nvSpPr>
          <p:spPr bwMode="auto">
            <a:xfrm>
              <a:off x="3478213" y="2209800"/>
              <a:ext cx="109538" cy="107950"/>
            </a:xfrm>
            <a:custGeom>
              <a:avLst/>
              <a:gdLst>
                <a:gd name="T0" fmla="*/ 3 w 51"/>
                <a:gd name="T1" fmla="*/ 18 h 51"/>
                <a:gd name="T2" fmla="*/ 22 w 51"/>
                <a:gd name="T3" fmla="*/ 2 h 51"/>
                <a:gd name="T4" fmla="*/ 31 w 51"/>
                <a:gd name="T5" fmla="*/ 3 h 51"/>
                <a:gd name="T6" fmla="*/ 48 w 51"/>
                <a:gd name="T7" fmla="*/ 23 h 51"/>
                <a:gd name="T8" fmla="*/ 48 w 51"/>
                <a:gd name="T9" fmla="*/ 33 h 51"/>
                <a:gd name="T10" fmla="*/ 29 w 51"/>
                <a:gd name="T11" fmla="*/ 49 h 51"/>
                <a:gd name="T12" fmla="*/ 20 w 51"/>
                <a:gd name="T13" fmla="*/ 48 h 51"/>
                <a:gd name="T14" fmla="*/ 2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4" y="0"/>
                    <a:pt x="29" y="0"/>
                    <a:pt x="31" y="3"/>
                  </a:cubicBezTo>
                  <a:cubicBezTo>
                    <a:pt x="48" y="23"/>
                    <a:pt x="48" y="23"/>
                    <a:pt x="48" y="23"/>
                  </a:cubicBezTo>
                  <a:cubicBezTo>
                    <a:pt x="51" y="26"/>
                    <a:pt x="50" y="31"/>
                    <a:pt x="48" y="33"/>
                  </a:cubicBezTo>
                  <a:cubicBezTo>
                    <a:pt x="29" y="49"/>
                    <a:pt x="29" y="49"/>
                    <a:pt x="29" y="49"/>
                  </a:cubicBezTo>
                  <a:cubicBezTo>
                    <a:pt x="26" y="51"/>
                    <a:pt x="22" y="51"/>
                    <a:pt x="20" y="48"/>
                  </a:cubicBezTo>
                  <a:cubicBezTo>
                    <a:pt x="2" y="27"/>
                    <a:pt x="2" y="27"/>
                    <a:pt x="2" y="27"/>
                  </a:cubicBezTo>
                  <a:cubicBezTo>
                    <a:pt x="0" y="25"/>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0" name="Freeform 128"/>
            <p:cNvSpPr>
              <a:spLocks/>
            </p:cNvSpPr>
            <p:nvPr/>
          </p:nvSpPr>
          <p:spPr bwMode="auto">
            <a:xfrm>
              <a:off x="3095625" y="1906587"/>
              <a:ext cx="90488" cy="88900"/>
            </a:xfrm>
            <a:custGeom>
              <a:avLst/>
              <a:gdLst>
                <a:gd name="T0" fmla="*/ 3 w 43"/>
                <a:gd name="T1" fmla="*/ 17 h 42"/>
                <a:gd name="T2" fmla="*/ 20 w 43"/>
                <a:gd name="T3" fmla="*/ 2 h 42"/>
                <a:gd name="T4" fmla="*/ 28 w 43"/>
                <a:gd name="T5" fmla="*/ 2 h 42"/>
                <a:gd name="T6" fmla="*/ 41 w 43"/>
                <a:gd name="T7" fmla="*/ 17 h 42"/>
                <a:gd name="T8" fmla="*/ 40 w 43"/>
                <a:gd name="T9" fmla="*/ 25 h 42"/>
                <a:gd name="T10" fmla="*/ 23 w 43"/>
                <a:gd name="T11" fmla="*/ 40 h 42"/>
                <a:gd name="T12" fmla="*/ 15 w 43"/>
                <a:gd name="T13" fmla="*/ 39 h 42"/>
                <a:gd name="T14" fmla="*/ 2 w 43"/>
                <a:gd name="T15" fmla="*/ 24 h 42"/>
                <a:gd name="T16" fmla="*/ 3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7"/>
                  </a:moveTo>
                  <a:cubicBezTo>
                    <a:pt x="20" y="2"/>
                    <a:pt x="20" y="2"/>
                    <a:pt x="20" y="2"/>
                  </a:cubicBezTo>
                  <a:cubicBezTo>
                    <a:pt x="23" y="0"/>
                    <a:pt x="26" y="0"/>
                    <a:pt x="28" y="2"/>
                  </a:cubicBezTo>
                  <a:cubicBezTo>
                    <a:pt x="41" y="17"/>
                    <a:pt x="41" y="17"/>
                    <a:pt x="41" y="17"/>
                  </a:cubicBezTo>
                  <a:cubicBezTo>
                    <a:pt x="43" y="20"/>
                    <a:pt x="43" y="23"/>
                    <a:pt x="40" y="25"/>
                  </a:cubicBezTo>
                  <a:cubicBezTo>
                    <a:pt x="23" y="40"/>
                    <a:pt x="23" y="40"/>
                    <a:pt x="23" y="40"/>
                  </a:cubicBezTo>
                  <a:cubicBezTo>
                    <a:pt x="21" y="42"/>
                    <a:pt x="17" y="42"/>
                    <a:pt x="15" y="39"/>
                  </a:cubicBezTo>
                  <a:cubicBezTo>
                    <a:pt x="2" y="24"/>
                    <a:pt x="2" y="24"/>
                    <a:pt x="2" y="24"/>
                  </a:cubicBezTo>
                  <a:cubicBezTo>
                    <a:pt x="0" y="22"/>
                    <a:pt x="1" y="18"/>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1" name="Freeform 129"/>
            <p:cNvSpPr>
              <a:spLocks/>
            </p:cNvSpPr>
            <p:nvPr/>
          </p:nvSpPr>
          <p:spPr bwMode="auto">
            <a:xfrm>
              <a:off x="3024188" y="1966912"/>
              <a:ext cx="90488" cy="90488"/>
            </a:xfrm>
            <a:custGeom>
              <a:avLst/>
              <a:gdLst>
                <a:gd name="T0" fmla="*/ 3 w 43"/>
                <a:gd name="T1" fmla="*/ 17 h 43"/>
                <a:gd name="T2" fmla="*/ 21 w 43"/>
                <a:gd name="T3" fmla="*/ 2 h 43"/>
                <a:gd name="T4" fmla="*/ 28 w 43"/>
                <a:gd name="T5" fmla="*/ 3 h 43"/>
                <a:gd name="T6" fmla="*/ 41 w 43"/>
                <a:gd name="T7" fmla="*/ 18 h 43"/>
                <a:gd name="T8" fmla="*/ 41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1" y="2"/>
                    <a:pt x="21" y="2"/>
                    <a:pt x="21" y="2"/>
                  </a:cubicBezTo>
                  <a:cubicBezTo>
                    <a:pt x="23" y="0"/>
                    <a:pt x="27" y="1"/>
                    <a:pt x="28" y="3"/>
                  </a:cubicBezTo>
                  <a:cubicBezTo>
                    <a:pt x="41" y="18"/>
                    <a:pt x="41" y="18"/>
                    <a:pt x="41" y="18"/>
                  </a:cubicBezTo>
                  <a:cubicBezTo>
                    <a:pt x="43" y="20"/>
                    <a:pt x="43" y="24"/>
                    <a:pt x="41" y="26"/>
                  </a:cubicBezTo>
                  <a:cubicBezTo>
                    <a:pt x="23" y="41"/>
                    <a:pt x="23" y="41"/>
                    <a:pt x="23" y="41"/>
                  </a:cubicBezTo>
                  <a:cubicBezTo>
                    <a:pt x="21" y="43"/>
                    <a:pt x="17" y="42"/>
                    <a:pt x="15" y="40"/>
                  </a:cubicBezTo>
                  <a:cubicBezTo>
                    <a:pt x="2" y="25"/>
                    <a:pt x="2" y="25"/>
                    <a:pt x="2" y="25"/>
                  </a:cubicBezTo>
                  <a:cubicBezTo>
                    <a:pt x="0" y="23"/>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2" name="Freeform 130"/>
            <p:cNvSpPr>
              <a:spLocks/>
            </p:cNvSpPr>
            <p:nvPr/>
          </p:nvSpPr>
          <p:spPr bwMode="auto">
            <a:xfrm>
              <a:off x="2952750" y="2027237"/>
              <a:ext cx="92075" cy="88900"/>
            </a:xfrm>
            <a:custGeom>
              <a:avLst/>
              <a:gdLst>
                <a:gd name="T0" fmla="*/ 2 w 43"/>
                <a:gd name="T1" fmla="*/ 17 h 42"/>
                <a:gd name="T2" fmla="*/ 20 w 43"/>
                <a:gd name="T3" fmla="*/ 2 h 42"/>
                <a:gd name="T4" fmla="*/ 28 w 43"/>
                <a:gd name="T5" fmla="*/ 3 h 42"/>
                <a:gd name="T6" fmla="*/ 41 w 43"/>
                <a:gd name="T7" fmla="*/ 18 h 42"/>
                <a:gd name="T8" fmla="*/ 40 w 43"/>
                <a:gd name="T9" fmla="*/ 25 h 42"/>
                <a:gd name="T10" fmla="*/ 22 w 43"/>
                <a:gd name="T11" fmla="*/ 40 h 42"/>
                <a:gd name="T12" fmla="*/ 15 w 43"/>
                <a:gd name="T13" fmla="*/ 40 h 42"/>
                <a:gd name="T14" fmla="*/ 2 w 43"/>
                <a:gd name="T15" fmla="*/ 25 h 42"/>
                <a:gd name="T16" fmla="*/ 2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2" y="17"/>
                  </a:moveTo>
                  <a:cubicBezTo>
                    <a:pt x="20" y="2"/>
                    <a:pt x="20" y="2"/>
                    <a:pt x="20" y="2"/>
                  </a:cubicBezTo>
                  <a:cubicBezTo>
                    <a:pt x="22" y="0"/>
                    <a:pt x="26" y="0"/>
                    <a:pt x="28" y="3"/>
                  </a:cubicBezTo>
                  <a:cubicBezTo>
                    <a:pt x="41" y="18"/>
                    <a:pt x="41" y="18"/>
                    <a:pt x="41" y="18"/>
                  </a:cubicBezTo>
                  <a:cubicBezTo>
                    <a:pt x="43" y="20"/>
                    <a:pt x="42" y="23"/>
                    <a:pt x="40" y="25"/>
                  </a:cubicBezTo>
                  <a:cubicBezTo>
                    <a:pt x="22" y="40"/>
                    <a:pt x="22" y="40"/>
                    <a:pt x="22" y="40"/>
                  </a:cubicBezTo>
                  <a:cubicBezTo>
                    <a:pt x="20" y="42"/>
                    <a:pt x="16" y="42"/>
                    <a:pt x="15" y="40"/>
                  </a:cubicBezTo>
                  <a:cubicBezTo>
                    <a:pt x="2" y="25"/>
                    <a:pt x="2" y="25"/>
                    <a:pt x="2" y="25"/>
                  </a:cubicBezTo>
                  <a:cubicBezTo>
                    <a:pt x="0" y="22"/>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3" name="Freeform 131"/>
            <p:cNvSpPr>
              <a:spLocks/>
            </p:cNvSpPr>
            <p:nvPr/>
          </p:nvSpPr>
          <p:spPr bwMode="auto">
            <a:xfrm>
              <a:off x="2881313" y="2089150"/>
              <a:ext cx="92075" cy="88900"/>
            </a:xfrm>
            <a:custGeom>
              <a:avLst/>
              <a:gdLst>
                <a:gd name="T0" fmla="*/ 3 w 43"/>
                <a:gd name="T1" fmla="*/ 16 h 42"/>
                <a:gd name="T2" fmla="*/ 20 w 43"/>
                <a:gd name="T3" fmla="*/ 2 h 42"/>
                <a:gd name="T4" fmla="*/ 28 w 43"/>
                <a:gd name="T5" fmla="*/ 2 h 42"/>
                <a:gd name="T6" fmla="*/ 41 w 43"/>
                <a:gd name="T7" fmla="*/ 17 h 42"/>
                <a:gd name="T8" fmla="*/ 40 w 43"/>
                <a:gd name="T9" fmla="*/ 25 h 42"/>
                <a:gd name="T10" fmla="*/ 23 w 43"/>
                <a:gd name="T11" fmla="*/ 40 h 42"/>
                <a:gd name="T12" fmla="*/ 15 w 43"/>
                <a:gd name="T13" fmla="*/ 39 h 42"/>
                <a:gd name="T14" fmla="*/ 2 w 43"/>
                <a:gd name="T15" fmla="*/ 24 h 42"/>
                <a:gd name="T16" fmla="*/ 3 w 43"/>
                <a:gd name="T17"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6"/>
                  </a:moveTo>
                  <a:cubicBezTo>
                    <a:pt x="20" y="2"/>
                    <a:pt x="20" y="2"/>
                    <a:pt x="20" y="2"/>
                  </a:cubicBezTo>
                  <a:cubicBezTo>
                    <a:pt x="22" y="0"/>
                    <a:pt x="26" y="0"/>
                    <a:pt x="28" y="2"/>
                  </a:cubicBezTo>
                  <a:cubicBezTo>
                    <a:pt x="41" y="17"/>
                    <a:pt x="41" y="17"/>
                    <a:pt x="41" y="17"/>
                  </a:cubicBezTo>
                  <a:cubicBezTo>
                    <a:pt x="43" y="20"/>
                    <a:pt x="42" y="23"/>
                    <a:pt x="40" y="25"/>
                  </a:cubicBezTo>
                  <a:cubicBezTo>
                    <a:pt x="23" y="40"/>
                    <a:pt x="23" y="40"/>
                    <a:pt x="23" y="40"/>
                  </a:cubicBezTo>
                  <a:cubicBezTo>
                    <a:pt x="20" y="42"/>
                    <a:pt x="17" y="42"/>
                    <a:pt x="15" y="39"/>
                  </a:cubicBezTo>
                  <a:cubicBezTo>
                    <a:pt x="2" y="24"/>
                    <a:pt x="2" y="24"/>
                    <a:pt x="2" y="24"/>
                  </a:cubicBezTo>
                  <a:cubicBezTo>
                    <a:pt x="0" y="22"/>
                    <a:pt x="0" y="18"/>
                    <a:pt x="3" y="1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4" name="Freeform 132"/>
            <p:cNvSpPr>
              <a:spLocks/>
            </p:cNvSpPr>
            <p:nvPr/>
          </p:nvSpPr>
          <p:spPr bwMode="auto">
            <a:xfrm>
              <a:off x="2809875" y="2147887"/>
              <a:ext cx="90488" cy="92075"/>
            </a:xfrm>
            <a:custGeom>
              <a:avLst/>
              <a:gdLst>
                <a:gd name="T0" fmla="*/ 3 w 43"/>
                <a:gd name="T1" fmla="*/ 17 h 43"/>
                <a:gd name="T2" fmla="*/ 20 w 43"/>
                <a:gd name="T3" fmla="*/ 2 h 43"/>
                <a:gd name="T4" fmla="*/ 28 w 43"/>
                <a:gd name="T5" fmla="*/ 3 h 43"/>
                <a:gd name="T6" fmla="*/ 41 w 43"/>
                <a:gd name="T7" fmla="*/ 18 h 43"/>
                <a:gd name="T8" fmla="*/ 40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0" y="2"/>
                    <a:pt x="20" y="2"/>
                    <a:pt x="20" y="2"/>
                  </a:cubicBezTo>
                  <a:cubicBezTo>
                    <a:pt x="23" y="0"/>
                    <a:pt x="26" y="1"/>
                    <a:pt x="28" y="3"/>
                  </a:cubicBezTo>
                  <a:cubicBezTo>
                    <a:pt x="41" y="18"/>
                    <a:pt x="41" y="18"/>
                    <a:pt x="41" y="18"/>
                  </a:cubicBezTo>
                  <a:cubicBezTo>
                    <a:pt x="43" y="20"/>
                    <a:pt x="43" y="24"/>
                    <a:pt x="40" y="26"/>
                  </a:cubicBezTo>
                  <a:cubicBezTo>
                    <a:pt x="23" y="41"/>
                    <a:pt x="23" y="41"/>
                    <a:pt x="23" y="41"/>
                  </a:cubicBezTo>
                  <a:cubicBezTo>
                    <a:pt x="20" y="43"/>
                    <a:pt x="17" y="42"/>
                    <a:pt x="15" y="40"/>
                  </a:cubicBezTo>
                  <a:cubicBezTo>
                    <a:pt x="2" y="25"/>
                    <a:pt x="2" y="25"/>
                    <a:pt x="2" y="25"/>
                  </a:cubicBezTo>
                  <a:cubicBezTo>
                    <a:pt x="0" y="23"/>
                    <a:pt x="0"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5" name="Freeform 133"/>
            <p:cNvSpPr>
              <a:spLocks/>
            </p:cNvSpPr>
            <p:nvPr/>
          </p:nvSpPr>
          <p:spPr bwMode="auto">
            <a:xfrm>
              <a:off x="2736850" y="2209800"/>
              <a:ext cx="92075" cy="88900"/>
            </a:xfrm>
            <a:custGeom>
              <a:avLst/>
              <a:gdLst>
                <a:gd name="T0" fmla="*/ 3 w 43"/>
                <a:gd name="T1" fmla="*/ 17 h 42"/>
                <a:gd name="T2" fmla="*/ 21 w 43"/>
                <a:gd name="T3" fmla="*/ 2 h 42"/>
                <a:gd name="T4" fmla="*/ 28 w 43"/>
                <a:gd name="T5" fmla="*/ 2 h 42"/>
                <a:gd name="T6" fmla="*/ 41 w 43"/>
                <a:gd name="T7" fmla="*/ 18 h 42"/>
                <a:gd name="T8" fmla="*/ 41 w 43"/>
                <a:gd name="T9" fmla="*/ 25 h 42"/>
                <a:gd name="T10" fmla="*/ 23 w 43"/>
                <a:gd name="T11" fmla="*/ 40 h 42"/>
                <a:gd name="T12" fmla="*/ 15 w 43"/>
                <a:gd name="T13" fmla="*/ 40 h 42"/>
                <a:gd name="T14" fmla="*/ 2 w 43"/>
                <a:gd name="T15" fmla="*/ 25 h 42"/>
                <a:gd name="T16" fmla="*/ 3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7"/>
                  </a:moveTo>
                  <a:cubicBezTo>
                    <a:pt x="21" y="2"/>
                    <a:pt x="21" y="2"/>
                    <a:pt x="21" y="2"/>
                  </a:cubicBezTo>
                  <a:cubicBezTo>
                    <a:pt x="23" y="0"/>
                    <a:pt x="26" y="0"/>
                    <a:pt x="28" y="2"/>
                  </a:cubicBezTo>
                  <a:cubicBezTo>
                    <a:pt x="41" y="18"/>
                    <a:pt x="41" y="18"/>
                    <a:pt x="41" y="18"/>
                  </a:cubicBezTo>
                  <a:cubicBezTo>
                    <a:pt x="43" y="20"/>
                    <a:pt x="43" y="23"/>
                    <a:pt x="41" y="25"/>
                  </a:cubicBezTo>
                  <a:cubicBezTo>
                    <a:pt x="23" y="40"/>
                    <a:pt x="23" y="40"/>
                    <a:pt x="23" y="40"/>
                  </a:cubicBezTo>
                  <a:cubicBezTo>
                    <a:pt x="21" y="42"/>
                    <a:pt x="17" y="42"/>
                    <a:pt x="15" y="40"/>
                  </a:cubicBezTo>
                  <a:cubicBezTo>
                    <a:pt x="2" y="25"/>
                    <a:pt x="2" y="25"/>
                    <a:pt x="2" y="25"/>
                  </a:cubicBezTo>
                  <a:cubicBezTo>
                    <a:pt x="0" y="22"/>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6" name="Freeform 134"/>
            <p:cNvSpPr>
              <a:spLocks/>
            </p:cNvSpPr>
            <p:nvPr/>
          </p:nvSpPr>
          <p:spPr bwMode="auto">
            <a:xfrm>
              <a:off x="2667000" y="2271712"/>
              <a:ext cx="88900" cy="88900"/>
            </a:xfrm>
            <a:custGeom>
              <a:avLst/>
              <a:gdLst>
                <a:gd name="T0" fmla="*/ 2 w 42"/>
                <a:gd name="T1" fmla="*/ 16 h 42"/>
                <a:gd name="T2" fmla="*/ 20 w 42"/>
                <a:gd name="T3" fmla="*/ 1 h 42"/>
                <a:gd name="T4" fmla="*/ 28 w 42"/>
                <a:gd name="T5" fmla="*/ 2 h 42"/>
                <a:gd name="T6" fmla="*/ 40 w 42"/>
                <a:gd name="T7" fmla="*/ 17 h 42"/>
                <a:gd name="T8" fmla="*/ 40 w 42"/>
                <a:gd name="T9" fmla="*/ 25 h 42"/>
                <a:gd name="T10" fmla="*/ 22 w 42"/>
                <a:gd name="T11" fmla="*/ 40 h 42"/>
                <a:gd name="T12" fmla="*/ 14 w 42"/>
                <a:gd name="T13" fmla="*/ 39 h 42"/>
                <a:gd name="T14" fmla="*/ 2 w 42"/>
                <a:gd name="T15" fmla="*/ 24 h 42"/>
                <a:gd name="T16" fmla="*/ 2 w 42"/>
                <a:gd name="T17"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2">
                  <a:moveTo>
                    <a:pt x="2" y="16"/>
                  </a:moveTo>
                  <a:cubicBezTo>
                    <a:pt x="20" y="1"/>
                    <a:pt x="20" y="1"/>
                    <a:pt x="20" y="1"/>
                  </a:cubicBezTo>
                  <a:cubicBezTo>
                    <a:pt x="22" y="0"/>
                    <a:pt x="26" y="0"/>
                    <a:pt x="28" y="2"/>
                  </a:cubicBezTo>
                  <a:cubicBezTo>
                    <a:pt x="40" y="17"/>
                    <a:pt x="40" y="17"/>
                    <a:pt x="40" y="17"/>
                  </a:cubicBezTo>
                  <a:cubicBezTo>
                    <a:pt x="42" y="20"/>
                    <a:pt x="42" y="23"/>
                    <a:pt x="40" y="25"/>
                  </a:cubicBezTo>
                  <a:cubicBezTo>
                    <a:pt x="22" y="40"/>
                    <a:pt x="22" y="40"/>
                    <a:pt x="22" y="40"/>
                  </a:cubicBezTo>
                  <a:cubicBezTo>
                    <a:pt x="20" y="42"/>
                    <a:pt x="16" y="42"/>
                    <a:pt x="14" y="39"/>
                  </a:cubicBezTo>
                  <a:cubicBezTo>
                    <a:pt x="2" y="24"/>
                    <a:pt x="2" y="24"/>
                    <a:pt x="2" y="24"/>
                  </a:cubicBezTo>
                  <a:cubicBezTo>
                    <a:pt x="0" y="22"/>
                    <a:pt x="0" y="18"/>
                    <a:pt x="2" y="1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7" name="Freeform 135"/>
            <p:cNvSpPr>
              <a:spLocks/>
            </p:cNvSpPr>
            <p:nvPr/>
          </p:nvSpPr>
          <p:spPr bwMode="auto">
            <a:xfrm>
              <a:off x="2595563" y="2330450"/>
              <a:ext cx="90488" cy="92075"/>
            </a:xfrm>
            <a:custGeom>
              <a:avLst/>
              <a:gdLst>
                <a:gd name="T0" fmla="*/ 2 w 43"/>
                <a:gd name="T1" fmla="*/ 17 h 43"/>
                <a:gd name="T2" fmla="*/ 20 w 43"/>
                <a:gd name="T3" fmla="*/ 2 h 43"/>
                <a:gd name="T4" fmla="*/ 28 w 43"/>
                <a:gd name="T5" fmla="*/ 3 h 43"/>
                <a:gd name="T6" fmla="*/ 41 w 43"/>
                <a:gd name="T7" fmla="*/ 18 h 43"/>
                <a:gd name="T8" fmla="*/ 40 w 43"/>
                <a:gd name="T9" fmla="*/ 26 h 43"/>
                <a:gd name="T10" fmla="*/ 22 w 43"/>
                <a:gd name="T11" fmla="*/ 41 h 43"/>
                <a:gd name="T12" fmla="*/ 15 w 43"/>
                <a:gd name="T13" fmla="*/ 40 h 43"/>
                <a:gd name="T14" fmla="*/ 2 w 43"/>
                <a:gd name="T15" fmla="*/ 25 h 43"/>
                <a:gd name="T16" fmla="*/ 2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2" y="17"/>
                  </a:moveTo>
                  <a:cubicBezTo>
                    <a:pt x="20" y="2"/>
                    <a:pt x="20" y="2"/>
                    <a:pt x="20" y="2"/>
                  </a:cubicBezTo>
                  <a:cubicBezTo>
                    <a:pt x="22" y="0"/>
                    <a:pt x="26" y="0"/>
                    <a:pt x="28" y="3"/>
                  </a:cubicBezTo>
                  <a:cubicBezTo>
                    <a:pt x="41" y="18"/>
                    <a:pt x="41" y="18"/>
                    <a:pt x="41" y="18"/>
                  </a:cubicBezTo>
                  <a:cubicBezTo>
                    <a:pt x="43" y="20"/>
                    <a:pt x="42" y="24"/>
                    <a:pt x="40" y="26"/>
                  </a:cubicBezTo>
                  <a:cubicBezTo>
                    <a:pt x="22" y="41"/>
                    <a:pt x="22" y="41"/>
                    <a:pt x="22" y="41"/>
                  </a:cubicBezTo>
                  <a:cubicBezTo>
                    <a:pt x="20" y="43"/>
                    <a:pt x="17" y="42"/>
                    <a:pt x="15" y="40"/>
                  </a:cubicBezTo>
                  <a:cubicBezTo>
                    <a:pt x="2" y="25"/>
                    <a:pt x="2" y="25"/>
                    <a:pt x="2" y="25"/>
                  </a:cubicBezTo>
                  <a:cubicBezTo>
                    <a:pt x="0" y="23"/>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8" name="Freeform 136"/>
            <p:cNvSpPr>
              <a:spLocks/>
            </p:cNvSpPr>
            <p:nvPr/>
          </p:nvSpPr>
          <p:spPr bwMode="auto">
            <a:xfrm>
              <a:off x="2524125" y="2392362"/>
              <a:ext cx="90488" cy="88900"/>
            </a:xfrm>
            <a:custGeom>
              <a:avLst/>
              <a:gdLst>
                <a:gd name="T0" fmla="*/ 3 w 43"/>
                <a:gd name="T1" fmla="*/ 17 h 42"/>
                <a:gd name="T2" fmla="*/ 20 w 43"/>
                <a:gd name="T3" fmla="*/ 2 h 42"/>
                <a:gd name="T4" fmla="*/ 28 w 43"/>
                <a:gd name="T5" fmla="*/ 2 h 42"/>
                <a:gd name="T6" fmla="*/ 41 w 43"/>
                <a:gd name="T7" fmla="*/ 18 h 42"/>
                <a:gd name="T8" fmla="*/ 40 w 43"/>
                <a:gd name="T9" fmla="*/ 25 h 42"/>
                <a:gd name="T10" fmla="*/ 23 w 43"/>
                <a:gd name="T11" fmla="*/ 40 h 42"/>
                <a:gd name="T12" fmla="*/ 15 w 43"/>
                <a:gd name="T13" fmla="*/ 40 h 42"/>
                <a:gd name="T14" fmla="*/ 2 w 43"/>
                <a:gd name="T15" fmla="*/ 25 h 42"/>
                <a:gd name="T16" fmla="*/ 3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7"/>
                  </a:moveTo>
                  <a:cubicBezTo>
                    <a:pt x="20" y="2"/>
                    <a:pt x="20" y="2"/>
                    <a:pt x="20" y="2"/>
                  </a:cubicBezTo>
                  <a:cubicBezTo>
                    <a:pt x="23" y="0"/>
                    <a:pt x="26" y="0"/>
                    <a:pt x="28" y="2"/>
                  </a:cubicBezTo>
                  <a:cubicBezTo>
                    <a:pt x="41" y="18"/>
                    <a:pt x="41" y="18"/>
                    <a:pt x="41" y="18"/>
                  </a:cubicBezTo>
                  <a:cubicBezTo>
                    <a:pt x="43" y="20"/>
                    <a:pt x="43" y="23"/>
                    <a:pt x="40" y="25"/>
                  </a:cubicBezTo>
                  <a:cubicBezTo>
                    <a:pt x="23" y="40"/>
                    <a:pt x="23" y="40"/>
                    <a:pt x="23" y="40"/>
                  </a:cubicBezTo>
                  <a:cubicBezTo>
                    <a:pt x="20" y="42"/>
                    <a:pt x="17" y="42"/>
                    <a:pt x="15" y="40"/>
                  </a:cubicBezTo>
                  <a:cubicBezTo>
                    <a:pt x="2" y="25"/>
                    <a:pt x="2" y="25"/>
                    <a:pt x="2" y="25"/>
                  </a:cubicBezTo>
                  <a:cubicBezTo>
                    <a:pt x="0" y="22"/>
                    <a:pt x="0"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69" name="Freeform 137"/>
            <p:cNvSpPr>
              <a:spLocks/>
            </p:cNvSpPr>
            <p:nvPr/>
          </p:nvSpPr>
          <p:spPr bwMode="auto">
            <a:xfrm>
              <a:off x="2451100" y="2451100"/>
              <a:ext cx="92075" cy="92075"/>
            </a:xfrm>
            <a:custGeom>
              <a:avLst/>
              <a:gdLst>
                <a:gd name="T0" fmla="*/ 3 w 43"/>
                <a:gd name="T1" fmla="*/ 17 h 43"/>
                <a:gd name="T2" fmla="*/ 21 w 43"/>
                <a:gd name="T3" fmla="*/ 2 h 43"/>
                <a:gd name="T4" fmla="*/ 28 w 43"/>
                <a:gd name="T5" fmla="*/ 3 h 43"/>
                <a:gd name="T6" fmla="*/ 41 w 43"/>
                <a:gd name="T7" fmla="*/ 18 h 43"/>
                <a:gd name="T8" fmla="*/ 41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1" y="2"/>
                    <a:pt x="21" y="2"/>
                    <a:pt x="21" y="2"/>
                  </a:cubicBezTo>
                  <a:cubicBezTo>
                    <a:pt x="23" y="0"/>
                    <a:pt x="26" y="1"/>
                    <a:pt x="28" y="3"/>
                  </a:cubicBezTo>
                  <a:cubicBezTo>
                    <a:pt x="41" y="18"/>
                    <a:pt x="41" y="18"/>
                    <a:pt x="41" y="18"/>
                  </a:cubicBezTo>
                  <a:cubicBezTo>
                    <a:pt x="43" y="21"/>
                    <a:pt x="43" y="24"/>
                    <a:pt x="41" y="26"/>
                  </a:cubicBezTo>
                  <a:cubicBezTo>
                    <a:pt x="23" y="41"/>
                    <a:pt x="23" y="41"/>
                    <a:pt x="23" y="41"/>
                  </a:cubicBezTo>
                  <a:cubicBezTo>
                    <a:pt x="21" y="43"/>
                    <a:pt x="17" y="43"/>
                    <a:pt x="15" y="40"/>
                  </a:cubicBezTo>
                  <a:cubicBezTo>
                    <a:pt x="2" y="25"/>
                    <a:pt x="2" y="25"/>
                    <a:pt x="2" y="25"/>
                  </a:cubicBezTo>
                  <a:cubicBezTo>
                    <a:pt x="0" y="23"/>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0" name="Freeform 138"/>
            <p:cNvSpPr>
              <a:spLocks/>
            </p:cNvSpPr>
            <p:nvPr/>
          </p:nvSpPr>
          <p:spPr bwMode="auto">
            <a:xfrm>
              <a:off x="2381250" y="2513012"/>
              <a:ext cx="88900" cy="90488"/>
            </a:xfrm>
            <a:custGeom>
              <a:avLst/>
              <a:gdLst>
                <a:gd name="T0" fmla="*/ 2 w 42"/>
                <a:gd name="T1" fmla="*/ 17 h 43"/>
                <a:gd name="T2" fmla="*/ 20 w 42"/>
                <a:gd name="T3" fmla="*/ 2 h 43"/>
                <a:gd name="T4" fmla="*/ 28 w 42"/>
                <a:gd name="T5" fmla="*/ 3 h 43"/>
                <a:gd name="T6" fmla="*/ 40 w 42"/>
                <a:gd name="T7" fmla="*/ 18 h 43"/>
                <a:gd name="T8" fmla="*/ 40 w 42"/>
                <a:gd name="T9" fmla="*/ 26 h 43"/>
                <a:gd name="T10" fmla="*/ 22 w 42"/>
                <a:gd name="T11" fmla="*/ 41 h 43"/>
                <a:gd name="T12" fmla="*/ 14 w 42"/>
                <a:gd name="T13" fmla="*/ 40 h 43"/>
                <a:gd name="T14" fmla="*/ 2 w 42"/>
                <a:gd name="T15" fmla="*/ 25 h 43"/>
                <a:gd name="T16" fmla="*/ 2 w 42"/>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3">
                  <a:moveTo>
                    <a:pt x="2" y="17"/>
                  </a:moveTo>
                  <a:cubicBezTo>
                    <a:pt x="20" y="2"/>
                    <a:pt x="20" y="2"/>
                    <a:pt x="20" y="2"/>
                  </a:cubicBezTo>
                  <a:cubicBezTo>
                    <a:pt x="22" y="0"/>
                    <a:pt x="26" y="0"/>
                    <a:pt x="28" y="3"/>
                  </a:cubicBezTo>
                  <a:cubicBezTo>
                    <a:pt x="40" y="18"/>
                    <a:pt x="40" y="18"/>
                    <a:pt x="40" y="18"/>
                  </a:cubicBezTo>
                  <a:cubicBezTo>
                    <a:pt x="42" y="20"/>
                    <a:pt x="42" y="24"/>
                    <a:pt x="40" y="26"/>
                  </a:cubicBezTo>
                  <a:cubicBezTo>
                    <a:pt x="22" y="41"/>
                    <a:pt x="22" y="41"/>
                    <a:pt x="22" y="41"/>
                  </a:cubicBezTo>
                  <a:cubicBezTo>
                    <a:pt x="20" y="43"/>
                    <a:pt x="16" y="42"/>
                    <a:pt x="14" y="40"/>
                  </a:cubicBezTo>
                  <a:cubicBezTo>
                    <a:pt x="2" y="25"/>
                    <a:pt x="2" y="25"/>
                    <a:pt x="2" y="25"/>
                  </a:cubicBezTo>
                  <a:cubicBezTo>
                    <a:pt x="0" y="23"/>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1" name="Freeform 139"/>
            <p:cNvSpPr>
              <a:spLocks/>
            </p:cNvSpPr>
            <p:nvPr/>
          </p:nvSpPr>
          <p:spPr bwMode="auto">
            <a:xfrm>
              <a:off x="2309813" y="2574925"/>
              <a:ext cx="90488" cy="88900"/>
            </a:xfrm>
            <a:custGeom>
              <a:avLst/>
              <a:gdLst>
                <a:gd name="T0" fmla="*/ 2 w 43"/>
                <a:gd name="T1" fmla="*/ 17 h 42"/>
                <a:gd name="T2" fmla="*/ 20 w 43"/>
                <a:gd name="T3" fmla="*/ 2 h 42"/>
                <a:gd name="T4" fmla="*/ 28 w 43"/>
                <a:gd name="T5" fmla="*/ 2 h 42"/>
                <a:gd name="T6" fmla="*/ 41 w 43"/>
                <a:gd name="T7" fmla="*/ 18 h 42"/>
                <a:gd name="T8" fmla="*/ 40 w 43"/>
                <a:gd name="T9" fmla="*/ 25 h 42"/>
                <a:gd name="T10" fmla="*/ 22 w 43"/>
                <a:gd name="T11" fmla="*/ 40 h 42"/>
                <a:gd name="T12" fmla="*/ 15 w 43"/>
                <a:gd name="T13" fmla="*/ 40 h 42"/>
                <a:gd name="T14" fmla="*/ 2 w 43"/>
                <a:gd name="T15" fmla="*/ 24 h 42"/>
                <a:gd name="T16" fmla="*/ 2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2" y="17"/>
                  </a:moveTo>
                  <a:cubicBezTo>
                    <a:pt x="20" y="2"/>
                    <a:pt x="20" y="2"/>
                    <a:pt x="20" y="2"/>
                  </a:cubicBezTo>
                  <a:cubicBezTo>
                    <a:pt x="22" y="0"/>
                    <a:pt x="26" y="0"/>
                    <a:pt x="28" y="2"/>
                  </a:cubicBezTo>
                  <a:cubicBezTo>
                    <a:pt x="41" y="18"/>
                    <a:pt x="41" y="18"/>
                    <a:pt x="41" y="18"/>
                  </a:cubicBezTo>
                  <a:cubicBezTo>
                    <a:pt x="43" y="20"/>
                    <a:pt x="42" y="23"/>
                    <a:pt x="40" y="25"/>
                  </a:cubicBezTo>
                  <a:cubicBezTo>
                    <a:pt x="22" y="40"/>
                    <a:pt x="22" y="40"/>
                    <a:pt x="22" y="40"/>
                  </a:cubicBezTo>
                  <a:cubicBezTo>
                    <a:pt x="20" y="42"/>
                    <a:pt x="17" y="42"/>
                    <a:pt x="15" y="40"/>
                  </a:cubicBezTo>
                  <a:cubicBezTo>
                    <a:pt x="2" y="24"/>
                    <a:pt x="2" y="24"/>
                    <a:pt x="2" y="24"/>
                  </a:cubicBezTo>
                  <a:cubicBezTo>
                    <a:pt x="0" y="22"/>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2" name="Freeform 140"/>
            <p:cNvSpPr>
              <a:spLocks/>
            </p:cNvSpPr>
            <p:nvPr/>
          </p:nvSpPr>
          <p:spPr bwMode="auto">
            <a:xfrm>
              <a:off x="2236788" y="2633662"/>
              <a:ext cx="92075" cy="90488"/>
            </a:xfrm>
            <a:custGeom>
              <a:avLst/>
              <a:gdLst>
                <a:gd name="T0" fmla="*/ 3 w 43"/>
                <a:gd name="T1" fmla="*/ 17 h 43"/>
                <a:gd name="T2" fmla="*/ 20 w 43"/>
                <a:gd name="T3" fmla="*/ 2 h 43"/>
                <a:gd name="T4" fmla="*/ 28 w 43"/>
                <a:gd name="T5" fmla="*/ 3 h 43"/>
                <a:gd name="T6" fmla="*/ 41 w 43"/>
                <a:gd name="T7" fmla="*/ 18 h 43"/>
                <a:gd name="T8" fmla="*/ 40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0" y="2"/>
                    <a:pt x="20" y="2"/>
                    <a:pt x="20" y="2"/>
                  </a:cubicBezTo>
                  <a:cubicBezTo>
                    <a:pt x="23" y="0"/>
                    <a:pt x="26" y="1"/>
                    <a:pt x="28" y="3"/>
                  </a:cubicBezTo>
                  <a:cubicBezTo>
                    <a:pt x="41" y="18"/>
                    <a:pt x="41" y="18"/>
                    <a:pt x="41" y="18"/>
                  </a:cubicBezTo>
                  <a:cubicBezTo>
                    <a:pt x="43" y="20"/>
                    <a:pt x="43" y="24"/>
                    <a:pt x="40" y="26"/>
                  </a:cubicBezTo>
                  <a:cubicBezTo>
                    <a:pt x="23" y="41"/>
                    <a:pt x="23" y="41"/>
                    <a:pt x="23" y="41"/>
                  </a:cubicBezTo>
                  <a:cubicBezTo>
                    <a:pt x="20" y="43"/>
                    <a:pt x="17" y="43"/>
                    <a:pt x="15" y="40"/>
                  </a:cubicBezTo>
                  <a:cubicBezTo>
                    <a:pt x="2" y="25"/>
                    <a:pt x="2" y="25"/>
                    <a:pt x="2" y="25"/>
                  </a:cubicBezTo>
                  <a:cubicBezTo>
                    <a:pt x="0" y="23"/>
                    <a:pt x="0"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3" name="Freeform 141"/>
            <p:cNvSpPr>
              <a:spLocks/>
            </p:cNvSpPr>
            <p:nvPr/>
          </p:nvSpPr>
          <p:spPr bwMode="auto">
            <a:xfrm>
              <a:off x="2165350" y="2695575"/>
              <a:ext cx="90488" cy="90488"/>
            </a:xfrm>
            <a:custGeom>
              <a:avLst/>
              <a:gdLst>
                <a:gd name="T0" fmla="*/ 3 w 43"/>
                <a:gd name="T1" fmla="*/ 17 h 43"/>
                <a:gd name="T2" fmla="*/ 20 w 43"/>
                <a:gd name="T3" fmla="*/ 2 h 43"/>
                <a:gd name="T4" fmla="*/ 28 w 43"/>
                <a:gd name="T5" fmla="*/ 3 h 43"/>
                <a:gd name="T6" fmla="*/ 41 w 43"/>
                <a:gd name="T7" fmla="*/ 18 h 43"/>
                <a:gd name="T8" fmla="*/ 40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0" y="2"/>
                    <a:pt x="20" y="2"/>
                    <a:pt x="20" y="2"/>
                  </a:cubicBezTo>
                  <a:cubicBezTo>
                    <a:pt x="23" y="0"/>
                    <a:pt x="26" y="0"/>
                    <a:pt x="28" y="3"/>
                  </a:cubicBezTo>
                  <a:cubicBezTo>
                    <a:pt x="41" y="18"/>
                    <a:pt x="41" y="18"/>
                    <a:pt x="41" y="18"/>
                  </a:cubicBezTo>
                  <a:cubicBezTo>
                    <a:pt x="43" y="20"/>
                    <a:pt x="43" y="24"/>
                    <a:pt x="40" y="26"/>
                  </a:cubicBezTo>
                  <a:cubicBezTo>
                    <a:pt x="23" y="41"/>
                    <a:pt x="23" y="41"/>
                    <a:pt x="23" y="41"/>
                  </a:cubicBezTo>
                  <a:cubicBezTo>
                    <a:pt x="20" y="43"/>
                    <a:pt x="17" y="42"/>
                    <a:pt x="15" y="40"/>
                  </a:cubicBezTo>
                  <a:cubicBezTo>
                    <a:pt x="2" y="25"/>
                    <a:pt x="2" y="25"/>
                    <a:pt x="2" y="25"/>
                  </a:cubicBezTo>
                  <a:cubicBezTo>
                    <a:pt x="0" y="22"/>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4" name="Freeform 142"/>
            <p:cNvSpPr>
              <a:spLocks/>
            </p:cNvSpPr>
            <p:nvPr/>
          </p:nvSpPr>
          <p:spPr bwMode="auto">
            <a:xfrm>
              <a:off x="2084388" y="2759075"/>
              <a:ext cx="98425" cy="95250"/>
            </a:xfrm>
            <a:custGeom>
              <a:avLst/>
              <a:gdLst>
                <a:gd name="T0" fmla="*/ 3 w 46"/>
                <a:gd name="T1" fmla="*/ 19 h 45"/>
                <a:gd name="T2" fmla="*/ 23 w 46"/>
                <a:gd name="T3" fmla="*/ 2 h 45"/>
                <a:gd name="T4" fmla="*/ 31 w 46"/>
                <a:gd name="T5" fmla="*/ 3 h 45"/>
                <a:gd name="T6" fmla="*/ 44 w 46"/>
                <a:gd name="T7" fmla="*/ 18 h 45"/>
                <a:gd name="T8" fmla="*/ 43 w 46"/>
                <a:gd name="T9" fmla="*/ 25 h 45"/>
                <a:gd name="T10" fmla="*/ 23 w 46"/>
                <a:gd name="T11" fmla="*/ 43 h 45"/>
                <a:gd name="T12" fmla="*/ 15 w 46"/>
                <a:gd name="T13" fmla="*/ 42 h 45"/>
                <a:gd name="T14" fmla="*/ 2 w 46"/>
                <a:gd name="T15" fmla="*/ 27 h 45"/>
                <a:gd name="T16" fmla="*/ 3 w 46"/>
                <a:gd name="T17"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5">
                  <a:moveTo>
                    <a:pt x="3" y="19"/>
                  </a:moveTo>
                  <a:cubicBezTo>
                    <a:pt x="23" y="2"/>
                    <a:pt x="23" y="2"/>
                    <a:pt x="23" y="2"/>
                  </a:cubicBezTo>
                  <a:cubicBezTo>
                    <a:pt x="26" y="0"/>
                    <a:pt x="29" y="0"/>
                    <a:pt x="31" y="3"/>
                  </a:cubicBezTo>
                  <a:cubicBezTo>
                    <a:pt x="44" y="18"/>
                    <a:pt x="44" y="18"/>
                    <a:pt x="44" y="18"/>
                  </a:cubicBezTo>
                  <a:cubicBezTo>
                    <a:pt x="46" y="20"/>
                    <a:pt x="46" y="24"/>
                    <a:pt x="43" y="25"/>
                  </a:cubicBezTo>
                  <a:cubicBezTo>
                    <a:pt x="23" y="43"/>
                    <a:pt x="23" y="43"/>
                    <a:pt x="23" y="43"/>
                  </a:cubicBezTo>
                  <a:cubicBezTo>
                    <a:pt x="21" y="45"/>
                    <a:pt x="17" y="44"/>
                    <a:pt x="15" y="42"/>
                  </a:cubicBezTo>
                  <a:cubicBezTo>
                    <a:pt x="2" y="27"/>
                    <a:pt x="2" y="27"/>
                    <a:pt x="2" y="27"/>
                  </a:cubicBezTo>
                  <a:cubicBezTo>
                    <a:pt x="0" y="25"/>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5" name="Freeform 143"/>
            <p:cNvSpPr>
              <a:spLocks/>
            </p:cNvSpPr>
            <p:nvPr/>
          </p:nvSpPr>
          <p:spPr bwMode="auto">
            <a:xfrm>
              <a:off x="3071813" y="2027237"/>
              <a:ext cx="107950" cy="107950"/>
            </a:xfrm>
            <a:custGeom>
              <a:avLst/>
              <a:gdLst>
                <a:gd name="T0" fmla="*/ 3 w 51"/>
                <a:gd name="T1" fmla="*/ 18 h 51"/>
                <a:gd name="T2" fmla="*/ 21 w 51"/>
                <a:gd name="T3" fmla="*/ 3 h 51"/>
                <a:gd name="T4" fmla="*/ 31 w 51"/>
                <a:gd name="T5" fmla="*/ 4 h 51"/>
                <a:gd name="T6" fmla="*/ 48 w 51"/>
                <a:gd name="T7" fmla="*/ 24 h 51"/>
                <a:gd name="T8" fmla="*/ 47 w 51"/>
                <a:gd name="T9" fmla="*/ 34 h 51"/>
                <a:gd name="T10" fmla="*/ 29 w 51"/>
                <a:gd name="T11" fmla="*/ 49 h 51"/>
                <a:gd name="T12" fmla="*/ 20 w 51"/>
                <a:gd name="T13" fmla="*/ 48 h 51"/>
                <a:gd name="T14" fmla="*/ 2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1" y="3"/>
                    <a:pt x="21" y="3"/>
                    <a:pt x="21" y="3"/>
                  </a:cubicBezTo>
                  <a:cubicBezTo>
                    <a:pt x="24" y="0"/>
                    <a:pt x="28" y="1"/>
                    <a:pt x="31" y="4"/>
                  </a:cubicBezTo>
                  <a:cubicBezTo>
                    <a:pt x="48" y="24"/>
                    <a:pt x="48" y="24"/>
                    <a:pt x="48" y="24"/>
                  </a:cubicBezTo>
                  <a:cubicBezTo>
                    <a:pt x="51" y="27"/>
                    <a:pt x="50" y="31"/>
                    <a:pt x="47" y="34"/>
                  </a:cubicBezTo>
                  <a:cubicBezTo>
                    <a:pt x="29" y="49"/>
                    <a:pt x="29" y="49"/>
                    <a:pt x="29" y="49"/>
                  </a:cubicBezTo>
                  <a:cubicBezTo>
                    <a:pt x="27" y="51"/>
                    <a:pt x="22" y="51"/>
                    <a:pt x="20"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6" name="Freeform 144"/>
            <p:cNvSpPr>
              <a:spLocks/>
            </p:cNvSpPr>
            <p:nvPr/>
          </p:nvSpPr>
          <p:spPr bwMode="auto">
            <a:xfrm>
              <a:off x="2994025" y="2095500"/>
              <a:ext cx="107950" cy="106363"/>
            </a:xfrm>
            <a:custGeom>
              <a:avLst/>
              <a:gdLst>
                <a:gd name="T0" fmla="*/ 4 w 51"/>
                <a:gd name="T1" fmla="*/ 17 h 50"/>
                <a:gd name="T2" fmla="*/ 22 w 51"/>
                <a:gd name="T3" fmla="*/ 2 h 50"/>
                <a:gd name="T4" fmla="*/ 31 w 51"/>
                <a:gd name="T5" fmla="*/ 3 h 50"/>
                <a:gd name="T6" fmla="*/ 49 w 51"/>
                <a:gd name="T7" fmla="*/ 23 h 50"/>
                <a:gd name="T8" fmla="*/ 48 w 51"/>
                <a:gd name="T9" fmla="*/ 33 h 50"/>
                <a:gd name="T10" fmla="*/ 30 w 51"/>
                <a:gd name="T11" fmla="*/ 48 h 50"/>
                <a:gd name="T12" fmla="*/ 20 w 51"/>
                <a:gd name="T13" fmla="*/ 47 h 50"/>
                <a:gd name="T14" fmla="*/ 3 w 51"/>
                <a:gd name="T15" fmla="*/ 27 h 50"/>
                <a:gd name="T16" fmla="*/ 4 w 51"/>
                <a:gd name="T17"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0">
                  <a:moveTo>
                    <a:pt x="4" y="17"/>
                  </a:moveTo>
                  <a:cubicBezTo>
                    <a:pt x="22" y="2"/>
                    <a:pt x="22" y="2"/>
                    <a:pt x="22" y="2"/>
                  </a:cubicBezTo>
                  <a:cubicBezTo>
                    <a:pt x="24" y="0"/>
                    <a:pt x="29" y="0"/>
                    <a:pt x="31" y="3"/>
                  </a:cubicBezTo>
                  <a:cubicBezTo>
                    <a:pt x="49" y="23"/>
                    <a:pt x="49" y="23"/>
                    <a:pt x="49" y="23"/>
                  </a:cubicBezTo>
                  <a:cubicBezTo>
                    <a:pt x="51" y="26"/>
                    <a:pt x="51" y="30"/>
                    <a:pt x="48" y="33"/>
                  </a:cubicBezTo>
                  <a:cubicBezTo>
                    <a:pt x="30" y="48"/>
                    <a:pt x="30" y="48"/>
                    <a:pt x="30" y="48"/>
                  </a:cubicBezTo>
                  <a:cubicBezTo>
                    <a:pt x="27" y="50"/>
                    <a:pt x="23" y="50"/>
                    <a:pt x="20" y="47"/>
                  </a:cubicBezTo>
                  <a:cubicBezTo>
                    <a:pt x="3" y="27"/>
                    <a:pt x="3" y="27"/>
                    <a:pt x="3" y="27"/>
                  </a:cubicBezTo>
                  <a:cubicBezTo>
                    <a:pt x="0" y="24"/>
                    <a:pt x="1" y="20"/>
                    <a:pt x="4"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7" name="Freeform 145"/>
            <p:cNvSpPr>
              <a:spLocks/>
            </p:cNvSpPr>
            <p:nvPr/>
          </p:nvSpPr>
          <p:spPr bwMode="auto">
            <a:xfrm>
              <a:off x="2917825" y="2160587"/>
              <a:ext cx="106363" cy="107950"/>
            </a:xfrm>
            <a:custGeom>
              <a:avLst/>
              <a:gdLst>
                <a:gd name="T0" fmla="*/ 3 w 50"/>
                <a:gd name="T1" fmla="*/ 17 h 51"/>
                <a:gd name="T2" fmla="*/ 21 w 50"/>
                <a:gd name="T3" fmla="*/ 2 h 51"/>
                <a:gd name="T4" fmla="*/ 30 w 50"/>
                <a:gd name="T5" fmla="*/ 3 h 51"/>
                <a:gd name="T6" fmla="*/ 48 w 50"/>
                <a:gd name="T7" fmla="*/ 23 h 51"/>
                <a:gd name="T8" fmla="*/ 47 w 50"/>
                <a:gd name="T9" fmla="*/ 33 h 51"/>
                <a:gd name="T10" fmla="*/ 29 w 50"/>
                <a:gd name="T11" fmla="*/ 48 h 51"/>
                <a:gd name="T12" fmla="*/ 20 w 50"/>
                <a:gd name="T13" fmla="*/ 47 h 51"/>
                <a:gd name="T14" fmla="*/ 2 w 50"/>
                <a:gd name="T15" fmla="*/ 27 h 51"/>
                <a:gd name="T16" fmla="*/ 3 w 50"/>
                <a:gd name="T17" fmla="*/ 1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7"/>
                  </a:moveTo>
                  <a:cubicBezTo>
                    <a:pt x="21" y="2"/>
                    <a:pt x="21" y="2"/>
                    <a:pt x="21" y="2"/>
                  </a:cubicBezTo>
                  <a:cubicBezTo>
                    <a:pt x="24" y="0"/>
                    <a:pt x="28" y="0"/>
                    <a:pt x="30" y="3"/>
                  </a:cubicBezTo>
                  <a:cubicBezTo>
                    <a:pt x="48" y="23"/>
                    <a:pt x="48" y="23"/>
                    <a:pt x="48" y="23"/>
                  </a:cubicBezTo>
                  <a:cubicBezTo>
                    <a:pt x="50" y="26"/>
                    <a:pt x="50" y="30"/>
                    <a:pt x="47" y="33"/>
                  </a:cubicBezTo>
                  <a:cubicBezTo>
                    <a:pt x="29" y="48"/>
                    <a:pt x="29" y="48"/>
                    <a:pt x="29" y="48"/>
                  </a:cubicBezTo>
                  <a:cubicBezTo>
                    <a:pt x="26" y="51"/>
                    <a:pt x="22" y="50"/>
                    <a:pt x="20" y="47"/>
                  </a:cubicBezTo>
                  <a:cubicBezTo>
                    <a:pt x="2" y="27"/>
                    <a:pt x="2" y="27"/>
                    <a:pt x="2" y="27"/>
                  </a:cubicBezTo>
                  <a:cubicBezTo>
                    <a:pt x="0" y="24"/>
                    <a:pt x="0" y="20"/>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8" name="Freeform 146"/>
            <p:cNvSpPr>
              <a:spLocks/>
            </p:cNvSpPr>
            <p:nvPr/>
          </p:nvSpPr>
          <p:spPr bwMode="auto">
            <a:xfrm>
              <a:off x="2838450" y="2227262"/>
              <a:ext cx="107950" cy="107950"/>
            </a:xfrm>
            <a:custGeom>
              <a:avLst/>
              <a:gdLst>
                <a:gd name="T0" fmla="*/ 3 w 51"/>
                <a:gd name="T1" fmla="*/ 17 h 51"/>
                <a:gd name="T2" fmla="*/ 21 w 51"/>
                <a:gd name="T3" fmla="*/ 2 h 51"/>
                <a:gd name="T4" fmla="*/ 31 w 51"/>
                <a:gd name="T5" fmla="*/ 3 h 51"/>
                <a:gd name="T6" fmla="*/ 48 w 51"/>
                <a:gd name="T7" fmla="*/ 24 h 51"/>
                <a:gd name="T8" fmla="*/ 48 w 51"/>
                <a:gd name="T9" fmla="*/ 33 h 51"/>
                <a:gd name="T10" fmla="*/ 29 w 51"/>
                <a:gd name="T11" fmla="*/ 48 h 51"/>
                <a:gd name="T12" fmla="*/ 20 w 51"/>
                <a:gd name="T13" fmla="*/ 47 h 51"/>
                <a:gd name="T14" fmla="*/ 2 w 51"/>
                <a:gd name="T15" fmla="*/ 27 h 51"/>
                <a:gd name="T16" fmla="*/ 3 w 51"/>
                <a:gd name="T17" fmla="*/ 1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7"/>
                  </a:moveTo>
                  <a:cubicBezTo>
                    <a:pt x="21" y="2"/>
                    <a:pt x="21" y="2"/>
                    <a:pt x="21" y="2"/>
                  </a:cubicBezTo>
                  <a:cubicBezTo>
                    <a:pt x="24" y="0"/>
                    <a:pt x="28" y="0"/>
                    <a:pt x="31" y="3"/>
                  </a:cubicBezTo>
                  <a:cubicBezTo>
                    <a:pt x="48" y="24"/>
                    <a:pt x="48" y="24"/>
                    <a:pt x="48" y="24"/>
                  </a:cubicBezTo>
                  <a:cubicBezTo>
                    <a:pt x="51" y="26"/>
                    <a:pt x="50" y="31"/>
                    <a:pt x="48" y="33"/>
                  </a:cubicBezTo>
                  <a:cubicBezTo>
                    <a:pt x="29" y="48"/>
                    <a:pt x="29" y="48"/>
                    <a:pt x="29" y="48"/>
                  </a:cubicBezTo>
                  <a:cubicBezTo>
                    <a:pt x="27" y="51"/>
                    <a:pt x="22" y="50"/>
                    <a:pt x="20" y="47"/>
                  </a:cubicBezTo>
                  <a:cubicBezTo>
                    <a:pt x="2" y="27"/>
                    <a:pt x="2" y="27"/>
                    <a:pt x="2" y="27"/>
                  </a:cubicBezTo>
                  <a:cubicBezTo>
                    <a:pt x="0" y="24"/>
                    <a:pt x="1" y="20"/>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9" name="Freeform 147"/>
            <p:cNvSpPr>
              <a:spLocks/>
            </p:cNvSpPr>
            <p:nvPr/>
          </p:nvSpPr>
          <p:spPr bwMode="auto">
            <a:xfrm>
              <a:off x="2762250" y="2292350"/>
              <a:ext cx="106363" cy="107950"/>
            </a:xfrm>
            <a:custGeom>
              <a:avLst/>
              <a:gdLst>
                <a:gd name="T0" fmla="*/ 3 w 50"/>
                <a:gd name="T1" fmla="*/ 18 h 51"/>
                <a:gd name="T2" fmla="*/ 21 w 50"/>
                <a:gd name="T3" fmla="*/ 2 h 51"/>
                <a:gd name="T4" fmla="*/ 30 w 50"/>
                <a:gd name="T5" fmla="*/ 3 h 51"/>
                <a:gd name="T6" fmla="*/ 48 w 50"/>
                <a:gd name="T7" fmla="*/ 24 h 51"/>
                <a:gd name="T8" fmla="*/ 47 w 50"/>
                <a:gd name="T9" fmla="*/ 33 h 51"/>
                <a:gd name="T10" fmla="*/ 29 w 50"/>
                <a:gd name="T11" fmla="*/ 48 h 51"/>
                <a:gd name="T12" fmla="*/ 19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0" y="3"/>
                  </a:cubicBezTo>
                  <a:cubicBezTo>
                    <a:pt x="48" y="24"/>
                    <a:pt x="48" y="24"/>
                    <a:pt x="48" y="24"/>
                  </a:cubicBezTo>
                  <a:cubicBezTo>
                    <a:pt x="50" y="26"/>
                    <a:pt x="50" y="31"/>
                    <a:pt x="47" y="33"/>
                  </a:cubicBezTo>
                  <a:cubicBezTo>
                    <a:pt x="29" y="48"/>
                    <a:pt x="29" y="48"/>
                    <a:pt x="29" y="48"/>
                  </a:cubicBezTo>
                  <a:cubicBezTo>
                    <a:pt x="26" y="51"/>
                    <a:pt x="22" y="50"/>
                    <a:pt x="19"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0" name="Freeform 148"/>
            <p:cNvSpPr>
              <a:spLocks/>
            </p:cNvSpPr>
            <p:nvPr/>
          </p:nvSpPr>
          <p:spPr bwMode="auto">
            <a:xfrm>
              <a:off x="2684463" y="2359025"/>
              <a:ext cx="106363" cy="107950"/>
            </a:xfrm>
            <a:custGeom>
              <a:avLst/>
              <a:gdLst>
                <a:gd name="T0" fmla="*/ 3 w 50"/>
                <a:gd name="T1" fmla="*/ 18 h 51"/>
                <a:gd name="T2" fmla="*/ 21 w 50"/>
                <a:gd name="T3" fmla="*/ 2 h 51"/>
                <a:gd name="T4" fmla="*/ 30 w 50"/>
                <a:gd name="T5" fmla="*/ 3 h 51"/>
                <a:gd name="T6" fmla="*/ 48 w 50"/>
                <a:gd name="T7" fmla="*/ 24 h 51"/>
                <a:gd name="T8" fmla="*/ 47 w 50"/>
                <a:gd name="T9" fmla="*/ 33 h 51"/>
                <a:gd name="T10" fmla="*/ 29 w 50"/>
                <a:gd name="T11" fmla="*/ 48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0" y="3"/>
                  </a:cubicBezTo>
                  <a:cubicBezTo>
                    <a:pt x="48" y="24"/>
                    <a:pt x="48" y="24"/>
                    <a:pt x="48" y="24"/>
                  </a:cubicBezTo>
                  <a:cubicBezTo>
                    <a:pt x="50" y="26"/>
                    <a:pt x="50" y="31"/>
                    <a:pt x="47" y="33"/>
                  </a:cubicBezTo>
                  <a:cubicBezTo>
                    <a:pt x="29" y="48"/>
                    <a:pt x="29" y="48"/>
                    <a:pt x="29" y="48"/>
                  </a:cubicBezTo>
                  <a:cubicBezTo>
                    <a:pt x="26" y="51"/>
                    <a:pt x="22" y="50"/>
                    <a:pt x="20"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1" name="Freeform 149"/>
            <p:cNvSpPr>
              <a:spLocks/>
            </p:cNvSpPr>
            <p:nvPr/>
          </p:nvSpPr>
          <p:spPr bwMode="auto">
            <a:xfrm>
              <a:off x="2606675" y="2424112"/>
              <a:ext cx="107950" cy="107950"/>
            </a:xfrm>
            <a:custGeom>
              <a:avLst/>
              <a:gdLst>
                <a:gd name="T0" fmla="*/ 3 w 51"/>
                <a:gd name="T1" fmla="*/ 18 h 51"/>
                <a:gd name="T2" fmla="*/ 22 w 51"/>
                <a:gd name="T3" fmla="*/ 2 h 51"/>
                <a:gd name="T4" fmla="*/ 31 w 51"/>
                <a:gd name="T5" fmla="*/ 3 h 51"/>
                <a:gd name="T6" fmla="*/ 48 w 51"/>
                <a:gd name="T7" fmla="*/ 24 h 51"/>
                <a:gd name="T8" fmla="*/ 48 w 51"/>
                <a:gd name="T9" fmla="*/ 33 h 51"/>
                <a:gd name="T10" fmla="*/ 29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4" y="0"/>
                    <a:pt x="28" y="0"/>
                    <a:pt x="31" y="3"/>
                  </a:cubicBezTo>
                  <a:cubicBezTo>
                    <a:pt x="48" y="24"/>
                    <a:pt x="48" y="24"/>
                    <a:pt x="48" y="24"/>
                  </a:cubicBezTo>
                  <a:cubicBezTo>
                    <a:pt x="51" y="27"/>
                    <a:pt x="50" y="31"/>
                    <a:pt x="48" y="33"/>
                  </a:cubicBezTo>
                  <a:cubicBezTo>
                    <a:pt x="29" y="49"/>
                    <a:pt x="29" y="49"/>
                    <a:pt x="29" y="49"/>
                  </a:cubicBezTo>
                  <a:cubicBezTo>
                    <a:pt x="27" y="51"/>
                    <a:pt x="23" y="51"/>
                    <a:pt x="20" y="48"/>
                  </a:cubicBezTo>
                  <a:cubicBezTo>
                    <a:pt x="3" y="27"/>
                    <a:pt x="3" y="27"/>
                    <a:pt x="3" y="27"/>
                  </a:cubicBezTo>
                  <a:cubicBezTo>
                    <a:pt x="0" y="24"/>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2" name="Freeform 150"/>
            <p:cNvSpPr>
              <a:spLocks/>
            </p:cNvSpPr>
            <p:nvPr/>
          </p:nvSpPr>
          <p:spPr bwMode="auto">
            <a:xfrm>
              <a:off x="2530475" y="2489200"/>
              <a:ext cx="104775" cy="107950"/>
            </a:xfrm>
            <a:custGeom>
              <a:avLst/>
              <a:gdLst>
                <a:gd name="T0" fmla="*/ 3 w 50"/>
                <a:gd name="T1" fmla="*/ 18 h 51"/>
                <a:gd name="T2" fmla="*/ 21 w 50"/>
                <a:gd name="T3" fmla="*/ 2 h 51"/>
                <a:gd name="T4" fmla="*/ 30 w 50"/>
                <a:gd name="T5" fmla="*/ 3 h 51"/>
                <a:gd name="T6" fmla="*/ 48 w 50"/>
                <a:gd name="T7" fmla="*/ 24 h 51"/>
                <a:gd name="T8" fmla="*/ 47 w 50"/>
                <a:gd name="T9" fmla="*/ 33 h 51"/>
                <a:gd name="T10" fmla="*/ 29 w 50"/>
                <a:gd name="T11" fmla="*/ 49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0" y="3"/>
                  </a:cubicBezTo>
                  <a:cubicBezTo>
                    <a:pt x="48" y="24"/>
                    <a:pt x="48" y="24"/>
                    <a:pt x="48" y="24"/>
                  </a:cubicBezTo>
                  <a:cubicBezTo>
                    <a:pt x="50" y="27"/>
                    <a:pt x="50" y="31"/>
                    <a:pt x="47" y="33"/>
                  </a:cubicBezTo>
                  <a:cubicBezTo>
                    <a:pt x="29" y="49"/>
                    <a:pt x="29" y="49"/>
                    <a:pt x="29" y="49"/>
                  </a:cubicBezTo>
                  <a:cubicBezTo>
                    <a:pt x="26" y="51"/>
                    <a:pt x="22" y="51"/>
                    <a:pt x="20"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3" name="Freeform 151"/>
            <p:cNvSpPr>
              <a:spLocks/>
            </p:cNvSpPr>
            <p:nvPr/>
          </p:nvSpPr>
          <p:spPr bwMode="auto">
            <a:xfrm>
              <a:off x="2451100" y="2555875"/>
              <a:ext cx="106363" cy="107950"/>
            </a:xfrm>
            <a:custGeom>
              <a:avLst/>
              <a:gdLst>
                <a:gd name="T0" fmla="*/ 3 w 50"/>
                <a:gd name="T1" fmla="*/ 18 h 51"/>
                <a:gd name="T2" fmla="*/ 21 w 50"/>
                <a:gd name="T3" fmla="*/ 2 h 51"/>
                <a:gd name="T4" fmla="*/ 31 w 50"/>
                <a:gd name="T5" fmla="*/ 3 h 51"/>
                <a:gd name="T6" fmla="*/ 48 w 50"/>
                <a:gd name="T7" fmla="*/ 24 h 51"/>
                <a:gd name="T8" fmla="*/ 47 w 50"/>
                <a:gd name="T9" fmla="*/ 33 h 51"/>
                <a:gd name="T10" fmla="*/ 29 w 50"/>
                <a:gd name="T11" fmla="*/ 49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1" y="3"/>
                  </a:cubicBezTo>
                  <a:cubicBezTo>
                    <a:pt x="48" y="24"/>
                    <a:pt x="48" y="24"/>
                    <a:pt x="48" y="24"/>
                  </a:cubicBezTo>
                  <a:cubicBezTo>
                    <a:pt x="50" y="27"/>
                    <a:pt x="50" y="31"/>
                    <a:pt x="47" y="33"/>
                  </a:cubicBezTo>
                  <a:cubicBezTo>
                    <a:pt x="29" y="49"/>
                    <a:pt x="29" y="49"/>
                    <a:pt x="29" y="49"/>
                  </a:cubicBezTo>
                  <a:cubicBezTo>
                    <a:pt x="26" y="51"/>
                    <a:pt x="22" y="51"/>
                    <a:pt x="20"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4" name="Freeform 152"/>
            <p:cNvSpPr>
              <a:spLocks/>
            </p:cNvSpPr>
            <p:nvPr/>
          </p:nvSpPr>
          <p:spPr bwMode="auto">
            <a:xfrm>
              <a:off x="2373313" y="2620962"/>
              <a:ext cx="107950" cy="107950"/>
            </a:xfrm>
            <a:custGeom>
              <a:avLst/>
              <a:gdLst>
                <a:gd name="T0" fmla="*/ 3 w 51"/>
                <a:gd name="T1" fmla="*/ 18 h 51"/>
                <a:gd name="T2" fmla="*/ 22 w 51"/>
                <a:gd name="T3" fmla="*/ 3 h 51"/>
                <a:gd name="T4" fmla="*/ 31 w 51"/>
                <a:gd name="T5" fmla="*/ 3 h 51"/>
                <a:gd name="T6" fmla="*/ 48 w 51"/>
                <a:gd name="T7" fmla="*/ 24 h 51"/>
                <a:gd name="T8" fmla="*/ 48 w 51"/>
                <a:gd name="T9" fmla="*/ 33 h 51"/>
                <a:gd name="T10" fmla="*/ 30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3"/>
                    <a:pt x="22" y="3"/>
                    <a:pt x="22" y="3"/>
                  </a:cubicBezTo>
                  <a:cubicBezTo>
                    <a:pt x="24" y="0"/>
                    <a:pt x="29" y="1"/>
                    <a:pt x="31" y="3"/>
                  </a:cubicBezTo>
                  <a:cubicBezTo>
                    <a:pt x="48" y="24"/>
                    <a:pt x="48" y="24"/>
                    <a:pt x="48" y="24"/>
                  </a:cubicBezTo>
                  <a:cubicBezTo>
                    <a:pt x="51" y="27"/>
                    <a:pt x="50" y="31"/>
                    <a:pt x="48" y="33"/>
                  </a:cubicBezTo>
                  <a:cubicBezTo>
                    <a:pt x="30" y="49"/>
                    <a:pt x="30" y="49"/>
                    <a:pt x="30" y="49"/>
                  </a:cubicBezTo>
                  <a:cubicBezTo>
                    <a:pt x="27" y="51"/>
                    <a:pt x="23" y="51"/>
                    <a:pt x="20" y="48"/>
                  </a:cubicBezTo>
                  <a:cubicBezTo>
                    <a:pt x="3" y="27"/>
                    <a:pt x="3" y="27"/>
                    <a:pt x="3" y="27"/>
                  </a:cubicBezTo>
                  <a:cubicBezTo>
                    <a:pt x="0" y="25"/>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5" name="Freeform 153"/>
            <p:cNvSpPr>
              <a:spLocks/>
            </p:cNvSpPr>
            <p:nvPr/>
          </p:nvSpPr>
          <p:spPr bwMode="auto">
            <a:xfrm>
              <a:off x="2297113" y="2686050"/>
              <a:ext cx="104775" cy="107950"/>
            </a:xfrm>
            <a:custGeom>
              <a:avLst/>
              <a:gdLst>
                <a:gd name="T0" fmla="*/ 3 w 50"/>
                <a:gd name="T1" fmla="*/ 18 h 51"/>
                <a:gd name="T2" fmla="*/ 21 w 50"/>
                <a:gd name="T3" fmla="*/ 3 h 51"/>
                <a:gd name="T4" fmla="*/ 30 w 50"/>
                <a:gd name="T5" fmla="*/ 3 h 51"/>
                <a:gd name="T6" fmla="*/ 48 w 50"/>
                <a:gd name="T7" fmla="*/ 24 h 51"/>
                <a:gd name="T8" fmla="*/ 47 w 50"/>
                <a:gd name="T9" fmla="*/ 33 h 51"/>
                <a:gd name="T10" fmla="*/ 29 w 50"/>
                <a:gd name="T11" fmla="*/ 49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3"/>
                    <a:pt x="21" y="3"/>
                    <a:pt x="21" y="3"/>
                  </a:cubicBezTo>
                  <a:cubicBezTo>
                    <a:pt x="24" y="0"/>
                    <a:pt x="28" y="1"/>
                    <a:pt x="30" y="3"/>
                  </a:cubicBezTo>
                  <a:cubicBezTo>
                    <a:pt x="48" y="24"/>
                    <a:pt x="48" y="24"/>
                    <a:pt x="48" y="24"/>
                  </a:cubicBezTo>
                  <a:cubicBezTo>
                    <a:pt x="50" y="27"/>
                    <a:pt x="50" y="31"/>
                    <a:pt x="47" y="33"/>
                  </a:cubicBezTo>
                  <a:cubicBezTo>
                    <a:pt x="29" y="49"/>
                    <a:pt x="29" y="49"/>
                    <a:pt x="29" y="49"/>
                  </a:cubicBezTo>
                  <a:cubicBezTo>
                    <a:pt x="26" y="51"/>
                    <a:pt x="22" y="51"/>
                    <a:pt x="20" y="48"/>
                  </a:cubicBezTo>
                  <a:cubicBezTo>
                    <a:pt x="2" y="27"/>
                    <a:pt x="2" y="27"/>
                    <a:pt x="2" y="27"/>
                  </a:cubicBezTo>
                  <a:cubicBezTo>
                    <a:pt x="0" y="25"/>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6" name="Freeform 154"/>
            <p:cNvSpPr>
              <a:spLocks/>
            </p:cNvSpPr>
            <p:nvPr/>
          </p:nvSpPr>
          <p:spPr bwMode="auto">
            <a:xfrm>
              <a:off x="2217738" y="2752725"/>
              <a:ext cx="107950" cy="107950"/>
            </a:xfrm>
            <a:custGeom>
              <a:avLst/>
              <a:gdLst>
                <a:gd name="T0" fmla="*/ 3 w 51"/>
                <a:gd name="T1" fmla="*/ 18 h 51"/>
                <a:gd name="T2" fmla="*/ 21 w 51"/>
                <a:gd name="T3" fmla="*/ 3 h 51"/>
                <a:gd name="T4" fmla="*/ 31 w 51"/>
                <a:gd name="T5" fmla="*/ 4 h 51"/>
                <a:gd name="T6" fmla="*/ 48 w 51"/>
                <a:gd name="T7" fmla="*/ 24 h 51"/>
                <a:gd name="T8" fmla="*/ 47 w 51"/>
                <a:gd name="T9" fmla="*/ 34 h 51"/>
                <a:gd name="T10" fmla="*/ 29 w 51"/>
                <a:gd name="T11" fmla="*/ 49 h 51"/>
                <a:gd name="T12" fmla="*/ 20 w 51"/>
                <a:gd name="T13" fmla="*/ 48 h 51"/>
                <a:gd name="T14" fmla="*/ 2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1" y="3"/>
                    <a:pt x="21" y="3"/>
                    <a:pt x="21" y="3"/>
                  </a:cubicBezTo>
                  <a:cubicBezTo>
                    <a:pt x="24" y="0"/>
                    <a:pt x="28" y="1"/>
                    <a:pt x="31" y="4"/>
                  </a:cubicBezTo>
                  <a:cubicBezTo>
                    <a:pt x="48" y="24"/>
                    <a:pt x="48" y="24"/>
                    <a:pt x="48" y="24"/>
                  </a:cubicBezTo>
                  <a:cubicBezTo>
                    <a:pt x="51" y="27"/>
                    <a:pt x="50" y="31"/>
                    <a:pt x="47" y="34"/>
                  </a:cubicBezTo>
                  <a:cubicBezTo>
                    <a:pt x="29" y="49"/>
                    <a:pt x="29" y="49"/>
                    <a:pt x="29" y="49"/>
                  </a:cubicBezTo>
                  <a:cubicBezTo>
                    <a:pt x="27" y="51"/>
                    <a:pt x="22" y="51"/>
                    <a:pt x="20" y="48"/>
                  </a:cubicBezTo>
                  <a:cubicBezTo>
                    <a:pt x="2" y="27"/>
                    <a:pt x="2" y="27"/>
                    <a:pt x="2" y="27"/>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7" name="Freeform 155"/>
            <p:cNvSpPr>
              <a:spLocks/>
            </p:cNvSpPr>
            <p:nvPr/>
          </p:nvSpPr>
          <p:spPr bwMode="auto">
            <a:xfrm>
              <a:off x="2138363" y="2819400"/>
              <a:ext cx="107950" cy="109538"/>
            </a:xfrm>
            <a:custGeom>
              <a:avLst/>
              <a:gdLst>
                <a:gd name="T0" fmla="*/ 3 w 51"/>
                <a:gd name="T1" fmla="*/ 18 h 51"/>
                <a:gd name="T2" fmla="*/ 22 w 51"/>
                <a:gd name="T3" fmla="*/ 3 h 51"/>
                <a:gd name="T4" fmla="*/ 31 w 51"/>
                <a:gd name="T5" fmla="*/ 3 h 51"/>
                <a:gd name="T6" fmla="*/ 49 w 51"/>
                <a:gd name="T7" fmla="*/ 24 h 51"/>
                <a:gd name="T8" fmla="*/ 48 w 51"/>
                <a:gd name="T9" fmla="*/ 33 h 51"/>
                <a:gd name="T10" fmla="*/ 29 w 51"/>
                <a:gd name="T11" fmla="*/ 49 h 51"/>
                <a:gd name="T12" fmla="*/ 20 w 51"/>
                <a:gd name="T13" fmla="*/ 48 h 51"/>
                <a:gd name="T14" fmla="*/ 3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3"/>
                    <a:pt x="22" y="3"/>
                    <a:pt x="22" y="3"/>
                  </a:cubicBezTo>
                  <a:cubicBezTo>
                    <a:pt x="25" y="0"/>
                    <a:pt x="29" y="1"/>
                    <a:pt x="31" y="3"/>
                  </a:cubicBezTo>
                  <a:cubicBezTo>
                    <a:pt x="49" y="24"/>
                    <a:pt x="49" y="24"/>
                    <a:pt x="49" y="24"/>
                  </a:cubicBezTo>
                  <a:cubicBezTo>
                    <a:pt x="51" y="27"/>
                    <a:pt x="51" y="31"/>
                    <a:pt x="48" y="33"/>
                  </a:cubicBezTo>
                  <a:cubicBezTo>
                    <a:pt x="29" y="49"/>
                    <a:pt x="29" y="49"/>
                    <a:pt x="29" y="49"/>
                  </a:cubicBezTo>
                  <a:cubicBezTo>
                    <a:pt x="27" y="51"/>
                    <a:pt x="22" y="51"/>
                    <a:pt x="20" y="48"/>
                  </a:cubicBezTo>
                  <a:cubicBezTo>
                    <a:pt x="3" y="28"/>
                    <a:pt x="3" y="28"/>
                    <a:pt x="3" y="28"/>
                  </a:cubicBezTo>
                  <a:cubicBezTo>
                    <a:pt x="0" y="25"/>
                    <a:pt x="1"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8" name="Freeform 156"/>
            <p:cNvSpPr>
              <a:spLocks/>
            </p:cNvSpPr>
            <p:nvPr/>
          </p:nvSpPr>
          <p:spPr bwMode="auto">
            <a:xfrm>
              <a:off x="2203450" y="2860675"/>
              <a:ext cx="150813" cy="144463"/>
            </a:xfrm>
            <a:custGeom>
              <a:avLst/>
              <a:gdLst>
                <a:gd name="T0" fmla="*/ 3 w 71"/>
                <a:gd name="T1" fmla="*/ 35 h 68"/>
                <a:gd name="T2" fmla="*/ 41 w 71"/>
                <a:gd name="T3" fmla="*/ 3 h 68"/>
                <a:gd name="T4" fmla="*/ 52 w 71"/>
                <a:gd name="T5" fmla="*/ 4 h 68"/>
                <a:gd name="T6" fmla="*/ 68 w 71"/>
                <a:gd name="T7" fmla="*/ 23 h 68"/>
                <a:gd name="T8" fmla="*/ 67 w 71"/>
                <a:gd name="T9" fmla="*/ 34 h 68"/>
                <a:gd name="T10" fmla="*/ 29 w 71"/>
                <a:gd name="T11" fmla="*/ 66 h 68"/>
                <a:gd name="T12" fmla="*/ 19 w 71"/>
                <a:gd name="T13" fmla="*/ 65 h 68"/>
                <a:gd name="T14" fmla="*/ 2 w 71"/>
                <a:gd name="T15" fmla="*/ 45 h 68"/>
                <a:gd name="T16" fmla="*/ 3 w 71"/>
                <a:gd name="T17" fmla="*/ 3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68">
                  <a:moveTo>
                    <a:pt x="3" y="35"/>
                  </a:moveTo>
                  <a:cubicBezTo>
                    <a:pt x="41" y="3"/>
                    <a:pt x="41" y="3"/>
                    <a:pt x="41" y="3"/>
                  </a:cubicBezTo>
                  <a:cubicBezTo>
                    <a:pt x="44" y="0"/>
                    <a:pt x="49" y="1"/>
                    <a:pt x="52" y="4"/>
                  </a:cubicBezTo>
                  <a:cubicBezTo>
                    <a:pt x="68" y="23"/>
                    <a:pt x="68" y="23"/>
                    <a:pt x="68" y="23"/>
                  </a:cubicBezTo>
                  <a:cubicBezTo>
                    <a:pt x="71" y="26"/>
                    <a:pt x="71" y="31"/>
                    <a:pt x="67" y="34"/>
                  </a:cubicBezTo>
                  <a:cubicBezTo>
                    <a:pt x="29" y="66"/>
                    <a:pt x="29" y="66"/>
                    <a:pt x="29" y="66"/>
                  </a:cubicBezTo>
                  <a:cubicBezTo>
                    <a:pt x="26" y="68"/>
                    <a:pt x="22" y="68"/>
                    <a:pt x="19" y="65"/>
                  </a:cubicBezTo>
                  <a:cubicBezTo>
                    <a:pt x="2" y="45"/>
                    <a:pt x="2" y="45"/>
                    <a:pt x="2" y="45"/>
                  </a:cubicBezTo>
                  <a:cubicBezTo>
                    <a:pt x="0" y="42"/>
                    <a:pt x="0" y="38"/>
                    <a:pt x="3" y="35"/>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9" name="Freeform 157"/>
            <p:cNvSpPr>
              <a:spLocks/>
            </p:cNvSpPr>
            <p:nvPr/>
          </p:nvSpPr>
          <p:spPr bwMode="auto">
            <a:xfrm>
              <a:off x="2268538" y="2924175"/>
              <a:ext cx="166688" cy="158750"/>
            </a:xfrm>
            <a:custGeom>
              <a:avLst/>
              <a:gdLst>
                <a:gd name="T0" fmla="*/ 3 w 78"/>
                <a:gd name="T1" fmla="*/ 41 h 75"/>
                <a:gd name="T2" fmla="*/ 48 w 78"/>
                <a:gd name="T3" fmla="*/ 3 h 75"/>
                <a:gd name="T4" fmla="*/ 58 w 78"/>
                <a:gd name="T5" fmla="*/ 4 h 75"/>
                <a:gd name="T6" fmla="*/ 75 w 78"/>
                <a:gd name="T7" fmla="*/ 23 h 75"/>
                <a:gd name="T8" fmla="*/ 74 w 78"/>
                <a:gd name="T9" fmla="*/ 34 h 75"/>
                <a:gd name="T10" fmla="*/ 29 w 78"/>
                <a:gd name="T11" fmla="*/ 72 h 75"/>
                <a:gd name="T12" fmla="*/ 19 w 78"/>
                <a:gd name="T13" fmla="*/ 71 h 75"/>
                <a:gd name="T14" fmla="*/ 2 w 78"/>
                <a:gd name="T15" fmla="*/ 51 h 75"/>
                <a:gd name="T16" fmla="*/ 3 w 78"/>
                <a:gd name="T17" fmla="*/ 4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75">
                  <a:moveTo>
                    <a:pt x="3" y="41"/>
                  </a:moveTo>
                  <a:cubicBezTo>
                    <a:pt x="48" y="3"/>
                    <a:pt x="48" y="3"/>
                    <a:pt x="48" y="3"/>
                  </a:cubicBezTo>
                  <a:cubicBezTo>
                    <a:pt x="51" y="0"/>
                    <a:pt x="56" y="1"/>
                    <a:pt x="58" y="4"/>
                  </a:cubicBezTo>
                  <a:cubicBezTo>
                    <a:pt x="75" y="23"/>
                    <a:pt x="75" y="23"/>
                    <a:pt x="75" y="23"/>
                  </a:cubicBezTo>
                  <a:cubicBezTo>
                    <a:pt x="78" y="26"/>
                    <a:pt x="77" y="31"/>
                    <a:pt x="74" y="34"/>
                  </a:cubicBezTo>
                  <a:cubicBezTo>
                    <a:pt x="29" y="72"/>
                    <a:pt x="29" y="72"/>
                    <a:pt x="29" y="72"/>
                  </a:cubicBezTo>
                  <a:cubicBezTo>
                    <a:pt x="26" y="75"/>
                    <a:pt x="21" y="74"/>
                    <a:pt x="19" y="71"/>
                  </a:cubicBezTo>
                  <a:cubicBezTo>
                    <a:pt x="2" y="51"/>
                    <a:pt x="2" y="51"/>
                    <a:pt x="2" y="51"/>
                  </a:cubicBezTo>
                  <a:cubicBezTo>
                    <a:pt x="0" y="48"/>
                    <a:pt x="0" y="44"/>
                    <a:pt x="3" y="4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0" name="Freeform 158"/>
            <p:cNvSpPr>
              <a:spLocks/>
            </p:cNvSpPr>
            <p:nvPr/>
          </p:nvSpPr>
          <p:spPr bwMode="auto">
            <a:xfrm>
              <a:off x="2332038" y="2967037"/>
              <a:ext cx="207963" cy="192088"/>
            </a:xfrm>
            <a:custGeom>
              <a:avLst/>
              <a:gdLst>
                <a:gd name="T0" fmla="*/ 4 w 98"/>
                <a:gd name="T1" fmla="*/ 57 h 91"/>
                <a:gd name="T2" fmla="*/ 68 w 98"/>
                <a:gd name="T3" fmla="*/ 2 h 91"/>
                <a:gd name="T4" fmla="*/ 79 w 98"/>
                <a:gd name="T5" fmla="*/ 3 h 91"/>
                <a:gd name="T6" fmla="*/ 95 w 98"/>
                <a:gd name="T7" fmla="*/ 23 h 91"/>
                <a:gd name="T8" fmla="*/ 95 w 98"/>
                <a:gd name="T9" fmla="*/ 33 h 91"/>
                <a:gd name="T10" fmla="*/ 30 w 98"/>
                <a:gd name="T11" fmla="*/ 88 h 91"/>
                <a:gd name="T12" fmla="*/ 20 w 98"/>
                <a:gd name="T13" fmla="*/ 87 h 91"/>
                <a:gd name="T14" fmla="*/ 3 w 98"/>
                <a:gd name="T15" fmla="*/ 67 h 91"/>
                <a:gd name="T16" fmla="*/ 4 w 98"/>
                <a:gd name="T17" fmla="*/ 5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1">
                  <a:moveTo>
                    <a:pt x="4" y="57"/>
                  </a:moveTo>
                  <a:cubicBezTo>
                    <a:pt x="68" y="2"/>
                    <a:pt x="68" y="2"/>
                    <a:pt x="68" y="2"/>
                  </a:cubicBezTo>
                  <a:cubicBezTo>
                    <a:pt x="71" y="0"/>
                    <a:pt x="76" y="0"/>
                    <a:pt x="79" y="3"/>
                  </a:cubicBezTo>
                  <a:cubicBezTo>
                    <a:pt x="95" y="23"/>
                    <a:pt x="95" y="23"/>
                    <a:pt x="95" y="23"/>
                  </a:cubicBezTo>
                  <a:cubicBezTo>
                    <a:pt x="98" y="26"/>
                    <a:pt x="98" y="30"/>
                    <a:pt x="95" y="33"/>
                  </a:cubicBezTo>
                  <a:cubicBezTo>
                    <a:pt x="30" y="88"/>
                    <a:pt x="30" y="88"/>
                    <a:pt x="30" y="88"/>
                  </a:cubicBezTo>
                  <a:cubicBezTo>
                    <a:pt x="27" y="91"/>
                    <a:pt x="22" y="90"/>
                    <a:pt x="20" y="87"/>
                  </a:cubicBezTo>
                  <a:cubicBezTo>
                    <a:pt x="3" y="67"/>
                    <a:pt x="3" y="67"/>
                    <a:pt x="3" y="67"/>
                  </a:cubicBezTo>
                  <a:cubicBezTo>
                    <a:pt x="0" y="64"/>
                    <a:pt x="1" y="60"/>
                    <a:pt x="4" y="5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1" name="Freeform 159"/>
            <p:cNvSpPr>
              <a:spLocks/>
            </p:cNvSpPr>
            <p:nvPr/>
          </p:nvSpPr>
          <p:spPr bwMode="auto">
            <a:xfrm>
              <a:off x="2398713" y="3109912"/>
              <a:ext cx="127000" cy="125413"/>
            </a:xfrm>
            <a:custGeom>
              <a:avLst/>
              <a:gdLst>
                <a:gd name="T0" fmla="*/ 3 w 60"/>
                <a:gd name="T1" fmla="*/ 25 h 59"/>
                <a:gd name="T2" fmla="*/ 30 w 60"/>
                <a:gd name="T3" fmla="*/ 3 h 59"/>
                <a:gd name="T4" fmla="*/ 40 w 60"/>
                <a:gd name="T5" fmla="*/ 3 h 59"/>
                <a:gd name="T6" fmla="*/ 57 w 60"/>
                <a:gd name="T7" fmla="*/ 23 h 59"/>
                <a:gd name="T8" fmla="*/ 56 w 60"/>
                <a:gd name="T9" fmla="*/ 33 h 59"/>
                <a:gd name="T10" fmla="*/ 29 w 60"/>
                <a:gd name="T11" fmla="*/ 56 h 59"/>
                <a:gd name="T12" fmla="*/ 19 w 60"/>
                <a:gd name="T13" fmla="*/ 55 h 59"/>
                <a:gd name="T14" fmla="*/ 2 w 60"/>
                <a:gd name="T15" fmla="*/ 36 h 59"/>
                <a:gd name="T16" fmla="*/ 3 w 60"/>
                <a:gd name="T17"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59">
                  <a:moveTo>
                    <a:pt x="3" y="25"/>
                  </a:moveTo>
                  <a:cubicBezTo>
                    <a:pt x="30" y="3"/>
                    <a:pt x="30" y="3"/>
                    <a:pt x="30" y="3"/>
                  </a:cubicBezTo>
                  <a:cubicBezTo>
                    <a:pt x="33" y="0"/>
                    <a:pt x="38" y="0"/>
                    <a:pt x="40" y="3"/>
                  </a:cubicBezTo>
                  <a:cubicBezTo>
                    <a:pt x="57" y="23"/>
                    <a:pt x="57" y="23"/>
                    <a:pt x="57" y="23"/>
                  </a:cubicBezTo>
                  <a:cubicBezTo>
                    <a:pt x="60" y="26"/>
                    <a:pt x="59" y="31"/>
                    <a:pt x="56" y="33"/>
                  </a:cubicBezTo>
                  <a:cubicBezTo>
                    <a:pt x="29" y="56"/>
                    <a:pt x="29" y="56"/>
                    <a:pt x="29" y="56"/>
                  </a:cubicBezTo>
                  <a:cubicBezTo>
                    <a:pt x="26" y="59"/>
                    <a:pt x="22" y="58"/>
                    <a:pt x="19" y="55"/>
                  </a:cubicBezTo>
                  <a:cubicBezTo>
                    <a:pt x="2" y="36"/>
                    <a:pt x="2" y="36"/>
                    <a:pt x="2" y="36"/>
                  </a:cubicBezTo>
                  <a:cubicBezTo>
                    <a:pt x="0" y="33"/>
                    <a:pt x="0" y="28"/>
                    <a:pt x="3" y="25"/>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2" name="Freeform 160"/>
            <p:cNvSpPr>
              <a:spLocks/>
            </p:cNvSpPr>
            <p:nvPr/>
          </p:nvSpPr>
          <p:spPr bwMode="auto">
            <a:xfrm>
              <a:off x="2317750" y="2798762"/>
              <a:ext cx="111125" cy="111125"/>
            </a:xfrm>
            <a:custGeom>
              <a:avLst/>
              <a:gdLst>
                <a:gd name="T0" fmla="*/ 3 w 52"/>
                <a:gd name="T1" fmla="*/ 19 h 52"/>
                <a:gd name="T2" fmla="*/ 22 w 52"/>
                <a:gd name="T3" fmla="*/ 2 h 52"/>
                <a:gd name="T4" fmla="*/ 32 w 52"/>
                <a:gd name="T5" fmla="*/ 3 h 52"/>
                <a:gd name="T6" fmla="*/ 49 w 52"/>
                <a:gd name="T7" fmla="*/ 23 h 52"/>
                <a:gd name="T8" fmla="*/ 48 w 52"/>
                <a:gd name="T9" fmla="*/ 33 h 52"/>
                <a:gd name="T10" fmla="*/ 29 w 52"/>
                <a:gd name="T11" fmla="*/ 49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2"/>
                    <a:pt x="22" y="2"/>
                    <a:pt x="22" y="2"/>
                  </a:cubicBezTo>
                  <a:cubicBezTo>
                    <a:pt x="25" y="0"/>
                    <a:pt x="30" y="0"/>
                    <a:pt x="32" y="3"/>
                  </a:cubicBezTo>
                  <a:cubicBezTo>
                    <a:pt x="49" y="23"/>
                    <a:pt x="49" y="23"/>
                    <a:pt x="49" y="23"/>
                  </a:cubicBezTo>
                  <a:cubicBezTo>
                    <a:pt x="52" y="26"/>
                    <a:pt x="51" y="30"/>
                    <a:pt x="48" y="33"/>
                  </a:cubicBezTo>
                  <a:cubicBezTo>
                    <a:pt x="29" y="49"/>
                    <a:pt x="29" y="49"/>
                    <a:pt x="29" y="49"/>
                  </a:cubicBezTo>
                  <a:cubicBezTo>
                    <a:pt x="26" y="52"/>
                    <a:pt x="21"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3" name="Freeform 161"/>
            <p:cNvSpPr>
              <a:spLocks/>
            </p:cNvSpPr>
            <p:nvPr/>
          </p:nvSpPr>
          <p:spPr bwMode="auto">
            <a:xfrm>
              <a:off x="2395538" y="2730500"/>
              <a:ext cx="111125"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4" name="Freeform 162"/>
            <p:cNvSpPr>
              <a:spLocks/>
            </p:cNvSpPr>
            <p:nvPr/>
          </p:nvSpPr>
          <p:spPr bwMode="auto">
            <a:xfrm>
              <a:off x="2474913" y="2663825"/>
              <a:ext cx="109538" cy="111125"/>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1"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5" name="Freeform 163"/>
            <p:cNvSpPr>
              <a:spLocks/>
            </p:cNvSpPr>
            <p:nvPr/>
          </p:nvSpPr>
          <p:spPr bwMode="auto">
            <a:xfrm>
              <a:off x="2552700" y="2597150"/>
              <a:ext cx="112713" cy="111125"/>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49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6" name="Freeform 164"/>
            <p:cNvSpPr>
              <a:spLocks/>
            </p:cNvSpPr>
            <p:nvPr/>
          </p:nvSpPr>
          <p:spPr bwMode="auto">
            <a:xfrm>
              <a:off x="2633663" y="2530475"/>
              <a:ext cx="109538"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7" name="Freeform 165"/>
            <p:cNvSpPr>
              <a:spLocks/>
            </p:cNvSpPr>
            <p:nvPr/>
          </p:nvSpPr>
          <p:spPr bwMode="auto">
            <a:xfrm>
              <a:off x="2711450" y="2462212"/>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1"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8" name="Freeform 166"/>
            <p:cNvSpPr>
              <a:spLocks/>
            </p:cNvSpPr>
            <p:nvPr/>
          </p:nvSpPr>
          <p:spPr bwMode="auto">
            <a:xfrm>
              <a:off x="2790825" y="2397125"/>
              <a:ext cx="111125"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49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9" name="Freeform 167"/>
            <p:cNvSpPr>
              <a:spLocks/>
            </p:cNvSpPr>
            <p:nvPr/>
          </p:nvSpPr>
          <p:spPr bwMode="auto">
            <a:xfrm>
              <a:off x="2870200" y="2328862"/>
              <a:ext cx="111125"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0" name="Freeform 168"/>
            <p:cNvSpPr>
              <a:spLocks/>
            </p:cNvSpPr>
            <p:nvPr/>
          </p:nvSpPr>
          <p:spPr bwMode="auto">
            <a:xfrm>
              <a:off x="2949575" y="2260600"/>
              <a:ext cx="109538"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1"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1" name="Freeform 169"/>
            <p:cNvSpPr>
              <a:spLocks/>
            </p:cNvSpPr>
            <p:nvPr/>
          </p:nvSpPr>
          <p:spPr bwMode="auto">
            <a:xfrm>
              <a:off x="3027363" y="2195512"/>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49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2" name="Freeform 170"/>
            <p:cNvSpPr>
              <a:spLocks/>
            </p:cNvSpPr>
            <p:nvPr/>
          </p:nvSpPr>
          <p:spPr bwMode="auto">
            <a:xfrm>
              <a:off x="3108325" y="2127250"/>
              <a:ext cx="109538"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3" name="Freeform 171"/>
            <p:cNvSpPr>
              <a:spLocks/>
            </p:cNvSpPr>
            <p:nvPr/>
          </p:nvSpPr>
          <p:spPr bwMode="auto">
            <a:xfrm>
              <a:off x="3186113" y="2058987"/>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4" name="Freeform 172"/>
            <p:cNvSpPr>
              <a:spLocks/>
            </p:cNvSpPr>
            <p:nvPr/>
          </p:nvSpPr>
          <p:spPr bwMode="auto">
            <a:xfrm>
              <a:off x="2405063" y="2855912"/>
              <a:ext cx="109538" cy="111125"/>
            </a:xfrm>
            <a:custGeom>
              <a:avLst/>
              <a:gdLst>
                <a:gd name="T0" fmla="*/ 3 w 52"/>
                <a:gd name="T1" fmla="*/ 19 h 52"/>
                <a:gd name="T2" fmla="*/ 22 w 52"/>
                <a:gd name="T3" fmla="*/ 2 h 52"/>
                <a:gd name="T4" fmla="*/ 32 w 52"/>
                <a:gd name="T5" fmla="*/ 3 h 52"/>
                <a:gd name="T6" fmla="*/ 49 w 52"/>
                <a:gd name="T7" fmla="*/ 23 h 52"/>
                <a:gd name="T8" fmla="*/ 48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2"/>
                    <a:pt x="22" y="2"/>
                    <a:pt x="22" y="2"/>
                  </a:cubicBezTo>
                  <a:cubicBezTo>
                    <a:pt x="25" y="0"/>
                    <a:pt x="30" y="0"/>
                    <a:pt x="32" y="3"/>
                  </a:cubicBezTo>
                  <a:cubicBezTo>
                    <a:pt x="49" y="23"/>
                    <a:pt x="49" y="23"/>
                    <a:pt x="49" y="23"/>
                  </a:cubicBezTo>
                  <a:cubicBezTo>
                    <a:pt x="52" y="26"/>
                    <a:pt x="51" y="31"/>
                    <a:pt x="48"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5" name="Freeform 173"/>
            <p:cNvSpPr>
              <a:spLocks/>
            </p:cNvSpPr>
            <p:nvPr/>
          </p:nvSpPr>
          <p:spPr bwMode="auto">
            <a:xfrm>
              <a:off x="2482850" y="2787650"/>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6" name="Freeform 174"/>
            <p:cNvSpPr>
              <a:spLocks/>
            </p:cNvSpPr>
            <p:nvPr/>
          </p:nvSpPr>
          <p:spPr bwMode="auto">
            <a:xfrm>
              <a:off x="2562225" y="2722562"/>
              <a:ext cx="109538" cy="109538"/>
            </a:xfrm>
            <a:custGeom>
              <a:avLst/>
              <a:gdLst>
                <a:gd name="T0" fmla="*/ 4 w 52"/>
                <a:gd name="T1" fmla="*/ 19 h 52"/>
                <a:gd name="T2" fmla="*/ 23 w 52"/>
                <a:gd name="T3" fmla="*/ 2 h 52"/>
                <a:gd name="T4" fmla="*/ 33 w 52"/>
                <a:gd name="T5" fmla="*/ 3 h 52"/>
                <a:gd name="T6" fmla="*/ 50 w 52"/>
                <a:gd name="T7" fmla="*/ 23 h 52"/>
                <a:gd name="T8" fmla="*/ 49 w 52"/>
                <a:gd name="T9" fmla="*/ 33 h 52"/>
                <a:gd name="T10" fmla="*/ 30 w 52"/>
                <a:gd name="T11" fmla="*/ 49 h 52"/>
                <a:gd name="T12" fmla="*/ 20 w 52"/>
                <a:gd name="T13" fmla="*/ 49 h 52"/>
                <a:gd name="T14" fmla="*/ 3 w 52"/>
                <a:gd name="T15" fmla="*/ 29 h 52"/>
                <a:gd name="T16" fmla="*/ 4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4" y="19"/>
                  </a:moveTo>
                  <a:cubicBezTo>
                    <a:pt x="23" y="2"/>
                    <a:pt x="23" y="2"/>
                    <a:pt x="23" y="2"/>
                  </a:cubicBezTo>
                  <a:cubicBezTo>
                    <a:pt x="26" y="0"/>
                    <a:pt x="30" y="0"/>
                    <a:pt x="33" y="3"/>
                  </a:cubicBezTo>
                  <a:cubicBezTo>
                    <a:pt x="50" y="23"/>
                    <a:pt x="50" y="23"/>
                    <a:pt x="50" y="23"/>
                  </a:cubicBezTo>
                  <a:cubicBezTo>
                    <a:pt x="52"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7" name="Freeform 175"/>
            <p:cNvSpPr>
              <a:spLocks/>
            </p:cNvSpPr>
            <p:nvPr/>
          </p:nvSpPr>
          <p:spPr bwMode="auto">
            <a:xfrm>
              <a:off x="2641600" y="2654300"/>
              <a:ext cx="111125" cy="111125"/>
            </a:xfrm>
            <a:custGeom>
              <a:avLst/>
              <a:gdLst>
                <a:gd name="T0" fmla="*/ 3 w 52"/>
                <a:gd name="T1" fmla="*/ 19 h 52"/>
                <a:gd name="T2" fmla="*/ 22 w 52"/>
                <a:gd name="T3" fmla="*/ 2 h 52"/>
                <a:gd name="T4" fmla="*/ 32 w 52"/>
                <a:gd name="T5" fmla="*/ 3 h 52"/>
                <a:gd name="T6" fmla="*/ 49 w 52"/>
                <a:gd name="T7" fmla="*/ 23 h 52"/>
                <a:gd name="T8" fmla="*/ 48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2"/>
                    <a:pt x="22" y="2"/>
                    <a:pt x="22" y="2"/>
                  </a:cubicBezTo>
                  <a:cubicBezTo>
                    <a:pt x="25" y="0"/>
                    <a:pt x="30" y="0"/>
                    <a:pt x="32" y="3"/>
                  </a:cubicBezTo>
                  <a:cubicBezTo>
                    <a:pt x="49" y="23"/>
                    <a:pt x="49" y="23"/>
                    <a:pt x="49" y="23"/>
                  </a:cubicBezTo>
                  <a:cubicBezTo>
                    <a:pt x="52" y="26"/>
                    <a:pt x="51" y="31"/>
                    <a:pt x="48" y="33"/>
                  </a:cubicBezTo>
                  <a:cubicBezTo>
                    <a:pt x="29" y="50"/>
                    <a:pt x="29" y="50"/>
                    <a:pt x="29" y="50"/>
                  </a:cubicBezTo>
                  <a:cubicBezTo>
                    <a:pt x="26" y="52"/>
                    <a:pt x="21"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8" name="Freeform 176"/>
            <p:cNvSpPr>
              <a:spLocks/>
            </p:cNvSpPr>
            <p:nvPr/>
          </p:nvSpPr>
          <p:spPr bwMode="auto">
            <a:xfrm>
              <a:off x="2720975" y="2587625"/>
              <a:ext cx="109538" cy="111125"/>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9" name="Freeform 177"/>
            <p:cNvSpPr>
              <a:spLocks/>
            </p:cNvSpPr>
            <p:nvPr/>
          </p:nvSpPr>
          <p:spPr bwMode="auto">
            <a:xfrm>
              <a:off x="2798763" y="2520950"/>
              <a:ext cx="109538"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30 w 52"/>
                <a:gd name="T11" fmla="*/ 49 h 52"/>
                <a:gd name="T12" fmla="*/ 20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0"/>
                    <a:pt x="49" y="33"/>
                  </a:cubicBezTo>
                  <a:cubicBezTo>
                    <a:pt x="30" y="49"/>
                    <a:pt x="30" y="49"/>
                    <a:pt x="30" y="49"/>
                  </a:cubicBezTo>
                  <a:cubicBezTo>
                    <a:pt x="27" y="52"/>
                    <a:pt x="22" y="52"/>
                    <a:pt x="20" y="49"/>
                  </a:cubicBezTo>
                  <a:cubicBezTo>
                    <a:pt x="3" y="29"/>
                    <a:pt x="3" y="29"/>
                    <a:pt x="3" y="29"/>
                  </a:cubicBezTo>
                  <a:cubicBezTo>
                    <a:pt x="0" y="26"/>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0" name="Freeform 178"/>
            <p:cNvSpPr>
              <a:spLocks/>
            </p:cNvSpPr>
            <p:nvPr/>
          </p:nvSpPr>
          <p:spPr bwMode="auto">
            <a:xfrm>
              <a:off x="2876550" y="2454275"/>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1" name="Freeform 179"/>
            <p:cNvSpPr>
              <a:spLocks/>
            </p:cNvSpPr>
            <p:nvPr/>
          </p:nvSpPr>
          <p:spPr bwMode="auto">
            <a:xfrm>
              <a:off x="2957513" y="2386012"/>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2" name="Freeform 180"/>
            <p:cNvSpPr>
              <a:spLocks/>
            </p:cNvSpPr>
            <p:nvPr/>
          </p:nvSpPr>
          <p:spPr bwMode="auto">
            <a:xfrm>
              <a:off x="3036888" y="2319337"/>
              <a:ext cx="109538" cy="111125"/>
            </a:xfrm>
            <a:custGeom>
              <a:avLst/>
              <a:gdLst>
                <a:gd name="T0" fmla="*/ 4 w 52"/>
                <a:gd name="T1" fmla="*/ 19 h 52"/>
                <a:gd name="T2" fmla="*/ 23 w 52"/>
                <a:gd name="T3" fmla="*/ 2 h 52"/>
                <a:gd name="T4" fmla="*/ 33 w 52"/>
                <a:gd name="T5" fmla="*/ 3 h 52"/>
                <a:gd name="T6" fmla="*/ 50 w 52"/>
                <a:gd name="T7" fmla="*/ 23 h 52"/>
                <a:gd name="T8" fmla="*/ 49 w 52"/>
                <a:gd name="T9" fmla="*/ 33 h 52"/>
                <a:gd name="T10" fmla="*/ 30 w 52"/>
                <a:gd name="T11" fmla="*/ 49 h 52"/>
                <a:gd name="T12" fmla="*/ 20 w 52"/>
                <a:gd name="T13" fmla="*/ 49 h 52"/>
                <a:gd name="T14" fmla="*/ 3 w 52"/>
                <a:gd name="T15" fmla="*/ 29 h 52"/>
                <a:gd name="T16" fmla="*/ 4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4" y="19"/>
                  </a:moveTo>
                  <a:cubicBezTo>
                    <a:pt x="23" y="2"/>
                    <a:pt x="23" y="2"/>
                    <a:pt x="23" y="2"/>
                  </a:cubicBezTo>
                  <a:cubicBezTo>
                    <a:pt x="26" y="0"/>
                    <a:pt x="30" y="0"/>
                    <a:pt x="33" y="3"/>
                  </a:cubicBezTo>
                  <a:cubicBezTo>
                    <a:pt x="50" y="23"/>
                    <a:pt x="50" y="23"/>
                    <a:pt x="50" y="23"/>
                  </a:cubicBezTo>
                  <a:cubicBezTo>
                    <a:pt x="52"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3" name="Freeform 181"/>
            <p:cNvSpPr>
              <a:spLocks/>
            </p:cNvSpPr>
            <p:nvPr/>
          </p:nvSpPr>
          <p:spPr bwMode="auto">
            <a:xfrm>
              <a:off x="3114675" y="2252662"/>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4" name="Freeform 182"/>
            <p:cNvSpPr>
              <a:spLocks/>
            </p:cNvSpPr>
            <p:nvPr/>
          </p:nvSpPr>
          <p:spPr bwMode="auto">
            <a:xfrm>
              <a:off x="3195638" y="2184400"/>
              <a:ext cx="109538"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5" name="Freeform 183"/>
            <p:cNvSpPr>
              <a:spLocks/>
            </p:cNvSpPr>
            <p:nvPr/>
          </p:nvSpPr>
          <p:spPr bwMode="auto">
            <a:xfrm>
              <a:off x="2511425" y="2897187"/>
              <a:ext cx="109538" cy="111125"/>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6" name="Freeform 184"/>
            <p:cNvSpPr>
              <a:spLocks/>
            </p:cNvSpPr>
            <p:nvPr/>
          </p:nvSpPr>
          <p:spPr bwMode="auto">
            <a:xfrm>
              <a:off x="2589213" y="2830512"/>
              <a:ext cx="109538"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7" y="52"/>
                    <a:pt x="22" y="52"/>
                    <a:pt x="19" y="49"/>
                  </a:cubicBezTo>
                  <a:cubicBezTo>
                    <a:pt x="3" y="29"/>
                    <a:pt x="3" y="29"/>
                    <a:pt x="3"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7" name="Freeform 185"/>
            <p:cNvSpPr>
              <a:spLocks/>
            </p:cNvSpPr>
            <p:nvPr/>
          </p:nvSpPr>
          <p:spPr bwMode="auto">
            <a:xfrm>
              <a:off x="2667000" y="2762250"/>
              <a:ext cx="112713" cy="111125"/>
            </a:xfrm>
            <a:custGeom>
              <a:avLst/>
              <a:gdLst>
                <a:gd name="T0" fmla="*/ 4 w 53"/>
                <a:gd name="T1" fmla="*/ 19 h 52"/>
                <a:gd name="T2" fmla="*/ 23 w 53"/>
                <a:gd name="T3" fmla="*/ 3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3"/>
                    <a:pt x="23" y="3"/>
                    <a:pt x="23" y="3"/>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2"/>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8" name="Freeform 186"/>
            <p:cNvSpPr>
              <a:spLocks/>
            </p:cNvSpPr>
            <p:nvPr/>
          </p:nvSpPr>
          <p:spPr bwMode="auto">
            <a:xfrm>
              <a:off x="2747963" y="2695575"/>
              <a:ext cx="109538" cy="111125"/>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9" name="Freeform 187"/>
            <p:cNvSpPr>
              <a:spLocks/>
            </p:cNvSpPr>
            <p:nvPr/>
          </p:nvSpPr>
          <p:spPr bwMode="auto">
            <a:xfrm>
              <a:off x="2825750" y="2628900"/>
              <a:ext cx="111125"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3" y="29"/>
                    <a:pt x="3" y="29"/>
                    <a:pt x="3"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0" name="Freeform 188"/>
            <p:cNvSpPr>
              <a:spLocks/>
            </p:cNvSpPr>
            <p:nvPr/>
          </p:nvSpPr>
          <p:spPr bwMode="auto">
            <a:xfrm>
              <a:off x="2905125" y="2562225"/>
              <a:ext cx="112713" cy="109538"/>
            </a:xfrm>
            <a:custGeom>
              <a:avLst/>
              <a:gdLst>
                <a:gd name="T0" fmla="*/ 4 w 53"/>
                <a:gd name="T1" fmla="*/ 19 h 52"/>
                <a:gd name="T2" fmla="*/ 23 w 53"/>
                <a:gd name="T3" fmla="*/ 3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3"/>
                    <a:pt x="23" y="3"/>
                    <a:pt x="23" y="3"/>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2"/>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1" name="Freeform 189"/>
            <p:cNvSpPr>
              <a:spLocks/>
            </p:cNvSpPr>
            <p:nvPr/>
          </p:nvSpPr>
          <p:spPr bwMode="auto">
            <a:xfrm>
              <a:off x="2986088" y="2493962"/>
              <a:ext cx="109538" cy="112713"/>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2" name="Freeform 190"/>
            <p:cNvSpPr>
              <a:spLocks/>
            </p:cNvSpPr>
            <p:nvPr/>
          </p:nvSpPr>
          <p:spPr bwMode="auto">
            <a:xfrm>
              <a:off x="3063875" y="2428875"/>
              <a:ext cx="109538"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3" y="29"/>
                    <a:pt x="3" y="29"/>
                    <a:pt x="3"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3" name="Freeform 191"/>
            <p:cNvSpPr>
              <a:spLocks/>
            </p:cNvSpPr>
            <p:nvPr/>
          </p:nvSpPr>
          <p:spPr bwMode="auto">
            <a:xfrm>
              <a:off x="3141663" y="2360612"/>
              <a:ext cx="112713" cy="109538"/>
            </a:xfrm>
            <a:custGeom>
              <a:avLst/>
              <a:gdLst>
                <a:gd name="T0" fmla="*/ 4 w 53"/>
                <a:gd name="T1" fmla="*/ 19 h 52"/>
                <a:gd name="T2" fmla="*/ 23 w 53"/>
                <a:gd name="T3" fmla="*/ 3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3"/>
                    <a:pt x="23" y="3"/>
                    <a:pt x="23" y="3"/>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2"/>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4" name="Freeform 192"/>
            <p:cNvSpPr>
              <a:spLocks/>
            </p:cNvSpPr>
            <p:nvPr/>
          </p:nvSpPr>
          <p:spPr bwMode="auto">
            <a:xfrm>
              <a:off x="3222625" y="2292350"/>
              <a:ext cx="109538" cy="112713"/>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5" name="Freeform 193"/>
            <p:cNvSpPr>
              <a:spLocks/>
            </p:cNvSpPr>
            <p:nvPr/>
          </p:nvSpPr>
          <p:spPr bwMode="auto">
            <a:xfrm>
              <a:off x="3300413" y="2197100"/>
              <a:ext cx="144463" cy="139700"/>
            </a:xfrm>
            <a:custGeom>
              <a:avLst/>
              <a:gdLst>
                <a:gd name="T0" fmla="*/ 3 w 68"/>
                <a:gd name="T1" fmla="*/ 33 h 66"/>
                <a:gd name="T2" fmla="*/ 39 w 68"/>
                <a:gd name="T3" fmla="*/ 3 h 66"/>
                <a:gd name="T4" fmla="*/ 49 w 68"/>
                <a:gd name="T5" fmla="*/ 4 h 66"/>
                <a:gd name="T6" fmla="*/ 66 w 68"/>
                <a:gd name="T7" fmla="*/ 23 h 66"/>
                <a:gd name="T8" fmla="*/ 65 w 68"/>
                <a:gd name="T9" fmla="*/ 34 h 66"/>
                <a:gd name="T10" fmla="*/ 30 w 68"/>
                <a:gd name="T11" fmla="*/ 63 h 66"/>
                <a:gd name="T12" fmla="*/ 19 w 68"/>
                <a:gd name="T13" fmla="*/ 63 h 66"/>
                <a:gd name="T14" fmla="*/ 3 w 68"/>
                <a:gd name="T15" fmla="*/ 43 h 66"/>
                <a:gd name="T16" fmla="*/ 3 w 68"/>
                <a:gd name="T17"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66">
                  <a:moveTo>
                    <a:pt x="3" y="33"/>
                  </a:moveTo>
                  <a:cubicBezTo>
                    <a:pt x="39" y="3"/>
                    <a:pt x="39" y="3"/>
                    <a:pt x="39" y="3"/>
                  </a:cubicBezTo>
                  <a:cubicBezTo>
                    <a:pt x="42" y="0"/>
                    <a:pt x="46" y="1"/>
                    <a:pt x="49" y="4"/>
                  </a:cubicBezTo>
                  <a:cubicBezTo>
                    <a:pt x="66" y="23"/>
                    <a:pt x="66" y="23"/>
                    <a:pt x="66" y="23"/>
                  </a:cubicBezTo>
                  <a:cubicBezTo>
                    <a:pt x="68" y="27"/>
                    <a:pt x="68" y="31"/>
                    <a:pt x="65" y="34"/>
                  </a:cubicBezTo>
                  <a:cubicBezTo>
                    <a:pt x="30" y="63"/>
                    <a:pt x="30" y="63"/>
                    <a:pt x="30" y="63"/>
                  </a:cubicBezTo>
                  <a:cubicBezTo>
                    <a:pt x="27" y="66"/>
                    <a:pt x="22" y="66"/>
                    <a:pt x="19" y="63"/>
                  </a:cubicBezTo>
                  <a:cubicBezTo>
                    <a:pt x="3" y="43"/>
                    <a:pt x="3" y="43"/>
                    <a:pt x="3" y="43"/>
                  </a:cubicBezTo>
                  <a:cubicBezTo>
                    <a:pt x="0" y="40"/>
                    <a:pt x="0" y="35"/>
                    <a:pt x="3" y="33"/>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6" name="Freeform 194"/>
            <p:cNvSpPr>
              <a:spLocks/>
            </p:cNvSpPr>
            <p:nvPr/>
          </p:nvSpPr>
          <p:spPr bwMode="auto">
            <a:xfrm>
              <a:off x="2493963" y="3043237"/>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7" name="Freeform 195"/>
            <p:cNvSpPr>
              <a:spLocks/>
            </p:cNvSpPr>
            <p:nvPr/>
          </p:nvSpPr>
          <p:spPr bwMode="auto">
            <a:xfrm>
              <a:off x="2574925" y="2974975"/>
              <a:ext cx="109538" cy="109538"/>
            </a:xfrm>
            <a:custGeom>
              <a:avLst/>
              <a:gdLst>
                <a:gd name="T0" fmla="*/ 3 w 52"/>
                <a:gd name="T1" fmla="*/ 19 h 52"/>
                <a:gd name="T2" fmla="*/ 22 w 52"/>
                <a:gd name="T3" fmla="*/ 3 h 52"/>
                <a:gd name="T4" fmla="*/ 32 w 52"/>
                <a:gd name="T5" fmla="*/ 3 h 52"/>
                <a:gd name="T6" fmla="*/ 49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3"/>
                    <a:pt x="22" y="3"/>
                    <a:pt x="22" y="3"/>
                  </a:cubicBezTo>
                  <a:cubicBezTo>
                    <a:pt x="25" y="0"/>
                    <a:pt x="30" y="0"/>
                    <a:pt x="32" y="3"/>
                  </a:cubicBezTo>
                  <a:cubicBezTo>
                    <a:pt x="49" y="23"/>
                    <a:pt x="49" y="23"/>
                    <a:pt x="49"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8" name="Freeform 196"/>
            <p:cNvSpPr>
              <a:spLocks/>
            </p:cNvSpPr>
            <p:nvPr/>
          </p:nvSpPr>
          <p:spPr bwMode="auto">
            <a:xfrm>
              <a:off x="2652713" y="2906712"/>
              <a:ext cx="109538"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9" name="Freeform 197"/>
            <p:cNvSpPr>
              <a:spLocks/>
            </p:cNvSpPr>
            <p:nvPr/>
          </p:nvSpPr>
          <p:spPr bwMode="auto">
            <a:xfrm>
              <a:off x="2730500" y="2841625"/>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0" name="Freeform 198"/>
            <p:cNvSpPr>
              <a:spLocks/>
            </p:cNvSpPr>
            <p:nvPr/>
          </p:nvSpPr>
          <p:spPr bwMode="auto">
            <a:xfrm>
              <a:off x="2811463" y="2773362"/>
              <a:ext cx="109538" cy="111125"/>
            </a:xfrm>
            <a:custGeom>
              <a:avLst/>
              <a:gdLst>
                <a:gd name="T0" fmla="*/ 3 w 52"/>
                <a:gd name="T1" fmla="*/ 19 h 52"/>
                <a:gd name="T2" fmla="*/ 22 w 52"/>
                <a:gd name="T3" fmla="*/ 3 h 52"/>
                <a:gd name="T4" fmla="*/ 32 w 52"/>
                <a:gd name="T5" fmla="*/ 3 h 52"/>
                <a:gd name="T6" fmla="*/ 49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3"/>
                    <a:pt x="22" y="3"/>
                    <a:pt x="22" y="3"/>
                  </a:cubicBezTo>
                  <a:cubicBezTo>
                    <a:pt x="25" y="0"/>
                    <a:pt x="30" y="0"/>
                    <a:pt x="32" y="3"/>
                  </a:cubicBezTo>
                  <a:cubicBezTo>
                    <a:pt x="49" y="23"/>
                    <a:pt x="49" y="23"/>
                    <a:pt x="49"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1" name="Freeform 199"/>
            <p:cNvSpPr>
              <a:spLocks/>
            </p:cNvSpPr>
            <p:nvPr/>
          </p:nvSpPr>
          <p:spPr bwMode="auto">
            <a:xfrm>
              <a:off x="2889250" y="2705100"/>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7" y="53"/>
                    <a:pt x="22" y="52"/>
                    <a:pt x="20"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2" name="Freeform 200"/>
            <p:cNvSpPr>
              <a:spLocks/>
            </p:cNvSpPr>
            <p:nvPr/>
          </p:nvSpPr>
          <p:spPr bwMode="auto">
            <a:xfrm>
              <a:off x="2968625" y="2640012"/>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3" name="Freeform 201"/>
            <p:cNvSpPr>
              <a:spLocks/>
            </p:cNvSpPr>
            <p:nvPr/>
          </p:nvSpPr>
          <p:spPr bwMode="auto">
            <a:xfrm>
              <a:off x="3049588" y="2571750"/>
              <a:ext cx="109538" cy="111125"/>
            </a:xfrm>
            <a:custGeom>
              <a:avLst/>
              <a:gdLst>
                <a:gd name="T0" fmla="*/ 3 w 52"/>
                <a:gd name="T1" fmla="*/ 19 h 52"/>
                <a:gd name="T2" fmla="*/ 22 w 52"/>
                <a:gd name="T3" fmla="*/ 3 h 52"/>
                <a:gd name="T4" fmla="*/ 32 w 52"/>
                <a:gd name="T5" fmla="*/ 3 h 52"/>
                <a:gd name="T6" fmla="*/ 49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3"/>
                    <a:pt x="22" y="3"/>
                    <a:pt x="22" y="3"/>
                  </a:cubicBezTo>
                  <a:cubicBezTo>
                    <a:pt x="25" y="0"/>
                    <a:pt x="30" y="0"/>
                    <a:pt x="32" y="3"/>
                  </a:cubicBezTo>
                  <a:cubicBezTo>
                    <a:pt x="49" y="23"/>
                    <a:pt x="49" y="23"/>
                    <a:pt x="49"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4" name="Freeform 202"/>
            <p:cNvSpPr>
              <a:spLocks/>
            </p:cNvSpPr>
            <p:nvPr/>
          </p:nvSpPr>
          <p:spPr bwMode="auto">
            <a:xfrm>
              <a:off x="3127375" y="2505075"/>
              <a:ext cx="109538" cy="111125"/>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7" y="53"/>
                    <a:pt x="22" y="52"/>
                    <a:pt x="19"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5" name="Freeform 203"/>
            <p:cNvSpPr>
              <a:spLocks/>
            </p:cNvSpPr>
            <p:nvPr/>
          </p:nvSpPr>
          <p:spPr bwMode="auto">
            <a:xfrm>
              <a:off x="3205163" y="2438400"/>
              <a:ext cx="112713" cy="111125"/>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6" name="Freeform 204"/>
            <p:cNvSpPr>
              <a:spLocks/>
            </p:cNvSpPr>
            <p:nvPr/>
          </p:nvSpPr>
          <p:spPr bwMode="auto">
            <a:xfrm>
              <a:off x="3286125" y="2343150"/>
              <a:ext cx="144463" cy="138113"/>
            </a:xfrm>
            <a:custGeom>
              <a:avLst/>
              <a:gdLst>
                <a:gd name="T0" fmla="*/ 3 w 68"/>
                <a:gd name="T1" fmla="*/ 32 h 65"/>
                <a:gd name="T2" fmla="*/ 38 w 68"/>
                <a:gd name="T3" fmla="*/ 2 h 65"/>
                <a:gd name="T4" fmla="*/ 48 w 68"/>
                <a:gd name="T5" fmla="*/ 3 h 65"/>
                <a:gd name="T6" fmla="*/ 65 w 68"/>
                <a:gd name="T7" fmla="*/ 23 h 65"/>
                <a:gd name="T8" fmla="*/ 64 w 68"/>
                <a:gd name="T9" fmla="*/ 33 h 65"/>
                <a:gd name="T10" fmla="*/ 29 w 68"/>
                <a:gd name="T11" fmla="*/ 63 h 65"/>
                <a:gd name="T12" fmla="*/ 19 w 68"/>
                <a:gd name="T13" fmla="*/ 62 h 65"/>
                <a:gd name="T14" fmla="*/ 2 w 68"/>
                <a:gd name="T15" fmla="*/ 42 h 65"/>
                <a:gd name="T16" fmla="*/ 3 w 68"/>
                <a:gd name="T17" fmla="*/ 3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65">
                  <a:moveTo>
                    <a:pt x="3" y="32"/>
                  </a:moveTo>
                  <a:cubicBezTo>
                    <a:pt x="38" y="2"/>
                    <a:pt x="38" y="2"/>
                    <a:pt x="38" y="2"/>
                  </a:cubicBezTo>
                  <a:cubicBezTo>
                    <a:pt x="41" y="0"/>
                    <a:pt x="46" y="0"/>
                    <a:pt x="48" y="3"/>
                  </a:cubicBezTo>
                  <a:cubicBezTo>
                    <a:pt x="65" y="23"/>
                    <a:pt x="65" y="23"/>
                    <a:pt x="65" y="23"/>
                  </a:cubicBezTo>
                  <a:cubicBezTo>
                    <a:pt x="68" y="26"/>
                    <a:pt x="67" y="30"/>
                    <a:pt x="64" y="33"/>
                  </a:cubicBezTo>
                  <a:cubicBezTo>
                    <a:pt x="29" y="63"/>
                    <a:pt x="29" y="63"/>
                    <a:pt x="29" y="63"/>
                  </a:cubicBezTo>
                  <a:cubicBezTo>
                    <a:pt x="26" y="65"/>
                    <a:pt x="22" y="65"/>
                    <a:pt x="19" y="62"/>
                  </a:cubicBezTo>
                  <a:cubicBezTo>
                    <a:pt x="2" y="42"/>
                    <a:pt x="2" y="42"/>
                    <a:pt x="2" y="42"/>
                  </a:cubicBezTo>
                  <a:cubicBezTo>
                    <a:pt x="0" y="39"/>
                    <a:pt x="0" y="35"/>
                    <a:pt x="3" y="3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7" name="Freeform 206"/>
            <p:cNvSpPr>
              <a:spLocks/>
            </p:cNvSpPr>
            <p:nvPr/>
          </p:nvSpPr>
          <p:spPr bwMode="auto">
            <a:xfrm>
              <a:off x="3402013" y="2273300"/>
              <a:ext cx="109538" cy="111125"/>
            </a:xfrm>
            <a:custGeom>
              <a:avLst/>
              <a:gdLst>
                <a:gd name="T0" fmla="*/ 3 w 51"/>
                <a:gd name="T1" fmla="*/ 18 h 52"/>
                <a:gd name="T2" fmla="*/ 22 w 51"/>
                <a:gd name="T3" fmla="*/ 3 h 52"/>
                <a:gd name="T4" fmla="*/ 31 w 51"/>
                <a:gd name="T5" fmla="*/ 3 h 52"/>
                <a:gd name="T6" fmla="*/ 48 w 51"/>
                <a:gd name="T7" fmla="*/ 24 h 52"/>
                <a:gd name="T8" fmla="*/ 48 w 51"/>
                <a:gd name="T9" fmla="*/ 33 h 52"/>
                <a:gd name="T10" fmla="*/ 29 w 51"/>
                <a:gd name="T11" fmla="*/ 49 h 52"/>
                <a:gd name="T12" fmla="*/ 20 w 51"/>
                <a:gd name="T13" fmla="*/ 48 h 52"/>
                <a:gd name="T14" fmla="*/ 2 w 51"/>
                <a:gd name="T15" fmla="*/ 28 h 52"/>
                <a:gd name="T16" fmla="*/ 3 w 51"/>
                <a:gd name="T17"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2">
                  <a:moveTo>
                    <a:pt x="3" y="18"/>
                  </a:moveTo>
                  <a:cubicBezTo>
                    <a:pt x="22" y="3"/>
                    <a:pt x="22" y="3"/>
                    <a:pt x="22" y="3"/>
                  </a:cubicBezTo>
                  <a:cubicBezTo>
                    <a:pt x="24" y="0"/>
                    <a:pt x="29" y="1"/>
                    <a:pt x="31" y="3"/>
                  </a:cubicBezTo>
                  <a:cubicBezTo>
                    <a:pt x="48" y="24"/>
                    <a:pt x="48" y="24"/>
                    <a:pt x="48" y="24"/>
                  </a:cubicBezTo>
                  <a:cubicBezTo>
                    <a:pt x="51" y="27"/>
                    <a:pt x="51" y="31"/>
                    <a:pt x="48" y="33"/>
                  </a:cubicBezTo>
                  <a:cubicBezTo>
                    <a:pt x="29" y="49"/>
                    <a:pt x="29" y="49"/>
                    <a:pt x="29" y="49"/>
                  </a:cubicBezTo>
                  <a:cubicBezTo>
                    <a:pt x="26" y="52"/>
                    <a:pt x="22" y="51"/>
                    <a:pt x="20"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8" name="Freeform 207"/>
            <p:cNvSpPr>
              <a:spLocks/>
            </p:cNvSpPr>
            <p:nvPr/>
          </p:nvSpPr>
          <p:spPr bwMode="auto">
            <a:xfrm>
              <a:off x="2886075" y="2601912"/>
              <a:ext cx="611188" cy="581025"/>
            </a:xfrm>
            <a:custGeom>
              <a:avLst/>
              <a:gdLst>
                <a:gd name="T0" fmla="*/ 3 w 289"/>
                <a:gd name="T1" fmla="*/ 168 h 274"/>
                <a:gd name="T2" fmla="*/ 197 w 289"/>
                <a:gd name="T3" fmla="*/ 3 h 274"/>
                <a:gd name="T4" fmla="*/ 207 w 289"/>
                <a:gd name="T5" fmla="*/ 4 h 274"/>
                <a:gd name="T6" fmla="*/ 286 w 289"/>
                <a:gd name="T7" fmla="*/ 97 h 274"/>
                <a:gd name="T8" fmla="*/ 286 w 289"/>
                <a:gd name="T9" fmla="*/ 107 h 274"/>
                <a:gd name="T10" fmla="*/ 92 w 289"/>
                <a:gd name="T11" fmla="*/ 272 h 274"/>
                <a:gd name="T12" fmla="*/ 82 w 289"/>
                <a:gd name="T13" fmla="*/ 271 h 274"/>
                <a:gd name="T14" fmla="*/ 3 w 289"/>
                <a:gd name="T15" fmla="*/ 177 h 274"/>
                <a:gd name="T16" fmla="*/ 3 w 289"/>
                <a:gd name="T17" fmla="*/ 168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274">
                  <a:moveTo>
                    <a:pt x="3" y="168"/>
                  </a:moveTo>
                  <a:cubicBezTo>
                    <a:pt x="197" y="3"/>
                    <a:pt x="197" y="3"/>
                    <a:pt x="197" y="3"/>
                  </a:cubicBezTo>
                  <a:cubicBezTo>
                    <a:pt x="200" y="0"/>
                    <a:pt x="205" y="1"/>
                    <a:pt x="207" y="4"/>
                  </a:cubicBezTo>
                  <a:cubicBezTo>
                    <a:pt x="286" y="97"/>
                    <a:pt x="286" y="97"/>
                    <a:pt x="286" y="97"/>
                  </a:cubicBezTo>
                  <a:cubicBezTo>
                    <a:pt x="289" y="100"/>
                    <a:pt x="289" y="104"/>
                    <a:pt x="286" y="107"/>
                  </a:cubicBezTo>
                  <a:cubicBezTo>
                    <a:pt x="92" y="272"/>
                    <a:pt x="92" y="272"/>
                    <a:pt x="92" y="272"/>
                  </a:cubicBezTo>
                  <a:cubicBezTo>
                    <a:pt x="89" y="274"/>
                    <a:pt x="84" y="274"/>
                    <a:pt x="82" y="271"/>
                  </a:cubicBezTo>
                  <a:cubicBezTo>
                    <a:pt x="3" y="177"/>
                    <a:pt x="3" y="177"/>
                    <a:pt x="3" y="177"/>
                  </a:cubicBezTo>
                  <a:cubicBezTo>
                    <a:pt x="0" y="175"/>
                    <a:pt x="0" y="170"/>
                    <a:pt x="3" y="16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9" name="Freeform 208"/>
            <p:cNvSpPr>
              <a:spLocks/>
            </p:cNvSpPr>
            <p:nvPr/>
          </p:nvSpPr>
          <p:spPr bwMode="auto">
            <a:xfrm>
              <a:off x="3082925" y="3025775"/>
              <a:ext cx="246063" cy="220663"/>
            </a:xfrm>
            <a:custGeom>
              <a:avLst/>
              <a:gdLst>
                <a:gd name="T0" fmla="*/ 0 w 116"/>
                <a:gd name="T1" fmla="*/ 82 h 104"/>
                <a:gd name="T2" fmla="*/ 97 w 116"/>
                <a:gd name="T3" fmla="*/ 0 h 104"/>
                <a:gd name="T4" fmla="*/ 99 w 116"/>
                <a:gd name="T5" fmla="*/ 0 h 104"/>
                <a:gd name="T6" fmla="*/ 115 w 116"/>
                <a:gd name="T7" fmla="*/ 20 h 104"/>
                <a:gd name="T8" fmla="*/ 115 w 116"/>
                <a:gd name="T9" fmla="*/ 22 h 104"/>
                <a:gd name="T10" fmla="*/ 19 w 116"/>
                <a:gd name="T11" fmla="*/ 104 h 104"/>
                <a:gd name="T12" fmla="*/ 17 w 116"/>
                <a:gd name="T13" fmla="*/ 104 h 104"/>
                <a:gd name="T14" fmla="*/ 0 w 116"/>
                <a:gd name="T15" fmla="*/ 84 h 104"/>
                <a:gd name="T16" fmla="*/ 0 w 116"/>
                <a:gd name="T17" fmla="*/ 8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104">
                  <a:moveTo>
                    <a:pt x="0" y="82"/>
                  </a:moveTo>
                  <a:cubicBezTo>
                    <a:pt x="97" y="0"/>
                    <a:pt x="97" y="0"/>
                    <a:pt x="97" y="0"/>
                  </a:cubicBezTo>
                  <a:cubicBezTo>
                    <a:pt x="97" y="0"/>
                    <a:pt x="98" y="0"/>
                    <a:pt x="99" y="0"/>
                  </a:cubicBezTo>
                  <a:cubicBezTo>
                    <a:pt x="115" y="20"/>
                    <a:pt x="115" y="20"/>
                    <a:pt x="115" y="20"/>
                  </a:cubicBezTo>
                  <a:cubicBezTo>
                    <a:pt x="116" y="20"/>
                    <a:pt x="116" y="21"/>
                    <a:pt x="115" y="22"/>
                  </a:cubicBezTo>
                  <a:cubicBezTo>
                    <a:pt x="19" y="104"/>
                    <a:pt x="19" y="104"/>
                    <a:pt x="19" y="104"/>
                  </a:cubicBezTo>
                  <a:cubicBezTo>
                    <a:pt x="18" y="104"/>
                    <a:pt x="17" y="104"/>
                    <a:pt x="17" y="104"/>
                  </a:cubicBezTo>
                  <a:cubicBezTo>
                    <a:pt x="0" y="84"/>
                    <a:pt x="0" y="84"/>
                    <a:pt x="0" y="84"/>
                  </a:cubicBezTo>
                  <a:cubicBezTo>
                    <a:pt x="0" y="84"/>
                    <a:pt x="0" y="83"/>
                    <a:pt x="0" y="8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0" name="Freeform 209"/>
            <p:cNvSpPr>
              <a:spLocks/>
            </p:cNvSpPr>
            <p:nvPr/>
          </p:nvSpPr>
          <p:spPr bwMode="auto">
            <a:xfrm>
              <a:off x="3306763" y="2835275"/>
              <a:ext cx="246063" cy="220663"/>
            </a:xfrm>
            <a:custGeom>
              <a:avLst/>
              <a:gdLst>
                <a:gd name="T0" fmla="*/ 0 w 116"/>
                <a:gd name="T1" fmla="*/ 82 h 104"/>
                <a:gd name="T2" fmla="*/ 97 w 116"/>
                <a:gd name="T3" fmla="*/ 0 h 104"/>
                <a:gd name="T4" fmla="*/ 99 w 116"/>
                <a:gd name="T5" fmla="*/ 1 h 104"/>
                <a:gd name="T6" fmla="*/ 115 w 116"/>
                <a:gd name="T7" fmla="*/ 20 h 104"/>
                <a:gd name="T8" fmla="*/ 115 w 116"/>
                <a:gd name="T9" fmla="*/ 22 h 104"/>
                <a:gd name="T10" fmla="*/ 19 w 116"/>
                <a:gd name="T11" fmla="*/ 104 h 104"/>
                <a:gd name="T12" fmla="*/ 17 w 116"/>
                <a:gd name="T13" fmla="*/ 104 h 104"/>
                <a:gd name="T14" fmla="*/ 0 w 116"/>
                <a:gd name="T15" fmla="*/ 84 h 104"/>
                <a:gd name="T16" fmla="*/ 0 w 116"/>
                <a:gd name="T17" fmla="*/ 8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104">
                  <a:moveTo>
                    <a:pt x="0" y="82"/>
                  </a:moveTo>
                  <a:cubicBezTo>
                    <a:pt x="97" y="0"/>
                    <a:pt x="97" y="0"/>
                    <a:pt x="97" y="0"/>
                  </a:cubicBezTo>
                  <a:cubicBezTo>
                    <a:pt x="97" y="0"/>
                    <a:pt x="98" y="0"/>
                    <a:pt x="99" y="1"/>
                  </a:cubicBezTo>
                  <a:cubicBezTo>
                    <a:pt x="115" y="20"/>
                    <a:pt x="115" y="20"/>
                    <a:pt x="115" y="20"/>
                  </a:cubicBezTo>
                  <a:cubicBezTo>
                    <a:pt x="116" y="21"/>
                    <a:pt x="116" y="21"/>
                    <a:pt x="115" y="22"/>
                  </a:cubicBezTo>
                  <a:cubicBezTo>
                    <a:pt x="19" y="104"/>
                    <a:pt x="19" y="104"/>
                    <a:pt x="19" y="104"/>
                  </a:cubicBezTo>
                  <a:cubicBezTo>
                    <a:pt x="18" y="104"/>
                    <a:pt x="17" y="104"/>
                    <a:pt x="17" y="104"/>
                  </a:cubicBezTo>
                  <a:cubicBezTo>
                    <a:pt x="0" y="84"/>
                    <a:pt x="0" y="84"/>
                    <a:pt x="0" y="84"/>
                  </a:cubicBezTo>
                  <a:cubicBezTo>
                    <a:pt x="0" y="84"/>
                    <a:pt x="0" y="83"/>
                    <a:pt x="0" y="8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1" name="Freeform 210"/>
            <p:cNvSpPr>
              <a:spLocks/>
            </p:cNvSpPr>
            <p:nvPr/>
          </p:nvSpPr>
          <p:spPr bwMode="auto">
            <a:xfrm>
              <a:off x="1831975" y="1527175"/>
              <a:ext cx="1473200" cy="1258888"/>
            </a:xfrm>
            <a:custGeom>
              <a:avLst/>
              <a:gdLst>
                <a:gd name="T0" fmla="*/ 656 w 695"/>
                <a:gd name="T1" fmla="*/ 10 h 594"/>
                <a:gd name="T2" fmla="*/ 13 w 695"/>
                <a:gd name="T3" fmla="*/ 556 h 594"/>
                <a:gd name="T4" fmla="*/ 10 w 695"/>
                <a:gd name="T5" fmla="*/ 594 h 594"/>
                <a:gd name="T6" fmla="*/ 695 w 695"/>
                <a:gd name="T7" fmla="*/ 13 h 594"/>
                <a:gd name="T8" fmla="*/ 656 w 695"/>
                <a:gd name="T9" fmla="*/ 10 h 594"/>
              </a:gdLst>
              <a:ahLst/>
              <a:cxnLst>
                <a:cxn ang="0">
                  <a:pos x="T0" y="T1"/>
                </a:cxn>
                <a:cxn ang="0">
                  <a:pos x="T2" y="T3"/>
                </a:cxn>
                <a:cxn ang="0">
                  <a:pos x="T4" y="T5"/>
                </a:cxn>
                <a:cxn ang="0">
                  <a:pos x="T6" y="T7"/>
                </a:cxn>
                <a:cxn ang="0">
                  <a:pos x="T8" y="T9"/>
                </a:cxn>
              </a:cxnLst>
              <a:rect l="0" t="0" r="r" b="b"/>
              <a:pathLst>
                <a:path w="695" h="594">
                  <a:moveTo>
                    <a:pt x="656" y="10"/>
                  </a:moveTo>
                  <a:cubicBezTo>
                    <a:pt x="13" y="556"/>
                    <a:pt x="13" y="556"/>
                    <a:pt x="13" y="556"/>
                  </a:cubicBezTo>
                  <a:cubicBezTo>
                    <a:pt x="2" y="565"/>
                    <a:pt x="0" y="583"/>
                    <a:pt x="10" y="594"/>
                  </a:cubicBezTo>
                  <a:cubicBezTo>
                    <a:pt x="695" y="13"/>
                    <a:pt x="695" y="13"/>
                    <a:pt x="695" y="13"/>
                  </a:cubicBezTo>
                  <a:cubicBezTo>
                    <a:pt x="685" y="2"/>
                    <a:pt x="668" y="0"/>
                    <a:pt x="656" y="10"/>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2" name="Freeform 211"/>
            <p:cNvSpPr>
              <a:spLocks/>
            </p:cNvSpPr>
            <p:nvPr/>
          </p:nvSpPr>
          <p:spPr bwMode="auto">
            <a:xfrm>
              <a:off x="3452813" y="2903537"/>
              <a:ext cx="1155700" cy="1168400"/>
            </a:xfrm>
            <a:custGeom>
              <a:avLst/>
              <a:gdLst>
                <a:gd name="T0" fmla="*/ 8 w 545"/>
                <a:gd name="T1" fmla="*/ 355 h 552"/>
                <a:gd name="T2" fmla="*/ 7 w 545"/>
                <a:gd name="T3" fmla="*/ 330 h 552"/>
                <a:gd name="T4" fmla="*/ 310 w 545"/>
                <a:gd name="T5" fmla="*/ 7 h 552"/>
                <a:gd name="T6" fmla="*/ 335 w 545"/>
                <a:gd name="T7" fmla="*/ 7 h 552"/>
                <a:gd name="T8" fmla="*/ 538 w 545"/>
                <a:gd name="T9" fmla="*/ 197 h 552"/>
                <a:gd name="T10" fmla="*/ 538 w 545"/>
                <a:gd name="T11" fmla="*/ 222 h 552"/>
                <a:gd name="T12" fmla="*/ 235 w 545"/>
                <a:gd name="T13" fmla="*/ 545 h 552"/>
                <a:gd name="T14" fmla="*/ 210 w 545"/>
                <a:gd name="T15" fmla="*/ 545 h 552"/>
                <a:gd name="T16" fmla="*/ 8 w 545"/>
                <a:gd name="T17" fmla="*/ 355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552">
                  <a:moveTo>
                    <a:pt x="8" y="355"/>
                  </a:moveTo>
                  <a:cubicBezTo>
                    <a:pt x="1" y="348"/>
                    <a:pt x="0" y="337"/>
                    <a:pt x="7" y="330"/>
                  </a:cubicBezTo>
                  <a:cubicBezTo>
                    <a:pt x="310" y="7"/>
                    <a:pt x="310" y="7"/>
                    <a:pt x="310" y="7"/>
                  </a:cubicBezTo>
                  <a:cubicBezTo>
                    <a:pt x="317" y="0"/>
                    <a:pt x="328" y="0"/>
                    <a:pt x="335" y="7"/>
                  </a:cubicBezTo>
                  <a:cubicBezTo>
                    <a:pt x="538" y="197"/>
                    <a:pt x="538" y="197"/>
                    <a:pt x="538" y="197"/>
                  </a:cubicBezTo>
                  <a:cubicBezTo>
                    <a:pt x="545" y="204"/>
                    <a:pt x="545" y="215"/>
                    <a:pt x="538" y="222"/>
                  </a:cubicBezTo>
                  <a:cubicBezTo>
                    <a:pt x="235" y="545"/>
                    <a:pt x="235" y="545"/>
                    <a:pt x="235" y="545"/>
                  </a:cubicBezTo>
                  <a:cubicBezTo>
                    <a:pt x="229" y="552"/>
                    <a:pt x="217" y="552"/>
                    <a:pt x="210" y="545"/>
                  </a:cubicBezTo>
                  <a:lnTo>
                    <a:pt x="8" y="355"/>
                  </a:lnTo>
                  <a:close/>
                </a:path>
              </a:pathLst>
            </a:custGeom>
            <a:solidFill>
              <a:srgbClr val="3745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3" name="Freeform 212"/>
            <p:cNvSpPr>
              <a:spLocks/>
            </p:cNvSpPr>
            <p:nvPr/>
          </p:nvSpPr>
          <p:spPr bwMode="auto">
            <a:xfrm>
              <a:off x="3619500" y="3006725"/>
              <a:ext cx="887413" cy="895350"/>
            </a:xfrm>
            <a:custGeom>
              <a:avLst/>
              <a:gdLst>
                <a:gd name="T0" fmla="*/ 319 w 559"/>
                <a:gd name="T1" fmla="*/ 0 h 564"/>
                <a:gd name="T2" fmla="*/ 0 w 559"/>
                <a:gd name="T3" fmla="*/ 340 h 564"/>
                <a:gd name="T4" fmla="*/ 238 w 559"/>
                <a:gd name="T5" fmla="*/ 564 h 564"/>
                <a:gd name="T6" fmla="*/ 559 w 559"/>
                <a:gd name="T7" fmla="*/ 224 h 564"/>
                <a:gd name="T8" fmla="*/ 319 w 559"/>
                <a:gd name="T9" fmla="*/ 0 h 564"/>
              </a:gdLst>
              <a:ahLst/>
              <a:cxnLst>
                <a:cxn ang="0">
                  <a:pos x="T0" y="T1"/>
                </a:cxn>
                <a:cxn ang="0">
                  <a:pos x="T2" y="T3"/>
                </a:cxn>
                <a:cxn ang="0">
                  <a:pos x="T4" y="T5"/>
                </a:cxn>
                <a:cxn ang="0">
                  <a:pos x="T6" y="T7"/>
                </a:cxn>
                <a:cxn ang="0">
                  <a:pos x="T8" y="T9"/>
                </a:cxn>
              </a:cxnLst>
              <a:rect l="0" t="0" r="r" b="b"/>
              <a:pathLst>
                <a:path w="559" h="564">
                  <a:moveTo>
                    <a:pt x="319" y="0"/>
                  </a:moveTo>
                  <a:lnTo>
                    <a:pt x="0" y="340"/>
                  </a:lnTo>
                  <a:lnTo>
                    <a:pt x="238" y="564"/>
                  </a:lnTo>
                  <a:lnTo>
                    <a:pt x="559" y="224"/>
                  </a:lnTo>
                  <a:lnTo>
                    <a:pt x="319" y="0"/>
                  </a:lnTo>
                  <a:close/>
                </a:path>
              </a:pathLst>
            </a:custGeom>
            <a:solidFill>
              <a:srgbClr val="2D3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4" name="Freeform 213"/>
            <p:cNvSpPr>
              <a:spLocks/>
            </p:cNvSpPr>
            <p:nvPr/>
          </p:nvSpPr>
          <p:spPr bwMode="auto">
            <a:xfrm>
              <a:off x="3683000" y="3740150"/>
              <a:ext cx="115888" cy="115888"/>
            </a:xfrm>
            <a:custGeom>
              <a:avLst/>
              <a:gdLst>
                <a:gd name="T0" fmla="*/ 44 w 55"/>
                <a:gd name="T1" fmla="*/ 9 h 55"/>
                <a:gd name="T2" fmla="*/ 9 w 55"/>
                <a:gd name="T3" fmla="*/ 10 h 55"/>
                <a:gd name="T4" fmla="*/ 10 w 55"/>
                <a:gd name="T5" fmla="*/ 45 h 55"/>
                <a:gd name="T6" fmla="*/ 46 w 55"/>
                <a:gd name="T7" fmla="*/ 44 h 55"/>
                <a:gd name="T8" fmla="*/ 44 w 55"/>
                <a:gd name="T9" fmla="*/ 9 h 55"/>
              </a:gdLst>
              <a:ahLst/>
              <a:cxnLst>
                <a:cxn ang="0">
                  <a:pos x="T0" y="T1"/>
                </a:cxn>
                <a:cxn ang="0">
                  <a:pos x="T2" y="T3"/>
                </a:cxn>
                <a:cxn ang="0">
                  <a:pos x="T4" y="T5"/>
                </a:cxn>
                <a:cxn ang="0">
                  <a:pos x="T6" y="T7"/>
                </a:cxn>
                <a:cxn ang="0">
                  <a:pos x="T8" y="T9"/>
                </a:cxn>
              </a:cxnLst>
              <a:rect l="0" t="0" r="r" b="b"/>
              <a:pathLst>
                <a:path w="55" h="55">
                  <a:moveTo>
                    <a:pt x="44" y="9"/>
                  </a:moveTo>
                  <a:cubicBezTo>
                    <a:pt x="34" y="0"/>
                    <a:pt x="19" y="0"/>
                    <a:pt x="9" y="10"/>
                  </a:cubicBezTo>
                  <a:cubicBezTo>
                    <a:pt x="0" y="20"/>
                    <a:pt x="0" y="36"/>
                    <a:pt x="10" y="45"/>
                  </a:cubicBezTo>
                  <a:cubicBezTo>
                    <a:pt x="20" y="55"/>
                    <a:pt x="36" y="54"/>
                    <a:pt x="46" y="44"/>
                  </a:cubicBezTo>
                  <a:cubicBezTo>
                    <a:pt x="55" y="34"/>
                    <a:pt x="55" y="18"/>
                    <a:pt x="44" y="9"/>
                  </a:cubicBezTo>
                  <a:close/>
                </a:path>
              </a:pathLst>
            </a:custGeom>
            <a:solidFill>
              <a:srgbClr val="1C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5" name="Freeform 214"/>
            <p:cNvSpPr>
              <a:spLocks/>
            </p:cNvSpPr>
            <p:nvPr/>
          </p:nvSpPr>
          <p:spPr bwMode="auto">
            <a:xfrm>
              <a:off x="3714750" y="3771900"/>
              <a:ext cx="52388" cy="50800"/>
            </a:xfrm>
            <a:custGeom>
              <a:avLst/>
              <a:gdLst>
                <a:gd name="T0" fmla="*/ 20 w 25"/>
                <a:gd name="T1" fmla="*/ 4 h 24"/>
                <a:gd name="T2" fmla="*/ 4 w 25"/>
                <a:gd name="T3" fmla="*/ 5 h 24"/>
                <a:gd name="T4" fmla="*/ 5 w 25"/>
                <a:gd name="T5" fmla="*/ 20 h 24"/>
                <a:gd name="T6" fmla="*/ 20 w 25"/>
                <a:gd name="T7" fmla="*/ 20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16" y="0"/>
                    <a:pt x="9" y="0"/>
                    <a:pt x="4" y="5"/>
                  </a:cubicBezTo>
                  <a:cubicBezTo>
                    <a:pt x="0" y="9"/>
                    <a:pt x="0" y="16"/>
                    <a:pt x="5" y="20"/>
                  </a:cubicBezTo>
                  <a:cubicBezTo>
                    <a:pt x="9" y="24"/>
                    <a:pt x="16" y="24"/>
                    <a:pt x="20" y="20"/>
                  </a:cubicBezTo>
                  <a:cubicBezTo>
                    <a:pt x="25" y="15"/>
                    <a:pt x="24" y="8"/>
                    <a:pt x="20" y="4"/>
                  </a:cubicBezTo>
                  <a:close/>
                </a:path>
              </a:pathLst>
            </a:custGeom>
            <a:solidFill>
              <a:srgbClr val="122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6" name="Freeform 215"/>
            <p:cNvSpPr>
              <a:spLocks/>
            </p:cNvSpPr>
            <p:nvPr/>
          </p:nvSpPr>
          <p:spPr bwMode="auto">
            <a:xfrm>
              <a:off x="3646488" y="3705225"/>
              <a:ext cx="61913" cy="63500"/>
            </a:xfrm>
            <a:custGeom>
              <a:avLst/>
              <a:gdLst>
                <a:gd name="T0" fmla="*/ 28 w 29"/>
                <a:gd name="T1" fmla="*/ 8 h 30"/>
                <a:gd name="T2" fmla="*/ 28 w 29"/>
                <a:gd name="T3" fmla="*/ 12 h 30"/>
                <a:gd name="T4" fmla="*/ 12 w 29"/>
                <a:gd name="T5" fmla="*/ 28 h 30"/>
                <a:gd name="T6" fmla="*/ 8 w 29"/>
                <a:gd name="T7" fmla="*/ 29 h 30"/>
                <a:gd name="T8" fmla="*/ 1 w 29"/>
                <a:gd name="T9" fmla="*/ 21 h 30"/>
                <a:gd name="T10" fmla="*/ 1 w 29"/>
                <a:gd name="T11" fmla="*/ 18 h 30"/>
                <a:gd name="T12" fmla="*/ 16 w 29"/>
                <a:gd name="T13" fmla="*/ 1 h 30"/>
                <a:gd name="T14" fmla="*/ 20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2" y="28"/>
                    <a:pt x="12" y="28"/>
                    <a:pt x="12" y="28"/>
                  </a:cubicBezTo>
                  <a:cubicBezTo>
                    <a:pt x="11" y="30"/>
                    <a:pt x="10" y="30"/>
                    <a:pt x="8" y="29"/>
                  </a:cubicBezTo>
                  <a:cubicBezTo>
                    <a:pt x="1" y="21"/>
                    <a:pt x="1" y="21"/>
                    <a:pt x="1" y="21"/>
                  </a:cubicBezTo>
                  <a:cubicBezTo>
                    <a:pt x="0" y="20"/>
                    <a:pt x="0" y="19"/>
                    <a:pt x="1" y="18"/>
                  </a:cubicBezTo>
                  <a:cubicBezTo>
                    <a:pt x="16" y="1"/>
                    <a:pt x="16" y="1"/>
                    <a:pt x="16" y="1"/>
                  </a:cubicBezTo>
                  <a:cubicBezTo>
                    <a:pt x="17"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7" name="Freeform 216"/>
            <p:cNvSpPr>
              <a:spLocks/>
            </p:cNvSpPr>
            <p:nvPr/>
          </p:nvSpPr>
          <p:spPr bwMode="auto">
            <a:xfrm>
              <a:off x="3614738" y="3676650"/>
              <a:ext cx="61913" cy="63500"/>
            </a:xfrm>
            <a:custGeom>
              <a:avLst/>
              <a:gdLst>
                <a:gd name="T0" fmla="*/ 28 w 29"/>
                <a:gd name="T1" fmla="*/ 8 h 30"/>
                <a:gd name="T2" fmla="*/ 28 w 29"/>
                <a:gd name="T3" fmla="*/ 12 h 30"/>
                <a:gd name="T4" fmla="*/ 13 w 29"/>
                <a:gd name="T5" fmla="*/ 29 h 30"/>
                <a:gd name="T6" fmla="*/ 9 w 29"/>
                <a:gd name="T7" fmla="*/ 29 h 30"/>
                <a:gd name="T8" fmla="*/ 1 w 29"/>
                <a:gd name="T9" fmla="*/ 22 h 30"/>
                <a:gd name="T10" fmla="*/ 1 w 29"/>
                <a:gd name="T11" fmla="*/ 18 h 30"/>
                <a:gd name="T12" fmla="*/ 16 w 29"/>
                <a:gd name="T13" fmla="*/ 1 h 30"/>
                <a:gd name="T14" fmla="*/ 20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3" y="29"/>
                    <a:pt x="13" y="29"/>
                    <a:pt x="13" y="29"/>
                  </a:cubicBezTo>
                  <a:cubicBezTo>
                    <a:pt x="12" y="30"/>
                    <a:pt x="10" y="30"/>
                    <a:pt x="9" y="29"/>
                  </a:cubicBezTo>
                  <a:cubicBezTo>
                    <a:pt x="1" y="22"/>
                    <a:pt x="1" y="22"/>
                    <a:pt x="1" y="22"/>
                  </a:cubicBezTo>
                  <a:cubicBezTo>
                    <a:pt x="0" y="21"/>
                    <a:pt x="0" y="19"/>
                    <a:pt x="1" y="18"/>
                  </a:cubicBezTo>
                  <a:cubicBezTo>
                    <a:pt x="16" y="1"/>
                    <a:pt x="16" y="1"/>
                    <a:pt x="16" y="1"/>
                  </a:cubicBezTo>
                  <a:cubicBezTo>
                    <a:pt x="18"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8" name="Freeform 217"/>
            <p:cNvSpPr>
              <a:spLocks/>
            </p:cNvSpPr>
            <p:nvPr/>
          </p:nvSpPr>
          <p:spPr bwMode="auto">
            <a:xfrm>
              <a:off x="3582988" y="3646487"/>
              <a:ext cx="63500" cy="63500"/>
            </a:xfrm>
            <a:custGeom>
              <a:avLst/>
              <a:gdLst>
                <a:gd name="T0" fmla="*/ 28 w 30"/>
                <a:gd name="T1" fmla="*/ 9 h 30"/>
                <a:gd name="T2" fmla="*/ 29 w 30"/>
                <a:gd name="T3" fmla="*/ 12 h 30"/>
                <a:gd name="T4" fmla="*/ 13 w 30"/>
                <a:gd name="T5" fmla="*/ 29 h 30"/>
                <a:gd name="T6" fmla="*/ 9 w 30"/>
                <a:gd name="T7" fmla="*/ 29 h 30"/>
                <a:gd name="T8" fmla="*/ 1 w 30"/>
                <a:gd name="T9" fmla="*/ 22 h 30"/>
                <a:gd name="T10" fmla="*/ 1 w 30"/>
                <a:gd name="T11" fmla="*/ 18 h 30"/>
                <a:gd name="T12" fmla="*/ 17 w 30"/>
                <a:gd name="T13" fmla="*/ 2 h 30"/>
                <a:gd name="T14" fmla="*/ 21 w 30"/>
                <a:gd name="T15" fmla="*/ 1 h 30"/>
                <a:gd name="T16" fmla="*/ 28 w 30"/>
                <a:gd name="T17"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8" y="9"/>
                  </a:moveTo>
                  <a:cubicBezTo>
                    <a:pt x="29" y="10"/>
                    <a:pt x="30" y="11"/>
                    <a:pt x="29" y="12"/>
                  </a:cubicBezTo>
                  <a:cubicBezTo>
                    <a:pt x="13" y="29"/>
                    <a:pt x="13" y="29"/>
                    <a:pt x="13" y="29"/>
                  </a:cubicBezTo>
                  <a:cubicBezTo>
                    <a:pt x="12" y="30"/>
                    <a:pt x="10" y="30"/>
                    <a:pt x="9" y="29"/>
                  </a:cubicBezTo>
                  <a:cubicBezTo>
                    <a:pt x="1" y="22"/>
                    <a:pt x="1" y="22"/>
                    <a:pt x="1" y="22"/>
                  </a:cubicBezTo>
                  <a:cubicBezTo>
                    <a:pt x="0" y="21"/>
                    <a:pt x="0" y="19"/>
                    <a:pt x="1" y="18"/>
                  </a:cubicBezTo>
                  <a:cubicBezTo>
                    <a:pt x="17" y="2"/>
                    <a:pt x="17" y="2"/>
                    <a:pt x="17" y="2"/>
                  </a:cubicBezTo>
                  <a:cubicBezTo>
                    <a:pt x="18" y="0"/>
                    <a:pt x="20" y="0"/>
                    <a:pt x="21" y="1"/>
                  </a:cubicBezTo>
                  <a:lnTo>
                    <a:pt x="28" y="9"/>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49" name="Freeform 218"/>
            <p:cNvSpPr>
              <a:spLocks/>
            </p:cNvSpPr>
            <p:nvPr/>
          </p:nvSpPr>
          <p:spPr bwMode="auto">
            <a:xfrm>
              <a:off x="3552825" y="3619500"/>
              <a:ext cx="61913" cy="60325"/>
            </a:xfrm>
            <a:custGeom>
              <a:avLst/>
              <a:gdLst>
                <a:gd name="T0" fmla="*/ 28 w 29"/>
                <a:gd name="T1" fmla="*/ 8 h 29"/>
                <a:gd name="T2" fmla="*/ 28 w 29"/>
                <a:gd name="T3" fmla="*/ 12 h 29"/>
                <a:gd name="T4" fmla="*/ 12 w 29"/>
                <a:gd name="T5" fmla="*/ 28 h 29"/>
                <a:gd name="T6" fmla="*/ 9 w 29"/>
                <a:gd name="T7" fmla="*/ 28 h 29"/>
                <a:gd name="T8" fmla="*/ 1 w 29"/>
                <a:gd name="T9" fmla="*/ 21 h 29"/>
                <a:gd name="T10" fmla="*/ 1 w 29"/>
                <a:gd name="T11" fmla="*/ 17 h 29"/>
                <a:gd name="T12" fmla="*/ 16 w 29"/>
                <a:gd name="T13" fmla="*/ 1 h 29"/>
                <a:gd name="T14" fmla="*/ 20 w 29"/>
                <a:gd name="T15" fmla="*/ 1 h 29"/>
                <a:gd name="T16" fmla="*/ 28 w 29"/>
                <a:gd name="T17"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8"/>
                  </a:moveTo>
                  <a:cubicBezTo>
                    <a:pt x="29" y="9"/>
                    <a:pt x="29" y="11"/>
                    <a:pt x="28" y="12"/>
                  </a:cubicBezTo>
                  <a:cubicBezTo>
                    <a:pt x="12" y="28"/>
                    <a:pt x="12" y="28"/>
                    <a:pt x="12" y="28"/>
                  </a:cubicBezTo>
                  <a:cubicBezTo>
                    <a:pt x="11" y="29"/>
                    <a:pt x="10" y="29"/>
                    <a:pt x="9" y="28"/>
                  </a:cubicBezTo>
                  <a:cubicBezTo>
                    <a:pt x="1" y="21"/>
                    <a:pt x="1" y="21"/>
                    <a:pt x="1" y="21"/>
                  </a:cubicBezTo>
                  <a:cubicBezTo>
                    <a:pt x="0" y="20"/>
                    <a:pt x="0" y="18"/>
                    <a:pt x="1" y="17"/>
                  </a:cubicBezTo>
                  <a:cubicBezTo>
                    <a:pt x="16" y="1"/>
                    <a:pt x="16" y="1"/>
                    <a:pt x="16" y="1"/>
                  </a:cubicBezTo>
                  <a:cubicBezTo>
                    <a:pt x="17"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0" name="Freeform 219"/>
            <p:cNvSpPr>
              <a:spLocks/>
            </p:cNvSpPr>
            <p:nvPr/>
          </p:nvSpPr>
          <p:spPr bwMode="auto">
            <a:xfrm>
              <a:off x="3868738" y="3914775"/>
              <a:ext cx="61913" cy="65088"/>
            </a:xfrm>
            <a:custGeom>
              <a:avLst/>
              <a:gdLst>
                <a:gd name="T0" fmla="*/ 28 w 29"/>
                <a:gd name="T1" fmla="*/ 8 h 30"/>
                <a:gd name="T2" fmla="*/ 28 w 29"/>
                <a:gd name="T3" fmla="*/ 12 h 30"/>
                <a:gd name="T4" fmla="*/ 13 w 29"/>
                <a:gd name="T5" fmla="*/ 29 h 30"/>
                <a:gd name="T6" fmla="*/ 9 w 29"/>
                <a:gd name="T7" fmla="*/ 29 h 30"/>
                <a:gd name="T8" fmla="*/ 1 w 29"/>
                <a:gd name="T9" fmla="*/ 21 h 30"/>
                <a:gd name="T10" fmla="*/ 1 w 29"/>
                <a:gd name="T11" fmla="*/ 18 h 30"/>
                <a:gd name="T12" fmla="*/ 17 w 29"/>
                <a:gd name="T13" fmla="*/ 1 h 30"/>
                <a:gd name="T14" fmla="*/ 20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3" y="29"/>
                    <a:pt x="13" y="29"/>
                    <a:pt x="13" y="29"/>
                  </a:cubicBezTo>
                  <a:cubicBezTo>
                    <a:pt x="12" y="30"/>
                    <a:pt x="10" y="30"/>
                    <a:pt x="9" y="29"/>
                  </a:cubicBezTo>
                  <a:cubicBezTo>
                    <a:pt x="1" y="21"/>
                    <a:pt x="1" y="21"/>
                    <a:pt x="1" y="21"/>
                  </a:cubicBezTo>
                  <a:cubicBezTo>
                    <a:pt x="0" y="20"/>
                    <a:pt x="0" y="19"/>
                    <a:pt x="1" y="18"/>
                  </a:cubicBezTo>
                  <a:cubicBezTo>
                    <a:pt x="17" y="1"/>
                    <a:pt x="17" y="1"/>
                    <a:pt x="17" y="1"/>
                  </a:cubicBezTo>
                  <a:cubicBezTo>
                    <a:pt x="18"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1" name="Freeform 220"/>
            <p:cNvSpPr>
              <a:spLocks/>
            </p:cNvSpPr>
            <p:nvPr/>
          </p:nvSpPr>
          <p:spPr bwMode="auto">
            <a:xfrm>
              <a:off x="3838575" y="3886200"/>
              <a:ext cx="61913" cy="63500"/>
            </a:xfrm>
            <a:custGeom>
              <a:avLst/>
              <a:gdLst>
                <a:gd name="T0" fmla="*/ 28 w 29"/>
                <a:gd name="T1" fmla="*/ 9 h 30"/>
                <a:gd name="T2" fmla="*/ 28 w 29"/>
                <a:gd name="T3" fmla="*/ 12 h 30"/>
                <a:gd name="T4" fmla="*/ 12 w 29"/>
                <a:gd name="T5" fmla="*/ 29 h 30"/>
                <a:gd name="T6" fmla="*/ 8 w 29"/>
                <a:gd name="T7" fmla="*/ 29 h 30"/>
                <a:gd name="T8" fmla="*/ 1 w 29"/>
                <a:gd name="T9" fmla="*/ 22 h 30"/>
                <a:gd name="T10" fmla="*/ 1 w 29"/>
                <a:gd name="T11" fmla="*/ 18 h 30"/>
                <a:gd name="T12" fmla="*/ 16 w 29"/>
                <a:gd name="T13" fmla="*/ 1 h 30"/>
                <a:gd name="T14" fmla="*/ 20 w 29"/>
                <a:gd name="T15" fmla="*/ 1 h 30"/>
                <a:gd name="T16" fmla="*/ 28 w 29"/>
                <a:gd name="T17"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9"/>
                  </a:moveTo>
                  <a:cubicBezTo>
                    <a:pt x="29" y="10"/>
                    <a:pt x="29" y="11"/>
                    <a:pt x="28" y="12"/>
                  </a:cubicBezTo>
                  <a:cubicBezTo>
                    <a:pt x="12" y="29"/>
                    <a:pt x="12" y="29"/>
                    <a:pt x="12" y="29"/>
                  </a:cubicBezTo>
                  <a:cubicBezTo>
                    <a:pt x="11" y="30"/>
                    <a:pt x="9" y="30"/>
                    <a:pt x="8" y="29"/>
                  </a:cubicBezTo>
                  <a:cubicBezTo>
                    <a:pt x="1" y="22"/>
                    <a:pt x="1" y="22"/>
                    <a:pt x="1" y="22"/>
                  </a:cubicBezTo>
                  <a:cubicBezTo>
                    <a:pt x="0" y="21"/>
                    <a:pt x="0" y="19"/>
                    <a:pt x="1" y="18"/>
                  </a:cubicBezTo>
                  <a:cubicBezTo>
                    <a:pt x="16" y="1"/>
                    <a:pt x="16" y="1"/>
                    <a:pt x="16" y="1"/>
                  </a:cubicBezTo>
                  <a:cubicBezTo>
                    <a:pt x="17" y="0"/>
                    <a:pt x="19" y="0"/>
                    <a:pt x="20" y="1"/>
                  </a:cubicBezTo>
                  <a:lnTo>
                    <a:pt x="28" y="9"/>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2" name="Freeform 221"/>
            <p:cNvSpPr>
              <a:spLocks/>
            </p:cNvSpPr>
            <p:nvPr/>
          </p:nvSpPr>
          <p:spPr bwMode="auto">
            <a:xfrm>
              <a:off x="3806825" y="3857625"/>
              <a:ext cx="61913" cy="61913"/>
            </a:xfrm>
            <a:custGeom>
              <a:avLst/>
              <a:gdLst>
                <a:gd name="T0" fmla="*/ 28 w 29"/>
                <a:gd name="T1" fmla="*/ 8 h 29"/>
                <a:gd name="T2" fmla="*/ 28 w 29"/>
                <a:gd name="T3" fmla="*/ 12 h 29"/>
                <a:gd name="T4" fmla="*/ 13 w 29"/>
                <a:gd name="T5" fmla="*/ 28 h 29"/>
                <a:gd name="T6" fmla="*/ 9 w 29"/>
                <a:gd name="T7" fmla="*/ 28 h 29"/>
                <a:gd name="T8" fmla="*/ 1 w 29"/>
                <a:gd name="T9" fmla="*/ 21 h 29"/>
                <a:gd name="T10" fmla="*/ 1 w 29"/>
                <a:gd name="T11" fmla="*/ 17 h 29"/>
                <a:gd name="T12" fmla="*/ 16 w 29"/>
                <a:gd name="T13" fmla="*/ 1 h 29"/>
                <a:gd name="T14" fmla="*/ 20 w 29"/>
                <a:gd name="T15" fmla="*/ 1 h 29"/>
                <a:gd name="T16" fmla="*/ 28 w 29"/>
                <a:gd name="T17"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8"/>
                  </a:moveTo>
                  <a:cubicBezTo>
                    <a:pt x="29" y="9"/>
                    <a:pt x="29" y="11"/>
                    <a:pt x="28" y="12"/>
                  </a:cubicBezTo>
                  <a:cubicBezTo>
                    <a:pt x="13" y="28"/>
                    <a:pt x="13" y="28"/>
                    <a:pt x="13" y="28"/>
                  </a:cubicBezTo>
                  <a:cubicBezTo>
                    <a:pt x="12" y="29"/>
                    <a:pt x="10" y="29"/>
                    <a:pt x="9" y="28"/>
                  </a:cubicBezTo>
                  <a:cubicBezTo>
                    <a:pt x="1" y="21"/>
                    <a:pt x="1" y="21"/>
                    <a:pt x="1" y="21"/>
                  </a:cubicBezTo>
                  <a:cubicBezTo>
                    <a:pt x="0" y="20"/>
                    <a:pt x="0" y="18"/>
                    <a:pt x="1" y="17"/>
                  </a:cubicBezTo>
                  <a:cubicBezTo>
                    <a:pt x="16" y="1"/>
                    <a:pt x="16" y="1"/>
                    <a:pt x="16" y="1"/>
                  </a:cubicBezTo>
                  <a:cubicBezTo>
                    <a:pt x="17"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3" name="Freeform 222"/>
            <p:cNvSpPr>
              <a:spLocks/>
            </p:cNvSpPr>
            <p:nvPr/>
          </p:nvSpPr>
          <p:spPr bwMode="auto">
            <a:xfrm>
              <a:off x="3775075" y="3829050"/>
              <a:ext cx="61913" cy="63500"/>
            </a:xfrm>
            <a:custGeom>
              <a:avLst/>
              <a:gdLst>
                <a:gd name="T0" fmla="*/ 28 w 29"/>
                <a:gd name="T1" fmla="*/ 8 h 30"/>
                <a:gd name="T2" fmla="*/ 28 w 29"/>
                <a:gd name="T3" fmla="*/ 12 h 30"/>
                <a:gd name="T4" fmla="*/ 13 w 29"/>
                <a:gd name="T5" fmla="*/ 28 h 30"/>
                <a:gd name="T6" fmla="*/ 9 w 29"/>
                <a:gd name="T7" fmla="*/ 29 h 30"/>
                <a:gd name="T8" fmla="*/ 1 w 29"/>
                <a:gd name="T9" fmla="*/ 21 h 30"/>
                <a:gd name="T10" fmla="*/ 1 w 29"/>
                <a:gd name="T11" fmla="*/ 17 h 30"/>
                <a:gd name="T12" fmla="*/ 17 w 29"/>
                <a:gd name="T13" fmla="*/ 1 h 30"/>
                <a:gd name="T14" fmla="*/ 21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3" y="28"/>
                    <a:pt x="13" y="28"/>
                    <a:pt x="13" y="28"/>
                  </a:cubicBezTo>
                  <a:cubicBezTo>
                    <a:pt x="12" y="30"/>
                    <a:pt x="10" y="30"/>
                    <a:pt x="9" y="29"/>
                  </a:cubicBezTo>
                  <a:cubicBezTo>
                    <a:pt x="1" y="21"/>
                    <a:pt x="1" y="21"/>
                    <a:pt x="1" y="21"/>
                  </a:cubicBezTo>
                  <a:cubicBezTo>
                    <a:pt x="0" y="20"/>
                    <a:pt x="0" y="19"/>
                    <a:pt x="1" y="17"/>
                  </a:cubicBezTo>
                  <a:cubicBezTo>
                    <a:pt x="17" y="1"/>
                    <a:pt x="17" y="1"/>
                    <a:pt x="17" y="1"/>
                  </a:cubicBezTo>
                  <a:cubicBezTo>
                    <a:pt x="18" y="0"/>
                    <a:pt x="19" y="0"/>
                    <a:pt x="21"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4" name="Freeform 223"/>
            <p:cNvSpPr>
              <a:spLocks/>
            </p:cNvSpPr>
            <p:nvPr/>
          </p:nvSpPr>
          <p:spPr bwMode="auto">
            <a:xfrm>
              <a:off x="2205038" y="4002087"/>
              <a:ext cx="227013" cy="466725"/>
            </a:xfrm>
            <a:custGeom>
              <a:avLst/>
              <a:gdLst>
                <a:gd name="T0" fmla="*/ 12 w 107"/>
                <a:gd name="T1" fmla="*/ 7 h 220"/>
                <a:gd name="T2" fmla="*/ 72 w 107"/>
                <a:gd name="T3" fmla="*/ 43 h 220"/>
                <a:gd name="T4" fmla="*/ 100 w 107"/>
                <a:gd name="T5" fmla="*/ 157 h 220"/>
                <a:gd name="T6" fmla="*/ 65 w 107"/>
                <a:gd name="T7" fmla="*/ 217 h 220"/>
                <a:gd name="T8" fmla="*/ 52 w 107"/>
                <a:gd name="T9" fmla="*/ 220 h 220"/>
                <a:gd name="T10" fmla="*/ 0 w 107"/>
                <a:gd name="T11" fmla="*/ 10 h 220"/>
                <a:gd name="T12" fmla="*/ 12 w 107"/>
                <a:gd name="T13" fmla="*/ 7 h 220"/>
              </a:gdLst>
              <a:ahLst/>
              <a:cxnLst>
                <a:cxn ang="0">
                  <a:pos x="T0" y="T1"/>
                </a:cxn>
                <a:cxn ang="0">
                  <a:pos x="T2" y="T3"/>
                </a:cxn>
                <a:cxn ang="0">
                  <a:pos x="T4" y="T5"/>
                </a:cxn>
                <a:cxn ang="0">
                  <a:pos x="T6" y="T7"/>
                </a:cxn>
                <a:cxn ang="0">
                  <a:pos x="T8" y="T9"/>
                </a:cxn>
                <a:cxn ang="0">
                  <a:pos x="T10" y="T11"/>
                </a:cxn>
                <a:cxn ang="0">
                  <a:pos x="T12" y="T13"/>
                </a:cxn>
              </a:cxnLst>
              <a:rect l="0" t="0" r="r" b="b"/>
              <a:pathLst>
                <a:path w="107" h="220">
                  <a:moveTo>
                    <a:pt x="12" y="7"/>
                  </a:moveTo>
                  <a:cubicBezTo>
                    <a:pt x="39" y="0"/>
                    <a:pt x="65" y="16"/>
                    <a:pt x="72" y="43"/>
                  </a:cubicBezTo>
                  <a:cubicBezTo>
                    <a:pt x="100" y="157"/>
                    <a:pt x="100" y="157"/>
                    <a:pt x="100" y="157"/>
                  </a:cubicBezTo>
                  <a:cubicBezTo>
                    <a:pt x="107" y="183"/>
                    <a:pt x="91" y="210"/>
                    <a:pt x="65" y="217"/>
                  </a:cubicBezTo>
                  <a:cubicBezTo>
                    <a:pt x="52" y="220"/>
                    <a:pt x="52" y="220"/>
                    <a:pt x="52" y="220"/>
                  </a:cubicBezTo>
                  <a:cubicBezTo>
                    <a:pt x="0" y="10"/>
                    <a:pt x="0" y="10"/>
                    <a:pt x="0" y="10"/>
                  </a:cubicBezTo>
                  <a:lnTo>
                    <a:pt x="12"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5" name="Freeform 224"/>
            <p:cNvSpPr>
              <a:spLocks/>
            </p:cNvSpPr>
            <p:nvPr/>
          </p:nvSpPr>
          <p:spPr bwMode="auto">
            <a:xfrm>
              <a:off x="2089150" y="4024312"/>
              <a:ext cx="227013" cy="463550"/>
            </a:xfrm>
            <a:custGeom>
              <a:avLst/>
              <a:gdLst>
                <a:gd name="T0" fmla="*/ 42 w 107"/>
                <a:gd name="T1" fmla="*/ 3 h 219"/>
                <a:gd name="T2" fmla="*/ 55 w 107"/>
                <a:gd name="T3" fmla="*/ 0 h 219"/>
                <a:gd name="T4" fmla="*/ 107 w 107"/>
                <a:gd name="T5" fmla="*/ 210 h 219"/>
                <a:gd name="T6" fmla="*/ 94 w 107"/>
                <a:gd name="T7" fmla="*/ 213 h 219"/>
                <a:gd name="T8" fmla="*/ 35 w 107"/>
                <a:gd name="T9" fmla="*/ 177 h 219"/>
                <a:gd name="T10" fmla="*/ 6 w 107"/>
                <a:gd name="T11" fmla="*/ 63 h 219"/>
                <a:gd name="T12" fmla="*/ 42 w 107"/>
                <a:gd name="T13" fmla="*/ 3 h 219"/>
              </a:gdLst>
              <a:ahLst/>
              <a:cxnLst>
                <a:cxn ang="0">
                  <a:pos x="T0" y="T1"/>
                </a:cxn>
                <a:cxn ang="0">
                  <a:pos x="T2" y="T3"/>
                </a:cxn>
                <a:cxn ang="0">
                  <a:pos x="T4" y="T5"/>
                </a:cxn>
                <a:cxn ang="0">
                  <a:pos x="T6" y="T7"/>
                </a:cxn>
                <a:cxn ang="0">
                  <a:pos x="T8" y="T9"/>
                </a:cxn>
                <a:cxn ang="0">
                  <a:pos x="T10" y="T11"/>
                </a:cxn>
                <a:cxn ang="0">
                  <a:pos x="T12" y="T13"/>
                </a:cxn>
              </a:cxnLst>
              <a:rect l="0" t="0" r="r" b="b"/>
              <a:pathLst>
                <a:path w="107" h="219">
                  <a:moveTo>
                    <a:pt x="42" y="3"/>
                  </a:moveTo>
                  <a:cubicBezTo>
                    <a:pt x="55" y="0"/>
                    <a:pt x="55" y="0"/>
                    <a:pt x="55" y="0"/>
                  </a:cubicBezTo>
                  <a:cubicBezTo>
                    <a:pt x="107" y="210"/>
                    <a:pt x="107" y="210"/>
                    <a:pt x="107" y="210"/>
                  </a:cubicBezTo>
                  <a:cubicBezTo>
                    <a:pt x="94" y="213"/>
                    <a:pt x="94" y="213"/>
                    <a:pt x="94" y="213"/>
                  </a:cubicBezTo>
                  <a:cubicBezTo>
                    <a:pt x="68" y="219"/>
                    <a:pt x="41" y="203"/>
                    <a:pt x="35" y="177"/>
                  </a:cubicBezTo>
                  <a:cubicBezTo>
                    <a:pt x="6" y="63"/>
                    <a:pt x="6" y="63"/>
                    <a:pt x="6" y="63"/>
                  </a:cubicBezTo>
                  <a:cubicBezTo>
                    <a:pt x="0" y="36"/>
                    <a:pt x="16" y="10"/>
                    <a:pt x="42" y="3"/>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6" name="Freeform 225"/>
            <p:cNvSpPr>
              <a:spLocks/>
            </p:cNvSpPr>
            <p:nvPr/>
          </p:nvSpPr>
          <p:spPr bwMode="auto">
            <a:xfrm>
              <a:off x="2222500" y="4094162"/>
              <a:ext cx="52388" cy="92075"/>
            </a:xfrm>
            <a:custGeom>
              <a:avLst/>
              <a:gdLst>
                <a:gd name="T0" fmla="*/ 20 w 25"/>
                <a:gd name="T1" fmla="*/ 14 h 44"/>
                <a:gd name="T2" fmla="*/ 23 w 25"/>
                <a:gd name="T3" fmla="*/ 24 h 44"/>
                <a:gd name="T4" fmla="*/ 11 w 25"/>
                <a:gd name="T5" fmla="*/ 44 h 44"/>
                <a:gd name="T6" fmla="*/ 0 w 25"/>
                <a:gd name="T7" fmla="*/ 2 h 44"/>
                <a:gd name="T8" fmla="*/ 20 w 25"/>
                <a:gd name="T9" fmla="*/ 14 h 44"/>
              </a:gdLst>
              <a:ahLst/>
              <a:cxnLst>
                <a:cxn ang="0">
                  <a:pos x="T0" y="T1"/>
                </a:cxn>
                <a:cxn ang="0">
                  <a:pos x="T2" y="T3"/>
                </a:cxn>
                <a:cxn ang="0">
                  <a:pos x="T4" y="T5"/>
                </a:cxn>
                <a:cxn ang="0">
                  <a:pos x="T6" y="T7"/>
                </a:cxn>
                <a:cxn ang="0">
                  <a:pos x="T8" y="T9"/>
                </a:cxn>
              </a:cxnLst>
              <a:rect l="0" t="0" r="r" b="b"/>
              <a:pathLst>
                <a:path w="25" h="44">
                  <a:moveTo>
                    <a:pt x="20" y="14"/>
                  </a:moveTo>
                  <a:cubicBezTo>
                    <a:pt x="23" y="24"/>
                    <a:pt x="23" y="24"/>
                    <a:pt x="23" y="24"/>
                  </a:cubicBezTo>
                  <a:cubicBezTo>
                    <a:pt x="25" y="33"/>
                    <a:pt x="20" y="42"/>
                    <a:pt x="11" y="44"/>
                  </a:cubicBezTo>
                  <a:cubicBezTo>
                    <a:pt x="0" y="2"/>
                    <a:pt x="0" y="2"/>
                    <a:pt x="0" y="2"/>
                  </a:cubicBezTo>
                  <a:cubicBezTo>
                    <a:pt x="9" y="0"/>
                    <a:pt x="18" y="5"/>
                    <a:pt x="20" y="14"/>
                  </a:cubicBezTo>
                  <a:close/>
                </a:path>
              </a:pathLst>
            </a:custGeom>
            <a:solidFill>
              <a:srgbClr val="10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7" name="Freeform 226"/>
            <p:cNvSpPr>
              <a:spLocks/>
            </p:cNvSpPr>
            <p:nvPr/>
          </p:nvSpPr>
          <p:spPr bwMode="auto">
            <a:xfrm>
              <a:off x="2192338" y="4097337"/>
              <a:ext cx="53975" cy="93663"/>
            </a:xfrm>
            <a:custGeom>
              <a:avLst/>
              <a:gdLst>
                <a:gd name="T0" fmla="*/ 14 w 25"/>
                <a:gd name="T1" fmla="*/ 0 h 44"/>
                <a:gd name="T2" fmla="*/ 14 w 25"/>
                <a:gd name="T3" fmla="*/ 0 h 44"/>
                <a:gd name="T4" fmla="*/ 25 w 25"/>
                <a:gd name="T5" fmla="*/ 42 h 44"/>
                <a:gd name="T6" fmla="*/ 5 w 25"/>
                <a:gd name="T7" fmla="*/ 30 h 44"/>
                <a:gd name="T8" fmla="*/ 2 w 25"/>
                <a:gd name="T9" fmla="*/ 20 h 44"/>
                <a:gd name="T10" fmla="*/ 14 w 25"/>
                <a:gd name="T11" fmla="*/ 0 h 44"/>
              </a:gdLst>
              <a:ahLst/>
              <a:cxnLst>
                <a:cxn ang="0">
                  <a:pos x="T0" y="T1"/>
                </a:cxn>
                <a:cxn ang="0">
                  <a:pos x="T2" y="T3"/>
                </a:cxn>
                <a:cxn ang="0">
                  <a:pos x="T4" y="T5"/>
                </a:cxn>
                <a:cxn ang="0">
                  <a:pos x="T6" y="T7"/>
                </a:cxn>
                <a:cxn ang="0">
                  <a:pos x="T8" y="T9"/>
                </a:cxn>
                <a:cxn ang="0">
                  <a:pos x="T10" y="T11"/>
                </a:cxn>
              </a:cxnLst>
              <a:rect l="0" t="0" r="r" b="b"/>
              <a:pathLst>
                <a:path w="25" h="44">
                  <a:moveTo>
                    <a:pt x="14" y="0"/>
                  </a:moveTo>
                  <a:cubicBezTo>
                    <a:pt x="14" y="0"/>
                    <a:pt x="14" y="0"/>
                    <a:pt x="14" y="0"/>
                  </a:cubicBezTo>
                  <a:cubicBezTo>
                    <a:pt x="25" y="42"/>
                    <a:pt x="25" y="42"/>
                    <a:pt x="25" y="42"/>
                  </a:cubicBezTo>
                  <a:cubicBezTo>
                    <a:pt x="16" y="44"/>
                    <a:pt x="7" y="39"/>
                    <a:pt x="5" y="30"/>
                  </a:cubicBezTo>
                  <a:cubicBezTo>
                    <a:pt x="2" y="20"/>
                    <a:pt x="2" y="20"/>
                    <a:pt x="2" y="20"/>
                  </a:cubicBezTo>
                  <a:cubicBezTo>
                    <a:pt x="0" y="11"/>
                    <a:pt x="6" y="2"/>
                    <a:pt x="14" y="0"/>
                  </a:cubicBezTo>
                  <a:close/>
                </a:path>
              </a:pathLst>
            </a:custGeom>
            <a:solidFill>
              <a:srgbClr val="0E3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8" name="Freeform 227"/>
            <p:cNvSpPr>
              <a:spLocks/>
            </p:cNvSpPr>
            <p:nvPr/>
          </p:nvSpPr>
          <p:spPr bwMode="auto">
            <a:xfrm>
              <a:off x="463550" y="4132262"/>
              <a:ext cx="231775" cy="184150"/>
            </a:xfrm>
            <a:custGeom>
              <a:avLst/>
              <a:gdLst>
                <a:gd name="T0" fmla="*/ 118 w 146"/>
                <a:gd name="T1" fmla="*/ 116 h 116"/>
                <a:gd name="T2" fmla="*/ 0 w 146"/>
                <a:gd name="T3" fmla="*/ 45 h 116"/>
                <a:gd name="T4" fmla="*/ 27 w 146"/>
                <a:gd name="T5" fmla="*/ 0 h 116"/>
                <a:gd name="T6" fmla="*/ 146 w 146"/>
                <a:gd name="T7" fmla="*/ 70 h 116"/>
                <a:gd name="T8" fmla="*/ 118 w 146"/>
                <a:gd name="T9" fmla="*/ 116 h 116"/>
              </a:gdLst>
              <a:ahLst/>
              <a:cxnLst>
                <a:cxn ang="0">
                  <a:pos x="T0" y="T1"/>
                </a:cxn>
                <a:cxn ang="0">
                  <a:pos x="T2" y="T3"/>
                </a:cxn>
                <a:cxn ang="0">
                  <a:pos x="T4" y="T5"/>
                </a:cxn>
                <a:cxn ang="0">
                  <a:pos x="T6" y="T7"/>
                </a:cxn>
                <a:cxn ang="0">
                  <a:pos x="T8" y="T9"/>
                </a:cxn>
              </a:cxnLst>
              <a:rect l="0" t="0" r="r" b="b"/>
              <a:pathLst>
                <a:path w="146" h="116">
                  <a:moveTo>
                    <a:pt x="118" y="116"/>
                  </a:moveTo>
                  <a:lnTo>
                    <a:pt x="0" y="45"/>
                  </a:lnTo>
                  <a:lnTo>
                    <a:pt x="27" y="0"/>
                  </a:lnTo>
                  <a:lnTo>
                    <a:pt x="146" y="70"/>
                  </a:lnTo>
                  <a:lnTo>
                    <a:pt x="118" y="116"/>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59" name="Freeform 228"/>
            <p:cNvSpPr>
              <a:spLocks/>
            </p:cNvSpPr>
            <p:nvPr/>
          </p:nvSpPr>
          <p:spPr bwMode="auto">
            <a:xfrm>
              <a:off x="100013" y="4192587"/>
              <a:ext cx="957263" cy="1785938"/>
            </a:xfrm>
            <a:custGeom>
              <a:avLst/>
              <a:gdLst>
                <a:gd name="T0" fmla="*/ 449 w 452"/>
                <a:gd name="T1" fmla="*/ 518 h 843"/>
                <a:gd name="T2" fmla="*/ 221 w 452"/>
                <a:gd name="T3" fmla="*/ 512 h 843"/>
                <a:gd name="T4" fmla="*/ 267 w 452"/>
                <a:gd name="T5" fmla="*/ 57 h 843"/>
                <a:gd name="T6" fmla="*/ 166 w 452"/>
                <a:gd name="T7" fmla="*/ 0 h 843"/>
                <a:gd name="T8" fmla="*/ 10 w 452"/>
                <a:gd name="T9" fmla="*/ 398 h 843"/>
                <a:gd name="T10" fmla="*/ 90 w 452"/>
                <a:gd name="T11" fmla="*/ 699 h 843"/>
                <a:gd name="T12" fmla="*/ 368 w 452"/>
                <a:gd name="T13" fmla="*/ 822 h 843"/>
                <a:gd name="T14" fmla="*/ 449 w 452"/>
                <a:gd name="T15" fmla="*/ 518 h 8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843">
                  <a:moveTo>
                    <a:pt x="449" y="518"/>
                  </a:moveTo>
                  <a:cubicBezTo>
                    <a:pt x="449" y="518"/>
                    <a:pt x="306" y="550"/>
                    <a:pt x="221" y="512"/>
                  </a:cubicBezTo>
                  <a:cubicBezTo>
                    <a:pt x="137" y="474"/>
                    <a:pt x="162" y="222"/>
                    <a:pt x="267" y="57"/>
                  </a:cubicBezTo>
                  <a:cubicBezTo>
                    <a:pt x="209" y="22"/>
                    <a:pt x="166" y="0"/>
                    <a:pt x="166" y="0"/>
                  </a:cubicBezTo>
                  <a:cubicBezTo>
                    <a:pt x="166" y="0"/>
                    <a:pt x="0" y="266"/>
                    <a:pt x="10" y="398"/>
                  </a:cubicBezTo>
                  <a:cubicBezTo>
                    <a:pt x="21" y="531"/>
                    <a:pt x="90" y="699"/>
                    <a:pt x="90" y="699"/>
                  </a:cubicBezTo>
                  <a:cubicBezTo>
                    <a:pt x="90" y="699"/>
                    <a:pt x="285" y="800"/>
                    <a:pt x="368" y="822"/>
                  </a:cubicBezTo>
                  <a:cubicBezTo>
                    <a:pt x="452" y="843"/>
                    <a:pt x="449" y="518"/>
                    <a:pt x="449" y="51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0" name="Freeform 229"/>
            <p:cNvSpPr>
              <a:spLocks/>
            </p:cNvSpPr>
            <p:nvPr/>
          </p:nvSpPr>
          <p:spPr bwMode="auto">
            <a:xfrm>
              <a:off x="100013" y="4192587"/>
              <a:ext cx="892175" cy="1754188"/>
            </a:xfrm>
            <a:custGeom>
              <a:avLst/>
              <a:gdLst>
                <a:gd name="T0" fmla="*/ 154 w 421"/>
                <a:gd name="T1" fmla="*/ 652 h 828"/>
                <a:gd name="T2" fmla="*/ 74 w 421"/>
                <a:gd name="T3" fmla="*/ 351 h 828"/>
                <a:gd name="T4" fmla="*/ 194 w 421"/>
                <a:gd name="T5" fmla="*/ 15 h 828"/>
                <a:gd name="T6" fmla="*/ 166 w 421"/>
                <a:gd name="T7" fmla="*/ 0 h 828"/>
                <a:gd name="T8" fmla="*/ 10 w 421"/>
                <a:gd name="T9" fmla="*/ 398 h 828"/>
                <a:gd name="T10" fmla="*/ 90 w 421"/>
                <a:gd name="T11" fmla="*/ 699 h 828"/>
                <a:gd name="T12" fmla="*/ 368 w 421"/>
                <a:gd name="T13" fmla="*/ 822 h 828"/>
                <a:gd name="T14" fmla="*/ 421 w 421"/>
                <a:gd name="T15" fmla="*/ 771 h 828"/>
                <a:gd name="T16" fmla="*/ 154 w 421"/>
                <a:gd name="T17" fmla="*/ 652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1" h="828">
                  <a:moveTo>
                    <a:pt x="154" y="652"/>
                  </a:moveTo>
                  <a:cubicBezTo>
                    <a:pt x="154" y="652"/>
                    <a:pt x="85" y="484"/>
                    <a:pt x="74" y="351"/>
                  </a:cubicBezTo>
                  <a:cubicBezTo>
                    <a:pt x="67" y="259"/>
                    <a:pt x="146" y="101"/>
                    <a:pt x="194" y="15"/>
                  </a:cubicBezTo>
                  <a:cubicBezTo>
                    <a:pt x="176" y="6"/>
                    <a:pt x="166" y="0"/>
                    <a:pt x="166" y="0"/>
                  </a:cubicBezTo>
                  <a:cubicBezTo>
                    <a:pt x="166" y="0"/>
                    <a:pt x="0" y="266"/>
                    <a:pt x="10" y="398"/>
                  </a:cubicBezTo>
                  <a:cubicBezTo>
                    <a:pt x="21" y="531"/>
                    <a:pt x="90" y="699"/>
                    <a:pt x="90" y="699"/>
                  </a:cubicBezTo>
                  <a:cubicBezTo>
                    <a:pt x="90" y="699"/>
                    <a:pt x="285" y="800"/>
                    <a:pt x="368" y="822"/>
                  </a:cubicBezTo>
                  <a:cubicBezTo>
                    <a:pt x="392" y="828"/>
                    <a:pt x="409" y="806"/>
                    <a:pt x="421" y="771"/>
                  </a:cubicBezTo>
                  <a:cubicBezTo>
                    <a:pt x="332" y="745"/>
                    <a:pt x="154" y="652"/>
                    <a:pt x="154" y="6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1" name="Freeform 230"/>
            <p:cNvSpPr>
              <a:spLocks/>
            </p:cNvSpPr>
            <p:nvPr/>
          </p:nvSpPr>
          <p:spPr bwMode="auto">
            <a:xfrm>
              <a:off x="2252663" y="4697412"/>
              <a:ext cx="220663" cy="90488"/>
            </a:xfrm>
            <a:custGeom>
              <a:avLst/>
              <a:gdLst>
                <a:gd name="T0" fmla="*/ 0 w 139"/>
                <a:gd name="T1" fmla="*/ 53 h 57"/>
                <a:gd name="T2" fmla="*/ 137 w 139"/>
                <a:gd name="T3" fmla="*/ 57 h 57"/>
                <a:gd name="T4" fmla="*/ 139 w 139"/>
                <a:gd name="T5" fmla="*/ 4 h 57"/>
                <a:gd name="T6" fmla="*/ 1 w 139"/>
                <a:gd name="T7" fmla="*/ 0 h 57"/>
                <a:gd name="T8" fmla="*/ 0 w 139"/>
                <a:gd name="T9" fmla="*/ 53 h 57"/>
              </a:gdLst>
              <a:ahLst/>
              <a:cxnLst>
                <a:cxn ang="0">
                  <a:pos x="T0" y="T1"/>
                </a:cxn>
                <a:cxn ang="0">
                  <a:pos x="T2" y="T3"/>
                </a:cxn>
                <a:cxn ang="0">
                  <a:pos x="T4" y="T5"/>
                </a:cxn>
                <a:cxn ang="0">
                  <a:pos x="T6" y="T7"/>
                </a:cxn>
                <a:cxn ang="0">
                  <a:pos x="T8" y="T9"/>
                </a:cxn>
              </a:cxnLst>
              <a:rect l="0" t="0" r="r" b="b"/>
              <a:pathLst>
                <a:path w="139" h="57">
                  <a:moveTo>
                    <a:pt x="0" y="53"/>
                  </a:moveTo>
                  <a:lnTo>
                    <a:pt x="137" y="57"/>
                  </a:lnTo>
                  <a:lnTo>
                    <a:pt x="139" y="4"/>
                  </a:lnTo>
                  <a:lnTo>
                    <a:pt x="1" y="0"/>
                  </a:lnTo>
                  <a:lnTo>
                    <a:pt x="0" y="53"/>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2" name="Freeform 231"/>
            <p:cNvSpPr>
              <a:spLocks/>
            </p:cNvSpPr>
            <p:nvPr/>
          </p:nvSpPr>
          <p:spPr bwMode="auto">
            <a:xfrm>
              <a:off x="1011238" y="4765675"/>
              <a:ext cx="1477963" cy="1344613"/>
            </a:xfrm>
            <a:custGeom>
              <a:avLst/>
              <a:gdLst>
                <a:gd name="T0" fmla="*/ 179 w 698"/>
                <a:gd name="T1" fmla="*/ 288 h 635"/>
                <a:gd name="T2" fmla="*/ 373 w 698"/>
                <a:gd name="T3" fmla="*/ 407 h 635"/>
                <a:gd name="T4" fmla="*/ 582 w 698"/>
                <a:gd name="T5" fmla="*/ 0 h 635"/>
                <a:gd name="T6" fmla="*/ 698 w 698"/>
                <a:gd name="T7" fmla="*/ 7 h 635"/>
                <a:gd name="T8" fmla="*/ 612 w 698"/>
                <a:gd name="T9" fmla="*/ 426 h 635"/>
                <a:gd name="T10" fmla="*/ 382 w 698"/>
                <a:gd name="T11" fmla="*/ 635 h 635"/>
                <a:gd name="T12" fmla="*/ 82 w 698"/>
                <a:gd name="T13" fmla="*/ 587 h 635"/>
                <a:gd name="T14" fmla="*/ 179 w 698"/>
                <a:gd name="T15" fmla="*/ 288 h 6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8" h="635">
                  <a:moveTo>
                    <a:pt x="179" y="288"/>
                  </a:moveTo>
                  <a:cubicBezTo>
                    <a:pt x="179" y="288"/>
                    <a:pt x="282" y="393"/>
                    <a:pt x="373" y="407"/>
                  </a:cubicBezTo>
                  <a:cubicBezTo>
                    <a:pt x="465" y="421"/>
                    <a:pt x="581" y="195"/>
                    <a:pt x="582" y="0"/>
                  </a:cubicBezTo>
                  <a:cubicBezTo>
                    <a:pt x="650" y="2"/>
                    <a:pt x="698" y="7"/>
                    <a:pt x="698" y="7"/>
                  </a:cubicBezTo>
                  <a:cubicBezTo>
                    <a:pt x="698" y="7"/>
                    <a:pt x="694" y="320"/>
                    <a:pt x="612" y="426"/>
                  </a:cubicBezTo>
                  <a:cubicBezTo>
                    <a:pt x="531" y="531"/>
                    <a:pt x="382" y="635"/>
                    <a:pt x="382" y="635"/>
                  </a:cubicBezTo>
                  <a:cubicBezTo>
                    <a:pt x="382" y="635"/>
                    <a:pt x="164" y="614"/>
                    <a:pt x="82" y="587"/>
                  </a:cubicBezTo>
                  <a:cubicBezTo>
                    <a:pt x="0" y="559"/>
                    <a:pt x="179" y="288"/>
                    <a:pt x="179" y="28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3" name="Freeform 232"/>
            <p:cNvSpPr>
              <a:spLocks/>
            </p:cNvSpPr>
            <p:nvPr/>
          </p:nvSpPr>
          <p:spPr bwMode="auto">
            <a:xfrm>
              <a:off x="1131888" y="4773612"/>
              <a:ext cx="1357313" cy="1336675"/>
            </a:xfrm>
            <a:custGeom>
              <a:avLst/>
              <a:gdLst>
                <a:gd name="T0" fmla="*/ 297 w 641"/>
                <a:gd name="T1" fmla="*/ 557 h 631"/>
                <a:gd name="T2" fmla="*/ 527 w 641"/>
                <a:gd name="T3" fmla="*/ 348 h 631"/>
                <a:gd name="T4" fmla="*/ 610 w 641"/>
                <a:gd name="T5" fmla="*/ 0 h 631"/>
                <a:gd name="T6" fmla="*/ 641 w 641"/>
                <a:gd name="T7" fmla="*/ 3 h 631"/>
                <a:gd name="T8" fmla="*/ 555 w 641"/>
                <a:gd name="T9" fmla="*/ 422 h 631"/>
                <a:gd name="T10" fmla="*/ 325 w 641"/>
                <a:gd name="T11" fmla="*/ 631 h 631"/>
                <a:gd name="T12" fmla="*/ 25 w 641"/>
                <a:gd name="T13" fmla="*/ 583 h 631"/>
                <a:gd name="T14" fmla="*/ 8 w 641"/>
                <a:gd name="T15" fmla="*/ 512 h 631"/>
                <a:gd name="T16" fmla="*/ 297 w 641"/>
                <a:gd name="T17" fmla="*/ 557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1" h="631">
                  <a:moveTo>
                    <a:pt x="297" y="557"/>
                  </a:moveTo>
                  <a:cubicBezTo>
                    <a:pt x="297" y="557"/>
                    <a:pt x="446" y="453"/>
                    <a:pt x="527" y="348"/>
                  </a:cubicBezTo>
                  <a:cubicBezTo>
                    <a:pt x="584" y="274"/>
                    <a:pt x="603" y="99"/>
                    <a:pt x="610" y="0"/>
                  </a:cubicBezTo>
                  <a:cubicBezTo>
                    <a:pt x="630" y="2"/>
                    <a:pt x="641" y="3"/>
                    <a:pt x="641" y="3"/>
                  </a:cubicBezTo>
                  <a:cubicBezTo>
                    <a:pt x="641" y="3"/>
                    <a:pt x="637" y="316"/>
                    <a:pt x="555" y="422"/>
                  </a:cubicBezTo>
                  <a:cubicBezTo>
                    <a:pt x="474" y="527"/>
                    <a:pt x="325" y="631"/>
                    <a:pt x="325" y="631"/>
                  </a:cubicBezTo>
                  <a:cubicBezTo>
                    <a:pt x="325" y="631"/>
                    <a:pt x="107" y="610"/>
                    <a:pt x="25" y="583"/>
                  </a:cubicBezTo>
                  <a:cubicBezTo>
                    <a:pt x="2" y="575"/>
                    <a:pt x="0" y="547"/>
                    <a:pt x="8" y="512"/>
                  </a:cubicBezTo>
                  <a:cubicBezTo>
                    <a:pt x="97" y="538"/>
                    <a:pt x="297" y="557"/>
                    <a:pt x="297" y="5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4" name="Freeform 233"/>
            <p:cNvSpPr>
              <a:spLocks/>
            </p:cNvSpPr>
            <p:nvPr/>
          </p:nvSpPr>
          <p:spPr bwMode="auto">
            <a:xfrm>
              <a:off x="2141538" y="4089400"/>
              <a:ext cx="395288" cy="612775"/>
            </a:xfrm>
            <a:custGeom>
              <a:avLst/>
              <a:gdLst>
                <a:gd name="T0" fmla="*/ 129 w 186"/>
                <a:gd name="T1" fmla="*/ 289 h 289"/>
                <a:gd name="T2" fmla="*/ 175 w 186"/>
                <a:gd name="T3" fmla="*/ 156 h 289"/>
                <a:gd name="T4" fmla="*/ 156 w 186"/>
                <a:gd name="T5" fmla="*/ 85 h 289"/>
                <a:gd name="T6" fmla="*/ 118 w 186"/>
                <a:gd name="T7" fmla="*/ 17 h 289"/>
                <a:gd name="T8" fmla="*/ 115 w 186"/>
                <a:gd name="T9" fmla="*/ 22 h 289"/>
                <a:gd name="T10" fmla="*/ 100 w 186"/>
                <a:gd name="T11" fmla="*/ 3 h 289"/>
                <a:gd name="T12" fmla="*/ 92 w 186"/>
                <a:gd name="T13" fmla="*/ 24 h 289"/>
                <a:gd name="T14" fmla="*/ 70 w 186"/>
                <a:gd name="T15" fmla="*/ 2 h 289"/>
                <a:gd name="T16" fmla="*/ 62 w 186"/>
                <a:gd name="T17" fmla="*/ 34 h 289"/>
                <a:gd name="T18" fmla="*/ 39 w 186"/>
                <a:gd name="T19" fmla="*/ 14 h 289"/>
                <a:gd name="T20" fmla="*/ 31 w 186"/>
                <a:gd name="T21" fmla="*/ 49 h 289"/>
                <a:gd name="T22" fmla="*/ 53 w 186"/>
                <a:gd name="T23" fmla="*/ 143 h 289"/>
                <a:gd name="T24" fmla="*/ 25 w 186"/>
                <a:gd name="T25" fmla="*/ 71 h 289"/>
                <a:gd name="T26" fmla="*/ 10 w 186"/>
                <a:gd name="T27" fmla="*/ 99 h 289"/>
                <a:gd name="T28" fmla="*/ 24 w 186"/>
                <a:gd name="T29" fmla="*/ 201 h 289"/>
                <a:gd name="T30" fmla="*/ 63 w 186"/>
                <a:gd name="T31" fmla="*/ 287 h 289"/>
                <a:gd name="T32" fmla="*/ 129 w 186"/>
                <a:gd name="T33"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6" h="289">
                  <a:moveTo>
                    <a:pt x="129" y="289"/>
                  </a:moveTo>
                  <a:cubicBezTo>
                    <a:pt x="129" y="289"/>
                    <a:pt x="165" y="194"/>
                    <a:pt x="175" y="156"/>
                  </a:cubicBezTo>
                  <a:cubicBezTo>
                    <a:pt x="186" y="118"/>
                    <a:pt x="171" y="117"/>
                    <a:pt x="156" y="85"/>
                  </a:cubicBezTo>
                  <a:cubicBezTo>
                    <a:pt x="142" y="53"/>
                    <a:pt x="133" y="21"/>
                    <a:pt x="118" y="17"/>
                  </a:cubicBezTo>
                  <a:cubicBezTo>
                    <a:pt x="115" y="22"/>
                    <a:pt x="115" y="22"/>
                    <a:pt x="115" y="22"/>
                  </a:cubicBezTo>
                  <a:cubicBezTo>
                    <a:pt x="115" y="22"/>
                    <a:pt x="112" y="5"/>
                    <a:pt x="100" y="3"/>
                  </a:cubicBezTo>
                  <a:cubicBezTo>
                    <a:pt x="88" y="0"/>
                    <a:pt x="91" y="15"/>
                    <a:pt x="92" y="24"/>
                  </a:cubicBezTo>
                  <a:cubicBezTo>
                    <a:pt x="88" y="5"/>
                    <a:pt x="80" y="0"/>
                    <a:pt x="70" y="2"/>
                  </a:cubicBezTo>
                  <a:cubicBezTo>
                    <a:pt x="61" y="4"/>
                    <a:pt x="60" y="19"/>
                    <a:pt x="62" y="34"/>
                  </a:cubicBezTo>
                  <a:cubicBezTo>
                    <a:pt x="58" y="18"/>
                    <a:pt x="47" y="13"/>
                    <a:pt x="39" y="14"/>
                  </a:cubicBezTo>
                  <a:cubicBezTo>
                    <a:pt x="31" y="14"/>
                    <a:pt x="21" y="26"/>
                    <a:pt x="31" y="49"/>
                  </a:cubicBezTo>
                  <a:cubicBezTo>
                    <a:pt x="41" y="73"/>
                    <a:pt x="53" y="143"/>
                    <a:pt x="53" y="143"/>
                  </a:cubicBezTo>
                  <a:cubicBezTo>
                    <a:pt x="53" y="143"/>
                    <a:pt x="26" y="76"/>
                    <a:pt x="25" y="71"/>
                  </a:cubicBezTo>
                  <a:cubicBezTo>
                    <a:pt x="24" y="66"/>
                    <a:pt x="0" y="67"/>
                    <a:pt x="10" y="99"/>
                  </a:cubicBezTo>
                  <a:cubicBezTo>
                    <a:pt x="20" y="130"/>
                    <a:pt x="19" y="169"/>
                    <a:pt x="24" y="201"/>
                  </a:cubicBezTo>
                  <a:cubicBezTo>
                    <a:pt x="30" y="232"/>
                    <a:pt x="45" y="278"/>
                    <a:pt x="63" y="287"/>
                  </a:cubicBezTo>
                  <a:cubicBezTo>
                    <a:pt x="116" y="289"/>
                    <a:pt x="129" y="289"/>
                    <a:pt x="129" y="289"/>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5" name="Freeform 234"/>
            <p:cNvSpPr>
              <a:spLocks/>
            </p:cNvSpPr>
            <p:nvPr/>
          </p:nvSpPr>
          <p:spPr bwMode="auto">
            <a:xfrm>
              <a:off x="536575" y="3667125"/>
              <a:ext cx="493713" cy="561975"/>
            </a:xfrm>
            <a:custGeom>
              <a:avLst/>
              <a:gdLst>
                <a:gd name="T0" fmla="*/ 0 w 233"/>
                <a:gd name="T1" fmla="*/ 229 h 265"/>
                <a:gd name="T2" fmla="*/ 33 w 233"/>
                <a:gd name="T3" fmla="*/ 92 h 265"/>
                <a:gd name="T4" fmla="*/ 88 w 233"/>
                <a:gd name="T5" fmla="*/ 43 h 265"/>
                <a:gd name="T6" fmla="*/ 157 w 233"/>
                <a:gd name="T7" fmla="*/ 7 h 265"/>
                <a:gd name="T8" fmla="*/ 156 w 233"/>
                <a:gd name="T9" fmla="*/ 12 h 265"/>
                <a:gd name="T10" fmla="*/ 180 w 233"/>
                <a:gd name="T11" fmla="*/ 4 h 265"/>
                <a:gd name="T12" fmla="*/ 175 w 233"/>
                <a:gd name="T13" fmla="*/ 26 h 265"/>
                <a:gd name="T14" fmla="*/ 205 w 233"/>
                <a:gd name="T15" fmla="*/ 19 h 265"/>
                <a:gd name="T16" fmla="*/ 195 w 233"/>
                <a:gd name="T17" fmla="*/ 51 h 265"/>
                <a:gd name="T18" fmla="*/ 225 w 233"/>
                <a:gd name="T19" fmla="*/ 47 h 265"/>
                <a:gd name="T20" fmla="*/ 212 w 233"/>
                <a:gd name="T21" fmla="*/ 81 h 265"/>
                <a:gd name="T22" fmla="*/ 143 w 233"/>
                <a:gd name="T23" fmla="*/ 147 h 265"/>
                <a:gd name="T24" fmla="*/ 206 w 233"/>
                <a:gd name="T25" fmla="*/ 102 h 265"/>
                <a:gd name="T26" fmla="*/ 203 w 233"/>
                <a:gd name="T27" fmla="*/ 134 h 265"/>
                <a:gd name="T28" fmla="*/ 136 w 233"/>
                <a:gd name="T29" fmla="*/ 212 h 265"/>
                <a:gd name="T30" fmla="*/ 57 w 233"/>
                <a:gd name="T31" fmla="*/ 263 h 265"/>
                <a:gd name="T32" fmla="*/ 0 w 233"/>
                <a:gd name="T33" fmla="*/ 229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 h="265">
                  <a:moveTo>
                    <a:pt x="0" y="229"/>
                  </a:moveTo>
                  <a:cubicBezTo>
                    <a:pt x="0" y="229"/>
                    <a:pt x="21" y="130"/>
                    <a:pt x="33" y="92"/>
                  </a:cubicBezTo>
                  <a:cubicBezTo>
                    <a:pt x="45" y="54"/>
                    <a:pt x="58" y="62"/>
                    <a:pt x="88" y="43"/>
                  </a:cubicBezTo>
                  <a:cubicBezTo>
                    <a:pt x="118" y="23"/>
                    <a:pt x="143" y="2"/>
                    <a:pt x="157" y="7"/>
                  </a:cubicBezTo>
                  <a:cubicBezTo>
                    <a:pt x="156" y="12"/>
                    <a:pt x="156" y="12"/>
                    <a:pt x="156" y="12"/>
                  </a:cubicBezTo>
                  <a:cubicBezTo>
                    <a:pt x="156" y="12"/>
                    <a:pt x="169" y="0"/>
                    <a:pt x="180" y="4"/>
                  </a:cubicBezTo>
                  <a:cubicBezTo>
                    <a:pt x="191" y="9"/>
                    <a:pt x="181" y="20"/>
                    <a:pt x="175" y="26"/>
                  </a:cubicBezTo>
                  <a:cubicBezTo>
                    <a:pt x="189" y="13"/>
                    <a:pt x="198" y="12"/>
                    <a:pt x="205" y="19"/>
                  </a:cubicBezTo>
                  <a:cubicBezTo>
                    <a:pt x="212" y="26"/>
                    <a:pt x="205" y="40"/>
                    <a:pt x="195" y="51"/>
                  </a:cubicBezTo>
                  <a:cubicBezTo>
                    <a:pt x="207" y="40"/>
                    <a:pt x="219" y="42"/>
                    <a:pt x="225" y="47"/>
                  </a:cubicBezTo>
                  <a:cubicBezTo>
                    <a:pt x="232" y="52"/>
                    <a:pt x="233" y="66"/>
                    <a:pt x="212" y="81"/>
                  </a:cubicBezTo>
                  <a:cubicBezTo>
                    <a:pt x="191" y="95"/>
                    <a:pt x="143" y="147"/>
                    <a:pt x="143" y="147"/>
                  </a:cubicBezTo>
                  <a:cubicBezTo>
                    <a:pt x="143" y="147"/>
                    <a:pt x="202" y="106"/>
                    <a:pt x="206" y="102"/>
                  </a:cubicBezTo>
                  <a:cubicBezTo>
                    <a:pt x="209" y="99"/>
                    <a:pt x="229" y="113"/>
                    <a:pt x="203" y="134"/>
                  </a:cubicBezTo>
                  <a:cubicBezTo>
                    <a:pt x="178" y="155"/>
                    <a:pt x="157" y="188"/>
                    <a:pt x="136" y="212"/>
                  </a:cubicBezTo>
                  <a:cubicBezTo>
                    <a:pt x="114" y="235"/>
                    <a:pt x="76" y="265"/>
                    <a:pt x="57" y="263"/>
                  </a:cubicBezTo>
                  <a:cubicBezTo>
                    <a:pt x="11" y="236"/>
                    <a:pt x="0" y="229"/>
                    <a:pt x="0" y="229"/>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6" name="Freeform 235"/>
            <p:cNvSpPr>
              <a:spLocks/>
            </p:cNvSpPr>
            <p:nvPr/>
          </p:nvSpPr>
          <p:spPr bwMode="auto">
            <a:xfrm>
              <a:off x="646113" y="5013325"/>
              <a:ext cx="1049338" cy="569913"/>
            </a:xfrm>
            <a:custGeom>
              <a:avLst/>
              <a:gdLst>
                <a:gd name="T0" fmla="*/ 455 w 495"/>
                <a:gd name="T1" fmla="*/ 91 h 269"/>
                <a:gd name="T2" fmla="*/ 398 w 495"/>
                <a:gd name="T3" fmla="*/ 45 h 269"/>
                <a:gd name="T4" fmla="*/ 125 w 495"/>
                <a:gd name="T5" fmla="*/ 4 h 269"/>
                <a:gd name="T6" fmla="*/ 62 w 495"/>
                <a:gd name="T7" fmla="*/ 33 h 269"/>
                <a:gd name="T8" fmla="*/ 8 w 495"/>
                <a:gd name="T9" fmla="*/ 155 h 269"/>
                <a:gd name="T10" fmla="*/ 38 w 495"/>
                <a:gd name="T11" fmla="*/ 205 h 269"/>
                <a:gd name="T12" fmla="*/ 181 w 495"/>
                <a:gd name="T13" fmla="*/ 248 h 269"/>
                <a:gd name="T14" fmla="*/ 275 w 495"/>
                <a:gd name="T15" fmla="*/ 263 h 269"/>
                <a:gd name="T16" fmla="*/ 452 w 495"/>
                <a:gd name="T17" fmla="*/ 268 h 269"/>
                <a:gd name="T18" fmla="*/ 490 w 495"/>
                <a:gd name="T19" fmla="*/ 231 h 269"/>
                <a:gd name="T20" fmla="*/ 455 w 495"/>
                <a:gd name="T21" fmla="*/ 9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5" h="269">
                  <a:moveTo>
                    <a:pt x="455" y="91"/>
                  </a:moveTo>
                  <a:cubicBezTo>
                    <a:pt x="449" y="70"/>
                    <a:pt x="424" y="49"/>
                    <a:pt x="398" y="45"/>
                  </a:cubicBezTo>
                  <a:cubicBezTo>
                    <a:pt x="125" y="4"/>
                    <a:pt x="125" y="4"/>
                    <a:pt x="125" y="4"/>
                  </a:cubicBezTo>
                  <a:cubicBezTo>
                    <a:pt x="99" y="0"/>
                    <a:pt x="71" y="13"/>
                    <a:pt x="62" y="33"/>
                  </a:cubicBezTo>
                  <a:cubicBezTo>
                    <a:pt x="8" y="155"/>
                    <a:pt x="8" y="155"/>
                    <a:pt x="8" y="155"/>
                  </a:cubicBezTo>
                  <a:cubicBezTo>
                    <a:pt x="0" y="175"/>
                    <a:pt x="13" y="197"/>
                    <a:pt x="38" y="205"/>
                  </a:cubicBezTo>
                  <a:cubicBezTo>
                    <a:pt x="181" y="248"/>
                    <a:pt x="181" y="248"/>
                    <a:pt x="181" y="248"/>
                  </a:cubicBezTo>
                  <a:cubicBezTo>
                    <a:pt x="206" y="255"/>
                    <a:pt x="248" y="262"/>
                    <a:pt x="275" y="263"/>
                  </a:cubicBezTo>
                  <a:cubicBezTo>
                    <a:pt x="452" y="268"/>
                    <a:pt x="452" y="268"/>
                    <a:pt x="452" y="268"/>
                  </a:cubicBezTo>
                  <a:cubicBezTo>
                    <a:pt x="478" y="269"/>
                    <a:pt x="495" y="252"/>
                    <a:pt x="490" y="231"/>
                  </a:cubicBezTo>
                  <a:lnTo>
                    <a:pt x="455" y="91"/>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7" name="Freeform 236"/>
            <p:cNvSpPr>
              <a:spLocks/>
            </p:cNvSpPr>
            <p:nvPr/>
          </p:nvSpPr>
          <p:spPr bwMode="auto">
            <a:xfrm>
              <a:off x="628650" y="5159375"/>
              <a:ext cx="952500" cy="1020763"/>
            </a:xfrm>
            <a:custGeom>
              <a:avLst/>
              <a:gdLst>
                <a:gd name="T0" fmla="*/ 430 w 449"/>
                <a:gd name="T1" fmla="*/ 272 h 482"/>
                <a:gd name="T2" fmla="*/ 259 w 449"/>
                <a:gd name="T3" fmla="*/ 17 h 482"/>
                <a:gd name="T4" fmla="*/ 19 w 449"/>
                <a:gd name="T5" fmla="*/ 209 h 482"/>
                <a:gd name="T6" fmla="*/ 190 w 449"/>
                <a:gd name="T7" fmla="*/ 464 h 482"/>
                <a:gd name="T8" fmla="*/ 430 w 449"/>
                <a:gd name="T9" fmla="*/ 272 h 482"/>
              </a:gdLst>
              <a:ahLst/>
              <a:cxnLst>
                <a:cxn ang="0">
                  <a:pos x="T0" y="T1"/>
                </a:cxn>
                <a:cxn ang="0">
                  <a:pos x="T2" y="T3"/>
                </a:cxn>
                <a:cxn ang="0">
                  <a:pos x="T4" y="T5"/>
                </a:cxn>
                <a:cxn ang="0">
                  <a:pos x="T6" y="T7"/>
                </a:cxn>
                <a:cxn ang="0">
                  <a:pos x="T8" y="T9"/>
                </a:cxn>
              </a:cxnLst>
              <a:rect l="0" t="0" r="r" b="b"/>
              <a:pathLst>
                <a:path w="449" h="482">
                  <a:moveTo>
                    <a:pt x="430" y="272"/>
                  </a:moveTo>
                  <a:cubicBezTo>
                    <a:pt x="449" y="148"/>
                    <a:pt x="372" y="34"/>
                    <a:pt x="259" y="17"/>
                  </a:cubicBezTo>
                  <a:cubicBezTo>
                    <a:pt x="145" y="0"/>
                    <a:pt x="38" y="86"/>
                    <a:pt x="19" y="209"/>
                  </a:cubicBezTo>
                  <a:cubicBezTo>
                    <a:pt x="0" y="333"/>
                    <a:pt x="77" y="447"/>
                    <a:pt x="190" y="464"/>
                  </a:cubicBezTo>
                  <a:cubicBezTo>
                    <a:pt x="304" y="482"/>
                    <a:pt x="411" y="396"/>
                    <a:pt x="430" y="272"/>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8" name="Freeform 237"/>
            <p:cNvSpPr>
              <a:spLocks/>
            </p:cNvSpPr>
            <p:nvPr/>
          </p:nvSpPr>
          <p:spPr bwMode="auto">
            <a:xfrm>
              <a:off x="628650" y="5159375"/>
              <a:ext cx="733425" cy="987425"/>
            </a:xfrm>
            <a:custGeom>
              <a:avLst/>
              <a:gdLst>
                <a:gd name="T0" fmla="*/ 122 w 346"/>
                <a:gd name="T1" fmla="*/ 248 h 466"/>
                <a:gd name="T2" fmla="*/ 346 w 346"/>
                <a:gd name="T3" fmla="*/ 54 h 466"/>
                <a:gd name="T4" fmla="*/ 259 w 346"/>
                <a:gd name="T5" fmla="*/ 17 h 466"/>
                <a:gd name="T6" fmla="*/ 19 w 346"/>
                <a:gd name="T7" fmla="*/ 209 h 466"/>
                <a:gd name="T8" fmla="*/ 190 w 346"/>
                <a:gd name="T9" fmla="*/ 464 h 466"/>
                <a:gd name="T10" fmla="*/ 206 w 346"/>
                <a:gd name="T11" fmla="*/ 466 h 466"/>
                <a:gd name="T12" fmla="*/ 122 w 346"/>
                <a:gd name="T13" fmla="*/ 248 h 466"/>
              </a:gdLst>
              <a:ahLst/>
              <a:cxnLst>
                <a:cxn ang="0">
                  <a:pos x="T0" y="T1"/>
                </a:cxn>
                <a:cxn ang="0">
                  <a:pos x="T2" y="T3"/>
                </a:cxn>
                <a:cxn ang="0">
                  <a:pos x="T4" y="T5"/>
                </a:cxn>
                <a:cxn ang="0">
                  <a:pos x="T6" y="T7"/>
                </a:cxn>
                <a:cxn ang="0">
                  <a:pos x="T8" y="T9"/>
                </a:cxn>
                <a:cxn ang="0">
                  <a:pos x="T10" y="T11"/>
                </a:cxn>
                <a:cxn ang="0">
                  <a:pos x="T12" y="T13"/>
                </a:cxn>
              </a:cxnLst>
              <a:rect l="0" t="0" r="r" b="b"/>
              <a:pathLst>
                <a:path w="346" h="466">
                  <a:moveTo>
                    <a:pt x="122" y="248"/>
                  </a:moveTo>
                  <a:cubicBezTo>
                    <a:pt x="140" y="130"/>
                    <a:pt x="238" y="46"/>
                    <a:pt x="346" y="54"/>
                  </a:cubicBezTo>
                  <a:cubicBezTo>
                    <a:pt x="321" y="35"/>
                    <a:pt x="291" y="22"/>
                    <a:pt x="259" y="17"/>
                  </a:cubicBezTo>
                  <a:cubicBezTo>
                    <a:pt x="145" y="0"/>
                    <a:pt x="38" y="86"/>
                    <a:pt x="19" y="209"/>
                  </a:cubicBezTo>
                  <a:cubicBezTo>
                    <a:pt x="0" y="333"/>
                    <a:pt x="77" y="447"/>
                    <a:pt x="190" y="464"/>
                  </a:cubicBezTo>
                  <a:cubicBezTo>
                    <a:pt x="196" y="465"/>
                    <a:pt x="201" y="466"/>
                    <a:pt x="206" y="466"/>
                  </a:cubicBezTo>
                  <a:cubicBezTo>
                    <a:pt x="144" y="419"/>
                    <a:pt x="109" y="336"/>
                    <a:pt x="122" y="248"/>
                  </a:cubicBez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69" name="Freeform 238"/>
            <p:cNvSpPr>
              <a:spLocks/>
            </p:cNvSpPr>
            <p:nvPr/>
          </p:nvSpPr>
          <p:spPr bwMode="auto">
            <a:xfrm>
              <a:off x="2644775" y="134937"/>
              <a:ext cx="755650" cy="757238"/>
            </a:xfrm>
            <a:custGeom>
              <a:avLst/>
              <a:gdLst>
                <a:gd name="T0" fmla="*/ 114 w 357"/>
                <a:gd name="T1" fmla="*/ 322 h 357"/>
                <a:gd name="T2" fmla="*/ 36 w 357"/>
                <a:gd name="T3" fmla="*/ 114 h 357"/>
                <a:gd name="T4" fmla="*/ 243 w 357"/>
                <a:gd name="T5" fmla="*/ 36 h 357"/>
                <a:gd name="T6" fmla="*/ 321 w 357"/>
                <a:gd name="T7" fmla="*/ 243 h 357"/>
                <a:gd name="T8" fmla="*/ 114 w 357"/>
                <a:gd name="T9" fmla="*/ 322 h 357"/>
              </a:gdLst>
              <a:ahLst/>
              <a:cxnLst>
                <a:cxn ang="0">
                  <a:pos x="T0" y="T1"/>
                </a:cxn>
                <a:cxn ang="0">
                  <a:pos x="T2" y="T3"/>
                </a:cxn>
                <a:cxn ang="0">
                  <a:pos x="T4" y="T5"/>
                </a:cxn>
                <a:cxn ang="0">
                  <a:pos x="T6" y="T7"/>
                </a:cxn>
                <a:cxn ang="0">
                  <a:pos x="T8" y="T9"/>
                </a:cxn>
              </a:cxnLst>
              <a:rect l="0" t="0" r="r" b="b"/>
              <a:pathLst>
                <a:path w="357" h="357">
                  <a:moveTo>
                    <a:pt x="114" y="322"/>
                  </a:moveTo>
                  <a:cubicBezTo>
                    <a:pt x="35" y="286"/>
                    <a:pt x="0" y="193"/>
                    <a:pt x="36" y="114"/>
                  </a:cubicBezTo>
                  <a:cubicBezTo>
                    <a:pt x="71" y="35"/>
                    <a:pt x="164" y="0"/>
                    <a:pt x="243" y="36"/>
                  </a:cubicBezTo>
                  <a:cubicBezTo>
                    <a:pt x="322" y="72"/>
                    <a:pt x="357" y="164"/>
                    <a:pt x="321" y="243"/>
                  </a:cubicBezTo>
                  <a:cubicBezTo>
                    <a:pt x="286" y="322"/>
                    <a:pt x="193" y="357"/>
                    <a:pt x="114" y="32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0" name="Freeform 239"/>
            <p:cNvSpPr>
              <a:spLocks/>
            </p:cNvSpPr>
            <p:nvPr/>
          </p:nvSpPr>
          <p:spPr bwMode="auto">
            <a:xfrm>
              <a:off x="2781300" y="654050"/>
              <a:ext cx="133350" cy="142875"/>
            </a:xfrm>
            <a:custGeom>
              <a:avLst/>
              <a:gdLst>
                <a:gd name="T0" fmla="*/ 7 w 63"/>
                <a:gd name="T1" fmla="*/ 63 h 67"/>
                <a:gd name="T2" fmla="*/ 1 w 63"/>
                <a:gd name="T3" fmla="*/ 52 h 67"/>
                <a:gd name="T4" fmla="*/ 4 w 63"/>
                <a:gd name="T5" fmla="*/ 39 h 67"/>
                <a:gd name="T6" fmla="*/ 37 w 63"/>
                <a:gd name="T7" fmla="*/ 0 h 67"/>
                <a:gd name="T8" fmla="*/ 63 w 63"/>
                <a:gd name="T9" fmla="*/ 22 h 67"/>
                <a:gd name="T10" fmla="*/ 31 w 63"/>
                <a:gd name="T11" fmla="*/ 61 h 67"/>
                <a:gd name="T12" fmla="*/ 19 w 63"/>
                <a:gd name="T13" fmla="*/ 67 h 67"/>
                <a:gd name="T14" fmla="*/ 7 w 63"/>
                <a:gd name="T15" fmla="*/ 63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67">
                  <a:moveTo>
                    <a:pt x="7" y="63"/>
                  </a:moveTo>
                  <a:cubicBezTo>
                    <a:pt x="3" y="60"/>
                    <a:pt x="1" y="56"/>
                    <a:pt x="1" y="52"/>
                  </a:cubicBezTo>
                  <a:cubicBezTo>
                    <a:pt x="0" y="47"/>
                    <a:pt x="2" y="43"/>
                    <a:pt x="4" y="39"/>
                  </a:cubicBezTo>
                  <a:cubicBezTo>
                    <a:pt x="37" y="0"/>
                    <a:pt x="37" y="0"/>
                    <a:pt x="37" y="0"/>
                  </a:cubicBezTo>
                  <a:cubicBezTo>
                    <a:pt x="63" y="22"/>
                    <a:pt x="63" y="22"/>
                    <a:pt x="63" y="22"/>
                  </a:cubicBezTo>
                  <a:cubicBezTo>
                    <a:pt x="31" y="61"/>
                    <a:pt x="31" y="61"/>
                    <a:pt x="31" y="61"/>
                  </a:cubicBezTo>
                  <a:cubicBezTo>
                    <a:pt x="28" y="64"/>
                    <a:pt x="24" y="66"/>
                    <a:pt x="19" y="67"/>
                  </a:cubicBezTo>
                  <a:cubicBezTo>
                    <a:pt x="14" y="67"/>
                    <a:pt x="10" y="66"/>
                    <a:pt x="7" y="6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1" name="Freeform 240"/>
            <p:cNvSpPr>
              <a:spLocks/>
            </p:cNvSpPr>
            <p:nvPr/>
          </p:nvSpPr>
          <p:spPr bwMode="auto">
            <a:xfrm>
              <a:off x="2835275" y="654050"/>
              <a:ext cx="79375" cy="76200"/>
            </a:xfrm>
            <a:custGeom>
              <a:avLst/>
              <a:gdLst>
                <a:gd name="T0" fmla="*/ 38 w 38"/>
                <a:gd name="T1" fmla="*/ 22 h 36"/>
                <a:gd name="T2" fmla="*/ 12 w 38"/>
                <a:gd name="T3" fmla="*/ 0 h 36"/>
                <a:gd name="T4" fmla="*/ 0 w 38"/>
                <a:gd name="T5" fmla="*/ 15 h 36"/>
                <a:gd name="T6" fmla="*/ 26 w 38"/>
                <a:gd name="T7" fmla="*/ 36 h 36"/>
                <a:gd name="T8" fmla="*/ 38 w 38"/>
                <a:gd name="T9" fmla="*/ 22 h 36"/>
              </a:gdLst>
              <a:ahLst/>
              <a:cxnLst>
                <a:cxn ang="0">
                  <a:pos x="T0" y="T1"/>
                </a:cxn>
                <a:cxn ang="0">
                  <a:pos x="T2" y="T3"/>
                </a:cxn>
                <a:cxn ang="0">
                  <a:pos x="T4" y="T5"/>
                </a:cxn>
                <a:cxn ang="0">
                  <a:pos x="T6" y="T7"/>
                </a:cxn>
                <a:cxn ang="0">
                  <a:pos x="T8" y="T9"/>
                </a:cxn>
              </a:cxnLst>
              <a:rect l="0" t="0" r="r" b="b"/>
              <a:pathLst>
                <a:path w="38" h="36">
                  <a:moveTo>
                    <a:pt x="38" y="22"/>
                  </a:moveTo>
                  <a:cubicBezTo>
                    <a:pt x="12" y="0"/>
                    <a:pt x="12" y="0"/>
                    <a:pt x="12" y="0"/>
                  </a:cubicBezTo>
                  <a:cubicBezTo>
                    <a:pt x="0" y="15"/>
                    <a:pt x="0" y="15"/>
                    <a:pt x="0" y="15"/>
                  </a:cubicBezTo>
                  <a:cubicBezTo>
                    <a:pt x="7" y="23"/>
                    <a:pt x="16" y="30"/>
                    <a:pt x="26" y="36"/>
                  </a:cubicBezTo>
                  <a:lnTo>
                    <a:pt x="38" y="22"/>
                  </a:lnTo>
                  <a:close/>
                </a:path>
              </a:pathLst>
            </a:custGeom>
            <a:solidFill>
              <a:srgbClr val="E0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2" name="Freeform 241"/>
            <p:cNvSpPr>
              <a:spLocks/>
            </p:cNvSpPr>
            <p:nvPr/>
          </p:nvSpPr>
          <p:spPr bwMode="auto">
            <a:xfrm>
              <a:off x="2767013" y="258762"/>
              <a:ext cx="511175" cy="511175"/>
            </a:xfrm>
            <a:custGeom>
              <a:avLst/>
              <a:gdLst>
                <a:gd name="T0" fmla="*/ 77 w 241"/>
                <a:gd name="T1" fmla="*/ 217 h 241"/>
                <a:gd name="T2" fmla="*/ 24 w 241"/>
                <a:gd name="T3" fmla="*/ 77 h 241"/>
                <a:gd name="T4" fmla="*/ 164 w 241"/>
                <a:gd name="T5" fmla="*/ 24 h 241"/>
                <a:gd name="T6" fmla="*/ 217 w 241"/>
                <a:gd name="T7" fmla="*/ 164 h 241"/>
                <a:gd name="T8" fmla="*/ 77 w 241"/>
                <a:gd name="T9" fmla="*/ 217 h 241"/>
              </a:gdLst>
              <a:ahLst/>
              <a:cxnLst>
                <a:cxn ang="0">
                  <a:pos x="T0" y="T1"/>
                </a:cxn>
                <a:cxn ang="0">
                  <a:pos x="T2" y="T3"/>
                </a:cxn>
                <a:cxn ang="0">
                  <a:pos x="T4" y="T5"/>
                </a:cxn>
                <a:cxn ang="0">
                  <a:pos x="T6" y="T7"/>
                </a:cxn>
                <a:cxn ang="0">
                  <a:pos x="T8" y="T9"/>
                </a:cxn>
              </a:cxnLst>
              <a:rect l="0" t="0" r="r" b="b"/>
              <a:pathLst>
                <a:path w="241" h="241">
                  <a:moveTo>
                    <a:pt x="77" y="217"/>
                  </a:moveTo>
                  <a:cubicBezTo>
                    <a:pt x="24" y="193"/>
                    <a:pt x="0" y="131"/>
                    <a:pt x="24" y="77"/>
                  </a:cubicBezTo>
                  <a:cubicBezTo>
                    <a:pt x="48" y="24"/>
                    <a:pt x="111" y="0"/>
                    <a:pt x="164" y="24"/>
                  </a:cubicBezTo>
                  <a:cubicBezTo>
                    <a:pt x="217" y="48"/>
                    <a:pt x="241" y="111"/>
                    <a:pt x="217" y="164"/>
                  </a:cubicBezTo>
                  <a:cubicBezTo>
                    <a:pt x="193" y="218"/>
                    <a:pt x="130" y="241"/>
                    <a:pt x="77" y="2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3" name="Freeform 242"/>
            <p:cNvSpPr>
              <a:spLocks/>
            </p:cNvSpPr>
            <p:nvPr/>
          </p:nvSpPr>
          <p:spPr bwMode="auto">
            <a:xfrm>
              <a:off x="2806700" y="298450"/>
              <a:ext cx="430213" cy="430213"/>
            </a:xfrm>
            <a:custGeom>
              <a:avLst/>
              <a:gdLst>
                <a:gd name="T0" fmla="*/ 65 w 203"/>
                <a:gd name="T1" fmla="*/ 183 h 203"/>
                <a:gd name="T2" fmla="*/ 20 w 203"/>
                <a:gd name="T3" fmla="*/ 65 h 203"/>
                <a:gd name="T4" fmla="*/ 138 w 203"/>
                <a:gd name="T5" fmla="*/ 21 h 203"/>
                <a:gd name="T6" fmla="*/ 183 w 203"/>
                <a:gd name="T7" fmla="*/ 138 h 203"/>
                <a:gd name="T8" fmla="*/ 65 w 203"/>
                <a:gd name="T9" fmla="*/ 183 h 203"/>
              </a:gdLst>
              <a:ahLst/>
              <a:cxnLst>
                <a:cxn ang="0">
                  <a:pos x="T0" y="T1"/>
                </a:cxn>
                <a:cxn ang="0">
                  <a:pos x="T2" y="T3"/>
                </a:cxn>
                <a:cxn ang="0">
                  <a:pos x="T4" y="T5"/>
                </a:cxn>
                <a:cxn ang="0">
                  <a:pos x="T6" y="T7"/>
                </a:cxn>
                <a:cxn ang="0">
                  <a:pos x="T8" y="T9"/>
                </a:cxn>
              </a:cxnLst>
              <a:rect l="0" t="0" r="r" b="b"/>
              <a:pathLst>
                <a:path w="203" h="203">
                  <a:moveTo>
                    <a:pt x="65" y="183"/>
                  </a:moveTo>
                  <a:cubicBezTo>
                    <a:pt x="20" y="163"/>
                    <a:pt x="0" y="110"/>
                    <a:pt x="20" y="65"/>
                  </a:cubicBezTo>
                  <a:cubicBezTo>
                    <a:pt x="41" y="20"/>
                    <a:pt x="93" y="0"/>
                    <a:pt x="138" y="21"/>
                  </a:cubicBezTo>
                  <a:cubicBezTo>
                    <a:pt x="183" y="41"/>
                    <a:pt x="203" y="94"/>
                    <a:pt x="183" y="138"/>
                  </a:cubicBezTo>
                  <a:cubicBezTo>
                    <a:pt x="162" y="183"/>
                    <a:pt x="110" y="203"/>
                    <a:pt x="65" y="183"/>
                  </a:cubicBezTo>
                  <a:close/>
                </a:path>
              </a:pathLst>
            </a:custGeom>
            <a:solidFill>
              <a:srgbClr val="8D4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4" name="Freeform 243"/>
            <p:cNvSpPr>
              <a:spLocks/>
            </p:cNvSpPr>
            <p:nvPr/>
          </p:nvSpPr>
          <p:spPr bwMode="auto">
            <a:xfrm>
              <a:off x="2921000" y="315912"/>
              <a:ext cx="315913" cy="385763"/>
            </a:xfrm>
            <a:custGeom>
              <a:avLst/>
              <a:gdLst>
                <a:gd name="T0" fmla="*/ 51 w 149"/>
                <a:gd name="T1" fmla="*/ 25 h 182"/>
                <a:gd name="T2" fmla="*/ 95 w 149"/>
                <a:gd name="T3" fmla="*/ 143 h 182"/>
                <a:gd name="T4" fmla="*/ 62 w 149"/>
                <a:gd name="T5" fmla="*/ 182 h 182"/>
                <a:gd name="T6" fmla="*/ 129 w 149"/>
                <a:gd name="T7" fmla="*/ 130 h 182"/>
                <a:gd name="T8" fmla="*/ 84 w 149"/>
                <a:gd name="T9" fmla="*/ 13 h 182"/>
                <a:gd name="T10" fmla="*/ 0 w 149"/>
                <a:gd name="T11" fmla="*/ 19 h 182"/>
                <a:gd name="T12" fmla="*/ 51 w 149"/>
                <a:gd name="T13" fmla="*/ 25 h 182"/>
              </a:gdLst>
              <a:ahLst/>
              <a:cxnLst>
                <a:cxn ang="0">
                  <a:pos x="T0" y="T1"/>
                </a:cxn>
                <a:cxn ang="0">
                  <a:pos x="T2" y="T3"/>
                </a:cxn>
                <a:cxn ang="0">
                  <a:pos x="T4" y="T5"/>
                </a:cxn>
                <a:cxn ang="0">
                  <a:pos x="T6" y="T7"/>
                </a:cxn>
                <a:cxn ang="0">
                  <a:pos x="T8" y="T9"/>
                </a:cxn>
                <a:cxn ang="0">
                  <a:pos x="T10" y="T11"/>
                </a:cxn>
                <a:cxn ang="0">
                  <a:pos x="T12" y="T13"/>
                </a:cxn>
              </a:cxnLst>
              <a:rect l="0" t="0" r="r" b="b"/>
              <a:pathLst>
                <a:path w="149" h="182">
                  <a:moveTo>
                    <a:pt x="51" y="25"/>
                  </a:moveTo>
                  <a:cubicBezTo>
                    <a:pt x="95" y="46"/>
                    <a:pt x="115" y="98"/>
                    <a:pt x="95" y="143"/>
                  </a:cubicBezTo>
                  <a:cubicBezTo>
                    <a:pt x="88" y="160"/>
                    <a:pt x="76" y="173"/>
                    <a:pt x="62" y="182"/>
                  </a:cubicBezTo>
                  <a:cubicBezTo>
                    <a:pt x="90" y="177"/>
                    <a:pt x="116" y="159"/>
                    <a:pt x="129" y="130"/>
                  </a:cubicBezTo>
                  <a:cubicBezTo>
                    <a:pt x="149" y="86"/>
                    <a:pt x="129" y="33"/>
                    <a:pt x="84" y="13"/>
                  </a:cubicBezTo>
                  <a:cubicBezTo>
                    <a:pt x="56" y="0"/>
                    <a:pt x="24" y="3"/>
                    <a:pt x="0" y="19"/>
                  </a:cubicBezTo>
                  <a:cubicBezTo>
                    <a:pt x="17" y="16"/>
                    <a:pt x="34" y="18"/>
                    <a:pt x="51" y="25"/>
                  </a:cubicBezTo>
                  <a:close/>
                </a:path>
              </a:pathLst>
            </a:custGeom>
            <a:solidFill>
              <a:srgbClr val="5128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5" name="Freeform 244"/>
            <p:cNvSpPr>
              <a:spLocks/>
            </p:cNvSpPr>
            <p:nvPr/>
          </p:nvSpPr>
          <p:spPr bwMode="auto">
            <a:xfrm>
              <a:off x="69850" y="1949450"/>
              <a:ext cx="757238" cy="755650"/>
            </a:xfrm>
            <a:custGeom>
              <a:avLst/>
              <a:gdLst>
                <a:gd name="T0" fmla="*/ 114 w 357"/>
                <a:gd name="T1" fmla="*/ 322 h 357"/>
                <a:gd name="T2" fmla="*/ 36 w 357"/>
                <a:gd name="T3" fmla="*/ 114 h 357"/>
                <a:gd name="T4" fmla="*/ 243 w 357"/>
                <a:gd name="T5" fmla="*/ 36 h 357"/>
                <a:gd name="T6" fmla="*/ 322 w 357"/>
                <a:gd name="T7" fmla="*/ 243 h 357"/>
                <a:gd name="T8" fmla="*/ 114 w 357"/>
                <a:gd name="T9" fmla="*/ 322 h 357"/>
              </a:gdLst>
              <a:ahLst/>
              <a:cxnLst>
                <a:cxn ang="0">
                  <a:pos x="T0" y="T1"/>
                </a:cxn>
                <a:cxn ang="0">
                  <a:pos x="T2" y="T3"/>
                </a:cxn>
                <a:cxn ang="0">
                  <a:pos x="T4" y="T5"/>
                </a:cxn>
                <a:cxn ang="0">
                  <a:pos x="T6" y="T7"/>
                </a:cxn>
                <a:cxn ang="0">
                  <a:pos x="T8" y="T9"/>
                </a:cxn>
              </a:cxnLst>
              <a:rect l="0" t="0" r="r" b="b"/>
              <a:pathLst>
                <a:path w="357" h="357">
                  <a:moveTo>
                    <a:pt x="114" y="322"/>
                  </a:moveTo>
                  <a:cubicBezTo>
                    <a:pt x="35" y="286"/>
                    <a:pt x="0" y="193"/>
                    <a:pt x="36" y="114"/>
                  </a:cubicBezTo>
                  <a:cubicBezTo>
                    <a:pt x="72" y="35"/>
                    <a:pt x="165" y="0"/>
                    <a:pt x="243" y="36"/>
                  </a:cubicBezTo>
                  <a:cubicBezTo>
                    <a:pt x="322" y="72"/>
                    <a:pt x="357" y="165"/>
                    <a:pt x="322" y="243"/>
                  </a:cubicBezTo>
                  <a:cubicBezTo>
                    <a:pt x="286" y="322"/>
                    <a:pt x="193" y="357"/>
                    <a:pt x="114" y="32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6" name="Freeform 245"/>
            <p:cNvSpPr>
              <a:spLocks/>
            </p:cNvSpPr>
            <p:nvPr/>
          </p:nvSpPr>
          <p:spPr bwMode="auto">
            <a:xfrm>
              <a:off x="209550" y="2468562"/>
              <a:ext cx="131763" cy="141288"/>
            </a:xfrm>
            <a:custGeom>
              <a:avLst/>
              <a:gdLst>
                <a:gd name="T0" fmla="*/ 6 w 62"/>
                <a:gd name="T1" fmla="*/ 63 h 67"/>
                <a:gd name="T2" fmla="*/ 0 w 62"/>
                <a:gd name="T3" fmla="*/ 52 h 67"/>
                <a:gd name="T4" fmla="*/ 4 w 62"/>
                <a:gd name="T5" fmla="*/ 39 h 67"/>
                <a:gd name="T6" fmla="*/ 36 w 62"/>
                <a:gd name="T7" fmla="*/ 0 h 67"/>
                <a:gd name="T8" fmla="*/ 62 w 62"/>
                <a:gd name="T9" fmla="*/ 22 h 67"/>
                <a:gd name="T10" fmla="*/ 30 w 62"/>
                <a:gd name="T11" fmla="*/ 61 h 67"/>
                <a:gd name="T12" fmla="*/ 18 w 62"/>
                <a:gd name="T13" fmla="*/ 67 h 67"/>
                <a:gd name="T14" fmla="*/ 6 w 62"/>
                <a:gd name="T15" fmla="*/ 63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67">
                  <a:moveTo>
                    <a:pt x="6" y="63"/>
                  </a:moveTo>
                  <a:cubicBezTo>
                    <a:pt x="3" y="60"/>
                    <a:pt x="0" y="56"/>
                    <a:pt x="0" y="52"/>
                  </a:cubicBezTo>
                  <a:cubicBezTo>
                    <a:pt x="0" y="47"/>
                    <a:pt x="1" y="43"/>
                    <a:pt x="4" y="39"/>
                  </a:cubicBezTo>
                  <a:cubicBezTo>
                    <a:pt x="36" y="0"/>
                    <a:pt x="36" y="0"/>
                    <a:pt x="36" y="0"/>
                  </a:cubicBezTo>
                  <a:cubicBezTo>
                    <a:pt x="62" y="22"/>
                    <a:pt x="62" y="22"/>
                    <a:pt x="62" y="22"/>
                  </a:cubicBezTo>
                  <a:cubicBezTo>
                    <a:pt x="30" y="61"/>
                    <a:pt x="30" y="61"/>
                    <a:pt x="30" y="61"/>
                  </a:cubicBezTo>
                  <a:cubicBezTo>
                    <a:pt x="27" y="64"/>
                    <a:pt x="23" y="67"/>
                    <a:pt x="18" y="67"/>
                  </a:cubicBezTo>
                  <a:cubicBezTo>
                    <a:pt x="14" y="67"/>
                    <a:pt x="9" y="66"/>
                    <a:pt x="6" y="6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7" name="Freeform 246"/>
            <p:cNvSpPr>
              <a:spLocks/>
            </p:cNvSpPr>
            <p:nvPr/>
          </p:nvSpPr>
          <p:spPr bwMode="auto">
            <a:xfrm>
              <a:off x="260350" y="2468562"/>
              <a:ext cx="80963" cy="76200"/>
            </a:xfrm>
            <a:custGeom>
              <a:avLst/>
              <a:gdLst>
                <a:gd name="T0" fmla="*/ 38 w 38"/>
                <a:gd name="T1" fmla="*/ 22 h 36"/>
                <a:gd name="T2" fmla="*/ 12 w 38"/>
                <a:gd name="T3" fmla="*/ 0 h 36"/>
                <a:gd name="T4" fmla="*/ 0 w 38"/>
                <a:gd name="T5" fmla="*/ 15 h 36"/>
                <a:gd name="T6" fmla="*/ 26 w 38"/>
                <a:gd name="T7" fmla="*/ 36 h 36"/>
                <a:gd name="T8" fmla="*/ 38 w 38"/>
                <a:gd name="T9" fmla="*/ 22 h 36"/>
              </a:gdLst>
              <a:ahLst/>
              <a:cxnLst>
                <a:cxn ang="0">
                  <a:pos x="T0" y="T1"/>
                </a:cxn>
                <a:cxn ang="0">
                  <a:pos x="T2" y="T3"/>
                </a:cxn>
                <a:cxn ang="0">
                  <a:pos x="T4" y="T5"/>
                </a:cxn>
                <a:cxn ang="0">
                  <a:pos x="T6" y="T7"/>
                </a:cxn>
                <a:cxn ang="0">
                  <a:pos x="T8" y="T9"/>
                </a:cxn>
              </a:cxnLst>
              <a:rect l="0" t="0" r="r" b="b"/>
              <a:pathLst>
                <a:path w="38" h="36">
                  <a:moveTo>
                    <a:pt x="38" y="22"/>
                  </a:moveTo>
                  <a:cubicBezTo>
                    <a:pt x="12" y="0"/>
                    <a:pt x="12" y="0"/>
                    <a:pt x="12" y="0"/>
                  </a:cubicBezTo>
                  <a:cubicBezTo>
                    <a:pt x="0" y="15"/>
                    <a:pt x="0" y="15"/>
                    <a:pt x="0" y="15"/>
                  </a:cubicBezTo>
                  <a:cubicBezTo>
                    <a:pt x="8" y="23"/>
                    <a:pt x="16" y="30"/>
                    <a:pt x="26" y="36"/>
                  </a:cubicBezTo>
                  <a:lnTo>
                    <a:pt x="38" y="22"/>
                  </a:lnTo>
                  <a:close/>
                </a:path>
              </a:pathLst>
            </a:custGeom>
            <a:solidFill>
              <a:srgbClr val="E0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8" name="Freeform 247"/>
            <p:cNvSpPr>
              <a:spLocks/>
            </p:cNvSpPr>
            <p:nvPr/>
          </p:nvSpPr>
          <p:spPr bwMode="auto">
            <a:xfrm>
              <a:off x="192088" y="2071687"/>
              <a:ext cx="512763" cy="512763"/>
            </a:xfrm>
            <a:custGeom>
              <a:avLst/>
              <a:gdLst>
                <a:gd name="T0" fmla="*/ 77 w 242"/>
                <a:gd name="T1" fmla="*/ 217 h 242"/>
                <a:gd name="T2" fmla="*/ 24 w 242"/>
                <a:gd name="T3" fmla="*/ 77 h 242"/>
                <a:gd name="T4" fmla="*/ 165 w 242"/>
                <a:gd name="T5" fmla="*/ 24 h 242"/>
                <a:gd name="T6" fmla="*/ 217 w 242"/>
                <a:gd name="T7" fmla="*/ 165 h 242"/>
                <a:gd name="T8" fmla="*/ 77 w 242"/>
                <a:gd name="T9" fmla="*/ 217 h 242"/>
              </a:gdLst>
              <a:ahLst/>
              <a:cxnLst>
                <a:cxn ang="0">
                  <a:pos x="T0" y="T1"/>
                </a:cxn>
                <a:cxn ang="0">
                  <a:pos x="T2" y="T3"/>
                </a:cxn>
                <a:cxn ang="0">
                  <a:pos x="T4" y="T5"/>
                </a:cxn>
                <a:cxn ang="0">
                  <a:pos x="T6" y="T7"/>
                </a:cxn>
                <a:cxn ang="0">
                  <a:pos x="T8" y="T9"/>
                </a:cxn>
              </a:cxnLst>
              <a:rect l="0" t="0" r="r" b="b"/>
              <a:pathLst>
                <a:path w="242" h="242">
                  <a:moveTo>
                    <a:pt x="77" y="217"/>
                  </a:moveTo>
                  <a:cubicBezTo>
                    <a:pt x="24" y="193"/>
                    <a:pt x="0" y="131"/>
                    <a:pt x="24" y="77"/>
                  </a:cubicBezTo>
                  <a:cubicBezTo>
                    <a:pt x="48" y="24"/>
                    <a:pt x="111" y="0"/>
                    <a:pt x="165" y="24"/>
                  </a:cubicBezTo>
                  <a:cubicBezTo>
                    <a:pt x="218" y="48"/>
                    <a:pt x="242" y="111"/>
                    <a:pt x="217" y="165"/>
                  </a:cubicBezTo>
                  <a:cubicBezTo>
                    <a:pt x="193" y="218"/>
                    <a:pt x="131" y="242"/>
                    <a:pt x="77" y="2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79" name="Freeform 248"/>
            <p:cNvSpPr>
              <a:spLocks/>
            </p:cNvSpPr>
            <p:nvPr/>
          </p:nvSpPr>
          <p:spPr bwMode="auto">
            <a:xfrm>
              <a:off x="234950" y="2114550"/>
              <a:ext cx="428625" cy="428625"/>
            </a:xfrm>
            <a:custGeom>
              <a:avLst/>
              <a:gdLst>
                <a:gd name="T0" fmla="*/ 64 w 202"/>
                <a:gd name="T1" fmla="*/ 182 h 202"/>
                <a:gd name="T2" fmla="*/ 20 w 202"/>
                <a:gd name="T3" fmla="*/ 64 h 202"/>
                <a:gd name="T4" fmla="*/ 138 w 202"/>
                <a:gd name="T5" fmla="*/ 20 h 202"/>
                <a:gd name="T6" fmla="*/ 182 w 202"/>
                <a:gd name="T7" fmla="*/ 138 h 202"/>
                <a:gd name="T8" fmla="*/ 64 w 202"/>
                <a:gd name="T9" fmla="*/ 182 h 202"/>
              </a:gdLst>
              <a:ahLst/>
              <a:cxnLst>
                <a:cxn ang="0">
                  <a:pos x="T0" y="T1"/>
                </a:cxn>
                <a:cxn ang="0">
                  <a:pos x="T2" y="T3"/>
                </a:cxn>
                <a:cxn ang="0">
                  <a:pos x="T4" y="T5"/>
                </a:cxn>
                <a:cxn ang="0">
                  <a:pos x="T6" y="T7"/>
                </a:cxn>
                <a:cxn ang="0">
                  <a:pos x="T8" y="T9"/>
                </a:cxn>
              </a:cxnLst>
              <a:rect l="0" t="0" r="r" b="b"/>
              <a:pathLst>
                <a:path w="202" h="202">
                  <a:moveTo>
                    <a:pt x="64" y="182"/>
                  </a:moveTo>
                  <a:cubicBezTo>
                    <a:pt x="19" y="162"/>
                    <a:pt x="0" y="109"/>
                    <a:pt x="20" y="64"/>
                  </a:cubicBezTo>
                  <a:cubicBezTo>
                    <a:pt x="40" y="19"/>
                    <a:pt x="93" y="0"/>
                    <a:pt x="138" y="20"/>
                  </a:cubicBezTo>
                  <a:cubicBezTo>
                    <a:pt x="182" y="40"/>
                    <a:pt x="202" y="93"/>
                    <a:pt x="182" y="138"/>
                  </a:cubicBezTo>
                  <a:cubicBezTo>
                    <a:pt x="162" y="182"/>
                    <a:pt x="109" y="202"/>
                    <a:pt x="64" y="182"/>
                  </a:cubicBezTo>
                  <a:close/>
                </a:path>
              </a:pathLst>
            </a:custGeom>
            <a:solidFill>
              <a:srgbClr val="8D4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0" name="Freeform 249"/>
            <p:cNvSpPr>
              <a:spLocks/>
            </p:cNvSpPr>
            <p:nvPr/>
          </p:nvSpPr>
          <p:spPr bwMode="auto">
            <a:xfrm>
              <a:off x="347663" y="2128837"/>
              <a:ext cx="315913" cy="385763"/>
            </a:xfrm>
            <a:custGeom>
              <a:avLst/>
              <a:gdLst>
                <a:gd name="T0" fmla="*/ 51 w 149"/>
                <a:gd name="T1" fmla="*/ 26 h 182"/>
                <a:gd name="T2" fmla="*/ 95 w 149"/>
                <a:gd name="T3" fmla="*/ 143 h 182"/>
                <a:gd name="T4" fmla="*/ 62 w 149"/>
                <a:gd name="T5" fmla="*/ 182 h 182"/>
                <a:gd name="T6" fmla="*/ 129 w 149"/>
                <a:gd name="T7" fmla="*/ 131 h 182"/>
                <a:gd name="T8" fmla="*/ 85 w 149"/>
                <a:gd name="T9" fmla="*/ 13 h 182"/>
                <a:gd name="T10" fmla="*/ 0 w 149"/>
                <a:gd name="T11" fmla="*/ 19 h 182"/>
                <a:gd name="T12" fmla="*/ 51 w 149"/>
                <a:gd name="T13" fmla="*/ 26 h 182"/>
              </a:gdLst>
              <a:ahLst/>
              <a:cxnLst>
                <a:cxn ang="0">
                  <a:pos x="T0" y="T1"/>
                </a:cxn>
                <a:cxn ang="0">
                  <a:pos x="T2" y="T3"/>
                </a:cxn>
                <a:cxn ang="0">
                  <a:pos x="T4" y="T5"/>
                </a:cxn>
                <a:cxn ang="0">
                  <a:pos x="T6" y="T7"/>
                </a:cxn>
                <a:cxn ang="0">
                  <a:pos x="T8" y="T9"/>
                </a:cxn>
                <a:cxn ang="0">
                  <a:pos x="T10" y="T11"/>
                </a:cxn>
                <a:cxn ang="0">
                  <a:pos x="T12" y="T13"/>
                </a:cxn>
              </a:cxnLst>
              <a:rect l="0" t="0" r="r" b="b"/>
              <a:pathLst>
                <a:path w="149" h="182">
                  <a:moveTo>
                    <a:pt x="51" y="26"/>
                  </a:moveTo>
                  <a:cubicBezTo>
                    <a:pt x="96" y="46"/>
                    <a:pt x="116" y="98"/>
                    <a:pt x="95" y="143"/>
                  </a:cubicBezTo>
                  <a:cubicBezTo>
                    <a:pt x="88" y="160"/>
                    <a:pt x="76" y="173"/>
                    <a:pt x="62" y="182"/>
                  </a:cubicBezTo>
                  <a:cubicBezTo>
                    <a:pt x="90" y="177"/>
                    <a:pt x="116" y="159"/>
                    <a:pt x="129" y="131"/>
                  </a:cubicBezTo>
                  <a:cubicBezTo>
                    <a:pt x="149" y="86"/>
                    <a:pt x="129" y="33"/>
                    <a:pt x="85" y="13"/>
                  </a:cubicBezTo>
                  <a:cubicBezTo>
                    <a:pt x="56" y="0"/>
                    <a:pt x="25" y="3"/>
                    <a:pt x="0" y="19"/>
                  </a:cubicBezTo>
                  <a:cubicBezTo>
                    <a:pt x="17" y="16"/>
                    <a:pt x="34" y="18"/>
                    <a:pt x="51" y="26"/>
                  </a:cubicBezTo>
                  <a:close/>
                </a:path>
              </a:pathLst>
            </a:custGeom>
            <a:solidFill>
              <a:srgbClr val="5128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1" name="Freeform 250"/>
            <p:cNvSpPr>
              <a:spLocks/>
            </p:cNvSpPr>
            <p:nvPr/>
          </p:nvSpPr>
          <p:spPr bwMode="auto">
            <a:xfrm>
              <a:off x="3355975" y="606425"/>
              <a:ext cx="835025" cy="577850"/>
            </a:xfrm>
            <a:custGeom>
              <a:avLst/>
              <a:gdLst>
                <a:gd name="T0" fmla="*/ 0 w 526"/>
                <a:gd name="T1" fmla="*/ 0 h 364"/>
                <a:gd name="T2" fmla="*/ 526 w 526"/>
                <a:gd name="T3" fmla="*/ 0 h 364"/>
                <a:gd name="T4" fmla="*/ 526 w 526"/>
                <a:gd name="T5" fmla="*/ 364 h 364"/>
                <a:gd name="T6" fmla="*/ 0 w 526"/>
                <a:gd name="T7" fmla="*/ 363 h 364"/>
                <a:gd name="T8" fmla="*/ 0 w 526"/>
                <a:gd name="T9" fmla="*/ 0 h 364"/>
              </a:gdLst>
              <a:ahLst/>
              <a:cxnLst>
                <a:cxn ang="0">
                  <a:pos x="T0" y="T1"/>
                </a:cxn>
                <a:cxn ang="0">
                  <a:pos x="T2" y="T3"/>
                </a:cxn>
                <a:cxn ang="0">
                  <a:pos x="T4" y="T5"/>
                </a:cxn>
                <a:cxn ang="0">
                  <a:pos x="T6" y="T7"/>
                </a:cxn>
                <a:cxn ang="0">
                  <a:pos x="T8" y="T9"/>
                </a:cxn>
              </a:cxnLst>
              <a:rect l="0" t="0" r="r" b="b"/>
              <a:pathLst>
                <a:path w="526" h="364">
                  <a:moveTo>
                    <a:pt x="0" y="0"/>
                  </a:moveTo>
                  <a:lnTo>
                    <a:pt x="526" y="0"/>
                  </a:lnTo>
                  <a:lnTo>
                    <a:pt x="526" y="364"/>
                  </a:lnTo>
                  <a:lnTo>
                    <a:pt x="0" y="36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2" name="Freeform 251"/>
            <p:cNvSpPr>
              <a:spLocks/>
            </p:cNvSpPr>
            <p:nvPr/>
          </p:nvSpPr>
          <p:spPr bwMode="auto">
            <a:xfrm>
              <a:off x="3355975" y="606425"/>
              <a:ext cx="835025" cy="577850"/>
            </a:xfrm>
            <a:custGeom>
              <a:avLst/>
              <a:gdLst>
                <a:gd name="T0" fmla="*/ 0 w 526"/>
                <a:gd name="T1" fmla="*/ 0 h 364"/>
                <a:gd name="T2" fmla="*/ 526 w 526"/>
                <a:gd name="T3" fmla="*/ 0 h 364"/>
                <a:gd name="T4" fmla="*/ 526 w 526"/>
                <a:gd name="T5" fmla="*/ 364 h 364"/>
                <a:gd name="T6" fmla="*/ 0 w 526"/>
                <a:gd name="T7" fmla="*/ 363 h 364"/>
                <a:gd name="T8" fmla="*/ 0 w 526"/>
                <a:gd name="T9" fmla="*/ 0 h 364"/>
              </a:gdLst>
              <a:ahLst/>
              <a:cxnLst>
                <a:cxn ang="0">
                  <a:pos x="T0" y="T1"/>
                </a:cxn>
                <a:cxn ang="0">
                  <a:pos x="T2" y="T3"/>
                </a:cxn>
                <a:cxn ang="0">
                  <a:pos x="T4" y="T5"/>
                </a:cxn>
                <a:cxn ang="0">
                  <a:pos x="T6" y="T7"/>
                </a:cxn>
                <a:cxn ang="0">
                  <a:pos x="T8" y="T9"/>
                </a:cxn>
              </a:cxnLst>
              <a:rect l="0" t="0" r="r" b="b"/>
              <a:pathLst>
                <a:path w="526" h="364">
                  <a:moveTo>
                    <a:pt x="0" y="0"/>
                  </a:moveTo>
                  <a:lnTo>
                    <a:pt x="526" y="0"/>
                  </a:lnTo>
                  <a:lnTo>
                    <a:pt x="526" y="364"/>
                  </a:lnTo>
                  <a:lnTo>
                    <a:pt x="0" y="36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3" name="Rectangle 252"/>
            <p:cNvSpPr>
              <a:spLocks noChangeArrowheads="1"/>
            </p:cNvSpPr>
            <p:nvPr/>
          </p:nvSpPr>
          <p:spPr bwMode="auto">
            <a:xfrm>
              <a:off x="3408363" y="1068387"/>
              <a:ext cx="73025" cy="69850"/>
            </a:xfrm>
            <a:prstGeom prst="rect">
              <a:avLst/>
            </a:prstGeom>
            <a:solidFill>
              <a:srgbClr val="DBA4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4" name="Rectangle 253"/>
            <p:cNvSpPr>
              <a:spLocks noChangeArrowheads="1"/>
            </p:cNvSpPr>
            <p:nvPr/>
          </p:nvSpPr>
          <p:spPr bwMode="auto">
            <a:xfrm>
              <a:off x="3514725" y="1068387"/>
              <a:ext cx="73025" cy="69850"/>
            </a:xfrm>
            <a:prstGeom prst="rect">
              <a:avLst/>
            </a:prstGeom>
            <a:solidFill>
              <a:srgbClr val="CA6B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5" name="Rectangle 254"/>
            <p:cNvSpPr>
              <a:spLocks noChangeArrowheads="1"/>
            </p:cNvSpPr>
            <p:nvPr/>
          </p:nvSpPr>
          <p:spPr bwMode="auto">
            <a:xfrm>
              <a:off x="3621088" y="1068387"/>
              <a:ext cx="71438" cy="69850"/>
            </a:xfrm>
            <a:prstGeom prst="rect">
              <a:avLst/>
            </a:prstGeom>
            <a:solidFill>
              <a:srgbClr val="DD5E0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6" name="Rectangle 255"/>
            <p:cNvSpPr>
              <a:spLocks noChangeArrowheads="1"/>
            </p:cNvSpPr>
            <p:nvPr/>
          </p:nvSpPr>
          <p:spPr bwMode="auto">
            <a:xfrm>
              <a:off x="3727450" y="1068387"/>
              <a:ext cx="71438" cy="69850"/>
            </a:xfrm>
            <a:prstGeom prst="rect">
              <a:avLst/>
            </a:prstGeom>
            <a:solidFill>
              <a:srgbClr val="E6C6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7" name="Rectangle 256"/>
            <p:cNvSpPr>
              <a:spLocks noChangeArrowheads="1"/>
            </p:cNvSpPr>
            <p:nvPr/>
          </p:nvSpPr>
          <p:spPr bwMode="auto">
            <a:xfrm>
              <a:off x="3832225" y="1068387"/>
              <a:ext cx="73025" cy="69850"/>
            </a:xfrm>
            <a:prstGeom prst="rect">
              <a:avLst/>
            </a:prstGeom>
            <a:solidFill>
              <a:srgbClr val="F9B6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8" name="Freeform 257"/>
            <p:cNvSpPr>
              <a:spLocks/>
            </p:cNvSpPr>
            <p:nvPr/>
          </p:nvSpPr>
          <p:spPr bwMode="auto">
            <a:xfrm>
              <a:off x="3938588" y="1068387"/>
              <a:ext cx="71438" cy="71438"/>
            </a:xfrm>
            <a:custGeom>
              <a:avLst/>
              <a:gdLst>
                <a:gd name="T0" fmla="*/ 45 w 45"/>
                <a:gd name="T1" fmla="*/ 0 h 45"/>
                <a:gd name="T2" fmla="*/ 45 w 45"/>
                <a:gd name="T3" fmla="*/ 45 h 45"/>
                <a:gd name="T4" fmla="*/ 0 w 45"/>
                <a:gd name="T5" fmla="*/ 44 h 45"/>
                <a:gd name="T6" fmla="*/ 0 w 45"/>
                <a:gd name="T7" fmla="*/ 0 h 45"/>
                <a:gd name="T8" fmla="*/ 45 w 45"/>
                <a:gd name="T9" fmla="*/ 0 h 45"/>
              </a:gdLst>
              <a:ahLst/>
              <a:cxnLst>
                <a:cxn ang="0">
                  <a:pos x="T0" y="T1"/>
                </a:cxn>
                <a:cxn ang="0">
                  <a:pos x="T2" y="T3"/>
                </a:cxn>
                <a:cxn ang="0">
                  <a:pos x="T4" y="T5"/>
                </a:cxn>
                <a:cxn ang="0">
                  <a:pos x="T6" y="T7"/>
                </a:cxn>
                <a:cxn ang="0">
                  <a:pos x="T8" y="T9"/>
                </a:cxn>
              </a:cxnLst>
              <a:rect l="0" t="0" r="r" b="b"/>
              <a:pathLst>
                <a:path w="45" h="45">
                  <a:moveTo>
                    <a:pt x="45" y="0"/>
                  </a:moveTo>
                  <a:lnTo>
                    <a:pt x="45" y="45"/>
                  </a:lnTo>
                  <a:lnTo>
                    <a:pt x="0" y="44"/>
                  </a:lnTo>
                  <a:lnTo>
                    <a:pt x="0" y="0"/>
                  </a:lnTo>
                  <a:lnTo>
                    <a:pt x="45" y="0"/>
                  </a:lnTo>
                  <a:close/>
                </a:path>
              </a:pathLst>
            </a:custGeom>
            <a:solidFill>
              <a:srgbClr val="A6B1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89" name="Rectangle 258"/>
            <p:cNvSpPr>
              <a:spLocks noChangeArrowheads="1"/>
            </p:cNvSpPr>
            <p:nvPr/>
          </p:nvSpPr>
          <p:spPr bwMode="auto">
            <a:xfrm>
              <a:off x="4044950" y="1068387"/>
              <a:ext cx="71438" cy="71438"/>
            </a:xfrm>
            <a:prstGeom prst="rect">
              <a:avLst/>
            </a:prstGeom>
            <a:solidFill>
              <a:srgbClr val="630E1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0" name="Freeform 259"/>
            <p:cNvSpPr>
              <a:spLocks/>
            </p:cNvSpPr>
            <p:nvPr/>
          </p:nvSpPr>
          <p:spPr bwMode="auto">
            <a:xfrm>
              <a:off x="3408363" y="963612"/>
              <a:ext cx="73025" cy="69850"/>
            </a:xfrm>
            <a:custGeom>
              <a:avLst/>
              <a:gdLst>
                <a:gd name="T0" fmla="*/ 46 w 46"/>
                <a:gd name="T1" fmla="*/ 0 h 44"/>
                <a:gd name="T2" fmla="*/ 46 w 46"/>
                <a:gd name="T3" fmla="*/ 44 h 44"/>
                <a:gd name="T4" fmla="*/ 0 w 46"/>
                <a:gd name="T5" fmla="*/ 44 h 44"/>
                <a:gd name="T6" fmla="*/ 2 w 46"/>
                <a:gd name="T7" fmla="*/ 0 h 44"/>
                <a:gd name="T8" fmla="*/ 46 w 46"/>
                <a:gd name="T9" fmla="*/ 0 h 44"/>
              </a:gdLst>
              <a:ahLst/>
              <a:cxnLst>
                <a:cxn ang="0">
                  <a:pos x="T0" y="T1"/>
                </a:cxn>
                <a:cxn ang="0">
                  <a:pos x="T2" y="T3"/>
                </a:cxn>
                <a:cxn ang="0">
                  <a:pos x="T4" y="T5"/>
                </a:cxn>
                <a:cxn ang="0">
                  <a:pos x="T6" y="T7"/>
                </a:cxn>
                <a:cxn ang="0">
                  <a:pos x="T8" y="T9"/>
                </a:cxn>
              </a:cxnLst>
              <a:rect l="0" t="0" r="r" b="b"/>
              <a:pathLst>
                <a:path w="46" h="44">
                  <a:moveTo>
                    <a:pt x="46" y="0"/>
                  </a:moveTo>
                  <a:lnTo>
                    <a:pt x="46" y="44"/>
                  </a:lnTo>
                  <a:lnTo>
                    <a:pt x="0" y="44"/>
                  </a:lnTo>
                  <a:lnTo>
                    <a:pt x="2" y="0"/>
                  </a:lnTo>
                  <a:lnTo>
                    <a:pt x="46" y="0"/>
                  </a:lnTo>
                  <a:close/>
                </a:path>
              </a:pathLst>
            </a:custGeom>
            <a:solidFill>
              <a:srgbClr val="A13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1" name="Freeform 260"/>
            <p:cNvSpPr>
              <a:spLocks/>
            </p:cNvSpPr>
            <p:nvPr/>
          </p:nvSpPr>
          <p:spPr bwMode="auto">
            <a:xfrm>
              <a:off x="3514725" y="963612"/>
              <a:ext cx="73025" cy="69850"/>
            </a:xfrm>
            <a:custGeom>
              <a:avLst/>
              <a:gdLst>
                <a:gd name="T0" fmla="*/ 46 w 46"/>
                <a:gd name="T1" fmla="*/ 0 h 44"/>
                <a:gd name="T2" fmla="*/ 46 w 46"/>
                <a:gd name="T3" fmla="*/ 44 h 44"/>
                <a:gd name="T4" fmla="*/ 0 w 46"/>
                <a:gd name="T5" fmla="*/ 44 h 44"/>
                <a:gd name="T6" fmla="*/ 2 w 46"/>
                <a:gd name="T7" fmla="*/ 0 h 44"/>
                <a:gd name="T8" fmla="*/ 46 w 46"/>
                <a:gd name="T9" fmla="*/ 0 h 44"/>
              </a:gdLst>
              <a:ahLst/>
              <a:cxnLst>
                <a:cxn ang="0">
                  <a:pos x="T0" y="T1"/>
                </a:cxn>
                <a:cxn ang="0">
                  <a:pos x="T2" y="T3"/>
                </a:cxn>
                <a:cxn ang="0">
                  <a:pos x="T4" y="T5"/>
                </a:cxn>
                <a:cxn ang="0">
                  <a:pos x="T6" y="T7"/>
                </a:cxn>
                <a:cxn ang="0">
                  <a:pos x="T8" y="T9"/>
                </a:cxn>
              </a:cxnLst>
              <a:rect l="0" t="0" r="r" b="b"/>
              <a:pathLst>
                <a:path w="46" h="44">
                  <a:moveTo>
                    <a:pt x="46" y="0"/>
                  </a:moveTo>
                  <a:lnTo>
                    <a:pt x="46" y="44"/>
                  </a:lnTo>
                  <a:lnTo>
                    <a:pt x="0" y="44"/>
                  </a:lnTo>
                  <a:lnTo>
                    <a:pt x="2" y="0"/>
                  </a:lnTo>
                  <a:lnTo>
                    <a:pt x="46" y="0"/>
                  </a:lnTo>
                  <a:close/>
                </a:path>
              </a:pathLst>
            </a:custGeom>
            <a:solidFill>
              <a:srgbClr val="A640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2" name="Freeform 261"/>
            <p:cNvSpPr>
              <a:spLocks/>
            </p:cNvSpPr>
            <p:nvPr/>
          </p:nvSpPr>
          <p:spPr bwMode="auto">
            <a:xfrm>
              <a:off x="3621088" y="963612"/>
              <a:ext cx="71438" cy="69850"/>
            </a:xfrm>
            <a:custGeom>
              <a:avLst/>
              <a:gdLst>
                <a:gd name="T0" fmla="*/ 45 w 45"/>
                <a:gd name="T1" fmla="*/ 0 h 44"/>
                <a:gd name="T2" fmla="*/ 45 w 45"/>
                <a:gd name="T3" fmla="*/ 44 h 44"/>
                <a:gd name="T4" fmla="*/ 0 w 45"/>
                <a:gd name="T5" fmla="*/ 44 h 44"/>
                <a:gd name="T6" fmla="*/ 1 w 45"/>
                <a:gd name="T7" fmla="*/ 0 h 44"/>
                <a:gd name="T8" fmla="*/ 45 w 45"/>
                <a:gd name="T9" fmla="*/ 0 h 44"/>
              </a:gdLst>
              <a:ahLst/>
              <a:cxnLst>
                <a:cxn ang="0">
                  <a:pos x="T0" y="T1"/>
                </a:cxn>
                <a:cxn ang="0">
                  <a:pos x="T2" y="T3"/>
                </a:cxn>
                <a:cxn ang="0">
                  <a:pos x="T4" y="T5"/>
                </a:cxn>
                <a:cxn ang="0">
                  <a:pos x="T6" y="T7"/>
                </a:cxn>
                <a:cxn ang="0">
                  <a:pos x="T8" y="T9"/>
                </a:cxn>
              </a:cxnLst>
              <a:rect l="0" t="0" r="r" b="b"/>
              <a:pathLst>
                <a:path w="45" h="44">
                  <a:moveTo>
                    <a:pt x="45" y="0"/>
                  </a:moveTo>
                  <a:lnTo>
                    <a:pt x="45" y="44"/>
                  </a:lnTo>
                  <a:lnTo>
                    <a:pt x="0" y="44"/>
                  </a:lnTo>
                  <a:lnTo>
                    <a:pt x="1" y="0"/>
                  </a:lnTo>
                  <a:lnTo>
                    <a:pt x="45" y="0"/>
                  </a:lnTo>
                  <a:close/>
                </a:path>
              </a:pathLst>
            </a:custGeom>
            <a:solidFill>
              <a:srgbClr val="BD00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3" name="Freeform 262"/>
            <p:cNvSpPr>
              <a:spLocks/>
            </p:cNvSpPr>
            <p:nvPr/>
          </p:nvSpPr>
          <p:spPr bwMode="auto">
            <a:xfrm>
              <a:off x="3727450" y="963612"/>
              <a:ext cx="71438" cy="69850"/>
            </a:xfrm>
            <a:custGeom>
              <a:avLst/>
              <a:gdLst>
                <a:gd name="T0" fmla="*/ 45 w 45"/>
                <a:gd name="T1" fmla="*/ 0 h 44"/>
                <a:gd name="T2" fmla="*/ 45 w 45"/>
                <a:gd name="T3" fmla="*/ 44 h 44"/>
                <a:gd name="T4" fmla="*/ 0 w 45"/>
                <a:gd name="T5" fmla="*/ 44 h 44"/>
                <a:gd name="T6" fmla="*/ 1 w 45"/>
                <a:gd name="T7" fmla="*/ 0 h 44"/>
                <a:gd name="T8" fmla="*/ 45 w 45"/>
                <a:gd name="T9" fmla="*/ 0 h 44"/>
              </a:gdLst>
              <a:ahLst/>
              <a:cxnLst>
                <a:cxn ang="0">
                  <a:pos x="T0" y="T1"/>
                </a:cxn>
                <a:cxn ang="0">
                  <a:pos x="T2" y="T3"/>
                </a:cxn>
                <a:cxn ang="0">
                  <a:pos x="T4" y="T5"/>
                </a:cxn>
                <a:cxn ang="0">
                  <a:pos x="T6" y="T7"/>
                </a:cxn>
                <a:cxn ang="0">
                  <a:pos x="T8" y="T9"/>
                </a:cxn>
              </a:cxnLst>
              <a:rect l="0" t="0" r="r" b="b"/>
              <a:pathLst>
                <a:path w="45" h="44">
                  <a:moveTo>
                    <a:pt x="45" y="0"/>
                  </a:moveTo>
                  <a:lnTo>
                    <a:pt x="45" y="44"/>
                  </a:lnTo>
                  <a:lnTo>
                    <a:pt x="0" y="44"/>
                  </a:lnTo>
                  <a:lnTo>
                    <a:pt x="1" y="0"/>
                  </a:lnTo>
                  <a:lnTo>
                    <a:pt x="45" y="0"/>
                  </a:lnTo>
                  <a:close/>
                </a:path>
              </a:pathLst>
            </a:custGeom>
            <a:solidFill>
              <a:srgbClr val="D00E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4" name="Freeform 263"/>
            <p:cNvSpPr>
              <a:spLocks/>
            </p:cNvSpPr>
            <p:nvPr/>
          </p:nvSpPr>
          <p:spPr bwMode="auto">
            <a:xfrm>
              <a:off x="3832225" y="963612"/>
              <a:ext cx="73025" cy="73025"/>
            </a:xfrm>
            <a:custGeom>
              <a:avLst/>
              <a:gdLst>
                <a:gd name="T0" fmla="*/ 46 w 46"/>
                <a:gd name="T1" fmla="*/ 0 h 46"/>
                <a:gd name="T2" fmla="*/ 46 w 46"/>
                <a:gd name="T3" fmla="*/ 46 h 46"/>
                <a:gd name="T4" fmla="*/ 0 w 46"/>
                <a:gd name="T5" fmla="*/ 46 h 46"/>
                <a:gd name="T6" fmla="*/ 2 w 46"/>
                <a:gd name="T7" fmla="*/ 0 h 46"/>
                <a:gd name="T8" fmla="*/ 46 w 46"/>
                <a:gd name="T9" fmla="*/ 0 h 46"/>
              </a:gdLst>
              <a:ahLst/>
              <a:cxnLst>
                <a:cxn ang="0">
                  <a:pos x="T0" y="T1"/>
                </a:cxn>
                <a:cxn ang="0">
                  <a:pos x="T2" y="T3"/>
                </a:cxn>
                <a:cxn ang="0">
                  <a:pos x="T4" y="T5"/>
                </a:cxn>
                <a:cxn ang="0">
                  <a:pos x="T6" y="T7"/>
                </a:cxn>
                <a:cxn ang="0">
                  <a:pos x="T8" y="T9"/>
                </a:cxn>
              </a:cxnLst>
              <a:rect l="0" t="0" r="r" b="b"/>
              <a:pathLst>
                <a:path w="46" h="46">
                  <a:moveTo>
                    <a:pt x="46" y="0"/>
                  </a:moveTo>
                  <a:lnTo>
                    <a:pt x="46" y="46"/>
                  </a:lnTo>
                  <a:lnTo>
                    <a:pt x="0" y="46"/>
                  </a:lnTo>
                  <a:lnTo>
                    <a:pt x="2" y="0"/>
                  </a:lnTo>
                  <a:lnTo>
                    <a:pt x="46" y="0"/>
                  </a:lnTo>
                  <a:close/>
                </a:path>
              </a:pathLst>
            </a:custGeom>
            <a:solidFill>
              <a:srgbClr val="1907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5" name="Rectangle 264"/>
            <p:cNvSpPr>
              <a:spLocks noChangeArrowheads="1"/>
            </p:cNvSpPr>
            <p:nvPr/>
          </p:nvSpPr>
          <p:spPr bwMode="auto">
            <a:xfrm>
              <a:off x="3938588" y="963612"/>
              <a:ext cx="71438" cy="73025"/>
            </a:xfrm>
            <a:prstGeom prst="rect">
              <a:avLst/>
            </a:prstGeom>
            <a:solidFill>
              <a:srgbClr val="5536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6" name="Rectangle 265"/>
            <p:cNvSpPr>
              <a:spLocks noChangeArrowheads="1"/>
            </p:cNvSpPr>
            <p:nvPr/>
          </p:nvSpPr>
          <p:spPr bwMode="auto">
            <a:xfrm>
              <a:off x="4044950" y="963612"/>
              <a:ext cx="71438" cy="73025"/>
            </a:xfrm>
            <a:prstGeom prst="rect">
              <a:avLst/>
            </a:prstGeom>
            <a:solidFill>
              <a:srgbClr val="4626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7" name="Rectangle 266"/>
            <p:cNvSpPr>
              <a:spLocks noChangeArrowheads="1"/>
            </p:cNvSpPr>
            <p:nvPr/>
          </p:nvSpPr>
          <p:spPr bwMode="auto">
            <a:xfrm>
              <a:off x="3411538" y="860425"/>
              <a:ext cx="69850" cy="69850"/>
            </a:xfrm>
            <a:prstGeom prst="rect">
              <a:avLst/>
            </a:prstGeom>
            <a:solidFill>
              <a:srgbClr val="8B2AB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8" name="Rectangle 267"/>
            <p:cNvSpPr>
              <a:spLocks noChangeArrowheads="1"/>
            </p:cNvSpPr>
            <p:nvPr/>
          </p:nvSpPr>
          <p:spPr bwMode="auto">
            <a:xfrm>
              <a:off x="3517900" y="860425"/>
              <a:ext cx="69850" cy="69850"/>
            </a:xfrm>
            <a:prstGeom prst="rect">
              <a:avLst/>
            </a:prstGeom>
            <a:solidFill>
              <a:srgbClr val="C166A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99" name="Freeform 268"/>
            <p:cNvSpPr>
              <a:spLocks/>
            </p:cNvSpPr>
            <p:nvPr/>
          </p:nvSpPr>
          <p:spPr bwMode="auto">
            <a:xfrm>
              <a:off x="3622675" y="860425"/>
              <a:ext cx="69850" cy="71438"/>
            </a:xfrm>
            <a:custGeom>
              <a:avLst/>
              <a:gdLst>
                <a:gd name="T0" fmla="*/ 44 w 44"/>
                <a:gd name="T1" fmla="*/ 0 h 45"/>
                <a:gd name="T2" fmla="*/ 44 w 44"/>
                <a:gd name="T3" fmla="*/ 45 h 45"/>
                <a:gd name="T4" fmla="*/ 0 w 44"/>
                <a:gd name="T5" fmla="*/ 44 h 45"/>
                <a:gd name="T6" fmla="*/ 0 w 44"/>
                <a:gd name="T7" fmla="*/ 0 h 45"/>
                <a:gd name="T8" fmla="*/ 44 w 44"/>
                <a:gd name="T9" fmla="*/ 0 h 45"/>
              </a:gdLst>
              <a:ahLst/>
              <a:cxnLst>
                <a:cxn ang="0">
                  <a:pos x="T0" y="T1"/>
                </a:cxn>
                <a:cxn ang="0">
                  <a:pos x="T2" y="T3"/>
                </a:cxn>
                <a:cxn ang="0">
                  <a:pos x="T4" y="T5"/>
                </a:cxn>
                <a:cxn ang="0">
                  <a:pos x="T6" y="T7"/>
                </a:cxn>
                <a:cxn ang="0">
                  <a:pos x="T8" y="T9"/>
                </a:cxn>
              </a:cxnLst>
              <a:rect l="0" t="0" r="r" b="b"/>
              <a:pathLst>
                <a:path w="44" h="45">
                  <a:moveTo>
                    <a:pt x="44" y="0"/>
                  </a:moveTo>
                  <a:lnTo>
                    <a:pt x="44" y="45"/>
                  </a:lnTo>
                  <a:lnTo>
                    <a:pt x="0" y="44"/>
                  </a:lnTo>
                  <a:lnTo>
                    <a:pt x="0" y="0"/>
                  </a:lnTo>
                  <a:lnTo>
                    <a:pt x="44" y="0"/>
                  </a:lnTo>
                  <a:close/>
                </a:path>
              </a:pathLst>
            </a:custGeom>
            <a:solidFill>
              <a:srgbClr val="F60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0" name="Rectangle 269"/>
            <p:cNvSpPr>
              <a:spLocks noChangeArrowheads="1"/>
            </p:cNvSpPr>
            <p:nvPr/>
          </p:nvSpPr>
          <p:spPr bwMode="auto">
            <a:xfrm>
              <a:off x="3729038" y="860425"/>
              <a:ext cx="69850" cy="71438"/>
            </a:xfrm>
            <a:prstGeom prst="rect">
              <a:avLst/>
            </a:prstGeom>
            <a:solidFill>
              <a:srgbClr val="EA1BA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1" name="Rectangle 270"/>
            <p:cNvSpPr>
              <a:spLocks noChangeArrowheads="1"/>
            </p:cNvSpPr>
            <p:nvPr/>
          </p:nvSpPr>
          <p:spPr bwMode="auto">
            <a:xfrm>
              <a:off x="3835400" y="860425"/>
              <a:ext cx="69850" cy="71438"/>
            </a:xfrm>
            <a:prstGeom prst="rect">
              <a:avLst/>
            </a:prstGeom>
            <a:solidFill>
              <a:srgbClr val="F69ED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2" name="Rectangle 271"/>
            <p:cNvSpPr>
              <a:spLocks noChangeArrowheads="1"/>
            </p:cNvSpPr>
            <p:nvPr/>
          </p:nvSpPr>
          <p:spPr bwMode="auto">
            <a:xfrm>
              <a:off x="3940175" y="860425"/>
              <a:ext cx="69850" cy="71438"/>
            </a:xfrm>
            <a:prstGeom prst="rect">
              <a:avLst/>
            </a:prstGeom>
            <a:solidFill>
              <a:srgbClr val="315EC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3" name="Rectangle 272"/>
            <p:cNvSpPr>
              <a:spLocks noChangeArrowheads="1"/>
            </p:cNvSpPr>
            <p:nvPr/>
          </p:nvSpPr>
          <p:spPr bwMode="auto">
            <a:xfrm>
              <a:off x="4046538" y="860425"/>
              <a:ext cx="69850" cy="71438"/>
            </a:xfrm>
            <a:prstGeom prst="rect">
              <a:avLst/>
            </a:prstGeom>
            <a:solidFill>
              <a:srgbClr val="4A81D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4" name="Freeform 273"/>
            <p:cNvSpPr>
              <a:spLocks/>
            </p:cNvSpPr>
            <p:nvPr/>
          </p:nvSpPr>
          <p:spPr bwMode="auto">
            <a:xfrm>
              <a:off x="3411538" y="757237"/>
              <a:ext cx="69850" cy="71438"/>
            </a:xfrm>
            <a:custGeom>
              <a:avLst/>
              <a:gdLst>
                <a:gd name="T0" fmla="*/ 44 w 44"/>
                <a:gd name="T1" fmla="*/ 0 h 45"/>
                <a:gd name="T2" fmla="*/ 44 w 44"/>
                <a:gd name="T3" fmla="*/ 45 h 45"/>
                <a:gd name="T4" fmla="*/ 0 w 44"/>
                <a:gd name="T5" fmla="*/ 44 h 45"/>
                <a:gd name="T6" fmla="*/ 0 w 44"/>
                <a:gd name="T7" fmla="*/ 0 h 45"/>
                <a:gd name="T8" fmla="*/ 44 w 44"/>
                <a:gd name="T9" fmla="*/ 0 h 45"/>
              </a:gdLst>
              <a:ahLst/>
              <a:cxnLst>
                <a:cxn ang="0">
                  <a:pos x="T0" y="T1"/>
                </a:cxn>
                <a:cxn ang="0">
                  <a:pos x="T2" y="T3"/>
                </a:cxn>
                <a:cxn ang="0">
                  <a:pos x="T4" y="T5"/>
                </a:cxn>
                <a:cxn ang="0">
                  <a:pos x="T6" y="T7"/>
                </a:cxn>
                <a:cxn ang="0">
                  <a:pos x="T8" y="T9"/>
                </a:cxn>
              </a:cxnLst>
              <a:rect l="0" t="0" r="r" b="b"/>
              <a:pathLst>
                <a:path w="44" h="45">
                  <a:moveTo>
                    <a:pt x="44" y="0"/>
                  </a:moveTo>
                  <a:lnTo>
                    <a:pt x="44" y="45"/>
                  </a:lnTo>
                  <a:lnTo>
                    <a:pt x="0" y="44"/>
                  </a:lnTo>
                  <a:lnTo>
                    <a:pt x="0" y="0"/>
                  </a:lnTo>
                  <a:lnTo>
                    <a:pt x="44" y="0"/>
                  </a:lnTo>
                  <a:close/>
                </a:path>
              </a:pathLst>
            </a:custGeom>
            <a:solidFill>
              <a:srgbClr val="0716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5" name="Rectangle 274"/>
            <p:cNvSpPr>
              <a:spLocks noChangeArrowheads="1"/>
            </p:cNvSpPr>
            <p:nvPr/>
          </p:nvSpPr>
          <p:spPr bwMode="auto">
            <a:xfrm>
              <a:off x="3517900" y="757237"/>
              <a:ext cx="69850" cy="71438"/>
            </a:xfrm>
            <a:prstGeom prst="rect">
              <a:avLst/>
            </a:prstGeom>
            <a:solidFill>
              <a:srgbClr val="2A43B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6" name="Rectangle 275"/>
            <p:cNvSpPr>
              <a:spLocks noChangeArrowheads="1"/>
            </p:cNvSpPr>
            <p:nvPr/>
          </p:nvSpPr>
          <p:spPr bwMode="auto">
            <a:xfrm>
              <a:off x="3622675" y="757237"/>
              <a:ext cx="69850" cy="71438"/>
            </a:xfrm>
            <a:prstGeom prst="rect">
              <a:avLst/>
            </a:prstGeom>
            <a:solidFill>
              <a:srgbClr val="3F54A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7" name="Rectangle 276"/>
            <p:cNvSpPr>
              <a:spLocks noChangeArrowheads="1"/>
            </p:cNvSpPr>
            <p:nvPr/>
          </p:nvSpPr>
          <p:spPr bwMode="auto">
            <a:xfrm>
              <a:off x="3729038" y="757237"/>
              <a:ext cx="69850" cy="71438"/>
            </a:xfrm>
            <a:prstGeom prst="rect">
              <a:avLst/>
            </a:prstGeom>
            <a:solidFill>
              <a:srgbClr val="1D25A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8" name="Rectangle 277"/>
            <p:cNvSpPr>
              <a:spLocks noChangeArrowheads="1"/>
            </p:cNvSpPr>
            <p:nvPr/>
          </p:nvSpPr>
          <p:spPr bwMode="auto">
            <a:xfrm>
              <a:off x="3835400" y="757237"/>
              <a:ext cx="69850" cy="71438"/>
            </a:xfrm>
            <a:prstGeom prst="rect">
              <a:avLst/>
            </a:prstGeom>
            <a:solidFill>
              <a:srgbClr val="1D3C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09" name="Rectangle 278"/>
            <p:cNvSpPr>
              <a:spLocks noChangeArrowheads="1"/>
            </p:cNvSpPr>
            <p:nvPr/>
          </p:nvSpPr>
          <p:spPr bwMode="auto">
            <a:xfrm>
              <a:off x="3940175" y="757237"/>
              <a:ext cx="69850" cy="71438"/>
            </a:xfrm>
            <a:prstGeom prst="rect">
              <a:avLst/>
            </a:prstGeom>
            <a:solidFill>
              <a:srgbClr val="2760C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0" name="Rectangle 279"/>
            <p:cNvSpPr>
              <a:spLocks noChangeArrowheads="1"/>
            </p:cNvSpPr>
            <p:nvPr/>
          </p:nvSpPr>
          <p:spPr bwMode="auto">
            <a:xfrm>
              <a:off x="4046538" y="757237"/>
              <a:ext cx="69850" cy="71438"/>
            </a:xfrm>
            <a:prstGeom prst="rect">
              <a:avLst/>
            </a:prstGeom>
            <a:solidFill>
              <a:srgbClr val="3E7DD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1" name="Rectangle 280"/>
            <p:cNvSpPr>
              <a:spLocks noChangeArrowheads="1"/>
            </p:cNvSpPr>
            <p:nvPr/>
          </p:nvSpPr>
          <p:spPr bwMode="auto">
            <a:xfrm>
              <a:off x="3411538" y="652462"/>
              <a:ext cx="69850" cy="71438"/>
            </a:xfrm>
            <a:prstGeom prst="rect">
              <a:avLst/>
            </a:prstGeom>
            <a:solidFill>
              <a:srgbClr val="3F8C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2" name="Rectangle 281"/>
            <p:cNvSpPr>
              <a:spLocks noChangeArrowheads="1"/>
            </p:cNvSpPr>
            <p:nvPr/>
          </p:nvSpPr>
          <p:spPr bwMode="auto">
            <a:xfrm>
              <a:off x="3517900" y="652462"/>
              <a:ext cx="69850" cy="71438"/>
            </a:xfrm>
            <a:prstGeom prst="rect">
              <a:avLst/>
            </a:prstGeom>
            <a:solidFill>
              <a:srgbClr val="4AA3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3" name="Rectangle 282"/>
            <p:cNvSpPr>
              <a:spLocks noChangeArrowheads="1"/>
            </p:cNvSpPr>
            <p:nvPr/>
          </p:nvSpPr>
          <p:spPr bwMode="auto">
            <a:xfrm>
              <a:off x="3622675" y="652462"/>
              <a:ext cx="69850" cy="71438"/>
            </a:xfrm>
            <a:prstGeom prst="rect">
              <a:avLst/>
            </a:prstGeom>
            <a:solidFill>
              <a:srgbClr val="59B85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4" name="Rectangle 283"/>
            <p:cNvSpPr>
              <a:spLocks noChangeArrowheads="1"/>
            </p:cNvSpPr>
            <p:nvPr/>
          </p:nvSpPr>
          <p:spPr bwMode="auto">
            <a:xfrm>
              <a:off x="3729038" y="652462"/>
              <a:ext cx="69850" cy="71438"/>
            </a:xfrm>
            <a:prstGeom prst="rect">
              <a:avLst/>
            </a:prstGeom>
            <a:solidFill>
              <a:srgbClr val="6DC86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5" name="Rectangle 284"/>
            <p:cNvSpPr>
              <a:spLocks noChangeArrowheads="1"/>
            </p:cNvSpPr>
            <p:nvPr/>
          </p:nvSpPr>
          <p:spPr bwMode="auto">
            <a:xfrm>
              <a:off x="3835400" y="652462"/>
              <a:ext cx="69850" cy="71438"/>
            </a:xfrm>
            <a:prstGeom prst="rect">
              <a:avLst/>
            </a:prstGeom>
            <a:solidFill>
              <a:srgbClr val="7CC84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6" name="Freeform 285"/>
            <p:cNvSpPr>
              <a:spLocks/>
            </p:cNvSpPr>
            <p:nvPr/>
          </p:nvSpPr>
          <p:spPr bwMode="auto">
            <a:xfrm>
              <a:off x="3940175" y="652462"/>
              <a:ext cx="69850" cy="71438"/>
            </a:xfrm>
            <a:custGeom>
              <a:avLst/>
              <a:gdLst>
                <a:gd name="T0" fmla="*/ 44 w 44"/>
                <a:gd name="T1" fmla="*/ 1 h 45"/>
                <a:gd name="T2" fmla="*/ 44 w 44"/>
                <a:gd name="T3" fmla="*/ 45 h 45"/>
                <a:gd name="T4" fmla="*/ 0 w 44"/>
                <a:gd name="T5" fmla="*/ 45 h 45"/>
                <a:gd name="T6" fmla="*/ 0 w 44"/>
                <a:gd name="T7" fmla="*/ 0 h 45"/>
                <a:gd name="T8" fmla="*/ 44 w 44"/>
                <a:gd name="T9" fmla="*/ 1 h 45"/>
              </a:gdLst>
              <a:ahLst/>
              <a:cxnLst>
                <a:cxn ang="0">
                  <a:pos x="T0" y="T1"/>
                </a:cxn>
                <a:cxn ang="0">
                  <a:pos x="T2" y="T3"/>
                </a:cxn>
                <a:cxn ang="0">
                  <a:pos x="T4" y="T5"/>
                </a:cxn>
                <a:cxn ang="0">
                  <a:pos x="T6" y="T7"/>
                </a:cxn>
                <a:cxn ang="0">
                  <a:pos x="T8" y="T9"/>
                </a:cxn>
              </a:cxnLst>
              <a:rect l="0" t="0" r="r" b="b"/>
              <a:pathLst>
                <a:path w="44" h="45">
                  <a:moveTo>
                    <a:pt x="44" y="1"/>
                  </a:moveTo>
                  <a:lnTo>
                    <a:pt x="44" y="45"/>
                  </a:lnTo>
                  <a:lnTo>
                    <a:pt x="0" y="45"/>
                  </a:lnTo>
                  <a:lnTo>
                    <a:pt x="0" y="0"/>
                  </a:lnTo>
                  <a:lnTo>
                    <a:pt x="44" y="1"/>
                  </a:lnTo>
                  <a:close/>
                </a:path>
              </a:pathLst>
            </a:custGeom>
            <a:solidFill>
              <a:srgbClr val="ADD9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7" name="Rectangle 286"/>
            <p:cNvSpPr>
              <a:spLocks noChangeArrowheads="1"/>
            </p:cNvSpPr>
            <p:nvPr/>
          </p:nvSpPr>
          <p:spPr bwMode="auto">
            <a:xfrm>
              <a:off x="4046538" y="654050"/>
              <a:ext cx="69850" cy="69850"/>
            </a:xfrm>
            <a:prstGeom prst="rect">
              <a:avLst/>
            </a:prstGeom>
            <a:solidFill>
              <a:srgbClr val="CEE34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8" name="Freeform 287"/>
            <p:cNvSpPr>
              <a:spLocks/>
            </p:cNvSpPr>
            <p:nvPr/>
          </p:nvSpPr>
          <p:spPr bwMode="auto">
            <a:xfrm>
              <a:off x="3451225" y="134937"/>
              <a:ext cx="974725" cy="904875"/>
            </a:xfrm>
            <a:custGeom>
              <a:avLst/>
              <a:gdLst>
                <a:gd name="T0" fmla="*/ 0 w 614"/>
                <a:gd name="T1" fmla="*/ 299 h 570"/>
                <a:gd name="T2" fmla="*/ 192 w 614"/>
                <a:gd name="T3" fmla="*/ 0 h 570"/>
                <a:gd name="T4" fmla="*/ 614 w 614"/>
                <a:gd name="T5" fmla="*/ 271 h 570"/>
                <a:gd name="T6" fmla="*/ 422 w 614"/>
                <a:gd name="T7" fmla="*/ 570 h 570"/>
                <a:gd name="T8" fmla="*/ 0 w 614"/>
                <a:gd name="T9" fmla="*/ 299 h 570"/>
              </a:gdLst>
              <a:ahLst/>
              <a:cxnLst>
                <a:cxn ang="0">
                  <a:pos x="T0" y="T1"/>
                </a:cxn>
                <a:cxn ang="0">
                  <a:pos x="T2" y="T3"/>
                </a:cxn>
                <a:cxn ang="0">
                  <a:pos x="T4" y="T5"/>
                </a:cxn>
                <a:cxn ang="0">
                  <a:pos x="T6" y="T7"/>
                </a:cxn>
                <a:cxn ang="0">
                  <a:pos x="T8" y="T9"/>
                </a:cxn>
              </a:cxnLst>
              <a:rect l="0" t="0" r="r" b="b"/>
              <a:pathLst>
                <a:path w="614" h="570">
                  <a:moveTo>
                    <a:pt x="0" y="299"/>
                  </a:moveTo>
                  <a:lnTo>
                    <a:pt x="192" y="0"/>
                  </a:lnTo>
                  <a:lnTo>
                    <a:pt x="614" y="271"/>
                  </a:lnTo>
                  <a:lnTo>
                    <a:pt x="422" y="570"/>
                  </a:lnTo>
                  <a:lnTo>
                    <a:pt x="0" y="2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19" name="Freeform 288"/>
            <p:cNvSpPr>
              <a:spLocks/>
            </p:cNvSpPr>
            <p:nvPr/>
          </p:nvSpPr>
          <p:spPr bwMode="auto">
            <a:xfrm>
              <a:off x="3451225" y="134937"/>
              <a:ext cx="974725" cy="904875"/>
            </a:xfrm>
            <a:custGeom>
              <a:avLst/>
              <a:gdLst>
                <a:gd name="T0" fmla="*/ 0 w 614"/>
                <a:gd name="T1" fmla="*/ 299 h 570"/>
                <a:gd name="T2" fmla="*/ 192 w 614"/>
                <a:gd name="T3" fmla="*/ 0 h 570"/>
                <a:gd name="T4" fmla="*/ 614 w 614"/>
                <a:gd name="T5" fmla="*/ 271 h 570"/>
                <a:gd name="T6" fmla="*/ 422 w 614"/>
                <a:gd name="T7" fmla="*/ 570 h 570"/>
                <a:gd name="T8" fmla="*/ 0 w 614"/>
                <a:gd name="T9" fmla="*/ 299 h 570"/>
              </a:gdLst>
              <a:ahLst/>
              <a:cxnLst>
                <a:cxn ang="0">
                  <a:pos x="T0" y="T1"/>
                </a:cxn>
                <a:cxn ang="0">
                  <a:pos x="T2" y="T3"/>
                </a:cxn>
                <a:cxn ang="0">
                  <a:pos x="T4" y="T5"/>
                </a:cxn>
                <a:cxn ang="0">
                  <a:pos x="T6" y="T7"/>
                </a:cxn>
                <a:cxn ang="0">
                  <a:pos x="T8" y="T9"/>
                </a:cxn>
              </a:cxnLst>
              <a:rect l="0" t="0" r="r" b="b"/>
              <a:pathLst>
                <a:path w="614" h="570">
                  <a:moveTo>
                    <a:pt x="0" y="299"/>
                  </a:moveTo>
                  <a:lnTo>
                    <a:pt x="192" y="0"/>
                  </a:lnTo>
                  <a:lnTo>
                    <a:pt x="614" y="271"/>
                  </a:lnTo>
                  <a:lnTo>
                    <a:pt x="422" y="570"/>
                  </a:lnTo>
                  <a:lnTo>
                    <a:pt x="0" y="29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0" name="Freeform 289"/>
            <p:cNvSpPr>
              <a:spLocks/>
            </p:cNvSpPr>
            <p:nvPr/>
          </p:nvSpPr>
          <p:spPr bwMode="auto">
            <a:xfrm>
              <a:off x="3917950" y="463550"/>
              <a:ext cx="258763" cy="392113"/>
            </a:xfrm>
            <a:custGeom>
              <a:avLst/>
              <a:gdLst>
                <a:gd name="T0" fmla="*/ 0 w 163"/>
                <a:gd name="T1" fmla="*/ 242 h 247"/>
                <a:gd name="T2" fmla="*/ 156 w 163"/>
                <a:gd name="T3" fmla="*/ 0 h 247"/>
                <a:gd name="T4" fmla="*/ 163 w 163"/>
                <a:gd name="T5" fmla="*/ 6 h 247"/>
                <a:gd name="T6" fmla="*/ 8 w 163"/>
                <a:gd name="T7" fmla="*/ 247 h 247"/>
                <a:gd name="T8" fmla="*/ 0 w 163"/>
                <a:gd name="T9" fmla="*/ 242 h 247"/>
              </a:gdLst>
              <a:ahLst/>
              <a:cxnLst>
                <a:cxn ang="0">
                  <a:pos x="T0" y="T1"/>
                </a:cxn>
                <a:cxn ang="0">
                  <a:pos x="T2" y="T3"/>
                </a:cxn>
                <a:cxn ang="0">
                  <a:pos x="T4" y="T5"/>
                </a:cxn>
                <a:cxn ang="0">
                  <a:pos x="T6" y="T7"/>
                </a:cxn>
                <a:cxn ang="0">
                  <a:pos x="T8" y="T9"/>
                </a:cxn>
              </a:cxnLst>
              <a:rect l="0" t="0" r="r" b="b"/>
              <a:pathLst>
                <a:path w="163" h="247">
                  <a:moveTo>
                    <a:pt x="0" y="242"/>
                  </a:moveTo>
                  <a:lnTo>
                    <a:pt x="156" y="0"/>
                  </a:lnTo>
                  <a:lnTo>
                    <a:pt x="163" y="6"/>
                  </a:lnTo>
                  <a:lnTo>
                    <a:pt x="8" y="247"/>
                  </a:lnTo>
                  <a:lnTo>
                    <a:pt x="0" y="24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1" name="Freeform 290"/>
            <p:cNvSpPr>
              <a:spLocks/>
            </p:cNvSpPr>
            <p:nvPr/>
          </p:nvSpPr>
          <p:spPr bwMode="auto">
            <a:xfrm>
              <a:off x="3938588" y="476250"/>
              <a:ext cx="258763" cy="392113"/>
            </a:xfrm>
            <a:custGeom>
              <a:avLst/>
              <a:gdLst>
                <a:gd name="T0" fmla="*/ 0 w 163"/>
                <a:gd name="T1" fmla="*/ 243 h 247"/>
                <a:gd name="T2" fmla="*/ 155 w 163"/>
                <a:gd name="T3" fmla="*/ 0 h 247"/>
                <a:gd name="T4" fmla="*/ 163 w 163"/>
                <a:gd name="T5" fmla="*/ 6 h 247"/>
                <a:gd name="T6" fmla="*/ 7 w 163"/>
                <a:gd name="T7" fmla="*/ 247 h 247"/>
                <a:gd name="T8" fmla="*/ 0 w 163"/>
                <a:gd name="T9" fmla="*/ 243 h 247"/>
              </a:gdLst>
              <a:ahLst/>
              <a:cxnLst>
                <a:cxn ang="0">
                  <a:pos x="T0" y="T1"/>
                </a:cxn>
                <a:cxn ang="0">
                  <a:pos x="T2" y="T3"/>
                </a:cxn>
                <a:cxn ang="0">
                  <a:pos x="T4" y="T5"/>
                </a:cxn>
                <a:cxn ang="0">
                  <a:pos x="T6" y="T7"/>
                </a:cxn>
                <a:cxn ang="0">
                  <a:pos x="T8" y="T9"/>
                </a:cxn>
              </a:cxnLst>
              <a:rect l="0" t="0" r="r" b="b"/>
              <a:pathLst>
                <a:path w="163" h="247">
                  <a:moveTo>
                    <a:pt x="0" y="243"/>
                  </a:moveTo>
                  <a:lnTo>
                    <a:pt x="155" y="0"/>
                  </a:lnTo>
                  <a:lnTo>
                    <a:pt x="163" y="6"/>
                  </a:lnTo>
                  <a:lnTo>
                    <a:pt x="7" y="247"/>
                  </a:lnTo>
                  <a:lnTo>
                    <a:pt x="0" y="243"/>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2" name="Freeform 291"/>
            <p:cNvSpPr>
              <a:spLocks/>
            </p:cNvSpPr>
            <p:nvPr/>
          </p:nvSpPr>
          <p:spPr bwMode="auto">
            <a:xfrm>
              <a:off x="3959225" y="492125"/>
              <a:ext cx="258763" cy="392113"/>
            </a:xfrm>
            <a:custGeom>
              <a:avLst/>
              <a:gdLst>
                <a:gd name="T0" fmla="*/ 0 w 163"/>
                <a:gd name="T1" fmla="*/ 241 h 247"/>
                <a:gd name="T2" fmla="*/ 155 w 163"/>
                <a:gd name="T3" fmla="*/ 0 h 247"/>
                <a:gd name="T4" fmla="*/ 163 w 163"/>
                <a:gd name="T5" fmla="*/ 4 h 247"/>
                <a:gd name="T6" fmla="*/ 7 w 163"/>
                <a:gd name="T7" fmla="*/ 247 h 247"/>
                <a:gd name="T8" fmla="*/ 0 w 163"/>
                <a:gd name="T9" fmla="*/ 241 h 247"/>
              </a:gdLst>
              <a:ahLst/>
              <a:cxnLst>
                <a:cxn ang="0">
                  <a:pos x="T0" y="T1"/>
                </a:cxn>
                <a:cxn ang="0">
                  <a:pos x="T2" y="T3"/>
                </a:cxn>
                <a:cxn ang="0">
                  <a:pos x="T4" y="T5"/>
                </a:cxn>
                <a:cxn ang="0">
                  <a:pos x="T6" y="T7"/>
                </a:cxn>
                <a:cxn ang="0">
                  <a:pos x="T8" y="T9"/>
                </a:cxn>
              </a:cxnLst>
              <a:rect l="0" t="0" r="r" b="b"/>
              <a:pathLst>
                <a:path w="163" h="247">
                  <a:moveTo>
                    <a:pt x="0" y="241"/>
                  </a:moveTo>
                  <a:lnTo>
                    <a:pt x="155" y="0"/>
                  </a:lnTo>
                  <a:lnTo>
                    <a:pt x="163" y="4"/>
                  </a:lnTo>
                  <a:lnTo>
                    <a:pt x="7" y="247"/>
                  </a:lnTo>
                  <a:lnTo>
                    <a:pt x="0" y="241"/>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3" name="Freeform 292"/>
            <p:cNvSpPr>
              <a:spLocks/>
            </p:cNvSpPr>
            <p:nvPr/>
          </p:nvSpPr>
          <p:spPr bwMode="auto">
            <a:xfrm>
              <a:off x="3978275" y="504825"/>
              <a:ext cx="258763" cy="392113"/>
            </a:xfrm>
            <a:custGeom>
              <a:avLst/>
              <a:gdLst>
                <a:gd name="T0" fmla="*/ 0 w 163"/>
                <a:gd name="T1" fmla="*/ 241 h 247"/>
                <a:gd name="T2" fmla="*/ 157 w 163"/>
                <a:gd name="T3" fmla="*/ 0 h 247"/>
                <a:gd name="T4" fmla="*/ 163 w 163"/>
                <a:gd name="T5" fmla="*/ 4 h 247"/>
                <a:gd name="T6" fmla="*/ 8 w 163"/>
                <a:gd name="T7" fmla="*/ 247 h 247"/>
                <a:gd name="T8" fmla="*/ 0 w 163"/>
                <a:gd name="T9" fmla="*/ 241 h 247"/>
              </a:gdLst>
              <a:ahLst/>
              <a:cxnLst>
                <a:cxn ang="0">
                  <a:pos x="T0" y="T1"/>
                </a:cxn>
                <a:cxn ang="0">
                  <a:pos x="T2" y="T3"/>
                </a:cxn>
                <a:cxn ang="0">
                  <a:pos x="T4" y="T5"/>
                </a:cxn>
                <a:cxn ang="0">
                  <a:pos x="T6" y="T7"/>
                </a:cxn>
                <a:cxn ang="0">
                  <a:pos x="T8" y="T9"/>
                </a:cxn>
              </a:cxnLst>
              <a:rect l="0" t="0" r="r" b="b"/>
              <a:pathLst>
                <a:path w="163" h="247">
                  <a:moveTo>
                    <a:pt x="0" y="241"/>
                  </a:moveTo>
                  <a:lnTo>
                    <a:pt x="157" y="0"/>
                  </a:lnTo>
                  <a:lnTo>
                    <a:pt x="163" y="4"/>
                  </a:lnTo>
                  <a:lnTo>
                    <a:pt x="8" y="247"/>
                  </a:lnTo>
                  <a:lnTo>
                    <a:pt x="0" y="241"/>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4" name="Freeform 293"/>
            <p:cNvSpPr>
              <a:spLocks/>
            </p:cNvSpPr>
            <p:nvPr/>
          </p:nvSpPr>
          <p:spPr bwMode="auto">
            <a:xfrm>
              <a:off x="4000500" y="517525"/>
              <a:ext cx="258763" cy="392113"/>
            </a:xfrm>
            <a:custGeom>
              <a:avLst/>
              <a:gdLst>
                <a:gd name="T0" fmla="*/ 0 w 163"/>
                <a:gd name="T1" fmla="*/ 241 h 247"/>
                <a:gd name="T2" fmla="*/ 156 w 163"/>
                <a:gd name="T3" fmla="*/ 0 h 247"/>
                <a:gd name="T4" fmla="*/ 163 w 163"/>
                <a:gd name="T5" fmla="*/ 5 h 247"/>
                <a:gd name="T6" fmla="*/ 8 w 163"/>
                <a:gd name="T7" fmla="*/ 247 h 247"/>
                <a:gd name="T8" fmla="*/ 0 w 163"/>
                <a:gd name="T9" fmla="*/ 241 h 247"/>
              </a:gdLst>
              <a:ahLst/>
              <a:cxnLst>
                <a:cxn ang="0">
                  <a:pos x="T0" y="T1"/>
                </a:cxn>
                <a:cxn ang="0">
                  <a:pos x="T2" y="T3"/>
                </a:cxn>
                <a:cxn ang="0">
                  <a:pos x="T4" y="T5"/>
                </a:cxn>
                <a:cxn ang="0">
                  <a:pos x="T6" y="T7"/>
                </a:cxn>
                <a:cxn ang="0">
                  <a:pos x="T8" y="T9"/>
                </a:cxn>
              </a:cxnLst>
              <a:rect l="0" t="0" r="r" b="b"/>
              <a:pathLst>
                <a:path w="163" h="247">
                  <a:moveTo>
                    <a:pt x="0" y="241"/>
                  </a:moveTo>
                  <a:lnTo>
                    <a:pt x="156" y="0"/>
                  </a:lnTo>
                  <a:lnTo>
                    <a:pt x="163" y="5"/>
                  </a:lnTo>
                  <a:lnTo>
                    <a:pt x="8" y="247"/>
                  </a:lnTo>
                  <a:lnTo>
                    <a:pt x="0" y="241"/>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5" name="Freeform 294"/>
            <p:cNvSpPr>
              <a:spLocks/>
            </p:cNvSpPr>
            <p:nvPr/>
          </p:nvSpPr>
          <p:spPr bwMode="auto">
            <a:xfrm>
              <a:off x="4021138" y="530225"/>
              <a:ext cx="258763" cy="392113"/>
            </a:xfrm>
            <a:custGeom>
              <a:avLst/>
              <a:gdLst>
                <a:gd name="T0" fmla="*/ 0 w 163"/>
                <a:gd name="T1" fmla="*/ 243 h 247"/>
                <a:gd name="T2" fmla="*/ 155 w 163"/>
                <a:gd name="T3" fmla="*/ 0 h 247"/>
                <a:gd name="T4" fmla="*/ 163 w 163"/>
                <a:gd name="T5" fmla="*/ 5 h 247"/>
                <a:gd name="T6" fmla="*/ 7 w 163"/>
                <a:gd name="T7" fmla="*/ 247 h 247"/>
                <a:gd name="T8" fmla="*/ 0 w 163"/>
                <a:gd name="T9" fmla="*/ 243 h 247"/>
              </a:gdLst>
              <a:ahLst/>
              <a:cxnLst>
                <a:cxn ang="0">
                  <a:pos x="T0" y="T1"/>
                </a:cxn>
                <a:cxn ang="0">
                  <a:pos x="T2" y="T3"/>
                </a:cxn>
                <a:cxn ang="0">
                  <a:pos x="T4" y="T5"/>
                </a:cxn>
                <a:cxn ang="0">
                  <a:pos x="T6" y="T7"/>
                </a:cxn>
                <a:cxn ang="0">
                  <a:pos x="T8" y="T9"/>
                </a:cxn>
              </a:cxnLst>
              <a:rect l="0" t="0" r="r" b="b"/>
              <a:pathLst>
                <a:path w="163" h="247">
                  <a:moveTo>
                    <a:pt x="0" y="243"/>
                  </a:moveTo>
                  <a:lnTo>
                    <a:pt x="155" y="0"/>
                  </a:lnTo>
                  <a:lnTo>
                    <a:pt x="163" y="5"/>
                  </a:lnTo>
                  <a:lnTo>
                    <a:pt x="7" y="247"/>
                  </a:lnTo>
                  <a:lnTo>
                    <a:pt x="0" y="243"/>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6" name="Freeform 295"/>
            <p:cNvSpPr>
              <a:spLocks/>
            </p:cNvSpPr>
            <p:nvPr/>
          </p:nvSpPr>
          <p:spPr bwMode="auto">
            <a:xfrm>
              <a:off x="4041775" y="544512"/>
              <a:ext cx="258763" cy="392113"/>
            </a:xfrm>
            <a:custGeom>
              <a:avLst/>
              <a:gdLst>
                <a:gd name="T0" fmla="*/ 0 w 163"/>
                <a:gd name="T1" fmla="*/ 242 h 247"/>
                <a:gd name="T2" fmla="*/ 155 w 163"/>
                <a:gd name="T3" fmla="*/ 0 h 247"/>
                <a:gd name="T4" fmla="*/ 163 w 163"/>
                <a:gd name="T5" fmla="*/ 4 h 247"/>
                <a:gd name="T6" fmla="*/ 7 w 163"/>
                <a:gd name="T7" fmla="*/ 247 h 247"/>
                <a:gd name="T8" fmla="*/ 0 w 163"/>
                <a:gd name="T9" fmla="*/ 242 h 247"/>
              </a:gdLst>
              <a:ahLst/>
              <a:cxnLst>
                <a:cxn ang="0">
                  <a:pos x="T0" y="T1"/>
                </a:cxn>
                <a:cxn ang="0">
                  <a:pos x="T2" y="T3"/>
                </a:cxn>
                <a:cxn ang="0">
                  <a:pos x="T4" y="T5"/>
                </a:cxn>
                <a:cxn ang="0">
                  <a:pos x="T6" y="T7"/>
                </a:cxn>
                <a:cxn ang="0">
                  <a:pos x="T8" y="T9"/>
                </a:cxn>
              </a:cxnLst>
              <a:rect l="0" t="0" r="r" b="b"/>
              <a:pathLst>
                <a:path w="163" h="247">
                  <a:moveTo>
                    <a:pt x="0" y="242"/>
                  </a:moveTo>
                  <a:lnTo>
                    <a:pt x="155" y="0"/>
                  </a:lnTo>
                  <a:lnTo>
                    <a:pt x="163" y="4"/>
                  </a:lnTo>
                  <a:lnTo>
                    <a:pt x="7" y="247"/>
                  </a:lnTo>
                  <a:lnTo>
                    <a:pt x="0" y="24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7" name="Freeform 296"/>
            <p:cNvSpPr>
              <a:spLocks/>
            </p:cNvSpPr>
            <p:nvPr/>
          </p:nvSpPr>
          <p:spPr bwMode="auto">
            <a:xfrm>
              <a:off x="4062413" y="852487"/>
              <a:ext cx="69850" cy="96838"/>
            </a:xfrm>
            <a:custGeom>
              <a:avLst/>
              <a:gdLst>
                <a:gd name="T0" fmla="*/ 0 w 44"/>
                <a:gd name="T1" fmla="*/ 56 h 61"/>
                <a:gd name="T2" fmla="*/ 36 w 44"/>
                <a:gd name="T3" fmla="*/ 0 h 61"/>
                <a:gd name="T4" fmla="*/ 44 w 44"/>
                <a:gd name="T5" fmla="*/ 5 h 61"/>
                <a:gd name="T6" fmla="*/ 8 w 44"/>
                <a:gd name="T7" fmla="*/ 61 h 61"/>
                <a:gd name="T8" fmla="*/ 0 w 44"/>
                <a:gd name="T9" fmla="*/ 56 h 61"/>
              </a:gdLst>
              <a:ahLst/>
              <a:cxnLst>
                <a:cxn ang="0">
                  <a:pos x="T0" y="T1"/>
                </a:cxn>
                <a:cxn ang="0">
                  <a:pos x="T2" y="T3"/>
                </a:cxn>
                <a:cxn ang="0">
                  <a:pos x="T4" y="T5"/>
                </a:cxn>
                <a:cxn ang="0">
                  <a:pos x="T6" y="T7"/>
                </a:cxn>
                <a:cxn ang="0">
                  <a:pos x="T8" y="T9"/>
                </a:cxn>
              </a:cxnLst>
              <a:rect l="0" t="0" r="r" b="b"/>
              <a:pathLst>
                <a:path w="44" h="61">
                  <a:moveTo>
                    <a:pt x="0" y="56"/>
                  </a:moveTo>
                  <a:lnTo>
                    <a:pt x="36" y="0"/>
                  </a:lnTo>
                  <a:lnTo>
                    <a:pt x="44" y="5"/>
                  </a:lnTo>
                  <a:lnTo>
                    <a:pt x="8" y="61"/>
                  </a:lnTo>
                  <a:lnTo>
                    <a:pt x="0" y="56"/>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8" name="Freeform 297"/>
            <p:cNvSpPr>
              <a:spLocks/>
            </p:cNvSpPr>
            <p:nvPr/>
          </p:nvSpPr>
          <p:spPr bwMode="auto">
            <a:xfrm>
              <a:off x="3759200" y="314325"/>
              <a:ext cx="223838" cy="223838"/>
            </a:xfrm>
            <a:custGeom>
              <a:avLst/>
              <a:gdLst>
                <a:gd name="T0" fmla="*/ 100 w 106"/>
                <a:gd name="T1" fmla="*/ 43 h 106"/>
                <a:gd name="T2" fmla="*/ 43 w 106"/>
                <a:gd name="T3" fmla="*/ 6 h 106"/>
                <a:gd name="T4" fmla="*/ 6 w 106"/>
                <a:gd name="T5" fmla="*/ 64 h 106"/>
                <a:gd name="T6" fmla="*/ 64 w 106"/>
                <a:gd name="T7" fmla="*/ 100 h 106"/>
                <a:gd name="T8" fmla="*/ 100 w 106"/>
                <a:gd name="T9" fmla="*/ 43 h 106"/>
              </a:gdLst>
              <a:ahLst/>
              <a:cxnLst>
                <a:cxn ang="0">
                  <a:pos x="T0" y="T1"/>
                </a:cxn>
                <a:cxn ang="0">
                  <a:pos x="T2" y="T3"/>
                </a:cxn>
                <a:cxn ang="0">
                  <a:pos x="T4" y="T5"/>
                </a:cxn>
                <a:cxn ang="0">
                  <a:pos x="T6" y="T7"/>
                </a:cxn>
                <a:cxn ang="0">
                  <a:pos x="T8" y="T9"/>
                </a:cxn>
              </a:cxnLst>
              <a:rect l="0" t="0" r="r" b="b"/>
              <a:pathLst>
                <a:path w="106" h="106">
                  <a:moveTo>
                    <a:pt x="100" y="43"/>
                  </a:moveTo>
                  <a:cubicBezTo>
                    <a:pt x="95" y="17"/>
                    <a:pt x="69" y="0"/>
                    <a:pt x="43" y="6"/>
                  </a:cubicBezTo>
                  <a:cubicBezTo>
                    <a:pt x="17" y="12"/>
                    <a:pt x="0" y="38"/>
                    <a:pt x="6" y="64"/>
                  </a:cubicBezTo>
                  <a:cubicBezTo>
                    <a:pt x="12" y="90"/>
                    <a:pt x="38" y="106"/>
                    <a:pt x="64" y="100"/>
                  </a:cubicBezTo>
                  <a:cubicBezTo>
                    <a:pt x="90" y="95"/>
                    <a:pt x="106" y="69"/>
                    <a:pt x="100" y="43"/>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29" name="Freeform 298"/>
            <p:cNvSpPr>
              <a:spLocks/>
            </p:cNvSpPr>
            <p:nvPr/>
          </p:nvSpPr>
          <p:spPr bwMode="auto">
            <a:xfrm>
              <a:off x="3652838" y="412750"/>
              <a:ext cx="223838" cy="225425"/>
            </a:xfrm>
            <a:custGeom>
              <a:avLst/>
              <a:gdLst>
                <a:gd name="T0" fmla="*/ 100 w 106"/>
                <a:gd name="T1" fmla="*/ 43 h 106"/>
                <a:gd name="T2" fmla="*/ 43 w 106"/>
                <a:gd name="T3" fmla="*/ 6 h 106"/>
                <a:gd name="T4" fmla="*/ 6 w 106"/>
                <a:gd name="T5" fmla="*/ 64 h 106"/>
                <a:gd name="T6" fmla="*/ 64 w 106"/>
                <a:gd name="T7" fmla="*/ 101 h 106"/>
                <a:gd name="T8" fmla="*/ 100 w 106"/>
                <a:gd name="T9" fmla="*/ 43 h 106"/>
              </a:gdLst>
              <a:ahLst/>
              <a:cxnLst>
                <a:cxn ang="0">
                  <a:pos x="T0" y="T1"/>
                </a:cxn>
                <a:cxn ang="0">
                  <a:pos x="T2" y="T3"/>
                </a:cxn>
                <a:cxn ang="0">
                  <a:pos x="T4" y="T5"/>
                </a:cxn>
                <a:cxn ang="0">
                  <a:pos x="T6" y="T7"/>
                </a:cxn>
                <a:cxn ang="0">
                  <a:pos x="T8" y="T9"/>
                </a:cxn>
              </a:cxnLst>
              <a:rect l="0" t="0" r="r" b="b"/>
              <a:pathLst>
                <a:path w="106" h="106">
                  <a:moveTo>
                    <a:pt x="100" y="43"/>
                  </a:moveTo>
                  <a:cubicBezTo>
                    <a:pt x="95" y="17"/>
                    <a:pt x="69" y="0"/>
                    <a:pt x="43" y="6"/>
                  </a:cubicBezTo>
                  <a:cubicBezTo>
                    <a:pt x="17" y="12"/>
                    <a:pt x="0" y="38"/>
                    <a:pt x="6" y="64"/>
                  </a:cubicBezTo>
                  <a:cubicBezTo>
                    <a:pt x="12" y="90"/>
                    <a:pt x="38" y="106"/>
                    <a:pt x="64" y="101"/>
                  </a:cubicBezTo>
                  <a:cubicBezTo>
                    <a:pt x="90" y="95"/>
                    <a:pt x="106" y="69"/>
                    <a:pt x="100" y="43"/>
                  </a:cubicBezTo>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0" name="Freeform 299"/>
            <p:cNvSpPr>
              <a:spLocks/>
            </p:cNvSpPr>
            <p:nvPr/>
          </p:nvSpPr>
          <p:spPr bwMode="auto">
            <a:xfrm>
              <a:off x="3768725" y="423862"/>
              <a:ext cx="76200" cy="76200"/>
            </a:xfrm>
            <a:custGeom>
              <a:avLst/>
              <a:gdLst>
                <a:gd name="T0" fmla="*/ 0 w 36"/>
                <a:gd name="T1" fmla="*/ 0 h 36"/>
                <a:gd name="T2" fmla="*/ 1 w 36"/>
                <a:gd name="T3" fmla="*/ 12 h 36"/>
                <a:gd name="T4" fmla="*/ 14 w 36"/>
                <a:gd name="T5" fmla="*/ 36 h 36"/>
                <a:gd name="T6" fmla="*/ 36 w 36"/>
                <a:gd name="T7" fmla="*/ 19 h 36"/>
                <a:gd name="T8" fmla="*/ 0 w 36"/>
                <a:gd name="T9" fmla="*/ 0 h 36"/>
              </a:gdLst>
              <a:ahLst/>
              <a:cxnLst>
                <a:cxn ang="0">
                  <a:pos x="T0" y="T1"/>
                </a:cxn>
                <a:cxn ang="0">
                  <a:pos x="T2" y="T3"/>
                </a:cxn>
                <a:cxn ang="0">
                  <a:pos x="T4" y="T5"/>
                </a:cxn>
                <a:cxn ang="0">
                  <a:pos x="T6" y="T7"/>
                </a:cxn>
                <a:cxn ang="0">
                  <a:pos x="T8" y="T9"/>
                </a:cxn>
              </a:cxnLst>
              <a:rect l="0" t="0" r="r" b="b"/>
              <a:pathLst>
                <a:path w="36" h="36">
                  <a:moveTo>
                    <a:pt x="0" y="0"/>
                  </a:moveTo>
                  <a:cubicBezTo>
                    <a:pt x="0" y="4"/>
                    <a:pt x="0" y="8"/>
                    <a:pt x="1" y="12"/>
                  </a:cubicBezTo>
                  <a:cubicBezTo>
                    <a:pt x="3" y="21"/>
                    <a:pt x="8" y="29"/>
                    <a:pt x="14" y="36"/>
                  </a:cubicBezTo>
                  <a:cubicBezTo>
                    <a:pt x="20" y="28"/>
                    <a:pt x="27" y="22"/>
                    <a:pt x="36" y="19"/>
                  </a:cubicBezTo>
                  <a:cubicBezTo>
                    <a:pt x="28" y="8"/>
                    <a:pt x="14" y="1"/>
                    <a:pt x="0" y="0"/>
                  </a:cubicBezTo>
                </a:path>
              </a:pathLst>
            </a:custGeom>
            <a:solidFill>
              <a:srgbClr val="E02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1" name="Freeform 300"/>
            <p:cNvSpPr>
              <a:spLocks/>
            </p:cNvSpPr>
            <p:nvPr/>
          </p:nvSpPr>
          <p:spPr bwMode="auto">
            <a:xfrm>
              <a:off x="3771900" y="447675"/>
              <a:ext cx="223838" cy="223838"/>
            </a:xfrm>
            <a:custGeom>
              <a:avLst/>
              <a:gdLst>
                <a:gd name="T0" fmla="*/ 100 w 106"/>
                <a:gd name="T1" fmla="*/ 42 h 106"/>
                <a:gd name="T2" fmla="*/ 42 w 106"/>
                <a:gd name="T3" fmla="*/ 6 h 106"/>
                <a:gd name="T4" fmla="*/ 6 w 106"/>
                <a:gd name="T5" fmla="*/ 63 h 106"/>
                <a:gd name="T6" fmla="*/ 63 w 106"/>
                <a:gd name="T7" fmla="*/ 100 h 106"/>
                <a:gd name="T8" fmla="*/ 100 w 106"/>
                <a:gd name="T9" fmla="*/ 42 h 106"/>
              </a:gdLst>
              <a:ahLst/>
              <a:cxnLst>
                <a:cxn ang="0">
                  <a:pos x="T0" y="T1"/>
                </a:cxn>
                <a:cxn ang="0">
                  <a:pos x="T2" y="T3"/>
                </a:cxn>
                <a:cxn ang="0">
                  <a:pos x="T4" y="T5"/>
                </a:cxn>
                <a:cxn ang="0">
                  <a:pos x="T6" y="T7"/>
                </a:cxn>
                <a:cxn ang="0">
                  <a:pos x="T8" y="T9"/>
                </a:cxn>
              </a:cxnLst>
              <a:rect l="0" t="0" r="r" b="b"/>
              <a:pathLst>
                <a:path w="106" h="106">
                  <a:moveTo>
                    <a:pt x="100" y="42"/>
                  </a:moveTo>
                  <a:cubicBezTo>
                    <a:pt x="94" y="16"/>
                    <a:pt x="68" y="0"/>
                    <a:pt x="42" y="6"/>
                  </a:cubicBezTo>
                  <a:cubicBezTo>
                    <a:pt x="16" y="11"/>
                    <a:pt x="0" y="37"/>
                    <a:pt x="6" y="63"/>
                  </a:cubicBezTo>
                  <a:cubicBezTo>
                    <a:pt x="11" y="89"/>
                    <a:pt x="37" y="106"/>
                    <a:pt x="63" y="100"/>
                  </a:cubicBezTo>
                  <a:cubicBezTo>
                    <a:pt x="89" y="94"/>
                    <a:pt x="106" y="68"/>
                    <a:pt x="100" y="42"/>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2" name="Freeform 301"/>
            <p:cNvSpPr>
              <a:spLocks/>
            </p:cNvSpPr>
            <p:nvPr/>
          </p:nvSpPr>
          <p:spPr bwMode="auto">
            <a:xfrm>
              <a:off x="3784600" y="581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8F2C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3" name="Freeform 302"/>
            <p:cNvSpPr>
              <a:spLocks/>
            </p:cNvSpPr>
            <p:nvPr/>
          </p:nvSpPr>
          <p:spPr bwMode="auto">
            <a:xfrm>
              <a:off x="3775075" y="485775"/>
              <a:ext cx="92075" cy="134938"/>
            </a:xfrm>
            <a:custGeom>
              <a:avLst/>
              <a:gdLst>
                <a:gd name="T0" fmla="*/ 17 w 43"/>
                <a:gd name="T1" fmla="*/ 0 h 64"/>
                <a:gd name="T2" fmla="*/ 4 w 43"/>
                <a:gd name="T3" fmla="*/ 45 h 64"/>
                <a:gd name="T4" fmla="*/ 4 w 43"/>
                <a:gd name="T5" fmla="*/ 45 h 64"/>
                <a:gd name="T6" fmla="*/ 4 w 43"/>
                <a:gd name="T7" fmla="*/ 45 h 64"/>
                <a:gd name="T8" fmla="*/ 13 w 43"/>
                <a:gd name="T9" fmla="*/ 64 h 64"/>
                <a:gd name="T10" fmla="*/ 43 w 43"/>
                <a:gd name="T11" fmla="*/ 21 h 64"/>
                <a:gd name="T12" fmla="*/ 11 w 43"/>
                <a:gd name="T13" fmla="*/ 7 h 64"/>
                <a:gd name="T14" fmla="*/ 17 w 43"/>
                <a:gd name="T15" fmla="*/ 0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64">
                  <a:moveTo>
                    <a:pt x="17" y="0"/>
                  </a:moveTo>
                  <a:cubicBezTo>
                    <a:pt x="5" y="12"/>
                    <a:pt x="0" y="28"/>
                    <a:pt x="4" y="45"/>
                  </a:cubicBezTo>
                  <a:cubicBezTo>
                    <a:pt x="4" y="45"/>
                    <a:pt x="4" y="45"/>
                    <a:pt x="4" y="45"/>
                  </a:cubicBezTo>
                  <a:cubicBezTo>
                    <a:pt x="4" y="45"/>
                    <a:pt x="4" y="45"/>
                    <a:pt x="4" y="45"/>
                  </a:cubicBezTo>
                  <a:cubicBezTo>
                    <a:pt x="5" y="52"/>
                    <a:pt x="8" y="59"/>
                    <a:pt x="13" y="64"/>
                  </a:cubicBezTo>
                  <a:cubicBezTo>
                    <a:pt x="31" y="57"/>
                    <a:pt x="43" y="40"/>
                    <a:pt x="43" y="21"/>
                  </a:cubicBezTo>
                  <a:cubicBezTo>
                    <a:pt x="31" y="20"/>
                    <a:pt x="20" y="15"/>
                    <a:pt x="11" y="7"/>
                  </a:cubicBezTo>
                  <a:cubicBezTo>
                    <a:pt x="13" y="4"/>
                    <a:pt x="15" y="2"/>
                    <a:pt x="17" y="0"/>
                  </a:cubicBezTo>
                </a:path>
              </a:pathLst>
            </a:custGeom>
            <a:solidFill>
              <a:srgbClr val="5352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4" name="Freeform 303"/>
            <p:cNvSpPr>
              <a:spLocks noEditPoints="1"/>
            </p:cNvSpPr>
            <p:nvPr/>
          </p:nvSpPr>
          <p:spPr bwMode="auto">
            <a:xfrm>
              <a:off x="3856038" y="455612"/>
              <a:ext cx="26988" cy="4763"/>
            </a:xfrm>
            <a:custGeom>
              <a:avLst/>
              <a:gdLst>
                <a:gd name="T0" fmla="*/ 0 w 13"/>
                <a:gd name="T1" fmla="*/ 2 h 2"/>
                <a:gd name="T2" fmla="*/ 0 w 13"/>
                <a:gd name="T3" fmla="*/ 2 h 2"/>
                <a:gd name="T4" fmla="*/ 0 w 13"/>
                <a:gd name="T5" fmla="*/ 2 h 2"/>
                <a:gd name="T6" fmla="*/ 13 w 13"/>
                <a:gd name="T7" fmla="*/ 0 h 2"/>
                <a:gd name="T8" fmla="*/ 2 w 13"/>
                <a:gd name="T9" fmla="*/ 2 h 2"/>
                <a:gd name="T10" fmla="*/ 0 w 13"/>
                <a:gd name="T11" fmla="*/ 2 h 2"/>
                <a:gd name="T12" fmla="*/ 2 w 13"/>
                <a:gd name="T13" fmla="*/ 2 h 2"/>
                <a:gd name="T14" fmla="*/ 13 w 13"/>
                <a:gd name="T15" fmla="*/ 0 h 2"/>
                <a:gd name="T16" fmla="*/ 13 w 1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
                  <a:moveTo>
                    <a:pt x="0" y="2"/>
                  </a:moveTo>
                  <a:cubicBezTo>
                    <a:pt x="0" y="2"/>
                    <a:pt x="0" y="2"/>
                    <a:pt x="0" y="2"/>
                  </a:cubicBezTo>
                  <a:cubicBezTo>
                    <a:pt x="0" y="2"/>
                    <a:pt x="0" y="2"/>
                    <a:pt x="0" y="2"/>
                  </a:cubicBezTo>
                  <a:moveTo>
                    <a:pt x="13" y="0"/>
                  </a:moveTo>
                  <a:cubicBezTo>
                    <a:pt x="9" y="0"/>
                    <a:pt x="6" y="1"/>
                    <a:pt x="2" y="2"/>
                  </a:cubicBezTo>
                  <a:cubicBezTo>
                    <a:pt x="2" y="2"/>
                    <a:pt x="1" y="2"/>
                    <a:pt x="0" y="2"/>
                  </a:cubicBezTo>
                  <a:cubicBezTo>
                    <a:pt x="1" y="2"/>
                    <a:pt x="2" y="2"/>
                    <a:pt x="2" y="2"/>
                  </a:cubicBezTo>
                  <a:cubicBezTo>
                    <a:pt x="6" y="1"/>
                    <a:pt x="9" y="0"/>
                    <a:pt x="13" y="0"/>
                  </a:cubicBezTo>
                  <a:cubicBezTo>
                    <a:pt x="13" y="0"/>
                    <a:pt x="13" y="0"/>
                    <a:pt x="13" y="0"/>
                  </a:cubicBezTo>
                </a:path>
              </a:pathLst>
            </a:custGeom>
            <a:solidFill>
              <a:srgbClr val="258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5" name="Freeform 304"/>
            <p:cNvSpPr>
              <a:spLocks/>
            </p:cNvSpPr>
            <p:nvPr/>
          </p:nvSpPr>
          <p:spPr bwMode="auto">
            <a:xfrm>
              <a:off x="3811588" y="455612"/>
              <a:ext cx="144463" cy="74613"/>
            </a:xfrm>
            <a:custGeom>
              <a:avLst/>
              <a:gdLst>
                <a:gd name="T0" fmla="*/ 34 w 68"/>
                <a:gd name="T1" fmla="*/ 0 h 35"/>
                <a:gd name="T2" fmla="*/ 23 w 68"/>
                <a:gd name="T3" fmla="*/ 2 h 35"/>
                <a:gd name="T4" fmla="*/ 21 w 68"/>
                <a:gd name="T5" fmla="*/ 2 h 35"/>
                <a:gd name="T6" fmla="*/ 21 w 68"/>
                <a:gd name="T7" fmla="*/ 2 h 35"/>
                <a:gd name="T8" fmla="*/ 21 w 68"/>
                <a:gd name="T9" fmla="*/ 2 h 35"/>
                <a:gd name="T10" fmla="*/ 0 w 68"/>
                <a:gd name="T11" fmla="*/ 14 h 35"/>
                <a:gd name="T12" fmla="*/ 16 w 68"/>
                <a:gd name="T13" fmla="*/ 4 h 35"/>
                <a:gd name="T14" fmla="*/ 25 w 68"/>
                <a:gd name="T15" fmla="*/ 23 h 35"/>
                <a:gd name="T16" fmla="*/ 26 w 68"/>
                <a:gd name="T17" fmla="*/ 35 h 35"/>
                <a:gd name="T18" fmla="*/ 28 w 68"/>
                <a:gd name="T19" fmla="*/ 35 h 35"/>
                <a:gd name="T20" fmla="*/ 39 w 68"/>
                <a:gd name="T21" fmla="*/ 33 h 35"/>
                <a:gd name="T22" fmla="*/ 68 w 68"/>
                <a:gd name="T23" fmla="*/ 14 h 35"/>
                <a:gd name="T24" fmla="*/ 34 w 68"/>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35">
                  <a:moveTo>
                    <a:pt x="34" y="0"/>
                  </a:moveTo>
                  <a:cubicBezTo>
                    <a:pt x="30" y="0"/>
                    <a:pt x="27" y="1"/>
                    <a:pt x="23" y="2"/>
                  </a:cubicBezTo>
                  <a:cubicBezTo>
                    <a:pt x="23" y="2"/>
                    <a:pt x="22" y="2"/>
                    <a:pt x="21" y="2"/>
                  </a:cubicBezTo>
                  <a:cubicBezTo>
                    <a:pt x="21" y="2"/>
                    <a:pt x="21" y="2"/>
                    <a:pt x="21" y="2"/>
                  </a:cubicBezTo>
                  <a:cubicBezTo>
                    <a:pt x="21" y="2"/>
                    <a:pt x="21" y="2"/>
                    <a:pt x="21" y="2"/>
                  </a:cubicBezTo>
                  <a:cubicBezTo>
                    <a:pt x="13" y="4"/>
                    <a:pt x="6" y="9"/>
                    <a:pt x="0" y="14"/>
                  </a:cubicBezTo>
                  <a:cubicBezTo>
                    <a:pt x="4" y="10"/>
                    <a:pt x="10" y="6"/>
                    <a:pt x="16" y="4"/>
                  </a:cubicBezTo>
                  <a:cubicBezTo>
                    <a:pt x="21" y="9"/>
                    <a:pt x="24" y="16"/>
                    <a:pt x="25" y="23"/>
                  </a:cubicBezTo>
                  <a:cubicBezTo>
                    <a:pt x="26" y="27"/>
                    <a:pt x="27" y="31"/>
                    <a:pt x="26" y="35"/>
                  </a:cubicBezTo>
                  <a:cubicBezTo>
                    <a:pt x="27" y="35"/>
                    <a:pt x="28" y="35"/>
                    <a:pt x="28" y="35"/>
                  </a:cubicBezTo>
                  <a:cubicBezTo>
                    <a:pt x="32" y="35"/>
                    <a:pt x="35" y="34"/>
                    <a:pt x="39" y="33"/>
                  </a:cubicBezTo>
                  <a:cubicBezTo>
                    <a:pt x="51" y="31"/>
                    <a:pt x="61" y="24"/>
                    <a:pt x="68" y="14"/>
                  </a:cubicBezTo>
                  <a:cubicBezTo>
                    <a:pt x="59" y="6"/>
                    <a:pt x="47" y="0"/>
                    <a:pt x="34" y="0"/>
                  </a:cubicBezTo>
                </a:path>
              </a:pathLst>
            </a:custGeom>
            <a:solidFill>
              <a:srgbClr val="1F85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6" name="Freeform 305"/>
            <p:cNvSpPr>
              <a:spLocks/>
            </p:cNvSpPr>
            <p:nvPr/>
          </p:nvSpPr>
          <p:spPr bwMode="auto">
            <a:xfrm>
              <a:off x="3798888" y="463550"/>
              <a:ext cx="69850" cy="66675"/>
            </a:xfrm>
            <a:custGeom>
              <a:avLst/>
              <a:gdLst>
                <a:gd name="T0" fmla="*/ 22 w 33"/>
                <a:gd name="T1" fmla="*/ 0 h 31"/>
                <a:gd name="T2" fmla="*/ 6 w 33"/>
                <a:gd name="T3" fmla="*/ 10 h 31"/>
                <a:gd name="T4" fmla="*/ 0 w 33"/>
                <a:gd name="T5" fmla="*/ 17 h 31"/>
                <a:gd name="T6" fmla="*/ 32 w 33"/>
                <a:gd name="T7" fmla="*/ 31 h 31"/>
                <a:gd name="T8" fmla="*/ 31 w 33"/>
                <a:gd name="T9" fmla="*/ 19 h 31"/>
                <a:gd name="T10" fmla="*/ 22 w 33"/>
                <a:gd name="T11" fmla="*/ 0 h 31"/>
              </a:gdLst>
              <a:ahLst/>
              <a:cxnLst>
                <a:cxn ang="0">
                  <a:pos x="T0" y="T1"/>
                </a:cxn>
                <a:cxn ang="0">
                  <a:pos x="T2" y="T3"/>
                </a:cxn>
                <a:cxn ang="0">
                  <a:pos x="T4" y="T5"/>
                </a:cxn>
                <a:cxn ang="0">
                  <a:pos x="T6" y="T7"/>
                </a:cxn>
                <a:cxn ang="0">
                  <a:pos x="T8" y="T9"/>
                </a:cxn>
                <a:cxn ang="0">
                  <a:pos x="T10" y="T11"/>
                </a:cxn>
              </a:cxnLst>
              <a:rect l="0" t="0" r="r" b="b"/>
              <a:pathLst>
                <a:path w="33" h="31">
                  <a:moveTo>
                    <a:pt x="22" y="0"/>
                  </a:moveTo>
                  <a:cubicBezTo>
                    <a:pt x="16" y="2"/>
                    <a:pt x="10" y="6"/>
                    <a:pt x="6" y="10"/>
                  </a:cubicBezTo>
                  <a:cubicBezTo>
                    <a:pt x="4" y="12"/>
                    <a:pt x="2" y="14"/>
                    <a:pt x="0" y="17"/>
                  </a:cubicBezTo>
                  <a:cubicBezTo>
                    <a:pt x="9" y="25"/>
                    <a:pt x="20" y="30"/>
                    <a:pt x="32" y="31"/>
                  </a:cubicBezTo>
                  <a:cubicBezTo>
                    <a:pt x="33" y="27"/>
                    <a:pt x="32" y="23"/>
                    <a:pt x="31" y="19"/>
                  </a:cubicBezTo>
                  <a:cubicBezTo>
                    <a:pt x="30" y="12"/>
                    <a:pt x="27" y="5"/>
                    <a:pt x="22" y="0"/>
                  </a:cubicBezTo>
                </a:path>
              </a:pathLst>
            </a:custGeom>
            <a:solidFill>
              <a:srgbClr val="2C6B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7" name="Freeform 306"/>
            <p:cNvSpPr>
              <a:spLocks/>
            </p:cNvSpPr>
            <p:nvPr/>
          </p:nvSpPr>
          <p:spPr bwMode="auto">
            <a:xfrm>
              <a:off x="1166813" y="2103437"/>
              <a:ext cx="582613" cy="676275"/>
            </a:xfrm>
            <a:custGeom>
              <a:avLst/>
              <a:gdLst>
                <a:gd name="T0" fmla="*/ 273 w 275"/>
                <a:gd name="T1" fmla="*/ 234 h 319"/>
                <a:gd name="T2" fmla="*/ 271 w 275"/>
                <a:gd name="T3" fmla="*/ 244 h 319"/>
                <a:gd name="T4" fmla="*/ 149 w 275"/>
                <a:gd name="T5" fmla="*/ 317 h 319"/>
                <a:gd name="T6" fmla="*/ 140 w 275"/>
                <a:gd name="T7" fmla="*/ 314 h 319"/>
                <a:gd name="T8" fmla="*/ 2 w 275"/>
                <a:gd name="T9" fmla="*/ 84 h 319"/>
                <a:gd name="T10" fmla="*/ 4 w 275"/>
                <a:gd name="T11" fmla="*/ 75 h 319"/>
                <a:gd name="T12" fmla="*/ 126 w 275"/>
                <a:gd name="T13" fmla="*/ 2 h 319"/>
                <a:gd name="T14" fmla="*/ 135 w 275"/>
                <a:gd name="T15" fmla="*/ 4 h 319"/>
                <a:gd name="T16" fmla="*/ 273 w 275"/>
                <a:gd name="T17" fmla="*/ 234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319">
                  <a:moveTo>
                    <a:pt x="273" y="234"/>
                  </a:moveTo>
                  <a:cubicBezTo>
                    <a:pt x="275" y="238"/>
                    <a:pt x="274" y="242"/>
                    <a:pt x="271" y="244"/>
                  </a:cubicBezTo>
                  <a:cubicBezTo>
                    <a:pt x="149" y="317"/>
                    <a:pt x="149" y="317"/>
                    <a:pt x="149" y="317"/>
                  </a:cubicBezTo>
                  <a:cubicBezTo>
                    <a:pt x="146" y="319"/>
                    <a:pt x="142" y="318"/>
                    <a:pt x="140" y="314"/>
                  </a:cubicBezTo>
                  <a:cubicBezTo>
                    <a:pt x="2" y="84"/>
                    <a:pt x="2" y="84"/>
                    <a:pt x="2" y="84"/>
                  </a:cubicBezTo>
                  <a:cubicBezTo>
                    <a:pt x="0" y="81"/>
                    <a:pt x="1" y="77"/>
                    <a:pt x="4" y="75"/>
                  </a:cubicBezTo>
                  <a:cubicBezTo>
                    <a:pt x="126" y="2"/>
                    <a:pt x="126" y="2"/>
                    <a:pt x="126" y="2"/>
                  </a:cubicBezTo>
                  <a:cubicBezTo>
                    <a:pt x="129" y="0"/>
                    <a:pt x="133" y="1"/>
                    <a:pt x="135" y="4"/>
                  </a:cubicBezTo>
                  <a:lnTo>
                    <a:pt x="273" y="2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8" name="Freeform 307"/>
            <p:cNvSpPr>
              <a:spLocks/>
            </p:cNvSpPr>
            <p:nvPr/>
          </p:nvSpPr>
          <p:spPr bwMode="auto">
            <a:xfrm>
              <a:off x="1204913" y="2159000"/>
              <a:ext cx="506413" cy="563563"/>
            </a:xfrm>
            <a:custGeom>
              <a:avLst/>
              <a:gdLst>
                <a:gd name="T0" fmla="*/ 319 w 319"/>
                <a:gd name="T1" fmla="*/ 254 h 355"/>
                <a:gd name="T2" fmla="*/ 153 w 319"/>
                <a:gd name="T3" fmla="*/ 355 h 355"/>
                <a:gd name="T4" fmla="*/ 0 w 319"/>
                <a:gd name="T5" fmla="*/ 100 h 355"/>
                <a:gd name="T6" fmla="*/ 167 w 319"/>
                <a:gd name="T7" fmla="*/ 0 h 355"/>
                <a:gd name="T8" fmla="*/ 319 w 319"/>
                <a:gd name="T9" fmla="*/ 254 h 355"/>
              </a:gdLst>
              <a:ahLst/>
              <a:cxnLst>
                <a:cxn ang="0">
                  <a:pos x="T0" y="T1"/>
                </a:cxn>
                <a:cxn ang="0">
                  <a:pos x="T2" y="T3"/>
                </a:cxn>
                <a:cxn ang="0">
                  <a:pos x="T4" y="T5"/>
                </a:cxn>
                <a:cxn ang="0">
                  <a:pos x="T6" y="T7"/>
                </a:cxn>
                <a:cxn ang="0">
                  <a:pos x="T8" y="T9"/>
                </a:cxn>
              </a:cxnLst>
              <a:rect l="0" t="0" r="r" b="b"/>
              <a:pathLst>
                <a:path w="319" h="355">
                  <a:moveTo>
                    <a:pt x="319" y="254"/>
                  </a:moveTo>
                  <a:lnTo>
                    <a:pt x="153" y="355"/>
                  </a:lnTo>
                  <a:lnTo>
                    <a:pt x="0" y="100"/>
                  </a:lnTo>
                  <a:lnTo>
                    <a:pt x="167" y="0"/>
                  </a:lnTo>
                  <a:lnTo>
                    <a:pt x="319" y="254"/>
                  </a:ln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39" name="Freeform 308"/>
            <p:cNvSpPr>
              <a:spLocks/>
            </p:cNvSpPr>
            <p:nvPr/>
          </p:nvSpPr>
          <p:spPr bwMode="auto">
            <a:xfrm>
              <a:off x="1571625" y="2646362"/>
              <a:ext cx="44450" cy="42863"/>
            </a:xfrm>
            <a:custGeom>
              <a:avLst/>
              <a:gdLst>
                <a:gd name="T0" fmla="*/ 18 w 21"/>
                <a:gd name="T1" fmla="*/ 6 h 20"/>
                <a:gd name="T2" fmla="*/ 6 w 21"/>
                <a:gd name="T3" fmla="*/ 3 h 20"/>
                <a:gd name="T4" fmla="*/ 3 w 21"/>
                <a:gd name="T5" fmla="*/ 15 h 20"/>
                <a:gd name="T6" fmla="*/ 15 w 21"/>
                <a:gd name="T7" fmla="*/ 18 h 20"/>
                <a:gd name="T8" fmla="*/ 18 w 21"/>
                <a:gd name="T9" fmla="*/ 6 h 20"/>
              </a:gdLst>
              <a:ahLst/>
              <a:cxnLst>
                <a:cxn ang="0">
                  <a:pos x="T0" y="T1"/>
                </a:cxn>
                <a:cxn ang="0">
                  <a:pos x="T2" y="T3"/>
                </a:cxn>
                <a:cxn ang="0">
                  <a:pos x="T4" y="T5"/>
                </a:cxn>
                <a:cxn ang="0">
                  <a:pos x="T6" y="T7"/>
                </a:cxn>
                <a:cxn ang="0">
                  <a:pos x="T8" y="T9"/>
                </a:cxn>
              </a:cxnLst>
              <a:rect l="0" t="0" r="r" b="b"/>
              <a:pathLst>
                <a:path w="21" h="20">
                  <a:moveTo>
                    <a:pt x="18" y="6"/>
                  </a:moveTo>
                  <a:cubicBezTo>
                    <a:pt x="16" y="1"/>
                    <a:pt x="10" y="0"/>
                    <a:pt x="6" y="3"/>
                  </a:cubicBezTo>
                  <a:cubicBezTo>
                    <a:pt x="2" y="5"/>
                    <a:pt x="0" y="11"/>
                    <a:pt x="3" y="15"/>
                  </a:cubicBezTo>
                  <a:cubicBezTo>
                    <a:pt x="6" y="19"/>
                    <a:pt x="11" y="20"/>
                    <a:pt x="15" y="18"/>
                  </a:cubicBezTo>
                  <a:cubicBezTo>
                    <a:pt x="20" y="15"/>
                    <a:pt x="21" y="10"/>
                    <a:pt x="18" y="6"/>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0" name="Freeform 309"/>
            <p:cNvSpPr>
              <a:spLocks/>
            </p:cNvSpPr>
            <p:nvPr/>
          </p:nvSpPr>
          <p:spPr bwMode="auto">
            <a:xfrm>
              <a:off x="1311275" y="2201862"/>
              <a:ext cx="19050" cy="19050"/>
            </a:xfrm>
            <a:custGeom>
              <a:avLst/>
              <a:gdLst>
                <a:gd name="T0" fmla="*/ 8 w 9"/>
                <a:gd name="T1" fmla="*/ 3 h 9"/>
                <a:gd name="T2" fmla="*/ 2 w 9"/>
                <a:gd name="T3" fmla="*/ 1 h 9"/>
                <a:gd name="T4" fmla="*/ 1 w 9"/>
                <a:gd name="T5" fmla="*/ 7 h 9"/>
                <a:gd name="T6" fmla="*/ 7 w 9"/>
                <a:gd name="T7" fmla="*/ 8 h 9"/>
                <a:gd name="T8" fmla="*/ 8 w 9"/>
                <a:gd name="T9" fmla="*/ 3 h 9"/>
              </a:gdLst>
              <a:ahLst/>
              <a:cxnLst>
                <a:cxn ang="0">
                  <a:pos x="T0" y="T1"/>
                </a:cxn>
                <a:cxn ang="0">
                  <a:pos x="T2" y="T3"/>
                </a:cxn>
                <a:cxn ang="0">
                  <a:pos x="T4" y="T5"/>
                </a:cxn>
                <a:cxn ang="0">
                  <a:pos x="T6" y="T7"/>
                </a:cxn>
                <a:cxn ang="0">
                  <a:pos x="T8" y="T9"/>
                </a:cxn>
              </a:cxnLst>
              <a:rect l="0" t="0" r="r" b="b"/>
              <a:pathLst>
                <a:path w="9" h="9">
                  <a:moveTo>
                    <a:pt x="8" y="3"/>
                  </a:moveTo>
                  <a:cubicBezTo>
                    <a:pt x="7" y="1"/>
                    <a:pt x="4" y="0"/>
                    <a:pt x="2" y="1"/>
                  </a:cubicBezTo>
                  <a:cubicBezTo>
                    <a:pt x="1" y="2"/>
                    <a:pt x="0" y="5"/>
                    <a:pt x="1" y="7"/>
                  </a:cubicBezTo>
                  <a:cubicBezTo>
                    <a:pt x="2" y="9"/>
                    <a:pt x="5" y="9"/>
                    <a:pt x="7" y="8"/>
                  </a:cubicBezTo>
                  <a:cubicBezTo>
                    <a:pt x="9" y="7"/>
                    <a:pt x="9" y="5"/>
                    <a:pt x="8" y="3"/>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1" name="Freeform 310"/>
            <p:cNvSpPr>
              <a:spLocks/>
            </p:cNvSpPr>
            <p:nvPr/>
          </p:nvSpPr>
          <p:spPr bwMode="auto">
            <a:xfrm>
              <a:off x="1924050" y="930275"/>
              <a:ext cx="639763" cy="417513"/>
            </a:xfrm>
            <a:custGeom>
              <a:avLst/>
              <a:gdLst>
                <a:gd name="T0" fmla="*/ 272 w 302"/>
                <a:gd name="T1" fmla="*/ 0 h 197"/>
                <a:gd name="T2" fmla="*/ 280 w 302"/>
                <a:gd name="T3" fmla="*/ 6 h 197"/>
                <a:gd name="T4" fmla="*/ 302 w 302"/>
                <a:gd name="T5" fmla="*/ 146 h 197"/>
                <a:gd name="T6" fmla="*/ 296 w 302"/>
                <a:gd name="T7" fmla="*/ 154 h 197"/>
                <a:gd name="T8" fmla="*/ 31 w 302"/>
                <a:gd name="T9" fmla="*/ 196 h 197"/>
                <a:gd name="T10" fmla="*/ 23 w 302"/>
                <a:gd name="T11" fmla="*/ 190 h 197"/>
                <a:gd name="T12" fmla="*/ 1 w 302"/>
                <a:gd name="T13" fmla="*/ 50 h 197"/>
                <a:gd name="T14" fmla="*/ 7 w 302"/>
                <a:gd name="T15" fmla="*/ 42 h 197"/>
                <a:gd name="T16" fmla="*/ 272 w 302"/>
                <a:gd name="T17"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2" h="197">
                  <a:moveTo>
                    <a:pt x="272" y="0"/>
                  </a:moveTo>
                  <a:cubicBezTo>
                    <a:pt x="276" y="0"/>
                    <a:pt x="279" y="2"/>
                    <a:pt x="280" y="6"/>
                  </a:cubicBezTo>
                  <a:cubicBezTo>
                    <a:pt x="302" y="146"/>
                    <a:pt x="302" y="146"/>
                    <a:pt x="302" y="146"/>
                  </a:cubicBezTo>
                  <a:cubicBezTo>
                    <a:pt x="302" y="150"/>
                    <a:pt x="300" y="154"/>
                    <a:pt x="296" y="154"/>
                  </a:cubicBezTo>
                  <a:cubicBezTo>
                    <a:pt x="31" y="196"/>
                    <a:pt x="31" y="196"/>
                    <a:pt x="31" y="196"/>
                  </a:cubicBezTo>
                  <a:cubicBezTo>
                    <a:pt x="27" y="197"/>
                    <a:pt x="23" y="194"/>
                    <a:pt x="23" y="190"/>
                  </a:cubicBezTo>
                  <a:cubicBezTo>
                    <a:pt x="1" y="50"/>
                    <a:pt x="1" y="50"/>
                    <a:pt x="1" y="50"/>
                  </a:cubicBezTo>
                  <a:cubicBezTo>
                    <a:pt x="0" y="46"/>
                    <a:pt x="3" y="43"/>
                    <a:pt x="7" y="42"/>
                  </a:cubicBezTo>
                  <a:lnTo>
                    <a:pt x="2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2" name="Freeform 311"/>
            <p:cNvSpPr>
              <a:spLocks/>
            </p:cNvSpPr>
            <p:nvPr/>
          </p:nvSpPr>
          <p:spPr bwMode="auto">
            <a:xfrm>
              <a:off x="1987550" y="949325"/>
              <a:ext cx="512763" cy="379413"/>
            </a:xfrm>
            <a:custGeom>
              <a:avLst/>
              <a:gdLst>
                <a:gd name="T0" fmla="*/ 292 w 323"/>
                <a:gd name="T1" fmla="*/ 0 h 239"/>
                <a:gd name="T2" fmla="*/ 323 w 323"/>
                <a:gd name="T3" fmla="*/ 192 h 239"/>
                <a:gd name="T4" fmla="*/ 31 w 323"/>
                <a:gd name="T5" fmla="*/ 239 h 239"/>
                <a:gd name="T6" fmla="*/ 0 w 323"/>
                <a:gd name="T7" fmla="*/ 45 h 239"/>
                <a:gd name="T8" fmla="*/ 292 w 323"/>
                <a:gd name="T9" fmla="*/ 0 h 239"/>
              </a:gdLst>
              <a:ahLst/>
              <a:cxnLst>
                <a:cxn ang="0">
                  <a:pos x="T0" y="T1"/>
                </a:cxn>
                <a:cxn ang="0">
                  <a:pos x="T2" y="T3"/>
                </a:cxn>
                <a:cxn ang="0">
                  <a:pos x="T4" y="T5"/>
                </a:cxn>
                <a:cxn ang="0">
                  <a:pos x="T6" y="T7"/>
                </a:cxn>
                <a:cxn ang="0">
                  <a:pos x="T8" y="T9"/>
                </a:cxn>
              </a:cxnLst>
              <a:rect l="0" t="0" r="r" b="b"/>
              <a:pathLst>
                <a:path w="323" h="239">
                  <a:moveTo>
                    <a:pt x="292" y="0"/>
                  </a:moveTo>
                  <a:lnTo>
                    <a:pt x="323" y="192"/>
                  </a:lnTo>
                  <a:lnTo>
                    <a:pt x="31" y="239"/>
                  </a:lnTo>
                  <a:lnTo>
                    <a:pt x="0" y="45"/>
                  </a:lnTo>
                  <a:lnTo>
                    <a:pt x="292" y="0"/>
                  </a:ln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3" name="Freeform 312"/>
            <p:cNvSpPr>
              <a:spLocks/>
            </p:cNvSpPr>
            <p:nvPr/>
          </p:nvSpPr>
          <p:spPr bwMode="auto">
            <a:xfrm>
              <a:off x="2486025" y="1076325"/>
              <a:ext cx="39688" cy="39688"/>
            </a:xfrm>
            <a:custGeom>
              <a:avLst/>
              <a:gdLst>
                <a:gd name="T0" fmla="*/ 8 w 19"/>
                <a:gd name="T1" fmla="*/ 1 h 19"/>
                <a:gd name="T2" fmla="*/ 1 w 19"/>
                <a:gd name="T3" fmla="*/ 11 h 19"/>
                <a:gd name="T4" fmla="*/ 11 w 19"/>
                <a:gd name="T5" fmla="*/ 19 h 19"/>
                <a:gd name="T6" fmla="*/ 18 w 19"/>
                <a:gd name="T7" fmla="*/ 8 h 19"/>
                <a:gd name="T8" fmla="*/ 8 w 19"/>
                <a:gd name="T9" fmla="*/ 1 h 19"/>
              </a:gdLst>
              <a:ahLst/>
              <a:cxnLst>
                <a:cxn ang="0">
                  <a:pos x="T0" y="T1"/>
                </a:cxn>
                <a:cxn ang="0">
                  <a:pos x="T2" y="T3"/>
                </a:cxn>
                <a:cxn ang="0">
                  <a:pos x="T4" y="T5"/>
                </a:cxn>
                <a:cxn ang="0">
                  <a:pos x="T6" y="T7"/>
                </a:cxn>
                <a:cxn ang="0">
                  <a:pos x="T8" y="T9"/>
                </a:cxn>
              </a:cxnLst>
              <a:rect l="0" t="0" r="r" b="b"/>
              <a:pathLst>
                <a:path w="19" h="19">
                  <a:moveTo>
                    <a:pt x="8" y="1"/>
                  </a:moveTo>
                  <a:cubicBezTo>
                    <a:pt x="3" y="2"/>
                    <a:pt x="0" y="6"/>
                    <a:pt x="1" y="11"/>
                  </a:cubicBezTo>
                  <a:cubicBezTo>
                    <a:pt x="1" y="16"/>
                    <a:pt x="6" y="19"/>
                    <a:pt x="11" y="19"/>
                  </a:cubicBezTo>
                  <a:cubicBezTo>
                    <a:pt x="16" y="18"/>
                    <a:pt x="19" y="13"/>
                    <a:pt x="18" y="8"/>
                  </a:cubicBezTo>
                  <a:cubicBezTo>
                    <a:pt x="18" y="4"/>
                    <a:pt x="13" y="0"/>
                    <a:pt x="8" y="1"/>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4" name="Freeform 313"/>
            <p:cNvSpPr>
              <a:spLocks/>
            </p:cNvSpPr>
            <p:nvPr/>
          </p:nvSpPr>
          <p:spPr bwMode="auto">
            <a:xfrm>
              <a:off x="1970088" y="1169987"/>
              <a:ext cx="19050" cy="19050"/>
            </a:xfrm>
            <a:custGeom>
              <a:avLst/>
              <a:gdLst>
                <a:gd name="T0" fmla="*/ 4 w 9"/>
                <a:gd name="T1" fmla="*/ 1 h 9"/>
                <a:gd name="T2" fmla="*/ 0 w 9"/>
                <a:gd name="T3" fmla="*/ 5 h 9"/>
                <a:gd name="T4" fmla="*/ 5 w 9"/>
                <a:gd name="T5" fmla="*/ 9 h 9"/>
                <a:gd name="T6" fmla="*/ 8 w 9"/>
                <a:gd name="T7" fmla="*/ 4 h 9"/>
                <a:gd name="T8" fmla="*/ 4 w 9"/>
                <a:gd name="T9" fmla="*/ 1 h 9"/>
              </a:gdLst>
              <a:ahLst/>
              <a:cxnLst>
                <a:cxn ang="0">
                  <a:pos x="T0" y="T1"/>
                </a:cxn>
                <a:cxn ang="0">
                  <a:pos x="T2" y="T3"/>
                </a:cxn>
                <a:cxn ang="0">
                  <a:pos x="T4" y="T5"/>
                </a:cxn>
                <a:cxn ang="0">
                  <a:pos x="T6" y="T7"/>
                </a:cxn>
                <a:cxn ang="0">
                  <a:pos x="T8" y="T9"/>
                </a:cxn>
              </a:cxnLst>
              <a:rect l="0" t="0" r="r" b="b"/>
              <a:pathLst>
                <a:path w="9" h="9">
                  <a:moveTo>
                    <a:pt x="4" y="1"/>
                  </a:moveTo>
                  <a:cubicBezTo>
                    <a:pt x="2" y="1"/>
                    <a:pt x="0" y="3"/>
                    <a:pt x="0" y="5"/>
                  </a:cubicBezTo>
                  <a:cubicBezTo>
                    <a:pt x="1" y="8"/>
                    <a:pt x="3" y="9"/>
                    <a:pt x="5" y="9"/>
                  </a:cubicBezTo>
                  <a:cubicBezTo>
                    <a:pt x="7" y="9"/>
                    <a:pt x="9" y="6"/>
                    <a:pt x="8" y="4"/>
                  </a:cubicBezTo>
                  <a:cubicBezTo>
                    <a:pt x="8" y="2"/>
                    <a:pt x="6" y="0"/>
                    <a:pt x="4" y="1"/>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5" name="Freeform 314"/>
            <p:cNvSpPr>
              <a:spLocks/>
            </p:cNvSpPr>
            <p:nvPr/>
          </p:nvSpPr>
          <p:spPr bwMode="auto">
            <a:xfrm>
              <a:off x="3829050" y="1227137"/>
              <a:ext cx="1146175" cy="898525"/>
            </a:xfrm>
            <a:custGeom>
              <a:avLst/>
              <a:gdLst>
                <a:gd name="T0" fmla="*/ 0 w 541"/>
                <a:gd name="T1" fmla="*/ 27 h 424"/>
                <a:gd name="T2" fmla="*/ 0 w 541"/>
                <a:gd name="T3" fmla="*/ 397 h 424"/>
                <a:gd name="T4" fmla="*/ 27 w 541"/>
                <a:gd name="T5" fmla="*/ 424 h 424"/>
                <a:gd name="T6" fmla="*/ 514 w 541"/>
                <a:gd name="T7" fmla="*/ 424 h 424"/>
                <a:gd name="T8" fmla="*/ 541 w 541"/>
                <a:gd name="T9" fmla="*/ 397 h 424"/>
                <a:gd name="T10" fmla="*/ 541 w 541"/>
                <a:gd name="T11" fmla="*/ 27 h 424"/>
                <a:gd name="T12" fmla="*/ 514 w 541"/>
                <a:gd name="T13" fmla="*/ 0 h 424"/>
                <a:gd name="T14" fmla="*/ 27 w 541"/>
                <a:gd name="T15" fmla="*/ 0 h 424"/>
                <a:gd name="T16" fmla="*/ 0 w 541"/>
                <a:gd name="T17" fmla="*/ 27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1" h="424">
                  <a:moveTo>
                    <a:pt x="0" y="27"/>
                  </a:moveTo>
                  <a:cubicBezTo>
                    <a:pt x="0" y="397"/>
                    <a:pt x="0" y="397"/>
                    <a:pt x="0" y="397"/>
                  </a:cubicBezTo>
                  <a:cubicBezTo>
                    <a:pt x="0" y="412"/>
                    <a:pt x="12" y="424"/>
                    <a:pt x="27" y="424"/>
                  </a:cubicBezTo>
                  <a:cubicBezTo>
                    <a:pt x="514" y="424"/>
                    <a:pt x="514" y="424"/>
                    <a:pt x="514" y="424"/>
                  </a:cubicBezTo>
                  <a:cubicBezTo>
                    <a:pt x="529" y="424"/>
                    <a:pt x="541" y="412"/>
                    <a:pt x="541" y="397"/>
                  </a:cubicBezTo>
                  <a:cubicBezTo>
                    <a:pt x="541" y="27"/>
                    <a:pt x="541" y="27"/>
                    <a:pt x="541" y="27"/>
                  </a:cubicBezTo>
                  <a:cubicBezTo>
                    <a:pt x="541" y="12"/>
                    <a:pt x="529" y="0"/>
                    <a:pt x="514" y="0"/>
                  </a:cubicBezTo>
                  <a:cubicBezTo>
                    <a:pt x="27" y="0"/>
                    <a:pt x="27" y="0"/>
                    <a:pt x="27" y="0"/>
                  </a:cubicBezTo>
                  <a:cubicBezTo>
                    <a:pt x="12" y="0"/>
                    <a:pt x="0" y="12"/>
                    <a:pt x="0" y="27"/>
                  </a:cubicBezTo>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6" name="Freeform 315"/>
            <p:cNvSpPr>
              <a:spLocks/>
            </p:cNvSpPr>
            <p:nvPr/>
          </p:nvSpPr>
          <p:spPr bwMode="auto">
            <a:xfrm>
              <a:off x="3829050" y="1227137"/>
              <a:ext cx="768350" cy="685800"/>
            </a:xfrm>
            <a:custGeom>
              <a:avLst/>
              <a:gdLst>
                <a:gd name="T0" fmla="*/ 363 w 363"/>
                <a:gd name="T1" fmla="*/ 0 h 324"/>
                <a:gd name="T2" fmla="*/ 27 w 363"/>
                <a:gd name="T3" fmla="*/ 0 h 324"/>
                <a:gd name="T4" fmla="*/ 0 w 363"/>
                <a:gd name="T5" fmla="*/ 27 h 324"/>
                <a:gd name="T6" fmla="*/ 0 w 363"/>
                <a:gd name="T7" fmla="*/ 324 h 324"/>
                <a:gd name="T8" fmla="*/ 363 w 363"/>
                <a:gd name="T9" fmla="*/ 0 h 324"/>
              </a:gdLst>
              <a:ahLst/>
              <a:cxnLst>
                <a:cxn ang="0">
                  <a:pos x="T0" y="T1"/>
                </a:cxn>
                <a:cxn ang="0">
                  <a:pos x="T2" y="T3"/>
                </a:cxn>
                <a:cxn ang="0">
                  <a:pos x="T4" y="T5"/>
                </a:cxn>
                <a:cxn ang="0">
                  <a:pos x="T6" y="T7"/>
                </a:cxn>
                <a:cxn ang="0">
                  <a:pos x="T8" y="T9"/>
                </a:cxn>
              </a:cxnLst>
              <a:rect l="0" t="0" r="r" b="b"/>
              <a:pathLst>
                <a:path w="363" h="324">
                  <a:moveTo>
                    <a:pt x="363" y="0"/>
                  </a:moveTo>
                  <a:cubicBezTo>
                    <a:pt x="27" y="0"/>
                    <a:pt x="27" y="0"/>
                    <a:pt x="27" y="0"/>
                  </a:cubicBezTo>
                  <a:cubicBezTo>
                    <a:pt x="12" y="0"/>
                    <a:pt x="0" y="12"/>
                    <a:pt x="0" y="27"/>
                  </a:cubicBezTo>
                  <a:cubicBezTo>
                    <a:pt x="0" y="324"/>
                    <a:pt x="0" y="324"/>
                    <a:pt x="0" y="324"/>
                  </a:cubicBezTo>
                  <a:cubicBezTo>
                    <a:pt x="363" y="0"/>
                    <a:pt x="363" y="0"/>
                    <a:pt x="363" y="0"/>
                  </a:cubicBezTo>
                </a:path>
              </a:pathLst>
            </a:custGeom>
            <a:solidFill>
              <a:srgbClr val="F9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7" name="Oval 316"/>
            <p:cNvSpPr>
              <a:spLocks noChangeArrowheads="1"/>
            </p:cNvSpPr>
            <p:nvPr/>
          </p:nvSpPr>
          <p:spPr bwMode="auto">
            <a:xfrm>
              <a:off x="4899025" y="1652587"/>
              <a:ext cx="46038" cy="46038"/>
            </a:xfrm>
            <a:prstGeom prst="ellipse">
              <a:avLst/>
            </a:prstGeom>
            <a:solidFill>
              <a:srgbClr val="2C46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8" name="Oval 317"/>
            <p:cNvSpPr>
              <a:spLocks noChangeArrowheads="1"/>
            </p:cNvSpPr>
            <p:nvPr/>
          </p:nvSpPr>
          <p:spPr bwMode="auto">
            <a:xfrm>
              <a:off x="3883025" y="1663700"/>
              <a:ext cx="25400" cy="25400"/>
            </a:xfrm>
            <a:prstGeom prst="ellipse">
              <a:avLst/>
            </a:prstGeom>
            <a:solidFill>
              <a:srgbClr val="2C46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49" name="Rectangle 318"/>
            <p:cNvSpPr>
              <a:spLocks noChangeArrowheads="1"/>
            </p:cNvSpPr>
            <p:nvPr/>
          </p:nvSpPr>
          <p:spPr bwMode="auto">
            <a:xfrm>
              <a:off x="3938588" y="1328737"/>
              <a:ext cx="923925" cy="695325"/>
            </a:xfrm>
            <a:prstGeom prst="rect">
              <a:avLst/>
            </a:prstGeom>
            <a:solidFill>
              <a:srgbClr val="003E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0" name="Freeform 319"/>
            <p:cNvSpPr>
              <a:spLocks/>
            </p:cNvSpPr>
            <p:nvPr/>
          </p:nvSpPr>
          <p:spPr bwMode="auto">
            <a:xfrm>
              <a:off x="2185988" y="2703512"/>
              <a:ext cx="2252663" cy="1184275"/>
            </a:xfrm>
            <a:custGeom>
              <a:avLst/>
              <a:gdLst>
                <a:gd name="T0" fmla="*/ 14 w 1063"/>
                <a:gd name="T1" fmla="*/ 221 h 559"/>
                <a:gd name="T2" fmla="*/ 0 w 1063"/>
                <a:gd name="T3" fmla="*/ 324 h 559"/>
                <a:gd name="T4" fmla="*/ 15 w 1063"/>
                <a:gd name="T5" fmla="*/ 408 h 559"/>
                <a:gd name="T6" fmla="*/ 77 w 1063"/>
                <a:gd name="T7" fmla="*/ 466 h 559"/>
                <a:gd name="T8" fmla="*/ 219 w 1063"/>
                <a:gd name="T9" fmla="*/ 511 h 559"/>
                <a:gd name="T10" fmla="*/ 323 w 1063"/>
                <a:gd name="T11" fmla="*/ 551 h 559"/>
                <a:gd name="T12" fmla="*/ 356 w 1063"/>
                <a:gd name="T13" fmla="*/ 559 h 559"/>
                <a:gd name="T14" fmla="*/ 397 w 1063"/>
                <a:gd name="T15" fmla="*/ 546 h 559"/>
                <a:gd name="T16" fmla="*/ 450 w 1063"/>
                <a:gd name="T17" fmla="*/ 489 h 559"/>
                <a:gd name="T18" fmla="*/ 497 w 1063"/>
                <a:gd name="T19" fmla="*/ 405 h 559"/>
                <a:gd name="T20" fmla="*/ 593 w 1063"/>
                <a:gd name="T21" fmla="*/ 240 h 559"/>
                <a:gd name="T22" fmla="*/ 654 w 1063"/>
                <a:gd name="T23" fmla="*/ 172 h 559"/>
                <a:gd name="T24" fmla="*/ 718 w 1063"/>
                <a:gd name="T25" fmla="*/ 143 h 559"/>
                <a:gd name="T26" fmla="*/ 772 w 1063"/>
                <a:gd name="T27" fmla="*/ 120 h 559"/>
                <a:gd name="T28" fmla="*/ 847 w 1063"/>
                <a:gd name="T29" fmla="*/ 47 h 559"/>
                <a:gd name="T30" fmla="*/ 886 w 1063"/>
                <a:gd name="T31" fmla="*/ 17 h 559"/>
                <a:gd name="T32" fmla="*/ 930 w 1063"/>
                <a:gd name="T33" fmla="*/ 4 h 559"/>
                <a:gd name="T34" fmla="*/ 968 w 1063"/>
                <a:gd name="T35" fmla="*/ 13 h 559"/>
                <a:gd name="T36" fmla="*/ 1039 w 1063"/>
                <a:gd name="T37" fmla="*/ 67 h 559"/>
                <a:gd name="T38" fmla="*/ 1059 w 1063"/>
                <a:gd name="T39" fmla="*/ 127 h 559"/>
                <a:gd name="T40" fmla="*/ 1037 w 1063"/>
                <a:gd name="T41" fmla="*/ 199 h 559"/>
                <a:gd name="T42" fmla="*/ 1040 w 1063"/>
                <a:gd name="T43" fmla="*/ 201 h 559"/>
                <a:gd name="T44" fmla="*/ 1063 w 1063"/>
                <a:gd name="T45" fmla="*/ 127 h 559"/>
                <a:gd name="T46" fmla="*/ 1042 w 1063"/>
                <a:gd name="T47" fmla="*/ 64 h 559"/>
                <a:gd name="T48" fmla="*/ 969 w 1063"/>
                <a:gd name="T49" fmla="*/ 9 h 559"/>
                <a:gd name="T50" fmla="*/ 930 w 1063"/>
                <a:gd name="T51" fmla="*/ 0 h 559"/>
                <a:gd name="T52" fmla="*/ 870 w 1063"/>
                <a:gd name="T53" fmla="*/ 22 h 559"/>
                <a:gd name="T54" fmla="*/ 794 w 1063"/>
                <a:gd name="T55" fmla="*/ 95 h 559"/>
                <a:gd name="T56" fmla="*/ 757 w 1063"/>
                <a:gd name="T57" fmla="*/ 126 h 559"/>
                <a:gd name="T58" fmla="*/ 717 w 1063"/>
                <a:gd name="T59" fmla="*/ 139 h 559"/>
                <a:gd name="T60" fmla="*/ 652 w 1063"/>
                <a:gd name="T61" fmla="*/ 169 h 559"/>
                <a:gd name="T62" fmla="*/ 562 w 1063"/>
                <a:gd name="T63" fmla="*/ 280 h 559"/>
                <a:gd name="T64" fmla="*/ 494 w 1063"/>
                <a:gd name="T65" fmla="*/ 404 h 559"/>
                <a:gd name="T66" fmla="*/ 430 w 1063"/>
                <a:gd name="T67" fmla="*/ 509 h 559"/>
                <a:gd name="T68" fmla="*/ 394 w 1063"/>
                <a:gd name="T69" fmla="*/ 543 h 559"/>
                <a:gd name="T70" fmla="*/ 356 w 1063"/>
                <a:gd name="T71" fmla="*/ 555 h 559"/>
                <a:gd name="T72" fmla="*/ 325 w 1063"/>
                <a:gd name="T73" fmla="*/ 547 h 559"/>
                <a:gd name="T74" fmla="*/ 220 w 1063"/>
                <a:gd name="T75" fmla="*/ 507 h 559"/>
                <a:gd name="T76" fmla="*/ 79 w 1063"/>
                <a:gd name="T77" fmla="*/ 462 h 559"/>
                <a:gd name="T78" fmla="*/ 19 w 1063"/>
                <a:gd name="T79" fmla="*/ 406 h 559"/>
                <a:gd name="T80" fmla="*/ 4 w 1063"/>
                <a:gd name="T81" fmla="*/ 324 h 559"/>
                <a:gd name="T82" fmla="*/ 11 w 1063"/>
                <a:gd name="T83" fmla="*/ 253 h 559"/>
                <a:gd name="T84" fmla="*/ 16 w 1063"/>
                <a:gd name="T85" fmla="*/ 230 h 559"/>
                <a:gd name="T86" fmla="*/ 17 w 1063"/>
                <a:gd name="T87" fmla="*/ 224 h 559"/>
                <a:gd name="T88" fmla="*/ 18 w 1063"/>
                <a:gd name="T89" fmla="*/ 222 h 559"/>
                <a:gd name="T90" fmla="*/ 14 w 1063"/>
                <a:gd name="T91" fmla="*/ 221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63" h="559">
                  <a:moveTo>
                    <a:pt x="14" y="221"/>
                  </a:moveTo>
                  <a:cubicBezTo>
                    <a:pt x="14" y="221"/>
                    <a:pt x="0" y="270"/>
                    <a:pt x="0" y="324"/>
                  </a:cubicBezTo>
                  <a:cubicBezTo>
                    <a:pt x="0" y="353"/>
                    <a:pt x="3" y="382"/>
                    <a:pt x="15" y="408"/>
                  </a:cubicBezTo>
                  <a:cubicBezTo>
                    <a:pt x="27" y="434"/>
                    <a:pt x="46" y="455"/>
                    <a:pt x="77" y="466"/>
                  </a:cubicBezTo>
                  <a:cubicBezTo>
                    <a:pt x="138" y="487"/>
                    <a:pt x="181" y="499"/>
                    <a:pt x="219" y="511"/>
                  </a:cubicBezTo>
                  <a:cubicBezTo>
                    <a:pt x="256" y="523"/>
                    <a:pt x="287" y="533"/>
                    <a:pt x="323" y="551"/>
                  </a:cubicBezTo>
                  <a:cubicBezTo>
                    <a:pt x="334" y="557"/>
                    <a:pt x="345" y="559"/>
                    <a:pt x="356" y="559"/>
                  </a:cubicBezTo>
                  <a:cubicBezTo>
                    <a:pt x="370" y="559"/>
                    <a:pt x="384" y="554"/>
                    <a:pt x="397" y="546"/>
                  </a:cubicBezTo>
                  <a:cubicBezTo>
                    <a:pt x="416" y="534"/>
                    <a:pt x="433" y="513"/>
                    <a:pt x="450" y="489"/>
                  </a:cubicBezTo>
                  <a:cubicBezTo>
                    <a:pt x="467" y="464"/>
                    <a:pt x="482" y="435"/>
                    <a:pt x="497" y="405"/>
                  </a:cubicBezTo>
                  <a:cubicBezTo>
                    <a:pt x="521" y="359"/>
                    <a:pt x="555" y="294"/>
                    <a:pt x="593" y="240"/>
                  </a:cubicBezTo>
                  <a:cubicBezTo>
                    <a:pt x="613" y="213"/>
                    <a:pt x="633" y="190"/>
                    <a:pt x="654" y="172"/>
                  </a:cubicBezTo>
                  <a:cubicBezTo>
                    <a:pt x="675" y="155"/>
                    <a:pt x="697" y="144"/>
                    <a:pt x="718" y="143"/>
                  </a:cubicBezTo>
                  <a:cubicBezTo>
                    <a:pt x="737" y="143"/>
                    <a:pt x="755" y="133"/>
                    <a:pt x="772" y="120"/>
                  </a:cubicBezTo>
                  <a:cubicBezTo>
                    <a:pt x="797" y="100"/>
                    <a:pt x="821" y="71"/>
                    <a:pt x="847" y="47"/>
                  </a:cubicBezTo>
                  <a:cubicBezTo>
                    <a:pt x="860" y="35"/>
                    <a:pt x="873" y="24"/>
                    <a:pt x="886" y="17"/>
                  </a:cubicBezTo>
                  <a:cubicBezTo>
                    <a:pt x="900" y="9"/>
                    <a:pt x="915" y="4"/>
                    <a:pt x="930" y="4"/>
                  </a:cubicBezTo>
                  <a:cubicBezTo>
                    <a:pt x="942" y="4"/>
                    <a:pt x="954" y="7"/>
                    <a:pt x="968" y="13"/>
                  </a:cubicBezTo>
                  <a:cubicBezTo>
                    <a:pt x="1001" y="29"/>
                    <a:pt x="1024" y="47"/>
                    <a:pt x="1039" y="67"/>
                  </a:cubicBezTo>
                  <a:cubicBezTo>
                    <a:pt x="1053" y="86"/>
                    <a:pt x="1059" y="107"/>
                    <a:pt x="1059" y="127"/>
                  </a:cubicBezTo>
                  <a:cubicBezTo>
                    <a:pt x="1059" y="152"/>
                    <a:pt x="1051" y="176"/>
                    <a:pt x="1037" y="199"/>
                  </a:cubicBezTo>
                  <a:cubicBezTo>
                    <a:pt x="1040" y="201"/>
                    <a:pt x="1040" y="201"/>
                    <a:pt x="1040" y="201"/>
                  </a:cubicBezTo>
                  <a:cubicBezTo>
                    <a:pt x="1054" y="178"/>
                    <a:pt x="1063" y="153"/>
                    <a:pt x="1063" y="127"/>
                  </a:cubicBezTo>
                  <a:cubicBezTo>
                    <a:pt x="1063" y="106"/>
                    <a:pt x="1057" y="84"/>
                    <a:pt x="1042" y="64"/>
                  </a:cubicBezTo>
                  <a:cubicBezTo>
                    <a:pt x="1027" y="44"/>
                    <a:pt x="1004" y="25"/>
                    <a:pt x="969" y="9"/>
                  </a:cubicBezTo>
                  <a:cubicBezTo>
                    <a:pt x="955" y="3"/>
                    <a:pt x="942" y="0"/>
                    <a:pt x="930" y="0"/>
                  </a:cubicBezTo>
                  <a:cubicBezTo>
                    <a:pt x="908" y="0"/>
                    <a:pt x="889" y="9"/>
                    <a:pt x="870" y="22"/>
                  </a:cubicBezTo>
                  <a:cubicBezTo>
                    <a:pt x="843" y="41"/>
                    <a:pt x="819" y="70"/>
                    <a:pt x="794" y="95"/>
                  </a:cubicBezTo>
                  <a:cubicBezTo>
                    <a:pt x="782" y="107"/>
                    <a:pt x="769" y="118"/>
                    <a:pt x="757" y="126"/>
                  </a:cubicBezTo>
                  <a:cubicBezTo>
                    <a:pt x="744" y="134"/>
                    <a:pt x="731" y="139"/>
                    <a:pt x="717" y="139"/>
                  </a:cubicBezTo>
                  <a:cubicBezTo>
                    <a:pt x="695" y="140"/>
                    <a:pt x="673" y="151"/>
                    <a:pt x="652" y="169"/>
                  </a:cubicBezTo>
                  <a:cubicBezTo>
                    <a:pt x="620" y="196"/>
                    <a:pt x="589" y="237"/>
                    <a:pt x="562" y="280"/>
                  </a:cubicBezTo>
                  <a:cubicBezTo>
                    <a:pt x="535" y="323"/>
                    <a:pt x="511" y="368"/>
                    <a:pt x="494" y="404"/>
                  </a:cubicBezTo>
                  <a:cubicBezTo>
                    <a:pt x="474" y="443"/>
                    <a:pt x="453" y="481"/>
                    <a:pt x="430" y="509"/>
                  </a:cubicBezTo>
                  <a:cubicBezTo>
                    <a:pt x="418" y="523"/>
                    <a:pt x="407" y="535"/>
                    <a:pt x="394" y="543"/>
                  </a:cubicBezTo>
                  <a:cubicBezTo>
                    <a:pt x="382" y="551"/>
                    <a:pt x="369" y="555"/>
                    <a:pt x="356" y="555"/>
                  </a:cubicBezTo>
                  <a:cubicBezTo>
                    <a:pt x="346" y="555"/>
                    <a:pt x="335" y="553"/>
                    <a:pt x="325" y="547"/>
                  </a:cubicBezTo>
                  <a:cubicBezTo>
                    <a:pt x="289" y="529"/>
                    <a:pt x="258" y="519"/>
                    <a:pt x="220" y="507"/>
                  </a:cubicBezTo>
                  <a:cubicBezTo>
                    <a:pt x="182" y="495"/>
                    <a:pt x="139" y="483"/>
                    <a:pt x="79" y="462"/>
                  </a:cubicBezTo>
                  <a:cubicBezTo>
                    <a:pt x="49" y="452"/>
                    <a:pt x="30" y="431"/>
                    <a:pt x="19" y="406"/>
                  </a:cubicBezTo>
                  <a:cubicBezTo>
                    <a:pt x="8" y="382"/>
                    <a:pt x="4" y="352"/>
                    <a:pt x="4" y="324"/>
                  </a:cubicBezTo>
                  <a:cubicBezTo>
                    <a:pt x="4" y="297"/>
                    <a:pt x="7" y="272"/>
                    <a:pt x="11" y="253"/>
                  </a:cubicBezTo>
                  <a:cubicBezTo>
                    <a:pt x="13" y="243"/>
                    <a:pt x="14" y="236"/>
                    <a:pt x="16" y="230"/>
                  </a:cubicBezTo>
                  <a:cubicBezTo>
                    <a:pt x="16" y="228"/>
                    <a:pt x="17" y="225"/>
                    <a:pt x="17" y="224"/>
                  </a:cubicBezTo>
                  <a:cubicBezTo>
                    <a:pt x="18" y="223"/>
                    <a:pt x="18" y="222"/>
                    <a:pt x="18" y="222"/>
                  </a:cubicBezTo>
                  <a:lnTo>
                    <a:pt x="14" y="221"/>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1" name="Freeform 320"/>
            <p:cNvSpPr>
              <a:spLocks/>
            </p:cNvSpPr>
            <p:nvPr/>
          </p:nvSpPr>
          <p:spPr bwMode="auto">
            <a:xfrm>
              <a:off x="3144838" y="4294187"/>
              <a:ext cx="234950" cy="155575"/>
            </a:xfrm>
            <a:custGeom>
              <a:avLst/>
              <a:gdLst>
                <a:gd name="T0" fmla="*/ 148 w 148"/>
                <a:gd name="T1" fmla="*/ 50 h 98"/>
                <a:gd name="T2" fmla="*/ 18 w 148"/>
                <a:gd name="T3" fmla="*/ 98 h 98"/>
                <a:gd name="T4" fmla="*/ 0 w 148"/>
                <a:gd name="T5" fmla="*/ 47 h 98"/>
                <a:gd name="T6" fmla="*/ 129 w 148"/>
                <a:gd name="T7" fmla="*/ 0 h 98"/>
                <a:gd name="T8" fmla="*/ 148 w 148"/>
                <a:gd name="T9" fmla="*/ 50 h 98"/>
              </a:gdLst>
              <a:ahLst/>
              <a:cxnLst>
                <a:cxn ang="0">
                  <a:pos x="T0" y="T1"/>
                </a:cxn>
                <a:cxn ang="0">
                  <a:pos x="T2" y="T3"/>
                </a:cxn>
                <a:cxn ang="0">
                  <a:pos x="T4" y="T5"/>
                </a:cxn>
                <a:cxn ang="0">
                  <a:pos x="T6" y="T7"/>
                </a:cxn>
                <a:cxn ang="0">
                  <a:pos x="T8" y="T9"/>
                </a:cxn>
              </a:cxnLst>
              <a:rect l="0" t="0" r="r" b="b"/>
              <a:pathLst>
                <a:path w="148" h="98">
                  <a:moveTo>
                    <a:pt x="148" y="50"/>
                  </a:moveTo>
                  <a:lnTo>
                    <a:pt x="18" y="98"/>
                  </a:lnTo>
                  <a:lnTo>
                    <a:pt x="0" y="47"/>
                  </a:lnTo>
                  <a:lnTo>
                    <a:pt x="129" y="0"/>
                  </a:lnTo>
                  <a:lnTo>
                    <a:pt x="148" y="50"/>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2" name="Freeform 321"/>
            <p:cNvSpPr>
              <a:spLocks/>
            </p:cNvSpPr>
            <p:nvPr/>
          </p:nvSpPr>
          <p:spPr bwMode="auto">
            <a:xfrm>
              <a:off x="3159125" y="4360862"/>
              <a:ext cx="1768475" cy="1146175"/>
            </a:xfrm>
            <a:custGeom>
              <a:avLst/>
              <a:gdLst>
                <a:gd name="T0" fmla="*/ 581 w 835"/>
                <a:gd name="T1" fmla="*/ 148 h 541"/>
                <a:gd name="T2" fmla="*/ 433 w 835"/>
                <a:gd name="T3" fmla="*/ 321 h 541"/>
                <a:gd name="T4" fmla="*/ 108 w 835"/>
                <a:gd name="T5" fmla="*/ 0 h 541"/>
                <a:gd name="T6" fmla="*/ 0 w 835"/>
                <a:gd name="T7" fmla="*/ 43 h 541"/>
                <a:gd name="T8" fmla="*/ 212 w 835"/>
                <a:gd name="T9" fmla="*/ 414 h 541"/>
                <a:gd name="T10" fmla="*/ 496 w 835"/>
                <a:gd name="T11" fmla="*/ 541 h 541"/>
                <a:gd name="T12" fmla="*/ 766 w 835"/>
                <a:gd name="T13" fmla="*/ 401 h 541"/>
                <a:gd name="T14" fmla="*/ 581 w 835"/>
                <a:gd name="T15" fmla="*/ 148 h 5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5" h="541">
                  <a:moveTo>
                    <a:pt x="581" y="148"/>
                  </a:moveTo>
                  <a:cubicBezTo>
                    <a:pt x="581" y="148"/>
                    <a:pt x="516" y="279"/>
                    <a:pt x="433" y="321"/>
                  </a:cubicBezTo>
                  <a:cubicBezTo>
                    <a:pt x="351" y="363"/>
                    <a:pt x="170" y="185"/>
                    <a:pt x="108" y="0"/>
                  </a:cubicBezTo>
                  <a:cubicBezTo>
                    <a:pt x="44" y="23"/>
                    <a:pt x="0" y="43"/>
                    <a:pt x="0" y="43"/>
                  </a:cubicBezTo>
                  <a:cubicBezTo>
                    <a:pt x="0" y="43"/>
                    <a:pt x="102" y="339"/>
                    <a:pt x="212" y="414"/>
                  </a:cubicBezTo>
                  <a:cubicBezTo>
                    <a:pt x="322" y="489"/>
                    <a:pt x="496" y="541"/>
                    <a:pt x="496" y="541"/>
                  </a:cubicBezTo>
                  <a:cubicBezTo>
                    <a:pt x="496" y="541"/>
                    <a:pt x="697" y="453"/>
                    <a:pt x="766" y="401"/>
                  </a:cubicBezTo>
                  <a:cubicBezTo>
                    <a:pt x="835" y="350"/>
                    <a:pt x="581" y="148"/>
                    <a:pt x="581" y="148"/>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3" name="Freeform 322"/>
            <p:cNvSpPr>
              <a:spLocks/>
            </p:cNvSpPr>
            <p:nvPr/>
          </p:nvSpPr>
          <p:spPr bwMode="auto">
            <a:xfrm>
              <a:off x="3159125" y="4425950"/>
              <a:ext cx="1665288" cy="1081088"/>
            </a:xfrm>
            <a:custGeom>
              <a:avLst/>
              <a:gdLst>
                <a:gd name="T0" fmla="*/ 499 w 786"/>
                <a:gd name="T1" fmla="*/ 431 h 510"/>
                <a:gd name="T2" fmla="*/ 216 w 786"/>
                <a:gd name="T3" fmla="*/ 304 h 510"/>
                <a:gd name="T4" fmla="*/ 29 w 786"/>
                <a:gd name="T5" fmla="*/ 0 h 510"/>
                <a:gd name="T6" fmla="*/ 0 w 786"/>
                <a:gd name="T7" fmla="*/ 12 h 510"/>
                <a:gd name="T8" fmla="*/ 212 w 786"/>
                <a:gd name="T9" fmla="*/ 383 h 510"/>
                <a:gd name="T10" fmla="*/ 496 w 786"/>
                <a:gd name="T11" fmla="*/ 510 h 510"/>
                <a:gd name="T12" fmla="*/ 766 w 786"/>
                <a:gd name="T13" fmla="*/ 370 h 510"/>
                <a:gd name="T14" fmla="*/ 760 w 786"/>
                <a:gd name="T15" fmla="*/ 298 h 510"/>
                <a:gd name="T16" fmla="*/ 499 w 786"/>
                <a:gd name="T17" fmla="*/ 431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6" h="510">
                  <a:moveTo>
                    <a:pt x="499" y="431"/>
                  </a:moveTo>
                  <a:cubicBezTo>
                    <a:pt x="499" y="431"/>
                    <a:pt x="326" y="379"/>
                    <a:pt x="216" y="304"/>
                  </a:cubicBezTo>
                  <a:cubicBezTo>
                    <a:pt x="139" y="252"/>
                    <a:pt x="66" y="92"/>
                    <a:pt x="29" y="0"/>
                  </a:cubicBezTo>
                  <a:cubicBezTo>
                    <a:pt x="11" y="7"/>
                    <a:pt x="0" y="12"/>
                    <a:pt x="0" y="12"/>
                  </a:cubicBezTo>
                  <a:cubicBezTo>
                    <a:pt x="0" y="12"/>
                    <a:pt x="102" y="308"/>
                    <a:pt x="212" y="383"/>
                  </a:cubicBezTo>
                  <a:cubicBezTo>
                    <a:pt x="322" y="458"/>
                    <a:pt x="496" y="510"/>
                    <a:pt x="496" y="510"/>
                  </a:cubicBezTo>
                  <a:cubicBezTo>
                    <a:pt x="496" y="510"/>
                    <a:pt x="697" y="422"/>
                    <a:pt x="766" y="370"/>
                  </a:cubicBezTo>
                  <a:cubicBezTo>
                    <a:pt x="786" y="356"/>
                    <a:pt x="779" y="329"/>
                    <a:pt x="760" y="298"/>
                  </a:cubicBezTo>
                  <a:cubicBezTo>
                    <a:pt x="684" y="350"/>
                    <a:pt x="499" y="431"/>
                    <a:pt x="499" y="43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4" name="Freeform 323"/>
            <p:cNvSpPr>
              <a:spLocks/>
            </p:cNvSpPr>
            <p:nvPr/>
          </p:nvSpPr>
          <p:spPr bwMode="auto">
            <a:xfrm>
              <a:off x="4343400" y="2909887"/>
              <a:ext cx="558800" cy="501650"/>
            </a:xfrm>
            <a:custGeom>
              <a:avLst/>
              <a:gdLst>
                <a:gd name="T0" fmla="*/ 264 w 264"/>
                <a:gd name="T1" fmla="*/ 185 h 237"/>
                <a:gd name="T2" fmla="*/ 204 w 264"/>
                <a:gd name="T3" fmla="*/ 124 h 237"/>
                <a:gd name="T4" fmla="*/ 153 w 264"/>
                <a:gd name="T5" fmla="*/ 30 h 237"/>
                <a:gd name="T6" fmla="*/ 71 w 264"/>
                <a:gd name="T7" fmla="*/ 4 h 237"/>
                <a:gd name="T8" fmla="*/ 49 w 264"/>
                <a:gd name="T9" fmla="*/ 11 h 237"/>
                <a:gd name="T10" fmla="*/ 7 w 264"/>
                <a:gd name="T11" fmla="*/ 58 h 237"/>
                <a:gd name="T12" fmla="*/ 2 w 264"/>
                <a:gd name="T13" fmla="*/ 72 h 237"/>
                <a:gd name="T14" fmla="*/ 9 w 264"/>
                <a:gd name="T15" fmla="*/ 92 h 237"/>
                <a:gd name="T16" fmla="*/ 22 w 264"/>
                <a:gd name="T17" fmla="*/ 87 h 237"/>
                <a:gd name="T18" fmla="*/ 22 w 264"/>
                <a:gd name="T19" fmla="*/ 73 h 237"/>
                <a:gd name="T20" fmla="*/ 58 w 264"/>
                <a:gd name="T21" fmla="*/ 41 h 237"/>
                <a:gd name="T22" fmla="*/ 105 w 264"/>
                <a:gd name="T23" fmla="*/ 75 h 237"/>
                <a:gd name="T24" fmla="*/ 117 w 264"/>
                <a:gd name="T25" fmla="*/ 109 h 237"/>
                <a:gd name="T26" fmla="*/ 135 w 264"/>
                <a:gd name="T27" fmla="*/ 196 h 237"/>
                <a:gd name="T28" fmla="*/ 213 w 264"/>
                <a:gd name="T29" fmla="*/ 237 h 237"/>
                <a:gd name="T30" fmla="*/ 264 w 264"/>
                <a:gd name="T31" fmla="*/ 18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237">
                  <a:moveTo>
                    <a:pt x="264" y="185"/>
                  </a:moveTo>
                  <a:cubicBezTo>
                    <a:pt x="204" y="124"/>
                    <a:pt x="204" y="124"/>
                    <a:pt x="204" y="124"/>
                  </a:cubicBezTo>
                  <a:cubicBezTo>
                    <a:pt x="153" y="30"/>
                    <a:pt x="153" y="30"/>
                    <a:pt x="153" y="30"/>
                  </a:cubicBezTo>
                  <a:cubicBezTo>
                    <a:pt x="153" y="30"/>
                    <a:pt x="84" y="7"/>
                    <a:pt x="71" y="4"/>
                  </a:cubicBezTo>
                  <a:cubicBezTo>
                    <a:pt x="57" y="0"/>
                    <a:pt x="54" y="5"/>
                    <a:pt x="49" y="11"/>
                  </a:cubicBezTo>
                  <a:cubicBezTo>
                    <a:pt x="43" y="17"/>
                    <a:pt x="12" y="53"/>
                    <a:pt x="7" y="58"/>
                  </a:cubicBezTo>
                  <a:cubicBezTo>
                    <a:pt x="3" y="63"/>
                    <a:pt x="0" y="67"/>
                    <a:pt x="2" y="72"/>
                  </a:cubicBezTo>
                  <a:cubicBezTo>
                    <a:pt x="4" y="78"/>
                    <a:pt x="8" y="89"/>
                    <a:pt x="9" y="92"/>
                  </a:cubicBezTo>
                  <a:cubicBezTo>
                    <a:pt x="10" y="94"/>
                    <a:pt x="22" y="100"/>
                    <a:pt x="22" y="87"/>
                  </a:cubicBezTo>
                  <a:cubicBezTo>
                    <a:pt x="22" y="73"/>
                    <a:pt x="22" y="73"/>
                    <a:pt x="22" y="73"/>
                  </a:cubicBezTo>
                  <a:cubicBezTo>
                    <a:pt x="58" y="41"/>
                    <a:pt x="58" y="41"/>
                    <a:pt x="58" y="41"/>
                  </a:cubicBezTo>
                  <a:cubicBezTo>
                    <a:pt x="105" y="75"/>
                    <a:pt x="105" y="75"/>
                    <a:pt x="105" y="75"/>
                  </a:cubicBezTo>
                  <a:cubicBezTo>
                    <a:pt x="117" y="109"/>
                    <a:pt x="117" y="109"/>
                    <a:pt x="117" y="109"/>
                  </a:cubicBezTo>
                  <a:cubicBezTo>
                    <a:pt x="135" y="196"/>
                    <a:pt x="135" y="196"/>
                    <a:pt x="135" y="196"/>
                  </a:cubicBezTo>
                  <a:cubicBezTo>
                    <a:pt x="213" y="237"/>
                    <a:pt x="213" y="237"/>
                    <a:pt x="213" y="237"/>
                  </a:cubicBezTo>
                  <a:lnTo>
                    <a:pt x="264" y="185"/>
                  </a:ln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5" name="Freeform 324"/>
            <p:cNvSpPr>
              <a:spLocks/>
            </p:cNvSpPr>
            <p:nvPr/>
          </p:nvSpPr>
          <p:spPr bwMode="auto">
            <a:xfrm>
              <a:off x="4398963" y="2941637"/>
              <a:ext cx="265113" cy="211138"/>
            </a:xfrm>
            <a:custGeom>
              <a:avLst/>
              <a:gdLst>
                <a:gd name="T0" fmla="*/ 125 w 125"/>
                <a:gd name="T1" fmla="*/ 34 h 100"/>
                <a:gd name="T2" fmla="*/ 70 w 125"/>
                <a:gd name="T3" fmla="*/ 4 h 100"/>
                <a:gd name="T4" fmla="*/ 48 w 125"/>
                <a:gd name="T5" fmla="*/ 11 h 100"/>
                <a:gd name="T6" fmla="*/ 7 w 125"/>
                <a:gd name="T7" fmla="*/ 58 h 100"/>
                <a:gd name="T8" fmla="*/ 2 w 125"/>
                <a:gd name="T9" fmla="*/ 73 h 100"/>
                <a:gd name="T10" fmla="*/ 8 w 125"/>
                <a:gd name="T11" fmla="*/ 92 h 100"/>
                <a:gd name="T12" fmla="*/ 22 w 125"/>
                <a:gd name="T13" fmla="*/ 87 h 100"/>
                <a:gd name="T14" fmla="*/ 21 w 125"/>
                <a:gd name="T15" fmla="*/ 73 h 100"/>
                <a:gd name="T16" fmla="*/ 58 w 125"/>
                <a:gd name="T17" fmla="*/ 42 h 100"/>
                <a:gd name="T18" fmla="*/ 105 w 125"/>
                <a:gd name="T19" fmla="*/ 7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 h="100">
                  <a:moveTo>
                    <a:pt x="125" y="34"/>
                  </a:moveTo>
                  <a:cubicBezTo>
                    <a:pt x="125" y="34"/>
                    <a:pt x="83" y="8"/>
                    <a:pt x="70" y="4"/>
                  </a:cubicBezTo>
                  <a:cubicBezTo>
                    <a:pt x="57" y="0"/>
                    <a:pt x="54" y="5"/>
                    <a:pt x="48" y="11"/>
                  </a:cubicBezTo>
                  <a:cubicBezTo>
                    <a:pt x="43" y="17"/>
                    <a:pt x="11" y="54"/>
                    <a:pt x="7" y="58"/>
                  </a:cubicBezTo>
                  <a:cubicBezTo>
                    <a:pt x="2" y="63"/>
                    <a:pt x="0" y="67"/>
                    <a:pt x="2" y="73"/>
                  </a:cubicBezTo>
                  <a:cubicBezTo>
                    <a:pt x="4" y="78"/>
                    <a:pt x="7" y="89"/>
                    <a:pt x="8" y="92"/>
                  </a:cubicBezTo>
                  <a:cubicBezTo>
                    <a:pt x="9" y="95"/>
                    <a:pt x="22" y="100"/>
                    <a:pt x="22" y="87"/>
                  </a:cubicBezTo>
                  <a:cubicBezTo>
                    <a:pt x="21" y="74"/>
                    <a:pt x="21" y="73"/>
                    <a:pt x="21" y="73"/>
                  </a:cubicBezTo>
                  <a:cubicBezTo>
                    <a:pt x="58" y="42"/>
                    <a:pt x="58" y="42"/>
                    <a:pt x="58" y="42"/>
                  </a:cubicBezTo>
                  <a:cubicBezTo>
                    <a:pt x="105" y="75"/>
                    <a:pt x="105" y="75"/>
                    <a:pt x="105" y="75"/>
                  </a:cubicBezTo>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6" name="Freeform 325"/>
            <p:cNvSpPr>
              <a:spLocks noEditPoints="1"/>
            </p:cNvSpPr>
            <p:nvPr/>
          </p:nvSpPr>
          <p:spPr bwMode="auto">
            <a:xfrm>
              <a:off x="4324350" y="2762250"/>
              <a:ext cx="268288" cy="496888"/>
            </a:xfrm>
            <a:custGeom>
              <a:avLst/>
              <a:gdLst>
                <a:gd name="T0" fmla="*/ 121 w 127"/>
                <a:gd name="T1" fmla="*/ 10 h 234"/>
                <a:gd name="T2" fmla="*/ 107 w 127"/>
                <a:gd name="T3" fmla="*/ 3 h 234"/>
                <a:gd name="T4" fmla="*/ 101 w 127"/>
                <a:gd name="T5" fmla="*/ 0 h 234"/>
                <a:gd name="T6" fmla="*/ 0 w 127"/>
                <a:gd name="T7" fmla="*/ 203 h 234"/>
                <a:gd name="T8" fmla="*/ 0 w 127"/>
                <a:gd name="T9" fmla="*/ 203 h 234"/>
                <a:gd name="T10" fmla="*/ 1 w 127"/>
                <a:gd name="T11" fmla="*/ 219 h 234"/>
                <a:gd name="T12" fmla="*/ 1 w 127"/>
                <a:gd name="T13" fmla="*/ 234 h 234"/>
                <a:gd name="T14" fmla="*/ 13 w 127"/>
                <a:gd name="T15" fmla="*/ 225 h 234"/>
                <a:gd name="T16" fmla="*/ 13 w 127"/>
                <a:gd name="T17" fmla="*/ 225 h 234"/>
                <a:gd name="T18" fmla="*/ 26 w 127"/>
                <a:gd name="T19" fmla="*/ 216 h 234"/>
                <a:gd name="T20" fmla="*/ 26 w 127"/>
                <a:gd name="T21" fmla="*/ 216 h 234"/>
                <a:gd name="T22" fmla="*/ 127 w 127"/>
                <a:gd name="T23" fmla="*/ 13 h 234"/>
                <a:gd name="T24" fmla="*/ 121 w 127"/>
                <a:gd name="T25" fmla="*/ 10 h 234"/>
                <a:gd name="T26" fmla="*/ 25 w 127"/>
                <a:gd name="T27" fmla="*/ 204 h 234"/>
                <a:gd name="T28" fmla="*/ 24 w 127"/>
                <a:gd name="T29" fmla="*/ 213 h 234"/>
                <a:gd name="T30" fmla="*/ 25 w 127"/>
                <a:gd name="T31" fmla="*/ 204 h 234"/>
                <a:gd name="T32" fmla="*/ 24 w 127"/>
                <a:gd name="T33" fmla="*/ 214 h 234"/>
                <a:gd name="T34" fmla="*/ 24 w 127"/>
                <a:gd name="T35" fmla="*/ 21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7" h="234">
                  <a:moveTo>
                    <a:pt x="121" y="10"/>
                  </a:moveTo>
                  <a:cubicBezTo>
                    <a:pt x="107" y="3"/>
                    <a:pt x="107" y="3"/>
                    <a:pt x="107" y="3"/>
                  </a:cubicBezTo>
                  <a:cubicBezTo>
                    <a:pt x="101" y="0"/>
                    <a:pt x="101" y="0"/>
                    <a:pt x="101" y="0"/>
                  </a:cubicBezTo>
                  <a:cubicBezTo>
                    <a:pt x="0" y="203"/>
                    <a:pt x="0" y="203"/>
                    <a:pt x="0" y="203"/>
                  </a:cubicBezTo>
                  <a:cubicBezTo>
                    <a:pt x="0" y="203"/>
                    <a:pt x="0" y="203"/>
                    <a:pt x="0" y="203"/>
                  </a:cubicBezTo>
                  <a:cubicBezTo>
                    <a:pt x="1" y="219"/>
                    <a:pt x="1" y="219"/>
                    <a:pt x="1" y="219"/>
                  </a:cubicBezTo>
                  <a:cubicBezTo>
                    <a:pt x="1" y="234"/>
                    <a:pt x="1" y="234"/>
                    <a:pt x="1" y="234"/>
                  </a:cubicBezTo>
                  <a:cubicBezTo>
                    <a:pt x="13" y="225"/>
                    <a:pt x="13" y="225"/>
                    <a:pt x="13" y="225"/>
                  </a:cubicBezTo>
                  <a:cubicBezTo>
                    <a:pt x="13" y="225"/>
                    <a:pt x="13" y="225"/>
                    <a:pt x="13" y="225"/>
                  </a:cubicBezTo>
                  <a:cubicBezTo>
                    <a:pt x="26" y="216"/>
                    <a:pt x="26" y="216"/>
                    <a:pt x="26" y="216"/>
                  </a:cubicBezTo>
                  <a:cubicBezTo>
                    <a:pt x="26" y="216"/>
                    <a:pt x="26" y="216"/>
                    <a:pt x="26" y="216"/>
                  </a:cubicBezTo>
                  <a:cubicBezTo>
                    <a:pt x="127" y="13"/>
                    <a:pt x="127" y="13"/>
                    <a:pt x="127" y="13"/>
                  </a:cubicBezTo>
                  <a:lnTo>
                    <a:pt x="121" y="10"/>
                  </a:lnTo>
                  <a:close/>
                  <a:moveTo>
                    <a:pt x="25" y="204"/>
                  </a:moveTo>
                  <a:cubicBezTo>
                    <a:pt x="23" y="207"/>
                    <a:pt x="23" y="210"/>
                    <a:pt x="24" y="213"/>
                  </a:cubicBezTo>
                  <a:cubicBezTo>
                    <a:pt x="23" y="210"/>
                    <a:pt x="23" y="207"/>
                    <a:pt x="25" y="204"/>
                  </a:cubicBezTo>
                  <a:close/>
                  <a:moveTo>
                    <a:pt x="24" y="214"/>
                  </a:moveTo>
                  <a:cubicBezTo>
                    <a:pt x="24" y="214"/>
                    <a:pt x="24" y="214"/>
                    <a:pt x="24" y="214"/>
                  </a:cubicBezTo>
                </a:path>
              </a:pathLst>
            </a:custGeom>
            <a:solidFill>
              <a:srgbClr val="122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7" name="Freeform 326"/>
            <p:cNvSpPr>
              <a:spLocks/>
            </p:cNvSpPr>
            <p:nvPr/>
          </p:nvSpPr>
          <p:spPr bwMode="auto">
            <a:xfrm>
              <a:off x="4538663" y="2736850"/>
              <a:ext cx="68263" cy="53975"/>
            </a:xfrm>
            <a:custGeom>
              <a:avLst/>
              <a:gdLst>
                <a:gd name="T0" fmla="*/ 34 w 43"/>
                <a:gd name="T1" fmla="*/ 14 h 34"/>
                <a:gd name="T2" fmla="*/ 16 w 43"/>
                <a:gd name="T3" fmla="*/ 4 h 34"/>
                <a:gd name="T4" fmla="*/ 8 w 43"/>
                <a:gd name="T5" fmla="*/ 0 h 34"/>
                <a:gd name="T6" fmla="*/ 0 w 43"/>
                <a:gd name="T7" fmla="*/ 16 h 34"/>
                <a:gd name="T8" fmla="*/ 8 w 43"/>
                <a:gd name="T9" fmla="*/ 20 h 34"/>
                <a:gd name="T10" fmla="*/ 26 w 43"/>
                <a:gd name="T11" fmla="*/ 30 h 34"/>
                <a:gd name="T12" fmla="*/ 34 w 43"/>
                <a:gd name="T13" fmla="*/ 34 h 34"/>
                <a:gd name="T14" fmla="*/ 43 w 43"/>
                <a:gd name="T15" fmla="*/ 18 h 34"/>
                <a:gd name="T16" fmla="*/ 34 w 43"/>
                <a:gd name="T17" fmla="*/ 1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34">
                  <a:moveTo>
                    <a:pt x="34" y="14"/>
                  </a:moveTo>
                  <a:lnTo>
                    <a:pt x="16" y="4"/>
                  </a:lnTo>
                  <a:lnTo>
                    <a:pt x="8" y="0"/>
                  </a:lnTo>
                  <a:lnTo>
                    <a:pt x="0" y="16"/>
                  </a:lnTo>
                  <a:lnTo>
                    <a:pt x="8" y="20"/>
                  </a:lnTo>
                  <a:lnTo>
                    <a:pt x="26" y="30"/>
                  </a:lnTo>
                  <a:lnTo>
                    <a:pt x="34" y="34"/>
                  </a:lnTo>
                  <a:lnTo>
                    <a:pt x="43" y="18"/>
                  </a:lnTo>
                  <a:lnTo>
                    <a:pt x="34" y="14"/>
                  </a:lnTo>
                  <a:close/>
                </a:path>
              </a:pathLst>
            </a:custGeom>
            <a:solidFill>
              <a:srgbClr val="122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8" name="Freeform 327"/>
            <p:cNvSpPr>
              <a:spLocks/>
            </p:cNvSpPr>
            <p:nvPr/>
          </p:nvSpPr>
          <p:spPr bwMode="auto">
            <a:xfrm>
              <a:off x="4368800" y="3017837"/>
              <a:ext cx="273050" cy="306388"/>
            </a:xfrm>
            <a:custGeom>
              <a:avLst/>
              <a:gdLst>
                <a:gd name="T0" fmla="*/ 123 w 129"/>
                <a:gd name="T1" fmla="*/ 145 h 145"/>
                <a:gd name="T2" fmla="*/ 67 w 129"/>
                <a:gd name="T3" fmla="*/ 104 h 145"/>
                <a:gd name="T4" fmla="*/ 10 w 129"/>
                <a:gd name="T5" fmla="*/ 31 h 145"/>
                <a:gd name="T6" fmla="*/ 10 w 129"/>
                <a:gd name="T7" fmla="*/ 7 h 145"/>
                <a:gd name="T8" fmla="*/ 40 w 129"/>
                <a:gd name="T9" fmla="*/ 21 h 145"/>
                <a:gd name="T10" fmla="*/ 111 w 129"/>
                <a:gd name="T11" fmla="*/ 62 h 145"/>
                <a:gd name="T12" fmla="*/ 123 w 12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29" h="145">
                  <a:moveTo>
                    <a:pt x="123" y="145"/>
                  </a:moveTo>
                  <a:cubicBezTo>
                    <a:pt x="123" y="145"/>
                    <a:pt x="85" y="128"/>
                    <a:pt x="67" y="104"/>
                  </a:cubicBezTo>
                  <a:cubicBezTo>
                    <a:pt x="48" y="81"/>
                    <a:pt x="10" y="31"/>
                    <a:pt x="10" y="31"/>
                  </a:cubicBezTo>
                  <a:cubicBezTo>
                    <a:pt x="10" y="31"/>
                    <a:pt x="0" y="14"/>
                    <a:pt x="10" y="7"/>
                  </a:cubicBezTo>
                  <a:cubicBezTo>
                    <a:pt x="20" y="0"/>
                    <a:pt x="40" y="21"/>
                    <a:pt x="40" y="21"/>
                  </a:cubicBezTo>
                  <a:cubicBezTo>
                    <a:pt x="40" y="21"/>
                    <a:pt x="72" y="70"/>
                    <a:pt x="111" y="62"/>
                  </a:cubicBezTo>
                  <a:cubicBezTo>
                    <a:pt x="129" y="71"/>
                    <a:pt x="123" y="145"/>
                    <a:pt x="123" y="145"/>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59" name="Freeform 328"/>
            <p:cNvSpPr>
              <a:spLocks/>
            </p:cNvSpPr>
            <p:nvPr/>
          </p:nvSpPr>
          <p:spPr bwMode="auto">
            <a:xfrm>
              <a:off x="4683125" y="3197225"/>
              <a:ext cx="206375" cy="222250"/>
            </a:xfrm>
            <a:custGeom>
              <a:avLst/>
              <a:gdLst>
                <a:gd name="T0" fmla="*/ 41 w 130"/>
                <a:gd name="T1" fmla="*/ 140 h 140"/>
                <a:gd name="T2" fmla="*/ 130 w 130"/>
                <a:gd name="T3" fmla="*/ 36 h 140"/>
                <a:gd name="T4" fmla="*/ 90 w 130"/>
                <a:gd name="T5" fmla="*/ 0 h 140"/>
                <a:gd name="T6" fmla="*/ 0 w 130"/>
                <a:gd name="T7" fmla="*/ 105 h 140"/>
                <a:gd name="T8" fmla="*/ 41 w 130"/>
                <a:gd name="T9" fmla="*/ 140 h 140"/>
              </a:gdLst>
              <a:ahLst/>
              <a:cxnLst>
                <a:cxn ang="0">
                  <a:pos x="T0" y="T1"/>
                </a:cxn>
                <a:cxn ang="0">
                  <a:pos x="T2" y="T3"/>
                </a:cxn>
                <a:cxn ang="0">
                  <a:pos x="T4" y="T5"/>
                </a:cxn>
                <a:cxn ang="0">
                  <a:pos x="T6" y="T7"/>
                </a:cxn>
                <a:cxn ang="0">
                  <a:pos x="T8" y="T9"/>
                </a:cxn>
              </a:cxnLst>
              <a:rect l="0" t="0" r="r" b="b"/>
              <a:pathLst>
                <a:path w="130" h="140">
                  <a:moveTo>
                    <a:pt x="41" y="140"/>
                  </a:moveTo>
                  <a:lnTo>
                    <a:pt x="130" y="36"/>
                  </a:lnTo>
                  <a:lnTo>
                    <a:pt x="90" y="0"/>
                  </a:lnTo>
                  <a:lnTo>
                    <a:pt x="0" y="105"/>
                  </a:lnTo>
                  <a:lnTo>
                    <a:pt x="41" y="140"/>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0" name="Freeform 329"/>
            <p:cNvSpPr>
              <a:spLocks/>
            </p:cNvSpPr>
            <p:nvPr/>
          </p:nvSpPr>
          <p:spPr bwMode="auto">
            <a:xfrm>
              <a:off x="4670425" y="3233737"/>
              <a:ext cx="868363" cy="1885950"/>
            </a:xfrm>
            <a:custGeom>
              <a:avLst/>
              <a:gdLst>
                <a:gd name="T0" fmla="*/ 0 w 410"/>
                <a:gd name="T1" fmla="*/ 581 h 890"/>
                <a:gd name="T2" fmla="*/ 214 w 410"/>
                <a:gd name="T3" fmla="*/ 504 h 890"/>
                <a:gd name="T4" fmla="*/ 28 w 410"/>
                <a:gd name="T5" fmla="*/ 86 h 890"/>
                <a:gd name="T6" fmla="*/ 107 w 410"/>
                <a:gd name="T7" fmla="*/ 0 h 890"/>
                <a:gd name="T8" fmla="*/ 379 w 410"/>
                <a:gd name="T9" fmla="*/ 330 h 890"/>
                <a:gd name="T10" fmla="*/ 397 w 410"/>
                <a:gd name="T11" fmla="*/ 640 h 890"/>
                <a:gd name="T12" fmla="*/ 171 w 410"/>
                <a:gd name="T13" fmla="*/ 844 h 890"/>
                <a:gd name="T14" fmla="*/ 0 w 410"/>
                <a:gd name="T15" fmla="*/ 581 h 8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0" h="890">
                  <a:moveTo>
                    <a:pt x="0" y="581"/>
                  </a:moveTo>
                  <a:cubicBezTo>
                    <a:pt x="0" y="581"/>
                    <a:pt x="145" y="566"/>
                    <a:pt x="214" y="504"/>
                  </a:cubicBezTo>
                  <a:cubicBezTo>
                    <a:pt x="282" y="442"/>
                    <a:pt x="179" y="209"/>
                    <a:pt x="28" y="86"/>
                  </a:cubicBezTo>
                  <a:cubicBezTo>
                    <a:pt x="72" y="34"/>
                    <a:pt x="107" y="0"/>
                    <a:pt x="107" y="0"/>
                  </a:cubicBezTo>
                  <a:cubicBezTo>
                    <a:pt x="107" y="0"/>
                    <a:pt x="348" y="200"/>
                    <a:pt x="379" y="330"/>
                  </a:cubicBezTo>
                  <a:cubicBezTo>
                    <a:pt x="410" y="459"/>
                    <a:pt x="397" y="640"/>
                    <a:pt x="397" y="640"/>
                  </a:cubicBezTo>
                  <a:cubicBezTo>
                    <a:pt x="397" y="640"/>
                    <a:pt x="243" y="797"/>
                    <a:pt x="171" y="844"/>
                  </a:cubicBezTo>
                  <a:cubicBezTo>
                    <a:pt x="98" y="890"/>
                    <a:pt x="0" y="581"/>
                    <a:pt x="0" y="581"/>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1" name="Freeform 330"/>
            <p:cNvSpPr>
              <a:spLocks/>
            </p:cNvSpPr>
            <p:nvPr/>
          </p:nvSpPr>
          <p:spPr bwMode="auto">
            <a:xfrm>
              <a:off x="4849813" y="3233737"/>
              <a:ext cx="688975" cy="1816100"/>
            </a:xfrm>
            <a:custGeom>
              <a:avLst/>
              <a:gdLst>
                <a:gd name="T0" fmla="*/ 237 w 325"/>
                <a:gd name="T1" fmla="*/ 615 h 857"/>
                <a:gd name="T2" fmla="*/ 218 w 325"/>
                <a:gd name="T3" fmla="*/ 305 h 857"/>
                <a:gd name="T4" fmla="*/ 0 w 325"/>
                <a:gd name="T5" fmla="*/ 23 h 857"/>
                <a:gd name="T6" fmla="*/ 22 w 325"/>
                <a:gd name="T7" fmla="*/ 0 h 857"/>
                <a:gd name="T8" fmla="*/ 294 w 325"/>
                <a:gd name="T9" fmla="*/ 330 h 857"/>
                <a:gd name="T10" fmla="*/ 312 w 325"/>
                <a:gd name="T11" fmla="*/ 640 h 857"/>
                <a:gd name="T12" fmla="*/ 86 w 325"/>
                <a:gd name="T13" fmla="*/ 844 h 857"/>
                <a:gd name="T14" fmla="*/ 20 w 325"/>
                <a:gd name="T15" fmla="*/ 812 h 857"/>
                <a:gd name="T16" fmla="*/ 237 w 325"/>
                <a:gd name="T17" fmla="*/ 615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857">
                  <a:moveTo>
                    <a:pt x="237" y="615"/>
                  </a:moveTo>
                  <a:cubicBezTo>
                    <a:pt x="237" y="615"/>
                    <a:pt x="249" y="435"/>
                    <a:pt x="218" y="305"/>
                  </a:cubicBezTo>
                  <a:cubicBezTo>
                    <a:pt x="197" y="215"/>
                    <a:pt x="73" y="90"/>
                    <a:pt x="0" y="23"/>
                  </a:cubicBezTo>
                  <a:cubicBezTo>
                    <a:pt x="13" y="8"/>
                    <a:pt x="22" y="0"/>
                    <a:pt x="22" y="0"/>
                  </a:cubicBezTo>
                  <a:cubicBezTo>
                    <a:pt x="22" y="0"/>
                    <a:pt x="263" y="200"/>
                    <a:pt x="294" y="330"/>
                  </a:cubicBezTo>
                  <a:cubicBezTo>
                    <a:pt x="325" y="459"/>
                    <a:pt x="312" y="640"/>
                    <a:pt x="312" y="640"/>
                  </a:cubicBezTo>
                  <a:cubicBezTo>
                    <a:pt x="312" y="640"/>
                    <a:pt x="158" y="797"/>
                    <a:pt x="86" y="844"/>
                  </a:cubicBezTo>
                  <a:cubicBezTo>
                    <a:pt x="65" y="857"/>
                    <a:pt x="42" y="841"/>
                    <a:pt x="20" y="812"/>
                  </a:cubicBezTo>
                  <a:cubicBezTo>
                    <a:pt x="96" y="759"/>
                    <a:pt x="237" y="615"/>
                    <a:pt x="237" y="61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2" name="Freeform 331"/>
            <p:cNvSpPr>
              <a:spLocks/>
            </p:cNvSpPr>
            <p:nvPr/>
          </p:nvSpPr>
          <p:spPr bwMode="auto">
            <a:xfrm>
              <a:off x="2952750" y="3740150"/>
              <a:ext cx="388938" cy="620713"/>
            </a:xfrm>
            <a:custGeom>
              <a:avLst/>
              <a:gdLst>
                <a:gd name="T0" fmla="*/ 107 w 183"/>
                <a:gd name="T1" fmla="*/ 293 h 293"/>
                <a:gd name="T2" fmla="*/ 21 w 183"/>
                <a:gd name="T3" fmla="*/ 181 h 293"/>
                <a:gd name="T4" fmla="*/ 17 w 183"/>
                <a:gd name="T5" fmla="*/ 107 h 293"/>
                <a:gd name="T6" fmla="*/ 33 w 183"/>
                <a:gd name="T7" fmla="*/ 31 h 293"/>
                <a:gd name="T8" fmla="*/ 36 w 183"/>
                <a:gd name="T9" fmla="*/ 35 h 293"/>
                <a:gd name="T10" fmla="*/ 45 w 183"/>
                <a:gd name="T11" fmla="*/ 11 h 293"/>
                <a:gd name="T12" fmla="*/ 59 w 183"/>
                <a:gd name="T13" fmla="*/ 30 h 293"/>
                <a:gd name="T14" fmla="*/ 73 w 183"/>
                <a:gd name="T15" fmla="*/ 1 h 293"/>
                <a:gd name="T16" fmla="*/ 91 w 183"/>
                <a:gd name="T17" fmla="*/ 30 h 293"/>
                <a:gd name="T18" fmla="*/ 107 w 183"/>
                <a:gd name="T19" fmla="*/ 3 h 293"/>
                <a:gd name="T20" fmla="*/ 125 w 183"/>
                <a:gd name="T21" fmla="*/ 35 h 293"/>
                <a:gd name="T22" fmla="*/ 133 w 183"/>
                <a:gd name="T23" fmla="*/ 130 h 293"/>
                <a:gd name="T24" fmla="*/ 138 w 183"/>
                <a:gd name="T25" fmla="*/ 53 h 293"/>
                <a:gd name="T26" fmla="*/ 161 w 183"/>
                <a:gd name="T27" fmla="*/ 75 h 293"/>
                <a:gd name="T28" fmla="*/ 179 w 183"/>
                <a:gd name="T29" fmla="*/ 176 h 293"/>
                <a:gd name="T30" fmla="*/ 169 w 183"/>
                <a:gd name="T31" fmla="*/ 270 h 293"/>
                <a:gd name="T32" fmla="*/ 107 w 183"/>
                <a:gd name="T33"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293">
                  <a:moveTo>
                    <a:pt x="107" y="293"/>
                  </a:moveTo>
                  <a:cubicBezTo>
                    <a:pt x="107" y="293"/>
                    <a:pt x="43" y="214"/>
                    <a:pt x="21" y="181"/>
                  </a:cubicBezTo>
                  <a:cubicBezTo>
                    <a:pt x="0" y="148"/>
                    <a:pt x="14" y="142"/>
                    <a:pt x="17" y="107"/>
                  </a:cubicBezTo>
                  <a:cubicBezTo>
                    <a:pt x="21" y="72"/>
                    <a:pt x="20" y="39"/>
                    <a:pt x="33" y="31"/>
                  </a:cubicBezTo>
                  <a:cubicBezTo>
                    <a:pt x="36" y="35"/>
                    <a:pt x="36" y="35"/>
                    <a:pt x="36" y="35"/>
                  </a:cubicBezTo>
                  <a:cubicBezTo>
                    <a:pt x="36" y="35"/>
                    <a:pt x="35" y="17"/>
                    <a:pt x="45" y="11"/>
                  </a:cubicBezTo>
                  <a:cubicBezTo>
                    <a:pt x="56" y="6"/>
                    <a:pt x="58" y="21"/>
                    <a:pt x="59" y="30"/>
                  </a:cubicBezTo>
                  <a:cubicBezTo>
                    <a:pt x="58" y="10"/>
                    <a:pt x="63" y="2"/>
                    <a:pt x="73" y="1"/>
                  </a:cubicBezTo>
                  <a:cubicBezTo>
                    <a:pt x="83" y="0"/>
                    <a:pt x="89" y="15"/>
                    <a:pt x="91" y="30"/>
                  </a:cubicBezTo>
                  <a:cubicBezTo>
                    <a:pt x="90" y="13"/>
                    <a:pt x="99" y="5"/>
                    <a:pt x="107" y="3"/>
                  </a:cubicBezTo>
                  <a:cubicBezTo>
                    <a:pt x="114" y="1"/>
                    <a:pt x="127" y="9"/>
                    <a:pt x="125" y="35"/>
                  </a:cubicBezTo>
                  <a:cubicBezTo>
                    <a:pt x="123" y="60"/>
                    <a:pt x="133" y="130"/>
                    <a:pt x="133" y="130"/>
                  </a:cubicBezTo>
                  <a:cubicBezTo>
                    <a:pt x="133" y="130"/>
                    <a:pt x="138" y="58"/>
                    <a:pt x="138" y="53"/>
                  </a:cubicBezTo>
                  <a:cubicBezTo>
                    <a:pt x="137" y="48"/>
                    <a:pt x="160" y="42"/>
                    <a:pt x="161" y="75"/>
                  </a:cubicBezTo>
                  <a:cubicBezTo>
                    <a:pt x="161" y="108"/>
                    <a:pt x="174" y="145"/>
                    <a:pt x="179" y="176"/>
                  </a:cubicBezTo>
                  <a:cubicBezTo>
                    <a:pt x="183" y="208"/>
                    <a:pt x="183" y="256"/>
                    <a:pt x="169" y="270"/>
                  </a:cubicBezTo>
                  <a:cubicBezTo>
                    <a:pt x="119" y="288"/>
                    <a:pt x="107" y="293"/>
                    <a:pt x="107" y="293"/>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3" name="Freeform 332"/>
            <p:cNvSpPr>
              <a:spLocks/>
            </p:cNvSpPr>
            <p:nvPr/>
          </p:nvSpPr>
          <p:spPr bwMode="auto">
            <a:xfrm>
              <a:off x="4041775" y="4173537"/>
              <a:ext cx="958850" cy="882650"/>
            </a:xfrm>
            <a:custGeom>
              <a:avLst/>
              <a:gdLst>
                <a:gd name="T0" fmla="*/ 301 w 452"/>
                <a:gd name="T1" fmla="*/ 9 h 416"/>
                <a:gd name="T2" fmla="*/ 230 w 452"/>
                <a:gd name="T3" fmla="*/ 25 h 416"/>
                <a:gd name="T4" fmla="*/ 27 w 452"/>
                <a:gd name="T5" fmla="*/ 211 h 416"/>
                <a:gd name="T6" fmla="*/ 9 w 452"/>
                <a:gd name="T7" fmla="*/ 278 h 416"/>
                <a:gd name="T8" fmla="*/ 69 w 452"/>
                <a:gd name="T9" fmla="*/ 394 h 416"/>
                <a:gd name="T10" fmla="*/ 126 w 452"/>
                <a:gd name="T11" fmla="*/ 402 h 416"/>
                <a:gd name="T12" fmla="*/ 248 w 452"/>
                <a:gd name="T13" fmla="*/ 317 h 416"/>
                <a:gd name="T14" fmla="*/ 319 w 452"/>
                <a:gd name="T15" fmla="*/ 254 h 416"/>
                <a:gd name="T16" fmla="*/ 435 w 452"/>
                <a:gd name="T17" fmla="*/ 119 h 416"/>
                <a:gd name="T18" fmla="*/ 430 w 452"/>
                <a:gd name="T19" fmla="*/ 67 h 416"/>
                <a:gd name="T20" fmla="*/ 301 w 452"/>
                <a:gd name="T21" fmla="*/ 9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2" h="416">
                  <a:moveTo>
                    <a:pt x="301" y="9"/>
                  </a:moveTo>
                  <a:cubicBezTo>
                    <a:pt x="282" y="0"/>
                    <a:pt x="250" y="8"/>
                    <a:pt x="230" y="25"/>
                  </a:cubicBezTo>
                  <a:cubicBezTo>
                    <a:pt x="27" y="211"/>
                    <a:pt x="27" y="211"/>
                    <a:pt x="27" y="211"/>
                  </a:cubicBezTo>
                  <a:cubicBezTo>
                    <a:pt x="8" y="229"/>
                    <a:pt x="0" y="259"/>
                    <a:pt x="9" y="278"/>
                  </a:cubicBezTo>
                  <a:cubicBezTo>
                    <a:pt x="69" y="394"/>
                    <a:pt x="69" y="394"/>
                    <a:pt x="69" y="394"/>
                  </a:cubicBezTo>
                  <a:cubicBezTo>
                    <a:pt x="79" y="413"/>
                    <a:pt x="104" y="416"/>
                    <a:pt x="126" y="402"/>
                  </a:cubicBezTo>
                  <a:cubicBezTo>
                    <a:pt x="248" y="317"/>
                    <a:pt x="248" y="317"/>
                    <a:pt x="248" y="317"/>
                  </a:cubicBezTo>
                  <a:cubicBezTo>
                    <a:pt x="270" y="302"/>
                    <a:pt x="302" y="273"/>
                    <a:pt x="319" y="254"/>
                  </a:cubicBezTo>
                  <a:cubicBezTo>
                    <a:pt x="435" y="119"/>
                    <a:pt x="435" y="119"/>
                    <a:pt x="435" y="119"/>
                  </a:cubicBezTo>
                  <a:cubicBezTo>
                    <a:pt x="452" y="100"/>
                    <a:pt x="450" y="76"/>
                    <a:pt x="430" y="67"/>
                  </a:cubicBezTo>
                  <a:lnTo>
                    <a:pt x="301" y="9"/>
                  </a:ln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4" name="Freeform 333"/>
            <p:cNvSpPr>
              <a:spLocks/>
            </p:cNvSpPr>
            <p:nvPr/>
          </p:nvSpPr>
          <p:spPr bwMode="auto">
            <a:xfrm>
              <a:off x="4214813" y="4351337"/>
              <a:ext cx="1008063" cy="1036638"/>
            </a:xfrm>
            <a:custGeom>
              <a:avLst/>
              <a:gdLst>
                <a:gd name="T0" fmla="*/ 391 w 476"/>
                <a:gd name="T1" fmla="*/ 104 h 489"/>
                <a:gd name="T2" fmla="*/ 85 w 476"/>
                <a:gd name="T3" fmla="*/ 77 h 489"/>
                <a:gd name="T4" fmla="*/ 84 w 476"/>
                <a:gd name="T5" fmla="*/ 385 h 489"/>
                <a:gd name="T6" fmla="*/ 390 w 476"/>
                <a:gd name="T7" fmla="*/ 411 h 489"/>
                <a:gd name="T8" fmla="*/ 391 w 476"/>
                <a:gd name="T9" fmla="*/ 104 h 489"/>
              </a:gdLst>
              <a:ahLst/>
              <a:cxnLst>
                <a:cxn ang="0">
                  <a:pos x="T0" y="T1"/>
                </a:cxn>
                <a:cxn ang="0">
                  <a:pos x="T2" y="T3"/>
                </a:cxn>
                <a:cxn ang="0">
                  <a:pos x="T4" y="T5"/>
                </a:cxn>
                <a:cxn ang="0">
                  <a:pos x="T6" y="T7"/>
                </a:cxn>
                <a:cxn ang="0">
                  <a:pos x="T8" y="T9"/>
                </a:cxn>
              </a:cxnLst>
              <a:rect l="0" t="0" r="r" b="b"/>
              <a:pathLst>
                <a:path w="476" h="489">
                  <a:moveTo>
                    <a:pt x="391" y="104"/>
                  </a:moveTo>
                  <a:cubicBezTo>
                    <a:pt x="307" y="11"/>
                    <a:pt x="170" y="0"/>
                    <a:pt x="85" y="77"/>
                  </a:cubicBezTo>
                  <a:cubicBezTo>
                    <a:pt x="0" y="155"/>
                    <a:pt x="0" y="292"/>
                    <a:pt x="84" y="385"/>
                  </a:cubicBezTo>
                  <a:cubicBezTo>
                    <a:pt x="169" y="477"/>
                    <a:pt x="306" y="489"/>
                    <a:pt x="390" y="411"/>
                  </a:cubicBezTo>
                  <a:cubicBezTo>
                    <a:pt x="475" y="334"/>
                    <a:pt x="476" y="196"/>
                    <a:pt x="391" y="104"/>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5" name="Freeform 334"/>
            <p:cNvSpPr>
              <a:spLocks/>
            </p:cNvSpPr>
            <p:nvPr/>
          </p:nvSpPr>
          <p:spPr bwMode="auto">
            <a:xfrm>
              <a:off x="4214813" y="4419600"/>
              <a:ext cx="850900" cy="968375"/>
            </a:xfrm>
            <a:custGeom>
              <a:avLst/>
              <a:gdLst>
                <a:gd name="T0" fmla="*/ 179 w 402"/>
                <a:gd name="T1" fmla="*/ 296 h 457"/>
                <a:gd name="T2" fmla="*/ 168 w 402"/>
                <a:gd name="T3" fmla="*/ 0 h 457"/>
                <a:gd name="T4" fmla="*/ 85 w 402"/>
                <a:gd name="T5" fmla="*/ 45 h 457"/>
                <a:gd name="T6" fmla="*/ 84 w 402"/>
                <a:gd name="T7" fmla="*/ 353 h 457"/>
                <a:gd name="T8" fmla="*/ 390 w 402"/>
                <a:gd name="T9" fmla="*/ 379 h 457"/>
                <a:gd name="T10" fmla="*/ 402 w 402"/>
                <a:gd name="T11" fmla="*/ 368 h 457"/>
                <a:gd name="T12" fmla="*/ 179 w 402"/>
                <a:gd name="T13" fmla="*/ 296 h 457"/>
              </a:gdLst>
              <a:ahLst/>
              <a:cxnLst>
                <a:cxn ang="0">
                  <a:pos x="T0" y="T1"/>
                </a:cxn>
                <a:cxn ang="0">
                  <a:pos x="T2" y="T3"/>
                </a:cxn>
                <a:cxn ang="0">
                  <a:pos x="T4" y="T5"/>
                </a:cxn>
                <a:cxn ang="0">
                  <a:pos x="T6" y="T7"/>
                </a:cxn>
                <a:cxn ang="0">
                  <a:pos x="T8" y="T9"/>
                </a:cxn>
                <a:cxn ang="0">
                  <a:pos x="T10" y="T11"/>
                </a:cxn>
                <a:cxn ang="0">
                  <a:pos x="T12" y="T13"/>
                </a:cxn>
              </a:cxnLst>
              <a:rect l="0" t="0" r="r" b="b"/>
              <a:pathLst>
                <a:path w="402" h="457">
                  <a:moveTo>
                    <a:pt x="179" y="296"/>
                  </a:moveTo>
                  <a:cubicBezTo>
                    <a:pt x="99" y="209"/>
                    <a:pt x="95" y="79"/>
                    <a:pt x="168" y="0"/>
                  </a:cubicBezTo>
                  <a:cubicBezTo>
                    <a:pt x="138" y="8"/>
                    <a:pt x="109" y="23"/>
                    <a:pt x="85" y="45"/>
                  </a:cubicBezTo>
                  <a:cubicBezTo>
                    <a:pt x="0" y="123"/>
                    <a:pt x="0" y="260"/>
                    <a:pt x="84" y="353"/>
                  </a:cubicBezTo>
                  <a:cubicBezTo>
                    <a:pt x="169" y="445"/>
                    <a:pt x="306" y="457"/>
                    <a:pt x="390" y="379"/>
                  </a:cubicBezTo>
                  <a:cubicBezTo>
                    <a:pt x="395" y="376"/>
                    <a:pt x="398" y="372"/>
                    <a:pt x="402" y="368"/>
                  </a:cubicBezTo>
                  <a:cubicBezTo>
                    <a:pt x="326" y="387"/>
                    <a:pt x="239" y="362"/>
                    <a:pt x="179" y="296"/>
                  </a:cubicBez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6" name="Freeform 335"/>
            <p:cNvSpPr>
              <a:spLocks/>
            </p:cNvSpPr>
            <p:nvPr/>
          </p:nvSpPr>
          <p:spPr bwMode="auto">
            <a:xfrm>
              <a:off x="4457700" y="2400300"/>
              <a:ext cx="163513" cy="234950"/>
            </a:xfrm>
            <a:custGeom>
              <a:avLst/>
              <a:gdLst>
                <a:gd name="T0" fmla="*/ 103 w 103"/>
                <a:gd name="T1" fmla="*/ 20 h 148"/>
                <a:gd name="T2" fmla="*/ 49 w 103"/>
                <a:gd name="T3" fmla="*/ 148 h 148"/>
                <a:gd name="T4" fmla="*/ 0 w 103"/>
                <a:gd name="T5" fmla="*/ 128 h 148"/>
                <a:gd name="T6" fmla="*/ 53 w 103"/>
                <a:gd name="T7" fmla="*/ 0 h 148"/>
                <a:gd name="T8" fmla="*/ 103 w 103"/>
                <a:gd name="T9" fmla="*/ 20 h 148"/>
              </a:gdLst>
              <a:ahLst/>
              <a:cxnLst>
                <a:cxn ang="0">
                  <a:pos x="T0" y="T1"/>
                </a:cxn>
                <a:cxn ang="0">
                  <a:pos x="T2" y="T3"/>
                </a:cxn>
                <a:cxn ang="0">
                  <a:pos x="T4" y="T5"/>
                </a:cxn>
                <a:cxn ang="0">
                  <a:pos x="T6" y="T7"/>
                </a:cxn>
                <a:cxn ang="0">
                  <a:pos x="T8" y="T9"/>
                </a:cxn>
              </a:cxnLst>
              <a:rect l="0" t="0" r="r" b="b"/>
              <a:pathLst>
                <a:path w="103" h="148">
                  <a:moveTo>
                    <a:pt x="103" y="20"/>
                  </a:moveTo>
                  <a:lnTo>
                    <a:pt x="49" y="148"/>
                  </a:lnTo>
                  <a:lnTo>
                    <a:pt x="0" y="128"/>
                  </a:lnTo>
                  <a:lnTo>
                    <a:pt x="53" y="0"/>
                  </a:lnTo>
                  <a:lnTo>
                    <a:pt x="103" y="20"/>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7" name="Freeform 336"/>
            <p:cNvSpPr>
              <a:spLocks/>
            </p:cNvSpPr>
            <p:nvPr/>
          </p:nvSpPr>
          <p:spPr bwMode="auto">
            <a:xfrm>
              <a:off x="4529138" y="1781175"/>
              <a:ext cx="1674813" cy="1131888"/>
            </a:xfrm>
            <a:custGeom>
              <a:avLst/>
              <a:gdLst>
                <a:gd name="T0" fmla="*/ 469 w 790"/>
                <a:gd name="T1" fmla="*/ 51 h 534"/>
                <a:gd name="T2" fmla="*/ 497 w 790"/>
                <a:gd name="T3" fmla="*/ 277 h 534"/>
                <a:gd name="T4" fmla="*/ 41 w 790"/>
                <a:gd name="T5" fmla="*/ 300 h 534"/>
                <a:gd name="T6" fmla="*/ 0 w 790"/>
                <a:gd name="T7" fmla="*/ 409 h 534"/>
                <a:gd name="T8" fmla="*/ 417 w 790"/>
                <a:gd name="T9" fmla="*/ 503 h 534"/>
                <a:gd name="T10" fmla="*/ 702 w 790"/>
                <a:gd name="T11" fmla="*/ 379 h 534"/>
                <a:gd name="T12" fmla="*/ 781 w 790"/>
                <a:gd name="T13" fmla="*/ 85 h 534"/>
                <a:gd name="T14" fmla="*/ 469 w 790"/>
                <a:gd name="T15" fmla="*/ 51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0" h="534">
                  <a:moveTo>
                    <a:pt x="469" y="51"/>
                  </a:moveTo>
                  <a:cubicBezTo>
                    <a:pt x="469" y="51"/>
                    <a:pt x="522" y="188"/>
                    <a:pt x="497" y="277"/>
                  </a:cubicBezTo>
                  <a:cubicBezTo>
                    <a:pt x="473" y="366"/>
                    <a:pt x="219" y="379"/>
                    <a:pt x="41" y="300"/>
                  </a:cubicBezTo>
                  <a:cubicBezTo>
                    <a:pt x="15" y="363"/>
                    <a:pt x="0" y="409"/>
                    <a:pt x="0" y="409"/>
                  </a:cubicBezTo>
                  <a:cubicBezTo>
                    <a:pt x="0" y="409"/>
                    <a:pt x="287" y="534"/>
                    <a:pt x="417" y="503"/>
                  </a:cubicBezTo>
                  <a:cubicBezTo>
                    <a:pt x="546" y="472"/>
                    <a:pt x="702" y="379"/>
                    <a:pt x="702" y="379"/>
                  </a:cubicBezTo>
                  <a:cubicBezTo>
                    <a:pt x="702" y="379"/>
                    <a:pt x="773" y="171"/>
                    <a:pt x="781" y="85"/>
                  </a:cubicBezTo>
                  <a:cubicBezTo>
                    <a:pt x="790" y="0"/>
                    <a:pt x="469" y="51"/>
                    <a:pt x="469" y="51"/>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8" name="Freeform 337"/>
            <p:cNvSpPr>
              <a:spLocks/>
            </p:cNvSpPr>
            <p:nvPr/>
          </p:nvSpPr>
          <p:spPr bwMode="auto">
            <a:xfrm>
              <a:off x="4529138" y="1868487"/>
              <a:ext cx="1662113" cy="1044575"/>
            </a:xfrm>
            <a:custGeom>
              <a:avLst/>
              <a:gdLst>
                <a:gd name="T0" fmla="*/ 646 w 784"/>
                <a:gd name="T1" fmla="*/ 282 h 493"/>
                <a:gd name="T2" fmla="*/ 361 w 784"/>
                <a:gd name="T3" fmla="*/ 406 h 493"/>
                <a:gd name="T4" fmla="*/ 10 w 784"/>
                <a:gd name="T5" fmla="*/ 338 h 493"/>
                <a:gd name="T6" fmla="*/ 0 w 784"/>
                <a:gd name="T7" fmla="*/ 368 h 493"/>
                <a:gd name="T8" fmla="*/ 417 w 784"/>
                <a:gd name="T9" fmla="*/ 462 h 493"/>
                <a:gd name="T10" fmla="*/ 702 w 784"/>
                <a:gd name="T11" fmla="*/ 338 h 493"/>
                <a:gd name="T12" fmla="*/ 781 w 784"/>
                <a:gd name="T13" fmla="*/ 44 h 493"/>
                <a:gd name="T14" fmla="*/ 724 w 784"/>
                <a:gd name="T15" fmla="*/ 0 h 493"/>
                <a:gd name="T16" fmla="*/ 646 w 784"/>
                <a:gd name="T17" fmla="*/ 28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4" h="493">
                  <a:moveTo>
                    <a:pt x="646" y="282"/>
                  </a:moveTo>
                  <a:cubicBezTo>
                    <a:pt x="646" y="282"/>
                    <a:pt x="490" y="375"/>
                    <a:pt x="361" y="406"/>
                  </a:cubicBezTo>
                  <a:cubicBezTo>
                    <a:pt x="270" y="427"/>
                    <a:pt x="103" y="373"/>
                    <a:pt x="10" y="338"/>
                  </a:cubicBezTo>
                  <a:cubicBezTo>
                    <a:pt x="3" y="357"/>
                    <a:pt x="0" y="368"/>
                    <a:pt x="0" y="368"/>
                  </a:cubicBezTo>
                  <a:cubicBezTo>
                    <a:pt x="0" y="368"/>
                    <a:pt x="287" y="493"/>
                    <a:pt x="417" y="462"/>
                  </a:cubicBezTo>
                  <a:cubicBezTo>
                    <a:pt x="546" y="431"/>
                    <a:pt x="702" y="338"/>
                    <a:pt x="702" y="338"/>
                  </a:cubicBezTo>
                  <a:cubicBezTo>
                    <a:pt x="702" y="338"/>
                    <a:pt x="773" y="130"/>
                    <a:pt x="781" y="44"/>
                  </a:cubicBezTo>
                  <a:cubicBezTo>
                    <a:pt x="784" y="20"/>
                    <a:pt x="760" y="7"/>
                    <a:pt x="724" y="0"/>
                  </a:cubicBezTo>
                  <a:cubicBezTo>
                    <a:pt x="711" y="92"/>
                    <a:pt x="646" y="282"/>
                    <a:pt x="646" y="282"/>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69" name="Freeform 338"/>
            <p:cNvSpPr>
              <a:spLocks/>
            </p:cNvSpPr>
            <p:nvPr/>
          </p:nvSpPr>
          <p:spPr bwMode="auto">
            <a:xfrm>
              <a:off x="4729163" y="563562"/>
              <a:ext cx="109538" cy="227013"/>
            </a:xfrm>
            <a:custGeom>
              <a:avLst/>
              <a:gdLst>
                <a:gd name="T0" fmla="*/ 69 w 69"/>
                <a:gd name="T1" fmla="*/ 136 h 143"/>
                <a:gd name="T2" fmla="*/ 53 w 69"/>
                <a:gd name="T3" fmla="*/ 0 h 143"/>
                <a:gd name="T4" fmla="*/ 0 w 69"/>
                <a:gd name="T5" fmla="*/ 5 h 143"/>
                <a:gd name="T6" fmla="*/ 16 w 69"/>
                <a:gd name="T7" fmla="*/ 143 h 143"/>
                <a:gd name="T8" fmla="*/ 69 w 69"/>
                <a:gd name="T9" fmla="*/ 136 h 143"/>
              </a:gdLst>
              <a:ahLst/>
              <a:cxnLst>
                <a:cxn ang="0">
                  <a:pos x="T0" y="T1"/>
                </a:cxn>
                <a:cxn ang="0">
                  <a:pos x="T2" y="T3"/>
                </a:cxn>
                <a:cxn ang="0">
                  <a:pos x="T4" y="T5"/>
                </a:cxn>
                <a:cxn ang="0">
                  <a:pos x="T6" y="T7"/>
                </a:cxn>
                <a:cxn ang="0">
                  <a:pos x="T8" y="T9"/>
                </a:cxn>
              </a:cxnLst>
              <a:rect l="0" t="0" r="r" b="b"/>
              <a:pathLst>
                <a:path w="69" h="143">
                  <a:moveTo>
                    <a:pt x="69" y="136"/>
                  </a:moveTo>
                  <a:lnTo>
                    <a:pt x="53" y="0"/>
                  </a:lnTo>
                  <a:lnTo>
                    <a:pt x="0" y="5"/>
                  </a:lnTo>
                  <a:lnTo>
                    <a:pt x="16" y="143"/>
                  </a:lnTo>
                  <a:lnTo>
                    <a:pt x="69" y="136"/>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0" name="Freeform 339"/>
            <p:cNvSpPr>
              <a:spLocks/>
            </p:cNvSpPr>
            <p:nvPr/>
          </p:nvSpPr>
          <p:spPr bwMode="auto">
            <a:xfrm>
              <a:off x="4803775" y="455612"/>
              <a:ext cx="1439863" cy="1374775"/>
            </a:xfrm>
            <a:custGeom>
              <a:avLst/>
              <a:gdLst>
                <a:gd name="T0" fmla="*/ 356 w 680"/>
                <a:gd name="T1" fmla="*/ 513 h 649"/>
                <a:gd name="T2" fmla="*/ 444 w 680"/>
                <a:gd name="T3" fmla="*/ 303 h 649"/>
                <a:gd name="T4" fmla="*/ 10 w 680"/>
                <a:gd name="T5" fmla="*/ 158 h 649"/>
                <a:gd name="T6" fmla="*/ 0 w 680"/>
                <a:gd name="T7" fmla="*/ 42 h 649"/>
                <a:gd name="T8" fmla="*/ 427 w 680"/>
                <a:gd name="T9" fmla="*/ 64 h 649"/>
                <a:gd name="T10" fmla="*/ 668 w 680"/>
                <a:gd name="T11" fmla="*/ 260 h 649"/>
                <a:gd name="T12" fmla="*/ 665 w 680"/>
                <a:gd name="T13" fmla="*/ 564 h 649"/>
                <a:gd name="T14" fmla="*/ 356 w 680"/>
                <a:gd name="T15" fmla="*/ 513 h 6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649">
                  <a:moveTo>
                    <a:pt x="356" y="513"/>
                  </a:moveTo>
                  <a:cubicBezTo>
                    <a:pt x="356" y="513"/>
                    <a:pt x="443" y="395"/>
                    <a:pt x="444" y="303"/>
                  </a:cubicBezTo>
                  <a:cubicBezTo>
                    <a:pt x="444" y="211"/>
                    <a:pt x="203" y="130"/>
                    <a:pt x="10" y="158"/>
                  </a:cubicBezTo>
                  <a:cubicBezTo>
                    <a:pt x="2" y="91"/>
                    <a:pt x="0" y="42"/>
                    <a:pt x="0" y="42"/>
                  </a:cubicBezTo>
                  <a:cubicBezTo>
                    <a:pt x="0" y="42"/>
                    <a:pt x="310" y="0"/>
                    <a:pt x="427" y="64"/>
                  </a:cubicBezTo>
                  <a:cubicBezTo>
                    <a:pt x="543" y="129"/>
                    <a:pt x="668" y="260"/>
                    <a:pt x="668" y="260"/>
                  </a:cubicBezTo>
                  <a:cubicBezTo>
                    <a:pt x="668" y="260"/>
                    <a:pt x="680" y="479"/>
                    <a:pt x="665" y="564"/>
                  </a:cubicBezTo>
                  <a:cubicBezTo>
                    <a:pt x="651" y="649"/>
                    <a:pt x="356" y="513"/>
                    <a:pt x="356" y="513"/>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1" name="Freeform 340"/>
            <p:cNvSpPr>
              <a:spLocks/>
            </p:cNvSpPr>
            <p:nvPr/>
          </p:nvSpPr>
          <p:spPr bwMode="auto">
            <a:xfrm>
              <a:off x="4803775" y="455612"/>
              <a:ext cx="1439863" cy="1260475"/>
            </a:xfrm>
            <a:custGeom>
              <a:avLst/>
              <a:gdLst>
                <a:gd name="T0" fmla="*/ 599 w 680"/>
                <a:gd name="T1" fmla="*/ 299 h 595"/>
                <a:gd name="T2" fmla="*/ 358 w 680"/>
                <a:gd name="T3" fmla="*/ 103 h 595"/>
                <a:gd name="T4" fmla="*/ 2 w 680"/>
                <a:gd name="T5" fmla="*/ 74 h 595"/>
                <a:gd name="T6" fmla="*/ 0 w 680"/>
                <a:gd name="T7" fmla="*/ 42 h 595"/>
                <a:gd name="T8" fmla="*/ 427 w 680"/>
                <a:gd name="T9" fmla="*/ 64 h 595"/>
                <a:gd name="T10" fmla="*/ 668 w 680"/>
                <a:gd name="T11" fmla="*/ 260 h 595"/>
                <a:gd name="T12" fmla="*/ 665 w 680"/>
                <a:gd name="T13" fmla="*/ 564 h 595"/>
                <a:gd name="T14" fmla="*/ 598 w 680"/>
                <a:gd name="T15" fmla="*/ 591 h 595"/>
                <a:gd name="T16" fmla="*/ 599 w 680"/>
                <a:gd name="T17" fmla="*/ 299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0" h="595">
                  <a:moveTo>
                    <a:pt x="599" y="299"/>
                  </a:moveTo>
                  <a:cubicBezTo>
                    <a:pt x="599" y="299"/>
                    <a:pt x="474" y="167"/>
                    <a:pt x="358" y="103"/>
                  </a:cubicBezTo>
                  <a:cubicBezTo>
                    <a:pt x="276" y="58"/>
                    <a:pt x="100" y="65"/>
                    <a:pt x="2" y="74"/>
                  </a:cubicBezTo>
                  <a:cubicBezTo>
                    <a:pt x="0" y="54"/>
                    <a:pt x="0" y="42"/>
                    <a:pt x="0" y="42"/>
                  </a:cubicBezTo>
                  <a:cubicBezTo>
                    <a:pt x="0" y="42"/>
                    <a:pt x="310" y="0"/>
                    <a:pt x="427" y="64"/>
                  </a:cubicBezTo>
                  <a:cubicBezTo>
                    <a:pt x="543" y="129"/>
                    <a:pt x="668" y="260"/>
                    <a:pt x="668" y="260"/>
                  </a:cubicBezTo>
                  <a:cubicBezTo>
                    <a:pt x="668" y="260"/>
                    <a:pt x="680" y="479"/>
                    <a:pt x="665" y="564"/>
                  </a:cubicBezTo>
                  <a:cubicBezTo>
                    <a:pt x="661" y="588"/>
                    <a:pt x="634" y="595"/>
                    <a:pt x="598" y="591"/>
                  </a:cubicBezTo>
                  <a:cubicBezTo>
                    <a:pt x="610" y="499"/>
                    <a:pt x="599" y="299"/>
                    <a:pt x="599" y="29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2" name="Freeform 341"/>
            <p:cNvSpPr>
              <a:spLocks/>
            </p:cNvSpPr>
            <p:nvPr/>
          </p:nvSpPr>
          <p:spPr bwMode="auto">
            <a:xfrm>
              <a:off x="4144963" y="565150"/>
              <a:ext cx="608013" cy="407988"/>
            </a:xfrm>
            <a:custGeom>
              <a:avLst/>
              <a:gdLst>
                <a:gd name="T0" fmla="*/ 280 w 287"/>
                <a:gd name="T1" fmla="*/ 31 h 192"/>
                <a:gd name="T2" fmla="*/ 141 w 287"/>
                <a:gd name="T3" fmla="*/ 5 h 192"/>
                <a:gd name="T4" fmla="*/ 74 w 287"/>
                <a:gd name="T5" fmla="*/ 34 h 192"/>
                <a:gd name="T6" fmla="*/ 12 w 287"/>
                <a:gd name="T7" fmla="*/ 83 h 192"/>
                <a:gd name="T8" fmla="*/ 17 w 287"/>
                <a:gd name="T9" fmla="*/ 84 h 192"/>
                <a:gd name="T10" fmla="*/ 1 w 287"/>
                <a:gd name="T11" fmla="*/ 103 h 192"/>
                <a:gd name="T12" fmla="*/ 23 w 287"/>
                <a:gd name="T13" fmla="*/ 107 h 192"/>
                <a:gd name="T14" fmla="*/ 4 w 287"/>
                <a:gd name="T15" fmla="*/ 132 h 192"/>
                <a:gd name="T16" fmla="*/ 37 w 287"/>
                <a:gd name="T17" fmla="*/ 135 h 192"/>
                <a:gd name="T18" fmla="*/ 21 w 287"/>
                <a:gd name="T19" fmla="*/ 161 h 192"/>
                <a:gd name="T20" fmla="*/ 57 w 287"/>
                <a:gd name="T21" fmla="*/ 163 h 192"/>
                <a:gd name="T22" fmla="*/ 146 w 287"/>
                <a:gd name="T23" fmla="*/ 127 h 192"/>
                <a:gd name="T24" fmla="*/ 79 w 287"/>
                <a:gd name="T25" fmla="*/ 166 h 192"/>
                <a:gd name="T26" fmla="*/ 109 w 287"/>
                <a:gd name="T27" fmla="*/ 177 h 192"/>
                <a:gd name="T28" fmla="*/ 208 w 287"/>
                <a:gd name="T29" fmla="*/ 147 h 192"/>
                <a:gd name="T30" fmla="*/ 287 w 287"/>
                <a:gd name="T31" fmla="*/ 96 h 192"/>
                <a:gd name="T32" fmla="*/ 280 w 287"/>
                <a:gd name="T33" fmla="*/ 3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7" h="192">
                  <a:moveTo>
                    <a:pt x="280" y="31"/>
                  </a:moveTo>
                  <a:cubicBezTo>
                    <a:pt x="280" y="31"/>
                    <a:pt x="180" y="9"/>
                    <a:pt x="141" y="5"/>
                  </a:cubicBezTo>
                  <a:cubicBezTo>
                    <a:pt x="101" y="0"/>
                    <a:pt x="103" y="15"/>
                    <a:pt x="74" y="34"/>
                  </a:cubicBezTo>
                  <a:cubicBezTo>
                    <a:pt x="44" y="53"/>
                    <a:pt x="14" y="67"/>
                    <a:pt x="12" y="83"/>
                  </a:cubicBezTo>
                  <a:cubicBezTo>
                    <a:pt x="17" y="84"/>
                    <a:pt x="17" y="84"/>
                    <a:pt x="17" y="84"/>
                  </a:cubicBezTo>
                  <a:cubicBezTo>
                    <a:pt x="17" y="84"/>
                    <a:pt x="1" y="90"/>
                    <a:pt x="1" y="103"/>
                  </a:cubicBezTo>
                  <a:cubicBezTo>
                    <a:pt x="0" y="115"/>
                    <a:pt x="14" y="109"/>
                    <a:pt x="23" y="107"/>
                  </a:cubicBezTo>
                  <a:cubicBezTo>
                    <a:pt x="5" y="114"/>
                    <a:pt x="1" y="123"/>
                    <a:pt x="4" y="132"/>
                  </a:cubicBezTo>
                  <a:cubicBezTo>
                    <a:pt x="7" y="141"/>
                    <a:pt x="23" y="140"/>
                    <a:pt x="37" y="135"/>
                  </a:cubicBezTo>
                  <a:cubicBezTo>
                    <a:pt x="22" y="141"/>
                    <a:pt x="19" y="153"/>
                    <a:pt x="21" y="161"/>
                  </a:cubicBezTo>
                  <a:cubicBezTo>
                    <a:pt x="22" y="169"/>
                    <a:pt x="35" y="177"/>
                    <a:pt x="57" y="163"/>
                  </a:cubicBezTo>
                  <a:cubicBezTo>
                    <a:pt x="79" y="150"/>
                    <a:pt x="146" y="127"/>
                    <a:pt x="146" y="127"/>
                  </a:cubicBezTo>
                  <a:cubicBezTo>
                    <a:pt x="146" y="127"/>
                    <a:pt x="84" y="164"/>
                    <a:pt x="79" y="166"/>
                  </a:cubicBezTo>
                  <a:cubicBezTo>
                    <a:pt x="75" y="168"/>
                    <a:pt x="79" y="192"/>
                    <a:pt x="109" y="177"/>
                  </a:cubicBezTo>
                  <a:cubicBezTo>
                    <a:pt x="139" y="162"/>
                    <a:pt x="178" y="158"/>
                    <a:pt x="208" y="147"/>
                  </a:cubicBezTo>
                  <a:cubicBezTo>
                    <a:pt x="238" y="137"/>
                    <a:pt x="281" y="115"/>
                    <a:pt x="287" y="96"/>
                  </a:cubicBezTo>
                  <a:cubicBezTo>
                    <a:pt x="281" y="43"/>
                    <a:pt x="280" y="31"/>
                    <a:pt x="280" y="31"/>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3" name="Freeform 342"/>
            <p:cNvSpPr>
              <a:spLocks/>
            </p:cNvSpPr>
            <p:nvPr/>
          </p:nvSpPr>
          <p:spPr bwMode="auto">
            <a:xfrm>
              <a:off x="3940175" y="2128837"/>
              <a:ext cx="588963" cy="441325"/>
            </a:xfrm>
            <a:custGeom>
              <a:avLst/>
              <a:gdLst>
                <a:gd name="T0" fmla="*/ 253 w 278"/>
                <a:gd name="T1" fmla="*/ 208 h 208"/>
                <a:gd name="T2" fmla="*/ 112 w 278"/>
                <a:gd name="T3" fmla="*/ 196 h 208"/>
                <a:gd name="T4" fmla="*/ 55 w 278"/>
                <a:gd name="T5" fmla="*/ 149 h 208"/>
                <a:gd name="T6" fmla="*/ 9 w 278"/>
                <a:gd name="T7" fmla="*/ 86 h 208"/>
                <a:gd name="T8" fmla="*/ 14 w 278"/>
                <a:gd name="T9" fmla="*/ 86 h 208"/>
                <a:gd name="T10" fmla="*/ 3 w 278"/>
                <a:gd name="T11" fmla="*/ 64 h 208"/>
                <a:gd name="T12" fmla="*/ 26 w 278"/>
                <a:gd name="T13" fmla="*/ 66 h 208"/>
                <a:gd name="T14" fmla="*/ 14 w 278"/>
                <a:gd name="T15" fmla="*/ 37 h 208"/>
                <a:gd name="T16" fmla="*/ 47 w 278"/>
                <a:gd name="T17" fmla="*/ 43 h 208"/>
                <a:gd name="T18" fmla="*/ 39 w 278"/>
                <a:gd name="T19" fmla="*/ 13 h 208"/>
                <a:gd name="T20" fmla="*/ 74 w 278"/>
                <a:gd name="T21" fmla="*/ 21 h 208"/>
                <a:gd name="T22" fmla="*/ 150 w 278"/>
                <a:gd name="T23" fmla="*/ 79 h 208"/>
                <a:gd name="T24" fmla="*/ 96 w 278"/>
                <a:gd name="T25" fmla="*/ 24 h 208"/>
                <a:gd name="T26" fmla="*/ 128 w 278"/>
                <a:gd name="T27" fmla="*/ 22 h 208"/>
                <a:gd name="T28" fmla="*/ 215 w 278"/>
                <a:gd name="T29" fmla="*/ 77 h 208"/>
                <a:gd name="T30" fmla="*/ 278 w 278"/>
                <a:gd name="T31" fmla="*/ 147 h 208"/>
                <a:gd name="T32" fmla="*/ 253 w 278"/>
                <a:gd name="T33"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8" h="208">
                  <a:moveTo>
                    <a:pt x="253" y="208"/>
                  </a:moveTo>
                  <a:cubicBezTo>
                    <a:pt x="253" y="208"/>
                    <a:pt x="151" y="202"/>
                    <a:pt x="112" y="196"/>
                  </a:cubicBezTo>
                  <a:cubicBezTo>
                    <a:pt x="73" y="190"/>
                    <a:pt x="79" y="176"/>
                    <a:pt x="55" y="149"/>
                  </a:cubicBezTo>
                  <a:cubicBezTo>
                    <a:pt x="32" y="123"/>
                    <a:pt x="7" y="102"/>
                    <a:pt x="9" y="86"/>
                  </a:cubicBezTo>
                  <a:cubicBezTo>
                    <a:pt x="14" y="86"/>
                    <a:pt x="14" y="86"/>
                    <a:pt x="14" y="86"/>
                  </a:cubicBezTo>
                  <a:cubicBezTo>
                    <a:pt x="14" y="86"/>
                    <a:pt x="0" y="76"/>
                    <a:pt x="3" y="64"/>
                  </a:cubicBezTo>
                  <a:cubicBezTo>
                    <a:pt x="6" y="52"/>
                    <a:pt x="19" y="61"/>
                    <a:pt x="26" y="66"/>
                  </a:cubicBezTo>
                  <a:cubicBezTo>
                    <a:pt x="11" y="54"/>
                    <a:pt x="9" y="45"/>
                    <a:pt x="14" y="37"/>
                  </a:cubicBezTo>
                  <a:cubicBezTo>
                    <a:pt x="20" y="29"/>
                    <a:pt x="35" y="35"/>
                    <a:pt x="47" y="43"/>
                  </a:cubicBezTo>
                  <a:cubicBezTo>
                    <a:pt x="34" y="33"/>
                    <a:pt x="35" y="20"/>
                    <a:pt x="39" y="13"/>
                  </a:cubicBezTo>
                  <a:cubicBezTo>
                    <a:pt x="42" y="6"/>
                    <a:pt x="57" y="2"/>
                    <a:pt x="74" y="21"/>
                  </a:cubicBezTo>
                  <a:cubicBezTo>
                    <a:pt x="92" y="40"/>
                    <a:pt x="150" y="79"/>
                    <a:pt x="150" y="79"/>
                  </a:cubicBezTo>
                  <a:cubicBezTo>
                    <a:pt x="150" y="79"/>
                    <a:pt x="101" y="28"/>
                    <a:pt x="96" y="24"/>
                  </a:cubicBezTo>
                  <a:cubicBezTo>
                    <a:pt x="92" y="21"/>
                    <a:pt x="103" y="0"/>
                    <a:pt x="128" y="22"/>
                  </a:cubicBezTo>
                  <a:cubicBezTo>
                    <a:pt x="152" y="44"/>
                    <a:pt x="189" y="59"/>
                    <a:pt x="215" y="77"/>
                  </a:cubicBezTo>
                  <a:cubicBezTo>
                    <a:pt x="241" y="95"/>
                    <a:pt x="276" y="128"/>
                    <a:pt x="278" y="147"/>
                  </a:cubicBezTo>
                  <a:cubicBezTo>
                    <a:pt x="258" y="197"/>
                    <a:pt x="253" y="208"/>
                    <a:pt x="253" y="208"/>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4" name="Freeform 343"/>
            <p:cNvSpPr>
              <a:spLocks/>
            </p:cNvSpPr>
            <p:nvPr/>
          </p:nvSpPr>
          <p:spPr bwMode="auto">
            <a:xfrm>
              <a:off x="5287963" y="1214437"/>
              <a:ext cx="492125" cy="1063625"/>
            </a:xfrm>
            <a:custGeom>
              <a:avLst/>
              <a:gdLst>
                <a:gd name="T0" fmla="*/ 36 w 232"/>
                <a:gd name="T1" fmla="*/ 65 h 502"/>
                <a:gd name="T2" fmla="*/ 0 w 232"/>
                <a:gd name="T3" fmla="*/ 128 h 502"/>
                <a:gd name="T4" fmla="*/ 0 w 232"/>
                <a:gd name="T5" fmla="*/ 403 h 502"/>
                <a:gd name="T6" fmla="*/ 37 w 232"/>
                <a:gd name="T7" fmla="*/ 461 h 502"/>
                <a:gd name="T8" fmla="*/ 164 w 232"/>
                <a:gd name="T9" fmla="*/ 496 h 502"/>
                <a:gd name="T10" fmla="*/ 207 w 232"/>
                <a:gd name="T11" fmla="*/ 459 h 502"/>
                <a:gd name="T12" fmla="*/ 228 w 232"/>
                <a:gd name="T13" fmla="*/ 311 h 502"/>
                <a:gd name="T14" fmla="*/ 229 w 232"/>
                <a:gd name="T15" fmla="*/ 217 h 502"/>
                <a:gd name="T16" fmla="*/ 208 w 232"/>
                <a:gd name="T17" fmla="*/ 41 h 502"/>
                <a:gd name="T18" fmla="*/ 166 w 232"/>
                <a:gd name="T19" fmla="*/ 9 h 502"/>
                <a:gd name="T20" fmla="*/ 36 w 232"/>
                <a:gd name="T21" fmla="*/ 6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2" h="502">
                  <a:moveTo>
                    <a:pt x="36" y="65"/>
                  </a:moveTo>
                  <a:cubicBezTo>
                    <a:pt x="16" y="73"/>
                    <a:pt x="0" y="102"/>
                    <a:pt x="0" y="128"/>
                  </a:cubicBezTo>
                  <a:cubicBezTo>
                    <a:pt x="0" y="403"/>
                    <a:pt x="0" y="403"/>
                    <a:pt x="0" y="403"/>
                  </a:cubicBezTo>
                  <a:cubicBezTo>
                    <a:pt x="0" y="430"/>
                    <a:pt x="16" y="456"/>
                    <a:pt x="37" y="461"/>
                  </a:cubicBezTo>
                  <a:cubicBezTo>
                    <a:pt x="164" y="496"/>
                    <a:pt x="164" y="496"/>
                    <a:pt x="164" y="496"/>
                  </a:cubicBezTo>
                  <a:cubicBezTo>
                    <a:pt x="184" y="502"/>
                    <a:pt x="204" y="485"/>
                    <a:pt x="207" y="459"/>
                  </a:cubicBezTo>
                  <a:cubicBezTo>
                    <a:pt x="228" y="311"/>
                    <a:pt x="228" y="311"/>
                    <a:pt x="228" y="311"/>
                  </a:cubicBezTo>
                  <a:cubicBezTo>
                    <a:pt x="231" y="285"/>
                    <a:pt x="232" y="243"/>
                    <a:pt x="229" y="217"/>
                  </a:cubicBezTo>
                  <a:cubicBezTo>
                    <a:pt x="208" y="41"/>
                    <a:pt x="208" y="41"/>
                    <a:pt x="208" y="41"/>
                  </a:cubicBezTo>
                  <a:cubicBezTo>
                    <a:pt x="205" y="15"/>
                    <a:pt x="186" y="0"/>
                    <a:pt x="166" y="9"/>
                  </a:cubicBezTo>
                  <a:lnTo>
                    <a:pt x="36" y="65"/>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5" name="Oval 344"/>
            <p:cNvSpPr>
              <a:spLocks noChangeArrowheads="1"/>
            </p:cNvSpPr>
            <p:nvPr/>
          </p:nvSpPr>
          <p:spPr bwMode="auto">
            <a:xfrm>
              <a:off x="5408613" y="1339850"/>
              <a:ext cx="960438" cy="881063"/>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6" name="Freeform 345"/>
            <p:cNvSpPr>
              <a:spLocks/>
            </p:cNvSpPr>
            <p:nvPr/>
          </p:nvSpPr>
          <p:spPr bwMode="auto">
            <a:xfrm>
              <a:off x="5408613" y="1584325"/>
              <a:ext cx="960438" cy="636588"/>
            </a:xfrm>
            <a:custGeom>
              <a:avLst/>
              <a:gdLst>
                <a:gd name="T0" fmla="*/ 249 w 453"/>
                <a:gd name="T1" fmla="*/ 192 h 300"/>
                <a:gd name="T2" fmla="*/ 24 w 453"/>
                <a:gd name="T3" fmla="*/ 0 h 300"/>
                <a:gd name="T4" fmla="*/ 0 w 453"/>
                <a:gd name="T5" fmla="*/ 92 h 300"/>
                <a:gd name="T6" fmla="*/ 227 w 453"/>
                <a:gd name="T7" fmla="*/ 300 h 300"/>
                <a:gd name="T8" fmla="*/ 453 w 453"/>
                <a:gd name="T9" fmla="*/ 92 h 300"/>
                <a:gd name="T10" fmla="*/ 452 w 453"/>
                <a:gd name="T11" fmla="*/ 76 h 300"/>
                <a:gd name="T12" fmla="*/ 249 w 453"/>
                <a:gd name="T13" fmla="*/ 192 h 300"/>
              </a:gdLst>
              <a:ahLst/>
              <a:cxnLst>
                <a:cxn ang="0">
                  <a:pos x="T0" y="T1"/>
                </a:cxn>
                <a:cxn ang="0">
                  <a:pos x="T2" y="T3"/>
                </a:cxn>
                <a:cxn ang="0">
                  <a:pos x="T4" y="T5"/>
                </a:cxn>
                <a:cxn ang="0">
                  <a:pos x="T6" y="T7"/>
                </a:cxn>
                <a:cxn ang="0">
                  <a:pos x="T8" y="T9"/>
                </a:cxn>
                <a:cxn ang="0">
                  <a:pos x="T10" y="T11"/>
                </a:cxn>
                <a:cxn ang="0">
                  <a:pos x="T12" y="T13"/>
                </a:cxn>
              </a:cxnLst>
              <a:rect l="0" t="0" r="r" b="b"/>
              <a:pathLst>
                <a:path w="453" h="300">
                  <a:moveTo>
                    <a:pt x="249" y="192"/>
                  </a:moveTo>
                  <a:cubicBezTo>
                    <a:pt x="130" y="192"/>
                    <a:pt x="33" y="108"/>
                    <a:pt x="24" y="0"/>
                  </a:cubicBezTo>
                  <a:cubicBezTo>
                    <a:pt x="9" y="28"/>
                    <a:pt x="0" y="59"/>
                    <a:pt x="0" y="92"/>
                  </a:cubicBezTo>
                  <a:cubicBezTo>
                    <a:pt x="0" y="207"/>
                    <a:pt x="102" y="300"/>
                    <a:pt x="227" y="300"/>
                  </a:cubicBezTo>
                  <a:cubicBezTo>
                    <a:pt x="352" y="300"/>
                    <a:pt x="453" y="207"/>
                    <a:pt x="453" y="92"/>
                  </a:cubicBezTo>
                  <a:cubicBezTo>
                    <a:pt x="453" y="87"/>
                    <a:pt x="453" y="81"/>
                    <a:pt x="452" y="76"/>
                  </a:cubicBezTo>
                  <a:cubicBezTo>
                    <a:pt x="416" y="145"/>
                    <a:pt x="338" y="192"/>
                    <a:pt x="249" y="192"/>
                  </a:cubicBez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7" name="Freeform 346"/>
            <p:cNvSpPr>
              <a:spLocks/>
            </p:cNvSpPr>
            <p:nvPr/>
          </p:nvSpPr>
          <p:spPr bwMode="auto">
            <a:xfrm>
              <a:off x="2363788" y="704850"/>
              <a:ext cx="461963" cy="392113"/>
            </a:xfrm>
            <a:custGeom>
              <a:avLst/>
              <a:gdLst>
                <a:gd name="T0" fmla="*/ 0 w 218"/>
                <a:gd name="T1" fmla="*/ 5 h 185"/>
                <a:gd name="T2" fmla="*/ 216 w 218"/>
                <a:gd name="T3" fmla="*/ 185 h 185"/>
                <a:gd name="T4" fmla="*/ 213 w 218"/>
                <a:gd name="T5" fmla="*/ 174 h 185"/>
                <a:gd name="T6" fmla="*/ 4 w 218"/>
                <a:gd name="T7" fmla="*/ 0 h 185"/>
                <a:gd name="T8" fmla="*/ 0 w 218"/>
                <a:gd name="T9" fmla="*/ 5 h 185"/>
              </a:gdLst>
              <a:ahLst/>
              <a:cxnLst>
                <a:cxn ang="0">
                  <a:pos x="T0" y="T1"/>
                </a:cxn>
                <a:cxn ang="0">
                  <a:pos x="T2" y="T3"/>
                </a:cxn>
                <a:cxn ang="0">
                  <a:pos x="T4" y="T5"/>
                </a:cxn>
                <a:cxn ang="0">
                  <a:pos x="T6" y="T7"/>
                </a:cxn>
                <a:cxn ang="0">
                  <a:pos x="T8" y="T9"/>
                </a:cxn>
              </a:cxnLst>
              <a:rect l="0" t="0" r="r" b="b"/>
              <a:pathLst>
                <a:path w="218" h="185">
                  <a:moveTo>
                    <a:pt x="0" y="5"/>
                  </a:moveTo>
                  <a:cubicBezTo>
                    <a:pt x="216" y="185"/>
                    <a:pt x="216" y="185"/>
                    <a:pt x="216" y="185"/>
                  </a:cubicBezTo>
                  <a:cubicBezTo>
                    <a:pt x="218" y="182"/>
                    <a:pt x="216" y="178"/>
                    <a:pt x="213" y="174"/>
                  </a:cubicBezTo>
                  <a:cubicBezTo>
                    <a:pt x="4" y="0"/>
                    <a:pt x="4" y="0"/>
                    <a:pt x="4" y="0"/>
                  </a:cubicBezTo>
                  <a:lnTo>
                    <a:pt x="0" y="5"/>
                  </a:lnTo>
                  <a:close/>
                </a:path>
              </a:pathLst>
            </a:custGeom>
            <a:solidFill>
              <a:srgbClr val="F9A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8" name="Freeform 347"/>
            <p:cNvSpPr>
              <a:spLocks/>
            </p:cNvSpPr>
            <p:nvPr/>
          </p:nvSpPr>
          <p:spPr bwMode="auto">
            <a:xfrm>
              <a:off x="2373313" y="679450"/>
              <a:ext cx="474663" cy="403225"/>
            </a:xfrm>
            <a:custGeom>
              <a:avLst/>
              <a:gdLst>
                <a:gd name="T0" fmla="*/ 10 w 224"/>
                <a:gd name="T1" fmla="*/ 0 h 190"/>
                <a:gd name="T2" fmla="*/ 0 w 224"/>
                <a:gd name="T3" fmla="*/ 12 h 190"/>
                <a:gd name="T4" fmla="*/ 209 w 224"/>
                <a:gd name="T5" fmla="*/ 186 h 190"/>
                <a:gd name="T6" fmla="*/ 209 w 224"/>
                <a:gd name="T7" fmla="*/ 186 h 190"/>
                <a:gd name="T8" fmla="*/ 209 w 224"/>
                <a:gd name="T9" fmla="*/ 186 h 190"/>
                <a:gd name="T10" fmla="*/ 222 w 224"/>
                <a:gd name="T11" fmla="*/ 187 h 190"/>
                <a:gd name="T12" fmla="*/ 219 w 224"/>
                <a:gd name="T13" fmla="*/ 174 h 190"/>
                <a:gd name="T14" fmla="*/ 219 w 224"/>
                <a:gd name="T15" fmla="*/ 175 h 190"/>
                <a:gd name="T16" fmla="*/ 219 w 224"/>
                <a:gd name="T17" fmla="*/ 174 h 190"/>
                <a:gd name="T18" fmla="*/ 219 w 224"/>
                <a:gd name="T19" fmla="*/ 174 h 190"/>
                <a:gd name="T20" fmla="*/ 10 w 224"/>
                <a:gd name="T2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 h="190">
                  <a:moveTo>
                    <a:pt x="10" y="0"/>
                  </a:moveTo>
                  <a:cubicBezTo>
                    <a:pt x="0" y="12"/>
                    <a:pt x="0" y="12"/>
                    <a:pt x="0" y="12"/>
                  </a:cubicBezTo>
                  <a:cubicBezTo>
                    <a:pt x="209" y="186"/>
                    <a:pt x="209" y="186"/>
                    <a:pt x="209" y="186"/>
                  </a:cubicBezTo>
                  <a:cubicBezTo>
                    <a:pt x="209" y="186"/>
                    <a:pt x="209" y="186"/>
                    <a:pt x="209" y="186"/>
                  </a:cubicBezTo>
                  <a:cubicBezTo>
                    <a:pt x="209" y="186"/>
                    <a:pt x="209" y="186"/>
                    <a:pt x="209" y="186"/>
                  </a:cubicBezTo>
                  <a:cubicBezTo>
                    <a:pt x="213" y="189"/>
                    <a:pt x="219" y="190"/>
                    <a:pt x="222" y="187"/>
                  </a:cubicBezTo>
                  <a:cubicBezTo>
                    <a:pt x="224" y="184"/>
                    <a:pt x="223" y="179"/>
                    <a:pt x="219" y="174"/>
                  </a:cubicBezTo>
                  <a:cubicBezTo>
                    <a:pt x="219" y="175"/>
                    <a:pt x="219" y="175"/>
                    <a:pt x="219" y="175"/>
                  </a:cubicBezTo>
                  <a:cubicBezTo>
                    <a:pt x="219" y="174"/>
                    <a:pt x="219" y="174"/>
                    <a:pt x="219" y="174"/>
                  </a:cubicBezTo>
                  <a:cubicBezTo>
                    <a:pt x="219" y="174"/>
                    <a:pt x="219" y="174"/>
                    <a:pt x="219" y="174"/>
                  </a:cubicBezTo>
                  <a:lnTo>
                    <a:pt x="10" y="0"/>
                  </a:lnTo>
                  <a:close/>
                </a:path>
              </a:pathLst>
            </a:custGeom>
            <a:solidFill>
              <a:srgbClr val="F5E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79" name="Freeform 348"/>
            <p:cNvSpPr>
              <a:spLocks/>
            </p:cNvSpPr>
            <p:nvPr/>
          </p:nvSpPr>
          <p:spPr bwMode="auto">
            <a:xfrm>
              <a:off x="2393950" y="669925"/>
              <a:ext cx="468313" cy="387350"/>
            </a:xfrm>
            <a:custGeom>
              <a:avLst/>
              <a:gdLst>
                <a:gd name="T0" fmla="*/ 209 w 221"/>
                <a:gd name="T1" fmla="*/ 179 h 183"/>
                <a:gd name="T2" fmla="*/ 221 w 221"/>
                <a:gd name="T3" fmla="*/ 181 h 183"/>
                <a:gd name="T4" fmla="*/ 4 w 221"/>
                <a:gd name="T5" fmla="*/ 0 h 183"/>
                <a:gd name="T6" fmla="*/ 0 w 221"/>
                <a:gd name="T7" fmla="*/ 5 h 183"/>
                <a:gd name="T8" fmla="*/ 209 w 221"/>
                <a:gd name="T9" fmla="*/ 179 h 183"/>
              </a:gdLst>
              <a:ahLst/>
              <a:cxnLst>
                <a:cxn ang="0">
                  <a:pos x="T0" y="T1"/>
                </a:cxn>
                <a:cxn ang="0">
                  <a:pos x="T2" y="T3"/>
                </a:cxn>
                <a:cxn ang="0">
                  <a:pos x="T4" y="T5"/>
                </a:cxn>
                <a:cxn ang="0">
                  <a:pos x="T6" y="T7"/>
                </a:cxn>
                <a:cxn ang="0">
                  <a:pos x="T8" y="T9"/>
                </a:cxn>
              </a:cxnLst>
              <a:rect l="0" t="0" r="r" b="b"/>
              <a:pathLst>
                <a:path w="221" h="183">
                  <a:moveTo>
                    <a:pt x="209" y="179"/>
                  </a:moveTo>
                  <a:cubicBezTo>
                    <a:pt x="213" y="182"/>
                    <a:pt x="218" y="183"/>
                    <a:pt x="221" y="181"/>
                  </a:cubicBezTo>
                  <a:cubicBezTo>
                    <a:pt x="4" y="0"/>
                    <a:pt x="4" y="0"/>
                    <a:pt x="4" y="0"/>
                  </a:cubicBezTo>
                  <a:cubicBezTo>
                    <a:pt x="0" y="5"/>
                    <a:pt x="0" y="5"/>
                    <a:pt x="0" y="5"/>
                  </a:cubicBezTo>
                  <a:lnTo>
                    <a:pt x="209" y="179"/>
                  </a:lnTo>
                  <a:close/>
                </a:path>
              </a:pathLst>
            </a:custGeom>
            <a:solidFill>
              <a:srgbClr val="F9A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0" name="Freeform 349"/>
            <p:cNvSpPr>
              <a:spLocks/>
            </p:cNvSpPr>
            <p:nvPr/>
          </p:nvSpPr>
          <p:spPr bwMode="auto">
            <a:xfrm>
              <a:off x="2816225" y="1049337"/>
              <a:ext cx="69850" cy="63500"/>
            </a:xfrm>
            <a:custGeom>
              <a:avLst/>
              <a:gdLst>
                <a:gd name="T0" fmla="*/ 22 w 33"/>
                <a:gd name="T1" fmla="*/ 2 h 30"/>
                <a:gd name="T2" fmla="*/ 10 w 33"/>
                <a:gd name="T3" fmla="*/ 0 h 30"/>
                <a:gd name="T4" fmla="*/ 10 w 33"/>
                <a:gd name="T5" fmla="*/ 0 h 30"/>
                <a:gd name="T6" fmla="*/ 10 w 33"/>
                <a:gd name="T7" fmla="*/ 1 h 30"/>
                <a:gd name="T8" fmla="*/ 10 w 33"/>
                <a:gd name="T9" fmla="*/ 0 h 30"/>
                <a:gd name="T10" fmla="*/ 13 w 33"/>
                <a:gd name="T11" fmla="*/ 13 h 30"/>
                <a:gd name="T12" fmla="*/ 0 w 33"/>
                <a:gd name="T13" fmla="*/ 12 h 30"/>
                <a:gd name="T14" fmla="*/ 0 w 33"/>
                <a:gd name="T15" fmla="*/ 12 h 30"/>
                <a:gd name="T16" fmla="*/ 0 w 33"/>
                <a:gd name="T17" fmla="*/ 12 h 30"/>
                <a:gd name="T18" fmla="*/ 3 w 33"/>
                <a:gd name="T19" fmla="*/ 24 h 30"/>
                <a:gd name="T20" fmla="*/ 33 w 33"/>
                <a:gd name="T21" fmla="*/ 30 h 30"/>
                <a:gd name="T22" fmla="*/ 22 w 33"/>
                <a:gd name="T23"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0">
                  <a:moveTo>
                    <a:pt x="22" y="2"/>
                  </a:moveTo>
                  <a:cubicBezTo>
                    <a:pt x="19" y="4"/>
                    <a:pt x="14" y="3"/>
                    <a:pt x="10" y="0"/>
                  </a:cubicBezTo>
                  <a:cubicBezTo>
                    <a:pt x="10" y="0"/>
                    <a:pt x="10" y="0"/>
                    <a:pt x="10" y="0"/>
                  </a:cubicBezTo>
                  <a:cubicBezTo>
                    <a:pt x="10" y="1"/>
                    <a:pt x="10" y="1"/>
                    <a:pt x="10" y="1"/>
                  </a:cubicBezTo>
                  <a:cubicBezTo>
                    <a:pt x="10" y="0"/>
                    <a:pt x="10" y="0"/>
                    <a:pt x="10" y="0"/>
                  </a:cubicBezTo>
                  <a:cubicBezTo>
                    <a:pt x="14" y="5"/>
                    <a:pt x="15" y="10"/>
                    <a:pt x="13" y="13"/>
                  </a:cubicBezTo>
                  <a:cubicBezTo>
                    <a:pt x="10" y="16"/>
                    <a:pt x="4" y="15"/>
                    <a:pt x="0" y="12"/>
                  </a:cubicBezTo>
                  <a:cubicBezTo>
                    <a:pt x="0" y="12"/>
                    <a:pt x="0" y="12"/>
                    <a:pt x="0" y="12"/>
                  </a:cubicBezTo>
                  <a:cubicBezTo>
                    <a:pt x="0" y="12"/>
                    <a:pt x="0" y="12"/>
                    <a:pt x="0" y="12"/>
                  </a:cubicBezTo>
                  <a:cubicBezTo>
                    <a:pt x="3" y="16"/>
                    <a:pt x="5" y="20"/>
                    <a:pt x="3" y="24"/>
                  </a:cubicBezTo>
                  <a:cubicBezTo>
                    <a:pt x="33" y="30"/>
                    <a:pt x="33" y="30"/>
                    <a:pt x="33" y="30"/>
                  </a:cubicBezTo>
                  <a:lnTo>
                    <a:pt x="22" y="2"/>
                  </a:lnTo>
                  <a:close/>
                </a:path>
              </a:pathLst>
            </a:custGeom>
            <a:solidFill>
              <a:srgbClr val="F0B1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1" name="Freeform 350"/>
            <p:cNvSpPr>
              <a:spLocks/>
            </p:cNvSpPr>
            <p:nvPr/>
          </p:nvSpPr>
          <p:spPr bwMode="auto">
            <a:xfrm>
              <a:off x="2854325" y="1082675"/>
              <a:ext cx="31750" cy="30163"/>
            </a:xfrm>
            <a:custGeom>
              <a:avLst/>
              <a:gdLst>
                <a:gd name="T0" fmla="*/ 0 w 15"/>
                <a:gd name="T1" fmla="*/ 11 h 14"/>
                <a:gd name="T2" fmla="*/ 15 w 15"/>
                <a:gd name="T3" fmla="*/ 14 h 14"/>
                <a:gd name="T4" fmla="*/ 9 w 15"/>
                <a:gd name="T5" fmla="*/ 0 h 14"/>
                <a:gd name="T6" fmla="*/ 4 w 15"/>
                <a:gd name="T7" fmla="*/ 5 h 14"/>
                <a:gd name="T8" fmla="*/ 0 w 15"/>
                <a:gd name="T9" fmla="*/ 11 h 14"/>
              </a:gdLst>
              <a:ahLst/>
              <a:cxnLst>
                <a:cxn ang="0">
                  <a:pos x="T0" y="T1"/>
                </a:cxn>
                <a:cxn ang="0">
                  <a:pos x="T2" y="T3"/>
                </a:cxn>
                <a:cxn ang="0">
                  <a:pos x="T4" y="T5"/>
                </a:cxn>
                <a:cxn ang="0">
                  <a:pos x="T6" y="T7"/>
                </a:cxn>
                <a:cxn ang="0">
                  <a:pos x="T8" y="T9"/>
                </a:cxn>
              </a:cxnLst>
              <a:rect l="0" t="0" r="r" b="b"/>
              <a:pathLst>
                <a:path w="15" h="14">
                  <a:moveTo>
                    <a:pt x="0" y="11"/>
                  </a:moveTo>
                  <a:cubicBezTo>
                    <a:pt x="15" y="14"/>
                    <a:pt x="15" y="14"/>
                    <a:pt x="15" y="14"/>
                  </a:cubicBezTo>
                  <a:cubicBezTo>
                    <a:pt x="9" y="0"/>
                    <a:pt x="9" y="0"/>
                    <a:pt x="9" y="0"/>
                  </a:cubicBezTo>
                  <a:cubicBezTo>
                    <a:pt x="7" y="2"/>
                    <a:pt x="5" y="3"/>
                    <a:pt x="4" y="5"/>
                  </a:cubicBezTo>
                  <a:cubicBezTo>
                    <a:pt x="2" y="7"/>
                    <a:pt x="1" y="9"/>
                    <a:pt x="0" y="11"/>
                  </a:cubicBezTo>
                  <a:close/>
                </a:path>
              </a:pathLst>
            </a:custGeom>
            <a:solidFill>
              <a:srgbClr val="10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2" name="Freeform 351"/>
            <p:cNvSpPr>
              <a:spLocks/>
            </p:cNvSpPr>
            <p:nvPr/>
          </p:nvSpPr>
          <p:spPr bwMode="auto">
            <a:xfrm>
              <a:off x="2343150" y="685800"/>
              <a:ext cx="30163" cy="28575"/>
            </a:xfrm>
            <a:custGeom>
              <a:avLst/>
              <a:gdLst>
                <a:gd name="T0" fmla="*/ 13 w 19"/>
                <a:gd name="T1" fmla="*/ 18 h 18"/>
                <a:gd name="T2" fmla="*/ 19 w 19"/>
                <a:gd name="T3" fmla="*/ 12 h 18"/>
                <a:gd name="T4" fmla="*/ 5 w 19"/>
                <a:gd name="T5" fmla="*/ 0 h 18"/>
                <a:gd name="T6" fmla="*/ 0 w 19"/>
                <a:gd name="T7" fmla="*/ 7 h 18"/>
                <a:gd name="T8" fmla="*/ 13 w 19"/>
                <a:gd name="T9" fmla="*/ 18 h 18"/>
              </a:gdLst>
              <a:ahLst/>
              <a:cxnLst>
                <a:cxn ang="0">
                  <a:pos x="T0" y="T1"/>
                </a:cxn>
                <a:cxn ang="0">
                  <a:pos x="T2" y="T3"/>
                </a:cxn>
                <a:cxn ang="0">
                  <a:pos x="T4" y="T5"/>
                </a:cxn>
                <a:cxn ang="0">
                  <a:pos x="T6" y="T7"/>
                </a:cxn>
                <a:cxn ang="0">
                  <a:pos x="T8" y="T9"/>
                </a:cxn>
              </a:cxnLst>
              <a:rect l="0" t="0" r="r" b="b"/>
              <a:pathLst>
                <a:path w="19" h="18">
                  <a:moveTo>
                    <a:pt x="13" y="18"/>
                  </a:moveTo>
                  <a:lnTo>
                    <a:pt x="19" y="12"/>
                  </a:lnTo>
                  <a:lnTo>
                    <a:pt x="5" y="0"/>
                  </a:lnTo>
                  <a:lnTo>
                    <a:pt x="0" y="7"/>
                  </a:lnTo>
                  <a:lnTo>
                    <a:pt x="13" y="18"/>
                  </a:lnTo>
                  <a:close/>
                </a:path>
              </a:pathLst>
            </a:custGeom>
            <a:solidFill>
              <a:srgbClr val="C62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3" name="Freeform 352"/>
            <p:cNvSpPr>
              <a:spLocks/>
            </p:cNvSpPr>
            <p:nvPr/>
          </p:nvSpPr>
          <p:spPr bwMode="auto">
            <a:xfrm>
              <a:off x="2351088" y="663575"/>
              <a:ext cx="42863" cy="41275"/>
            </a:xfrm>
            <a:custGeom>
              <a:avLst/>
              <a:gdLst>
                <a:gd name="T0" fmla="*/ 14 w 27"/>
                <a:gd name="T1" fmla="*/ 26 h 26"/>
                <a:gd name="T2" fmla="*/ 27 w 27"/>
                <a:gd name="T3" fmla="*/ 10 h 26"/>
                <a:gd name="T4" fmla="*/ 14 w 27"/>
                <a:gd name="T5" fmla="*/ 0 h 26"/>
                <a:gd name="T6" fmla="*/ 0 w 27"/>
                <a:gd name="T7" fmla="*/ 14 h 26"/>
                <a:gd name="T8" fmla="*/ 14 w 27"/>
                <a:gd name="T9" fmla="*/ 26 h 26"/>
              </a:gdLst>
              <a:ahLst/>
              <a:cxnLst>
                <a:cxn ang="0">
                  <a:pos x="T0" y="T1"/>
                </a:cxn>
                <a:cxn ang="0">
                  <a:pos x="T2" y="T3"/>
                </a:cxn>
                <a:cxn ang="0">
                  <a:pos x="T4" y="T5"/>
                </a:cxn>
                <a:cxn ang="0">
                  <a:pos x="T6" y="T7"/>
                </a:cxn>
                <a:cxn ang="0">
                  <a:pos x="T8" y="T9"/>
                </a:cxn>
              </a:cxnLst>
              <a:rect l="0" t="0" r="r" b="b"/>
              <a:pathLst>
                <a:path w="27" h="26">
                  <a:moveTo>
                    <a:pt x="14" y="26"/>
                  </a:moveTo>
                  <a:lnTo>
                    <a:pt x="27" y="10"/>
                  </a:lnTo>
                  <a:lnTo>
                    <a:pt x="14" y="0"/>
                  </a:lnTo>
                  <a:lnTo>
                    <a:pt x="0" y="14"/>
                  </a:lnTo>
                  <a:lnTo>
                    <a:pt x="14" y="26"/>
                  </a:lnTo>
                  <a:close/>
                </a:path>
              </a:pathLst>
            </a:custGeom>
            <a:solidFill>
              <a:srgbClr val="F85A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4" name="Freeform 353"/>
            <p:cNvSpPr>
              <a:spLocks/>
            </p:cNvSpPr>
            <p:nvPr/>
          </p:nvSpPr>
          <p:spPr bwMode="auto">
            <a:xfrm>
              <a:off x="2373313" y="652462"/>
              <a:ext cx="28575" cy="26988"/>
            </a:xfrm>
            <a:custGeom>
              <a:avLst/>
              <a:gdLst>
                <a:gd name="T0" fmla="*/ 13 w 18"/>
                <a:gd name="T1" fmla="*/ 17 h 17"/>
                <a:gd name="T2" fmla="*/ 18 w 18"/>
                <a:gd name="T3" fmla="*/ 11 h 17"/>
                <a:gd name="T4" fmla="*/ 5 w 18"/>
                <a:gd name="T5" fmla="*/ 0 h 17"/>
                <a:gd name="T6" fmla="*/ 0 w 18"/>
                <a:gd name="T7" fmla="*/ 7 h 17"/>
                <a:gd name="T8" fmla="*/ 13 w 18"/>
                <a:gd name="T9" fmla="*/ 17 h 17"/>
              </a:gdLst>
              <a:ahLst/>
              <a:cxnLst>
                <a:cxn ang="0">
                  <a:pos x="T0" y="T1"/>
                </a:cxn>
                <a:cxn ang="0">
                  <a:pos x="T2" y="T3"/>
                </a:cxn>
                <a:cxn ang="0">
                  <a:pos x="T4" y="T5"/>
                </a:cxn>
                <a:cxn ang="0">
                  <a:pos x="T6" y="T7"/>
                </a:cxn>
                <a:cxn ang="0">
                  <a:pos x="T8" y="T9"/>
                </a:cxn>
              </a:cxnLst>
              <a:rect l="0" t="0" r="r" b="b"/>
              <a:pathLst>
                <a:path w="18" h="17">
                  <a:moveTo>
                    <a:pt x="13" y="17"/>
                  </a:moveTo>
                  <a:lnTo>
                    <a:pt x="18" y="11"/>
                  </a:lnTo>
                  <a:lnTo>
                    <a:pt x="5" y="0"/>
                  </a:lnTo>
                  <a:lnTo>
                    <a:pt x="0" y="7"/>
                  </a:lnTo>
                  <a:lnTo>
                    <a:pt x="13" y="17"/>
                  </a:lnTo>
                  <a:close/>
                </a:path>
              </a:pathLst>
            </a:custGeom>
            <a:solidFill>
              <a:srgbClr val="C62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5" name="Freeform 354"/>
            <p:cNvSpPr>
              <a:spLocks noEditPoints="1"/>
            </p:cNvSpPr>
            <p:nvPr/>
          </p:nvSpPr>
          <p:spPr bwMode="auto">
            <a:xfrm>
              <a:off x="2886075" y="1239837"/>
              <a:ext cx="720725" cy="82550"/>
            </a:xfrm>
            <a:custGeom>
              <a:avLst/>
              <a:gdLst>
                <a:gd name="T0" fmla="*/ 0 w 340"/>
                <a:gd name="T1" fmla="*/ 0 h 39"/>
                <a:gd name="T2" fmla="*/ 0 w 340"/>
                <a:gd name="T3" fmla="*/ 39 h 39"/>
                <a:gd name="T4" fmla="*/ 340 w 340"/>
                <a:gd name="T5" fmla="*/ 39 h 39"/>
                <a:gd name="T6" fmla="*/ 340 w 340"/>
                <a:gd name="T7" fmla="*/ 0 h 39"/>
                <a:gd name="T8" fmla="*/ 0 w 340"/>
                <a:gd name="T9" fmla="*/ 0 h 39"/>
                <a:gd name="T10" fmla="*/ 9 w 340"/>
                <a:gd name="T11" fmla="*/ 26 h 39"/>
                <a:gd name="T12" fmla="*/ 5 w 340"/>
                <a:gd name="T13" fmla="*/ 22 h 39"/>
                <a:gd name="T14" fmla="*/ 9 w 340"/>
                <a:gd name="T15" fmla="*/ 18 h 39"/>
                <a:gd name="T16" fmla="*/ 13 w 340"/>
                <a:gd name="T17" fmla="*/ 22 h 39"/>
                <a:gd name="T18" fmla="*/ 9 w 340"/>
                <a:gd name="T19" fmla="*/ 2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0" h="39">
                  <a:moveTo>
                    <a:pt x="0" y="0"/>
                  </a:moveTo>
                  <a:cubicBezTo>
                    <a:pt x="0" y="39"/>
                    <a:pt x="0" y="39"/>
                    <a:pt x="0" y="39"/>
                  </a:cubicBezTo>
                  <a:cubicBezTo>
                    <a:pt x="340" y="39"/>
                    <a:pt x="340" y="39"/>
                    <a:pt x="340" y="39"/>
                  </a:cubicBezTo>
                  <a:cubicBezTo>
                    <a:pt x="340" y="0"/>
                    <a:pt x="340" y="0"/>
                    <a:pt x="340" y="0"/>
                  </a:cubicBezTo>
                  <a:lnTo>
                    <a:pt x="0" y="0"/>
                  </a:lnTo>
                  <a:close/>
                  <a:moveTo>
                    <a:pt x="9" y="26"/>
                  </a:moveTo>
                  <a:cubicBezTo>
                    <a:pt x="7" y="26"/>
                    <a:pt x="5" y="24"/>
                    <a:pt x="5" y="22"/>
                  </a:cubicBezTo>
                  <a:cubicBezTo>
                    <a:pt x="5" y="20"/>
                    <a:pt x="7" y="18"/>
                    <a:pt x="9" y="18"/>
                  </a:cubicBezTo>
                  <a:cubicBezTo>
                    <a:pt x="11" y="18"/>
                    <a:pt x="13" y="20"/>
                    <a:pt x="13" y="22"/>
                  </a:cubicBezTo>
                  <a:cubicBezTo>
                    <a:pt x="13" y="24"/>
                    <a:pt x="11" y="26"/>
                    <a:pt x="9" y="26"/>
                  </a:cubicBezTo>
                  <a:close/>
                </a:path>
              </a:pathLst>
            </a:custGeom>
            <a:solidFill>
              <a:srgbClr val="F5E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6" name="Rectangle 355"/>
            <p:cNvSpPr>
              <a:spLocks noChangeArrowheads="1"/>
            </p:cNvSpPr>
            <p:nvPr/>
          </p:nvSpPr>
          <p:spPr bwMode="auto">
            <a:xfrm>
              <a:off x="2886075" y="1239837"/>
              <a:ext cx="720725" cy="22225"/>
            </a:xfrm>
            <a:prstGeom prst="rect">
              <a:avLst/>
            </a:prstGeom>
            <a:solidFill>
              <a:srgbClr val="FFD4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7" name="Rectangle 356"/>
            <p:cNvSpPr>
              <a:spLocks noChangeArrowheads="1"/>
            </p:cNvSpPr>
            <p:nvPr/>
          </p:nvSpPr>
          <p:spPr bwMode="auto">
            <a:xfrm>
              <a:off x="2886075" y="1309687"/>
              <a:ext cx="720725" cy="12700"/>
            </a:xfrm>
            <a:prstGeom prst="rect">
              <a:avLst/>
            </a:prstGeom>
            <a:solidFill>
              <a:srgbClr val="FFD4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8" name="Rectangle 357"/>
            <p:cNvSpPr>
              <a:spLocks noChangeArrowheads="1"/>
            </p:cNvSpPr>
            <p:nvPr/>
          </p:nvSpPr>
          <p:spPr bwMode="auto">
            <a:xfrm>
              <a:off x="2895600"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89" name="Rectangle 358"/>
            <p:cNvSpPr>
              <a:spLocks noChangeArrowheads="1"/>
            </p:cNvSpPr>
            <p:nvPr/>
          </p:nvSpPr>
          <p:spPr bwMode="auto">
            <a:xfrm>
              <a:off x="2919413"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0" name="Rectangle 359"/>
            <p:cNvSpPr>
              <a:spLocks noChangeArrowheads="1"/>
            </p:cNvSpPr>
            <p:nvPr/>
          </p:nvSpPr>
          <p:spPr bwMode="auto">
            <a:xfrm>
              <a:off x="29432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1" name="Rectangle 360"/>
            <p:cNvSpPr>
              <a:spLocks noChangeArrowheads="1"/>
            </p:cNvSpPr>
            <p:nvPr/>
          </p:nvSpPr>
          <p:spPr bwMode="auto">
            <a:xfrm>
              <a:off x="29670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2" name="Rectangle 361"/>
            <p:cNvSpPr>
              <a:spLocks noChangeArrowheads="1"/>
            </p:cNvSpPr>
            <p:nvPr/>
          </p:nvSpPr>
          <p:spPr bwMode="auto">
            <a:xfrm>
              <a:off x="298926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3" name="Rectangle 362"/>
            <p:cNvSpPr>
              <a:spLocks noChangeArrowheads="1"/>
            </p:cNvSpPr>
            <p:nvPr/>
          </p:nvSpPr>
          <p:spPr bwMode="auto">
            <a:xfrm>
              <a:off x="30130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4" name="Rectangle 363"/>
            <p:cNvSpPr>
              <a:spLocks noChangeArrowheads="1"/>
            </p:cNvSpPr>
            <p:nvPr/>
          </p:nvSpPr>
          <p:spPr bwMode="auto">
            <a:xfrm>
              <a:off x="30368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5" name="Rectangle 364"/>
            <p:cNvSpPr>
              <a:spLocks noChangeArrowheads="1"/>
            </p:cNvSpPr>
            <p:nvPr/>
          </p:nvSpPr>
          <p:spPr bwMode="auto">
            <a:xfrm>
              <a:off x="305911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6" name="Rectangle 365"/>
            <p:cNvSpPr>
              <a:spLocks noChangeArrowheads="1"/>
            </p:cNvSpPr>
            <p:nvPr/>
          </p:nvSpPr>
          <p:spPr bwMode="auto">
            <a:xfrm>
              <a:off x="30829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7" name="Rectangle 366"/>
            <p:cNvSpPr>
              <a:spLocks noChangeArrowheads="1"/>
            </p:cNvSpPr>
            <p:nvPr/>
          </p:nvSpPr>
          <p:spPr bwMode="auto">
            <a:xfrm>
              <a:off x="31067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8" name="Rectangle 367"/>
            <p:cNvSpPr>
              <a:spLocks noChangeArrowheads="1"/>
            </p:cNvSpPr>
            <p:nvPr/>
          </p:nvSpPr>
          <p:spPr bwMode="auto">
            <a:xfrm>
              <a:off x="3128963"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99" name="Rectangle 368"/>
            <p:cNvSpPr>
              <a:spLocks noChangeArrowheads="1"/>
            </p:cNvSpPr>
            <p:nvPr/>
          </p:nvSpPr>
          <p:spPr bwMode="auto">
            <a:xfrm>
              <a:off x="31527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0" name="Rectangle 369"/>
            <p:cNvSpPr>
              <a:spLocks noChangeArrowheads="1"/>
            </p:cNvSpPr>
            <p:nvPr/>
          </p:nvSpPr>
          <p:spPr bwMode="auto">
            <a:xfrm>
              <a:off x="31765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1" name="Rectangle 370"/>
            <p:cNvSpPr>
              <a:spLocks noChangeArrowheads="1"/>
            </p:cNvSpPr>
            <p:nvPr/>
          </p:nvSpPr>
          <p:spPr bwMode="auto">
            <a:xfrm>
              <a:off x="3198813"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2" name="Rectangle 371"/>
            <p:cNvSpPr>
              <a:spLocks noChangeArrowheads="1"/>
            </p:cNvSpPr>
            <p:nvPr/>
          </p:nvSpPr>
          <p:spPr bwMode="auto">
            <a:xfrm>
              <a:off x="32226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3" name="Rectangle 372"/>
            <p:cNvSpPr>
              <a:spLocks noChangeArrowheads="1"/>
            </p:cNvSpPr>
            <p:nvPr/>
          </p:nvSpPr>
          <p:spPr bwMode="auto">
            <a:xfrm>
              <a:off x="324326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4" name="Rectangle 373"/>
            <p:cNvSpPr>
              <a:spLocks noChangeArrowheads="1"/>
            </p:cNvSpPr>
            <p:nvPr/>
          </p:nvSpPr>
          <p:spPr bwMode="auto">
            <a:xfrm>
              <a:off x="32670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5" name="Rectangle 374"/>
            <p:cNvSpPr>
              <a:spLocks noChangeArrowheads="1"/>
            </p:cNvSpPr>
            <p:nvPr/>
          </p:nvSpPr>
          <p:spPr bwMode="auto">
            <a:xfrm>
              <a:off x="32908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6" name="Rectangle 375"/>
            <p:cNvSpPr>
              <a:spLocks noChangeArrowheads="1"/>
            </p:cNvSpPr>
            <p:nvPr/>
          </p:nvSpPr>
          <p:spPr bwMode="auto">
            <a:xfrm>
              <a:off x="331311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7" name="Rectangle 376"/>
            <p:cNvSpPr>
              <a:spLocks noChangeArrowheads="1"/>
            </p:cNvSpPr>
            <p:nvPr/>
          </p:nvSpPr>
          <p:spPr bwMode="auto">
            <a:xfrm>
              <a:off x="33369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8" name="Rectangle 377"/>
            <p:cNvSpPr>
              <a:spLocks noChangeArrowheads="1"/>
            </p:cNvSpPr>
            <p:nvPr/>
          </p:nvSpPr>
          <p:spPr bwMode="auto">
            <a:xfrm>
              <a:off x="33607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09" name="Rectangle 378"/>
            <p:cNvSpPr>
              <a:spLocks noChangeArrowheads="1"/>
            </p:cNvSpPr>
            <p:nvPr/>
          </p:nvSpPr>
          <p:spPr bwMode="auto">
            <a:xfrm>
              <a:off x="338296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0" name="Rectangle 379"/>
            <p:cNvSpPr>
              <a:spLocks noChangeArrowheads="1"/>
            </p:cNvSpPr>
            <p:nvPr/>
          </p:nvSpPr>
          <p:spPr bwMode="auto">
            <a:xfrm>
              <a:off x="34067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1" name="Rectangle 380"/>
            <p:cNvSpPr>
              <a:spLocks noChangeArrowheads="1"/>
            </p:cNvSpPr>
            <p:nvPr/>
          </p:nvSpPr>
          <p:spPr bwMode="auto">
            <a:xfrm>
              <a:off x="34305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2" name="Rectangle 381"/>
            <p:cNvSpPr>
              <a:spLocks noChangeArrowheads="1"/>
            </p:cNvSpPr>
            <p:nvPr/>
          </p:nvSpPr>
          <p:spPr bwMode="auto">
            <a:xfrm>
              <a:off x="345281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3" name="Rectangle 382"/>
            <p:cNvSpPr>
              <a:spLocks noChangeArrowheads="1"/>
            </p:cNvSpPr>
            <p:nvPr/>
          </p:nvSpPr>
          <p:spPr bwMode="auto">
            <a:xfrm>
              <a:off x="34766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4" name="Rectangle 383"/>
            <p:cNvSpPr>
              <a:spLocks noChangeArrowheads="1"/>
            </p:cNvSpPr>
            <p:nvPr/>
          </p:nvSpPr>
          <p:spPr bwMode="auto">
            <a:xfrm>
              <a:off x="35004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5" name="Rectangle 384"/>
            <p:cNvSpPr>
              <a:spLocks noChangeArrowheads="1"/>
            </p:cNvSpPr>
            <p:nvPr/>
          </p:nvSpPr>
          <p:spPr bwMode="auto">
            <a:xfrm>
              <a:off x="3524250"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6" name="Rectangle 385"/>
            <p:cNvSpPr>
              <a:spLocks noChangeArrowheads="1"/>
            </p:cNvSpPr>
            <p:nvPr/>
          </p:nvSpPr>
          <p:spPr bwMode="auto">
            <a:xfrm>
              <a:off x="3546475"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7" name="Rectangle 386"/>
            <p:cNvSpPr>
              <a:spLocks noChangeArrowheads="1"/>
            </p:cNvSpPr>
            <p:nvPr/>
          </p:nvSpPr>
          <p:spPr bwMode="auto">
            <a:xfrm>
              <a:off x="35702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8" name="Rectangle 387"/>
            <p:cNvSpPr>
              <a:spLocks noChangeArrowheads="1"/>
            </p:cNvSpPr>
            <p:nvPr/>
          </p:nvSpPr>
          <p:spPr bwMode="auto">
            <a:xfrm>
              <a:off x="3594100"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19" name="Rectangle 388"/>
            <p:cNvSpPr>
              <a:spLocks noChangeArrowheads="1"/>
            </p:cNvSpPr>
            <p:nvPr/>
          </p:nvSpPr>
          <p:spPr bwMode="auto">
            <a:xfrm>
              <a:off x="2908300"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0" name="Rectangle 389"/>
            <p:cNvSpPr>
              <a:spLocks noChangeArrowheads="1"/>
            </p:cNvSpPr>
            <p:nvPr/>
          </p:nvSpPr>
          <p:spPr bwMode="auto">
            <a:xfrm>
              <a:off x="293211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1" name="Rectangle 390"/>
            <p:cNvSpPr>
              <a:spLocks noChangeArrowheads="1"/>
            </p:cNvSpPr>
            <p:nvPr/>
          </p:nvSpPr>
          <p:spPr bwMode="auto">
            <a:xfrm>
              <a:off x="2955925" y="1239837"/>
              <a:ext cx="1588" cy="6350"/>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2" name="Rectangle 391"/>
            <p:cNvSpPr>
              <a:spLocks noChangeArrowheads="1"/>
            </p:cNvSpPr>
            <p:nvPr/>
          </p:nvSpPr>
          <p:spPr bwMode="auto">
            <a:xfrm>
              <a:off x="29797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3" name="Rectangle 392"/>
            <p:cNvSpPr>
              <a:spLocks noChangeArrowheads="1"/>
            </p:cNvSpPr>
            <p:nvPr/>
          </p:nvSpPr>
          <p:spPr bwMode="auto">
            <a:xfrm>
              <a:off x="300196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4" name="Rectangle 393"/>
            <p:cNvSpPr>
              <a:spLocks noChangeArrowheads="1"/>
            </p:cNvSpPr>
            <p:nvPr/>
          </p:nvSpPr>
          <p:spPr bwMode="auto">
            <a:xfrm>
              <a:off x="30241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5" name="Rectangle 394"/>
            <p:cNvSpPr>
              <a:spLocks noChangeArrowheads="1"/>
            </p:cNvSpPr>
            <p:nvPr/>
          </p:nvSpPr>
          <p:spPr bwMode="auto">
            <a:xfrm>
              <a:off x="304641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6" name="Rectangle 395"/>
            <p:cNvSpPr>
              <a:spLocks noChangeArrowheads="1"/>
            </p:cNvSpPr>
            <p:nvPr/>
          </p:nvSpPr>
          <p:spPr bwMode="auto">
            <a:xfrm>
              <a:off x="30702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7" name="Rectangle 396"/>
            <p:cNvSpPr>
              <a:spLocks noChangeArrowheads="1"/>
            </p:cNvSpPr>
            <p:nvPr/>
          </p:nvSpPr>
          <p:spPr bwMode="auto">
            <a:xfrm>
              <a:off x="30940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8" name="Rectangle 397"/>
            <p:cNvSpPr>
              <a:spLocks noChangeArrowheads="1"/>
            </p:cNvSpPr>
            <p:nvPr/>
          </p:nvSpPr>
          <p:spPr bwMode="auto">
            <a:xfrm>
              <a:off x="311626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29" name="Rectangle 398"/>
            <p:cNvSpPr>
              <a:spLocks noChangeArrowheads="1"/>
            </p:cNvSpPr>
            <p:nvPr/>
          </p:nvSpPr>
          <p:spPr bwMode="auto">
            <a:xfrm>
              <a:off x="31400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0" name="Rectangle 399"/>
            <p:cNvSpPr>
              <a:spLocks noChangeArrowheads="1"/>
            </p:cNvSpPr>
            <p:nvPr/>
          </p:nvSpPr>
          <p:spPr bwMode="auto">
            <a:xfrm>
              <a:off x="31638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1" name="Rectangle 400"/>
            <p:cNvSpPr>
              <a:spLocks noChangeArrowheads="1"/>
            </p:cNvSpPr>
            <p:nvPr/>
          </p:nvSpPr>
          <p:spPr bwMode="auto">
            <a:xfrm>
              <a:off x="318611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2" name="Rectangle 401"/>
            <p:cNvSpPr>
              <a:spLocks noChangeArrowheads="1"/>
            </p:cNvSpPr>
            <p:nvPr/>
          </p:nvSpPr>
          <p:spPr bwMode="auto">
            <a:xfrm>
              <a:off x="32099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3" name="Rectangle 402"/>
            <p:cNvSpPr>
              <a:spLocks noChangeArrowheads="1"/>
            </p:cNvSpPr>
            <p:nvPr/>
          </p:nvSpPr>
          <p:spPr bwMode="auto">
            <a:xfrm>
              <a:off x="32337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4" name="Rectangle 403"/>
            <p:cNvSpPr>
              <a:spLocks noChangeArrowheads="1"/>
            </p:cNvSpPr>
            <p:nvPr/>
          </p:nvSpPr>
          <p:spPr bwMode="auto">
            <a:xfrm>
              <a:off x="325596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5" name="Rectangle 404"/>
            <p:cNvSpPr>
              <a:spLocks noChangeArrowheads="1"/>
            </p:cNvSpPr>
            <p:nvPr/>
          </p:nvSpPr>
          <p:spPr bwMode="auto">
            <a:xfrm>
              <a:off x="32797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6" name="Rectangle 405"/>
            <p:cNvSpPr>
              <a:spLocks noChangeArrowheads="1"/>
            </p:cNvSpPr>
            <p:nvPr/>
          </p:nvSpPr>
          <p:spPr bwMode="auto">
            <a:xfrm>
              <a:off x="33035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7" name="Rectangle 407"/>
            <p:cNvSpPr>
              <a:spLocks noChangeArrowheads="1"/>
            </p:cNvSpPr>
            <p:nvPr/>
          </p:nvSpPr>
          <p:spPr bwMode="auto">
            <a:xfrm>
              <a:off x="332581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8" name="Rectangle 408"/>
            <p:cNvSpPr>
              <a:spLocks noChangeArrowheads="1"/>
            </p:cNvSpPr>
            <p:nvPr/>
          </p:nvSpPr>
          <p:spPr bwMode="auto">
            <a:xfrm>
              <a:off x="33496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39" name="Rectangle 409"/>
            <p:cNvSpPr>
              <a:spLocks noChangeArrowheads="1"/>
            </p:cNvSpPr>
            <p:nvPr/>
          </p:nvSpPr>
          <p:spPr bwMode="auto">
            <a:xfrm>
              <a:off x="33734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0" name="Rectangle 410"/>
            <p:cNvSpPr>
              <a:spLocks noChangeArrowheads="1"/>
            </p:cNvSpPr>
            <p:nvPr/>
          </p:nvSpPr>
          <p:spPr bwMode="auto">
            <a:xfrm>
              <a:off x="339566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1" name="Rectangle 411"/>
            <p:cNvSpPr>
              <a:spLocks noChangeArrowheads="1"/>
            </p:cNvSpPr>
            <p:nvPr/>
          </p:nvSpPr>
          <p:spPr bwMode="auto">
            <a:xfrm>
              <a:off x="34194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2" name="Rectangle 412"/>
            <p:cNvSpPr>
              <a:spLocks noChangeArrowheads="1"/>
            </p:cNvSpPr>
            <p:nvPr/>
          </p:nvSpPr>
          <p:spPr bwMode="auto">
            <a:xfrm>
              <a:off x="34432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3" name="Rectangle 413"/>
            <p:cNvSpPr>
              <a:spLocks noChangeArrowheads="1"/>
            </p:cNvSpPr>
            <p:nvPr/>
          </p:nvSpPr>
          <p:spPr bwMode="auto">
            <a:xfrm>
              <a:off x="346551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4" name="Rectangle 414"/>
            <p:cNvSpPr>
              <a:spLocks noChangeArrowheads="1"/>
            </p:cNvSpPr>
            <p:nvPr/>
          </p:nvSpPr>
          <p:spPr bwMode="auto">
            <a:xfrm>
              <a:off x="34893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5" name="Rectangle 415"/>
            <p:cNvSpPr>
              <a:spLocks noChangeArrowheads="1"/>
            </p:cNvSpPr>
            <p:nvPr/>
          </p:nvSpPr>
          <p:spPr bwMode="auto">
            <a:xfrm>
              <a:off x="35131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6" name="Rectangle 416"/>
            <p:cNvSpPr>
              <a:spLocks noChangeArrowheads="1"/>
            </p:cNvSpPr>
            <p:nvPr/>
          </p:nvSpPr>
          <p:spPr bwMode="auto">
            <a:xfrm>
              <a:off x="3536950"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7" name="Rectangle 417"/>
            <p:cNvSpPr>
              <a:spLocks noChangeArrowheads="1"/>
            </p:cNvSpPr>
            <p:nvPr/>
          </p:nvSpPr>
          <p:spPr bwMode="auto">
            <a:xfrm>
              <a:off x="35591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8" name="Rectangle 418"/>
            <p:cNvSpPr>
              <a:spLocks noChangeArrowheads="1"/>
            </p:cNvSpPr>
            <p:nvPr/>
          </p:nvSpPr>
          <p:spPr bwMode="auto">
            <a:xfrm>
              <a:off x="35829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49" name="Freeform 419"/>
            <p:cNvSpPr>
              <a:spLocks/>
            </p:cNvSpPr>
            <p:nvPr/>
          </p:nvSpPr>
          <p:spPr bwMode="auto">
            <a:xfrm>
              <a:off x="685800" y="2689225"/>
              <a:ext cx="774700" cy="338138"/>
            </a:xfrm>
            <a:custGeom>
              <a:avLst/>
              <a:gdLst>
                <a:gd name="T0" fmla="*/ 356 w 365"/>
                <a:gd name="T1" fmla="*/ 159 h 160"/>
                <a:gd name="T2" fmla="*/ 353 w 365"/>
                <a:gd name="T3" fmla="*/ 158 h 160"/>
                <a:gd name="T4" fmla="*/ 306 w 365"/>
                <a:gd name="T5" fmla="*/ 114 h 160"/>
                <a:gd name="T6" fmla="*/ 276 w 365"/>
                <a:gd name="T7" fmla="*/ 92 h 160"/>
                <a:gd name="T8" fmla="*/ 241 w 365"/>
                <a:gd name="T9" fmla="*/ 78 h 160"/>
                <a:gd name="T10" fmla="*/ 0 w 365"/>
                <a:gd name="T11" fmla="*/ 13 h 160"/>
                <a:gd name="T12" fmla="*/ 3 w 365"/>
                <a:gd name="T13" fmla="*/ 0 h 160"/>
                <a:gd name="T14" fmla="*/ 245 w 365"/>
                <a:gd name="T15" fmla="*/ 65 h 160"/>
                <a:gd name="T16" fmla="*/ 282 w 365"/>
                <a:gd name="T17" fmla="*/ 80 h 160"/>
                <a:gd name="T18" fmla="*/ 315 w 365"/>
                <a:gd name="T19" fmla="*/ 104 h 160"/>
                <a:gd name="T20" fmla="*/ 362 w 365"/>
                <a:gd name="T21" fmla="*/ 148 h 160"/>
                <a:gd name="T22" fmla="*/ 362 w 365"/>
                <a:gd name="T23" fmla="*/ 158 h 160"/>
                <a:gd name="T24" fmla="*/ 356 w 365"/>
                <a:gd name="T25" fmla="*/ 159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5" h="160">
                  <a:moveTo>
                    <a:pt x="356" y="159"/>
                  </a:moveTo>
                  <a:cubicBezTo>
                    <a:pt x="355" y="159"/>
                    <a:pt x="354" y="159"/>
                    <a:pt x="353" y="158"/>
                  </a:cubicBezTo>
                  <a:cubicBezTo>
                    <a:pt x="306" y="114"/>
                    <a:pt x="306" y="114"/>
                    <a:pt x="306" y="114"/>
                  </a:cubicBezTo>
                  <a:cubicBezTo>
                    <a:pt x="297" y="105"/>
                    <a:pt x="287" y="98"/>
                    <a:pt x="276" y="92"/>
                  </a:cubicBezTo>
                  <a:cubicBezTo>
                    <a:pt x="265" y="86"/>
                    <a:pt x="253" y="81"/>
                    <a:pt x="241" y="78"/>
                  </a:cubicBezTo>
                  <a:cubicBezTo>
                    <a:pt x="0" y="13"/>
                    <a:pt x="0" y="13"/>
                    <a:pt x="0" y="13"/>
                  </a:cubicBezTo>
                  <a:cubicBezTo>
                    <a:pt x="3" y="0"/>
                    <a:pt x="3" y="0"/>
                    <a:pt x="3" y="0"/>
                  </a:cubicBezTo>
                  <a:cubicBezTo>
                    <a:pt x="245" y="65"/>
                    <a:pt x="245" y="65"/>
                    <a:pt x="245" y="65"/>
                  </a:cubicBezTo>
                  <a:cubicBezTo>
                    <a:pt x="258" y="68"/>
                    <a:pt x="271" y="73"/>
                    <a:pt x="282" y="80"/>
                  </a:cubicBezTo>
                  <a:cubicBezTo>
                    <a:pt x="294" y="86"/>
                    <a:pt x="305" y="94"/>
                    <a:pt x="315" y="104"/>
                  </a:cubicBezTo>
                  <a:cubicBezTo>
                    <a:pt x="362" y="148"/>
                    <a:pt x="362" y="148"/>
                    <a:pt x="362" y="148"/>
                  </a:cubicBezTo>
                  <a:cubicBezTo>
                    <a:pt x="365" y="151"/>
                    <a:pt x="365" y="155"/>
                    <a:pt x="362" y="158"/>
                  </a:cubicBezTo>
                  <a:cubicBezTo>
                    <a:pt x="361" y="159"/>
                    <a:pt x="358" y="160"/>
                    <a:pt x="356" y="159"/>
                  </a:cubicBezTo>
                  <a:close/>
                </a:path>
              </a:pathLst>
            </a:custGeom>
            <a:solidFill>
              <a:srgbClr val="506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0" name="Freeform 420"/>
            <p:cNvSpPr>
              <a:spLocks/>
            </p:cNvSpPr>
            <p:nvPr/>
          </p:nvSpPr>
          <p:spPr bwMode="auto">
            <a:xfrm>
              <a:off x="631825" y="2746375"/>
              <a:ext cx="828675" cy="176213"/>
            </a:xfrm>
            <a:custGeom>
              <a:avLst/>
              <a:gdLst>
                <a:gd name="T0" fmla="*/ 6 w 391"/>
                <a:gd name="T1" fmla="*/ 32 h 83"/>
                <a:gd name="T2" fmla="*/ 9 w 391"/>
                <a:gd name="T3" fmla="*/ 32 h 83"/>
                <a:gd name="T4" fmla="*/ 72 w 391"/>
                <a:gd name="T5" fmla="*/ 17 h 83"/>
                <a:gd name="T6" fmla="*/ 109 w 391"/>
                <a:gd name="T7" fmla="*/ 13 h 83"/>
                <a:gd name="T8" fmla="*/ 146 w 391"/>
                <a:gd name="T9" fmla="*/ 18 h 83"/>
                <a:gd name="T10" fmla="*/ 388 w 391"/>
                <a:gd name="T11" fmla="*/ 83 h 83"/>
                <a:gd name="T12" fmla="*/ 391 w 391"/>
                <a:gd name="T13" fmla="*/ 70 h 83"/>
                <a:gd name="T14" fmla="*/ 149 w 391"/>
                <a:gd name="T15" fmla="*/ 5 h 83"/>
                <a:gd name="T16" fmla="*/ 109 w 391"/>
                <a:gd name="T17" fmla="*/ 0 h 83"/>
                <a:gd name="T18" fmla="*/ 69 w 391"/>
                <a:gd name="T19" fmla="*/ 4 h 83"/>
                <a:gd name="T20" fmla="*/ 6 w 391"/>
                <a:gd name="T21" fmla="*/ 19 h 83"/>
                <a:gd name="T22" fmla="*/ 1 w 391"/>
                <a:gd name="T23" fmla="*/ 27 h 83"/>
                <a:gd name="T24" fmla="*/ 6 w 391"/>
                <a:gd name="T25" fmla="*/ 3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83">
                  <a:moveTo>
                    <a:pt x="6" y="32"/>
                  </a:moveTo>
                  <a:cubicBezTo>
                    <a:pt x="7" y="32"/>
                    <a:pt x="8" y="32"/>
                    <a:pt x="9" y="32"/>
                  </a:cubicBezTo>
                  <a:cubicBezTo>
                    <a:pt x="72" y="17"/>
                    <a:pt x="72" y="17"/>
                    <a:pt x="72" y="17"/>
                  </a:cubicBezTo>
                  <a:cubicBezTo>
                    <a:pt x="84" y="14"/>
                    <a:pt x="97" y="13"/>
                    <a:pt x="109" y="13"/>
                  </a:cubicBezTo>
                  <a:cubicBezTo>
                    <a:pt x="122" y="13"/>
                    <a:pt x="134" y="15"/>
                    <a:pt x="146" y="18"/>
                  </a:cubicBezTo>
                  <a:cubicBezTo>
                    <a:pt x="388" y="83"/>
                    <a:pt x="388" y="83"/>
                    <a:pt x="388" y="83"/>
                  </a:cubicBezTo>
                  <a:cubicBezTo>
                    <a:pt x="391" y="70"/>
                    <a:pt x="391" y="70"/>
                    <a:pt x="391" y="70"/>
                  </a:cubicBezTo>
                  <a:cubicBezTo>
                    <a:pt x="149" y="5"/>
                    <a:pt x="149" y="5"/>
                    <a:pt x="149" y="5"/>
                  </a:cubicBezTo>
                  <a:cubicBezTo>
                    <a:pt x="136" y="2"/>
                    <a:pt x="123" y="0"/>
                    <a:pt x="109" y="0"/>
                  </a:cubicBezTo>
                  <a:cubicBezTo>
                    <a:pt x="96" y="0"/>
                    <a:pt x="82" y="1"/>
                    <a:pt x="69" y="4"/>
                  </a:cubicBezTo>
                  <a:cubicBezTo>
                    <a:pt x="6" y="19"/>
                    <a:pt x="6" y="19"/>
                    <a:pt x="6" y="19"/>
                  </a:cubicBezTo>
                  <a:cubicBezTo>
                    <a:pt x="3" y="20"/>
                    <a:pt x="0" y="24"/>
                    <a:pt x="1" y="27"/>
                  </a:cubicBezTo>
                  <a:cubicBezTo>
                    <a:pt x="2" y="30"/>
                    <a:pt x="4" y="32"/>
                    <a:pt x="6" y="32"/>
                  </a:cubicBezTo>
                  <a:close/>
                </a:path>
              </a:pathLst>
            </a:custGeom>
            <a:solidFill>
              <a:srgbClr val="506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1" name="Freeform 421"/>
            <p:cNvSpPr>
              <a:spLocks/>
            </p:cNvSpPr>
            <p:nvPr/>
          </p:nvSpPr>
          <p:spPr bwMode="auto">
            <a:xfrm>
              <a:off x="1006475" y="2740025"/>
              <a:ext cx="138113" cy="90488"/>
            </a:xfrm>
            <a:custGeom>
              <a:avLst/>
              <a:gdLst>
                <a:gd name="T0" fmla="*/ 13 w 65"/>
                <a:gd name="T1" fmla="*/ 30 h 43"/>
                <a:gd name="T2" fmla="*/ 13 w 65"/>
                <a:gd name="T3" fmla="*/ 30 h 43"/>
                <a:gd name="T4" fmla="*/ 35 w 65"/>
                <a:gd name="T5" fmla="*/ 18 h 43"/>
                <a:gd name="T6" fmla="*/ 48 w 65"/>
                <a:gd name="T7" fmla="*/ 40 h 43"/>
                <a:gd name="T8" fmla="*/ 61 w 65"/>
                <a:gd name="T9" fmla="*/ 43 h 43"/>
                <a:gd name="T10" fmla="*/ 38 w 65"/>
                <a:gd name="T11" fmla="*/ 5 h 43"/>
                <a:gd name="T12" fmla="*/ 0 w 65"/>
                <a:gd name="T13" fmla="*/ 27 h 43"/>
                <a:gd name="T14" fmla="*/ 13 w 65"/>
                <a:gd name="T15" fmla="*/ 30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43">
                  <a:moveTo>
                    <a:pt x="13" y="30"/>
                  </a:moveTo>
                  <a:cubicBezTo>
                    <a:pt x="13" y="30"/>
                    <a:pt x="13" y="30"/>
                    <a:pt x="13" y="30"/>
                  </a:cubicBezTo>
                  <a:cubicBezTo>
                    <a:pt x="16" y="21"/>
                    <a:pt x="25" y="15"/>
                    <a:pt x="35" y="18"/>
                  </a:cubicBezTo>
                  <a:cubicBezTo>
                    <a:pt x="44" y="20"/>
                    <a:pt x="50" y="30"/>
                    <a:pt x="48" y="40"/>
                  </a:cubicBezTo>
                  <a:cubicBezTo>
                    <a:pt x="61" y="43"/>
                    <a:pt x="61" y="43"/>
                    <a:pt x="61" y="43"/>
                  </a:cubicBezTo>
                  <a:cubicBezTo>
                    <a:pt x="65" y="26"/>
                    <a:pt x="55" y="9"/>
                    <a:pt x="38" y="5"/>
                  </a:cubicBezTo>
                  <a:cubicBezTo>
                    <a:pt x="22" y="0"/>
                    <a:pt x="5" y="10"/>
                    <a:pt x="0" y="27"/>
                  </a:cubicBezTo>
                  <a:lnTo>
                    <a:pt x="13" y="30"/>
                  </a:lnTo>
                  <a:close/>
                </a:path>
              </a:pathLst>
            </a:custGeom>
            <a:solidFill>
              <a:srgbClr val="203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2" name="Freeform 422"/>
            <p:cNvSpPr>
              <a:spLocks/>
            </p:cNvSpPr>
            <p:nvPr/>
          </p:nvSpPr>
          <p:spPr bwMode="auto">
            <a:xfrm>
              <a:off x="695325" y="2614612"/>
              <a:ext cx="334963" cy="271463"/>
            </a:xfrm>
            <a:custGeom>
              <a:avLst/>
              <a:gdLst>
                <a:gd name="T0" fmla="*/ 142 w 158"/>
                <a:gd name="T1" fmla="*/ 106 h 128"/>
                <a:gd name="T2" fmla="*/ 110 w 158"/>
                <a:gd name="T3" fmla="*/ 125 h 128"/>
                <a:gd name="T4" fmla="*/ 22 w 158"/>
                <a:gd name="T5" fmla="*/ 101 h 128"/>
                <a:gd name="T6" fmla="*/ 4 w 158"/>
                <a:gd name="T7" fmla="*/ 70 h 128"/>
                <a:gd name="T8" fmla="*/ 17 w 158"/>
                <a:gd name="T9" fmla="*/ 23 h 128"/>
                <a:gd name="T10" fmla="*/ 48 w 158"/>
                <a:gd name="T11" fmla="*/ 4 h 128"/>
                <a:gd name="T12" fmla="*/ 136 w 158"/>
                <a:gd name="T13" fmla="*/ 27 h 128"/>
                <a:gd name="T14" fmla="*/ 154 w 158"/>
                <a:gd name="T15" fmla="*/ 59 h 128"/>
                <a:gd name="T16" fmla="*/ 142 w 158"/>
                <a:gd name="T17"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28">
                  <a:moveTo>
                    <a:pt x="142" y="106"/>
                  </a:moveTo>
                  <a:cubicBezTo>
                    <a:pt x="138" y="120"/>
                    <a:pt x="124" y="128"/>
                    <a:pt x="110" y="125"/>
                  </a:cubicBezTo>
                  <a:cubicBezTo>
                    <a:pt x="22" y="101"/>
                    <a:pt x="22" y="101"/>
                    <a:pt x="22" y="101"/>
                  </a:cubicBezTo>
                  <a:cubicBezTo>
                    <a:pt x="9" y="98"/>
                    <a:pt x="0" y="83"/>
                    <a:pt x="4" y="70"/>
                  </a:cubicBezTo>
                  <a:cubicBezTo>
                    <a:pt x="17" y="23"/>
                    <a:pt x="17" y="23"/>
                    <a:pt x="17" y="23"/>
                  </a:cubicBezTo>
                  <a:cubicBezTo>
                    <a:pt x="20" y="9"/>
                    <a:pt x="35" y="0"/>
                    <a:pt x="48" y="4"/>
                  </a:cubicBezTo>
                  <a:cubicBezTo>
                    <a:pt x="136" y="27"/>
                    <a:pt x="136" y="27"/>
                    <a:pt x="136" y="27"/>
                  </a:cubicBezTo>
                  <a:cubicBezTo>
                    <a:pt x="150" y="31"/>
                    <a:pt x="158" y="45"/>
                    <a:pt x="154" y="59"/>
                  </a:cubicBezTo>
                  <a:lnTo>
                    <a:pt x="142" y="106"/>
                  </a:lnTo>
                  <a:close/>
                </a:path>
              </a:pathLst>
            </a:custGeom>
            <a:solidFill>
              <a:srgbClr val="E1EF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3" name="Freeform 423"/>
            <p:cNvSpPr>
              <a:spLocks/>
            </p:cNvSpPr>
            <p:nvPr/>
          </p:nvSpPr>
          <p:spPr bwMode="auto">
            <a:xfrm>
              <a:off x="827088" y="2646362"/>
              <a:ext cx="203200" cy="239713"/>
            </a:xfrm>
            <a:custGeom>
              <a:avLst/>
              <a:gdLst>
                <a:gd name="T0" fmla="*/ 74 w 96"/>
                <a:gd name="T1" fmla="*/ 12 h 113"/>
                <a:gd name="T2" fmla="*/ 26 w 96"/>
                <a:gd name="T3" fmla="*/ 0 h 113"/>
                <a:gd name="T4" fmla="*/ 0 w 96"/>
                <a:gd name="T5" fmla="*/ 97 h 113"/>
                <a:gd name="T6" fmla="*/ 48 w 96"/>
                <a:gd name="T7" fmla="*/ 110 h 113"/>
                <a:gd name="T8" fmla="*/ 80 w 96"/>
                <a:gd name="T9" fmla="*/ 91 h 113"/>
                <a:gd name="T10" fmla="*/ 92 w 96"/>
                <a:gd name="T11" fmla="*/ 44 h 113"/>
                <a:gd name="T12" fmla="*/ 74 w 96"/>
                <a:gd name="T13" fmla="*/ 12 h 113"/>
              </a:gdLst>
              <a:ahLst/>
              <a:cxnLst>
                <a:cxn ang="0">
                  <a:pos x="T0" y="T1"/>
                </a:cxn>
                <a:cxn ang="0">
                  <a:pos x="T2" y="T3"/>
                </a:cxn>
                <a:cxn ang="0">
                  <a:pos x="T4" y="T5"/>
                </a:cxn>
                <a:cxn ang="0">
                  <a:pos x="T6" y="T7"/>
                </a:cxn>
                <a:cxn ang="0">
                  <a:pos x="T8" y="T9"/>
                </a:cxn>
                <a:cxn ang="0">
                  <a:pos x="T10" y="T11"/>
                </a:cxn>
                <a:cxn ang="0">
                  <a:pos x="T12" y="T13"/>
                </a:cxn>
              </a:cxnLst>
              <a:rect l="0" t="0" r="r" b="b"/>
              <a:pathLst>
                <a:path w="96" h="113">
                  <a:moveTo>
                    <a:pt x="74" y="12"/>
                  </a:moveTo>
                  <a:cubicBezTo>
                    <a:pt x="26" y="0"/>
                    <a:pt x="26" y="0"/>
                    <a:pt x="26" y="0"/>
                  </a:cubicBezTo>
                  <a:cubicBezTo>
                    <a:pt x="0" y="97"/>
                    <a:pt x="0" y="97"/>
                    <a:pt x="0" y="97"/>
                  </a:cubicBezTo>
                  <a:cubicBezTo>
                    <a:pt x="48" y="110"/>
                    <a:pt x="48" y="110"/>
                    <a:pt x="48" y="110"/>
                  </a:cubicBezTo>
                  <a:cubicBezTo>
                    <a:pt x="62" y="113"/>
                    <a:pt x="76" y="105"/>
                    <a:pt x="80" y="91"/>
                  </a:cubicBezTo>
                  <a:cubicBezTo>
                    <a:pt x="92" y="44"/>
                    <a:pt x="92" y="44"/>
                    <a:pt x="92" y="44"/>
                  </a:cubicBezTo>
                  <a:cubicBezTo>
                    <a:pt x="96" y="30"/>
                    <a:pt x="88" y="16"/>
                    <a:pt x="74" y="12"/>
                  </a:cubicBezTo>
                  <a:close/>
                </a:path>
              </a:pathLst>
            </a:custGeom>
            <a:solidFill>
              <a:srgbClr val="CEE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4" name="Freeform 424"/>
            <p:cNvSpPr>
              <a:spLocks/>
            </p:cNvSpPr>
            <p:nvPr/>
          </p:nvSpPr>
          <p:spPr bwMode="auto">
            <a:xfrm>
              <a:off x="1114425" y="2727325"/>
              <a:ext cx="334963" cy="271463"/>
            </a:xfrm>
            <a:custGeom>
              <a:avLst/>
              <a:gdLst>
                <a:gd name="T0" fmla="*/ 141 w 158"/>
                <a:gd name="T1" fmla="*/ 106 h 128"/>
                <a:gd name="T2" fmla="*/ 110 w 158"/>
                <a:gd name="T3" fmla="*/ 124 h 128"/>
                <a:gd name="T4" fmla="*/ 22 w 158"/>
                <a:gd name="T5" fmla="*/ 101 h 128"/>
                <a:gd name="T6" fmla="*/ 4 w 158"/>
                <a:gd name="T7" fmla="*/ 69 h 128"/>
                <a:gd name="T8" fmla="*/ 16 w 158"/>
                <a:gd name="T9" fmla="*/ 22 h 128"/>
                <a:gd name="T10" fmla="*/ 48 w 158"/>
                <a:gd name="T11" fmla="*/ 4 h 128"/>
                <a:gd name="T12" fmla="*/ 136 w 158"/>
                <a:gd name="T13" fmla="*/ 27 h 128"/>
                <a:gd name="T14" fmla="*/ 154 w 158"/>
                <a:gd name="T15" fmla="*/ 59 h 128"/>
                <a:gd name="T16" fmla="*/ 141 w 158"/>
                <a:gd name="T17"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28">
                  <a:moveTo>
                    <a:pt x="141" y="106"/>
                  </a:moveTo>
                  <a:cubicBezTo>
                    <a:pt x="138" y="120"/>
                    <a:pt x="123" y="128"/>
                    <a:pt x="110" y="124"/>
                  </a:cubicBezTo>
                  <a:cubicBezTo>
                    <a:pt x="22" y="101"/>
                    <a:pt x="22" y="101"/>
                    <a:pt x="22" y="101"/>
                  </a:cubicBezTo>
                  <a:cubicBezTo>
                    <a:pt x="8" y="97"/>
                    <a:pt x="0" y="83"/>
                    <a:pt x="4" y="69"/>
                  </a:cubicBezTo>
                  <a:cubicBezTo>
                    <a:pt x="16" y="22"/>
                    <a:pt x="16" y="22"/>
                    <a:pt x="16" y="22"/>
                  </a:cubicBezTo>
                  <a:cubicBezTo>
                    <a:pt x="20" y="9"/>
                    <a:pt x="34" y="0"/>
                    <a:pt x="48" y="4"/>
                  </a:cubicBezTo>
                  <a:cubicBezTo>
                    <a:pt x="136" y="27"/>
                    <a:pt x="136" y="27"/>
                    <a:pt x="136" y="27"/>
                  </a:cubicBezTo>
                  <a:cubicBezTo>
                    <a:pt x="149" y="31"/>
                    <a:pt x="158" y="45"/>
                    <a:pt x="154" y="59"/>
                  </a:cubicBezTo>
                  <a:lnTo>
                    <a:pt x="141" y="106"/>
                  </a:lnTo>
                  <a:close/>
                </a:path>
              </a:pathLst>
            </a:custGeom>
            <a:solidFill>
              <a:srgbClr val="E1EF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5" name="Freeform 425"/>
            <p:cNvSpPr>
              <a:spLocks/>
            </p:cNvSpPr>
            <p:nvPr/>
          </p:nvSpPr>
          <p:spPr bwMode="auto">
            <a:xfrm>
              <a:off x="1243013" y="2755900"/>
              <a:ext cx="206375" cy="242888"/>
            </a:xfrm>
            <a:custGeom>
              <a:avLst/>
              <a:gdLst>
                <a:gd name="T0" fmla="*/ 75 w 97"/>
                <a:gd name="T1" fmla="*/ 13 h 114"/>
                <a:gd name="T2" fmla="*/ 26 w 97"/>
                <a:gd name="T3" fmla="*/ 0 h 114"/>
                <a:gd name="T4" fmla="*/ 0 w 97"/>
                <a:gd name="T5" fmla="*/ 98 h 114"/>
                <a:gd name="T6" fmla="*/ 49 w 97"/>
                <a:gd name="T7" fmla="*/ 110 h 114"/>
                <a:gd name="T8" fmla="*/ 80 w 97"/>
                <a:gd name="T9" fmla="*/ 92 h 114"/>
                <a:gd name="T10" fmla="*/ 93 w 97"/>
                <a:gd name="T11" fmla="*/ 45 h 114"/>
                <a:gd name="T12" fmla="*/ 75 w 97"/>
                <a:gd name="T13" fmla="*/ 13 h 114"/>
              </a:gdLst>
              <a:ahLst/>
              <a:cxnLst>
                <a:cxn ang="0">
                  <a:pos x="T0" y="T1"/>
                </a:cxn>
                <a:cxn ang="0">
                  <a:pos x="T2" y="T3"/>
                </a:cxn>
                <a:cxn ang="0">
                  <a:pos x="T4" y="T5"/>
                </a:cxn>
                <a:cxn ang="0">
                  <a:pos x="T6" y="T7"/>
                </a:cxn>
                <a:cxn ang="0">
                  <a:pos x="T8" y="T9"/>
                </a:cxn>
                <a:cxn ang="0">
                  <a:pos x="T10" y="T11"/>
                </a:cxn>
                <a:cxn ang="0">
                  <a:pos x="T12" y="T13"/>
                </a:cxn>
              </a:cxnLst>
              <a:rect l="0" t="0" r="r" b="b"/>
              <a:pathLst>
                <a:path w="97" h="114">
                  <a:moveTo>
                    <a:pt x="75" y="13"/>
                  </a:moveTo>
                  <a:cubicBezTo>
                    <a:pt x="26" y="0"/>
                    <a:pt x="26" y="0"/>
                    <a:pt x="26" y="0"/>
                  </a:cubicBezTo>
                  <a:cubicBezTo>
                    <a:pt x="0" y="98"/>
                    <a:pt x="0" y="98"/>
                    <a:pt x="0" y="98"/>
                  </a:cubicBezTo>
                  <a:cubicBezTo>
                    <a:pt x="49" y="110"/>
                    <a:pt x="49" y="110"/>
                    <a:pt x="49" y="110"/>
                  </a:cubicBezTo>
                  <a:cubicBezTo>
                    <a:pt x="62" y="114"/>
                    <a:pt x="77" y="106"/>
                    <a:pt x="80" y="92"/>
                  </a:cubicBezTo>
                  <a:cubicBezTo>
                    <a:pt x="93" y="45"/>
                    <a:pt x="93" y="45"/>
                    <a:pt x="93" y="45"/>
                  </a:cubicBezTo>
                  <a:cubicBezTo>
                    <a:pt x="97" y="31"/>
                    <a:pt x="88" y="17"/>
                    <a:pt x="75" y="13"/>
                  </a:cubicBezTo>
                  <a:close/>
                </a:path>
              </a:pathLst>
            </a:custGeom>
            <a:solidFill>
              <a:srgbClr val="CEE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6" name="Freeform 426"/>
            <p:cNvSpPr>
              <a:spLocks noEditPoints="1"/>
            </p:cNvSpPr>
            <p:nvPr/>
          </p:nvSpPr>
          <p:spPr bwMode="auto">
            <a:xfrm>
              <a:off x="663575" y="2582862"/>
              <a:ext cx="400050" cy="336550"/>
            </a:xfrm>
            <a:custGeom>
              <a:avLst/>
              <a:gdLst>
                <a:gd name="T0" fmla="*/ 161 w 189"/>
                <a:gd name="T1" fmla="*/ 31 h 159"/>
                <a:gd name="T2" fmla="*/ 60 w 189"/>
                <a:gd name="T3" fmla="*/ 5 h 159"/>
                <a:gd name="T4" fmla="*/ 20 w 189"/>
                <a:gd name="T5" fmla="*/ 28 h 159"/>
                <a:gd name="T6" fmla="*/ 4 w 189"/>
                <a:gd name="T7" fmla="*/ 87 h 159"/>
                <a:gd name="T8" fmla="*/ 28 w 189"/>
                <a:gd name="T9" fmla="*/ 128 h 159"/>
                <a:gd name="T10" fmla="*/ 128 w 189"/>
                <a:gd name="T11" fmla="*/ 154 h 159"/>
                <a:gd name="T12" fmla="*/ 168 w 189"/>
                <a:gd name="T13" fmla="*/ 131 h 159"/>
                <a:gd name="T14" fmla="*/ 184 w 189"/>
                <a:gd name="T15" fmla="*/ 72 h 159"/>
                <a:gd name="T16" fmla="*/ 161 w 189"/>
                <a:gd name="T17" fmla="*/ 31 h 159"/>
                <a:gd name="T18" fmla="*/ 157 w 189"/>
                <a:gd name="T19" fmla="*/ 121 h 159"/>
                <a:gd name="T20" fmla="*/ 125 w 189"/>
                <a:gd name="T21" fmla="*/ 140 h 159"/>
                <a:gd name="T22" fmla="*/ 37 w 189"/>
                <a:gd name="T23" fmla="*/ 116 h 159"/>
                <a:gd name="T24" fmla="*/ 19 w 189"/>
                <a:gd name="T25" fmla="*/ 85 h 159"/>
                <a:gd name="T26" fmla="*/ 32 w 189"/>
                <a:gd name="T27" fmla="*/ 38 h 159"/>
                <a:gd name="T28" fmla="*/ 63 w 189"/>
                <a:gd name="T29" fmla="*/ 19 h 159"/>
                <a:gd name="T30" fmla="*/ 151 w 189"/>
                <a:gd name="T31" fmla="*/ 42 h 159"/>
                <a:gd name="T32" fmla="*/ 169 w 189"/>
                <a:gd name="T33" fmla="*/ 74 h 159"/>
                <a:gd name="T34" fmla="*/ 157 w 189"/>
                <a:gd name="T35" fmla="*/ 12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59">
                  <a:moveTo>
                    <a:pt x="161" y="31"/>
                  </a:moveTo>
                  <a:cubicBezTo>
                    <a:pt x="60" y="5"/>
                    <a:pt x="60" y="5"/>
                    <a:pt x="60" y="5"/>
                  </a:cubicBezTo>
                  <a:cubicBezTo>
                    <a:pt x="43" y="0"/>
                    <a:pt x="25" y="10"/>
                    <a:pt x="20" y="28"/>
                  </a:cubicBezTo>
                  <a:cubicBezTo>
                    <a:pt x="4" y="87"/>
                    <a:pt x="4" y="87"/>
                    <a:pt x="4" y="87"/>
                  </a:cubicBezTo>
                  <a:cubicBezTo>
                    <a:pt x="0" y="105"/>
                    <a:pt x="10" y="123"/>
                    <a:pt x="28" y="128"/>
                  </a:cubicBezTo>
                  <a:cubicBezTo>
                    <a:pt x="128" y="154"/>
                    <a:pt x="128" y="154"/>
                    <a:pt x="128" y="154"/>
                  </a:cubicBezTo>
                  <a:cubicBezTo>
                    <a:pt x="145" y="159"/>
                    <a:pt x="163" y="148"/>
                    <a:pt x="168" y="131"/>
                  </a:cubicBezTo>
                  <a:cubicBezTo>
                    <a:pt x="184" y="72"/>
                    <a:pt x="184" y="72"/>
                    <a:pt x="184" y="72"/>
                  </a:cubicBezTo>
                  <a:cubicBezTo>
                    <a:pt x="189" y="54"/>
                    <a:pt x="178" y="36"/>
                    <a:pt x="161" y="31"/>
                  </a:cubicBezTo>
                  <a:close/>
                  <a:moveTo>
                    <a:pt x="157" y="121"/>
                  </a:moveTo>
                  <a:cubicBezTo>
                    <a:pt x="153" y="135"/>
                    <a:pt x="139" y="143"/>
                    <a:pt x="125" y="140"/>
                  </a:cubicBezTo>
                  <a:cubicBezTo>
                    <a:pt x="37" y="116"/>
                    <a:pt x="37" y="116"/>
                    <a:pt x="37" y="116"/>
                  </a:cubicBezTo>
                  <a:cubicBezTo>
                    <a:pt x="24" y="113"/>
                    <a:pt x="15" y="98"/>
                    <a:pt x="19" y="85"/>
                  </a:cubicBezTo>
                  <a:cubicBezTo>
                    <a:pt x="32" y="38"/>
                    <a:pt x="32" y="38"/>
                    <a:pt x="32" y="38"/>
                  </a:cubicBezTo>
                  <a:cubicBezTo>
                    <a:pt x="35" y="24"/>
                    <a:pt x="50" y="15"/>
                    <a:pt x="63" y="19"/>
                  </a:cubicBezTo>
                  <a:cubicBezTo>
                    <a:pt x="151" y="42"/>
                    <a:pt x="151" y="42"/>
                    <a:pt x="151" y="42"/>
                  </a:cubicBezTo>
                  <a:cubicBezTo>
                    <a:pt x="165" y="46"/>
                    <a:pt x="173" y="60"/>
                    <a:pt x="169" y="74"/>
                  </a:cubicBezTo>
                  <a:lnTo>
                    <a:pt x="157" y="121"/>
                  </a:lnTo>
                  <a:close/>
                </a:path>
              </a:pathLst>
            </a:custGeom>
            <a:solidFill>
              <a:srgbClr val="2A4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7" name="Freeform 427"/>
            <p:cNvSpPr>
              <a:spLocks noEditPoints="1"/>
            </p:cNvSpPr>
            <p:nvPr/>
          </p:nvSpPr>
          <p:spPr bwMode="auto">
            <a:xfrm>
              <a:off x="1081088" y="2695575"/>
              <a:ext cx="400050" cy="336550"/>
            </a:xfrm>
            <a:custGeom>
              <a:avLst/>
              <a:gdLst>
                <a:gd name="T0" fmla="*/ 161 w 189"/>
                <a:gd name="T1" fmla="*/ 31 h 159"/>
                <a:gd name="T2" fmla="*/ 61 w 189"/>
                <a:gd name="T3" fmla="*/ 4 h 159"/>
                <a:gd name="T4" fmla="*/ 21 w 189"/>
                <a:gd name="T5" fmla="*/ 28 h 159"/>
                <a:gd name="T6" fmla="*/ 5 w 189"/>
                <a:gd name="T7" fmla="*/ 87 h 159"/>
                <a:gd name="T8" fmla="*/ 28 w 189"/>
                <a:gd name="T9" fmla="*/ 127 h 159"/>
                <a:gd name="T10" fmla="*/ 129 w 189"/>
                <a:gd name="T11" fmla="*/ 154 h 159"/>
                <a:gd name="T12" fmla="*/ 169 w 189"/>
                <a:gd name="T13" fmla="*/ 131 h 159"/>
                <a:gd name="T14" fmla="*/ 185 w 189"/>
                <a:gd name="T15" fmla="*/ 71 h 159"/>
                <a:gd name="T16" fmla="*/ 161 w 189"/>
                <a:gd name="T17" fmla="*/ 31 h 159"/>
                <a:gd name="T18" fmla="*/ 157 w 189"/>
                <a:gd name="T19" fmla="*/ 121 h 159"/>
                <a:gd name="T20" fmla="*/ 126 w 189"/>
                <a:gd name="T21" fmla="*/ 139 h 159"/>
                <a:gd name="T22" fmla="*/ 38 w 189"/>
                <a:gd name="T23" fmla="*/ 116 h 159"/>
                <a:gd name="T24" fmla="*/ 20 w 189"/>
                <a:gd name="T25" fmla="*/ 84 h 159"/>
                <a:gd name="T26" fmla="*/ 32 w 189"/>
                <a:gd name="T27" fmla="*/ 37 h 159"/>
                <a:gd name="T28" fmla="*/ 64 w 189"/>
                <a:gd name="T29" fmla="*/ 19 h 159"/>
                <a:gd name="T30" fmla="*/ 152 w 189"/>
                <a:gd name="T31" fmla="*/ 42 h 159"/>
                <a:gd name="T32" fmla="*/ 170 w 189"/>
                <a:gd name="T33" fmla="*/ 74 h 159"/>
                <a:gd name="T34" fmla="*/ 157 w 189"/>
                <a:gd name="T35" fmla="*/ 12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59">
                  <a:moveTo>
                    <a:pt x="161" y="31"/>
                  </a:moveTo>
                  <a:cubicBezTo>
                    <a:pt x="61" y="4"/>
                    <a:pt x="61" y="4"/>
                    <a:pt x="61" y="4"/>
                  </a:cubicBezTo>
                  <a:cubicBezTo>
                    <a:pt x="44" y="0"/>
                    <a:pt x="26" y="10"/>
                    <a:pt x="21" y="28"/>
                  </a:cubicBezTo>
                  <a:cubicBezTo>
                    <a:pt x="5" y="87"/>
                    <a:pt x="5" y="87"/>
                    <a:pt x="5" y="87"/>
                  </a:cubicBezTo>
                  <a:cubicBezTo>
                    <a:pt x="0" y="104"/>
                    <a:pt x="11" y="123"/>
                    <a:pt x="28" y="127"/>
                  </a:cubicBezTo>
                  <a:cubicBezTo>
                    <a:pt x="129" y="154"/>
                    <a:pt x="129" y="154"/>
                    <a:pt x="129" y="154"/>
                  </a:cubicBezTo>
                  <a:cubicBezTo>
                    <a:pt x="146" y="159"/>
                    <a:pt x="164" y="148"/>
                    <a:pt x="169" y="131"/>
                  </a:cubicBezTo>
                  <a:cubicBezTo>
                    <a:pt x="185" y="71"/>
                    <a:pt x="185" y="71"/>
                    <a:pt x="185" y="71"/>
                  </a:cubicBezTo>
                  <a:cubicBezTo>
                    <a:pt x="189" y="54"/>
                    <a:pt x="179" y="36"/>
                    <a:pt x="161" y="31"/>
                  </a:cubicBezTo>
                  <a:close/>
                  <a:moveTo>
                    <a:pt x="157" y="121"/>
                  </a:moveTo>
                  <a:cubicBezTo>
                    <a:pt x="154" y="135"/>
                    <a:pt x="139" y="143"/>
                    <a:pt x="126" y="139"/>
                  </a:cubicBezTo>
                  <a:cubicBezTo>
                    <a:pt x="38" y="116"/>
                    <a:pt x="38" y="116"/>
                    <a:pt x="38" y="116"/>
                  </a:cubicBezTo>
                  <a:cubicBezTo>
                    <a:pt x="24" y="112"/>
                    <a:pt x="16" y="98"/>
                    <a:pt x="20" y="84"/>
                  </a:cubicBezTo>
                  <a:cubicBezTo>
                    <a:pt x="32" y="37"/>
                    <a:pt x="32" y="37"/>
                    <a:pt x="32" y="37"/>
                  </a:cubicBezTo>
                  <a:cubicBezTo>
                    <a:pt x="36" y="24"/>
                    <a:pt x="50" y="15"/>
                    <a:pt x="64" y="19"/>
                  </a:cubicBezTo>
                  <a:cubicBezTo>
                    <a:pt x="152" y="42"/>
                    <a:pt x="152" y="42"/>
                    <a:pt x="152" y="42"/>
                  </a:cubicBezTo>
                  <a:cubicBezTo>
                    <a:pt x="165" y="46"/>
                    <a:pt x="174" y="60"/>
                    <a:pt x="170" y="74"/>
                  </a:cubicBezTo>
                  <a:lnTo>
                    <a:pt x="157" y="121"/>
                  </a:lnTo>
                  <a:close/>
                </a:path>
              </a:pathLst>
            </a:custGeom>
            <a:solidFill>
              <a:srgbClr val="2A4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8" name="Freeform 428"/>
            <p:cNvSpPr>
              <a:spLocks/>
            </p:cNvSpPr>
            <p:nvPr/>
          </p:nvSpPr>
          <p:spPr bwMode="auto">
            <a:xfrm>
              <a:off x="347663" y="954087"/>
              <a:ext cx="1109663" cy="995363"/>
            </a:xfrm>
            <a:custGeom>
              <a:avLst/>
              <a:gdLst>
                <a:gd name="T0" fmla="*/ 0 w 699"/>
                <a:gd name="T1" fmla="*/ 360 h 627"/>
                <a:gd name="T2" fmla="*/ 189 w 699"/>
                <a:gd name="T3" fmla="*/ 0 h 627"/>
                <a:gd name="T4" fmla="*/ 699 w 699"/>
                <a:gd name="T5" fmla="*/ 267 h 627"/>
                <a:gd name="T6" fmla="*/ 510 w 699"/>
                <a:gd name="T7" fmla="*/ 627 h 627"/>
                <a:gd name="T8" fmla="*/ 0 w 699"/>
                <a:gd name="T9" fmla="*/ 360 h 627"/>
              </a:gdLst>
              <a:ahLst/>
              <a:cxnLst>
                <a:cxn ang="0">
                  <a:pos x="T0" y="T1"/>
                </a:cxn>
                <a:cxn ang="0">
                  <a:pos x="T2" y="T3"/>
                </a:cxn>
                <a:cxn ang="0">
                  <a:pos x="T4" y="T5"/>
                </a:cxn>
                <a:cxn ang="0">
                  <a:pos x="T6" y="T7"/>
                </a:cxn>
                <a:cxn ang="0">
                  <a:pos x="T8" y="T9"/>
                </a:cxn>
              </a:cxnLst>
              <a:rect l="0" t="0" r="r" b="b"/>
              <a:pathLst>
                <a:path w="699" h="627">
                  <a:moveTo>
                    <a:pt x="0" y="360"/>
                  </a:moveTo>
                  <a:lnTo>
                    <a:pt x="189" y="0"/>
                  </a:lnTo>
                  <a:lnTo>
                    <a:pt x="699" y="267"/>
                  </a:lnTo>
                  <a:lnTo>
                    <a:pt x="510" y="627"/>
                  </a:lnTo>
                  <a:lnTo>
                    <a:pt x="0" y="36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59" name="Freeform 429"/>
            <p:cNvSpPr>
              <a:spLocks/>
            </p:cNvSpPr>
            <p:nvPr/>
          </p:nvSpPr>
          <p:spPr bwMode="auto">
            <a:xfrm>
              <a:off x="333375" y="1525587"/>
              <a:ext cx="823913" cy="454025"/>
            </a:xfrm>
            <a:custGeom>
              <a:avLst/>
              <a:gdLst>
                <a:gd name="T0" fmla="*/ 9 w 519"/>
                <a:gd name="T1" fmla="*/ 0 h 286"/>
                <a:gd name="T2" fmla="*/ 0 w 519"/>
                <a:gd name="T3" fmla="*/ 20 h 286"/>
                <a:gd name="T4" fmla="*/ 509 w 519"/>
                <a:gd name="T5" fmla="*/ 286 h 286"/>
                <a:gd name="T6" fmla="*/ 519 w 519"/>
                <a:gd name="T7" fmla="*/ 267 h 286"/>
                <a:gd name="T8" fmla="*/ 9 w 519"/>
                <a:gd name="T9" fmla="*/ 0 h 286"/>
              </a:gdLst>
              <a:ahLst/>
              <a:cxnLst>
                <a:cxn ang="0">
                  <a:pos x="T0" y="T1"/>
                </a:cxn>
                <a:cxn ang="0">
                  <a:pos x="T2" y="T3"/>
                </a:cxn>
                <a:cxn ang="0">
                  <a:pos x="T4" y="T5"/>
                </a:cxn>
                <a:cxn ang="0">
                  <a:pos x="T6" y="T7"/>
                </a:cxn>
                <a:cxn ang="0">
                  <a:pos x="T8" y="T9"/>
                </a:cxn>
              </a:cxnLst>
              <a:rect l="0" t="0" r="r" b="b"/>
              <a:pathLst>
                <a:path w="519" h="286">
                  <a:moveTo>
                    <a:pt x="9" y="0"/>
                  </a:moveTo>
                  <a:lnTo>
                    <a:pt x="0" y="20"/>
                  </a:lnTo>
                  <a:lnTo>
                    <a:pt x="509" y="286"/>
                  </a:lnTo>
                  <a:lnTo>
                    <a:pt x="519" y="267"/>
                  </a:lnTo>
                  <a:lnTo>
                    <a:pt x="9" y="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0" name="Freeform 430"/>
            <p:cNvSpPr>
              <a:spLocks/>
            </p:cNvSpPr>
            <p:nvPr/>
          </p:nvSpPr>
          <p:spPr bwMode="auto">
            <a:xfrm>
              <a:off x="398463" y="998537"/>
              <a:ext cx="1008063" cy="906463"/>
            </a:xfrm>
            <a:custGeom>
              <a:avLst/>
              <a:gdLst>
                <a:gd name="T0" fmla="*/ 4 w 635"/>
                <a:gd name="T1" fmla="*/ 328 h 571"/>
                <a:gd name="T2" fmla="*/ 7 w 635"/>
                <a:gd name="T3" fmla="*/ 329 h 571"/>
                <a:gd name="T4" fmla="*/ 175 w 635"/>
                <a:gd name="T5" fmla="*/ 9 h 571"/>
                <a:gd name="T6" fmla="*/ 627 w 635"/>
                <a:gd name="T7" fmla="*/ 244 h 571"/>
                <a:gd name="T8" fmla="*/ 460 w 635"/>
                <a:gd name="T9" fmla="*/ 563 h 571"/>
                <a:gd name="T10" fmla="*/ 5 w 635"/>
                <a:gd name="T11" fmla="*/ 325 h 571"/>
                <a:gd name="T12" fmla="*/ 4 w 635"/>
                <a:gd name="T13" fmla="*/ 328 h 571"/>
                <a:gd name="T14" fmla="*/ 7 w 635"/>
                <a:gd name="T15" fmla="*/ 329 h 571"/>
                <a:gd name="T16" fmla="*/ 4 w 635"/>
                <a:gd name="T17" fmla="*/ 328 h 571"/>
                <a:gd name="T18" fmla="*/ 3 w 635"/>
                <a:gd name="T19" fmla="*/ 331 h 571"/>
                <a:gd name="T20" fmla="*/ 463 w 635"/>
                <a:gd name="T21" fmla="*/ 571 h 571"/>
                <a:gd name="T22" fmla="*/ 635 w 635"/>
                <a:gd name="T23" fmla="*/ 241 h 571"/>
                <a:gd name="T24" fmla="*/ 172 w 635"/>
                <a:gd name="T25" fmla="*/ 0 h 571"/>
                <a:gd name="T26" fmla="*/ 0 w 635"/>
                <a:gd name="T27" fmla="*/ 329 h 571"/>
                <a:gd name="T28" fmla="*/ 3 w 635"/>
                <a:gd name="T29" fmla="*/ 331 h 571"/>
                <a:gd name="T30" fmla="*/ 4 w 635"/>
                <a:gd name="T31" fmla="*/ 328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5" h="571">
                  <a:moveTo>
                    <a:pt x="4" y="328"/>
                  </a:moveTo>
                  <a:lnTo>
                    <a:pt x="7" y="329"/>
                  </a:lnTo>
                  <a:lnTo>
                    <a:pt x="175" y="9"/>
                  </a:lnTo>
                  <a:lnTo>
                    <a:pt x="627" y="244"/>
                  </a:lnTo>
                  <a:lnTo>
                    <a:pt x="460" y="563"/>
                  </a:lnTo>
                  <a:lnTo>
                    <a:pt x="5" y="325"/>
                  </a:lnTo>
                  <a:lnTo>
                    <a:pt x="4" y="328"/>
                  </a:lnTo>
                  <a:lnTo>
                    <a:pt x="7" y="329"/>
                  </a:lnTo>
                  <a:lnTo>
                    <a:pt x="4" y="328"/>
                  </a:lnTo>
                  <a:lnTo>
                    <a:pt x="3" y="331"/>
                  </a:lnTo>
                  <a:lnTo>
                    <a:pt x="463" y="571"/>
                  </a:lnTo>
                  <a:lnTo>
                    <a:pt x="635" y="241"/>
                  </a:lnTo>
                  <a:lnTo>
                    <a:pt x="172" y="0"/>
                  </a:lnTo>
                  <a:lnTo>
                    <a:pt x="0" y="329"/>
                  </a:lnTo>
                  <a:lnTo>
                    <a:pt x="3" y="331"/>
                  </a:lnTo>
                  <a:lnTo>
                    <a:pt x="4" y="3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1" name="Freeform 431"/>
            <p:cNvSpPr>
              <a:spLocks/>
            </p:cNvSpPr>
            <p:nvPr/>
          </p:nvSpPr>
          <p:spPr bwMode="auto">
            <a:xfrm>
              <a:off x="973138" y="1379537"/>
              <a:ext cx="198438" cy="319088"/>
            </a:xfrm>
            <a:custGeom>
              <a:avLst/>
              <a:gdLst>
                <a:gd name="T0" fmla="*/ 125 w 125"/>
                <a:gd name="T1" fmla="*/ 15 h 201"/>
                <a:gd name="T2" fmla="*/ 28 w 125"/>
                <a:gd name="T3" fmla="*/ 201 h 201"/>
                <a:gd name="T4" fmla="*/ 0 w 125"/>
                <a:gd name="T5" fmla="*/ 187 h 201"/>
                <a:gd name="T6" fmla="*/ 98 w 125"/>
                <a:gd name="T7" fmla="*/ 0 h 201"/>
                <a:gd name="T8" fmla="*/ 125 w 125"/>
                <a:gd name="T9" fmla="*/ 15 h 201"/>
              </a:gdLst>
              <a:ahLst/>
              <a:cxnLst>
                <a:cxn ang="0">
                  <a:pos x="T0" y="T1"/>
                </a:cxn>
                <a:cxn ang="0">
                  <a:pos x="T2" y="T3"/>
                </a:cxn>
                <a:cxn ang="0">
                  <a:pos x="T4" y="T5"/>
                </a:cxn>
                <a:cxn ang="0">
                  <a:pos x="T6" y="T7"/>
                </a:cxn>
                <a:cxn ang="0">
                  <a:pos x="T8" y="T9"/>
                </a:cxn>
              </a:cxnLst>
              <a:rect l="0" t="0" r="r" b="b"/>
              <a:pathLst>
                <a:path w="125" h="201">
                  <a:moveTo>
                    <a:pt x="125" y="15"/>
                  </a:moveTo>
                  <a:lnTo>
                    <a:pt x="28" y="201"/>
                  </a:lnTo>
                  <a:lnTo>
                    <a:pt x="0" y="187"/>
                  </a:lnTo>
                  <a:lnTo>
                    <a:pt x="98" y="0"/>
                  </a:lnTo>
                  <a:lnTo>
                    <a:pt x="125" y="15"/>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2" name="Freeform 432"/>
            <p:cNvSpPr>
              <a:spLocks/>
            </p:cNvSpPr>
            <p:nvPr/>
          </p:nvSpPr>
          <p:spPr bwMode="auto">
            <a:xfrm>
              <a:off x="1044575" y="1416050"/>
              <a:ext cx="198438" cy="320675"/>
            </a:xfrm>
            <a:custGeom>
              <a:avLst/>
              <a:gdLst>
                <a:gd name="T0" fmla="*/ 125 w 125"/>
                <a:gd name="T1" fmla="*/ 14 h 202"/>
                <a:gd name="T2" fmla="*/ 27 w 125"/>
                <a:gd name="T3" fmla="*/ 202 h 202"/>
                <a:gd name="T4" fmla="*/ 0 w 125"/>
                <a:gd name="T5" fmla="*/ 188 h 202"/>
                <a:gd name="T6" fmla="*/ 97 w 125"/>
                <a:gd name="T7" fmla="*/ 0 h 202"/>
                <a:gd name="T8" fmla="*/ 125 w 125"/>
                <a:gd name="T9" fmla="*/ 14 h 202"/>
              </a:gdLst>
              <a:ahLst/>
              <a:cxnLst>
                <a:cxn ang="0">
                  <a:pos x="T0" y="T1"/>
                </a:cxn>
                <a:cxn ang="0">
                  <a:pos x="T2" y="T3"/>
                </a:cxn>
                <a:cxn ang="0">
                  <a:pos x="T4" y="T5"/>
                </a:cxn>
                <a:cxn ang="0">
                  <a:pos x="T6" y="T7"/>
                </a:cxn>
                <a:cxn ang="0">
                  <a:pos x="T8" y="T9"/>
                </a:cxn>
              </a:cxnLst>
              <a:rect l="0" t="0" r="r" b="b"/>
              <a:pathLst>
                <a:path w="125" h="202">
                  <a:moveTo>
                    <a:pt x="125" y="14"/>
                  </a:moveTo>
                  <a:lnTo>
                    <a:pt x="27" y="202"/>
                  </a:lnTo>
                  <a:lnTo>
                    <a:pt x="0" y="188"/>
                  </a:lnTo>
                  <a:lnTo>
                    <a:pt x="97" y="0"/>
                  </a:lnTo>
                  <a:lnTo>
                    <a:pt x="125" y="14"/>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3" name="Freeform 433"/>
            <p:cNvSpPr>
              <a:spLocks/>
            </p:cNvSpPr>
            <p:nvPr/>
          </p:nvSpPr>
          <p:spPr bwMode="auto">
            <a:xfrm>
              <a:off x="998538" y="925512"/>
              <a:ext cx="904875" cy="1073150"/>
            </a:xfrm>
            <a:custGeom>
              <a:avLst/>
              <a:gdLst>
                <a:gd name="T0" fmla="*/ 0 w 570"/>
                <a:gd name="T1" fmla="*/ 130 h 676"/>
                <a:gd name="T2" fmla="*/ 385 w 570"/>
                <a:gd name="T3" fmla="*/ 0 h 676"/>
                <a:gd name="T4" fmla="*/ 570 w 570"/>
                <a:gd name="T5" fmla="*/ 545 h 676"/>
                <a:gd name="T6" fmla="*/ 184 w 570"/>
                <a:gd name="T7" fmla="*/ 676 h 676"/>
                <a:gd name="T8" fmla="*/ 0 w 570"/>
                <a:gd name="T9" fmla="*/ 130 h 676"/>
              </a:gdLst>
              <a:ahLst/>
              <a:cxnLst>
                <a:cxn ang="0">
                  <a:pos x="T0" y="T1"/>
                </a:cxn>
                <a:cxn ang="0">
                  <a:pos x="T2" y="T3"/>
                </a:cxn>
                <a:cxn ang="0">
                  <a:pos x="T4" y="T5"/>
                </a:cxn>
                <a:cxn ang="0">
                  <a:pos x="T6" y="T7"/>
                </a:cxn>
                <a:cxn ang="0">
                  <a:pos x="T8" y="T9"/>
                </a:cxn>
              </a:cxnLst>
              <a:rect l="0" t="0" r="r" b="b"/>
              <a:pathLst>
                <a:path w="570" h="676">
                  <a:moveTo>
                    <a:pt x="0" y="130"/>
                  </a:moveTo>
                  <a:lnTo>
                    <a:pt x="385" y="0"/>
                  </a:lnTo>
                  <a:lnTo>
                    <a:pt x="570" y="545"/>
                  </a:lnTo>
                  <a:lnTo>
                    <a:pt x="184" y="676"/>
                  </a:lnTo>
                  <a:lnTo>
                    <a:pt x="0" y="13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4" name="Freeform 434"/>
            <p:cNvSpPr>
              <a:spLocks/>
            </p:cNvSpPr>
            <p:nvPr/>
          </p:nvSpPr>
          <p:spPr bwMode="auto">
            <a:xfrm>
              <a:off x="966788" y="1131887"/>
              <a:ext cx="323850" cy="876300"/>
            </a:xfrm>
            <a:custGeom>
              <a:avLst/>
              <a:gdLst>
                <a:gd name="T0" fmla="*/ 20 w 204"/>
                <a:gd name="T1" fmla="*/ 0 h 552"/>
                <a:gd name="T2" fmla="*/ 0 w 204"/>
                <a:gd name="T3" fmla="*/ 8 h 552"/>
                <a:gd name="T4" fmla="*/ 184 w 204"/>
                <a:gd name="T5" fmla="*/ 552 h 552"/>
                <a:gd name="T6" fmla="*/ 204 w 204"/>
                <a:gd name="T7" fmla="*/ 546 h 552"/>
                <a:gd name="T8" fmla="*/ 20 w 204"/>
                <a:gd name="T9" fmla="*/ 0 h 552"/>
              </a:gdLst>
              <a:ahLst/>
              <a:cxnLst>
                <a:cxn ang="0">
                  <a:pos x="T0" y="T1"/>
                </a:cxn>
                <a:cxn ang="0">
                  <a:pos x="T2" y="T3"/>
                </a:cxn>
                <a:cxn ang="0">
                  <a:pos x="T4" y="T5"/>
                </a:cxn>
                <a:cxn ang="0">
                  <a:pos x="T6" y="T7"/>
                </a:cxn>
                <a:cxn ang="0">
                  <a:pos x="T8" y="T9"/>
                </a:cxn>
              </a:cxnLst>
              <a:rect l="0" t="0" r="r" b="b"/>
              <a:pathLst>
                <a:path w="204" h="552">
                  <a:moveTo>
                    <a:pt x="20" y="0"/>
                  </a:moveTo>
                  <a:lnTo>
                    <a:pt x="0" y="8"/>
                  </a:lnTo>
                  <a:lnTo>
                    <a:pt x="184" y="552"/>
                  </a:lnTo>
                  <a:lnTo>
                    <a:pt x="204" y="546"/>
                  </a:lnTo>
                  <a:lnTo>
                    <a:pt x="20" y="0"/>
                  </a:lnTo>
                  <a:close/>
                </a:path>
              </a:pathLst>
            </a:custGeom>
            <a:solidFill>
              <a:srgbClr val="4483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5" name="Freeform 435"/>
            <p:cNvSpPr>
              <a:spLocks/>
            </p:cNvSpPr>
            <p:nvPr/>
          </p:nvSpPr>
          <p:spPr bwMode="auto">
            <a:xfrm>
              <a:off x="1036638" y="973137"/>
              <a:ext cx="825500" cy="976313"/>
            </a:xfrm>
            <a:custGeom>
              <a:avLst/>
              <a:gdLst>
                <a:gd name="T0" fmla="*/ 4 w 520"/>
                <a:gd name="T1" fmla="*/ 122 h 615"/>
                <a:gd name="T2" fmla="*/ 5 w 520"/>
                <a:gd name="T3" fmla="*/ 125 h 615"/>
                <a:gd name="T4" fmla="*/ 348 w 520"/>
                <a:gd name="T5" fmla="*/ 8 h 615"/>
                <a:gd name="T6" fmla="*/ 512 w 520"/>
                <a:gd name="T7" fmla="*/ 491 h 615"/>
                <a:gd name="T8" fmla="*/ 173 w 520"/>
                <a:gd name="T9" fmla="*/ 607 h 615"/>
                <a:gd name="T10" fmla="*/ 8 w 520"/>
                <a:gd name="T11" fmla="*/ 121 h 615"/>
                <a:gd name="T12" fmla="*/ 4 w 520"/>
                <a:gd name="T13" fmla="*/ 122 h 615"/>
                <a:gd name="T14" fmla="*/ 5 w 520"/>
                <a:gd name="T15" fmla="*/ 125 h 615"/>
                <a:gd name="T16" fmla="*/ 4 w 520"/>
                <a:gd name="T17" fmla="*/ 122 h 615"/>
                <a:gd name="T18" fmla="*/ 1 w 520"/>
                <a:gd name="T19" fmla="*/ 122 h 615"/>
                <a:gd name="T20" fmla="*/ 169 w 520"/>
                <a:gd name="T21" fmla="*/ 615 h 615"/>
                <a:gd name="T22" fmla="*/ 520 w 520"/>
                <a:gd name="T23" fmla="*/ 495 h 615"/>
                <a:gd name="T24" fmla="*/ 352 w 520"/>
                <a:gd name="T25" fmla="*/ 0 h 615"/>
                <a:gd name="T26" fmla="*/ 0 w 520"/>
                <a:gd name="T27" fmla="*/ 120 h 615"/>
                <a:gd name="T28" fmla="*/ 1 w 520"/>
                <a:gd name="T29" fmla="*/ 122 h 615"/>
                <a:gd name="T30" fmla="*/ 4 w 520"/>
                <a:gd name="T31" fmla="*/ 122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0" h="615">
                  <a:moveTo>
                    <a:pt x="4" y="122"/>
                  </a:moveTo>
                  <a:lnTo>
                    <a:pt x="5" y="125"/>
                  </a:lnTo>
                  <a:lnTo>
                    <a:pt x="348" y="8"/>
                  </a:lnTo>
                  <a:lnTo>
                    <a:pt x="512" y="491"/>
                  </a:lnTo>
                  <a:lnTo>
                    <a:pt x="173" y="607"/>
                  </a:lnTo>
                  <a:lnTo>
                    <a:pt x="8" y="121"/>
                  </a:lnTo>
                  <a:lnTo>
                    <a:pt x="4" y="122"/>
                  </a:lnTo>
                  <a:lnTo>
                    <a:pt x="5" y="125"/>
                  </a:lnTo>
                  <a:lnTo>
                    <a:pt x="4" y="122"/>
                  </a:lnTo>
                  <a:lnTo>
                    <a:pt x="1" y="122"/>
                  </a:lnTo>
                  <a:lnTo>
                    <a:pt x="169" y="615"/>
                  </a:lnTo>
                  <a:lnTo>
                    <a:pt x="520" y="495"/>
                  </a:lnTo>
                  <a:lnTo>
                    <a:pt x="352" y="0"/>
                  </a:lnTo>
                  <a:lnTo>
                    <a:pt x="0" y="120"/>
                  </a:lnTo>
                  <a:lnTo>
                    <a:pt x="1" y="122"/>
                  </a:lnTo>
                  <a:lnTo>
                    <a:pt x="4" y="1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6" name="Freeform 436"/>
            <p:cNvSpPr>
              <a:spLocks/>
            </p:cNvSpPr>
            <p:nvPr/>
          </p:nvSpPr>
          <p:spPr bwMode="auto">
            <a:xfrm>
              <a:off x="1346200" y="1565275"/>
              <a:ext cx="333375" cy="155575"/>
            </a:xfrm>
            <a:custGeom>
              <a:avLst/>
              <a:gdLst>
                <a:gd name="T0" fmla="*/ 210 w 210"/>
                <a:gd name="T1" fmla="*/ 30 h 98"/>
                <a:gd name="T2" fmla="*/ 10 w 210"/>
                <a:gd name="T3" fmla="*/ 98 h 98"/>
                <a:gd name="T4" fmla="*/ 0 w 210"/>
                <a:gd name="T5" fmla="*/ 67 h 98"/>
                <a:gd name="T6" fmla="*/ 200 w 210"/>
                <a:gd name="T7" fmla="*/ 0 h 98"/>
                <a:gd name="T8" fmla="*/ 210 w 210"/>
                <a:gd name="T9" fmla="*/ 30 h 98"/>
              </a:gdLst>
              <a:ahLst/>
              <a:cxnLst>
                <a:cxn ang="0">
                  <a:pos x="T0" y="T1"/>
                </a:cxn>
                <a:cxn ang="0">
                  <a:pos x="T2" y="T3"/>
                </a:cxn>
                <a:cxn ang="0">
                  <a:pos x="T4" y="T5"/>
                </a:cxn>
                <a:cxn ang="0">
                  <a:pos x="T6" y="T7"/>
                </a:cxn>
                <a:cxn ang="0">
                  <a:pos x="T8" y="T9"/>
                </a:cxn>
              </a:cxnLst>
              <a:rect l="0" t="0" r="r" b="b"/>
              <a:pathLst>
                <a:path w="210" h="98">
                  <a:moveTo>
                    <a:pt x="210" y="30"/>
                  </a:moveTo>
                  <a:lnTo>
                    <a:pt x="10" y="98"/>
                  </a:lnTo>
                  <a:lnTo>
                    <a:pt x="0" y="67"/>
                  </a:lnTo>
                  <a:lnTo>
                    <a:pt x="200" y="0"/>
                  </a:lnTo>
                  <a:lnTo>
                    <a:pt x="210" y="3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67" name="Freeform 437"/>
            <p:cNvSpPr>
              <a:spLocks/>
            </p:cNvSpPr>
            <p:nvPr/>
          </p:nvSpPr>
          <p:spPr bwMode="auto">
            <a:xfrm>
              <a:off x="1371600" y="1639887"/>
              <a:ext cx="333375" cy="153988"/>
            </a:xfrm>
            <a:custGeom>
              <a:avLst/>
              <a:gdLst>
                <a:gd name="T0" fmla="*/ 210 w 210"/>
                <a:gd name="T1" fmla="*/ 31 h 97"/>
                <a:gd name="T2" fmla="*/ 10 w 210"/>
                <a:gd name="T3" fmla="*/ 97 h 97"/>
                <a:gd name="T4" fmla="*/ 0 w 210"/>
                <a:gd name="T5" fmla="*/ 68 h 97"/>
                <a:gd name="T6" fmla="*/ 200 w 210"/>
                <a:gd name="T7" fmla="*/ 0 h 97"/>
                <a:gd name="T8" fmla="*/ 210 w 210"/>
                <a:gd name="T9" fmla="*/ 31 h 97"/>
              </a:gdLst>
              <a:ahLst/>
              <a:cxnLst>
                <a:cxn ang="0">
                  <a:pos x="T0" y="T1"/>
                </a:cxn>
                <a:cxn ang="0">
                  <a:pos x="T2" y="T3"/>
                </a:cxn>
                <a:cxn ang="0">
                  <a:pos x="T4" y="T5"/>
                </a:cxn>
                <a:cxn ang="0">
                  <a:pos x="T6" y="T7"/>
                </a:cxn>
                <a:cxn ang="0">
                  <a:pos x="T8" y="T9"/>
                </a:cxn>
              </a:cxnLst>
              <a:rect l="0" t="0" r="r" b="b"/>
              <a:pathLst>
                <a:path w="210" h="97">
                  <a:moveTo>
                    <a:pt x="210" y="31"/>
                  </a:moveTo>
                  <a:lnTo>
                    <a:pt x="10" y="97"/>
                  </a:lnTo>
                  <a:lnTo>
                    <a:pt x="0" y="68"/>
                  </a:lnTo>
                  <a:lnTo>
                    <a:pt x="200" y="0"/>
                  </a:lnTo>
                  <a:lnTo>
                    <a:pt x="210" y="31"/>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4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17330065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50"/>
                                            <p:tgtEl>
                                              <p:spTgt spid="2"/>
                                            </p:tgtEl>
                                          </p:cBhvr>
                                        </p:animEffect>
                                      </p:childTnLst>
                                    </p:cTn>
                                  </p:par>
                                </p:childTnLst>
                              </p:cTn>
                            </p:par>
                            <p:par>
                              <p:cTn id="8" fill="hold">
                                <p:stCondLst>
                                  <p:cond delay="250"/>
                                </p:stCondLst>
                                <p:childTnLst>
                                  <p:par>
                                    <p:cTn id="9" presetID="2" presetClass="entr" presetSubtype="8" fill="hold" nodeType="afterEffect" p14:presetBounceEnd="44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44000">
                                          <p:cBhvr additive="base">
                                            <p:cTn id="11" dur="500" fill="hold"/>
                                            <p:tgtEl>
                                              <p:spTgt spid="3"/>
                                            </p:tgtEl>
                                            <p:attrNameLst>
                                              <p:attrName>ppt_x</p:attrName>
                                            </p:attrNameLst>
                                          </p:cBhvr>
                                          <p:tavLst>
                                            <p:tav tm="0">
                                              <p:val>
                                                <p:strVal val="0-#ppt_w/2"/>
                                              </p:val>
                                            </p:tav>
                                            <p:tav tm="100000">
                                              <p:val>
                                                <p:strVal val="#ppt_x"/>
                                              </p:val>
                                            </p:tav>
                                          </p:tavLst>
                                        </p:anim>
                                        <p:anim calcmode="lin" valueType="num" p14:bounceEnd="44000">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50"/>
                                            <p:tgtEl>
                                              <p:spTgt spid="2"/>
                                            </p:tgtEl>
                                          </p:cBhvr>
                                        </p:animEffect>
                                      </p:childTnLst>
                                    </p:cTn>
                                  </p:par>
                                </p:childTnLst>
                              </p:cTn>
                            </p:par>
                            <p:par>
                              <p:cTn id="8" fill="hold">
                                <p:stCondLst>
                                  <p:cond delay="250"/>
                                </p:stCondLst>
                                <p:childTnLst>
                                  <p:par>
                                    <p:cTn id="9" presetID="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0"/>
            <a:ext cx="12192000" cy="6858000"/>
          </a:xfrm>
          <a:prstGeom prst="rect">
            <a:avLst/>
          </a:prstGeom>
          <a:solidFill>
            <a:schemeClr val="tx2">
              <a:lumMod val="5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3" name="Group 2"/>
          <p:cNvGrpSpPr/>
          <p:nvPr/>
        </p:nvGrpSpPr>
        <p:grpSpPr>
          <a:xfrm>
            <a:off x="5656263" y="2742109"/>
            <a:ext cx="6305907" cy="2769690"/>
            <a:chOff x="5430838" y="3076823"/>
            <a:chExt cx="6305907" cy="2769690"/>
          </a:xfrm>
        </p:grpSpPr>
        <p:sp>
          <p:nvSpPr>
            <p:cNvPr id="437" name="TextBox 436"/>
            <p:cNvSpPr txBox="1"/>
            <p:nvPr/>
          </p:nvSpPr>
          <p:spPr>
            <a:xfrm>
              <a:off x="6675438" y="3076823"/>
              <a:ext cx="4023858" cy="769441"/>
            </a:xfrm>
            <a:prstGeom prst="rect">
              <a:avLst/>
            </a:prstGeom>
            <a:noFill/>
          </p:spPr>
          <p:txBody>
            <a:bodyPr wrap="none" rtlCol="0">
              <a:spAutoFit/>
            </a:bodyPr>
            <a:lstStyle/>
            <a:p>
              <a:pPr rtl="1"/>
              <a:r>
                <a:rPr lang="ar-SA" sz="4400" b="1" u="sng" dirty="0">
                  <a:solidFill>
                    <a:srgbClr val="FFFF00"/>
                  </a:solidFill>
                </a:rPr>
                <a:t>ج. الويب 3.0 Web</a:t>
              </a:r>
              <a:endParaRPr lang="en-US" sz="4400" u="sng" dirty="0">
                <a:solidFill>
                  <a:srgbClr val="FFFF00"/>
                </a:solidFill>
              </a:endParaRPr>
            </a:p>
          </p:txBody>
        </p:sp>
        <p:sp>
          <p:nvSpPr>
            <p:cNvPr id="438" name="Rectangle 437"/>
            <p:cNvSpPr/>
            <p:nvPr/>
          </p:nvSpPr>
          <p:spPr>
            <a:xfrm>
              <a:off x="5430838" y="4030631"/>
              <a:ext cx="6305907" cy="1815882"/>
            </a:xfrm>
            <a:prstGeom prst="rect">
              <a:avLst/>
            </a:prstGeom>
          </p:spPr>
          <p:txBody>
            <a:bodyPr wrap="square">
              <a:spAutoFit/>
            </a:bodyPr>
            <a:lstStyle/>
            <a:p>
              <a:pPr algn="ctr" rtl="1"/>
              <a:r>
                <a:rPr lang="ar-SA" sz="2800" b="1" dirty="0">
                  <a:solidFill>
                    <a:prstClr val="white"/>
                  </a:solidFill>
                </a:rPr>
                <a:t>Web 3.0 يحول الويب إلى قاعدة بيانات ديناميكية تعمل في إطار الذكاء الاصطناعي لتيسير عمليات البحث والوصول بكفاءة ويسر إلى المعلومة والمعلومات ذات العلاقة بها.</a:t>
              </a:r>
              <a:endParaRPr lang="en-US" sz="2800" b="1" dirty="0">
                <a:solidFill>
                  <a:prstClr val="white"/>
                </a:solidFill>
              </a:endParaRPr>
            </a:p>
          </p:txBody>
        </p:sp>
      </p:grpSp>
      <p:grpSp>
        <p:nvGrpSpPr>
          <p:cNvPr id="2" name="Group 1"/>
          <p:cNvGrpSpPr/>
          <p:nvPr/>
        </p:nvGrpSpPr>
        <p:grpSpPr>
          <a:xfrm>
            <a:off x="0" y="-1588"/>
            <a:ext cx="6564313" cy="6181726"/>
            <a:chOff x="0" y="-1588"/>
            <a:chExt cx="6564313" cy="6181726"/>
          </a:xfrm>
        </p:grpSpPr>
        <p:sp>
          <p:nvSpPr>
            <p:cNvPr id="439" name="Freeform 5"/>
            <p:cNvSpPr>
              <a:spLocks/>
            </p:cNvSpPr>
            <p:nvPr/>
          </p:nvSpPr>
          <p:spPr bwMode="auto">
            <a:xfrm>
              <a:off x="0" y="-1588"/>
              <a:ext cx="5656263" cy="5499100"/>
            </a:xfrm>
            <a:custGeom>
              <a:avLst/>
              <a:gdLst>
                <a:gd name="T0" fmla="*/ 0 w 2670"/>
                <a:gd name="T1" fmla="*/ 2233 h 2596"/>
                <a:gd name="T2" fmla="*/ 1030 w 2670"/>
                <a:gd name="T3" fmla="*/ 2596 h 2596"/>
                <a:gd name="T4" fmla="*/ 2670 w 2670"/>
                <a:gd name="T5" fmla="*/ 956 h 2596"/>
                <a:gd name="T6" fmla="*/ 2362 w 2670"/>
                <a:gd name="T7" fmla="*/ 0 h 2596"/>
                <a:gd name="T8" fmla="*/ 0 w 2670"/>
                <a:gd name="T9" fmla="*/ 0 h 2596"/>
                <a:gd name="T10" fmla="*/ 0 w 2670"/>
                <a:gd name="T11" fmla="*/ 2233 h 2596"/>
              </a:gdLst>
              <a:ahLst/>
              <a:cxnLst>
                <a:cxn ang="0">
                  <a:pos x="T0" y="T1"/>
                </a:cxn>
                <a:cxn ang="0">
                  <a:pos x="T2" y="T3"/>
                </a:cxn>
                <a:cxn ang="0">
                  <a:pos x="T4" y="T5"/>
                </a:cxn>
                <a:cxn ang="0">
                  <a:pos x="T6" y="T7"/>
                </a:cxn>
                <a:cxn ang="0">
                  <a:pos x="T8" y="T9"/>
                </a:cxn>
                <a:cxn ang="0">
                  <a:pos x="T10" y="T11"/>
                </a:cxn>
              </a:cxnLst>
              <a:rect l="0" t="0" r="r" b="b"/>
              <a:pathLst>
                <a:path w="2670" h="2596">
                  <a:moveTo>
                    <a:pt x="0" y="2233"/>
                  </a:moveTo>
                  <a:cubicBezTo>
                    <a:pt x="282" y="2460"/>
                    <a:pt x="640" y="2596"/>
                    <a:pt x="1030" y="2596"/>
                  </a:cubicBezTo>
                  <a:cubicBezTo>
                    <a:pt x="1936" y="2596"/>
                    <a:pt x="2670" y="1862"/>
                    <a:pt x="2670" y="956"/>
                  </a:cubicBezTo>
                  <a:cubicBezTo>
                    <a:pt x="2670" y="599"/>
                    <a:pt x="2556" y="269"/>
                    <a:pt x="2362" y="0"/>
                  </a:cubicBezTo>
                  <a:cubicBezTo>
                    <a:pt x="0" y="0"/>
                    <a:pt x="0" y="0"/>
                    <a:pt x="0" y="0"/>
                  </a:cubicBezTo>
                  <a:cubicBezTo>
                    <a:pt x="0" y="2233"/>
                    <a:pt x="0" y="2233"/>
                    <a:pt x="0" y="2233"/>
                  </a:cubicBezTo>
                </a:path>
              </a:pathLst>
            </a:custGeom>
            <a:solidFill>
              <a:schemeClr val="tx2">
                <a:lumMod val="20000"/>
                <a:lumOff val="8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40" name="Freeform 6"/>
            <p:cNvSpPr>
              <a:spLocks/>
            </p:cNvSpPr>
            <p:nvPr/>
          </p:nvSpPr>
          <p:spPr bwMode="auto">
            <a:xfrm>
              <a:off x="3430588" y="3486150"/>
              <a:ext cx="1550988" cy="1519238"/>
            </a:xfrm>
            <a:custGeom>
              <a:avLst/>
              <a:gdLst>
                <a:gd name="T0" fmla="*/ 280 w 732"/>
                <a:gd name="T1" fmla="*/ 692 h 717"/>
                <a:gd name="T2" fmla="*/ 400 w 732"/>
                <a:gd name="T3" fmla="*/ 685 h 717"/>
                <a:gd name="T4" fmla="*/ 693 w 732"/>
                <a:gd name="T5" fmla="*/ 417 h 717"/>
                <a:gd name="T6" fmla="*/ 709 w 732"/>
                <a:gd name="T7" fmla="*/ 299 h 717"/>
                <a:gd name="T8" fmla="*/ 548 w 732"/>
                <a:gd name="T9" fmla="*/ 42 h 717"/>
                <a:gd name="T10" fmla="*/ 450 w 732"/>
                <a:gd name="T11" fmla="*/ 29 h 717"/>
                <a:gd name="T12" fmla="*/ 31 w 732"/>
                <a:gd name="T13" fmla="*/ 412 h 717"/>
                <a:gd name="T14" fmla="*/ 36 w 732"/>
                <a:gd name="T15" fmla="*/ 511 h 717"/>
                <a:gd name="T16" fmla="*/ 280 w 732"/>
                <a:gd name="T17" fmla="*/ 692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2" h="717">
                  <a:moveTo>
                    <a:pt x="280" y="692"/>
                  </a:moveTo>
                  <a:cubicBezTo>
                    <a:pt x="314" y="717"/>
                    <a:pt x="368" y="714"/>
                    <a:pt x="400" y="685"/>
                  </a:cubicBezTo>
                  <a:cubicBezTo>
                    <a:pt x="693" y="417"/>
                    <a:pt x="693" y="417"/>
                    <a:pt x="693" y="417"/>
                  </a:cubicBezTo>
                  <a:cubicBezTo>
                    <a:pt x="725" y="388"/>
                    <a:pt x="732" y="335"/>
                    <a:pt x="709" y="299"/>
                  </a:cubicBezTo>
                  <a:cubicBezTo>
                    <a:pt x="548" y="42"/>
                    <a:pt x="548" y="42"/>
                    <a:pt x="548" y="42"/>
                  </a:cubicBezTo>
                  <a:cubicBezTo>
                    <a:pt x="526" y="6"/>
                    <a:pt x="481" y="0"/>
                    <a:pt x="450" y="29"/>
                  </a:cubicBezTo>
                  <a:cubicBezTo>
                    <a:pt x="31" y="412"/>
                    <a:pt x="31" y="412"/>
                    <a:pt x="31" y="412"/>
                  </a:cubicBezTo>
                  <a:cubicBezTo>
                    <a:pt x="0" y="441"/>
                    <a:pt x="2" y="485"/>
                    <a:pt x="36" y="511"/>
                  </a:cubicBezTo>
                  <a:lnTo>
                    <a:pt x="280" y="692"/>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41" name="Freeform 7"/>
            <p:cNvSpPr>
              <a:spLocks/>
            </p:cNvSpPr>
            <p:nvPr/>
          </p:nvSpPr>
          <p:spPr bwMode="auto">
            <a:xfrm>
              <a:off x="3478213" y="3551237"/>
              <a:ext cx="1262063" cy="1258888"/>
            </a:xfrm>
            <a:custGeom>
              <a:avLst/>
              <a:gdLst>
                <a:gd name="T0" fmla="*/ 254 w 795"/>
                <a:gd name="T1" fmla="*/ 152 h 793"/>
                <a:gd name="T2" fmla="*/ 452 w 795"/>
                <a:gd name="T3" fmla="*/ 454 h 793"/>
                <a:gd name="T4" fmla="*/ 171 w 795"/>
                <a:gd name="T5" fmla="*/ 228 h 793"/>
                <a:gd name="T6" fmla="*/ 0 w 795"/>
                <a:gd name="T7" fmla="*/ 383 h 793"/>
                <a:gd name="T8" fmla="*/ 376 w 795"/>
                <a:gd name="T9" fmla="*/ 793 h 793"/>
                <a:gd name="T10" fmla="*/ 795 w 795"/>
                <a:gd name="T11" fmla="*/ 408 h 793"/>
                <a:gd name="T12" fmla="*/ 421 w 795"/>
                <a:gd name="T13" fmla="*/ 0 h 793"/>
                <a:gd name="T14" fmla="*/ 254 w 795"/>
                <a:gd name="T15" fmla="*/ 152 h 7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5" h="793">
                  <a:moveTo>
                    <a:pt x="254" y="152"/>
                  </a:moveTo>
                  <a:lnTo>
                    <a:pt x="452" y="454"/>
                  </a:lnTo>
                  <a:lnTo>
                    <a:pt x="171" y="228"/>
                  </a:lnTo>
                  <a:lnTo>
                    <a:pt x="0" y="383"/>
                  </a:lnTo>
                  <a:lnTo>
                    <a:pt x="376" y="793"/>
                  </a:lnTo>
                  <a:lnTo>
                    <a:pt x="795" y="408"/>
                  </a:lnTo>
                  <a:lnTo>
                    <a:pt x="421" y="0"/>
                  </a:lnTo>
                  <a:lnTo>
                    <a:pt x="254" y="152"/>
                  </a:lnTo>
                  <a:close/>
                </a:path>
              </a:pathLst>
            </a:custGeom>
            <a:solidFill>
              <a:srgbClr val="3449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42" name="Freeform 8"/>
            <p:cNvSpPr>
              <a:spLocks/>
            </p:cNvSpPr>
            <p:nvPr/>
          </p:nvSpPr>
          <p:spPr bwMode="auto">
            <a:xfrm>
              <a:off x="4689475" y="982662"/>
              <a:ext cx="952500" cy="1504950"/>
            </a:xfrm>
            <a:custGeom>
              <a:avLst/>
              <a:gdLst>
                <a:gd name="T0" fmla="*/ 374 w 450"/>
                <a:gd name="T1" fmla="*/ 644 h 710"/>
                <a:gd name="T2" fmla="*/ 450 w 450"/>
                <a:gd name="T3" fmla="*/ 552 h 710"/>
                <a:gd name="T4" fmla="*/ 450 w 450"/>
                <a:gd name="T5" fmla="*/ 154 h 710"/>
                <a:gd name="T6" fmla="*/ 374 w 450"/>
                <a:gd name="T7" fmla="*/ 62 h 710"/>
                <a:gd name="T8" fmla="*/ 76 w 450"/>
                <a:gd name="T9" fmla="*/ 8 h 710"/>
                <a:gd name="T10" fmla="*/ 0 w 450"/>
                <a:gd name="T11" fmla="*/ 72 h 710"/>
                <a:gd name="T12" fmla="*/ 0 w 450"/>
                <a:gd name="T13" fmla="*/ 639 h 710"/>
                <a:gd name="T14" fmla="*/ 76 w 450"/>
                <a:gd name="T15" fmla="*/ 702 h 710"/>
                <a:gd name="T16" fmla="*/ 374 w 450"/>
                <a:gd name="T17" fmla="*/ 644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0" h="710">
                  <a:moveTo>
                    <a:pt x="374" y="644"/>
                  </a:moveTo>
                  <a:cubicBezTo>
                    <a:pt x="416" y="636"/>
                    <a:pt x="450" y="594"/>
                    <a:pt x="450" y="552"/>
                  </a:cubicBezTo>
                  <a:cubicBezTo>
                    <a:pt x="450" y="154"/>
                    <a:pt x="450" y="154"/>
                    <a:pt x="450" y="154"/>
                  </a:cubicBezTo>
                  <a:cubicBezTo>
                    <a:pt x="450" y="111"/>
                    <a:pt x="416" y="70"/>
                    <a:pt x="374" y="62"/>
                  </a:cubicBezTo>
                  <a:cubicBezTo>
                    <a:pt x="76" y="8"/>
                    <a:pt x="76" y="8"/>
                    <a:pt x="76" y="8"/>
                  </a:cubicBezTo>
                  <a:cubicBezTo>
                    <a:pt x="34" y="0"/>
                    <a:pt x="0" y="29"/>
                    <a:pt x="0" y="72"/>
                  </a:cubicBezTo>
                  <a:cubicBezTo>
                    <a:pt x="0" y="639"/>
                    <a:pt x="0" y="639"/>
                    <a:pt x="0" y="639"/>
                  </a:cubicBezTo>
                  <a:cubicBezTo>
                    <a:pt x="0" y="681"/>
                    <a:pt x="34" y="710"/>
                    <a:pt x="76" y="702"/>
                  </a:cubicBezTo>
                  <a:lnTo>
                    <a:pt x="374" y="644"/>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43" name="Freeform 9"/>
            <p:cNvSpPr>
              <a:spLocks/>
            </p:cNvSpPr>
            <p:nvPr/>
          </p:nvSpPr>
          <p:spPr bwMode="auto">
            <a:xfrm>
              <a:off x="4529138" y="1311275"/>
              <a:ext cx="879475" cy="904875"/>
            </a:xfrm>
            <a:custGeom>
              <a:avLst/>
              <a:gdLst>
                <a:gd name="T0" fmla="*/ 0 w 554"/>
                <a:gd name="T1" fmla="*/ 227 h 570"/>
                <a:gd name="T2" fmla="*/ 357 w 554"/>
                <a:gd name="T3" fmla="*/ 284 h 570"/>
                <a:gd name="T4" fmla="*/ 0 w 554"/>
                <a:gd name="T5" fmla="*/ 339 h 570"/>
                <a:gd name="T6" fmla="*/ 0 w 554"/>
                <a:gd name="T7" fmla="*/ 570 h 570"/>
                <a:gd name="T8" fmla="*/ 554 w 554"/>
                <a:gd name="T9" fmla="*/ 570 h 570"/>
                <a:gd name="T10" fmla="*/ 554 w 554"/>
                <a:gd name="T11" fmla="*/ 0 h 570"/>
                <a:gd name="T12" fmla="*/ 0 w 554"/>
                <a:gd name="T13" fmla="*/ 0 h 570"/>
                <a:gd name="T14" fmla="*/ 0 w 554"/>
                <a:gd name="T15" fmla="*/ 227 h 5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4" h="570">
                  <a:moveTo>
                    <a:pt x="0" y="227"/>
                  </a:moveTo>
                  <a:lnTo>
                    <a:pt x="357" y="284"/>
                  </a:lnTo>
                  <a:lnTo>
                    <a:pt x="0" y="339"/>
                  </a:lnTo>
                  <a:lnTo>
                    <a:pt x="0" y="570"/>
                  </a:lnTo>
                  <a:lnTo>
                    <a:pt x="554" y="570"/>
                  </a:lnTo>
                  <a:lnTo>
                    <a:pt x="554" y="0"/>
                  </a:lnTo>
                  <a:lnTo>
                    <a:pt x="0" y="0"/>
                  </a:lnTo>
                  <a:lnTo>
                    <a:pt x="0" y="227"/>
                  </a:lnTo>
                  <a:close/>
                </a:path>
              </a:pathLst>
            </a:custGeom>
            <a:solidFill>
              <a:srgbClr val="354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44" name="Freeform 10"/>
            <p:cNvSpPr>
              <a:spLocks/>
            </p:cNvSpPr>
            <p:nvPr/>
          </p:nvSpPr>
          <p:spPr bwMode="auto">
            <a:xfrm>
              <a:off x="576263" y="4383087"/>
              <a:ext cx="1487488" cy="1125538"/>
            </a:xfrm>
            <a:custGeom>
              <a:avLst/>
              <a:gdLst>
                <a:gd name="T0" fmla="*/ 14 w 702"/>
                <a:gd name="T1" fmla="*/ 376 h 531"/>
                <a:gd name="T2" fmla="*/ 94 w 702"/>
                <a:gd name="T3" fmla="*/ 465 h 531"/>
                <a:gd name="T4" fmla="*/ 487 w 702"/>
                <a:gd name="T5" fmla="*/ 525 h 531"/>
                <a:gd name="T6" fmla="*/ 589 w 702"/>
                <a:gd name="T7" fmla="*/ 463 h 531"/>
                <a:gd name="T8" fmla="*/ 688 w 702"/>
                <a:gd name="T9" fmla="*/ 177 h 531"/>
                <a:gd name="T10" fmla="*/ 636 w 702"/>
                <a:gd name="T11" fmla="*/ 92 h 531"/>
                <a:gd name="T12" fmla="*/ 76 w 702"/>
                <a:gd name="T13" fmla="*/ 6 h 531"/>
                <a:gd name="T14" fmla="*/ 2 w 702"/>
                <a:gd name="T15" fmla="*/ 73 h 531"/>
                <a:gd name="T16" fmla="*/ 14 w 702"/>
                <a:gd name="T17" fmla="*/ 376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2" h="531">
                  <a:moveTo>
                    <a:pt x="14" y="376"/>
                  </a:moveTo>
                  <a:cubicBezTo>
                    <a:pt x="15" y="418"/>
                    <a:pt x="51" y="459"/>
                    <a:pt x="94" y="465"/>
                  </a:cubicBezTo>
                  <a:cubicBezTo>
                    <a:pt x="487" y="525"/>
                    <a:pt x="487" y="525"/>
                    <a:pt x="487" y="525"/>
                  </a:cubicBezTo>
                  <a:cubicBezTo>
                    <a:pt x="529" y="531"/>
                    <a:pt x="575" y="503"/>
                    <a:pt x="589" y="463"/>
                  </a:cubicBezTo>
                  <a:cubicBezTo>
                    <a:pt x="688" y="177"/>
                    <a:pt x="688" y="177"/>
                    <a:pt x="688" y="177"/>
                  </a:cubicBezTo>
                  <a:cubicBezTo>
                    <a:pt x="702" y="137"/>
                    <a:pt x="678" y="98"/>
                    <a:pt x="636" y="92"/>
                  </a:cubicBezTo>
                  <a:cubicBezTo>
                    <a:pt x="76" y="6"/>
                    <a:pt x="76" y="6"/>
                    <a:pt x="76" y="6"/>
                  </a:cubicBezTo>
                  <a:cubicBezTo>
                    <a:pt x="33" y="0"/>
                    <a:pt x="0" y="30"/>
                    <a:pt x="2" y="73"/>
                  </a:cubicBezTo>
                  <a:lnTo>
                    <a:pt x="14" y="376"/>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45" name="Freeform 11"/>
            <p:cNvSpPr>
              <a:spLocks/>
            </p:cNvSpPr>
            <p:nvPr/>
          </p:nvSpPr>
          <p:spPr bwMode="auto">
            <a:xfrm>
              <a:off x="747713" y="4373562"/>
              <a:ext cx="1008063" cy="892175"/>
            </a:xfrm>
            <a:custGeom>
              <a:avLst/>
              <a:gdLst>
                <a:gd name="T0" fmla="*/ 410 w 635"/>
                <a:gd name="T1" fmla="*/ 52 h 562"/>
                <a:gd name="T2" fmla="*/ 307 w 635"/>
                <a:gd name="T3" fmla="*/ 348 h 562"/>
                <a:gd name="T4" fmla="*/ 300 w 635"/>
                <a:gd name="T5" fmla="*/ 34 h 562"/>
                <a:gd name="T6" fmla="*/ 72 w 635"/>
                <a:gd name="T7" fmla="*/ 0 h 562"/>
                <a:gd name="T8" fmla="*/ 0 w 635"/>
                <a:gd name="T9" fmla="*/ 476 h 562"/>
                <a:gd name="T10" fmla="*/ 562 w 635"/>
                <a:gd name="T11" fmla="*/ 562 h 562"/>
                <a:gd name="T12" fmla="*/ 635 w 635"/>
                <a:gd name="T13" fmla="*/ 85 h 562"/>
                <a:gd name="T14" fmla="*/ 410 w 635"/>
                <a:gd name="T15" fmla="*/ 52 h 5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5" h="562">
                  <a:moveTo>
                    <a:pt x="410" y="52"/>
                  </a:moveTo>
                  <a:lnTo>
                    <a:pt x="307" y="348"/>
                  </a:lnTo>
                  <a:lnTo>
                    <a:pt x="300" y="34"/>
                  </a:lnTo>
                  <a:lnTo>
                    <a:pt x="72" y="0"/>
                  </a:lnTo>
                  <a:lnTo>
                    <a:pt x="0" y="476"/>
                  </a:lnTo>
                  <a:lnTo>
                    <a:pt x="562" y="562"/>
                  </a:lnTo>
                  <a:lnTo>
                    <a:pt x="635" y="85"/>
                  </a:lnTo>
                  <a:lnTo>
                    <a:pt x="410" y="52"/>
                  </a:lnTo>
                  <a:close/>
                </a:path>
              </a:pathLst>
            </a:custGeom>
            <a:solidFill>
              <a:srgbClr val="344A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46" name="Freeform 14"/>
            <p:cNvSpPr>
              <a:spLocks/>
            </p:cNvSpPr>
            <p:nvPr/>
          </p:nvSpPr>
          <p:spPr bwMode="auto">
            <a:xfrm>
              <a:off x="0" y="-1588"/>
              <a:ext cx="5060950" cy="4983163"/>
            </a:xfrm>
            <a:custGeom>
              <a:avLst/>
              <a:gdLst>
                <a:gd name="T0" fmla="*/ 0 w 2389"/>
                <a:gd name="T1" fmla="*/ 0 h 2352"/>
                <a:gd name="T2" fmla="*/ 0 w 2389"/>
                <a:gd name="T3" fmla="*/ 1954 h 2352"/>
                <a:gd name="T4" fmla="*/ 981 w 2389"/>
                <a:gd name="T5" fmla="*/ 2352 h 2352"/>
                <a:gd name="T6" fmla="*/ 2389 w 2389"/>
                <a:gd name="T7" fmla="*/ 945 h 2352"/>
                <a:gd name="T8" fmla="*/ 2024 w 2389"/>
                <a:gd name="T9" fmla="*/ 0 h 2352"/>
                <a:gd name="T10" fmla="*/ 0 w 2389"/>
                <a:gd name="T11" fmla="*/ 0 h 2352"/>
              </a:gdLst>
              <a:ahLst/>
              <a:cxnLst>
                <a:cxn ang="0">
                  <a:pos x="T0" y="T1"/>
                </a:cxn>
                <a:cxn ang="0">
                  <a:pos x="T2" y="T3"/>
                </a:cxn>
                <a:cxn ang="0">
                  <a:pos x="T4" y="T5"/>
                </a:cxn>
                <a:cxn ang="0">
                  <a:pos x="T6" y="T7"/>
                </a:cxn>
                <a:cxn ang="0">
                  <a:pos x="T8" y="T9"/>
                </a:cxn>
                <a:cxn ang="0">
                  <a:pos x="T10" y="T11"/>
                </a:cxn>
              </a:cxnLst>
              <a:rect l="0" t="0" r="r" b="b"/>
              <a:pathLst>
                <a:path w="2389" h="2352">
                  <a:moveTo>
                    <a:pt x="0" y="0"/>
                  </a:moveTo>
                  <a:cubicBezTo>
                    <a:pt x="0" y="1954"/>
                    <a:pt x="0" y="1954"/>
                    <a:pt x="0" y="1954"/>
                  </a:cubicBezTo>
                  <a:cubicBezTo>
                    <a:pt x="254" y="2201"/>
                    <a:pt x="600" y="2352"/>
                    <a:pt x="981" y="2352"/>
                  </a:cubicBezTo>
                  <a:cubicBezTo>
                    <a:pt x="1759" y="2352"/>
                    <a:pt x="2389" y="1722"/>
                    <a:pt x="2389" y="945"/>
                  </a:cubicBezTo>
                  <a:cubicBezTo>
                    <a:pt x="2389" y="581"/>
                    <a:pt x="2251" y="249"/>
                    <a:pt x="2024" y="0"/>
                  </a:cubicBezTo>
                  <a:cubicBezTo>
                    <a:pt x="0" y="0"/>
                    <a:pt x="0" y="0"/>
                    <a:pt x="0" y="0"/>
                  </a:cubicBezTo>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47" name="Freeform 15"/>
            <p:cNvSpPr>
              <a:spLocks/>
            </p:cNvSpPr>
            <p:nvPr/>
          </p:nvSpPr>
          <p:spPr bwMode="auto">
            <a:xfrm>
              <a:off x="0" y="-1588"/>
              <a:ext cx="4976813" cy="4897438"/>
            </a:xfrm>
            <a:custGeom>
              <a:avLst/>
              <a:gdLst>
                <a:gd name="T0" fmla="*/ 2349 w 2349"/>
                <a:gd name="T1" fmla="*/ 945 h 2312"/>
                <a:gd name="T2" fmla="*/ 1970 w 2349"/>
                <a:gd name="T3" fmla="*/ 0 h 2312"/>
                <a:gd name="T4" fmla="*/ 0 w 2349"/>
                <a:gd name="T5" fmla="*/ 0 h 2312"/>
                <a:gd name="T6" fmla="*/ 0 w 2349"/>
                <a:gd name="T7" fmla="*/ 1897 h 2312"/>
                <a:gd name="T8" fmla="*/ 981 w 2349"/>
                <a:gd name="T9" fmla="*/ 2312 h 2312"/>
                <a:gd name="T10" fmla="*/ 2349 w 2349"/>
                <a:gd name="T11" fmla="*/ 945 h 2312"/>
              </a:gdLst>
              <a:ahLst/>
              <a:cxnLst>
                <a:cxn ang="0">
                  <a:pos x="T0" y="T1"/>
                </a:cxn>
                <a:cxn ang="0">
                  <a:pos x="T2" y="T3"/>
                </a:cxn>
                <a:cxn ang="0">
                  <a:pos x="T4" y="T5"/>
                </a:cxn>
                <a:cxn ang="0">
                  <a:pos x="T6" y="T7"/>
                </a:cxn>
                <a:cxn ang="0">
                  <a:pos x="T8" y="T9"/>
                </a:cxn>
                <a:cxn ang="0">
                  <a:pos x="T10" y="T11"/>
                </a:cxn>
              </a:cxnLst>
              <a:rect l="0" t="0" r="r" b="b"/>
              <a:pathLst>
                <a:path w="2349" h="2312">
                  <a:moveTo>
                    <a:pt x="2349" y="945"/>
                  </a:moveTo>
                  <a:cubicBezTo>
                    <a:pt x="2349" y="578"/>
                    <a:pt x="2204" y="245"/>
                    <a:pt x="1970" y="0"/>
                  </a:cubicBezTo>
                  <a:cubicBezTo>
                    <a:pt x="0" y="0"/>
                    <a:pt x="0" y="0"/>
                    <a:pt x="0" y="0"/>
                  </a:cubicBezTo>
                  <a:cubicBezTo>
                    <a:pt x="0" y="1897"/>
                    <a:pt x="0" y="1897"/>
                    <a:pt x="0" y="1897"/>
                  </a:cubicBezTo>
                  <a:cubicBezTo>
                    <a:pt x="249" y="2153"/>
                    <a:pt x="596" y="2312"/>
                    <a:pt x="981" y="2312"/>
                  </a:cubicBezTo>
                  <a:cubicBezTo>
                    <a:pt x="1736" y="2312"/>
                    <a:pt x="2349" y="1700"/>
                    <a:pt x="2349" y="945"/>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48" name="Freeform 16"/>
            <p:cNvSpPr>
              <a:spLocks/>
            </p:cNvSpPr>
            <p:nvPr/>
          </p:nvSpPr>
          <p:spPr bwMode="auto">
            <a:xfrm>
              <a:off x="5641975" y="903287"/>
              <a:ext cx="922338" cy="1582738"/>
            </a:xfrm>
            <a:custGeom>
              <a:avLst/>
              <a:gdLst>
                <a:gd name="T0" fmla="*/ 68 w 435"/>
                <a:gd name="T1" fmla="*/ 96 h 747"/>
                <a:gd name="T2" fmla="*/ 0 w 435"/>
                <a:gd name="T3" fmla="*/ 190 h 747"/>
                <a:gd name="T4" fmla="*/ 0 w 435"/>
                <a:gd name="T5" fmla="*/ 600 h 747"/>
                <a:gd name="T6" fmla="*/ 70 w 435"/>
                <a:gd name="T7" fmla="*/ 687 h 747"/>
                <a:gd name="T8" fmla="*/ 307 w 435"/>
                <a:gd name="T9" fmla="*/ 739 h 747"/>
                <a:gd name="T10" fmla="*/ 389 w 435"/>
                <a:gd name="T11" fmla="*/ 684 h 747"/>
                <a:gd name="T12" fmla="*/ 427 w 435"/>
                <a:gd name="T13" fmla="*/ 463 h 747"/>
                <a:gd name="T14" fmla="*/ 429 w 435"/>
                <a:gd name="T15" fmla="*/ 322 h 747"/>
                <a:gd name="T16" fmla="*/ 390 w 435"/>
                <a:gd name="T17" fmla="*/ 60 h 747"/>
                <a:gd name="T18" fmla="*/ 312 w 435"/>
                <a:gd name="T19" fmla="*/ 12 h 747"/>
                <a:gd name="T20" fmla="*/ 68 w 435"/>
                <a:gd name="T21" fmla="*/ 96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5" h="747">
                  <a:moveTo>
                    <a:pt x="68" y="96"/>
                  </a:moveTo>
                  <a:cubicBezTo>
                    <a:pt x="31" y="108"/>
                    <a:pt x="0" y="151"/>
                    <a:pt x="0" y="190"/>
                  </a:cubicBezTo>
                  <a:cubicBezTo>
                    <a:pt x="0" y="600"/>
                    <a:pt x="0" y="600"/>
                    <a:pt x="0" y="600"/>
                  </a:cubicBezTo>
                  <a:cubicBezTo>
                    <a:pt x="0" y="640"/>
                    <a:pt x="32" y="679"/>
                    <a:pt x="70" y="687"/>
                  </a:cubicBezTo>
                  <a:cubicBezTo>
                    <a:pt x="307" y="739"/>
                    <a:pt x="307" y="739"/>
                    <a:pt x="307" y="739"/>
                  </a:cubicBezTo>
                  <a:cubicBezTo>
                    <a:pt x="346" y="747"/>
                    <a:pt x="383" y="723"/>
                    <a:pt x="389" y="684"/>
                  </a:cubicBezTo>
                  <a:cubicBezTo>
                    <a:pt x="427" y="463"/>
                    <a:pt x="427" y="463"/>
                    <a:pt x="427" y="463"/>
                  </a:cubicBezTo>
                  <a:cubicBezTo>
                    <a:pt x="434" y="425"/>
                    <a:pt x="435" y="361"/>
                    <a:pt x="429" y="322"/>
                  </a:cubicBezTo>
                  <a:cubicBezTo>
                    <a:pt x="390" y="60"/>
                    <a:pt x="390" y="60"/>
                    <a:pt x="390" y="60"/>
                  </a:cubicBezTo>
                  <a:cubicBezTo>
                    <a:pt x="384" y="21"/>
                    <a:pt x="349" y="0"/>
                    <a:pt x="312" y="12"/>
                  </a:cubicBezTo>
                  <a:lnTo>
                    <a:pt x="68" y="96"/>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49" name="Freeform 17"/>
            <p:cNvSpPr>
              <a:spLocks/>
            </p:cNvSpPr>
            <p:nvPr/>
          </p:nvSpPr>
          <p:spPr bwMode="auto">
            <a:xfrm>
              <a:off x="6180138" y="900112"/>
              <a:ext cx="381000" cy="1585913"/>
            </a:xfrm>
            <a:custGeom>
              <a:avLst/>
              <a:gdLst>
                <a:gd name="T0" fmla="*/ 13 w 180"/>
                <a:gd name="T1" fmla="*/ 27 h 748"/>
                <a:gd name="T2" fmla="*/ 28 w 180"/>
                <a:gd name="T3" fmla="*/ 60 h 748"/>
                <a:gd name="T4" fmla="*/ 67 w 180"/>
                <a:gd name="T5" fmla="*/ 323 h 748"/>
                <a:gd name="T6" fmla="*/ 65 w 180"/>
                <a:gd name="T7" fmla="*/ 464 h 748"/>
                <a:gd name="T8" fmla="*/ 27 w 180"/>
                <a:gd name="T9" fmla="*/ 685 h 748"/>
                <a:gd name="T10" fmla="*/ 0 w 180"/>
                <a:gd name="T11" fmla="*/ 728 h 748"/>
                <a:gd name="T12" fmla="*/ 52 w 180"/>
                <a:gd name="T13" fmla="*/ 740 h 748"/>
                <a:gd name="T14" fmla="*/ 134 w 180"/>
                <a:gd name="T15" fmla="*/ 685 h 748"/>
                <a:gd name="T16" fmla="*/ 172 w 180"/>
                <a:gd name="T17" fmla="*/ 464 h 748"/>
                <a:gd name="T18" fmla="*/ 174 w 180"/>
                <a:gd name="T19" fmla="*/ 323 h 748"/>
                <a:gd name="T20" fmla="*/ 135 w 180"/>
                <a:gd name="T21" fmla="*/ 60 h 748"/>
                <a:gd name="T22" fmla="*/ 57 w 180"/>
                <a:gd name="T23" fmla="*/ 12 h 748"/>
                <a:gd name="T24" fmla="*/ 13 w 180"/>
                <a:gd name="T25" fmla="*/ 27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748">
                  <a:moveTo>
                    <a:pt x="13" y="27"/>
                  </a:moveTo>
                  <a:cubicBezTo>
                    <a:pt x="20" y="36"/>
                    <a:pt x="26" y="47"/>
                    <a:pt x="28" y="60"/>
                  </a:cubicBezTo>
                  <a:cubicBezTo>
                    <a:pt x="67" y="323"/>
                    <a:pt x="67" y="323"/>
                    <a:pt x="67" y="323"/>
                  </a:cubicBezTo>
                  <a:cubicBezTo>
                    <a:pt x="73" y="362"/>
                    <a:pt x="72" y="425"/>
                    <a:pt x="65" y="464"/>
                  </a:cubicBezTo>
                  <a:cubicBezTo>
                    <a:pt x="27" y="685"/>
                    <a:pt x="27" y="685"/>
                    <a:pt x="27" y="685"/>
                  </a:cubicBezTo>
                  <a:cubicBezTo>
                    <a:pt x="24" y="703"/>
                    <a:pt x="14" y="718"/>
                    <a:pt x="0" y="728"/>
                  </a:cubicBezTo>
                  <a:cubicBezTo>
                    <a:pt x="52" y="740"/>
                    <a:pt x="52" y="740"/>
                    <a:pt x="52" y="740"/>
                  </a:cubicBezTo>
                  <a:cubicBezTo>
                    <a:pt x="91" y="748"/>
                    <a:pt x="127" y="723"/>
                    <a:pt x="134" y="685"/>
                  </a:cubicBezTo>
                  <a:cubicBezTo>
                    <a:pt x="172" y="464"/>
                    <a:pt x="172" y="464"/>
                    <a:pt x="172" y="464"/>
                  </a:cubicBezTo>
                  <a:cubicBezTo>
                    <a:pt x="179" y="425"/>
                    <a:pt x="180" y="362"/>
                    <a:pt x="174" y="323"/>
                  </a:cubicBezTo>
                  <a:cubicBezTo>
                    <a:pt x="135" y="60"/>
                    <a:pt x="135" y="60"/>
                    <a:pt x="135" y="60"/>
                  </a:cubicBezTo>
                  <a:cubicBezTo>
                    <a:pt x="129" y="21"/>
                    <a:pt x="94" y="0"/>
                    <a:pt x="57" y="12"/>
                  </a:cubicBezTo>
                  <a:lnTo>
                    <a:pt x="13" y="27"/>
                  </a:lnTo>
                  <a:close/>
                </a:path>
              </a:pathLst>
            </a:custGeom>
            <a:solidFill>
              <a:srgbClr val="774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50" name="Freeform 18"/>
            <p:cNvSpPr>
              <a:spLocks/>
            </p:cNvSpPr>
            <p:nvPr/>
          </p:nvSpPr>
          <p:spPr bwMode="auto">
            <a:xfrm>
              <a:off x="4183063" y="4297362"/>
              <a:ext cx="1531938" cy="1427163"/>
            </a:xfrm>
            <a:custGeom>
              <a:avLst/>
              <a:gdLst>
                <a:gd name="T0" fmla="*/ 455 w 723"/>
                <a:gd name="T1" fmla="*/ 19 h 674"/>
                <a:gd name="T2" fmla="*/ 339 w 723"/>
                <a:gd name="T3" fmla="*/ 33 h 674"/>
                <a:gd name="T4" fmla="*/ 37 w 723"/>
                <a:gd name="T5" fmla="*/ 310 h 674"/>
                <a:gd name="T6" fmla="*/ 20 w 723"/>
                <a:gd name="T7" fmla="*/ 420 h 674"/>
                <a:gd name="T8" fmla="*/ 142 w 723"/>
                <a:gd name="T9" fmla="*/ 630 h 674"/>
                <a:gd name="T10" fmla="*/ 237 w 723"/>
                <a:gd name="T11" fmla="*/ 653 h 674"/>
                <a:gd name="T12" fmla="*/ 426 w 723"/>
                <a:gd name="T13" fmla="*/ 533 h 674"/>
                <a:gd name="T14" fmla="*/ 531 w 723"/>
                <a:gd name="T15" fmla="*/ 439 h 674"/>
                <a:gd name="T16" fmla="*/ 698 w 723"/>
                <a:gd name="T17" fmla="*/ 233 h 674"/>
                <a:gd name="T18" fmla="*/ 681 w 723"/>
                <a:gd name="T19" fmla="*/ 143 h 674"/>
                <a:gd name="T20" fmla="*/ 455 w 723"/>
                <a:gd name="T21" fmla="*/ 19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3" h="674">
                  <a:moveTo>
                    <a:pt x="455" y="19"/>
                  </a:moveTo>
                  <a:cubicBezTo>
                    <a:pt x="420" y="0"/>
                    <a:pt x="368" y="6"/>
                    <a:pt x="339" y="33"/>
                  </a:cubicBezTo>
                  <a:cubicBezTo>
                    <a:pt x="37" y="310"/>
                    <a:pt x="37" y="310"/>
                    <a:pt x="37" y="310"/>
                  </a:cubicBezTo>
                  <a:cubicBezTo>
                    <a:pt x="8" y="336"/>
                    <a:pt x="0" y="386"/>
                    <a:pt x="20" y="420"/>
                  </a:cubicBezTo>
                  <a:cubicBezTo>
                    <a:pt x="142" y="630"/>
                    <a:pt x="142" y="630"/>
                    <a:pt x="142" y="630"/>
                  </a:cubicBezTo>
                  <a:cubicBezTo>
                    <a:pt x="161" y="664"/>
                    <a:pt x="204" y="674"/>
                    <a:pt x="237" y="653"/>
                  </a:cubicBezTo>
                  <a:cubicBezTo>
                    <a:pt x="426" y="533"/>
                    <a:pt x="426" y="533"/>
                    <a:pt x="426" y="533"/>
                  </a:cubicBezTo>
                  <a:cubicBezTo>
                    <a:pt x="459" y="511"/>
                    <a:pt x="506" y="469"/>
                    <a:pt x="531" y="439"/>
                  </a:cubicBezTo>
                  <a:cubicBezTo>
                    <a:pt x="698" y="233"/>
                    <a:pt x="698" y="233"/>
                    <a:pt x="698" y="233"/>
                  </a:cubicBezTo>
                  <a:cubicBezTo>
                    <a:pt x="723" y="202"/>
                    <a:pt x="715" y="162"/>
                    <a:pt x="681" y="143"/>
                  </a:cubicBezTo>
                  <a:lnTo>
                    <a:pt x="455" y="19"/>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51" name="Freeform 19"/>
            <p:cNvSpPr>
              <a:spLocks/>
            </p:cNvSpPr>
            <p:nvPr/>
          </p:nvSpPr>
          <p:spPr bwMode="auto">
            <a:xfrm>
              <a:off x="4425950" y="4552950"/>
              <a:ext cx="1289050" cy="1171575"/>
            </a:xfrm>
            <a:custGeom>
              <a:avLst/>
              <a:gdLst>
                <a:gd name="T0" fmla="*/ 525 w 608"/>
                <a:gd name="T1" fmla="*/ 0 h 553"/>
                <a:gd name="T2" fmla="*/ 511 w 608"/>
                <a:gd name="T3" fmla="*/ 33 h 553"/>
                <a:gd name="T4" fmla="*/ 344 w 608"/>
                <a:gd name="T5" fmla="*/ 239 h 553"/>
                <a:gd name="T6" fmla="*/ 239 w 608"/>
                <a:gd name="T7" fmla="*/ 333 h 553"/>
                <a:gd name="T8" fmla="*/ 50 w 608"/>
                <a:gd name="T9" fmla="*/ 453 h 553"/>
                <a:gd name="T10" fmla="*/ 0 w 608"/>
                <a:gd name="T11" fmla="*/ 463 h 553"/>
                <a:gd name="T12" fmla="*/ 27 w 608"/>
                <a:gd name="T13" fmla="*/ 509 h 553"/>
                <a:gd name="T14" fmla="*/ 122 w 608"/>
                <a:gd name="T15" fmla="*/ 532 h 553"/>
                <a:gd name="T16" fmla="*/ 311 w 608"/>
                <a:gd name="T17" fmla="*/ 412 h 553"/>
                <a:gd name="T18" fmla="*/ 416 w 608"/>
                <a:gd name="T19" fmla="*/ 318 h 553"/>
                <a:gd name="T20" fmla="*/ 583 w 608"/>
                <a:gd name="T21" fmla="*/ 112 h 553"/>
                <a:gd name="T22" fmla="*/ 566 w 608"/>
                <a:gd name="T23" fmla="*/ 22 h 553"/>
                <a:gd name="T24" fmla="*/ 525 w 608"/>
                <a:gd name="T25" fmla="*/ 0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8" h="553">
                  <a:moveTo>
                    <a:pt x="525" y="0"/>
                  </a:moveTo>
                  <a:cubicBezTo>
                    <a:pt x="524" y="11"/>
                    <a:pt x="519" y="22"/>
                    <a:pt x="511" y="33"/>
                  </a:cubicBezTo>
                  <a:cubicBezTo>
                    <a:pt x="344" y="239"/>
                    <a:pt x="344" y="239"/>
                    <a:pt x="344" y="239"/>
                  </a:cubicBezTo>
                  <a:cubicBezTo>
                    <a:pt x="319" y="269"/>
                    <a:pt x="272" y="311"/>
                    <a:pt x="239" y="333"/>
                  </a:cubicBezTo>
                  <a:cubicBezTo>
                    <a:pt x="50" y="453"/>
                    <a:pt x="50" y="453"/>
                    <a:pt x="50" y="453"/>
                  </a:cubicBezTo>
                  <a:cubicBezTo>
                    <a:pt x="35" y="463"/>
                    <a:pt x="17" y="466"/>
                    <a:pt x="0" y="463"/>
                  </a:cubicBezTo>
                  <a:cubicBezTo>
                    <a:pt x="27" y="509"/>
                    <a:pt x="27" y="509"/>
                    <a:pt x="27" y="509"/>
                  </a:cubicBezTo>
                  <a:cubicBezTo>
                    <a:pt x="46" y="543"/>
                    <a:pt x="89" y="553"/>
                    <a:pt x="122" y="532"/>
                  </a:cubicBezTo>
                  <a:cubicBezTo>
                    <a:pt x="311" y="412"/>
                    <a:pt x="311" y="412"/>
                    <a:pt x="311" y="412"/>
                  </a:cubicBezTo>
                  <a:cubicBezTo>
                    <a:pt x="344" y="390"/>
                    <a:pt x="391" y="348"/>
                    <a:pt x="416" y="318"/>
                  </a:cubicBezTo>
                  <a:cubicBezTo>
                    <a:pt x="583" y="112"/>
                    <a:pt x="583" y="112"/>
                    <a:pt x="583" y="112"/>
                  </a:cubicBezTo>
                  <a:cubicBezTo>
                    <a:pt x="608" y="81"/>
                    <a:pt x="600" y="41"/>
                    <a:pt x="566" y="22"/>
                  </a:cubicBezTo>
                  <a:lnTo>
                    <a:pt x="525" y="0"/>
                  </a:lnTo>
                  <a:close/>
                </a:path>
              </a:pathLst>
            </a:custGeom>
            <a:solidFill>
              <a:srgbClr val="774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52" name="Freeform 20"/>
            <p:cNvSpPr>
              <a:spLocks/>
            </p:cNvSpPr>
            <p:nvPr/>
          </p:nvSpPr>
          <p:spPr bwMode="auto">
            <a:xfrm>
              <a:off x="119063" y="2930525"/>
              <a:ext cx="2022475" cy="1533525"/>
            </a:xfrm>
            <a:custGeom>
              <a:avLst/>
              <a:gdLst>
                <a:gd name="T0" fmla="*/ 126 w 955"/>
                <a:gd name="T1" fmla="*/ 2 h 724"/>
                <a:gd name="T2" fmla="*/ 938 w 955"/>
                <a:gd name="T3" fmla="*/ 158 h 724"/>
                <a:gd name="T4" fmla="*/ 953 w 955"/>
                <a:gd name="T5" fmla="*/ 180 h 724"/>
                <a:gd name="T6" fmla="*/ 852 w 955"/>
                <a:gd name="T7" fmla="*/ 707 h 724"/>
                <a:gd name="T8" fmla="*/ 830 w 955"/>
                <a:gd name="T9" fmla="*/ 722 h 724"/>
                <a:gd name="T10" fmla="*/ 18 w 955"/>
                <a:gd name="T11" fmla="*/ 566 h 724"/>
                <a:gd name="T12" fmla="*/ 2 w 955"/>
                <a:gd name="T13" fmla="*/ 544 h 724"/>
                <a:gd name="T14" fmla="*/ 104 w 955"/>
                <a:gd name="T15" fmla="*/ 17 h 724"/>
                <a:gd name="T16" fmla="*/ 126 w 955"/>
                <a:gd name="T17" fmla="*/ 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5" h="724">
                  <a:moveTo>
                    <a:pt x="126" y="2"/>
                  </a:moveTo>
                  <a:cubicBezTo>
                    <a:pt x="938" y="158"/>
                    <a:pt x="938" y="158"/>
                    <a:pt x="938" y="158"/>
                  </a:cubicBezTo>
                  <a:cubicBezTo>
                    <a:pt x="949" y="160"/>
                    <a:pt x="955" y="170"/>
                    <a:pt x="953" y="180"/>
                  </a:cubicBezTo>
                  <a:cubicBezTo>
                    <a:pt x="852" y="707"/>
                    <a:pt x="852" y="707"/>
                    <a:pt x="852" y="707"/>
                  </a:cubicBezTo>
                  <a:cubicBezTo>
                    <a:pt x="850" y="717"/>
                    <a:pt x="840" y="724"/>
                    <a:pt x="830" y="722"/>
                  </a:cubicBezTo>
                  <a:cubicBezTo>
                    <a:pt x="18" y="566"/>
                    <a:pt x="18" y="566"/>
                    <a:pt x="18" y="566"/>
                  </a:cubicBezTo>
                  <a:cubicBezTo>
                    <a:pt x="7" y="564"/>
                    <a:pt x="0" y="554"/>
                    <a:pt x="2" y="544"/>
                  </a:cubicBezTo>
                  <a:cubicBezTo>
                    <a:pt x="104" y="17"/>
                    <a:pt x="104" y="17"/>
                    <a:pt x="104" y="17"/>
                  </a:cubicBezTo>
                  <a:cubicBezTo>
                    <a:pt x="106" y="7"/>
                    <a:pt x="116" y="0"/>
                    <a:pt x="126"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53" name="Freeform 21"/>
            <p:cNvSpPr>
              <a:spLocks/>
            </p:cNvSpPr>
            <p:nvPr/>
          </p:nvSpPr>
          <p:spPr bwMode="auto">
            <a:xfrm>
              <a:off x="1917700" y="3397250"/>
              <a:ext cx="88900" cy="77788"/>
            </a:xfrm>
            <a:custGeom>
              <a:avLst/>
              <a:gdLst>
                <a:gd name="T0" fmla="*/ 11 w 42"/>
                <a:gd name="T1" fmla="*/ 1 h 37"/>
                <a:gd name="T2" fmla="*/ 37 w 42"/>
                <a:gd name="T3" fmla="*/ 6 h 37"/>
                <a:gd name="T4" fmla="*/ 42 w 42"/>
                <a:gd name="T5" fmla="*/ 12 h 37"/>
                <a:gd name="T6" fmla="*/ 38 w 42"/>
                <a:gd name="T7" fmla="*/ 32 h 37"/>
                <a:gd name="T8" fmla="*/ 31 w 42"/>
                <a:gd name="T9" fmla="*/ 36 h 37"/>
                <a:gd name="T10" fmla="*/ 5 w 42"/>
                <a:gd name="T11" fmla="*/ 31 h 37"/>
                <a:gd name="T12" fmla="*/ 1 w 42"/>
                <a:gd name="T13" fmla="*/ 25 h 37"/>
                <a:gd name="T14" fmla="*/ 4 w 42"/>
                <a:gd name="T15" fmla="*/ 5 h 37"/>
                <a:gd name="T16" fmla="*/ 11 w 42"/>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11" y="1"/>
                  </a:moveTo>
                  <a:cubicBezTo>
                    <a:pt x="37" y="6"/>
                    <a:pt x="37" y="6"/>
                    <a:pt x="37" y="6"/>
                  </a:cubicBezTo>
                  <a:cubicBezTo>
                    <a:pt x="40" y="6"/>
                    <a:pt x="42" y="9"/>
                    <a:pt x="42" y="12"/>
                  </a:cubicBezTo>
                  <a:cubicBezTo>
                    <a:pt x="38" y="32"/>
                    <a:pt x="38" y="32"/>
                    <a:pt x="38" y="32"/>
                  </a:cubicBezTo>
                  <a:cubicBezTo>
                    <a:pt x="37" y="35"/>
                    <a:pt x="34" y="37"/>
                    <a:pt x="31" y="36"/>
                  </a:cubicBezTo>
                  <a:cubicBezTo>
                    <a:pt x="5" y="31"/>
                    <a:pt x="5" y="31"/>
                    <a:pt x="5" y="31"/>
                  </a:cubicBezTo>
                  <a:cubicBezTo>
                    <a:pt x="2" y="31"/>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54" name="Freeform 22"/>
            <p:cNvSpPr>
              <a:spLocks/>
            </p:cNvSpPr>
            <p:nvPr/>
          </p:nvSpPr>
          <p:spPr bwMode="auto">
            <a:xfrm>
              <a:off x="1898650" y="3476625"/>
              <a:ext cx="93663" cy="95250"/>
            </a:xfrm>
            <a:custGeom>
              <a:avLst/>
              <a:gdLst>
                <a:gd name="T0" fmla="*/ 14 w 44"/>
                <a:gd name="T1" fmla="*/ 0 h 45"/>
                <a:gd name="T2" fmla="*/ 38 w 44"/>
                <a:gd name="T3" fmla="*/ 5 h 45"/>
                <a:gd name="T4" fmla="*/ 43 w 44"/>
                <a:gd name="T5" fmla="*/ 13 h 45"/>
                <a:gd name="T6" fmla="*/ 38 w 44"/>
                <a:gd name="T7" fmla="*/ 39 h 45"/>
                <a:gd name="T8" fmla="*/ 30 w 44"/>
                <a:gd name="T9" fmla="*/ 44 h 45"/>
                <a:gd name="T10" fmla="*/ 6 w 44"/>
                <a:gd name="T11" fmla="*/ 40 h 45"/>
                <a:gd name="T12" fmla="*/ 1 w 44"/>
                <a:gd name="T13" fmla="*/ 32 h 45"/>
                <a:gd name="T14" fmla="*/ 6 w 44"/>
                <a:gd name="T15" fmla="*/ 6 h 45"/>
                <a:gd name="T16" fmla="*/ 14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14" y="0"/>
                  </a:moveTo>
                  <a:cubicBezTo>
                    <a:pt x="38" y="5"/>
                    <a:pt x="38" y="5"/>
                    <a:pt x="38" y="5"/>
                  </a:cubicBezTo>
                  <a:cubicBezTo>
                    <a:pt x="41" y="5"/>
                    <a:pt x="44" y="9"/>
                    <a:pt x="43" y="13"/>
                  </a:cubicBezTo>
                  <a:cubicBezTo>
                    <a:pt x="38" y="39"/>
                    <a:pt x="38" y="39"/>
                    <a:pt x="38" y="39"/>
                  </a:cubicBezTo>
                  <a:cubicBezTo>
                    <a:pt x="37" y="43"/>
                    <a:pt x="34" y="45"/>
                    <a:pt x="30" y="44"/>
                  </a:cubicBezTo>
                  <a:cubicBezTo>
                    <a:pt x="6" y="40"/>
                    <a:pt x="6" y="40"/>
                    <a:pt x="6"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55" name="Freeform 23"/>
            <p:cNvSpPr>
              <a:spLocks/>
            </p:cNvSpPr>
            <p:nvPr/>
          </p:nvSpPr>
          <p:spPr bwMode="auto">
            <a:xfrm>
              <a:off x="1879600" y="3575050"/>
              <a:ext cx="93663" cy="96838"/>
            </a:xfrm>
            <a:custGeom>
              <a:avLst/>
              <a:gdLst>
                <a:gd name="T0" fmla="*/ 14 w 44"/>
                <a:gd name="T1" fmla="*/ 1 h 46"/>
                <a:gd name="T2" fmla="*/ 38 w 44"/>
                <a:gd name="T3" fmla="*/ 5 h 46"/>
                <a:gd name="T4" fmla="*/ 43 w 44"/>
                <a:gd name="T5" fmla="*/ 13 h 46"/>
                <a:gd name="T6" fmla="*/ 38 w 44"/>
                <a:gd name="T7" fmla="*/ 40 h 46"/>
                <a:gd name="T8" fmla="*/ 30 w 44"/>
                <a:gd name="T9" fmla="*/ 45 h 46"/>
                <a:gd name="T10" fmla="*/ 6 w 44"/>
                <a:gd name="T11" fmla="*/ 40 h 46"/>
                <a:gd name="T12" fmla="*/ 1 w 44"/>
                <a:gd name="T13" fmla="*/ 32 h 46"/>
                <a:gd name="T14" fmla="*/ 6 w 44"/>
                <a:gd name="T15" fmla="*/ 6 h 46"/>
                <a:gd name="T16" fmla="*/ 14 w 44"/>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6">
                  <a:moveTo>
                    <a:pt x="14" y="1"/>
                  </a:moveTo>
                  <a:cubicBezTo>
                    <a:pt x="38" y="5"/>
                    <a:pt x="38" y="5"/>
                    <a:pt x="38" y="5"/>
                  </a:cubicBezTo>
                  <a:cubicBezTo>
                    <a:pt x="42" y="6"/>
                    <a:pt x="44" y="10"/>
                    <a:pt x="43" y="13"/>
                  </a:cubicBezTo>
                  <a:cubicBezTo>
                    <a:pt x="38" y="40"/>
                    <a:pt x="38" y="40"/>
                    <a:pt x="38" y="40"/>
                  </a:cubicBezTo>
                  <a:cubicBezTo>
                    <a:pt x="38" y="43"/>
                    <a:pt x="34" y="46"/>
                    <a:pt x="30" y="45"/>
                  </a:cubicBezTo>
                  <a:cubicBezTo>
                    <a:pt x="6" y="40"/>
                    <a:pt x="6" y="40"/>
                    <a:pt x="6" y="40"/>
                  </a:cubicBezTo>
                  <a:cubicBezTo>
                    <a:pt x="3" y="40"/>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56" name="Freeform 24"/>
            <p:cNvSpPr>
              <a:spLocks/>
            </p:cNvSpPr>
            <p:nvPr/>
          </p:nvSpPr>
          <p:spPr bwMode="auto">
            <a:xfrm>
              <a:off x="1862138" y="3673475"/>
              <a:ext cx="92075" cy="95250"/>
            </a:xfrm>
            <a:custGeom>
              <a:avLst/>
              <a:gdLst>
                <a:gd name="T0" fmla="*/ 13 w 43"/>
                <a:gd name="T1" fmla="*/ 0 h 45"/>
                <a:gd name="T2" fmla="*/ 37 w 43"/>
                <a:gd name="T3" fmla="*/ 5 h 45"/>
                <a:gd name="T4" fmla="*/ 42 w 43"/>
                <a:gd name="T5" fmla="*/ 13 h 45"/>
                <a:gd name="T6" fmla="*/ 37 w 43"/>
                <a:gd name="T7" fmla="*/ 39 h 45"/>
                <a:gd name="T8" fmla="*/ 29 w 43"/>
                <a:gd name="T9" fmla="*/ 44 h 45"/>
                <a:gd name="T10" fmla="*/ 6 w 43"/>
                <a:gd name="T11" fmla="*/ 40 h 45"/>
                <a:gd name="T12" fmla="*/ 0 w 43"/>
                <a:gd name="T13" fmla="*/ 32 h 45"/>
                <a:gd name="T14" fmla="*/ 5 w 43"/>
                <a:gd name="T15" fmla="*/ 6 h 45"/>
                <a:gd name="T16" fmla="*/ 13 w 43"/>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3" y="0"/>
                  </a:moveTo>
                  <a:cubicBezTo>
                    <a:pt x="37" y="5"/>
                    <a:pt x="37" y="5"/>
                    <a:pt x="37" y="5"/>
                  </a:cubicBezTo>
                  <a:cubicBezTo>
                    <a:pt x="41" y="5"/>
                    <a:pt x="43" y="9"/>
                    <a:pt x="42" y="13"/>
                  </a:cubicBezTo>
                  <a:cubicBezTo>
                    <a:pt x="37" y="39"/>
                    <a:pt x="37" y="39"/>
                    <a:pt x="37" y="39"/>
                  </a:cubicBezTo>
                  <a:cubicBezTo>
                    <a:pt x="37" y="43"/>
                    <a:pt x="33" y="45"/>
                    <a:pt x="29" y="44"/>
                  </a:cubicBezTo>
                  <a:cubicBezTo>
                    <a:pt x="6" y="40"/>
                    <a:pt x="6" y="40"/>
                    <a:pt x="6" y="40"/>
                  </a:cubicBezTo>
                  <a:cubicBezTo>
                    <a:pt x="2" y="39"/>
                    <a:pt x="0" y="36"/>
                    <a:pt x="0" y="32"/>
                  </a:cubicBezTo>
                  <a:cubicBezTo>
                    <a:pt x="5" y="6"/>
                    <a:pt x="5" y="6"/>
                    <a:pt x="5" y="6"/>
                  </a:cubicBezTo>
                  <a:cubicBezTo>
                    <a:pt x="6" y="2"/>
                    <a:pt x="10" y="0"/>
                    <a:pt x="13"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57" name="Freeform 25"/>
            <p:cNvSpPr>
              <a:spLocks/>
            </p:cNvSpPr>
            <p:nvPr/>
          </p:nvSpPr>
          <p:spPr bwMode="auto">
            <a:xfrm>
              <a:off x="1843088" y="3771900"/>
              <a:ext cx="92075" cy="96838"/>
            </a:xfrm>
            <a:custGeom>
              <a:avLst/>
              <a:gdLst>
                <a:gd name="T0" fmla="*/ 13 w 43"/>
                <a:gd name="T1" fmla="*/ 1 h 46"/>
                <a:gd name="T2" fmla="*/ 37 w 43"/>
                <a:gd name="T3" fmla="*/ 5 h 46"/>
                <a:gd name="T4" fmla="*/ 42 w 43"/>
                <a:gd name="T5" fmla="*/ 13 h 46"/>
                <a:gd name="T6" fmla="*/ 37 w 43"/>
                <a:gd name="T7" fmla="*/ 40 h 46"/>
                <a:gd name="T8" fmla="*/ 29 w 43"/>
                <a:gd name="T9" fmla="*/ 45 h 46"/>
                <a:gd name="T10" fmla="*/ 6 w 43"/>
                <a:gd name="T11" fmla="*/ 40 h 46"/>
                <a:gd name="T12" fmla="*/ 0 w 43"/>
                <a:gd name="T13" fmla="*/ 32 h 46"/>
                <a:gd name="T14" fmla="*/ 5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5"/>
                    <a:pt x="37" y="5"/>
                    <a:pt x="37" y="5"/>
                  </a:cubicBezTo>
                  <a:cubicBezTo>
                    <a:pt x="41" y="6"/>
                    <a:pt x="43" y="10"/>
                    <a:pt x="42" y="13"/>
                  </a:cubicBezTo>
                  <a:cubicBezTo>
                    <a:pt x="37" y="40"/>
                    <a:pt x="37" y="40"/>
                    <a:pt x="37" y="40"/>
                  </a:cubicBezTo>
                  <a:cubicBezTo>
                    <a:pt x="37" y="43"/>
                    <a:pt x="33" y="46"/>
                    <a:pt x="29" y="45"/>
                  </a:cubicBezTo>
                  <a:cubicBezTo>
                    <a:pt x="6" y="40"/>
                    <a:pt x="6" y="40"/>
                    <a:pt x="6" y="40"/>
                  </a:cubicBezTo>
                  <a:cubicBezTo>
                    <a:pt x="2" y="40"/>
                    <a:pt x="0" y="36"/>
                    <a:pt x="0" y="32"/>
                  </a:cubicBezTo>
                  <a:cubicBezTo>
                    <a:pt x="5" y="6"/>
                    <a:pt x="5" y="6"/>
                    <a:pt x="5" y="6"/>
                  </a:cubicBezTo>
                  <a:cubicBezTo>
                    <a:pt x="6" y="2"/>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58" name="Freeform 26"/>
            <p:cNvSpPr>
              <a:spLocks/>
            </p:cNvSpPr>
            <p:nvPr/>
          </p:nvSpPr>
          <p:spPr bwMode="auto">
            <a:xfrm>
              <a:off x="1824038" y="3870325"/>
              <a:ext cx="92075" cy="96838"/>
            </a:xfrm>
            <a:custGeom>
              <a:avLst/>
              <a:gdLst>
                <a:gd name="T0" fmla="*/ 13 w 43"/>
                <a:gd name="T1" fmla="*/ 0 h 45"/>
                <a:gd name="T2" fmla="*/ 37 w 43"/>
                <a:gd name="T3" fmla="*/ 5 h 45"/>
                <a:gd name="T4" fmla="*/ 42 w 43"/>
                <a:gd name="T5" fmla="*/ 13 h 45"/>
                <a:gd name="T6" fmla="*/ 37 w 43"/>
                <a:gd name="T7" fmla="*/ 39 h 45"/>
                <a:gd name="T8" fmla="*/ 30 w 43"/>
                <a:gd name="T9" fmla="*/ 44 h 45"/>
                <a:gd name="T10" fmla="*/ 6 w 43"/>
                <a:gd name="T11" fmla="*/ 40 h 45"/>
                <a:gd name="T12" fmla="*/ 0 w 43"/>
                <a:gd name="T13" fmla="*/ 32 h 45"/>
                <a:gd name="T14" fmla="*/ 5 w 43"/>
                <a:gd name="T15" fmla="*/ 6 h 45"/>
                <a:gd name="T16" fmla="*/ 13 w 43"/>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3" y="0"/>
                  </a:moveTo>
                  <a:cubicBezTo>
                    <a:pt x="37" y="5"/>
                    <a:pt x="37" y="5"/>
                    <a:pt x="37" y="5"/>
                  </a:cubicBezTo>
                  <a:cubicBezTo>
                    <a:pt x="41" y="5"/>
                    <a:pt x="43" y="9"/>
                    <a:pt x="42" y="13"/>
                  </a:cubicBezTo>
                  <a:cubicBezTo>
                    <a:pt x="37" y="39"/>
                    <a:pt x="37" y="39"/>
                    <a:pt x="37" y="39"/>
                  </a:cubicBezTo>
                  <a:cubicBezTo>
                    <a:pt x="37" y="43"/>
                    <a:pt x="33" y="45"/>
                    <a:pt x="30" y="44"/>
                  </a:cubicBezTo>
                  <a:cubicBezTo>
                    <a:pt x="6" y="40"/>
                    <a:pt x="6" y="40"/>
                    <a:pt x="6" y="40"/>
                  </a:cubicBezTo>
                  <a:cubicBezTo>
                    <a:pt x="2" y="39"/>
                    <a:pt x="0" y="36"/>
                    <a:pt x="0" y="32"/>
                  </a:cubicBezTo>
                  <a:cubicBezTo>
                    <a:pt x="5" y="6"/>
                    <a:pt x="5" y="6"/>
                    <a:pt x="5" y="6"/>
                  </a:cubicBezTo>
                  <a:cubicBezTo>
                    <a:pt x="6" y="2"/>
                    <a:pt x="10" y="0"/>
                    <a:pt x="13"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59" name="Freeform 27"/>
            <p:cNvSpPr>
              <a:spLocks/>
            </p:cNvSpPr>
            <p:nvPr/>
          </p:nvSpPr>
          <p:spPr bwMode="auto">
            <a:xfrm>
              <a:off x="1819275" y="3376612"/>
              <a:ext cx="90488" cy="79375"/>
            </a:xfrm>
            <a:custGeom>
              <a:avLst/>
              <a:gdLst>
                <a:gd name="T0" fmla="*/ 11 w 42"/>
                <a:gd name="T1" fmla="*/ 1 h 37"/>
                <a:gd name="T2" fmla="*/ 37 w 42"/>
                <a:gd name="T3" fmla="*/ 6 h 37"/>
                <a:gd name="T4" fmla="*/ 41 w 42"/>
                <a:gd name="T5" fmla="*/ 12 h 37"/>
                <a:gd name="T6" fmla="*/ 37 w 42"/>
                <a:gd name="T7" fmla="*/ 32 h 37"/>
                <a:gd name="T8" fmla="*/ 31 w 42"/>
                <a:gd name="T9" fmla="*/ 36 h 37"/>
                <a:gd name="T10" fmla="*/ 5 w 42"/>
                <a:gd name="T11" fmla="*/ 31 h 37"/>
                <a:gd name="T12" fmla="*/ 0 w 42"/>
                <a:gd name="T13" fmla="*/ 25 h 37"/>
                <a:gd name="T14" fmla="*/ 4 w 42"/>
                <a:gd name="T15" fmla="*/ 5 h 37"/>
                <a:gd name="T16" fmla="*/ 11 w 42"/>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11" y="1"/>
                  </a:moveTo>
                  <a:cubicBezTo>
                    <a:pt x="37" y="6"/>
                    <a:pt x="37" y="6"/>
                    <a:pt x="37" y="6"/>
                  </a:cubicBezTo>
                  <a:cubicBezTo>
                    <a:pt x="40" y="7"/>
                    <a:pt x="42" y="9"/>
                    <a:pt x="41" y="12"/>
                  </a:cubicBezTo>
                  <a:cubicBezTo>
                    <a:pt x="37" y="32"/>
                    <a:pt x="37" y="32"/>
                    <a:pt x="37" y="32"/>
                  </a:cubicBezTo>
                  <a:cubicBezTo>
                    <a:pt x="37" y="35"/>
                    <a:pt x="34" y="37"/>
                    <a:pt x="31" y="36"/>
                  </a:cubicBezTo>
                  <a:cubicBezTo>
                    <a:pt x="5" y="31"/>
                    <a:pt x="5" y="31"/>
                    <a:pt x="5" y="31"/>
                  </a:cubicBezTo>
                  <a:cubicBezTo>
                    <a:pt x="2" y="31"/>
                    <a:pt x="0" y="28"/>
                    <a:pt x="0"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60" name="Freeform 28"/>
            <p:cNvSpPr>
              <a:spLocks/>
            </p:cNvSpPr>
            <p:nvPr/>
          </p:nvSpPr>
          <p:spPr bwMode="auto">
            <a:xfrm>
              <a:off x="1709738" y="3438525"/>
              <a:ext cx="184150" cy="114300"/>
            </a:xfrm>
            <a:custGeom>
              <a:avLst/>
              <a:gdLst>
                <a:gd name="T0" fmla="*/ 14 w 87"/>
                <a:gd name="T1" fmla="*/ 1 h 54"/>
                <a:gd name="T2" fmla="*/ 80 w 87"/>
                <a:gd name="T3" fmla="*/ 14 h 54"/>
                <a:gd name="T4" fmla="*/ 86 w 87"/>
                <a:gd name="T5" fmla="*/ 22 h 54"/>
                <a:gd name="T6" fmla="*/ 81 w 87"/>
                <a:gd name="T7" fmla="*/ 48 h 54"/>
                <a:gd name="T8" fmla="*/ 72 w 87"/>
                <a:gd name="T9" fmla="*/ 53 h 54"/>
                <a:gd name="T10" fmla="*/ 7 w 87"/>
                <a:gd name="T11" fmla="*/ 41 h 54"/>
                <a:gd name="T12" fmla="*/ 1 w 87"/>
                <a:gd name="T13" fmla="*/ 32 h 54"/>
                <a:gd name="T14" fmla="*/ 6 w 87"/>
                <a:gd name="T15" fmla="*/ 7 h 54"/>
                <a:gd name="T16" fmla="*/ 14 w 87"/>
                <a:gd name="T17"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54">
                  <a:moveTo>
                    <a:pt x="14" y="1"/>
                  </a:moveTo>
                  <a:cubicBezTo>
                    <a:pt x="80" y="14"/>
                    <a:pt x="80" y="14"/>
                    <a:pt x="80" y="14"/>
                  </a:cubicBezTo>
                  <a:cubicBezTo>
                    <a:pt x="84" y="15"/>
                    <a:pt x="87" y="18"/>
                    <a:pt x="86" y="22"/>
                  </a:cubicBezTo>
                  <a:cubicBezTo>
                    <a:pt x="81" y="48"/>
                    <a:pt x="81" y="48"/>
                    <a:pt x="81" y="48"/>
                  </a:cubicBezTo>
                  <a:cubicBezTo>
                    <a:pt x="80" y="52"/>
                    <a:pt x="76" y="54"/>
                    <a:pt x="72" y="53"/>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61" name="Freeform 29"/>
            <p:cNvSpPr>
              <a:spLocks/>
            </p:cNvSpPr>
            <p:nvPr/>
          </p:nvSpPr>
          <p:spPr bwMode="auto">
            <a:xfrm>
              <a:off x="1754188" y="3551237"/>
              <a:ext cx="120650" cy="101600"/>
            </a:xfrm>
            <a:custGeom>
              <a:avLst/>
              <a:gdLst>
                <a:gd name="T0" fmla="*/ 15 w 57"/>
                <a:gd name="T1" fmla="*/ 0 h 48"/>
                <a:gd name="T2" fmla="*/ 50 w 57"/>
                <a:gd name="T3" fmla="*/ 7 h 48"/>
                <a:gd name="T4" fmla="*/ 56 w 57"/>
                <a:gd name="T5" fmla="*/ 16 h 48"/>
                <a:gd name="T6" fmla="*/ 51 w 57"/>
                <a:gd name="T7" fmla="*/ 41 h 48"/>
                <a:gd name="T8" fmla="*/ 43 w 57"/>
                <a:gd name="T9" fmla="*/ 47 h 48"/>
                <a:gd name="T10" fmla="*/ 7 w 57"/>
                <a:gd name="T11" fmla="*/ 40 h 48"/>
                <a:gd name="T12" fmla="*/ 1 w 57"/>
                <a:gd name="T13" fmla="*/ 32 h 48"/>
                <a:gd name="T14" fmla="*/ 6 w 57"/>
                <a:gd name="T15" fmla="*/ 6 h 48"/>
                <a:gd name="T16" fmla="*/ 15 w 57"/>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8">
                  <a:moveTo>
                    <a:pt x="15" y="0"/>
                  </a:moveTo>
                  <a:cubicBezTo>
                    <a:pt x="50" y="7"/>
                    <a:pt x="50" y="7"/>
                    <a:pt x="50" y="7"/>
                  </a:cubicBezTo>
                  <a:cubicBezTo>
                    <a:pt x="54" y="8"/>
                    <a:pt x="57" y="12"/>
                    <a:pt x="56" y="16"/>
                  </a:cubicBezTo>
                  <a:cubicBezTo>
                    <a:pt x="51" y="41"/>
                    <a:pt x="51" y="41"/>
                    <a:pt x="51" y="41"/>
                  </a:cubicBezTo>
                  <a:cubicBezTo>
                    <a:pt x="50" y="45"/>
                    <a:pt x="46" y="48"/>
                    <a:pt x="43" y="47"/>
                  </a:cubicBezTo>
                  <a:cubicBezTo>
                    <a:pt x="7" y="40"/>
                    <a:pt x="7" y="40"/>
                    <a:pt x="7" y="40"/>
                  </a:cubicBezTo>
                  <a:cubicBezTo>
                    <a:pt x="3" y="39"/>
                    <a:pt x="0" y="36"/>
                    <a:pt x="1" y="32"/>
                  </a:cubicBezTo>
                  <a:cubicBezTo>
                    <a:pt x="6" y="6"/>
                    <a:pt x="6" y="6"/>
                    <a:pt x="6" y="6"/>
                  </a:cubicBezTo>
                  <a:cubicBezTo>
                    <a:pt x="7" y="2"/>
                    <a:pt x="11" y="0"/>
                    <a:pt x="15"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62" name="Freeform 30"/>
            <p:cNvSpPr>
              <a:spLocks/>
            </p:cNvSpPr>
            <p:nvPr/>
          </p:nvSpPr>
          <p:spPr bwMode="auto">
            <a:xfrm>
              <a:off x="1660525" y="3633787"/>
              <a:ext cx="195263" cy="115888"/>
            </a:xfrm>
            <a:custGeom>
              <a:avLst/>
              <a:gdLst>
                <a:gd name="T0" fmla="*/ 14 w 92"/>
                <a:gd name="T1" fmla="*/ 1 h 55"/>
                <a:gd name="T2" fmla="*/ 85 w 92"/>
                <a:gd name="T3" fmla="*/ 15 h 55"/>
                <a:gd name="T4" fmla="*/ 91 w 92"/>
                <a:gd name="T5" fmla="*/ 23 h 55"/>
                <a:gd name="T6" fmla="*/ 86 w 92"/>
                <a:gd name="T7" fmla="*/ 49 h 55"/>
                <a:gd name="T8" fmla="*/ 78 w 92"/>
                <a:gd name="T9" fmla="*/ 54 h 55"/>
                <a:gd name="T10" fmla="*/ 7 w 92"/>
                <a:gd name="T11" fmla="*/ 41 h 55"/>
                <a:gd name="T12" fmla="*/ 1 w 92"/>
                <a:gd name="T13" fmla="*/ 32 h 55"/>
                <a:gd name="T14" fmla="*/ 6 w 92"/>
                <a:gd name="T15" fmla="*/ 7 h 55"/>
                <a:gd name="T16" fmla="*/ 14 w 92"/>
                <a:gd name="T17"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55">
                  <a:moveTo>
                    <a:pt x="14" y="1"/>
                  </a:moveTo>
                  <a:cubicBezTo>
                    <a:pt x="85" y="15"/>
                    <a:pt x="85" y="15"/>
                    <a:pt x="85" y="15"/>
                  </a:cubicBezTo>
                  <a:cubicBezTo>
                    <a:pt x="89" y="16"/>
                    <a:pt x="92" y="19"/>
                    <a:pt x="91" y="23"/>
                  </a:cubicBezTo>
                  <a:cubicBezTo>
                    <a:pt x="86" y="49"/>
                    <a:pt x="86" y="49"/>
                    <a:pt x="86" y="49"/>
                  </a:cubicBezTo>
                  <a:cubicBezTo>
                    <a:pt x="85" y="53"/>
                    <a:pt x="81" y="55"/>
                    <a:pt x="78" y="54"/>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63" name="Freeform 31"/>
            <p:cNvSpPr>
              <a:spLocks/>
            </p:cNvSpPr>
            <p:nvPr/>
          </p:nvSpPr>
          <p:spPr bwMode="auto">
            <a:xfrm>
              <a:off x="1743075" y="3752850"/>
              <a:ext cx="93663" cy="96838"/>
            </a:xfrm>
            <a:custGeom>
              <a:avLst/>
              <a:gdLst>
                <a:gd name="T0" fmla="*/ 14 w 44"/>
                <a:gd name="T1" fmla="*/ 1 h 46"/>
                <a:gd name="T2" fmla="*/ 38 w 44"/>
                <a:gd name="T3" fmla="*/ 5 h 46"/>
                <a:gd name="T4" fmla="*/ 43 w 44"/>
                <a:gd name="T5" fmla="*/ 13 h 46"/>
                <a:gd name="T6" fmla="*/ 38 w 44"/>
                <a:gd name="T7" fmla="*/ 40 h 46"/>
                <a:gd name="T8" fmla="*/ 30 w 44"/>
                <a:gd name="T9" fmla="*/ 45 h 46"/>
                <a:gd name="T10" fmla="*/ 6 w 44"/>
                <a:gd name="T11" fmla="*/ 40 h 46"/>
                <a:gd name="T12" fmla="*/ 1 w 44"/>
                <a:gd name="T13" fmla="*/ 33 h 46"/>
                <a:gd name="T14" fmla="*/ 6 w 44"/>
                <a:gd name="T15" fmla="*/ 6 h 46"/>
                <a:gd name="T16" fmla="*/ 14 w 44"/>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6">
                  <a:moveTo>
                    <a:pt x="14" y="1"/>
                  </a:moveTo>
                  <a:cubicBezTo>
                    <a:pt x="38" y="5"/>
                    <a:pt x="38" y="5"/>
                    <a:pt x="38" y="5"/>
                  </a:cubicBezTo>
                  <a:cubicBezTo>
                    <a:pt x="41" y="6"/>
                    <a:pt x="44" y="10"/>
                    <a:pt x="43" y="13"/>
                  </a:cubicBezTo>
                  <a:cubicBezTo>
                    <a:pt x="38" y="40"/>
                    <a:pt x="38" y="40"/>
                    <a:pt x="38" y="40"/>
                  </a:cubicBezTo>
                  <a:cubicBezTo>
                    <a:pt x="37" y="43"/>
                    <a:pt x="34" y="46"/>
                    <a:pt x="30" y="45"/>
                  </a:cubicBezTo>
                  <a:cubicBezTo>
                    <a:pt x="6" y="40"/>
                    <a:pt x="6" y="40"/>
                    <a:pt x="6" y="40"/>
                  </a:cubicBezTo>
                  <a:cubicBezTo>
                    <a:pt x="3" y="40"/>
                    <a:pt x="0" y="36"/>
                    <a:pt x="1" y="33"/>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64" name="Freeform 32"/>
            <p:cNvSpPr>
              <a:spLocks/>
            </p:cNvSpPr>
            <p:nvPr/>
          </p:nvSpPr>
          <p:spPr bwMode="auto">
            <a:xfrm>
              <a:off x="1724025" y="3851275"/>
              <a:ext cx="93663" cy="96838"/>
            </a:xfrm>
            <a:custGeom>
              <a:avLst/>
              <a:gdLst>
                <a:gd name="T0" fmla="*/ 14 w 44"/>
                <a:gd name="T1" fmla="*/ 0 h 45"/>
                <a:gd name="T2" fmla="*/ 38 w 44"/>
                <a:gd name="T3" fmla="*/ 5 h 45"/>
                <a:gd name="T4" fmla="*/ 43 w 44"/>
                <a:gd name="T5" fmla="*/ 13 h 45"/>
                <a:gd name="T6" fmla="*/ 38 w 44"/>
                <a:gd name="T7" fmla="*/ 39 h 45"/>
                <a:gd name="T8" fmla="*/ 30 w 44"/>
                <a:gd name="T9" fmla="*/ 45 h 45"/>
                <a:gd name="T10" fmla="*/ 6 w 44"/>
                <a:gd name="T11" fmla="*/ 40 h 45"/>
                <a:gd name="T12" fmla="*/ 1 w 44"/>
                <a:gd name="T13" fmla="*/ 32 h 45"/>
                <a:gd name="T14" fmla="*/ 6 w 44"/>
                <a:gd name="T15" fmla="*/ 6 h 45"/>
                <a:gd name="T16" fmla="*/ 14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14" y="0"/>
                  </a:moveTo>
                  <a:cubicBezTo>
                    <a:pt x="38" y="5"/>
                    <a:pt x="38" y="5"/>
                    <a:pt x="38" y="5"/>
                  </a:cubicBezTo>
                  <a:cubicBezTo>
                    <a:pt x="41" y="6"/>
                    <a:pt x="44" y="9"/>
                    <a:pt x="43" y="13"/>
                  </a:cubicBezTo>
                  <a:cubicBezTo>
                    <a:pt x="38" y="39"/>
                    <a:pt x="38" y="39"/>
                    <a:pt x="38" y="39"/>
                  </a:cubicBezTo>
                  <a:cubicBezTo>
                    <a:pt x="37" y="43"/>
                    <a:pt x="34" y="45"/>
                    <a:pt x="30" y="45"/>
                  </a:cubicBezTo>
                  <a:cubicBezTo>
                    <a:pt x="6" y="40"/>
                    <a:pt x="6" y="40"/>
                    <a:pt x="6"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65" name="Freeform 33"/>
            <p:cNvSpPr>
              <a:spLocks/>
            </p:cNvSpPr>
            <p:nvPr/>
          </p:nvSpPr>
          <p:spPr bwMode="auto">
            <a:xfrm>
              <a:off x="1728788" y="3360737"/>
              <a:ext cx="80963" cy="76200"/>
            </a:xfrm>
            <a:custGeom>
              <a:avLst/>
              <a:gdLst>
                <a:gd name="T0" fmla="*/ 11 w 38"/>
                <a:gd name="T1" fmla="*/ 1 h 36"/>
                <a:gd name="T2" fmla="*/ 34 w 38"/>
                <a:gd name="T3" fmla="*/ 5 h 36"/>
                <a:gd name="T4" fmla="*/ 38 w 38"/>
                <a:gd name="T5" fmla="*/ 11 h 36"/>
                <a:gd name="T6" fmla="*/ 34 w 38"/>
                <a:gd name="T7" fmla="*/ 31 h 36"/>
                <a:gd name="T8" fmla="*/ 28 w 38"/>
                <a:gd name="T9" fmla="*/ 35 h 36"/>
                <a:gd name="T10" fmla="*/ 5 w 38"/>
                <a:gd name="T11" fmla="*/ 31 h 36"/>
                <a:gd name="T12" fmla="*/ 1 w 38"/>
                <a:gd name="T13" fmla="*/ 25 h 36"/>
                <a:gd name="T14" fmla="*/ 4 w 38"/>
                <a:gd name="T15" fmla="*/ 5 h 36"/>
                <a:gd name="T16" fmla="*/ 11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1" y="1"/>
                  </a:moveTo>
                  <a:cubicBezTo>
                    <a:pt x="34" y="5"/>
                    <a:pt x="34" y="5"/>
                    <a:pt x="34" y="5"/>
                  </a:cubicBezTo>
                  <a:cubicBezTo>
                    <a:pt x="37" y="6"/>
                    <a:pt x="38" y="9"/>
                    <a:pt x="38" y="11"/>
                  </a:cubicBezTo>
                  <a:cubicBezTo>
                    <a:pt x="34" y="31"/>
                    <a:pt x="34" y="31"/>
                    <a:pt x="34" y="31"/>
                  </a:cubicBezTo>
                  <a:cubicBezTo>
                    <a:pt x="34" y="34"/>
                    <a:pt x="31" y="36"/>
                    <a:pt x="28" y="35"/>
                  </a:cubicBezTo>
                  <a:cubicBezTo>
                    <a:pt x="5" y="31"/>
                    <a:pt x="5" y="31"/>
                    <a:pt x="5" y="31"/>
                  </a:cubicBezTo>
                  <a:cubicBezTo>
                    <a:pt x="2" y="30"/>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66" name="Freeform 34"/>
            <p:cNvSpPr>
              <a:spLocks/>
            </p:cNvSpPr>
            <p:nvPr/>
          </p:nvSpPr>
          <p:spPr bwMode="auto">
            <a:xfrm>
              <a:off x="1638300" y="3343275"/>
              <a:ext cx="79375" cy="76200"/>
            </a:xfrm>
            <a:custGeom>
              <a:avLst/>
              <a:gdLst>
                <a:gd name="T0" fmla="*/ 10 w 38"/>
                <a:gd name="T1" fmla="*/ 0 h 36"/>
                <a:gd name="T2" fmla="*/ 33 w 38"/>
                <a:gd name="T3" fmla="*/ 5 h 36"/>
                <a:gd name="T4" fmla="*/ 37 w 38"/>
                <a:gd name="T5" fmla="*/ 11 h 36"/>
                <a:gd name="T6" fmla="*/ 34 w 38"/>
                <a:gd name="T7" fmla="*/ 31 h 36"/>
                <a:gd name="T8" fmla="*/ 27 w 38"/>
                <a:gd name="T9" fmla="*/ 35 h 36"/>
                <a:gd name="T10" fmla="*/ 5 w 38"/>
                <a:gd name="T11" fmla="*/ 31 h 36"/>
                <a:gd name="T12" fmla="*/ 0 w 38"/>
                <a:gd name="T13" fmla="*/ 24 h 36"/>
                <a:gd name="T14" fmla="*/ 4 w 38"/>
                <a:gd name="T15" fmla="*/ 5 h 36"/>
                <a:gd name="T16" fmla="*/ 10 w 38"/>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0"/>
                  </a:moveTo>
                  <a:cubicBezTo>
                    <a:pt x="33" y="5"/>
                    <a:pt x="33" y="5"/>
                    <a:pt x="33" y="5"/>
                  </a:cubicBezTo>
                  <a:cubicBezTo>
                    <a:pt x="36" y="5"/>
                    <a:pt x="38" y="8"/>
                    <a:pt x="37" y="11"/>
                  </a:cubicBezTo>
                  <a:cubicBezTo>
                    <a:pt x="34" y="31"/>
                    <a:pt x="34" y="31"/>
                    <a:pt x="34" y="31"/>
                  </a:cubicBezTo>
                  <a:cubicBezTo>
                    <a:pt x="33" y="34"/>
                    <a:pt x="30" y="36"/>
                    <a:pt x="27" y="35"/>
                  </a:cubicBezTo>
                  <a:cubicBezTo>
                    <a:pt x="5" y="31"/>
                    <a:pt x="5" y="31"/>
                    <a:pt x="5" y="31"/>
                  </a:cubicBezTo>
                  <a:cubicBezTo>
                    <a:pt x="2" y="30"/>
                    <a:pt x="0" y="27"/>
                    <a:pt x="0" y="24"/>
                  </a:cubicBezTo>
                  <a:cubicBezTo>
                    <a:pt x="4" y="5"/>
                    <a:pt x="4" y="5"/>
                    <a:pt x="4" y="5"/>
                  </a:cubicBezTo>
                  <a:cubicBezTo>
                    <a:pt x="4" y="2"/>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67" name="Freeform 35"/>
            <p:cNvSpPr>
              <a:spLocks/>
            </p:cNvSpPr>
            <p:nvPr/>
          </p:nvSpPr>
          <p:spPr bwMode="auto">
            <a:xfrm>
              <a:off x="1544638" y="3324225"/>
              <a:ext cx="80963" cy="76200"/>
            </a:xfrm>
            <a:custGeom>
              <a:avLst/>
              <a:gdLst>
                <a:gd name="T0" fmla="*/ 11 w 38"/>
                <a:gd name="T1" fmla="*/ 1 h 36"/>
                <a:gd name="T2" fmla="*/ 34 w 38"/>
                <a:gd name="T3" fmla="*/ 5 h 36"/>
                <a:gd name="T4" fmla="*/ 38 w 38"/>
                <a:gd name="T5" fmla="*/ 12 h 36"/>
                <a:gd name="T6" fmla="*/ 34 w 38"/>
                <a:gd name="T7" fmla="*/ 31 h 36"/>
                <a:gd name="T8" fmla="*/ 28 w 38"/>
                <a:gd name="T9" fmla="*/ 36 h 36"/>
                <a:gd name="T10" fmla="*/ 5 w 38"/>
                <a:gd name="T11" fmla="*/ 31 h 36"/>
                <a:gd name="T12" fmla="*/ 1 w 38"/>
                <a:gd name="T13" fmla="*/ 25 h 36"/>
                <a:gd name="T14" fmla="*/ 4 w 38"/>
                <a:gd name="T15" fmla="*/ 5 h 36"/>
                <a:gd name="T16" fmla="*/ 11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1" y="1"/>
                  </a:moveTo>
                  <a:cubicBezTo>
                    <a:pt x="34" y="5"/>
                    <a:pt x="34" y="5"/>
                    <a:pt x="34" y="5"/>
                  </a:cubicBezTo>
                  <a:cubicBezTo>
                    <a:pt x="37" y="6"/>
                    <a:pt x="38" y="9"/>
                    <a:pt x="38" y="12"/>
                  </a:cubicBezTo>
                  <a:cubicBezTo>
                    <a:pt x="34" y="31"/>
                    <a:pt x="34" y="31"/>
                    <a:pt x="34" y="31"/>
                  </a:cubicBezTo>
                  <a:cubicBezTo>
                    <a:pt x="34" y="34"/>
                    <a:pt x="31" y="36"/>
                    <a:pt x="28" y="36"/>
                  </a:cubicBezTo>
                  <a:cubicBezTo>
                    <a:pt x="5" y="31"/>
                    <a:pt x="5" y="31"/>
                    <a:pt x="5" y="31"/>
                  </a:cubicBezTo>
                  <a:cubicBezTo>
                    <a:pt x="2" y="31"/>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68" name="Freeform 36"/>
            <p:cNvSpPr>
              <a:spLocks/>
            </p:cNvSpPr>
            <p:nvPr/>
          </p:nvSpPr>
          <p:spPr bwMode="auto">
            <a:xfrm>
              <a:off x="1454150" y="3306762"/>
              <a:ext cx="79375" cy="76200"/>
            </a:xfrm>
            <a:custGeom>
              <a:avLst/>
              <a:gdLst>
                <a:gd name="T0" fmla="*/ 10 w 38"/>
                <a:gd name="T1" fmla="*/ 1 h 36"/>
                <a:gd name="T2" fmla="*/ 33 w 38"/>
                <a:gd name="T3" fmla="*/ 5 h 36"/>
                <a:gd name="T4" fmla="*/ 37 w 38"/>
                <a:gd name="T5" fmla="*/ 11 h 36"/>
                <a:gd name="T6" fmla="*/ 34 w 38"/>
                <a:gd name="T7" fmla="*/ 31 h 36"/>
                <a:gd name="T8" fmla="*/ 27 w 38"/>
                <a:gd name="T9" fmla="*/ 35 h 36"/>
                <a:gd name="T10" fmla="*/ 5 w 38"/>
                <a:gd name="T11" fmla="*/ 31 h 36"/>
                <a:gd name="T12" fmla="*/ 0 w 38"/>
                <a:gd name="T13" fmla="*/ 24 h 36"/>
                <a:gd name="T14" fmla="*/ 4 w 38"/>
                <a:gd name="T15" fmla="*/ 5 h 36"/>
                <a:gd name="T16" fmla="*/ 10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1"/>
                  </a:moveTo>
                  <a:cubicBezTo>
                    <a:pt x="33" y="5"/>
                    <a:pt x="33" y="5"/>
                    <a:pt x="33" y="5"/>
                  </a:cubicBezTo>
                  <a:cubicBezTo>
                    <a:pt x="36" y="6"/>
                    <a:pt x="38" y="8"/>
                    <a:pt x="37" y="11"/>
                  </a:cubicBezTo>
                  <a:cubicBezTo>
                    <a:pt x="34" y="31"/>
                    <a:pt x="34" y="31"/>
                    <a:pt x="34" y="31"/>
                  </a:cubicBezTo>
                  <a:cubicBezTo>
                    <a:pt x="33" y="34"/>
                    <a:pt x="30" y="36"/>
                    <a:pt x="27" y="35"/>
                  </a:cubicBezTo>
                  <a:cubicBezTo>
                    <a:pt x="5" y="31"/>
                    <a:pt x="5" y="31"/>
                    <a:pt x="5" y="31"/>
                  </a:cubicBezTo>
                  <a:cubicBezTo>
                    <a:pt x="2" y="30"/>
                    <a:pt x="0" y="27"/>
                    <a:pt x="0" y="24"/>
                  </a:cubicBezTo>
                  <a:cubicBezTo>
                    <a:pt x="4" y="5"/>
                    <a:pt x="4" y="5"/>
                    <a:pt x="4" y="5"/>
                  </a:cubicBezTo>
                  <a:cubicBezTo>
                    <a:pt x="4" y="2"/>
                    <a:pt x="7" y="0"/>
                    <a:pt x="10"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69" name="Freeform 37"/>
            <p:cNvSpPr>
              <a:spLocks/>
            </p:cNvSpPr>
            <p:nvPr/>
          </p:nvSpPr>
          <p:spPr bwMode="auto">
            <a:xfrm>
              <a:off x="1360488" y="3290887"/>
              <a:ext cx="82550" cy="76200"/>
            </a:xfrm>
            <a:custGeom>
              <a:avLst/>
              <a:gdLst>
                <a:gd name="T0" fmla="*/ 11 w 39"/>
                <a:gd name="T1" fmla="*/ 0 h 36"/>
                <a:gd name="T2" fmla="*/ 34 w 39"/>
                <a:gd name="T3" fmla="*/ 5 h 36"/>
                <a:gd name="T4" fmla="*/ 38 w 39"/>
                <a:gd name="T5" fmla="*/ 11 h 36"/>
                <a:gd name="T6" fmla="*/ 34 w 39"/>
                <a:gd name="T7" fmla="*/ 31 h 36"/>
                <a:gd name="T8" fmla="*/ 28 w 39"/>
                <a:gd name="T9" fmla="*/ 35 h 36"/>
                <a:gd name="T10" fmla="*/ 5 w 39"/>
                <a:gd name="T11" fmla="*/ 31 h 36"/>
                <a:gd name="T12" fmla="*/ 1 w 39"/>
                <a:gd name="T13" fmla="*/ 24 h 36"/>
                <a:gd name="T14" fmla="*/ 4 w 39"/>
                <a:gd name="T15" fmla="*/ 5 h 36"/>
                <a:gd name="T16" fmla="*/ 11 w 3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0"/>
                  </a:moveTo>
                  <a:cubicBezTo>
                    <a:pt x="34" y="5"/>
                    <a:pt x="34" y="5"/>
                    <a:pt x="34" y="5"/>
                  </a:cubicBezTo>
                  <a:cubicBezTo>
                    <a:pt x="37" y="5"/>
                    <a:pt x="39" y="8"/>
                    <a:pt x="38" y="11"/>
                  </a:cubicBezTo>
                  <a:cubicBezTo>
                    <a:pt x="34" y="31"/>
                    <a:pt x="34" y="31"/>
                    <a:pt x="34" y="31"/>
                  </a:cubicBezTo>
                  <a:cubicBezTo>
                    <a:pt x="34" y="34"/>
                    <a:pt x="31" y="36"/>
                    <a:pt x="28" y="35"/>
                  </a:cubicBezTo>
                  <a:cubicBezTo>
                    <a:pt x="5" y="31"/>
                    <a:pt x="5" y="31"/>
                    <a:pt x="5" y="31"/>
                  </a:cubicBezTo>
                  <a:cubicBezTo>
                    <a:pt x="2" y="30"/>
                    <a:pt x="0" y="27"/>
                    <a:pt x="1" y="24"/>
                  </a:cubicBezTo>
                  <a:cubicBezTo>
                    <a:pt x="4" y="5"/>
                    <a:pt x="4" y="5"/>
                    <a:pt x="4" y="5"/>
                  </a:cubicBezTo>
                  <a:cubicBezTo>
                    <a:pt x="5" y="2"/>
                    <a:pt x="8" y="0"/>
                    <a:pt x="11"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70" name="Freeform 38"/>
            <p:cNvSpPr>
              <a:spLocks/>
            </p:cNvSpPr>
            <p:nvPr/>
          </p:nvSpPr>
          <p:spPr bwMode="auto">
            <a:xfrm>
              <a:off x="1268413" y="3271837"/>
              <a:ext cx="80963" cy="76200"/>
            </a:xfrm>
            <a:custGeom>
              <a:avLst/>
              <a:gdLst>
                <a:gd name="T0" fmla="*/ 10 w 38"/>
                <a:gd name="T1" fmla="*/ 1 h 36"/>
                <a:gd name="T2" fmla="*/ 33 w 38"/>
                <a:gd name="T3" fmla="*/ 5 h 36"/>
                <a:gd name="T4" fmla="*/ 37 w 38"/>
                <a:gd name="T5" fmla="*/ 12 h 36"/>
                <a:gd name="T6" fmla="*/ 34 w 38"/>
                <a:gd name="T7" fmla="*/ 31 h 36"/>
                <a:gd name="T8" fmla="*/ 27 w 38"/>
                <a:gd name="T9" fmla="*/ 36 h 36"/>
                <a:gd name="T10" fmla="*/ 5 w 38"/>
                <a:gd name="T11" fmla="*/ 31 h 36"/>
                <a:gd name="T12" fmla="*/ 0 w 38"/>
                <a:gd name="T13" fmla="*/ 25 h 36"/>
                <a:gd name="T14" fmla="*/ 4 w 38"/>
                <a:gd name="T15" fmla="*/ 5 h 36"/>
                <a:gd name="T16" fmla="*/ 10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1"/>
                  </a:moveTo>
                  <a:cubicBezTo>
                    <a:pt x="33" y="5"/>
                    <a:pt x="33" y="5"/>
                    <a:pt x="33" y="5"/>
                  </a:cubicBezTo>
                  <a:cubicBezTo>
                    <a:pt x="36" y="6"/>
                    <a:pt x="38" y="9"/>
                    <a:pt x="37" y="12"/>
                  </a:cubicBezTo>
                  <a:cubicBezTo>
                    <a:pt x="34" y="31"/>
                    <a:pt x="34" y="31"/>
                    <a:pt x="34" y="31"/>
                  </a:cubicBezTo>
                  <a:cubicBezTo>
                    <a:pt x="33" y="34"/>
                    <a:pt x="30" y="36"/>
                    <a:pt x="27" y="36"/>
                  </a:cubicBezTo>
                  <a:cubicBezTo>
                    <a:pt x="5" y="31"/>
                    <a:pt x="5" y="31"/>
                    <a:pt x="5" y="31"/>
                  </a:cubicBezTo>
                  <a:cubicBezTo>
                    <a:pt x="2" y="31"/>
                    <a:pt x="0" y="28"/>
                    <a:pt x="0" y="25"/>
                  </a:cubicBezTo>
                  <a:cubicBezTo>
                    <a:pt x="4" y="5"/>
                    <a:pt x="4" y="5"/>
                    <a:pt x="4" y="5"/>
                  </a:cubicBezTo>
                  <a:cubicBezTo>
                    <a:pt x="4" y="2"/>
                    <a:pt x="7" y="0"/>
                    <a:pt x="10"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71" name="Freeform 39"/>
            <p:cNvSpPr>
              <a:spLocks/>
            </p:cNvSpPr>
            <p:nvPr/>
          </p:nvSpPr>
          <p:spPr bwMode="auto">
            <a:xfrm>
              <a:off x="1176338" y="3254375"/>
              <a:ext cx="82550" cy="76200"/>
            </a:xfrm>
            <a:custGeom>
              <a:avLst/>
              <a:gdLst>
                <a:gd name="T0" fmla="*/ 11 w 39"/>
                <a:gd name="T1" fmla="*/ 1 h 36"/>
                <a:gd name="T2" fmla="*/ 34 w 39"/>
                <a:gd name="T3" fmla="*/ 5 h 36"/>
                <a:gd name="T4" fmla="*/ 38 w 39"/>
                <a:gd name="T5" fmla="*/ 11 h 36"/>
                <a:gd name="T6" fmla="*/ 34 w 39"/>
                <a:gd name="T7" fmla="*/ 31 h 36"/>
                <a:gd name="T8" fmla="*/ 28 w 39"/>
                <a:gd name="T9" fmla="*/ 35 h 36"/>
                <a:gd name="T10" fmla="*/ 5 w 39"/>
                <a:gd name="T11" fmla="*/ 31 h 36"/>
                <a:gd name="T12" fmla="*/ 1 w 39"/>
                <a:gd name="T13" fmla="*/ 24 h 36"/>
                <a:gd name="T14" fmla="*/ 4 w 39"/>
                <a:gd name="T15" fmla="*/ 5 h 36"/>
                <a:gd name="T16" fmla="*/ 11 w 39"/>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1"/>
                  </a:moveTo>
                  <a:cubicBezTo>
                    <a:pt x="34" y="5"/>
                    <a:pt x="34" y="5"/>
                    <a:pt x="34" y="5"/>
                  </a:cubicBezTo>
                  <a:cubicBezTo>
                    <a:pt x="37" y="5"/>
                    <a:pt x="39" y="8"/>
                    <a:pt x="38" y="11"/>
                  </a:cubicBezTo>
                  <a:cubicBezTo>
                    <a:pt x="34" y="31"/>
                    <a:pt x="34" y="31"/>
                    <a:pt x="34" y="31"/>
                  </a:cubicBezTo>
                  <a:cubicBezTo>
                    <a:pt x="34" y="34"/>
                    <a:pt x="31" y="36"/>
                    <a:pt x="28" y="35"/>
                  </a:cubicBezTo>
                  <a:cubicBezTo>
                    <a:pt x="5" y="31"/>
                    <a:pt x="5" y="31"/>
                    <a:pt x="5" y="31"/>
                  </a:cubicBezTo>
                  <a:cubicBezTo>
                    <a:pt x="2" y="30"/>
                    <a:pt x="0" y="27"/>
                    <a:pt x="1" y="24"/>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72" name="Freeform 40"/>
            <p:cNvSpPr>
              <a:spLocks/>
            </p:cNvSpPr>
            <p:nvPr/>
          </p:nvSpPr>
          <p:spPr bwMode="auto">
            <a:xfrm>
              <a:off x="1084263" y="3236912"/>
              <a:ext cx="80963" cy="74613"/>
            </a:xfrm>
            <a:custGeom>
              <a:avLst/>
              <a:gdLst>
                <a:gd name="T0" fmla="*/ 10 w 38"/>
                <a:gd name="T1" fmla="*/ 0 h 35"/>
                <a:gd name="T2" fmla="*/ 33 w 38"/>
                <a:gd name="T3" fmla="*/ 5 h 35"/>
                <a:gd name="T4" fmla="*/ 37 w 38"/>
                <a:gd name="T5" fmla="*/ 11 h 35"/>
                <a:gd name="T6" fmla="*/ 34 w 38"/>
                <a:gd name="T7" fmla="*/ 31 h 35"/>
                <a:gd name="T8" fmla="*/ 27 w 38"/>
                <a:gd name="T9" fmla="*/ 35 h 35"/>
                <a:gd name="T10" fmla="*/ 5 w 38"/>
                <a:gd name="T11" fmla="*/ 31 h 35"/>
                <a:gd name="T12" fmla="*/ 0 w 38"/>
                <a:gd name="T13" fmla="*/ 24 h 35"/>
                <a:gd name="T14" fmla="*/ 4 w 38"/>
                <a:gd name="T15" fmla="*/ 5 h 35"/>
                <a:gd name="T16" fmla="*/ 10 w 38"/>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5">
                  <a:moveTo>
                    <a:pt x="10" y="0"/>
                  </a:moveTo>
                  <a:cubicBezTo>
                    <a:pt x="33" y="5"/>
                    <a:pt x="33" y="5"/>
                    <a:pt x="33" y="5"/>
                  </a:cubicBezTo>
                  <a:cubicBezTo>
                    <a:pt x="36" y="5"/>
                    <a:pt x="38" y="8"/>
                    <a:pt x="37" y="11"/>
                  </a:cubicBezTo>
                  <a:cubicBezTo>
                    <a:pt x="34" y="31"/>
                    <a:pt x="34" y="31"/>
                    <a:pt x="34" y="31"/>
                  </a:cubicBezTo>
                  <a:cubicBezTo>
                    <a:pt x="33" y="33"/>
                    <a:pt x="30" y="35"/>
                    <a:pt x="27" y="35"/>
                  </a:cubicBezTo>
                  <a:cubicBezTo>
                    <a:pt x="5" y="31"/>
                    <a:pt x="5" y="31"/>
                    <a:pt x="5" y="31"/>
                  </a:cubicBezTo>
                  <a:cubicBezTo>
                    <a:pt x="2" y="30"/>
                    <a:pt x="0" y="27"/>
                    <a:pt x="0" y="24"/>
                  </a:cubicBezTo>
                  <a:cubicBezTo>
                    <a:pt x="4" y="5"/>
                    <a:pt x="4" y="5"/>
                    <a:pt x="4" y="5"/>
                  </a:cubicBezTo>
                  <a:cubicBezTo>
                    <a:pt x="5" y="2"/>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73" name="Freeform 41"/>
            <p:cNvSpPr>
              <a:spLocks/>
            </p:cNvSpPr>
            <p:nvPr/>
          </p:nvSpPr>
          <p:spPr bwMode="auto">
            <a:xfrm>
              <a:off x="992188" y="3217862"/>
              <a:ext cx="82550" cy="76200"/>
            </a:xfrm>
            <a:custGeom>
              <a:avLst/>
              <a:gdLst>
                <a:gd name="T0" fmla="*/ 11 w 39"/>
                <a:gd name="T1" fmla="*/ 1 h 36"/>
                <a:gd name="T2" fmla="*/ 34 w 39"/>
                <a:gd name="T3" fmla="*/ 5 h 36"/>
                <a:gd name="T4" fmla="*/ 38 w 39"/>
                <a:gd name="T5" fmla="*/ 12 h 36"/>
                <a:gd name="T6" fmla="*/ 34 w 39"/>
                <a:gd name="T7" fmla="*/ 31 h 36"/>
                <a:gd name="T8" fmla="*/ 28 w 39"/>
                <a:gd name="T9" fmla="*/ 36 h 36"/>
                <a:gd name="T10" fmla="*/ 5 w 39"/>
                <a:gd name="T11" fmla="*/ 31 h 36"/>
                <a:gd name="T12" fmla="*/ 1 w 39"/>
                <a:gd name="T13" fmla="*/ 25 h 36"/>
                <a:gd name="T14" fmla="*/ 4 w 39"/>
                <a:gd name="T15" fmla="*/ 5 h 36"/>
                <a:gd name="T16" fmla="*/ 11 w 39"/>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1"/>
                  </a:moveTo>
                  <a:cubicBezTo>
                    <a:pt x="34" y="5"/>
                    <a:pt x="34" y="5"/>
                    <a:pt x="34" y="5"/>
                  </a:cubicBezTo>
                  <a:cubicBezTo>
                    <a:pt x="37" y="6"/>
                    <a:pt x="39" y="9"/>
                    <a:pt x="38" y="12"/>
                  </a:cubicBezTo>
                  <a:cubicBezTo>
                    <a:pt x="34" y="31"/>
                    <a:pt x="34" y="31"/>
                    <a:pt x="34" y="31"/>
                  </a:cubicBezTo>
                  <a:cubicBezTo>
                    <a:pt x="34" y="34"/>
                    <a:pt x="31" y="36"/>
                    <a:pt x="28" y="36"/>
                  </a:cubicBezTo>
                  <a:cubicBezTo>
                    <a:pt x="5" y="31"/>
                    <a:pt x="5" y="31"/>
                    <a:pt x="5" y="31"/>
                  </a:cubicBezTo>
                  <a:cubicBezTo>
                    <a:pt x="2" y="31"/>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74" name="Freeform 42"/>
            <p:cNvSpPr>
              <a:spLocks/>
            </p:cNvSpPr>
            <p:nvPr/>
          </p:nvSpPr>
          <p:spPr bwMode="auto">
            <a:xfrm>
              <a:off x="900113" y="3201987"/>
              <a:ext cx="80963" cy="76200"/>
            </a:xfrm>
            <a:custGeom>
              <a:avLst/>
              <a:gdLst>
                <a:gd name="T0" fmla="*/ 10 w 38"/>
                <a:gd name="T1" fmla="*/ 0 h 36"/>
                <a:gd name="T2" fmla="*/ 33 w 38"/>
                <a:gd name="T3" fmla="*/ 5 h 36"/>
                <a:gd name="T4" fmla="*/ 37 w 38"/>
                <a:gd name="T5" fmla="*/ 11 h 36"/>
                <a:gd name="T6" fmla="*/ 34 w 38"/>
                <a:gd name="T7" fmla="*/ 31 h 36"/>
                <a:gd name="T8" fmla="*/ 27 w 38"/>
                <a:gd name="T9" fmla="*/ 35 h 36"/>
                <a:gd name="T10" fmla="*/ 5 w 38"/>
                <a:gd name="T11" fmla="*/ 31 h 36"/>
                <a:gd name="T12" fmla="*/ 0 w 38"/>
                <a:gd name="T13" fmla="*/ 24 h 36"/>
                <a:gd name="T14" fmla="*/ 4 w 38"/>
                <a:gd name="T15" fmla="*/ 5 h 36"/>
                <a:gd name="T16" fmla="*/ 10 w 38"/>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0"/>
                  </a:moveTo>
                  <a:cubicBezTo>
                    <a:pt x="33" y="5"/>
                    <a:pt x="33" y="5"/>
                    <a:pt x="33" y="5"/>
                  </a:cubicBezTo>
                  <a:cubicBezTo>
                    <a:pt x="36" y="5"/>
                    <a:pt x="38" y="8"/>
                    <a:pt x="37" y="11"/>
                  </a:cubicBezTo>
                  <a:cubicBezTo>
                    <a:pt x="34" y="31"/>
                    <a:pt x="34" y="31"/>
                    <a:pt x="34" y="31"/>
                  </a:cubicBezTo>
                  <a:cubicBezTo>
                    <a:pt x="33" y="34"/>
                    <a:pt x="30" y="36"/>
                    <a:pt x="27" y="35"/>
                  </a:cubicBezTo>
                  <a:cubicBezTo>
                    <a:pt x="5" y="31"/>
                    <a:pt x="5" y="31"/>
                    <a:pt x="5" y="31"/>
                  </a:cubicBezTo>
                  <a:cubicBezTo>
                    <a:pt x="2" y="30"/>
                    <a:pt x="0" y="27"/>
                    <a:pt x="0" y="24"/>
                  </a:cubicBezTo>
                  <a:cubicBezTo>
                    <a:pt x="4" y="5"/>
                    <a:pt x="4" y="5"/>
                    <a:pt x="4" y="5"/>
                  </a:cubicBezTo>
                  <a:cubicBezTo>
                    <a:pt x="5" y="2"/>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75" name="Freeform 43"/>
            <p:cNvSpPr>
              <a:spLocks/>
            </p:cNvSpPr>
            <p:nvPr/>
          </p:nvSpPr>
          <p:spPr bwMode="auto">
            <a:xfrm>
              <a:off x="808038" y="3184525"/>
              <a:ext cx="82550" cy="74613"/>
            </a:xfrm>
            <a:custGeom>
              <a:avLst/>
              <a:gdLst>
                <a:gd name="T0" fmla="*/ 11 w 39"/>
                <a:gd name="T1" fmla="*/ 0 h 35"/>
                <a:gd name="T2" fmla="*/ 34 w 39"/>
                <a:gd name="T3" fmla="*/ 5 h 35"/>
                <a:gd name="T4" fmla="*/ 38 w 39"/>
                <a:gd name="T5" fmla="*/ 11 h 35"/>
                <a:gd name="T6" fmla="*/ 34 w 39"/>
                <a:gd name="T7" fmla="*/ 30 h 35"/>
                <a:gd name="T8" fmla="*/ 28 w 39"/>
                <a:gd name="T9" fmla="*/ 35 h 35"/>
                <a:gd name="T10" fmla="*/ 5 w 39"/>
                <a:gd name="T11" fmla="*/ 30 h 35"/>
                <a:gd name="T12" fmla="*/ 1 w 39"/>
                <a:gd name="T13" fmla="*/ 24 h 35"/>
                <a:gd name="T14" fmla="*/ 4 w 39"/>
                <a:gd name="T15" fmla="*/ 5 h 35"/>
                <a:gd name="T16" fmla="*/ 11 w 39"/>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5">
                  <a:moveTo>
                    <a:pt x="11" y="0"/>
                  </a:moveTo>
                  <a:cubicBezTo>
                    <a:pt x="34" y="5"/>
                    <a:pt x="34" y="5"/>
                    <a:pt x="34" y="5"/>
                  </a:cubicBezTo>
                  <a:cubicBezTo>
                    <a:pt x="37" y="5"/>
                    <a:pt x="39" y="8"/>
                    <a:pt x="38" y="11"/>
                  </a:cubicBezTo>
                  <a:cubicBezTo>
                    <a:pt x="34" y="30"/>
                    <a:pt x="34" y="30"/>
                    <a:pt x="34" y="30"/>
                  </a:cubicBezTo>
                  <a:cubicBezTo>
                    <a:pt x="34" y="33"/>
                    <a:pt x="31" y="35"/>
                    <a:pt x="28" y="35"/>
                  </a:cubicBezTo>
                  <a:cubicBezTo>
                    <a:pt x="5" y="30"/>
                    <a:pt x="5" y="30"/>
                    <a:pt x="5" y="30"/>
                  </a:cubicBezTo>
                  <a:cubicBezTo>
                    <a:pt x="2" y="30"/>
                    <a:pt x="0" y="27"/>
                    <a:pt x="1" y="24"/>
                  </a:cubicBezTo>
                  <a:cubicBezTo>
                    <a:pt x="4" y="5"/>
                    <a:pt x="4" y="5"/>
                    <a:pt x="4" y="5"/>
                  </a:cubicBezTo>
                  <a:cubicBezTo>
                    <a:pt x="5" y="2"/>
                    <a:pt x="8" y="0"/>
                    <a:pt x="11"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76" name="Freeform 44"/>
            <p:cNvSpPr>
              <a:spLocks/>
            </p:cNvSpPr>
            <p:nvPr/>
          </p:nvSpPr>
          <p:spPr bwMode="auto">
            <a:xfrm>
              <a:off x="715963" y="3165475"/>
              <a:ext cx="80963" cy="76200"/>
            </a:xfrm>
            <a:custGeom>
              <a:avLst/>
              <a:gdLst>
                <a:gd name="T0" fmla="*/ 10 w 38"/>
                <a:gd name="T1" fmla="*/ 1 h 36"/>
                <a:gd name="T2" fmla="*/ 33 w 38"/>
                <a:gd name="T3" fmla="*/ 5 h 36"/>
                <a:gd name="T4" fmla="*/ 37 w 38"/>
                <a:gd name="T5" fmla="*/ 12 h 36"/>
                <a:gd name="T6" fmla="*/ 34 w 38"/>
                <a:gd name="T7" fmla="*/ 31 h 36"/>
                <a:gd name="T8" fmla="*/ 27 w 38"/>
                <a:gd name="T9" fmla="*/ 35 h 36"/>
                <a:gd name="T10" fmla="*/ 5 w 38"/>
                <a:gd name="T11" fmla="*/ 31 h 36"/>
                <a:gd name="T12" fmla="*/ 0 w 38"/>
                <a:gd name="T13" fmla="*/ 25 h 36"/>
                <a:gd name="T14" fmla="*/ 4 w 38"/>
                <a:gd name="T15" fmla="*/ 5 h 36"/>
                <a:gd name="T16" fmla="*/ 10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1"/>
                  </a:moveTo>
                  <a:cubicBezTo>
                    <a:pt x="33" y="5"/>
                    <a:pt x="33" y="5"/>
                    <a:pt x="33" y="5"/>
                  </a:cubicBezTo>
                  <a:cubicBezTo>
                    <a:pt x="36" y="6"/>
                    <a:pt x="38" y="9"/>
                    <a:pt x="37" y="12"/>
                  </a:cubicBezTo>
                  <a:cubicBezTo>
                    <a:pt x="34" y="31"/>
                    <a:pt x="34" y="31"/>
                    <a:pt x="34" y="31"/>
                  </a:cubicBezTo>
                  <a:cubicBezTo>
                    <a:pt x="33" y="34"/>
                    <a:pt x="30" y="36"/>
                    <a:pt x="27" y="35"/>
                  </a:cubicBezTo>
                  <a:cubicBezTo>
                    <a:pt x="5" y="31"/>
                    <a:pt x="5" y="31"/>
                    <a:pt x="5" y="31"/>
                  </a:cubicBezTo>
                  <a:cubicBezTo>
                    <a:pt x="2" y="31"/>
                    <a:pt x="0" y="28"/>
                    <a:pt x="0" y="25"/>
                  </a:cubicBezTo>
                  <a:cubicBezTo>
                    <a:pt x="4" y="5"/>
                    <a:pt x="4" y="5"/>
                    <a:pt x="4" y="5"/>
                  </a:cubicBezTo>
                  <a:cubicBezTo>
                    <a:pt x="5" y="2"/>
                    <a:pt x="7" y="0"/>
                    <a:pt x="10"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77" name="Freeform 45"/>
            <p:cNvSpPr>
              <a:spLocks/>
            </p:cNvSpPr>
            <p:nvPr/>
          </p:nvSpPr>
          <p:spPr bwMode="auto">
            <a:xfrm>
              <a:off x="622300" y="3148012"/>
              <a:ext cx="82550" cy="76200"/>
            </a:xfrm>
            <a:custGeom>
              <a:avLst/>
              <a:gdLst>
                <a:gd name="T0" fmla="*/ 11 w 39"/>
                <a:gd name="T1" fmla="*/ 0 h 36"/>
                <a:gd name="T2" fmla="*/ 34 w 39"/>
                <a:gd name="T3" fmla="*/ 5 h 36"/>
                <a:gd name="T4" fmla="*/ 38 w 39"/>
                <a:gd name="T5" fmla="*/ 11 h 36"/>
                <a:gd name="T6" fmla="*/ 34 w 39"/>
                <a:gd name="T7" fmla="*/ 31 h 36"/>
                <a:gd name="T8" fmla="*/ 28 w 39"/>
                <a:gd name="T9" fmla="*/ 35 h 36"/>
                <a:gd name="T10" fmla="*/ 5 w 39"/>
                <a:gd name="T11" fmla="*/ 31 h 36"/>
                <a:gd name="T12" fmla="*/ 1 w 39"/>
                <a:gd name="T13" fmla="*/ 24 h 36"/>
                <a:gd name="T14" fmla="*/ 4 w 39"/>
                <a:gd name="T15" fmla="*/ 5 h 36"/>
                <a:gd name="T16" fmla="*/ 11 w 3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0"/>
                  </a:moveTo>
                  <a:cubicBezTo>
                    <a:pt x="34" y="5"/>
                    <a:pt x="34" y="5"/>
                    <a:pt x="34" y="5"/>
                  </a:cubicBezTo>
                  <a:cubicBezTo>
                    <a:pt x="37" y="5"/>
                    <a:pt x="39" y="8"/>
                    <a:pt x="38" y="11"/>
                  </a:cubicBezTo>
                  <a:cubicBezTo>
                    <a:pt x="34" y="31"/>
                    <a:pt x="34" y="31"/>
                    <a:pt x="34" y="31"/>
                  </a:cubicBezTo>
                  <a:cubicBezTo>
                    <a:pt x="34" y="34"/>
                    <a:pt x="31" y="36"/>
                    <a:pt x="28" y="35"/>
                  </a:cubicBezTo>
                  <a:cubicBezTo>
                    <a:pt x="5" y="31"/>
                    <a:pt x="5" y="31"/>
                    <a:pt x="5" y="31"/>
                  </a:cubicBezTo>
                  <a:cubicBezTo>
                    <a:pt x="2" y="30"/>
                    <a:pt x="0" y="27"/>
                    <a:pt x="1" y="24"/>
                  </a:cubicBezTo>
                  <a:cubicBezTo>
                    <a:pt x="4" y="5"/>
                    <a:pt x="4" y="5"/>
                    <a:pt x="4" y="5"/>
                  </a:cubicBezTo>
                  <a:cubicBezTo>
                    <a:pt x="5" y="2"/>
                    <a:pt x="8" y="0"/>
                    <a:pt x="11"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78" name="Freeform 46"/>
            <p:cNvSpPr>
              <a:spLocks/>
            </p:cNvSpPr>
            <p:nvPr/>
          </p:nvSpPr>
          <p:spPr bwMode="auto">
            <a:xfrm>
              <a:off x="531813" y="3132137"/>
              <a:ext cx="80963" cy="73025"/>
            </a:xfrm>
            <a:custGeom>
              <a:avLst/>
              <a:gdLst>
                <a:gd name="T0" fmla="*/ 10 w 38"/>
                <a:gd name="T1" fmla="*/ 0 h 35"/>
                <a:gd name="T2" fmla="*/ 33 w 38"/>
                <a:gd name="T3" fmla="*/ 4 h 35"/>
                <a:gd name="T4" fmla="*/ 37 w 38"/>
                <a:gd name="T5" fmla="*/ 11 h 35"/>
                <a:gd name="T6" fmla="*/ 34 w 38"/>
                <a:gd name="T7" fmla="*/ 30 h 35"/>
                <a:gd name="T8" fmla="*/ 27 w 38"/>
                <a:gd name="T9" fmla="*/ 35 h 35"/>
                <a:gd name="T10" fmla="*/ 5 w 38"/>
                <a:gd name="T11" fmla="*/ 30 h 35"/>
                <a:gd name="T12" fmla="*/ 0 w 38"/>
                <a:gd name="T13" fmla="*/ 24 h 35"/>
                <a:gd name="T14" fmla="*/ 4 w 38"/>
                <a:gd name="T15" fmla="*/ 4 h 35"/>
                <a:gd name="T16" fmla="*/ 10 w 38"/>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5">
                  <a:moveTo>
                    <a:pt x="10" y="0"/>
                  </a:moveTo>
                  <a:cubicBezTo>
                    <a:pt x="33" y="4"/>
                    <a:pt x="33" y="4"/>
                    <a:pt x="33" y="4"/>
                  </a:cubicBezTo>
                  <a:cubicBezTo>
                    <a:pt x="36" y="5"/>
                    <a:pt x="38" y="8"/>
                    <a:pt x="37" y="11"/>
                  </a:cubicBezTo>
                  <a:cubicBezTo>
                    <a:pt x="34" y="30"/>
                    <a:pt x="34" y="30"/>
                    <a:pt x="34" y="30"/>
                  </a:cubicBezTo>
                  <a:cubicBezTo>
                    <a:pt x="33" y="33"/>
                    <a:pt x="30" y="35"/>
                    <a:pt x="27" y="35"/>
                  </a:cubicBezTo>
                  <a:cubicBezTo>
                    <a:pt x="5" y="30"/>
                    <a:pt x="5" y="30"/>
                    <a:pt x="5" y="30"/>
                  </a:cubicBezTo>
                  <a:cubicBezTo>
                    <a:pt x="2" y="30"/>
                    <a:pt x="0" y="27"/>
                    <a:pt x="0" y="24"/>
                  </a:cubicBezTo>
                  <a:cubicBezTo>
                    <a:pt x="4" y="4"/>
                    <a:pt x="4" y="4"/>
                    <a:pt x="4" y="4"/>
                  </a:cubicBezTo>
                  <a:cubicBezTo>
                    <a:pt x="5" y="1"/>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79" name="Freeform 47"/>
            <p:cNvSpPr>
              <a:spLocks/>
            </p:cNvSpPr>
            <p:nvPr/>
          </p:nvSpPr>
          <p:spPr bwMode="auto">
            <a:xfrm>
              <a:off x="428625" y="3109912"/>
              <a:ext cx="88900" cy="79375"/>
            </a:xfrm>
            <a:custGeom>
              <a:avLst/>
              <a:gdLst>
                <a:gd name="T0" fmla="*/ 11 w 42"/>
                <a:gd name="T1" fmla="*/ 1 h 37"/>
                <a:gd name="T2" fmla="*/ 37 w 42"/>
                <a:gd name="T3" fmla="*/ 6 h 37"/>
                <a:gd name="T4" fmla="*/ 41 w 42"/>
                <a:gd name="T5" fmla="*/ 12 h 37"/>
                <a:gd name="T6" fmla="*/ 37 w 42"/>
                <a:gd name="T7" fmla="*/ 32 h 37"/>
                <a:gd name="T8" fmla="*/ 31 w 42"/>
                <a:gd name="T9" fmla="*/ 36 h 37"/>
                <a:gd name="T10" fmla="*/ 5 w 42"/>
                <a:gd name="T11" fmla="*/ 31 h 37"/>
                <a:gd name="T12" fmla="*/ 0 w 42"/>
                <a:gd name="T13" fmla="*/ 25 h 37"/>
                <a:gd name="T14" fmla="*/ 4 w 42"/>
                <a:gd name="T15" fmla="*/ 5 h 37"/>
                <a:gd name="T16" fmla="*/ 11 w 42"/>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11" y="1"/>
                  </a:moveTo>
                  <a:cubicBezTo>
                    <a:pt x="37" y="6"/>
                    <a:pt x="37" y="6"/>
                    <a:pt x="37" y="6"/>
                  </a:cubicBezTo>
                  <a:cubicBezTo>
                    <a:pt x="40" y="6"/>
                    <a:pt x="42" y="9"/>
                    <a:pt x="41" y="12"/>
                  </a:cubicBezTo>
                  <a:cubicBezTo>
                    <a:pt x="37" y="32"/>
                    <a:pt x="37" y="32"/>
                    <a:pt x="37" y="32"/>
                  </a:cubicBezTo>
                  <a:cubicBezTo>
                    <a:pt x="37" y="35"/>
                    <a:pt x="34" y="37"/>
                    <a:pt x="31" y="36"/>
                  </a:cubicBezTo>
                  <a:cubicBezTo>
                    <a:pt x="5" y="31"/>
                    <a:pt x="5" y="31"/>
                    <a:pt x="5" y="31"/>
                  </a:cubicBezTo>
                  <a:cubicBezTo>
                    <a:pt x="2" y="30"/>
                    <a:pt x="0" y="28"/>
                    <a:pt x="0"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80" name="Freeform 48"/>
            <p:cNvSpPr>
              <a:spLocks/>
            </p:cNvSpPr>
            <p:nvPr/>
          </p:nvSpPr>
          <p:spPr bwMode="auto">
            <a:xfrm>
              <a:off x="1612900" y="3419475"/>
              <a:ext cx="90488" cy="98425"/>
            </a:xfrm>
            <a:custGeom>
              <a:avLst/>
              <a:gdLst>
                <a:gd name="T0" fmla="*/ 13 w 43"/>
                <a:gd name="T1" fmla="*/ 1 h 46"/>
                <a:gd name="T2" fmla="*/ 37 w 43"/>
                <a:gd name="T3" fmla="*/ 6 h 46"/>
                <a:gd name="T4" fmla="*/ 42 w 43"/>
                <a:gd name="T5" fmla="*/ 13 h 46"/>
                <a:gd name="T6" fmla="*/ 37 w 43"/>
                <a:gd name="T7" fmla="*/ 40 h 46"/>
                <a:gd name="T8" fmla="*/ 29 w 43"/>
                <a:gd name="T9" fmla="*/ 45 h 46"/>
                <a:gd name="T10" fmla="*/ 6 w 43"/>
                <a:gd name="T11" fmla="*/ 41 h 46"/>
                <a:gd name="T12" fmla="*/ 1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6"/>
                    <a:pt x="37" y="6"/>
                    <a:pt x="37" y="6"/>
                  </a:cubicBezTo>
                  <a:cubicBezTo>
                    <a:pt x="40" y="6"/>
                    <a:pt x="43" y="10"/>
                    <a:pt x="42" y="13"/>
                  </a:cubicBezTo>
                  <a:cubicBezTo>
                    <a:pt x="37" y="40"/>
                    <a:pt x="37" y="40"/>
                    <a:pt x="37" y="40"/>
                  </a:cubicBezTo>
                  <a:cubicBezTo>
                    <a:pt x="36" y="44"/>
                    <a:pt x="33" y="46"/>
                    <a:pt x="29" y="45"/>
                  </a:cubicBezTo>
                  <a:cubicBezTo>
                    <a:pt x="6" y="41"/>
                    <a:pt x="6" y="41"/>
                    <a:pt x="6" y="41"/>
                  </a:cubicBezTo>
                  <a:cubicBezTo>
                    <a:pt x="2" y="40"/>
                    <a:pt x="0" y="37"/>
                    <a:pt x="1" y="33"/>
                  </a:cubicBezTo>
                  <a:cubicBezTo>
                    <a:pt x="6" y="6"/>
                    <a:pt x="6" y="6"/>
                    <a:pt x="6" y="6"/>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81" name="Freeform 49"/>
            <p:cNvSpPr>
              <a:spLocks/>
            </p:cNvSpPr>
            <p:nvPr/>
          </p:nvSpPr>
          <p:spPr bwMode="auto">
            <a:xfrm>
              <a:off x="1512888" y="3400425"/>
              <a:ext cx="90488" cy="98425"/>
            </a:xfrm>
            <a:custGeom>
              <a:avLst/>
              <a:gdLst>
                <a:gd name="T0" fmla="*/ 13 w 43"/>
                <a:gd name="T1" fmla="*/ 1 h 46"/>
                <a:gd name="T2" fmla="*/ 37 w 43"/>
                <a:gd name="T3" fmla="*/ 6 h 46"/>
                <a:gd name="T4" fmla="*/ 42 w 43"/>
                <a:gd name="T5" fmla="*/ 13 h 46"/>
                <a:gd name="T6" fmla="*/ 37 w 43"/>
                <a:gd name="T7" fmla="*/ 40 h 46"/>
                <a:gd name="T8" fmla="*/ 29 w 43"/>
                <a:gd name="T9" fmla="*/ 45 h 46"/>
                <a:gd name="T10" fmla="*/ 6 w 43"/>
                <a:gd name="T11" fmla="*/ 41 h 46"/>
                <a:gd name="T12" fmla="*/ 0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6"/>
                    <a:pt x="37" y="6"/>
                    <a:pt x="37" y="6"/>
                  </a:cubicBezTo>
                  <a:cubicBezTo>
                    <a:pt x="40" y="6"/>
                    <a:pt x="43" y="10"/>
                    <a:pt x="42" y="13"/>
                  </a:cubicBezTo>
                  <a:cubicBezTo>
                    <a:pt x="37" y="40"/>
                    <a:pt x="37" y="40"/>
                    <a:pt x="37" y="40"/>
                  </a:cubicBezTo>
                  <a:cubicBezTo>
                    <a:pt x="36" y="44"/>
                    <a:pt x="33" y="46"/>
                    <a:pt x="29" y="45"/>
                  </a:cubicBezTo>
                  <a:cubicBezTo>
                    <a:pt x="6" y="41"/>
                    <a:pt x="6" y="41"/>
                    <a:pt x="6" y="41"/>
                  </a:cubicBezTo>
                  <a:cubicBezTo>
                    <a:pt x="2" y="40"/>
                    <a:pt x="0" y="37"/>
                    <a:pt x="0" y="33"/>
                  </a:cubicBezTo>
                  <a:cubicBezTo>
                    <a:pt x="6" y="6"/>
                    <a:pt x="6" y="6"/>
                    <a:pt x="6" y="6"/>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82" name="Freeform 50"/>
            <p:cNvSpPr>
              <a:spLocks/>
            </p:cNvSpPr>
            <p:nvPr/>
          </p:nvSpPr>
          <p:spPr bwMode="auto">
            <a:xfrm>
              <a:off x="1412875" y="3381375"/>
              <a:ext cx="88900" cy="98425"/>
            </a:xfrm>
            <a:custGeom>
              <a:avLst/>
              <a:gdLst>
                <a:gd name="T0" fmla="*/ 13 w 42"/>
                <a:gd name="T1" fmla="*/ 1 h 46"/>
                <a:gd name="T2" fmla="*/ 36 w 42"/>
                <a:gd name="T3" fmla="*/ 6 h 46"/>
                <a:gd name="T4" fmla="*/ 42 w 42"/>
                <a:gd name="T5" fmla="*/ 13 h 46"/>
                <a:gd name="T6" fmla="*/ 37 w 42"/>
                <a:gd name="T7" fmla="*/ 40 h 46"/>
                <a:gd name="T8" fmla="*/ 29 w 42"/>
                <a:gd name="T9" fmla="*/ 45 h 46"/>
                <a:gd name="T10" fmla="*/ 5 w 42"/>
                <a:gd name="T11" fmla="*/ 41 h 46"/>
                <a:gd name="T12" fmla="*/ 0 w 42"/>
                <a:gd name="T13" fmla="*/ 33 h 46"/>
                <a:gd name="T14" fmla="*/ 5 w 42"/>
                <a:gd name="T15" fmla="*/ 6 h 46"/>
                <a:gd name="T16" fmla="*/ 13 w 42"/>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6">
                  <a:moveTo>
                    <a:pt x="13" y="1"/>
                  </a:moveTo>
                  <a:cubicBezTo>
                    <a:pt x="36" y="6"/>
                    <a:pt x="36" y="6"/>
                    <a:pt x="36" y="6"/>
                  </a:cubicBezTo>
                  <a:cubicBezTo>
                    <a:pt x="40" y="6"/>
                    <a:pt x="42" y="10"/>
                    <a:pt x="42" y="13"/>
                  </a:cubicBezTo>
                  <a:cubicBezTo>
                    <a:pt x="37" y="40"/>
                    <a:pt x="37" y="40"/>
                    <a:pt x="37" y="40"/>
                  </a:cubicBezTo>
                  <a:cubicBezTo>
                    <a:pt x="36" y="43"/>
                    <a:pt x="32" y="46"/>
                    <a:pt x="29" y="45"/>
                  </a:cubicBezTo>
                  <a:cubicBezTo>
                    <a:pt x="5" y="41"/>
                    <a:pt x="5" y="41"/>
                    <a:pt x="5" y="41"/>
                  </a:cubicBezTo>
                  <a:cubicBezTo>
                    <a:pt x="2" y="40"/>
                    <a:pt x="0" y="37"/>
                    <a:pt x="0" y="33"/>
                  </a:cubicBezTo>
                  <a:cubicBezTo>
                    <a:pt x="5" y="6"/>
                    <a:pt x="5" y="6"/>
                    <a:pt x="5" y="6"/>
                  </a:cubicBezTo>
                  <a:cubicBezTo>
                    <a:pt x="6" y="3"/>
                    <a:pt x="9"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83" name="Freeform 51"/>
            <p:cNvSpPr>
              <a:spLocks/>
            </p:cNvSpPr>
            <p:nvPr/>
          </p:nvSpPr>
          <p:spPr bwMode="auto">
            <a:xfrm>
              <a:off x="1311275" y="3362325"/>
              <a:ext cx="92075" cy="98425"/>
            </a:xfrm>
            <a:custGeom>
              <a:avLst/>
              <a:gdLst>
                <a:gd name="T0" fmla="*/ 14 w 43"/>
                <a:gd name="T1" fmla="*/ 1 h 46"/>
                <a:gd name="T2" fmla="*/ 37 w 43"/>
                <a:gd name="T3" fmla="*/ 5 h 46"/>
                <a:gd name="T4" fmla="*/ 42 w 43"/>
                <a:gd name="T5" fmla="*/ 13 h 46"/>
                <a:gd name="T6" fmla="*/ 37 w 43"/>
                <a:gd name="T7" fmla="*/ 40 h 46"/>
                <a:gd name="T8" fmla="*/ 30 w 43"/>
                <a:gd name="T9" fmla="*/ 45 h 46"/>
                <a:gd name="T10" fmla="*/ 6 w 43"/>
                <a:gd name="T11" fmla="*/ 41 h 46"/>
                <a:gd name="T12" fmla="*/ 1 w 43"/>
                <a:gd name="T13" fmla="*/ 33 h 46"/>
                <a:gd name="T14" fmla="*/ 6 w 43"/>
                <a:gd name="T15" fmla="*/ 6 h 46"/>
                <a:gd name="T16" fmla="*/ 14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4" y="1"/>
                  </a:moveTo>
                  <a:cubicBezTo>
                    <a:pt x="37" y="5"/>
                    <a:pt x="37" y="5"/>
                    <a:pt x="37" y="5"/>
                  </a:cubicBezTo>
                  <a:cubicBezTo>
                    <a:pt x="41" y="6"/>
                    <a:pt x="43" y="10"/>
                    <a:pt x="42" y="13"/>
                  </a:cubicBezTo>
                  <a:cubicBezTo>
                    <a:pt x="37" y="40"/>
                    <a:pt x="37" y="40"/>
                    <a:pt x="37" y="40"/>
                  </a:cubicBezTo>
                  <a:cubicBezTo>
                    <a:pt x="37" y="43"/>
                    <a:pt x="33" y="46"/>
                    <a:pt x="30" y="45"/>
                  </a:cubicBezTo>
                  <a:cubicBezTo>
                    <a:pt x="6" y="41"/>
                    <a:pt x="6" y="41"/>
                    <a:pt x="6" y="41"/>
                  </a:cubicBezTo>
                  <a:cubicBezTo>
                    <a:pt x="3" y="40"/>
                    <a:pt x="0" y="36"/>
                    <a:pt x="1" y="33"/>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84" name="Freeform 52"/>
            <p:cNvSpPr>
              <a:spLocks/>
            </p:cNvSpPr>
            <p:nvPr/>
          </p:nvSpPr>
          <p:spPr bwMode="auto">
            <a:xfrm>
              <a:off x="1211263" y="3343275"/>
              <a:ext cx="92075" cy="98425"/>
            </a:xfrm>
            <a:custGeom>
              <a:avLst/>
              <a:gdLst>
                <a:gd name="T0" fmla="*/ 14 w 43"/>
                <a:gd name="T1" fmla="*/ 1 h 46"/>
                <a:gd name="T2" fmla="*/ 37 w 43"/>
                <a:gd name="T3" fmla="*/ 5 h 46"/>
                <a:gd name="T4" fmla="*/ 42 w 43"/>
                <a:gd name="T5" fmla="*/ 13 h 46"/>
                <a:gd name="T6" fmla="*/ 37 w 43"/>
                <a:gd name="T7" fmla="*/ 40 h 46"/>
                <a:gd name="T8" fmla="*/ 29 w 43"/>
                <a:gd name="T9" fmla="*/ 45 h 46"/>
                <a:gd name="T10" fmla="*/ 6 w 43"/>
                <a:gd name="T11" fmla="*/ 41 h 46"/>
                <a:gd name="T12" fmla="*/ 1 w 43"/>
                <a:gd name="T13" fmla="*/ 33 h 46"/>
                <a:gd name="T14" fmla="*/ 6 w 43"/>
                <a:gd name="T15" fmla="*/ 6 h 46"/>
                <a:gd name="T16" fmla="*/ 14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4" y="1"/>
                  </a:moveTo>
                  <a:cubicBezTo>
                    <a:pt x="37" y="5"/>
                    <a:pt x="37" y="5"/>
                    <a:pt x="37" y="5"/>
                  </a:cubicBezTo>
                  <a:cubicBezTo>
                    <a:pt x="41" y="6"/>
                    <a:pt x="43" y="10"/>
                    <a:pt x="42" y="13"/>
                  </a:cubicBezTo>
                  <a:cubicBezTo>
                    <a:pt x="37" y="40"/>
                    <a:pt x="37" y="40"/>
                    <a:pt x="37" y="40"/>
                  </a:cubicBezTo>
                  <a:cubicBezTo>
                    <a:pt x="37" y="43"/>
                    <a:pt x="33" y="46"/>
                    <a:pt x="29" y="45"/>
                  </a:cubicBezTo>
                  <a:cubicBezTo>
                    <a:pt x="6" y="41"/>
                    <a:pt x="6" y="41"/>
                    <a:pt x="6" y="41"/>
                  </a:cubicBezTo>
                  <a:cubicBezTo>
                    <a:pt x="3" y="40"/>
                    <a:pt x="0" y="36"/>
                    <a:pt x="1" y="33"/>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85" name="Freeform 53"/>
            <p:cNvSpPr>
              <a:spLocks/>
            </p:cNvSpPr>
            <p:nvPr/>
          </p:nvSpPr>
          <p:spPr bwMode="auto">
            <a:xfrm>
              <a:off x="1112838" y="3324225"/>
              <a:ext cx="90488" cy="98425"/>
            </a:xfrm>
            <a:custGeom>
              <a:avLst/>
              <a:gdLst>
                <a:gd name="T0" fmla="*/ 13 w 43"/>
                <a:gd name="T1" fmla="*/ 1 h 46"/>
                <a:gd name="T2" fmla="*/ 37 w 43"/>
                <a:gd name="T3" fmla="*/ 5 h 46"/>
                <a:gd name="T4" fmla="*/ 42 w 43"/>
                <a:gd name="T5" fmla="*/ 13 h 46"/>
                <a:gd name="T6" fmla="*/ 37 w 43"/>
                <a:gd name="T7" fmla="*/ 40 h 46"/>
                <a:gd name="T8" fmla="*/ 29 w 43"/>
                <a:gd name="T9" fmla="*/ 45 h 46"/>
                <a:gd name="T10" fmla="*/ 6 w 43"/>
                <a:gd name="T11" fmla="*/ 40 h 46"/>
                <a:gd name="T12" fmla="*/ 1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5"/>
                    <a:pt x="37" y="5"/>
                    <a:pt x="37" y="5"/>
                  </a:cubicBezTo>
                  <a:cubicBezTo>
                    <a:pt x="40" y="6"/>
                    <a:pt x="43" y="10"/>
                    <a:pt x="42" y="13"/>
                  </a:cubicBezTo>
                  <a:cubicBezTo>
                    <a:pt x="37" y="40"/>
                    <a:pt x="37" y="40"/>
                    <a:pt x="37" y="40"/>
                  </a:cubicBezTo>
                  <a:cubicBezTo>
                    <a:pt x="36" y="43"/>
                    <a:pt x="33" y="46"/>
                    <a:pt x="29" y="45"/>
                  </a:cubicBezTo>
                  <a:cubicBezTo>
                    <a:pt x="6" y="40"/>
                    <a:pt x="6" y="40"/>
                    <a:pt x="6" y="40"/>
                  </a:cubicBezTo>
                  <a:cubicBezTo>
                    <a:pt x="2" y="40"/>
                    <a:pt x="0" y="36"/>
                    <a:pt x="1" y="33"/>
                  </a:cubicBezTo>
                  <a:cubicBezTo>
                    <a:pt x="6" y="6"/>
                    <a:pt x="6" y="6"/>
                    <a:pt x="6" y="6"/>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86" name="Freeform 54"/>
            <p:cNvSpPr>
              <a:spLocks/>
            </p:cNvSpPr>
            <p:nvPr/>
          </p:nvSpPr>
          <p:spPr bwMode="auto">
            <a:xfrm>
              <a:off x="1012825" y="3305175"/>
              <a:ext cx="90488" cy="98425"/>
            </a:xfrm>
            <a:custGeom>
              <a:avLst/>
              <a:gdLst>
                <a:gd name="T0" fmla="*/ 13 w 43"/>
                <a:gd name="T1" fmla="*/ 1 h 46"/>
                <a:gd name="T2" fmla="*/ 37 w 43"/>
                <a:gd name="T3" fmla="*/ 5 h 46"/>
                <a:gd name="T4" fmla="*/ 42 w 43"/>
                <a:gd name="T5" fmla="*/ 13 h 46"/>
                <a:gd name="T6" fmla="*/ 37 w 43"/>
                <a:gd name="T7" fmla="*/ 40 h 46"/>
                <a:gd name="T8" fmla="*/ 29 w 43"/>
                <a:gd name="T9" fmla="*/ 45 h 46"/>
                <a:gd name="T10" fmla="*/ 6 w 43"/>
                <a:gd name="T11" fmla="*/ 40 h 46"/>
                <a:gd name="T12" fmla="*/ 0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5"/>
                    <a:pt x="37" y="5"/>
                    <a:pt x="37" y="5"/>
                  </a:cubicBezTo>
                  <a:cubicBezTo>
                    <a:pt x="40" y="6"/>
                    <a:pt x="43" y="9"/>
                    <a:pt x="42" y="13"/>
                  </a:cubicBezTo>
                  <a:cubicBezTo>
                    <a:pt x="37" y="40"/>
                    <a:pt x="37" y="40"/>
                    <a:pt x="37" y="40"/>
                  </a:cubicBezTo>
                  <a:cubicBezTo>
                    <a:pt x="36" y="43"/>
                    <a:pt x="33" y="46"/>
                    <a:pt x="29" y="45"/>
                  </a:cubicBezTo>
                  <a:cubicBezTo>
                    <a:pt x="6" y="40"/>
                    <a:pt x="6" y="40"/>
                    <a:pt x="6" y="40"/>
                  </a:cubicBezTo>
                  <a:cubicBezTo>
                    <a:pt x="2" y="40"/>
                    <a:pt x="0" y="36"/>
                    <a:pt x="0" y="33"/>
                  </a:cubicBezTo>
                  <a:cubicBezTo>
                    <a:pt x="6" y="6"/>
                    <a:pt x="6" y="6"/>
                    <a:pt x="6" y="6"/>
                  </a:cubicBezTo>
                  <a:cubicBezTo>
                    <a:pt x="6" y="2"/>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87" name="Freeform 55"/>
            <p:cNvSpPr>
              <a:spLocks/>
            </p:cNvSpPr>
            <p:nvPr/>
          </p:nvSpPr>
          <p:spPr bwMode="auto">
            <a:xfrm>
              <a:off x="912813" y="3286125"/>
              <a:ext cx="88900" cy="96838"/>
            </a:xfrm>
            <a:custGeom>
              <a:avLst/>
              <a:gdLst>
                <a:gd name="T0" fmla="*/ 13 w 42"/>
                <a:gd name="T1" fmla="*/ 1 h 46"/>
                <a:gd name="T2" fmla="*/ 36 w 42"/>
                <a:gd name="T3" fmla="*/ 5 h 46"/>
                <a:gd name="T4" fmla="*/ 42 w 42"/>
                <a:gd name="T5" fmla="*/ 13 h 46"/>
                <a:gd name="T6" fmla="*/ 37 w 42"/>
                <a:gd name="T7" fmla="*/ 40 h 46"/>
                <a:gd name="T8" fmla="*/ 29 w 42"/>
                <a:gd name="T9" fmla="*/ 45 h 46"/>
                <a:gd name="T10" fmla="*/ 5 w 42"/>
                <a:gd name="T11" fmla="*/ 40 h 46"/>
                <a:gd name="T12" fmla="*/ 0 w 42"/>
                <a:gd name="T13" fmla="*/ 33 h 46"/>
                <a:gd name="T14" fmla="*/ 5 w 42"/>
                <a:gd name="T15" fmla="*/ 6 h 46"/>
                <a:gd name="T16" fmla="*/ 13 w 42"/>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6">
                  <a:moveTo>
                    <a:pt x="13" y="1"/>
                  </a:moveTo>
                  <a:cubicBezTo>
                    <a:pt x="36" y="5"/>
                    <a:pt x="36" y="5"/>
                    <a:pt x="36" y="5"/>
                  </a:cubicBezTo>
                  <a:cubicBezTo>
                    <a:pt x="40" y="6"/>
                    <a:pt x="42" y="9"/>
                    <a:pt x="42" y="13"/>
                  </a:cubicBezTo>
                  <a:cubicBezTo>
                    <a:pt x="37" y="40"/>
                    <a:pt x="37" y="40"/>
                    <a:pt x="37" y="40"/>
                  </a:cubicBezTo>
                  <a:cubicBezTo>
                    <a:pt x="36" y="43"/>
                    <a:pt x="32" y="46"/>
                    <a:pt x="29" y="45"/>
                  </a:cubicBezTo>
                  <a:cubicBezTo>
                    <a:pt x="5" y="40"/>
                    <a:pt x="5" y="40"/>
                    <a:pt x="5" y="40"/>
                  </a:cubicBezTo>
                  <a:cubicBezTo>
                    <a:pt x="2" y="40"/>
                    <a:pt x="0" y="36"/>
                    <a:pt x="0" y="33"/>
                  </a:cubicBezTo>
                  <a:cubicBezTo>
                    <a:pt x="5" y="6"/>
                    <a:pt x="5" y="6"/>
                    <a:pt x="5" y="6"/>
                  </a:cubicBezTo>
                  <a:cubicBezTo>
                    <a:pt x="6" y="2"/>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88" name="Freeform 56"/>
            <p:cNvSpPr>
              <a:spLocks/>
            </p:cNvSpPr>
            <p:nvPr/>
          </p:nvSpPr>
          <p:spPr bwMode="auto">
            <a:xfrm>
              <a:off x="811213" y="3267075"/>
              <a:ext cx="92075" cy="95250"/>
            </a:xfrm>
            <a:custGeom>
              <a:avLst/>
              <a:gdLst>
                <a:gd name="T0" fmla="*/ 14 w 43"/>
                <a:gd name="T1" fmla="*/ 1 h 45"/>
                <a:gd name="T2" fmla="*/ 37 w 43"/>
                <a:gd name="T3" fmla="*/ 5 h 45"/>
                <a:gd name="T4" fmla="*/ 43 w 43"/>
                <a:gd name="T5" fmla="*/ 13 h 45"/>
                <a:gd name="T6" fmla="*/ 37 w 43"/>
                <a:gd name="T7" fmla="*/ 40 h 45"/>
                <a:gd name="T8" fmla="*/ 30 w 43"/>
                <a:gd name="T9" fmla="*/ 45 h 45"/>
                <a:gd name="T10" fmla="*/ 6 w 43"/>
                <a:gd name="T11" fmla="*/ 40 h 45"/>
                <a:gd name="T12" fmla="*/ 1 w 43"/>
                <a:gd name="T13" fmla="*/ 33 h 45"/>
                <a:gd name="T14" fmla="*/ 6 w 43"/>
                <a:gd name="T15" fmla="*/ 6 h 45"/>
                <a:gd name="T16" fmla="*/ 14 w 43"/>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4" y="1"/>
                  </a:moveTo>
                  <a:cubicBezTo>
                    <a:pt x="37" y="5"/>
                    <a:pt x="37" y="5"/>
                    <a:pt x="37" y="5"/>
                  </a:cubicBezTo>
                  <a:cubicBezTo>
                    <a:pt x="41" y="6"/>
                    <a:pt x="43" y="9"/>
                    <a:pt x="43" y="13"/>
                  </a:cubicBezTo>
                  <a:cubicBezTo>
                    <a:pt x="37" y="40"/>
                    <a:pt x="37" y="40"/>
                    <a:pt x="37" y="40"/>
                  </a:cubicBezTo>
                  <a:cubicBezTo>
                    <a:pt x="37" y="43"/>
                    <a:pt x="33" y="45"/>
                    <a:pt x="30" y="45"/>
                  </a:cubicBezTo>
                  <a:cubicBezTo>
                    <a:pt x="6" y="40"/>
                    <a:pt x="6" y="40"/>
                    <a:pt x="6" y="40"/>
                  </a:cubicBezTo>
                  <a:cubicBezTo>
                    <a:pt x="3" y="40"/>
                    <a:pt x="0" y="36"/>
                    <a:pt x="1" y="33"/>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89" name="Freeform 57"/>
            <p:cNvSpPr>
              <a:spLocks/>
            </p:cNvSpPr>
            <p:nvPr/>
          </p:nvSpPr>
          <p:spPr bwMode="auto">
            <a:xfrm>
              <a:off x="711200" y="3248025"/>
              <a:ext cx="92075" cy="95250"/>
            </a:xfrm>
            <a:custGeom>
              <a:avLst/>
              <a:gdLst>
                <a:gd name="T0" fmla="*/ 14 w 43"/>
                <a:gd name="T1" fmla="*/ 1 h 45"/>
                <a:gd name="T2" fmla="*/ 37 w 43"/>
                <a:gd name="T3" fmla="*/ 5 h 45"/>
                <a:gd name="T4" fmla="*/ 42 w 43"/>
                <a:gd name="T5" fmla="*/ 13 h 45"/>
                <a:gd name="T6" fmla="*/ 37 w 43"/>
                <a:gd name="T7" fmla="*/ 39 h 45"/>
                <a:gd name="T8" fmla="*/ 30 w 43"/>
                <a:gd name="T9" fmla="*/ 45 h 45"/>
                <a:gd name="T10" fmla="*/ 6 w 43"/>
                <a:gd name="T11" fmla="*/ 40 h 45"/>
                <a:gd name="T12" fmla="*/ 1 w 43"/>
                <a:gd name="T13" fmla="*/ 33 h 45"/>
                <a:gd name="T14" fmla="*/ 6 w 43"/>
                <a:gd name="T15" fmla="*/ 6 h 45"/>
                <a:gd name="T16" fmla="*/ 14 w 43"/>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4" y="1"/>
                  </a:moveTo>
                  <a:cubicBezTo>
                    <a:pt x="37" y="5"/>
                    <a:pt x="37" y="5"/>
                    <a:pt x="37" y="5"/>
                  </a:cubicBezTo>
                  <a:cubicBezTo>
                    <a:pt x="41" y="6"/>
                    <a:pt x="43" y="9"/>
                    <a:pt x="42" y="13"/>
                  </a:cubicBezTo>
                  <a:cubicBezTo>
                    <a:pt x="37" y="39"/>
                    <a:pt x="37" y="39"/>
                    <a:pt x="37" y="39"/>
                  </a:cubicBezTo>
                  <a:cubicBezTo>
                    <a:pt x="37" y="43"/>
                    <a:pt x="33" y="45"/>
                    <a:pt x="30" y="45"/>
                  </a:cubicBezTo>
                  <a:cubicBezTo>
                    <a:pt x="6" y="40"/>
                    <a:pt x="6" y="40"/>
                    <a:pt x="6" y="40"/>
                  </a:cubicBezTo>
                  <a:cubicBezTo>
                    <a:pt x="3" y="40"/>
                    <a:pt x="0" y="36"/>
                    <a:pt x="1" y="33"/>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90" name="Freeform 58"/>
            <p:cNvSpPr>
              <a:spLocks/>
            </p:cNvSpPr>
            <p:nvPr/>
          </p:nvSpPr>
          <p:spPr bwMode="auto">
            <a:xfrm>
              <a:off x="612775" y="3228975"/>
              <a:ext cx="90488" cy="95250"/>
            </a:xfrm>
            <a:custGeom>
              <a:avLst/>
              <a:gdLst>
                <a:gd name="T0" fmla="*/ 14 w 43"/>
                <a:gd name="T1" fmla="*/ 1 h 45"/>
                <a:gd name="T2" fmla="*/ 37 w 43"/>
                <a:gd name="T3" fmla="*/ 5 h 45"/>
                <a:gd name="T4" fmla="*/ 42 w 43"/>
                <a:gd name="T5" fmla="*/ 13 h 45"/>
                <a:gd name="T6" fmla="*/ 37 w 43"/>
                <a:gd name="T7" fmla="*/ 39 h 45"/>
                <a:gd name="T8" fmla="*/ 29 w 43"/>
                <a:gd name="T9" fmla="*/ 45 h 45"/>
                <a:gd name="T10" fmla="*/ 6 w 43"/>
                <a:gd name="T11" fmla="*/ 40 h 45"/>
                <a:gd name="T12" fmla="*/ 1 w 43"/>
                <a:gd name="T13" fmla="*/ 32 h 45"/>
                <a:gd name="T14" fmla="*/ 6 w 43"/>
                <a:gd name="T15" fmla="*/ 6 h 45"/>
                <a:gd name="T16" fmla="*/ 14 w 43"/>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4" y="1"/>
                  </a:moveTo>
                  <a:cubicBezTo>
                    <a:pt x="37" y="5"/>
                    <a:pt x="37" y="5"/>
                    <a:pt x="37" y="5"/>
                  </a:cubicBezTo>
                  <a:cubicBezTo>
                    <a:pt x="40" y="6"/>
                    <a:pt x="43" y="9"/>
                    <a:pt x="42" y="13"/>
                  </a:cubicBezTo>
                  <a:cubicBezTo>
                    <a:pt x="37" y="39"/>
                    <a:pt x="37" y="39"/>
                    <a:pt x="37" y="39"/>
                  </a:cubicBezTo>
                  <a:cubicBezTo>
                    <a:pt x="36" y="43"/>
                    <a:pt x="33" y="45"/>
                    <a:pt x="29" y="45"/>
                  </a:cubicBezTo>
                  <a:cubicBezTo>
                    <a:pt x="6" y="40"/>
                    <a:pt x="6" y="40"/>
                    <a:pt x="6" y="40"/>
                  </a:cubicBezTo>
                  <a:cubicBezTo>
                    <a:pt x="2" y="40"/>
                    <a:pt x="0" y="36"/>
                    <a:pt x="1" y="32"/>
                  </a:cubicBezTo>
                  <a:cubicBezTo>
                    <a:pt x="6" y="6"/>
                    <a:pt x="6" y="6"/>
                    <a:pt x="6"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91" name="Freeform 59"/>
            <p:cNvSpPr>
              <a:spLocks/>
            </p:cNvSpPr>
            <p:nvPr/>
          </p:nvSpPr>
          <p:spPr bwMode="auto">
            <a:xfrm>
              <a:off x="512763" y="3209925"/>
              <a:ext cx="90488" cy="95250"/>
            </a:xfrm>
            <a:custGeom>
              <a:avLst/>
              <a:gdLst>
                <a:gd name="T0" fmla="*/ 13 w 43"/>
                <a:gd name="T1" fmla="*/ 0 h 45"/>
                <a:gd name="T2" fmla="*/ 37 w 43"/>
                <a:gd name="T3" fmla="*/ 5 h 45"/>
                <a:gd name="T4" fmla="*/ 42 w 43"/>
                <a:gd name="T5" fmla="*/ 13 h 45"/>
                <a:gd name="T6" fmla="*/ 37 w 43"/>
                <a:gd name="T7" fmla="*/ 39 h 45"/>
                <a:gd name="T8" fmla="*/ 29 w 43"/>
                <a:gd name="T9" fmla="*/ 45 h 45"/>
                <a:gd name="T10" fmla="*/ 6 w 43"/>
                <a:gd name="T11" fmla="*/ 40 h 45"/>
                <a:gd name="T12" fmla="*/ 0 w 43"/>
                <a:gd name="T13" fmla="*/ 32 h 45"/>
                <a:gd name="T14" fmla="*/ 6 w 43"/>
                <a:gd name="T15" fmla="*/ 6 h 45"/>
                <a:gd name="T16" fmla="*/ 13 w 43"/>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3" y="0"/>
                  </a:moveTo>
                  <a:cubicBezTo>
                    <a:pt x="37" y="5"/>
                    <a:pt x="37" y="5"/>
                    <a:pt x="37" y="5"/>
                  </a:cubicBezTo>
                  <a:cubicBezTo>
                    <a:pt x="40" y="6"/>
                    <a:pt x="43" y="9"/>
                    <a:pt x="42" y="13"/>
                  </a:cubicBezTo>
                  <a:cubicBezTo>
                    <a:pt x="37" y="39"/>
                    <a:pt x="37" y="39"/>
                    <a:pt x="37" y="39"/>
                  </a:cubicBezTo>
                  <a:cubicBezTo>
                    <a:pt x="36" y="43"/>
                    <a:pt x="33" y="45"/>
                    <a:pt x="29" y="45"/>
                  </a:cubicBezTo>
                  <a:cubicBezTo>
                    <a:pt x="6" y="40"/>
                    <a:pt x="6" y="40"/>
                    <a:pt x="6" y="40"/>
                  </a:cubicBezTo>
                  <a:cubicBezTo>
                    <a:pt x="2" y="39"/>
                    <a:pt x="0" y="36"/>
                    <a:pt x="0" y="32"/>
                  </a:cubicBezTo>
                  <a:cubicBezTo>
                    <a:pt x="6" y="6"/>
                    <a:pt x="6" y="6"/>
                    <a:pt x="6" y="6"/>
                  </a:cubicBezTo>
                  <a:cubicBezTo>
                    <a:pt x="6" y="2"/>
                    <a:pt x="10" y="0"/>
                    <a:pt x="13"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92" name="Freeform 60"/>
            <p:cNvSpPr>
              <a:spLocks/>
            </p:cNvSpPr>
            <p:nvPr/>
          </p:nvSpPr>
          <p:spPr bwMode="auto">
            <a:xfrm>
              <a:off x="409575" y="3189287"/>
              <a:ext cx="90488" cy="96838"/>
            </a:xfrm>
            <a:custGeom>
              <a:avLst/>
              <a:gdLst>
                <a:gd name="T0" fmla="*/ 14 w 43"/>
                <a:gd name="T1" fmla="*/ 1 h 46"/>
                <a:gd name="T2" fmla="*/ 37 w 43"/>
                <a:gd name="T3" fmla="*/ 6 h 46"/>
                <a:gd name="T4" fmla="*/ 43 w 43"/>
                <a:gd name="T5" fmla="*/ 14 h 46"/>
                <a:gd name="T6" fmla="*/ 38 w 43"/>
                <a:gd name="T7" fmla="*/ 40 h 46"/>
                <a:gd name="T8" fmla="*/ 30 w 43"/>
                <a:gd name="T9" fmla="*/ 45 h 46"/>
                <a:gd name="T10" fmla="*/ 6 w 43"/>
                <a:gd name="T11" fmla="*/ 41 h 46"/>
                <a:gd name="T12" fmla="*/ 1 w 43"/>
                <a:gd name="T13" fmla="*/ 33 h 46"/>
                <a:gd name="T14" fmla="*/ 6 w 43"/>
                <a:gd name="T15" fmla="*/ 6 h 46"/>
                <a:gd name="T16" fmla="*/ 14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4" y="1"/>
                  </a:moveTo>
                  <a:cubicBezTo>
                    <a:pt x="37" y="6"/>
                    <a:pt x="37" y="6"/>
                    <a:pt x="37" y="6"/>
                  </a:cubicBezTo>
                  <a:cubicBezTo>
                    <a:pt x="41" y="6"/>
                    <a:pt x="43" y="10"/>
                    <a:pt x="43" y="14"/>
                  </a:cubicBezTo>
                  <a:cubicBezTo>
                    <a:pt x="38" y="40"/>
                    <a:pt x="38" y="40"/>
                    <a:pt x="38" y="40"/>
                  </a:cubicBezTo>
                  <a:cubicBezTo>
                    <a:pt x="37" y="44"/>
                    <a:pt x="33" y="46"/>
                    <a:pt x="30" y="45"/>
                  </a:cubicBezTo>
                  <a:cubicBezTo>
                    <a:pt x="6" y="41"/>
                    <a:pt x="6" y="41"/>
                    <a:pt x="6" y="41"/>
                  </a:cubicBezTo>
                  <a:cubicBezTo>
                    <a:pt x="2" y="40"/>
                    <a:pt x="0" y="37"/>
                    <a:pt x="1" y="33"/>
                  </a:cubicBezTo>
                  <a:cubicBezTo>
                    <a:pt x="6" y="6"/>
                    <a:pt x="6" y="6"/>
                    <a:pt x="6"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93" name="Freeform 61"/>
            <p:cNvSpPr>
              <a:spLocks/>
            </p:cNvSpPr>
            <p:nvPr/>
          </p:nvSpPr>
          <p:spPr bwMode="auto">
            <a:xfrm>
              <a:off x="390525" y="3287712"/>
              <a:ext cx="147638" cy="109538"/>
            </a:xfrm>
            <a:custGeom>
              <a:avLst/>
              <a:gdLst>
                <a:gd name="T0" fmla="*/ 14 w 70"/>
                <a:gd name="T1" fmla="*/ 1 h 51"/>
                <a:gd name="T2" fmla="*/ 63 w 70"/>
                <a:gd name="T3" fmla="*/ 10 h 51"/>
                <a:gd name="T4" fmla="*/ 69 w 70"/>
                <a:gd name="T5" fmla="*/ 19 h 51"/>
                <a:gd name="T6" fmla="*/ 64 w 70"/>
                <a:gd name="T7" fmla="*/ 44 h 51"/>
                <a:gd name="T8" fmla="*/ 56 w 70"/>
                <a:gd name="T9" fmla="*/ 50 h 51"/>
                <a:gd name="T10" fmla="*/ 7 w 70"/>
                <a:gd name="T11" fmla="*/ 40 h 51"/>
                <a:gd name="T12" fmla="*/ 1 w 70"/>
                <a:gd name="T13" fmla="*/ 32 h 51"/>
                <a:gd name="T14" fmla="*/ 6 w 70"/>
                <a:gd name="T15" fmla="*/ 6 h 51"/>
                <a:gd name="T16" fmla="*/ 14 w 70"/>
                <a:gd name="T17"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51">
                  <a:moveTo>
                    <a:pt x="14" y="1"/>
                  </a:moveTo>
                  <a:cubicBezTo>
                    <a:pt x="63" y="10"/>
                    <a:pt x="63" y="10"/>
                    <a:pt x="63" y="10"/>
                  </a:cubicBezTo>
                  <a:cubicBezTo>
                    <a:pt x="67" y="11"/>
                    <a:pt x="70" y="15"/>
                    <a:pt x="69" y="19"/>
                  </a:cubicBezTo>
                  <a:cubicBezTo>
                    <a:pt x="64" y="44"/>
                    <a:pt x="64" y="44"/>
                    <a:pt x="64" y="44"/>
                  </a:cubicBezTo>
                  <a:cubicBezTo>
                    <a:pt x="63" y="48"/>
                    <a:pt x="59" y="51"/>
                    <a:pt x="56" y="50"/>
                  </a:cubicBezTo>
                  <a:cubicBezTo>
                    <a:pt x="7" y="40"/>
                    <a:pt x="7" y="40"/>
                    <a:pt x="7" y="40"/>
                  </a:cubicBezTo>
                  <a:cubicBezTo>
                    <a:pt x="3" y="40"/>
                    <a:pt x="0" y="36"/>
                    <a:pt x="1" y="32"/>
                  </a:cubicBezTo>
                  <a:cubicBezTo>
                    <a:pt x="6" y="6"/>
                    <a:pt x="6" y="6"/>
                    <a:pt x="6"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94" name="Freeform 62"/>
            <p:cNvSpPr>
              <a:spLocks/>
            </p:cNvSpPr>
            <p:nvPr/>
          </p:nvSpPr>
          <p:spPr bwMode="auto">
            <a:xfrm>
              <a:off x="371475" y="3386137"/>
              <a:ext cx="166688" cy="112713"/>
            </a:xfrm>
            <a:custGeom>
              <a:avLst/>
              <a:gdLst>
                <a:gd name="T0" fmla="*/ 14 w 79"/>
                <a:gd name="T1" fmla="*/ 1 h 53"/>
                <a:gd name="T2" fmla="*/ 73 w 79"/>
                <a:gd name="T3" fmla="*/ 12 h 53"/>
                <a:gd name="T4" fmla="*/ 78 w 79"/>
                <a:gd name="T5" fmla="*/ 21 h 53"/>
                <a:gd name="T6" fmla="*/ 73 w 79"/>
                <a:gd name="T7" fmla="*/ 46 h 53"/>
                <a:gd name="T8" fmla="*/ 65 w 79"/>
                <a:gd name="T9" fmla="*/ 52 h 53"/>
                <a:gd name="T10" fmla="*/ 7 w 79"/>
                <a:gd name="T11" fmla="*/ 41 h 53"/>
                <a:gd name="T12" fmla="*/ 1 w 79"/>
                <a:gd name="T13" fmla="*/ 32 h 53"/>
                <a:gd name="T14" fmla="*/ 6 w 79"/>
                <a:gd name="T15" fmla="*/ 7 h 53"/>
                <a:gd name="T16" fmla="*/ 14 w 79"/>
                <a:gd name="T17"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53">
                  <a:moveTo>
                    <a:pt x="14" y="1"/>
                  </a:moveTo>
                  <a:cubicBezTo>
                    <a:pt x="73" y="12"/>
                    <a:pt x="73" y="12"/>
                    <a:pt x="73" y="12"/>
                  </a:cubicBezTo>
                  <a:cubicBezTo>
                    <a:pt x="76" y="13"/>
                    <a:pt x="79" y="17"/>
                    <a:pt x="78" y="21"/>
                  </a:cubicBezTo>
                  <a:cubicBezTo>
                    <a:pt x="73" y="46"/>
                    <a:pt x="73" y="46"/>
                    <a:pt x="73" y="46"/>
                  </a:cubicBezTo>
                  <a:cubicBezTo>
                    <a:pt x="73" y="50"/>
                    <a:pt x="69" y="53"/>
                    <a:pt x="65" y="52"/>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95" name="Freeform 63"/>
            <p:cNvSpPr>
              <a:spLocks/>
            </p:cNvSpPr>
            <p:nvPr/>
          </p:nvSpPr>
          <p:spPr bwMode="auto">
            <a:xfrm>
              <a:off x="352425" y="3486150"/>
              <a:ext cx="219075" cy="120650"/>
            </a:xfrm>
            <a:custGeom>
              <a:avLst/>
              <a:gdLst>
                <a:gd name="T0" fmla="*/ 14 w 104"/>
                <a:gd name="T1" fmla="*/ 1 h 57"/>
                <a:gd name="T2" fmla="*/ 98 w 104"/>
                <a:gd name="T3" fmla="*/ 17 h 57"/>
                <a:gd name="T4" fmla="*/ 104 w 104"/>
                <a:gd name="T5" fmla="*/ 25 h 57"/>
                <a:gd name="T6" fmla="*/ 99 w 104"/>
                <a:gd name="T7" fmla="*/ 51 h 57"/>
                <a:gd name="T8" fmla="*/ 90 w 104"/>
                <a:gd name="T9" fmla="*/ 56 h 57"/>
                <a:gd name="T10" fmla="*/ 7 w 104"/>
                <a:gd name="T11" fmla="*/ 40 h 57"/>
                <a:gd name="T12" fmla="*/ 1 w 104"/>
                <a:gd name="T13" fmla="*/ 32 h 57"/>
                <a:gd name="T14" fmla="*/ 6 w 104"/>
                <a:gd name="T15" fmla="*/ 6 h 57"/>
                <a:gd name="T16" fmla="*/ 14 w 104"/>
                <a:gd name="T17"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57">
                  <a:moveTo>
                    <a:pt x="14" y="1"/>
                  </a:moveTo>
                  <a:cubicBezTo>
                    <a:pt x="98" y="17"/>
                    <a:pt x="98" y="17"/>
                    <a:pt x="98" y="17"/>
                  </a:cubicBezTo>
                  <a:cubicBezTo>
                    <a:pt x="102" y="18"/>
                    <a:pt x="104" y="21"/>
                    <a:pt x="104" y="25"/>
                  </a:cubicBezTo>
                  <a:cubicBezTo>
                    <a:pt x="99" y="51"/>
                    <a:pt x="99" y="51"/>
                    <a:pt x="99" y="51"/>
                  </a:cubicBezTo>
                  <a:cubicBezTo>
                    <a:pt x="98" y="55"/>
                    <a:pt x="94" y="57"/>
                    <a:pt x="90" y="56"/>
                  </a:cubicBezTo>
                  <a:cubicBezTo>
                    <a:pt x="7" y="40"/>
                    <a:pt x="7" y="40"/>
                    <a:pt x="7" y="40"/>
                  </a:cubicBezTo>
                  <a:cubicBezTo>
                    <a:pt x="3" y="40"/>
                    <a:pt x="0" y="36"/>
                    <a:pt x="1" y="32"/>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96" name="Freeform 64"/>
            <p:cNvSpPr>
              <a:spLocks/>
            </p:cNvSpPr>
            <p:nvPr/>
          </p:nvSpPr>
          <p:spPr bwMode="auto">
            <a:xfrm>
              <a:off x="333375" y="3582987"/>
              <a:ext cx="117475" cy="101600"/>
            </a:xfrm>
            <a:custGeom>
              <a:avLst/>
              <a:gdLst>
                <a:gd name="T0" fmla="*/ 14 w 56"/>
                <a:gd name="T1" fmla="*/ 1 h 48"/>
                <a:gd name="T2" fmla="*/ 49 w 56"/>
                <a:gd name="T3" fmla="*/ 8 h 48"/>
                <a:gd name="T4" fmla="*/ 55 w 56"/>
                <a:gd name="T5" fmla="*/ 16 h 48"/>
                <a:gd name="T6" fmla="*/ 50 w 56"/>
                <a:gd name="T7" fmla="*/ 42 h 48"/>
                <a:gd name="T8" fmla="*/ 41 w 56"/>
                <a:gd name="T9" fmla="*/ 48 h 48"/>
                <a:gd name="T10" fmla="*/ 7 w 56"/>
                <a:gd name="T11" fmla="*/ 41 h 48"/>
                <a:gd name="T12" fmla="*/ 1 w 56"/>
                <a:gd name="T13" fmla="*/ 32 h 48"/>
                <a:gd name="T14" fmla="*/ 6 w 56"/>
                <a:gd name="T15" fmla="*/ 7 h 48"/>
                <a:gd name="T16" fmla="*/ 14 w 56"/>
                <a:gd name="T17" fmla="*/ 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48">
                  <a:moveTo>
                    <a:pt x="14" y="1"/>
                  </a:moveTo>
                  <a:cubicBezTo>
                    <a:pt x="49" y="8"/>
                    <a:pt x="49" y="8"/>
                    <a:pt x="49" y="8"/>
                  </a:cubicBezTo>
                  <a:cubicBezTo>
                    <a:pt x="53" y="9"/>
                    <a:pt x="56" y="12"/>
                    <a:pt x="55" y="16"/>
                  </a:cubicBezTo>
                  <a:cubicBezTo>
                    <a:pt x="50" y="42"/>
                    <a:pt x="50" y="42"/>
                    <a:pt x="50" y="42"/>
                  </a:cubicBezTo>
                  <a:cubicBezTo>
                    <a:pt x="49" y="46"/>
                    <a:pt x="45" y="48"/>
                    <a:pt x="41" y="48"/>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97" name="Freeform 65"/>
            <p:cNvSpPr>
              <a:spLocks/>
            </p:cNvSpPr>
            <p:nvPr/>
          </p:nvSpPr>
          <p:spPr bwMode="auto">
            <a:xfrm>
              <a:off x="536575" y="3316287"/>
              <a:ext cx="95250" cy="96838"/>
            </a:xfrm>
            <a:custGeom>
              <a:avLst/>
              <a:gdLst>
                <a:gd name="T0" fmla="*/ 14 w 45"/>
                <a:gd name="T1" fmla="*/ 1 h 46"/>
                <a:gd name="T2" fmla="*/ 39 w 45"/>
                <a:gd name="T3" fmla="*/ 6 h 46"/>
                <a:gd name="T4" fmla="*/ 45 w 45"/>
                <a:gd name="T5" fmla="*/ 14 h 46"/>
                <a:gd name="T6" fmla="*/ 40 w 45"/>
                <a:gd name="T7" fmla="*/ 40 h 46"/>
                <a:gd name="T8" fmla="*/ 32 w 45"/>
                <a:gd name="T9" fmla="*/ 45 h 46"/>
                <a:gd name="T10" fmla="*/ 6 w 45"/>
                <a:gd name="T11" fmla="*/ 41 h 46"/>
                <a:gd name="T12" fmla="*/ 1 w 45"/>
                <a:gd name="T13" fmla="*/ 32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4"/>
                    <a:pt x="35" y="46"/>
                    <a:pt x="32" y="45"/>
                  </a:cubicBezTo>
                  <a:cubicBezTo>
                    <a:pt x="6" y="41"/>
                    <a:pt x="6" y="41"/>
                    <a:pt x="6"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98" name="Freeform 66"/>
            <p:cNvSpPr>
              <a:spLocks/>
            </p:cNvSpPr>
            <p:nvPr/>
          </p:nvSpPr>
          <p:spPr bwMode="auto">
            <a:xfrm>
              <a:off x="638175" y="333533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3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5" y="46"/>
                    <a:pt x="32" y="46"/>
                  </a:cubicBezTo>
                  <a:cubicBezTo>
                    <a:pt x="7" y="41"/>
                    <a:pt x="7" y="41"/>
                    <a:pt x="7" y="41"/>
                  </a:cubicBezTo>
                  <a:cubicBezTo>
                    <a:pt x="3" y="40"/>
                    <a:pt x="0" y="36"/>
                    <a:pt x="1" y="33"/>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499" name="Freeform 67"/>
            <p:cNvSpPr>
              <a:spLocks/>
            </p:cNvSpPr>
            <p:nvPr/>
          </p:nvSpPr>
          <p:spPr bwMode="auto">
            <a:xfrm>
              <a:off x="739775" y="3355975"/>
              <a:ext cx="96838" cy="98425"/>
            </a:xfrm>
            <a:custGeom>
              <a:avLst/>
              <a:gdLst>
                <a:gd name="T0" fmla="*/ 14 w 46"/>
                <a:gd name="T1" fmla="*/ 0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00" name="Freeform 68"/>
            <p:cNvSpPr>
              <a:spLocks/>
            </p:cNvSpPr>
            <p:nvPr/>
          </p:nvSpPr>
          <p:spPr bwMode="auto">
            <a:xfrm>
              <a:off x="841375" y="3375025"/>
              <a:ext cx="96838" cy="98425"/>
            </a:xfrm>
            <a:custGeom>
              <a:avLst/>
              <a:gdLst>
                <a:gd name="T0" fmla="*/ 14 w 46"/>
                <a:gd name="T1" fmla="*/ 1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40"/>
                    <a:pt x="0" y="36"/>
                    <a:pt x="1" y="32"/>
                  </a:cubicBezTo>
                  <a:cubicBezTo>
                    <a:pt x="6" y="6"/>
                    <a:pt x="6" y="6"/>
                    <a:pt x="6" y="6"/>
                  </a:cubicBezTo>
                  <a:cubicBezTo>
                    <a:pt x="7" y="2"/>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01" name="Freeform 69"/>
            <p:cNvSpPr>
              <a:spLocks/>
            </p:cNvSpPr>
            <p:nvPr/>
          </p:nvSpPr>
          <p:spPr bwMode="auto">
            <a:xfrm>
              <a:off x="942975" y="3394075"/>
              <a:ext cx="96838" cy="98425"/>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6" y="46"/>
                    <a:pt x="32" y="45"/>
                  </a:cubicBezTo>
                  <a:cubicBezTo>
                    <a:pt x="7" y="41"/>
                    <a:pt x="7" y="41"/>
                    <a:pt x="7" y="41"/>
                  </a:cubicBezTo>
                  <a:cubicBezTo>
                    <a:pt x="3" y="40"/>
                    <a:pt x="0" y="36"/>
                    <a:pt x="1" y="32"/>
                  </a:cubicBezTo>
                  <a:cubicBezTo>
                    <a:pt x="6" y="7"/>
                    <a:pt x="6" y="7"/>
                    <a:pt x="6" y="7"/>
                  </a:cubicBezTo>
                  <a:cubicBezTo>
                    <a:pt x="7" y="3"/>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02" name="Freeform 70"/>
            <p:cNvSpPr>
              <a:spLocks/>
            </p:cNvSpPr>
            <p:nvPr/>
          </p:nvSpPr>
          <p:spPr bwMode="auto">
            <a:xfrm>
              <a:off x="1046163" y="3413125"/>
              <a:ext cx="95250" cy="98425"/>
            </a:xfrm>
            <a:custGeom>
              <a:avLst/>
              <a:gdLst>
                <a:gd name="T0" fmla="*/ 13 w 45"/>
                <a:gd name="T1" fmla="*/ 1 h 46"/>
                <a:gd name="T2" fmla="*/ 39 w 45"/>
                <a:gd name="T3" fmla="*/ 6 h 46"/>
                <a:gd name="T4" fmla="*/ 44 w 45"/>
                <a:gd name="T5" fmla="*/ 14 h 46"/>
                <a:gd name="T6" fmla="*/ 39 w 45"/>
                <a:gd name="T7" fmla="*/ 40 h 46"/>
                <a:gd name="T8" fmla="*/ 31 w 45"/>
                <a:gd name="T9" fmla="*/ 46 h 46"/>
                <a:gd name="T10" fmla="*/ 6 w 45"/>
                <a:gd name="T11" fmla="*/ 41 h 46"/>
                <a:gd name="T12" fmla="*/ 0 w 45"/>
                <a:gd name="T13" fmla="*/ 32 h 46"/>
                <a:gd name="T14" fmla="*/ 5 w 45"/>
                <a:gd name="T15" fmla="*/ 7 h 46"/>
                <a:gd name="T16" fmla="*/ 13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3" y="1"/>
                  </a:moveTo>
                  <a:cubicBezTo>
                    <a:pt x="39" y="6"/>
                    <a:pt x="39" y="6"/>
                    <a:pt x="39" y="6"/>
                  </a:cubicBezTo>
                  <a:cubicBezTo>
                    <a:pt x="42" y="7"/>
                    <a:pt x="45" y="10"/>
                    <a:pt x="44" y="14"/>
                  </a:cubicBezTo>
                  <a:cubicBezTo>
                    <a:pt x="39" y="40"/>
                    <a:pt x="39" y="40"/>
                    <a:pt x="39" y="40"/>
                  </a:cubicBezTo>
                  <a:cubicBezTo>
                    <a:pt x="38" y="44"/>
                    <a:pt x="35" y="46"/>
                    <a:pt x="31" y="46"/>
                  </a:cubicBezTo>
                  <a:cubicBezTo>
                    <a:pt x="6" y="41"/>
                    <a:pt x="6" y="41"/>
                    <a:pt x="6" y="41"/>
                  </a:cubicBezTo>
                  <a:cubicBezTo>
                    <a:pt x="2" y="40"/>
                    <a:pt x="0" y="36"/>
                    <a:pt x="0" y="32"/>
                  </a:cubicBezTo>
                  <a:cubicBezTo>
                    <a:pt x="5" y="7"/>
                    <a:pt x="5" y="7"/>
                    <a:pt x="5" y="7"/>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03" name="Freeform 71"/>
            <p:cNvSpPr>
              <a:spLocks/>
            </p:cNvSpPr>
            <p:nvPr/>
          </p:nvSpPr>
          <p:spPr bwMode="auto">
            <a:xfrm>
              <a:off x="1147763" y="3435350"/>
              <a:ext cx="95250" cy="96838"/>
            </a:xfrm>
            <a:custGeom>
              <a:avLst/>
              <a:gdLst>
                <a:gd name="T0" fmla="*/ 14 w 45"/>
                <a:gd name="T1" fmla="*/ 0 h 46"/>
                <a:gd name="T2" fmla="*/ 39 w 45"/>
                <a:gd name="T3" fmla="*/ 5 h 46"/>
                <a:gd name="T4" fmla="*/ 44 w 45"/>
                <a:gd name="T5" fmla="*/ 13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2" y="6"/>
                    <a:pt x="45" y="10"/>
                    <a:pt x="44" y="13"/>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04" name="Freeform 72"/>
            <p:cNvSpPr>
              <a:spLocks/>
            </p:cNvSpPr>
            <p:nvPr/>
          </p:nvSpPr>
          <p:spPr bwMode="auto">
            <a:xfrm>
              <a:off x="1249363" y="3454400"/>
              <a:ext cx="96838" cy="96838"/>
            </a:xfrm>
            <a:custGeom>
              <a:avLst/>
              <a:gdLst>
                <a:gd name="T0" fmla="*/ 14 w 45"/>
                <a:gd name="T1" fmla="*/ 1 h 46"/>
                <a:gd name="T2" fmla="*/ 39 w 45"/>
                <a:gd name="T3" fmla="*/ 5 h 46"/>
                <a:gd name="T4" fmla="*/ 44 w 45"/>
                <a:gd name="T5" fmla="*/ 14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2" y="6"/>
                    <a:pt x="45" y="10"/>
                    <a:pt x="44" y="14"/>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05" name="Freeform 73"/>
            <p:cNvSpPr>
              <a:spLocks/>
            </p:cNvSpPr>
            <p:nvPr/>
          </p:nvSpPr>
          <p:spPr bwMode="auto">
            <a:xfrm>
              <a:off x="1352550" y="3473450"/>
              <a:ext cx="95250" cy="96838"/>
            </a:xfrm>
            <a:custGeom>
              <a:avLst/>
              <a:gdLst>
                <a:gd name="T0" fmla="*/ 14 w 45"/>
                <a:gd name="T1" fmla="*/ 1 h 46"/>
                <a:gd name="T2" fmla="*/ 39 w 45"/>
                <a:gd name="T3" fmla="*/ 6 h 46"/>
                <a:gd name="T4" fmla="*/ 44 w 45"/>
                <a:gd name="T5" fmla="*/ 14 h 46"/>
                <a:gd name="T6" fmla="*/ 39 w 45"/>
                <a:gd name="T7" fmla="*/ 40 h 46"/>
                <a:gd name="T8" fmla="*/ 31 w 45"/>
                <a:gd name="T9" fmla="*/ 45 h 46"/>
                <a:gd name="T10" fmla="*/ 6 w 45"/>
                <a:gd name="T11" fmla="*/ 40 h 46"/>
                <a:gd name="T12" fmla="*/ 0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4" y="14"/>
                  </a:cubicBezTo>
                  <a:cubicBezTo>
                    <a:pt x="39" y="40"/>
                    <a:pt x="39" y="40"/>
                    <a:pt x="39" y="40"/>
                  </a:cubicBezTo>
                  <a:cubicBezTo>
                    <a:pt x="39" y="43"/>
                    <a:pt x="35" y="46"/>
                    <a:pt x="31" y="45"/>
                  </a:cubicBezTo>
                  <a:cubicBezTo>
                    <a:pt x="6" y="40"/>
                    <a:pt x="6" y="40"/>
                    <a:pt x="6" y="40"/>
                  </a:cubicBezTo>
                  <a:cubicBezTo>
                    <a:pt x="2" y="40"/>
                    <a:pt x="0" y="36"/>
                    <a:pt x="0" y="32"/>
                  </a:cubicBezTo>
                  <a:cubicBezTo>
                    <a:pt x="5" y="6"/>
                    <a:pt x="5" y="6"/>
                    <a:pt x="5"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06" name="Freeform 74"/>
            <p:cNvSpPr>
              <a:spLocks/>
            </p:cNvSpPr>
            <p:nvPr/>
          </p:nvSpPr>
          <p:spPr bwMode="auto">
            <a:xfrm>
              <a:off x="1454150" y="3492500"/>
              <a:ext cx="95250" cy="96838"/>
            </a:xfrm>
            <a:custGeom>
              <a:avLst/>
              <a:gdLst>
                <a:gd name="T0" fmla="*/ 14 w 45"/>
                <a:gd name="T1" fmla="*/ 1 h 46"/>
                <a:gd name="T2" fmla="*/ 39 w 45"/>
                <a:gd name="T3" fmla="*/ 6 h 46"/>
                <a:gd name="T4" fmla="*/ 44 w 45"/>
                <a:gd name="T5" fmla="*/ 14 h 46"/>
                <a:gd name="T6" fmla="*/ 39 w 45"/>
                <a:gd name="T7" fmla="*/ 40 h 46"/>
                <a:gd name="T8" fmla="*/ 31 w 45"/>
                <a:gd name="T9" fmla="*/ 46 h 46"/>
                <a:gd name="T10" fmla="*/ 6 w 45"/>
                <a:gd name="T11" fmla="*/ 41 h 46"/>
                <a:gd name="T12" fmla="*/ 1 w 45"/>
                <a:gd name="T13" fmla="*/ 32 h 46"/>
                <a:gd name="T14" fmla="*/ 5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7"/>
                    <a:pt x="45" y="10"/>
                    <a:pt x="44" y="14"/>
                  </a:cubicBezTo>
                  <a:cubicBezTo>
                    <a:pt x="39" y="40"/>
                    <a:pt x="39" y="40"/>
                    <a:pt x="39" y="40"/>
                  </a:cubicBezTo>
                  <a:cubicBezTo>
                    <a:pt x="39" y="44"/>
                    <a:pt x="35" y="46"/>
                    <a:pt x="31" y="46"/>
                  </a:cubicBezTo>
                  <a:cubicBezTo>
                    <a:pt x="6" y="41"/>
                    <a:pt x="6" y="41"/>
                    <a:pt x="6" y="41"/>
                  </a:cubicBezTo>
                  <a:cubicBezTo>
                    <a:pt x="2" y="40"/>
                    <a:pt x="0" y="36"/>
                    <a:pt x="1"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07" name="Freeform 75"/>
            <p:cNvSpPr>
              <a:spLocks/>
            </p:cNvSpPr>
            <p:nvPr/>
          </p:nvSpPr>
          <p:spPr bwMode="auto">
            <a:xfrm>
              <a:off x="1555750" y="3513137"/>
              <a:ext cx="95250" cy="95250"/>
            </a:xfrm>
            <a:custGeom>
              <a:avLst/>
              <a:gdLst>
                <a:gd name="T0" fmla="*/ 14 w 45"/>
                <a:gd name="T1" fmla="*/ 0 h 45"/>
                <a:gd name="T2" fmla="*/ 39 w 45"/>
                <a:gd name="T3" fmla="*/ 5 h 45"/>
                <a:gd name="T4" fmla="*/ 45 w 45"/>
                <a:gd name="T5" fmla="*/ 13 h 45"/>
                <a:gd name="T6" fmla="*/ 40 w 45"/>
                <a:gd name="T7" fmla="*/ 39 h 45"/>
                <a:gd name="T8" fmla="*/ 31 w 45"/>
                <a:gd name="T9" fmla="*/ 45 h 45"/>
                <a:gd name="T10" fmla="*/ 6 w 45"/>
                <a:gd name="T11" fmla="*/ 40 h 45"/>
                <a:gd name="T12" fmla="*/ 1 w 45"/>
                <a:gd name="T13" fmla="*/ 32 h 45"/>
                <a:gd name="T14" fmla="*/ 6 w 45"/>
                <a:gd name="T15" fmla="*/ 6 h 45"/>
                <a:gd name="T16" fmla="*/ 14 w 4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5">
                  <a:moveTo>
                    <a:pt x="14" y="0"/>
                  </a:moveTo>
                  <a:cubicBezTo>
                    <a:pt x="39" y="5"/>
                    <a:pt x="39" y="5"/>
                    <a:pt x="39" y="5"/>
                  </a:cubicBezTo>
                  <a:cubicBezTo>
                    <a:pt x="43" y="6"/>
                    <a:pt x="45" y="10"/>
                    <a:pt x="45" y="13"/>
                  </a:cubicBezTo>
                  <a:cubicBezTo>
                    <a:pt x="40" y="39"/>
                    <a:pt x="40" y="39"/>
                    <a:pt x="40" y="39"/>
                  </a:cubicBezTo>
                  <a:cubicBezTo>
                    <a:pt x="39" y="43"/>
                    <a:pt x="35" y="45"/>
                    <a:pt x="31" y="45"/>
                  </a:cubicBezTo>
                  <a:cubicBezTo>
                    <a:pt x="6" y="40"/>
                    <a:pt x="6" y="40"/>
                    <a:pt x="6" y="40"/>
                  </a:cubicBezTo>
                  <a:cubicBezTo>
                    <a:pt x="2" y="39"/>
                    <a:pt x="0" y="35"/>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08" name="Freeform 76"/>
            <p:cNvSpPr>
              <a:spLocks/>
            </p:cNvSpPr>
            <p:nvPr/>
          </p:nvSpPr>
          <p:spPr bwMode="auto">
            <a:xfrm>
              <a:off x="1657350" y="3532187"/>
              <a:ext cx="95250" cy="96838"/>
            </a:xfrm>
            <a:custGeom>
              <a:avLst/>
              <a:gdLst>
                <a:gd name="T0" fmla="*/ 14 w 45"/>
                <a:gd name="T1" fmla="*/ 1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2" y="39"/>
                    <a:pt x="0" y="36"/>
                    <a:pt x="1" y="32"/>
                  </a:cubicBezTo>
                  <a:cubicBezTo>
                    <a:pt x="6" y="6"/>
                    <a:pt x="6" y="6"/>
                    <a:pt x="6"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09" name="Freeform 77"/>
            <p:cNvSpPr>
              <a:spLocks/>
            </p:cNvSpPr>
            <p:nvPr/>
          </p:nvSpPr>
          <p:spPr bwMode="auto">
            <a:xfrm>
              <a:off x="546100" y="3419475"/>
              <a:ext cx="95250" cy="98425"/>
            </a:xfrm>
            <a:custGeom>
              <a:avLst/>
              <a:gdLst>
                <a:gd name="T0" fmla="*/ 14 w 45"/>
                <a:gd name="T1" fmla="*/ 1 h 46"/>
                <a:gd name="T2" fmla="*/ 39 w 45"/>
                <a:gd name="T3" fmla="*/ 6 h 46"/>
                <a:gd name="T4" fmla="*/ 44 w 45"/>
                <a:gd name="T5" fmla="*/ 14 h 46"/>
                <a:gd name="T6" fmla="*/ 39 w 45"/>
                <a:gd name="T7" fmla="*/ 40 h 46"/>
                <a:gd name="T8" fmla="*/ 31 w 45"/>
                <a:gd name="T9" fmla="*/ 45 h 46"/>
                <a:gd name="T10" fmla="*/ 6 w 45"/>
                <a:gd name="T11" fmla="*/ 41 h 46"/>
                <a:gd name="T12" fmla="*/ 0 w 45"/>
                <a:gd name="T13" fmla="*/ 32 h 46"/>
                <a:gd name="T14" fmla="*/ 5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2" y="7"/>
                    <a:pt x="45" y="10"/>
                    <a:pt x="44" y="14"/>
                  </a:cubicBezTo>
                  <a:cubicBezTo>
                    <a:pt x="39" y="40"/>
                    <a:pt x="39" y="40"/>
                    <a:pt x="39" y="40"/>
                  </a:cubicBezTo>
                  <a:cubicBezTo>
                    <a:pt x="39" y="44"/>
                    <a:pt x="35" y="46"/>
                    <a:pt x="31" y="45"/>
                  </a:cubicBezTo>
                  <a:cubicBezTo>
                    <a:pt x="6" y="41"/>
                    <a:pt x="6" y="41"/>
                    <a:pt x="6" y="41"/>
                  </a:cubicBezTo>
                  <a:cubicBezTo>
                    <a:pt x="2" y="40"/>
                    <a:pt x="0" y="36"/>
                    <a:pt x="0"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10" name="Freeform 78"/>
            <p:cNvSpPr>
              <a:spLocks/>
            </p:cNvSpPr>
            <p:nvPr/>
          </p:nvSpPr>
          <p:spPr bwMode="auto">
            <a:xfrm>
              <a:off x="647700" y="3441700"/>
              <a:ext cx="95250" cy="95250"/>
            </a:xfrm>
            <a:custGeom>
              <a:avLst/>
              <a:gdLst>
                <a:gd name="T0" fmla="*/ 14 w 45"/>
                <a:gd name="T1" fmla="*/ 0 h 45"/>
                <a:gd name="T2" fmla="*/ 39 w 45"/>
                <a:gd name="T3" fmla="*/ 5 h 45"/>
                <a:gd name="T4" fmla="*/ 44 w 45"/>
                <a:gd name="T5" fmla="*/ 13 h 45"/>
                <a:gd name="T6" fmla="*/ 39 w 45"/>
                <a:gd name="T7" fmla="*/ 39 h 45"/>
                <a:gd name="T8" fmla="*/ 31 w 45"/>
                <a:gd name="T9" fmla="*/ 45 h 45"/>
                <a:gd name="T10" fmla="*/ 6 w 45"/>
                <a:gd name="T11" fmla="*/ 40 h 45"/>
                <a:gd name="T12" fmla="*/ 0 w 45"/>
                <a:gd name="T13" fmla="*/ 32 h 45"/>
                <a:gd name="T14" fmla="*/ 5 w 45"/>
                <a:gd name="T15" fmla="*/ 6 h 45"/>
                <a:gd name="T16" fmla="*/ 14 w 4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5">
                  <a:moveTo>
                    <a:pt x="14" y="0"/>
                  </a:moveTo>
                  <a:cubicBezTo>
                    <a:pt x="39" y="5"/>
                    <a:pt x="39" y="5"/>
                    <a:pt x="39" y="5"/>
                  </a:cubicBezTo>
                  <a:cubicBezTo>
                    <a:pt x="42" y="6"/>
                    <a:pt x="45" y="10"/>
                    <a:pt x="44" y="13"/>
                  </a:cubicBezTo>
                  <a:cubicBezTo>
                    <a:pt x="39" y="39"/>
                    <a:pt x="39" y="39"/>
                    <a:pt x="39" y="39"/>
                  </a:cubicBezTo>
                  <a:cubicBezTo>
                    <a:pt x="39" y="43"/>
                    <a:pt x="35" y="45"/>
                    <a:pt x="31" y="45"/>
                  </a:cubicBezTo>
                  <a:cubicBezTo>
                    <a:pt x="6" y="40"/>
                    <a:pt x="6" y="40"/>
                    <a:pt x="6" y="40"/>
                  </a:cubicBezTo>
                  <a:cubicBezTo>
                    <a:pt x="2" y="39"/>
                    <a:pt x="0" y="35"/>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11" name="Freeform 79"/>
            <p:cNvSpPr>
              <a:spLocks/>
            </p:cNvSpPr>
            <p:nvPr/>
          </p:nvSpPr>
          <p:spPr bwMode="auto">
            <a:xfrm>
              <a:off x="749300" y="3460750"/>
              <a:ext cx="96838" cy="96838"/>
            </a:xfrm>
            <a:custGeom>
              <a:avLst/>
              <a:gdLst>
                <a:gd name="T0" fmla="*/ 14 w 45"/>
                <a:gd name="T1" fmla="*/ 0 h 46"/>
                <a:gd name="T2" fmla="*/ 39 w 45"/>
                <a:gd name="T3" fmla="*/ 5 h 46"/>
                <a:gd name="T4" fmla="*/ 44 w 45"/>
                <a:gd name="T5" fmla="*/ 14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4" y="14"/>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12" name="Freeform 80"/>
            <p:cNvSpPr>
              <a:spLocks/>
            </p:cNvSpPr>
            <p:nvPr/>
          </p:nvSpPr>
          <p:spPr bwMode="auto">
            <a:xfrm>
              <a:off x="852488" y="3479800"/>
              <a:ext cx="95250" cy="96838"/>
            </a:xfrm>
            <a:custGeom>
              <a:avLst/>
              <a:gdLst>
                <a:gd name="T0" fmla="*/ 14 w 45"/>
                <a:gd name="T1" fmla="*/ 1 h 46"/>
                <a:gd name="T2" fmla="*/ 39 w 45"/>
                <a:gd name="T3" fmla="*/ 6 h 46"/>
                <a:gd name="T4" fmla="*/ 44 w 45"/>
                <a:gd name="T5" fmla="*/ 14 h 46"/>
                <a:gd name="T6" fmla="*/ 40 w 45"/>
                <a:gd name="T7" fmla="*/ 40 h 46"/>
                <a:gd name="T8" fmla="*/ 31 w 45"/>
                <a:gd name="T9" fmla="*/ 45 h 46"/>
                <a:gd name="T10" fmla="*/ 6 w 45"/>
                <a:gd name="T11" fmla="*/ 40 h 46"/>
                <a:gd name="T12" fmla="*/ 1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4" y="14"/>
                  </a:cubicBezTo>
                  <a:cubicBezTo>
                    <a:pt x="40" y="40"/>
                    <a:pt x="40" y="40"/>
                    <a:pt x="40" y="40"/>
                  </a:cubicBezTo>
                  <a:cubicBezTo>
                    <a:pt x="39" y="43"/>
                    <a:pt x="35" y="46"/>
                    <a:pt x="31" y="45"/>
                  </a:cubicBezTo>
                  <a:cubicBezTo>
                    <a:pt x="6" y="40"/>
                    <a:pt x="6" y="40"/>
                    <a:pt x="6" y="40"/>
                  </a:cubicBezTo>
                  <a:cubicBezTo>
                    <a:pt x="2" y="40"/>
                    <a:pt x="0" y="36"/>
                    <a:pt x="1" y="32"/>
                  </a:cubicBezTo>
                  <a:cubicBezTo>
                    <a:pt x="5" y="6"/>
                    <a:pt x="5" y="6"/>
                    <a:pt x="5"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13" name="Freeform 81"/>
            <p:cNvSpPr>
              <a:spLocks/>
            </p:cNvSpPr>
            <p:nvPr/>
          </p:nvSpPr>
          <p:spPr bwMode="auto">
            <a:xfrm>
              <a:off x="954088" y="349885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5 h 46"/>
                <a:gd name="T10" fmla="*/ 6 w 45"/>
                <a:gd name="T11" fmla="*/ 41 h 46"/>
                <a:gd name="T12" fmla="*/ 1 w 45"/>
                <a:gd name="T13" fmla="*/ 32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4"/>
                    <a:pt x="35" y="46"/>
                    <a:pt x="31" y="45"/>
                  </a:cubicBezTo>
                  <a:cubicBezTo>
                    <a:pt x="6" y="41"/>
                    <a:pt x="6" y="41"/>
                    <a:pt x="6" y="41"/>
                  </a:cubicBezTo>
                  <a:cubicBezTo>
                    <a:pt x="2" y="40"/>
                    <a:pt x="0" y="36"/>
                    <a:pt x="1" y="32"/>
                  </a:cubicBezTo>
                  <a:cubicBezTo>
                    <a:pt x="6" y="7"/>
                    <a:pt x="6" y="7"/>
                    <a:pt x="6"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14" name="Freeform 82"/>
            <p:cNvSpPr>
              <a:spLocks/>
            </p:cNvSpPr>
            <p:nvPr/>
          </p:nvSpPr>
          <p:spPr bwMode="auto">
            <a:xfrm>
              <a:off x="1055688" y="351790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6 h 46"/>
                <a:gd name="T10" fmla="*/ 6 w 45"/>
                <a:gd name="T11" fmla="*/ 41 h 46"/>
                <a:gd name="T12" fmla="*/ 1 w 45"/>
                <a:gd name="T13" fmla="*/ 33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7"/>
                    <a:pt x="45" y="10"/>
                    <a:pt x="45" y="14"/>
                  </a:cubicBezTo>
                  <a:cubicBezTo>
                    <a:pt x="40" y="40"/>
                    <a:pt x="40" y="40"/>
                    <a:pt x="40" y="40"/>
                  </a:cubicBezTo>
                  <a:cubicBezTo>
                    <a:pt x="39" y="44"/>
                    <a:pt x="35" y="46"/>
                    <a:pt x="31" y="46"/>
                  </a:cubicBezTo>
                  <a:cubicBezTo>
                    <a:pt x="6" y="41"/>
                    <a:pt x="6" y="41"/>
                    <a:pt x="6" y="41"/>
                  </a:cubicBezTo>
                  <a:cubicBezTo>
                    <a:pt x="2" y="40"/>
                    <a:pt x="0" y="36"/>
                    <a:pt x="1" y="33"/>
                  </a:cubicBezTo>
                  <a:cubicBezTo>
                    <a:pt x="6" y="7"/>
                    <a:pt x="6" y="7"/>
                    <a:pt x="6"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15" name="Freeform 83"/>
            <p:cNvSpPr>
              <a:spLocks/>
            </p:cNvSpPr>
            <p:nvPr/>
          </p:nvSpPr>
          <p:spPr bwMode="auto">
            <a:xfrm>
              <a:off x="1157288" y="3538537"/>
              <a:ext cx="95250" cy="96838"/>
            </a:xfrm>
            <a:custGeom>
              <a:avLst/>
              <a:gdLst>
                <a:gd name="T0" fmla="*/ 14 w 45"/>
                <a:gd name="T1" fmla="*/ 0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3" y="39"/>
                    <a:pt x="0" y="36"/>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16" name="Freeform 84"/>
            <p:cNvSpPr>
              <a:spLocks/>
            </p:cNvSpPr>
            <p:nvPr/>
          </p:nvSpPr>
          <p:spPr bwMode="auto">
            <a:xfrm>
              <a:off x="1258888" y="3557587"/>
              <a:ext cx="95250" cy="96838"/>
            </a:xfrm>
            <a:custGeom>
              <a:avLst/>
              <a:gdLst>
                <a:gd name="T0" fmla="*/ 14 w 45"/>
                <a:gd name="T1" fmla="*/ 1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3" y="40"/>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17" name="Freeform 85"/>
            <p:cNvSpPr>
              <a:spLocks/>
            </p:cNvSpPr>
            <p:nvPr/>
          </p:nvSpPr>
          <p:spPr bwMode="auto">
            <a:xfrm>
              <a:off x="1360488" y="357663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5" y="46"/>
                    <a:pt x="32" y="45"/>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18" name="Freeform 86"/>
            <p:cNvSpPr>
              <a:spLocks/>
            </p:cNvSpPr>
            <p:nvPr/>
          </p:nvSpPr>
          <p:spPr bwMode="auto">
            <a:xfrm>
              <a:off x="1462088" y="359568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5" y="46"/>
                    <a:pt x="32" y="46"/>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19" name="Freeform 87"/>
            <p:cNvSpPr>
              <a:spLocks/>
            </p:cNvSpPr>
            <p:nvPr/>
          </p:nvSpPr>
          <p:spPr bwMode="auto">
            <a:xfrm>
              <a:off x="1563688" y="3616325"/>
              <a:ext cx="96838" cy="98425"/>
            </a:xfrm>
            <a:custGeom>
              <a:avLst/>
              <a:gdLst>
                <a:gd name="T0" fmla="*/ 14 w 46"/>
                <a:gd name="T1" fmla="*/ 0 h 46"/>
                <a:gd name="T2" fmla="*/ 39 w 46"/>
                <a:gd name="T3" fmla="*/ 5 h 46"/>
                <a:gd name="T4" fmla="*/ 45 w 46"/>
                <a:gd name="T5" fmla="*/ 13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3"/>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20" name="Freeform 88"/>
            <p:cNvSpPr>
              <a:spLocks/>
            </p:cNvSpPr>
            <p:nvPr/>
          </p:nvSpPr>
          <p:spPr bwMode="auto">
            <a:xfrm>
              <a:off x="581025" y="3530600"/>
              <a:ext cx="95250" cy="96838"/>
            </a:xfrm>
            <a:custGeom>
              <a:avLst/>
              <a:gdLst>
                <a:gd name="T0" fmla="*/ 14 w 45"/>
                <a:gd name="T1" fmla="*/ 0 h 46"/>
                <a:gd name="T2" fmla="*/ 39 w 45"/>
                <a:gd name="T3" fmla="*/ 5 h 46"/>
                <a:gd name="T4" fmla="*/ 44 w 45"/>
                <a:gd name="T5" fmla="*/ 13 h 46"/>
                <a:gd name="T6" fmla="*/ 40 w 45"/>
                <a:gd name="T7" fmla="*/ 39 h 46"/>
                <a:gd name="T8" fmla="*/ 31 w 45"/>
                <a:gd name="T9" fmla="*/ 45 h 46"/>
                <a:gd name="T10" fmla="*/ 6 w 45"/>
                <a:gd name="T11" fmla="*/ 40 h 46"/>
                <a:gd name="T12" fmla="*/ 1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4" y="13"/>
                  </a:cubicBezTo>
                  <a:cubicBezTo>
                    <a:pt x="40" y="39"/>
                    <a:pt x="40" y="39"/>
                    <a:pt x="40" y="39"/>
                  </a:cubicBezTo>
                  <a:cubicBezTo>
                    <a:pt x="39" y="43"/>
                    <a:pt x="35" y="46"/>
                    <a:pt x="31" y="45"/>
                  </a:cubicBezTo>
                  <a:cubicBezTo>
                    <a:pt x="6" y="40"/>
                    <a:pt x="6" y="40"/>
                    <a:pt x="6" y="40"/>
                  </a:cubicBezTo>
                  <a:cubicBezTo>
                    <a:pt x="2" y="39"/>
                    <a:pt x="0" y="36"/>
                    <a:pt x="1"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21" name="Freeform 89"/>
            <p:cNvSpPr>
              <a:spLocks/>
            </p:cNvSpPr>
            <p:nvPr/>
          </p:nvSpPr>
          <p:spPr bwMode="auto">
            <a:xfrm>
              <a:off x="682625" y="3549650"/>
              <a:ext cx="95250" cy="96838"/>
            </a:xfrm>
            <a:custGeom>
              <a:avLst/>
              <a:gdLst>
                <a:gd name="T0" fmla="*/ 14 w 45"/>
                <a:gd name="T1" fmla="*/ 1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2" y="39"/>
                    <a:pt x="0" y="36"/>
                    <a:pt x="1" y="32"/>
                  </a:cubicBezTo>
                  <a:cubicBezTo>
                    <a:pt x="6" y="6"/>
                    <a:pt x="6" y="6"/>
                    <a:pt x="6"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22" name="Freeform 90"/>
            <p:cNvSpPr>
              <a:spLocks/>
            </p:cNvSpPr>
            <p:nvPr/>
          </p:nvSpPr>
          <p:spPr bwMode="auto">
            <a:xfrm>
              <a:off x="784225" y="356870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3"/>
                    <a:pt x="35" y="46"/>
                    <a:pt x="31" y="45"/>
                  </a:cubicBezTo>
                  <a:cubicBezTo>
                    <a:pt x="6" y="40"/>
                    <a:pt x="6" y="40"/>
                    <a:pt x="6" y="40"/>
                  </a:cubicBezTo>
                  <a:cubicBezTo>
                    <a:pt x="3" y="40"/>
                    <a:pt x="0" y="36"/>
                    <a:pt x="1" y="32"/>
                  </a:cubicBezTo>
                  <a:cubicBezTo>
                    <a:pt x="6" y="6"/>
                    <a:pt x="6" y="6"/>
                    <a:pt x="6"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23" name="Freeform 91"/>
            <p:cNvSpPr>
              <a:spLocks/>
            </p:cNvSpPr>
            <p:nvPr/>
          </p:nvSpPr>
          <p:spPr bwMode="auto">
            <a:xfrm>
              <a:off x="885825" y="3587750"/>
              <a:ext cx="95250" cy="96838"/>
            </a:xfrm>
            <a:custGeom>
              <a:avLst/>
              <a:gdLst>
                <a:gd name="T0" fmla="*/ 14 w 45"/>
                <a:gd name="T1" fmla="*/ 1 h 46"/>
                <a:gd name="T2" fmla="*/ 39 w 45"/>
                <a:gd name="T3" fmla="*/ 6 h 46"/>
                <a:gd name="T4" fmla="*/ 45 w 45"/>
                <a:gd name="T5" fmla="*/ 14 h 46"/>
                <a:gd name="T6" fmla="*/ 40 w 45"/>
                <a:gd name="T7" fmla="*/ 40 h 46"/>
                <a:gd name="T8" fmla="*/ 31 w 45"/>
                <a:gd name="T9" fmla="*/ 46 h 46"/>
                <a:gd name="T10" fmla="*/ 6 w 45"/>
                <a:gd name="T11" fmla="*/ 41 h 46"/>
                <a:gd name="T12" fmla="*/ 1 w 45"/>
                <a:gd name="T13" fmla="*/ 32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7"/>
                    <a:pt x="45" y="10"/>
                    <a:pt x="45" y="14"/>
                  </a:cubicBezTo>
                  <a:cubicBezTo>
                    <a:pt x="40" y="40"/>
                    <a:pt x="40" y="40"/>
                    <a:pt x="40" y="40"/>
                  </a:cubicBezTo>
                  <a:cubicBezTo>
                    <a:pt x="39" y="44"/>
                    <a:pt x="35" y="46"/>
                    <a:pt x="31" y="46"/>
                  </a:cubicBezTo>
                  <a:cubicBezTo>
                    <a:pt x="6" y="41"/>
                    <a:pt x="6" y="41"/>
                    <a:pt x="6" y="41"/>
                  </a:cubicBezTo>
                  <a:cubicBezTo>
                    <a:pt x="3" y="40"/>
                    <a:pt x="0" y="36"/>
                    <a:pt x="1" y="32"/>
                  </a:cubicBezTo>
                  <a:cubicBezTo>
                    <a:pt x="6" y="7"/>
                    <a:pt x="6" y="7"/>
                    <a:pt x="6"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24" name="Freeform 92"/>
            <p:cNvSpPr>
              <a:spLocks/>
            </p:cNvSpPr>
            <p:nvPr/>
          </p:nvSpPr>
          <p:spPr bwMode="auto">
            <a:xfrm>
              <a:off x="987425" y="3608387"/>
              <a:ext cx="95250" cy="95250"/>
            </a:xfrm>
            <a:custGeom>
              <a:avLst/>
              <a:gdLst>
                <a:gd name="T0" fmla="*/ 14 w 45"/>
                <a:gd name="T1" fmla="*/ 0 h 45"/>
                <a:gd name="T2" fmla="*/ 39 w 45"/>
                <a:gd name="T3" fmla="*/ 5 h 45"/>
                <a:gd name="T4" fmla="*/ 45 w 45"/>
                <a:gd name="T5" fmla="*/ 13 h 45"/>
                <a:gd name="T6" fmla="*/ 40 w 45"/>
                <a:gd name="T7" fmla="*/ 39 h 45"/>
                <a:gd name="T8" fmla="*/ 32 w 45"/>
                <a:gd name="T9" fmla="*/ 45 h 45"/>
                <a:gd name="T10" fmla="*/ 6 w 45"/>
                <a:gd name="T11" fmla="*/ 40 h 45"/>
                <a:gd name="T12" fmla="*/ 1 w 45"/>
                <a:gd name="T13" fmla="*/ 32 h 45"/>
                <a:gd name="T14" fmla="*/ 6 w 45"/>
                <a:gd name="T15" fmla="*/ 6 h 45"/>
                <a:gd name="T16" fmla="*/ 14 w 4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5">
                  <a:moveTo>
                    <a:pt x="14" y="0"/>
                  </a:moveTo>
                  <a:cubicBezTo>
                    <a:pt x="39" y="5"/>
                    <a:pt x="39" y="5"/>
                    <a:pt x="39" y="5"/>
                  </a:cubicBezTo>
                  <a:cubicBezTo>
                    <a:pt x="43" y="6"/>
                    <a:pt x="45" y="10"/>
                    <a:pt x="45" y="13"/>
                  </a:cubicBezTo>
                  <a:cubicBezTo>
                    <a:pt x="40" y="39"/>
                    <a:pt x="40" y="39"/>
                    <a:pt x="40" y="39"/>
                  </a:cubicBezTo>
                  <a:cubicBezTo>
                    <a:pt x="39" y="43"/>
                    <a:pt x="35" y="45"/>
                    <a:pt x="32" y="45"/>
                  </a:cubicBezTo>
                  <a:cubicBezTo>
                    <a:pt x="6" y="40"/>
                    <a:pt x="6" y="40"/>
                    <a:pt x="6" y="40"/>
                  </a:cubicBezTo>
                  <a:cubicBezTo>
                    <a:pt x="3" y="39"/>
                    <a:pt x="0" y="35"/>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25" name="Freeform 93"/>
            <p:cNvSpPr>
              <a:spLocks/>
            </p:cNvSpPr>
            <p:nvPr/>
          </p:nvSpPr>
          <p:spPr bwMode="auto">
            <a:xfrm>
              <a:off x="1089025" y="3627437"/>
              <a:ext cx="96838" cy="96838"/>
            </a:xfrm>
            <a:custGeom>
              <a:avLst/>
              <a:gdLst>
                <a:gd name="T0" fmla="*/ 14 w 46"/>
                <a:gd name="T1" fmla="*/ 1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5"/>
                    <a:pt x="39" y="5"/>
                    <a:pt x="39" y="5"/>
                  </a:cubicBezTo>
                  <a:cubicBezTo>
                    <a:pt x="43" y="6"/>
                    <a:pt x="46" y="10"/>
                    <a:pt x="45" y="14"/>
                  </a:cubicBezTo>
                  <a:cubicBezTo>
                    <a:pt x="40" y="39"/>
                    <a:pt x="40" y="39"/>
                    <a:pt x="40" y="39"/>
                  </a:cubicBezTo>
                  <a:cubicBezTo>
                    <a:pt x="39" y="43"/>
                    <a:pt x="35" y="46"/>
                    <a:pt x="32" y="45"/>
                  </a:cubicBezTo>
                  <a:cubicBezTo>
                    <a:pt x="7" y="40"/>
                    <a:pt x="7" y="40"/>
                    <a:pt x="7" y="40"/>
                  </a:cubicBezTo>
                  <a:cubicBezTo>
                    <a:pt x="3" y="39"/>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26" name="Freeform 94"/>
            <p:cNvSpPr>
              <a:spLocks/>
            </p:cNvSpPr>
            <p:nvPr/>
          </p:nvSpPr>
          <p:spPr bwMode="auto">
            <a:xfrm>
              <a:off x="1190625" y="3646487"/>
              <a:ext cx="96838"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3"/>
                    <a:pt x="35" y="46"/>
                    <a:pt x="32" y="45"/>
                  </a:cubicBezTo>
                  <a:cubicBezTo>
                    <a:pt x="7" y="40"/>
                    <a:pt x="7" y="40"/>
                    <a:pt x="7" y="40"/>
                  </a:cubicBezTo>
                  <a:cubicBezTo>
                    <a:pt x="3" y="40"/>
                    <a:pt x="0" y="36"/>
                    <a:pt x="1" y="32"/>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27" name="Freeform 95"/>
            <p:cNvSpPr>
              <a:spLocks/>
            </p:cNvSpPr>
            <p:nvPr/>
          </p:nvSpPr>
          <p:spPr bwMode="auto">
            <a:xfrm>
              <a:off x="1292225" y="366553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6" y="46"/>
                    <a:pt x="32" y="45"/>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28" name="Freeform 96"/>
            <p:cNvSpPr>
              <a:spLocks/>
            </p:cNvSpPr>
            <p:nvPr/>
          </p:nvSpPr>
          <p:spPr bwMode="auto">
            <a:xfrm>
              <a:off x="1393825" y="368458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3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6" y="46"/>
                    <a:pt x="32" y="46"/>
                  </a:cubicBezTo>
                  <a:cubicBezTo>
                    <a:pt x="7" y="41"/>
                    <a:pt x="7" y="41"/>
                    <a:pt x="7" y="41"/>
                  </a:cubicBezTo>
                  <a:cubicBezTo>
                    <a:pt x="3" y="40"/>
                    <a:pt x="0" y="36"/>
                    <a:pt x="1" y="33"/>
                  </a:cubicBezTo>
                  <a:cubicBezTo>
                    <a:pt x="6" y="7"/>
                    <a:pt x="6" y="7"/>
                    <a:pt x="6" y="7"/>
                  </a:cubicBezTo>
                  <a:cubicBezTo>
                    <a:pt x="7" y="3"/>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29" name="Freeform 97"/>
            <p:cNvSpPr>
              <a:spLocks/>
            </p:cNvSpPr>
            <p:nvPr/>
          </p:nvSpPr>
          <p:spPr bwMode="auto">
            <a:xfrm>
              <a:off x="1495425" y="3705225"/>
              <a:ext cx="98425" cy="98425"/>
            </a:xfrm>
            <a:custGeom>
              <a:avLst/>
              <a:gdLst>
                <a:gd name="T0" fmla="*/ 14 w 46"/>
                <a:gd name="T1" fmla="*/ 0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1"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30" name="Freeform 98"/>
            <p:cNvSpPr>
              <a:spLocks/>
            </p:cNvSpPr>
            <p:nvPr/>
          </p:nvSpPr>
          <p:spPr bwMode="auto">
            <a:xfrm>
              <a:off x="1600200" y="3724275"/>
              <a:ext cx="136525" cy="106363"/>
            </a:xfrm>
            <a:custGeom>
              <a:avLst/>
              <a:gdLst>
                <a:gd name="T0" fmla="*/ 14 w 65"/>
                <a:gd name="T1" fmla="*/ 1 h 50"/>
                <a:gd name="T2" fmla="*/ 59 w 65"/>
                <a:gd name="T3" fmla="*/ 9 h 50"/>
                <a:gd name="T4" fmla="*/ 65 w 65"/>
                <a:gd name="T5" fmla="*/ 18 h 50"/>
                <a:gd name="T6" fmla="*/ 60 w 65"/>
                <a:gd name="T7" fmla="*/ 43 h 50"/>
                <a:gd name="T8" fmla="*/ 51 w 65"/>
                <a:gd name="T9" fmla="*/ 49 h 50"/>
                <a:gd name="T10" fmla="*/ 6 w 65"/>
                <a:gd name="T11" fmla="*/ 40 h 50"/>
                <a:gd name="T12" fmla="*/ 0 w 65"/>
                <a:gd name="T13" fmla="*/ 32 h 50"/>
                <a:gd name="T14" fmla="*/ 5 w 65"/>
                <a:gd name="T15" fmla="*/ 6 h 50"/>
                <a:gd name="T16" fmla="*/ 14 w 65"/>
                <a:gd name="T17"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50">
                  <a:moveTo>
                    <a:pt x="14" y="1"/>
                  </a:moveTo>
                  <a:cubicBezTo>
                    <a:pt x="59" y="9"/>
                    <a:pt x="59" y="9"/>
                    <a:pt x="59" y="9"/>
                  </a:cubicBezTo>
                  <a:cubicBezTo>
                    <a:pt x="63" y="10"/>
                    <a:pt x="65" y="14"/>
                    <a:pt x="65" y="18"/>
                  </a:cubicBezTo>
                  <a:cubicBezTo>
                    <a:pt x="60" y="43"/>
                    <a:pt x="60" y="43"/>
                    <a:pt x="60" y="43"/>
                  </a:cubicBezTo>
                  <a:cubicBezTo>
                    <a:pt x="59" y="47"/>
                    <a:pt x="55" y="50"/>
                    <a:pt x="51" y="49"/>
                  </a:cubicBezTo>
                  <a:cubicBezTo>
                    <a:pt x="6" y="40"/>
                    <a:pt x="6" y="40"/>
                    <a:pt x="6" y="40"/>
                  </a:cubicBezTo>
                  <a:cubicBezTo>
                    <a:pt x="2" y="40"/>
                    <a:pt x="0" y="36"/>
                    <a:pt x="0" y="32"/>
                  </a:cubicBezTo>
                  <a:cubicBezTo>
                    <a:pt x="5" y="6"/>
                    <a:pt x="5" y="6"/>
                    <a:pt x="5"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31" name="Freeform 99"/>
            <p:cNvSpPr>
              <a:spLocks/>
            </p:cNvSpPr>
            <p:nvPr/>
          </p:nvSpPr>
          <p:spPr bwMode="auto">
            <a:xfrm>
              <a:off x="457200" y="3608387"/>
              <a:ext cx="95250" cy="96838"/>
            </a:xfrm>
            <a:custGeom>
              <a:avLst/>
              <a:gdLst>
                <a:gd name="T0" fmla="*/ 14 w 45"/>
                <a:gd name="T1" fmla="*/ 0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3" y="39"/>
                    <a:pt x="0" y="36"/>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32" name="Freeform 100"/>
            <p:cNvSpPr>
              <a:spLocks/>
            </p:cNvSpPr>
            <p:nvPr/>
          </p:nvSpPr>
          <p:spPr bwMode="auto">
            <a:xfrm>
              <a:off x="558800" y="3627437"/>
              <a:ext cx="95250" cy="96838"/>
            </a:xfrm>
            <a:custGeom>
              <a:avLst/>
              <a:gdLst>
                <a:gd name="T0" fmla="*/ 14 w 45"/>
                <a:gd name="T1" fmla="*/ 1 h 46"/>
                <a:gd name="T2" fmla="*/ 39 w 45"/>
                <a:gd name="T3" fmla="*/ 6 h 46"/>
                <a:gd name="T4" fmla="*/ 45 w 45"/>
                <a:gd name="T5" fmla="*/ 14 h 46"/>
                <a:gd name="T6" fmla="*/ 40 w 45"/>
                <a:gd name="T7" fmla="*/ 40 h 46"/>
                <a:gd name="T8" fmla="*/ 32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3"/>
                    <a:pt x="35" y="46"/>
                    <a:pt x="32" y="45"/>
                  </a:cubicBezTo>
                  <a:cubicBezTo>
                    <a:pt x="6" y="40"/>
                    <a:pt x="6" y="40"/>
                    <a:pt x="6" y="40"/>
                  </a:cubicBezTo>
                  <a:cubicBezTo>
                    <a:pt x="3" y="40"/>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33" name="Freeform 101"/>
            <p:cNvSpPr>
              <a:spLocks/>
            </p:cNvSpPr>
            <p:nvPr/>
          </p:nvSpPr>
          <p:spPr bwMode="auto">
            <a:xfrm>
              <a:off x="660400" y="364648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5" y="46"/>
                    <a:pt x="32" y="45"/>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34" name="Freeform 102"/>
            <p:cNvSpPr>
              <a:spLocks/>
            </p:cNvSpPr>
            <p:nvPr/>
          </p:nvSpPr>
          <p:spPr bwMode="auto">
            <a:xfrm>
              <a:off x="762000" y="3665537"/>
              <a:ext cx="98425" cy="9683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3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5" y="46"/>
                    <a:pt x="32" y="46"/>
                  </a:cubicBezTo>
                  <a:cubicBezTo>
                    <a:pt x="7" y="41"/>
                    <a:pt x="7" y="41"/>
                    <a:pt x="7" y="41"/>
                  </a:cubicBezTo>
                  <a:cubicBezTo>
                    <a:pt x="3" y="40"/>
                    <a:pt x="0" y="36"/>
                    <a:pt x="1" y="33"/>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35" name="Freeform 103"/>
            <p:cNvSpPr>
              <a:spLocks/>
            </p:cNvSpPr>
            <p:nvPr/>
          </p:nvSpPr>
          <p:spPr bwMode="auto">
            <a:xfrm>
              <a:off x="865188" y="3686175"/>
              <a:ext cx="96838" cy="98425"/>
            </a:xfrm>
            <a:custGeom>
              <a:avLst/>
              <a:gdLst>
                <a:gd name="T0" fmla="*/ 14 w 46"/>
                <a:gd name="T1" fmla="*/ 0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36" name="Freeform 104"/>
            <p:cNvSpPr>
              <a:spLocks/>
            </p:cNvSpPr>
            <p:nvPr/>
          </p:nvSpPr>
          <p:spPr bwMode="auto">
            <a:xfrm>
              <a:off x="966788" y="3705225"/>
              <a:ext cx="96838" cy="98425"/>
            </a:xfrm>
            <a:custGeom>
              <a:avLst/>
              <a:gdLst>
                <a:gd name="T0" fmla="*/ 14 w 46"/>
                <a:gd name="T1" fmla="*/ 1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40"/>
                    <a:pt x="0" y="36"/>
                    <a:pt x="1" y="32"/>
                  </a:cubicBezTo>
                  <a:cubicBezTo>
                    <a:pt x="6" y="6"/>
                    <a:pt x="6" y="6"/>
                    <a:pt x="6" y="6"/>
                  </a:cubicBezTo>
                  <a:cubicBezTo>
                    <a:pt x="7" y="2"/>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37" name="Freeform 105"/>
            <p:cNvSpPr>
              <a:spLocks/>
            </p:cNvSpPr>
            <p:nvPr/>
          </p:nvSpPr>
          <p:spPr bwMode="auto">
            <a:xfrm>
              <a:off x="1068388" y="3724275"/>
              <a:ext cx="96838" cy="98425"/>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6" y="46"/>
                    <a:pt x="32" y="45"/>
                  </a:cubicBezTo>
                  <a:cubicBezTo>
                    <a:pt x="7" y="41"/>
                    <a:pt x="7" y="41"/>
                    <a:pt x="7" y="41"/>
                  </a:cubicBezTo>
                  <a:cubicBezTo>
                    <a:pt x="3" y="40"/>
                    <a:pt x="0" y="36"/>
                    <a:pt x="1" y="32"/>
                  </a:cubicBezTo>
                  <a:cubicBezTo>
                    <a:pt x="6" y="6"/>
                    <a:pt x="6" y="6"/>
                    <a:pt x="6" y="6"/>
                  </a:cubicBezTo>
                  <a:cubicBezTo>
                    <a:pt x="7" y="3"/>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38" name="Freeform 106"/>
            <p:cNvSpPr>
              <a:spLocks/>
            </p:cNvSpPr>
            <p:nvPr/>
          </p:nvSpPr>
          <p:spPr bwMode="auto">
            <a:xfrm>
              <a:off x="1171575" y="3743325"/>
              <a:ext cx="95250" cy="98425"/>
            </a:xfrm>
            <a:custGeom>
              <a:avLst/>
              <a:gdLst>
                <a:gd name="T0" fmla="*/ 14 w 45"/>
                <a:gd name="T1" fmla="*/ 1 h 46"/>
                <a:gd name="T2" fmla="*/ 39 w 45"/>
                <a:gd name="T3" fmla="*/ 6 h 46"/>
                <a:gd name="T4" fmla="*/ 44 w 45"/>
                <a:gd name="T5" fmla="*/ 14 h 46"/>
                <a:gd name="T6" fmla="*/ 39 w 45"/>
                <a:gd name="T7" fmla="*/ 40 h 46"/>
                <a:gd name="T8" fmla="*/ 31 w 45"/>
                <a:gd name="T9" fmla="*/ 46 h 46"/>
                <a:gd name="T10" fmla="*/ 6 w 45"/>
                <a:gd name="T11" fmla="*/ 41 h 46"/>
                <a:gd name="T12" fmla="*/ 0 w 45"/>
                <a:gd name="T13" fmla="*/ 32 h 46"/>
                <a:gd name="T14" fmla="*/ 5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2" y="7"/>
                    <a:pt x="45" y="10"/>
                    <a:pt x="44" y="14"/>
                  </a:cubicBezTo>
                  <a:cubicBezTo>
                    <a:pt x="39" y="40"/>
                    <a:pt x="39" y="40"/>
                    <a:pt x="39" y="40"/>
                  </a:cubicBezTo>
                  <a:cubicBezTo>
                    <a:pt x="39" y="44"/>
                    <a:pt x="35" y="46"/>
                    <a:pt x="31" y="46"/>
                  </a:cubicBezTo>
                  <a:cubicBezTo>
                    <a:pt x="6" y="41"/>
                    <a:pt x="6" y="41"/>
                    <a:pt x="6" y="41"/>
                  </a:cubicBezTo>
                  <a:cubicBezTo>
                    <a:pt x="2" y="40"/>
                    <a:pt x="0" y="36"/>
                    <a:pt x="0"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39" name="Freeform 107"/>
            <p:cNvSpPr>
              <a:spLocks/>
            </p:cNvSpPr>
            <p:nvPr/>
          </p:nvSpPr>
          <p:spPr bwMode="auto">
            <a:xfrm>
              <a:off x="1273175" y="3765550"/>
              <a:ext cx="95250" cy="96838"/>
            </a:xfrm>
            <a:custGeom>
              <a:avLst/>
              <a:gdLst>
                <a:gd name="T0" fmla="*/ 14 w 45"/>
                <a:gd name="T1" fmla="*/ 0 h 46"/>
                <a:gd name="T2" fmla="*/ 39 w 45"/>
                <a:gd name="T3" fmla="*/ 5 h 46"/>
                <a:gd name="T4" fmla="*/ 44 w 45"/>
                <a:gd name="T5" fmla="*/ 13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2" y="6"/>
                    <a:pt x="45" y="10"/>
                    <a:pt x="44" y="13"/>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40" name="Freeform 108"/>
            <p:cNvSpPr>
              <a:spLocks/>
            </p:cNvSpPr>
            <p:nvPr/>
          </p:nvSpPr>
          <p:spPr bwMode="auto">
            <a:xfrm>
              <a:off x="1374775" y="3784600"/>
              <a:ext cx="95250" cy="96838"/>
            </a:xfrm>
            <a:custGeom>
              <a:avLst/>
              <a:gdLst>
                <a:gd name="T0" fmla="*/ 14 w 45"/>
                <a:gd name="T1" fmla="*/ 1 h 46"/>
                <a:gd name="T2" fmla="*/ 39 w 45"/>
                <a:gd name="T3" fmla="*/ 5 h 46"/>
                <a:gd name="T4" fmla="*/ 44 w 45"/>
                <a:gd name="T5" fmla="*/ 14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4" y="14"/>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41" name="Freeform 109"/>
            <p:cNvSpPr>
              <a:spLocks/>
            </p:cNvSpPr>
            <p:nvPr/>
          </p:nvSpPr>
          <p:spPr bwMode="auto">
            <a:xfrm>
              <a:off x="1476375" y="3803650"/>
              <a:ext cx="139700" cy="104775"/>
            </a:xfrm>
            <a:custGeom>
              <a:avLst/>
              <a:gdLst>
                <a:gd name="T0" fmla="*/ 14 w 66"/>
                <a:gd name="T1" fmla="*/ 1 h 50"/>
                <a:gd name="T2" fmla="*/ 59 w 66"/>
                <a:gd name="T3" fmla="*/ 10 h 50"/>
                <a:gd name="T4" fmla="*/ 65 w 66"/>
                <a:gd name="T5" fmla="*/ 18 h 50"/>
                <a:gd name="T6" fmla="*/ 60 w 66"/>
                <a:gd name="T7" fmla="*/ 43 h 50"/>
                <a:gd name="T8" fmla="*/ 52 w 66"/>
                <a:gd name="T9" fmla="*/ 49 h 50"/>
                <a:gd name="T10" fmla="*/ 6 w 66"/>
                <a:gd name="T11" fmla="*/ 40 h 50"/>
                <a:gd name="T12" fmla="*/ 1 w 66"/>
                <a:gd name="T13" fmla="*/ 32 h 50"/>
                <a:gd name="T14" fmla="*/ 5 w 66"/>
                <a:gd name="T15" fmla="*/ 7 h 50"/>
                <a:gd name="T16" fmla="*/ 14 w 66"/>
                <a:gd name="T17"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50">
                  <a:moveTo>
                    <a:pt x="14" y="1"/>
                  </a:moveTo>
                  <a:cubicBezTo>
                    <a:pt x="59" y="10"/>
                    <a:pt x="59" y="10"/>
                    <a:pt x="59" y="10"/>
                  </a:cubicBezTo>
                  <a:cubicBezTo>
                    <a:pt x="63" y="10"/>
                    <a:pt x="66" y="14"/>
                    <a:pt x="65" y="18"/>
                  </a:cubicBezTo>
                  <a:cubicBezTo>
                    <a:pt x="60" y="43"/>
                    <a:pt x="60" y="43"/>
                    <a:pt x="60" y="43"/>
                  </a:cubicBezTo>
                  <a:cubicBezTo>
                    <a:pt x="59" y="47"/>
                    <a:pt x="55" y="50"/>
                    <a:pt x="52" y="49"/>
                  </a:cubicBezTo>
                  <a:cubicBezTo>
                    <a:pt x="6" y="40"/>
                    <a:pt x="6" y="40"/>
                    <a:pt x="6" y="40"/>
                  </a:cubicBezTo>
                  <a:cubicBezTo>
                    <a:pt x="2" y="40"/>
                    <a:pt x="0" y="36"/>
                    <a:pt x="1"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42" name="Freeform 110"/>
            <p:cNvSpPr>
              <a:spLocks/>
            </p:cNvSpPr>
            <p:nvPr/>
          </p:nvSpPr>
          <p:spPr bwMode="auto">
            <a:xfrm>
              <a:off x="1627188" y="3832225"/>
              <a:ext cx="93663" cy="96838"/>
            </a:xfrm>
            <a:custGeom>
              <a:avLst/>
              <a:gdLst>
                <a:gd name="T0" fmla="*/ 14 w 44"/>
                <a:gd name="T1" fmla="*/ 0 h 45"/>
                <a:gd name="T2" fmla="*/ 37 w 44"/>
                <a:gd name="T3" fmla="*/ 5 h 45"/>
                <a:gd name="T4" fmla="*/ 43 w 44"/>
                <a:gd name="T5" fmla="*/ 13 h 45"/>
                <a:gd name="T6" fmla="*/ 38 w 44"/>
                <a:gd name="T7" fmla="*/ 39 h 45"/>
                <a:gd name="T8" fmla="*/ 30 w 44"/>
                <a:gd name="T9" fmla="*/ 45 h 45"/>
                <a:gd name="T10" fmla="*/ 6 w 44"/>
                <a:gd name="T11" fmla="*/ 40 h 45"/>
                <a:gd name="T12" fmla="*/ 1 w 44"/>
                <a:gd name="T13" fmla="*/ 32 h 45"/>
                <a:gd name="T14" fmla="*/ 6 w 44"/>
                <a:gd name="T15" fmla="*/ 6 h 45"/>
                <a:gd name="T16" fmla="*/ 14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14" y="0"/>
                  </a:moveTo>
                  <a:cubicBezTo>
                    <a:pt x="37" y="5"/>
                    <a:pt x="37" y="5"/>
                    <a:pt x="37" y="5"/>
                  </a:cubicBezTo>
                  <a:cubicBezTo>
                    <a:pt x="41" y="6"/>
                    <a:pt x="44" y="9"/>
                    <a:pt x="43" y="13"/>
                  </a:cubicBezTo>
                  <a:cubicBezTo>
                    <a:pt x="38" y="39"/>
                    <a:pt x="38" y="39"/>
                    <a:pt x="38" y="39"/>
                  </a:cubicBezTo>
                  <a:cubicBezTo>
                    <a:pt x="37" y="43"/>
                    <a:pt x="33" y="45"/>
                    <a:pt x="30" y="45"/>
                  </a:cubicBezTo>
                  <a:cubicBezTo>
                    <a:pt x="6" y="40"/>
                    <a:pt x="6" y="40"/>
                    <a:pt x="6" y="40"/>
                  </a:cubicBezTo>
                  <a:cubicBezTo>
                    <a:pt x="2" y="39"/>
                    <a:pt x="0" y="36"/>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43" name="Freeform 111"/>
            <p:cNvSpPr>
              <a:spLocks/>
            </p:cNvSpPr>
            <p:nvPr/>
          </p:nvSpPr>
          <p:spPr bwMode="auto">
            <a:xfrm>
              <a:off x="762000" y="3835400"/>
              <a:ext cx="611188" cy="387350"/>
            </a:xfrm>
            <a:custGeom>
              <a:avLst/>
              <a:gdLst>
                <a:gd name="T0" fmla="*/ 32 w 288"/>
                <a:gd name="T1" fmla="*/ 0 h 183"/>
                <a:gd name="T2" fmla="*/ 282 w 288"/>
                <a:gd name="T3" fmla="*/ 48 h 183"/>
                <a:gd name="T4" fmla="*/ 287 w 288"/>
                <a:gd name="T5" fmla="*/ 56 h 183"/>
                <a:gd name="T6" fmla="*/ 264 w 288"/>
                <a:gd name="T7" fmla="*/ 177 h 183"/>
                <a:gd name="T8" fmla="*/ 256 w 288"/>
                <a:gd name="T9" fmla="*/ 182 h 183"/>
                <a:gd name="T10" fmla="*/ 6 w 288"/>
                <a:gd name="T11" fmla="*/ 134 h 183"/>
                <a:gd name="T12" fmla="*/ 1 w 288"/>
                <a:gd name="T13" fmla="*/ 126 h 183"/>
                <a:gd name="T14" fmla="*/ 24 w 288"/>
                <a:gd name="T15" fmla="*/ 6 h 183"/>
                <a:gd name="T16" fmla="*/ 32 w 288"/>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83">
                  <a:moveTo>
                    <a:pt x="32" y="0"/>
                  </a:moveTo>
                  <a:cubicBezTo>
                    <a:pt x="282" y="48"/>
                    <a:pt x="282" y="48"/>
                    <a:pt x="282" y="48"/>
                  </a:cubicBezTo>
                  <a:cubicBezTo>
                    <a:pt x="286" y="49"/>
                    <a:pt x="288" y="53"/>
                    <a:pt x="287" y="56"/>
                  </a:cubicBezTo>
                  <a:cubicBezTo>
                    <a:pt x="264" y="177"/>
                    <a:pt x="264" y="177"/>
                    <a:pt x="264" y="177"/>
                  </a:cubicBezTo>
                  <a:cubicBezTo>
                    <a:pt x="264" y="180"/>
                    <a:pt x="260" y="183"/>
                    <a:pt x="256" y="182"/>
                  </a:cubicBezTo>
                  <a:cubicBezTo>
                    <a:pt x="6" y="134"/>
                    <a:pt x="6" y="134"/>
                    <a:pt x="6" y="134"/>
                  </a:cubicBezTo>
                  <a:cubicBezTo>
                    <a:pt x="2" y="133"/>
                    <a:pt x="0" y="130"/>
                    <a:pt x="1" y="126"/>
                  </a:cubicBezTo>
                  <a:cubicBezTo>
                    <a:pt x="24" y="6"/>
                    <a:pt x="24" y="6"/>
                    <a:pt x="24" y="6"/>
                  </a:cubicBezTo>
                  <a:cubicBezTo>
                    <a:pt x="24" y="2"/>
                    <a:pt x="28" y="0"/>
                    <a:pt x="32"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44" name="Freeform 112"/>
            <p:cNvSpPr>
              <a:spLocks/>
            </p:cNvSpPr>
            <p:nvPr/>
          </p:nvSpPr>
          <p:spPr bwMode="auto">
            <a:xfrm>
              <a:off x="746125" y="4135437"/>
              <a:ext cx="280988" cy="111125"/>
            </a:xfrm>
            <a:custGeom>
              <a:avLst/>
              <a:gdLst>
                <a:gd name="T0" fmla="*/ 7 w 133"/>
                <a:gd name="T1" fmla="*/ 0 h 52"/>
                <a:gd name="T2" fmla="*/ 131 w 133"/>
                <a:gd name="T3" fmla="*/ 24 h 52"/>
                <a:gd name="T4" fmla="*/ 132 w 133"/>
                <a:gd name="T5" fmla="*/ 26 h 52"/>
                <a:gd name="T6" fmla="*/ 128 w 133"/>
                <a:gd name="T7" fmla="*/ 51 h 52"/>
                <a:gd name="T8" fmla="*/ 126 w 133"/>
                <a:gd name="T9" fmla="*/ 52 h 52"/>
                <a:gd name="T10" fmla="*/ 2 w 133"/>
                <a:gd name="T11" fmla="*/ 28 h 52"/>
                <a:gd name="T12" fmla="*/ 0 w 133"/>
                <a:gd name="T13" fmla="*/ 26 h 52"/>
                <a:gd name="T14" fmla="*/ 5 w 133"/>
                <a:gd name="T15" fmla="*/ 1 h 52"/>
                <a:gd name="T16" fmla="*/ 7 w 133"/>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2">
                  <a:moveTo>
                    <a:pt x="7" y="0"/>
                  </a:moveTo>
                  <a:cubicBezTo>
                    <a:pt x="131" y="24"/>
                    <a:pt x="131" y="24"/>
                    <a:pt x="131" y="24"/>
                  </a:cubicBezTo>
                  <a:cubicBezTo>
                    <a:pt x="132" y="24"/>
                    <a:pt x="133" y="25"/>
                    <a:pt x="132" y="26"/>
                  </a:cubicBezTo>
                  <a:cubicBezTo>
                    <a:pt x="128" y="51"/>
                    <a:pt x="128" y="51"/>
                    <a:pt x="128" y="51"/>
                  </a:cubicBezTo>
                  <a:cubicBezTo>
                    <a:pt x="127" y="51"/>
                    <a:pt x="127" y="52"/>
                    <a:pt x="126" y="52"/>
                  </a:cubicBezTo>
                  <a:cubicBezTo>
                    <a:pt x="2" y="28"/>
                    <a:pt x="2" y="28"/>
                    <a:pt x="2" y="28"/>
                  </a:cubicBezTo>
                  <a:cubicBezTo>
                    <a:pt x="1" y="28"/>
                    <a:pt x="0" y="27"/>
                    <a:pt x="0" y="26"/>
                  </a:cubicBezTo>
                  <a:cubicBezTo>
                    <a:pt x="5" y="1"/>
                    <a:pt x="5" y="1"/>
                    <a:pt x="5" y="1"/>
                  </a:cubicBezTo>
                  <a:cubicBezTo>
                    <a:pt x="5" y="1"/>
                    <a:pt x="6" y="0"/>
                    <a:pt x="7"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45" name="Freeform 113"/>
            <p:cNvSpPr>
              <a:spLocks/>
            </p:cNvSpPr>
            <p:nvPr/>
          </p:nvSpPr>
          <p:spPr bwMode="auto">
            <a:xfrm>
              <a:off x="1036638" y="4191000"/>
              <a:ext cx="279400" cy="109538"/>
            </a:xfrm>
            <a:custGeom>
              <a:avLst/>
              <a:gdLst>
                <a:gd name="T0" fmla="*/ 7 w 132"/>
                <a:gd name="T1" fmla="*/ 0 h 52"/>
                <a:gd name="T2" fmla="*/ 131 w 132"/>
                <a:gd name="T3" fmla="*/ 24 h 52"/>
                <a:gd name="T4" fmla="*/ 132 w 132"/>
                <a:gd name="T5" fmla="*/ 26 h 52"/>
                <a:gd name="T6" fmla="*/ 127 w 132"/>
                <a:gd name="T7" fmla="*/ 51 h 52"/>
                <a:gd name="T8" fmla="*/ 125 w 132"/>
                <a:gd name="T9" fmla="*/ 52 h 52"/>
                <a:gd name="T10" fmla="*/ 1 w 132"/>
                <a:gd name="T11" fmla="*/ 28 h 52"/>
                <a:gd name="T12" fmla="*/ 0 w 132"/>
                <a:gd name="T13" fmla="*/ 26 h 52"/>
                <a:gd name="T14" fmla="*/ 5 w 132"/>
                <a:gd name="T15" fmla="*/ 2 h 52"/>
                <a:gd name="T16" fmla="*/ 7 w 132"/>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52">
                  <a:moveTo>
                    <a:pt x="7" y="0"/>
                  </a:moveTo>
                  <a:cubicBezTo>
                    <a:pt x="131" y="24"/>
                    <a:pt x="131" y="24"/>
                    <a:pt x="131" y="24"/>
                  </a:cubicBezTo>
                  <a:cubicBezTo>
                    <a:pt x="132" y="24"/>
                    <a:pt x="132" y="25"/>
                    <a:pt x="132" y="26"/>
                  </a:cubicBezTo>
                  <a:cubicBezTo>
                    <a:pt x="127" y="51"/>
                    <a:pt x="127" y="51"/>
                    <a:pt x="127" y="51"/>
                  </a:cubicBezTo>
                  <a:cubicBezTo>
                    <a:pt x="127" y="52"/>
                    <a:pt x="126" y="52"/>
                    <a:pt x="125" y="52"/>
                  </a:cubicBezTo>
                  <a:cubicBezTo>
                    <a:pt x="1" y="28"/>
                    <a:pt x="1" y="28"/>
                    <a:pt x="1" y="28"/>
                  </a:cubicBezTo>
                  <a:cubicBezTo>
                    <a:pt x="0" y="28"/>
                    <a:pt x="0" y="27"/>
                    <a:pt x="0" y="26"/>
                  </a:cubicBezTo>
                  <a:cubicBezTo>
                    <a:pt x="5" y="2"/>
                    <a:pt x="5" y="2"/>
                    <a:pt x="5" y="2"/>
                  </a:cubicBezTo>
                  <a:cubicBezTo>
                    <a:pt x="5" y="1"/>
                    <a:pt x="6" y="0"/>
                    <a:pt x="7"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46" name="Freeform 114"/>
            <p:cNvSpPr>
              <a:spLocks/>
            </p:cNvSpPr>
            <p:nvPr/>
          </p:nvSpPr>
          <p:spPr bwMode="auto">
            <a:xfrm>
              <a:off x="311150" y="2867025"/>
              <a:ext cx="1874838" cy="411163"/>
            </a:xfrm>
            <a:custGeom>
              <a:avLst/>
              <a:gdLst>
                <a:gd name="T0" fmla="*/ 860 w 885"/>
                <a:gd name="T1" fmla="*/ 162 h 194"/>
                <a:gd name="T2" fmla="*/ 32 w 885"/>
                <a:gd name="T3" fmla="*/ 3 h 194"/>
                <a:gd name="T4" fmla="*/ 0 w 885"/>
                <a:gd name="T5" fmla="*/ 25 h 194"/>
                <a:gd name="T6" fmla="*/ 882 w 885"/>
                <a:gd name="T7" fmla="*/ 194 h 194"/>
                <a:gd name="T8" fmla="*/ 860 w 885"/>
                <a:gd name="T9" fmla="*/ 162 h 194"/>
              </a:gdLst>
              <a:ahLst/>
              <a:cxnLst>
                <a:cxn ang="0">
                  <a:pos x="T0" y="T1"/>
                </a:cxn>
                <a:cxn ang="0">
                  <a:pos x="T2" y="T3"/>
                </a:cxn>
                <a:cxn ang="0">
                  <a:pos x="T4" y="T5"/>
                </a:cxn>
                <a:cxn ang="0">
                  <a:pos x="T6" y="T7"/>
                </a:cxn>
                <a:cxn ang="0">
                  <a:pos x="T8" y="T9"/>
                </a:cxn>
              </a:cxnLst>
              <a:rect l="0" t="0" r="r" b="b"/>
              <a:pathLst>
                <a:path w="885" h="194">
                  <a:moveTo>
                    <a:pt x="860" y="162"/>
                  </a:moveTo>
                  <a:cubicBezTo>
                    <a:pt x="32" y="3"/>
                    <a:pt x="32" y="3"/>
                    <a:pt x="32" y="3"/>
                  </a:cubicBezTo>
                  <a:cubicBezTo>
                    <a:pt x="17" y="0"/>
                    <a:pt x="3" y="10"/>
                    <a:pt x="0" y="25"/>
                  </a:cubicBezTo>
                  <a:cubicBezTo>
                    <a:pt x="882" y="194"/>
                    <a:pt x="882" y="194"/>
                    <a:pt x="882" y="194"/>
                  </a:cubicBezTo>
                  <a:cubicBezTo>
                    <a:pt x="885" y="179"/>
                    <a:pt x="875" y="165"/>
                    <a:pt x="860" y="16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47" name="Freeform 115"/>
            <p:cNvSpPr>
              <a:spLocks/>
            </p:cNvSpPr>
            <p:nvPr/>
          </p:nvSpPr>
          <p:spPr bwMode="auto">
            <a:xfrm>
              <a:off x="1892300" y="1590675"/>
              <a:ext cx="2163763" cy="2092325"/>
            </a:xfrm>
            <a:custGeom>
              <a:avLst/>
              <a:gdLst>
                <a:gd name="T0" fmla="*/ 9 w 1021"/>
                <a:gd name="T1" fmla="*/ 541 h 987"/>
                <a:gd name="T2" fmla="*/ 640 w 1021"/>
                <a:gd name="T3" fmla="*/ 6 h 987"/>
                <a:gd name="T4" fmla="*/ 667 w 1021"/>
                <a:gd name="T5" fmla="*/ 9 h 987"/>
                <a:gd name="T6" fmla="*/ 1014 w 1021"/>
                <a:gd name="T7" fmla="*/ 418 h 987"/>
                <a:gd name="T8" fmla="*/ 1012 w 1021"/>
                <a:gd name="T9" fmla="*/ 445 h 987"/>
                <a:gd name="T10" fmla="*/ 381 w 1021"/>
                <a:gd name="T11" fmla="*/ 980 h 987"/>
                <a:gd name="T12" fmla="*/ 354 w 1021"/>
                <a:gd name="T13" fmla="*/ 978 h 987"/>
                <a:gd name="T14" fmla="*/ 7 w 1021"/>
                <a:gd name="T15" fmla="*/ 569 h 987"/>
                <a:gd name="T16" fmla="*/ 9 w 1021"/>
                <a:gd name="T17" fmla="*/ 541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1" h="987">
                  <a:moveTo>
                    <a:pt x="9" y="541"/>
                  </a:moveTo>
                  <a:cubicBezTo>
                    <a:pt x="640" y="6"/>
                    <a:pt x="640" y="6"/>
                    <a:pt x="640" y="6"/>
                  </a:cubicBezTo>
                  <a:cubicBezTo>
                    <a:pt x="648" y="0"/>
                    <a:pt x="660" y="1"/>
                    <a:pt x="667" y="9"/>
                  </a:cubicBezTo>
                  <a:cubicBezTo>
                    <a:pt x="1014" y="418"/>
                    <a:pt x="1014" y="418"/>
                    <a:pt x="1014" y="418"/>
                  </a:cubicBezTo>
                  <a:cubicBezTo>
                    <a:pt x="1021" y="426"/>
                    <a:pt x="1020" y="438"/>
                    <a:pt x="1012" y="445"/>
                  </a:cubicBezTo>
                  <a:cubicBezTo>
                    <a:pt x="381" y="980"/>
                    <a:pt x="381" y="980"/>
                    <a:pt x="381" y="980"/>
                  </a:cubicBezTo>
                  <a:cubicBezTo>
                    <a:pt x="373" y="987"/>
                    <a:pt x="361" y="986"/>
                    <a:pt x="354" y="978"/>
                  </a:cubicBezTo>
                  <a:cubicBezTo>
                    <a:pt x="7" y="569"/>
                    <a:pt x="7" y="569"/>
                    <a:pt x="7" y="569"/>
                  </a:cubicBezTo>
                  <a:cubicBezTo>
                    <a:pt x="0" y="560"/>
                    <a:pt x="1" y="548"/>
                    <a:pt x="9" y="5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48" name="Freeform 116"/>
            <p:cNvSpPr>
              <a:spLocks/>
            </p:cNvSpPr>
            <p:nvPr/>
          </p:nvSpPr>
          <p:spPr bwMode="auto">
            <a:xfrm>
              <a:off x="3241675" y="1778000"/>
              <a:ext cx="96838" cy="93663"/>
            </a:xfrm>
            <a:custGeom>
              <a:avLst/>
              <a:gdLst>
                <a:gd name="T0" fmla="*/ 3 w 46"/>
                <a:gd name="T1" fmla="*/ 19 h 44"/>
                <a:gd name="T2" fmla="*/ 23 w 46"/>
                <a:gd name="T3" fmla="*/ 2 h 44"/>
                <a:gd name="T4" fmla="*/ 31 w 46"/>
                <a:gd name="T5" fmla="*/ 2 h 44"/>
                <a:gd name="T6" fmla="*/ 44 w 46"/>
                <a:gd name="T7" fmla="*/ 17 h 44"/>
                <a:gd name="T8" fmla="*/ 43 w 46"/>
                <a:gd name="T9" fmla="*/ 25 h 44"/>
                <a:gd name="T10" fmla="*/ 23 w 46"/>
                <a:gd name="T11" fmla="*/ 42 h 44"/>
                <a:gd name="T12" fmla="*/ 15 w 46"/>
                <a:gd name="T13" fmla="*/ 42 h 44"/>
                <a:gd name="T14" fmla="*/ 2 w 46"/>
                <a:gd name="T15" fmla="*/ 27 h 44"/>
                <a:gd name="T16" fmla="*/ 3 w 46"/>
                <a:gd name="T17" fmla="*/ 1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4">
                  <a:moveTo>
                    <a:pt x="3" y="19"/>
                  </a:moveTo>
                  <a:cubicBezTo>
                    <a:pt x="23" y="2"/>
                    <a:pt x="23" y="2"/>
                    <a:pt x="23" y="2"/>
                  </a:cubicBezTo>
                  <a:cubicBezTo>
                    <a:pt x="26" y="0"/>
                    <a:pt x="29" y="0"/>
                    <a:pt x="31" y="2"/>
                  </a:cubicBezTo>
                  <a:cubicBezTo>
                    <a:pt x="44" y="17"/>
                    <a:pt x="44" y="17"/>
                    <a:pt x="44" y="17"/>
                  </a:cubicBezTo>
                  <a:cubicBezTo>
                    <a:pt x="46" y="20"/>
                    <a:pt x="46" y="23"/>
                    <a:pt x="43" y="25"/>
                  </a:cubicBezTo>
                  <a:cubicBezTo>
                    <a:pt x="23" y="42"/>
                    <a:pt x="23" y="42"/>
                    <a:pt x="23" y="42"/>
                  </a:cubicBezTo>
                  <a:cubicBezTo>
                    <a:pt x="21" y="44"/>
                    <a:pt x="17" y="44"/>
                    <a:pt x="15" y="42"/>
                  </a:cubicBezTo>
                  <a:cubicBezTo>
                    <a:pt x="2" y="27"/>
                    <a:pt x="2" y="27"/>
                    <a:pt x="2" y="27"/>
                  </a:cubicBezTo>
                  <a:cubicBezTo>
                    <a:pt x="0" y="24"/>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49" name="Freeform 117"/>
            <p:cNvSpPr>
              <a:spLocks/>
            </p:cNvSpPr>
            <p:nvPr/>
          </p:nvSpPr>
          <p:spPr bwMode="auto">
            <a:xfrm>
              <a:off x="3294063" y="1839912"/>
              <a:ext cx="107950" cy="107950"/>
            </a:xfrm>
            <a:custGeom>
              <a:avLst/>
              <a:gdLst>
                <a:gd name="T0" fmla="*/ 3 w 51"/>
                <a:gd name="T1" fmla="*/ 18 h 51"/>
                <a:gd name="T2" fmla="*/ 22 w 51"/>
                <a:gd name="T3" fmla="*/ 2 h 51"/>
                <a:gd name="T4" fmla="*/ 31 w 51"/>
                <a:gd name="T5" fmla="*/ 3 h 51"/>
                <a:gd name="T6" fmla="*/ 49 w 51"/>
                <a:gd name="T7" fmla="*/ 23 h 51"/>
                <a:gd name="T8" fmla="*/ 48 w 51"/>
                <a:gd name="T9" fmla="*/ 33 h 51"/>
                <a:gd name="T10" fmla="*/ 30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5" y="0"/>
                    <a:pt x="29" y="0"/>
                    <a:pt x="31" y="3"/>
                  </a:cubicBezTo>
                  <a:cubicBezTo>
                    <a:pt x="49" y="23"/>
                    <a:pt x="49" y="23"/>
                    <a:pt x="49" y="23"/>
                  </a:cubicBezTo>
                  <a:cubicBezTo>
                    <a:pt x="51" y="26"/>
                    <a:pt x="51" y="31"/>
                    <a:pt x="48" y="33"/>
                  </a:cubicBezTo>
                  <a:cubicBezTo>
                    <a:pt x="30" y="49"/>
                    <a:pt x="30" y="49"/>
                    <a:pt x="30" y="49"/>
                  </a:cubicBezTo>
                  <a:cubicBezTo>
                    <a:pt x="27" y="51"/>
                    <a:pt x="22" y="51"/>
                    <a:pt x="20" y="48"/>
                  </a:cubicBezTo>
                  <a:cubicBezTo>
                    <a:pt x="3" y="27"/>
                    <a:pt x="3" y="27"/>
                    <a:pt x="3" y="27"/>
                  </a:cubicBezTo>
                  <a:cubicBezTo>
                    <a:pt x="0" y="25"/>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50" name="Freeform 118"/>
            <p:cNvSpPr>
              <a:spLocks/>
            </p:cNvSpPr>
            <p:nvPr/>
          </p:nvSpPr>
          <p:spPr bwMode="auto">
            <a:xfrm>
              <a:off x="3360738" y="1916112"/>
              <a:ext cx="107950" cy="107950"/>
            </a:xfrm>
            <a:custGeom>
              <a:avLst/>
              <a:gdLst>
                <a:gd name="T0" fmla="*/ 3 w 51"/>
                <a:gd name="T1" fmla="*/ 18 h 51"/>
                <a:gd name="T2" fmla="*/ 22 w 51"/>
                <a:gd name="T3" fmla="*/ 2 h 51"/>
                <a:gd name="T4" fmla="*/ 31 w 51"/>
                <a:gd name="T5" fmla="*/ 3 h 51"/>
                <a:gd name="T6" fmla="*/ 49 w 51"/>
                <a:gd name="T7" fmla="*/ 24 h 51"/>
                <a:gd name="T8" fmla="*/ 48 w 51"/>
                <a:gd name="T9" fmla="*/ 33 h 51"/>
                <a:gd name="T10" fmla="*/ 29 w 51"/>
                <a:gd name="T11" fmla="*/ 49 h 51"/>
                <a:gd name="T12" fmla="*/ 20 w 51"/>
                <a:gd name="T13" fmla="*/ 48 h 51"/>
                <a:gd name="T14" fmla="*/ 2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4" y="0"/>
                    <a:pt x="29" y="0"/>
                    <a:pt x="31" y="3"/>
                  </a:cubicBezTo>
                  <a:cubicBezTo>
                    <a:pt x="49" y="24"/>
                    <a:pt x="49" y="24"/>
                    <a:pt x="49" y="24"/>
                  </a:cubicBezTo>
                  <a:cubicBezTo>
                    <a:pt x="51" y="26"/>
                    <a:pt x="51" y="31"/>
                    <a:pt x="48" y="33"/>
                  </a:cubicBezTo>
                  <a:cubicBezTo>
                    <a:pt x="29" y="49"/>
                    <a:pt x="29" y="49"/>
                    <a:pt x="29" y="49"/>
                  </a:cubicBezTo>
                  <a:cubicBezTo>
                    <a:pt x="26" y="51"/>
                    <a:pt x="22" y="51"/>
                    <a:pt x="20" y="48"/>
                  </a:cubicBezTo>
                  <a:cubicBezTo>
                    <a:pt x="2" y="27"/>
                    <a:pt x="2" y="27"/>
                    <a:pt x="2" y="27"/>
                  </a:cubicBezTo>
                  <a:cubicBezTo>
                    <a:pt x="0" y="25"/>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51" name="Freeform 119"/>
            <p:cNvSpPr>
              <a:spLocks/>
            </p:cNvSpPr>
            <p:nvPr/>
          </p:nvSpPr>
          <p:spPr bwMode="auto">
            <a:xfrm>
              <a:off x="3425825" y="1992312"/>
              <a:ext cx="107950" cy="107950"/>
            </a:xfrm>
            <a:custGeom>
              <a:avLst/>
              <a:gdLst>
                <a:gd name="T0" fmla="*/ 3 w 51"/>
                <a:gd name="T1" fmla="*/ 18 h 51"/>
                <a:gd name="T2" fmla="*/ 21 w 51"/>
                <a:gd name="T3" fmla="*/ 2 h 51"/>
                <a:gd name="T4" fmla="*/ 31 w 51"/>
                <a:gd name="T5" fmla="*/ 3 h 51"/>
                <a:gd name="T6" fmla="*/ 48 w 51"/>
                <a:gd name="T7" fmla="*/ 24 h 51"/>
                <a:gd name="T8" fmla="*/ 47 w 51"/>
                <a:gd name="T9" fmla="*/ 33 h 51"/>
                <a:gd name="T10" fmla="*/ 29 w 51"/>
                <a:gd name="T11" fmla="*/ 49 h 51"/>
                <a:gd name="T12" fmla="*/ 19 w 51"/>
                <a:gd name="T13" fmla="*/ 48 h 51"/>
                <a:gd name="T14" fmla="*/ 2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1" y="2"/>
                    <a:pt x="21" y="2"/>
                    <a:pt x="21" y="2"/>
                  </a:cubicBezTo>
                  <a:cubicBezTo>
                    <a:pt x="24" y="0"/>
                    <a:pt x="28" y="0"/>
                    <a:pt x="31" y="3"/>
                  </a:cubicBezTo>
                  <a:cubicBezTo>
                    <a:pt x="48" y="24"/>
                    <a:pt x="48" y="24"/>
                    <a:pt x="48" y="24"/>
                  </a:cubicBezTo>
                  <a:cubicBezTo>
                    <a:pt x="51" y="27"/>
                    <a:pt x="50" y="31"/>
                    <a:pt x="47" y="33"/>
                  </a:cubicBezTo>
                  <a:cubicBezTo>
                    <a:pt x="29" y="49"/>
                    <a:pt x="29" y="49"/>
                    <a:pt x="29" y="49"/>
                  </a:cubicBezTo>
                  <a:cubicBezTo>
                    <a:pt x="26" y="51"/>
                    <a:pt x="22" y="51"/>
                    <a:pt x="19"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52" name="Freeform 120"/>
            <p:cNvSpPr>
              <a:spLocks/>
            </p:cNvSpPr>
            <p:nvPr/>
          </p:nvSpPr>
          <p:spPr bwMode="auto">
            <a:xfrm>
              <a:off x="3489325" y="2068512"/>
              <a:ext cx="107950" cy="107950"/>
            </a:xfrm>
            <a:custGeom>
              <a:avLst/>
              <a:gdLst>
                <a:gd name="T0" fmla="*/ 3 w 51"/>
                <a:gd name="T1" fmla="*/ 18 h 51"/>
                <a:gd name="T2" fmla="*/ 22 w 51"/>
                <a:gd name="T3" fmla="*/ 3 h 51"/>
                <a:gd name="T4" fmla="*/ 31 w 51"/>
                <a:gd name="T5" fmla="*/ 3 h 51"/>
                <a:gd name="T6" fmla="*/ 49 w 51"/>
                <a:gd name="T7" fmla="*/ 24 h 51"/>
                <a:gd name="T8" fmla="*/ 48 w 51"/>
                <a:gd name="T9" fmla="*/ 33 h 51"/>
                <a:gd name="T10" fmla="*/ 30 w 51"/>
                <a:gd name="T11" fmla="*/ 49 h 51"/>
                <a:gd name="T12" fmla="*/ 20 w 51"/>
                <a:gd name="T13" fmla="*/ 48 h 51"/>
                <a:gd name="T14" fmla="*/ 3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3"/>
                    <a:pt x="22" y="3"/>
                    <a:pt x="22" y="3"/>
                  </a:cubicBezTo>
                  <a:cubicBezTo>
                    <a:pt x="25" y="0"/>
                    <a:pt x="29" y="0"/>
                    <a:pt x="31" y="3"/>
                  </a:cubicBezTo>
                  <a:cubicBezTo>
                    <a:pt x="49" y="24"/>
                    <a:pt x="49" y="24"/>
                    <a:pt x="49" y="24"/>
                  </a:cubicBezTo>
                  <a:cubicBezTo>
                    <a:pt x="51" y="27"/>
                    <a:pt x="51" y="31"/>
                    <a:pt x="48" y="33"/>
                  </a:cubicBezTo>
                  <a:cubicBezTo>
                    <a:pt x="30" y="49"/>
                    <a:pt x="30" y="49"/>
                    <a:pt x="30" y="49"/>
                  </a:cubicBezTo>
                  <a:cubicBezTo>
                    <a:pt x="27" y="51"/>
                    <a:pt x="22" y="51"/>
                    <a:pt x="20" y="48"/>
                  </a:cubicBezTo>
                  <a:cubicBezTo>
                    <a:pt x="3" y="28"/>
                    <a:pt x="3" y="28"/>
                    <a:pt x="3" y="28"/>
                  </a:cubicBezTo>
                  <a:cubicBezTo>
                    <a:pt x="0" y="25"/>
                    <a:pt x="1"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53" name="Freeform 121"/>
            <p:cNvSpPr>
              <a:spLocks/>
            </p:cNvSpPr>
            <p:nvPr/>
          </p:nvSpPr>
          <p:spPr bwMode="auto">
            <a:xfrm>
              <a:off x="3556000" y="2144712"/>
              <a:ext cx="107950" cy="109538"/>
            </a:xfrm>
            <a:custGeom>
              <a:avLst/>
              <a:gdLst>
                <a:gd name="T0" fmla="*/ 3 w 51"/>
                <a:gd name="T1" fmla="*/ 18 h 52"/>
                <a:gd name="T2" fmla="*/ 22 w 51"/>
                <a:gd name="T3" fmla="*/ 3 h 52"/>
                <a:gd name="T4" fmla="*/ 31 w 51"/>
                <a:gd name="T5" fmla="*/ 3 h 52"/>
                <a:gd name="T6" fmla="*/ 48 w 51"/>
                <a:gd name="T7" fmla="*/ 24 h 52"/>
                <a:gd name="T8" fmla="*/ 48 w 51"/>
                <a:gd name="T9" fmla="*/ 33 h 52"/>
                <a:gd name="T10" fmla="*/ 29 w 51"/>
                <a:gd name="T11" fmla="*/ 49 h 52"/>
                <a:gd name="T12" fmla="*/ 20 w 51"/>
                <a:gd name="T13" fmla="*/ 48 h 52"/>
                <a:gd name="T14" fmla="*/ 2 w 51"/>
                <a:gd name="T15" fmla="*/ 28 h 52"/>
                <a:gd name="T16" fmla="*/ 3 w 51"/>
                <a:gd name="T17"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2">
                  <a:moveTo>
                    <a:pt x="3" y="18"/>
                  </a:moveTo>
                  <a:cubicBezTo>
                    <a:pt x="22" y="3"/>
                    <a:pt x="22" y="3"/>
                    <a:pt x="22" y="3"/>
                  </a:cubicBezTo>
                  <a:cubicBezTo>
                    <a:pt x="24" y="0"/>
                    <a:pt x="29" y="1"/>
                    <a:pt x="31" y="3"/>
                  </a:cubicBezTo>
                  <a:cubicBezTo>
                    <a:pt x="48" y="24"/>
                    <a:pt x="48" y="24"/>
                    <a:pt x="48" y="24"/>
                  </a:cubicBezTo>
                  <a:cubicBezTo>
                    <a:pt x="51" y="27"/>
                    <a:pt x="50" y="31"/>
                    <a:pt x="48" y="33"/>
                  </a:cubicBezTo>
                  <a:cubicBezTo>
                    <a:pt x="29" y="49"/>
                    <a:pt x="29" y="49"/>
                    <a:pt x="29" y="49"/>
                  </a:cubicBezTo>
                  <a:cubicBezTo>
                    <a:pt x="26" y="52"/>
                    <a:pt x="22" y="51"/>
                    <a:pt x="20"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54" name="Freeform 122"/>
            <p:cNvSpPr>
              <a:spLocks/>
            </p:cNvSpPr>
            <p:nvPr/>
          </p:nvSpPr>
          <p:spPr bwMode="auto">
            <a:xfrm>
              <a:off x="3165475" y="1841500"/>
              <a:ext cx="96838" cy="95250"/>
            </a:xfrm>
            <a:custGeom>
              <a:avLst/>
              <a:gdLst>
                <a:gd name="T0" fmla="*/ 3 w 46"/>
                <a:gd name="T1" fmla="*/ 19 h 45"/>
                <a:gd name="T2" fmla="*/ 23 w 46"/>
                <a:gd name="T3" fmla="*/ 2 h 45"/>
                <a:gd name="T4" fmla="*/ 31 w 46"/>
                <a:gd name="T5" fmla="*/ 3 h 45"/>
                <a:gd name="T6" fmla="*/ 44 w 46"/>
                <a:gd name="T7" fmla="*/ 18 h 45"/>
                <a:gd name="T8" fmla="*/ 43 w 46"/>
                <a:gd name="T9" fmla="*/ 26 h 45"/>
                <a:gd name="T10" fmla="*/ 23 w 46"/>
                <a:gd name="T11" fmla="*/ 43 h 45"/>
                <a:gd name="T12" fmla="*/ 15 w 46"/>
                <a:gd name="T13" fmla="*/ 42 h 45"/>
                <a:gd name="T14" fmla="*/ 2 w 46"/>
                <a:gd name="T15" fmla="*/ 27 h 45"/>
                <a:gd name="T16" fmla="*/ 3 w 46"/>
                <a:gd name="T17"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5">
                  <a:moveTo>
                    <a:pt x="3" y="19"/>
                  </a:moveTo>
                  <a:cubicBezTo>
                    <a:pt x="23" y="2"/>
                    <a:pt x="23" y="2"/>
                    <a:pt x="23" y="2"/>
                  </a:cubicBezTo>
                  <a:cubicBezTo>
                    <a:pt x="26" y="0"/>
                    <a:pt x="29" y="0"/>
                    <a:pt x="31" y="3"/>
                  </a:cubicBezTo>
                  <a:cubicBezTo>
                    <a:pt x="44" y="18"/>
                    <a:pt x="44" y="18"/>
                    <a:pt x="44" y="18"/>
                  </a:cubicBezTo>
                  <a:cubicBezTo>
                    <a:pt x="46" y="20"/>
                    <a:pt x="46" y="24"/>
                    <a:pt x="43" y="26"/>
                  </a:cubicBezTo>
                  <a:cubicBezTo>
                    <a:pt x="23" y="43"/>
                    <a:pt x="23" y="43"/>
                    <a:pt x="23" y="43"/>
                  </a:cubicBezTo>
                  <a:cubicBezTo>
                    <a:pt x="21" y="45"/>
                    <a:pt x="17" y="45"/>
                    <a:pt x="15" y="42"/>
                  </a:cubicBezTo>
                  <a:cubicBezTo>
                    <a:pt x="2" y="27"/>
                    <a:pt x="2" y="27"/>
                    <a:pt x="2" y="27"/>
                  </a:cubicBezTo>
                  <a:cubicBezTo>
                    <a:pt x="0" y="25"/>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55" name="Freeform 123"/>
            <p:cNvSpPr>
              <a:spLocks/>
            </p:cNvSpPr>
            <p:nvPr/>
          </p:nvSpPr>
          <p:spPr bwMode="auto">
            <a:xfrm>
              <a:off x="3148013" y="1903412"/>
              <a:ext cx="177800" cy="168275"/>
            </a:xfrm>
            <a:custGeom>
              <a:avLst/>
              <a:gdLst>
                <a:gd name="T0" fmla="*/ 4 w 84"/>
                <a:gd name="T1" fmla="*/ 46 h 80"/>
                <a:gd name="T2" fmla="*/ 55 w 84"/>
                <a:gd name="T3" fmla="*/ 3 h 80"/>
                <a:gd name="T4" fmla="*/ 65 w 84"/>
                <a:gd name="T5" fmla="*/ 4 h 80"/>
                <a:gd name="T6" fmla="*/ 82 w 84"/>
                <a:gd name="T7" fmla="*/ 24 h 80"/>
                <a:gd name="T8" fmla="*/ 81 w 84"/>
                <a:gd name="T9" fmla="*/ 34 h 80"/>
                <a:gd name="T10" fmla="*/ 30 w 84"/>
                <a:gd name="T11" fmla="*/ 77 h 80"/>
                <a:gd name="T12" fmla="*/ 20 w 84"/>
                <a:gd name="T13" fmla="*/ 76 h 80"/>
                <a:gd name="T14" fmla="*/ 3 w 84"/>
                <a:gd name="T15" fmla="*/ 56 h 80"/>
                <a:gd name="T16" fmla="*/ 4 w 84"/>
                <a:gd name="T17" fmla="*/ 4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80">
                  <a:moveTo>
                    <a:pt x="4" y="46"/>
                  </a:moveTo>
                  <a:cubicBezTo>
                    <a:pt x="55" y="3"/>
                    <a:pt x="55" y="3"/>
                    <a:pt x="55" y="3"/>
                  </a:cubicBezTo>
                  <a:cubicBezTo>
                    <a:pt x="58" y="0"/>
                    <a:pt x="62" y="1"/>
                    <a:pt x="65" y="4"/>
                  </a:cubicBezTo>
                  <a:cubicBezTo>
                    <a:pt x="82" y="24"/>
                    <a:pt x="82" y="24"/>
                    <a:pt x="82" y="24"/>
                  </a:cubicBezTo>
                  <a:cubicBezTo>
                    <a:pt x="84" y="27"/>
                    <a:pt x="84" y="31"/>
                    <a:pt x="81" y="34"/>
                  </a:cubicBezTo>
                  <a:cubicBezTo>
                    <a:pt x="30" y="77"/>
                    <a:pt x="30" y="77"/>
                    <a:pt x="30" y="77"/>
                  </a:cubicBezTo>
                  <a:cubicBezTo>
                    <a:pt x="27" y="80"/>
                    <a:pt x="22" y="79"/>
                    <a:pt x="20" y="76"/>
                  </a:cubicBezTo>
                  <a:cubicBezTo>
                    <a:pt x="3" y="56"/>
                    <a:pt x="3" y="56"/>
                    <a:pt x="3" y="56"/>
                  </a:cubicBezTo>
                  <a:cubicBezTo>
                    <a:pt x="0" y="53"/>
                    <a:pt x="1" y="49"/>
                    <a:pt x="4" y="4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56" name="Freeform 124"/>
            <p:cNvSpPr>
              <a:spLocks/>
            </p:cNvSpPr>
            <p:nvPr/>
          </p:nvSpPr>
          <p:spPr bwMode="auto">
            <a:xfrm>
              <a:off x="3262313" y="1981200"/>
              <a:ext cx="130175" cy="125413"/>
            </a:xfrm>
            <a:custGeom>
              <a:avLst/>
              <a:gdLst>
                <a:gd name="T0" fmla="*/ 4 w 61"/>
                <a:gd name="T1" fmla="*/ 26 h 59"/>
                <a:gd name="T2" fmla="*/ 31 w 61"/>
                <a:gd name="T3" fmla="*/ 2 h 59"/>
                <a:gd name="T4" fmla="*/ 41 w 61"/>
                <a:gd name="T5" fmla="*/ 3 h 59"/>
                <a:gd name="T6" fmla="*/ 58 w 61"/>
                <a:gd name="T7" fmla="*/ 23 h 59"/>
                <a:gd name="T8" fmla="*/ 57 w 61"/>
                <a:gd name="T9" fmla="*/ 33 h 59"/>
                <a:gd name="T10" fmla="*/ 30 w 61"/>
                <a:gd name="T11" fmla="*/ 56 h 59"/>
                <a:gd name="T12" fmla="*/ 20 w 61"/>
                <a:gd name="T13" fmla="*/ 55 h 59"/>
                <a:gd name="T14" fmla="*/ 3 w 61"/>
                <a:gd name="T15" fmla="*/ 36 h 59"/>
                <a:gd name="T16" fmla="*/ 4 w 61"/>
                <a:gd name="T17" fmla="*/ 2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9">
                  <a:moveTo>
                    <a:pt x="4" y="26"/>
                  </a:moveTo>
                  <a:cubicBezTo>
                    <a:pt x="31" y="2"/>
                    <a:pt x="31" y="2"/>
                    <a:pt x="31" y="2"/>
                  </a:cubicBezTo>
                  <a:cubicBezTo>
                    <a:pt x="34" y="0"/>
                    <a:pt x="39" y="0"/>
                    <a:pt x="41" y="3"/>
                  </a:cubicBezTo>
                  <a:cubicBezTo>
                    <a:pt x="58" y="23"/>
                    <a:pt x="58" y="23"/>
                    <a:pt x="58" y="23"/>
                  </a:cubicBezTo>
                  <a:cubicBezTo>
                    <a:pt x="61" y="26"/>
                    <a:pt x="60" y="30"/>
                    <a:pt x="57" y="33"/>
                  </a:cubicBezTo>
                  <a:cubicBezTo>
                    <a:pt x="30" y="56"/>
                    <a:pt x="30" y="56"/>
                    <a:pt x="30" y="56"/>
                  </a:cubicBezTo>
                  <a:cubicBezTo>
                    <a:pt x="27" y="59"/>
                    <a:pt x="22" y="59"/>
                    <a:pt x="20" y="55"/>
                  </a:cubicBezTo>
                  <a:cubicBezTo>
                    <a:pt x="3" y="36"/>
                    <a:pt x="3" y="36"/>
                    <a:pt x="3" y="36"/>
                  </a:cubicBezTo>
                  <a:cubicBezTo>
                    <a:pt x="0" y="33"/>
                    <a:pt x="1" y="28"/>
                    <a:pt x="4" y="2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57" name="Freeform 125"/>
            <p:cNvSpPr>
              <a:spLocks/>
            </p:cNvSpPr>
            <p:nvPr/>
          </p:nvSpPr>
          <p:spPr bwMode="auto">
            <a:xfrm>
              <a:off x="3268663" y="2057400"/>
              <a:ext cx="187325" cy="173038"/>
            </a:xfrm>
            <a:custGeom>
              <a:avLst/>
              <a:gdLst>
                <a:gd name="T0" fmla="*/ 4 w 88"/>
                <a:gd name="T1" fmla="*/ 49 h 82"/>
                <a:gd name="T2" fmla="*/ 59 w 88"/>
                <a:gd name="T3" fmla="*/ 2 h 82"/>
                <a:gd name="T4" fmla="*/ 69 w 88"/>
                <a:gd name="T5" fmla="*/ 3 h 82"/>
                <a:gd name="T6" fmla="*/ 86 w 88"/>
                <a:gd name="T7" fmla="*/ 23 h 82"/>
                <a:gd name="T8" fmla="*/ 85 w 88"/>
                <a:gd name="T9" fmla="*/ 33 h 82"/>
                <a:gd name="T10" fmla="*/ 30 w 88"/>
                <a:gd name="T11" fmla="*/ 80 h 82"/>
                <a:gd name="T12" fmla="*/ 20 w 88"/>
                <a:gd name="T13" fmla="*/ 79 h 82"/>
                <a:gd name="T14" fmla="*/ 3 w 88"/>
                <a:gd name="T15" fmla="*/ 59 h 82"/>
                <a:gd name="T16" fmla="*/ 4 w 88"/>
                <a:gd name="T17" fmla="*/ 4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82">
                  <a:moveTo>
                    <a:pt x="4" y="49"/>
                  </a:moveTo>
                  <a:cubicBezTo>
                    <a:pt x="59" y="2"/>
                    <a:pt x="59" y="2"/>
                    <a:pt x="59" y="2"/>
                  </a:cubicBezTo>
                  <a:cubicBezTo>
                    <a:pt x="62" y="0"/>
                    <a:pt x="67" y="0"/>
                    <a:pt x="69" y="3"/>
                  </a:cubicBezTo>
                  <a:cubicBezTo>
                    <a:pt x="86" y="23"/>
                    <a:pt x="86" y="23"/>
                    <a:pt x="86" y="23"/>
                  </a:cubicBezTo>
                  <a:cubicBezTo>
                    <a:pt x="88" y="26"/>
                    <a:pt x="88" y="30"/>
                    <a:pt x="85" y="33"/>
                  </a:cubicBezTo>
                  <a:cubicBezTo>
                    <a:pt x="30" y="80"/>
                    <a:pt x="30" y="80"/>
                    <a:pt x="30" y="80"/>
                  </a:cubicBezTo>
                  <a:cubicBezTo>
                    <a:pt x="27" y="82"/>
                    <a:pt x="22" y="82"/>
                    <a:pt x="20" y="79"/>
                  </a:cubicBezTo>
                  <a:cubicBezTo>
                    <a:pt x="3" y="59"/>
                    <a:pt x="3" y="59"/>
                    <a:pt x="3" y="59"/>
                  </a:cubicBezTo>
                  <a:cubicBezTo>
                    <a:pt x="0" y="56"/>
                    <a:pt x="1" y="52"/>
                    <a:pt x="4" y="4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58" name="Freeform 126"/>
            <p:cNvSpPr>
              <a:spLocks/>
            </p:cNvSpPr>
            <p:nvPr/>
          </p:nvSpPr>
          <p:spPr bwMode="auto">
            <a:xfrm>
              <a:off x="3413125" y="2133600"/>
              <a:ext cx="107950" cy="107950"/>
            </a:xfrm>
            <a:custGeom>
              <a:avLst/>
              <a:gdLst>
                <a:gd name="T0" fmla="*/ 3 w 51"/>
                <a:gd name="T1" fmla="*/ 18 h 51"/>
                <a:gd name="T2" fmla="*/ 22 w 51"/>
                <a:gd name="T3" fmla="*/ 2 h 51"/>
                <a:gd name="T4" fmla="*/ 31 w 51"/>
                <a:gd name="T5" fmla="*/ 3 h 51"/>
                <a:gd name="T6" fmla="*/ 49 w 51"/>
                <a:gd name="T7" fmla="*/ 23 h 51"/>
                <a:gd name="T8" fmla="*/ 48 w 51"/>
                <a:gd name="T9" fmla="*/ 33 h 51"/>
                <a:gd name="T10" fmla="*/ 30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5" y="0"/>
                    <a:pt x="29" y="0"/>
                    <a:pt x="31" y="3"/>
                  </a:cubicBezTo>
                  <a:cubicBezTo>
                    <a:pt x="49" y="23"/>
                    <a:pt x="49" y="23"/>
                    <a:pt x="49" y="23"/>
                  </a:cubicBezTo>
                  <a:cubicBezTo>
                    <a:pt x="51" y="26"/>
                    <a:pt x="51" y="30"/>
                    <a:pt x="48" y="33"/>
                  </a:cubicBezTo>
                  <a:cubicBezTo>
                    <a:pt x="30" y="49"/>
                    <a:pt x="30" y="49"/>
                    <a:pt x="30" y="49"/>
                  </a:cubicBezTo>
                  <a:cubicBezTo>
                    <a:pt x="27" y="51"/>
                    <a:pt x="22" y="51"/>
                    <a:pt x="20" y="48"/>
                  </a:cubicBezTo>
                  <a:cubicBezTo>
                    <a:pt x="3" y="27"/>
                    <a:pt x="3" y="27"/>
                    <a:pt x="3" y="27"/>
                  </a:cubicBezTo>
                  <a:cubicBezTo>
                    <a:pt x="0" y="24"/>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59" name="Freeform 127"/>
            <p:cNvSpPr>
              <a:spLocks/>
            </p:cNvSpPr>
            <p:nvPr/>
          </p:nvSpPr>
          <p:spPr bwMode="auto">
            <a:xfrm>
              <a:off x="3478213" y="2209800"/>
              <a:ext cx="109538" cy="107950"/>
            </a:xfrm>
            <a:custGeom>
              <a:avLst/>
              <a:gdLst>
                <a:gd name="T0" fmla="*/ 3 w 51"/>
                <a:gd name="T1" fmla="*/ 18 h 51"/>
                <a:gd name="T2" fmla="*/ 22 w 51"/>
                <a:gd name="T3" fmla="*/ 2 h 51"/>
                <a:gd name="T4" fmla="*/ 31 w 51"/>
                <a:gd name="T5" fmla="*/ 3 h 51"/>
                <a:gd name="T6" fmla="*/ 48 w 51"/>
                <a:gd name="T7" fmla="*/ 23 h 51"/>
                <a:gd name="T8" fmla="*/ 48 w 51"/>
                <a:gd name="T9" fmla="*/ 33 h 51"/>
                <a:gd name="T10" fmla="*/ 29 w 51"/>
                <a:gd name="T11" fmla="*/ 49 h 51"/>
                <a:gd name="T12" fmla="*/ 20 w 51"/>
                <a:gd name="T13" fmla="*/ 48 h 51"/>
                <a:gd name="T14" fmla="*/ 2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4" y="0"/>
                    <a:pt x="29" y="0"/>
                    <a:pt x="31" y="3"/>
                  </a:cubicBezTo>
                  <a:cubicBezTo>
                    <a:pt x="48" y="23"/>
                    <a:pt x="48" y="23"/>
                    <a:pt x="48" y="23"/>
                  </a:cubicBezTo>
                  <a:cubicBezTo>
                    <a:pt x="51" y="26"/>
                    <a:pt x="50" y="31"/>
                    <a:pt x="48" y="33"/>
                  </a:cubicBezTo>
                  <a:cubicBezTo>
                    <a:pt x="29" y="49"/>
                    <a:pt x="29" y="49"/>
                    <a:pt x="29" y="49"/>
                  </a:cubicBezTo>
                  <a:cubicBezTo>
                    <a:pt x="26" y="51"/>
                    <a:pt x="22" y="51"/>
                    <a:pt x="20" y="48"/>
                  </a:cubicBezTo>
                  <a:cubicBezTo>
                    <a:pt x="2" y="27"/>
                    <a:pt x="2" y="27"/>
                    <a:pt x="2" y="27"/>
                  </a:cubicBezTo>
                  <a:cubicBezTo>
                    <a:pt x="0" y="25"/>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60" name="Freeform 128"/>
            <p:cNvSpPr>
              <a:spLocks/>
            </p:cNvSpPr>
            <p:nvPr/>
          </p:nvSpPr>
          <p:spPr bwMode="auto">
            <a:xfrm>
              <a:off x="3095625" y="1906587"/>
              <a:ext cx="90488" cy="88900"/>
            </a:xfrm>
            <a:custGeom>
              <a:avLst/>
              <a:gdLst>
                <a:gd name="T0" fmla="*/ 3 w 43"/>
                <a:gd name="T1" fmla="*/ 17 h 42"/>
                <a:gd name="T2" fmla="*/ 20 w 43"/>
                <a:gd name="T3" fmla="*/ 2 h 42"/>
                <a:gd name="T4" fmla="*/ 28 w 43"/>
                <a:gd name="T5" fmla="*/ 2 h 42"/>
                <a:gd name="T6" fmla="*/ 41 w 43"/>
                <a:gd name="T7" fmla="*/ 17 h 42"/>
                <a:gd name="T8" fmla="*/ 40 w 43"/>
                <a:gd name="T9" fmla="*/ 25 h 42"/>
                <a:gd name="T10" fmla="*/ 23 w 43"/>
                <a:gd name="T11" fmla="*/ 40 h 42"/>
                <a:gd name="T12" fmla="*/ 15 w 43"/>
                <a:gd name="T13" fmla="*/ 39 h 42"/>
                <a:gd name="T14" fmla="*/ 2 w 43"/>
                <a:gd name="T15" fmla="*/ 24 h 42"/>
                <a:gd name="T16" fmla="*/ 3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7"/>
                  </a:moveTo>
                  <a:cubicBezTo>
                    <a:pt x="20" y="2"/>
                    <a:pt x="20" y="2"/>
                    <a:pt x="20" y="2"/>
                  </a:cubicBezTo>
                  <a:cubicBezTo>
                    <a:pt x="23" y="0"/>
                    <a:pt x="26" y="0"/>
                    <a:pt x="28" y="2"/>
                  </a:cubicBezTo>
                  <a:cubicBezTo>
                    <a:pt x="41" y="17"/>
                    <a:pt x="41" y="17"/>
                    <a:pt x="41" y="17"/>
                  </a:cubicBezTo>
                  <a:cubicBezTo>
                    <a:pt x="43" y="20"/>
                    <a:pt x="43" y="23"/>
                    <a:pt x="40" y="25"/>
                  </a:cubicBezTo>
                  <a:cubicBezTo>
                    <a:pt x="23" y="40"/>
                    <a:pt x="23" y="40"/>
                    <a:pt x="23" y="40"/>
                  </a:cubicBezTo>
                  <a:cubicBezTo>
                    <a:pt x="21" y="42"/>
                    <a:pt x="17" y="42"/>
                    <a:pt x="15" y="39"/>
                  </a:cubicBezTo>
                  <a:cubicBezTo>
                    <a:pt x="2" y="24"/>
                    <a:pt x="2" y="24"/>
                    <a:pt x="2" y="24"/>
                  </a:cubicBezTo>
                  <a:cubicBezTo>
                    <a:pt x="0" y="22"/>
                    <a:pt x="1" y="18"/>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61" name="Freeform 129"/>
            <p:cNvSpPr>
              <a:spLocks/>
            </p:cNvSpPr>
            <p:nvPr/>
          </p:nvSpPr>
          <p:spPr bwMode="auto">
            <a:xfrm>
              <a:off x="3024188" y="1966912"/>
              <a:ext cx="90488" cy="90488"/>
            </a:xfrm>
            <a:custGeom>
              <a:avLst/>
              <a:gdLst>
                <a:gd name="T0" fmla="*/ 3 w 43"/>
                <a:gd name="T1" fmla="*/ 17 h 43"/>
                <a:gd name="T2" fmla="*/ 21 w 43"/>
                <a:gd name="T3" fmla="*/ 2 h 43"/>
                <a:gd name="T4" fmla="*/ 28 w 43"/>
                <a:gd name="T5" fmla="*/ 3 h 43"/>
                <a:gd name="T6" fmla="*/ 41 w 43"/>
                <a:gd name="T7" fmla="*/ 18 h 43"/>
                <a:gd name="T8" fmla="*/ 41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1" y="2"/>
                    <a:pt x="21" y="2"/>
                    <a:pt x="21" y="2"/>
                  </a:cubicBezTo>
                  <a:cubicBezTo>
                    <a:pt x="23" y="0"/>
                    <a:pt x="27" y="1"/>
                    <a:pt x="28" y="3"/>
                  </a:cubicBezTo>
                  <a:cubicBezTo>
                    <a:pt x="41" y="18"/>
                    <a:pt x="41" y="18"/>
                    <a:pt x="41" y="18"/>
                  </a:cubicBezTo>
                  <a:cubicBezTo>
                    <a:pt x="43" y="20"/>
                    <a:pt x="43" y="24"/>
                    <a:pt x="41" y="26"/>
                  </a:cubicBezTo>
                  <a:cubicBezTo>
                    <a:pt x="23" y="41"/>
                    <a:pt x="23" y="41"/>
                    <a:pt x="23" y="41"/>
                  </a:cubicBezTo>
                  <a:cubicBezTo>
                    <a:pt x="21" y="43"/>
                    <a:pt x="17" y="42"/>
                    <a:pt x="15" y="40"/>
                  </a:cubicBezTo>
                  <a:cubicBezTo>
                    <a:pt x="2" y="25"/>
                    <a:pt x="2" y="25"/>
                    <a:pt x="2" y="25"/>
                  </a:cubicBezTo>
                  <a:cubicBezTo>
                    <a:pt x="0" y="23"/>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62" name="Freeform 130"/>
            <p:cNvSpPr>
              <a:spLocks/>
            </p:cNvSpPr>
            <p:nvPr/>
          </p:nvSpPr>
          <p:spPr bwMode="auto">
            <a:xfrm>
              <a:off x="2952750" y="2027237"/>
              <a:ext cx="92075" cy="88900"/>
            </a:xfrm>
            <a:custGeom>
              <a:avLst/>
              <a:gdLst>
                <a:gd name="T0" fmla="*/ 2 w 43"/>
                <a:gd name="T1" fmla="*/ 17 h 42"/>
                <a:gd name="T2" fmla="*/ 20 w 43"/>
                <a:gd name="T3" fmla="*/ 2 h 42"/>
                <a:gd name="T4" fmla="*/ 28 w 43"/>
                <a:gd name="T5" fmla="*/ 3 h 42"/>
                <a:gd name="T6" fmla="*/ 41 w 43"/>
                <a:gd name="T7" fmla="*/ 18 h 42"/>
                <a:gd name="T8" fmla="*/ 40 w 43"/>
                <a:gd name="T9" fmla="*/ 25 h 42"/>
                <a:gd name="T10" fmla="*/ 22 w 43"/>
                <a:gd name="T11" fmla="*/ 40 h 42"/>
                <a:gd name="T12" fmla="*/ 15 w 43"/>
                <a:gd name="T13" fmla="*/ 40 h 42"/>
                <a:gd name="T14" fmla="*/ 2 w 43"/>
                <a:gd name="T15" fmla="*/ 25 h 42"/>
                <a:gd name="T16" fmla="*/ 2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2" y="17"/>
                  </a:moveTo>
                  <a:cubicBezTo>
                    <a:pt x="20" y="2"/>
                    <a:pt x="20" y="2"/>
                    <a:pt x="20" y="2"/>
                  </a:cubicBezTo>
                  <a:cubicBezTo>
                    <a:pt x="22" y="0"/>
                    <a:pt x="26" y="0"/>
                    <a:pt x="28" y="3"/>
                  </a:cubicBezTo>
                  <a:cubicBezTo>
                    <a:pt x="41" y="18"/>
                    <a:pt x="41" y="18"/>
                    <a:pt x="41" y="18"/>
                  </a:cubicBezTo>
                  <a:cubicBezTo>
                    <a:pt x="43" y="20"/>
                    <a:pt x="42" y="23"/>
                    <a:pt x="40" y="25"/>
                  </a:cubicBezTo>
                  <a:cubicBezTo>
                    <a:pt x="22" y="40"/>
                    <a:pt x="22" y="40"/>
                    <a:pt x="22" y="40"/>
                  </a:cubicBezTo>
                  <a:cubicBezTo>
                    <a:pt x="20" y="42"/>
                    <a:pt x="16" y="42"/>
                    <a:pt x="15" y="40"/>
                  </a:cubicBezTo>
                  <a:cubicBezTo>
                    <a:pt x="2" y="25"/>
                    <a:pt x="2" y="25"/>
                    <a:pt x="2" y="25"/>
                  </a:cubicBezTo>
                  <a:cubicBezTo>
                    <a:pt x="0" y="22"/>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63" name="Freeform 131"/>
            <p:cNvSpPr>
              <a:spLocks/>
            </p:cNvSpPr>
            <p:nvPr/>
          </p:nvSpPr>
          <p:spPr bwMode="auto">
            <a:xfrm>
              <a:off x="2881313" y="2089150"/>
              <a:ext cx="92075" cy="88900"/>
            </a:xfrm>
            <a:custGeom>
              <a:avLst/>
              <a:gdLst>
                <a:gd name="T0" fmla="*/ 3 w 43"/>
                <a:gd name="T1" fmla="*/ 16 h 42"/>
                <a:gd name="T2" fmla="*/ 20 w 43"/>
                <a:gd name="T3" fmla="*/ 2 h 42"/>
                <a:gd name="T4" fmla="*/ 28 w 43"/>
                <a:gd name="T5" fmla="*/ 2 h 42"/>
                <a:gd name="T6" fmla="*/ 41 w 43"/>
                <a:gd name="T7" fmla="*/ 17 h 42"/>
                <a:gd name="T8" fmla="*/ 40 w 43"/>
                <a:gd name="T9" fmla="*/ 25 h 42"/>
                <a:gd name="T10" fmla="*/ 23 w 43"/>
                <a:gd name="T11" fmla="*/ 40 h 42"/>
                <a:gd name="T12" fmla="*/ 15 w 43"/>
                <a:gd name="T13" fmla="*/ 39 h 42"/>
                <a:gd name="T14" fmla="*/ 2 w 43"/>
                <a:gd name="T15" fmla="*/ 24 h 42"/>
                <a:gd name="T16" fmla="*/ 3 w 43"/>
                <a:gd name="T17"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6"/>
                  </a:moveTo>
                  <a:cubicBezTo>
                    <a:pt x="20" y="2"/>
                    <a:pt x="20" y="2"/>
                    <a:pt x="20" y="2"/>
                  </a:cubicBezTo>
                  <a:cubicBezTo>
                    <a:pt x="22" y="0"/>
                    <a:pt x="26" y="0"/>
                    <a:pt x="28" y="2"/>
                  </a:cubicBezTo>
                  <a:cubicBezTo>
                    <a:pt x="41" y="17"/>
                    <a:pt x="41" y="17"/>
                    <a:pt x="41" y="17"/>
                  </a:cubicBezTo>
                  <a:cubicBezTo>
                    <a:pt x="43" y="20"/>
                    <a:pt x="42" y="23"/>
                    <a:pt x="40" y="25"/>
                  </a:cubicBezTo>
                  <a:cubicBezTo>
                    <a:pt x="23" y="40"/>
                    <a:pt x="23" y="40"/>
                    <a:pt x="23" y="40"/>
                  </a:cubicBezTo>
                  <a:cubicBezTo>
                    <a:pt x="20" y="42"/>
                    <a:pt x="17" y="42"/>
                    <a:pt x="15" y="39"/>
                  </a:cubicBezTo>
                  <a:cubicBezTo>
                    <a:pt x="2" y="24"/>
                    <a:pt x="2" y="24"/>
                    <a:pt x="2" y="24"/>
                  </a:cubicBezTo>
                  <a:cubicBezTo>
                    <a:pt x="0" y="22"/>
                    <a:pt x="0" y="18"/>
                    <a:pt x="3" y="1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64" name="Freeform 132"/>
            <p:cNvSpPr>
              <a:spLocks/>
            </p:cNvSpPr>
            <p:nvPr/>
          </p:nvSpPr>
          <p:spPr bwMode="auto">
            <a:xfrm>
              <a:off x="2809875" y="2147887"/>
              <a:ext cx="90488" cy="92075"/>
            </a:xfrm>
            <a:custGeom>
              <a:avLst/>
              <a:gdLst>
                <a:gd name="T0" fmla="*/ 3 w 43"/>
                <a:gd name="T1" fmla="*/ 17 h 43"/>
                <a:gd name="T2" fmla="*/ 20 w 43"/>
                <a:gd name="T3" fmla="*/ 2 h 43"/>
                <a:gd name="T4" fmla="*/ 28 w 43"/>
                <a:gd name="T5" fmla="*/ 3 h 43"/>
                <a:gd name="T6" fmla="*/ 41 w 43"/>
                <a:gd name="T7" fmla="*/ 18 h 43"/>
                <a:gd name="T8" fmla="*/ 40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0" y="2"/>
                    <a:pt x="20" y="2"/>
                    <a:pt x="20" y="2"/>
                  </a:cubicBezTo>
                  <a:cubicBezTo>
                    <a:pt x="23" y="0"/>
                    <a:pt x="26" y="1"/>
                    <a:pt x="28" y="3"/>
                  </a:cubicBezTo>
                  <a:cubicBezTo>
                    <a:pt x="41" y="18"/>
                    <a:pt x="41" y="18"/>
                    <a:pt x="41" y="18"/>
                  </a:cubicBezTo>
                  <a:cubicBezTo>
                    <a:pt x="43" y="20"/>
                    <a:pt x="43" y="24"/>
                    <a:pt x="40" y="26"/>
                  </a:cubicBezTo>
                  <a:cubicBezTo>
                    <a:pt x="23" y="41"/>
                    <a:pt x="23" y="41"/>
                    <a:pt x="23" y="41"/>
                  </a:cubicBezTo>
                  <a:cubicBezTo>
                    <a:pt x="20" y="43"/>
                    <a:pt x="17" y="42"/>
                    <a:pt x="15" y="40"/>
                  </a:cubicBezTo>
                  <a:cubicBezTo>
                    <a:pt x="2" y="25"/>
                    <a:pt x="2" y="25"/>
                    <a:pt x="2" y="25"/>
                  </a:cubicBezTo>
                  <a:cubicBezTo>
                    <a:pt x="0" y="23"/>
                    <a:pt x="0"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65" name="Freeform 133"/>
            <p:cNvSpPr>
              <a:spLocks/>
            </p:cNvSpPr>
            <p:nvPr/>
          </p:nvSpPr>
          <p:spPr bwMode="auto">
            <a:xfrm>
              <a:off x="2736850" y="2209800"/>
              <a:ext cx="92075" cy="88900"/>
            </a:xfrm>
            <a:custGeom>
              <a:avLst/>
              <a:gdLst>
                <a:gd name="T0" fmla="*/ 3 w 43"/>
                <a:gd name="T1" fmla="*/ 17 h 42"/>
                <a:gd name="T2" fmla="*/ 21 w 43"/>
                <a:gd name="T3" fmla="*/ 2 h 42"/>
                <a:gd name="T4" fmla="*/ 28 w 43"/>
                <a:gd name="T5" fmla="*/ 2 h 42"/>
                <a:gd name="T6" fmla="*/ 41 w 43"/>
                <a:gd name="T7" fmla="*/ 18 h 42"/>
                <a:gd name="T8" fmla="*/ 41 w 43"/>
                <a:gd name="T9" fmla="*/ 25 h 42"/>
                <a:gd name="T10" fmla="*/ 23 w 43"/>
                <a:gd name="T11" fmla="*/ 40 h 42"/>
                <a:gd name="T12" fmla="*/ 15 w 43"/>
                <a:gd name="T13" fmla="*/ 40 h 42"/>
                <a:gd name="T14" fmla="*/ 2 w 43"/>
                <a:gd name="T15" fmla="*/ 25 h 42"/>
                <a:gd name="T16" fmla="*/ 3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7"/>
                  </a:moveTo>
                  <a:cubicBezTo>
                    <a:pt x="21" y="2"/>
                    <a:pt x="21" y="2"/>
                    <a:pt x="21" y="2"/>
                  </a:cubicBezTo>
                  <a:cubicBezTo>
                    <a:pt x="23" y="0"/>
                    <a:pt x="26" y="0"/>
                    <a:pt x="28" y="2"/>
                  </a:cubicBezTo>
                  <a:cubicBezTo>
                    <a:pt x="41" y="18"/>
                    <a:pt x="41" y="18"/>
                    <a:pt x="41" y="18"/>
                  </a:cubicBezTo>
                  <a:cubicBezTo>
                    <a:pt x="43" y="20"/>
                    <a:pt x="43" y="23"/>
                    <a:pt x="41" y="25"/>
                  </a:cubicBezTo>
                  <a:cubicBezTo>
                    <a:pt x="23" y="40"/>
                    <a:pt x="23" y="40"/>
                    <a:pt x="23" y="40"/>
                  </a:cubicBezTo>
                  <a:cubicBezTo>
                    <a:pt x="21" y="42"/>
                    <a:pt x="17" y="42"/>
                    <a:pt x="15" y="40"/>
                  </a:cubicBezTo>
                  <a:cubicBezTo>
                    <a:pt x="2" y="25"/>
                    <a:pt x="2" y="25"/>
                    <a:pt x="2" y="25"/>
                  </a:cubicBezTo>
                  <a:cubicBezTo>
                    <a:pt x="0" y="22"/>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66" name="Freeform 134"/>
            <p:cNvSpPr>
              <a:spLocks/>
            </p:cNvSpPr>
            <p:nvPr/>
          </p:nvSpPr>
          <p:spPr bwMode="auto">
            <a:xfrm>
              <a:off x="2667000" y="2271712"/>
              <a:ext cx="88900" cy="88900"/>
            </a:xfrm>
            <a:custGeom>
              <a:avLst/>
              <a:gdLst>
                <a:gd name="T0" fmla="*/ 2 w 42"/>
                <a:gd name="T1" fmla="*/ 16 h 42"/>
                <a:gd name="T2" fmla="*/ 20 w 42"/>
                <a:gd name="T3" fmla="*/ 1 h 42"/>
                <a:gd name="T4" fmla="*/ 28 w 42"/>
                <a:gd name="T5" fmla="*/ 2 h 42"/>
                <a:gd name="T6" fmla="*/ 40 w 42"/>
                <a:gd name="T7" fmla="*/ 17 h 42"/>
                <a:gd name="T8" fmla="*/ 40 w 42"/>
                <a:gd name="T9" fmla="*/ 25 h 42"/>
                <a:gd name="T10" fmla="*/ 22 w 42"/>
                <a:gd name="T11" fmla="*/ 40 h 42"/>
                <a:gd name="T12" fmla="*/ 14 w 42"/>
                <a:gd name="T13" fmla="*/ 39 h 42"/>
                <a:gd name="T14" fmla="*/ 2 w 42"/>
                <a:gd name="T15" fmla="*/ 24 h 42"/>
                <a:gd name="T16" fmla="*/ 2 w 42"/>
                <a:gd name="T17"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2">
                  <a:moveTo>
                    <a:pt x="2" y="16"/>
                  </a:moveTo>
                  <a:cubicBezTo>
                    <a:pt x="20" y="1"/>
                    <a:pt x="20" y="1"/>
                    <a:pt x="20" y="1"/>
                  </a:cubicBezTo>
                  <a:cubicBezTo>
                    <a:pt x="22" y="0"/>
                    <a:pt x="26" y="0"/>
                    <a:pt x="28" y="2"/>
                  </a:cubicBezTo>
                  <a:cubicBezTo>
                    <a:pt x="40" y="17"/>
                    <a:pt x="40" y="17"/>
                    <a:pt x="40" y="17"/>
                  </a:cubicBezTo>
                  <a:cubicBezTo>
                    <a:pt x="42" y="20"/>
                    <a:pt x="42" y="23"/>
                    <a:pt x="40" y="25"/>
                  </a:cubicBezTo>
                  <a:cubicBezTo>
                    <a:pt x="22" y="40"/>
                    <a:pt x="22" y="40"/>
                    <a:pt x="22" y="40"/>
                  </a:cubicBezTo>
                  <a:cubicBezTo>
                    <a:pt x="20" y="42"/>
                    <a:pt x="16" y="42"/>
                    <a:pt x="14" y="39"/>
                  </a:cubicBezTo>
                  <a:cubicBezTo>
                    <a:pt x="2" y="24"/>
                    <a:pt x="2" y="24"/>
                    <a:pt x="2" y="24"/>
                  </a:cubicBezTo>
                  <a:cubicBezTo>
                    <a:pt x="0" y="22"/>
                    <a:pt x="0" y="18"/>
                    <a:pt x="2" y="1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67" name="Freeform 135"/>
            <p:cNvSpPr>
              <a:spLocks/>
            </p:cNvSpPr>
            <p:nvPr/>
          </p:nvSpPr>
          <p:spPr bwMode="auto">
            <a:xfrm>
              <a:off x="2595563" y="2330450"/>
              <a:ext cx="90488" cy="92075"/>
            </a:xfrm>
            <a:custGeom>
              <a:avLst/>
              <a:gdLst>
                <a:gd name="T0" fmla="*/ 2 w 43"/>
                <a:gd name="T1" fmla="*/ 17 h 43"/>
                <a:gd name="T2" fmla="*/ 20 w 43"/>
                <a:gd name="T3" fmla="*/ 2 h 43"/>
                <a:gd name="T4" fmla="*/ 28 w 43"/>
                <a:gd name="T5" fmla="*/ 3 h 43"/>
                <a:gd name="T6" fmla="*/ 41 w 43"/>
                <a:gd name="T7" fmla="*/ 18 h 43"/>
                <a:gd name="T8" fmla="*/ 40 w 43"/>
                <a:gd name="T9" fmla="*/ 26 h 43"/>
                <a:gd name="T10" fmla="*/ 22 w 43"/>
                <a:gd name="T11" fmla="*/ 41 h 43"/>
                <a:gd name="T12" fmla="*/ 15 w 43"/>
                <a:gd name="T13" fmla="*/ 40 h 43"/>
                <a:gd name="T14" fmla="*/ 2 w 43"/>
                <a:gd name="T15" fmla="*/ 25 h 43"/>
                <a:gd name="T16" fmla="*/ 2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2" y="17"/>
                  </a:moveTo>
                  <a:cubicBezTo>
                    <a:pt x="20" y="2"/>
                    <a:pt x="20" y="2"/>
                    <a:pt x="20" y="2"/>
                  </a:cubicBezTo>
                  <a:cubicBezTo>
                    <a:pt x="22" y="0"/>
                    <a:pt x="26" y="0"/>
                    <a:pt x="28" y="3"/>
                  </a:cubicBezTo>
                  <a:cubicBezTo>
                    <a:pt x="41" y="18"/>
                    <a:pt x="41" y="18"/>
                    <a:pt x="41" y="18"/>
                  </a:cubicBezTo>
                  <a:cubicBezTo>
                    <a:pt x="43" y="20"/>
                    <a:pt x="42" y="24"/>
                    <a:pt x="40" y="26"/>
                  </a:cubicBezTo>
                  <a:cubicBezTo>
                    <a:pt x="22" y="41"/>
                    <a:pt x="22" y="41"/>
                    <a:pt x="22" y="41"/>
                  </a:cubicBezTo>
                  <a:cubicBezTo>
                    <a:pt x="20" y="43"/>
                    <a:pt x="17" y="42"/>
                    <a:pt x="15" y="40"/>
                  </a:cubicBezTo>
                  <a:cubicBezTo>
                    <a:pt x="2" y="25"/>
                    <a:pt x="2" y="25"/>
                    <a:pt x="2" y="25"/>
                  </a:cubicBezTo>
                  <a:cubicBezTo>
                    <a:pt x="0" y="23"/>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68" name="Freeform 136"/>
            <p:cNvSpPr>
              <a:spLocks/>
            </p:cNvSpPr>
            <p:nvPr/>
          </p:nvSpPr>
          <p:spPr bwMode="auto">
            <a:xfrm>
              <a:off x="2524125" y="2392362"/>
              <a:ext cx="90488" cy="88900"/>
            </a:xfrm>
            <a:custGeom>
              <a:avLst/>
              <a:gdLst>
                <a:gd name="T0" fmla="*/ 3 w 43"/>
                <a:gd name="T1" fmla="*/ 17 h 42"/>
                <a:gd name="T2" fmla="*/ 20 w 43"/>
                <a:gd name="T3" fmla="*/ 2 h 42"/>
                <a:gd name="T4" fmla="*/ 28 w 43"/>
                <a:gd name="T5" fmla="*/ 2 h 42"/>
                <a:gd name="T6" fmla="*/ 41 w 43"/>
                <a:gd name="T7" fmla="*/ 18 h 42"/>
                <a:gd name="T8" fmla="*/ 40 w 43"/>
                <a:gd name="T9" fmla="*/ 25 h 42"/>
                <a:gd name="T10" fmla="*/ 23 w 43"/>
                <a:gd name="T11" fmla="*/ 40 h 42"/>
                <a:gd name="T12" fmla="*/ 15 w 43"/>
                <a:gd name="T13" fmla="*/ 40 h 42"/>
                <a:gd name="T14" fmla="*/ 2 w 43"/>
                <a:gd name="T15" fmla="*/ 25 h 42"/>
                <a:gd name="T16" fmla="*/ 3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7"/>
                  </a:moveTo>
                  <a:cubicBezTo>
                    <a:pt x="20" y="2"/>
                    <a:pt x="20" y="2"/>
                    <a:pt x="20" y="2"/>
                  </a:cubicBezTo>
                  <a:cubicBezTo>
                    <a:pt x="23" y="0"/>
                    <a:pt x="26" y="0"/>
                    <a:pt x="28" y="2"/>
                  </a:cubicBezTo>
                  <a:cubicBezTo>
                    <a:pt x="41" y="18"/>
                    <a:pt x="41" y="18"/>
                    <a:pt x="41" y="18"/>
                  </a:cubicBezTo>
                  <a:cubicBezTo>
                    <a:pt x="43" y="20"/>
                    <a:pt x="43" y="23"/>
                    <a:pt x="40" y="25"/>
                  </a:cubicBezTo>
                  <a:cubicBezTo>
                    <a:pt x="23" y="40"/>
                    <a:pt x="23" y="40"/>
                    <a:pt x="23" y="40"/>
                  </a:cubicBezTo>
                  <a:cubicBezTo>
                    <a:pt x="20" y="42"/>
                    <a:pt x="17" y="42"/>
                    <a:pt x="15" y="40"/>
                  </a:cubicBezTo>
                  <a:cubicBezTo>
                    <a:pt x="2" y="25"/>
                    <a:pt x="2" y="25"/>
                    <a:pt x="2" y="25"/>
                  </a:cubicBezTo>
                  <a:cubicBezTo>
                    <a:pt x="0" y="22"/>
                    <a:pt x="0"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69" name="Freeform 137"/>
            <p:cNvSpPr>
              <a:spLocks/>
            </p:cNvSpPr>
            <p:nvPr/>
          </p:nvSpPr>
          <p:spPr bwMode="auto">
            <a:xfrm>
              <a:off x="2451100" y="2451100"/>
              <a:ext cx="92075" cy="92075"/>
            </a:xfrm>
            <a:custGeom>
              <a:avLst/>
              <a:gdLst>
                <a:gd name="T0" fmla="*/ 3 w 43"/>
                <a:gd name="T1" fmla="*/ 17 h 43"/>
                <a:gd name="T2" fmla="*/ 21 w 43"/>
                <a:gd name="T3" fmla="*/ 2 h 43"/>
                <a:gd name="T4" fmla="*/ 28 w 43"/>
                <a:gd name="T5" fmla="*/ 3 h 43"/>
                <a:gd name="T6" fmla="*/ 41 w 43"/>
                <a:gd name="T7" fmla="*/ 18 h 43"/>
                <a:gd name="T8" fmla="*/ 41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1" y="2"/>
                    <a:pt x="21" y="2"/>
                    <a:pt x="21" y="2"/>
                  </a:cubicBezTo>
                  <a:cubicBezTo>
                    <a:pt x="23" y="0"/>
                    <a:pt x="26" y="1"/>
                    <a:pt x="28" y="3"/>
                  </a:cubicBezTo>
                  <a:cubicBezTo>
                    <a:pt x="41" y="18"/>
                    <a:pt x="41" y="18"/>
                    <a:pt x="41" y="18"/>
                  </a:cubicBezTo>
                  <a:cubicBezTo>
                    <a:pt x="43" y="21"/>
                    <a:pt x="43" y="24"/>
                    <a:pt x="41" y="26"/>
                  </a:cubicBezTo>
                  <a:cubicBezTo>
                    <a:pt x="23" y="41"/>
                    <a:pt x="23" y="41"/>
                    <a:pt x="23" y="41"/>
                  </a:cubicBezTo>
                  <a:cubicBezTo>
                    <a:pt x="21" y="43"/>
                    <a:pt x="17" y="43"/>
                    <a:pt x="15" y="40"/>
                  </a:cubicBezTo>
                  <a:cubicBezTo>
                    <a:pt x="2" y="25"/>
                    <a:pt x="2" y="25"/>
                    <a:pt x="2" y="25"/>
                  </a:cubicBezTo>
                  <a:cubicBezTo>
                    <a:pt x="0" y="23"/>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70" name="Freeform 138"/>
            <p:cNvSpPr>
              <a:spLocks/>
            </p:cNvSpPr>
            <p:nvPr/>
          </p:nvSpPr>
          <p:spPr bwMode="auto">
            <a:xfrm>
              <a:off x="2381250" y="2513012"/>
              <a:ext cx="88900" cy="90488"/>
            </a:xfrm>
            <a:custGeom>
              <a:avLst/>
              <a:gdLst>
                <a:gd name="T0" fmla="*/ 2 w 42"/>
                <a:gd name="T1" fmla="*/ 17 h 43"/>
                <a:gd name="T2" fmla="*/ 20 w 42"/>
                <a:gd name="T3" fmla="*/ 2 h 43"/>
                <a:gd name="T4" fmla="*/ 28 w 42"/>
                <a:gd name="T5" fmla="*/ 3 h 43"/>
                <a:gd name="T6" fmla="*/ 40 w 42"/>
                <a:gd name="T7" fmla="*/ 18 h 43"/>
                <a:gd name="T8" fmla="*/ 40 w 42"/>
                <a:gd name="T9" fmla="*/ 26 h 43"/>
                <a:gd name="T10" fmla="*/ 22 w 42"/>
                <a:gd name="T11" fmla="*/ 41 h 43"/>
                <a:gd name="T12" fmla="*/ 14 w 42"/>
                <a:gd name="T13" fmla="*/ 40 h 43"/>
                <a:gd name="T14" fmla="*/ 2 w 42"/>
                <a:gd name="T15" fmla="*/ 25 h 43"/>
                <a:gd name="T16" fmla="*/ 2 w 42"/>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3">
                  <a:moveTo>
                    <a:pt x="2" y="17"/>
                  </a:moveTo>
                  <a:cubicBezTo>
                    <a:pt x="20" y="2"/>
                    <a:pt x="20" y="2"/>
                    <a:pt x="20" y="2"/>
                  </a:cubicBezTo>
                  <a:cubicBezTo>
                    <a:pt x="22" y="0"/>
                    <a:pt x="26" y="0"/>
                    <a:pt x="28" y="3"/>
                  </a:cubicBezTo>
                  <a:cubicBezTo>
                    <a:pt x="40" y="18"/>
                    <a:pt x="40" y="18"/>
                    <a:pt x="40" y="18"/>
                  </a:cubicBezTo>
                  <a:cubicBezTo>
                    <a:pt x="42" y="20"/>
                    <a:pt x="42" y="24"/>
                    <a:pt x="40" y="26"/>
                  </a:cubicBezTo>
                  <a:cubicBezTo>
                    <a:pt x="22" y="41"/>
                    <a:pt x="22" y="41"/>
                    <a:pt x="22" y="41"/>
                  </a:cubicBezTo>
                  <a:cubicBezTo>
                    <a:pt x="20" y="43"/>
                    <a:pt x="16" y="42"/>
                    <a:pt x="14" y="40"/>
                  </a:cubicBezTo>
                  <a:cubicBezTo>
                    <a:pt x="2" y="25"/>
                    <a:pt x="2" y="25"/>
                    <a:pt x="2" y="25"/>
                  </a:cubicBezTo>
                  <a:cubicBezTo>
                    <a:pt x="0" y="23"/>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71" name="Freeform 139"/>
            <p:cNvSpPr>
              <a:spLocks/>
            </p:cNvSpPr>
            <p:nvPr/>
          </p:nvSpPr>
          <p:spPr bwMode="auto">
            <a:xfrm>
              <a:off x="2309813" y="2574925"/>
              <a:ext cx="90488" cy="88900"/>
            </a:xfrm>
            <a:custGeom>
              <a:avLst/>
              <a:gdLst>
                <a:gd name="T0" fmla="*/ 2 w 43"/>
                <a:gd name="T1" fmla="*/ 17 h 42"/>
                <a:gd name="T2" fmla="*/ 20 w 43"/>
                <a:gd name="T3" fmla="*/ 2 h 42"/>
                <a:gd name="T4" fmla="*/ 28 w 43"/>
                <a:gd name="T5" fmla="*/ 2 h 42"/>
                <a:gd name="T6" fmla="*/ 41 w 43"/>
                <a:gd name="T7" fmla="*/ 18 h 42"/>
                <a:gd name="T8" fmla="*/ 40 w 43"/>
                <a:gd name="T9" fmla="*/ 25 h 42"/>
                <a:gd name="T10" fmla="*/ 22 w 43"/>
                <a:gd name="T11" fmla="*/ 40 h 42"/>
                <a:gd name="T12" fmla="*/ 15 w 43"/>
                <a:gd name="T13" fmla="*/ 40 h 42"/>
                <a:gd name="T14" fmla="*/ 2 w 43"/>
                <a:gd name="T15" fmla="*/ 24 h 42"/>
                <a:gd name="T16" fmla="*/ 2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2" y="17"/>
                  </a:moveTo>
                  <a:cubicBezTo>
                    <a:pt x="20" y="2"/>
                    <a:pt x="20" y="2"/>
                    <a:pt x="20" y="2"/>
                  </a:cubicBezTo>
                  <a:cubicBezTo>
                    <a:pt x="22" y="0"/>
                    <a:pt x="26" y="0"/>
                    <a:pt x="28" y="2"/>
                  </a:cubicBezTo>
                  <a:cubicBezTo>
                    <a:pt x="41" y="18"/>
                    <a:pt x="41" y="18"/>
                    <a:pt x="41" y="18"/>
                  </a:cubicBezTo>
                  <a:cubicBezTo>
                    <a:pt x="43" y="20"/>
                    <a:pt x="42" y="23"/>
                    <a:pt x="40" y="25"/>
                  </a:cubicBezTo>
                  <a:cubicBezTo>
                    <a:pt x="22" y="40"/>
                    <a:pt x="22" y="40"/>
                    <a:pt x="22" y="40"/>
                  </a:cubicBezTo>
                  <a:cubicBezTo>
                    <a:pt x="20" y="42"/>
                    <a:pt x="17" y="42"/>
                    <a:pt x="15" y="40"/>
                  </a:cubicBezTo>
                  <a:cubicBezTo>
                    <a:pt x="2" y="24"/>
                    <a:pt x="2" y="24"/>
                    <a:pt x="2" y="24"/>
                  </a:cubicBezTo>
                  <a:cubicBezTo>
                    <a:pt x="0" y="22"/>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72" name="Freeform 140"/>
            <p:cNvSpPr>
              <a:spLocks/>
            </p:cNvSpPr>
            <p:nvPr/>
          </p:nvSpPr>
          <p:spPr bwMode="auto">
            <a:xfrm>
              <a:off x="2236788" y="2633662"/>
              <a:ext cx="92075" cy="90488"/>
            </a:xfrm>
            <a:custGeom>
              <a:avLst/>
              <a:gdLst>
                <a:gd name="T0" fmla="*/ 3 w 43"/>
                <a:gd name="T1" fmla="*/ 17 h 43"/>
                <a:gd name="T2" fmla="*/ 20 w 43"/>
                <a:gd name="T3" fmla="*/ 2 h 43"/>
                <a:gd name="T4" fmla="*/ 28 w 43"/>
                <a:gd name="T5" fmla="*/ 3 h 43"/>
                <a:gd name="T6" fmla="*/ 41 w 43"/>
                <a:gd name="T7" fmla="*/ 18 h 43"/>
                <a:gd name="T8" fmla="*/ 40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0" y="2"/>
                    <a:pt x="20" y="2"/>
                    <a:pt x="20" y="2"/>
                  </a:cubicBezTo>
                  <a:cubicBezTo>
                    <a:pt x="23" y="0"/>
                    <a:pt x="26" y="1"/>
                    <a:pt x="28" y="3"/>
                  </a:cubicBezTo>
                  <a:cubicBezTo>
                    <a:pt x="41" y="18"/>
                    <a:pt x="41" y="18"/>
                    <a:pt x="41" y="18"/>
                  </a:cubicBezTo>
                  <a:cubicBezTo>
                    <a:pt x="43" y="20"/>
                    <a:pt x="43" y="24"/>
                    <a:pt x="40" y="26"/>
                  </a:cubicBezTo>
                  <a:cubicBezTo>
                    <a:pt x="23" y="41"/>
                    <a:pt x="23" y="41"/>
                    <a:pt x="23" y="41"/>
                  </a:cubicBezTo>
                  <a:cubicBezTo>
                    <a:pt x="20" y="43"/>
                    <a:pt x="17" y="43"/>
                    <a:pt x="15" y="40"/>
                  </a:cubicBezTo>
                  <a:cubicBezTo>
                    <a:pt x="2" y="25"/>
                    <a:pt x="2" y="25"/>
                    <a:pt x="2" y="25"/>
                  </a:cubicBezTo>
                  <a:cubicBezTo>
                    <a:pt x="0" y="23"/>
                    <a:pt x="0"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73" name="Freeform 141"/>
            <p:cNvSpPr>
              <a:spLocks/>
            </p:cNvSpPr>
            <p:nvPr/>
          </p:nvSpPr>
          <p:spPr bwMode="auto">
            <a:xfrm>
              <a:off x="2165350" y="2695575"/>
              <a:ext cx="90488" cy="90488"/>
            </a:xfrm>
            <a:custGeom>
              <a:avLst/>
              <a:gdLst>
                <a:gd name="T0" fmla="*/ 3 w 43"/>
                <a:gd name="T1" fmla="*/ 17 h 43"/>
                <a:gd name="T2" fmla="*/ 20 w 43"/>
                <a:gd name="T3" fmla="*/ 2 h 43"/>
                <a:gd name="T4" fmla="*/ 28 w 43"/>
                <a:gd name="T5" fmla="*/ 3 h 43"/>
                <a:gd name="T6" fmla="*/ 41 w 43"/>
                <a:gd name="T7" fmla="*/ 18 h 43"/>
                <a:gd name="T8" fmla="*/ 40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0" y="2"/>
                    <a:pt x="20" y="2"/>
                    <a:pt x="20" y="2"/>
                  </a:cubicBezTo>
                  <a:cubicBezTo>
                    <a:pt x="23" y="0"/>
                    <a:pt x="26" y="0"/>
                    <a:pt x="28" y="3"/>
                  </a:cubicBezTo>
                  <a:cubicBezTo>
                    <a:pt x="41" y="18"/>
                    <a:pt x="41" y="18"/>
                    <a:pt x="41" y="18"/>
                  </a:cubicBezTo>
                  <a:cubicBezTo>
                    <a:pt x="43" y="20"/>
                    <a:pt x="43" y="24"/>
                    <a:pt x="40" y="26"/>
                  </a:cubicBezTo>
                  <a:cubicBezTo>
                    <a:pt x="23" y="41"/>
                    <a:pt x="23" y="41"/>
                    <a:pt x="23" y="41"/>
                  </a:cubicBezTo>
                  <a:cubicBezTo>
                    <a:pt x="20" y="43"/>
                    <a:pt x="17" y="42"/>
                    <a:pt x="15" y="40"/>
                  </a:cubicBezTo>
                  <a:cubicBezTo>
                    <a:pt x="2" y="25"/>
                    <a:pt x="2" y="25"/>
                    <a:pt x="2" y="25"/>
                  </a:cubicBezTo>
                  <a:cubicBezTo>
                    <a:pt x="0" y="22"/>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74" name="Freeform 142"/>
            <p:cNvSpPr>
              <a:spLocks/>
            </p:cNvSpPr>
            <p:nvPr/>
          </p:nvSpPr>
          <p:spPr bwMode="auto">
            <a:xfrm>
              <a:off x="2084388" y="2759075"/>
              <a:ext cx="98425" cy="95250"/>
            </a:xfrm>
            <a:custGeom>
              <a:avLst/>
              <a:gdLst>
                <a:gd name="T0" fmla="*/ 3 w 46"/>
                <a:gd name="T1" fmla="*/ 19 h 45"/>
                <a:gd name="T2" fmla="*/ 23 w 46"/>
                <a:gd name="T3" fmla="*/ 2 h 45"/>
                <a:gd name="T4" fmla="*/ 31 w 46"/>
                <a:gd name="T5" fmla="*/ 3 h 45"/>
                <a:gd name="T6" fmla="*/ 44 w 46"/>
                <a:gd name="T7" fmla="*/ 18 h 45"/>
                <a:gd name="T8" fmla="*/ 43 w 46"/>
                <a:gd name="T9" fmla="*/ 25 h 45"/>
                <a:gd name="T10" fmla="*/ 23 w 46"/>
                <a:gd name="T11" fmla="*/ 43 h 45"/>
                <a:gd name="T12" fmla="*/ 15 w 46"/>
                <a:gd name="T13" fmla="*/ 42 h 45"/>
                <a:gd name="T14" fmla="*/ 2 w 46"/>
                <a:gd name="T15" fmla="*/ 27 h 45"/>
                <a:gd name="T16" fmla="*/ 3 w 46"/>
                <a:gd name="T17"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5">
                  <a:moveTo>
                    <a:pt x="3" y="19"/>
                  </a:moveTo>
                  <a:cubicBezTo>
                    <a:pt x="23" y="2"/>
                    <a:pt x="23" y="2"/>
                    <a:pt x="23" y="2"/>
                  </a:cubicBezTo>
                  <a:cubicBezTo>
                    <a:pt x="26" y="0"/>
                    <a:pt x="29" y="0"/>
                    <a:pt x="31" y="3"/>
                  </a:cubicBezTo>
                  <a:cubicBezTo>
                    <a:pt x="44" y="18"/>
                    <a:pt x="44" y="18"/>
                    <a:pt x="44" y="18"/>
                  </a:cubicBezTo>
                  <a:cubicBezTo>
                    <a:pt x="46" y="20"/>
                    <a:pt x="46" y="24"/>
                    <a:pt x="43" y="25"/>
                  </a:cubicBezTo>
                  <a:cubicBezTo>
                    <a:pt x="23" y="43"/>
                    <a:pt x="23" y="43"/>
                    <a:pt x="23" y="43"/>
                  </a:cubicBezTo>
                  <a:cubicBezTo>
                    <a:pt x="21" y="45"/>
                    <a:pt x="17" y="44"/>
                    <a:pt x="15" y="42"/>
                  </a:cubicBezTo>
                  <a:cubicBezTo>
                    <a:pt x="2" y="27"/>
                    <a:pt x="2" y="27"/>
                    <a:pt x="2" y="27"/>
                  </a:cubicBezTo>
                  <a:cubicBezTo>
                    <a:pt x="0" y="25"/>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75" name="Freeform 143"/>
            <p:cNvSpPr>
              <a:spLocks/>
            </p:cNvSpPr>
            <p:nvPr/>
          </p:nvSpPr>
          <p:spPr bwMode="auto">
            <a:xfrm>
              <a:off x="3071813" y="2027237"/>
              <a:ext cx="107950" cy="107950"/>
            </a:xfrm>
            <a:custGeom>
              <a:avLst/>
              <a:gdLst>
                <a:gd name="T0" fmla="*/ 3 w 51"/>
                <a:gd name="T1" fmla="*/ 18 h 51"/>
                <a:gd name="T2" fmla="*/ 21 w 51"/>
                <a:gd name="T3" fmla="*/ 3 h 51"/>
                <a:gd name="T4" fmla="*/ 31 w 51"/>
                <a:gd name="T5" fmla="*/ 4 h 51"/>
                <a:gd name="T6" fmla="*/ 48 w 51"/>
                <a:gd name="T7" fmla="*/ 24 h 51"/>
                <a:gd name="T8" fmla="*/ 47 w 51"/>
                <a:gd name="T9" fmla="*/ 34 h 51"/>
                <a:gd name="T10" fmla="*/ 29 w 51"/>
                <a:gd name="T11" fmla="*/ 49 h 51"/>
                <a:gd name="T12" fmla="*/ 20 w 51"/>
                <a:gd name="T13" fmla="*/ 48 h 51"/>
                <a:gd name="T14" fmla="*/ 2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1" y="3"/>
                    <a:pt x="21" y="3"/>
                    <a:pt x="21" y="3"/>
                  </a:cubicBezTo>
                  <a:cubicBezTo>
                    <a:pt x="24" y="0"/>
                    <a:pt x="28" y="1"/>
                    <a:pt x="31" y="4"/>
                  </a:cubicBezTo>
                  <a:cubicBezTo>
                    <a:pt x="48" y="24"/>
                    <a:pt x="48" y="24"/>
                    <a:pt x="48" y="24"/>
                  </a:cubicBezTo>
                  <a:cubicBezTo>
                    <a:pt x="51" y="27"/>
                    <a:pt x="50" y="31"/>
                    <a:pt x="47" y="34"/>
                  </a:cubicBezTo>
                  <a:cubicBezTo>
                    <a:pt x="29" y="49"/>
                    <a:pt x="29" y="49"/>
                    <a:pt x="29" y="49"/>
                  </a:cubicBezTo>
                  <a:cubicBezTo>
                    <a:pt x="27" y="51"/>
                    <a:pt x="22" y="51"/>
                    <a:pt x="20"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76" name="Freeform 144"/>
            <p:cNvSpPr>
              <a:spLocks/>
            </p:cNvSpPr>
            <p:nvPr/>
          </p:nvSpPr>
          <p:spPr bwMode="auto">
            <a:xfrm>
              <a:off x="2994025" y="2095500"/>
              <a:ext cx="107950" cy="106363"/>
            </a:xfrm>
            <a:custGeom>
              <a:avLst/>
              <a:gdLst>
                <a:gd name="T0" fmla="*/ 4 w 51"/>
                <a:gd name="T1" fmla="*/ 17 h 50"/>
                <a:gd name="T2" fmla="*/ 22 w 51"/>
                <a:gd name="T3" fmla="*/ 2 h 50"/>
                <a:gd name="T4" fmla="*/ 31 w 51"/>
                <a:gd name="T5" fmla="*/ 3 h 50"/>
                <a:gd name="T6" fmla="*/ 49 w 51"/>
                <a:gd name="T7" fmla="*/ 23 h 50"/>
                <a:gd name="T8" fmla="*/ 48 w 51"/>
                <a:gd name="T9" fmla="*/ 33 h 50"/>
                <a:gd name="T10" fmla="*/ 30 w 51"/>
                <a:gd name="T11" fmla="*/ 48 h 50"/>
                <a:gd name="T12" fmla="*/ 20 w 51"/>
                <a:gd name="T13" fmla="*/ 47 h 50"/>
                <a:gd name="T14" fmla="*/ 3 w 51"/>
                <a:gd name="T15" fmla="*/ 27 h 50"/>
                <a:gd name="T16" fmla="*/ 4 w 51"/>
                <a:gd name="T17"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0">
                  <a:moveTo>
                    <a:pt x="4" y="17"/>
                  </a:moveTo>
                  <a:cubicBezTo>
                    <a:pt x="22" y="2"/>
                    <a:pt x="22" y="2"/>
                    <a:pt x="22" y="2"/>
                  </a:cubicBezTo>
                  <a:cubicBezTo>
                    <a:pt x="24" y="0"/>
                    <a:pt x="29" y="0"/>
                    <a:pt x="31" y="3"/>
                  </a:cubicBezTo>
                  <a:cubicBezTo>
                    <a:pt x="49" y="23"/>
                    <a:pt x="49" y="23"/>
                    <a:pt x="49" y="23"/>
                  </a:cubicBezTo>
                  <a:cubicBezTo>
                    <a:pt x="51" y="26"/>
                    <a:pt x="51" y="30"/>
                    <a:pt x="48" y="33"/>
                  </a:cubicBezTo>
                  <a:cubicBezTo>
                    <a:pt x="30" y="48"/>
                    <a:pt x="30" y="48"/>
                    <a:pt x="30" y="48"/>
                  </a:cubicBezTo>
                  <a:cubicBezTo>
                    <a:pt x="27" y="50"/>
                    <a:pt x="23" y="50"/>
                    <a:pt x="20" y="47"/>
                  </a:cubicBezTo>
                  <a:cubicBezTo>
                    <a:pt x="3" y="27"/>
                    <a:pt x="3" y="27"/>
                    <a:pt x="3" y="27"/>
                  </a:cubicBezTo>
                  <a:cubicBezTo>
                    <a:pt x="0" y="24"/>
                    <a:pt x="1" y="20"/>
                    <a:pt x="4"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77" name="Freeform 145"/>
            <p:cNvSpPr>
              <a:spLocks/>
            </p:cNvSpPr>
            <p:nvPr/>
          </p:nvSpPr>
          <p:spPr bwMode="auto">
            <a:xfrm>
              <a:off x="2917825" y="2160587"/>
              <a:ext cx="106363" cy="107950"/>
            </a:xfrm>
            <a:custGeom>
              <a:avLst/>
              <a:gdLst>
                <a:gd name="T0" fmla="*/ 3 w 50"/>
                <a:gd name="T1" fmla="*/ 17 h 51"/>
                <a:gd name="T2" fmla="*/ 21 w 50"/>
                <a:gd name="T3" fmla="*/ 2 h 51"/>
                <a:gd name="T4" fmla="*/ 30 w 50"/>
                <a:gd name="T5" fmla="*/ 3 h 51"/>
                <a:gd name="T6" fmla="*/ 48 w 50"/>
                <a:gd name="T7" fmla="*/ 23 h 51"/>
                <a:gd name="T8" fmla="*/ 47 w 50"/>
                <a:gd name="T9" fmla="*/ 33 h 51"/>
                <a:gd name="T10" fmla="*/ 29 w 50"/>
                <a:gd name="T11" fmla="*/ 48 h 51"/>
                <a:gd name="T12" fmla="*/ 20 w 50"/>
                <a:gd name="T13" fmla="*/ 47 h 51"/>
                <a:gd name="T14" fmla="*/ 2 w 50"/>
                <a:gd name="T15" fmla="*/ 27 h 51"/>
                <a:gd name="T16" fmla="*/ 3 w 50"/>
                <a:gd name="T17" fmla="*/ 1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7"/>
                  </a:moveTo>
                  <a:cubicBezTo>
                    <a:pt x="21" y="2"/>
                    <a:pt x="21" y="2"/>
                    <a:pt x="21" y="2"/>
                  </a:cubicBezTo>
                  <a:cubicBezTo>
                    <a:pt x="24" y="0"/>
                    <a:pt x="28" y="0"/>
                    <a:pt x="30" y="3"/>
                  </a:cubicBezTo>
                  <a:cubicBezTo>
                    <a:pt x="48" y="23"/>
                    <a:pt x="48" y="23"/>
                    <a:pt x="48" y="23"/>
                  </a:cubicBezTo>
                  <a:cubicBezTo>
                    <a:pt x="50" y="26"/>
                    <a:pt x="50" y="30"/>
                    <a:pt x="47" y="33"/>
                  </a:cubicBezTo>
                  <a:cubicBezTo>
                    <a:pt x="29" y="48"/>
                    <a:pt x="29" y="48"/>
                    <a:pt x="29" y="48"/>
                  </a:cubicBezTo>
                  <a:cubicBezTo>
                    <a:pt x="26" y="51"/>
                    <a:pt x="22" y="50"/>
                    <a:pt x="20" y="47"/>
                  </a:cubicBezTo>
                  <a:cubicBezTo>
                    <a:pt x="2" y="27"/>
                    <a:pt x="2" y="27"/>
                    <a:pt x="2" y="27"/>
                  </a:cubicBezTo>
                  <a:cubicBezTo>
                    <a:pt x="0" y="24"/>
                    <a:pt x="0" y="20"/>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78" name="Freeform 146"/>
            <p:cNvSpPr>
              <a:spLocks/>
            </p:cNvSpPr>
            <p:nvPr/>
          </p:nvSpPr>
          <p:spPr bwMode="auto">
            <a:xfrm>
              <a:off x="2838450" y="2227262"/>
              <a:ext cx="107950" cy="107950"/>
            </a:xfrm>
            <a:custGeom>
              <a:avLst/>
              <a:gdLst>
                <a:gd name="T0" fmla="*/ 3 w 51"/>
                <a:gd name="T1" fmla="*/ 17 h 51"/>
                <a:gd name="T2" fmla="*/ 21 w 51"/>
                <a:gd name="T3" fmla="*/ 2 h 51"/>
                <a:gd name="T4" fmla="*/ 31 w 51"/>
                <a:gd name="T5" fmla="*/ 3 h 51"/>
                <a:gd name="T6" fmla="*/ 48 w 51"/>
                <a:gd name="T7" fmla="*/ 24 h 51"/>
                <a:gd name="T8" fmla="*/ 48 w 51"/>
                <a:gd name="T9" fmla="*/ 33 h 51"/>
                <a:gd name="T10" fmla="*/ 29 w 51"/>
                <a:gd name="T11" fmla="*/ 48 h 51"/>
                <a:gd name="T12" fmla="*/ 20 w 51"/>
                <a:gd name="T13" fmla="*/ 47 h 51"/>
                <a:gd name="T14" fmla="*/ 2 w 51"/>
                <a:gd name="T15" fmla="*/ 27 h 51"/>
                <a:gd name="T16" fmla="*/ 3 w 51"/>
                <a:gd name="T17" fmla="*/ 1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7"/>
                  </a:moveTo>
                  <a:cubicBezTo>
                    <a:pt x="21" y="2"/>
                    <a:pt x="21" y="2"/>
                    <a:pt x="21" y="2"/>
                  </a:cubicBezTo>
                  <a:cubicBezTo>
                    <a:pt x="24" y="0"/>
                    <a:pt x="28" y="0"/>
                    <a:pt x="31" y="3"/>
                  </a:cubicBezTo>
                  <a:cubicBezTo>
                    <a:pt x="48" y="24"/>
                    <a:pt x="48" y="24"/>
                    <a:pt x="48" y="24"/>
                  </a:cubicBezTo>
                  <a:cubicBezTo>
                    <a:pt x="51" y="26"/>
                    <a:pt x="50" y="31"/>
                    <a:pt x="48" y="33"/>
                  </a:cubicBezTo>
                  <a:cubicBezTo>
                    <a:pt x="29" y="48"/>
                    <a:pt x="29" y="48"/>
                    <a:pt x="29" y="48"/>
                  </a:cubicBezTo>
                  <a:cubicBezTo>
                    <a:pt x="27" y="51"/>
                    <a:pt x="22" y="50"/>
                    <a:pt x="20" y="47"/>
                  </a:cubicBezTo>
                  <a:cubicBezTo>
                    <a:pt x="2" y="27"/>
                    <a:pt x="2" y="27"/>
                    <a:pt x="2" y="27"/>
                  </a:cubicBezTo>
                  <a:cubicBezTo>
                    <a:pt x="0" y="24"/>
                    <a:pt x="1" y="20"/>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79" name="Freeform 147"/>
            <p:cNvSpPr>
              <a:spLocks/>
            </p:cNvSpPr>
            <p:nvPr/>
          </p:nvSpPr>
          <p:spPr bwMode="auto">
            <a:xfrm>
              <a:off x="2762250" y="2292350"/>
              <a:ext cx="106363" cy="107950"/>
            </a:xfrm>
            <a:custGeom>
              <a:avLst/>
              <a:gdLst>
                <a:gd name="T0" fmla="*/ 3 w 50"/>
                <a:gd name="T1" fmla="*/ 18 h 51"/>
                <a:gd name="T2" fmla="*/ 21 w 50"/>
                <a:gd name="T3" fmla="*/ 2 h 51"/>
                <a:gd name="T4" fmla="*/ 30 w 50"/>
                <a:gd name="T5" fmla="*/ 3 h 51"/>
                <a:gd name="T6" fmla="*/ 48 w 50"/>
                <a:gd name="T7" fmla="*/ 24 h 51"/>
                <a:gd name="T8" fmla="*/ 47 w 50"/>
                <a:gd name="T9" fmla="*/ 33 h 51"/>
                <a:gd name="T10" fmla="*/ 29 w 50"/>
                <a:gd name="T11" fmla="*/ 48 h 51"/>
                <a:gd name="T12" fmla="*/ 19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0" y="3"/>
                  </a:cubicBezTo>
                  <a:cubicBezTo>
                    <a:pt x="48" y="24"/>
                    <a:pt x="48" y="24"/>
                    <a:pt x="48" y="24"/>
                  </a:cubicBezTo>
                  <a:cubicBezTo>
                    <a:pt x="50" y="26"/>
                    <a:pt x="50" y="31"/>
                    <a:pt x="47" y="33"/>
                  </a:cubicBezTo>
                  <a:cubicBezTo>
                    <a:pt x="29" y="48"/>
                    <a:pt x="29" y="48"/>
                    <a:pt x="29" y="48"/>
                  </a:cubicBezTo>
                  <a:cubicBezTo>
                    <a:pt x="26" y="51"/>
                    <a:pt x="22" y="50"/>
                    <a:pt x="19"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80" name="Freeform 148"/>
            <p:cNvSpPr>
              <a:spLocks/>
            </p:cNvSpPr>
            <p:nvPr/>
          </p:nvSpPr>
          <p:spPr bwMode="auto">
            <a:xfrm>
              <a:off x="2684463" y="2359025"/>
              <a:ext cx="106363" cy="107950"/>
            </a:xfrm>
            <a:custGeom>
              <a:avLst/>
              <a:gdLst>
                <a:gd name="T0" fmla="*/ 3 w 50"/>
                <a:gd name="T1" fmla="*/ 18 h 51"/>
                <a:gd name="T2" fmla="*/ 21 w 50"/>
                <a:gd name="T3" fmla="*/ 2 h 51"/>
                <a:gd name="T4" fmla="*/ 30 w 50"/>
                <a:gd name="T5" fmla="*/ 3 h 51"/>
                <a:gd name="T6" fmla="*/ 48 w 50"/>
                <a:gd name="T7" fmla="*/ 24 h 51"/>
                <a:gd name="T8" fmla="*/ 47 w 50"/>
                <a:gd name="T9" fmla="*/ 33 h 51"/>
                <a:gd name="T10" fmla="*/ 29 w 50"/>
                <a:gd name="T11" fmla="*/ 48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0" y="3"/>
                  </a:cubicBezTo>
                  <a:cubicBezTo>
                    <a:pt x="48" y="24"/>
                    <a:pt x="48" y="24"/>
                    <a:pt x="48" y="24"/>
                  </a:cubicBezTo>
                  <a:cubicBezTo>
                    <a:pt x="50" y="26"/>
                    <a:pt x="50" y="31"/>
                    <a:pt x="47" y="33"/>
                  </a:cubicBezTo>
                  <a:cubicBezTo>
                    <a:pt x="29" y="48"/>
                    <a:pt x="29" y="48"/>
                    <a:pt x="29" y="48"/>
                  </a:cubicBezTo>
                  <a:cubicBezTo>
                    <a:pt x="26" y="51"/>
                    <a:pt x="22" y="50"/>
                    <a:pt x="20"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81" name="Freeform 149"/>
            <p:cNvSpPr>
              <a:spLocks/>
            </p:cNvSpPr>
            <p:nvPr/>
          </p:nvSpPr>
          <p:spPr bwMode="auto">
            <a:xfrm>
              <a:off x="2606675" y="2424112"/>
              <a:ext cx="107950" cy="107950"/>
            </a:xfrm>
            <a:custGeom>
              <a:avLst/>
              <a:gdLst>
                <a:gd name="T0" fmla="*/ 3 w 51"/>
                <a:gd name="T1" fmla="*/ 18 h 51"/>
                <a:gd name="T2" fmla="*/ 22 w 51"/>
                <a:gd name="T3" fmla="*/ 2 h 51"/>
                <a:gd name="T4" fmla="*/ 31 w 51"/>
                <a:gd name="T5" fmla="*/ 3 h 51"/>
                <a:gd name="T6" fmla="*/ 48 w 51"/>
                <a:gd name="T7" fmla="*/ 24 h 51"/>
                <a:gd name="T8" fmla="*/ 48 w 51"/>
                <a:gd name="T9" fmla="*/ 33 h 51"/>
                <a:gd name="T10" fmla="*/ 29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4" y="0"/>
                    <a:pt x="28" y="0"/>
                    <a:pt x="31" y="3"/>
                  </a:cubicBezTo>
                  <a:cubicBezTo>
                    <a:pt x="48" y="24"/>
                    <a:pt x="48" y="24"/>
                    <a:pt x="48" y="24"/>
                  </a:cubicBezTo>
                  <a:cubicBezTo>
                    <a:pt x="51" y="27"/>
                    <a:pt x="50" y="31"/>
                    <a:pt x="48" y="33"/>
                  </a:cubicBezTo>
                  <a:cubicBezTo>
                    <a:pt x="29" y="49"/>
                    <a:pt x="29" y="49"/>
                    <a:pt x="29" y="49"/>
                  </a:cubicBezTo>
                  <a:cubicBezTo>
                    <a:pt x="27" y="51"/>
                    <a:pt x="23" y="51"/>
                    <a:pt x="20" y="48"/>
                  </a:cubicBezTo>
                  <a:cubicBezTo>
                    <a:pt x="3" y="27"/>
                    <a:pt x="3" y="27"/>
                    <a:pt x="3" y="27"/>
                  </a:cubicBezTo>
                  <a:cubicBezTo>
                    <a:pt x="0" y="24"/>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82" name="Freeform 150"/>
            <p:cNvSpPr>
              <a:spLocks/>
            </p:cNvSpPr>
            <p:nvPr/>
          </p:nvSpPr>
          <p:spPr bwMode="auto">
            <a:xfrm>
              <a:off x="2530475" y="2489200"/>
              <a:ext cx="104775" cy="107950"/>
            </a:xfrm>
            <a:custGeom>
              <a:avLst/>
              <a:gdLst>
                <a:gd name="T0" fmla="*/ 3 w 50"/>
                <a:gd name="T1" fmla="*/ 18 h 51"/>
                <a:gd name="T2" fmla="*/ 21 w 50"/>
                <a:gd name="T3" fmla="*/ 2 h 51"/>
                <a:gd name="T4" fmla="*/ 30 w 50"/>
                <a:gd name="T5" fmla="*/ 3 h 51"/>
                <a:gd name="T6" fmla="*/ 48 w 50"/>
                <a:gd name="T7" fmla="*/ 24 h 51"/>
                <a:gd name="T8" fmla="*/ 47 w 50"/>
                <a:gd name="T9" fmla="*/ 33 h 51"/>
                <a:gd name="T10" fmla="*/ 29 w 50"/>
                <a:gd name="T11" fmla="*/ 49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0" y="3"/>
                  </a:cubicBezTo>
                  <a:cubicBezTo>
                    <a:pt x="48" y="24"/>
                    <a:pt x="48" y="24"/>
                    <a:pt x="48" y="24"/>
                  </a:cubicBezTo>
                  <a:cubicBezTo>
                    <a:pt x="50" y="27"/>
                    <a:pt x="50" y="31"/>
                    <a:pt x="47" y="33"/>
                  </a:cubicBezTo>
                  <a:cubicBezTo>
                    <a:pt x="29" y="49"/>
                    <a:pt x="29" y="49"/>
                    <a:pt x="29" y="49"/>
                  </a:cubicBezTo>
                  <a:cubicBezTo>
                    <a:pt x="26" y="51"/>
                    <a:pt x="22" y="51"/>
                    <a:pt x="20"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83" name="Freeform 151"/>
            <p:cNvSpPr>
              <a:spLocks/>
            </p:cNvSpPr>
            <p:nvPr/>
          </p:nvSpPr>
          <p:spPr bwMode="auto">
            <a:xfrm>
              <a:off x="2451100" y="2555875"/>
              <a:ext cx="106363" cy="107950"/>
            </a:xfrm>
            <a:custGeom>
              <a:avLst/>
              <a:gdLst>
                <a:gd name="T0" fmla="*/ 3 w 50"/>
                <a:gd name="T1" fmla="*/ 18 h 51"/>
                <a:gd name="T2" fmla="*/ 21 w 50"/>
                <a:gd name="T3" fmla="*/ 2 h 51"/>
                <a:gd name="T4" fmla="*/ 31 w 50"/>
                <a:gd name="T5" fmla="*/ 3 h 51"/>
                <a:gd name="T6" fmla="*/ 48 w 50"/>
                <a:gd name="T7" fmla="*/ 24 h 51"/>
                <a:gd name="T8" fmla="*/ 47 w 50"/>
                <a:gd name="T9" fmla="*/ 33 h 51"/>
                <a:gd name="T10" fmla="*/ 29 w 50"/>
                <a:gd name="T11" fmla="*/ 49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1" y="3"/>
                  </a:cubicBezTo>
                  <a:cubicBezTo>
                    <a:pt x="48" y="24"/>
                    <a:pt x="48" y="24"/>
                    <a:pt x="48" y="24"/>
                  </a:cubicBezTo>
                  <a:cubicBezTo>
                    <a:pt x="50" y="27"/>
                    <a:pt x="50" y="31"/>
                    <a:pt x="47" y="33"/>
                  </a:cubicBezTo>
                  <a:cubicBezTo>
                    <a:pt x="29" y="49"/>
                    <a:pt x="29" y="49"/>
                    <a:pt x="29" y="49"/>
                  </a:cubicBezTo>
                  <a:cubicBezTo>
                    <a:pt x="26" y="51"/>
                    <a:pt x="22" y="51"/>
                    <a:pt x="20"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84" name="Freeform 152"/>
            <p:cNvSpPr>
              <a:spLocks/>
            </p:cNvSpPr>
            <p:nvPr/>
          </p:nvSpPr>
          <p:spPr bwMode="auto">
            <a:xfrm>
              <a:off x="2373313" y="2620962"/>
              <a:ext cx="107950" cy="107950"/>
            </a:xfrm>
            <a:custGeom>
              <a:avLst/>
              <a:gdLst>
                <a:gd name="T0" fmla="*/ 3 w 51"/>
                <a:gd name="T1" fmla="*/ 18 h 51"/>
                <a:gd name="T2" fmla="*/ 22 w 51"/>
                <a:gd name="T3" fmla="*/ 3 h 51"/>
                <a:gd name="T4" fmla="*/ 31 w 51"/>
                <a:gd name="T5" fmla="*/ 3 h 51"/>
                <a:gd name="T6" fmla="*/ 48 w 51"/>
                <a:gd name="T7" fmla="*/ 24 h 51"/>
                <a:gd name="T8" fmla="*/ 48 w 51"/>
                <a:gd name="T9" fmla="*/ 33 h 51"/>
                <a:gd name="T10" fmla="*/ 30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3"/>
                    <a:pt x="22" y="3"/>
                    <a:pt x="22" y="3"/>
                  </a:cubicBezTo>
                  <a:cubicBezTo>
                    <a:pt x="24" y="0"/>
                    <a:pt x="29" y="1"/>
                    <a:pt x="31" y="3"/>
                  </a:cubicBezTo>
                  <a:cubicBezTo>
                    <a:pt x="48" y="24"/>
                    <a:pt x="48" y="24"/>
                    <a:pt x="48" y="24"/>
                  </a:cubicBezTo>
                  <a:cubicBezTo>
                    <a:pt x="51" y="27"/>
                    <a:pt x="50" y="31"/>
                    <a:pt x="48" y="33"/>
                  </a:cubicBezTo>
                  <a:cubicBezTo>
                    <a:pt x="30" y="49"/>
                    <a:pt x="30" y="49"/>
                    <a:pt x="30" y="49"/>
                  </a:cubicBezTo>
                  <a:cubicBezTo>
                    <a:pt x="27" y="51"/>
                    <a:pt x="23" y="51"/>
                    <a:pt x="20" y="48"/>
                  </a:cubicBezTo>
                  <a:cubicBezTo>
                    <a:pt x="3" y="27"/>
                    <a:pt x="3" y="27"/>
                    <a:pt x="3" y="27"/>
                  </a:cubicBezTo>
                  <a:cubicBezTo>
                    <a:pt x="0" y="25"/>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85" name="Freeform 153"/>
            <p:cNvSpPr>
              <a:spLocks/>
            </p:cNvSpPr>
            <p:nvPr/>
          </p:nvSpPr>
          <p:spPr bwMode="auto">
            <a:xfrm>
              <a:off x="2297113" y="2686050"/>
              <a:ext cx="104775" cy="107950"/>
            </a:xfrm>
            <a:custGeom>
              <a:avLst/>
              <a:gdLst>
                <a:gd name="T0" fmla="*/ 3 w 50"/>
                <a:gd name="T1" fmla="*/ 18 h 51"/>
                <a:gd name="T2" fmla="*/ 21 w 50"/>
                <a:gd name="T3" fmla="*/ 3 h 51"/>
                <a:gd name="T4" fmla="*/ 30 w 50"/>
                <a:gd name="T5" fmla="*/ 3 h 51"/>
                <a:gd name="T6" fmla="*/ 48 w 50"/>
                <a:gd name="T7" fmla="*/ 24 h 51"/>
                <a:gd name="T8" fmla="*/ 47 w 50"/>
                <a:gd name="T9" fmla="*/ 33 h 51"/>
                <a:gd name="T10" fmla="*/ 29 w 50"/>
                <a:gd name="T11" fmla="*/ 49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3"/>
                    <a:pt x="21" y="3"/>
                    <a:pt x="21" y="3"/>
                  </a:cubicBezTo>
                  <a:cubicBezTo>
                    <a:pt x="24" y="0"/>
                    <a:pt x="28" y="1"/>
                    <a:pt x="30" y="3"/>
                  </a:cubicBezTo>
                  <a:cubicBezTo>
                    <a:pt x="48" y="24"/>
                    <a:pt x="48" y="24"/>
                    <a:pt x="48" y="24"/>
                  </a:cubicBezTo>
                  <a:cubicBezTo>
                    <a:pt x="50" y="27"/>
                    <a:pt x="50" y="31"/>
                    <a:pt x="47" y="33"/>
                  </a:cubicBezTo>
                  <a:cubicBezTo>
                    <a:pt x="29" y="49"/>
                    <a:pt x="29" y="49"/>
                    <a:pt x="29" y="49"/>
                  </a:cubicBezTo>
                  <a:cubicBezTo>
                    <a:pt x="26" y="51"/>
                    <a:pt x="22" y="51"/>
                    <a:pt x="20" y="48"/>
                  </a:cubicBezTo>
                  <a:cubicBezTo>
                    <a:pt x="2" y="27"/>
                    <a:pt x="2" y="27"/>
                    <a:pt x="2" y="27"/>
                  </a:cubicBezTo>
                  <a:cubicBezTo>
                    <a:pt x="0" y="25"/>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86" name="Freeform 154"/>
            <p:cNvSpPr>
              <a:spLocks/>
            </p:cNvSpPr>
            <p:nvPr/>
          </p:nvSpPr>
          <p:spPr bwMode="auto">
            <a:xfrm>
              <a:off x="2217738" y="2752725"/>
              <a:ext cx="107950" cy="107950"/>
            </a:xfrm>
            <a:custGeom>
              <a:avLst/>
              <a:gdLst>
                <a:gd name="T0" fmla="*/ 3 w 51"/>
                <a:gd name="T1" fmla="*/ 18 h 51"/>
                <a:gd name="T2" fmla="*/ 21 w 51"/>
                <a:gd name="T3" fmla="*/ 3 h 51"/>
                <a:gd name="T4" fmla="*/ 31 w 51"/>
                <a:gd name="T5" fmla="*/ 4 h 51"/>
                <a:gd name="T6" fmla="*/ 48 w 51"/>
                <a:gd name="T7" fmla="*/ 24 h 51"/>
                <a:gd name="T8" fmla="*/ 47 w 51"/>
                <a:gd name="T9" fmla="*/ 34 h 51"/>
                <a:gd name="T10" fmla="*/ 29 w 51"/>
                <a:gd name="T11" fmla="*/ 49 h 51"/>
                <a:gd name="T12" fmla="*/ 20 w 51"/>
                <a:gd name="T13" fmla="*/ 48 h 51"/>
                <a:gd name="T14" fmla="*/ 2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1" y="3"/>
                    <a:pt x="21" y="3"/>
                    <a:pt x="21" y="3"/>
                  </a:cubicBezTo>
                  <a:cubicBezTo>
                    <a:pt x="24" y="0"/>
                    <a:pt x="28" y="1"/>
                    <a:pt x="31" y="4"/>
                  </a:cubicBezTo>
                  <a:cubicBezTo>
                    <a:pt x="48" y="24"/>
                    <a:pt x="48" y="24"/>
                    <a:pt x="48" y="24"/>
                  </a:cubicBezTo>
                  <a:cubicBezTo>
                    <a:pt x="51" y="27"/>
                    <a:pt x="50" y="31"/>
                    <a:pt x="47" y="34"/>
                  </a:cubicBezTo>
                  <a:cubicBezTo>
                    <a:pt x="29" y="49"/>
                    <a:pt x="29" y="49"/>
                    <a:pt x="29" y="49"/>
                  </a:cubicBezTo>
                  <a:cubicBezTo>
                    <a:pt x="27" y="51"/>
                    <a:pt x="22" y="51"/>
                    <a:pt x="20" y="48"/>
                  </a:cubicBezTo>
                  <a:cubicBezTo>
                    <a:pt x="2" y="27"/>
                    <a:pt x="2" y="27"/>
                    <a:pt x="2" y="27"/>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87" name="Freeform 155"/>
            <p:cNvSpPr>
              <a:spLocks/>
            </p:cNvSpPr>
            <p:nvPr/>
          </p:nvSpPr>
          <p:spPr bwMode="auto">
            <a:xfrm>
              <a:off x="2138363" y="2819400"/>
              <a:ext cx="107950" cy="109538"/>
            </a:xfrm>
            <a:custGeom>
              <a:avLst/>
              <a:gdLst>
                <a:gd name="T0" fmla="*/ 3 w 51"/>
                <a:gd name="T1" fmla="*/ 18 h 51"/>
                <a:gd name="T2" fmla="*/ 22 w 51"/>
                <a:gd name="T3" fmla="*/ 3 h 51"/>
                <a:gd name="T4" fmla="*/ 31 w 51"/>
                <a:gd name="T5" fmla="*/ 3 h 51"/>
                <a:gd name="T6" fmla="*/ 49 w 51"/>
                <a:gd name="T7" fmla="*/ 24 h 51"/>
                <a:gd name="T8" fmla="*/ 48 w 51"/>
                <a:gd name="T9" fmla="*/ 33 h 51"/>
                <a:gd name="T10" fmla="*/ 29 w 51"/>
                <a:gd name="T11" fmla="*/ 49 h 51"/>
                <a:gd name="T12" fmla="*/ 20 w 51"/>
                <a:gd name="T13" fmla="*/ 48 h 51"/>
                <a:gd name="T14" fmla="*/ 3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3"/>
                    <a:pt x="22" y="3"/>
                    <a:pt x="22" y="3"/>
                  </a:cubicBezTo>
                  <a:cubicBezTo>
                    <a:pt x="25" y="0"/>
                    <a:pt x="29" y="1"/>
                    <a:pt x="31" y="3"/>
                  </a:cubicBezTo>
                  <a:cubicBezTo>
                    <a:pt x="49" y="24"/>
                    <a:pt x="49" y="24"/>
                    <a:pt x="49" y="24"/>
                  </a:cubicBezTo>
                  <a:cubicBezTo>
                    <a:pt x="51" y="27"/>
                    <a:pt x="51" y="31"/>
                    <a:pt x="48" y="33"/>
                  </a:cubicBezTo>
                  <a:cubicBezTo>
                    <a:pt x="29" y="49"/>
                    <a:pt x="29" y="49"/>
                    <a:pt x="29" y="49"/>
                  </a:cubicBezTo>
                  <a:cubicBezTo>
                    <a:pt x="27" y="51"/>
                    <a:pt x="22" y="51"/>
                    <a:pt x="20" y="48"/>
                  </a:cubicBezTo>
                  <a:cubicBezTo>
                    <a:pt x="3" y="28"/>
                    <a:pt x="3" y="28"/>
                    <a:pt x="3" y="28"/>
                  </a:cubicBezTo>
                  <a:cubicBezTo>
                    <a:pt x="0" y="25"/>
                    <a:pt x="1"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88" name="Freeform 156"/>
            <p:cNvSpPr>
              <a:spLocks/>
            </p:cNvSpPr>
            <p:nvPr/>
          </p:nvSpPr>
          <p:spPr bwMode="auto">
            <a:xfrm>
              <a:off x="2203450" y="2860675"/>
              <a:ext cx="150813" cy="144463"/>
            </a:xfrm>
            <a:custGeom>
              <a:avLst/>
              <a:gdLst>
                <a:gd name="T0" fmla="*/ 3 w 71"/>
                <a:gd name="T1" fmla="*/ 35 h 68"/>
                <a:gd name="T2" fmla="*/ 41 w 71"/>
                <a:gd name="T3" fmla="*/ 3 h 68"/>
                <a:gd name="T4" fmla="*/ 52 w 71"/>
                <a:gd name="T5" fmla="*/ 4 h 68"/>
                <a:gd name="T6" fmla="*/ 68 w 71"/>
                <a:gd name="T7" fmla="*/ 23 h 68"/>
                <a:gd name="T8" fmla="*/ 67 w 71"/>
                <a:gd name="T9" fmla="*/ 34 h 68"/>
                <a:gd name="T10" fmla="*/ 29 w 71"/>
                <a:gd name="T11" fmla="*/ 66 h 68"/>
                <a:gd name="T12" fmla="*/ 19 w 71"/>
                <a:gd name="T13" fmla="*/ 65 h 68"/>
                <a:gd name="T14" fmla="*/ 2 w 71"/>
                <a:gd name="T15" fmla="*/ 45 h 68"/>
                <a:gd name="T16" fmla="*/ 3 w 71"/>
                <a:gd name="T17" fmla="*/ 3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68">
                  <a:moveTo>
                    <a:pt x="3" y="35"/>
                  </a:moveTo>
                  <a:cubicBezTo>
                    <a:pt x="41" y="3"/>
                    <a:pt x="41" y="3"/>
                    <a:pt x="41" y="3"/>
                  </a:cubicBezTo>
                  <a:cubicBezTo>
                    <a:pt x="44" y="0"/>
                    <a:pt x="49" y="1"/>
                    <a:pt x="52" y="4"/>
                  </a:cubicBezTo>
                  <a:cubicBezTo>
                    <a:pt x="68" y="23"/>
                    <a:pt x="68" y="23"/>
                    <a:pt x="68" y="23"/>
                  </a:cubicBezTo>
                  <a:cubicBezTo>
                    <a:pt x="71" y="26"/>
                    <a:pt x="71" y="31"/>
                    <a:pt x="67" y="34"/>
                  </a:cubicBezTo>
                  <a:cubicBezTo>
                    <a:pt x="29" y="66"/>
                    <a:pt x="29" y="66"/>
                    <a:pt x="29" y="66"/>
                  </a:cubicBezTo>
                  <a:cubicBezTo>
                    <a:pt x="26" y="68"/>
                    <a:pt x="22" y="68"/>
                    <a:pt x="19" y="65"/>
                  </a:cubicBezTo>
                  <a:cubicBezTo>
                    <a:pt x="2" y="45"/>
                    <a:pt x="2" y="45"/>
                    <a:pt x="2" y="45"/>
                  </a:cubicBezTo>
                  <a:cubicBezTo>
                    <a:pt x="0" y="42"/>
                    <a:pt x="0" y="38"/>
                    <a:pt x="3" y="35"/>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89" name="Freeform 157"/>
            <p:cNvSpPr>
              <a:spLocks/>
            </p:cNvSpPr>
            <p:nvPr/>
          </p:nvSpPr>
          <p:spPr bwMode="auto">
            <a:xfrm>
              <a:off x="2268538" y="2924175"/>
              <a:ext cx="166688" cy="158750"/>
            </a:xfrm>
            <a:custGeom>
              <a:avLst/>
              <a:gdLst>
                <a:gd name="T0" fmla="*/ 3 w 78"/>
                <a:gd name="T1" fmla="*/ 41 h 75"/>
                <a:gd name="T2" fmla="*/ 48 w 78"/>
                <a:gd name="T3" fmla="*/ 3 h 75"/>
                <a:gd name="T4" fmla="*/ 58 w 78"/>
                <a:gd name="T5" fmla="*/ 4 h 75"/>
                <a:gd name="T6" fmla="*/ 75 w 78"/>
                <a:gd name="T7" fmla="*/ 23 h 75"/>
                <a:gd name="T8" fmla="*/ 74 w 78"/>
                <a:gd name="T9" fmla="*/ 34 h 75"/>
                <a:gd name="T10" fmla="*/ 29 w 78"/>
                <a:gd name="T11" fmla="*/ 72 h 75"/>
                <a:gd name="T12" fmla="*/ 19 w 78"/>
                <a:gd name="T13" fmla="*/ 71 h 75"/>
                <a:gd name="T14" fmla="*/ 2 w 78"/>
                <a:gd name="T15" fmla="*/ 51 h 75"/>
                <a:gd name="T16" fmla="*/ 3 w 78"/>
                <a:gd name="T17" fmla="*/ 4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75">
                  <a:moveTo>
                    <a:pt x="3" y="41"/>
                  </a:moveTo>
                  <a:cubicBezTo>
                    <a:pt x="48" y="3"/>
                    <a:pt x="48" y="3"/>
                    <a:pt x="48" y="3"/>
                  </a:cubicBezTo>
                  <a:cubicBezTo>
                    <a:pt x="51" y="0"/>
                    <a:pt x="56" y="1"/>
                    <a:pt x="58" y="4"/>
                  </a:cubicBezTo>
                  <a:cubicBezTo>
                    <a:pt x="75" y="23"/>
                    <a:pt x="75" y="23"/>
                    <a:pt x="75" y="23"/>
                  </a:cubicBezTo>
                  <a:cubicBezTo>
                    <a:pt x="78" y="26"/>
                    <a:pt x="77" y="31"/>
                    <a:pt x="74" y="34"/>
                  </a:cubicBezTo>
                  <a:cubicBezTo>
                    <a:pt x="29" y="72"/>
                    <a:pt x="29" y="72"/>
                    <a:pt x="29" y="72"/>
                  </a:cubicBezTo>
                  <a:cubicBezTo>
                    <a:pt x="26" y="75"/>
                    <a:pt x="21" y="74"/>
                    <a:pt x="19" y="71"/>
                  </a:cubicBezTo>
                  <a:cubicBezTo>
                    <a:pt x="2" y="51"/>
                    <a:pt x="2" y="51"/>
                    <a:pt x="2" y="51"/>
                  </a:cubicBezTo>
                  <a:cubicBezTo>
                    <a:pt x="0" y="48"/>
                    <a:pt x="0" y="44"/>
                    <a:pt x="3" y="4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90" name="Freeform 158"/>
            <p:cNvSpPr>
              <a:spLocks/>
            </p:cNvSpPr>
            <p:nvPr/>
          </p:nvSpPr>
          <p:spPr bwMode="auto">
            <a:xfrm>
              <a:off x="2332038" y="2967037"/>
              <a:ext cx="207963" cy="192088"/>
            </a:xfrm>
            <a:custGeom>
              <a:avLst/>
              <a:gdLst>
                <a:gd name="T0" fmla="*/ 4 w 98"/>
                <a:gd name="T1" fmla="*/ 57 h 91"/>
                <a:gd name="T2" fmla="*/ 68 w 98"/>
                <a:gd name="T3" fmla="*/ 2 h 91"/>
                <a:gd name="T4" fmla="*/ 79 w 98"/>
                <a:gd name="T5" fmla="*/ 3 h 91"/>
                <a:gd name="T6" fmla="*/ 95 w 98"/>
                <a:gd name="T7" fmla="*/ 23 h 91"/>
                <a:gd name="T8" fmla="*/ 95 w 98"/>
                <a:gd name="T9" fmla="*/ 33 h 91"/>
                <a:gd name="T10" fmla="*/ 30 w 98"/>
                <a:gd name="T11" fmla="*/ 88 h 91"/>
                <a:gd name="T12" fmla="*/ 20 w 98"/>
                <a:gd name="T13" fmla="*/ 87 h 91"/>
                <a:gd name="T14" fmla="*/ 3 w 98"/>
                <a:gd name="T15" fmla="*/ 67 h 91"/>
                <a:gd name="T16" fmla="*/ 4 w 98"/>
                <a:gd name="T17" fmla="*/ 5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1">
                  <a:moveTo>
                    <a:pt x="4" y="57"/>
                  </a:moveTo>
                  <a:cubicBezTo>
                    <a:pt x="68" y="2"/>
                    <a:pt x="68" y="2"/>
                    <a:pt x="68" y="2"/>
                  </a:cubicBezTo>
                  <a:cubicBezTo>
                    <a:pt x="71" y="0"/>
                    <a:pt x="76" y="0"/>
                    <a:pt x="79" y="3"/>
                  </a:cubicBezTo>
                  <a:cubicBezTo>
                    <a:pt x="95" y="23"/>
                    <a:pt x="95" y="23"/>
                    <a:pt x="95" y="23"/>
                  </a:cubicBezTo>
                  <a:cubicBezTo>
                    <a:pt x="98" y="26"/>
                    <a:pt x="98" y="30"/>
                    <a:pt x="95" y="33"/>
                  </a:cubicBezTo>
                  <a:cubicBezTo>
                    <a:pt x="30" y="88"/>
                    <a:pt x="30" y="88"/>
                    <a:pt x="30" y="88"/>
                  </a:cubicBezTo>
                  <a:cubicBezTo>
                    <a:pt x="27" y="91"/>
                    <a:pt x="22" y="90"/>
                    <a:pt x="20" y="87"/>
                  </a:cubicBezTo>
                  <a:cubicBezTo>
                    <a:pt x="3" y="67"/>
                    <a:pt x="3" y="67"/>
                    <a:pt x="3" y="67"/>
                  </a:cubicBezTo>
                  <a:cubicBezTo>
                    <a:pt x="0" y="64"/>
                    <a:pt x="1" y="60"/>
                    <a:pt x="4" y="5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91" name="Freeform 159"/>
            <p:cNvSpPr>
              <a:spLocks/>
            </p:cNvSpPr>
            <p:nvPr/>
          </p:nvSpPr>
          <p:spPr bwMode="auto">
            <a:xfrm>
              <a:off x="2398713" y="3109912"/>
              <a:ext cx="127000" cy="125413"/>
            </a:xfrm>
            <a:custGeom>
              <a:avLst/>
              <a:gdLst>
                <a:gd name="T0" fmla="*/ 3 w 60"/>
                <a:gd name="T1" fmla="*/ 25 h 59"/>
                <a:gd name="T2" fmla="*/ 30 w 60"/>
                <a:gd name="T3" fmla="*/ 3 h 59"/>
                <a:gd name="T4" fmla="*/ 40 w 60"/>
                <a:gd name="T5" fmla="*/ 3 h 59"/>
                <a:gd name="T6" fmla="*/ 57 w 60"/>
                <a:gd name="T7" fmla="*/ 23 h 59"/>
                <a:gd name="T8" fmla="*/ 56 w 60"/>
                <a:gd name="T9" fmla="*/ 33 h 59"/>
                <a:gd name="T10" fmla="*/ 29 w 60"/>
                <a:gd name="T11" fmla="*/ 56 h 59"/>
                <a:gd name="T12" fmla="*/ 19 w 60"/>
                <a:gd name="T13" fmla="*/ 55 h 59"/>
                <a:gd name="T14" fmla="*/ 2 w 60"/>
                <a:gd name="T15" fmla="*/ 36 h 59"/>
                <a:gd name="T16" fmla="*/ 3 w 60"/>
                <a:gd name="T17"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59">
                  <a:moveTo>
                    <a:pt x="3" y="25"/>
                  </a:moveTo>
                  <a:cubicBezTo>
                    <a:pt x="30" y="3"/>
                    <a:pt x="30" y="3"/>
                    <a:pt x="30" y="3"/>
                  </a:cubicBezTo>
                  <a:cubicBezTo>
                    <a:pt x="33" y="0"/>
                    <a:pt x="38" y="0"/>
                    <a:pt x="40" y="3"/>
                  </a:cubicBezTo>
                  <a:cubicBezTo>
                    <a:pt x="57" y="23"/>
                    <a:pt x="57" y="23"/>
                    <a:pt x="57" y="23"/>
                  </a:cubicBezTo>
                  <a:cubicBezTo>
                    <a:pt x="60" y="26"/>
                    <a:pt x="59" y="31"/>
                    <a:pt x="56" y="33"/>
                  </a:cubicBezTo>
                  <a:cubicBezTo>
                    <a:pt x="29" y="56"/>
                    <a:pt x="29" y="56"/>
                    <a:pt x="29" y="56"/>
                  </a:cubicBezTo>
                  <a:cubicBezTo>
                    <a:pt x="26" y="59"/>
                    <a:pt x="22" y="58"/>
                    <a:pt x="19" y="55"/>
                  </a:cubicBezTo>
                  <a:cubicBezTo>
                    <a:pt x="2" y="36"/>
                    <a:pt x="2" y="36"/>
                    <a:pt x="2" y="36"/>
                  </a:cubicBezTo>
                  <a:cubicBezTo>
                    <a:pt x="0" y="33"/>
                    <a:pt x="0" y="28"/>
                    <a:pt x="3" y="25"/>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92" name="Freeform 160"/>
            <p:cNvSpPr>
              <a:spLocks/>
            </p:cNvSpPr>
            <p:nvPr/>
          </p:nvSpPr>
          <p:spPr bwMode="auto">
            <a:xfrm>
              <a:off x="2317750" y="2798762"/>
              <a:ext cx="111125" cy="111125"/>
            </a:xfrm>
            <a:custGeom>
              <a:avLst/>
              <a:gdLst>
                <a:gd name="T0" fmla="*/ 3 w 52"/>
                <a:gd name="T1" fmla="*/ 19 h 52"/>
                <a:gd name="T2" fmla="*/ 22 w 52"/>
                <a:gd name="T3" fmla="*/ 2 h 52"/>
                <a:gd name="T4" fmla="*/ 32 w 52"/>
                <a:gd name="T5" fmla="*/ 3 h 52"/>
                <a:gd name="T6" fmla="*/ 49 w 52"/>
                <a:gd name="T7" fmla="*/ 23 h 52"/>
                <a:gd name="T8" fmla="*/ 48 w 52"/>
                <a:gd name="T9" fmla="*/ 33 h 52"/>
                <a:gd name="T10" fmla="*/ 29 w 52"/>
                <a:gd name="T11" fmla="*/ 49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2"/>
                    <a:pt x="22" y="2"/>
                    <a:pt x="22" y="2"/>
                  </a:cubicBezTo>
                  <a:cubicBezTo>
                    <a:pt x="25" y="0"/>
                    <a:pt x="30" y="0"/>
                    <a:pt x="32" y="3"/>
                  </a:cubicBezTo>
                  <a:cubicBezTo>
                    <a:pt x="49" y="23"/>
                    <a:pt x="49" y="23"/>
                    <a:pt x="49" y="23"/>
                  </a:cubicBezTo>
                  <a:cubicBezTo>
                    <a:pt x="52" y="26"/>
                    <a:pt x="51" y="30"/>
                    <a:pt x="48" y="33"/>
                  </a:cubicBezTo>
                  <a:cubicBezTo>
                    <a:pt x="29" y="49"/>
                    <a:pt x="29" y="49"/>
                    <a:pt x="29" y="49"/>
                  </a:cubicBezTo>
                  <a:cubicBezTo>
                    <a:pt x="26" y="52"/>
                    <a:pt x="21"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93" name="Freeform 161"/>
            <p:cNvSpPr>
              <a:spLocks/>
            </p:cNvSpPr>
            <p:nvPr/>
          </p:nvSpPr>
          <p:spPr bwMode="auto">
            <a:xfrm>
              <a:off x="2395538" y="2730500"/>
              <a:ext cx="111125"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94" name="Freeform 162"/>
            <p:cNvSpPr>
              <a:spLocks/>
            </p:cNvSpPr>
            <p:nvPr/>
          </p:nvSpPr>
          <p:spPr bwMode="auto">
            <a:xfrm>
              <a:off x="2474913" y="2663825"/>
              <a:ext cx="109538" cy="111125"/>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1"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95" name="Freeform 163"/>
            <p:cNvSpPr>
              <a:spLocks/>
            </p:cNvSpPr>
            <p:nvPr/>
          </p:nvSpPr>
          <p:spPr bwMode="auto">
            <a:xfrm>
              <a:off x="2552700" y="2597150"/>
              <a:ext cx="112713" cy="111125"/>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49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96" name="Freeform 164"/>
            <p:cNvSpPr>
              <a:spLocks/>
            </p:cNvSpPr>
            <p:nvPr/>
          </p:nvSpPr>
          <p:spPr bwMode="auto">
            <a:xfrm>
              <a:off x="2633663" y="2530475"/>
              <a:ext cx="109538"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97" name="Freeform 165"/>
            <p:cNvSpPr>
              <a:spLocks/>
            </p:cNvSpPr>
            <p:nvPr/>
          </p:nvSpPr>
          <p:spPr bwMode="auto">
            <a:xfrm>
              <a:off x="2711450" y="2462212"/>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1"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98" name="Freeform 166"/>
            <p:cNvSpPr>
              <a:spLocks/>
            </p:cNvSpPr>
            <p:nvPr/>
          </p:nvSpPr>
          <p:spPr bwMode="auto">
            <a:xfrm>
              <a:off x="2790825" y="2397125"/>
              <a:ext cx="111125"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49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599" name="Freeform 167"/>
            <p:cNvSpPr>
              <a:spLocks/>
            </p:cNvSpPr>
            <p:nvPr/>
          </p:nvSpPr>
          <p:spPr bwMode="auto">
            <a:xfrm>
              <a:off x="2870200" y="2328862"/>
              <a:ext cx="111125"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00" name="Freeform 168"/>
            <p:cNvSpPr>
              <a:spLocks/>
            </p:cNvSpPr>
            <p:nvPr/>
          </p:nvSpPr>
          <p:spPr bwMode="auto">
            <a:xfrm>
              <a:off x="2949575" y="2260600"/>
              <a:ext cx="109538"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1"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01" name="Freeform 169"/>
            <p:cNvSpPr>
              <a:spLocks/>
            </p:cNvSpPr>
            <p:nvPr/>
          </p:nvSpPr>
          <p:spPr bwMode="auto">
            <a:xfrm>
              <a:off x="3027363" y="2195512"/>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49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02" name="Freeform 170"/>
            <p:cNvSpPr>
              <a:spLocks/>
            </p:cNvSpPr>
            <p:nvPr/>
          </p:nvSpPr>
          <p:spPr bwMode="auto">
            <a:xfrm>
              <a:off x="3108325" y="2127250"/>
              <a:ext cx="109538"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03" name="Freeform 171"/>
            <p:cNvSpPr>
              <a:spLocks/>
            </p:cNvSpPr>
            <p:nvPr/>
          </p:nvSpPr>
          <p:spPr bwMode="auto">
            <a:xfrm>
              <a:off x="3186113" y="2058987"/>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04" name="Freeform 172"/>
            <p:cNvSpPr>
              <a:spLocks/>
            </p:cNvSpPr>
            <p:nvPr/>
          </p:nvSpPr>
          <p:spPr bwMode="auto">
            <a:xfrm>
              <a:off x="2405063" y="2855912"/>
              <a:ext cx="109538" cy="111125"/>
            </a:xfrm>
            <a:custGeom>
              <a:avLst/>
              <a:gdLst>
                <a:gd name="T0" fmla="*/ 3 w 52"/>
                <a:gd name="T1" fmla="*/ 19 h 52"/>
                <a:gd name="T2" fmla="*/ 22 w 52"/>
                <a:gd name="T3" fmla="*/ 2 h 52"/>
                <a:gd name="T4" fmla="*/ 32 w 52"/>
                <a:gd name="T5" fmla="*/ 3 h 52"/>
                <a:gd name="T6" fmla="*/ 49 w 52"/>
                <a:gd name="T7" fmla="*/ 23 h 52"/>
                <a:gd name="T8" fmla="*/ 48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2"/>
                    <a:pt x="22" y="2"/>
                    <a:pt x="22" y="2"/>
                  </a:cubicBezTo>
                  <a:cubicBezTo>
                    <a:pt x="25" y="0"/>
                    <a:pt x="30" y="0"/>
                    <a:pt x="32" y="3"/>
                  </a:cubicBezTo>
                  <a:cubicBezTo>
                    <a:pt x="49" y="23"/>
                    <a:pt x="49" y="23"/>
                    <a:pt x="49" y="23"/>
                  </a:cubicBezTo>
                  <a:cubicBezTo>
                    <a:pt x="52" y="26"/>
                    <a:pt x="51" y="31"/>
                    <a:pt x="48"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05" name="Freeform 173"/>
            <p:cNvSpPr>
              <a:spLocks/>
            </p:cNvSpPr>
            <p:nvPr/>
          </p:nvSpPr>
          <p:spPr bwMode="auto">
            <a:xfrm>
              <a:off x="2482850" y="2787650"/>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06" name="Freeform 174"/>
            <p:cNvSpPr>
              <a:spLocks/>
            </p:cNvSpPr>
            <p:nvPr/>
          </p:nvSpPr>
          <p:spPr bwMode="auto">
            <a:xfrm>
              <a:off x="2562225" y="2722562"/>
              <a:ext cx="109538" cy="109538"/>
            </a:xfrm>
            <a:custGeom>
              <a:avLst/>
              <a:gdLst>
                <a:gd name="T0" fmla="*/ 4 w 52"/>
                <a:gd name="T1" fmla="*/ 19 h 52"/>
                <a:gd name="T2" fmla="*/ 23 w 52"/>
                <a:gd name="T3" fmla="*/ 2 h 52"/>
                <a:gd name="T4" fmla="*/ 33 w 52"/>
                <a:gd name="T5" fmla="*/ 3 h 52"/>
                <a:gd name="T6" fmla="*/ 50 w 52"/>
                <a:gd name="T7" fmla="*/ 23 h 52"/>
                <a:gd name="T8" fmla="*/ 49 w 52"/>
                <a:gd name="T9" fmla="*/ 33 h 52"/>
                <a:gd name="T10" fmla="*/ 30 w 52"/>
                <a:gd name="T11" fmla="*/ 49 h 52"/>
                <a:gd name="T12" fmla="*/ 20 w 52"/>
                <a:gd name="T13" fmla="*/ 49 h 52"/>
                <a:gd name="T14" fmla="*/ 3 w 52"/>
                <a:gd name="T15" fmla="*/ 29 h 52"/>
                <a:gd name="T16" fmla="*/ 4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4" y="19"/>
                  </a:moveTo>
                  <a:cubicBezTo>
                    <a:pt x="23" y="2"/>
                    <a:pt x="23" y="2"/>
                    <a:pt x="23" y="2"/>
                  </a:cubicBezTo>
                  <a:cubicBezTo>
                    <a:pt x="26" y="0"/>
                    <a:pt x="30" y="0"/>
                    <a:pt x="33" y="3"/>
                  </a:cubicBezTo>
                  <a:cubicBezTo>
                    <a:pt x="50" y="23"/>
                    <a:pt x="50" y="23"/>
                    <a:pt x="50" y="23"/>
                  </a:cubicBezTo>
                  <a:cubicBezTo>
                    <a:pt x="52"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07" name="Freeform 175"/>
            <p:cNvSpPr>
              <a:spLocks/>
            </p:cNvSpPr>
            <p:nvPr/>
          </p:nvSpPr>
          <p:spPr bwMode="auto">
            <a:xfrm>
              <a:off x="2641600" y="2654300"/>
              <a:ext cx="111125" cy="111125"/>
            </a:xfrm>
            <a:custGeom>
              <a:avLst/>
              <a:gdLst>
                <a:gd name="T0" fmla="*/ 3 w 52"/>
                <a:gd name="T1" fmla="*/ 19 h 52"/>
                <a:gd name="T2" fmla="*/ 22 w 52"/>
                <a:gd name="T3" fmla="*/ 2 h 52"/>
                <a:gd name="T4" fmla="*/ 32 w 52"/>
                <a:gd name="T5" fmla="*/ 3 h 52"/>
                <a:gd name="T6" fmla="*/ 49 w 52"/>
                <a:gd name="T7" fmla="*/ 23 h 52"/>
                <a:gd name="T8" fmla="*/ 48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2"/>
                    <a:pt x="22" y="2"/>
                    <a:pt x="22" y="2"/>
                  </a:cubicBezTo>
                  <a:cubicBezTo>
                    <a:pt x="25" y="0"/>
                    <a:pt x="30" y="0"/>
                    <a:pt x="32" y="3"/>
                  </a:cubicBezTo>
                  <a:cubicBezTo>
                    <a:pt x="49" y="23"/>
                    <a:pt x="49" y="23"/>
                    <a:pt x="49" y="23"/>
                  </a:cubicBezTo>
                  <a:cubicBezTo>
                    <a:pt x="52" y="26"/>
                    <a:pt x="51" y="31"/>
                    <a:pt x="48" y="33"/>
                  </a:cubicBezTo>
                  <a:cubicBezTo>
                    <a:pt x="29" y="50"/>
                    <a:pt x="29" y="50"/>
                    <a:pt x="29" y="50"/>
                  </a:cubicBezTo>
                  <a:cubicBezTo>
                    <a:pt x="26" y="52"/>
                    <a:pt x="21"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08" name="Freeform 176"/>
            <p:cNvSpPr>
              <a:spLocks/>
            </p:cNvSpPr>
            <p:nvPr/>
          </p:nvSpPr>
          <p:spPr bwMode="auto">
            <a:xfrm>
              <a:off x="2720975" y="2587625"/>
              <a:ext cx="109538" cy="111125"/>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09" name="Freeform 177"/>
            <p:cNvSpPr>
              <a:spLocks/>
            </p:cNvSpPr>
            <p:nvPr/>
          </p:nvSpPr>
          <p:spPr bwMode="auto">
            <a:xfrm>
              <a:off x="2798763" y="2520950"/>
              <a:ext cx="109538"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30 w 52"/>
                <a:gd name="T11" fmla="*/ 49 h 52"/>
                <a:gd name="T12" fmla="*/ 20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0"/>
                    <a:pt x="49" y="33"/>
                  </a:cubicBezTo>
                  <a:cubicBezTo>
                    <a:pt x="30" y="49"/>
                    <a:pt x="30" y="49"/>
                    <a:pt x="30" y="49"/>
                  </a:cubicBezTo>
                  <a:cubicBezTo>
                    <a:pt x="27" y="52"/>
                    <a:pt x="22" y="52"/>
                    <a:pt x="20" y="49"/>
                  </a:cubicBezTo>
                  <a:cubicBezTo>
                    <a:pt x="3" y="29"/>
                    <a:pt x="3" y="29"/>
                    <a:pt x="3" y="29"/>
                  </a:cubicBezTo>
                  <a:cubicBezTo>
                    <a:pt x="0" y="26"/>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10" name="Freeform 178"/>
            <p:cNvSpPr>
              <a:spLocks/>
            </p:cNvSpPr>
            <p:nvPr/>
          </p:nvSpPr>
          <p:spPr bwMode="auto">
            <a:xfrm>
              <a:off x="2876550" y="2454275"/>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11" name="Freeform 179"/>
            <p:cNvSpPr>
              <a:spLocks/>
            </p:cNvSpPr>
            <p:nvPr/>
          </p:nvSpPr>
          <p:spPr bwMode="auto">
            <a:xfrm>
              <a:off x="2957513" y="2386012"/>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12" name="Freeform 180"/>
            <p:cNvSpPr>
              <a:spLocks/>
            </p:cNvSpPr>
            <p:nvPr/>
          </p:nvSpPr>
          <p:spPr bwMode="auto">
            <a:xfrm>
              <a:off x="3036888" y="2319337"/>
              <a:ext cx="109538" cy="111125"/>
            </a:xfrm>
            <a:custGeom>
              <a:avLst/>
              <a:gdLst>
                <a:gd name="T0" fmla="*/ 4 w 52"/>
                <a:gd name="T1" fmla="*/ 19 h 52"/>
                <a:gd name="T2" fmla="*/ 23 w 52"/>
                <a:gd name="T3" fmla="*/ 2 h 52"/>
                <a:gd name="T4" fmla="*/ 33 w 52"/>
                <a:gd name="T5" fmla="*/ 3 h 52"/>
                <a:gd name="T6" fmla="*/ 50 w 52"/>
                <a:gd name="T7" fmla="*/ 23 h 52"/>
                <a:gd name="T8" fmla="*/ 49 w 52"/>
                <a:gd name="T9" fmla="*/ 33 h 52"/>
                <a:gd name="T10" fmla="*/ 30 w 52"/>
                <a:gd name="T11" fmla="*/ 49 h 52"/>
                <a:gd name="T12" fmla="*/ 20 w 52"/>
                <a:gd name="T13" fmla="*/ 49 h 52"/>
                <a:gd name="T14" fmla="*/ 3 w 52"/>
                <a:gd name="T15" fmla="*/ 29 h 52"/>
                <a:gd name="T16" fmla="*/ 4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4" y="19"/>
                  </a:moveTo>
                  <a:cubicBezTo>
                    <a:pt x="23" y="2"/>
                    <a:pt x="23" y="2"/>
                    <a:pt x="23" y="2"/>
                  </a:cubicBezTo>
                  <a:cubicBezTo>
                    <a:pt x="26" y="0"/>
                    <a:pt x="30" y="0"/>
                    <a:pt x="33" y="3"/>
                  </a:cubicBezTo>
                  <a:cubicBezTo>
                    <a:pt x="50" y="23"/>
                    <a:pt x="50" y="23"/>
                    <a:pt x="50" y="23"/>
                  </a:cubicBezTo>
                  <a:cubicBezTo>
                    <a:pt x="52"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13" name="Freeform 181"/>
            <p:cNvSpPr>
              <a:spLocks/>
            </p:cNvSpPr>
            <p:nvPr/>
          </p:nvSpPr>
          <p:spPr bwMode="auto">
            <a:xfrm>
              <a:off x="3114675" y="2252662"/>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14" name="Freeform 182"/>
            <p:cNvSpPr>
              <a:spLocks/>
            </p:cNvSpPr>
            <p:nvPr/>
          </p:nvSpPr>
          <p:spPr bwMode="auto">
            <a:xfrm>
              <a:off x="3195638" y="2184400"/>
              <a:ext cx="109538"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15" name="Freeform 183"/>
            <p:cNvSpPr>
              <a:spLocks/>
            </p:cNvSpPr>
            <p:nvPr/>
          </p:nvSpPr>
          <p:spPr bwMode="auto">
            <a:xfrm>
              <a:off x="2511425" y="2897187"/>
              <a:ext cx="109538" cy="111125"/>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16" name="Freeform 184"/>
            <p:cNvSpPr>
              <a:spLocks/>
            </p:cNvSpPr>
            <p:nvPr/>
          </p:nvSpPr>
          <p:spPr bwMode="auto">
            <a:xfrm>
              <a:off x="2589213" y="2830512"/>
              <a:ext cx="109538"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7" y="52"/>
                    <a:pt x="22" y="52"/>
                    <a:pt x="19" y="49"/>
                  </a:cubicBezTo>
                  <a:cubicBezTo>
                    <a:pt x="3" y="29"/>
                    <a:pt x="3" y="29"/>
                    <a:pt x="3"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17" name="Freeform 185"/>
            <p:cNvSpPr>
              <a:spLocks/>
            </p:cNvSpPr>
            <p:nvPr/>
          </p:nvSpPr>
          <p:spPr bwMode="auto">
            <a:xfrm>
              <a:off x="2667000" y="2762250"/>
              <a:ext cx="112713" cy="111125"/>
            </a:xfrm>
            <a:custGeom>
              <a:avLst/>
              <a:gdLst>
                <a:gd name="T0" fmla="*/ 4 w 53"/>
                <a:gd name="T1" fmla="*/ 19 h 52"/>
                <a:gd name="T2" fmla="*/ 23 w 53"/>
                <a:gd name="T3" fmla="*/ 3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3"/>
                    <a:pt x="23" y="3"/>
                    <a:pt x="23" y="3"/>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2"/>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18" name="Freeform 186"/>
            <p:cNvSpPr>
              <a:spLocks/>
            </p:cNvSpPr>
            <p:nvPr/>
          </p:nvSpPr>
          <p:spPr bwMode="auto">
            <a:xfrm>
              <a:off x="2747963" y="2695575"/>
              <a:ext cx="109538" cy="111125"/>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19" name="Freeform 187"/>
            <p:cNvSpPr>
              <a:spLocks/>
            </p:cNvSpPr>
            <p:nvPr/>
          </p:nvSpPr>
          <p:spPr bwMode="auto">
            <a:xfrm>
              <a:off x="2825750" y="2628900"/>
              <a:ext cx="111125" cy="11112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3" y="29"/>
                    <a:pt x="3" y="29"/>
                    <a:pt x="3"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20" name="Freeform 188"/>
            <p:cNvSpPr>
              <a:spLocks/>
            </p:cNvSpPr>
            <p:nvPr/>
          </p:nvSpPr>
          <p:spPr bwMode="auto">
            <a:xfrm>
              <a:off x="2905125" y="2562225"/>
              <a:ext cx="112713" cy="109538"/>
            </a:xfrm>
            <a:custGeom>
              <a:avLst/>
              <a:gdLst>
                <a:gd name="T0" fmla="*/ 4 w 53"/>
                <a:gd name="T1" fmla="*/ 19 h 52"/>
                <a:gd name="T2" fmla="*/ 23 w 53"/>
                <a:gd name="T3" fmla="*/ 3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3"/>
                    <a:pt x="23" y="3"/>
                    <a:pt x="23" y="3"/>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2"/>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21" name="Freeform 189"/>
            <p:cNvSpPr>
              <a:spLocks/>
            </p:cNvSpPr>
            <p:nvPr/>
          </p:nvSpPr>
          <p:spPr bwMode="auto">
            <a:xfrm>
              <a:off x="2986088" y="2493962"/>
              <a:ext cx="109538" cy="112713"/>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22" name="Freeform 190"/>
            <p:cNvSpPr>
              <a:spLocks/>
            </p:cNvSpPr>
            <p:nvPr/>
          </p:nvSpPr>
          <p:spPr bwMode="auto">
            <a:xfrm>
              <a:off x="3063875" y="2428875"/>
              <a:ext cx="109538" cy="109538"/>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3" y="29"/>
                    <a:pt x="3" y="29"/>
                    <a:pt x="3"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23" name="Freeform 191"/>
            <p:cNvSpPr>
              <a:spLocks/>
            </p:cNvSpPr>
            <p:nvPr/>
          </p:nvSpPr>
          <p:spPr bwMode="auto">
            <a:xfrm>
              <a:off x="3141663" y="2360612"/>
              <a:ext cx="112713" cy="109538"/>
            </a:xfrm>
            <a:custGeom>
              <a:avLst/>
              <a:gdLst>
                <a:gd name="T0" fmla="*/ 4 w 53"/>
                <a:gd name="T1" fmla="*/ 19 h 52"/>
                <a:gd name="T2" fmla="*/ 23 w 53"/>
                <a:gd name="T3" fmla="*/ 3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3"/>
                    <a:pt x="23" y="3"/>
                    <a:pt x="23" y="3"/>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2"/>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24" name="Freeform 192"/>
            <p:cNvSpPr>
              <a:spLocks/>
            </p:cNvSpPr>
            <p:nvPr/>
          </p:nvSpPr>
          <p:spPr bwMode="auto">
            <a:xfrm>
              <a:off x="3222625" y="2292350"/>
              <a:ext cx="109538" cy="112713"/>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25" name="Freeform 193"/>
            <p:cNvSpPr>
              <a:spLocks/>
            </p:cNvSpPr>
            <p:nvPr/>
          </p:nvSpPr>
          <p:spPr bwMode="auto">
            <a:xfrm>
              <a:off x="3300413" y="2197100"/>
              <a:ext cx="144463" cy="139700"/>
            </a:xfrm>
            <a:custGeom>
              <a:avLst/>
              <a:gdLst>
                <a:gd name="T0" fmla="*/ 3 w 68"/>
                <a:gd name="T1" fmla="*/ 33 h 66"/>
                <a:gd name="T2" fmla="*/ 39 w 68"/>
                <a:gd name="T3" fmla="*/ 3 h 66"/>
                <a:gd name="T4" fmla="*/ 49 w 68"/>
                <a:gd name="T5" fmla="*/ 4 h 66"/>
                <a:gd name="T6" fmla="*/ 66 w 68"/>
                <a:gd name="T7" fmla="*/ 23 h 66"/>
                <a:gd name="T8" fmla="*/ 65 w 68"/>
                <a:gd name="T9" fmla="*/ 34 h 66"/>
                <a:gd name="T10" fmla="*/ 30 w 68"/>
                <a:gd name="T11" fmla="*/ 63 h 66"/>
                <a:gd name="T12" fmla="*/ 19 w 68"/>
                <a:gd name="T13" fmla="*/ 63 h 66"/>
                <a:gd name="T14" fmla="*/ 3 w 68"/>
                <a:gd name="T15" fmla="*/ 43 h 66"/>
                <a:gd name="T16" fmla="*/ 3 w 68"/>
                <a:gd name="T17"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66">
                  <a:moveTo>
                    <a:pt x="3" y="33"/>
                  </a:moveTo>
                  <a:cubicBezTo>
                    <a:pt x="39" y="3"/>
                    <a:pt x="39" y="3"/>
                    <a:pt x="39" y="3"/>
                  </a:cubicBezTo>
                  <a:cubicBezTo>
                    <a:pt x="42" y="0"/>
                    <a:pt x="46" y="1"/>
                    <a:pt x="49" y="4"/>
                  </a:cubicBezTo>
                  <a:cubicBezTo>
                    <a:pt x="66" y="23"/>
                    <a:pt x="66" y="23"/>
                    <a:pt x="66" y="23"/>
                  </a:cubicBezTo>
                  <a:cubicBezTo>
                    <a:pt x="68" y="27"/>
                    <a:pt x="68" y="31"/>
                    <a:pt x="65" y="34"/>
                  </a:cubicBezTo>
                  <a:cubicBezTo>
                    <a:pt x="30" y="63"/>
                    <a:pt x="30" y="63"/>
                    <a:pt x="30" y="63"/>
                  </a:cubicBezTo>
                  <a:cubicBezTo>
                    <a:pt x="27" y="66"/>
                    <a:pt x="22" y="66"/>
                    <a:pt x="19" y="63"/>
                  </a:cubicBezTo>
                  <a:cubicBezTo>
                    <a:pt x="3" y="43"/>
                    <a:pt x="3" y="43"/>
                    <a:pt x="3" y="43"/>
                  </a:cubicBezTo>
                  <a:cubicBezTo>
                    <a:pt x="0" y="40"/>
                    <a:pt x="0" y="35"/>
                    <a:pt x="3" y="33"/>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26" name="Freeform 194"/>
            <p:cNvSpPr>
              <a:spLocks/>
            </p:cNvSpPr>
            <p:nvPr/>
          </p:nvSpPr>
          <p:spPr bwMode="auto">
            <a:xfrm>
              <a:off x="2493963" y="3043237"/>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27" name="Freeform 195"/>
            <p:cNvSpPr>
              <a:spLocks/>
            </p:cNvSpPr>
            <p:nvPr/>
          </p:nvSpPr>
          <p:spPr bwMode="auto">
            <a:xfrm>
              <a:off x="2574925" y="2974975"/>
              <a:ext cx="109538" cy="109538"/>
            </a:xfrm>
            <a:custGeom>
              <a:avLst/>
              <a:gdLst>
                <a:gd name="T0" fmla="*/ 3 w 52"/>
                <a:gd name="T1" fmla="*/ 19 h 52"/>
                <a:gd name="T2" fmla="*/ 22 w 52"/>
                <a:gd name="T3" fmla="*/ 3 h 52"/>
                <a:gd name="T4" fmla="*/ 32 w 52"/>
                <a:gd name="T5" fmla="*/ 3 h 52"/>
                <a:gd name="T6" fmla="*/ 49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3"/>
                    <a:pt x="22" y="3"/>
                    <a:pt x="22" y="3"/>
                  </a:cubicBezTo>
                  <a:cubicBezTo>
                    <a:pt x="25" y="0"/>
                    <a:pt x="30" y="0"/>
                    <a:pt x="32" y="3"/>
                  </a:cubicBezTo>
                  <a:cubicBezTo>
                    <a:pt x="49" y="23"/>
                    <a:pt x="49" y="23"/>
                    <a:pt x="49"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28" name="Freeform 196"/>
            <p:cNvSpPr>
              <a:spLocks/>
            </p:cNvSpPr>
            <p:nvPr/>
          </p:nvSpPr>
          <p:spPr bwMode="auto">
            <a:xfrm>
              <a:off x="2652713" y="2906712"/>
              <a:ext cx="109538"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29" name="Freeform 197"/>
            <p:cNvSpPr>
              <a:spLocks/>
            </p:cNvSpPr>
            <p:nvPr/>
          </p:nvSpPr>
          <p:spPr bwMode="auto">
            <a:xfrm>
              <a:off x="2730500" y="2841625"/>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30" name="Freeform 198"/>
            <p:cNvSpPr>
              <a:spLocks/>
            </p:cNvSpPr>
            <p:nvPr/>
          </p:nvSpPr>
          <p:spPr bwMode="auto">
            <a:xfrm>
              <a:off x="2811463" y="2773362"/>
              <a:ext cx="109538" cy="111125"/>
            </a:xfrm>
            <a:custGeom>
              <a:avLst/>
              <a:gdLst>
                <a:gd name="T0" fmla="*/ 3 w 52"/>
                <a:gd name="T1" fmla="*/ 19 h 52"/>
                <a:gd name="T2" fmla="*/ 22 w 52"/>
                <a:gd name="T3" fmla="*/ 3 h 52"/>
                <a:gd name="T4" fmla="*/ 32 w 52"/>
                <a:gd name="T5" fmla="*/ 3 h 52"/>
                <a:gd name="T6" fmla="*/ 49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3"/>
                    <a:pt x="22" y="3"/>
                    <a:pt x="22" y="3"/>
                  </a:cubicBezTo>
                  <a:cubicBezTo>
                    <a:pt x="25" y="0"/>
                    <a:pt x="30" y="0"/>
                    <a:pt x="32" y="3"/>
                  </a:cubicBezTo>
                  <a:cubicBezTo>
                    <a:pt x="49" y="23"/>
                    <a:pt x="49" y="23"/>
                    <a:pt x="49"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31" name="Freeform 199"/>
            <p:cNvSpPr>
              <a:spLocks/>
            </p:cNvSpPr>
            <p:nvPr/>
          </p:nvSpPr>
          <p:spPr bwMode="auto">
            <a:xfrm>
              <a:off x="2889250" y="2705100"/>
              <a:ext cx="111125" cy="112713"/>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7" y="53"/>
                    <a:pt x="22" y="52"/>
                    <a:pt x="20"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32" name="Freeform 200"/>
            <p:cNvSpPr>
              <a:spLocks/>
            </p:cNvSpPr>
            <p:nvPr/>
          </p:nvSpPr>
          <p:spPr bwMode="auto">
            <a:xfrm>
              <a:off x="2968625" y="2640012"/>
              <a:ext cx="112713" cy="109538"/>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33" name="Freeform 201"/>
            <p:cNvSpPr>
              <a:spLocks/>
            </p:cNvSpPr>
            <p:nvPr/>
          </p:nvSpPr>
          <p:spPr bwMode="auto">
            <a:xfrm>
              <a:off x="3049588" y="2571750"/>
              <a:ext cx="109538" cy="111125"/>
            </a:xfrm>
            <a:custGeom>
              <a:avLst/>
              <a:gdLst>
                <a:gd name="T0" fmla="*/ 3 w 52"/>
                <a:gd name="T1" fmla="*/ 19 h 52"/>
                <a:gd name="T2" fmla="*/ 22 w 52"/>
                <a:gd name="T3" fmla="*/ 3 h 52"/>
                <a:gd name="T4" fmla="*/ 32 w 52"/>
                <a:gd name="T5" fmla="*/ 3 h 52"/>
                <a:gd name="T6" fmla="*/ 49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3"/>
                    <a:pt x="22" y="3"/>
                    <a:pt x="22" y="3"/>
                  </a:cubicBezTo>
                  <a:cubicBezTo>
                    <a:pt x="25" y="0"/>
                    <a:pt x="30" y="0"/>
                    <a:pt x="32" y="3"/>
                  </a:cubicBezTo>
                  <a:cubicBezTo>
                    <a:pt x="49" y="23"/>
                    <a:pt x="49" y="23"/>
                    <a:pt x="49"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34" name="Freeform 202"/>
            <p:cNvSpPr>
              <a:spLocks/>
            </p:cNvSpPr>
            <p:nvPr/>
          </p:nvSpPr>
          <p:spPr bwMode="auto">
            <a:xfrm>
              <a:off x="3127375" y="2505075"/>
              <a:ext cx="109538" cy="111125"/>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7" y="53"/>
                    <a:pt x="22" y="52"/>
                    <a:pt x="19"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35" name="Freeform 203"/>
            <p:cNvSpPr>
              <a:spLocks/>
            </p:cNvSpPr>
            <p:nvPr/>
          </p:nvSpPr>
          <p:spPr bwMode="auto">
            <a:xfrm>
              <a:off x="3205163" y="2438400"/>
              <a:ext cx="112713" cy="111125"/>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36" name="Freeform 204"/>
            <p:cNvSpPr>
              <a:spLocks/>
            </p:cNvSpPr>
            <p:nvPr/>
          </p:nvSpPr>
          <p:spPr bwMode="auto">
            <a:xfrm>
              <a:off x="3286125" y="2343150"/>
              <a:ext cx="144463" cy="138113"/>
            </a:xfrm>
            <a:custGeom>
              <a:avLst/>
              <a:gdLst>
                <a:gd name="T0" fmla="*/ 3 w 68"/>
                <a:gd name="T1" fmla="*/ 32 h 65"/>
                <a:gd name="T2" fmla="*/ 38 w 68"/>
                <a:gd name="T3" fmla="*/ 2 h 65"/>
                <a:gd name="T4" fmla="*/ 48 w 68"/>
                <a:gd name="T5" fmla="*/ 3 h 65"/>
                <a:gd name="T6" fmla="*/ 65 w 68"/>
                <a:gd name="T7" fmla="*/ 23 h 65"/>
                <a:gd name="T8" fmla="*/ 64 w 68"/>
                <a:gd name="T9" fmla="*/ 33 h 65"/>
                <a:gd name="T10" fmla="*/ 29 w 68"/>
                <a:gd name="T11" fmla="*/ 63 h 65"/>
                <a:gd name="T12" fmla="*/ 19 w 68"/>
                <a:gd name="T13" fmla="*/ 62 h 65"/>
                <a:gd name="T14" fmla="*/ 2 w 68"/>
                <a:gd name="T15" fmla="*/ 42 h 65"/>
                <a:gd name="T16" fmla="*/ 3 w 68"/>
                <a:gd name="T17" fmla="*/ 3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65">
                  <a:moveTo>
                    <a:pt x="3" y="32"/>
                  </a:moveTo>
                  <a:cubicBezTo>
                    <a:pt x="38" y="2"/>
                    <a:pt x="38" y="2"/>
                    <a:pt x="38" y="2"/>
                  </a:cubicBezTo>
                  <a:cubicBezTo>
                    <a:pt x="41" y="0"/>
                    <a:pt x="46" y="0"/>
                    <a:pt x="48" y="3"/>
                  </a:cubicBezTo>
                  <a:cubicBezTo>
                    <a:pt x="65" y="23"/>
                    <a:pt x="65" y="23"/>
                    <a:pt x="65" y="23"/>
                  </a:cubicBezTo>
                  <a:cubicBezTo>
                    <a:pt x="68" y="26"/>
                    <a:pt x="67" y="30"/>
                    <a:pt x="64" y="33"/>
                  </a:cubicBezTo>
                  <a:cubicBezTo>
                    <a:pt x="29" y="63"/>
                    <a:pt x="29" y="63"/>
                    <a:pt x="29" y="63"/>
                  </a:cubicBezTo>
                  <a:cubicBezTo>
                    <a:pt x="26" y="65"/>
                    <a:pt x="22" y="65"/>
                    <a:pt x="19" y="62"/>
                  </a:cubicBezTo>
                  <a:cubicBezTo>
                    <a:pt x="2" y="42"/>
                    <a:pt x="2" y="42"/>
                    <a:pt x="2" y="42"/>
                  </a:cubicBezTo>
                  <a:cubicBezTo>
                    <a:pt x="0" y="39"/>
                    <a:pt x="0" y="35"/>
                    <a:pt x="3" y="3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37" name="Freeform 206"/>
            <p:cNvSpPr>
              <a:spLocks/>
            </p:cNvSpPr>
            <p:nvPr/>
          </p:nvSpPr>
          <p:spPr bwMode="auto">
            <a:xfrm>
              <a:off x="3402013" y="2273300"/>
              <a:ext cx="109538" cy="111125"/>
            </a:xfrm>
            <a:custGeom>
              <a:avLst/>
              <a:gdLst>
                <a:gd name="T0" fmla="*/ 3 w 51"/>
                <a:gd name="T1" fmla="*/ 18 h 52"/>
                <a:gd name="T2" fmla="*/ 22 w 51"/>
                <a:gd name="T3" fmla="*/ 3 h 52"/>
                <a:gd name="T4" fmla="*/ 31 w 51"/>
                <a:gd name="T5" fmla="*/ 3 h 52"/>
                <a:gd name="T6" fmla="*/ 48 w 51"/>
                <a:gd name="T7" fmla="*/ 24 h 52"/>
                <a:gd name="T8" fmla="*/ 48 w 51"/>
                <a:gd name="T9" fmla="*/ 33 h 52"/>
                <a:gd name="T10" fmla="*/ 29 w 51"/>
                <a:gd name="T11" fmla="*/ 49 h 52"/>
                <a:gd name="T12" fmla="*/ 20 w 51"/>
                <a:gd name="T13" fmla="*/ 48 h 52"/>
                <a:gd name="T14" fmla="*/ 2 w 51"/>
                <a:gd name="T15" fmla="*/ 28 h 52"/>
                <a:gd name="T16" fmla="*/ 3 w 51"/>
                <a:gd name="T17"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2">
                  <a:moveTo>
                    <a:pt x="3" y="18"/>
                  </a:moveTo>
                  <a:cubicBezTo>
                    <a:pt x="22" y="3"/>
                    <a:pt x="22" y="3"/>
                    <a:pt x="22" y="3"/>
                  </a:cubicBezTo>
                  <a:cubicBezTo>
                    <a:pt x="24" y="0"/>
                    <a:pt x="29" y="1"/>
                    <a:pt x="31" y="3"/>
                  </a:cubicBezTo>
                  <a:cubicBezTo>
                    <a:pt x="48" y="24"/>
                    <a:pt x="48" y="24"/>
                    <a:pt x="48" y="24"/>
                  </a:cubicBezTo>
                  <a:cubicBezTo>
                    <a:pt x="51" y="27"/>
                    <a:pt x="51" y="31"/>
                    <a:pt x="48" y="33"/>
                  </a:cubicBezTo>
                  <a:cubicBezTo>
                    <a:pt x="29" y="49"/>
                    <a:pt x="29" y="49"/>
                    <a:pt x="29" y="49"/>
                  </a:cubicBezTo>
                  <a:cubicBezTo>
                    <a:pt x="26" y="52"/>
                    <a:pt x="22" y="51"/>
                    <a:pt x="20"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38" name="Freeform 207"/>
            <p:cNvSpPr>
              <a:spLocks/>
            </p:cNvSpPr>
            <p:nvPr/>
          </p:nvSpPr>
          <p:spPr bwMode="auto">
            <a:xfrm>
              <a:off x="2886075" y="2601912"/>
              <a:ext cx="611188" cy="581025"/>
            </a:xfrm>
            <a:custGeom>
              <a:avLst/>
              <a:gdLst>
                <a:gd name="T0" fmla="*/ 3 w 289"/>
                <a:gd name="T1" fmla="*/ 168 h 274"/>
                <a:gd name="T2" fmla="*/ 197 w 289"/>
                <a:gd name="T3" fmla="*/ 3 h 274"/>
                <a:gd name="T4" fmla="*/ 207 w 289"/>
                <a:gd name="T5" fmla="*/ 4 h 274"/>
                <a:gd name="T6" fmla="*/ 286 w 289"/>
                <a:gd name="T7" fmla="*/ 97 h 274"/>
                <a:gd name="T8" fmla="*/ 286 w 289"/>
                <a:gd name="T9" fmla="*/ 107 h 274"/>
                <a:gd name="T10" fmla="*/ 92 w 289"/>
                <a:gd name="T11" fmla="*/ 272 h 274"/>
                <a:gd name="T12" fmla="*/ 82 w 289"/>
                <a:gd name="T13" fmla="*/ 271 h 274"/>
                <a:gd name="T14" fmla="*/ 3 w 289"/>
                <a:gd name="T15" fmla="*/ 177 h 274"/>
                <a:gd name="T16" fmla="*/ 3 w 289"/>
                <a:gd name="T17" fmla="*/ 168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274">
                  <a:moveTo>
                    <a:pt x="3" y="168"/>
                  </a:moveTo>
                  <a:cubicBezTo>
                    <a:pt x="197" y="3"/>
                    <a:pt x="197" y="3"/>
                    <a:pt x="197" y="3"/>
                  </a:cubicBezTo>
                  <a:cubicBezTo>
                    <a:pt x="200" y="0"/>
                    <a:pt x="205" y="1"/>
                    <a:pt x="207" y="4"/>
                  </a:cubicBezTo>
                  <a:cubicBezTo>
                    <a:pt x="286" y="97"/>
                    <a:pt x="286" y="97"/>
                    <a:pt x="286" y="97"/>
                  </a:cubicBezTo>
                  <a:cubicBezTo>
                    <a:pt x="289" y="100"/>
                    <a:pt x="289" y="104"/>
                    <a:pt x="286" y="107"/>
                  </a:cubicBezTo>
                  <a:cubicBezTo>
                    <a:pt x="92" y="272"/>
                    <a:pt x="92" y="272"/>
                    <a:pt x="92" y="272"/>
                  </a:cubicBezTo>
                  <a:cubicBezTo>
                    <a:pt x="89" y="274"/>
                    <a:pt x="84" y="274"/>
                    <a:pt x="82" y="271"/>
                  </a:cubicBezTo>
                  <a:cubicBezTo>
                    <a:pt x="3" y="177"/>
                    <a:pt x="3" y="177"/>
                    <a:pt x="3" y="177"/>
                  </a:cubicBezTo>
                  <a:cubicBezTo>
                    <a:pt x="0" y="175"/>
                    <a:pt x="0" y="170"/>
                    <a:pt x="3" y="16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39" name="Freeform 208"/>
            <p:cNvSpPr>
              <a:spLocks/>
            </p:cNvSpPr>
            <p:nvPr/>
          </p:nvSpPr>
          <p:spPr bwMode="auto">
            <a:xfrm>
              <a:off x="3082925" y="3025775"/>
              <a:ext cx="246063" cy="220663"/>
            </a:xfrm>
            <a:custGeom>
              <a:avLst/>
              <a:gdLst>
                <a:gd name="T0" fmla="*/ 0 w 116"/>
                <a:gd name="T1" fmla="*/ 82 h 104"/>
                <a:gd name="T2" fmla="*/ 97 w 116"/>
                <a:gd name="T3" fmla="*/ 0 h 104"/>
                <a:gd name="T4" fmla="*/ 99 w 116"/>
                <a:gd name="T5" fmla="*/ 0 h 104"/>
                <a:gd name="T6" fmla="*/ 115 w 116"/>
                <a:gd name="T7" fmla="*/ 20 h 104"/>
                <a:gd name="T8" fmla="*/ 115 w 116"/>
                <a:gd name="T9" fmla="*/ 22 h 104"/>
                <a:gd name="T10" fmla="*/ 19 w 116"/>
                <a:gd name="T11" fmla="*/ 104 h 104"/>
                <a:gd name="T12" fmla="*/ 17 w 116"/>
                <a:gd name="T13" fmla="*/ 104 h 104"/>
                <a:gd name="T14" fmla="*/ 0 w 116"/>
                <a:gd name="T15" fmla="*/ 84 h 104"/>
                <a:gd name="T16" fmla="*/ 0 w 116"/>
                <a:gd name="T17" fmla="*/ 8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104">
                  <a:moveTo>
                    <a:pt x="0" y="82"/>
                  </a:moveTo>
                  <a:cubicBezTo>
                    <a:pt x="97" y="0"/>
                    <a:pt x="97" y="0"/>
                    <a:pt x="97" y="0"/>
                  </a:cubicBezTo>
                  <a:cubicBezTo>
                    <a:pt x="97" y="0"/>
                    <a:pt x="98" y="0"/>
                    <a:pt x="99" y="0"/>
                  </a:cubicBezTo>
                  <a:cubicBezTo>
                    <a:pt x="115" y="20"/>
                    <a:pt x="115" y="20"/>
                    <a:pt x="115" y="20"/>
                  </a:cubicBezTo>
                  <a:cubicBezTo>
                    <a:pt x="116" y="20"/>
                    <a:pt x="116" y="21"/>
                    <a:pt x="115" y="22"/>
                  </a:cubicBezTo>
                  <a:cubicBezTo>
                    <a:pt x="19" y="104"/>
                    <a:pt x="19" y="104"/>
                    <a:pt x="19" y="104"/>
                  </a:cubicBezTo>
                  <a:cubicBezTo>
                    <a:pt x="18" y="104"/>
                    <a:pt x="17" y="104"/>
                    <a:pt x="17" y="104"/>
                  </a:cubicBezTo>
                  <a:cubicBezTo>
                    <a:pt x="0" y="84"/>
                    <a:pt x="0" y="84"/>
                    <a:pt x="0" y="84"/>
                  </a:cubicBezTo>
                  <a:cubicBezTo>
                    <a:pt x="0" y="84"/>
                    <a:pt x="0" y="83"/>
                    <a:pt x="0" y="8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40" name="Freeform 209"/>
            <p:cNvSpPr>
              <a:spLocks/>
            </p:cNvSpPr>
            <p:nvPr/>
          </p:nvSpPr>
          <p:spPr bwMode="auto">
            <a:xfrm>
              <a:off x="3306763" y="2835275"/>
              <a:ext cx="246063" cy="220663"/>
            </a:xfrm>
            <a:custGeom>
              <a:avLst/>
              <a:gdLst>
                <a:gd name="T0" fmla="*/ 0 w 116"/>
                <a:gd name="T1" fmla="*/ 82 h 104"/>
                <a:gd name="T2" fmla="*/ 97 w 116"/>
                <a:gd name="T3" fmla="*/ 0 h 104"/>
                <a:gd name="T4" fmla="*/ 99 w 116"/>
                <a:gd name="T5" fmla="*/ 1 h 104"/>
                <a:gd name="T6" fmla="*/ 115 w 116"/>
                <a:gd name="T7" fmla="*/ 20 h 104"/>
                <a:gd name="T8" fmla="*/ 115 w 116"/>
                <a:gd name="T9" fmla="*/ 22 h 104"/>
                <a:gd name="T10" fmla="*/ 19 w 116"/>
                <a:gd name="T11" fmla="*/ 104 h 104"/>
                <a:gd name="T12" fmla="*/ 17 w 116"/>
                <a:gd name="T13" fmla="*/ 104 h 104"/>
                <a:gd name="T14" fmla="*/ 0 w 116"/>
                <a:gd name="T15" fmla="*/ 84 h 104"/>
                <a:gd name="T16" fmla="*/ 0 w 116"/>
                <a:gd name="T17" fmla="*/ 8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104">
                  <a:moveTo>
                    <a:pt x="0" y="82"/>
                  </a:moveTo>
                  <a:cubicBezTo>
                    <a:pt x="97" y="0"/>
                    <a:pt x="97" y="0"/>
                    <a:pt x="97" y="0"/>
                  </a:cubicBezTo>
                  <a:cubicBezTo>
                    <a:pt x="97" y="0"/>
                    <a:pt x="98" y="0"/>
                    <a:pt x="99" y="1"/>
                  </a:cubicBezTo>
                  <a:cubicBezTo>
                    <a:pt x="115" y="20"/>
                    <a:pt x="115" y="20"/>
                    <a:pt x="115" y="20"/>
                  </a:cubicBezTo>
                  <a:cubicBezTo>
                    <a:pt x="116" y="21"/>
                    <a:pt x="116" y="21"/>
                    <a:pt x="115" y="22"/>
                  </a:cubicBezTo>
                  <a:cubicBezTo>
                    <a:pt x="19" y="104"/>
                    <a:pt x="19" y="104"/>
                    <a:pt x="19" y="104"/>
                  </a:cubicBezTo>
                  <a:cubicBezTo>
                    <a:pt x="18" y="104"/>
                    <a:pt x="17" y="104"/>
                    <a:pt x="17" y="104"/>
                  </a:cubicBezTo>
                  <a:cubicBezTo>
                    <a:pt x="0" y="84"/>
                    <a:pt x="0" y="84"/>
                    <a:pt x="0" y="84"/>
                  </a:cubicBezTo>
                  <a:cubicBezTo>
                    <a:pt x="0" y="84"/>
                    <a:pt x="0" y="83"/>
                    <a:pt x="0" y="8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41" name="Freeform 210"/>
            <p:cNvSpPr>
              <a:spLocks/>
            </p:cNvSpPr>
            <p:nvPr/>
          </p:nvSpPr>
          <p:spPr bwMode="auto">
            <a:xfrm>
              <a:off x="1831975" y="1527175"/>
              <a:ext cx="1473200" cy="1258888"/>
            </a:xfrm>
            <a:custGeom>
              <a:avLst/>
              <a:gdLst>
                <a:gd name="T0" fmla="*/ 656 w 695"/>
                <a:gd name="T1" fmla="*/ 10 h 594"/>
                <a:gd name="T2" fmla="*/ 13 w 695"/>
                <a:gd name="T3" fmla="*/ 556 h 594"/>
                <a:gd name="T4" fmla="*/ 10 w 695"/>
                <a:gd name="T5" fmla="*/ 594 h 594"/>
                <a:gd name="T6" fmla="*/ 695 w 695"/>
                <a:gd name="T7" fmla="*/ 13 h 594"/>
                <a:gd name="T8" fmla="*/ 656 w 695"/>
                <a:gd name="T9" fmla="*/ 10 h 594"/>
              </a:gdLst>
              <a:ahLst/>
              <a:cxnLst>
                <a:cxn ang="0">
                  <a:pos x="T0" y="T1"/>
                </a:cxn>
                <a:cxn ang="0">
                  <a:pos x="T2" y="T3"/>
                </a:cxn>
                <a:cxn ang="0">
                  <a:pos x="T4" y="T5"/>
                </a:cxn>
                <a:cxn ang="0">
                  <a:pos x="T6" y="T7"/>
                </a:cxn>
                <a:cxn ang="0">
                  <a:pos x="T8" y="T9"/>
                </a:cxn>
              </a:cxnLst>
              <a:rect l="0" t="0" r="r" b="b"/>
              <a:pathLst>
                <a:path w="695" h="594">
                  <a:moveTo>
                    <a:pt x="656" y="10"/>
                  </a:moveTo>
                  <a:cubicBezTo>
                    <a:pt x="13" y="556"/>
                    <a:pt x="13" y="556"/>
                    <a:pt x="13" y="556"/>
                  </a:cubicBezTo>
                  <a:cubicBezTo>
                    <a:pt x="2" y="565"/>
                    <a:pt x="0" y="583"/>
                    <a:pt x="10" y="594"/>
                  </a:cubicBezTo>
                  <a:cubicBezTo>
                    <a:pt x="695" y="13"/>
                    <a:pt x="695" y="13"/>
                    <a:pt x="695" y="13"/>
                  </a:cubicBezTo>
                  <a:cubicBezTo>
                    <a:pt x="685" y="2"/>
                    <a:pt x="668" y="0"/>
                    <a:pt x="656" y="10"/>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42" name="Freeform 211"/>
            <p:cNvSpPr>
              <a:spLocks/>
            </p:cNvSpPr>
            <p:nvPr/>
          </p:nvSpPr>
          <p:spPr bwMode="auto">
            <a:xfrm>
              <a:off x="3452813" y="2903537"/>
              <a:ext cx="1155700" cy="1168400"/>
            </a:xfrm>
            <a:custGeom>
              <a:avLst/>
              <a:gdLst>
                <a:gd name="T0" fmla="*/ 8 w 545"/>
                <a:gd name="T1" fmla="*/ 355 h 552"/>
                <a:gd name="T2" fmla="*/ 7 w 545"/>
                <a:gd name="T3" fmla="*/ 330 h 552"/>
                <a:gd name="T4" fmla="*/ 310 w 545"/>
                <a:gd name="T5" fmla="*/ 7 h 552"/>
                <a:gd name="T6" fmla="*/ 335 w 545"/>
                <a:gd name="T7" fmla="*/ 7 h 552"/>
                <a:gd name="T8" fmla="*/ 538 w 545"/>
                <a:gd name="T9" fmla="*/ 197 h 552"/>
                <a:gd name="T10" fmla="*/ 538 w 545"/>
                <a:gd name="T11" fmla="*/ 222 h 552"/>
                <a:gd name="T12" fmla="*/ 235 w 545"/>
                <a:gd name="T13" fmla="*/ 545 h 552"/>
                <a:gd name="T14" fmla="*/ 210 w 545"/>
                <a:gd name="T15" fmla="*/ 545 h 552"/>
                <a:gd name="T16" fmla="*/ 8 w 545"/>
                <a:gd name="T17" fmla="*/ 355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552">
                  <a:moveTo>
                    <a:pt x="8" y="355"/>
                  </a:moveTo>
                  <a:cubicBezTo>
                    <a:pt x="1" y="348"/>
                    <a:pt x="0" y="337"/>
                    <a:pt x="7" y="330"/>
                  </a:cubicBezTo>
                  <a:cubicBezTo>
                    <a:pt x="310" y="7"/>
                    <a:pt x="310" y="7"/>
                    <a:pt x="310" y="7"/>
                  </a:cubicBezTo>
                  <a:cubicBezTo>
                    <a:pt x="317" y="0"/>
                    <a:pt x="328" y="0"/>
                    <a:pt x="335" y="7"/>
                  </a:cubicBezTo>
                  <a:cubicBezTo>
                    <a:pt x="538" y="197"/>
                    <a:pt x="538" y="197"/>
                    <a:pt x="538" y="197"/>
                  </a:cubicBezTo>
                  <a:cubicBezTo>
                    <a:pt x="545" y="204"/>
                    <a:pt x="545" y="215"/>
                    <a:pt x="538" y="222"/>
                  </a:cubicBezTo>
                  <a:cubicBezTo>
                    <a:pt x="235" y="545"/>
                    <a:pt x="235" y="545"/>
                    <a:pt x="235" y="545"/>
                  </a:cubicBezTo>
                  <a:cubicBezTo>
                    <a:pt x="229" y="552"/>
                    <a:pt x="217" y="552"/>
                    <a:pt x="210" y="545"/>
                  </a:cubicBezTo>
                  <a:lnTo>
                    <a:pt x="8" y="355"/>
                  </a:lnTo>
                  <a:close/>
                </a:path>
              </a:pathLst>
            </a:custGeom>
            <a:solidFill>
              <a:srgbClr val="3745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43" name="Freeform 212"/>
            <p:cNvSpPr>
              <a:spLocks/>
            </p:cNvSpPr>
            <p:nvPr/>
          </p:nvSpPr>
          <p:spPr bwMode="auto">
            <a:xfrm>
              <a:off x="3619500" y="3006725"/>
              <a:ext cx="887413" cy="895350"/>
            </a:xfrm>
            <a:custGeom>
              <a:avLst/>
              <a:gdLst>
                <a:gd name="T0" fmla="*/ 319 w 559"/>
                <a:gd name="T1" fmla="*/ 0 h 564"/>
                <a:gd name="T2" fmla="*/ 0 w 559"/>
                <a:gd name="T3" fmla="*/ 340 h 564"/>
                <a:gd name="T4" fmla="*/ 238 w 559"/>
                <a:gd name="T5" fmla="*/ 564 h 564"/>
                <a:gd name="T6" fmla="*/ 559 w 559"/>
                <a:gd name="T7" fmla="*/ 224 h 564"/>
                <a:gd name="T8" fmla="*/ 319 w 559"/>
                <a:gd name="T9" fmla="*/ 0 h 564"/>
              </a:gdLst>
              <a:ahLst/>
              <a:cxnLst>
                <a:cxn ang="0">
                  <a:pos x="T0" y="T1"/>
                </a:cxn>
                <a:cxn ang="0">
                  <a:pos x="T2" y="T3"/>
                </a:cxn>
                <a:cxn ang="0">
                  <a:pos x="T4" y="T5"/>
                </a:cxn>
                <a:cxn ang="0">
                  <a:pos x="T6" y="T7"/>
                </a:cxn>
                <a:cxn ang="0">
                  <a:pos x="T8" y="T9"/>
                </a:cxn>
              </a:cxnLst>
              <a:rect l="0" t="0" r="r" b="b"/>
              <a:pathLst>
                <a:path w="559" h="564">
                  <a:moveTo>
                    <a:pt x="319" y="0"/>
                  </a:moveTo>
                  <a:lnTo>
                    <a:pt x="0" y="340"/>
                  </a:lnTo>
                  <a:lnTo>
                    <a:pt x="238" y="564"/>
                  </a:lnTo>
                  <a:lnTo>
                    <a:pt x="559" y="224"/>
                  </a:lnTo>
                  <a:lnTo>
                    <a:pt x="319" y="0"/>
                  </a:lnTo>
                  <a:close/>
                </a:path>
              </a:pathLst>
            </a:custGeom>
            <a:solidFill>
              <a:srgbClr val="2D3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44" name="Freeform 213"/>
            <p:cNvSpPr>
              <a:spLocks/>
            </p:cNvSpPr>
            <p:nvPr/>
          </p:nvSpPr>
          <p:spPr bwMode="auto">
            <a:xfrm>
              <a:off x="3683000" y="3740150"/>
              <a:ext cx="115888" cy="115888"/>
            </a:xfrm>
            <a:custGeom>
              <a:avLst/>
              <a:gdLst>
                <a:gd name="T0" fmla="*/ 44 w 55"/>
                <a:gd name="T1" fmla="*/ 9 h 55"/>
                <a:gd name="T2" fmla="*/ 9 w 55"/>
                <a:gd name="T3" fmla="*/ 10 h 55"/>
                <a:gd name="T4" fmla="*/ 10 w 55"/>
                <a:gd name="T5" fmla="*/ 45 h 55"/>
                <a:gd name="T6" fmla="*/ 46 w 55"/>
                <a:gd name="T7" fmla="*/ 44 h 55"/>
                <a:gd name="T8" fmla="*/ 44 w 55"/>
                <a:gd name="T9" fmla="*/ 9 h 55"/>
              </a:gdLst>
              <a:ahLst/>
              <a:cxnLst>
                <a:cxn ang="0">
                  <a:pos x="T0" y="T1"/>
                </a:cxn>
                <a:cxn ang="0">
                  <a:pos x="T2" y="T3"/>
                </a:cxn>
                <a:cxn ang="0">
                  <a:pos x="T4" y="T5"/>
                </a:cxn>
                <a:cxn ang="0">
                  <a:pos x="T6" y="T7"/>
                </a:cxn>
                <a:cxn ang="0">
                  <a:pos x="T8" y="T9"/>
                </a:cxn>
              </a:cxnLst>
              <a:rect l="0" t="0" r="r" b="b"/>
              <a:pathLst>
                <a:path w="55" h="55">
                  <a:moveTo>
                    <a:pt x="44" y="9"/>
                  </a:moveTo>
                  <a:cubicBezTo>
                    <a:pt x="34" y="0"/>
                    <a:pt x="19" y="0"/>
                    <a:pt x="9" y="10"/>
                  </a:cubicBezTo>
                  <a:cubicBezTo>
                    <a:pt x="0" y="20"/>
                    <a:pt x="0" y="36"/>
                    <a:pt x="10" y="45"/>
                  </a:cubicBezTo>
                  <a:cubicBezTo>
                    <a:pt x="20" y="55"/>
                    <a:pt x="36" y="54"/>
                    <a:pt x="46" y="44"/>
                  </a:cubicBezTo>
                  <a:cubicBezTo>
                    <a:pt x="55" y="34"/>
                    <a:pt x="55" y="18"/>
                    <a:pt x="44" y="9"/>
                  </a:cubicBezTo>
                  <a:close/>
                </a:path>
              </a:pathLst>
            </a:custGeom>
            <a:solidFill>
              <a:srgbClr val="1C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45" name="Freeform 214"/>
            <p:cNvSpPr>
              <a:spLocks/>
            </p:cNvSpPr>
            <p:nvPr/>
          </p:nvSpPr>
          <p:spPr bwMode="auto">
            <a:xfrm>
              <a:off x="3714750" y="3771900"/>
              <a:ext cx="52388" cy="50800"/>
            </a:xfrm>
            <a:custGeom>
              <a:avLst/>
              <a:gdLst>
                <a:gd name="T0" fmla="*/ 20 w 25"/>
                <a:gd name="T1" fmla="*/ 4 h 24"/>
                <a:gd name="T2" fmla="*/ 4 w 25"/>
                <a:gd name="T3" fmla="*/ 5 h 24"/>
                <a:gd name="T4" fmla="*/ 5 w 25"/>
                <a:gd name="T5" fmla="*/ 20 h 24"/>
                <a:gd name="T6" fmla="*/ 20 w 25"/>
                <a:gd name="T7" fmla="*/ 20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16" y="0"/>
                    <a:pt x="9" y="0"/>
                    <a:pt x="4" y="5"/>
                  </a:cubicBezTo>
                  <a:cubicBezTo>
                    <a:pt x="0" y="9"/>
                    <a:pt x="0" y="16"/>
                    <a:pt x="5" y="20"/>
                  </a:cubicBezTo>
                  <a:cubicBezTo>
                    <a:pt x="9" y="24"/>
                    <a:pt x="16" y="24"/>
                    <a:pt x="20" y="20"/>
                  </a:cubicBezTo>
                  <a:cubicBezTo>
                    <a:pt x="25" y="15"/>
                    <a:pt x="24" y="8"/>
                    <a:pt x="20" y="4"/>
                  </a:cubicBezTo>
                  <a:close/>
                </a:path>
              </a:pathLst>
            </a:custGeom>
            <a:solidFill>
              <a:srgbClr val="122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46" name="Freeform 215"/>
            <p:cNvSpPr>
              <a:spLocks/>
            </p:cNvSpPr>
            <p:nvPr/>
          </p:nvSpPr>
          <p:spPr bwMode="auto">
            <a:xfrm>
              <a:off x="3646488" y="3705225"/>
              <a:ext cx="61913" cy="63500"/>
            </a:xfrm>
            <a:custGeom>
              <a:avLst/>
              <a:gdLst>
                <a:gd name="T0" fmla="*/ 28 w 29"/>
                <a:gd name="T1" fmla="*/ 8 h 30"/>
                <a:gd name="T2" fmla="*/ 28 w 29"/>
                <a:gd name="T3" fmla="*/ 12 h 30"/>
                <a:gd name="T4" fmla="*/ 12 w 29"/>
                <a:gd name="T5" fmla="*/ 28 h 30"/>
                <a:gd name="T6" fmla="*/ 8 w 29"/>
                <a:gd name="T7" fmla="*/ 29 h 30"/>
                <a:gd name="T8" fmla="*/ 1 w 29"/>
                <a:gd name="T9" fmla="*/ 21 h 30"/>
                <a:gd name="T10" fmla="*/ 1 w 29"/>
                <a:gd name="T11" fmla="*/ 18 h 30"/>
                <a:gd name="T12" fmla="*/ 16 w 29"/>
                <a:gd name="T13" fmla="*/ 1 h 30"/>
                <a:gd name="T14" fmla="*/ 20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2" y="28"/>
                    <a:pt x="12" y="28"/>
                    <a:pt x="12" y="28"/>
                  </a:cubicBezTo>
                  <a:cubicBezTo>
                    <a:pt x="11" y="30"/>
                    <a:pt x="10" y="30"/>
                    <a:pt x="8" y="29"/>
                  </a:cubicBezTo>
                  <a:cubicBezTo>
                    <a:pt x="1" y="21"/>
                    <a:pt x="1" y="21"/>
                    <a:pt x="1" y="21"/>
                  </a:cubicBezTo>
                  <a:cubicBezTo>
                    <a:pt x="0" y="20"/>
                    <a:pt x="0" y="19"/>
                    <a:pt x="1" y="18"/>
                  </a:cubicBezTo>
                  <a:cubicBezTo>
                    <a:pt x="16" y="1"/>
                    <a:pt x="16" y="1"/>
                    <a:pt x="16" y="1"/>
                  </a:cubicBezTo>
                  <a:cubicBezTo>
                    <a:pt x="17"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47" name="Freeform 216"/>
            <p:cNvSpPr>
              <a:spLocks/>
            </p:cNvSpPr>
            <p:nvPr/>
          </p:nvSpPr>
          <p:spPr bwMode="auto">
            <a:xfrm>
              <a:off x="3614738" y="3676650"/>
              <a:ext cx="61913" cy="63500"/>
            </a:xfrm>
            <a:custGeom>
              <a:avLst/>
              <a:gdLst>
                <a:gd name="T0" fmla="*/ 28 w 29"/>
                <a:gd name="T1" fmla="*/ 8 h 30"/>
                <a:gd name="T2" fmla="*/ 28 w 29"/>
                <a:gd name="T3" fmla="*/ 12 h 30"/>
                <a:gd name="T4" fmla="*/ 13 w 29"/>
                <a:gd name="T5" fmla="*/ 29 h 30"/>
                <a:gd name="T6" fmla="*/ 9 w 29"/>
                <a:gd name="T7" fmla="*/ 29 h 30"/>
                <a:gd name="T8" fmla="*/ 1 w 29"/>
                <a:gd name="T9" fmla="*/ 22 h 30"/>
                <a:gd name="T10" fmla="*/ 1 w 29"/>
                <a:gd name="T11" fmla="*/ 18 h 30"/>
                <a:gd name="T12" fmla="*/ 16 w 29"/>
                <a:gd name="T13" fmla="*/ 1 h 30"/>
                <a:gd name="T14" fmla="*/ 20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3" y="29"/>
                    <a:pt x="13" y="29"/>
                    <a:pt x="13" y="29"/>
                  </a:cubicBezTo>
                  <a:cubicBezTo>
                    <a:pt x="12" y="30"/>
                    <a:pt x="10" y="30"/>
                    <a:pt x="9" y="29"/>
                  </a:cubicBezTo>
                  <a:cubicBezTo>
                    <a:pt x="1" y="22"/>
                    <a:pt x="1" y="22"/>
                    <a:pt x="1" y="22"/>
                  </a:cubicBezTo>
                  <a:cubicBezTo>
                    <a:pt x="0" y="21"/>
                    <a:pt x="0" y="19"/>
                    <a:pt x="1" y="18"/>
                  </a:cubicBezTo>
                  <a:cubicBezTo>
                    <a:pt x="16" y="1"/>
                    <a:pt x="16" y="1"/>
                    <a:pt x="16" y="1"/>
                  </a:cubicBezTo>
                  <a:cubicBezTo>
                    <a:pt x="18"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48" name="Freeform 217"/>
            <p:cNvSpPr>
              <a:spLocks/>
            </p:cNvSpPr>
            <p:nvPr/>
          </p:nvSpPr>
          <p:spPr bwMode="auto">
            <a:xfrm>
              <a:off x="3582988" y="3646487"/>
              <a:ext cx="63500" cy="63500"/>
            </a:xfrm>
            <a:custGeom>
              <a:avLst/>
              <a:gdLst>
                <a:gd name="T0" fmla="*/ 28 w 30"/>
                <a:gd name="T1" fmla="*/ 9 h 30"/>
                <a:gd name="T2" fmla="*/ 29 w 30"/>
                <a:gd name="T3" fmla="*/ 12 h 30"/>
                <a:gd name="T4" fmla="*/ 13 w 30"/>
                <a:gd name="T5" fmla="*/ 29 h 30"/>
                <a:gd name="T6" fmla="*/ 9 w 30"/>
                <a:gd name="T7" fmla="*/ 29 h 30"/>
                <a:gd name="T8" fmla="*/ 1 w 30"/>
                <a:gd name="T9" fmla="*/ 22 h 30"/>
                <a:gd name="T10" fmla="*/ 1 w 30"/>
                <a:gd name="T11" fmla="*/ 18 h 30"/>
                <a:gd name="T12" fmla="*/ 17 w 30"/>
                <a:gd name="T13" fmla="*/ 2 h 30"/>
                <a:gd name="T14" fmla="*/ 21 w 30"/>
                <a:gd name="T15" fmla="*/ 1 h 30"/>
                <a:gd name="T16" fmla="*/ 28 w 30"/>
                <a:gd name="T17"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8" y="9"/>
                  </a:moveTo>
                  <a:cubicBezTo>
                    <a:pt x="29" y="10"/>
                    <a:pt x="30" y="11"/>
                    <a:pt x="29" y="12"/>
                  </a:cubicBezTo>
                  <a:cubicBezTo>
                    <a:pt x="13" y="29"/>
                    <a:pt x="13" y="29"/>
                    <a:pt x="13" y="29"/>
                  </a:cubicBezTo>
                  <a:cubicBezTo>
                    <a:pt x="12" y="30"/>
                    <a:pt x="10" y="30"/>
                    <a:pt x="9" y="29"/>
                  </a:cubicBezTo>
                  <a:cubicBezTo>
                    <a:pt x="1" y="22"/>
                    <a:pt x="1" y="22"/>
                    <a:pt x="1" y="22"/>
                  </a:cubicBezTo>
                  <a:cubicBezTo>
                    <a:pt x="0" y="21"/>
                    <a:pt x="0" y="19"/>
                    <a:pt x="1" y="18"/>
                  </a:cubicBezTo>
                  <a:cubicBezTo>
                    <a:pt x="17" y="2"/>
                    <a:pt x="17" y="2"/>
                    <a:pt x="17" y="2"/>
                  </a:cubicBezTo>
                  <a:cubicBezTo>
                    <a:pt x="18" y="0"/>
                    <a:pt x="20" y="0"/>
                    <a:pt x="21" y="1"/>
                  </a:cubicBezTo>
                  <a:lnTo>
                    <a:pt x="28" y="9"/>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49" name="Freeform 218"/>
            <p:cNvSpPr>
              <a:spLocks/>
            </p:cNvSpPr>
            <p:nvPr/>
          </p:nvSpPr>
          <p:spPr bwMode="auto">
            <a:xfrm>
              <a:off x="3552825" y="3619500"/>
              <a:ext cx="61913" cy="60325"/>
            </a:xfrm>
            <a:custGeom>
              <a:avLst/>
              <a:gdLst>
                <a:gd name="T0" fmla="*/ 28 w 29"/>
                <a:gd name="T1" fmla="*/ 8 h 29"/>
                <a:gd name="T2" fmla="*/ 28 w 29"/>
                <a:gd name="T3" fmla="*/ 12 h 29"/>
                <a:gd name="T4" fmla="*/ 12 w 29"/>
                <a:gd name="T5" fmla="*/ 28 h 29"/>
                <a:gd name="T6" fmla="*/ 9 w 29"/>
                <a:gd name="T7" fmla="*/ 28 h 29"/>
                <a:gd name="T8" fmla="*/ 1 w 29"/>
                <a:gd name="T9" fmla="*/ 21 h 29"/>
                <a:gd name="T10" fmla="*/ 1 w 29"/>
                <a:gd name="T11" fmla="*/ 17 h 29"/>
                <a:gd name="T12" fmla="*/ 16 w 29"/>
                <a:gd name="T13" fmla="*/ 1 h 29"/>
                <a:gd name="T14" fmla="*/ 20 w 29"/>
                <a:gd name="T15" fmla="*/ 1 h 29"/>
                <a:gd name="T16" fmla="*/ 28 w 29"/>
                <a:gd name="T17"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8"/>
                  </a:moveTo>
                  <a:cubicBezTo>
                    <a:pt x="29" y="9"/>
                    <a:pt x="29" y="11"/>
                    <a:pt x="28" y="12"/>
                  </a:cubicBezTo>
                  <a:cubicBezTo>
                    <a:pt x="12" y="28"/>
                    <a:pt x="12" y="28"/>
                    <a:pt x="12" y="28"/>
                  </a:cubicBezTo>
                  <a:cubicBezTo>
                    <a:pt x="11" y="29"/>
                    <a:pt x="10" y="29"/>
                    <a:pt x="9" y="28"/>
                  </a:cubicBezTo>
                  <a:cubicBezTo>
                    <a:pt x="1" y="21"/>
                    <a:pt x="1" y="21"/>
                    <a:pt x="1" y="21"/>
                  </a:cubicBezTo>
                  <a:cubicBezTo>
                    <a:pt x="0" y="20"/>
                    <a:pt x="0" y="18"/>
                    <a:pt x="1" y="17"/>
                  </a:cubicBezTo>
                  <a:cubicBezTo>
                    <a:pt x="16" y="1"/>
                    <a:pt x="16" y="1"/>
                    <a:pt x="16" y="1"/>
                  </a:cubicBezTo>
                  <a:cubicBezTo>
                    <a:pt x="17"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50" name="Freeform 219"/>
            <p:cNvSpPr>
              <a:spLocks/>
            </p:cNvSpPr>
            <p:nvPr/>
          </p:nvSpPr>
          <p:spPr bwMode="auto">
            <a:xfrm>
              <a:off x="3868738" y="3914775"/>
              <a:ext cx="61913" cy="65088"/>
            </a:xfrm>
            <a:custGeom>
              <a:avLst/>
              <a:gdLst>
                <a:gd name="T0" fmla="*/ 28 w 29"/>
                <a:gd name="T1" fmla="*/ 8 h 30"/>
                <a:gd name="T2" fmla="*/ 28 w 29"/>
                <a:gd name="T3" fmla="*/ 12 h 30"/>
                <a:gd name="T4" fmla="*/ 13 w 29"/>
                <a:gd name="T5" fmla="*/ 29 h 30"/>
                <a:gd name="T6" fmla="*/ 9 w 29"/>
                <a:gd name="T7" fmla="*/ 29 h 30"/>
                <a:gd name="T8" fmla="*/ 1 w 29"/>
                <a:gd name="T9" fmla="*/ 21 h 30"/>
                <a:gd name="T10" fmla="*/ 1 w 29"/>
                <a:gd name="T11" fmla="*/ 18 h 30"/>
                <a:gd name="T12" fmla="*/ 17 w 29"/>
                <a:gd name="T13" fmla="*/ 1 h 30"/>
                <a:gd name="T14" fmla="*/ 20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3" y="29"/>
                    <a:pt x="13" y="29"/>
                    <a:pt x="13" y="29"/>
                  </a:cubicBezTo>
                  <a:cubicBezTo>
                    <a:pt x="12" y="30"/>
                    <a:pt x="10" y="30"/>
                    <a:pt x="9" y="29"/>
                  </a:cubicBezTo>
                  <a:cubicBezTo>
                    <a:pt x="1" y="21"/>
                    <a:pt x="1" y="21"/>
                    <a:pt x="1" y="21"/>
                  </a:cubicBezTo>
                  <a:cubicBezTo>
                    <a:pt x="0" y="20"/>
                    <a:pt x="0" y="19"/>
                    <a:pt x="1" y="18"/>
                  </a:cubicBezTo>
                  <a:cubicBezTo>
                    <a:pt x="17" y="1"/>
                    <a:pt x="17" y="1"/>
                    <a:pt x="17" y="1"/>
                  </a:cubicBezTo>
                  <a:cubicBezTo>
                    <a:pt x="18"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51" name="Freeform 220"/>
            <p:cNvSpPr>
              <a:spLocks/>
            </p:cNvSpPr>
            <p:nvPr/>
          </p:nvSpPr>
          <p:spPr bwMode="auto">
            <a:xfrm>
              <a:off x="3838575" y="3886200"/>
              <a:ext cx="61913" cy="63500"/>
            </a:xfrm>
            <a:custGeom>
              <a:avLst/>
              <a:gdLst>
                <a:gd name="T0" fmla="*/ 28 w 29"/>
                <a:gd name="T1" fmla="*/ 9 h 30"/>
                <a:gd name="T2" fmla="*/ 28 w 29"/>
                <a:gd name="T3" fmla="*/ 12 h 30"/>
                <a:gd name="T4" fmla="*/ 12 w 29"/>
                <a:gd name="T5" fmla="*/ 29 h 30"/>
                <a:gd name="T6" fmla="*/ 8 w 29"/>
                <a:gd name="T7" fmla="*/ 29 h 30"/>
                <a:gd name="T8" fmla="*/ 1 w 29"/>
                <a:gd name="T9" fmla="*/ 22 h 30"/>
                <a:gd name="T10" fmla="*/ 1 w 29"/>
                <a:gd name="T11" fmla="*/ 18 h 30"/>
                <a:gd name="T12" fmla="*/ 16 w 29"/>
                <a:gd name="T13" fmla="*/ 1 h 30"/>
                <a:gd name="T14" fmla="*/ 20 w 29"/>
                <a:gd name="T15" fmla="*/ 1 h 30"/>
                <a:gd name="T16" fmla="*/ 28 w 29"/>
                <a:gd name="T17"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9"/>
                  </a:moveTo>
                  <a:cubicBezTo>
                    <a:pt x="29" y="10"/>
                    <a:pt x="29" y="11"/>
                    <a:pt x="28" y="12"/>
                  </a:cubicBezTo>
                  <a:cubicBezTo>
                    <a:pt x="12" y="29"/>
                    <a:pt x="12" y="29"/>
                    <a:pt x="12" y="29"/>
                  </a:cubicBezTo>
                  <a:cubicBezTo>
                    <a:pt x="11" y="30"/>
                    <a:pt x="9" y="30"/>
                    <a:pt x="8" y="29"/>
                  </a:cubicBezTo>
                  <a:cubicBezTo>
                    <a:pt x="1" y="22"/>
                    <a:pt x="1" y="22"/>
                    <a:pt x="1" y="22"/>
                  </a:cubicBezTo>
                  <a:cubicBezTo>
                    <a:pt x="0" y="21"/>
                    <a:pt x="0" y="19"/>
                    <a:pt x="1" y="18"/>
                  </a:cubicBezTo>
                  <a:cubicBezTo>
                    <a:pt x="16" y="1"/>
                    <a:pt x="16" y="1"/>
                    <a:pt x="16" y="1"/>
                  </a:cubicBezTo>
                  <a:cubicBezTo>
                    <a:pt x="17" y="0"/>
                    <a:pt x="19" y="0"/>
                    <a:pt x="20" y="1"/>
                  </a:cubicBezTo>
                  <a:lnTo>
                    <a:pt x="28" y="9"/>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52" name="Freeform 221"/>
            <p:cNvSpPr>
              <a:spLocks/>
            </p:cNvSpPr>
            <p:nvPr/>
          </p:nvSpPr>
          <p:spPr bwMode="auto">
            <a:xfrm>
              <a:off x="3806825" y="3857625"/>
              <a:ext cx="61913" cy="61913"/>
            </a:xfrm>
            <a:custGeom>
              <a:avLst/>
              <a:gdLst>
                <a:gd name="T0" fmla="*/ 28 w 29"/>
                <a:gd name="T1" fmla="*/ 8 h 29"/>
                <a:gd name="T2" fmla="*/ 28 w 29"/>
                <a:gd name="T3" fmla="*/ 12 h 29"/>
                <a:gd name="T4" fmla="*/ 13 w 29"/>
                <a:gd name="T5" fmla="*/ 28 h 29"/>
                <a:gd name="T6" fmla="*/ 9 w 29"/>
                <a:gd name="T7" fmla="*/ 28 h 29"/>
                <a:gd name="T8" fmla="*/ 1 w 29"/>
                <a:gd name="T9" fmla="*/ 21 h 29"/>
                <a:gd name="T10" fmla="*/ 1 w 29"/>
                <a:gd name="T11" fmla="*/ 17 h 29"/>
                <a:gd name="T12" fmla="*/ 16 w 29"/>
                <a:gd name="T13" fmla="*/ 1 h 29"/>
                <a:gd name="T14" fmla="*/ 20 w 29"/>
                <a:gd name="T15" fmla="*/ 1 h 29"/>
                <a:gd name="T16" fmla="*/ 28 w 29"/>
                <a:gd name="T17"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8"/>
                  </a:moveTo>
                  <a:cubicBezTo>
                    <a:pt x="29" y="9"/>
                    <a:pt x="29" y="11"/>
                    <a:pt x="28" y="12"/>
                  </a:cubicBezTo>
                  <a:cubicBezTo>
                    <a:pt x="13" y="28"/>
                    <a:pt x="13" y="28"/>
                    <a:pt x="13" y="28"/>
                  </a:cubicBezTo>
                  <a:cubicBezTo>
                    <a:pt x="12" y="29"/>
                    <a:pt x="10" y="29"/>
                    <a:pt x="9" y="28"/>
                  </a:cubicBezTo>
                  <a:cubicBezTo>
                    <a:pt x="1" y="21"/>
                    <a:pt x="1" y="21"/>
                    <a:pt x="1" y="21"/>
                  </a:cubicBezTo>
                  <a:cubicBezTo>
                    <a:pt x="0" y="20"/>
                    <a:pt x="0" y="18"/>
                    <a:pt x="1" y="17"/>
                  </a:cubicBezTo>
                  <a:cubicBezTo>
                    <a:pt x="16" y="1"/>
                    <a:pt x="16" y="1"/>
                    <a:pt x="16" y="1"/>
                  </a:cubicBezTo>
                  <a:cubicBezTo>
                    <a:pt x="17"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53" name="Freeform 222"/>
            <p:cNvSpPr>
              <a:spLocks/>
            </p:cNvSpPr>
            <p:nvPr/>
          </p:nvSpPr>
          <p:spPr bwMode="auto">
            <a:xfrm>
              <a:off x="3775075" y="3829050"/>
              <a:ext cx="61913" cy="63500"/>
            </a:xfrm>
            <a:custGeom>
              <a:avLst/>
              <a:gdLst>
                <a:gd name="T0" fmla="*/ 28 w 29"/>
                <a:gd name="T1" fmla="*/ 8 h 30"/>
                <a:gd name="T2" fmla="*/ 28 w 29"/>
                <a:gd name="T3" fmla="*/ 12 h 30"/>
                <a:gd name="T4" fmla="*/ 13 w 29"/>
                <a:gd name="T5" fmla="*/ 28 h 30"/>
                <a:gd name="T6" fmla="*/ 9 w 29"/>
                <a:gd name="T7" fmla="*/ 29 h 30"/>
                <a:gd name="T8" fmla="*/ 1 w 29"/>
                <a:gd name="T9" fmla="*/ 21 h 30"/>
                <a:gd name="T10" fmla="*/ 1 w 29"/>
                <a:gd name="T11" fmla="*/ 17 h 30"/>
                <a:gd name="T12" fmla="*/ 17 w 29"/>
                <a:gd name="T13" fmla="*/ 1 h 30"/>
                <a:gd name="T14" fmla="*/ 21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3" y="28"/>
                    <a:pt x="13" y="28"/>
                    <a:pt x="13" y="28"/>
                  </a:cubicBezTo>
                  <a:cubicBezTo>
                    <a:pt x="12" y="30"/>
                    <a:pt x="10" y="30"/>
                    <a:pt x="9" y="29"/>
                  </a:cubicBezTo>
                  <a:cubicBezTo>
                    <a:pt x="1" y="21"/>
                    <a:pt x="1" y="21"/>
                    <a:pt x="1" y="21"/>
                  </a:cubicBezTo>
                  <a:cubicBezTo>
                    <a:pt x="0" y="20"/>
                    <a:pt x="0" y="19"/>
                    <a:pt x="1" y="17"/>
                  </a:cubicBezTo>
                  <a:cubicBezTo>
                    <a:pt x="17" y="1"/>
                    <a:pt x="17" y="1"/>
                    <a:pt x="17" y="1"/>
                  </a:cubicBezTo>
                  <a:cubicBezTo>
                    <a:pt x="18" y="0"/>
                    <a:pt x="19" y="0"/>
                    <a:pt x="21"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54" name="Freeform 223"/>
            <p:cNvSpPr>
              <a:spLocks/>
            </p:cNvSpPr>
            <p:nvPr/>
          </p:nvSpPr>
          <p:spPr bwMode="auto">
            <a:xfrm>
              <a:off x="2205038" y="4002087"/>
              <a:ext cx="227013" cy="466725"/>
            </a:xfrm>
            <a:custGeom>
              <a:avLst/>
              <a:gdLst>
                <a:gd name="T0" fmla="*/ 12 w 107"/>
                <a:gd name="T1" fmla="*/ 7 h 220"/>
                <a:gd name="T2" fmla="*/ 72 w 107"/>
                <a:gd name="T3" fmla="*/ 43 h 220"/>
                <a:gd name="T4" fmla="*/ 100 w 107"/>
                <a:gd name="T5" fmla="*/ 157 h 220"/>
                <a:gd name="T6" fmla="*/ 65 w 107"/>
                <a:gd name="T7" fmla="*/ 217 h 220"/>
                <a:gd name="T8" fmla="*/ 52 w 107"/>
                <a:gd name="T9" fmla="*/ 220 h 220"/>
                <a:gd name="T10" fmla="*/ 0 w 107"/>
                <a:gd name="T11" fmla="*/ 10 h 220"/>
                <a:gd name="T12" fmla="*/ 12 w 107"/>
                <a:gd name="T13" fmla="*/ 7 h 220"/>
              </a:gdLst>
              <a:ahLst/>
              <a:cxnLst>
                <a:cxn ang="0">
                  <a:pos x="T0" y="T1"/>
                </a:cxn>
                <a:cxn ang="0">
                  <a:pos x="T2" y="T3"/>
                </a:cxn>
                <a:cxn ang="0">
                  <a:pos x="T4" y="T5"/>
                </a:cxn>
                <a:cxn ang="0">
                  <a:pos x="T6" y="T7"/>
                </a:cxn>
                <a:cxn ang="0">
                  <a:pos x="T8" y="T9"/>
                </a:cxn>
                <a:cxn ang="0">
                  <a:pos x="T10" y="T11"/>
                </a:cxn>
                <a:cxn ang="0">
                  <a:pos x="T12" y="T13"/>
                </a:cxn>
              </a:cxnLst>
              <a:rect l="0" t="0" r="r" b="b"/>
              <a:pathLst>
                <a:path w="107" h="220">
                  <a:moveTo>
                    <a:pt x="12" y="7"/>
                  </a:moveTo>
                  <a:cubicBezTo>
                    <a:pt x="39" y="0"/>
                    <a:pt x="65" y="16"/>
                    <a:pt x="72" y="43"/>
                  </a:cubicBezTo>
                  <a:cubicBezTo>
                    <a:pt x="100" y="157"/>
                    <a:pt x="100" y="157"/>
                    <a:pt x="100" y="157"/>
                  </a:cubicBezTo>
                  <a:cubicBezTo>
                    <a:pt x="107" y="183"/>
                    <a:pt x="91" y="210"/>
                    <a:pt x="65" y="217"/>
                  </a:cubicBezTo>
                  <a:cubicBezTo>
                    <a:pt x="52" y="220"/>
                    <a:pt x="52" y="220"/>
                    <a:pt x="52" y="220"/>
                  </a:cubicBezTo>
                  <a:cubicBezTo>
                    <a:pt x="0" y="10"/>
                    <a:pt x="0" y="10"/>
                    <a:pt x="0" y="10"/>
                  </a:cubicBezTo>
                  <a:lnTo>
                    <a:pt x="12"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55" name="Freeform 224"/>
            <p:cNvSpPr>
              <a:spLocks/>
            </p:cNvSpPr>
            <p:nvPr/>
          </p:nvSpPr>
          <p:spPr bwMode="auto">
            <a:xfrm>
              <a:off x="2089150" y="4024312"/>
              <a:ext cx="227013" cy="463550"/>
            </a:xfrm>
            <a:custGeom>
              <a:avLst/>
              <a:gdLst>
                <a:gd name="T0" fmla="*/ 42 w 107"/>
                <a:gd name="T1" fmla="*/ 3 h 219"/>
                <a:gd name="T2" fmla="*/ 55 w 107"/>
                <a:gd name="T3" fmla="*/ 0 h 219"/>
                <a:gd name="T4" fmla="*/ 107 w 107"/>
                <a:gd name="T5" fmla="*/ 210 h 219"/>
                <a:gd name="T6" fmla="*/ 94 w 107"/>
                <a:gd name="T7" fmla="*/ 213 h 219"/>
                <a:gd name="T8" fmla="*/ 35 w 107"/>
                <a:gd name="T9" fmla="*/ 177 h 219"/>
                <a:gd name="T10" fmla="*/ 6 w 107"/>
                <a:gd name="T11" fmla="*/ 63 h 219"/>
                <a:gd name="T12" fmla="*/ 42 w 107"/>
                <a:gd name="T13" fmla="*/ 3 h 219"/>
              </a:gdLst>
              <a:ahLst/>
              <a:cxnLst>
                <a:cxn ang="0">
                  <a:pos x="T0" y="T1"/>
                </a:cxn>
                <a:cxn ang="0">
                  <a:pos x="T2" y="T3"/>
                </a:cxn>
                <a:cxn ang="0">
                  <a:pos x="T4" y="T5"/>
                </a:cxn>
                <a:cxn ang="0">
                  <a:pos x="T6" y="T7"/>
                </a:cxn>
                <a:cxn ang="0">
                  <a:pos x="T8" y="T9"/>
                </a:cxn>
                <a:cxn ang="0">
                  <a:pos x="T10" y="T11"/>
                </a:cxn>
                <a:cxn ang="0">
                  <a:pos x="T12" y="T13"/>
                </a:cxn>
              </a:cxnLst>
              <a:rect l="0" t="0" r="r" b="b"/>
              <a:pathLst>
                <a:path w="107" h="219">
                  <a:moveTo>
                    <a:pt x="42" y="3"/>
                  </a:moveTo>
                  <a:cubicBezTo>
                    <a:pt x="55" y="0"/>
                    <a:pt x="55" y="0"/>
                    <a:pt x="55" y="0"/>
                  </a:cubicBezTo>
                  <a:cubicBezTo>
                    <a:pt x="107" y="210"/>
                    <a:pt x="107" y="210"/>
                    <a:pt x="107" y="210"/>
                  </a:cubicBezTo>
                  <a:cubicBezTo>
                    <a:pt x="94" y="213"/>
                    <a:pt x="94" y="213"/>
                    <a:pt x="94" y="213"/>
                  </a:cubicBezTo>
                  <a:cubicBezTo>
                    <a:pt x="68" y="219"/>
                    <a:pt x="41" y="203"/>
                    <a:pt x="35" y="177"/>
                  </a:cubicBezTo>
                  <a:cubicBezTo>
                    <a:pt x="6" y="63"/>
                    <a:pt x="6" y="63"/>
                    <a:pt x="6" y="63"/>
                  </a:cubicBezTo>
                  <a:cubicBezTo>
                    <a:pt x="0" y="36"/>
                    <a:pt x="16" y="10"/>
                    <a:pt x="42" y="3"/>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56" name="Freeform 225"/>
            <p:cNvSpPr>
              <a:spLocks/>
            </p:cNvSpPr>
            <p:nvPr/>
          </p:nvSpPr>
          <p:spPr bwMode="auto">
            <a:xfrm>
              <a:off x="2222500" y="4094162"/>
              <a:ext cx="52388" cy="92075"/>
            </a:xfrm>
            <a:custGeom>
              <a:avLst/>
              <a:gdLst>
                <a:gd name="T0" fmla="*/ 20 w 25"/>
                <a:gd name="T1" fmla="*/ 14 h 44"/>
                <a:gd name="T2" fmla="*/ 23 w 25"/>
                <a:gd name="T3" fmla="*/ 24 h 44"/>
                <a:gd name="T4" fmla="*/ 11 w 25"/>
                <a:gd name="T5" fmla="*/ 44 h 44"/>
                <a:gd name="T6" fmla="*/ 0 w 25"/>
                <a:gd name="T7" fmla="*/ 2 h 44"/>
                <a:gd name="T8" fmla="*/ 20 w 25"/>
                <a:gd name="T9" fmla="*/ 14 h 44"/>
              </a:gdLst>
              <a:ahLst/>
              <a:cxnLst>
                <a:cxn ang="0">
                  <a:pos x="T0" y="T1"/>
                </a:cxn>
                <a:cxn ang="0">
                  <a:pos x="T2" y="T3"/>
                </a:cxn>
                <a:cxn ang="0">
                  <a:pos x="T4" y="T5"/>
                </a:cxn>
                <a:cxn ang="0">
                  <a:pos x="T6" y="T7"/>
                </a:cxn>
                <a:cxn ang="0">
                  <a:pos x="T8" y="T9"/>
                </a:cxn>
              </a:cxnLst>
              <a:rect l="0" t="0" r="r" b="b"/>
              <a:pathLst>
                <a:path w="25" h="44">
                  <a:moveTo>
                    <a:pt x="20" y="14"/>
                  </a:moveTo>
                  <a:cubicBezTo>
                    <a:pt x="23" y="24"/>
                    <a:pt x="23" y="24"/>
                    <a:pt x="23" y="24"/>
                  </a:cubicBezTo>
                  <a:cubicBezTo>
                    <a:pt x="25" y="33"/>
                    <a:pt x="20" y="42"/>
                    <a:pt x="11" y="44"/>
                  </a:cubicBezTo>
                  <a:cubicBezTo>
                    <a:pt x="0" y="2"/>
                    <a:pt x="0" y="2"/>
                    <a:pt x="0" y="2"/>
                  </a:cubicBezTo>
                  <a:cubicBezTo>
                    <a:pt x="9" y="0"/>
                    <a:pt x="18" y="5"/>
                    <a:pt x="20" y="14"/>
                  </a:cubicBezTo>
                  <a:close/>
                </a:path>
              </a:pathLst>
            </a:custGeom>
            <a:solidFill>
              <a:srgbClr val="10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57" name="Freeform 226"/>
            <p:cNvSpPr>
              <a:spLocks/>
            </p:cNvSpPr>
            <p:nvPr/>
          </p:nvSpPr>
          <p:spPr bwMode="auto">
            <a:xfrm>
              <a:off x="2192338" y="4097337"/>
              <a:ext cx="53975" cy="93663"/>
            </a:xfrm>
            <a:custGeom>
              <a:avLst/>
              <a:gdLst>
                <a:gd name="T0" fmla="*/ 14 w 25"/>
                <a:gd name="T1" fmla="*/ 0 h 44"/>
                <a:gd name="T2" fmla="*/ 14 w 25"/>
                <a:gd name="T3" fmla="*/ 0 h 44"/>
                <a:gd name="T4" fmla="*/ 25 w 25"/>
                <a:gd name="T5" fmla="*/ 42 h 44"/>
                <a:gd name="T6" fmla="*/ 5 w 25"/>
                <a:gd name="T7" fmla="*/ 30 h 44"/>
                <a:gd name="T8" fmla="*/ 2 w 25"/>
                <a:gd name="T9" fmla="*/ 20 h 44"/>
                <a:gd name="T10" fmla="*/ 14 w 25"/>
                <a:gd name="T11" fmla="*/ 0 h 44"/>
              </a:gdLst>
              <a:ahLst/>
              <a:cxnLst>
                <a:cxn ang="0">
                  <a:pos x="T0" y="T1"/>
                </a:cxn>
                <a:cxn ang="0">
                  <a:pos x="T2" y="T3"/>
                </a:cxn>
                <a:cxn ang="0">
                  <a:pos x="T4" y="T5"/>
                </a:cxn>
                <a:cxn ang="0">
                  <a:pos x="T6" y="T7"/>
                </a:cxn>
                <a:cxn ang="0">
                  <a:pos x="T8" y="T9"/>
                </a:cxn>
                <a:cxn ang="0">
                  <a:pos x="T10" y="T11"/>
                </a:cxn>
              </a:cxnLst>
              <a:rect l="0" t="0" r="r" b="b"/>
              <a:pathLst>
                <a:path w="25" h="44">
                  <a:moveTo>
                    <a:pt x="14" y="0"/>
                  </a:moveTo>
                  <a:cubicBezTo>
                    <a:pt x="14" y="0"/>
                    <a:pt x="14" y="0"/>
                    <a:pt x="14" y="0"/>
                  </a:cubicBezTo>
                  <a:cubicBezTo>
                    <a:pt x="25" y="42"/>
                    <a:pt x="25" y="42"/>
                    <a:pt x="25" y="42"/>
                  </a:cubicBezTo>
                  <a:cubicBezTo>
                    <a:pt x="16" y="44"/>
                    <a:pt x="7" y="39"/>
                    <a:pt x="5" y="30"/>
                  </a:cubicBezTo>
                  <a:cubicBezTo>
                    <a:pt x="2" y="20"/>
                    <a:pt x="2" y="20"/>
                    <a:pt x="2" y="20"/>
                  </a:cubicBezTo>
                  <a:cubicBezTo>
                    <a:pt x="0" y="11"/>
                    <a:pt x="6" y="2"/>
                    <a:pt x="14" y="0"/>
                  </a:cubicBezTo>
                  <a:close/>
                </a:path>
              </a:pathLst>
            </a:custGeom>
            <a:solidFill>
              <a:srgbClr val="0E3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58" name="Freeform 227"/>
            <p:cNvSpPr>
              <a:spLocks/>
            </p:cNvSpPr>
            <p:nvPr/>
          </p:nvSpPr>
          <p:spPr bwMode="auto">
            <a:xfrm>
              <a:off x="463550" y="4132262"/>
              <a:ext cx="231775" cy="184150"/>
            </a:xfrm>
            <a:custGeom>
              <a:avLst/>
              <a:gdLst>
                <a:gd name="T0" fmla="*/ 118 w 146"/>
                <a:gd name="T1" fmla="*/ 116 h 116"/>
                <a:gd name="T2" fmla="*/ 0 w 146"/>
                <a:gd name="T3" fmla="*/ 45 h 116"/>
                <a:gd name="T4" fmla="*/ 27 w 146"/>
                <a:gd name="T5" fmla="*/ 0 h 116"/>
                <a:gd name="T6" fmla="*/ 146 w 146"/>
                <a:gd name="T7" fmla="*/ 70 h 116"/>
                <a:gd name="T8" fmla="*/ 118 w 146"/>
                <a:gd name="T9" fmla="*/ 116 h 116"/>
              </a:gdLst>
              <a:ahLst/>
              <a:cxnLst>
                <a:cxn ang="0">
                  <a:pos x="T0" y="T1"/>
                </a:cxn>
                <a:cxn ang="0">
                  <a:pos x="T2" y="T3"/>
                </a:cxn>
                <a:cxn ang="0">
                  <a:pos x="T4" y="T5"/>
                </a:cxn>
                <a:cxn ang="0">
                  <a:pos x="T6" y="T7"/>
                </a:cxn>
                <a:cxn ang="0">
                  <a:pos x="T8" y="T9"/>
                </a:cxn>
              </a:cxnLst>
              <a:rect l="0" t="0" r="r" b="b"/>
              <a:pathLst>
                <a:path w="146" h="116">
                  <a:moveTo>
                    <a:pt x="118" y="116"/>
                  </a:moveTo>
                  <a:lnTo>
                    <a:pt x="0" y="45"/>
                  </a:lnTo>
                  <a:lnTo>
                    <a:pt x="27" y="0"/>
                  </a:lnTo>
                  <a:lnTo>
                    <a:pt x="146" y="70"/>
                  </a:lnTo>
                  <a:lnTo>
                    <a:pt x="118" y="116"/>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59" name="Freeform 228"/>
            <p:cNvSpPr>
              <a:spLocks/>
            </p:cNvSpPr>
            <p:nvPr/>
          </p:nvSpPr>
          <p:spPr bwMode="auto">
            <a:xfrm>
              <a:off x="100013" y="4192587"/>
              <a:ext cx="957263" cy="1785938"/>
            </a:xfrm>
            <a:custGeom>
              <a:avLst/>
              <a:gdLst>
                <a:gd name="T0" fmla="*/ 449 w 452"/>
                <a:gd name="T1" fmla="*/ 518 h 843"/>
                <a:gd name="T2" fmla="*/ 221 w 452"/>
                <a:gd name="T3" fmla="*/ 512 h 843"/>
                <a:gd name="T4" fmla="*/ 267 w 452"/>
                <a:gd name="T5" fmla="*/ 57 h 843"/>
                <a:gd name="T6" fmla="*/ 166 w 452"/>
                <a:gd name="T7" fmla="*/ 0 h 843"/>
                <a:gd name="T8" fmla="*/ 10 w 452"/>
                <a:gd name="T9" fmla="*/ 398 h 843"/>
                <a:gd name="T10" fmla="*/ 90 w 452"/>
                <a:gd name="T11" fmla="*/ 699 h 843"/>
                <a:gd name="T12" fmla="*/ 368 w 452"/>
                <a:gd name="T13" fmla="*/ 822 h 843"/>
                <a:gd name="T14" fmla="*/ 449 w 452"/>
                <a:gd name="T15" fmla="*/ 518 h 8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843">
                  <a:moveTo>
                    <a:pt x="449" y="518"/>
                  </a:moveTo>
                  <a:cubicBezTo>
                    <a:pt x="449" y="518"/>
                    <a:pt x="306" y="550"/>
                    <a:pt x="221" y="512"/>
                  </a:cubicBezTo>
                  <a:cubicBezTo>
                    <a:pt x="137" y="474"/>
                    <a:pt x="162" y="222"/>
                    <a:pt x="267" y="57"/>
                  </a:cubicBezTo>
                  <a:cubicBezTo>
                    <a:pt x="209" y="22"/>
                    <a:pt x="166" y="0"/>
                    <a:pt x="166" y="0"/>
                  </a:cubicBezTo>
                  <a:cubicBezTo>
                    <a:pt x="166" y="0"/>
                    <a:pt x="0" y="266"/>
                    <a:pt x="10" y="398"/>
                  </a:cubicBezTo>
                  <a:cubicBezTo>
                    <a:pt x="21" y="531"/>
                    <a:pt x="90" y="699"/>
                    <a:pt x="90" y="699"/>
                  </a:cubicBezTo>
                  <a:cubicBezTo>
                    <a:pt x="90" y="699"/>
                    <a:pt x="285" y="800"/>
                    <a:pt x="368" y="822"/>
                  </a:cubicBezTo>
                  <a:cubicBezTo>
                    <a:pt x="452" y="843"/>
                    <a:pt x="449" y="518"/>
                    <a:pt x="449" y="51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60" name="Freeform 229"/>
            <p:cNvSpPr>
              <a:spLocks/>
            </p:cNvSpPr>
            <p:nvPr/>
          </p:nvSpPr>
          <p:spPr bwMode="auto">
            <a:xfrm>
              <a:off x="100013" y="4192587"/>
              <a:ext cx="892175" cy="1754188"/>
            </a:xfrm>
            <a:custGeom>
              <a:avLst/>
              <a:gdLst>
                <a:gd name="T0" fmla="*/ 154 w 421"/>
                <a:gd name="T1" fmla="*/ 652 h 828"/>
                <a:gd name="T2" fmla="*/ 74 w 421"/>
                <a:gd name="T3" fmla="*/ 351 h 828"/>
                <a:gd name="T4" fmla="*/ 194 w 421"/>
                <a:gd name="T5" fmla="*/ 15 h 828"/>
                <a:gd name="T6" fmla="*/ 166 w 421"/>
                <a:gd name="T7" fmla="*/ 0 h 828"/>
                <a:gd name="T8" fmla="*/ 10 w 421"/>
                <a:gd name="T9" fmla="*/ 398 h 828"/>
                <a:gd name="T10" fmla="*/ 90 w 421"/>
                <a:gd name="T11" fmla="*/ 699 h 828"/>
                <a:gd name="T12" fmla="*/ 368 w 421"/>
                <a:gd name="T13" fmla="*/ 822 h 828"/>
                <a:gd name="T14" fmla="*/ 421 w 421"/>
                <a:gd name="T15" fmla="*/ 771 h 828"/>
                <a:gd name="T16" fmla="*/ 154 w 421"/>
                <a:gd name="T17" fmla="*/ 652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1" h="828">
                  <a:moveTo>
                    <a:pt x="154" y="652"/>
                  </a:moveTo>
                  <a:cubicBezTo>
                    <a:pt x="154" y="652"/>
                    <a:pt x="85" y="484"/>
                    <a:pt x="74" y="351"/>
                  </a:cubicBezTo>
                  <a:cubicBezTo>
                    <a:pt x="67" y="259"/>
                    <a:pt x="146" y="101"/>
                    <a:pt x="194" y="15"/>
                  </a:cubicBezTo>
                  <a:cubicBezTo>
                    <a:pt x="176" y="6"/>
                    <a:pt x="166" y="0"/>
                    <a:pt x="166" y="0"/>
                  </a:cubicBezTo>
                  <a:cubicBezTo>
                    <a:pt x="166" y="0"/>
                    <a:pt x="0" y="266"/>
                    <a:pt x="10" y="398"/>
                  </a:cubicBezTo>
                  <a:cubicBezTo>
                    <a:pt x="21" y="531"/>
                    <a:pt x="90" y="699"/>
                    <a:pt x="90" y="699"/>
                  </a:cubicBezTo>
                  <a:cubicBezTo>
                    <a:pt x="90" y="699"/>
                    <a:pt x="285" y="800"/>
                    <a:pt x="368" y="822"/>
                  </a:cubicBezTo>
                  <a:cubicBezTo>
                    <a:pt x="392" y="828"/>
                    <a:pt x="409" y="806"/>
                    <a:pt x="421" y="771"/>
                  </a:cubicBezTo>
                  <a:cubicBezTo>
                    <a:pt x="332" y="745"/>
                    <a:pt x="154" y="652"/>
                    <a:pt x="154" y="6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61" name="Freeform 230"/>
            <p:cNvSpPr>
              <a:spLocks/>
            </p:cNvSpPr>
            <p:nvPr/>
          </p:nvSpPr>
          <p:spPr bwMode="auto">
            <a:xfrm>
              <a:off x="2252663" y="4697412"/>
              <a:ext cx="220663" cy="90488"/>
            </a:xfrm>
            <a:custGeom>
              <a:avLst/>
              <a:gdLst>
                <a:gd name="T0" fmla="*/ 0 w 139"/>
                <a:gd name="T1" fmla="*/ 53 h 57"/>
                <a:gd name="T2" fmla="*/ 137 w 139"/>
                <a:gd name="T3" fmla="*/ 57 h 57"/>
                <a:gd name="T4" fmla="*/ 139 w 139"/>
                <a:gd name="T5" fmla="*/ 4 h 57"/>
                <a:gd name="T6" fmla="*/ 1 w 139"/>
                <a:gd name="T7" fmla="*/ 0 h 57"/>
                <a:gd name="T8" fmla="*/ 0 w 139"/>
                <a:gd name="T9" fmla="*/ 53 h 57"/>
              </a:gdLst>
              <a:ahLst/>
              <a:cxnLst>
                <a:cxn ang="0">
                  <a:pos x="T0" y="T1"/>
                </a:cxn>
                <a:cxn ang="0">
                  <a:pos x="T2" y="T3"/>
                </a:cxn>
                <a:cxn ang="0">
                  <a:pos x="T4" y="T5"/>
                </a:cxn>
                <a:cxn ang="0">
                  <a:pos x="T6" y="T7"/>
                </a:cxn>
                <a:cxn ang="0">
                  <a:pos x="T8" y="T9"/>
                </a:cxn>
              </a:cxnLst>
              <a:rect l="0" t="0" r="r" b="b"/>
              <a:pathLst>
                <a:path w="139" h="57">
                  <a:moveTo>
                    <a:pt x="0" y="53"/>
                  </a:moveTo>
                  <a:lnTo>
                    <a:pt x="137" y="57"/>
                  </a:lnTo>
                  <a:lnTo>
                    <a:pt x="139" y="4"/>
                  </a:lnTo>
                  <a:lnTo>
                    <a:pt x="1" y="0"/>
                  </a:lnTo>
                  <a:lnTo>
                    <a:pt x="0" y="53"/>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62" name="Freeform 231"/>
            <p:cNvSpPr>
              <a:spLocks/>
            </p:cNvSpPr>
            <p:nvPr/>
          </p:nvSpPr>
          <p:spPr bwMode="auto">
            <a:xfrm>
              <a:off x="1011238" y="4765675"/>
              <a:ext cx="1477963" cy="1344613"/>
            </a:xfrm>
            <a:custGeom>
              <a:avLst/>
              <a:gdLst>
                <a:gd name="T0" fmla="*/ 179 w 698"/>
                <a:gd name="T1" fmla="*/ 288 h 635"/>
                <a:gd name="T2" fmla="*/ 373 w 698"/>
                <a:gd name="T3" fmla="*/ 407 h 635"/>
                <a:gd name="T4" fmla="*/ 582 w 698"/>
                <a:gd name="T5" fmla="*/ 0 h 635"/>
                <a:gd name="T6" fmla="*/ 698 w 698"/>
                <a:gd name="T7" fmla="*/ 7 h 635"/>
                <a:gd name="T8" fmla="*/ 612 w 698"/>
                <a:gd name="T9" fmla="*/ 426 h 635"/>
                <a:gd name="T10" fmla="*/ 382 w 698"/>
                <a:gd name="T11" fmla="*/ 635 h 635"/>
                <a:gd name="T12" fmla="*/ 82 w 698"/>
                <a:gd name="T13" fmla="*/ 587 h 635"/>
                <a:gd name="T14" fmla="*/ 179 w 698"/>
                <a:gd name="T15" fmla="*/ 288 h 6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8" h="635">
                  <a:moveTo>
                    <a:pt x="179" y="288"/>
                  </a:moveTo>
                  <a:cubicBezTo>
                    <a:pt x="179" y="288"/>
                    <a:pt x="282" y="393"/>
                    <a:pt x="373" y="407"/>
                  </a:cubicBezTo>
                  <a:cubicBezTo>
                    <a:pt x="465" y="421"/>
                    <a:pt x="581" y="195"/>
                    <a:pt x="582" y="0"/>
                  </a:cubicBezTo>
                  <a:cubicBezTo>
                    <a:pt x="650" y="2"/>
                    <a:pt x="698" y="7"/>
                    <a:pt x="698" y="7"/>
                  </a:cubicBezTo>
                  <a:cubicBezTo>
                    <a:pt x="698" y="7"/>
                    <a:pt x="694" y="320"/>
                    <a:pt x="612" y="426"/>
                  </a:cubicBezTo>
                  <a:cubicBezTo>
                    <a:pt x="531" y="531"/>
                    <a:pt x="382" y="635"/>
                    <a:pt x="382" y="635"/>
                  </a:cubicBezTo>
                  <a:cubicBezTo>
                    <a:pt x="382" y="635"/>
                    <a:pt x="164" y="614"/>
                    <a:pt x="82" y="587"/>
                  </a:cubicBezTo>
                  <a:cubicBezTo>
                    <a:pt x="0" y="559"/>
                    <a:pt x="179" y="288"/>
                    <a:pt x="179" y="28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63" name="Freeform 232"/>
            <p:cNvSpPr>
              <a:spLocks/>
            </p:cNvSpPr>
            <p:nvPr/>
          </p:nvSpPr>
          <p:spPr bwMode="auto">
            <a:xfrm>
              <a:off x="1131888" y="4773612"/>
              <a:ext cx="1357313" cy="1336675"/>
            </a:xfrm>
            <a:custGeom>
              <a:avLst/>
              <a:gdLst>
                <a:gd name="T0" fmla="*/ 297 w 641"/>
                <a:gd name="T1" fmla="*/ 557 h 631"/>
                <a:gd name="T2" fmla="*/ 527 w 641"/>
                <a:gd name="T3" fmla="*/ 348 h 631"/>
                <a:gd name="T4" fmla="*/ 610 w 641"/>
                <a:gd name="T5" fmla="*/ 0 h 631"/>
                <a:gd name="T6" fmla="*/ 641 w 641"/>
                <a:gd name="T7" fmla="*/ 3 h 631"/>
                <a:gd name="T8" fmla="*/ 555 w 641"/>
                <a:gd name="T9" fmla="*/ 422 h 631"/>
                <a:gd name="T10" fmla="*/ 325 w 641"/>
                <a:gd name="T11" fmla="*/ 631 h 631"/>
                <a:gd name="T12" fmla="*/ 25 w 641"/>
                <a:gd name="T13" fmla="*/ 583 h 631"/>
                <a:gd name="T14" fmla="*/ 8 w 641"/>
                <a:gd name="T15" fmla="*/ 512 h 631"/>
                <a:gd name="T16" fmla="*/ 297 w 641"/>
                <a:gd name="T17" fmla="*/ 557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1" h="631">
                  <a:moveTo>
                    <a:pt x="297" y="557"/>
                  </a:moveTo>
                  <a:cubicBezTo>
                    <a:pt x="297" y="557"/>
                    <a:pt x="446" y="453"/>
                    <a:pt x="527" y="348"/>
                  </a:cubicBezTo>
                  <a:cubicBezTo>
                    <a:pt x="584" y="274"/>
                    <a:pt x="603" y="99"/>
                    <a:pt x="610" y="0"/>
                  </a:cubicBezTo>
                  <a:cubicBezTo>
                    <a:pt x="630" y="2"/>
                    <a:pt x="641" y="3"/>
                    <a:pt x="641" y="3"/>
                  </a:cubicBezTo>
                  <a:cubicBezTo>
                    <a:pt x="641" y="3"/>
                    <a:pt x="637" y="316"/>
                    <a:pt x="555" y="422"/>
                  </a:cubicBezTo>
                  <a:cubicBezTo>
                    <a:pt x="474" y="527"/>
                    <a:pt x="325" y="631"/>
                    <a:pt x="325" y="631"/>
                  </a:cubicBezTo>
                  <a:cubicBezTo>
                    <a:pt x="325" y="631"/>
                    <a:pt x="107" y="610"/>
                    <a:pt x="25" y="583"/>
                  </a:cubicBezTo>
                  <a:cubicBezTo>
                    <a:pt x="2" y="575"/>
                    <a:pt x="0" y="547"/>
                    <a:pt x="8" y="512"/>
                  </a:cubicBezTo>
                  <a:cubicBezTo>
                    <a:pt x="97" y="538"/>
                    <a:pt x="297" y="557"/>
                    <a:pt x="297" y="5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64" name="Freeform 233"/>
            <p:cNvSpPr>
              <a:spLocks/>
            </p:cNvSpPr>
            <p:nvPr/>
          </p:nvSpPr>
          <p:spPr bwMode="auto">
            <a:xfrm>
              <a:off x="2141538" y="4089400"/>
              <a:ext cx="395288" cy="612775"/>
            </a:xfrm>
            <a:custGeom>
              <a:avLst/>
              <a:gdLst>
                <a:gd name="T0" fmla="*/ 129 w 186"/>
                <a:gd name="T1" fmla="*/ 289 h 289"/>
                <a:gd name="T2" fmla="*/ 175 w 186"/>
                <a:gd name="T3" fmla="*/ 156 h 289"/>
                <a:gd name="T4" fmla="*/ 156 w 186"/>
                <a:gd name="T5" fmla="*/ 85 h 289"/>
                <a:gd name="T6" fmla="*/ 118 w 186"/>
                <a:gd name="T7" fmla="*/ 17 h 289"/>
                <a:gd name="T8" fmla="*/ 115 w 186"/>
                <a:gd name="T9" fmla="*/ 22 h 289"/>
                <a:gd name="T10" fmla="*/ 100 w 186"/>
                <a:gd name="T11" fmla="*/ 3 h 289"/>
                <a:gd name="T12" fmla="*/ 92 w 186"/>
                <a:gd name="T13" fmla="*/ 24 h 289"/>
                <a:gd name="T14" fmla="*/ 70 w 186"/>
                <a:gd name="T15" fmla="*/ 2 h 289"/>
                <a:gd name="T16" fmla="*/ 62 w 186"/>
                <a:gd name="T17" fmla="*/ 34 h 289"/>
                <a:gd name="T18" fmla="*/ 39 w 186"/>
                <a:gd name="T19" fmla="*/ 14 h 289"/>
                <a:gd name="T20" fmla="*/ 31 w 186"/>
                <a:gd name="T21" fmla="*/ 49 h 289"/>
                <a:gd name="T22" fmla="*/ 53 w 186"/>
                <a:gd name="T23" fmla="*/ 143 h 289"/>
                <a:gd name="T24" fmla="*/ 25 w 186"/>
                <a:gd name="T25" fmla="*/ 71 h 289"/>
                <a:gd name="T26" fmla="*/ 10 w 186"/>
                <a:gd name="T27" fmla="*/ 99 h 289"/>
                <a:gd name="T28" fmla="*/ 24 w 186"/>
                <a:gd name="T29" fmla="*/ 201 h 289"/>
                <a:gd name="T30" fmla="*/ 63 w 186"/>
                <a:gd name="T31" fmla="*/ 287 h 289"/>
                <a:gd name="T32" fmla="*/ 129 w 186"/>
                <a:gd name="T33"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6" h="289">
                  <a:moveTo>
                    <a:pt x="129" y="289"/>
                  </a:moveTo>
                  <a:cubicBezTo>
                    <a:pt x="129" y="289"/>
                    <a:pt x="165" y="194"/>
                    <a:pt x="175" y="156"/>
                  </a:cubicBezTo>
                  <a:cubicBezTo>
                    <a:pt x="186" y="118"/>
                    <a:pt x="171" y="117"/>
                    <a:pt x="156" y="85"/>
                  </a:cubicBezTo>
                  <a:cubicBezTo>
                    <a:pt x="142" y="53"/>
                    <a:pt x="133" y="21"/>
                    <a:pt x="118" y="17"/>
                  </a:cubicBezTo>
                  <a:cubicBezTo>
                    <a:pt x="115" y="22"/>
                    <a:pt x="115" y="22"/>
                    <a:pt x="115" y="22"/>
                  </a:cubicBezTo>
                  <a:cubicBezTo>
                    <a:pt x="115" y="22"/>
                    <a:pt x="112" y="5"/>
                    <a:pt x="100" y="3"/>
                  </a:cubicBezTo>
                  <a:cubicBezTo>
                    <a:pt x="88" y="0"/>
                    <a:pt x="91" y="15"/>
                    <a:pt x="92" y="24"/>
                  </a:cubicBezTo>
                  <a:cubicBezTo>
                    <a:pt x="88" y="5"/>
                    <a:pt x="80" y="0"/>
                    <a:pt x="70" y="2"/>
                  </a:cubicBezTo>
                  <a:cubicBezTo>
                    <a:pt x="61" y="4"/>
                    <a:pt x="60" y="19"/>
                    <a:pt x="62" y="34"/>
                  </a:cubicBezTo>
                  <a:cubicBezTo>
                    <a:pt x="58" y="18"/>
                    <a:pt x="47" y="13"/>
                    <a:pt x="39" y="14"/>
                  </a:cubicBezTo>
                  <a:cubicBezTo>
                    <a:pt x="31" y="14"/>
                    <a:pt x="21" y="26"/>
                    <a:pt x="31" y="49"/>
                  </a:cubicBezTo>
                  <a:cubicBezTo>
                    <a:pt x="41" y="73"/>
                    <a:pt x="53" y="143"/>
                    <a:pt x="53" y="143"/>
                  </a:cubicBezTo>
                  <a:cubicBezTo>
                    <a:pt x="53" y="143"/>
                    <a:pt x="26" y="76"/>
                    <a:pt x="25" y="71"/>
                  </a:cubicBezTo>
                  <a:cubicBezTo>
                    <a:pt x="24" y="66"/>
                    <a:pt x="0" y="67"/>
                    <a:pt x="10" y="99"/>
                  </a:cubicBezTo>
                  <a:cubicBezTo>
                    <a:pt x="20" y="130"/>
                    <a:pt x="19" y="169"/>
                    <a:pt x="24" y="201"/>
                  </a:cubicBezTo>
                  <a:cubicBezTo>
                    <a:pt x="30" y="232"/>
                    <a:pt x="45" y="278"/>
                    <a:pt x="63" y="287"/>
                  </a:cubicBezTo>
                  <a:cubicBezTo>
                    <a:pt x="116" y="289"/>
                    <a:pt x="129" y="289"/>
                    <a:pt x="129" y="289"/>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65" name="Freeform 234"/>
            <p:cNvSpPr>
              <a:spLocks/>
            </p:cNvSpPr>
            <p:nvPr/>
          </p:nvSpPr>
          <p:spPr bwMode="auto">
            <a:xfrm>
              <a:off x="536575" y="3667125"/>
              <a:ext cx="493713" cy="561975"/>
            </a:xfrm>
            <a:custGeom>
              <a:avLst/>
              <a:gdLst>
                <a:gd name="T0" fmla="*/ 0 w 233"/>
                <a:gd name="T1" fmla="*/ 229 h 265"/>
                <a:gd name="T2" fmla="*/ 33 w 233"/>
                <a:gd name="T3" fmla="*/ 92 h 265"/>
                <a:gd name="T4" fmla="*/ 88 w 233"/>
                <a:gd name="T5" fmla="*/ 43 h 265"/>
                <a:gd name="T6" fmla="*/ 157 w 233"/>
                <a:gd name="T7" fmla="*/ 7 h 265"/>
                <a:gd name="T8" fmla="*/ 156 w 233"/>
                <a:gd name="T9" fmla="*/ 12 h 265"/>
                <a:gd name="T10" fmla="*/ 180 w 233"/>
                <a:gd name="T11" fmla="*/ 4 h 265"/>
                <a:gd name="T12" fmla="*/ 175 w 233"/>
                <a:gd name="T13" fmla="*/ 26 h 265"/>
                <a:gd name="T14" fmla="*/ 205 w 233"/>
                <a:gd name="T15" fmla="*/ 19 h 265"/>
                <a:gd name="T16" fmla="*/ 195 w 233"/>
                <a:gd name="T17" fmla="*/ 51 h 265"/>
                <a:gd name="T18" fmla="*/ 225 w 233"/>
                <a:gd name="T19" fmla="*/ 47 h 265"/>
                <a:gd name="T20" fmla="*/ 212 w 233"/>
                <a:gd name="T21" fmla="*/ 81 h 265"/>
                <a:gd name="T22" fmla="*/ 143 w 233"/>
                <a:gd name="T23" fmla="*/ 147 h 265"/>
                <a:gd name="T24" fmla="*/ 206 w 233"/>
                <a:gd name="T25" fmla="*/ 102 h 265"/>
                <a:gd name="T26" fmla="*/ 203 w 233"/>
                <a:gd name="T27" fmla="*/ 134 h 265"/>
                <a:gd name="T28" fmla="*/ 136 w 233"/>
                <a:gd name="T29" fmla="*/ 212 h 265"/>
                <a:gd name="T30" fmla="*/ 57 w 233"/>
                <a:gd name="T31" fmla="*/ 263 h 265"/>
                <a:gd name="T32" fmla="*/ 0 w 233"/>
                <a:gd name="T33" fmla="*/ 229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 h="265">
                  <a:moveTo>
                    <a:pt x="0" y="229"/>
                  </a:moveTo>
                  <a:cubicBezTo>
                    <a:pt x="0" y="229"/>
                    <a:pt x="21" y="130"/>
                    <a:pt x="33" y="92"/>
                  </a:cubicBezTo>
                  <a:cubicBezTo>
                    <a:pt x="45" y="54"/>
                    <a:pt x="58" y="62"/>
                    <a:pt x="88" y="43"/>
                  </a:cubicBezTo>
                  <a:cubicBezTo>
                    <a:pt x="118" y="23"/>
                    <a:pt x="143" y="2"/>
                    <a:pt x="157" y="7"/>
                  </a:cubicBezTo>
                  <a:cubicBezTo>
                    <a:pt x="156" y="12"/>
                    <a:pt x="156" y="12"/>
                    <a:pt x="156" y="12"/>
                  </a:cubicBezTo>
                  <a:cubicBezTo>
                    <a:pt x="156" y="12"/>
                    <a:pt x="169" y="0"/>
                    <a:pt x="180" y="4"/>
                  </a:cubicBezTo>
                  <a:cubicBezTo>
                    <a:pt x="191" y="9"/>
                    <a:pt x="181" y="20"/>
                    <a:pt x="175" y="26"/>
                  </a:cubicBezTo>
                  <a:cubicBezTo>
                    <a:pt x="189" y="13"/>
                    <a:pt x="198" y="12"/>
                    <a:pt x="205" y="19"/>
                  </a:cubicBezTo>
                  <a:cubicBezTo>
                    <a:pt x="212" y="26"/>
                    <a:pt x="205" y="40"/>
                    <a:pt x="195" y="51"/>
                  </a:cubicBezTo>
                  <a:cubicBezTo>
                    <a:pt x="207" y="40"/>
                    <a:pt x="219" y="42"/>
                    <a:pt x="225" y="47"/>
                  </a:cubicBezTo>
                  <a:cubicBezTo>
                    <a:pt x="232" y="52"/>
                    <a:pt x="233" y="66"/>
                    <a:pt x="212" y="81"/>
                  </a:cubicBezTo>
                  <a:cubicBezTo>
                    <a:pt x="191" y="95"/>
                    <a:pt x="143" y="147"/>
                    <a:pt x="143" y="147"/>
                  </a:cubicBezTo>
                  <a:cubicBezTo>
                    <a:pt x="143" y="147"/>
                    <a:pt x="202" y="106"/>
                    <a:pt x="206" y="102"/>
                  </a:cubicBezTo>
                  <a:cubicBezTo>
                    <a:pt x="209" y="99"/>
                    <a:pt x="229" y="113"/>
                    <a:pt x="203" y="134"/>
                  </a:cubicBezTo>
                  <a:cubicBezTo>
                    <a:pt x="178" y="155"/>
                    <a:pt x="157" y="188"/>
                    <a:pt x="136" y="212"/>
                  </a:cubicBezTo>
                  <a:cubicBezTo>
                    <a:pt x="114" y="235"/>
                    <a:pt x="76" y="265"/>
                    <a:pt x="57" y="263"/>
                  </a:cubicBezTo>
                  <a:cubicBezTo>
                    <a:pt x="11" y="236"/>
                    <a:pt x="0" y="229"/>
                    <a:pt x="0" y="229"/>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66" name="Freeform 235"/>
            <p:cNvSpPr>
              <a:spLocks/>
            </p:cNvSpPr>
            <p:nvPr/>
          </p:nvSpPr>
          <p:spPr bwMode="auto">
            <a:xfrm>
              <a:off x="646113" y="5013325"/>
              <a:ext cx="1049338" cy="569913"/>
            </a:xfrm>
            <a:custGeom>
              <a:avLst/>
              <a:gdLst>
                <a:gd name="T0" fmla="*/ 455 w 495"/>
                <a:gd name="T1" fmla="*/ 91 h 269"/>
                <a:gd name="T2" fmla="*/ 398 w 495"/>
                <a:gd name="T3" fmla="*/ 45 h 269"/>
                <a:gd name="T4" fmla="*/ 125 w 495"/>
                <a:gd name="T5" fmla="*/ 4 h 269"/>
                <a:gd name="T6" fmla="*/ 62 w 495"/>
                <a:gd name="T7" fmla="*/ 33 h 269"/>
                <a:gd name="T8" fmla="*/ 8 w 495"/>
                <a:gd name="T9" fmla="*/ 155 h 269"/>
                <a:gd name="T10" fmla="*/ 38 w 495"/>
                <a:gd name="T11" fmla="*/ 205 h 269"/>
                <a:gd name="T12" fmla="*/ 181 w 495"/>
                <a:gd name="T13" fmla="*/ 248 h 269"/>
                <a:gd name="T14" fmla="*/ 275 w 495"/>
                <a:gd name="T15" fmla="*/ 263 h 269"/>
                <a:gd name="T16" fmla="*/ 452 w 495"/>
                <a:gd name="T17" fmla="*/ 268 h 269"/>
                <a:gd name="T18" fmla="*/ 490 w 495"/>
                <a:gd name="T19" fmla="*/ 231 h 269"/>
                <a:gd name="T20" fmla="*/ 455 w 495"/>
                <a:gd name="T21" fmla="*/ 9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5" h="269">
                  <a:moveTo>
                    <a:pt x="455" y="91"/>
                  </a:moveTo>
                  <a:cubicBezTo>
                    <a:pt x="449" y="70"/>
                    <a:pt x="424" y="49"/>
                    <a:pt x="398" y="45"/>
                  </a:cubicBezTo>
                  <a:cubicBezTo>
                    <a:pt x="125" y="4"/>
                    <a:pt x="125" y="4"/>
                    <a:pt x="125" y="4"/>
                  </a:cubicBezTo>
                  <a:cubicBezTo>
                    <a:pt x="99" y="0"/>
                    <a:pt x="71" y="13"/>
                    <a:pt x="62" y="33"/>
                  </a:cubicBezTo>
                  <a:cubicBezTo>
                    <a:pt x="8" y="155"/>
                    <a:pt x="8" y="155"/>
                    <a:pt x="8" y="155"/>
                  </a:cubicBezTo>
                  <a:cubicBezTo>
                    <a:pt x="0" y="175"/>
                    <a:pt x="13" y="197"/>
                    <a:pt x="38" y="205"/>
                  </a:cubicBezTo>
                  <a:cubicBezTo>
                    <a:pt x="181" y="248"/>
                    <a:pt x="181" y="248"/>
                    <a:pt x="181" y="248"/>
                  </a:cubicBezTo>
                  <a:cubicBezTo>
                    <a:pt x="206" y="255"/>
                    <a:pt x="248" y="262"/>
                    <a:pt x="275" y="263"/>
                  </a:cubicBezTo>
                  <a:cubicBezTo>
                    <a:pt x="452" y="268"/>
                    <a:pt x="452" y="268"/>
                    <a:pt x="452" y="268"/>
                  </a:cubicBezTo>
                  <a:cubicBezTo>
                    <a:pt x="478" y="269"/>
                    <a:pt x="495" y="252"/>
                    <a:pt x="490" y="231"/>
                  </a:cubicBezTo>
                  <a:lnTo>
                    <a:pt x="455" y="91"/>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67" name="Freeform 236"/>
            <p:cNvSpPr>
              <a:spLocks/>
            </p:cNvSpPr>
            <p:nvPr/>
          </p:nvSpPr>
          <p:spPr bwMode="auto">
            <a:xfrm>
              <a:off x="628650" y="5159375"/>
              <a:ext cx="952500" cy="1020763"/>
            </a:xfrm>
            <a:custGeom>
              <a:avLst/>
              <a:gdLst>
                <a:gd name="T0" fmla="*/ 430 w 449"/>
                <a:gd name="T1" fmla="*/ 272 h 482"/>
                <a:gd name="T2" fmla="*/ 259 w 449"/>
                <a:gd name="T3" fmla="*/ 17 h 482"/>
                <a:gd name="T4" fmla="*/ 19 w 449"/>
                <a:gd name="T5" fmla="*/ 209 h 482"/>
                <a:gd name="T6" fmla="*/ 190 w 449"/>
                <a:gd name="T7" fmla="*/ 464 h 482"/>
                <a:gd name="T8" fmla="*/ 430 w 449"/>
                <a:gd name="T9" fmla="*/ 272 h 482"/>
              </a:gdLst>
              <a:ahLst/>
              <a:cxnLst>
                <a:cxn ang="0">
                  <a:pos x="T0" y="T1"/>
                </a:cxn>
                <a:cxn ang="0">
                  <a:pos x="T2" y="T3"/>
                </a:cxn>
                <a:cxn ang="0">
                  <a:pos x="T4" y="T5"/>
                </a:cxn>
                <a:cxn ang="0">
                  <a:pos x="T6" y="T7"/>
                </a:cxn>
                <a:cxn ang="0">
                  <a:pos x="T8" y="T9"/>
                </a:cxn>
              </a:cxnLst>
              <a:rect l="0" t="0" r="r" b="b"/>
              <a:pathLst>
                <a:path w="449" h="482">
                  <a:moveTo>
                    <a:pt x="430" y="272"/>
                  </a:moveTo>
                  <a:cubicBezTo>
                    <a:pt x="449" y="148"/>
                    <a:pt x="372" y="34"/>
                    <a:pt x="259" y="17"/>
                  </a:cubicBezTo>
                  <a:cubicBezTo>
                    <a:pt x="145" y="0"/>
                    <a:pt x="38" y="86"/>
                    <a:pt x="19" y="209"/>
                  </a:cubicBezTo>
                  <a:cubicBezTo>
                    <a:pt x="0" y="333"/>
                    <a:pt x="77" y="447"/>
                    <a:pt x="190" y="464"/>
                  </a:cubicBezTo>
                  <a:cubicBezTo>
                    <a:pt x="304" y="482"/>
                    <a:pt x="411" y="396"/>
                    <a:pt x="430" y="272"/>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68" name="Freeform 237"/>
            <p:cNvSpPr>
              <a:spLocks/>
            </p:cNvSpPr>
            <p:nvPr/>
          </p:nvSpPr>
          <p:spPr bwMode="auto">
            <a:xfrm>
              <a:off x="628650" y="5159375"/>
              <a:ext cx="733425" cy="987425"/>
            </a:xfrm>
            <a:custGeom>
              <a:avLst/>
              <a:gdLst>
                <a:gd name="T0" fmla="*/ 122 w 346"/>
                <a:gd name="T1" fmla="*/ 248 h 466"/>
                <a:gd name="T2" fmla="*/ 346 w 346"/>
                <a:gd name="T3" fmla="*/ 54 h 466"/>
                <a:gd name="T4" fmla="*/ 259 w 346"/>
                <a:gd name="T5" fmla="*/ 17 h 466"/>
                <a:gd name="T6" fmla="*/ 19 w 346"/>
                <a:gd name="T7" fmla="*/ 209 h 466"/>
                <a:gd name="T8" fmla="*/ 190 w 346"/>
                <a:gd name="T9" fmla="*/ 464 h 466"/>
                <a:gd name="T10" fmla="*/ 206 w 346"/>
                <a:gd name="T11" fmla="*/ 466 h 466"/>
                <a:gd name="T12" fmla="*/ 122 w 346"/>
                <a:gd name="T13" fmla="*/ 248 h 466"/>
              </a:gdLst>
              <a:ahLst/>
              <a:cxnLst>
                <a:cxn ang="0">
                  <a:pos x="T0" y="T1"/>
                </a:cxn>
                <a:cxn ang="0">
                  <a:pos x="T2" y="T3"/>
                </a:cxn>
                <a:cxn ang="0">
                  <a:pos x="T4" y="T5"/>
                </a:cxn>
                <a:cxn ang="0">
                  <a:pos x="T6" y="T7"/>
                </a:cxn>
                <a:cxn ang="0">
                  <a:pos x="T8" y="T9"/>
                </a:cxn>
                <a:cxn ang="0">
                  <a:pos x="T10" y="T11"/>
                </a:cxn>
                <a:cxn ang="0">
                  <a:pos x="T12" y="T13"/>
                </a:cxn>
              </a:cxnLst>
              <a:rect l="0" t="0" r="r" b="b"/>
              <a:pathLst>
                <a:path w="346" h="466">
                  <a:moveTo>
                    <a:pt x="122" y="248"/>
                  </a:moveTo>
                  <a:cubicBezTo>
                    <a:pt x="140" y="130"/>
                    <a:pt x="238" y="46"/>
                    <a:pt x="346" y="54"/>
                  </a:cubicBezTo>
                  <a:cubicBezTo>
                    <a:pt x="321" y="35"/>
                    <a:pt x="291" y="22"/>
                    <a:pt x="259" y="17"/>
                  </a:cubicBezTo>
                  <a:cubicBezTo>
                    <a:pt x="145" y="0"/>
                    <a:pt x="38" y="86"/>
                    <a:pt x="19" y="209"/>
                  </a:cubicBezTo>
                  <a:cubicBezTo>
                    <a:pt x="0" y="333"/>
                    <a:pt x="77" y="447"/>
                    <a:pt x="190" y="464"/>
                  </a:cubicBezTo>
                  <a:cubicBezTo>
                    <a:pt x="196" y="465"/>
                    <a:pt x="201" y="466"/>
                    <a:pt x="206" y="466"/>
                  </a:cubicBezTo>
                  <a:cubicBezTo>
                    <a:pt x="144" y="419"/>
                    <a:pt x="109" y="336"/>
                    <a:pt x="122" y="248"/>
                  </a:cubicBez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69" name="Freeform 238"/>
            <p:cNvSpPr>
              <a:spLocks/>
            </p:cNvSpPr>
            <p:nvPr/>
          </p:nvSpPr>
          <p:spPr bwMode="auto">
            <a:xfrm>
              <a:off x="2644775" y="134937"/>
              <a:ext cx="755650" cy="757238"/>
            </a:xfrm>
            <a:custGeom>
              <a:avLst/>
              <a:gdLst>
                <a:gd name="T0" fmla="*/ 114 w 357"/>
                <a:gd name="T1" fmla="*/ 322 h 357"/>
                <a:gd name="T2" fmla="*/ 36 w 357"/>
                <a:gd name="T3" fmla="*/ 114 h 357"/>
                <a:gd name="T4" fmla="*/ 243 w 357"/>
                <a:gd name="T5" fmla="*/ 36 h 357"/>
                <a:gd name="T6" fmla="*/ 321 w 357"/>
                <a:gd name="T7" fmla="*/ 243 h 357"/>
                <a:gd name="T8" fmla="*/ 114 w 357"/>
                <a:gd name="T9" fmla="*/ 322 h 357"/>
              </a:gdLst>
              <a:ahLst/>
              <a:cxnLst>
                <a:cxn ang="0">
                  <a:pos x="T0" y="T1"/>
                </a:cxn>
                <a:cxn ang="0">
                  <a:pos x="T2" y="T3"/>
                </a:cxn>
                <a:cxn ang="0">
                  <a:pos x="T4" y="T5"/>
                </a:cxn>
                <a:cxn ang="0">
                  <a:pos x="T6" y="T7"/>
                </a:cxn>
                <a:cxn ang="0">
                  <a:pos x="T8" y="T9"/>
                </a:cxn>
              </a:cxnLst>
              <a:rect l="0" t="0" r="r" b="b"/>
              <a:pathLst>
                <a:path w="357" h="357">
                  <a:moveTo>
                    <a:pt x="114" y="322"/>
                  </a:moveTo>
                  <a:cubicBezTo>
                    <a:pt x="35" y="286"/>
                    <a:pt x="0" y="193"/>
                    <a:pt x="36" y="114"/>
                  </a:cubicBezTo>
                  <a:cubicBezTo>
                    <a:pt x="71" y="35"/>
                    <a:pt x="164" y="0"/>
                    <a:pt x="243" y="36"/>
                  </a:cubicBezTo>
                  <a:cubicBezTo>
                    <a:pt x="322" y="72"/>
                    <a:pt x="357" y="164"/>
                    <a:pt x="321" y="243"/>
                  </a:cubicBezTo>
                  <a:cubicBezTo>
                    <a:pt x="286" y="322"/>
                    <a:pt x="193" y="357"/>
                    <a:pt x="114" y="32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70" name="Freeform 239"/>
            <p:cNvSpPr>
              <a:spLocks/>
            </p:cNvSpPr>
            <p:nvPr/>
          </p:nvSpPr>
          <p:spPr bwMode="auto">
            <a:xfrm>
              <a:off x="2781300" y="654050"/>
              <a:ext cx="133350" cy="142875"/>
            </a:xfrm>
            <a:custGeom>
              <a:avLst/>
              <a:gdLst>
                <a:gd name="T0" fmla="*/ 7 w 63"/>
                <a:gd name="T1" fmla="*/ 63 h 67"/>
                <a:gd name="T2" fmla="*/ 1 w 63"/>
                <a:gd name="T3" fmla="*/ 52 h 67"/>
                <a:gd name="T4" fmla="*/ 4 w 63"/>
                <a:gd name="T5" fmla="*/ 39 h 67"/>
                <a:gd name="T6" fmla="*/ 37 w 63"/>
                <a:gd name="T7" fmla="*/ 0 h 67"/>
                <a:gd name="T8" fmla="*/ 63 w 63"/>
                <a:gd name="T9" fmla="*/ 22 h 67"/>
                <a:gd name="T10" fmla="*/ 31 w 63"/>
                <a:gd name="T11" fmla="*/ 61 h 67"/>
                <a:gd name="T12" fmla="*/ 19 w 63"/>
                <a:gd name="T13" fmla="*/ 67 h 67"/>
                <a:gd name="T14" fmla="*/ 7 w 63"/>
                <a:gd name="T15" fmla="*/ 63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67">
                  <a:moveTo>
                    <a:pt x="7" y="63"/>
                  </a:moveTo>
                  <a:cubicBezTo>
                    <a:pt x="3" y="60"/>
                    <a:pt x="1" y="56"/>
                    <a:pt x="1" y="52"/>
                  </a:cubicBezTo>
                  <a:cubicBezTo>
                    <a:pt x="0" y="47"/>
                    <a:pt x="2" y="43"/>
                    <a:pt x="4" y="39"/>
                  </a:cubicBezTo>
                  <a:cubicBezTo>
                    <a:pt x="37" y="0"/>
                    <a:pt x="37" y="0"/>
                    <a:pt x="37" y="0"/>
                  </a:cubicBezTo>
                  <a:cubicBezTo>
                    <a:pt x="63" y="22"/>
                    <a:pt x="63" y="22"/>
                    <a:pt x="63" y="22"/>
                  </a:cubicBezTo>
                  <a:cubicBezTo>
                    <a:pt x="31" y="61"/>
                    <a:pt x="31" y="61"/>
                    <a:pt x="31" y="61"/>
                  </a:cubicBezTo>
                  <a:cubicBezTo>
                    <a:pt x="28" y="64"/>
                    <a:pt x="24" y="66"/>
                    <a:pt x="19" y="67"/>
                  </a:cubicBezTo>
                  <a:cubicBezTo>
                    <a:pt x="14" y="67"/>
                    <a:pt x="10" y="66"/>
                    <a:pt x="7" y="6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71" name="Freeform 240"/>
            <p:cNvSpPr>
              <a:spLocks/>
            </p:cNvSpPr>
            <p:nvPr/>
          </p:nvSpPr>
          <p:spPr bwMode="auto">
            <a:xfrm>
              <a:off x="2835275" y="654050"/>
              <a:ext cx="79375" cy="76200"/>
            </a:xfrm>
            <a:custGeom>
              <a:avLst/>
              <a:gdLst>
                <a:gd name="T0" fmla="*/ 38 w 38"/>
                <a:gd name="T1" fmla="*/ 22 h 36"/>
                <a:gd name="T2" fmla="*/ 12 w 38"/>
                <a:gd name="T3" fmla="*/ 0 h 36"/>
                <a:gd name="T4" fmla="*/ 0 w 38"/>
                <a:gd name="T5" fmla="*/ 15 h 36"/>
                <a:gd name="T6" fmla="*/ 26 w 38"/>
                <a:gd name="T7" fmla="*/ 36 h 36"/>
                <a:gd name="T8" fmla="*/ 38 w 38"/>
                <a:gd name="T9" fmla="*/ 22 h 36"/>
              </a:gdLst>
              <a:ahLst/>
              <a:cxnLst>
                <a:cxn ang="0">
                  <a:pos x="T0" y="T1"/>
                </a:cxn>
                <a:cxn ang="0">
                  <a:pos x="T2" y="T3"/>
                </a:cxn>
                <a:cxn ang="0">
                  <a:pos x="T4" y="T5"/>
                </a:cxn>
                <a:cxn ang="0">
                  <a:pos x="T6" y="T7"/>
                </a:cxn>
                <a:cxn ang="0">
                  <a:pos x="T8" y="T9"/>
                </a:cxn>
              </a:cxnLst>
              <a:rect l="0" t="0" r="r" b="b"/>
              <a:pathLst>
                <a:path w="38" h="36">
                  <a:moveTo>
                    <a:pt x="38" y="22"/>
                  </a:moveTo>
                  <a:cubicBezTo>
                    <a:pt x="12" y="0"/>
                    <a:pt x="12" y="0"/>
                    <a:pt x="12" y="0"/>
                  </a:cubicBezTo>
                  <a:cubicBezTo>
                    <a:pt x="0" y="15"/>
                    <a:pt x="0" y="15"/>
                    <a:pt x="0" y="15"/>
                  </a:cubicBezTo>
                  <a:cubicBezTo>
                    <a:pt x="7" y="23"/>
                    <a:pt x="16" y="30"/>
                    <a:pt x="26" y="36"/>
                  </a:cubicBezTo>
                  <a:lnTo>
                    <a:pt x="38" y="22"/>
                  </a:lnTo>
                  <a:close/>
                </a:path>
              </a:pathLst>
            </a:custGeom>
            <a:solidFill>
              <a:srgbClr val="E0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72" name="Freeform 241"/>
            <p:cNvSpPr>
              <a:spLocks/>
            </p:cNvSpPr>
            <p:nvPr/>
          </p:nvSpPr>
          <p:spPr bwMode="auto">
            <a:xfrm>
              <a:off x="2767013" y="258762"/>
              <a:ext cx="511175" cy="511175"/>
            </a:xfrm>
            <a:custGeom>
              <a:avLst/>
              <a:gdLst>
                <a:gd name="T0" fmla="*/ 77 w 241"/>
                <a:gd name="T1" fmla="*/ 217 h 241"/>
                <a:gd name="T2" fmla="*/ 24 w 241"/>
                <a:gd name="T3" fmla="*/ 77 h 241"/>
                <a:gd name="T4" fmla="*/ 164 w 241"/>
                <a:gd name="T5" fmla="*/ 24 h 241"/>
                <a:gd name="T6" fmla="*/ 217 w 241"/>
                <a:gd name="T7" fmla="*/ 164 h 241"/>
                <a:gd name="T8" fmla="*/ 77 w 241"/>
                <a:gd name="T9" fmla="*/ 217 h 241"/>
              </a:gdLst>
              <a:ahLst/>
              <a:cxnLst>
                <a:cxn ang="0">
                  <a:pos x="T0" y="T1"/>
                </a:cxn>
                <a:cxn ang="0">
                  <a:pos x="T2" y="T3"/>
                </a:cxn>
                <a:cxn ang="0">
                  <a:pos x="T4" y="T5"/>
                </a:cxn>
                <a:cxn ang="0">
                  <a:pos x="T6" y="T7"/>
                </a:cxn>
                <a:cxn ang="0">
                  <a:pos x="T8" y="T9"/>
                </a:cxn>
              </a:cxnLst>
              <a:rect l="0" t="0" r="r" b="b"/>
              <a:pathLst>
                <a:path w="241" h="241">
                  <a:moveTo>
                    <a:pt x="77" y="217"/>
                  </a:moveTo>
                  <a:cubicBezTo>
                    <a:pt x="24" y="193"/>
                    <a:pt x="0" y="131"/>
                    <a:pt x="24" y="77"/>
                  </a:cubicBezTo>
                  <a:cubicBezTo>
                    <a:pt x="48" y="24"/>
                    <a:pt x="111" y="0"/>
                    <a:pt x="164" y="24"/>
                  </a:cubicBezTo>
                  <a:cubicBezTo>
                    <a:pt x="217" y="48"/>
                    <a:pt x="241" y="111"/>
                    <a:pt x="217" y="164"/>
                  </a:cubicBezTo>
                  <a:cubicBezTo>
                    <a:pt x="193" y="218"/>
                    <a:pt x="130" y="241"/>
                    <a:pt x="77" y="2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73" name="Freeform 242"/>
            <p:cNvSpPr>
              <a:spLocks/>
            </p:cNvSpPr>
            <p:nvPr/>
          </p:nvSpPr>
          <p:spPr bwMode="auto">
            <a:xfrm>
              <a:off x="2806700" y="298450"/>
              <a:ext cx="430213" cy="430213"/>
            </a:xfrm>
            <a:custGeom>
              <a:avLst/>
              <a:gdLst>
                <a:gd name="T0" fmla="*/ 65 w 203"/>
                <a:gd name="T1" fmla="*/ 183 h 203"/>
                <a:gd name="T2" fmla="*/ 20 w 203"/>
                <a:gd name="T3" fmla="*/ 65 h 203"/>
                <a:gd name="T4" fmla="*/ 138 w 203"/>
                <a:gd name="T5" fmla="*/ 21 h 203"/>
                <a:gd name="T6" fmla="*/ 183 w 203"/>
                <a:gd name="T7" fmla="*/ 138 h 203"/>
                <a:gd name="T8" fmla="*/ 65 w 203"/>
                <a:gd name="T9" fmla="*/ 183 h 203"/>
              </a:gdLst>
              <a:ahLst/>
              <a:cxnLst>
                <a:cxn ang="0">
                  <a:pos x="T0" y="T1"/>
                </a:cxn>
                <a:cxn ang="0">
                  <a:pos x="T2" y="T3"/>
                </a:cxn>
                <a:cxn ang="0">
                  <a:pos x="T4" y="T5"/>
                </a:cxn>
                <a:cxn ang="0">
                  <a:pos x="T6" y="T7"/>
                </a:cxn>
                <a:cxn ang="0">
                  <a:pos x="T8" y="T9"/>
                </a:cxn>
              </a:cxnLst>
              <a:rect l="0" t="0" r="r" b="b"/>
              <a:pathLst>
                <a:path w="203" h="203">
                  <a:moveTo>
                    <a:pt x="65" y="183"/>
                  </a:moveTo>
                  <a:cubicBezTo>
                    <a:pt x="20" y="163"/>
                    <a:pt x="0" y="110"/>
                    <a:pt x="20" y="65"/>
                  </a:cubicBezTo>
                  <a:cubicBezTo>
                    <a:pt x="41" y="20"/>
                    <a:pt x="93" y="0"/>
                    <a:pt x="138" y="21"/>
                  </a:cubicBezTo>
                  <a:cubicBezTo>
                    <a:pt x="183" y="41"/>
                    <a:pt x="203" y="94"/>
                    <a:pt x="183" y="138"/>
                  </a:cubicBezTo>
                  <a:cubicBezTo>
                    <a:pt x="162" y="183"/>
                    <a:pt x="110" y="203"/>
                    <a:pt x="65" y="183"/>
                  </a:cubicBezTo>
                  <a:close/>
                </a:path>
              </a:pathLst>
            </a:custGeom>
            <a:solidFill>
              <a:srgbClr val="8D4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74" name="Freeform 243"/>
            <p:cNvSpPr>
              <a:spLocks/>
            </p:cNvSpPr>
            <p:nvPr/>
          </p:nvSpPr>
          <p:spPr bwMode="auto">
            <a:xfrm>
              <a:off x="2921000" y="315912"/>
              <a:ext cx="315913" cy="385763"/>
            </a:xfrm>
            <a:custGeom>
              <a:avLst/>
              <a:gdLst>
                <a:gd name="T0" fmla="*/ 51 w 149"/>
                <a:gd name="T1" fmla="*/ 25 h 182"/>
                <a:gd name="T2" fmla="*/ 95 w 149"/>
                <a:gd name="T3" fmla="*/ 143 h 182"/>
                <a:gd name="T4" fmla="*/ 62 w 149"/>
                <a:gd name="T5" fmla="*/ 182 h 182"/>
                <a:gd name="T6" fmla="*/ 129 w 149"/>
                <a:gd name="T7" fmla="*/ 130 h 182"/>
                <a:gd name="T8" fmla="*/ 84 w 149"/>
                <a:gd name="T9" fmla="*/ 13 h 182"/>
                <a:gd name="T10" fmla="*/ 0 w 149"/>
                <a:gd name="T11" fmla="*/ 19 h 182"/>
                <a:gd name="T12" fmla="*/ 51 w 149"/>
                <a:gd name="T13" fmla="*/ 25 h 182"/>
              </a:gdLst>
              <a:ahLst/>
              <a:cxnLst>
                <a:cxn ang="0">
                  <a:pos x="T0" y="T1"/>
                </a:cxn>
                <a:cxn ang="0">
                  <a:pos x="T2" y="T3"/>
                </a:cxn>
                <a:cxn ang="0">
                  <a:pos x="T4" y="T5"/>
                </a:cxn>
                <a:cxn ang="0">
                  <a:pos x="T6" y="T7"/>
                </a:cxn>
                <a:cxn ang="0">
                  <a:pos x="T8" y="T9"/>
                </a:cxn>
                <a:cxn ang="0">
                  <a:pos x="T10" y="T11"/>
                </a:cxn>
                <a:cxn ang="0">
                  <a:pos x="T12" y="T13"/>
                </a:cxn>
              </a:cxnLst>
              <a:rect l="0" t="0" r="r" b="b"/>
              <a:pathLst>
                <a:path w="149" h="182">
                  <a:moveTo>
                    <a:pt x="51" y="25"/>
                  </a:moveTo>
                  <a:cubicBezTo>
                    <a:pt x="95" y="46"/>
                    <a:pt x="115" y="98"/>
                    <a:pt x="95" y="143"/>
                  </a:cubicBezTo>
                  <a:cubicBezTo>
                    <a:pt x="88" y="160"/>
                    <a:pt x="76" y="173"/>
                    <a:pt x="62" y="182"/>
                  </a:cubicBezTo>
                  <a:cubicBezTo>
                    <a:pt x="90" y="177"/>
                    <a:pt x="116" y="159"/>
                    <a:pt x="129" y="130"/>
                  </a:cubicBezTo>
                  <a:cubicBezTo>
                    <a:pt x="149" y="86"/>
                    <a:pt x="129" y="33"/>
                    <a:pt x="84" y="13"/>
                  </a:cubicBezTo>
                  <a:cubicBezTo>
                    <a:pt x="56" y="0"/>
                    <a:pt x="24" y="3"/>
                    <a:pt x="0" y="19"/>
                  </a:cubicBezTo>
                  <a:cubicBezTo>
                    <a:pt x="17" y="16"/>
                    <a:pt x="34" y="18"/>
                    <a:pt x="51" y="25"/>
                  </a:cubicBezTo>
                  <a:close/>
                </a:path>
              </a:pathLst>
            </a:custGeom>
            <a:solidFill>
              <a:srgbClr val="5128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75" name="Freeform 244"/>
            <p:cNvSpPr>
              <a:spLocks/>
            </p:cNvSpPr>
            <p:nvPr/>
          </p:nvSpPr>
          <p:spPr bwMode="auto">
            <a:xfrm>
              <a:off x="69850" y="1949450"/>
              <a:ext cx="757238" cy="755650"/>
            </a:xfrm>
            <a:custGeom>
              <a:avLst/>
              <a:gdLst>
                <a:gd name="T0" fmla="*/ 114 w 357"/>
                <a:gd name="T1" fmla="*/ 322 h 357"/>
                <a:gd name="T2" fmla="*/ 36 w 357"/>
                <a:gd name="T3" fmla="*/ 114 h 357"/>
                <a:gd name="T4" fmla="*/ 243 w 357"/>
                <a:gd name="T5" fmla="*/ 36 h 357"/>
                <a:gd name="T6" fmla="*/ 322 w 357"/>
                <a:gd name="T7" fmla="*/ 243 h 357"/>
                <a:gd name="T8" fmla="*/ 114 w 357"/>
                <a:gd name="T9" fmla="*/ 322 h 357"/>
              </a:gdLst>
              <a:ahLst/>
              <a:cxnLst>
                <a:cxn ang="0">
                  <a:pos x="T0" y="T1"/>
                </a:cxn>
                <a:cxn ang="0">
                  <a:pos x="T2" y="T3"/>
                </a:cxn>
                <a:cxn ang="0">
                  <a:pos x="T4" y="T5"/>
                </a:cxn>
                <a:cxn ang="0">
                  <a:pos x="T6" y="T7"/>
                </a:cxn>
                <a:cxn ang="0">
                  <a:pos x="T8" y="T9"/>
                </a:cxn>
              </a:cxnLst>
              <a:rect l="0" t="0" r="r" b="b"/>
              <a:pathLst>
                <a:path w="357" h="357">
                  <a:moveTo>
                    <a:pt x="114" y="322"/>
                  </a:moveTo>
                  <a:cubicBezTo>
                    <a:pt x="35" y="286"/>
                    <a:pt x="0" y="193"/>
                    <a:pt x="36" y="114"/>
                  </a:cubicBezTo>
                  <a:cubicBezTo>
                    <a:pt x="72" y="35"/>
                    <a:pt x="165" y="0"/>
                    <a:pt x="243" y="36"/>
                  </a:cubicBezTo>
                  <a:cubicBezTo>
                    <a:pt x="322" y="72"/>
                    <a:pt x="357" y="165"/>
                    <a:pt x="322" y="243"/>
                  </a:cubicBezTo>
                  <a:cubicBezTo>
                    <a:pt x="286" y="322"/>
                    <a:pt x="193" y="357"/>
                    <a:pt x="114" y="32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76" name="Freeform 245"/>
            <p:cNvSpPr>
              <a:spLocks/>
            </p:cNvSpPr>
            <p:nvPr/>
          </p:nvSpPr>
          <p:spPr bwMode="auto">
            <a:xfrm>
              <a:off x="209550" y="2468562"/>
              <a:ext cx="131763" cy="141288"/>
            </a:xfrm>
            <a:custGeom>
              <a:avLst/>
              <a:gdLst>
                <a:gd name="T0" fmla="*/ 6 w 62"/>
                <a:gd name="T1" fmla="*/ 63 h 67"/>
                <a:gd name="T2" fmla="*/ 0 w 62"/>
                <a:gd name="T3" fmla="*/ 52 h 67"/>
                <a:gd name="T4" fmla="*/ 4 w 62"/>
                <a:gd name="T5" fmla="*/ 39 h 67"/>
                <a:gd name="T6" fmla="*/ 36 w 62"/>
                <a:gd name="T7" fmla="*/ 0 h 67"/>
                <a:gd name="T8" fmla="*/ 62 w 62"/>
                <a:gd name="T9" fmla="*/ 22 h 67"/>
                <a:gd name="T10" fmla="*/ 30 w 62"/>
                <a:gd name="T11" fmla="*/ 61 h 67"/>
                <a:gd name="T12" fmla="*/ 18 w 62"/>
                <a:gd name="T13" fmla="*/ 67 h 67"/>
                <a:gd name="T14" fmla="*/ 6 w 62"/>
                <a:gd name="T15" fmla="*/ 63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67">
                  <a:moveTo>
                    <a:pt x="6" y="63"/>
                  </a:moveTo>
                  <a:cubicBezTo>
                    <a:pt x="3" y="60"/>
                    <a:pt x="0" y="56"/>
                    <a:pt x="0" y="52"/>
                  </a:cubicBezTo>
                  <a:cubicBezTo>
                    <a:pt x="0" y="47"/>
                    <a:pt x="1" y="43"/>
                    <a:pt x="4" y="39"/>
                  </a:cubicBezTo>
                  <a:cubicBezTo>
                    <a:pt x="36" y="0"/>
                    <a:pt x="36" y="0"/>
                    <a:pt x="36" y="0"/>
                  </a:cubicBezTo>
                  <a:cubicBezTo>
                    <a:pt x="62" y="22"/>
                    <a:pt x="62" y="22"/>
                    <a:pt x="62" y="22"/>
                  </a:cubicBezTo>
                  <a:cubicBezTo>
                    <a:pt x="30" y="61"/>
                    <a:pt x="30" y="61"/>
                    <a:pt x="30" y="61"/>
                  </a:cubicBezTo>
                  <a:cubicBezTo>
                    <a:pt x="27" y="64"/>
                    <a:pt x="23" y="67"/>
                    <a:pt x="18" y="67"/>
                  </a:cubicBezTo>
                  <a:cubicBezTo>
                    <a:pt x="14" y="67"/>
                    <a:pt x="9" y="66"/>
                    <a:pt x="6" y="6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77" name="Freeform 246"/>
            <p:cNvSpPr>
              <a:spLocks/>
            </p:cNvSpPr>
            <p:nvPr/>
          </p:nvSpPr>
          <p:spPr bwMode="auto">
            <a:xfrm>
              <a:off x="260350" y="2468562"/>
              <a:ext cx="80963" cy="76200"/>
            </a:xfrm>
            <a:custGeom>
              <a:avLst/>
              <a:gdLst>
                <a:gd name="T0" fmla="*/ 38 w 38"/>
                <a:gd name="T1" fmla="*/ 22 h 36"/>
                <a:gd name="T2" fmla="*/ 12 w 38"/>
                <a:gd name="T3" fmla="*/ 0 h 36"/>
                <a:gd name="T4" fmla="*/ 0 w 38"/>
                <a:gd name="T5" fmla="*/ 15 h 36"/>
                <a:gd name="T6" fmla="*/ 26 w 38"/>
                <a:gd name="T7" fmla="*/ 36 h 36"/>
                <a:gd name="T8" fmla="*/ 38 w 38"/>
                <a:gd name="T9" fmla="*/ 22 h 36"/>
              </a:gdLst>
              <a:ahLst/>
              <a:cxnLst>
                <a:cxn ang="0">
                  <a:pos x="T0" y="T1"/>
                </a:cxn>
                <a:cxn ang="0">
                  <a:pos x="T2" y="T3"/>
                </a:cxn>
                <a:cxn ang="0">
                  <a:pos x="T4" y="T5"/>
                </a:cxn>
                <a:cxn ang="0">
                  <a:pos x="T6" y="T7"/>
                </a:cxn>
                <a:cxn ang="0">
                  <a:pos x="T8" y="T9"/>
                </a:cxn>
              </a:cxnLst>
              <a:rect l="0" t="0" r="r" b="b"/>
              <a:pathLst>
                <a:path w="38" h="36">
                  <a:moveTo>
                    <a:pt x="38" y="22"/>
                  </a:moveTo>
                  <a:cubicBezTo>
                    <a:pt x="12" y="0"/>
                    <a:pt x="12" y="0"/>
                    <a:pt x="12" y="0"/>
                  </a:cubicBezTo>
                  <a:cubicBezTo>
                    <a:pt x="0" y="15"/>
                    <a:pt x="0" y="15"/>
                    <a:pt x="0" y="15"/>
                  </a:cubicBezTo>
                  <a:cubicBezTo>
                    <a:pt x="8" y="23"/>
                    <a:pt x="16" y="30"/>
                    <a:pt x="26" y="36"/>
                  </a:cubicBezTo>
                  <a:lnTo>
                    <a:pt x="38" y="22"/>
                  </a:lnTo>
                  <a:close/>
                </a:path>
              </a:pathLst>
            </a:custGeom>
            <a:solidFill>
              <a:srgbClr val="E0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78" name="Freeform 247"/>
            <p:cNvSpPr>
              <a:spLocks/>
            </p:cNvSpPr>
            <p:nvPr/>
          </p:nvSpPr>
          <p:spPr bwMode="auto">
            <a:xfrm>
              <a:off x="192088" y="2071687"/>
              <a:ext cx="512763" cy="512763"/>
            </a:xfrm>
            <a:custGeom>
              <a:avLst/>
              <a:gdLst>
                <a:gd name="T0" fmla="*/ 77 w 242"/>
                <a:gd name="T1" fmla="*/ 217 h 242"/>
                <a:gd name="T2" fmla="*/ 24 w 242"/>
                <a:gd name="T3" fmla="*/ 77 h 242"/>
                <a:gd name="T4" fmla="*/ 165 w 242"/>
                <a:gd name="T5" fmla="*/ 24 h 242"/>
                <a:gd name="T6" fmla="*/ 217 w 242"/>
                <a:gd name="T7" fmla="*/ 165 h 242"/>
                <a:gd name="T8" fmla="*/ 77 w 242"/>
                <a:gd name="T9" fmla="*/ 217 h 242"/>
              </a:gdLst>
              <a:ahLst/>
              <a:cxnLst>
                <a:cxn ang="0">
                  <a:pos x="T0" y="T1"/>
                </a:cxn>
                <a:cxn ang="0">
                  <a:pos x="T2" y="T3"/>
                </a:cxn>
                <a:cxn ang="0">
                  <a:pos x="T4" y="T5"/>
                </a:cxn>
                <a:cxn ang="0">
                  <a:pos x="T6" y="T7"/>
                </a:cxn>
                <a:cxn ang="0">
                  <a:pos x="T8" y="T9"/>
                </a:cxn>
              </a:cxnLst>
              <a:rect l="0" t="0" r="r" b="b"/>
              <a:pathLst>
                <a:path w="242" h="242">
                  <a:moveTo>
                    <a:pt x="77" y="217"/>
                  </a:moveTo>
                  <a:cubicBezTo>
                    <a:pt x="24" y="193"/>
                    <a:pt x="0" y="131"/>
                    <a:pt x="24" y="77"/>
                  </a:cubicBezTo>
                  <a:cubicBezTo>
                    <a:pt x="48" y="24"/>
                    <a:pt x="111" y="0"/>
                    <a:pt x="165" y="24"/>
                  </a:cubicBezTo>
                  <a:cubicBezTo>
                    <a:pt x="218" y="48"/>
                    <a:pt x="242" y="111"/>
                    <a:pt x="217" y="165"/>
                  </a:cubicBezTo>
                  <a:cubicBezTo>
                    <a:pt x="193" y="218"/>
                    <a:pt x="131" y="242"/>
                    <a:pt x="77" y="2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79" name="Freeform 248"/>
            <p:cNvSpPr>
              <a:spLocks/>
            </p:cNvSpPr>
            <p:nvPr/>
          </p:nvSpPr>
          <p:spPr bwMode="auto">
            <a:xfrm>
              <a:off x="234950" y="2114550"/>
              <a:ext cx="428625" cy="428625"/>
            </a:xfrm>
            <a:custGeom>
              <a:avLst/>
              <a:gdLst>
                <a:gd name="T0" fmla="*/ 64 w 202"/>
                <a:gd name="T1" fmla="*/ 182 h 202"/>
                <a:gd name="T2" fmla="*/ 20 w 202"/>
                <a:gd name="T3" fmla="*/ 64 h 202"/>
                <a:gd name="T4" fmla="*/ 138 w 202"/>
                <a:gd name="T5" fmla="*/ 20 h 202"/>
                <a:gd name="T6" fmla="*/ 182 w 202"/>
                <a:gd name="T7" fmla="*/ 138 h 202"/>
                <a:gd name="T8" fmla="*/ 64 w 202"/>
                <a:gd name="T9" fmla="*/ 182 h 202"/>
              </a:gdLst>
              <a:ahLst/>
              <a:cxnLst>
                <a:cxn ang="0">
                  <a:pos x="T0" y="T1"/>
                </a:cxn>
                <a:cxn ang="0">
                  <a:pos x="T2" y="T3"/>
                </a:cxn>
                <a:cxn ang="0">
                  <a:pos x="T4" y="T5"/>
                </a:cxn>
                <a:cxn ang="0">
                  <a:pos x="T6" y="T7"/>
                </a:cxn>
                <a:cxn ang="0">
                  <a:pos x="T8" y="T9"/>
                </a:cxn>
              </a:cxnLst>
              <a:rect l="0" t="0" r="r" b="b"/>
              <a:pathLst>
                <a:path w="202" h="202">
                  <a:moveTo>
                    <a:pt x="64" y="182"/>
                  </a:moveTo>
                  <a:cubicBezTo>
                    <a:pt x="19" y="162"/>
                    <a:pt x="0" y="109"/>
                    <a:pt x="20" y="64"/>
                  </a:cubicBezTo>
                  <a:cubicBezTo>
                    <a:pt x="40" y="19"/>
                    <a:pt x="93" y="0"/>
                    <a:pt x="138" y="20"/>
                  </a:cubicBezTo>
                  <a:cubicBezTo>
                    <a:pt x="182" y="40"/>
                    <a:pt x="202" y="93"/>
                    <a:pt x="182" y="138"/>
                  </a:cubicBezTo>
                  <a:cubicBezTo>
                    <a:pt x="162" y="182"/>
                    <a:pt x="109" y="202"/>
                    <a:pt x="64" y="182"/>
                  </a:cubicBezTo>
                  <a:close/>
                </a:path>
              </a:pathLst>
            </a:custGeom>
            <a:solidFill>
              <a:srgbClr val="8D4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80" name="Freeform 249"/>
            <p:cNvSpPr>
              <a:spLocks/>
            </p:cNvSpPr>
            <p:nvPr/>
          </p:nvSpPr>
          <p:spPr bwMode="auto">
            <a:xfrm>
              <a:off x="347663" y="2128837"/>
              <a:ext cx="315913" cy="385763"/>
            </a:xfrm>
            <a:custGeom>
              <a:avLst/>
              <a:gdLst>
                <a:gd name="T0" fmla="*/ 51 w 149"/>
                <a:gd name="T1" fmla="*/ 26 h 182"/>
                <a:gd name="T2" fmla="*/ 95 w 149"/>
                <a:gd name="T3" fmla="*/ 143 h 182"/>
                <a:gd name="T4" fmla="*/ 62 w 149"/>
                <a:gd name="T5" fmla="*/ 182 h 182"/>
                <a:gd name="T6" fmla="*/ 129 w 149"/>
                <a:gd name="T7" fmla="*/ 131 h 182"/>
                <a:gd name="T8" fmla="*/ 85 w 149"/>
                <a:gd name="T9" fmla="*/ 13 h 182"/>
                <a:gd name="T10" fmla="*/ 0 w 149"/>
                <a:gd name="T11" fmla="*/ 19 h 182"/>
                <a:gd name="T12" fmla="*/ 51 w 149"/>
                <a:gd name="T13" fmla="*/ 26 h 182"/>
              </a:gdLst>
              <a:ahLst/>
              <a:cxnLst>
                <a:cxn ang="0">
                  <a:pos x="T0" y="T1"/>
                </a:cxn>
                <a:cxn ang="0">
                  <a:pos x="T2" y="T3"/>
                </a:cxn>
                <a:cxn ang="0">
                  <a:pos x="T4" y="T5"/>
                </a:cxn>
                <a:cxn ang="0">
                  <a:pos x="T6" y="T7"/>
                </a:cxn>
                <a:cxn ang="0">
                  <a:pos x="T8" y="T9"/>
                </a:cxn>
                <a:cxn ang="0">
                  <a:pos x="T10" y="T11"/>
                </a:cxn>
                <a:cxn ang="0">
                  <a:pos x="T12" y="T13"/>
                </a:cxn>
              </a:cxnLst>
              <a:rect l="0" t="0" r="r" b="b"/>
              <a:pathLst>
                <a:path w="149" h="182">
                  <a:moveTo>
                    <a:pt x="51" y="26"/>
                  </a:moveTo>
                  <a:cubicBezTo>
                    <a:pt x="96" y="46"/>
                    <a:pt x="116" y="98"/>
                    <a:pt x="95" y="143"/>
                  </a:cubicBezTo>
                  <a:cubicBezTo>
                    <a:pt x="88" y="160"/>
                    <a:pt x="76" y="173"/>
                    <a:pt x="62" y="182"/>
                  </a:cubicBezTo>
                  <a:cubicBezTo>
                    <a:pt x="90" y="177"/>
                    <a:pt x="116" y="159"/>
                    <a:pt x="129" y="131"/>
                  </a:cubicBezTo>
                  <a:cubicBezTo>
                    <a:pt x="149" y="86"/>
                    <a:pt x="129" y="33"/>
                    <a:pt x="85" y="13"/>
                  </a:cubicBezTo>
                  <a:cubicBezTo>
                    <a:pt x="56" y="0"/>
                    <a:pt x="25" y="3"/>
                    <a:pt x="0" y="19"/>
                  </a:cubicBezTo>
                  <a:cubicBezTo>
                    <a:pt x="17" y="16"/>
                    <a:pt x="34" y="18"/>
                    <a:pt x="51" y="26"/>
                  </a:cubicBezTo>
                  <a:close/>
                </a:path>
              </a:pathLst>
            </a:custGeom>
            <a:solidFill>
              <a:srgbClr val="5128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81" name="Freeform 250"/>
            <p:cNvSpPr>
              <a:spLocks/>
            </p:cNvSpPr>
            <p:nvPr/>
          </p:nvSpPr>
          <p:spPr bwMode="auto">
            <a:xfrm>
              <a:off x="3355975" y="606425"/>
              <a:ext cx="835025" cy="577850"/>
            </a:xfrm>
            <a:custGeom>
              <a:avLst/>
              <a:gdLst>
                <a:gd name="T0" fmla="*/ 0 w 526"/>
                <a:gd name="T1" fmla="*/ 0 h 364"/>
                <a:gd name="T2" fmla="*/ 526 w 526"/>
                <a:gd name="T3" fmla="*/ 0 h 364"/>
                <a:gd name="T4" fmla="*/ 526 w 526"/>
                <a:gd name="T5" fmla="*/ 364 h 364"/>
                <a:gd name="T6" fmla="*/ 0 w 526"/>
                <a:gd name="T7" fmla="*/ 363 h 364"/>
                <a:gd name="T8" fmla="*/ 0 w 526"/>
                <a:gd name="T9" fmla="*/ 0 h 364"/>
              </a:gdLst>
              <a:ahLst/>
              <a:cxnLst>
                <a:cxn ang="0">
                  <a:pos x="T0" y="T1"/>
                </a:cxn>
                <a:cxn ang="0">
                  <a:pos x="T2" y="T3"/>
                </a:cxn>
                <a:cxn ang="0">
                  <a:pos x="T4" y="T5"/>
                </a:cxn>
                <a:cxn ang="0">
                  <a:pos x="T6" y="T7"/>
                </a:cxn>
                <a:cxn ang="0">
                  <a:pos x="T8" y="T9"/>
                </a:cxn>
              </a:cxnLst>
              <a:rect l="0" t="0" r="r" b="b"/>
              <a:pathLst>
                <a:path w="526" h="364">
                  <a:moveTo>
                    <a:pt x="0" y="0"/>
                  </a:moveTo>
                  <a:lnTo>
                    <a:pt x="526" y="0"/>
                  </a:lnTo>
                  <a:lnTo>
                    <a:pt x="526" y="364"/>
                  </a:lnTo>
                  <a:lnTo>
                    <a:pt x="0" y="36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82" name="Freeform 251"/>
            <p:cNvSpPr>
              <a:spLocks/>
            </p:cNvSpPr>
            <p:nvPr/>
          </p:nvSpPr>
          <p:spPr bwMode="auto">
            <a:xfrm>
              <a:off x="3355975" y="606425"/>
              <a:ext cx="835025" cy="577850"/>
            </a:xfrm>
            <a:custGeom>
              <a:avLst/>
              <a:gdLst>
                <a:gd name="T0" fmla="*/ 0 w 526"/>
                <a:gd name="T1" fmla="*/ 0 h 364"/>
                <a:gd name="T2" fmla="*/ 526 w 526"/>
                <a:gd name="T3" fmla="*/ 0 h 364"/>
                <a:gd name="T4" fmla="*/ 526 w 526"/>
                <a:gd name="T5" fmla="*/ 364 h 364"/>
                <a:gd name="T6" fmla="*/ 0 w 526"/>
                <a:gd name="T7" fmla="*/ 363 h 364"/>
                <a:gd name="T8" fmla="*/ 0 w 526"/>
                <a:gd name="T9" fmla="*/ 0 h 364"/>
              </a:gdLst>
              <a:ahLst/>
              <a:cxnLst>
                <a:cxn ang="0">
                  <a:pos x="T0" y="T1"/>
                </a:cxn>
                <a:cxn ang="0">
                  <a:pos x="T2" y="T3"/>
                </a:cxn>
                <a:cxn ang="0">
                  <a:pos x="T4" y="T5"/>
                </a:cxn>
                <a:cxn ang="0">
                  <a:pos x="T6" y="T7"/>
                </a:cxn>
                <a:cxn ang="0">
                  <a:pos x="T8" y="T9"/>
                </a:cxn>
              </a:cxnLst>
              <a:rect l="0" t="0" r="r" b="b"/>
              <a:pathLst>
                <a:path w="526" h="364">
                  <a:moveTo>
                    <a:pt x="0" y="0"/>
                  </a:moveTo>
                  <a:lnTo>
                    <a:pt x="526" y="0"/>
                  </a:lnTo>
                  <a:lnTo>
                    <a:pt x="526" y="364"/>
                  </a:lnTo>
                  <a:lnTo>
                    <a:pt x="0" y="36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83" name="Rectangle 252"/>
            <p:cNvSpPr>
              <a:spLocks noChangeArrowheads="1"/>
            </p:cNvSpPr>
            <p:nvPr/>
          </p:nvSpPr>
          <p:spPr bwMode="auto">
            <a:xfrm>
              <a:off x="3408363" y="1068387"/>
              <a:ext cx="73025" cy="69850"/>
            </a:xfrm>
            <a:prstGeom prst="rect">
              <a:avLst/>
            </a:prstGeom>
            <a:solidFill>
              <a:srgbClr val="DBA4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84" name="Rectangle 253"/>
            <p:cNvSpPr>
              <a:spLocks noChangeArrowheads="1"/>
            </p:cNvSpPr>
            <p:nvPr/>
          </p:nvSpPr>
          <p:spPr bwMode="auto">
            <a:xfrm>
              <a:off x="3514725" y="1068387"/>
              <a:ext cx="73025" cy="69850"/>
            </a:xfrm>
            <a:prstGeom prst="rect">
              <a:avLst/>
            </a:prstGeom>
            <a:solidFill>
              <a:srgbClr val="CA6B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85" name="Rectangle 254"/>
            <p:cNvSpPr>
              <a:spLocks noChangeArrowheads="1"/>
            </p:cNvSpPr>
            <p:nvPr/>
          </p:nvSpPr>
          <p:spPr bwMode="auto">
            <a:xfrm>
              <a:off x="3621088" y="1068387"/>
              <a:ext cx="71438" cy="69850"/>
            </a:xfrm>
            <a:prstGeom prst="rect">
              <a:avLst/>
            </a:prstGeom>
            <a:solidFill>
              <a:srgbClr val="DD5E0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86" name="Rectangle 255"/>
            <p:cNvSpPr>
              <a:spLocks noChangeArrowheads="1"/>
            </p:cNvSpPr>
            <p:nvPr/>
          </p:nvSpPr>
          <p:spPr bwMode="auto">
            <a:xfrm>
              <a:off x="3727450" y="1068387"/>
              <a:ext cx="71438" cy="69850"/>
            </a:xfrm>
            <a:prstGeom prst="rect">
              <a:avLst/>
            </a:prstGeom>
            <a:solidFill>
              <a:srgbClr val="E6C6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87" name="Rectangle 256"/>
            <p:cNvSpPr>
              <a:spLocks noChangeArrowheads="1"/>
            </p:cNvSpPr>
            <p:nvPr/>
          </p:nvSpPr>
          <p:spPr bwMode="auto">
            <a:xfrm>
              <a:off x="3832225" y="1068387"/>
              <a:ext cx="73025" cy="69850"/>
            </a:xfrm>
            <a:prstGeom prst="rect">
              <a:avLst/>
            </a:prstGeom>
            <a:solidFill>
              <a:srgbClr val="F9B6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88" name="Freeform 257"/>
            <p:cNvSpPr>
              <a:spLocks/>
            </p:cNvSpPr>
            <p:nvPr/>
          </p:nvSpPr>
          <p:spPr bwMode="auto">
            <a:xfrm>
              <a:off x="3938588" y="1068387"/>
              <a:ext cx="71438" cy="71438"/>
            </a:xfrm>
            <a:custGeom>
              <a:avLst/>
              <a:gdLst>
                <a:gd name="T0" fmla="*/ 45 w 45"/>
                <a:gd name="T1" fmla="*/ 0 h 45"/>
                <a:gd name="T2" fmla="*/ 45 w 45"/>
                <a:gd name="T3" fmla="*/ 45 h 45"/>
                <a:gd name="T4" fmla="*/ 0 w 45"/>
                <a:gd name="T5" fmla="*/ 44 h 45"/>
                <a:gd name="T6" fmla="*/ 0 w 45"/>
                <a:gd name="T7" fmla="*/ 0 h 45"/>
                <a:gd name="T8" fmla="*/ 45 w 45"/>
                <a:gd name="T9" fmla="*/ 0 h 45"/>
              </a:gdLst>
              <a:ahLst/>
              <a:cxnLst>
                <a:cxn ang="0">
                  <a:pos x="T0" y="T1"/>
                </a:cxn>
                <a:cxn ang="0">
                  <a:pos x="T2" y="T3"/>
                </a:cxn>
                <a:cxn ang="0">
                  <a:pos x="T4" y="T5"/>
                </a:cxn>
                <a:cxn ang="0">
                  <a:pos x="T6" y="T7"/>
                </a:cxn>
                <a:cxn ang="0">
                  <a:pos x="T8" y="T9"/>
                </a:cxn>
              </a:cxnLst>
              <a:rect l="0" t="0" r="r" b="b"/>
              <a:pathLst>
                <a:path w="45" h="45">
                  <a:moveTo>
                    <a:pt x="45" y="0"/>
                  </a:moveTo>
                  <a:lnTo>
                    <a:pt x="45" y="45"/>
                  </a:lnTo>
                  <a:lnTo>
                    <a:pt x="0" y="44"/>
                  </a:lnTo>
                  <a:lnTo>
                    <a:pt x="0" y="0"/>
                  </a:lnTo>
                  <a:lnTo>
                    <a:pt x="45" y="0"/>
                  </a:lnTo>
                  <a:close/>
                </a:path>
              </a:pathLst>
            </a:custGeom>
            <a:solidFill>
              <a:srgbClr val="A6B1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89" name="Rectangle 258"/>
            <p:cNvSpPr>
              <a:spLocks noChangeArrowheads="1"/>
            </p:cNvSpPr>
            <p:nvPr/>
          </p:nvSpPr>
          <p:spPr bwMode="auto">
            <a:xfrm>
              <a:off x="4044950" y="1068387"/>
              <a:ext cx="71438" cy="71438"/>
            </a:xfrm>
            <a:prstGeom prst="rect">
              <a:avLst/>
            </a:prstGeom>
            <a:solidFill>
              <a:srgbClr val="630E1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90" name="Freeform 259"/>
            <p:cNvSpPr>
              <a:spLocks/>
            </p:cNvSpPr>
            <p:nvPr/>
          </p:nvSpPr>
          <p:spPr bwMode="auto">
            <a:xfrm>
              <a:off x="3408363" y="963612"/>
              <a:ext cx="73025" cy="69850"/>
            </a:xfrm>
            <a:custGeom>
              <a:avLst/>
              <a:gdLst>
                <a:gd name="T0" fmla="*/ 46 w 46"/>
                <a:gd name="T1" fmla="*/ 0 h 44"/>
                <a:gd name="T2" fmla="*/ 46 w 46"/>
                <a:gd name="T3" fmla="*/ 44 h 44"/>
                <a:gd name="T4" fmla="*/ 0 w 46"/>
                <a:gd name="T5" fmla="*/ 44 h 44"/>
                <a:gd name="T6" fmla="*/ 2 w 46"/>
                <a:gd name="T7" fmla="*/ 0 h 44"/>
                <a:gd name="T8" fmla="*/ 46 w 46"/>
                <a:gd name="T9" fmla="*/ 0 h 44"/>
              </a:gdLst>
              <a:ahLst/>
              <a:cxnLst>
                <a:cxn ang="0">
                  <a:pos x="T0" y="T1"/>
                </a:cxn>
                <a:cxn ang="0">
                  <a:pos x="T2" y="T3"/>
                </a:cxn>
                <a:cxn ang="0">
                  <a:pos x="T4" y="T5"/>
                </a:cxn>
                <a:cxn ang="0">
                  <a:pos x="T6" y="T7"/>
                </a:cxn>
                <a:cxn ang="0">
                  <a:pos x="T8" y="T9"/>
                </a:cxn>
              </a:cxnLst>
              <a:rect l="0" t="0" r="r" b="b"/>
              <a:pathLst>
                <a:path w="46" h="44">
                  <a:moveTo>
                    <a:pt x="46" y="0"/>
                  </a:moveTo>
                  <a:lnTo>
                    <a:pt x="46" y="44"/>
                  </a:lnTo>
                  <a:lnTo>
                    <a:pt x="0" y="44"/>
                  </a:lnTo>
                  <a:lnTo>
                    <a:pt x="2" y="0"/>
                  </a:lnTo>
                  <a:lnTo>
                    <a:pt x="46" y="0"/>
                  </a:lnTo>
                  <a:close/>
                </a:path>
              </a:pathLst>
            </a:custGeom>
            <a:solidFill>
              <a:srgbClr val="A13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91" name="Freeform 260"/>
            <p:cNvSpPr>
              <a:spLocks/>
            </p:cNvSpPr>
            <p:nvPr/>
          </p:nvSpPr>
          <p:spPr bwMode="auto">
            <a:xfrm>
              <a:off x="3514725" y="963612"/>
              <a:ext cx="73025" cy="69850"/>
            </a:xfrm>
            <a:custGeom>
              <a:avLst/>
              <a:gdLst>
                <a:gd name="T0" fmla="*/ 46 w 46"/>
                <a:gd name="T1" fmla="*/ 0 h 44"/>
                <a:gd name="T2" fmla="*/ 46 w 46"/>
                <a:gd name="T3" fmla="*/ 44 h 44"/>
                <a:gd name="T4" fmla="*/ 0 w 46"/>
                <a:gd name="T5" fmla="*/ 44 h 44"/>
                <a:gd name="T6" fmla="*/ 2 w 46"/>
                <a:gd name="T7" fmla="*/ 0 h 44"/>
                <a:gd name="T8" fmla="*/ 46 w 46"/>
                <a:gd name="T9" fmla="*/ 0 h 44"/>
              </a:gdLst>
              <a:ahLst/>
              <a:cxnLst>
                <a:cxn ang="0">
                  <a:pos x="T0" y="T1"/>
                </a:cxn>
                <a:cxn ang="0">
                  <a:pos x="T2" y="T3"/>
                </a:cxn>
                <a:cxn ang="0">
                  <a:pos x="T4" y="T5"/>
                </a:cxn>
                <a:cxn ang="0">
                  <a:pos x="T6" y="T7"/>
                </a:cxn>
                <a:cxn ang="0">
                  <a:pos x="T8" y="T9"/>
                </a:cxn>
              </a:cxnLst>
              <a:rect l="0" t="0" r="r" b="b"/>
              <a:pathLst>
                <a:path w="46" h="44">
                  <a:moveTo>
                    <a:pt x="46" y="0"/>
                  </a:moveTo>
                  <a:lnTo>
                    <a:pt x="46" y="44"/>
                  </a:lnTo>
                  <a:lnTo>
                    <a:pt x="0" y="44"/>
                  </a:lnTo>
                  <a:lnTo>
                    <a:pt x="2" y="0"/>
                  </a:lnTo>
                  <a:lnTo>
                    <a:pt x="46" y="0"/>
                  </a:lnTo>
                  <a:close/>
                </a:path>
              </a:pathLst>
            </a:custGeom>
            <a:solidFill>
              <a:srgbClr val="A640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92" name="Freeform 261"/>
            <p:cNvSpPr>
              <a:spLocks/>
            </p:cNvSpPr>
            <p:nvPr/>
          </p:nvSpPr>
          <p:spPr bwMode="auto">
            <a:xfrm>
              <a:off x="3621088" y="963612"/>
              <a:ext cx="71438" cy="69850"/>
            </a:xfrm>
            <a:custGeom>
              <a:avLst/>
              <a:gdLst>
                <a:gd name="T0" fmla="*/ 45 w 45"/>
                <a:gd name="T1" fmla="*/ 0 h 44"/>
                <a:gd name="T2" fmla="*/ 45 w 45"/>
                <a:gd name="T3" fmla="*/ 44 h 44"/>
                <a:gd name="T4" fmla="*/ 0 w 45"/>
                <a:gd name="T5" fmla="*/ 44 h 44"/>
                <a:gd name="T6" fmla="*/ 1 w 45"/>
                <a:gd name="T7" fmla="*/ 0 h 44"/>
                <a:gd name="T8" fmla="*/ 45 w 45"/>
                <a:gd name="T9" fmla="*/ 0 h 44"/>
              </a:gdLst>
              <a:ahLst/>
              <a:cxnLst>
                <a:cxn ang="0">
                  <a:pos x="T0" y="T1"/>
                </a:cxn>
                <a:cxn ang="0">
                  <a:pos x="T2" y="T3"/>
                </a:cxn>
                <a:cxn ang="0">
                  <a:pos x="T4" y="T5"/>
                </a:cxn>
                <a:cxn ang="0">
                  <a:pos x="T6" y="T7"/>
                </a:cxn>
                <a:cxn ang="0">
                  <a:pos x="T8" y="T9"/>
                </a:cxn>
              </a:cxnLst>
              <a:rect l="0" t="0" r="r" b="b"/>
              <a:pathLst>
                <a:path w="45" h="44">
                  <a:moveTo>
                    <a:pt x="45" y="0"/>
                  </a:moveTo>
                  <a:lnTo>
                    <a:pt x="45" y="44"/>
                  </a:lnTo>
                  <a:lnTo>
                    <a:pt x="0" y="44"/>
                  </a:lnTo>
                  <a:lnTo>
                    <a:pt x="1" y="0"/>
                  </a:lnTo>
                  <a:lnTo>
                    <a:pt x="45" y="0"/>
                  </a:lnTo>
                  <a:close/>
                </a:path>
              </a:pathLst>
            </a:custGeom>
            <a:solidFill>
              <a:srgbClr val="BD00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93" name="Freeform 262"/>
            <p:cNvSpPr>
              <a:spLocks/>
            </p:cNvSpPr>
            <p:nvPr/>
          </p:nvSpPr>
          <p:spPr bwMode="auto">
            <a:xfrm>
              <a:off x="3727450" y="963612"/>
              <a:ext cx="71438" cy="69850"/>
            </a:xfrm>
            <a:custGeom>
              <a:avLst/>
              <a:gdLst>
                <a:gd name="T0" fmla="*/ 45 w 45"/>
                <a:gd name="T1" fmla="*/ 0 h 44"/>
                <a:gd name="T2" fmla="*/ 45 w 45"/>
                <a:gd name="T3" fmla="*/ 44 h 44"/>
                <a:gd name="T4" fmla="*/ 0 w 45"/>
                <a:gd name="T5" fmla="*/ 44 h 44"/>
                <a:gd name="T6" fmla="*/ 1 w 45"/>
                <a:gd name="T7" fmla="*/ 0 h 44"/>
                <a:gd name="T8" fmla="*/ 45 w 45"/>
                <a:gd name="T9" fmla="*/ 0 h 44"/>
              </a:gdLst>
              <a:ahLst/>
              <a:cxnLst>
                <a:cxn ang="0">
                  <a:pos x="T0" y="T1"/>
                </a:cxn>
                <a:cxn ang="0">
                  <a:pos x="T2" y="T3"/>
                </a:cxn>
                <a:cxn ang="0">
                  <a:pos x="T4" y="T5"/>
                </a:cxn>
                <a:cxn ang="0">
                  <a:pos x="T6" y="T7"/>
                </a:cxn>
                <a:cxn ang="0">
                  <a:pos x="T8" y="T9"/>
                </a:cxn>
              </a:cxnLst>
              <a:rect l="0" t="0" r="r" b="b"/>
              <a:pathLst>
                <a:path w="45" h="44">
                  <a:moveTo>
                    <a:pt x="45" y="0"/>
                  </a:moveTo>
                  <a:lnTo>
                    <a:pt x="45" y="44"/>
                  </a:lnTo>
                  <a:lnTo>
                    <a:pt x="0" y="44"/>
                  </a:lnTo>
                  <a:lnTo>
                    <a:pt x="1" y="0"/>
                  </a:lnTo>
                  <a:lnTo>
                    <a:pt x="45" y="0"/>
                  </a:lnTo>
                  <a:close/>
                </a:path>
              </a:pathLst>
            </a:custGeom>
            <a:solidFill>
              <a:srgbClr val="D00E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94" name="Freeform 263"/>
            <p:cNvSpPr>
              <a:spLocks/>
            </p:cNvSpPr>
            <p:nvPr/>
          </p:nvSpPr>
          <p:spPr bwMode="auto">
            <a:xfrm>
              <a:off x="3832225" y="963612"/>
              <a:ext cx="73025" cy="73025"/>
            </a:xfrm>
            <a:custGeom>
              <a:avLst/>
              <a:gdLst>
                <a:gd name="T0" fmla="*/ 46 w 46"/>
                <a:gd name="T1" fmla="*/ 0 h 46"/>
                <a:gd name="T2" fmla="*/ 46 w 46"/>
                <a:gd name="T3" fmla="*/ 46 h 46"/>
                <a:gd name="T4" fmla="*/ 0 w 46"/>
                <a:gd name="T5" fmla="*/ 46 h 46"/>
                <a:gd name="T6" fmla="*/ 2 w 46"/>
                <a:gd name="T7" fmla="*/ 0 h 46"/>
                <a:gd name="T8" fmla="*/ 46 w 46"/>
                <a:gd name="T9" fmla="*/ 0 h 46"/>
              </a:gdLst>
              <a:ahLst/>
              <a:cxnLst>
                <a:cxn ang="0">
                  <a:pos x="T0" y="T1"/>
                </a:cxn>
                <a:cxn ang="0">
                  <a:pos x="T2" y="T3"/>
                </a:cxn>
                <a:cxn ang="0">
                  <a:pos x="T4" y="T5"/>
                </a:cxn>
                <a:cxn ang="0">
                  <a:pos x="T6" y="T7"/>
                </a:cxn>
                <a:cxn ang="0">
                  <a:pos x="T8" y="T9"/>
                </a:cxn>
              </a:cxnLst>
              <a:rect l="0" t="0" r="r" b="b"/>
              <a:pathLst>
                <a:path w="46" h="46">
                  <a:moveTo>
                    <a:pt x="46" y="0"/>
                  </a:moveTo>
                  <a:lnTo>
                    <a:pt x="46" y="46"/>
                  </a:lnTo>
                  <a:lnTo>
                    <a:pt x="0" y="46"/>
                  </a:lnTo>
                  <a:lnTo>
                    <a:pt x="2" y="0"/>
                  </a:lnTo>
                  <a:lnTo>
                    <a:pt x="46" y="0"/>
                  </a:lnTo>
                  <a:close/>
                </a:path>
              </a:pathLst>
            </a:custGeom>
            <a:solidFill>
              <a:srgbClr val="1907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95" name="Rectangle 264"/>
            <p:cNvSpPr>
              <a:spLocks noChangeArrowheads="1"/>
            </p:cNvSpPr>
            <p:nvPr/>
          </p:nvSpPr>
          <p:spPr bwMode="auto">
            <a:xfrm>
              <a:off x="3938588" y="963612"/>
              <a:ext cx="71438" cy="73025"/>
            </a:xfrm>
            <a:prstGeom prst="rect">
              <a:avLst/>
            </a:prstGeom>
            <a:solidFill>
              <a:srgbClr val="5536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96" name="Rectangle 265"/>
            <p:cNvSpPr>
              <a:spLocks noChangeArrowheads="1"/>
            </p:cNvSpPr>
            <p:nvPr/>
          </p:nvSpPr>
          <p:spPr bwMode="auto">
            <a:xfrm>
              <a:off x="4044950" y="963612"/>
              <a:ext cx="71438" cy="73025"/>
            </a:xfrm>
            <a:prstGeom prst="rect">
              <a:avLst/>
            </a:prstGeom>
            <a:solidFill>
              <a:srgbClr val="4626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97" name="Rectangle 266"/>
            <p:cNvSpPr>
              <a:spLocks noChangeArrowheads="1"/>
            </p:cNvSpPr>
            <p:nvPr/>
          </p:nvSpPr>
          <p:spPr bwMode="auto">
            <a:xfrm>
              <a:off x="3411538" y="860425"/>
              <a:ext cx="69850" cy="69850"/>
            </a:xfrm>
            <a:prstGeom prst="rect">
              <a:avLst/>
            </a:prstGeom>
            <a:solidFill>
              <a:srgbClr val="8B2AB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98" name="Rectangle 267"/>
            <p:cNvSpPr>
              <a:spLocks noChangeArrowheads="1"/>
            </p:cNvSpPr>
            <p:nvPr/>
          </p:nvSpPr>
          <p:spPr bwMode="auto">
            <a:xfrm>
              <a:off x="3517900" y="860425"/>
              <a:ext cx="69850" cy="69850"/>
            </a:xfrm>
            <a:prstGeom prst="rect">
              <a:avLst/>
            </a:prstGeom>
            <a:solidFill>
              <a:srgbClr val="C166A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699" name="Freeform 268"/>
            <p:cNvSpPr>
              <a:spLocks/>
            </p:cNvSpPr>
            <p:nvPr/>
          </p:nvSpPr>
          <p:spPr bwMode="auto">
            <a:xfrm>
              <a:off x="3622675" y="860425"/>
              <a:ext cx="69850" cy="71438"/>
            </a:xfrm>
            <a:custGeom>
              <a:avLst/>
              <a:gdLst>
                <a:gd name="T0" fmla="*/ 44 w 44"/>
                <a:gd name="T1" fmla="*/ 0 h 45"/>
                <a:gd name="T2" fmla="*/ 44 w 44"/>
                <a:gd name="T3" fmla="*/ 45 h 45"/>
                <a:gd name="T4" fmla="*/ 0 w 44"/>
                <a:gd name="T5" fmla="*/ 44 h 45"/>
                <a:gd name="T6" fmla="*/ 0 w 44"/>
                <a:gd name="T7" fmla="*/ 0 h 45"/>
                <a:gd name="T8" fmla="*/ 44 w 44"/>
                <a:gd name="T9" fmla="*/ 0 h 45"/>
              </a:gdLst>
              <a:ahLst/>
              <a:cxnLst>
                <a:cxn ang="0">
                  <a:pos x="T0" y="T1"/>
                </a:cxn>
                <a:cxn ang="0">
                  <a:pos x="T2" y="T3"/>
                </a:cxn>
                <a:cxn ang="0">
                  <a:pos x="T4" y="T5"/>
                </a:cxn>
                <a:cxn ang="0">
                  <a:pos x="T6" y="T7"/>
                </a:cxn>
                <a:cxn ang="0">
                  <a:pos x="T8" y="T9"/>
                </a:cxn>
              </a:cxnLst>
              <a:rect l="0" t="0" r="r" b="b"/>
              <a:pathLst>
                <a:path w="44" h="45">
                  <a:moveTo>
                    <a:pt x="44" y="0"/>
                  </a:moveTo>
                  <a:lnTo>
                    <a:pt x="44" y="45"/>
                  </a:lnTo>
                  <a:lnTo>
                    <a:pt x="0" y="44"/>
                  </a:lnTo>
                  <a:lnTo>
                    <a:pt x="0" y="0"/>
                  </a:lnTo>
                  <a:lnTo>
                    <a:pt x="44" y="0"/>
                  </a:lnTo>
                  <a:close/>
                </a:path>
              </a:pathLst>
            </a:custGeom>
            <a:solidFill>
              <a:srgbClr val="F60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00" name="Rectangle 269"/>
            <p:cNvSpPr>
              <a:spLocks noChangeArrowheads="1"/>
            </p:cNvSpPr>
            <p:nvPr/>
          </p:nvSpPr>
          <p:spPr bwMode="auto">
            <a:xfrm>
              <a:off x="3729038" y="860425"/>
              <a:ext cx="69850" cy="71438"/>
            </a:xfrm>
            <a:prstGeom prst="rect">
              <a:avLst/>
            </a:prstGeom>
            <a:solidFill>
              <a:srgbClr val="EA1BA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01" name="Rectangle 270"/>
            <p:cNvSpPr>
              <a:spLocks noChangeArrowheads="1"/>
            </p:cNvSpPr>
            <p:nvPr/>
          </p:nvSpPr>
          <p:spPr bwMode="auto">
            <a:xfrm>
              <a:off x="3835400" y="860425"/>
              <a:ext cx="69850" cy="71438"/>
            </a:xfrm>
            <a:prstGeom prst="rect">
              <a:avLst/>
            </a:prstGeom>
            <a:solidFill>
              <a:srgbClr val="F69ED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02" name="Rectangle 271"/>
            <p:cNvSpPr>
              <a:spLocks noChangeArrowheads="1"/>
            </p:cNvSpPr>
            <p:nvPr/>
          </p:nvSpPr>
          <p:spPr bwMode="auto">
            <a:xfrm>
              <a:off x="3940175" y="860425"/>
              <a:ext cx="69850" cy="71438"/>
            </a:xfrm>
            <a:prstGeom prst="rect">
              <a:avLst/>
            </a:prstGeom>
            <a:solidFill>
              <a:srgbClr val="315EC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03" name="Rectangle 272"/>
            <p:cNvSpPr>
              <a:spLocks noChangeArrowheads="1"/>
            </p:cNvSpPr>
            <p:nvPr/>
          </p:nvSpPr>
          <p:spPr bwMode="auto">
            <a:xfrm>
              <a:off x="4046538" y="860425"/>
              <a:ext cx="69850" cy="71438"/>
            </a:xfrm>
            <a:prstGeom prst="rect">
              <a:avLst/>
            </a:prstGeom>
            <a:solidFill>
              <a:srgbClr val="4A81D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04" name="Freeform 273"/>
            <p:cNvSpPr>
              <a:spLocks/>
            </p:cNvSpPr>
            <p:nvPr/>
          </p:nvSpPr>
          <p:spPr bwMode="auto">
            <a:xfrm>
              <a:off x="3411538" y="757237"/>
              <a:ext cx="69850" cy="71438"/>
            </a:xfrm>
            <a:custGeom>
              <a:avLst/>
              <a:gdLst>
                <a:gd name="T0" fmla="*/ 44 w 44"/>
                <a:gd name="T1" fmla="*/ 0 h 45"/>
                <a:gd name="T2" fmla="*/ 44 w 44"/>
                <a:gd name="T3" fmla="*/ 45 h 45"/>
                <a:gd name="T4" fmla="*/ 0 w 44"/>
                <a:gd name="T5" fmla="*/ 44 h 45"/>
                <a:gd name="T6" fmla="*/ 0 w 44"/>
                <a:gd name="T7" fmla="*/ 0 h 45"/>
                <a:gd name="T8" fmla="*/ 44 w 44"/>
                <a:gd name="T9" fmla="*/ 0 h 45"/>
              </a:gdLst>
              <a:ahLst/>
              <a:cxnLst>
                <a:cxn ang="0">
                  <a:pos x="T0" y="T1"/>
                </a:cxn>
                <a:cxn ang="0">
                  <a:pos x="T2" y="T3"/>
                </a:cxn>
                <a:cxn ang="0">
                  <a:pos x="T4" y="T5"/>
                </a:cxn>
                <a:cxn ang="0">
                  <a:pos x="T6" y="T7"/>
                </a:cxn>
                <a:cxn ang="0">
                  <a:pos x="T8" y="T9"/>
                </a:cxn>
              </a:cxnLst>
              <a:rect l="0" t="0" r="r" b="b"/>
              <a:pathLst>
                <a:path w="44" h="45">
                  <a:moveTo>
                    <a:pt x="44" y="0"/>
                  </a:moveTo>
                  <a:lnTo>
                    <a:pt x="44" y="45"/>
                  </a:lnTo>
                  <a:lnTo>
                    <a:pt x="0" y="44"/>
                  </a:lnTo>
                  <a:lnTo>
                    <a:pt x="0" y="0"/>
                  </a:lnTo>
                  <a:lnTo>
                    <a:pt x="44" y="0"/>
                  </a:lnTo>
                  <a:close/>
                </a:path>
              </a:pathLst>
            </a:custGeom>
            <a:solidFill>
              <a:srgbClr val="0716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05" name="Rectangle 274"/>
            <p:cNvSpPr>
              <a:spLocks noChangeArrowheads="1"/>
            </p:cNvSpPr>
            <p:nvPr/>
          </p:nvSpPr>
          <p:spPr bwMode="auto">
            <a:xfrm>
              <a:off x="3517900" y="757237"/>
              <a:ext cx="69850" cy="71438"/>
            </a:xfrm>
            <a:prstGeom prst="rect">
              <a:avLst/>
            </a:prstGeom>
            <a:solidFill>
              <a:srgbClr val="2A43B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06" name="Rectangle 275"/>
            <p:cNvSpPr>
              <a:spLocks noChangeArrowheads="1"/>
            </p:cNvSpPr>
            <p:nvPr/>
          </p:nvSpPr>
          <p:spPr bwMode="auto">
            <a:xfrm>
              <a:off x="3622675" y="757237"/>
              <a:ext cx="69850" cy="71438"/>
            </a:xfrm>
            <a:prstGeom prst="rect">
              <a:avLst/>
            </a:prstGeom>
            <a:solidFill>
              <a:srgbClr val="3F54A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07" name="Rectangle 276"/>
            <p:cNvSpPr>
              <a:spLocks noChangeArrowheads="1"/>
            </p:cNvSpPr>
            <p:nvPr/>
          </p:nvSpPr>
          <p:spPr bwMode="auto">
            <a:xfrm>
              <a:off x="3729038" y="757237"/>
              <a:ext cx="69850" cy="71438"/>
            </a:xfrm>
            <a:prstGeom prst="rect">
              <a:avLst/>
            </a:prstGeom>
            <a:solidFill>
              <a:srgbClr val="1D25A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08" name="Rectangle 277"/>
            <p:cNvSpPr>
              <a:spLocks noChangeArrowheads="1"/>
            </p:cNvSpPr>
            <p:nvPr/>
          </p:nvSpPr>
          <p:spPr bwMode="auto">
            <a:xfrm>
              <a:off x="3835400" y="757237"/>
              <a:ext cx="69850" cy="71438"/>
            </a:xfrm>
            <a:prstGeom prst="rect">
              <a:avLst/>
            </a:prstGeom>
            <a:solidFill>
              <a:srgbClr val="1D3C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09" name="Rectangle 278"/>
            <p:cNvSpPr>
              <a:spLocks noChangeArrowheads="1"/>
            </p:cNvSpPr>
            <p:nvPr/>
          </p:nvSpPr>
          <p:spPr bwMode="auto">
            <a:xfrm>
              <a:off x="3940175" y="757237"/>
              <a:ext cx="69850" cy="71438"/>
            </a:xfrm>
            <a:prstGeom prst="rect">
              <a:avLst/>
            </a:prstGeom>
            <a:solidFill>
              <a:srgbClr val="2760C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10" name="Rectangle 279"/>
            <p:cNvSpPr>
              <a:spLocks noChangeArrowheads="1"/>
            </p:cNvSpPr>
            <p:nvPr/>
          </p:nvSpPr>
          <p:spPr bwMode="auto">
            <a:xfrm>
              <a:off x="4046538" y="757237"/>
              <a:ext cx="69850" cy="71438"/>
            </a:xfrm>
            <a:prstGeom prst="rect">
              <a:avLst/>
            </a:prstGeom>
            <a:solidFill>
              <a:srgbClr val="3E7DD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11" name="Rectangle 280"/>
            <p:cNvSpPr>
              <a:spLocks noChangeArrowheads="1"/>
            </p:cNvSpPr>
            <p:nvPr/>
          </p:nvSpPr>
          <p:spPr bwMode="auto">
            <a:xfrm>
              <a:off x="3411538" y="652462"/>
              <a:ext cx="69850" cy="71438"/>
            </a:xfrm>
            <a:prstGeom prst="rect">
              <a:avLst/>
            </a:prstGeom>
            <a:solidFill>
              <a:srgbClr val="3F8C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12" name="Rectangle 281"/>
            <p:cNvSpPr>
              <a:spLocks noChangeArrowheads="1"/>
            </p:cNvSpPr>
            <p:nvPr/>
          </p:nvSpPr>
          <p:spPr bwMode="auto">
            <a:xfrm>
              <a:off x="3517900" y="652462"/>
              <a:ext cx="69850" cy="71438"/>
            </a:xfrm>
            <a:prstGeom prst="rect">
              <a:avLst/>
            </a:prstGeom>
            <a:solidFill>
              <a:srgbClr val="4AA3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13" name="Rectangle 282"/>
            <p:cNvSpPr>
              <a:spLocks noChangeArrowheads="1"/>
            </p:cNvSpPr>
            <p:nvPr/>
          </p:nvSpPr>
          <p:spPr bwMode="auto">
            <a:xfrm>
              <a:off x="3622675" y="652462"/>
              <a:ext cx="69850" cy="71438"/>
            </a:xfrm>
            <a:prstGeom prst="rect">
              <a:avLst/>
            </a:prstGeom>
            <a:solidFill>
              <a:srgbClr val="59B85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14" name="Rectangle 283"/>
            <p:cNvSpPr>
              <a:spLocks noChangeArrowheads="1"/>
            </p:cNvSpPr>
            <p:nvPr/>
          </p:nvSpPr>
          <p:spPr bwMode="auto">
            <a:xfrm>
              <a:off x="3729038" y="652462"/>
              <a:ext cx="69850" cy="71438"/>
            </a:xfrm>
            <a:prstGeom prst="rect">
              <a:avLst/>
            </a:prstGeom>
            <a:solidFill>
              <a:srgbClr val="6DC86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15" name="Rectangle 284"/>
            <p:cNvSpPr>
              <a:spLocks noChangeArrowheads="1"/>
            </p:cNvSpPr>
            <p:nvPr/>
          </p:nvSpPr>
          <p:spPr bwMode="auto">
            <a:xfrm>
              <a:off x="3835400" y="652462"/>
              <a:ext cx="69850" cy="71438"/>
            </a:xfrm>
            <a:prstGeom prst="rect">
              <a:avLst/>
            </a:prstGeom>
            <a:solidFill>
              <a:srgbClr val="7CC84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16" name="Freeform 285"/>
            <p:cNvSpPr>
              <a:spLocks/>
            </p:cNvSpPr>
            <p:nvPr/>
          </p:nvSpPr>
          <p:spPr bwMode="auto">
            <a:xfrm>
              <a:off x="3940175" y="652462"/>
              <a:ext cx="69850" cy="71438"/>
            </a:xfrm>
            <a:custGeom>
              <a:avLst/>
              <a:gdLst>
                <a:gd name="T0" fmla="*/ 44 w 44"/>
                <a:gd name="T1" fmla="*/ 1 h 45"/>
                <a:gd name="T2" fmla="*/ 44 w 44"/>
                <a:gd name="T3" fmla="*/ 45 h 45"/>
                <a:gd name="T4" fmla="*/ 0 w 44"/>
                <a:gd name="T5" fmla="*/ 45 h 45"/>
                <a:gd name="T6" fmla="*/ 0 w 44"/>
                <a:gd name="T7" fmla="*/ 0 h 45"/>
                <a:gd name="T8" fmla="*/ 44 w 44"/>
                <a:gd name="T9" fmla="*/ 1 h 45"/>
              </a:gdLst>
              <a:ahLst/>
              <a:cxnLst>
                <a:cxn ang="0">
                  <a:pos x="T0" y="T1"/>
                </a:cxn>
                <a:cxn ang="0">
                  <a:pos x="T2" y="T3"/>
                </a:cxn>
                <a:cxn ang="0">
                  <a:pos x="T4" y="T5"/>
                </a:cxn>
                <a:cxn ang="0">
                  <a:pos x="T6" y="T7"/>
                </a:cxn>
                <a:cxn ang="0">
                  <a:pos x="T8" y="T9"/>
                </a:cxn>
              </a:cxnLst>
              <a:rect l="0" t="0" r="r" b="b"/>
              <a:pathLst>
                <a:path w="44" h="45">
                  <a:moveTo>
                    <a:pt x="44" y="1"/>
                  </a:moveTo>
                  <a:lnTo>
                    <a:pt x="44" y="45"/>
                  </a:lnTo>
                  <a:lnTo>
                    <a:pt x="0" y="45"/>
                  </a:lnTo>
                  <a:lnTo>
                    <a:pt x="0" y="0"/>
                  </a:lnTo>
                  <a:lnTo>
                    <a:pt x="44" y="1"/>
                  </a:lnTo>
                  <a:close/>
                </a:path>
              </a:pathLst>
            </a:custGeom>
            <a:solidFill>
              <a:srgbClr val="ADD9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17" name="Rectangle 286"/>
            <p:cNvSpPr>
              <a:spLocks noChangeArrowheads="1"/>
            </p:cNvSpPr>
            <p:nvPr/>
          </p:nvSpPr>
          <p:spPr bwMode="auto">
            <a:xfrm>
              <a:off x="4046538" y="654050"/>
              <a:ext cx="69850" cy="69850"/>
            </a:xfrm>
            <a:prstGeom prst="rect">
              <a:avLst/>
            </a:prstGeom>
            <a:solidFill>
              <a:srgbClr val="CEE34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18" name="Freeform 287"/>
            <p:cNvSpPr>
              <a:spLocks/>
            </p:cNvSpPr>
            <p:nvPr/>
          </p:nvSpPr>
          <p:spPr bwMode="auto">
            <a:xfrm>
              <a:off x="3451225" y="134937"/>
              <a:ext cx="974725" cy="904875"/>
            </a:xfrm>
            <a:custGeom>
              <a:avLst/>
              <a:gdLst>
                <a:gd name="T0" fmla="*/ 0 w 614"/>
                <a:gd name="T1" fmla="*/ 299 h 570"/>
                <a:gd name="T2" fmla="*/ 192 w 614"/>
                <a:gd name="T3" fmla="*/ 0 h 570"/>
                <a:gd name="T4" fmla="*/ 614 w 614"/>
                <a:gd name="T5" fmla="*/ 271 h 570"/>
                <a:gd name="T6" fmla="*/ 422 w 614"/>
                <a:gd name="T7" fmla="*/ 570 h 570"/>
                <a:gd name="T8" fmla="*/ 0 w 614"/>
                <a:gd name="T9" fmla="*/ 299 h 570"/>
              </a:gdLst>
              <a:ahLst/>
              <a:cxnLst>
                <a:cxn ang="0">
                  <a:pos x="T0" y="T1"/>
                </a:cxn>
                <a:cxn ang="0">
                  <a:pos x="T2" y="T3"/>
                </a:cxn>
                <a:cxn ang="0">
                  <a:pos x="T4" y="T5"/>
                </a:cxn>
                <a:cxn ang="0">
                  <a:pos x="T6" y="T7"/>
                </a:cxn>
                <a:cxn ang="0">
                  <a:pos x="T8" y="T9"/>
                </a:cxn>
              </a:cxnLst>
              <a:rect l="0" t="0" r="r" b="b"/>
              <a:pathLst>
                <a:path w="614" h="570">
                  <a:moveTo>
                    <a:pt x="0" y="299"/>
                  </a:moveTo>
                  <a:lnTo>
                    <a:pt x="192" y="0"/>
                  </a:lnTo>
                  <a:lnTo>
                    <a:pt x="614" y="271"/>
                  </a:lnTo>
                  <a:lnTo>
                    <a:pt x="422" y="570"/>
                  </a:lnTo>
                  <a:lnTo>
                    <a:pt x="0" y="2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19" name="Freeform 288"/>
            <p:cNvSpPr>
              <a:spLocks/>
            </p:cNvSpPr>
            <p:nvPr/>
          </p:nvSpPr>
          <p:spPr bwMode="auto">
            <a:xfrm>
              <a:off x="3451225" y="134937"/>
              <a:ext cx="974725" cy="904875"/>
            </a:xfrm>
            <a:custGeom>
              <a:avLst/>
              <a:gdLst>
                <a:gd name="T0" fmla="*/ 0 w 614"/>
                <a:gd name="T1" fmla="*/ 299 h 570"/>
                <a:gd name="T2" fmla="*/ 192 w 614"/>
                <a:gd name="T3" fmla="*/ 0 h 570"/>
                <a:gd name="T4" fmla="*/ 614 w 614"/>
                <a:gd name="T5" fmla="*/ 271 h 570"/>
                <a:gd name="T6" fmla="*/ 422 w 614"/>
                <a:gd name="T7" fmla="*/ 570 h 570"/>
                <a:gd name="T8" fmla="*/ 0 w 614"/>
                <a:gd name="T9" fmla="*/ 299 h 570"/>
              </a:gdLst>
              <a:ahLst/>
              <a:cxnLst>
                <a:cxn ang="0">
                  <a:pos x="T0" y="T1"/>
                </a:cxn>
                <a:cxn ang="0">
                  <a:pos x="T2" y="T3"/>
                </a:cxn>
                <a:cxn ang="0">
                  <a:pos x="T4" y="T5"/>
                </a:cxn>
                <a:cxn ang="0">
                  <a:pos x="T6" y="T7"/>
                </a:cxn>
                <a:cxn ang="0">
                  <a:pos x="T8" y="T9"/>
                </a:cxn>
              </a:cxnLst>
              <a:rect l="0" t="0" r="r" b="b"/>
              <a:pathLst>
                <a:path w="614" h="570">
                  <a:moveTo>
                    <a:pt x="0" y="299"/>
                  </a:moveTo>
                  <a:lnTo>
                    <a:pt x="192" y="0"/>
                  </a:lnTo>
                  <a:lnTo>
                    <a:pt x="614" y="271"/>
                  </a:lnTo>
                  <a:lnTo>
                    <a:pt x="422" y="570"/>
                  </a:lnTo>
                  <a:lnTo>
                    <a:pt x="0" y="29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20" name="Freeform 289"/>
            <p:cNvSpPr>
              <a:spLocks/>
            </p:cNvSpPr>
            <p:nvPr/>
          </p:nvSpPr>
          <p:spPr bwMode="auto">
            <a:xfrm>
              <a:off x="3917950" y="463550"/>
              <a:ext cx="258763" cy="392113"/>
            </a:xfrm>
            <a:custGeom>
              <a:avLst/>
              <a:gdLst>
                <a:gd name="T0" fmla="*/ 0 w 163"/>
                <a:gd name="T1" fmla="*/ 242 h 247"/>
                <a:gd name="T2" fmla="*/ 156 w 163"/>
                <a:gd name="T3" fmla="*/ 0 h 247"/>
                <a:gd name="T4" fmla="*/ 163 w 163"/>
                <a:gd name="T5" fmla="*/ 6 h 247"/>
                <a:gd name="T6" fmla="*/ 8 w 163"/>
                <a:gd name="T7" fmla="*/ 247 h 247"/>
                <a:gd name="T8" fmla="*/ 0 w 163"/>
                <a:gd name="T9" fmla="*/ 242 h 247"/>
              </a:gdLst>
              <a:ahLst/>
              <a:cxnLst>
                <a:cxn ang="0">
                  <a:pos x="T0" y="T1"/>
                </a:cxn>
                <a:cxn ang="0">
                  <a:pos x="T2" y="T3"/>
                </a:cxn>
                <a:cxn ang="0">
                  <a:pos x="T4" y="T5"/>
                </a:cxn>
                <a:cxn ang="0">
                  <a:pos x="T6" y="T7"/>
                </a:cxn>
                <a:cxn ang="0">
                  <a:pos x="T8" y="T9"/>
                </a:cxn>
              </a:cxnLst>
              <a:rect l="0" t="0" r="r" b="b"/>
              <a:pathLst>
                <a:path w="163" h="247">
                  <a:moveTo>
                    <a:pt x="0" y="242"/>
                  </a:moveTo>
                  <a:lnTo>
                    <a:pt x="156" y="0"/>
                  </a:lnTo>
                  <a:lnTo>
                    <a:pt x="163" y="6"/>
                  </a:lnTo>
                  <a:lnTo>
                    <a:pt x="8" y="247"/>
                  </a:lnTo>
                  <a:lnTo>
                    <a:pt x="0" y="24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21" name="Freeform 290"/>
            <p:cNvSpPr>
              <a:spLocks/>
            </p:cNvSpPr>
            <p:nvPr/>
          </p:nvSpPr>
          <p:spPr bwMode="auto">
            <a:xfrm>
              <a:off x="3938588" y="476250"/>
              <a:ext cx="258763" cy="392113"/>
            </a:xfrm>
            <a:custGeom>
              <a:avLst/>
              <a:gdLst>
                <a:gd name="T0" fmla="*/ 0 w 163"/>
                <a:gd name="T1" fmla="*/ 243 h 247"/>
                <a:gd name="T2" fmla="*/ 155 w 163"/>
                <a:gd name="T3" fmla="*/ 0 h 247"/>
                <a:gd name="T4" fmla="*/ 163 w 163"/>
                <a:gd name="T5" fmla="*/ 6 h 247"/>
                <a:gd name="T6" fmla="*/ 7 w 163"/>
                <a:gd name="T7" fmla="*/ 247 h 247"/>
                <a:gd name="T8" fmla="*/ 0 w 163"/>
                <a:gd name="T9" fmla="*/ 243 h 247"/>
              </a:gdLst>
              <a:ahLst/>
              <a:cxnLst>
                <a:cxn ang="0">
                  <a:pos x="T0" y="T1"/>
                </a:cxn>
                <a:cxn ang="0">
                  <a:pos x="T2" y="T3"/>
                </a:cxn>
                <a:cxn ang="0">
                  <a:pos x="T4" y="T5"/>
                </a:cxn>
                <a:cxn ang="0">
                  <a:pos x="T6" y="T7"/>
                </a:cxn>
                <a:cxn ang="0">
                  <a:pos x="T8" y="T9"/>
                </a:cxn>
              </a:cxnLst>
              <a:rect l="0" t="0" r="r" b="b"/>
              <a:pathLst>
                <a:path w="163" h="247">
                  <a:moveTo>
                    <a:pt x="0" y="243"/>
                  </a:moveTo>
                  <a:lnTo>
                    <a:pt x="155" y="0"/>
                  </a:lnTo>
                  <a:lnTo>
                    <a:pt x="163" y="6"/>
                  </a:lnTo>
                  <a:lnTo>
                    <a:pt x="7" y="247"/>
                  </a:lnTo>
                  <a:lnTo>
                    <a:pt x="0" y="243"/>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22" name="Freeform 291"/>
            <p:cNvSpPr>
              <a:spLocks/>
            </p:cNvSpPr>
            <p:nvPr/>
          </p:nvSpPr>
          <p:spPr bwMode="auto">
            <a:xfrm>
              <a:off x="3959225" y="492125"/>
              <a:ext cx="258763" cy="392113"/>
            </a:xfrm>
            <a:custGeom>
              <a:avLst/>
              <a:gdLst>
                <a:gd name="T0" fmla="*/ 0 w 163"/>
                <a:gd name="T1" fmla="*/ 241 h 247"/>
                <a:gd name="T2" fmla="*/ 155 w 163"/>
                <a:gd name="T3" fmla="*/ 0 h 247"/>
                <a:gd name="T4" fmla="*/ 163 w 163"/>
                <a:gd name="T5" fmla="*/ 4 h 247"/>
                <a:gd name="T6" fmla="*/ 7 w 163"/>
                <a:gd name="T7" fmla="*/ 247 h 247"/>
                <a:gd name="T8" fmla="*/ 0 w 163"/>
                <a:gd name="T9" fmla="*/ 241 h 247"/>
              </a:gdLst>
              <a:ahLst/>
              <a:cxnLst>
                <a:cxn ang="0">
                  <a:pos x="T0" y="T1"/>
                </a:cxn>
                <a:cxn ang="0">
                  <a:pos x="T2" y="T3"/>
                </a:cxn>
                <a:cxn ang="0">
                  <a:pos x="T4" y="T5"/>
                </a:cxn>
                <a:cxn ang="0">
                  <a:pos x="T6" y="T7"/>
                </a:cxn>
                <a:cxn ang="0">
                  <a:pos x="T8" y="T9"/>
                </a:cxn>
              </a:cxnLst>
              <a:rect l="0" t="0" r="r" b="b"/>
              <a:pathLst>
                <a:path w="163" h="247">
                  <a:moveTo>
                    <a:pt x="0" y="241"/>
                  </a:moveTo>
                  <a:lnTo>
                    <a:pt x="155" y="0"/>
                  </a:lnTo>
                  <a:lnTo>
                    <a:pt x="163" y="4"/>
                  </a:lnTo>
                  <a:lnTo>
                    <a:pt x="7" y="247"/>
                  </a:lnTo>
                  <a:lnTo>
                    <a:pt x="0" y="241"/>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23" name="Freeform 292"/>
            <p:cNvSpPr>
              <a:spLocks/>
            </p:cNvSpPr>
            <p:nvPr/>
          </p:nvSpPr>
          <p:spPr bwMode="auto">
            <a:xfrm>
              <a:off x="3978275" y="504825"/>
              <a:ext cx="258763" cy="392113"/>
            </a:xfrm>
            <a:custGeom>
              <a:avLst/>
              <a:gdLst>
                <a:gd name="T0" fmla="*/ 0 w 163"/>
                <a:gd name="T1" fmla="*/ 241 h 247"/>
                <a:gd name="T2" fmla="*/ 157 w 163"/>
                <a:gd name="T3" fmla="*/ 0 h 247"/>
                <a:gd name="T4" fmla="*/ 163 w 163"/>
                <a:gd name="T5" fmla="*/ 4 h 247"/>
                <a:gd name="T6" fmla="*/ 8 w 163"/>
                <a:gd name="T7" fmla="*/ 247 h 247"/>
                <a:gd name="T8" fmla="*/ 0 w 163"/>
                <a:gd name="T9" fmla="*/ 241 h 247"/>
              </a:gdLst>
              <a:ahLst/>
              <a:cxnLst>
                <a:cxn ang="0">
                  <a:pos x="T0" y="T1"/>
                </a:cxn>
                <a:cxn ang="0">
                  <a:pos x="T2" y="T3"/>
                </a:cxn>
                <a:cxn ang="0">
                  <a:pos x="T4" y="T5"/>
                </a:cxn>
                <a:cxn ang="0">
                  <a:pos x="T6" y="T7"/>
                </a:cxn>
                <a:cxn ang="0">
                  <a:pos x="T8" y="T9"/>
                </a:cxn>
              </a:cxnLst>
              <a:rect l="0" t="0" r="r" b="b"/>
              <a:pathLst>
                <a:path w="163" h="247">
                  <a:moveTo>
                    <a:pt x="0" y="241"/>
                  </a:moveTo>
                  <a:lnTo>
                    <a:pt x="157" y="0"/>
                  </a:lnTo>
                  <a:lnTo>
                    <a:pt x="163" y="4"/>
                  </a:lnTo>
                  <a:lnTo>
                    <a:pt x="8" y="247"/>
                  </a:lnTo>
                  <a:lnTo>
                    <a:pt x="0" y="241"/>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24" name="Freeform 293"/>
            <p:cNvSpPr>
              <a:spLocks/>
            </p:cNvSpPr>
            <p:nvPr/>
          </p:nvSpPr>
          <p:spPr bwMode="auto">
            <a:xfrm>
              <a:off x="4000500" y="517525"/>
              <a:ext cx="258763" cy="392113"/>
            </a:xfrm>
            <a:custGeom>
              <a:avLst/>
              <a:gdLst>
                <a:gd name="T0" fmla="*/ 0 w 163"/>
                <a:gd name="T1" fmla="*/ 241 h 247"/>
                <a:gd name="T2" fmla="*/ 156 w 163"/>
                <a:gd name="T3" fmla="*/ 0 h 247"/>
                <a:gd name="T4" fmla="*/ 163 w 163"/>
                <a:gd name="T5" fmla="*/ 5 h 247"/>
                <a:gd name="T6" fmla="*/ 8 w 163"/>
                <a:gd name="T7" fmla="*/ 247 h 247"/>
                <a:gd name="T8" fmla="*/ 0 w 163"/>
                <a:gd name="T9" fmla="*/ 241 h 247"/>
              </a:gdLst>
              <a:ahLst/>
              <a:cxnLst>
                <a:cxn ang="0">
                  <a:pos x="T0" y="T1"/>
                </a:cxn>
                <a:cxn ang="0">
                  <a:pos x="T2" y="T3"/>
                </a:cxn>
                <a:cxn ang="0">
                  <a:pos x="T4" y="T5"/>
                </a:cxn>
                <a:cxn ang="0">
                  <a:pos x="T6" y="T7"/>
                </a:cxn>
                <a:cxn ang="0">
                  <a:pos x="T8" y="T9"/>
                </a:cxn>
              </a:cxnLst>
              <a:rect l="0" t="0" r="r" b="b"/>
              <a:pathLst>
                <a:path w="163" h="247">
                  <a:moveTo>
                    <a:pt x="0" y="241"/>
                  </a:moveTo>
                  <a:lnTo>
                    <a:pt x="156" y="0"/>
                  </a:lnTo>
                  <a:lnTo>
                    <a:pt x="163" y="5"/>
                  </a:lnTo>
                  <a:lnTo>
                    <a:pt x="8" y="247"/>
                  </a:lnTo>
                  <a:lnTo>
                    <a:pt x="0" y="241"/>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25" name="Freeform 294"/>
            <p:cNvSpPr>
              <a:spLocks/>
            </p:cNvSpPr>
            <p:nvPr/>
          </p:nvSpPr>
          <p:spPr bwMode="auto">
            <a:xfrm>
              <a:off x="4021138" y="530225"/>
              <a:ext cx="258763" cy="392113"/>
            </a:xfrm>
            <a:custGeom>
              <a:avLst/>
              <a:gdLst>
                <a:gd name="T0" fmla="*/ 0 w 163"/>
                <a:gd name="T1" fmla="*/ 243 h 247"/>
                <a:gd name="T2" fmla="*/ 155 w 163"/>
                <a:gd name="T3" fmla="*/ 0 h 247"/>
                <a:gd name="T4" fmla="*/ 163 w 163"/>
                <a:gd name="T5" fmla="*/ 5 h 247"/>
                <a:gd name="T6" fmla="*/ 7 w 163"/>
                <a:gd name="T7" fmla="*/ 247 h 247"/>
                <a:gd name="T8" fmla="*/ 0 w 163"/>
                <a:gd name="T9" fmla="*/ 243 h 247"/>
              </a:gdLst>
              <a:ahLst/>
              <a:cxnLst>
                <a:cxn ang="0">
                  <a:pos x="T0" y="T1"/>
                </a:cxn>
                <a:cxn ang="0">
                  <a:pos x="T2" y="T3"/>
                </a:cxn>
                <a:cxn ang="0">
                  <a:pos x="T4" y="T5"/>
                </a:cxn>
                <a:cxn ang="0">
                  <a:pos x="T6" y="T7"/>
                </a:cxn>
                <a:cxn ang="0">
                  <a:pos x="T8" y="T9"/>
                </a:cxn>
              </a:cxnLst>
              <a:rect l="0" t="0" r="r" b="b"/>
              <a:pathLst>
                <a:path w="163" h="247">
                  <a:moveTo>
                    <a:pt x="0" y="243"/>
                  </a:moveTo>
                  <a:lnTo>
                    <a:pt x="155" y="0"/>
                  </a:lnTo>
                  <a:lnTo>
                    <a:pt x="163" y="5"/>
                  </a:lnTo>
                  <a:lnTo>
                    <a:pt x="7" y="247"/>
                  </a:lnTo>
                  <a:lnTo>
                    <a:pt x="0" y="243"/>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26" name="Freeform 295"/>
            <p:cNvSpPr>
              <a:spLocks/>
            </p:cNvSpPr>
            <p:nvPr/>
          </p:nvSpPr>
          <p:spPr bwMode="auto">
            <a:xfrm>
              <a:off x="4041775" y="544512"/>
              <a:ext cx="258763" cy="392113"/>
            </a:xfrm>
            <a:custGeom>
              <a:avLst/>
              <a:gdLst>
                <a:gd name="T0" fmla="*/ 0 w 163"/>
                <a:gd name="T1" fmla="*/ 242 h 247"/>
                <a:gd name="T2" fmla="*/ 155 w 163"/>
                <a:gd name="T3" fmla="*/ 0 h 247"/>
                <a:gd name="T4" fmla="*/ 163 w 163"/>
                <a:gd name="T5" fmla="*/ 4 h 247"/>
                <a:gd name="T6" fmla="*/ 7 w 163"/>
                <a:gd name="T7" fmla="*/ 247 h 247"/>
                <a:gd name="T8" fmla="*/ 0 w 163"/>
                <a:gd name="T9" fmla="*/ 242 h 247"/>
              </a:gdLst>
              <a:ahLst/>
              <a:cxnLst>
                <a:cxn ang="0">
                  <a:pos x="T0" y="T1"/>
                </a:cxn>
                <a:cxn ang="0">
                  <a:pos x="T2" y="T3"/>
                </a:cxn>
                <a:cxn ang="0">
                  <a:pos x="T4" y="T5"/>
                </a:cxn>
                <a:cxn ang="0">
                  <a:pos x="T6" y="T7"/>
                </a:cxn>
                <a:cxn ang="0">
                  <a:pos x="T8" y="T9"/>
                </a:cxn>
              </a:cxnLst>
              <a:rect l="0" t="0" r="r" b="b"/>
              <a:pathLst>
                <a:path w="163" h="247">
                  <a:moveTo>
                    <a:pt x="0" y="242"/>
                  </a:moveTo>
                  <a:lnTo>
                    <a:pt x="155" y="0"/>
                  </a:lnTo>
                  <a:lnTo>
                    <a:pt x="163" y="4"/>
                  </a:lnTo>
                  <a:lnTo>
                    <a:pt x="7" y="247"/>
                  </a:lnTo>
                  <a:lnTo>
                    <a:pt x="0" y="242"/>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27" name="Freeform 296"/>
            <p:cNvSpPr>
              <a:spLocks/>
            </p:cNvSpPr>
            <p:nvPr/>
          </p:nvSpPr>
          <p:spPr bwMode="auto">
            <a:xfrm>
              <a:off x="4062413" y="852487"/>
              <a:ext cx="69850" cy="96838"/>
            </a:xfrm>
            <a:custGeom>
              <a:avLst/>
              <a:gdLst>
                <a:gd name="T0" fmla="*/ 0 w 44"/>
                <a:gd name="T1" fmla="*/ 56 h 61"/>
                <a:gd name="T2" fmla="*/ 36 w 44"/>
                <a:gd name="T3" fmla="*/ 0 h 61"/>
                <a:gd name="T4" fmla="*/ 44 w 44"/>
                <a:gd name="T5" fmla="*/ 5 h 61"/>
                <a:gd name="T6" fmla="*/ 8 w 44"/>
                <a:gd name="T7" fmla="*/ 61 h 61"/>
                <a:gd name="T8" fmla="*/ 0 w 44"/>
                <a:gd name="T9" fmla="*/ 56 h 61"/>
              </a:gdLst>
              <a:ahLst/>
              <a:cxnLst>
                <a:cxn ang="0">
                  <a:pos x="T0" y="T1"/>
                </a:cxn>
                <a:cxn ang="0">
                  <a:pos x="T2" y="T3"/>
                </a:cxn>
                <a:cxn ang="0">
                  <a:pos x="T4" y="T5"/>
                </a:cxn>
                <a:cxn ang="0">
                  <a:pos x="T6" y="T7"/>
                </a:cxn>
                <a:cxn ang="0">
                  <a:pos x="T8" y="T9"/>
                </a:cxn>
              </a:cxnLst>
              <a:rect l="0" t="0" r="r" b="b"/>
              <a:pathLst>
                <a:path w="44" h="61">
                  <a:moveTo>
                    <a:pt x="0" y="56"/>
                  </a:moveTo>
                  <a:lnTo>
                    <a:pt x="36" y="0"/>
                  </a:lnTo>
                  <a:lnTo>
                    <a:pt x="44" y="5"/>
                  </a:lnTo>
                  <a:lnTo>
                    <a:pt x="8" y="61"/>
                  </a:lnTo>
                  <a:lnTo>
                    <a:pt x="0" y="56"/>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28" name="Freeform 297"/>
            <p:cNvSpPr>
              <a:spLocks/>
            </p:cNvSpPr>
            <p:nvPr/>
          </p:nvSpPr>
          <p:spPr bwMode="auto">
            <a:xfrm>
              <a:off x="3759200" y="314325"/>
              <a:ext cx="223838" cy="223838"/>
            </a:xfrm>
            <a:custGeom>
              <a:avLst/>
              <a:gdLst>
                <a:gd name="T0" fmla="*/ 100 w 106"/>
                <a:gd name="T1" fmla="*/ 43 h 106"/>
                <a:gd name="T2" fmla="*/ 43 w 106"/>
                <a:gd name="T3" fmla="*/ 6 h 106"/>
                <a:gd name="T4" fmla="*/ 6 w 106"/>
                <a:gd name="T5" fmla="*/ 64 h 106"/>
                <a:gd name="T6" fmla="*/ 64 w 106"/>
                <a:gd name="T7" fmla="*/ 100 h 106"/>
                <a:gd name="T8" fmla="*/ 100 w 106"/>
                <a:gd name="T9" fmla="*/ 43 h 106"/>
              </a:gdLst>
              <a:ahLst/>
              <a:cxnLst>
                <a:cxn ang="0">
                  <a:pos x="T0" y="T1"/>
                </a:cxn>
                <a:cxn ang="0">
                  <a:pos x="T2" y="T3"/>
                </a:cxn>
                <a:cxn ang="0">
                  <a:pos x="T4" y="T5"/>
                </a:cxn>
                <a:cxn ang="0">
                  <a:pos x="T6" y="T7"/>
                </a:cxn>
                <a:cxn ang="0">
                  <a:pos x="T8" y="T9"/>
                </a:cxn>
              </a:cxnLst>
              <a:rect l="0" t="0" r="r" b="b"/>
              <a:pathLst>
                <a:path w="106" h="106">
                  <a:moveTo>
                    <a:pt x="100" y="43"/>
                  </a:moveTo>
                  <a:cubicBezTo>
                    <a:pt x="95" y="17"/>
                    <a:pt x="69" y="0"/>
                    <a:pt x="43" y="6"/>
                  </a:cubicBezTo>
                  <a:cubicBezTo>
                    <a:pt x="17" y="12"/>
                    <a:pt x="0" y="38"/>
                    <a:pt x="6" y="64"/>
                  </a:cubicBezTo>
                  <a:cubicBezTo>
                    <a:pt x="12" y="90"/>
                    <a:pt x="38" y="106"/>
                    <a:pt x="64" y="100"/>
                  </a:cubicBezTo>
                  <a:cubicBezTo>
                    <a:pt x="90" y="95"/>
                    <a:pt x="106" y="69"/>
                    <a:pt x="100" y="43"/>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29" name="Freeform 298"/>
            <p:cNvSpPr>
              <a:spLocks/>
            </p:cNvSpPr>
            <p:nvPr/>
          </p:nvSpPr>
          <p:spPr bwMode="auto">
            <a:xfrm>
              <a:off x="3652838" y="412750"/>
              <a:ext cx="223838" cy="225425"/>
            </a:xfrm>
            <a:custGeom>
              <a:avLst/>
              <a:gdLst>
                <a:gd name="T0" fmla="*/ 100 w 106"/>
                <a:gd name="T1" fmla="*/ 43 h 106"/>
                <a:gd name="T2" fmla="*/ 43 w 106"/>
                <a:gd name="T3" fmla="*/ 6 h 106"/>
                <a:gd name="T4" fmla="*/ 6 w 106"/>
                <a:gd name="T5" fmla="*/ 64 h 106"/>
                <a:gd name="T6" fmla="*/ 64 w 106"/>
                <a:gd name="T7" fmla="*/ 101 h 106"/>
                <a:gd name="T8" fmla="*/ 100 w 106"/>
                <a:gd name="T9" fmla="*/ 43 h 106"/>
              </a:gdLst>
              <a:ahLst/>
              <a:cxnLst>
                <a:cxn ang="0">
                  <a:pos x="T0" y="T1"/>
                </a:cxn>
                <a:cxn ang="0">
                  <a:pos x="T2" y="T3"/>
                </a:cxn>
                <a:cxn ang="0">
                  <a:pos x="T4" y="T5"/>
                </a:cxn>
                <a:cxn ang="0">
                  <a:pos x="T6" y="T7"/>
                </a:cxn>
                <a:cxn ang="0">
                  <a:pos x="T8" y="T9"/>
                </a:cxn>
              </a:cxnLst>
              <a:rect l="0" t="0" r="r" b="b"/>
              <a:pathLst>
                <a:path w="106" h="106">
                  <a:moveTo>
                    <a:pt x="100" y="43"/>
                  </a:moveTo>
                  <a:cubicBezTo>
                    <a:pt x="95" y="17"/>
                    <a:pt x="69" y="0"/>
                    <a:pt x="43" y="6"/>
                  </a:cubicBezTo>
                  <a:cubicBezTo>
                    <a:pt x="17" y="12"/>
                    <a:pt x="0" y="38"/>
                    <a:pt x="6" y="64"/>
                  </a:cubicBezTo>
                  <a:cubicBezTo>
                    <a:pt x="12" y="90"/>
                    <a:pt x="38" y="106"/>
                    <a:pt x="64" y="101"/>
                  </a:cubicBezTo>
                  <a:cubicBezTo>
                    <a:pt x="90" y="95"/>
                    <a:pt x="106" y="69"/>
                    <a:pt x="100" y="43"/>
                  </a:cubicBezTo>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30" name="Freeform 299"/>
            <p:cNvSpPr>
              <a:spLocks/>
            </p:cNvSpPr>
            <p:nvPr/>
          </p:nvSpPr>
          <p:spPr bwMode="auto">
            <a:xfrm>
              <a:off x="3768725" y="423862"/>
              <a:ext cx="76200" cy="76200"/>
            </a:xfrm>
            <a:custGeom>
              <a:avLst/>
              <a:gdLst>
                <a:gd name="T0" fmla="*/ 0 w 36"/>
                <a:gd name="T1" fmla="*/ 0 h 36"/>
                <a:gd name="T2" fmla="*/ 1 w 36"/>
                <a:gd name="T3" fmla="*/ 12 h 36"/>
                <a:gd name="T4" fmla="*/ 14 w 36"/>
                <a:gd name="T5" fmla="*/ 36 h 36"/>
                <a:gd name="T6" fmla="*/ 36 w 36"/>
                <a:gd name="T7" fmla="*/ 19 h 36"/>
                <a:gd name="T8" fmla="*/ 0 w 36"/>
                <a:gd name="T9" fmla="*/ 0 h 36"/>
              </a:gdLst>
              <a:ahLst/>
              <a:cxnLst>
                <a:cxn ang="0">
                  <a:pos x="T0" y="T1"/>
                </a:cxn>
                <a:cxn ang="0">
                  <a:pos x="T2" y="T3"/>
                </a:cxn>
                <a:cxn ang="0">
                  <a:pos x="T4" y="T5"/>
                </a:cxn>
                <a:cxn ang="0">
                  <a:pos x="T6" y="T7"/>
                </a:cxn>
                <a:cxn ang="0">
                  <a:pos x="T8" y="T9"/>
                </a:cxn>
              </a:cxnLst>
              <a:rect l="0" t="0" r="r" b="b"/>
              <a:pathLst>
                <a:path w="36" h="36">
                  <a:moveTo>
                    <a:pt x="0" y="0"/>
                  </a:moveTo>
                  <a:cubicBezTo>
                    <a:pt x="0" y="4"/>
                    <a:pt x="0" y="8"/>
                    <a:pt x="1" y="12"/>
                  </a:cubicBezTo>
                  <a:cubicBezTo>
                    <a:pt x="3" y="21"/>
                    <a:pt x="8" y="29"/>
                    <a:pt x="14" y="36"/>
                  </a:cubicBezTo>
                  <a:cubicBezTo>
                    <a:pt x="20" y="28"/>
                    <a:pt x="27" y="22"/>
                    <a:pt x="36" y="19"/>
                  </a:cubicBezTo>
                  <a:cubicBezTo>
                    <a:pt x="28" y="8"/>
                    <a:pt x="14" y="1"/>
                    <a:pt x="0" y="0"/>
                  </a:cubicBezTo>
                </a:path>
              </a:pathLst>
            </a:custGeom>
            <a:solidFill>
              <a:srgbClr val="E02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31" name="Freeform 300"/>
            <p:cNvSpPr>
              <a:spLocks/>
            </p:cNvSpPr>
            <p:nvPr/>
          </p:nvSpPr>
          <p:spPr bwMode="auto">
            <a:xfrm>
              <a:off x="3771900" y="447675"/>
              <a:ext cx="223838" cy="223838"/>
            </a:xfrm>
            <a:custGeom>
              <a:avLst/>
              <a:gdLst>
                <a:gd name="T0" fmla="*/ 100 w 106"/>
                <a:gd name="T1" fmla="*/ 42 h 106"/>
                <a:gd name="T2" fmla="*/ 42 w 106"/>
                <a:gd name="T3" fmla="*/ 6 h 106"/>
                <a:gd name="T4" fmla="*/ 6 w 106"/>
                <a:gd name="T5" fmla="*/ 63 h 106"/>
                <a:gd name="T6" fmla="*/ 63 w 106"/>
                <a:gd name="T7" fmla="*/ 100 h 106"/>
                <a:gd name="T8" fmla="*/ 100 w 106"/>
                <a:gd name="T9" fmla="*/ 42 h 106"/>
              </a:gdLst>
              <a:ahLst/>
              <a:cxnLst>
                <a:cxn ang="0">
                  <a:pos x="T0" y="T1"/>
                </a:cxn>
                <a:cxn ang="0">
                  <a:pos x="T2" y="T3"/>
                </a:cxn>
                <a:cxn ang="0">
                  <a:pos x="T4" y="T5"/>
                </a:cxn>
                <a:cxn ang="0">
                  <a:pos x="T6" y="T7"/>
                </a:cxn>
                <a:cxn ang="0">
                  <a:pos x="T8" y="T9"/>
                </a:cxn>
              </a:cxnLst>
              <a:rect l="0" t="0" r="r" b="b"/>
              <a:pathLst>
                <a:path w="106" h="106">
                  <a:moveTo>
                    <a:pt x="100" y="42"/>
                  </a:moveTo>
                  <a:cubicBezTo>
                    <a:pt x="94" y="16"/>
                    <a:pt x="68" y="0"/>
                    <a:pt x="42" y="6"/>
                  </a:cubicBezTo>
                  <a:cubicBezTo>
                    <a:pt x="16" y="11"/>
                    <a:pt x="0" y="37"/>
                    <a:pt x="6" y="63"/>
                  </a:cubicBezTo>
                  <a:cubicBezTo>
                    <a:pt x="11" y="89"/>
                    <a:pt x="37" y="106"/>
                    <a:pt x="63" y="100"/>
                  </a:cubicBezTo>
                  <a:cubicBezTo>
                    <a:pt x="89" y="94"/>
                    <a:pt x="106" y="68"/>
                    <a:pt x="100" y="42"/>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32" name="Freeform 301"/>
            <p:cNvSpPr>
              <a:spLocks/>
            </p:cNvSpPr>
            <p:nvPr/>
          </p:nvSpPr>
          <p:spPr bwMode="auto">
            <a:xfrm>
              <a:off x="3784600" y="581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8F2C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33" name="Freeform 302"/>
            <p:cNvSpPr>
              <a:spLocks/>
            </p:cNvSpPr>
            <p:nvPr/>
          </p:nvSpPr>
          <p:spPr bwMode="auto">
            <a:xfrm>
              <a:off x="3775075" y="485775"/>
              <a:ext cx="92075" cy="134938"/>
            </a:xfrm>
            <a:custGeom>
              <a:avLst/>
              <a:gdLst>
                <a:gd name="T0" fmla="*/ 17 w 43"/>
                <a:gd name="T1" fmla="*/ 0 h 64"/>
                <a:gd name="T2" fmla="*/ 4 w 43"/>
                <a:gd name="T3" fmla="*/ 45 h 64"/>
                <a:gd name="T4" fmla="*/ 4 w 43"/>
                <a:gd name="T5" fmla="*/ 45 h 64"/>
                <a:gd name="T6" fmla="*/ 4 w 43"/>
                <a:gd name="T7" fmla="*/ 45 h 64"/>
                <a:gd name="T8" fmla="*/ 13 w 43"/>
                <a:gd name="T9" fmla="*/ 64 h 64"/>
                <a:gd name="T10" fmla="*/ 43 w 43"/>
                <a:gd name="T11" fmla="*/ 21 h 64"/>
                <a:gd name="T12" fmla="*/ 11 w 43"/>
                <a:gd name="T13" fmla="*/ 7 h 64"/>
                <a:gd name="T14" fmla="*/ 17 w 43"/>
                <a:gd name="T15" fmla="*/ 0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64">
                  <a:moveTo>
                    <a:pt x="17" y="0"/>
                  </a:moveTo>
                  <a:cubicBezTo>
                    <a:pt x="5" y="12"/>
                    <a:pt x="0" y="28"/>
                    <a:pt x="4" y="45"/>
                  </a:cubicBezTo>
                  <a:cubicBezTo>
                    <a:pt x="4" y="45"/>
                    <a:pt x="4" y="45"/>
                    <a:pt x="4" y="45"/>
                  </a:cubicBezTo>
                  <a:cubicBezTo>
                    <a:pt x="4" y="45"/>
                    <a:pt x="4" y="45"/>
                    <a:pt x="4" y="45"/>
                  </a:cubicBezTo>
                  <a:cubicBezTo>
                    <a:pt x="5" y="52"/>
                    <a:pt x="8" y="59"/>
                    <a:pt x="13" y="64"/>
                  </a:cubicBezTo>
                  <a:cubicBezTo>
                    <a:pt x="31" y="57"/>
                    <a:pt x="43" y="40"/>
                    <a:pt x="43" y="21"/>
                  </a:cubicBezTo>
                  <a:cubicBezTo>
                    <a:pt x="31" y="20"/>
                    <a:pt x="20" y="15"/>
                    <a:pt x="11" y="7"/>
                  </a:cubicBezTo>
                  <a:cubicBezTo>
                    <a:pt x="13" y="4"/>
                    <a:pt x="15" y="2"/>
                    <a:pt x="17" y="0"/>
                  </a:cubicBezTo>
                </a:path>
              </a:pathLst>
            </a:custGeom>
            <a:solidFill>
              <a:srgbClr val="5352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34" name="Freeform 303"/>
            <p:cNvSpPr>
              <a:spLocks noEditPoints="1"/>
            </p:cNvSpPr>
            <p:nvPr/>
          </p:nvSpPr>
          <p:spPr bwMode="auto">
            <a:xfrm>
              <a:off x="3856038" y="455612"/>
              <a:ext cx="26988" cy="4763"/>
            </a:xfrm>
            <a:custGeom>
              <a:avLst/>
              <a:gdLst>
                <a:gd name="T0" fmla="*/ 0 w 13"/>
                <a:gd name="T1" fmla="*/ 2 h 2"/>
                <a:gd name="T2" fmla="*/ 0 w 13"/>
                <a:gd name="T3" fmla="*/ 2 h 2"/>
                <a:gd name="T4" fmla="*/ 0 w 13"/>
                <a:gd name="T5" fmla="*/ 2 h 2"/>
                <a:gd name="T6" fmla="*/ 13 w 13"/>
                <a:gd name="T7" fmla="*/ 0 h 2"/>
                <a:gd name="T8" fmla="*/ 2 w 13"/>
                <a:gd name="T9" fmla="*/ 2 h 2"/>
                <a:gd name="T10" fmla="*/ 0 w 13"/>
                <a:gd name="T11" fmla="*/ 2 h 2"/>
                <a:gd name="T12" fmla="*/ 2 w 13"/>
                <a:gd name="T13" fmla="*/ 2 h 2"/>
                <a:gd name="T14" fmla="*/ 13 w 13"/>
                <a:gd name="T15" fmla="*/ 0 h 2"/>
                <a:gd name="T16" fmla="*/ 13 w 1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
                  <a:moveTo>
                    <a:pt x="0" y="2"/>
                  </a:moveTo>
                  <a:cubicBezTo>
                    <a:pt x="0" y="2"/>
                    <a:pt x="0" y="2"/>
                    <a:pt x="0" y="2"/>
                  </a:cubicBezTo>
                  <a:cubicBezTo>
                    <a:pt x="0" y="2"/>
                    <a:pt x="0" y="2"/>
                    <a:pt x="0" y="2"/>
                  </a:cubicBezTo>
                  <a:moveTo>
                    <a:pt x="13" y="0"/>
                  </a:moveTo>
                  <a:cubicBezTo>
                    <a:pt x="9" y="0"/>
                    <a:pt x="6" y="1"/>
                    <a:pt x="2" y="2"/>
                  </a:cubicBezTo>
                  <a:cubicBezTo>
                    <a:pt x="2" y="2"/>
                    <a:pt x="1" y="2"/>
                    <a:pt x="0" y="2"/>
                  </a:cubicBezTo>
                  <a:cubicBezTo>
                    <a:pt x="1" y="2"/>
                    <a:pt x="2" y="2"/>
                    <a:pt x="2" y="2"/>
                  </a:cubicBezTo>
                  <a:cubicBezTo>
                    <a:pt x="6" y="1"/>
                    <a:pt x="9" y="0"/>
                    <a:pt x="13" y="0"/>
                  </a:cubicBezTo>
                  <a:cubicBezTo>
                    <a:pt x="13" y="0"/>
                    <a:pt x="13" y="0"/>
                    <a:pt x="13" y="0"/>
                  </a:cubicBezTo>
                </a:path>
              </a:pathLst>
            </a:custGeom>
            <a:solidFill>
              <a:srgbClr val="258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35" name="Freeform 304"/>
            <p:cNvSpPr>
              <a:spLocks/>
            </p:cNvSpPr>
            <p:nvPr/>
          </p:nvSpPr>
          <p:spPr bwMode="auto">
            <a:xfrm>
              <a:off x="3811588" y="455612"/>
              <a:ext cx="144463" cy="74613"/>
            </a:xfrm>
            <a:custGeom>
              <a:avLst/>
              <a:gdLst>
                <a:gd name="T0" fmla="*/ 34 w 68"/>
                <a:gd name="T1" fmla="*/ 0 h 35"/>
                <a:gd name="T2" fmla="*/ 23 w 68"/>
                <a:gd name="T3" fmla="*/ 2 h 35"/>
                <a:gd name="T4" fmla="*/ 21 w 68"/>
                <a:gd name="T5" fmla="*/ 2 h 35"/>
                <a:gd name="T6" fmla="*/ 21 w 68"/>
                <a:gd name="T7" fmla="*/ 2 h 35"/>
                <a:gd name="T8" fmla="*/ 21 w 68"/>
                <a:gd name="T9" fmla="*/ 2 h 35"/>
                <a:gd name="T10" fmla="*/ 0 w 68"/>
                <a:gd name="T11" fmla="*/ 14 h 35"/>
                <a:gd name="T12" fmla="*/ 16 w 68"/>
                <a:gd name="T13" fmla="*/ 4 h 35"/>
                <a:gd name="T14" fmla="*/ 25 w 68"/>
                <a:gd name="T15" fmla="*/ 23 h 35"/>
                <a:gd name="T16" fmla="*/ 26 w 68"/>
                <a:gd name="T17" fmla="*/ 35 h 35"/>
                <a:gd name="T18" fmla="*/ 28 w 68"/>
                <a:gd name="T19" fmla="*/ 35 h 35"/>
                <a:gd name="T20" fmla="*/ 39 w 68"/>
                <a:gd name="T21" fmla="*/ 33 h 35"/>
                <a:gd name="T22" fmla="*/ 68 w 68"/>
                <a:gd name="T23" fmla="*/ 14 h 35"/>
                <a:gd name="T24" fmla="*/ 34 w 68"/>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35">
                  <a:moveTo>
                    <a:pt x="34" y="0"/>
                  </a:moveTo>
                  <a:cubicBezTo>
                    <a:pt x="30" y="0"/>
                    <a:pt x="27" y="1"/>
                    <a:pt x="23" y="2"/>
                  </a:cubicBezTo>
                  <a:cubicBezTo>
                    <a:pt x="23" y="2"/>
                    <a:pt x="22" y="2"/>
                    <a:pt x="21" y="2"/>
                  </a:cubicBezTo>
                  <a:cubicBezTo>
                    <a:pt x="21" y="2"/>
                    <a:pt x="21" y="2"/>
                    <a:pt x="21" y="2"/>
                  </a:cubicBezTo>
                  <a:cubicBezTo>
                    <a:pt x="21" y="2"/>
                    <a:pt x="21" y="2"/>
                    <a:pt x="21" y="2"/>
                  </a:cubicBezTo>
                  <a:cubicBezTo>
                    <a:pt x="13" y="4"/>
                    <a:pt x="6" y="9"/>
                    <a:pt x="0" y="14"/>
                  </a:cubicBezTo>
                  <a:cubicBezTo>
                    <a:pt x="4" y="10"/>
                    <a:pt x="10" y="6"/>
                    <a:pt x="16" y="4"/>
                  </a:cubicBezTo>
                  <a:cubicBezTo>
                    <a:pt x="21" y="9"/>
                    <a:pt x="24" y="16"/>
                    <a:pt x="25" y="23"/>
                  </a:cubicBezTo>
                  <a:cubicBezTo>
                    <a:pt x="26" y="27"/>
                    <a:pt x="27" y="31"/>
                    <a:pt x="26" y="35"/>
                  </a:cubicBezTo>
                  <a:cubicBezTo>
                    <a:pt x="27" y="35"/>
                    <a:pt x="28" y="35"/>
                    <a:pt x="28" y="35"/>
                  </a:cubicBezTo>
                  <a:cubicBezTo>
                    <a:pt x="32" y="35"/>
                    <a:pt x="35" y="34"/>
                    <a:pt x="39" y="33"/>
                  </a:cubicBezTo>
                  <a:cubicBezTo>
                    <a:pt x="51" y="31"/>
                    <a:pt x="61" y="24"/>
                    <a:pt x="68" y="14"/>
                  </a:cubicBezTo>
                  <a:cubicBezTo>
                    <a:pt x="59" y="6"/>
                    <a:pt x="47" y="0"/>
                    <a:pt x="34" y="0"/>
                  </a:cubicBezTo>
                </a:path>
              </a:pathLst>
            </a:custGeom>
            <a:solidFill>
              <a:srgbClr val="1F85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36" name="Freeform 305"/>
            <p:cNvSpPr>
              <a:spLocks/>
            </p:cNvSpPr>
            <p:nvPr/>
          </p:nvSpPr>
          <p:spPr bwMode="auto">
            <a:xfrm>
              <a:off x="3798888" y="463550"/>
              <a:ext cx="69850" cy="66675"/>
            </a:xfrm>
            <a:custGeom>
              <a:avLst/>
              <a:gdLst>
                <a:gd name="T0" fmla="*/ 22 w 33"/>
                <a:gd name="T1" fmla="*/ 0 h 31"/>
                <a:gd name="T2" fmla="*/ 6 w 33"/>
                <a:gd name="T3" fmla="*/ 10 h 31"/>
                <a:gd name="T4" fmla="*/ 0 w 33"/>
                <a:gd name="T5" fmla="*/ 17 h 31"/>
                <a:gd name="T6" fmla="*/ 32 w 33"/>
                <a:gd name="T7" fmla="*/ 31 h 31"/>
                <a:gd name="T8" fmla="*/ 31 w 33"/>
                <a:gd name="T9" fmla="*/ 19 h 31"/>
                <a:gd name="T10" fmla="*/ 22 w 33"/>
                <a:gd name="T11" fmla="*/ 0 h 31"/>
              </a:gdLst>
              <a:ahLst/>
              <a:cxnLst>
                <a:cxn ang="0">
                  <a:pos x="T0" y="T1"/>
                </a:cxn>
                <a:cxn ang="0">
                  <a:pos x="T2" y="T3"/>
                </a:cxn>
                <a:cxn ang="0">
                  <a:pos x="T4" y="T5"/>
                </a:cxn>
                <a:cxn ang="0">
                  <a:pos x="T6" y="T7"/>
                </a:cxn>
                <a:cxn ang="0">
                  <a:pos x="T8" y="T9"/>
                </a:cxn>
                <a:cxn ang="0">
                  <a:pos x="T10" y="T11"/>
                </a:cxn>
              </a:cxnLst>
              <a:rect l="0" t="0" r="r" b="b"/>
              <a:pathLst>
                <a:path w="33" h="31">
                  <a:moveTo>
                    <a:pt x="22" y="0"/>
                  </a:moveTo>
                  <a:cubicBezTo>
                    <a:pt x="16" y="2"/>
                    <a:pt x="10" y="6"/>
                    <a:pt x="6" y="10"/>
                  </a:cubicBezTo>
                  <a:cubicBezTo>
                    <a:pt x="4" y="12"/>
                    <a:pt x="2" y="14"/>
                    <a:pt x="0" y="17"/>
                  </a:cubicBezTo>
                  <a:cubicBezTo>
                    <a:pt x="9" y="25"/>
                    <a:pt x="20" y="30"/>
                    <a:pt x="32" y="31"/>
                  </a:cubicBezTo>
                  <a:cubicBezTo>
                    <a:pt x="33" y="27"/>
                    <a:pt x="32" y="23"/>
                    <a:pt x="31" y="19"/>
                  </a:cubicBezTo>
                  <a:cubicBezTo>
                    <a:pt x="30" y="12"/>
                    <a:pt x="27" y="5"/>
                    <a:pt x="22" y="0"/>
                  </a:cubicBezTo>
                </a:path>
              </a:pathLst>
            </a:custGeom>
            <a:solidFill>
              <a:srgbClr val="2C6B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37" name="Freeform 306"/>
            <p:cNvSpPr>
              <a:spLocks/>
            </p:cNvSpPr>
            <p:nvPr/>
          </p:nvSpPr>
          <p:spPr bwMode="auto">
            <a:xfrm>
              <a:off x="1166813" y="2103437"/>
              <a:ext cx="582613" cy="676275"/>
            </a:xfrm>
            <a:custGeom>
              <a:avLst/>
              <a:gdLst>
                <a:gd name="T0" fmla="*/ 273 w 275"/>
                <a:gd name="T1" fmla="*/ 234 h 319"/>
                <a:gd name="T2" fmla="*/ 271 w 275"/>
                <a:gd name="T3" fmla="*/ 244 h 319"/>
                <a:gd name="T4" fmla="*/ 149 w 275"/>
                <a:gd name="T5" fmla="*/ 317 h 319"/>
                <a:gd name="T6" fmla="*/ 140 w 275"/>
                <a:gd name="T7" fmla="*/ 314 h 319"/>
                <a:gd name="T8" fmla="*/ 2 w 275"/>
                <a:gd name="T9" fmla="*/ 84 h 319"/>
                <a:gd name="T10" fmla="*/ 4 w 275"/>
                <a:gd name="T11" fmla="*/ 75 h 319"/>
                <a:gd name="T12" fmla="*/ 126 w 275"/>
                <a:gd name="T13" fmla="*/ 2 h 319"/>
                <a:gd name="T14" fmla="*/ 135 w 275"/>
                <a:gd name="T15" fmla="*/ 4 h 319"/>
                <a:gd name="T16" fmla="*/ 273 w 275"/>
                <a:gd name="T17" fmla="*/ 234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319">
                  <a:moveTo>
                    <a:pt x="273" y="234"/>
                  </a:moveTo>
                  <a:cubicBezTo>
                    <a:pt x="275" y="238"/>
                    <a:pt x="274" y="242"/>
                    <a:pt x="271" y="244"/>
                  </a:cubicBezTo>
                  <a:cubicBezTo>
                    <a:pt x="149" y="317"/>
                    <a:pt x="149" y="317"/>
                    <a:pt x="149" y="317"/>
                  </a:cubicBezTo>
                  <a:cubicBezTo>
                    <a:pt x="146" y="319"/>
                    <a:pt x="142" y="318"/>
                    <a:pt x="140" y="314"/>
                  </a:cubicBezTo>
                  <a:cubicBezTo>
                    <a:pt x="2" y="84"/>
                    <a:pt x="2" y="84"/>
                    <a:pt x="2" y="84"/>
                  </a:cubicBezTo>
                  <a:cubicBezTo>
                    <a:pt x="0" y="81"/>
                    <a:pt x="1" y="77"/>
                    <a:pt x="4" y="75"/>
                  </a:cubicBezTo>
                  <a:cubicBezTo>
                    <a:pt x="126" y="2"/>
                    <a:pt x="126" y="2"/>
                    <a:pt x="126" y="2"/>
                  </a:cubicBezTo>
                  <a:cubicBezTo>
                    <a:pt x="129" y="0"/>
                    <a:pt x="133" y="1"/>
                    <a:pt x="135" y="4"/>
                  </a:cubicBezTo>
                  <a:lnTo>
                    <a:pt x="273" y="2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38" name="Freeform 307"/>
            <p:cNvSpPr>
              <a:spLocks/>
            </p:cNvSpPr>
            <p:nvPr/>
          </p:nvSpPr>
          <p:spPr bwMode="auto">
            <a:xfrm>
              <a:off x="1204913" y="2159000"/>
              <a:ext cx="506413" cy="563563"/>
            </a:xfrm>
            <a:custGeom>
              <a:avLst/>
              <a:gdLst>
                <a:gd name="T0" fmla="*/ 319 w 319"/>
                <a:gd name="T1" fmla="*/ 254 h 355"/>
                <a:gd name="T2" fmla="*/ 153 w 319"/>
                <a:gd name="T3" fmla="*/ 355 h 355"/>
                <a:gd name="T4" fmla="*/ 0 w 319"/>
                <a:gd name="T5" fmla="*/ 100 h 355"/>
                <a:gd name="T6" fmla="*/ 167 w 319"/>
                <a:gd name="T7" fmla="*/ 0 h 355"/>
                <a:gd name="T8" fmla="*/ 319 w 319"/>
                <a:gd name="T9" fmla="*/ 254 h 355"/>
              </a:gdLst>
              <a:ahLst/>
              <a:cxnLst>
                <a:cxn ang="0">
                  <a:pos x="T0" y="T1"/>
                </a:cxn>
                <a:cxn ang="0">
                  <a:pos x="T2" y="T3"/>
                </a:cxn>
                <a:cxn ang="0">
                  <a:pos x="T4" y="T5"/>
                </a:cxn>
                <a:cxn ang="0">
                  <a:pos x="T6" y="T7"/>
                </a:cxn>
                <a:cxn ang="0">
                  <a:pos x="T8" y="T9"/>
                </a:cxn>
              </a:cxnLst>
              <a:rect l="0" t="0" r="r" b="b"/>
              <a:pathLst>
                <a:path w="319" h="355">
                  <a:moveTo>
                    <a:pt x="319" y="254"/>
                  </a:moveTo>
                  <a:lnTo>
                    <a:pt x="153" y="355"/>
                  </a:lnTo>
                  <a:lnTo>
                    <a:pt x="0" y="100"/>
                  </a:lnTo>
                  <a:lnTo>
                    <a:pt x="167" y="0"/>
                  </a:lnTo>
                  <a:lnTo>
                    <a:pt x="319" y="254"/>
                  </a:ln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39" name="Freeform 308"/>
            <p:cNvSpPr>
              <a:spLocks/>
            </p:cNvSpPr>
            <p:nvPr/>
          </p:nvSpPr>
          <p:spPr bwMode="auto">
            <a:xfrm>
              <a:off x="1571625" y="2646362"/>
              <a:ext cx="44450" cy="42863"/>
            </a:xfrm>
            <a:custGeom>
              <a:avLst/>
              <a:gdLst>
                <a:gd name="T0" fmla="*/ 18 w 21"/>
                <a:gd name="T1" fmla="*/ 6 h 20"/>
                <a:gd name="T2" fmla="*/ 6 w 21"/>
                <a:gd name="T3" fmla="*/ 3 h 20"/>
                <a:gd name="T4" fmla="*/ 3 w 21"/>
                <a:gd name="T5" fmla="*/ 15 h 20"/>
                <a:gd name="T6" fmla="*/ 15 w 21"/>
                <a:gd name="T7" fmla="*/ 18 h 20"/>
                <a:gd name="T8" fmla="*/ 18 w 21"/>
                <a:gd name="T9" fmla="*/ 6 h 20"/>
              </a:gdLst>
              <a:ahLst/>
              <a:cxnLst>
                <a:cxn ang="0">
                  <a:pos x="T0" y="T1"/>
                </a:cxn>
                <a:cxn ang="0">
                  <a:pos x="T2" y="T3"/>
                </a:cxn>
                <a:cxn ang="0">
                  <a:pos x="T4" y="T5"/>
                </a:cxn>
                <a:cxn ang="0">
                  <a:pos x="T6" y="T7"/>
                </a:cxn>
                <a:cxn ang="0">
                  <a:pos x="T8" y="T9"/>
                </a:cxn>
              </a:cxnLst>
              <a:rect l="0" t="0" r="r" b="b"/>
              <a:pathLst>
                <a:path w="21" h="20">
                  <a:moveTo>
                    <a:pt x="18" y="6"/>
                  </a:moveTo>
                  <a:cubicBezTo>
                    <a:pt x="16" y="1"/>
                    <a:pt x="10" y="0"/>
                    <a:pt x="6" y="3"/>
                  </a:cubicBezTo>
                  <a:cubicBezTo>
                    <a:pt x="2" y="5"/>
                    <a:pt x="0" y="11"/>
                    <a:pt x="3" y="15"/>
                  </a:cubicBezTo>
                  <a:cubicBezTo>
                    <a:pt x="6" y="19"/>
                    <a:pt x="11" y="20"/>
                    <a:pt x="15" y="18"/>
                  </a:cubicBezTo>
                  <a:cubicBezTo>
                    <a:pt x="20" y="15"/>
                    <a:pt x="21" y="10"/>
                    <a:pt x="18" y="6"/>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40" name="Freeform 309"/>
            <p:cNvSpPr>
              <a:spLocks/>
            </p:cNvSpPr>
            <p:nvPr/>
          </p:nvSpPr>
          <p:spPr bwMode="auto">
            <a:xfrm>
              <a:off x="1311275" y="2201862"/>
              <a:ext cx="19050" cy="19050"/>
            </a:xfrm>
            <a:custGeom>
              <a:avLst/>
              <a:gdLst>
                <a:gd name="T0" fmla="*/ 8 w 9"/>
                <a:gd name="T1" fmla="*/ 3 h 9"/>
                <a:gd name="T2" fmla="*/ 2 w 9"/>
                <a:gd name="T3" fmla="*/ 1 h 9"/>
                <a:gd name="T4" fmla="*/ 1 w 9"/>
                <a:gd name="T5" fmla="*/ 7 h 9"/>
                <a:gd name="T6" fmla="*/ 7 w 9"/>
                <a:gd name="T7" fmla="*/ 8 h 9"/>
                <a:gd name="T8" fmla="*/ 8 w 9"/>
                <a:gd name="T9" fmla="*/ 3 h 9"/>
              </a:gdLst>
              <a:ahLst/>
              <a:cxnLst>
                <a:cxn ang="0">
                  <a:pos x="T0" y="T1"/>
                </a:cxn>
                <a:cxn ang="0">
                  <a:pos x="T2" y="T3"/>
                </a:cxn>
                <a:cxn ang="0">
                  <a:pos x="T4" y="T5"/>
                </a:cxn>
                <a:cxn ang="0">
                  <a:pos x="T6" y="T7"/>
                </a:cxn>
                <a:cxn ang="0">
                  <a:pos x="T8" y="T9"/>
                </a:cxn>
              </a:cxnLst>
              <a:rect l="0" t="0" r="r" b="b"/>
              <a:pathLst>
                <a:path w="9" h="9">
                  <a:moveTo>
                    <a:pt x="8" y="3"/>
                  </a:moveTo>
                  <a:cubicBezTo>
                    <a:pt x="7" y="1"/>
                    <a:pt x="4" y="0"/>
                    <a:pt x="2" y="1"/>
                  </a:cubicBezTo>
                  <a:cubicBezTo>
                    <a:pt x="1" y="2"/>
                    <a:pt x="0" y="5"/>
                    <a:pt x="1" y="7"/>
                  </a:cubicBezTo>
                  <a:cubicBezTo>
                    <a:pt x="2" y="9"/>
                    <a:pt x="5" y="9"/>
                    <a:pt x="7" y="8"/>
                  </a:cubicBezTo>
                  <a:cubicBezTo>
                    <a:pt x="9" y="7"/>
                    <a:pt x="9" y="5"/>
                    <a:pt x="8" y="3"/>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41" name="Freeform 310"/>
            <p:cNvSpPr>
              <a:spLocks/>
            </p:cNvSpPr>
            <p:nvPr/>
          </p:nvSpPr>
          <p:spPr bwMode="auto">
            <a:xfrm>
              <a:off x="1924050" y="930275"/>
              <a:ext cx="639763" cy="417513"/>
            </a:xfrm>
            <a:custGeom>
              <a:avLst/>
              <a:gdLst>
                <a:gd name="T0" fmla="*/ 272 w 302"/>
                <a:gd name="T1" fmla="*/ 0 h 197"/>
                <a:gd name="T2" fmla="*/ 280 w 302"/>
                <a:gd name="T3" fmla="*/ 6 h 197"/>
                <a:gd name="T4" fmla="*/ 302 w 302"/>
                <a:gd name="T5" fmla="*/ 146 h 197"/>
                <a:gd name="T6" fmla="*/ 296 w 302"/>
                <a:gd name="T7" fmla="*/ 154 h 197"/>
                <a:gd name="T8" fmla="*/ 31 w 302"/>
                <a:gd name="T9" fmla="*/ 196 h 197"/>
                <a:gd name="T10" fmla="*/ 23 w 302"/>
                <a:gd name="T11" fmla="*/ 190 h 197"/>
                <a:gd name="T12" fmla="*/ 1 w 302"/>
                <a:gd name="T13" fmla="*/ 50 h 197"/>
                <a:gd name="T14" fmla="*/ 7 w 302"/>
                <a:gd name="T15" fmla="*/ 42 h 197"/>
                <a:gd name="T16" fmla="*/ 272 w 302"/>
                <a:gd name="T17"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2" h="197">
                  <a:moveTo>
                    <a:pt x="272" y="0"/>
                  </a:moveTo>
                  <a:cubicBezTo>
                    <a:pt x="276" y="0"/>
                    <a:pt x="279" y="2"/>
                    <a:pt x="280" y="6"/>
                  </a:cubicBezTo>
                  <a:cubicBezTo>
                    <a:pt x="302" y="146"/>
                    <a:pt x="302" y="146"/>
                    <a:pt x="302" y="146"/>
                  </a:cubicBezTo>
                  <a:cubicBezTo>
                    <a:pt x="302" y="150"/>
                    <a:pt x="300" y="154"/>
                    <a:pt x="296" y="154"/>
                  </a:cubicBezTo>
                  <a:cubicBezTo>
                    <a:pt x="31" y="196"/>
                    <a:pt x="31" y="196"/>
                    <a:pt x="31" y="196"/>
                  </a:cubicBezTo>
                  <a:cubicBezTo>
                    <a:pt x="27" y="197"/>
                    <a:pt x="23" y="194"/>
                    <a:pt x="23" y="190"/>
                  </a:cubicBezTo>
                  <a:cubicBezTo>
                    <a:pt x="1" y="50"/>
                    <a:pt x="1" y="50"/>
                    <a:pt x="1" y="50"/>
                  </a:cubicBezTo>
                  <a:cubicBezTo>
                    <a:pt x="0" y="46"/>
                    <a:pt x="3" y="43"/>
                    <a:pt x="7" y="42"/>
                  </a:cubicBezTo>
                  <a:lnTo>
                    <a:pt x="2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42" name="Freeform 311"/>
            <p:cNvSpPr>
              <a:spLocks/>
            </p:cNvSpPr>
            <p:nvPr/>
          </p:nvSpPr>
          <p:spPr bwMode="auto">
            <a:xfrm>
              <a:off x="1987550" y="949325"/>
              <a:ext cx="512763" cy="379413"/>
            </a:xfrm>
            <a:custGeom>
              <a:avLst/>
              <a:gdLst>
                <a:gd name="T0" fmla="*/ 292 w 323"/>
                <a:gd name="T1" fmla="*/ 0 h 239"/>
                <a:gd name="T2" fmla="*/ 323 w 323"/>
                <a:gd name="T3" fmla="*/ 192 h 239"/>
                <a:gd name="T4" fmla="*/ 31 w 323"/>
                <a:gd name="T5" fmla="*/ 239 h 239"/>
                <a:gd name="T6" fmla="*/ 0 w 323"/>
                <a:gd name="T7" fmla="*/ 45 h 239"/>
                <a:gd name="T8" fmla="*/ 292 w 323"/>
                <a:gd name="T9" fmla="*/ 0 h 239"/>
              </a:gdLst>
              <a:ahLst/>
              <a:cxnLst>
                <a:cxn ang="0">
                  <a:pos x="T0" y="T1"/>
                </a:cxn>
                <a:cxn ang="0">
                  <a:pos x="T2" y="T3"/>
                </a:cxn>
                <a:cxn ang="0">
                  <a:pos x="T4" y="T5"/>
                </a:cxn>
                <a:cxn ang="0">
                  <a:pos x="T6" y="T7"/>
                </a:cxn>
                <a:cxn ang="0">
                  <a:pos x="T8" y="T9"/>
                </a:cxn>
              </a:cxnLst>
              <a:rect l="0" t="0" r="r" b="b"/>
              <a:pathLst>
                <a:path w="323" h="239">
                  <a:moveTo>
                    <a:pt x="292" y="0"/>
                  </a:moveTo>
                  <a:lnTo>
                    <a:pt x="323" y="192"/>
                  </a:lnTo>
                  <a:lnTo>
                    <a:pt x="31" y="239"/>
                  </a:lnTo>
                  <a:lnTo>
                    <a:pt x="0" y="45"/>
                  </a:lnTo>
                  <a:lnTo>
                    <a:pt x="292" y="0"/>
                  </a:ln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43" name="Freeform 312"/>
            <p:cNvSpPr>
              <a:spLocks/>
            </p:cNvSpPr>
            <p:nvPr/>
          </p:nvSpPr>
          <p:spPr bwMode="auto">
            <a:xfrm>
              <a:off x="2486025" y="1076325"/>
              <a:ext cx="39688" cy="39688"/>
            </a:xfrm>
            <a:custGeom>
              <a:avLst/>
              <a:gdLst>
                <a:gd name="T0" fmla="*/ 8 w 19"/>
                <a:gd name="T1" fmla="*/ 1 h 19"/>
                <a:gd name="T2" fmla="*/ 1 w 19"/>
                <a:gd name="T3" fmla="*/ 11 h 19"/>
                <a:gd name="T4" fmla="*/ 11 w 19"/>
                <a:gd name="T5" fmla="*/ 19 h 19"/>
                <a:gd name="T6" fmla="*/ 18 w 19"/>
                <a:gd name="T7" fmla="*/ 8 h 19"/>
                <a:gd name="T8" fmla="*/ 8 w 19"/>
                <a:gd name="T9" fmla="*/ 1 h 19"/>
              </a:gdLst>
              <a:ahLst/>
              <a:cxnLst>
                <a:cxn ang="0">
                  <a:pos x="T0" y="T1"/>
                </a:cxn>
                <a:cxn ang="0">
                  <a:pos x="T2" y="T3"/>
                </a:cxn>
                <a:cxn ang="0">
                  <a:pos x="T4" y="T5"/>
                </a:cxn>
                <a:cxn ang="0">
                  <a:pos x="T6" y="T7"/>
                </a:cxn>
                <a:cxn ang="0">
                  <a:pos x="T8" y="T9"/>
                </a:cxn>
              </a:cxnLst>
              <a:rect l="0" t="0" r="r" b="b"/>
              <a:pathLst>
                <a:path w="19" h="19">
                  <a:moveTo>
                    <a:pt x="8" y="1"/>
                  </a:moveTo>
                  <a:cubicBezTo>
                    <a:pt x="3" y="2"/>
                    <a:pt x="0" y="6"/>
                    <a:pt x="1" y="11"/>
                  </a:cubicBezTo>
                  <a:cubicBezTo>
                    <a:pt x="1" y="16"/>
                    <a:pt x="6" y="19"/>
                    <a:pt x="11" y="19"/>
                  </a:cubicBezTo>
                  <a:cubicBezTo>
                    <a:pt x="16" y="18"/>
                    <a:pt x="19" y="13"/>
                    <a:pt x="18" y="8"/>
                  </a:cubicBezTo>
                  <a:cubicBezTo>
                    <a:pt x="18" y="4"/>
                    <a:pt x="13" y="0"/>
                    <a:pt x="8" y="1"/>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44" name="Freeform 313"/>
            <p:cNvSpPr>
              <a:spLocks/>
            </p:cNvSpPr>
            <p:nvPr/>
          </p:nvSpPr>
          <p:spPr bwMode="auto">
            <a:xfrm>
              <a:off x="1970088" y="1169987"/>
              <a:ext cx="19050" cy="19050"/>
            </a:xfrm>
            <a:custGeom>
              <a:avLst/>
              <a:gdLst>
                <a:gd name="T0" fmla="*/ 4 w 9"/>
                <a:gd name="T1" fmla="*/ 1 h 9"/>
                <a:gd name="T2" fmla="*/ 0 w 9"/>
                <a:gd name="T3" fmla="*/ 5 h 9"/>
                <a:gd name="T4" fmla="*/ 5 w 9"/>
                <a:gd name="T5" fmla="*/ 9 h 9"/>
                <a:gd name="T6" fmla="*/ 8 w 9"/>
                <a:gd name="T7" fmla="*/ 4 h 9"/>
                <a:gd name="T8" fmla="*/ 4 w 9"/>
                <a:gd name="T9" fmla="*/ 1 h 9"/>
              </a:gdLst>
              <a:ahLst/>
              <a:cxnLst>
                <a:cxn ang="0">
                  <a:pos x="T0" y="T1"/>
                </a:cxn>
                <a:cxn ang="0">
                  <a:pos x="T2" y="T3"/>
                </a:cxn>
                <a:cxn ang="0">
                  <a:pos x="T4" y="T5"/>
                </a:cxn>
                <a:cxn ang="0">
                  <a:pos x="T6" y="T7"/>
                </a:cxn>
                <a:cxn ang="0">
                  <a:pos x="T8" y="T9"/>
                </a:cxn>
              </a:cxnLst>
              <a:rect l="0" t="0" r="r" b="b"/>
              <a:pathLst>
                <a:path w="9" h="9">
                  <a:moveTo>
                    <a:pt x="4" y="1"/>
                  </a:moveTo>
                  <a:cubicBezTo>
                    <a:pt x="2" y="1"/>
                    <a:pt x="0" y="3"/>
                    <a:pt x="0" y="5"/>
                  </a:cubicBezTo>
                  <a:cubicBezTo>
                    <a:pt x="1" y="8"/>
                    <a:pt x="3" y="9"/>
                    <a:pt x="5" y="9"/>
                  </a:cubicBezTo>
                  <a:cubicBezTo>
                    <a:pt x="7" y="9"/>
                    <a:pt x="9" y="6"/>
                    <a:pt x="8" y="4"/>
                  </a:cubicBezTo>
                  <a:cubicBezTo>
                    <a:pt x="8" y="2"/>
                    <a:pt x="6" y="0"/>
                    <a:pt x="4" y="1"/>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45" name="Freeform 314"/>
            <p:cNvSpPr>
              <a:spLocks/>
            </p:cNvSpPr>
            <p:nvPr/>
          </p:nvSpPr>
          <p:spPr bwMode="auto">
            <a:xfrm>
              <a:off x="3829050" y="1227137"/>
              <a:ext cx="1146175" cy="898525"/>
            </a:xfrm>
            <a:custGeom>
              <a:avLst/>
              <a:gdLst>
                <a:gd name="T0" fmla="*/ 0 w 541"/>
                <a:gd name="T1" fmla="*/ 27 h 424"/>
                <a:gd name="T2" fmla="*/ 0 w 541"/>
                <a:gd name="T3" fmla="*/ 397 h 424"/>
                <a:gd name="T4" fmla="*/ 27 w 541"/>
                <a:gd name="T5" fmla="*/ 424 h 424"/>
                <a:gd name="T6" fmla="*/ 514 w 541"/>
                <a:gd name="T7" fmla="*/ 424 h 424"/>
                <a:gd name="T8" fmla="*/ 541 w 541"/>
                <a:gd name="T9" fmla="*/ 397 h 424"/>
                <a:gd name="T10" fmla="*/ 541 w 541"/>
                <a:gd name="T11" fmla="*/ 27 h 424"/>
                <a:gd name="T12" fmla="*/ 514 w 541"/>
                <a:gd name="T13" fmla="*/ 0 h 424"/>
                <a:gd name="T14" fmla="*/ 27 w 541"/>
                <a:gd name="T15" fmla="*/ 0 h 424"/>
                <a:gd name="T16" fmla="*/ 0 w 541"/>
                <a:gd name="T17" fmla="*/ 27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1" h="424">
                  <a:moveTo>
                    <a:pt x="0" y="27"/>
                  </a:moveTo>
                  <a:cubicBezTo>
                    <a:pt x="0" y="397"/>
                    <a:pt x="0" y="397"/>
                    <a:pt x="0" y="397"/>
                  </a:cubicBezTo>
                  <a:cubicBezTo>
                    <a:pt x="0" y="412"/>
                    <a:pt x="12" y="424"/>
                    <a:pt x="27" y="424"/>
                  </a:cubicBezTo>
                  <a:cubicBezTo>
                    <a:pt x="514" y="424"/>
                    <a:pt x="514" y="424"/>
                    <a:pt x="514" y="424"/>
                  </a:cubicBezTo>
                  <a:cubicBezTo>
                    <a:pt x="529" y="424"/>
                    <a:pt x="541" y="412"/>
                    <a:pt x="541" y="397"/>
                  </a:cubicBezTo>
                  <a:cubicBezTo>
                    <a:pt x="541" y="27"/>
                    <a:pt x="541" y="27"/>
                    <a:pt x="541" y="27"/>
                  </a:cubicBezTo>
                  <a:cubicBezTo>
                    <a:pt x="541" y="12"/>
                    <a:pt x="529" y="0"/>
                    <a:pt x="514" y="0"/>
                  </a:cubicBezTo>
                  <a:cubicBezTo>
                    <a:pt x="27" y="0"/>
                    <a:pt x="27" y="0"/>
                    <a:pt x="27" y="0"/>
                  </a:cubicBezTo>
                  <a:cubicBezTo>
                    <a:pt x="12" y="0"/>
                    <a:pt x="0" y="12"/>
                    <a:pt x="0" y="27"/>
                  </a:cubicBezTo>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46" name="Freeform 315"/>
            <p:cNvSpPr>
              <a:spLocks/>
            </p:cNvSpPr>
            <p:nvPr/>
          </p:nvSpPr>
          <p:spPr bwMode="auto">
            <a:xfrm>
              <a:off x="3829050" y="1227137"/>
              <a:ext cx="768350" cy="685800"/>
            </a:xfrm>
            <a:custGeom>
              <a:avLst/>
              <a:gdLst>
                <a:gd name="T0" fmla="*/ 363 w 363"/>
                <a:gd name="T1" fmla="*/ 0 h 324"/>
                <a:gd name="T2" fmla="*/ 27 w 363"/>
                <a:gd name="T3" fmla="*/ 0 h 324"/>
                <a:gd name="T4" fmla="*/ 0 w 363"/>
                <a:gd name="T5" fmla="*/ 27 h 324"/>
                <a:gd name="T6" fmla="*/ 0 w 363"/>
                <a:gd name="T7" fmla="*/ 324 h 324"/>
                <a:gd name="T8" fmla="*/ 363 w 363"/>
                <a:gd name="T9" fmla="*/ 0 h 324"/>
              </a:gdLst>
              <a:ahLst/>
              <a:cxnLst>
                <a:cxn ang="0">
                  <a:pos x="T0" y="T1"/>
                </a:cxn>
                <a:cxn ang="0">
                  <a:pos x="T2" y="T3"/>
                </a:cxn>
                <a:cxn ang="0">
                  <a:pos x="T4" y="T5"/>
                </a:cxn>
                <a:cxn ang="0">
                  <a:pos x="T6" y="T7"/>
                </a:cxn>
                <a:cxn ang="0">
                  <a:pos x="T8" y="T9"/>
                </a:cxn>
              </a:cxnLst>
              <a:rect l="0" t="0" r="r" b="b"/>
              <a:pathLst>
                <a:path w="363" h="324">
                  <a:moveTo>
                    <a:pt x="363" y="0"/>
                  </a:moveTo>
                  <a:cubicBezTo>
                    <a:pt x="27" y="0"/>
                    <a:pt x="27" y="0"/>
                    <a:pt x="27" y="0"/>
                  </a:cubicBezTo>
                  <a:cubicBezTo>
                    <a:pt x="12" y="0"/>
                    <a:pt x="0" y="12"/>
                    <a:pt x="0" y="27"/>
                  </a:cubicBezTo>
                  <a:cubicBezTo>
                    <a:pt x="0" y="324"/>
                    <a:pt x="0" y="324"/>
                    <a:pt x="0" y="324"/>
                  </a:cubicBezTo>
                  <a:cubicBezTo>
                    <a:pt x="363" y="0"/>
                    <a:pt x="363" y="0"/>
                    <a:pt x="363" y="0"/>
                  </a:cubicBezTo>
                </a:path>
              </a:pathLst>
            </a:custGeom>
            <a:solidFill>
              <a:srgbClr val="F9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47" name="Oval 316"/>
            <p:cNvSpPr>
              <a:spLocks noChangeArrowheads="1"/>
            </p:cNvSpPr>
            <p:nvPr/>
          </p:nvSpPr>
          <p:spPr bwMode="auto">
            <a:xfrm>
              <a:off x="4899025" y="1652587"/>
              <a:ext cx="46038" cy="46038"/>
            </a:xfrm>
            <a:prstGeom prst="ellipse">
              <a:avLst/>
            </a:prstGeom>
            <a:solidFill>
              <a:srgbClr val="2C46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48" name="Oval 317"/>
            <p:cNvSpPr>
              <a:spLocks noChangeArrowheads="1"/>
            </p:cNvSpPr>
            <p:nvPr/>
          </p:nvSpPr>
          <p:spPr bwMode="auto">
            <a:xfrm>
              <a:off x="3883025" y="1663700"/>
              <a:ext cx="25400" cy="25400"/>
            </a:xfrm>
            <a:prstGeom prst="ellipse">
              <a:avLst/>
            </a:prstGeom>
            <a:solidFill>
              <a:srgbClr val="2C46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49" name="Rectangle 318"/>
            <p:cNvSpPr>
              <a:spLocks noChangeArrowheads="1"/>
            </p:cNvSpPr>
            <p:nvPr/>
          </p:nvSpPr>
          <p:spPr bwMode="auto">
            <a:xfrm>
              <a:off x="3938588" y="1328737"/>
              <a:ext cx="923925" cy="695325"/>
            </a:xfrm>
            <a:prstGeom prst="rect">
              <a:avLst/>
            </a:prstGeom>
            <a:solidFill>
              <a:srgbClr val="003E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50" name="Freeform 319"/>
            <p:cNvSpPr>
              <a:spLocks/>
            </p:cNvSpPr>
            <p:nvPr/>
          </p:nvSpPr>
          <p:spPr bwMode="auto">
            <a:xfrm>
              <a:off x="2185988" y="2703512"/>
              <a:ext cx="2252663" cy="1184275"/>
            </a:xfrm>
            <a:custGeom>
              <a:avLst/>
              <a:gdLst>
                <a:gd name="T0" fmla="*/ 14 w 1063"/>
                <a:gd name="T1" fmla="*/ 221 h 559"/>
                <a:gd name="T2" fmla="*/ 0 w 1063"/>
                <a:gd name="T3" fmla="*/ 324 h 559"/>
                <a:gd name="T4" fmla="*/ 15 w 1063"/>
                <a:gd name="T5" fmla="*/ 408 h 559"/>
                <a:gd name="T6" fmla="*/ 77 w 1063"/>
                <a:gd name="T7" fmla="*/ 466 h 559"/>
                <a:gd name="T8" fmla="*/ 219 w 1063"/>
                <a:gd name="T9" fmla="*/ 511 h 559"/>
                <a:gd name="T10" fmla="*/ 323 w 1063"/>
                <a:gd name="T11" fmla="*/ 551 h 559"/>
                <a:gd name="T12" fmla="*/ 356 w 1063"/>
                <a:gd name="T13" fmla="*/ 559 h 559"/>
                <a:gd name="T14" fmla="*/ 397 w 1063"/>
                <a:gd name="T15" fmla="*/ 546 h 559"/>
                <a:gd name="T16" fmla="*/ 450 w 1063"/>
                <a:gd name="T17" fmla="*/ 489 h 559"/>
                <a:gd name="T18" fmla="*/ 497 w 1063"/>
                <a:gd name="T19" fmla="*/ 405 h 559"/>
                <a:gd name="T20" fmla="*/ 593 w 1063"/>
                <a:gd name="T21" fmla="*/ 240 h 559"/>
                <a:gd name="T22" fmla="*/ 654 w 1063"/>
                <a:gd name="T23" fmla="*/ 172 h 559"/>
                <a:gd name="T24" fmla="*/ 718 w 1063"/>
                <a:gd name="T25" fmla="*/ 143 h 559"/>
                <a:gd name="T26" fmla="*/ 772 w 1063"/>
                <a:gd name="T27" fmla="*/ 120 h 559"/>
                <a:gd name="T28" fmla="*/ 847 w 1063"/>
                <a:gd name="T29" fmla="*/ 47 h 559"/>
                <a:gd name="T30" fmla="*/ 886 w 1063"/>
                <a:gd name="T31" fmla="*/ 17 h 559"/>
                <a:gd name="T32" fmla="*/ 930 w 1063"/>
                <a:gd name="T33" fmla="*/ 4 h 559"/>
                <a:gd name="T34" fmla="*/ 968 w 1063"/>
                <a:gd name="T35" fmla="*/ 13 h 559"/>
                <a:gd name="T36" fmla="*/ 1039 w 1063"/>
                <a:gd name="T37" fmla="*/ 67 h 559"/>
                <a:gd name="T38" fmla="*/ 1059 w 1063"/>
                <a:gd name="T39" fmla="*/ 127 h 559"/>
                <a:gd name="T40" fmla="*/ 1037 w 1063"/>
                <a:gd name="T41" fmla="*/ 199 h 559"/>
                <a:gd name="T42" fmla="*/ 1040 w 1063"/>
                <a:gd name="T43" fmla="*/ 201 h 559"/>
                <a:gd name="T44" fmla="*/ 1063 w 1063"/>
                <a:gd name="T45" fmla="*/ 127 h 559"/>
                <a:gd name="T46" fmla="*/ 1042 w 1063"/>
                <a:gd name="T47" fmla="*/ 64 h 559"/>
                <a:gd name="T48" fmla="*/ 969 w 1063"/>
                <a:gd name="T49" fmla="*/ 9 h 559"/>
                <a:gd name="T50" fmla="*/ 930 w 1063"/>
                <a:gd name="T51" fmla="*/ 0 h 559"/>
                <a:gd name="T52" fmla="*/ 870 w 1063"/>
                <a:gd name="T53" fmla="*/ 22 h 559"/>
                <a:gd name="T54" fmla="*/ 794 w 1063"/>
                <a:gd name="T55" fmla="*/ 95 h 559"/>
                <a:gd name="T56" fmla="*/ 757 w 1063"/>
                <a:gd name="T57" fmla="*/ 126 h 559"/>
                <a:gd name="T58" fmla="*/ 717 w 1063"/>
                <a:gd name="T59" fmla="*/ 139 h 559"/>
                <a:gd name="T60" fmla="*/ 652 w 1063"/>
                <a:gd name="T61" fmla="*/ 169 h 559"/>
                <a:gd name="T62" fmla="*/ 562 w 1063"/>
                <a:gd name="T63" fmla="*/ 280 h 559"/>
                <a:gd name="T64" fmla="*/ 494 w 1063"/>
                <a:gd name="T65" fmla="*/ 404 h 559"/>
                <a:gd name="T66" fmla="*/ 430 w 1063"/>
                <a:gd name="T67" fmla="*/ 509 h 559"/>
                <a:gd name="T68" fmla="*/ 394 w 1063"/>
                <a:gd name="T69" fmla="*/ 543 h 559"/>
                <a:gd name="T70" fmla="*/ 356 w 1063"/>
                <a:gd name="T71" fmla="*/ 555 h 559"/>
                <a:gd name="T72" fmla="*/ 325 w 1063"/>
                <a:gd name="T73" fmla="*/ 547 h 559"/>
                <a:gd name="T74" fmla="*/ 220 w 1063"/>
                <a:gd name="T75" fmla="*/ 507 h 559"/>
                <a:gd name="T76" fmla="*/ 79 w 1063"/>
                <a:gd name="T77" fmla="*/ 462 h 559"/>
                <a:gd name="T78" fmla="*/ 19 w 1063"/>
                <a:gd name="T79" fmla="*/ 406 h 559"/>
                <a:gd name="T80" fmla="*/ 4 w 1063"/>
                <a:gd name="T81" fmla="*/ 324 h 559"/>
                <a:gd name="T82" fmla="*/ 11 w 1063"/>
                <a:gd name="T83" fmla="*/ 253 h 559"/>
                <a:gd name="T84" fmla="*/ 16 w 1063"/>
                <a:gd name="T85" fmla="*/ 230 h 559"/>
                <a:gd name="T86" fmla="*/ 17 w 1063"/>
                <a:gd name="T87" fmla="*/ 224 h 559"/>
                <a:gd name="T88" fmla="*/ 18 w 1063"/>
                <a:gd name="T89" fmla="*/ 222 h 559"/>
                <a:gd name="T90" fmla="*/ 14 w 1063"/>
                <a:gd name="T91" fmla="*/ 221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63" h="559">
                  <a:moveTo>
                    <a:pt x="14" y="221"/>
                  </a:moveTo>
                  <a:cubicBezTo>
                    <a:pt x="14" y="221"/>
                    <a:pt x="0" y="270"/>
                    <a:pt x="0" y="324"/>
                  </a:cubicBezTo>
                  <a:cubicBezTo>
                    <a:pt x="0" y="353"/>
                    <a:pt x="3" y="382"/>
                    <a:pt x="15" y="408"/>
                  </a:cubicBezTo>
                  <a:cubicBezTo>
                    <a:pt x="27" y="434"/>
                    <a:pt x="46" y="455"/>
                    <a:pt x="77" y="466"/>
                  </a:cubicBezTo>
                  <a:cubicBezTo>
                    <a:pt x="138" y="487"/>
                    <a:pt x="181" y="499"/>
                    <a:pt x="219" y="511"/>
                  </a:cubicBezTo>
                  <a:cubicBezTo>
                    <a:pt x="256" y="523"/>
                    <a:pt x="287" y="533"/>
                    <a:pt x="323" y="551"/>
                  </a:cubicBezTo>
                  <a:cubicBezTo>
                    <a:pt x="334" y="557"/>
                    <a:pt x="345" y="559"/>
                    <a:pt x="356" y="559"/>
                  </a:cubicBezTo>
                  <a:cubicBezTo>
                    <a:pt x="370" y="559"/>
                    <a:pt x="384" y="554"/>
                    <a:pt x="397" y="546"/>
                  </a:cubicBezTo>
                  <a:cubicBezTo>
                    <a:pt x="416" y="534"/>
                    <a:pt x="433" y="513"/>
                    <a:pt x="450" y="489"/>
                  </a:cubicBezTo>
                  <a:cubicBezTo>
                    <a:pt x="467" y="464"/>
                    <a:pt x="482" y="435"/>
                    <a:pt x="497" y="405"/>
                  </a:cubicBezTo>
                  <a:cubicBezTo>
                    <a:pt x="521" y="359"/>
                    <a:pt x="555" y="294"/>
                    <a:pt x="593" y="240"/>
                  </a:cubicBezTo>
                  <a:cubicBezTo>
                    <a:pt x="613" y="213"/>
                    <a:pt x="633" y="190"/>
                    <a:pt x="654" y="172"/>
                  </a:cubicBezTo>
                  <a:cubicBezTo>
                    <a:pt x="675" y="155"/>
                    <a:pt x="697" y="144"/>
                    <a:pt x="718" y="143"/>
                  </a:cubicBezTo>
                  <a:cubicBezTo>
                    <a:pt x="737" y="143"/>
                    <a:pt x="755" y="133"/>
                    <a:pt x="772" y="120"/>
                  </a:cubicBezTo>
                  <a:cubicBezTo>
                    <a:pt x="797" y="100"/>
                    <a:pt x="821" y="71"/>
                    <a:pt x="847" y="47"/>
                  </a:cubicBezTo>
                  <a:cubicBezTo>
                    <a:pt x="860" y="35"/>
                    <a:pt x="873" y="24"/>
                    <a:pt x="886" y="17"/>
                  </a:cubicBezTo>
                  <a:cubicBezTo>
                    <a:pt x="900" y="9"/>
                    <a:pt x="915" y="4"/>
                    <a:pt x="930" y="4"/>
                  </a:cubicBezTo>
                  <a:cubicBezTo>
                    <a:pt x="942" y="4"/>
                    <a:pt x="954" y="7"/>
                    <a:pt x="968" y="13"/>
                  </a:cubicBezTo>
                  <a:cubicBezTo>
                    <a:pt x="1001" y="29"/>
                    <a:pt x="1024" y="47"/>
                    <a:pt x="1039" y="67"/>
                  </a:cubicBezTo>
                  <a:cubicBezTo>
                    <a:pt x="1053" y="86"/>
                    <a:pt x="1059" y="107"/>
                    <a:pt x="1059" y="127"/>
                  </a:cubicBezTo>
                  <a:cubicBezTo>
                    <a:pt x="1059" y="152"/>
                    <a:pt x="1051" y="176"/>
                    <a:pt x="1037" y="199"/>
                  </a:cubicBezTo>
                  <a:cubicBezTo>
                    <a:pt x="1040" y="201"/>
                    <a:pt x="1040" y="201"/>
                    <a:pt x="1040" y="201"/>
                  </a:cubicBezTo>
                  <a:cubicBezTo>
                    <a:pt x="1054" y="178"/>
                    <a:pt x="1063" y="153"/>
                    <a:pt x="1063" y="127"/>
                  </a:cubicBezTo>
                  <a:cubicBezTo>
                    <a:pt x="1063" y="106"/>
                    <a:pt x="1057" y="84"/>
                    <a:pt x="1042" y="64"/>
                  </a:cubicBezTo>
                  <a:cubicBezTo>
                    <a:pt x="1027" y="44"/>
                    <a:pt x="1004" y="25"/>
                    <a:pt x="969" y="9"/>
                  </a:cubicBezTo>
                  <a:cubicBezTo>
                    <a:pt x="955" y="3"/>
                    <a:pt x="942" y="0"/>
                    <a:pt x="930" y="0"/>
                  </a:cubicBezTo>
                  <a:cubicBezTo>
                    <a:pt x="908" y="0"/>
                    <a:pt x="889" y="9"/>
                    <a:pt x="870" y="22"/>
                  </a:cubicBezTo>
                  <a:cubicBezTo>
                    <a:pt x="843" y="41"/>
                    <a:pt x="819" y="70"/>
                    <a:pt x="794" y="95"/>
                  </a:cubicBezTo>
                  <a:cubicBezTo>
                    <a:pt x="782" y="107"/>
                    <a:pt x="769" y="118"/>
                    <a:pt x="757" y="126"/>
                  </a:cubicBezTo>
                  <a:cubicBezTo>
                    <a:pt x="744" y="134"/>
                    <a:pt x="731" y="139"/>
                    <a:pt x="717" y="139"/>
                  </a:cubicBezTo>
                  <a:cubicBezTo>
                    <a:pt x="695" y="140"/>
                    <a:pt x="673" y="151"/>
                    <a:pt x="652" y="169"/>
                  </a:cubicBezTo>
                  <a:cubicBezTo>
                    <a:pt x="620" y="196"/>
                    <a:pt x="589" y="237"/>
                    <a:pt x="562" y="280"/>
                  </a:cubicBezTo>
                  <a:cubicBezTo>
                    <a:pt x="535" y="323"/>
                    <a:pt x="511" y="368"/>
                    <a:pt x="494" y="404"/>
                  </a:cubicBezTo>
                  <a:cubicBezTo>
                    <a:pt x="474" y="443"/>
                    <a:pt x="453" y="481"/>
                    <a:pt x="430" y="509"/>
                  </a:cubicBezTo>
                  <a:cubicBezTo>
                    <a:pt x="418" y="523"/>
                    <a:pt x="407" y="535"/>
                    <a:pt x="394" y="543"/>
                  </a:cubicBezTo>
                  <a:cubicBezTo>
                    <a:pt x="382" y="551"/>
                    <a:pt x="369" y="555"/>
                    <a:pt x="356" y="555"/>
                  </a:cubicBezTo>
                  <a:cubicBezTo>
                    <a:pt x="346" y="555"/>
                    <a:pt x="335" y="553"/>
                    <a:pt x="325" y="547"/>
                  </a:cubicBezTo>
                  <a:cubicBezTo>
                    <a:pt x="289" y="529"/>
                    <a:pt x="258" y="519"/>
                    <a:pt x="220" y="507"/>
                  </a:cubicBezTo>
                  <a:cubicBezTo>
                    <a:pt x="182" y="495"/>
                    <a:pt x="139" y="483"/>
                    <a:pt x="79" y="462"/>
                  </a:cubicBezTo>
                  <a:cubicBezTo>
                    <a:pt x="49" y="452"/>
                    <a:pt x="30" y="431"/>
                    <a:pt x="19" y="406"/>
                  </a:cubicBezTo>
                  <a:cubicBezTo>
                    <a:pt x="8" y="382"/>
                    <a:pt x="4" y="352"/>
                    <a:pt x="4" y="324"/>
                  </a:cubicBezTo>
                  <a:cubicBezTo>
                    <a:pt x="4" y="297"/>
                    <a:pt x="7" y="272"/>
                    <a:pt x="11" y="253"/>
                  </a:cubicBezTo>
                  <a:cubicBezTo>
                    <a:pt x="13" y="243"/>
                    <a:pt x="14" y="236"/>
                    <a:pt x="16" y="230"/>
                  </a:cubicBezTo>
                  <a:cubicBezTo>
                    <a:pt x="16" y="228"/>
                    <a:pt x="17" y="225"/>
                    <a:pt x="17" y="224"/>
                  </a:cubicBezTo>
                  <a:cubicBezTo>
                    <a:pt x="18" y="223"/>
                    <a:pt x="18" y="222"/>
                    <a:pt x="18" y="222"/>
                  </a:cubicBezTo>
                  <a:lnTo>
                    <a:pt x="14" y="221"/>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51" name="Freeform 320"/>
            <p:cNvSpPr>
              <a:spLocks/>
            </p:cNvSpPr>
            <p:nvPr/>
          </p:nvSpPr>
          <p:spPr bwMode="auto">
            <a:xfrm>
              <a:off x="3144838" y="4294187"/>
              <a:ext cx="234950" cy="155575"/>
            </a:xfrm>
            <a:custGeom>
              <a:avLst/>
              <a:gdLst>
                <a:gd name="T0" fmla="*/ 148 w 148"/>
                <a:gd name="T1" fmla="*/ 50 h 98"/>
                <a:gd name="T2" fmla="*/ 18 w 148"/>
                <a:gd name="T3" fmla="*/ 98 h 98"/>
                <a:gd name="T4" fmla="*/ 0 w 148"/>
                <a:gd name="T5" fmla="*/ 47 h 98"/>
                <a:gd name="T6" fmla="*/ 129 w 148"/>
                <a:gd name="T7" fmla="*/ 0 h 98"/>
                <a:gd name="T8" fmla="*/ 148 w 148"/>
                <a:gd name="T9" fmla="*/ 50 h 98"/>
              </a:gdLst>
              <a:ahLst/>
              <a:cxnLst>
                <a:cxn ang="0">
                  <a:pos x="T0" y="T1"/>
                </a:cxn>
                <a:cxn ang="0">
                  <a:pos x="T2" y="T3"/>
                </a:cxn>
                <a:cxn ang="0">
                  <a:pos x="T4" y="T5"/>
                </a:cxn>
                <a:cxn ang="0">
                  <a:pos x="T6" y="T7"/>
                </a:cxn>
                <a:cxn ang="0">
                  <a:pos x="T8" y="T9"/>
                </a:cxn>
              </a:cxnLst>
              <a:rect l="0" t="0" r="r" b="b"/>
              <a:pathLst>
                <a:path w="148" h="98">
                  <a:moveTo>
                    <a:pt x="148" y="50"/>
                  </a:moveTo>
                  <a:lnTo>
                    <a:pt x="18" y="98"/>
                  </a:lnTo>
                  <a:lnTo>
                    <a:pt x="0" y="47"/>
                  </a:lnTo>
                  <a:lnTo>
                    <a:pt x="129" y="0"/>
                  </a:lnTo>
                  <a:lnTo>
                    <a:pt x="148" y="50"/>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52" name="Freeform 321"/>
            <p:cNvSpPr>
              <a:spLocks/>
            </p:cNvSpPr>
            <p:nvPr/>
          </p:nvSpPr>
          <p:spPr bwMode="auto">
            <a:xfrm>
              <a:off x="3159125" y="4360862"/>
              <a:ext cx="1768475" cy="1146175"/>
            </a:xfrm>
            <a:custGeom>
              <a:avLst/>
              <a:gdLst>
                <a:gd name="T0" fmla="*/ 581 w 835"/>
                <a:gd name="T1" fmla="*/ 148 h 541"/>
                <a:gd name="T2" fmla="*/ 433 w 835"/>
                <a:gd name="T3" fmla="*/ 321 h 541"/>
                <a:gd name="T4" fmla="*/ 108 w 835"/>
                <a:gd name="T5" fmla="*/ 0 h 541"/>
                <a:gd name="T6" fmla="*/ 0 w 835"/>
                <a:gd name="T7" fmla="*/ 43 h 541"/>
                <a:gd name="T8" fmla="*/ 212 w 835"/>
                <a:gd name="T9" fmla="*/ 414 h 541"/>
                <a:gd name="T10" fmla="*/ 496 w 835"/>
                <a:gd name="T11" fmla="*/ 541 h 541"/>
                <a:gd name="T12" fmla="*/ 766 w 835"/>
                <a:gd name="T13" fmla="*/ 401 h 541"/>
                <a:gd name="T14" fmla="*/ 581 w 835"/>
                <a:gd name="T15" fmla="*/ 148 h 5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5" h="541">
                  <a:moveTo>
                    <a:pt x="581" y="148"/>
                  </a:moveTo>
                  <a:cubicBezTo>
                    <a:pt x="581" y="148"/>
                    <a:pt x="516" y="279"/>
                    <a:pt x="433" y="321"/>
                  </a:cubicBezTo>
                  <a:cubicBezTo>
                    <a:pt x="351" y="363"/>
                    <a:pt x="170" y="185"/>
                    <a:pt x="108" y="0"/>
                  </a:cubicBezTo>
                  <a:cubicBezTo>
                    <a:pt x="44" y="23"/>
                    <a:pt x="0" y="43"/>
                    <a:pt x="0" y="43"/>
                  </a:cubicBezTo>
                  <a:cubicBezTo>
                    <a:pt x="0" y="43"/>
                    <a:pt x="102" y="339"/>
                    <a:pt x="212" y="414"/>
                  </a:cubicBezTo>
                  <a:cubicBezTo>
                    <a:pt x="322" y="489"/>
                    <a:pt x="496" y="541"/>
                    <a:pt x="496" y="541"/>
                  </a:cubicBezTo>
                  <a:cubicBezTo>
                    <a:pt x="496" y="541"/>
                    <a:pt x="697" y="453"/>
                    <a:pt x="766" y="401"/>
                  </a:cubicBezTo>
                  <a:cubicBezTo>
                    <a:pt x="835" y="350"/>
                    <a:pt x="581" y="148"/>
                    <a:pt x="581" y="148"/>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53" name="Freeform 322"/>
            <p:cNvSpPr>
              <a:spLocks/>
            </p:cNvSpPr>
            <p:nvPr/>
          </p:nvSpPr>
          <p:spPr bwMode="auto">
            <a:xfrm>
              <a:off x="3159125" y="4425950"/>
              <a:ext cx="1665288" cy="1081088"/>
            </a:xfrm>
            <a:custGeom>
              <a:avLst/>
              <a:gdLst>
                <a:gd name="T0" fmla="*/ 499 w 786"/>
                <a:gd name="T1" fmla="*/ 431 h 510"/>
                <a:gd name="T2" fmla="*/ 216 w 786"/>
                <a:gd name="T3" fmla="*/ 304 h 510"/>
                <a:gd name="T4" fmla="*/ 29 w 786"/>
                <a:gd name="T5" fmla="*/ 0 h 510"/>
                <a:gd name="T6" fmla="*/ 0 w 786"/>
                <a:gd name="T7" fmla="*/ 12 h 510"/>
                <a:gd name="T8" fmla="*/ 212 w 786"/>
                <a:gd name="T9" fmla="*/ 383 h 510"/>
                <a:gd name="T10" fmla="*/ 496 w 786"/>
                <a:gd name="T11" fmla="*/ 510 h 510"/>
                <a:gd name="T12" fmla="*/ 766 w 786"/>
                <a:gd name="T13" fmla="*/ 370 h 510"/>
                <a:gd name="T14" fmla="*/ 760 w 786"/>
                <a:gd name="T15" fmla="*/ 298 h 510"/>
                <a:gd name="T16" fmla="*/ 499 w 786"/>
                <a:gd name="T17" fmla="*/ 431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6" h="510">
                  <a:moveTo>
                    <a:pt x="499" y="431"/>
                  </a:moveTo>
                  <a:cubicBezTo>
                    <a:pt x="499" y="431"/>
                    <a:pt x="326" y="379"/>
                    <a:pt x="216" y="304"/>
                  </a:cubicBezTo>
                  <a:cubicBezTo>
                    <a:pt x="139" y="252"/>
                    <a:pt x="66" y="92"/>
                    <a:pt x="29" y="0"/>
                  </a:cubicBezTo>
                  <a:cubicBezTo>
                    <a:pt x="11" y="7"/>
                    <a:pt x="0" y="12"/>
                    <a:pt x="0" y="12"/>
                  </a:cubicBezTo>
                  <a:cubicBezTo>
                    <a:pt x="0" y="12"/>
                    <a:pt x="102" y="308"/>
                    <a:pt x="212" y="383"/>
                  </a:cubicBezTo>
                  <a:cubicBezTo>
                    <a:pt x="322" y="458"/>
                    <a:pt x="496" y="510"/>
                    <a:pt x="496" y="510"/>
                  </a:cubicBezTo>
                  <a:cubicBezTo>
                    <a:pt x="496" y="510"/>
                    <a:pt x="697" y="422"/>
                    <a:pt x="766" y="370"/>
                  </a:cubicBezTo>
                  <a:cubicBezTo>
                    <a:pt x="786" y="356"/>
                    <a:pt x="779" y="329"/>
                    <a:pt x="760" y="298"/>
                  </a:cubicBezTo>
                  <a:cubicBezTo>
                    <a:pt x="684" y="350"/>
                    <a:pt x="499" y="431"/>
                    <a:pt x="499" y="43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54" name="Freeform 323"/>
            <p:cNvSpPr>
              <a:spLocks/>
            </p:cNvSpPr>
            <p:nvPr/>
          </p:nvSpPr>
          <p:spPr bwMode="auto">
            <a:xfrm>
              <a:off x="4343400" y="2909887"/>
              <a:ext cx="558800" cy="501650"/>
            </a:xfrm>
            <a:custGeom>
              <a:avLst/>
              <a:gdLst>
                <a:gd name="T0" fmla="*/ 264 w 264"/>
                <a:gd name="T1" fmla="*/ 185 h 237"/>
                <a:gd name="T2" fmla="*/ 204 w 264"/>
                <a:gd name="T3" fmla="*/ 124 h 237"/>
                <a:gd name="T4" fmla="*/ 153 w 264"/>
                <a:gd name="T5" fmla="*/ 30 h 237"/>
                <a:gd name="T6" fmla="*/ 71 w 264"/>
                <a:gd name="T7" fmla="*/ 4 h 237"/>
                <a:gd name="T8" fmla="*/ 49 w 264"/>
                <a:gd name="T9" fmla="*/ 11 h 237"/>
                <a:gd name="T10" fmla="*/ 7 w 264"/>
                <a:gd name="T11" fmla="*/ 58 h 237"/>
                <a:gd name="T12" fmla="*/ 2 w 264"/>
                <a:gd name="T13" fmla="*/ 72 h 237"/>
                <a:gd name="T14" fmla="*/ 9 w 264"/>
                <a:gd name="T15" fmla="*/ 92 h 237"/>
                <a:gd name="T16" fmla="*/ 22 w 264"/>
                <a:gd name="T17" fmla="*/ 87 h 237"/>
                <a:gd name="T18" fmla="*/ 22 w 264"/>
                <a:gd name="T19" fmla="*/ 73 h 237"/>
                <a:gd name="T20" fmla="*/ 58 w 264"/>
                <a:gd name="T21" fmla="*/ 41 h 237"/>
                <a:gd name="T22" fmla="*/ 105 w 264"/>
                <a:gd name="T23" fmla="*/ 75 h 237"/>
                <a:gd name="T24" fmla="*/ 117 w 264"/>
                <a:gd name="T25" fmla="*/ 109 h 237"/>
                <a:gd name="T26" fmla="*/ 135 w 264"/>
                <a:gd name="T27" fmla="*/ 196 h 237"/>
                <a:gd name="T28" fmla="*/ 213 w 264"/>
                <a:gd name="T29" fmla="*/ 237 h 237"/>
                <a:gd name="T30" fmla="*/ 264 w 264"/>
                <a:gd name="T31" fmla="*/ 18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237">
                  <a:moveTo>
                    <a:pt x="264" y="185"/>
                  </a:moveTo>
                  <a:cubicBezTo>
                    <a:pt x="204" y="124"/>
                    <a:pt x="204" y="124"/>
                    <a:pt x="204" y="124"/>
                  </a:cubicBezTo>
                  <a:cubicBezTo>
                    <a:pt x="153" y="30"/>
                    <a:pt x="153" y="30"/>
                    <a:pt x="153" y="30"/>
                  </a:cubicBezTo>
                  <a:cubicBezTo>
                    <a:pt x="153" y="30"/>
                    <a:pt x="84" y="7"/>
                    <a:pt x="71" y="4"/>
                  </a:cubicBezTo>
                  <a:cubicBezTo>
                    <a:pt x="57" y="0"/>
                    <a:pt x="54" y="5"/>
                    <a:pt x="49" y="11"/>
                  </a:cubicBezTo>
                  <a:cubicBezTo>
                    <a:pt x="43" y="17"/>
                    <a:pt x="12" y="53"/>
                    <a:pt x="7" y="58"/>
                  </a:cubicBezTo>
                  <a:cubicBezTo>
                    <a:pt x="3" y="63"/>
                    <a:pt x="0" y="67"/>
                    <a:pt x="2" y="72"/>
                  </a:cubicBezTo>
                  <a:cubicBezTo>
                    <a:pt x="4" y="78"/>
                    <a:pt x="8" y="89"/>
                    <a:pt x="9" y="92"/>
                  </a:cubicBezTo>
                  <a:cubicBezTo>
                    <a:pt x="10" y="94"/>
                    <a:pt x="22" y="100"/>
                    <a:pt x="22" y="87"/>
                  </a:cubicBezTo>
                  <a:cubicBezTo>
                    <a:pt x="22" y="73"/>
                    <a:pt x="22" y="73"/>
                    <a:pt x="22" y="73"/>
                  </a:cubicBezTo>
                  <a:cubicBezTo>
                    <a:pt x="58" y="41"/>
                    <a:pt x="58" y="41"/>
                    <a:pt x="58" y="41"/>
                  </a:cubicBezTo>
                  <a:cubicBezTo>
                    <a:pt x="105" y="75"/>
                    <a:pt x="105" y="75"/>
                    <a:pt x="105" y="75"/>
                  </a:cubicBezTo>
                  <a:cubicBezTo>
                    <a:pt x="117" y="109"/>
                    <a:pt x="117" y="109"/>
                    <a:pt x="117" y="109"/>
                  </a:cubicBezTo>
                  <a:cubicBezTo>
                    <a:pt x="135" y="196"/>
                    <a:pt x="135" y="196"/>
                    <a:pt x="135" y="196"/>
                  </a:cubicBezTo>
                  <a:cubicBezTo>
                    <a:pt x="213" y="237"/>
                    <a:pt x="213" y="237"/>
                    <a:pt x="213" y="237"/>
                  </a:cubicBezTo>
                  <a:lnTo>
                    <a:pt x="264" y="185"/>
                  </a:ln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55" name="Freeform 324"/>
            <p:cNvSpPr>
              <a:spLocks/>
            </p:cNvSpPr>
            <p:nvPr/>
          </p:nvSpPr>
          <p:spPr bwMode="auto">
            <a:xfrm>
              <a:off x="4398963" y="2941637"/>
              <a:ext cx="265113" cy="211138"/>
            </a:xfrm>
            <a:custGeom>
              <a:avLst/>
              <a:gdLst>
                <a:gd name="T0" fmla="*/ 125 w 125"/>
                <a:gd name="T1" fmla="*/ 34 h 100"/>
                <a:gd name="T2" fmla="*/ 70 w 125"/>
                <a:gd name="T3" fmla="*/ 4 h 100"/>
                <a:gd name="T4" fmla="*/ 48 w 125"/>
                <a:gd name="T5" fmla="*/ 11 h 100"/>
                <a:gd name="T6" fmla="*/ 7 w 125"/>
                <a:gd name="T7" fmla="*/ 58 h 100"/>
                <a:gd name="T8" fmla="*/ 2 w 125"/>
                <a:gd name="T9" fmla="*/ 73 h 100"/>
                <a:gd name="T10" fmla="*/ 8 w 125"/>
                <a:gd name="T11" fmla="*/ 92 h 100"/>
                <a:gd name="T12" fmla="*/ 22 w 125"/>
                <a:gd name="T13" fmla="*/ 87 h 100"/>
                <a:gd name="T14" fmla="*/ 21 w 125"/>
                <a:gd name="T15" fmla="*/ 73 h 100"/>
                <a:gd name="T16" fmla="*/ 58 w 125"/>
                <a:gd name="T17" fmla="*/ 42 h 100"/>
                <a:gd name="T18" fmla="*/ 105 w 125"/>
                <a:gd name="T19" fmla="*/ 7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 h="100">
                  <a:moveTo>
                    <a:pt x="125" y="34"/>
                  </a:moveTo>
                  <a:cubicBezTo>
                    <a:pt x="125" y="34"/>
                    <a:pt x="83" y="8"/>
                    <a:pt x="70" y="4"/>
                  </a:cubicBezTo>
                  <a:cubicBezTo>
                    <a:pt x="57" y="0"/>
                    <a:pt x="54" y="5"/>
                    <a:pt x="48" y="11"/>
                  </a:cubicBezTo>
                  <a:cubicBezTo>
                    <a:pt x="43" y="17"/>
                    <a:pt x="11" y="54"/>
                    <a:pt x="7" y="58"/>
                  </a:cubicBezTo>
                  <a:cubicBezTo>
                    <a:pt x="2" y="63"/>
                    <a:pt x="0" y="67"/>
                    <a:pt x="2" y="73"/>
                  </a:cubicBezTo>
                  <a:cubicBezTo>
                    <a:pt x="4" y="78"/>
                    <a:pt x="7" y="89"/>
                    <a:pt x="8" y="92"/>
                  </a:cubicBezTo>
                  <a:cubicBezTo>
                    <a:pt x="9" y="95"/>
                    <a:pt x="22" y="100"/>
                    <a:pt x="22" y="87"/>
                  </a:cubicBezTo>
                  <a:cubicBezTo>
                    <a:pt x="21" y="74"/>
                    <a:pt x="21" y="73"/>
                    <a:pt x="21" y="73"/>
                  </a:cubicBezTo>
                  <a:cubicBezTo>
                    <a:pt x="58" y="42"/>
                    <a:pt x="58" y="42"/>
                    <a:pt x="58" y="42"/>
                  </a:cubicBezTo>
                  <a:cubicBezTo>
                    <a:pt x="105" y="75"/>
                    <a:pt x="105" y="75"/>
                    <a:pt x="105" y="75"/>
                  </a:cubicBezTo>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56" name="Freeform 325"/>
            <p:cNvSpPr>
              <a:spLocks noEditPoints="1"/>
            </p:cNvSpPr>
            <p:nvPr/>
          </p:nvSpPr>
          <p:spPr bwMode="auto">
            <a:xfrm>
              <a:off x="4324350" y="2762250"/>
              <a:ext cx="268288" cy="496888"/>
            </a:xfrm>
            <a:custGeom>
              <a:avLst/>
              <a:gdLst>
                <a:gd name="T0" fmla="*/ 121 w 127"/>
                <a:gd name="T1" fmla="*/ 10 h 234"/>
                <a:gd name="T2" fmla="*/ 107 w 127"/>
                <a:gd name="T3" fmla="*/ 3 h 234"/>
                <a:gd name="T4" fmla="*/ 101 w 127"/>
                <a:gd name="T5" fmla="*/ 0 h 234"/>
                <a:gd name="T6" fmla="*/ 0 w 127"/>
                <a:gd name="T7" fmla="*/ 203 h 234"/>
                <a:gd name="T8" fmla="*/ 0 w 127"/>
                <a:gd name="T9" fmla="*/ 203 h 234"/>
                <a:gd name="T10" fmla="*/ 1 w 127"/>
                <a:gd name="T11" fmla="*/ 219 h 234"/>
                <a:gd name="T12" fmla="*/ 1 w 127"/>
                <a:gd name="T13" fmla="*/ 234 h 234"/>
                <a:gd name="T14" fmla="*/ 13 w 127"/>
                <a:gd name="T15" fmla="*/ 225 h 234"/>
                <a:gd name="T16" fmla="*/ 13 w 127"/>
                <a:gd name="T17" fmla="*/ 225 h 234"/>
                <a:gd name="T18" fmla="*/ 26 w 127"/>
                <a:gd name="T19" fmla="*/ 216 h 234"/>
                <a:gd name="T20" fmla="*/ 26 w 127"/>
                <a:gd name="T21" fmla="*/ 216 h 234"/>
                <a:gd name="T22" fmla="*/ 127 w 127"/>
                <a:gd name="T23" fmla="*/ 13 h 234"/>
                <a:gd name="T24" fmla="*/ 121 w 127"/>
                <a:gd name="T25" fmla="*/ 10 h 234"/>
                <a:gd name="T26" fmla="*/ 25 w 127"/>
                <a:gd name="T27" fmla="*/ 204 h 234"/>
                <a:gd name="T28" fmla="*/ 24 w 127"/>
                <a:gd name="T29" fmla="*/ 213 h 234"/>
                <a:gd name="T30" fmla="*/ 25 w 127"/>
                <a:gd name="T31" fmla="*/ 204 h 234"/>
                <a:gd name="T32" fmla="*/ 24 w 127"/>
                <a:gd name="T33" fmla="*/ 214 h 234"/>
                <a:gd name="T34" fmla="*/ 24 w 127"/>
                <a:gd name="T35" fmla="*/ 21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7" h="234">
                  <a:moveTo>
                    <a:pt x="121" y="10"/>
                  </a:moveTo>
                  <a:cubicBezTo>
                    <a:pt x="107" y="3"/>
                    <a:pt x="107" y="3"/>
                    <a:pt x="107" y="3"/>
                  </a:cubicBezTo>
                  <a:cubicBezTo>
                    <a:pt x="101" y="0"/>
                    <a:pt x="101" y="0"/>
                    <a:pt x="101" y="0"/>
                  </a:cubicBezTo>
                  <a:cubicBezTo>
                    <a:pt x="0" y="203"/>
                    <a:pt x="0" y="203"/>
                    <a:pt x="0" y="203"/>
                  </a:cubicBezTo>
                  <a:cubicBezTo>
                    <a:pt x="0" y="203"/>
                    <a:pt x="0" y="203"/>
                    <a:pt x="0" y="203"/>
                  </a:cubicBezTo>
                  <a:cubicBezTo>
                    <a:pt x="1" y="219"/>
                    <a:pt x="1" y="219"/>
                    <a:pt x="1" y="219"/>
                  </a:cubicBezTo>
                  <a:cubicBezTo>
                    <a:pt x="1" y="234"/>
                    <a:pt x="1" y="234"/>
                    <a:pt x="1" y="234"/>
                  </a:cubicBezTo>
                  <a:cubicBezTo>
                    <a:pt x="13" y="225"/>
                    <a:pt x="13" y="225"/>
                    <a:pt x="13" y="225"/>
                  </a:cubicBezTo>
                  <a:cubicBezTo>
                    <a:pt x="13" y="225"/>
                    <a:pt x="13" y="225"/>
                    <a:pt x="13" y="225"/>
                  </a:cubicBezTo>
                  <a:cubicBezTo>
                    <a:pt x="26" y="216"/>
                    <a:pt x="26" y="216"/>
                    <a:pt x="26" y="216"/>
                  </a:cubicBezTo>
                  <a:cubicBezTo>
                    <a:pt x="26" y="216"/>
                    <a:pt x="26" y="216"/>
                    <a:pt x="26" y="216"/>
                  </a:cubicBezTo>
                  <a:cubicBezTo>
                    <a:pt x="127" y="13"/>
                    <a:pt x="127" y="13"/>
                    <a:pt x="127" y="13"/>
                  </a:cubicBezTo>
                  <a:lnTo>
                    <a:pt x="121" y="10"/>
                  </a:lnTo>
                  <a:close/>
                  <a:moveTo>
                    <a:pt x="25" y="204"/>
                  </a:moveTo>
                  <a:cubicBezTo>
                    <a:pt x="23" y="207"/>
                    <a:pt x="23" y="210"/>
                    <a:pt x="24" y="213"/>
                  </a:cubicBezTo>
                  <a:cubicBezTo>
                    <a:pt x="23" y="210"/>
                    <a:pt x="23" y="207"/>
                    <a:pt x="25" y="204"/>
                  </a:cubicBezTo>
                  <a:close/>
                  <a:moveTo>
                    <a:pt x="24" y="214"/>
                  </a:moveTo>
                  <a:cubicBezTo>
                    <a:pt x="24" y="214"/>
                    <a:pt x="24" y="214"/>
                    <a:pt x="24" y="214"/>
                  </a:cubicBezTo>
                </a:path>
              </a:pathLst>
            </a:custGeom>
            <a:solidFill>
              <a:srgbClr val="122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57" name="Freeform 326"/>
            <p:cNvSpPr>
              <a:spLocks/>
            </p:cNvSpPr>
            <p:nvPr/>
          </p:nvSpPr>
          <p:spPr bwMode="auto">
            <a:xfrm>
              <a:off x="4538663" y="2736850"/>
              <a:ext cx="68263" cy="53975"/>
            </a:xfrm>
            <a:custGeom>
              <a:avLst/>
              <a:gdLst>
                <a:gd name="T0" fmla="*/ 34 w 43"/>
                <a:gd name="T1" fmla="*/ 14 h 34"/>
                <a:gd name="T2" fmla="*/ 16 w 43"/>
                <a:gd name="T3" fmla="*/ 4 h 34"/>
                <a:gd name="T4" fmla="*/ 8 w 43"/>
                <a:gd name="T5" fmla="*/ 0 h 34"/>
                <a:gd name="T6" fmla="*/ 0 w 43"/>
                <a:gd name="T7" fmla="*/ 16 h 34"/>
                <a:gd name="T8" fmla="*/ 8 w 43"/>
                <a:gd name="T9" fmla="*/ 20 h 34"/>
                <a:gd name="T10" fmla="*/ 26 w 43"/>
                <a:gd name="T11" fmla="*/ 30 h 34"/>
                <a:gd name="T12" fmla="*/ 34 w 43"/>
                <a:gd name="T13" fmla="*/ 34 h 34"/>
                <a:gd name="T14" fmla="*/ 43 w 43"/>
                <a:gd name="T15" fmla="*/ 18 h 34"/>
                <a:gd name="T16" fmla="*/ 34 w 43"/>
                <a:gd name="T17" fmla="*/ 1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34">
                  <a:moveTo>
                    <a:pt x="34" y="14"/>
                  </a:moveTo>
                  <a:lnTo>
                    <a:pt x="16" y="4"/>
                  </a:lnTo>
                  <a:lnTo>
                    <a:pt x="8" y="0"/>
                  </a:lnTo>
                  <a:lnTo>
                    <a:pt x="0" y="16"/>
                  </a:lnTo>
                  <a:lnTo>
                    <a:pt x="8" y="20"/>
                  </a:lnTo>
                  <a:lnTo>
                    <a:pt x="26" y="30"/>
                  </a:lnTo>
                  <a:lnTo>
                    <a:pt x="34" y="34"/>
                  </a:lnTo>
                  <a:lnTo>
                    <a:pt x="43" y="18"/>
                  </a:lnTo>
                  <a:lnTo>
                    <a:pt x="34" y="14"/>
                  </a:lnTo>
                  <a:close/>
                </a:path>
              </a:pathLst>
            </a:custGeom>
            <a:solidFill>
              <a:srgbClr val="122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58" name="Freeform 327"/>
            <p:cNvSpPr>
              <a:spLocks/>
            </p:cNvSpPr>
            <p:nvPr/>
          </p:nvSpPr>
          <p:spPr bwMode="auto">
            <a:xfrm>
              <a:off x="4368800" y="3017837"/>
              <a:ext cx="273050" cy="306388"/>
            </a:xfrm>
            <a:custGeom>
              <a:avLst/>
              <a:gdLst>
                <a:gd name="T0" fmla="*/ 123 w 129"/>
                <a:gd name="T1" fmla="*/ 145 h 145"/>
                <a:gd name="T2" fmla="*/ 67 w 129"/>
                <a:gd name="T3" fmla="*/ 104 h 145"/>
                <a:gd name="T4" fmla="*/ 10 w 129"/>
                <a:gd name="T5" fmla="*/ 31 h 145"/>
                <a:gd name="T6" fmla="*/ 10 w 129"/>
                <a:gd name="T7" fmla="*/ 7 h 145"/>
                <a:gd name="T8" fmla="*/ 40 w 129"/>
                <a:gd name="T9" fmla="*/ 21 h 145"/>
                <a:gd name="T10" fmla="*/ 111 w 129"/>
                <a:gd name="T11" fmla="*/ 62 h 145"/>
                <a:gd name="T12" fmla="*/ 123 w 12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29" h="145">
                  <a:moveTo>
                    <a:pt x="123" y="145"/>
                  </a:moveTo>
                  <a:cubicBezTo>
                    <a:pt x="123" y="145"/>
                    <a:pt x="85" y="128"/>
                    <a:pt x="67" y="104"/>
                  </a:cubicBezTo>
                  <a:cubicBezTo>
                    <a:pt x="48" y="81"/>
                    <a:pt x="10" y="31"/>
                    <a:pt x="10" y="31"/>
                  </a:cubicBezTo>
                  <a:cubicBezTo>
                    <a:pt x="10" y="31"/>
                    <a:pt x="0" y="14"/>
                    <a:pt x="10" y="7"/>
                  </a:cubicBezTo>
                  <a:cubicBezTo>
                    <a:pt x="20" y="0"/>
                    <a:pt x="40" y="21"/>
                    <a:pt x="40" y="21"/>
                  </a:cubicBezTo>
                  <a:cubicBezTo>
                    <a:pt x="40" y="21"/>
                    <a:pt x="72" y="70"/>
                    <a:pt x="111" y="62"/>
                  </a:cubicBezTo>
                  <a:cubicBezTo>
                    <a:pt x="129" y="71"/>
                    <a:pt x="123" y="145"/>
                    <a:pt x="123" y="145"/>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59" name="Freeform 328"/>
            <p:cNvSpPr>
              <a:spLocks/>
            </p:cNvSpPr>
            <p:nvPr/>
          </p:nvSpPr>
          <p:spPr bwMode="auto">
            <a:xfrm>
              <a:off x="4683125" y="3197225"/>
              <a:ext cx="206375" cy="222250"/>
            </a:xfrm>
            <a:custGeom>
              <a:avLst/>
              <a:gdLst>
                <a:gd name="T0" fmla="*/ 41 w 130"/>
                <a:gd name="T1" fmla="*/ 140 h 140"/>
                <a:gd name="T2" fmla="*/ 130 w 130"/>
                <a:gd name="T3" fmla="*/ 36 h 140"/>
                <a:gd name="T4" fmla="*/ 90 w 130"/>
                <a:gd name="T5" fmla="*/ 0 h 140"/>
                <a:gd name="T6" fmla="*/ 0 w 130"/>
                <a:gd name="T7" fmla="*/ 105 h 140"/>
                <a:gd name="T8" fmla="*/ 41 w 130"/>
                <a:gd name="T9" fmla="*/ 140 h 140"/>
              </a:gdLst>
              <a:ahLst/>
              <a:cxnLst>
                <a:cxn ang="0">
                  <a:pos x="T0" y="T1"/>
                </a:cxn>
                <a:cxn ang="0">
                  <a:pos x="T2" y="T3"/>
                </a:cxn>
                <a:cxn ang="0">
                  <a:pos x="T4" y="T5"/>
                </a:cxn>
                <a:cxn ang="0">
                  <a:pos x="T6" y="T7"/>
                </a:cxn>
                <a:cxn ang="0">
                  <a:pos x="T8" y="T9"/>
                </a:cxn>
              </a:cxnLst>
              <a:rect l="0" t="0" r="r" b="b"/>
              <a:pathLst>
                <a:path w="130" h="140">
                  <a:moveTo>
                    <a:pt x="41" y="140"/>
                  </a:moveTo>
                  <a:lnTo>
                    <a:pt x="130" y="36"/>
                  </a:lnTo>
                  <a:lnTo>
                    <a:pt x="90" y="0"/>
                  </a:lnTo>
                  <a:lnTo>
                    <a:pt x="0" y="105"/>
                  </a:lnTo>
                  <a:lnTo>
                    <a:pt x="41" y="140"/>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60" name="Freeform 329"/>
            <p:cNvSpPr>
              <a:spLocks/>
            </p:cNvSpPr>
            <p:nvPr/>
          </p:nvSpPr>
          <p:spPr bwMode="auto">
            <a:xfrm>
              <a:off x="4670425" y="3233737"/>
              <a:ext cx="868363" cy="1885950"/>
            </a:xfrm>
            <a:custGeom>
              <a:avLst/>
              <a:gdLst>
                <a:gd name="T0" fmla="*/ 0 w 410"/>
                <a:gd name="T1" fmla="*/ 581 h 890"/>
                <a:gd name="T2" fmla="*/ 214 w 410"/>
                <a:gd name="T3" fmla="*/ 504 h 890"/>
                <a:gd name="T4" fmla="*/ 28 w 410"/>
                <a:gd name="T5" fmla="*/ 86 h 890"/>
                <a:gd name="T6" fmla="*/ 107 w 410"/>
                <a:gd name="T7" fmla="*/ 0 h 890"/>
                <a:gd name="T8" fmla="*/ 379 w 410"/>
                <a:gd name="T9" fmla="*/ 330 h 890"/>
                <a:gd name="T10" fmla="*/ 397 w 410"/>
                <a:gd name="T11" fmla="*/ 640 h 890"/>
                <a:gd name="T12" fmla="*/ 171 w 410"/>
                <a:gd name="T13" fmla="*/ 844 h 890"/>
                <a:gd name="T14" fmla="*/ 0 w 410"/>
                <a:gd name="T15" fmla="*/ 581 h 8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0" h="890">
                  <a:moveTo>
                    <a:pt x="0" y="581"/>
                  </a:moveTo>
                  <a:cubicBezTo>
                    <a:pt x="0" y="581"/>
                    <a:pt x="145" y="566"/>
                    <a:pt x="214" y="504"/>
                  </a:cubicBezTo>
                  <a:cubicBezTo>
                    <a:pt x="282" y="442"/>
                    <a:pt x="179" y="209"/>
                    <a:pt x="28" y="86"/>
                  </a:cubicBezTo>
                  <a:cubicBezTo>
                    <a:pt x="72" y="34"/>
                    <a:pt x="107" y="0"/>
                    <a:pt x="107" y="0"/>
                  </a:cubicBezTo>
                  <a:cubicBezTo>
                    <a:pt x="107" y="0"/>
                    <a:pt x="348" y="200"/>
                    <a:pt x="379" y="330"/>
                  </a:cubicBezTo>
                  <a:cubicBezTo>
                    <a:pt x="410" y="459"/>
                    <a:pt x="397" y="640"/>
                    <a:pt x="397" y="640"/>
                  </a:cubicBezTo>
                  <a:cubicBezTo>
                    <a:pt x="397" y="640"/>
                    <a:pt x="243" y="797"/>
                    <a:pt x="171" y="844"/>
                  </a:cubicBezTo>
                  <a:cubicBezTo>
                    <a:pt x="98" y="890"/>
                    <a:pt x="0" y="581"/>
                    <a:pt x="0" y="581"/>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61" name="Freeform 330"/>
            <p:cNvSpPr>
              <a:spLocks/>
            </p:cNvSpPr>
            <p:nvPr/>
          </p:nvSpPr>
          <p:spPr bwMode="auto">
            <a:xfrm>
              <a:off x="4849813" y="3233737"/>
              <a:ext cx="688975" cy="1816100"/>
            </a:xfrm>
            <a:custGeom>
              <a:avLst/>
              <a:gdLst>
                <a:gd name="T0" fmla="*/ 237 w 325"/>
                <a:gd name="T1" fmla="*/ 615 h 857"/>
                <a:gd name="T2" fmla="*/ 218 w 325"/>
                <a:gd name="T3" fmla="*/ 305 h 857"/>
                <a:gd name="T4" fmla="*/ 0 w 325"/>
                <a:gd name="T5" fmla="*/ 23 h 857"/>
                <a:gd name="T6" fmla="*/ 22 w 325"/>
                <a:gd name="T7" fmla="*/ 0 h 857"/>
                <a:gd name="T8" fmla="*/ 294 w 325"/>
                <a:gd name="T9" fmla="*/ 330 h 857"/>
                <a:gd name="T10" fmla="*/ 312 w 325"/>
                <a:gd name="T11" fmla="*/ 640 h 857"/>
                <a:gd name="T12" fmla="*/ 86 w 325"/>
                <a:gd name="T13" fmla="*/ 844 h 857"/>
                <a:gd name="T14" fmla="*/ 20 w 325"/>
                <a:gd name="T15" fmla="*/ 812 h 857"/>
                <a:gd name="T16" fmla="*/ 237 w 325"/>
                <a:gd name="T17" fmla="*/ 615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857">
                  <a:moveTo>
                    <a:pt x="237" y="615"/>
                  </a:moveTo>
                  <a:cubicBezTo>
                    <a:pt x="237" y="615"/>
                    <a:pt x="249" y="435"/>
                    <a:pt x="218" y="305"/>
                  </a:cubicBezTo>
                  <a:cubicBezTo>
                    <a:pt x="197" y="215"/>
                    <a:pt x="73" y="90"/>
                    <a:pt x="0" y="23"/>
                  </a:cubicBezTo>
                  <a:cubicBezTo>
                    <a:pt x="13" y="8"/>
                    <a:pt x="22" y="0"/>
                    <a:pt x="22" y="0"/>
                  </a:cubicBezTo>
                  <a:cubicBezTo>
                    <a:pt x="22" y="0"/>
                    <a:pt x="263" y="200"/>
                    <a:pt x="294" y="330"/>
                  </a:cubicBezTo>
                  <a:cubicBezTo>
                    <a:pt x="325" y="459"/>
                    <a:pt x="312" y="640"/>
                    <a:pt x="312" y="640"/>
                  </a:cubicBezTo>
                  <a:cubicBezTo>
                    <a:pt x="312" y="640"/>
                    <a:pt x="158" y="797"/>
                    <a:pt x="86" y="844"/>
                  </a:cubicBezTo>
                  <a:cubicBezTo>
                    <a:pt x="65" y="857"/>
                    <a:pt x="42" y="841"/>
                    <a:pt x="20" y="812"/>
                  </a:cubicBezTo>
                  <a:cubicBezTo>
                    <a:pt x="96" y="759"/>
                    <a:pt x="237" y="615"/>
                    <a:pt x="237" y="61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62" name="Freeform 331"/>
            <p:cNvSpPr>
              <a:spLocks/>
            </p:cNvSpPr>
            <p:nvPr/>
          </p:nvSpPr>
          <p:spPr bwMode="auto">
            <a:xfrm>
              <a:off x="2952750" y="3740150"/>
              <a:ext cx="388938" cy="620713"/>
            </a:xfrm>
            <a:custGeom>
              <a:avLst/>
              <a:gdLst>
                <a:gd name="T0" fmla="*/ 107 w 183"/>
                <a:gd name="T1" fmla="*/ 293 h 293"/>
                <a:gd name="T2" fmla="*/ 21 w 183"/>
                <a:gd name="T3" fmla="*/ 181 h 293"/>
                <a:gd name="T4" fmla="*/ 17 w 183"/>
                <a:gd name="T5" fmla="*/ 107 h 293"/>
                <a:gd name="T6" fmla="*/ 33 w 183"/>
                <a:gd name="T7" fmla="*/ 31 h 293"/>
                <a:gd name="T8" fmla="*/ 36 w 183"/>
                <a:gd name="T9" fmla="*/ 35 h 293"/>
                <a:gd name="T10" fmla="*/ 45 w 183"/>
                <a:gd name="T11" fmla="*/ 11 h 293"/>
                <a:gd name="T12" fmla="*/ 59 w 183"/>
                <a:gd name="T13" fmla="*/ 30 h 293"/>
                <a:gd name="T14" fmla="*/ 73 w 183"/>
                <a:gd name="T15" fmla="*/ 1 h 293"/>
                <a:gd name="T16" fmla="*/ 91 w 183"/>
                <a:gd name="T17" fmla="*/ 30 h 293"/>
                <a:gd name="T18" fmla="*/ 107 w 183"/>
                <a:gd name="T19" fmla="*/ 3 h 293"/>
                <a:gd name="T20" fmla="*/ 125 w 183"/>
                <a:gd name="T21" fmla="*/ 35 h 293"/>
                <a:gd name="T22" fmla="*/ 133 w 183"/>
                <a:gd name="T23" fmla="*/ 130 h 293"/>
                <a:gd name="T24" fmla="*/ 138 w 183"/>
                <a:gd name="T25" fmla="*/ 53 h 293"/>
                <a:gd name="T26" fmla="*/ 161 w 183"/>
                <a:gd name="T27" fmla="*/ 75 h 293"/>
                <a:gd name="T28" fmla="*/ 179 w 183"/>
                <a:gd name="T29" fmla="*/ 176 h 293"/>
                <a:gd name="T30" fmla="*/ 169 w 183"/>
                <a:gd name="T31" fmla="*/ 270 h 293"/>
                <a:gd name="T32" fmla="*/ 107 w 183"/>
                <a:gd name="T33"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293">
                  <a:moveTo>
                    <a:pt x="107" y="293"/>
                  </a:moveTo>
                  <a:cubicBezTo>
                    <a:pt x="107" y="293"/>
                    <a:pt x="43" y="214"/>
                    <a:pt x="21" y="181"/>
                  </a:cubicBezTo>
                  <a:cubicBezTo>
                    <a:pt x="0" y="148"/>
                    <a:pt x="14" y="142"/>
                    <a:pt x="17" y="107"/>
                  </a:cubicBezTo>
                  <a:cubicBezTo>
                    <a:pt x="21" y="72"/>
                    <a:pt x="20" y="39"/>
                    <a:pt x="33" y="31"/>
                  </a:cubicBezTo>
                  <a:cubicBezTo>
                    <a:pt x="36" y="35"/>
                    <a:pt x="36" y="35"/>
                    <a:pt x="36" y="35"/>
                  </a:cubicBezTo>
                  <a:cubicBezTo>
                    <a:pt x="36" y="35"/>
                    <a:pt x="35" y="17"/>
                    <a:pt x="45" y="11"/>
                  </a:cubicBezTo>
                  <a:cubicBezTo>
                    <a:pt x="56" y="6"/>
                    <a:pt x="58" y="21"/>
                    <a:pt x="59" y="30"/>
                  </a:cubicBezTo>
                  <a:cubicBezTo>
                    <a:pt x="58" y="10"/>
                    <a:pt x="63" y="2"/>
                    <a:pt x="73" y="1"/>
                  </a:cubicBezTo>
                  <a:cubicBezTo>
                    <a:pt x="83" y="0"/>
                    <a:pt x="89" y="15"/>
                    <a:pt x="91" y="30"/>
                  </a:cubicBezTo>
                  <a:cubicBezTo>
                    <a:pt x="90" y="13"/>
                    <a:pt x="99" y="5"/>
                    <a:pt x="107" y="3"/>
                  </a:cubicBezTo>
                  <a:cubicBezTo>
                    <a:pt x="114" y="1"/>
                    <a:pt x="127" y="9"/>
                    <a:pt x="125" y="35"/>
                  </a:cubicBezTo>
                  <a:cubicBezTo>
                    <a:pt x="123" y="60"/>
                    <a:pt x="133" y="130"/>
                    <a:pt x="133" y="130"/>
                  </a:cubicBezTo>
                  <a:cubicBezTo>
                    <a:pt x="133" y="130"/>
                    <a:pt x="138" y="58"/>
                    <a:pt x="138" y="53"/>
                  </a:cubicBezTo>
                  <a:cubicBezTo>
                    <a:pt x="137" y="48"/>
                    <a:pt x="160" y="42"/>
                    <a:pt x="161" y="75"/>
                  </a:cubicBezTo>
                  <a:cubicBezTo>
                    <a:pt x="161" y="108"/>
                    <a:pt x="174" y="145"/>
                    <a:pt x="179" y="176"/>
                  </a:cubicBezTo>
                  <a:cubicBezTo>
                    <a:pt x="183" y="208"/>
                    <a:pt x="183" y="256"/>
                    <a:pt x="169" y="270"/>
                  </a:cubicBezTo>
                  <a:cubicBezTo>
                    <a:pt x="119" y="288"/>
                    <a:pt x="107" y="293"/>
                    <a:pt x="107" y="293"/>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63" name="Freeform 332"/>
            <p:cNvSpPr>
              <a:spLocks/>
            </p:cNvSpPr>
            <p:nvPr/>
          </p:nvSpPr>
          <p:spPr bwMode="auto">
            <a:xfrm>
              <a:off x="4041775" y="4173537"/>
              <a:ext cx="958850" cy="882650"/>
            </a:xfrm>
            <a:custGeom>
              <a:avLst/>
              <a:gdLst>
                <a:gd name="T0" fmla="*/ 301 w 452"/>
                <a:gd name="T1" fmla="*/ 9 h 416"/>
                <a:gd name="T2" fmla="*/ 230 w 452"/>
                <a:gd name="T3" fmla="*/ 25 h 416"/>
                <a:gd name="T4" fmla="*/ 27 w 452"/>
                <a:gd name="T5" fmla="*/ 211 h 416"/>
                <a:gd name="T6" fmla="*/ 9 w 452"/>
                <a:gd name="T7" fmla="*/ 278 h 416"/>
                <a:gd name="T8" fmla="*/ 69 w 452"/>
                <a:gd name="T9" fmla="*/ 394 h 416"/>
                <a:gd name="T10" fmla="*/ 126 w 452"/>
                <a:gd name="T11" fmla="*/ 402 h 416"/>
                <a:gd name="T12" fmla="*/ 248 w 452"/>
                <a:gd name="T13" fmla="*/ 317 h 416"/>
                <a:gd name="T14" fmla="*/ 319 w 452"/>
                <a:gd name="T15" fmla="*/ 254 h 416"/>
                <a:gd name="T16" fmla="*/ 435 w 452"/>
                <a:gd name="T17" fmla="*/ 119 h 416"/>
                <a:gd name="T18" fmla="*/ 430 w 452"/>
                <a:gd name="T19" fmla="*/ 67 h 416"/>
                <a:gd name="T20" fmla="*/ 301 w 452"/>
                <a:gd name="T21" fmla="*/ 9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2" h="416">
                  <a:moveTo>
                    <a:pt x="301" y="9"/>
                  </a:moveTo>
                  <a:cubicBezTo>
                    <a:pt x="282" y="0"/>
                    <a:pt x="250" y="8"/>
                    <a:pt x="230" y="25"/>
                  </a:cubicBezTo>
                  <a:cubicBezTo>
                    <a:pt x="27" y="211"/>
                    <a:pt x="27" y="211"/>
                    <a:pt x="27" y="211"/>
                  </a:cubicBezTo>
                  <a:cubicBezTo>
                    <a:pt x="8" y="229"/>
                    <a:pt x="0" y="259"/>
                    <a:pt x="9" y="278"/>
                  </a:cubicBezTo>
                  <a:cubicBezTo>
                    <a:pt x="69" y="394"/>
                    <a:pt x="69" y="394"/>
                    <a:pt x="69" y="394"/>
                  </a:cubicBezTo>
                  <a:cubicBezTo>
                    <a:pt x="79" y="413"/>
                    <a:pt x="104" y="416"/>
                    <a:pt x="126" y="402"/>
                  </a:cubicBezTo>
                  <a:cubicBezTo>
                    <a:pt x="248" y="317"/>
                    <a:pt x="248" y="317"/>
                    <a:pt x="248" y="317"/>
                  </a:cubicBezTo>
                  <a:cubicBezTo>
                    <a:pt x="270" y="302"/>
                    <a:pt x="302" y="273"/>
                    <a:pt x="319" y="254"/>
                  </a:cubicBezTo>
                  <a:cubicBezTo>
                    <a:pt x="435" y="119"/>
                    <a:pt x="435" y="119"/>
                    <a:pt x="435" y="119"/>
                  </a:cubicBezTo>
                  <a:cubicBezTo>
                    <a:pt x="452" y="100"/>
                    <a:pt x="450" y="76"/>
                    <a:pt x="430" y="67"/>
                  </a:cubicBezTo>
                  <a:lnTo>
                    <a:pt x="301" y="9"/>
                  </a:ln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64" name="Freeform 333"/>
            <p:cNvSpPr>
              <a:spLocks/>
            </p:cNvSpPr>
            <p:nvPr/>
          </p:nvSpPr>
          <p:spPr bwMode="auto">
            <a:xfrm>
              <a:off x="4214813" y="4351337"/>
              <a:ext cx="1008063" cy="1036638"/>
            </a:xfrm>
            <a:custGeom>
              <a:avLst/>
              <a:gdLst>
                <a:gd name="T0" fmla="*/ 391 w 476"/>
                <a:gd name="T1" fmla="*/ 104 h 489"/>
                <a:gd name="T2" fmla="*/ 85 w 476"/>
                <a:gd name="T3" fmla="*/ 77 h 489"/>
                <a:gd name="T4" fmla="*/ 84 w 476"/>
                <a:gd name="T5" fmla="*/ 385 h 489"/>
                <a:gd name="T6" fmla="*/ 390 w 476"/>
                <a:gd name="T7" fmla="*/ 411 h 489"/>
                <a:gd name="T8" fmla="*/ 391 w 476"/>
                <a:gd name="T9" fmla="*/ 104 h 489"/>
              </a:gdLst>
              <a:ahLst/>
              <a:cxnLst>
                <a:cxn ang="0">
                  <a:pos x="T0" y="T1"/>
                </a:cxn>
                <a:cxn ang="0">
                  <a:pos x="T2" y="T3"/>
                </a:cxn>
                <a:cxn ang="0">
                  <a:pos x="T4" y="T5"/>
                </a:cxn>
                <a:cxn ang="0">
                  <a:pos x="T6" y="T7"/>
                </a:cxn>
                <a:cxn ang="0">
                  <a:pos x="T8" y="T9"/>
                </a:cxn>
              </a:cxnLst>
              <a:rect l="0" t="0" r="r" b="b"/>
              <a:pathLst>
                <a:path w="476" h="489">
                  <a:moveTo>
                    <a:pt x="391" y="104"/>
                  </a:moveTo>
                  <a:cubicBezTo>
                    <a:pt x="307" y="11"/>
                    <a:pt x="170" y="0"/>
                    <a:pt x="85" y="77"/>
                  </a:cubicBezTo>
                  <a:cubicBezTo>
                    <a:pt x="0" y="155"/>
                    <a:pt x="0" y="292"/>
                    <a:pt x="84" y="385"/>
                  </a:cubicBezTo>
                  <a:cubicBezTo>
                    <a:pt x="169" y="477"/>
                    <a:pt x="306" y="489"/>
                    <a:pt x="390" y="411"/>
                  </a:cubicBezTo>
                  <a:cubicBezTo>
                    <a:pt x="475" y="334"/>
                    <a:pt x="476" y="196"/>
                    <a:pt x="391" y="104"/>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65" name="Freeform 334"/>
            <p:cNvSpPr>
              <a:spLocks/>
            </p:cNvSpPr>
            <p:nvPr/>
          </p:nvSpPr>
          <p:spPr bwMode="auto">
            <a:xfrm>
              <a:off x="4214813" y="4419600"/>
              <a:ext cx="850900" cy="968375"/>
            </a:xfrm>
            <a:custGeom>
              <a:avLst/>
              <a:gdLst>
                <a:gd name="T0" fmla="*/ 179 w 402"/>
                <a:gd name="T1" fmla="*/ 296 h 457"/>
                <a:gd name="T2" fmla="*/ 168 w 402"/>
                <a:gd name="T3" fmla="*/ 0 h 457"/>
                <a:gd name="T4" fmla="*/ 85 w 402"/>
                <a:gd name="T5" fmla="*/ 45 h 457"/>
                <a:gd name="T6" fmla="*/ 84 w 402"/>
                <a:gd name="T7" fmla="*/ 353 h 457"/>
                <a:gd name="T8" fmla="*/ 390 w 402"/>
                <a:gd name="T9" fmla="*/ 379 h 457"/>
                <a:gd name="T10" fmla="*/ 402 w 402"/>
                <a:gd name="T11" fmla="*/ 368 h 457"/>
                <a:gd name="T12" fmla="*/ 179 w 402"/>
                <a:gd name="T13" fmla="*/ 296 h 457"/>
              </a:gdLst>
              <a:ahLst/>
              <a:cxnLst>
                <a:cxn ang="0">
                  <a:pos x="T0" y="T1"/>
                </a:cxn>
                <a:cxn ang="0">
                  <a:pos x="T2" y="T3"/>
                </a:cxn>
                <a:cxn ang="0">
                  <a:pos x="T4" y="T5"/>
                </a:cxn>
                <a:cxn ang="0">
                  <a:pos x="T6" y="T7"/>
                </a:cxn>
                <a:cxn ang="0">
                  <a:pos x="T8" y="T9"/>
                </a:cxn>
                <a:cxn ang="0">
                  <a:pos x="T10" y="T11"/>
                </a:cxn>
                <a:cxn ang="0">
                  <a:pos x="T12" y="T13"/>
                </a:cxn>
              </a:cxnLst>
              <a:rect l="0" t="0" r="r" b="b"/>
              <a:pathLst>
                <a:path w="402" h="457">
                  <a:moveTo>
                    <a:pt x="179" y="296"/>
                  </a:moveTo>
                  <a:cubicBezTo>
                    <a:pt x="99" y="209"/>
                    <a:pt x="95" y="79"/>
                    <a:pt x="168" y="0"/>
                  </a:cubicBezTo>
                  <a:cubicBezTo>
                    <a:pt x="138" y="8"/>
                    <a:pt x="109" y="23"/>
                    <a:pt x="85" y="45"/>
                  </a:cubicBezTo>
                  <a:cubicBezTo>
                    <a:pt x="0" y="123"/>
                    <a:pt x="0" y="260"/>
                    <a:pt x="84" y="353"/>
                  </a:cubicBezTo>
                  <a:cubicBezTo>
                    <a:pt x="169" y="445"/>
                    <a:pt x="306" y="457"/>
                    <a:pt x="390" y="379"/>
                  </a:cubicBezTo>
                  <a:cubicBezTo>
                    <a:pt x="395" y="376"/>
                    <a:pt x="398" y="372"/>
                    <a:pt x="402" y="368"/>
                  </a:cubicBezTo>
                  <a:cubicBezTo>
                    <a:pt x="326" y="387"/>
                    <a:pt x="239" y="362"/>
                    <a:pt x="179" y="296"/>
                  </a:cubicBez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66" name="Freeform 335"/>
            <p:cNvSpPr>
              <a:spLocks/>
            </p:cNvSpPr>
            <p:nvPr/>
          </p:nvSpPr>
          <p:spPr bwMode="auto">
            <a:xfrm>
              <a:off x="4457700" y="2400300"/>
              <a:ext cx="163513" cy="234950"/>
            </a:xfrm>
            <a:custGeom>
              <a:avLst/>
              <a:gdLst>
                <a:gd name="T0" fmla="*/ 103 w 103"/>
                <a:gd name="T1" fmla="*/ 20 h 148"/>
                <a:gd name="T2" fmla="*/ 49 w 103"/>
                <a:gd name="T3" fmla="*/ 148 h 148"/>
                <a:gd name="T4" fmla="*/ 0 w 103"/>
                <a:gd name="T5" fmla="*/ 128 h 148"/>
                <a:gd name="T6" fmla="*/ 53 w 103"/>
                <a:gd name="T7" fmla="*/ 0 h 148"/>
                <a:gd name="T8" fmla="*/ 103 w 103"/>
                <a:gd name="T9" fmla="*/ 20 h 148"/>
              </a:gdLst>
              <a:ahLst/>
              <a:cxnLst>
                <a:cxn ang="0">
                  <a:pos x="T0" y="T1"/>
                </a:cxn>
                <a:cxn ang="0">
                  <a:pos x="T2" y="T3"/>
                </a:cxn>
                <a:cxn ang="0">
                  <a:pos x="T4" y="T5"/>
                </a:cxn>
                <a:cxn ang="0">
                  <a:pos x="T6" y="T7"/>
                </a:cxn>
                <a:cxn ang="0">
                  <a:pos x="T8" y="T9"/>
                </a:cxn>
              </a:cxnLst>
              <a:rect l="0" t="0" r="r" b="b"/>
              <a:pathLst>
                <a:path w="103" h="148">
                  <a:moveTo>
                    <a:pt x="103" y="20"/>
                  </a:moveTo>
                  <a:lnTo>
                    <a:pt x="49" y="148"/>
                  </a:lnTo>
                  <a:lnTo>
                    <a:pt x="0" y="128"/>
                  </a:lnTo>
                  <a:lnTo>
                    <a:pt x="53" y="0"/>
                  </a:lnTo>
                  <a:lnTo>
                    <a:pt x="103" y="20"/>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67" name="Freeform 336"/>
            <p:cNvSpPr>
              <a:spLocks/>
            </p:cNvSpPr>
            <p:nvPr/>
          </p:nvSpPr>
          <p:spPr bwMode="auto">
            <a:xfrm>
              <a:off x="4529138" y="1781175"/>
              <a:ext cx="1674813" cy="1131888"/>
            </a:xfrm>
            <a:custGeom>
              <a:avLst/>
              <a:gdLst>
                <a:gd name="T0" fmla="*/ 469 w 790"/>
                <a:gd name="T1" fmla="*/ 51 h 534"/>
                <a:gd name="T2" fmla="*/ 497 w 790"/>
                <a:gd name="T3" fmla="*/ 277 h 534"/>
                <a:gd name="T4" fmla="*/ 41 w 790"/>
                <a:gd name="T5" fmla="*/ 300 h 534"/>
                <a:gd name="T6" fmla="*/ 0 w 790"/>
                <a:gd name="T7" fmla="*/ 409 h 534"/>
                <a:gd name="T8" fmla="*/ 417 w 790"/>
                <a:gd name="T9" fmla="*/ 503 h 534"/>
                <a:gd name="T10" fmla="*/ 702 w 790"/>
                <a:gd name="T11" fmla="*/ 379 h 534"/>
                <a:gd name="T12" fmla="*/ 781 w 790"/>
                <a:gd name="T13" fmla="*/ 85 h 534"/>
                <a:gd name="T14" fmla="*/ 469 w 790"/>
                <a:gd name="T15" fmla="*/ 51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0" h="534">
                  <a:moveTo>
                    <a:pt x="469" y="51"/>
                  </a:moveTo>
                  <a:cubicBezTo>
                    <a:pt x="469" y="51"/>
                    <a:pt x="522" y="188"/>
                    <a:pt x="497" y="277"/>
                  </a:cubicBezTo>
                  <a:cubicBezTo>
                    <a:pt x="473" y="366"/>
                    <a:pt x="219" y="379"/>
                    <a:pt x="41" y="300"/>
                  </a:cubicBezTo>
                  <a:cubicBezTo>
                    <a:pt x="15" y="363"/>
                    <a:pt x="0" y="409"/>
                    <a:pt x="0" y="409"/>
                  </a:cubicBezTo>
                  <a:cubicBezTo>
                    <a:pt x="0" y="409"/>
                    <a:pt x="287" y="534"/>
                    <a:pt x="417" y="503"/>
                  </a:cubicBezTo>
                  <a:cubicBezTo>
                    <a:pt x="546" y="472"/>
                    <a:pt x="702" y="379"/>
                    <a:pt x="702" y="379"/>
                  </a:cubicBezTo>
                  <a:cubicBezTo>
                    <a:pt x="702" y="379"/>
                    <a:pt x="773" y="171"/>
                    <a:pt x="781" y="85"/>
                  </a:cubicBezTo>
                  <a:cubicBezTo>
                    <a:pt x="790" y="0"/>
                    <a:pt x="469" y="51"/>
                    <a:pt x="469" y="51"/>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68" name="Freeform 337"/>
            <p:cNvSpPr>
              <a:spLocks/>
            </p:cNvSpPr>
            <p:nvPr/>
          </p:nvSpPr>
          <p:spPr bwMode="auto">
            <a:xfrm>
              <a:off x="4529138" y="1868487"/>
              <a:ext cx="1662113" cy="1044575"/>
            </a:xfrm>
            <a:custGeom>
              <a:avLst/>
              <a:gdLst>
                <a:gd name="T0" fmla="*/ 646 w 784"/>
                <a:gd name="T1" fmla="*/ 282 h 493"/>
                <a:gd name="T2" fmla="*/ 361 w 784"/>
                <a:gd name="T3" fmla="*/ 406 h 493"/>
                <a:gd name="T4" fmla="*/ 10 w 784"/>
                <a:gd name="T5" fmla="*/ 338 h 493"/>
                <a:gd name="T6" fmla="*/ 0 w 784"/>
                <a:gd name="T7" fmla="*/ 368 h 493"/>
                <a:gd name="T8" fmla="*/ 417 w 784"/>
                <a:gd name="T9" fmla="*/ 462 h 493"/>
                <a:gd name="T10" fmla="*/ 702 w 784"/>
                <a:gd name="T11" fmla="*/ 338 h 493"/>
                <a:gd name="T12" fmla="*/ 781 w 784"/>
                <a:gd name="T13" fmla="*/ 44 h 493"/>
                <a:gd name="T14" fmla="*/ 724 w 784"/>
                <a:gd name="T15" fmla="*/ 0 h 493"/>
                <a:gd name="T16" fmla="*/ 646 w 784"/>
                <a:gd name="T17" fmla="*/ 28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4" h="493">
                  <a:moveTo>
                    <a:pt x="646" y="282"/>
                  </a:moveTo>
                  <a:cubicBezTo>
                    <a:pt x="646" y="282"/>
                    <a:pt x="490" y="375"/>
                    <a:pt x="361" y="406"/>
                  </a:cubicBezTo>
                  <a:cubicBezTo>
                    <a:pt x="270" y="427"/>
                    <a:pt x="103" y="373"/>
                    <a:pt x="10" y="338"/>
                  </a:cubicBezTo>
                  <a:cubicBezTo>
                    <a:pt x="3" y="357"/>
                    <a:pt x="0" y="368"/>
                    <a:pt x="0" y="368"/>
                  </a:cubicBezTo>
                  <a:cubicBezTo>
                    <a:pt x="0" y="368"/>
                    <a:pt x="287" y="493"/>
                    <a:pt x="417" y="462"/>
                  </a:cubicBezTo>
                  <a:cubicBezTo>
                    <a:pt x="546" y="431"/>
                    <a:pt x="702" y="338"/>
                    <a:pt x="702" y="338"/>
                  </a:cubicBezTo>
                  <a:cubicBezTo>
                    <a:pt x="702" y="338"/>
                    <a:pt x="773" y="130"/>
                    <a:pt x="781" y="44"/>
                  </a:cubicBezTo>
                  <a:cubicBezTo>
                    <a:pt x="784" y="20"/>
                    <a:pt x="760" y="7"/>
                    <a:pt x="724" y="0"/>
                  </a:cubicBezTo>
                  <a:cubicBezTo>
                    <a:pt x="711" y="92"/>
                    <a:pt x="646" y="282"/>
                    <a:pt x="646" y="282"/>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69" name="Freeform 338"/>
            <p:cNvSpPr>
              <a:spLocks/>
            </p:cNvSpPr>
            <p:nvPr/>
          </p:nvSpPr>
          <p:spPr bwMode="auto">
            <a:xfrm>
              <a:off x="4729163" y="563562"/>
              <a:ext cx="109538" cy="227013"/>
            </a:xfrm>
            <a:custGeom>
              <a:avLst/>
              <a:gdLst>
                <a:gd name="T0" fmla="*/ 69 w 69"/>
                <a:gd name="T1" fmla="*/ 136 h 143"/>
                <a:gd name="T2" fmla="*/ 53 w 69"/>
                <a:gd name="T3" fmla="*/ 0 h 143"/>
                <a:gd name="T4" fmla="*/ 0 w 69"/>
                <a:gd name="T5" fmla="*/ 5 h 143"/>
                <a:gd name="T6" fmla="*/ 16 w 69"/>
                <a:gd name="T7" fmla="*/ 143 h 143"/>
                <a:gd name="T8" fmla="*/ 69 w 69"/>
                <a:gd name="T9" fmla="*/ 136 h 143"/>
              </a:gdLst>
              <a:ahLst/>
              <a:cxnLst>
                <a:cxn ang="0">
                  <a:pos x="T0" y="T1"/>
                </a:cxn>
                <a:cxn ang="0">
                  <a:pos x="T2" y="T3"/>
                </a:cxn>
                <a:cxn ang="0">
                  <a:pos x="T4" y="T5"/>
                </a:cxn>
                <a:cxn ang="0">
                  <a:pos x="T6" y="T7"/>
                </a:cxn>
                <a:cxn ang="0">
                  <a:pos x="T8" y="T9"/>
                </a:cxn>
              </a:cxnLst>
              <a:rect l="0" t="0" r="r" b="b"/>
              <a:pathLst>
                <a:path w="69" h="143">
                  <a:moveTo>
                    <a:pt x="69" y="136"/>
                  </a:moveTo>
                  <a:lnTo>
                    <a:pt x="53" y="0"/>
                  </a:lnTo>
                  <a:lnTo>
                    <a:pt x="0" y="5"/>
                  </a:lnTo>
                  <a:lnTo>
                    <a:pt x="16" y="143"/>
                  </a:lnTo>
                  <a:lnTo>
                    <a:pt x="69" y="136"/>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70" name="Freeform 339"/>
            <p:cNvSpPr>
              <a:spLocks/>
            </p:cNvSpPr>
            <p:nvPr/>
          </p:nvSpPr>
          <p:spPr bwMode="auto">
            <a:xfrm>
              <a:off x="4803775" y="455612"/>
              <a:ext cx="1439863" cy="1374775"/>
            </a:xfrm>
            <a:custGeom>
              <a:avLst/>
              <a:gdLst>
                <a:gd name="T0" fmla="*/ 356 w 680"/>
                <a:gd name="T1" fmla="*/ 513 h 649"/>
                <a:gd name="T2" fmla="*/ 444 w 680"/>
                <a:gd name="T3" fmla="*/ 303 h 649"/>
                <a:gd name="T4" fmla="*/ 10 w 680"/>
                <a:gd name="T5" fmla="*/ 158 h 649"/>
                <a:gd name="T6" fmla="*/ 0 w 680"/>
                <a:gd name="T7" fmla="*/ 42 h 649"/>
                <a:gd name="T8" fmla="*/ 427 w 680"/>
                <a:gd name="T9" fmla="*/ 64 h 649"/>
                <a:gd name="T10" fmla="*/ 668 w 680"/>
                <a:gd name="T11" fmla="*/ 260 h 649"/>
                <a:gd name="T12" fmla="*/ 665 w 680"/>
                <a:gd name="T13" fmla="*/ 564 h 649"/>
                <a:gd name="T14" fmla="*/ 356 w 680"/>
                <a:gd name="T15" fmla="*/ 513 h 6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649">
                  <a:moveTo>
                    <a:pt x="356" y="513"/>
                  </a:moveTo>
                  <a:cubicBezTo>
                    <a:pt x="356" y="513"/>
                    <a:pt x="443" y="395"/>
                    <a:pt x="444" y="303"/>
                  </a:cubicBezTo>
                  <a:cubicBezTo>
                    <a:pt x="444" y="211"/>
                    <a:pt x="203" y="130"/>
                    <a:pt x="10" y="158"/>
                  </a:cubicBezTo>
                  <a:cubicBezTo>
                    <a:pt x="2" y="91"/>
                    <a:pt x="0" y="42"/>
                    <a:pt x="0" y="42"/>
                  </a:cubicBezTo>
                  <a:cubicBezTo>
                    <a:pt x="0" y="42"/>
                    <a:pt x="310" y="0"/>
                    <a:pt x="427" y="64"/>
                  </a:cubicBezTo>
                  <a:cubicBezTo>
                    <a:pt x="543" y="129"/>
                    <a:pt x="668" y="260"/>
                    <a:pt x="668" y="260"/>
                  </a:cubicBezTo>
                  <a:cubicBezTo>
                    <a:pt x="668" y="260"/>
                    <a:pt x="680" y="479"/>
                    <a:pt x="665" y="564"/>
                  </a:cubicBezTo>
                  <a:cubicBezTo>
                    <a:pt x="651" y="649"/>
                    <a:pt x="356" y="513"/>
                    <a:pt x="356" y="513"/>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71" name="Freeform 340"/>
            <p:cNvSpPr>
              <a:spLocks/>
            </p:cNvSpPr>
            <p:nvPr/>
          </p:nvSpPr>
          <p:spPr bwMode="auto">
            <a:xfrm>
              <a:off x="4803775" y="455612"/>
              <a:ext cx="1439863" cy="1260475"/>
            </a:xfrm>
            <a:custGeom>
              <a:avLst/>
              <a:gdLst>
                <a:gd name="T0" fmla="*/ 599 w 680"/>
                <a:gd name="T1" fmla="*/ 299 h 595"/>
                <a:gd name="T2" fmla="*/ 358 w 680"/>
                <a:gd name="T3" fmla="*/ 103 h 595"/>
                <a:gd name="T4" fmla="*/ 2 w 680"/>
                <a:gd name="T5" fmla="*/ 74 h 595"/>
                <a:gd name="T6" fmla="*/ 0 w 680"/>
                <a:gd name="T7" fmla="*/ 42 h 595"/>
                <a:gd name="T8" fmla="*/ 427 w 680"/>
                <a:gd name="T9" fmla="*/ 64 h 595"/>
                <a:gd name="T10" fmla="*/ 668 w 680"/>
                <a:gd name="T11" fmla="*/ 260 h 595"/>
                <a:gd name="T12" fmla="*/ 665 w 680"/>
                <a:gd name="T13" fmla="*/ 564 h 595"/>
                <a:gd name="T14" fmla="*/ 598 w 680"/>
                <a:gd name="T15" fmla="*/ 591 h 595"/>
                <a:gd name="T16" fmla="*/ 599 w 680"/>
                <a:gd name="T17" fmla="*/ 299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0" h="595">
                  <a:moveTo>
                    <a:pt x="599" y="299"/>
                  </a:moveTo>
                  <a:cubicBezTo>
                    <a:pt x="599" y="299"/>
                    <a:pt x="474" y="167"/>
                    <a:pt x="358" y="103"/>
                  </a:cubicBezTo>
                  <a:cubicBezTo>
                    <a:pt x="276" y="58"/>
                    <a:pt x="100" y="65"/>
                    <a:pt x="2" y="74"/>
                  </a:cubicBezTo>
                  <a:cubicBezTo>
                    <a:pt x="0" y="54"/>
                    <a:pt x="0" y="42"/>
                    <a:pt x="0" y="42"/>
                  </a:cubicBezTo>
                  <a:cubicBezTo>
                    <a:pt x="0" y="42"/>
                    <a:pt x="310" y="0"/>
                    <a:pt x="427" y="64"/>
                  </a:cubicBezTo>
                  <a:cubicBezTo>
                    <a:pt x="543" y="129"/>
                    <a:pt x="668" y="260"/>
                    <a:pt x="668" y="260"/>
                  </a:cubicBezTo>
                  <a:cubicBezTo>
                    <a:pt x="668" y="260"/>
                    <a:pt x="680" y="479"/>
                    <a:pt x="665" y="564"/>
                  </a:cubicBezTo>
                  <a:cubicBezTo>
                    <a:pt x="661" y="588"/>
                    <a:pt x="634" y="595"/>
                    <a:pt x="598" y="591"/>
                  </a:cubicBezTo>
                  <a:cubicBezTo>
                    <a:pt x="610" y="499"/>
                    <a:pt x="599" y="299"/>
                    <a:pt x="599" y="29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72" name="Freeform 341"/>
            <p:cNvSpPr>
              <a:spLocks/>
            </p:cNvSpPr>
            <p:nvPr/>
          </p:nvSpPr>
          <p:spPr bwMode="auto">
            <a:xfrm>
              <a:off x="4144963" y="565150"/>
              <a:ext cx="608013" cy="407988"/>
            </a:xfrm>
            <a:custGeom>
              <a:avLst/>
              <a:gdLst>
                <a:gd name="T0" fmla="*/ 280 w 287"/>
                <a:gd name="T1" fmla="*/ 31 h 192"/>
                <a:gd name="T2" fmla="*/ 141 w 287"/>
                <a:gd name="T3" fmla="*/ 5 h 192"/>
                <a:gd name="T4" fmla="*/ 74 w 287"/>
                <a:gd name="T5" fmla="*/ 34 h 192"/>
                <a:gd name="T6" fmla="*/ 12 w 287"/>
                <a:gd name="T7" fmla="*/ 83 h 192"/>
                <a:gd name="T8" fmla="*/ 17 w 287"/>
                <a:gd name="T9" fmla="*/ 84 h 192"/>
                <a:gd name="T10" fmla="*/ 1 w 287"/>
                <a:gd name="T11" fmla="*/ 103 h 192"/>
                <a:gd name="T12" fmla="*/ 23 w 287"/>
                <a:gd name="T13" fmla="*/ 107 h 192"/>
                <a:gd name="T14" fmla="*/ 4 w 287"/>
                <a:gd name="T15" fmla="*/ 132 h 192"/>
                <a:gd name="T16" fmla="*/ 37 w 287"/>
                <a:gd name="T17" fmla="*/ 135 h 192"/>
                <a:gd name="T18" fmla="*/ 21 w 287"/>
                <a:gd name="T19" fmla="*/ 161 h 192"/>
                <a:gd name="T20" fmla="*/ 57 w 287"/>
                <a:gd name="T21" fmla="*/ 163 h 192"/>
                <a:gd name="T22" fmla="*/ 146 w 287"/>
                <a:gd name="T23" fmla="*/ 127 h 192"/>
                <a:gd name="T24" fmla="*/ 79 w 287"/>
                <a:gd name="T25" fmla="*/ 166 h 192"/>
                <a:gd name="T26" fmla="*/ 109 w 287"/>
                <a:gd name="T27" fmla="*/ 177 h 192"/>
                <a:gd name="T28" fmla="*/ 208 w 287"/>
                <a:gd name="T29" fmla="*/ 147 h 192"/>
                <a:gd name="T30" fmla="*/ 287 w 287"/>
                <a:gd name="T31" fmla="*/ 96 h 192"/>
                <a:gd name="T32" fmla="*/ 280 w 287"/>
                <a:gd name="T33" fmla="*/ 3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7" h="192">
                  <a:moveTo>
                    <a:pt x="280" y="31"/>
                  </a:moveTo>
                  <a:cubicBezTo>
                    <a:pt x="280" y="31"/>
                    <a:pt x="180" y="9"/>
                    <a:pt x="141" y="5"/>
                  </a:cubicBezTo>
                  <a:cubicBezTo>
                    <a:pt x="101" y="0"/>
                    <a:pt x="103" y="15"/>
                    <a:pt x="74" y="34"/>
                  </a:cubicBezTo>
                  <a:cubicBezTo>
                    <a:pt x="44" y="53"/>
                    <a:pt x="14" y="67"/>
                    <a:pt x="12" y="83"/>
                  </a:cubicBezTo>
                  <a:cubicBezTo>
                    <a:pt x="17" y="84"/>
                    <a:pt x="17" y="84"/>
                    <a:pt x="17" y="84"/>
                  </a:cubicBezTo>
                  <a:cubicBezTo>
                    <a:pt x="17" y="84"/>
                    <a:pt x="1" y="90"/>
                    <a:pt x="1" y="103"/>
                  </a:cubicBezTo>
                  <a:cubicBezTo>
                    <a:pt x="0" y="115"/>
                    <a:pt x="14" y="109"/>
                    <a:pt x="23" y="107"/>
                  </a:cubicBezTo>
                  <a:cubicBezTo>
                    <a:pt x="5" y="114"/>
                    <a:pt x="1" y="123"/>
                    <a:pt x="4" y="132"/>
                  </a:cubicBezTo>
                  <a:cubicBezTo>
                    <a:pt x="7" y="141"/>
                    <a:pt x="23" y="140"/>
                    <a:pt x="37" y="135"/>
                  </a:cubicBezTo>
                  <a:cubicBezTo>
                    <a:pt x="22" y="141"/>
                    <a:pt x="19" y="153"/>
                    <a:pt x="21" y="161"/>
                  </a:cubicBezTo>
                  <a:cubicBezTo>
                    <a:pt x="22" y="169"/>
                    <a:pt x="35" y="177"/>
                    <a:pt x="57" y="163"/>
                  </a:cubicBezTo>
                  <a:cubicBezTo>
                    <a:pt x="79" y="150"/>
                    <a:pt x="146" y="127"/>
                    <a:pt x="146" y="127"/>
                  </a:cubicBezTo>
                  <a:cubicBezTo>
                    <a:pt x="146" y="127"/>
                    <a:pt x="84" y="164"/>
                    <a:pt x="79" y="166"/>
                  </a:cubicBezTo>
                  <a:cubicBezTo>
                    <a:pt x="75" y="168"/>
                    <a:pt x="79" y="192"/>
                    <a:pt x="109" y="177"/>
                  </a:cubicBezTo>
                  <a:cubicBezTo>
                    <a:pt x="139" y="162"/>
                    <a:pt x="178" y="158"/>
                    <a:pt x="208" y="147"/>
                  </a:cubicBezTo>
                  <a:cubicBezTo>
                    <a:pt x="238" y="137"/>
                    <a:pt x="281" y="115"/>
                    <a:pt x="287" y="96"/>
                  </a:cubicBezTo>
                  <a:cubicBezTo>
                    <a:pt x="281" y="43"/>
                    <a:pt x="280" y="31"/>
                    <a:pt x="280" y="31"/>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73" name="Freeform 342"/>
            <p:cNvSpPr>
              <a:spLocks/>
            </p:cNvSpPr>
            <p:nvPr/>
          </p:nvSpPr>
          <p:spPr bwMode="auto">
            <a:xfrm>
              <a:off x="3940175" y="2128837"/>
              <a:ext cx="588963" cy="441325"/>
            </a:xfrm>
            <a:custGeom>
              <a:avLst/>
              <a:gdLst>
                <a:gd name="T0" fmla="*/ 253 w 278"/>
                <a:gd name="T1" fmla="*/ 208 h 208"/>
                <a:gd name="T2" fmla="*/ 112 w 278"/>
                <a:gd name="T3" fmla="*/ 196 h 208"/>
                <a:gd name="T4" fmla="*/ 55 w 278"/>
                <a:gd name="T5" fmla="*/ 149 h 208"/>
                <a:gd name="T6" fmla="*/ 9 w 278"/>
                <a:gd name="T7" fmla="*/ 86 h 208"/>
                <a:gd name="T8" fmla="*/ 14 w 278"/>
                <a:gd name="T9" fmla="*/ 86 h 208"/>
                <a:gd name="T10" fmla="*/ 3 w 278"/>
                <a:gd name="T11" fmla="*/ 64 h 208"/>
                <a:gd name="T12" fmla="*/ 26 w 278"/>
                <a:gd name="T13" fmla="*/ 66 h 208"/>
                <a:gd name="T14" fmla="*/ 14 w 278"/>
                <a:gd name="T15" fmla="*/ 37 h 208"/>
                <a:gd name="T16" fmla="*/ 47 w 278"/>
                <a:gd name="T17" fmla="*/ 43 h 208"/>
                <a:gd name="T18" fmla="*/ 39 w 278"/>
                <a:gd name="T19" fmla="*/ 13 h 208"/>
                <a:gd name="T20" fmla="*/ 74 w 278"/>
                <a:gd name="T21" fmla="*/ 21 h 208"/>
                <a:gd name="T22" fmla="*/ 150 w 278"/>
                <a:gd name="T23" fmla="*/ 79 h 208"/>
                <a:gd name="T24" fmla="*/ 96 w 278"/>
                <a:gd name="T25" fmla="*/ 24 h 208"/>
                <a:gd name="T26" fmla="*/ 128 w 278"/>
                <a:gd name="T27" fmla="*/ 22 h 208"/>
                <a:gd name="T28" fmla="*/ 215 w 278"/>
                <a:gd name="T29" fmla="*/ 77 h 208"/>
                <a:gd name="T30" fmla="*/ 278 w 278"/>
                <a:gd name="T31" fmla="*/ 147 h 208"/>
                <a:gd name="T32" fmla="*/ 253 w 278"/>
                <a:gd name="T33"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8" h="208">
                  <a:moveTo>
                    <a:pt x="253" y="208"/>
                  </a:moveTo>
                  <a:cubicBezTo>
                    <a:pt x="253" y="208"/>
                    <a:pt x="151" y="202"/>
                    <a:pt x="112" y="196"/>
                  </a:cubicBezTo>
                  <a:cubicBezTo>
                    <a:pt x="73" y="190"/>
                    <a:pt x="79" y="176"/>
                    <a:pt x="55" y="149"/>
                  </a:cubicBezTo>
                  <a:cubicBezTo>
                    <a:pt x="32" y="123"/>
                    <a:pt x="7" y="102"/>
                    <a:pt x="9" y="86"/>
                  </a:cubicBezTo>
                  <a:cubicBezTo>
                    <a:pt x="14" y="86"/>
                    <a:pt x="14" y="86"/>
                    <a:pt x="14" y="86"/>
                  </a:cubicBezTo>
                  <a:cubicBezTo>
                    <a:pt x="14" y="86"/>
                    <a:pt x="0" y="76"/>
                    <a:pt x="3" y="64"/>
                  </a:cubicBezTo>
                  <a:cubicBezTo>
                    <a:pt x="6" y="52"/>
                    <a:pt x="19" y="61"/>
                    <a:pt x="26" y="66"/>
                  </a:cubicBezTo>
                  <a:cubicBezTo>
                    <a:pt x="11" y="54"/>
                    <a:pt x="9" y="45"/>
                    <a:pt x="14" y="37"/>
                  </a:cubicBezTo>
                  <a:cubicBezTo>
                    <a:pt x="20" y="29"/>
                    <a:pt x="35" y="35"/>
                    <a:pt x="47" y="43"/>
                  </a:cubicBezTo>
                  <a:cubicBezTo>
                    <a:pt x="34" y="33"/>
                    <a:pt x="35" y="20"/>
                    <a:pt x="39" y="13"/>
                  </a:cubicBezTo>
                  <a:cubicBezTo>
                    <a:pt x="42" y="6"/>
                    <a:pt x="57" y="2"/>
                    <a:pt x="74" y="21"/>
                  </a:cubicBezTo>
                  <a:cubicBezTo>
                    <a:pt x="92" y="40"/>
                    <a:pt x="150" y="79"/>
                    <a:pt x="150" y="79"/>
                  </a:cubicBezTo>
                  <a:cubicBezTo>
                    <a:pt x="150" y="79"/>
                    <a:pt x="101" y="28"/>
                    <a:pt x="96" y="24"/>
                  </a:cubicBezTo>
                  <a:cubicBezTo>
                    <a:pt x="92" y="21"/>
                    <a:pt x="103" y="0"/>
                    <a:pt x="128" y="22"/>
                  </a:cubicBezTo>
                  <a:cubicBezTo>
                    <a:pt x="152" y="44"/>
                    <a:pt x="189" y="59"/>
                    <a:pt x="215" y="77"/>
                  </a:cubicBezTo>
                  <a:cubicBezTo>
                    <a:pt x="241" y="95"/>
                    <a:pt x="276" y="128"/>
                    <a:pt x="278" y="147"/>
                  </a:cubicBezTo>
                  <a:cubicBezTo>
                    <a:pt x="258" y="197"/>
                    <a:pt x="253" y="208"/>
                    <a:pt x="253" y="208"/>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74" name="Freeform 343"/>
            <p:cNvSpPr>
              <a:spLocks/>
            </p:cNvSpPr>
            <p:nvPr/>
          </p:nvSpPr>
          <p:spPr bwMode="auto">
            <a:xfrm>
              <a:off x="5287963" y="1214437"/>
              <a:ext cx="492125" cy="1063625"/>
            </a:xfrm>
            <a:custGeom>
              <a:avLst/>
              <a:gdLst>
                <a:gd name="T0" fmla="*/ 36 w 232"/>
                <a:gd name="T1" fmla="*/ 65 h 502"/>
                <a:gd name="T2" fmla="*/ 0 w 232"/>
                <a:gd name="T3" fmla="*/ 128 h 502"/>
                <a:gd name="T4" fmla="*/ 0 w 232"/>
                <a:gd name="T5" fmla="*/ 403 h 502"/>
                <a:gd name="T6" fmla="*/ 37 w 232"/>
                <a:gd name="T7" fmla="*/ 461 h 502"/>
                <a:gd name="T8" fmla="*/ 164 w 232"/>
                <a:gd name="T9" fmla="*/ 496 h 502"/>
                <a:gd name="T10" fmla="*/ 207 w 232"/>
                <a:gd name="T11" fmla="*/ 459 h 502"/>
                <a:gd name="T12" fmla="*/ 228 w 232"/>
                <a:gd name="T13" fmla="*/ 311 h 502"/>
                <a:gd name="T14" fmla="*/ 229 w 232"/>
                <a:gd name="T15" fmla="*/ 217 h 502"/>
                <a:gd name="T16" fmla="*/ 208 w 232"/>
                <a:gd name="T17" fmla="*/ 41 h 502"/>
                <a:gd name="T18" fmla="*/ 166 w 232"/>
                <a:gd name="T19" fmla="*/ 9 h 502"/>
                <a:gd name="T20" fmla="*/ 36 w 232"/>
                <a:gd name="T21" fmla="*/ 6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2" h="502">
                  <a:moveTo>
                    <a:pt x="36" y="65"/>
                  </a:moveTo>
                  <a:cubicBezTo>
                    <a:pt x="16" y="73"/>
                    <a:pt x="0" y="102"/>
                    <a:pt x="0" y="128"/>
                  </a:cubicBezTo>
                  <a:cubicBezTo>
                    <a:pt x="0" y="403"/>
                    <a:pt x="0" y="403"/>
                    <a:pt x="0" y="403"/>
                  </a:cubicBezTo>
                  <a:cubicBezTo>
                    <a:pt x="0" y="430"/>
                    <a:pt x="16" y="456"/>
                    <a:pt x="37" y="461"/>
                  </a:cubicBezTo>
                  <a:cubicBezTo>
                    <a:pt x="164" y="496"/>
                    <a:pt x="164" y="496"/>
                    <a:pt x="164" y="496"/>
                  </a:cubicBezTo>
                  <a:cubicBezTo>
                    <a:pt x="184" y="502"/>
                    <a:pt x="204" y="485"/>
                    <a:pt x="207" y="459"/>
                  </a:cubicBezTo>
                  <a:cubicBezTo>
                    <a:pt x="228" y="311"/>
                    <a:pt x="228" y="311"/>
                    <a:pt x="228" y="311"/>
                  </a:cubicBezTo>
                  <a:cubicBezTo>
                    <a:pt x="231" y="285"/>
                    <a:pt x="232" y="243"/>
                    <a:pt x="229" y="217"/>
                  </a:cubicBezTo>
                  <a:cubicBezTo>
                    <a:pt x="208" y="41"/>
                    <a:pt x="208" y="41"/>
                    <a:pt x="208" y="41"/>
                  </a:cubicBezTo>
                  <a:cubicBezTo>
                    <a:pt x="205" y="15"/>
                    <a:pt x="186" y="0"/>
                    <a:pt x="166" y="9"/>
                  </a:cubicBezTo>
                  <a:lnTo>
                    <a:pt x="36" y="65"/>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75" name="Oval 344"/>
            <p:cNvSpPr>
              <a:spLocks noChangeArrowheads="1"/>
            </p:cNvSpPr>
            <p:nvPr/>
          </p:nvSpPr>
          <p:spPr bwMode="auto">
            <a:xfrm>
              <a:off x="5408613" y="1339850"/>
              <a:ext cx="960438" cy="881063"/>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76" name="Freeform 345"/>
            <p:cNvSpPr>
              <a:spLocks/>
            </p:cNvSpPr>
            <p:nvPr/>
          </p:nvSpPr>
          <p:spPr bwMode="auto">
            <a:xfrm>
              <a:off x="5408613" y="1584325"/>
              <a:ext cx="960438" cy="636588"/>
            </a:xfrm>
            <a:custGeom>
              <a:avLst/>
              <a:gdLst>
                <a:gd name="T0" fmla="*/ 249 w 453"/>
                <a:gd name="T1" fmla="*/ 192 h 300"/>
                <a:gd name="T2" fmla="*/ 24 w 453"/>
                <a:gd name="T3" fmla="*/ 0 h 300"/>
                <a:gd name="T4" fmla="*/ 0 w 453"/>
                <a:gd name="T5" fmla="*/ 92 h 300"/>
                <a:gd name="T6" fmla="*/ 227 w 453"/>
                <a:gd name="T7" fmla="*/ 300 h 300"/>
                <a:gd name="T8" fmla="*/ 453 w 453"/>
                <a:gd name="T9" fmla="*/ 92 h 300"/>
                <a:gd name="T10" fmla="*/ 452 w 453"/>
                <a:gd name="T11" fmla="*/ 76 h 300"/>
                <a:gd name="T12" fmla="*/ 249 w 453"/>
                <a:gd name="T13" fmla="*/ 192 h 300"/>
              </a:gdLst>
              <a:ahLst/>
              <a:cxnLst>
                <a:cxn ang="0">
                  <a:pos x="T0" y="T1"/>
                </a:cxn>
                <a:cxn ang="0">
                  <a:pos x="T2" y="T3"/>
                </a:cxn>
                <a:cxn ang="0">
                  <a:pos x="T4" y="T5"/>
                </a:cxn>
                <a:cxn ang="0">
                  <a:pos x="T6" y="T7"/>
                </a:cxn>
                <a:cxn ang="0">
                  <a:pos x="T8" y="T9"/>
                </a:cxn>
                <a:cxn ang="0">
                  <a:pos x="T10" y="T11"/>
                </a:cxn>
                <a:cxn ang="0">
                  <a:pos x="T12" y="T13"/>
                </a:cxn>
              </a:cxnLst>
              <a:rect l="0" t="0" r="r" b="b"/>
              <a:pathLst>
                <a:path w="453" h="300">
                  <a:moveTo>
                    <a:pt x="249" y="192"/>
                  </a:moveTo>
                  <a:cubicBezTo>
                    <a:pt x="130" y="192"/>
                    <a:pt x="33" y="108"/>
                    <a:pt x="24" y="0"/>
                  </a:cubicBezTo>
                  <a:cubicBezTo>
                    <a:pt x="9" y="28"/>
                    <a:pt x="0" y="59"/>
                    <a:pt x="0" y="92"/>
                  </a:cubicBezTo>
                  <a:cubicBezTo>
                    <a:pt x="0" y="207"/>
                    <a:pt x="102" y="300"/>
                    <a:pt x="227" y="300"/>
                  </a:cubicBezTo>
                  <a:cubicBezTo>
                    <a:pt x="352" y="300"/>
                    <a:pt x="453" y="207"/>
                    <a:pt x="453" y="92"/>
                  </a:cubicBezTo>
                  <a:cubicBezTo>
                    <a:pt x="453" y="87"/>
                    <a:pt x="453" y="81"/>
                    <a:pt x="452" y="76"/>
                  </a:cubicBezTo>
                  <a:cubicBezTo>
                    <a:pt x="416" y="145"/>
                    <a:pt x="338" y="192"/>
                    <a:pt x="249" y="192"/>
                  </a:cubicBez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77" name="Freeform 346"/>
            <p:cNvSpPr>
              <a:spLocks/>
            </p:cNvSpPr>
            <p:nvPr/>
          </p:nvSpPr>
          <p:spPr bwMode="auto">
            <a:xfrm>
              <a:off x="2363788" y="704850"/>
              <a:ext cx="461963" cy="392113"/>
            </a:xfrm>
            <a:custGeom>
              <a:avLst/>
              <a:gdLst>
                <a:gd name="T0" fmla="*/ 0 w 218"/>
                <a:gd name="T1" fmla="*/ 5 h 185"/>
                <a:gd name="T2" fmla="*/ 216 w 218"/>
                <a:gd name="T3" fmla="*/ 185 h 185"/>
                <a:gd name="T4" fmla="*/ 213 w 218"/>
                <a:gd name="T5" fmla="*/ 174 h 185"/>
                <a:gd name="T6" fmla="*/ 4 w 218"/>
                <a:gd name="T7" fmla="*/ 0 h 185"/>
                <a:gd name="T8" fmla="*/ 0 w 218"/>
                <a:gd name="T9" fmla="*/ 5 h 185"/>
              </a:gdLst>
              <a:ahLst/>
              <a:cxnLst>
                <a:cxn ang="0">
                  <a:pos x="T0" y="T1"/>
                </a:cxn>
                <a:cxn ang="0">
                  <a:pos x="T2" y="T3"/>
                </a:cxn>
                <a:cxn ang="0">
                  <a:pos x="T4" y="T5"/>
                </a:cxn>
                <a:cxn ang="0">
                  <a:pos x="T6" y="T7"/>
                </a:cxn>
                <a:cxn ang="0">
                  <a:pos x="T8" y="T9"/>
                </a:cxn>
              </a:cxnLst>
              <a:rect l="0" t="0" r="r" b="b"/>
              <a:pathLst>
                <a:path w="218" h="185">
                  <a:moveTo>
                    <a:pt x="0" y="5"/>
                  </a:moveTo>
                  <a:cubicBezTo>
                    <a:pt x="216" y="185"/>
                    <a:pt x="216" y="185"/>
                    <a:pt x="216" y="185"/>
                  </a:cubicBezTo>
                  <a:cubicBezTo>
                    <a:pt x="218" y="182"/>
                    <a:pt x="216" y="178"/>
                    <a:pt x="213" y="174"/>
                  </a:cubicBezTo>
                  <a:cubicBezTo>
                    <a:pt x="4" y="0"/>
                    <a:pt x="4" y="0"/>
                    <a:pt x="4" y="0"/>
                  </a:cubicBezTo>
                  <a:lnTo>
                    <a:pt x="0" y="5"/>
                  </a:lnTo>
                  <a:close/>
                </a:path>
              </a:pathLst>
            </a:custGeom>
            <a:solidFill>
              <a:srgbClr val="F9A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78" name="Freeform 347"/>
            <p:cNvSpPr>
              <a:spLocks/>
            </p:cNvSpPr>
            <p:nvPr/>
          </p:nvSpPr>
          <p:spPr bwMode="auto">
            <a:xfrm>
              <a:off x="2373313" y="679450"/>
              <a:ext cx="474663" cy="403225"/>
            </a:xfrm>
            <a:custGeom>
              <a:avLst/>
              <a:gdLst>
                <a:gd name="T0" fmla="*/ 10 w 224"/>
                <a:gd name="T1" fmla="*/ 0 h 190"/>
                <a:gd name="T2" fmla="*/ 0 w 224"/>
                <a:gd name="T3" fmla="*/ 12 h 190"/>
                <a:gd name="T4" fmla="*/ 209 w 224"/>
                <a:gd name="T5" fmla="*/ 186 h 190"/>
                <a:gd name="T6" fmla="*/ 209 w 224"/>
                <a:gd name="T7" fmla="*/ 186 h 190"/>
                <a:gd name="T8" fmla="*/ 209 w 224"/>
                <a:gd name="T9" fmla="*/ 186 h 190"/>
                <a:gd name="T10" fmla="*/ 222 w 224"/>
                <a:gd name="T11" fmla="*/ 187 h 190"/>
                <a:gd name="T12" fmla="*/ 219 w 224"/>
                <a:gd name="T13" fmla="*/ 174 h 190"/>
                <a:gd name="T14" fmla="*/ 219 w 224"/>
                <a:gd name="T15" fmla="*/ 175 h 190"/>
                <a:gd name="T16" fmla="*/ 219 w 224"/>
                <a:gd name="T17" fmla="*/ 174 h 190"/>
                <a:gd name="T18" fmla="*/ 219 w 224"/>
                <a:gd name="T19" fmla="*/ 174 h 190"/>
                <a:gd name="T20" fmla="*/ 10 w 224"/>
                <a:gd name="T2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 h="190">
                  <a:moveTo>
                    <a:pt x="10" y="0"/>
                  </a:moveTo>
                  <a:cubicBezTo>
                    <a:pt x="0" y="12"/>
                    <a:pt x="0" y="12"/>
                    <a:pt x="0" y="12"/>
                  </a:cubicBezTo>
                  <a:cubicBezTo>
                    <a:pt x="209" y="186"/>
                    <a:pt x="209" y="186"/>
                    <a:pt x="209" y="186"/>
                  </a:cubicBezTo>
                  <a:cubicBezTo>
                    <a:pt x="209" y="186"/>
                    <a:pt x="209" y="186"/>
                    <a:pt x="209" y="186"/>
                  </a:cubicBezTo>
                  <a:cubicBezTo>
                    <a:pt x="209" y="186"/>
                    <a:pt x="209" y="186"/>
                    <a:pt x="209" y="186"/>
                  </a:cubicBezTo>
                  <a:cubicBezTo>
                    <a:pt x="213" y="189"/>
                    <a:pt x="219" y="190"/>
                    <a:pt x="222" y="187"/>
                  </a:cubicBezTo>
                  <a:cubicBezTo>
                    <a:pt x="224" y="184"/>
                    <a:pt x="223" y="179"/>
                    <a:pt x="219" y="174"/>
                  </a:cubicBezTo>
                  <a:cubicBezTo>
                    <a:pt x="219" y="175"/>
                    <a:pt x="219" y="175"/>
                    <a:pt x="219" y="175"/>
                  </a:cubicBezTo>
                  <a:cubicBezTo>
                    <a:pt x="219" y="174"/>
                    <a:pt x="219" y="174"/>
                    <a:pt x="219" y="174"/>
                  </a:cubicBezTo>
                  <a:cubicBezTo>
                    <a:pt x="219" y="174"/>
                    <a:pt x="219" y="174"/>
                    <a:pt x="219" y="174"/>
                  </a:cubicBezTo>
                  <a:lnTo>
                    <a:pt x="10" y="0"/>
                  </a:lnTo>
                  <a:close/>
                </a:path>
              </a:pathLst>
            </a:custGeom>
            <a:solidFill>
              <a:srgbClr val="F5E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79" name="Freeform 348"/>
            <p:cNvSpPr>
              <a:spLocks/>
            </p:cNvSpPr>
            <p:nvPr/>
          </p:nvSpPr>
          <p:spPr bwMode="auto">
            <a:xfrm>
              <a:off x="2393950" y="669925"/>
              <a:ext cx="468313" cy="387350"/>
            </a:xfrm>
            <a:custGeom>
              <a:avLst/>
              <a:gdLst>
                <a:gd name="T0" fmla="*/ 209 w 221"/>
                <a:gd name="T1" fmla="*/ 179 h 183"/>
                <a:gd name="T2" fmla="*/ 221 w 221"/>
                <a:gd name="T3" fmla="*/ 181 h 183"/>
                <a:gd name="T4" fmla="*/ 4 w 221"/>
                <a:gd name="T5" fmla="*/ 0 h 183"/>
                <a:gd name="T6" fmla="*/ 0 w 221"/>
                <a:gd name="T7" fmla="*/ 5 h 183"/>
                <a:gd name="T8" fmla="*/ 209 w 221"/>
                <a:gd name="T9" fmla="*/ 179 h 183"/>
              </a:gdLst>
              <a:ahLst/>
              <a:cxnLst>
                <a:cxn ang="0">
                  <a:pos x="T0" y="T1"/>
                </a:cxn>
                <a:cxn ang="0">
                  <a:pos x="T2" y="T3"/>
                </a:cxn>
                <a:cxn ang="0">
                  <a:pos x="T4" y="T5"/>
                </a:cxn>
                <a:cxn ang="0">
                  <a:pos x="T6" y="T7"/>
                </a:cxn>
                <a:cxn ang="0">
                  <a:pos x="T8" y="T9"/>
                </a:cxn>
              </a:cxnLst>
              <a:rect l="0" t="0" r="r" b="b"/>
              <a:pathLst>
                <a:path w="221" h="183">
                  <a:moveTo>
                    <a:pt x="209" y="179"/>
                  </a:moveTo>
                  <a:cubicBezTo>
                    <a:pt x="213" y="182"/>
                    <a:pt x="218" y="183"/>
                    <a:pt x="221" y="181"/>
                  </a:cubicBezTo>
                  <a:cubicBezTo>
                    <a:pt x="4" y="0"/>
                    <a:pt x="4" y="0"/>
                    <a:pt x="4" y="0"/>
                  </a:cubicBezTo>
                  <a:cubicBezTo>
                    <a:pt x="0" y="5"/>
                    <a:pt x="0" y="5"/>
                    <a:pt x="0" y="5"/>
                  </a:cubicBezTo>
                  <a:lnTo>
                    <a:pt x="209" y="179"/>
                  </a:lnTo>
                  <a:close/>
                </a:path>
              </a:pathLst>
            </a:custGeom>
            <a:solidFill>
              <a:srgbClr val="F9A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80" name="Freeform 349"/>
            <p:cNvSpPr>
              <a:spLocks/>
            </p:cNvSpPr>
            <p:nvPr/>
          </p:nvSpPr>
          <p:spPr bwMode="auto">
            <a:xfrm>
              <a:off x="2816225" y="1049337"/>
              <a:ext cx="69850" cy="63500"/>
            </a:xfrm>
            <a:custGeom>
              <a:avLst/>
              <a:gdLst>
                <a:gd name="T0" fmla="*/ 22 w 33"/>
                <a:gd name="T1" fmla="*/ 2 h 30"/>
                <a:gd name="T2" fmla="*/ 10 w 33"/>
                <a:gd name="T3" fmla="*/ 0 h 30"/>
                <a:gd name="T4" fmla="*/ 10 w 33"/>
                <a:gd name="T5" fmla="*/ 0 h 30"/>
                <a:gd name="T6" fmla="*/ 10 w 33"/>
                <a:gd name="T7" fmla="*/ 1 h 30"/>
                <a:gd name="T8" fmla="*/ 10 w 33"/>
                <a:gd name="T9" fmla="*/ 0 h 30"/>
                <a:gd name="T10" fmla="*/ 13 w 33"/>
                <a:gd name="T11" fmla="*/ 13 h 30"/>
                <a:gd name="T12" fmla="*/ 0 w 33"/>
                <a:gd name="T13" fmla="*/ 12 h 30"/>
                <a:gd name="T14" fmla="*/ 0 w 33"/>
                <a:gd name="T15" fmla="*/ 12 h 30"/>
                <a:gd name="T16" fmla="*/ 0 w 33"/>
                <a:gd name="T17" fmla="*/ 12 h 30"/>
                <a:gd name="T18" fmla="*/ 3 w 33"/>
                <a:gd name="T19" fmla="*/ 24 h 30"/>
                <a:gd name="T20" fmla="*/ 33 w 33"/>
                <a:gd name="T21" fmla="*/ 30 h 30"/>
                <a:gd name="T22" fmla="*/ 22 w 33"/>
                <a:gd name="T23"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0">
                  <a:moveTo>
                    <a:pt x="22" y="2"/>
                  </a:moveTo>
                  <a:cubicBezTo>
                    <a:pt x="19" y="4"/>
                    <a:pt x="14" y="3"/>
                    <a:pt x="10" y="0"/>
                  </a:cubicBezTo>
                  <a:cubicBezTo>
                    <a:pt x="10" y="0"/>
                    <a:pt x="10" y="0"/>
                    <a:pt x="10" y="0"/>
                  </a:cubicBezTo>
                  <a:cubicBezTo>
                    <a:pt x="10" y="1"/>
                    <a:pt x="10" y="1"/>
                    <a:pt x="10" y="1"/>
                  </a:cubicBezTo>
                  <a:cubicBezTo>
                    <a:pt x="10" y="0"/>
                    <a:pt x="10" y="0"/>
                    <a:pt x="10" y="0"/>
                  </a:cubicBezTo>
                  <a:cubicBezTo>
                    <a:pt x="14" y="5"/>
                    <a:pt x="15" y="10"/>
                    <a:pt x="13" y="13"/>
                  </a:cubicBezTo>
                  <a:cubicBezTo>
                    <a:pt x="10" y="16"/>
                    <a:pt x="4" y="15"/>
                    <a:pt x="0" y="12"/>
                  </a:cubicBezTo>
                  <a:cubicBezTo>
                    <a:pt x="0" y="12"/>
                    <a:pt x="0" y="12"/>
                    <a:pt x="0" y="12"/>
                  </a:cubicBezTo>
                  <a:cubicBezTo>
                    <a:pt x="0" y="12"/>
                    <a:pt x="0" y="12"/>
                    <a:pt x="0" y="12"/>
                  </a:cubicBezTo>
                  <a:cubicBezTo>
                    <a:pt x="3" y="16"/>
                    <a:pt x="5" y="20"/>
                    <a:pt x="3" y="24"/>
                  </a:cubicBezTo>
                  <a:cubicBezTo>
                    <a:pt x="33" y="30"/>
                    <a:pt x="33" y="30"/>
                    <a:pt x="33" y="30"/>
                  </a:cubicBezTo>
                  <a:lnTo>
                    <a:pt x="22" y="2"/>
                  </a:lnTo>
                  <a:close/>
                </a:path>
              </a:pathLst>
            </a:custGeom>
            <a:solidFill>
              <a:srgbClr val="F0B1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81" name="Freeform 350"/>
            <p:cNvSpPr>
              <a:spLocks/>
            </p:cNvSpPr>
            <p:nvPr/>
          </p:nvSpPr>
          <p:spPr bwMode="auto">
            <a:xfrm>
              <a:off x="2854325" y="1082675"/>
              <a:ext cx="31750" cy="30163"/>
            </a:xfrm>
            <a:custGeom>
              <a:avLst/>
              <a:gdLst>
                <a:gd name="T0" fmla="*/ 0 w 15"/>
                <a:gd name="T1" fmla="*/ 11 h 14"/>
                <a:gd name="T2" fmla="*/ 15 w 15"/>
                <a:gd name="T3" fmla="*/ 14 h 14"/>
                <a:gd name="T4" fmla="*/ 9 w 15"/>
                <a:gd name="T5" fmla="*/ 0 h 14"/>
                <a:gd name="T6" fmla="*/ 4 w 15"/>
                <a:gd name="T7" fmla="*/ 5 h 14"/>
                <a:gd name="T8" fmla="*/ 0 w 15"/>
                <a:gd name="T9" fmla="*/ 11 h 14"/>
              </a:gdLst>
              <a:ahLst/>
              <a:cxnLst>
                <a:cxn ang="0">
                  <a:pos x="T0" y="T1"/>
                </a:cxn>
                <a:cxn ang="0">
                  <a:pos x="T2" y="T3"/>
                </a:cxn>
                <a:cxn ang="0">
                  <a:pos x="T4" y="T5"/>
                </a:cxn>
                <a:cxn ang="0">
                  <a:pos x="T6" y="T7"/>
                </a:cxn>
                <a:cxn ang="0">
                  <a:pos x="T8" y="T9"/>
                </a:cxn>
              </a:cxnLst>
              <a:rect l="0" t="0" r="r" b="b"/>
              <a:pathLst>
                <a:path w="15" h="14">
                  <a:moveTo>
                    <a:pt x="0" y="11"/>
                  </a:moveTo>
                  <a:cubicBezTo>
                    <a:pt x="15" y="14"/>
                    <a:pt x="15" y="14"/>
                    <a:pt x="15" y="14"/>
                  </a:cubicBezTo>
                  <a:cubicBezTo>
                    <a:pt x="9" y="0"/>
                    <a:pt x="9" y="0"/>
                    <a:pt x="9" y="0"/>
                  </a:cubicBezTo>
                  <a:cubicBezTo>
                    <a:pt x="7" y="2"/>
                    <a:pt x="5" y="3"/>
                    <a:pt x="4" y="5"/>
                  </a:cubicBezTo>
                  <a:cubicBezTo>
                    <a:pt x="2" y="7"/>
                    <a:pt x="1" y="9"/>
                    <a:pt x="0" y="11"/>
                  </a:cubicBezTo>
                  <a:close/>
                </a:path>
              </a:pathLst>
            </a:custGeom>
            <a:solidFill>
              <a:srgbClr val="10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82" name="Freeform 351"/>
            <p:cNvSpPr>
              <a:spLocks/>
            </p:cNvSpPr>
            <p:nvPr/>
          </p:nvSpPr>
          <p:spPr bwMode="auto">
            <a:xfrm>
              <a:off x="2343150" y="685800"/>
              <a:ext cx="30163" cy="28575"/>
            </a:xfrm>
            <a:custGeom>
              <a:avLst/>
              <a:gdLst>
                <a:gd name="T0" fmla="*/ 13 w 19"/>
                <a:gd name="T1" fmla="*/ 18 h 18"/>
                <a:gd name="T2" fmla="*/ 19 w 19"/>
                <a:gd name="T3" fmla="*/ 12 h 18"/>
                <a:gd name="T4" fmla="*/ 5 w 19"/>
                <a:gd name="T5" fmla="*/ 0 h 18"/>
                <a:gd name="T6" fmla="*/ 0 w 19"/>
                <a:gd name="T7" fmla="*/ 7 h 18"/>
                <a:gd name="T8" fmla="*/ 13 w 19"/>
                <a:gd name="T9" fmla="*/ 18 h 18"/>
              </a:gdLst>
              <a:ahLst/>
              <a:cxnLst>
                <a:cxn ang="0">
                  <a:pos x="T0" y="T1"/>
                </a:cxn>
                <a:cxn ang="0">
                  <a:pos x="T2" y="T3"/>
                </a:cxn>
                <a:cxn ang="0">
                  <a:pos x="T4" y="T5"/>
                </a:cxn>
                <a:cxn ang="0">
                  <a:pos x="T6" y="T7"/>
                </a:cxn>
                <a:cxn ang="0">
                  <a:pos x="T8" y="T9"/>
                </a:cxn>
              </a:cxnLst>
              <a:rect l="0" t="0" r="r" b="b"/>
              <a:pathLst>
                <a:path w="19" h="18">
                  <a:moveTo>
                    <a:pt x="13" y="18"/>
                  </a:moveTo>
                  <a:lnTo>
                    <a:pt x="19" y="12"/>
                  </a:lnTo>
                  <a:lnTo>
                    <a:pt x="5" y="0"/>
                  </a:lnTo>
                  <a:lnTo>
                    <a:pt x="0" y="7"/>
                  </a:lnTo>
                  <a:lnTo>
                    <a:pt x="13" y="18"/>
                  </a:lnTo>
                  <a:close/>
                </a:path>
              </a:pathLst>
            </a:custGeom>
            <a:solidFill>
              <a:srgbClr val="C62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83" name="Freeform 352"/>
            <p:cNvSpPr>
              <a:spLocks/>
            </p:cNvSpPr>
            <p:nvPr/>
          </p:nvSpPr>
          <p:spPr bwMode="auto">
            <a:xfrm>
              <a:off x="2351088" y="663575"/>
              <a:ext cx="42863" cy="41275"/>
            </a:xfrm>
            <a:custGeom>
              <a:avLst/>
              <a:gdLst>
                <a:gd name="T0" fmla="*/ 14 w 27"/>
                <a:gd name="T1" fmla="*/ 26 h 26"/>
                <a:gd name="T2" fmla="*/ 27 w 27"/>
                <a:gd name="T3" fmla="*/ 10 h 26"/>
                <a:gd name="T4" fmla="*/ 14 w 27"/>
                <a:gd name="T5" fmla="*/ 0 h 26"/>
                <a:gd name="T6" fmla="*/ 0 w 27"/>
                <a:gd name="T7" fmla="*/ 14 h 26"/>
                <a:gd name="T8" fmla="*/ 14 w 27"/>
                <a:gd name="T9" fmla="*/ 26 h 26"/>
              </a:gdLst>
              <a:ahLst/>
              <a:cxnLst>
                <a:cxn ang="0">
                  <a:pos x="T0" y="T1"/>
                </a:cxn>
                <a:cxn ang="0">
                  <a:pos x="T2" y="T3"/>
                </a:cxn>
                <a:cxn ang="0">
                  <a:pos x="T4" y="T5"/>
                </a:cxn>
                <a:cxn ang="0">
                  <a:pos x="T6" y="T7"/>
                </a:cxn>
                <a:cxn ang="0">
                  <a:pos x="T8" y="T9"/>
                </a:cxn>
              </a:cxnLst>
              <a:rect l="0" t="0" r="r" b="b"/>
              <a:pathLst>
                <a:path w="27" h="26">
                  <a:moveTo>
                    <a:pt x="14" y="26"/>
                  </a:moveTo>
                  <a:lnTo>
                    <a:pt x="27" y="10"/>
                  </a:lnTo>
                  <a:lnTo>
                    <a:pt x="14" y="0"/>
                  </a:lnTo>
                  <a:lnTo>
                    <a:pt x="0" y="14"/>
                  </a:lnTo>
                  <a:lnTo>
                    <a:pt x="14" y="26"/>
                  </a:lnTo>
                  <a:close/>
                </a:path>
              </a:pathLst>
            </a:custGeom>
            <a:solidFill>
              <a:srgbClr val="F85A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84" name="Freeform 353"/>
            <p:cNvSpPr>
              <a:spLocks/>
            </p:cNvSpPr>
            <p:nvPr/>
          </p:nvSpPr>
          <p:spPr bwMode="auto">
            <a:xfrm>
              <a:off x="2373313" y="652462"/>
              <a:ext cx="28575" cy="26988"/>
            </a:xfrm>
            <a:custGeom>
              <a:avLst/>
              <a:gdLst>
                <a:gd name="T0" fmla="*/ 13 w 18"/>
                <a:gd name="T1" fmla="*/ 17 h 17"/>
                <a:gd name="T2" fmla="*/ 18 w 18"/>
                <a:gd name="T3" fmla="*/ 11 h 17"/>
                <a:gd name="T4" fmla="*/ 5 w 18"/>
                <a:gd name="T5" fmla="*/ 0 h 17"/>
                <a:gd name="T6" fmla="*/ 0 w 18"/>
                <a:gd name="T7" fmla="*/ 7 h 17"/>
                <a:gd name="T8" fmla="*/ 13 w 18"/>
                <a:gd name="T9" fmla="*/ 17 h 17"/>
              </a:gdLst>
              <a:ahLst/>
              <a:cxnLst>
                <a:cxn ang="0">
                  <a:pos x="T0" y="T1"/>
                </a:cxn>
                <a:cxn ang="0">
                  <a:pos x="T2" y="T3"/>
                </a:cxn>
                <a:cxn ang="0">
                  <a:pos x="T4" y="T5"/>
                </a:cxn>
                <a:cxn ang="0">
                  <a:pos x="T6" y="T7"/>
                </a:cxn>
                <a:cxn ang="0">
                  <a:pos x="T8" y="T9"/>
                </a:cxn>
              </a:cxnLst>
              <a:rect l="0" t="0" r="r" b="b"/>
              <a:pathLst>
                <a:path w="18" h="17">
                  <a:moveTo>
                    <a:pt x="13" y="17"/>
                  </a:moveTo>
                  <a:lnTo>
                    <a:pt x="18" y="11"/>
                  </a:lnTo>
                  <a:lnTo>
                    <a:pt x="5" y="0"/>
                  </a:lnTo>
                  <a:lnTo>
                    <a:pt x="0" y="7"/>
                  </a:lnTo>
                  <a:lnTo>
                    <a:pt x="13" y="17"/>
                  </a:lnTo>
                  <a:close/>
                </a:path>
              </a:pathLst>
            </a:custGeom>
            <a:solidFill>
              <a:srgbClr val="C62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85" name="Freeform 354"/>
            <p:cNvSpPr>
              <a:spLocks noEditPoints="1"/>
            </p:cNvSpPr>
            <p:nvPr/>
          </p:nvSpPr>
          <p:spPr bwMode="auto">
            <a:xfrm>
              <a:off x="2886075" y="1239837"/>
              <a:ext cx="720725" cy="82550"/>
            </a:xfrm>
            <a:custGeom>
              <a:avLst/>
              <a:gdLst>
                <a:gd name="T0" fmla="*/ 0 w 340"/>
                <a:gd name="T1" fmla="*/ 0 h 39"/>
                <a:gd name="T2" fmla="*/ 0 w 340"/>
                <a:gd name="T3" fmla="*/ 39 h 39"/>
                <a:gd name="T4" fmla="*/ 340 w 340"/>
                <a:gd name="T5" fmla="*/ 39 h 39"/>
                <a:gd name="T6" fmla="*/ 340 w 340"/>
                <a:gd name="T7" fmla="*/ 0 h 39"/>
                <a:gd name="T8" fmla="*/ 0 w 340"/>
                <a:gd name="T9" fmla="*/ 0 h 39"/>
                <a:gd name="T10" fmla="*/ 9 w 340"/>
                <a:gd name="T11" fmla="*/ 26 h 39"/>
                <a:gd name="T12" fmla="*/ 5 w 340"/>
                <a:gd name="T13" fmla="*/ 22 h 39"/>
                <a:gd name="T14" fmla="*/ 9 w 340"/>
                <a:gd name="T15" fmla="*/ 18 h 39"/>
                <a:gd name="T16" fmla="*/ 13 w 340"/>
                <a:gd name="T17" fmla="*/ 22 h 39"/>
                <a:gd name="T18" fmla="*/ 9 w 340"/>
                <a:gd name="T19" fmla="*/ 2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0" h="39">
                  <a:moveTo>
                    <a:pt x="0" y="0"/>
                  </a:moveTo>
                  <a:cubicBezTo>
                    <a:pt x="0" y="39"/>
                    <a:pt x="0" y="39"/>
                    <a:pt x="0" y="39"/>
                  </a:cubicBezTo>
                  <a:cubicBezTo>
                    <a:pt x="340" y="39"/>
                    <a:pt x="340" y="39"/>
                    <a:pt x="340" y="39"/>
                  </a:cubicBezTo>
                  <a:cubicBezTo>
                    <a:pt x="340" y="0"/>
                    <a:pt x="340" y="0"/>
                    <a:pt x="340" y="0"/>
                  </a:cubicBezTo>
                  <a:lnTo>
                    <a:pt x="0" y="0"/>
                  </a:lnTo>
                  <a:close/>
                  <a:moveTo>
                    <a:pt x="9" y="26"/>
                  </a:moveTo>
                  <a:cubicBezTo>
                    <a:pt x="7" y="26"/>
                    <a:pt x="5" y="24"/>
                    <a:pt x="5" y="22"/>
                  </a:cubicBezTo>
                  <a:cubicBezTo>
                    <a:pt x="5" y="20"/>
                    <a:pt x="7" y="18"/>
                    <a:pt x="9" y="18"/>
                  </a:cubicBezTo>
                  <a:cubicBezTo>
                    <a:pt x="11" y="18"/>
                    <a:pt x="13" y="20"/>
                    <a:pt x="13" y="22"/>
                  </a:cubicBezTo>
                  <a:cubicBezTo>
                    <a:pt x="13" y="24"/>
                    <a:pt x="11" y="26"/>
                    <a:pt x="9" y="26"/>
                  </a:cubicBezTo>
                  <a:close/>
                </a:path>
              </a:pathLst>
            </a:custGeom>
            <a:solidFill>
              <a:srgbClr val="F5E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86" name="Rectangle 355"/>
            <p:cNvSpPr>
              <a:spLocks noChangeArrowheads="1"/>
            </p:cNvSpPr>
            <p:nvPr/>
          </p:nvSpPr>
          <p:spPr bwMode="auto">
            <a:xfrm>
              <a:off x="2886075" y="1239837"/>
              <a:ext cx="720725" cy="22225"/>
            </a:xfrm>
            <a:prstGeom prst="rect">
              <a:avLst/>
            </a:prstGeom>
            <a:solidFill>
              <a:srgbClr val="FFD4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87" name="Rectangle 356"/>
            <p:cNvSpPr>
              <a:spLocks noChangeArrowheads="1"/>
            </p:cNvSpPr>
            <p:nvPr/>
          </p:nvSpPr>
          <p:spPr bwMode="auto">
            <a:xfrm>
              <a:off x="2886075" y="1309687"/>
              <a:ext cx="720725" cy="12700"/>
            </a:xfrm>
            <a:prstGeom prst="rect">
              <a:avLst/>
            </a:prstGeom>
            <a:solidFill>
              <a:srgbClr val="FFD4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88" name="Rectangle 357"/>
            <p:cNvSpPr>
              <a:spLocks noChangeArrowheads="1"/>
            </p:cNvSpPr>
            <p:nvPr/>
          </p:nvSpPr>
          <p:spPr bwMode="auto">
            <a:xfrm>
              <a:off x="2895600"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89" name="Rectangle 358"/>
            <p:cNvSpPr>
              <a:spLocks noChangeArrowheads="1"/>
            </p:cNvSpPr>
            <p:nvPr/>
          </p:nvSpPr>
          <p:spPr bwMode="auto">
            <a:xfrm>
              <a:off x="2919413"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90" name="Rectangle 359"/>
            <p:cNvSpPr>
              <a:spLocks noChangeArrowheads="1"/>
            </p:cNvSpPr>
            <p:nvPr/>
          </p:nvSpPr>
          <p:spPr bwMode="auto">
            <a:xfrm>
              <a:off x="29432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91" name="Rectangle 360"/>
            <p:cNvSpPr>
              <a:spLocks noChangeArrowheads="1"/>
            </p:cNvSpPr>
            <p:nvPr/>
          </p:nvSpPr>
          <p:spPr bwMode="auto">
            <a:xfrm>
              <a:off x="29670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92" name="Rectangle 361"/>
            <p:cNvSpPr>
              <a:spLocks noChangeArrowheads="1"/>
            </p:cNvSpPr>
            <p:nvPr/>
          </p:nvSpPr>
          <p:spPr bwMode="auto">
            <a:xfrm>
              <a:off x="298926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93" name="Rectangle 362"/>
            <p:cNvSpPr>
              <a:spLocks noChangeArrowheads="1"/>
            </p:cNvSpPr>
            <p:nvPr/>
          </p:nvSpPr>
          <p:spPr bwMode="auto">
            <a:xfrm>
              <a:off x="30130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94" name="Rectangle 363"/>
            <p:cNvSpPr>
              <a:spLocks noChangeArrowheads="1"/>
            </p:cNvSpPr>
            <p:nvPr/>
          </p:nvSpPr>
          <p:spPr bwMode="auto">
            <a:xfrm>
              <a:off x="30368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95" name="Rectangle 364"/>
            <p:cNvSpPr>
              <a:spLocks noChangeArrowheads="1"/>
            </p:cNvSpPr>
            <p:nvPr/>
          </p:nvSpPr>
          <p:spPr bwMode="auto">
            <a:xfrm>
              <a:off x="305911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96" name="Rectangle 365"/>
            <p:cNvSpPr>
              <a:spLocks noChangeArrowheads="1"/>
            </p:cNvSpPr>
            <p:nvPr/>
          </p:nvSpPr>
          <p:spPr bwMode="auto">
            <a:xfrm>
              <a:off x="30829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97" name="Rectangle 366"/>
            <p:cNvSpPr>
              <a:spLocks noChangeArrowheads="1"/>
            </p:cNvSpPr>
            <p:nvPr/>
          </p:nvSpPr>
          <p:spPr bwMode="auto">
            <a:xfrm>
              <a:off x="31067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98" name="Rectangle 367"/>
            <p:cNvSpPr>
              <a:spLocks noChangeArrowheads="1"/>
            </p:cNvSpPr>
            <p:nvPr/>
          </p:nvSpPr>
          <p:spPr bwMode="auto">
            <a:xfrm>
              <a:off x="3128963"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799" name="Rectangle 368"/>
            <p:cNvSpPr>
              <a:spLocks noChangeArrowheads="1"/>
            </p:cNvSpPr>
            <p:nvPr/>
          </p:nvSpPr>
          <p:spPr bwMode="auto">
            <a:xfrm>
              <a:off x="31527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00" name="Rectangle 369"/>
            <p:cNvSpPr>
              <a:spLocks noChangeArrowheads="1"/>
            </p:cNvSpPr>
            <p:nvPr/>
          </p:nvSpPr>
          <p:spPr bwMode="auto">
            <a:xfrm>
              <a:off x="31765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01" name="Rectangle 370"/>
            <p:cNvSpPr>
              <a:spLocks noChangeArrowheads="1"/>
            </p:cNvSpPr>
            <p:nvPr/>
          </p:nvSpPr>
          <p:spPr bwMode="auto">
            <a:xfrm>
              <a:off x="3198813"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02" name="Rectangle 371"/>
            <p:cNvSpPr>
              <a:spLocks noChangeArrowheads="1"/>
            </p:cNvSpPr>
            <p:nvPr/>
          </p:nvSpPr>
          <p:spPr bwMode="auto">
            <a:xfrm>
              <a:off x="32226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03" name="Rectangle 372"/>
            <p:cNvSpPr>
              <a:spLocks noChangeArrowheads="1"/>
            </p:cNvSpPr>
            <p:nvPr/>
          </p:nvSpPr>
          <p:spPr bwMode="auto">
            <a:xfrm>
              <a:off x="324326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04" name="Rectangle 373"/>
            <p:cNvSpPr>
              <a:spLocks noChangeArrowheads="1"/>
            </p:cNvSpPr>
            <p:nvPr/>
          </p:nvSpPr>
          <p:spPr bwMode="auto">
            <a:xfrm>
              <a:off x="32670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05" name="Rectangle 374"/>
            <p:cNvSpPr>
              <a:spLocks noChangeArrowheads="1"/>
            </p:cNvSpPr>
            <p:nvPr/>
          </p:nvSpPr>
          <p:spPr bwMode="auto">
            <a:xfrm>
              <a:off x="32908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06" name="Rectangle 375"/>
            <p:cNvSpPr>
              <a:spLocks noChangeArrowheads="1"/>
            </p:cNvSpPr>
            <p:nvPr/>
          </p:nvSpPr>
          <p:spPr bwMode="auto">
            <a:xfrm>
              <a:off x="331311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07" name="Rectangle 376"/>
            <p:cNvSpPr>
              <a:spLocks noChangeArrowheads="1"/>
            </p:cNvSpPr>
            <p:nvPr/>
          </p:nvSpPr>
          <p:spPr bwMode="auto">
            <a:xfrm>
              <a:off x="33369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08" name="Rectangle 377"/>
            <p:cNvSpPr>
              <a:spLocks noChangeArrowheads="1"/>
            </p:cNvSpPr>
            <p:nvPr/>
          </p:nvSpPr>
          <p:spPr bwMode="auto">
            <a:xfrm>
              <a:off x="33607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09" name="Rectangle 378"/>
            <p:cNvSpPr>
              <a:spLocks noChangeArrowheads="1"/>
            </p:cNvSpPr>
            <p:nvPr/>
          </p:nvSpPr>
          <p:spPr bwMode="auto">
            <a:xfrm>
              <a:off x="338296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10" name="Rectangle 379"/>
            <p:cNvSpPr>
              <a:spLocks noChangeArrowheads="1"/>
            </p:cNvSpPr>
            <p:nvPr/>
          </p:nvSpPr>
          <p:spPr bwMode="auto">
            <a:xfrm>
              <a:off x="340677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11" name="Rectangle 380"/>
            <p:cNvSpPr>
              <a:spLocks noChangeArrowheads="1"/>
            </p:cNvSpPr>
            <p:nvPr/>
          </p:nvSpPr>
          <p:spPr bwMode="auto">
            <a:xfrm>
              <a:off x="34305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12" name="Rectangle 381"/>
            <p:cNvSpPr>
              <a:spLocks noChangeArrowheads="1"/>
            </p:cNvSpPr>
            <p:nvPr/>
          </p:nvSpPr>
          <p:spPr bwMode="auto">
            <a:xfrm>
              <a:off x="3452813"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13" name="Rectangle 382"/>
            <p:cNvSpPr>
              <a:spLocks noChangeArrowheads="1"/>
            </p:cNvSpPr>
            <p:nvPr/>
          </p:nvSpPr>
          <p:spPr bwMode="auto">
            <a:xfrm>
              <a:off x="3476625"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14" name="Rectangle 383"/>
            <p:cNvSpPr>
              <a:spLocks noChangeArrowheads="1"/>
            </p:cNvSpPr>
            <p:nvPr/>
          </p:nvSpPr>
          <p:spPr bwMode="auto">
            <a:xfrm>
              <a:off x="350043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15" name="Rectangle 384"/>
            <p:cNvSpPr>
              <a:spLocks noChangeArrowheads="1"/>
            </p:cNvSpPr>
            <p:nvPr/>
          </p:nvSpPr>
          <p:spPr bwMode="auto">
            <a:xfrm>
              <a:off x="3524250"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16" name="Rectangle 385"/>
            <p:cNvSpPr>
              <a:spLocks noChangeArrowheads="1"/>
            </p:cNvSpPr>
            <p:nvPr/>
          </p:nvSpPr>
          <p:spPr bwMode="auto">
            <a:xfrm>
              <a:off x="3546475" y="1239837"/>
              <a:ext cx="3175"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17" name="Rectangle 386"/>
            <p:cNvSpPr>
              <a:spLocks noChangeArrowheads="1"/>
            </p:cNvSpPr>
            <p:nvPr/>
          </p:nvSpPr>
          <p:spPr bwMode="auto">
            <a:xfrm>
              <a:off x="3570288"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18" name="Rectangle 387"/>
            <p:cNvSpPr>
              <a:spLocks noChangeArrowheads="1"/>
            </p:cNvSpPr>
            <p:nvPr/>
          </p:nvSpPr>
          <p:spPr bwMode="auto">
            <a:xfrm>
              <a:off x="3594100" y="1239837"/>
              <a:ext cx="1588" cy="1428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19" name="Rectangle 388"/>
            <p:cNvSpPr>
              <a:spLocks noChangeArrowheads="1"/>
            </p:cNvSpPr>
            <p:nvPr/>
          </p:nvSpPr>
          <p:spPr bwMode="auto">
            <a:xfrm>
              <a:off x="2908300"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20" name="Rectangle 389"/>
            <p:cNvSpPr>
              <a:spLocks noChangeArrowheads="1"/>
            </p:cNvSpPr>
            <p:nvPr/>
          </p:nvSpPr>
          <p:spPr bwMode="auto">
            <a:xfrm>
              <a:off x="293211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21" name="Rectangle 390"/>
            <p:cNvSpPr>
              <a:spLocks noChangeArrowheads="1"/>
            </p:cNvSpPr>
            <p:nvPr/>
          </p:nvSpPr>
          <p:spPr bwMode="auto">
            <a:xfrm>
              <a:off x="2955925" y="1239837"/>
              <a:ext cx="1588" cy="6350"/>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22" name="Rectangle 391"/>
            <p:cNvSpPr>
              <a:spLocks noChangeArrowheads="1"/>
            </p:cNvSpPr>
            <p:nvPr/>
          </p:nvSpPr>
          <p:spPr bwMode="auto">
            <a:xfrm>
              <a:off x="29797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23" name="Rectangle 392"/>
            <p:cNvSpPr>
              <a:spLocks noChangeArrowheads="1"/>
            </p:cNvSpPr>
            <p:nvPr/>
          </p:nvSpPr>
          <p:spPr bwMode="auto">
            <a:xfrm>
              <a:off x="300196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24" name="Rectangle 393"/>
            <p:cNvSpPr>
              <a:spLocks noChangeArrowheads="1"/>
            </p:cNvSpPr>
            <p:nvPr/>
          </p:nvSpPr>
          <p:spPr bwMode="auto">
            <a:xfrm>
              <a:off x="30241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25" name="Rectangle 394"/>
            <p:cNvSpPr>
              <a:spLocks noChangeArrowheads="1"/>
            </p:cNvSpPr>
            <p:nvPr/>
          </p:nvSpPr>
          <p:spPr bwMode="auto">
            <a:xfrm>
              <a:off x="304641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26" name="Rectangle 395"/>
            <p:cNvSpPr>
              <a:spLocks noChangeArrowheads="1"/>
            </p:cNvSpPr>
            <p:nvPr/>
          </p:nvSpPr>
          <p:spPr bwMode="auto">
            <a:xfrm>
              <a:off x="30702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27" name="Rectangle 396"/>
            <p:cNvSpPr>
              <a:spLocks noChangeArrowheads="1"/>
            </p:cNvSpPr>
            <p:nvPr/>
          </p:nvSpPr>
          <p:spPr bwMode="auto">
            <a:xfrm>
              <a:off x="30940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28" name="Rectangle 397"/>
            <p:cNvSpPr>
              <a:spLocks noChangeArrowheads="1"/>
            </p:cNvSpPr>
            <p:nvPr/>
          </p:nvSpPr>
          <p:spPr bwMode="auto">
            <a:xfrm>
              <a:off x="311626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29" name="Rectangle 398"/>
            <p:cNvSpPr>
              <a:spLocks noChangeArrowheads="1"/>
            </p:cNvSpPr>
            <p:nvPr/>
          </p:nvSpPr>
          <p:spPr bwMode="auto">
            <a:xfrm>
              <a:off x="31400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30" name="Rectangle 399"/>
            <p:cNvSpPr>
              <a:spLocks noChangeArrowheads="1"/>
            </p:cNvSpPr>
            <p:nvPr/>
          </p:nvSpPr>
          <p:spPr bwMode="auto">
            <a:xfrm>
              <a:off x="31638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31" name="Rectangle 400"/>
            <p:cNvSpPr>
              <a:spLocks noChangeArrowheads="1"/>
            </p:cNvSpPr>
            <p:nvPr/>
          </p:nvSpPr>
          <p:spPr bwMode="auto">
            <a:xfrm>
              <a:off x="318611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32" name="Rectangle 401"/>
            <p:cNvSpPr>
              <a:spLocks noChangeArrowheads="1"/>
            </p:cNvSpPr>
            <p:nvPr/>
          </p:nvSpPr>
          <p:spPr bwMode="auto">
            <a:xfrm>
              <a:off x="32099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33" name="Rectangle 402"/>
            <p:cNvSpPr>
              <a:spLocks noChangeArrowheads="1"/>
            </p:cNvSpPr>
            <p:nvPr/>
          </p:nvSpPr>
          <p:spPr bwMode="auto">
            <a:xfrm>
              <a:off x="32337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34" name="Rectangle 403"/>
            <p:cNvSpPr>
              <a:spLocks noChangeArrowheads="1"/>
            </p:cNvSpPr>
            <p:nvPr/>
          </p:nvSpPr>
          <p:spPr bwMode="auto">
            <a:xfrm>
              <a:off x="3255963" y="1239837"/>
              <a:ext cx="3175"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35" name="Rectangle 404"/>
            <p:cNvSpPr>
              <a:spLocks noChangeArrowheads="1"/>
            </p:cNvSpPr>
            <p:nvPr/>
          </p:nvSpPr>
          <p:spPr bwMode="auto">
            <a:xfrm>
              <a:off x="32797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36" name="Rectangle 405"/>
            <p:cNvSpPr>
              <a:spLocks noChangeArrowheads="1"/>
            </p:cNvSpPr>
            <p:nvPr/>
          </p:nvSpPr>
          <p:spPr bwMode="auto">
            <a:xfrm>
              <a:off x="33035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37" name="Rectangle 407"/>
            <p:cNvSpPr>
              <a:spLocks noChangeArrowheads="1"/>
            </p:cNvSpPr>
            <p:nvPr/>
          </p:nvSpPr>
          <p:spPr bwMode="auto">
            <a:xfrm>
              <a:off x="332581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38" name="Rectangle 408"/>
            <p:cNvSpPr>
              <a:spLocks noChangeArrowheads="1"/>
            </p:cNvSpPr>
            <p:nvPr/>
          </p:nvSpPr>
          <p:spPr bwMode="auto">
            <a:xfrm>
              <a:off x="33496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39" name="Rectangle 409"/>
            <p:cNvSpPr>
              <a:spLocks noChangeArrowheads="1"/>
            </p:cNvSpPr>
            <p:nvPr/>
          </p:nvSpPr>
          <p:spPr bwMode="auto">
            <a:xfrm>
              <a:off x="33734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40" name="Rectangle 410"/>
            <p:cNvSpPr>
              <a:spLocks noChangeArrowheads="1"/>
            </p:cNvSpPr>
            <p:nvPr/>
          </p:nvSpPr>
          <p:spPr bwMode="auto">
            <a:xfrm>
              <a:off x="339566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41" name="Rectangle 411"/>
            <p:cNvSpPr>
              <a:spLocks noChangeArrowheads="1"/>
            </p:cNvSpPr>
            <p:nvPr/>
          </p:nvSpPr>
          <p:spPr bwMode="auto">
            <a:xfrm>
              <a:off x="34194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42" name="Rectangle 412"/>
            <p:cNvSpPr>
              <a:spLocks noChangeArrowheads="1"/>
            </p:cNvSpPr>
            <p:nvPr/>
          </p:nvSpPr>
          <p:spPr bwMode="auto">
            <a:xfrm>
              <a:off x="34432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43" name="Rectangle 413"/>
            <p:cNvSpPr>
              <a:spLocks noChangeArrowheads="1"/>
            </p:cNvSpPr>
            <p:nvPr/>
          </p:nvSpPr>
          <p:spPr bwMode="auto">
            <a:xfrm>
              <a:off x="3465513"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44" name="Rectangle 414"/>
            <p:cNvSpPr>
              <a:spLocks noChangeArrowheads="1"/>
            </p:cNvSpPr>
            <p:nvPr/>
          </p:nvSpPr>
          <p:spPr bwMode="auto">
            <a:xfrm>
              <a:off x="348932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45" name="Rectangle 415"/>
            <p:cNvSpPr>
              <a:spLocks noChangeArrowheads="1"/>
            </p:cNvSpPr>
            <p:nvPr/>
          </p:nvSpPr>
          <p:spPr bwMode="auto">
            <a:xfrm>
              <a:off x="351313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46" name="Rectangle 416"/>
            <p:cNvSpPr>
              <a:spLocks noChangeArrowheads="1"/>
            </p:cNvSpPr>
            <p:nvPr/>
          </p:nvSpPr>
          <p:spPr bwMode="auto">
            <a:xfrm>
              <a:off x="3536950"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47" name="Rectangle 417"/>
            <p:cNvSpPr>
              <a:spLocks noChangeArrowheads="1"/>
            </p:cNvSpPr>
            <p:nvPr/>
          </p:nvSpPr>
          <p:spPr bwMode="auto">
            <a:xfrm>
              <a:off x="3559175"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48" name="Rectangle 418"/>
            <p:cNvSpPr>
              <a:spLocks noChangeArrowheads="1"/>
            </p:cNvSpPr>
            <p:nvPr/>
          </p:nvSpPr>
          <p:spPr bwMode="auto">
            <a:xfrm>
              <a:off x="3582988" y="1239837"/>
              <a:ext cx="1588" cy="793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49" name="Freeform 419"/>
            <p:cNvSpPr>
              <a:spLocks/>
            </p:cNvSpPr>
            <p:nvPr/>
          </p:nvSpPr>
          <p:spPr bwMode="auto">
            <a:xfrm>
              <a:off x="685800" y="2689225"/>
              <a:ext cx="774700" cy="338138"/>
            </a:xfrm>
            <a:custGeom>
              <a:avLst/>
              <a:gdLst>
                <a:gd name="T0" fmla="*/ 356 w 365"/>
                <a:gd name="T1" fmla="*/ 159 h 160"/>
                <a:gd name="T2" fmla="*/ 353 w 365"/>
                <a:gd name="T3" fmla="*/ 158 h 160"/>
                <a:gd name="T4" fmla="*/ 306 w 365"/>
                <a:gd name="T5" fmla="*/ 114 h 160"/>
                <a:gd name="T6" fmla="*/ 276 w 365"/>
                <a:gd name="T7" fmla="*/ 92 h 160"/>
                <a:gd name="T8" fmla="*/ 241 w 365"/>
                <a:gd name="T9" fmla="*/ 78 h 160"/>
                <a:gd name="T10" fmla="*/ 0 w 365"/>
                <a:gd name="T11" fmla="*/ 13 h 160"/>
                <a:gd name="T12" fmla="*/ 3 w 365"/>
                <a:gd name="T13" fmla="*/ 0 h 160"/>
                <a:gd name="T14" fmla="*/ 245 w 365"/>
                <a:gd name="T15" fmla="*/ 65 h 160"/>
                <a:gd name="T16" fmla="*/ 282 w 365"/>
                <a:gd name="T17" fmla="*/ 80 h 160"/>
                <a:gd name="T18" fmla="*/ 315 w 365"/>
                <a:gd name="T19" fmla="*/ 104 h 160"/>
                <a:gd name="T20" fmla="*/ 362 w 365"/>
                <a:gd name="T21" fmla="*/ 148 h 160"/>
                <a:gd name="T22" fmla="*/ 362 w 365"/>
                <a:gd name="T23" fmla="*/ 158 h 160"/>
                <a:gd name="T24" fmla="*/ 356 w 365"/>
                <a:gd name="T25" fmla="*/ 159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5" h="160">
                  <a:moveTo>
                    <a:pt x="356" y="159"/>
                  </a:moveTo>
                  <a:cubicBezTo>
                    <a:pt x="355" y="159"/>
                    <a:pt x="354" y="159"/>
                    <a:pt x="353" y="158"/>
                  </a:cubicBezTo>
                  <a:cubicBezTo>
                    <a:pt x="306" y="114"/>
                    <a:pt x="306" y="114"/>
                    <a:pt x="306" y="114"/>
                  </a:cubicBezTo>
                  <a:cubicBezTo>
                    <a:pt x="297" y="105"/>
                    <a:pt x="287" y="98"/>
                    <a:pt x="276" y="92"/>
                  </a:cubicBezTo>
                  <a:cubicBezTo>
                    <a:pt x="265" y="86"/>
                    <a:pt x="253" y="81"/>
                    <a:pt x="241" y="78"/>
                  </a:cubicBezTo>
                  <a:cubicBezTo>
                    <a:pt x="0" y="13"/>
                    <a:pt x="0" y="13"/>
                    <a:pt x="0" y="13"/>
                  </a:cubicBezTo>
                  <a:cubicBezTo>
                    <a:pt x="3" y="0"/>
                    <a:pt x="3" y="0"/>
                    <a:pt x="3" y="0"/>
                  </a:cubicBezTo>
                  <a:cubicBezTo>
                    <a:pt x="245" y="65"/>
                    <a:pt x="245" y="65"/>
                    <a:pt x="245" y="65"/>
                  </a:cubicBezTo>
                  <a:cubicBezTo>
                    <a:pt x="258" y="68"/>
                    <a:pt x="271" y="73"/>
                    <a:pt x="282" y="80"/>
                  </a:cubicBezTo>
                  <a:cubicBezTo>
                    <a:pt x="294" y="86"/>
                    <a:pt x="305" y="94"/>
                    <a:pt x="315" y="104"/>
                  </a:cubicBezTo>
                  <a:cubicBezTo>
                    <a:pt x="362" y="148"/>
                    <a:pt x="362" y="148"/>
                    <a:pt x="362" y="148"/>
                  </a:cubicBezTo>
                  <a:cubicBezTo>
                    <a:pt x="365" y="151"/>
                    <a:pt x="365" y="155"/>
                    <a:pt x="362" y="158"/>
                  </a:cubicBezTo>
                  <a:cubicBezTo>
                    <a:pt x="361" y="159"/>
                    <a:pt x="358" y="160"/>
                    <a:pt x="356" y="159"/>
                  </a:cubicBezTo>
                  <a:close/>
                </a:path>
              </a:pathLst>
            </a:custGeom>
            <a:solidFill>
              <a:srgbClr val="506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50" name="Freeform 420"/>
            <p:cNvSpPr>
              <a:spLocks/>
            </p:cNvSpPr>
            <p:nvPr/>
          </p:nvSpPr>
          <p:spPr bwMode="auto">
            <a:xfrm>
              <a:off x="631825" y="2746375"/>
              <a:ext cx="828675" cy="176213"/>
            </a:xfrm>
            <a:custGeom>
              <a:avLst/>
              <a:gdLst>
                <a:gd name="T0" fmla="*/ 6 w 391"/>
                <a:gd name="T1" fmla="*/ 32 h 83"/>
                <a:gd name="T2" fmla="*/ 9 w 391"/>
                <a:gd name="T3" fmla="*/ 32 h 83"/>
                <a:gd name="T4" fmla="*/ 72 w 391"/>
                <a:gd name="T5" fmla="*/ 17 h 83"/>
                <a:gd name="T6" fmla="*/ 109 w 391"/>
                <a:gd name="T7" fmla="*/ 13 h 83"/>
                <a:gd name="T8" fmla="*/ 146 w 391"/>
                <a:gd name="T9" fmla="*/ 18 h 83"/>
                <a:gd name="T10" fmla="*/ 388 w 391"/>
                <a:gd name="T11" fmla="*/ 83 h 83"/>
                <a:gd name="T12" fmla="*/ 391 w 391"/>
                <a:gd name="T13" fmla="*/ 70 h 83"/>
                <a:gd name="T14" fmla="*/ 149 w 391"/>
                <a:gd name="T15" fmla="*/ 5 h 83"/>
                <a:gd name="T16" fmla="*/ 109 w 391"/>
                <a:gd name="T17" fmla="*/ 0 h 83"/>
                <a:gd name="T18" fmla="*/ 69 w 391"/>
                <a:gd name="T19" fmla="*/ 4 h 83"/>
                <a:gd name="T20" fmla="*/ 6 w 391"/>
                <a:gd name="T21" fmla="*/ 19 h 83"/>
                <a:gd name="T22" fmla="*/ 1 w 391"/>
                <a:gd name="T23" fmla="*/ 27 h 83"/>
                <a:gd name="T24" fmla="*/ 6 w 391"/>
                <a:gd name="T25" fmla="*/ 3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83">
                  <a:moveTo>
                    <a:pt x="6" y="32"/>
                  </a:moveTo>
                  <a:cubicBezTo>
                    <a:pt x="7" y="32"/>
                    <a:pt x="8" y="32"/>
                    <a:pt x="9" y="32"/>
                  </a:cubicBezTo>
                  <a:cubicBezTo>
                    <a:pt x="72" y="17"/>
                    <a:pt x="72" y="17"/>
                    <a:pt x="72" y="17"/>
                  </a:cubicBezTo>
                  <a:cubicBezTo>
                    <a:pt x="84" y="14"/>
                    <a:pt x="97" y="13"/>
                    <a:pt x="109" y="13"/>
                  </a:cubicBezTo>
                  <a:cubicBezTo>
                    <a:pt x="122" y="13"/>
                    <a:pt x="134" y="15"/>
                    <a:pt x="146" y="18"/>
                  </a:cubicBezTo>
                  <a:cubicBezTo>
                    <a:pt x="388" y="83"/>
                    <a:pt x="388" y="83"/>
                    <a:pt x="388" y="83"/>
                  </a:cubicBezTo>
                  <a:cubicBezTo>
                    <a:pt x="391" y="70"/>
                    <a:pt x="391" y="70"/>
                    <a:pt x="391" y="70"/>
                  </a:cubicBezTo>
                  <a:cubicBezTo>
                    <a:pt x="149" y="5"/>
                    <a:pt x="149" y="5"/>
                    <a:pt x="149" y="5"/>
                  </a:cubicBezTo>
                  <a:cubicBezTo>
                    <a:pt x="136" y="2"/>
                    <a:pt x="123" y="0"/>
                    <a:pt x="109" y="0"/>
                  </a:cubicBezTo>
                  <a:cubicBezTo>
                    <a:pt x="96" y="0"/>
                    <a:pt x="82" y="1"/>
                    <a:pt x="69" y="4"/>
                  </a:cubicBezTo>
                  <a:cubicBezTo>
                    <a:pt x="6" y="19"/>
                    <a:pt x="6" y="19"/>
                    <a:pt x="6" y="19"/>
                  </a:cubicBezTo>
                  <a:cubicBezTo>
                    <a:pt x="3" y="20"/>
                    <a:pt x="0" y="24"/>
                    <a:pt x="1" y="27"/>
                  </a:cubicBezTo>
                  <a:cubicBezTo>
                    <a:pt x="2" y="30"/>
                    <a:pt x="4" y="32"/>
                    <a:pt x="6" y="32"/>
                  </a:cubicBezTo>
                  <a:close/>
                </a:path>
              </a:pathLst>
            </a:custGeom>
            <a:solidFill>
              <a:srgbClr val="506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51" name="Freeform 421"/>
            <p:cNvSpPr>
              <a:spLocks/>
            </p:cNvSpPr>
            <p:nvPr/>
          </p:nvSpPr>
          <p:spPr bwMode="auto">
            <a:xfrm>
              <a:off x="1006475" y="2740025"/>
              <a:ext cx="138113" cy="90488"/>
            </a:xfrm>
            <a:custGeom>
              <a:avLst/>
              <a:gdLst>
                <a:gd name="T0" fmla="*/ 13 w 65"/>
                <a:gd name="T1" fmla="*/ 30 h 43"/>
                <a:gd name="T2" fmla="*/ 13 w 65"/>
                <a:gd name="T3" fmla="*/ 30 h 43"/>
                <a:gd name="T4" fmla="*/ 35 w 65"/>
                <a:gd name="T5" fmla="*/ 18 h 43"/>
                <a:gd name="T6" fmla="*/ 48 w 65"/>
                <a:gd name="T7" fmla="*/ 40 h 43"/>
                <a:gd name="T8" fmla="*/ 61 w 65"/>
                <a:gd name="T9" fmla="*/ 43 h 43"/>
                <a:gd name="T10" fmla="*/ 38 w 65"/>
                <a:gd name="T11" fmla="*/ 5 h 43"/>
                <a:gd name="T12" fmla="*/ 0 w 65"/>
                <a:gd name="T13" fmla="*/ 27 h 43"/>
                <a:gd name="T14" fmla="*/ 13 w 65"/>
                <a:gd name="T15" fmla="*/ 30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43">
                  <a:moveTo>
                    <a:pt x="13" y="30"/>
                  </a:moveTo>
                  <a:cubicBezTo>
                    <a:pt x="13" y="30"/>
                    <a:pt x="13" y="30"/>
                    <a:pt x="13" y="30"/>
                  </a:cubicBezTo>
                  <a:cubicBezTo>
                    <a:pt x="16" y="21"/>
                    <a:pt x="25" y="15"/>
                    <a:pt x="35" y="18"/>
                  </a:cubicBezTo>
                  <a:cubicBezTo>
                    <a:pt x="44" y="20"/>
                    <a:pt x="50" y="30"/>
                    <a:pt x="48" y="40"/>
                  </a:cubicBezTo>
                  <a:cubicBezTo>
                    <a:pt x="61" y="43"/>
                    <a:pt x="61" y="43"/>
                    <a:pt x="61" y="43"/>
                  </a:cubicBezTo>
                  <a:cubicBezTo>
                    <a:pt x="65" y="26"/>
                    <a:pt x="55" y="9"/>
                    <a:pt x="38" y="5"/>
                  </a:cubicBezTo>
                  <a:cubicBezTo>
                    <a:pt x="22" y="0"/>
                    <a:pt x="5" y="10"/>
                    <a:pt x="0" y="27"/>
                  </a:cubicBezTo>
                  <a:lnTo>
                    <a:pt x="13" y="30"/>
                  </a:lnTo>
                  <a:close/>
                </a:path>
              </a:pathLst>
            </a:custGeom>
            <a:solidFill>
              <a:srgbClr val="203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52" name="Freeform 422"/>
            <p:cNvSpPr>
              <a:spLocks/>
            </p:cNvSpPr>
            <p:nvPr/>
          </p:nvSpPr>
          <p:spPr bwMode="auto">
            <a:xfrm>
              <a:off x="695325" y="2614612"/>
              <a:ext cx="334963" cy="271463"/>
            </a:xfrm>
            <a:custGeom>
              <a:avLst/>
              <a:gdLst>
                <a:gd name="T0" fmla="*/ 142 w 158"/>
                <a:gd name="T1" fmla="*/ 106 h 128"/>
                <a:gd name="T2" fmla="*/ 110 w 158"/>
                <a:gd name="T3" fmla="*/ 125 h 128"/>
                <a:gd name="T4" fmla="*/ 22 w 158"/>
                <a:gd name="T5" fmla="*/ 101 h 128"/>
                <a:gd name="T6" fmla="*/ 4 w 158"/>
                <a:gd name="T7" fmla="*/ 70 h 128"/>
                <a:gd name="T8" fmla="*/ 17 w 158"/>
                <a:gd name="T9" fmla="*/ 23 h 128"/>
                <a:gd name="T10" fmla="*/ 48 w 158"/>
                <a:gd name="T11" fmla="*/ 4 h 128"/>
                <a:gd name="T12" fmla="*/ 136 w 158"/>
                <a:gd name="T13" fmla="*/ 27 h 128"/>
                <a:gd name="T14" fmla="*/ 154 w 158"/>
                <a:gd name="T15" fmla="*/ 59 h 128"/>
                <a:gd name="T16" fmla="*/ 142 w 158"/>
                <a:gd name="T17"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28">
                  <a:moveTo>
                    <a:pt x="142" y="106"/>
                  </a:moveTo>
                  <a:cubicBezTo>
                    <a:pt x="138" y="120"/>
                    <a:pt x="124" y="128"/>
                    <a:pt x="110" y="125"/>
                  </a:cubicBezTo>
                  <a:cubicBezTo>
                    <a:pt x="22" y="101"/>
                    <a:pt x="22" y="101"/>
                    <a:pt x="22" y="101"/>
                  </a:cubicBezTo>
                  <a:cubicBezTo>
                    <a:pt x="9" y="98"/>
                    <a:pt x="0" y="83"/>
                    <a:pt x="4" y="70"/>
                  </a:cubicBezTo>
                  <a:cubicBezTo>
                    <a:pt x="17" y="23"/>
                    <a:pt x="17" y="23"/>
                    <a:pt x="17" y="23"/>
                  </a:cubicBezTo>
                  <a:cubicBezTo>
                    <a:pt x="20" y="9"/>
                    <a:pt x="35" y="0"/>
                    <a:pt x="48" y="4"/>
                  </a:cubicBezTo>
                  <a:cubicBezTo>
                    <a:pt x="136" y="27"/>
                    <a:pt x="136" y="27"/>
                    <a:pt x="136" y="27"/>
                  </a:cubicBezTo>
                  <a:cubicBezTo>
                    <a:pt x="150" y="31"/>
                    <a:pt x="158" y="45"/>
                    <a:pt x="154" y="59"/>
                  </a:cubicBezTo>
                  <a:lnTo>
                    <a:pt x="142" y="106"/>
                  </a:lnTo>
                  <a:close/>
                </a:path>
              </a:pathLst>
            </a:custGeom>
            <a:solidFill>
              <a:srgbClr val="E1EF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53" name="Freeform 423"/>
            <p:cNvSpPr>
              <a:spLocks/>
            </p:cNvSpPr>
            <p:nvPr/>
          </p:nvSpPr>
          <p:spPr bwMode="auto">
            <a:xfrm>
              <a:off x="827088" y="2646362"/>
              <a:ext cx="203200" cy="239713"/>
            </a:xfrm>
            <a:custGeom>
              <a:avLst/>
              <a:gdLst>
                <a:gd name="T0" fmla="*/ 74 w 96"/>
                <a:gd name="T1" fmla="*/ 12 h 113"/>
                <a:gd name="T2" fmla="*/ 26 w 96"/>
                <a:gd name="T3" fmla="*/ 0 h 113"/>
                <a:gd name="T4" fmla="*/ 0 w 96"/>
                <a:gd name="T5" fmla="*/ 97 h 113"/>
                <a:gd name="T6" fmla="*/ 48 w 96"/>
                <a:gd name="T7" fmla="*/ 110 h 113"/>
                <a:gd name="T8" fmla="*/ 80 w 96"/>
                <a:gd name="T9" fmla="*/ 91 h 113"/>
                <a:gd name="T10" fmla="*/ 92 w 96"/>
                <a:gd name="T11" fmla="*/ 44 h 113"/>
                <a:gd name="T12" fmla="*/ 74 w 96"/>
                <a:gd name="T13" fmla="*/ 12 h 113"/>
              </a:gdLst>
              <a:ahLst/>
              <a:cxnLst>
                <a:cxn ang="0">
                  <a:pos x="T0" y="T1"/>
                </a:cxn>
                <a:cxn ang="0">
                  <a:pos x="T2" y="T3"/>
                </a:cxn>
                <a:cxn ang="0">
                  <a:pos x="T4" y="T5"/>
                </a:cxn>
                <a:cxn ang="0">
                  <a:pos x="T6" y="T7"/>
                </a:cxn>
                <a:cxn ang="0">
                  <a:pos x="T8" y="T9"/>
                </a:cxn>
                <a:cxn ang="0">
                  <a:pos x="T10" y="T11"/>
                </a:cxn>
                <a:cxn ang="0">
                  <a:pos x="T12" y="T13"/>
                </a:cxn>
              </a:cxnLst>
              <a:rect l="0" t="0" r="r" b="b"/>
              <a:pathLst>
                <a:path w="96" h="113">
                  <a:moveTo>
                    <a:pt x="74" y="12"/>
                  </a:moveTo>
                  <a:cubicBezTo>
                    <a:pt x="26" y="0"/>
                    <a:pt x="26" y="0"/>
                    <a:pt x="26" y="0"/>
                  </a:cubicBezTo>
                  <a:cubicBezTo>
                    <a:pt x="0" y="97"/>
                    <a:pt x="0" y="97"/>
                    <a:pt x="0" y="97"/>
                  </a:cubicBezTo>
                  <a:cubicBezTo>
                    <a:pt x="48" y="110"/>
                    <a:pt x="48" y="110"/>
                    <a:pt x="48" y="110"/>
                  </a:cubicBezTo>
                  <a:cubicBezTo>
                    <a:pt x="62" y="113"/>
                    <a:pt x="76" y="105"/>
                    <a:pt x="80" y="91"/>
                  </a:cubicBezTo>
                  <a:cubicBezTo>
                    <a:pt x="92" y="44"/>
                    <a:pt x="92" y="44"/>
                    <a:pt x="92" y="44"/>
                  </a:cubicBezTo>
                  <a:cubicBezTo>
                    <a:pt x="96" y="30"/>
                    <a:pt x="88" y="16"/>
                    <a:pt x="74" y="12"/>
                  </a:cubicBezTo>
                  <a:close/>
                </a:path>
              </a:pathLst>
            </a:custGeom>
            <a:solidFill>
              <a:srgbClr val="CEE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54" name="Freeform 424"/>
            <p:cNvSpPr>
              <a:spLocks/>
            </p:cNvSpPr>
            <p:nvPr/>
          </p:nvSpPr>
          <p:spPr bwMode="auto">
            <a:xfrm>
              <a:off x="1114425" y="2727325"/>
              <a:ext cx="334963" cy="271463"/>
            </a:xfrm>
            <a:custGeom>
              <a:avLst/>
              <a:gdLst>
                <a:gd name="T0" fmla="*/ 141 w 158"/>
                <a:gd name="T1" fmla="*/ 106 h 128"/>
                <a:gd name="T2" fmla="*/ 110 w 158"/>
                <a:gd name="T3" fmla="*/ 124 h 128"/>
                <a:gd name="T4" fmla="*/ 22 w 158"/>
                <a:gd name="T5" fmla="*/ 101 h 128"/>
                <a:gd name="T6" fmla="*/ 4 w 158"/>
                <a:gd name="T7" fmla="*/ 69 h 128"/>
                <a:gd name="T8" fmla="*/ 16 w 158"/>
                <a:gd name="T9" fmla="*/ 22 h 128"/>
                <a:gd name="T10" fmla="*/ 48 w 158"/>
                <a:gd name="T11" fmla="*/ 4 h 128"/>
                <a:gd name="T12" fmla="*/ 136 w 158"/>
                <a:gd name="T13" fmla="*/ 27 h 128"/>
                <a:gd name="T14" fmla="*/ 154 w 158"/>
                <a:gd name="T15" fmla="*/ 59 h 128"/>
                <a:gd name="T16" fmla="*/ 141 w 158"/>
                <a:gd name="T17"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28">
                  <a:moveTo>
                    <a:pt x="141" y="106"/>
                  </a:moveTo>
                  <a:cubicBezTo>
                    <a:pt x="138" y="120"/>
                    <a:pt x="123" y="128"/>
                    <a:pt x="110" y="124"/>
                  </a:cubicBezTo>
                  <a:cubicBezTo>
                    <a:pt x="22" y="101"/>
                    <a:pt x="22" y="101"/>
                    <a:pt x="22" y="101"/>
                  </a:cubicBezTo>
                  <a:cubicBezTo>
                    <a:pt x="8" y="97"/>
                    <a:pt x="0" y="83"/>
                    <a:pt x="4" y="69"/>
                  </a:cubicBezTo>
                  <a:cubicBezTo>
                    <a:pt x="16" y="22"/>
                    <a:pt x="16" y="22"/>
                    <a:pt x="16" y="22"/>
                  </a:cubicBezTo>
                  <a:cubicBezTo>
                    <a:pt x="20" y="9"/>
                    <a:pt x="34" y="0"/>
                    <a:pt x="48" y="4"/>
                  </a:cubicBezTo>
                  <a:cubicBezTo>
                    <a:pt x="136" y="27"/>
                    <a:pt x="136" y="27"/>
                    <a:pt x="136" y="27"/>
                  </a:cubicBezTo>
                  <a:cubicBezTo>
                    <a:pt x="149" y="31"/>
                    <a:pt x="158" y="45"/>
                    <a:pt x="154" y="59"/>
                  </a:cubicBezTo>
                  <a:lnTo>
                    <a:pt x="141" y="106"/>
                  </a:lnTo>
                  <a:close/>
                </a:path>
              </a:pathLst>
            </a:custGeom>
            <a:solidFill>
              <a:srgbClr val="E1EF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55" name="Freeform 425"/>
            <p:cNvSpPr>
              <a:spLocks/>
            </p:cNvSpPr>
            <p:nvPr/>
          </p:nvSpPr>
          <p:spPr bwMode="auto">
            <a:xfrm>
              <a:off x="1243013" y="2755900"/>
              <a:ext cx="206375" cy="242888"/>
            </a:xfrm>
            <a:custGeom>
              <a:avLst/>
              <a:gdLst>
                <a:gd name="T0" fmla="*/ 75 w 97"/>
                <a:gd name="T1" fmla="*/ 13 h 114"/>
                <a:gd name="T2" fmla="*/ 26 w 97"/>
                <a:gd name="T3" fmla="*/ 0 h 114"/>
                <a:gd name="T4" fmla="*/ 0 w 97"/>
                <a:gd name="T5" fmla="*/ 98 h 114"/>
                <a:gd name="T6" fmla="*/ 49 w 97"/>
                <a:gd name="T7" fmla="*/ 110 h 114"/>
                <a:gd name="T8" fmla="*/ 80 w 97"/>
                <a:gd name="T9" fmla="*/ 92 h 114"/>
                <a:gd name="T10" fmla="*/ 93 w 97"/>
                <a:gd name="T11" fmla="*/ 45 h 114"/>
                <a:gd name="T12" fmla="*/ 75 w 97"/>
                <a:gd name="T13" fmla="*/ 13 h 114"/>
              </a:gdLst>
              <a:ahLst/>
              <a:cxnLst>
                <a:cxn ang="0">
                  <a:pos x="T0" y="T1"/>
                </a:cxn>
                <a:cxn ang="0">
                  <a:pos x="T2" y="T3"/>
                </a:cxn>
                <a:cxn ang="0">
                  <a:pos x="T4" y="T5"/>
                </a:cxn>
                <a:cxn ang="0">
                  <a:pos x="T6" y="T7"/>
                </a:cxn>
                <a:cxn ang="0">
                  <a:pos x="T8" y="T9"/>
                </a:cxn>
                <a:cxn ang="0">
                  <a:pos x="T10" y="T11"/>
                </a:cxn>
                <a:cxn ang="0">
                  <a:pos x="T12" y="T13"/>
                </a:cxn>
              </a:cxnLst>
              <a:rect l="0" t="0" r="r" b="b"/>
              <a:pathLst>
                <a:path w="97" h="114">
                  <a:moveTo>
                    <a:pt x="75" y="13"/>
                  </a:moveTo>
                  <a:cubicBezTo>
                    <a:pt x="26" y="0"/>
                    <a:pt x="26" y="0"/>
                    <a:pt x="26" y="0"/>
                  </a:cubicBezTo>
                  <a:cubicBezTo>
                    <a:pt x="0" y="98"/>
                    <a:pt x="0" y="98"/>
                    <a:pt x="0" y="98"/>
                  </a:cubicBezTo>
                  <a:cubicBezTo>
                    <a:pt x="49" y="110"/>
                    <a:pt x="49" y="110"/>
                    <a:pt x="49" y="110"/>
                  </a:cubicBezTo>
                  <a:cubicBezTo>
                    <a:pt x="62" y="114"/>
                    <a:pt x="77" y="106"/>
                    <a:pt x="80" y="92"/>
                  </a:cubicBezTo>
                  <a:cubicBezTo>
                    <a:pt x="93" y="45"/>
                    <a:pt x="93" y="45"/>
                    <a:pt x="93" y="45"/>
                  </a:cubicBezTo>
                  <a:cubicBezTo>
                    <a:pt x="97" y="31"/>
                    <a:pt x="88" y="17"/>
                    <a:pt x="75" y="13"/>
                  </a:cubicBezTo>
                  <a:close/>
                </a:path>
              </a:pathLst>
            </a:custGeom>
            <a:solidFill>
              <a:srgbClr val="CEE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56" name="Freeform 426"/>
            <p:cNvSpPr>
              <a:spLocks noEditPoints="1"/>
            </p:cNvSpPr>
            <p:nvPr/>
          </p:nvSpPr>
          <p:spPr bwMode="auto">
            <a:xfrm>
              <a:off x="663575" y="2582862"/>
              <a:ext cx="400050" cy="336550"/>
            </a:xfrm>
            <a:custGeom>
              <a:avLst/>
              <a:gdLst>
                <a:gd name="T0" fmla="*/ 161 w 189"/>
                <a:gd name="T1" fmla="*/ 31 h 159"/>
                <a:gd name="T2" fmla="*/ 60 w 189"/>
                <a:gd name="T3" fmla="*/ 5 h 159"/>
                <a:gd name="T4" fmla="*/ 20 w 189"/>
                <a:gd name="T5" fmla="*/ 28 h 159"/>
                <a:gd name="T6" fmla="*/ 4 w 189"/>
                <a:gd name="T7" fmla="*/ 87 h 159"/>
                <a:gd name="T8" fmla="*/ 28 w 189"/>
                <a:gd name="T9" fmla="*/ 128 h 159"/>
                <a:gd name="T10" fmla="*/ 128 w 189"/>
                <a:gd name="T11" fmla="*/ 154 h 159"/>
                <a:gd name="T12" fmla="*/ 168 w 189"/>
                <a:gd name="T13" fmla="*/ 131 h 159"/>
                <a:gd name="T14" fmla="*/ 184 w 189"/>
                <a:gd name="T15" fmla="*/ 72 h 159"/>
                <a:gd name="T16" fmla="*/ 161 w 189"/>
                <a:gd name="T17" fmla="*/ 31 h 159"/>
                <a:gd name="T18" fmla="*/ 157 w 189"/>
                <a:gd name="T19" fmla="*/ 121 h 159"/>
                <a:gd name="T20" fmla="*/ 125 w 189"/>
                <a:gd name="T21" fmla="*/ 140 h 159"/>
                <a:gd name="T22" fmla="*/ 37 w 189"/>
                <a:gd name="T23" fmla="*/ 116 h 159"/>
                <a:gd name="T24" fmla="*/ 19 w 189"/>
                <a:gd name="T25" fmla="*/ 85 h 159"/>
                <a:gd name="T26" fmla="*/ 32 w 189"/>
                <a:gd name="T27" fmla="*/ 38 h 159"/>
                <a:gd name="T28" fmla="*/ 63 w 189"/>
                <a:gd name="T29" fmla="*/ 19 h 159"/>
                <a:gd name="T30" fmla="*/ 151 w 189"/>
                <a:gd name="T31" fmla="*/ 42 h 159"/>
                <a:gd name="T32" fmla="*/ 169 w 189"/>
                <a:gd name="T33" fmla="*/ 74 h 159"/>
                <a:gd name="T34" fmla="*/ 157 w 189"/>
                <a:gd name="T35" fmla="*/ 12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59">
                  <a:moveTo>
                    <a:pt x="161" y="31"/>
                  </a:moveTo>
                  <a:cubicBezTo>
                    <a:pt x="60" y="5"/>
                    <a:pt x="60" y="5"/>
                    <a:pt x="60" y="5"/>
                  </a:cubicBezTo>
                  <a:cubicBezTo>
                    <a:pt x="43" y="0"/>
                    <a:pt x="25" y="10"/>
                    <a:pt x="20" y="28"/>
                  </a:cubicBezTo>
                  <a:cubicBezTo>
                    <a:pt x="4" y="87"/>
                    <a:pt x="4" y="87"/>
                    <a:pt x="4" y="87"/>
                  </a:cubicBezTo>
                  <a:cubicBezTo>
                    <a:pt x="0" y="105"/>
                    <a:pt x="10" y="123"/>
                    <a:pt x="28" y="128"/>
                  </a:cubicBezTo>
                  <a:cubicBezTo>
                    <a:pt x="128" y="154"/>
                    <a:pt x="128" y="154"/>
                    <a:pt x="128" y="154"/>
                  </a:cubicBezTo>
                  <a:cubicBezTo>
                    <a:pt x="145" y="159"/>
                    <a:pt x="163" y="148"/>
                    <a:pt x="168" y="131"/>
                  </a:cubicBezTo>
                  <a:cubicBezTo>
                    <a:pt x="184" y="72"/>
                    <a:pt x="184" y="72"/>
                    <a:pt x="184" y="72"/>
                  </a:cubicBezTo>
                  <a:cubicBezTo>
                    <a:pt x="189" y="54"/>
                    <a:pt x="178" y="36"/>
                    <a:pt x="161" y="31"/>
                  </a:cubicBezTo>
                  <a:close/>
                  <a:moveTo>
                    <a:pt x="157" y="121"/>
                  </a:moveTo>
                  <a:cubicBezTo>
                    <a:pt x="153" y="135"/>
                    <a:pt x="139" y="143"/>
                    <a:pt x="125" y="140"/>
                  </a:cubicBezTo>
                  <a:cubicBezTo>
                    <a:pt x="37" y="116"/>
                    <a:pt x="37" y="116"/>
                    <a:pt x="37" y="116"/>
                  </a:cubicBezTo>
                  <a:cubicBezTo>
                    <a:pt x="24" y="113"/>
                    <a:pt x="15" y="98"/>
                    <a:pt x="19" y="85"/>
                  </a:cubicBezTo>
                  <a:cubicBezTo>
                    <a:pt x="32" y="38"/>
                    <a:pt x="32" y="38"/>
                    <a:pt x="32" y="38"/>
                  </a:cubicBezTo>
                  <a:cubicBezTo>
                    <a:pt x="35" y="24"/>
                    <a:pt x="50" y="15"/>
                    <a:pt x="63" y="19"/>
                  </a:cubicBezTo>
                  <a:cubicBezTo>
                    <a:pt x="151" y="42"/>
                    <a:pt x="151" y="42"/>
                    <a:pt x="151" y="42"/>
                  </a:cubicBezTo>
                  <a:cubicBezTo>
                    <a:pt x="165" y="46"/>
                    <a:pt x="173" y="60"/>
                    <a:pt x="169" y="74"/>
                  </a:cubicBezTo>
                  <a:lnTo>
                    <a:pt x="157" y="121"/>
                  </a:lnTo>
                  <a:close/>
                </a:path>
              </a:pathLst>
            </a:custGeom>
            <a:solidFill>
              <a:srgbClr val="2A4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57" name="Freeform 427"/>
            <p:cNvSpPr>
              <a:spLocks noEditPoints="1"/>
            </p:cNvSpPr>
            <p:nvPr/>
          </p:nvSpPr>
          <p:spPr bwMode="auto">
            <a:xfrm>
              <a:off x="1081088" y="2695575"/>
              <a:ext cx="400050" cy="336550"/>
            </a:xfrm>
            <a:custGeom>
              <a:avLst/>
              <a:gdLst>
                <a:gd name="T0" fmla="*/ 161 w 189"/>
                <a:gd name="T1" fmla="*/ 31 h 159"/>
                <a:gd name="T2" fmla="*/ 61 w 189"/>
                <a:gd name="T3" fmla="*/ 4 h 159"/>
                <a:gd name="T4" fmla="*/ 21 w 189"/>
                <a:gd name="T5" fmla="*/ 28 h 159"/>
                <a:gd name="T6" fmla="*/ 5 w 189"/>
                <a:gd name="T7" fmla="*/ 87 h 159"/>
                <a:gd name="T8" fmla="*/ 28 w 189"/>
                <a:gd name="T9" fmla="*/ 127 h 159"/>
                <a:gd name="T10" fmla="*/ 129 w 189"/>
                <a:gd name="T11" fmla="*/ 154 h 159"/>
                <a:gd name="T12" fmla="*/ 169 w 189"/>
                <a:gd name="T13" fmla="*/ 131 h 159"/>
                <a:gd name="T14" fmla="*/ 185 w 189"/>
                <a:gd name="T15" fmla="*/ 71 h 159"/>
                <a:gd name="T16" fmla="*/ 161 w 189"/>
                <a:gd name="T17" fmla="*/ 31 h 159"/>
                <a:gd name="T18" fmla="*/ 157 w 189"/>
                <a:gd name="T19" fmla="*/ 121 h 159"/>
                <a:gd name="T20" fmla="*/ 126 w 189"/>
                <a:gd name="T21" fmla="*/ 139 h 159"/>
                <a:gd name="T22" fmla="*/ 38 w 189"/>
                <a:gd name="T23" fmla="*/ 116 h 159"/>
                <a:gd name="T24" fmla="*/ 20 w 189"/>
                <a:gd name="T25" fmla="*/ 84 h 159"/>
                <a:gd name="T26" fmla="*/ 32 w 189"/>
                <a:gd name="T27" fmla="*/ 37 h 159"/>
                <a:gd name="T28" fmla="*/ 64 w 189"/>
                <a:gd name="T29" fmla="*/ 19 h 159"/>
                <a:gd name="T30" fmla="*/ 152 w 189"/>
                <a:gd name="T31" fmla="*/ 42 h 159"/>
                <a:gd name="T32" fmla="*/ 170 w 189"/>
                <a:gd name="T33" fmla="*/ 74 h 159"/>
                <a:gd name="T34" fmla="*/ 157 w 189"/>
                <a:gd name="T35" fmla="*/ 12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59">
                  <a:moveTo>
                    <a:pt x="161" y="31"/>
                  </a:moveTo>
                  <a:cubicBezTo>
                    <a:pt x="61" y="4"/>
                    <a:pt x="61" y="4"/>
                    <a:pt x="61" y="4"/>
                  </a:cubicBezTo>
                  <a:cubicBezTo>
                    <a:pt x="44" y="0"/>
                    <a:pt x="26" y="10"/>
                    <a:pt x="21" y="28"/>
                  </a:cubicBezTo>
                  <a:cubicBezTo>
                    <a:pt x="5" y="87"/>
                    <a:pt x="5" y="87"/>
                    <a:pt x="5" y="87"/>
                  </a:cubicBezTo>
                  <a:cubicBezTo>
                    <a:pt x="0" y="104"/>
                    <a:pt x="11" y="123"/>
                    <a:pt x="28" y="127"/>
                  </a:cubicBezTo>
                  <a:cubicBezTo>
                    <a:pt x="129" y="154"/>
                    <a:pt x="129" y="154"/>
                    <a:pt x="129" y="154"/>
                  </a:cubicBezTo>
                  <a:cubicBezTo>
                    <a:pt x="146" y="159"/>
                    <a:pt x="164" y="148"/>
                    <a:pt x="169" y="131"/>
                  </a:cubicBezTo>
                  <a:cubicBezTo>
                    <a:pt x="185" y="71"/>
                    <a:pt x="185" y="71"/>
                    <a:pt x="185" y="71"/>
                  </a:cubicBezTo>
                  <a:cubicBezTo>
                    <a:pt x="189" y="54"/>
                    <a:pt x="179" y="36"/>
                    <a:pt x="161" y="31"/>
                  </a:cubicBezTo>
                  <a:close/>
                  <a:moveTo>
                    <a:pt x="157" y="121"/>
                  </a:moveTo>
                  <a:cubicBezTo>
                    <a:pt x="154" y="135"/>
                    <a:pt x="139" y="143"/>
                    <a:pt x="126" y="139"/>
                  </a:cubicBezTo>
                  <a:cubicBezTo>
                    <a:pt x="38" y="116"/>
                    <a:pt x="38" y="116"/>
                    <a:pt x="38" y="116"/>
                  </a:cubicBezTo>
                  <a:cubicBezTo>
                    <a:pt x="24" y="112"/>
                    <a:pt x="16" y="98"/>
                    <a:pt x="20" y="84"/>
                  </a:cubicBezTo>
                  <a:cubicBezTo>
                    <a:pt x="32" y="37"/>
                    <a:pt x="32" y="37"/>
                    <a:pt x="32" y="37"/>
                  </a:cubicBezTo>
                  <a:cubicBezTo>
                    <a:pt x="36" y="24"/>
                    <a:pt x="50" y="15"/>
                    <a:pt x="64" y="19"/>
                  </a:cubicBezTo>
                  <a:cubicBezTo>
                    <a:pt x="152" y="42"/>
                    <a:pt x="152" y="42"/>
                    <a:pt x="152" y="42"/>
                  </a:cubicBezTo>
                  <a:cubicBezTo>
                    <a:pt x="165" y="46"/>
                    <a:pt x="174" y="60"/>
                    <a:pt x="170" y="74"/>
                  </a:cubicBezTo>
                  <a:lnTo>
                    <a:pt x="157" y="121"/>
                  </a:lnTo>
                  <a:close/>
                </a:path>
              </a:pathLst>
            </a:custGeom>
            <a:solidFill>
              <a:srgbClr val="2A4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58" name="Freeform 428"/>
            <p:cNvSpPr>
              <a:spLocks/>
            </p:cNvSpPr>
            <p:nvPr/>
          </p:nvSpPr>
          <p:spPr bwMode="auto">
            <a:xfrm>
              <a:off x="347663" y="954087"/>
              <a:ext cx="1109663" cy="995363"/>
            </a:xfrm>
            <a:custGeom>
              <a:avLst/>
              <a:gdLst>
                <a:gd name="T0" fmla="*/ 0 w 699"/>
                <a:gd name="T1" fmla="*/ 360 h 627"/>
                <a:gd name="T2" fmla="*/ 189 w 699"/>
                <a:gd name="T3" fmla="*/ 0 h 627"/>
                <a:gd name="T4" fmla="*/ 699 w 699"/>
                <a:gd name="T5" fmla="*/ 267 h 627"/>
                <a:gd name="T6" fmla="*/ 510 w 699"/>
                <a:gd name="T7" fmla="*/ 627 h 627"/>
                <a:gd name="T8" fmla="*/ 0 w 699"/>
                <a:gd name="T9" fmla="*/ 360 h 627"/>
              </a:gdLst>
              <a:ahLst/>
              <a:cxnLst>
                <a:cxn ang="0">
                  <a:pos x="T0" y="T1"/>
                </a:cxn>
                <a:cxn ang="0">
                  <a:pos x="T2" y="T3"/>
                </a:cxn>
                <a:cxn ang="0">
                  <a:pos x="T4" y="T5"/>
                </a:cxn>
                <a:cxn ang="0">
                  <a:pos x="T6" y="T7"/>
                </a:cxn>
                <a:cxn ang="0">
                  <a:pos x="T8" y="T9"/>
                </a:cxn>
              </a:cxnLst>
              <a:rect l="0" t="0" r="r" b="b"/>
              <a:pathLst>
                <a:path w="699" h="627">
                  <a:moveTo>
                    <a:pt x="0" y="360"/>
                  </a:moveTo>
                  <a:lnTo>
                    <a:pt x="189" y="0"/>
                  </a:lnTo>
                  <a:lnTo>
                    <a:pt x="699" y="267"/>
                  </a:lnTo>
                  <a:lnTo>
                    <a:pt x="510" y="627"/>
                  </a:lnTo>
                  <a:lnTo>
                    <a:pt x="0" y="36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59" name="Freeform 429"/>
            <p:cNvSpPr>
              <a:spLocks/>
            </p:cNvSpPr>
            <p:nvPr/>
          </p:nvSpPr>
          <p:spPr bwMode="auto">
            <a:xfrm>
              <a:off x="333375" y="1525587"/>
              <a:ext cx="823913" cy="454025"/>
            </a:xfrm>
            <a:custGeom>
              <a:avLst/>
              <a:gdLst>
                <a:gd name="T0" fmla="*/ 9 w 519"/>
                <a:gd name="T1" fmla="*/ 0 h 286"/>
                <a:gd name="T2" fmla="*/ 0 w 519"/>
                <a:gd name="T3" fmla="*/ 20 h 286"/>
                <a:gd name="T4" fmla="*/ 509 w 519"/>
                <a:gd name="T5" fmla="*/ 286 h 286"/>
                <a:gd name="T6" fmla="*/ 519 w 519"/>
                <a:gd name="T7" fmla="*/ 267 h 286"/>
                <a:gd name="T8" fmla="*/ 9 w 519"/>
                <a:gd name="T9" fmla="*/ 0 h 286"/>
              </a:gdLst>
              <a:ahLst/>
              <a:cxnLst>
                <a:cxn ang="0">
                  <a:pos x="T0" y="T1"/>
                </a:cxn>
                <a:cxn ang="0">
                  <a:pos x="T2" y="T3"/>
                </a:cxn>
                <a:cxn ang="0">
                  <a:pos x="T4" y="T5"/>
                </a:cxn>
                <a:cxn ang="0">
                  <a:pos x="T6" y="T7"/>
                </a:cxn>
                <a:cxn ang="0">
                  <a:pos x="T8" y="T9"/>
                </a:cxn>
              </a:cxnLst>
              <a:rect l="0" t="0" r="r" b="b"/>
              <a:pathLst>
                <a:path w="519" h="286">
                  <a:moveTo>
                    <a:pt x="9" y="0"/>
                  </a:moveTo>
                  <a:lnTo>
                    <a:pt x="0" y="20"/>
                  </a:lnTo>
                  <a:lnTo>
                    <a:pt x="509" y="286"/>
                  </a:lnTo>
                  <a:lnTo>
                    <a:pt x="519" y="267"/>
                  </a:lnTo>
                  <a:lnTo>
                    <a:pt x="9" y="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60" name="Freeform 430"/>
            <p:cNvSpPr>
              <a:spLocks/>
            </p:cNvSpPr>
            <p:nvPr/>
          </p:nvSpPr>
          <p:spPr bwMode="auto">
            <a:xfrm>
              <a:off x="398463" y="998537"/>
              <a:ext cx="1008063" cy="906463"/>
            </a:xfrm>
            <a:custGeom>
              <a:avLst/>
              <a:gdLst>
                <a:gd name="T0" fmla="*/ 4 w 635"/>
                <a:gd name="T1" fmla="*/ 328 h 571"/>
                <a:gd name="T2" fmla="*/ 7 w 635"/>
                <a:gd name="T3" fmla="*/ 329 h 571"/>
                <a:gd name="T4" fmla="*/ 175 w 635"/>
                <a:gd name="T5" fmla="*/ 9 h 571"/>
                <a:gd name="T6" fmla="*/ 627 w 635"/>
                <a:gd name="T7" fmla="*/ 244 h 571"/>
                <a:gd name="T8" fmla="*/ 460 w 635"/>
                <a:gd name="T9" fmla="*/ 563 h 571"/>
                <a:gd name="T10" fmla="*/ 5 w 635"/>
                <a:gd name="T11" fmla="*/ 325 h 571"/>
                <a:gd name="T12" fmla="*/ 4 w 635"/>
                <a:gd name="T13" fmla="*/ 328 h 571"/>
                <a:gd name="T14" fmla="*/ 7 w 635"/>
                <a:gd name="T15" fmla="*/ 329 h 571"/>
                <a:gd name="T16" fmla="*/ 4 w 635"/>
                <a:gd name="T17" fmla="*/ 328 h 571"/>
                <a:gd name="T18" fmla="*/ 3 w 635"/>
                <a:gd name="T19" fmla="*/ 331 h 571"/>
                <a:gd name="T20" fmla="*/ 463 w 635"/>
                <a:gd name="T21" fmla="*/ 571 h 571"/>
                <a:gd name="T22" fmla="*/ 635 w 635"/>
                <a:gd name="T23" fmla="*/ 241 h 571"/>
                <a:gd name="T24" fmla="*/ 172 w 635"/>
                <a:gd name="T25" fmla="*/ 0 h 571"/>
                <a:gd name="T26" fmla="*/ 0 w 635"/>
                <a:gd name="T27" fmla="*/ 329 h 571"/>
                <a:gd name="T28" fmla="*/ 3 w 635"/>
                <a:gd name="T29" fmla="*/ 331 h 571"/>
                <a:gd name="T30" fmla="*/ 4 w 635"/>
                <a:gd name="T31" fmla="*/ 328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5" h="571">
                  <a:moveTo>
                    <a:pt x="4" y="328"/>
                  </a:moveTo>
                  <a:lnTo>
                    <a:pt x="7" y="329"/>
                  </a:lnTo>
                  <a:lnTo>
                    <a:pt x="175" y="9"/>
                  </a:lnTo>
                  <a:lnTo>
                    <a:pt x="627" y="244"/>
                  </a:lnTo>
                  <a:lnTo>
                    <a:pt x="460" y="563"/>
                  </a:lnTo>
                  <a:lnTo>
                    <a:pt x="5" y="325"/>
                  </a:lnTo>
                  <a:lnTo>
                    <a:pt x="4" y="328"/>
                  </a:lnTo>
                  <a:lnTo>
                    <a:pt x="7" y="329"/>
                  </a:lnTo>
                  <a:lnTo>
                    <a:pt x="4" y="328"/>
                  </a:lnTo>
                  <a:lnTo>
                    <a:pt x="3" y="331"/>
                  </a:lnTo>
                  <a:lnTo>
                    <a:pt x="463" y="571"/>
                  </a:lnTo>
                  <a:lnTo>
                    <a:pt x="635" y="241"/>
                  </a:lnTo>
                  <a:lnTo>
                    <a:pt x="172" y="0"/>
                  </a:lnTo>
                  <a:lnTo>
                    <a:pt x="0" y="329"/>
                  </a:lnTo>
                  <a:lnTo>
                    <a:pt x="3" y="331"/>
                  </a:lnTo>
                  <a:lnTo>
                    <a:pt x="4" y="3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61" name="Freeform 431"/>
            <p:cNvSpPr>
              <a:spLocks/>
            </p:cNvSpPr>
            <p:nvPr/>
          </p:nvSpPr>
          <p:spPr bwMode="auto">
            <a:xfrm>
              <a:off x="973138" y="1379537"/>
              <a:ext cx="198438" cy="319088"/>
            </a:xfrm>
            <a:custGeom>
              <a:avLst/>
              <a:gdLst>
                <a:gd name="T0" fmla="*/ 125 w 125"/>
                <a:gd name="T1" fmla="*/ 15 h 201"/>
                <a:gd name="T2" fmla="*/ 28 w 125"/>
                <a:gd name="T3" fmla="*/ 201 h 201"/>
                <a:gd name="T4" fmla="*/ 0 w 125"/>
                <a:gd name="T5" fmla="*/ 187 h 201"/>
                <a:gd name="T6" fmla="*/ 98 w 125"/>
                <a:gd name="T7" fmla="*/ 0 h 201"/>
                <a:gd name="T8" fmla="*/ 125 w 125"/>
                <a:gd name="T9" fmla="*/ 15 h 201"/>
              </a:gdLst>
              <a:ahLst/>
              <a:cxnLst>
                <a:cxn ang="0">
                  <a:pos x="T0" y="T1"/>
                </a:cxn>
                <a:cxn ang="0">
                  <a:pos x="T2" y="T3"/>
                </a:cxn>
                <a:cxn ang="0">
                  <a:pos x="T4" y="T5"/>
                </a:cxn>
                <a:cxn ang="0">
                  <a:pos x="T6" y="T7"/>
                </a:cxn>
                <a:cxn ang="0">
                  <a:pos x="T8" y="T9"/>
                </a:cxn>
              </a:cxnLst>
              <a:rect l="0" t="0" r="r" b="b"/>
              <a:pathLst>
                <a:path w="125" h="201">
                  <a:moveTo>
                    <a:pt x="125" y="15"/>
                  </a:moveTo>
                  <a:lnTo>
                    <a:pt x="28" y="201"/>
                  </a:lnTo>
                  <a:lnTo>
                    <a:pt x="0" y="187"/>
                  </a:lnTo>
                  <a:lnTo>
                    <a:pt x="98" y="0"/>
                  </a:lnTo>
                  <a:lnTo>
                    <a:pt x="125" y="15"/>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62" name="Freeform 432"/>
            <p:cNvSpPr>
              <a:spLocks/>
            </p:cNvSpPr>
            <p:nvPr/>
          </p:nvSpPr>
          <p:spPr bwMode="auto">
            <a:xfrm>
              <a:off x="1044575" y="1416050"/>
              <a:ext cx="198438" cy="320675"/>
            </a:xfrm>
            <a:custGeom>
              <a:avLst/>
              <a:gdLst>
                <a:gd name="T0" fmla="*/ 125 w 125"/>
                <a:gd name="T1" fmla="*/ 14 h 202"/>
                <a:gd name="T2" fmla="*/ 27 w 125"/>
                <a:gd name="T3" fmla="*/ 202 h 202"/>
                <a:gd name="T4" fmla="*/ 0 w 125"/>
                <a:gd name="T5" fmla="*/ 188 h 202"/>
                <a:gd name="T6" fmla="*/ 97 w 125"/>
                <a:gd name="T7" fmla="*/ 0 h 202"/>
                <a:gd name="T8" fmla="*/ 125 w 125"/>
                <a:gd name="T9" fmla="*/ 14 h 202"/>
              </a:gdLst>
              <a:ahLst/>
              <a:cxnLst>
                <a:cxn ang="0">
                  <a:pos x="T0" y="T1"/>
                </a:cxn>
                <a:cxn ang="0">
                  <a:pos x="T2" y="T3"/>
                </a:cxn>
                <a:cxn ang="0">
                  <a:pos x="T4" y="T5"/>
                </a:cxn>
                <a:cxn ang="0">
                  <a:pos x="T6" y="T7"/>
                </a:cxn>
                <a:cxn ang="0">
                  <a:pos x="T8" y="T9"/>
                </a:cxn>
              </a:cxnLst>
              <a:rect l="0" t="0" r="r" b="b"/>
              <a:pathLst>
                <a:path w="125" h="202">
                  <a:moveTo>
                    <a:pt x="125" y="14"/>
                  </a:moveTo>
                  <a:lnTo>
                    <a:pt x="27" y="202"/>
                  </a:lnTo>
                  <a:lnTo>
                    <a:pt x="0" y="188"/>
                  </a:lnTo>
                  <a:lnTo>
                    <a:pt x="97" y="0"/>
                  </a:lnTo>
                  <a:lnTo>
                    <a:pt x="125" y="14"/>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63" name="Freeform 433"/>
            <p:cNvSpPr>
              <a:spLocks/>
            </p:cNvSpPr>
            <p:nvPr/>
          </p:nvSpPr>
          <p:spPr bwMode="auto">
            <a:xfrm>
              <a:off x="998538" y="925512"/>
              <a:ext cx="904875" cy="1073150"/>
            </a:xfrm>
            <a:custGeom>
              <a:avLst/>
              <a:gdLst>
                <a:gd name="T0" fmla="*/ 0 w 570"/>
                <a:gd name="T1" fmla="*/ 130 h 676"/>
                <a:gd name="T2" fmla="*/ 385 w 570"/>
                <a:gd name="T3" fmla="*/ 0 h 676"/>
                <a:gd name="T4" fmla="*/ 570 w 570"/>
                <a:gd name="T5" fmla="*/ 545 h 676"/>
                <a:gd name="T6" fmla="*/ 184 w 570"/>
                <a:gd name="T7" fmla="*/ 676 h 676"/>
                <a:gd name="T8" fmla="*/ 0 w 570"/>
                <a:gd name="T9" fmla="*/ 130 h 676"/>
              </a:gdLst>
              <a:ahLst/>
              <a:cxnLst>
                <a:cxn ang="0">
                  <a:pos x="T0" y="T1"/>
                </a:cxn>
                <a:cxn ang="0">
                  <a:pos x="T2" y="T3"/>
                </a:cxn>
                <a:cxn ang="0">
                  <a:pos x="T4" y="T5"/>
                </a:cxn>
                <a:cxn ang="0">
                  <a:pos x="T6" y="T7"/>
                </a:cxn>
                <a:cxn ang="0">
                  <a:pos x="T8" y="T9"/>
                </a:cxn>
              </a:cxnLst>
              <a:rect l="0" t="0" r="r" b="b"/>
              <a:pathLst>
                <a:path w="570" h="676">
                  <a:moveTo>
                    <a:pt x="0" y="130"/>
                  </a:moveTo>
                  <a:lnTo>
                    <a:pt x="385" y="0"/>
                  </a:lnTo>
                  <a:lnTo>
                    <a:pt x="570" y="545"/>
                  </a:lnTo>
                  <a:lnTo>
                    <a:pt x="184" y="676"/>
                  </a:lnTo>
                  <a:lnTo>
                    <a:pt x="0" y="13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64" name="Freeform 434"/>
            <p:cNvSpPr>
              <a:spLocks/>
            </p:cNvSpPr>
            <p:nvPr/>
          </p:nvSpPr>
          <p:spPr bwMode="auto">
            <a:xfrm>
              <a:off x="966788" y="1131887"/>
              <a:ext cx="323850" cy="876300"/>
            </a:xfrm>
            <a:custGeom>
              <a:avLst/>
              <a:gdLst>
                <a:gd name="T0" fmla="*/ 20 w 204"/>
                <a:gd name="T1" fmla="*/ 0 h 552"/>
                <a:gd name="T2" fmla="*/ 0 w 204"/>
                <a:gd name="T3" fmla="*/ 8 h 552"/>
                <a:gd name="T4" fmla="*/ 184 w 204"/>
                <a:gd name="T5" fmla="*/ 552 h 552"/>
                <a:gd name="T6" fmla="*/ 204 w 204"/>
                <a:gd name="T7" fmla="*/ 546 h 552"/>
                <a:gd name="T8" fmla="*/ 20 w 204"/>
                <a:gd name="T9" fmla="*/ 0 h 552"/>
              </a:gdLst>
              <a:ahLst/>
              <a:cxnLst>
                <a:cxn ang="0">
                  <a:pos x="T0" y="T1"/>
                </a:cxn>
                <a:cxn ang="0">
                  <a:pos x="T2" y="T3"/>
                </a:cxn>
                <a:cxn ang="0">
                  <a:pos x="T4" y="T5"/>
                </a:cxn>
                <a:cxn ang="0">
                  <a:pos x="T6" y="T7"/>
                </a:cxn>
                <a:cxn ang="0">
                  <a:pos x="T8" y="T9"/>
                </a:cxn>
              </a:cxnLst>
              <a:rect l="0" t="0" r="r" b="b"/>
              <a:pathLst>
                <a:path w="204" h="552">
                  <a:moveTo>
                    <a:pt x="20" y="0"/>
                  </a:moveTo>
                  <a:lnTo>
                    <a:pt x="0" y="8"/>
                  </a:lnTo>
                  <a:lnTo>
                    <a:pt x="184" y="552"/>
                  </a:lnTo>
                  <a:lnTo>
                    <a:pt x="204" y="546"/>
                  </a:lnTo>
                  <a:lnTo>
                    <a:pt x="20" y="0"/>
                  </a:lnTo>
                  <a:close/>
                </a:path>
              </a:pathLst>
            </a:custGeom>
            <a:solidFill>
              <a:srgbClr val="4483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65" name="Freeform 435"/>
            <p:cNvSpPr>
              <a:spLocks/>
            </p:cNvSpPr>
            <p:nvPr/>
          </p:nvSpPr>
          <p:spPr bwMode="auto">
            <a:xfrm>
              <a:off x="1036638" y="973137"/>
              <a:ext cx="825500" cy="976313"/>
            </a:xfrm>
            <a:custGeom>
              <a:avLst/>
              <a:gdLst>
                <a:gd name="T0" fmla="*/ 4 w 520"/>
                <a:gd name="T1" fmla="*/ 122 h 615"/>
                <a:gd name="T2" fmla="*/ 5 w 520"/>
                <a:gd name="T3" fmla="*/ 125 h 615"/>
                <a:gd name="T4" fmla="*/ 348 w 520"/>
                <a:gd name="T5" fmla="*/ 8 h 615"/>
                <a:gd name="T6" fmla="*/ 512 w 520"/>
                <a:gd name="T7" fmla="*/ 491 h 615"/>
                <a:gd name="T8" fmla="*/ 173 w 520"/>
                <a:gd name="T9" fmla="*/ 607 h 615"/>
                <a:gd name="T10" fmla="*/ 8 w 520"/>
                <a:gd name="T11" fmla="*/ 121 h 615"/>
                <a:gd name="T12" fmla="*/ 4 w 520"/>
                <a:gd name="T13" fmla="*/ 122 h 615"/>
                <a:gd name="T14" fmla="*/ 5 w 520"/>
                <a:gd name="T15" fmla="*/ 125 h 615"/>
                <a:gd name="T16" fmla="*/ 4 w 520"/>
                <a:gd name="T17" fmla="*/ 122 h 615"/>
                <a:gd name="T18" fmla="*/ 1 w 520"/>
                <a:gd name="T19" fmla="*/ 122 h 615"/>
                <a:gd name="T20" fmla="*/ 169 w 520"/>
                <a:gd name="T21" fmla="*/ 615 h 615"/>
                <a:gd name="T22" fmla="*/ 520 w 520"/>
                <a:gd name="T23" fmla="*/ 495 h 615"/>
                <a:gd name="T24" fmla="*/ 352 w 520"/>
                <a:gd name="T25" fmla="*/ 0 h 615"/>
                <a:gd name="T26" fmla="*/ 0 w 520"/>
                <a:gd name="T27" fmla="*/ 120 h 615"/>
                <a:gd name="T28" fmla="*/ 1 w 520"/>
                <a:gd name="T29" fmla="*/ 122 h 615"/>
                <a:gd name="T30" fmla="*/ 4 w 520"/>
                <a:gd name="T31" fmla="*/ 122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0" h="615">
                  <a:moveTo>
                    <a:pt x="4" y="122"/>
                  </a:moveTo>
                  <a:lnTo>
                    <a:pt x="5" y="125"/>
                  </a:lnTo>
                  <a:lnTo>
                    <a:pt x="348" y="8"/>
                  </a:lnTo>
                  <a:lnTo>
                    <a:pt x="512" y="491"/>
                  </a:lnTo>
                  <a:lnTo>
                    <a:pt x="173" y="607"/>
                  </a:lnTo>
                  <a:lnTo>
                    <a:pt x="8" y="121"/>
                  </a:lnTo>
                  <a:lnTo>
                    <a:pt x="4" y="122"/>
                  </a:lnTo>
                  <a:lnTo>
                    <a:pt x="5" y="125"/>
                  </a:lnTo>
                  <a:lnTo>
                    <a:pt x="4" y="122"/>
                  </a:lnTo>
                  <a:lnTo>
                    <a:pt x="1" y="122"/>
                  </a:lnTo>
                  <a:lnTo>
                    <a:pt x="169" y="615"/>
                  </a:lnTo>
                  <a:lnTo>
                    <a:pt x="520" y="495"/>
                  </a:lnTo>
                  <a:lnTo>
                    <a:pt x="352" y="0"/>
                  </a:lnTo>
                  <a:lnTo>
                    <a:pt x="0" y="120"/>
                  </a:lnTo>
                  <a:lnTo>
                    <a:pt x="1" y="122"/>
                  </a:lnTo>
                  <a:lnTo>
                    <a:pt x="4" y="1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66" name="Freeform 436"/>
            <p:cNvSpPr>
              <a:spLocks/>
            </p:cNvSpPr>
            <p:nvPr/>
          </p:nvSpPr>
          <p:spPr bwMode="auto">
            <a:xfrm>
              <a:off x="1346200" y="1565275"/>
              <a:ext cx="333375" cy="155575"/>
            </a:xfrm>
            <a:custGeom>
              <a:avLst/>
              <a:gdLst>
                <a:gd name="T0" fmla="*/ 210 w 210"/>
                <a:gd name="T1" fmla="*/ 30 h 98"/>
                <a:gd name="T2" fmla="*/ 10 w 210"/>
                <a:gd name="T3" fmla="*/ 98 h 98"/>
                <a:gd name="T4" fmla="*/ 0 w 210"/>
                <a:gd name="T5" fmla="*/ 67 h 98"/>
                <a:gd name="T6" fmla="*/ 200 w 210"/>
                <a:gd name="T7" fmla="*/ 0 h 98"/>
                <a:gd name="T8" fmla="*/ 210 w 210"/>
                <a:gd name="T9" fmla="*/ 30 h 98"/>
              </a:gdLst>
              <a:ahLst/>
              <a:cxnLst>
                <a:cxn ang="0">
                  <a:pos x="T0" y="T1"/>
                </a:cxn>
                <a:cxn ang="0">
                  <a:pos x="T2" y="T3"/>
                </a:cxn>
                <a:cxn ang="0">
                  <a:pos x="T4" y="T5"/>
                </a:cxn>
                <a:cxn ang="0">
                  <a:pos x="T6" y="T7"/>
                </a:cxn>
                <a:cxn ang="0">
                  <a:pos x="T8" y="T9"/>
                </a:cxn>
              </a:cxnLst>
              <a:rect l="0" t="0" r="r" b="b"/>
              <a:pathLst>
                <a:path w="210" h="98">
                  <a:moveTo>
                    <a:pt x="210" y="30"/>
                  </a:moveTo>
                  <a:lnTo>
                    <a:pt x="10" y="98"/>
                  </a:lnTo>
                  <a:lnTo>
                    <a:pt x="0" y="67"/>
                  </a:lnTo>
                  <a:lnTo>
                    <a:pt x="200" y="0"/>
                  </a:lnTo>
                  <a:lnTo>
                    <a:pt x="210" y="3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sp>
          <p:nvSpPr>
            <p:cNvPr id="867" name="Freeform 437"/>
            <p:cNvSpPr>
              <a:spLocks/>
            </p:cNvSpPr>
            <p:nvPr/>
          </p:nvSpPr>
          <p:spPr bwMode="auto">
            <a:xfrm>
              <a:off x="1371600" y="1639887"/>
              <a:ext cx="333375" cy="153988"/>
            </a:xfrm>
            <a:custGeom>
              <a:avLst/>
              <a:gdLst>
                <a:gd name="T0" fmla="*/ 210 w 210"/>
                <a:gd name="T1" fmla="*/ 31 h 97"/>
                <a:gd name="T2" fmla="*/ 10 w 210"/>
                <a:gd name="T3" fmla="*/ 97 h 97"/>
                <a:gd name="T4" fmla="*/ 0 w 210"/>
                <a:gd name="T5" fmla="*/ 68 h 97"/>
                <a:gd name="T6" fmla="*/ 200 w 210"/>
                <a:gd name="T7" fmla="*/ 0 h 97"/>
                <a:gd name="T8" fmla="*/ 210 w 210"/>
                <a:gd name="T9" fmla="*/ 31 h 97"/>
              </a:gdLst>
              <a:ahLst/>
              <a:cxnLst>
                <a:cxn ang="0">
                  <a:pos x="T0" y="T1"/>
                </a:cxn>
                <a:cxn ang="0">
                  <a:pos x="T2" y="T3"/>
                </a:cxn>
                <a:cxn ang="0">
                  <a:pos x="T4" y="T5"/>
                </a:cxn>
                <a:cxn ang="0">
                  <a:pos x="T6" y="T7"/>
                </a:cxn>
                <a:cxn ang="0">
                  <a:pos x="T8" y="T9"/>
                </a:cxn>
              </a:cxnLst>
              <a:rect l="0" t="0" r="r" b="b"/>
              <a:pathLst>
                <a:path w="210" h="97">
                  <a:moveTo>
                    <a:pt x="210" y="31"/>
                  </a:moveTo>
                  <a:lnTo>
                    <a:pt x="10" y="97"/>
                  </a:lnTo>
                  <a:lnTo>
                    <a:pt x="0" y="68"/>
                  </a:lnTo>
                  <a:lnTo>
                    <a:pt x="200" y="0"/>
                  </a:lnTo>
                  <a:lnTo>
                    <a:pt x="210" y="31"/>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endParaRPr>
            </a:p>
          </p:txBody>
        </p:sp>
      </p:grpSp>
      <p:sp>
        <p:nvSpPr>
          <p:cNvPr id="4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5723598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50"/>
                                            <p:tgtEl>
                                              <p:spTgt spid="2"/>
                                            </p:tgtEl>
                                          </p:cBhvr>
                                        </p:animEffect>
                                      </p:childTnLst>
                                    </p:cTn>
                                  </p:par>
                                </p:childTnLst>
                              </p:cTn>
                            </p:par>
                            <p:par>
                              <p:cTn id="8" fill="hold">
                                <p:stCondLst>
                                  <p:cond delay="250"/>
                                </p:stCondLst>
                                <p:childTnLst>
                                  <p:par>
                                    <p:cTn id="9" presetID="2" presetClass="entr" presetSubtype="8" fill="hold" nodeType="afterEffect" p14:presetBounceEnd="44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44000">
                                          <p:cBhvr additive="base">
                                            <p:cTn id="11" dur="500" fill="hold"/>
                                            <p:tgtEl>
                                              <p:spTgt spid="3"/>
                                            </p:tgtEl>
                                            <p:attrNameLst>
                                              <p:attrName>ppt_x</p:attrName>
                                            </p:attrNameLst>
                                          </p:cBhvr>
                                          <p:tavLst>
                                            <p:tav tm="0">
                                              <p:val>
                                                <p:strVal val="0-#ppt_w/2"/>
                                              </p:val>
                                            </p:tav>
                                            <p:tav tm="100000">
                                              <p:val>
                                                <p:strVal val="#ppt_x"/>
                                              </p:val>
                                            </p:tav>
                                          </p:tavLst>
                                        </p:anim>
                                        <p:anim calcmode="lin" valueType="num" p14:bounceEnd="44000">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50"/>
                                            <p:tgtEl>
                                              <p:spTgt spid="2"/>
                                            </p:tgtEl>
                                          </p:cBhvr>
                                        </p:animEffect>
                                      </p:childTnLst>
                                    </p:cTn>
                                  </p:par>
                                </p:childTnLst>
                              </p:cTn>
                            </p:par>
                            <p:par>
                              <p:cTn id="8" fill="hold">
                                <p:stCondLst>
                                  <p:cond delay="250"/>
                                </p:stCondLst>
                                <p:childTnLst>
                                  <p:par>
                                    <p:cTn id="9" presetID="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7377902" y="2797998"/>
            <a:ext cx="4237379" cy="861774"/>
          </a:xfrm>
          <a:prstGeom prst="rect">
            <a:avLst/>
          </a:prstGeom>
          <a:noFill/>
        </p:spPr>
        <p:txBody>
          <a:bodyPr wrap="square" lIns="0" tIns="0" rIns="0" bIns="0" rtlCol="0">
            <a:spAutoFit/>
          </a:bodyPr>
          <a:lstStyle/>
          <a:p>
            <a:pPr algn="ctr" rtl="1"/>
            <a:r>
              <a:rPr lang="ar-JO" sz="2800" b="1" dirty="0"/>
              <a:t>تسريع عملية الحصول على المعلومات.</a:t>
            </a:r>
            <a:endParaRPr lang="en-US" sz="2800" b="1" dirty="0">
              <a:solidFill>
                <a:prstClr val="black"/>
              </a:solidFill>
            </a:endParaRPr>
          </a:p>
        </p:txBody>
      </p:sp>
      <p:sp>
        <p:nvSpPr>
          <p:cNvPr id="21" name="TextBox 20"/>
          <p:cNvSpPr txBox="1"/>
          <p:nvPr/>
        </p:nvSpPr>
        <p:spPr>
          <a:xfrm>
            <a:off x="518655" y="4470656"/>
            <a:ext cx="4120921" cy="1292662"/>
          </a:xfrm>
          <a:prstGeom prst="rect">
            <a:avLst/>
          </a:prstGeom>
          <a:noFill/>
        </p:spPr>
        <p:txBody>
          <a:bodyPr wrap="square" lIns="0" tIns="0" rIns="0" bIns="0" rtlCol="0">
            <a:spAutoFit/>
          </a:bodyPr>
          <a:lstStyle/>
          <a:p>
            <a:pPr algn="ctr" rtl="1"/>
            <a:r>
              <a:rPr lang="ar-JO" sz="2800" b="1" dirty="0"/>
              <a:t>توفير الدعم والإرشاد الدلالي للمتعلمين عند قيامهم بعمليات البحث</a:t>
            </a:r>
            <a:endParaRPr lang="en-US" sz="2800" b="1" dirty="0">
              <a:solidFill>
                <a:prstClr val="black"/>
              </a:solidFill>
            </a:endParaRPr>
          </a:p>
        </p:txBody>
      </p:sp>
      <p:grpSp>
        <p:nvGrpSpPr>
          <p:cNvPr id="6" name="Group 5"/>
          <p:cNvGrpSpPr/>
          <p:nvPr/>
        </p:nvGrpSpPr>
        <p:grpSpPr>
          <a:xfrm>
            <a:off x="5188422" y="2883123"/>
            <a:ext cx="2189480" cy="878857"/>
            <a:chOff x="5693611" y="1927714"/>
            <a:chExt cx="2189480" cy="878857"/>
          </a:xfrm>
        </p:grpSpPr>
        <p:grpSp>
          <p:nvGrpSpPr>
            <p:cNvPr id="4" name="Group 3"/>
            <p:cNvGrpSpPr/>
            <p:nvPr/>
          </p:nvGrpSpPr>
          <p:grpSpPr>
            <a:xfrm>
              <a:off x="5693611" y="1927714"/>
              <a:ext cx="2189480" cy="878857"/>
              <a:chOff x="6556634" y="3024592"/>
              <a:chExt cx="2756416" cy="1106425"/>
            </a:xfrm>
          </p:grpSpPr>
          <p:sp>
            <p:nvSpPr>
              <p:cNvPr id="5" name="Freeform 4"/>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7" name="TextBox 6"/>
              <p:cNvSpPr txBox="1"/>
              <p:nvPr/>
            </p:nvSpPr>
            <p:spPr>
              <a:xfrm>
                <a:off x="8085246" y="3387587"/>
                <a:ext cx="357603" cy="387472"/>
              </a:xfrm>
              <a:prstGeom prst="rect">
                <a:avLst/>
              </a:prstGeom>
              <a:noFill/>
            </p:spPr>
            <p:txBody>
              <a:bodyPr wrap="none" rtlCol="0">
                <a:spAutoFit/>
              </a:bodyPr>
              <a:lstStyle/>
              <a:p>
                <a:pPr algn="ctr" fontAlgn="auto">
                  <a:spcBef>
                    <a:spcPts val="0"/>
                  </a:spcBef>
                  <a:spcAft>
                    <a:spcPts val="0"/>
                  </a:spcAft>
                </a:pPr>
                <a:r>
                  <a:rPr lang="el-GR" sz="1400" b="1" dirty="0" smtClean="0">
                    <a:solidFill>
                      <a:prstClr val="white"/>
                    </a:solidFill>
                    <a:latin typeface="Roboto"/>
                  </a:rPr>
                  <a:t>1</a:t>
                </a:r>
                <a:endParaRPr lang="en-GB" b="1" dirty="0">
                  <a:solidFill>
                    <a:prstClr val="white"/>
                  </a:solidFill>
                  <a:latin typeface="Roboto"/>
                </a:endParaRPr>
              </a:p>
            </p:txBody>
          </p:sp>
        </p:gr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10" name="Group 9"/>
          <p:cNvGrpSpPr/>
          <p:nvPr/>
        </p:nvGrpSpPr>
        <p:grpSpPr>
          <a:xfrm>
            <a:off x="4788637" y="4612564"/>
            <a:ext cx="2189480" cy="878857"/>
            <a:chOff x="4327110" y="3038468"/>
            <a:chExt cx="2189480" cy="878857"/>
          </a:xfrm>
        </p:grpSpPr>
        <p:grpSp>
          <p:nvGrpSpPr>
            <p:cNvPr id="8" name="Group 7"/>
            <p:cNvGrpSpPr/>
            <p:nvPr/>
          </p:nvGrpSpPr>
          <p:grpSpPr>
            <a:xfrm>
              <a:off x="4327110" y="3038468"/>
              <a:ext cx="2189480" cy="878857"/>
              <a:chOff x="8794640" y="1918167"/>
              <a:chExt cx="2756416" cy="1106425"/>
            </a:xfrm>
          </p:grpSpPr>
          <p:sp>
            <p:nvSpPr>
              <p:cNvPr id="9" name="Freeform 8"/>
              <p:cNvSpPr/>
              <p:nvPr/>
            </p:nvSpPr>
            <p:spPr>
              <a:xfrm flipH="1">
                <a:off x="8794640" y="1918167"/>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1" name="TextBox 10"/>
              <p:cNvSpPr txBox="1"/>
              <p:nvPr/>
            </p:nvSpPr>
            <p:spPr>
              <a:xfrm>
                <a:off x="9707342" y="2288648"/>
                <a:ext cx="357603" cy="387472"/>
              </a:xfrm>
              <a:prstGeom prst="rect">
                <a:avLst/>
              </a:prstGeom>
              <a:noFill/>
            </p:spPr>
            <p:txBody>
              <a:bodyPr wrap="none" rtlCol="0">
                <a:spAutoFit/>
              </a:bodyPr>
              <a:lstStyle/>
              <a:p>
                <a:pPr algn="ctr" fontAlgn="auto">
                  <a:spcBef>
                    <a:spcPts val="0"/>
                  </a:spcBef>
                  <a:spcAft>
                    <a:spcPts val="0"/>
                  </a:spcAft>
                </a:pPr>
                <a:r>
                  <a:rPr lang="el-GR" sz="1400" b="1" dirty="0" smtClean="0">
                    <a:solidFill>
                      <a:prstClr val="white"/>
                    </a:solidFill>
                    <a:latin typeface="Roboto"/>
                  </a:rPr>
                  <a:t>2</a:t>
                </a:r>
                <a:endParaRPr lang="en-US" sz="1400" b="1" dirty="0" smtClean="0">
                  <a:solidFill>
                    <a:prstClr val="white"/>
                  </a:solidFill>
                  <a:latin typeface="Roboto"/>
                </a:endParaRPr>
              </a:p>
            </p:txBody>
          </p:sp>
        </p:gr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grpSp>
      </p:grpSp>
      <p:sp>
        <p:nvSpPr>
          <p:cNvPr id="37" name="Text Placeholder 2"/>
          <p:cNvSpPr>
            <a:spLocks noGrp="1"/>
          </p:cNvSpPr>
          <p:nvPr>
            <p:ph type="body" idx="1"/>
          </p:nvPr>
        </p:nvSpPr>
        <p:spPr>
          <a:xfrm>
            <a:off x="479425" y="803237"/>
            <a:ext cx="11233150" cy="1288192"/>
          </a:xfrm>
        </p:spPr>
        <p:txBody>
          <a:bodyPr>
            <a:noAutofit/>
          </a:bodyPr>
          <a:lstStyle/>
          <a:p>
            <a:pPr algn="ctr" rtl="1"/>
            <a:r>
              <a:rPr lang="ar-SA" sz="4400" b="1" u="sng" dirty="0">
                <a:solidFill>
                  <a:srgbClr val="FF0000"/>
                </a:solidFill>
              </a:rPr>
              <a:t>2. الإمكانات التربوية للويب 3.0 </a:t>
            </a:r>
            <a:r>
              <a:rPr lang="en-US" sz="4400" b="1" u="sng" dirty="0">
                <a:solidFill>
                  <a:srgbClr val="FF0000"/>
                </a:solidFill>
              </a:rPr>
              <a:t>Web</a:t>
            </a:r>
            <a:endParaRPr lang="en-US" sz="4400" u="sng" dirty="0">
              <a:solidFill>
                <a:srgbClr val="FF0000"/>
              </a:solidFill>
            </a:endParaRPr>
          </a:p>
        </p:txBody>
      </p:sp>
      <p:sp>
        <p:nvSpPr>
          <p:cNvPr id="3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60027763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7922255" y="2731723"/>
            <a:ext cx="3733216" cy="861774"/>
          </a:xfrm>
          <a:prstGeom prst="rect">
            <a:avLst/>
          </a:prstGeom>
          <a:noFill/>
        </p:spPr>
        <p:txBody>
          <a:bodyPr wrap="square" lIns="0" tIns="0" rIns="0" bIns="0" rtlCol="0">
            <a:spAutoFit/>
          </a:bodyPr>
          <a:lstStyle/>
          <a:p>
            <a:pPr algn="ctr" rtl="1"/>
            <a:r>
              <a:rPr lang="ar-JO" sz="2800" b="1" dirty="0"/>
              <a:t>دقة المعلومات التي يتم البحث عنها وبأقل وقت وجهد</a:t>
            </a:r>
            <a:endParaRPr lang="en-US" sz="2800" b="1" dirty="0">
              <a:solidFill>
                <a:prstClr val="black"/>
              </a:solidFill>
            </a:endParaRPr>
          </a:p>
        </p:txBody>
      </p:sp>
      <p:sp>
        <p:nvSpPr>
          <p:cNvPr id="21" name="TextBox 20"/>
          <p:cNvSpPr txBox="1"/>
          <p:nvPr/>
        </p:nvSpPr>
        <p:spPr>
          <a:xfrm>
            <a:off x="227460" y="3521993"/>
            <a:ext cx="4544750" cy="1723549"/>
          </a:xfrm>
          <a:prstGeom prst="rect">
            <a:avLst/>
          </a:prstGeom>
          <a:noFill/>
        </p:spPr>
        <p:txBody>
          <a:bodyPr wrap="square" lIns="0" tIns="0" rIns="0" bIns="0" rtlCol="0">
            <a:spAutoFit/>
          </a:bodyPr>
          <a:lstStyle/>
          <a:p>
            <a:pPr algn="ctr" fontAlgn="auto">
              <a:spcBef>
                <a:spcPts val="0"/>
              </a:spcBef>
              <a:spcAft>
                <a:spcPts val="0"/>
              </a:spcAft>
            </a:pPr>
            <a:r>
              <a:rPr lang="ar-JO" sz="2800" b="1" dirty="0"/>
              <a:t>دعم اهتمامات المتعلمين وتوفير ما يتناسب معهم من خلال عمل ملف شخصي لاهتماماتهم واستدعائه عند الحاجة</a:t>
            </a:r>
            <a:endParaRPr lang="en-AU" sz="2800" b="1" dirty="0">
              <a:solidFill>
                <a:prstClr val="black">
                  <a:lumMod val="50000"/>
                  <a:lumOff val="50000"/>
                </a:prstClr>
              </a:solidFill>
              <a:latin typeface="Roboto Lt"/>
            </a:endParaRPr>
          </a:p>
        </p:txBody>
      </p:sp>
      <p:sp>
        <p:nvSpPr>
          <p:cNvPr id="23" name="TextBox 22"/>
          <p:cNvSpPr txBox="1"/>
          <p:nvPr/>
        </p:nvSpPr>
        <p:spPr>
          <a:xfrm>
            <a:off x="7671053" y="4968232"/>
            <a:ext cx="4238235" cy="861774"/>
          </a:xfrm>
          <a:prstGeom prst="rect">
            <a:avLst/>
          </a:prstGeom>
          <a:noFill/>
        </p:spPr>
        <p:txBody>
          <a:bodyPr wrap="square" lIns="0" tIns="0" rIns="0" bIns="0" rtlCol="0">
            <a:spAutoFit/>
          </a:bodyPr>
          <a:lstStyle/>
          <a:p>
            <a:pPr algn="ctr" fontAlgn="auto">
              <a:spcBef>
                <a:spcPts val="0"/>
              </a:spcBef>
              <a:spcAft>
                <a:spcPts val="0"/>
              </a:spcAft>
            </a:pPr>
            <a:r>
              <a:rPr lang="ar-JO" sz="2800" b="1" dirty="0"/>
              <a:t>إعطاء وصف لمصادر البيانات ومن ثم الوصول للمعلومات ومرادفاتها</a:t>
            </a:r>
            <a:endParaRPr lang="en-AU" sz="2800" b="1" dirty="0">
              <a:solidFill>
                <a:prstClr val="black">
                  <a:lumMod val="50000"/>
                  <a:lumOff val="50000"/>
                </a:prstClr>
              </a:solidFill>
              <a:latin typeface="Roboto Lt"/>
            </a:endParaRPr>
          </a:p>
        </p:txBody>
      </p:sp>
      <p:grpSp>
        <p:nvGrpSpPr>
          <p:cNvPr id="6" name="Group 5"/>
          <p:cNvGrpSpPr/>
          <p:nvPr/>
        </p:nvGrpSpPr>
        <p:grpSpPr>
          <a:xfrm>
            <a:off x="5382973" y="2603054"/>
            <a:ext cx="2189480" cy="878857"/>
            <a:chOff x="5693611" y="1927714"/>
            <a:chExt cx="2189480" cy="878857"/>
          </a:xfrm>
        </p:grpSpPr>
        <p:grpSp>
          <p:nvGrpSpPr>
            <p:cNvPr id="4" name="Group 3"/>
            <p:cNvGrpSpPr/>
            <p:nvPr/>
          </p:nvGrpSpPr>
          <p:grpSpPr>
            <a:xfrm>
              <a:off x="5693611" y="1927714"/>
              <a:ext cx="2189480" cy="878857"/>
              <a:chOff x="6556634" y="3024592"/>
              <a:chExt cx="2756416" cy="1106425"/>
            </a:xfrm>
          </p:grpSpPr>
          <p:sp>
            <p:nvSpPr>
              <p:cNvPr id="5" name="Freeform 4"/>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7" name="TextBox 6"/>
              <p:cNvSpPr txBox="1"/>
              <p:nvPr/>
            </p:nvSpPr>
            <p:spPr>
              <a:xfrm>
                <a:off x="8085246" y="3387587"/>
                <a:ext cx="357603" cy="387472"/>
              </a:xfrm>
              <a:prstGeom prst="rect">
                <a:avLst/>
              </a:prstGeom>
              <a:noFill/>
            </p:spPr>
            <p:txBody>
              <a:bodyPr wrap="none" rtlCol="0">
                <a:spAutoFit/>
              </a:bodyPr>
              <a:lstStyle/>
              <a:p>
                <a:pPr algn="ctr" fontAlgn="auto">
                  <a:spcBef>
                    <a:spcPts val="0"/>
                  </a:spcBef>
                  <a:spcAft>
                    <a:spcPts val="0"/>
                  </a:spcAft>
                </a:pPr>
                <a:r>
                  <a:rPr lang="el-GR" sz="1400" b="1" dirty="0" smtClean="0">
                    <a:solidFill>
                      <a:prstClr val="white"/>
                    </a:solidFill>
                    <a:latin typeface="Roboto"/>
                  </a:rPr>
                  <a:t>3</a:t>
                </a:r>
                <a:endParaRPr lang="en-GB" b="1" dirty="0">
                  <a:solidFill>
                    <a:prstClr val="white"/>
                  </a:solidFill>
                  <a:latin typeface="Roboto"/>
                </a:endParaRPr>
              </a:p>
            </p:txBody>
          </p:sp>
        </p:gr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10" name="Group 9"/>
          <p:cNvGrpSpPr/>
          <p:nvPr/>
        </p:nvGrpSpPr>
        <p:grpSpPr>
          <a:xfrm>
            <a:off x="4789225" y="3712722"/>
            <a:ext cx="2189480" cy="878857"/>
            <a:chOff x="4327110" y="3038468"/>
            <a:chExt cx="2189480" cy="878857"/>
          </a:xfrm>
        </p:grpSpPr>
        <p:grpSp>
          <p:nvGrpSpPr>
            <p:cNvPr id="8" name="Group 7"/>
            <p:cNvGrpSpPr/>
            <p:nvPr/>
          </p:nvGrpSpPr>
          <p:grpSpPr>
            <a:xfrm>
              <a:off x="4327110" y="3038468"/>
              <a:ext cx="2189480" cy="878857"/>
              <a:chOff x="8794640" y="1918167"/>
              <a:chExt cx="2756416" cy="1106425"/>
            </a:xfrm>
          </p:grpSpPr>
          <p:sp>
            <p:nvSpPr>
              <p:cNvPr id="9" name="Freeform 8"/>
              <p:cNvSpPr/>
              <p:nvPr/>
            </p:nvSpPr>
            <p:spPr>
              <a:xfrm flipH="1">
                <a:off x="8794640" y="1918167"/>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1" name="TextBox 10"/>
              <p:cNvSpPr txBox="1"/>
              <p:nvPr/>
            </p:nvSpPr>
            <p:spPr>
              <a:xfrm>
                <a:off x="9707342" y="2288648"/>
                <a:ext cx="357603" cy="387472"/>
              </a:xfrm>
              <a:prstGeom prst="rect">
                <a:avLst/>
              </a:prstGeom>
              <a:noFill/>
            </p:spPr>
            <p:txBody>
              <a:bodyPr wrap="none" rtlCol="0">
                <a:spAutoFit/>
              </a:bodyPr>
              <a:lstStyle/>
              <a:p>
                <a:pPr algn="ctr" fontAlgn="auto">
                  <a:spcBef>
                    <a:spcPts val="0"/>
                  </a:spcBef>
                  <a:spcAft>
                    <a:spcPts val="0"/>
                  </a:spcAft>
                </a:pPr>
                <a:r>
                  <a:rPr lang="el-GR" sz="1400" b="1" dirty="0" smtClean="0">
                    <a:solidFill>
                      <a:prstClr val="white"/>
                    </a:solidFill>
                    <a:latin typeface="Roboto"/>
                  </a:rPr>
                  <a:t>4</a:t>
                </a:r>
                <a:endParaRPr lang="en-US" sz="1400" b="1" dirty="0" smtClean="0">
                  <a:solidFill>
                    <a:prstClr val="white"/>
                  </a:solidFill>
                  <a:latin typeface="Roboto"/>
                </a:endParaRPr>
              </a:p>
            </p:txBody>
          </p:sp>
        </p:gr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grpSp>
      </p:grpSp>
      <p:grpSp>
        <p:nvGrpSpPr>
          <p:cNvPr id="14" name="Group 13"/>
          <p:cNvGrpSpPr/>
          <p:nvPr/>
        </p:nvGrpSpPr>
        <p:grpSpPr>
          <a:xfrm>
            <a:off x="5266889" y="4951149"/>
            <a:ext cx="2189480" cy="878857"/>
            <a:chOff x="5693611" y="4163540"/>
            <a:chExt cx="2189480" cy="878857"/>
          </a:xfrm>
        </p:grpSpPr>
        <p:grpSp>
          <p:nvGrpSpPr>
            <p:cNvPr id="16" name="Group 15"/>
            <p:cNvGrpSpPr/>
            <p:nvPr/>
          </p:nvGrpSpPr>
          <p:grpSpPr>
            <a:xfrm>
              <a:off x="5693611" y="4163540"/>
              <a:ext cx="2189480" cy="878857"/>
              <a:chOff x="6556634" y="3024592"/>
              <a:chExt cx="2756416" cy="1106425"/>
            </a:xfrm>
          </p:grpSpPr>
          <p:sp>
            <p:nvSpPr>
              <p:cNvPr id="17" name="Freeform 16"/>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9" name="TextBox 18"/>
              <p:cNvSpPr txBox="1"/>
              <p:nvPr/>
            </p:nvSpPr>
            <p:spPr>
              <a:xfrm>
                <a:off x="8085247" y="3387587"/>
                <a:ext cx="357603" cy="387472"/>
              </a:xfrm>
              <a:prstGeom prst="rect">
                <a:avLst/>
              </a:prstGeom>
              <a:noFill/>
            </p:spPr>
            <p:txBody>
              <a:bodyPr wrap="none" rtlCol="0">
                <a:spAutoFit/>
              </a:bodyPr>
              <a:lstStyle/>
              <a:p>
                <a:pPr algn="ctr" fontAlgn="auto">
                  <a:spcBef>
                    <a:spcPts val="0"/>
                  </a:spcBef>
                  <a:spcAft>
                    <a:spcPts val="0"/>
                  </a:spcAft>
                </a:pPr>
                <a:r>
                  <a:rPr lang="el-GR" sz="1400" b="1" dirty="0" smtClean="0">
                    <a:solidFill>
                      <a:prstClr val="white"/>
                    </a:solidFill>
                    <a:latin typeface="Roboto"/>
                  </a:rPr>
                  <a:t>5</a:t>
                </a:r>
                <a:endParaRPr lang="en-GB" sz="1400" b="1" dirty="0">
                  <a:solidFill>
                    <a:prstClr val="white"/>
                  </a:solidFill>
                  <a:latin typeface="Roboto"/>
                </a:endParaRPr>
              </a:p>
            </p:txBody>
          </p:sp>
        </p:grpSp>
        <p:grpSp>
          <p:nvGrpSpPr>
            <p:cNvPr id="34" name="Group 33"/>
            <p:cNvGrpSpPr/>
            <p:nvPr/>
          </p:nvGrpSpPr>
          <p:grpSpPr>
            <a:xfrm>
              <a:off x="5908295" y="4404673"/>
              <a:ext cx="423319" cy="396590"/>
              <a:chOff x="5368132" y="3540125"/>
              <a:chExt cx="465138" cy="435769"/>
            </a:xfrm>
            <a:solidFill>
              <a:schemeClr val="bg1"/>
            </a:solidFill>
          </p:grpSpPr>
          <p:sp>
            <p:nvSpPr>
              <p:cNvPr id="3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sp>
            <p:nvSpPr>
              <p:cNvPr id="3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grpSp>
      </p:grpSp>
      <p:sp>
        <p:nvSpPr>
          <p:cNvPr id="37" name="Text Placeholder 2"/>
          <p:cNvSpPr>
            <a:spLocks noGrp="1"/>
          </p:cNvSpPr>
          <p:nvPr>
            <p:ph type="body" idx="1"/>
          </p:nvPr>
        </p:nvSpPr>
        <p:spPr>
          <a:xfrm>
            <a:off x="479425" y="803237"/>
            <a:ext cx="11233150" cy="1288192"/>
          </a:xfrm>
        </p:spPr>
        <p:txBody>
          <a:bodyPr>
            <a:noAutofit/>
          </a:bodyPr>
          <a:lstStyle/>
          <a:p>
            <a:pPr algn="ctr" rtl="1"/>
            <a:r>
              <a:rPr lang="ar-SA" sz="4000" b="1" u="sng" dirty="0">
                <a:solidFill>
                  <a:srgbClr val="FF0000"/>
                </a:solidFill>
              </a:rPr>
              <a:t>2. الإمكانات التربوية للويب 3.0 </a:t>
            </a:r>
            <a:r>
              <a:rPr lang="en-US" sz="4000" b="1" u="sng" dirty="0">
                <a:solidFill>
                  <a:srgbClr val="FF0000"/>
                </a:solidFill>
              </a:rPr>
              <a:t>Web</a:t>
            </a:r>
            <a:endParaRPr lang="en-US" sz="4000" u="sng" dirty="0">
              <a:solidFill>
                <a:srgbClr val="FF0000"/>
              </a:solidFill>
            </a:endParaRPr>
          </a:p>
        </p:txBody>
      </p:sp>
      <p:sp>
        <p:nvSpPr>
          <p:cNvPr id="3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6045013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left)">
                                      <p:cBhvr>
                                        <p:cTn id="23" dur="500"/>
                                        <p:tgtEl>
                                          <p:spTgt spid="14"/>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strips(downRight)">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marL="742950" indent="-742950" algn="r" rtl="1">
              <a:buFont typeface="+mj-lt"/>
              <a:buAutoNum type="arabicPeriod" startAt="3"/>
            </a:pPr>
            <a:r>
              <a:rPr lang="ar-SA" b="1" u="sng" dirty="0">
                <a:solidFill>
                  <a:srgbClr val="FF0000"/>
                </a:solidFill>
              </a:rPr>
              <a:t>. الكتاب الإلكتروني </a:t>
            </a:r>
            <a:endParaRPr lang="en-US" u="sng" dirty="0">
              <a:solidFill>
                <a:srgbClr val="FF0000"/>
              </a:solidFill>
            </a:endParaRPr>
          </a:p>
        </p:txBody>
      </p:sp>
      <p:grpSp>
        <p:nvGrpSpPr>
          <p:cNvPr id="72" name="Group 71"/>
          <p:cNvGrpSpPr/>
          <p:nvPr/>
        </p:nvGrpSpPr>
        <p:grpSpPr>
          <a:xfrm>
            <a:off x="830258" y="3348548"/>
            <a:ext cx="3226955" cy="2249920"/>
            <a:chOff x="3412101" y="3132431"/>
            <a:chExt cx="3549650" cy="2474912"/>
          </a:xfrm>
        </p:grpSpPr>
        <p:sp>
          <p:nvSpPr>
            <p:cNvPr id="9" name="Freeform 8"/>
            <p:cNvSpPr>
              <a:spLocks/>
            </p:cNvSpPr>
            <p:nvPr/>
          </p:nvSpPr>
          <p:spPr bwMode="auto">
            <a:xfrm>
              <a:off x="3412101" y="4086518"/>
              <a:ext cx="3549650" cy="1454150"/>
            </a:xfrm>
            <a:custGeom>
              <a:avLst/>
              <a:gdLst>
                <a:gd name="T0" fmla="*/ 944 w 944"/>
                <a:gd name="T1" fmla="*/ 93 h 387"/>
                <a:gd name="T2" fmla="*/ 886 w 944"/>
                <a:gd name="T3" fmla="*/ 66 h 387"/>
                <a:gd name="T4" fmla="*/ 88 w 944"/>
                <a:gd name="T5" fmla="*/ 0 h 387"/>
                <a:gd name="T6" fmla="*/ 45 w 944"/>
                <a:gd name="T7" fmla="*/ 112 h 387"/>
                <a:gd name="T8" fmla="*/ 469 w 944"/>
                <a:gd name="T9" fmla="*/ 387 h 387"/>
                <a:gd name="T10" fmla="*/ 944 w 944"/>
                <a:gd name="T11" fmla="*/ 93 h 387"/>
              </a:gdLst>
              <a:ahLst/>
              <a:cxnLst>
                <a:cxn ang="0">
                  <a:pos x="T0" y="T1"/>
                </a:cxn>
                <a:cxn ang="0">
                  <a:pos x="T2" y="T3"/>
                </a:cxn>
                <a:cxn ang="0">
                  <a:pos x="T4" y="T5"/>
                </a:cxn>
                <a:cxn ang="0">
                  <a:pos x="T6" y="T7"/>
                </a:cxn>
                <a:cxn ang="0">
                  <a:pos x="T8" y="T9"/>
                </a:cxn>
                <a:cxn ang="0">
                  <a:pos x="T10" y="T11"/>
                </a:cxn>
              </a:cxnLst>
              <a:rect l="0" t="0" r="r" b="b"/>
              <a:pathLst>
                <a:path w="944" h="387">
                  <a:moveTo>
                    <a:pt x="944" y="93"/>
                  </a:moveTo>
                  <a:cubicBezTo>
                    <a:pt x="886" y="66"/>
                    <a:pt x="886" y="66"/>
                    <a:pt x="886" y="66"/>
                  </a:cubicBezTo>
                  <a:cubicBezTo>
                    <a:pt x="88" y="0"/>
                    <a:pt x="88" y="0"/>
                    <a:pt x="88" y="0"/>
                  </a:cubicBezTo>
                  <a:cubicBezTo>
                    <a:pt x="88" y="0"/>
                    <a:pt x="0" y="38"/>
                    <a:pt x="45" y="112"/>
                  </a:cubicBezTo>
                  <a:cubicBezTo>
                    <a:pt x="107" y="211"/>
                    <a:pt x="469" y="387"/>
                    <a:pt x="469" y="387"/>
                  </a:cubicBezTo>
                  <a:lnTo>
                    <a:pt x="944" y="93"/>
                  </a:lnTo>
                  <a:close/>
                </a:path>
              </a:pathLst>
            </a:custGeom>
            <a:solidFill>
              <a:schemeClr val="accent3">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0" name="Freeform 9"/>
            <p:cNvSpPr>
              <a:spLocks/>
            </p:cNvSpPr>
            <p:nvPr/>
          </p:nvSpPr>
          <p:spPr bwMode="auto">
            <a:xfrm>
              <a:off x="3793101" y="3969043"/>
              <a:ext cx="3082925" cy="1398588"/>
            </a:xfrm>
            <a:custGeom>
              <a:avLst/>
              <a:gdLst>
                <a:gd name="T0" fmla="*/ 1942 w 1942"/>
                <a:gd name="T1" fmla="*/ 34 h 881"/>
                <a:gd name="T2" fmla="*/ 1942 w 1942"/>
                <a:gd name="T3" fmla="*/ 266 h 881"/>
                <a:gd name="T4" fmla="*/ 871 w 1942"/>
                <a:gd name="T5" fmla="*/ 881 h 881"/>
                <a:gd name="T6" fmla="*/ 4 w 1942"/>
                <a:gd name="T7" fmla="*/ 398 h 881"/>
                <a:gd name="T8" fmla="*/ 0 w 1942"/>
                <a:gd name="T9" fmla="*/ 133 h 881"/>
                <a:gd name="T10" fmla="*/ 893 w 1942"/>
                <a:gd name="T11" fmla="*/ 606 h 881"/>
                <a:gd name="T12" fmla="*/ 1937 w 1942"/>
                <a:gd name="T13" fmla="*/ 0 h 881"/>
                <a:gd name="T14" fmla="*/ 1942 w 1942"/>
                <a:gd name="T15" fmla="*/ 34 h 8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2" h="881">
                  <a:moveTo>
                    <a:pt x="1942" y="34"/>
                  </a:moveTo>
                  <a:lnTo>
                    <a:pt x="1942" y="266"/>
                  </a:lnTo>
                  <a:lnTo>
                    <a:pt x="871" y="881"/>
                  </a:lnTo>
                  <a:lnTo>
                    <a:pt x="4" y="398"/>
                  </a:lnTo>
                  <a:lnTo>
                    <a:pt x="0" y="133"/>
                  </a:lnTo>
                  <a:lnTo>
                    <a:pt x="893" y="606"/>
                  </a:lnTo>
                  <a:lnTo>
                    <a:pt x="1937" y="0"/>
                  </a:lnTo>
                  <a:lnTo>
                    <a:pt x="1942" y="34"/>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1" name="Freeform 10"/>
            <p:cNvSpPr>
              <a:spLocks/>
            </p:cNvSpPr>
            <p:nvPr/>
          </p:nvSpPr>
          <p:spPr bwMode="auto">
            <a:xfrm>
              <a:off x="3626413" y="3132431"/>
              <a:ext cx="3335338" cy="1735138"/>
            </a:xfrm>
            <a:custGeom>
              <a:avLst/>
              <a:gdLst>
                <a:gd name="T0" fmla="*/ 887 w 887"/>
                <a:gd name="T1" fmla="*/ 194 h 462"/>
                <a:gd name="T2" fmla="*/ 413 w 887"/>
                <a:gd name="T3" fmla="*/ 462 h 462"/>
                <a:gd name="T4" fmla="*/ 0 w 887"/>
                <a:gd name="T5" fmla="*/ 250 h 462"/>
                <a:gd name="T6" fmla="*/ 13 w 887"/>
                <a:gd name="T7" fmla="*/ 244 h 462"/>
                <a:gd name="T8" fmla="*/ 460 w 887"/>
                <a:gd name="T9" fmla="*/ 18 h 462"/>
                <a:gd name="T10" fmla="*/ 517 w 887"/>
                <a:gd name="T11" fmla="*/ 10 h 462"/>
                <a:gd name="T12" fmla="*/ 887 w 887"/>
                <a:gd name="T13" fmla="*/ 194 h 462"/>
              </a:gdLst>
              <a:ahLst/>
              <a:cxnLst>
                <a:cxn ang="0">
                  <a:pos x="T0" y="T1"/>
                </a:cxn>
                <a:cxn ang="0">
                  <a:pos x="T2" y="T3"/>
                </a:cxn>
                <a:cxn ang="0">
                  <a:pos x="T4" y="T5"/>
                </a:cxn>
                <a:cxn ang="0">
                  <a:pos x="T6" y="T7"/>
                </a:cxn>
                <a:cxn ang="0">
                  <a:pos x="T8" y="T9"/>
                </a:cxn>
                <a:cxn ang="0">
                  <a:pos x="T10" y="T11"/>
                </a:cxn>
                <a:cxn ang="0">
                  <a:pos x="T12" y="T13"/>
                </a:cxn>
              </a:cxnLst>
              <a:rect l="0" t="0" r="r" b="b"/>
              <a:pathLst>
                <a:path w="887" h="462">
                  <a:moveTo>
                    <a:pt x="887" y="194"/>
                  </a:moveTo>
                  <a:cubicBezTo>
                    <a:pt x="413" y="462"/>
                    <a:pt x="413" y="462"/>
                    <a:pt x="413" y="462"/>
                  </a:cubicBezTo>
                  <a:cubicBezTo>
                    <a:pt x="0" y="250"/>
                    <a:pt x="0" y="250"/>
                    <a:pt x="0" y="250"/>
                  </a:cubicBezTo>
                  <a:cubicBezTo>
                    <a:pt x="13" y="244"/>
                    <a:pt x="13" y="244"/>
                    <a:pt x="13" y="244"/>
                  </a:cubicBezTo>
                  <a:cubicBezTo>
                    <a:pt x="460" y="18"/>
                    <a:pt x="460" y="18"/>
                    <a:pt x="460" y="18"/>
                  </a:cubicBezTo>
                  <a:cubicBezTo>
                    <a:pt x="460" y="18"/>
                    <a:pt x="491" y="0"/>
                    <a:pt x="517" y="10"/>
                  </a:cubicBezTo>
                  <a:cubicBezTo>
                    <a:pt x="544" y="20"/>
                    <a:pt x="887" y="194"/>
                    <a:pt x="887" y="19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2" name="Freeform 11"/>
            <p:cNvSpPr>
              <a:spLocks/>
            </p:cNvSpPr>
            <p:nvPr/>
          </p:nvSpPr>
          <p:spPr bwMode="auto">
            <a:xfrm>
              <a:off x="5180576" y="3861093"/>
              <a:ext cx="1781175" cy="1157288"/>
            </a:xfrm>
            <a:custGeom>
              <a:avLst/>
              <a:gdLst>
                <a:gd name="T0" fmla="*/ 0 w 1122"/>
                <a:gd name="T1" fmla="*/ 634 h 729"/>
                <a:gd name="T2" fmla="*/ 1122 w 1122"/>
                <a:gd name="T3" fmla="*/ 0 h 729"/>
                <a:gd name="T4" fmla="*/ 1122 w 1122"/>
                <a:gd name="T5" fmla="*/ 87 h 729"/>
                <a:gd name="T6" fmla="*/ 0 w 1122"/>
                <a:gd name="T7" fmla="*/ 729 h 729"/>
                <a:gd name="T8" fmla="*/ 0 w 1122"/>
                <a:gd name="T9" fmla="*/ 634 h 729"/>
              </a:gdLst>
              <a:ahLst/>
              <a:cxnLst>
                <a:cxn ang="0">
                  <a:pos x="T0" y="T1"/>
                </a:cxn>
                <a:cxn ang="0">
                  <a:pos x="T2" y="T3"/>
                </a:cxn>
                <a:cxn ang="0">
                  <a:pos x="T4" y="T5"/>
                </a:cxn>
                <a:cxn ang="0">
                  <a:pos x="T6" y="T7"/>
                </a:cxn>
                <a:cxn ang="0">
                  <a:pos x="T8" y="T9"/>
                </a:cxn>
              </a:cxnLst>
              <a:rect l="0" t="0" r="r" b="b"/>
              <a:pathLst>
                <a:path w="1122" h="729">
                  <a:moveTo>
                    <a:pt x="0" y="634"/>
                  </a:moveTo>
                  <a:lnTo>
                    <a:pt x="1122" y="0"/>
                  </a:lnTo>
                  <a:lnTo>
                    <a:pt x="1122" y="87"/>
                  </a:lnTo>
                  <a:lnTo>
                    <a:pt x="0" y="729"/>
                  </a:lnTo>
                  <a:lnTo>
                    <a:pt x="0" y="634"/>
                  </a:lnTo>
                  <a:close/>
                </a:path>
              </a:pathLst>
            </a:custGeom>
            <a:solidFill>
              <a:schemeClr val="accent3">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3" name="Freeform 12"/>
            <p:cNvSpPr>
              <a:spLocks/>
            </p:cNvSpPr>
            <p:nvPr/>
          </p:nvSpPr>
          <p:spPr bwMode="auto">
            <a:xfrm>
              <a:off x="5180576" y="3861093"/>
              <a:ext cx="1781175" cy="1157288"/>
            </a:xfrm>
            <a:custGeom>
              <a:avLst/>
              <a:gdLst>
                <a:gd name="T0" fmla="*/ 0 w 1122"/>
                <a:gd name="T1" fmla="*/ 634 h 729"/>
                <a:gd name="T2" fmla="*/ 1122 w 1122"/>
                <a:gd name="T3" fmla="*/ 0 h 729"/>
                <a:gd name="T4" fmla="*/ 1122 w 1122"/>
                <a:gd name="T5" fmla="*/ 87 h 729"/>
                <a:gd name="T6" fmla="*/ 0 w 1122"/>
                <a:gd name="T7" fmla="*/ 729 h 729"/>
                <a:gd name="T8" fmla="*/ 0 w 1122"/>
                <a:gd name="T9" fmla="*/ 634 h 729"/>
              </a:gdLst>
              <a:ahLst/>
              <a:cxnLst>
                <a:cxn ang="0">
                  <a:pos x="T0" y="T1"/>
                </a:cxn>
                <a:cxn ang="0">
                  <a:pos x="T2" y="T3"/>
                </a:cxn>
                <a:cxn ang="0">
                  <a:pos x="T4" y="T5"/>
                </a:cxn>
                <a:cxn ang="0">
                  <a:pos x="T6" y="T7"/>
                </a:cxn>
                <a:cxn ang="0">
                  <a:pos x="T8" y="T9"/>
                </a:cxn>
              </a:cxnLst>
              <a:rect l="0" t="0" r="r" b="b"/>
              <a:pathLst>
                <a:path w="1122" h="729">
                  <a:moveTo>
                    <a:pt x="0" y="634"/>
                  </a:moveTo>
                  <a:lnTo>
                    <a:pt x="1122" y="0"/>
                  </a:lnTo>
                  <a:lnTo>
                    <a:pt x="1122" y="87"/>
                  </a:lnTo>
                  <a:lnTo>
                    <a:pt x="0" y="729"/>
                  </a:lnTo>
                  <a:lnTo>
                    <a:pt x="0" y="6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4" name="Freeform 13"/>
            <p:cNvSpPr>
              <a:spLocks/>
            </p:cNvSpPr>
            <p:nvPr/>
          </p:nvSpPr>
          <p:spPr bwMode="auto">
            <a:xfrm>
              <a:off x="5180576" y="4435768"/>
              <a:ext cx="1781175" cy="1171575"/>
            </a:xfrm>
            <a:custGeom>
              <a:avLst/>
              <a:gdLst>
                <a:gd name="T0" fmla="*/ 1122 w 1122"/>
                <a:gd name="T1" fmla="*/ 0 h 738"/>
                <a:gd name="T2" fmla="*/ 1122 w 1122"/>
                <a:gd name="T3" fmla="*/ 78 h 738"/>
                <a:gd name="T4" fmla="*/ 0 w 1122"/>
                <a:gd name="T5" fmla="*/ 738 h 738"/>
                <a:gd name="T6" fmla="*/ 0 w 1122"/>
                <a:gd name="T7" fmla="*/ 656 h 738"/>
                <a:gd name="T8" fmla="*/ 1122 w 1122"/>
                <a:gd name="T9" fmla="*/ 0 h 738"/>
              </a:gdLst>
              <a:ahLst/>
              <a:cxnLst>
                <a:cxn ang="0">
                  <a:pos x="T0" y="T1"/>
                </a:cxn>
                <a:cxn ang="0">
                  <a:pos x="T2" y="T3"/>
                </a:cxn>
                <a:cxn ang="0">
                  <a:pos x="T4" y="T5"/>
                </a:cxn>
                <a:cxn ang="0">
                  <a:pos x="T6" y="T7"/>
                </a:cxn>
                <a:cxn ang="0">
                  <a:pos x="T8" y="T9"/>
                </a:cxn>
              </a:cxnLst>
              <a:rect l="0" t="0" r="r" b="b"/>
              <a:pathLst>
                <a:path w="1122" h="738">
                  <a:moveTo>
                    <a:pt x="1122" y="0"/>
                  </a:moveTo>
                  <a:lnTo>
                    <a:pt x="1122" y="78"/>
                  </a:lnTo>
                  <a:lnTo>
                    <a:pt x="0" y="738"/>
                  </a:lnTo>
                  <a:lnTo>
                    <a:pt x="0" y="656"/>
                  </a:lnTo>
                  <a:lnTo>
                    <a:pt x="1122" y="0"/>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5" name="Freeform 14"/>
            <p:cNvSpPr>
              <a:spLocks/>
            </p:cNvSpPr>
            <p:nvPr/>
          </p:nvSpPr>
          <p:spPr bwMode="auto">
            <a:xfrm>
              <a:off x="3488301" y="4010318"/>
              <a:ext cx="1695450" cy="1597025"/>
            </a:xfrm>
            <a:custGeom>
              <a:avLst/>
              <a:gdLst>
                <a:gd name="T0" fmla="*/ 451 w 451"/>
                <a:gd name="T1" fmla="*/ 268 h 425"/>
                <a:gd name="T2" fmla="*/ 87 w 451"/>
                <a:gd name="T3" fmla="*/ 52 h 425"/>
                <a:gd name="T4" fmla="*/ 31 w 451"/>
                <a:gd name="T5" fmla="*/ 66 h 425"/>
                <a:gd name="T6" fmla="*/ 79 w 451"/>
                <a:gd name="T7" fmla="*/ 182 h 425"/>
                <a:gd name="T8" fmla="*/ 450 w 451"/>
                <a:gd name="T9" fmla="*/ 390 h 425"/>
                <a:gd name="T10" fmla="*/ 450 w 451"/>
                <a:gd name="T11" fmla="*/ 425 h 425"/>
                <a:gd name="T12" fmla="*/ 70 w 451"/>
                <a:gd name="T13" fmla="*/ 206 h 425"/>
                <a:gd name="T14" fmla="*/ 2 w 451"/>
                <a:gd name="T15" fmla="*/ 89 h 425"/>
                <a:gd name="T16" fmla="*/ 79 w 451"/>
                <a:gd name="T17" fmla="*/ 15 h 425"/>
                <a:gd name="T18" fmla="*/ 450 w 451"/>
                <a:gd name="T19" fmla="*/ 228 h 425"/>
                <a:gd name="T20" fmla="*/ 451 w 451"/>
                <a:gd name="T21" fmla="*/ 268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1" h="425">
                  <a:moveTo>
                    <a:pt x="451" y="268"/>
                  </a:moveTo>
                  <a:cubicBezTo>
                    <a:pt x="87" y="52"/>
                    <a:pt x="87" y="52"/>
                    <a:pt x="87" y="52"/>
                  </a:cubicBezTo>
                  <a:cubicBezTo>
                    <a:pt x="87" y="52"/>
                    <a:pt x="46" y="27"/>
                    <a:pt x="31" y="66"/>
                  </a:cubicBezTo>
                  <a:cubicBezTo>
                    <a:pt x="15" y="106"/>
                    <a:pt x="50" y="163"/>
                    <a:pt x="79" y="182"/>
                  </a:cubicBezTo>
                  <a:cubicBezTo>
                    <a:pt x="450" y="390"/>
                    <a:pt x="450" y="390"/>
                    <a:pt x="450" y="390"/>
                  </a:cubicBezTo>
                  <a:cubicBezTo>
                    <a:pt x="450" y="425"/>
                    <a:pt x="450" y="425"/>
                    <a:pt x="450" y="425"/>
                  </a:cubicBezTo>
                  <a:cubicBezTo>
                    <a:pt x="70" y="206"/>
                    <a:pt x="70" y="206"/>
                    <a:pt x="70" y="206"/>
                  </a:cubicBezTo>
                  <a:cubicBezTo>
                    <a:pt x="70" y="206"/>
                    <a:pt x="0" y="155"/>
                    <a:pt x="2" y="89"/>
                  </a:cubicBezTo>
                  <a:cubicBezTo>
                    <a:pt x="5" y="24"/>
                    <a:pt x="49" y="0"/>
                    <a:pt x="79" y="15"/>
                  </a:cubicBezTo>
                  <a:cubicBezTo>
                    <a:pt x="450" y="228"/>
                    <a:pt x="450" y="228"/>
                    <a:pt x="450" y="228"/>
                  </a:cubicBezTo>
                  <a:cubicBezTo>
                    <a:pt x="451" y="268"/>
                    <a:pt x="451" y="268"/>
                    <a:pt x="451" y="268"/>
                  </a:cubicBezTo>
                </a:path>
              </a:pathLst>
            </a:custGeom>
            <a:solidFill>
              <a:schemeClr val="accent3">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6" name="Group 65"/>
          <p:cNvGrpSpPr/>
          <p:nvPr/>
        </p:nvGrpSpPr>
        <p:grpSpPr>
          <a:xfrm>
            <a:off x="3199963" y="4871105"/>
            <a:ext cx="2043545" cy="1408546"/>
            <a:chOff x="6018776" y="4807243"/>
            <a:chExt cx="2247900" cy="1549401"/>
          </a:xfrm>
        </p:grpSpPr>
        <p:sp>
          <p:nvSpPr>
            <p:cNvPr id="18" name="Freeform 17"/>
            <p:cNvSpPr>
              <a:spLocks/>
            </p:cNvSpPr>
            <p:nvPr/>
          </p:nvSpPr>
          <p:spPr bwMode="auto">
            <a:xfrm>
              <a:off x="6037826" y="5356518"/>
              <a:ext cx="2228850" cy="958850"/>
            </a:xfrm>
            <a:custGeom>
              <a:avLst/>
              <a:gdLst>
                <a:gd name="T0" fmla="*/ 0 w 593"/>
                <a:gd name="T1" fmla="*/ 83 h 255"/>
                <a:gd name="T2" fmla="*/ 36 w 593"/>
                <a:gd name="T3" fmla="*/ 64 h 255"/>
                <a:gd name="T4" fmla="*/ 536 w 593"/>
                <a:gd name="T5" fmla="*/ 0 h 255"/>
                <a:gd name="T6" fmla="*/ 566 w 593"/>
                <a:gd name="T7" fmla="*/ 69 h 255"/>
                <a:gd name="T8" fmla="*/ 308 w 593"/>
                <a:gd name="T9" fmla="*/ 255 h 255"/>
                <a:gd name="T10" fmla="*/ 0 w 593"/>
                <a:gd name="T11" fmla="*/ 83 h 255"/>
              </a:gdLst>
              <a:ahLst/>
              <a:cxnLst>
                <a:cxn ang="0">
                  <a:pos x="T0" y="T1"/>
                </a:cxn>
                <a:cxn ang="0">
                  <a:pos x="T2" y="T3"/>
                </a:cxn>
                <a:cxn ang="0">
                  <a:pos x="T4" y="T5"/>
                </a:cxn>
                <a:cxn ang="0">
                  <a:pos x="T6" y="T7"/>
                </a:cxn>
                <a:cxn ang="0">
                  <a:pos x="T8" y="T9"/>
                </a:cxn>
                <a:cxn ang="0">
                  <a:pos x="T10" y="T11"/>
                </a:cxn>
              </a:cxnLst>
              <a:rect l="0" t="0" r="r" b="b"/>
              <a:pathLst>
                <a:path w="593" h="255">
                  <a:moveTo>
                    <a:pt x="0" y="83"/>
                  </a:moveTo>
                  <a:cubicBezTo>
                    <a:pt x="36" y="64"/>
                    <a:pt x="36" y="64"/>
                    <a:pt x="36" y="64"/>
                  </a:cubicBezTo>
                  <a:cubicBezTo>
                    <a:pt x="536" y="0"/>
                    <a:pt x="536" y="0"/>
                    <a:pt x="536" y="0"/>
                  </a:cubicBezTo>
                  <a:cubicBezTo>
                    <a:pt x="536" y="0"/>
                    <a:pt x="593" y="22"/>
                    <a:pt x="566" y="69"/>
                  </a:cubicBezTo>
                  <a:cubicBezTo>
                    <a:pt x="530" y="133"/>
                    <a:pt x="308" y="255"/>
                    <a:pt x="308" y="255"/>
                  </a:cubicBezTo>
                  <a:lnTo>
                    <a:pt x="0" y="83"/>
                  </a:lnTo>
                  <a:close/>
                </a:path>
              </a:pathLst>
            </a:custGeom>
            <a:solidFill>
              <a:schemeClr val="accent1">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9" name="Freeform 18"/>
            <p:cNvSpPr>
              <a:spLocks/>
            </p:cNvSpPr>
            <p:nvPr/>
          </p:nvSpPr>
          <p:spPr bwMode="auto">
            <a:xfrm>
              <a:off x="6082276" y="5375568"/>
              <a:ext cx="1951038" cy="825500"/>
            </a:xfrm>
            <a:custGeom>
              <a:avLst/>
              <a:gdLst>
                <a:gd name="T0" fmla="*/ 0 w 1229"/>
                <a:gd name="T1" fmla="*/ 19 h 520"/>
                <a:gd name="T2" fmla="*/ 5 w 1229"/>
                <a:gd name="T3" fmla="*/ 165 h 520"/>
                <a:gd name="T4" fmla="*/ 696 w 1229"/>
                <a:gd name="T5" fmla="*/ 520 h 520"/>
                <a:gd name="T6" fmla="*/ 1229 w 1229"/>
                <a:gd name="T7" fmla="*/ 194 h 520"/>
                <a:gd name="T8" fmla="*/ 1225 w 1229"/>
                <a:gd name="T9" fmla="*/ 26 h 520"/>
                <a:gd name="T10" fmla="*/ 675 w 1229"/>
                <a:gd name="T11" fmla="*/ 350 h 520"/>
                <a:gd name="T12" fmla="*/ 0 w 1229"/>
                <a:gd name="T13" fmla="*/ 0 h 520"/>
                <a:gd name="T14" fmla="*/ 0 w 1229"/>
                <a:gd name="T15" fmla="*/ 19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9" h="520">
                  <a:moveTo>
                    <a:pt x="0" y="19"/>
                  </a:moveTo>
                  <a:lnTo>
                    <a:pt x="5" y="165"/>
                  </a:lnTo>
                  <a:lnTo>
                    <a:pt x="696" y="520"/>
                  </a:lnTo>
                  <a:lnTo>
                    <a:pt x="1229" y="194"/>
                  </a:lnTo>
                  <a:lnTo>
                    <a:pt x="1225" y="26"/>
                  </a:lnTo>
                  <a:lnTo>
                    <a:pt x="675" y="350"/>
                  </a:lnTo>
                  <a:lnTo>
                    <a:pt x="0" y="0"/>
                  </a:lnTo>
                  <a:lnTo>
                    <a:pt x="0" y="19"/>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0" name="Freeform 19"/>
            <p:cNvSpPr>
              <a:spLocks/>
            </p:cNvSpPr>
            <p:nvPr/>
          </p:nvSpPr>
          <p:spPr bwMode="auto">
            <a:xfrm>
              <a:off x="6018776" y="4807243"/>
              <a:ext cx="2109788" cy="1082675"/>
            </a:xfrm>
            <a:custGeom>
              <a:avLst/>
              <a:gdLst>
                <a:gd name="T0" fmla="*/ 0 w 561"/>
                <a:gd name="T1" fmla="*/ 133 h 288"/>
                <a:gd name="T2" fmla="*/ 307 w 561"/>
                <a:gd name="T3" fmla="*/ 288 h 288"/>
                <a:gd name="T4" fmla="*/ 561 w 561"/>
                <a:gd name="T5" fmla="*/ 143 h 288"/>
                <a:gd name="T6" fmla="*/ 552 w 561"/>
                <a:gd name="T7" fmla="*/ 139 h 288"/>
                <a:gd name="T8" fmla="*/ 265 w 561"/>
                <a:gd name="T9" fmla="*/ 10 h 288"/>
                <a:gd name="T10" fmla="*/ 228 w 561"/>
                <a:gd name="T11" fmla="*/ 6 h 288"/>
                <a:gd name="T12" fmla="*/ 0 w 561"/>
                <a:gd name="T13" fmla="*/ 133 h 288"/>
              </a:gdLst>
              <a:ahLst/>
              <a:cxnLst>
                <a:cxn ang="0">
                  <a:pos x="T0" y="T1"/>
                </a:cxn>
                <a:cxn ang="0">
                  <a:pos x="T2" y="T3"/>
                </a:cxn>
                <a:cxn ang="0">
                  <a:pos x="T4" y="T5"/>
                </a:cxn>
                <a:cxn ang="0">
                  <a:pos x="T6" y="T7"/>
                </a:cxn>
                <a:cxn ang="0">
                  <a:pos x="T8" y="T9"/>
                </a:cxn>
                <a:cxn ang="0">
                  <a:pos x="T10" y="T11"/>
                </a:cxn>
                <a:cxn ang="0">
                  <a:pos x="T12" y="T13"/>
                </a:cxn>
              </a:cxnLst>
              <a:rect l="0" t="0" r="r" b="b"/>
              <a:pathLst>
                <a:path w="561" h="288">
                  <a:moveTo>
                    <a:pt x="0" y="133"/>
                  </a:moveTo>
                  <a:cubicBezTo>
                    <a:pt x="307" y="288"/>
                    <a:pt x="307" y="288"/>
                    <a:pt x="307" y="288"/>
                  </a:cubicBezTo>
                  <a:cubicBezTo>
                    <a:pt x="561" y="143"/>
                    <a:pt x="561" y="143"/>
                    <a:pt x="561" y="143"/>
                  </a:cubicBezTo>
                  <a:cubicBezTo>
                    <a:pt x="552" y="139"/>
                    <a:pt x="552" y="139"/>
                    <a:pt x="552" y="139"/>
                  </a:cubicBezTo>
                  <a:cubicBezTo>
                    <a:pt x="265" y="10"/>
                    <a:pt x="265" y="10"/>
                    <a:pt x="265" y="10"/>
                  </a:cubicBezTo>
                  <a:cubicBezTo>
                    <a:pt x="265" y="10"/>
                    <a:pt x="245" y="0"/>
                    <a:pt x="228" y="6"/>
                  </a:cubicBezTo>
                  <a:cubicBezTo>
                    <a:pt x="211" y="13"/>
                    <a:pt x="0" y="133"/>
                    <a:pt x="0" y="13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1" name="Freeform 20"/>
            <p:cNvSpPr>
              <a:spLocks/>
            </p:cNvSpPr>
            <p:nvPr/>
          </p:nvSpPr>
          <p:spPr bwMode="auto">
            <a:xfrm>
              <a:off x="6018776" y="5307306"/>
              <a:ext cx="1157288" cy="676275"/>
            </a:xfrm>
            <a:custGeom>
              <a:avLst/>
              <a:gdLst>
                <a:gd name="T0" fmla="*/ 727 w 729"/>
                <a:gd name="T1" fmla="*/ 367 h 426"/>
                <a:gd name="T2" fmla="*/ 0 w 729"/>
                <a:gd name="T3" fmla="*/ 0 h 426"/>
                <a:gd name="T4" fmla="*/ 5 w 729"/>
                <a:gd name="T5" fmla="*/ 55 h 426"/>
                <a:gd name="T6" fmla="*/ 729 w 729"/>
                <a:gd name="T7" fmla="*/ 426 h 426"/>
                <a:gd name="T8" fmla="*/ 727 w 729"/>
                <a:gd name="T9" fmla="*/ 367 h 426"/>
              </a:gdLst>
              <a:ahLst/>
              <a:cxnLst>
                <a:cxn ang="0">
                  <a:pos x="T0" y="T1"/>
                </a:cxn>
                <a:cxn ang="0">
                  <a:pos x="T2" y="T3"/>
                </a:cxn>
                <a:cxn ang="0">
                  <a:pos x="T4" y="T5"/>
                </a:cxn>
                <a:cxn ang="0">
                  <a:pos x="T6" y="T7"/>
                </a:cxn>
                <a:cxn ang="0">
                  <a:pos x="T8" y="T9"/>
                </a:cxn>
              </a:cxnLst>
              <a:rect l="0" t="0" r="r" b="b"/>
              <a:pathLst>
                <a:path w="729" h="426">
                  <a:moveTo>
                    <a:pt x="727" y="367"/>
                  </a:moveTo>
                  <a:lnTo>
                    <a:pt x="0" y="0"/>
                  </a:lnTo>
                  <a:lnTo>
                    <a:pt x="5" y="55"/>
                  </a:lnTo>
                  <a:lnTo>
                    <a:pt x="729" y="426"/>
                  </a:lnTo>
                  <a:lnTo>
                    <a:pt x="727" y="367"/>
                  </a:lnTo>
                  <a:close/>
                </a:path>
              </a:pathLst>
            </a:custGeom>
            <a:solidFill>
              <a:schemeClr val="accent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21"/>
            <p:cNvSpPr>
              <a:spLocks/>
            </p:cNvSpPr>
            <p:nvPr/>
          </p:nvSpPr>
          <p:spPr bwMode="auto">
            <a:xfrm>
              <a:off x="6037826" y="5667668"/>
              <a:ext cx="1154113" cy="688975"/>
            </a:xfrm>
            <a:custGeom>
              <a:avLst/>
              <a:gdLst>
                <a:gd name="T0" fmla="*/ 0 w 727"/>
                <a:gd name="T1" fmla="*/ 0 h 434"/>
                <a:gd name="T2" fmla="*/ 2 w 727"/>
                <a:gd name="T3" fmla="*/ 50 h 434"/>
                <a:gd name="T4" fmla="*/ 727 w 727"/>
                <a:gd name="T5" fmla="*/ 434 h 434"/>
                <a:gd name="T6" fmla="*/ 724 w 727"/>
                <a:gd name="T7" fmla="*/ 381 h 434"/>
                <a:gd name="T8" fmla="*/ 0 w 727"/>
                <a:gd name="T9" fmla="*/ 0 h 434"/>
              </a:gdLst>
              <a:ahLst/>
              <a:cxnLst>
                <a:cxn ang="0">
                  <a:pos x="T0" y="T1"/>
                </a:cxn>
                <a:cxn ang="0">
                  <a:pos x="T2" y="T3"/>
                </a:cxn>
                <a:cxn ang="0">
                  <a:pos x="T4" y="T5"/>
                </a:cxn>
                <a:cxn ang="0">
                  <a:pos x="T6" y="T7"/>
                </a:cxn>
                <a:cxn ang="0">
                  <a:pos x="T8" y="T9"/>
                </a:cxn>
              </a:cxnLst>
              <a:rect l="0" t="0" r="r" b="b"/>
              <a:pathLst>
                <a:path w="727" h="434">
                  <a:moveTo>
                    <a:pt x="0" y="0"/>
                  </a:moveTo>
                  <a:lnTo>
                    <a:pt x="2" y="50"/>
                  </a:lnTo>
                  <a:lnTo>
                    <a:pt x="727" y="434"/>
                  </a:lnTo>
                  <a:lnTo>
                    <a:pt x="724" y="381"/>
                  </a:lnTo>
                  <a:lnTo>
                    <a:pt x="0" y="0"/>
                  </a:lnTo>
                  <a:close/>
                </a:path>
              </a:pathLst>
            </a:custGeom>
            <a:solidFill>
              <a:schemeClr val="accent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3" name="Freeform 22"/>
            <p:cNvSpPr>
              <a:spLocks/>
            </p:cNvSpPr>
            <p:nvPr/>
          </p:nvSpPr>
          <p:spPr bwMode="auto">
            <a:xfrm>
              <a:off x="7172888" y="5307306"/>
              <a:ext cx="1055688" cy="1049338"/>
            </a:xfrm>
            <a:custGeom>
              <a:avLst/>
              <a:gdLst>
                <a:gd name="T0" fmla="*/ 0 w 281"/>
                <a:gd name="T1" fmla="*/ 180 h 279"/>
                <a:gd name="T2" fmla="*/ 223 w 281"/>
                <a:gd name="T3" fmla="*/ 34 h 279"/>
                <a:gd name="T4" fmla="*/ 259 w 281"/>
                <a:gd name="T5" fmla="*/ 41 h 279"/>
                <a:gd name="T6" fmla="*/ 232 w 281"/>
                <a:gd name="T7" fmla="*/ 115 h 279"/>
                <a:gd name="T8" fmla="*/ 4 w 281"/>
                <a:gd name="T9" fmla="*/ 257 h 279"/>
                <a:gd name="T10" fmla="*/ 5 w 281"/>
                <a:gd name="T11" fmla="*/ 279 h 279"/>
                <a:gd name="T12" fmla="*/ 238 w 281"/>
                <a:gd name="T13" fmla="*/ 130 h 279"/>
                <a:gd name="T14" fmla="*/ 278 w 281"/>
                <a:gd name="T15" fmla="*/ 55 h 279"/>
                <a:gd name="T16" fmla="*/ 227 w 281"/>
                <a:gd name="T17" fmla="*/ 10 h 279"/>
                <a:gd name="T18" fmla="*/ 0 w 281"/>
                <a:gd name="T19" fmla="*/ 155 h 279"/>
                <a:gd name="T20" fmla="*/ 0 w 281"/>
                <a:gd name="T21" fmla="*/ 18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1" h="279">
                  <a:moveTo>
                    <a:pt x="0" y="180"/>
                  </a:moveTo>
                  <a:cubicBezTo>
                    <a:pt x="223" y="34"/>
                    <a:pt x="223" y="34"/>
                    <a:pt x="223" y="34"/>
                  </a:cubicBezTo>
                  <a:cubicBezTo>
                    <a:pt x="223" y="34"/>
                    <a:pt x="248" y="17"/>
                    <a:pt x="259" y="41"/>
                  </a:cubicBezTo>
                  <a:cubicBezTo>
                    <a:pt x="270" y="66"/>
                    <a:pt x="250" y="102"/>
                    <a:pt x="232" y="115"/>
                  </a:cubicBezTo>
                  <a:cubicBezTo>
                    <a:pt x="4" y="257"/>
                    <a:pt x="4" y="257"/>
                    <a:pt x="4" y="257"/>
                  </a:cubicBezTo>
                  <a:cubicBezTo>
                    <a:pt x="5" y="279"/>
                    <a:pt x="5" y="279"/>
                    <a:pt x="5" y="279"/>
                  </a:cubicBezTo>
                  <a:cubicBezTo>
                    <a:pt x="238" y="130"/>
                    <a:pt x="238" y="130"/>
                    <a:pt x="238" y="130"/>
                  </a:cubicBezTo>
                  <a:cubicBezTo>
                    <a:pt x="238" y="130"/>
                    <a:pt x="281" y="96"/>
                    <a:pt x="278" y="55"/>
                  </a:cubicBezTo>
                  <a:cubicBezTo>
                    <a:pt x="274" y="14"/>
                    <a:pt x="246" y="0"/>
                    <a:pt x="227" y="10"/>
                  </a:cubicBezTo>
                  <a:cubicBezTo>
                    <a:pt x="0" y="155"/>
                    <a:pt x="0" y="155"/>
                    <a:pt x="0" y="155"/>
                  </a:cubicBezTo>
                  <a:lnTo>
                    <a:pt x="0" y="180"/>
                  </a:lnTo>
                  <a:close/>
                </a:path>
              </a:pathLst>
            </a:custGeom>
            <a:solidFill>
              <a:schemeClr val="accent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8" name="Group 67"/>
          <p:cNvGrpSpPr/>
          <p:nvPr/>
        </p:nvGrpSpPr>
        <p:grpSpPr>
          <a:xfrm>
            <a:off x="2700622" y="1540042"/>
            <a:ext cx="1870364" cy="1274529"/>
            <a:chOff x="5469501" y="1143074"/>
            <a:chExt cx="2057400" cy="1401982"/>
          </a:xfrm>
        </p:grpSpPr>
        <p:sp>
          <p:nvSpPr>
            <p:cNvPr id="6" name="Freeform 5"/>
            <p:cNvSpPr>
              <a:spLocks/>
            </p:cNvSpPr>
            <p:nvPr/>
          </p:nvSpPr>
          <p:spPr bwMode="auto">
            <a:xfrm>
              <a:off x="5947338" y="1579856"/>
              <a:ext cx="25400" cy="55563"/>
            </a:xfrm>
            <a:custGeom>
              <a:avLst/>
              <a:gdLst>
                <a:gd name="T0" fmla="*/ 3 w 7"/>
                <a:gd name="T1" fmla="*/ 0 h 15"/>
                <a:gd name="T2" fmla="*/ 5 w 7"/>
                <a:gd name="T3" fmla="*/ 3 h 15"/>
                <a:gd name="T4" fmla="*/ 7 w 7"/>
                <a:gd name="T5" fmla="*/ 15 h 15"/>
                <a:gd name="T6" fmla="*/ 3 w 7"/>
                <a:gd name="T7" fmla="*/ 0 h 15"/>
              </a:gdLst>
              <a:ahLst/>
              <a:cxnLst>
                <a:cxn ang="0">
                  <a:pos x="T0" y="T1"/>
                </a:cxn>
                <a:cxn ang="0">
                  <a:pos x="T2" y="T3"/>
                </a:cxn>
                <a:cxn ang="0">
                  <a:pos x="T4" y="T5"/>
                </a:cxn>
                <a:cxn ang="0">
                  <a:pos x="T6" y="T7"/>
                </a:cxn>
              </a:cxnLst>
              <a:rect l="0" t="0" r="r" b="b"/>
              <a:pathLst>
                <a:path w="7" h="15">
                  <a:moveTo>
                    <a:pt x="3" y="0"/>
                  </a:moveTo>
                  <a:cubicBezTo>
                    <a:pt x="3" y="1"/>
                    <a:pt x="4" y="2"/>
                    <a:pt x="5" y="3"/>
                  </a:cubicBezTo>
                  <a:cubicBezTo>
                    <a:pt x="5" y="7"/>
                    <a:pt x="6" y="11"/>
                    <a:pt x="7" y="15"/>
                  </a:cubicBezTo>
                  <a:cubicBezTo>
                    <a:pt x="0" y="11"/>
                    <a:pt x="0" y="8"/>
                    <a:pt x="3" y="0"/>
                  </a:cubicBezTo>
                </a:path>
              </a:pathLst>
            </a:custGeom>
            <a:solidFill>
              <a:srgbClr val="4159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 name="Freeform 6"/>
            <p:cNvSpPr>
              <a:spLocks/>
            </p:cNvSpPr>
            <p:nvPr/>
          </p:nvSpPr>
          <p:spPr bwMode="auto">
            <a:xfrm>
              <a:off x="5969563" y="1651293"/>
              <a:ext cx="22225" cy="33338"/>
            </a:xfrm>
            <a:custGeom>
              <a:avLst/>
              <a:gdLst>
                <a:gd name="T0" fmla="*/ 1 w 6"/>
                <a:gd name="T1" fmla="*/ 0 h 9"/>
                <a:gd name="T2" fmla="*/ 5 w 6"/>
                <a:gd name="T3" fmla="*/ 9 h 9"/>
                <a:gd name="T4" fmla="*/ 1 w 6"/>
                <a:gd name="T5" fmla="*/ 0 h 9"/>
              </a:gdLst>
              <a:ahLst/>
              <a:cxnLst>
                <a:cxn ang="0">
                  <a:pos x="T0" y="T1"/>
                </a:cxn>
                <a:cxn ang="0">
                  <a:pos x="T2" y="T3"/>
                </a:cxn>
                <a:cxn ang="0">
                  <a:pos x="T4" y="T5"/>
                </a:cxn>
              </a:cxnLst>
              <a:rect l="0" t="0" r="r" b="b"/>
              <a:pathLst>
                <a:path w="6" h="9">
                  <a:moveTo>
                    <a:pt x="1" y="0"/>
                  </a:moveTo>
                  <a:cubicBezTo>
                    <a:pt x="6" y="1"/>
                    <a:pt x="5" y="5"/>
                    <a:pt x="5" y="9"/>
                  </a:cubicBezTo>
                  <a:cubicBezTo>
                    <a:pt x="0" y="7"/>
                    <a:pt x="1" y="3"/>
                    <a:pt x="1" y="0"/>
                  </a:cubicBezTo>
                  <a:close/>
                </a:path>
              </a:pathLst>
            </a:custGeom>
            <a:solidFill>
              <a:srgbClr val="4159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 name="Freeform 7"/>
            <p:cNvSpPr>
              <a:spLocks/>
            </p:cNvSpPr>
            <p:nvPr/>
          </p:nvSpPr>
          <p:spPr bwMode="auto">
            <a:xfrm>
              <a:off x="5961626" y="1530643"/>
              <a:ext cx="15875" cy="11113"/>
            </a:xfrm>
            <a:custGeom>
              <a:avLst/>
              <a:gdLst>
                <a:gd name="T0" fmla="*/ 2 w 4"/>
                <a:gd name="T1" fmla="*/ 3 h 3"/>
                <a:gd name="T2" fmla="*/ 0 w 4"/>
                <a:gd name="T3" fmla="*/ 2 h 3"/>
                <a:gd name="T4" fmla="*/ 3 w 4"/>
                <a:gd name="T5" fmla="*/ 0 h 3"/>
                <a:gd name="T6" fmla="*/ 4 w 4"/>
                <a:gd name="T7" fmla="*/ 1 h 3"/>
                <a:gd name="T8" fmla="*/ 2 w 4"/>
                <a:gd name="T9" fmla="*/ 3 h 3"/>
              </a:gdLst>
              <a:ahLst/>
              <a:cxnLst>
                <a:cxn ang="0">
                  <a:pos x="T0" y="T1"/>
                </a:cxn>
                <a:cxn ang="0">
                  <a:pos x="T2" y="T3"/>
                </a:cxn>
                <a:cxn ang="0">
                  <a:pos x="T4" y="T5"/>
                </a:cxn>
                <a:cxn ang="0">
                  <a:pos x="T6" y="T7"/>
                </a:cxn>
                <a:cxn ang="0">
                  <a:pos x="T8" y="T9"/>
                </a:cxn>
              </a:cxnLst>
              <a:rect l="0" t="0" r="r" b="b"/>
              <a:pathLst>
                <a:path w="4" h="3">
                  <a:moveTo>
                    <a:pt x="2" y="3"/>
                  </a:moveTo>
                  <a:cubicBezTo>
                    <a:pt x="1" y="3"/>
                    <a:pt x="0" y="2"/>
                    <a:pt x="0" y="2"/>
                  </a:cubicBezTo>
                  <a:cubicBezTo>
                    <a:pt x="0" y="0"/>
                    <a:pt x="2" y="0"/>
                    <a:pt x="3" y="0"/>
                  </a:cubicBezTo>
                  <a:cubicBezTo>
                    <a:pt x="3" y="0"/>
                    <a:pt x="4" y="1"/>
                    <a:pt x="4" y="1"/>
                  </a:cubicBezTo>
                  <a:cubicBezTo>
                    <a:pt x="4" y="3"/>
                    <a:pt x="3" y="3"/>
                    <a:pt x="2" y="3"/>
                  </a:cubicBezTo>
                </a:path>
              </a:pathLst>
            </a:custGeom>
            <a:solidFill>
              <a:srgbClr val="6577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5" name="Freeform 24"/>
            <p:cNvSpPr>
              <a:spLocks/>
            </p:cNvSpPr>
            <p:nvPr/>
          </p:nvSpPr>
          <p:spPr bwMode="auto">
            <a:xfrm>
              <a:off x="5483788" y="1632243"/>
              <a:ext cx="2043113" cy="871538"/>
            </a:xfrm>
            <a:custGeom>
              <a:avLst/>
              <a:gdLst>
                <a:gd name="T0" fmla="*/ 0 w 543"/>
                <a:gd name="T1" fmla="*/ 75 h 232"/>
                <a:gd name="T2" fmla="*/ 33 w 543"/>
                <a:gd name="T3" fmla="*/ 58 h 232"/>
                <a:gd name="T4" fmla="*/ 491 w 543"/>
                <a:gd name="T5" fmla="*/ 0 h 232"/>
                <a:gd name="T6" fmla="*/ 518 w 543"/>
                <a:gd name="T7" fmla="*/ 63 h 232"/>
                <a:gd name="T8" fmla="*/ 282 w 543"/>
                <a:gd name="T9" fmla="*/ 232 h 232"/>
                <a:gd name="T10" fmla="*/ 0 w 543"/>
                <a:gd name="T11" fmla="*/ 75 h 232"/>
              </a:gdLst>
              <a:ahLst/>
              <a:cxnLst>
                <a:cxn ang="0">
                  <a:pos x="T0" y="T1"/>
                </a:cxn>
                <a:cxn ang="0">
                  <a:pos x="T2" y="T3"/>
                </a:cxn>
                <a:cxn ang="0">
                  <a:pos x="T4" y="T5"/>
                </a:cxn>
                <a:cxn ang="0">
                  <a:pos x="T6" y="T7"/>
                </a:cxn>
                <a:cxn ang="0">
                  <a:pos x="T8" y="T9"/>
                </a:cxn>
                <a:cxn ang="0">
                  <a:pos x="T10" y="T11"/>
                </a:cxn>
              </a:cxnLst>
              <a:rect l="0" t="0" r="r" b="b"/>
              <a:pathLst>
                <a:path w="543" h="232">
                  <a:moveTo>
                    <a:pt x="0" y="75"/>
                  </a:moveTo>
                  <a:cubicBezTo>
                    <a:pt x="33" y="58"/>
                    <a:pt x="33" y="58"/>
                    <a:pt x="33" y="58"/>
                  </a:cubicBezTo>
                  <a:cubicBezTo>
                    <a:pt x="491" y="0"/>
                    <a:pt x="491" y="0"/>
                    <a:pt x="491" y="0"/>
                  </a:cubicBezTo>
                  <a:cubicBezTo>
                    <a:pt x="491" y="0"/>
                    <a:pt x="543" y="19"/>
                    <a:pt x="518" y="63"/>
                  </a:cubicBezTo>
                  <a:cubicBezTo>
                    <a:pt x="485" y="121"/>
                    <a:pt x="282" y="232"/>
                    <a:pt x="282" y="232"/>
                  </a:cubicBezTo>
                  <a:lnTo>
                    <a:pt x="0" y="75"/>
                  </a:lnTo>
                  <a:close/>
                </a:path>
              </a:pathLst>
            </a:custGeom>
            <a:solidFill>
              <a:schemeClr val="accent5">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6" name="Freeform 25"/>
            <p:cNvSpPr>
              <a:spLocks/>
            </p:cNvSpPr>
            <p:nvPr/>
          </p:nvSpPr>
          <p:spPr bwMode="auto">
            <a:xfrm>
              <a:off x="5526651" y="1648118"/>
              <a:ext cx="1785938" cy="758825"/>
            </a:xfrm>
            <a:custGeom>
              <a:avLst/>
              <a:gdLst>
                <a:gd name="T0" fmla="*/ 0 w 1125"/>
                <a:gd name="T1" fmla="*/ 18 h 478"/>
                <a:gd name="T2" fmla="*/ 7 w 1125"/>
                <a:gd name="T3" fmla="*/ 151 h 478"/>
                <a:gd name="T4" fmla="*/ 639 w 1125"/>
                <a:gd name="T5" fmla="*/ 478 h 478"/>
                <a:gd name="T6" fmla="*/ 1125 w 1125"/>
                <a:gd name="T7" fmla="*/ 177 h 478"/>
                <a:gd name="T8" fmla="*/ 1120 w 1125"/>
                <a:gd name="T9" fmla="*/ 23 h 478"/>
                <a:gd name="T10" fmla="*/ 618 w 1125"/>
                <a:gd name="T11" fmla="*/ 319 h 478"/>
                <a:gd name="T12" fmla="*/ 2 w 1125"/>
                <a:gd name="T13" fmla="*/ 0 h 478"/>
                <a:gd name="T14" fmla="*/ 0 w 1125"/>
                <a:gd name="T15" fmla="*/ 18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5" h="478">
                  <a:moveTo>
                    <a:pt x="0" y="18"/>
                  </a:moveTo>
                  <a:lnTo>
                    <a:pt x="7" y="151"/>
                  </a:lnTo>
                  <a:lnTo>
                    <a:pt x="639" y="478"/>
                  </a:lnTo>
                  <a:lnTo>
                    <a:pt x="1125" y="177"/>
                  </a:lnTo>
                  <a:lnTo>
                    <a:pt x="1120" y="23"/>
                  </a:lnTo>
                  <a:lnTo>
                    <a:pt x="618" y="319"/>
                  </a:lnTo>
                  <a:lnTo>
                    <a:pt x="2" y="0"/>
                  </a:lnTo>
                  <a:lnTo>
                    <a:pt x="0" y="18"/>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7" name="Freeform 26"/>
            <p:cNvSpPr>
              <a:spLocks/>
            </p:cNvSpPr>
            <p:nvPr/>
          </p:nvSpPr>
          <p:spPr bwMode="auto">
            <a:xfrm>
              <a:off x="5469501" y="1143074"/>
              <a:ext cx="1925638" cy="987425"/>
            </a:xfrm>
            <a:custGeom>
              <a:avLst/>
              <a:gdLst>
                <a:gd name="T0" fmla="*/ 0 w 512"/>
                <a:gd name="T1" fmla="*/ 121 h 263"/>
                <a:gd name="T2" fmla="*/ 280 w 512"/>
                <a:gd name="T3" fmla="*/ 263 h 263"/>
                <a:gd name="T4" fmla="*/ 512 w 512"/>
                <a:gd name="T5" fmla="*/ 131 h 263"/>
                <a:gd name="T6" fmla="*/ 505 w 512"/>
                <a:gd name="T7" fmla="*/ 127 h 263"/>
                <a:gd name="T8" fmla="*/ 242 w 512"/>
                <a:gd name="T9" fmla="*/ 9 h 263"/>
                <a:gd name="T10" fmla="*/ 208 w 512"/>
                <a:gd name="T11" fmla="*/ 6 h 263"/>
                <a:gd name="T12" fmla="*/ 0 w 512"/>
                <a:gd name="T13" fmla="*/ 121 h 263"/>
              </a:gdLst>
              <a:ahLst/>
              <a:cxnLst>
                <a:cxn ang="0">
                  <a:pos x="T0" y="T1"/>
                </a:cxn>
                <a:cxn ang="0">
                  <a:pos x="T2" y="T3"/>
                </a:cxn>
                <a:cxn ang="0">
                  <a:pos x="T4" y="T5"/>
                </a:cxn>
                <a:cxn ang="0">
                  <a:pos x="T6" y="T7"/>
                </a:cxn>
                <a:cxn ang="0">
                  <a:pos x="T8" y="T9"/>
                </a:cxn>
                <a:cxn ang="0">
                  <a:pos x="T10" y="T11"/>
                </a:cxn>
                <a:cxn ang="0">
                  <a:pos x="T12" y="T13"/>
                </a:cxn>
              </a:cxnLst>
              <a:rect l="0" t="0" r="r" b="b"/>
              <a:pathLst>
                <a:path w="512" h="263">
                  <a:moveTo>
                    <a:pt x="0" y="121"/>
                  </a:moveTo>
                  <a:cubicBezTo>
                    <a:pt x="280" y="263"/>
                    <a:pt x="280" y="263"/>
                    <a:pt x="280" y="263"/>
                  </a:cubicBezTo>
                  <a:cubicBezTo>
                    <a:pt x="512" y="131"/>
                    <a:pt x="512" y="131"/>
                    <a:pt x="512" y="131"/>
                  </a:cubicBezTo>
                  <a:cubicBezTo>
                    <a:pt x="505" y="127"/>
                    <a:pt x="505" y="127"/>
                    <a:pt x="505" y="127"/>
                  </a:cubicBezTo>
                  <a:cubicBezTo>
                    <a:pt x="242" y="9"/>
                    <a:pt x="242" y="9"/>
                    <a:pt x="242" y="9"/>
                  </a:cubicBezTo>
                  <a:cubicBezTo>
                    <a:pt x="242" y="9"/>
                    <a:pt x="224" y="0"/>
                    <a:pt x="208" y="6"/>
                  </a:cubicBezTo>
                  <a:cubicBezTo>
                    <a:pt x="193" y="12"/>
                    <a:pt x="0" y="121"/>
                    <a:pt x="0" y="121"/>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8" name="Freeform 27"/>
            <p:cNvSpPr>
              <a:spLocks/>
            </p:cNvSpPr>
            <p:nvPr/>
          </p:nvSpPr>
          <p:spPr bwMode="auto">
            <a:xfrm>
              <a:off x="5469501" y="1583031"/>
              <a:ext cx="1057275" cy="620713"/>
            </a:xfrm>
            <a:custGeom>
              <a:avLst/>
              <a:gdLst>
                <a:gd name="T0" fmla="*/ 663 w 666"/>
                <a:gd name="T1" fmla="*/ 336 h 391"/>
                <a:gd name="T2" fmla="*/ 0 w 666"/>
                <a:gd name="T3" fmla="*/ 0 h 391"/>
                <a:gd name="T4" fmla="*/ 2 w 666"/>
                <a:gd name="T5" fmla="*/ 52 h 391"/>
                <a:gd name="T6" fmla="*/ 666 w 666"/>
                <a:gd name="T7" fmla="*/ 391 h 391"/>
                <a:gd name="T8" fmla="*/ 663 w 666"/>
                <a:gd name="T9" fmla="*/ 336 h 391"/>
              </a:gdLst>
              <a:ahLst/>
              <a:cxnLst>
                <a:cxn ang="0">
                  <a:pos x="T0" y="T1"/>
                </a:cxn>
                <a:cxn ang="0">
                  <a:pos x="T2" y="T3"/>
                </a:cxn>
                <a:cxn ang="0">
                  <a:pos x="T4" y="T5"/>
                </a:cxn>
                <a:cxn ang="0">
                  <a:pos x="T6" y="T7"/>
                </a:cxn>
                <a:cxn ang="0">
                  <a:pos x="T8" y="T9"/>
                </a:cxn>
              </a:cxnLst>
              <a:rect l="0" t="0" r="r" b="b"/>
              <a:pathLst>
                <a:path w="666" h="391">
                  <a:moveTo>
                    <a:pt x="663" y="336"/>
                  </a:moveTo>
                  <a:lnTo>
                    <a:pt x="0" y="0"/>
                  </a:lnTo>
                  <a:lnTo>
                    <a:pt x="2" y="52"/>
                  </a:lnTo>
                  <a:lnTo>
                    <a:pt x="666" y="391"/>
                  </a:lnTo>
                  <a:lnTo>
                    <a:pt x="663" y="336"/>
                  </a:lnTo>
                  <a:close/>
                </a:path>
              </a:pathLst>
            </a:custGeom>
            <a:solidFill>
              <a:schemeClr val="accent5">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9" name="Freeform 28"/>
            <p:cNvSpPr>
              <a:spLocks/>
            </p:cNvSpPr>
            <p:nvPr/>
          </p:nvSpPr>
          <p:spPr bwMode="auto">
            <a:xfrm>
              <a:off x="5469501" y="1583031"/>
              <a:ext cx="1057275" cy="620713"/>
            </a:xfrm>
            <a:custGeom>
              <a:avLst/>
              <a:gdLst>
                <a:gd name="T0" fmla="*/ 663 w 666"/>
                <a:gd name="T1" fmla="*/ 336 h 391"/>
                <a:gd name="T2" fmla="*/ 0 w 666"/>
                <a:gd name="T3" fmla="*/ 0 h 391"/>
                <a:gd name="T4" fmla="*/ 2 w 666"/>
                <a:gd name="T5" fmla="*/ 52 h 391"/>
                <a:gd name="T6" fmla="*/ 666 w 666"/>
                <a:gd name="T7" fmla="*/ 391 h 391"/>
                <a:gd name="T8" fmla="*/ 663 w 666"/>
                <a:gd name="T9" fmla="*/ 336 h 391"/>
              </a:gdLst>
              <a:ahLst/>
              <a:cxnLst>
                <a:cxn ang="0">
                  <a:pos x="T0" y="T1"/>
                </a:cxn>
                <a:cxn ang="0">
                  <a:pos x="T2" y="T3"/>
                </a:cxn>
                <a:cxn ang="0">
                  <a:pos x="T4" y="T5"/>
                </a:cxn>
                <a:cxn ang="0">
                  <a:pos x="T6" y="T7"/>
                </a:cxn>
                <a:cxn ang="0">
                  <a:pos x="T8" y="T9"/>
                </a:cxn>
              </a:cxnLst>
              <a:rect l="0" t="0" r="r" b="b"/>
              <a:pathLst>
                <a:path w="666" h="391">
                  <a:moveTo>
                    <a:pt x="663" y="336"/>
                  </a:moveTo>
                  <a:lnTo>
                    <a:pt x="0" y="0"/>
                  </a:lnTo>
                  <a:lnTo>
                    <a:pt x="2" y="52"/>
                  </a:lnTo>
                  <a:lnTo>
                    <a:pt x="666" y="391"/>
                  </a:lnTo>
                  <a:lnTo>
                    <a:pt x="663" y="3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0" name="Freeform 29"/>
            <p:cNvSpPr>
              <a:spLocks/>
            </p:cNvSpPr>
            <p:nvPr/>
          </p:nvSpPr>
          <p:spPr bwMode="auto">
            <a:xfrm>
              <a:off x="5483788" y="1914818"/>
              <a:ext cx="1060450" cy="630238"/>
            </a:xfrm>
            <a:custGeom>
              <a:avLst/>
              <a:gdLst>
                <a:gd name="T0" fmla="*/ 0 w 668"/>
                <a:gd name="T1" fmla="*/ 0 h 397"/>
                <a:gd name="T2" fmla="*/ 3 w 668"/>
                <a:gd name="T3" fmla="*/ 45 h 397"/>
                <a:gd name="T4" fmla="*/ 668 w 668"/>
                <a:gd name="T5" fmla="*/ 397 h 397"/>
                <a:gd name="T6" fmla="*/ 666 w 668"/>
                <a:gd name="T7" fmla="*/ 348 h 397"/>
                <a:gd name="T8" fmla="*/ 0 w 668"/>
                <a:gd name="T9" fmla="*/ 0 h 397"/>
              </a:gdLst>
              <a:ahLst/>
              <a:cxnLst>
                <a:cxn ang="0">
                  <a:pos x="T0" y="T1"/>
                </a:cxn>
                <a:cxn ang="0">
                  <a:pos x="T2" y="T3"/>
                </a:cxn>
                <a:cxn ang="0">
                  <a:pos x="T4" y="T5"/>
                </a:cxn>
                <a:cxn ang="0">
                  <a:pos x="T6" y="T7"/>
                </a:cxn>
                <a:cxn ang="0">
                  <a:pos x="T8" y="T9"/>
                </a:cxn>
              </a:cxnLst>
              <a:rect l="0" t="0" r="r" b="b"/>
              <a:pathLst>
                <a:path w="668" h="397">
                  <a:moveTo>
                    <a:pt x="0" y="0"/>
                  </a:moveTo>
                  <a:lnTo>
                    <a:pt x="3" y="45"/>
                  </a:lnTo>
                  <a:lnTo>
                    <a:pt x="668" y="397"/>
                  </a:lnTo>
                  <a:lnTo>
                    <a:pt x="666" y="348"/>
                  </a:lnTo>
                  <a:lnTo>
                    <a:pt x="0" y="0"/>
                  </a:lnTo>
                  <a:close/>
                </a:path>
              </a:pathLst>
            </a:custGeom>
            <a:solidFill>
              <a:schemeClr val="accent5">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1" name="Freeform 30"/>
            <p:cNvSpPr>
              <a:spLocks/>
            </p:cNvSpPr>
            <p:nvPr/>
          </p:nvSpPr>
          <p:spPr bwMode="auto">
            <a:xfrm>
              <a:off x="6522013" y="1583031"/>
              <a:ext cx="969963" cy="962025"/>
            </a:xfrm>
            <a:custGeom>
              <a:avLst/>
              <a:gdLst>
                <a:gd name="T0" fmla="*/ 1 w 258"/>
                <a:gd name="T1" fmla="*/ 165 h 256"/>
                <a:gd name="T2" fmla="*/ 205 w 258"/>
                <a:gd name="T3" fmla="*/ 32 h 256"/>
                <a:gd name="T4" fmla="*/ 237 w 258"/>
                <a:gd name="T5" fmla="*/ 38 h 256"/>
                <a:gd name="T6" fmla="*/ 212 w 258"/>
                <a:gd name="T7" fmla="*/ 106 h 256"/>
                <a:gd name="T8" fmla="*/ 5 w 258"/>
                <a:gd name="T9" fmla="*/ 235 h 256"/>
                <a:gd name="T10" fmla="*/ 6 w 258"/>
                <a:gd name="T11" fmla="*/ 256 h 256"/>
                <a:gd name="T12" fmla="*/ 218 w 258"/>
                <a:gd name="T13" fmla="*/ 120 h 256"/>
                <a:gd name="T14" fmla="*/ 254 w 258"/>
                <a:gd name="T15" fmla="*/ 51 h 256"/>
                <a:gd name="T16" fmla="*/ 208 w 258"/>
                <a:gd name="T17" fmla="*/ 10 h 256"/>
                <a:gd name="T18" fmla="*/ 0 w 258"/>
                <a:gd name="T19" fmla="*/ 142 h 256"/>
                <a:gd name="T20" fmla="*/ 1 w 258"/>
                <a:gd name="T21" fmla="*/ 16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8" h="256">
                  <a:moveTo>
                    <a:pt x="1" y="165"/>
                  </a:moveTo>
                  <a:cubicBezTo>
                    <a:pt x="205" y="32"/>
                    <a:pt x="205" y="32"/>
                    <a:pt x="205" y="32"/>
                  </a:cubicBezTo>
                  <a:cubicBezTo>
                    <a:pt x="205" y="32"/>
                    <a:pt x="228" y="16"/>
                    <a:pt x="237" y="38"/>
                  </a:cubicBezTo>
                  <a:cubicBezTo>
                    <a:pt x="247" y="61"/>
                    <a:pt x="229" y="94"/>
                    <a:pt x="212" y="106"/>
                  </a:cubicBezTo>
                  <a:cubicBezTo>
                    <a:pt x="5" y="235"/>
                    <a:pt x="5" y="235"/>
                    <a:pt x="5" y="235"/>
                  </a:cubicBezTo>
                  <a:cubicBezTo>
                    <a:pt x="6" y="256"/>
                    <a:pt x="6" y="256"/>
                    <a:pt x="6" y="256"/>
                  </a:cubicBezTo>
                  <a:cubicBezTo>
                    <a:pt x="218" y="120"/>
                    <a:pt x="218" y="120"/>
                    <a:pt x="218" y="120"/>
                  </a:cubicBezTo>
                  <a:cubicBezTo>
                    <a:pt x="218" y="120"/>
                    <a:pt x="258" y="88"/>
                    <a:pt x="254" y="51"/>
                  </a:cubicBezTo>
                  <a:cubicBezTo>
                    <a:pt x="251" y="13"/>
                    <a:pt x="225" y="0"/>
                    <a:pt x="208" y="10"/>
                  </a:cubicBezTo>
                  <a:cubicBezTo>
                    <a:pt x="0" y="142"/>
                    <a:pt x="0" y="142"/>
                    <a:pt x="0" y="142"/>
                  </a:cubicBezTo>
                  <a:cubicBezTo>
                    <a:pt x="1" y="165"/>
                    <a:pt x="1" y="165"/>
                    <a:pt x="1" y="165"/>
                  </a:cubicBezTo>
                </a:path>
              </a:pathLst>
            </a:custGeom>
            <a:solidFill>
              <a:schemeClr val="accent5">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3" name="Freeform 32"/>
            <p:cNvSpPr>
              <a:spLocks/>
            </p:cNvSpPr>
            <p:nvPr/>
          </p:nvSpPr>
          <p:spPr bwMode="auto">
            <a:xfrm>
              <a:off x="7326876" y="1610018"/>
              <a:ext cx="44450" cy="3175"/>
            </a:xfrm>
            <a:custGeom>
              <a:avLst/>
              <a:gdLst>
                <a:gd name="T0" fmla="*/ 6 w 12"/>
                <a:gd name="T1" fmla="*/ 0 h 1"/>
                <a:gd name="T2" fmla="*/ 0 w 12"/>
                <a:gd name="T3" fmla="*/ 1 h 1"/>
                <a:gd name="T4" fmla="*/ 12 w 12"/>
                <a:gd name="T5" fmla="*/ 1 h 1"/>
                <a:gd name="T6" fmla="*/ 12 w 12"/>
                <a:gd name="T7" fmla="*/ 1 h 1"/>
                <a:gd name="T8" fmla="*/ 6 w 12"/>
                <a:gd name="T9" fmla="*/ 0 h 1"/>
              </a:gdLst>
              <a:ahLst/>
              <a:cxnLst>
                <a:cxn ang="0">
                  <a:pos x="T0" y="T1"/>
                </a:cxn>
                <a:cxn ang="0">
                  <a:pos x="T2" y="T3"/>
                </a:cxn>
                <a:cxn ang="0">
                  <a:pos x="T4" y="T5"/>
                </a:cxn>
                <a:cxn ang="0">
                  <a:pos x="T6" y="T7"/>
                </a:cxn>
                <a:cxn ang="0">
                  <a:pos x="T8" y="T9"/>
                </a:cxn>
              </a:cxnLst>
              <a:rect l="0" t="0" r="r" b="b"/>
              <a:pathLst>
                <a:path w="12" h="1">
                  <a:moveTo>
                    <a:pt x="6" y="0"/>
                  </a:moveTo>
                  <a:cubicBezTo>
                    <a:pt x="4" y="0"/>
                    <a:pt x="2" y="0"/>
                    <a:pt x="0" y="1"/>
                  </a:cubicBezTo>
                  <a:cubicBezTo>
                    <a:pt x="12" y="1"/>
                    <a:pt x="12" y="1"/>
                    <a:pt x="12" y="1"/>
                  </a:cubicBezTo>
                  <a:cubicBezTo>
                    <a:pt x="12" y="1"/>
                    <a:pt x="12" y="1"/>
                    <a:pt x="12" y="1"/>
                  </a:cubicBezTo>
                  <a:cubicBezTo>
                    <a:pt x="10" y="0"/>
                    <a:pt x="8" y="0"/>
                    <a:pt x="6" y="0"/>
                  </a:cubicBezTo>
                </a:path>
              </a:pathLst>
            </a:custGeom>
            <a:solidFill>
              <a:srgbClr val="419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70" name="Group 69"/>
          <p:cNvGrpSpPr/>
          <p:nvPr/>
        </p:nvGrpSpPr>
        <p:grpSpPr>
          <a:xfrm>
            <a:off x="1066940" y="2906935"/>
            <a:ext cx="2675659" cy="1421535"/>
            <a:chOff x="3672451" y="2646656"/>
            <a:chExt cx="2943225" cy="1563688"/>
          </a:xfrm>
        </p:grpSpPr>
        <p:grpSp>
          <p:nvGrpSpPr>
            <p:cNvPr id="69" name="Group 68"/>
            <p:cNvGrpSpPr/>
            <p:nvPr/>
          </p:nvGrpSpPr>
          <p:grpSpPr>
            <a:xfrm>
              <a:off x="3672451" y="2646656"/>
              <a:ext cx="2943225" cy="1519237"/>
              <a:chOff x="3672451" y="2646656"/>
              <a:chExt cx="2943225" cy="1519237"/>
            </a:xfrm>
          </p:grpSpPr>
          <p:sp>
            <p:nvSpPr>
              <p:cNvPr id="17" name="Freeform 16"/>
              <p:cNvSpPr>
                <a:spLocks/>
              </p:cNvSpPr>
              <p:nvPr/>
            </p:nvSpPr>
            <p:spPr bwMode="auto">
              <a:xfrm>
                <a:off x="3672451" y="4051593"/>
                <a:ext cx="71438" cy="7938"/>
              </a:xfrm>
              <a:custGeom>
                <a:avLst/>
                <a:gdLst>
                  <a:gd name="T0" fmla="*/ 11 w 19"/>
                  <a:gd name="T1" fmla="*/ 0 h 2"/>
                  <a:gd name="T2" fmla="*/ 0 w 19"/>
                  <a:gd name="T3" fmla="*/ 1 h 2"/>
                  <a:gd name="T4" fmla="*/ 0 w 19"/>
                  <a:gd name="T5" fmla="*/ 2 h 2"/>
                  <a:gd name="T6" fmla="*/ 19 w 19"/>
                  <a:gd name="T7" fmla="*/ 0 h 2"/>
                  <a:gd name="T8" fmla="*/ 11 w 19"/>
                  <a:gd name="T9" fmla="*/ 0 h 2"/>
                </a:gdLst>
                <a:ahLst/>
                <a:cxnLst>
                  <a:cxn ang="0">
                    <a:pos x="T0" y="T1"/>
                  </a:cxn>
                  <a:cxn ang="0">
                    <a:pos x="T2" y="T3"/>
                  </a:cxn>
                  <a:cxn ang="0">
                    <a:pos x="T4" y="T5"/>
                  </a:cxn>
                  <a:cxn ang="0">
                    <a:pos x="T6" y="T7"/>
                  </a:cxn>
                  <a:cxn ang="0">
                    <a:pos x="T8" y="T9"/>
                  </a:cxn>
                </a:cxnLst>
                <a:rect l="0" t="0" r="r" b="b"/>
                <a:pathLst>
                  <a:path w="19" h="2">
                    <a:moveTo>
                      <a:pt x="11" y="0"/>
                    </a:moveTo>
                    <a:cubicBezTo>
                      <a:pt x="8" y="0"/>
                      <a:pt x="4" y="0"/>
                      <a:pt x="0" y="1"/>
                    </a:cubicBezTo>
                    <a:cubicBezTo>
                      <a:pt x="0" y="2"/>
                      <a:pt x="0" y="2"/>
                      <a:pt x="0" y="2"/>
                    </a:cubicBezTo>
                    <a:cubicBezTo>
                      <a:pt x="19" y="0"/>
                      <a:pt x="19" y="0"/>
                      <a:pt x="19" y="0"/>
                    </a:cubicBezTo>
                    <a:cubicBezTo>
                      <a:pt x="17" y="0"/>
                      <a:pt x="14" y="0"/>
                      <a:pt x="11" y="0"/>
                    </a:cubicBezTo>
                  </a:path>
                </a:pathLst>
              </a:custGeom>
              <a:solidFill>
                <a:srgbClr val="0A86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4" name="Freeform 33"/>
              <p:cNvSpPr>
                <a:spLocks/>
              </p:cNvSpPr>
              <p:nvPr/>
            </p:nvSpPr>
            <p:spPr bwMode="auto">
              <a:xfrm>
                <a:off x="4375713" y="3248318"/>
                <a:ext cx="2239963" cy="917575"/>
              </a:xfrm>
              <a:custGeom>
                <a:avLst/>
                <a:gdLst>
                  <a:gd name="T0" fmla="*/ 596 w 596"/>
                  <a:gd name="T1" fmla="*/ 59 h 244"/>
                  <a:gd name="T2" fmla="*/ 559 w 596"/>
                  <a:gd name="T3" fmla="*/ 42 h 244"/>
                  <a:gd name="T4" fmla="*/ 56 w 596"/>
                  <a:gd name="T5" fmla="*/ 0 h 244"/>
                  <a:gd name="T6" fmla="*/ 29 w 596"/>
                  <a:gd name="T7" fmla="*/ 71 h 244"/>
                  <a:gd name="T8" fmla="*/ 296 w 596"/>
                  <a:gd name="T9" fmla="*/ 244 h 244"/>
                  <a:gd name="T10" fmla="*/ 596 w 596"/>
                  <a:gd name="T11" fmla="*/ 59 h 244"/>
                </a:gdLst>
                <a:ahLst/>
                <a:cxnLst>
                  <a:cxn ang="0">
                    <a:pos x="T0" y="T1"/>
                  </a:cxn>
                  <a:cxn ang="0">
                    <a:pos x="T2" y="T3"/>
                  </a:cxn>
                  <a:cxn ang="0">
                    <a:pos x="T4" y="T5"/>
                  </a:cxn>
                  <a:cxn ang="0">
                    <a:pos x="T6" y="T7"/>
                  </a:cxn>
                  <a:cxn ang="0">
                    <a:pos x="T8" y="T9"/>
                  </a:cxn>
                  <a:cxn ang="0">
                    <a:pos x="T10" y="T11"/>
                  </a:cxn>
                </a:cxnLst>
                <a:rect l="0" t="0" r="r" b="b"/>
                <a:pathLst>
                  <a:path w="596" h="244">
                    <a:moveTo>
                      <a:pt x="596" y="59"/>
                    </a:moveTo>
                    <a:cubicBezTo>
                      <a:pt x="559" y="42"/>
                      <a:pt x="559" y="42"/>
                      <a:pt x="559" y="42"/>
                    </a:cubicBezTo>
                    <a:cubicBezTo>
                      <a:pt x="56" y="0"/>
                      <a:pt x="56" y="0"/>
                      <a:pt x="56" y="0"/>
                    </a:cubicBezTo>
                    <a:cubicBezTo>
                      <a:pt x="56" y="0"/>
                      <a:pt x="0" y="24"/>
                      <a:pt x="29" y="71"/>
                    </a:cubicBezTo>
                    <a:cubicBezTo>
                      <a:pt x="68" y="133"/>
                      <a:pt x="296" y="244"/>
                      <a:pt x="296" y="244"/>
                    </a:cubicBezTo>
                    <a:lnTo>
                      <a:pt x="596" y="59"/>
                    </a:lnTo>
                    <a:close/>
                  </a:path>
                </a:pathLst>
              </a:custGeom>
              <a:solidFill>
                <a:schemeClr val="accent4">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5" name="Freeform 34"/>
              <p:cNvSpPr>
                <a:spLocks/>
              </p:cNvSpPr>
              <p:nvPr/>
            </p:nvSpPr>
            <p:spPr bwMode="auto">
              <a:xfrm>
                <a:off x="4615426" y="3176881"/>
                <a:ext cx="1944688" cy="879475"/>
              </a:xfrm>
              <a:custGeom>
                <a:avLst/>
                <a:gdLst>
                  <a:gd name="T0" fmla="*/ 1225 w 1225"/>
                  <a:gd name="T1" fmla="*/ 19 h 554"/>
                  <a:gd name="T2" fmla="*/ 1225 w 1225"/>
                  <a:gd name="T3" fmla="*/ 166 h 554"/>
                  <a:gd name="T4" fmla="*/ 550 w 1225"/>
                  <a:gd name="T5" fmla="*/ 554 h 554"/>
                  <a:gd name="T6" fmla="*/ 3 w 1225"/>
                  <a:gd name="T7" fmla="*/ 251 h 554"/>
                  <a:gd name="T8" fmla="*/ 0 w 1225"/>
                  <a:gd name="T9" fmla="*/ 83 h 554"/>
                  <a:gd name="T10" fmla="*/ 564 w 1225"/>
                  <a:gd name="T11" fmla="*/ 381 h 554"/>
                  <a:gd name="T12" fmla="*/ 1220 w 1225"/>
                  <a:gd name="T13" fmla="*/ 0 h 554"/>
                  <a:gd name="T14" fmla="*/ 1225 w 1225"/>
                  <a:gd name="T15" fmla="*/ 19 h 5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54">
                    <a:moveTo>
                      <a:pt x="1225" y="19"/>
                    </a:moveTo>
                    <a:lnTo>
                      <a:pt x="1225" y="166"/>
                    </a:lnTo>
                    <a:lnTo>
                      <a:pt x="550" y="554"/>
                    </a:lnTo>
                    <a:lnTo>
                      <a:pt x="3" y="251"/>
                    </a:lnTo>
                    <a:lnTo>
                      <a:pt x="0" y="83"/>
                    </a:lnTo>
                    <a:lnTo>
                      <a:pt x="564" y="381"/>
                    </a:lnTo>
                    <a:lnTo>
                      <a:pt x="1220" y="0"/>
                    </a:lnTo>
                    <a:lnTo>
                      <a:pt x="1225" y="19"/>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6" name="Freeform 35"/>
              <p:cNvSpPr>
                <a:spLocks/>
              </p:cNvSpPr>
              <p:nvPr/>
            </p:nvSpPr>
            <p:spPr bwMode="auto">
              <a:xfrm>
                <a:off x="4510651" y="2646656"/>
                <a:ext cx="2105025" cy="1093788"/>
              </a:xfrm>
              <a:custGeom>
                <a:avLst/>
                <a:gdLst>
                  <a:gd name="T0" fmla="*/ 560 w 560"/>
                  <a:gd name="T1" fmla="*/ 122 h 291"/>
                  <a:gd name="T2" fmla="*/ 260 w 560"/>
                  <a:gd name="T3" fmla="*/ 291 h 291"/>
                  <a:gd name="T4" fmla="*/ 0 w 560"/>
                  <a:gd name="T5" fmla="*/ 158 h 291"/>
                  <a:gd name="T6" fmla="*/ 9 w 560"/>
                  <a:gd name="T7" fmla="*/ 154 h 291"/>
                  <a:gd name="T8" fmla="*/ 290 w 560"/>
                  <a:gd name="T9" fmla="*/ 11 h 291"/>
                  <a:gd name="T10" fmla="*/ 326 w 560"/>
                  <a:gd name="T11" fmla="*/ 6 h 291"/>
                  <a:gd name="T12" fmla="*/ 560 w 560"/>
                  <a:gd name="T13" fmla="*/ 122 h 291"/>
                </a:gdLst>
                <a:ahLst/>
                <a:cxnLst>
                  <a:cxn ang="0">
                    <a:pos x="T0" y="T1"/>
                  </a:cxn>
                  <a:cxn ang="0">
                    <a:pos x="T2" y="T3"/>
                  </a:cxn>
                  <a:cxn ang="0">
                    <a:pos x="T4" y="T5"/>
                  </a:cxn>
                  <a:cxn ang="0">
                    <a:pos x="T6" y="T7"/>
                  </a:cxn>
                  <a:cxn ang="0">
                    <a:pos x="T8" y="T9"/>
                  </a:cxn>
                  <a:cxn ang="0">
                    <a:pos x="T10" y="T11"/>
                  </a:cxn>
                  <a:cxn ang="0">
                    <a:pos x="T12" y="T13"/>
                  </a:cxn>
                </a:cxnLst>
                <a:rect l="0" t="0" r="r" b="b"/>
                <a:pathLst>
                  <a:path w="560" h="291">
                    <a:moveTo>
                      <a:pt x="560" y="122"/>
                    </a:moveTo>
                    <a:cubicBezTo>
                      <a:pt x="260" y="291"/>
                      <a:pt x="260" y="291"/>
                      <a:pt x="260" y="291"/>
                    </a:cubicBezTo>
                    <a:cubicBezTo>
                      <a:pt x="0" y="158"/>
                      <a:pt x="0" y="158"/>
                      <a:pt x="0" y="158"/>
                    </a:cubicBezTo>
                    <a:cubicBezTo>
                      <a:pt x="9" y="154"/>
                      <a:pt x="9" y="154"/>
                      <a:pt x="9" y="154"/>
                    </a:cubicBezTo>
                    <a:cubicBezTo>
                      <a:pt x="290" y="11"/>
                      <a:pt x="290" y="11"/>
                      <a:pt x="290" y="11"/>
                    </a:cubicBezTo>
                    <a:cubicBezTo>
                      <a:pt x="290" y="11"/>
                      <a:pt x="309" y="0"/>
                      <a:pt x="326" y="6"/>
                    </a:cubicBezTo>
                    <a:cubicBezTo>
                      <a:pt x="343" y="12"/>
                      <a:pt x="560" y="122"/>
                      <a:pt x="560" y="122"/>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7" name="Freeform 36"/>
              <p:cNvSpPr>
                <a:spLocks/>
              </p:cNvSpPr>
              <p:nvPr/>
            </p:nvSpPr>
            <p:spPr bwMode="auto">
              <a:xfrm>
                <a:off x="5491726" y="3105443"/>
                <a:ext cx="1123950" cy="728663"/>
              </a:xfrm>
              <a:custGeom>
                <a:avLst/>
                <a:gdLst>
                  <a:gd name="T0" fmla="*/ 0 w 708"/>
                  <a:gd name="T1" fmla="*/ 400 h 459"/>
                  <a:gd name="T2" fmla="*/ 708 w 708"/>
                  <a:gd name="T3" fmla="*/ 0 h 459"/>
                  <a:gd name="T4" fmla="*/ 708 w 708"/>
                  <a:gd name="T5" fmla="*/ 57 h 459"/>
                  <a:gd name="T6" fmla="*/ 0 w 708"/>
                  <a:gd name="T7" fmla="*/ 459 h 459"/>
                  <a:gd name="T8" fmla="*/ 0 w 708"/>
                  <a:gd name="T9" fmla="*/ 400 h 459"/>
                </a:gdLst>
                <a:ahLst/>
                <a:cxnLst>
                  <a:cxn ang="0">
                    <a:pos x="T0" y="T1"/>
                  </a:cxn>
                  <a:cxn ang="0">
                    <a:pos x="T2" y="T3"/>
                  </a:cxn>
                  <a:cxn ang="0">
                    <a:pos x="T4" y="T5"/>
                  </a:cxn>
                  <a:cxn ang="0">
                    <a:pos x="T6" y="T7"/>
                  </a:cxn>
                  <a:cxn ang="0">
                    <a:pos x="T8" y="T9"/>
                  </a:cxn>
                </a:cxnLst>
                <a:rect l="0" t="0" r="r" b="b"/>
                <a:pathLst>
                  <a:path w="708" h="459">
                    <a:moveTo>
                      <a:pt x="0" y="400"/>
                    </a:moveTo>
                    <a:lnTo>
                      <a:pt x="708" y="0"/>
                    </a:lnTo>
                    <a:lnTo>
                      <a:pt x="708" y="57"/>
                    </a:lnTo>
                    <a:lnTo>
                      <a:pt x="0" y="459"/>
                    </a:lnTo>
                    <a:lnTo>
                      <a:pt x="0" y="400"/>
                    </a:ln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38" name="Freeform 37"/>
            <p:cNvSpPr>
              <a:spLocks/>
            </p:cNvSpPr>
            <p:nvPr/>
          </p:nvSpPr>
          <p:spPr bwMode="auto">
            <a:xfrm>
              <a:off x="5491726" y="3470568"/>
              <a:ext cx="1123950" cy="739775"/>
            </a:xfrm>
            <a:custGeom>
              <a:avLst/>
              <a:gdLst>
                <a:gd name="T0" fmla="*/ 708 w 708"/>
                <a:gd name="T1" fmla="*/ 0 h 466"/>
                <a:gd name="T2" fmla="*/ 708 w 708"/>
                <a:gd name="T3" fmla="*/ 49 h 466"/>
                <a:gd name="T4" fmla="*/ 0 w 708"/>
                <a:gd name="T5" fmla="*/ 466 h 466"/>
                <a:gd name="T6" fmla="*/ 0 w 708"/>
                <a:gd name="T7" fmla="*/ 411 h 466"/>
                <a:gd name="T8" fmla="*/ 708 w 708"/>
                <a:gd name="T9" fmla="*/ 0 h 466"/>
              </a:gdLst>
              <a:ahLst/>
              <a:cxnLst>
                <a:cxn ang="0">
                  <a:pos x="T0" y="T1"/>
                </a:cxn>
                <a:cxn ang="0">
                  <a:pos x="T2" y="T3"/>
                </a:cxn>
                <a:cxn ang="0">
                  <a:pos x="T4" y="T5"/>
                </a:cxn>
                <a:cxn ang="0">
                  <a:pos x="T6" y="T7"/>
                </a:cxn>
                <a:cxn ang="0">
                  <a:pos x="T8" y="T9"/>
                </a:cxn>
              </a:cxnLst>
              <a:rect l="0" t="0" r="r" b="b"/>
              <a:pathLst>
                <a:path w="708" h="466">
                  <a:moveTo>
                    <a:pt x="708" y="0"/>
                  </a:moveTo>
                  <a:lnTo>
                    <a:pt x="708" y="49"/>
                  </a:lnTo>
                  <a:lnTo>
                    <a:pt x="0" y="466"/>
                  </a:lnTo>
                  <a:lnTo>
                    <a:pt x="0" y="411"/>
                  </a:lnTo>
                  <a:lnTo>
                    <a:pt x="708" y="0"/>
                  </a:ln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9" name="Freeform 38"/>
            <p:cNvSpPr>
              <a:spLocks/>
            </p:cNvSpPr>
            <p:nvPr/>
          </p:nvSpPr>
          <p:spPr bwMode="auto">
            <a:xfrm>
              <a:off x="4424926" y="3199106"/>
              <a:ext cx="1066800" cy="1011238"/>
            </a:xfrm>
            <a:custGeom>
              <a:avLst/>
              <a:gdLst>
                <a:gd name="T0" fmla="*/ 284 w 284"/>
                <a:gd name="T1" fmla="*/ 169 h 269"/>
                <a:gd name="T2" fmla="*/ 55 w 284"/>
                <a:gd name="T3" fmla="*/ 34 h 269"/>
                <a:gd name="T4" fmla="*/ 19 w 284"/>
                <a:gd name="T5" fmla="*/ 42 h 269"/>
                <a:gd name="T6" fmla="*/ 50 w 284"/>
                <a:gd name="T7" fmla="*/ 115 h 269"/>
                <a:gd name="T8" fmla="*/ 284 w 284"/>
                <a:gd name="T9" fmla="*/ 246 h 269"/>
                <a:gd name="T10" fmla="*/ 284 w 284"/>
                <a:gd name="T11" fmla="*/ 269 h 269"/>
                <a:gd name="T12" fmla="*/ 44 w 284"/>
                <a:gd name="T13" fmla="*/ 131 h 269"/>
                <a:gd name="T14" fmla="*/ 1 w 284"/>
                <a:gd name="T15" fmla="*/ 57 h 269"/>
                <a:gd name="T16" fmla="*/ 50 w 284"/>
                <a:gd name="T17" fmla="*/ 10 h 269"/>
                <a:gd name="T18" fmla="*/ 284 w 284"/>
                <a:gd name="T19" fmla="*/ 144 h 269"/>
                <a:gd name="T20" fmla="*/ 284 w 284"/>
                <a:gd name="T21" fmla="*/ 1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69">
                  <a:moveTo>
                    <a:pt x="284" y="169"/>
                  </a:moveTo>
                  <a:cubicBezTo>
                    <a:pt x="55" y="34"/>
                    <a:pt x="55" y="34"/>
                    <a:pt x="55" y="34"/>
                  </a:cubicBezTo>
                  <a:cubicBezTo>
                    <a:pt x="55" y="34"/>
                    <a:pt x="29" y="17"/>
                    <a:pt x="19" y="42"/>
                  </a:cubicBezTo>
                  <a:cubicBezTo>
                    <a:pt x="10" y="67"/>
                    <a:pt x="31" y="103"/>
                    <a:pt x="50" y="115"/>
                  </a:cubicBezTo>
                  <a:cubicBezTo>
                    <a:pt x="284" y="246"/>
                    <a:pt x="284" y="246"/>
                    <a:pt x="284" y="246"/>
                  </a:cubicBezTo>
                  <a:cubicBezTo>
                    <a:pt x="284" y="269"/>
                    <a:pt x="284" y="269"/>
                    <a:pt x="284" y="269"/>
                  </a:cubicBezTo>
                  <a:cubicBezTo>
                    <a:pt x="44" y="131"/>
                    <a:pt x="44" y="131"/>
                    <a:pt x="44" y="131"/>
                  </a:cubicBezTo>
                  <a:cubicBezTo>
                    <a:pt x="44" y="131"/>
                    <a:pt x="0" y="98"/>
                    <a:pt x="1" y="57"/>
                  </a:cubicBezTo>
                  <a:cubicBezTo>
                    <a:pt x="3" y="16"/>
                    <a:pt x="31" y="0"/>
                    <a:pt x="50" y="10"/>
                  </a:cubicBezTo>
                  <a:cubicBezTo>
                    <a:pt x="284" y="144"/>
                    <a:pt x="284" y="144"/>
                    <a:pt x="284" y="144"/>
                  </a:cubicBezTo>
                  <a:lnTo>
                    <a:pt x="284" y="169"/>
                  </a:ln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4" name="Group 63"/>
          <p:cNvGrpSpPr/>
          <p:nvPr/>
        </p:nvGrpSpPr>
        <p:grpSpPr>
          <a:xfrm>
            <a:off x="3794553" y="4611332"/>
            <a:ext cx="1274329" cy="891887"/>
            <a:chOff x="6672826" y="4521493"/>
            <a:chExt cx="1401762" cy="981076"/>
          </a:xfrm>
        </p:grpSpPr>
        <p:sp>
          <p:nvSpPr>
            <p:cNvPr id="41" name="Freeform 40"/>
            <p:cNvSpPr>
              <a:spLocks/>
            </p:cNvSpPr>
            <p:nvPr/>
          </p:nvSpPr>
          <p:spPr bwMode="auto">
            <a:xfrm>
              <a:off x="6672826" y="4939006"/>
              <a:ext cx="1398588" cy="538163"/>
            </a:xfrm>
            <a:custGeom>
              <a:avLst/>
              <a:gdLst>
                <a:gd name="T0" fmla="*/ 372 w 372"/>
                <a:gd name="T1" fmla="*/ 16 h 143"/>
                <a:gd name="T2" fmla="*/ 349 w 372"/>
                <a:gd name="T3" fmla="*/ 7 h 143"/>
                <a:gd name="T4" fmla="*/ 34 w 372"/>
                <a:gd name="T5" fmla="*/ 0 h 143"/>
                <a:gd name="T6" fmla="*/ 20 w 372"/>
                <a:gd name="T7" fmla="*/ 44 h 143"/>
                <a:gd name="T8" fmla="*/ 192 w 372"/>
                <a:gd name="T9" fmla="*/ 143 h 143"/>
                <a:gd name="T10" fmla="*/ 372 w 372"/>
                <a:gd name="T11" fmla="*/ 16 h 143"/>
              </a:gdLst>
              <a:ahLst/>
              <a:cxnLst>
                <a:cxn ang="0">
                  <a:pos x="T0" y="T1"/>
                </a:cxn>
                <a:cxn ang="0">
                  <a:pos x="T2" y="T3"/>
                </a:cxn>
                <a:cxn ang="0">
                  <a:pos x="T4" y="T5"/>
                </a:cxn>
                <a:cxn ang="0">
                  <a:pos x="T6" y="T7"/>
                </a:cxn>
                <a:cxn ang="0">
                  <a:pos x="T8" y="T9"/>
                </a:cxn>
                <a:cxn ang="0">
                  <a:pos x="T10" y="T11"/>
                </a:cxn>
              </a:cxnLst>
              <a:rect l="0" t="0" r="r" b="b"/>
              <a:pathLst>
                <a:path w="372" h="143">
                  <a:moveTo>
                    <a:pt x="372" y="16"/>
                  </a:moveTo>
                  <a:cubicBezTo>
                    <a:pt x="349" y="7"/>
                    <a:pt x="349" y="7"/>
                    <a:pt x="349" y="7"/>
                  </a:cubicBezTo>
                  <a:cubicBezTo>
                    <a:pt x="34" y="0"/>
                    <a:pt x="34" y="0"/>
                    <a:pt x="34" y="0"/>
                  </a:cubicBezTo>
                  <a:cubicBezTo>
                    <a:pt x="34" y="0"/>
                    <a:pt x="0" y="17"/>
                    <a:pt x="20" y="44"/>
                  </a:cubicBezTo>
                  <a:cubicBezTo>
                    <a:pt x="46" y="82"/>
                    <a:pt x="192" y="143"/>
                    <a:pt x="192" y="143"/>
                  </a:cubicBezTo>
                  <a:lnTo>
                    <a:pt x="372" y="16"/>
                  </a:lnTo>
                  <a:close/>
                </a:path>
              </a:pathLst>
            </a:custGeom>
            <a:solidFill>
              <a:schemeClr val="accent2">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2" name="Freeform 41"/>
            <p:cNvSpPr>
              <a:spLocks/>
            </p:cNvSpPr>
            <p:nvPr/>
          </p:nvSpPr>
          <p:spPr bwMode="auto">
            <a:xfrm>
              <a:off x="6823638" y="4818356"/>
              <a:ext cx="1214438" cy="590550"/>
            </a:xfrm>
            <a:custGeom>
              <a:avLst/>
              <a:gdLst>
                <a:gd name="T0" fmla="*/ 760 w 765"/>
                <a:gd name="T1" fmla="*/ 15 h 372"/>
                <a:gd name="T2" fmla="*/ 765 w 765"/>
                <a:gd name="T3" fmla="*/ 105 h 372"/>
                <a:gd name="T4" fmla="*/ 357 w 765"/>
                <a:gd name="T5" fmla="*/ 372 h 372"/>
                <a:gd name="T6" fmla="*/ 7 w 765"/>
                <a:gd name="T7" fmla="*/ 202 h 372"/>
                <a:gd name="T8" fmla="*/ 0 w 765"/>
                <a:gd name="T9" fmla="*/ 97 h 372"/>
                <a:gd name="T10" fmla="*/ 360 w 765"/>
                <a:gd name="T11" fmla="*/ 263 h 372"/>
                <a:gd name="T12" fmla="*/ 758 w 765"/>
                <a:gd name="T13" fmla="*/ 0 h 372"/>
                <a:gd name="T14" fmla="*/ 760 w 765"/>
                <a:gd name="T15" fmla="*/ 15 h 3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5" h="372">
                  <a:moveTo>
                    <a:pt x="760" y="15"/>
                  </a:moveTo>
                  <a:lnTo>
                    <a:pt x="765" y="105"/>
                  </a:lnTo>
                  <a:lnTo>
                    <a:pt x="357" y="372"/>
                  </a:lnTo>
                  <a:lnTo>
                    <a:pt x="7" y="202"/>
                  </a:lnTo>
                  <a:lnTo>
                    <a:pt x="0" y="97"/>
                  </a:lnTo>
                  <a:lnTo>
                    <a:pt x="360" y="263"/>
                  </a:lnTo>
                  <a:lnTo>
                    <a:pt x="758" y="0"/>
                  </a:lnTo>
                  <a:lnTo>
                    <a:pt x="760" y="15"/>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3" name="Freeform 42"/>
            <p:cNvSpPr>
              <a:spLocks/>
            </p:cNvSpPr>
            <p:nvPr/>
          </p:nvSpPr>
          <p:spPr bwMode="auto">
            <a:xfrm>
              <a:off x="6755376" y="4521493"/>
              <a:ext cx="1304925" cy="688975"/>
            </a:xfrm>
            <a:custGeom>
              <a:avLst/>
              <a:gdLst>
                <a:gd name="T0" fmla="*/ 347 w 347"/>
                <a:gd name="T1" fmla="*/ 67 h 183"/>
                <a:gd name="T2" fmla="*/ 167 w 347"/>
                <a:gd name="T3" fmla="*/ 183 h 183"/>
                <a:gd name="T4" fmla="*/ 0 w 347"/>
                <a:gd name="T5" fmla="*/ 110 h 183"/>
                <a:gd name="T6" fmla="*/ 5 w 347"/>
                <a:gd name="T7" fmla="*/ 107 h 183"/>
                <a:gd name="T8" fmla="*/ 175 w 347"/>
                <a:gd name="T9" fmla="*/ 8 h 183"/>
                <a:gd name="T10" fmla="*/ 197 w 347"/>
                <a:gd name="T11" fmla="*/ 3 h 183"/>
                <a:gd name="T12" fmla="*/ 347 w 347"/>
                <a:gd name="T13" fmla="*/ 67 h 183"/>
              </a:gdLst>
              <a:ahLst/>
              <a:cxnLst>
                <a:cxn ang="0">
                  <a:pos x="T0" y="T1"/>
                </a:cxn>
                <a:cxn ang="0">
                  <a:pos x="T2" y="T3"/>
                </a:cxn>
                <a:cxn ang="0">
                  <a:pos x="T4" y="T5"/>
                </a:cxn>
                <a:cxn ang="0">
                  <a:pos x="T6" y="T7"/>
                </a:cxn>
                <a:cxn ang="0">
                  <a:pos x="T8" y="T9"/>
                </a:cxn>
                <a:cxn ang="0">
                  <a:pos x="T10" y="T11"/>
                </a:cxn>
                <a:cxn ang="0">
                  <a:pos x="T12" y="T13"/>
                </a:cxn>
              </a:cxnLst>
              <a:rect l="0" t="0" r="r" b="b"/>
              <a:pathLst>
                <a:path w="347" h="183">
                  <a:moveTo>
                    <a:pt x="347" y="67"/>
                  </a:moveTo>
                  <a:cubicBezTo>
                    <a:pt x="167" y="183"/>
                    <a:pt x="167" y="183"/>
                    <a:pt x="167" y="183"/>
                  </a:cubicBezTo>
                  <a:cubicBezTo>
                    <a:pt x="0" y="110"/>
                    <a:pt x="0" y="110"/>
                    <a:pt x="0" y="110"/>
                  </a:cubicBezTo>
                  <a:cubicBezTo>
                    <a:pt x="5" y="107"/>
                    <a:pt x="5" y="107"/>
                    <a:pt x="5" y="107"/>
                  </a:cubicBezTo>
                  <a:cubicBezTo>
                    <a:pt x="175" y="8"/>
                    <a:pt x="175" y="8"/>
                    <a:pt x="175" y="8"/>
                  </a:cubicBezTo>
                  <a:cubicBezTo>
                    <a:pt x="175" y="8"/>
                    <a:pt x="186" y="0"/>
                    <a:pt x="197" y="3"/>
                  </a:cubicBezTo>
                  <a:cubicBezTo>
                    <a:pt x="208" y="7"/>
                    <a:pt x="347" y="67"/>
                    <a:pt x="347" y="67"/>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 name="Freeform 43"/>
            <p:cNvSpPr>
              <a:spLocks/>
            </p:cNvSpPr>
            <p:nvPr/>
          </p:nvSpPr>
          <p:spPr bwMode="auto">
            <a:xfrm>
              <a:off x="7384026" y="4773906"/>
              <a:ext cx="679450" cy="495300"/>
            </a:xfrm>
            <a:custGeom>
              <a:avLst/>
              <a:gdLst>
                <a:gd name="T0" fmla="*/ 0 w 428"/>
                <a:gd name="T1" fmla="*/ 275 h 312"/>
                <a:gd name="T2" fmla="*/ 426 w 428"/>
                <a:gd name="T3" fmla="*/ 0 h 312"/>
                <a:gd name="T4" fmla="*/ 428 w 428"/>
                <a:gd name="T5" fmla="*/ 35 h 312"/>
                <a:gd name="T6" fmla="*/ 2 w 428"/>
                <a:gd name="T7" fmla="*/ 312 h 312"/>
                <a:gd name="T8" fmla="*/ 0 w 428"/>
                <a:gd name="T9" fmla="*/ 275 h 312"/>
              </a:gdLst>
              <a:ahLst/>
              <a:cxnLst>
                <a:cxn ang="0">
                  <a:pos x="T0" y="T1"/>
                </a:cxn>
                <a:cxn ang="0">
                  <a:pos x="T2" y="T3"/>
                </a:cxn>
                <a:cxn ang="0">
                  <a:pos x="T4" y="T5"/>
                </a:cxn>
                <a:cxn ang="0">
                  <a:pos x="T6" y="T7"/>
                </a:cxn>
                <a:cxn ang="0">
                  <a:pos x="T8" y="T9"/>
                </a:cxn>
              </a:cxnLst>
              <a:rect l="0" t="0" r="r" b="b"/>
              <a:pathLst>
                <a:path w="428" h="312">
                  <a:moveTo>
                    <a:pt x="0" y="275"/>
                  </a:moveTo>
                  <a:lnTo>
                    <a:pt x="426" y="0"/>
                  </a:lnTo>
                  <a:lnTo>
                    <a:pt x="428" y="35"/>
                  </a:lnTo>
                  <a:lnTo>
                    <a:pt x="2" y="312"/>
                  </a:lnTo>
                  <a:lnTo>
                    <a:pt x="0" y="275"/>
                  </a:lnTo>
                  <a:close/>
                </a:path>
              </a:pathLst>
            </a:custGeom>
            <a:solidFill>
              <a:schemeClr val="accent2">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 name="Freeform 44"/>
            <p:cNvSpPr>
              <a:spLocks/>
            </p:cNvSpPr>
            <p:nvPr/>
          </p:nvSpPr>
          <p:spPr bwMode="auto">
            <a:xfrm>
              <a:off x="7395138" y="4999331"/>
              <a:ext cx="679450" cy="503238"/>
            </a:xfrm>
            <a:custGeom>
              <a:avLst/>
              <a:gdLst>
                <a:gd name="T0" fmla="*/ 426 w 428"/>
                <a:gd name="T1" fmla="*/ 0 h 317"/>
                <a:gd name="T2" fmla="*/ 428 w 428"/>
                <a:gd name="T3" fmla="*/ 31 h 317"/>
                <a:gd name="T4" fmla="*/ 2 w 428"/>
                <a:gd name="T5" fmla="*/ 317 h 317"/>
                <a:gd name="T6" fmla="*/ 0 w 428"/>
                <a:gd name="T7" fmla="*/ 284 h 317"/>
                <a:gd name="T8" fmla="*/ 426 w 428"/>
                <a:gd name="T9" fmla="*/ 0 h 317"/>
              </a:gdLst>
              <a:ahLst/>
              <a:cxnLst>
                <a:cxn ang="0">
                  <a:pos x="T0" y="T1"/>
                </a:cxn>
                <a:cxn ang="0">
                  <a:pos x="T2" y="T3"/>
                </a:cxn>
                <a:cxn ang="0">
                  <a:pos x="T4" y="T5"/>
                </a:cxn>
                <a:cxn ang="0">
                  <a:pos x="T6" y="T7"/>
                </a:cxn>
                <a:cxn ang="0">
                  <a:pos x="T8" y="T9"/>
                </a:cxn>
              </a:cxnLst>
              <a:rect l="0" t="0" r="r" b="b"/>
              <a:pathLst>
                <a:path w="428" h="317">
                  <a:moveTo>
                    <a:pt x="426" y="0"/>
                  </a:moveTo>
                  <a:lnTo>
                    <a:pt x="428" y="31"/>
                  </a:lnTo>
                  <a:lnTo>
                    <a:pt x="2" y="317"/>
                  </a:lnTo>
                  <a:lnTo>
                    <a:pt x="0" y="284"/>
                  </a:lnTo>
                  <a:lnTo>
                    <a:pt x="426" y="0"/>
                  </a:lnTo>
                  <a:close/>
                </a:path>
              </a:pathLst>
            </a:custGeom>
            <a:solidFill>
              <a:schemeClr val="accent2">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 name="Freeform 45"/>
            <p:cNvSpPr>
              <a:spLocks/>
            </p:cNvSpPr>
            <p:nvPr/>
          </p:nvSpPr>
          <p:spPr bwMode="auto">
            <a:xfrm>
              <a:off x="6706163" y="4908843"/>
              <a:ext cx="692150" cy="593725"/>
            </a:xfrm>
            <a:custGeom>
              <a:avLst/>
              <a:gdLst>
                <a:gd name="T0" fmla="*/ 181 w 184"/>
                <a:gd name="T1" fmla="*/ 96 h 158"/>
                <a:gd name="T2" fmla="*/ 33 w 184"/>
                <a:gd name="T3" fmla="*/ 20 h 158"/>
                <a:gd name="T4" fmla="*/ 11 w 184"/>
                <a:gd name="T5" fmla="*/ 27 h 158"/>
                <a:gd name="T6" fmla="*/ 33 w 184"/>
                <a:gd name="T7" fmla="*/ 71 h 158"/>
                <a:gd name="T8" fmla="*/ 183 w 184"/>
                <a:gd name="T9" fmla="*/ 144 h 158"/>
                <a:gd name="T10" fmla="*/ 184 w 184"/>
                <a:gd name="T11" fmla="*/ 158 h 158"/>
                <a:gd name="T12" fmla="*/ 30 w 184"/>
                <a:gd name="T13" fmla="*/ 81 h 158"/>
                <a:gd name="T14" fmla="*/ 1 w 184"/>
                <a:gd name="T15" fmla="*/ 36 h 158"/>
                <a:gd name="T16" fmla="*/ 29 w 184"/>
                <a:gd name="T17" fmla="*/ 5 h 158"/>
                <a:gd name="T18" fmla="*/ 180 w 184"/>
                <a:gd name="T19" fmla="*/ 80 h 158"/>
                <a:gd name="T20" fmla="*/ 181 w 184"/>
                <a:gd name="T21" fmla="*/ 9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158">
                  <a:moveTo>
                    <a:pt x="181" y="96"/>
                  </a:moveTo>
                  <a:cubicBezTo>
                    <a:pt x="33" y="20"/>
                    <a:pt x="33" y="20"/>
                    <a:pt x="33" y="20"/>
                  </a:cubicBezTo>
                  <a:cubicBezTo>
                    <a:pt x="33" y="20"/>
                    <a:pt x="16" y="11"/>
                    <a:pt x="11" y="27"/>
                  </a:cubicBezTo>
                  <a:cubicBezTo>
                    <a:pt x="6" y="43"/>
                    <a:pt x="21" y="64"/>
                    <a:pt x="33" y="71"/>
                  </a:cubicBezTo>
                  <a:cubicBezTo>
                    <a:pt x="183" y="144"/>
                    <a:pt x="183" y="144"/>
                    <a:pt x="183" y="144"/>
                  </a:cubicBezTo>
                  <a:cubicBezTo>
                    <a:pt x="184" y="158"/>
                    <a:pt x="184" y="158"/>
                    <a:pt x="184" y="158"/>
                  </a:cubicBezTo>
                  <a:cubicBezTo>
                    <a:pt x="30" y="81"/>
                    <a:pt x="30" y="81"/>
                    <a:pt x="30" y="81"/>
                  </a:cubicBezTo>
                  <a:cubicBezTo>
                    <a:pt x="30" y="81"/>
                    <a:pt x="1" y="62"/>
                    <a:pt x="1" y="36"/>
                  </a:cubicBezTo>
                  <a:cubicBezTo>
                    <a:pt x="0" y="11"/>
                    <a:pt x="17" y="0"/>
                    <a:pt x="29" y="5"/>
                  </a:cubicBezTo>
                  <a:cubicBezTo>
                    <a:pt x="180" y="80"/>
                    <a:pt x="180" y="80"/>
                    <a:pt x="180" y="80"/>
                  </a:cubicBezTo>
                  <a:lnTo>
                    <a:pt x="181" y="96"/>
                  </a:lnTo>
                  <a:close/>
                </a:path>
              </a:pathLst>
            </a:custGeom>
            <a:solidFill>
              <a:schemeClr val="accent2">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7" name="Group 66"/>
          <p:cNvGrpSpPr/>
          <p:nvPr/>
        </p:nvGrpSpPr>
        <p:grpSpPr>
          <a:xfrm>
            <a:off x="2710723" y="2142048"/>
            <a:ext cx="874569" cy="1271443"/>
            <a:chOff x="5480613" y="1805281"/>
            <a:chExt cx="962026" cy="1398587"/>
          </a:xfrm>
        </p:grpSpPr>
        <p:sp>
          <p:nvSpPr>
            <p:cNvPr id="48" name="Freeform 47"/>
            <p:cNvSpPr>
              <a:spLocks/>
            </p:cNvSpPr>
            <p:nvPr/>
          </p:nvSpPr>
          <p:spPr bwMode="auto">
            <a:xfrm>
              <a:off x="5939401" y="2027531"/>
              <a:ext cx="387350" cy="225425"/>
            </a:xfrm>
            <a:custGeom>
              <a:avLst/>
              <a:gdLst>
                <a:gd name="T0" fmla="*/ 1 w 103"/>
                <a:gd name="T1" fmla="*/ 15 h 60"/>
                <a:gd name="T2" fmla="*/ 3 w 103"/>
                <a:gd name="T3" fmla="*/ 7 h 60"/>
                <a:gd name="T4" fmla="*/ 7 w 103"/>
                <a:gd name="T5" fmla="*/ 0 h 60"/>
                <a:gd name="T6" fmla="*/ 103 w 103"/>
                <a:gd name="T7" fmla="*/ 45 h 60"/>
                <a:gd name="T8" fmla="*/ 101 w 103"/>
                <a:gd name="T9" fmla="*/ 53 h 60"/>
                <a:gd name="T10" fmla="*/ 96 w 103"/>
                <a:gd name="T11" fmla="*/ 60 h 60"/>
                <a:gd name="T12" fmla="*/ 1 w 103"/>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1" y="15"/>
                  </a:moveTo>
                  <a:cubicBezTo>
                    <a:pt x="0" y="14"/>
                    <a:pt x="1" y="11"/>
                    <a:pt x="3" y="7"/>
                  </a:cubicBezTo>
                  <a:cubicBezTo>
                    <a:pt x="5" y="3"/>
                    <a:pt x="7" y="0"/>
                    <a:pt x="7" y="0"/>
                  </a:cubicBezTo>
                  <a:cubicBezTo>
                    <a:pt x="103" y="45"/>
                    <a:pt x="103" y="45"/>
                    <a:pt x="103" y="45"/>
                  </a:cubicBezTo>
                  <a:cubicBezTo>
                    <a:pt x="103" y="46"/>
                    <a:pt x="102" y="49"/>
                    <a:pt x="101" y="53"/>
                  </a:cubicBezTo>
                  <a:cubicBezTo>
                    <a:pt x="99" y="57"/>
                    <a:pt x="97" y="60"/>
                    <a:pt x="96" y="60"/>
                  </a:cubicBezTo>
                  <a:lnTo>
                    <a:pt x="1"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 name="Freeform 48"/>
            <p:cNvSpPr>
              <a:spLocks/>
            </p:cNvSpPr>
            <p:nvPr/>
          </p:nvSpPr>
          <p:spPr bwMode="auto">
            <a:xfrm>
              <a:off x="5871138" y="2173581"/>
              <a:ext cx="387350" cy="225425"/>
            </a:xfrm>
            <a:custGeom>
              <a:avLst/>
              <a:gdLst>
                <a:gd name="T0" fmla="*/ 0 w 103"/>
                <a:gd name="T1" fmla="*/ 14 h 60"/>
                <a:gd name="T2" fmla="*/ 3 w 103"/>
                <a:gd name="T3" fmla="*/ 7 h 60"/>
                <a:gd name="T4" fmla="*/ 7 w 103"/>
                <a:gd name="T5" fmla="*/ 0 h 60"/>
                <a:gd name="T6" fmla="*/ 103 w 103"/>
                <a:gd name="T7" fmla="*/ 45 h 60"/>
                <a:gd name="T8" fmla="*/ 100 w 103"/>
                <a:gd name="T9" fmla="*/ 53 h 60"/>
                <a:gd name="T10" fmla="*/ 96 w 103"/>
                <a:gd name="T11" fmla="*/ 60 h 60"/>
                <a:gd name="T12" fmla="*/ 0 w 103"/>
                <a:gd name="T13" fmla="*/ 14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0" y="14"/>
                  </a:moveTo>
                  <a:cubicBezTo>
                    <a:pt x="0" y="14"/>
                    <a:pt x="1" y="11"/>
                    <a:pt x="3" y="7"/>
                  </a:cubicBezTo>
                  <a:cubicBezTo>
                    <a:pt x="4" y="3"/>
                    <a:pt x="6" y="0"/>
                    <a:pt x="7" y="0"/>
                  </a:cubicBezTo>
                  <a:cubicBezTo>
                    <a:pt x="103" y="45"/>
                    <a:pt x="103" y="45"/>
                    <a:pt x="103" y="45"/>
                  </a:cubicBezTo>
                  <a:cubicBezTo>
                    <a:pt x="103" y="45"/>
                    <a:pt x="102" y="49"/>
                    <a:pt x="100" y="53"/>
                  </a:cubicBezTo>
                  <a:cubicBezTo>
                    <a:pt x="98" y="57"/>
                    <a:pt x="96" y="60"/>
                    <a:pt x="96" y="60"/>
                  </a:cubicBezTo>
                  <a:lnTo>
                    <a:pt x="0" y="14"/>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 name="Freeform 49"/>
            <p:cNvSpPr>
              <a:spLocks/>
            </p:cNvSpPr>
            <p:nvPr/>
          </p:nvSpPr>
          <p:spPr bwMode="auto">
            <a:xfrm>
              <a:off x="5799701" y="2319631"/>
              <a:ext cx="392113" cy="225425"/>
            </a:xfrm>
            <a:custGeom>
              <a:avLst/>
              <a:gdLst>
                <a:gd name="T0" fmla="*/ 1 w 104"/>
                <a:gd name="T1" fmla="*/ 14 h 60"/>
                <a:gd name="T2" fmla="*/ 3 w 104"/>
                <a:gd name="T3" fmla="*/ 7 h 60"/>
                <a:gd name="T4" fmla="*/ 8 w 104"/>
                <a:gd name="T5" fmla="*/ 0 h 60"/>
                <a:gd name="T6" fmla="*/ 103 w 104"/>
                <a:gd name="T7" fmla="*/ 45 h 60"/>
                <a:gd name="T8" fmla="*/ 101 w 104"/>
                <a:gd name="T9" fmla="*/ 53 h 60"/>
                <a:gd name="T10" fmla="*/ 97 w 104"/>
                <a:gd name="T11" fmla="*/ 59 h 60"/>
                <a:gd name="T12" fmla="*/ 1 w 104"/>
                <a:gd name="T13" fmla="*/ 14 h 60"/>
              </a:gdLst>
              <a:ahLst/>
              <a:cxnLst>
                <a:cxn ang="0">
                  <a:pos x="T0" y="T1"/>
                </a:cxn>
                <a:cxn ang="0">
                  <a:pos x="T2" y="T3"/>
                </a:cxn>
                <a:cxn ang="0">
                  <a:pos x="T4" y="T5"/>
                </a:cxn>
                <a:cxn ang="0">
                  <a:pos x="T6" y="T7"/>
                </a:cxn>
                <a:cxn ang="0">
                  <a:pos x="T8" y="T9"/>
                </a:cxn>
                <a:cxn ang="0">
                  <a:pos x="T10" y="T11"/>
                </a:cxn>
                <a:cxn ang="0">
                  <a:pos x="T12" y="T13"/>
                </a:cxn>
              </a:cxnLst>
              <a:rect l="0" t="0" r="r" b="b"/>
              <a:pathLst>
                <a:path w="104" h="60">
                  <a:moveTo>
                    <a:pt x="1" y="14"/>
                  </a:moveTo>
                  <a:cubicBezTo>
                    <a:pt x="0" y="14"/>
                    <a:pt x="1" y="11"/>
                    <a:pt x="3" y="7"/>
                  </a:cubicBezTo>
                  <a:cubicBezTo>
                    <a:pt x="5" y="3"/>
                    <a:pt x="7" y="0"/>
                    <a:pt x="8" y="0"/>
                  </a:cubicBezTo>
                  <a:cubicBezTo>
                    <a:pt x="103" y="45"/>
                    <a:pt x="103" y="45"/>
                    <a:pt x="103" y="45"/>
                  </a:cubicBezTo>
                  <a:cubicBezTo>
                    <a:pt x="104" y="45"/>
                    <a:pt x="103" y="49"/>
                    <a:pt x="101" y="53"/>
                  </a:cubicBezTo>
                  <a:cubicBezTo>
                    <a:pt x="99" y="57"/>
                    <a:pt x="97" y="60"/>
                    <a:pt x="97" y="59"/>
                  </a:cubicBezTo>
                  <a:lnTo>
                    <a:pt x="1" y="14"/>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 name="Freeform 50"/>
            <p:cNvSpPr>
              <a:spLocks/>
            </p:cNvSpPr>
            <p:nvPr/>
          </p:nvSpPr>
          <p:spPr bwMode="auto">
            <a:xfrm>
              <a:off x="5733026" y="2462506"/>
              <a:ext cx="387350" cy="225425"/>
            </a:xfrm>
            <a:custGeom>
              <a:avLst/>
              <a:gdLst>
                <a:gd name="T0" fmla="*/ 1 w 103"/>
                <a:gd name="T1" fmla="*/ 15 h 60"/>
                <a:gd name="T2" fmla="*/ 3 w 103"/>
                <a:gd name="T3" fmla="*/ 7 h 60"/>
                <a:gd name="T4" fmla="*/ 7 w 103"/>
                <a:gd name="T5" fmla="*/ 1 h 60"/>
                <a:gd name="T6" fmla="*/ 103 w 103"/>
                <a:gd name="T7" fmla="*/ 46 h 60"/>
                <a:gd name="T8" fmla="*/ 101 w 103"/>
                <a:gd name="T9" fmla="*/ 53 h 60"/>
                <a:gd name="T10" fmla="*/ 96 w 103"/>
                <a:gd name="T11" fmla="*/ 60 h 60"/>
                <a:gd name="T12" fmla="*/ 1 w 103"/>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1" y="15"/>
                  </a:moveTo>
                  <a:cubicBezTo>
                    <a:pt x="0" y="15"/>
                    <a:pt x="1" y="11"/>
                    <a:pt x="3" y="7"/>
                  </a:cubicBezTo>
                  <a:cubicBezTo>
                    <a:pt x="5" y="3"/>
                    <a:pt x="7" y="0"/>
                    <a:pt x="7" y="1"/>
                  </a:cubicBezTo>
                  <a:cubicBezTo>
                    <a:pt x="103" y="46"/>
                    <a:pt x="103" y="46"/>
                    <a:pt x="103" y="46"/>
                  </a:cubicBezTo>
                  <a:cubicBezTo>
                    <a:pt x="103" y="46"/>
                    <a:pt x="102" y="49"/>
                    <a:pt x="101" y="53"/>
                  </a:cubicBezTo>
                  <a:cubicBezTo>
                    <a:pt x="99" y="57"/>
                    <a:pt x="97" y="60"/>
                    <a:pt x="96" y="60"/>
                  </a:cubicBezTo>
                  <a:lnTo>
                    <a:pt x="1"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 name="Freeform 51"/>
            <p:cNvSpPr>
              <a:spLocks/>
            </p:cNvSpPr>
            <p:nvPr/>
          </p:nvSpPr>
          <p:spPr bwMode="auto">
            <a:xfrm>
              <a:off x="5664763" y="2610143"/>
              <a:ext cx="387350" cy="225425"/>
            </a:xfrm>
            <a:custGeom>
              <a:avLst/>
              <a:gdLst>
                <a:gd name="T0" fmla="*/ 0 w 103"/>
                <a:gd name="T1" fmla="*/ 15 h 60"/>
                <a:gd name="T2" fmla="*/ 3 w 103"/>
                <a:gd name="T3" fmla="*/ 7 h 60"/>
                <a:gd name="T4" fmla="*/ 7 w 103"/>
                <a:gd name="T5" fmla="*/ 1 h 60"/>
                <a:gd name="T6" fmla="*/ 103 w 103"/>
                <a:gd name="T7" fmla="*/ 46 h 60"/>
                <a:gd name="T8" fmla="*/ 100 w 103"/>
                <a:gd name="T9" fmla="*/ 53 h 60"/>
                <a:gd name="T10" fmla="*/ 96 w 103"/>
                <a:gd name="T11" fmla="*/ 60 h 60"/>
                <a:gd name="T12" fmla="*/ 0 w 103"/>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0" y="15"/>
                  </a:moveTo>
                  <a:cubicBezTo>
                    <a:pt x="0" y="15"/>
                    <a:pt x="1" y="11"/>
                    <a:pt x="3" y="7"/>
                  </a:cubicBezTo>
                  <a:cubicBezTo>
                    <a:pt x="5" y="3"/>
                    <a:pt x="6" y="0"/>
                    <a:pt x="7" y="1"/>
                  </a:cubicBezTo>
                  <a:cubicBezTo>
                    <a:pt x="103" y="46"/>
                    <a:pt x="103" y="46"/>
                    <a:pt x="103" y="46"/>
                  </a:cubicBezTo>
                  <a:cubicBezTo>
                    <a:pt x="103" y="46"/>
                    <a:pt x="102" y="49"/>
                    <a:pt x="100" y="53"/>
                  </a:cubicBezTo>
                  <a:cubicBezTo>
                    <a:pt x="98" y="57"/>
                    <a:pt x="96" y="60"/>
                    <a:pt x="96" y="60"/>
                  </a:cubicBezTo>
                  <a:lnTo>
                    <a:pt x="0"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 name="Freeform 52"/>
            <p:cNvSpPr>
              <a:spLocks/>
            </p:cNvSpPr>
            <p:nvPr/>
          </p:nvSpPr>
          <p:spPr bwMode="auto">
            <a:xfrm>
              <a:off x="5593326" y="2756193"/>
              <a:ext cx="390525" cy="225425"/>
            </a:xfrm>
            <a:custGeom>
              <a:avLst/>
              <a:gdLst>
                <a:gd name="T0" fmla="*/ 1 w 104"/>
                <a:gd name="T1" fmla="*/ 15 h 60"/>
                <a:gd name="T2" fmla="*/ 3 w 104"/>
                <a:gd name="T3" fmla="*/ 7 h 60"/>
                <a:gd name="T4" fmla="*/ 8 w 104"/>
                <a:gd name="T5" fmla="*/ 0 h 60"/>
                <a:gd name="T6" fmla="*/ 103 w 104"/>
                <a:gd name="T7" fmla="*/ 45 h 60"/>
                <a:gd name="T8" fmla="*/ 101 w 104"/>
                <a:gd name="T9" fmla="*/ 53 h 60"/>
                <a:gd name="T10" fmla="*/ 97 w 104"/>
                <a:gd name="T11" fmla="*/ 60 h 60"/>
                <a:gd name="T12" fmla="*/ 1 w 104"/>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4" h="60">
                  <a:moveTo>
                    <a:pt x="1" y="15"/>
                  </a:moveTo>
                  <a:cubicBezTo>
                    <a:pt x="0" y="14"/>
                    <a:pt x="1" y="11"/>
                    <a:pt x="3" y="7"/>
                  </a:cubicBezTo>
                  <a:cubicBezTo>
                    <a:pt x="5" y="3"/>
                    <a:pt x="7" y="0"/>
                    <a:pt x="8" y="0"/>
                  </a:cubicBezTo>
                  <a:cubicBezTo>
                    <a:pt x="103" y="45"/>
                    <a:pt x="103" y="45"/>
                    <a:pt x="103" y="45"/>
                  </a:cubicBezTo>
                  <a:cubicBezTo>
                    <a:pt x="104" y="46"/>
                    <a:pt x="103" y="49"/>
                    <a:pt x="101" y="53"/>
                  </a:cubicBezTo>
                  <a:cubicBezTo>
                    <a:pt x="99" y="57"/>
                    <a:pt x="97" y="60"/>
                    <a:pt x="97" y="60"/>
                  </a:cubicBezTo>
                  <a:lnTo>
                    <a:pt x="1"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 name="Freeform 53"/>
            <p:cNvSpPr>
              <a:spLocks/>
            </p:cNvSpPr>
            <p:nvPr/>
          </p:nvSpPr>
          <p:spPr bwMode="auto">
            <a:xfrm>
              <a:off x="5480613" y="1805281"/>
              <a:ext cx="628650" cy="1243013"/>
            </a:xfrm>
            <a:custGeom>
              <a:avLst/>
              <a:gdLst>
                <a:gd name="T0" fmla="*/ 15 w 167"/>
                <a:gd name="T1" fmla="*/ 329 h 331"/>
                <a:gd name="T2" fmla="*/ 6 w 167"/>
                <a:gd name="T3" fmla="*/ 329 h 331"/>
                <a:gd name="T4" fmla="*/ 1 w 167"/>
                <a:gd name="T5" fmla="*/ 322 h 331"/>
                <a:gd name="T6" fmla="*/ 152 w 167"/>
                <a:gd name="T7" fmla="*/ 1 h 331"/>
                <a:gd name="T8" fmla="*/ 161 w 167"/>
                <a:gd name="T9" fmla="*/ 2 h 331"/>
                <a:gd name="T10" fmla="*/ 166 w 167"/>
                <a:gd name="T11" fmla="*/ 8 h 331"/>
                <a:gd name="T12" fmla="*/ 15 w 167"/>
                <a:gd name="T13" fmla="*/ 329 h 331"/>
              </a:gdLst>
              <a:ahLst/>
              <a:cxnLst>
                <a:cxn ang="0">
                  <a:pos x="T0" y="T1"/>
                </a:cxn>
                <a:cxn ang="0">
                  <a:pos x="T2" y="T3"/>
                </a:cxn>
                <a:cxn ang="0">
                  <a:pos x="T4" y="T5"/>
                </a:cxn>
                <a:cxn ang="0">
                  <a:pos x="T6" y="T7"/>
                </a:cxn>
                <a:cxn ang="0">
                  <a:pos x="T8" y="T9"/>
                </a:cxn>
                <a:cxn ang="0">
                  <a:pos x="T10" y="T11"/>
                </a:cxn>
                <a:cxn ang="0">
                  <a:pos x="T12" y="T13"/>
                </a:cxn>
              </a:cxnLst>
              <a:rect l="0" t="0" r="r" b="b"/>
              <a:pathLst>
                <a:path w="167" h="331">
                  <a:moveTo>
                    <a:pt x="15" y="329"/>
                  </a:moveTo>
                  <a:cubicBezTo>
                    <a:pt x="14" y="331"/>
                    <a:pt x="10" y="331"/>
                    <a:pt x="6" y="329"/>
                  </a:cubicBezTo>
                  <a:cubicBezTo>
                    <a:pt x="2" y="327"/>
                    <a:pt x="0" y="324"/>
                    <a:pt x="1" y="322"/>
                  </a:cubicBezTo>
                  <a:cubicBezTo>
                    <a:pt x="152" y="1"/>
                    <a:pt x="152" y="1"/>
                    <a:pt x="152" y="1"/>
                  </a:cubicBezTo>
                  <a:cubicBezTo>
                    <a:pt x="153" y="0"/>
                    <a:pt x="157" y="0"/>
                    <a:pt x="161" y="2"/>
                  </a:cubicBezTo>
                  <a:cubicBezTo>
                    <a:pt x="165" y="3"/>
                    <a:pt x="167" y="6"/>
                    <a:pt x="166" y="8"/>
                  </a:cubicBezTo>
                  <a:lnTo>
                    <a:pt x="15" y="329"/>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 name="Freeform 54"/>
            <p:cNvSpPr>
              <a:spLocks/>
            </p:cNvSpPr>
            <p:nvPr/>
          </p:nvSpPr>
          <p:spPr bwMode="auto">
            <a:xfrm>
              <a:off x="5815576" y="1959268"/>
              <a:ext cx="627063" cy="1244600"/>
            </a:xfrm>
            <a:custGeom>
              <a:avLst/>
              <a:gdLst>
                <a:gd name="T0" fmla="*/ 15 w 167"/>
                <a:gd name="T1" fmla="*/ 330 h 331"/>
                <a:gd name="T2" fmla="*/ 6 w 167"/>
                <a:gd name="T3" fmla="*/ 330 h 331"/>
                <a:gd name="T4" fmla="*/ 0 w 167"/>
                <a:gd name="T5" fmla="*/ 323 h 331"/>
                <a:gd name="T6" fmla="*/ 152 w 167"/>
                <a:gd name="T7" fmla="*/ 2 h 331"/>
                <a:gd name="T8" fmla="*/ 160 w 167"/>
                <a:gd name="T9" fmla="*/ 2 h 331"/>
                <a:gd name="T10" fmla="*/ 166 w 167"/>
                <a:gd name="T11" fmla="*/ 9 h 331"/>
                <a:gd name="T12" fmla="*/ 15 w 167"/>
                <a:gd name="T13" fmla="*/ 330 h 331"/>
              </a:gdLst>
              <a:ahLst/>
              <a:cxnLst>
                <a:cxn ang="0">
                  <a:pos x="T0" y="T1"/>
                </a:cxn>
                <a:cxn ang="0">
                  <a:pos x="T2" y="T3"/>
                </a:cxn>
                <a:cxn ang="0">
                  <a:pos x="T4" y="T5"/>
                </a:cxn>
                <a:cxn ang="0">
                  <a:pos x="T6" y="T7"/>
                </a:cxn>
                <a:cxn ang="0">
                  <a:pos x="T8" y="T9"/>
                </a:cxn>
                <a:cxn ang="0">
                  <a:pos x="T10" y="T11"/>
                </a:cxn>
                <a:cxn ang="0">
                  <a:pos x="T12" y="T13"/>
                </a:cxn>
              </a:cxnLst>
              <a:rect l="0" t="0" r="r" b="b"/>
              <a:pathLst>
                <a:path w="167" h="331">
                  <a:moveTo>
                    <a:pt x="15" y="330"/>
                  </a:moveTo>
                  <a:cubicBezTo>
                    <a:pt x="14" y="331"/>
                    <a:pt x="10" y="331"/>
                    <a:pt x="6" y="330"/>
                  </a:cubicBezTo>
                  <a:cubicBezTo>
                    <a:pt x="2" y="328"/>
                    <a:pt x="0" y="325"/>
                    <a:pt x="0" y="323"/>
                  </a:cubicBezTo>
                  <a:cubicBezTo>
                    <a:pt x="152" y="2"/>
                    <a:pt x="152" y="2"/>
                    <a:pt x="152" y="2"/>
                  </a:cubicBezTo>
                  <a:cubicBezTo>
                    <a:pt x="153" y="0"/>
                    <a:pt x="157" y="1"/>
                    <a:pt x="160" y="2"/>
                  </a:cubicBezTo>
                  <a:cubicBezTo>
                    <a:pt x="164" y="4"/>
                    <a:pt x="167" y="7"/>
                    <a:pt x="166" y="9"/>
                  </a:cubicBezTo>
                  <a:lnTo>
                    <a:pt x="15" y="33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5" name="Group 64"/>
          <p:cNvGrpSpPr/>
          <p:nvPr/>
        </p:nvGrpSpPr>
        <p:grpSpPr>
          <a:xfrm>
            <a:off x="2892564" y="4136526"/>
            <a:ext cx="987136" cy="1241136"/>
            <a:chOff x="5680638" y="3999206"/>
            <a:chExt cx="1085850" cy="1365250"/>
          </a:xfrm>
        </p:grpSpPr>
        <p:sp>
          <p:nvSpPr>
            <p:cNvPr id="56" name="Freeform 55"/>
            <p:cNvSpPr>
              <a:spLocks/>
            </p:cNvSpPr>
            <p:nvPr/>
          </p:nvSpPr>
          <p:spPr bwMode="auto">
            <a:xfrm>
              <a:off x="5818751" y="4207168"/>
              <a:ext cx="373063" cy="269875"/>
            </a:xfrm>
            <a:custGeom>
              <a:avLst/>
              <a:gdLst>
                <a:gd name="T0" fmla="*/ 9 w 99"/>
                <a:gd name="T1" fmla="*/ 71 h 72"/>
                <a:gd name="T2" fmla="*/ 4 w 99"/>
                <a:gd name="T3" fmla="*/ 65 h 72"/>
                <a:gd name="T4" fmla="*/ 1 w 99"/>
                <a:gd name="T5" fmla="*/ 58 h 72"/>
                <a:gd name="T6" fmla="*/ 90 w 99"/>
                <a:gd name="T7" fmla="*/ 1 h 72"/>
                <a:gd name="T8" fmla="*/ 95 w 99"/>
                <a:gd name="T9" fmla="*/ 7 h 72"/>
                <a:gd name="T10" fmla="*/ 98 w 99"/>
                <a:gd name="T11" fmla="*/ 14 h 72"/>
                <a:gd name="T12" fmla="*/ 9 w 99"/>
                <a:gd name="T13" fmla="*/ 71 h 72"/>
              </a:gdLst>
              <a:ahLst/>
              <a:cxnLst>
                <a:cxn ang="0">
                  <a:pos x="T0" y="T1"/>
                </a:cxn>
                <a:cxn ang="0">
                  <a:pos x="T2" y="T3"/>
                </a:cxn>
                <a:cxn ang="0">
                  <a:pos x="T4" y="T5"/>
                </a:cxn>
                <a:cxn ang="0">
                  <a:pos x="T6" y="T7"/>
                </a:cxn>
                <a:cxn ang="0">
                  <a:pos x="T8" y="T9"/>
                </a:cxn>
                <a:cxn ang="0">
                  <a:pos x="T10" y="T11"/>
                </a:cxn>
                <a:cxn ang="0">
                  <a:pos x="T12" y="T13"/>
                </a:cxn>
              </a:cxnLst>
              <a:rect l="0" t="0" r="r" b="b"/>
              <a:pathLst>
                <a:path w="99" h="72">
                  <a:moveTo>
                    <a:pt x="9" y="71"/>
                  </a:moveTo>
                  <a:cubicBezTo>
                    <a:pt x="9" y="72"/>
                    <a:pt x="7" y="69"/>
                    <a:pt x="4" y="65"/>
                  </a:cubicBezTo>
                  <a:cubicBezTo>
                    <a:pt x="2" y="61"/>
                    <a:pt x="0" y="58"/>
                    <a:pt x="1" y="58"/>
                  </a:cubicBezTo>
                  <a:cubicBezTo>
                    <a:pt x="90" y="1"/>
                    <a:pt x="90" y="1"/>
                    <a:pt x="90" y="1"/>
                  </a:cubicBezTo>
                  <a:cubicBezTo>
                    <a:pt x="90" y="0"/>
                    <a:pt x="93" y="3"/>
                    <a:pt x="95" y="7"/>
                  </a:cubicBezTo>
                  <a:cubicBezTo>
                    <a:pt x="97" y="11"/>
                    <a:pt x="99" y="14"/>
                    <a:pt x="98" y="14"/>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 name="Freeform 56"/>
            <p:cNvSpPr>
              <a:spLocks/>
            </p:cNvSpPr>
            <p:nvPr/>
          </p:nvSpPr>
          <p:spPr bwMode="auto">
            <a:xfrm>
              <a:off x="5906063" y="4345281"/>
              <a:ext cx="371475" cy="266700"/>
            </a:xfrm>
            <a:custGeom>
              <a:avLst/>
              <a:gdLst>
                <a:gd name="T0" fmla="*/ 10 w 99"/>
                <a:gd name="T1" fmla="*/ 70 h 71"/>
                <a:gd name="T2" fmla="*/ 4 w 99"/>
                <a:gd name="T3" fmla="*/ 64 h 71"/>
                <a:gd name="T4" fmla="*/ 1 w 99"/>
                <a:gd name="T5" fmla="*/ 57 h 71"/>
                <a:gd name="T6" fmla="*/ 90 w 99"/>
                <a:gd name="T7" fmla="*/ 0 h 71"/>
                <a:gd name="T8" fmla="*/ 95 w 99"/>
                <a:gd name="T9" fmla="*/ 6 h 71"/>
                <a:gd name="T10" fmla="*/ 99 w 99"/>
                <a:gd name="T11" fmla="*/ 13 h 71"/>
                <a:gd name="T12" fmla="*/ 10 w 99"/>
                <a:gd name="T13" fmla="*/ 70 h 71"/>
              </a:gdLst>
              <a:ahLst/>
              <a:cxnLst>
                <a:cxn ang="0">
                  <a:pos x="T0" y="T1"/>
                </a:cxn>
                <a:cxn ang="0">
                  <a:pos x="T2" y="T3"/>
                </a:cxn>
                <a:cxn ang="0">
                  <a:pos x="T4" y="T5"/>
                </a:cxn>
                <a:cxn ang="0">
                  <a:pos x="T6" y="T7"/>
                </a:cxn>
                <a:cxn ang="0">
                  <a:pos x="T8" y="T9"/>
                </a:cxn>
                <a:cxn ang="0">
                  <a:pos x="T10" y="T11"/>
                </a:cxn>
                <a:cxn ang="0">
                  <a:pos x="T12" y="T13"/>
                </a:cxn>
              </a:cxnLst>
              <a:rect l="0" t="0" r="r" b="b"/>
              <a:pathLst>
                <a:path w="99" h="71">
                  <a:moveTo>
                    <a:pt x="10" y="70"/>
                  </a:moveTo>
                  <a:cubicBezTo>
                    <a:pt x="9" y="71"/>
                    <a:pt x="7" y="68"/>
                    <a:pt x="4" y="64"/>
                  </a:cubicBezTo>
                  <a:cubicBezTo>
                    <a:pt x="2" y="61"/>
                    <a:pt x="0" y="57"/>
                    <a:pt x="1" y="57"/>
                  </a:cubicBezTo>
                  <a:cubicBezTo>
                    <a:pt x="90" y="0"/>
                    <a:pt x="90" y="0"/>
                    <a:pt x="90" y="0"/>
                  </a:cubicBezTo>
                  <a:cubicBezTo>
                    <a:pt x="91" y="0"/>
                    <a:pt x="93" y="2"/>
                    <a:pt x="95" y="6"/>
                  </a:cubicBezTo>
                  <a:cubicBezTo>
                    <a:pt x="98" y="10"/>
                    <a:pt x="99" y="13"/>
                    <a:pt x="99" y="13"/>
                  </a:cubicBezTo>
                  <a:lnTo>
                    <a:pt x="10" y="7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 name="Freeform 57"/>
            <p:cNvSpPr>
              <a:spLocks/>
            </p:cNvSpPr>
            <p:nvPr/>
          </p:nvSpPr>
          <p:spPr bwMode="auto">
            <a:xfrm>
              <a:off x="5996551" y="4480218"/>
              <a:ext cx="368300" cy="266700"/>
            </a:xfrm>
            <a:custGeom>
              <a:avLst/>
              <a:gdLst>
                <a:gd name="T0" fmla="*/ 9 w 98"/>
                <a:gd name="T1" fmla="*/ 70 h 71"/>
                <a:gd name="T2" fmla="*/ 4 w 98"/>
                <a:gd name="T3" fmla="*/ 64 h 71"/>
                <a:gd name="T4" fmla="*/ 0 w 98"/>
                <a:gd name="T5" fmla="*/ 57 h 71"/>
                <a:gd name="T6" fmla="*/ 89 w 98"/>
                <a:gd name="T7" fmla="*/ 0 h 71"/>
                <a:gd name="T8" fmla="*/ 94 w 98"/>
                <a:gd name="T9" fmla="*/ 6 h 71"/>
                <a:gd name="T10" fmla="*/ 98 w 98"/>
                <a:gd name="T11" fmla="*/ 13 h 71"/>
                <a:gd name="T12" fmla="*/ 9 w 98"/>
                <a:gd name="T13" fmla="*/ 70 h 71"/>
              </a:gdLst>
              <a:ahLst/>
              <a:cxnLst>
                <a:cxn ang="0">
                  <a:pos x="T0" y="T1"/>
                </a:cxn>
                <a:cxn ang="0">
                  <a:pos x="T2" y="T3"/>
                </a:cxn>
                <a:cxn ang="0">
                  <a:pos x="T4" y="T5"/>
                </a:cxn>
                <a:cxn ang="0">
                  <a:pos x="T6" y="T7"/>
                </a:cxn>
                <a:cxn ang="0">
                  <a:pos x="T8" y="T9"/>
                </a:cxn>
                <a:cxn ang="0">
                  <a:pos x="T10" y="T11"/>
                </a:cxn>
                <a:cxn ang="0">
                  <a:pos x="T12" y="T13"/>
                </a:cxn>
              </a:cxnLst>
              <a:rect l="0" t="0" r="r" b="b"/>
              <a:pathLst>
                <a:path w="98" h="71">
                  <a:moveTo>
                    <a:pt x="9" y="70"/>
                  </a:moveTo>
                  <a:cubicBezTo>
                    <a:pt x="8" y="71"/>
                    <a:pt x="6" y="68"/>
                    <a:pt x="4" y="64"/>
                  </a:cubicBezTo>
                  <a:cubicBezTo>
                    <a:pt x="1" y="61"/>
                    <a:pt x="0" y="57"/>
                    <a:pt x="0" y="57"/>
                  </a:cubicBezTo>
                  <a:cubicBezTo>
                    <a:pt x="89" y="0"/>
                    <a:pt x="89" y="0"/>
                    <a:pt x="89" y="0"/>
                  </a:cubicBezTo>
                  <a:cubicBezTo>
                    <a:pt x="90" y="0"/>
                    <a:pt x="92" y="2"/>
                    <a:pt x="94" y="6"/>
                  </a:cubicBezTo>
                  <a:cubicBezTo>
                    <a:pt x="97" y="10"/>
                    <a:pt x="98" y="13"/>
                    <a:pt x="98" y="13"/>
                  </a:cubicBezTo>
                  <a:lnTo>
                    <a:pt x="9" y="7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 name="Freeform 58"/>
            <p:cNvSpPr>
              <a:spLocks/>
            </p:cNvSpPr>
            <p:nvPr/>
          </p:nvSpPr>
          <p:spPr bwMode="auto">
            <a:xfrm>
              <a:off x="6082276" y="4616743"/>
              <a:ext cx="368300" cy="266700"/>
            </a:xfrm>
            <a:custGeom>
              <a:avLst/>
              <a:gdLst>
                <a:gd name="T0" fmla="*/ 9 w 98"/>
                <a:gd name="T1" fmla="*/ 71 h 71"/>
                <a:gd name="T2" fmla="*/ 4 w 98"/>
                <a:gd name="T3" fmla="*/ 64 h 71"/>
                <a:gd name="T4" fmla="*/ 0 w 98"/>
                <a:gd name="T5" fmla="*/ 57 h 71"/>
                <a:gd name="T6" fmla="*/ 89 w 98"/>
                <a:gd name="T7" fmla="*/ 0 h 71"/>
                <a:gd name="T8" fmla="*/ 95 w 98"/>
                <a:gd name="T9" fmla="*/ 6 h 71"/>
                <a:gd name="T10" fmla="*/ 98 w 98"/>
                <a:gd name="T11" fmla="*/ 13 h 71"/>
                <a:gd name="T12" fmla="*/ 9 w 98"/>
                <a:gd name="T13" fmla="*/ 71 h 71"/>
              </a:gdLst>
              <a:ahLst/>
              <a:cxnLst>
                <a:cxn ang="0">
                  <a:pos x="T0" y="T1"/>
                </a:cxn>
                <a:cxn ang="0">
                  <a:pos x="T2" y="T3"/>
                </a:cxn>
                <a:cxn ang="0">
                  <a:pos x="T4" y="T5"/>
                </a:cxn>
                <a:cxn ang="0">
                  <a:pos x="T6" y="T7"/>
                </a:cxn>
                <a:cxn ang="0">
                  <a:pos x="T8" y="T9"/>
                </a:cxn>
                <a:cxn ang="0">
                  <a:pos x="T10" y="T11"/>
                </a:cxn>
                <a:cxn ang="0">
                  <a:pos x="T12" y="T13"/>
                </a:cxn>
              </a:cxnLst>
              <a:rect l="0" t="0" r="r" b="b"/>
              <a:pathLst>
                <a:path w="98" h="71">
                  <a:moveTo>
                    <a:pt x="9" y="71"/>
                  </a:moveTo>
                  <a:cubicBezTo>
                    <a:pt x="8" y="71"/>
                    <a:pt x="6" y="68"/>
                    <a:pt x="4" y="64"/>
                  </a:cubicBezTo>
                  <a:cubicBezTo>
                    <a:pt x="1" y="61"/>
                    <a:pt x="0" y="58"/>
                    <a:pt x="0" y="57"/>
                  </a:cubicBezTo>
                  <a:cubicBezTo>
                    <a:pt x="89" y="0"/>
                    <a:pt x="89" y="0"/>
                    <a:pt x="89" y="0"/>
                  </a:cubicBezTo>
                  <a:cubicBezTo>
                    <a:pt x="90" y="0"/>
                    <a:pt x="92" y="3"/>
                    <a:pt x="95" y="6"/>
                  </a:cubicBezTo>
                  <a:cubicBezTo>
                    <a:pt x="97" y="10"/>
                    <a:pt x="98" y="13"/>
                    <a:pt x="98" y="13"/>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 name="Freeform 59"/>
            <p:cNvSpPr>
              <a:spLocks/>
            </p:cNvSpPr>
            <p:nvPr/>
          </p:nvSpPr>
          <p:spPr bwMode="auto">
            <a:xfrm>
              <a:off x="6169588" y="4751681"/>
              <a:ext cx="371475" cy="266700"/>
            </a:xfrm>
            <a:custGeom>
              <a:avLst/>
              <a:gdLst>
                <a:gd name="T0" fmla="*/ 9 w 99"/>
                <a:gd name="T1" fmla="*/ 71 h 71"/>
                <a:gd name="T2" fmla="*/ 4 w 99"/>
                <a:gd name="T3" fmla="*/ 65 h 71"/>
                <a:gd name="T4" fmla="*/ 1 w 99"/>
                <a:gd name="T5" fmla="*/ 57 h 71"/>
                <a:gd name="T6" fmla="*/ 90 w 99"/>
                <a:gd name="T7" fmla="*/ 0 h 71"/>
                <a:gd name="T8" fmla="*/ 95 w 99"/>
                <a:gd name="T9" fmla="*/ 6 h 71"/>
                <a:gd name="T10" fmla="*/ 98 w 99"/>
                <a:gd name="T11" fmla="*/ 14 h 71"/>
                <a:gd name="T12" fmla="*/ 9 w 99"/>
                <a:gd name="T13" fmla="*/ 71 h 71"/>
              </a:gdLst>
              <a:ahLst/>
              <a:cxnLst>
                <a:cxn ang="0">
                  <a:pos x="T0" y="T1"/>
                </a:cxn>
                <a:cxn ang="0">
                  <a:pos x="T2" y="T3"/>
                </a:cxn>
                <a:cxn ang="0">
                  <a:pos x="T4" y="T5"/>
                </a:cxn>
                <a:cxn ang="0">
                  <a:pos x="T6" y="T7"/>
                </a:cxn>
                <a:cxn ang="0">
                  <a:pos x="T8" y="T9"/>
                </a:cxn>
                <a:cxn ang="0">
                  <a:pos x="T10" y="T11"/>
                </a:cxn>
                <a:cxn ang="0">
                  <a:pos x="T12" y="T13"/>
                </a:cxn>
              </a:cxnLst>
              <a:rect l="0" t="0" r="r" b="b"/>
              <a:pathLst>
                <a:path w="99" h="71">
                  <a:moveTo>
                    <a:pt x="9" y="71"/>
                  </a:moveTo>
                  <a:cubicBezTo>
                    <a:pt x="9" y="71"/>
                    <a:pt x="6" y="68"/>
                    <a:pt x="4" y="65"/>
                  </a:cubicBezTo>
                  <a:cubicBezTo>
                    <a:pt x="2" y="61"/>
                    <a:pt x="0" y="58"/>
                    <a:pt x="1" y="57"/>
                  </a:cubicBezTo>
                  <a:cubicBezTo>
                    <a:pt x="90" y="0"/>
                    <a:pt x="90" y="0"/>
                    <a:pt x="90" y="0"/>
                  </a:cubicBezTo>
                  <a:cubicBezTo>
                    <a:pt x="90" y="0"/>
                    <a:pt x="92" y="3"/>
                    <a:pt x="95" y="6"/>
                  </a:cubicBezTo>
                  <a:cubicBezTo>
                    <a:pt x="97" y="10"/>
                    <a:pt x="99" y="13"/>
                    <a:pt x="98" y="14"/>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 name="Freeform 60"/>
            <p:cNvSpPr>
              <a:spLocks/>
            </p:cNvSpPr>
            <p:nvPr/>
          </p:nvSpPr>
          <p:spPr bwMode="auto">
            <a:xfrm>
              <a:off x="6255313" y="4886618"/>
              <a:ext cx="373063" cy="266700"/>
            </a:xfrm>
            <a:custGeom>
              <a:avLst/>
              <a:gdLst>
                <a:gd name="T0" fmla="*/ 9 w 99"/>
                <a:gd name="T1" fmla="*/ 71 h 71"/>
                <a:gd name="T2" fmla="*/ 4 w 99"/>
                <a:gd name="T3" fmla="*/ 65 h 71"/>
                <a:gd name="T4" fmla="*/ 1 w 99"/>
                <a:gd name="T5" fmla="*/ 57 h 71"/>
                <a:gd name="T6" fmla="*/ 90 w 99"/>
                <a:gd name="T7" fmla="*/ 0 h 71"/>
                <a:gd name="T8" fmla="*/ 95 w 99"/>
                <a:gd name="T9" fmla="*/ 6 h 71"/>
                <a:gd name="T10" fmla="*/ 98 w 99"/>
                <a:gd name="T11" fmla="*/ 14 h 71"/>
                <a:gd name="T12" fmla="*/ 9 w 99"/>
                <a:gd name="T13" fmla="*/ 71 h 71"/>
              </a:gdLst>
              <a:ahLst/>
              <a:cxnLst>
                <a:cxn ang="0">
                  <a:pos x="T0" y="T1"/>
                </a:cxn>
                <a:cxn ang="0">
                  <a:pos x="T2" y="T3"/>
                </a:cxn>
                <a:cxn ang="0">
                  <a:pos x="T4" y="T5"/>
                </a:cxn>
                <a:cxn ang="0">
                  <a:pos x="T6" y="T7"/>
                </a:cxn>
                <a:cxn ang="0">
                  <a:pos x="T8" y="T9"/>
                </a:cxn>
                <a:cxn ang="0">
                  <a:pos x="T10" y="T11"/>
                </a:cxn>
                <a:cxn ang="0">
                  <a:pos x="T12" y="T13"/>
                </a:cxn>
              </a:cxnLst>
              <a:rect l="0" t="0" r="r" b="b"/>
              <a:pathLst>
                <a:path w="99" h="71">
                  <a:moveTo>
                    <a:pt x="9" y="71"/>
                  </a:moveTo>
                  <a:cubicBezTo>
                    <a:pt x="9" y="71"/>
                    <a:pt x="6" y="68"/>
                    <a:pt x="4" y="65"/>
                  </a:cubicBezTo>
                  <a:cubicBezTo>
                    <a:pt x="2" y="61"/>
                    <a:pt x="0" y="58"/>
                    <a:pt x="1" y="57"/>
                  </a:cubicBezTo>
                  <a:cubicBezTo>
                    <a:pt x="90" y="0"/>
                    <a:pt x="90" y="0"/>
                    <a:pt x="90" y="0"/>
                  </a:cubicBezTo>
                  <a:cubicBezTo>
                    <a:pt x="90" y="0"/>
                    <a:pt x="93" y="3"/>
                    <a:pt x="95" y="6"/>
                  </a:cubicBezTo>
                  <a:cubicBezTo>
                    <a:pt x="97" y="10"/>
                    <a:pt x="99" y="13"/>
                    <a:pt x="98" y="14"/>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 name="Freeform 61"/>
            <p:cNvSpPr>
              <a:spLocks/>
            </p:cNvSpPr>
            <p:nvPr/>
          </p:nvSpPr>
          <p:spPr bwMode="auto">
            <a:xfrm>
              <a:off x="5680638" y="4199231"/>
              <a:ext cx="777875" cy="1165225"/>
            </a:xfrm>
            <a:custGeom>
              <a:avLst/>
              <a:gdLst>
                <a:gd name="T0" fmla="*/ 206 w 207"/>
                <a:gd name="T1" fmla="*/ 300 h 310"/>
                <a:gd name="T2" fmla="*/ 201 w 207"/>
                <a:gd name="T3" fmla="*/ 307 h 310"/>
                <a:gd name="T4" fmla="*/ 192 w 207"/>
                <a:gd name="T5" fmla="*/ 308 h 310"/>
                <a:gd name="T6" fmla="*/ 1 w 207"/>
                <a:gd name="T7" fmla="*/ 10 h 310"/>
                <a:gd name="T8" fmla="*/ 6 w 207"/>
                <a:gd name="T9" fmla="*/ 3 h 310"/>
                <a:gd name="T10" fmla="*/ 14 w 207"/>
                <a:gd name="T11" fmla="*/ 1 h 310"/>
                <a:gd name="T12" fmla="*/ 206 w 207"/>
                <a:gd name="T13" fmla="*/ 300 h 310"/>
              </a:gdLst>
              <a:ahLst/>
              <a:cxnLst>
                <a:cxn ang="0">
                  <a:pos x="T0" y="T1"/>
                </a:cxn>
                <a:cxn ang="0">
                  <a:pos x="T2" y="T3"/>
                </a:cxn>
                <a:cxn ang="0">
                  <a:pos x="T4" y="T5"/>
                </a:cxn>
                <a:cxn ang="0">
                  <a:pos x="T6" y="T7"/>
                </a:cxn>
                <a:cxn ang="0">
                  <a:pos x="T8" y="T9"/>
                </a:cxn>
                <a:cxn ang="0">
                  <a:pos x="T10" y="T11"/>
                </a:cxn>
                <a:cxn ang="0">
                  <a:pos x="T12" y="T13"/>
                </a:cxn>
              </a:cxnLst>
              <a:rect l="0" t="0" r="r" b="b"/>
              <a:pathLst>
                <a:path w="207" h="310">
                  <a:moveTo>
                    <a:pt x="206" y="300"/>
                  </a:moveTo>
                  <a:cubicBezTo>
                    <a:pt x="207" y="301"/>
                    <a:pt x="205" y="305"/>
                    <a:pt x="201" y="307"/>
                  </a:cubicBezTo>
                  <a:cubicBezTo>
                    <a:pt x="197" y="309"/>
                    <a:pt x="193" y="310"/>
                    <a:pt x="192" y="308"/>
                  </a:cubicBezTo>
                  <a:cubicBezTo>
                    <a:pt x="1" y="10"/>
                    <a:pt x="1" y="10"/>
                    <a:pt x="1" y="10"/>
                  </a:cubicBezTo>
                  <a:cubicBezTo>
                    <a:pt x="0" y="8"/>
                    <a:pt x="2" y="5"/>
                    <a:pt x="6" y="3"/>
                  </a:cubicBezTo>
                  <a:cubicBezTo>
                    <a:pt x="9" y="0"/>
                    <a:pt x="13" y="0"/>
                    <a:pt x="14" y="1"/>
                  </a:cubicBezTo>
                  <a:lnTo>
                    <a:pt x="206" y="30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 name="Freeform 62"/>
            <p:cNvSpPr>
              <a:spLocks/>
            </p:cNvSpPr>
            <p:nvPr/>
          </p:nvSpPr>
          <p:spPr bwMode="auto">
            <a:xfrm>
              <a:off x="5988613" y="3999206"/>
              <a:ext cx="777875" cy="1165225"/>
            </a:xfrm>
            <a:custGeom>
              <a:avLst/>
              <a:gdLst>
                <a:gd name="T0" fmla="*/ 206 w 207"/>
                <a:gd name="T1" fmla="*/ 300 h 310"/>
                <a:gd name="T2" fmla="*/ 201 w 207"/>
                <a:gd name="T3" fmla="*/ 307 h 310"/>
                <a:gd name="T4" fmla="*/ 193 w 207"/>
                <a:gd name="T5" fmla="*/ 308 h 310"/>
                <a:gd name="T6" fmla="*/ 1 w 207"/>
                <a:gd name="T7" fmla="*/ 10 h 310"/>
                <a:gd name="T8" fmla="*/ 6 w 207"/>
                <a:gd name="T9" fmla="*/ 3 h 310"/>
                <a:gd name="T10" fmla="*/ 15 w 207"/>
                <a:gd name="T11" fmla="*/ 1 h 310"/>
                <a:gd name="T12" fmla="*/ 206 w 207"/>
                <a:gd name="T13" fmla="*/ 300 h 310"/>
              </a:gdLst>
              <a:ahLst/>
              <a:cxnLst>
                <a:cxn ang="0">
                  <a:pos x="T0" y="T1"/>
                </a:cxn>
                <a:cxn ang="0">
                  <a:pos x="T2" y="T3"/>
                </a:cxn>
                <a:cxn ang="0">
                  <a:pos x="T4" y="T5"/>
                </a:cxn>
                <a:cxn ang="0">
                  <a:pos x="T6" y="T7"/>
                </a:cxn>
                <a:cxn ang="0">
                  <a:pos x="T8" y="T9"/>
                </a:cxn>
                <a:cxn ang="0">
                  <a:pos x="T10" y="T11"/>
                </a:cxn>
                <a:cxn ang="0">
                  <a:pos x="T12" y="T13"/>
                </a:cxn>
              </a:cxnLst>
              <a:rect l="0" t="0" r="r" b="b"/>
              <a:pathLst>
                <a:path w="207" h="310">
                  <a:moveTo>
                    <a:pt x="206" y="300"/>
                  </a:moveTo>
                  <a:cubicBezTo>
                    <a:pt x="207" y="301"/>
                    <a:pt x="205" y="305"/>
                    <a:pt x="201" y="307"/>
                  </a:cubicBezTo>
                  <a:cubicBezTo>
                    <a:pt x="198" y="309"/>
                    <a:pt x="194" y="310"/>
                    <a:pt x="193" y="308"/>
                  </a:cubicBezTo>
                  <a:cubicBezTo>
                    <a:pt x="1" y="10"/>
                    <a:pt x="1" y="10"/>
                    <a:pt x="1" y="10"/>
                  </a:cubicBezTo>
                  <a:cubicBezTo>
                    <a:pt x="0" y="8"/>
                    <a:pt x="2" y="5"/>
                    <a:pt x="6" y="3"/>
                  </a:cubicBezTo>
                  <a:cubicBezTo>
                    <a:pt x="10" y="0"/>
                    <a:pt x="14" y="0"/>
                    <a:pt x="15" y="1"/>
                  </a:cubicBezTo>
                  <a:lnTo>
                    <a:pt x="206" y="30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75" name="Rectangle 74"/>
          <p:cNvSpPr/>
          <p:nvPr/>
        </p:nvSpPr>
        <p:spPr>
          <a:xfrm>
            <a:off x="5162689" y="2809002"/>
            <a:ext cx="6935933" cy="2062103"/>
          </a:xfrm>
          <a:prstGeom prst="rect">
            <a:avLst/>
          </a:prstGeom>
        </p:spPr>
        <p:txBody>
          <a:bodyPr wrap="square">
            <a:spAutoFit/>
          </a:bodyPr>
          <a:lstStyle/>
          <a:p>
            <a:pPr algn="ctr" rtl="1"/>
            <a:r>
              <a:rPr lang="ar-SA" sz="3200" b="1" dirty="0"/>
              <a:t>يعود أول استخدام لمصطلح الكتاب الالكتروني (Electronic Book) إلى العقد الأخير من القرن العشرين، وبالتالي فهو ليس مصطلح جديد كما يعتقد البعض</a:t>
            </a:r>
            <a:endParaRPr lang="en-US" sz="3200" b="1" dirty="0"/>
          </a:p>
        </p:txBody>
      </p:sp>
      <p:sp>
        <p:nvSpPr>
          <p:cNvPr id="7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28544569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p:cTn id="7" dur="250" fill="hold"/>
                                        <p:tgtEl>
                                          <p:spTgt spid="66"/>
                                        </p:tgtEl>
                                        <p:attrNameLst>
                                          <p:attrName>ppt_w</p:attrName>
                                        </p:attrNameLst>
                                      </p:cBhvr>
                                      <p:tavLst>
                                        <p:tav tm="0">
                                          <p:val>
                                            <p:fltVal val="0"/>
                                          </p:val>
                                        </p:tav>
                                        <p:tav tm="100000">
                                          <p:val>
                                            <p:strVal val="#ppt_w"/>
                                          </p:val>
                                        </p:tav>
                                      </p:tavLst>
                                    </p:anim>
                                    <p:anim calcmode="lin" valueType="num">
                                      <p:cBhvr>
                                        <p:cTn id="8" dur="250" fill="hold"/>
                                        <p:tgtEl>
                                          <p:spTgt spid="66"/>
                                        </p:tgtEl>
                                        <p:attrNameLst>
                                          <p:attrName>ppt_h</p:attrName>
                                        </p:attrNameLst>
                                      </p:cBhvr>
                                      <p:tavLst>
                                        <p:tav tm="0">
                                          <p:val>
                                            <p:fltVal val="0"/>
                                          </p:val>
                                        </p:tav>
                                        <p:tav tm="100000">
                                          <p:val>
                                            <p:strVal val="#ppt_h"/>
                                          </p:val>
                                        </p:tav>
                                      </p:tavLst>
                                    </p:anim>
                                    <p:animEffect transition="in" filter="fade">
                                      <p:cBhvr>
                                        <p:cTn id="9" dur="250"/>
                                        <p:tgtEl>
                                          <p:spTgt spid="66"/>
                                        </p:tgtEl>
                                      </p:cBhvr>
                                    </p:animEffect>
                                  </p:childTnLst>
                                </p:cTn>
                              </p:par>
                            </p:childTnLst>
                          </p:cTn>
                        </p:par>
                        <p:par>
                          <p:cTn id="10" fill="hold">
                            <p:stCondLst>
                              <p:cond delay="250"/>
                            </p:stCondLst>
                            <p:childTnLst>
                              <p:par>
                                <p:cTn id="11" presetID="53" presetClass="entr" presetSubtype="16" fill="hold" nodeType="afterEffect">
                                  <p:stCondLst>
                                    <p:cond delay="0"/>
                                  </p:stCondLst>
                                  <p:childTnLst>
                                    <p:set>
                                      <p:cBhvr>
                                        <p:cTn id="12" dur="1" fill="hold">
                                          <p:stCondLst>
                                            <p:cond delay="0"/>
                                          </p:stCondLst>
                                        </p:cTn>
                                        <p:tgtEl>
                                          <p:spTgt spid="64"/>
                                        </p:tgtEl>
                                        <p:attrNameLst>
                                          <p:attrName>style.visibility</p:attrName>
                                        </p:attrNameLst>
                                      </p:cBhvr>
                                      <p:to>
                                        <p:strVal val="visible"/>
                                      </p:to>
                                    </p:set>
                                    <p:anim calcmode="lin" valueType="num">
                                      <p:cBhvr>
                                        <p:cTn id="13" dur="250" fill="hold"/>
                                        <p:tgtEl>
                                          <p:spTgt spid="64"/>
                                        </p:tgtEl>
                                        <p:attrNameLst>
                                          <p:attrName>ppt_w</p:attrName>
                                        </p:attrNameLst>
                                      </p:cBhvr>
                                      <p:tavLst>
                                        <p:tav tm="0">
                                          <p:val>
                                            <p:fltVal val="0"/>
                                          </p:val>
                                        </p:tav>
                                        <p:tav tm="100000">
                                          <p:val>
                                            <p:strVal val="#ppt_w"/>
                                          </p:val>
                                        </p:tav>
                                      </p:tavLst>
                                    </p:anim>
                                    <p:anim calcmode="lin" valueType="num">
                                      <p:cBhvr>
                                        <p:cTn id="14" dur="250" fill="hold"/>
                                        <p:tgtEl>
                                          <p:spTgt spid="64"/>
                                        </p:tgtEl>
                                        <p:attrNameLst>
                                          <p:attrName>ppt_h</p:attrName>
                                        </p:attrNameLst>
                                      </p:cBhvr>
                                      <p:tavLst>
                                        <p:tav tm="0">
                                          <p:val>
                                            <p:fltVal val="0"/>
                                          </p:val>
                                        </p:tav>
                                        <p:tav tm="100000">
                                          <p:val>
                                            <p:strVal val="#ppt_h"/>
                                          </p:val>
                                        </p:tav>
                                      </p:tavLst>
                                    </p:anim>
                                    <p:animEffect transition="in" filter="fade">
                                      <p:cBhvr>
                                        <p:cTn id="15" dur="250"/>
                                        <p:tgtEl>
                                          <p:spTgt spid="64"/>
                                        </p:tgtEl>
                                      </p:cBhvr>
                                    </p:animEffect>
                                  </p:childTnLst>
                                </p:cTn>
                              </p:par>
                            </p:childTnLst>
                          </p:cTn>
                        </p:par>
                        <p:par>
                          <p:cTn id="16" fill="hold">
                            <p:stCondLst>
                              <p:cond delay="500"/>
                            </p:stCondLst>
                            <p:childTnLst>
                              <p:par>
                                <p:cTn id="17" presetID="22" presetClass="entr" presetSubtype="4"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Effect transition="in" filter="wipe(down)">
                                      <p:cBhvr>
                                        <p:cTn id="19" dur="250"/>
                                        <p:tgtEl>
                                          <p:spTgt spid="65"/>
                                        </p:tgtEl>
                                      </p:cBhvr>
                                    </p:animEffect>
                                  </p:childTnLst>
                                </p:cTn>
                              </p:par>
                            </p:childTnLst>
                          </p:cTn>
                        </p:par>
                        <p:par>
                          <p:cTn id="20" fill="hold">
                            <p:stCondLst>
                              <p:cond delay="750"/>
                            </p:stCondLst>
                            <p:childTnLst>
                              <p:par>
                                <p:cTn id="21" presetID="53" presetClass="entr" presetSubtype="16" fill="hold" nodeType="afterEffect">
                                  <p:stCondLst>
                                    <p:cond delay="0"/>
                                  </p:stCondLst>
                                  <p:childTnLst>
                                    <p:set>
                                      <p:cBhvr>
                                        <p:cTn id="22" dur="1" fill="hold">
                                          <p:stCondLst>
                                            <p:cond delay="0"/>
                                          </p:stCondLst>
                                        </p:cTn>
                                        <p:tgtEl>
                                          <p:spTgt spid="72"/>
                                        </p:tgtEl>
                                        <p:attrNameLst>
                                          <p:attrName>style.visibility</p:attrName>
                                        </p:attrNameLst>
                                      </p:cBhvr>
                                      <p:to>
                                        <p:strVal val="visible"/>
                                      </p:to>
                                    </p:set>
                                    <p:anim calcmode="lin" valueType="num">
                                      <p:cBhvr>
                                        <p:cTn id="23" dur="250" fill="hold"/>
                                        <p:tgtEl>
                                          <p:spTgt spid="72"/>
                                        </p:tgtEl>
                                        <p:attrNameLst>
                                          <p:attrName>ppt_w</p:attrName>
                                        </p:attrNameLst>
                                      </p:cBhvr>
                                      <p:tavLst>
                                        <p:tav tm="0">
                                          <p:val>
                                            <p:fltVal val="0"/>
                                          </p:val>
                                        </p:tav>
                                        <p:tav tm="100000">
                                          <p:val>
                                            <p:strVal val="#ppt_w"/>
                                          </p:val>
                                        </p:tav>
                                      </p:tavLst>
                                    </p:anim>
                                    <p:anim calcmode="lin" valueType="num">
                                      <p:cBhvr>
                                        <p:cTn id="24" dur="250" fill="hold"/>
                                        <p:tgtEl>
                                          <p:spTgt spid="72"/>
                                        </p:tgtEl>
                                        <p:attrNameLst>
                                          <p:attrName>ppt_h</p:attrName>
                                        </p:attrNameLst>
                                      </p:cBhvr>
                                      <p:tavLst>
                                        <p:tav tm="0">
                                          <p:val>
                                            <p:fltVal val="0"/>
                                          </p:val>
                                        </p:tav>
                                        <p:tav tm="100000">
                                          <p:val>
                                            <p:strVal val="#ppt_h"/>
                                          </p:val>
                                        </p:tav>
                                      </p:tavLst>
                                    </p:anim>
                                    <p:animEffect transition="in" filter="fade">
                                      <p:cBhvr>
                                        <p:cTn id="25" dur="250"/>
                                        <p:tgtEl>
                                          <p:spTgt spid="72"/>
                                        </p:tgtEl>
                                      </p:cBhvr>
                                    </p:animEffect>
                                  </p:childTnLst>
                                </p:cTn>
                              </p:par>
                            </p:childTnLst>
                          </p:cTn>
                        </p:par>
                        <p:par>
                          <p:cTn id="26" fill="hold">
                            <p:stCondLst>
                              <p:cond delay="1000"/>
                            </p:stCondLst>
                            <p:childTnLst>
                              <p:par>
                                <p:cTn id="27" presetID="53" presetClass="entr" presetSubtype="16" fill="hold" nodeType="afterEffect">
                                  <p:stCondLst>
                                    <p:cond delay="0"/>
                                  </p:stCondLst>
                                  <p:childTnLst>
                                    <p:set>
                                      <p:cBhvr>
                                        <p:cTn id="28" dur="1" fill="hold">
                                          <p:stCondLst>
                                            <p:cond delay="0"/>
                                          </p:stCondLst>
                                        </p:cTn>
                                        <p:tgtEl>
                                          <p:spTgt spid="70"/>
                                        </p:tgtEl>
                                        <p:attrNameLst>
                                          <p:attrName>style.visibility</p:attrName>
                                        </p:attrNameLst>
                                      </p:cBhvr>
                                      <p:to>
                                        <p:strVal val="visible"/>
                                      </p:to>
                                    </p:set>
                                    <p:anim calcmode="lin" valueType="num">
                                      <p:cBhvr>
                                        <p:cTn id="29" dur="250" fill="hold"/>
                                        <p:tgtEl>
                                          <p:spTgt spid="70"/>
                                        </p:tgtEl>
                                        <p:attrNameLst>
                                          <p:attrName>ppt_w</p:attrName>
                                        </p:attrNameLst>
                                      </p:cBhvr>
                                      <p:tavLst>
                                        <p:tav tm="0">
                                          <p:val>
                                            <p:fltVal val="0"/>
                                          </p:val>
                                        </p:tav>
                                        <p:tav tm="100000">
                                          <p:val>
                                            <p:strVal val="#ppt_w"/>
                                          </p:val>
                                        </p:tav>
                                      </p:tavLst>
                                    </p:anim>
                                    <p:anim calcmode="lin" valueType="num">
                                      <p:cBhvr>
                                        <p:cTn id="30" dur="250" fill="hold"/>
                                        <p:tgtEl>
                                          <p:spTgt spid="70"/>
                                        </p:tgtEl>
                                        <p:attrNameLst>
                                          <p:attrName>ppt_h</p:attrName>
                                        </p:attrNameLst>
                                      </p:cBhvr>
                                      <p:tavLst>
                                        <p:tav tm="0">
                                          <p:val>
                                            <p:fltVal val="0"/>
                                          </p:val>
                                        </p:tav>
                                        <p:tav tm="100000">
                                          <p:val>
                                            <p:strVal val="#ppt_h"/>
                                          </p:val>
                                        </p:tav>
                                      </p:tavLst>
                                    </p:anim>
                                    <p:animEffect transition="in" filter="fade">
                                      <p:cBhvr>
                                        <p:cTn id="31" dur="250"/>
                                        <p:tgtEl>
                                          <p:spTgt spid="70"/>
                                        </p:tgtEl>
                                      </p:cBhvr>
                                    </p:animEffect>
                                  </p:childTnLst>
                                </p:cTn>
                              </p:par>
                            </p:childTnLst>
                          </p:cTn>
                        </p:par>
                        <p:par>
                          <p:cTn id="32" fill="hold">
                            <p:stCondLst>
                              <p:cond delay="1250"/>
                            </p:stCondLst>
                            <p:childTnLst>
                              <p:par>
                                <p:cTn id="33" presetID="22" presetClass="entr" presetSubtype="4" fill="hold" nodeType="afterEffect">
                                  <p:stCondLst>
                                    <p:cond delay="0"/>
                                  </p:stCondLst>
                                  <p:childTnLst>
                                    <p:set>
                                      <p:cBhvr>
                                        <p:cTn id="34" dur="1" fill="hold">
                                          <p:stCondLst>
                                            <p:cond delay="0"/>
                                          </p:stCondLst>
                                        </p:cTn>
                                        <p:tgtEl>
                                          <p:spTgt spid="67"/>
                                        </p:tgtEl>
                                        <p:attrNameLst>
                                          <p:attrName>style.visibility</p:attrName>
                                        </p:attrNameLst>
                                      </p:cBhvr>
                                      <p:to>
                                        <p:strVal val="visible"/>
                                      </p:to>
                                    </p:set>
                                    <p:animEffect transition="in" filter="wipe(down)">
                                      <p:cBhvr>
                                        <p:cTn id="35" dur="250"/>
                                        <p:tgtEl>
                                          <p:spTgt spid="67"/>
                                        </p:tgtEl>
                                      </p:cBhvr>
                                    </p:animEffect>
                                  </p:childTnLst>
                                </p:cTn>
                              </p:par>
                            </p:childTnLst>
                          </p:cTn>
                        </p:par>
                        <p:par>
                          <p:cTn id="36" fill="hold">
                            <p:stCondLst>
                              <p:cond delay="1500"/>
                            </p:stCondLst>
                            <p:childTnLst>
                              <p:par>
                                <p:cTn id="37" presetID="53" presetClass="entr" presetSubtype="16" fill="hold" nodeType="afterEffect">
                                  <p:stCondLst>
                                    <p:cond delay="0"/>
                                  </p:stCondLst>
                                  <p:childTnLst>
                                    <p:set>
                                      <p:cBhvr>
                                        <p:cTn id="38" dur="1" fill="hold">
                                          <p:stCondLst>
                                            <p:cond delay="0"/>
                                          </p:stCondLst>
                                        </p:cTn>
                                        <p:tgtEl>
                                          <p:spTgt spid="68"/>
                                        </p:tgtEl>
                                        <p:attrNameLst>
                                          <p:attrName>style.visibility</p:attrName>
                                        </p:attrNameLst>
                                      </p:cBhvr>
                                      <p:to>
                                        <p:strVal val="visible"/>
                                      </p:to>
                                    </p:set>
                                    <p:anim calcmode="lin" valueType="num">
                                      <p:cBhvr>
                                        <p:cTn id="39" dur="250" fill="hold"/>
                                        <p:tgtEl>
                                          <p:spTgt spid="68"/>
                                        </p:tgtEl>
                                        <p:attrNameLst>
                                          <p:attrName>ppt_w</p:attrName>
                                        </p:attrNameLst>
                                      </p:cBhvr>
                                      <p:tavLst>
                                        <p:tav tm="0">
                                          <p:val>
                                            <p:fltVal val="0"/>
                                          </p:val>
                                        </p:tav>
                                        <p:tav tm="100000">
                                          <p:val>
                                            <p:strVal val="#ppt_w"/>
                                          </p:val>
                                        </p:tav>
                                      </p:tavLst>
                                    </p:anim>
                                    <p:anim calcmode="lin" valueType="num">
                                      <p:cBhvr>
                                        <p:cTn id="40" dur="250" fill="hold"/>
                                        <p:tgtEl>
                                          <p:spTgt spid="68"/>
                                        </p:tgtEl>
                                        <p:attrNameLst>
                                          <p:attrName>ppt_h</p:attrName>
                                        </p:attrNameLst>
                                      </p:cBhvr>
                                      <p:tavLst>
                                        <p:tav tm="0">
                                          <p:val>
                                            <p:fltVal val="0"/>
                                          </p:val>
                                        </p:tav>
                                        <p:tav tm="100000">
                                          <p:val>
                                            <p:strVal val="#ppt_h"/>
                                          </p:val>
                                        </p:tav>
                                      </p:tavLst>
                                    </p:anim>
                                    <p:animEffect transition="in" filter="fade">
                                      <p:cBhvr>
                                        <p:cTn id="41" dur="250"/>
                                        <p:tgtEl>
                                          <p:spTgt spid="68"/>
                                        </p:tgtEl>
                                      </p:cBhvr>
                                    </p:animEffect>
                                  </p:childTnLst>
                                </p:cTn>
                              </p:par>
                            </p:childTnLst>
                          </p:cTn>
                        </p:par>
                        <p:par>
                          <p:cTn id="42" fill="hold">
                            <p:stCondLst>
                              <p:cond delay="1750"/>
                            </p:stCondLst>
                            <p:childTnLst>
                              <p:par>
                                <p:cTn id="43" presetID="22" presetClass="entr" presetSubtype="2" fill="hold" grpId="0" nodeType="afterEffect">
                                  <p:stCondLst>
                                    <p:cond delay="0"/>
                                  </p:stCondLst>
                                  <p:childTnLst>
                                    <p:set>
                                      <p:cBhvr>
                                        <p:cTn id="44" dur="1" fill="hold">
                                          <p:stCondLst>
                                            <p:cond delay="0"/>
                                          </p:stCondLst>
                                        </p:cTn>
                                        <p:tgtEl>
                                          <p:spTgt spid="75"/>
                                        </p:tgtEl>
                                        <p:attrNameLst>
                                          <p:attrName>style.visibility</p:attrName>
                                        </p:attrNameLst>
                                      </p:cBhvr>
                                      <p:to>
                                        <p:strVal val="visible"/>
                                      </p:to>
                                    </p:set>
                                    <p:animEffect transition="in" filter="wipe(right)">
                                      <p:cBhvr>
                                        <p:cTn id="45"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 name="Group 71"/>
          <p:cNvGrpSpPr/>
          <p:nvPr/>
        </p:nvGrpSpPr>
        <p:grpSpPr>
          <a:xfrm>
            <a:off x="291950" y="2924252"/>
            <a:ext cx="3226955" cy="2249920"/>
            <a:chOff x="3412101" y="3132431"/>
            <a:chExt cx="3549650" cy="2474912"/>
          </a:xfrm>
        </p:grpSpPr>
        <p:sp>
          <p:nvSpPr>
            <p:cNvPr id="9" name="Freeform 8"/>
            <p:cNvSpPr>
              <a:spLocks/>
            </p:cNvSpPr>
            <p:nvPr/>
          </p:nvSpPr>
          <p:spPr bwMode="auto">
            <a:xfrm>
              <a:off x="3412101" y="4086518"/>
              <a:ext cx="3549650" cy="1454150"/>
            </a:xfrm>
            <a:custGeom>
              <a:avLst/>
              <a:gdLst>
                <a:gd name="T0" fmla="*/ 944 w 944"/>
                <a:gd name="T1" fmla="*/ 93 h 387"/>
                <a:gd name="T2" fmla="*/ 886 w 944"/>
                <a:gd name="T3" fmla="*/ 66 h 387"/>
                <a:gd name="T4" fmla="*/ 88 w 944"/>
                <a:gd name="T5" fmla="*/ 0 h 387"/>
                <a:gd name="T6" fmla="*/ 45 w 944"/>
                <a:gd name="T7" fmla="*/ 112 h 387"/>
                <a:gd name="T8" fmla="*/ 469 w 944"/>
                <a:gd name="T9" fmla="*/ 387 h 387"/>
                <a:gd name="T10" fmla="*/ 944 w 944"/>
                <a:gd name="T11" fmla="*/ 93 h 387"/>
              </a:gdLst>
              <a:ahLst/>
              <a:cxnLst>
                <a:cxn ang="0">
                  <a:pos x="T0" y="T1"/>
                </a:cxn>
                <a:cxn ang="0">
                  <a:pos x="T2" y="T3"/>
                </a:cxn>
                <a:cxn ang="0">
                  <a:pos x="T4" y="T5"/>
                </a:cxn>
                <a:cxn ang="0">
                  <a:pos x="T6" y="T7"/>
                </a:cxn>
                <a:cxn ang="0">
                  <a:pos x="T8" y="T9"/>
                </a:cxn>
                <a:cxn ang="0">
                  <a:pos x="T10" y="T11"/>
                </a:cxn>
              </a:cxnLst>
              <a:rect l="0" t="0" r="r" b="b"/>
              <a:pathLst>
                <a:path w="944" h="387">
                  <a:moveTo>
                    <a:pt x="944" y="93"/>
                  </a:moveTo>
                  <a:cubicBezTo>
                    <a:pt x="886" y="66"/>
                    <a:pt x="886" y="66"/>
                    <a:pt x="886" y="66"/>
                  </a:cubicBezTo>
                  <a:cubicBezTo>
                    <a:pt x="88" y="0"/>
                    <a:pt x="88" y="0"/>
                    <a:pt x="88" y="0"/>
                  </a:cubicBezTo>
                  <a:cubicBezTo>
                    <a:pt x="88" y="0"/>
                    <a:pt x="0" y="38"/>
                    <a:pt x="45" y="112"/>
                  </a:cubicBezTo>
                  <a:cubicBezTo>
                    <a:pt x="107" y="211"/>
                    <a:pt x="469" y="387"/>
                    <a:pt x="469" y="387"/>
                  </a:cubicBezTo>
                  <a:lnTo>
                    <a:pt x="944" y="93"/>
                  </a:lnTo>
                  <a:close/>
                </a:path>
              </a:pathLst>
            </a:custGeom>
            <a:solidFill>
              <a:schemeClr val="accent3">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0" name="Freeform 9"/>
            <p:cNvSpPr>
              <a:spLocks/>
            </p:cNvSpPr>
            <p:nvPr/>
          </p:nvSpPr>
          <p:spPr bwMode="auto">
            <a:xfrm>
              <a:off x="3793101" y="3969043"/>
              <a:ext cx="3082925" cy="1398588"/>
            </a:xfrm>
            <a:custGeom>
              <a:avLst/>
              <a:gdLst>
                <a:gd name="T0" fmla="*/ 1942 w 1942"/>
                <a:gd name="T1" fmla="*/ 34 h 881"/>
                <a:gd name="T2" fmla="*/ 1942 w 1942"/>
                <a:gd name="T3" fmla="*/ 266 h 881"/>
                <a:gd name="T4" fmla="*/ 871 w 1942"/>
                <a:gd name="T5" fmla="*/ 881 h 881"/>
                <a:gd name="T6" fmla="*/ 4 w 1942"/>
                <a:gd name="T7" fmla="*/ 398 h 881"/>
                <a:gd name="T8" fmla="*/ 0 w 1942"/>
                <a:gd name="T9" fmla="*/ 133 h 881"/>
                <a:gd name="T10" fmla="*/ 893 w 1942"/>
                <a:gd name="T11" fmla="*/ 606 h 881"/>
                <a:gd name="T12" fmla="*/ 1937 w 1942"/>
                <a:gd name="T13" fmla="*/ 0 h 881"/>
                <a:gd name="T14" fmla="*/ 1942 w 1942"/>
                <a:gd name="T15" fmla="*/ 34 h 8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2" h="881">
                  <a:moveTo>
                    <a:pt x="1942" y="34"/>
                  </a:moveTo>
                  <a:lnTo>
                    <a:pt x="1942" y="266"/>
                  </a:lnTo>
                  <a:lnTo>
                    <a:pt x="871" y="881"/>
                  </a:lnTo>
                  <a:lnTo>
                    <a:pt x="4" y="398"/>
                  </a:lnTo>
                  <a:lnTo>
                    <a:pt x="0" y="133"/>
                  </a:lnTo>
                  <a:lnTo>
                    <a:pt x="893" y="606"/>
                  </a:lnTo>
                  <a:lnTo>
                    <a:pt x="1937" y="0"/>
                  </a:lnTo>
                  <a:lnTo>
                    <a:pt x="1942" y="34"/>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1" name="Freeform 10"/>
            <p:cNvSpPr>
              <a:spLocks/>
            </p:cNvSpPr>
            <p:nvPr/>
          </p:nvSpPr>
          <p:spPr bwMode="auto">
            <a:xfrm>
              <a:off x="3626413" y="3132431"/>
              <a:ext cx="3335338" cy="1735138"/>
            </a:xfrm>
            <a:custGeom>
              <a:avLst/>
              <a:gdLst>
                <a:gd name="T0" fmla="*/ 887 w 887"/>
                <a:gd name="T1" fmla="*/ 194 h 462"/>
                <a:gd name="T2" fmla="*/ 413 w 887"/>
                <a:gd name="T3" fmla="*/ 462 h 462"/>
                <a:gd name="T4" fmla="*/ 0 w 887"/>
                <a:gd name="T5" fmla="*/ 250 h 462"/>
                <a:gd name="T6" fmla="*/ 13 w 887"/>
                <a:gd name="T7" fmla="*/ 244 h 462"/>
                <a:gd name="T8" fmla="*/ 460 w 887"/>
                <a:gd name="T9" fmla="*/ 18 h 462"/>
                <a:gd name="T10" fmla="*/ 517 w 887"/>
                <a:gd name="T11" fmla="*/ 10 h 462"/>
                <a:gd name="T12" fmla="*/ 887 w 887"/>
                <a:gd name="T13" fmla="*/ 194 h 462"/>
              </a:gdLst>
              <a:ahLst/>
              <a:cxnLst>
                <a:cxn ang="0">
                  <a:pos x="T0" y="T1"/>
                </a:cxn>
                <a:cxn ang="0">
                  <a:pos x="T2" y="T3"/>
                </a:cxn>
                <a:cxn ang="0">
                  <a:pos x="T4" y="T5"/>
                </a:cxn>
                <a:cxn ang="0">
                  <a:pos x="T6" y="T7"/>
                </a:cxn>
                <a:cxn ang="0">
                  <a:pos x="T8" y="T9"/>
                </a:cxn>
                <a:cxn ang="0">
                  <a:pos x="T10" y="T11"/>
                </a:cxn>
                <a:cxn ang="0">
                  <a:pos x="T12" y="T13"/>
                </a:cxn>
              </a:cxnLst>
              <a:rect l="0" t="0" r="r" b="b"/>
              <a:pathLst>
                <a:path w="887" h="462">
                  <a:moveTo>
                    <a:pt x="887" y="194"/>
                  </a:moveTo>
                  <a:cubicBezTo>
                    <a:pt x="413" y="462"/>
                    <a:pt x="413" y="462"/>
                    <a:pt x="413" y="462"/>
                  </a:cubicBezTo>
                  <a:cubicBezTo>
                    <a:pt x="0" y="250"/>
                    <a:pt x="0" y="250"/>
                    <a:pt x="0" y="250"/>
                  </a:cubicBezTo>
                  <a:cubicBezTo>
                    <a:pt x="13" y="244"/>
                    <a:pt x="13" y="244"/>
                    <a:pt x="13" y="244"/>
                  </a:cubicBezTo>
                  <a:cubicBezTo>
                    <a:pt x="460" y="18"/>
                    <a:pt x="460" y="18"/>
                    <a:pt x="460" y="18"/>
                  </a:cubicBezTo>
                  <a:cubicBezTo>
                    <a:pt x="460" y="18"/>
                    <a:pt x="491" y="0"/>
                    <a:pt x="517" y="10"/>
                  </a:cubicBezTo>
                  <a:cubicBezTo>
                    <a:pt x="544" y="20"/>
                    <a:pt x="887" y="194"/>
                    <a:pt x="887" y="19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2" name="Freeform 11"/>
            <p:cNvSpPr>
              <a:spLocks/>
            </p:cNvSpPr>
            <p:nvPr/>
          </p:nvSpPr>
          <p:spPr bwMode="auto">
            <a:xfrm>
              <a:off x="5180576" y="3861093"/>
              <a:ext cx="1781175" cy="1157288"/>
            </a:xfrm>
            <a:custGeom>
              <a:avLst/>
              <a:gdLst>
                <a:gd name="T0" fmla="*/ 0 w 1122"/>
                <a:gd name="T1" fmla="*/ 634 h 729"/>
                <a:gd name="T2" fmla="*/ 1122 w 1122"/>
                <a:gd name="T3" fmla="*/ 0 h 729"/>
                <a:gd name="T4" fmla="*/ 1122 w 1122"/>
                <a:gd name="T5" fmla="*/ 87 h 729"/>
                <a:gd name="T6" fmla="*/ 0 w 1122"/>
                <a:gd name="T7" fmla="*/ 729 h 729"/>
                <a:gd name="T8" fmla="*/ 0 w 1122"/>
                <a:gd name="T9" fmla="*/ 634 h 729"/>
              </a:gdLst>
              <a:ahLst/>
              <a:cxnLst>
                <a:cxn ang="0">
                  <a:pos x="T0" y="T1"/>
                </a:cxn>
                <a:cxn ang="0">
                  <a:pos x="T2" y="T3"/>
                </a:cxn>
                <a:cxn ang="0">
                  <a:pos x="T4" y="T5"/>
                </a:cxn>
                <a:cxn ang="0">
                  <a:pos x="T6" y="T7"/>
                </a:cxn>
                <a:cxn ang="0">
                  <a:pos x="T8" y="T9"/>
                </a:cxn>
              </a:cxnLst>
              <a:rect l="0" t="0" r="r" b="b"/>
              <a:pathLst>
                <a:path w="1122" h="729">
                  <a:moveTo>
                    <a:pt x="0" y="634"/>
                  </a:moveTo>
                  <a:lnTo>
                    <a:pt x="1122" y="0"/>
                  </a:lnTo>
                  <a:lnTo>
                    <a:pt x="1122" y="87"/>
                  </a:lnTo>
                  <a:lnTo>
                    <a:pt x="0" y="729"/>
                  </a:lnTo>
                  <a:lnTo>
                    <a:pt x="0" y="634"/>
                  </a:lnTo>
                  <a:close/>
                </a:path>
              </a:pathLst>
            </a:custGeom>
            <a:solidFill>
              <a:schemeClr val="accent3">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3" name="Freeform 12"/>
            <p:cNvSpPr>
              <a:spLocks/>
            </p:cNvSpPr>
            <p:nvPr/>
          </p:nvSpPr>
          <p:spPr bwMode="auto">
            <a:xfrm>
              <a:off x="5180576" y="3861093"/>
              <a:ext cx="1781175" cy="1157288"/>
            </a:xfrm>
            <a:custGeom>
              <a:avLst/>
              <a:gdLst>
                <a:gd name="T0" fmla="*/ 0 w 1122"/>
                <a:gd name="T1" fmla="*/ 634 h 729"/>
                <a:gd name="T2" fmla="*/ 1122 w 1122"/>
                <a:gd name="T3" fmla="*/ 0 h 729"/>
                <a:gd name="T4" fmla="*/ 1122 w 1122"/>
                <a:gd name="T5" fmla="*/ 87 h 729"/>
                <a:gd name="T6" fmla="*/ 0 w 1122"/>
                <a:gd name="T7" fmla="*/ 729 h 729"/>
                <a:gd name="T8" fmla="*/ 0 w 1122"/>
                <a:gd name="T9" fmla="*/ 634 h 729"/>
              </a:gdLst>
              <a:ahLst/>
              <a:cxnLst>
                <a:cxn ang="0">
                  <a:pos x="T0" y="T1"/>
                </a:cxn>
                <a:cxn ang="0">
                  <a:pos x="T2" y="T3"/>
                </a:cxn>
                <a:cxn ang="0">
                  <a:pos x="T4" y="T5"/>
                </a:cxn>
                <a:cxn ang="0">
                  <a:pos x="T6" y="T7"/>
                </a:cxn>
                <a:cxn ang="0">
                  <a:pos x="T8" y="T9"/>
                </a:cxn>
              </a:cxnLst>
              <a:rect l="0" t="0" r="r" b="b"/>
              <a:pathLst>
                <a:path w="1122" h="729">
                  <a:moveTo>
                    <a:pt x="0" y="634"/>
                  </a:moveTo>
                  <a:lnTo>
                    <a:pt x="1122" y="0"/>
                  </a:lnTo>
                  <a:lnTo>
                    <a:pt x="1122" y="87"/>
                  </a:lnTo>
                  <a:lnTo>
                    <a:pt x="0" y="729"/>
                  </a:lnTo>
                  <a:lnTo>
                    <a:pt x="0" y="6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4" name="Freeform 13"/>
            <p:cNvSpPr>
              <a:spLocks/>
            </p:cNvSpPr>
            <p:nvPr/>
          </p:nvSpPr>
          <p:spPr bwMode="auto">
            <a:xfrm>
              <a:off x="5180576" y="4435768"/>
              <a:ext cx="1781175" cy="1171575"/>
            </a:xfrm>
            <a:custGeom>
              <a:avLst/>
              <a:gdLst>
                <a:gd name="T0" fmla="*/ 1122 w 1122"/>
                <a:gd name="T1" fmla="*/ 0 h 738"/>
                <a:gd name="T2" fmla="*/ 1122 w 1122"/>
                <a:gd name="T3" fmla="*/ 78 h 738"/>
                <a:gd name="T4" fmla="*/ 0 w 1122"/>
                <a:gd name="T5" fmla="*/ 738 h 738"/>
                <a:gd name="T6" fmla="*/ 0 w 1122"/>
                <a:gd name="T7" fmla="*/ 656 h 738"/>
                <a:gd name="T8" fmla="*/ 1122 w 1122"/>
                <a:gd name="T9" fmla="*/ 0 h 738"/>
              </a:gdLst>
              <a:ahLst/>
              <a:cxnLst>
                <a:cxn ang="0">
                  <a:pos x="T0" y="T1"/>
                </a:cxn>
                <a:cxn ang="0">
                  <a:pos x="T2" y="T3"/>
                </a:cxn>
                <a:cxn ang="0">
                  <a:pos x="T4" y="T5"/>
                </a:cxn>
                <a:cxn ang="0">
                  <a:pos x="T6" y="T7"/>
                </a:cxn>
                <a:cxn ang="0">
                  <a:pos x="T8" y="T9"/>
                </a:cxn>
              </a:cxnLst>
              <a:rect l="0" t="0" r="r" b="b"/>
              <a:pathLst>
                <a:path w="1122" h="738">
                  <a:moveTo>
                    <a:pt x="1122" y="0"/>
                  </a:moveTo>
                  <a:lnTo>
                    <a:pt x="1122" y="78"/>
                  </a:lnTo>
                  <a:lnTo>
                    <a:pt x="0" y="738"/>
                  </a:lnTo>
                  <a:lnTo>
                    <a:pt x="0" y="656"/>
                  </a:lnTo>
                  <a:lnTo>
                    <a:pt x="1122" y="0"/>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5" name="Freeform 14"/>
            <p:cNvSpPr>
              <a:spLocks/>
            </p:cNvSpPr>
            <p:nvPr/>
          </p:nvSpPr>
          <p:spPr bwMode="auto">
            <a:xfrm>
              <a:off x="3488301" y="4010318"/>
              <a:ext cx="1695450" cy="1597025"/>
            </a:xfrm>
            <a:custGeom>
              <a:avLst/>
              <a:gdLst>
                <a:gd name="T0" fmla="*/ 451 w 451"/>
                <a:gd name="T1" fmla="*/ 268 h 425"/>
                <a:gd name="T2" fmla="*/ 87 w 451"/>
                <a:gd name="T3" fmla="*/ 52 h 425"/>
                <a:gd name="T4" fmla="*/ 31 w 451"/>
                <a:gd name="T5" fmla="*/ 66 h 425"/>
                <a:gd name="T6" fmla="*/ 79 w 451"/>
                <a:gd name="T7" fmla="*/ 182 h 425"/>
                <a:gd name="T8" fmla="*/ 450 w 451"/>
                <a:gd name="T9" fmla="*/ 390 h 425"/>
                <a:gd name="T10" fmla="*/ 450 w 451"/>
                <a:gd name="T11" fmla="*/ 425 h 425"/>
                <a:gd name="T12" fmla="*/ 70 w 451"/>
                <a:gd name="T13" fmla="*/ 206 h 425"/>
                <a:gd name="T14" fmla="*/ 2 w 451"/>
                <a:gd name="T15" fmla="*/ 89 h 425"/>
                <a:gd name="T16" fmla="*/ 79 w 451"/>
                <a:gd name="T17" fmla="*/ 15 h 425"/>
                <a:gd name="T18" fmla="*/ 450 w 451"/>
                <a:gd name="T19" fmla="*/ 228 h 425"/>
                <a:gd name="T20" fmla="*/ 451 w 451"/>
                <a:gd name="T21" fmla="*/ 268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1" h="425">
                  <a:moveTo>
                    <a:pt x="451" y="268"/>
                  </a:moveTo>
                  <a:cubicBezTo>
                    <a:pt x="87" y="52"/>
                    <a:pt x="87" y="52"/>
                    <a:pt x="87" y="52"/>
                  </a:cubicBezTo>
                  <a:cubicBezTo>
                    <a:pt x="87" y="52"/>
                    <a:pt x="46" y="27"/>
                    <a:pt x="31" y="66"/>
                  </a:cubicBezTo>
                  <a:cubicBezTo>
                    <a:pt x="15" y="106"/>
                    <a:pt x="50" y="163"/>
                    <a:pt x="79" y="182"/>
                  </a:cubicBezTo>
                  <a:cubicBezTo>
                    <a:pt x="450" y="390"/>
                    <a:pt x="450" y="390"/>
                    <a:pt x="450" y="390"/>
                  </a:cubicBezTo>
                  <a:cubicBezTo>
                    <a:pt x="450" y="425"/>
                    <a:pt x="450" y="425"/>
                    <a:pt x="450" y="425"/>
                  </a:cubicBezTo>
                  <a:cubicBezTo>
                    <a:pt x="70" y="206"/>
                    <a:pt x="70" y="206"/>
                    <a:pt x="70" y="206"/>
                  </a:cubicBezTo>
                  <a:cubicBezTo>
                    <a:pt x="70" y="206"/>
                    <a:pt x="0" y="155"/>
                    <a:pt x="2" y="89"/>
                  </a:cubicBezTo>
                  <a:cubicBezTo>
                    <a:pt x="5" y="24"/>
                    <a:pt x="49" y="0"/>
                    <a:pt x="79" y="15"/>
                  </a:cubicBezTo>
                  <a:cubicBezTo>
                    <a:pt x="450" y="228"/>
                    <a:pt x="450" y="228"/>
                    <a:pt x="450" y="228"/>
                  </a:cubicBezTo>
                  <a:cubicBezTo>
                    <a:pt x="451" y="268"/>
                    <a:pt x="451" y="268"/>
                    <a:pt x="451" y="268"/>
                  </a:cubicBezTo>
                </a:path>
              </a:pathLst>
            </a:custGeom>
            <a:solidFill>
              <a:schemeClr val="accent3">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6" name="Group 65"/>
          <p:cNvGrpSpPr/>
          <p:nvPr/>
        </p:nvGrpSpPr>
        <p:grpSpPr>
          <a:xfrm>
            <a:off x="2661655" y="4446809"/>
            <a:ext cx="2043545" cy="1408546"/>
            <a:chOff x="6018776" y="4807243"/>
            <a:chExt cx="2247900" cy="1549401"/>
          </a:xfrm>
        </p:grpSpPr>
        <p:sp>
          <p:nvSpPr>
            <p:cNvPr id="18" name="Freeform 17"/>
            <p:cNvSpPr>
              <a:spLocks/>
            </p:cNvSpPr>
            <p:nvPr/>
          </p:nvSpPr>
          <p:spPr bwMode="auto">
            <a:xfrm>
              <a:off x="6037826" y="5356518"/>
              <a:ext cx="2228850" cy="958850"/>
            </a:xfrm>
            <a:custGeom>
              <a:avLst/>
              <a:gdLst>
                <a:gd name="T0" fmla="*/ 0 w 593"/>
                <a:gd name="T1" fmla="*/ 83 h 255"/>
                <a:gd name="T2" fmla="*/ 36 w 593"/>
                <a:gd name="T3" fmla="*/ 64 h 255"/>
                <a:gd name="T4" fmla="*/ 536 w 593"/>
                <a:gd name="T5" fmla="*/ 0 h 255"/>
                <a:gd name="T6" fmla="*/ 566 w 593"/>
                <a:gd name="T7" fmla="*/ 69 h 255"/>
                <a:gd name="T8" fmla="*/ 308 w 593"/>
                <a:gd name="T9" fmla="*/ 255 h 255"/>
                <a:gd name="T10" fmla="*/ 0 w 593"/>
                <a:gd name="T11" fmla="*/ 83 h 255"/>
              </a:gdLst>
              <a:ahLst/>
              <a:cxnLst>
                <a:cxn ang="0">
                  <a:pos x="T0" y="T1"/>
                </a:cxn>
                <a:cxn ang="0">
                  <a:pos x="T2" y="T3"/>
                </a:cxn>
                <a:cxn ang="0">
                  <a:pos x="T4" y="T5"/>
                </a:cxn>
                <a:cxn ang="0">
                  <a:pos x="T6" y="T7"/>
                </a:cxn>
                <a:cxn ang="0">
                  <a:pos x="T8" y="T9"/>
                </a:cxn>
                <a:cxn ang="0">
                  <a:pos x="T10" y="T11"/>
                </a:cxn>
              </a:cxnLst>
              <a:rect l="0" t="0" r="r" b="b"/>
              <a:pathLst>
                <a:path w="593" h="255">
                  <a:moveTo>
                    <a:pt x="0" y="83"/>
                  </a:moveTo>
                  <a:cubicBezTo>
                    <a:pt x="36" y="64"/>
                    <a:pt x="36" y="64"/>
                    <a:pt x="36" y="64"/>
                  </a:cubicBezTo>
                  <a:cubicBezTo>
                    <a:pt x="536" y="0"/>
                    <a:pt x="536" y="0"/>
                    <a:pt x="536" y="0"/>
                  </a:cubicBezTo>
                  <a:cubicBezTo>
                    <a:pt x="536" y="0"/>
                    <a:pt x="593" y="22"/>
                    <a:pt x="566" y="69"/>
                  </a:cubicBezTo>
                  <a:cubicBezTo>
                    <a:pt x="530" y="133"/>
                    <a:pt x="308" y="255"/>
                    <a:pt x="308" y="255"/>
                  </a:cubicBezTo>
                  <a:lnTo>
                    <a:pt x="0" y="83"/>
                  </a:lnTo>
                  <a:close/>
                </a:path>
              </a:pathLst>
            </a:custGeom>
            <a:solidFill>
              <a:schemeClr val="accent1">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9" name="Freeform 18"/>
            <p:cNvSpPr>
              <a:spLocks/>
            </p:cNvSpPr>
            <p:nvPr/>
          </p:nvSpPr>
          <p:spPr bwMode="auto">
            <a:xfrm>
              <a:off x="6082276" y="5375568"/>
              <a:ext cx="1951038" cy="825500"/>
            </a:xfrm>
            <a:custGeom>
              <a:avLst/>
              <a:gdLst>
                <a:gd name="T0" fmla="*/ 0 w 1229"/>
                <a:gd name="T1" fmla="*/ 19 h 520"/>
                <a:gd name="T2" fmla="*/ 5 w 1229"/>
                <a:gd name="T3" fmla="*/ 165 h 520"/>
                <a:gd name="T4" fmla="*/ 696 w 1229"/>
                <a:gd name="T5" fmla="*/ 520 h 520"/>
                <a:gd name="T6" fmla="*/ 1229 w 1229"/>
                <a:gd name="T7" fmla="*/ 194 h 520"/>
                <a:gd name="T8" fmla="*/ 1225 w 1229"/>
                <a:gd name="T9" fmla="*/ 26 h 520"/>
                <a:gd name="T10" fmla="*/ 675 w 1229"/>
                <a:gd name="T11" fmla="*/ 350 h 520"/>
                <a:gd name="T12" fmla="*/ 0 w 1229"/>
                <a:gd name="T13" fmla="*/ 0 h 520"/>
                <a:gd name="T14" fmla="*/ 0 w 1229"/>
                <a:gd name="T15" fmla="*/ 19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9" h="520">
                  <a:moveTo>
                    <a:pt x="0" y="19"/>
                  </a:moveTo>
                  <a:lnTo>
                    <a:pt x="5" y="165"/>
                  </a:lnTo>
                  <a:lnTo>
                    <a:pt x="696" y="520"/>
                  </a:lnTo>
                  <a:lnTo>
                    <a:pt x="1229" y="194"/>
                  </a:lnTo>
                  <a:lnTo>
                    <a:pt x="1225" y="26"/>
                  </a:lnTo>
                  <a:lnTo>
                    <a:pt x="675" y="350"/>
                  </a:lnTo>
                  <a:lnTo>
                    <a:pt x="0" y="0"/>
                  </a:lnTo>
                  <a:lnTo>
                    <a:pt x="0" y="19"/>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0" name="Freeform 19"/>
            <p:cNvSpPr>
              <a:spLocks/>
            </p:cNvSpPr>
            <p:nvPr/>
          </p:nvSpPr>
          <p:spPr bwMode="auto">
            <a:xfrm>
              <a:off x="6018776" y="4807243"/>
              <a:ext cx="2109788" cy="1082675"/>
            </a:xfrm>
            <a:custGeom>
              <a:avLst/>
              <a:gdLst>
                <a:gd name="T0" fmla="*/ 0 w 561"/>
                <a:gd name="T1" fmla="*/ 133 h 288"/>
                <a:gd name="T2" fmla="*/ 307 w 561"/>
                <a:gd name="T3" fmla="*/ 288 h 288"/>
                <a:gd name="T4" fmla="*/ 561 w 561"/>
                <a:gd name="T5" fmla="*/ 143 h 288"/>
                <a:gd name="T6" fmla="*/ 552 w 561"/>
                <a:gd name="T7" fmla="*/ 139 h 288"/>
                <a:gd name="T8" fmla="*/ 265 w 561"/>
                <a:gd name="T9" fmla="*/ 10 h 288"/>
                <a:gd name="T10" fmla="*/ 228 w 561"/>
                <a:gd name="T11" fmla="*/ 6 h 288"/>
                <a:gd name="T12" fmla="*/ 0 w 561"/>
                <a:gd name="T13" fmla="*/ 133 h 288"/>
              </a:gdLst>
              <a:ahLst/>
              <a:cxnLst>
                <a:cxn ang="0">
                  <a:pos x="T0" y="T1"/>
                </a:cxn>
                <a:cxn ang="0">
                  <a:pos x="T2" y="T3"/>
                </a:cxn>
                <a:cxn ang="0">
                  <a:pos x="T4" y="T5"/>
                </a:cxn>
                <a:cxn ang="0">
                  <a:pos x="T6" y="T7"/>
                </a:cxn>
                <a:cxn ang="0">
                  <a:pos x="T8" y="T9"/>
                </a:cxn>
                <a:cxn ang="0">
                  <a:pos x="T10" y="T11"/>
                </a:cxn>
                <a:cxn ang="0">
                  <a:pos x="T12" y="T13"/>
                </a:cxn>
              </a:cxnLst>
              <a:rect l="0" t="0" r="r" b="b"/>
              <a:pathLst>
                <a:path w="561" h="288">
                  <a:moveTo>
                    <a:pt x="0" y="133"/>
                  </a:moveTo>
                  <a:cubicBezTo>
                    <a:pt x="307" y="288"/>
                    <a:pt x="307" y="288"/>
                    <a:pt x="307" y="288"/>
                  </a:cubicBezTo>
                  <a:cubicBezTo>
                    <a:pt x="561" y="143"/>
                    <a:pt x="561" y="143"/>
                    <a:pt x="561" y="143"/>
                  </a:cubicBezTo>
                  <a:cubicBezTo>
                    <a:pt x="552" y="139"/>
                    <a:pt x="552" y="139"/>
                    <a:pt x="552" y="139"/>
                  </a:cubicBezTo>
                  <a:cubicBezTo>
                    <a:pt x="265" y="10"/>
                    <a:pt x="265" y="10"/>
                    <a:pt x="265" y="10"/>
                  </a:cubicBezTo>
                  <a:cubicBezTo>
                    <a:pt x="265" y="10"/>
                    <a:pt x="245" y="0"/>
                    <a:pt x="228" y="6"/>
                  </a:cubicBezTo>
                  <a:cubicBezTo>
                    <a:pt x="211" y="13"/>
                    <a:pt x="0" y="133"/>
                    <a:pt x="0" y="13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1" name="Freeform 20"/>
            <p:cNvSpPr>
              <a:spLocks/>
            </p:cNvSpPr>
            <p:nvPr/>
          </p:nvSpPr>
          <p:spPr bwMode="auto">
            <a:xfrm>
              <a:off x="6018776" y="5307306"/>
              <a:ext cx="1157288" cy="676275"/>
            </a:xfrm>
            <a:custGeom>
              <a:avLst/>
              <a:gdLst>
                <a:gd name="T0" fmla="*/ 727 w 729"/>
                <a:gd name="T1" fmla="*/ 367 h 426"/>
                <a:gd name="T2" fmla="*/ 0 w 729"/>
                <a:gd name="T3" fmla="*/ 0 h 426"/>
                <a:gd name="T4" fmla="*/ 5 w 729"/>
                <a:gd name="T5" fmla="*/ 55 h 426"/>
                <a:gd name="T6" fmla="*/ 729 w 729"/>
                <a:gd name="T7" fmla="*/ 426 h 426"/>
                <a:gd name="T8" fmla="*/ 727 w 729"/>
                <a:gd name="T9" fmla="*/ 367 h 426"/>
              </a:gdLst>
              <a:ahLst/>
              <a:cxnLst>
                <a:cxn ang="0">
                  <a:pos x="T0" y="T1"/>
                </a:cxn>
                <a:cxn ang="0">
                  <a:pos x="T2" y="T3"/>
                </a:cxn>
                <a:cxn ang="0">
                  <a:pos x="T4" y="T5"/>
                </a:cxn>
                <a:cxn ang="0">
                  <a:pos x="T6" y="T7"/>
                </a:cxn>
                <a:cxn ang="0">
                  <a:pos x="T8" y="T9"/>
                </a:cxn>
              </a:cxnLst>
              <a:rect l="0" t="0" r="r" b="b"/>
              <a:pathLst>
                <a:path w="729" h="426">
                  <a:moveTo>
                    <a:pt x="727" y="367"/>
                  </a:moveTo>
                  <a:lnTo>
                    <a:pt x="0" y="0"/>
                  </a:lnTo>
                  <a:lnTo>
                    <a:pt x="5" y="55"/>
                  </a:lnTo>
                  <a:lnTo>
                    <a:pt x="729" y="426"/>
                  </a:lnTo>
                  <a:lnTo>
                    <a:pt x="727" y="367"/>
                  </a:lnTo>
                  <a:close/>
                </a:path>
              </a:pathLst>
            </a:custGeom>
            <a:solidFill>
              <a:schemeClr val="accent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21"/>
            <p:cNvSpPr>
              <a:spLocks/>
            </p:cNvSpPr>
            <p:nvPr/>
          </p:nvSpPr>
          <p:spPr bwMode="auto">
            <a:xfrm>
              <a:off x="6037826" y="5667668"/>
              <a:ext cx="1154113" cy="688975"/>
            </a:xfrm>
            <a:custGeom>
              <a:avLst/>
              <a:gdLst>
                <a:gd name="T0" fmla="*/ 0 w 727"/>
                <a:gd name="T1" fmla="*/ 0 h 434"/>
                <a:gd name="T2" fmla="*/ 2 w 727"/>
                <a:gd name="T3" fmla="*/ 50 h 434"/>
                <a:gd name="T4" fmla="*/ 727 w 727"/>
                <a:gd name="T5" fmla="*/ 434 h 434"/>
                <a:gd name="T6" fmla="*/ 724 w 727"/>
                <a:gd name="T7" fmla="*/ 381 h 434"/>
                <a:gd name="T8" fmla="*/ 0 w 727"/>
                <a:gd name="T9" fmla="*/ 0 h 434"/>
              </a:gdLst>
              <a:ahLst/>
              <a:cxnLst>
                <a:cxn ang="0">
                  <a:pos x="T0" y="T1"/>
                </a:cxn>
                <a:cxn ang="0">
                  <a:pos x="T2" y="T3"/>
                </a:cxn>
                <a:cxn ang="0">
                  <a:pos x="T4" y="T5"/>
                </a:cxn>
                <a:cxn ang="0">
                  <a:pos x="T6" y="T7"/>
                </a:cxn>
                <a:cxn ang="0">
                  <a:pos x="T8" y="T9"/>
                </a:cxn>
              </a:cxnLst>
              <a:rect l="0" t="0" r="r" b="b"/>
              <a:pathLst>
                <a:path w="727" h="434">
                  <a:moveTo>
                    <a:pt x="0" y="0"/>
                  </a:moveTo>
                  <a:lnTo>
                    <a:pt x="2" y="50"/>
                  </a:lnTo>
                  <a:lnTo>
                    <a:pt x="727" y="434"/>
                  </a:lnTo>
                  <a:lnTo>
                    <a:pt x="724" y="381"/>
                  </a:lnTo>
                  <a:lnTo>
                    <a:pt x="0" y="0"/>
                  </a:lnTo>
                  <a:close/>
                </a:path>
              </a:pathLst>
            </a:custGeom>
            <a:solidFill>
              <a:schemeClr val="accent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3" name="Freeform 22"/>
            <p:cNvSpPr>
              <a:spLocks/>
            </p:cNvSpPr>
            <p:nvPr/>
          </p:nvSpPr>
          <p:spPr bwMode="auto">
            <a:xfrm>
              <a:off x="7172888" y="5307306"/>
              <a:ext cx="1055688" cy="1049338"/>
            </a:xfrm>
            <a:custGeom>
              <a:avLst/>
              <a:gdLst>
                <a:gd name="T0" fmla="*/ 0 w 281"/>
                <a:gd name="T1" fmla="*/ 180 h 279"/>
                <a:gd name="T2" fmla="*/ 223 w 281"/>
                <a:gd name="T3" fmla="*/ 34 h 279"/>
                <a:gd name="T4" fmla="*/ 259 w 281"/>
                <a:gd name="T5" fmla="*/ 41 h 279"/>
                <a:gd name="T6" fmla="*/ 232 w 281"/>
                <a:gd name="T7" fmla="*/ 115 h 279"/>
                <a:gd name="T8" fmla="*/ 4 w 281"/>
                <a:gd name="T9" fmla="*/ 257 h 279"/>
                <a:gd name="T10" fmla="*/ 5 w 281"/>
                <a:gd name="T11" fmla="*/ 279 h 279"/>
                <a:gd name="T12" fmla="*/ 238 w 281"/>
                <a:gd name="T13" fmla="*/ 130 h 279"/>
                <a:gd name="T14" fmla="*/ 278 w 281"/>
                <a:gd name="T15" fmla="*/ 55 h 279"/>
                <a:gd name="T16" fmla="*/ 227 w 281"/>
                <a:gd name="T17" fmla="*/ 10 h 279"/>
                <a:gd name="T18" fmla="*/ 0 w 281"/>
                <a:gd name="T19" fmla="*/ 155 h 279"/>
                <a:gd name="T20" fmla="*/ 0 w 281"/>
                <a:gd name="T21" fmla="*/ 18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1" h="279">
                  <a:moveTo>
                    <a:pt x="0" y="180"/>
                  </a:moveTo>
                  <a:cubicBezTo>
                    <a:pt x="223" y="34"/>
                    <a:pt x="223" y="34"/>
                    <a:pt x="223" y="34"/>
                  </a:cubicBezTo>
                  <a:cubicBezTo>
                    <a:pt x="223" y="34"/>
                    <a:pt x="248" y="17"/>
                    <a:pt x="259" y="41"/>
                  </a:cubicBezTo>
                  <a:cubicBezTo>
                    <a:pt x="270" y="66"/>
                    <a:pt x="250" y="102"/>
                    <a:pt x="232" y="115"/>
                  </a:cubicBezTo>
                  <a:cubicBezTo>
                    <a:pt x="4" y="257"/>
                    <a:pt x="4" y="257"/>
                    <a:pt x="4" y="257"/>
                  </a:cubicBezTo>
                  <a:cubicBezTo>
                    <a:pt x="5" y="279"/>
                    <a:pt x="5" y="279"/>
                    <a:pt x="5" y="279"/>
                  </a:cubicBezTo>
                  <a:cubicBezTo>
                    <a:pt x="238" y="130"/>
                    <a:pt x="238" y="130"/>
                    <a:pt x="238" y="130"/>
                  </a:cubicBezTo>
                  <a:cubicBezTo>
                    <a:pt x="238" y="130"/>
                    <a:pt x="281" y="96"/>
                    <a:pt x="278" y="55"/>
                  </a:cubicBezTo>
                  <a:cubicBezTo>
                    <a:pt x="274" y="14"/>
                    <a:pt x="246" y="0"/>
                    <a:pt x="227" y="10"/>
                  </a:cubicBezTo>
                  <a:cubicBezTo>
                    <a:pt x="0" y="155"/>
                    <a:pt x="0" y="155"/>
                    <a:pt x="0" y="155"/>
                  </a:cubicBezTo>
                  <a:lnTo>
                    <a:pt x="0" y="180"/>
                  </a:lnTo>
                  <a:close/>
                </a:path>
              </a:pathLst>
            </a:custGeom>
            <a:solidFill>
              <a:schemeClr val="accent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8" name="Group 67"/>
          <p:cNvGrpSpPr/>
          <p:nvPr/>
        </p:nvGrpSpPr>
        <p:grpSpPr>
          <a:xfrm>
            <a:off x="2162314" y="1115746"/>
            <a:ext cx="1870364" cy="1274529"/>
            <a:chOff x="5469501" y="1143074"/>
            <a:chExt cx="2057400" cy="1401982"/>
          </a:xfrm>
        </p:grpSpPr>
        <p:sp>
          <p:nvSpPr>
            <p:cNvPr id="6" name="Freeform 5"/>
            <p:cNvSpPr>
              <a:spLocks/>
            </p:cNvSpPr>
            <p:nvPr/>
          </p:nvSpPr>
          <p:spPr bwMode="auto">
            <a:xfrm>
              <a:off x="5947338" y="1579856"/>
              <a:ext cx="25400" cy="55563"/>
            </a:xfrm>
            <a:custGeom>
              <a:avLst/>
              <a:gdLst>
                <a:gd name="T0" fmla="*/ 3 w 7"/>
                <a:gd name="T1" fmla="*/ 0 h 15"/>
                <a:gd name="T2" fmla="*/ 5 w 7"/>
                <a:gd name="T3" fmla="*/ 3 h 15"/>
                <a:gd name="T4" fmla="*/ 7 w 7"/>
                <a:gd name="T5" fmla="*/ 15 h 15"/>
                <a:gd name="T6" fmla="*/ 3 w 7"/>
                <a:gd name="T7" fmla="*/ 0 h 15"/>
              </a:gdLst>
              <a:ahLst/>
              <a:cxnLst>
                <a:cxn ang="0">
                  <a:pos x="T0" y="T1"/>
                </a:cxn>
                <a:cxn ang="0">
                  <a:pos x="T2" y="T3"/>
                </a:cxn>
                <a:cxn ang="0">
                  <a:pos x="T4" y="T5"/>
                </a:cxn>
                <a:cxn ang="0">
                  <a:pos x="T6" y="T7"/>
                </a:cxn>
              </a:cxnLst>
              <a:rect l="0" t="0" r="r" b="b"/>
              <a:pathLst>
                <a:path w="7" h="15">
                  <a:moveTo>
                    <a:pt x="3" y="0"/>
                  </a:moveTo>
                  <a:cubicBezTo>
                    <a:pt x="3" y="1"/>
                    <a:pt x="4" y="2"/>
                    <a:pt x="5" y="3"/>
                  </a:cubicBezTo>
                  <a:cubicBezTo>
                    <a:pt x="5" y="7"/>
                    <a:pt x="6" y="11"/>
                    <a:pt x="7" y="15"/>
                  </a:cubicBezTo>
                  <a:cubicBezTo>
                    <a:pt x="0" y="11"/>
                    <a:pt x="0" y="8"/>
                    <a:pt x="3" y="0"/>
                  </a:cubicBezTo>
                </a:path>
              </a:pathLst>
            </a:custGeom>
            <a:solidFill>
              <a:srgbClr val="4159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 name="Freeform 6"/>
            <p:cNvSpPr>
              <a:spLocks/>
            </p:cNvSpPr>
            <p:nvPr/>
          </p:nvSpPr>
          <p:spPr bwMode="auto">
            <a:xfrm>
              <a:off x="5969563" y="1651293"/>
              <a:ext cx="22225" cy="33338"/>
            </a:xfrm>
            <a:custGeom>
              <a:avLst/>
              <a:gdLst>
                <a:gd name="T0" fmla="*/ 1 w 6"/>
                <a:gd name="T1" fmla="*/ 0 h 9"/>
                <a:gd name="T2" fmla="*/ 5 w 6"/>
                <a:gd name="T3" fmla="*/ 9 h 9"/>
                <a:gd name="T4" fmla="*/ 1 w 6"/>
                <a:gd name="T5" fmla="*/ 0 h 9"/>
              </a:gdLst>
              <a:ahLst/>
              <a:cxnLst>
                <a:cxn ang="0">
                  <a:pos x="T0" y="T1"/>
                </a:cxn>
                <a:cxn ang="0">
                  <a:pos x="T2" y="T3"/>
                </a:cxn>
                <a:cxn ang="0">
                  <a:pos x="T4" y="T5"/>
                </a:cxn>
              </a:cxnLst>
              <a:rect l="0" t="0" r="r" b="b"/>
              <a:pathLst>
                <a:path w="6" h="9">
                  <a:moveTo>
                    <a:pt x="1" y="0"/>
                  </a:moveTo>
                  <a:cubicBezTo>
                    <a:pt x="6" y="1"/>
                    <a:pt x="5" y="5"/>
                    <a:pt x="5" y="9"/>
                  </a:cubicBezTo>
                  <a:cubicBezTo>
                    <a:pt x="0" y="7"/>
                    <a:pt x="1" y="3"/>
                    <a:pt x="1" y="0"/>
                  </a:cubicBezTo>
                  <a:close/>
                </a:path>
              </a:pathLst>
            </a:custGeom>
            <a:solidFill>
              <a:srgbClr val="4159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 name="Freeform 7"/>
            <p:cNvSpPr>
              <a:spLocks/>
            </p:cNvSpPr>
            <p:nvPr/>
          </p:nvSpPr>
          <p:spPr bwMode="auto">
            <a:xfrm>
              <a:off x="5961626" y="1530643"/>
              <a:ext cx="15875" cy="11113"/>
            </a:xfrm>
            <a:custGeom>
              <a:avLst/>
              <a:gdLst>
                <a:gd name="T0" fmla="*/ 2 w 4"/>
                <a:gd name="T1" fmla="*/ 3 h 3"/>
                <a:gd name="T2" fmla="*/ 0 w 4"/>
                <a:gd name="T3" fmla="*/ 2 h 3"/>
                <a:gd name="T4" fmla="*/ 3 w 4"/>
                <a:gd name="T5" fmla="*/ 0 h 3"/>
                <a:gd name="T6" fmla="*/ 4 w 4"/>
                <a:gd name="T7" fmla="*/ 1 h 3"/>
                <a:gd name="T8" fmla="*/ 2 w 4"/>
                <a:gd name="T9" fmla="*/ 3 h 3"/>
              </a:gdLst>
              <a:ahLst/>
              <a:cxnLst>
                <a:cxn ang="0">
                  <a:pos x="T0" y="T1"/>
                </a:cxn>
                <a:cxn ang="0">
                  <a:pos x="T2" y="T3"/>
                </a:cxn>
                <a:cxn ang="0">
                  <a:pos x="T4" y="T5"/>
                </a:cxn>
                <a:cxn ang="0">
                  <a:pos x="T6" y="T7"/>
                </a:cxn>
                <a:cxn ang="0">
                  <a:pos x="T8" y="T9"/>
                </a:cxn>
              </a:cxnLst>
              <a:rect l="0" t="0" r="r" b="b"/>
              <a:pathLst>
                <a:path w="4" h="3">
                  <a:moveTo>
                    <a:pt x="2" y="3"/>
                  </a:moveTo>
                  <a:cubicBezTo>
                    <a:pt x="1" y="3"/>
                    <a:pt x="0" y="2"/>
                    <a:pt x="0" y="2"/>
                  </a:cubicBezTo>
                  <a:cubicBezTo>
                    <a:pt x="0" y="0"/>
                    <a:pt x="2" y="0"/>
                    <a:pt x="3" y="0"/>
                  </a:cubicBezTo>
                  <a:cubicBezTo>
                    <a:pt x="3" y="0"/>
                    <a:pt x="4" y="1"/>
                    <a:pt x="4" y="1"/>
                  </a:cubicBezTo>
                  <a:cubicBezTo>
                    <a:pt x="4" y="3"/>
                    <a:pt x="3" y="3"/>
                    <a:pt x="2" y="3"/>
                  </a:cubicBezTo>
                </a:path>
              </a:pathLst>
            </a:custGeom>
            <a:solidFill>
              <a:srgbClr val="6577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5" name="Freeform 24"/>
            <p:cNvSpPr>
              <a:spLocks/>
            </p:cNvSpPr>
            <p:nvPr/>
          </p:nvSpPr>
          <p:spPr bwMode="auto">
            <a:xfrm>
              <a:off x="5483788" y="1632243"/>
              <a:ext cx="2043113" cy="871538"/>
            </a:xfrm>
            <a:custGeom>
              <a:avLst/>
              <a:gdLst>
                <a:gd name="T0" fmla="*/ 0 w 543"/>
                <a:gd name="T1" fmla="*/ 75 h 232"/>
                <a:gd name="T2" fmla="*/ 33 w 543"/>
                <a:gd name="T3" fmla="*/ 58 h 232"/>
                <a:gd name="T4" fmla="*/ 491 w 543"/>
                <a:gd name="T5" fmla="*/ 0 h 232"/>
                <a:gd name="T6" fmla="*/ 518 w 543"/>
                <a:gd name="T7" fmla="*/ 63 h 232"/>
                <a:gd name="T8" fmla="*/ 282 w 543"/>
                <a:gd name="T9" fmla="*/ 232 h 232"/>
                <a:gd name="T10" fmla="*/ 0 w 543"/>
                <a:gd name="T11" fmla="*/ 75 h 232"/>
              </a:gdLst>
              <a:ahLst/>
              <a:cxnLst>
                <a:cxn ang="0">
                  <a:pos x="T0" y="T1"/>
                </a:cxn>
                <a:cxn ang="0">
                  <a:pos x="T2" y="T3"/>
                </a:cxn>
                <a:cxn ang="0">
                  <a:pos x="T4" y="T5"/>
                </a:cxn>
                <a:cxn ang="0">
                  <a:pos x="T6" y="T7"/>
                </a:cxn>
                <a:cxn ang="0">
                  <a:pos x="T8" y="T9"/>
                </a:cxn>
                <a:cxn ang="0">
                  <a:pos x="T10" y="T11"/>
                </a:cxn>
              </a:cxnLst>
              <a:rect l="0" t="0" r="r" b="b"/>
              <a:pathLst>
                <a:path w="543" h="232">
                  <a:moveTo>
                    <a:pt x="0" y="75"/>
                  </a:moveTo>
                  <a:cubicBezTo>
                    <a:pt x="33" y="58"/>
                    <a:pt x="33" y="58"/>
                    <a:pt x="33" y="58"/>
                  </a:cubicBezTo>
                  <a:cubicBezTo>
                    <a:pt x="491" y="0"/>
                    <a:pt x="491" y="0"/>
                    <a:pt x="491" y="0"/>
                  </a:cubicBezTo>
                  <a:cubicBezTo>
                    <a:pt x="491" y="0"/>
                    <a:pt x="543" y="19"/>
                    <a:pt x="518" y="63"/>
                  </a:cubicBezTo>
                  <a:cubicBezTo>
                    <a:pt x="485" y="121"/>
                    <a:pt x="282" y="232"/>
                    <a:pt x="282" y="232"/>
                  </a:cubicBezTo>
                  <a:lnTo>
                    <a:pt x="0" y="75"/>
                  </a:lnTo>
                  <a:close/>
                </a:path>
              </a:pathLst>
            </a:custGeom>
            <a:solidFill>
              <a:schemeClr val="accent5">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6" name="Freeform 25"/>
            <p:cNvSpPr>
              <a:spLocks/>
            </p:cNvSpPr>
            <p:nvPr/>
          </p:nvSpPr>
          <p:spPr bwMode="auto">
            <a:xfrm>
              <a:off x="5526651" y="1648118"/>
              <a:ext cx="1785938" cy="758825"/>
            </a:xfrm>
            <a:custGeom>
              <a:avLst/>
              <a:gdLst>
                <a:gd name="T0" fmla="*/ 0 w 1125"/>
                <a:gd name="T1" fmla="*/ 18 h 478"/>
                <a:gd name="T2" fmla="*/ 7 w 1125"/>
                <a:gd name="T3" fmla="*/ 151 h 478"/>
                <a:gd name="T4" fmla="*/ 639 w 1125"/>
                <a:gd name="T5" fmla="*/ 478 h 478"/>
                <a:gd name="T6" fmla="*/ 1125 w 1125"/>
                <a:gd name="T7" fmla="*/ 177 h 478"/>
                <a:gd name="T8" fmla="*/ 1120 w 1125"/>
                <a:gd name="T9" fmla="*/ 23 h 478"/>
                <a:gd name="T10" fmla="*/ 618 w 1125"/>
                <a:gd name="T11" fmla="*/ 319 h 478"/>
                <a:gd name="T12" fmla="*/ 2 w 1125"/>
                <a:gd name="T13" fmla="*/ 0 h 478"/>
                <a:gd name="T14" fmla="*/ 0 w 1125"/>
                <a:gd name="T15" fmla="*/ 18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5" h="478">
                  <a:moveTo>
                    <a:pt x="0" y="18"/>
                  </a:moveTo>
                  <a:lnTo>
                    <a:pt x="7" y="151"/>
                  </a:lnTo>
                  <a:lnTo>
                    <a:pt x="639" y="478"/>
                  </a:lnTo>
                  <a:lnTo>
                    <a:pt x="1125" y="177"/>
                  </a:lnTo>
                  <a:lnTo>
                    <a:pt x="1120" y="23"/>
                  </a:lnTo>
                  <a:lnTo>
                    <a:pt x="618" y="319"/>
                  </a:lnTo>
                  <a:lnTo>
                    <a:pt x="2" y="0"/>
                  </a:lnTo>
                  <a:lnTo>
                    <a:pt x="0" y="18"/>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7" name="Freeform 26"/>
            <p:cNvSpPr>
              <a:spLocks/>
            </p:cNvSpPr>
            <p:nvPr/>
          </p:nvSpPr>
          <p:spPr bwMode="auto">
            <a:xfrm>
              <a:off x="5469501" y="1143074"/>
              <a:ext cx="1925638" cy="987425"/>
            </a:xfrm>
            <a:custGeom>
              <a:avLst/>
              <a:gdLst>
                <a:gd name="T0" fmla="*/ 0 w 512"/>
                <a:gd name="T1" fmla="*/ 121 h 263"/>
                <a:gd name="T2" fmla="*/ 280 w 512"/>
                <a:gd name="T3" fmla="*/ 263 h 263"/>
                <a:gd name="T4" fmla="*/ 512 w 512"/>
                <a:gd name="T5" fmla="*/ 131 h 263"/>
                <a:gd name="T6" fmla="*/ 505 w 512"/>
                <a:gd name="T7" fmla="*/ 127 h 263"/>
                <a:gd name="T8" fmla="*/ 242 w 512"/>
                <a:gd name="T9" fmla="*/ 9 h 263"/>
                <a:gd name="T10" fmla="*/ 208 w 512"/>
                <a:gd name="T11" fmla="*/ 6 h 263"/>
                <a:gd name="T12" fmla="*/ 0 w 512"/>
                <a:gd name="T13" fmla="*/ 121 h 263"/>
              </a:gdLst>
              <a:ahLst/>
              <a:cxnLst>
                <a:cxn ang="0">
                  <a:pos x="T0" y="T1"/>
                </a:cxn>
                <a:cxn ang="0">
                  <a:pos x="T2" y="T3"/>
                </a:cxn>
                <a:cxn ang="0">
                  <a:pos x="T4" y="T5"/>
                </a:cxn>
                <a:cxn ang="0">
                  <a:pos x="T6" y="T7"/>
                </a:cxn>
                <a:cxn ang="0">
                  <a:pos x="T8" y="T9"/>
                </a:cxn>
                <a:cxn ang="0">
                  <a:pos x="T10" y="T11"/>
                </a:cxn>
                <a:cxn ang="0">
                  <a:pos x="T12" y="T13"/>
                </a:cxn>
              </a:cxnLst>
              <a:rect l="0" t="0" r="r" b="b"/>
              <a:pathLst>
                <a:path w="512" h="263">
                  <a:moveTo>
                    <a:pt x="0" y="121"/>
                  </a:moveTo>
                  <a:cubicBezTo>
                    <a:pt x="280" y="263"/>
                    <a:pt x="280" y="263"/>
                    <a:pt x="280" y="263"/>
                  </a:cubicBezTo>
                  <a:cubicBezTo>
                    <a:pt x="512" y="131"/>
                    <a:pt x="512" y="131"/>
                    <a:pt x="512" y="131"/>
                  </a:cubicBezTo>
                  <a:cubicBezTo>
                    <a:pt x="505" y="127"/>
                    <a:pt x="505" y="127"/>
                    <a:pt x="505" y="127"/>
                  </a:cubicBezTo>
                  <a:cubicBezTo>
                    <a:pt x="242" y="9"/>
                    <a:pt x="242" y="9"/>
                    <a:pt x="242" y="9"/>
                  </a:cubicBezTo>
                  <a:cubicBezTo>
                    <a:pt x="242" y="9"/>
                    <a:pt x="224" y="0"/>
                    <a:pt x="208" y="6"/>
                  </a:cubicBezTo>
                  <a:cubicBezTo>
                    <a:pt x="193" y="12"/>
                    <a:pt x="0" y="121"/>
                    <a:pt x="0" y="121"/>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8" name="Freeform 27"/>
            <p:cNvSpPr>
              <a:spLocks/>
            </p:cNvSpPr>
            <p:nvPr/>
          </p:nvSpPr>
          <p:spPr bwMode="auto">
            <a:xfrm>
              <a:off x="5469501" y="1583031"/>
              <a:ext cx="1057275" cy="620713"/>
            </a:xfrm>
            <a:custGeom>
              <a:avLst/>
              <a:gdLst>
                <a:gd name="T0" fmla="*/ 663 w 666"/>
                <a:gd name="T1" fmla="*/ 336 h 391"/>
                <a:gd name="T2" fmla="*/ 0 w 666"/>
                <a:gd name="T3" fmla="*/ 0 h 391"/>
                <a:gd name="T4" fmla="*/ 2 w 666"/>
                <a:gd name="T5" fmla="*/ 52 h 391"/>
                <a:gd name="T6" fmla="*/ 666 w 666"/>
                <a:gd name="T7" fmla="*/ 391 h 391"/>
                <a:gd name="T8" fmla="*/ 663 w 666"/>
                <a:gd name="T9" fmla="*/ 336 h 391"/>
              </a:gdLst>
              <a:ahLst/>
              <a:cxnLst>
                <a:cxn ang="0">
                  <a:pos x="T0" y="T1"/>
                </a:cxn>
                <a:cxn ang="0">
                  <a:pos x="T2" y="T3"/>
                </a:cxn>
                <a:cxn ang="0">
                  <a:pos x="T4" y="T5"/>
                </a:cxn>
                <a:cxn ang="0">
                  <a:pos x="T6" y="T7"/>
                </a:cxn>
                <a:cxn ang="0">
                  <a:pos x="T8" y="T9"/>
                </a:cxn>
              </a:cxnLst>
              <a:rect l="0" t="0" r="r" b="b"/>
              <a:pathLst>
                <a:path w="666" h="391">
                  <a:moveTo>
                    <a:pt x="663" y="336"/>
                  </a:moveTo>
                  <a:lnTo>
                    <a:pt x="0" y="0"/>
                  </a:lnTo>
                  <a:lnTo>
                    <a:pt x="2" y="52"/>
                  </a:lnTo>
                  <a:lnTo>
                    <a:pt x="666" y="391"/>
                  </a:lnTo>
                  <a:lnTo>
                    <a:pt x="663" y="336"/>
                  </a:lnTo>
                  <a:close/>
                </a:path>
              </a:pathLst>
            </a:custGeom>
            <a:solidFill>
              <a:schemeClr val="accent5">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9" name="Freeform 28"/>
            <p:cNvSpPr>
              <a:spLocks/>
            </p:cNvSpPr>
            <p:nvPr/>
          </p:nvSpPr>
          <p:spPr bwMode="auto">
            <a:xfrm>
              <a:off x="5469501" y="1583031"/>
              <a:ext cx="1057275" cy="620713"/>
            </a:xfrm>
            <a:custGeom>
              <a:avLst/>
              <a:gdLst>
                <a:gd name="T0" fmla="*/ 663 w 666"/>
                <a:gd name="T1" fmla="*/ 336 h 391"/>
                <a:gd name="T2" fmla="*/ 0 w 666"/>
                <a:gd name="T3" fmla="*/ 0 h 391"/>
                <a:gd name="T4" fmla="*/ 2 w 666"/>
                <a:gd name="T5" fmla="*/ 52 h 391"/>
                <a:gd name="T6" fmla="*/ 666 w 666"/>
                <a:gd name="T7" fmla="*/ 391 h 391"/>
                <a:gd name="T8" fmla="*/ 663 w 666"/>
                <a:gd name="T9" fmla="*/ 336 h 391"/>
              </a:gdLst>
              <a:ahLst/>
              <a:cxnLst>
                <a:cxn ang="0">
                  <a:pos x="T0" y="T1"/>
                </a:cxn>
                <a:cxn ang="0">
                  <a:pos x="T2" y="T3"/>
                </a:cxn>
                <a:cxn ang="0">
                  <a:pos x="T4" y="T5"/>
                </a:cxn>
                <a:cxn ang="0">
                  <a:pos x="T6" y="T7"/>
                </a:cxn>
                <a:cxn ang="0">
                  <a:pos x="T8" y="T9"/>
                </a:cxn>
              </a:cxnLst>
              <a:rect l="0" t="0" r="r" b="b"/>
              <a:pathLst>
                <a:path w="666" h="391">
                  <a:moveTo>
                    <a:pt x="663" y="336"/>
                  </a:moveTo>
                  <a:lnTo>
                    <a:pt x="0" y="0"/>
                  </a:lnTo>
                  <a:lnTo>
                    <a:pt x="2" y="52"/>
                  </a:lnTo>
                  <a:lnTo>
                    <a:pt x="666" y="391"/>
                  </a:lnTo>
                  <a:lnTo>
                    <a:pt x="663" y="3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0" name="Freeform 29"/>
            <p:cNvSpPr>
              <a:spLocks/>
            </p:cNvSpPr>
            <p:nvPr/>
          </p:nvSpPr>
          <p:spPr bwMode="auto">
            <a:xfrm>
              <a:off x="5483788" y="1914818"/>
              <a:ext cx="1060450" cy="630238"/>
            </a:xfrm>
            <a:custGeom>
              <a:avLst/>
              <a:gdLst>
                <a:gd name="T0" fmla="*/ 0 w 668"/>
                <a:gd name="T1" fmla="*/ 0 h 397"/>
                <a:gd name="T2" fmla="*/ 3 w 668"/>
                <a:gd name="T3" fmla="*/ 45 h 397"/>
                <a:gd name="T4" fmla="*/ 668 w 668"/>
                <a:gd name="T5" fmla="*/ 397 h 397"/>
                <a:gd name="T6" fmla="*/ 666 w 668"/>
                <a:gd name="T7" fmla="*/ 348 h 397"/>
                <a:gd name="T8" fmla="*/ 0 w 668"/>
                <a:gd name="T9" fmla="*/ 0 h 397"/>
              </a:gdLst>
              <a:ahLst/>
              <a:cxnLst>
                <a:cxn ang="0">
                  <a:pos x="T0" y="T1"/>
                </a:cxn>
                <a:cxn ang="0">
                  <a:pos x="T2" y="T3"/>
                </a:cxn>
                <a:cxn ang="0">
                  <a:pos x="T4" y="T5"/>
                </a:cxn>
                <a:cxn ang="0">
                  <a:pos x="T6" y="T7"/>
                </a:cxn>
                <a:cxn ang="0">
                  <a:pos x="T8" y="T9"/>
                </a:cxn>
              </a:cxnLst>
              <a:rect l="0" t="0" r="r" b="b"/>
              <a:pathLst>
                <a:path w="668" h="397">
                  <a:moveTo>
                    <a:pt x="0" y="0"/>
                  </a:moveTo>
                  <a:lnTo>
                    <a:pt x="3" y="45"/>
                  </a:lnTo>
                  <a:lnTo>
                    <a:pt x="668" y="397"/>
                  </a:lnTo>
                  <a:lnTo>
                    <a:pt x="666" y="348"/>
                  </a:lnTo>
                  <a:lnTo>
                    <a:pt x="0" y="0"/>
                  </a:lnTo>
                  <a:close/>
                </a:path>
              </a:pathLst>
            </a:custGeom>
            <a:solidFill>
              <a:schemeClr val="accent5">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1" name="Freeform 30"/>
            <p:cNvSpPr>
              <a:spLocks/>
            </p:cNvSpPr>
            <p:nvPr/>
          </p:nvSpPr>
          <p:spPr bwMode="auto">
            <a:xfrm>
              <a:off x="6522013" y="1583031"/>
              <a:ext cx="969963" cy="962025"/>
            </a:xfrm>
            <a:custGeom>
              <a:avLst/>
              <a:gdLst>
                <a:gd name="T0" fmla="*/ 1 w 258"/>
                <a:gd name="T1" fmla="*/ 165 h 256"/>
                <a:gd name="T2" fmla="*/ 205 w 258"/>
                <a:gd name="T3" fmla="*/ 32 h 256"/>
                <a:gd name="T4" fmla="*/ 237 w 258"/>
                <a:gd name="T5" fmla="*/ 38 h 256"/>
                <a:gd name="T6" fmla="*/ 212 w 258"/>
                <a:gd name="T7" fmla="*/ 106 h 256"/>
                <a:gd name="T8" fmla="*/ 5 w 258"/>
                <a:gd name="T9" fmla="*/ 235 h 256"/>
                <a:gd name="T10" fmla="*/ 6 w 258"/>
                <a:gd name="T11" fmla="*/ 256 h 256"/>
                <a:gd name="T12" fmla="*/ 218 w 258"/>
                <a:gd name="T13" fmla="*/ 120 h 256"/>
                <a:gd name="T14" fmla="*/ 254 w 258"/>
                <a:gd name="T15" fmla="*/ 51 h 256"/>
                <a:gd name="T16" fmla="*/ 208 w 258"/>
                <a:gd name="T17" fmla="*/ 10 h 256"/>
                <a:gd name="T18" fmla="*/ 0 w 258"/>
                <a:gd name="T19" fmla="*/ 142 h 256"/>
                <a:gd name="T20" fmla="*/ 1 w 258"/>
                <a:gd name="T21" fmla="*/ 16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8" h="256">
                  <a:moveTo>
                    <a:pt x="1" y="165"/>
                  </a:moveTo>
                  <a:cubicBezTo>
                    <a:pt x="205" y="32"/>
                    <a:pt x="205" y="32"/>
                    <a:pt x="205" y="32"/>
                  </a:cubicBezTo>
                  <a:cubicBezTo>
                    <a:pt x="205" y="32"/>
                    <a:pt x="228" y="16"/>
                    <a:pt x="237" y="38"/>
                  </a:cubicBezTo>
                  <a:cubicBezTo>
                    <a:pt x="247" y="61"/>
                    <a:pt x="229" y="94"/>
                    <a:pt x="212" y="106"/>
                  </a:cubicBezTo>
                  <a:cubicBezTo>
                    <a:pt x="5" y="235"/>
                    <a:pt x="5" y="235"/>
                    <a:pt x="5" y="235"/>
                  </a:cubicBezTo>
                  <a:cubicBezTo>
                    <a:pt x="6" y="256"/>
                    <a:pt x="6" y="256"/>
                    <a:pt x="6" y="256"/>
                  </a:cubicBezTo>
                  <a:cubicBezTo>
                    <a:pt x="218" y="120"/>
                    <a:pt x="218" y="120"/>
                    <a:pt x="218" y="120"/>
                  </a:cubicBezTo>
                  <a:cubicBezTo>
                    <a:pt x="218" y="120"/>
                    <a:pt x="258" y="88"/>
                    <a:pt x="254" y="51"/>
                  </a:cubicBezTo>
                  <a:cubicBezTo>
                    <a:pt x="251" y="13"/>
                    <a:pt x="225" y="0"/>
                    <a:pt x="208" y="10"/>
                  </a:cubicBezTo>
                  <a:cubicBezTo>
                    <a:pt x="0" y="142"/>
                    <a:pt x="0" y="142"/>
                    <a:pt x="0" y="142"/>
                  </a:cubicBezTo>
                  <a:cubicBezTo>
                    <a:pt x="1" y="165"/>
                    <a:pt x="1" y="165"/>
                    <a:pt x="1" y="165"/>
                  </a:cubicBezTo>
                </a:path>
              </a:pathLst>
            </a:custGeom>
            <a:solidFill>
              <a:schemeClr val="accent5">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3" name="Freeform 32"/>
            <p:cNvSpPr>
              <a:spLocks/>
            </p:cNvSpPr>
            <p:nvPr/>
          </p:nvSpPr>
          <p:spPr bwMode="auto">
            <a:xfrm>
              <a:off x="7326876" y="1610018"/>
              <a:ext cx="44450" cy="3175"/>
            </a:xfrm>
            <a:custGeom>
              <a:avLst/>
              <a:gdLst>
                <a:gd name="T0" fmla="*/ 6 w 12"/>
                <a:gd name="T1" fmla="*/ 0 h 1"/>
                <a:gd name="T2" fmla="*/ 0 w 12"/>
                <a:gd name="T3" fmla="*/ 1 h 1"/>
                <a:gd name="T4" fmla="*/ 12 w 12"/>
                <a:gd name="T5" fmla="*/ 1 h 1"/>
                <a:gd name="T6" fmla="*/ 12 w 12"/>
                <a:gd name="T7" fmla="*/ 1 h 1"/>
                <a:gd name="T8" fmla="*/ 6 w 12"/>
                <a:gd name="T9" fmla="*/ 0 h 1"/>
              </a:gdLst>
              <a:ahLst/>
              <a:cxnLst>
                <a:cxn ang="0">
                  <a:pos x="T0" y="T1"/>
                </a:cxn>
                <a:cxn ang="0">
                  <a:pos x="T2" y="T3"/>
                </a:cxn>
                <a:cxn ang="0">
                  <a:pos x="T4" y="T5"/>
                </a:cxn>
                <a:cxn ang="0">
                  <a:pos x="T6" y="T7"/>
                </a:cxn>
                <a:cxn ang="0">
                  <a:pos x="T8" y="T9"/>
                </a:cxn>
              </a:cxnLst>
              <a:rect l="0" t="0" r="r" b="b"/>
              <a:pathLst>
                <a:path w="12" h="1">
                  <a:moveTo>
                    <a:pt x="6" y="0"/>
                  </a:moveTo>
                  <a:cubicBezTo>
                    <a:pt x="4" y="0"/>
                    <a:pt x="2" y="0"/>
                    <a:pt x="0" y="1"/>
                  </a:cubicBezTo>
                  <a:cubicBezTo>
                    <a:pt x="12" y="1"/>
                    <a:pt x="12" y="1"/>
                    <a:pt x="12" y="1"/>
                  </a:cubicBezTo>
                  <a:cubicBezTo>
                    <a:pt x="12" y="1"/>
                    <a:pt x="12" y="1"/>
                    <a:pt x="12" y="1"/>
                  </a:cubicBezTo>
                  <a:cubicBezTo>
                    <a:pt x="10" y="0"/>
                    <a:pt x="8" y="0"/>
                    <a:pt x="6" y="0"/>
                  </a:cubicBezTo>
                </a:path>
              </a:pathLst>
            </a:custGeom>
            <a:solidFill>
              <a:srgbClr val="419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70" name="Group 69"/>
          <p:cNvGrpSpPr/>
          <p:nvPr/>
        </p:nvGrpSpPr>
        <p:grpSpPr>
          <a:xfrm>
            <a:off x="528632" y="2482639"/>
            <a:ext cx="2675659" cy="1421535"/>
            <a:chOff x="3672451" y="2646656"/>
            <a:chExt cx="2943225" cy="1563688"/>
          </a:xfrm>
        </p:grpSpPr>
        <p:grpSp>
          <p:nvGrpSpPr>
            <p:cNvPr id="69" name="Group 68"/>
            <p:cNvGrpSpPr/>
            <p:nvPr/>
          </p:nvGrpSpPr>
          <p:grpSpPr>
            <a:xfrm>
              <a:off x="3672451" y="2646656"/>
              <a:ext cx="2943225" cy="1519237"/>
              <a:chOff x="3672451" y="2646656"/>
              <a:chExt cx="2943225" cy="1519237"/>
            </a:xfrm>
          </p:grpSpPr>
          <p:sp>
            <p:nvSpPr>
              <p:cNvPr id="17" name="Freeform 16"/>
              <p:cNvSpPr>
                <a:spLocks/>
              </p:cNvSpPr>
              <p:nvPr/>
            </p:nvSpPr>
            <p:spPr bwMode="auto">
              <a:xfrm>
                <a:off x="3672451" y="4051593"/>
                <a:ext cx="71438" cy="7938"/>
              </a:xfrm>
              <a:custGeom>
                <a:avLst/>
                <a:gdLst>
                  <a:gd name="T0" fmla="*/ 11 w 19"/>
                  <a:gd name="T1" fmla="*/ 0 h 2"/>
                  <a:gd name="T2" fmla="*/ 0 w 19"/>
                  <a:gd name="T3" fmla="*/ 1 h 2"/>
                  <a:gd name="T4" fmla="*/ 0 w 19"/>
                  <a:gd name="T5" fmla="*/ 2 h 2"/>
                  <a:gd name="T6" fmla="*/ 19 w 19"/>
                  <a:gd name="T7" fmla="*/ 0 h 2"/>
                  <a:gd name="T8" fmla="*/ 11 w 19"/>
                  <a:gd name="T9" fmla="*/ 0 h 2"/>
                </a:gdLst>
                <a:ahLst/>
                <a:cxnLst>
                  <a:cxn ang="0">
                    <a:pos x="T0" y="T1"/>
                  </a:cxn>
                  <a:cxn ang="0">
                    <a:pos x="T2" y="T3"/>
                  </a:cxn>
                  <a:cxn ang="0">
                    <a:pos x="T4" y="T5"/>
                  </a:cxn>
                  <a:cxn ang="0">
                    <a:pos x="T6" y="T7"/>
                  </a:cxn>
                  <a:cxn ang="0">
                    <a:pos x="T8" y="T9"/>
                  </a:cxn>
                </a:cxnLst>
                <a:rect l="0" t="0" r="r" b="b"/>
                <a:pathLst>
                  <a:path w="19" h="2">
                    <a:moveTo>
                      <a:pt x="11" y="0"/>
                    </a:moveTo>
                    <a:cubicBezTo>
                      <a:pt x="8" y="0"/>
                      <a:pt x="4" y="0"/>
                      <a:pt x="0" y="1"/>
                    </a:cubicBezTo>
                    <a:cubicBezTo>
                      <a:pt x="0" y="2"/>
                      <a:pt x="0" y="2"/>
                      <a:pt x="0" y="2"/>
                    </a:cubicBezTo>
                    <a:cubicBezTo>
                      <a:pt x="19" y="0"/>
                      <a:pt x="19" y="0"/>
                      <a:pt x="19" y="0"/>
                    </a:cubicBezTo>
                    <a:cubicBezTo>
                      <a:pt x="17" y="0"/>
                      <a:pt x="14" y="0"/>
                      <a:pt x="11" y="0"/>
                    </a:cubicBezTo>
                  </a:path>
                </a:pathLst>
              </a:custGeom>
              <a:solidFill>
                <a:srgbClr val="0A86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4" name="Freeform 33"/>
              <p:cNvSpPr>
                <a:spLocks/>
              </p:cNvSpPr>
              <p:nvPr/>
            </p:nvSpPr>
            <p:spPr bwMode="auto">
              <a:xfrm>
                <a:off x="4375713" y="3248318"/>
                <a:ext cx="2239963" cy="917575"/>
              </a:xfrm>
              <a:custGeom>
                <a:avLst/>
                <a:gdLst>
                  <a:gd name="T0" fmla="*/ 596 w 596"/>
                  <a:gd name="T1" fmla="*/ 59 h 244"/>
                  <a:gd name="T2" fmla="*/ 559 w 596"/>
                  <a:gd name="T3" fmla="*/ 42 h 244"/>
                  <a:gd name="T4" fmla="*/ 56 w 596"/>
                  <a:gd name="T5" fmla="*/ 0 h 244"/>
                  <a:gd name="T6" fmla="*/ 29 w 596"/>
                  <a:gd name="T7" fmla="*/ 71 h 244"/>
                  <a:gd name="T8" fmla="*/ 296 w 596"/>
                  <a:gd name="T9" fmla="*/ 244 h 244"/>
                  <a:gd name="T10" fmla="*/ 596 w 596"/>
                  <a:gd name="T11" fmla="*/ 59 h 244"/>
                </a:gdLst>
                <a:ahLst/>
                <a:cxnLst>
                  <a:cxn ang="0">
                    <a:pos x="T0" y="T1"/>
                  </a:cxn>
                  <a:cxn ang="0">
                    <a:pos x="T2" y="T3"/>
                  </a:cxn>
                  <a:cxn ang="0">
                    <a:pos x="T4" y="T5"/>
                  </a:cxn>
                  <a:cxn ang="0">
                    <a:pos x="T6" y="T7"/>
                  </a:cxn>
                  <a:cxn ang="0">
                    <a:pos x="T8" y="T9"/>
                  </a:cxn>
                  <a:cxn ang="0">
                    <a:pos x="T10" y="T11"/>
                  </a:cxn>
                </a:cxnLst>
                <a:rect l="0" t="0" r="r" b="b"/>
                <a:pathLst>
                  <a:path w="596" h="244">
                    <a:moveTo>
                      <a:pt x="596" y="59"/>
                    </a:moveTo>
                    <a:cubicBezTo>
                      <a:pt x="559" y="42"/>
                      <a:pt x="559" y="42"/>
                      <a:pt x="559" y="42"/>
                    </a:cubicBezTo>
                    <a:cubicBezTo>
                      <a:pt x="56" y="0"/>
                      <a:pt x="56" y="0"/>
                      <a:pt x="56" y="0"/>
                    </a:cubicBezTo>
                    <a:cubicBezTo>
                      <a:pt x="56" y="0"/>
                      <a:pt x="0" y="24"/>
                      <a:pt x="29" y="71"/>
                    </a:cubicBezTo>
                    <a:cubicBezTo>
                      <a:pt x="68" y="133"/>
                      <a:pt x="296" y="244"/>
                      <a:pt x="296" y="244"/>
                    </a:cubicBezTo>
                    <a:lnTo>
                      <a:pt x="596" y="59"/>
                    </a:lnTo>
                    <a:close/>
                  </a:path>
                </a:pathLst>
              </a:custGeom>
              <a:solidFill>
                <a:schemeClr val="accent4">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5" name="Freeform 34"/>
              <p:cNvSpPr>
                <a:spLocks/>
              </p:cNvSpPr>
              <p:nvPr/>
            </p:nvSpPr>
            <p:spPr bwMode="auto">
              <a:xfrm>
                <a:off x="4615426" y="3176881"/>
                <a:ext cx="1944688" cy="879475"/>
              </a:xfrm>
              <a:custGeom>
                <a:avLst/>
                <a:gdLst>
                  <a:gd name="T0" fmla="*/ 1225 w 1225"/>
                  <a:gd name="T1" fmla="*/ 19 h 554"/>
                  <a:gd name="T2" fmla="*/ 1225 w 1225"/>
                  <a:gd name="T3" fmla="*/ 166 h 554"/>
                  <a:gd name="T4" fmla="*/ 550 w 1225"/>
                  <a:gd name="T5" fmla="*/ 554 h 554"/>
                  <a:gd name="T6" fmla="*/ 3 w 1225"/>
                  <a:gd name="T7" fmla="*/ 251 h 554"/>
                  <a:gd name="T8" fmla="*/ 0 w 1225"/>
                  <a:gd name="T9" fmla="*/ 83 h 554"/>
                  <a:gd name="T10" fmla="*/ 564 w 1225"/>
                  <a:gd name="T11" fmla="*/ 381 h 554"/>
                  <a:gd name="T12" fmla="*/ 1220 w 1225"/>
                  <a:gd name="T13" fmla="*/ 0 h 554"/>
                  <a:gd name="T14" fmla="*/ 1225 w 1225"/>
                  <a:gd name="T15" fmla="*/ 19 h 5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54">
                    <a:moveTo>
                      <a:pt x="1225" y="19"/>
                    </a:moveTo>
                    <a:lnTo>
                      <a:pt x="1225" y="166"/>
                    </a:lnTo>
                    <a:lnTo>
                      <a:pt x="550" y="554"/>
                    </a:lnTo>
                    <a:lnTo>
                      <a:pt x="3" y="251"/>
                    </a:lnTo>
                    <a:lnTo>
                      <a:pt x="0" y="83"/>
                    </a:lnTo>
                    <a:lnTo>
                      <a:pt x="564" y="381"/>
                    </a:lnTo>
                    <a:lnTo>
                      <a:pt x="1220" y="0"/>
                    </a:lnTo>
                    <a:lnTo>
                      <a:pt x="1225" y="19"/>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6" name="Freeform 35"/>
              <p:cNvSpPr>
                <a:spLocks/>
              </p:cNvSpPr>
              <p:nvPr/>
            </p:nvSpPr>
            <p:spPr bwMode="auto">
              <a:xfrm>
                <a:off x="4510651" y="2646656"/>
                <a:ext cx="2105025" cy="1093788"/>
              </a:xfrm>
              <a:custGeom>
                <a:avLst/>
                <a:gdLst>
                  <a:gd name="T0" fmla="*/ 560 w 560"/>
                  <a:gd name="T1" fmla="*/ 122 h 291"/>
                  <a:gd name="T2" fmla="*/ 260 w 560"/>
                  <a:gd name="T3" fmla="*/ 291 h 291"/>
                  <a:gd name="T4" fmla="*/ 0 w 560"/>
                  <a:gd name="T5" fmla="*/ 158 h 291"/>
                  <a:gd name="T6" fmla="*/ 9 w 560"/>
                  <a:gd name="T7" fmla="*/ 154 h 291"/>
                  <a:gd name="T8" fmla="*/ 290 w 560"/>
                  <a:gd name="T9" fmla="*/ 11 h 291"/>
                  <a:gd name="T10" fmla="*/ 326 w 560"/>
                  <a:gd name="T11" fmla="*/ 6 h 291"/>
                  <a:gd name="T12" fmla="*/ 560 w 560"/>
                  <a:gd name="T13" fmla="*/ 122 h 291"/>
                </a:gdLst>
                <a:ahLst/>
                <a:cxnLst>
                  <a:cxn ang="0">
                    <a:pos x="T0" y="T1"/>
                  </a:cxn>
                  <a:cxn ang="0">
                    <a:pos x="T2" y="T3"/>
                  </a:cxn>
                  <a:cxn ang="0">
                    <a:pos x="T4" y="T5"/>
                  </a:cxn>
                  <a:cxn ang="0">
                    <a:pos x="T6" y="T7"/>
                  </a:cxn>
                  <a:cxn ang="0">
                    <a:pos x="T8" y="T9"/>
                  </a:cxn>
                  <a:cxn ang="0">
                    <a:pos x="T10" y="T11"/>
                  </a:cxn>
                  <a:cxn ang="0">
                    <a:pos x="T12" y="T13"/>
                  </a:cxn>
                </a:cxnLst>
                <a:rect l="0" t="0" r="r" b="b"/>
                <a:pathLst>
                  <a:path w="560" h="291">
                    <a:moveTo>
                      <a:pt x="560" y="122"/>
                    </a:moveTo>
                    <a:cubicBezTo>
                      <a:pt x="260" y="291"/>
                      <a:pt x="260" y="291"/>
                      <a:pt x="260" y="291"/>
                    </a:cubicBezTo>
                    <a:cubicBezTo>
                      <a:pt x="0" y="158"/>
                      <a:pt x="0" y="158"/>
                      <a:pt x="0" y="158"/>
                    </a:cubicBezTo>
                    <a:cubicBezTo>
                      <a:pt x="9" y="154"/>
                      <a:pt x="9" y="154"/>
                      <a:pt x="9" y="154"/>
                    </a:cubicBezTo>
                    <a:cubicBezTo>
                      <a:pt x="290" y="11"/>
                      <a:pt x="290" y="11"/>
                      <a:pt x="290" y="11"/>
                    </a:cubicBezTo>
                    <a:cubicBezTo>
                      <a:pt x="290" y="11"/>
                      <a:pt x="309" y="0"/>
                      <a:pt x="326" y="6"/>
                    </a:cubicBezTo>
                    <a:cubicBezTo>
                      <a:pt x="343" y="12"/>
                      <a:pt x="560" y="122"/>
                      <a:pt x="560" y="122"/>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7" name="Freeform 36"/>
              <p:cNvSpPr>
                <a:spLocks/>
              </p:cNvSpPr>
              <p:nvPr/>
            </p:nvSpPr>
            <p:spPr bwMode="auto">
              <a:xfrm>
                <a:off x="5491726" y="3105443"/>
                <a:ext cx="1123950" cy="728663"/>
              </a:xfrm>
              <a:custGeom>
                <a:avLst/>
                <a:gdLst>
                  <a:gd name="T0" fmla="*/ 0 w 708"/>
                  <a:gd name="T1" fmla="*/ 400 h 459"/>
                  <a:gd name="T2" fmla="*/ 708 w 708"/>
                  <a:gd name="T3" fmla="*/ 0 h 459"/>
                  <a:gd name="T4" fmla="*/ 708 w 708"/>
                  <a:gd name="T5" fmla="*/ 57 h 459"/>
                  <a:gd name="T6" fmla="*/ 0 w 708"/>
                  <a:gd name="T7" fmla="*/ 459 h 459"/>
                  <a:gd name="T8" fmla="*/ 0 w 708"/>
                  <a:gd name="T9" fmla="*/ 400 h 459"/>
                </a:gdLst>
                <a:ahLst/>
                <a:cxnLst>
                  <a:cxn ang="0">
                    <a:pos x="T0" y="T1"/>
                  </a:cxn>
                  <a:cxn ang="0">
                    <a:pos x="T2" y="T3"/>
                  </a:cxn>
                  <a:cxn ang="0">
                    <a:pos x="T4" y="T5"/>
                  </a:cxn>
                  <a:cxn ang="0">
                    <a:pos x="T6" y="T7"/>
                  </a:cxn>
                  <a:cxn ang="0">
                    <a:pos x="T8" y="T9"/>
                  </a:cxn>
                </a:cxnLst>
                <a:rect l="0" t="0" r="r" b="b"/>
                <a:pathLst>
                  <a:path w="708" h="459">
                    <a:moveTo>
                      <a:pt x="0" y="400"/>
                    </a:moveTo>
                    <a:lnTo>
                      <a:pt x="708" y="0"/>
                    </a:lnTo>
                    <a:lnTo>
                      <a:pt x="708" y="57"/>
                    </a:lnTo>
                    <a:lnTo>
                      <a:pt x="0" y="459"/>
                    </a:lnTo>
                    <a:lnTo>
                      <a:pt x="0" y="400"/>
                    </a:ln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38" name="Freeform 37"/>
            <p:cNvSpPr>
              <a:spLocks/>
            </p:cNvSpPr>
            <p:nvPr/>
          </p:nvSpPr>
          <p:spPr bwMode="auto">
            <a:xfrm>
              <a:off x="5491726" y="3470568"/>
              <a:ext cx="1123950" cy="739775"/>
            </a:xfrm>
            <a:custGeom>
              <a:avLst/>
              <a:gdLst>
                <a:gd name="T0" fmla="*/ 708 w 708"/>
                <a:gd name="T1" fmla="*/ 0 h 466"/>
                <a:gd name="T2" fmla="*/ 708 w 708"/>
                <a:gd name="T3" fmla="*/ 49 h 466"/>
                <a:gd name="T4" fmla="*/ 0 w 708"/>
                <a:gd name="T5" fmla="*/ 466 h 466"/>
                <a:gd name="T6" fmla="*/ 0 w 708"/>
                <a:gd name="T7" fmla="*/ 411 h 466"/>
                <a:gd name="T8" fmla="*/ 708 w 708"/>
                <a:gd name="T9" fmla="*/ 0 h 466"/>
              </a:gdLst>
              <a:ahLst/>
              <a:cxnLst>
                <a:cxn ang="0">
                  <a:pos x="T0" y="T1"/>
                </a:cxn>
                <a:cxn ang="0">
                  <a:pos x="T2" y="T3"/>
                </a:cxn>
                <a:cxn ang="0">
                  <a:pos x="T4" y="T5"/>
                </a:cxn>
                <a:cxn ang="0">
                  <a:pos x="T6" y="T7"/>
                </a:cxn>
                <a:cxn ang="0">
                  <a:pos x="T8" y="T9"/>
                </a:cxn>
              </a:cxnLst>
              <a:rect l="0" t="0" r="r" b="b"/>
              <a:pathLst>
                <a:path w="708" h="466">
                  <a:moveTo>
                    <a:pt x="708" y="0"/>
                  </a:moveTo>
                  <a:lnTo>
                    <a:pt x="708" y="49"/>
                  </a:lnTo>
                  <a:lnTo>
                    <a:pt x="0" y="466"/>
                  </a:lnTo>
                  <a:lnTo>
                    <a:pt x="0" y="411"/>
                  </a:lnTo>
                  <a:lnTo>
                    <a:pt x="708" y="0"/>
                  </a:ln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9" name="Freeform 38"/>
            <p:cNvSpPr>
              <a:spLocks/>
            </p:cNvSpPr>
            <p:nvPr/>
          </p:nvSpPr>
          <p:spPr bwMode="auto">
            <a:xfrm>
              <a:off x="4424926" y="3199106"/>
              <a:ext cx="1066800" cy="1011238"/>
            </a:xfrm>
            <a:custGeom>
              <a:avLst/>
              <a:gdLst>
                <a:gd name="T0" fmla="*/ 284 w 284"/>
                <a:gd name="T1" fmla="*/ 169 h 269"/>
                <a:gd name="T2" fmla="*/ 55 w 284"/>
                <a:gd name="T3" fmla="*/ 34 h 269"/>
                <a:gd name="T4" fmla="*/ 19 w 284"/>
                <a:gd name="T5" fmla="*/ 42 h 269"/>
                <a:gd name="T6" fmla="*/ 50 w 284"/>
                <a:gd name="T7" fmla="*/ 115 h 269"/>
                <a:gd name="T8" fmla="*/ 284 w 284"/>
                <a:gd name="T9" fmla="*/ 246 h 269"/>
                <a:gd name="T10" fmla="*/ 284 w 284"/>
                <a:gd name="T11" fmla="*/ 269 h 269"/>
                <a:gd name="T12" fmla="*/ 44 w 284"/>
                <a:gd name="T13" fmla="*/ 131 h 269"/>
                <a:gd name="T14" fmla="*/ 1 w 284"/>
                <a:gd name="T15" fmla="*/ 57 h 269"/>
                <a:gd name="T16" fmla="*/ 50 w 284"/>
                <a:gd name="T17" fmla="*/ 10 h 269"/>
                <a:gd name="T18" fmla="*/ 284 w 284"/>
                <a:gd name="T19" fmla="*/ 144 h 269"/>
                <a:gd name="T20" fmla="*/ 284 w 284"/>
                <a:gd name="T21" fmla="*/ 1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69">
                  <a:moveTo>
                    <a:pt x="284" y="169"/>
                  </a:moveTo>
                  <a:cubicBezTo>
                    <a:pt x="55" y="34"/>
                    <a:pt x="55" y="34"/>
                    <a:pt x="55" y="34"/>
                  </a:cubicBezTo>
                  <a:cubicBezTo>
                    <a:pt x="55" y="34"/>
                    <a:pt x="29" y="17"/>
                    <a:pt x="19" y="42"/>
                  </a:cubicBezTo>
                  <a:cubicBezTo>
                    <a:pt x="10" y="67"/>
                    <a:pt x="31" y="103"/>
                    <a:pt x="50" y="115"/>
                  </a:cubicBezTo>
                  <a:cubicBezTo>
                    <a:pt x="284" y="246"/>
                    <a:pt x="284" y="246"/>
                    <a:pt x="284" y="246"/>
                  </a:cubicBezTo>
                  <a:cubicBezTo>
                    <a:pt x="284" y="269"/>
                    <a:pt x="284" y="269"/>
                    <a:pt x="284" y="269"/>
                  </a:cubicBezTo>
                  <a:cubicBezTo>
                    <a:pt x="44" y="131"/>
                    <a:pt x="44" y="131"/>
                    <a:pt x="44" y="131"/>
                  </a:cubicBezTo>
                  <a:cubicBezTo>
                    <a:pt x="44" y="131"/>
                    <a:pt x="0" y="98"/>
                    <a:pt x="1" y="57"/>
                  </a:cubicBezTo>
                  <a:cubicBezTo>
                    <a:pt x="3" y="16"/>
                    <a:pt x="31" y="0"/>
                    <a:pt x="50" y="10"/>
                  </a:cubicBezTo>
                  <a:cubicBezTo>
                    <a:pt x="284" y="144"/>
                    <a:pt x="284" y="144"/>
                    <a:pt x="284" y="144"/>
                  </a:cubicBezTo>
                  <a:lnTo>
                    <a:pt x="284" y="169"/>
                  </a:ln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4" name="Group 63"/>
          <p:cNvGrpSpPr/>
          <p:nvPr/>
        </p:nvGrpSpPr>
        <p:grpSpPr>
          <a:xfrm>
            <a:off x="3256245" y="4187036"/>
            <a:ext cx="1274329" cy="891887"/>
            <a:chOff x="6672826" y="4521493"/>
            <a:chExt cx="1401762" cy="981076"/>
          </a:xfrm>
        </p:grpSpPr>
        <p:sp>
          <p:nvSpPr>
            <p:cNvPr id="41" name="Freeform 40"/>
            <p:cNvSpPr>
              <a:spLocks/>
            </p:cNvSpPr>
            <p:nvPr/>
          </p:nvSpPr>
          <p:spPr bwMode="auto">
            <a:xfrm>
              <a:off x="6672826" y="4939006"/>
              <a:ext cx="1398588" cy="538163"/>
            </a:xfrm>
            <a:custGeom>
              <a:avLst/>
              <a:gdLst>
                <a:gd name="T0" fmla="*/ 372 w 372"/>
                <a:gd name="T1" fmla="*/ 16 h 143"/>
                <a:gd name="T2" fmla="*/ 349 w 372"/>
                <a:gd name="T3" fmla="*/ 7 h 143"/>
                <a:gd name="T4" fmla="*/ 34 w 372"/>
                <a:gd name="T5" fmla="*/ 0 h 143"/>
                <a:gd name="T6" fmla="*/ 20 w 372"/>
                <a:gd name="T7" fmla="*/ 44 h 143"/>
                <a:gd name="T8" fmla="*/ 192 w 372"/>
                <a:gd name="T9" fmla="*/ 143 h 143"/>
                <a:gd name="T10" fmla="*/ 372 w 372"/>
                <a:gd name="T11" fmla="*/ 16 h 143"/>
              </a:gdLst>
              <a:ahLst/>
              <a:cxnLst>
                <a:cxn ang="0">
                  <a:pos x="T0" y="T1"/>
                </a:cxn>
                <a:cxn ang="0">
                  <a:pos x="T2" y="T3"/>
                </a:cxn>
                <a:cxn ang="0">
                  <a:pos x="T4" y="T5"/>
                </a:cxn>
                <a:cxn ang="0">
                  <a:pos x="T6" y="T7"/>
                </a:cxn>
                <a:cxn ang="0">
                  <a:pos x="T8" y="T9"/>
                </a:cxn>
                <a:cxn ang="0">
                  <a:pos x="T10" y="T11"/>
                </a:cxn>
              </a:cxnLst>
              <a:rect l="0" t="0" r="r" b="b"/>
              <a:pathLst>
                <a:path w="372" h="143">
                  <a:moveTo>
                    <a:pt x="372" y="16"/>
                  </a:moveTo>
                  <a:cubicBezTo>
                    <a:pt x="349" y="7"/>
                    <a:pt x="349" y="7"/>
                    <a:pt x="349" y="7"/>
                  </a:cubicBezTo>
                  <a:cubicBezTo>
                    <a:pt x="34" y="0"/>
                    <a:pt x="34" y="0"/>
                    <a:pt x="34" y="0"/>
                  </a:cubicBezTo>
                  <a:cubicBezTo>
                    <a:pt x="34" y="0"/>
                    <a:pt x="0" y="17"/>
                    <a:pt x="20" y="44"/>
                  </a:cubicBezTo>
                  <a:cubicBezTo>
                    <a:pt x="46" y="82"/>
                    <a:pt x="192" y="143"/>
                    <a:pt x="192" y="143"/>
                  </a:cubicBezTo>
                  <a:lnTo>
                    <a:pt x="372" y="16"/>
                  </a:lnTo>
                  <a:close/>
                </a:path>
              </a:pathLst>
            </a:custGeom>
            <a:solidFill>
              <a:schemeClr val="accent2">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2" name="Freeform 41"/>
            <p:cNvSpPr>
              <a:spLocks/>
            </p:cNvSpPr>
            <p:nvPr/>
          </p:nvSpPr>
          <p:spPr bwMode="auto">
            <a:xfrm>
              <a:off x="6823638" y="4818356"/>
              <a:ext cx="1214438" cy="590550"/>
            </a:xfrm>
            <a:custGeom>
              <a:avLst/>
              <a:gdLst>
                <a:gd name="T0" fmla="*/ 760 w 765"/>
                <a:gd name="T1" fmla="*/ 15 h 372"/>
                <a:gd name="T2" fmla="*/ 765 w 765"/>
                <a:gd name="T3" fmla="*/ 105 h 372"/>
                <a:gd name="T4" fmla="*/ 357 w 765"/>
                <a:gd name="T5" fmla="*/ 372 h 372"/>
                <a:gd name="T6" fmla="*/ 7 w 765"/>
                <a:gd name="T7" fmla="*/ 202 h 372"/>
                <a:gd name="T8" fmla="*/ 0 w 765"/>
                <a:gd name="T9" fmla="*/ 97 h 372"/>
                <a:gd name="T10" fmla="*/ 360 w 765"/>
                <a:gd name="T11" fmla="*/ 263 h 372"/>
                <a:gd name="T12" fmla="*/ 758 w 765"/>
                <a:gd name="T13" fmla="*/ 0 h 372"/>
                <a:gd name="T14" fmla="*/ 760 w 765"/>
                <a:gd name="T15" fmla="*/ 15 h 3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5" h="372">
                  <a:moveTo>
                    <a:pt x="760" y="15"/>
                  </a:moveTo>
                  <a:lnTo>
                    <a:pt x="765" y="105"/>
                  </a:lnTo>
                  <a:lnTo>
                    <a:pt x="357" y="372"/>
                  </a:lnTo>
                  <a:lnTo>
                    <a:pt x="7" y="202"/>
                  </a:lnTo>
                  <a:lnTo>
                    <a:pt x="0" y="97"/>
                  </a:lnTo>
                  <a:lnTo>
                    <a:pt x="360" y="263"/>
                  </a:lnTo>
                  <a:lnTo>
                    <a:pt x="758" y="0"/>
                  </a:lnTo>
                  <a:lnTo>
                    <a:pt x="760" y="15"/>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3" name="Freeform 42"/>
            <p:cNvSpPr>
              <a:spLocks/>
            </p:cNvSpPr>
            <p:nvPr/>
          </p:nvSpPr>
          <p:spPr bwMode="auto">
            <a:xfrm>
              <a:off x="6755376" y="4521493"/>
              <a:ext cx="1304925" cy="688975"/>
            </a:xfrm>
            <a:custGeom>
              <a:avLst/>
              <a:gdLst>
                <a:gd name="T0" fmla="*/ 347 w 347"/>
                <a:gd name="T1" fmla="*/ 67 h 183"/>
                <a:gd name="T2" fmla="*/ 167 w 347"/>
                <a:gd name="T3" fmla="*/ 183 h 183"/>
                <a:gd name="T4" fmla="*/ 0 w 347"/>
                <a:gd name="T5" fmla="*/ 110 h 183"/>
                <a:gd name="T6" fmla="*/ 5 w 347"/>
                <a:gd name="T7" fmla="*/ 107 h 183"/>
                <a:gd name="T8" fmla="*/ 175 w 347"/>
                <a:gd name="T9" fmla="*/ 8 h 183"/>
                <a:gd name="T10" fmla="*/ 197 w 347"/>
                <a:gd name="T11" fmla="*/ 3 h 183"/>
                <a:gd name="T12" fmla="*/ 347 w 347"/>
                <a:gd name="T13" fmla="*/ 67 h 183"/>
              </a:gdLst>
              <a:ahLst/>
              <a:cxnLst>
                <a:cxn ang="0">
                  <a:pos x="T0" y="T1"/>
                </a:cxn>
                <a:cxn ang="0">
                  <a:pos x="T2" y="T3"/>
                </a:cxn>
                <a:cxn ang="0">
                  <a:pos x="T4" y="T5"/>
                </a:cxn>
                <a:cxn ang="0">
                  <a:pos x="T6" y="T7"/>
                </a:cxn>
                <a:cxn ang="0">
                  <a:pos x="T8" y="T9"/>
                </a:cxn>
                <a:cxn ang="0">
                  <a:pos x="T10" y="T11"/>
                </a:cxn>
                <a:cxn ang="0">
                  <a:pos x="T12" y="T13"/>
                </a:cxn>
              </a:cxnLst>
              <a:rect l="0" t="0" r="r" b="b"/>
              <a:pathLst>
                <a:path w="347" h="183">
                  <a:moveTo>
                    <a:pt x="347" y="67"/>
                  </a:moveTo>
                  <a:cubicBezTo>
                    <a:pt x="167" y="183"/>
                    <a:pt x="167" y="183"/>
                    <a:pt x="167" y="183"/>
                  </a:cubicBezTo>
                  <a:cubicBezTo>
                    <a:pt x="0" y="110"/>
                    <a:pt x="0" y="110"/>
                    <a:pt x="0" y="110"/>
                  </a:cubicBezTo>
                  <a:cubicBezTo>
                    <a:pt x="5" y="107"/>
                    <a:pt x="5" y="107"/>
                    <a:pt x="5" y="107"/>
                  </a:cubicBezTo>
                  <a:cubicBezTo>
                    <a:pt x="175" y="8"/>
                    <a:pt x="175" y="8"/>
                    <a:pt x="175" y="8"/>
                  </a:cubicBezTo>
                  <a:cubicBezTo>
                    <a:pt x="175" y="8"/>
                    <a:pt x="186" y="0"/>
                    <a:pt x="197" y="3"/>
                  </a:cubicBezTo>
                  <a:cubicBezTo>
                    <a:pt x="208" y="7"/>
                    <a:pt x="347" y="67"/>
                    <a:pt x="347" y="67"/>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 name="Freeform 43"/>
            <p:cNvSpPr>
              <a:spLocks/>
            </p:cNvSpPr>
            <p:nvPr/>
          </p:nvSpPr>
          <p:spPr bwMode="auto">
            <a:xfrm>
              <a:off x="7384026" y="4773906"/>
              <a:ext cx="679450" cy="495300"/>
            </a:xfrm>
            <a:custGeom>
              <a:avLst/>
              <a:gdLst>
                <a:gd name="T0" fmla="*/ 0 w 428"/>
                <a:gd name="T1" fmla="*/ 275 h 312"/>
                <a:gd name="T2" fmla="*/ 426 w 428"/>
                <a:gd name="T3" fmla="*/ 0 h 312"/>
                <a:gd name="T4" fmla="*/ 428 w 428"/>
                <a:gd name="T5" fmla="*/ 35 h 312"/>
                <a:gd name="T6" fmla="*/ 2 w 428"/>
                <a:gd name="T7" fmla="*/ 312 h 312"/>
                <a:gd name="T8" fmla="*/ 0 w 428"/>
                <a:gd name="T9" fmla="*/ 275 h 312"/>
              </a:gdLst>
              <a:ahLst/>
              <a:cxnLst>
                <a:cxn ang="0">
                  <a:pos x="T0" y="T1"/>
                </a:cxn>
                <a:cxn ang="0">
                  <a:pos x="T2" y="T3"/>
                </a:cxn>
                <a:cxn ang="0">
                  <a:pos x="T4" y="T5"/>
                </a:cxn>
                <a:cxn ang="0">
                  <a:pos x="T6" y="T7"/>
                </a:cxn>
                <a:cxn ang="0">
                  <a:pos x="T8" y="T9"/>
                </a:cxn>
              </a:cxnLst>
              <a:rect l="0" t="0" r="r" b="b"/>
              <a:pathLst>
                <a:path w="428" h="312">
                  <a:moveTo>
                    <a:pt x="0" y="275"/>
                  </a:moveTo>
                  <a:lnTo>
                    <a:pt x="426" y="0"/>
                  </a:lnTo>
                  <a:lnTo>
                    <a:pt x="428" y="35"/>
                  </a:lnTo>
                  <a:lnTo>
                    <a:pt x="2" y="312"/>
                  </a:lnTo>
                  <a:lnTo>
                    <a:pt x="0" y="275"/>
                  </a:lnTo>
                  <a:close/>
                </a:path>
              </a:pathLst>
            </a:custGeom>
            <a:solidFill>
              <a:schemeClr val="accent2">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 name="Freeform 44"/>
            <p:cNvSpPr>
              <a:spLocks/>
            </p:cNvSpPr>
            <p:nvPr/>
          </p:nvSpPr>
          <p:spPr bwMode="auto">
            <a:xfrm>
              <a:off x="7395138" y="4999331"/>
              <a:ext cx="679450" cy="503238"/>
            </a:xfrm>
            <a:custGeom>
              <a:avLst/>
              <a:gdLst>
                <a:gd name="T0" fmla="*/ 426 w 428"/>
                <a:gd name="T1" fmla="*/ 0 h 317"/>
                <a:gd name="T2" fmla="*/ 428 w 428"/>
                <a:gd name="T3" fmla="*/ 31 h 317"/>
                <a:gd name="T4" fmla="*/ 2 w 428"/>
                <a:gd name="T5" fmla="*/ 317 h 317"/>
                <a:gd name="T6" fmla="*/ 0 w 428"/>
                <a:gd name="T7" fmla="*/ 284 h 317"/>
                <a:gd name="T8" fmla="*/ 426 w 428"/>
                <a:gd name="T9" fmla="*/ 0 h 317"/>
              </a:gdLst>
              <a:ahLst/>
              <a:cxnLst>
                <a:cxn ang="0">
                  <a:pos x="T0" y="T1"/>
                </a:cxn>
                <a:cxn ang="0">
                  <a:pos x="T2" y="T3"/>
                </a:cxn>
                <a:cxn ang="0">
                  <a:pos x="T4" y="T5"/>
                </a:cxn>
                <a:cxn ang="0">
                  <a:pos x="T6" y="T7"/>
                </a:cxn>
                <a:cxn ang="0">
                  <a:pos x="T8" y="T9"/>
                </a:cxn>
              </a:cxnLst>
              <a:rect l="0" t="0" r="r" b="b"/>
              <a:pathLst>
                <a:path w="428" h="317">
                  <a:moveTo>
                    <a:pt x="426" y="0"/>
                  </a:moveTo>
                  <a:lnTo>
                    <a:pt x="428" y="31"/>
                  </a:lnTo>
                  <a:lnTo>
                    <a:pt x="2" y="317"/>
                  </a:lnTo>
                  <a:lnTo>
                    <a:pt x="0" y="284"/>
                  </a:lnTo>
                  <a:lnTo>
                    <a:pt x="426" y="0"/>
                  </a:lnTo>
                  <a:close/>
                </a:path>
              </a:pathLst>
            </a:custGeom>
            <a:solidFill>
              <a:schemeClr val="accent2">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 name="Freeform 45"/>
            <p:cNvSpPr>
              <a:spLocks/>
            </p:cNvSpPr>
            <p:nvPr/>
          </p:nvSpPr>
          <p:spPr bwMode="auto">
            <a:xfrm>
              <a:off x="6706163" y="4908843"/>
              <a:ext cx="692150" cy="593725"/>
            </a:xfrm>
            <a:custGeom>
              <a:avLst/>
              <a:gdLst>
                <a:gd name="T0" fmla="*/ 181 w 184"/>
                <a:gd name="T1" fmla="*/ 96 h 158"/>
                <a:gd name="T2" fmla="*/ 33 w 184"/>
                <a:gd name="T3" fmla="*/ 20 h 158"/>
                <a:gd name="T4" fmla="*/ 11 w 184"/>
                <a:gd name="T5" fmla="*/ 27 h 158"/>
                <a:gd name="T6" fmla="*/ 33 w 184"/>
                <a:gd name="T7" fmla="*/ 71 h 158"/>
                <a:gd name="T8" fmla="*/ 183 w 184"/>
                <a:gd name="T9" fmla="*/ 144 h 158"/>
                <a:gd name="T10" fmla="*/ 184 w 184"/>
                <a:gd name="T11" fmla="*/ 158 h 158"/>
                <a:gd name="T12" fmla="*/ 30 w 184"/>
                <a:gd name="T13" fmla="*/ 81 h 158"/>
                <a:gd name="T14" fmla="*/ 1 w 184"/>
                <a:gd name="T15" fmla="*/ 36 h 158"/>
                <a:gd name="T16" fmla="*/ 29 w 184"/>
                <a:gd name="T17" fmla="*/ 5 h 158"/>
                <a:gd name="T18" fmla="*/ 180 w 184"/>
                <a:gd name="T19" fmla="*/ 80 h 158"/>
                <a:gd name="T20" fmla="*/ 181 w 184"/>
                <a:gd name="T21" fmla="*/ 9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158">
                  <a:moveTo>
                    <a:pt x="181" y="96"/>
                  </a:moveTo>
                  <a:cubicBezTo>
                    <a:pt x="33" y="20"/>
                    <a:pt x="33" y="20"/>
                    <a:pt x="33" y="20"/>
                  </a:cubicBezTo>
                  <a:cubicBezTo>
                    <a:pt x="33" y="20"/>
                    <a:pt x="16" y="11"/>
                    <a:pt x="11" y="27"/>
                  </a:cubicBezTo>
                  <a:cubicBezTo>
                    <a:pt x="6" y="43"/>
                    <a:pt x="21" y="64"/>
                    <a:pt x="33" y="71"/>
                  </a:cubicBezTo>
                  <a:cubicBezTo>
                    <a:pt x="183" y="144"/>
                    <a:pt x="183" y="144"/>
                    <a:pt x="183" y="144"/>
                  </a:cubicBezTo>
                  <a:cubicBezTo>
                    <a:pt x="184" y="158"/>
                    <a:pt x="184" y="158"/>
                    <a:pt x="184" y="158"/>
                  </a:cubicBezTo>
                  <a:cubicBezTo>
                    <a:pt x="30" y="81"/>
                    <a:pt x="30" y="81"/>
                    <a:pt x="30" y="81"/>
                  </a:cubicBezTo>
                  <a:cubicBezTo>
                    <a:pt x="30" y="81"/>
                    <a:pt x="1" y="62"/>
                    <a:pt x="1" y="36"/>
                  </a:cubicBezTo>
                  <a:cubicBezTo>
                    <a:pt x="0" y="11"/>
                    <a:pt x="17" y="0"/>
                    <a:pt x="29" y="5"/>
                  </a:cubicBezTo>
                  <a:cubicBezTo>
                    <a:pt x="180" y="80"/>
                    <a:pt x="180" y="80"/>
                    <a:pt x="180" y="80"/>
                  </a:cubicBezTo>
                  <a:lnTo>
                    <a:pt x="181" y="96"/>
                  </a:lnTo>
                  <a:close/>
                </a:path>
              </a:pathLst>
            </a:custGeom>
            <a:solidFill>
              <a:schemeClr val="accent2">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7" name="Group 66"/>
          <p:cNvGrpSpPr/>
          <p:nvPr/>
        </p:nvGrpSpPr>
        <p:grpSpPr>
          <a:xfrm>
            <a:off x="2172415" y="1717752"/>
            <a:ext cx="874569" cy="1271443"/>
            <a:chOff x="5480613" y="1805281"/>
            <a:chExt cx="962026" cy="1398587"/>
          </a:xfrm>
        </p:grpSpPr>
        <p:sp>
          <p:nvSpPr>
            <p:cNvPr id="48" name="Freeform 47"/>
            <p:cNvSpPr>
              <a:spLocks/>
            </p:cNvSpPr>
            <p:nvPr/>
          </p:nvSpPr>
          <p:spPr bwMode="auto">
            <a:xfrm>
              <a:off x="5939401" y="2027531"/>
              <a:ext cx="387350" cy="225425"/>
            </a:xfrm>
            <a:custGeom>
              <a:avLst/>
              <a:gdLst>
                <a:gd name="T0" fmla="*/ 1 w 103"/>
                <a:gd name="T1" fmla="*/ 15 h 60"/>
                <a:gd name="T2" fmla="*/ 3 w 103"/>
                <a:gd name="T3" fmla="*/ 7 h 60"/>
                <a:gd name="T4" fmla="*/ 7 w 103"/>
                <a:gd name="T5" fmla="*/ 0 h 60"/>
                <a:gd name="T6" fmla="*/ 103 w 103"/>
                <a:gd name="T7" fmla="*/ 45 h 60"/>
                <a:gd name="T8" fmla="*/ 101 w 103"/>
                <a:gd name="T9" fmla="*/ 53 h 60"/>
                <a:gd name="T10" fmla="*/ 96 w 103"/>
                <a:gd name="T11" fmla="*/ 60 h 60"/>
                <a:gd name="T12" fmla="*/ 1 w 103"/>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1" y="15"/>
                  </a:moveTo>
                  <a:cubicBezTo>
                    <a:pt x="0" y="14"/>
                    <a:pt x="1" y="11"/>
                    <a:pt x="3" y="7"/>
                  </a:cubicBezTo>
                  <a:cubicBezTo>
                    <a:pt x="5" y="3"/>
                    <a:pt x="7" y="0"/>
                    <a:pt x="7" y="0"/>
                  </a:cubicBezTo>
                  <a:cubicBezTo>
                    <a:pt x="103" y="45"/>
                    <a:pt x="103" y="45"/>
                    <a:pt x="103" y="45"/>
                  </a:cubicBezTo>
                  <a:cubicBezTo>
                    <a:pt x="103" y="46"/>
                    <a:pt x="102" y="49"/>
                    <a:pt x="101" y="53"/>
                  </a:cubicBezTo>
                  <a:cubicBezTo>
                    <a:pt x="99" y="57"/>
                    <a:pt x="97" y="60"/>
                    <a:pt x="96" y="60"/>
                  </a:cubicBezTo>
                  <a:lnTo>
                    <a:pt x="1"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 name="Freeform 48"/>
            <p:cNvSpPr>
              <a:spLocks/>
            </p:cNvSpPr>
            <p:nvPr/>
          </p:nvSpPr>
          <p:spPr bwMode="auto">
            <a:xfrm>
              <a:off x="5871138" y="2173581"/>
              <a:ext cx="387350" cy="225425"/>
            </a:xfrm>
            <a:custGeom>
              <a:avLst/>
              <a:gdLst>
                <a:gd name="T0" fmla="*/ 0 w 103"/>
                <a:gd name="T1" fmla="*/ 14 h 60"/>
                <a:gd name="T2" fmla="*/ 3 w 103"/>
                <a:gd name="T3" fmla="*/ 7 h 60"/>
                <a:gd name="T4" fmla="*/ 7 w 103"/>
                <a:gd name="T5" fmla="*/ 0 h 60"/>
                <a:gd name="T6" fmla="*/ 103 w 103"/>
                <a:gd name="T7" fmla="*/ 45 h 60"/>
                <a:gd name="T8" fmla="*/ 100 w 103"/>
                <a:gd name="T9" fmla="*/ 53 h 60"/>
                <a:gd name="T10" fmla="*/ 96 w 103"/>
                <a:gd name="T11" fmla="*/ 60 h 60"/>
                <a:gd name="T12" fmla="*/ 0 w 103"/>
                <a:gd name="T13" fmla="*/ 14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0" y="14"/>
                  </a:moveTo>
                  <a:cubicBezTo>
                    <a:pt x="0" y="14"/>
                    <a:pt x="1" y="11"/>
                    <a:pt x="3" y="7"/>
                  </a:cubicBezTo>
                  <a:cubicBezTo>
                    <a:pt x="4" y="3"/>
                    <a:pt x="6" y="0"/>
                    <a:pt x="7" y="0"/>
                  </a:cubicBezTo>
                  <a:cubicBezTo>
                    <a:pt x="103" y="45"/>
                    <a:pt x="103" y="45"/>
                    <a:pt x="103" y="45"/>
                  </a:cubicBezTo>
                  <a:cubicBezTo>
                    <a:pt x="103" y="45"/>
                    <a:pt x="102" y="49"/>
                    <a:pt x="100" y="53"/>
                  </a:cubicBezTo>
                  <a:cubicBezTo>
                    <a:pt x="98" y="57"/>
                    <a:pt x="96" y="60"/>
                    <a:pt x="96" y="60"/>
                  </a:cubicBezTo>
                  <a:lnTo>
                    <a:pt x="0" y="14"/>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 name="Freeform 49"/>
            <p:cNvSpPr>
              <a:spLocks/>
            </p:cNvSpPr>
            <p:nvPr/>
          </p:nvSpPr>
          <p:spPr bwMode="auto">
            <a:xfrm>
              <a:off x="5799701" y="2319631"/>
              <a:ext cx="392113" cy="225425"/>
            </a:xfrm>
            <a:custGeom>
              <a:avLst/>
              <a:gdLst>
                <a:gd name="T0" fmla="*/ 1 w 104"/>
                <a:gd name="T1" fmla="*/ 14 h 60"/>
                <a:gd name="T2" fmla="*/ 3 w 104"/>
                <a:gd name="T3" fmla="*/ 7 h 60"/>
                <a:gd name="T4" fmla="*/ 8 w 104"/>
                <a:gd name="T5" fmla="*/ 0 h 60"/>
                <a:gd name="T6" fmla="*/ 103 w 104"/>
                <a:gd name="T7" fmla="*/ 45 h 60"/>
                <a:gd name="T8" fmla="*/ 101 w 104"/>
                <a:gd name="T9" fmla="*/ 53 h 60"/>
                <a:gd name="T10" fmla="*/ 97 w 104"/>
                <a:gd name="T11" fmla="*/ 59 h 60"/>
                <a:gd name="T12" fmla="*/ 1 w 104"/>
                <a:gd name="T13" fmla="*/ 14 h 60"/>
              </a:gdLst>
              <a:ahLst/>
              <a:cxnLst>
                <a:cxn ang="0">
                  <a:pos x="T0" y="T1"/>
                </a:cxn>
                <a:cxn ang="0">
                  <a:pos x="T2" y="T3"/>
                </a:cxn>
                <a:cxn ang="0">
                  <a:pos x="T4" y="T5"/>
                </a:cxn>
                <a:cxn ang="0">
                  <a:pos x="T6" y="T7"/>
                </a:cxn>
                <a:cxn ang="0">
                  <a:pos x="T8" y="T9"/>
                </a:cxn>
                <a:cxn ang="0">
                  <a:pos x="T10" y="T11"/>
                </a:cxn>
                <a:cxn ang="0">
                  <a:pos x="T12" y="T13"/>
                </a:cxn>
              </a:cxnLst>
              <a:rect l="0" t="0" r="r" b="b"/>
              <a:pathLst>
                <a:path w="104" h="60">
                  <a:moveTo>
                    <a:pt x="1" y="14"/>
                  </a:moveTo>
                  <a:cubicBezTo>
                    <a:pt x="0" y="14"/>
                    <a:pt x="1" y="11"/>
                    <a:pt x="3" y="7"/>
                  </a:cubicBezTo>
                  <a:cubicBezTo>
                    <a:pt x="5" y="3"/>
                    <a:pt x="7" y="0"/>
                    <a:pt x="8" y="0"/>
                  </a:cubicBezTo>
                  <a:cubicBezTo>
                    <a:pt x="103" y="45"/>
                    <a:pt x="103" y="45"/>
                    <a:pt x="103" y="45"/>
                  </a:cubicBezTo>
                  <a:cubicBezTo>
                    <a:pt x="104" y="45"/>
                    <a:pt x="103" y="49"/>
                    <a:pt x="101" y="53"/>
                  </a:cubicBezTo>
                  <a:cubicBezTo>
                    <a:pt x="99" y="57"/>
                    <a:pt x="97" y="60"/>
                    <a:pt x="97" y="59"/>
                  </a:cubicBezTo>
                  <a:lnTo>
                    <a:pt x="1" y="14"/>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 name="Freeform 50"/>
            <p:cNvSpPr>
              <a:spLocks/>
            </p:cNvSpPr>
            <p:nvPr/>
          </p:nvSpPr>
          <p:spPr bwMode="auto">
            <a:xfrm>
              <a:off x="5733026" y="2462506"/>
              <a:ext cx="387350" cy="225425"/>
            </a:xfrm>
            <a:custGeom>
              <a:avLst/>
              <a:gdLst>
                <a:gd name="T0" fmla="*/ 1 w 103"/>
                <a:gd name="T1" fmla="*/ 15 h 60"/>
                <a:gd name="T2" fmla="*/ 3 w 103"/>
                <a:gd name="T3" fmla="*/ 7 h 60"/>
                <a:gd name="T4" fmla="*/ 7 w 103"/>
                <a:gd name="T5" fmla="*/ 1 h 60"/>
                <a:gd name="T6" fmla="*/ 103 w 103"/>
                <a:gd name="T7" fmla="*/ 46 h 60"/>
                <a:gd name="T8" fmla="*/ 101 w 103"/>
                <a:gd name="T9" fmla="*/ 53 h 60"/>
                <a:gd name="T10" fmla="*/ 96 w 103"/>
                <a:gd name="T11" fmla="*/ 60 h 60"/>
                <a:gd name="T12" fmla="*/ 1 w 103"/>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1" y="15"/>
                  </a:moveTo>
                  <a:cubicBezTo>
                    <a:pt x="0" y="15"/>
                    <a:pt x="1" y="11"/>
                    <a:pt x="3" y="7"/>
                  </a:cubicBezTo>
                  <a:cubicBezTo>
                    <a:pt x="5" y="3"/>
                    <a:pt x="7" y="0"/>
                    <a:pt x="7" y="1"/>
                  </a:cubicBezTo>
                  <a:cubicBezTo>
                    <a:pt x="103" y="46"/>
                    <a:pt x="103" y="46"/>
                    <a:pt x="103" y="46"/>
                  </a:cubicBezTo>
                  <a:cubicBezTo>
                    <a:pt x="103" y="46"/>
                    <a:pt x="102" y="49"/>
                    <a:pt x="101" y="53"/>
                  </a:cubicBezTo>
                  <a:cubicBezTo>
                    <a:pt x="99" y="57"/>
                    <a:pt x="97" y="60"/>
                    <a:pt x="96" y="60"/>
                  </a:cubicBezTo>
                  <a:lnTo>
                    <a:pt x="1"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 name="Freeform 51"/>
            <p:cNvSpPr>
              <a:spLocks/>
            </p:cNvSpPr>
            <p:nvPr/>
          </p:nvSpPr>
          <p:spPr bwMode="auto">
            <a:xfrm>
              <a:off x="5664763" y="2610143"/>
              <a:ext cx="387350" cy="225425"/>
            </a:xfrm>
            <a:custGeom>
              <a:avLst/>
              <a:gdLst>
                <a:gd name="T0" fmla="*/ 0 w 103"/>
                <a:gd name="T1" fmla="*/ 15 h 60"/>
                <a:gd name="T2" fmla="*/ 3 w 103"/>
                <a:gd name="T3" fmla="*/ 7 h 60"/>
                <a:gd name="T4" fmla="*/ 7 w 103"/>
                <a:gd name="T5" fmla="*/ 1 h 60"/>
                <a:gd name="T6" fmla="*/ 103 w 103"/>
                <a:gd name="T7" fmla="*/ 46 h 60"/>
                <a:gd name="T8" fmla="*/ 100 w 103"/>
                <a:gd name="T9" fmla="*/ 53 h 60"/>
                <a:gd name="T10" fmla="*/ 96 w 103"/>
                <a:gd name="T11" fmla="*/ 60 h 60"/>
                <a:gd name="T12" fmla="*/ 0 w 103"/>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0" y="15"/>
                  </a:moveTo>
                  <a:cubicBezTo>
                    <a:pt x="0" y="15"/>
                    <a:pt x="1" y="11"/>
                    <a:pt x="3" y="7"/>
                  </a:cubicBezTo>
                  <a:cubicBezTo>
                    <a:pt x="5" y="3"/>
                    <a:pt x="6" y="0"/>
                    <a:pt x="7" y="1"/>
                  </a:cubicBezTo>
                  <a:cubicBezTo>
                    <a:pt x="103" y="46"/>
                    <a:pt x="103" y="46"/>
                    <a:pt x="103" y="46"/>
                  </a:cubicBezTo>
                  <a:cubicBezTo>
                    <a:pt x="103" y="46"/>
                    <a:pt x="102" y="49"/>
                    <a:pt x="100" y="53"/>
                  </a:cubicBezTo>
                  <a:cubicBezTo>
                    <a:pt x="98" y="57"/>
                    <a:pt x="96" y="60"/>
                    <a:pt x="96" y="60"/>
                  </a:cubicBezTo>
                  <a:lnTo>
                    <a:pt x="0"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 name="Freeform 52"/>
            <p:cNvSpPr>
              <a:spLocks/>
            </p:cNvSpPr>
            <p:nvPr/>
          </p:nvSpPr>
          <p:spPr bwMode="auto">
            <a:xfrm>
              <a:off x="5593326" y="2756193"/>
              <a:ext cx="390525" cy="225425"/>
            </a:xfrm>
            <a:custGeom>
              <a:avLst/>
              <a:gdLst>
                <a:gd name="T0" fmla="*/ 1 w 104"/>
                <a:gd name="T1" fmla="*/ 15 h 60"/>
                <a:gd name="T2" fmla="*/ 3 w 104"/>
                <a:gd name="T3" fmla="*/ 7 h 60"/>
                <a:gd name="T4" fmla="*/ 8 w 104"/>
                <a:gd name="T5" fmla="*/ 0 h 60"/>
                <a:gd name="T6" fmla="*/ 103 w 104"/>
                <a:gd name="T7" fmla="*/ 45 h 60"/>
                <a:gd name="T8" fmla="*/ 101 w 104"/>
                <a:gd name="T9" fmla="*/ 53 h 60"/>
                <a:gd name="T10" fmla="*/ 97 w 104"/>
                <a:gd name="T11" fmla="*/ 60 h 60"/>
                <a:gd name="T12" fmla="*/ 1 w 104"/>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4" h="60">
                  <a:moveTo>
                    <a:pt x="1" y="15"/>
                  </a:moveTo>
                  <a:cubicBezTo>
                    <a:pt x="0" y="14"/>
                    <a:pt x="1" y="11"/>
                    <a:pt x="3" y="7"/>
                  </a:cubicBezTo>
                  <a:cubicBezTo>
                    <a:pt x="5" y="3"/>
                    <a:pt x="7" y="0"/>
                    <a:pt x="8" y="0"/>
                  </a:cubicBezTo>
                  <a:cubicBezTo>
                    <a:pt x="103" y="45"/>
                    <a:pt x="103" y="45"/>
                    <a:pt x="103" y="45"/>
                  </a:cubicBezTo>
                  <a:cubicBezTo>
                    <a:pt x="104" y="46"/>
                    <a:pt x="103" y="49"/>
                    <a:pt x="101" y="53"/>
                  </a:cubicBezTo>
                  <a:cubicBezTo>
                    <a:pt x="99" y="57"/>
                    <a:pt x="97" y="60"/>
                    <a:pt x="97" y="60"/>
                  </a:cubicBezTo>
                  <a:lnTo>
                    <a:pt x="1"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 name="Freeform 53"/>
            <p:cNvSpPr>
              <a:spLocks/>
            </p:cNvSpPr>
            <p:nvPr/>
          </p:nvSpPr>
          <p:spPr bwMode="auto">
            <a:xfrm>
              <a:off x="5480613" y="1805281"/>
              <a:ext cx="628650" cy="1243013"/>
            </a:xfrm>
            <a:custGeom>
              <a:avLst/>
              <a:gdLst>
                <a:gd name="T0" fmla="*/ 15 w 167"/>
                <a:gd name="T1" fmla="*/ 329 h 331"/>
                <a:gd name="T2" fmla="*/ 6 w 167"/>
                <a:gd name="T3" fmla="*/ 329 h 331"/>
                <a:gd name="T4" fmla="*/ 1 w 167"/>
                <a:gd name="T5" fmla="*/ 322 h 331"/>
                <a:gd name="T6" fmla="*/ 152 w 167"/>
                <a:gd name="T7" fmla="*/ 1 h 331"/>
                <a:gd name="T8" fmla="*/ 161 w 167"/>
                <a:gd name="T9" fmla="*/ 2 h 331"/>
                <a:gd name="T10" fmla="*/ 166 w 167"/>
                <a:gd name="T11" fmla="*/ 8 h 331"/>
                <a:gd name="T12" fmla="*/ 15 w 167"/>
                <a:gd name="T13" fmla="*/ 329 h 331"/>
              </a:gdLst>
              <a:ahLst/>
              <a:cxnLst>
                <a:cxn ang="0">
                  <a:pos x="T0" y="T1"/>
                </a:cxn>
                <a:cxn ang="0">
                  <a:pos x="T2" y="T3"/>
                </a:cxn>
                <a:cxn ang="0">
                  <a:pos x="T4" y="T5"/>
                </a:cxn>
                <a:cxn ang="0">
                  <a:pos x="T6" y="T7"/>
                </a:cxn>
                <a:cxn ang="0">
                  <a:pos x="T8" y="T9"/>
                </a:cxn>
                <a:cxn ang="0">
                  <a:pos x="T10" y="T11"/>
                </a:cxn>
                <a:cxn ang="0">
                  <a:pos x="T12" y="T13"/>
                </a:cxn>
              </a:cxnLst>
              <a:rect l="0" t="0" r="r" b="b"/>
              <a:pathLst>
                <a:path w="167" h="331">
                  <a:moveTo>
                    <a:pt x="15" y="329"/>
                  </a:moveTo>
                  <a:cubicBezTo>
                    <a:pt x="14" y="331"/>
                    <a:pt x="10" y="331"/>
                    <a:pt x="6" y="329"/>
                  </a:cubicBezTo>
                  <a:cubicBezTo>
                    <a:pt x="2" y="327"/>
                    <a:pt x="0" y="324"/>
                    <a:pt x="1" y="322"/>
                  </a:cubicBezTo>
                  <a:cubicBezTo>
                    <a:pt x="152" y="1"/>
                    <a:pt x="152" y="1"/>
                    <a:pt x="152" y="1"/>
                  </a:cubicBezTo>
                  <a:cubicBezTo>
                    <a:pt x="153" y="0"/>
                    <a:pt x="157" y="0"/>
                    <a:pt x="161" y="2"/>
                  </a:cubicBezTo>
                  <a:cubicBezTo>
                    <a:pt x="165" y="3"/>
                    <a:pt x="167" y="6"/>
                    <a:pt x="166" y="8"/>
                  </a:cubicBezTo>
                  <a:lnTo>
                    <a:pt x="15" y="329"/>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 name="Freeform 54"/>
            <p:cNvSpPr>
              <a:spLocks/>
            </p:cNvSpPr>
            <p:nvPr/>
          </p:nvSpPr>
          <p:spPr bwMode="auto">
            <a:xfrm>
              <a:off x="5815576" y="1959268"/>
              <a:ext cx="627063" cy="1244600"/>
            </a:xfrm>
            <a:custGeom>
              <a:avLst/>
              <a:gdLst>
                <a:gd name="T0" fmla="*/ 15 w 167"/>
                <a:gd name="T1" fmla="*/ 330 h 331"/>
                <a:gd name="T2" fmla="*/ 6 w 167"/>
                <a:gd name="T3" fmla="*/ 330 h 331"/>
                <a:gd name="T4" fmla="*/ 0 w 167"/>
                <a:gd name="T5" fmla="*/ 323 h 331"/>
                <a:gd name="T6" fmla="*/ 152 w 167"/>
                <a:gd name="T7" fmla="*/ 2 h 331"/>
                <a:gd name="T8" fmla="*/ 160 w 167"/>
                <a:gd name="T9" fmla="*/ 2 h 331"/>
                <a:gd name="T10" fmla="*/ 166 w 167"/>
                <a:gd name="T11" fmla="*/ 9 h 331"/>
                <a:gd name="T12" fmla="*/ 15 w 167"/>
                <a:gd name="T13" fmla="*/ 330 h 331"/>
              </a:gdLst>
              <a:ahLst/>
              <a:cxnLst>
                <a:cxn ang="0">
                  <a:pos x="T0" y="T1"/>
                </a:cxn>
                <a:cxn ang="0">
                  <a:pos x="T2" y="T3"/>
                </a:cxn>
                <a:cxn ang="0">
                  <a:pos x="T4" y="T5"/>
                </a:cxn>
                <a:cxn ang="0">
                  <a:pos x="T6" y="T7"/>
                </a:cxn>
                <a:cxn ang="0">
                  <a:pos x="T8" y="T9"/>
                </a:cxn>
                <a:cxn ang="0">
                  <a:pos x="T10" y="T11"/>
                </a:cxn>
                <a:cxn ang="0">
                  <a:pos x="T12" y="T13"/>
                </a:cxn>
              </a:cxnLst>
              <a:rect l="0" t="0" r="r" b="b"/>
              <a:pathLst>
                <a:path w="167" h="331">
                  <a:moveTo>
                    <a:pt x="15" y="330"/>
                  </a:moveTo>
                  <a:cubicBezTo>
                    <a:pt x="14" y="331"/>
                    <a:pt x="10" y="331"/>
                    <a:pt x="6" y="330"/>
                  </a:cubicBezTo>
                  <a:cubicBezTo>
                    <a:pt x="2" y="328"/>
                    <a:pt x="0" y="325"/>
                    <a:pt x="0" y="323"/>
                  </a:cubicBezTo>
                  <a:cubicBezTo>
                    <a:pt x="152" y="2"/>
                    <a:pt x="152" y="2"/>
                    <a:pt x="152" y="2"/>
                  </a:cubicBezTo>
                  <a:cubicBezTo>
                    <a:pt x="153" y="0"/>
                    <a:pt x="157" y="1"/>
                    <a:pt x="160" y="2"/>
                  </a:cubicBezTo>
                  <a:cubicBezTo>
                    <a:pt x="164" y="4"/>
                    <a:pt x="167" y="7"/>
                    <a:pt x="166" y="9"/>
                  </a:cubicBezTo>
                  <a:lnTo>
                    <a:pt x="15" y="33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5" name="Group 64"/>
          <p:cNvGrpSpPr/>
          <p:nvPr/>
        </p:nvGrpSpPr>
        <p:grpSpPr>
          <a:xfrm>
            <a:off x="2354256" y="3712230"/>
            <a:ext cx="987136" cy="1241136"/>
            <a:chOff x="5680638" y="3999206"/>
            <a:chExt cx="1085850" cy="1365250"/>
          </a:xfrm>
        </p:grpSpPr>
        <p:sp>
          <p:nvSpPr>
            <p:cNvPr id="56" name="Freeform 55"/>
            <p:cNvSpPr>
              <a:spLocks/>
            </p:cNvSpPr>
            <p:nvPr/>
          </p:nvSpPr>
          <p:spPr bwMode="auto">
            <a:xfrm>
              <a:off x="5818751" y="4207168"/>
              <a:ext cx="373063" cy="269875"/>
            </a:xfrm>
            <a:custGeom>
              <a:avLst/>
              <a:gdLst>
                <a:gd name="T0" fmla="*/ 9 w 99"/>
                <a:gd name="T1" fmla="*/ 71 h 72"/>
                <a:gd name="T2" fmla="*/ 4 w 99"/>
                <a:gd name="T3" fmla="*/ 65 h 72"/>
                <a:gd name="T4" fmla="*/ 1 w 99"/>
                <a:gd name="T5" fmla="*/ 58 h 72"/>
                <a:gd name="T6" fmla="*/ 90 w 99"/>
                <a:gd name="T7" fmla="*/ 1 h 72"/>
                <a:gd name="T8" fmla="*/ 95 w 99"/>
                <a:gd name="T9" fmla="*/ 7 h 72"/>
                <a:gd name="T10" fmla="*/ 98 w 99"/>
                <a:gd name="T11" fmla="*/ 14 h 72"/>
                <a:gd name="T12" fmla="*/ 9 w 99"/>
                <a:gd name="T13" fmla="*/ 71 h 72"/>
              </a:gdLst>
              <a:ahLst/>
              <a:cxnLst>
                <a:cxn ang="0">
                  <a:pos x="T0" y="T1"/>
                </a:cxn>
                <a:cxn ang="0">
                  <a:pos x="T2" y="T3"/>
                </a:cxn>
                <a:cxn ang="0">
                  <a:pos x="T4" y="T5"/>
                </a:cxn>
                <a:cxn ang="0">
                  <a:pos x="T6" y="T7"/>
                </a:cxn>
                <a:cxn ang="0">
                  <a:pos x="T8" y="T9"/>
                </a:cxn>
                <a:cxn ang="0">
                  <a:pos x="T10" y="T11"/>
                </a:cxn>
                <a:cxn ang="0">
                  <a:pos x="T12" y="T13"/>
                </a:cxn>
              </a:cxnLst>
              <a:rect l="0" t="0" r="r" b="b"/>
              <a:pathLst>
                <a:path w="99" h="72">
                  <a:moveTo>
                    <a:pt x="9" y="71"/>
                  </a:moveTo>
                  <a:cubicBezTo>
                    <a:pt x="9" y="72"/>
                    <a:pt x="7" y="69"/>
                    <a:pt x="4" y="65"/>
                  </a:cubicBezTo>
                  <a:cubicBezTo>
                    <a:pt x="2" y="61"/>
                    <a:pt x="0" y="58"/>
                    <a:pt x="1" y="58"/>
                  </a:cubicBezTo>
                  <a:cubicBezTo>
                    <a:pt x="90" y="1"/>
                    <a:pt x="90" y="1"/>
                    <a:pt x="90" y="1"/>
                  </a:cubicBezTo>
                  <a:cubicBezTo>
                    <a:pt x="90" y="0"/>
                    <a:pt x="93" y="3"/>
                    <a:pt x="95" y="7"/>
                  </a:cubicBezTo>
                  <a:cubicBezTo>
                    <a:pt x="97" y="11"/>
                    <a:pt x="99" y="14"/>
                    <a:pt x="98" y="14"/>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 name="Freeform 56"/>
            <p:cNvSpPr>
              <a:spLocks/>
            </p:cNvSpPr>
            <p:nvPr/>
          </p:nvSpPr>
          <p:spPr bwMode="auto">
            <a:xfrm>
              <a:off x="5906063" y="4345281"/>
              <a:ext cx="371475" cy="266700"/>
            </a:xfrm>
            <a:custGeom>
              <a:avLst/>
              <a:gdLst>
                <a:gd name="T0" fmla="*/ 10 w 99"/>
                <a:gd name="T1" fmla="*/ 70 h 71"/>
                <a:gd name="T2" fmla="*/ 4 w 99"/>
                <a:gd name="T3" fmla="*/ 64 h 71"/>
                <a:gd name="T4" fmla="*/ 1 w 99"/>
                <a:gd name="T5" fmla="*/ 57 h 71"/>
                <a:gd name="T6" fmla="*/ 90 w 99"/>
                <a:gd name="T7" fmla="*/ 0 h 71"/>
                <a:gd name="T8" fmla="*/ 95 w 99"/>
                <a:gd name="T9" fmla="*/ 6 h 71"/>
                <a:gd name="T10" fmla="*/ 99 w 99"/>
                <a:gd name="T11" fmla="*/ 13 h 71"/>
                <a:gd name="T12" fmla="*/ 10 w 99"/>
                <a:gd name="T13" fmla="*/ 70 h 71"/>
              </a:gdLst>
              <a:ahLst/>
              <a:cxnLst>
                <a:cxn ang="0">
                  <a:pos x="T0" y="T1"/>
                </a:cxn>
                <a:cxn ang="0">
                  <a:pos x="T2" y="T3"/>
                </a:cxn>
                <a:cxn ang="0">
                  <a:pos x="T4" y="T5"/>
                </a:cxn>
                <a:cxn ang="0">
                  <a:pos x="T6" y="T7"/>
                </a:cxn>
                <a:cxn ang="0">
                  <a:pos x="T8" y="T9"/>
                </a:cxn>
                <a:cxn ang="0">
                  <a:pos x="T10" y="T11"/>
                </a:cxn>
                <a:cxn ang="0">
                  <a:pos x="T12" y="T13"/>
                </a:cxn>
              </a:cxnLst>
              <a:rect l="0" t="0" r="r" b="b"/>
              <a:pathLst>
                <a:path w="99" h="71">
                  <a:moveTo>
                    <a:pt x="10" y="70"/>
                  </a:moveTo>
                  <a:cubicBezTo>
                    <a:pt x="9" y="71"/>
                    <a:pt x="7" y="68"/>
                    <a:pt x="4" y="64"/>
                  </a:cubicBezTo>
                  <a:cubicBezTo>
                    <a:pt x="2" y="61"/>
                    <a:pt x="0" y="57"/>
                    <a:pt x="1" y="57"/>
                  </a:cubicBezTo>
                  <a:cubicBezTo>
                    <a:pt x="90" y="0"/>
                    <a:pt x="90" y="0"/>
                    <a:pt x="90" y="0"/>
                  </a:cubicBezTo>
                  <a:cubicBezTo>
                    <a:pt x="91" y="0"/>
                    <a:pt x="93" y="2"/>
                    <a:pt x="95" y="6"/>
                  </a:cubicBezTo>
                  <a:cubicBezTo>
                    <a:pt x="98" y="10"/>
                    <a:pt x="99" y="13"/>
                    <a:pt x="99" y="13"/>
                  </a:cubicBezTo>
                  <a:lnTo>
                    <a:pt x="10" y="7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 name="Freeform 57"/>
            <p:cNvSpPr>
              <a:spLocks/>
            </p:cNvSpPr>
            <p:nvPr/>
          </p:nvSpPr>
          <p:spPr bwMode="auto">
            <a:xfrm>
              <a:off x="5996551" y="4480218"/>
              <a:ext cx="368300" cy="266700"/>
            </a:xfrm>
            <a:custGeom>
              <a:avLst/>
              <a:gdLst>
                <a:gd name="T0" fmla="*/ 9 w 98"/>
                <a:gd name="T1" fmla="*/ 70 h 71"/>
                <a:gd name="T2" fmla="*/ 4 w 98"/>
                <a:gd name="T3" fmla="*/ 64 h 71"/>
                <a:gd name="T4" fmla="*/ 0 w 98"/>
                <a:gd name="T5" fmla="*/ 57 h 71"/>
                <a:gd name="T6" fmla="*/ 89 w 98"/>
                <a:gd name="T7" fmla="*/ 0 h 71"/>
                <a:gd name="T8" fmla="*/ 94 w 98"/>
                <a:gd name="T9" fmla="*/ 6 h 71"/>
                <a:gd name="T10" fmla="*/ 98 w 98"/>
                <a:gd name="T11" fmla="*/ 13 h 71"/>
                <a:gd name="T12" fmla="*/ 9 w 98"/>
                <a:gd name="T13" fmla="*/ 70 h 71"/>
              </a:gdLst>
              <a:ahLst/>
              <a:cxnLst>
                <a:cxn ang="0">
                  <a:pos x="T0" y="T1"/>
                </a:cxn>
                <a:cxn ang="0">
                  <a:pos x="T2" y="T3"/>
                </a:cxn>
                <a:cxn ang="0">
                  <a:pos x="T4" y="T5"/>
                </a:cxn>
                <a:cxn ang="0">
                  <a:pos x="T6" y="T7"/>
                </a:cxn>
                <a:cxn ang="0">
                  <a:pos x="T8" y="T9"/>
                </a:cxn>
                <a:cxn ang="0">
                  <a:pos x="T10" y="T11"/>
                </a:cxn>
                <a:cxn ang="0">
                  <a:pos x="T12" y="T13"/>
                </a:cxn>
              </a:cxnLst>
              <a:rect l="0" t="0" r="r" b="b"/>
              <a:pathLst>
                <a:path w="98" h="71">
                  <a:moveTo>
                    <a:pt x="9" y="70"/>
                  </a:moveTo>
                  <a:cubicBezTo>
                    <a:pt x="8" y="71"/>
                    <a:pt x="6" y="68"/>
                    <a:pt x="4" y="64"/>
                  </a:cubicBezTo>
                  <a:cubicBezTo>
                    <a:pt x="1" y="61"/>
                    <a:pt x="0" y="57"/>
                    <a:pt x="0" y="57"/>
                  </a:cubicBezTo>
                  <a:cubicBezTo>
                    <a:pt x="89" y="0"/>
                    <a:pt x="89" y="0"/>
                    <a:pt x="89" y="0"/>
                  </a:cubicBezTo>
                  <a:cubicBezTo>
                    <a:pt x="90" y="0"/>
                    <a:pt x="92" y="2"/>
                    <a:pt x="94" y="6"/>
                  </a:cubicBezTo>
                  <a:cubicBezTo>
                    <a:pt x="97" y="10"/>
                    <a:pt x="98" y="13"/>
                    <a:pt x="98" y="13"/>
                  </a:cubicBezTo>
                  <a:lnTo>
                    <a:pt x="9" y="7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 name="Freeform 58"/>
            <p:cNvSpPr>
              <a:spLocks/>
            </p:cNvSpPr>
            <p:nvPr/>
          </p:nvSpPr>
          <p:spPr bwMode="auto">
            <a:xfrm>
              <a:off x="6082276" y="4616743"/>
              <a:ext cx="368300" cy="266700"/>
            </a:xfrm>
            <a:custGeom>
              <a:avLst/>
              <a:gdLst>
                <a:gd name="T0" fmla="*/ 9 w 98"/>
                <a:gd name="T1" fmla="*/ 71 h 71"/>
                <a:gd name="T2" fmla="*/ 4 w 98"/>
                <a:gd name="T3" fmla="*/ 64 h 71"/>
                <a:gd name="T4" fmla="*/ 0 w 98"/>
                <a:gd name="T5" fmla="*/ 57 h 71"/>
                <a:gd name="T6" fmla="*/ 89 w 98"/>
                <a:gd name="T7" fmla="*/ 0 h 71"/>
                <a:gd name="T8" fmla="*/ 95 w 98"/>
                <a:gd name="T9" fmla="*/ 6 h 71"/>
                <a:gd name="T10" fmla="*/ 98 w 98"/>
                <a:gd name="T11" fmla="*/ 13 h 71"/>
                <a:gd name="T12" fmla="*/ 9 w 98"/>
                <a:gd name="T13" fmla="*/ 71 h 71"/>
              </a:gdLst>
              <a:ahLst/>
              <a:cxnLst>
                <a:cxn ang="0">
                  <a:pos x="T0" y="T1"/>
                </a:cxn>
                <a:cxn ang="0">
                  <a:pos x="T2" y="T3"/>
                </a:cxn>
                <a:cxn ang="0">
                  <a:pos x="T4" y="T5"/>
                </a:cxn>
                <a:cxn ang="0">
                  <a:pos x="T6" y="T7"/>
                </a:cxn>
                <a:cxn ang="0">
                  <a:pos x="T8" y="T9"/>
                </a:cxn>
                <a:cxn ang="0">
                  <a:pos x="T10" y="T11"/>
                </a:cxn>
                <a:cxn ang="0">
                  <a:pos x="T12" y="T13"/>
                </a:cxn>
              </a:cxnLst>
              <a:rect l="0" t="0" r="r" b="b"/>
              <a:pathLst>
                <a:path w="98" h="71">
                  <a:moveTo>
                    <a:pt x="9" y="71"/>
                  </a:moveTo>
                  <a:cubicBezTo>
                    <a:pt x="8" y="71"/>
                    <a:pt x="6" y="68"/>
                    <a:pt x="4" y="64"/>
                  </a:cubicBezTo>
                  <a:cubicBezTo>
                    <a:pt x="1" y="61"/>
                    <a:pt x="0" y="58"/>
                    <a:pt x="0" y="57"/>
                  </a:cubicBezTo>
                  <a:cubicBezTo>
                    <a:pt x="89" y="0"/>
                    <a:pt x="89" y="0"/>
                    <a:pt x="89" y="0"/>
                  </a:cubicBezTo>
                  <a:cubicBezTo>
                    <a:pt x="90" y="0"/>
                    <a:pt x="92" y="3"/>
                    <a:pt x="95" y="6"/>
                  </a:cubicBezTo>
                  <a:cubicBezTo>
                    <a:pt x="97" y="10"/>
                    <a:pt x="98" y="13"/>
                    <a:pt x="98" y="13"/>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 name="Freeform 59"/>
            <p:cNvSpPr>
              <a:spLocks/>
            </p:cNvSpPr>
            <p:nvPr/>
          </p:nvSpPr>
          <p:spPr bwMode="auto">
            <a:xfrm>
              <a:off x="6169588" y="4751681"/>
              <a:ext cx="371475" cy="266700"/>
            </a:xfrm>
            <a:custGeom>
              <a:avLst/>
              <a:gdLst>
                <a:gd name="T0" fmla="*/ 9 w 99"/>
                <a:gd name="T1" fmla="*/ 71 h 71"/>
                <a:gd name="T2" fmla="*/ 4 w 99"/>
                <a:gd name="T3" fmla="*/ 65 h 71"/>
                <a:gd name="T4" fmla="*/ 1 w 99"/>
                <a:gd name="T5" fmla="*/ 57 h 71"/>
                <a:gd name="T6" fmla="*/ 90 w 99"/>
                <a:gd name="T7" fmla="*/ 0 h 71"/>
                <a:gd name="T8" fmla="*/ 95 w 99"/>
                <a:gd name="T9" fmla="*/ 6 h 71"/>
                <a:gd name="T10" fmla="*/ 98 w 99"/>
                <a:gd name="T11" fmla="*/ 14 h 71"/>
                <a:gd name="T12" fmla="*/ 9 w 99"/>
                <a:gd name="T13" fmla="*/ 71 h 71"/>
              </a:gdLst>
              <a:ahLst/>
              <a:cxnLst>
                <a:cxn ang="0">
                  <a:pos x="T0" y="T1"/>
                </a:cxn>
                <a:cxn ang="0">
                  <a:pos x="T2" y="T3"/>
                </a:cxn>
                <a:cxn ang="0">
                  <a:pos x="T4" y="T5"/>
                </a:cxn>
                <a:cxn ang="0">
                  <a:pos x="T6" y="T7"/>
                </a:cxn>
                <a:cxn ang="0">
                  <a:pos x="T8" y="T9"/>
                </a:cxn>
                <a:cxn ang="0">
                  <a:pos x="T10" y="T11"/>
                </a:cxn>
                <a:cxn ang="0">
                  <a:pos x="T12" y="T13"/>
                </a:cxn>
              </a:cxnLst>
              <a:rect l="0" t="0" r="r" b="b"/>
              <a:pathLst>
                <a:path w="99" h="71">
                  <a:moveTo>
                    <a:pt x="9" y="71"/>
                  </a:moveTo>
                  <a:cubicBezTo>
                    <a:pt x="9" y="71"/>
                    <a:pt x="6" y="68"/>
                    <a:pt x="4" y="65"/>
                  </a:cubicBezTo>
                  <a:cubicBezTo>
                    <a:pt x="2" y="61"/>
                    <a:pt x="0" y="58"/>
                    <a:pt x="1" y="57"/>
                  </a:cubicBezTo>
                  <a:cubicBezTo>
                    <a:pt x="90" y="0"/>
                    <a:pt x="90" y="0"/>
                    <a:pt x="90" y="0"/>
                  </a:cubicBezTo>
                  <a:cubicBezTo>
                    <a:pt x="90" y="0"/>
                    <a:pt x="92" y="3"/>
                    <a:pt x="95" y="6"/>
                  </a:cubicBezTo>
                  <a:cubicBezTo>
                    <a:pt x="97" y="10"/>
                    <a:pt x="99" y="13"/>
                    <a:pt x="98" y="14"/>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 name="Freeform 60"/>
            <p:cNvSpPr>
              <a:spLocks/>
            </p:cNvSpPr>
            <p:nvPr/>
          </p:nvSpPr>
          <p:spPr bwMode="auto">
            <a:xfrm>
              <a:off x="6255313" y="4886618"/>
              <a:ext cx="373063" cy="266700"/>
            </a:xfrm>
            <a:custGeom>
              <a:avLst/>
              <a:gdLst>
                <a:gd name="T0" fmla="*/ 9 w 99"/>
                <a:gd name="T1" fmla="*/ 71 h 71"/>
                <a:gd name="T2" fmla="*/ 4 w 99"/>
                <a:gd name="T3" fmla="*/ 65 h 71"/>
                <a:gd name="T4" fmla="*/ 1 w 99"/>
                <a:gd name="T5" fmla="*/ 57 h 71"/>
                <a:gd name="T6" fmla="*/ 90 w 99"/>
                <a:gd name="T7" fmla="*/ 0 h 71"/>
                <a:gd name="T8" fmla="*/ 95 w 99"/>
                <a:gd name="T9" fmla="*/ 6 h 71"/>
                <a:gd name="T10" fmla="*/ 98 w 99"/>
                <a:gd name="T11" fmla="*/ 14 h 71"/>
                <a:gd name="T12" fmla="*/ 9 w 99"/>
                <a:gd name="T13" fmla="*/ 71 h 71"/>
              </a:gdLst>
              <a:ahLst/>
              <a:cxnLst>
                <a:cxn ang="0">
                  <a:pos x="T0" y="T1"/>
                </a:cxn>
                <a:cxn ang="0">
                  <a:pos x="T2" y="T3"/>
                </a:cxn>
                <a:cxn ang="0">
                  <a:pos x="T4" y="T5"/>
                </a:cxn>
                <a:cxn ang="0">
                  <a:pos x="T6" y="T7"/>
                </a:cxn>
                <a:cxn ang="0">
                  <a:pos x="T8" y="T9"/>
                </a:cxn>
                <a:cxn ang="0">
                  <a:pos x="T10" y="T11"/>
                </a:cxn>
                <a:cxn ang="0">
                  <a:pos x="T12" y="T13"/>
                </a:cxn>
              </a:cxnLst>
              <a:rect l="0" t="0" r="r" b="b"/>
              <a:pathLst>
                <a:path w="99" h="71">
                  <a:moveTo>
                    <a:pt x="9" y="71"/>
                  </a:moveTo>
                  <a:cubicBezTo>
                    <a:pt x="9" y="71"/>
                    <a:pt x="6" y="68"/>
                    <a:pt x="4" y="65"/>
                  </a:cubicBezTo>
                  <a:cubicBezTo>
                    <a:pt x="2" y="61"/>
                    <a:pt x="0" y="58"/>
                    <a:pt x="1" y="57"/>
                  </a:cubicBezTo>
                  <a:cubicBezTo>
                    <a:pt x="90" y="0"/>
                    <a:pt x="90" y="0"/>
                    <a:pt x="90" y="0"/>
                  </a:cubicBezTo>
                  <a:cubicBezTo>
                    <a:pt x="90" y="0"/>
                    <a:pt x="93" y="3"/>
                    <a:pt x="95" y="6"/>
                  </a:cubicBezTo>
                  <a:cubicBezTo>
                    <a:pt x="97" y="10"/>
                    <a:pt x="99" y="13"/>
                    <a:pt x="98" y="14"/>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 name="Freeform 61"/>
            <p:cNvSpPr>
              <a:spLocks/>
            </p:cNvSpPr>
            <p:nvPr/>
          </p:nvSpPr>
          <p:spPr bwMode="auto">
            <a:xfrm>
              <a:off x="5680638" y="4199231"/>
              <a:ext cx="777875" cy="1165225"/>
            </a:xfrm>
            <a:custGeom>
              <a:avLst/>
              <a:gdLst>
                <a:gd name="T0" fmla="*/ 206 w 207"/>
                <a:gd name="T1" fmla="*/ 300 h 310"/>
                <a:gd name="T2" fmla="*/ 201 w 207"/>
                <a:gd name="T3" fmla="*/ 307 h 310"/>
                <a:gd name="T4" fmla="*/ 192 w 207"/>
                <a:gd name="T5" fmla="*/ 308 h 310"/>
                <a:gd name="T6" fmla="*/ 1 w 207"/>
                <a:gd name="T7" fmla="*/ 10 h 310"/>
                <a:gd name="T8" fmla="*/ 6 w 207"/>
                <a:gd name="T9" fmla="*/ 3 h 310"/>
                <a:gd name="T10" fmla="*/ 14 w 207"/>
                <a:gd name="T11" fmla="*/ 1 h 310"/>
                <a:gd name="T12" fmla="*/ 206 w 207"/>
                <a:gd name="T13" fmla="*/ 300 h 310"/>
              </a:gdLst>
              <a:ahLst/>
              <a:cxnLst>
                <a:cxn ang="0">
                  <a:pos x="T0" y="T1"/>
                </a:cxn>
                <a:cxn ang="0">
                  <a:pos x="T2" y="T3"/>
                </a:cxn>
                <a:cxn ang="0">
                  <a:pos x="T4" y="T5"/>
                </a:cxn>
                <a:cxn ang="0">
                  <a:pos x="T6" y="T7"/>
                </a:cxn>
                <a:cxn ang="0">
                  <a:pos x="T8" y="T9"/>
                </a:cxn>
                <a:cxn ang="0">
                  <a:pos x="T10" y="T11"/>
                </a:cxn>
                <a:cxn ang="0">
                  <a:pos x="T12" y="T13"/>
                </a:cxn>
              </a:cxnLst>
              <a:rect l="0" t="0" r="r" b="b"/>
              <a:pathLst>
                <a:path w="207" h="310">
                  <a:moveTo>
                    <a:pt x="206" y="300"/>
                  </a:moveTo>
                  <a:cubicBezTo>
                    <a:pt x="207" y="301"/>
                    <a:pt x="205" y="305"/>
                    <a:pt x="201" y="307"/>
                  </a:cubicBezTo>
                  <a:cubicBezTo>
                    <a:pt x="197" y="309"/>
                    <a:pt x="193" y="310"/>
                    <a:pt x="192" y="308"/>
                  </a:cubicBezTo>
                  <a:cubicBezTo>
                    <a:pt x="1" y="10"/>
                    <a:pt x="1" y="10"/>
                    <a:pt x="1" y="10"/>
                  </a:cubicBezTo>
                  <a:cubicBezTo>
                    <a:pt x="0" y="8"/>
                    <a:pt x="2" y="5"/>
                    <a:pt x="6" y="3"/>
                  </a:cubicBezTo>
                  <a:cubicBezTo>
                    <a:pt x="9" y="0"/>
                    <a:pt x="13" y="0"/>
                    <a:pt x="14" y="1"/>
                  </a:cubicBezTo>
                  <a:lnTo>
                    <a:pt x="206" y="30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 name="Freeform 62"/>
            <p:cNvSpPr>
              <a:spLocks/>
            </p:cNvSpPr>
            <p:nvPr/>
          </p:nvSpPr>
          <p:spPr bwMode="auto">
            <a:xfrm>
              <a:off x="5988613" y="3999206"/>
              <a:ext cx="777875" cy="1165225"/>
            </a:xfrm>
            <a:custGeom>
              <a:avLst/>
              <a:gdLst>
                <a:gd name="T0" fmla="*/ 206 w 207"/>
                <a:gd name="T1" fmla="*/ 300 h 310"/>
                <a:gd name="T2" fmla="*/ 201 w 207"/>
                <a:gd name="T3" fmla="*/ 307 h 310"/>
                <a:gd name="T4" fmla="*/ 193 w 207"/>
                <a:gd name="T5" fmla="*/ 308 h 310"/>
                <a:gd name="T6" fmla="*/ 1 w 207"/>
                <a:gd name="T7" fmla="*/ 10 h 310"/>
                <a:gd name="T8" fmla="*/ 6 w 207"/>
                <a:gd name="T9" fmla="*/ 3 h 310"/>
                <a:gd name="T10" fmla="*/ 15 w 207"/>
                <a:gd name="T11" fmla="*/ 1 h 310"/>
                <a:gd name="T12" fmla="*/ 206 w 207"/>
                <a:gd name="T13" fmla="*/ 300 h 310"/>
              </a:gdLst>
              <a:ahLst/>
              <a:cxnLst>
                <a:cxn ang="0">
                  <a:pos x="T0" y="T1"/>
                </a:cxn>
                <a:cxn ang="0">
                  <a:pos x="T2" y="T3"/>
                </a:cxn>
                <a:cxn ang="0">
                  <a:pos x="T4" y="T5"/>
                </a:cxn>
                <a:cxn ang="0">
                  <a:pos x="T6" y="T7"/>
                </a:cxn>
                <a:cxn ang="0">
                  <a:pos x="T8" y="T9"/>
                </a:cxn>
                <a:cxn ang="0">
                  <a:pos x="T10" y="T11"/>
                </a:cxn>
                <a:cxn ang="0">
                  <a:pos x="T12" y="T13"/>
                </a:cxn>
              </a:cxnLst>
              <a:rect l="0" t="0" r="r" b="b"/>
              <a:pathLst>
                <a:path w="207" h="310">
                  <a:moveTo>
                    <a:pt x="206" y="300"/>
                  </a:moveTo>
                  <a:cubicBezTo>
                    <a:pt x="207" y="301"/>
                    <a:pt x="205" y="305"/>
                    <a:pt x="201" y="307"/>
                  </a:cubicBezTo>
                  <a:cubicBezTo>
                    <a:pt x="198" y="309"/>
                    <a:pt x="194" y="310"/>
                    <a:pt x="193" y="308"/>
                  </a:cubicBezTo>
                  <a:cubicBezTo>
                    <a:pt x="1" y="10"/>
                    <a:pt x="1" y="10"/>
                    <a:pt x="1" y="10"/>
                  </a:cubicBezTo>
                  <a:cubicBezTo>
                    <a:pt x="0" y="8"/>
                    <a:pt x="2" y="5"/>
                    <a:pt x="6" y="3"/>
                  </a:cubicBezTo>
                  <a:cubicBezTo>
                    <a:pt x="10" y="0"/>
                    <a:pt x="14" y="0"/>
                    <a:pt x="15" y="1"/>
                  </a:cubicBezTo>
                  <a:lnTo>
                    <a:pt x="206" y="30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74" name="TextBox 73"/>
          <p:cNvSpPr txBox="1"/>
          <p:nvPr/>
        </p:nvSpPr>
        <p:spPr>
          <a:xfrm>
            <a:off x="7639270" y="1120523"/>
            <a:ext cx="4355680" cy="646331"/>
          </a:xfrm>
          <a:prstGeom prst="rect">
            <a:avLst/>
          </a:prstGeom>
          <a:noFill/>
        </p:spPr>
        <p:txBody>
          <a:bodyPr wrap="none" rtlCol="0">
            <a:spAutoFit/>
          </a:bodyPr>
          <a:lstStyle/>
          <a:p>
            <a:pPr marL="342900" indent="-342900" algn="r" rtl="1" fontAlgn="auto">
              <a:spcBef>
                <a:spcPts val="0"/>
              </a:spcBef>
              <a:spcAft>
                <a:spcPts val="0"/>
              </a:spcAft>
              <a:buFont typeface="+mj-lt"/>
              <a:buAutoNum type="arabicPeriod"/>
            </a:pPr>
            <a:r>
              <a:rPr lang="el-GR" sz="3600" b="1" u="sng" dirty="0">
                <a:solidFill>
                  <a:schemeClr val="accent1">
                    <a:lumMod val="60000"/>
                    <a:lumOff val="40000"/>
                  </a:schemeClr>
                </a:solidFill>
              </a:rPr>
              <a:t> </a:t>
            </a:r>
            <a:r>
              <a:rPr lang="ar-SA" sz="3600" b="1" u="sng" dirty="0" smtClean="0">
                <a:solidFill>
                  <a:schemeClr val="accent1">
                    <a:lumMod val="60000"/>
                    <a:lumOff val="40000"/>
                  </a:schemeClr>
                </a:solidFill>
              </a:rPr>
              <a:t>ما </a:t>
            </a:r>
            <a:r>
              <a:rPr lang="ar-SA" sz="3600" b="1" u="sng" dirty="0">
                <a:solidFill>
                  <a:schemeClr val="accent1">
                    <a:lumMod val="60000"/>
                    <a:lumOff val="40000"/>
                  </a:schemeClr>
                </a:solidFill>
              </a:rPr>
              <a:t>هو الكتاب الإلكتروني؟</a:t>
            </a:r>
            <a:endParaRPr lang="en-US" sz="3600" b="1" u="sng" dirty="0">
              <a:solidFill>
                <a:schemeClr val="accent1">
                  <a:lumMod val="60000"/>
                  <a:lumOff val="40000"/>
                </a:schemeClr>
              </a:solidFill>
              <a:latin typeface="Lato Light"/>
              <a:cs typeface="+mn-cs"/>
            </a:endParaRPr>
          </a:p>
        </p:txBody>
      </p:sp>
      <p:sp>
        <p:nvSpPr>
          <p:cNvPr id="75" name="Rectangle 74"/>
          <p:cNvSpPr/>
          <p:nvPr/>
        </p:nvSpPr>
        <p:spPr>
          <a:xfrm>
            <a:off x="4749939" y="2456554"/>
            <a:ext cx="7179921" cy="2677656"/>
          </a:xfrm>
          <a:prstGeom prst="rect">
            <a:avLst/>
          </a:prstGeom>
        </p:spPr>
        <p:txBody>
          <a:bodyPr wrap="square">
            <a:spAutoFit/>
          </a:bodyPr>
          <a:lstStyle/>
          <a:p>
            <a:pPr algn="ctr" rtl="1"/>
            <a:r>
              <a:rPr lang="ar-SA" sz="2800" b="1" dirty="0"/>
              <a:t>أي كتاب أو كتيب أو مطبوع بشكل عام يوجد على هيئة رقمية الكترونية ويمكن توزيعه الكترونياً عن طريق شبكة الانترنت والبريد الالكتروني والنقل المباشر للملفات أو النقل على أي من الوسائط التخزينية المختلفة وتتم قراءة هذه الكتب الالكترونية على الشاشات الخاصة بأجهزة الحاسبات الالكترونية والمساعدات الشخصية الرقمية المختلفة".</a:t>
            </a:r>
            <a:endParaRPr lang="en-US" sz="2800" b="1" dirty="0"/>
          </a:p>
        </p:txBody>
      </p:sp>
      <p:sp>
        <p:nvSpPr>
          <p:cNvPr id="7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588945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p:cTn id="7" dur="500" fill="hold"/>
                                        <p:tgtEl>
                                          <p:spTgt spid="66"/>
                                        </p:tgtEl>
                                        <p:attrNameLst>
                                          <p:attrName>ppt_w</p:attrName>
                                        </p:attrNameLst>
                                      </p:cBhvr>
                                      <p:tavLst>
                                        <p:tav tm="0">
                                          <p:val>
                                            <p:fltVal val="0"/>
                                          </p:val>
                                        </p:tav>
                                        <p:tav tm="100000">
                                          <p:val>
                                            <p:strVal val="#ppt_w"/>
                                          </p:val>
                                        </p:tav>
                                      </p:tavLst>
                                    </p:anim>
                                    <p:anim calcmode="lin" valueType="num">
                                      <p:cBhvr>
                                        <p:cTn id="8" dur="500" fill="hold"/>
                                        <p:tgtEl>
                                          <p:spTgt spid="66"/>
                                        </p:tgtEl>
                                        <p:attrNameLst>
                                          <p:attrName>ppt_h</p:attrName>
                                        </p:attrNameLst>
                                      </p:cBhvr>
                                      <p:tavLst>
                                        <p:tav tm="0">
                                          <p:val>
                                            <p:fltVal val="0"/>
                                          </p:val>
                                        </p:tav>
                                        <p:tav tm="100000">
                                          <p:val>
                                            <p:strVal val="#ppt_h"/>
                                          </p:val>
                                        </p:tav>
                                      </p:tavLst>
                                    </p:anim>
                                    <p:animEffect transition="in" filter="fade">
                                      <p:cBhvr>
                                        <p:cTn id="9" dur="500"/>
                                        <p:tgtEl>
                                          <p:spTgt spid="66"/>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64"/>
                                        </p:tgtEl>
                                        <p:attrNameLst>
                                          <p:attrName>style.visibility</p:attrName>
                                        </p:attrNameLst>
                                      </p:cBhvr>
                                      <p:to>
                                        <p:strVal val="visible"/>
                                      </p:to>
                                    </p:set>
                                    <p:anim calcmode="lin" valueType="num">
                                      <p:cBhvr>
                                        <p:cTn id="13" dur="250" fill="hold"/>
                                        <p:tgtEl>
                                          <p:spTgt spid="64"/>
                                        </p:tgtEl>
                                        <p:attrNameLst>
                                          <p:attrName>ppt_w</p:attrName>
                                        </p:attrNameLst>
                                      </p:cBhvr>
                                      <p:tavLst>
                                        <p:tav tm="0">
                                          <p:val>
                                            <p:fltVal val="0"/>
                                          </p:val>
                                        </p:tav>
                                        <p:tav tm="100000">
                                          <p:val>
                                            <p:strVal val="#ppt_w"/>
                                          </p:val>
                                        </p:tav>
                                      </p:tavLst>
                                    </p:anim>
                                    <p:anim calcmode="lin" valueType="num">
                                      <p:cBhvr>
                                        <p:cTn id="14" dur="250" fill="hold"/>
                                        <p:tgtEl>
                                          <p:spTgt spid="64"/>
                                        </p:tgtEl>
                                        <p:attrNameLst>
                                          <p:attrName>ppt_h</p:attrName>
                                        </p:attrNameLst>
                                      </p:cBhvr>
                                      <p:tavLst>
                                        <p:tav tm="0">
                                          <p:val>
                                            <p:fltVal val="0"/>
                                          </p:val>
                                        </p:tav>
                                        <p:tav tm="100000">
                                          <p:val>
                                            <p:strVal val="#ppt_h"/>
                                          </p:val>
                                        </p:tav>
                                      </p:tavLst>
                                    </p:anim>
                                    <p:animEffect transition="in" filter="fade">
                                      <p:cBhvr>
                                        <p:cTn id="15" dur="250"/>
                                        <p:tgtEl>
                                          <p:spTgt spid="64"/>
                                        </p:tgtEl>
                                      </p:cBhvr>
                                    </p:animEffect>
                                  </p:childTnLst>
                                </p:cTn>
                              </p:par>
                            </p:childTnLst>
                          </p:cTn>
                        </p:par>
                        <p:par>
                          <p:cTn id="16" fill="hold">
                            <p:stCondLst>
                              <p:cond delay="750"/>
                            </p:stCondLst>
                            <p:childTnLst>
                              <p:par>
                                <p:cTn id="17" presetID="22" presetClass="entr" presetSubtype="4"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Effect transition="in" filter="wipe(down)">
                                      <p:cBhvr>
                                        <p:cTn id="19" dur="250"/>
                                        <p:tgtEl>
                                          <p:spTgt spid="65"/>
                                        </p:tgtEl>
                                      </p:cBhvr>
                                    </p:animEffect>
                                  </p:childTnLst>
                                </p:cTn>
                              </p:par>
                            </p:childTnLst>
                          </p:cTn>
                        </p:par>
                        <p:par>
                          <p:cTn id="20" fill="hold">
                            <p:stCondLst>
                              <p:cond delay="1000"/>
                            </p:stCondLst>
                            <p:childTnLst>
                              <p:par>
                                <p:cTn id="21" presetID="53" presetClass="entr" presetSubtype="16" fill="hold" nodeType="afterEffect">
                                  <p:stCondLst>
                                    <p:cond delay="0"/>
                                  </p:stCondLst>
                                  <p:childTnLst>
                                    <p:set>
                                      <p:cBhvr>
                                        <p:cTn id="22" dur="1" fill="hold">
                                          <p:stCondLst>
                                            <p:cond delay="0"/>
                                          </p:stCondLst>
                                        </p:cTn>
                                        <p:tgtEl>
                                          <p:spTgt spid="72"/>
                                        </p:tgtEl>
                                        <p:attrNameLst>
                                          <p:attrName>style.visibility</p:attrName>
                                        </p:attrNameLst>
                                      </p:cBhvr>
                                      <p:to>
                                        <p:strVal val="visible"/>
                                      </p:to>
                                    </p:set>
                                    <p:anim calcmode="lin" valueType="num">
                                      <p:cBhvr>
                                        <p:cTn id="23" dur="250" fill="hold"/>
                                        <p:tgtEl>
                                          <p:spTgt spid="72"/>
                                        </p:tgtEl>
                                        <p:attrNameLst>
                                          <p:attrName>ppt_w</p:attrName>
                                        </p:attrNameLst>
                                      </p:cBhvr>
                                      <p:tavLst>
                                        <p:tav tm="0">
                                          <p:val>
                                            <p:fltVal val="0"/>
                                          </p:val>
                                        </p:tav>
                                        <p:tav tm="100000">
                                          <p:val>
                                            <p:strVal val="#ppt_w"/>
                                          </p:val>
                                        </p:tav>
                                      </p:tavLst>
                                    </p:anim>
                                    <p:anim calcmode="lin" valueType="num">
                                      <p:cBhvr>
                                        <p:cTn id="24" dur="250" fill="hold"/>
                                        <p:tgtEl>
                                          <p:spTgt spid="72"/>
                                        </p:tgtEl>
                                        <p:attrNameLst>
                                          <p:attrName>ppt_h</p:attrName>
                                        </p:attrNameLst>
                                      </p:cBhvr>
                                      <p:tavLst>
                                        <p:tav tm="0">
                                          <p:val>
                                            <p:fltVal val="0"/>
                                          </p:val>
                                        </p:tav>
                                        <p:tav tm="100000">
                                          <p:val>
                                            <p:strVal val="#ppt_h"/>
                                          </p:val>
                                        </p:tav>
                                      </p:tavLst>
                                    </p:anim>
                                    <p:animEffect transition="in" filter="fade">
                                      <p:cBhvr>
                                        <p:cTn id="25" dur="250"/>
                                        <p:tgtEl>
                                          <p:spTgt spid="72"/>
                                        </p:tgtEl>
                                      </p:cBhvr>
                                    </p:animEffect>
                                  </p:childTnLst>
                                </p:cTn>
                              </p:par>
                            </p:childTnLst>
                          </p:cTn>
                        </p:par>
                        <p:par>
                          <p:cTn id="26" fill="hold">
                            <p:stCondLst>
                              <p:cond delay="1250"/>
                            </p:stCondLst>
                            <p:childTnLst>
                              <p:par>
                                <p:cTn id="27" presetID="53" presetClass="entr" presetSubtype="16" fill="hold" nodeType="afterEffect">
                                  <p:stCondLst>
                                    <p:cond delay="0"/>
                                  </p:stCondLst>
                                  <p:childTnLst>
                                    <p:set>
                                      <p:cBhvr>
                                        <p:cTn id="28" dur="1" fill="hold">
                                          <p:stCondLst>
                                            <p:cond delay="0"/>
                                          </p:stCondLst>
                                        </p:cTn>
                                        <p:tgtEl>
                                          <p:spTgt spid="70"/>
                                        </p:tgtEl>
                                        <p:attrNameLst>
                                          <p:attrName>style.visibility</p:attrName>
                                        </p:attrNameLst>
                                      </p:cBhvr>
                                      <p:to>
                                        <p:strVal val="visible"/>
                                      </p:to>
                                    </p:set>
                                    <p:anim calcmode="lin" valueType="num">
                                      <p:cBhvr>
                                        <p:cTn id="29" dur="250" fill="hold"/>
                                        <p:tgtEl>
                                          <p:spTgt spid="70"/>
                                        </p:tgtEl>
                                        <p:attrNameLst>
                                          <p:attrName>ppt_w</p:attrName>
                                        </p:attrNameLst>
                                      </p:cBhvr>
                                      <p:tavLst>
                                        <p:tav tm="0">
                                          <p:val>
                                            <p:fltVal val="0"/>
                                          </p:val>
                                        </p:tav>
                                        <p:tav tm="100000">
                                          <p:val>
                                            <p:strVal val="#ppt_w"/>
                                          </p:val>
                                        </p:tav>
                                      </p:tavLst>
                                    </p:anim>
                                    <p:anim calcmode="lin" valueType="num">
                                      <p:cBhvr>
                                        <p:cTn id="30" dur="250" fill="hold"/>
                                        <p:tgtEl>
                                          <p:spTgt spid="70"/>
                                        </p:tgtEl>
                                        <p:attrNameLst>
                                          <p:attrName>ppt_h</p:attrName>
                                        </p:attrNameLst>
                                      </p:cBhvr>
                                      <p:tavLst>
                                        <p:tav tm="0">
                                          <p:val>
                                            <p:fltVal val="0"/>
                                          </p:val>
                                        </p:tav>
                                        <p:tav tm="100000">
                                          <p:val>
                                            <p:strVal val="#ppt_h"/>
                                          </p:val>
                                        </p:tav>
                                      </p:tavLst>
                                    </p:anim>
                                    <p:animEffect transition="in" filter="fade">
                                      <p:cBhvr>
                                        <p:cTn id="31" dur="250"/>
                                        <p:tgtEl>
                                          <p:spTgt spid="70"/>
                                        </p:tgtEl>
                                      </p:cBhvr>
                                    </p:animEffect>
                                  </p:childTnLst>
                                </p:cTn>
                              </p:par>
                            </p:childTnLst>
                          </p:cTn>
                        </p:par>
                        <p:par>
                          <p:cTn id="32" fill="hold">
                            <p:stCondLst>
                              <p:cond delay="1500"/>
                            </p:stCondLst>
                            <p:childTnLst>
                              <p:par>
                                <p:cTn id="33" presetID="22" presetClass="entr" presetSubtype="4" fill="hold" nodeType="afterEffect">
                                  <p:stCondLst>
                                    <p:cond delay="0"/>
                                  </p:stCondLst>
                                  <p:childTnLst>
                                    <p:set>
                                      <p:cBhvr>
                                        <p:cTn id="34" dur="1" fill="hold">
                                          <p:stCondLst>
                                            <p:cond delay="0"/>
                                          </p:stCondLst>
                                        </p:cTn>
                                        <p:tgtEl>
                                          <p:spTgt spid="67"/>
                                        </p:tgtEl>
                                        <p:attrNameLst>
                                          <p:attrName>style.visibility</p:attrName>
                                        </p:attrNameLst>
                                      </p:cBhvr>
                                      <p:to>
                                        <p:strVal val="visible"/>
                                      </p:to>
                                    </p:set>
                                    <p:animEffect transition="in" filter="wipe(down)">
                                      <p:cBhvr>
                                        <p:cTn id="35" dur="250"/>
                                        <p:tgtEl>
                                          <p:spTgt spid="67"/>
                                        </p:tgtEl>
                                      </p:cBhvr>
                                    </p:animEffect>
                                  </p:childTnLst>
                                </p:cTn>
                              </p:par>
                            </p:childTnLst>
                          </p:cTn>
                        </p:par>
                        <p:par>
                          <p:cTn id="36" fill="hold">
                            <p:stCondLst>
                              <p:cond delay="1750"/>
                            </p:stCondLst>
                            <p:childTnLst>
                              <p:par>
                                <p:cTn id="37" presetID="53" presetClass="entr" presetSubtype="16" fill="hold" nodeType="afterEffect">
                                  <p:stCondLst>
                                    <p:cond delay="0"/>
                                  </p:stCondLst>
                                  <p:childTnLst>
                                    <p:set>
                                      <p:cBhvr>
                                        <p:cTn id="38" dur="1" fill="hold">
                                          <p:stCondLst>
                                            <p:cond delay="0"/>
                                          </p:stCondLst>
                                        </p:cTn>
                                        <p:tgtEl>
                                          <p:spTgt spid="68"/>
                                        </p:tgtEl>
                                        <p:attrNameLst>
                                          <p:attrName>style.visibility</p:attrName>
                                        </p:attrNameLst>
                                      </p:cBhvr>
                                      <p:to>
                                        <p:strVal val="visible"/>
                                      </p:to>
                                    </p:set>
                                    <p:anim calcmode="lin" valueType="num">
                                      <p:cBhvr>
                                        <p:cTn id="39" dur="250" fill="hold"/>
                                        <p:tgtEl>
                                          <p:spTgt spid="68"/>
                                        </p:tgtEl>
                                        <p:attrNameLst>
                                          <p:attrName>ppt_w</p:attrName>
                                        </p:attrNameLst>
                                      </p:cBhvr>
                                      <p:tavLst>
                                        <p:tav tm="0">
                                          <p:val>
                                            <p:fltVal val="0"/>
                                          </p:val>
                                        </p:tav>
                                        <p:tav tm="100000">
                                          <p:val>
                                            <p:strVal val="#ppt_w"/>
                                          </p:val>
                                        </p:tav>
                                      </p:tavLst>
                                    </p:anim>
                                    <p:anim calcmode="lin" valueType="num">
                                      <p:cBhvr>
                                        <p:cTn id="40" dur="250" fill="hold"/>
                                        <p:tgtEl>
                                          <p:spTgt spid="68"/>
                                        </p:tgtEl>
                                        <p:attrNameLst>
                                          <p:attrName>ppt_h</p:attrName>
                                        </p:attrNameLst>
                                      </p:cBhvr>
                                      <p:tavLst>
                                        <p:tav tm="0">
                                          <p:val>
                                            <p:fltVal val="0"/>
                                          </p:val>
                                        </p:tav>
                                        <p:tav tm="100000">
                                          <p:val>
                                            <p:strVal val="#ppt_h"/>
                                          </p:val>
                                        </p:tav>
                                      </p:tavLst>
                                    </p:anim>
                                    <p:animEffect transition="in" filter="fade">
                                      <p:cBhvr>
                                        <p:cTn id="41" dur="250"/>
                                        <p:tgtEl>
                                          <p:spTgt spid="68"/>
                                        </p:tgtEl>
                                      </p:cBhvr>
                                    </p:animEffect>
                                  </p:childTnLst>
                                </p:cTn>
                              </p:par>
                            </p:childTnLst>
                          </p:cTn>
                        </p:par>
                        <p:par>
                          <p:cTn id="42" fill="hold">
                            <p:stCondLst>
                              <p:cond delay="2000"/>
                            </p:stCondLst>
                            <p:childTnLst>
                              <p:par>
                                <p:cTn id="43" presetID="22" presetClass="entr" presetSubtype="2" fill="hold" grpId="0" nodeType="afterEffect">
                                  <p:stCondLst>
                                    <p:cond delay="0"/>
                                  </p:stCondLst>
                                  <p:childTnLst>
                                    <p:set>
                                      <p:cBhvr>
                                        <p:cTn id="44" dur="1" fill="hold">
                                          <p:stCondLst>
                                            <p:cond delay="0"/>
                                          </p:stCondLst>
                                        </p:cTn>
                                        <p:tgtEl>
                                          <p:spTgt spid="74"/>
                                        </p:tgtEl>
                                        <p:attrNameLst>
                                          <p:attrName>style.visibility</p:attrName>
                                        </p:attrNameLst>
                                      </p:cBhvr>
                                      <p:to>
                                        <p:strVal val="visible"/>
                                      </p:to>
                                    </p:set>
                                    <p:animEffect transition="in" filter="wipe(right)">
                                      <p:cBhvr>
                                        <p:cTn id="45" dur="500"/>
                                        <p:tgtEl>
                                          <p:spTgt spid="74"/>
                                        </p:tgtEl>
                                      </p:cBhvr>
                                    </p:animEffect>
                                  </p:childTnLst>
                                </p:cTn>
                              </p:par>
                            </p:childTnLst>
                          </p:cTn>
                        </p:par>
                        <p:par>
                          <p:cTn id="46" fill="hold">
                            <p:stCondLst>
                              <p:cond delay="2500"/>
                            </p:stCondLst>
                            <p:childTnLst>
                              <p:par>
                                <p:cTn id="47" presetID="10" presetClass="entr" presetSubtype="0" fill="hold" grpId="0" nodeType="afterEffect">
                                  <p:stCondLst>
                                    <p:cond delay="0"/>
                                  </p:stCondLst>
                                  <p:childTnLst>
                                    <p:set>
                                      <p:cBhvr>
                                        <p:cTn id="48" dur="1" fill="hold">
                                          <p:stCondLst>
                                            <p:cond delay="0"/>
                                          </p:stCondLst>
                                        </p:cTn>
                                        <p:tgtEl>
                                          <p:spTgt spid="75"/>
                                        </p:tgtEl>
                                        <p:attrNameLst>
                                          <p:attrName>style.visibility</p:attrName>
                                        </p:attrNameLst>
                                      </p:cBhvr>
                                      <p:to>
                                        <p:strVal val="visible"/>
                                      </p:to>
                                    </p:set>
                                    <p:animEffect transition="in" filter="fade">
                                      <p:cBhvr>
                                        <p:cTn id="49"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P spid="75"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 name="Group 71"/>
          <p:cNvGrpSpPr/>
          <p:nvPr/>
        </p:nvGrpSpPr>
        <p:grpSpPr>
          <a:xfrm>
            <a:off x="830258" y="3348548"/>
            <a:ext cx="3226955" cy="2249920"/>
            <a:chOff x="3412101" y="3132431"/>
            <a:chExt cx="3549650" cy="2474912"/>
          </a:xfrm>
        </p:grpSpPr>
        <p:sp>
          <p:nvSpPr>
            <p:cNvPr id="9" name="Freeform 8"/>
            <p:cNvSpPr>
              <a:spLocks/>
            </p:cNvSpPr>
            <p:nvPr/>
          </p:nvSpPr>
          <p:spPr bwMode="auto">
            <a:xfrm>
              <a:off x="3412101" y="4086518"/>
              <a:ext cx="3549650" cy="1454150"/>
            </a:xfrm>
            <a:custGeom>
              <a:avLst/>
              <a:gdLst>
                <a:gd name="T0" fmla="*/ 944 w 944"/>
                <a:gd name="T1" fmla="*/ 93 h 387"/>
                <a:gd name="T2" fmla="*/ 886 w 944"/>
                <a:gd name="T3" fmla="*/ 66 h 387"/>
                <a:gd name="T4" fmla="*/ 88 w 944"/>
                <a:gd name="T5" fmla="*/ 0 h 387"/>
                <a:gd name="T6" fmla="*/ 45 w 944"/>
                <a:gd name="T7" fmla="*/ 112 h 387"/>
                <a:gd name="T8" fmla="*/ 469 w 944"/>
                <a:gd name="T9" fmla="*/ 387 h 387"/>
                <a:gd name="T10" fmla="*/ 944 w 944"/>
                <a:gd name="T11" fmla="*/ 93 h 387"/>
              </a:gdLst>
              <a:ahLst/>
              <a:cxnLst>
                <a:cxn ang="0">
                  <a:pos x="T0" y="T1"/>
                </a:cxn>
                <a:cxn ang="0">
                  <a:pos x="T2" y="T3"/>
                </a:cxn>
                <a:cxn ang="0">
                  <a:pos x="T4" y="T5"/>
                </a:cxn>
                <a:cxn ang="0">
                  <a:pos x="T6" y="T7"/>
                </a:cxn>
                <a:cxn ang="0">
                  <a:pos x="T8" y="T9"/>
                </a:cxn>
                <a:cxn ang="0">
                  <a:pos x="T10" y="T11"/>
                </a:cxn>
              </a:cxnLst>
              <a:rect l="0" t="0" r="r" b="b"/>
              <a:pathLst>
                <a:path w="944" h="387">
                  <a:moveTo>
                    <a:pt x="944" y="93"/>
                  </a:moveTo>
                  <a:cubicBezTo>
                    <a:pt x="886" y="66"/>
                    <a:pt x="886" y="66"/>
                    <a:pt x="886" y="66"/>
                  </a:cubicBezTo>
                  <a:cubicBezTo>
                    <a:pt x="88" y="0"/>
                    <a:pt x="88" y="0"/>
                    <a:pt x="88" y="0"/>
                  </a:cubicBezTo>
                  <a:cubicBezTo>
                    <a:pt x="88" y="0"/>
                    <a:pt x="0" y="38"/>
                    <a:pt x="45" y="112"/>
                  </a:cubicBezTo>
                  <a:cubicBezTo>
                    <a:pt x="107" y="211"/>
                    <a:pt x="469" y="387"/>
                    <a:pt x="469" y="387"/>
                  </a:cubicBezTo>
                  <a:lnTo>
                    <a:pt x="944" y="93"/>
                  </a:lnTo>
                  <a:close/>
                </a:path>
              </a:pathLst>
            </a:custGeom>
            <a:solidFill>
              <a:schemeClr val="accent3">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0" name="Freeform 9"/>
            <p:cNvSpPr>
              <a:spLocks/>
            </p:cNvSpPr>
            <p:nvPr/>
          </p:nvSpPr>
          <p:spPr bwMode="auto">
            <a:xfrm>
              <a:off x="3793101" y="3969043"/>
              <a:ext cx="3082925" cy="1398588"/>
            </a:xfrm>
            <a:custGeom>
              <a:avLst/>
              <a:gdLst>
                <a:gd name="T0" fmla="*/ 1942 w 1942"/>
                <a:gd name="T1" fmla="*/ 34 h 881"/>
                <a:gd name="T2" fmla="*/ 1942 w 1942"/>
                <a:gd name="T3" fmla="*/ 266 h 881"/>
                <a:gd name="T4" fmla="*/ 871 w 1942"/>
                <a:gd name="T5" fmla="*/ 881 h 881"/>
                <a:gd name="T6" fmla="*/ 4 w 1942"/>
                <a:gd name="T7" fmla="*/ 398 h 881"/>
                <a:gd name="T8" fmla="*/ 0 w 1942"/>
                <a:gd name="T9" fmla="*/ 133 h 881"/>
                <a:gd name="T10" fmla="*/ 893 w 1942"/>
                <a:gd name="T11" fmla="*/ 606 h 881"/>
                <a:gd name="T12" fmla="*/ 1937 w 1942"/>
                <a:gd name="T13" fmla="*/ 0 h 881"/>
                <a:gd name="T14" fmla="*/ 1942 w 1942"/>
                <a:gd name="T15" fmla="*/ 34 h 8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2" h="881">
                  <a:moveTo>
                    <a:pt x="1942" y="34"/>
                  </a:moveTo>
                  <a:lnTo>
                    <a:pt x="1942" y="266"/>
                  </a:lnTo>
                  <a:lnTo>
                    <a:pt x="871" y="881"/>
                  </a:lnTo>
                  <a:lnTo>
                    <a:pt x="4" y="398"/>
                  </a:lnTo>
                  <a:lnTo>
                    <a:pt x="0" y="133"/>
                  </a:lnTo>
                  <a:lnTo>
                    <a:pt x="893" y="606"/>
                  </a:lnTo>
                  <a:lnTo>
                    <a:pt x="1937" y="0"/>
                  </a:lnTo>
                  <a:lnTo>
                    <a:pt x="1942" y="34"/>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1" name="Freeform 10"/>
            <p:cNvSpPr>
              <a:spLocks/>
            </p:cNvSpPr>
            <p:nvPr/>
          </p:nvSpPr>
          <p:spPr bwMode="auto">
            <a:xfrm>
              <a:off x="3626413" y="3132431"/>
              <a:ext cx="3335338" cy="1735138"/>
            </a:xfrm>
            <a:custGeom>
              <a:avLst/>
              <a:gdLst>
                <a:gd name="T0" fmla="*/ 887 w 887"/>
                <a:gd name="T1" fmla="*/ 194 h 462"/>
                <a:gd name="T2" fmla="*/ 413 w 887"/>
                <a:gd name="T3" fmla="*/ 462 h 462"/>
                <a:gd name="T4" fmla="*/ 0 w 887"/>
                <a:gd name="T5" fmla="*/ 250 h 462"/>
                <a:gd name="T6" fmla="*/ 13 w 887"/>
                <a:gd name="T7" fmla="*/ 244 h 462"/>
                <a:gd name="T8" fmla="*/ 460 w 887"/>
                <a:gd name="T9" fmla="*/ 18 h 462"/>
                <a:gd name="T10" fmla="*/ 517 w 887"/>
                <a:gd name="T11" fmla="*/ 10 h 462"/>
                <a:gd name="T12" fmla="*/ 887 w 887"/>
                <a:gd name="T13" fmla="*/ 194 h 462"/>
              </a:gdLst>
              <a:ahLst/>
              <a:cxnLst>
                <a:cxn ang="0">
                  <a:pos x="T0" y="T1"/>
                </a:cxn>
                <a:cxn ang="0">
                  <a:pos x="T2" y="T3"/>
                </a:cxn>
                <a:cxn ang="0">
                  <a:pos x="T4" y="T5"/>
                </a:cxn>
                <a:cxn ang="0">
                  <a:pos x="T6" y="T7"/>
                </a:cxn>
                <a:cxn ang="0">
                  <a:pos x="T8" y="T9"/>
                </a:cxn>
                <a:cxn ang="0">
                  <a:pos x="T10" y="T11"/>
                </a:cxn>
                <a:cxn ang="0">
                  <a:pos x="T12" y="T13"/>
                </a:cxn>
              </a:cxnLst>
              <a:rect l="0" t="0" r="r" b="b"/>
              <a:pathLst>
                <a:path w="887" h="462">
                  <a:moveTo>
                    <a:pt x="887" y="194"/>
                  </a:moveTo>
                  <a:cubicBezTo>
                    <a:pt x="413" y="462"/>
                    <a:pt x="413" y="462"/>
                    <a:pt x="413" y="462"/>
                  </a:cubicBezTo>
                  <a:cubicBezTo>
                    <a:pt x="0" y="250"/>
                    <a:pt x="0" y="250"/>
                    <a:pt x="0" y="250"/>
                  </a:cubicBezTo>
                  <a:cubicBezTo>
                    <a:pt x="13" y="244"/>
                    <a:pt x="13" y="244"/>
                    <a:pt x="13" y="244"/>
                  </a:cubicBezTo>
                  <a:cubicBezTo>
                    <a:pt x="460" y="18"/>
                    <a:pt x="460" y="18"/>
                    <a:pt x="460" y="18"/>
                  </a:cubicBezTo>
                  <a:cubicBezTo>
                    <a:pt x="460" y="18"/>
                    <a:pt x="491" y="0"/>
                    <a:pt x="517" y="10"/>
                  </a:cubicBezTo>
                  <a:cubicBezTo>
                    <a:pt x="544" y="20"/>
                    <a:pt x="887" y="194"/>
                    <a:pt x="887" y="19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2" name="Freeform 11"/>
            <p:cNvSpPr>
              <a:spLocks/>
            </p:cNvSpPr>
            <p:nvPr/>
          </p:nvSpPr>
          <p:spPr bwMode="auto">
            <a:xfrm>
              <a:off x="5180576" y="3861093"/>
              <a:ext cx="1781175" cy="1157288"/>
            </a:xfrm>
            <a:custGeom>
              <a:avLst/>
              <a:gdLst>
                <a:gd name="T0" fmla="*/ 0 w 1122"/>
                <a:gd name="T1" fmla="*/ 634 h 729"/>
                <a:gd name="T2" fmla="*/ 1122 w 1122"/>
                <a:gd name="T3" fmla="*/ 0 h 729"/>
                <a:gd name="T4" fmla="*/ 1122 w 1122"/>
                <a:gd name="T5" fmla="*/ 87 h 729"/>
                <a:gd name="T6" fmla="*/ 0 w 1122"/>
                <a:gd name="T7" fmla="*/ 729 h 729"/>
                <a:gd name="T8" fmla="*/ 0 w 1122"/>
                <a:gd name="T9" fmla="*/ 634 h 729"/>
              </a:gdLst>
              <a:ahLst/>
              <a:cxnLst>
                <a:cxn ang="0">
                  <a:pos x="T0" y="T1"/>
                </a:cxn>
                <a:cxn ang="0">
                  <a:pos x="T2" y="T3"/>
                </a:cxn>
                <a:cxn ang="0">
                  <a:pos x="T4" y="T5"/>
                </a:cxn>
                <a:cxn ang="0">
                  <a:pos x="T6" y="T7"/>
                </a:cxn>
                <a:cxn ang="0">
                  <a:pos x="T8" y="T9"/>
                </a:cxn>
              </a:cxnLst>
              <a:rect l="0" t="0" r="r" b="b"/>
              <a:pathLst>
                <a:path w="1122" h="729">
                  <a:moveTo>
                    <a:pt x="0" y="634"/>
                  </a:moveTo>
                  <a:lnTo>
                    <a:pt x="1122" y="0"/>
                  </a:lnTo>
                  <a:lnTo>
                    <a:pt x="1122" y="87"/>
                  </a:lnTo>
                  <a:lnTo>
                    <a:pt x="0" y="729"/>
                  </a:lnTo>
                  <a:lnTo>
                    <a:pt x="0" y="634"/>
                  </a:lnTo>
                  <a:close/>
                </a:path>
              </a:pathLst>
            </a:custGeom>
            <a:solidFill>
              <a:schemeClr val="accent3">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3" name="Freeform 12"/>
            <p:cNvSpPr>
              <a:spLocks/>
            </p:cNvSpPr>
            <p:nvPr/>
          </p:nvSpPr>
          <p:spPr bwMode="auto">
            <a:xfrm>
              <a:off x="5180576" y="3861093"/>
              <a:ext cx="1781175" cy="1157288"/>
            </a:xfrm>
            <a:custGeom>
              <a:avLst/>
              <a:gdLst>
                <a:gd name="T0" fmla="*/ 0 w 1122"/>
                <a:gd name="T1" fmla="*/ 634 h 729"/>
                <a:gd name="T2" fmla="*/ 1122 w 1122"/>
                <a:gd name="T3" fmla="*/ 0 h 729"/>
                <a:gd name="T4" fmla="*/ 1122 w 1122"/>
                <a:gd name="T5" fmla="*/ 87 h 729"/>
                <a:gd name="T6" fmla="*/ 0 w 1122"/>
                <a:gd name="T7" fmla="*/ 729 h 729"/>
                <a:gd name="T8" fmla="*/ 0 w 1122"/>
                <a:gd name="T9" fmla="*/ 634 h 729"/>
              </a:gdLst>
              <a:ahLst/>
              <a:cxnLst>
                <a:cxn ang="0">
                  <a:pos x="T0" y="T1"/>
                </a:cxn>
                <a:cxn ang="0">
                  <a:pos x="T2" y="T3"/>
                </a:cxn>
                <a:cxn ang="0">
                  <a:pos x="T4" y="T5"/>
                </a:cxn>
                <a:cxn ang="0">
                  <a:pos x="T6" y="T7"/>
                </a:cxn>
                <a:cxn ang="0">
                  <a:pos x="T8" y="T9"/>
                </a:cxn>
              </a:cxnLst>
              <a:rect l="0" t="0" r="r" b="b"/>
              <a:pathLst>
                <a:path w="1122" h="729">
                  <a:moveTo>
                    <a:pt x="0" y="634"/>
                  </a:moveTo>
                  <a:lnTo>
                    <a:pt x="1122" y="0"/>
                  </a:lnTo>
                  <a:lnTo>
                    <a:pt x="1122" y="87"/>
                  </a:lnTo>
                  <a:lnTo>
                    <a:pt x="0" y="729"/>
                  </a:lnTo>
                  <a:lnTo>
                    <a:pt x="0" y="6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4" name="Freeform 13"/>
            <p:cNvSpPr>
              <a:spLocks/>
            </p:cNvSpPr>
            <p:nvPr/>
          </p:nvSpPr>
          <p:spPr bwMode="auto">
            <a:xfrm>
              <a:off x="5180576" y="4435768"/>
              <a:ext cx="1781175" cy="1171575"/>
            </a:xfrm>
            <a:custGeom>
              <a:avLst/>
              <a:gdLst>
                <a:gd name="T0" fmla="*/ 1122 w 1122"/>
                <a:gd name="T1" fmla="*/ 0 h 738"/>
                <a:gd name="T2" fmla="*/ 1122 w 1122"/>
                <a:gd name="T3" fmla="*/ 78 h 738"/>
                <a:gd name="T4" fmla="*/ 0 w 1122"/>
                <a:gd name="T5" fmla="*/ 738 h 738"/>
                <a:gd name="T6" fmla="*/ 0 w 1122"/>
                <a:gd name="T7" fmla="*/ 656 h 738"/>
                <a:gd name="T8" fmla="*/ 1122 w 1122"/>
                <a:gd name="T9" fmla="*/ 0 h 738"/>
              </a:gdLst>
              <a:ahLst/>
              <a:cxnLst>
                <a:cxn ang="0">
                  <a:pos x="T0" y="T1"/>
                </a:cxn>
                <a:cxn ang="0">
                  <a:pos x="T2" y="T3"/>
                </a:cxn>
                <a:cxn ang="0">
                  <a:pos x="T4" y="T5"/>
                </a:cxn>
                <a:cxn ang="0">
                  <a:pos x="T6" y="T7"/>
                </a:cxn>
                <a:cxn ang="0">
                  <a:pos x="T8" y="T9"/>
                </a:cxn>
              </a:cxnLst>
              <a:rect l="0" t="0" r="r" b="b"/>
              <a:pathLst>
                <a:path w="1122" h="738">
                  <a:moveTo>
                    <a:pt x="1122" y="0"/>
                  </a:moveTo>
                  <a:lnTo>
                    <a:pt x="1122" y="78"/>
                  </a:lnTo>
                  <a:lnTo>
                    <a:pt x="0" y="738"/>
                  </a:lnTo>
                  <a:lnTo>
                    <a:pt x="0" y="656"/>
                  </a:lnTo>
                  <a:lnTo>
                    <a:pt x="1122" y="0"/>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5" name="Freeform 14"/>
            <p:cNvSpPr>
              <a:spLocks/>
            </p:cNvSpPr>
            <p:nvPr/>
          </p:nvSpPr>
          <p:spPr bwMode="auto">
            <a:xfrm>
              <a:off x="3488301" y="4010318"/>
              <a:ext cx="1695450" cy="1597025"/>
            </a:xfrm>
            <a:custGeom>
              <a:avLst/>
              <a:gdLst>
                <a:gd name="T0" fmla="*/ 451 w 451"/>
                <a:gd name="T1" fmla="*/ 268 h 425"/>
                <a:gd name="T2" fmla="*/ 87 w 451"/>
                <a:gd name="T3" fmla="*/ 52 h 425"/>
                <a:gd name="T4" fmla="*/ 31 w 451"/>
                <a:gd name="T5" fmla="*/ 66 h 425"/>
                <a:gd name="T6" fmla="*/ 79 w 451"/>
                <a:gd name="T7" fmla="*/ 182 h 425"/>
                <a:gd name="T8" fmla="*/ 450 w 451"/>
                <a:gd name="T9" fmla="*/ 390 h 425"/>
                <a:gd name="T10" fmla="*/ 450 w 451"/>
                <a:gd name="T11" fmla="*/ 425 h 425"/>
                <a:gd name="T12" fmla="*/ 70 w 451"/>
                <a:gd name="T13" fmla="*/ 206 h 425"/>
                <a:gd name="T14" fmla="*/ 2 w 451"/>
                <a:gd name="T15" fmla="*/ 89 h 425"/>
                <a:gd name="T16" fmla="*/ 79 w 451"/>
                <a:gd name="T17" fmla="*/ 15 h 425"/>
                <a:gd name="T18" fmla="*/ 450 w 451"/>
                <a:gd name="T19" fmla="*/ 228 h 425"/>
                <a:gd name="T20" fmla="*/ 451 w 451"/>
                <a:gd name="T21" fmla="*/ 268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1" h="425">
                  <a:moveTo>
                    <a:pt x="451" y="268"/>
                  </a:moveTo>
                  <a:cubicBezTo>
                    <a:pt x="87" y="52"/>
                    <a:pt x="87" y="52"/>
                    <a:pt x="87" y="52"/>
                  </a:cubicBezTo>
                  <a:cubicBezTo>
                    <a:pt x="87" y="52"/>
                    <a:pt x="46" y="27"/>
                    <a:pt x="31" y="66"/>
                  </a:cubicBezTo>
                  <a:cubicBezTo>
                    <a:pt x="15" y="106"/>
                    <a:pt x="50" y="163"/>
                    <a:pt x="79" y="182"/>
                  </a:cubicBezTo>
                  <a:cubicBezTo>
                    <a:pt x="450" y="390"/>
                    <a:pt x="450" y="390"/>
                    <a:pt x="450" y="390"/>
                  </a:cubicBezTo>
                  <a:cubicBezTo>
                    <a:pt x="450" y="425"/>
                    <a:pt x="450" y="425"/>
                    <a:pt x="450" y="425"/>
                  </a:cubicBezTo>
                  <a:cubicBezTo>
                    <a:pt x="70" y="206"/>
                    <a:pt x="70" y="206"/>
                    <a:pt x="70" y="206"/>
                  </a:cubicBezTo>
                  <a:cubicBezTo>
                    <a:pt x="70" y="206"/>
                    <a:pt x="0" y="155"/>
                    <a:pt x="2" y="89"/>
                  </a:cubicBezTo>
                  <a:cubicBezTo>
                    <a:pt x="5" y="24"/>
                    <a:pt x="49" y="0"/>
                    <a:pt x="79" y="15"/>
                  </a:cubicBezTo>
                  <a:cubicBezTo>
                    <a:pt x="450" y="228"/>
                    <a:pt x="450" y="228"/>
                    <a:pt x="450" y="228"/>
                  </a:cubicBezTo>
                  <a:cubicBezTo>
                    <a:pt x="451" y="268"/>
                    <a:pt x="451" y="268"/>
                    <a:pt x="451" y="268"/>
                  </a:cubicBezTo>
                </a:path>
              </a:pathLst>
            </a:custGeom>
            <a:solidFill>
              <a:schemeClr val="accent3">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6" name="Group 65"/>
          <p:cNvGrpSpPr/>
          <p:nvPr/>
        </p:nvGrpSpPr>
        <p:grpSpPr>
          <a:xfrm>
            <a:off x="3199963" y="4871105"/>
            <a:ext cx="2043545" cy="1408546"/>
            <a:chOff x="6018776" y="4807243"/>
            <a:chExt cx="2247900" cy="1549401"/>
          </a:xfrm>
        </p:grpSpPr>
        <p:sp>
          <p:nvSpPr>
            <p:cNvPr id="18" name="Freeform 17"/>
            <p:cNvSpPr>
              <a:spLocks/>
            </p:cNvSpPr>
            <p:nvPr/>
          </p:nvSpPr>
          <p:spPr bwMode="auto">
            <a:xfrm>
              <a:off x="6037826" y="5356518"/>
              <a:ext cx="2228850" cy="958850"/>
            </a:xfrm>
            <a:custGeom>
              <a:avLst/>
              <a:gdLst>
                <a:gd name="T0" fmla="*/ 0 w 593"/>
                <a:gd name="T1" fmla="*/ 83 h 255"/>
                <a:gd name="T2" fmla="*/ 36 w 593"/>
                <a:gd name="T3" fmla="*/ 64 h 255"/>
                <a:gd name="T4" fmla="*/ 536 w 593"/>
                <a:gd name="T5" fmla="*/ 0 h 255"/>
                <a:gd name="T6" fmla="*/ 566 w 593"/>
                <a:gd name="T7" fmla="*/ 69 h 255"/>
                <a:gd name="T8" fmla="*/ 308 w 593"/>
                <a:gd name="T9" fmla="*/ 255 h 255"/>
                <a:gd name="T10" fmla="*/ 0 w 593"/>
                <a:gd name="T11" fmla="*/ 83 h 255"/>
              </a:gdLst>
              <a:ahLst/>
              <a:cxnLst>
                <a:cxn ang="0">
                  <a:pos x="T0" y="T1"/>
                </a:cxn>
                <a:cxn ang="0">
                  <a:pos x="T2" y="T3"/>
                </a:cxn>
                <a:cxn ang="0">
                  <a:pos x="T4" y="T5"/>
                </a:cxn>
                <a:cxn ang="0">
                  <a:pos x="T6" y="T7"/>
                </a:cxn>
                <a:cxn ang="0">
                  <a:pos x="T8" y="T9"/>
                </a:cxn>
                <a:cxn ang="0">
                  <a:pos x="T10" y="T11"/>
                </a:cxn>
              </a:cxnLst>
              <a:rect l="0" t="0" r="r" b="b"/>
              <a:pathLst>
                <a:path w="593" h="255">
                  <a:moveTo>
                    <a:pt x="0" y="83"/>
                  </a:moveTo>
                  <a:cubicBezTo>
                    <a:pt x="36" y="64"/>
                    <a:pt x="36" y="64"/>
                    <a:pt x="36" y="64"/>
                  </a:cubicBezTo>
                  <a:cubicBezTo>
                    <a:pt x="536" y="0"/>
                    <a:pt x="536" y="0"/>
                    <a:pt x="536" y="0"/>
                  </a:cubicBezTo>
                  <a:cubicBezTo>
                    <a:pt x="536" y="0"/>
                    <a:pt x="593" y="22"/>
                    <a:pt x="566" y="69"/>
                  </a:cubicBezTo>
                  <a:cubicBezTo>
                    <a:pt x="530" y="133"/>
                    <a:pt x="308" y="255"/>
                    <a:pt x="308" y="255"/>
                  </a:cubicBezTo>
                  <a:lnTo>
                    <a:pt x="0" y="83"/>
                  </a:lnTo>
                  <a:close/>
                </a:path>
              </a:pathLst>
            </a:custGeom>
            <a:solidFill>
              <a:schemeClr val="accent1">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9" name="Freeform 18"/>
            <p:cNvSpPr>
              <a:spLocks/>
            </p:cNvSpPr>
            <p:nvPr/>
          </p:nvSpPr>
          <p:spPr bwMode="auto">
            <a:xfrm>
              <a:off x="6082276" y="5375568"/>
              <a:ext cx="1951038" cy="825500"/>
            </a:xfrm>
            <a:custGeom>
              <a:avLst/>
              <a:gdLst>
                <a:gd name="T0" fmla="*/ 0 w 1229"/>
                <a:gd name="T1" fmla="*/ 19 h 520"/>
                <a:gd name="T2" fmla="*/ 5 w 1229"/>
                <a:gd name="T3" fmla="*/ 165 h 520"/>
                <a:gd name="T4" fmla="*/ 696 w 1229"/>
                <a:gd name="T5" fmla="*/ 520 h 520"/>
                <a:gd name="T6" fmla="*/ 1229 w 1229"/>
                <a:gd name="T7" fmla="*/ 194 h 520"/>
                <a:gd name="T8" fmla="*/ 1225 w 1229"/>
                <a:gd name="T9" fmla="*/ 26 h 520"/>
                <a:gd name="T10" fmla="*/ 675 w 1229"/>
                <a:gd name="T11" fmla="*/ 350 h 520"/>
                <a:gd name="T12" fmla="*/ 0 w 1229"/>
                <a:gd name="T13" fmla="*/ 0 h 520"/>
                <a:gd name="T14" fmla="*/ 0 w 1229"/>
                <a:gd name="T15" fmla="*/ 19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9" h="520">
                  <a:moveTo>
                    <a:pt x="0" y="19"/>
                  </a:moveTo>
                  <a:lnTo>
                    <a:pt x="5" y="165"/>
                  </a:lnTo>
                  <a:lnTo>
                    <a:pt x="696" y="520"/>
                  </a:lnTo>
                  <a:lnTo>
                    <a:pt x="1229" y="194"/>
                  </a:lnTo>
                  <a:lnTo>
                    <a:pt x="1225" y="26"/>
                  </a:lnTo>
                  <a:lnTo>
                    <a:pt x="675" y="350"/>
                  </a:lnTo>
                  <a:lnTo>
                    <a:pt x="0" y="0"/>
                  </a:lnTo>
                  <a:lnTo>
                    <a:pt x="0" y="19"/>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0" name="Freeform 19"/>
            <p:cNvSpPr>
              <a:spLocks/>
            </p:cNvSpPr>
            <p:nvPr/>
          </p:nvSpPr>
          <p:spPr bwMode="auto">
            <a:xfrm>
              <a:off x="6018776" y="4807243"/>
              <a:ext cx="2109788" cy="1082675"/>
            </a:xfrm>
            <a:custGeom>
              <a:avLst/>
              <a:gdLst>
                <a:gd name="T0" fmla="*/ 0 w 561"/>
                <a:gd name="T1" fmla="*/ 133 h 288"/>
                <a:gd name="T2" fmla="*/ 307 w 561"/>
                <a:gd name="T3" fmla="*/ 288 h 288"/>
                <a:gd name="T4" fmla="*/ 561 w 561"/>
                <a:gd name="T5" fmla="*/ 143 h 288"/>
                <a:gd name="T6" fmla="*/ 552 w 561"/>
                <a:gd name="T7" fmla="*/ 139 h 288"/>
                <a:gd name="T8" fmla="*/ 265 w 561"/>
                <a:gd name="T9" fmla="*/ 10 h 288"/>
                <a:gd name="T10" fmla="*/ 228 w 561"/>
                <a:gd name="T11" fmla="*/ 6 h 288"/>
                <a:gd name="T12" fmla="*/ 0 w 561"/>
                <a:gd name="T13" fmla="*/ 133 h 288"/>
              </a:gdLst>
              <a:ahLst/>
              <a:cxnLst>
                <a:cxn ang="0">
                  <a:pos x="T0" y="T1"/>
                </a:cxn>
                <a:cxn ang="0">
                  <a:pos x="T2" y="T3"/>
                </a:cxn>
                <a:cxn ang="0">
                  <a:pos x="T4" y="T5"/>
                </a:cxn>
                <a:cxn ang="0">
                  <a:pos x="T6" y="T7"/>
                </a:cxn>
                <a:cxn ang="0">
                  <a:pos x="T8" y="T9"/>
                </a:cxn>
                <a:cxn ang="0">
                  <a:pos x="T10" y="T11"/>
                </a:cxn>
                <a:cxn ang="0">
                  <a:pos x="T12" y="T13"/>
                </a:cxn>
              </a:cxnLst>
              <a:rect l="0" t="0" r="r" b="b"/>
              <a:pathLst>
                <a:path w="561" h="288">
                  <a:moveTo>
                    <a:pt x="0" y="133"/>
                  </a:moveTo>
                  <a:cubicBezTo>
                    <a:pt x="307" y="288"/>
                    <a:pt x="307" y="288"/>
                    <a:pt x="307" y="288"/>
                  </a:cubicBezTo>
                  <a:cubicBezTo>
                    <a:pt x="561" y="143"/>
                    <a:pt x="561" y="143"/>
                    <a:pt x="561" y="143"/>
                  </a:cubicBezTo>
                  <a:cubicBezTo>
                    <a:pt x="552" y="139"/>
                    <a:pt x="552" y="139"/>
                    <a:pt x="552" y="139"/>
                  </a:cubicBezTo>
                  <a:cubicBezTo>
                    <a:pt x="265" y="10"/>
                    <a:pt x="265" y="10"/>
                    <a:pt x="265" y="10"/>
                  </a:cubicBezTo>
                  <a:cubicBezTo>
                    <a:pt x="265" y="10"/>
                    <a:pt x="245" y="0"/>
                    <a:pt x="228" y="6"/>
                  </a:cubicBezTo>
                  <a:cubicBezTo>
                    <a:pt x="211" y="13"/>
                    <a:pt x="0" y="133"/>
                    <a:pt x="0" y="13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1" name="Freeform 20"/>
            <p:cNvSpPr>
              <a:spLocks/>
            </p:cNvSpPr>
            <p:nvPr/>
          </p:nvSpPr>
          <p:spPr bwMode="auto">
            <a:xfrm>
              <a:off x="6018776" y="5307306"/>
              <a:ext cx="1157288" cy="676275"/>
            </a:xfrm>
            <a:custGeom>
              <a:avLst/>
              <a:gdLst>
                <a:gd name="T0" fmla="*/ 727 w 729"/>
                <a:gd name="T1" fmla="*/ 367 h 426"/>
                <a:gd name="T2" fmla="*/ 0 w 729"/>
                <a:gd name="T3" fmla="*/ 0 h 426"/>
                <a:gd name="T4" fmla="*/ 5 w 729"/>
                <a:gd name="T5" fmla="*/ 55 h 426"/>
                <a:gd name="T6" fmla="*/ 729 w 729"/>
                <a:gd name="T7" fmla="*/ 426 h 426"/>
                <a:gd name="T8" fmla="*/ 727 w 729"/>
                <a:gd name="T9" fmla="*/ 367 h 426"/>
              </a:gdLst>
              <a:ahLst/>
              <a:cxnLst>
                <a:cxn ang="0">
                  <a:pos x="T0" y="T1"/>
                </a:cxn>
                <a:cxn ang="0">
                  <a:pos x="T2" y="T3"/>
                </a:cxn>
                <a:cxn ang="0">
                  <a:pos x="T4" y="T5"/>
                </a:cxn>
                <a:cxn ang="0">
                  <a:pos x="T6" y="T7"/>
                </a:cxn>
                <a:cxn ang="0">
                  <a:pos x="T8" y="T9"/>
                </a:cxn>
              </a:cxnLst>
              <a:rect l="0" t="0" r="r" b="b"/>
              <a:pathLst>
                <a:path w="729" h="426">
                  <a:moveTo>
                    <a:pt x="727" y="367"/>
                  </a:moveTo>
                  <a:lnTo>
                    <a:pt x="0" y="0"/>
                  </a:lnTo>
                  <a:lnTo>
                    <a:pt x="5" y="55"/>
                  </a:lnTo>
                  <a:lnTo>
                    <a:pt x="729" y="426"/>
                  </a:lnTo>
                  <a:lnTo>
                    <a:pt x="727" y="367"/>
                  </a:lnTo>
                  <a:close/>
                </a:path>
              </a:pathLst>
            </a:custGeom>
            <a:solidFill>
              <a:schemeClr val="accent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21"/>
            <p:cNvSpPr>
              <a:spLocks/>
            </p:cNvSpPr>
            <p:nvPr/>
          </p:nvSpPr>
          <p:spPr bwMode="auto">
            <a:xfrm>
              <a:off x="6037826" y="5667668"/>
              <a:ext cx="1154113" cy="688975"/>
            </a:xfrm>
            <a:custGeom>
              <a:avLst/>
              <a:gdLst>
                <a:gd name="T0" fmla="*/ 0 w 727"/>
                <a:gd name="T1" fmla="*/ 0 h 434"/>
                <a:gd name="T2" fmla="*/ 2 w 727"/>
                <a:gd name="T3" fmla="*/ 50 h 434"/>
                <a:gd name="T4" fmla="*/ 727 w 727"/>
                <a:gd name="T5" fmla="*/ 434 h 434"/>
                <a:gd name="T6" fmla="*/ 724 w 727"/>
                <a:gd name="T7" fmla="*/ 381 h 434"/>
                <a:gd name="T8" fmla="*/ 0 w 727"/>
                <a:gd name="T9" fmla="*/ 0 h 434"/>
              </a:gdLst>
              <a:ahLst/>
              <a:cxnLst>
                <a:cxn ang="0">
                  <a:pos x="T0" y="T1"/>
                </a:cxn>
                <a:cxn ang="0">
                  <a:pos x="T2" y="T3"/>
                </a:cxn>
                <a:cxn ang="0">
                  <a:pos x="T4" y="T5"/>
                </a:cxn>
                <a:cxn ang="0">
                  <a:pos x="T6" y="T7"/>
                </a:cxn>
                <a:cxn ang="0">
                  <a:pos x="T8" y="T9"/>
                </a:cxn>
              </a:cxnLst>
              <a:rect l="0" t="0" r="r" b="b"/>
              <a:pathLst>
                <a:path w="727" h="434">
                  <a:moveTo>
                    <a:pt x="0" y="0"/>
                  </a:moveTo>
                  <a:lnTo>
                    <a:pt x="2" y="50"/>
                  </a:lnTo>
                  <a:lnTo>
                    <a:pt x="727" y="434"/>
                  </a:lnTo>
                  <a:lnTo>
                    <a:pt x="724" y="381"/>
                  </a:lnTo>
                  <a:lnTo>
                    <a:pt x="0" y="0"/>
                  </a:lnTo>
                  <a:close/>
                </a:path>
              </a:pathLst>
            </a:custGeom>
            <a:solidFill>
              <a:schemeClr val="accent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3" name="Freeform 22"/>
            <p:cNvSpPr>
              <a:spLocks/>
            </p:cNvSpPr>
            <p:nvPr/>
          </p:nvSpPr>
          <p:spPr bwMode="auto">
            <a:xfrm>
              <a:off x="7172888" y="5307306"/>
              <a:ext cx="1055688" cy="1049338"/>
            </a:xfrm>
            <a:custGeom>
              <a:avLst/>
              <a:gdLst>
                <a:gd name="T0" fmla="*/ 0 w 281"/>
                <a:gd name="T1" fmla="*/ 180 h 279"/>
                <a:gd name="T2" fmla="*/ 223 w 281"/>
                <a:gd name="T3" fmla="*/ 34 h 279"/>
                <a:gd name="T4" fmla="*/ 259 w 281"/>
                <a:gd name="T5" fmla="*/ 41 h 279"/>
                <a:gd name="T6" fmla="*/ 232 w 281"/>
                <a:gd name="T7" fmla="*/ 115 h 279"/>
                <a:gd name="T8" fmla="*/ 4 w 281"/>
                <a:gd name="T9" fmla="*/ 257 h 279"/>
                <a:gd name="T10" fmla="*/ 5 w 281"/>
                <a:gd name="T11" fmla="*/ 279 h 279"/>
                <a:gd name="T12" fmla="*/ 238 w 281"/>
                <a:gd name="T13" fmla="*/ 130 h 279"/>
                <a:gd name="T14" fmla="*/ 278 w 281"/>
                <a:gd name="T15" fmla="*/ 55 h 279"/>
                <a:gd name="T16" fmla="*/ 227 w 281"/>
                <a:gd name="T17" fmla="*/ 10 h 279"/>
                <a:gd name="T18" fmla="*/ 0 w 281"/>
                <a:gd name="T19" fmla="*/ 155 h 279"/>
                <a:gd name="T20" fmla="*/ 0 w 281"/>
                <a:gd name="T21" fmla="*/ 18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1" h="279">
                  <a:moveTo>
                    <a:pt x="0" y="180"/>
                  </a:moveTo>
                  <a:cubicBezTo>
                    <a:pt x="223" y="34"/>
                    <a:pt x="223" y="34"/>
                    <a:pt x="223" y="34"/>
                  </a:cubicBezTo>
                  <a:cubicBezTo>
                    <a:pt x="223" y="34"/>
                    <a:pt x="248" y="17"/>
                    <a:pt x="259" y="41"/>
                  </a:cubicBezTo>
                  <a:cubicBezTo>
                    <a:pt x="270" y="66"/>
                    <a:pt x="250" y="102"/>
                    <a:pt x="232" y="115"/>
                  </a:cubicBezTo>
                  <a:cubicBezTo>
                    <a:pt x="4" y="257"/>
                    <a:pt x="4" y="257"/>
                    <a:pt x="4" y="257"/>
                  </a:cubicBezTo>
                  <a:cubicBezTo>
                    <a:pt x="5" y="279"/>
                    <a:pt x="5" y="279"/>
                    <a:pt x="5" y="279"/>
                  </a:cubicBezTo>
                  <a:cubicBezTo>
                    <a:pt x="238" y="130"/>
                    <a:pt x="238" y="130"/>
                    <a:pt x="238" y="130"/>
                  </a:cubicBezTo>
                  <a:cubicBezTo>
                    <a:pt x="238" y="130"/>
                    <a:pt x="281" y="96"/>
                    <a:pt x="278" y="55"/>
                  </a:cubicBezTo>
                  <a:cubicBezTo>
                    <a:pt x="274" y="14"/>
                    <a:pt x="246" y="0"/>
                    <a:pt x="227" y="10"/>
                  </a:cubicBezTo>
                  <a:cubicBezTo>
                    <a:pt x="0" y="155"/>
                    <a:pt x="0" y="155"/>
                    <a:pt x="0" y="155"/>
                  </a:cubicBezTo>
                  <a:lnTo>
                    <a:pt x="0" y="180"/>
                  </a:lnTo>
                  <a:close/>
                </a:path>
              </a:pathLst>
            </a:custGeom>
            <a:solidFill>
              <a:schemeClr val="accent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8" name="Group 67"/>
          <p:cNvGrpSpPr/>
          <p:nvPr/>
        </p:nvGrpSpPr>
        <p:grpSpPr>
          <a:xfrm>
            <a:off x="2700622" y="1540042"/>
            <a:ext cx="1870364" cy="1274529"/>
            <a:chOff x="5469501" y="1143074"/>
            <a:chExt cx="2057400" cy="1401982"/>
          </a:xfrm>
        </p:grpSpPr>
        <p:sp>
          <p:nvSpPr>
            <p:cNvPr id="6" name="Freeform 5"/>
            <p:cNvSpPr>
              <a:spLocks/>
            </p:cNvSpPr>
            <p:nvPr/>
          </p:nvSpPr>
          <p:spPr bwMode="auto">
            <a:xfrm>
              <a:off x="5947338" y="1579856"/>
              <a:ext cx="25400" cy="55563"/>
            </a:xfrm>
            <a:custGeom>
              <a:avLst/>
              <a:gdLst>
                <a:gd name="T0" fmla="*/ 3 w 7"/>
                <a:gd name="T1" fmla="*/ 0 h 15"/>
                <a:gd name="T2" fmla="*/ 5 w 7"/>
                <a:gd name="T3" fmla="*/ 3 h 15"/>
                <a:gd name="T4" fmla="*/ 7 w 7"/>
                <a:gd name="T5" fmla="*/ 15 h 15"/>
                <a:gd name="T6" fmla="*/ 3 w 7"/>
                <a:gd name="T7" fmla="*/ 0 h 15"/>
              </a:gdLst>
              <a:ahLst/>
              <a:cxnLst>
                <a:cxn ang="0">
                  <a:pos x="T0" y="T1"/>
                </a:cxn>
                <a:cxn ang="0">
                  <a:pos x="T2" y="T3"/>
                </a:cxn>
                <a:cxn ang="0">
                  <a:pos x="T4" y="T5"/>
                </a:cxn>
                <a:cxn ang="0">
                  <a:pos x="T6" y="T7"/>
                </a:cxn>
              </a:cxnLst>
              <a:rect l="0" t="0" r="r" b="b"/>
              <a:pathLst>
                <a:path w="7" h="15">
                  <a:moveTo>
                    <a:pt x="3" y="0"/>
                  </a:moveTo>
                  <a:cubicBezTo>
                    <a:pt x="3" y="1"/>
                    <a:pt x="4" y="2"/>
                    <a:pt x="5" y="3"/>
                  </a:cubicBezTo>
                  <a:cubicBezTo>
                    <a:pt x="5" y="7"/>
                    <a:pt x="6" y="11"/>
                    <a:pt x="7" y="15"/>
                  </a:cubicBezTo>
                  <a:cubicBezTo>
                    <a:pt x="0" y="11"/>
                    <a:pt x="0" y="8"/>
                    <a:pt x="3" y="0"/>
                  </a:cubicBezTo>
                </a:path>
              </a:pathLst>
            </a:custGeom>
            <a:solidFill>
              <a:srgbClr val="4159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 name="Freeform 6"/>
            <p:cNvSpPr>
              <a:spLocks/>
            </p:cNvSpPr>
            <p:nvPr/>
          </p:nvSpPr>
          <p:spPr bwMode="auto">
            <a:xfrm>
              <a:off x="5969563" y="1651293"/>
              <a:ext cx="22225" cy="33338"/>
            </a:xfrm>
            <a:custGeom>
              <a:avLst/>
              <a:gdLst>
                <a:gd name="T0" fmla="*/ 1 w 6"/>
                <a:gd name="T1" fmla="*/ 0 h 9"/>
                <a:gd name="T2" fmla="*/ 5 w 6"/>
                <a:gd name="T3" fmla="*/ 9 h 9"/>
                <a:gd name="T4" fmla="*/ 1 w 6"/>
                <a:gd name="T5" fmla="*/ 0 h 9"/>
              </a:gdLst>
              <a:ahLst/>
              <a:cxnLst>
                <a:cxn ang="0">
                  <a:pos x="T0" y="T1"/>
                </a:cxn>
                <a:cxn ang="0">
                  <a:pos x="T2" y="T3"/>
                </a:cxn>
                <a:cxn ang="0">
                  <a:pos x="T4" y="T5"/>
                </a:cxn>
              </a:cxnLst>
              <a:rect l="0" t="0" r="r" b="b"/>
              <a:pathLst>
                <a:path w="6" h="9">
                  <a:moveTo>
                    <a:pt x="1" y="0"/>
                  </a:moveTo>
                  <a:cubicBezTo>
                    <a:pt x="6" y="1"/>
                    <a:pt x="5" y="5"/>
                    <a:pt x="5" y="9"/>
                  </a:cubicBezTo>
                  <a:cubicBezTo>
                    <a:pt x="0" y="7"/>
                    <a:pt x="1" y="3"/>
                    <a:pt x="1" y="0"/>
                  </a:cubicBezTo>
                  <a:close/>
                </a:path>
              </a:pathLst>
            </a:custGeom>
            <a:solidFill>
              <a:srgbClr val="4159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 name="Freeform 7"/>
            <p:cNvSpPr>
              <a:spLocks/>
            </p:cNvSpPr>
            <p:nvPr/>
          </p:nvSpPr>
          <p:spPr bwMode="auto">
            <a:xfrm>
              <a:off x="5961626" y="1530643"/>
              <a:ext cx="15875" cy="11113"/>
            </a:xfrm>
            <a:custGeom>
              <a:avLst/>
              <a:gdLst>
                <a:gd name="T0" fmla="*/ 2 w 4"/>
                <a:gd name="T1" fmla="*/ 3 h 3"/>
                <a:gd name="T2" fmla="*/ 0 w 4"/>
                <a:gd name="T3" fmla="*/ 2 h 3"/>
                <a:gd name="T4" fmla="*/ 3 w 4"/>
                <a:gd name="T5" fmla="*/ 0 h 3"/>
                <a:gd name="T6" fmla="*/ 4 w 4"/>
                <a:gd name="T7" fmla="*/ 1 h 3"/>
                <a:gd name="T8" fmla="*/ 2 w 4"/>
                <a:gd name="T9" fmla="*/ 3 h 3"/>
              </a:gdLst>
              <a:ahLst/>
              <a:cxnLst>
                <a:cxn ang="0">
                  <a:pos x="T0" y="T1"/>
                </a:cxn>
                <a:cxn ang="0">
                  <a:pos x="T2" y="T3"/>
                </a:cxn>
                <a:cxn ang="0">
                  <a:pos x="T4" y="T5"/>
                </a:cxn>
                <a:cxn ang="0">
                  <a:pos x="T6" y="T7"/>
                </a:cxn>
                <a:cxn ang="0">
                  <a:pos x="T8" y="T9"/>
                </a:cxn>
              </a:cxnLst>
              <a:rect l="0" t="0" r="r" b="b"/>
              <a:pathLst>
                <a:path w="4" h="3">
                  <a:moveTo>
                    <a:pt x="2" y="3"/>
                  </a:moveTo>
                  <a:cubicBezTo>
                    <a:pt x="1" y="3"/>
                    <a:pt x="0" y="2"/>
                    <a:pt x="0" y="2"/>
                  </a:cubicBezTo>
                  <a:cubicBezTo>
                    <a:pt x="0" y="0"/>
                    <a:pt x="2" y="0"/>
                    <a:pt x="3" y="0"/>
                  </a:cubicBezTo>
                  <a:cubicBezTo>
                    <a:pt x="3" y="0"/>
                    <a:pt x="4" y="1"/>
                    <a:pt x="4" y="1"/>
                  </a:cubicBezTo>
                  <a:cubicBezTo>
                    <a:pt x="4" y="3"/>
                    <a:pt x="3" y="3"/>
                    <a:pt x="2" y="3"/>
                  </a:cubicBezTo>
                </a:path>
              </a:pathLst>
            </a:custGeom>
            <a:solidFill>
              <a:srgbClr val="6577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5" name="Freeform 24"/>
            <p:cNvSpPr>
              <a:spLocks/>
            </p:cNvSpPr>
            <p:nvPr/>
          </p:nvSpPr>
          <p:spPr bwMode="auto">
            <a:xfrm>
              <a:off x="5483788" y="1632243"/>
              <a:ext cx="2043113" cy="871538"/>
            </a:xfrm>
            <a:custGeom>
              <a:avLst/>
              <a:gdLst>
                <a:gd name="T0" fmla="*/ 0 w 543"/>
                <a:gd name="T1" fmla="*/ 75 h 232"/>
                <a:gd name="T2" fmla="*/ 33 w 543"/>
                <a:gd name="T3" fmla="*/ 58 h 232"/>
                <a:gd name="T4" fmla="*/ 491 w 543"/>
                <a:gd name="T5" fmla="*/ 0 h 232"/>
                <a:gd name="T6" fmla="*/ 518 w 543"/>
                <a:gd name="T7" fmla="*/ 63 h 232"/>
                <a:gd name="T8" fmla="*/ 282 w 543"/>
                <a:gd name="T9" fmla="*/ 232 h 232"/>
                <a:gd name="T10" fmla="*/ 0 w 543"/>
                <a:gd name="T11" fmla="*/ 75 h 232"/>
              </a:gdLst>
              <a:ahLst/>
              <a:cxnLst>
                <a:cxn ang="0">
                  <a:pos x="T0" y="T1"/>
                </a:cxn>
                <a:cxn ang="0">
                  <a:pos x="T2" y="T3"/>
                </a:cxn>
                <a:cxn ang="0">
                  <a:pos x="T4" y="T5"/>
                </a:cxn>
                <a:cxn ang="0">
                  <a:pos x="T6" y="T7"/>
                </a:cxn>
                <a:cxn ang="0">
                  <a:pos x="T8" y="T9"/>
                </a:cxn>
                <a:cxn ang="0">
                  <a:pos x="T10" y="T11"/>
                </a:cxn>
              </a:cxnLst>
              <a:rect l="0" t="0" r="r" b="b"/>
              <a:pathLst>
                <a:path w="543" h="232">
                  <a:moveTo>
                    <a:pt x="0" y="75"/>
                  </a:moveTo>
                  <a:cubicBezTo>
                    <a:pt x="33" y="58"/>
                    <a:pt x="33" y="58"/>
                    <a:pt x="33" y="58"/>
                  </a:cubicBezTo>
                  <a:cubicBezTo>
                    <a:pt x="491" y="0"/>
                    <a:pt x="491" y="0"/>
                    <a:pt x="491" y="0"/>
                  </a:cubicBezTo>
                  <a:cubicBezTo>
                    <a:pt x="491" y="0"/>
                    <a:pt x="543" y="19"/>
                    <a:pt x="518" y="63"/>
                  </a:cubicBezTo>
                  <a:cubicBezTo>
                    <a:pt x="485" y="121"/>
                    <a:pt x="282" y="232"/>
                    <a:pt x="282" y="232"/>
                  </a:cubicBezTo>
                  <a:lnTo>
                    <a:pt x="0" y="75"/>
                  </a:lnTo>
                  <a:close/>
                </a:path>
              </a:pathLst>
            </a:custGeom>
            <a:solidFill>
              <a:schemeClr val="accent5">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6" name="Freeform 25"/>
            <p:cNvSpPr>
              <a:spLocks/>
            </p:cNvSpPr>
            <p:nvPr/>
          </p:nvSpPr>
          <p:spPr bwMode="auto">
            <a:xfrm>
              <a:off x="5526651" y="1648118"/>
              <a:ext cx="1785938" cy="758825"/>
            </a:xfrm>
            <a:custGeom>
              <a:avLst/>
              <a:gdLst>
                <a:gd name="T0" fmla="*/ 0 w 1125"/>
                <a:gd name="T1" fmla="*/ 18 h 478"/>
                <a:gd name="T2" fmla="*/ 7 w 1125"/>
                <a:gd name="T3" fmla="*/ 151 h 478"/>
                <a:gd name="T4" fmla="*/ 639 w 1125"/>
                <a:gd name="T5" fmla="*/ 478 h 478"/>
                <a:gd name="T6" fmla="*/ 1125 w 1125"/>
                <a:gd name="T7" fmla="*/ 177 h 478"/>
                <a:gd name="T8" fmla="*/ 1120 w 1125"/>
                <a:gd name="T9" fmla="*/ 23 h 478"/>
                <a:gd name="T10" fmla="*/ 618 w 1125"/>
                <a:gd name="T11" fmla="*/ 319 h 478"/>
                <a:gd name="T12" fmla="*/ 2 w 1125"/>
                <a:gd name="T13" fmla="*/ 0 h 478"/>
                <a:gd name="T14" fmla="*/ 0 w 1125"/>
                <a:gd name="T15" fmla="*/ 18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5" h="478">
                  <a:moveTo>
                    <a:pt x="0" y="18"/>
                  </a:moveTo>
                  <a:lnTo>
                    <a:pt x="7" y="151"/>
                  </a:lnTo>
                  <a:lnTo>
                    <a:pt x="639" y="478"/>
                  </a:lnTo>
                  <a:lnTo>
                    <a:pt x="1125" y="177"/>
                  </a:lnTo>
                  <a:lnTo>
                    <a:pt x="1120" y="23"/>
                  </a:lnTo>
                  <a:lnTo>
                    <a:pt x="618" y="319"/>
                  </a:lnTo>
                  <a:lnTo>
                    <a:pt x="2" y="0"/>
                  </a:lnTo>
                  <a:lnTo>
                    <a:pt x="0" y="18"/>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7" name="Freeform 26"/>
            <p:cNvSpPr>
              <a:spLocks/>
            </p:cNvSpPr>
            <p:nvPr/>
          </p:nvSpPr>
          <p:spPr bwMode="auto">
            <a:xfrm>
              <a:off x="5469501" y="1143074"/>
              <a:ext cx="1925638" cy="987425"/>
            </a:xfrm>
            <a:custGeom>
              <a:avLst/>
              <a:gdLst>
                <a:gd name="T0" fmla="*/ 0 w 512"/>
                <a:gd name="T1" fmla="*/ 121 h 263"/>
                <a:gd name="T2" fmla="*/ 280 w 512"/>
                <a:gd name="T3" fmla="*/ 263 h 263"/>
                <a:gd name="T4" fmla="*/ 512 w 512"/>
                <a:gd name="T5" fmla="*/ 131 h 263"/>
                <a:gd name="T6" fmla="*/ 505 w 512"/>
                <a:gd name="T7" fmla="*/ 127 h 263"/>
                <a:gd name="T8" fmla="*/ 242 w 512"/>
                <a:gd name="T9" fmla="*/ 9 h 263"/>
                <a:gd name="T10" fmla="*/ 208 w 512"/>
                <a:gd name="T11" fmla="*/ 6 h 263"/>
                <a:gd name="T12" fmla="*/ 0 w 512"/>
                <a:gd name="T13" fmla="*/ 121 h 263"/>
              </a:gdLst>
              <a:ahLst/>
              <a:cxnLst>
                <a:cxn ang="0">
                  <a:pos x="T0" y="T1"/>
                </a:cxn>
                <a:cxn ang="0">
                  <a:pos x="T2" y="T3"/>
                </a:cxn>
                <a:cxn ang="0">
                  <a:pos x="T4" y="T5"/>
                </a:cxn>
                <a:cxn ang="0">
                  <a:pos x="T6" y="T7"/>
                </a:cxn>
                <a:cxn ang="0">
                  <a:pos x="T8" y="T9"/>
                </a:cxn>
                <a:cxn ang="0">
                  <a:pos x="T10" y="T11"/>
                </a:cxn>
                <a:cxn ang="0">
                  <a:pos x="T12" y="T13"/>
                </a:cxn>
              </a:cxnLst>
              <a:rect l="0" t="0" r="r" b="b"/>
              <a:pathLst>
                <a:path w="512" h="263">
                  <a:moveTo>
                    <a:pt x="0" y="121"/>
                  </a:moveTo>
                  <a:cubicBezTo>
                    <a:pt x="280" y="263"/>
                    <a:pt x="280" y="263"/>
                    <a:pt x="280" y="263"/>
                  </a:cubicBezTo>
                  <a:cubicBezTo>
                    <a:pt x="512" y="131"/>
                    <a:pt x="512" y="131"/>
                    <a:pt x="512" y="131"/>
                  </a:cubicBezTo>
                  <a:cubicBezTo>
                    <a:pt x="505" y="127"/>
                    <a:pt x="505" y="127"/>
                    <a:pt x="505" y="127"/>
                  </a:cubicBezTo>
                  <a:cubicBezTo>
                    <a:pt x="242" y="9"/>
                    <a:pt x="242" y="9"/>
                    <a:pt x="242" y="9"/>
                  </a:cubicBezTo>
                  <a:cubicBezTo>
                    <a:pt x="242" y="9"/>
                    <a:pt x="224" y="0"/>
                    <a:pt x="208" y="6"/>
                  </a:cubicBezTo>
                  <a:cubicBezTo>
                    <a:pt x="193" y="12"/>
                    <a:pt x="0" y="121"/>
                    <a:pt x="0" y="121"/>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8" name="Freeform 27"/>
            <p:cNvSpPr>
              <a:spLocks/>
            </p:cNvSpPr>
            <p:nvPr/>
          </p:nvSpPr>
          <p:spPr bwMode="auto">
            <a:xfrm>
              <a:off x="5469501" y="1583031"/>
              <a:ext cx="1057275" cy="620713"/>
            </a:xfrm>
            <a:custGeom>
              <a:avLst/>
              <a:gdLst>
                <a:gd name="T0" fmla="*/ 663 w 666"/>
                <a:gd name="T1" fmla="*/ 336 h 391"/>
                <a:gd name="T2" fmla="*/ 0 w 666"/>
                <a:gd name="T3" fmla="*/ 0 h 391"/>
                <a:gd name="T4" fmla="*/ 2 w 666"/>
                <a:gd name="T5" fmla="*/ 52 h 391"/>
                <a:gd name="T6" fmla="*/ 666 w 666"/>
                <a:gd name="T7" fmla="*/ 391 h 391"/>
                <a:gd name="T8" fmla="*/ 663 w 666"/>
                <a:gd name="T9" fmla="*/ 336 h 391"/>
              </a:gdLst>
              <a:ahLst/>
              <a:cxnLst>
                <a:cxn ang="0">
                  <a:pos x="T0" y="T1"/>
                </a:cxn>
                <a:cxn ang="0">
                  <a:pos x="T2" y="T3"/>
                </a:cxn>
                <a:cxn ang="0">
                  <a:pos x="T4" y="T5"/>
                </a:cxn>
                <a:cxn ang="0">
                  <a:pos x="T6" y="T7"/>
                </a:cxn>
                <a:cxn ang="0">
                  <a:pos x="T8" y="T9"/>
                </a:cxn>
              </a:cxnLst>
              <a:rect l="0" t="0" r="r" b="b"/>
              <a:pathLst>
                <a:path w="666" h="391">
                  <a:moveTo>
                    <a:pt x="663" y="336"/>
                  </a:moveTo>
                  <a:lnTo>
                    <a:pt x="0" y="0"/>
                  </a:lnTo>
                  <a:lnTo>
                    <a:pt x="2" y="52"/>
                  </a:lnTo>
                  <a:lnTo>
                    <a:pt x="666" y="391"/>
                  </a:lnTo>
                  <a:lnTo>
                    <a:pt x="663" y="336"/>
                  </a:lnTo>
                  <a:close/>
                </a:path>
              </a:pathLst>
            </a:custGeom>
            <a:solidFill>
              <a:schemeClr val="accent5">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9" name="Freeform 28"/>
            <p:cNvSpPr>
              <a:spLocks/>
            </p:cNvSpPr>
            <p:nvPr/>
          </p:nvSpPr>
          <p:spPr bwMode="auto">
            <a:xfrm>
              <a:off x="5469501" y="1583031"/>
              <a:ext cx="1057275" cy="620713"/>
            </a:xfrm>
            <a:custGeom>
              <a:avLst/>
              <a:gdLst>
                <a:gd name="T0" fmla="*/ 663 w 666"/>
                <a:gd name="T1" fmla="*/ 336 h 391"/>
                <a:gd name="T2" fmla="*/ 0 w 666"/>
                <a:gd name="T3" fmla="*/ 0 h 391"/>
                <a:gd name="T4" fmla="*/ 2 w 666"/>
                <a:gd name="T5" fmla="*/ 52 h 391"/>
                <a:gd name="T6" fmla="*/ 666 w 666"/>
                <a:gd name="T7" fmla="*/ 391 h 391"/>
                <a:gd name="T8" fmla="*/ 663 w 666"/>
                <a:gd name="T9" fmla="*/ 336 h 391"/>
              </a:gdLst>
              <a:ahLst/>
              <a:cxnLst>
                <a:cxn ang="0">
                  <a:pos x="T0" y="T1"/>
                </a:cxn>
                <a:cxn ang="0">
                  <a:pos x="T2" y="T3"/>
                </a:cxn>
                <a:cxn ang="0">
                  <a:pos x="T4" y="T5"/>
                </a:cxn>
                <a:cxn ang="0">
                  <a:pos x="T6" y="T7"/>
                </a:cxn>
                <a:cxn ang="0">
                  <a:pos x="T8" y="T9"/>
                </a:cxn>
              </a:cxnLst>
              <a:rect l="0" t="0" r="r" b="b"/>
              <a:pathLst>
                <a:path w="666" h="391">
                  <a:moveTo>
                    <a:pt x="663" y="336"/>
                  </a:moveTo>
                  <a:lnTo>
                    <a:pt x="0" y="0"/>
                  </a:lnTo>
                  <a:lnTo>
                    <a:pt x="2" y="52"/>
                  </a:lnTo>
                  <a:lnTo>
                    <a:pt x="666" y="391"/>
                  </a:lnTo>
                  <a:lnTo>
                    <a:pt x="663" y="3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0" name="Freeform 29"/>
            <p:cNvSpPr>
              <a:spLocks/>
            </p:cNvSpPr>
            <p:nvPr/>
          </p:nvSpPr>
          <p:spPr bwMode="auto">
            <a:xfrm>
              <a:off x="5483788" y="1914818"/>
              <a:ext cx="1060450" cy="630238"/>
            </a:xfrm>
            <a:custGeom>
              <a:avLst/>
              <a:gdLst>
                <a:gd name="T0" fmla="*/ 0 w 668"/>
                <a:gd name="T1" fmla="*/ 0 h 397"/>
                <a:gd name="T2" fmla="*/ 3 w 668"/>
                <a:gd name="T3" fmla="*/ 45 h 397"/>
                <a:gd name="T4" fmla="*/ 668 w 668"/>
                <a:gd name="T5" fmla="*/ 397 h 397"/>
                <a:gd name="T6" fmla="*/ 666 w 668"/>
                <a:gd name="T7" fmla="*/ 348 h 397"/>
                <a:gd name="T8" fmla="*/ 0 w 668"/>
                <a:gd name="T9" fmla="*/ 0 h 397"/>
              </a:gdLst>
              <a:ahLst/>
              <a:cxnLst>
                <a:cxn ang="0">
                  <a:pos x="T0" y="T1"/>
                </a:cxn>
                <a:cxn ang="0">
                  <a:pos x="T2" y="T3"/>
                </a:cxn>
                <a:cxn ang="0">
                  <a:pos x="T4" y="T5"/>
                </a:cxn>
                <a:cxn ang="0">
                  <a:pos x="T6" y="T7"/>
                </a:cxn>
                <a:cxn ang="0">
                  <a:pos x="T8" y="T9"/>
                </a:cxn>
              </a:cxnLst>
              <a:rect l="0" t="0" r="r" b="b"/>
              <a:pathLst>
                <a:path w="668" h="397">
                  <a:moveTo>
                    <a:pt x="0" y="0"/>
                  </a:moveTo>
                  <a:lnTo>
                    <a:pt x="3" y="45"/>
                  </a:lnTo>
                  <a:lnTo>
                    <a:pt x="668" y="397"/>
                  </a:lnTo>
                  <a:lnTo>
                    <a:pt x="666" y="348"/>
                  </a:lnTo>
                  <a:lnTo>
                    <a:pt x="0" y="0"/>
                  </a:lnTo>
                  <a:close/>
                </a:path>
              </a:pathLst>
            </a:custGeom>
            <a:solidFill>
              <a:schemeClr val="accent5">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1" name="Freeform 30"/>
            <p:cNvSpPr>
              <a:spLocks/>
            </p:cNvSpPr>
            <p:nvPr/>
          </p:nvSpPr>
          <p:spPr bwMode="auto">
            <a:xfrm>
              <a:off x="6522013" y="1583031"/>
              <a:ext cx="969963" cy="962025"/>
            </a:xfrm>
            <a:custGeom>
              <a:avLst/>
              <a:gdLst>
                <a:gd name="T0" fmla="*/ 1 w 258"/>
                <a:gd name="T1" fmla="*/ 165 h 256"/>
                <a:gd name="T2" fmla="*/ 205 w 258"/>
                <a:gd name="T3" fmla="*/ 32 h 256"/>
                <a:gd name="T4" fmla="*/ 237 w 258"/>
                <a:gd name="T5" fmla="*/ 38 h 256"/>
                <a:gd name="T6" fmla="*/ 212 w 258"/>
                <a:gd name="T7" fmla="*/ 106 h 256"/>
                <a:gd name="T8" fmla="*/ 5 w 258"/>
                <a:gd name="T9" fmla="*/ 235 h 256"/>
                <a:gd name="T10" fmla="*/ 6 w 258"/>
                <a:gd name="T11" fmla="*/ 256 h 256"/>
                <a:gd name="T12" fmla="*/ 218 w 258"/>
                <a:gd name="T13" fmla="*/ 120 h 256"/>
                <a:gd name="T14" fmla="*/ 254 w 258"/>
                <a:gd name="T15" fmla="*/ 51 h 256"/>
                <a:gd name="T16" fmla="*/ 208 w 258"/>
                <a:gd name="T17" fmla="*/ 10 h 256"/>
                <a:gd name="T18" fmla="*/ 0 w 258"/>
                <a:gd name="T19" fmla="*/ 142 h 256"/>
                <a:gd name="T20" fmla="*/ 1 w 258"/>
                <a:gd name="T21" fmla="*/ 16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8" h="256">
                  <a:moveTo>
                    <a:pt x="1" y="165"/>
                  </a:moveTo>
                  <a:cubicBezTo>
                    <a:pt x="205" y="32"/>
                    <a:pt x="205" y="32"/>
                    <a:pt x="205" y="32"/>
                  </a:cubicBezTo>
                  <a:cubicBezTo>
                    <a:pt x="205" y="32"/>
                    <a:pt x="228" y="16"/>
                    <a:pt x="237" y="38"/>
                  </a:cubicBezTo>
                  <a:cubicBezTo>
                    <a:pt x="247" y="61"/>
                    <a:pt x="229" y="94"/>
                    <a:pt x="212" y="106"/>
                  </a:cubicBezTo>
                  <a:cubicBezTo>
                    <a:pt x="5" y="235"/>
                    <a:pt x="5" y="235"/>
                    <a:pt x="5" y="235"/>
                  </a:cubicBezTo>
                  <a:cubicBezTo>
                    <a:pt x="6" y="256"/>
                    <a:pt x="6" y="256"/>
                    <a:pt x="6" y="256"/>
                  </a:cubicBezTo>
                  <a:cubicBezTo>
                    <a:pt x="218" y="120"/>
                    <a:pt x="218" y="120"/>
                    <a:pt x="218" y="120"/>
                  </a:cubicBezTo>
                  <a:cubicBezTo>
                    <a:pt x="218" y="120"/>
                    <a:pt x="258" y="88"/>
                    <a:pt x="254" y="51"/>
                  </a:cubicBezTo>
                  <a:cubicBezTo>
                    <a:pt x="251" y="13"/>
                    <a:pt x="225" y="0"/>
                    <a:pt x="208" y="10"/>
                  </a:cubicBezTo>
                  <a:cubicBezTo>
                    <a:pt x="0" y="142"/>
                    <a:pt x="0" y="142"/>
                    <a:pt x="0" y="142"/>
                  </a:cubicBezTo>
                  <a:cubicBezTo>
                    <a:pt x="1" y="165"/>
                    <a:pt x="1" y="165"/>
                    <a:pt x="1" y="165"/>
                  </a:cubicBezTo>
                </a:path>
              </a:pathLst>
            </a:custGeom>
            <a:solidFill>
              <a:schemeClr val="accent5">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3" name="Freeform 32"/>
            <p:cNvSpPr>
              <a:spLocks/>
            </p:cNvSpPr>
            <p:nvPr/>
          </p:nvSpPr>
          <p:spPr bwMode="auto">
            <a:xfrm>
              <a:off x="7326876" y="1610018"/>
              <a:ext cx="44450" cy="3175"/>
            </a:xfrm>
            <a:custGeom>
              <a:avLst/>
              <a:gdLst>
                <a:gd name="T0" fmla="*/ 6 w 12"/>
                <a:gd name="T1" fmla="*/ 0 h 1"/>
                <a:gd name="T2" fmla="*/ 0 w 12"/>
                <a:gd name="T3" fmla="*/ 1 h 1"/>
                <a:gd name="T4" fmla="*/ 12 w 12"/>
                <a:gd name="T5" fmla="*/ 1 h 1"/>
                <a:gd name="T6" fmla="*/ 12 w 12"/>
                <a:gd name="T7" fmla="*/ 1 h 1"/>
                <a:gd name="T8" fmla="*/ 6 w 12"/>
                <a:gd name="T9" fmla="*/ 0 h 1"/>
              </a:gdLst>
              <a:ahLst/>
              <a:cxnLst>
                <a:cxn ang="0">
                  <a:pos x="T0" y="T1"/>
                </a:cxn>
                <a:cxn ang="0">
                  <a:pos x="T2" y="T3"/>
                </a:cxn>
                <a:cxn ang="0">
                  <a:pos x="T4" y="T5"/>
                </a:cxn>
                <a:cxn ang="0">
                  <a:pos x="T6" y="T7"/>
                </a:cxn>
                <a:cxn ang="0">
                  <a:pos x="T8" y="T9"/>
                </a:cxn>
              </a:cxnLst>
              <a:rect l="0" t="0" r="r" b="b"/>
              <a:pathLst>
                <a:path w="12" h="1">
                  <a:moveTo>
                    <a:pt x="6" y="0"/>
                  </a:moveTo>
                  <a:cubicBezTo>
                    <a:pt x="4" y="0"/>
                    <a:pt x="2" y="0"/>
                    <a:pt x="0" y="1"/>
                  </a:cubicBezTo>
                  <a:cubicBezTo>
                    <a:pt x="12" y="1"/>
                    <a:pt x="12" y="1"/>
                    <a:pt x="12" y="1"/>
                  </a:cubicBezTo>
                  <a:cubicBezTo>
                    <a:pt x="12" y="1"/>
                    <a:pt x="12" y="1"/>
                    <a:pt x="12" y="1"/>
                  </a:cubicBezTo>
                  <a:cubicBezTo>
                    <a:pt x="10" y="0"/>
                    <a:pt x="8" y="0"/>
                    <a:pt x="6" y="0"/>
                  </a:cubicBezTo>
                </a:path>
              </a:pathLst>
            </a:custGeom>
            <a:solidFill>
              <a:srgbClr val="419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70" name="Group 69"/>
          <p:cNvGrpSpPr/>
          <p:nvPr/>
        </p:nvGrpSpPr>
        <p:grpSpPr>
          <a:xfrm>
            <a:off x="1066940" y="2906935"/>
            <a:ext cx="2675659" cy="1421535"/>
            <a:chOff x="3672451" y="2646656"/>
            <a:chExt cx="2943225" cy="1563688"/>
          </a:xfrm>
        </p:grpSpPr>
        <p:grpSp>
          <p:nvGrpSpPr>
            <p:cNvPr id="69" name="Group 68"/>
            <p:cNvGrpSpPr/>
            <p:nvPr/>
          </p:nvGrpSpPr>
          <p:grpSpPr>
            <a:xfrm>
              <a:off x="3672451" y="2646656"/>
              <a:ext cx="2943225" cy="1519237"/>
              <a:chOff x="3672451" y="2646656"/>
              <a:chExt cx="2943225" cy="1519237"/>
            </a:xfrm>
          </p:grpSpPr>
          <p:sp>
            <p:nvSpPr>
              <p:cNvPr id="17" name="Freeform 16"/>
              <p:cNvSpPr>
                <a:spLocks/>
              </p:cNvSpPr>
              <p:nvPr/>
            </p:nvSpPr>
            <p:spPr bwMode="auto">
              <a:xfrm>
                <a:off x="3672451" y="4051593"/>
                <a:ext cx="71438" cy="7938"/>
              </a:xfrm>
              <a:custGeom>
                <a:avLst/>
                <a:gdLst>
                  <a:gd name="T0" fmla="*/ 11 w 19"/>
                  <a:gd name="T1" fmla="*/ 0 h 2"/>
                  <a:gd name="T2" fmla="*/ 0 w 19"/>
                  <a:gd name="T3" fmla="*/ 1 h 2"/>
                  <a:gd name="T4" fmla="*/ 0 w 19"/>
                  <a:gd name="T5" fmla="*/ 2 h 2"/>
                  <a:gd name="T6" fmla="*/ 19 w 19"/>
                  <a:gd name="T7" fmla="*/ 0 h 2"/>
                  <a:gd name="T8" fmla="*/ 11 w 19"/>
                  <a:gd name="T9" fmla="*/ 0 h 2"/>
                </a:gdLst>
                <a:ahLst/>
                <a:cxnLst>
                  <a:cxn ang="0">
                    <a:pos x="T0" y="T1"/>
                  </a:cxn>
                  <a:cxn ang="0">
                    <a:pos x="T2" y="T3"/>
                  </a:cxn>
                  <a:cxn ang="0">
                    <a:pos x="T4" y="T5"/>
                  </a:cxn>
                  <a:cxn ang="0">
                    <a:pos x="T6" y="T7"/>
                  </a:cxn>
                  <a:cxn ang="0">
                    <a:pos x="T8" y="T9"/>
                  </a:cxn>
                </a:cxnLst>
                <a:rect l="0" t="0" r="r" b="b"/>
                <a:pathLst>
                  <a:path w="19" h="2">
                    <a:moveTo>
                      <a:pt x="11" y="0"/>
                    </a:moveTo>
                    <a:cubicBezTo>
                      <a:pt x="8" y="0"/>
                      <a:pt x="4" y="0"/>
                      <a:pt x="0" y="1"/>
                    </a:cubicBezTo>
                    <a:cubicBezTo>
                      <a:pt x="0" y="2"/>
                      <a:pt x="0" y="2"/>
                      <a:pt x="0" y="2"/>
                    </a:cubicBezTo>
                    <a:cubicBezTo>
                      <a:pt x="19" y="0"/>
                      <a:pt x="19" y="0"/>
                      <a:pt x="19" y="0"/>
                    </a:cubicBezTo>
                    <a:cubicBezTo>
                      <a:pt x="17" y="0"/>
                      <a:pt x="14" y="0"/>
                      <a:pt x="11" y="0"/>
                    </a:cubicBezTo>
                  </a:path>
                </a:pathLst>
              </a:custGeom>
              <a:solidFill>
                <a:srgbClr val="0A86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4" name="Freeform 33"/>
              <p:cNvSpPr>
                <a:spLocks/>
              </p:cNvSpPr>
              <p:nvPr/>
            </p:nvSpPr>
            <p:spPr bwMode="auto">
              <a:xfrm>
                <a:off x="4375713" y="3248318"/>
                <a:ext cx="2239963" cy="917575"/>
              </a:xfrm>
              <a:custGeom>
                <a:avLst/>
                <a:gdLst>
                  <a:gd name="T0" fmla="*/ 596 w 596"/>
                  <a:gd name="T1" fmla="*/ 59 h 244"/>
                  <a:gd name="T2" fmla="*/ 559 w 596"/>
                  <a:gd name="T3" fmla="*/ 42 h 244"/>
                  <a:gd name="T4" fmla="*/ 56 w 596"/>
                  <a:gd name="T5" fmla="*/ 0 h 244"/>
                  <a:gd name="T6" fmla="*/ 29 w 596"/>
                  <a:gd name="T7" fmla="*/ 71 h 244"/>
                  <a:gd name="T8" fmla="*/ 296 w 596"/>
                  <a:gd name="T9" fmla="*/ 244 h 244"/>
                  <a:gd name="T10" fmla="*/ 596 w 596"/>
                  <a:gd name="T11" fmla="*/ 59 h 244"/>
                </a:gdLst>
                <a:ahLst/>
                <a:cxnLst>
                  <a:cxn ang="0">
                    <a:pos x="T0" y="T1"/>
                  </a:cxn>
                  <a:cxn ang="0">
                    <a:pos x="T2" y="T3"/>
                  </a:cxn>
                  <a:cxn ang="0">
                    <a:pos x="T4" y="T5"/>
                  </a:cxn>
                  <a:cxn ang="0">
                    <a:pos x="T6" y="T7"/>
                  </a:cxn>
                  <a:cxn ang="0">
                    <a:pos x="T8" y="T9"/>
                  </a:cxn>
                  <a:cxn ang="0">
                    <a:pos x="T10" y="T11"/>
                  </a:cxn>
                </a:cxnLst>
                <a:rect l="0" t="0" r="r" b="b"/>
                <a:pathLst>
                  <a:path w="596" h="244">
                    <a:moveTo>
                      <a:pt x="596" y="59"/>
                    </a:moveTo>
                    <a:cubicBezTo>
                      <a:pt x="559" y="42"/>
                      <a:pt x="559" y="42"/>
                      <a:pt x="559" y="42"/>
                    </a:cubicBezTo>
                    <a:cubicBezTo>
                      <a:pt x="56" y="0"/>
                      <a:pt x="56" y="0"/>
                      <a:pt x="56" y="0"/>
                    </a:cubicBezTo>
                    <a:cubicBezTo>
                      <a:pt x="56" y="0"/>
                      <a:pt x="0" y="24"/>
                      <a:pt x="29" y="71"/>
                    </a:cubicBezTo>
                    <a:cubicBezTo>
                      <a:pt x="68" y="133"/>
                      <a:pt x="296" y="244"/>
                      <a:pt x="296" y="244"/>
                    </a:cubicBezTo>
                    <a:lnTo>
                      <a:pt x="596" y="59"/>
                    </a:lnTo>
                    <a:close/>
                  </a:path>
                </a:pathLst>
              </a:custGeom>
              <a:solidFill>
                <a:schemeClr val="accent4">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5" name="Freeform 34"/>
              <p:cNvSpPr>
                <a:spLocks/>
              </p:cNvSpPr>
              <p:nvPr/>
            </p:nvSpPr>
            <p:spPr bwMode="auto">
              <a:xfrm>
                <a:off x="4615426" y="3176881"/>
                <a:ext cx="1944688" cy="879475"/>
              </a:xfrm>
              <a:custGeom>
                <a:avLst/>
                <a:gdLst>
                  <a:gd name="T0" fmla="*/ 1225 w 1225"/>
                  <a:gd name="T1" fmla="*/ 19 h 554"/>
                  <a:gd name="T2" fmla="*/ 1225 w 1225"/>
                  <a:gd name="T3" fmla="*/ 166 h 554"/>
                  <a:gd name="T4" fmla="*/ 550 w 1225"/>
                  <a:gd name="T5" fmla="*/ 554 h 554"/>
                  <a:gd name="T6" fmla="*/ 3 w 1225"/>
                  <a:gd name="T7" fmla="*/ 251 h 554"/>
                  <a:gd name="T8" fmla="*/ 0 w 1225"/>
                  <a:gd name="T9" fmla="*/ 83 h 554"/>
                  <a:gd name="T10" fmla="*/ 564 w 1225"/>
                  <a:gd name="T11" fmla="*/ 381 h 554"/>
                  <a:gd name="T12" fmla="*/ 1220 w 1225"/>
                  <a:gd name="T13" fmla="*/ 0 h 554"/>
                  <a:gd name="T14" fmla="*/ 1225 w 1225"/>
                  <a:gd name="T15" fmla="*/ 19 h 5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54">
                    <a:moveTo>
                      <a:pt x="1225" y="19"/>
                    </a:moveTo>
                    <a:lnTo>
                      <a:pt x="1225" y="166"/>
                    </a:lnTo>
                    <a:lnTo>
                      <a:pt x="550" y="554"/>
                    </a:lnTo>
                    <a:lnTo>
                      <a:pt x="3" y="251"/>
                    </a:lnTo>
                    <a:lnTo>
                      <a:pt x="0" y="83"/>
                    </a:lnTo>
                    <a:lnTo>
                      <a:pt x="564" y="381"/>
                    </a:lnTo>
                    <a:lnTo>
                      <a:pt x="1220" y="0"/>
                    </a:lnTo>
                    <a:lnTo>
                      <a:pt x="1225" y="19"/>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6" name="Freeform 35"/>
              <p:cNvSpPr>
                <a:spLocks/>
              </p:cNvSpPr>
              <p:nvPr/>
            </p:nvSpPr>
            <p:spPr bwMode="auto">
              <a:xfrm>
                <a:off x="4510651" y="2646656"/>
                <a:ext cx="2105025" cy="1093788"/>
              </a:xfrm>
              <a:custGeom>
                <a:avLst/>
                <a:gdLst>
                  <a:gd name="T0" fmla="*/ 560 w 560"/>
                  <a:gd name="T1" fmla="*/ 122 h 291"/>
                  <a:gd name="T2" fmla="*/ 260 w 560"/>
                  <a:gd name="T3" fmla="*/ 291 h 291"/>
                  <a:gd name="T4" fmla="*/ 0 w 560"/>
                  <a:gd name="T5" fmla="*/ 158 h 291"/>
                  <a:gd name="T6" fmla="*/ 9 w 560"/>
                  <a:gd name="T7" fmla="*/ 154 h 291"/>
                  <a:gd name="T8" fmla="*/ 290 w 560"/>
                  <a:gd name="T9" fmla="*/ 11 h 291"/>
                  <a:gd name="T10" fmla="*/ 326 w 560"/>
                  <a:gd name="T11" fmla="*/ 6 h 291"/>
                  <a:gd name="T12" fmla="*/ 560 w 560"/>
                  <a:gd name="T13" fmla="*/ 122 h 291"/>
                </a:gdLst>
                <a:ahLst/>
                <a:cxnLst>
                  <a:cxn ang="0">
                    <a:pos x="T0" y="T1"/>
                  </a:cxn>
                  <a:cxn ang="0">
                    <a:pos x="T2" y="T3"/>
                  </a:cxn>
                  <a:cxn ang="0">
                    <a:pos x="T4" y="T5"/>
                  </a:cxn>
                  <a:cxn ang="0">
                    <a:pos x="T6" y="T7"/>
                  </a:cxn>
                  <a:cxn ang="0">
                    <a:pos x="T8" y="T9"/>
                  </a:cxn>
                  <a:cxn ang="0">
                    <a:pos x="T10" y="T11"/>
                  </a:cxn>
                  <a:cxn ang="0">
                    <a:pos x="T12" y="T13"/>
                  </a:cxn>
                </a:cxnLst>
                <a:rect l="0" t="0" r="r" b="b"/>
                <a:pathLst>
                  <a:path w="560" h="291">
                    <a:moveTo>
                      <a:pt x="560" y="122"/>
                    </a:moveTo>
                    <a:cubicBezTo>
                      <a:pt x="260" y="291"/>
                      <a:pt x="260" y="291"/>
                      <a:pt x="260" y="291"/>
                    </a:cubicBezTo>
                    <a:cubicBezTo>
                      <a:pt x="0" y="158"/>
                      <a:pt x="0" y="158"/>
                      <a:pt x="0" y="158"/>
                    </a:cubicBezTo>
                    <a:cubicBezTo>
                      <a:pt x="9" y="154"/>
                      <a:pt x="9" y="154"/>
                      <a:pt x="9" y="154"/>
                    </a:cubicBezTo>
                    <a:cubicBezTo>
                      <a:pt x="290" y="11"/>
                      <a:pt x="290" y="11"/>
                      <a:pt x="290" y="11"/>
                    </a:cubicBezTo>
                    <a:cubicBezTo>
                      <a:pt x="290" y="11"/>
                      <a:pt x="309" y="0"/>
                      <a:pt x="326" y="6"/>
                    </a:cubicBezTo>
                    <a:cubicBezTo>
                      <a:pt x="343" y="12"/>
                      <a:pt x="560" y="122"/>
                      <a:pt x="560" y="122"/>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7" name="Freeform 36"/>
              <p:cNvSpPr>
                <a:spLocks/>
              </p:cNvSpPr>
              <p:nvPr/>
            </p:nvSpPr>
            <p:spPr bwMode="auto">
              <a:xfrm>
                <a:off x="5491726" y="3105443"/>
                <a:ext cx="1123950" cy="728663"/>
              </a:xfrm>
              <a:custGeom>
                <a:avLst/>
                <a:gdLst>
                  <a:gd name="T0" fmla="*/ 0 w 708"/>
                  <a:gd name="T1" fmla="*/ 400 h 459"/>
                  <a:gd name="T2" fmla="*/ 708 w 708"/>
                  <a:gd name="T3" fmla="*/ 0 h 459"/>
                  <a:gd name="T4" fmla="*/ 708 w 708"/>
                  <a:gd name="T5" fmla="*/ 57 h 459"/>
                  <a:gd name="T6" fmla="*/ 0 w 708"/>
                  <a:gd name="T7" fmla="*/ 459 h 459"/>
                  <a:gd name="T8" fmla="*/ 0 w 708"/>
                  <a:gd name="T9" fmla="*/ 400 h 459"/>
                </a:gdLst>
                <a:ahLst/>
                <a:cxnLst>
                  <a:cxn ang="0">
                    <a:pos x="T0" y="T1"/>
                  </a:cxn>
                  <a:cxn ang="0">
                    <a:pos x="T2" y="T3"/>
                  </a:cxn>
                  <a:cxn ang="0">
                    <a:pos x="T4" y="T5"/>
                  </a:cxn>
                  <a:cxn ang="0">
                    <a:pos x="T6" y="T7"/>
                  </a:cxn>
                  <a:cxn ang="0">
                    <a:pos x="T8" y="T9"/>
                  </a:cxn>
                </a:cxnLst>
                <a:rect l="0" t="0" r="r" b="b"/>
                <a:pathLst>
                  <a:path w="708" h="459">
                    <a:moveTo>
                      <a:pt x="0" y="400"/>
                    </a:moveTo>
                    <a:lnTo>
                      <a:pt x="708" y="0"/>
                    </a:lnTo>
                    <a:lnTo>
                      <a:pt x="708" y="57"/>
                    </a:lnTo>
                    <a:lnTo>
                      <a:pt x="0" y="459"/>
                    </a:lnTo>
                    <a:lnTo>
                      <a:pt x="0" y="400"/>
                    </a:ln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38" name="Freeform 37"/>
            <p:cNvSpPr>
              <a:spLocks/>
            </p:cNvSpPr>
            <p:nvPr/>
          </p:nvSpPr>
          <p:spPr bwMode="auto">
            <a:xfrm>
              <a:off x="5491726" y="3470568"/>
              <a:ext cx="1123950" cy="739775"/>
            </a:xfrm>
            <a:custGeom>
              <a:avLst/>
              <a:gdLst>
                <a:gd name="T0" fmla="*/ 708 w 708"/>
                <a:gd name="T1" fmla="*/ 0 h 466"/>
                <a:gd name="T2" fmla="*/ 708 w 708"/>
                <a:gd name="T3" fmla="*/ 49 h 466"/>
                <a:gd name="T4" fmla="*/ 0 w 708"/>
                <a:gd name="T5" fmla="*/ 466 h 466"/>
                <a:gd name="T6" fmla="*/ 0 w 708"/>
                <a:gd name="T7" fmla="*/ 411 h 466"/>
                <a:gd name="T8" fmla="*/ 708 w 708"/>
                <a:gd name="T9" fmla="*/ 0 h 466"/>
              </a:gdLst>
              <a:ahLst/>
              <a:cxnLst>
                <a:cxn ang="0">
                  <a:pos x="T0" y="T1"/>
                </a:cxn>
                <a:cxn ang="0">
                  <a:pos x="T2" y="T3"/>
                </a:cxn>
                <a:cxn ang="0">
                  <a:pos x="T4" y="T5"/>
                </a:cxn>
                <a:cxn ang="0">
                  <a:pos x="T6" y="T7"/>
                </a:cxn>
                <a:cxn ang="0">
                  <a:pos x="T8" y="T9"/>
                </a:cxn>
              </a:cxnLst>
              <a:rect l="0" t="0" r="r" b="b"/>
              <a:pathLst>
                <a:path w="708" h="466">
                  <a:moveTo>
                    <a:pt x="708" y="0"/>
                  </a:moveTo>
                  <a:lnTo>
                    <a:pt x="708" y="49"/>
                  </a:lnTo>
                  <a:lnTo>
                    <a:pt x="0" y="466"/>
                  </a:lnTo>
                  <a:lnTo>
                    <a:pt x="0" y="411"/>
                  </a:lnTo>
                  <a:lnTo>
                    <a:pt x="708" y="0"/>
                  </a:ln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9" name="Freeform 38"/>
            <p:cNvSpPr>
              <a:spLocks/>
            </p:cNvSpPr>
            <p:nvPr/>
          </p:nvSpPr>
          <p:spPr bwMode="auto">
            <a:xfrm>
              <a:off x="4424926" y="3199106"/>
              <a:ext cx="1066800" cy="1011238"/>
            </a:xfrm>
            <a:custGeom>
              <a:avLst/>
              <a:gdLst>
                <a:gd name="T0" fmla="*/ 284 w 284"/>
                <a:gd name="T1" fmla="*/ 169 h 269"/>
                <a:gd name="T2" fmla="*/ 55 w 284"/>
                <a:gd name="T3" fmla="*/ 34 h 269"/>
                <a:gd name="T4" fmla="*/ 19 w 284"/>
                <a:gd name="T5" fmla="*/ 42 h 269"/>
                <a:gd name="T6" fmla="*/ 50 w 284"/>
                <a:gd name="T7" fmla="*/ 115 h 269"/>
                <a:gd name="T8" fmla="*/ 284 w 284"/>
                <a:gd name="T9" fmla="*/ 246 h 269"/>
                <a:gd name="T10" fmla="*/ 284 w 284"/>
                <a:gd name="T11" fmla="*/ 269 h 269"/>
                <a:gd name="T12" fmla="*/ 44 w 284"/>
                <a:gd name="T13" fmla="*/ 131 h 269"/>
                <a:gd name="T14" fmla="*/ 1 w 284"/>
                <a:gd name="T15" fmla="*/ 57 h 269"/>
                <a:gd name="T16" fmla="*/ 50 w 284"/>
                <a:gd name="T17" fmla="*/ 10 h 269"/>
                <a:gd name="T18" fmla="*/ 284 w 284"/>
                <a:gd name="T19" fmla="*/ 144 h 269"/>
                <a:gd name="T20" fmla="*/ 284 w 284"/>
                <a:gd name="T21" fmla="*/ 1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69">
                  <a:moveTo>
                    <a:pt x="284" y="169"/>
                  </a:moveTo>
                  <a:cubicBezTo>
                    <a:pt x="55" y="34"/>
                    <a:pt x="55" y="34"/>
                    <a:pt x="55" y="34"/>
                  </a:cubicBezTo>
                  <a:cubicBezTo>
                    <a:pt x="55" y="34"/>
                    <a:pt x="29" y="17"/>
                    <a:pt x="19" y="42"/>
                  </a:cubicBezTo>
                  <a:cubicBezTo>
                    <a:pt x="10" y="67"/>
                    <a:pt x="31" y="103"/>
                    <a:pt x="50" y="115"/>
                  </a:cubicBezTo>
                  <a:cubicBezTo>
                    <a:pt x="284" y="246"/>
                    <a:pt x="284" y="246"/>
                    <a:pt x="284" y="246"/>
                  </a:cubicBezTo>
                  <a:cubicBezTo>
                    <a:pt x="284" y="269"/>
                    <a:pt x="284" y="269"/>
                    <a:pt x="284" y="269"/>
                  </a:cubicBezTo>
                  <a:cubicBezTo>
                    <a:pt x="44" y="131"/>
                    <a:pt x="44" y="131"/>
                    <a:pt x="44" y="131"/>
                  </a:cubicBezTo>
                  <a:cubicBezTo>
                    <a:pt x="44" y="131"/>
                    <a:pt x="0" y="98"/>
                    <a:pt x="1" y="57"/>
                  </a:cubicBezTo>
                  <a:cubicBezTo>
                    <a:pt x="3" y="16"/>
                    <a:pt x="31" y="0"/>
                    <a:pt x="50" y="10"/>
                  </a:cubicBezTo>
                  <a:cubicBezTo>
                    <a:pt x="284" y="144"/>
                    <a:pt x="284" y="144"/>
                    <a:pt x="284" y="144"/>
                  </a:cubicBezTo>
                  <a:lnTo>
                    <a:pt x="284" y="169"/>
                  </a:ln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4" name="Group 63"/>
          <p:cNvGrpSpPr/>
          <p:nvPr/>
        </p:nvGrpSpPr>
        <p:grpSpPr>
          <a:xfrm>
            <a:off x="3794553" y="4611332"/>
            <a:ext cx="1274329" cy="891887"/>
            <a:chOff x="6672826" y="4521493"/>
            <a:chExt cx="1401762" cy="981076"/>
          </a:xfrm>
        </p:grpSpPr>
        <p:sp>
          <p:nvSpPr>
            <p:cNvPr id="41" name="Freeform 40"/>
            <p:cNvSpPr>
              <a:spLocks/>
            </p:cNvSpPr>
            <p:nvPr/>
          </p:nvSpPr>
          <p:spPr bwMode="auto">
            <a:xfrm>
              <a:off x="6672826" y="4939006"/>
              <a:ext cx="1398588" cy="538163"/>
            </a:xfrm>
            <a:custGeom>
              <a:avLst/>
              <a:gdLst>
                <a:gd name="T0" fmla="*/ 372 w 372"/>
                <a:gd name="T1" fmla="*/ 16 h 143"/>
                <a:gd name="T2" fmla="*/ 349 w 372"/>
                <a:gd name="T3" fmla="*/ 7 h 143"/>
                <a:gd name="T4" fmla="*/ 34 w 372"/>
                <a:gd name="T5" fmla="*/ 0 h 143"/>
                <a:gd name="T6" fmla="*/ 20 w 372"/>
                <a:gd name="T7" fmla="*/ 44 h 143"/>
                <a:gd name="T8" fmla="*/ 192 w 372"/>
                <a:gd name="T9" fmla="*/ 143 h 143"/>
                <a:gd name="T10" fmla="*/ 372 w 372"/>
                <a:gd name="T11" fmla="*/ 16 h 143"/>
              </a:gdLst>
              <a:ahLst/>
              <a:cxnLst>
                <a:cxn ang="0">
                  <a:pos x="T0" y="T1"/>
                </a:cxn>
                <a:cxn ang="0">
                  <a:pos x="T2" y="T3"/>
                </a:cxn>
                <a:cxn ang="0">
                  <a:pos x="T4" y="T5"/>
                </a:cxn>
                <a:cxn ang="0">
                  <a:pos x="T6" y="T7"/>
                </a:cxn>
                <a:cxn ang="0">
                  <a:pos x="T8" y="T9"/>
                </a:cxn>
                <a:cxn ang="0">
                  <a:pos x="T10" y="T11"/>
                </a:cxn>
              </a:cxnLst>
              <a:rect l="0" t="0" r="r" b="b"/>
              <a:pathLst>
                <a:path w="372" h="143">
                  <a:moveTo>
                    <a:pt x="372" y="16"/>
                  </a:moveTo>
                  <a:cubicBezTo>
                    <a:pt x="349" y="7"/>
                    <a:pt x="349" y="7"/>
                    <a:pt x="349" y="7"/>
                  </a:cubicBezTo>
                  <a:cubicBezTo>
                    <a:pt x="34" y="0"/>
                    <a:pt x="34" y="0"/>
                    <a:pt x="34" y="0"/>
                  </a:cubicBezTo>
                  <a:cubicBezTo>
                    <a:pt x="34" y="0"/>
                    <a:pt x="0" y="17"/>
                    <a:pt x="20" y="44"/>
                  </a:cubicBezTo>
                  <a:cubicBezTo>
                    <a:pt x="46" y="82"/>
                    <a:pt x="192" y="143"/>
                    <a:pt x="192" y="143"/>
                  </a:cubicBezTo>
                  <a:lnTo>
                    <a:pt x="372" y="16"/>
                  </a:lnTo>
                  <a:close/>
                </a:path>
              </a:pathLst>
            </a:custGeom>
            <a:solidFill>
              <a:schemeClr val="accent2">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2" name="Freeform 41"/>
            <p:cNvSpPr>
              <a:spLocks/>
            </p:cNvSpPr>
            <p:nvPr/>
          </p:nvSpPr>
          <p:spPr bwMode="auto">
            <a:xfrm>
              <a:off x="6823638" y="4818356"/>
              <a:ext cx="1214438" cy="590550"/>
            </a:xfrm>
            <a:custGeom>
              <a:avLst/>
              <a:gdLst>
                <a:gd name="T0" fmla="*/ 760 w 765"/>
                <a:gd name="T1" fmla="*/ 15 h 372"/>
                <a:gd name="T2" fmla="*/ 765 w 765"/>
                <a:gd name="T3" fmla="*/ 105 h 372"/>
                <a:gd name="T4" fmla="*/ 357 w 765"/>
                <a:gd name="T5" fmla="*/ 372 h 372"/>
                <a:gd name="T6" fmla="*/ 7 w 765"/>
                <a:gd name="T7" fmla="*/ 202 h 372"/>
                <a:gd name="T8" fmla="*/ 0 w 765"/>
                <a:gd name="T9" fmla="*/ 97 h 372"/>
                <a:gd name="T10" fmla="*/ 360 w 765"/>
                <a:gd name="T11" fmla="*/ 263 h 372"/>
                <a:gd name="T12" fmla="*/ 758 w 765"/>
                <a:gd name="T13" fmla="*/ 0 h 372"/>
                <a:gd name="T14" fmla="*/ 760 w 765"/>
                <a:gd name="T15" fmla="*/ 15 h 3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5" h="372">
                  <a:moveTo>
                    <a:pt x="760" y="15"/>
                  </a:moveTo>
                  <a:lnTo>
                    <a:pt x="765" y="105"/>
                  </a:lnTo>
                  <a:lnTo>
                    <a:pt x="357" y="372"/>
                  </a:lnTo>
                  <a:lnTo>
                    <a:pt x="7" y="202"/>
                  </a:lnTo>
                  <a:lnTo>
                    <a:pt x="0" y="97"/>
                  </a:lnTo>
                  <a:lnTo>
                    <a:pt x="360" y="263"/>
                  </a:lnTo>
                  <a:lnTo>
                    <a:pt x="758" y="0"/>
                  </a:lnTo>
                  <a:lnTo>
                    <a:pt x="760" y="15"/>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3" name="Freeform 42"/>
            <p:cNvSpPr>
              <a:spLocks/>
            </p:cNvSpPr>
            <p:nvPr/>
          </p:nvSpPr>
          <p:spPr bwMode="auto">
            <a:xfrm>
              <a:off x="6755376" y="4521493"/>
              <a:ext cx="1304925" cy="688975"/>
            </a:xfrm>
            <a:custGeom>
              <a:avLst/>
              <a:gdLst>
                <a:gd name="T0" fmla="*/ 347 w 347"/>
                <a:gd name="T1" fmla="*/ 67 h 183"/>
                <a:gd name="T2" fmla="*/ 167 w 347"/>
                <a:gd name="T3" fmla="*/ 183 h 183"/>
                <a:gd name="T4" fmla="*/ 0 w 347"/>
                <a:gd name="T5" fmla="*/ 110 h 183"/>
                <a:gd name="T6" fmla="*/ 5 w 347"/>
                <a:gd name="T7" fmla="*/ 107 h 183"/>
                <a:gd name="T8" fmla="*/ 175 w 347"/>
                <a:gd name="T9" fmla="*/ 8 h 183"/>
                <a:gd name="T10" fmla="*/ 197 w 347"/>
                <a:gd name="T11" fmla="*/ 3 h 183"/>
                <a:gd name="T12" fmla="*/ 347 w 347"/>
                <a:gd name="T13" fmla="*/ 67 h 183"/>
              </a:gdLst>
              <a:ahLst/>
              <a:cxnLst>
                <a:cxn ang="0">
                  <a:pos x="T0" y="T1"/>
                </a:cxn>
                <a:cxn ang="0">
                  <a:pos x="T2" y="T3"/>
                </a:cxn>
                <a:cxn ang="0">
                  <a:pos x="T4" y="T5"/>
                </a:cxn>
                <a:cxn ang="0">
                  <a:pos x="T6" y="T7"/>
                </a:cxn>
                <a:cxn ang="0">
                  <a:pos x="T8" y="T9"/>
                </a:cxn>
                <a:cxn ang="0">
                  <a:pos x="T10" y="T11"/>
                </a:cxn>
                <a:cxn ang="0">
                  <a:pos x="T12" y="T13"/>
                </a:cxn>
              </a:cxnLst>
              <a:rect l="0" t="0" r="r" b="b"/>
              <a:pathLst>
                <a:path w="347" h="183">
                  <a:moveTo>
                    <a:pt x="347" y="67"/>
                  </a:moveTo>
                  <a:cubicBezTo>
                    <a:pt x="167" y="183"/>
                    <a:pt x="167" y="183"/>
                    <a:pt x="167" y="183"/>
                  </a:cubicBezTo>
                  <a:cubicBezTo>
                    <a:pt x="0" y="110"/>
                    <a:pt x="0" y="110"/>
                    <a:pt x="0" y="110"/>
                  </a:cubicBezTo>
                  <a:cubicBezTo>
                    <a:pt x="5" y="107"/>
                    <a:pt x="5" y="107"/>
                    <a:pt x="5" y="107"/>
                  </a:cubicBezTo>
                  <a:cubicBezTo>
                    <a:pt x="175" y="8"/>
                    <a:pt x="175" y="8"/>
                    <a:pt x="175" y="8"/>
                  </a:cubicBezTo>
                  <a:cubicBezTo>
                    <a:pt x="175" y="8"/>
                    <a:pt x="186" y="0"/>
                    <a:pt x="197" y="3"/>
                  </a:cubicBezTo>
                  <a:cubicBezTo>
                    <a:pt x="208" y="7"/>
                    <a:pt x="347" y="67"/>
                    <a:pt x="347" y="67"/>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 name="Freeform 43"/>
            <p:cNvSpPr>
              <a:spLocks/>
            </p:cNvSpPr>
            <p:nvPr/>
          </p:nvSpPr>
          <p:spPr bwMode="auto">
            <a:xfrm>
              <a:off x="7384026" y="4773906"/>
              <a:ext cx="679450" cy="495300"/>
            </a:xfrm>
            <a:custGeom>
              <a:avLst/>
              <a:gdLst>
                <a:gd name="T0" fmla="*/ 0 w 428"/>
                <a:gd name="T1" fmla="*/ 275 h 312"/>
                <a:gd name="T2" fmla="*/ 426 w 428"/>
                <a:gd name="T3" fmla="*/ 0 h 312"/>
                <a:gd name="T4" fmla="*/ 428 w 428"/>
                <a:gd name="T5" fmla="*/ 35 h 312"/>
                <a:gd name="T6" fmla="*/ 2 w 428"/>
                <a:gd name="T7" fmla="*/ 312 h 312"/>
                <a:gd name="T8" fmla="*/ 0 w 428"/>
                <a:gd name="T9" fmla="*/ 275 h 312"/>
              </a:gdLst>
              <a:ahLst/>
              <a:cxnLst>
                <a:cxn ang="0">
                  <a:pos x="T0" y="T1"/>
                </a:cxn>
                <a:cxn ang="0">
                  <a:pos x="T2" y="T3"/>
                </a:cxn>
                <a:cxn ang="0">
                  <a:pos x="T4" y="T5"/>
                </a:cxn>
                <a:cxn ang="0">
                  <a:pos x="T6" y="T7"/>
                </a:cxn>
                <a:cxn ang="0">
                  <a:pos x="T8" y="T9"/>
                </a:cxn>
              </a:cxnLst>
              <a:rect l="0" t="0" r="r" b="b"/>
              <a:pathLst>
                <a:path w="428" h="312">
                  <a:moveTo>
                    <a:pt x="0" y="275"/>
                  </a:moveTo>
                  <a:lnTo>
                    <a:pt x="426" y="0"/>
                  </a:lnTo>
                  <a:lnTo>
                    <a:pt x="428" y="35"/>
                  </a:lnTo>
                  <a:lnTo>
                    <a:pt x="2" y="312"/>
                  </a:lnTo>
                  <a:lnTo>
                    <a:pt x="0" y="275"/>
                  </a:lnTo>
                  <a:close/>
                </a:path>
              </a:pathLst>
            </a:custGeom>
            <a:solidFill>
              <a:schemeClr val="accent2">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 name="Freeform 44"/>
            <p:cNvSpPr>
              <a:spLocks/>
            </p:cNvSpPr>
            <p:nvPr/>
          </p:nvSpPr>
          <p:spPr bwMode="auto">
            <a:xfrm>
              <a:off x="7395138" y="4999331"/>
              <a:ext cx="679450" cy="503238"/>
            </a:xfrm>
            <a:custGeom>
              <a:avLst/>
              <a:gdLst>
                <a:gd name="T0" fmla="*/ 426 w 428"/>
                <a:gd name="T1" fmla="*/ 0 h 317"/>
                <a:gd name="T2" fmla="*/ 428 w 428"/>
                <a:gd name="T3" fmla="*/ 31 h 317"/>
                <a:gd name="T4" fmla="*/ 2 w 428"/>
                <a:gd name="T5" fmla="*/ 317 h 317"/>
                <a:gd name="T6" fmla="*/ 0 w 428"/>
                <a:gd name="T7" fmla="*/ 284 h 317"/>
                <a:gd name="T8" fmla="*/ 426 w 428"/>
                <a:gd name="T9" fmla="*/ 0 h 317"/>
              </a:gdLst>
              <a:ahLst/>
              <a:cxnLst>
                <a:cxn ang="0">
                  <a:pos x="T0" y="T1"/>
                </a:cxn>
                <a:cxn ang="0">
                  <a:pos x="T2" y="T3"/>
                </a:cxn>
                <a:cxn ang="0">
                  <a:pos x="T4" y="T5"/>
                </a:cxn>
                <a:cxn ang="0">
                  <a:pos x="T6" y="T7"/>
                </a:cxn>
                <a:cxn ang="0">
                  <a:pos x="T8" y="T9"/>
                </a:cxn>
              </a:cxnLst>
              <a:rect l="0" t="0" r="r" b="b"/>
              <a:pathLst>
                <a:path w="428" h="317">
                  <a:moveTo>
                    <a:pt x="426" y="0"/>
                  </a:moveTo>
                  <a:lnTo>
                    <a:pt x="428" y="31"/>
                  </a:lnTo>
                  <a:lnTo>
                    <a:pt x="2" y="317"/>
                  </a:lnTo>
                  <a:lnTo>
                    <a:pt x="0" y="284"/>
                  </a:lnTo>
                  <a:lnTo>
                    <a:pt x="426" y="0"/>
                  </a:lnTo>
                  <a:close/>
                </a:path>
              </a:pathLst>
            </a:custGeom>
            <a:solidFill>
              <a:schemeClr val="accent2">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 name="Freeform 45"/>
            <p:cNvSpPr>
              <a:spLocks/>
            </p:cNvSpPr>
            <p:nvPr/>
          </p:nvSpPr>
          <p:spPr bwMode="auto">
            <a:xfrm>
              <a:off x="6706163" y="4908843"/>
              <a:ext cx="692150" cy="593725"/>
            </a:xfrm>
            <a:custGeom>
              <a:avLst/>
              <a:gdLst>
                <a:gd name="T0" fmla="*/ 181 w 184"/>
                <a:gd name="T1" fmla="*/ 96 h 158"/>
                <a:gd name="T2" fmla="*/ 33 w 184"/>
                <a:gd name="T3" fmla="*/ 20 h 158"/>
                <a:gd name="T4" fmla="*/ 11 w 184"/>
                <a:gd name="T5" fmla="*/ 27 h 158"/>
                <a:gd name="T6" fmla="*/ 33 w 184"/>
                <a:gd name="T7" fmla="*/ 71 h 158"/>
                <a:gd name="T8" fmla="*/ 183 w 184"/>
                <a:gd name="T9" fmla="*/ 144 h 158"/>
                <a:gd name="T10" fmla="*/ 184 w 184"/>
                <a:gd name="T11" fmla="*/ 158 h 158"/>
                <a:gd name="T12" fmla="*/ 30 w 184"/>
                <a:gd name="T13" fmla="*/ 81 h 158"/>
                <a:gd name="T14" fmla="*/ 1 w 184"/>
                <a:gd name="T15" fmla="*/ 36 h 158"/>
                <a:gd name="T16" fmla="*/ 29 w 184"/>
                <a:gd name="T17" fmla="*/ 5 h 158"/>
                <a:gd name="T18" fmla="*/ 180 w 184"/>
                <a:gd name="T19" fmla="*/ 80 h 158"/>
                <a:gd name="T20" fmla="*/ 181 w 184"/>
                <a:gd name="T21" fmla="*/ 9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158">
                  <a:moveTo>
                    <a:pt x="181" y="96"/>
                  </a:moveTo>
                  <a:cubicBezTo>
                    <a:pt x="33" y="20"/>
                    <a:pt x="33" y="20"/>
                    <a:pt x="33" y="20"/>
                  </a:cubicBezTo>
                  <a:cubicBezTo>
                    <a:pt x="33" y="20"/>
                    <a:pt x="16" y="11"/>
                    <a:pt x="11" y="27"/>
                  </a:cubicBezTo>
                  <a:cubicBezTo>
                    <a:pt x="6" y="43"/>
                    <a:pt x="21" y="64"/>
                    <a:pt x="33" y="71"/>
                  </a:cubicBezTo>
                  <a:cubicBezTo>
                    <a:pt x="183" y="144"/>
                    <a:pt x="183" y="144"/>
                    <a:pt x="183" y="144"/>
                  </a:cubicBezTo>
                  <a:cubicBezTo>
                    <a:pt x="184" y="158"/>
                    <a:pt x="184" y="158"/>
                    <a:pt x="184" y="158"/>
                  </a:cubicBezTo>
                  <a:cubicBezTo>
                    <a:pt x="30" y="81"/>
                    <a:pt x="30" y="81"/>
                    <a:pt x="30" y="81"/>
                  </a:cubicBezTo>
                  <a:cubicBezTo>
                    <a:pt x="30" y="81"/>
                    <a:pt x="1" y="62"/>
                    <a:pt x="1" y="36"/>
                  </a:cubicBezTo>
                  <a:cubicBezTo>
                    <a:pt x="0" y="11"/>
                    <a:pt x="17" y="0"/>
                    <a:pt x="29" y="5"/>
                  </a:cubicBezTo>
                  <a:cubicBezTo>
                    <a:pt x="180" y="80"/>
                    <a:pt x="180" y="80"/>
                    <a:pt x="180" y="80"/>
                  </a:cubicBezTo>
                  <a:lnTo>
                    <a:pt x="181" y="96"/>
                  </a:lnTo>
                  <a:close/>
                </a:path>
              </a:pathLst>
            </a:custGeom>
            <a:solidFill>
              <a:schemeClr val="accent2">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7" name="Group 66"/>
          <p:cNvGrpSpPr/>
          <p:nvPr/>
        </p:nvGrpSpPr>
        <p:grpSpPr>
          <a:xfrm>
            <a:off x="2710723" y="2142048"/>
            <a:ext cx="874569" cy="1271443"/>
            <a:chOff x="5480613" y="1805281"/>
            <a:chExt cx="962026" cy="1398587"/>
          </a:xfrm>
        </p:grpSpPr>
        <p:sp>
          <p:nvSpPr>
            <p:cNvPr id="48" name="Freeform 47"/>
            <p:cNvSpPr>
              <a:spLocks/>
            </p:cNvSpPr>
            <p:nvPr/>
          </p:nvSpPr>
          <p:spPr bwMode="auto">
            <a:xfrm>
              <a:off x="5939401" y="2027531"/>
              <a:ext cx="387350" cy="225425"/>
            </a:xfrm>
            <a:custGeom>
              <a:avLst/>
              <a:gdLst>
                <a:gd name="T0" fmla="*/ 1 w 103"/>
                <a:gd name="T1" fmla="*/ 15 h 60"/>
                <a:gd name="T2" fmla="*/ 3 w 103"/>
                <a:gd name="T3" fmla="*/ 7 h 60"/>
                <a:gd name="T4" fmla="*/ 7 w 103"/>
                <a:gd name="T5" fmla="*/ 0 h 60"/>
                <a:gd name="T6" fmla="*/ 103 w 103"/>
                <a:gd name="T7" fmla="*/ 45 h 60"/>
                <a:gd name="T8" fmla="*/ 101 w 103"/>
                <a:gd name="T9" fmla="*/ 53 h 60"/>
                <a:gd name="T10" fmla="*/ 96 w 103"/>
                <a:gd name="T11" fmla="*/ 60 h 60"/>
                <a:gd name="T12" fmla="*/ 1 w 103"/>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1" y="15"/>
                  </a:moveTo>
                  <a:cubicBezTo>
                    <a:pt x="0" y="14"/>
                    <a:pt x="1" y="11"/>
                    <a:pt x="3" y="7"/>
                  </a:cubicBezTo>
                  <a:cubicBezTo>
                    <a:pt x="5" y="3"/>
                    <a:pt x="7" y="0"/>
                    <a:pt x="7" y="0"/>
                  </a:cubicBezTo>
                  <a:cubicBezTo>
                    <a:pt x="103" y="45"/>
                    <a:pt x="103" y="45"/>
                    <a:pt x="103" y="45"/>
                  </a:cubicBezTo>
                  <a:cubicBezTo>
                    <a:pt x="103" y="46"/>
                    <a:pt x="102" y="49"/>
                    <a:pt x="101" y="53"/>
                  </a:cubicBezTo>
                  <a:cubicBezTo>
                    <a:pt x="99" y="57"/>
                    <a:pt x="97" y="60"/>
                    <a:pt x="96" y="60"/>
                  </a:cubicBezTo>
                  <a:lnTo>
                    <a:pt x="1"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 name="Freeform 48"/>
            <p:cNvSpPr>
              <a:spLocks/>
            </p:cNvSpPr>
            <p:nvPr/>
          </p:nvSpPr>
          <p:spPr bwMode="auto">
            <a:xfrm>
              <a:off x="5871138" y="2173581"/>
              <a:ext cx="387350" cy="225425"/>
            </a:xfrm>
            <a:custGeom>
              <a:avLst/>
              <a:gdLst>
                <a:gd name="T0" fmla="*/ 0 w 103"/>
                <a:gd name="T1" fmla="*/ 14 h 60"/>
                <a:gd name="T2" fmla="*/ 3 w 103"/>
                <a:gd name="T3" fmla="*/ 7 h 60"/>
                <a:gd name="T4" fmla="*/ 7 w 103"/>
                <a:gd name="T5" fmla="*/ 0 h 60"/>
                <a:gd name="T6" fmla="*/ 103 w 103"/>
                <a:gd name="T7" fmla="*/ 45 h 60"/>
                <a:gd name="T8" fmla="*/ 100 w 103"/>
                <a:gd name="T9" fmla="*/ 53 h 60"/>
                <a:gd name="T10" fmla="*/ 96 w 103"/>
                <a:gd name="T11" fmla="*/ 60 h 60"/>
                <a:gd name="T12" fmla="*/ 0 w 103"/>
                <a:gd name="T13" fmla="*/ 14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0" y="14"/>
                  </a:moveTo>
                  <a:cubicBezTo>
                    <a:pt x="0" y="14"/>
                    <a:pt x="1" y="11"/>
                    <a:pt x="3" y="7"/>
                  </a:cubicBezTo>
                  <a:cubicBezTo>
                    <a:pt x="4" y="3"/>
                    <a:pt x="6" y="0"/>
                    <a:pt x="7" y="0"/>
                  </a:cubicBezTo>
                  <a:cubicBezTo>
                    <a:pt x="103" y="45"/>
                    <a:pt x="103" y="45"/>
                    <a:pt x="103" y="45"/>
                  </a:cubicBezTo>
                  <a:cubicBezTo>
                    <a:pt x="103" y="45"/>
                    <a:pt x="102" y="49"/>
                    <a:pt x="100" y="53"/>
                  </a:cubicBezTo>
                  <a:cubicBezTo>
                    <a:pt x="98" y="57"/>
                    <a:pt x="96" y="60"/>
                    <a:pt x="96" y="60"/>
                  </a:cubicBezTo>
                  <a:lnTo>
                    <a:pt x="0" y="14"/>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 name="Freeform 49"/>
            <p:cNvSpPr>
              <a:spLocks/>
            </p:cNvSpPr>
            <p:nvPr/>
          </p:nvSpPr>
          <p:spPr bwMode="auto">
            <a:xfrm>
              <a:off x="5799701" y="2319631"/>
              <a:ext cx="392113" cy="225425"/>
            </a:xfrm>
            <a:custGeom>
              <a:avLst/>
              <a:gdLst>
                <a:gd name="T0" fmla="*/ 1 w 104"/>
                <a:gd name="T1" fmla="*/ 14 h 60"/>
                <a:gd name="T2" fmla="*/ 3 w 104"/>
                <a:gd name="T3" fmla="*/ 7 h 60"/>
                <a:gd name="T4" fmla="*/ 8 w 104"/>
                <a:gd name="T5" fmla="*/ 0 h 60"/>
                <a:gd name="T6" fmla="*/ 103 w 104"/>
                <a:gd name="T7" fmla="*/ 45 h 60"/>
                <a:gd name="T8" fmla="*/ 101 w 104"/>
                <a:gd name="T9" fmla="*/ 53 h 60"/>
                <a:gd name="T10" fmla="*/ 97 w 104"/>
                <a:gd name="T11" fmla="*/ 59 h 60"/>
                <a:gd name="T12" fmla="*/ 1 w 104"/>
                <a:gd name="T13" fmla="*/ 14 h 60"/>
              </a:gdLst>
              <a:ahLst/>
              <a:cxnLst>
                <a:cxn ang="0">
                  <a:pos x="T0" y="T1"/>
                </a:cxn>
                <a:cxn ang="0">
                  <a:pos x="T2" y="T3"/>
                </a:cxn>
                <a:cxn ang="0">
                  <a:pos x="T4" y="T5"/>
                </a:cxn>
                <a:cxn ang="0">
                  <a:pos x="T6" y="T7"/>
                </a:cxn>
                <a:cxn ang="0">
                  <a:pos x="T8" y="T9"/>
                </a:cxn>
                <a:cxn ang="0">
                  <a:pos x="T10" y="T11"/>
                </a:cxn>
                <a:cxn ang="0">
                  <a:pos x="T12" y="T13"/>
                </a:cxn>
              </a:cxnLst>
              <a:rect l="0" t="0" r="r" b="b"/>
              <a:pathLst>
                <a:path w="104" h="60">
                  <a:moveTo>
                    <a:pt x="1" y="14"/>
                  </a:moveTo>
                  <a:cubicBezTo>
                    <a:pt x="0" y="14"/>
                    <a:pt x="1" y="11"/>
                    <a:pt x="3" y="7"/>
                  </a:cubicBezTo>
                  <a:cubicBezTo>
                    <a:pt x="5" y="3"/>
                    <a:pt x="7" y="0"/>
                    <a:pt x="8" y="0"/>
                  </a:cubicBezTo>
                  <a:cubicBezTo>
                    <a:pt x="103" y="45"/>
                    <a:pt x="103" y="45"/>
                    <a:pt x="103" y="45"/>
                  </a:cubicBezTo>
                  <a:cubicBezTo>
                    <a:pt x="104" y="45"/>
                    <a:pt x="103" y="49"/>
                    <a:pt x="101" y="53"/>
                  </a:cubicBezTo>
                  <a:cubicBezTo>
                    <a:pt x="99" y="57"/>
                    <a:pt x="97" y="60"/>
                    <a:pt x="97" y="59"/>
                  </a:cubicBezTo>
                  <a:lnTo>
                    <a:pt x="1" y="14"/>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 name="Freeform 50"/>
            <p:cNvSpPr>
              <a:spLocks/>
            </p:cNvSpPr>
            <p:nvPr/>
          </p:nvSpPr>
          <p:spPr bwMode="auto">
            <a:xfrm>
              <a:off x="5733026" y="2462506"/>
              <a:ext cx="387350" cy="225425"/>
            </a:xfrm>
            <a:custGeom>
              <a:avLst/>
              <a:gdLst>
                <a:gd name="T0" fmla="*/ 1 w 103"/>
                <a:gd name="T1" fmla="*/ 15 h 60"/>
                <a:gd name="T2" fmla="*/ 3 w 103"/>
                <a:gd name="T3" fmla="*/ 7 h 60"/>
                <a:gd name="T4" fmla="*/ 7 w 103"/>
                <a:gd name="T5" fmla="*/ 1 h 60"/>
                <a:gd name="T6" fmla="*/ 103 w 103"/>
                <a:gd name="T7" fmla="*/ 46 h 60"/>
                <a:gd name="T8" fmla="*/ 101 w 103"/>
                <a:gd name="T9" fmla="*/ 53 h 60"/>
                <a:gd name="T10" fmla="*/ 96 w 103"/>
                <a:gd name="T11" fmla="*/ 60 h 60"/>
                <a:gd name="T12" fmla="*/ 1 w 103"/>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1" y="15"/>
                  </a:moveTo>
                  <a:cubicBezTo>
                    <a:pt x="0" y="15"/>
                    <a:pt x="1" y="11"/>
                    <a:pt x="3" y="7"/>
                  </a:cubicBezTo>
                  <a:cubicBezTo>
                    <a:pt x="5" y="3"/>
                    <a:pt x="7" y="0"/>
                    <a:pt x="7" y="1"/>
                  </a:cubicBezTo>
                  <a:cubicBezTo>
                    <a:pt x="103" y="46"/>
                    <a:pt x="103" y="46"/>
                    <a:pt x="103" y="46"/>
                  </a:cubicBezTo>
                  <a:cubicBezTo>
                    <a:pt x="103" y="46"/>
                    <a:pt x="102" y="49"/>
                    <a:pt x="101" y="53"/>
                  </a:cubicBezTo>
                  <a:cubicBezTo>
                    <a:pt x="99" y="57"/>
                    <a:pt x="97" y="60"/>
                    <a:pt x="96" y="60"/>
                  </a:cubicBezTo>
                  <a:lnTo>
                    <a:pt x="1"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 name="Freeform 51"/>
            <p:cNvSpPr>
              <a:spLocks/>
            </p:cNvSpPr>
            <p:nvPr/>
          </p:nvSpPr>
          <p:spPr bwMode="auto">
            <a:xfrm>
              <a:off x="5664763" y="2610143"/>
              <a:ext cx="387350" cy="225425"/>
            </a:xfrm>
            <a:custGeom>
              <a:avLst/>
              <a:gdLst>
                <a:gd name="T0" fmla="*/ 0 w 103"/>
                <a:gd name="T1" fmla="*/ 15 h 60"/>
                <a:gd name="T2" fmla="*/ 3 w 103"/>
                <a:gd name="T3" fmla="*/ 7 h 60"/>
                <a:gd name="T4" fmla="*/ 7 w 103"/>
                <a:gd name="T5" fmla="*/ 1 h 60"/>
                <a:gd name="T6" fmla="*/ 103 w 103"/>
                <a:gd name="T7" fmla="*/ 46 h 60"/>
                <a:gd name="T8" fmla="*/ 100 w 103"/>
                <a:gd name="T9" fmla="*/ 53 h 60"/>
                <a:gd name="T10" fmla="*/ 96 w 103"/>
                <a:gd name="T11" fmla="*/ 60 h 60"/>
                <a:gd name="T12" fmla="*/ 0 w 103"/>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0" y="15"/>
                  </a:moveTo>
                  <a:cubicBezTo>
                    <a:pt x="0" y="15"/>
                    <a:pt x="1" y="11"/>
                    <a:pt x="3" y="7"/>
                  </a:cubicBezTo>
                  <a:cubicBezTo>
                    <a:pt x="5" y="3"/>
                    <a:pt x="6" y="0"/>
                    <a:pt x="7" y="1"/>
                  </a:cubicBezTo>
                  <a:cubicBezTo>
                    <a:pt x="103" y="46"/>
                    <a:pt x="103" y="46"/>
                    <a:pt x="103" y="46"/>
                  </a:cubicBezTo>
                  <a:cubicBezTo>
                    <a:pt x="103" y="46"/>
                    <a:pt x="102" y="49"/>
                    <a:pt x="100" y="53"/>
                  </a:cubicBezTo>
                  <a:cubicBezTo>
                    <a:pt x="98" y="57"/>
                    <a:pt x="96" y="60"/>
                    <a:pt x="96" y="60"/>
                  </a:cubicBezTo>
                  <a:lnTo>
                    <a:pt x="0"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 name="Freeform 52"/>
            <p:cNvSpPr>
              <a:spLocks/>
            </p:cNvSpPr>
            <p:nvPr/>
          </p:nvSpPr>
          <p:spPr bwMode="auto">
            <a:xfrm>
              <a:off x="5593326" y="2756193"/>
              <a:ext cx="390525" cy="225425"/>
            </a:xfrm>
            <a:custGeom>
              <a:avLst/>
              <a:gdLst>
                <a:gd name="T0" fmla="*/ 1 w 104"/>
                <a:gd name="T1" fmla="*/ 15 h 60"/>
                <a:gd name="T2" fmla="*/ 3 w 104"/>
                <a:gd name="T3" fmla="*/ 7 h 60"/>
                <a:gd name="T4" fmla="*/ 8 w 104"/>
                <a:gd name="T5" fmla="*/ 0 h 60"/>
                <a:gd name="T6" fmla="*/ 103 w 104"/>
                <a:gd name="T7" fmla="*/ 45 h 60"/>
                <a:gd name="T8" fmla="*/ 101 w 104"/>
                <a:gd name="T9" fmla="*/ 53 h 60"/>
                <a:gd name="T10" fmla="*/ 97 w 104"/>
                <a:gd name="T11" fmla="*/ 60 h 60"/>
                <a:gd name="T12" fmla="*/ 1 w 104"/>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4" h="60">
                  <a:moveTo>
                    <a:pt x="1" y="15"/>
                  </a:moveTo>
                  <a:cubicBezTo>
                    <a:pt x="0" y="14"/>
                    <a:pt x="1" y="11"/>
                    <a:pt x="3" y="7"/>
                  </a:cubicBezTo>
                  <a:cubicBezTo>
                    <a:pt x="5" y="3"/>
                    <a:pt x="7" y="0"/>
                    <a:pt x="8" y="0"/>
                  </a:cubicBezTo>
                  <a:cubicBezTo>
                    <a:pt x="103" y="45"/>
                    <a:pt x="103" y="45"/>
                    <a:pt x="103" y="45"/>
                  </a:cubicBezTo>
                  <a:cubicBezTo>
                    <a:pt x="104" y="46"/>
                    <a:pt x="103" y="49"/>
                    <a:pt x="101" y="53"/>
                  </a:cubicBezTo>
                  <a:cubicBezTo>
                    <a:pt x="99" y="57"/>
                    <a:pt x="97" y="60"/>
                    <a:pt x="97" y="60"/>
                  </a:cubicBezTo>
                  <a:lnTo>
                    <a:pt x="1"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 name="Freeform 53"/>
            <p:cNvSpPr>
              <a:spLocks/>
            </p:cNvSpPr>
            <p:nvPr/>
          </p:nvSpPr>
          <p:spPr bwMode="auto">
            <a:xfrm>
              <a:off x="5480613" y="1805281"/>
              <a:ext cx="628650" cy="1243013"/>
            </a:xfrm>
            <a:custGeom>
              <a:avLst/>
              <a:gdLst>
                <a:gd name="T0" fmla="*/ 15 w 167"/>
                <a:gd name="T1" fmla="*/ 329 h 331"/>
                <a:gd name="T2" fmla="*/ 6 w 167"/>
                <a:gd name="T3" fmla="*/ 329 h 331"/>
                <a:gd name="T4" fmla="*/ 1 w 167"/>
                <a:gd name="T5" fmla="*/ 322 h 331"/>
                <a:gd name="T6" fmla="*/ 152 w 167"/>
                <a:gd name="T7" fmla="*/ 1 h 331"/>
                <a:gd name="T8" fmla="*/ 161 w 167"/>
                <a:gd name="T9" fmla="*/ 2 h 331"/>
                <a:gd name="T10" fmla="*/ 166 w 167"/>
                <a:gd name="T11" fmla="*/ 8 h 331"/>
                <a:gd name="T12" fmla="*/ 15 w 167"/>
                <a:gd name="T13" fmla="*/ 329 h 331"/>
              </a:gdLst>
              <a:ahLst/>
              <a:cxnLst>
                <a:cxn ang="0">
                  <a:pos x="T0" y="T1"/>
                </a:cxn>
                <a:cxn ang="0">
                  <a:pos x="T2" y="T3"/>
                </a:cxn>
                <a:cxn ang="0">
                  <a:pos x="T4" y="T5"/>
                </a:cxn>
                <a:cxn ang="0">
                  <a:pos x="T6" y="T7"/>
                </a:cxn>
                <a:cxn ang="0">
                  <a:pos x="T8" y="T9"/>
                </a:cxn>
                <a:cxn ang="0">
                  <a:pos x="T10" y="T11"/>
                </a:cxn>
                <a:cxn ang="0">
                  <a:pos x="T12" y="T13"/>
                </a:cxn>
              </a:cxnLst>
              <a:rect l="0" t="0" r="r" b="b"/>
              <a:pathLst>
                <a:path w="167" h="331">
                  <a:moveTo>
                    <a:pt x="15" y="329"/>
                  </a:moveTo>
                  <a:cubicBezTo>
                    <a:pt x="14" y="331"/>
                    <a:pt x="10" y="331"/>
                    <a:pt x="6" y="329"/>
                  </a:cubicBezTo>
                  <a:cubicBezTo>
                    <a:pt x="2" y="327"/>
                    <a:pt x="0" y="324"/>
                    <a:pt x="1" y="322"/>
                  </a:cubicBezTo>
                  <a:cubicBezTo>
                    <a:pt x="152" y="1"/>
                    <a:pt x="152" y="1"/>
                    <a:pt x="152" y="1"/>
                  </a:cubicBezTo>
                  <a:cubicBezTo>
                    <a:pt x="153" y="0"/>
                    <a:pt x="157" y="0"/>
                    <a:pt x="161" y="2"/>
                  </a:cubicBezTo>
                  <a:cubicBezTo>
                    <a:pt x="165" y="3"/>
                    <a:pt x="167" y="6"/>
                    <a:pt x="166" y="8"/>
                  </a:cubicBezTo>
                  <a:lnTo>
                    <a:pt x="15" y="329"/>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 name="Freeform 54"/>
            <p:cNvSpPr>
              <a:spLocks/>
            </p:cNvSpPr>
            <p:nvPr/>
          </p:nvSpPr>
          <p:spPr bwMode="auto">
            <a:xfrm>
              <a:off x="5815576" y="1959268"/>
              <a:ext cx="627063" cy="1244600"/>
            </a:xfrm>
            <a:custGeom>
              <a:avLst/>
              <a:gdLst>
                <a:gd name="T0" fmla="*/ 15 w 167"/>
                <a:gd name="T1" fmla="*/ 330 h 331"/>
                <a:gd name="T2" fmla="*/ 6 w 167"/>
                <a:gd name="T3" fmla="*/ 330 h 331"/>
                <a:gd name="T4" fmla="*/ 0 w 167"/>
                <a:gd name="T5" fmla="*/ 323 h 331"/>
                <a:gd name="T6" fmla="*/ 152 w 167"/>
                <a:gd name="T7" fmla="*/ 2 h 331"/>
                <a:gd name="T8" fmla="*/ 160 w 167"/>
                <a:gd name="T9" fmla="*/ 2 h 331"/>
                <a:gd name="T10" fmla="*/ 166 w 167"/>
                <a:gd name="T11" fmla="*/ 9 h 331"/>
                <a:gd name="T12" fmla="*/ 15 w 167"/>
                <a:gd name="T13" fmla="*/ 330 h 331"/>
              </a:gdLst>
              <a:ahLst/>
              <a:cxnLst>
                <a:cxn ang="0">
                  <a:pos x="T0" y="T1"/>
                </a:cxn>
                <a:cxn ang="0">
                  <a:pos x="T2" y="T3"/>
                </a:cxn>
                <a:cxn ang="0">
                  <a:pos x="T4" y="T5"/>
                </a:cxn>
                <a:cxn ang="0">
                  <a:pos x="T6" y="T7"/>
                </a:cxn>
                <a:cxn ang="0">
                  <a:pos x="T8" y="T9"/>
                </a:cxn>
                <a:cxn ang="0">
                  <a:pos x="T10" y="T11"/>
                </a:cxn>
                <a:cxn ang="0">
                  <a:pos x="T12" y="T13"/>
                </a:cxn>
              </a:cxnLst>
              <a:rect l="0" t="0" r="r" b="b"/>
              <a:pathLst>
                <a:path w="167" h="331">
                  <a:moveTo>
                    <a:pt x="15" y="330"/>
                  </a:moveTo>
                  <a:cubicBezTo>
                    <a:pt x="14" y="331"/>
                    <a:pt x="10" y="331"/>
                    <a:pt x="6" y="330"/>
                  </a:cubicBezTo>
                  <a:cubicBezTo>
                    <a:pt x="2" y="328"/>
                    <a:pt x="0" y="325"/>
                    <a:pt x="0" y="323"/>
                  </a:cubicBezTo>
                  <a:cubicBezTo>
                    <a:pt x="152" y="2"/>
                    <a:pt x="152" y="2"/>
                    <a:pt x="152" y="2"/>
                  </a:cubicBezTo>
                  <a:cubicBezTo>
                    <a:pt x="153" y="0"/>
                    <a:pt x="157" y="1"/>
                    <a:pt x="160" y="2"/>
                  </a:cubicBezTo>
                  <a:cubicBezTo>
                    <a:pt x="164" y="4"/>
                    <a:pt x="167" y="7"/>
                    <a:pt x="166" y="9"/>
                  </a:cubicBezTo>
                  <a:lnTo>
                    <a:pt x="15" y="33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5" name="Group 64"/>
          <p:cNvGrpSpPr/>
          <p:nvPr/>
        </p:nvGrpSpPr>
        <p:grpSpPr>
          <a:xfrm>
            <a:off x="2892564" y="4136526"/>
            <a:ext cx="987136" cy="1241136"/>
            <a:chOff x="5680638" y="3999206"/>
            <a:chExt cx="1085850" cy="1365250"/>
          </a:xfrm>
        </p:grpSpPr>
        <p:sp>
          <p:nvSpPr>
            <p:cNvPr id="56" name="Freeform 55"/>
            <p:cNvSpPr>
              <a:spLocks/>
            </p:cNvSpPr>
            <p:nvPr/>
          </p:nvSpPr>
          <p:spPr bwMode="auto">
            <a:xfrm>
              <a:off x="5818751" y="4207168"/>
              <a:ext cx="373063" cy="269875"/>
            </a:xfrm>
            <a:custGeom>
              <a:avLst/>
              <a:gdLst>
                <a:gd name="T0" fmla="*/ 9 w 99"/>
                <a:gd name="T1" fmla="*/ 71 h 72"/>
                <a:gd name="T2" fmla="*/ 4 w 99"/>
                <a:gd name="T3" fmla="*/ 65 h 72"/>
                <a:gd name="T4" fmla="*/ 1 w 99"/>
                <a:gd name="T5" fmla="*/ 58 h 72"/>
                <a:gd name="T6" fmla="*/ 90 w 99"/>
                <a:gd name="T7" fmla="*/ 1 h 72"/>
                <a:gd name="T8" fmla="*/ 95 w 99"/>
                <a:gd name="T9" fmla="*/ 7 h 72"/>
                <a:gd name="T10" fmla="*/ 98 w 99"/>
                <a:gd name="T11" fmla="*/ 14 h 72"/>
                <a:gd name="T12" fmla="*/ 9 w 99"/>
                <a:gd name="T13" fmla="*/ 71 h 72"/>
              </a:gdLst>
              <a:ahLst/>
              <a:cxnLst>
                <a:cxn ang="0">
                  <a:pos x="T0" y="T1"/>
                </a:cxn>
                <a:cxn ang="0">
                  <a:pos x="T2" y="T3"/>
                </a:cxn>
                <a:cxn ang="0">
                  <a:pos x="T4" y="T5"/>
                </a:cxn>
                <a:cxn ang="0">
                  <a:pos x="T6" y="T7"/>
                </a:cxn>
                <a:cxn ang="0">
                  <a:pos x="T8" y="T9"/>
                </a:cxn>
                <a:cxn ang="0">
                  <a:pos x="T10" y="T11"/>
                </a:cxn>
                <a:cxn ang="0">
                  <a:pos x="T12" y="T13"/>
                </a:cxn>
              </a:cxnLst>
              <a:rect l="0" t="0" r="r" b="b"/>
              <a:pathLst>
                <a:path w="99" h="72">
                  <a:moveTo>
                    <a:pt x="9" y="71"/>
                  </a:moveTo>
                  <a:cubicBezTo>
                    <a:pt x="9" y="72"/>
                    <a:pt x="7" y="69"/>
                    <a:pt x="4" y="65"/>
                  </a:cubicBezTo>
                  <a:cubicBezTo>
                    <a:pt x="2" y="61"/>
                    <a:pt x="0" y="58"/>
                    <a:pt x="1" y="58"/>
                  </a:cubicBezTo>
                  <a:cubicBezTo>
                    <a:pt x="90" y="1"/>
                    <a:pt x="90" y="1"/>
                    <a:pt x="90" y="1"/>
                  </a:cubicBezTo>
                  <a:cubicBezTo>
                    <a:pt x="90" y="0"/>
                    <a:pt x="93" y="3"/>
                    <a:pt x="95" y="7"/>
                  </a:cubicBezTo>
                  <a:cubicBezTo>
                    <a:pt x="97" y="11"/>
                    <a:pt x="99" y="14"/>
                    <a:pt x="98" y="14"/>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 name="Freeform 56"/>
            <p:cNvSpPr>
              <a:spLocks/>
            </p:cNvSpPr>
            <p:nvPr/>
          </p:nvSpPr>
          <p:spPr bwMode="auto">
            <a:xfrm>
              <a:off x="5906063" y="4345281"/>
              <a:ext cx="371475" cy="266700"/>
            </a:xfrm>
            <a:custGeom>
              <a:avLst/>
              <a:gdLst>
                <a:gd name="T0" fmla="*/ 10 w 99"/>
                <a:gd name="T1" fmla="*/ 70 h 71"/>
                <a:gd name="T2" fmla="*/ 4 w 99"/>
                <a:gd name="T3" fmla="*/ 64 h 71"/>
                <a:gd name="T4" fmla="*/ 1 w 99"/>
                <a:gd name="T5" fmla="*/ 57 h 71"/>
                <a:gd name="T6" fmla="*/ 90 w 99"/>
                <a:gd name="T7" fmla="*/ 0 h 71"/>
                <a:gd name="T8" fmla="*/ 95 w 99"/>
                <a:gd name="T9" fmla="*/ 6 h 71"/>
                <a:gd name="T10" fmla="*/ 99 w 99"/>
                <a:gd name="T11" fmla="*/ 13 h 71"/>
                <a:gd name="T12" fmla="*/ 10 w 99"/>
                <a:gd name="T13" fmla="*/ 70 h 71"/>
              </a:gdLst>
              <a:ahLst/>
              <a:cxnLst>
                <a:cxn ang="0">
                  <a:pos x="T0" y="T1"/>
                </a:cxn>
                <a:cxn ang="0">
                  <a:pos x="T2" y="T3"/>
                </a:cxn>
                <a:cxn ang="0">
                  <a:pos x="T4" y="T5"/>
                </a:cxn>
                <a:cxn ang="0">
                  <a:pos x="T6" y="T7"/>
                </a:cxn>
                <a:cxn ang="0">
                  <a:pos x="T8" y="T9"/>
                </a:cxn>
                <a:cxn ang="0">
                  <a:pos x="T10" y="T11"/>
                </a:cxn>
                <a:cxn ang="0">
                  <a:pos x="T12" y="T13"/>
                </a:cxn>
              </a:cxnLst>
              <a:rect l="0" t="0" r="r" b="b"/>
              <a:pathLst>
                <a:path w="99" h="71">
                  <a:moveTo>
                    <a:pt x="10" y="70"/>
                  </a:moveTo>
                  <a:cubicBezTo>
                    <a:pt x="9" y="71"/>
                    <a:pt x="7" y="68"/>
                    <a:pt x="4" y="64"/>
                  </a:cubicBezTo>
                  <a:cubicBezTo>
                    <a:pt x="2" y="61"/>
                    <a:pt x="0" y="57"/>
                    <a:pt x="1" y="57"/>
                  </a:cubicBezTo>
                  <a:cubicBezTo>
                    <a:pt x="90" y="0"/>
                    <a:pt x="90" y="0"/>
                    <a:pt x="90" y="0"/>
                  </a:cubicBezTo>
                  <a:cubicBezTo>
                    <a:pt x="91" y="0"/>
                    <a:pt x="93" y="2"/>
                    <a:pt x="95" y="6"/>
                  </a:cubicBezTo>
                  <a:cubicBezTo>
                    <a:pt x="98" y="10"/>
                    <a:pt x="99" y="13"/>
                    <a:pt x="99" y="13"/>
                  </a:cubicBezTo>
                  <a:lnTo>
                    <a:pt x="10" y="7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 name="Freeform 57"/>
            <p:cNvSpPr>
              <a:spLocks/>
            </p:cNvSpPr>
            <p:nvPr/>
          </p:nvSpPr>
          <p:spPr bwMode="auto">
            <a:xfrm>
              <a:off x="5996551" y="4480218"/>
              <a:ext cx="368300" cy="266700"/>
            </a:xfrm>
            <a:custGeom>
              <a:avLst/>
              <a:gdLst>
                <a:gd name="T0" fmla="*/ 9 w 98"/>
                <a:gd name="T1" fmla="*/ 70 h 71"/>
                <a:gd name="T2" fmla="*/ 4 w 98"/>
                <a:gd name="T3" fmla="*/ 64 h 71"/>
                <a:gd name="T4" fmla="*/ 0 w 98"/>
                <a:gd name="T5" fmla="*/ 57 h 71"/>
                <a:gd name="T6" fmla="*/ 89 w 98"/>
                <a:gd name="T7" fmla="*/ 0 h 71"/>
                <a:gd name="T8" fmla="*/ 94 w 98"/>
                <a:gd name="T9" fmla="*/ 6 h 71"/>
                <a:gd name="T10" fmla="*/ 98 w 98"/>
                <a:gd name="T11" fmla="*/ 13 h 71"/>
                <a:gd name="T12" fmla="*/ 9 w 98"/>
                <a:gd name="T13" fmla="*/ 70 h 71"/>
              </a:gdLst>
              <a:ahLst/>
              <a:cxnLst>
                <a:cxn ang="0">
                  <a:pos x="T0" y="T1"/>
                </a:cxn>
                <a:cxn ang="0">
                  <a:pos x="T2" y="T3"/>
                </a:cxn>
                <a:cxn ang="0">
                  <a:pos x="T4" y="T5"/>
                </a:cxn>
                <a:cxn ang="0">
                  <a:pos x="T6" y="T7"/>
                </a:cxn>
                <a:cxn ang="0">
                  <a:pos x="T8" y="T9"/>
                </a:cxn>
                <a:cxn ang="0">
                  <a:pos x="T10" y="T11"/>
                </a:cxn>
                <a:cxn ang="0">
                  <a:pos x="T12" y="T13"/>
                </a:cxn>
              </a:cxnLst>
              <a:rect l="0" t="0" r="r" b="b"/>
              <a:pathLst>
                <a:path w="98" h="71">
                  <a:moveTo>
                    <a:pt x="9" y="70"/>
                  </a:moveTo>
                  <a:cubicBezTo>
                    <a:pt x="8" y="71"/>
                    <a:pt x="6" y="68"/>
                    <a:pt x="4" y="64"/>
                  </a:cubicBezTo>
                  <a:cubicBezTo>
                    <a:pt x="1" y="61"/>
                    <a:pt x="0" y="57"/>
                    <a:pt x="0" y="57"/>
                  </a:cubicBezTo>
                  <a:cubicBezTo>
                    <a:pt x="89" y="0"/>
                    <a:pt x="89" y="0"/>
                    <a:pt x="89" y="0"/>
                  </a:cubicBezTo>
                  <a:cubicBezTo>
                    <a:pt x="90" y="0"/>
                    <a:pt x="92" y="2"/>
                    <a:pt x="94" y="6"/>
                  </a:cubicBezTo>
                  <a:cubicBezTo>
                    <a:pt x="97" y="10"/>
                    <a:pt x="98" y="13"/>
                    <a:pt x="98" y="13"/>
                  </a:cubicBezTo>
                  <a:lnTo>
                    <a:pt x="9" y="7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 name="Freeform 58"/>
            <p:cNvSpPr>
              <a:spLocks/>
            </p:cNvSpPr>
            <p:nvPr/>
          </p:nvSpPr>
          <p:spPr bwMode="auto">
            <a:xfrm>
              <a:off x="6082276" y="4616743"/>
              <a:ext cx="368300" cy="266700"/>
            </a:xfrm>
            <a:custGeom>
              <a:avLst/>
              <a:gdLst>
                <a:gd name="T0" fmla="*/ 9 w 98"/>
                <a:gd name="T1" fmla="*/ 71 h 71"/>
                <a:gd name="T2" fmla="*/ 4 w 98"/>
                <a:gd name="T3" fmla="*/ 64 h 71"/>
                <a:gd name="T4" fmla="*/ 0 w 98"/>
                <a:gd name="T5" fmla="*/ 57 h 71"/>
                <a:gd name="T6" fmla="*/ 89 w 98"/>
                <a:gd name="T7" fmla="*/ 0 h 71"/>
                <a:gd name="T8" fmla="*/ 95 w 98"/>
                <a:gd name="T9" fmla="*/ 6 h 71"/>
                <a:gd name="T10" fmla="*/ 98 w 98"/>
                <a:gd name="T11" fmla="*/ 13 h 71"/>
                <a:gd name="T12" fmla="*/ 9 w 98"/>
                <a:gd name="T13" fmla="*/ 71 h 71"/>
              </a:gdLst>
              <a:ahLst/>
              <a:cxnLst>
                <a:cxn ang="0">
                  <a:pos x="T0" y="T1"/>
                </a:cxn>
                <a:cxn ang="0">
                  <a:pos x="T2" y="T3"/>
                </a:cxn>
                <a:cxn ang="0">
                  <a:pos x="T4" y="T5"/>
                </a:cxn>
                <a:cxn ang="0">
                  <a:pos x="T6" y="T7"/>
                </a:cxn>
                <a:cxn ang="0">
                  <a:pos x="T8" y="T9"/>
                </a:cxn>
                <a:cxn ang="0">
                  <a:pos x="T10" y="T11"/>
                </a:cxn>
                <a:cxn ang="0">
                  <a:pos x="T12" y="T13"/>
                </a:cxn>
              </a:cxnLst>
              <a:rect l="0" t="0" r="r" b="b"/>
              <a:pathLst>
                <a:path w="98" h="71">
                  <a:moveTo>
                    <a:pt x="9" y="71"/>
                  </a:moveTo>
                  <a:cubicBezTo>
                    <a:pt x="8" y="71"/>
                    <a:pt x="6" y="68"/>
                    <a:pt x="4" y="64"/>
                  </a:cubicBezTo>
                  <a:cubicBezTo>
                    <a:pt x="1" y="61"/>
                    <a:pt x="0" y="58"/>
                    <a:pt x="0" y="57"/>
                  </a:cubicBezTo>
                  <a:cubicBezTo>
                    <a:pt x="89" y="0"/>
                    <a:pt x="89" y="0"/>
                    <a:pt x="89" y="0"/>
                  </a:cubicBezTo>
                  <a:cubicBezTo>
                    <a:pt x="90" y="0"/>
                    <a:pt x="92" y="3"/>
                    <a:pt x="95" y="6"/>
                  </a:cubicBezTo>
                  <a:cubicBezTo>
                    <a:pt x="97" y="10"/>
                    <a:pt x="98" y="13"/>
                    <a:pt x="98" y="13"/>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 name="Freeform 59"/>
            <p:cNvSpPr>
              <a:spLocks/>
            </p:cNvSpPr>
            <p:nvPr/>
          </p:nvSpPr>
          <p:spPr bwMode="auto">
            <a:xfrm>
              <a:off x="6169588" y="4751681"/>
              <a:ext cx="371475" cy="266700"/>
            </a:xfrm>
            <a:custGeom>
              <a:avLst/>
              <a:gdLst>
                <a:gd name="T0" fmla="*/ 9 w 99"/>
                <a:gd name="T1" fmla="*/ 71 h 71"/>
                <a:gd name="T2" fmla="*/ 4 w 99"/>
                <a:gd name="T3" fmla="*/ 65 h 71"/>
                <a:gd name="T4" fmla="*/ 1 w 99"/>
                <a:gd name="T5" fmla="*/ 57 h 71"/>
                <a:gd name="T6" fmla="*/ 90 w 99"/>
                <a:gd name="T7" fmla="*/ 0 h 71"/>
                <a:gd name="T8" fmla="*/ 95 w 99"/>
                <a:gd name="T9" fmla="*/ 6 h 71"/>
                <a:gd name="T10" fmla="*/ 98 w 99"/>
                <a:gd name="T11" fmla="*/ 14 h 71"/>
                <a:gd name="T12" fmla="*/ 9 w 99"/>
                <a:gd name="T13" fmla="*/ 71 h 71"/>
              </a:gdLst>
              <a:ahLst/>
              <a:cxnLst>
                <a:cxn ang="0">
                  <a:pos x="T0" y="T1"/>
                </a:cxn>
                <a:cxn ang="0">
                  <a:pos x="T2" y="T3"/>
                </a:cxn>
                <a:cxn ang="0">
                  <a:pos x="T4" y="T5"/>
                </a:cxn>
                <a:cxn ang="0">
                  <a:pos x="T6" y="T7"/>
                </a:cxn>
                <a:cxn ang="0">
                  <a:pos x="T8" y="T9"/>
                </a:cxn>
                <a:cxn ang="0">
                  <a:pos x="T10" y="T11"/>
                </a:cxn>
                <a:cxn ang="0">
                  <a:pos x="T12" y="T13"/>
                </a:cxn>
              </a:cxnLst>
              <a:rect l="0" t="0" r="r" b="b"/>
              <a:pathLst>
                <a:path w="99" h="71">
                  <a:moveTo>
                    <a:pt x="9" y="71"/>
                  </a:moveTo>
                  <a:cubicBezTo>
                    <a:pt x="9" y="71"/>
                    <a:pt x="6" y="68"/>
                    <a:pt x="4" y="65"/>
                  </a:cubicBezTo>
                  <a:cubicBezTo>
                    <a:pt x="2" y="61"/>
                    <a:pt x="0" y="58"/>
                    <a:pt x="1" y="57"/>
                  </a:cubicBezTo>
                  <a:cubicBezTo>
                    <a:pt x="90" y="0"/>
                    <a:pt x="90" y="0"/>
                    <a:pt x="90" y="0"/>
                  </a:cubicBezTo>
                  <a:cubicBezTo>
                    <a:pt x="90" y="0"/>
                    <a:pt x="92" y="3"/>
                    <a:pt x="95" y="6"/>
                  </a:cubicBezTo>
                  <a:cubicBezTo>
                    <a:pt x="97" y="10"/>
                    <a:pt x="99" y="13"/>
                    <a:pt x="98" y="14"/>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 name="Freeform 60"/>
            <p:cNvSpPr>
              <a:spLocks/>
            </p:cNvSpPr>
            <p:nvPr/>
          </p:nvSpPr>
          <p:spPr bwMode="auto">
            <a:xfrm>
              <a:off x="6255313" y="4886618"/>
              <a:ext cx="373063" cy="266700"/>
            </a:xfrm>
            <a:custGeom>
              <a:avLst/>
              <a:gdLst>
                <a:gd name="T0" fmla="*/ 9 w 99"/>
                <a:gd name="T1" fmla="*/ 71 h 71"/>
                <a:gd name="T2" fmla="*/ 4 w 99"/>
                <a:gd name="T3" fmla="*/ 65 h 71"/>
                <a:gd name="T4" fmla="*/ 1 w 99"/>
                <a:gd name="T5" fmla="*/ 57 h 71"/>
                <a:gd name="T6" fmla="*/ 90 w 99"/>
                <a:gd name="T7" fmla="*/ 0 h 71"/>
                <a:gd name="T8" fmla="*/ 95 w 99"/>
                <a:gd name="T9" fmla="*/ 6 h 71"/>
                <a:gd name="T10" fmla="*/ 98 w 99"/>
                <a:gd name="T11" fmla="*/ 14 h 71"/>
                <a:gd name="T12" fmla="*/ 9 w 99"/>
                <a:gd name="T13" fmla="*/ 71 h 71"/>
              </a:gdLst>
              <a:ahLst/>
              <a:cxnLst>
                <a:cxn ang="0">
                  <a:pos x="T0" y="T1"/>
                </a:cxn>
                <a:cxn ang="0">
                  <a:pos x="T2" y="T3"/>
                </a:cxn>
                <a:cxn ang="0">
                  <a:pos x="T4" y="T5"/>
                </a:cxn>
                <a:cxn ang="0">
                  <a:pos x="T6" y="T7"/>
                </a:cxn>
                <a:cxn ang="0">
                  <a:pos x="T8" y="T9"/>
                </a:cxn>
                <a:cxn ang="0">
                  <a:pos x="T10" y="T11"/>
                </a:cxn>
                <a:cxn ang="0">
                  <a:pos x="T12" y="T13"/>
                </a:cxn>
              </a:cxnLst>
              <a:rect l="0" t="0" r="r" b="b"/>
              <a:pathLst>
                <a:path w="99" h="71">
                  <a:moveTo>
                    <a:pt x="9" y="71"/>
                  </a:moveTo>
                  <a:cubicBezTo>
                    <a:pt x="9" y="71"/>
                    <a:pt x="6" y="68"/>
                    <a:pt x="4" y="65"/>
                  </a:cubicBezTo>
                  <a:cubicBezTo>
                    <a:pt x="2" y="61"/>
                    <a:pt x="0" y="58"/>
                    <a:pt x="1" y="57"/>
                  </a:cubicBezTo>
                  <a:cubicBezTo>
                    <a:pt x="90" y="0"/>
                    <a:pt x="90" y="0"/>
                    <a:pt x="90" y="0"/>
                  </a:cubicBezTo>
                  <a:cubicBezTo>
                    <a:pt x="90" y="0"/>
                    <a:pt x="93" y="3"/>
                    <a:pt x="95" y="6"/>
                  </a:cubicBezTo>
                  <a:cubicBezTo>
                    <a:pt x="97" y="10"/>
                    <a:pt x="99" y="13"/>
                    <a:pt x="98" y="14"/>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 name="Freeform 61"/>
            <p:cNvSpPr>
              <a:spLocks/>
            </p:cNvSpPr>
            <p:nvPr/>
          </p:nvSpPr>
          <p:spPr bwMode="auto">
            <a:xfrm>
              <a:off x="5680638" y="4199231"/>
              <a:ext cx="777875" cy="1165225"/>
            </a:xfrm>
            <a:custGeom>
              <a:avLst/>
              <a:gdLst>
                <a:gd name="T0" fmla="*/ 206 w 207"/>
                <a:gd name="T1" fmla="*/ 300 h 310"/>
                <a:gd name="T2" fmla="*/ 201 w 207"/>
                <a:gd name="T3" fmla="*/ 307 h 310"/>
                <a:gd name="T4" fmla="*/ 192 w 207"/>
                <a:gd name="T5" fmla="*/ 308 h 310"/>
                <a:gd name="T6" fmla="*/ 1 w 207"/>
                <a:gd name="T7" fmla="*/ 10 h 310"/>
                <a:gd name="T8" fmla="*/ 6 w 207"/>
                <a:gd name="T9" fmla="*/ 3 h 310"/>
                <a:gd name="T10" fmla="*/ 14 w 207"/>
                <a:gd name="T11" fmla="*/ 1 h 310"/>
                <a:gd name="T12" fmla="*/ 206 w 207"/>
                <a:gd name="T13" fmla="*/ 300 h 310"/>
              </a:gdLst>
              <a:ahLst/>
              <a:cxnLst>
                <a:cxn ang="0">
                  <a:pos x="T0" y="T1"/>
                </a:cxn>
                <a:cxn ang="0">
                  <a:pos x="T2" y="T3"/>
                </a:cxn>
                <a:cxn ang="0">
                  <a:pos x="T4" y="T5"/>
                </a:cxn>
                <a:cxn ang="0">
                  <a:pos x="T6" y="T7"/>
                </a:cxn>
                <a:cxn ang="0">
                  <a:pos x="T8" y="T9"/>
                </a:cxn>
                <a:cxn ang="0">
                  <a:pos x="T10" y="T11"/>
                </a:cxn>
                <a:cxn ang="0">
                  <a:pos x="T12" y="T13"/>
                </a:cxn>
              </a:cxnLst>
              <a:rect l="0" t="0" r="r" b="b"/>
              <a:pathLst>
                <a:path w="207" h="310">
                  <a:moveTo>
                    <a:pt x="206" y="300"/>
                  </a:moveTo>
                  <a:cubicBezTo>
                    <a:pt x="207" y="301"/>
                    <a:pt x="205" y="305"/>
                    <a:pt x="201" y="307"/>
                  </a:cubicBezTo>
                  <a:cubicBezTo>
                    <a:pt x="197" y="309"/>
                    <a:pt x="193" y="310"/>
                    <a:pt x="192" y="308"/>
                  </a:cubicBezTo>
                  <a:cubicBezTo>
                    <a:pt x="1" y="10"/>
                    <a:pt x="1" y="10"/>
                    <a:pt x="1" y="10"/>
                  </a:cubicBezTo>
                  <a:cubicBezTo>
                    <a:pt x="0" y="8"/>
                    <a:pt x="2" y="5"/>
                    <a:pt x="6" y="3"/>
                  </a:cubicBezTo>
                  <a:cubicBezTo>
                    <a:pt x="9" y="0"/>
                    <a:pt x="13" y="0"/>
                    <a:pt x="14" y="1"/>
                  </a:cubicBezTo>
                  <a:lnTo>
                    <a:pt x="206" y="30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 name="Freeform 62"/>
            <p:cNvSpPr>
              <a:spLocks/>
            </p:cNvSpPr>
            <p:nvPr/>
          </p:nvSpPr>
          <p:spPr bwMode="auto">
            <a:xfrm>
              <a:off x="5988613" y="3999206"/>
              <a:ext cx="777875" cy="1165225"/>
            </a:xfrm>
            <a:custGeom>
              <a:avLst/>
              <a:gdLst>
                <a:gd name="T0" fmla="*/ 206 w 207"/>
                <a:gd name="T1" fmla="*/ 300 h 310"/>
                <a:gd name="T2" fmla="*/ 201 w 207"/>
                <a:gd name="T3" fmla="*/ 307 h 310"/>
                <a:gd name="T4" fmla="*/ 193 w 207"/>
                <a:gd name="T5" fmla="*/ 308 h 310"/>
                <a:gd name="T6" fmla="*/ 1 w 207"/>
                <a:gd name="T7" fmla="*/ 10 h 310"/>
                <a:gd name="T8" fmla="*/ 6 w 207"/>
                <a:gd name="T9" fmla="*/ 3 h 310"/>
                <a:gd name="T10" fmla="*/ 15 w 207"/>
                <a:gd name="T11" fmla="*/ 1 h 310"/>
                <a:gd name="T12" fmla="*/ 206 w 207"/>
                <a:gd name="T13" fmla="*/ 300 h 310"/>
              </a:gdLst>
              <a:ahLst/>
              <a:cxnLst>
                <a:cxn ang="0">
                  <a:pos x="T0" y="T1"/>
                </a:cxn>
                <a:cxn ang="0">
                  <a:pos x="T2" y="T3"/>
                </a:cxn>
                <a:cxn ang="0">
                  <a:pos x="T4" y="T5"/>
                </a:cxn>
                <a:cxn ang="0">
                  <a:pos x="T6" y="T7"/>
                </a:cxn>
                <a:cxn ang="0">
                  <a:pos x="T8" y="T9"/>
                </a:cxn>
                <a:cxn ang="0">
                  <a:pos x="T10" y="T11"/>
                </a:cxn>
                <a:cxn ang="0">
                  <a:pos x="T12" y="T13"/>
                </a:cxn>
              </a:cxnLst>
              <a:rect l="0" t="0" r="r" b="b"/>
              <a:pathLst>
                <a:path w="207" h="310">
                  <a:moveTo>
                    <a:pt x="206" y="300"/>
                  </a:moveTo>
                  <a:cubicBezTo>
                    <a:pt x="207" y="301"/>
                    <a:pt x="205" y="305"/>
                    <a:pt x="201" y="307"/>
                  </a:cubicBezTo>
                  <a:cubicBezTo>
                    <a:pt x="198" y="309"/>
                    <a:pt x="194" y="310"/>
                    <a:pt x="193" y="308"/>
                  </a:cubicBezTo>
                  <a:cubicBezTo>
                    <a:pt x="1" y="10"/>
                    <a:pt x="1" y="10"/>
                    <a:pt x="1" y="10"/>
                  </a:cubicBezTo>
                  <a:cubicBezTo>
                    <a:pt x="0" y="8"/>
                    <a:pt x="2" y="5"/>
                    <a:pt x="6" y="3"/>
                  </a:cubicBezTo>
                  <a:cubicBezTo>
                    <a:pt x="10" y="0"/>
                    <a:pt x="14" y="0"/>
                    <a:pt x="15" y="1"/>
                  </a:cubicBezTo>
                  <a:lnTo>
                    <a:pt x="206" y="30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74" name="TextBox 73"/>
          <p:cNvSpPr txBox="1"/>
          <p:nvPr/>
        </p:nvSpPr>
        <p:spPr>
          <a:xfrm>
            <a:off x="7132722" y="1120523"/>
            <a:ext cx="4862228" cy="646331"/>
          </a:xfrm>
          <a:prstGeom prst="rect">
            <a:avLst/>
          </a:prstGeom>
          <a:noFill/>
        </p:spPr>
        <p:txBody>
          <a:bodyPr wrap="none" rtlCol="0">
            <a:spAutoFit/>
          </a:bodyPr>
          <a:lstStyle/>
          <a:p>
            <a:pPr marL="742950" indent="-742950" algn="r" rtl="1" fontAlgn="auto">
              <a:spcBef>
                <a:spcPts val="0"/>
              </a:spcBef>
              <a:spcAft>
                <a:spcPts val="0"/>
              </a:spcAft>
              <a:buFont typeface="+mj-lt"/>
              <a:buAutoNum type="arabicPeriod" startAt="2"/>
            </a:pPr>
            <a:r>
              <a:rPr lang="ar-SA" sz="3600" b="1" dirty="0">
                <a:solidFill>
                  <a:schemeClr val="accent1">
                    <a:lumMod val="60000"/>
                    <a:lumOff val="40000"/>
                  </a:schemeClr>
                </a:solidFill>
              </a:rPr>
              <a:t>مميزات الكتاب الإلكتروني </a:t>
            </a:r>
            <a:endParaRPr lang="en-US" sz="3600" b="1" u="sng" dirty="0">
              <a:solidFill>
                <a:schemeClr val="accent1">
                  <a:lumMod val="60000"/>
                  <a:lumOff val="40000"/>
                </a:schemeClr>
              </a:solidFill>
              <a:latin typeface="Lato Light"/>
              <a:cs typeface="+mn-cs"/>
            </a:endParaRPr>
          </a:p>
        </p:txBody>
      </p:sp>
      <p:grpSp>
        <p:nvGrpSpPr>
          <p:cNvPr id="73" name="Group 72"/>
          <p:cNvGrpSpPr/>
          <p:nvPr/>
        </p:nvGrpSpPr>
        <p:grpSpPr>
          <a:xfrm>
            <a:off x="5918423" y="2427370"/>
            <a:ext cx="5849378" cy="954107"/>
            <a:chOff x="1217648" y="3257875"/>
            <a:chExt cx="5849378" cy="954107"/>
          </a:xfrm>
        </p:grpSpPr>
        <p:sp>
          <p:nvSpPr>
            <p:cNvPr id="76" name="Oval 75"/>
            <p:cNvSpPr/>
            <p:nvPr/>
          </p:nvSpPr>
          <p:spPr>
            <a:xfrm>
              <a:off x="1217648" y="3257875"/>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77" name="Group 76"/>
            <p:cNvGrpSpPr/>
            <p:nvPr/>
          </p:nvGrpSpPr>
          <p:grpSpPr>
            <a:xfrm>
              <a:off x="1371345" y="3446269"/>
              <a:ext cx="317153" cy="247759"/>
              <a:chOff x="2581275" y="1710532"/>
              <a:chExt cx="464344" cy="362744"/>
            </a:xfrm>
            <a:solidFill>
              <a:schemeClr val="bg1"/>
            </a:solidFill>
          </p:grpSpPr>
          <p:sp>
            <p:nvSpPr>
              <p:cNvPr id="81" name="AutoShape 140"/>
              <p:cNvSpPr>
                <a:spLocks/>
              </p:cNvSpPr>
              <p:nvPr/>
            </p:nvSpPr>
            <p:spPr bwMode="auto">
              <a:xfrm>
                <a:off x="2639219" y="1768475"/>
                <a:ext cx="290513" cy="235744"/>
              </a:xfrm>
              <a:custGeom>
                <a:avLst/>
                <a:gdLst>
                  <a:gd name="T0" fmla="+- 0 10800 376"/>
                  <a:gd name="T1" fmla="*/ T0 w 20848"/>
                  <a:gd name="T2" fmla="*/ 10800 h 21600"/>
                  <a:gd name="T3" fmla="+- 0 10800 376"/>
                  <a:gd name="T4" fmla="*/ T3 w 20848"/>
                  <a:gd name="T5" fmla="*/ 10800 h 21600"/>
                  <a:gd name="T6" fmla="+- 0 10800 376"/>
                  <a:gd name="T7" fmla="*/ T6 w 20848"/>
                  <a:gd name="T8" fmla="*/ 10800 h 21600"/>
                  <a:gd name="T9" fmla="+- 0 10800 376"/>
                  <a:gd name="T10" fmla="*/ T9 w 20848"/>
                  <a:gd name="T11" fmla="*/ 10800 h 21600"/>
                </a:gdLst>
                <a:ahLst/>
                <a:cxnLst>
                  <a:cxn ang="0">
                    <a:pos x="T1" y="T2"/>
                  </a:cxn>
                  <a:cxn ang="0">
                    <a:pos x="T4" y="T5"/>
                  </a:cxn>
                  <a:cxn ang="0">
                    <a:pos x="T7" y="T8"/>
                  </a:cxn>
                  <a:cxn ang="0">
                    <a:pos x="T10" y="T11"/>
                  </a:cxn>
                </a:cxnLst>
                <a:rect l="0" t="0" r="r" b="b"/>
                <a:pathLst>
                  <a:path w="20848" h="21600">
                    <a:moveTo>
                      <a:pt x="18728" y="19178"/>
                    </a:moveTo>
                    <a:cubicBezTo>
                      <a:pt x="13191" y="20631"/>
                      <a:pt x="7654" y="20631"/>
                      <a:pt x="2118" y="19178"/>
                    </a:cubicBezTo>
                    <a:cubicBezTo>
                      <a:pt x="678" y="13592"/>
                      <a:pt x="678" y="8008"/>
                      <a:pt x="2118" y="2421"/>
                    </a:cubicBezTo>
                    <a:cubicBezTo>
                      <a:pt x="7654" y="968"/>
                      <a:pt x="13191" y="968"/>
                      <a:pt x="18728" y="2421"/>
                    </a:cubicBezTo>
                    <a:cubicBezTo>
                      <a:pt x="20168" y="8008"/>
                      <a:pt x="20168" y="13592"/>
                      <a:pt x="18728" y="19178"/>
                    </a:cubicBezTo>
                    <a:moveTo>
                      <a:pt x="18938" y="1116"/>
                    </a:moveTo>
                    <a:cubicBezTo>
                      <a:pt x="16114" y="375"/>
                      <a:pt x="13249" y="0"/>
                      <a:pt x="10423" y="0"/>
                    </a:cubicBezTo>
                    <a:cubicBezTo>
                      <a:pt x="7597" y="0"/>
                      <a:pt x="4732" y="375"/>
                      <a:pt x="1908" y="1116"/>
                    </a:cubicBezTo>
                    <a:cubicBezTo>
                      <a:pt x="1543" y="1213"/>
                      <a:pt x="1244" y="1552"/>
                      <a:pt x="1127" y="2004"/>
                    </a:cubicBezTo>
                    <a:cubicBezTo>
                      <a:pt x="-376" y="7841"/>
                      <a:pt x="-376" y="13759"/>
                      <a:pt x="1127" y="19593"/>
                    </a:cubicBezTo>
                    <a:cubicBezTo>
                      <a:pt x="1244" y="20047"/>
                      <a:pt x="1543" y="20386"/>
                      <a:pt x="1908" y="20482"/>
                    </a:cubicBezTo>
                    <a:cubicBezTo>
                      <a:pt x="4732" y="21224"/>
                      <a:pt x="7597" y="21600"/>
                      <a:pt x="10423" y="21600"/>
                    </a:cubicBezTo>
                    <a:cubicBezTo>
                      <a:pt x="13249" y="21600"/>
                      <a:pt x="16114" y="21224"/>
                      <a:pt x="18938" y="20482"/>
                    </a:cubicBezTo>
                    <a:cubicBezTo>
                      <a:pt x="19303" y="20386"/>
                      <a:pt x="19602" y="20047"/>
                      <a:pt x="19719" y="19593"/>
                    </a:cubicBezTo>
                    <a:cubicBezTo>
                      <a:pt x="21223" y="13759"/>
                      <a:pt x="21223" y="7841"/>
                      <a:pt x="19719" y="2004"/>
                    </a:cubicBezTo>
                    <a:cubicBezTo>
                      <a:pt x="19602" y="1552"/>
                      <a:pt x="19303" y="1213"/>
                      <a:pt x="18938" y="111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82" name="AutoShape 141"/>
              <p:cNvSpPr>
                <a:spLocks/>
              </p:cNvSpPr>
              <p:nvPr/>
            </p:nvSpPr>
            <p:spPr bwMode="auto">
              <a:xfrm>
                <a:off x="2581275" y="1710532"/>
                <a:ext cx="464344" cy="362744"/>
              </a:xfrm>
              <a:custGeom>
                <a:avLst/>
                <a:gdLst>
                  <a:gd name="T0" fmla="+- 0 10800 252"/>
                  <a:gd name="T1" fmla="*/ T0 w 21096"/>
                  <a:gd name="T2" fmla="*/ 10800 h 21600"/>
                  <a:gd name="T3" fmla="+- 0 10800 252"/>
                  <a:gd name="T4" fmla="*/ T3 w 21096"/>
                  <a:gd name="T5" fmla="*/ 10800 h 21600"/>
                  <a:gd name="T6" fmla="+- 0 10800 252"/>
                  <a:gd name="T7" fmla="*/ T6 w 21096"/>
                  <a:gd name="T8" fmla="*/ 10800 h 21600"/>
                  <a:gd name="T9" fmla="+- 0 10800 252"/>
                  <a:gd name="T10" fmla="*/ T9 w 21096"/>
                  <a:gd name="T11" fmla="*/ 10800 h 21600"/>
                </a:gdLst>
                <a:ahLst/>
                <a:cxnLst>
                  <a:cxn ang="0">
                    <a:pos x="T1" y="T2"/>
                  </a:cxn>
                  <a:cxn ang="0">
                    <a:pos x="T4" y="T5"/>
                  </a:cxn>
                  <a:cxn ang="0">
                    <a:pos x="T7" y="T8"/>
                  </a:cxn>
                  <a:cxn ang="0">
                    <a:pos x="T10" y="T11"/>
                  </a:cxn>
                </a:cxnLst>
                <a:rect l="0" t="0" r="r" b="b"/>
                <a:pathLst>
                  <a:path w="21096" h="21600">
                    <a:moveTo>
                      <a:pt x="19056" y="18331"/>
                    </a:moveTo>
                    <a:cubicBezTo>
                      <a:pt x="13383" y="19233"/>
                      <a:pt x="7711" y="19233"/>
                      <a:pt x="2038" y="18331"/>
                    </a:cubicBezTo>
                    <a:cubicBezTo>
                      <a:pt x="1074" y="13022"/>
                      <a:pt x="1074" y="7713"/>
                      <a:pt x="2038" y="2404"/>
                    </a:cubicBezTo>
                    <a:cubicBezTo>
                      <a:pt x="7711" y="1502"/>
                      <a:pt x="13383" y="1502"/>
                      <a:pt x="19056" y="2404"/>
                    </a:cubicBezTo>
                    <a:cubicBezTo>
                      <a:pt x="20021" y="7713"/>
                      <a:pt x="20021" y="13022"/>
                      <a:pt x="19056" y="18331"/>
                    </a:cubicBezTo>
                    <a:moveTo>
                      <a:pt x="20338" y="2005"/>
                    </a:moveTo>
                    <a:cubicBezTo>
                      <a:pt x="20211" y="1301"/>
                      <a:pt x="19762" y="776"/>
                      <a:pt x="19215" y="689"/>
                    </a:cubicBezTo>
                    <a:cubicBezTo>
                      <a:pt x="16339" y="232"/>
                      <a:pt x="13423" y="0"/>
                      <a:pt x="10547" y="0"/>
                    </a:cubicBezTo>
                    <a:cubicBezTo>
                      <a:pt x="7671" y="0"/>
                      <a:pt x="4755" y="232"/>
                      <a:pt x="1879" y="689"/>
                    </a:cubicBezTo>
                    <a:cubicBezTo>
                      <a:pt x="1332" y="776"/>
                      <a:pt x="883" y="1301"/>
                      <a:pt x="756" y="2005"/>
                    </a:cubicBezTo>
                    <a:cubicBezTo>
                      <a:pt x="-252" y="7553"/>
                      <a:pt x="-252" y="13181"/>
                      <a:pt x="756" y="18731"/>
                    </a:cubicBezTo>
                    <a:cubicBezTo>
                      <a:pt x="883" y="19434"/>
                      <a:pt x="1332" y="19959"/>
                      <a:pt x="1879" y="20046"/>
                    </a:cubicBezTo>
                    <a:cubicBezTo>
                      <a:pt x="3265" y="20266"/>
                      <a:pt x="4660" y="20429"/>
                      <a:pt x="6055" y="20544"/>
                    </a:cubicBezTo>
                    <a:cubicBezTo>
                      <a:pt x="5979" y="20606"/>
                      <a:pt x="5931" y="20670"/>
                      <a:pt x="5931" y="20735"/>
                    </a:cubicBezTo>
                    <a:cubicBezTo>
                      <a:pt x="5931" y="21213"/>
                      <a:pt x="7997" y="21599"/>
                      <a:pt x="10547" y="21599"/>
                    </a:cubicBezTo>
                    <a:cubicBezTo>
                      <a:pt x="13097" y="21599"/>
                      <a:pt x="15164" y="21213"/>
                      <a:pt x="15164" y="20735"/>
                    </a:cubicBezTo>
                    <a:cubicBezTo>
                      <a:pt x="15164" y="20670"/>
                      <a:pt x="15115" y="20606"/>
                      <a:pt x="15040" y="20544"/>
                    </a:cubicBezTo>
                    <a:cubicBezTo>
                      <a:pt x="16434" y="20429"/>
                      <a:pt x="17830" y="20266"/>
                      <a:pt x="19215" y="20046"/>
                    </a:cubicBezTo>
                    <a:cubicBezTo>
                      <a:pt x="19762" y="19959"/>
                      <a:pt x="20211" y="19434"/>
                      <a:pt x="20338" y="18731"/>
                    </a:cubicBezTo>
                    <a:cubicBezTo>
                      <a:pt x="21347" y="13181"/>
                      <a:pt x="21347" y="7553"/>
                      <a:pt x="20338" y="2005"/>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83" name="AutoShape 142"/>
              <p:cNvSpPr>
                <a:spLocks/>
              </p:cNvSpPr>
              <p:nvPr/>
            </p:nvSpPr>
            <p:spPr bwMode="auto">
              <a:xfrm>
                <a:off x="2944019" y="1783557"/>
                <a:ext cx="43656"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200"/>
                    </a:moveTo>
                    <a:cubicBezTo>
                      <a:pt x="12779" y="7200"/>
                      <a:pt x="14399" y="8820"/>
                      <a:pt x="14399" y="10800"/>
                    </a:cubicBezTo>
                    <a:cubicBezTo>
                      <a:pt x="14399" y="12779"/>
                      <a:pt x="12779" y="14400"/>
                      <a:pt x="10800" y="14400"/>
                    </a:cubicBezTo>
                    <a:cubicBezTo>
                      <a:pt x="8820" y="14400"/>
                      <a:pt x="7199" y="12779"/>
                      <a:pt x="7199" y="10800"/>
                    </a:cubicBezTo>
                    <a:cubicBezTo>
                      <a:pt x="7199" y="8820"/>
                      <a:pt x="8820" y="7200"/>
                      <a:pt x="10800" y="7200"/>
                    </a:cubicBezTo>
                    <a:moveTo>
                      <a:pt x="10800" y="21599"/>
                    </a:moveTo>
                    <a:cubicBezTo>
                      <a:pt x="16762" y="21599"/>
                      <a:pt x="21600" y="16762"/>
                      <a:pt x="21600" y="10800"/>
                    </a:cubicBezTo>
                    <a:cubicBezTo>
                      <a:pt x="21600" y="4837"/>
                      <a:pt x="16762" y="0"/>
                      <a:pt x="10800" y="0"/>
                    </a:cubicBezTo>
                    <a:cubicBezTo>
                      <a:pt x="4837" y="0"/>
                      <a:pt x="0" y="4837"/>
                      <a:pt x="0" y="10800"/>
                    </a:cubicBezTo>
                    <a:cubicBezTo>
                      <a:pt x="0" y="16762"/>
                      <a:pt x="483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84" name="AutoShape 143"/>
              <p:cNvSpPr>
                <a:spLocks/>
              </p:cNvSpPr>
              <p:nvPr/>
            </p:nvSpPr>
            <p:spPr bwMode="auto">
              <a:xfrm>
                <a:off x="2929732" y="1971675"/>
                <a:ext cx="57944" cy="150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85" name="AutoShape 144"/>
              <p:cNvSpPr>
                <a:spLocks/>
              </p:cNvSpPr>
              <p:nvPr/>
            </p:nvSpPr>
            <p:spPr bwMode="auto">
              <a:xfrm>
                <a:off x="2944019" y="1928019"/>
                <a:ext cx="58738"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86" name="AutoShape 145"/>
              <p:cNvSpPr>
                <a:spLocks/>
              </p:cNvSpPr>
              <p:nvPr/>
            </p:nvSpPr>
            <p:spPr bwMode="auto">
              <a:xfrm>
                <a:off x="2944019" y="1885157"/>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87" name="AutoShape 146"/>
              <p:cNvSpPr>
                <a:spLocks/>
              </p:cNvSpPr>
              <p:nvPr/>
            </p:nvSpPr>
            <p:spPr bwMode="auto">
              <a:xfrm>
                <a:off x="2697957" y="1826419"/>
                <a:ext cx="86519" cy="61119"/>
              </a:xfrm>
              <a:custGeom>
                <a:avLst/>
                <a:gdLst>
                  <a:gd name="T0" fmla="+- 0 10822 44"/>
                  <a:gd name="T1" fmla="*/ T0 w 21556"/>
                  <a:gd name="T2" fmla="+- 0 10826 53"/>
                  <a:gd name="T3" fmla="*/ 10826 h 21547"/>
                  <a:gd name="T4" fmla="+- 0 10822 44"/>
                  <a:gd name="T5" fmla="*/ T4 w 21556"/>
                  <a:gd name="T6" fmla="+- 0 10826 53"/>
                  <a:gd name="T7" fmla="*/ 10826 h 21547"/>
                  <a:gd name="T8" fmla="+- 0 10822 44"/>
                  <a:gd name="T9" fmla="*/ T8 w 21556"/>
                  <a:gd name="T10" fmla="+- 0 10826 53"/>
                  <a:gd name="T11" fmla="*/ 10826 h 21547"/>
                  <a:gd name="T12" fmla="+- 0 10822 44"/>
                  <a:gd name="T13" fmla="*/ T12 w 21556"/>
                  <a:gd name="T14" fmla="+- 0 10826 53"/>
                  <a:gd name="T15" fmla="*/ 10826 h 21547"/>
                </a:gdLst>
                <a:ahLst/>
                <a:cxnLst>
                  <a:cxn ang="0">
                    <a:pos x="T1" y="T3"/>
                  </a:cxn>
                  <a:cxn ang="0">
                    <a:pos x="T5" y="T7"/>
                  </a:cxn>
                  <a:cxn ang="0">
                    <a:pos x="T9" y="T11"/>
                  </a:cxn>
                  <a:cxn ang="0">
                    <a:pos x="T13" y="T15"/>
                  </a:cxn>
                </a:cxnLst>
                <a:rect l="0" t="0" r="r" b="b"/>
                <a:pathLst>
                  <a:path w="21556" h="21547">
                    <a:moveTo>
                      <a:pt x="19751" y="2"/>
                    </a:moveTo>
                    <a:lnTo>
                      <a:pt x="3200" y="1845"/>
                    </a:lnTo>
                    <a:cubicBezTo>
                      <a:pt x="2215" y="2010"/>
                      <a:pt x="1272" y="3284"/>
                      <a:pt x="1106" y="4676"/>
                    </a:cubicBezTo>
                    <a:lnTo>
                      <a:pt x="1" y="18986"/>
                    </a:lnTo>
                    <a:cubicBezTo>
                      <a:pt x="-44" y="20398"/>
                      <a:pt x="724" y="21547"/>
                      <a:pt x="1712" y="21547"/>
                    </a:cubicBezTo>
                    <a:cubicBezTo>
                      <a:pt x="2698" y="21547"/>
                      <a:pt x="3542" y="20398"/>
                      <a:pt x="3582" y="18978"/>
                    </a:cubicBezTo>
                    <a:lnTo>
                      <a:pt x="4185" y="9251"/>
                    </a:lnTo>
                    <a:cubicBezTo>
                      <a:pt x="4319" y="7849"/>
                      <a:pt x="5235" y="6592"/>
                      <a:pt x="6220" y="6447"/>
                    </a:cubicBezTo>
                    <a:lnTo>
                      <a:pt x="19751" y="5128"/>
                    </a:lnTo>
                    <a:cubicBezTo>
                      <a:pt x="20743" y="5078"/>
                      <a:pt x="21556" y="3884"/>
                      <a:pt x="21556" y="2467"/>
                    </a:cubicBezTo>
                    <a:cubicBezTo>
                      <a:pt x="21556" y="1055"/>
                      <a:pt x="20743" y="-53"/>
                      <a:pt x="19751" y="2"/>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sp>
          <p:nvSpPr>
            <p:cNvPr id="79" name="Rectangle 78"/>
            <p:cNvSpPr/>
            <p:nvPr/>
          </p:nvSpPr>
          <p:spPr>
            <a:xfrm>
              <a:off x="2040620" y="3257875"/>
              <a:ext cx="5026406" cy="954107"/>
            </a:xfrm>
            <a:prstGeom prst="rect">
              <a:avLst/>
            </a:prstGeom>
          </p:spPr>
          <p:txBody>
            <a:bodyPr wrap="square">
              <a:spAutoFit/>
            </a:bodyPr>
            <a:lstStyle/>
            <a:p>
              <a:pPr algn="ctr" fontAlgn="auto">
                <a:spcBef>
                  <a:spcPts val="0"/>
                </a:spcBef>
                <a:spcAft>
                  <a:spcPts val="0"/>
                </a:spcAft>
              </a:pPr>
              <a:r>
                <a:rPr lang="ar-SA" sz="2800" b="1" dirty="0"/>
                <a:t>إمكانية استخدامه من قبل الطالب في أي وقت يشاء</a:t>
              </a:r>
              <a:endParaRPr lang="en-US" sz="2800" b="1" dirty="0">
                <a:solidFill>
                  <a:prstClr val="white">
                    <a:lumMod val="65000"/>
                  </a:prstClr>
                </a:solidFill>
                <a:latin typeface="Lato Light"/>
                <a:cs typeface="+mn-cs"/>
              </a:endParaRPr>
            </a:p>
          </p:txBody>
        </p:sp>
      </p:grpSp>
      <p:grpSp>
        <p:nvGrpSpPr>
          <p:cNvPr id="97" name="Group 96"/>
          <p:cNvGrpSpPr/>
          <p:nvPr/>
        </p:nvGrpSpPr>
        <p:grpSpPr>
          <a:xfrm>
            <a:off x="5918423" y="4831817"/>
            <a:ext cx="6082022" cy="991021"/>
            <a:chOff x="1217648" y="5662322"/>
            <a:chExt cx="6082022" cy="991021"/>
          </a:xfrm>
        </p:grpSpPr>
        <p:sp>
          <p:nvSpPr>
            <p:cNvPr id="98" name="Oval 97"/>
            <p:cNvSpPr/>
            <p:nvPr/>
          </p:nvSpPr>
          <p:spPr>
            <a:xfrm>
              <a:off x="1217648" y="5743812"/>
              <a:ext cx="624548" cy="62454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99" name="Group 98"/>
            <p:cNvGrpSpPr/>
            <p:nvPr/>
          </p:nvGrpSpPr>
          <p:grpSpPr>
            <a:xfrm>
              <a:off x="1371345" y="5662322"/>
              <a:ext cx="317153" cy="584971"/>
              <a:chOff x="3510757" y="2654300"/>
              <a:chExt cx="464344" cy="856457"/>
            </a:xfrm>
            <a:solidFill>
              <a:schemeClr val="bg1"/>
            </a:solidFill>
          </p:grpSpPr>
          <p:sp>
            <p:nvSpPr>
              <p:cNvPr id="103" name="AutoShape 126"/>
              <p:cNvSpPr>
                <a:spLocks/>
              </p:cNvSpPr>
              <p:nvPr/>
            </p:nvSpPr>
            <p:spPr bwMode="auto">
              <a:xfrm>
                <a:off x="3510757" y="3046413"/>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104"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sp>
          <p:nvSpPr>
            <p:cNvPr id="101" name="Rectangle 100"/>
            <p:cNvSpPr/>
            <p:nvPr/>
          </p:nvSpPr>
          <p:spPr>
            <a:xfrm>
              <a:off x="1891792" y="5699236"/>
              <a:ext cx="5407878" cy="954107"/>
            </a:xfrm>
            <a:prstGeom prst="rect">
              <a:avLst/>
            </a:prstGeom>
          </p:spPr>
          <p:txBody>
            <a:bodyPr wrap="square">
              <a:spAutoFit/>
            </a:bodyPr>
            <a:lstStyle/>
            <a:p>
              <a:pPr algn="ctr" fontAlgn="auto">
                <a:spcBef>
                  <a:spcPts val="0"/>
                </a:spcBef>
                <a:spcAft>
                  <a:spcPts val="0"/>
                </a:spcAft>
              </a:pPr>
              <a:r>
                <a:rPr lang="ar-SA" sz="2800" b="1" dirty="0"/>
                <a:t>يتيح الكتاب الإلكتروني للطالب استخدامه عدة مرات</a:t>
              </a:r>
              <a:endParaRPr lang="en-US" sz="2800" b="1" dirty="0">
                <a:solidFill>
                  <a:prstClr val="white">
                    <a:lumMod val="65000"/>
                  </a:prstClr>
                </a:solidFill>
                <a:latin typeface="Lato Light"/>
                <a:cs typeface="+mn-cs"/>
              </a:endParaRPr>
            </a:p>
          </p:txBody>
        </p:sp>
      </p:grpSp>
      <p:grpSp>
        <p:nvGrpSpPr>
          <p:cNvPr id="123" name="Group 122"/>
          <p:cNvGrpSpPr/>
          <p:nvPr/>
        </p:nvGrpSpPr>
        <p:grpSpPr>
          <a:xfrm>
            <a:off x="5888333" y="3724825"/>
            <a:ext cx="6112112" cy="653685"/>
            <a:chOff x="1187558" y="4555330"/>
            <a:chExt cx="6112112" cy="653685"/>
          </a:xfrm>
        </p:grpSpPr>
        <p:sp>
          <p:nvSpPr>
            <p:cNvPr id="124" name="Oval 123"/>
            <p:cNvSpPr/>
            <p:nvPr/>
          </p:nvSpPr>
          <p:spPr>
            <a:xfrm>
              <a:off x="1187558" y="4584467"/>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9" name="Rectangle 128"/>
            <p:cNvSpPr/>
            <p:nvPr/>
          </p:nvSpPr>
          <p:spPr>
            <a:xfrm>
              <a:off x="1897287" y="4555330"/>
              <a:ext cx="5402383" cy="523220"/>
            </a:xfrm>
            <a:prstGeom prst="rect">
              <a:avLst/>
            </a:prstGeom>
          </p:spPr>
          <p:txBody>
            <a:bodyPr wrap="square">
              <a:spAutoFit/>
            </a:bodyPr>
            <a:lstStyle/>
            <a:p>
              <a:pPr algn="ctr" fontAlgn="auto">
                <a:spcBef>
                  <a:spcPts val="0"/>
                </a:spcBef>
                <a:spcAft>
                  <a:spcPts val="0"/>
                </a:spcAft>
              </a:pPr>
              <a:r>
                <a:rPr lang="ar-SA" sz="2800" b="1" dirty="0"/>
                <a:t>لا يحتاج الكتاب الالكتروني إلى قاعات دراسية</a:t>
              </a:r>
              <a:endParaRPr lang="en-US" sz="2800" b="1" dirty="0">
                <a:solidFill>
                  <a:prstClr val="white">
                    <a:lumMod val="65000"/>
                  </a:prstClr>
                </a:solidFill>
                <a:latin typeface="Lato Light"/>
                <a:cs typeface="+mn-cs"/>
              </a:endParaRPr>
            </a:p>
          </p:txBody>
        </p:sp>
        <p:grpSp>
          <p:nvGrpSpPr>
            <p:cNvPr id="126" name="Group 125"/>
            <p:cNvGrpSpPr/>
            <p:nvPr/>
          </p:nvGrpSpPr>
          <p:grpSpPr>
            <a:xfrm>
              <a:off x="1419240" y="4579587"/>
              <a:ext cx="217941" cy="490761"/>
              <a:chOff x="3582988" y="3583782"/>
              <a:chExt cx="319088" cy="718522"/>
            </a:xfrm>
            <a:solidFill>
              <a:schemeClr val="bg1"/>
            </a:solidFill>
          </p:grpSpPr>
          <p:sp>
            <p:nvSpPr>
              <p:cNvPr id="127" name="AutoShape 113"/>
              <p:cNvSpPr>
                <a:spLocks/>
              </p:cNvSpPr>
              <p:nvPr/>
            </p:nvSpPr>
            <p:spPr bwMode="auto">
              <a:xfrm>
                <a:off x="3582988" y="3837166"/>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5C5C5C"/>
                  </a:solidFill>
                  <a:latin typeface="Lato Light"/>
                  <a:cs typeface="+mn-cs"/>
                  <a:sym typeface="Gill Sans" charset="0"/>
                </a:endParaRPr>
              </a:p>
            </p:txBody>
          </p:sp>
          <p:sp>
            <p:nvSpPr>
              <p:cNvPr id="128" name="AutoShape 114"/>
              <p:cNvSpPr>
                <a:spLocks/>
              </p:cNvSpPr>
              <p:nvPr/>
            </p:nvSpPr>
            <p:spPr bwMode="auto">
              <a:xfrm>
                <a:off x="3655219" y="3583782"/>
                <a:ext cx="94456" cy="944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5C5C5C"/>
                  </a:solidFill>
                  <a:latin typeface="Lato Light"/>
                  <a:cs typeface="+mn-cs"/>
                  <a:sym typeface="Gill Sans" charset="0"/>
                </a:endParaRPr>
              </a:p>
            </p:txBody>
          </p:sp>
        </p:grpSp>
      </p:grpSp>
      <p:sp>
        <p:nvSpPr>
          <p:cNvPr id="8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85227622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p:cTn id="7" dur="500" fill="hold"/>
                                            <p:tgtEl>
                                              <p:spTgt spid="66"/>
                                            </p:tgtEl>
                                            <p:attrNameLst>
                                              <p:attrName>ppt_w</p:attrName>
                                            </p:attrNameLst>
                                          </p:cBhvr>
                                          <p:tavLst>
                                            <p:tav tm="0">
                                              <p:val>
                                                <p:fltVal val="0"/>
                                              </p:val>
                                            </p:tav>
                                            <p:tav tm="100000">
                                              <p:val>
                                                <p:strVal val="#ppt_w"/>
                                              </p:val>
                                            </p:tav>
                                          </p:tavLst>
                                        </p:anim>
                                        <p:anim calcmode="lin" valueType="num">
                                          <p:cBhvr>
                                            <p:cTn id="8" dur="500" fill="hold"/>
                                            <p:tgtEl>
                                              <p:spTgt spid="66"/>
                                            </p:tgtEl>
                                            <p:attrNameLst>
                                              <p:attrName>ppt_h</p:attrName>
                                            </p:attrNameLst>
                                          </p:cBhvr>
                                          <p:tavLst>
                                            <p:tav tm="0">
                                              <p:val>
                                                <p:fltVal val="0"/>
                                              </p:val>
                                            </p:tav>
                                            <p:tav tm="100000">
                                              <p:val>
                                                <p:strVal val="#ppt_h"/>
                                              </p:val>
                                            </p:tav>
                                          </p:tavLst>
                                        </p:anim>
                                        <p:animEffect transition="in" filter="fade">
                                          <p:cBhvr>
                                            <p:cTn id="9" dur="500"/>
                                            <p:tgtEl>
                                              <p:spTgt spid="66"/>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64"/>
                                            </p:tgtEl>
                                            <p:attrNameLst>
                                              <p:attrName>style.visibility</p:attrName>
                                            </p:attrNameLst>
                                          </p:cBhvr>
                                          <p:to>
                                            <p:strVal val="visible"/>
                                          </p:to>
                                        </p:set>
                                        <p:anim calcmode="lin" valueType="num">
                                          <p:cBhvr>
                                            <p:cTn id="13" dur="250" fill="hold"/>
                                            <p:tgtEl>
                                              <p:spTgt spid="64"/>
                                            </p:tgtEl>
                                            <p:attrNameLst>
                                              <p:attrName>ppt_w</p:attrName>
                                            </p:attrNameLst>
                                          </p:cBhvr>
                                          <p:tavLst>
                                            <p:tav tm="0">
                                              <p:val>
                                                <p:fltVal val="0"/>
                                              </p:val>
                                            </p:tav>
                                            <p:tav tm="100000">
                                              <p:val>
                                                <p:strVal val="#ppt_w"/>
                                              </p:val>
                                            </p:tav>
                                          </p:tavLst>
                                        </p:anim>
                                        <p:anim calcmode="lin" valueType="num">
                                          <p:cBhvr>
                                            <p:cTn id="14" dur="250" fill="hold"/>
                                            <p:tgtEl>
                                              <p:spTgt spid="64"/>
                                            </p:tgtEl>
                                            <p:attrNameLst>
                                              <p:attrName>ppt_h</p:attrName>
                                            </p:attrNameLst>
                                          </p:cBhvr>
                                          <p:tavLst>
                                            <p:tav tm="0">
                                              <p:val>
                                                <p:fltVal val="0"/>
                                              </p:val>
                                            </p:tav>
                                            <p:tav tm="100000">
                                              <p:val>
                                                <p:strVal val="#ppt_h"/>
                                              </p:val>
                                            </p:tav>
                                          </p:tavLst>
                                        </p:anim>
                                        <p:animEffect transition="in" filter="fade">
                                          <p:cBhvr>
                                            <p:cTn id="15" dur="250"/>
                                            <p:tgtEl>
                                              <p:spTgt spid="64"/>
                                            </p:tgtEl>
                                          </p:cBhvr>
                                        </p:animEffect>
                                      </p:childTnLst>
                                    </p:cTn>
                                  </p:par>
                                </p:childTnLst>
                              </p:cTn>
                            </p:par>
                            <p:par>
                              <p:cTn id="16" fill="hold">
                                <p:stCondLst>
                                  <p:cond delay="750"/>
                                </p:stCondLst>
                                <p:childTnLst>
                                  <p:par>
                                    <p:cTn id="17" presetID="22" presetClass="entr" presetSubtype="4"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Effect transition="in" filter="wipe(down)">
                                          <p:cBhvr>
                                            <p:cTn id="19" dur="250"/>
                                            <p:tgtEl>
                                              <p:spTgt spid="65"/>
                                            </p:tgtEl>
                                          </p:cBhvr>
                                        </p:animEffect>
                                      </p:childTnLst>
                                    </p:cTn>
                                  </p:par>
                                </p:childTnLst>
                              </p:cTn>
                            </p:par>
                            <p:par>
                              <p:cTn id="20" fill="hold">
                                <p:stCondLst>
                                  <p:cond delay="1000"/>
                                </p:stCondLst>
                                <p:childTnLst>
                                  <p:par>
                                    <p:cTn id="21" presetID="53" presetClass="entr" presetSubtype="16" fill="hold" nodeType="afterEffect">
                                      <p:stCondLst>
                                        <p:cond delay="0"/>
                                      </p:stCondLst>
                                      <p:childTnLst>
                                        <p:set>
                                          <p:cBhvr>
                                            <p:cTn id="22" dur="1" fill="hold">
                                              <p:stCondLst>
                                                <p:cond delay="0"/>
                                              </p:stCondLst>
                                            </p:cTn>
                                            <p:tgtEl>
                                              <p:spTgt spid="72"/>
                                            </p:tgtEl>
                                            <p:attrNameLst>
                                              <p:attrName>style.visibility</p:attrName>
                                            </p:attrNameLst>
                                          </p:cBhvr>
                                          <p:to>
                                            <p:strVal val="visible"/>
                                          </p:to>
                                        </p:set>
                                        <p:anim calcmode="lin" valueType="num">
                                          <p:cBhvr>
                                            <p:cTn id="23" dur="250" fill="hold"/>
                                            <p:tgtEl>
                                              <p:spTgt spid="72"/>
                                            </p:tgtEl>
                                            <p:attrNameLst>
                                              <p:attrName>ppt_w</p:attrName>
                                            </p:attrNameLst>
                                          </p:cBhvr>
                                          <p:tavLst>
                                            <p:tav tm="0">
                                              <p:val>
                                                <p:fltVal val="0"/>
                                              </p:val>
                                            </p:tav>
                                            <p:tav tm="100000">
                                              <p:val>
                                                <p:strVal val="#ppt_w"/>
                                              </p:val>
                                            </p:tav>
                                          </p:tavLst>
                                        </p:anim>
                                        <p:anim calcmode="lin" valueType="num">
                                          <p:cBhvr>
                                            <p:cTn id="24" dur="250" fill="hold"/>
                                            <p:tgtEl>
                                              <p:spTgt spid="72"/>
                                            </p:tgtEl>
                                            <p:attrNameLst>
                                              <p:attrName>ppt_h</p:attrName>
                                            </p:attrNameLst>
                                          </p:cBhvr>
                                          <p:tavLst>
                                            <p:tav tm="0">
                                              <p:val>
                                                <p:fltVal val="0"/>
                                              </p:val>
                                            </p:tav>
                                            <p:tav tm="100000">
                                              <p:val>
                                                <p:strVal val="#ppt_h"/>
                                              </p:val>
                                            </p:tav>
                                          </p:tavLst>
                                        </p:anim>
                                        <p:animEffect transition="in" filter="fade">
                                          <p:cBhvr>
                                            <p:cTn id="25" dur="250"/>
                                            <p:tgtEl>
                                              <p:spTgt spid="72"/>
                                            </p:tgtEl>
                                          </p:cBhvr>
                                        </p:animEffect>
                                      </p:childTnLst>
                                    </p:cTn>
                                  </p:par>
                                </p:childTnLst>
                              </p:cTn>
                            </p:par>
                            <p:par>
                              <p:cTn id="26" fill="hold">
                                <p:stCondLst>
                                  <p:cond delay="1250"/>
                                </p:stCondLst>
                                <p:childTnLst>
                                  <p:par>
                                    <p:cTn id="27" presetID="53" presetClass="entr" presetSubtype="16" fill="hold" nodeType="afterEffect">
                                      <p:stCondLst>
                                        <p:cond delay="0"/>
                                      </p:stCondLst>
                                      <p:childTnLst>
                                        <p:set>
                                          <p:cBhvr>
                                            <p:cTn id="28" dur="1" fill="hold">
                                              <p:stCondLst>
                                                <p:cond delay="0"/>
                                              </p:stCondLst>
                                            </p:cTn>
                                            <p:tgtEl>
                                              <p:spTgt spid="70"/>
                                            </p:tgtEl>
                                            <p:attrNameLst>
                                              <p:attrName>style.visibility</p:attrName>
                                            </p:attrNameLst>
                                          </p:cBhvr>
                                          <p:to>
                                            <p:strVal val="visible"/>
                                          </p:to>
                                        </p:set>
                                        <p:anim calcmode="lin" valueType="num">
                                          <p:cBhvr>
                                            <p:cTn id="29" dur="250" fill="hold"/>
                                            <p:tgtEl>
                                              <p:spTgt spid="70"/>
                                            </p:tgtEl>
                                            <p:attrNameLst>
                                              <p:attrName>ppt_w</p:attrName>
                                            </p:attrNameLst>
                                          </p:cBhvr>
                                          <p:tavLst>
                                            <p:tav tm="0">
                                              <p:val>
                                                <p:fltVal val="0"/>
                                              </p:val>
                                            </p:tav>
                                            <p:tav tm="100000">
                                              <p:val>
                                                <p:strVal val="#ppt_w"/>
                                              </p:val>
                                            </p:tav>
                                          </p:tavLst>
                                        </p:anim>
                                        <p:anim calcmode="lin" valueType="num">
                                          <p:cBhvr>
                                            <p:cTn id="30" dur="250" fill="hold"/>
                                            <p:tgtEl>
                                              <p:spTgt spid="70"/>
                                            </p:tgtEl>
                                            <p:attrNameLst>
                                              <p:attrName>ppt_h</p:attrName>
                                            </p:attrNameLst>
                                          </p:cBhvr>
                                          <p:tavLst>
                                            <p:tav tm="0">
                                              <p:val>
                                                <p:fltVal val="0"/>
                                              </p:val>
                                            </p:tav>
                                            <p:tav tm="100000">
                                              <p:val>
                                                <p:strVal val="#ppt_h"/>
                                              </p:val>
                                            </p:tav>
                                          </p:tavLst>
                                        </p:anim>
                                        <p:animEffect transition="in" filter="fade">
                                          <p:cBhvr>
                                            <p:cTn id="31" dur="250"/>
                                            <p:tgtEl>
                                              <p:spTgt spid="70"/>
                                            </p:tgtEl>
                                          </p:cBhvr>
                                        </p:animEffect>
                                      </p:childTnLst>
                                    </p:cTn>
                                  </p:par>
                                </p:childTnLst>
                              </p:cTn>
                            </p:par>
                            <p:par>
                              <p:cTn id="32" fill="hold">
                                <p:stCondLst>
                                  <p:cond delay="1500"/>
                                </p:stCondLst>
                                <p:childTnLst>
                                  <p:par>
                                    <p:cTn id="33" presetID="22" presetClass="entr" presetSubtype="4" fill="hold" nodeType="afterEffect">
                                      <p:stCondLst>
                                        <p:cond delay="0"/>
                                      </p:stCondLst>
                                      <p:childTnLst>
                                        <p:set>
                                          <p:cBhvr>
                                            <p:cTn id="34" dur="1" fill="hold">
                                              <p:stCondLst>
                                                <p:cond delay="0"/>
                                              </p:stCondLst>
                                            </p:cTn>
                                            <p:tgtEl>
                                              <p:spTgt spid="67"/>
                                            </p:tgtEl>
                                            <p:attrNameLst>
                                              <p:attrName>style.visibility</p:attrName>
                                            </p:attrNameLst>
                                          </p:cBhvr>
                                          <p:to>
                                            <p:strVal val="visible"/>
                                          </p:to>
                                        </p:set>
                                        <p:animEffect transition="in" filter="wipe(down)">
                                          <p:cBhvr>
                                            <p:cTn id="35" dur="250"/>
                                            <p:tgtEl>
                                              <p:spTgt spid="67"/>
                                            </p:tgtEl>
                                          </p:cBhvr>
                                        </p:animEffect>
                                      </p:childTnLst>
                                    </p:cTn>
                                  </p:par>
                                </p:childTnLst>
                              </p:cTn>
                            </p:par>
                            <p:par>
                              <p:cTn id="36" fill="hold">
                                <p:stCondLst>
                                  <p:cond delay="1750"/>
                                </p:stCondLst>
                                <p:childTnLst>
                                  <p:par>
                                    <p:cTn id="37" presetID="53" presetClass="entr" presetSubtype="16" fill="hold" nodeType="afterEffect">
                                      <p:stCondLst>
                                        <p:cond delay="0"/>
                                      </p:stCondLst>
                                      <p:childTnLst>
                                        <p:set>
                                          <p:cBhvr>
                                            <p:cTn id="38" dur="1" fill="hold">
                                              <p:stCondLst>
                                                <p:cond delay="0"/>
                                              </p:stCondLst>
                                            </p:cTn>
                                            <p:tgtEl>
                                              <p:spTgt spid="68"/>
                                            </p:tgtEl>
                                            <p:attrNameLst>
                                              <p:attrName>style.visibility</p:attrName>
                                            </p:attrNameLst>
                                          </p:cBhvr>
                                          <p:to>
                                            <p:strVal val="visible"/>
                                          </p:to>
                                        </p:set>
                                        <p:anim calcmode="lin" valueType="num">
                                          <p:cBhvr>
                                            <p:cTn id="39" dur="250" fill="hold"/>
                                            <p:tgtEl>
                                              <p:spTgt spid="68"/>
                                            </p:tgtEl>
                                            <p:attrNameLst>
                                              <p:attrName>ppt_w</p:attrName>
                                            </p:attrNameLst>
                                          </p:cBhvr>
                                          <p:tavLst>
                                            <p:tav tm="0">
                                              <p:val>
                                                <p:fltVal val="0"/>
                                              </p:val>
                                            </p:tav>
                                            <p:tav tm="100000">
                                              <p:val>
                                                <p:strVal val="#ppt_w"/>
                                              </p:val>
                                            </p:tav>
                                          </p:tavLst>
                                        </p:anim>
                                        <p:anim calcmode="lin" valueType="num">
                                          <p:cBhvr>
                                            <p:cTn id="40" dur="250" fill="hold"/>
                                            <p:tgtEl>
                                              <p:spTgt spid="68"/>
                                            </p:tgtEl>
                                            <p:attrNameLst>
                                              <p:attrName>ppt_h</p:attrName>
                                            </p:attrNameLst>
                                          </p:cBhvr>
                                          <p:tavLst>
                                            <p:tav tm="0">
                                              <p:val>
                                                <p:fltVal val="0"/>
                                              </p:val>
                                            </p:tav>
                                            <p:tav tm="100000">
                                              <p:val>
                                                <p:strVal val="#ppt_h"/>
                                              </p:val>
                                            </p:tav>
                                          </p:tavLst>
                                        </p:anim>
                                        <p:animEffect transition="in" filter="fade">
                                          <p:cBhvr>
                                            <p:cTn id="41" dur="250"/>
                                            <p:tgtEl>
                                              <p:spTgt spid="68"/>
                                            </p:tgtEl>
                                          </p:cBhvr>
                                        </p:animEffect>
                                      </p:childTnLst>
                                    </p:cTn>
                                  </p:par>
                                </p:childTnLst>
                              </p:cTn>
                            </p:par>
                            <p:par>
                              <p:cTn id="42" fill="hold">
                                <p:stCondLst>
                                  <p:cond delay="2000"/>
                                </p:stCondLst>
                                <p:childTnLst>
                                  <p:par>
                                    <p:cTn id="43" presetID="22" presetClass="entr" presetSubtype="2" fill="hold" grpId="0" nodeType="afterEffect">
                                      <p:stCondLst>
                                        <p:cond delay="0"/>
                                      </p:stCondLst>
                                      <p:childTnLst>
                                        <p:set>
                                          <p:cBhvr>
                                            <p:cTn id="44" dur="1" fill="hold">
                                              <p:stCondLst>
                                                <p:cond delay="0"/>
                                              </p:stCondLst>
                                            </p:cTn>
                                            <p:tgtEl>
                                              <p:spTgt spid="74"/>
                                            </p:tgtEl>
                                            <p:attrNameLst>
                                              <p:attrName>style.visibility</p:attrName>
                                            </p:attrNameLst>
                                          </p:cBhvr>
                                          <p:to>
                                            <p:strVal val="visible"/>
                                          </p:to>
                                        </p:set>
                                        <p:animEffect transition="in" filter="wipe(right)">
                                          <p:cBhvr>
                                            <p:cTn id="45" dur="500"/>
                                            <p:tgtEl>
                                              <p:spTgt spid="74"/>
                                            </p:tgtEl>
                                          </p:cBhvr>
                                        </p:animEffect>
                                      </p:childTnLst>
                                    </p:cTn>
                                  </p:par>
                                </p:childTnLst>
                              </p:cTn>
                            </p:par>
                            <p:par>
                              <p:cTn id="46" fill="hold">
                                <p:stCondLst>
                                  <p:cond delay="2500"/>
                                </p:stCondLst>
                                <p:childTnLst>
                                  <p:par>
                                    <p:cTn id="47" presetID="2" presetClass="entr" presetSubtype="12" fill="hold" nodeType="afterEffect" p14:presetBounceEnd="20000">
                                      <p:stCondLst>
                                        <p:cond delay="0"/>
                                      </p:stCondLst>
                                      <p:childTnLst>
                                        <p:set>
                                          <p:cBhvr>
                                            <p:cTn id="48" dur="1" fill="hold">
                                              <p:stCondLst>
                                                <p:cond delay="0"/>
                                              </p:stCondLst>
                                            </p:cTn>
                                            <p:tgtEl>
                                              <p:spTgt spid="73"/>
                                            </p:tgtEl>
                                            <p:attrNameLst>
                                              <p:attrName>style.visibility</p:attrName>
                                            </p:attrNameLst>
                                          </p:cBhvr>
                                          <p:to>
                                            <p:strVal val="visible"/>
                                          </p:to>
                                        </p:set>
                                        <p:anim calcmode="lin" valueType="num" p14:bounceEnd="20000">
                                          <p:cBhvr additive="base">
                                            <p:cTn id="49" dur="500" fill="hold"/>
                                            <p:tgtEl>
                                              <p:spTgt spid="73"/>
                                            </p:tgtEl>
                                            <p:attrNameLst>
                                              <p:attrName>ppt_x</p:attrName>
                                            </p:attrNameLst>
                                          </p:cBhvr>
                                          <p:tavLst>
                                            <p:tav tm="0">
                                              <p:val>
                                                <p:strVal val="0-#ppt_w/2"/>
                                              </p:val>
                                            </p:tav>
                                            <p:tav tm="100000">
                                              <p:val>
                                                <p:strVal val="#ppt_x"/>
                                              </p:val>
                                            </p:tav>
                                          </p:tavLst>
                                        </p:anim>
                                        <p:anim calcmode="lin" valueType="num" p14:bounceEnd="20000">
                                          <p:cBhvr additive="base">
                                            <p:cTn id="50" dur="500" fill="hold"/>
                                            <p:tgtEl>
                                              <p:spTgt spid="73"/>
                                            </p:tgtEl>
                                            <p:attrNameLst>
                                              <p:attrName>ppt_y</p:attrName>
                                            </p:attrNameLst>
                                          </p:cBhvr>
                                          <p:tavLst>
                                            <p:tav tm="0">
                                              <p:val>
                                                <p:strVal val="1+#ppt_h/2"/>
                                              </p:val>
                                            </p:tav>
                                            <p:tav tm="100000">
                                              <p:val>
                                                <p:strVal val="#ppt_y"/>
                                              </p:val>
                                            </p:tav>
                                          </p:tavLst>
                                        </p:anim>
                                      </p:childTnLst>
                                    </p:cTn>
                                  </p:par>
                                </p:childTnLst>
                              </p:cTn>
                            </p:par>
                            <p:par>
                              <p:cTn id="51" fill="hold">
                                <p:stCondLst>
                                  <p:cond delay="3000"/>
                                </p:stCondLst>
                                <p:childTnLst>
                                  <p:par>
                                    <p:cTn id="52" presetID="2" presetClass="entr" presetSubtype="12" fill="hold" nodeType="afterEffect" p14:presetBounceEnd="20000">
                                      <p:stCondLst>
                                        <p:cond delay="0"/>
                                      </p:stCondLst>
                                      <p:childTnLst>
                                        <p:set>
                                          <p:cBhvr>
                                            <p:cTn id="53" dur="1" fill="hold">
                                              <p:stCondLst>
                                                <p:cond delay="0"/>
                                              </p:stCondLst>
                                            </p:cTn>
                                            <p:tgtEl>
                                              <p:spTgt spid="123"/>
                                            </p:tgtEl>
                                            <p:attrNameLst>
                                              <p:attrName>style.visibility</p:attrName>
                                            </p:attrNameLst>
                                          </p:cBhvr>
                                          <p:to>
                                            <p:strVal val="visible"/>
                                          </p:to>
                                        </p:set>
                                        <p:anim calcmode="lin" valueType="num" p14:bounceEnd="20000">
                                          <p:cBhvr additive="base">
                                            <p:cTn id="54" dur="500" fill="hold"/>
                                            <p:tgtEl>
                                              <p:spTgt spid="123"/>
                                            </p:tgtEl>
                                            <p:attrNameLst>
                                              <p:attrName>ppt_x</p:attrName>
                                            </p:attrNameLst>
                                          </p:cBhvr>
                                          <p:tavLst>
                                            <p:tav tm="0">
                                              <p:val>
                                                <p:strVal val="0-#ppt_w/2"/>
                                              </p:val>
                                            </p:tav>
                                            <p:tav tm="100000">
                                              <p:val>
                                                <p:strVal val="#ppt_x"/>
                                              </p:val>
                                            </p:tav>
                                          </p:tavLst>
                                        </p:anim>
                                        <p:anim calcmode="lin" valueType="num" p14:bounceEnd="20000">
                                          <p:cBhvr additive="base">
                                            <p:cTn id="55" dur="500" fill="hold"/>
                                            <p:tgtEl>
                                              <p:spTgt spid="123"/>
                                            </p:tgtEl>
                                            <p:attrNameLst>
                                              <p:attrName>ppt_y</p:attrName>
                                            </p:attrNameLst>
                                          </p:cBhvr>
                                          <p:tavLst>
                                            <p:tav tm="0">
                                              <p:val>
                                                <p:strVal val="1+#ppt_h/2"/>
                                              </p:val>
                                            </p:tav>
                                            <p:tav tm="100000">
                                              <p:val>
                                                <p:strVal val="#ppt_y"/>
                                              </p:val>
                                            </p:tav>
                                          </p:tavLst>
                                        </p:anim>
                                      </p:childTnLst>
                                    </p:cTn>
                                  </p:par>
                                </p:childTnLst>
                              </p:cTn>
                            </p:par>
                            <p:par>
                              <p:cTn id="56" fill="hold">
                                <p:stCondLst>
                                  <p:cond delay="3500"/>
                                </p:stCondLst>
                                <p:childTnLst>
                                  <p:par>
                                    <p:cTn id="57" presetID="2" presetClass="entr" presetSubtype="12" fill="hold" nodeType="afterEffect" p14:presetBounceEnd="20000">
                                      <p:stCondLst>
                                        <p:cond delay="0"/>
                                      </p:stCondLst>
                                      <p:childTnLst>
                                        <p:set>
                                          <p:cBhvr>
                                            <p:cTn id="58" dur="1" fill="hold">
                                              <p:stCondLst>
                                                <p:cond delay="0"/>
                                              </p:stCondLst>
                                            </p:cTn>
                                            <p:tgtEl>
                                              <p:spTgt spid="97"/>
                                            </p:tgtEl>
                                            <p:attrNameLst>
                                              <p:attrName>style.visibility</p:attrName>
                                            </p:attrNameLst>
                                          </p:cBhvr>
                                          <p:to>
                                            <p:strVal val="visible"/>
                                          </p:to>
                                        </p:set>
                                        <p:anim calcmode="lin" valueType="num" p14:bounceEnd="20000">
                                          <p:cBhvr additive="base">
                                            <p:cTn id="59" dur="500" fill="hold"/>
                                            <p:tgtEl>
                                              <p:spTgt spid="97"/>
                                            </p:tgtEl>
                                            <p:attrNameLst>
                                              <p:attrName>ppt_x</p:attrName>
                                            </p:attrNameLst>
                                          </p:cBhvr>
                                          <p:tavLst>
                                            <p:tav tm="0">
                                              <p:val>
                                                <p:strVal val="0-#ppt_w/2"/>
                                              </p:val>
                                            </p:tav>
                                            <p:tav tm="100000">
                                              <p:val>
                                                <p:strVal val="#ppt_x"/>
                                              </p:val>
                                            </p:tav>
                                          </p:tavLst>
                                        </p:anim>
                                        <p:anim calcmode="lin" valueType="num" p14:bounceEnd="20000">
                                          <p:cBhvr additive="base">
                                            <p:cTn id="60" dur="500" fill="hold"/>
                                            <p:tgtEl>
                                              <p:spTgt spid="9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p:cTn id="7" dur="500" fill="hold"/>
                                            <p:tgtEl>
                                              <p:spTgt spid="66"/>
                                            </p:tgtEl>
                                            <p:attrNameLst>
                                              <p:attrName>ppt_w</p:attrName>
                                            </p:attrNameLst>
                                          </p:cBhvr>
                                          <p:tavLst>
                                            <p:tav tm="0">
                                              <p:val>
                                                <p:fltVal val="0"/>
                                              </p:val>
                                            </p:tav>
                                            <p:tav tm="100000">
                                              <p:val>
                                                <p:strVal val="#ppt_w"/>
                                              </p:val>
                                            </p:tav>
                                          </p:tavLst>
                                        </p:anim>
                                        <p:anim calcmode="lin" valueType="num">
                                          <p:cBhvr>
                                            <p:cTn id="8" dur="500" fill="hold"/>
                                            <p:tgtEl>
                                              <p:spTgt spid="66"/>
                                            </p:tgtEl>
                                            <p:attrNameLst>
                                              <p:attrName>ppt_h</p:attrName>
                                            </p:attrNameLst>
                                          </p:cBhvr>
                                          <p:tavLst>
                                            <p:tav tm="0">
                                              <p:val>
                                                <p:fltVal val="0"/>
                                              </p:val>
                                            </p:tav>
                                            <p:tav tm="100000">
                                              <p:val>
                                                <p:strVal val="#ppt_h"/>
                                              </p:val>
                                            </p:tav>
                                          </p:tavLst>
                                        </p:anim>
                                        <p:animEffect transition="in" filter="fade">
                                          <p:cBhvr>
                                            <p:cTn id="9" dur="500"/>
                                            <p:tgtEl>
                                              <p:spTgt spid="66"/>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64"/>
                                            </p:tgtEl>
                                            <p:attrNameLst>
                                              <p:attrName>style.visibility</p:attrName>
                                            </p:attrNameLst>
                                          </p:cBhvr>
                                          <p:to>
                                            <p:strVal val="visible"/>
                                          </p:to>
                                        </p:set>
                                        <p:anim calcmode="lin" valueType="num">
                                          <p:cBhvr>
                                            <p:cTn id="13" dur="250" fill="hold"/>
                                            <p:tgtEl>
                                              <p:spTgt spid="64"/>
                                            </p:tgtEl>
                                            <p:attrNameLst>
                                              <p:attrName>ppt_w</p:attrName>
                                            </p:attrNameLst>
                                          </p:cBhvr>
                                          <p:tavLst>
                                            <p:tav tm="0">
                                              <p:val>
                                                <p:fltVal val="0"/>
                                              </p:val>
                                            </p:tav>
                                            <p:tav tm="100000">
                                              <p:val>
                                                <p:strVal val="#ppt_w"/>
                                              </p:val>
                                            </p:tav>
                                          </p:tavLst>
                                        </p:anim>
                                        <p:anim calcmode="lin" valueType="num">
                                          <p:cBhvr>
                                            <p:cTn id="14" dur="250" fill="hold"/>
                                            <p:tgtEl>
                                              <p:spTgt spid="64"/>
                                            </p:tgtEl>
                                            <p:attrNameLst>
                                              <p:attrName>ppt_h</p:attrName>
                                            </p:attrNameLst>
                                          </p:cBhvr>
                                          <p:tavLst>
                                            <p:tav tm="0">
                                              <p:val>
                                                <p:fltVal val="0"/>
                                              </p:val>
                                            </p:tav>
                                            <p:tav tm="100000">
                                              <p:val>
                                                <p:strVal val="#ppt_h"/>
                                              </p:val>
                                            </p:tav>
                                          </p:tavLst>
                                        </p:anim>
                                        <p:animEffect transition="in" filter="fade">
                                          <p:cBhvr>
                                            <p:cTn id="15" dur="250"/>
                                            <p:tgtEl>
                                              <p:spTgt spid="64"/>
                                            </p:tgtEl>
                                          </p:cBhvr>
                                        </p:animEffect>
                                      </p:childTnLst>
                                    </p:cTn>
                                  </p:par>
                                </p:childTnLst>
                              </p:cTn>
                            </p:par>
                            <p:par>
                              <p:cTn id="16" fill="hold">
                                <p:stCondLst>
                                  <p:cond delay="750"/>
                                </p:stCondLst>
                                <p:childTnLst>
                                  <p:par>
                                    <p:cTn id="17" presetID="22" presetClass="entr" presetSubtype="4"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Effect transition="in" filter="wipe(down)">
                                          <p:cBhvr>
                                            <p:cTn id="19" dur="250"/>
                                            <p:tgtEl>
                                              <p:spTgt spid="65"/>
                                            </p:tgtEl>
                                          </p:cBhvr>
                                        </p:animEffect>
                                      </p:childTnLst>
                                    </p:cTn>
                                  </p:par>
                                </p:childTnLst>
                              </p:cTn>
                            </p:par>
                            <p:par>
                              <p:cTn id="20" fill="hold">
                                <p:stCondLst>
                                  <p:cond delay="1000"/>
                                </p:stCondLst>
                                <p:childTnLst>
                                  <p:par>
                                    <p:cTn id="21" presetID="53" presetClass="entr" presetSubtype="16" fill="hold" nodeType="afterEffect">
                                      <p:stCondLst>
                                        <p:cond delay="0"/>
                                      </p:stCondLst>
                                      <p:childTnLst>
                                        <p:set>
                                          <p:cBhvr>
                                            <p:cTn id="22" dur="1" fill="hold">
                                              <p:stCondLst>
                                                <p:cond delay="0"/>
                                              </p:stCondLst>
                                            </p:cTn>
                                            <p:tgtEl>
                                              <p:spTgt spid="72"/>
                                            </p:tgtEl>
                                            <p:attrNameLst>
                                              <p:attrName>style.visibility</p:attrName>
                                            </p:attrNameLst>
                                          </p:cBhvr>
                                          <p:to>
                                            <p:strVal val="visible"/>
                                          </p:to>
                                        </p:set>
                                        <p:anim calcmode="lin" valueType="num">
                                          <p:cBhvr>
                                            <p:cTn id="23" dur="250" fill="hold"/>
                                            <p:tgtEl>
                                              <p:spTgt spid="72"/>
                                            </p:tgtEl>
                                            <p:attrNameLst>
                                              <p:attrName>ppt_w</p:attrName>
                                            </p:attrNameLst>
                                          </p:cBhvr>
                                          <p:tavLst>
                                            <p:tav tm="0">
                                              <p:val>
                                                <p:fltVal val="0"/>
                                              </p:val>
                                            </p:tav>
                                            <p:tav tm="100000">
                                              <p:val>
                                                <p:strVal val="#ppt_w"/>
                                              </p:val>
                                            </p:tav>
                                          </p:tavLst>
                                        </p:anim>
                                        <p:anim calcmode="lin" valueType="num">
                                          <p:cBhvr>
                                            <p:cTn id="24" dur="250" fill="hold"/>
                                            <p:tgtEl>
                                              <p:spTgt spid="72"/>
                                            </p:tgtEl>
                                            <p:attrNameLst>
                                              <p:attrName>ppt_h</p:attrName>
                                            </p:attrNameLst>
                                          </p:cBhvr>
                                          <p:tavLst>
                                            <p:tav tm="0">
                                              <p:val>
                                                <p:fltVal val="0"/>
                                              </p:val>
                                            </p:tav>
                                            <p:tav tm="100000">
                                              <p:val>
                                                <p:strVal val="#ppt_h"/>
                                              </p:val>
                                            </p:tav>
                                          </p:tavLst>
                                        </p:anim>
                                        <p:animEffect transition="in" filter="fade">
                                          <p:cBhvr>
                                            <p:cTn id="25" dur="250"/>
                                            <p:tgtEl>
                                              <p:spTgt spid="72"/>
                                            </p:tgtEl>
                                          </p:cBhvr>
                                        </p:animEffect>
                                      </p:childTnLst>
                                    </p:cTn>
                                  </p:par>
                                </p:childTnLst>
                              </p:cTn>
                            </p:par>
                            <p:par>
                              <p:cTn id="26" fill="hold">
                                <p:stCondLst>
                                  <p:cond delay="1250"/>
                                </p:stCondLst>
                                <p:childTnLst>
                                  <p:par>
                                    <p:cTn id="27" presetID="53" presetClass="entr" presetSubtype="16" fill="hold" nodeType="afterEffect">
                                      <p:stCondLst>
                                        <p:cond delay="0"/>
                                      </p:stCondLst>
                                      <p:childTnLst>
                                        <p:set>
                                          <p:cBhvr>
                                            <p:cTn id="28" dur="1" fill="hold">
                                              <p:stCondLst>
                                                <p:cond delay="0"/>
                                              </p:stCondLst>
                                            </p:cTn>
                                            <p:tgtEl>
                                              <p:spTgt spid="70"/>
                                            </p:tgtEl>
                                            <p:attrNameLst>
                                              <p:attrName>style.visibility</p:attrName>
                                            </p:attrNameLst>
                                          </p:cBhvr>
                                          <p:to>
                                            <p:strVal val="visible"/>
                                          </p:to>
                                        </p:set>
                                        <p:anim calcmode="lin" valueType="num">
                                          <p:cBhvr>
                                            <p:cTn id="29" dur="250" fill="hold"/>
                                            <p:tgtEl>
                                              <p:spTgt spid="70"/>
                                            </p:tgtEl>
                                            <p:attrNameLst>
                                              <p:attrName>ppt_w</p:attrName>
                                            </p:attrNameLst>
                                          </p:cBhvr>
                                          <p:tavLst>
                                            <p:tav tm="0">
                                              <p:val>
                                                <p:fltVal val="0"/>
                                              </p:val>
                                            </p:tav>
                                            <p:tav tm="100000">
                                              <p:val>
                                                <p:strVal val="#ppt_w"/>
                                              </p:val>
                                            </p:tav>
                                          </p:tavLst>
                                        </p:anim>
                                        <p:anim calcmode="lin" valueType="num">
                                          <p:cBhvr>
                                            <p:cTn id="30" dur="250" fill="hold"/>
                                            <p:tgtEl>
                                              <p:spTgt spid="70"/>
                                            </p:tgtEl>
                                            <p:attrNameLst>
                                              <p:attrName>ppt_h</p:attrName>
                                            </p:attrNameLst>
                                          </p:cBhvr>
                                          <p:tavLst>
                                            <p:tav tm="0">
                                              <p:val>
                                                <p:fltVal val="0"/>
                                              </p:val>
                                            </p:tav>
                                            <p:tav tm="100000">
                                              <p:val>
                                                <p:strVal val="#ppt_h"/>
                                              </p:val>
                                            </p:tav>
                                          </p:tavLst>
                                        </p:anim>
                                        <p:animEffect transition="in" filter="fade">
                                          <p:cBhvr>
                                            <p:cTn id="31" dur="250"/>
                                            <p:tgtEl>
                                              <p:spTgt spid="70"/>
                                            </p:tgtEl>
                                          </p:cBhvr>
                                        </p:animEffect>
                                      </p:childTnLst>
                                    </p:cTn>
                                  </p:par>
                                </p:childTnLst>
                              </p:cTn>
                            </p:par>
                            <p:par>
                              <p:cTn id="32" fill="hold">
                                <p:stCondLst>
                                  <p:cond delay="1500"/>
                                </p:stCondLst>
                                <p:childTnLst>
                                  <p:par>
                                    <p:cTn id="33" presetID="22" presetClass="entr" presetSubtype="4" fill="hold" nodeType="afterEffect">
                                      <p:stCondLst>
                                        <p:cond delay="0"/>
                                      </p:stCondLst>
                                      <p:childTnLst>
                                        <p:set>
                                          <p:cBhvr>
                                            <p:cTn id="34" dur="1" fill="hold">
                                              <p:stCondLst>
                                                <p:cond delay="0"/>
                                              </p:stCondLst>
                                            </p:cTn>
                                            <p:tgtEl>
                                              <p:spTgt spid="67"/>
                                            </p:tgtEl>
                                            <p:attrNameLst>
                                              <p:attrName>style.visibility</p:attrName>
                                            </p:attrNameLst>
                                          </p:cBhvr>
                                          <p:to>
                                            <p:strVal val="visible"/>
                                          </p:to>
                                        </p:set>
                                        <p:animEffect transition="in" filter="wipe(down)">
                                          <p:cBhvr>
                                            <p:cTn id="35" dur="250"/>
                                            <p:tgtEl>
                                              <p:spTgt spid="67"/>
                                            </p:tgtEl>
                                          </p:cBhvr>
                                        </p:animEffect>
                                      </p:childTnLst>
                                    </p:cTn>
                                  </p:par>
                                </p:childTnLst>
                              </p:cTn>
                            </p:par>
                            <p:par>
                              <p:cTn id="36" fill="hold">
                                <p:stCondLst>
                                  <p:cond delay="1750"/>
                                </p:stCondLst>
                                <p:childTnLst>
                                  <p:par>
                                    <p:cTn id="37" presetID="53" presetClass="entr" presetSubtype="16" fill="hold" nodeType="afterEffect">
                                      <p:stCondLst>
                                        <p:cond delay="0"/>
                                      </p:stCondLst>
                                      <p:childTnLst>
                                        <p:set>
                                          <p:cBhvr>
                                            <p:cTn id="38" dur="1" fill="hold">
                                              <p:stCondLst>
                                                <p:cond delay="0"/>
                                              </p:stCondLst>
                                            </p:cTn>
                                            <p:tgtEl>
                                              <p:spTgt spid="68"/>
                                            </p:tgtEl>
                                            <p:attrNameLst>
                                              <p:attrName>style.visibility</p:attrName>
                                            </p:attrNameLst>
                                          </p:cBhvr>
                                          <p:to>
                                            <p:strVal val="visible"/>
                                          </p:to>
                                        </p:set>
                                        <p:anim calcmode="lin" valueType="num">
                                          <p:cBhvr>
                                            <p:cTn id="39" dur="250" fill="hold"/>
                                            <p:tgtEl>
                                              <p:spTgt spid="68"/>
                                            </p:tgtEl>
                                            <p:attrNameLst>
                                              <p:attrName>ppt_w</p:attrName>
                                            </p:attrNameLst>
                                          </p:cBhvr>
                                          <p:tavLst>
                                            <p:tav tm="0">
                                              <p:val>
                                                <p:fltVal val="0"/>
                                              </p:val>
                                            </p:tav>
                                            <p:tav tm="100000">
                                              <p:val>
                                                <p:strVal val="#ppt_w"/>
                                              </p:val>
                                            </p:tav>
                                          </p:tavLst>
                                        </p:anim>
                                        <p:anim calcmode="lin" valueType="num">
                                          <p:cBhvr>
                                            <p:cTn id="40" dur="250" fill="hold"/>
                                            <p:tgtEl>
                                              <p:spTgt spid="68"/>
                                            </p:tgtEl>
                                            <p:attrNameLst>
                                              <p:attrName>ppt_h</p:attrName>
                                            </p:attrNameLst>
                                          </p:cBhvr>
                                          <p:tavLst>
                                            <p:tav tm="0">
                                              <p:val>
                                                <p:fltVal val="0"/>
                                              </p:val>
                                            </p:tav>
                                            <p:tav tm="100000">
                                              <p:val>
                                                <p:strVal val="#ppt_h"/>
                                              </p:val>
                                            </p:tav>
                                          </p:tavLst>
                                        </p:anim>
                                        <p:animEffect transition="in" filter="fade">
                                          <p:cBhvr>
                                            <p:cTn id="41" dur="250"/>
                                            <p:tgtEl>
                                              <p:spTgt spid="68"/>
                                            </p:tgtEl>
                                          </p:cBhvr>
                                        </p:animEffect>
                                      </p:childTnLst>
                                    </p:cTn>
                                  </p:par>
                                </p:childTnLst>
                              </p:cTn>
                            </p:par>
                            <p:par>
                              <p:cTn id="42" fill="hold">
                                <p:stCondLst>
                                  <p:cond delay="2000"/>
                                </p:stCondLst>
                                <p:childTnLst>
                                  <p:par>
                                    <p:cTn id="43" presetID="22" presetClass="entr" presetSubtype="2" fill="hold" grpId="0" nodeType="afterEffect">
                                      <p:stCondLst>
                                        <p:cond delay="0"/>
                                      </p:stCondLst>
                                      <p:childTnLst>
                                        <p:set>
                                          <p:cBhvr>
                                            <p:cTn id="44" dur="1" fill="hold">
                                              <p:stCondLst>
                                                <p:cond delay="0"/>
                                              </p:stCondLst>
                                            </p:cTn>
                                            <p:tgtEl>
                                              <p:spTgt spid="74"/>
                                            </p:tgtEl>
                                            <p:attrNameLst>
                                              <p:attrName>style.visibility</p:attrName>
                                            </p:attrNameLst>
                                          </p:cBhvr>
                                          <p:to>
                                            <p:strVal val="visible"/>
                                          </p:to>
                                        </p:set>
                                        <p:animEffect transition="in" filter="wipe(right)">
                                          <p:cBhvr>
                                            <p:cTn id="45" dur="500"/>
                                            <p:tgtEl>
                                              <p:spTgt spid="74"/>
                                            </p:tgtEl>
                                          </p:cBhvr>
                                        </p:animEffect>
                                      </p:childTnLst>
                                    </p:cTn>
                                  </p:par>
                                </p:childTnLst>
                              </p:cTn>
                            </p:par>
                            <p:par>
                              <p:cTn id="46" fill="hold">
                                <p:stCondLst>
                                  <p:cond delay="2500"/>
                                </p:stCondLst>
                                <p:childTnLst>
                                  <p:par>
                                    <p:cTn id="47" presetID="2" presetClass="entr" presetSubtype="12" fill="hold" nodeType="afterEffect">
                                      <p:stCondLst>
                                        <p:cond delay="0"/>
                                      </p:stCondLst>
                                      <p:childTnLst>
                                        <p:set>
                                          <p:cBhvr>
                                            <p:cTn id="48" dur="1" fill="hold">
                                              <p:stCondLst>
                                                <p:cond delay="0"/>
                                              </p:stCondLst>
                                            </p:cTn>
                                            <p:tgtEl>
                                              <p:spTgt spid="73"/>
                                            </p:tgtEl>
                                            <p:attrNameLst>
                                              <p:attrName>style.visibility</p:attrName>
                                            </p:attrNameLst>
                                          </p:cBhvr>
                                          <p:to>
                                            <p:strVal val="visible"/>
                                          </p:to>
                                        </p:set>
                                        <p:anim calcmode="lin" valueType="num">
                                          <p:cBhvr additive="base">
                                            <p:cTn id="49" dur="500" fill="hold"/>
                                            <p:tgtEl>
                                              <p:spTgt spid="73"/>
                                            </p:tgtEl>
                                            <p:attrNameLst>
                                              <p:attrName>ppt_x</p:attrName>
                                            </p:attrNameLst>
                                          </p:cBhvr>
                                          <p:tavLst>
                                            <p:tav tm="0">
                                              <p:val>
                                                <p:strVal val="0-#ppt_w/2"/>
                                              </p:val>
                                            </p:tav>
                                            <p:tav tm="100000">
                                              <p:val>
                                                <p:strVal val="#ppt_x"/>
                                              </p:val>
                                            </p:tav>
                                          </p:tavLst>
                                        </p:anim>
                                        <p:anim calcmode="lin" valueType="num">
                                          <p:cBhvr additive="base">
                                            <p:cTn id="50" dur="500" fill="hold"/>
                                            <p:tgtEl>
                                              <p:spTgt spid="73"/>
                                            </p:tgtEl>
                                            <p:attrNameLst>
                                              <p:attrName>ppt_y</p:attrName>
                                            </p:attrNameLst>
                                          </p:cBhvr>
                                          <p:tavLst>
                                            <p:tav tm="0">
                                              <p:val>
                                                <p:strVal val="1+#ppt_h/2"/>
                                              </p:val>
                                            </p:tav>
                                            <p:tav tm="100000">
                                              <p:val>
                                                <p:strVal val="#ppt_y"/>
                                              </p:val>
                                            </p:tav>
                                          </p:tavLst>
                                        </p:anim>
                                      </p:childTnLst>
                                    </p:cTn>
                                  </p:par>
                                </p:childTnLst>
                              </p:cTn>
                            </p:par>
                            <p:par>
                              <p:cTn id="51" fill="hold">
                                <p:stCondLst>
                                  <p:cond delay="3000"/>
                                </p:stCondLst>
                                <p:childTnLst>
                                  <p:par>
                                    <p:cTn id="52" presetID="2" presetClass="entr" presetSubtype="12" fill="hold" nodeType="afterEffect">
                                      <p:stCondLst>
                                        <p:cond delay="0"/>
                                      </p:stCondLst>
                                      <p:childTnLst>
                                        <p:set>
                                          <p:cBhvr>
                                            <p:cTn id="53" dur="1" fill="hold">
                                              <p:stCondLst>
                                                <p:cond delay="0"/>
                                              </p:stCondLst>
                                            </p:cTn>
                                            <p:tgtEl>
                                              <p:spTgt spid="123"/>
                                            </p:tgtEl>
                                            <p:attrNameLst>
                                              <p:attrName>style.visibility</p:attrName>
                                            </p:attrNameLst>
                                          </p:cBhvr>
                                          <p:to>
                                            <p:strVal val="visible"/>
                                          </p:to>
                                        </p:set>
                                        <p:anim calcmode="lin" valueType="num">
                                          <p:cBhvr additive="base">
                                            <p:cTn id="54" dur="500" fill="hold"/>
                                            <p:tgtEl>
                                              <p:spTgt spid="123"/>
                                            </p:tgtEl>
                                            <p:attrNameLst>
                                              <p:attrName>ppt_x</p:attrName>
                                            </p:attrNameLst>
                                          </p:cBhvr>
                                          <p:tavLst>
                                            <p:tav tm="0">
                                              <p:val>
                                                <p:strVal val="0-#ppt_w/2"/>
                                              </p:val>
                                            </p:tav>
                                            <p:tav tm="100000">
                                              <p:val>
                                                <p:strVal val="#ppt_x"/>
                                              </p:val>
                                            </p:tav>
                                          </p:tavLst>
                                        </p:anim>
                                        <p:anim calcmode="lin" valueType="num">
                                          <p:cBhvr additive="base">
                                            <p:cTn id="55" dur="500" fill="hold"/>
                                            <p:tgtEl>
                                              <p:spTgt spid="123"/>
                                            </p:tgtEl>
                                            <p:attrNameLst>
                                              <p:attrName>ppt_y</p:attrName>
                                            </p:attrNameLst>
                                          </p:cBhvr>
                                          <p:tavLst>
                                            <p:tav tm="0">
                                              <p:val>
                                                <p:strVal val="1+#ppt_h/2"/>
                                              </p:val>
                                            </p:tav>
                                            <p:tav tm="100000">
                                              <p:val>
                                                <p:strVal val="#ppt_y"/>
                                              </p:val>
                                            </p:tav>
                                          </p:tavLst>
                                        </p:anim>
                                      </p:childTnLst>
                                    </p:cTn>
                                  </p:par>
                                </p:childTnLst>
                              </p:cTn>
                            </p:par>
                            <p:par>
                              <p:cTn id="56" fill="hold">
                                <p:stCondLst>
                                  <p:cond delay="3500"/>
                                </p:stCondLst>
                                <p:childTnLst>
                                  <p:par>
                                    <p:cTn id="57" presetID="2" presetClass="entr" presetSubtype="12" fill="hold" nodeType="afterEffect">
                                      <p:stCondLst>
                                        <p:cond delay="0"/>
                                      </p:stCondLst>
                                      <p:childTnLst>
                                        <p:set>
                                          <p:cBhvr>
                                            <p:cTn id="58" dur="1" fill="hold">
                                              <p:stCondLst>
                                                <p:cond delay="0"/>
                                              </p:stCondLst>
                                            </p:cTn>
                                            <p:tgtEl>
                                              <p:spTgt spid="97"/>
                                            </p:tgtEl>
                                            <p:attrNameLst>
                                              <p:attrName>style.visibility</p:attrName>
                                            </p:attrNameLst>
                                          </p:cBhvr>
                                          <p:to>
                                            <p:strVal val="visible"/>
                                          </p:to>
                                        </p:set>
                                        <p:anim calcmode="lin" valueType="num">
                                          <p:cBhvr additive="base">
                                            <p:cTn id="59" dur="500" fill="hold"/>
                                            <p:tgtEl>
                                              <p:spTgt spid="97"/>
                                            </p:tgtEl>
                                            <p:attrNameLst>
                                              <p:attrName>ppt_x</p:attrName>
                                            </p:attrNameLst>
                                          </p:cBhvr>
                                          <p:tavLst>
                                            <p:tav tm="0">
                                              <p:val>
                                                <p:strVal val="0-#ppt_w/2"/>
                                              </p:val>
                                            </p:tav>
                                            <p:tav tm="100000">
                                              <p:val>
                                                <p:strVal val="#ppt_x"/>
                                              </p:val>
                                            </p:tav>
                                          </p:tavLst>
                                        </p:anim>
                                        <p:anim calcmode="lin" valueType="num">
                                          <p:cBhvr additive="base">
                                            <p:cTn id="60" dur="500" fill="hold"/>
                                            <p:tgtEl>
                                              <p:spTgt spid="9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Lst>
      </p:timing>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 name="Group 71"/>
          <p:cNvGrpSpPr/>
          <p:nvPr/>
        </p:nvGrpSpPr>
        <p:grpSpPr>
          <a:xfrm>
            <a:off x="830258" y="3348548"/>
            <a:ext cx="3226955" cy="2249920"/>
            <a:chOff x="3412101" y="3132431"/>
            <a:chExt cx="3549650" cy="2474912"/>
          </a:xfrm>
        </p:grpSpPr>
        <p:sp>
          <p:nvSpPr>
            <p:cNvPr id="9" name="Freeform 8"/>
            <p:cNvSpPr>
              <a:spLocks/>
            </p:cNvSpPr>
            <p:nvPr/>
          </p:nvSpPr>
          <p:spPr bwMode="auto">
            <a:xfrm>
              <a:off x="3412101" y="4086518"/>
              <a:ext cx="3549650" cy="1454150"/>
            </a:xfrm>
            <a:custGeom>
              <a:avLst/>
              <a:gdLst>
                <a:gd name="T0" fmla="*/ 944 w 944"/>
                <a:gd name="T1" fmla="*/ 93 h 387"/>
                <a:gd name="T2" fmla="*/ 886 w 944"/>
                <a:gd name="T3" fmla="*/ 66 h 387"/>
                <a:gd name="T4" fmla="*/ 88 w 944"/>
                <a:gd name="T5" fmla="*/ 0 h 387"/>
                <a:gd name="T6" fmla="*/ 45 w 944"/>
                <a:gd name="T7" fmla="*/ 112 h 387"/>
                <a:gd name="T8" fmla="*/ 469 w 944"/>
                <a:gd name="T9" fmla="*/ 387 h 387"/>
                <a:gd name="T10" fmla="*/ 944 w 944"/>
                <a:gd name="T11" fmla="*/ 93 h 387"/>
              </a:gdLst>
              <a:ahLst/>
              <a:cxnLst>
                <a:cxn ang="0">
                  <a:pos x="T0" y="T1"/>
                </a:cxn>
                <a:cxn ang="0">
                  <a:pos x="T2" y="T3"/>
                </a:cxn>
                <a:cxn ang="0">
                  <a:pos x="T4" y="T5"/>
                </a:cxn>
                <a:cxn ang="0">
                  <a:pos x="T6" y="T7"/>
                </a:cxn>
                <a:cxn ang="0">
                  <a:pos x="T8" y="T9"/>
                </a:cxn>
                <a:cxn ang="0">
                  <a:pos x="T10" y="T11"/>
                </a:cxn>
              </a:cxnLst>
              <a:rect l="0" t="0" r="r" b="b"/>
              <a:pathLst>
                <a:path w="944" h="387">
                  <a:moveTo>
                    <a:pt x="944" y="93"/>
                  </a:moveTo>
                  <a:cubicBezTo>
                    <a:pt x="886" y="66"/>
                    <a:pt x="886" y="66"/>
                    <a:pt x="886" y="66"/>
                  </a:cubicBezTo>
                  <a:cubicBezTo>
                    <a:pt x="88" y="0"/>
                    <a:pt x="88" y="0"/>
                    <a:pt x="88" y="0"/>
                  </a:cubicBezTo>
                  <a:cubicBezTo>
                    <a:pt x="88" y="0"/>
                    <a:pt x="0" y="38"/>
                    <a:pt x="45" y="112"/>
                  </a:cubicBezTo>
                  <a:cubicBezTo>
                    <a:pt x="107" y="211"/>
                    <a:pt x="469" y="387"/>
                    <a:pt x="469" y="387"/>
                  </a:cubicBezTo>
                  <a:lnTo>
                    <a:pt x="944" y="93"/>
                  </a:lnTo>
                  <a:close/>
                </a:path>
              </a:pathLst>
            </a:custGeom>
            <a:solidFill>
              <a:schemeClr val="accent3">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0" name="Freeform 9"/>
            <p:cNvSpPr>
              <a:spLocks/>
            </p:cNvSpPr>
            <p:nvPr/>
          </p:nvSpPr>
          <p:spPr bwMode="auto">
            <a:xfrm>
              <a:off x="3793101" y="3969043"/>
              <a:ext cx="3082925" cy="1398588"/>
            </a:xfrm>
            <a:custGeom>
              <a:avLst/>
              <a:gdLst>
                <a:gd name="T0" fmla="*/ 1942 w 1942"/>
                <a:gd name="T1" fmla="*/ 34 h 881"/>
                <a:gd name="T2" fmla="*/ 1942 w 1942"/>
                <a:gd name="T3" fmla="*/ 266 h 881"/>
                <a:gd name="T4" fmla="*/ 871 w 1942"/>
                <a:gd name="T5" fmla="*/ 881 h 881"/>
                <a:gd name="T6" fmla="*/ 4 w 1942"/>
                <a:gd name="T7" fmla="*/ 398 h 881"/>
                <a:gd name="T8" fmla="*/ 0 w 1942"/>
                <a:gd name="T9" fmla="*/ 133 h 881"/>
                <a:gd name="T10" fmla="*/ 893 w 1942"/>
                <a:gd name="T11" fmla="*/ 606 h 881"/>
                <a:gd name="T12" fmla="*/ 1937 w 1942"/>
                <a:gd name="T13" fmla="*/ 0 h 881"/>
                <a:gd name="T14" fmla="*/ 1942 w 1942"/>
                <a:gd name="T15" fmla="*/ 34 h 8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2" h="881">
                  <a:moveTo>
                    <a:pt x="1942" y="34"/>
                  </a:moveTo>
                  <a:lnTo>
                    <a:pt x="1942" y="266"/>
                  </a:lnTo>
                  <a:lnTo>
                    <a:pt x="871" y="881"/>
                  </a:lnTo>
                  <a:lnTo>
                    <a:pt x="4" y="398"/>
                  </a:lnTo>
                  <a:lnTo>
                    <a:pt x="0" y="133"/>
                  </a:lnTo>
                  <a:lnTo>
                    <a:pt x="893" y="606"/>
                  </a:lnTo>
                  <a:lnTo>
                    <a:pt x="1937" y="0"/>
                  </a:lnTo>
                  <a:lnTo>
                    <a:pt x="1942" y="34"/>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1" name="Freeform 10"/>
            <p:cNvSpPr>
              <a:spLocks/>
            </p:cNvSpPr>
            <p:nvPr/>
          </p:nvSpPr>
          <p:spPr bwMode="auto">
            <a:xfrm>
              <a:off x="3626413" y="3132431"/>
              <a:ext cx="3335338" cy="1735138"/>
            </a:xfrm>
            <a:custGeom>
              <a:avLst/>
              <a:gdLst>
                <a:gd name="T0" fmla="*/ 887 w 887"/>
                <a:gd name="T1" fmla="*/ 194 h 462"/>
                <a:gd name="T2" fmla="*/ 413 w 887"/>
                <a:gd name="T3" fmla="*/ 462 h 462"/>
                <a:gd name="T4" fmla="*/ 0 w 887"/>
                <a:gd name="T5" fmla="*/ 250 h 462"/>
                <a:gd name="T6" fmla="*/ 13 w 887"/>
                <a:gd name="T7" fmla="*/ 244 h 462"/>
                <a:gd name="T8" fmla="*/ 460 w 887"/>
                <a:gd name="T9" fmla="*/ 18 h 462"/>
                <a:gd name="T10" fmla="*/ 517 w 887"/>
                <a:gd name="T11" fmla="*/ 10 h 462"/>
                <a:gd name="T12" fmla="*/ 887 w 887"/>
                <a:gd name="T13" fmla="*/ 194 h 462"/>
              </a:gdLst>
              <a:ahLst/>
              <a:cxnLst>
                <a:cxn ang="0">
                  <a:pos x="T0" y="T1"/>
                </a:cxn>
                <a:cxn ang="0">
                  <a:pos x="T2" y="T3"/>
                </a:cxn>
                <a:cxn ang="0">
                  <a:pos x="T4" y="T5"/>
                </a:cxn>
                <a:cxn ang="0">
                  <a:pos x="T6" y="T7"/>
                </a:cxn>
                <a:cxn ang="0">
                  <a:pos x="T8" y="T9"/>
                </a:cxn>
                <a:cxn ang="0">
                  <a:pos x="T10" y="T11"/>
                </a:cxn>
                <a:cxn ang="0">
                  <a:pos x="T12" y="T13"/>
                </a:cxn>
              </a:cxnLst>
              <a:rect l="0" t="0" r="r" b="b"/>
              <a:pathLst>
                <a:path w="887" h="462">
                  <a:moveTo>
                    <a:pt x="887" y="194"/>
                  </a:moveTo>
                  <a:cubicBezTo>
                    <a:pt x="413" y="462"/>
                    <a:pt x="413" y="462"/>
                    <a:pt x="413" y="462"/>
                  </a:cubicBezTo>
                  <a:cubicBezTo>
                    <a:pt x="0" y="250"/>
                    <a:pt x="0" y="250"/>
                    <a:pt x="0" y="250"/>
                  </a:cubicBezTo>
                  <a:cubicBezTo>
                    <a:pt x="13" y="244"/>
                    <a:pt x="13" y="244"/>
                    <a:pt x="13" y="244"/>
                  </a:cubicBezTo>
                  <a:cubicBezTo>
                    <a:pt x="460" y="18"/>
                    <a:pt x="460" y="18"/>
                    <a:pt x="460" y="18"/>
                  </a:cubicBezTo>
                  <a:cubicBezTo>
                    <a:pt x="460" y="18"/>
                    <a:pt x="491" y="0"/>
                    <a:pt x="517" y="10"/>
                  </a:cubicBezTo>
                  <a:cubicBezTo>
                    <a:pt x="544" y="20"/>
                    <a:pt x="887" y="194"/>
                    <a:pt x="887" y="19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2" name="Freeform 11"/>
            <p:cNvSpPr>
              <a:spLocks/>
            </p:cNvSpPr>
            <p:nvPr/>
          </p:nvSpPr>
          <p:spPr bwMode="auto">
            <a:xfrm>
              <a:off x="5180576" y="3861093"/>
              <a:ext cx="1781175" cy="1157288"/>
            </a:xfrm>
            <a:custGeom>
              <a:avLst/>
              <a:gdLst>
                <a:gd name="T0" fmla="*/ 0 w 1122"/>
                <a:gd name="T1" fmla="*/ 634 h 729"/>
                <a:gd name="T2" fmla="*/ 1122 w 1122"/>
                <a:gd name="T3" fmla="*/ 0 h 729"/>
                <a:gd name="T4" fmla="*/ 1122 w 1122"/>
                <a:gd name="T5" fmla="*/ 87 h 729"/>
                <a:gd name="T6" fmla="*/ 0 w 1122"/>
                <a:gd name="T7" fmla="*/ 729 h 729"/>
                <a:gd name="T8" fmla="*/ 0 w 1122"/>
                <a:gd name="T9" fmla="*/ 634 h 729"/>
              </a:gdLst>
              <a:ahLst/>
              <a:cxnLst>
                <a:cxn ang="0">
                  <a:pos x="T0" y="T1"/>
                </a:cxn>
                <a:cxn ang="0">
                  <a:pos x="T2" y="T3"/>
                </a:cxn>
                <a:cxn ang="0">
                  <a:pos x="T4" y="T5"/>
                </a:cxn>
                <a:cxn ang="0">
                  <a:pos x="T6" y="T7"/>
                </a:cxn>
                <a:cxn ang="0">
                  <a:pos x="T8" y="T9"/>
                </a:cxn>
              </a:cxnLst>
              <a:rect l="0" t="0" r="r" b="b"/>
              <a:pathLst>
                <a:path w="1122" h="729">
                  <a:moveTo>
                    <a:pt x="0" y="634"/>
                  </a:moveTo>
                  <a:lnTo>
                    <a:pt x="1122" y="0"/>
                  </a:lnTo>
                  <a:lnTo>
                    <a:pt x="1122" y="87"/>
                  </a:lnTo>
                  <a:lnTo>
                    <a:pt x="0" y="729"/>
                  </a:lnTo>
                  <a:lnTo>
                    <a:pt x="0" y="634"/>
                  </a:lnTo>
                  <a:close/>
                </a:path>
              </a:pathLst>
            </a:custGeom>
            <a:solidFill>
              <a:schemeClr val="accent3">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3" name="Freeform 12"/>
            <p:cNvSpPr>
              <a:spLocks/>
            </p:cNvSpPr>
            <p:nvPr/>
          </p:nvSpPr>
          <p:spPr bwMode="auto">
            <a:xfrm>
              <a:off x="5180576" y="3861093"/>
              <a:ext cx="1781175" cy="1157288"/>
            </a:xfrm>
            <a:custGeom>
              <a:avLst/>
              <a:gdLst>
                <a:gd name="T0" fmla="*/ 0 w 1122"/>
                <a:gd name="T1" fmla="*/ 634 h 729"/>
                <a:gd name="T2" fmla="*/ 1122 w 1122"/>
                <a:gd name="T3" fmla="*/ 0 h 729"/>
                <a:gd name="T4" fmla="*/ 1122 w 1122"/>
                <a:gd name="T5" fmla="*/ 87 h 729"/>
                <a:gd name="T6" fmla="*/ 0 w 1122"/>
                <a:gd name="T7" fmla="*/ 729 h 729"/>
                <a:gd name="T8" fmla="*/ 0 w 1122"/>
                <a:gd name="T9" fmla="*/ 634 h 729"/>
              </a:gdLst>
              <a:ahLst/>
              <a:cxnLst>
                <a:cxn ang="0">
                  <a:pos x="T0" y="T1"/>
                </a:cxn>
                <a:cxn ang="0">
                  <a:pos x="T2" y="T3"/>
                </a:cxn>
                <a:cxn ang="0">
                  <a:pos x="T4" y="T5"/>
                </a:cxn>
                <a:cxn ang="0">
                  <a:pos x="T6" y="T7"/>
                </a:cxn>
                <a:cxn ang="0">
                  <a:pos x="T8" y="T9"/>
                </a:cxn>
              </a:cxnLst>
              <a:rect l="0" t="0" r="r" b="b"/>
              <a:pathLst>
                <a:path w="1122" h="729">
                  <a:moveTo>
                    <a:pt x="0" y="634"/>
                  </a:moveTo>
                  <a:lnTo>
                    <a:pt x="1122" y="0"/>
                  </a:lnTo>
                  <a:lnTo>
                    <a:pt x="1122" y="87"/>
                  </a:lnTo>
                  <a:lnTo>
                    <a:pt x="0" y="729"/>
                  </a:lnTo>
                  <a:lnTo>
                    <a:pt x="0" y="6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4" name="Freeform 13"/>
            <p:cNvSpPr>
              <a:spLocks/>
            </p:cNvSpPr>
            <p:nvPr/>
          </p:nvSpPr>
          <p:spPr bwMode="auto">
            <a:xfrm>
              <a:off x="5180576" y="4435768"/>
              <a:ext cx="1781175" cy="1171575"/>
            </a:xfrm>
            <a:custGeom>
              <a:avLst/>
              <a:gdLst>
                <a:gd name="T0" fmla="*/ 1122 w 1122"/>
                <a:gd name="T1" fmla="*/ 0 h 738"/>
                <a:gd name="T2" fmla="*/ 1122 w 1122"/>
                <a:gd name="T3" fmla="*/ 78 h 738"/>
                <a:gd name="T4" fmla="*/ 0 w 1122"/>
                <a:gd name="T5" fmla="*/ 738 h 738"/>
                <a:gd name="T6" fmla="*/ 0 w 1122"/>
                <a:gd name="T7" fmla="*/ 656 h 738"/>
                <a:gd name="T8" fmla="*/ 1122 w 1122"/>
                <a:gd name="T9" fmla="*/ 0 h 738"/>
              </a:gdLst>
              <a:ahLst/>
              <a:cxnLst>
                <a:cxn ang="0">
                  <a:pos x="T0" y="T1"/>
                </a:cxn>
                <a:cxn ang="0">
                  <a:pos x="T2" y="T3"/>
                </a:cxn>
                <a:cxn ang="0">
                  <a:pos x="T4" y="T5"/>
                </a:cxn>
                <a:cxn ang="0">
                  <a:pos x="T6" y="T7"/>
                </a:cxn>
                <a:cxn ang="0">
                  <a:pos x="T8" y="T9"/>
                </a:cxn>
              </a:cxnLst>
              <a:rect l="0" t="0" r="r" b="b"/>
              <a:pathLst>
                <a:path w="1122" h="738">
                  <a:moveTo>
                    <a:pt x="1122" y="0"/>
                  </a:moveTo>
                  <a:lnTo>
                    <a:pt x="1122" y="78"/>
                  </a:lnTo>
                  <a:lnTo>
                    <a:pt x="0" y="738"/>
                  </a:lnTo>
                  <a:lnTo>
                    <a:pt x="0" y="656"/>
                  </a:lnTo>
                  <a:lnTo>
                    <a:pt x="1122" y="0"/>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5" name="Freeform 14"/>
            <p:cNvSpPr>
              <a:spLocks/>
            </p:cNvSpPr>
            <p:nvPr/>
          </p:nvSpPr>
          <p:spPr bwMode="auto">
            <a:xfrm>
              <a:off x="3488301" y="4010318"/>
              <a:ext cx="1695450" cy="1597025"/>
            </a:xfrm>
            <a:custGeom>
              <a:avLst/>
              <a:gdLst>
                <a:gd name="T0" fmla="*/ 451 w 451"/>
                <a:gd name="T1" fmla="*/ 268 h 425"/>
                <a:gd name="T2" fmla="*/ 87 w 451"/>
                <a:gd name="T3" fmla="*/ 52 h 425"/>
                <a:gd name="T4" fmla="*/ 31 w 451"/>
                <a:gd name="T5" fmla="*/ 66 h 425"/>
                <a:gd name="T6" fmla="*/ 79 w 451"/>
                <a:gd name="T7" fmla="*/ 182 h 425"/>
                <a:gd name="T8" fmla="*/ 450 w 451"/>
                <a:gd name="T9" fmla="*/ 390 h 425"/>
                <a:gd name="T10" fmla="*/ 450 w 451"/>
                <a:gd name="T11" fmla="*/ 425 h 425"/>
                <a:gd name="T12" fmla="*/ 70 w 451"/>
                <a:gd name="T13" fmla="*/ 206 h 425"/>
                <a:gd name="T14" fmla="*/ 2 w 451"/>
                <a:gd name="T15" fmla="*/ 89 h 425"/>
                <a:gd name="T16" fmla="*/ 79 w 451"/>
                <a:gd name="T17" fmla="*/ 15 h 425"/>
                <a:gd name="T18" fmla="*/ 450 w 451"/>
                <a:gd name="T19" fmla="*/ 228 h 425"/>
                <a:gd name="T20" fmla="*/ 451 w 451"/>
                <a:gd name="T21" fmla="*/ 268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1" h="425">
                  <a:moveTo>
                    <a:pt x="451" y="268"/>
                  </a:moveTo>
                  <a:cubicBezTo>
                    <a:pt x="87" y="52"/>
                    <a:pt x="87" y="52"/>
                    <a:pt x="87" y="52"/>
                  </a:cubicBezTo>
                  <a:cubicBezTo>
                    <a:pt x="87" y="52"/>
                    <a:pt x="46" y="27"/>
                    <a:pt x="31" y="66"/>
                  </a:cubicBezTo>
                  <a:cubicBezTo>
                    <a:pt x="15" y="106"/>
                    <a:pt x="50" y="163"/>
                    <a:pt x="79" y="182"/>
                  </a:cubicBezTo>
                  <a:cubicBezTo>
                    <a:pt x="450" y="390"/>
                    <a:pt x="450" y="390"/>
                    <a:pt x="450" y="390"/>
                  </a:cubicBezTo>
                  <a:cubicBezTo>
                    <a:pt x="450" y="425"/>
                    <a:pt x="450" y="425"/>
                    <a:pt x="450" y="425"/>
                  </a:cubicBezTo>
                  <a:cubicBezTo>
                    <a:pt x="70" y="206"/>
                    <a:pt x="70" y="206"/>
                    <a:pt x="70" y="206"/>
                  </a:cubicBezTo>
                  <a:cubicBezTo>
                    <a:pt x="70" y="206"/>
                    <a:pt x="0" y="155"/>
                    <a:pt x="2" y="89"/>
                  </a:cubicBezTo>
                  <a:cubicBezTo>
                    <a:pt x="5" y="24"/>
                    <a:pt x="49" y="0"/>
                    <a:pt x="79" y="15"/>
                  </a:cubicBezTo>
                  <a:cubicBezTo>
                    <a:pt x="450" y="228"/>
                    <a:pt x="450" y="228"/>
                    <a:pt x="450" y="228"/>
                  </a:cubicBezTo>
                  <a:cubicBezTo>
                    <a:pt x="451" y="268"/>
                    <a:pt x="451" y="268"/>
                    <a:pt x="451" y="268"/>
                  </a:cubicBezTo>
                </a:path>
              </a:pathLst>
            </a:custGeom>
            <a:solidFill>
              <a:schemeClr val="accent3">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6" name="Group 65"/>
          <p:cNvGrpSpPr/>
          <p:nvPr/>
        </p:nvGrpSpPr>
        <p:grpSpPr>
          <a:xfrm>
            <a:off x="3199963" y="4871105"/>
            <a:ext cx="2043545" cy="1408546"/>
            <a:chOff x="6018776" y="4807243"/>
            <a:chExt cx="2247900" cy="1549401"/>
          </a:xfrm>
        </p:grpSpPr>
        <p:sp>
          <p:nvSpPr>
            <p:cNvPr id="18" name="Freeform 17"/>
            <p:cNvSpPr>
              <a:spLocks/>
            </p:cNvSpPr>
            <p:nvPr/>
          </p:nvSpPr>
          <p:spPr bwMode="auto">
            <a:xfrm>
              <a:off x="6037826" y="5356518"/>
              <a:ext cx="2228850" cy="958850"/>
            </a:xfrm>
            <a:custGeom>
              <a:avLst/>
              <a:gdLst>
                <a:gd name="T0" fmla="*/ 0 w 593"/>
                <a:gd name="T1" fmla="*/ 83 h 255"/>
                <a:gd name="T2" fmla="*/ 36 w 593"/>
                <a:gd name="T3" fmla="*/ 64 h 255"/>
                <a:gd name="T4" fmla="*/ 536 w 593"/>
                <a:gd name="T5" fmla="*/ 0 h 255"/>
                <a:gd name="T6" fmla="*/ 566 w 593"/>
                <a:gd name="T7" fmla="*/ 69 h 255"/>
                <a:gd name="T8" fmla="*/ 308 w 593"/>
                <a:gd name="T9" fmla="*/ 255 h 255"/>
                <a:gd name="T10" fmla="*/ 0 w 593"/>
                <a:gd name="T11" fmla="*/ 83 h 255"/>
              </a:gdLst>
              <a:ahLst/>
              <a:cxnLst>
                <a:cxn ang="0">
                  <a:pos x="T0" y="T1"/>
                </a:cxn>
                <a:cxn ang="0">
                  <a:pos x="T2" y="T3"/>
                </a:cxn>
                <a:cxn ang="0">
                  <a:pos x="T4" y="T5"/>
                </a:cxn>
                <a:cxn ang="0">
                  <a:pos x="T6" y="T7"/>
                </a:cxn>
                <a:cxn ang="0">
                  <a:pos x="T8" y="T9"/>
                </a:cxn>
                <a:cxn ang="0">
                  <a:pos x="T10" y="T11"/>
                </a:cxn>
              </a:cxnLst>
              <a:rect l="0" t="0" r="r" b="b"/>
              <a:pathLst>
                <a:path w="593" h="255">
                  <a:moveTo>
                    <a:pt x="0" y="83"/>
                  </a:moveTo>
                  <a:cubicBezTo>
                    <a:pt x="36" y="64"/>
                    <a:pt x="36" y="64"/>
                    <a:pt x="36" y="64"/>
                  </a:cubicBezTo>
                  <a:cubicBezTo>
                    <a:pt x="536" y="0"/>
                    <a:pt x="536" y="0"/>
                    <a:pt x="536" y="0"/>
                  </a:cubicBezTo>
                  <a:cubicBezTo>
                    <a:pt x="536" y="0"/>
                    <a:pt x="593" y="22"/>
                    <a:pt x="566" y="69"/>
                  </a:cubicBezTo>
                  <a:cubicBezTo>
                    <a:pt x="530" y="133"/>
                    <a:pt x="308" y="255"/>
                    <a:pt x="308" y="255"/>
                  </a:cubicBezTo>
                  <a:lnTo>
                    <a:pt x="0" y="83"/>
                  </a:lnTo>
                  <a:close/>
                </a:path>
              </a:pathLst>
            </a:custGeom>
            <a:solidFill>
              <a:schemeClr val="accent1">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19" name="Freeform 18"/>
            <p:cNvSpPr>
              <a:spLocks/>
            </p:cNvSpPr>
            <p:nvPr/>
          </p:nvSpPr>
          <p:spPr bwMode="auto">
            <a:xfrm>
              <a:off x="6082276" y="5375568"/>
              <a:ext cx="1951038" cy="825500"/>
            </a:xfrm>
            <a:custGeom>
              <a:avLst/>
              <a:gdLst>
                <a:gd name="T0" fmla="*/ 0 w 1229"/>
                <a:gd name="T1" fmla="*/ 19 h 520"/>
                <a:gd name="T2" fmla="*/ 5 w 1229"/>
                <a:gd name="T3" fmla="*/ 165 h 520"/>
                <a:gd name="T4" fmla="*/ 696 w 1229"/>
                <a:gd name="T5" fmla="*/ 520 h 520"/>
                <a:gd name="T6" fmla="*/ 1229 w 1229"/>
                <a:gd name="T7" fmla="*/ 194 h 520"/>
                <a:gd name="T8" fmla="*/ 1225 w 1229"/>
                <a:gd name="T9" fmla="*/ 26 h 520"/>
                <a:gd name="T10" fmla="*/ 675 w 1229"/>
                <a:gd name="T11" fmla="*/ 350 h 520"/>
                <a:gd name="T12" fmla="*/ 0 w 1229"/>
                <a:gd name="T13" fmla="*/ 0 h 520"/>
                <a:gd name="T14" fmla="*/ 0 w 1229"/>
                <a:gd name="T15" fmla="*/ 19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9" h="520">
                  <a:moveTo>
                    <a:pt x="0" y="19"/>
                  </a:moveTo>
                  <a:lnTo>
                    <a:pt x="5" y="165"/>
                  </a:lnTo>
                  <a:lnTo>
                    <a:pt x="696" y="520"/>
                  </a:lnTo>
                  <a:lnTo>
                    <a:pt x="1229" y="194"/>
                  </a:lnTo>
                  <a:lnTo>
                    <a:pt x="1225" y="26"/>
                  </a:lnTo>
                  <a:lnTo>
                    <a:pt x="675" y="350"/>
                  </a:lnTo>
                  <a:lnTo>
                    <a:pt x="0" y="0"/>
                  </a:lnTo>
                  <a:lnTo>
                    <a:pt x="0" y="19"/>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0" name="Freeform 19"/>
            <p:cNvSpPr>
              <a:spLocks/>
            </p:cNvSpPr>
            <p:nvPr/>
          </p:nvSpPr>
          <p:spPr bwMode="auto">
            <a:xfrm>
              <a:off x="6018776" y="4807243"/>
              <a:ext cx="2109788" cy="1082675"/>
            </a:xfrm>
            <a:custGeom>
              <a:avLst/>
              <a:gdLst>
                <a:gd name="T0" fmla="*/ 0 w 561"/>
                <a:gd name="T1" fmla="*/ 133 h 288"/>
                <a:gd name="T2" fmla="*/ 307 w 561"/>
                <a:gd name="T3" fmla="*/ 288 h 288"/>
                <a:gd name="T4" fmla="*/ 561 w 561"/>
                <a:gd name="T5" fmla="*/ 143 h 288"/>
                <a:gd name="T6" fmla="*/ 552 w 561"/>
                <a:gd name="T7" fmla="*/ 139 h 288"/>
                <a:gd name="T8" fmla="*/ 265 w 561"/>
                <a:gd name="T9" fmla="*/ 10 h 288"/>
                <a:gd name="T10" fmla="*/ 228 w 561"/>
                <a:gd name="T11" fmla="*/ 6 h 288"/>
                <a:gd name="T12" fmla="*/ 0 w 561"/>
                <a:gd name="T13" fmla="*/ 133 h 288"/>
              </a:gdLst>
              <a:ahLst/>
              <a:cxnLst>
                <a:cxn ang="0">
                  <a:pos x="T0" y="T1"/>
                </a:cxn>
                <a:cxn ang="0">
                  <a:pos x="T2" y="T3"/>
                </a:cxn>
                <a:cxn ang="0">
                  <a:pos x="T4" y="T5"/>
                </a:cxn>
                <a:cxn ang="0">
                  <a:pos x="T6" y="T7"/>
                </a:cxn>
                <a:cxn ang="0">
                  <a:pos x="T8" y="T9"/>
                </a:cxn>
                <a:cxn ang="0">
                  <a:pos x="T10" y="T11"/>
                </a:cxn>
                <a:cxn ang="0">
                  <a:pos x="T12" y="T13"/>
                </a:cxn>
              </a:cxnLst>
              <a:rect l="0" t="0" r="r" b="b"/>
              <a:pathLst>
                <a:path w="561" h="288">
                  <a:moveTo>
                    <a:pt x="0" y="133"/>
                  </a:moveTo>
                  <a:cubicBezTo>
                    <a:pt x="307" y="288"/>
                    <a:pt x="307" y="288"/>
                    <a:pt x="307" y="288"/>
                  </a:cubicBezTo>
                  <a:cubicBezTo>
                    <a:pt x="561" y="143"/>
                    <a:pt x="561" y="143"/>
                    <a:pt x="561" y="143"/>
                  </a:cubicBezTo>
                  <a:cubicBezTo>
                    <a:pt x="552" y="139"/>
                    <a:pt x="552" y="139"/>
                    <a:pt x="552" y="139"/>
                  </a:cubicBezTo>
                  <a:cubicBezTo>
                    <a:pt x="265" y="10"/>
                    <a:pt x="265" y="10"/>
                    <a:pt x="265" y="10"/>
                  </a:cubicBezTo>
                  <a:cubicBezTo>
                    <a:pt x="265" y="10"/>
                    <a:pt x="245" y="0"/>
                    <a:pt x="228" y="6"/>
                  </a:cubicBezTo>
                  <a:cubicBezTo>
                    <a:pt x="211" y="13"/>
                    <a:pt x="0" y="133"/>
                    <a:pt x="0" y="13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1" name="Freeform 20"/>
            <p:cNvSpPr>
              <a:spLocks/>
            </p:cNvSpPr>
            <p:nvPr/>
          </p:nvSpPr>
          <p:spPr bwMode="auto">
            <a:xfrm>
              <a:off x="6018776" y="5307306"/>
              <a:ext cx="1157288" cy="676275"/>
            </a:xfrm>
            <a:custGeom>
              <a:avLst/>
              <a:gdLst>
                <a:gd name="T0" fmla="*/ 727 w 729"/>
                <a:gd name="T1" fmla="*/ 367 h 426"/>
                <a:gd name="T2" fmla="*/ 0 w 729"/>
                <a:gd name="T3" fmla="*/ 0 h 426"/>
                <a:gd name="T4" fmla="*/ 5 w 729"/>
                <a:gd name="T5" fmla="*/ 55 h 426"/>
                <a:gd name="T6" fmla="*/ 729 w 729"/>
                <a:gd name="T7" fmla="*/ 426 h 426"/>
                <a:gd name="T8" fmla="*/ 727 w 729"/>
                <a:gd name="T9" fmla="*/ 367 h 426"/>
              </a:gdLst>
              <a:ahLst/>
              <a:cxnLst>
                <a:cxn ang="0">
                  <a:pos x="T0" y="T1"/>
                </a:cxn>
                <a:cxn ang="0">
                  <a:pos x="T2" y="T3"/>
                </a:cxn>
                <a:cxn ang="0">
                  <a:pos x="T4" y="T5"/>
                </a:cxn>
                <a:cxn ang="0">
                  <a:pos x="T6" y="T7"/>
                </a:cxn>
                <a:cxn ang="0">
                  <a:pos x="T8" y="T9"/>
                </a:cxn>
              </a:cxnLst>
              <a:rect l="0" t="0" r="r" b="b"/>
              <a:pathLst>
                <a:path w="729" h="426">
                  <a:moveTo>
                    <a:pt x="727" y="367"/>
                  </a:moveTo>
                  <a:lnTo>
                    <a:pt x="0" y="0"/>
                  </a:lnTo>
                  <a:lnTo>
                    <a:pt x="5" y="55"/>
                  </a:lnTo>
                  <a:lnTo>
                    <a:pt x="729" y="426"/>
                  </a:lnTo>
                  <a:lnTo>
                    <a:pt x="727" y="367"/>
                  </a:lnTo>
                  <a:close/>
                </a:path>
              </a:pathLst>
            </a:custGeom>
            <a:solidFill>
              <a:schemeClr val="accent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2" name="Freeform 21"/>
            <p:cNvSpPr>
              <a:spLocks/>
            </p:cNvSpPr>
            <p:nvPr/>
          </p:nvSpPr>
          <p:spPr bwMode="auto">
            <a:xfrm>
              <a:off x="6037826" y="5667668"/>
              <a:ext cx="1154113" cy="688975"/>
            </a:xfrm>
            <a:custGeom>
              <a:avLst/>
              <a:gdLst>
                <a:gd name="T0" fmla="*/ 0 w 727"/>
                <a:gd name="T1" fmla="*/ 0 h 434"/>
                <a:gd name="T2" fmla="*/ 2 w 727"/>
                <a:gd name="T3" fmla="*/ 50 h 434"/>
                <a:gd name="T4" fmla="*/ 727 w 727"/>
                <a:gd name="T5" fmla="*/ 434 h 434"/>
                <a:gd name="T6" fmla="*/ 724 w 727"/>
                <a:gd name="T7" fmla="*/ 381 h 434"/>
                <a:gd name="T8" fmla="*/ 0 w 727"/>
                <a:gd name="T9" fmla="*/ 0 h 434"/>
              </a:gdLst>
              <a:ahLst/>
              <a:cxnLst>
                <a:cxn ang="0">
                  <a:pos x="T0" y="T1"/>
                </a:cxn>
                <a:cxn ang="0">
                  <a:pos x="T2" y="T3"/>
                </a:cxn>
                <a:cxn ang="0">
                  <a:pos x="T4" y="T5"/>
                </a:cxn>
                <a:cxn ang="0">
                  <a:pos x="T6" y="T7"/>
                </a:cxn>
                <a:cxn ang="0">
                  <a:pos x="T8" y="T9"/>
                </a:cxn>
              </a:cxnLst>
              <a:rect l="0" t="0" r="r" b="b"/>
              <a:pathLst>
                <a:path w="727" h="434">
                  <a:moveTo>
                    <a:pt x="0" y="0"/>
                  </a:moveTo>
                  <a:lnTo>
                    <a:pt x="2" y="50"/>
                  </a:lnTo>
                  <a:lnTo>
                    <a:pt x="727" y="434"/>
                  </a:lnTo>
                  <a:lnTo>
                    <a:pt x="724" y="381"/>
                  </a:lnTo>
                  <a:lnTo>
                    <a:pt x="0" y="0"/>
                  </a:lnTo>
                  <a:close/>
                </a:path>
              </a:pathLst>
            </a:custGeom>
            <a:solidFill>
              <a:schemeClr val="accent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3" name="Freeform 22"/>
            <p:cNvSpPr>
              <a:spLocks/>
            </p:cNvSpPr>
            <p:nvPr/>
          </p:nvSpPr>
          <p:spPr bwMode="auto">
            <a:xfrm>
              <a:off x="7172888" y="5307306"/>
              <a:ext cx="1055688" cy="1049338"/>
            </a:xfrm>
            <a:custGeom>
              <a:avLst/>
              <a:gdLst>
                <a:gd name="T0" fmla="*/ 0 w 281"/>
                <a:gd name="T1" fmla="*/ 180 h 279"/>
                <a:gd name="T2" fmla="*/ 223 w 281"/>
                <a:gd name="T3" fmla="*/ 34 h 279"/>
                <a:gd name="T4" fmla="*/ 259 w 281"/>
                <a:gd name="T5" fmla="*/ 41 h 279"/>
                <a:gd name="T6" fmla="*/ 232 w 281"/>
                <a:gd name="T7" fmla="*/ 115 h 279"/>
                <a:gd name="T8" fmla="*/ 4 w 281"/>
                <a:gd name="T9" fmla="*/ 257 h 279"/>
                <a:gd name="T10" fmla="*/ 5 w 281"/>
                <a:gd name="T11" fmla="*/ 279 h 279"/>
                <a:gd name="T12" fmla="*/ 238 w 281"/>
                <a:gd name="T13" fmla="*/ 130 h 279"/>
                <a:gd name="T14" fmla="*/ 278 w 281"/>
                <a:gd name="T15" fmla="*/ 55 h 279"/>
                <a:gd name="T16" fmla="*/ 227 w 281"/>
                <a:gd name="T17" fmla="*/ 10 h 279"/>
                <a:gd name="T18" fmla="*/ 0 w 281"/>
                <a:gd name="T19" fmla="*/ 155 h 279"/>
                <a:gd name="T20" fmla="*/ 0 w 281"/>
                <a:gd name="T21" fmla="*/ 18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1" h="279">
                  <a:moveTo>
                    <a:pt x="0" y="180"/>
                  </a:moveTo>
                  <a:cubicBezTo>
                    <a:pt x="223" y="34"/>
                    <a:pt x="223" y="34"/>
                    <a:pt x="223" y="34"/>
                  </a:cubicBezTo>
                  <a:cubicBezTo>
                    <a:pt x="223" y="34"/>
                    <a:pt x="248" y="17"/>
                    <a:pt x="259" y="41"/>
                  </a:cubicBezTo>
                  <a:cubicBezTo>
                    <a:pt x="270" y="66"/>
                    <a:pt x="250" y="102"/>
                    <a:pt x="232" y="115"/>
                  </a:cubicBezTo>
                  <a:cubicBezTo>
                    <a:pt x="4" y="257"/>
                    <a:pt x="4" y="257"/>
                    <a:pt x="4" y="257"/>
                  </a:cubicBezTo>
                  <a:cubicBezTo>
                    <a:pt x="5" y="279"/>
                    <a:pt x="5" y="279"/>
                    <a:pt x="5" y="279"/>
                  </a:cubicBezTo>
                  <a:cubicBezTo>
                    <a:pt x="238" y="130"/>
                    <a:pt x="238" y="130"/>
                    <a:pt x="238" y="130"/>
                  </a:cubicBezTo>
                  <a:cubicBezTo>
                    <a:pt x="238" y="130"/>
                    <a:pt x="281" y="96"/>
                    <a:pt x="278" y="55"/>
                  </a:cubicBezTo>
                  <a:cubicBezTo>
                    <a:pt x="274" y="14"/>
                    <a:pt x="246" y="0"/>
                    <a:pt x="227" y="10"/>
                  </a:cubicBezTo>
                  <a:cubicBezTo>
                    <a:pt x="0" y="155"/>
                    <a:pt x="0" y="155"/>
                    <a:pt x="0" y="155"/>
                  </a:cubicBezTo>
                  <a:lnTo>
                    <a:pt x="0" y="180"/>
                  </a:lnTo>
                  <a:close/>
                </a:path>
              </a:pathLst>
            </a:custGeom>
            <a:solidFill>
              <a:schemeClr val="accent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8" name="Group 67"/>
          <p:cNvGrpSpPr/>
          <p:nvPr/>
        </p:nvGrpSpPr>
        <p:grpSpPr>
          <a:xfrm>
            <a:off x="2700622" y="1540042"/>
            <a:ext cx="1870364" cy="1274529"/>
            <a:chOff x="5469501" y="1143074"/>
            <a:chExt cx="2057400" cy="1401982"/>
          </a:xfrm>
        </p:grpSpPr>
        <p:sp>
          <p:nvSpPr>
            <p:cNvPr id="6" name="Freeform 5"/>
            <p:cNvSpPr>
              <a:spLocks/>
            </p:cNvSpPr>
            <p:nvPr/>
          </p:nvSpPr>
          <p:spPr bwMode="auto">
            <a:xfrm>
              <a:off x="5947338" y="1579856"/>
              <a:ext cx="25400" cy="55563"/>
            </a:xfrm>
            <a:custGeom>
              <a:avLst/>
              <a:gdLst>
                <a:gd name="T0" fmla="*/ 3 w 7"/>
                <a:gd name="T1" fmla="*/ 0 h 15"/>
                <a:gd name="T2" fmla="*/ 5 w 7"/>
                <a:gd name="T3" fmla="*/ 3 h 15"/>
                <a:gd name="T4" fmla="*/ 7 w 7"/>
                <a:gd name="T5" fmla="*/ 15 h 15"/>
                <a:gd name="T6" fmla="*/ 3 w 7"/>
                <a:gd name="T7" fmla="*/ 0 h 15"/>
              </a:gdLst>
              <a:ahLst/>
              <a:cxnLst>
                <a:cxn ang="0">
                  <a:pos x="T0" y="T1"/>
                </a:cxn>
                <a:cxn ang="0">
                  <a:pos x="T2" y="T3"/>
                </a:cxn>
                <a:cxn ang="0">
                  <a:pos x="T4" y="T5"/>
                </a:cxn>
                <a:cxn ang="0">
                  <a:pos x="T6" y="T7"/>
                </a:cxn>
              </a:cxnLst>
              <a:rect l="0" t="0" r="r" b="b"/>
              <a:pathLst>
                <a:path w="7" h="15">
                  <a:moveTo>
                    <a:pt x="3" y="0"/>
                  </a:moveTo>
                  <a:cubicBezTo>
                    <a:pt x="3" y="1"/>
                    <a:pt x="4" y="2"/>
                    <a:pt x="5" y="3"/>
                  </a:cubicBezTo>
                  <a:cubicBezTo>
                    <a:pt x="5" y="7"/>
                    <a:pt x="6" y="11"/>
                    <a:pt x="7" y="15"/>
                  </a:cubicBezTo>
                  <a:cubicBezTo>
                    <a:pt x="0" y="11"/>
                    <a:pt x="0" y="8"/>
                    <a:pt x="3" y="0"/>
                  </a:cubicBezTo>
                </a:path>
              </a:pathLst>
            </a:custGeom>
            <a:solidFill>
              <a:srgbClr val="4159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7" name="Freeform 6"/>
            <p:cNvSpPr>
              <a:spLocks/>
            </p:cNvSpPr>
            <p:nvPr/>
          </p:nvSpPr>
          <p:spPr bwMode="auto">
            <a:xfrm>
              <a:off x="5969563" y="1651293"/>
              <a:ext cx="22225" cy="33338"/>
            </a:xfrm>
            <a:custGeom>
              <a:avLst/>
              <a:gdLst>
                <a:gd name="T0" fmla="*/ 1 w 6"/>
                <a:gd name="T1" fmla="*/ 0 h 9"/>
                <a:gd name="T2" fmla="*/ 5 w 6"/>
                <a:gd name="T3" fmla="*/ 9 h 9"/>
                <a:gd name="T4" fmla="*/ 1 w 6"/>
                <a:gd name="T5" fmla="*/ 0 h 9"/>
              </a:gdLst>
              <a:ahLst/>
              <a:cxnLst>
                <a:cxn ang="0">
                  <a:pos x="T0" y="T1"/>
                </a:cxn>
                <a:cxn ang="0">
                  <a:pos x="T2" y="T3"/>
                </a:cxn>
                <a:cxn ang="0">
                  <a:pos x="T4" y="T5"/>
                </a:cxn>
              </a:cxnLst>
              <a:rect l="0" t="0" r="r" b="b"/>
              <a:pathLst>
                <a:path w="6" h="9">
                  <a:moveTo>
                    <a:pt x="1" y="0"/>
                  </a:moveTo>
                  <a:cubicBezTo>
                    <a:pt x="6" y="1"/>
                    <a:pt x="5" y="5"/>
                    <a:pt x="5" y="9"/>
                  </a:cubicBezTo>
                  <a:cubicBezTo>
                    <a:pt x="0" y="7"/>
                    <a:pt x="1" y="3"/>
                    <a:pt x="1" y="0"/>
                  </a:cubicBezTo>
                  <a:close/>
                </a:path>
              </a:pathLst>
            </a:custGeom>
            <a:solidFill>
              <a:srgbClr val="4159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8" name="Freeform 7"/>
            <p:cNvSpPr>
              <a:spLocks/>
            </p:cNvSpPr>
            <p:nvPr/>
          </p:nvSpPr>
          <p:spPr bwMode="auto">
            <a:xfrm>
              <a:off x="5961626" y="1530643"/>
              <a:ext cx="15875" cy="11113"/>
            </a:xfrm>
            <a:custGeom>
              <a:avLst/>
              <a:gdLst>
                <a:gd name="T0" fmla="*/ 2 w 4"/>
                <a:gd name="T1" fmla="*/ 3 h 3"/>
                <a:gd name="T2" fmla="*/ 0 w 4"/>
                <a:gd name="T3" fmla="*/ 2 h 3"/>
                <a:gd name="T4" fmla="*/ 3 w 4"/>
                <a:gd name="T5" fmla="*/ 0 h 3"/>
                <a:gd name="T6" fmla="*/ 4 w 4"/>
                <a:gd name="T7" fmla="*/ 1 h 3"/>
                <a:gd name="T8" fmla="*/ 2 w 4"/>
                <a:gd name="T9" fmla="*/ 3 h 3"/>
              </a:gdLst>
              <a:ahLst/>
              <a:cxnLst>
                <a:cxn ang="0">
                  <a:pos x="T0" y="T1"/>
                </a:cxn>
                <a:cxn ang="0">
                  <a:pos x="T2" y="T3"/>
                </a:cxn>
                <a:cxn ang="0">
                  <a:pos x="T4" y="T5"/>
                </a:cxn>
                <a:cxn ang="0">
                  <a:pos x="T6" y="T7"/>
                </a:cxn>
                <a:cxn ang="0">
                  <a:pos x="T8" y="T9"/>
                </a:cxn>
              </a:cxnLst>
              <a:rect l="0" t="0" r="r" b="b"/>
              <a:pathLst>
                <a:path w="4" h="3">
                  <a:moveTo>
                    <a:pt x="2" y="3"/>
                  </a:moveTo>
                  <a:cubicBezTo>
                    <a:pt x="1" y="3"/>
                    <a:pt x="0" y="2"/>
                    <a:pt x="0" y="2"/>
                  </a:cubicBezTo>
                  <a:cubicBezTo>
                    <a:pt x="0" y="0"/>
                    <a:pt x="2" y="0"/>
                    <a:pt x="3" y="0"/>
                  </a:cubicBezTo>
                  <a:cubicBezTo>
                    <a:pt x="3" y="0"/>
                    <a:pt x="4" y="1"/>
                    <a:pt x="4" y="1"/>
                  </a:cubicBezTo>
                  <a:cubicBezTo>
                    <a:pt x="4" y="3"/>
                    <a:pt x="3" y="3"/>
                    <a:pt x="2" y="3"/>
                  </a:cubicBezTo>
                </a:path>
              </a:pathLst>
            </a:custGeom>
            <a:solidFill>
              <a:srgbClr val="6577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5" name="Freeform 24"/>
            <p:cNvSpPr>
              <a:spLocks/>
            </p:cNvSpPr>
            <p:nvPr/>
          </p:nvSpPr>
          <p:spPr bwMode="auto">
            <a:xfrm>
              <a:off x="5483788" y="1632243"/>
              <a:ext cx="2043113" cy="871538"/>
            </a:xfrm>
            <a:custGeom>
              <a:avLst/>
              <a:gdLst>
                <a:gd name="T0" fmla="*/ 0 w 543"/>
                <a:gd name="T1" fmla="*/ 75 h 232"/>
                <a:gd name="T2" fmla="*/ 33 w 543"/>
                <a:gd name="T3" fmla="*/ 58 h 232"/>
                <a:gd name="T4" fmla="*/ 491 w 543"/>
                <a:gd name="T5" fmla="*/ 0 h 232"/>
                <a:gd name="T6" fmla="*/ 518 w 543"/>
                <a:gd name="T7" fmla="*/ 63 h 232"/>
                <a:gd name="T8" fmla="*/ 282 w 543"/>
                <a:gd name="T9" fmla="*/ 232 h 232"/>
                <a:gd name="T10" fmla="*/ 0 w 543"/>
                <a:gd name="T11" fmla="*/ 75 h 232"/>
              </a:gdLst>
              <a:ahLst/>
              <a:cxnLst>
                <a:cxn ang="0">
                  <a:pos x="T0" y="T1"/>
                </a:cxn>
                <a:cxn ang="0">
                  <a:pos x="T2" y="T3"/>
                </a:cxn>
                <a:cxn ang="0">
                  <a:pos x="T4" y="T5"/>
                </a:cxn>
                <a:cxn ang="0">
                  <a:pos x="T6" y="T7"/>
                </a:cxn>
                <a:cxn ang="0">
                  <a:pos x="T8" y="T9"/>
                </a:cxn>
                <a:cxn ang="0">
                  <a:pos x="T10" y="T11"/>
                </a:cxn>
              </a:cxnLst>
              <a:rect l="0" t="0" r="r" b="b"/>
              <a:pathLst>
                <a:path w="543" h="232">
                  <a:moveTo>
                    <a:pt x="0" y="75"/>
                  </a:moveTo>
                  <a:cubicBezTo>
                    <a:pt x="33" y="58"/>
                    <a:pt x="33" y="58"/>
                    <a:pt x="33" y="58"/>
                  </a:cubicBezTo>
                  <a:cubicBezTo>
                    <a:pt x="491" y="0"/>
                    <a:pt x="491" y="0"/>
                    <a:pt x="491" y="0"/>
                  </a:cubicBezTo>
                  <a:cubicBezTo>
                    <a:pt x="491" y="0"/>
                    <a:pt x="543" y="19"/>
                    <a:pt x="518" y="63"/>
                  </a:cubicBezTo>
                  <a:cubicBezTo>
                    <a:pt x="485" y="121"/>
                    <a:pt x="282" y="232"/>
                    <a:pt x="282" y="232"/>
                  </a:cubicBezTo>
                  <a:lnTo>
                    <a:pt x="0" y="75"/>
                  </a:lnTo>
                  <a:close/>
                </a:path>
              </a:pathLst>
            </a:custGeom>
            <a:solidFill>
              <a:schemeClr val="accent5">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6" name="Freeform 25"/>
            <p:cNvSpPr>
              <a:spLocks/>
            </p:cNvSpPr>
            <p:nvPr/>
          </p:nvSpPr>
          <p:spPr bwMode="auto">
            <a:xfrm>
              <a:off x="5526651" y="1648118"/>
              <a:ext cx="1785938" cy="758825"/>
            </a:xfrm>
            <a:custGeom>
              <a:avLst/>
              <a:gdLst>
                <a:gd name="T0" fmla="*/ 0 w 1125"/>
                <a:gd name="T1" fmla="*/ 18 h 478"/>
                <a:gd name="T2" fmla="*/ 7 w 1125"/>
                <a:gd name="T3" fmla="*/ 151 h 478"/>
                <a:gd name="T4" fmla="*/ 639 w 1125"/>
                <a:gd name="T5" fmla="*/ 478 h 478"/>
                <a:gd name="T6" fmla="*/ 1125 w 1125"/>
                <a:gd name="T7" fmla="*/ 177 h 478"/>
                <a:gd name="T8" fmla="*/ 1120 w 1125"/>
                <a:gd name="T9" fmla="*/ 23 h 478"/>
                <a:gd name="T10" fmla="*/ 618 w 1125"/>
                <a:gd name="T11" fmla="*/ 319 h 478"/>
                <a:gd name="T12" fmla="*/ 2 w 1125"/>
                <a:gd name="T13" fmla="*/ 0 h 478"/>
                <a:gd name="T14" fmla="*/ 0 w 1125"/>
                <a:gd name="T15" fmla="*/ 18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5" h="478">
                  <a:moveTo>
                    <a:pt x="0" y="18"/>
                  </a:moveTo>
                  <a:lnTo>
                    <a:pt x="7" y="151"/>
                  </a:lnTo>
                  <a:lnTo>
                    <a:pt x="639" y="478"/>
                  </a:lnTo>
                  <a:lnTo>
                    <a:pt x="1125" y="177"/>
                  </a:lnTo>
                  <a:lnTo>
                    <a:pt x="1120" y="23"/>
                  </a:lnTo>
                  <a:lnTo>
                    <a:pt x="618" y="319"/>
                  </a:lnTo>
                  <a:lnTo>
                    <a:pt x="2" y="0"/>
                  </a:lnTo>
                  <a:lnTo>
                    <a:pt x="0" y="18"/>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7" name="Freeform 26"/>
            <p:cNvSpPr>
              <a:spLocks/>
            </p:cNvSpPr>
            <p:nvPr/>
          </p:nvSpPr>
          <p:spPr bwMode="auto">
            <a:xfrm>
              <a:off x="5469501" y="1143074"/>
              <a:ext cx="1925638" cy="987425"/>
            </a:xfrm>
            <a:custGeom>
              <a:avLst/>
              <a:gdLst>
                <a:gd name="T0" fmla="*/ 0 w 512"/>
                <a:gd name="T1" fmla="*/ 121 h 263"/>
                <a:gd name="T2" fmla="*/ 280 w 512"/>
                <a:gd name="T3" fmla="*/ 263 h 263"/>
                <a:gd name="T4" fmla="*/ 512 w 512"/>
                <a:gd name="T5" fmla="*/ 131 h 263"/>
                <a:gd name="T6" fmla="*/ 505 w 512"/>
                <a:gd name="T7" fmla="*/ 127 h 263"/>
                <a:gd name="T8" fmla="*/ 242 w 512"/>
                <a:gd name="T9" fmla="*/ 9 h 263"/>
                <a:gd name="T10" fmla="*/ 208 w 512"/>
                <a:gd name="T11" fmla="*/ 6 h 263"/>
                <a:gd name="T12" fmla="*/ 0 w 512"/>
                <a:gd name="T13" fmla="*/ 121 h 263"/>
              </a:gdLst>
              <a:ahLst/>
              <a:cxnLst>
                <a:cxn ang="0">
                  <a:pos x="T0" y="T1"/>
                </a:cxn>
                <a:cxn ang="0">
                  <a:pos x="T2" y="T3"/>
                </a:cxn>
                <a:cxn ang="0">
                  <a:pos x="T4" y="T5"/>
                </a:cxn>
                <a:cxn ang="0">
                  <a:pos x="T6" y="T7"/>
                </a:cxn>
                <a:cxn ang="0">
                  <a:pos x="T8" y="T9"/>
                </a:cxn>
                <a:cxn ang="0">
                  <a:pos x="T10" y="T11"/>
                </a:cxn>
                <a:cxn ang="0">
                  <a:pos x="T12" y="T13"/>
                </a:cxn>
              </a:cxnLst>
              <a:rect l="0" t="0" r="r" b="b"/>
              <a:pathLst>
                <a:path w="512" h="263">
                  <a:moveTo>
                    <a:pt x="0" y="121"/>
                  </a:moveTo>
                  <a:cubicBezTo>
                    <a:pt x="280" y="263"/>
                    <a:pt x="280" y="263"/>
                    <a:pt x="280" y="263"/>
                  </a:cubicBezTo>
                  <a:cubicBezTo>
                    <a:pt x="512" y="131"/>
                    <a:pt x="512" y="131"/>
                    <a:pt x="512" y="131"/>
                  </a:cubicBezTo>
                  <a:cubicBezTo>
                    <a:pt x="505" y="127"/>
                    <a:pt x="505" y="127"/>
                    <a:pt x="505" y="127"/>
                  </a:cubicBezTo>
                  <a:cubicBezTo>
                    <a:pt x="242" y="9"/>
                    <a:pt x="242" y="9"/>
                    <a:pt x="242" y="9"/>
                  </a:cubicBezTo>
                  <a:cubicBezTo>
                    <a:pt x="242" y="9"/>
                    <a:pt x="224" y="0"/>
                    <a:pt x="208" y="6"/>
                  </a:cubicBezTo>
                  <a:cubicBezTo>
                    <a:pt x="193" y="12"/>
                    <a:pt x="0" y="121"/>
                    <a:pt x="0" y="121"/>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8" name="Freeform 27"/>
            <p:cNvSpPr>
              <a:spLocks/>
            </p:cNvSpPr>
            <p:nvPr/>
          </p:nvSpPr>
          <p:spPr bwMode="auto">
            <a:xfrm>
              <a:off x="5469501" y="1583031"/>
              <a:ext cx="1057275" cy="620713"/>
            </a:xfrm>
            <a:custGeom>
              <a:avLst/>
              <a:gdLst>
                <a:gd name="T0" fmla="*/ 663 w 666"/>
                <a:gd name="T1" fmla="*/ 336 h 391"/>
                <a:gd name="T2" fmla="*/ 0 w 666"/>
                <a:gd name="T3" fmla="*/ 0 h 391"/>
                <a:gd name="T4" fmla="*/ 2 w 666"/>
                <a:gd name="T5" fmla="*/ 52 h 391"/>
                <a:gd name="T6" fmla="*/ 666 w 666"/>
                <a:gd name="T7" fmla="*/ 391 h 391"/>
                <a:gd name="T8" fmla="*/ 663 w 666"/>
                <a:gd name="T9" fmla="*/ 336 h 391"/>
              </a:gdLst>
              <a:ahLst/>
              <a:cxnLst>
                <a:cxn ang="0">
                  <a:pos x="T0" y="T1"/>
                </a:cxn>
                <a:cxn ang="0">
                  <a:pos x="T2" y="T3"/>
                </a:cxn>
                <a:cxn ang="0">
                  <a:pos x="T4" y="T5"/>
                </a:cxn>
                <a:cxn ang="0">
                  <a:pos x="T6" y="T7"/>
                </a:cxn>
                <a:cxn ang="0">
                  <a:pos x="T8" y="T9"/>
                </a:cxn>
              </a:cxnLst>
              <a:rect l="0" t="0" r="r" b="b"/>
              <a:pathLst>
                <a:path w="666" h="391">
                  <a:moveTo>
                    <a:pt x="663" y="336"/>
                  </a:moveTo>
                  <a:lnTo>
                    <a:pt x="0" y="0"/>
                  </a:lnTo>
                  <a:lnTo>
                    <a:pt x="2" y="52"/>
                  </a:lnTo>
                  <a:lnTo>
                    <a:pt x="666" y="391"/>
                  </a:lnTo>
                  <a:lnTo>
                    <a:pt x="663" y="336"/>
                  </a:lnTo>
                  <a:close/>
                </a:path>
              </a:pathLst>
            </a:custGeom>
            <a:solidFill>
              <a:schemeClr val="accent5">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29" name="Freeform 28"/>
            <p:cNvSpPr>
              <a:spLocks/>
            </p:cNvSpPr>
            <p:nvPr/>
          </p:nvSpPr>
          <p:spPr bwMode="auto">
            <a:xfrm>
              <a:off x="5469501" y="1583031"/>
              <a:ext cx="1057275" cy="620713"/>
            </a:xfrm>
            <a:custGeom>
              <a:avLst/>
              <a:gdLst>
                <a:gd name="T0" fmla="*/ 663 w 666"/>
                <a:gd name="T1" fmla="*/ 336 h 391"/>
                <a:gd name="T2" fmla="*/ 0 w 666"/>
                <a:gd name="T3" fmla="*/ 0 h 391"/>
                <a:gd name="T4" fmla="*/ 2 w 666"/>
                <a:gd name="T5" fmla="*/ 52 h 391"/>
                <a:gd name="T6" fmla="*/ 666 w 666"/>
                <a:gd name="T7" fmla="*/ 391 h 391"/>
                <a:gd name="T8" fmla="*/ 663 w 666"/>
                <a:gd name="T9" fmla="*/ 336 h 391"/>
              </a:gdLst>
              <a:ahLst/>
              <a:cxnLst>
                <a:cxn ang="0">
                  <a:pos x="T0" y="T1"/>
                </a:cxn>
                <a:cxn ang="0">
                  <a:pos x="T2" y="T3"/>
                </a:cxn>
                <a:cxn ang="0">
                  <a:pos x="T4" y="T5"/>
                </a:cxn>
                <a:cxn ang="0">
                  <a:pos x="T6" y="T7"/>
                </a:cxn>
                <a:cxn ang="0">
                  <a:pos x="T8" y="T9"/>
                </a:cxn>
              </a:cxnLst>
              <a:rect l="0" t="0" r="r" b="b"/>
              <a:pathLst>
                <a:path w="666" h="391">
                  <a:moveTo>
                    <a:pt x="663" y="336"/>
                  </a:moveTo>
                  <a:lnTo>
                    <a:pt x="0" y="0"/>
                  </a:lnTo>
                  <a:lnTo>
                    <a:pt x="2" y="52"/>
                  </a:lnTo>
                  <a:lnTo>
                    <a:pt x="666" y="391"/>
                  </a:lnTo>
                  <a:lnTo>
                    <a:pt x="663" y="3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0" name="Freeform 29"/>
            <p:cNvSpPr>
              <a:spLocks/>
            </p:cNvSpPr>
            <p:nvPr/>
          </p:nvSpPr>
          <p:spPr bwMode="auto">
            <a:xfrm>
              <a:off x="5483788" y="1914818"/>
              <a:ext cx="1060450" cy="630238"/>
            </a:xfrm>
            <a:custGeom>
              <a:avLst/>
              <a:gdLst>
                <a:gd name="T0" fmla="*/ 0 w 668"/>
                <a:gd name="T1" fmla="*/ 0 h 397"/>
                <a:gd name="T2" fmla="*/ 3 w 668"/>
                <a:gd name="T3" fmla="*/ 45 h 397"/>
                <a:gd name="T4" fmla="*/ 668 w 668"/>
                <a:gd name="T5" fmla="*/ 397 h 397"/>
                <a:gd name="T6" fmla="*/ 666 w 668"/>
                <a:gd name="T7" fmla="*/ 348 h 397"/>
                <a:gd name="T8" fmla="*/ 0 w 668"/>
                <a:gd name="T9" fmla="*/ 0 h 397"/>
              </a:gdLst>
              <a:ahLst/>
              <a:cxnLst>
                <a:cxn ang="0">
                  <a:pos x="T0" y="T1"/>
                </a:cxn>
                <a:cxn ang="0">
                  <a:pos x="T2" y="T3"/>
                </a:cxn>
                <a:cxn ang="0">
                  <a:pos x="T4" y="T5"/>
                </a:cxn>
                <a:cxn ang="0">
                  <a:pos x="T6" y="T7"/>
                </a:cxn>
                <a:cxn ang="0">
                  <a:pos x="T8" y="T9"/>
                </a:cxn>
              </a:cxnLst>
              <a:rect l="0" t="0" r="r" b="b"/>
              <a:pathLst>
                <a:path w="668" h="397">
                  <a:moveTo>
                    <a:pt x="0" y="0"/>
                  </a:moveTo>
                  <a:lnTo>
                    <a:pt x="3" y="45"/>
                  </a:lnTo>
                  <a:lnTo>
                    <a:pt x="668" y="397"/>
                  </a:lnTo>
                  <a:lnTo>
                    <a:pt x="666" y="348"/>
                  </a:lnTo>
                  <a:lnTo>
                    <a:pt x="0" y="0"/>
                  </a:lnTo>
                  <a:close/>
                </a:path>
              </a:pathLst>
            </a:custGeom>
            <a:solidFill>
              <a:schemeClr val="accent5">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1" name="Freeform 30"/>
            <p:cNvSpPr>
              <a:spLocks/>
            </p:cNvSpPr>
            <p:nvPr/>
          </p:nvSpPr>
          <p:spPr bwMode="auto">
            <a:xfrm>
              <a:off x="6522013" y="1583031"/>
              <a:ext cx="969963" cy="962025"/>
            </a:xfrm>
            <a:custGeom>
              <a:avLst/>
              <a:gdLst>
                <a:gd name="T0" fmla="*/ 1 w 258"/>
                <a:gd name="T1" fmla="*/ 165 h 256"/>
                <a:gd name="T2" fmla="*/ 205 w 258"/>
                <a:gd name="T3" fmla="*/ 32 h 256"/>
                <a:gd name="T4" fmla="*/ 237 w 258"/>
                <a:gd name="T5" fmla="*/ 38 h 256"/>
                <a:gd name="T6" fmla="*/ 212 w 258"/>
                <a:gd name="T7" fmla="*/ 106 h 256"/>
                <a:gd name="T8" fmla="*/ 5 w 258"/>
                <a:gd name="T9" fmla="*/ 235 h 256"/>
                <a:gd name="T10" fmla="*/ 6 w 258"/>
                <a:gd name="T11" fmla="*/ 256 h 256"/>
                <a:gd name="T12" fmla="*/ 218 w 258"/>
                <a:gd name="T13" fmla="*/ 120 h 256"/>
                <a:gd name="T14" fmla="*/ 254 w 258"/>
                <a:gd name="T15" fmla="*/ 51 h 256"/>
                <a:gd name="T16" fmla="*/ 208 w 258"/>
                <a:gd name="T17" fmla="*/ 10 h 256"/>
                <a:gd name="T18" fmla="*/ 0 w 258"/>
                <a:gd name="T19" fmla="*/ 142 h 256"/>
                <a:gd name="T20" fmla="*/ 1 w 258"/>
                <a:gd name="T21" fmla="*/ 16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8" h="256">
                  <a:moveTo>
                    <a:pt x="1" y="165"/>
                  </a:moveTo>
                  <a:cubicBezTo>
                    <a:pt x="205" y="32"/>
                    <a:pt x="205" y="32"/>
                    <a:pt x="205" y="32"/>
                  </a:cubicBezTo>
                  <a:cubicBezTo>
                    <a:pt x="205" y="32"/>
                    <a:pt x="228" y="16"/>
                    <a:pt x="237" y="38"/>
                  </a:cubicBezTo>
                  <a:cubicBezTo>
                    <a:pt x="247" y="61"/>
                    <a:pt x="229" y="94"/>
                    <a:pt x="212" y="106"/>
                  </a:cubicBezTo>
                  <a:cubicBezTo>
                    <a:pt x="5" y="235"/>
                    <a:pt x="5" y="235"/>
                    <a:pt x="5" y="235"/>
                  </a:cubicBezTo>
                  <a:cubicBezTo>
                    <a:pt x="6" y="256"/>
                    <a:pt x="6" y="256"/>
                    <a:pt x="6" y="256"/>
                  </a:cubicBezTo>
                  <a:cubicBezTo>
                    <a:pt x="218" y="120"/>
                    <a:pt x="218" y="120"/>
                    <a:pt x="218" y="120"/>
                  </a:cubicBezTo>
                  <a:cubicBezTo>
                    <a:pt x="218" y="120"/>
                    <a:pt x="258" y="88"/>
                    <a:pt x="254" y="51"/>
                  </a:cubicBezTo>
                  <a:cubicBezTo>
                    <a:pt x="251" y="13"/>
                    <a:pt x="225" y="0"/>
                    <a:pt x="208" y="10"/>
                  </a:cubicBezTo>
                  <a:cubicBezTo>
                    <a:pt x="0" y="142"/>
                    <a:pt x="0" y="142"/>
                    <a:pt x="0" y="142"/>
                  </a:cubicBezTo>
                  <a:cubicBezTo>
                    <a:pt x="1" y="165"/>
                    <a:pt x="1" y="165"/>
                    <a:pt x="1" y="165"/>
                  </a:cubicBezTo>
                </a:path>
              </a:pathLst>
            </a:custGeom>
            <a:solidFill>
              <a:schemeClr val="accent5">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3" name="Freeform 32"/>
            <p:cNvSpPr>
              <a:spLocks/>
            </p:cNvSpPr>
            <p:nvPr/>
          </p:nvSpPr>
          <p:spPr bwMode="auto">
            <a:xfrm>
              <a:off x="7326876" y="1610018"/>
              <a:ext cx="44450" cy="3175"/>
            </a:xfrm>
            <a:custGeom>
              <a:avLst/>
              <a:gdLst>
                <a:gd name="T0" fmla="*/ 6 w 12"/>
                <a:gd name="T1" fmla="*/ 0 h 1"/>
                <a:gd name="T2" fmla="*/ 0 w 12"/>
                <a:gd name="T3" fmla="*/ 1 h 1"/>
                <a:gd name="T4" fmla="*/ 12 w 12"/>
                <a:gd name="T5" fmla="*/ 1 h 1"/>
                <a:gd name="T6" fmla="*/ 12 w 12"/>
                <a:gd name="T7" fmla="*/ 1 h 1"/>
                <a:gd name="T8" fmla="*/ 6 w 12"/>
                <a:gd name="T9" fmla="*/ 0 h 1"/>
              </a:gdLst>
              <a:ahLst/>
              <a:cxnLst>
                <a:cxn ang="0">
                  <a:pos x="T0" y="T1"/>
                </a:cxn>
                <a:cxn ang="0">
                  <a:pos x="T2" y="T3"/>
                </a:cxn>
                <a:cxn ang="0">
                  <a:pos x="T4" y="T5"/>
                </a:cxn>
                <a:cxn ang="0">
                  <a:pos x="T6" y="T7"/>
                </a:cxn>
                <a:cxn ang="0">
                  <a:pos x="T8" y="T9"/>
                </a:cxn>
              </a:cxnLst>
              <a:rect l="0" t="0" r="r" b="b"/>
              <a:pathLst>
                <a:path w="12" h="1">
                  <a:moveTo>
                    <a:pt x="6" y="0"/>
                  </a:moveTo>
                  <a:cubicBezTo>
                    <a:pt x="4" y="0"/>
                    <a:pt x="2" y="0"/>
                    <a:pt x="0" y="1"/>
                  </a:cubicBezTo>
                  <a:cubicBezTo>
                    <a:pt x="12" y="1"/>
                    <a:pt x="12" y="1"/>
                    <a:pt x="12" y="1"/>
                  </a:cubicBezTo>
                  <a:cubicBezTo>
                    <a:pt x="12" y="1"/>
                    <a:pt x="12" y="1"/>
                    <a:pt x="12" y="1"/>
                  </a:cubicBezTo>
                  <a:cubicBezTo>
                    <a:pt x="10" y="0"/>
                    <a:pt x="8" y="0"/>
                    <a:pt x="6" y="0"/>
                  </a:cubicBezTo>
                </a:path>
              </a:pathLst>
            </a:custGeom>
            <a:solidFill>
              <a:srgbClr val="419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70" name="Group 69"/>
          <p:cNvGrpSpPr/>
          <p:nvPr/>
        </p:nvGrpSpPr>
        <p:grpSpPr>
          <a:xfrm>
            <a:off x="1066940" y="2906935"/>
            <a:ext cx="2675659" cy="1421535"/>
            <a:chOff x="3672451" y="2646656"/>
            <a:chExt cx="2943225" cy="1563688"/>
          </a:xfrm>
        </p:grpSpPr>
        <p:grpSp>
          <p:nvGrpSpPr>
            <p:cNvPr id="69" name="Group 68"/>
            <p:cNvGrpSpPr/>
            <p:nvPr/>
          </p:nvGrpSpPr>
          <p:grpSpPr>
            <a:xfrm>
              <a:off x="3672451" y="2646656"/>
              <a:ext cx="2943225" cy="1519237"/>
              <a:chOff x="3672451" y="2646656"/>
              <a:chExt cx="2943225" cy="1519237"/>
            </a:xfrm>
          </p:grpSpPr>
          <p:sp>
            <p:nvSpPr>
              <p:cNvPr id="17" name="Freeform 16"/>
              <p:cNvSpPr>
                <a:spLocks/>
              </p:cNvSpPr>
              <p:nvPr/>
            </p:nvSpPr>
            <p:spPr bwMode="auto">
              <a:xfrm>
                <a:off x="3672451" y="4051593"/>
                <a:ext cx="71438" cy="7938"/>
              </a:xfrm>
              <a:custGeom>
                <a:avLst/>
                <a:gdLst>
                  <a:gd name="T0" fmla="*/ 11 w 19"/>
                  <a:gd name="T1" fmla="*/ 0 h 2"/>
                  <a:gd name="T2" fmla="*/ 0 w 19"/>
                  <a:gd name="T3" fmla="*/ 1 h 2"/>
                  <a:gd name="T4" fmla="*/ 0 w 19"/>
                  <a:gd name="T5" fmla="*/ 2 h 2"/>
                  <a:gd name="T6" fmla="*/ 19 w 19"/>
                  <a:gd name="T7" fmla="*/ 0 h 2"/>
                  <a:gd name="T8" fmla="*/ 11 w 19"/>
                  <a:gd name="T9" fmla="*/ 0 h 2"/>
                </a:gdLst>
                <a:ahLst/>
                <a:cxnLst>
                  <a:cxn ang="0">
                    <a:pos x="T0" y="T1"/>
                  </a:cxn>
                  <a:cxn ang="0">
                    <a:pos x="T2" y="T3"/>
                  </a:cxn>
                  <a:cxn ang="0">
                    <a:pos x="T4" y="T5"/>
                  </a:cxn>
                  <a:cxn ang="0">
                    <a:pos x="T6" y="T7"/>
                  </a:cxn>
                  <a:cxn ang="0">
                    <a:pos x="T8" y="T9"/>
                  </a:cxn>
                </a:cxnLst>
                <a:rect l="0" t="0" r="r" b="b"/>
                <a:pathLst>
                  <a:path w="19" h="2">
                    <a:moveTo>
                      <a:pt x="11" y="0"/>
                    </a:moveTo>
                    <a:cubicBezTo>
                      <a:pt x="8" y="0"/>
                      <a:pt x="4" y="0"/>
                      <a:pt x="0" y="1"/>
                    </a:cubicBezTo>
                    <a:cubicBezTo>
                      <a:pt x="0" y="2"/>
                      <a:pt x="0" y="2"/>
                      <a:pt x="0" y="2"/>
                    </a:cubicBezTo>
                    <a:cubicBezTo>
                      <a:pt x="19" y="0"/>
                      <a:pt x="19" y="0"/>
                      <a:pt x="19" y="0"/>
                    </a:cubicBezTo>
                    <a:cubicBezTo>
                      <a:pt x="17" y="0"/>
                      <a:pt x="14" y="0"/>
                      <a:pt x="11" y="0"/>
                    </a:cubicBezTo>
                  </a:path>
                </a:pathLst>
              </a:custGeom>
              <a:solidFill>
                <a:srgbClr val="0A86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4" name="Freeform 33"/>
              <p:cNvSpPr>
                <a:spLocks/>
              </p:cNvSpPr>
              <p:nvPr/>
            </p:nvSpPr>
            <p:spPr bwMode="auto">
              <a:xfrm>
                <a:off x="4375713" y="3248318"/>
                <a:ext cx="2239963" cy="917575"/>
              </a:xfrm>
              <a:custGeom>
                <a:avLst/>
                <a:gdLst>
                  <a:gd name="T0" fmla="*/ 596 w 596"/>
                  <a:gd name="T1" fmla="*/ 59 h 244"/>
                  <a:gd name="T2" fmla="*/ 559 w 596"/>
                  <a:gd name="T3" fmla="*/ 42 h 244"/>
                  <a:gd name="T4" fmla="*/ 56 w 596"/>
                  <a:gd name="T5" fmla="*/ 0 h 244"/>
                  <a:gd name="T6" fmla="*/ 29 w 596"/>
                  <a:gd name="T7" fmla="*/ 71 h 244"/>
                  <a:gd name="T8" fmla="*/ 296 w 596"/>
                  <a:gd name="T9" fmla="*/ 244 h 244"/>
                  <a:gd name="T10" fmla="*/ 596 w 596"/>
                  <a:gd name="T11" fmla="*/ 59 h 244"/>
                </a:gdLst>
                <a:ahLst/>
                <a:cxnLst>
                  <a:cxn ang="0">
                    <a:pos x="T0" y="T1"/>
                  </a:cxn>
                  <a:cxn ang="0">
                    <a:pos x="T2" y="T3"/>
                  </a:cxn>
                  <a:cxn ang="0">
                    <a:pos x="T4" y="T5"/>
                  </a:cxn>
                  <a:cxn ang="0">
                    <a:pos x="T6" y="T7"/>
                  </a:cxn>
                  <a:cxn ang="0">
                    <a:pos x="T8" y="T9"/>
                  </a:cxn>
                  <a:cxn ang="0">
                    <a:pos x="T10" y="T11"/>
                  </a:cxn>
                </a:cxnLst>
                <a:rect l="0" t="0" r="r" b="b"/>
                <a:pathLst>
                  <a:path w="596" h="244">
                    <a:moveTo>
                      <a:pt x="596" y="59"/>
                    </a:moveTo>
                    <a:cubicBezTo>
                      <a:pt x="559" y="42"/>
                      <a:pt x="559" y="42"/>
                      <a:pt x="559" y="42"/>
                    </a:cubicBezTo>
                    <a:cubicBezTo>
                      <a:pt x="56" y="0"/>
                      <a:pt x="56" y="0"/>
                      <a:pt x="56" y="0"/>
                    </a:cubicBezTo>
                    <a:cubicBezTo>
                      <a:pt x="56" y="0"/>
                      <a:pt x="0" y="24"/>
                      <a:pt x="29" y="71"/>
                    </a:cubicBezTo>
                    <a:cubicBezTo>
                      <a:pt x="68" y="133"/>
                      <a:pt x="296" y="244"/>
                      <a:pt x="296" y="244"/>
                    </a:cubicBezTo>
                    <a:lnTo>
                      <a:pt x="596" y="59"/>
                    </a:lnTo>
                    <a:close/>
                  </a:path>
                </a:pathLst>
              </a:custGeom>
              <a:solidFill>
                <a:schemeClr val="accent4">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5" name="Freeform 34"/>
              <p:cNvSpPr>
                <a:spLocks/>
              </p:cNvSpPr>
              <p:nvPr/>
            </p:nvSpPr>
            <p:spPr bwMode="auto">
              <a:xfrm>
                <a:off x="4615426" y="3176881"/>
                <a:ext cx="1944688" cy="879475"/>
              </a:xfrm>
              <a:custGeom>
                <a:avLst/>
                <a:gdLst>
                  <a:gd name="T0" fmla="*/ 1225 w 1225"/>
                  <a:gd name="T1" fmla="*/ 19 h 554"/>
                  <a:gd name="T2" fmla="*/ 1225 w 1225"/>
                  <a:gd name="T3" fmla="*/ 166 h 554"/>
                  <a:gd name="T4" fmla="*/ 550 w 1225"/>
                  <a:gd name="T5" fmla="*/ 554 h 554"/>
                  <a:gd name="T6" fmla="*/ 3 w 1225"/>
                  <a:gd name="T7" fmla="*/ 251 h 554"/>
                  <a:gd name="T8" fmla="*/ 0 w 1225"/>
                  <a:gd name="T9" fmla="*/ 83 h 554"/>
                  <a:gd name="T10" fmla="*/ 564 w 1225"/>
                  <a:gd name="T11" fmla="*/ 381 h 554"/>
                  <a:gd name="T12" fmla="*/ 1220 w 1225"/>
                  <a:gd name="T13" fmla="*/ 0 h 554"/>
                  <a:gd name="T14" fmla="*/ 1225 w 1225"/>
                  <a:gd name="T15" fmla="*/ 19 h 5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54">
                    <a:moveTo>
                      <a:pt x="1225" y="19"/>
                    </a:moveTo>
                    <a:lnTo>
                      <a:pt x="1225" y="166"/>
                    </a:lnTo>
                    <a:lnTo>
                      <a:pt x="550" y="554"/>
                    </a:lnTo>
                    <a:lnTo>
                      <a:pt x="3" y="251"/>
                    </a:lnTo>
                    <a:lnTo>
                      <a:pt x="0" y="83"/>
                    </a:lnTo>
                    <a:lnTo>
                      <a:pt x="564" y="381"/>
                    </a:lnTo>
                    <a:lnTo>
                      <a:pt x="1220" y="0"/>
                    </a:lnTo>
                    <a:lnTo>
                      <a:pt x="1225" y="19"/>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6" name="Freeform 35"/>
              <p:cNvSpPr>
                <a:spLocks/>
              </p:cNvSpPr>
              <p:nvPr/>
            </p:nvSpPr>
            <p:spPr bwMode="auto">
              <a:xfrm>
                <a:off x="4510651" y="2646656"/>
                <a:ext cx="2105025" cy="1093788"/>
              </a:xfrm>
              <a:custGeom>
                <a:avLst/>
                <a:gdLst>
                  <a:gd name="T0" fmla="*/ 560 w 560"/>
                  <a:gd name="T1" fmla="*/ 122 h 291"/>
                  <a:gd name="T2" fmla="*/ 260 w 560"/>
                  <a:gd name="T3" fmla="*/ 291 h 291"/>
                  <a:gd name="T4" fmla="*/ 0 w 560"/>
                  <a:gd name="T5" fmla="*/ 158 h 291"/>
                  <a:gd name="T6" fmla="*/ 9 w 560"/>
                  <a:gd name="T7" fmla="*/ 154 h 291"/>
                  <a:gd name="T8" fmla="*/ 290 w 560"/>
                  <a:gd name="T9" fmla="*/ 11 h 291"/>
                  <a:gd name="T10" fmla="*/ 326 w 560"/>
                  <a:gd name="T11" fmla="*/ 6 h 291"/>
                  <a:gd name="T12" fmla="*/ 560 w 560"/>
                  <a:gd name="T13" fmla="*/ 122 h 291"/>
                </a:gdLst>
                <a:ahLst/>
                <a:cxnLst>
                  <a:cxn ang="0">
                    <a:pos x="T0" y="T1"/>
                  </a:cxn>
                  <a:cxn ang="0">
                    <a:pos x="T2" y="T3"/>
                  </a:cxn>
                  <a:cxn ang="0">
                    <a:pos x="T4" y="T5"/>
                  </a:cxn>
                  <a:cxn ang="0">
                    <a:pos x="T6" y="T7"/>
                  </a:cxn>
                  <a:cxn ang="0">
                    <a:pos x="T8" y="T9"/>
                  </a:cxn>
                  <a:cxn ang="0">
                    <a:pos x="T10" y="T11"/>
                  </a:cxn>
                  <a:cxn ang="0">
                    <a:pos x="T12" y="T13"/>
                  </a:cxn>
                </a:cxnLst>
                <a:rect l="0" t="0" r="r" b="b"/>
                <a:pathLst>
                  <a:path w="560" h="291">
                    <a:moveTo>
                      <a:pt x="560" y="122"/>
                    </a:moveTo>
                    <a:cubicBezTo>
                      <a:pt x="260" y="291"/>
                      <a:pt x="260" y="291"/>
                      <a:pt x="260" y="291"/>
                    </a:cubicBezTo>
                    <a:cubicBezTo>
                      <a:pt x="0" y="158"/>
                      <a:pt x="0" y="158"/>
                      <a:pt x="0" y="158"/>
                    </a:cubicBezTo>
                    <a:cubicBezTo>
                      <a:pt x="9" y="154"/>
                      <a:pt x="9" y="154"/>
                      <a:pt x="9" y="154"/>
                    </a:cubicBezTo>
                    <a:cubicBezTo>
                      <a:pt x="290" y="11"/>
                      <a:pt x="290" y="11"/>
                      <a:pt x="290" y="11"/>
                    </a:cubicBezTo>
                    <a:cubicBezTo>
                      <a:pt x="290" y="11"/>
                      <a:pt x="309" y="0"/>
                      <a:pt x="326" y="6"/>
                    </a:cubicBezTo>
                    <a:cubicBezTo>
                      <a:pt x="343" y="12"/>
                      <a:pt x="560" y="122"/>
                      <a:pt x="560" y="122"/>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7" name="Freeform 36"/>
              <p:cNvSpPr>
                <a:spLocks/>
              </p:cNvSpPr>
              <p:nvPr/>
            </p:nvSpPr>
            <p:spPr bwMode="auto">
              <a:xfrm>
                <a:off x="5491726" y="3105443"/>
                <a:ext cx="1123950" cy="728663"/>
              </a:xfrm>
              <a:custGeom>
                <a:avLst/>
                <a:gdLst>
                  <a:gd name="T0" fmla="*/ 0 w 708"/>
                  <a:gd name="T1" fmla="*/ 400 h 459"/>
                  <a:gd name="T2" fmla="*/ 708 w 708"/>
                  <a:gd name="T3" fmla="*/ 0 h 459"/>
                  <a:gd name="T4" fmla="*/ 708 w 708"/>
                  <a:gd name="T5" fmla="*/ 57 h 459"/>
                  <a:gd name="T6" fmla="*/ 0 w 708"/>
                  <a:gd name="T7" fmla="*/ 459 h 459"/>
                  <a:gd name="T8" fmla="*/ 0 w 708"/>
                  <a:gd name="T9" fmla="*/ 400 h 459"/>
                </a:gdLst>
                <a:ahLst/>
                <a:cxnLst>
                  <a:cxn ang="0">
                    <a:pos x="T0" y="T1"/>
                  </a:cxn>
                  <a:cxn ang="0">
                    <a:pos x="T2" y="T3"/>
                  </a:cxn>
                  <a:cxn ang="0">
                    <a:pos x="T4" y="T5"/>
                  </a:cxn>
                  <a:cxn ang="0">
                    <a:pos x="T6" y="T7"/>
                  </a:cxn>
                  <a:cxn ang="0">
                    <a:pos x="T8" y="T9"/>
                  </a:cxn>
                </a:cxnLst>
                <a:rect l="0" t="0" r="r" b="b"/>
                <a:pathLst>
                  <a:path w="708" h="459">
                    <a:moveTo>
                      <a:pt x="0" y="400"/>
                    </a:moveTo>
                    <a:lnTo>
                      <a:pt x="708" y="0"/>
                    </a:lnTo>
                    <a:lnTo>
                      <a:pt x="708" y="57"/>
                    </a:lnTo>
                    <a:lnTo>
                      <a:pt x="0" y="459"/>
                    </a:lnTo>
                    <a:lnTo>
                      <a:pt x="0" y="400"/>
                    </a:ln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38" name="Freeform 37"/>
            <p:cNvSpPr>
              <a:spLocks/>
            </p:cNvSpPr>
            <p:nvPr/>
          </p:nvSpPr>
          <p:spPr bwMode="auto">
            <a:xfrm>
              <a:off x="5491726" y="3470568"/>
              <a:ext cx="1123950" cy="739775"/>
            </a:xfrm>
            <a:custGeom>
              <a:avLst/>
              <a:gdLst>
                <a:gd name="T0" fmla="*/ 708 w 708"/>
                <a:gd name="T1" fmla="*/ 0 h 466"/>
                <a:gd name="T2" fmla="*/ 708 w 708"/>
                <a:gd name="T3" fmla="*/ 49 h 466"/>
                <a:gd name="T4" fmla="*/ 0 w 708"/>
                <a:gd name="T5" fmla="*/ 466 h 466"/>
                <a:gd name="T6" fmla="*/ 0 w 708"/>
                <a:gd name="T7" fmla="*/ 411 h 466"/>
                <a:gd name="T8" fmla="*/ 708 w 708"/>
                <a:gd name="T9" fmla="*/ 0 h 466"/>
              </a:gdLst>
              <a:ahLst/>
              <a:cxnLst>
                <a:cxn ang="0">
                  <a:pos x="T0" y="T1"/>
                </a:cxn>
                <a:cxn ang="0">
                  <a:pos x="T2" y="T3"/>
                </a:cxn>
                <a:cxn ang="0">
                  <a:pos x="T4" y="T5"/>
                </a:cxn>
                <a:cxn ang="0">
                  <a:pos x="T6" y="T7"/>
                </a:cxn>
                <a:cxn ang="0">
                  <a:pos x="T8" y="T9"/>
                </a:cxn>
              </a:cxnLst>
              <a:rect l="0" t="0" r="r" b="b"/>
              <a:pathLst>
                <a:path w="708" h="466">
                  <a:moveTo>
                    <a:pt x="708" y="0"/>
                  </a:moveTo>
                  <a:lnTo>
                    <a:pt x="708" y="49"/>
                  </a:lnTo>
                  <a:lnTo>
                    <a:pt x="0" y="466"/>
                  </a:lnTo>
                  <a:lnTo>
                    <a:pt x="0" y="411"/>
                  </a:lnTo>
                  <a:lnTo>
                    <a:pt x="708" y="0"/>
                  </a:ln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39" name="Freeform 38"/>
            <p:cNvSpPr>
              <a:spLocks/>
            </p:cNvSpPr>
            <p:nvPr/>
          </p:nvSpPr>
          <p:spPr bwMode="auto">
            <a:xfrm>
              <a:off x="4424926" y="3199106"/>
              <a:ext cx="1066800" cy="1011238"/>
            </a:xfrm>
            <a:custGeom>
              <a:avLst/>
              <a:gdLst>
                <a:gd name="T0" fmla="*/ 284 w 284"/>
                <a:gd name="T1" fmla="*/ 169 h 269"/>
                <a:gd name="T2" fmla="*/ 55 w 284"/>
                <a:gd name="T3" fmla="*/ 34 h 269"/>
                <a:gd name="T4" fmla="*/ 19 w 284"/>
                <a:gd name="T5" fmla="*/ 42 h 269"/>
                <a:gd name="T6" fmla="*/ 50 w 284"/>
                <a:gd name="T7" fmla="*/ 115 h 269"/>
                <a:gd name="T8" fmla="*/ 284 w 284"/>
                <a:gd name="T9" fmla="*/ 246 h 269"/>
                <a:gd name="T10" fmla="*/ 284 w 284"/>
                <a:gd name="T11" fmla="*/ 269 h 269"/>
                <a:gd name="T12" fmla="*/ 44 w 284"/>
                <a:gd name="T13" fmla="*/ 131 h 269"/>
                <a:gd name="T14" fmla="*/ 1 w 284"/>
                <a:gd name="T15" fmla="*/ 57 h 269"/>
                <a:gd name="T16" fmla="*/ 50 w 284"/>
                <a:gd name="T17" fmla="*/ 10 h 269"/>
                <a:gd name="T18" fmla="*/ 284 w 284"/>
                <a:gd name="T19" fmla="*/ 144 h 269"/>
                <a:gd name="T20" fmla="*/ 284 w 284"/>
                <a:gd name="T21" fmla="*/ 1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69">
                  <a:moveTo>
                    <a:pt x="284" y="169"/>
                  </a:moveTo>
                  <a:cubicBezTo>
                    <a:pt x="55" y="34"/>
                    <a:pt x="55" y="34"/>
                    <a:pt x="55" y="34"/>
                  </a:cubicBezTo>
                  <a:cubicBezTo>
                    <a:pt x="55" y="34"/>
                    <a:pt x="29" y="17"/>
                    <a:pt x="19" y="42"/>
                  </a:cubicBezTo>
                  <a:cubicBezTo>
                    <a:pt x="10" y="67"/>
                    <a:pt x="31" y="103"/>
                    <a:pt x="50" y="115"/>
                  </a:cubicBezTo>
                  <a:cubicBezTo>
                    <a:pt x="284" y="246"/>
                    <a:pt x="284" y="246"/>
                    <a:pt x="284" y="246"/>
                  </a:cubicBezTo>
                  <a:cubicBezTo>
                    <a:pt x="284" y="269"/>
                    <a:pt x="284" y="269"/>
                    <a:pt x="284" y="269"/>
                  </a:cubicBezTo>
                  <a:cubicBezTo>
                    <a:pt x="44" y="131"/>
                    <a:pt x="44" y="131"/>
                    <a:pt x="44" y="131"/>
                  </a:cubicBezTo>
                  <a:cubicBezTo>
                    <a:pt x="44" y="131"/>
                    <a:pt x="0" y="98"/>
                    <a:pt x="1" y="57"/>
                  </a:cubicBezTo>
                  <a:cubicBezTo>
                    <a:pt x="3" y="16"/>
                    <a:pt x="31" y="0"/>
                    <a:pt x="50" y="10"/>
                  </a:cubicBezTo>
                  <a:cubicBezTo>
                    <a:pt x="284" y="144"/>
                    <a:pt x="284" y="144"/>
                    <a:pt x="284" y="144"/>
                  </a:cubicBezTo>
                  <a:lnTo>
                    <a:pt x="284" y="169"/>
                  </a:ln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4" name="Group 63"/>
          <p:cNvGrpSpPr/>
          <p:nvPr/>
        </p:nvGrpSpPr>
        <p:grpSpPr>
          <a:xfrm>
            <a:off x="3794553" y="4611332"/>
            <a:ext cx="1274329" cy="891887"/>
            <a:chOff x="6672826" y="4521493"/>
            <a:chExt cx="1401762" cy="981076"/>
          </a:xfrm>
        </p:grpSpPr>
        <p:sp>
          <p:nvSpPr>
            <p:cNvPr id="41" name="Freeform 40"/>
            <p:cNvSpPr>
              <a:spLocks/>
            </p:cNvSpPr>
            <p:nvPr/>
          </p:nvSpPr>
          <p:spPr bwMode="auto">
            <a:xfrm>
              <a:off x="6672826" y="4939006"/>
              <a:ext cx="1398588" cy="538163"/>
            </a:xfrm>
            <a:custGeom>
              <a:avLst/>
              <a:gdLst>
                <a:gd name="T0" fmla="*/ 372 w 372"/>
                <a:gd name="T1" fmla="*/ 16 h 143"/>
                <a:gd name="T2" fmla="*/ 349 w 372"/>
                <a:gd name="T3" fmla="*/ 7 h 143"/>
                <a:gd name="T4" fmla="*/ 34 w 372"/>
                <a:gd name="T5" fmla="*/ 0 h 143"/>
                <a:gd name="T6" fmla="*/ 20 w 372"/>
                <a:gd name="T7" fmla="*/ 44 h 143"/>
                <a:gd name="T8" fmla="*/ 192 w 372"/>
                <a:gd name="T9" fmla="*/ 143 h 143"/>
                <a:gd name="T10" fmla="*/ 372 w 372"/>
                <a:gd name="T11" fmla="*/ 16 h 143"/>
              </a:gdLst>
              <a:ahLst/>
              <a:cxnLst>
                <a:cxn ang="0">
                  <a:pos x="T0" y="T1"/>
                </a:cxn>
                <a:cxn ang="0">
                  <a:pos x="T2" y="T3"/>
                </a:cxn>
                <a:cxn ang="0">
                  <a:pos x="T4" y="T5"/>
                </a:cxn>
                <a:cxn ang="0">
                  <a:pos x="T6" y="T7"/>
                </a:cxn>
                <a:cxn ang="0">
                  <a:pos x="T8" y="T9"/>
                </a:cxn>
                <a:cxn ang="0">
                  <a:pos x="T10" y="T11"/>
                </a:cxn>
              </a:cxnLst>
              <a:rect l="0" t="0" r="r" b="b"/>
              <a:pathLst>
                <a:path w="372" h="143">
                  <a:moveTo>
                    <a:pt x="372" y="16"/>
                  </a:moveTo>
                  <a:cubicBezTo>
                    <a:pt x="349" y="7"/>
                    <a:pt x="349" y="7"/>
                    <a:pt x="349" y="7"/>
                  </a:cubicBezTo>
                  <a:cubicBezTo>
                    <a:pt x="34" y="0"/>
                    <a:pt x="34" y="0"/>
                    <a:pt x="34" y="0"/>
                  </a:cubicBezTo>
                  <a:cubicBezTo>
                    <a:pt x="34" y="0"/>
                    <a:pt x="0" y="17"/>
                    <a:pt x="20" y="44"/>
                  </a:cubicBezTo>
                  <a:cubicBezTo>
                    <a:pt x="46" y="82"/>
                    <a:pt x="192" y="143"/>
                    <a:pt x="192" y="143"/>
                  </a:cubicBezTo>
                  <a:lnTo>
                    <a:pt x="372" y="16"/>
                  </a:lnTo>
                  <a:close/>
                </a:path>
              </a:pathLst>
            </a:custGeom>
            <a:solidFill>
              <a:schemeClr val="accent2">
                <a:lumMod val="50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2" name="Freeform 41"/>
            <p:cNvSpPr>
              <a:spLocks/>
            </p:cNvSpPr>
            <p:nvPr/>
          </p:nvSpPr>
          <p:spPr bwMode="auto">
            <a:xfrm>
              <a:off x="6823638" y="4818356"/>
              <a:ext cx="1214438" cy="590550"/>
            </a:xfrm>
            <a:custGeom>
              <a:avLst/>
              <a:gdLst>
                <a:gd name="T0" fmla="*/ 760 w 765"/>
                <a:gd name="T1" fmla="*/ 15 h 372"/>
                <a:gd name="T2" fmla="*/ 765 w 765"/>
                <a:gd name="T3" fmla="*/ 105 h 372"/>
                <a:gd name="T4" fmla="*/ 357 w 765"/>
                <a:gd name="T5" fmla="*/ 372 h 372"/>
                <a:gd name="T6" fmla="*/ 7 w 765"/>
                <a:gd name="T7" fmla="*/ 202 h 372"/>
                <a:gd name="T8" fmla="*/ 0 w 765"/>
                <a:gd name="T9" fmla="*/ 97 h 372"/>
                <a:gd name="T10" fmla="*/ 360 w 765"/>
                <a:gd name="T11" fmla="*/ 263 h 372"/>
                <a:gd name="T12" fmla="*/ 758 w 765"/>
                <a:gd name="T13" fmla="*/ 0 h 372"/>
                <a:gd name="T14" fmla="*/ 760 w 765"/>
                <a:gd name="T15" fmla="*/ 15 h 3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5" h="372">
                  <a:moveTo>
                    <a:pt x="760" y="15"/>
                  </a:moveTo>
                  <a:lnTo>
                    <a:pt x="765" y="105"/>
                  </a:lnTo>
                  <a:lnTo>
                    <a:pt x="357" y="372"/>
                  </a:lnTo>
                  <a:lnTo>
                    <a:pt x="7" y="202"/>
                  </a:lnTo>
                  <a:lnTo>
                    <a:pt x="0" y="97"/>
                  </a:lnTo>
                  <a:lnTo>
                    <a:pt x="360" y="263"/>
                  </a:lnTo>
                  <a:lnTo>
                    <a:pt x="758" y="0"/>
                  </a:lnTo>
                  <a:lnTo>
                    <a:pt x="760" y="15"/>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3" name="Freeform 42"/>
            <p:cNvSpPr>
              <a:spLocks/>
            </p:cNvSpPr>
            <p:nvPr/>
          </p:nvSpPr>
          <p:spPr bwMode="auto">
            <a:xfrm>
              <a:off x="6755376" y="4521493"/>
              <a:ext cx="1304925" cy="688975"/>
            </a:xfrm>
            <a:custGeom>
              <a:avLst/>
              <a:gdLst>
                <a:gd name="T0" fmla="*/ 347 w 347"/>
                <a:gd name="T1" fmla="*/ 67 h 183"/>
                <a:gd name="T2" fmla="*/ 167 w 347"/>
                <a:gd name="T3" fmla="*/ 183 h 183"/>
                <a:gd name="T4" fmla="*/ 0 w 347"/>
                <a:gd name="T5" fmla="*/ 110 h 183"/>
                <a:gd name="T6" fmla="*/ 5 w 347"/>
                <a:gd name="T7" fmla="*/ 107 h 183"/>
                <a:gd name="T8" fmla="*/ 175 w 347"/>
                <a:gd name="T9" fmla="*/ 8 h 183"/>
                <a:gd name="T10" fmla="*/ 197 w 347"/>
                <a:gd name="T11" fmla="*/ 3 h 183"/>
                <a:gd name="T12" fmla="*/ 347 w 347"/>
                <a:gd name="T13" fmla="*/ 67 h 183"/>
              </a:gdLst>
              <a:ahLst/>
              <a:cxnLst>
                <a:cxn ang="0">
                  <a:pos x="T0" y="T1"/>
                </a:cxn>
                <a:cxn ang="0">
                  <a:pos x="T2" y="T3"/>
                </a:cxn>
                <a:cxn ang="0">
                  <a:pos x="T4" y="T5"/>
                </a:cxn>
                <a:cxn ang="0">
                  <a:pos x="T6" y="T7"/>
                </a:cxn>
                <a:cxn ang="0">
                  <a:pos x="T8" y="T9"/>
                </a:cxn>
                <a:cxn ang="0">
                  <a:pos x="T10" y="T11"/>
                </a:cxn>
                <a:cxn ang="0">
                  <a:pos x="T12" y="T13"/>
                </a:cxn>
              </a:cxnLst>
              <a:rect l="0" t="0" r="r" b="b"/>
              <a:pathLst>
                <a:path w="347" h="183">
                  <a:moveTo>
                    <a:pt x="347" y="67"/>
                  </a:moveTo>
                  <a:cubicBezTo>
                    <a:pt x="167" y="183"/>
                    <a:pt x="167" y="183"/>
                    <a:pt x="167" y="183"/>
                  </a:cubicBezTo>
                  <a:cubicBezTo>
                    <a:pt x="0" y="110"/>
                    <a:pt x="0" y="110"/>
                    <a:pt x="0" y="110"/>
                  </a:cubicBezTo>
                  <a:cubicBezTo>
                    <a:pt x="5" y="107"/>
                    <a:pt x="5" y="107"/>
                    <a:pt x="5" y="107"/>
                  </a:cubicBezTo>
                  <a:cubicBezTo>
                    <a:pt x="175" y="8"/>
                    <a:pt x="175" y="8"/>
                    <a:pt x="175" y="8"/>
                  </a:cubicBezTo>
                  <a:cubicBezTo>
                    <a:pt x="175" y="8"/>
                    <a:pt x="186" y="0"/>
                    <a:pt x="197" y="3"/>
                  </a:cubicBezTo>
                  <a:cubicBezTo>
                    <a:pt x="208" y="7"/>
                    <a:pt x="347" y="67"/>
                    <a:pt x="347" y="67"/>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4" name="Freeform 43"/>
            <p:cNvSpPr>
              <a:spLocks/>
            </p:cNvSpPr>
            <p:nvPr/>
          </p:nvSpPr>
          <p:spPr bwMode="auto">
            <a:xfrm>
              <a:off x="7384026" y="4773906"/>
              <a:ext cx="679450" cy="495300"/>
            </a:xfrm>
            <a:custGeom>
              <a:avLst/>
              <a:gdLst>
                <a:gd name="T0" fmla="*/ 0 w 428"/>
                <a:gd name="T1" fmla="*/ 275 h 312"/>
                <a:gd name="T2" fmla="*/ 426 w 428"/>
                <a:gd name="T3" fmla="*/ 0 h 312"/>
                <a:gd name="T4" fmla="*/ 428 w 428"/>
                <a:gd name="T5" fmla="*/ 35 h 312"/>
                <a:gd name="T6" fmla="*/ 2 w 428"/>
                <a:gd name="T7" fmla="*/ 312 h 312"/>
                <a:gd name="T8" fmla="*/ 0 w 428"/>
                <a:gd name="T9" fmla="*/ 275 h 312"/>
              </a:gdLst>
              <a:ahLst/>
              <a:cxnLst>
                <a:cxn ang="0">
                  <a:pos x="T0" y="T1"/>
                </a:cxn>
                <a:cxn ang="0">
                  <a:pos x="T2" y="T3"/>
                </a:cxn>
                <a:cxn ang="0">
                  <a:pos x="T4" y="T5"/>
                </a:cxn>
                <a:cxn ang="0">
                  <a:pos x="T6" y="T7"/>
                </a:cxn>
                <a:cxn ang="0">
                  <a:pos x="T8" y="T9"/>
                </a:cxn>
              </a:cxnLst>
              <a:rect l="0" t="0" r="r" b="b"/>
              <a:pathLst>
                <a:path w="428" h="312">
                  <a:moveTo>
                    <a:pt x="0" y="275"/>
                  </a:moveTo>
                  <a:lnTo>
                    <a:pt x="426" y="0"/>
                  </a:lnTo>
                  <a:lnTo>
                    <a:pt x="428" y="35"/>
                  </a:lnTo>
                  <a:lnTo>
                    <a:pt x="2" y="312"/>
                  </a:lnTo>
                  <a:lnTo>
                    <a:pt x="0" y="275"/>
                  </a:lnTo>
                  <a:close/>
                </a:path>
              </a:pathLst>
            </a:custGeom>
            <a:solidFill>
              <a:schemeClr val="accent2">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5" name="Freeform 44"/>
            <p:cNvSpPr>
              <a:spLocks/>
            </p:cNvSpPr>
            <p:nvPr/>
          </p:nvSpPr>
          <p:spPr bwMode="auto">
            <a:xfrm>
              <a:off x="7395138" y="4999331"/>
              <a:ext cx="679450" cy="503238"/>
            </a:xfrm>
            <a:custGeom>
              <a:avLst/>
              <a:gdLst>
                <a:gd name="T0" fmla="*/ 426 w 428"/>
                <a:gd name="T1" fmla="*/ 0 h 317"/>
                <a:gd name="T2" fmla="*/ 428 w 428"/>
                <a:gd name="T3" fmla="*/ 31 h 317"/>
                <a:gd name="T4" fmla="*/ 2 w 428"/>
                <a:gd name="T5" fmla="*/ 317 h 317"/>
                <a:gd name="T6" fmla="*/ 0 w 428"/>
                <a:gd name="T7" fmla="*/ 284 h 317"/>
                <a:gd name="T8" fmla="*/ 426 w 428"/>
                <a:gd name="T9" fmla="*/ 0 h 317"/>
              </a:gdLst>
              <a:ahLst/>
              <a:cxnLst>
                <a:cxn ang="0">
                  <a:pos x="T0" y="T1"/>
                </a:cxn>
                <a:cxn ang="0">
                  <a:pos x="T2" y="T3"/>
                </a:cxn>
                <a:cxn ang="0">
                  <a:pos x="T4" y="T5"/>
                </a:cxn>
                <a:cxn ang="0">
                  <a:pos x="T6" y="T7"/>
                </a:cxn>
                <a:cxn ang="0">
                  <a:pos x="T8" y="T9"/>
                </a:cxn>
              </a:cxnLst>
              <a:rect l="0" t="0" r="r" b="b"/>
              <a:pathLst>
                <a:path w="428" h="317">
                  <a:moveTo>
                    <a:pt x="426" y="0"/>
                  </a:moveTo>
                  <a:lnTo>
                    <a:pt x="428" y="31"/>
                  </a:lnTo>
                  <a:lnTo>
                    <a:pt x="2" y="317"/>
                  </a:lnTo>
                  <a:lnTo>
                    <a:pt x="0" y="284"/>
                  </a:lnTo>
                  <a:lnTo>
                    <a:pt x="426" y="0"/>
                  </a:lnTo>
                  <a:close/>
                </a:path>
              </a:pathLst>
            </a:custGeom>
            <a:solidFill>
              <a:schemeClr val="accent2">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6" name="Freeform 45"/>
            <p:cNvSpPr>
              <a:spLocks/>
            </p:cNvSpPr>
            <p:nvPr/>
          </p:nvSpPr>
          <p:spPr bwMode="auto">
            <a:xfrm>
              <a:off x="6706163" y="4908843"/>
              <a:ext cx="692150" cy="593725"/>
            </a:xfrm>
            <a:custGeom>
              <a:avLst/>
              <a:gdLst>
                <a:gd name="T0" fmla="*/ 181 w 184"/>
                <a:gd name="T1" fmla="*/ 96 h 158"/>
                <a:gd name="T2" fmla="*/ 33 w 184"/>
                <a:gd name="T3" fmla="*/ 20 h 158"/>
                <a:gd name="T4" fmla="*/ 11 w 184"/>
                <a:gd name="T5" fmla="*/ 27 h 158"/>
                <a:gd name="T6" fmla="*/ 33 w 184"/>
                <a:gd name="T7" fmla="*/ 71 h 158"/>
                <a:gd name="T8" fmla="*/ 183 w 184"/>
                <a:gd name="T9" fmla="*/ 144 h 158"/>
                <a:gd name="T10" fmla="*/ 184 w 184"/>
                <a:gd name="T11" fmla="*/ 158 h 158"/>
                <a:gd name="T12" fmla="*/ 30 w 184"/>
                <a:gd name="T13" fmla="*/ 81 h 158"/>
                <a:gd name="T14" fmla="*/ 1 w 184"/>
                <a:gd name="T15" fmla="*/ 36 h 158"/>
                <a:gd name="T16" fmla="*/ 29 w 184"/>
                <a:gd name="T17" fmla="*/ 5 h 158"/>
                <a:gd name="T18" fmla="*/ 180 w 184"/>
                <a:gd name="T19" fmla="*/ 80 h 158"/>
                <a:gd name="T20" fmla="*/ 181 w 184"/>
                <a:gd name="T21" fmla="*/ 9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158">
                  <a:moveTo>
                    <a:pt x="181" y="96"/>
                  </a:moveTo>
                  <a:cubicBezTo>
                    <a:pt x="33" y="20"/>
                    <a:pt x="33" y="20"/>
                    <a:pt x="33" y="20"/>
                  </a:cubicBezTo>
                  <a:cubicBezTo>
                    <a:pt x="33" y="20"/>
                    <a:pt x="16" y="11"/>
                    <a:pt x="11" y="27"/>
                  </a:cubicBezTo>
                  <a:cubicBezTo>
                    <a:pt x="6" y="43"/>
                    <a:pt x="21" y="64"/>
                    <a:pt x="33" y="71"/>
                  </a:cubicBezTo>
                  <a:cubicBezTo>
                    <a:pt x="183" y="144"/>
                    <a:pt x="183" y="144"/>
                    <a:pt x="183" y="144"/>
                  </a:cubicBezTo>
                  <a:cubicBezTo>
                    <a:pt x="184" y="158"/>
                    <a:pt x="184" y="158"/>
                    <a:pt x="184" y="158"/>
                  </a:cubicBezTo>
                  <a:cubicBezTo>
                    <a:pt x="30" y="81"/>
                    <a:pt x="30" y="81"/>
                    <a:pt x="30" y="81"/>
                  </a:cubicBezTo>
                  <a:cubicBezTo>
                    <a:pt x="30" y="81"/>
                    <a:pt x="1" y="62"/>
                    <a:pt x="1" y="36"/>
                  </a:cubicBezTo>
                  <a:cubicBezTo>
                    <a:pt x="0" y="11"/>
                    <a:pt x="17" y="0"/>
                    <a:pt x="29" y="5"/>
                  </a:cubicBezTo>
                  <a:cubicBezTo>
                    <a:pt x="180" y="80"/>
                    <a:pt x="180" y="80"/>
                    <a:pt x="180" y="80"/>
                  </a:cubicBezTo>
                  <a:lnTo>
                    <a:pt x="181" y="96"/>
                  </a:lnTo>
                  <a:close/>
                </a:path>
              </a:pathLst>
            </a:custGeom>
            <a:solidFill>
              <a:schemeClr val="accent2">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7" name="Group 66"/>
          <p:cNvGrpSpPr/>
          <p:nvPr/>
        </p:nvGrpSpPr>
        <p:grpSpPr>
          <a:xfrm>
            <a:off x="2710723" y="2142048"/>
            <a:ext cx="874569" cy="1271443"/>
            <a:chOff x="5480613" y="1805281"/>
            <a:chExt cx="962026" cy="1398587"/>
          </a:xfrm>
        </p:grpSpPr>
        <p:sp>
          <p:nvSpPr>
            <p:cNvPr id="48" name="Freeform 47"/>
            <p:cNvSpPr>
              <a:spLocks/>
            </p:cNvSpPr>
            <p:nvPr/>
          </p:nvSpPr>
          <p:spPr bwMode="auto">
            <a:xfrm>
              <a:off x="5939401" y="2027531"/>
              <a:ext cx="387350" cy="225425"/>
            </a:xfrm>
            <a:custGeom>
              <a:avLst/>
              <a:gdLst>
                <a:gd name="T0" fmla="*/ 1 w 103"/>
                <a:gd name="T1" fmla="*/ 15 h 60"/>
                <a:gd name="T2" fmla="*/ 3 w 103"/>
                <a:gd name="T3" fmla="*/ 7 h 60"/>
                <a:gd name="T4" fmla="*/ 7 w 103"/>
                <a:gd name="T5" fmla="*/ 0 h 60"/>
                <a:gd name="T6" fmla="*/ 103 w 103"/>
                <a:gd name="T7" fmla="*/ 45 h 60"/>
                <a:gd name="T8" fmla="*/ 101 w 103"/>
                <a:gd name="T9" fmla="*/ 53 h 60"/>
                <a:gd name="T10" fmla="*/ 96 w 103"/>
                <a:gd name="T11" fmla="*/ 60 h 60"/>
                <a:gd name="T12" fmla="*/ 1 w 103"/>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1" y="15"/>
                  </a:moveTo>
                  <a:cubicBezTo>
                    <a:pt x="0" y="14"/>
                    <a:pt x="1" y="11"/>
                    <a:pt x="3" y="7"/>
                  </a:cubicBezTo>
                  <a:cubicBezTo>
                    <a:pt x="5" y="3"/>
                    <a:pt x="7" y="0"/>
                    <a:pt x="7" y="0"/>
                  </a:cubicBezTo>
                  <a:cubicBezTo>
                    <a:pt x="103" y="45"/>
                    <a:pt x="103" y="45"/>
                    <a:pt x="103" y="45"/>
                  </a:cubicBezTo>
                  <a:cubicBezTo>
                    <a:pt x="103" y="46"/>
                    <a:pt x="102" y="49"/>
                    <a:pt x="101" y="53"/>
                  </a:cubicBezTo>
                  <a:cubicBezTo>
                    <a:pt x="99" y="57"/>
                    <a:pt x="97" y="60"/>
                    <a:pt x="96" y="60"/>
                  </a:cubicBezTo>
                  <a:lnTo>
                    <a:pt x="1"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49" name="Freeform 48"/>
            <p:cNvSpPr>
              <a:spLocks/>
            </p:cNvSpPr>
            <p:nvPr/>
          </p:nvSpPr>
          <p:spPr bwMode="auto">
            <a:xfrm>
              <a:off x="5871138" y="2173581"/>
              <a:ext cx="387350" cy="225425"/>
            </a:xfrm>
            <a:custGeom>
              <a:avLst/>
              <a:gdLst>
                <a:gd name="T0" fmla="*/ 0 w 103"/>
                <a:gd name="T1" fmla="*/ 14 h 60"/>
                <a:gd name="T2" fmla="*/ 3 w 103"/>
                <a:gd name="T3" fmla="*/ 7 h 60"/>
                <a:gd name="T4" fmla="*/ 7 w 103"/>
                <a:gd name="T5" fmla="*/ 0 h 60"/>
                <a:gd name="T6" fmla="*/ 103 w 103"/>
                <a:gd name="T7" fmla="*/ 45 h 60"/>
                <a:gd name="T8" fmla="*/ 100 w 103"/>
                <a:gd name="T9" fmla="*/ 53 h 60"/>
                <a:gd name="T10" fmla="*/ 96 w 103"/>
                <a:gd name="T11" fmla="*/ 60 h 60"/>
                <a:gd name="T12" fmla="*/ 0 w 103"/>
                <a:gd name="T13" fmla="*/ 14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0" y="14"/>
                  </a:moveTo>
                  <a:cubicBezTo>
                    <a:pt x="0" y="14"/>
                    <a:pt x="1" y="11"/>
                    <a:pt x="3" y="7"/>
                  </a:cubicBezTo>
                  <a:cubicBezTo>
                    <a:pt x="4" y="3"/>
                    <a:pt x="6" y="0"/>
                    <a:pt x="7" y="0"/>
                  </a:cubicBezTo>
                  <a:cubicBezTo>
                    <a:pt x="103" y="45"/>
                    <a:pt x="103" y="45"/>
                    <a:pt x="103" y="45"/>
                  </a:cubicBezTo>
                  <a:cubicBezTo>
                    <a:pt x="103" y="45"/>
                    <a:pt x="102" y="49"/>
                    <a:pt x="100" y="53"/>
                  </a:cubicBezTo>
                  <a:cubicBezTo>
                    <a:pt x="98" y="57"/>
                    <a:pt x="96" y="60"/>
                    <a:pt x="96" y="60"/>
                  </a:cubicBezTo>
                  <a:lnTo>
                    <a:pt x="0" y="14"/>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0" name="Freeform 49"/>
            <p:cNvSpPr>
              <a:spLocks/>
            </p:cNvSpPr>
            <p:nvPr/>
          </p:nvSpPr>
          <p:spPr bwMode="auto">
            <a:xfrm>
              <a:off x="5799701" y="2319631"/>
              <a:ext cx="392113" cy="225425"/>
            </a:xfrm>
            <a:custGeom>
              <a:avLst/>
              <a:gdLst>
                <a:gd name="T0" fmla="*/ 1 w 104"/>
                <a:gd name="T1" fmla="*/ 14 h 60"/>
                <a:gd name="T2" fmla="*/ 3 w 104"/>
                <a:gd name="T3" fmla="*/ 7 h 60"/>
                <a:gd name="T4" fmla="*/ 8 w 104"/>
                <a:gd name="T5" fmla="*/ 0 h 60"/>
                <a:gd name="T6" fmla="*/ 103 w 104"/>
                <a:gd name="T7" fmla="*/ 45 h 60"/>
                <a:gd name="T8" fmla="*/ 101 w 104"/>
                <a:gd name="T9" fmla="*/ 53 h 60"/>
                <a:gd name="T10" fmla="*/ 97 w 104"/>
                <a:gd name="T11" fmla="*/ 59 h 60"/>
                <a:gd name="T12" fmla="*/ 1 w 104"/>
                <a:gd name="T13" fmla="*/ 14 h 60"/>
              </a:gdLst>
              <a:ahLst/>
              <a:cxnLst>
                <a:cxn ang="0">
                  <a:pos x="T0" y="T1"/>
                </a:cxn>
                <a:cxn ang="0">
                  <a:pos x="T2" y="T3"/>
                </a:cxn>
                <a:cxn ang="0">
                  <a:pos x="T4" y="T5"/>
                </a:cxn>
                <a:cxn ang="0">
                  <a:pos x="T6" y="T7"/>
                </a:cxn>
                <a:cxn ang="0">
                  <a:pos x="T8" y="T9"/>
                </a:cxn>
                <a:cxn ang="0">
                  <a:pos x="T10" y="T11"/>
                </a:cxn>
                <a:cxn ang="0">
                  <a:pos x="T12" y="T13"/>
                </a:cxn>
              </a:cxnLst>
              <a:rect l="0" t="0" r="r" b="b"/>
              <a:pathLst>
                <a:path w="104" h="60">
                  <a:moveTo>
                    <a:pt x="1" y="14"/>
                  </a:moveTo>
                  <a:cubicBezTo>
                    <a:pt x="0" y="14"/>
                    <a:pt x="1" y="11"/>
                    <a:pt x="3" y="7"/>
                  </a:cubicBezTo>
                  <a:cubicBezTo>
                    <a:pt x="5" y="3"/>
                    <a:pt x="7" y="0"/>
                    <a:pt x="8" y="0"/>
                  </a:cubicBezTo>
                  <a:cubicBezTo>
                    <a:pt x="103" y="45"/>
                    <a:pt x="103" y="45"/>
                    <a:pt x="103" y="45"/>
                  </a:cubicBezTo>
                  <a:cubicBezTo>
                    <a:pt x="104" y="45"/>
                    <a:pt x="103" y="49"/>
                    <a:pt x="101" y="53"/>
                  </a:cubicBezTo>
                  <a:cubicBezTo>
                    <a:pt x="99" y="57"/>
                    <a:pt x="97" y="60"/>
                    <a:pt x="97" y="59"/>
                  </a:cubicBezTo>
                  <a:lnTo>
                    <a:pt x="1" y="14"/>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1" name="Freeform 50"/>
            <p:cNvSpPr>
              <a:spLocks/>
            </p:cNvSpPr>
            <p:nvPr/>
          </p:nvSpPr>
          <p:spPr bwMode="auto">
            <a:xfrm>
              <a:off x="5733026" y="2462506"/>
              <a:ext cx="387350" cy="225425"/>
            </a:xfrm>
            <a:custGeom>
              <a:avLst/>
              <a:gdLst>
                <a:gd name="T0" fmla="*/ 1 w 103"/>
                <a:gd name="T1" fmla="*/ 15 h 60"/>
                <a:gd name="T2" fmla="*/ 3 w 103"/>
                <a:gd name="T3" fmla="*/ 7 h 60"/>
                <a:gd name="T4" fmla="*/ 7 w 103"/>
                <a:gd name="T5" fmla="*/ 1 h 60"/>
                <a:gd name="T6" fmla="*/ 103 w 103"/>
                <a:gd name="T7" fmla="*/ 46 h 60"/>
                <a:gd name="T8" fmla="*/ 101 w 103"/>
                <a:gd name="T9" fmla="*/ 53 h 60"/>
                <a:gd name="T10" fmla="*/ 96 w 103"/>
                <a:gd name="T11" fmla="*/ 60 h 60"/>
                <a:gd name="T12" fmla="*/ 1 w 103"/>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1" y="15"/>
                  </a:moveTo>
                  <a:cubicBezTo>
                    <a:pt x="0" y="15"/>
                    <a:pt x="1" y="11"/>
                    <a:pt x="3" y="7"/>
                  </a:cubicBezTo>
                  <a:cubicBezTo>
                    <a:pt x="5" y="3"/>
                    <a:pt x="7" y="0"/>
                    <a:pt x="7" y="1"/>
                  </a:cubicBezTo>
                  <a:cubicBezTo>
                    <a:pt x="103" y="46"/>
                    <a:pt x="103" y="46"/>
                    <a:pt x="103" y="46"/>
                  </a:cubicBezTo>
                  <a:cubicBezTo>
                    <a:pt x="103" y="46"/>
                    <a:pt x="102" y="49"/>
                    <a:pt x="101" y="53"/>
                  </a:cubicBezTo>
                  <a:cubicBezTo>
                    <a:pt x="99" y="57"/>
                    <a:pt x="97" y="60"/>
                    <a:pt x="96" y="60"/>
                  </a:cubicBezTo>
                  <a:lnTo>
                    <a:pt x="1"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2" name="Freeform 51"/>
            <p:cNvSpPr>
              <a:spLocks/>
            </p:cNvSpPr>
            <p:nvPr/>
          </p:nvSpPr>
          <p:spPr bwMode="auto">
            <a:xfrm>
              <a:off x="5664763" y="2610143"/>
              <a:ext cx="387350" cy="225425"/>
            </a:xfrm>
            <a:custGeom>
              <a:avLst/>
              <a:gdLst>
                <a:gd name="T0" fmla="*/ 0 w 103"/>
                <a:gd name="T1" fmla="*/ 15 h 60"/>
                <a:gd name="T2" fmla="*/ 3 w 103"/>
                <a:gd name="T3" fmla="*/ 7 h 60"/>
                <a:gd name="T4" fmla="*/ 7 w 103"/>
                <a:gd name="T5" fmla="*/ 1 h 60"/>
                <a:gd name="T6" fmla="*/ 103 w 103"/>
                <a:gd name="T7" fmla="*/ 46 h 60"/>
                <a:gd name="T8" fmla="*/ 100 w 103"/>
                <a:gd name="T9" fmla="*/ 53 h 60"/>
                <a:gd name="T10" fmla="*/ 96 w 103"/>
                <a:gd name="T11" fmla="*/ 60 h 60"/>
                <a:gd name="T12" fmla="*/ 0 w 103"/>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3" h="60">
                  <a:moveTo>
                    <a:pt x="0" y="15"/>
                  </a:moveTo>
                  <a:cubicBezTo>
                    <a:pt x="0" y="15"/>
                    <a:pt x="1" y="11"/>
                    <a:pt x="3" y="7"/>
                  </a:cubicBezTo>
                  <a:cubicBezTo>
                    <a:pt x="5" y="3"/>
                    <a:pt x="6" y="0"/>
                    <a:pt x="7" y="1"/>
                  </a:cubicBezTo>
                  <a:cubicBezTo>
                    <a:pt x="103" y="46"/>
                    <a:pt x="103" y="46"/>
                    <a:pt x="103" y="46"/>
                  </a:cubicBezTo>
                  <a:cubicBezTo>
                    <a:pt x="103" y="46"/>
                    <a:pt x="102" y="49"/>
                    <a:pt x="100" y="53"/>
                  </a:cubicBezTo>
                  <a:cubicBezTo>
                    <a:pt x="98" y="57"/>
                    <a:pt x="96" y="60"/>
                    <a:pt x="96" y="60"/>
                  </a:cubicBezTo>
                  <a:lnTo>
                    <a:pt x="0"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3" name="Freeform 52"/>
            <p:cNvSpPr>
              <a:spLocks/>
            </p:cNvSpPr>
            <p:nvPr/>
          </p:nvSpPr>
          <p:spPr bwMode="auto">
            <a:xfrm>
              <a:off x="5593326" y="2756193"/>
              <a:ext cx="390525" cy="225425"/>
            </a:xfrm>
            <a:custGeom>
              <a:avLst/>
              <a:gdLst>
                <a:gd name="T0" fmla="*/ 1 w 104"/>
                <a:gd name="T1" fmla="*/ 15 h 60"/>
                <a:gd name="T2" fmla="*/ 3 w 104"/>
                <a:gd name="T3" fmla="*/ 7 h 60"/>
                <a:gd name="T4" fmla="*/ 8 w 104"/>
                <a:gd name="T5" fmla="*/ 0 h 60"/>
                <a:gd name="T6" fmla="*/ 103 w 104"/>
                <a:gd name="T7" fmla="*/ 45 h 60"/>
                <a:gd name="T8" fmla="*/ 101 w 104"/>
                <a:gd name="T9" fmla="*/ 53 h 60"/>
                <a:gd name="T10" fmla="*/ 97 w 104"/>
                <a:gd name="T11" fmla="*/ 60 h 60"/>
                <a:gd name="T12" fmla="*/ 1 w 104"/>
                <a:gd name="T13" fmla="*/ 15 h 60"/>
              </a:gdLst>
              <a:ahLst/>
              <a:cxnLst>
                <a:cxn ang="0">
                  <a:pos x="T0" y="T1"/>
                </a:cxn>
                <a:cxn ang="0">
                  <a:pos x="T2" y="T3"/>
                </a:cxn>
                <a:cxn ang="0">
                  <a:pos x="T4" y="T5"/>
                </a:cxn>
                <a:cxn ang="0">
                  <a:pos x="T6" y="T7"/>
                </a:cxn>
                <a:cxn ang="0">
                  <a:pos x="T8" y="T9"/>
                </a:cxn>
                <a:cxn ang="0">
                  <a:pos x="T10" y="T11"/>
                </a:cxn>
                <a:cxn ang="0">
                  <a:pos x="T12" y="T13"/>
                </a:cxn>
              </a:cxnLst>
              <a:rect l="0" t="0" r="r" b="b"/>
              <a:pathLst>
                <a:path w="104" h="60">
                  <a:moveTo>
                    <a:pt x="1" y="15"/>
                  </a:moveTo>
                  <a:cubicBezTo>
                    <a:pt x="0" y="14"/>
                    <a:pt x="1" y="11"/>
                    <a:pt x="3" y="7"/>
                  </a:cubicBezTo>
                  <a:cubicBezTo>
                    <a:pt x="5" y="3"/>
                    <a:pt x="7" y="0"/>
                    <a:pt x="8" y="0"/>
                  </a:cubicBezTo>
                  <a:cubicBezTo>
                    <a:pt x="103" y="45"/>
                    <a:pt x="103" y="45"/>
                    <a:pt x="103" y="45"/>
                  </a:cubicBezTo>
                  <a:cubicBezTo>
                    <a:pt x="104" y="46"/>
                    <a:pt x="103" y="49"/>
                    <a:pt x="101" y="53"/>
                  </a:cubicBezTo>
                  <a:cubicBezTo>
                    <a:pt x="99" y="57"/>
                    <a:pt x="97" y="60"/>
                    <a:pt x="97" y="60"/>
                  </a:cubicBezTo>
                  <a:lnTo>
                    <a:pt x="1" y="1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4" name="Freeform 53"/>
            <p:cNvSpPr>
              <a:spLocks/>
            </p:cNvSpPr>
            <p:nvPr/>
          </p:nvSpPr>
          <p:spPr bwMode="auto">
            <a:xfrm>
              <a:off x="5480613" y="1805281"/>
              <a:ext cx="628650" cy="1243013"/>
            </a:xfrm>
            <a:custGeom>
              <a:avLst/>
              <a:gdLst>
                <a:gd name="T0" fmla="*/ 15 w 167"/>
                <a:gd name="T1" fmla="*/ 329 h 331"/>
                <a:gd name="T2" fmla="*/ 6 w 167"/>
                <a:gd name="T3" fmla="*/ 329 h 331"/>
                <a:gd name="T4" fmla="*/ 1 w 167"/>
                <a:gd name="T5" fmla="*/ 322 h 331"/>
                <a:gd name="T6" fmla="*/ 152 w 167"/>
                <a:gd name="T7" fmla="*/ 1 h 331"/>
                <a:gd name="T8" fmla="*/ 161 w 167"/>
                <a:gd name="T9" fmla="*/ 2 h 331"/>
                <a:gd name="T10" fmla="*/ 166 w 167"/>
                <a:gd name="T11" fmla="*/ 8 h 331"/>
                <a:gd name="T12" fmla="*/ 15 w 167"/>
                <a:gd name="T13" fmla="*/ 329 h 331"/>
              </a:gdLst>
              <a:ahLst/>
              <a:cxnLst>
                <a:cxn ang="0">
                  <a:pos x="T0" y="T1"/>
                </a:cxn>
                <a:cxn ang="0">
                  <a:pos x="T2" y="T3"/>
                </a:cxn>
                <a:cxn ang="0">
                  <a:pos x="T4" y="T5"/>
                </a:cxn>
                <a:cxn ang="0">
                  <a:pos x="T6" y="T7"/>
                </a:cxn>
                <a:cxn ang="0">
                  <a:pos x="T8" y="T9"/>
                </a:cxn>
                <a:cxn ang="0">
                  <a:pos x="T10" y="T11"/>
                </a:cxn>
                <a:cxn ang="0">
                  <a:pos x="T12" y="T13"/>
                </a:cxn>
              </a:cxnLst>
              <a:rect l="0" t="0" r="r" b="b"/>
              <a:pathLst>
                <a:path w="167" h="331">
                  <a:moveTo>
                    <a:pt x="15" y="329"/>
                  </a:moveTo>
                  <a:cubicBezTo>
                    <a:pt x="14" y="331"/>
                    <a:pt x="10" y="331"/>
                    <a:pt x="6" y="329"/>
                  </a:cubicBezTo>
                  <a:cubicBezTo>
                    <a:pt x="2" y="327"/>
                    <a:pt x="0" y="324"/>
                    <a:pt x="1" y="322"/>
                  </a:cubicBezTo>
                  <a:cubicBezTo>
                    <a:pt x="152" y="1"/>
                    <a:pt x="152" y="1"/>
                    <a:pt x="152" y="1"/>
                  </a:cubicBezTo>
                  <a:cubicBezTo>
                    <a:pt x="153" y="0"/>
                    <a:pt x="157" y="0"/>
                    <a:pt x="161" y="2"/>
                  </a:cubicBezTo>
                  <a:cubicBezTo>
                    <a:pt x="165" y="3"/>
                    <a:pt x="167" y="6"/>
                    <a:pt x="166" y="8"/>
                  </a:cubicBezTo>
                  <a:lnTo>
                    <a:pt x="15" y="329"/>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5" name="Freeform 54"/>
            <p:cNvSpPr>
              <a:spLocks/>
            </p:cNvSpPr>
            <p:nvPr/>
          </p:nvSpPr>
          <p:spPr bwMode="auto">
            <a:xfrm>
              <a:off x="5815576" y="1959268"/>
              <a:ext cx="627063" cy="1244600"/>
            </a:xfrm>
            <a:custGeom>
              <a:avLst/>
              <a:gdLst>
                <a:gd name="T0" fmla="*/ 15 w 167"/>
                <a:gd name="T1" fmla="*/ 330 h 331"/>
                <a:gd name="T2" fmla="*/ 6 w 167"/>
                <a:gd name="T3" fmla="*/ 330 h 331"/>
                <a:gd name="T4" fmla="*/ 0 w 167"/>
                <a:gd name="T5" fmla="*/ 323 h 331"/>
                <a:gd name="T6" fmla="*/ 152 w 167"/>
                <a:gd name="T7" fmla="*/ 2 h 331"/>
                <a:gd name="T8" fmla="*/ 160 w 167"/>
                <a:gd name="T9" fmla="*/ 2 h 331"/>
                <a:gd name="T10" fmla="*/ 166 w 167"/>
                <a:gd name="T11" fmla="*/ 9 h 331"/>
                <a:gd name="T12" fmla="*/ 15 w 167"/>
                <a:gd name="T13" fmla="*/ 330 h 331"/>
              </a:gdLst>
              <a:ahLst/>
              <a:cxnLst>
                <a:cxn ang="0">
                  <a:pos x="T0" y="T1"/>
                </a:cxn>
                <a:cxn ang="0">
                  <a:pos x="T2" y="T3"/>
                </a:cxn>
                <a:cxn ang="0">
                  <a:pos x="T4" y="T5"/>
                </a:cxn>
                <a:cxn ang="0">
                  <a:pos x="T6" y="T7"/>
                </a:cxn>
                <a:cxn ang="0">
                  <a:pos x="T8" y="T9"/>
                </a:cxn>
                <a:cxn ang="0">
                  <a:pos x="T10" y="T11"/>
                </a:cxn>
                <a:cxn ang="0">
                  <a:pos x="T12" y="T13"/>
                </a:cxn>
              </a:cxnLst>
              <a:rect l="0" t="0" r="r" b="b"/>
              <a:pathLst>
                <a:path w="167" h="331">
                  <a:moveTo>
                    <a:pt x="15" y="330"/>
                  </a:moveTo>
                  <a:cubicBezTo>
                    <a:pt x="14" y="331"/>
                    <a:pt x="10" y="331"/>
                    <a:pt x="6" y="330"/>
                  </a:cubicBezTo>
                  <a:cubicBezTo>
                    <a:pt x="2" y="328"/>
                    <a:pt x="0" y="325"/>
                    <a:pt x="0" y="323"/>
                  </a:cubicBezTo>
                  <a:cubicBezTo>
                    <a:pt x="152" y="2"/>
                    <a:pt x="152" y="2"/>
                    <a:pt x="152" y="2"/>
                  </a:cubicBezTo>
                  <a:cubicBezTo>
                    <a:pt x="153" y="0"/>
                    <a:pt x="157" y="1"/>
                    <a:pt x="160" y="2"/>
                  </a:cubicBezTo>
                  <a:cubicBezTo>
                    <a:pt x="164" y="4"/>
                    <a:pt x="167" y="7"/>
                    <a:pt x="166" y="9"/>
                  </a:cubicBezTo>
                  <a:lnTo>
                    <a:pt x="15" y="33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grpSp>
        <p:nvGrpSpPr>
          <p:cNvPr id="65" name="Group 64"/>
          <p:cNvGrpSpPr/>
          <p:nvPr/>
        </p:nvGrpSpPr>
        <p:grpSpPr>
          <a:xfrm>
            <a:off x="2892564" y="4136526"/>
            <a:ext cx="987136" cy="1241136"/>
            <a:chOff x="5680638" y="3999206"/>
            <a:chExt cx="1085850" cy="1365250"/>
          </a:xfrm>
        </p:grpSpPr>
        <p:sp>
          <p:nvSpPr>
            <p:cNvPr id="56" name="Freeform 55"/>
            <p:cNvSpPr>
              <a:spLocks/>
            </p:cNvSpPr>
            <p:nvPr/>
          </p:nvSpPr>
          <p:spPr bwMode="auto">
            <a:xfrm>
              <a:off x="5818751" y="4207168"/>
              <a:ext cx="373063" cy="269875"/>
            </a:xfrm>
            <a:custGeom>
              <a:avLst/>
              <a:gdLst>
                <a:gd name="T0" fmla="*/ 9 w 99"/>
                <a:gd name="T1" fmla="*/ 71 h 72"/>
                <a:gd name="T2" fmla="*/ 4 w 99"/>
                <a:gd name="T3" fmla="*/ 65 h 72"/>
                <a:gd name="T4" fmla="*/ 1 w 99"/>
                <a:gd name="T5" fmla="*/ 58 h 72"/>
                <a:gd name="T6" fmla="*/ 90 w 99"/>
                <a:gd name="T7" fmla="*/ 1 h 72"/>
                <a:gd name="T8" fmla="*/ 95 w 99"/>
                <a:gd name="T9" fmla="*/ 7 h 72"/>
                <a:gd name="T10" fmla="*/ 98 w 99"/>
                <a:gd name="T11" fmla="*/ 14 h 72"/>
                <a:gd name="T12" fmla="*/ 9 w 99"/>
                <a:gd name="T13" fmla="*/ 71 h 72"/>
              </a:gdLst>
              <a:ahLst/>
              <a:cxnLst>
                <a:cxn ang="0">
                  <a:pos x="T0" y="T1"/>
                </a:cxn>
                <a:cxn ang="0">
                  <a:pos x="T2" y="T3"/>
                </a:cxn>
                <a:cxn ang="0">
                  <a:pos x="T4" y="T5"/>
                </a:cxn>
                <a:cxn ang="0">
                  <a:pos x="T6" y="T7"/>
                </a:cxn>
                <a:cxn ang="0">
                  <a:pos x="T8" y="T9"/>
                </a:cxn>
                <a:cxn ang="0">
                  <a:pos x="T10" y="T11"/>
                </a:cxn>
                <a:cxn ang="0">
                  <a:pos x="T12" y="T13"/>
                </a:cxn>
              </a:cxnLst>
              <a:rect l="0" t="0" r="r" b="b"/>
              <a:pathLst>
                <a:path w="99" h="72">
                  <a:moveTo>
                    <a:pt x="9" y="71"/>
                  </a:moveTo>
                  <a:cubicBezTo>
                    <a:pt x="9" y="72"/>
                    <a:pt x="7" y="69"/>
                    <a:pt x="4" y="65"/>
                  </a:cubicBezTo>
                  <a:cubicBezTo>
                    <a:pt x="2" y="61"/>
                    <a:pt x="0" y="58"/>
                    <a:pt x="1" y="58"/>
                  </a:cubicBezTo>
                  <a:cubicBezTo>
                    <a:pt x="90" y="1"/>
                    <a:pt x="90" y="1"/>
                    <a:pt x="90" y="1"/>
                  </a:cubicBezTo>
                  <a:cubicBezTo>
                    <a:pt x="90" y="0"/>
                    <a:pt x="93" y="3"/>
                    <a:pt x="95" y="7"/>
                  </a:cubicBezTo>
                  <a:cubicBezTo>
                    <a:pt x="97" y="11"/>
                    <a:pt x="99" y="14"/>
                    <a:pt x="98" y="14"/>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7" name="Freeform 56"/>
            <p:cNvSpPr>
              <a:spLocks/>
            </p:cNvSpPr>
            <p:nvPr/>
          </p:nvSpPr>
          <p:spPr bwMode="auto">
            <a:xfrm>
              <a:off x="5906063" y="4345281"/>
              <a:ext cx="371475" cy="266700"/>
            </a:xfrm>
            <a:custGeom>
              <a:avLst/>
              <a:gdLst>
                <a:gd name="T0" fmla="*/ 10 w 99"/>
                <a:gd name="T1" fmla="*/ 70 h 71"/>
                <a:gd name="T2" fmla="*/ 4 w 99"/>
                <a:gd name="T3" fmla="*/ 64 h 71"/>
                <a:gd name="T4" fmla="*/ 1 w 99"/>
                <a:gd name="T5" fmla="*/ 57 h 71"/>
                <a:gd name="T6" fmla="*/ 90 w 99"/>
                <a:gd name="T7" fmla="*/ 0 h 71"/>
                <a:gd name="T8" fmla="*/ 95 w 99"/>
                <a:gd name="T9" fmla="*/ 6 h 71"/>
                <a:gd name="T10" fmla="*/ 99 w 99"/>
                <a:gd name="T11" fmla="*/ 13 h 71"/>
                <a:gd name="T12" fmla="*/ 10 w 99"/>
                <a:gd name="T13" fmla="*/ 70 h 71"/>
              </a:gdLst>
              <a:ahLst/>
              <a:cxnLst>
                <a:cxn ang="0">
                  <a:pos x="T0" y="T1"/>
                </a:cxn>
                <a:cxn ang="0">
                  <a:pos x="T2" y="T3"/>
                </a:cxn>
                <a:cxn ang="0">
                  <a:pos x="T4" y="T5"/>
                </a:cxn>
                <a:cxn ang="0">
                  <a:pos x="T6" y="T7"/>
                </a:cxn>
                <a:cxn ang="0">
                  <a:pos x="T8" y="T9"/>
                </a:cxn>
                <a:cxn ang="0">
                  <a:pos x="T10" y="T11"/>
                </a:cxn>
                <a:cxn ang="0">
                  <a:pos x="T12" y="T13"/>
                </a:cxn>
              </a:cxnLst>
              <a:rect l="0" t="0" r="r" b="b"/>
              <a:pathLst>
                <a:path w="99" h="71">
                  <a:moveTo>
                    <a:pt x="10" y="70"/>
                  </a:moveTo>
                  <a:cubicBezTo>
                    <a:pt x="9" y="71"/>
                    <a:pt x="7" y="68"/>
                    <a:pt x="4" y="64"/>
                  </a:cubicBezTo>
                  <a:cubicBezTo>
                    <a:pt x="2" y="61"/>
                    <a:pt x="0" y="57"/>
                    <a:pt x="1" y="57"/>
                  </a:cubicBezTo>
                  <a:cubicBezTo>
                    <a:pt x="90" y="0"/>
                    <a:pt x="90" y="0"/>
                    <a:pt x="90" y="0"/>
                  </a:cubicBezTo>
                  <a:cubicBezTo>
                    <a:pt x="91" y="0"/>
                    <a:pt x="93" y="2"/>
                    <a:pt x="95" y="6"/>
                  </a:cubicBezTo>
                  <a:cubicBezTo>
                    <a:pt x="98" y="10"/>
                    <a:pt x="99" y="13"/>
                    <a:pt x="99" y="13"/>
                  </a:cubicBezTo>
                  <a:lnTo>
                    <a:pt x="10" y="7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8" name="Freeform 57"/>
            <p:cNvSpPr>
              <a:spLocks/>
            </p:cNvSpPr>
            <p:nvPr/>
          </p:nvSpPr>
          <p:spPr bwMode="auto">
            <a:xfrm>
              <a:off x="5996551" y="4480218"/>
              <a:ext cx="368300" cy="266700"/>
            </a:xfrm>
            <a:custGeom>
              <a:avLst/>
              <a:gdLst>
                <a:gd name="T0" fmla="*/ 9 w 98"/>
                <a:gd name="T1" fmla="*/ 70 h 71"/>
                <a:gd name="T2" fmla="*/ 4 w 98"/>
                <a:gd name="T3" fmla="*/ 64 h 71"/>
                <a:gd name="T4" fmla="*/ 0 w 98"/>
                <a:gd name="T5" fmla="*/ 57 h 71"/>
                <a:gd name="T6" fmla="*/ 89 w 98"/>
                <a:gd name="T7" fmla="*/ 0 h 71"/>
                <a:gd name="T8" fmla="*/ 94 w 98"/>
                <a:gd name="T9" fmla="*/ 6 h 71"/>
                <a:gd name="T10" fmla="*/ 98 w 98"/>
                <a:gd name="T11" fmla="*/ 13 h 71"/>
                <a:gd name="T12" fmla="*/ 9 w 98"/>
                <a:gd name="T13" fmla="*/ 70 h 71"/>
              </a:gdLst>
              <a:ahLst/>
              <a:cxnLst>
                <a:cxn ang="0">
                  <a:pos x="T0" y="T1"/>
                </a:cxn>
                <a:cxn ang="0">
                  <a:pos x="T2" y="T3"/>
                </a:cxn>
                <a:cxn ang="0">
                  <a:pos x="T4" y="T5"/>
                </a:cxn>
                <a:cxn ang="0">
                  <a:pos x="T6" y="T7"/>
                </a:cxn>
                <a:cxn ang="0">
                  <a:pos x="T8" y="T9"/>
                </a:cxn>
                <a:cxn ang="0">
                  <a:pos x="T10" y="T11"/>
                </a:cxn>
                <a:cxn ang="0">
                  <a:pos x="T12" y="T13"/>
                </a:cxn>
              </a:cxnLst>
              <a:rect l="0" t="0" r="r" b="b"/>
              <a:pathLst>
                <a:path w="98" h="71">
                  <a:moveTo>
                    <a:pt x="9" y="70"/>
                  </a:moveTo>
                  <a:cubicBezTo>
                    <a:pt x="8" y="71"/>
                    <a:pt x="6" y="68"/>
                    <a:pt x="4" y="64"/>
                  </a:cubicBezTo>
                  <a:cubicBezTo>
                    <a:pt x="1" y="61"/>
                    <a:pt x="0" y="57"/>
                    <a:pt x="0" y="57"/>
                  </a:cubicBezTo>
                  <a:cubicBezTo>
                    <a:pt x="89" y="0"/>
                    <a:pt x="89" y="0"/>
                    <a:pt x="89" y="0"/>
                  </a:cubicBezTo>
                  <a:cubicBezTo>
                    <a:pt x="90" y="0"/>
                    <a:pt x="92" y="2"/>
                    <a:pt x="94" y="6"/>
                  </a:cubicBezTo>
                  <a:cubicBezTo>
                    <a:pt x="97" y="10"/>
                    <a:pt x="98" y="13"/>
                    <a:pt x="98" y="13"/>
                  </a:cubicBezTo>
                  <a:lnTo>
                    <a:pt x="9" y="7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59" name="Freeform 58"/>
            <p:cNvSpPr>
              <a:spLocks/>
            </p:cNvSpPr>
            <p:nvPr/>
          </p:nvSpPr>
          <p:spPr bwMode="auto">
            <a:xfrm>
              <a:off x="6082276" y="4616743"/>
              <a:ext cx="368300" cy="266700"/>
            </a:xfrm>
            <a:custGeom>
              <a:avLst/>
              <a:gdLst>
                <a:gd name="T0" fmla="*/ 9 w 98"/>
                <a:gd name="T1" fmla="*/ 71 h 71"/>
                <a:gd name="T2" fmla="*/ 4 w 98"/>
                <a:gd name="T3" fmla="*/ 64 h 71"/>
                <a:gd name="T4" fmla="*/ 0 w 98"/>
                <a:gd name="T5" fmla="*/ 57 h 71"/>
                <a:gd name="T6" fmla="*/ 89 w 98"/>
                <a:gd name="T7" fmla="*/ 0 h 71"/>
                <a:gd name="T8" fmla="*/ 95 w 98"/>
                <a:gd name="T9" fmla="*/ 6 h 71"/>
                <a:gd name="T10" fmla="*/ 98 w 98"/>
                <a:gd name="T11" fmla="*/ 13 h 71"/>
                <a:gd name="T12" fmla="*/ 9 w 98"/>
                <a:gd name="T13" fmla="*/ 71 h 71"/>
              </a:gdLst>
              <a:ahLst/>
              <a:cxnLst>
                <a:cxn ang="0">
                  <a:pos x="T0" y="T1"/>
                </a:cxn>
                <a:cxn ang="0">
                  <a:pos x="T2" y="T3"/>
                </a:cxn>
                <a:cxn ang="0">
                  <a:pos x="T4" y="T5"/>
                </a:cxn>
                <a:cxn ang="0">
                  <a:pos x="T6" y="T7"/>
                </a:cxn>
                <a:cxn ang="0">
                  <a:pos x="T8" y="T9"/>
                </a:cxn>
                <a:cxn ang="0">
                  <a:pos x="T10" y="T11"/>
                </a:cxn>
                <a:cxn ang="0">
                  <a:pos x="T12" y="T13"/>
                </a:cxn>
              </a:cxnLst>
              <a:rect l="0" t="0" r="r" b="b"/>
              <a:pathLst>
                <a:path w="98" h="71">
                  <a:moveTo>
                    <a:pt x="9" y="71"/>
                  </a:moveTo>
                  <a:cubicBezTo>
                    <a:pt x="8" y="71"/>
                    <a:pt x="6" y="68"/>
                    <a:pt x="4" y="64"/>
                  </a:cubicBezTo>
                  <a:cubicBezTo>
                    <a:pt x="1" y="61"/>
                    <a:pt x="0" y="58"/>
                    <a:pt x="0" y="57"/>
                  </a:cubicBezTo>
                  <a:cubicBezTo>
                    <a:pt x="89" y="0"/>
                    <a:pt x="89" y="0"/>
                    <a:pt x="89" y="0"/>
                  </a:cubicBezTo>
                  <a:cubicBezTo>
                    <a:pt x="90" y="0"/>
                    <a:pt x="92" y="3"/>
                    <a:pt x="95" y="6"/>
                  </a:cubicBezTo>
                  <a:cubicBezTo>
                    <a:pt x="97" y="10"/>
                    <a:pt x="98" y="13"/>
                    <a:pt x="98" y="13"/>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0" name="Freeform 59"/>
            <p:cNvSpPr>
              <a:spLocks/>
            </p:cNvSpPr>
            <p:nvPr/>
          </p:nvSpPr>
          <p:spPr bwMode="auto">
            <a:xfrm>
              <a:off x="6169588" y="4751681"/>
              <a:ext cx="371475" cy="266700"/>
            </a:xfrm>
            <a:custGeom>
              <a:avLst/>
              <a:gdLst>
                <a:gd name="T0" fmla="*/ 9 w 99"/>
                <a:gd name="T1" fmla="*/ 71 h 71"/>
                <a:gd name="T2" fmla="*/ 4 w 99"/>
                <a:gd name="T3" fmla="*/ 65 h 71"/>
                <a:gd name="T4" fmla="*/ 1 w 99"/>
                <a:gd name="T5" fmla="*/ 57 h 71"/>
                <a:gd name="T6" fmla="*/ 90 w 99"/>
                <a:gd name="T7" fmla="*/ 0 h 71"/>
                <a:gd name="T8" fmla="*/ 95 w 99"/>
                <a:gd name="T9" fmla="*/ 6 h 71"/>
                <a:gd name="T10" fmla="*/ 98 w 99"/>
                <a:gd name="T11" fmla="*/ 14 h 71"/>
                <a:gd name="T12" fmla="*/ 9 w 99"/>
                <a:gd name="T13" fmla="*/ 71 h 71"/>
              </a:gdLst>
              <a:ahLst/>
              <a:cxnLst>
                <a:cxn ang="0">
                  <a:pos x="T0" y="T1"/>
                </a:cxn>
                <a:cxn ang="0">
                  <a:pos x="T2" y="T3"/>
                </a:cxn>
                <a:cxn ang="0">
                  <a:pos x="T4" y="T5"/>
                </a:cxn>
                <a:cxn ang="0">
                  <a:pos x="T6" y="T7"/>
                </a:cxn>
                <a:cxn ang="0">
                  <a:pos x="T8" y="T9"/>
                </a:cxn>
                <a:cxn ang="0">
                  <a:pos x="T10" y="T11"/>
                </a:cxn>
                <a:cxn ang="0">
                  <a:pos x="T12" y="T13"/>
                </a:cxn>
              </a:cxnLst>
              <a:rect l="0" t="0" r="r" b="b"/>
              <a:pathLst>
                <a:path w="99" h="71">
                  <a:moveTo>
                    <a:pt x="9" y="71"/>
                  </a:moveTo>
                  <a:cubicBezTo>
                    <a:pt x="9" y="71"/>
                    <a:pt x="6" y="68"/>
                    <a:pt x="4" y="65"/>
                  </a:cubicBezTo>
                  <a:cubicBezTo>
                    <a:pt x="2" y="61"/>
                    <a:pt x="0" y="58"/>
                    <a:pt x="1" y="57"/>
                  </a:cubicBezTo>
                  <a:cubicBezTo>
                    <a:pt x="90" y="0"/>
                    <a:pt x="90" y="0"/>
                    <a:pt x="90" y="0"/>
                  </a:cubicBezTo>
                  <a:cubicBezTo>
                    <a:pt x="90" y="0"/>
                    <a:pt x="92" y="3"/>
                    <a:pt x="95" y="6"/>
                  </a:cubicBezTo>
                  <a:cubicBezTo>
                    <a:pt x="97" y="10"/>
                    <a:pt x="99" y="13"/>
                    <a:pt x="98" y="14"/>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1" name="Freeform 60"/>
            <p:cNvSpPr>
              <a:spLocks/>
            </p:cNvSpPr>
            <p:nvPr/>
          </p:nvSpPr>
          <p:spPr bwMode="auto">
            <a:xfrm>
              <a:off x="6255313" y="4886618"/>
              <a:ext cx="373063" cy="266700"/>
            </a:xfrm>
            <a:custGeom>
              <a:avLst/>
              <a:gdLst>
                <a:gd name="T0" fmla="*/ 9 w 99"/>
                <a:gd name="T1" fmla="*/ 71 h 71"/>
                <a:gd name="T2" fmla="*/ 4 w 99"/>
                <a:gd name="T3" fmla="*/ 65 h 71"/>
                <a:gd name="T4" fmla="*/ 1 w 99"/>
                <a:gd name="T5" fmla="*/ 57 h 71"/>
                <a:gd name="T6" fmla="*/ 90 w 99"/>
                <a:gd name="T7" fmla="*/ 0 h 71"/>
                <a:gd name="T8" fmla="*/ 95 w 99"/>
                <a:gd name="T9" fmla="*/ 6 h 71"/>
                <a:gd name="T10" fmla="*/ 98 w 99"/>
                <a:gd name="T11" fmla="*/ 14 h 71"/>
                <a:gd name="T12" fmla="*/ 9 w 99"/>
                <a:gd name="T13" fmla="*/ 71 h 71"/>
              </a:gdLst>
              <a:ahLst/>
              <a:cxnLst>
                <a:cxn ang="0">
                  <a:pos x="T0" y="T1"/>
                </a:cxn>
                <a:cxn ang="0">
                  <a:pos x="T2" y="T3"/>
                </a:cxn>
                <a:cxn ang="0">
                  <a:pos x="T4" y="T5"/>
                </a:cxn>
                <a:cxn ang="0">
                  <a:pos x="T6" y="T7"/>
                </a:cxn>
                <a:cxn ang="0">
                  <a:pos x="T8" y="T9"/>
                </a:cxn>
                <a:cxn ang="0">
                  <a:pos x="T10" y="T11"/>
                </a:cxn>
                <a:cxn ang="0">
                  <a:pos x="T12" y="T13"/>
                </a:cxn>
              </a:cxnLst>
              <a:rect l="0" t="0" r="r" b="b"/>
              <a:pathLst>
                <a:path w="99" h="71">
                  <a:moveTo>
                    <a:pt x="9" y="71"/>
                  </a:moveTo>
                  <a:cubicBezTo>
                    <a:pt x="9" y="71"/>
                    <a:pt x="6" y="68"/>
                    <a:pt x="4" y="65"/>
                  </a:cubicBezTo>
                  <a:cubicBezTo>
                    <a:pt x="2" y="61"/>
                    <a:pt x="0" y="58"/>
                    <a:pt x="1" y="57"/>
                  </a:cubicBezTo>
                  <a:cubicBezTo>
                    <a:pt x="90" y="0"/>
                    <a:pt x="90" y="0"/>
                    <a:pt x="90" y="0"/>
                  </a:cubicBezTo>
                  <a:cubicBezTo>
                    <a:pt x="90" y="0"/>
                    <a:pt x="93" y="3"/>
                    <a:pt x="95" y="6"/>
                  </a:cubicBezTo>
                  <a:cubicBezTo>
                    <a:pt x="97" y="10"/>
                    <a:pt x="99" y="13"/>
                    <a:pt x="98" y="14"/>
                  </a:cubicBezTo>
                  <a:lnTo>
                    <a:pt x="9" y="7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2" name="Freeform 61"/>
            <p:cNvSpPr>
              <a:spLocks/>
            </p:cNvSpPr>
            <p:nvPr/>
          </p:nvSpPr>
          <p:spPr bwMode="auto">
            <a:xfrm>
              <a:off x="5680638" y="4199231"/>
              <a:ext cx="777875" cy="1165225"/>
            </a:xfrm>
            <a:custGeom>
              <a:avLst/>
              <a:gdLst>
                <a:gd name="T0" fmla="*/ 206 w 207"/>
                <a:gd name="T1" fmla="*/ 300 h 310"/>
                <a:gd name="T2" fmla="*/ 201 w 207"/>
                <a:gd name="T3" fmla="*/ 307 h 310"/>
                <a:gd name="T4" fmla="*/ 192 w 207"/>
                <a:gd name="T5" fmla="*/ 308 h 310"/>
                <a:gd name="T6" fmla="*/ 1 w 207"/>
                <a:gd name="T7" fmla="*/ 10 h 310"/>
                <a:gd name="T8" fmla="*/ 6 w 207"/>
                <a:gd name="T9" fmla="*/ 3 h 310"/>
                <a:gd name="T10" fmla="*/ 14 w 207"/>
                <a:gd name="T11" fmla="*/ 1 h 310"/>
                <a:gd name="T12" fmla="*/ 206 w 207"/>
                <a:gd name="T13" fmla="*/ 300 h 310"/>
              </a:gdLst>
              <a:ahLst/>
              <a:cxnLst>
                <a:cxn ang="0">
                  <a:pos x="T0" y="T1"/>
                </a:cxn>
                <a:cxn ang="0">
                  <a:pos x="T2" y="T3"/>
                </a:cxn>
                <a:cxn ang="0">
                  <a:pos x="T4" y="T5"/>
                </a:cxn>
                <a:cxn ang="0">
                  <a:pos x="T6" y="T7"/>
                </a:cxn>
                <a:cxn ang="0">
                  <a:pos x="T8" y="T9"/>
                </a:cxn>
                <a:cxn ang="0">
                  <a:pos x="T10" y="T11"/>
                </a:cxn>
                <a:cxn ang="0">
                  <a:pos x="T12" y="T13"/>
                </a:cxn>
              </a:cxnLst>
              <a:rect l="0" t="0" r="r" b="b"/>
              <a:pathLst>
                <a:path w="207" h="310">
                  <a:moveTo>
                    <a:pt x="206" y="300"/>
                  </a:moveTo>
                  <a:cubicBezTo>
                    <a:pt x="207" y="301"/>
                    <a:pt x="205" y="305"/>
                    <a:pt x="201" y="307"/>
                  </a:cubicBezTo>
                  <a:cubicBezTo>
                    <a:pt x="197" y="309"/>
                    <a:pt x="193" y="310"/>
                    <a:pt x="192" y="308"/>
                  </a:cubicBezTo>
                  <a:cubicBezTo>
                    <a:pt x="1" y="10"/>
                    <a:pt x="1" y="10"/>
                    <a:pt x="1" y="10"/>
                  </a:cubicBezTo>
                  <a:cubicBezTo>
                    <a:pt x="0" y="8"/>
                    <a:pt x="2" y="5"/>
                    <a:pt x="6" y="3"/>
                  </a:cubicBezTo>
                  <a:cubicBezTo>
                    <a:pt x="9" y="0"/>
                    <a:pt x="13" y="0"/>
                    <a:pt x="14" y="1"/>
                  </a:cubicBezTo>
                  <a:lnTo>
                    <a:pt x="206" y="30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sp>
          <p:nvSpPr>
            <p:cNvPr id="63" name="Freeform 62"/>
            <p:cNvSpPr>
              <a:spLocks/>
            </p:cNvSpPr>
            <p:nvPr/>
          </p:nvSpPr>
          <p:spPr bwMode="auto">
            <a:xfrm>
              <a:off x="5988613" y="3999206"/>
              <a:ext cx="777875" cy="1165225"/>
            </a:xfrm>
            <a:custGeom>
              <a:avLst/>
              <a:gdLst>
                <a:gd name="T0" fmla="*/ 206 w 207"/>
                <a:gd name="T1" fmla="*/ 300 h 310"/>
                <a:gd name="T2" fmla="*/ 201 w 207"/>
                <a:gd name="T3" fmla="*/ 307 h 310"/>
                <a:gd name="T4" fmla="*/ 193 w 207"/>
                <a:gd name="T5" fmla="*/ 308 h 310"/>
                <a:gd name="T6" fmla="*/ 1 w 207"/>
                <a:gd name="T7" fmla="*/ 10 h 310"/>
                <a:gd name="T8" fmla="*/ 6 w 207"/>
                <a:gd name="T9" fmla="*/ 3 h 310"/>
                <a:gd name="T10" fmla="*/ 15 w 207"/>
                <a:gd name="T11" fmla="*/ 1 h 310"/>
                <a:gd name="T12" fmla="*/ 206 w 207"/>
                <a:gd name="T13" fmla="*/ 300 h 310"/>
              </a:gdLst>
              <a:ahLst/>
              <a:cxnLst>
                <a:cxn ang="0">
                  <a:pos x="T0" y="T1"/>
                </a:cxn>
                <a:cxn ang="0">
                  <a:pos x="T2" y="T3"/>
                </a:cxn>
                <a:cxn ang="0">
                  <a:pos x="T4" y="T5"/>
                </a:cxn>
                <a:cxn ang="0">
                  <a:pos x="T6" y="T7"/>
                </a:cxn>
                <a:cxn ang="0">
                  <a:pos x="T8" y="T9"/>
                </a:cxn>
                <a:cxn ang="0">
                  <a:pos x="T10" y="T11"/>
                </a:cxn>
                <a:cxn ang="0">
                  <a:pos x="T12" y="T13"/>
                </a:cxn>
              </a:cxnLst>
              <a:rect l="0" t="0" r="r" b="b"/>
              <a:pathLst>
                <a:path w="207" h="310">
                  <a:moveTo>
                    <a:pt x="206" y="300"/>
                  </a:moveTo>
                  <a:cubicBezTo>
                    <a:pt x="207" y="301"/>
                    <a:pt x="205" y="305"/>
                    <a:pt x="201" y="307"/>
                  </a:cubicBezTo>
                  <a:cubicBezTo>
                    <a:pt x="198" y="309"/>
                    <a:pt x="194" y="310"/>
                    <a:pt x="193" y="308"/>
                  </a:cubicBezTo>
                  <a:cubicBezTo>
                    <a:pt x="1" y="10"/>
                    <a:pt x="1" y="10"/>
                    <a:pt x="1" y="10"/>
                  </a:cubicBezTo>
                  <a:cubicBezTo>
                    <a:pt x="0" y="8"/>
                    <a:pt x="2" y="5"/>
                    <a:pt x="6" y="3"/>
                  </a:cubicBezTo>
                  <a:cubicBezTo>
                    <a:pt x="10" y="0"/>
                    <a:pt x="14" y="0"/>
                    <a:pt x="15" y="1"/>
                  </a:cubicBezTo>
                  <a:lnTo>
                    <a:pt x="206" y="30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5C5C5C"/>
                </a:solidFill>
                <a:latin typeface="Lato Light"/>
                <a:cs typeface="+mn-cs"/>
              </a:endParaRPr>
            </a:p>
          </p:txBody>
        </p:sp>
      </p:grpSp>
      <p:sp>
        <p:nvSpPr>
          <p:cNvPr id="74" name="TextBox 73"/>
          <p:cNvSpPr txBox="1"/>
          <p:nvPr/>
        </p:nvSpPr>
        <p:spPr>
          <a:xfrm>
            <a:off x="7132722" y="1120523"/>
            <a:ext cx="4862228" cy="646331"/>
          </a:xfrm>
          <a:prstGeom prst="rect">
            <a:avLst/>
          </a:prstGeom>
          <a:noFill/>
        </p:spPr>
        <p:txBody>
          <a:bodyPr wrap="none" rtlCol="0">
            <a:spAutoFit/>
          </a:bodyPr>
          <a:lstStyle/>
          <a:p>
            <a:pPr marL="742950" indent="-742950" algn="r" rtl="1" fontAlgn="auto">
              <a:spcBef>
                <a:spcPts val="0"/>
              </a:spcBef>
              <a:spcAft>
                <a:spcPts val="0"/>
              </a:spcAft>
              <a:buFont typeface="+mj-lt"/>
              <a:buAutoNum type="arabicPeriod" startAt="2"/>
            </a:pPr>
            <a:r>
              <a:rPr lang="ar-SA" sz="3600" b="1" dirty="0">
                <a:solidFill>
                  <a:schemeClr val="accent1">
                    <a:lumMod val="60000"/>
                    <a:lumOff val="40000"/>
                  </a:schemeClr>
                </a:solidFill>
              </a:rPr>
              <a:t>مميزات الكتاب الإلكتروني </a:t>
            </a:r>
            <a:endParaRPr lang="en-US" sz="3600" b="1" u="sng" dirty="0">
              <a:solidFill>
                <a:schemeClr val="accent1">
                  <a:lumMod val="60000"/>
                  <a:lumOff val="40000"/>
                </a:schemeClr>
              </a:solidFill>
              <a:latin typeface="Lato Light"/>
              <a:cs typeface="+mn-cs"/>
            </a:endParaRPr>
          </a:p>
        </p:txBody>
      </p:sp>
      <p:grpSp>
        <p:nvGrpSpPr>
          <p:cNvPr id="88" name="Group 87"/>
          <p:cNvGrpSpPr/>
          <p:nvPr/>
        </p:nvGrpSpPr>
        <p:grpSpPr>
          <a:xfrm>
            <a:off x="5932982" y="2139075"/>
            <a:ext cx="6203621" cy="830997"/>
            <a:chOff x="1217648" y="3195010"/>
            <a:chExt cx="6203621" cy="830997"/>
          </a:xfrm>
        </p:grpSpPr>
        <p:sp>
          <p:nvSpPr>
            <p:cNvPr id="89" name="Oval 88"/>
            <p:cNvSpPr/>
            <p:nvPr/>
          </p:nvSpPr>
          <p:spPr>
            <a:xfrm>
              <a:off x="1217648" y="3257875"/>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90" name="Group 89"/>
            <p:cNvGrpSpPr/>
            <p:nvPr/>
          </p:nvGrpSpPr>
          <p:grpSpPr>
            <a:xfrm>
              <a:off x="1371345" y="3446269"/>
              <a:ext cx="317153" cy="247759"/>
              <a:chOff x="2581275" y="1710532"/>
              <a:chExt cx="464344" cy="362744"/>
            </a:xfrm>
            <a:solidFill>
              <a:schemeClr val="bg1"/>
            </a:solidFill>
          </p:grpSpPr>
          <p:sp>
            <p:nvSpPr>
              <p:cNvPr id="94" name="AutoShape 140"/>
              <p:cNvSpPr>
                <a:spLocks/>
              </p:cNvSpPr>
              <p:nvPr/>
            </p:nvSpPr>
            <p:spPr bwMode="auto">
              <a:xfrm>
                <a:off x="2639219" y="1768475"/>
                <a:ext cx="290513" cy="235744"/>
              </a:xfrm>
              <a:custGeom>
                <a:avLst/>
                <a:gdLst>
                  <a:gd name="T0" fmla="+- 0 10800 376"/>
                  <a:gd name="T1" fmla="*/ T0 w 20848"/>
                  <a:gd name="T2" fmla="*/ 10800 h 21600"/>
                  <a:gd name="T3" fmla="+- 0 10800 376"/>
                  <a:gd name="T4" fmla="*/ T3 w 20848"/>
                  <a:gd name="T5" fmla="*/ 10800 h 21600"/>
                  <a:gd name="T6" fmla="+- 0 10800 376"/>
                  <a:gd name="T7" fmla="*/ T6 w 20848"/>
                  <a:gd name="T8" fmla="*/ 10800 h 21600"/>
                  <a:gd name="T9" fmla="+- 0 10800 376"/>
                  <a:gd name="T10" fmla="*/ T9 w 20848"/>
                  <a:gd name="T11" fmla="*/ 10800 h 21600"/>
                </a:gdLst>
                <a:ahLst/>
                <a:cxnLst>
                  <a:cxn ang="0">
                    <a:pos x="T1" y="T2"/>
                  </a:cxn>
                  <a:cxn ang="0">
                    <a:pos x="T4" y="T5"/>
                  </a:cxn>
                  <a:cxn ang="0">
                    <a:pos x="T7" y="T8"/>
                  </a:cxn>
                  <a:cxn ang="0">
                    <a:pos x="T10" y="T11"/>
                  </a:cxn>
                </a:cxnLst>
                <a:rect l="0" t="0" r="r" b="b"/>
                <a:pathLst>
                  <a:path w="20848" h="21600">
                    <a:moveTo>
                      <a:pt x="18728" y="19178"/>
                    </a:moveTo>
                    <a:cubicBezTo>
                      <a:pt x="13191" y="20631"/>
                      <a:pt x="7654" y="20631"/>
                      <a:pt x="2118" y="19178"/>
                    </a:cubicBezTo>
                    <a:cubicBezTo>
                      <a:pt x="678" y="13592"/>
                      <a:pt x="678" y="8008"/>
                      <a:pt x="2118" y="2421"/>
                    </a:cubicBezTo>
                    <a:cubicBezTo>
                      <a:pt x="7654" y="968"/>
                      <a:pt x="13191" y="968"/>
                      <a:pt x="18728" y="2421"/>
                    </a:cubicBezTo>
                    <a:cubicBezTo>
                      <a:pt x="20168" y="8008"/>
                      <a:pt x="20168" y="13592"/>
                      <a:pt x="18728" y="19178"/>
                    </a:cubicBezTo>
                    <a:moveTo>
                      <a:pt x="18938" y="1116"/>
                    </a:moveTo>
                    <a:cubicBezTo>
                      <a:pt x="16114" y="375"/>
                      <a:pt x="13249" y="0"/>
                      <a:pt x="10423" y="0"/>
                    </a:cubicBezTo>
                    <a:cubicBezTo>
                      <a:pt x="7597" y="0"/>
                      <a:pt x="4732" y="375"/>
                      <a:pt x="1908" y="1116"/>
                    </a:cubicBezTo>
                    <a:cubicBezTo>
                      <a:pt x="1543" y="1213"/>
                      <a:pt x="1244" y="1552"/>
                      <a:pt x="1127" y="2004"/>
                    </a:cubicBezTo>
                    <a:cubicBezTo>
                      <a:pt x="-376" y="7841"/>
                      <a:pt x="-376" y="13759"/>
                      <a:pt x="1127" y="19593"/>
                    </a:cubicBezTo>
                    <a:cubicBezTo>
                      <a:pt x="1244" y="20047"/>
                      <a:pt x="1543" y="20386"/>
                      <a:pt x="1908" y="20482"/>
                    </a:cubicBezTo>
                    <a:cubicBezTo>
                      <a:pt x="4732" y="21224"/>
                      <a:pt x="7597" y="21600"/>
                      <a:pt x="10423" y="21600"/>
                    </a:cubicBezTo>
                    <a:cubicBezTo>
                      <a:pt x="13249" y="21600"/>
                      <a:pt x="16114" y="21224"/>
                      <a:pt x="18938" y="20482"/>
                    </a:cubicBezTo>
                    <a:cubicBezTo>
                      <a:pt x="19303" y="20386"/>
                      <a:pt x="19602" y="20047"/>
                      <a:pt x="19719" y="19593"/>
                    </a:cubicBezTo>
                    <a:cubicBezTo>
                      <a:pt x="21223" y="13759"/>
                      <a:pt x="21223" y="7841"/>
                      <a:pt x="19719" y="2004"/>
                    </a:cubicBezTo>
                    <a:cubicBezTo>
                      <a:pt x="19602" y="1552"/>
                      <a:pt x="19303" y="1213"/>
                      <a:pt x="18938" y="111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95" name="AutoShape 141"/>
              <p:cNvSpPr>
                <a:spLocks/>
              </p:cNvSpPr>
              <p:nvPr/>
            </p:nvSpPr>
            <p:spPr bwMode="auto">
              <a:xfrm>
                <a:off x="2581275" y="1710532"/>
                <a:ext cx="464344" cy="362744"/>
              </a:xfrm>
              <a:custGeom>
                <a:avLst/>
                <a:gdLst>
                  <a:gd name="T0" fmla="+- 0 10800 252"/>
                  <a:gd name="T1" fmla="*/ T0 w 21096"/>
                  <a:gd name="T2" fmla="*/ 10800 h 21600"/>
                  <a:gd name="T3" fmla="+- 0 10800 252"/>
                  <a:gd name="T4" fmla="*/ T3 w 21096"/>
                  <a:gd name="T5" fmla="*/ 10800 h 21600"/>
                  <a:gd name="T6" fmla="+- 0 10800 252"/>
                  <a:gd name="T7" fmla="*/ T6 w 21096"/>
                  <a:gd name="T8" fmla="*/ 10800 h 21600"/>
                  <a:gd name="T9" fmla="+- 0 10800 252"/>
                  <a:gd name="T10" fmla="*/ T9 w 21096"/>
                  <a:gd name="T11" fmla="*/ 10800 h 21600"/>
                </a:gdLst>
                <a:ahLst/>
                <a:cxnLst>
                  <a:cxn ang="0">
                    <a:pos x="T1" y="T2"/>
                  </a:cxn>
                  <a:cxn ang="0">
                    <a:pos x="T4" y="T5"/>
                  </a:cxn>
                  <a:cxn ang="0">
                    <a:pos x="T7" y="T8"/>
                  </a:cxn>
                  <a:cxn ang="0">
                    <a:pos x="T10" y="T11"/>
                  </a:cxn>
                </a:cxnLst>
                <a:rect l="0" t="0" r="r" b="b"/>
                <a:pathLst>
                  <a:path w="21096" h="21600">
                    <a:moveTo>
                      <a:pt x="19056" y="18331"/>
                    </a:moveTo>
                    <a:cubicBezTo>
                      <a:pt x="13383" y="19233"/>
                      <a:pt x="7711" y="19233"/>
                      <a:pt x="2038" y="18331"/>
                    </a:cubicBezTo>
                    <a:cubicBezTo>
                      <a:pt x="1074" y="13022"/>
                      <a:pt x="1074" y="7713"/>
                      <a:pt x="2038" y="2404"/>
                    </a:cubicBezTo>
                    <a:cubicBezTo>
                      <a:pt x="7711" y="1502"/>
                      <a:pt x="13383" y="1502"/>
                      <a:pt x="19056" y="2404"/>
                    </a:cubicBezTo>
                    <a:cubicBezTo>
                      <a:pt x="20021" y="7713"/>
                      <a:pt x="20021" y="13022"/>
                      <a:pt x="19056" y="18331"/>
                    </a:cubicBezTo>
                    <a:moveTo>
                      <a:pt x="20338" y="2005"/>
                    </a:moveTo>
                    <a:cubicBezTo>
                      <a:pt x="20211" y="1301"/>
                      <a:pt x="19762" y="776"/>
                      <a:pt x="19215" y="689"/>
                    </a:cubicBezTo>
                    <a:cubicBezTo>
                      <a:pt x="16339" y="232"/>
                      <a:pt x="13423" y="0"/>
                      <a:pt x="10547" y="0"/>
                    </a:cubicBezTo>
                    <a:cubicBezTo>
                      <a:pt x="7671" y="0"/>
                      <a:pt x="4755" y="232"/>
                      <a:pt x="1879" y="689"/>
                    </a:cubicBezTo>
                    <a:cubicBezTo>
                      <a:pt x="1332" y="776"/>
                      <a:pt x="883" y="1301"/>
                      <a:pt x="756" y="2005"/>
                    </a:cubicBezTo>
                    <a:cubicBezTo>
                      <a:pt x="-252" y="7553"/>
                      <a:pt x="-252" y="13181"/>
                      <a:pt x="756" y="18731"/>
                    </a:cubicBezTo>
                    <a:cubicBezTo>
                      <a:pt x="883" y="19434"/>
                      <a:pt x="1332" y="19959"/>
                      <a:pt x="1879" y="20046"/>
                    </a:cubicBezTo>
                    <a:cubicBezTo>
                      <a:pt x="3265" y="20266"/>
                      <a:pt x="4660" y="20429"/>
                      <a:pt x="6055" y="20544"/>
                    </a:cubicBezTo>
                    <a:cubicBezTo>
                      <a:pt x="5979" y="20606"/>
                      <a:pt x="5931" y="20670"/>
                      <a:pt x="5931" y="20735"/>
                    </a:cubicBezTo>
                    <a:cubicBezTo>
                      <a:pt x="5931" y="21213"/>
                      <a:pt x="7997" y="21599"/>
                      <a:pt x="10547" y="21599"/>
                    </a:cubicBezTo>
                    <a:cubicBezTo>
                      <a:pt x="13097" y="21599"/>
                      <a:pt x="15164" y="21213"/>
                      <a:pt x="15164" y="20735"/>
                    </a:cubicBezTo>
                    <a:cubicBezTo>
                      <a:pt x="15164" y="20670"/>
                      <a:pt x="15115" y="20606"/>
                      <a:pt x="15040" y="20544"/>
                    </a:cubicBezTo>
                    <a:cubicBezTo>
                      <a:pt x="16434" y="20429"/>
                      <a:pt x="17830" y="20266"/>
                      <a:pt x="19215" y="20046"/>
                    </a:cubicBezTo>
                    <a:cubicBezTo>
                      <a:pt x="19762" y="19959"/>
                      <a:pt x="20211" y="19434"/>
                      <a:pt x="20338" y="18731"/>
                    </a:cubicBezTo>
                    <a:cubicBezTo>
                      <a:pt x="21347" y="13181"/>
                      <a:pt x="21347" y="7553"/>
                      <a:pt x="20338" y="2005"/>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96" name="AutoShape 142"/>
              <p:cNvSpPr>
                <a:spLocks/>
              </p:cNvSpPr>
              <p:nvPr/>
            </p:nvSpPr>
            <p:spPr bwMode="auto">
              <a:xfrm>
                <a:off x="2944019" y="1783557"/>
                <a:ext cx="43656"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200"/>
                    </a:moveTo>
                    <a:cubicBezTo>
                      <a:pt x="12779" y="7200"/>
                      <a:pt x="14399" y="8820"/>
                      <a:pt x="14399" y="10800"/>
                    </a:cubicBezTo>
                    <a:cubicBezTo>
                      <a:pt x="14399" y="12779"/>
                      <a:pt x="12779" y="14400"/>
                      <a:pt x="10800" y="14400"/>
                    </a:cubicBezTo>
                    <a:cubicBezTo>
                      <a:pt x="8820" y="14400"/>
                      <a:pt x="7199" y="12779"/>
                      <a:pt x="7199" y="10800"/>
                    </a:cubicBezTo>
                    <a:cubicBezTo>
                      <a:pt x="7199" y="8820"/>
                      <a:pt x="8820" y="7200"/>
                      <a:pt x="10800" y="7200"/>
                    </a:cubicBezTo>
                    <a:moveTo>
                      <a:pt x="10800" y="21599"/>
                    </a:moveTo>
                    <a:cubicBezTo>
                      <a:pt x="16762" y="21599"/>
                      <a:pt x="21600" y="16762"/>
                      <a:pt x="21600" y="10800"/>
                    </a:cubicBezTo>
                    <a:cubicBezTo>
                      <a:pt x="21600" y="4837"/>
                      <a:pt x="16762" y="0"/>
                      <a:pt x="10800" y="0"/>
                    </a:cubicBezTo>
                    <a:cubicBezTo>
                      <a:pt x="4837" y="0"/>
                      <a:pt x="0" y="4837"/>
                      <a:pt x="0" y="10800"/>
                    </a:cubicBezTo>
                    <a:cubicBezTo>
                      <a:pt x="0" y="16762"/>
                      <a:pt x="483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100" name="AutoShape 143"/>
              <p:cNvSpPr>
                <a:spLocks/>
              </p:cNvSpPr>
              <p:nvPr/>
            </p:nvSpPr>
            <p:spPr bwMode="auto">
              <a:xfrm>
                <a:off x="2929732" y="1971675"/>
                <a:ext cx="57944" cy="150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102" name="AutoShape 144"/>
              <p:cNvSpPr>
                <a:spLocks/>
              </p:cNvSpPr>
              <p:nvPr/>
            </p:nvSpPr>
            <p:spPr bwMode="auto">
              <a:xfrm>
                <a:off x="2944019" y="1928019"/>
                <a:ext cx="58738"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105" name="AutoShape 145"/>
              <p:cNvSpPr>
                <a:spLocks/>
              </p:cNvSpPr>
              <p:nvPr/>
            </p:nvSpPr>
            <p:spPr bwMode="auto">
              <a:xfrm>
                <a:off x="2944019" y="1885157"/>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106" name="AutoShape 146"/>
              <p:cNvSpPr>
                <a:spLocks/>
              </p:cNvSpPr>
              <p:nvPr/>
            </p:nvSpPr>
            <p:spPr bwMode="auto">
              <a:xfrm>
                <a:off x="2697957" y="1826419"/>
                <a:ext cx="86519" cy="61119"/>
              </a:xfrm>
              <a:custGeom>
                <a:avLst/>
                <a:gdLst>
                  <a:gd name="T0" fmla="+- 0 10822 44"/>
                  <a:gd name="T1" fmla="*/ T0 w 21556"/>
                  <a:gd name="T2" fmla="+- 0 10826 53"/>
                  <a:gd name="T3" fmla="*/ 10826 h 21547"/>
                  <a:gd name="T4" fmla="+- 0 10822 44"/>
                  <a:gd name="T5" fmla="*/ T4 w 21556"/>
                  <a:gd name="T6" fmla="+- 0 10826 53"/>
                  <a:gd name="T7" fmla="*/ 10826 h 21547"/>
                  <a:gd name="T8" fmla="+- 0 10822 44"/>
                  <a:gd name="T9" fmla="*/ T8 w 21556"/>
                  <a:gd name="T10" fmla="+- 0 10826 53"/>
                  <a:gd name="T11" fmla="*/ 10826 h 21547"/>
                  <a:gd name="T12" fmla="+- 0 10822 44"/>
                  <a:gd name="T13" fmla="*/ T12 w 21556"/>
                  <a:gd name="T14" fmla="+- 0 10826 53"/>
                  <a:gd name="T15" fmla="*/ 10826 h 21547"/>
                </a:gdLst>
                <a:ahLst/>
                <a:cxnLst>
                  <a:cxn ang="0">
                    <a:pos x="T1" y="T3"/>
                  </a:cxn>
                  <a:cxn ang="0">
                    <a:pos x="T5" y="T7"/>
                  </a:cxn>
                  <a:cxn ang="0">
                    <a:pos x="T9" y="T11"/>
                  </a:cxn>
                  <a:cxn ang="0">
                    <a:pos x="T13" y="T15"/>
                  </a:cxn>
                </a:cxnLst>
                <a:rect l="0" t="0" r="r" b="b"/>
                <a:pathLst>
                  <a:path w="21556" h="21547">
                    <a:moveTo>
                      <a:pt x="19751" y="2"/>
                    </a:moveTo>
                    <a:lnTo>
                      <a:pt x="3200" y="1845"/>
                    </a:lnTo>
                    <a:cubicBezTo>
                      <a:pt x="2215" y="2010"/>
                      <a:pt x="1272" y="3284"/>
                      <a:pt x="1106" y="4676"/>
                    </a:cubicBezTo>
                    <a:lnTo>
                      <a:pt x="1" y="18986"/>
                    </a:lnTo>
                    <a:cubicBezTo>
                      <a:pt x="-44" y="20398"/>
                      <a:pt x="724" y="21547"/>
                      <a:pt x="1712" y="21547"/>
                    </a:cubicBezTo>
                    <a:cubicBezTo>
                      <a:pt x="2698" y="21547"/>
                      <a:pt x="3542" y="20398"/>
                      <a:pt x="3582" y="18978"/>
                    </a:cubicBezTo>
                    <a:lnTo>
                      <a:pt x="4185" y="9251"/>
                    </a:lnTo>
                    <a:cubicBezTo>
                      <a:pt x="4319" y="7849"/>
                      <a:pt x="5235" y="6592"/>
                      <a:pt x="6220" y="6447"/>
                    </a:cubicBezTo>
                    <a:lnTo>
                      <a:pt x="19751" y="5128"/>
                    </a:lnTo>
                    <a:cubicBezTo>
                      <a:pt x="20743" y="5078"/>
                      <a:pt x="21556" y="3884"/>
                      <a:pt x="21556" y="2467"/>
                    </a:cubicBezTo>
                    <a:cubicBezTo>
                      <a:pt x="21556" y="1055"/>
                      <a:pt x="20743" y="-53"/>
                      <a:pt x="19751" y="2"/>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sp>
          <p:nvSpPr>
            <p:cNvPr id="92" name="Rectangle 91"/>
            <p:cNvSpPr/>
            <p:nvPr/>
          </p:nvSpPr>
          <p:spPr>
            <a:xfrm>
              <a:off x="2040620" y="3195010"/>
              <a:ext cx="5380649" cy="830997"/>
            </a:xfrm>
            <a:prstGeom prst="rect">
              <a:avLst/>
            </a:prstGeom>
          </p:spPr>
          <p:txBody>
            <a:bodyPr wrap="square">
              <a:spAutoFit/>
            </a:bodyPr>
            <a:lstStyle/>
            <a:p>
              <a:pPr algn="ctr" fontAlgn="auto">
                <a:spcBef>
                  <a:spcPts val="0"/>
                </a:spcBef>
                <a:spcAft>
                  <a:spcPts val="0"/>
                </a:spcAft>
              </a:pPr>
              <a:r>
                <a:rPr lang="ar-SA" sz="2400" b="1" dirty="0"/>
                <a:t>تنفرد الكتب الالكترونية عن الكتب التقليدية في عملية التفاعل والتواصل بين المعلم والطلاب بعضهم البعض</a:t>
              </a:r>
              <a:endParaRPr lang="en-US" sz="2400" b="1" dirty="0">
                <a:solidFill>
                  <a:prstClr val="white">
                    <a:lumMod val="65000"/>
                  </a:prstClr>
                </a:solidFill>
                <a:latin typeface="Lato Light"/>
                <a:cs typeface="+mn-cs"/>
              </a:endParaRPr>
            </a:p>
          </p:txBody>
        </p:sp>
      </p:grpSp>
      <p:grpSp>
        <p:nvGrpSpPr>
          <p:cNvPr id="107" name="Group 106"/>
          <p:cNvGrpSpPr/>
          <p:nvPr/>
        </p:nvGrpSpPr>
        <p:grpSpPr>
          <a:xfrm>
            <a:off x="6557531" y="3448334"/>
            <a:ext cx="5186291" cy="830997"/>
            <a:chOff x="1763044" y="3224641"/>
            <a:chExt cx="5186291" cy="830997"/>
          </a:xfrm>
        </p:grpSpPr>
        <p:sp>
          <p:nvSpPr>
            <p:cNvPr id="108" name="Oval 107"/>
            <p:cNvSpPr/>
            <p:nvPr/>
          </p:nvSpPr>
          <p:spPr>
            <a:xfrm>
              <a:off x="6324787" y="3236152"/>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09" name="Group 108"/>
            <p:cNvGrpSpPr/>
            <p:nvPr/>
          </p:nvGrpSpPr>
          <p:grpSpPr>
            <a:xfrm>
              <a:off x="4312396" y="3417227"/>
              <a:ext cx="2477711" cy="267276"/>
              <a:chOff x="5484813" y="2625725"/>
              <a:chExt cx="3627611" cy="391319"/>
            </a:xfrm>
            <a:solidFill>
              <a:schemeClr val="bg1"/>
            </a:solidFill>
          </p:grpSpPr>
          <p:sp>
            <p:nvSpPr>
              <p:cNvPr id="113" name="AutoShape 120"/>
              <p:cNvSpPr>
                <a:spLocks/>
              </p:cNvSpPr>
              <p:nvPr/>
            </p:nvSpPr>
            <p:spPr bwMode="auto">
              <a:xfrm>
                <a:off x="5484813" y="2727325"/>
                <a:ext cx="231775" cy="2317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114" name="AutoShape 121"/>
              <p:cNvSpPr>
                <a:spLocks/>
              </p:cNvSpPr>
              <p:nvPr/>
            </p:nvSpPr>
            <p:spPr bwMode="auto">
              <a:xfrm>
                <a:off x="5542757" y="2785269"/>
                <a:ext cx="65088" cy="650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115" name="AutoShape 122"/>
              <p:cNvSpPr>
                <a:spLocks/>
              </p:cNvSpPr>
              <p:nvPr/>
            </p:nvSpPr>
            <p:spPr bwMode="auto">
              <a:xfrm>
                <a:off x="8647286" y="2625725"/>
                <a:ext cx="465138" cy="3913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sp>
          <p:nvSpPr>
            <p:cNvPr id="111" name="Rectangle 110"/>
            <p:cNvSpPr/>
            <p:nvPr/>
          </p:nvSpPr>
          <p:spPr>
            <a:xfrm>
              <a:off x="1763044" y="3224641"/>
              <a:ext cx="4550140" cy="830997"/>
            </a:xfrm>
            <a:prstGeom prst="rect">
              <a:avLst/>
            </a:prstGeom>
          </p:spPr>
          <p:txBody>
            <a:bodyPr wrap="square">
              <a:spAutoFit/>
            </a:bodyPr>
            <a:lstStyle/>
            <a:p>
              <a:pPr algn="ctr" fontAlgn="auto">
                <a:spcBef>
                  <a:spcPts val="0"/>
                </a:spcBef>
                <a:spcAft>
                  <a:spcPts val="0"/>
                </a:spcAft>
              </a:pPr>
              <a:r>
                <a:rPr lang="ar-SA" sz="2400" b="1" dirty="0"/>
                <a:t>يتيح الكتاب الإلكتروني التفاعل المباشر بين الطالب والمقرر </a:t>
              </a:r>
              <a:endParaRPr lang="en-US" sz="2400" b="1" dirty="0">
                <a:solidFill>
                  <a:prstClr val="white">
                    <a:lumMod val="65000"/>
                  </a:prstClr>
                </a:solidFill>
                <a:latin typeface="Lato Light"/>
                <a:cs typeface="+mn-cs"/>
              </a:endParaRPr>
            </a:p>
          </p:txBody>
        </p:sp>
      </p:grpSp>
      <p:grpSp>
        <p:nvGrpSpPr>
          <p:cNvPr id="116" name="Group 115"/>
          <p:cNvGrpSpPr/>
          <p:nvPr/>
        </p:nvGrpSpPr>
        <p:grpSpPr>
          <a:xfrm>
            <a:off x="5949419" y="4535034"/>
            <a:ext cx="6014633" cy="879990"/>
            <a:chOff x="1217648" y="5462592"/>
            <a:chExt cx="6014633" cy="879990"/>
          </a:xfrm>
        </p:grpSpPr>
        <p:sp>
          <p:nvSpPr>
            <p:cNvPr id="117" name="Oval 116"/>
            <p:cNvSpPr/>
            <p:nvPr/>
          </p:nvSpPr>
          <p:spPr>
            <a:xfrm>
              <a:off x="1217648" y="5462592"/>
              <a:ext cx="624548" cy="62454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18" name="Group 117"/>
            <p:cNvGrpSpPr/>
            <p:nvPr/>
          </p:nvGrpSpPr>
          <p:grpSpPr>
            <a:xfrm>
              <a:off x="1371345" y="5612988"/>
              <a:ext cx="317153" cy="317153"/>
              <a:chOff x="3510757" y="2582069"/>
              <a:chExt cx="464344" cy="464344"/>
            </a:xfrm>
            <a:solidFill>
              <a:schemeClr val="bg1"/>
            </a:solidFill>
          </p:grpSpPr>
          <p:sp>
            <p:nvSpPr>
              <p:cNvPr id="122"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125"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sp>
          <p:nvSpPr>
            <p:cNvPr id="120" name="Rectangle 119"/>
            <p:cNvSpPr/>
            <p:nvPr/>
          </p:nvSpPr>
          <p:spPr>
            <a:xfrm>
              <a:off x="1842196" y="5511585"/>
              <a:ext cx="5390085" cy="830997"/>
            </a:xfrm>
            <a:prstGeom prst="rect">
              <a:avLst/>
            </a:prstGeom>
          </p:spPr>
          <p:txBody>
            <a:bodyPr wrap="square">
              <a:spAutoFit/>
            </a:bodyPr>
            <a:lstStyle/>
            <a:p>
              <a:pPr algn="ctr" fontAlgn="auto">
                <a:spcBef>
                  <a:spcPts val="0"/>
                </a:spcBef>
                <a:spcAft>
                  <a:spcPts val="0"/>
                </a:spcAft>
              </a:pPr>
              <a:r>
                <a:rPr lang="ar-SA" sz="2400" b="1" dirty="0"/>
                <a:t>يتيح الكتاب الإلكتروني معلومات أكثر حداثة مما يقدمه الكتاب التقليدي</a:t>
              </a:r>
              <a:endParaRPr lang="en-US" sz="2400" b="1" dirty="0">
                <a:solidFill>
                  <a:prstClr val="white">
                    <a:lumMod val="65000"/>
                  </a:prstClr>
                </a:solidFill>
                <a:latin typeface="Lato Light"/>
                <a:cs typeface="+mn-cs"/>
              </a:endParaRPr>
            </a:p>
          </p:txBody>
        </p:sp>
      </p:grpSp>
      <p:grpSp>
        <p:nvGrpSpPr>
          <p:cNvPr id="130" name="Group 129"/>
          <p:cNvGrpSpPr/>
          <p:nvPr/>
        </p:nvGrpSpPr>
        <p:grpSpPr>
          <a:xfrm>
            <a:off x="5681979" y="5713615"/>
            <a:ext cx="6166054" cy="892997"/>
            <a:chOff x="796713" y="5559264"/>
            <a:chExt cx="6166054" cy="892997"/>
          </a:xfrm>
        </p:grpSpPr>
        <p:sp>
          <p:nvSpPr>
            <p:cNvPr id="131" name="Oval 130"/>
            <p:cNvSpPr/>
            <p:nvPr/>
          </p:nvSpPr>
          <p:spPr>
            <a:xfrm>
              <a:off x="6338219" y="5559264"/>
              <a:ext cx="624548" cy="62454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32" name="Group 131"/>
            <p:cNvGrpSpPr/>
            <p:nvPr/>
          </p:nvGrpSpPr>
          <p:grpSpPr>
            <a:xfrm>
              <a:off x="4322699" y="5705201"/>
              <a:ext cx="2486370" cy="357920"/>
              <a:chOff x="4570415" y="2712244"/>
              <a:chExt cx="3640297" cy="524031"/>
            </a:xfrm>
            <a:solidFill>
              <a:schemeClr val="bg1"/>
            </a:solidFill>
          </p:grpSpPr>
          <p:sp>
            <p:nvSpPr>
              <p:cNvPr id="136" name="AutoShape 123"/>
              <p:cNvSpPr>
                <a:spLocks/>
              </p:cNvSpPr>
              <p:nvPr/>
            </p:nvSpPr>
            <p:spPr bwMode="auto">
              <a:xfrm>
                <a:off x="7746368" y="2771931"/>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5C5C5C"/>
                  </a:solidFill>
                  <a:latin typeface="Lato Light"/>
                  <a:cs typeface="+mn-cs"/>
                  <a:sym typeface="Gill Sans" charset="0"/>
                </a:endParaRPr>
              </a:p>
            </p:txBody>
          </p:sp>
          <p:sp>
            <p:nvSpPr>
              <p:cNvPr id="137" name="AutoShape 124"/>
              <p:cNvSpPr>
                <a:spLocks/>
              </p:cNvSpPr>
              <p:nvPr/>
            </p:nvSpPr>
            <p:spPr bwMode="auto">
              <a:xfrm>
                <a:off x="4570415" y="2712244"/>
                <a:ext cx="124926" cy="10939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5C5C5C"/>
                  </a:solidFill>
                  <a:latin typeface="Lato Light"/>
                  <a:cs typeface="+mn-cs"/>
                  <a:sym typeface="Gill Sans" charset="0"/>
                </a:endParaRPr>
              </a:p>
            </p:txBody>
          </p:sp>
          <p:sp>
            <p:nvSpPr>
              <p:cNvPr id="138" name="AutoShape 125"/>
              <p:cNvSpPr>
                <a:spLocks/>
              </p:cNvSpPr>
              <p:nvPr/>
            </p:nvSpPr>
            <p:spPr bwMode="auto">
              <a:xfrm>
                <a:off x="4613275" y="2755900"/>
                <a:ext cx="116682" cy="1166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5C5C5C"/>
                  </a:solidFill>
                  <a:latin typeface="Lato Light"/>
                  <a:cs typeface="+mn-cs"/>
                  <a:sym typeface="Gill Sans" charset="0"/>
                </a:endParaRPr>
              </a:p>
            </p:txBody>
          </p:sp>
        </p:grpSp>
        <p:sp>
          <p:nvSpPr>
            <p:cNvPr id="134" name="Rectangle 133"/>
            <p:cNvSpPr/>
            <p:nvPr/>
          </p:nvSpPr>
          <p:spPr>
            <a:xfrm>
              <a:off x="796713" y="5621264"/>
              <a:ext cx="5387808" cy="830997"/>
            </a:xfrm>
            <a:prstGeom prst="rect">
              <a:avLst/>
            </a:prstGeom>
          </p:spPr>
          <p:txBody>
            <a:bodyPr wrap="square">
              <a:spAutoFit/>
            </a:bodyPr>
            <a:lstStyle/>
            <a:p>
              <a:pPr algn="ctr" fontAlgn="auto">
                <a:spcBef>
                  <a:spcPts val="0"/>
                </a:spcBef>
                <a:spcAft>
                  <a:spcPts val="0"/>
                </a:spcAft>
              </a:pPr>
              <a:r>
                <a:rPr lang="ar-SA" sz="2400" b="1" dirty="0"/>
                <a:t>تنفيذ التقييم الإلكتروني بالاتصال المباشر بين الطلاب والمادة التعليمية</a:t>
              </a:r>
              <a:endParaRPr lang="en-US" sz="2400" b="1" dirty="0">
                <a:solidFill>
                  <a:prstClr val="white">
                    <a:lumMod val="65000"/>
                  </a:prstClr>
                </a:solidFill>
                <a:latin typeface="Lato Light"/>
                <a:cs typeface="+mn-cs"/>
              </a:endParaRPr>
            </a:p>
          </p:txBody>
        </p:sp>
      </p:grpSp>
      <p:sp>
        <p:nvSpPr>
          <p:cNvPr id="9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7062337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p:cTn id="7" dur="500" fill="hold"/>
                                            <p:tgtEl>
                                              <p:spTgt spid="66"/>
                                            </p:tgtEl>
                                            <p:attrNameLst>
                                              <p:attrName>ppt_w</p:attrName>
                                            </p:attrNameLst>
                                          </p:cBhvr>
                                          <p:tavLst>
                                            <p:tav tm="0">
                                              <p:val>
                                                <p:fltVal val="0"/>
                                              </p:val>
                                            </p:tav>
                                            <p:tav tm="100000">
                                              <p:val>
                                                <p:strVal val="#ppt_w"/>
                                              </p:val>
                                            </p:tav>
                                          </p:tavLst>
                                        </p:anim>
                                        <p:anim calcmode="lin" valueType="num">
                                          <p:cBhvr>
                                            <p:cTn id="8" dur="500" fill="hold"/>
                                            <p:tgtEl>
                                              <p:spTgt spid="66"/>
                                            </p:tgtEl>
                                            <p:attrNameLst>
                                              <p:attrName>ppt_h</p:attrName>
                                            </p:attrNameLst>
                                          </p:cBhvr>
                                          <p:tavLst>
                                            <p:tav tm="0">
                                              <p:val>
                                                <p:fltVal val="0"/>
                                              </p:val>
                                            </p:tav>
                                            <p:tav tm="100000">
                                              <p:val>
                                                <p:strVal val="#ppt_h"/>
                                              </p:val>
                                            </p:tav>
                                          </p:tavLst>
                                        </p:anim>
                                        <p:animEffect transition="in" filter="fade">
                                          <p:cBhvr>
                                            <p:cTn id="9" dur="500"/>
                                            <p:tgtEl>
                                              <p:spTgt spid="66"/>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64"/>
                                            </p:tgtEl>
                                            <p:attrNameLst>
                                              <p:attrName>style.visibility</p:attrName>
                                            </p:attrNameLst>
                                          </p:cBhvr>
                                          <p:to>
                                            <p:strVal val="visible"/>
                                          </p:to>
                                        </p:set>
                                        <p:anim calcmode="lin" valueType="num">
                                          <p:cBhvr>
                                            <p:cTn id="13" dur="250" fill="hold"/>
                                            <p:tgtEl>
                                              <p:spTgt spid="64"/>
                                            </p:tgtEl>
                                            <p:attrNameLst>
                                              <p:attrName>ppt_w</p:attrName>
                                            </p:attrNameLst>
                                          </p:cBhvr>
                                          <p:tavLst>
                                            <p:tav tm="0">
                                              <p:val>
                                                <p:fltVal val="0"/>
                                              </p:val>
                                            </p:tav>
                                            <p:tav tm="100000">
                                              <p:val>
                                                <p:strVal val="#ppt_w"/>
                                              </p:val>
                                            </p:tav>
                                          </p:tavLst>
                                        </p:anim>
                                        <p:anim calcmode="lin" valueType="num">
                                          <p:cBhvr>
                                            <p:cTn id="14" dur="250" fill="hold"/>
                                            <p:tgtEl>
                                              <p:spTgt spid="64"/>
                                            </p:tgtEl>
                                            <p:attrNameLst>
                                              <p:attrName>ppt_h</p:attrName>
                                            </p:attrNameLst>
                                          </p:cBhvr>
                                          <p:tavLst>
                                            <p:tav tm="0">
                                              <p:val>
                                                <p:fltVal val="0"/>
                                              </p:val>
                                            </p:tav>
                                            <p:tav tm="100000">
                                              <p:val>
                                                <p:strVal val="#ppt_h"/>
                                              </p:val>
                                            </p:tav>
                                          </p:tavLst>
                                        </p:anim>
                                        <p:animEffect transition="in" filter="fade">
                                          <p:cBhvr>
                                            <p:cTn id="15" dur="250"/>
                                            <p:tgtEl>
                                              <p:spTgt spid="64"/>
                                            </p:tgtEl>
                                          </p:cBhvr>
                                        </p:animEffect>
                                      </p:childTnLst>
                                    </p:cTn>
                                  </p:par>
                                </p:childTnLst>
                              </p:cTn>
                            </p:par>
                            <p:par>
                              <p:cTn id="16" fill="hold">
                                <p:stCondLst>
                                  <p:cond delay="750"/>
                                </p:stCondLst>
                                <p:childTnLst>
                                  <p:par>
                                    <p:cTn id="17" presetID="22" presetClass="entr" presetSubtype="4"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Effect transition="in" filter="wipe(down)">
                                          <p:cBhvr>
                                            <p:cTn id="19" dur="250"/>
                                            <p:tgtEl>
                                              <p:spTgt spid="65"/>
                                            </p:tgtEl>
                                          </p:cBhvr>
                                        </p:animEffect>
                                      </p:childTnLst>
                                    </p:cTn>
                                  </p:par>
                                </p:childTnLst>
                              </p:cTn>
                            </p:par>
                            <p:par>
                              <p:cTn id="20" fill="hold">
                                <p:stCondLst>
                                  <p:cond delay="1000"/>
                                </p:stCondLst>
                                <p:childTnLst>
                                  <p:par>
                                    <p:cTn id="21" presetID="53" presetClass="entr" presetSubtype="16" fill="hold" nodeType="afterEffect">
                                      <p:stCondLst>
                                        <p:cond delay="0"/>
                                      </p:stCondLst>
                                      <p:childTnLst>
                                        <p:set>
                                          <p:cBhvr>
                                            <p:cTn id="22" dur="1" fill="hold">
                                              <p:stCondLst>
                                                <p:cond delay="0"/>
                                              </p:stCondLst>
                                            </p:cTn>
                                            <p:tgtEl>
                                              <p:spTgt spid="72"/>
                                            </p:tgtEl>
                                            <p:attrNameLst>
                                              <p:attrName>style.visibility</p:attrName>
                                            </p:attrNameLst>
                                          </p:cBhvr>
                                          <p:to>
                                            <p:strVal val="visible"/>
                                          </p:to>
                                        </p:set>
                                        <p:anim calcmode="lin" valueType="num">
                                          <p:cBhvr>
                                            <p:cTn id="23" dur="250" fill="hold"/>
                                            <p:tgtEl>
                                              <p:spTgt spid="72"/>
                                            </p:tgtEl>
                                            <p:attrNameLst>
                                              <p:attrName>ppt_w</p:attrName>
                                            </p:attrNameLst>
                                          </p:cBhvr>
                                          <p:tavLst>
                                            <p:tav tm="0">
                                              <p:val>
                                                <p:fltVal val="0"/>
                                              </p:val>
                                            </p:tav>
                                            <p:tav tm="100000">
                                              <p:val>
                                                <p:strVal val="#ppt_w"/>
                                              </p:val>
                                            </p:tav>
                                          </p:tavLst>
                                        </p:anim>
                                        <p:anim calcmode="lin" valueType="num">
                                          <p:cBhvr>
                                            <p:cTn id="24" dur="250" fill="hold"/>
                                            <p:tgtEl>
                                              <p:spTgt spid="72"/>
                                            </p:tgtEl>
                                            <p:attrNameLst>
                                              <p:attrName>ppt_h</p:attrName>
                                            </p:attrNameLst>
                                          </p:cBhvr>
                                          <p:tavLst>
                                            <p:tav tm="0">
                                              <p:val>
                                                <p:fltVal val="0"/>
                                              </p:val>
                                            </p:tav>
                                            <p:tav tm="100000">
                                              <p:val>
                                                <p:strVal val="#ppt_h"/>
                                              </p:val>
                                            </p:tav>
                                          </p:tavLst>
                                        </p:anim>
                                        <p:animEffect transition="in" filter="fade">
                                          <p:cBhvr>
                                            <p:cTn id="25" dur="250"/>
                                            <p:tgtEl>
                                              <p:spTgt spid="72"/>
                                            </p:tgtEl>
                                          </p:cBhvr>
                                        </p:animEffect>
                                      </p:childTnLst>
                                    </p:cTn>
                                  </p:par>
                                </p:childTnLst>
                              </p:cTn>
                            </p:par>
                            <p:par>
                              <p:cTn id="26" fill="hold">
                                <p:stCondLst>
                                  <p:cond delay="1250"/>
                                </p:stCondLst>
                                <p:childTnLst>
                                  <p:par>
                                    <p:cTn id="27" presetID="53" presetClass="entr" presetSubtype="16" fill="hold" nodeType="afterEffect">
                                      <p:stCondLst>
                                        <p:cond delay="0"/>
                                      </p:stCondLst>
                                      <p:childTnLst>
                                        <p:set>
                                          <p:cBhvr>
                                            <p:cTn id="28" dur="1" fill="hold">
                                              <p:stCondLst>
                                                <p:cond delay="0"/>
                                              </p:stCondLst>
                                            </p:cTn>
                                            <p:tgtEl>
                                              <p:spTgt spid="70"/>
                                            </p:tgtEl>
                                            <p:attrNameLst>
                                              <p:attrName>style.visibility</p:attrName>
                                            </p:attrNameLst>
                                          </p:cBhvr>
                                          <p:to>
                                            <p:strVal val="visible"/>
                                          </p:to>
                                        </p:set>
                                        <p:anim calcmode="lin" valueType="num">
                                          <p:cBhvr>
                                            <p:cTn id="29" dur="250" fill="hold"/>
                                            <p:tgtEl>
                                              <p:spTgt spid="70"/>
                                            </p:tgtEl>
                                            <p:attrNameLst>
                                              <p:attrName>ppt_w</p:attrName>
                                            </p:attrNameLst>
                                          </p:cBhvr>
                                          <p:tavLst>
                                            <p:tav tm="0">
                                              <p:val>
                                                <p:fltVal val="0"/>
                                              </p:val>
                                            </p:tav>
                                            <p:tav tm="100000">
                                              <p:val>
                                                <p:strVal val="#ppt_w"/>
                                              </p:val>
                                            </p:tav>
                                          </p:tavLst>
                                        </p:anim>
                                        <p:anim calcmode="lin" valueType="num">
                                          <p:cBhvr>
                                            <p:cTn id="30" dur="250" fill="hold"/>
                                            <p:tgtEl>
                                              <p:spTgt spid="70"/>
                                            </p:tgtEl>
                                            <p:attrNameLst>
                                              <p:attrName>ppt_h</p:attrName>
                                            </p:attrNameLst>
                                          </p:cBhvr>
                                          <p:tavLst>
                                            <p:tav tm="0">
                                              <p:val>
                                                <p:fltVal val="0"/>
                                              </p:val>
                                            </p:tav>
                                            <p:tav tm="100000">
                                              <p:val>
                                                <p:strVal val="#ppt_h"/>
                                              </p:val>
                                            </p:tav>
                                          </p:tavLst>
                                        </p:anim>
                                        <p:animEffect transition="in" filter="fade">
                                          <p:cBhvr>
                                            <p:cTn id="31" dur="250"/>
                                            <p:tgtEl>
                                              <p:spTgt spid="70"/>
                                            </p:tgtEl>
                                          </p:cBhvr>
                                        </p:animEffect>
                                      </p:childTnLst>
                                    </p:cTn>
                                  </p:par>
                                </p:childTnLst>
                              </p:cTn>
                            </p:par>
                            <p:par>
                              <p:cTn id="32" fill="hold">
                                <p:stCondLst>
                                  <p:cond delay="1500"/>
                                </p:stCondLst>
                                <p:childTnLst>
                                  <p:par>
                                    <p:cTn id="33" presetID="22" presetClass="entr" presetSubtype="4" fill="hold" nodeType="afterEffect">
                                      <p:stCondLst>
                                        <p:cond delay="0"/>
                                      </p:stCondLst>
                                      <p:childTnLst>
                                        <p:set>
                                          <p:cBhvr>
                                            <p:cTn id="34" dur="1" fill="hold">
                                              <p:stCondLst>
                                                <p:cond delay="0"/>
                                              </p:stCondLst>
                                            </p:cTn>
                                            <p:tgtEl>
                                              <p:spTgt spid="67"/>
                                            </p:tgtEl>
                                            <p:attrNameLst>
                                              <p:attrName>style.visibility</p:attrName>
                                            </p:attrNameLst>
                                          </p:cBhvr>
                                          <p:to>
                                            <p:strVal val="visible"/>
                                          </p:to>
                                        </p:set>
                                        <p:animEffect transition="in" filter="wipe(down)">
                                          <p:cBhvr>
                                            <p:cTn id="35" dur="250"/>
                                            <p:tgtEl>
                                              <p:spTgt spid="67"/>
                                            </p:tgtEl>
                                          </p:cBhvr>
                                        </p:animEffect>
                                      </p:childTnLst>
                                    </p:cTn>
                                  </p:par>
                                </p:childTnLst>
                              </p:cTn>
                            </p:par>
                            <p:par>
                              <p:cTn id="36" fill="hold">
                                <p:stCondLst>
                                  <p:cond delay="1750"/>
                                </p:stCondLst>
                                <p:childTnLst>
                                  <p:par>
                                    <p:cTn id="37" presetID="53" presetClass="entr" presetSubtype="16" fill="hold" nodeType="afterEffect">
                                      <p:stCondLst>
                                        <p:cond delay="0"/>
                                      </p:stCondLst>
                                      <p:childTnLst>
                                        <p:set>
                                          <p:cBhvr>
                                            <p:cTn id="38" dur="1" fill="hold">
                                              <p:stCondLst>
                                                <p:cond delay="0"/>
                                              </p:stCondLst>
                                            </p:cTn>
                                            <p:tgtEl>
                                              <p:spTgt spid="68"/>
                                            </p:tgtEl>
                                            <p:attrNameLst>
                                              <p:attrName>style.visibility</p:attrName>
                                            </p:attrNameLst>
                                          </p:cBhvr>
                                          <p:to>
                                            <p:strVal val="visible"/>
                                          </p:to>
                                        </p:set>
                                        <p:anim calcmode="lin" valueType="num">
                                          <p:cBhvr>
                                            <p:cTn id="39" dur="250" fill="hold"/>
                                            <p:tgtEl>
                                              <p:spTgt spid="68"/>
                                            </p:tgtEl>
                                            <p:attrNameLst>
                                              <p:attrName>ppt_w</p:attrName>
                                            </p:attrNameLst>
                                          </p:cBhvr>
                                          <p:tavLst>
                                            <p:tav tm="0">
                                              <p:val>
                                                <p:fltVal val="0"/>
                                              </p:val>
                                            </p:tav>
                                            <p:tav tm="100000">
                                              <p:val>
                                                <p:strVal val="#ppt_w"/>
                                              </p:val>
                                            </p:tav>
                                          </p:tavLst>
                                        </p:anim>
                                        <p:anim calcmode="lin" valueType="num">
                                          <p:cBhvr>
                                            <p:cTn id="40" dur="250" fill="hold"/>
                                            <p:tgtEl>
                                              <p:spTgt spid="68"/>
                                            </p:tgtEl>
                                            <p:attrNameLst>
                                              <p:attrName>ppt_h</p:attrName>
                                            </p:attrNameLst>
                                          </p:cBhvr>
                                          <p:tavLst>
                                            <p:tav tm="0">
                                              <p:val>
                                                <p:fltVal val="0"/>
                                              </p:val>
                                            </p:tav>
                                            <p:tav tm="100000">
                                              <p:val>
                                                <p:strVal val="#ppt_h"/>
                                              </p:val>
                                            </p:tav>
                                          </p:tavLst>
                                        </p:anim>
                                        <p:animEffect transition="in" filter="fade">
                                          <p:cBhvr>
                                            <p:cTn id="41" dur="250"/>
                                            <p:tgtEl>
                                              <p:spTgt spid="68"/>
                                            </p:tgtEl>
                                          </p:cBhvr>
                                        </p:animEffect>
                                      </p:childTnLst>
                                    </p:cTn>
                                  </p:par>
                                </p:childTnLst>
                              </p:cTn>
                            </p:par>
                            <p:par>
                              <p:cTn id="42" fill="hold">
                                <p:stCondLst>
                                  <p:cond delay="2000"/>
                                </p:stCondLst>
                                <p:childTnLst>
                                  <p:par>
                                    <p:cTn id="43" presetID="22" presetClass="entr" presetSubtype="2" fill="hold" grpId="0" nodeType="afterEffect">
                                      <p:stCondLst>
                                        <p:cond delay="0"/>
                                      </p:stCondLst>
                                      <p:childTnLst>
                                        <p:set>
                                          <p:cBhvr>
                                            <p:cTn id="44" dur="1" fill="hold">
                                              <p:stCondLst>
                                                <p:cond delay="0"/>
                                              </p:stCondLst>
                                            </p:cTn>
                                            <p:tgtEl>
                                              <p:spTgt spid="74"/>
                                            </p:tgtEl>
                                            <p:attrNameLst>
                                              <p:attrName>style.visibility</p:attrName>
                                            </p:attrNameLst>
                                          </p:cBhvr>
                                          <p:to>
                                            <p:strVal val="visible"/>
                                          </p:to>
                                        </p:set>
                                        <p:animEffect transition="in" filter="wipe(right)">
                                          <p:cBhvr>
                                            <p:cTn id="45" dur="500"/>
                                            <p:tgtEl>
                                              <p:spTgt spid="74"/>
                                            </p:tgtEl>
                                          </p:cBhvr>
                                        </p:animEffect>
                                      </p:childTnLst>
                                    </p:cTn>
                                  </p:par>
                                </p:childTnLst>
                              </p:cTn>
                            </p:par>
                            <p:par>
                              <p:cTn id="46" fill="hold">
                                <p:stCondLst>
                                  <p:cond delay="2500"/>
                                </p:stCondLst>
                                <p:childTnLst>
                                  <p:par>
                                    <p:cTn id="47" presetID="2" presetClass="entr" presetSubtype="12" fill="hold" nodeType="afterEffect" p14:presetBounceEnd="20000">
                                      <p:stCondLst>
                                        <p:cond delay="0"/>
                                      </p:stCondLst>
                                      <p:childTnLst>
                                        <p:set>
                                          <p:cBhvr>
                                            <p:cTn id="48" dur="1" fill="hold">
                                              <p:stCondLst>
                                                <p:cond delay="0"/>
                                              </p:stCondLst>
                                            </p:cTn>
                                            <p:tgtEl>
                                              <p:spTgt spid="88"/>
                                            </p:tgtEl>
                                            <p:attrNameLst>
                                              <p:attrName>style.visibility</p:attrName>
                                            </p:attrNameLst>
                                          </p:cBhvr>
                                          <p:to>
                                            <p:strVal val="visible"/>
                                          </p:to>
                                        </p:set>
                                        <p:anim calcmode="lin" valueType="num" p14:bounceEnd="20000">
                                          <p:cBhvr additive="base">
                                            <p:cTn id="49" dur="500" fill="hold"/>
                                            <p:tgtEl>
                                              <p:spTgt spid="88"/>
                                            </p:tgtEl>
                                            <p:attrNameLst>
                                              <p:attrName>ppt_x</p:attrName>
                                            </p:attrNameLst>
                                          </p:cBhvr>
                                          <p:tavLst>
                                            <p:tav tm="0">
                                              <p:val>
                                                <p:strVal val="0-#ppt_w/2"/>
                                              </p:val>
                                            </p:tav>
                                            <p:tav tm="100000">
                                              <p:val>
                                                <p:strVal val="#ppt_x"/>
                                              </p:val>
                                            </p:tav>
                                          </p:tavLst>
                                        </p:anim>
                                        <p:anim calcmode="lin" valueType="num" p14:bounceEnd="20000">
                                          <p:cBhvr additive="base">
                                            <p:cTn id="50" dur="500" fill="hold"/>
                                            <p:tgtEl>
                                              <p:spTgt spid="88"/>
                                            </p:tgtEl>
                                            <p:attrNameLst>
                                              <p:attrName>ppt_y</p:attrName>
                                            </p:attrNameLst>
                                          </p:cBhvr>
                                          <p:tavLst>
                                            <p:tav tm="0">
                                              <p:val>
                                                <p:strVal val="1+#ppt_h/2"/>
                                              </p:val>
                                            </p:tav>
                                            <p:tav tm="100000">
                                              <p:val>
                                                <p:strVal val="#ppt_y"/>
                                              </p:val>
                                            </p:tav>
                                          </p:tavLst>
                                        </p:anim>
                                      </p:childTnLst>
                                    </p:cTn>
                                  </p:par>
                                </p:childTnLst>
                              </p:cTn>
                            </p:par>
                            <p:par>
                              <p:cTn id="51" fill="hold">
                                <p:stCondLst>
                                  <p:cond delay="3000"/>
                                </p:stCondLst>
                                <p:childTnLst>
                                  <p:par>
                                    <p:cTn id="52" presetID="2" presetClass="entr" presetSubtype="12" fill="hold" nodeType="afterEffect" p14:presetBounceEnd="20000">
                                      <p:stCondLst>
                                        <p:cond delay="0"/>
                                      </p:stCondLst>
                                      <p:childTnLst>
                                        <p:set>
                                          <p:cBhvr>
                                            <p:cTn id="53" dur="1" fill="hold">
                                              <p:stCondLst>
                                                <p:cond delay="0"/>
                                              </p:stCondLst>
                                            </p:cTn>
                                            <p:tgtEl>
                                              <p:spTgt spid="107"/>
                                            </p:tgtEl>
                                            <p:attrNameLst>
                                              <p:attrName>style.visibility</p:attrName>
                                            </p:attrNameLst>
                                          </p:cBhvr>
                                          <p:to>
                                            <p:strVal val="visible"/>
                                          </p:to>
                                        </p:set>
                                        <p:anim calcmode="lin" valueType="num" p14:bounceEnd="20000">
                                          <p:cBhvr additive="base">
                                            <p:cTn id="54" dur="500" fill="hold"/>
                                            <p:tgtEl>
                                              <p:spTgt spid="107"/>
                                            </p:tgtEl>
                                            <p:attrNameLst>
                                              <p:attrName>ppt_x</p:attrName>
                                            </p:attrNameLst>
                                          </p:cBhvr>
                                          <p:tavLst>
                                            <p:tav tm="0">
                                              <p:val>
                                                <p:strVal val="0-#ppt_w/2"/>
                                              </p:val>
                                            </p:tav>
                                            <p:tav tm="100000">
                                              <p:val>
                                                <p:strVal val="#ppt_x"/>
                                              </p:val>
                                            </p:tav>
                                          </p:tavLst>
                                        </p:anim>
                                        <p:anim calcmode="lin" valueType="num" p14:bounceEnd="20000">
                                          <p:cBhvr additive="base">
                                            <p:cTn id="55" dur="500" fill="hold"/>
                                            <p:tgtEl>
                                              <p:spTgt spid="107"/>
                                            </p:tgtEl>
                                            <p:attrNameLst>
                                              <p:attrName>ppt_y</p:attrName>
                                            </p:attrNameLst>
                                          </p:cBhvr>
                                          <p:tavLst>
                                            <p:tav tm="0">
                                              <p:val>
                                                <p:strVal val="1+#ppt_h/2"/>
                                              </p:val>
                                            </p:tav>
                                            <p:tav tm="100000">
                                              <p:val>
                                                <p:strVal val="#ppt_y"/>
                                              </p:val>
                                            </p:tav>
                                          </p:tavLst>
                                        </p:anim>
                                      </p:childTnLst>
                                    </p:cTn>
                                  </p:par>
                                </p:childTnLst>
                              </p:cTn>
                            </p:par>
                            <p:par>
                              <p:cTn id="56" fill="hold">
                                <p:stCondLst>
                                  <p:cond delay="3500"/>
                                </p:stCondLst>
                                <p:childTnLst>
                                  <p:par>
                                    <p:cTn id="57" presetID="2" presetClass="entr" presetSubtype="12" fill="hold" nodeType="afterEffect" p14:presetBounceEnd="20000">
                                      <p:stCondLst>
                                        <p:cond delay="0"/>
                                      </p:stCondLst>
                                      <p:childTnLst>
                                        <p:set>
                                          <p:cBhvr>
                                            <p:cTn id="58" dur="1" fill="hold">
                                              <p:stCondLst>
                                                <p:cond delay="0"/>
                                              </p:stCondLst>
                                            </p:cTn>
                                            <p:tgtEl>
                                              <p:spTgt spid="116"/>
                                            </p:tgtEl>
                                            <p:attrNameLst>
                                              <p:attrName>style.visibility</p:attrName>
                                            </p:attrNameLst>
                                          </p:cBhvr>
                                          <p:to>
                                            <p:strVal val="visible"/>
                                          </p:to>
                                        </p:set>
                                        <p:anim calcmode="lin" valueType="num" p14:bounceEnd="20000">
                                          <p:cBhvr additive="base">
                                            <p:cTn id="59" dur="500" fill="hold"/>
                                            <p:tgtEl>
                                              <p:spTgt spid="116"/>
                                            </p:tgtEl>
                                            <p:attrNameLst>
                                              <p:attrName>ppt_x</p:attrName>
                                            </p:attrNameLst>
                                          </p:cBhvr>
                                          <p:tavLst>
                                            <p:tav tm="0">
                                              <p:val>
                                                <p:strVal val="0-#ppt_w/2"/>
                                              </p:val>
                                            </p:tav>
                                            <p:tav tm="100000">
                                              <p:val>
                                                <p:strVal val="#ppt_x"/>
                                              </p:val>
                                            </p:tav>
                                          </p:tavLst>
                                        </p:anim>
                                        <p:anim calcmode="lin" valueType="num" p14:bounceEnd="20000">
                                          <p:cBhvr additive="base">
                                            <p:cTn id="60" dur="500" fill="hold"/>
                                            <p:tgtEl>
                                              <p:spTgt spid="116"/>
                                            </p:tgtEl>
                                            <p:attrNameLst>
                                              <p:attrName>ppt_y</p:attrName>
                                            </p:attrNameLst>
                                          </p:cBhvr>
                                          <p:tavLst>
                                            <p:tav tm="0">
                                              <p:val>
                                                <p:strVal val="1+#ppt_h/2"/>
                                              </p:val>
                                            </p:tav>
                                            <p:tav tm="100000">
                                              <p:val>
                                                <p:strVal val="#ppt_y"/>
                                              </p:val>
                                            </p:tav>
                                          </p:tavLst>
                                        </p:anim>
                                      </p:childTnLst>
                                    </p:cTn>
                                  </p:par>
                                </p:childTnLst>
                              </p:cTn>
                            </p:par>
                            <p:par>
                              <p:cTn id="61" fill="hold">
                                <p:stCondLst>
                                  <p:cond delay="4000"/>
                                </p:stCondLst>
                                <p:childTnLst>
                                  <p:par>
                                    <p:cTn id="62" presetID="2" presetClass="entr" presetSubtype="12" fill="hold" nodeType="afterEffect" p14:presetBounceEnd="20000">
                                      <p:stCondLst>
                                        <p:cond delay="0"/>
                                      </p:stCondLst>
                                      <p:childTnLst>
                                        <p:set>
                                          <p:cBhvr>
                                            <p:cTn id="63" dur="1" fill="hold">
                                              <p:stCondLst>
                                                <p:cond delay="0"/>
                                              </p:stCondLst>
                                            </p:cTn>
                                            <p:tgtEl>
                                              <p:spTgt spid="130"/>
                                            </p:tgtEl>
                                            <p:attrNameLst>
                                              <p:attrName>style.visibility</p:attrName>
                                            </p:attrNameLst>
                                          </p:cBhvr>
                                          <p:to>
                                            <p:strVal val="visible"/>
                                          </p:to>
                                        </p:set>
                                        <p:anim calcmode="lin" valueType="num" p14:bounceEnd="20000">
                                          <p:cBhvr additive="base">
                                            <p:cTn id="64" dur="500" fill="hold"/>
                                            <p:tgtEl>
                                              <p:spTgt spid="130"/>
                                            </p:tgtEl>
                                            <p:attrNameLst>
                                              <p:attrName>ppt_x</p:attrName>
                                            </p:attrNameLst>
                                          </p:cBhvr>
                                          <p:tavLst>
                                            <p:tav tm="0">
                                              <p:val>
                                                <p:strVal val="0-#ppt_w/2"/>
                                              </p:val>
                                            </p:tav>
                                            <p:tav tm="100000">
                                              <p:val>
                                                <p:strVal val="#ppt_x"/>
                                              </p:val>
                                            </p:tav>
                                          </p:tavLst>
                                        </p:anim>
                                        <p:anim calcmode="lin" valueType="num" p14:bounceEnd="20000">
                                          <p:cBhvr additive="base">
                                            <p:cTn id="65" dur="500" fill="hold"/>
                                            <p:tgtEl>
                                              <p:spTgt spid="1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p:cTn id="7" dur="500" fill="hold"/>
                                            <p:tgtEl>
                                              <p:spTgt spid="66"/>
                                            </p:tgtEl>
                                            <p:attrNameLst>
                                              <p:attrName>ppt_w</p:attrName>
                                            </p:attrNameLst>
                                          </p:cBhvr>
                                          <p:tavLst>
                                            <p:tav tm="0">
                                              <p:val>
                                                <p:fltVal val="0"/>
                                              </p:val>
                                            </p:tav>
                                            <p:tav tm="100000">
                                              <p:val>
                                                <p:strVal val="#ppt_w"/>
                                              </p:val>
                                            </p:tav>
                                          </p:tavLst>
                                        </p:anim>
                                        <p:anim calcmode="lin" valueType="num">
                                          <p:cBhvr>
                                            <p:cTn id="8" dur="500" fill="hold"/>
                                            <p:tgtEl>
                                              <p:spTgt spid="66"/>
                                            </p:tgtEl>
                                            <p:attrNameLst>
                                              <p:attrName>ppt_h</p:attrName>
                                            </p:attrNameLst>
                                          </p:cBhvr>
                                          <p:tavLst>
                                            <p:tav tm="0">
                                              <p:val>
                                                <p:fltVal val="0"/>
                                              </p:val>
                                            </p:tav>
                                            <p:tav tm="100000">
                                              <p:val>
                                                <p:strVal val="#ppt_h"/>
                                              </p:val>
                                            </p:tav>
                                          </p:tavLst>
                                        </p:anim>
                                        <p:animEffect transition="in" filter="fade">
                                          <p:cBhvr>
                                            <p:cTn id="9" dur="500"/>
                                            <p:tgtEl>
                                              <p:spTgt spid="66"/>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64"/>
                                            </p:tgtEl>
                                            <p:attrNameLst>
                                              <p:attrName>style.visibility</p:attrName>
                                            </p:attrNameLst>
                                          </p:cBhvr>
                                          <p:to>
                                            <p:strVal val="visible"/>
                                          </p:to>
                                        </p:set>
                                        <p:anim calcmode="lin" valueType="num">
                                          <p:cBhvr>
                                            <p:cTn id="13" dur="250" fill="hold"/>
                                            <p:tgtEl>
                                              <p:spTgt spid="64"/>
                                            </p:tgtEl>
                                            <p:attrNameLst>
                                              <p:attrName>ppt_w</p:attrName>
                                            </p:attrNameLst>
                                          </p:cBhvr>
                                          <p:tavLst>
                                            <p:tav tm="0">
                                              <p:val>
                                                <p:fltVal val="0"/>
                                              </p:val>
                                            </p:tav>
                                            <p:tav tm="100000">
                                              <p:val>
                                                <p:strVal val="#ppt_w"/>
                                              </p:val>
                                            </p:tav>
                                          </p:tavLst>
                                        </p:anim>
                                        <p:anim calcmode="lin" valueType="num">
                                          <p:cBhvr>
                                            <p:cTn id="14" dur="250" fill="hold"/>
                                            <p:tgtEl>
                                              <p:spTgt spid="64"/>
                                            </p:tgtEl>
                                            <p:attrNameLst>
                                              <p:attrName>ppt_h</p:attrName>
                                            </p:attrNameLst>
                                          </p:cBhvr>
                                          <p:tavLst>
                                            <p:tav tm="0">
                                              <p:val>
                                                <p:fltVal val="0"/>
                                              </p:val>
                                            </p:tav>
                                            <p:tav tm="100000">
                                              <p:val>
                                                <p:strVal val="#ppt_h"/>
                                              </p:val>
                                            </p:tav>
                                          </p:tavLst>
                                        </p:anim>
                                        <p:animEffect transition="in" filter="fade">
                                          <p:cBhvr>
                                            <p:cTn id="15" dur="250"/>
                                            <p:tgtEl>
                                              <p:spTgt spid="64"/>
                                            </p:tgtEl>
                                          </p:cBhvr>
                                        </p:animEffect>
                                      </p:childTnLst>
                                    </p:cTn>
                                  </p:par>
                                </p:childTnLst>
                              </p:cTn>
                            </p:par>
                            <p:par>
                              <p:cTn id="16" fill="hold">
                                <p:stCondLst>
                                  <p:cond delay="750"/>
                                </p:stCondLst>
                                <p:childTnLst>
                                  <p:par>
                                    <p:cTn id="17" presetID="22" presetClass="entr" presetSubtype="4"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Effect transition="in" filter="wipe(down)">
                                          <p:cBhvr>
                                            <p:cTn id="19" dur="250"/>
                                            <p:tgtEl>
                                              <p:spTgt spid="65"/>
                                            </p:tgtEl>
                                          </p:cBhvr>
                                        </p:animEffect>
                                      </p:childTnLst>
                                    </p:cTn>
                                  </p:par>
                                </p:childTnLst>
                              </p:cTn>
                            </p:par>
                            <p:par>
                              <p:cTn id="20" fill="hold">
                                <p:stCondLst>
                                  <p:cond delay="1000"/>
                                </p:stCondLst>
                                <p:childTnLst>
                                  <p:par>
                                    <p:cTn id="21" presetID="53" presetClass="entr" presetSubtype="16" fill="hold" nodeType="afterEffect">
                                      <p:stCondLst>
                                        <p:cond delay="0"/>
                                      </p:stCondLst>
                                      <p:childTnLst>
                                        <p:set>
                                          <p:cBhvr>
                                            <p:cTn id="22" dur="1" fill="hold">
                                              <p:stCondLst>
                                                <p:cond delay="0"/>
                                              </p:stCondLst>
                                            </p:cTn>
                                            <p:tgtEl>
                                              <p:spTgt spid="72"/>
                                            </p:tgtEl>
                                            <p:attrNameLst>
                                              <p:attrName>style.visibility</p:attrName>
                                            </p:attrNameLst>
                                          </p:cBhvr>
                                          <p:to>
                                            <p:strVal val="visible"/>
                                          </p:to>
                                        </p:set>
                                        <p:anim calcmode="lin" valueType="num">
                                          <p:cBhvr>
                                            <p:cTn id="23" dur="250" fill="hold"/>
                                            <p:tgtEl>
                                              <p:spTgt spid="72"/>
                                            </p:tgtEl>
                                            <p:attrNameLst>
                                              <p:attrName>ppt_w</p:attrName>
                                            </p:attrNameLst>
                                          </p:cBhvr>
                                          <p:tavLst>
                                            <p:tav tm="0">
                                              <p:val>
                                                <p:fltVal val="0"/>
                                              </p:val>
                                            </p:tav>
                                            <p:tav tm="100000">
                                              <p:val>
                                                <p:strVal val="#ppt_w"/>
                                              </p:val>
                                            </p:tav>
                                          </p:tavLst>
                                        </p:anim>
                                        <p:anim calcmode="lin" valueType="num">
                                          <p:cBhvr>
                                            <p:cTn id="24" dur="250" fill="hold"/>
                                            <p:tgtEl>
                                              <p:spTgt spid="72"/>
                                            </p:tgtEl>
                                            <p:attrNameLst>
                                              <p:attrName>ppt_h</p:attrName>
                                            </p:attrNameLst>
                                          </p:cBhvr>
                                          <p:tavLst>
                                            <p:tav tm="0">
                                              <p:val>
                                                <p:fltVal val="0"/>
                                              </p:val>
                                            </p:tav>
                                            <p:tav tm="100000">
                                              <p:val>
                                                <p:strVal val="#ppt_h"/>
                                              </p:val>
                                            </p:tav>
                                          </p:tavLst>
                                        </p:anim>
                                        <p:animEffect transition="in" filter="fade">
                                          <p:cBhvr>
                                            <p:cTn id="25" dur="250"/>
                                            <p:tgtEl>
                                              <p:spTgt spid="72"/>
                                            </p:tgtEl>
                                          </p:cBhvr>
                                        </p:animEffect>
                                      </p:childTnLst>
                                    </p:cTn>
                                  </p:par>
                                </p:childTnLst>
                              </p:cTn>
                            </p:par>
                            <p:par>
                              <p:cTn id="26" fill="hold">
                                <p:stCondLst>
                                  <p:cond delay="1250"/>
                                </p:stCondLst>
                                <p:childTnLst>
                                  <p:par>
                                    <p:cTn id="27" presetID="53" presetClass="entr" presetSubtype="16" fill="hold" nodeType="afterEffect">
                                      <p:stCondLst>
                                        <p:cond delay="0"/>
                                      </p:stCondLst>
                                      <p:childTnLst>
                                        <p:set>
                                          <p:cBhvr>
                                            <p:cTn id="28" dur="1" fill="hold">
                                              <p:stCondLst>
                                                <p:cond delay="0"/>
                                              </p:stCondLst>
                                            </p:cTn>
                                            <p:tgtEl>
                                              <p:spTgt spid="70"/>
                                            </p:tgtEl>
                                            <p:attrNameLst>
                                              <p:attrName>style.visibility</p:attrName>
                                            </p:attrNameLst>
                                          </p:cBhvr>
                                          <p:to>
                                            <p:strVal val="visible"/>
                                          </p:to>
                                        </p:set>
                                        <p:anim calcmode="lin" valueType="num">
                                          <p:cBhvr>
                                            <p:cTn id="29" dur="250" fill="hold"/>
                                            <p:tgtEl>
                                              <p:spTgt spid="70"/>
                                            </p:tgtEl>
                                            <p:attrNameLst>
                                              <p:attrName>ppt_w</p:attrName>
                                            </p:attrNameLst>
                                          </p:cBhvr>
                                          <p:tavLst>
                                            <p:tav tm="0">
                                              <p:val>
                                                <p:fltVal val="0"/>
                                              </p:val>
                                            </p:tav>
                                            <p:tav tm="100000">
                                              <p:val>
                                                <p:strVal val="#ppt_w"/>
                                              </p:val>
                                            </p:tav>
                                          </p:tavLst>
                                        </p:anim>
                                        <p:anim calcmode="lin" valueType="num">
                                          <p:cBhvr>
                                            <p:cTn id="30" dur="250" fill="hold"/>
                                            <p:tgtEl>
                                              <p:spTgt spid="70"/>
                                            </p:tgtEl>
                                            <p:attrNameLst>
                                              <p:attrName>ppt_h</p:attrName>
                                            </p:attrNameLst>
                                          </p:cBhvr>
                                          <p:tavLst>
                                            <p:tav tm="0">
                                              <p:val>
                                                <p:fltVal val="0"/>
                                              </p:val>
                                            </p:tav>
                                            <p:tav tm="100000">
                                              <p:val>
                                                <p:strVal val="#ppt_h"/>
                                              </p:val>
                                            </p:tav>
                                          </p:tavLst>
                                        </p:anim>
                                        <p:animEffect transition="in" filter="fade">
                                          <p:cBhvr>
                                            <p:cTn id="31" dur="250"/>
                                            <p:tgtEl>
                                              <p:spTgt spid="70"/>
                                            </p:tgtEl>
                                          </p:cBhvr>
                                        </p:animEffect>
                                      </p:childTnLst>
                                    </p:cTn>
                                  </p:par>
                                </p:childTnLst>
                              </p:cTn>
                            </p:par>
                            <p:par>
                              <p:cTn id="32" fill="hold">
                                <p:stCondLst>
                                  <p:cond delay="1500"/>
                                </p:stCondLst>
                                <p:childTnLst>
                                  <p:par>
                                    <p:cTn id="33" presetID="22" presetClass="entr" presetSubtype="4" fill="hold" nodeType="afterEffect">
                                      <p:stCondLst>
                                        <p:cond delay="0"/>
                                      </p:stCondLst>
                                      <p:childTnLst>
                                        <p:set>
                                          <p:cBhvr>
                                            <p:cTn id="34" dur="1" fill="hold">
                                              <p:stCondLst>
                                                <p:cond delay="0"/>
                                              </p:stCondLst>
                                            </p:cTn>
                                            <p:tgtEl>
                                              <p:spTgt spid="67"/>
                                            </p:tgtEl>
                                            <p:attrNameLst>
                                              <p:attrName>style.visibility</p:attrName>
                                            </p:attrNameLst>
                                          </p:cBhvr>
                                          <p:to>
                                            <p:strVal val="visible"/>
                                          </p:to>
                                        </p:set>
                                        <p:animEffect transition="in" filter="wipe(down)">
                                          <p:cBhvr>
                                            <p:cTn id="35" dur="250"/>
                                            <p:tgtEl>
                                              <p:spTgt spid="67"/>
                                            </p:tgtEl>
                                          </p:cBhvr>
                                        </p:animEffect>
                                      </p:childTnLst>
                                    </p:cTn>
                                  </p:par>
                                </p:childTnLst>
                              </p:cTn>
                            </p:par>
                            <p:par>
                              <p:cTn id="36" fill="hold">
                                <p:stCondLst>
                                  <p:cond delay="1750"/>
                                </p:stCondLst>
                                <p:childTnLst>
                                  <p:par>
                                    <p:cTn id="37" presetID="53" presetClass="entr" presetSubtype="16" fill="hold" nodeType="afterEffect">
                                      <p:stCondLst>
                                        <p:cond delay="0"/>
                                      </p:stCondLst>
                                      <p:childTnLst>
                                        <p:set>
                                          <p:cBhvr>
                                            <p:cTn id="38" dur="1" fill="hold">
                                              <p:stCondLst>
                                                <p:cond delay="0"/>
                                              </p:stCondLst>
                                            </p:cTn>
                                            <p:tgtEl>
                                              <p:spTgt spid="68"/>
                                            </p:tgtEl>
                                            <p:attrNameLst>
                                              <p:attrName>style.visibility</p:attrName>
                                            </p:attrNameLst>
                                          </p:cBhvr>
                                          <p:to>
                                            <p:strVal val="visible"/>
                                          </p:to>
                                        </p:set>
                                        <p:anim calcmode="lin" valueType="num">
                                          <p:cBhvr>
                                            <p:cTn id="39" dur="250" fill="hold"/>
                                            <p:tgtEl>
                                              <p:spTgt spid="68"/>
                                            </p:tgtEl>
                                            <p:attrNameLst>
                                              <p:attrName>ppt_w</p:attrName>
                                            </p:attrNameLst>
                                          </p:cBhvr>
                                          <p:tavLst>
                                            <p:tav tm="0">
                                              <p:val>
                                                <p:fltVal val="0"/>
                                              </p:val>
                                            </p:tav>
                                            <p:tav tm="100000">
                                              <p:val>
                                                <p:strVal val="#ppt_w"/>
                                              </p:val>
                                            </p:tav>
                                          </p:tavLst>
                                        </p:anim>
                                        <p:anim calcmode="lin" valueType="num">
                                          <p:cBhvr>
                                            <p:cTn id="40" dur="250" fill="hold"/>
                                            <p:tgtEl>
                                              <p:spTgt spid="68"/>
                                            </p:tgtEl>
                                            <p:attrNameLst>
                                              <p:attrName>ppt_h</p:attrName>
                                            </p:attrNameLst>
                                          </p:cBhvr>
                                          <p:tavLst>
                                            <p:tav tm="0">
                                              <p:val>
                                                <p:fltVal val="0"/>
                                              </p:val>
                                            </p:tav>
                                            <p:tav tm="100000">
                                              <p:val>
                                                <p:strVal val="#ppt_h"/>
                                              </p:val>
                                            </p:tav>
                                          </p:tavLst>
                                        </p:anim>
                                        <p:animEffect transition="in" filter="fade">
                                          <p:cBhvr>
                                            <p:cTn id="41" dur="250"/>
                                            <p:tgtEl>
                                              <p:spTgt spid="68"/>
                                            </p:tgtEl>
                                          </p:cBhvr>
                                        </p:animEffect>
                                      </p:childTnLst>
                                    </p:cTn>
                                  </p:par>
                                </p:childTnLst>
                              </p:cTn>
                            </p:par>
                            <p:par>
                              <p:cTn id="42" fill="hold">
                                <p:stCondLst>
                                  <p:cond delay="2000"/>
                                </p:stCondLst>
                                <p:childTnLst>
                                  <p:par>
                                    <p:cTn id="43" presetID="22" presetClass="entr" presetSubtype="2" fill="hold" grpId="0" nodeType="afterEffect">
                                      <p:stCondLst>
                                        <p:cond delay="0"/>
                                      </p:stCondLst>
                                      <p:childTnLst>
                                        <p:set>
                                          <p:cBhvr>
                                            <p:cTn id="44" dur="1" fill="hold">
                                              <p:stCondLst>
                                                <p:cond delay="0"/>
                                              </p:stCondLst>
                                            </p:cTn>
                                            <p:tgtEl>
                                              <p:spTgt spid="74"/>
                                            </p:tgtEl>
                                            <p:attrNameLst>
                                              <p:attrName>style.visibility</p:attrName>
                                            </p:attrNameLst>
                                          </p:cBhvr>
                                          <p:to>
                                            <p:strVal val="visible"/>
                                          </p:to>
                                        </p:set>
                                        <p:animEffect transition="in" filter="wipe(right)">
                                          <p:cBhvr>
                                            <p:cTn id="45" dur="500"/>
                                            <p:tgtEl>
                                              <p:spTgt spid="74"/>
                                            </p:tgtEl>
                                          </p:cBhvr>
                                        </p:animEffect>
                                      </p:childTnLst>
                                    </p:cTn>
                                  </p:par>
                                </p:childTnLst>
                              </p:cTn>
                            </p:par>
                            <p:par>
                              <p:cTn id="46" fill="hold">
                                <p:stCondLst>
                                  <p:cond delay="2500"/>
                                </p:stCondLst>
                                <p:childTnLst>
                                  <p:par>
                                    <p:cTn id="47" presetID="2" presetClass="entr" presetSubtype="12" fill="hold" nodeType="afterEffect">
                                      <p:stCondLst>
                                        <p:cond delay="0"/>
                                      </p:stCondLst>
                                      <p:childTnLst>
                                        <p:set>
                                          <p:cBhvr>
                                            <p:cTn id="48" dur="1" fill="hold">
                                              <p:stCondLst>
                                                <p:cond delay="0"/>
                                              </p:stCondLst>
                                            </p:cTn>
                                            <p:tgtEl>
                                              <p:spTgt spid="88"/>
                                            </p:tgtEl>
                                            <p:attrNameLst>
                                              <p:attrName>style.visibility</p:attrName>
                                            </p:attrNameLst>
                                          </p:cBhvr>
                                          <p:to>
                                            <p:strVal val="visible"/>
                                          </p:to>
                                        </p:set>
                                        <p:anim calcmode="lin" valueType="num">
                                          <p:cBhvr additive="base">
                                            <p:cTn id="49" dur="500" fill="hold"/>
                                            <p:tgtEl>
                                              <p:spTgt spid="88"/>
                                            </p:tgtEl>
                                            <p:attrNameLst>
                                              <p:attrName>ppt_x</p:attrName>
                                            </p:attrNameLst>
                                          </p:cBhvr>
                                          <p:tavLst>
                                            <p:tav tm="0">
                                              <p:val>
                                                <p:strVal val="0-#ppt_w/2"/>
                                              </p:val>
                                            </p:tav>
                                            <p:tav tm="100000">
                                              <p:val>
                                                <p:strVal val="#ppt_x"/>
                                              </p:val>
                                            </p:tav>
                                          </p:tavLst>
                                        </p:anim>
                                        <p:anim calcmode="lin" valueType="num">
                                          <p:cBhvr additive="base">
                                            <p:cTn id="50" dur="500" fill="hold"/>
                                            <p:tgtEl>
                                              <p:spTgt spid="88"/>
                                            </p:tgtEl>
                                            <p:attrNameLst>
                                              <p:attrName>ppt_y</p:attrName>
                                            </p:attrNameLst>
                                          </p:cBhvr>
                                          <p:tavLst>
                                            <p:tav tm="0">
                                              <p:val>
                                                <p:strVal val="1+#ppt_h/2"/>
                                              </p:val>
                                            </p:tav>
                                            <p:tav tm="100000">
                                              <p:val>
                                                <p:strVal val="#ppt_y"/>
                                              </p:val>
                                            </p:tav>
                                          </p:tavLst>
                                        </p:anim>
                                      </p:childTnLst>
                                    </p:cTn>
                                  </p:par>
                                </p:childTnLst>
                              </p:cTn>
                            </p:par>
                            <p:par>
                              <p:cTn id="51" fill="hold">
                                <p:stCondLst>
                                  <p:cond delay="3000"/>
                                </p:stCondLst>
                                <p:childTnLst>
                                  <p:par>
                                    <p:cTn id="52" presetID="2" presetClass="entr" presetSubtype="12" fill="hold" nodeType="afterEffect">
                                      <p:stCondLst>
                                        <p:cond delay="0"/>
                                      </p:stCondLst>
                                      <p:childTnLst>
                                        <p:set>
                                          <p:cBhvr>
                                            <p:cTn id="53" dur="1" fill="hold">
                                              <p:stCondLst>
                                                <p:cond delay="0"/>
                                              </p:stCondLst>
                                            </p:cTn>
                                            <p:tgtEl>
                                              <p:spTgt spid="107"/>
                                            </p:tgtEl>
                                            <p:attrNameLst>
                                              <p:attrName>style.visibility</p:attrName>
                                            </p:attrNameLst>
                                          </p:cBhvr>
                                          <p:to>
                                            <p:strVal val="visible"/>
                                          </p:to>
                                        </p:set>
                                        <p:anim calcmode="lin" valueType="num">
                                          <p:cBhvr additive="base">
                                            <p:cTn id="54" dur="500" fill="hold"/>
                                            <p:tgtEl>
                                              <p:spTgt spid="107"/>
                                            </p:tgtEl>
                                            <p:attrNameLst>
                                              <p:attrName>ppt_x</p:attrName>
                                            </p:attrNameLst>
                                          </p:cBhvr>
                                          <p:tavLst>
                                            <p:tav tm="0">
                                              <p:val>
                                                <p:strVal val="0-#ppt_w/2"/>
                                              </p:val>
                                            </p:tav>
                                            <p:tav tm="100000">
                                              <p:val>
                                                <p:strVal val="#ppt_x"/>
                                              </p:val>
                                            </p:tav>
                                          </p:tavLst>
                                        </p:anim>
                                        <p:anim calcmode="lin" valueType="num">
                                          <p:cBhvr additive="base">
                                            <p:cTn id="55" dur="500" fill="hold"/>
                                            <p:tgtEl>
                                              <p:spTgt spid="107"/>
                                            </p:tgtEl>
                                            <p:attrNameLst>
                                              <p:attrName>ppt_y</p:attrName>
                                            </p:attrNameLst>
                                          </p:cBhvr>
                                          <p:tavLst>
                                            <p:tav tm="0">
                                              <p:val>
                                                <p:strVal val="1+#ppt_h/2"/>
                                              </p:val>
                                            </p:tav>
                                            <p:tav tm="100000">
                                              <p:val>
                                                <p:strVal val="#ppt_y"/>
                                              </p:val>
                                            </p:tav>
                                          </p:tavLst>
                                        </p:anim>
                                      </p:childTnLst>
                                    </p:cTn>
                                  </p:par>
                                </p:childTnLst>
                              </p:cTn>
                            </p:par>
                            <p:par>
                              <p:cTn id="56" fill="hold">
                                <p:stCondLst>
                                  <p:cond delay="3500"/>
                                </p:stCondLst>
                                <p:childTnLst>
                                  <p:par>
                                    <p:cTn id="57" presetID="2" presetClass="entr" presetSubtype="12" fill="hold" nodeType="afterEffect">
                                      <p:stCondLst>
                                        <p:cond delay="0"/>
                                      </p:stCondLst>
                                      <p:childTnLst>
                                        <p:set>
                                          <p:cBhvr>
                                            <p:cTn id="58" dur="1" fill="hold">
                                              <p:stCondLst>
                                                <p:cond delay="0"/>
                                              </p:stCondLst>
                                            </p:cTn>
                                            <p:tgtEl>
                                              <p:spTgt spid="116"/>
                                            </p:tgtEl>
                                            <p:attrNameLst>
                                              <p:attrName>style.visibility</p:attrName>
                                            </p:attrNameLst>
                                          </p:cBhvr>
                                          <p:to>
                                            <p:strVal val="visible"/>
                                          </p:to>
                                        </p:set>
                                        <p:anim calcmode="lin" valueType="num">
                                          <p:cBhvr additive="base">
                                            <p:cTn id="59" dur="500" fill="hold"/>
                                            <p:tgtEl>
                                              <p:spTgt spid="116"/>
                                            </p:tgtEl>
                                            <p:attrNameLst>
                                              <p:attrName>ppt_x</p:attrName>
                                            </p:attrNameLst>
                                          </p:cBhvr>
                                          <p:tavLst>
                                            <p:tav tm="0">
                                              <p:val>
                                                <p:strVal val="0-#ppt_w/2"/>
                                              </p:val>
                                            </p:tav>
                                            <p:tav tm="100000">
                                              <p:val>
                                                <p:strVal val="#ppt_x"/>
                                              </p:val>
                                            </p:tav>
                                          </p:tavLst>
                                        </p:anim>
                                        <p:anim calcmode="lin" valueType="num">
                                          <p:cBhvr additive="base">
                                            <p:cTn id="60" dur="500" fill="hold"/>
                                            <p:tgtEl>
                                              <p:spTgt spid="116"/>
                                            </p:tgtEl>
                                            <p:attrNameLst>
                                              <p:attrName>ppt_y</p:attrName>
                                            </p:attrNameLst>
                                          </p:cBhvr>
                                          <p:tavLst>
                                            <p:tav tm="0">
                                              <p:val>
                                                <p:strVal val="1+#ppt_h/2"/>
                                              </p:val>
                                            </p:tav>
                                            <p:tav tm="100000">
                                              <p:val>
                                                <p:strVal val="#ppt_y"/>
                                              </p:val>
                                            </p:tav>
                                          </p:tavLst>
                                        </p:anim>
                                      </p:childTnLst>
                                    </p:cTn>
                                  </p:par>
                                </p:childTnLst>
                              </p:cTn>
                            </p:par>
                            <p:par>
                              <p:cTn id="61" fill="hold">
                                <p:stCondLst>
                                  <p:cond delay="4000"/>
                                </p:stCondLst>
                                <p:childTnLst>
                                  <p:par>
                                    <p:cTn id="62" presetID="2" presetClass="entr" presetSubtype="12" fill="hold" nodeType="afterEffect">
                                      <p:stCondLst>
                                        <p:cond delay="0"/>
                                      </p:stCondLst>
                                      <p:childTnLst>
                                        <p:set>
                                          <p:cBhvr>
                                            <p:cTn id="63" dur="1" fill="hold">
                                              <p:stCondLst>
                                                <p:cond delay="0"/>
                                              </p:stCondLst>
                                            </p:cTn>
                                            <p:tgtEl>
                                              <p:spTgt spid="130"/>
                                            </p:tgtEl>
                                            <p:attrNameLst>
                                              <p:attrName>style.visibility</p:attrName>
                                            </p:attrNameLst>
                                          </p:cBhvr>
                                          <p:to>
                                            <p:strVal val="visible"/>
                                          </p:to>
                                        </p:set>
                                        <p:anim calcmode="lin" valueType="num">
                                          <p:cBhvr additive="base">
                                            <p:cTn id="64" dur="500" fill="hold"/>
                                            <p:tgtEl>
                                              <p:spTgt spid="130"/>
                                            </p:tgtEl>
                                            <p:attrNameLst>
                                              <p:attrName>ppt_x</p:attrName>
                                            </p:attrNameLst>
                                          </p:cBhvr>
                                          <p:tavLst>
                                            <p:tav tm="0">
                                              <p:val>
                                                <p:strVal val="0-#ppt_w/2"/>
                                              </p:val>
                                            </p:tav>
                                            <p:tav tm="100000">
                                              <p:val>
                                                <p:strVal val="#ppt_x"/>
                                              </p:val>
                                            </p:tav>
                                          </p:tavLst>
                                        </p:anim>
                                        <p:anim calcmode="lin" valueType="num">
                                          <p:cBhvr additive="base">
                                            <p:cTn id="65" dur="500" fill="hold"/>
                                            <p:tgtEl>
                                              <p:spTgt spid="1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Lst>
      </p:timing>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088745" y="491033"/>
            <a:ext cx="8276625" cy="769441"/>
          </a:xfrm>
          <a:prstGeom prst="rect">
            <a:avLst/>
          </a:prstGeom>
          <a:noFill/>
        </p:spPr>
        <p:txBody>
          <a:bodyPr wrap="none" rtlCol="0">
            <a:spAutoFit/>
          </a:bodyPr>
          <a:lstStyle/>
          <a:p>
            <a:pPr marL="742950" indent="-742950" rtl="1">
              <a:buFont typeface="+mj-lt"/>
              <a:buAutoNum type="arabicPeriod" startAt="3"/>
            </a:pPr>
            <a:r>
              <a:rPr lang="ar-SA" sz="4400" b="1" u="sng" dirty="0">
                <a:solidFill>
                  <a:srgbClr val="26B8F2"/>
                </a:solidFill>
              </a:rPr>
              <a:t>أسس تصميم الكتب الإلكترونية ونماذجها</a:t>
            </a:r>
            <a:endParaRPr lang="en-US" sz="4400" i="1" u="sng" dirty="0">
              <a:solidFill>
                <a:srgbClr val="26B8F2"/>
              </a:solidFill>
            </a:endParaRPr>
          </a:p>
        </p:txBody>
      </p:sp>
      <p:grpSp>
        <p:nvGrpSpPr>
          <p:cNvPr id="221" name="Group 220"/>
          <p:cNvGrpSpPr/>
          <p:nvPr/>
        </p:nvGrpSpPr>
        <p:grpSpPr>
          <a:xfrm>
            <a:off x="8671382" y="1981199"/>
            <a:ext cx="3173413" cy="4875213"/>
            <a:chOff x="5659439" y="1982788"/>
            <a:chExt cx="3173413" cy="4875213"/>
          </a:xfrm>
        </p:grpSpPr>
        <p:sp>
          <p:nvSpPr>
            <p:cNvPr id="21" name="Freeform 5"/>
            <p:cNvSpPr>
              <a:spLocks/>
            </p:cNvSpPr>
            <p:nvPr/>
          </p:nvSpPr>
          <p:spPr bwMode="auto">
            <a:xfrm>
              <a:off x="5659439" y="4095750"/>
              <a:ext cx="660400" cy="2760663"/>
            </a:xfrm>
            <a:custGeom>
              <a:avLst/>
              <a:gdLst>
                <a:gd name="T0" fmla="*/ 31 w 370"/>
                <a:gd name="T1" fmla="*/ 1337 h 1548"/>
                <a:gd name="T2" fmla="*/ 20 w 370"/>
                <a:gd name="T3" fmla="*/ 1217 h 1548"/>
                <a:gd name="T4" fmla="*/ 42 w 370"/>
                <a:gd name="T5" fmla="*/ 1121 h 1548"/>
                <a:gd name="T6" fmla="*/ 48 w 370"/>
                <a:gd name="T7" fmla="*/ 1026 h 1548"/>
                <a:gd name="T8" fmla="*/ 82 w 370"/>
                <a:gd name="T9" fmla="*/ 703 h 1548"/>
                <a:gd name="T10" fmla="*/ 105 w 370"/>
                <a:gd name="T11" fmla="*/ 565 h 1548"/>
                <a:gd name="T12" fmla="*/ 137 w 370"/>
                <a:gd name="T13" fmla="*/ 377 h 1548"/>
                <a:gd name="T14" fmla="*/ 163 w 370"/>
                <a:gd name="T15" fmla="*/ 122 h 1548"/>
                <a:gd name="T16" fmla="*/ 245 w 370"/>
                <a:gd name="T17" fmla="*/ 5 h 1548"/>
                <a:gd name="T18" fmla="*/ 245 w 370"/>
                <a:gd name="T19" fmla="*/ 11 h 1548"/>
                <a:gd name="T20" fmla="*/ 354 w 370"/>
                <a:gd name="T21" fmla="*/ 219 h 1548"/>
                <a:gd name="T22" fmla="*/ 359 w 370"/>
                <a:gd name="T23" fmla="*/ 330 h 1548"/>
                <a:gd name="T24" fmla="*/ 366 w 370"/>
                <a:gd name="T25" fmla="*/ 457 h 1548"/>
                <a:gd name="T26" fmla="*/ 352 w 370"/>
                <a:gd name="T27" fmla="*/ 663 h 1548"/>
                <a:gd name="T28" fmla="*/ 325 w 370"/>
                <a:gd name="T29" fmla="*/ 1108 h 1548"/>
                <a:gd name="T30" fmla="*/ 292 w 370"/>
                <a:gd name="T31" fmla="*/ 1548 h 1548"/>
                <a:gd name="T32" fmla="*/ 0 w 370"/>
                <a:gd name="T33" fmla="*/ 1548 h 1548"/>
                <a:gd name="T34" fmla="*/ 31 w 370"/>
                <a:gd name="T35" fmla="*/ 1337 h 1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0" h="1548">
                  <a:moveTo>
                    <a:pt x="31" y="1337"/>
                  </a:moveTo>
                  <a:cubicBezTo>
                    <a:pt x="38" y="1298"/>
                    <a:pt x="21" y="1256"/>
                    <a:pt x="20" y="1217"/>
                  </a:cubicBezTo>
                  <a:cubicBezTo>
                    <a:pt x="19" y="1179"/>
                    <a:pt x="35" y="1155"/>
                    <a:pt x="42" y="1121"/>
                  </a:cubicBezTo>
                  <a:cubicBezTo>
                    <a:pt x="49" y="1091"/>
                    <a:pt x="48" y="1057"/>
                    <a:pt x="48" y="1026"/>
                  </a:cubicBezTo>
                  <a:cubicBezTo>
                    <a:pt x="48" y="917"/>
                    <a:pt x="50" y="807"/>
                    <a:pt x="82" y="703"/>
                  </a:cubicBezTo>
                  <a:cubicBezTo>
                    <a:pt x="96" y="658"/>
                    <a:pt x="97" y="612"/>
                    <a:pt x="105" y="565"/>
                  </a:cubicBezTo>
                  <a:cubicBezTo>
                    <a:pt x="115" y="502"/>
                    <a:pt x="130" y="440"/>
                    <a:pt x="137" y="377"/>
                  </a:cubicBezTo>
                  <a:cubicBezTo>
                    <a:pt x="146" y="293"/>
                    <a:pt x="150" y="205"/>
                    <a:pt x="163" y="122"/>
                  </a:cubicBezTo>
                  <a:cubicBezTo>
                    <a:pt x="170" y="78"/>
                    <a:pt x="182" y="0"/>
                    <a:pt x="245" y="5"/>
                  </a:cubicBezTo>
                  <a:cubicBezTo>
                    <a:pt x="244" y="9"/>
                    <a:pt x="242" y="9"/>
                    <a:pt x="245" y="11"/>
                  </a:cubicBezTo>
                  <a:cubicBezTo>
                    <a:pt x="307" y="19"/>
                    <a:pt x="344" y="173"/>
                    <a:pt x="354" y="219"/>
                  </a:cubicBezTo>
                  <a:cubicBezTo>
                    <a:pt x="362" y="254"/>
                    <a:pt x="357" y="293"/>
                    <a:pt x="359" y="330"/>
                  </a:cubicBezTo>
                  <a:cubicBezTo>
                    <a:pt x="363" y="372"/>
                    <a:pt x="364" y="415"/>
                    <a:pt x="366" y="457"/>
                  </a:cubicBezTo>
                  <a:cubicBezTo>
                    <a:pt x="370" y="524"/>
                    <a:pt x="359" y="596"/>
                    <a:pt x="352" y="663"/>
                  </a:cubicBezTo>
                  <a:cubicBezTo>
                    <a:pt x="336" y="811"/>
                    <a:pt x="342" y="960"/>
                    <a:pt x="325" y="1108"/>
                  </a:cubicBezTo>
                  <a:cubicBezTo>
                    <a:pt x="315" y="1201"/>
                    <a:pt x="310" y="1455"/>
                    <a:pt x="292" y="1548"/>
                  </a:cubicBezTo>
                  <a:cubicBezTo>
                    <a:pt x="0" y="1548"/>
                    <a:pt x="0" y="1548"/>
                    <a:pt x="0" y="1548"/>
                  </a:cubicBezTo>
                  <a:cubicBezTo>
                    <a:pt x="4" y="1530"/>
                    <a:pt x="22" y="1394"/>
                    <a:pt x="31" y="1337"/>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2" name="Freeform 6"/>
            <p:cNvSpPr>
              <a:spLocks/>
            </p:cNvSpPr>
            <p:nvPr/>
          </p:nvSpPr>
          <p:spPr bwMode="auto">
            <a:xfrm>
              <a:off x="5929314" y="3675063"/>
              <a:ext cx="2424113" cy="3182938"/>
            </a:xfrm>
            <a:custGeom>
              <a:avLst/>
              <a:gdLst>
                <a:gd name="T0" fmla="*/ 27 w 1359"/>
                <a:gd name="T1" fmla="*/ 1623 h 1785"/>
                <a:gd name="T2" fmla="*/ 27 w 1359"/>
                <a:gd name="T3" fmla="*/ 1590 h 1785"/>
                <a:gd name="T4" fmla="*/ 25 w 1359"/>
                <a:gd name="T5" fmla="*/ 1526 h 1785"/>
                <a:gd name="T6" fmla="*/ 50 w 1359"/>
                <a:gd name="T7" fmla="*/ 1404 h 1785"/>
                <a:gd name="T8" fmla="*/ 50 w 1359"/>
                <a:gd name="T9" fmla="*/ 1246 h 1785"/>
                <a:gd name="T10" fmla="*/ 50 w 1359"/>
                <a:gd name="T11" fmla="*/ 1052 h 1785"/>
                <a:gd name="T12" fmla="*/ 36 w 1359"/>
                <a:gd name="T13" fmla="*/ 592 h 1785"/>
                <a:gd name="T14" fmla="*/ 97 w 1359"/>
                <a:gd name="T15" fmla="*/ 227 h 1785"/>
                <a:gd name="T16" fmla="*/ 408 w 1359"/>
                <a:gd name="T17" fmla="*/ 97 h 1785"/>
                <a:gd name="T18" fmla="*/ 566 w 1359"/>
                <a:gd name="T19" fmla="*/ 55 h 1785"/>
                <a:gd name="T20" fmla="*/ 707 w 1359"/>
                <a:gd name="T21" fmla="*/ 24 h 1785"/>
                <a:gd name="T22" fmla="*/ 926 w 1359"/>
                <a:gd name="T23" fmla="*/ 33 h 1785"/>
                <a:gd name="T24" fmla="*/ 1275 w 1359"/>
                <a:gd name="T25" fmla="*/ 196 h 1785"/>
                <a:gd name="T26" fmla="*/ 1359 w 1359"/>
                <a:gd name="T27" fmla="*/ 227 h 1785"/>
                <a:gd name="T28" fmla="*/ 1301 w 1359"/>
                <a:gd name="T29" fmla="*/ 299 h 1785"/>
                <a:gd name="T30" fmla="*/ 1251 w 1359"/>
                <a:gd name="T31" fmla="*/ 443 h 1785"/>
                <a:gd name="T32" fmla="*/ 1141 w 1359"/>
                <a:gd name="T33" fmla="*/ 852 h 1785"/>
                <a:gd name="T34" fmla="*/ 1080 w 1359"/>
                <a:gd name="T35" fmla="*/ 1082 h 1785"/>
                <a:gd name="T36" fmla="*/ 1054 w 1359"/>
                <a:gd name="T37" fmla="*/ 1363 h 1785"/>
                <a:gd name="T38" fmla="*/ 1073 w 1359"/>
                <a:gd name="T39" fmla="*/ 1542 h 1785"/>
                <a:gd name="T40" fmla="*/ 1137 w 1359"/>
                <a:gd name="T41" fmla="*/ 1784 h 1785"/>
                <a:gd name="T42" fmla="*/ 30 w 1359"/>
                <a:gd name="T43" fmla="*/ 1784 h 1785"/>
                <a:gd name="T44" fmla="*/ 27 w 1359"/>
                <a:gd name="T45" fmla="*/ 1623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59" h="1785">
                  <a:moveTo>
                    <a:pt x="27" y="1623"/>
                  </a:moveTo>
                  <a:cubicBezTo>
                    <a:pt x="27" y="1612"/>
                    <a:pt x="27" y="1601"/>
                    <a:pt x="27" y="1590"/>
                  </a:cubicBezTo>
                  <a:cubicBezTo>
                    <a:pt x="27" y="1568"/>
                    <a:pt x="25" y="1547"/>
                    <a:pt x="25" y="1526"/>
                  </a:cubicBezTo>
                  <a:cubicBezTo>
                    <a:pt x="24" y="1485"/>
                    <a:pt x="40" y="1443"/>
                    <a:pt x="50" y="1404"/>
                  </a:cubicBezTo>
                  <a:cubicBezTo>
                    <a:pt x="64" y="1352"/>
                    <a:pt x="55" y="1299"/>
                    <a:pt x="50" y="1246"/>
                  </a:cubicBezTo>
                  <a:cubicBezTo>
                    <a:pt x="43" y="1181"/>
                    <a:pt x="45" y="1117"/>
                    <a:pt x="50" y="1052"/>
                  </a:cubicBezTo>
                  <a:cubicBezTo>
                    <a:pt x="62" y="899"/>
                    <a:pt x="38" y="745"/>
                    <a:pt x="36" y="592"/>
                  </a:cubicBezTo>
                  <a:cubicBezTo>
                    <a:pt x="34" y="485"/>
                    <a:pt x="0" y="301"/>
                    <a:pt x="97" y="227"/>
                  </a:cubicBezTo>
                  <a:cubicBezTo>
                    <a:pt x="185" y="160"/>
                    <a:pt x="308" y="138"/>
                    <a:pt x="408" y="97"/>
                  </a:cubicBezTo>
                  <a:cubicBezTo>
                    <a:pt x="458" y="76"/>
                    <a:pt x="515" y="72"/>
                    <a:pt x="566" y="55"/>
                  </a:cubicBezTo>
                  <a:cubicBezTo>
                    <a:pt x="611" y="40"/>
                    <a:pt x="659" y="31"/>
                    <a:pt x="707" y="24"/>
                  </a:cubicBezTo>
                  <a:cubicBezTo>
                    <a:pt x="765" y="16"/>
                    <a:pt x="878" y="0"/>
                    <a:pt x="926" y="33"/>
                  </a:cubicBezTo>
                  <a:cubicBezTo>
                    <a:pt x="1032" y="105"/>
                    <a:pt x="1155" y="150"/>
                    <a:pt x="1275" y="196"/>
                  </a:cubicBezTo>
                  <a:cubicBezTo>
                    <a:pt x="1303" y="207"/>
                    <a:pt x="1333" y="213"/>
                    <a:pt x="1359" y="227"/>
                  </a:cubicBezTo>
                  <a:cubicBezTo>
                    <a:pt x="1331" y="235"/>
                    <a:pt x="1315" y="276"/>
                    <a:pt x="1301" y="299"/>
                  </a:cubicBezTo>
                  <a:cubicBezTo>
                    <a:pt x="1273" y="344"/>
                    <a:pt x="1263" y="392"/>
                    <a:pt x="1251" y="443"/>
                  </a:cubicBezTo>
                  <a:cubicBezTo>
                    <a:pt x="1218" y="580"/>
                    <a:pt x="1181" y="717"/>
                    <a:pt x="1141" y="852"/>
                  </a:cubicBezTo>
                  <a:cubicBezTo>
                    <a:pt x="1118" y="928"/>
                    <a:pt x="1092" y="1003"/>
                    <a:pt x="1080" y="1082"/>
                  </a:cubicBezTo>
                  <a:cubicBezTo>
                    <a:pt x="1065" y="1175"/>
                    <a:pt x="1063" y="1270"/>
                    <a:pt x="1054" y="1363"/>
                  </a:cubicBezTo>
                  <a:cubicBezTo>
                    <a:pt x="1047" y="1427"/>
                    <a:pt x="1065" y="1479"/>
                    <a:pt x="1073" y="1542"/>
                  </a:cubicBezTo>
                  <a:cubicBezTo>
                    <a:pt x="1075" y="1561"/>
                    <a:pt x="1130" y="1756"/>
                    <a:pt x="1137" y="1784"/>
                  </a:cubicBezTo>
                  <a:cubicBezTo>
                    <a:pt x="30" y="1784"/>
                    <a:pt x="30" y="1784"/>
                    <a:pt x="30" y="1784"/>
                  </a:cubicBezTo>
                  <a:cubicBezTo>
                    <a:pt x="34" y="1755"/>
                    <a:pt x="29" y="1785"/>
                    <a:pt x="27" y="1623"/>
                  </a:cubicBezTo>
                </a:path>
              </a:pathLst>
            </a:custGeom>
            <a:solidFill>
              <a:srgbClr val="2E2E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3" name="Freeform 7"/>
            <p:cNvSpPr>
              <a:spLocks/>
            </p:cNvSpPr>
            <p:nvPr/>
          </p:nvSpPr>
          <p:spPr bwMode="auto">
            <a:xfrm>
              <a:off x="6294439" y="3692525"/>
              <a:ext cx="1169988" cy="2224088"/>
            </a:xfrm>
            <a:custGeom>
              <a:avLst/>
              <a:gdLst>
                <a:gd name="T0" fmla="*/ 291 w 656"/>
                <a:gd name="T1" fmla="*/ 795 h 1247"/>
                <a:gd name="T2" fmla="*/ 94 w 656"/>
                <a:gd name="T3" fmla="*/ 1247 h 1247"/>
                <a:gd name="T4" fmla="*/ 94 w 656"/>
                <a:gd name="T5" fmla="*/ 1125 h 1247"/>
                <a:gd name="T6" fmla="*/ 72 w 656"/>
                <a:gd name="T7" fmla="*/ 387 h 1247"/>
                <a:gd name="T8" fmla="*/ 190 w 656"/>
                <a:gd name="T9" fmla="*/ 92 h 1247"/>
                <a:gd name="T10" fmla="*/ 203 w 656"/>
                <a:gd name="T11" fmla="*/ 87 h 1247"/>
                <a:gd name="T12" fmla="*/ 361 w 656"/>
                <a:gd name="T13" fmla="*/ 45 h 1247"/>
                <a:gd name="T14" fmla="*/ 502 w 656"/>
                <a:gd name="T15" fmla="*/ 14 h 1247"/>
                <a:gd name="T16" fmla="*/ 656 w 656"/>
                <a:gd name="T17" fmla="*/ 4 h 1247"/>
                <a:gd name="T18" fmla="*/ 491 w 656"/>
                <a:gd name="T19" fmla="*/ 364 h 1247"/>
                <a:gd name="T20" fmla="*/ 291 w 656"/>
                <a:gd name="T21" fmla="*/ 795 h 1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6" h="1247">
                  <a:moveTo>
                    <a:pt x="291" y="795"/>
                  </a:moveTo>
                  <a:cubicBezTo>
                    <a:pt x="230" y="947"/>
                    <a:pt x="133" y="1086"/>
                    <a:pt x="94" y="1247"/>
                  </a:cubicBezTo>
                  <a:cubicBezTo>
                    <a:pt x="97" y="1205"/>
                    <a:pt x="100" y="1166"/>
                    <a:pt x="94" y="1125"/>
                  </a:cubicBezTo>
                  <a:cubicBezTo>
                    <a:pt x="61" y="875"/>
                    <a:pt x="0" y="631"/>
                    <a:pt x="72" y="387"/>
                  </a:cubicBezTo>
                  <a:cubicBezTo>
                    <a:pt x="102" y="284"/>
                    <a:pt x="154" y="191"/>
                    <a:pt x="190" y="92"/>
                  </a:cubicBezTo>
                  <a:cubicBezTo>
                    <a:pt x="194" y="90"/>
                    <a:pt x="199" y="89"/>
                    <a:pt x="203" y="87"/>
                  </a:cubicBezTo>
                  <a:cubicBezTo>
                    <a:pt x="253" y="66"/>
                    <a:pt x="310" y="62"/>
                    <a:pt x="361" y="45"/>
                  </a:cubicBezTo>
                  <a:cubicBezTo>
                    <a:pt x="406" y="30"/>
                    <a:pt x="454" y="21"/>
                    <a:pt x="502" y="14"/>
                  </a:cubicBezTo>
                  <a:cubicBezTo>
                    <a:pt x="541" y="9"/>
                    <a:pt x="604" y="0"/>
                    <a:pt x="656" y="4"/>
                  </a:cubicBezTo>
                  <a:cubicBezTo>
                    <a:pt x="641" y="136"/>
                    <a:pt x="547" y="246"/>
                    <a:pt x="491" y="364"/>
                  </a:cubicBezTo>
                  <a:cubicBezTo>
                    <a:pt x="427" y="509"/>
                    <a:pt x="352" y="647"/>
                    <a:pt x="291" y="795"/>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4" name="Freeform 8"/>
            <p:cNvSpPr>
              <a:spLocks/>
            </p:cNvSpPr>
            <p:nvPr/>
          </p:nvSpPr>
          <p:spPr bwMode="auto">
            <a:xfrm>
              <a:off x="6470652" y="4089400"/>
              <a:ext cx="430213" cy="1738313"/>
            </a:xfrm>
            <a:custGeom>
              <a:avLst/>
              <a:gdLst>
                <a:gd name="T0" fmla="*/ 22 w 241"/>
                <a:gd name="T1" fmla="*/ 975 h 975"/>
                <a:gd name="T2" fmla="*/ 0 w 241"/>
                <a:gd name="T3" fmla="*/ 935 h 975"/>
                <a:gd name="T4" fmla="*/ 14 w 241"/>
                <a:gd name="T5" fmla="*/ 678 h 975"/>
                <a:gd name="T6" fmla="*/ 130 w 241"/>
                <a:gd name="T7" fmla="*/ 115 h 975"/>
                <a:gd name="T8" fmla="*/ 176 w 241"/>
                <a:gd name="T9" fmla="*/ 43 h 975"/>
                <a:gd name="T10" fmla="*/ 231 w 241"/>
                <a:gd name="T11" fmla="*/ 15 h 975"/>
                <a:gd name="T12" fmla="*/ 228 w 241"/>
                <a:gd name="T13" fmla="*/ 184 h 975"/>
                <a:gd name="T14" fmla="*/ 181 w 241"/>
                <a:gd name="T15" fmla="*/ 377 h 975"/>
                <a:gd name="T16" fmla="*/ 152 w 241"/>
                <a:gd name="T17" fmla="*/ 572 h 975"/>
                <a:gd name="T18" fmla="*/ 112 w 241"/>
                <a:gd name="T19" fmla="*/ 692 h 975"/>
                <a:gd name="T20" fmla="*/ 22 w 241"/>
                <a:gd name="T21" fmla="*/ 975 h 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1" h="975">
                  <a:moveTo>
                    <a:pt x="22" y="975"/>
                  </a:moveTo>
                  <a:cubicBezTo>
                    <a:pt x="19" y="966"/>
                    <a:pt x="3" y="944"/>
                    <a:pt x="0" y="935"/>
                  </a:cubicBezTo>
                  <a:cubicBezTo>
                    <a:pt x="11" y="850"/>
                    <a:pt x="6" y="763"/>
                    <a:pt x="14" y="678"/>
                  </a:cubicBezTo>
                  <a:cubicBezTo>
                    <a:pt x="31" y="488"/>
                    <a:pt x="56" y="291"/>
                    <a:pt x="130" y="115"/>
                  </a:cubicBezTo>
                  <a:cubicBezTo>
                    <a:pt x="142" y="88"/>
                    <a:pt x="160" y="67"/>
                    <a:pt x="176" y="43"/>
                  </a:cubicBezTo>
                  <a:cubicBezTo>
                    <a:pt x="194" y="17"/>
                    <a:pt x="201" y="0"/>
                    <a:pt x="231" y="15"/>
                  </a:cubicBezTo>
                  <a:cubicBezTo>
                    <a:pt x="231" y="75"/>
                    <a:pt x="241" y="124"/>
                    <a:pt x="228" y="184"/>
                  </a:cubicBezTo>
                  <a:cubicBezTo>
                    <a:pt x="215" y="248"/>
                    <a:pt x="196" y="312"/>
                    <a:pt x="181" y="377"/>
                  </a:cubicBezTo>
                  <a:cubicBezTo>
                    <a:pt x="166" y="441"/>
                    <a:pt x="160" y="506"/>
                    <a:pt x="152" y="572"/>
                  </a:cubicBezTo>
                  <a:cubicBezTo>
                    <a:pt x="137" y="611"/>
                    <a:pt x="124" y="650"/>
                    <a:pt x="112" y="692"/>
                  </a:cubicBezTo>
                  <a:cubicBezTo>
                    <a:pt x="81" y="784"/>
                    <a:pt x="53" y="883"/>
                    <a:pt x="22" y="975"/>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5" name="Freeform 9"/>
            <p:cNvSpPr>
              <a:spLocks/>
            </p:cNvSpPr>
            <p:nvPr/>
          </p:nvSpPr>
          <p:spPr bwMode="auto">
            <a:xfrm>
              <a:off x="6218239" y="3735388"/>
              <a:ext cx="509588" cy="3121025"/>
            </a:xfrm>
            <a:custGeom>
              <a:avLst/>
              <a:gdLst>
                <a:gd name="T0" fmla="*/ 123 w 286"/>
                <a:gd name="T1" fmla="*/ 1345 h 1750"/>
                <a:gd name="T2" fmla="*/ 76 w 286"/>
                <a:gd name="T3" fmla="*/ 1004 h 1750"/>
                <a:gd name="T4" fmla="*/ 32 w 286"/>
                <a:gd name="T5" fmla="*/ 333 h 1750"/>
                <a:gd name="T6" fmla="*/ 49 w 286"/>
                <a:gd name="T7" fmla="*/ 209 h 1750"/>
                <a:gd name="T8" fmla="*/ 135 w 286"/>
                <a:gd name="T9" fmla="*/ 157 h 1750"/>
                <a:gd name="T10" fmla="*/ 105 w 286"/>
                <a:gd name="T11" fmla="*/ 120 h 1750"/>
                <a:gd name="T12" fmla="*/ 231 w 286"/>
                <a:gd name="T13" fmla="*/ 49 h 1750"/>
                <a:gd name="T14" fmla="*/ 286 w 286"/>
                <a:gd name="T15" fmla="*/ 0 h 1750"/>
                <a:gd name="T16" fmla="*/ 271 w 286"/>
                <a:gd name="T17" fmla="*/ 77 h 1750"/>
                <a:gd name="T18" fmla="*/ 269 w 286"/>
                <a:gd name="T19" fmla="*/ 80 h 1750"/>
                <a:gd name="T20" fmla="*/ 270 w 286"/>
                <a:gd name="T21" fmla="*/ 77 h 1750"/>
                <a:gd name="T22" fmla="*/ 269 w 286"/>
                <a:gd name="T23" fmla="*/ 80 h 1750"/>
                <a:gd name="T24" fmla="*/ 176 w 286"/>
                <a:gd name="T25" fmla="*/ 327 h 1750"/>
                <a:gd name="T26" fmla="*/ 126 w 286"/>
                <a:gd name="T27" fmla="*/ 604 h 1750"/>
                <a:gd name="T28" fmla="*/ 134 w 286"/>
                <a:gd name="T29" fmla="*/ 915 h 1750"/>
                <a:gd name="T30" fmla="*/ 165 w 286"/>
                <a:gd name="T31" fmla="*/ 1226 h 1750"/>
                <a:gd name="T32" fmla="*/ 154 w 286"/>
                <a:gd name="T33" fmla="*/ 1750 h 1750"/>
                <a:gd name="T34" fmla="*/ 131 w 286"/>
                <a:gd name="T35" fmla="*/ 1750 h 1750"/>
                <a:gd name="T36" fmla="*/ 123 w 286"/>
                <a:gd name="T37" fmla="*/ 1345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6" h="1750">
                  <a:moveTo>
                    <a:pt x="123" y="1345"/>
                  </a:moveTo>
                  <a:cubicBezTo>
                    <a:pt x="118" y="1216"/>
                    <a:pt x="111" y="1128"/>
                    <a:pt x="76" y="1004"/>
                  </a:cubicBezTo>
                  <a:cubicBezTo>
                    <a:pt x="20" y="805"/>
                    <a:pt x="0" y="536"/>
                    <a:pt x="32" y="333"/>
                  </a:cubicBezTo>
                  <a:cubicBezTo>
                    <a:pt x="38" y="293"/>
                    <a:pt x="49" y="209"/>
                    <a:pt x="49" y="209"/>
                  </a:cubicBezTo>
                  <a:cubicBezTo>
                    <a:pt x="49" y="209"/>
                    <a:pt x="102" y="175"/>
                    <a:pt x="135" y="157"/>
                  </a:cubicBezTo>
                  <a:cubicBezTo>
                    <a:pt x="122" y="142"/>
                    <a:pt x="116" y="136"/>
                    <a:pt x="105" y="120"/>
                  </a:cubicBezTo>
                  <a:cubicBezTo>
                    <a:pt x="124" y="91"/>
                    <a:pt x="231" y="49"/>
                    <a:pt x="231" y="49"/>
                  </a:cubicBezTo>
                  <a:cubicBezTo>
                    <a:pt x="231" y="49"/>
                    <a:pt x="259" y="12"/>
                    <a:pt x="286" y="0"/>
                  </a:cubicBezTo>
                  <a:cubicBezTo>
                    <a:pt x="280" y="26"/>
                    <a:pt x="273" y="51"/>
                    <a:pt x="271" y="77"/>
                  </a:cubicBezTo>
                  <a:cubicBezTo>
                    <a:pt x="270" y="79"/>
                    <a:pt x="270" y="79"/>
                    <a:pt x="269" y="80"/>
                  </a:cubicBezTo>
                  <a:cubicBezTo>
                    <a:pt x="270" y="79"/>
                    <a:pt x="270" y="78"/>
                    <a:pt x="270" y="77"/>
                  </a:cubicBezTo>
                  <a:cubicBezTo>
                    <a:pt x="268" y="77"/>
                    <a:pt x="266" y="86"/>
                    <a:pt x="269" y="80"/>
                  </a:cubicBezTo>
                  <a:cubicBezTo>
                    <a:pt x="246" y="160"/>
                    <a:pt x="202" y="245"/>
                    <a:pt x="176" y="327"/>
                  </a:cubicBezTo>
                  <a:cubicBezTo>
                    <a:pt x="146" y="420"/>
                    <a:pt x="131" y="505"/>
                    <a:pt x="126" y="604"/>
                  </a:cubicBezTo>
                  <a:cubicBezTo>
                    <a:pt x="121" y="705"/>
                    <a:pt x="120" y="816"/>
                    <a:pt x="134" y="915"/>
                  </a:cubicBezTo>
                  <a:cubicBezTo>
                    <a:pt x="150" y="1022"/>
                    <a:pt x="165" y="1116"/>
                    <a:pt x="165" y="1226"/>
                  </a:cubicBezTo>
                  <a:cubicBezTo>
                    <a:pt x="165" y="1341"/>
                    <a:pt x="135" y="1639"/>
                    <a:pt x="154" y="1750"/>
                  </a:cubicBezTo>
                  <a:cubicBezTo>
                    <a:pt x="131" y="1750"/>
                    <a:pt x="131" y="1750"/>
                    <a:pt x="131" y="1750"/>
                  </a:cubicBezTo>
                  <a:cubicBezTo>
                    <a:pt x="128" y="1672"/>
                    <a:pt x="127" y="1423"/>
                    <a:pt x="123" y="1345"/>
                  </a:cubicBezTo>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6" name="Freeform 10"/>
            <p:cNvSpPr>
              <a:spLocks/>
            </p:cNvSpPr>
            <p:nvPr/>
          </p:nvSpPr>
          <p:spPr bwMode="auto">
            <a:xfrm>
              <a:off x="6692902" y="3873500"/>
              <a:ext cx="6350" cy="15875"/>
            </a:xfrm>
            <a:custGeom>
              <a:avLst/>
              <a:gdLst>
                <a:gd name="T0" fmla="*/ 4 w 4"/>
                <a:gd name="T1" fmla="*/ 0 h 9"/>
                <a:gd name="T2" fmla="*/ 3 w 4"/>
                <a:gd name="T3" fmla="*/ 3 h 9"/>
                <a:gd name="T4" fmla="*/ 4 w 4"/>
                <a:gd name="T5" fmla="*/ 0 h 9"/>
              </a:gdLst>
              <a:ahLst/>
              <a:cxnLst>
                <a:cxn ang="0">
                  <a:pos x="T0" y="T1"/>
                </a:cxn>
                <a:cxn ang="0">
                  <a:pos x="T2" y="T3"/>
                </a:cxn>
                <a:cxn ang="0">
                  <a:pos x="T4" y="T5"/>
                </a:cxn>
              </a:cxnLst>
              <a:rect l="0" t="0" r="r" b="b"/>
              <a:pathLst>
                <a:path w="4" h="9">
                  <a:moveTo>
                    <a:pt x="4" y="0"/>
                  </a:moveTo>
                  <a:cubicBezTo>
                    <a:pt x="4" y="1"/>
                    <a:pt x="4" y="2"/>
                    <a:pt x="3" y="3"/>
                  </a:cubicBezTo>
                  <a:cubicBezTo>
                    <a:pt x="0" y="9"/>
                    <a:pt x="2" y="0"/>
                    <a:pt x="4" y="0"/>
                  </a:cubicBezTo>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7" name="Freeform 11"/>
            <p:cNvSpPr>
              <a:spLocks/>
            </p:cNvSpPr>
            <p:nvPr/>
          </p:nvSpPr>
          <p:spPr bwMode="auto">
            <a:xfrm>
              <a:off x="6246814" y="5810250"/>
              <a:ext cx="990600" cy="582613"/>
            </a:xfrm>
            <a:custGeom>
              <a:avLst/>
              <a:gdLst>
                <a:gd name="T0" fmla="*/ 454 w 556"/>
                <a:gd name="T1" fmla="*/ 52 h 327"/>
                <a:gd name="T2" fmla="*/ 274 w 556"/>
                <a:gd name="T3" fmla="*/ 4 h 327"/>
                <a:gd name="T4" fmla="*/ 171 w 556"/>
                <a:gd name="T5" fmla="*/ 21 h 327"/>
                <a:gd name="T6" fmla="*/ 57 w 556"/>
                <a:gd name="T7" fmla="*/ 18 h 327"/>
                <a:gd name="T8" fmla="*/ 107 w 556"/>
                <a:gd name="T9" fmla="*/ 82 h 327"/>
                <a:gd name="T10" fmla="*/ 25 w 556"/>
                <a:gd name="T11" fmla="*/ 111 h 327"/>
                <a:gd name="T12" fmla="*/ 76 w 556"/>
                <a:gd name="T13" fmla="*/ 165 h 327"/>
                <a:gd name="T14" fmla="*/ 91 w 556"/>
                <a:gd name="T15" fmla="*/ 238 h 327"/>
                <a:gd name="T16" fmla="*/ 68 w 556"/>
                <a:gd name="T17" fmla="*/ 274 h 327"/>
                <a:gd name="T18" fmla="*/ 126 w 556"/>
                <a:gd name="T19" fmla="*/ 307 h 327"/>
                <a:gd name="T20" fmla="*/ 295 w 556"/>
                <a:gd name="T21" fmla="*/ 318 h 327"/>
                <a:gd name="T22" fmla="*/ 451 w 556"/>
                <a:gd name="T23" fmla="*/ 256 h 327"/>
                <a:gd name="T24" fmla="*/ 518 w 556"/>
                <a:gd name="T25" fmla="*/ 251 h 327"/>
                <a:gd name="T26" fmla="*/ 541 w 556"/>
                <a:gd name="T27" fmla="*/ 226 h 327"/>
                <a:gd name="T28" fmla="*/ 554 w 556"/>
                <a:gd name="T29" fmla="*/ 129 h 327"/>
                <a:gd name="T30" fmla="*/ 511 w 556"/>
                <a:gd name="T31" fmla="*/ 49 h 327"/>
                <a:gd name="T32" fmla="*/ 454 w 556"/>
                <a:gd name="T33" fmla="*/ 5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6" h="327">
                  <a:moveTo>
                    <a:pt x="454" y="52"/>
                  </a:moveTo>
                  <a:cubicBezTo>
                    <a:pt x="396" y="41"/>
                    <a:pt x="336" y="4"/>
                    <a:pt x="274" y="4"/>
                  </a:cubicBezTo>
                  <a:cubicBezTo>
                    <a:pt x="240" y="4"/>
                    <a:pt x="207" y="21"/>
                    <a:pt x="171" y="21"/>
                  </a:cubicBezTo>
                  <a:cubicBezTo>
                    <a:pt x="140" y="21"/>
                    <a:pt x="82" y="0"/>
                    <a:pt x="57" y="18"/>
                  </a:cubicBezTo>
                  <a:cubicBezTo>
                    <a:pt x="10" y="53"/>
                    <a:pt x="78" y="80"/>
                    <a:pt x="107" y="82"/>
                  </a:cubicBezTo>
                  <a:cubicBezTo>
                    <a:pt x="77" y="90"/>
                    <a:pt x="44" y="81"/>
                    <a:pt x="25" y="111"/>
                  </a:cubicBezTo>
                  <a:cubicBezTo>
                    <a:pt x="0" y="149"/>
                    <a:pt x="41" y="168"/>
                    <a:pt x="76" y="165"/>
                  </a:cubicBezTo>
                  <a:cubicBezTo>
                    <a:pt x="8" y="177"/>
                    <a:pt x="26" y="240"/>
                    <a:pt x="91" y="238"/>
                  </a:cubicBezTo>
                  <a:cubicBezTo>
                    <a:pt x="70" y="239"/>
                    <a:pt x="60" y="255"/>
                    <a:pt x="68" y="274"/>
                  </a:cubicBezTo>
                  <a:cubicBezTo>
                    <a:pt x="78" y="298"/>
                    <a:pt x="105" y="303"/>
                    <a:pt x="126" y="307"/>
                  </a:cubicBezTo>
                  <a:cubicBezTo>
                    <a:pt x="181" y="316"/>
                    <a:pt x="239" y="327"/>
                    <a:pt x="295" y="318"/>
                  </a:cubicBezTo>
                  <a:cubicBezTo>
                    <a:pt x="353" y="308"/>
                    <a:pt x="396" y="273"/>
                    <a:pt x="451" y="256"/>
                  </a:cubicBezTo>
                  <a:cubicBezTo>
                    <a:pt x="473" y="250"/>
                    <a:pt x="497" y="258"/>
                    <a:pt x="518" y="251"/>
                  </a:cubicBezTo>
                  <a:cubicBezTo>
                    <a:pt x="536" y="246"/>
                    <a:pt x="535" y="250"/>
                    <a:pt x="541" y="226"/>
                  </a:cubicBezTo>
                  <a:cubicBezTo>
                    <a:pt x="550" y="197"/>
                    <a:pt x="556" y="160"/>
                    <a:pt x="554" y="129"/>
                  </a:cubicBezTo>
                  <a:cubicBezTo>
                    <a:pt x="553" y="104"/>
                    <a:pt x="541" y="57"/>
                    <a:pt x="511" y="49"/>
                  </a:cubicBezTo>
                  <a:cubicBezTo>
                    <a:pt x="492" y="44"/>
                    <a:pt x="448" y="72"/>
                    <a:pt x="454" y="52"/>
                  </a:cubicBezTo>
                </a:path>
              </a:pathLst>
            </a:custGeom>
            <a:solidFill>
              <a:srgbClr val="EDD7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8" name="Freeform 12"/>
            <p:cNvSpPr>
              <a:spLocks/>
            </p:cNvSpPr>
            <p:nvPr/>
          </p:nvSpPr>
          <p:spPr bwMode="auto">
            <a:xfrm>
              <a:off x="7077077" y="4054475"/>
              <a:ext cx="1755775" cy="2509838"/>
            </a:xfrm>
            <a:custGeom>
              <a:avLst/>
              <a:gdLst>
                <a:gd name="T0" fmla="*/ 679 w 984"/>
                <a:gd name="T1" fmla="*/ 0 h 1407"/>
                <a:gd name="T2" fmla="*/ 800 w 984"/>
                <a:gd name="T3" fmla="*/ 274 h 1407"/>
                <a:gd name="T4" fmla="*/ 972 w 984"/>
                <a:gd name="T5" fmla="*/ 931 h 1407"/>
                <a:gd name="T6" fmla="*/ 965 w 984"/>
                <a:gd name="T7" fmla="*/ 1090 h 1407"/>
                <a:gd name="T8" fmla="*/ 895 w 984"/>
                <a:gd name="T9" fmla="*/ 1236 h 1407"/>
                <a:gd name="T10" fmla="*/ 715 w 984"/>
                <a:gd name="T11" fmla="*/ 1331 h 1407"/>
                <a:gd name="T12" fmla="*/ 397 w 984"/>
                <a:gd name="T13" fmla="*/ 1371 h 1407"/>
                <a:gd name="T14" fmla="*/ 189 w 984"/>
                <a:gd name="T15" fmla="*/ 1387 h 1407"/>
                <a:gd name="T16" fmla="*/ 48 w 984"/>
                <a:gd name="T17" fmla="*/ 1393 h 1407"/>
                <a:gd name="T18" fmla="*/ 11 w 984"/>
                <a:gd name="T19" fmla="*/ 1299 h 1407"/>
                <a:gd name="T20" fmla="*/ 5 w 984"/>
                <a:gd name="T21" fmla="*/ 1058 h 1407"/>
                <a:gd name="T22" fmla="*/ 5 w 984"/>
                <a:gd name="T23" fmla="*/ 1008 h 1407"/>
                <a:gd name="T24" fmla="*/ 133 w 984"/>
                <a:gd name="T25" fmla="*/ 1009 h 1407"/>
                <a:gd name="T26" fmla="*/ 309 w 984"/>
                <a:gd name="T27" fmla="*/ 994 h 1407"/>
                <a:gd name="T28" fmla="*/ 455 w 984"/>
                <a:gd name="T29" fmla="*/ 963 h 1407"/>
                <a:gd name="T30" fmla="*/ 554 w 984"/>
                <a:gd name="T31" fmla="*/ 963 h 1407"/>
                <a:gd name="T32" fmla="*/ 493 w 984"/>
                <a:gd name="T33" fmla="*/ 718 h 1407"/>
                <a:gd name="T34" fmla="*/ 482 w 984"/>
                <a:gd name="T35" fmla="*/ 429 h 1407"/>
                <a:gd name="T36" fmla="*/ 559 w 984"/>
                <a:gd name="T37" fmla="*/ 153 h 1407"/>
                <a:gd name="T38" fmla="*/ 677 w 984"/>
                <a:gd name="T39" fmla="*/ 3 h 1407"/>
                <a:gd name="T40" fmla="*/ 679 w 984"/>
                <a:gd name="T41" fmla="*/ 0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84" h="1407">
                  <a:moveTo>
                    <a:pt x="679" y="0"/>
                  </a:moveTo>
                  <a:cubicBezTo>
                    <a:pt x="774" y="8"/>
                    <a:pt x="786" y="211"/>
                    <a:pt x="800" y="274"/>
                  </a:cubicBezTo>
                  <a:cubicBezTo>
                    <a:pt x="854" y="511"/>
                    <a:pt x="951" y="848"/>
                    <a:pt x="972" y="931"/>
                  </a:cubicBezTo>
                  <a:cubicBezTo>
                    <a:pt x="984" y="978"/>
                    <a:pt x="979" y="1044"/>
                    <a:pt x="965" y="1090"/>
                  </a:cubicBezTo>
                  <a:cubicBezTo>
                    <a:pt x="947" y="1148"/>
                    <a:pt x="944" y="1194"/>
                    <a:pt x="895" y="1236"/>
                  </a:cubicBezTo>
                  <a:cubicBezTo>
                    <a:pt x="848" y="1275"/>
                    <a:pt x="773" y="1312"/>
                    <a:pt x="715" y="1331"/>
                  </a:cubicBezTo>
                  <a:cubicBezTo>
                    <a:pt x="614" y="1363"/>
                    <a:pt x="502" y="1377"/>
                    <a:pt x="397" y="1371"/>
                  </a:cubicBezTo>
                  <a:cubicBezTo>
                    <a:pt x="327" y="1368"/>
                    <a:pt x="257" y="1378"/>
                    <a:pt x="189" y="1387"/>
                  </a:cubicBezTo>
                  <a:cubicBezTo>
                    <a:pt x="153" y="1392"/>
                    <a:pt x="83" y="1407"/>
                    <a:pt x="48" y="1393"/>
                  </a:cubicBezTo>
                  <a:cubicBezTo>
                    <a:pt x="17" y="1381"/>
                    <a:pt x="12" y="1329"/>
                    <a:pt x="11" y="1299"/>
                  </a:cubicBezTo>
                  <a:cubicBezTo>
                    <a:pt x="6" y="1217"/>
                    <a:pt x="15" y="1139"/>
                    <a:pt x="5" y="1058"/>
                  </a:cubicBezTo>
                  <a:cubicBezTo>
                    <a:pt x="3" y="1041"/>
                    <a:pt x="0" y="1024"/>
                    <a:pt x="5" y="1008"/>
                  </a:cubicBezTo>
                  <a:cubicBezTo>
                    <a:pt x="49" y="1006"/>
                    <a:pt x="91" y="1018"/>
                    <a:pt x="133" y="1009"/>
                  </a:cubicBezTo>
                  <a:cubicBezTo>
                    <a:pt x="192" y="996"/>
                    <a:pt x="249" y="998"/>
                    <a:pt x="309" y="994"/>
                  </a:cubicBezTo>
                  <a:cubicBezTo>
                    <a:pt x="357" y="991"/>
                    <a:pt x="411" y="979"/>
                    <a:pt x="455" y="963"/>
                  </a:cubicBezTo>
                  <a:cubicBezTo>
                    <a:pt x="492" y="950"/>
                    <a:pt x="521" y="944"/>
                    <a:pt x="554" y="963"/>
                  </a:cubicBezTo>
                  <a:cubicBezTo>
                    <a:pt x="516" y="877"/>
                    <a:pt x="505" y="806"/>
                    <a:pt x="493" y="718"/>
                  </a:cubicBezTo>
                  <a:cubicBezTo>
                    <a:pt x="480" y="623"/>
                    <a:pt x="471" y="525"/>
                    <a:pt x="482" y="429"/>
                  </a:cubicBezTo>
                  <a:cubicBezTo>
                    <a:pt x="494" y="331"/>
                    <a:pt x="521" y="245"/>
                    <a:pt x="559" y="153"/>
                  </a:cubicBezTo>
                  <a:cubicBezTo>
                    <a:pt x="584" y="92"/>
                    <a:pt x="629" y="46"/>
                    <a:pt x="677" y="3"/>
                  </a:cubicBezTo>
                  <a:cubicBezTo>
                    <a:pt x="680" y="8"/>
                    <a:pt x="681" y="14"/>
                    <a:pt x="679" y="0"/>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9" name="Freeform 13"/>
            <p:cNvSpPr>
              <a:spLocks/>
            </p:cNvSpPr>
            <p:nvPr/>
          </p:nvSpPr>
          <p:spPr bwMode="auto">
            <a:xfrm>
              <a:off x="6726239" y="3162300"/>
              <a:ext cx="727075" cy="863600"/>
            </a:xfrm>
            <a:custGeom>
              <a:avLst/>
              <a:gdLst>
                <a:gd name="T0" fmla="*/ 330 w 408"/>
                <a:gd name="T1" fmla="*/ 9 h 484"/>
                <a:gd name="T2" fmla="*/ 353 w 408"/>
                <a:gd name="T3" fmla="*/ 133 h 484"/>
                <a:gd name="T4" fmla="*/ 401 w 408"/>
                <a:gd name="T5" fmla="*/ 250 h 484"/>
                <a:gd name="T6" fmla="*/ 398 w 408"/>
                <a:gd name="T7" fmla="*/ 282 h 484"/>
                <a:gd name="T8" fmla="*/ 330 w 408"/>
                <a:gd name="T9" fmla="*/ 360 h 484"/>
                <a:gd name="T10" fmla="*/ 159 w 408"/>
                <a:gd name="T11" fmla="*/ 472 h 484"/>
                <a:gd name="T12" fmla="*/ 85 w 408"/>
                <a:gd name="T13" fmla="*/ 437 h 484"/>
                <a:gd name="T14" fmla="*/ 3 w 408"/>
                <a:gd name="T15" fmla="*/ 369 h 484"/>
                <a:gd name="T16" fmla="*/ 14 w 408"/>
                <a:gd name="T17" fmla="*/ 314 h 484"/>
                <a:gd name="T18" fmla="*/ 15 w 408"/>
                <a:gd name="T19" fmla="*/ 233 h 484"/>
                <a:gd name="T20" fmla="*/ 117 w 408"/>
                <a:gd name="T21" fmla="*/ 128 h 484"/>
                <a:gd name="T22" fmla="*/ 215 w 408"/>
                <a:gd name="T23" fmla="*/ 52 h 484"/>
                <a:gd name="T24" fmla="*/ 330 w 408"/>
                <a:gd name="T25" fmla="*/ 9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8" h="484">
                  <a:moveTo>
                    <a:pt x="330" y="9"/>
                  </a:moveTo>
                  <a:cubicBezTo>
                    <a:pt x="353" y="43"/>
                    <a:pt x="348" y="93"/>
                    <a:pt x="353" y="133"/>
                  </a:cubicBezTo>
                  <a:cubicBezTo>
                    <a:pt x="359" y="180"/>
                    <a:pt x="381" y="208"/>
                    <a:pt x="401" y="250"/>
                  </a:cubicBezTo>
                  <a:cubicBezTo>
                    <a:pt x="408" y="266"/>
                    <a:pt x="407" y="269"/>
                    <a:pt x="398" y="282"/>
                  </a:cubicBezTo>
                  <a:cubicBezTo>
                    <a:pt x="378" y="309"/>
                    <a:pt x="353" y="336"/>
                    <a:pt x="330" y="360"/>
                  </a:cubicBezTo>
                  <a:cubicBezTo>
                    <a:pt x="286" y="405"/>
                    <a:pt x="221" y="454"/>
                    <a:pt x="159" y="472"/>
                  </a:cubicBezTo>
                  <a:cubicBezTo>
                    <a:pt x="119" y="484"/>
                    <a:pt x="114" y="473"/>
                    <a:pt x="85" y="437"/>
                  </a:cubicBezTo>
                  <a:cubicBezTo>
                    <a:pt x="70" y="417"/>
                    <a:pt x="7" y="394"/>
                    <a:pt x="3" y="369"/>
                  </a:cubicBezTo>
                  <a:cubicBezTo>
                    <a:pt x="0" y="355"/>
                    <a:pt x="13" y="344"/>
                    <a:pt x="14" y="314"/>
                  </a:cubicBezTo>
                  <a:cubicBezTo>
                    <a:pt x="15" y="285"/>
                    <a:pt x="2" y="259"/>
                    <a:pt x="15" y="233"/>
                  </a:cubicBezTo>
                  <a:cubicBezTo>
                    <a:pt x="39" y="186"/>
                    <a:pt x="83" y="168"/>
                    <a:pt x="117" y="128"/>
                  </a:cubicBezTo>
                  <a:cubicBezTo>
                    <a:pt x="147" y="93"/>
                    <a:pt x="167" y="63"/>
                    <a:pt x="215" y="52"/>
                  </a:cubicBezTo>
                  <a:cubicBezTo>
                    <a:pt x="254" y="44"/>
                    <a:pt x="296" y="0"/>
                    <a:pt x="330" y="9"/>
                  </a:cubicBezTo>
                </a:path>
              </a:pathLst>
            </a:custGeom>
            <a:solidFill>
              <a:srgbClr val="E7CA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30" name="Freeform 14"/>
            <p:cNvSpPr>
              <a:spLocks/>
            </p:cNvSpPr>
            <p:nvPr/>
          </p:nvSpPr>
          <p:spPr bwMode="auto">
            <a:xfrm>
              <a:off x="6507164" y="3586163"/>
              <a:ext cx="1160463" cy="2257425"/>
            </a:xfrm>
            <a:custGeom>
              <a:avLst/>
              <a:gdLst>
                <a:gd name="T0" fmla="*/ 525 w 651"/>
                <a:gd name="T1" fmla="*/ 0 h 1266"/>
                <a:gd name="T2" fmla="*/ 620 w 651"/>
                <a:gd name="T3" fmla="*/ 98 h 1266"/>
                <a:gd name="T4" fmla="*/ 629 w 651"/>
                <a:gd name="T5" fmla="*/ 232 h 1266"/>
                <a:gd name="T6" fmla="*/ 559 w 651"/>
                <a:gd name="T7" fmla="*/ 239 h 1266"/>
                <a:gd name="T8" fmla="*/ 613 w 651"/>
                <a:gd name="T9" fmla="*/ 320 h 1266"/>
                <a:gd name="T10" fmla="*/ 436 w 651"/>
                <a:gd name="T11" fmla="*/ 517 h 1266"/>
                <a:gd name="T12" fmla="*/ 220 w 651"/>
                <a:gd name="T13" fmla="*/ 833 h 1266"/>
                <a:gd name="T14" fmla="*/ 5 w 651"/>
                <a:gd name="T15" fmla="*/ 1266 h 1266"/>
                <a:gd name="T16" fmla="*/ 0 w 651"/>
                <a:gd name="T17" fmla="*/ 1265 h 1266"/>
                <a:gd name="T18" fmla="*/ 192 w 651"/>
                <a:gd name="T19" fmla="*/ 677 h 1266"/>
                <a:gd name="T20" fmla="*/ 454 w 651"/>
                <a:gd name="T21" fmla="*/ 190 h 1266"/>
                <a:gd name="T22" fmla="*/ 525 w 651"/>
                <a:gd name="T23" fmla="*/ 0 h 1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1" h="1266">
                  <a:moveTo>
                    <a:pt x="525" y="0"/>
                  </a:moveTo>
                  <a:cubicBezTo>
                    <a:pt x="559" y="32"/>
                    <a:pt x="595" y="57"/>
                    <a:pt x="620" y="98"/>
                  </a:cubicBezTo>
                  <a:cubicBezTo>
                    <a:pt x="651" y="147"/>
                    <a:pt x="635" y="171"/>
                    <a:pt x="629" y="232"/>
                  </a:cubicBezTo>
                  <a:cubicBezTo>
                    <a:pt x="606" y="230"/>
                    <a:pt x="581" y="235"/>
                    <a:pt x="559" y="239"/>
                  </a:cubicBezTo>
                  <a:cubicBezTo>
                    <a:pt x="573" y="267"/>
                    <a:pt x="595" y="295"/>
                    <a:pt x="613" y="320"/>
                  </a:cubicBezTo>
                  <a:cubicBezTo>
                    <a:pt x="552" y="383"/>
                    <a:pt x="497" y="453"/>
                    <a:pt x="436" y="517"/>
                  </a:cubicBezTo>
                  <a:cubicBezTo>
                    <a:pt x="347" y="610"/>
                    <a:pt x="290" y="726"/>
                    <a:pt x="220" y="833"/>
                  </a:cubicBezTo>
                  <a:cubicBezTo>
                    <a:pt x="124" y="982"/>
                    <a:pt x="5" y="1266"/>
                    <a:pt x="5" y="1266"/>
                  </a:cubicBezTo>
                  <a:cubicBezTo>
                    <a:pt x="5" y="1266"/>
                    <a:pt x="2" y="1266"/>
                    <a:pt x="0" y="1265"/>
                  </a:cubicBezTo>
                  <a:cubicBezTo>
                    <a:pt x="4" y="1057"/>
                    <a:pt x="108" y="863"/>
                    <a:pt x="192" y="677"/>
                  </a:cubicBezTo>
                  <a:cubicBezTo>
                    <a:pt x="271" y="502"/>
                    <a:pt x="327" y="333"/>
                    <a:pt x="454" y="190"/>
                  </a:cubicBezTo>
                  <a:cubicBezTo>
                    <a:pt x="506" y="132"/>
                    <a:pt x="509" y="56"/>
                    <a:pt x="525" y="0"/>
                  </a:cubicBezTo>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31" name="Freeform 15"/>
            <p:cNvSpPr>
              <a:spLocks/>
            </p:cNvSpPr>
            <p:nvPr/>
          </p:nvSpPr>
          <p:spPr bwMode="auto">
            <a:xfrm>
              <a:off x="6667502" y="3687763"/>
              <a:ext cx="244475" cy="525463"/>
            </a:xfrm>
            <a:custGeom>
              <a:avLst/>
              <a:gdLst>
                <a:gd name="T0" fmla="*/ 137 w 137"/>
                <a:gd name="T1" fmla="*/ 158 h 295"/>
                <a:gd name="T2" fmla="*/ 29 w 137"/>
                <a:gd name="T3" fmla="*/ 259 h 295"/>
                <a:gd name="T4" fmla="*/ 3 w 137"/>
                <a:gd name="T5" fmla="*/ 295 h 295"/>
                <a:gd name="T6" fmla="*/ 9 w 137"/>
                <a:gd name="T7" fmla="*/ 116 h 295"/>
                <a:gd name="T8" fmla="*/ 23 w 137"/>
                <a:gd name="T9" fmla="*/ 49 h 295"/>
                <a:gd name="T10" fmla="*/ 43 w 137"/>
                <a:gd name="T11" fmla="*/ 13 h 295"/>
                <a:gd name="T12" fmla="*/ 57 w 137"/>
                <a:gd name="T13" fmla="*/ 58 h 295"/>
                <a:gd name="T14" fmla="*/ 137 w 137"/>
                <a:gd name="T15" fmla="*/ 158 h 2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7" h="295">
                  <a:moveTo>
                    <a:pt x="137" y="158"/>
                  </a:moveTo>
                  <a:cubicBezTo>
                    <a:pt x="95" y="122"/>
                    <a:pt x="43" y="236"/>
                    <a:pt x="29" y="259"/>
                  </a:cubicBezTo>
                  <a:cubicBezTo>
                    <a:pt x="21" y="272"/>
                    <a:pt x="11" y="284"/>
                    <a:pt x="3" y="295"/>
                  </a:cubicBezTo>
                  <a:cubicBezTo>
                    <a:pt x="9" y="236"/>
                    <a:pt x="0" y="174"/>
                    <a:pt x="9" y="116"/>
                  </a:cubicBezTo>
                  <a:cubicBezTo>
                    <a:pt x="12" y="94"/>
                    <a:pt x="16" y="70"/>
                    <a:pt x="23" y="49"/>
                  </a:cubicBezTo>
                  <a:cubicBezTo>
                    <a:pt x="27" y="37"/>
                    <a:pt x="42" y="0"/>
                    <a:pt x="43" y="13"/>
                  </a:cubicBezTo>
                  <a:cubicBezTo>
                    <a:pt x="44" y="23"/>
                    <a:pt x="52" y="48"/>
                    <a:pt x="57" y="58"/>
                  </a:cubicBezTo>
                  <a:cubicBezTo>
                    <a:pt x="82" y="102"/>
                    <a:pt x="115" y="133"/>
                    <a:pt x="137" y="15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32" name="Freeform 16"/>
            <p:cNvSpPr>
              <a:spLocks/>
            </p:cNvSpPr>
            <p:nvPr/>
          </p:nvSpPr>
          <p:spPr bwMode="auto">
            <a:xfrm>
              <a:off x="6786564" y="3927475"/>
              <a:ext cx="215900" cy="241300"/>
            </a:xfrm>
            <a:custGeom>
              <a:avLst/>
              <a:gdLst>
                <a:gd name="T0" fmla="*/ 87 w 121"/>
                <a:gd name="T1" fmla="*/ 19 h 135"/>
                <a:gd name="T2" fmla="*/ 15 w 121"/>
                <a:gd name="T3" fmla="*/ 34 h 135"/>
                <a:gd name="T4" fmla="*/ 3 w 121"/>
                <a:gd name="T5" fmla="*/ 123 h 135"/>
                <a:gd name="T6" fmla="*/ 57 w 121"/>
                <a:gd name="T7" fmla="*/ 135 h 135"/>
                <a:gd name="T8" fmla="*/ 104 w 121"/>
                <a:gd name="T9" fmla="*/ 87 h 135"/>
                <a:gd name="T10" fmla="*/ 87 w 121"/>
                <a:gd name="T11" fmla="*/ 19 h 135"/>
              </a:gdLst>
              <a:ahLst/>
              <a:cxnLst>
                <a:cxn ang="0">
                  <a:pos x="T0" y="T1"/>
                </a:cxn>
                <a:cxn ang="0">
                  <a:pos x="T2" y="T3"/>
                </a:cxn>
                <a:cxn ang="0">
                  <a:pos x="T4" y="T5"/>
                </a:cxn>
                <a:cxn ang="0">
                  <a:pos x="T6" y="T7"/>
                </a:cxn>
                <a:cxn ang="0">
                  <a:pos x="T8" y="T9"/>
                </a:cxn>
                <a:cxn ang="0">
                  <a:pos x="T10" y="T11"/>
                </a:cxn>
              </a:cxnLst>
              <a:rect l="0" t="0" r="r" b="b"/>
              <a:pathLst>
                <a:path w="121" h="135">
                  <a:moveTo>
                    <a:pt x="87" y="19"/>
                  </a:moveTo>
                  <a:cubicBezTo>
                    <a:pt x="61" y="18"/>
                    <a:pt x="38" y="0"/>
                    <a:pt x="15" y="34"/>
                  </a:cubicBezTo>
                  <a:cubicBezTo>
                    <a:pt x="0" y="57"/>
                    <a:pt x="3" y="96"/>
                    <a:pt x="3" y="123"/>
                  </a:cubicBezTo>
                  <a:cubicBezTo>
                    <a:pt x="24" y="116"/>
                    <a:pt x="42" y="114"/>
                    <a:pt x="57" y="135"/>
                  </a:cubicBezTo>
                  <a:cubicBezTo>
                    <a:pt x="71" y="127"/>
                    <a:pt x="95" y="102"/>
                    <a:pt x="104" y="87"/>
                  </a:cubicBezTo>
                  <a:cubicBezTo>
                    <a:pt x="121" y="59"/>
                    <a:pt x="98" y="45"/>
                    <a:pt x="87" y="19"/>
                  </a:cubicBezTo>
                </a:path>
              </a:pathLst>
            </a:custGeom>
            <a:solidFill>
              <a:srgbClr val="0D0D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33" name="Freeform 17"/>
            <p:cNvSpPr>
              <a:spLocks/>
            </p:cNvSpPr>
            <p:nvPr/>
          </p:nvSpPr>
          <p:spPr bwMode="auto">
            <a:xfrm>
              <a:off x="6994527" y="5849938"/>
              <a:ext cx="184150" cy="574675"/>
            </a:xfrm>
            <a:custGeom>
              <a:avLst/>
              <a:gdLst>
                <a:gd name="T0" fmla="*/ 55 w 104"/>
                <a:gd name="T1" fmla="*/ 12 h 322"/>
                <a:gd name="T2" fmla="*/ 85 w 104"/>
                <a:gd name="T3" fmla="*/ 162 h 322"/>
                <a:gd name="T4" fmla="*/ 79 w 104"/>
                <a:gd name="T5" fmla="*/ 320 h 322"/>
                <a:gd name="T6" fmla="*/ 0 w 104"/>
                <a:gd name="T7" fmla="*/ 297 h 322"/>
                <a:gd name="T8" fmla="*/ 2 w 104"/>
                <a:gd name="T9" fmla="*/ 15 h 322"/>
                <a:gd name="T10" fmla="*/ 55 w 104"/>
                <a:gd name="T11" fmla="*/ 12 h 322"/>
              </a:gdLst>
              <a:ahLst/>
              <a:cxnLst>
                <a:cxn ang="0">
                  <a:pos x="T0" y="T1"/>
                </a:cxn>
                <a:cxn ang="0">
                  <a:pos x="T2" y="T3"/>
                </a:cxn>
                <a:cxn ang="0">
                  <a:pos x="T4" y="T5"/>
                </a:cxn>
                <a:cxn ang="0">
                  <a:pos x="T6" y="T7"/>
                </a:cxn>
                <a:cxn ang="0">
                  <a:pos x="T8" y="T9"/>
                </a:cxn>
                <a:cxn ang="0">
                  <a:pos x="T10" y="T11"/>
                </a:cxn>
              </a:cxnLst>
              <a:rect l="0" t="0" r="r" b="b"/>
              <a:pathLst>
                <a:path w="104" h="322">
                  <a:moveTo>
                    <a:pt x="55" y="12"/>
                  </a:moveTo>
                  <a:cubicBezTo>
                    <a:pt x="84" y="49"/>
                    <a:pt x="80" y="116"/>
                    <a:pt x="85" y="162"/>
                  </a:cubicBezTo>
                  <a:cubicBezTo>
                    <a:pt x="90" y="209"/>
                    <a:pt x="104" y="277"/>
                    <a:pt x="79" y="320"/>
                  </a:cubicBezTo>
                  <a:cubicBezTo>
                    <a:pt x="64" y="322"/>
                    <a:pt x="12" y="308"/>
                    <a:pt x="0" y="297"/>
                  </a:cubicBezTo>
                  <a:cubicBezTo>
                    <a:pt x="29" y="221"/>
                    <a:pt x="33" y="91"/>
                    <a:pt x="2" y="15"/>
                  </a:cubicBezTo>
                  <a:cubicBezTo>
                    <a:pt x="18" y="0"/>
                    <a:pt x="44" y="13"/>
                    <a:pt x="55" y="12"/>
                  </a:cubicBezTo>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34" name="Freeform 18"/>
            <p:cNvSpPr>
              <a:spLocks/>
            </p:cNvSpPr>
            <p:nvPr/>
          </p:nvSpPr>
          <p:spPr bwMode="auto">
            <a:xfrm>
              <a:off x="6892927" y="3476625"/>
              <a:ext cx="592138" cy="735013"/>
            </a:xfrm>
            <a:custGeom>
              <a:avLst/>
              <a:gdLst>
                <a:gd name="T0" fmla="*/ 272 w 332"/>
                <a:gd name="T1" fmla="*/ 0 h 412"/>
                <a:gd name="T2" fmla="*/ 256 w 332"/>
                <a:gd name="T3" fmla="*/ 66 h 412"/>
                <a:gd name="T4" fmla="*/ 191 w 332"/>
                <a:gd name="T5" fmla="*/ 122 h 412"/>
                <a:gd name="T6" fmla="*/ 105 w 332"/>
                <a:gd name="T7" fmla="*/ 181 h 412"/>
                <a:gd name="T8" fmla="*/ 12 w 332"/>
                <a:gd name="T9" fmla="*/ 253 h 412"/>
                <a:gd name="T10" fmla="*/ 29 w 332"/>
                <a:gd name="T11" fmla="*/ 318 h 412"/>
                <a:gd name="T12" fmla="*/ 68 w 332"/>
                <a:gd name="T13" fmla="*/ 375 h 412"/>
                <a:gd name="T14" fmla="*/ 94 w 332"/>
                <a:gd name="T15" fmla="*/ 412 h 412"/>
                <a:gd name="T16" fmla="*/ 265 w 332"/>
                <a:gd name="T17" fmla="*/ 217 h 412"/>
                <a:gd name="T18" fmla="*/ 317 w 332"/>
                <a:gd name="T19" fmla="*/ 140 h 412"/>
                <a:gd name="T20" fmla="*/ 318 w 332"/>
                <a:gd name="T21" fmla="*/ 66 h 412"/>
                <a:gd name="T22" fmla="*/ 272 w 332"/>
                <a:gd name="T23"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2" h="412">
                  <a:moveTo>
                    <a:pt x="272" y="0"/>
                  </a:moveTo>
                  <a:cubicBezTo>
                    <a:pt x="288" y="30"/>
                    <a:pt x="279" y="42"/>
                    <a:pt x="256" y="66"/>
                  </a:cubicBezTo>
                  <a:cubicBezTo>
                    <a:pt x="236" y="87"/>
                    <a:pt x="214" y="105"/>
                    <a:pt x="191" y="122"/>
                  </a:cubicBezTo>
                  <a:cubicBezTo>
                    <a:pt x="163" y="143"/>
                    <a:pt x="136" y="163"/>
                    <a:pt x="105" y="181"/>
                  </a:cubicBezTo>
                  <a:cubicBezTo>
                    <a:pt x="76" y="199"/>
                    <a:pt x="32" y="226"/>
                    <a:pt x="12" y="253"/>
                  </a:cubicBezTo>
                  <a:cubicBezTo>
                    <a:pt x="0" y="269"/>
                    <a:pt x="20" y="301"/>
                    <a:pt x="29" y="318"/>
                  </a:cubicBezTo>
                  <a:cubicBezTo>
                    <a:pt x="40" y="338"/>
                    <a:pt x="56" y="356"/>
                    <a:pt x="68" y="375"/>
                  </a:cubicBezTo>
                  <a:cubicBezTo>
                    <a:pt x="77" y="387"/>
                    <a:pt x="82" y="402"/>
                    <a:pt x="94" y="412"/>
                  </a:cubicBezTo>
                  <a:cubicBezTo>
                    <a:pt x="149" y="346"/>
                    <a:pt x="214" y="287"/>
                    <a:pt x="265" y="217"/>
                  </a:cubicBezTo>
                  <a:cubicBezTo>
                    <a:pt x="284" y="192"/>
                    <a:pt x="304" y="170"/>
                    <a:pt x="317" y="140"/>
                  </a:cubicBezTo>
                  <a:cubicBezTo>
                    <a:pt x="331" y="108"/>
                    <a:pt x="332" y="96"/>
                    <a:pt x="318" y="66"/>
                  </a:cubicBezTo>
                  <a:cubicBezTo>
                    <a:pt x="306" y="38"/>
                    <a:pt x="286" y="17"/>
                    <a:pt x="27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35" name="Freeform 19"/>
            <p:cNvSpPr>
              <a:spLocks/>
            </p:cNvSpPr>
            <p:nvPr/>
          </p:nvSpPr>
          <p:spPr bwMode="auto">
            <a:xfrm>
              <a:off x="6399214" y="2054225"/>
              <a:ext cx="1135063" cy="1641475"/>
            </a:xfrm>
            <a:custGeom>
              <a:avLst/>
              <a:gdLst>
                <a:gd name="T0" fmla="*/ 467 w 636"/>
                <a:gd name="T1" fmla="*/ 756 h 921"/>
                <a:gd name="T2" fmla="*/ 428 w 636"/>
                <a:gd name="T3" fmla="*/ 794 h 921"/>
                <a:gd name="T4" fmla="*/ 352 w 636"/>
                <a:gd name="T5" fmla="*/ 838 h 921"/>
                <a:gd name="T6" fmla="*/ 254 w 636"/>
                <a:gd name="T7" fmla="*/ 884 h 921"/>
                <a:gd name="T8" fmla="*/ 134 w 636"/>
                <a:gd name="T9" fmla="*/ 883 h 921"/>
                <a:gd name="T10" fmla="*/ 103 w 636"/>
                <a:gd name="T11" fmla="*/ 793 h 921"/>
                <a:gd name="T12" fmla="*/ 79 w 636"/>
                <a:gd name="T13" fmla="*/ 726 h 921"/>
                <a:gd name="T14" fmla="*/ 34 w 636"/>
                <a:gd name="T15" fmla="*/ 565 h 921"/>
                <a:gd name="T16" fmla="*/ 16 w 636"/>
                <a:gd name="T17" fmla="*/ 497 h 921"/>
                <a:gd name="T18" fmla="*/ 7 w 636"/>
                <a:gd name="T19" fmla="*/ 424 h 921"/>
                <a:gd name="T20" fmla="*/ 23 w 636"/>
                <a:gd name="T21" fmla="*/ 284 h 921"/>
                <a:gd name="T22" fmla="*/ 83 w 636"/>
                <a:gd name="T23" fmla="*/ 151 h 921"/>
                <a:gd name="T24" fmla="*/ 253 w 636"/>
                <a:gd name="T25" fmla="*/ 34 h 921"/>
                <a:gd name="T26" fmla="*/ 488 w 636"/>
                <a:gd name="T27" fmla="*/ 70 h 921"/>
                <a:gd name="T28" fmla="*/ 602 w 636"/>
                <a:gd name="T29" fmla="*/ 211 h 921"/>
                <a:gd name="T30" fmla="*/ 626 w 636"/>
                <a:gd name="T31" fmla="*/ 425 h 921"/>
                <a:gd name="T32" fmla="*/ 569 w 636"/>
                <a:gd name="T33" fmla="*/ 620 h 921"/>
                <a:gd name="T34" fmla="*/ 522 w 636"/>
                <a:gd name="T35" fmla="*/ 676 h 921"/>
                <a:gd name="T36" fmla="*/ 470 w 636"/>
                <a:gd name="T37" fmla="*/ 720 h 921"/>
                <a:gd name="T38" fmla="*/ 467 w 636"/>
                <a:gd name="T39" fmla="*/ 756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6" h="921">
                  <a:moveTo>
                    <a:pt x="467" y="756"/>
                  </a:moveTo>
                  <a:cubicBezTo>
                    <a:pt x="463" y="772"/>
                    <a:pt x="448" y="781"/>
                    <a:pt x="428" y="794"/>
                  </a:cubicBezTo>
                  <a:cubicBezTo>
                    <a:pt x="402" y="811"/>
                    <a:pt x="381" y="823"/>
                    <a:pt x="352" y="838"/>
                  </a:cubicBezTo>
                  <a:cubicBezTo>
                    <a:pt x="316" y="857"/>
                    <a:pt x="292" y="868"/>
                    <a:pt x="254" y="884"/>
                  </a:cubicBezTo>
                  <a:cubicBezTo>
                    <a:pt x="218" y="899"/>
                    <a:pt x="158" y="921"/>
                    <a:pt x="134" y="883"/>
                  </a:cubicBezTo>
                  <a:cubicBezTo>
                    <a:pt x="110" y="843"/>
                    <a:pt x="111" y="820"/>
                    <a:pt x="103" y="793"/>
                  </a:cubicBezTo>
                  <a:cubicBezTo>
                    <a:pt x="97" y="770"/>
                    <a:pt x="80" y="741"/>
                    <a:pt x="79" y="726"/>
                  </a:cubicBezTo>
                  <a:cubicBezTo>
                    <a:pt x="75" y="667"/>
                    <a:pt x="26" y="613"/>
                    <a:pt x="34" y="565"/>
                  </a:cubicBezTo>
                  <a:cubicBezTo>
                    <a:pt x="38" y="535"/>
                    <a:pt x="31" y="524"/>
                    <a:pt x="16" y="497"/>
                  </a:cubicBezTo>
                  <a:cubicBezTo>
                    <a:pt x="0" y="470"/>
                    <a:pt x="0" y="454"/>
                    <a:pt x="7" y="424"/>
                  </a:cubicBezTo>
                  <a:cubicBezTo>
                    <a:pt x="16" y="383"/>
                    <a:pt x="17" y="326"/>
                    <a:pt x="23" y="284"/>
                  </a:cubicBezTo>
                  <a:cubicBezTo>
                    <a:pt x="27" y="253"/>
                    <a:pt x="61" y="175"/>
                    <a:pt x="83" y="151"/>
                  </a:cubicBezTo>
                  <a:cubicBezTo>
                    <a:pt x="135" y="93"/>
                    <a:pt x="182" y="61"/>
                    <a:pt x="253" y="34"/>
                  </a:cubicBezTo>
                  <a:cubicBezTo>
                    <a:pt x="345" y="0"/>
                    <a:pt x="424" y="30"/>
                    <a:pt x="488" y="70"/>
                  </a:cubicBezTo>
                  <a:cubicBezTo>
                    <a:pt x="539" y="103"/>
                    <a:pt x="582" y="155"/>
                    <a:pt x="602" y="211"/>
                  </a:cubicBezTo>
                  <a:cubicBezTo>
                    <a:pt x="629" y="287"/>
                    <a:pt x="636" y="348"/>
                    <a:pt x="626" y="425"/>
                  </a:cubicBezTo>
                  <a:cubicBezTo>
                    <a:pt x="617" y="495"/>
                    <a:pt x="604" y="558"/>
                    <a:pt x="569" y="620"/>
                  </a:cubicBezTo>
                  <a:cubicBezTo>
                    <a:pt x="552" y="650"/>
                    <a:pt x="530" y="651"/>
                    <a:pt x="522" y="676"/>
                  </a:cubicBezTo>
                  <a:cubicBezTo>
                    <a:pt x="493" y="697"/>
                    <a:pt x="497" y="706"/>
                    <a:pt x="470" y="720"/>
                  </a:cubicBezTo>
                  <a:cubicBezTo>
                    <a:pt x="469" y="724"/>
                    <a:pt x="472" y="739"/>
                    <a:pt x="467" y="756"/>
                  </a:cubicBezTo>
                </a:path>
              </a:pathLst>
            </a:custGeom>
            <a:solidFill>
              <a:srgbClr val="EDD7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36" name="Freeform 20"/>
            <p:cNvSpPr>
              <a:spLocks/>
            </p:cNvSpPr>
            <p:nvPr/>
          </p:nvSpPr>
          <p:spPr bwMode="auto">
            <a:xfrm>
              <a:off x="6399214" y="1982788"/>
              <a:ext cx="1150938" cy="1301750"/>
            </a:xfrm>
            <a:custGeom>
              <a:avLst/>
              <a:gdLst>
                <a:gd name="T0" fmla="*/ 241 w 645"/>
                <a:gd name="T1" fmla="*/ 65 h 730"/>
                <a:gd name="T2" fmla="*/ 505 w 645"/>
                <a:gd name="T3" fmla="*/ 69 h 730"/>
                <a:gd name="T4" fmla="*/ 617 w 645"/>
                <a:gd name="T5" fmla="*/ 250 h 730"/>
                <a:gd name="T6" fmla="*/ 634 w 645"/>
                <a:gd name="T7" fmla="*/ 468 h 730"/>
                <a:gd name="T8" fmla="*/ 573 w 645"/>
                <a:gd name="T9" fmla="*/ 667 h 730"/>
                <a:gd name="T10" fmla="*/ 555 w 645"/>
                <a:gd name="T11" fmla="*/ 711 h 730"/>
                <a:gd name="T12" fmla="*/ 525 w 645"/>
                <a:gd name="T13" fmla="*/ 730 h 730"/>
                <a:gd name="T14" fmla="*/ 543 w 645"/>
                <a:gd name="T15" fmla="*/ 672 h 730"/>
                <a:gd name="T16" fmla="*/ 602 w 645"/>
                <a:gd name="T17" fmla="*/ 593 h 730"/>
                <a:gd name="T18" fmla="*/ 601 w 645"/>
                <a:gd name="T19" fmla="*/ 491 h 730"/>
                <a:gd name="T20" fmla="*/ 565 w 645"/>
                <a:gd name="T21" fmla="*/ 466 h 730"/>
                <a:gd name="T22" fmla="*/ 525 w 645"/>
                <a:gd name="T23" fmla="*/ 498 h 730"/>
                <a:gd name="T24" fmla="*/ 495 w 645"/>
                <a:gd name="T25" fmla="*/ 554 h 730"/>
                <a:gd name="T26" fmla="*/ 459 w 645"/>
                <a:gd name="T27" fmla="*/ 578 h 730"/>
                <a:gd name="T28" fmla="*/ 455 w 645"/>
                <a:gd name="T29" fmla="*/ 584 h 730"/>
                <a:gd name="T30" fmla="*/ 411 w 645"/>
                <a:gd name="T31" fmla="*/ 517 h 730"/>
                <a:gd name="T32" fmla="*/ 402 w 645"/>
                <a:gd name="T33" fmla="*/ 463 h 730"/>
                <a:gd name="T34" fmla="*/ 374 w 645"/>
                <a:gd name="T35" fmla="*/ 433 h 730"/>
                <a:gd name="T36" fmla="*/ 379 w 645"/>
                <a:gd name="T37" fmla="*/ 400 h 730"/>
                <a:gd name="T38" fmla="*/ 388 w 645"/>
                <a:gd name="T39" fmla="*/ 367 h 730"/>
                <a:gd name="T40" fmla="*/ 354 w 645"/>
                <a:gd name="T41" fmla="*/ 309 h 730"/>
                <a:gd name="T42" fmla="*/ 286 w 645"/>
                <a:gd name="T43" fmla="*/ 313 h 730"/>
                <a:gd name="T44" fmla="*/ 279 w 645"/>
                <a:gd name="T45" fmla="*/ 288 h 730"/>
                <a:gd name="T46" fmla="*/ 226 w 645"/>
                <a:gd name="T47" fmla="*/ 289 h 730"/>
                <a:gd name="T48" fmla="*/ 156 w 645"/>
                <a:gd name="T49" fmla="*/ 318 h 730"/>
                <a:gd name="T50" fmla="*/ 106 w 645"/>
                <a:gd name="T51" fmla="*/ 347 h 730"/>
                <a:gd name="T52" fmla="*/ 69 w 645"/>
                <a:gd name="T53" fmla="*/ 327 h 730"/>
                <a:gd name="T54" fmla="*/ 38 w 645"/>
                <a:gd name="T55" fmla="*/ 303 h 730"/>
                <a:gd name="T56" fmla="*/ 22 w 645"/>
                <a:gd name="T57" fmla="*/ 303 h 730"/>
                <a:gd name="T58" fmla="*/ 2 w 645"/>
                <a:gd name="T59" fmla="*/ 241 h 730"/>
                <a:gd name="T60" fmla="*/ 35 w 645"/>
                <a:gd name="T61" fmla="*/ 146 h 730"/>
                <a:gd name="T62" fmla="*/ 241 w 645"/>
                <a:gd name="T63" fmla="*/ 65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5" h="730">
                  <a:moveTo>
                    <a:pt x="241" y="65"/>
                  </a:moveTo>
                  <a:cubicBezTo>
                    <a:pt x="332" y="31"/>
                    <a:pt x="422" y="0"/>
                    <a:pt x="505" y="69"/>
                  </a:cubicBezTo>
                  <a:cubicBezTo>
                    <a:pt x="552" y="107"/>
                    <a:pt x="597" y="194"/>
                    <a:pt x="617" y="250"/>
                  </a:cubicBezTo>
                  <a:cubicBezTo>
                    <a:pt x="644" y="325"/>
                    <a:pt x="645" y="390"/>
                    <a:pt x="634" y="468"/>
                  </a:cubicBezTo>
                  <a:cubicBezTo>
                    <a:pt x="625" y="537"/>
                    <a:pt x="601" y="602"/>
                    <a:pt x="573" y="667"/>
                  </a:cubicBezTo>
                  <a:cubicBezTo>
                    <a:pt x="562" y="692"/>
                    <a:pt x="563" y="686"/>
                    <a:pt x="555" y="711"/>
                  </a:cubicBezTo>
                  <a:cubicBezTo>
                    <a:pt x="545" y="718"/>
                    <a:pt x="535" y="724"/>
                    <a:pt x="525" y="730"/>
                  </a:cubicBezTo>
                  <a:cubicBezTo>
                    <a:pt x="527" y="708"/>
                    <a:pt x="532" y="686"/>
                    <a:pt x="543" y="672"/>
                  </a:cubicBezTo>
                  <a:cubicBezTo>
                    <a:pt x="563" y="645"/>
                    <a:pt x="589" y="627"/>
                    <a:pt x="602" y="593"/>
                  </a:cubicBezTo>
                  <a:cubicBezTo>
                    <a:pt x="613" y="564"/>
                    <a:pt x="616" y="519"/>
                    <a:pt x="601" y="491"/>
                  </a:cubicBezTo>
                  <a:cubicBezTo>
                    <a:pt x="594" y="477"/>
                    <a:pt x="582" y="467"/>
                    <a:pt x="565" y="466"/>
                  </a:cubicBezTo>
                  <a:cubicBezTo>
                    <a:pt x="542" y="464"/>
                    <a:pt x="536" y="478"/>
                    <a:pt x="525" y="498"/>
                  </a:cubicBezTo>
                  <a:cubicBezTo>
                    <a:pt x="514" y="516"/>
                    <a:pt x="502" y="534"/>
                    <a:pt x="495" y="554"/>
                  </a:cubicBezTo>
                  <a:cubicBezTo>
                    <a:pt x="490" y="566"/>
                    <a:pt x="470" y="619"/>
                    <a:pt x="459" y="578"/>
                  </a:cubicBezTo>
                  <a:cubicBezTo>
                    <a:pt x="458" y="580"/>
                    <a:pt x="456" y="583"/>
                    <a:pt x="455" y="584"/>
                  </a:cubicBezTo>
                  <a:cubicBezTo>
                    <a:pt x="460" y="561"/>
                    <a:pt x="437" y="518"/>
                    <a:pt x="411" y="517"/>
                  </a:cubicBezTo>
                  <a:cubicBezTo>
                    <a:pt x="411" y="497"/>
                    <a:pt x="412" y="479"/>
                    <a:pt x="402" y="463"/>
                  </a:cubicBezTo>
                  <a:cubicBezTo>
                    <a:pt x="395" y="452"/>
                    <a:pt x="378" y="446"/>
                    <a:pt x="374" y="433"/>
                  </a:cubicBezTo>
                  <a:cubicBezTo>
                    <a:pt x="372" y="426"/>
                    <a:pt x="377" y="406"/>
                    <a:pt x="379" y="400"/>
                  </a:cubicBezTo>
                  <a:cubicBezTo>
                    <a:pt x="382" y="389"/>
                    <a:pt x="385" y="380"/>
                    <a:pt x="388" y="367"/>
                  </a:cubicBezTo>
                  <a:cubicBezTo>
                    <a:pt x="393" y="340"/>
                    <a:pt x="375" y="324"/>
                    <a:pt x="354" y="309"/>
                  </a:cubicBezTo>
                  <a:cubicBezTo>
                    <a:pt x="330" y="292"/>
                    <a:pt x="311" y="294"/>
                    <a:pt x="286" y="313"/>
                  </a:cubicBezTo>
                  <a:cubicBezTo>
                    <a:pt x="285" y="305"/>
                    <a:pt x="280" y="297"/>
                    <a:pt x="279" y="288"/>
                  </a:cubicBezTo>
                  <a:cubicBezTo>
                    <a:pt x="265" y="304"/>
                    <a:pt x="243" y="288"/>
                    <a:pt x="226" y="289"/>
                  </a:cubicBezTo>
                  <a:cubicBezTo>
                    <a:pt x="195" y="289"/>
                    <a:pt x="178" y="303"/>
                    <a:pt x="156" y="318"/>
                  </a:cubicBezTo>
                  <a:cubicBezTo>
                    <a:pt x="143" y="326"/>
                    <a:pt x="122" y="344"/>
                    <a:pt x="106" y="347"/>
                  </a:cubicBezTo>
                  <a:cubicBezTo>
                    <a:pt x="84" y="352"/>
                    <a:pt x="85" y="344"/>
                    <a:pt x="69" y="327"/>
                  </a:cubicBezTo>
                  <a:cubicBezTo>
                    <a:pt x="59" y="315"/>
                    <a:pt x="53" y="305"/>
                    <a:pt x="38" y="303"/>
                  </a:cubicBezTo>
                  <a:cubicBezTo>
                    <a:pt x="32" y="302"/>
                    <a:pt x="27" y="303"/>
                    <a:pt x="22" y="303"/>
                  </a:cubicBezTo>
                  <a:cubicBezTo>
                    <a:pt x="17" y="282"/>
                    <a:pt x="3" y="262"/>
                    <a:pt x="2" y="241"/>
                  </a:cubicBezTo>
                  <a:cubicBezTo>
                    <a:pt x="0" y="208"/>
                    <a:pt x="13" y="170"/>
                    <a:pt x="35" y="146"/>
                  </a:cubicBezTo>
                  <a:cubicBezTo>
                    <a:pt x="88" y="89"/>
                    <a:pt x="170" y="91"/>
                    <a:pt x="241" y="65"/>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grpSp>
      <p:sp>
        <p:nvSpPr>
          <p:cNvPr id="20" name="Content Placeholder 2"/>
          <p:cNvSpPr txBox="1">
            <a:spLocks/>
          </p:cNvSpPr>
          <p:nvPr/>
        </p:nvSpPr>
        <p:spPr>
          <a:xfrm>
            <a:off x="632410" y="3061473"/>
            <a:ext cx="7911972" cy="8090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rtl="1">
              <a:buNone/>
            </a:pPr>
            <a:r>
              <a:rPr lang="ar-JO" sz="3200" b="1" u="sng" dirty="0">
                <a:solidFill>
                  <a:schemeClr val="accent5"/>
                </a:solidFill>
                <a:latin typeface="Simplified Arabic" panose="02020603050405020304" pitchFamily="18" charset="-78"/>
                <a:ea typeface="Arial Unicode MS" panose="020B0604020202020204" pitchFamily="34" charset="-128"/>
                <a:cs typeface="Times New Roman" panose="02020603050405020304" pitchFamily="18" charset="0"/>
              </a:rPr>
              <a:t>أ- مصادر اشتقاق مواصفات تصميم الكتب الإلكترونية</a:t>
            </a:r>
            <a:endParaRPr lang="en-US" sz="3200" u="sng" dirty="0">
              <a:solidFill>
                <a:schemeClr val="accent5"/>
              </a:solidFill>
            </a:endParaRPr>
          </a:p>
        </p:txBody>
      </p:sp>
      <p:sp>
        <p:nvSpPr>
          <p:cNvPr id="3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470515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20"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p:cNvGrpSpPr/>
          <p:nvPr/>
        </p:nvGrpSpPr>
        <p:grpSpPr>
          <a:xfrm>
            <a:off x="2934870" y="2156502"/>
            <a:ext cx="3488901" cy="3639636"/>
            <a:chOff x="2292918" y="1905566"/>
            <a:chExt cx="2202477" cy="2424423"/>
          </a:xfrm>
        </p:grpSpPr>
        <p:cxnSp>
          <p:nvCxnSpPr>
            <p:cNvPr id="13" name="Straight Arrow Connector 12"/>
            <p:cNvCxnSpPr/>
            <p:nvPr/>
          </p:nvCxnSpPr>
          <p:spPr>
            <a:xfrm>
              <a:off x="2911549" y="1905566"/>
              <a:ext cx="829920" cy="1455"/>
            </a:xfrm>
            <a:prstGeom prst="straightConnector1">
              <a:avLst/>
            </a:prstGeom>
            <a:ln w="19050">
              <a:solidFill>
                <a:schemeClr val="accent4"/>
              </a:solidFill>
              <a:tailEnd type="arrow"/>
            </a:ln>
          </p:spPr>
          <p:style>
            <a:lnRef idx="1">
              <a:schemeClr val="accent1"/>
            </a:lnRef>
            <a:fillRef idx="0">
              <a:schemeClr val="accent1"/>
            </a:fillRef>
            <a:effectRef idx="0">
              <a:schemeClr val="accent1"/>
            </a:effectRef>
            <a:fontRef idx="minor">
              <a:schemeClr val="tx1"/>
            </a:fontRef>
          </p:style>
        </p:cxnSp>
        <p:grpSp>
          <p:nvGrpSpPr>
            <p:cNvPr id="8" name="Group 25"/>
            <p:cNvGrpSpPr/>
            <p:nvPr/>
          </p:nvGrpSpPr>
          <p:grpSpPr>
            <a:xfrm>
              <a:off x="2292918" y="2072307"/>
              <a:ext cx="2202477" cy="2257682"/>
              <a:chOff x="2292918" y="2072307"/>
              <a:chExt cx="2202477" cy="2257682"/>
            </a:xfrm>
          </p:grpSpPr>
          <p:sp>
            <p:nvSpPr>
              <p:cNvPr id="10" name="Rectangle 9"/>
              <p:cNvSpPr/>
              <p:nvPr/>
            </p:nvSpPr>
            <p:spPr>
              <a:xfrm>
                <a:off x="2292918" y="2072307"/>
                <a:ext cx="2202477" cy="22576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2" name="Rectangle 21"/>
              <p:cNvSpPr/>
              <p:nvPr/>
            </p:nvSpPr>
            <p:spPr>
              <a:xfrm>
                <a:off x="2497440" y="2841675"/>
                <a:ext cx="1714512" cy="717553"/>
              </a:xfrm>
              <a:prstGeom prst="rect">
                <a:avLst/>
              </a:prstGeom>
            </p:spPr>
            <p:txBody>
              <a:bodyPr wrap="square">
                <a:spAutoFit/>
              </a:bodyPr>
              <a:lstStyle/>
              <a:p>
                <a:pPr algn="ctr"/>
                <a:r>
                  <a:rPr lang="ar-JO" sz="3200" b="1" dirty="0">
                    <a:solidFill>
                      <a:schemeClr val="bg1"/>
                    </a:solidFill>
                  </a:rPr>
                  <a:t>إنتاج يتمتع بدرجة عالية من الجودة</a:t>
                </a:r>
                <a:endParaRPr lang="id-ID" sz="3200" b="1" dirty="0">
                  <a:solidFill>
                    <a:schemeClr val="bg1"/>
                  </a:solidFill>
                  <a:latin typeface="Open Sans Light" pitchFamily="34" charset="0"/>
                  <a:ea typeface="Open Sans Light" pitchFamily="34" charset="0"/>
                  <a:cs typeface="Open Sans Light" pitchFamily="34" charset="0"/>
                </a:endParaRPr>
              </a:p>
            </p:txBody>
          </p:sp>
        </p:grpSp>
      </p:grpSp>
      <p:grpSp>
        <p:nvGrpSpPr>
          <p:cNvPr id="31" name="Group 30"/>
          <p:cNvGrpSpPr/>
          <p:nvPr/>
        </p:nvGrpSpPr>
        <p:grpSpPr>
          <a:xfrm>
            <a:off x="6209452" y="1597634"/>
            <a:ext cx="3345093" cy="3446186"/>
            <a:chOff x="4513178" y="1440496"/>
            <a:chExt cx="2111694" cy="2295562"/>
          </a:xfrm>
        </p:grpSpPr>
        <p:cxnSp>
          <p:nvCxnSpPr>
            <p:cNvPr id="14" name="Straight Arrow Connector 13"/>
            <p:cNvCxnSpPr/>
            <p:nvPr/>
          </p:nvCxnSpPr>
          <p:spPr>
            <a:xfrm>
              <a:off x="5023898" y="3734603"/>
              <a:ext cx="829920" cy="1455"/>
            </a:xfrm>
            <a:prstGeom prst="straightConnector1">
              <a:avLst/>
            </a:prstGeom>
            <a:ln w="19050">
              <a:solidFill>
                <a:schemeClr val="accent3"/>
              </a:solidFill>
              <a:tailEnd type="arrow"/>
            </a:ln>
          </p:spPr>
          <p:style>
            <a:lnRef idx="1">
              <a:schemeClr val="accent1"/>
            </a:lnRef>
            <a:fillRef idx="0">
              <a:schemeClr val="accent1"/>
            </a:fillRef>
            <a:effectRef idx="0">
              <a:schemeClr val="accent1"/>
            </a:effectRef>
            <a:fontRef idx="minor">
              <a:schemeClr val="tx1"/>
            </a:fontRef>
          </p:style>
        </p:cxnSp>
        <p:grpSp>
          <p:nvGrpSpPr>
            <p:cNvPr id="25" name="Group 26"/>
            <p:cNvGrpSpPr/>
            <p:nvPr/>
          </p:nvGrpSpPr>
          <p:grpSpPr>
            <a:xfrm>
              <a:off x="4513178" y="1440496"/>
              <a:ext cx="2111694" cy="2164625"/>
              <a:chOff x="4513178" y="1440496"/>
              <a:chExt cx="2111694" cy="2164625"/>
            </a:xfrm>
          </p:grpSpPr>
          <p:sp>
            <p:nvSpPr>
              <p:cNvPr id="11" name="Rectangle 10"/>
              <p:cNvSpPr/>
              <p:nvPr/>
            </p:nvSpPr>
            <p:spPr>
              <a:xfrm>
                <a:off x="4513178" y="1440496"/>
                <a:ext cx="2111694" cy="21646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3" name="Rectangle 22"/>
              <p:cNvSpPr/>
              <p:nvPr/>
            </p:nvSpPr>
            <p:spPr>
              <a:xfrm>
                <a:off x="4722877" y="2113329"/>
                <a:ext cx="1827591" cy="717553"/>
              </a:xfrm>
              <a:prstGeom prst="rect">
                <a:avLst/>
              </a:prstGeom>
            </p:spPr>
            <p:txBody>
              <a:bodyPr wrap="square">
                <a:spAutoFit/>
              </a:bodyPr>
              <a:lstStyle/>
              <a:p>
                <a:pPr algn="ctr"/>
                <a:r>
                  <a:rPr lang="ar-JO" sz="3200" b="1" dirty="0">
                    <a:solidFill>
                      <a:schemeClr val="bg1"/>
                    </a:solidFill>
                  </a:rPr>
                  <a:t>خلو المنتج من الأخطاء التصميمية</a:t>
                </a:r>
                <a:endParaRPr lang="id-ID" sz="3200" b="1" dirty="0">
                  <a:solidFill>
                    <a:schemeClr val="bg1"/>
                  </a:solidFill>
                  <a:latin typeface="Open Sans Light" pitchFamily="34" charset="0"/>
                  <a:ea typeface="Open Sans Light" pitchFamily="34" charset="0"/>
                  <a:cs typeface="Open Sans Light" pitchFamily="34" charset="0"/>
                </a:endParaRPr>
              </a:p>
            </p:txBody>
          </p:sp>
        </p:grpSp>
      </p:gr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52840470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slide(fromLeft)">
                                      <p:cBhvr>
                                        <p:cTn id="7" dur="500"/>
                                        <p:tgtEl>
                                          <p:spTgt spid="30"/>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slide(fromLeft)">
                                      <p:cBhvr>
                                        <p:cTn id="11"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p:cNvGrpSpPr/>
          <p:nvPr/>
        </p:nvGrpSpPr>
        <p:grpSpPr>
          <a:xfrm>
            <a:off x="2425960" y="1995034"/>
            <a:ext cx="2868260" cy="3346775"/>
            <a:chOff x="850313" y="1400004"/>
            <a:chExt cx="2151195" cy="2510081"/>
          </a:xfrm>
        </p:grpSpPr>
        <p:grpSp>
          <p:nvGrpSpPr>
            <p:cNvPr id="3" name="Group 24"/>
            <p:cNvGrpSpPr/>
            <p:nvPr/>
          </p:nvGrpSpPr>
          <p:grpSpPr>
            <a:xfrm>
              <a:off x="850313" y="1400004"/>
              <a:ext cx="2151195" cy="2205117"/>
              <a:chOff x="850313" y="1400004"/>
              <a:chExt cx="2151195" cy="2205117"/>
            </a:xfrm>
          </p:grpSpPr>
          <p:sp>
            <p:nvSpPr>
              <p:cNvPr id="9" name="Rectangle 8"/>
              <p:cNvSpPr/>
              <p:nvPr/>
            </p:nvSpPr>
            <p:spPr>
              <a:xfrm>
                <a:off x="850313" y="1400004"/>
                <a:ext cx="2151195" cy="220511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1" name="Rectangle 20"/>
              <p:cNvSpPr/>
              <p:nvPr/>
            </p:nvSpPr>
            <p:spPr>
              <a:xfrm>
                <a:off x="938221" y="1761428"/>
                <a:ext cx="1736403" cy="1546577"/>
              </a:xfrm>
              <a:prstGeom prst="rect">
                <a:avLst/>
              </a:prstGeom>
            </p:spPr>
            <p:txBody>
              <a:bodyPr wrap="square">
                <a:spAutoFit/>
              </a:bodyPr>
              <a:lstStyle/>
              <a:p>
                <a:pPr algn="ctr"/>
                <a:r>
                  <a:rPr lang="ar-JO" sz="3200" b="1" dirty="0">
                    <a:solidFill>
                      <a:schemeClr val="bg1"/>
                    </a:solidFill>
                  </a:rPr>
                  <a:t>منتج ذو فاعلية عالية في تحقيق الأهداف المرجوة</a:t>
                </a:r>
                <a:endParaRPr lang="id-ID" sz="3200" b="1" dirty="0">
                  <a:solidFill>
                    <a:schemeClr val="bg1"/>
                  </a:solidFill>
                  <a:latin typeface="Open Sans Light" pitchFamily="34" charset="0"/>
                  <a:ea typeface="Open Sans Light" pitchFamily="34" charset="0"/>
                  <a:cs typeface="Open Sans Light" pitchFamily="34" charset="0"/>
                </a:endParaRPr>
              </a:p>
            </p:txBody>
          </p:sp>
        </p:grpSp>
        <p:cxnSp>
          <p:nvCxnSpPr>
            <p:cNvPr id="15" name="Straight Arrow Connector 14"/>
            <p:cNvCxnSpPr/>
            <p:nvPr/>
          </p:nvCxnSpPr>
          <p:spPr>
            <a:xfrm>
              <a:off x="1512699" y="3908630"/>
              <a:ext cx="829920" cy="1455"/>
            </a:xfrm>
            <a:prstGeom prst="straightConnector1">
              <a:avLst/>
            </a:prstGeom>
            <a:ln w="19050">
              <a:tailEnd type="arrow"/>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4818923" y="2635007"/>
            <a:ext cx="2777036" cy="3085465"/>
            <a:chOff x="2645035" y="1879984"/>
            <a:chExt cx="2082777" cy="2314099"/>
          </a:xfrm>
        </p:grpSpPr>
        <p:cxnSp>
          <p:nvCxnSpPr>
            <p:cNvPr id="13" name="Straight Arrow Connector 12"/>
            <p:cNvCxnSpPr/>
            <p:nvPr/>
          </p:nvCxnSpPr>
          <p:spPr>
            <a:xfrm>
              <a:off x="3364058" y="1879984"/>
              <a:ext cx="829920" cy="1455"/>
            </a:xfrm>
            <a:prstGeom prst="straightConnector1">
              <a:avLst/>
            </a:prstGeom>
            <a:ln w="19050">
              <a:solidFill>
                <a:schemeClr val="accent4"/>
              </a:solidFill>
              <a:tailEnd type="arrow"/>
            </a:ln>
          </p:spPr>
          <p:style>
            <a:lnRef idx="1">
              <a:schemeClr val="accent1"/>
            </a:lnRef>
            <a:fillRef idx="0">
              <a:schemeClr val="accent1"/>
            </a:fillRef>
            <a:effectRef idx="0">
              <a:schemeClr val="accent1"/>
            </a:effectRef>
            <a:fontRef idx="minor">
              <a:schemeClr val="tx1"/>
            </a:fontRef>
          </p:style>
        </p:cxnSp>
        <p:grpSp>
          <p:nvGrpSpPr>
            <p:cNvPr id="8" name="Group 25"/>
            <p:cNvGrpSpPr/>
            <p:nvPr/>
          </p:nvGrpSpPr>
          <p:grpSpPr>
            <a:xfrm>
              <a:off x="2645035" y="2059100"/>
              <a:ext cx="2082777" cy="2134983"/>
              <a:chOff x="2645035" y="2059100"/>
              <a:chExt cx="2082777" cy="2134983"/>
            </a:xfrm>
          </p:grpSpPr>
          <p:sp>
            <p:nvSpPr>
              <p:cNvPr id="10" name="Rectangle 9"/>
              <p:cNvSpPr/>
              <p:nvPr/>
            </p:nvSpPr>
            <p:spPr>
              <a:xfrm>
                <a:off x="2645035" y="2059100"/>
                <a:ext cx="2082777" cy="213498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2" name="Rectangle 21"/>
              <p:cNvSpPr/>
              <p:nvPr/>
            </p:nvSpPr>
            <p:spPr>
              <a:xfrm>
                <a:off x="2816172" y="2499856"/>
                <a:ext cx="1549364" cy="1546577"/>
              </a:xfrm>
              <a:prstGeom prst="rect">
                <a:avLst/>
              </a:prstGeom>
            </p:spPr>
            <p:txBody>
              <a:bodyPr wrap="square">
                <a:spAutoFit/>
              </a:bodyPr>
              <a:lstStyle/>
              <a:p>
                <a:pPr algn="ctr"/>
                <a:r>
                  <a:rPr lang="ar-JO" sz="3200" b="1" dirty="0">
                    <a:solidFill>
                      <a:schemeClr val="bg1"/>
                    </a:solidFill>
                  </a:rPr>
                  <a:t>تحقيق المنتج لدرجة عالية من الكفاءة في الاستخدام</a:t>
                </a:r>
                <a:endParaRPr lang="id-ID" sz="3200" b="1" dirty="0">
                  <a:solidFill>
                    <a:schemeClr val="bg1"/>
                  </a:solidFill>
                  <a:latin typeface="Open Sans Light" pitchFamily="34" charset="0"/>
                  <a:ea typeface="Open Sans Light" pitchFamily="34" charset="0"/>
                  <a:cs typeface="Open Sans Light" pitchFamily="34" charset="0"/>
                </a:endParaRPr>
              </a:p>
            </p:txBody>
          </p:sp>
        </p:grpSp>
      </p:grpSp>
      <p:grpSp>
        <p:nvGrpSpPr>
          <p:cNvPr id="31" name="Group 30"/>
          <p:cNvGrpSpPr/>
          <p:nvPr/>
        </p:nvGrpSpPr>
        <p:grpSpPr>
          <a:xfrm>
            <a:off x="7309780" y="1995034"/>
            <a:ext cx="2868261" cy="3346775"/>
            <a:chOff x="4513178" y="1400004"/>
            <a:chExt cx="2151196" cy="2510081"/>
          </a:xfrm>
        </p:grpSpPr>
        <p:cxnSp>
          <p:nvCxnSpPr>
            <p:cNvPr id="14" name="Straight Arrow Connector 13"/>
            <p:cNvCxnSpPr/>
            <p:nvPr/>
          </p:nvCxnSpPr>
          <p:spPr>
            <a:xfrm>
              <a:off x="5023898" y="3908630"/>
              <a:ext cx="829920" cy="1455"/>
            </a:xfrm>
            <a:prstGeom prst="straightConnector1">
              <a:avLst/>
            </a:prstGeom>
            <a:ln w="19050">
              <a:solidFill>
                <a:schemeClr val="accent3"/>
              </a:solidFill>
              <a:tailEnd type="arrow"/>
            </a:ln>
          </p:spPr>
          <p:style>
            <a:lnRef idx="1">
              <a:schemeClr val="accent1"/>
            </a:lnRef>
            <a:fillRef idx="0">
              <a:schemeClr val="accent1"/>
            </a:fillRef>
            <a:effectRef idx="0">
              <a:schemeClr val="accent1"/>
            </a:effectRef>
            <a:fontRef idx="minor">
              <a:schemeClr val="tx1"/>
            </a:fontRef>
          </p:style>
        </p:cxnSp>
        <p:grpSp>
          <p:nvGrpSpPr>
            <p:cNvPr id="25" name="Group 26"/>
            <p:cNvGrpSpPr/>
            <p:nvPr/>
          </p:nvGrpSpPr>
          <p:grpSpPr>
            <a:xfrm>
              <a:off x="4513178" y="1400004"/>
              <a:ext cx="2151196" cy="2205117"/>
              <a:chOff x="4513178" y="1400004"/>
              <a:chExt cx="2151196" cy="2205117"/>
            </a:xfrm>
          </p:grpSpPr>
          <p:sp>
            <p:nvSpPr>
              <p:cNvPr id="11" name="Rectangle 10"/>
              <p:cNvSpPr/>
              <p:nvPr/>
            </p:nvSpPr>
            <p:spPr>
              <a:xfrm>
                <a:off x="4513178" y="1400004"/>
                <a:ext cx="2151196" cy="220511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3" name="Rectangle 22"/>
              <p:cNvSpPr/>
              <p:nvPr/>
            </p:nvSpPr>
            <p:spPr>
              <a:xfrm>
                <a:off x="4658064" y="2144772"/>
                <a:ext cx="1921026" cy="807914"/>
              </a:xfrm>
              <a:prstGeom prst="rect">
                <a:avLst/>
              </a:prstGeom>
            </p:spPr>
            <p:txBody>
              <a:bodyPr wrap="square">
                <a:spAutoFit/>
              </a:bodyPr>
              <a:lstStyle/>
              <a:p>
                <a:pPr algn="ctr"/>
                <a:r>
                  <a:rPr lang="ar-JO" sz="3200" b="1" dirty="0">
                    <a:solidFill>
                      <a:schemeClr val="bg1"/>
                    </a:solidFill>
                  </a:rPr>
                  <a:t>مناسبة طبيعة المحتوى التعليمي</a:t>
                </a:r>
                <a:endParaRPr lang="id-ID" sz="3200" b="1" dirty="0">
                  <a:solidFill>
                    <a:schemeClr val="bg1"/>
                  </a:solidFill>
                  <a:latin typeface="Open Sans Light" pitchFamily="34" charset="0"/>
                  <a:ea typeface="Open Sans Light" pitchFamily="34" charset="0"/>
                  <a:cs typeface="Open Sans Light" pitchFamily="34" charset="0"/>
                </a:endParaRPr>
              </a:p>
            </p:txBody>
          </p:sp>
        </p:gr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31805536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slide(fromLeft)">
                                      <p:cBhvr>
                                        <p:cTn id="7" dur="500"/>
                                        <p:tgtEl>
                                          <p:spTgt spid="2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slide(fromLeft)">
                                      <p:cBhvr>
                                        <p:cTn id="11" dur="500"/>
                                        <p:tgtEl>
                                          <p:spTgt spid="30"/>
                                        </p:tgtEl>
                                      </p:cBhvr>
                                    </p:animEffect>
                                  </p:childTnLst>
                                </p:cTn>
                              </p:par>
                            </p:childTnLst>
                          </p:cTn>
                        </p:par>
                        <p:par>
                          <p:cTn id="12" fill="hold">
                            <p:stCondLst>
                              <p:cond delay="1000"/>
                            </p:stCondLst>
                            <p:childTnLst>
                              <p:par>
                                <p:cTn id="13" presetID="12" presetClass="entr" presetSubtype="8" fill="hold"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slide(fromLeft)">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p:cNvGrpSpPr/>
          <p:nvPr/>
        </p:nvGrpSpPr>
        <p:grpSpPr>
          <a:xfrm>
            <a:off x="2934870" y="2156502"/>
            <a:ext cx="3488901" cy="3639636"/>
            <a:chOff x="2292918" y="1905566"/>
            <a:chExt cx="2202477" cy="2424423"/>
          </a:xfrm>
        </p:grpSpPr>
        <p:cxnSp>
          <p:nvCxnSpPr>
            <p:cNvPr id="13" name="Straight Arrow Connector 12"/>
            <p:cNvCxnSpPr/>
            <p:nvPr/>
          </p:nvCxnSpPr>
          <p:spPr>
            <a:xfrm>
              <a:off x="2911549" y="1905566"/>
              <a:ext cx="829920" cy="1455"/>
            </a:xfrm>
            <a:prstGeom prst="straightConnector1">
              <a:avLst/>
            </a:prstGeom>
            <a:ln w="19050">
              <a:solidFill>
                <a:schemeClr val="accent4"/>
              </a:solidFill>
              <a:tailEnd type="arrow"/>
            </a:ln>
          </p:spPr>
          <p:style>
            <a:lnRef idx="1">
              <a:schemeClr val="accent1"/>
            </a:lnRef>
            <a:fillRef idx="0">
              <a:schemeClr val="accent1"/>
            </a:fillRef>
            <a:effectRef idx="0">
              <a:schemeClr val="accent1"/>
            </a:effectRef>
            <a:fontRef idx="minor">
              <a:schemeClr val="tx1"/>
            </a:fontRef>
          </p:style>
        </p:cxnSp>
        <p:grpSp>
          <p:nvGrpSpPr>
            <p:cNvPr id="8" name="Group 25"/>
            <p:cNvGrpSpPr/>
            <p:nvPr/>
          </p:nvGrpSpPr>
          <p:grpSpPr>
            <a:xfrm>
              <a:off x="2292918" y="2072307"/>
              <a:ext cx="2202477" cy="2257682"/>
              <a:chOff x="2292918" y="2072307"/>
              <a:chExt cx="2202477" cy="2257682"/>
            </a:xfrm>
          </p:grpSpPr>
          <p:sp>
            <p:nvSpPr>
              <p:cNvPr id="10" name="Rectangle 9"/>
              <p:cNvSpPr/>
              <p:nvPr/>
            </p:nvSpPr>
            <p:spPr>
              <a:xfrm>
                <a:off x="2292918" y="2072307"/>
                <a:ext cx="2202477" cy="22576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2" name="Rectangle 21"/>
              <p:cNvSpPr/>
              <p:nvPr/>
            </p:nvSpPr>
            <p:spPr>
              <a:xfrm>
                <a:off x="2469253" y="2514347"/>
                <a:ext cx="1714512" cy="1373602"/>
              </a:xfrm>
              <a:prstGeom prst="rect">
                <a:avLst/>
              </a:prstGeom>
            </p:spPr>
            <p:txBody>
              <a:bodyPr wrap="square">
                <a:spAutoFit/>
              </a:bodyPr>
              <a:lstStyle/>
              <a:p>
                <a:pPr algn="ctr"/>
                <a:r>
                  <a:rPr lang="ar-JO" sz="3200" b="1" dirty="0">
                    <a:solidFill>
                      <a:schemeClr val="bg1"/>
                    </a:solidFill>
                  </a:rPr>
                  <a:t>مراعاة الفروق الفردية للمتعلمين وتلبية احتياجاتهم المختلفة</a:t>
                </a:r>
                <a:endParaRPr lang="id-ID" sz="3200" b="1" dirty="0">
                  <a:solidFill>
                    <a:schemeClr val="bg1"/>
                  </a:solidFill>
                  <a:latin typeface="Open Sans Light" pitchFamily="34" charset="0"/>
                  <a:ea typeface="Open Sans Light" pitchFamily="34" charset="0"/>
                  <a:cs typeface="Open Sans Light" pitchFamily="34" charset="0"/>
                </a:endParaRPr>
              </a:p>
            </p:txBody>
          </p:sp>
        </p:grpSp>
      </p:grpSp>
      <p:grpSp>
        <p:nvGrpSpPr>
          <p:cNvPr id="31" name="Group 30"/>
          <p:cNvGrpSpPr/>
          <p:nvPr/>
        </p:nvGrpSpPr>
        <p:grpSpPr>
          <a:xfrm>
            <a:off x="6209452" y="1597634"/>
            <a:ext cx="3345093" cy="3446186"/>
            <a:chOff x="4513178" y="1440496"/>
            <a:chExt cx="2111694" cy="2295562"/>
          </a:xfrm>
        </p:grpSpPr>
        <p:cxnSp>
          <p:nvCxnSpPr>
            <p:cNvPr id="14" name="Straight Arrow Connector 13"/>
            <p:cNvCxnSpPr/>
            <p:nvPr/>
          </p:nvCxnSpPr>
          <p:spPr>
            <a:xfrm>
              <a:off x="5023898" y="3734603"/>
              <a:ext cx="829920" cy="1455"/>
            </a:xfrm>
            <a:prstGeom prst="straightConnector1">
              <a:avLst/>
            </a:prstGeom>
            <a:ln w="19050">
              <a:solidFill>
                <a:schemeClr val="accent3"/>
              </a:solidFill>
              <a:tailEnd type="arrow"/>
            </a:ln>
          </p:spPr>
          <p:style>
            <a:lnRef idx="1">
              <a:schemeClr val="accent1"/>
            </a:lnRef>
            <a:fillRef idx="0">
              <a:schemeClr val="accent1"/>
            </a:fillRef>
            <a:effectRef idx="0">
              <a:schemeClr val="accent1"/>
            </a:effectRef>
            <a:fontRef idx="minor">
              <a:schemeClr val="tx1"/>
            </a:fontRef>
          </p:style>
        </p:cxnSp>
        <p:grpSp>
          <p:nvGrpSpPr>
            <p:cNvPr id="25" name="Group 26"/>
            <p:cNvGrpSpPr/>
            <p:nvPr/>
          </p:nvGrpSpPr>
          <p:grpSpPr>
            <a:xfrm>
              <a:off x="4513178" y="1440496"/>
              <a:ext cx="2111694" cy="2164625"/>
              <a:chOff x="4513178" y="1440496"/>
              <a:chExt cx="2111694" cy="2164625"/>
            </a:xfrm>
          </p:grpSpPr>
          <p:sp>
            <p:nvSpPr>
              <p:cNvPr id="11" name="Rectangle 10"/>
              <p:cNvSpPr/>
              <p:nvPr/>
            </p:nvSpPr>
            <p:spPr>
              <a:xfrm>
                <a:off x="4513178" y="1440496"/>
                <a:ext cx="2111694" cy="21646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3" name="Rectangle 22"/>
              <p:cNvSpPr/>
              <p:nvPr/>
            </p:nvSpPr>
            <p:spPr>
              <a:xfrm>
                <a:off x="4572635" y="1671996"/>
                <a:ext cx="1992778" cy="1701625"/>
              </a:xfrm>
              <a:prstGeom prst="rect">
                <a:avLst/>
              </a:prstGeom>
            </p:spPr>
            <p:txBody>
              <a:bodyPr wrap="square">
                <a:spAutoFit/>
              </a:bodyPr>
              <a:lstStyle/>
              <a:p>
                <a:pPr algn="ctr"/>
                <a:r>
                  <a:rPr lang="ar-JO" sz="3200" b="1" dirty="0">
                    <a:solidFill>
                      <a:schemeClr val="bg1"/>
                    </a:solidFill>
                  </a:rPr>
                  <a:t>سهولة التحديث والتطوير على المنتج بما يضمن جودته ومواكبته لتطورات العصر</a:t>
                </a:r>
                <a:endParaRPr lang="id-ID" sz="3200" b="1" dirty="0">
                  <a:solidFill>
                    <a:schemeClr val="bg1"/>
                  </a:solidFill>
                  <a:latin typeface="Open Sans Light" pitchFamily="34" charset="0"/>
                  <a:ea typeface="Open Sans Light" pitchFamily="34" charset="0"/>
                  <a:cs typeface="Open Sans Light" pitchFamily="34" charset="0"/>
                </a:endParaRPr>
              </a:p>
            </p:txBody>
          </p:sp>
        </p:grpSp>
      </p:gr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88760262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slide(fromLeft)">
                                      <p:cBhvr>
                                        <p:cTn id="7" dur="500"/>
                                        <p:tgtEl>
                                          <p:spTgt spid="30"/>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slide(fromLeft)">
                                      <p:cBhvr>
                                        <p:cTn id="11"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088745" y="344437"/>
            <a:ext cx="8276625" cy="769441"/>
          </a:xfrm>
          <a:prstGeom prst="rect">
            <a:avLst/>
          </a:prstGeom>
          <a:noFill/>
        </p:spPr>
        <p:txBody>
          <a:bodyPr wrap="none" rtlCol="0">
            <a:spAutoFit/>
          </a:bodyPr>
          <a:lstStyle/>
          <a:p>
            <a:pPr marL="742950" indent="-742950" rtl="1">
              <a:buFont typeface="+mj-lt"/>
              <a:buAutoNum type="arabicPeriod" startAt="3"/>
            </a:pPr>
            <a:r>
              <a:rPr lang="ar-SA" sz="4400" b="1" u="sng" dirty="0">
                <a:solidFill>
                  <a:srgbClr val="26B8F2"/>
                </a:solidFill>
              </a:rPr>
              <a:t>أسس تصميم الكتب الإلكترونية ونماذجها</a:t>
            </a:r>
            <a:endParaRPr lang="en-US" sz="4400" i="1" u="sng" dirty="0">
              <a:solidFill>
                <a:srgbClr val="26B8F2"/>
              </a:solidFill>
            </a:endParaRPr>
          </a:p>
        </p:txBody>
      </p:sp>
      <p:grpSp>
        <p:nvGrpSpPr>
          <p:cNvPr id="221" name="Group 220"/>
          <p:cNvGrpSpPr/>
          <p:nvPr/>
        </p:nvGrpSpPr>
        <p:grpSpPr>
          <a:xfrm>
            <a:off x="8671382" y="1981199"/>
            <a:ext cx="3173413" cy="4875213"/>
            <a:chOff x="5659439" y="1982788"/>
            <a:chExt cx="3173413" cy="4875213"/>
          </a:xfrm>
        </p:grpSpPr>
        <p:sp>
          <p:nvSpPr>
            <p:cNvPr id="21" name="Freeform 5"/>
            <p:cNvSpPr>
              <a:spLocks/>
            </p:cNvSpPr>
            <p:nvPr/>
          </p:nvSpPr>
          <p:spPr bwMode="auto">
            <a:xfrm>
              <a:off x="5659439" y="4095750"/>
              <a:ext cx="660400" cy="2760663"/>
            </a:xfrm>
            <a:custGeom>
              <a:avLst/>
              <a:gdLst>
                <a:gd name="T0" fmla="*/ 31 w 370"/>
                <a:gd name="T1" fmla="*/ 1337 h 1548"/>
                <a:gd name="T2" fmla="*/ 20 w 370"/>
                <a:gd name="T3" fmla="*/ 1217 h 1548"/>
                <a:gd name="T4" fmla="*/ 42 w 370"/>
                <a:gd name="T5" fmla="*/ 1121 h 1548"/>
                <a:gd name="T6" fmla="*/ 48 w 370"/>
                <a:gd name="T7" fmla="*/ 1026 h 1548"/>
                <a:gd name="T8" fmla="*/ 82 w 370"/>
                <a:gd name="T9" fmla="*/ 703 h 1548"/>
                <a:gd name="T10" fmla="*/ 105 w 370"/>
                <a:gd name="T11" fmla="*/ 565 h 1548"/>
                <a:gd name="T12" fmla="*/ 137 w 370"/>
                <a:gd name="T13" fmla="*/ 377 h 1548"/>
                <a:gd name="T14" fmla="*/ 163 w 370"/>
                <a:gd name="T15" fmla="*/ 122 h 1548"/>
                <a:gd name="T16" fmla="*/ 245 w 370"/>
                <a:gd name="T17" fmla="*/ 5 h 1548"/>
                <a:gd name="T18" fmla="*/ 245 w 370"/>
                <a:gd name="T19" fmla="*/ 11 h 1548"/>
                <a:gd name="T20" fmla="*/ 354 w 370"/>
                <a:gd name="T21" fmla="*/ 219 h 1548"/>
                <a:gd name="T22" fmla="*/ 359 w 370"/>
                <a:gd name="T23" fmla="*/ 330 h 1548"/>
                <a:gd name="T24" fmla="*/ 366 w 370"/>
                <a:gd name="T25" fmla="*/ 457 h 1548"/>
                <a:gd name="T26" fmla="*/ 352 w 370"/>
                <a:gd name="T27" fmla="*/ 663 h 1548"/>
                <a:gd name="T28" fmla="*/ 325 w 370"/>
                <a:gd name="T29" fmla="*/ 1108 h 1548"/>
                <a:gd name="T30" fmla="*/ 292 w 370"/>
                <a:gd name="T31" fmla="*/ 1548 h 1548"/>
                <a:gd name="T32" fmla="*/ 0 w 370"/>
                <a:gd name="T33" fmla="*/ 1548 h 1548"/>
                <a:gd name="T34" fmla="*/ 31 w 370"/>
                <a:gd name="T35" fmla="*/ 1337 h 1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0" h="1548">
                  <a:moveTo>
                    <a:pt x="31" y="1337"/>
                  </a:moveTo>
                  <a:cubicBezTo>
                    <a:pt x="38" y="1298"/>
                    <a:pt x="21" y="1256"/>
                    <a:pt x="20" y="1217"/>
                  </a:cubicBezTo>
                  <a:cubicBezTo>
                    <a:pt x="19" y="1179"/>
                    <a:pt x="35" y="1155"/>
                    <a:pt x="42" y="1121"/>
                  </a:cubicBezTo>
                  <a:cubicBezTo>
                    <a:pt x="49" y="1091"/>
                    <a:pt x="48" y="1057"/>
                    <a:pt x="48" y="1026"/>
                  </a:cubicBezTo>
                  <a:cubicBezTo>
                    <a:pt x="48" y="917"/>
                    <a:pt x="50" y="807"/>
                    <a:pt x="82" y="703"/>
                  </a:cubicBezTo>
                  <a:cubicBezTo>
                    <a:pt x="96" y="658"/>
                    <a:pt x="97" y="612"/>
                    <a:pt x="105" y="565"/>
                  </a:cubicBezTo>
                  <a:cubicBezTo>
                    <a:pt x="115" y="502"/>
                    <a:pt x="130" y="440"/>
                    <a:pt x="137" y="377"/>
                  </a:cubicBezTo>
                  <a:cubicBezTo>
                    <a:pt x="146" y="293"/>
                    <a:pt x="150" y="205"/>
                    <a:pt x="163" y="122"/>
                  </a:cubicBezTo>
                  <a:cubicBezTo>
                    <a:pt x="170" y="78"/>
                    <a:pt x="182" y="0"/>
                    <a:pt x="245" y="5"/>
                  </a:cubicBezTo>
                  <a:cubicBezTo>
                    <a:pt x="244" y="9"/>
                    <a:pt x="242" y="9"/>
                    <a:pt x="245" y="11"/>
                  </a:cubicBezTo>
                  <a:cubicBezTo>
                    <a:pt x="307" y="19"/>
                    <a:pt x="344" y="173"/>
                    <a:pt x="354" y="219"/>
                  </a:cubicBezTo>
                  <a:cubicBezTo>
                    <a:pt x="362" y="254"/>
                    <a:pt x="357" y="293"/>
                    <a:pt x="359" y="330"/>
                  </a:cubicBezTo>
                  <a:cubicBezTo>
                    <a:pt x="363" y="372"/>
                    <a:pt x="364" y="415"/>
                    <a:pt x="366" y="457"/>
                  </a:cubicBezTo>
                  <a:cubicBezTo>
                    <a:pt x="370" y="524"/>
                    <a:pt x="359" y="596"/>
                    <a:pt x="352" y="663"/>
                  </a:cubicBezTo>
                  <a:cubicBezTo>
                    <a:pt x="336" y="811"/>
                    <a:pt x="342" y="960"/>
                    <a:pt x="325" y="1108"/>
                  </a:cubicBezTo>
                  <a:cubicBezTo>
                    <a:pt x="315" y="1201"/>
                    <a:pt x="310" y="1455"/>
                    <a:pt x="292" y="1548"/>
                  </a:cubicBezTo>
                  <a:cubicBezTo>
                    <a:pt x="0" y="1548"/>
                    <a:pt x="0" y="1548"/>
                    <a:pt x="0" y="1548"/>
                  </a:cubicBezTo>
                  <a:cubicBezTo>
                    <a:pt x="4" y="1530"/>
                    <a:pt x="22" y="1394"/>
                    <a:pt x="31" y="1337"/>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2" name="Freeform 6"/>
            <p:cNvSpPr>
              <a:spLocks/>
            </p:cNvSpPr>
            <p:nvPr/>
          </p:nvSpPr>
          <p:spPr bwMode="auto">
            <a:xfrm>
              <a:off x="5929314" y="3675063"/>
              <a:ext cx="2424113" cy="3182938"/>
            </a:xfrm>
            <a:custGeom>
              <a:avLst/>
              <a:gdLst>
                <a:gd name="T0" fmla="*/ 27 w 1359"/>
                <a:gd name="T1" fmla="*/ 1623 h 1785"/>
                <a:gd name="T2" fmla="*/ 27 w 1359"/>
                <a:gd name="T3" fmla="*/ 1590 h 1785"/>
                <a:gd name="T4" fmla="*/ 25 w 1359"/>
                <a:gd name="T5" fmla="*/ 1526 h 1785"/>
                <a:gd name="T6" fmla="*/ 50 w 1359"/>
                <a:gd name="T7" fmla="*/ 1404 h 1785"/>
                <a:gd name="T8" fmla="*/ 50 w 1359"/>
                <a:gd name="T9" fmla="*/ 1246 h 1785"/>
                <a:gd name="T10" fmla="*/ 50 w 1359"/>
                <a:gd name="T11" fmla="*/ 1052 h 1785"/>
                <a:gd name="T12" fmla="*/ 36 w 1359"/>
                <a:gd name="T13" fmla="*/ 592 h 1785"/>
                <a:gd name="T14" fmla="*/ 97 w 1359"/>
                <a:gd name="T15" fmla="*/ 227 h 1785"/>
                <a:gd name="T16" fmla="*/ 408 w 1359"/>
                <a:gd name="T17" fmla="*/ 97 h 1785"/>
                <a:gd name="T18" fmla="*/ 566 w 1359"/>
                <a:gd name="T19" fmla="*/ 55 h 1785"/>
                <a:gd name="T20" fmla="*/ 707 w 1359"/>
                <a:gd name="T21" fmla="*/ 24 h 1785"/>
                <a:gd name="T22" fmla="*/ 926 w 1359"/>
                <a:gd name="T23" fmla="*/ 33 h 1785"/>
                <a:gd name="T24" fmla="*/ 1275 w 1359"/>
                <a:gd name="T25" fmla="*/ 196 h 1785"/>
                <a:gd name="T26" fmla="*/ 1359 w 1359"/>
                <a:gd name="T27" fmla="*/ 227 h 1785"/>
                <a:gd name="T28" fmla="*/ 1301 w 1359"/>
                <a:gd name="T29" fmla="*/ 299 h 1785"/>
                <a:gd name="T30" fmla="*/ 1251 w 1359"/>
                <a:gd name="T31" fmla="*/ 443 h 1785"/>
                <a:gd name="T32" fmla="*/ 1141 w 1359"/>
                <a:gd name="T33" fmla="*/ 852 h 1785"/>
                <a:gd name="T34" fmla="*/ 1080 w 1359"/>
                <a:gd name="T35" fmla="*/ 1082 h 1785"/>
                <a:gd name="T36" fmla="*/ 1054 w 1359"/>
                <a:gd name="T37" fmla="*/ 1363 h 1785"/>
                <a:gd name="T38" fmla="*/ 1073 w 1359"/>
                <a:gd name="T39" fmla="*/ 1542 h 1785"/>
                <a:gd name="T40" fmla="*/ 1137 w 1359"/>
                <a:gd name="T41" fmla="*/ 1784 h 1785"/>
                <a:gd name="T42" fmla="*/ 30 w 1359"/>
                <a:gd name="T43" fmla="*/ 1784 h 1785"/>
                <a:gd name="T44" fmla="*/ 27 w 1359"/>
                <a:gd name="T45" fmla="*/ 1623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59" h="1785">
                  <a:moveTo>
                    <a:pt x="27" y="1623"/>
                  </a:moveTo>
                  <a:cubicBezTo>
                    <a:pt x="27" y="1612"/>
                    <a:pt x="27" y="1601"/>
                    <a:pt x="27" y="1590"/>
                  </a:cubicBezTo>
                  <a:cubicBezTo>
                    <a:pt x="27" y="1568"/>
                    <a:pt x="25" y="1547"/>
                    <a:pt x="25" y="1526"/>
                  </a:cubicBezTo>
                  <a:cubicBezTo>
                    <a:pt x="24" y="1485"/>
                    <a:pt x="40" y="1443"/>
                    <a:pt x="50" y="1404"/>
                  </a:cubicBezTo>
                  <a:cubicBezTo>
                    <a:pt x="64" y="1352"/>
                    <a:pt x="55" y="1299"/>
                    <a:pt x="50" y="1246"/>
                  </a:cubicBezTo>
                  <a:cubicBezTo>
                    <a:pt x="43" y="1181"/>
                    <a:pt x="45" y="1117"/>
                    <a:pt x="50" y="1052"/>
                  </a:cubicBezTo>
                  <a:cubicBezTo>
                    <a:pt x="62" y="899"/>
                    <a:pt x="38" y="745"/>
                    <a:pt x="36" y="592"/>
                  </a:cubicBezTo>
                  <a:cubicBezTo>
                    <a:pt x="34" y="485"/>
                    <a:pt x="0" y="301"/>
                    <a:pt x="97" y="227"/>
                  </a:cubicBezTo>
                  <a:cubicBezTo>
                    <a:pt x="185" y="160"/>
                    <a:pt x="308" y="138"/>
                    <a:pt x="408" y="97"/>
                  </a:cubicBezTo>
                  <a:cubicBezTo>
                    <a:pt x="458" y="76"/>
                    <a:pt x="515" y="72"/>
                    <a:pt x="566" y="55"/>
                  </a:cubicBezTo>
                  <a:cubicBezTo>
                    <a:pt x="611" y="40"/>
                    <a:pt x="659" y="31"/>
                    <a:pt x="707" y="24"/>
                  </a:cubicBezTo>
                  <a:cubicBezTo>
                    <a:pt x="765" y="16"/>
                    <a:pt x="878" y="0"/>
                    <a:pt x="926" y="33"/>
                  </a:cubicBezTo>
                  <a:cubicBezTo>
                    <a:pt x="1032" y="105"/>
                    <a:pt x="1155" y="150"/>
                    <a:pt x="1275" y="196"/>
                  </a:cubicBezTo>
                  <a:cubicBezTo>
                    <a:pt x="1303" y="207"/>
                    <a:pt x="1333" y="213"/>
                    <a:pt x="1359" y="227"/>
                  </a:cubicBezTo>
                  <a:cubicBezTo>
                    <a:pt x="1331" y="235"/>
                    <a:pt x="1315" y="276"/>
                    <a:pt x="1301" y="299"/>
                  </a:cubicBezTo>
                  <a:cubicBezTo>
                    <a:pt x="1273" y="344"/>
                    <a:pt x="1263" y="392"/>
                    <a:pt x="1251" y="443"/>
                  </a:cubicBezTo>
                  <a:cubicBezTo>
                    <a:pt x="1218" y="580"/>
                    <a:pt x="1181" y="717"/>
                    <a:pt x="1141" y="852"/>
                  </a:cubicBezTo>
                  <a:cubicBezTo>
                    <a:pt x="1118" y="928"/>
                    <a:pt x="1092" y="1003"/>
                    <a:pt x="1080" y="1082"/>
                  </a:cubicBezTo>
                  <a:cubicBezTo>
                    <a:pt x="1065" y="1175"/>
                    <a:pt x="1063" y="1270"/>
                    <a:pt x="1054" y="1363"/>
                  </a:cubicBezTo>
                  <a:cubicBezTo>
                    <a:pt x="1047" y="1427"/>
                    <a:pt x="1065" y="1479"/>
                    <a:pt x="1073" y="1542"/>
                  </a:cubicBezTo>
                  <a:cubicBezTo>
                    <a:pt x="1075" y="1561"/>
                    <a:pt x="1130" y="1756"/>
                    <a:pt x="1137" y="1784"/>
                  </a:cubicBezTo>
                  <a:cubicBezTo>
                    <a:pt x="30" y="1784"/>
                    <a:pt x="30" y="1784"/>
                    <a:pt x="30" y="1784"/>
                  </a:cubicBezTo>
                  <a:cubicBezTo>
                    <a:pt x="34" y="1755"/>
                    <a:pt x="29" y="1785"/>
                    <a:pt x="27" y="1623"/>
                  </a:cubicBezTo>
                </a:path>
              </a:pathLst>
            </a:custGeom>
            <a:solidFill>
              <a:srgbClr val="2E2E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3" name="Freeform 7"/>
            <p:cNvSpPr>
              <a:spLocks/>
            </p:cNvSpPr>
            <p:nvPr/>
          </p:nvSpPr>
          <p:spPr bwMode="auto">
            <a:xfrm>
              <a:off x="6294439" y="3692525"/>
              <a:ext cx="1169988" cy="2224088"/>
            </a:xfrm>
            <a:custGeom>
              <a:avLst/>
              <a:gdLst>
                <a:gd name="T0" fmla="*/ 291 w 656"/>
                <a:gd name="T1" fmla="*/ 795 h 1247"/>
                <a:gd name="T2" fmla="*/ 94 w 656"/>
                <a:gd name="T3" fmla="*/ 1247 h 1247"/>
                <a:gd name="T4" fmla="*/ 94 w 656"/>
                <a:gd name="T5" fmla="*/ 1125 h 1247"/>
                <a:gd name="T6" fmla="*/ 72 w 656"/>
                <a:gd name="T7" fmla="*/ 387 h 1247"/>
                <a:gd name="T8" fmla="*/ 190 w 656"/>
                <a:gd name="T9" fmla="*/ 92 h 1247"/>
                <a:gd name="T10" fmla="*/ 203 w 656"/>
                <a:gd name="T11" fmla="*/ 87 h 1247"/>
                <a:gd name="T12" fmla="*/ 361 w 656"/>
                <a:gd name="T13" fmla="*/ 45 h 1247"/>
                <a:gd name="T14" fmla="*/ 502 w 656"/>
                <a:gd name="T15" fmla="*/ 14 h 1247"/>
                <a:gd name="T16" fmla="*/ 656 w 656"/>
                <a:gd name="T17" fmla="*/ 4 h 1247"/>
                <a:gd name="T18" fmla="*/ 491 w 656"/>
                <a:gd name="T19" fmla="*/ 364 h 1247"/>
                <a:gd name="T20" fmla="*/ 291 w 656"/>
                <a:gd name="T21" fmla="*/ 795 h 1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6" h="1247">
                  <a:moveTo>
                    <a:pt x="291" y="795"/>
                  </a:moveTo>
                  <a:cubicBezTo>
                    <a:pt x="230" y="947"/>
                    <a:pt x="133" y="1086"/>
                    <a:pt x="94" y="1247"/>
                  </a:cubicBezTo>
                  <a:cubicBezTo>
                    <a:pt x="97" y="1205"/>
                    <a:pt x="100" y="1166"/>
                    <a:pt x="94" y="1125"/>
                  </a:cubicBezTo>
                  <a:cubicBezTo>
                    <a:pt x="61" y="875"/>
                    <a:pt x="0" y="631"/>
                    <a:pt x="72" y="387"/>
                  </a:cubicBezTo>
                  <a:cubicBezTo>
                    <a:pt x="102" y="284"/>
                    <a:pt x="154" y="191"/>
                    <a:pt x="190" y="92"/>
                  </a:cubicBezTo>
                  <a:cubicBezTo>
                    <a:pt x="194" y="90"/>
                    <a:pt x="199" y="89"/>
                    <a:pt x="203" y="87"/>
                  </a:cubicBezTo>
                  <a:cubicBezTo>
                    <a:pt x="253" y="66"/>
                    <a:pt x="310" y="62"/>
                    <a:pt x="361" y="45"/>
                  </a:cubicBezTo>
                  <a:cubicBezTo>
                    <a:pt x="406" y="30"/>
                    <a:pt x="454" y="21"/>
                    <a:pt x="502" y="14"/>
                  </a:cubicBezTo>
                  <a:cubicBezTo>
                    <a:pt x="541" y="9"/>
                    <a:pt x="604" y="0"/>
                    <a:pt x="656" y="4"/>
                  </a:cubicBezTo>
                  <a:cubicBezTo>
                    <a:pt x="641" y="136"/>
                    <a:pt x="547" y="246"/>
                    <a:pt x="491" y="364"/>
                  </a:cubicBezTo>
                  <a:cubicBezTo>
                    <a:pt x="427" y="509"/>
                    <a:pt x="352" y="647"/>
                    <a:pt x="291" y="795"/>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4" name="Freeform 8"/>
            <p:cNvSpPr>
              <a:spLocks/>
            </p:cNvSpPr>
            <p:nvPr/>
          </p:nvSpPr>
          <p:spPr bwMode="auto">
            <a:xfrm>
              <a:off x="6470652" y="4089400"/>
              <a:ext cx="430213" cy="1738313"/>
            </a:xfrm>
            <a:custGeom>
              <a:avLst/>
              <a:gdLst>
                <a:gd name="T0" fmla="*/ 22 w 241"/>
                <a:gd name="T1" fmla="*/ 975 h 975"/>
                <a:gd name="T2" fmla="*/ 0 w 241"/>
                <a:gd name="T3" fmla="*/ 935 h 975"/>
                <a:gd name="T4" fmla="*/ 14 w 241"/>
                <a:gd name="T5" fmla="*/ 678 h 975"/>
                <a:gd name="T6" fmla="*/ 130 w 241"/>
                <a:gd name="T7" fmla="*/ 115 h 975"/>
                <a:gd name="T8" fmla="*/ 176 w 241"/>
                <a:gd name="T9" fmla="*/ 43 h 975"/>
                <a:gd name="T10" fmla="*/ 231 w 241"/>
                <a:gd name="T11" fmla="*/ 15 h 975"/>
                <a:gd name="T12" fmla="*/ 228 w 241"/>
                <a:gd name="T13" fmla="*/ 184 h 975"/>
                <a:gd name="T14" fmla="*/ 181 w 241"/>
                <a:gd name="T15" fmla="*/ 377 h 975"/>
                <a:gd name="T16" fmla="*/ 152 w 241"/>
                <a:gd name="T17" fmla="*/ 572 h 975"/>
                <a:gd name="T18" fmla="*/ 112 w 241"/>
                <a:gd name="T19" fmla="*/ 692 h 975"/>
                <a:gd name="T20" fmla="*/ 22 w 241"/>
                <a:gd name="T21" fmla="*/ 975 h 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1" h="975">
                  <a:moveTo>
                    <a:pt x="22" y="975"/>
                  </a:moveTo>
                  <a:cubicBezTo>
                    <a:pt x="19" y="966"/>
                    <a:pt x="3" y="944"/>
                    <a:pt x="0" y="935"/>
                  </a:cubicBezTo>
                  <a:cubicBezTo>
                    <a:pt x="11" y="850"/>
                    <a:pt x="6" y="763"/>
                    <a:pt x="14" y="678"/>
                  </a:cubicBezTo>
                  <a:cubicBezTo>
                    <a:pt x="31" y="488"/>
                    <a:pt x="56" y="291"/>
                    <a:pt x="130" y="115"/>
                  </a:cubicBezTo>
                  <a:cubicBezTo>
                    <a:pt x="142" y="88"/>
                    <a:pt x="160" y="67"/>
                    <a:pt x="176" y="43"/>
                  </a:cubicBezTo>
                  <a:cubicBezTo>
                    <a:pt x="194" y="17"/>
                    <a:pt x="201" y="0"/>
                    <a:pt x="231" y="15"/>
                  </a:cubicBezTo>
                  <a:cubicBezTo>
                    <a:pt x="231" y="75"/>
                    <a:pt x="241" y="124"/>
                    <a:pt x="228" y="184"/>
                  </a:cubicBezTo>
                  <a:cubicBezTo>
                    <a:pt x="215" y="248"/>
                    <a:pt x="196" y="312"/>
                    <a:pt x="181" y="377"/>
                  </a:cubicBezTo>
                  <a:cubicBezTo>
                    <a:pt x="166" y="441"/>
                    <a:pt x="160" y="506"/>
                    <a:pt x="152" y="572"/>
                  </a:cubicBezTo>
                  <a:cubicBezTo>
                    <a:pt x="137" y="611"/>
                    <a:pt x="124" y="650"/>
                    <a:pt x="112" y="692"/>
                  </a:cubicBezTo>
                  <a:cubicBezTo>
                    <a:pt x="81" y="784"/>
                    <a:pt x="53" y="883"/>
                    <a:pt x="22" y="975"/>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5" name="Freeform 9"/>
            <p:cNvSpPr>
              <a:spLocks/>
            </p:cNvSpPr>
            <p:nvPr/>
          </p:nvSpPr>
          <p:spPr bwMode="auto">
            <a:xfrm>
              <a:off x="6218239" y="3735388"/>
              <a:ext cx="509588" cy="3121025"/>
            </a:xfrm>
            <a:custGeom>
              <a:avLst/>
              <a:gdLst>
                <a:gd name="T0" fmla="*/ 123 w 286"/>
                <a:gd name="T1" fmla="*/ 1345 h 1750"/>
                <a:gd name="T2" fmla="*/ 76 w 286"/>
                <a:gd name="T3" fmla="*/ 1004 h 1750"/>
                <a:gd name="T4" fmla="*/ 32 w 286"/>
                <a:gd name="T5" fmla="*/ 333 h 1750"/>
                <a:gd name="T6" fmla="*/ 49 w 286"/>
                <a:gd name="T7" fmla="*/ 209 h 1750"/>
                <a:gd name="T8" fmla="*/ 135 w 286"/>
                <a:gd name="T9" fmla="*/ 157 h 1750"/>
                <a:gd name="T10" fmla="*/ 105 w 286"/>
                <a:gd name="T11" fmla="*/ 120 h 1750"/>
                <a:gd name="T12" fmla="*/ 231 w 286"/>
                <a:gd name="T13" fmla="*/ 49 h 1750"/>
                <a:gd name="T14" fmla="*/ 286 w 286"/>
                <a:gd name="T15" fmla="*/ 0 h 1750"/>
                <a:gd name="T16" fmla="*/ 271 w 286"/>
                <a:gd name="T17" fmla="*/ 77 h 1750"/>
                <a:gd name="T18" fmla="*/ 269 w 286"/>
                <a:gd name="T19" fmla="*/ 80 h 1750"/>
                <a:gd name="T20" fmla="*/ 270 w 286"/>
                <a:gd name="T21" fmla="*/ 77 h 1750"/>
                <a:gd name="T22" fmla="*/ 269 w 286"/>
                <a:gd name="T23" fmla="*/ 80 h 1750"/>
                <a:gd name="T24" fmla="*/ 176 w 286"/>
                <a:gd name="T25" fmla="*/ 327 h 1750"/>
                <a:gd name="T26" fmla="*/ 126 w 286"/>
                <a:gd name="T27" fmla="*/ 604 h 1750"/>
                <a:gd name="T28" fmla="*/ 134 w 286"/>
                <a:gd name="T29" fmla="*/ 915 h 1750"/>
                <a:gd name="T30" fmla="*/ 165 w 286"/>
                <a:gd name="T31" fmla="*/ 1226 h 1750"/>
                <a:gd name="T32" fmla="*/ 154 w 286"/>
                <a:gd name="T33" fmla="*/ 1750 h 1750"/>
                <a:gd name="T34" fmla="*/ 131 w 286"/>
                <a:gd name="T35" fmla="*/ 1750 h 1750"/>
                <a:gd name="T36" fmla="*/ 123 w 286"/>
                <a:gd name="T37" fmla="*/ 1345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6" h="1750">
                  <a:moveTo>
                    <a:pt x="123" y="1345"/>
                  </a:moveTo>
                  <a:cubicBezTo>
                    <a:pt x="118" y="1216"/>
                    <a:pt x="111" y="1128"/>
                    <a:pt x="76" y="1004"/>
                  </a:cubicBezTo>
                  <a:cubicBezTo>
                    <a:pt x="20" y="805"/>
                    <a:pt x="0" y="536"/>
                    <a:pt x="32" y="333"/>
                  </a:cubicBezTo>
                  <a:cubicBezTo>
                    <a:pt x="38" y="293"/>
                    <a:pt x="49" y="209"/>
                    <a:pt x="49" y="209"/>
                  </a:cubicBezTo>
                  <a:cubicBezTo>
                    <a:pt x="49" y="209"/>
                    <a:pt x="102" y="175"/>
                    <a:pt x="135" y="157"/>
                  </a:cubicBezTo>
                  <a:cubicBezTo>
                    <a:pt x="122" y="142"/>
                    <a:pt x="116" y="136"/>
                    <a:pt x="105" y="120"/>
                  </a:cubicBezTo>
                  <a:cubicBezTo>
                    <a:pt x="124" y="91"/>
                    <a:pt x="231" y="49"/>
                    <a:pt x="231" y="49"/>
                  </a:cubicBezTo>
                  <a:cubicBezTo>
                    <a:pt x="231" y="49"/>
                    <a:pt x="259" y="12"/>
                    <a:pt x="286" y="0"/>
                  </a:cubicBezTo>
                  <a:cubicBezTo>
                    <a:pt x="280" y="26"/>
                    <a:pt x="273" y="51"/>
                    <a:pt x="271" y="77"/>
                  </a:cubicBezTo>
                  <a:cubicBezTo>
                    <a:pt x="270" y="79"/>
                    <a:pt x="270" y="79"/>
                    <a:pt x="269" y="80"/>
                  </a:cubicBezTo>
                  <a:cubicBezTo>
                    <a:pt x="270" y="79"/>
                    <a:pt x="270" y="78"/>
                    <a:pt x="270" y="77"/>
                  </a:cubicBezTo>
                  <a:cubicBezTo>
                    <a:pt x="268" y="77"/>
                    <a:pt x="266" y="86"/>
                    <a:pt x="269" y="80"/>
                  </a:cubicBezTo>
                  <a:cubicBezTo>
                    <a:pt x="246" y="160"/>
                    <a:pt x="202" y="245"/>
                    <a:pt x="176" y="327"/>
                  </a:cubicBezTo>
                  <a:cubicBezTo>
                    <a:pt x="146" y="420"/>
                    <a:pt x="131" y="505"/>
                    <a:pt x="126" y="604"/>
                  </a:cubicBezTo>
                  <a:cubicBezTo>
                    <a:pt x="121" y="705"/>
                    <a:pt x="120" y="816"/>
                    <a:pt x="134" y="915"/>
                  </a:cubicBezTo>
                  <a:cubicBezTo>
                    <a:pt x="150" y="1022"/>
                    <a:pt x="165" y="1116"/>
                    <a:pt x="165" y="1226"/>
                  </a:cubicBezTo>
                  <a:cubicBezTo>
                    <a:pt x="165" y="1341"/>
                    <a:pt x="135" y="1639"/>
                    <a:pt x="154" y="1750"/>
                  </a:cubicBezTo>
                  <a:cubicBezTo>
                    <a:pt x="131" y="1750"/>
                    <a:pt x="131" y="1750"/>
                    <a:pt x="131" y="1750"/>
                  </a:cubicBezTo>
                  <a:cubicBezTo>
                    <a:pt x="128" y="1672"/>
                    <a:pt x="127" y="1423"/>
                    <a:pt x="123" y="1345"/>
                  </a:cubicBezTo>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6" name="Freeform 10"/>
            <p:cNvSpPr>
              <a:spLocks/>
            </p:cNvSpPr>
            <p:nvPr/>
          </p:nvSpPr>
          <p:spPr bwMode="auto">
            <a:xfrm>
              <a:off x="6692902" y="3873500"/>
              <a:ext cx="6350" cy="15875"/>
            </a:xfrm>
            <a:custGeom>
              <a:avLst/>
              <a:gdLst>
                <a:gd name="T0" fmla="*/ 4 w 4"/>
                <a:gd name="T1" fmla="*/ 0 h 9"/>
                <a:gd name="T2" fmla="*/ 3 w 4"/>
                <a:gd name="T3" fmla="*/ 3 h 9"/>
                <a:gd name="T4" fmla="*/ 4 w 4"/>
                <a:gd name="T5" fmla="*/ 0 h 9"/>
              </a:gdLst>
              <a:ahLst/>
              <a:cxnLst>
                <a:cxn ang="0">
                  <a:pos x="T0" y="T1"/>
                </a:cxn>
                <a:cxn ang="0">
                  <a:pos x="T2" y="T3"/>
                </a:cxn>
                <a:cxn ang="0">
                  <a:pos x="T4" y="T5"/>
                </a:cxn>
              </a:cxnLst>
              <a:rect l="0" t="0" r="r" b="b"/>
              <a:pathLst>
                <a:path w="4" h="9">
                  <a:moveTo>
                    <a:pt x="4" y="0"/>
                  </a:moveTo>
                  <a:cubicBezTo>
                    <a:pt x="4" y="1"/>
                    <a:pt x="4" y="2"/>
                    <a:pt x="3" y="3"/>
                  </a:cubicBezTo>
                  <a:cubicBezTo>
                    <a:pt x="0" y="9"/>
                    <a:pt x="2" y="0"/>
                    <a:pt x="4" y="0"/>
                  </a:cubicBezTo>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7" name="Freeform 11"/>
            <p:cNvSpPr>
              <a:spLocks/>
            </p:cNvSpPr>
            <p:nvPr/>
          </p:nvSpPr>
          <p:spPr bwMode="auto">
            <a:xfrm>
              <a:off x="6246814" y="5810250"/>
              <a:ext cx="990600" cy="582613"/>
            </a:xfrm>
            <a:custGeom>
              <a:avLst/>
              <a:gdLst>
                <a:gd name="T0" fmla="*/ 454 w 556"/>
                <a:gd name="T1" fmla="*/ 52 h 327"/>
                <a:gd name="T2" fmla="*/ 274 w 556"/>
                <a:gd name="T3" fmla="*/ 4 h 327"/>
                <a:gd name="T4" fmla="*/ 171 w 556"/>
                <a:gd name="T5" fmla="*/ 21 h 327"/>
                <a:gd name="T6" fmla="*/ 57 w 556"/>
                <a:gd name="T7" fmla="*/ 18 h 327"/>
                <a:gd name="T8" fmla="*/ 107 w 556"/>
                <a:gd name="T9" fmla="*/ 82 h 327"/>
                <a:gd name="T10" fmla="*/ 25 w 556"/>
                <a:gd name="T11" fmla="*/ 111 h 327"/>
                <a:gd name="T12" fmla="*/ 76 w 556"/>
                <a:gd name="T13" fmla="*/ 165 h 327"/>
                <a:gd name="T14" fmla="*/ 91 w 556"/>
                <a:gd name="T15" fmla="*/ 238 h 327"/>
                <a:gd name="T16" fmla="*/ 68 w 556"/>
                <a:gd name="T17" fmla="*/ 274 h 327"/>
                <a:gd name="T18" fmla="*/ 126 w 556"/>
                <a:gd name="T19" fmla="*/ 307 h 327"/>
                <a:gd name="T20" fmla="*/ 295 w 556"/>
                <a:gd name="T21" fmla="*/ 318 h 327"/>
                <a:gd name="T22" fmla="*/ 451 w 556"/>
                <a:gd name="T23" fmla="*/ 256 h 327"/>
                <a:gd name="T24" fmla="*/ 518 w 556"/>
                <a:gd name="T25" fmla="*/ 251 h 327"/>
                <a:gd name="T26" fmla="*/ 541 w 556"/>
                <a:gd name="T27" fmla="*/ 226 h 327"/>
                <a:gd name="T28" fmla="*/ 554 w 556"/>
                <a:gd name="T29" fmla="*/ 129 h 327"/>
                <a:gd name="T30" fmla="*/ 511 w 556"/>
                <a:gd name="T31" fmla="*/ 49 h 327"/>
                <a:gd name="T32" fmla="*/ 454 w 556"/>
                <a:gd name="T33" fmla="*/ 5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6" h="327">
                  <a:moveTo>
                    <a:pt x="454" y="52"/>
                  </a:moveTo>
                  <a:cubicBezTo>
                    <a:pt x="396" y="41"/>
                    <a:pt x="336" y="4"/>
                    <a:pt x="274" y="4"/>
                  </a:cubicBezTo>
                  <a:cubicBezTo>
                    <a:pt x="240" y="4"/>
                    <a:pt x="207" y="21"/>
                    <a:pt x="171" y="21"/>
                  </a:cubicBezTo>
                  <a:cubicBezTo>
                    <a:pt x="140" y="21"/>
                    <a:pt x="82" y="0"/>
                    <a:pt x="57" y="18"/>
                  </a:cubicBezTo>
                  <a:cubicBezTo>
                    <a:pt x="10" y="53"/>
                    <a:pt x="78" y="80"/>
                    <a:pt x="107" y="82"/>
                  </a:cubicBezTo>
                  <a:cubicBezTo>
                    <a:pt x="77" y="90"/>
                    <a:pt x="44" y="81"/>
                    <a:pt x="25" y="111"/>
                  </a:cubicBezTo>
                  <a:cubicBezTo>
                    <a:pt x="0" y="149"/>
                    <a:pt x="41" y="168"/>
                    <a:pt x="76" y="165"/>
                  </a:cubicBezTo>
                  <a:cubicBezTo>
                    <a:pt x="8" y="177"/>
                    <a:pt x="26" y="240"/>
                    <a:pt x="91" y="238"/>
                  </a:cubicBezTo>
                  <a:cubicBezTo>
                    <a:pt x="70" y="239"/>
                    <a:pt x="60" y="255"/>
                    <a:pt x="68" y="274"/>
                  </a:cubicBezTo>
                  <a:cubicBezTo>
                    <a:pt x="78" y="298"/>
                    <a:pt x="105" y="303"/>
                    <a:pt x="126" y="307"/>
                  </a:cubicBezTo>
                  <a:cubicBezTo>
                    <a:pt x="181" y="316"/>
                    <a:pt x="239" y="327"/>
                    <a:pt x="295" y="318"/>
                  </a:cubicBezTo>
                  <a:cubicBezTo>
                    <a:pt x="353" y="308"/>
                    <a:pt x="396" y="273"/>
                    <a:pt x="451" y="256"/>
                  </a:cubicBezTo>
                  <a:cubicBezTo>
                    <a:pt x="473" y="250"/>
                    <a:pt x="497" y="258"/>
                    <a:pt x="518" y="251"/>
                  </a:cubicBezTo>
                  <a:cubicBezTo>
                    <a:pt x="536" y="246"/>
                    <a:pt x="535" y="250"/>
                    <a:pt x="541" y="226"/>
                  </a:cubicBezTo>
                  <a:cubicBezTo>
                    <a:pt x="550" y="197"/>
                    <a:pt x="556" y="160"/>
                    <a:pt x="554" y="129"/>
                  </a:cubicBezTo>
                  <a:cubicBezTo>
                    <a:pt x="553" y="104"/>
                    <a:pt x="541" y="57"/>
                    <a:pt x="511" y="49"/>
                  </a:cubicBezTo>
                  <a:cubicBezTo>
                    <a:pt x="492" y="44"/>
                    <a:pt x="448" y="72"/>
                    <a:pt x="454" y="52"/>
                  </a:cubicBezTo>
                </a:path>
              </a:pathLst>
            </a:custGeom>
            <a:solidFill>
              <a:srgbClr val="EDD7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8" name="Freeform 12"/>
            <p:cNvSpPr>
              <a:spLocks/>
            </p:cNvSpPr>
            <p:nvPr/>
          </p:nvSpPr>
          <p:spPr bwMode="auto">
            <a:xfrm>
              <a:off x="7077077" y="4054475"/>
              <a:ext cx="1755775" cy="2509838"/>
            </a:xfrm>
            <a:custGeom>
              <a:avLst/>
              <a:gdLst>
                <a:gd name="T0" fmla="*/ 679 w 984"/>
                <a:gd name="T1" fmla="*/ 0 h 1407"/>
                <a:gd name="T2" fmla="*/ 800 w 984"/>
                <a:gd name="T3" fmla="*/ 274 h 1407"/>
                <a:gd name="T4" fmla="*/ 972 w 984"/>
                <a:gd name="T5" fmla="*/ 931 h 1407"/>
                <a:gd name="T6" fmla="*/ 965 w 984"/>
                <a:gd name="T7" fmla="*/ 1090 h 1407"/>
                <a:gd name="T8" fmla="*/ 895 w 984"/>
                <a:gd name="T9" fmla="*/ 1236 h 1407"/>
                <a:gd name="T10" fmla="*/ 715 w 984"/>
                <a:gd name="T11" fmla="*/ 1331 h 1407"/>
                <a:gd name="T12" fmla="*/ 397 w 984"/>
                <a:gd name="T13" fmla="*/ 1371 h 1407"/>
                <a:gd name="T14" fmla="*/ 189 w 984"/>
                <a:gd name="T15" fmla="*/ 1387 h 1407"/>
                <a:gd name="T16" fmla="*/ 48 w 984"/>
                <a:gd name="T17" fmla="*/ 1393 h 1407"/>
                <a:gd name="T18" fmla="*/ 11 w 984"/>
                <a:gd name="T19" fmla="*/ 1299 h 1407"/>
                <a:gd name="T20" fmla="*/ 5 w 984"/>
                <a:gd name="T21" fmla="*/ 1058 h 1407"/>
                <a:gd name="T22" fmla="*/ 5 w 984"/>
                <a:gd name="T23" fmla="*/ 1008 h 1407"/>
                <a:gd name="T24" fmla="*/ 133 w 984"/>
                <a:gd name="T25" fmla="*/ 1009 h 1407"/>
                <a:gd name="T26" fmla="*/ 309 w 984"/>
                <a:gd name="T27" fmla="*/ 994 h 1407"/>
                <a:gd name="T28" fmla="*/ 455 w 984"/>
                <a:gd name="T29" fmla="*/ 963 h 1407"/>
                <a:gd name="T30" fmla="*/ 554 w 984"/>
                <a:gd name="T31" fmla="*/ 963 h 1407"/>
                <a:gd name="T32" fmla="*/ 493 w 984"/>
                <a:gd name="T33" fmla="*/ 718 h 1407"/>
                <a:gd name="T34" fmla="*/ 482 w 984"/>
                <a:gd name="T35" fmla="*/ 429 h 1407"/>
                <a:gd name="T36" fmla="*/ 559 w 984"/>
                <a:gd name="T37" fmla="*/ 153 h 1407"/>
                <a:gd name="T38" fmla="*/ 677 w 984"/>
                <a:gd name="T39" fmla="*/ 3 h 1407"/>
                <a:gd name="T40" fmla="*/ 679 w 984"/>
                <a:gd name="T41" fmla="*/ 0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84" h="1407">
                  <a:moveTo>
                    <a:pt x="679" y="0"/>
                  </a:moveTo>
                  <a:cubicBezTo>
                    <a:pt x="774" y="8"/>
                    <a:pt x="786" y="211"/>
                    <a:pt x="800" y="274"/>
                  </a:cubicBezTo>
                  <a:cubicBezTo>
                    <a:pt x="854" y="511"/>
                    <a:pt x="951" y="848"/>
                    <a:pt x="972" y="931"/>
                  </a:cubicBezTo>
                  <a:cubicBezTo>
                    <a:pt x="984" y="978"/>
                    <a:pt x="979" y="1044"/>
                    <a:pt x="965" y="1090"/>
                  </a:cubicBezTo>
                  <a:cubicBezTo>
                    <a:pt x="947" y="1148"/>
                    <a:pt x="944" y="1194"/>
                    <a:pt x="895" y="1236"/>
                  </a:cubicBezTo>
                  <a:cubicBezTo>
                    <a:pt x="848" y="1275"/>
                    <a:pt x="773" y="1312"/>
                    <a:pt x="715" y="1331"/>
                  </a:cubicBezTo>
                  <a:cubicBezTo>
                    <a:pt x="614" y="1363"/>
                    <a:pt x="502" y="1377"/>
                    <a:pt x="397" y="1371"/>
                  </a:cubicBezTo>
                  <a:cubicBezTo>
                    <a:pt x="327" y="1368"/>
                    <a:pt x="257" y="1378"/>
                    <a:pt x="189" y="1387"/>
                  </a:cubicBezTo>
                  <a:cubicBezTo>
                    <a:pt x="153" y="1392"/>
                    <a:pt x="83" y="1407"/>
                    <a:pt x="48" y="1393"/>
                  </a:cubicBezTo>
                  <a:cubicBezTo>
                    <a:pt x="17" y="1381"/>
                    <a:pt x="12" y="1329"/>
                    <a:pt x="11" y="1299"/>
                  </a:cubicBezTo>
                  <a:cubicBezTo>
                    <a:pt x="6" y="1217"/>
                    <a:pt x="15" y="1139"/>
                    <a:pt x="5" y="1058"/>
                  </a:cubicBezTo>
                  <a:cubicBezTo>
                    <a:pt x="3" y="1041"/>
                    <a:pt x="0" y="1024"/>
                    <a:pt x="5" y="1008"/>
                  </a:cubicBezTo>
                  <a:cubicBezTo>
                    <a:pt x="49" y="1006"/>
                    <a:pt x="91" y="1018"/>
                    <a:pt x="133" y="1009"/>
                  </a:cubicBezTo>
                  <a:cubicBezTo>
                    <a:pt x="192" y="996"/>
                    <a:pt x="249" y="998"/>
                    <a:pt x="309" y="994"/>
                  </a:cubicBezTo>
                  <a:cubicBezTo>
                    <a:pt x="357" y="991"/>
                    <a:pt x="411" y="979"/>
                    <a:pt x="455" y="963"/>
                  </a:cubicBezTo>
                  <a:cubicBezTo>
                    <a:pt x="492" y="950"/>
                    <a:pt x="521" y="944"/>
                    <a:pt x="554" y="963"/>
                  </a:cubicBezTo>
                  <a:cubicBezTo>
                    <a:pt x="516" y="877"/>
                    <a:pt x="505" y="806"/>
                    <a:pt x="493" y="718"/>
                  </a:cubicBezTo>
                  <a:cubicBezTo>
                    <a:pt x="480" y="623"/>
                    <a:pt x="471" y="525"/>
                    <a:pt x="482" y="429"/>
                  </a:cubicBezTo>
                  <a:cubicBezTo>
                    <a:pt x="494" y="331"/>
                    <a:pt x="521" y="245"/>
                    <a:pt x="559" y="153"/>
                  </a:cubicBezTo>
                  <a:cubicBezTo>
                    <a:pt x="584" y="92"/>
                    <a:pt x="629" y="46"/>
                    <a:pt x="677" y="3"/>
                  </a:cubicBezTo>
                  <a:cubicBezTo>
                    <a:pt x="680" y="8"/>
                    <a:pt x="681" y="14"/>
                    <a:pt x="679" y="0"/>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29" name="Freeform 13"/>
            <p:cNvSpPr>
              <a:spLocks/>
            </p:cNvSpPr>
            <p:nvPr/>
          </p:nvSpPr>
          <p:spPr bwMode="auto">
            <a:xfrm>
              <a:off x="6726239" y="3162300"/>
              <a:ext cx="727075" cy="863600"/>
            </a:xfrm>
            <a:custGeom>
              <a:avLst/>
              <a:gdLst>
                <a:gd name="T0" fmla="*/ 330 w 408"/>
                <a:gd name="T1" fmla="*/ 9 h 484"/>
                <a:gd name="T2" fmla="*/ 353 w 408"/>
                <a:gd name="T3" fmla="*/ 133 h 484"/>
                <a:gd name="T4" fmla="*/ 401 w 408"/>
                <a:gd name="T5" fmla="*/ 250 h 484"/>
                <a:gd name="T6" fmla="*/ 398 w 408"/>
                <a:gd name="T7" fmla="*/ 282 h 484"/>
                <a:gd name="T8" fmla="*/ 330 w 408"/>
                <a:gd name="T9" fmla="*/ 360 h 484"/>
                <a:gd name="T10" fmla="*/ 159 w 408"/>
                <a:gd name="T11" fmla="*/ 472 h 484"/>
                <a:gd name="T12" fmla="*/ 85 w 408"/>
                <a:gd name="T13" fmla="*/ 437 h 484"/>
                <a:gd name="T14" fmla="*/ 3 w 408"/>
                <a:gd name="T15" fmla="*/ 369 h 484"/>
                <a:gd name="T16" fmla="*/ 14 w 408"/>
                <a:gd name="T17" fmla="*/ 314 h 484"/>
                <a:gd name="T18" fmla="*/ 15 w 408"/>
                <a:gd name="T19" fmla="*/ 233 h 484"/>
                <a:gd name="T20" fmla="*/ 117 w 408"/>
                <a:gd name="T21" fmla="*/ 128 h 484"/>
                <a:gd name="T22" fmla="*/ 215 w 408"/>
                <a:gd name="T23" fmla="*/ 52 h 484"/>
                <a:gd name="T24" fmla="*/ 330 w 408"/>
                <a:gd name="T25" fmla="*/ 9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8" h="484">
                  <a:moveTo>
                    <a:pt x="330" y="9"/>
                  </a:moveTo>
                  <a:cubicBezTo>
                    <a:pt x="353" y="43"/>
                    <a:pt x="348" y="93"/>
                    <a:pt x="353" y="133"/>
                  </a:cubicBezTo>
                  <a:cubicBezTo>
                    <a:pt x="359" y="180"/>
                    <a:pt x="381" y="208"/>
                    <a:pt x="401" y="250"/>
                  </a:cubicBezTo>
                  <a:cubicBezTo>
                    <a:pt x="408" y="266"/>
                    <a:pt x="407" y="269"/>
                    <a:pt x="398" y="282"/>
                  </a:cubicBezTo>
                  <a:cubicBezTo>
                    <a:pt x="378" y="309"/>
                    <a:pt x="353" y="336"/>
                    <a:pt x="330" y="360"/>
                  </a:cubicBezTo>
                  <a:cubicBezTo>
                    <a:pt x="286" y="405"/>
                    <a:pt x="221" y="454"/>
                    <a:pt x="159" y="472"/>
                  </a:cubicBezTo>
                  <a:cubicBezTo>
                    <a:pt x="119" y="484"/>
                    <a:pt x="114" y="473"/>
                    <a:pt x="85" y="437"/>
                  </a:cubicBezTo>
                  <a:cubicBezTo>
                    <a:pt x="70" y="417"/>
                    <a:pt x="7" y="394"/>
                    <a:pt x="3" y="369"/>
                  </a:cubicBezTo>
                  <a:cubicBezTo>
                    <a:pt x="0" y="355"/>
                    <a:pt x="13" y="344"/>
                    <a:pt x="14" y="314"/>
                  </a:cubicBezTo>
                  <a:cubicBezTo>
                    <a:pt x="15" y="285"/>
                    <a:pt x="2" y="259"/>
                    <a:pt x="15" y="233"/>
                  </a:cubicBezTo>
                  <a:cubicBezTo>
                    <a:pt x="39" y="186"/>
                    <a:pt x="83" y="168"/>
                    <a:pt x="117" y="128"/>
                  </a:cubicBezTo>
                  <a:cubicBezTo>
                    <a:pt x="147" y="93"/>
                    <a:pt x="167" y="63"/>
                    <a:pt x="215" y="52"/>
                  </a:cubicBezTo>
                  <a:cubicBezTo>
                    <a:pt x="254" y="44"/>
                    <a:pt x="296" y="0"/>
                    <a:pt x="330" y="9"/>
                  </a:cubicBezTo>
                </a:path>
              </a:pathLst>
            </a:custGeom>
            <a:solidFill>
              <a:srgbClr val="E7CA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30" name="Freeform 14"/>
            <p:cNvSpPr>
              <a:spLocks/>
            </p:cNvSpPr>
            <p:nvPr/>
          </p:nvSpPr>
          <p:spPr bwMode="auto">
            <a:xfrm>
              <a:off x="6507164" y="3586163"/>
              <a:ext cx="1160463" cy="2257425"/>
            </a:xfrm>
            <a:custGeom>
              <a:avLst/>
              <a:gdLst>
                <a:gd name="T0" fmla="*/ 525 w 651"/>
                <a:gd name="T1" fmla="*/ 0 h 1266"/>
                <a:gd name="T2" fmla="*/ 620 w 651"/>
                <a:gd name="T3" fmla="*/ 98 h 1266"/>
                <a:gd name="T4" fmla="*/ 629 w 651"/>
                <a:gd name="T5" fmla="*/ 232 h 1266"/>
                <a:gd name="T6" fmla="*/ 559 w 651"/>
                <a:gd name="T7" fmla="*/ 239 h 1266"/>
                <a:gd name="T8" fmla="*/ 613 w 651"/>
                <a:gd name="T9" fmla="*/ 320 h 1266"/>
                <a:gd name="T10" fmla="*/ 436 w 651"/>
                <a:gd name="T11" fmla="*/ 517 h 1266"/>
                <a:gd name="T12" fmla="*/ 220 w 651"/>
                <a:gd name="T13" fmla="*/ 833 h 1266"/>
                <a:gd name="T14" fmla="*/ 5 w 651"/>
                <a:gd name="T15" fmla="*/ 1266 h 1266"/>
                <a:gd name="T16" fmla="*/ 0 w 651"/>
                <a:gd name="T17" fmla="*/ 1265 h 1266"/>
                <a:gd name="T18" fmla="*/ 192 w 651"/>
                <a:gd name="T19" fmla="*/ 677 h 1266"/>
                <a:gd name="T20" fmla="*/ 454 w 651"/>
                <a:gd name="T21" fmla="*/ 190 h 1266"/>
                <a:gd name="T22" fmla="*/ 525 w 651"/>
                <a:gd name="T23" fmla="*/ 0 h 1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1" h="1266">
                  <a:moveTo>
                    <a:pt x="525" y="0"/>
                  </a:moveTo>
                  <a:cubicBezTo>
                    <a:pt x="559" y="32"/>
                    <a:pt x="595" y="57"/>
                    <a:pt x="620" y="98"/>
                  </a:cubicBezTo>
                  <a:cubicBezTo>
                    <a:pt x="651" y="147"/>
                    <a:pt x="635" y="171"/>
                    <a:pt x="629" y="232"/>
                  </a:cubicBezTo>
                  <a:cubicBezTo>
                    <a:pt x="606" y="230"/>
                    <a:pt x="581" y="235"/>
                    <a:pt x="559" y="239"/>
                  </a:cubicBezTo>
                  <a:cubicBezTo>
                    <a:pt x="573" y="267"/>
                    <a:pt x="595" y="295"/>
                    <a:pt x="613" y="320"/>
                  </a:cubicBezTo>
                  <a:cubicBezTo>
                    <a:pt x="552" y="383"/>
                    <a:pt x="497" y="453"/>
                    <a:pt x="436" y="517"/>
                  </a:cubicBezTo>
                  <a:cubicBezTo>
                    <a:pt x="347" y="610"/>
                    <a:pt x="290" y="726"/>
                    <a:pt x="220" y="833"/>
                  </a:cubicBezTo>
                  <a:cubicBezTo>
                    <a:pt x="124" y="982"/>
                    <a:pt x="5" y="1266"/>
                    <a:pt x="5" y="1266"/>
                  </a:cubicBezTo>
                  <a:cubicBezTo>
                    <a:pt x="5" y="1266"/>
                    <a:pt x="2" y="1266"/>
                    <a:pt x="0" y="1265"/>
                  </a:cubicBezTo>
                  <a:cubicBezTo>
                    <a:pt x="4" y="1057"/>
                    <a:pt x="108" y="863"/>
                    <a:pt x="192" y="677"/>
                  </a:cubicBezTo>
                  <a:cubicBezTo>
                    <a:pt x="271" y="502"/>
                    <a:pt x="327" y="333"/>
                    <a:pt x="454" y="190"/>
                  </a:cubicBezTo>
                  <a:cubicBezTo>
                    <a:pt x="506" y="132"/>
                    <a:pt x="509" y="56"/>
                    <a:pt x="525" y="0"/>
                  </a:cubicBezTo>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31" name="Freeform 15"/>
            <p:cNvSpPr>
              <a:spLocks/>
            </p:cNvSpPr>
            <p:nvPr/>
          </p:nvSpPr>
          <p:spPr bwMode="auto">
            <a:xfrm>
              <a:off x="6667502" y="3687763"/>
              <a:ext cx="244475" cy="525463"/>
            </a:xfrm>
            <a:custGeom>
              <a:avLst/>
              <a:gdLst>
                <a:gd name="T0" fmla="*/ 137 w 137"/>
                <a:gd name="T1" fmla="*/ 158 h 295"/>
                <a:gd name="T2" fmla="*/ 29 w 137"/>
                <a:gd name="T3" fmla="*/ 259 h 295"/>
                <a:gd name="T4" fmla="*/ 3 w 137"/>
                <a:gd name="T5" fmla="*/ 295 h 295"/>
                <a:gd name="T6" fmla="*/ 9 w 137"/>
                <a:gd name="T7" fmla="*/ 116 h 295"/>
                <a:gd name="T8" fmla="*/ 23 w 137"/>
                <a:gd name="T9" fmla="*/ 49 h 295"/>
                <a:gd name="T10" fmla="*/ 43 w 137"/>
                <a:gd name="T11" fmla="*/ 13 h 295"/>
                <a:gd name="T12" fmla="*/ 57 w 137"/>
                <a:gd name="T13" fmla="*/ 58 h 295"/>
                <a:gd name="T14" fmla="*/ 137 w 137"/>
                <a:gd name="T15" fmla="*/ 158 h 2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7" h="295">
                  <a:moveTo>
                    <a:pt x="137" y="158"/>
                  </a:moveTo>
                  <a:cubicBezTo>
                    <a:pt x="95" y="122"/>
                    <a:pt x="43" y="236"/>
                    <a:pt x="29" y="259"/>
                  </a:cubicBezTo>
                  <a:cubicBezTo>
                    <a:pt x="21" y="272"/>
                    <a:pt x="11" y="284"/>
                    <a:pt x="3" y="295"/>
                  </a:cubicBezTo>
                  <a:cubicBezTo>
                    <a:pt x="9" y="236"/>
                    <a:pt x="0" y="174"/>
                    <a:pt x="9" y="116"/>
                  </a:cubicBezTo>
                  <a:cubicBezTo>
                    <a:pt x="12" y="94"/>
                    <a:pt x="16" y="70"/>
                    <a:pt x="23" y="49"/>
                  </a:cubicBezTo>
                  <a:cubicBezTo>
                    <a:pt x="27" y="37"/>
                    <a:pt x="42" y="0"/>
                    <a:pt x="43" y="13"/>
                  </a:cubicBezTo>
                  <a:cubicBezTo>
                    <a:pt x="44" y="23"/>
                    <a:pt x="52" y="48"/>
                    <a:pt x="57" y="58"/>
                  </a:cubicBezTo>
                  <a:cubicBezTo>
                    <a:pt x="82" y="102"/>
                    <a:pt x="115" y="133"/>
                    <a:pt x="137" y="15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32" name="Freeform 16"/>
            <p:cNvSpPr>
              <a:spLocks/>
            </p:cNvSpPr>
            <p:nvPr/>
          </p:nvSpPr>
          <p:spPr bwMode="auto">
            <a:xfrm>
              <a:off x="6786564" y="3927475"/>
              <a:ext cx="215900" cy="241300"/>
            </a:xfrm>
            <a:custGeom>
              <a:avLst/>
              <a:gdLst>
                <a:gd name="T0" fmla="*/ 87 w 121"/>
                <a:gd name="T1" fmla="*/ 19 h 135"/>
                <a:gd name="T2" fmla="*/ 15 w 121"/>
                <a:gd name="T3" fmla="*/ 34 h 135"/>
                <a:gd name="T4" fmla="*/ 3 w 121"/>
                <a:gd name="T5" fmla="*/ 123 h 135"/>
                <a:gd name="T6" fmla="*/ 57 w 121"/>
                <a:gd name="T7" fmla="*/ 135 h 135"/>
                <a:gd name="T8" fmla="*/ 104 w 121"/>
                <a:gd name="T9" fmla="*/ 87 h 135"/>
                <a:gd name="T10" fmla="*/ 87 w 121"/>
                <a:gd name="T11" fmla="*/ 19 h 135"/>
              </a:gdLst>
              <a:ahLst/>
              <a:cxnLst>
                <a:cxn ang="0">
                  <a:pos x="T0" y="T1"/>
                </a:cxn>
                <a:cxn ang="0">
                  <a:pos x="T2" y="T3"/>
                </a:cxn>
                <a:cxn ang="0">
                  <a:pos x="T4" y="T5"/>
                </a:cxn>
                <a:cxn ang="0">
                  <a:pos x="T6" y="T7"/>
                </a:cxn>
                <a:cxn ang="0">
                  <a:pos x="T8" y="T9"/>
                </a:cxn>
                <a:cxn ang="0">
                  <a:pos x="T10" y="T11"/>
                </a:cxn>
              </a:cxnLst>
              <a:rect l="0" t="0" r="r" b="b"/>
              <a:pathLst>
                <a:path w="121" h="135">
                  <a:moveTo>
                    <a:pt x="87" y="19"/>
                  </a:moveTo>
                  <a:cubicBezTo>
                    <a:pt x="61" y="18"/>
                    <a:pt x="38" y="0"/>
                    <a:pt x="15" y="34"/>
                  </a:cubicBezTo>
                  <a:cubicBezTo>
                    <a:pt x="0" y="57"/>
                    <a:pt x="3" y="96"/>
                    <a:pt x="3" y="123"/>
                  </a:cubicBezTo>
                  <a:cubicBezTo>
                    <a:pt x="24" y="116"/>
                    <a:pt x="42" y="114"/>
                    <a:pt x="57" y="135"/>
                  </a:cubicBezTo>
                  <a:cubicBezTo>
                    <a:pt x="71" y="127"/>
                    <a:pt x="95" y="102"/>
                    <a:pt x="104" y="87"/>
                  </a:cubicBezTo>
                  <a:cubicBezTo>
                    <a:pt x="121" y="59"/>
                    <a:pt x="98" y="45"/>
                    <a:pt x="87" y="19"/>
                  </a:cubicBezTo>
                </a:path>
              </a:pathLst>
            </a:custGeom>
            <a:solidFill>
              <a:srgbClr val="0D0D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33" name="Freeform 17"/>
            <p:cNvSpPr>
              <a:spLocks/>
            </p:cNvSpPr>
            <p:nvPr/>
          </p:nvSpPr>
          <p:spPr bwMode="auto">
            <a:xfrm>
              <a:off x="6994527" y="5849938"/>
              <a:ext cx="184150" cy="574675"/>
            </a:xfrm>
            <a:custGeom>
              <a:avLst/>
              <a:gdLst>
                <a:gd name="T0" fmla="*/ 55 w 104"/>
                <a:gd name="T1" fmla="*/ 12 h 322"/>
                <a:gd name="T2" fmla="*/ 85 w 104"/>
                <a:gd name="T3" fmla="*/ 162 h 322"/>
                <a:gd name="T4" fmla="*/ 79 w 104"/>
                <a:gd name="T5" fmla="*/ 320 h 322"/>
                <a:gd name="T6" fmla="*/ 0 w 104"/>
                <a:gd name="T7" fmla="*/ 297 h 322"/>
                <a:gd name="T8" fmla="*/ 2 w 104"/>
                <a:gd name="T9" fmla="*/ 15 h 322"/>
                <a:gd name="T10" fmla="*/ 55 w 104"/>
                <a:gd name="T11" fmla="*/ 12 h 322"/>
              </a:gdLst>
              <a:ahLst/>
              <a:cxnLst>
                <a:cxn ang="0">
                  <a:pos x="T0" y="T1"/>
                </a:cxn>
                <a:cxn ang="0">
                  <a:pos x="T2" y="T3"/>
                </a:cxn>
                <a:cxn ang="0">
                  <a:pos x="T4" y="T5"/>
                </a:cxn>
                <a:cxn ang="0">
                  <a:pos x="T6" y="T7"/>
                </a:cxn>
                <a:cxn ang="0">
                  <a:pos x="T8" y="T9"/>
                </a:cxn>
                <a:cxn ang="0">
                  <a:pos x="T10" y="T11"/>
                </a:cxn>
              </a:cxnLst>
              <a:rect l="0" t="0" r="r" b="b"/>
              <a:pathLst>
                <a:path w="104" h="322">
                  <a:moveTo>
                    <a:pt x="55" y="12"/>
                  </a:moveTo>
                  <a:cubicBezTo>
                    <a:pt x="84" y="49"/>
                    <a:pt x="80" y="116"/>
                    <a:pt x="85" y="162"/>
                  </a:cubicBezTo>
                  <a:cubicBezTo>
                    <a:pt x="90" y="209"/>
                    <a:pt x="104" y="277"/>
                    <a:pt x="79" y="320"/>
                  </a:cubicBezTo>
                  <a:cubicBezTo>
                    <a:pt x="64" y="322"/>
                    <a:pt x="12" y="308"/>
                    <a:pt x="0" y="297"/>
                  </a:cubicBezTo>
                  <a:cubicBezTo>
                    <a:pt x="29" y="221"/>
                    <a:pt x="33" y="91"/>
                    <a:pt x="2" y="15"/>
                  </a:cubicBezTo>
                  <a:cubicBezTo>
                    <a:pt x="18" y="0"/>
                    <a:pt x="44" y="13"/>
                    <a:pt x="55" y="12"/>
                  </a:cubicBezTo>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34" name="Freeform 18"/>
            <p:cNvSpPr>
              <a:spLocks/>
            </p:cNvSpPr>
            <p:nvPr/>
          </p:nvSpPr>
          <p:spPr bwMode="auto">
            <a:xfrm>
              <a:off x="6892927" y="3476625"/>
              <a:ext cx="592138" cy="735013"/>
            </a:xfrm>
            <a:custGeom>
              <a:avLst/>
              <a:gdLst>
                <a:gd name="T0" fmla="*/ 272 w 332"/>
                <a:gd name="T1" fmla="*/ 0 h 412"/>
                <a:gd name="T2" fmla="*/ 256 w 332"/>
                <a:gd name="T3" fmla="*/ 66 h 412"/>
                <a:gd name="T4" fmla="*/ 191 w 332"/>
                <a:gd name="T5" fmla="*/ 122 h 412"/>
                <a:gd name="T6" fmla="*/ 105 w 332"/>
                <a:gd name="T7" fmla="*/ 181 h 412"/>
                <a:gd name="T8" fmla="*/ 12 w 332"/>
                <a:gd name="T9" fmla="*/ 253 h 412"/>
                <a:gd name="T10" fmla="*/ 29 w 332"/>
                <a:gd name="T11" fmla="*/ 318 h 412"/>
                <a:gd name="T12" fmla="*/ 68 w 332"/>
                <a:gd name="T13" fmla="*/ 375 h 412"/>
                <a:gd name="T14" fmla="*/ 94 w 332"/>
                <a:gd name="T15" fmla="*/ 412 h 412"/>
                <a:gd name="T16" fmla="*/ 265 w 332"/>
                <a:gd name="T17" fmla="*/ 217 h 412"/>
                <a:gd name="T18" fmla="*/ 317 w 332"/>
                <a:gd name="T19" fmla="*/ 140 h 412"/>
                <a:gd name="T20" fmla="*/ 318 w 332"/>
                <a:gd name="T21" fmla="*/ 66 h 412"/>
                <a:gd name="T22" fmla="*/ 272 w 332"/>
                <a:gd name="T23"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2" h="412">
                  <a:moveTo>
                    <a:pt x="272" y="0"/>
                  </a:moveTo>
                  <a:cubicBezTo>
                    <a:pt x="288" y="30"/>
                    <a:pt x="279" y="42"/>
                    <a:pt x="256" y="66"/>
                  </a:cubicBezTo>
                  <a:cubicBezTo>
                    <a:pt x="236" y="87"/>
                    <a:pt x="214" y="105"/>
                    <a:pt x="191" y="122"/>
                  </a:cubicBezTo>
                  <a:cubicBezTo>
                    <a:pt x="163" y="143"/>
                    <a:pt x="136" y="163"/>
                    <a:pt x="105" y="181"/>
                  </a:cubicBezTo>
                  <a:cubicBezTo>
                    <a:pt x="76" y="199"/>
                    <a:pt x="32" y="226"/>
                    <a:pt x="12" y="253"/>
                  </a:cubicBezTo>
                  <a:cubicBezTo>
                    <a:pt x="0" y="269"/>
                    <a:pt x="20" y="301"/>
                    <a:pt x="29" y="318"/>
                  </a:cubicBezTo>
                  <a:cubicBezTo>
                    <a:pt x="40" y="338"/>
                    <a:pt x="56" y="356"/>
                    <a:pt x="68" y="375"/>
                  </a:cubicBezTo>
                  <a:cubicBezTo>
                    <a:pt x="77" y="387"/>
                    <a:pt x="82" y="402"/>
                    <a:pt x="94" y="412"/>
                  </a:cubicBezTo>
                  <a:cubicBezTo>
                    <a:pt x="149" y="346"/>
                    <a:pt x="214" y="287"/>
                    <a:pt x="265" y="217"/>
                  </a:cubicBezTo>
                  <a:cubicBezTo>
                    <a:pt x="284" y="192"/>
                    <a:pt x="304" y="170"/>
                    <a:pt x="317" y="140"/>
                  </a:cubicBezTo>
                  <a:cubicBezTo>
                    <a:pt x="331" y="108"/>
                    <a:pt x="332" y="96"/>
                    <a:pt x="318" y="66"/>
                  </a:cubicBezTo>
                  <a:cubicBezTo>
                    <a:pt x="306" y="38"/>
                    <a:pt x="286" y="17"/>
                    <a:pt x="27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35" name="Freeform 19"/>
            <p:cNvSpPr>
              <a:spLocks/>
            </p:cNvSpPr>
            <p:nvPr/>
          </p:nvSpPr>
          <p:spPr bwMode="auto">
            <a:xfrm>
              <a:off x="6399214" y="2054225"/>
              <a:ext cx="1135063" cy="1641475"/>
            </a:xfrm>
            <a:custGeom>
              <a:avLst/>
              <a:gdLst>
                <a:gd name="T0" fmla="*/ 467 w 636"/>
                <a:gd name="T1" fmla="*/ 756 h 921"/>
                <a:gd name="T2" fmla="*/ 428 w 636"/>
                <a:gd name="T3" fmla="*/ 794 h 921"/>
                <a:gd name="T4" fmla="*/ 352 w 636"/>
                <a:gd name="T5" fmla="*/ 838 h 921"/>
                <a:gd name="T6" fmla="*/ 254 w 636"/>
                <a:gd name="T7" fmla="*/ 884 h 921"/>
                <a:gd name="T8" fmla="*/ 134 w 636"/>
                <a:gd name="T9" fmla="*/ 883 h 921"/>
                <a:gd name="T10" fmla="*/ 103 w 636"/>
                <a:gd name="T11" fmla="*/ 793 h 921"/>
                <a:gd name="T12" fmla="*/ 79 w 636"/>
                <a:gd name="T13" fmla="*/ 726 h 921"/>
                <a:gd name="T14" fmla="*/ 34 w 636"/>
                <a:gd name="T15" fmla="*/ 565 h 921"/>
                <a:gd name="T16" fmla="*/ 16 w 636"/>
                <a:gd name="T17" fmla="*/ 497 h 921"/>
                <a:gd name="T18" fmla="*/ 7 w 636"/>
                <a:gd name="T19" fmla="*/ 424 h 921"/>
                <a:gd name="T20" fmla="*/ 23 w 636"/>
                <a:gd name="T21" fmla="*/ 284 h 921"/>
                <a:gd name="T22" fmla="*/ 83 w 636"/>
                <a:gd name="T23" fmla="*/ 151 h 921"/>
                <a:gd name="T24" fmla="*/ 253 w 636"/>
                <a:gd name="T25" fmla="*/ 34 h 921"/>
                <a:gd name="T26" fmla="*/ 488 w 636"/>
                <a:gd name="T27" fmla="*/ 70 h 921"/>
                <a:gd name="T28" fmla="*/ 602 w 636"/>
                <a:gd name="T29" fmla="*/ 211 h 921"/>
                <a:gd name="T30" fmla="*/ 626 w 636"/>
                <a:gd name="T31" fmla="*/ 425 h 921"/>
                <a:gd name="T32" fmla="*/ 569 w 636"/>
                <a:gd name="T33" fmla="*/ 620 h 921"/>
                <a:gd name="T34" fmla="*/ 522 w 636"/>
                <a:gd name="T35" fmla="*/ 676 h 921"/>
                <a:gd name="T36" fmla="*/ 470 w 636"/>
                <a:gd name="T37" fmla="*/ 720 h 921"/>
                <a:gd name="T38" fmla="*/ 467 w 636"/>
                <a:gd name="T39" fmla="*/ 756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6" h="921">
                  <a:moveTo>
                    <a:pt x="467" y="756"/>
                  </a:moveTo>
                  <a:cubicBezTo>
                    <a:pt x="463" y="772"/>
                    <a:pt x="448" y="781"/>
                    <a:pt x="428" y="794"/>
                  </a:cubicBezTo>
                  <a:cubicBezTo>
                    <a:pt x="402" y="811"/>
                    <a:pt x="381" y="823"/>
                    <a:pt x="352" y="838"/>
                  </a:cubicBezTo>
                  <a:cubicBezTo>
                    <a:pt x="316" y="857"/>
                    <a:pt x="292" y="868"/>
                    <a:pt x="254" y="884"/>
                  </a:cubicBezTo>
                  <a:cubicBezTo>
                    <a:pt x="218" y="899"/>
                    <a:pt x="158" y="921"/>
                    <a:pt x="134" y="883"/>
                  </a:cubicBezTo>
                  <a:cubicBezTo>
                    <a:pt x="110" y="843"/>
                    <a:pt x="111" y="820"/>
                    <a:pt x="103" y="793"/>
                  </a:cubicBezTo>
                  <a:cubicBezTo>
                    <a:pt x="97" y="770"/>
                    <a:pt x="80" y="741"/>
                    <a:pt x="79" y="726"/>
                  </a:cubicBezTo>
                  <a:cubicBezTo>
                    <a:pt x="75" y="667"/>
                    <a:pt x="26" y="613"/>
                    <a:pt x="34" y="565"/>
                  </a:cubicBezTo>
                  <a:cubicBezTo>
                    <a:pt x="38" y="535"/>
                    <a:pt x="31" y="524"/>
                    <a:pt x="16" y="497"/>
                  </a:cubicBezTo>
                  <a:cubicBezTo>
                    <a:pt x="0" y="470"/>
                    <a:pt x="0" y="454"/>
                    <a:pt x="7" y="424"/>
                  </a:cubicBezTo>
                  <a:cubicBezTo>
                    <a:pt x="16" y="383"/>
                    <a:pt x="17" y="326"/>
                    <a:pt x="23" y="284"/>
                  </a:cubicBezTo>
                  <a:cubicBezTo>
                    <a:pt x="27" y="253"/>
                    <a:pt x="61" y="175"/>
                    <a:pt x="83" y="151"/>
                  </a:cubicBezTo>
                  <a:cubicBezTo>
                    <a:pt x="135" y="93"/>
                    <a:pt x="182" y="61"/>
                    <a:pt x="253" y="34"/>
                  </a:cubicBezTo>
                  <a:cubicBezTo>
                    <a:pt x="345" y="0"/>
                    <a:pt x="424" y="30"/>
                    <a:pt x="488" y="70"/>
                  </a:cubicBezTo>
                  <a:cubicBezTo>
                    <a:pt x="539" y="103"/>
                    <a:pt x="582" y="155"/>
                    <a:pt x="602" y="211"/>
                  </a:cubicBezTo>
                  <a:cubicBezTo>
                    <a:pt x="629" y="287"/>
                    <a:pt x="636" y="348"/>
                    <a:pt x="626" y="425"/>
                  </a:cubicBezTo>
                  <a:cubicBezTo>
                    <a:pt x="617" y="495"/>
                    <a:pt x="604" y="558"/>
                    <a:pt x="569" y="620"/>
                  </a:cubicBezTo>
                  <a:cubicBezTo>
                    <a:pt x="552" y="650"/>
                    <a:pt x="530" y="651"/>
                    <a:pt x="522" y="676"/>
                  </a:cubicBezTo>
                  <a:cubicBezTo>
                    <a:pt x="493" y="697"/>
                    <a:pt x="497" y="706"/>
                    <a:pt x="470" y="720"/>
                  </a:cubicBezTo>
                  <a:cubicBezTo>
                    <a:pt x="469" y="724"/>
                    <a:pt x="472" y="739"/>
                    <a:pt x="467" y="756"/>
                  </a:cubicBezTo>
                </a:path>
              </a:pathLst>
            </a:custGeom>
            <a:solidFill>
              <a:srgbClr val="EDD7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sp>
          <p:nvSpPr>
            <p:cNvPr id="36" name="Freeform 20"/>
            <p:cNvSpPr>
              <a:spLocks/>
            </p:cNvSpPr>
            <p:nvPr/>
          </p:nvSpPr>
          <p:spPr bwMode="auto">
            <a:xfrm>
              <a:off x="6399214" y="1982788"/>
              <a:ext cx="1150938" cy="1301750"/>
            </a:xfrm>
            <a:custGeom>
              <a:avLst/>
              <a:gdLst>
                <a:gd name="T0" fmla="*/ 241 w 645"/>
                <a:gd name="T1" fmla="*/ 65 h 730"/>
                <a:gd name="T2" fmla="*/ 505 w 645"/>
                <a:gd name="T3" fmla="*/ 69 h 730"/>
                <a:gd name="T4" fmla="*/ 617 w 645"/>
                <a:gd name="T5" fmla="*/ 250 h 730"/>
                <a:gd name="T6" fmla="*/ 634 w 645"/>
                <a:gd name="T7" fmla="*/ 468 h 730"/>
                <a:gd name="T8" fmla="*/ 573 w 645"/>
                <a:gd name="T9" fmla="*/ 667 h 730"/>
                <a:gd name="T10" fmla="*/ 555 w 645"/>
                <a:gd name="T11" fmla="*/ 711 h 730"/>
                <a:gd name="T12" fmla="*/ 525 w 645"/>
                <a:gd name="T13" fmla="*/ 730 h 730"/>
                <a:gd name="T14" fmla="*/ 543 w 645"/>
                <a:gd name="T15" fmla="*/ 672 h 730"/>
                <a:gd name="T16" fmla="*/ 602 w 645"/>
                <a:gd name="T17" fmla="*/ 593 h 730"/>
                <a:gd name="T18" fmla="*/ 601 w 645"/>
                <a:gd name="T19" fmla="*/ 491 h 730"/>
                <a:gd name="T20" fmla="*/ 565 w 645"/>
                <a:gd name="T21" fmla="*/ 466 h 730"/>
                <a:gd name="T22" fmla="*/ 525 w 645"/>
                <a:gd name="T23" fmla="*/ 498 h 730"/>
                <a:gd name="T24" fmla="*/ 495 w 645"/>
                <a:gd name="T25" fmla="*/ 554 h 730"/>
                <a:gd name="T26" fmla="*/ 459 w 645"/>
                <a:gd name="T27" fmla="*/ 578 h 730"/>
                <a:gd name="T28" fmla="*/ 455 w 645"/>
                <a:gd name="T29" fmla="*/ 584 h 730"/>
                <a:gd name="T30" fmla="*/ 411 w 645"/>
                <a:gd name="T31" fmla="*/ 517 h 730"/>
                <a:gd name="T32" fmla="*/ 402 w 645"/>
                <a:gd name="T33" fmla="*/ 463 h 730"/>
                <a:gd name="T34" fmla="*/ 374 w 645"/>
                <a:gd name="T35" fmla="*/ 433 h 730"/>
                <a:gd name="T36" fmla="*/ 379 w 645"/>
                <a:gd name="T37" fmla="*/ 400 h 730"/>
                <a:gd name="T38" fmla="*/ 388 w 645"/>
                <a:gd name="T39" fmla="*/ 367 h 730"/>
                <a:gd name="T40" fmla="*/ 354 w 645"/>
                <a:gd name="T41" fmla="*/ 309 h 730"/>
                <a:gd name="T42" fmla="*/ 286 w 645"/>
                <a:gd name="T43" fmla="*/ 313 h 730"/>
                <a:gd name="T44" fmla="*/ 279 w 645"/>
                <a:gd name="T45" fmla="*/ 288 h 730"/>
                <a:gd name="T46" fmla="*/ 226 w 645"/>
                <a:gd name="T47" fmla="*/ 289 h 730"/>
                <a:gd name="T48" fmla="*/ 156 w 645"/>
                <a:gd name="T49" fmla="*/ 318 h 730"/>
                <a:gd name="T50" fmla="*/ 106 w 645"/>
                <a:gd name="T51" fmla="*/ 347 h 730"/>
                <a:gd name="T52" fmla="*/ 69 w 645"/>
                <a:gd name="T53" fmla="*/ 327 h 730"/>
                <a:gd name="T54" fmla="*/ 38 w 645"/>
                <a:gd name="T55" fmla="*/ 303 h 730"/>
                <a:gd name="T56" fmla="*/ 22 w 645"/>
                <a:gd name="T57" fmla="*/ 303 h 730"/>
                <a:gd name="T58" fmla="*/ 2 w 645"/>
                <a:gd name="T59" fmla="*/ 241 h 730"/>
                <a:gd name="T60" fmla="*/ 35 w 645"/>
                <a:gd name="T61" fmla="*/ 146 h 730"/>
                <a:gd name="T62" fmla="*/ 241 w 645"/>
                <a:gd name="T63" fmla="*/ 65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5" h="730">
                  <a:moveTo>
                    <a:pt x="241" y="65"/>
                  </a:moveTo>
                  <a:cubicBezTo>
                    <a:pt x="332" y="31"/>
                    <a:pt x="422" y="0"/>
                    <a:pt x="505" y="69"/>
                  </a:cubicBezTo>
                  <a:cubicBezTo>
                    <a:pt x="552" y="107"/>
                    <a:pt x="597" y="194"/>
                    <a:pt x="617" y="250"/>
                  </a:cubicBezTo>
                  <a:cubicBezTo>
                    <a:pt x="644" y="325"/>
                    <a:pt x="645" y="390"/>
                    <a:pt x="634" y="468"/>
                  </a:cubicBezTo>
                  <a:cubicBezTo>
                    <a:pt x="625" y="537"/>
                    <a:pt x="601" y="602"/>
                    <a:pt x="573" y="667"/>
                  </a:cubicBezTo>
                  <a:cubicBezTo>
                    <a:pt x="562" y="692"/>
                    <a:pt x="563" y="686"/>
                    <a:pt x="555" y="711"/>
                  </a:cubicBezTo>
                  <a:cubicBezTo>
                    <a:pt x="545" y="718"/>
                    <a:pt x="535" y="724"/>
                    <a:pt x="525" y="730"/>
                  </a:cubicBezTo>
                  <a:cubicBezTo>
                    <a:pt x="527" y="708"/>
                    <a:pt x="532" y="686"/>
                    <a:pt x="543" y="672"/>
                  </a:cubicBezTo>
                  <a:cubicBezTo>
                    <a:pt x="563" y="645"/>
                    <a:pt x="589" y="627"/>
                    <a:pt x="602" y="593"/>
                  </a:cubicBezTo>
                  <a:cubicBezTo>
                    <a:pt x="613" y="564"/>
                    <a:pt x="616" y="519"/>
                    <a:pt x="601" y="491"/>
                  </a:cubicBezTo>
                  <a:cubicBezTo>
                    <a:pt x="594" y="477"/>
                    <a:pt x="582" y="467"/>
                    <a:pt x="565" y="466"/>
                  </a:cubicBezTo>
                  <a:cubicBezTo>
                    <a:pt x="542" y="464"/>
                    <a:pt x="536" y="478"/>
                    <a:pt x="525" y="498"/>
                  </a:cubicBezTo>
                  <a:cubicBezTo>
                    <a:pt x="514" y="516"/>
                    <a:pt x="502" y="534"/>
                    <a:pt x="495" y="554"/>
                  </a:cubicBezTo>
                  <a:cubicBezTo>
                    <a:pt x="490" y="566"/>
                    <a:pt x="470" y="619"/>
                    <a:pt x="459" y="578"/>
                  </a:cubicBezTo>
                  <a:cubicBezTo>
                    <a:pt x="458" y="580"/>
                    <a:pt x="456" y="583"/>
                    <a:pt x="455" y="584"/>
                  </a:cubicBezTo>
                  <a:cubicBezTo>
                    <a:pt x="460" y="561"/>
                    <a:pt x="437" y="518"/>
                    <a:pt x="411" y="517"/>
                  </a:cubicBezTo>
                  <a:cubicBezTo>
                    <a:pt x="411" y="497"/>
                    <a:pt x="412" y="479"/>
                    <a:pt x="402" y="463"/>
                  </a:cubicBezTo>
                  <a:cubicBezTo>
                    <a:pt x="395" y="452"/>
                    <a:pt x="378" y="446"/>
                    <a:pt x="374" y="433"/>
                  </a:cubicBezTo>
                  <a:cubicBezTo>
                    <a:pt x="372" y="426"/>
                    <a:pt x="377" y="406"/>
                    <a:pt x="379" y="400"/>
                  </a:cubicBezTo>
                  <a:cubicBezTo>
                    <a:pt x="382" y="389"/>
                    <a:pt x="385" y="380"/>
                    <a:pt x="388" y="367"/>
                  </a:cubicBezTo>
                  <a:cubicBezTo>
                    <a:pt x="393" y="340"/>
                    <a:pt x="375" y="324"/>
                    <a:pt x="354" y="309"/>
                  </a:cubicBezTo>
                  <a:cubicBezTo>
                    <a:pt x="330" y="292"/>
                    <a:pt x="311" y="294"/>
                    <a:pt x="286" y="313"/>
                  </a:cubicBezTo>
                  <a:cubicBezTo>
                    <a:pt x="285" y="305"/>
                    <a:pt x="280" y="297"/>
                    <a:pt x="279" y="288"/>
                  </a:cubicBezTo>
                  <a:cubicBezTo>
                    <a:pt x="265" y="304"/>
                    <a:pt x="243" y="288"/>
                    <a:pt x="226" y="289"/>
                  </a:cubicBezTo>
                  <a:cubicBezTo>
                    <a:pt x="195" y="289"/>
                    <a:pt x="178" y="303"/>
                    <a:pt x="156" y="318"/>
                  </a:cubicBezTo>
                  <a:cubicBezTo>
                    <a:pt x="143" y="326"/>
                    <a:pt x="122" y="344"/>
                    <a:pt x="106" y="347"/>
                  </a:cubicBezTo>
                  <a:cubicBezTo>
                    <a:pt x="84" y="352"/>
                    <a:pt x="85" y="344"/>
                    <a:pt x="69" y="327"/>
                  </a:cubicBezTo>
                  <a:cubicBezTo>
                    <a:pt x="59" y="315"/>
                    <a:pt x="53" y="305"/>
                    <a:pt x="38" y="303"/>
                  </a:cubicBezTo>
                  <a:cubicBezTo>
                    <a:pt x="32" y="302"/>
                    <a:pt x="27" y="303"/>
                    <a:pt x="22" y="303"/>
                  </a:cubicBezTo>
                  <a:cubicBezTo>
                    <a:pt x="17" y="282"/>
                    <a:pt x="3" y="262"/>
                    <a:pt x="2" y="241"/>
                  </a:cubicBezTo>
                  <a:cubicBezTo>
                    <a:pt x="0" y="208"/>
                    <a:pt x="13" y="170"/>
                    <a:pt x="35" y="146"/>
                  </a:cubicBezTo>
                  <a:cubicBezTo>
                    <a:pt x="88" y="89"/>
                    <a:pt x="170" y="91"/>
                    <a:pt x="241" y="65"/>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endParaRPr>
            </a:p>
          </p:txBody>
        </p:sp>
      </p:grpSp>
      <p:sp>
        <p:nvSpPr>
          <p:cNvPr id="20" name="Content Placeholder 2"/>
          <p:cNvSpPr txBox="1">
            <a:spLocks/>
          </p:cNvSpPr>
          <p:nvPr/>
        </p:nvSpPr>
        <p:spPr>
          <a:xfrm>
            <a:off x="632410" y="3061473"/>
            <a:ext cx="7911972" cy="8090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rtl="1">
              <a:buNone/>
            </a:pPr>
            <a:r>
              <a:rPr lang="ar-JO" sz="3200" b="1" dirty="0" smtClean="0">
                <a:solidFill>
                  <a:srgbClr val="C00000"/>
                </a:solidFill>
              </a:rPr>
              <a:t>ب- تصنيف المواصفات التصميمية للكتب الالكترونية</a:t>
            </a:r>
            <a:endParaRPr lang="en-US" sz="3200" dirty="0">
              <a:solidFill>
                <a:srgbClr val="C00000"/>
              </a:solidFill>
            </a:endParaRPr>
          </a:p>
        </p:txBody>
      </p:sp>
      <p:sp>
        <p:nvSpPr>
          <p:cNvPr id="3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79696827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20"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Straight Connector 8"/>
          <p:cNvCxnSpPr/>
          <p:nvPr/>
        </p:nvCxnSpPr>
        <p:spPr>
          <a:xfrm>
            <a:off x="6076907" y="0"/>
            <a:ext cx="18039" cy="6287581"/>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6078187" y="4092568"/>
            <a:ext cx="828145" cy="145779"/>
            <a:chOff x="4529137" y="2751357"/>
            <a:chExt cx="621109" cy="109335"/>
          </a:xfrm>
        </p:grpSpPr>
        <p:cxnSp>
          <p:nvCxnSpPr>
            <p:cNvPr id="49" name="Straight Connector 48"/>
            <p:cNvCxnSpPr>
              <a:stCxn id="52" idx="0"/>
              <a:endCxn id="24" idx="1"/>
            </p:cNvCxnSpPr>
            <p:nvPr/>
          </p:nvCxnSpPr>
          <p:spPr>
            <a:xfrm flipV="1">
              <a:off x="4572000" y="2751357"/>
              <a:ext cx="578246" cy="20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51559"/>
              <a:ext cx="85726" cy="1091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8" name="Group 99"/>
          <p:cNvGrpSpPr/>
          <p:nvPr/>
        </p:nvGrpSpPr>
        <p:grpSpPr>
          <a:xfrm>
            <a:off x="5295143" y="2110590"/>
            <a:ext cx="828138" cy="114301"/>
            <a:chOff x="3993758" y="1708160"/>
            <a:chExt cx="621105" cy="85726"/>
          </a:xfrm>
        </p:grpSpPr>
        <p:cxnSp>
          <p:nvCxnSpPr>
            <p:cNvPr id="46" name="Straight Connector 45"/>
            <p:cNvCxnSpPr>
              <a:stCxn id="14" idx="3"/>
              <a:endCxn id="53" idx="7"/>
            </p:cNvCxnSpPr>
            <p:nvPr/>
          </p:nvCxnSpPr>
          <p:spPr>
            <a:xfrm flipV="1">
              <a:off x="3993758" y="1720714"/>
              <a:ext cx="608551" cy="1182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5" name="Group 93"/>
          <p:cNvGrpSpPr/>
          <p:nvPr/>
        </p:nvGrpSpPr>
        <p:grpSpPr>
          <a:xfrm>
            <a:off x="407809" y="1718981"/>
            <a:ext cx="4887335" cy="1012154"/>
            <a:chOff x="328249" y="1414454"/>
            <a:chExt cx="3665501" cy="759116"/>
          </a:xfrm>
        </p:grpSpPr>
        <p:sp>
          <p:nvSpPr>
            <p:cNvPr id="31" name="Rectangle 30"/>
            <p:cNvSpPr/>
            <p:nvPr/>
          </p:nvSpPr>
          <p:spPr>
            <a:xfrm>
              <a:off x="328249" y="1457989"/>
              <a:ext cx="2957867" cy="715581"/>
            </a:xfrm>
            <a:prstGeom prst="rect">
              <a:avLst/>
            </a:prstGeom>
          </p:spPr>
          <p:txBody>
            <a:bodyPr wrap="square">
              <a:spAutoFit/>
            </a:bodyPr>
            <a:lstStyle/>
            <a:p>
              <a:pPr algn="ctr" rtl="1"/>
              <a:r>
                <a:rPr lang="ar-JO" sz="2800" b="1" dirty="0"/>
                <a:t>المواصفات الخاصة بأهداف الكتاب الإلكتروني</a:t>
              </a:r>
              <a:endParaRPr lang="en-US" sz="2800" b="1" dirty="0">
                <a:solidFill>
                  <a:srgbClr val="000000"/>
                </a:solidFill>
              </a:endParaRPr>
            </a:p>
          </p:txBody>
        </p:sp>
        <p:grpSp>
          <p:nvGrpSpPr>
            <p:cNvPr id="18" name="Group 83"/>
            <p:cNvGrpSpPr/>
            <p:nvPr/>
          </p:nvGrpSpPr>
          <p:grpSpPr>
            <a:xfrm>
              <a:off x="3357554" y="1414454"/>
              <a:ext cx="636196" cy="636164"/>
              <a:chOff x="3357554" y="1414454"/>
              <a:chExt cx="636196" cy="636164"/>
            </a:xfrm>
          </p:grpSpPr>
          <p:sp>
            <p:nvSpPr>
              <p:cNvPr id="14" name="Rectangle 13"/>
              <p:cNvSpPr/>
              <p:nvPr/>
            </p:nvSpPr>
            <p:spPr>
              <a:xfrm>
                <a:off x="3357554" y="1414454"/>
                <a:ext cx="636196" cy="6361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9" name="Freeform 100"/>
              <p:cNvSpPr>
                <a:spLocks/>
              </p:cNvSpPr>
              <p:nvPr/>
            </p:nvSpPr>
            <p:spPr bwMode="auto">
              <a:xfrm>
                <a:off x="3500430" y="1571618"/>
                <a:ext cx="303570" cy="34205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grpSp>
        <p:nvGrpSpPr>
          <p:cNvPr id="47" name="Group 96"/>
          <p:cNvGrpSpPr/>
          <p:nvPr/>
        </p:nvGrpSpPr>
        <p:grpSpPr>
          <a:xfrm>
            <a:off x="6906332" y="3668470"/>
            <a:ext cx="4610459" cy="974186"/>
            <a:chOff x="5143504" y="2466792"/>
            <a:chExt cx="3457844" cy="730639"/>
          </a:xfrm>
        </p:grpSpPr>
        <p:sp>
          <p:nvSpPr>
            <p:cNvPr id="39" name="Rectangle 38"/>
            <p:cNvSpPr/>
            <p:nvPr/>
          </p:nvSpPr>
          <p:spPr>
            <a:xfrm>
              <a:off x="6167705" y="2481851"/>
              <a:ext cx="2433643" cy="715580"/>
            </a:xfrm>
            <a:prstGeom prst="rect">
              <a:avLst/>
            </a:prstGeom>
          </p:spPr>
          <p:txBody>
            <a:bodyPr wrap="square">
              <a:spAutoFit/>
            </a:bodyPr>
            <a:lstStyle/>
            <a:p>
              <a:pPr algn="justLow" rtl="1">
                <a:spcBef>
                  <a:spcPts val="0"/>
                </a:spcBef>
                <a:spcAft>
                  <a:spcPts val="0"/>
                </a:spcAft>
              </a:pPr>
              <a:r>
                <a:rPr lang="ar-JO" sz="2800" b="1" dirty="0"/>
                <a:t>المواصفات الخاصة بمحتوى الكتاب الإلكتروني</a:t>
              </a:r>
              <a:endParaRPr lang="en-US" sz="2800" b="1" dirty="0">
                <a:solidFill>
                  <a:srgbClr val="000000"/>
                </a:solidFill>
                <a:latin typeface="Times New Roman" panose="02020603050405020304" pitchFamily="18" charset="0"/>
                <a:ea typeface="Arial Unicode MS" panose="020B0604020202020204" pitchFamily="34" charset="-128"/>
              </a:endParaRPr>
            </a:p>
          </p:txBody>
        </p:sp>
        <p:grpSp>
          <p:nvGrpSpPr>
            <p:cNvPr id="50" name="Group 81"/>
            <p:cNvGrpSpPr/>
            <p:nvPr/>
          </p:nvGrpSpPr>
          <p:grpSpPr>
            <a:xfrm>
              <a:off x="5143504" y="2466792"/>
              <a:ext cx="636196" cy="636164"/>
              <a:chOff x="5143504" y="2466792"/>
              <a:chExt cx="636196" cy="636164"/>
            </a:xfrm>
          </p:grpSpPr>
          <p:sp>
            <p:nvSpPr>
              <p:cNvPr id="24" name="Rectangle 23"/>
              <p:cNvSpPr/>
              <p:nvPr/>
            </p:nvSpPr>
            <p:spPr>
              <a:xfrm>
                <a:off x="5143504" y="2466792"/>
                <a:ext cx="636196" cy="636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56" name="Group 78"/>
              <p:cNvGrpSpPr/>
              <p:nvPr/>
            </p:nvGrpSpPr>
            <p:grpSpPr>
              <a:xfrm>
                <a:off x="5333133" y="2643188"/>
                <a:ext cx="272454" cy="363686"/>
                <a:chOff x="1868971" y="2767277"/>
                <a:chExt cx="274694" cy="366676"/>
              </a:xfrm>
              <a:solidFill>
                <a:schemeClr val="bg1"/>
              </a:solidFill>
            </p:grpSpPr>
            <p:sp>
              <p:nvSpPr>
                <p:cNvPr id="8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8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gr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3209372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000"/>
                            </p:stCondLst>
                            <p:childTnLst>
                              <p:par>
                                <p:cTn id="13" presetID="12" presetClass="entr" presetSubtype="2" fill="hold"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slide(fromRight)">
                                      <p:cBhvr>
                                        <p:cTn id="15" dur="500"/>
                                        <p:tgtEl>
                                          <p:spTgt spid="15"/>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slide(fromLeft)">
                                      <p:cBhvr>
                                        <p:cTn id="19" dur="500"/>
                                        <p:tgtEl>
                                          <p:spTgt spid="7"/>
                                        </p:tgtEl>
                                      </p:cBhvr>
                                    </p:animEffect>
                                  </p:childTnLst>
                                </p:cTn>
                              </p:par>
                            </p:childTnLst>
                          </p:cTn>
                        </p:par>
                        <p:par>
                          <p:cTn id="20" fill="hold">
                            <p:stCondLst>
                              <p:cond delay="2000"/>
                            </p:stCondLst>
                            <p:childTnLst>
                              <p:par>
                                <p:cTn id="21" presetID="12" presetClass="entr" presetSubtype="8" fill="hold" nodeType="after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slide(fromLeft)">
                                      <p:cBhvr>
                                        <p:cTn id="23"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Straight Connector 8"/>
          <p:cNvCxnSpPr/>
          <p:nvPr/>
        </p:nvCxnSpPr>
        <p:spPr>
          <a:xfrm flipH="1">
            <a:off x="6094946" y="0"/>
            <a:ext cx="1056" cy="6287581"/>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5324997" y="3699948"/>
            <a:ext cx="828150" cy="114301"/>
            <a:chOff x="3993750" y="2774961"/>
            <a:chExt cx="621113" cy="85726"/>
          </a:xfrm>
        </p:grpSpPr>
        <p:cxnSp>
          <p:nvCxnSpPr>
            <p:cNvPr id="49" name="Straight Connector 48"/>
            <p:cNvCxnSpPr>
              <a:stCxn id="23" idx="3"/>
              <a:endCxn id="52" idx="6"/>
            </p:cNvCxnSpPr>
            <p:nvPr/>
          </p:nvCxnSpPr>
          <p:spPr>
            <a:xfrm flipV="1">
              <a:off x="3993750" y="2817824"/>
              <a:ext cx="621113" cy="57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8" name="Group 99"/>
          <p:cNvGrpSpPr/>
          <p:nvPr/>
        </p:nvGrpSpPr>
        <p:grpSpPr>
          <a:xfrm>
            <a:off x="6038850" y="2277547"/>
            <a:ext cx="819156" cy="114301"/>
            <a:chOff x="4529137" y="1708160"/>
            <a:chExt cx="614367" cy="85726"/>
          </a:xfrm>
        </p:grpSpPr>
        <p:cxnSp>
          <p:nvCxnSpPr>
            <p:cNvPr id="46" name="Straight Connector 45"/>
            <p:cNvCxnSpPr>
              <a:stCxn id="53" idx="6"/>
              <a:endCxn id="17" idx="1"/>
            </p:cNvCxnSpPr>
            <p:nvPr/>
          </p:nvCxnSpPr>
          <p:spPr>
            <a:xfrm flipV="1">
              <a:off x="4614863" y="1746826"/>
              <a:ext cx="528641" cy="419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0" name="Group 101"/>
          <p:cNvGrpSpPr/>
          <p:nvPr/>
        </p:nvGrpSpPr>
        <p:grpSpPr>
          <a:xfrm>
            <a:off x="6038852" y="5223947"/>
            <a:ext cx="819155" cy="114301"/>
            <a:chOff x="4529137" y="3917960"/>
            <a:chExt cx="614366" cy="85726"/>
          </a:xfrm>
        </p:grpSpPr>
        <p:cxnSp>
          <p:nvCxnSpPr>
            <p:cNvPr id="51" name="Straight Connector 50"/>
            <p:cNvCxnSpPr>
              <a:stCxn id="54" idx="2"/>
              <a:endCxn id="28" idx="1"/>
            </p:cNvCxnSpPr>
            <p:nvPr/>
          </p:nvCxnSpPr>
          <p:spPr>
            <a:xfrm>
              <a:off x="4529137" y="3960823"/>
              <a:ext cx="614366" cy="58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1" name="Group 95"/>
          <p:cNvGrpSpPr/>
          <p:nvPr/>
        </p:nvGrpSpPr>
        <p:grpSpPr>
          <a:xfrm>
            <a:off x="649536" y="3333752"/>
            <a:ext cx="4675462" cy="957550"/>
            <a:chOff x="487152" y="2500312"/>
            <a:chExt cx="3506598" cy="718162"/>
          </a:xfrm>
        </p:grpSpPr>
        <p:sp>
          <p:nvSpPr>
            <p:cNvPr id="33" name="Rectangle 32"/>
            <p:cNvSpPr/>
            <p:nvPr/>
          </p:nvSpPr>
          <p:spPr>
            <a:xfrm>
              <a:off x="487152" y="2502895"/>
              <a:ext cx="2529150" cy="715579"/>
            </a:xfrm>
            <a:prstGeom prst="rect">
              <a:avLst/>
            </a:prstGeom>
          </p:spPr>
          <p:txBody>
            <a:bodyPr wrap="square">
              <a:spAutoFit/>
            </a:bodyPr>
            <a:lstStyle/>
            <a:p>
              <a:pPr algn="ctr" rtl="1"/>
              <a:r>
                <a:rPr lang="ar-JO" sz="2800" b="1" dirty="0"/>
                <a:t>المواصفات الخاصة باستخدام الكتاب الإلكتروني</a:t>
              </a:r>
              <a:endParaRPr lang="en-US" sz="2800" b="1" dirty="0">
                <a:solidFill>
                  <a:srgbClr val="000000"/>
                </a:solidFill>
              </a:endParaRPr>
            </a:p>
          </p:txBody>
        </p:sp>
        <p:grpSp>
          <p:nvGrpSpPr>
            <p:cNvPr id="13" name="Group 84"/>
            <p:cNvGrpSpPr/>
            <p:nvPr/>
          </p:nvGrpSpPr>
          <p:grpSpPr>
            <a:xfrm>
              <a:off x="3357554" y="2500312"/>
              <a:ext cx="636196" cy="636164"/>
              <a:chOff x="3357554" y="2500312"/>
              <a:chExt cx="636196" cy="636164"/>
            </a:xfrm>
          </p:grpSpPr>
          <p:sp>
            <p:nvSpPr>
              <p:cNvPr id="23" name="Rectangle 22"/>
              <p:cNvSpPr/>
              <p:nvPr/>
            </p:nvSpPr>
            <p:spPr>
              <a:xfrm>
                <a:off x="3357554" y="2500312"/>
                <a:ext cx="636196" cy="63616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5" name="Freeform 23"/>
              <p:cNvSpPr>
                <a:spLocks noEditPoints="1"/>
              </p:cNvSpPr>
              <p:nvPr/>
            </p:nvSpPr>
            <p:spPr bwMode="auto">
              <a:xfrm>
                <a:off x="3477620" y="2660940"/>
                <a:ext cx="389082" cy="322810"/>
              </a:xfrm>
              <a:custGeom>
                <a:avLst/>
                <a:gdLst/>
                <a:ahLst/>
                <a:cxnLst>
                  <a:cxn ang="0">
                    <a:pos x="312" y="110"/>
                  </a:cxn>
                  <a:cxn ang="0">
                    <a:pos x="323" y="138"/>
                  </a:cxn>
                  <a:cxn ang="0">
                    <a:pos x="350" y="127"/>
                  </a:cxn>
                  <a:cxn ang="0">
                    <a:pos x="339" y="100"/>
                  </a:cxn>
                  <a:cxn ang="0">
                    <a:pos x="25" y="100"/>
                  </a:cxn>
                  <a:cxn ang="0">
                    <a:pos x="15" y="127"/>
                  </a:cxn>
                  <a:cxn ang="0">
                    <a:pos x="42" y="138"/>
                  </a:cxn>
                  <a:cxn ang="0">
                    <a:pos x="53" y="110"/>
                  </a:cxn>
                  <a:cxn ang="0">
                    <a:pos x="270" y="60"/>
                  </a:cxn>
                  <a:cxn ang="0">
                    <a:pos x="248" y="69"/>
                  </a:cxn>
                  <a:cxn ang="0">
                    <a:pos x="239" y="91"/>
                  </a:cxn>
                  <a:cxn ang="0">
                    <a:pos x="252" y="116"/>
                  </a:cxn>
                  <a:cxn ang="0">
                    <a:pos x="276" y="121"/>
                  </a:cxn>
                  <a:cxn ang="0">
                    <a:pos x="297" y="103"/>
                  </a:cxn>
                  <a:cxn ang="0">
                    <a:pos x="297" y="80"/>
                  </a:cxn>
                  <a:cxn ang="0">
                    <a:pos x="276" y="62"/>
                  </a:cxn>
                  <a:cxn ang="0">
                    <a:pos x="330" y="183"/>
                  </a:cxn>
                  <a:cxn ang="0">
                    <a:pos x="321" y="152"/>
                  </a:cxn>
                  <a:cxn ang="0">
                    <a:pos x="350" y="158"/>
                  </a:cxn>
                  <a:cxn ang="0">
                    <a:pos x="364" y="185"/>
                  </a:cxn>
                  <a:cxn ang="0">
                    <a:pos x="83" y="63"/>
                  </a:cxn>
                  <a:cxn ang="0">
                    <a:pos x="65" y="85"/>
                  </a:cxn>
                  <a:cxn ang="0">
                    <a:pos x="71" y="109"/>
                  </a:cxn>
                  <a:cxn ang="0">
                    <a:pos x="96" y="121"/>
                  </a:cxn>
                  <a:cxn ang="0">
                    <a:pos x="118" y="112"/>
                  </a:cxn>
                  <a:cxn ang="0">
                    <a:pos x="127" y="91"/>
                  </a:cxn>
                  <a:cxn ang="0">
                    <a:pos x="112" y="65"/>
                  </a:cxn>
                  <a:cxn ang="0">
                    <a:pos x="35" y="150"/>
                  </a:cxn>
                  <a:cxn ang="0">
                    <a:pos x="36" y="176"/>
                  </a:cxn>
                  <a:cxn ang="0">
                    <a:pos x="0" y="185"/>
                  </a:cxn>
                  <a:cxn ang="0">
                    <a:pos x="15" y="158"/>
                  </a:cxn>
                  <a:cxn ang="0">
                    <a:pos x="183" y="0"/>
                  </a:cxn>
                  <a:cxn ang="0">
                    <a:pos x="151" y="13"/>
                  </a:cxn>
                  <a:cxn ang="0">
                    <a:pos x="138" y="45"/>
                  </a:cxn>
                  <a:cxn ang="0">
                    <a:pos x="158" y="81"/>
                  </a:cxn>
                  <a:cxn ang="0">
                    <a:pos x="192" y="89"/>
                  </a:cxn>
                  <a:cxn ang="0">
                    <a:pos x="225" y="62"/>
                  </a:cxn>
                  <a:cxn ang="0">
                    <a:pos x="225" y="27"/>
                  </a:cxn>
                  <a:cxn ang="0">
                    <a:pos x="192" y="0"/>
                  </a:cxn>
                  <a:cxn ang="0">
                    <a:pos x="265" y="174"/>
                  </a:cxn>
                  <a:cxn ang="0">
                    <a:pos x="256" y="136"/>
                  </a:cxn>
                  <a:cxn ang="0">
                    <a:pos x="279" y="136"/>
                  </a:cxn>
                  <a:cxn ang="0">
                    <a:pos x="316" y="165"/>
                  </a:cxn>
                  <a:cxn ang="0">
                    <a:pos x="100" y="272"/>
                  </a:cxn>
                  <a:cxn ang="0">
                    <a:pos x="51" y="165"/>
                  </a:cxn>
                  <a:cxn ang="0">
                    <a:pos x="85" y="136"/>
                  </a:cxn>
                  <a:cxn ang="0">
                    <a:pos x="109" y="136"/>
                  </a:cxn>
                  <a:cxn ang="0">
                    <a:pos x="100" y="174"/>
                  </a:cxn>
                  <a:cxn ang="0">
                    <a:pos x="252" y="159"/>
                  </a:cxn>
                  <a:cxn ang="0">
                    <a:pos x="210" y="109"/>
                  </a:cxn>
                  <a:cxn ang="0">
                    <a:pos x="154" y="109"/>
                  </a:cxn>
                  <a:cxn ang="0">
                    <a:pos x="112" y="159"/>
                  </a:cxn>
                </a:cxnLst>
                <a:rect l="0" t="0" r="r" b="b"/>
                <a:pathLst>
                  <a:path w="364" h="301">
                    <a:moveTo>
                      <a:pt x="332" y="98"/>
                    </a:moveTo>
                    <a:lnTo>
                      <a:pt x="332" y="98"/>
                    </a:lnTo>
                    <a:lnTo>
                      <a:pt x="323" y="100"/>
                    </a:lnTo>
                    <a:lnTo>
                      <a:pt x="317" y="105"/>
                    </a:lnTo>
                    <a:lnTo>
                      <a:pt x="312" y="110"/>
                    </a:lnTo>
                    <a:lnTo>
                      <a:pt x="310" y="120"/>
                    </a:lnTo>
                    <a:lnTo>
                      <a:pt x="310" y="120"/>
                    </a:lnTo>
                    <a:lnTo>
                      <a:pt x="312" y="127"/>
                    </a:lnTo>
                    <a:lnTo>
                      <a:pt x="317" y="134"/>
                    </a:lnTo>
                    <a:lnTo>
                      <a:pt x="323" y="138"/>
                    </a:lnTo>
                    <a:lnTo>
                      <a:pt x="332" y="139"/>
                    </a:lnTo>
                    <a:lnTo>
                      <a:pt x="332" y="139"/>
                    </a:lnTo>
                    <a:lnTo>
                      <a:pt x="339" y="138"/>
                    </a:lnTo>
                    <a:lnTo>
                      <a:pt x="346" y="134"/>
                    </a:lnTo>
                    <a:lnTo>
                      <a:pt x="350" y="127"/>
                    </a:lnTo>
                    <a:lnTo>
                      <a:pt x="352" y="120"/>
                    </a:lnTo>
                    <a:lnTo>
                      <a:pt x="352" y="120"/>
                    </a:lnTo>
                    <a:lnTo>
                      <a:pt x="350" y="110"/>
                    </a:lnTo>
                    <a:lnTo>
                      <a:pt x="346" y="105"/>
                    </a:lnTo>
                    <a:lnTo>
                      <a:pt x="339" y="100"/>
                    </a:lnTo>
                    <a:lnTo>
                      <a:pt x="332" y="98"/>
                    </a:lnTo>
                    <a:lnTo>
                      <a:pt x="332" y="98"/>
                    </a:lnTo>
                    <a:close/>
                    <a:moveTo>
                      <a:pt x="35" y="98"/>
                    </a:moveTo>
                    <a:lnTo>
                      <a:pt x="35" y="98"/>
                    </a:lnTo>
                    <a:lnTo>
                      <a:pt x="25" y="100"/>
                    </a:lnTo>
                    <a:lnTo>
                      <a:pt x="20" y="105"/>
                    </a:lnTo>
                    <a:lnTo>
                      <a:pt x="15" y="110"/>
                    </a:lnTo>
                    <a:lnTo>
                      <a:pt x="13" y="120"/>
                    </a:lnTo>
                    <a:lnTo>
                      <a:pt x="13" y="120"/>
                    </a:lnTo>
                    <a:lnTo>
                      <a:pt x="15" y="127"/>
                    </a:lnTo>
                    <a:lnTo>
                      <a:pt x="20" y="134"/>
                    </a:lnTo>
                    <a:lnTo>
                      <a:pt x="25" y="138"/>
                    </a:lnTo>
                    <a:lnTo>
                      <a:pt x="35" y="139"/>
                    </a:lnTo>
                    <a:lnTo>
                      <a:pt x="35" y="139"/>
                    </a:lnTo>
                    <a:lnTo>
                      <a:pt x="42" y="138"/>
                    </a:lnTo>
                    <a:lnTo>
                      <a:pt x="49" y="134"/>
                    </a:lnTo>
                    <a:lnTo>
                      <a:pt x="53" y="127"/>
                    </a:lnTo>
                    <a:lnTo>
                      <a:pt x="54" y="120"/>
                    </a:lnTo>
                    <a:lnTo>
                      <a:pt x="54" y="120"/>
                    </a:lnTo>
                    <a:lnTo>
                      <a:pt x="53" y="110"/>
                    </a:lnTo>
                    <a:lnTo>
                      <a:pt x="49" y="105"/>
                    </a:lnTo>
                    <a:lnTo>
                      <a:pt x="42" y="100"/>
                    </a:lnTo>
                    <a:lnTo>
                      <a:pt x="35" y="98"/>
                    </a:lnTo>
                    <a:lnTo>
                      <a:pt x="35" y="98"/>
                    </a:lnTo>
                    <a:close/>
                    <a:moveTo>
                      <a:pt x="270" y="60"/>
                    </a:moveTo>
                    <a:lnTo>
                      <a:pt x="270" y="60"/>
                    </a:lnTo>
                    <a:lnTo>
                      <a:pt x="263" y="62"/>
                    </a:lnTo>
                    <a:lnTo>
                      <a:pt x="258" y="63"/>
                    </a:lnTo>
                    <a:lnTo>
                      <a:pt x="252" y="65"/>
                    </a:lnTo>
                    <a:lnTo>
                      <a:pt x="248" y="69"/>
                    </a:lnTo>
                    <a:lnTo>
                      <a:pt x="245" y="74"/>
                    </a:lnTo>
                    <a:lnTo>
                      <a:pt x="241" y="80"/>
                    </a:lnTo>
                    <a:lnTo>
                      <a:pt x="239" y="85"/>
                    </a:lnTo>
                    <a:lnTo>
                      <a:pt x="239" y="91"/>
                    </a:lnTo>
                    <a:lnTo>
                      <a:pt x="239" y="91"/>
                    </a:lnTo>
                    <a:lnTo>
                      <a:pt x="239" y="98"/>
                    </a:lnTo>
                    <a:lnTo>
                      <a:pt x="241" y="103"/>
                    </a:lnTo>
                    <a:lnTo>
                      <a:pt x="245" y="109"/>
                    </a:lnTo>
                    <a:lnTo>
                      <a:pt x="248" y="112"/>
                    </a:lnTo>
                    <a:lnTo>
                      <a:pt x="252" y="116"/>
                    </a:lnTo>
                    <a:lnTo>
                      <a:pt x="258" y="120"/>
                    </a:lnTo>
                    <a:lnTo>
                      <a:pt x="263" y="121"/>
                    </a:lnTo>
                    <a:lnTo>
                      <a:pt x="270" y="121"/>
                    </a:lnTo>
                    <a:lnTo>
                      <a:pt x="270" y="121"/>
                    </a:lnTo>
                    <a:lnTo>
                      <a:pt x="276" y="121"/>
                    </a:lnTo>
                    <a:lnTo>
                      <a:pt x="281" y="120"/>
                    </a:lnTo>
                    <a:lnTo>
                      <a:pt x="287" y="116"/>
                    </a:lnTo>
                    <a:lnTo>
                      <a:pt x="292" y="112"/>
                    </a:lnTo>
                    <a:lnTo>
                      <a:pt x="296" y="109"/>
                    </a:lnTo>
                    <a:lnTo>
                      <a:pt x="297" y="103"/>
                    </a:lnTo>
                    <a:lnTo>
                      <a:pt x="299" y="98"/>
                    </a:lnTo>
                    <a:lnTo>
                      <a:pt x="301" y="91"/>
                    </a:lnTo>
                    <a:lnTo>
                      <a:pt x="301" y="91"/>
                    </a:lnTo>
                    <a:lnTo>
                      <a:pt x="299" y="85"/>
                    </a:lnTo>
                    <a:lnTo>
                      <a:pt x="297" y="80"/>
                    </a:lnTo>
                    <a:lnTo>
                      <a:pt x="296" y="74"/>
                    </a:lnTo>
                    <a:lnTo>
                      <a:pt x="292" y="69"/>
                    </a:lnTo>
                    <a:lnTo>
                      <a:pt x="287" y="65"/>
                    </a:lnTo>
                    <a:lnTo>
                      <a:pt x="281" y="63"/>
                    </a:lnTo>
                    <a:lnTo>
                      <a:pt x="276" y="62"/>
                    </a:lnTo>
                    <a:lnTo>
                      <a:pt x="270" y="60"/>
                    </a:lnTo>
                    <a:lnTo>
                      <a:pt x="270" y="60"/>
                    </a:lnTo>
                    <a:close/>
                    <a:moveTo>
                      <a:pt x="364" y="248"/>
                    </a:moveTo>
                    <a:lnTo>
                      <a:pt x="330" y="248"/>
                    </a:lnTo>
                    <a:lnTo>
                      <a:pt x="330" y="183"/>
                    </a:lnTo>
                    <a:lnTo>
                      <a:pt x="330" y="183"/>
                    </a:lnTo>
                    <a:lnTo>
                      <a:pt x="330" y="176"/>
                    </a:lnTo>
                    <a:lnTo>
                      <a:pt x="328" y="167"/>
                    </a:lnTo>
                    <a:lnTo>
                      <a:pt x="321" y="152"/>
                    </a:lnTo>
                    <a:lnTo>
                      <a:pt x="321" y="152"/>
                    </a:lnTo>
                    <a:lnTo>
                      <a:pt x="332" y="150"/>
                    </a:lnTo>
                    <a:lnTo>
                      <a:pt x="332" y="150"/>
                    </a:lnTo>
                    <a:lnTo>
                      <a:pt x="337" y="152"/>
                    </a:lnTo>
                    <a:lnTo>
                      <a:pt x="345" y="154"/>
                    </a:lnTo>
                    <a:lnTo>
                      <a:pt x="350" y="158"/>
                    </a:lnTo>
                    <a:lnTo>
                      <a:pt x="355" y="161"/>
                    </a:lnTo>
                    <a:lnTo>
                      <a:pt x="359" y="167"/>
                    </a:lnTo>
                    <a:lnTo>
                      <a:pt x="363" y="172"/>
                    </a:lnTo>
                    <a:lnTo>
                      <a:pt x="364" y="178"/>
                    </a:lnTo>
                    <a:lnTo>
                      <a:pt x="364" y="185"/>
                    </a:lnTo>
                    <a:lnTo>
                      <a:pt x="364" y="248"/>
                    </a:lnTo>
                    <a:close/>
                    <a:moveTo>
                      <a:pt x="96" y="60"/>
                    </a:moveTo>
                    <a:lnTo>
                      <a:pt x="96" y="60"/>
                    </a:lnTo>
                    <a:lnTo>
                      <a:pt x="89" y="62"/>
                    </a:lnTo>
                    <a:lnTo>
                      <a:pt x="83" y="63"/>
                    </a:lnTo>
                    <a:lnTo>
                      <a:pt x="78" y="65"/>
                    </a:lnTo>
                    <a:lnTo>
                      <a:pt x="74" y="69"/>
                    </a:lnTo>
                    <a:lnTo>
                      <a:pt x="71" y="74"/>
                    </a:lnTo>
                    <a:lnTo>
                      <a:pt x="67" y="80"/>
                    </a:lnTo>
                    <a:lnTo>
                      <a:pt x="65" y="85"/>
                    </a:lnTo>
                    <a:lnTo>
                      <a:pt x="65" y="91"/>
                    </a:lnTo>
                    <a:lnTo>
                      <a:pt x="65" y="91"/>
                    </a:lnTo>
                    <a:lnTo>
                      <a:pt x="65" y="98"/>
                    </a:lnTo>
                    <a:lnTo>
                      <a:pt x="67" y="103"/>
                    </a:lnTo>
                    <a:lnTo>
                      <a:pt x="71" y="109"/>
                    </a:lnTo>
                    <a:lnTo>
                      <a:pt x="74" y="112"/>
                    </a:lnTo>
                    <a:lnTo>
                      <a:pt x="78" y="116"/>
                    </a:lnTo>
                    <a:lnTo>
                      <a:pt x="83" y="120"/>
                    </a:lnTo>
                    <a:lnTo>
                      <a:pt x="89" y="121"/>
                    </a:lnTo>
                    <a:lnTo>
                      <a:pt x="96" y="121"/>
                    </a:lnTo>
                    <a:lnTo>
                      <a:pt x="96" y="121"/>
                    </a:lnTo>
                    <a:lnTo>
                      <a:pt x="102" y="121"/>
                    </a:lnTo>
                    <a:lnTo>
                      <a:pt x="107" y="120"/>
                    </a:lnTo>
                    <a:lnTo>
                      <a:pt x="112" y="116"/>
                    </a:lnTo>
                    <a:lnTo>
                      <a:pt x="118" y="112"/>
                    </a:lnTo>
                    <a:lnTo>
                      <a:pt x="122" y="109"/>
                    </a:lnTo>
                    <a:lnTo>
                      <a:pt x="123" y="103"/>
                    </a:lnTo>
                    <a:lnTo>
                      <a:pt x="125" y="98"/>
                    </a:lnTo>
                    <a:lnTo>
                      <a:pt x="127" y="91"/>
                    </a:lnTo>
                    <a:lnTo>
                      <a:pt x="127" y="91"/>
                    </a:lnTo>
                    <a:lnTo>
                      <a:pt x="125" y="85"/>
                    </a:lnTo>
                    <a:lnTo>
                      <a:pt x="123" y="80"/>
                    </a:lnTo>
                    <a:lnTo>
                      <a:pt x="122" y="74"/>
                    </a:lnTo>
                    <a:lnTo>
                      <a:pt x="118" y="69"/>
                    </a:lnTo>
                    <a:lnTo>
                      <a:pt x="112" y="65"/>
                    </a:lnTo>
                    <a:lnTo>
                      <a:pt x="107" y="63"/>
                    </a:lnTo>
                    <a:lnTo>
                      <a:pt x="102" y="62"/>
                    </a:lnTo>
                    <a:lnTo>
                      <a:pt x="96" y="60"/>
                    </a:lnTo>
                    <a:lnTo>
                      <a:pt x="96" y="60"/>
                    </a:lnTo>
                    <a:close/>
                    <a:moveTo>
                      <a:pt x="35" y="150"/>
                    </a:moveTo>
                    <a:lnTo>
                      <a:pt x="35" y="150"/>
                    </a:lnTo>
                    <a:lnTo>
                      <a:pt x="44" y="152"/>
                    </a:lnTo>
                    <a:lnTo>
                      <a:pt x="44" y="152"/>
                    </a:lnTo>
                    <a:lnTo>
                      <a:pt x="38" y="167"/>
                    </a:lnTo>
                    <a:lnTo>
                      <a:pt x="36" y="176"/>
                    </a:lnTo>
                    <a:lnTo>
                      <a:pt x="35" y="183"/>
                    </a:lnTo>
                    <a:lnTo>
                      <a:pt x="35" y="248"/>
                    </a:lnTo>
                    <a:lnTo>
                      <a:pt x="0" y="248"/>
                    </a:lnTo>
                    <a:lnTo>
                      <a:pt x="0" y="185"/>
                    </a:lnTo>
                    <a:lnTo>
                      <a:pt x="0" y="185"/>
                    </a:lnTo>
                    <a:lnTo>
                      <a:pt x="0" y="178"/>
                    </a:lnTo>
                    <a:lnTo>
                      <a:pt x="2" y="172"/>
                    </a:lnTo>
                    <a:lnTo>
                      <a:pt x="6" y="167"/>
                    </a:lnTo>
                    <a:lnTo>
                      <a:pt x="9" y="161"/>
                    </a:lnTo>
                    <a:lnTo>
                      <a:pt x="15" y="158"/>
                    </a:lnTo>
                    <a:lnTo>
                      <a:pt x="20" y="154"/>
                    </a:lnTo>
                    <a:lnTo>
                      <a:pt x="27" y="152"/>
                    </a:lnTo>
                    <a:lnTo>
                      <a:pt x="35" y="150"/>
                    </a:lnTo>
                    <a:lnTo>
                      <a:pt x="35" y="150"/>
                    </a:lnTo>
                    <a:close/>
                    <a:moveTo>
                      <a:pt x="183" y="0"/>
                    </a:moveTo>
                    <a:lnTo>
                      <a:pt x="183" y="0"/>
                    </a:lnTo>
                    <a:lnTo>
                      <a:pt x="174" y="0"/>
                    </a:lnTo>
                    <a:lnTo>
                      <a:pt x="165" y="4"/>
                    </a:lnTo>
                    <a:lnTo>
                      <a:pt x="158" y="7"/>
                    </a:lnTo>
                    <a:lnTo>
                      <a:pt x="151" y="13"/>
                    </a:lnTo>
                    <a:lnTo>
                      <a:pt x="145" y="20"/>
                    </a:lnTo>
                    <a:lnTo>
                      <a:pt x="141" y="27"/>
                    </a:lnTo>
                    <a:lnTo>
                      <a:pt x="138" y="36"/>
                    </a:lnTo>
                    <a:lnTo>
                      <a:pt x="138" y="45"/>
                    </a:lnTo>
                    <a:lnTo>
                      <a:pt x="138" y="45"/>
                    </a:lnTo>
                    <a:lnTo>
                      <a:pt x="138" y="54"/>
                    </a:lnTo>
                    <a:lnTo>
                      <a:pt x="141" y="62"/>
                    </a:lnTo>
                    <a:lnTo>
                      <a:pt x="145" y="71"/>
                    </a:lnTo>
                    <a:lnTo>
                      <a:pt x="151" y="76"/>
                    </a:lnTo>
                    <a:lnTo>
                      <a:pt x="158" y="81"/>
                    </a:lnTo>
                    <a:lnTo>
                      <a:pt x="165" y="87"/>
                    </a:lnTo>
                    <a:lnTo>
                      <a:pt x="174" y="89"/>
                    </a:lnTo>
                    <a:lnTo>
                      <a:pt x="183" y="91"/>
                    </a:lnTo>
                    <a:lnTo>
                      <a:pt x="183" y="91"/>
                    </a:lnTo>
                    <a:lnTo>
                      <a:pt x="192" y="89"/>
                    </a:lnTo>
                    <a:lnTo>
                      <a:pt x="200" y="87"/>
                    </a:lnTo>
                    <a:lnTo>
                      <a:pt x="209" y="81"/>
                    </a:lnTo>
                    <a:lnTo>
                      <a:pt x="214" y="76"/>
                    </a:lnTo>
                    <a:lnTo>
                      <a:pt x="219" y="71"/>
                    </a:lnTo>
                    <a:lnTo>
                      <a:pt x="225" y="62"/>
                    </a:lnTo>
                    <a:lnTo>
                      <a:pt x="227" y="54"/>
                    </a:lnTo>
                    <a:lnTo>
                      <a:pt x="229" y="45"/>
                    </a:lnTo>
                    <a:lnTo>
                      <a:pt x="229" y="45"/>
                    </a:lnTo>
                    <a:lnTo>
                      <a:pt x="227" y="36"/>
                    </a:lnTo>
                    <a:lnTo>
                      <a:pt x="225" y="27"/>
                    </a:lnTo>
                    <a:lnTo>
                      <a:pt x="219" y="20"/>
                    </a:lnTo>
                    <a:lnTo>
                      <a:pt x="214" y="13"/>
                    </a:lnTo>
                    <a:lnTo>
                      <a:pt x="209" y="7"/>
                    </a:lnTo>
                    <a:lnTo>
                      <a:pt x="200" y="4"/>
                    </a:lnTo>
                    <a:lnTo>
                      <a:pt x="192" y="0"/>
                    </a:lnTo>
                    <a:lnTo>
                      <a:pt x="183" y="0"/>
                    </a:lnTo>
                    <a:lnTo>
                      <a:pt x="183" y="0"/>
                    </a:lnTo>
                    <a:close/>
                    <a:moveTo>
                      <a:pt x="319" y="272"/>
                    </a:moveTo>
                    <a:lnTo>
                      <a:pt x="265" y="272"/>
                    </a:lnTo>
                    <a:lnTo>
                      <a:pt x="265" y="174"/>
                    </a:lnTo>
                    <a:lnTo>
                      <a:pt x="265" y="174"/>
                    </a:lnTo>
                    <a:lnTo>
                      <a:pt x="265" y="163"/>
                    </a:lnTo>
                    <a:lnTo>
                      <a:pt x="263" y="154"/>
                    </a:lnTo>
                    <a:lnTo>
                      <a:pt x="259" y="145"/>
                    </a:lnTo>
                    <a:lnTo>
                      <a:pt x="256" y="136"/>
                    </a:lnTo>
                    <a:lnTo>
                      <a:pt x="256" y="136"/>
                    </a:lnTo>
                    <a:lnTo>
                      <a:pt x="263" y="134"/>
                    </a:lnTo>
                    <a:lnTo>
                      <a:pt x="270" y="134"/>
                    </a:lnTo>
                    <a:lnTo>
                      <a:pt x="270" y="134"/>
                    </a:lnTo>
                    <a:lnTo>
                      <a:pt x="279" y="136"/>
                    </a:lnTo>
                    <a:lnTo>
                      <a:pt x="288" y="138"/>
                    </a:lnTo>
                    <a:lnTo>
                      <a:pt x="297" y="143"/>
                    </a:lnTo>
                    <a:lnTo>
                      <a:pt x="305" y="149"/>
                    </a:lnTo>
                    <a:lnTo>
                      <a:pt x="310" y="156"/>
                    </a:lnTo>
                    <a:lnTo>
                      <a:pt x="316" y="165"/>
                    </a:lnTo>
                    <a:lnTo>
                      <a:pt x="317" y="174"/>
                    </a:lnTo>
                    <a:lnTo>
                      <a:pt x="319" y="183"/>
                    </a:lnTo>
                    <a:lnTo>
                      <a:pt x="319" y="272"/>
                    </a:lnTo>
                    <a:close/>
                    <a:moveTo>
                      <a:pt x="100" y="174"/>
                    </a:moveTo>
                    <a:lnTo>
                      <a:pt x="100" y="272"/>
                    </a:lnTo>
                    <a:lnTo>
                      <a:pt x="45" y="272"/>
                    </a:lnTo>
                    <a:lnTo>
                      <a:pt x="45" y="183"/>
                    </a:lnTo>
                    <a:lnTo>
                      <a:pt x="45" y="183"/>
                    </a:lnTo>
                    <a:lnTo>
                      <a:pt x="47" y="174"/>
                    </a:lnTo>
                    <a:lnTo>
                      <a:pt x="51" y="165"/>
                    </a:lnTo>
                    <a:lnTo>
                      <a:pt x="54" y="156"/>
                    </a:lnTo>
                    <a:lnTo>
                      <a:pt x="60" y="149"/>
                    </a:lnTo>
                    <a:lnTo>
                      <a:pt x="67" y="143"/>
                    </a:lnTo>
                    <a:lnTo>
                      <a:pt x="76" y="138"/>
                    </a:lnTo>
                    <a:lnTo>
                      <a:pt x="85" y="136"/>
                    </a:lnTo>
                    <a:lnTo>
                      <a:pt x="96" y="134"/>
                    </a:lnTo>
                    <a:lnTo>
                      <a:pt x="96" y="134"/>
                    </a:lnTo>
                    <a:lnTo>
                      <a:pt x="103" y="134"/>
                    </a:lnTo>
                    <a:lnTo>
                      <a:pt x="109" y="136"/>
                    </a:lnTo>
                    <a:lnTo>
                      <a:pt x="109" y="136"/>
                    </a:lnTo>
                    <a:lnTo>
                      <a:pt x="105" y="145"/>
                    </a:lnTo>
                    <a:lnTo>
                      <a:pt x="102" y="154"/>
                    </a:lnTo>
                    <a:lnTo>
                      <a:pt x="100" y="163"/>
                    </a:lnTo>
                    <a:lnTo>
                      <a:pt x="100" y="174"/>
                    </a:lnTo>
                    <a:lnTo>
                      <a:pt x="100" y="174"/>
                    </a:lnTo>
                    <a:close/>
                    <a:moveTo>
                      <a:pt x="111" y="301"/>
                    </a:moveTo>
                    <a:lnTo>
                      <a:pt x="254" y="301"/>
                    </a:lnTo>
                    <a:lnTo>
                      <a:pt x="254" y="174"/>
                    </a:lnTo>
                    <a:lnTo>
                      <a:pt x="254" y="174"/>
                    </a:lnTo>
                    <a:lnTo>
                      <a:pt x="252" y="159"/>
                    </a:lnTo>
                    <a:lnTo>
                      <a:pt x="248" y="145"/>
                    </a:lnTo>
                    <a:lnTo>
                      <a:pt x="241" y="134"/>
                    </a:lnTo>
                    <a:lnTo>
                      <a:pt x="232" y="123"/>
                    </a:lnTo>
                    <a:lnTo>
                      <a:pt x="223" y="114"/>
                    </a:lnTo>
                    <a:lnTo>
                      <a:pt x="210" y="109"/>
                    </a:lnTo>
                    <a:lnTo>
                      <a:pt x="198" y="103"/>
                    </a:lnTo>
                    <a:lnTo>
                      <a:pt x="183" y="101"/>
                    </a:lnTo>
                    <a:lnTo>
                      <a:pt x="183" y="101"/>
                    </a:lnTo>
                    <a:lnTo>
                      <a:pt x="169" y="103"/>
                    </a:lnTo>
                    <a:lnTo>
                      <a:pt x="154" y="109"/>
                    </a:lnTo>
                    <a:lnTo>
                      <a:pt x="143" y="114"/>
                    </a:lnTo>
                    <a:lnTo>
                      <a:pt x="132" y="123"/>
                    </a:lnTo>
                    <a:lnTo>
                      <a:pt x="123" y="134"/>
                    </a:lnTo>
                    <a:lnTo>
                      <a:pt x="116" y="145"/>
                    </a:lnTo>
                    <a:lnTo>
                      <a:pt x="112" y="159"/>
                    </a:lnTo>
                    <a:lnTo>
                      <a:pt x="111" y="174"/>
                    </a:lnTo>
                    <a:lnTo>
                      <a:pt x="111" y="30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grpSp>
        <p:nvGrpSpPr>
          <p:cNvPr id="19" name="Group 98"/>
          <p:cNvGrpSpPr/>
          <p:nvPr/>
        </p:nvGrpSpPr>
        <p:grpSpPr>
          <a:xfrm>
            <a:off x="6858002" y="4589376"/>
            <a:ext cx="4835115" cy="1384996"/>
            <a:chOff x="5143504" y="3442024"/>
            <a:chExt cx="3626337" cy="1038745"/>
          </a:xfrm>
        </p:grpSpPr>
        <p:sp>
          <p:nvSpPr>
            <p:cNvPr id="41" name="Rectangle 40"/>
            <p:cNvSpPr/>
            <p:nvPr/>
          </p:nvSpPr>
          <p:spPr>
            <a:xfrm>
              <a:off x="6126912" y="3442024"/>
              <a:ext cx="2642929" cy="1038745"/>
            </a:xfrm>
            <a:prstGeom prst="rect">
              <a:avLst/>
            </a:prstGeom>
          </p:spPr>
          <p:txBody>
            <a:bodyPr wrap="square">
              <a:spAutoFit/>
            </a:bodyPr>
            <a:lstStyle/>
            <a:p>
              <a:pPr algn="ctr" rtl="1"/>
              <a:r>
                <a:rPr lang="ar-JO" sz="2800" b="1" dirty="0"/>
                <a:t>المواصفات الخاصة بقيام الكتاب الإلكتروني على مدخل الوسائط المتعددة التفاعلية</a:t>
              </a:r>
              <a:endParaRPr lang="en-US" sz="2800" b="1" dirty="0">
                <a:solidFill>
                  <a:srgbClr val="000000"/>
                </a:solidFill>
              </a:endParaRPr>
            </a:p>
          </p:txBody>
        </p:sp>
        <p:grpSp>
          <p:nvGrpSpPr>
            <p:cNvPr id="21" name="Group 85"/>
            <p:cNvGrpSpPr/>
            <p:nvPr/>
          </p:nvGrpSpPr>
          <p:grpSpPr>
            <a:xfrm>
              <a:off x="5143504" y="3643320"/>
              <a:ext cx="636196" cy="636164"/>
              <a:chOff x="5143504" y="3643320"/>
              <a:chExt cx="636196" cy="636164"/>
            </a:xfrm>
          </p:grpSpPr>
          <p:sp>
            <p:nvSpPr>
              <p:cNvPr id="28" name="Rectangle 27"/>
              <p:cNvSpPr/>
              <p:nvPr/>
            </p:nvSpPr>
            <p:spPr>
              <a:xfrm>
                <a:off x="5143504" y="3643320"/>
                <a:ext cx="636196" cy="6361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3" name="Freeform 107"/>
              <p:cNvSpPr>
                <a:spLocks noEditPoints="1"/>
              </p:cNvSpPr>
              <p:nvPr/>
            </p:nvSpPr>
            <p:spPr bwMode="auto">
              <a:xfrm>
                <a:off x="5286380" y="3786196"/>
                <a:ext cx="365566" cy="314258"/>
              </a:xfrm>
              <a:custGeom>
                <a:avLst/>
                <a:gdLst/>
                <a:ahLst/>
                <a:cxnLst>
                  <a:cxn ang="0">
                    <a:pos x="337" y="165"/>
                  </a:cxn>
                  <a:cxn ang="0">
                    <a:pos x="170" y="0"/>
                  </a:cxn>
                  <a:cxn ang="0">
                    <a:pos x="5" y="165"/>
                  </a:cxn>
                  <a:cxn ang="0">
                    <a:pos x="5" y="165"/>
                  </a:cxn>
                  <a:cxn ang="0">
                    <a:pos x="0" y="172"/>
                  </a:cxn>
                  <a:cxn ang="0">
                    <a:pos x="0" y="181"/>
                  </a:cxn>
                  <a:cxn ang="0">
                    <a:pos x="0" y="189"/>
                  </a:cxn>
                  <a:cxn ang="0">
                    <a:pos x="5" y="196"/>
                  </a:cxn>
                  <a:cxn ang="0">
                    <a:pos x="5" y="196"/>
                  </a:cxn>
                  <a:cxn ang="0">
                    <a:pos x="13" y="201"/>
                  </a:cxn>
                  <a:cxn ang="0">
                    <a:pos x="20" y="201"/>
                  </a:cxn>
                  <a:cxn ang="0">
                    <a:pos x="29" y="201"/>
                  </a:cxn>
                  <a:cxn ang="0">
                    <a:pos x="36" y="196"/>
                  </a:cxn>
                  <a:cxn ang="0">
                    <a:pos x="42" y="189"/>
                  </a:cxn>
                  <a:cxn ang="0">
                    <a:pos x="42" y="294"/>
                  </a:cxn>
                  <a:cxn ang="0">
                    <a:pos x="301" y="294"/>
                  </a:cxn>
                  <a:cxn ang="0">
                    <a:pos x="301" y="189"/>
                  </a:cxn>
                  <a:cxn ang="0">
                    <a:pos x="306" y="196"/>
                  </a:cxn>
                  <a:cxn ang="0">
                    <a:pos x="306" y="196"/>
                  </a:cxn>
                  <a:cxn ang="0">
                    <a:pos x="314" y="201"/>
                  </a:cxn>
                  <a:cxn ang="0">
                    <a:pos x="321" y="201"/>
                  </a:cxn>
                  <a:cxn ang="0">
                    <a:pos x="321" y="201"/>
                  </a:cxn>
                  <a:cxn ang="0">
                    <a:pos x="330" y="201"/>
                  </a:cxn>
                  <a:cxn ang="0">
                    <a:pos x="337" y="196"/>
                  </a:cxn>
                  <a:cxn ang="0">
                    <a:pos x="337" y="196"/>
                  </a:cxn>
                  <a:cxn ang="0">
                    <a:pos x="341" y="189"/>
                  </a:cxn>
                  <a:cxn ang="0">
                    <a:pos x="343" y="181"/>
                  </a:cxn>
                  <a:cxn ang="0">
                    <a:pos x="341" y="172"/>
                  </a:cxn>
                  <a:cxn ang="0">
                    <a:pos x="337" y="165"/>
                  </a:cxn>
                  <a:cxn ang="0">
                    <a:pos x="337" y="165"/>
                  </a:cxn>
                  <a:cxn ang="0">
                    <a:pos x="279" y="272"/>
                  </a:cxn>
                  <a:cxn ang="0">
                    <a:pos x="214" y="272"/>
                  </a:cxn>
                  <a:cxn ang="0">
                    <a:pos x="214" y="187"/>
                  </a:cxn>
                  <a:cxn ang="0">
                    <a:pos x="129" y="187"/>
                  </a:cxn>
                  <a:cxn ang="0">
                    <a:pos x="129" y="272"/>
                  </a:cxn>
                  <a:cxn ang="0">
                    <a:pos x="63" y="272"/>
                  </a:cxn>
                  <a:cxn ang="0">
                    <a:pos x="63" y="169"/>
                  </a:cxn>
                  <a:cxn ang="0">
                    <a:pos x="170" y="60"/>
                  </a:cxn>
                  <a:cxn ang="0">
                    <a:pos x="279" y="169"/>
                  </a:cxn>
                  <a:cxn ang="0">
                    <a:pos x="279" y="272"/>
                  </a:cxn>
                </a:cxnLst>
                <a:rect l="0" t="0" r="r" b="b"/>
                <a:pathLst>
                  <a:path w="343" h="294">
                    <a:moveTo>
                      <a:pt x="337" y="165"/>
                    </a:moveTo>
                    <a:lnTo>
                      <a:pt x="170" y="0"/>
                    </a:lnTo>
                    <a:lnTo>
                      <a:pt x="5" y="165"/>
                    </a:lnTo>
                    <a:lnTo>
                      <a:pt x="5" y="165"/>
                    </a:lnTo>
                    <a:lnTo>
                      <a:pt x="0" y="172"/>
                    </a:lnTo>
                    <a:lnTo>
                      <a:pt x="0" y="181"/>
                    </a:lnTo>
                    <a:lnTo>
                      <a:pt x="0" y="189"/>
                    </a:lnTo>
                    <a:lnTo>
                      <a:pt x="5" y="196"/>
                    </a:lnTo>
                    <a:lnTo>
                      <a:pt x="5" y="196"/>
                    </a:lnTo>
                    <a:lnTo>
                      <a:pt x="13" y="201"/>
                    </a:lnTo>
                    <a:lnTo>
                      <a:pt x="20" y="201"/>
                    </a:lnTo>
                    <a:lnTo>
                      <a:pt x="29" y="201"/>
                    </a:lnTo>
                    <a:lnTo>
                      <a:pt x="36" y="196"/>
                    </a:lnTo>
                    <a:lnTo>
                      <a:pt x="42" y="189"/>
                    </a:lnTo>
                    <a:lnTo>
                      <a:pt x="42" y="294"/>
                    </a:lnTo>
                    <a:lnTo>
                      <a:pt x="301" y="294"/>
                    </a:lnTo>
                    <a:lnTo>
                      <a:pt x="301" y="189"/>
                    </a:lnTo>
                    <a:lnTo>
                      <a:pt x="306" y="196"/>
                    </a:lnTo>
                    <a:lnTo>
                      <a:pt x="306" y="196"/>
                    </a:lnTo>
                    <a:lnTo>
                      <a:pt x="314" y="201"/>
                    </a:lnTo>
                    <a:lnTo>
                      <a:pt x="321" y="201"/>
                    </a:lnTo>
                    <a:lnTo>
                      <a:pt x="321" y="201"/>
                    </a:lnTo>
                    <a:lnTo>
                      <a:pt x="330" y="201"/>
                    </a:lnTo>
                    <a:lnTo>
                      <a:pt x="337" y="196"/>
                    </a:lnTo>
                    <a:lnTo>
                      <a:pt x="337" y="196"/>
                    </a:lnTo>
                    <a:lnTo>
                      <a:pt x="341" y="189"/>
                    </a:lnTo>
                    <a:lnTo>
                      <a:pt x="343" y="181"/>
                    </a:lnTo>
                    <a:lnTo>
                      <a:pt x="341" y="172"/>
                    </a:lnTo>
                    <a:lnTo>
                      <a:pt x="337" y="165"/>
                    </a:lnTo>
                    <a:lnTo>
                      <a:pt x="337" y="165"/>
                    </a:lnTo>
                    <a:close/>
                    <a:moveTo>
                      <a:pt x="279" y="272"/>
                    </a:moveTo>
                    <a:lnTo>
                      <a:pt x="214" y="272"/>
                    </a:lnTo>
                    <a:lnTo>
                      <a:pt x="214" y="187"/>
                    </a:lnTo>
                    <a:lnTo>
                      <a:pt x="129" y="187"/>
                    </a:lnTo>
                    <a:lnTo>
                      <a:pt x="129" y="272"/>
                    </a:lnTo>
                    <a:lnTo>
                      <a:pt x="63" y="272"/>
                    </a:lnTo>
                    <a:lnTo>
                      <a:pt x="63" y="169"/>
                    </a:lnTo>
                    <a:lnTo>
                      <a:pt x="170" y="60"/>
                    </a:lnTo>
                    <a:lnTo>
                      <a:pt x="279" y="169"/>
                    </a:lnTo>
                    <a:lnTo>
                      <a:pt x="279" y="27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grpSp>
        <p:nvGrpSpPr>
          <p:cNvPr id="42" name="Group 94"/>
          <p:cNvGrpSpPr/>
          <p:nvPr/>
        </p:nvGrpSpPr>
        <p:grpSpPr>
          <a:xfrm>
            <a:off x="6858004" y="1898886"/>
            <a:ext cx="4599987" cy="954108"/>
            <a:chOff x="5143504" y="1424162"/>
            <a:chExt cx="3449991" cy="715580"/>
          </a:xfrm>
        </p:grpSpPr>
        <p:sp>
          <p:nvSpPr>
            <p:cNvPr id="37" name="Rectangle 36"/>
            <p:cNvSpPr/>
            <p:nvPr/>
          </p:nvSpPr>
          <p:spPr>
            <a:xfrm>
              <a:off x="6096214" y="1424162"/>
              <a:ext cx="2497281" cy="715580"/>
            </a:xfrm>
            <a:prstGeom prst="rect">
              <a:avLst/>
            </a:prstGeom>
          </p:spPr>
          <p:txBody>
            <a:bodyPr wrap="square">
              <a:spAutoFit/>
            </a:bodyPr>
            <a:lstStyle/>
            <a:p>
              <a:pPr algn="ctr" rtl="1" fontAlgn="auto">
                <a:spcBef>
                  <a:spcPts val="0"/>
                </a:spcBef>
                <a:spcAft>
                  <a:spcPts val="0"/>
                </a:spcAft>
              </a:pPr>
              <a:r>
                <a:rPr lang="ar-JO" sz="2800" b="1" dirty="0"/>
                <a:t>المواصفات الخاصة بتشغيل الكتاب الإلكتروني</a:t>
              </a:r>
              <a:endParaRPr lang="en-US" sz="2800" b="1" dirty="0">
                <a:solidFill>
                  <a:prstClr val="white">
                    <a:lumMod val="65000"/>
                  </a:prstClr>
                </a:solidFill>
                <a:latin typeface="Open Sans" pitchFamily="34" charset="0"/>
                <a:ea typeface="Open Sans" pitchFamily="34" charset="0"/>
                <a:cs typeface="Open Sans" pitchFamily="34" charset="0"/>
              </a:endParaRPr>
            </a:p>
          </p:txBody>
        </p:sp>
        <p:grpSp>
          <p:nvGrpSpPr>
            <p:cNvPr id="44" name="Group 82"/>
            <p:cNvGrpSpPr/>
            <p:nvPr/>
          </p:nvGrpSpPr>
          <p:grpSpPr>
            <a:xfrm>
              <a:off x="5143504" y="1428742"/>
              <a:ext cx="636196" cy="636164"/>
              <a:chOff x="5143504" y="1428742"/>
              <a:chExt cx="636196" cy="636164"/>
            </a:xfrm>
          </p:grpSpPr>
          <p:sp>
            <p:nvSpPr>
              <p:cNvPr id="17" name="Rectangle 16"/>
              <p:cNvSpPr/>
              <p:nvPr/>
            </p:nvSpPr>
            <p:spPr>
              <a:xfrm>
                <a:off x="5143504" y="1428742"/>
                <a:ext cx="636196" cy="63616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45" name="Group 68"/>
              <p:cNvGrpSpPr/>
              <p:nvPr/>
            </p:nvGrpSpPr>
            <p:grpSpPr>
              <a:xfrm>
                <a:off x="5301319" y="1581456"/>
                <a:ext cx="337042" cy="337616"/>
                <a:chOff x="6998061" y="3496249"/>
                <a:chExt cx="366051" cy="366676"/>
              </a:xfrm>
              <a:solidFill>
                <a:schemeClr val="bg1"/>
              </a:solidFill>
            </p:grpSpPr>
            <p:sp>
              <p:nvSpPr>
                <p:cNvPr id="70" name="AutoShape 7"/>
                <p:cNvSpPr>
                  <a:spLocks/>
                </p:cNvSpPr>
                <p:nvPr/>
              </p:nvSpPr>
              <p:spPr bwMode="auto">
                <a:xfrm>
                  <a:off x="6998061" y="3496249"/>
                  <a:ext cx="366051" cy="366676"/>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1" name="AutoShape 8"/>
                <p:cNvSpPr>
                  <a:spLocks/>
                </p:cNvSpPr>
                <p:nvPr/>
              </p:nvSpPr>
              <p:spPr bwMode="auto">
                <a:xfrm>
                  <a:off x="7158247" y="3656437"/>
                  <a:ext cx="45678" cy="45678"/>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2" name="AutoShape 9"/>
                <p:cNvSpPr>
                  <a:spLocks/>
                </p:cNvSpPr>
                <p:nvPr/>
              </p:nvSpPr>
              <p:spPr bwMode="auto">
                <a:xfrm>
                  <a:off x="7111943" y="3610758"/>
                  <a:ext cx="137660" cy="137660"/>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3" name="AutoShape 10"/>
                <p:cNvSpPr>
                  <a:spLocks/>
                </p:cNvSpPr>
                <p:nvPr/>
              </p:nvSpPr>
              <p:spPr bwMode="auto">
                <a:xfrm>
                  <a:off x="7203927" y="3702114"/>
                  <a:ext cx="56941" cy="58818"/>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4" name="AutoShape 11"/>
                <p:cNvSpPr>
                  <a:spLocks/>
                </p:cNvSpPr>
                <p:nvPr/>
              </p:nvSpPr>
              <p:spPr bwMode="auto">
                <a:xfrm>
                  <a:off x="7226451" y="3725267"/>
                  <a:ext cx="81970" cy="83847"/>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5" name="AutoShape 12"/>
                <p:cNvSpPr>
                  <a:spLocks/>
                </p:cNvSpPr>
                <p:nvPr/>
              </p:nvSpPr>
              <p:spPr bwMode="auto">
                <a:xfrm>
                  <a:off x="7215188" y="3714003"/>
                  <a:ext cx="69456" cy="70707"/>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6" name="AutoShape 13"/>
                <p:cNvSpPr>
                  <a:spLocks/>
                </p:cNvSpPr>
                <p:nvPr/>
              </p:nvSpPr>
              <p:spPr bwMode="auto">
                <a:xfrm>
                  <a:off x="7100682" y="3599495"/>
                  <a:ext cx="57567" cy="58192"/>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7" name="AutoShape 14"/>
                <p:cNvSpPr>
                  <a:spLocks/>
                </p:cNvSpPr>
                <p:nvPr/>
              </p:nvSpPr>
              <p:spPr bwMode="auto">
                <a:xfrm>
                  <a:off x="7055002" y="3553816"/>
                  <a:ext cx="81970" cy="83222"/>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8" name="AutoShape 15"/>
                <p:cNvSpPr>
                  <a:spLocks/>
                </p:cNvSpPr>
                <p:nvPr/>
              </p:nvSpPr>
              <p:spPr bwMode="auto">
                <a:xfrm>
                  <a:off x="7078154" y="3576343"/>
                  <a:ext cx="69456" cy="71333"/>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grpSp>
      <p:sp>
        <p:nvSpPr>
          <p:cNvPr id="3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72565296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000"/>
                            </p:stCondLst>
                            <p:childTnLst>
                              <p:par>
                                <p:cTn id="13" presetID="12" presetClass="entr" presetSubtype="8" fill="hold" nodeType="afterEffect">
                                  <p:stCondLst>
                                    <p:cond delay="0"/>
                                  </p:stCondLst>
                                  <p:childTnLst>
                                    <p:set>
                                      <p:cBhvr>
                                        <p:cTn id="14" dur="1" fill="hold">
                                          <p:stCondLst>
                                            <p:cond delay="0"/>
                                          </p:stCondLst>
                                        </p:cTn>
                                        <p:tgtEl>
                                          <p:spTgt spid="42"/>
                                        </p:tgtEl>
                                        <p:attrNameLst>
                                          <p:attrName>style.visibility</p:attrName>
                                        </p:attrNameLst>
                                      </p:cBhvr>
                                      <p:to>
                                        <p:strVal val="visible"/>
                                      </p:to>
                                    </p:set>
                                    <p:animEffect transition="in" filter="slide(fromLeft)">
                                      <p:cBhvr>
                                        <p:cTn id="15" dur="500"/>
                                        <p:tgtEl>
                                          <p:spTgt spid="42"/>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slide(fromLeft)">
                                      <p:cBhvr>
                                        <p:cTn id="19" dur="500"/>
                                        <p:tgtEl>
                                          <p:spTgt spid="7"/>
                                        </p:tgtEl>
                                      </p:cBhvr>
                                    </p:animEffect>
                                  </p:childTnLst>
                                </p:cTn>
                              </p:par>
                            </p:childTnLst>
                          </p:cTn>
                        </p:par>
                        <p:par>
                          <p:cTn id="20" fill="hold">
                            <p:stCondLst>
                              <p:cond delay="2000"/>
                            </p:stCondLst>
                            <p:childTnLst>
                              <p:par>
                                <p:cTn id="21" presetID="12" presetClass="entr" presetSubtype="2"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slide(fromRight)">
                                      <p:cBhvr>
                                        <p:cTn id="23" dur="500"/>
                                        <p:tgtEl>
                                          <p:spTgt spid="11"/>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slide(fromLeft)">
                                      <p:cBhvr>
                                        <p:cTn id="27" dur="500"/>
                                        <p:tgtEl>
                                          <p:spTgt spid="10"/>
                                        </p:tgtEl>
                                      </p:cBhvr>
                                    </p:animEffect>
                                  </p:childTnLst>
                                </p:cTn>
                              </p:par>
                            </p:childTnLst>
                          </p:cTn>
                        </p:par>
                        <p:par>
                          <p:cTn id="28" fill="hold">
                            <p:stCondLst>
                              <p:cond delay="3000"/>
                            </p:stCondLst>
                            <p:childTnLst>
                              <p:par>
                                <p:cTn id="29" presetID="12" presetClass="entr" presetSubtype="8" fill="hold" nodeType="after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slide(fromLeft)">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Straight Connector 8"/>
          <p:cNvCxnSpPr/>
          <p:nvPr/>
        </p:nvCxnSpPr>
        <p:spPr>
          <a:xfrm>
            <a:off x="6076907" y="0"/>
            <a:ext cx="18039" cy="6287581"/>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6038850" y="3699915"/>
            <a:ext cx="803180" cy="114300"/>
            <a:chOff x="4529137" y="2774961"/>
            <a:chExt cx="602385" cy="85726"/>
          </a:xfrm>
        </p:grpSpPr>
        <p:cxnSp>
          <p:nvCxnSpPr>
            <p:cNvPr id="49" name="Straight Connector 48"/>
            <p:cNvCxnSpPr>
              <a:stCxn id="52" idx="6"/>
              <a:endCxn id="24" idx="1"/>
            </p:cNvCxnSpPr>
            <p:nvPr/>
          </p:nvCxnSpPr>
          <p:spPr>
            <a:xfrm flipV="1">
              <a:off x="4614863" y="2810816"/>
              <a:ext cx="516659" cy="700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8" name="Group 99"/>
          <p:cNvGrpSpPr/>
          <p:nvPr/>
        </p:nvGrpSpPr>
        <p:grpSpPr>
          <a:xfrm>
            <a:off x="5325000" y="2277547"/>
            <a:ext cx="828138" cy="114301"/>
            <a:chOff x="3993758" y="1708160"/>
            <a:chExt cx="621105" cy="85726"/>
          </a:xfrm>
        </p:grpSpPr>
        <p:cxnSp>
          <p:nvCxnSpPr>
            <p:cNvPr id="46" name="Straight Connector 45"/>
            <p:cNvCxnSpPr>
              <a:stCxn id="14" idx="3"/>
              <a:endCxn id="53" idx="7"/>
            </p:cNvCxnSpPr>
            <p:nvPr/>
          </p:nvCxnSpPr>
          <p:spPr>
            <a:xfrm>
              <a:off x="3993758" y="1718248"/>
              <a:ext cx="608551" cy="2467"/>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0" name="Group 101"/>
          <p:cNvGrpSpPr/>
          <p:nvPr/>
        </p:nvGrpSpPr>
        <p:grpSpPr>
          <a:xfrm>
            <a:off x="5324998" y="5223947"/>
            <a:ext cx="828147" cy="114301"/>
            <a:chOff x="3993752" y="3917960"/>
            <a:chExt cx="621111" cy="85726"/>
          </a:xfrm>
        </p:grpSpPr>
        <p:cxnSp>
          <p:nvCxnSpPr>
            <p:cNvPr id="51" name="Straight Connector 50"/>
            <p:cNvCxnSpPr>
              <a:stCxn id="27" idx="3"/>
              <a:endCxn id="54" idx="6"/>
            </p:cNvCxnSpPr>
            <p:nvPr/>
          </p:nvCxnSpPr>
          <p:spPr>
            <a:xfrm flipV="1">
              <a:off x="3993752" y="3960823"/>
              <a:ext cx="621111" cy="58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5" name="Group 93"/>
          <p:cNvGrpSpPr/>
          <p:nvPr/>
        </p:nvGrpSpPr>
        <p:grpSpPr>
          <a:xfrm>
            <a:off x="615685" y="1699351"/>
            <a:ext cx="4709316" cy="1384995"/>
            <a:chOff x="461763" y="1274512"/>
            <a:chExt cx="3531987" cy="1038746"/>
          </a:xfrm>
        </p:grpSpPr>
        <p:sp>
          <p:nvSpPr>
            <p:cNvPr id="31" name="Rectangle 30"/>
            <p:cNvSpPr/>
            <p:nvPr/>
          </p:nvSpPr>
          <p:spPr>
            <a:xfrm>
              <a:off x="461763" y="1274512"/>
              <a:ext cx="2392511" cy="1038746"/>
            </a:xfrm>
            <a:prstGeom prst="rect">
              <a:avLst/>
            </a:prstGeom>
          </p:spPr>
          <p:txBody>
            <a:bodyPr wrap="square">
              <a:spAutoFit/>
            </a:bodyPr>
            <a:lstStyle/>
            <a:p>
              <a:pPr algn="ctr" rtl="1"/>
              <a:r>
                <a:rPr lang="ar-JO" sz="2800" b="1" dirty="0"/>
                <a:t>المواصفات الخاصة بأساليب الابحار داخل الكتاب الإلكتروني</a:t>
              </a:r>
              <a:endParaRPr lang="en-US" sz="2800" b="1" dirty="0">
                <a:solidFill>
                  <a:srgbClr val="000000"/>
                </a:solidFill>
              </a:endParaRPr>
            </a:p>
          </p:txBody>
        </p:sp>
        <p:grpSp>
          <p:nvGrpSpPr>
            <p:cNvPr id="18" name="Group 83"/>
            <p:cNvGrpSpPr/>
            <p:nvPr/>
          </p:nvGrpSpPr>
          <p:grpSpPr>
            <a:xfrm>
              <a:off x="3357554" y="1400166"/>
              <a:ext cx="636196" cy="636164"/>
              <a:chOff x="3357554" y="1400166"/>
              <a:chExt cx="636196" cy="636164"/>
            </a:xfrm>
          </p:grpSpPr>
          <p:sp>
            <p:nvSpPr>
              <p:cNvPr id="14" name="Rectangle 13"/>
              <p:cNvSpPr/>
              <p:nvPr/>
            </p:nvSpPr>
            <p:spPr>
              <a:xfrm>
                <a:off x="3357554" y="1400166"/>
                <a:ext cx="636196" cy="6361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9" name="Freeform 100"/>
              <p:cNvSpPr>
                <a:spLocks/>
              </p:cNvSpPr>
              <p:nvPr/>
            </p:nvSpPr>
            <p:spPr bwMode="auto">
              <a:xfrm>
                <a:off x="3500430" y="1571618"/>
                <a:ext cx="303570" cy="34205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grpSp>
        <p:nvGrpSpPr>
          <p:cNvPr id="22" name="Group 97"/>
          <p:cNvGrpSpPr/>
          <p:nvPr/>
        </p:nvGrpSpPr>
        <p:grpSpPr>
          <a:xfrm>
            <a:off x="566113" y="4553418"/>
            <a:ext cx="4758886" cy="1569660"/>
            <a:chOff x="239239" y="3415060"/>
            <a:chExt cx="3754511" cy="1177244"/>
          </a:xfrm>
        </p:grpSpPr>
        <p:sp>
          <p:nvSpPr>
            <p:cNvPr id="35" name="Rectangle 34"/>
            <p:cNvSpPr/>
            <p:nvPr/>
          </p:nvSpPr>
          <p:spPr>
            <a:xfrm>
              <a:off x="239239" y="3415060"/>
              <a:ext cx="2690736" cy="1177244"/>
            </a:xfrm>
            <a:prstGeom prst="rect">
              <a:avLst/>
            </a:prstGeom>
          </p:spPr>
          <p:txBody>
            <a:bodyPr wrap="square">
              <a:spAutoFit/>
            </a:bodyPr>
            <a:lstStyle/>
            <a:p>
              <a:pPr algn="ctr" rtl="1"/>
              <a:r>
                <a:rPr lang="en-US" sz="3200" b="1" dirty="0">
                  <a:solidFill>
                    <a:srgbClr val="000000"/>
                  </a:solidFill>
                </a:rPr>
                <a:t> </a:t>
              </a:r>
              <a:r>
                <a:rPr lang="ar-JO" sz="3200" b="1" dirty="0"/>
                <a:t>المواصفات الخاصة بالتقويم داخل الكتاب الإلكتروني</a:t>
              </a:r>
              <a:endParaRPr lang="en-US" sz="3200" b="1" dirty="0">
                <a:solidFill>
                  <a:srgbClr val="000000"/>
                </a:solidFill>
              </a:endParaRPr>
            </a:p>
          </p:txBody>
        </p:sp>
        <p:grpSp>
          <p:nvGrpSpPr>
            <p:cNvPr id="26" name="Group 86"/>
            <p:cNvGrpSpPr/>
            <p:nvPr/>
          </p:nvGrpSpPr>
          <p:grpSpPr>
            <a:xfrm>
              <a:off x="3357554" y="3643320"/>
              <a:ext cx="636196" cy="636164"/>
              <a:chOff x="3357554" y="3643320"/>
              <a:chExt cx="636196" cy="636164"/>
            </a:xfrm>
          </p:grpSpPr>
          <p:sp>
            <p:nvSpPr>
              <p:cNvPr id="27" name="Rectangle 26"/>
              <p:cNvSpPr/>
              <p:nvPr/>
            </p:nvSpPr>
            <p:spPr>
              <a:xfrm>
                <a:off x="3357554" y="3643320"/>
                <a:ext cx="636196" cy="63616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9" name="Group 67"/>
              <p:cNvGrpSpPr/>
              <p:nvPr/>
            </p:nvGrpSpPr>
            <p:grpSpPr>
              <a:xfrm>
                <a:off x="3428992" y="3857634"/>
                <a:ext cx="503238" cy="177800"/>
                <a:chOff x="1441430" y="4357700"/>
                <a:chExt cx="503238" cy="177800"/>
              </a:xfrm>
              <a:solidFill>
                <a:schemeClr val="bg1"/>
              </a:solidFill>
            </p:grpSpPr>
            <p:sp>
              <p:nvSpPr>
                <p:cNvPr id="64"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65"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66"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grpSp>
      <p:grpSp>
        <p:nvGrpSpPr>
          <p:cNvPr id="47" name="Group 96"/>
          <p:cNvGrpSpPr/>
          <p:nvPr/>
        </p:nvGrpSpPr>
        <p:grpSpPr>
          <a:xfrm>
            <a:off x="6842029" y="2915085"/>
            <a:ext cx="4677023" cy="1384995"/>
            <a:chOff x="5143504" y="2293925"/>
            <a:chExt cx="3507767" cy="1038745"/>
          </a:xfrm>
        </p:grpSpPr>
        <p:sp>
          <p:nvSpPr>
            <p:cNvPr id="39" name="Rectangle 38"/>
            <p:cNvSpPr/>
            <p:nvPr/>
          </p:nvSpPr>
          <p:spPr>
            <a:xfrm>
              <a:off x="6072214" y="2293925"/>
              <a:ext cx="2579057" cy="1038745"/>
            </a:xfrm>
            <a:prstGeom prst="rect">
              <a:avLst/>
            </a:prstGeom>
          </p:spPr>
          <p:txBody>
            <a:bodyPr wrap="square">
              <a:spAutoFit/>
            </a:bodyPr>
            <a:lstStyle/>
            <a:p>
              <a:pPr algn="ctr" rtl="1"/>
              <a:r>
                <a:rPr lang="ar-JO" sz="2800" b="1" dirty="0"/>
                <a:t>المواصفات الخاصة بتصميم واجهة التفاعل للكتاب الإلكتروني</a:t>
              </a:r>
              <a:endParaRPr lang="en-US" sz="2800" b="1" dirty="0">
                <a:solidFill>
                  <a:srgbClr val="000000"/>
                </a:solidFill>
              </a:endParaRPr>
            </a:p>
          </p:txBody>
        </p:sp>
        <p:grpSp>
          <p:nvGrpSpPr>
            <p:cNvPr id="50" name="Group 81"/>
            <p:cNvGrpSpPr/>
            <p:nvPr/>
          </p:nvGrpSpPr>
          <p:grpSpPr>
            <a:xfrm>
              <a:off x="5143504" y="2600321"/>
              <a:ext cx="636196" cy="636164"/>
              <a:chOff x="5143504" y="2600321"/>
              <a:chExt cx="636196" cy="636164"/>
            </a:xfrm>
          </p:grpSpPr>
          <p:sp>
            <p:nvSpPr>
              <p:cNvPr id="24" name="Rectangle 23"/>
              <p:cNvSpPr/>
              <p:nvPr/>
            </p:nvSpPr>
            <p:spPr>
              <a:xfrm>
                <a:off x="5143504" y="2600321"/>
                <a:ext cx="636196" cy="636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56" name="Group 78"/>
              <p:cNvGrpSpPr/>
              <p:nvPr/>
            </p:nvGrpSpPr>
            <p:grpSpPr>
              <a:xfrm>
                <a:off x="5333133" y="2643188"/>
                <a:ext cx="272454" cy="363686"/>
                <a:chOff x="1868971" y="2767277"/>
                <a:chExt cx="274694" cy="366676"/>
              </a:xfrm>
              <a:solidFill>
                <a:schemeClr val="bg1"/>
              </a:solidFill>
            </p:grpSpPr>
            <p:sp>
              <p:nvSpPr>
                <p:cNvPr id="8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8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grpSp>
      <p:sp>
        <p:nvSpPr>
          <p:cNvPr id="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60601481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000"/>
                            </p:stCondLst>
                            <p:childTnLst>
                              <p:par>
                                <p:cTn id="13" presetID="12" presetClass="entr" presetSubtype="2" fill="hold"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slide(fromRight)">
                                      <p:cBhvr>
                                        <p:cTn id="15" dur="500"/>
                                        <p:tgtEl>
                                          <p:spTgt spid="15"/>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slide(fromLeft)">
                                      <p:cBhvr>
                                        <p:cTn id="19" dur="500"/>
                                        <p:tgtEl>
                                          <p:spTgt spid="7"/>
                                        </p:tgtEl>
                                      </p:cBhvr>
                                    </p:animEffect>
                                  </p:childTnLst>
                                </p:cTn>
                              </p:par>
                            </p:childTnLst>
                          </p:cTn>
                        </p:par>
                        <p:par>
                          <p:cTn id="20" fill="hold">
                            <p:stCondLst>
                              <p:cond delay="2000"/>
                            </p:stCondLst>
                            <p:childTnLst>
                              <p:par>
                                <p:cTn id="21" presetID="12" presetClass="entr" presetSubtype="8" fill="hold" nodeType="after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slide(fromLeft)">
                                      <p:cBhvr>
                                        <p:cTn id="23" dur="500"/>
                                        <p:tgtEl>
                                          <p:spTgt spid="47"/>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slide(fromLeft)">
                                      <p:cBhvr>
                                        <p:cTn id="27" dur="500"/>
                                        <p:tgtEl>
                                          <p:spTgt spid="10"/>
                                        </p:tgtEl>
                                      </p:cBhvr>
                                    </p:animEffect>
                                  </p:childTnLst>
                                </p:cTn>
                              </p:par>
                            </p:childTnLst>
                          </p:cTn>
                        </p:par>
                        <p:par>
                          <p:cTn id="28" fill="hold">
                            <p:stCondLst>
                              <p:cond delay="3000"/>
                            </p:stCondLst>
                            <p:childTnLst>
                              <p:par>
                                <p:cTn id="29" presetID="12" presetClass="entr" presetSubtype="2" fill="hold" nodeType="after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slide(fromRight)">
                                      <p:cBhvr>
                                        <p:cTn id="3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25"/>
          <p:cNvSpPr/>
          <p:nvPr/>
        </p:nvSpPr>
        <p:spPr>
          <a:xfrm>
            <a:off x="4597545" y="2496639"/>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29"/>
          <p:cNvSpPr/>
          <p:nvPr/>
        </p:nvSpPr>
        <p:spPr>
          <a:xfrm rot="2700000">
            <a:off x="5358614" y="1779545"/>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Freeform 33"/>
          <p:cNvSpPr/>
          <p:nvPr/>
        </p:nvSpPr>
        <p:spPr>
          <a:xfrm flipH="1">
            <a:off x="7126428" y="2502989"/>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Freeform 34"/>
          <p:cNvSpPr/>
          <p:nvPr/>
        </p:nvSpPr>
        <p:spPr>
          <a:xfrm rot="18900000" flipH="1">
            <a:off x="6365359" y="1785895"/>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7" name="Freeform 36"/>
          <p:cNvSpPr/>
          <p:nvPr/>
        </p:nvSpPr>
        <p:spPr>
          <a:xfrm flipH="1" flipV="1">
            <a:off x="7120078" y="3633772"/>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8" name="Freeform 37"/>
          <p:cNvSpPr/>
          <p:nvPr/>
        </p:nvSpPr>
        <p:spPr>
          <a:xfrm rot="2700000" flipH="1" flipV="1">
            <a:off x="6359009" y="4350866"/>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0" name="Freeform 39"/>
          <p:cNvSpPr/>
          <p:nvPr/>
        </p:nvSpPr>
        <p:spPr>
          <a:xfrm flipV="1">
            <a:off x="4603895" y="3640122"/>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Freeform 40"/>
          <p:cNvSpPr/>
          <p:nvPr/>
        </p:nvSpPr>
        <p:spPr>
          <a:xfrm rot="18900000" flipV="1">
            <a:off x="5364964" y="4357216"/>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nvGrpSpPr>
          <p:cNvPr id="8" name="Group 7"/>
          <p:cNvGrpSpPr/>
          <p:nvPr/>
        </p:nvGrpSpPr>
        <p:grpSpPr>
          <a:xfrm>
            <a:off x="4221004" y="2133195"/>
            <a:ext cx="692928" cy="640080"/>
            <a:chOff x="4228147" y="2074893"/>
            <a:chExt cx="692928" cy="640080"/>
          </a:xfrm>
        </p:grpSpPr>
        <p:cxnSp>
          <p:nvCxnSpPr>
            <p:cNvPr id="14" name="Straight Connector 13"/>
            <p:cNvCxnSpPr/>
            <p:nvPr/>
          </p:nvCxnSpPr>
          <p:spPr>
            <a:xfrm rot="2700000" flipH="1">
              <a:off x="4601035" y="2394933"/>
              <a:ext cx="640080" cy="0"/>
            </a:xfrm>
            <a:prstGeom prst="line">
              <a:avLst/>
            </a:prstGeom>
            <a:ln w="19050" cap="sq">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4228147" y="2166249"/>
              <a:ext cx="466625" cy="0"/>
            </a:xfrm>
            <a:prstGeom prst="line">
              <a:avLst/>
            </a:prstGeom>
            <a:ln w="19050">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1" name="Group 20"/>
          <p:cNvGrpSpPr/>
          <p:nvPr/>
        </p:nvGrpSpPr>
        <p:grpSpPr>
          <a:xfrm flipV="1">
            <a:off x="4228147" y="4398946"/>
            <a:ext cx="864389" cy="640080"/>
            <a:chOff x="4056686" y="2074893"/>
            <a:chExt cx="864389" cy="640080"/>
          </a:xfrm>
        </p:grpSpPr>
        <p:cxnSp>
          <p:nvCxnSpPr>
            <p:cNvPr id="22" name="Straight Connector 21"/>
            <p:cNvCxnSpPr/>
            <p:nvPr/>
          </p:nvCxnSpPr>
          <p:spPr>
            <a:xfrm rot="2700000" flipH="1">
              <a:off x="4601035" y="2394933"/>
              <a:ext cx="640080" cy="0"/>
            </a:xfrm>
            <a:prstGeom prst="line">
              <a:avLst/>
            </a:prstGeom>
            <a:ln w="19050" cap="sq">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H="1" flipV="1">
              <a:off x="4056686" y="2166249"/>
              <a:ext cx="638087" cy="0"/>
            </a:xfrm>
            <a:prstGeom prst="line">
              <a:avLst/>
            </a:prstGeom>
            <a:ln w="19050">
              <a:solidFill>
                <a:schemeClr val="accent5"/>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flipH="1">
            <a:off x="7184356" y="1956981"/>
            <a:ext cx="859240" cy="640080"/>
            <a:chOff x="4061835" y="2074893"/>
            <a:chExt cx="859240" cy="640080"/>
          </a:xfrm>
        </p:grpSpPr>
        <p:cxnSp>
          <p:nvCxnSpPr>
            <p:cNvPr id="27" name="Straight Connector 26"/>
            <p:cNvCxnSpPr/>
            <p:nvPr/>
          </p:nvCxnSpPr>
          <p:spPr>
            <a:xfrm rot="2700000" flipH="1">
              <a:off x="4601035" y="2394933"/>
              <a:ext cx="640080" cy="0"/>
            </a:xfrm>
            <a:prstGeom prst="line">
              <a:avLst/>
            </a:prstGeom>
            <a:ln w="19050" cap="sq">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a:off x="4061835" y="2166249"/>
              <a:ext cx="632937" cy="0"/>
            </a:xfrm>
            <a:prstGeom prst="line">
              <a:avLst/>
            </a:prstGeom>
            <a:ln w="19050">
              <a:solidFill>
                <a:schemeClr val="accent1"/>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flipH="1" flipV="1">
            <a:off x="7357394" y="4207978"/>
            <a:ext cx="864002" cy="640080"/>
            <a:chOff x="4057073" y="2074893"/>
            <a:chExt cx="864002" cy="640080"/>
          </a:xfrm>
        </p:grpSpPr>
        <p:cxnSp>
          <p:nvCxnSpPr>
            <p:cNvPr id="32" name="Straight Connector 31"/>
            <p:cNvCxnSpPr/>
            <p:nvPr/>
          </p:nvCxnSpPr>
          <p:spPr>
            <a:xfrm rot="2700000" flipH="1">
              <a:off x="4601035" y="2394933"/>
              <a:ext cx="640080" cy="0"/>
            </a:xfrm>
            <a:prstGeom prst="line">
              <a:avLst/>
            </a:prstGeom>
            <a:ln w="19050" cap="sq">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flipV="1">
              <a:off x="4057073" y="2166249"/>
              <a:ext cx="637699" cy="0"/>
            </a:xfrm>
            <a:prstGeom prst="line">
              <a:avLst/>
            </a:prstGeom>
            <a:ln w="19050">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9" name="Group 8"/>
          <p:cNvGrpSpPr/>
          <p:nvPr/>
        </p:nvGrpSpPr>
        <p:grpSpPr>
          <a:xfrm>
            <a:off x="533043" y="1605365"/>
            <a:ext cx="3728412" cy="1695740"/>
            <a:chOff x="1039338" y="1605365"/>
            <a:chExt cx="3222116" cy="1695740"/>
          </a:xfrm>
        </p:grpSpPr>
        <p:sp>
          <p:nvSpPr>
            <p:cNvPr id="44" name="Title 13"/>
            <p:cNvSpPr txBox="1">
              <a:spLocks/>
            </p:cNvSpPr>
            <p:nvPr/>
          </p:nvSpPr>
          <p:spPr>
            <a:xfrm>
              <a:off x="1039338" y="1605365"/>
              <a:ext cx="2542926" cy="1695740"/>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JO" sz="2800" b="1" dirty="0"/>
                <a:t>معايير سهولة الاستخدام: مثل درجة تماسك النص والخط، وتوفر قنوات اتصال</a:t>
              </a:r>
              <a:endParaRPr lang="en-US" sz="2800" b="1" dirty="0">
                <a:solidFill>
                  <a:prstClr val="black">
                    <a:lumMod val="65000"/>
                    <a:lumOff val="35000"/>
                  </a:prstClr>
                </a:solidFill>
              </a:endParaRPr>
            </a:p>
          </p:txBody>
        </p:sp>
        <p:sp>
          <p:nvSpPr>
            <p:cNvPr id="46" name="Rectangle 45"/>
            <p:cNvSpPr/>
            <p:nvPr/>
          </p:nvSpPr>
          <p:spPr>
            <a:xfrm>
              <a:off x="3582264" y="2003711"/>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4EA6DC"/>
                  </a:solidFill>
                  <a:latin typeface="FontAwesome" pitchFamily="2" charset="0"/>
                </a:rPr>
                <a:t></a:t>
              </a:r>
              <a:endParaRPr lang="en-US" sz="3000" dirty="0">
                <a:ln w="0">
                  <a:noFill/>
                </a:ln>
                <a:solidFill>
                  <a:srgbClr val="4EA6DC"/>
                </a:solidFill>
                <a:latin typeface="Calibri" panose="020F0502020204030204"/>
              </a:endParaRPr>
            </a:p>
          </p:txBody>
        </p:sp>
      </p:grpSp>
      <p:grpSp>
        <p:nvGrpSpPr>
          <p:cNvPr id="6" name="Group 5"/>
          <p:cNvGrpSpPr/>
          <p:nvPr/>
        </p:nvGrpSpPr>
        <p:grpSpPr>
          <a:xfrm>
            <a:off x="620367" y="4664717"/>
            <a:ext cx="3641087" cy="1313423"/>
            <a:chOff x="620367" y="4664717"/>
            <a:chExt cx="3641087" cy="1313423"/>
          </a:xfrm>
        </p:grpSpPr>
        <p:sp>
          <p:nvSpPr>
            <p:cNvPr id="53" name="Title 13"/>
            <p:cNvSpPr txBox="1">
              <a:spLocks/>
            </p:cNvSpPr>
            <p:nvPr/>
          </p:nvSpPr>
          <p:spPr>
            <a:xfrm>
              <a:off x="620367" y="4664717"/>
              <a:ext cx="3069853" cy="1313423"/>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JO" sz="2800" b="1" dirty="0"/>
                <a:t>معايير التصميم التعليمي: مثل ذكر الحقائق، ووجود تقييم مناسب، وتغذية راجعة مناسبة</a:t>
              </a:r>
              <a:endParaRPr lang="en-US" sz="2800" b="1" dirty="0">
                <a:solidFill>
                  <a:prstClr val="black">
                    <a:lumMod val="65000"/>
                    <a:lumOff val="35000"/>
                  </a:prstClr>
                </a:solidFill>
              </a:endParaRPr>
            </a:p>
          </p:txBody>
        </p:sp>
        <p:sp>
          <p:nvSpPr>
            <p:cNvPr id="54" name="Rectangle 53"/>
            <p:cNvSpPr/>
            <p:nvPr/>
          </p:nvSpPr>
          <p:spPr>
            <a:xfrm>
              <a:off x="3582264" y="4738277"/>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8971E1"/>
                  </a:solidFill>
                  <a:latin typeface="FontAwesome" pitchFamily="2" charset="0"/>
                </a:rPr>
                <a:t></a:t>
              </a:r>
              <a:endParaRPr lang="en-US" sz="3000" dirty="0">
                <a:ln w="0">
                  <a:noFill/>
                </a:ln>
                <a:solidFill>
                  <a:srgbClr val="8971E1"/>
                </a:solidFill>
                <a:latin typeface="Calibri" panose="020F0502020204030204"/>
              </a:endParaRPr>
            </a:p>
          </p:txBody>
        </p:sp>
      </p:grpSp>
      <p:grpSp>
        <p:nvGrpSpPr>
          <p:cNvPr id="5" name="Group 4"/>
          <p:cNvGrpSpPr/>
          <p:nvPr/>
        </p:nvGrpSpPr>
        <p:grpSpPr>
          <a:xfrm>
            <a:off x="8052592" y="1711370"/>
            <a:ext cx="3887152" cy="1368996"/>
            <a:chOff x="8052592" y="1711370"/>
            <a:chExt cx="3887152" cy="1368996"/>
          </a:xfrm>
        </p:grpSpPr>
        <p:sp>
          <p:nvSpPr>
            <p:cNvPr id="57" name="Title 13"/>
            <p:cNvSpPr txBox="1">
              <a:spLocks/>
            </p:cNvSpPr>
            <p:nvPr/>
          </p:nvSpPr>
          <p:spPr>
            <a:xfrm flipH="1">
              <a:off x="8569987" y="1711370"/>
              <a:ext cx="3369757" cy="1368996"/>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JO" sz="2800" b="1" dirty="0"/>
                <a:t>المعايير التربوية: مثل تنظيم المادة التعليمية وصياغة الأهداف، ومناسبة المحتوى لمستوى المتعلمين</a:t>
              </a:r>
              <a:endParaRPr lang="en-US" sz="2800" b="1" dirty="0">
                <a:solidFill>
                  <a:prstClr val="black">
                    <a:lumMod val="65000"/>
                    <a:lumOff val="35000"/>
                  </a:prstClr>
                </a:solidFill>
              </a:endParaRPr>
            </a:p>
          </p:txBody>
        </p:sp>
        <p:sp>
          <p:nvSpPr>
            <p:cNvPr id="58" name="Rectangle 57"/>
            <p:cNvSpPr/>
            <p:nvPr/>
          </p:nvSpPr>
          <p:spPr>
            <a:xfrm flipH="1">
              <a:off x="8052592" y="1812351"/>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E32D91"/>
                  </a:solidFill>
                  <a:latin typeface="FontAwesome" pitchFamily="2" charset="0"/>
                </a:rPr>
                <a:t></a:t>
              </a:r>
              <a:endParaRPr lang="en-US" sz="3000" dirty="0">
                <a:ln w="0">
                  <a:noFill/>
                </a:ln>
                <a:solidFill>
                  <a:srgbClr val="E32D91"/>
                </a:solidFill>
                <a:latin typeface="Calibri" panose="020F0502020204030204"/>
              </a:endParaRPr>
            </a:p>
          </p:txBody>
        </p:sp>
      </p:grpSp>
      <p:grpSp>
        <p:nvGrpSpPr>
          <p:cNvPr id="3" name="Group 2"/>
          <p:cNvGrpSpPr/>
          <p:nvPr/>
        </p:nvGrpSpPr>
        <p:grpSpPr>
          <a:xfrm>
            <a:off x="8230392" y="4270383"/>
            <a:ext cx="3625372" cy="1707758"/>
            <a:chOff x="8230392" y="4270383"/>
            <a:chExt cx="3625372" cy="1707758"/>
          </a:xfrm>
        </p:grpSpPr>
        <p:sp>
          <p:nvSpPr>
            <p:cNvPr id="65" name="Title 13"/>
            <p:cNvSpPr txBox="1">
              <a:spLocks/>
            </p:cNvSpPr>
            <p:nvPr/>
          </p:nvSpPr>
          <p:spPr>
            <a:xfrm flipH="1">
              <a:off x="9098334" y="4270383"/>
              <a:ext cx="2757430" cy="1707758"/>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JO" sz="2800" b="1" dirty="0"/>
                <a:t>المعايير الفنية: وتشمل المعايير الفنية للصوت، والصورة، واللون، والنص داخل الكتاب الإلكتروني</a:t>
              </a:r>
              <a:endParaRPr lang="en-US" sz="2800" b="1" dirty="0">
                <a:solidFill>
                  <a:prstClr val="black">
                    <a:lumMod val="65000"/>
                    <a:lumOff val="35000"/>
                  </a:prstClr>
                </a:solidFill>
              </a:endParaRPr>
            </a:p>
          </p:txBody>
        </p:sp>
        <p:sp>
          <p:nvSpPr>
            <p:cNvPr id="66" name="Rectangle 65"/>
            <p:cNvSpPr/>
            <p:nvPr/>
          </p:nvSpPr>
          <p:spPr>
            <a:xfrm flipH="1">
              <a:off x="8230392" y="4532717"/>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4EA6DC"/>
                  </a:solidFill>
                  <a:latin typeface="FontAwesome" pitchFamily="2" charset="0"/>
                </a:rPr>
                <a:t></a:t>
              </a:r>
              <a:endParaRPr lang="en-US" sz="3000" dirty="0">
                <a:ln w="0">
                  <a:noFill/>
                </a:ln>
                <a:solidFill>
                  <a:srgbClr val="4EA6DC"/>
                </a:solidFill>
                <a:latin typeface="Calibri" panose="020F0502020204030204"/>
              </a:endParaRPr>
            </a:p>
          </p:txBody>
        </p:sp>
      </p:grpSp>
      <p:sp>
        <p:nvSpPr>
          <p:cNvPr id="59" name="Title 2"/>
          <p:cNvSpPr txBox="1">
            <a:spLocks/>
          </p:cNvSpPr>
          <p:nvPr/>
        </p:nvSpPr>
        <p:spPr>
          <a:xfrm>
            <a:off x="2795638" y="425474"/>
            <a:ext cx="8324829" cy="548850"/>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r" rtl="1"/>
            <a:r>
              <a:rPr lang="ar-JO" sz="4400" u="sng" dirty="0">
                <a:solidFill>
                  <a:srgbClr val="00B0F0"/>
                </a:solidFill>
              </a:rPr>
              <a:t>4. </a:t>
            </a:r>
            <a:r>
              <a:rPr lang="ar-SA" sz="4400" u="sng" dirty="0">
                <a:solidFill>
                  <a:srgbClr val="00B0F0"/>
                </a:solidFill>
              </a:rPr>
              <a:t>معايير إنتاج الكتاب الالكتروني </a:t>
            </a:r>
            <a:endParaRPr lang="en-US" sz="4400" u="sng" dirty="0">
              <a:solidFill>
                <a:srgbClr val="00B0F0"/>
              </a:solidFill>
            </a:endParaRPr>
          </a:p>
        </p:txBody>
      </p:sp>
      <p:sp>
        <p:nvSpPr>
          <p:cNvPr id="3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19581970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animEffect transition="in" filter="fade">
                                      <p:cBhvr>
                                        <p:cTn id="13" dur="500"/>
                                        <p:tgtEl>
                                          <p:spTgt spid="35"/>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fade">
                                      <p:cBhvr>
                                        <p:cTn id="17" dur="500"/>
                                        <p:tgtEl>
                                          <p:spTgt spid="34"/>
                                        </p:tgtEl>
                                      </p:cBhvr>
                                    </p:animEffect>
                                  </p:childTnLst>
                                </p:cTn>
                              </p:par>
                            </p:childTnLst>
                          </p:cTn>
                        </p:par>
                        <p:par>
                          <p:cTn id="18" fill="hold">
                            <p:stCondLst>
                              <p:cond delay="1000"/>
                            </p:stCondLst>
                            <p:childTnLst>
                              <p:par>
                                <p:cTn id="19" presetID="10" presetClass="entr" presetSubtype="0" fill="hold" grpId="0" nodeType="after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fade">
                                      <p:cBhvr>
                                        <p:cTn id="21" dur="500"/>
                                        <p:tgtEl>
                                          <p:spTgt spid="37"/>
                                        </p:tgtEl>
                                      </p:cBhvr>
                                    </p:animEffect>
                                  </p:childTnLst>
                                </p:cTn>
                              </p:par>
                              <p:par>
                                <p:cTn id="22" presetID="10" presetClass="entr" presetSubtype="0" fill="hold" nodeType="withEffect">
                                  <p:stCondLst>
                                    <p:cond delay="0"/>
                                  </p:stCondLst>
                                  <p:childTnLst>
                                    <p:set>
                                      <p:cBhvr>
                                        <p:cTn id="23" dur="1" fill="hold">
                                          <p:stCondLst>
                                            <p:cond delay="0"/>
                                          </p:stCondLst>
                                        </p:cTn>
                                        <p:tgtEl>
                                          <p:spTgt spid="31"/>
                                        </p:tgtEl>
                                        <p:attrNameLst>
                                          <p:attrName>style.visibility</p:attrName>
                                        </p:attrNameLst>
                                      </p:cBhvr>
                                      <p:to>
                                        <p:strVal val="visible"/>
                                      </p:to>
                                    </p:set>
                                    <p:animEffect transition="in" filter="fade">
                                      <p:cBhvr>
                                        <p:cTn id="24" dur="500"/>
                                        <p:tgtEl>
                                          <p:spTgt spid="31"/>
                                        </p:tgtEl>
                                      </p:cBhvr>
                                    </p:animEffect>
                                  </p:childTnLst>
                                </p:cTn>
                              </p:par>
                              <p:par>
                                <p:cTn id="25" presetID="10" presetClass="entr" presetSubtype="0"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8"/>
                                        </p:tgtEl>
                                        <p:attrNameLst>
                                          <p:attrName>style.visibility</p:attrName>
                                        </p:attrNameLst>
                                      </p:cBhvr>
                                      <p:to>
                                        <p:strVal val="visible"/>
                                      </p:to>
                                    </p:set>
                                    <p:animEffect transition="in" filter="fade">
                                      <p:cBhvr>
                                        <p:cTn id="30" dur="500"/>
                                        <p:tgtEl>
                                          <p:spTgt spid="38"/>
                                        </p:tgtEl>
                                      </p:cBhvr>
                                    </p:animEffect>
                                  </p:childTnLst>
                                </p:cTn>
                              </p:par>
                            </p:childTnLst>
                          </p:cTn>
                        </p:par>
                        <p:par>
                          <p:cTn id="31" fill="hold">
                            <p:stCondLst>
                              <p:cond delay="1500"/>
                            </p:stCondLst>
                            <p:childTnLst>
                              <p:par>
                                <p:cTn id="32" presetID="10" presetClass="entr" presetSubtype="0" fill="hold" grpId="0" nodeType="afterEffect">
                                  <p:stCondLst>
                                    <p:cond delay="0"/>
                                  </p:stCondLst>
                                  <p:childTnLst>
                                    <p:set>
                                      <p:cBhvr>
                                        <p:cTn id="33" dur="1" fill="hold">
                                          <p:stCondLst>
                                            <p:cond delay="0"/>
                                          </p:stCondLst>
                                        </p:cTn>
                                        <p:tgtEl>
                                          <p:spTgt spid="41"/>
                                        </p:tgtEl>
                                        <p:attrNameLst>
                                          <p:attrName>style.visibility</p:attrName>
                                        </p:attrNameLst>
                                      </p:cBhvr>
                                      <p:to>
                                        <p:strVal val="visible"/>
                                      </p:to>
                                    </p:set>
                                    <p:animEffect transition="in" filter="fade">
                                      <p:cBhvr>
                                        <p:cTn id="34" dur="500"/>
                                        <p:tgtEl>
                                          <p:spTgt spid="41"/>
                                        </p:tgtEl>
                                      </p:cBhvr>
                                    </p:animEffect>
                                  </p:childTnLst>
                                </p:cTn>
                              </p:par>
                              <p:par>
                                <p:cTn id="35" presetID="10" presetClass="entr" presetSubtype="0" fill="hold"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par>
                                <p:cTn id="38" presetID="10" presetClass="entr" presetSubtype="0" fill="hold" nodeType="with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500"/>
                                        <p:tgtEl>
                                          <p:spTgt spid="6"/>
                                        </p:tgtEl>
                                      </p:cBhvr>
                                    </p:animEffect>
                                  </p:childTnLst>
                                </p:cTn>
                              </p:par>
                            </p:childTnLst>
                          </p:cTn>
                        </p:par>
                        <p:par>
                          <p:cTn id="41" fill="hold">
                            <p:stCondLst>
                              <p:cond delay="2000"/>
                            </p:stCondLst>
                            <p:childTnLst>
                              <p:par>
                                <p:cTn id="42" presetID="10" presetClass="entr" presetSubtype="0" fill="hold" grpId="0" nodeType="afterEffect">
                                  <p:stCondLst>
                                    <p:cond delay="0"/>
                                  </p:stCondLst>
                                  <p:childTnLst>
                                    <p:set>
                                      <p:cBhvr>
                                        <p:cTn id="43" dur="1" fill="hold">
                                          <p:stCondLst>
                                            <p:cond delay="0"/>
                                          </p:stCondLst>
                                        </p:cTn>
                                        <p:tgtEl>
                                          <p:spTgt spid="40"/>
                                        </p:tgtEl>
                                        <p:attrNameLst>
                                          <p:attrName>style.visibility</p:attrName>
                                        </p:attrNameLst>
                                      </p:cBhvr>
                                      <p:to>
                                        <p:strVal val="visible"/>
                                      </p:to>
                                    </p:set>
                                    <p:animEffect transition="in" filter="fade">
                                      <p:cBhvr>
                                        <p:cTn id="44" dur="500"/>
                                        <p:tgtEl>
                                          <p:spTgt spid="40"/>
                                        </p:tgtEl>
                                      </p:cBhvr>
                                    </p:animEffect>
                                  </p:childTnLst>
                                </p:cTn>
                              </p:par>
                            </p:childTnLst>
                          </p:cTn>
                        </p:par>
                        <p:par>
                          <p:cTn id="45" fill="hold">
                            <p:stCondLst>
                              <p:cond delay="2500"/>
                            </p:stCondLst>
                            <p:childTnLst>
                              <p:par>
                                <p:cTn id="46" presetID="10" presetClass="entr" presetSubtype="0" fill="hold" grpId="0" nodeType="after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500"/>
                                        <p:tgtEl>
                                          <p:spTgt spid="26"/>
                                        </p:tgtEl>
                                      </p:cBhvr>
                                    </p:animEffect>
                                  </p:childTnLst>
                                </p:cTn>
                              </p:par>
                              <p:par>
                                <p:cTn id="49" presetID="10" presetClass="entr" presetSubtype="0" fill="hold" nodeType="with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fade">
                                      <p:cBhvr>
                                        <p:cTn id="51" dur="500"/>
                                        <p:tgtEl>
                                          <p:spTgt spid="8"/>
                                        </p:tgtEl>
                                      </p:cBhvr>
                                    </p:animEffect>
                                  </p:childTnLst>
                                </p:cTn>
                              </p:par>
                              <p:par>
                                <p:cTn id="52" presetID="10" presetClass="entr" presetSubtype="0" fill="hold" nodeType="withEffect">
                                  <p:stCondLst>
                                    <p:cond delay="0"/>
                                  </p:stCondLst>
                                  <p:childTnLst>
                                    <p:set>
                                      <p:cBhvr>
                                        <p:cTn id="53" dur="1" fill="hold">
                                          <p:stCondLst>
                                            <p:cond delay="0"/>
                                          </p:stCondLst>
                                        </p:cTn>
                                        <p:tgtEl>
                                          <p:spTgt spid="9"/>
                                        </p:tgtEl>
                                        <p:attrNameLst>
                                          <p:attrName>style.visibility</p:attrName>
                                        </p:attrNameLst>
                                      </p:cBhvr>
                                      <p:to>
                                        <p:strVal val="visible"/>
                                      </p:to>
                                    </p:set>
                                    <p:animEffect transition="in" filter="fade">
                                      <p:cBhvr>
                                        <p:cTn id="54" dur="500"/>
                                        <p:tgtEl>
                                          <p:spTgt spid="9"/>
                                        </p:tgtEl>
                                      </p:cBhvr>
                                    </p:animEffect>
                                  </p:childTnLst>
                                </p:cTn>
                              </p:par>
                            </p:childTnLst>
                          </p:cTn>
                        </p:par>
                        <p:par>
                          <p:cTn id="55" fill="hold">
                            <p:stCondLst>
                              <p:cond delay="3000"/>
                            </p:stCondLst>
                            <p:childTnLst>
                              <p:par>
                                <p:cTn id="56" presetID="10" presetClass="entr" presetSubtype="0" fill="hold" grpId="0" nodeType="afterEffect">
                                  <p:stCondLst>
                                    <p:cond delay="0"/>
                                  </p:stCondLst>
                                  <p:childTnLst>
                                    <p:set>
                                      <p:cBhvr>
                                        <p:cTn id="57" dur="1" fill="hold">
                                          <p:stCondLst>
                                            <p:cond delay="0"/>
                                          </p:stCondLst>
                                        </p:cTn>
                                        <p:tgtEl>
                                          <p:spTgt spid="30"/>
                                        </p:tgtEl>
                                        <p:attrNameLst>
                                          <p:attrName>style.visibility</p:attrName>
                                        </p:attrNameLst>
                                      </p:cBhvr>
                                      <p:to>
                                        <p:strVal val="visible"/>
                                      </p:to>
                                    </p:set>
                                    <p:animEffect transition="in" filter="fade">
                                      <p:cBhvr>
                                        <p:cTn id="58"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30" grpId="0" animBg="1"/>
      <p:bldP spid="34" grpId="0" animBg="1"/>
      <p:bldP spid="35" grpId="0" animBg="1"/>
      <p:bldP spid="37" grpId="0" animBg="1"/>
      <p:bldP spid="38" grpId="0" animBg="1"/>
      <p:bldP spid="40" grpId="0" animBg="1"/>
      <p:bldP spid="41"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1"/>
          <p:cNvGrpSpPr/>
          <p:nvPr/>
        </p:nvGrpSpPr>
        <p:grpSpPr>
          <a:xfrm>
            <a:off x="4006346" y="4179150"/>
            <a:ext cx="4446920" cy="2058332"/>
            <a:chOff x="3004760" y="3134362"/>
            <a:chExt cx="3335190" cy="1543749"/>
          </a:xfrm>
        </p:grpSpPr>
        <p:sp>
          <p:nvSpPr>
            <p:cNvPr id="2" name="Rectangle 1"/>
            <p:cNvSpPr/>
            <p:nvPr/>
          </p:nvSpPr>
          <p:spPr>
            <a:xfrm>
              <a:off x="3004760" y="3639365"/>
              <a:ext cx="3335190" cy="1038746"/>
            </a:xfrm>
            <a:prstGeom prst="rect">
              <a:avLst/>
            </a:prstGeom>
          </p:spPr>
          <p:txBody>
            <a:bodyPr wrap="square">
              <a:spAutoFit/>
            </a:bodyPr>
            <a:lstStyle/>
            <a:p>
              <a:pPr algn="ctr" fontAlgn="auto">
                <a:spcBef>
                  <a:spcPts val="0"/>
                </a:spcBef>
                <a:spcAft>
                  <a:spcPts val="0"/>
                </a:spcAft>
              </a:pPr>
              <a:r>
                <a:rPr lang="ar-SA" sz="2800" b="1" dirty="0"/>
                <a:t>عدم توفر أجهزة قراءة الكتاب الإلكتروني في الجامعات والمدارس والمكتبات</a:t>
              </a:r>
              <a:endParaRPr lang="id-ID"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 name="Rectangle 2"/>
            <p:cNvSpPr/>
            <p:nvPr/>
          </p:nvSpPr>
          <p:spPr>
            <a:xfrm>
              <a:off x="4353508" y="3134362"/>
              <a:ext cx="363321" cy="484748"/>
            </a:xfrm>
            <a:prstGeom prst="rect">
              <a:avLst/>
            </a:prstGeom>
          </p:spPr>
          <p:txBody>
            <a:bodyPr wrap="none">
              <a:spAutoFit/>
            </a:bodyPr>
            <a:lstStyle/>
            <a:p>
              <a:pPr algn="ctr" fontAlgn="auto">
                <a:spcBef>
                  <a:spcPts val="0"/>
                </a:spcBef>
                <a:spcAft>
                  <a:spcPts val="0"/>
                </a:spcAft>
              </a:pPr>
              <a:r>
                <a:rPr lang="ar-SA" sz="3600" b="1" dirty="0" smtClean="0">
                  <a:solidFill>
                    <a:srgbClr val="C00000"/>
                  </a:solidFill>
                  <a:latin typeface="Open Sans" pitchFamily="34" charset="0"/>
                  <a:ea typeface="Open Sans" pitchFamily="34" charset="0"/>
                  <a:cs typeface="Open Sans" pitchFamily="34" charset="0"/>
                </a:rPr>
                <a:t>ب</a:t>
              </a:r>
              <a:endParaRPr lang="en-US" sz="3600" b="1" dirty="0">
                <a:solidFill>
                  <a:srgbClr val="C00000"/>
                </a:solidFill>
                <a:latin typeface="Open Sans" pitchFamily="34" charset="0"/>
                <a:ea typeface="Open Sans" pitchFamily="34" charset="0"/>
                <a:cs typeface="Open Sans" pitchFamily="34" charset="0"/>
              </a:endParaRPr>
            </a:p>
          </p:txBody>
        </p:sp>
      </p:grpSp>
      <p:sp>
        <p:nvSpPr>
          <p:cNvPr id="7" name="Rectangle 6"/>
          <p:cNvSpPr/>
          <p:nvPr/>
        </p:nvSpPr>
        <p:spPr>
          <a:xfrm>
            <a:off x="1142966" y="190502"/>
            <a:ext cx="9906069" cy="769441"/>
          </a:xfrm>
          <a:prstGeom prst="rect">
            <a:avLst/>
          </a:prstGeom>
        </p:spPr>
        <p:txBody>
          <a:bodyPr wrap="square">
            <a:spAutoFit/>
          </a:bodyPr>
          <a:lstStyle/>
          <a:p>
            <a:pPr algn="r" rtl="1"/>
            <a:r>
              <a:rPr lang="ar-JO" sz="4400" b="1" u="sng" dirty="0">
                <a:solidFill>
                  <a:srgbClr val="00B0F0"/>
                </a:solidFill>
              </a:rPr>
              <a:t>5. </a:t>
            </a:r>
            <a:r>
              <a:rPr lang="ar-SA" sz="4400" b="1" u="sng" dirty="0">
                <a:solidFill>
                  <a:srgbClr val="00B0F0"/>
                </a:solidFill>
              </a:rPr>
              <a:t>عيوب ومعوقات الكتاب الإلكتروني</a:t>
            </a:r>
            <a:endParaRPr lang="en-US" sz="4400" u="sng" dirty="0">
              <a:solidFill>
                <a:srgbClr val="00B0F0"/>
              </a:solidFill>
            </a:endParaRPr>
          </a:p>
        </p:txBody>
      </p:sp>
      <p:grpSp>
        <p:nvGrpSpPr>
          <p:cNvPr id="15" name="Group 50"/>
          <p:cNvGrpSpPr/>
          <p:nvPr/>
        </p:nvGrpSpPr>
        <p:grpSpPr>
          <a:xfrm>
            <a:off x="8453269" y="4174253"/>
            <a:ext cx="3452983" cy="2168532"/>
            <a:chOff x="6339952" y="3130684"/>
            <a:chExt cx="2589737" cy="1626396"/>
          </a:xfrm>
        </p:grpSpPr>
        <p:sp>
          <p:nvSpPr>
            <p:cNvPr id="11" name="Rectangle 10"/>
            <p:cNvSpPr/>
            <p:nvPr/>
          </p:nvSpPr>
          <p:spPr>
            <a:xfrm>
              <a:off x="6339952" y="3718335"/>
              <a:ext cx="2589737" cy="1038745"/>
            </a:xfrm>
            <a:prstGeom prst="rect">
              <a:avLst/>
            </a:prstGeom>
          </p:spPr>
          <p:txBody>
            <a:bodyPr wrap="square">
              <a:spAutoFit/>
            </a:bodyPr>
            <a:lstStyle/>
            <a:p>
              <a:pPr algn="ctr" rtl="1"/>
              <a:r>
                <a:rPr lang="ar-SA" sz="2800" b="1" dirty="0"/>
                <a:t>ارتفاع سعر الكتاب الإلكتروني وصعوبة استعماله</a:t>
              </a:r>
              <a:endParaRPr lang="en-US" sz="2800" b="1" dirty="0">
                <a:solidFill>
                  <a:srgbClr val="000000"/>
                </a:solidFill>
              </a:endParaRPr>
            </a:p>
          </p:txBody>
        </p:sp>
        <p:sp>
          <p:nvSpPr>
            <p:cNvPr id="12" name="Rectangle 11"/>
            <p:cNvSpPr/>
            <p:nvPr/>
          </p:nvSpPr>
          <p:spPr>
            <a:xfrm>
              <a:off x="7319723" y="3130684"/>
              <a:ext cx="338073" cy="484747"/>
            </a:xfrm>
            <a:prstGeom prst="rect">
              <a:avLst/>
            </a:prstGeom>
          </p:spPr>
          <p:txBody>
            <a:bodyPr wrap="none">
              <a:spAutoFit/>
            </a:bodyPr>
            <a:lstStyle/>
            <a:p>
              <a:pPr algn="ctr" fontAlgn="auto">
                <a:spcBef>
                  <a:spcPts val="0"/>
                </a:spcBef>
                <a:spcAft>
                  <a:spcPts val="0"/>
                </a:spcAft>
              </a:pPr>
              <a:r>
                <a:rPr lang="ar-SA" sz="3600" b="1" dirty="0" smtClean="0">
                  <a:solidFill>
                    <a:srgbClr val="C00000"/>
                  </a:solidFill>
                  <a:latin typeface="Open Sans" pitchFamily="34" charset="0"/>
                  <a:ea typeface="Open Sans" pitchFamily="34" charset="0"/>
                  <a:cs typeface="Open Sans" pitchFamily="34" charset="0"/>
                </a:rPr>
                <a:t>ج</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18" name="Group 52"/>
          <p:cNvGrpSpPr/>
          <p:nvPr/>
        </p:nvGrpSpPr>
        <p:grpSpPr>
          <a:xfrm>
            <a:off x="393483" y="4168955"/>
            <a:ext cx="3530092" cy="1685617"/>
            <a:chOff x="295112" y="3126718"/>
            <a:chExt cx="2647569" cy="1264214"/>
          </a:xfrm>
        </p:grpSpPr>
        <p:sp>
          <p:nvSpPr>
            <p:cNvPr id="13" name="Rectangle 12"/>
            <p:cNvSpPr/>
            <p:nvPr/>
          </p:nvSpPr>
          <p:spPr>
            <a:xfrm>
              <a:off x="295112" y="3675351"/>
              <a:ext cx="2647569" cy="715581"/>
            </a:xfrm>
            <a:prstGeom prst="rect">
              <a:avLst/>
            </a:prstGeom>
          </p:spPr>
          <p:txBody>
            <a:bodyPr wrap="square">
              <a:spAutoFit/>
            </a:bodyPr>
            <a:lstStyle/>
            <a:p>
              <a:pPr algn="ctr" fontAlgn="auto">
                <a:spcBef>
                  <a:spcPts val="0"/>
                </a:spcBef>
                <a:spcAft>
                  <a:spcPts val="0"/>
                </a:spcAft>
              </a:pPr>
              <a:r>
                <a:rPr lang="ar-JO" sz="2800" b="1" dirty="0"/>
                <a:t>عدم قناعة القراء بجودة الكتاب الإلكتروني</a:t>
              </a:r>
              <a:endParaRPr lang="id-ID"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14" name="Rectangle 13"/>
            <p:cNvSpPr/>
            <p:nvPr/>
          </p:nvSpPr>
          <p:spPr>
            <a:xfrm>
              <a:off x="1537575" y="3126718"/>
              <a:ext cx="213039" cy="484749"/>
            </a:xfrm>
            <a:prstGeom prst="rect">
              <a:avLst/>
            </a:prstGeom>
          </p:spPr>
          <p:txBody>
            <a:bodyPr wrap="none">
              <a:spAutoFit/>
            </a:bodyPr>
            <a:lstStyle/>
            <a:p>
              <a:pPr algn="ctr" fontAlgn="auto">
                <a:spcBef>
                  <a:spcPts val="0"/>
                </a:spcBef>
                <a:spcAft>
                  <a:spcPts val="0"/>
                </a:spcAft>
              </a:pPr>
              <a:r>
                <a:rPr lang="ar-SA" sz="3600" b="1" dirty="0" smtClean="0">
                  <a:solidFill>
                    <a:srgbClr val="C00000"/>
                  </a:solidFill>
                  <a:latin typeface="Open Sans" pitchFamily="34" charset="0"/>
                  <a:ea typeface="Open Sans" pitchFamily="34" charset="0"/>
                  <a:cs typeface="Open Sans" pitchFamily="34" charset="0"/>
                </a:rPr>
                <a:t>أ</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21" name="Group 49"/>
          <p:cNvGrpSpPr/>
          <p:nvPr/>
        </p:nvGrpSpPr>
        <p:grpSpPr>
          <a:xfrm>
            <a:off x="1844889" y="2666995"/>
            <a:ext cx="8288435" cy="719675"/>
            <a:chOff x="1383667" y="2000246"/>
            <a:chExt cx="6216326" cy="539756"/>
          </a:xfrm>
        </p:grpSpPr>
        <p:grpSp>
          <p:nvGrpSpPr>
            <p:cNvPr id="24" name="Group 14"/>
            <p:cNvGrpSpPr/>
            <p:nvPr/>
          </p:nvGrpSpPr>
          <p:grpSpPr>
            <a:xfrm>
              <a:off x="4830092" y="2000246"/>
              <a:ext cx="472285" cy="539756"/>
              <a:chOff x="4786314" y="3540133"/>
              <a:chExt cx="411163" cy="469901"/>
            </a:xfrm>
            <a:solidFill>
              <a:schemeClr val="bg1">
                <a:lumMod val="85000"/>
              </a:schemeClr>
            </a:solidFill>
          </p:grpSpPr>
          <p:sp>
            <p:nvSpPr>
              <p:cNvPr id="1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1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27" name="Group 17"/>
            <p:cNvGrpSpPr/>
            <p:nvPr/>
          </p:nvGrpSpPr>
          <p:grpSpPr>
            <a:xfrm>
              <a:off x="5404496" y="2000246"/>
              <a:ext cx="472285" cy="539756"/>
              <a:chOff x="4786314" y="3540133"/>
              <a:chExt cx="411163" cy="469901"/>
            </a:xfrm>
            <a:solidFill>
              <a:schemeClr val="bg1">
                <a:lumMod val="85000"/>
              </a:schemeClr>
            </a:solidFill>
          </p:grpSpPr>
          <p:sp>
            <p:nvSpPr>
              <p:cNvPr id="19"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20"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30" name="Group 20"/>
            <p:cNvGrpSpPr/>
            <p:nvPr/>
          </p:nvGrpSpPr>
          <p:grpSpPr>
            <a:xfrm>
              <a:off x="5978900" y="2000246"/>
              <a:ext cx="472285" cy="539756"/>
              <a:chOff x="4786314" y="3540133"/>
              <a:chExt cx="411163" cy="469901"/>
            </a:xfrm>
            <a:solidFill>
              <a:schemeClr val="bg1">
                <a:lumMod val="85000"/>
              </a:schemeClr>
            </a:solidFill>
          </p:grpSpPr>
          <p:sp>
            <p:nvSpPr>
              <p:cNvPr id="22"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23"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33" name="Group 23"/>
            <p:cNvGrpSpPr/>
            <p:nvPr/>
          </p:nvGrpSpPr>
          <p:grpSpPr>
            <a:xfrm>
              <a:off x="6553304" y="2000246"/>
              <a:ext cx="472285" cy="539756"/>
              <a:chOff x="4786314" y="3540133"/>
              <a:chExt cx="411163" cy="469901"/>
            </a:xfrm>
            <a:solidFill>
              <a:schemeClr val="bg1">
                <a:lumMod val="85000"/>
              </a:schemeClr>
            </a:solidFill>
          </p:grpSpPr>
          <p:sp>
            <p:nvSpPr>
              <p:cNvPr id="25"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26"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36" name="Group 26"/>
            <p:cNvGrpSpPr/>
            <p:nvPr/>
          </p:nvGrpSpPr>
          <p:grpSpPr>
            <a:xfrm>
              <a:off x="7127708" y="2000246"/>
              <a:ext cx="472285" cy="539756"/>
              <a:chOff x="4786314" y="3540133"/>
              <a:chExt cx="411163" cy="469901"/>
            </a:xfrm>
            <a:solidFill>
              <a:schemeClr val="bg1">
                <a:lumMod val="85000"/>
              </a:schemeClr>
            </a:solidFill>
          </p:grpSpPr>
          <p:sp>
            <p:nvSpPr>
              <p:cNvPr id="28"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29"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39" name="Group 29"/>
            <p:cNvGrpSpPr/>
            <p:nvPr/>
          </p:nvGrpSpPr>
          <p:grpSpPr>
            <a:xfrm>
              <a:off x="1958071" y="2000246"/>
              <a:ext cx="472285" cy="539756"/>
              <a:chOff x="4786314" y="3540133"/>
              <a:chExt cx="411163" cy="469901"/>
            </a:xfrm>
            <a:solidFill>
              <a:schemeClr val="bg1">
                <a:lumMod val="85000"/>
              </a:schemeClr>
            </a:solidFill>
          </p:grpSpPr>
          <p:sp>
            <p:nvSpPr>
              <p:cNvPr id="31"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32"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42" name="Group 32"/>
            <p:cNvGrpSpPr/>
            <p:nvPr/>
          </p:nvGrpSpPr>
          <p:grpSpPr>
            <a:xfrm>
              <a:off x="2532475" y="2000246"/>
              <a:ext cx="472285" cy="539756"/>
              <a:chOff x="4786314" y="3540133"/>
              <a:chExt cx="411163" cy="469901"/>
            </a:xfrm>
            <a:solidFill>
              <a:schemeClr val="bg1">
                <a:lumMod val="85000"/>
              </a:schemeClr>
            </a:solidFill>
          </p:grpSpPr>
          <p:sp>
            <p:nvSpPr>
              <p:cNvPr id="34"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35"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45" name="Group 35"/>
            <p:cNvGrpSpPr/>
            <p:nvPr/>
          </p:nvGrpSpPr>
          <p:grpSpPr>
            <a:xfrm>
              <a:off x="3106879" y="2000246"/>
              <a:ext cx="472285" cy="539756"/>
              <a:chOff x="4786314" y="3540133"/>
              <a:chExt cx="411163" cy="469901"/>
            </a:xfrm>
            <a:solidFill>
              <a:schemeClr val="bg1">
                <a:lumMod val="85000"/>
              </a:schemeClr>
            </a:solidFill>
          </p:grpSpPr>
          <p:sp>
            <p:nvSpPr>
              <p:cNvPr id="37"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38"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50" name="Group 38"/>
            <p:cNvGrpSpPr/>
            <p:nvPr/>
          </p:nvGrpSpPr>
          <p:grpSpPr>
            <a:xfrm>
              <a:off x="3681283" y="2000246"/>
              <a:ext cx="472285" cy="539756"/>
              <a:chOff x="4786314" y="3540133"/>
              <a:chExt cx="411163" cy="469901"/>
            </a:xfrm>
            <a:solidFill>
              <a:schemeClr val="bg1">
                <a:lumMod val="85000"/>
              </a:schemeClr>
            </a:solidFill>
          </p:grpSpPr>
          <p:sp>
            <p:nvSpPr>
              <p:cNvPr id="40"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41"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51" name="Group 41"/>
            <p:cNvGrpSpPr/>
            <p:nvPr/>
          </p:nvGrpSpPr>
          <p:grpSpPr>
            <a:xfrm>
              <a:off x="4255687" y="2000246"/>
              <a:ext cx="472285" cy="539756"/>
              <a:chOff x="4786314" y="3540133"/>
              <a:chExt cx="411163" cy="469901"/>
            </a:xfrm>
          </p:grpSpPr>
          <p:sp>
            <p:nvSpPr>
              <p:cNvPr id="43"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44"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52" name="Group 44"/>
            <p:cNvGrpSpPr/>
            <p:nvPr/>
          </p:nvGrpSpPr>
          <p:grpSpPr>
            <a:xfrm>
              <a:off x="1383667" y="2000246"/>
              <a:ext cx="472285" cy="539756"/>
              <a:chOff x="4786314" y="3540133"/>
              <a:chExt cx="411163" cy="469901"/>
            </a:xfrm>
            <a:solidFill>
              <a:schemeClr val="bg1">
                <a:lumMod val="85000"/>
              </a:schemeClr>
            </a:solidFill>
          </p:grpSpPr>
          <p:sp>
            <p:nvSpPr>
              <p:cNvPr id="4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4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grpSp>
        <p:nvGrpSpPr>
          <p:cNvPr id="55" name="Group 54"/>
          <p:cNvGrpSpPr/>
          <p:nvPr/>
        </p:nvGrpSpPr>
        <p:grpSpPr>
          <a:xfrm>
            <a:off x="2000221" y="3620560"/>
            <a:ext cx="8001056" cy="476253"/>
            <a:chOff x="1500166" y="2715420"/>
            <a:chExt cx="6000792" cy="357190"/>
          </a:xfrm>
        </p:grpSpPr>
        <p:cxnSp>
          <p:nvCxnSpPr>
            <p:cNvPr id="4" name="Straight Connector 3"/>
            <p:cNvCxnSpPr/>
            <p:nvPr/>
          </p:nvCxnSpPr>
          <p:spPr>
            <a:xfrm rot="5400000">
              <a:off x="4321967" y="2893221"/>
              <a:ext cx="357190"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rot="10800000">
              <a:off x="1500166"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4500562"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8855761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slide(fromBottom)">
                                      <p:cBhvr>
                                        <p:cTn id="7" dur="500"/>
                                        <p:tgtEl>
                                          <p:spTgt spid="21"/>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slide(fromBottom)">
                                      <p:cBhvr>
                                        <p:cTn id="11" dur="500"/>
                                        <p:tgtEl>
                                          <p:spTgt spid="55"/>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slide(fromTop)">
                                      <p:cBhvr>
                                        <p:cTn id="15" dur="500"/>
                                        <p:tgtEl>
                                          <p:spTgt spid="18"/>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slide(fromTop)">
                                      <p:cBhvr>
                                        <p:cTn id="19" dur="500"/>
                                        <p:tgtEl>
                                          <p:spTgt spid="6"/>
                                        </p:tgtEl>
                                      </p:cBhvr>
                                    </p:animEffect>
                                  </p:childTnLst>
                                </p:cTn>
                              </p:par>
                            </p:childTnLst>
                          </p:cTn>
                        </p:par>
                        <p:par>
                          <p:cTn id="20" fill="hold">
                            <p:stCondLst>
                              <p:cond delay="2000"/>
                            </p:stCondLst>
                            <p:childTnLst>
                              <p:par>
                                <p:cTn id="21" presetID="12" presetClass="entr" presetSubtype="1" fill="hold"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slide(fromTop)">
                                      <p:cBhvr>
                                        <p:cTn id="2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1"/>
          <p:cNvGrpSpPr/>
          <p:nvPr/>
        </p:nvGrpSpPr>
        <p:grpSpPr>
          <a:xfrm>
            <a:off x="4383205" y="3874739"/>
            <a:ext cx="3544889" cy="1874359"/>
            <a:chOff x="3287405" y="2906053"/>
            <a:chExt cx="2658667" cy="1405769"/>
          </a:xfrm>
        </p:grpSpPr>
        <p:sp>
          <p:nvSpPr>
            <p:cNvPr id="2" name="Rectangle 1"/>
            <p:cNvSpPr/>
            <p:nvPr/>
          </p:nvSpPr>
          <p:spPr>
            <a:xfrm>
              <a:off x="3287405" y="3411575"/>
              <a:ext cx="2658667" cy="900247"/>
            </a:xfrm>
            <a:prstGeom prst="rect">
              <a:avLst/>
            </a:prstGeom>
          </p:spPr>
          <p:txBody>
            <a:bodyPr wrap="square">
              <a:spAutoFit/>
            </a:bodyPr>
            <a:lstStyle/>
            <a:p>
              <a:pPr algn="ctr" fontAlgn="auto">
                <a:spcBef>
                  <a:spcPts val="0"/>
                </a:spcBef>
                <a:spcAft>
                  <a:spcPts val="0"/>
                </a:spcAft>
              </a:pPr>
              <a:r>
                <a:rPr lang="ar-SA" sz="2400" b="1" dirty="0"/>
                <a:t>ارتفاع ثمن أجهزة قراءة الكتاب الإلكتروني وهذا ما يمثل عبء على القراء البسطاء</a:t>
              </a:r>
              <a:endParaRPr lang="id-ID" sz="24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 name="Rectangle 2"/>
            <p:cNvSpPr/>
            <p:nvPr/>
          </p:nvSpPr>
          <p:spPr>
            <a:xfrm>
              <a:off x="4414833" y="2906053"/>
              <a:ext cx="257522" cy="484748"/>
            </a:xfrm>
            <a:prstGeom prst="rect">
              <a:avLst/>
            </a:prstGeom>
          </p:spPr>
          <p:txBody>
            <a:bodyPr wrap="none">
              <a:spAutoFit/>
            </a:bodyPr>
            <a:lstStyle/>
            <a:p>
              <a:pPr algn="ctr" fontAlgn="auto">
                <a:spcBef>
                  <a:spcPts val="0"/>
                </a:spcBef>
                <a:spcAft>
                  <a:spcPts val="0"/>
                </a:spcAft>
              </a:pPr>
              <a:r>
                <a:rPr lang="ar-SA" sz="3600" b="1" dirty="0" smtClean="0">
                  <a:solidFill>
                    <a:srgbClr val="C00000"/>
                  </a:solidFill>
                  <a:latin typeface="Open Sans" pitchFamily="34" charset="0"/>
                  <a:ea typeface="Open Sans" pitchFamily="34" charset="0"/>
                  <a:cs typeface="Open Sans" pitchFamily="34" charset="0"/>
                </a:rPr>
                <a:t>ه</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10" name="Group 5"/>
          <p:cNvGrpSpPr/>
          <p:nvPr/>
        </p:nvGrpSpPr>
        <p:grpSpPr>
          <a:xfrm>
            <a:off x="1142966" y="190502"/>
            <a:ext cx="9906069" cy="707886"/>
            <a:chOff x="857224" y="142876"/>
            <a:chExt cx="7429552" cy="530914"/>
          </a:xfrm>
        </p:grpSpPr>
        <p:sp>
          <p:nvSpPr>
            <p:cNvPr id="7" name="Rectangle 6"/>
            <p:cNvSpPr/>
            <p:nvPr/>
          </p:nvSpPr>
          <p:spPr>
            <a:xfrm>
              <a:off x="857224" y="142876"/>
              <a:ext cx="7429552" cy="530914"/>
            </a:xfrm>
            <a:prstGeom prst="rect">
              <a:avLst/>
            </a:prstGeom>
          </p:spPr>
          <p:txBody>
            <a:bodyPr wrap="square">
              <a:spAutoFit/>
            </a:bodyPr>
            <a:lstStyle/>
            <a:p>
              <a:pPr algn="r" rtl="1"/>
              <a:r>
                <a:rPr lang="ar-JO" sz="4000" b="1" u="sng" dirty="0">
                  <a:solidFill>
                    <a:srgbClr val="00B0F0"/>
                  </a:solidFill>
                </a:rPr>
                <a:t>5. </a:t>
              </a:r>
              <a:r>
                <a:rPr lang="ar-SA" sz="4000" b="1" u="sng" dirty="0">
                  <a:solidFill>
                    <a:srgbClr val="00B0F0"/>
                  </a:solidFill>
                </a:rPr>
                <a:t>عيوب ومعوقات الكتاب الإلكتروني</a:t>
              </a:r>
              <a:endParaRPr lang="en-US" sz="4000" u="sng" dirty="0">
                <a:solidFill>
                  <a:srgbClr val="00B0F0"/>
                </a:solidFill>
              </a:endParaRPr>
            </a:p>
          </p:txBody>
        </p:sp>
        <p:cxnSp>
          <p:nvCxnSpPr>
            <p:cNvPr id="8" name="Straight Connector 7"/>
            <p:cNvCxnSpPr/>
            <p:nvPr/>
          </p:nvCxnSpPr>
          <p:spPr>
            <a:xfrm rot="5400000">
              <a:off x="1815328" y="434782"/>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rot="5400000">
              <a:off x="6981106" y="414983"/>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 name="Group 50"/>
          <p:cNvGrpSpPr/>
          <p:nvPr/>
        </p:nvGrpSpPr>
        <p:grpSpPr>
          <a:xfrm>
            <a:off x="8395058" y="3868393"/>
            <a:ext cx="3452983" cy="2255381"/>
            <a:chOff x="6296294" y="2901290"/>
            <a:chExt cx="2589737" cy="1691533"/>
          </a:xfrm>
        </p:grpSpPr>
        <p:sp>
          <p:nvSpPr>
            <p:cNvPr id="11" name="Rectangle 10"/>
            <p:cNvSpPr/>
            <p:nvPr/>
          </p:nvSpPr>
          <p:spPr>
            <a:xfrm>
              <a:off x="6296294" y="3415580"/>
              <a:ext cx="2589737" cy="1177243"/>
            </a:xfrm>
            <a:prstGeom prst="rect">
              <a:avLst/>
            </a:prstGeom>
          </p:spPr>
          <p:txBody>
            <a:bodyPr wrap="square">
              <a:spAutoFit/>
            </a:bodyPr>
            <a:lstStyle/>
            <a:p>
              <a:pPr algn="ctr" rtl="1"/>
              <a:r>
                <a:rPr lang="ar-SA" sz="2400" b="1" dirty="0"/>
                <a:t>بعض الكتب التي تسمح لقرائها بتعديل محتواها قد تتسبب في تحوير الأفكار الرئيسية لصاحب الكتاب ونسبها لغيره</a:t>
              </a:r>
              <a:endParaRPr lang="en-US" sz="2400" b="1" dirty="0">
                <a:solidFill>
                  <a:srgbClr val="000000"/>
                </a:solidFill>
              </a:endParaRPr>
            </a:p>
          </p:txBody>
        </p:sp>
        <p:sp>
          <p:nvSpPr>
            <p:cNvPr id="12" name="Rectangle 11"/>
            <p:cNvSpPr/>
            <p:nvPr/>
          </p:nvSpPr>
          <p:spPr>
            <a:xfrm>
              <a:off x="7353562" y="2901290"/>
              <a:ext cx="294792" cy="484747"/>
            </a:xfrm>
            <a:prstGeom prst="rect">
              <a:avLst/>
            </a:prstGeom>
          </p:spPr>
          <p:txBody>
            <a:bodyPr wrap="none">
              <a:spAutoFit/>
            </a:bodyPr>
            <a:lstStyle/>
            <a:p>
              <a:pPr algn="ctr" fontAlgn="auto">
                <a:spcBef>
                  <a:spcPts val="0"/>
                </a:spcBef>
                <a:spcAft>
                  <a:spcPts val="0"/>
                </a:spcAft>
              </a:pPr>
              <a:r>
                <a:rPr lang="ar-SA" sz="3600" b="1" dirty="0" smtClean="0">
                  <a:solidFill>
                    <a:srgbClr val="C00000"/>
                  </a:solidFill>
                  <a:latin typeface="Open Sans" pitchFamily="34" charset="0"/>
                  <a:ea typeface="Open Sans" pitchFamily="34" charset="0"/>
                  <a:cs typeface="Open Sans" pitchFamily="34" charset="0"/>
                </a:rPr>
                <a:t>و</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18" name="Group 52"/>
          <p:cNvGrpSpPr/>
          <p:nvPr/>
        </p:nvGrpSpPr>
        <p:grpSpPr>
          <a:xfrm>
            <a:off x="304509" y="3761681"/>
            <a:ext cx="4078696" cy="2525959"/>
            <a:chOff x="228381" y="2821264"/>
            <a:chExt cx="3059022" cy="1894472"/>
          </a:xfrm>
        </p:grpSpPr>
        <p:sp>
          <p:nvSpPr>
            <p:cNvPr id="13" name="Rectangle 12"/>
            <p:cNvSpPr/>
            <p:nvPr/>
          </p:nvSpPr>
          <p:spPr>
            <a:xfrm>
              <a:off x="228381" y="3261491"/>
              <a:ext cx="3059022" cy="1454245"/>
            </a:xfrm>
            <a:prstGeom prst="rect">
              <a:avLst/>
            </a:prstGeom>
          </p:spPr>
          <p:txBody>
            <a:bodyPr wrap="square">
              <a:spAutoFit/>
            </a:bodyPr>
            <a:lstStyle/>
            <a:p>
              <a:pPr algn="ctr" fontAlgn="auto">
                <a:spcBef>
                  <a:spcPts val="0"/>
                </a:spcBef>
                <a:spcAft>
                  <a:spcPts val="0"/>
                </a:spcAft>
              </a:pPr>
              <a:r>
                <a:rPr lang="ar-SA" sz="2400" b="1" dirty="0"/>
                <a:t>قد لا يكون هناك توافق في البرمجيات والتنسيقات المختلفة في الكتاب الإلكتروني وإنه يحتاج إلى تغذية كهربائية وقد تمنع طباعته ونسخ مقتطفات منه</a:t>
              </a:r>
              <a:endParaRPr lang="id-ID" sz="24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14" name="Rectangle 13"/>
            <p:cNvSpPr/>
            <p:nvPr/>
          </p:nvSpPr>
          <p:spPr>
            <a:xfrm>
              <a:off x="1286468" y="2821264"/>
              <a:ext cx="257523" cy="484749"/>
            </a:xfrm>
            <a:prstGeom prst="rect">
              <a:avLst/>
            </a:prstGeom>
          </p:spPr>
          <p:txBody>
            <a:bodyPr wrap="none">
              <a:spAutoFit/>
            </a:bodyPr>
            <a:lstStyle/>
            <a:p>
              <a:pPr algn="ctr" fontAlgn="auto">
                <a:spcBef>
                  <a:spcPts val="0"/>
                </a:spcBef>
                <a:spcAft>
                  <a:spcPts val="0"/>
                </a:spcAft>
              </a:pPr>
              <a:r>
                <a:rPr lang="ar-SA" sz="3600" b="1" dirty="0" smtClean="0">
                  <a:solidFill>
                    <a:srgbClr val="C00000"/>
                  </a:solidFill>
                  <a:latin typeface="Open Sans" pitchFamily="34" charset="0"/>
                  <a:ea typeface="Open Sans" pitchFamily="34" charset="0"/>
                  <a:cs typeface="Open Sans" pitchFamily="34" charset="0"/>
                </a:rPr>
                <a:t>د</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21" name="Group 49"/>
          <p:cNvGrpSpPr/>
          <p:nvPr/>
        </p:nvGrpSpPr>
        <p:grpSpPr>
          <a:xfrm>
            <a:off x="1844889" y="2666995"/>
            <a:ext cx="8288435" cy="719675"/>
            <a:chOff x="1383667" y="2000246"/>
            <a:chExt cx="6216326" cy="539756"/>
          </a:xfrm>
        </p:grpSpPr>
        <p:grpSp>
          <p:nvGrpSpPr>
            <p:cNvPr id="24" name="Group 14"/>
            <p:cNvGrpSpPr/>
            <p:nvPr/>
          </p:nvGrpSpPr>
          <p:grpSpPr>
            <a:xfrm>
              <a:off x="4830092" y="2000246"/>
              <a:ext cx="472285" cy="539756"/>
              <a:chOff x="4786314" y="3540133"/>
              <a:chExt cx="411163" cy="469901"/>
            </a:xfrm>
            <a:solidFill>
              <a:schemeClr val="bg1">
                <a:lumMod val="85000"/>
              </a:schemeClr>
            </a:solidFill>
          </p:grpSpPr>
          <p:sp>
            <p:nvSpPr>
              <p:cNvPr id="1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1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27" name="Group 17"/>
            <p:cNvGrpSpPr/>
            <p:nvPr/>
          </p:nvGrpSpPr>
          <p:grpSpPr>
            <a:xfrm>
              <a:off x="5404496" y="2000246"/>
              <a:ext cx="472285" cy="539756"/>
              <a:chOff x="4786314" y="3540133"/>
              <a:chExt cx="411163" cy="469901"/>
            </a:xfrm>
            <a:solidFill>
              <a:schemeClr val="bg1">
                <a:lumMod val="85000"/>
              </a:schemeClr>
            </a:solidFill>
          </p:grpSpPr>
          <p:sp>
            <p:nvSpPr>
              <p:cNvPr id="19"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20"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30" name="Group 20"/>
            <p:cNvGrpSpPr/>
            <p:nvPr/>
          </p:nvGrpSpPr>
          <p:grpSpPr>
            <a:xfrm>
              <a:off x="5978900" y="2000246"/>
              <a:ext cx="472285" cy="539756"/>
              <a:chOff x="4786314" y="3540133"/>
              <a:chExt cx="411163" cy="469901"/>
            </a:xfrm>
            <a:solidFill>
              <a:schemeClr val="bg1">
                <a:lumMod val="85000"/>
              </a:schemeClr>
            </a:solidFill>
          </p:grpSpPr>
          <p:sp>
            <p:nvSpPr>
              <p:cNvPr id="22"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23"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33" name="Group 23"/>
            <p:cNvGrpSpPr/>
            <p:nvPr/>
          </p:nvGrpSpPr>
          <p:grpSpPr>
            <a:xfrm>
              <a:off x="6553304" y="2000246"/>
              <a:ext cx="472285" cy="539756"/>
              <a:chOff x="4786314" y="3540133"/>
              <a:chExt cx="411163" cy="469901"/>
            </a:xfrm>
            <a:solidFill>
              <a:schemeClr val="bg1">
                <a:lumMod val="85000"/>
              </a:schemeClr>
            </a:solidFill>
          </p:grpSpPr>
          <p:sp>
            <p:nvSpPr>
              <p:cNvPr id="25"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26"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36" name="Group 26"/>
            <p:cNvGrpSpPr/>
            <p:nvPr/>
          </p:nvGrpSpPr>
          <p:grpSpPr>
            <a:xfrm>
              <a:off x="7127708" y="2000246"/>
              <a:ext cx="472285" cy="539756"/>
              <a:chOff x="4786314" y="3540133"/>
              <a:chExt cx="411163" cy="469901"/>
            </a:xfrm>
            <a:solidFill>
              <a:schemeClr val="bg1">
                <a:lumMod val="85000"/>
              </a:schemeClr>
            </a:solidFill>
          </p:grpSpPr>
          <p:sp>
            <p:nvSpPr>
              <p:cNvPr id="28"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29"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39" name="Group 29"/>
            <p:cNvGrpSpPr/>
            <p:nvPr/>
          </p:nvGrpSpPr>
          <p:grpSpPr>
            <a:xfrm>
              <a:off x="1958071" y="2000246"/>
              <a:ext cx="472285" cy="539756"/>
              <a:chOff x="4786314" y="3540133"/>
              <a:chExt cx="411163" cy="469901"/>
            </a:xfrm>
            <a:solidFill>
              <a:schemeClr val="bg1">
                <a:lumMod val="85000"/>
              </a:schemeClr>
            </a:solidFill>
          </p:grpSpPr>
          <p:sp>
            <p:nvSpPr>
              <p:cNvPr id="31"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32"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42" name="Group 32"/>
            <p:cNvGrpSpPr/>
            <p:nvPr/>
          </p:nvGrpSpPr>
          <p:grpSpPr>
            <a:xfrm>
              <a:off x="2532475" y="2000246"/>
              <a:ext cx="472285" cy="539756"/>
              <a:chOff x="4786314" y="3540133"/>
              <a:chExt cx="411163" cy="469901"/>
            </a:xfrm>
            <a:solidFill>
              <a:schemeClr val="bg1">
                <a:lumMod val="85000"/>
              </a:schemeClr>
            </a:solidFill>
          </p:grpSpPr>
          <p:sp>
            <p:nvSpPr>
              <p:cNvPr id="34"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35"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45" name="Group 35"/>
            <p:cNvGrpSpPr/>
            <p:nvPr/>
          </p:nvGrpSpPr>
          <p:grpSpPr>
            <a:xfrm>
              <a:off x="3106879" y="2000246"/>
              <a:ext cx="472285" cy="539756"/>
              <a:chOff x="4786314" y="3540133"/>
              <a:chExt cx="411163" cy="469901"/>
            </a:xfrm>
            <a:solidFill>
              <a:schemeClr val="bg1">
                <a:lumMod val="85000"/>
              </a:schemeClr>
            </a:solidFill>
          </p:grpSpPr>
          <p:sp>
            <p:nvSpPr>
              <p:cNvPr id="37"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38"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50" name="Group 38"/>
            <p:cNvGrpSpPr/>
            <p:nvPr/>
          </p:nvGrpSpPr>
          <p:grpSpPr>
            <a:xfrm>
              <a:off x="3681283" y="2000246"/>
              <a:ext cx="472285" cy="539756"/>
              <a:chOff x="4786314" y="3540133"/>
              <a:chExt cx="411163" cy="469901"/>
            </a:xfrm>
            <a:solidFill>
              <a:schemeClr val="bg1">
                <a:lumMod val="85000"/>
              </a:schemeClr>
            </a:solidFill>
          </p:grpSpPr>
          <p:sp>
            <p:nvSpPr>
              <p:cNvPr id="40"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41"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51" name="Group 41"/>
            <p:cNvGrpSpPr/>
            <p:nvPr/>
          </p:nvGrpSpPr>
          <p:grpSpPr>
            <a:xfrm>
              <a:off x="4255687" y="2000246"/>
              <a:ext cx="472285" cy="539756"/>
              <a:chOff x="4786314" y="3540133"/>
              <a:chExt cx="411163" cy="469901"/>
            </a:xfrm>
          </p:grpSpPr>
          <p:sp>
            <p:nvSpPr>
              <p:cNvPr id="43"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44"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52" name="Group 44"/>
            <p:cNvGrpSpPr/>
            <p:nvPr/>
          </p:nvGrpSpPr>
          <p:grpSpPr>
            <a:xfrm>
              <a:off x="1383667" y="2000246"/>
              <a:ext cx="472285" cy="539756"/>
              <a:chOff x="4786314" y="3540133"/>
              <a:chExt cx="411163" cy="469901"/>
            </a:xfrm>
            <a:solidFill>
              <a:schemeClr val="bg1">
                <a:lumMod val="85000"/>
              </a:schemeClr>
            </a:solidFill>
          </p:grpSpPr>
          <p:sp>
            <p:nvSpPr>
              <p:cNvPr id="4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4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grpSp>
        <p:nvGrpSpPr>
          <p:cNvPr id="55" name="Group 54"/>
          <p:cNvGrpSpPr/>
          <p:nvPr/>
        </p:nvGrpSpPr>
        <p:grpSpPr>
          <a:xfrm>
            <a:off x="2000221" y="3620560"/>
            <a:ext cx="8001056" cy="476253"/>
            <a:chOff x="1500166" y="2715420"/>
            <a:chExt cx="6000792" cy="357190"/>
          </a:xfrm>
        </p:grpSpPr>
        <p:cxnSp>
          <p:nvCxnSpPr>
            <p:cNvPr id="4" name="Straight Connector 3"/>
            <p:cNvCxnSpPr/>
            <p:nvPr/>
          </p:nvCxnSpPr>
          <p:spPr>
            <a:xfrm rot="5400000">
              <a:off x="4321967" y="2893221"/>
              <a:ext cx="357190"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rot="10800000">
              <a:off x="1500166"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4500562"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43618877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slide(fromTop)">
                                      <p:cBhvr>
                                        <p:cTn id="7" dur="500"/>
                                        <p:tgtEl>
                                          <p:spTgt spid="10"/>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slide(fromBottom)">
                                      <p:cBhvr>
                                        <p:cTn id="11" dur="500"/>
                                        <p:tgtEl>
                                          <p:spTgt spid="21"/>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55"/>
                                        </p:tgtEl>
                                        <p:attrNameLst>
                                          <p:attrName>style.visibility</p:attrName>
                                        </p:attrNameLst>
                                      </p:cBhvr>
                                      <p:to>
                                        <p:strVal val="visible"/>
                                      </p:to>
                                    </p:set>
                                    <p:animEffect transition="in" filter="slide(fromBottom)">
                                      <p:cBhvr>
                                        <p:cTn id="15" dur="500"/>
                                        <p:tgtEl>
                                          <p:spTgt spid="55"/>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slide(fromTop)">
                                      <p:cBhvr>
                                        <p:cTn id="19" dur="500"/>
                                        <p:tgtEl>
                                          <p:spTgt spid="18"/>
                                        </p:tgtEl>
                                      </p:cBhvr>
                                    </p:animEffect>
                                  </p:childTnLst>
                                </p:cTn>
                              </p:par>
                            </p:childTnLst>
                          </p:cTn>
                        </p:par>
                        <p:par>
                          <p:cTn id="20" fill="hold">
                            <p:stCondLst>
                              <p:cond delay="2000"/>
                            </p:stCondLst>
                            <p:childTnLst>
                              <p:par>
                                <p:cTn id="21" presetID="12" presetClass="entr" presetSubtype="1"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slide(fromTop)">
                                      <p:cBhvr>
                                        <p:cTn id="23" dur="500"/>
                                        <p:tgtEl>
                                          <p:spTgt spid="6"/>
                                        </p:tgtEl>
                                      </p:cBhvr>
                                    </p:animEffect>
                                  </p:childTnLst>
                                </p:cTn>
                              </p:par>
                            </p:childTnLst>
                          </p:cTn>
                        </p:par>
                        <p:par>
                          <p:cTn id="24" fill="hold">
                            <p:stCondLst>
                              <p:cond delay="2500"/>
                            </p:stCondLst>
                            <p:childTnLst>
                              <p:par>
                                <p:cTn id="25" presetID="12" presetClass="entr" presetSubtype="1" fill="hold"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slide(fromTop)">
                                      <p:cBhvr>
                                        <p:cTn id="2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p:sp>
      <p:sp>
        <p:nvSpPr>
          <p:cNvPr id="4" name="Rectangle 3"/>
          <p:cNvSpPr/>
          <p:nvPr/>
        </p:nvSpPr>
        <p:spPr>
          <a:xfrm>
            <a:off x="0" y="1253274"/>
            <a:ext cx="12192001" cy="4351453"/>
          </a:xfrm>
          <a:prstGeom prst="rect">
            <a:avLst/>
          </a:prstGeom>
          <a:solidFill>
            <a:schemeClr val="tx2">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0" name="Group 9"/>
          <p:cNvGrpSpPr/>
          <p:nvPr/>
        </p:nvGrpSpPr>
        <p:grpSpPr>
          <a:xfrm>
            <a:off x="2516779" y="2766296"/>
            <a:ext cx="7475543" cy="1920684"/>
            <a:chOff x="2516778" y="1975815"/>
            <a:chExt cx="7475543" cy="1920684"/>
          </a:xfrm>
        </p:grpSpPr>
        <p:sp>
          <p:nvSpPr>
            <p:cNvPr id="5" name="TextBox 4"/>
            <p:cNvSpPr txBox="1"/>
            <p:nvPr/>
          </p:nvSpPr>
          <p:spPr>
            <a:xfrm>
              <a:off x="4809429" y="1975815"/>
              <a:ext cx="2696572" cy="830997"/>
            </a:xfrm>
            <a:prstGeom prst="rect">
              <a:avLst/>
            </a:prstGeom>
            <a:noFill/>
          </p:spPr>
          <p:txBody>
            <a:bodyPr wrap="none" rtlCol="0">
              <a:spAutoFit/>
            </a:bodyPr>
            <a:lstStyle/>
            <a:p>
              <a:pPr rtl="1"/>
              <a:r>
                <a:rPr lang="ar-SA" sz="4800" b="1" dirty="0">
                  <a:solidFill>
                    <a:schemeClr val="bg1"/>
                  </a:solidFill>
                </a:rPr>
                <a:t>الفصل الثاني</a:t>
              </a:r>
              <a:endParaRPr lang="en-US" sz="4800" dirty="0">
                <a:solidFill>
                  <a:schemeClr val="bg1"/>
                </a:solidFill>
              </a:endParaRPr>
            </a:p>
          </p:txBody>
        </p:sp>
        <p:sp>
          <p:nvSpPr>
            <p:cNvPr id="9" name="TextBox 8"/>
            <p:cNvSpPr txBox="1"/>
            <p:nvPr/>
          </p:nvSpPr>
          <p:spPr>
            <a:xfrm>
              <a:off x="2516778" y="3188613"/>
              <a:ext cx="7475543" cy="707886"/>
            </a:xfrm>
            <a:prstGeom prst="rect">
              <a:avLst/>
            </a:prstGeom>
            <a:noFill/>
          </p:spPr>
          <p:txBody>
            <a:bodyPr wrap="square" rtlCol="0">
              <a:spAutoFit/>
            </a:bodyPr>
            <a:lstStyle/>
            <a:p>
              <a:pPr marL="0" marR="0" algn="ctr" rtl="1">
                <a:spcBef>
                  <a:spcPts val="0"/>
                </a:spcBef>
                <a:spcAft>
                  <a:spcPts val="0"/>
                </a:spcAft>
              </a:pPr>
              <a:r>
                <a:rPr lang="ar-SA" sz="4000" b="1" u="sng" dirty="0">
                  <a:solidFill>
                    <a:srgbClr val="FF0000"/>
                  </a:solidFill>
                  <a:latin typeface="Arial Unicode MS" panose="020B0604020202020204" pitchFamily="34" charset="-128"/>
                  <a:ea typeface="Arial Unicode MS" panose="020B0604020202020204" pitchFamily="34" charset="-128"/>
                  <a:cs typeface="Simplified Arabic" panose="02020603050405020304" pitchFamily="18" charset="-78"/>
                </a:rPr>
                <a:t>العالم الافتراضي التعليمي</a:t>
              </a:r>
              <a:endParaRPr lang="en-US" sz="3200" u="sng" dirty="0">
                <a:solidFill>
                  <a:srgbClr val="FF0000"/>
                </a:solidFill>
                <a:effectLst/>
                <a:latin typeface="Arial Unicode MS" panose="020B0604020202020204" pitchFamily="34" charset="-128"/>
                <a:ea typeface="Arial Unicode MS" panose="020B0604020202020204" pitchFamily="34" charset="-128"/>
                <a:cs typeface="Helvetica" panose="020B0604020202020204" pitchFamily="34" charset="0"/>
              </a:endParaRPr>
            </a:p>
          </p:txBody>
        </p:sp>
      </p:grpSp>
      <p:sp>
        <p:nvSpPr>
          <p:cNvPr id="11" name="Oval 10"/>
          <p:cNvSpPr>
            <a:spLocks noChangeAspect="1"/>
          </p:cNvSpPr>
          <p:nvPr/>
        </p:nvSpPr>
        <p:spPr>
          <a:xfrm>
            <a:off x="5502863" y="3625234"/>
            <a:ext cx="144000" cy="144000"/>
          </a:xfrm>
          <a:prstGeom prst="ellipse">
            <a:avLst/>
          </a:prstGeom>
          <a:solidFill>
            <a:srgbClr val="0070C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endParaRPr>
          </a:p>
        </p:txBody>
      </p:sp>
      <p:sp>
        <p:nvSpPr>
          <p:cNvPr id="12" name="Oval 11"/>
          <p:cNvSpPr>
            <a:spLocks noChangeAspect="1"/>
          </p:cNvSpPr>
          <p:nvPr/>
        </p:nvSpPr>
        <p:spPr>
          <a:xfrm>
            <a:off x="5671348" y="3625234"/>
            <a:ext cx="144000" cy="144000"/>
          </a:xfrm>
          <a:prstGeom prst="ellipse">
            <a:avLst/>
          </a:prstGeom>
          <a:solidFill>
            <a:srgbClr val="FFC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endParaRPr>
          </a:p>
        </p:txBody>
      </p:sp>
      <p:sp>
        <p:nvSpPr>
          <p:cNvPr id="13" name="Oval 12"/>
          <p:cNvSpPr>
            <a:spLocks noChangeAspect="1"/>
          </p:cNvSpPr>
          <p:nvPr/>
        </p:nvSpPr>
        <p:spPr>
          <a:xfrm>
            <a:off x="5830308" y="3625234"/>
            <a:ext cx="144000" cy="144000"/>
          </a:xfrm>
          <a:prstGeom prst="ellipse">
            <a:avLst/>
          </a:prstGeom>
          <a:solidFill>
            <a:srgbClr val="ED7D31">
              <a:lumMod val="75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endParaRPr>
          </a:p>
        </p:txBody>
      </p:sp>
      <p:sp>
        <p:nvSpPr>
          <p:cNvPr id="14" name="Oval 13"/>
          <p:cNvSpPr>
            <a:spLocks noChangeAspect="1"/>
          </p:cNvSpPr>
          <p:nvPr/>
        </p:nvSpPr>
        <p:spPr>
          <a:xfrm>
            <a:off x="6008318" y="3625234"/>
            <a:ext cx="144000" cy="144000"/>
          </a:xfrm>
          <a:prstGeom prst="ellipse">
            <a:avLst/>
          </a:prstGeom>
          <a:solidFill>
            <a:srgbClr val="C0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endParaRPr>
          </a:p>
        </p:txBody>
      </p:sp>
      <p:sp>
        <p:nvSpPr>
          <p:cNvPr id="15" name="Oval 14"/>
          <p:cNvSpPr>
            <a:spLocks noChangeAspect="1"/>
          </p:cNvSpPr>
          <p:nvPr/>
        </p:nvSpPr>
        <p:spPr>
          <a:xfrm>
            <a:off x="6176803" y="3625234"/>
            <a:ext cx="144000" cy="144000"/>
          </a:xfrm>
          <a:prstGeom prst="ellipse">
            <a:avLst/>
          </a:prstGeom>
          <a:solidFill>
            <a:srgbClr val="FF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endParaRPr>
          </a:p>
        </p:txBody>
      </p:sp>
      <p:sp>
        <p:nvSpPr>
          <p:cNvPr id="16" name="Oval 15"/>
          <p:cNvSpPr>
            <a:spLocks noChangeAspect="1"/>
          </p:cNvSpPr>
          <p:nvPr/>
        </p:nvSpPr>
        <p:spPr>
          <a:xfrm>
            <a:off x="6345288" y="3625234"/>
            <a:ext cx="144000" cy="144000"/>
          </a:xfrm>
          <a:prstGeom prst="ellipse">
            <a:avLst/>
          </a:prstGeom>
          <a:solidFill>
            <a:srgbClr val="70AD47">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endParaRPr>
          </a:p>
        </p:txBody>
      </p:sp>
      <p:sp>
        <p:nvSpPr>
          <p:cNvPr id="17" name="Oval 16"/>
          <p:cNvSpPr>
            <a:spLocks noChangeAspect="1"/>
          </p:cNvSpPr>
          <p:nvPr/>
        </p:nvSpPr>
        <p:spPr>
          <a:xfrm>
            <a:off x="6513773" y="3625234"/>
            <a:ext cx="144000" cy="144000"/>
          </a:xfrm>
          <a:prstGeom prst="ellipse">
            <a:avLst/>
          </a:prstGeom>
          <a:solidFill>
            <a:srgbClr val="7030A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5004116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outVertical)">
                                      <p:cBhvr>
                                        <p:cTn id="11" dur="500"/>
                                        <p:tgtEl>
                                          <p:spTgt spid="10"/>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250"/>
                                        <p:tgtEl>
                                          <p:spTgt spid="11"/>
                                        </p:tgtEl>
                                      </p:cBhvr>
                                    </p:animEffect>
                                    <p:anim calcmode="lin" valueType="num">
                                      <p:cBhvr>
                                        <p:cTn id="16" dur="250" fill="hold"/>
                                        <p:tgtEl>
                                          <p:spTgt spid="11"/>
                                        </p:tgtEl>
                                        <p:attrNameLst>
                                          <p:attrName>ppt_x</p:attrName>
                                        </p:attrNameLst>
                                      </p:cBhvr>
                                      <p:tavLst>
                                        <p:tav tm="0">
                                          <p:val>
                                            <p:strVal val="#ppt_x"/>
                                          </p:val>
                                        </p:tav>
                                        <p:tav tm="100000">
                                          <p:val>
                                            <p:strVal val="#ppt_x"/>
                                          </p:val>
                                        </p:tav>
                                      </p:tavLst>
                                    </p:anim>
                                    <p:anim calcmode="lin" valueType="num">
                                      <p:cBhvr>
                                        <p:cTn id="17" dur="250" fill="hold"/>
                                        <p:tgtEl>
                                          <p:spTgt spid="11"/>
                                        </p:tgtEl>
                                        <p:attrNameLst>
                                          <p:attrName>ppt_y</p:attrName>
                                        </p:attrNameLst>
                                      </p:cBhvr>
                                      <p:tavLst>
                                        <p:tav tm="0">
                                          <p:val>
                                            <p:strVal val="#ppt_y+.1"/>
                                          </p:val>
                                        </p:tav>
                                        <p:tav tm="100000">
                                          <p:val>
                                            <p:strVal val="#ppt_y"/>
                                          </p:val>
                                        </p:tav>
                                      </p:tavLst>
                                    </p:anim>
                                  </p:childTnLst>
                                </p:cTn>
                              </p:par>
                            </p:childTnLst>
                          </p:cTn>
                        </p:par>
                        <p:par>
                          <p:cTn id="18" fill="hold">
                            <p:stCondLst>
                              <p:cond delay="1250"/>
                            </p:stCondLst>
                            <p:childTnLst>
                              <p:par>
                                <p:cTn id="19" presetID="42" presetClass="entr" presetSubtype="0"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250"/>
                                        <p:tgtEl>
                                          <p:spTgt spid="12"/>
                                        </p:tgtEl>
                                      </p:cBhvr>
                                    </p:animEffect>
                                    <p:anim calcmode="lin" valueType="num">
                                      <p:cBhvr>
                                        <p:cTn id="22" dur="250" fill="hold"/>
                                        <p:tgtEl>
                                          <p:spTgt spid="12"/>
                                        </p:tgtEl>
                                        <p:attrNameLst>
                                          <p:attrName>ppt_x</p:attrName>
                                        </p:attrNameLst>
                                      </p:cBhvr>
                                      <p:tavLst>
                                        <p:tav tm="0">
                                          <p:val>
                                            <p:strVal val="#ppt_x"/>
                                          </p:val>
                                        </p:tav>
                                        <p:tav tm="100000">
                                          <p:val>
                                            <p:strVal val="#ppt_x"/>
                                          </p:val>
                                        </p:tav>
                                      </p:tavLst>
                                    </p:anim>
                                    <p:anim calcmode="lin" valueType="num">
                                      <p:cBhvr>
                                        <p:cTn id="23" dur="250" fill="hold"/>
                                        <p:tgtEl>
                                          <p:spTgt spid="12"/>
                                        </p:tgtEl>
                                        <p:attrNameLst>
                                          <p:attrName>ppt_y</p:attrName>
                                        </p:attrNameLst>
                                      </p:cBhvr>
                                      <p:tavLst>
                                        <p:tav tm="0">
                                          <p:val>
                                            <p:strVal val="#ppt_y+.1"/>
                                          </p:val>
                                        </p:tav>
                                        <p:tav tm="100000">
                                          <p:val>
                                            <p:strVal val="#ppt_y"/>
                                          </p:val>
                                        </p:tav>
                                      </p:tavLst>
                                    </p:anim>
                                  </p:childTnLst>
                                </p:cTn>
                              </p:par>
                            </p:childTnLst>
                          </p:cTn>
                        </p:par>
                        <p:par>
                          <p:cTn id="24" fill="hold">
                            <p:stCondLst>
                              <p:cond delay="1500"/>
                            </p:stCondLst>
                            <p:childTnLst>
                              <p:par>
                                <p:cTn id="25" presetID="42" presetClass="entr" presetSubtype="0"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250"/>
                                        <p:tgtEl>
                                          <p:spTgt spid="13"/>
                                        </p:tgtEl>
                                      </p:cBhvr>
                                    </p:animEffect>
                                    <p:anim calcmode="lin" valueType="num">
                                      <p:cBhvr>
                                        <p:cTn id="28" dur="250" fill="hold"/>
                                        <p:tgtEl>
                                          <p:spTgt spid="13"/>
                                        </p:tgtEl>
                                        <p:attrNameLst>
                                          <p:attrName>ppt_x</p:attrName>
                                        </p:attrNameLst>
                                      </p:cBhvr>
                                      <p:tavLst>
                                        <p:tav tm="0">
                                          <p:val>
                                            <p:strVal val="#ppt_x"/>
                                          </p:val>
                                        </p:tav>
                                        <p:tav tm="100000">
                                          <p:val>
                                            <p:strVal val="#ppt_x"/>
                                          </p:val>
                                        </p:tav>
                                      </p:tavLst>
                                    </p:anim>
                                    <p:anim calcmode="lin" valueType="num">
                                      <p:cBhvr>
                                        <p:cTn id="29" dur="250" fill="hold"/>
                                        <p:tgtEl>
                                          <p:spTgt spid="13"/>
                                        </p:tgtEl>
                                        <p:attrNameLst>
                                          <p:attrName>ppt_y</p:attrName>
                                        </p:attrNameLst>
                                      </p:cBhvr>
                                      <p:tavLst>
                                        <p:tav tm="0">
                                          <p:val>
                                            <p:strVal val="#ppt_y+.1"/>
                                          </p:val>
                                        </p:tav>
                                        <p:tav tm="100000">
                                          <p:val>
                                            <p:strVal val="#ppt_y"/>
                                          </p:val>
                                        </p:tav>
                                      </p:tavLst>
                                    </p:anim>
                                  </p:childTnLst>
                                </p:cTn>
                              </p:par>
                            </p:childTnLst>
                          </p:cTn>
                        </p:par>
                        <p:par>
                          <p:cTn id="30" fill="hold">
                            <p:stCondLst>
                              <p:cond delay="1750"/>
                            </p:stCondLst>
                            <p:childTnLst>
                              <p:par>
                                <p:cTn id="31" presetID="42" presetClass="entr" presetSubtype="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250"/>
                                        <p:tgtEl>
                                          <p:spTgt spid="14"/>
                                        </p:tgtEl>
                                      </p:cBhvr>
                                    </p:animEffect>
                                    <p:anim calcmode="lin" valueType="num">
                                      <p:cBhvr>
                                        <p:cTn id="34" dur="250" fill="hold"/>
                                        <p:tgtEl>
                                          <p:spTgt spid="14"/>
                                        </p:tgtEl>
                                        <p:attrNameLst>
                                          <p:attrName>ppt_x</p:attrName>
                                        </p:attrNameLst>
                                      </p:cBhvr>
                                      <p:tavLst>
                                        <p:tav tm="0">
                                          <p:val>
                                            <p:strVal val="#ppt_x"/>
                                          </p:val>
                                        </p:tav>
                                        <p:tav tm="100000">
                                          <p:val>
                                            <p:strVal val="#ppt_x"/>
                                          </p:val>
                                        </p:tav>
                                      </p:tavLst>
                                    </p:anim>
                                    <p:anim calcmode="lin" valueType="num">
                                      <p:cBhvr>
                                        <p:cTn id="35" dur="250" fill="hold"/>
                                        <p:tgtEl>
                                          <p:spTgt spid="14"/>
                                        </p:tgtEl>
                                        <p:attrNameLst>
                                          <p:attrName>ppt_y</p:attrName>
                                        </p:attrNameLst>
                                      </p:cBhvr>
                                      <p:tavLst>
                                        <p:tav tm="0">
                                          <p:val>
                                            <p:strVal val="#ppt_y+.1"/>
                                          </p:val>
                                        </p:tav>
                                        <p:tav tm="100000">
                                          <p:val>
                                            <p:strVal val="#ppt_y"/>
                                          </p:val>
                                        </p:tav>
                                      </p:tavLst>
                                    </p:anim>
                                  </p:childTnLst>
                                </p:cTn>
                              </p:par>
                            </p:childTnLst>
                          </p:cTn>
                        </p:par>
                        <p:par>
                          <p:cTn id="36" fill="hold">
                            <p:stCondLst>
                              <p:cond delay="2000"/>
                            </p:stCondLst>
                            <p:childTnLst>
                              <p:par>
                                <p:cTn id="37" presetID="42" presetClass="entr" presetSubtype="0" fill="hold" grpId="0" nodeType="after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250"/>
                                        <p:tgtEl>
                                          <p:spTgt spid="15"/>
                                        </p:tgtEl>
                                      </p:cBhvr>
                                    </p:animEffect>
                                    <p:anim calcmode="lin" valueType="num">
                                      <p:cBhvr>
                                        <p:cTn id="40" dur="250" fill="hold"/>
                                        <p:tgtEl>
                                          <p:spTgt spid="15"/>
                                        </p:tgtEl>
                                        <p:attrNameLst>
                                          <p:attrName>ppt_x</p:attrName>
                                        </p:attrNameLst>
                                      </p:cBhvr>
                                      <p:tavLst>
                                        <p:tav tm="0">
                                          <p:val>
                                            <p:strVal val="#ppt_x"/>
                                          </p:val>
                                        </p:tav>
                                        <p:tav tm="100000">
                                          <p:val>
                                            <p:strVal val="#ppt_x"/>
                                          </p:val>
                                        </p:tav>
                                      </p:tavLst>
                                    </p:anim>
                                    <p:anim calcmode="lin" valueType="num">
                                      <p:cBhvr>
                                        <p:cTn id="41" dur="250" fill="hold"/>
                                        <p:tgtEl>
                                          <p:spTgt spid="15"/>
                                        </p:tgtEl>
                                        <p:attrNameLst>
                                          <p:attrName>ppt_y</p:attrName>
                                        </p:attrNameLst>
                                      </p:cBhvr>
                                      <p:tavLst>
                                        <p:tav tm="0">
                                          <p:val>
                                            <p:strVal val="#ppt_y+.1"/>
                                          </p:val>
                                        </p:tav>
                                        <p:tav tm="100000">
                                          <p:val>
                                            <p:strVal val="#ppt_y"/>
                                          </p:val>
                                        </p:tav>
                                      </p:tavLst>
                                    </p:anim>
                                  </p:childTnLst>
                                </p:cTn>
                              </p:par>
                            </p:childTnLst>
                          </p:cTn>
                        </p:par>
                        <p:par>
                          <p:cTn id="42" fill="hold">
                            <p:stCondLst>
                              <p:cond delay="2250"/>
                            </p:stCondLst>
                            <p:childTnLst>
                              <p:par>
                                <p:cTn id="43" presetID="42" presetClass="entr" presetSubtype="0" fill="hold" grpId="0" nodeType="after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250"/>
                                        <p:tgtEl>
                                          <p:spTgt spid="16"/>
                                        </p:tgtEl>
                                      </p:cBhvr>
                                    </p:animEffect>
                                    <p:anim calcmode="lin" valueType="num">
                                      <p:cBhvr>
                                        <p:cTn id="46" dur="250" fill="hold"/>
                                        <p:tgtEl>
                                          <p:spTgt spid="16"/>
                                        </p:tgtEl>
                                        <p:attrNameLst>
                                          <p:attrName>ppt_x</p:attrName>
                                        </p:attrNameLst>
                                      </p:cBhvr>
                                      <p:tavLst>
                                        <p:tav tm="0">
                                          <p:val>
                                            <p:strVal val="#ppt_x"/>
                                          </p:val>
                                        </p:tav>
                                        <p:tav tm="100000">
                                          <p:val>
                                            <p:strVal val="#ppt_x"/>
                                          </p:val>
                                        </p:tav>
                                      </p:tavLst>
                                    </p:anim>
                                    <p:anim calcmode="lin" valueType="num">
                                      <p:cBhvr>
                                        <p:cTn id="47" dur="250" fill="hold"/>
                                        <p:tgtEl>
                                          <p:spTgt spid="16"/>
                                        </p:tgtEl>
                                        <p:attrNameLst>
                                          <p:attrName>ppt_y</p:attrName>
                                        </p:attrNameLst>
                                      </p:cBhvr>
                                      <p:tavLst>
                                        <p:tav tm="0">
                                          <p:val>
                                            <p:strVal val="#ppt_y+.1"/>
                                          </p:val>
                                        </p:tav>
                                        <p:tav tm="100000">
                                          <p:val>
                                            <p:strVal val="#ppt_y"/>
                                          </p:val>
                                        </p:tav>
                                      </p:tavLst>
                                    </p:anim>
                                  </p:childTnLst>
                                </p:cTn>
                              </p:par>
                            </p:childTnLst>
                          </p:cTn>
                        </p:par>
                        <p:par>
                          <p:cTn id="48" fill="hold">
                            <p:stCondLst>
                              <p:cond delay="2500"/>
                            </p:stCondLst>
                            <p:childTnLst>
                              <p:par>
                                <p:cTn id="49" presetID="42" presetClass="entr" presetSubtype="0" fill="hold" grpId="0" nodeType="after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250"/>
                                        <p:tgtEl>
                                          <p:spTgt spid="17"/>
                                        </p:tgtEl>
                                      </p:cBhvr>
                                    </p:animEffect>
                                    <p:anim calcmode="lin" valueType="num">
                                      <p:cBhvr>
                                        <p:cTn id="52" dur="250" fill="hold"/>
                                        <p:tgtEl>
                                          <p:spTgt spid="17"/>
                                        </p:tgtEl>
                                        <p:attrNameLst>
                                          <p:attrName>ppt_x</p:attrName>
                                        </p:attrNameLst>
                                      </p:cBhvr>
                                      <p:tavLst>
                                        <p:tav tm="0">
                                          <p:val>
                                            <p:strVal val="#ppt_x"/>
                                          </p:val>
                                        </p:tav>
                                        <p:tav tm="100000">
                                          <p:val>
                                            <p:strVal val="#ppt_x"/>
                                          </p:val>
                                        </p:tav>
                                      </p:tavLst>
                                    </p:anim>
                                    <p:anim calcmode="lin" valueType="num">
                                      <p:cBhvr>
                                        <p:cTn id="53" dur="25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P spid="12" grpId="0" animBg="1"/>
      <p:bldP spid="13" grpId="0" animBg="1"/>
      <p:bldP spid="14" grpId="0" animBg="1"/>
      <p:bldP spid="15" grpId="0" animBg="1"/>
      <p:bldP spid="16" grpId="0" animBg="1"/>
      <p:bldP spid="1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rot="20755662">
            <a:off x="4594745" y="4429385"/>
            <a:ext cx="3938917" cy="2358085"/>
            <a:chOff x="2334883" y="2917871"/>
            <a:chExt cx="5912624" cy="3539671"/>
          </a:xfrm>
        </p:grpSpPr>
        <p:grpSp>
          <p:nvGrpSpPr>
            <p:cNvPr id="11" name="Group 10"/>
            <p:cNvGrpSpPr/>
            <p:nvPr/>
          </p:nvGrpSpPr>
          <p:grpSpPr>
            <a:xfrm rot="580531">
              <a:off x="3182494" y="2917871"/>
              <a:ext cx="5065013" cy="3539671"/>
              <a:chOff x="-2395625" y="1331830"/>
              <a:chExt cx="11255235" cy="7865691"/>
            </a:xfrm>
          </p:grpSpPr>
          <p:sp>
            <p:nvSpPr>
              <p:cNvPr id="12" name="Freeform 11"/>
              <p:cNvSpPr>
                <a:spLocks/>
              </p:cNvSpPr>
              <p:nvPr/>
            </p:nvSpPr>
            <p:spPr bwMode="auto">
              <a:xfrm rot="331136">
                <a:off x="-1863483" y="4791101"/>
                <a:ext cx="5640555" cy="4278408"/>
              </a:xfrm>
              <a:custGeom>
                <a:avLst/>
                <a:gdLst>
                  <a:gd name="connsiteX0" fmla="*/ 4246029 w 5589474"/>
                  <a:gd name="connsiteY0" fmla="*/ 0 h 4278408"/>
                  <a:gd name="connsiteX1" fmla="*/ 4310989 w 5589474"/>
                  <a:gd name="connsiteY1" fmla="*/ 8857 h 4278408"/>
                  <a:gd name="connsiteX2" fmla="*/ 4375949 w 5589474"/>
                  <a:gd name="connsiteY2" fmla="*/ 23622 h 4278408"/>
                  <a:gd name="connsiteX3" fmla="*/ 4446815 w 5589474"/>
                  <a:gd name="connsiteY3" fmla="*/ 47244 h 4278408"/>
                  <a:gd name="connsiteX4" fmla="*/ 4520635 w 5589474"/>
                  <a:gd name="connsiteY4" fmla="*/ 79723 h 4278408"/>
                  <a:gd name="connsiteX5" fmla="*/ 4597405 w 5589474"/>
                  <a:gd name="connsiteY5" fmla="*/ 124015 h 4278408"/>
                  <a:gd name="connsiteX6" fmla="*/ 4674177 w 5589474"/>
                  <a:gd name="connsiteY6" fmla="*/ 177164 h 4278408"/>
                  <a:gd name="connsiteX7" fmla="*/ 4756854 w 5589474"/>
                  <a:gd name="connsiteY7" fmla="*/ 242124 h 4278408"/>
                  <a:gd name="connsiteX8" fmla="*/ 4842482 w 5589474"/>
                  <a:gd name="connsiteY8" fmla="*/ 315941 h 4278408"/>
                  <a:gd name="connsiteX9" fmla="*/ 4934017 w 5589474"/>
                  <a:gd name="connsiteY9" fmla="*/ 404524 h 4278408"/>
                  <a:gd name="connsiteX10" fmla="*/ 5028504 w 5589474"/>
                  <a:gd name="connsiteY10" fmla="*/ 504916 h 4278408"/>
                  <a:gd name="connsiteX11" fmla="*/ 5131848 w 5589474"/>
                  <a:gd name="connsiteY11" fmla="*/ 626348 h 4278408"/>
                  <a:gd name="connsiteX12" fmla="*/ 5131263 w 5589474"/>
                  <a:gd name="connsiteY12" fmla="*/ 632975 h 4278408"/>
                  <a:gd name="connsiteX13" fmla="*/ 5170541 w 5589474"/>
                  <a:gd name="connsiteY13" fmla="*/ 674709 h 4278408"/>
                  <a:gd name="connsiteX14" fmla="*/ 5272472 w 5589474"/>
                  <a:gd name="connsiteY14" fmla="*/ 794479 h 4278408"/>
                  <a:gd name="connsiteX15" fmla="*/ 5343823 w 5589474"/>
                  <a:gd name="connsiteY15" fmla="*/ 878571 h 4278408"/>
                  <a:gd name="connsiteX16" fmla="*/ 5425369 w 5589474"/>
                  <a:gd name="connsiteY16" fmla="*/ 967762 h 4278408"/>
                  <a:gd name="connsiteX17" fmla="*/ 5514556 w 5589474"/>
                  <a:gd name="connsiteY17" fmla="*/ 1056950 h 4278408"/>
                  <a:gd name="connsiteX18" fmla="*/ 5560426 w 5589474"/>
                  <a:gd name="connsiteY18" fmla="*/ 1102820 h 4278408"/>
                  <a:gd name="connsiteX19" fmla="*/ 5589474 w 5589474"/>
                  <a:gd name="connsiteY19" fmla="*/ 1128811 h 4278408"/>
                  <a:gd name="connsiteX20" fmla="*/ 5501373 w 5589474"/>
                  <a:gd name="connsiteY20" fmla="*/ 1163468 h 4278408"/>
                  <a:gd name="connsiteX21" fmla="*/ 5452954 w 5589474"/>
                  <a:gd name="connsiteY21" fmla="*/ 1132889 h 4278408"/>
                  <a:gd name="connsiteX22" fmla="*/ 5407086 w 5589474"/>
                  <a:gd name="connsiteY22" fmla="*/ 1097213 h 4278408"/>
                  <a:gd name="connsiteX23" fmla="*/ 5320445 w 5589474"/>
                  <a:gd name="connsiteY23" fmla="*/ 1036054 h 4278408"/>
                  <a:gd name="connsiteX24" fmla="*/ 5251642 w 5589474"/>
                  <a:gd name="connsiteY24" fmla="*/ 974895 h 4278408"/>
                  <a:gd name="connsiteX25" fmla="*/ 5198128 w 5589474"/>
                  <a:gd name="connsiteY25" fmla="*/ 926478 h 4278408"/>
                  <a:gd name="connsiteX26" fmla="*/ 5152258 w 5589474"/>
                  <a:gd name="connsiteY26" fmla="*/ 880609 h 4278408"/>
                  <a:gd name="connsiteX27" fmla="*/ 5063069 w 5589474"/>
                  <a:gd name="connsiteY27" fmla="*/ 796516 h 4278408"/>
                  <a:gd name="connsiteX28" fmla="*/ 4981525 w 5589474"/>
                  <a:gd name="connsiteY28" fmla="*/ 727712 h 4278408"/>
                  <a:gd name="connsiteX29" fmla="*/ 4899980 w 5589474"/>
                  <a:gd name="connsiteY29" fmla="*/ 664006 h 4278408"/>
                  <a:gd name="connsiteX30" fmla="*/ 4826079 w 5589474"/>
                  <a:gd name="connsiteY30" fmla="*/ 613041 h 4278408"/>
                  <a:gd name="connsiteX31" fmla="*/ 4754728 w 5589474"/>
                  <a:gd name="connsiteY31" fmla="*/ 569719 h 4278408"/>
                  <a:gd name="connsiteX32" fmla="*/ 4685926 w 5589474"/>
                  <a:gd name="connsiteY32" fmla="*/ 534043 h 4278408"/>
                  <a:gd name="connsiteX33" fmla="*/ 4622218 w 5589474"/>
                  <a:gd name="connsiteY33" fmla="*/ 508561 h 4278408"/>
                  <a:gd name="connsiteX34" fmla="*/ 4558511 w 5589474"/>
                  <a:gd name="connsiteY34" fmla="*/ 488175 h 4278408"/>
                  <a:gd name="connsiteX35" fmla="*/ 4499900 w 5589474"/>
                  <a:gd name="connsiteY35" fmla="*/ 477981 h 4278408"/>
                  <a:gd name="connsiteX36" fmla="*/ 4446388 w 5589474"/>
                  <a:gd name="connsiteY36" fmla="*/ 470338 h 4278408"/>
                  <a:gd name="connsiteX37" fmla="*/ 4284127 w 5589474"/>
                  <a:gd name="connsiteY37" fmla="*/ 440084 h 4278408"/>
                  <a:gd name="connsiteX38" fmla="*/ 4225073 w 5589474"/>
                  <a:gd name="connsiteY38" fmla="*/ 440084 h 4278408"/>
                  <a:gd name="connsiteX39" fmla="*/ 4166018 w 5589474"/>
                  <a:gd name="connsiteY39" fmla="*/ 451895 h 4278408"/>
                  <a:gd name="connsiteX40" fmla="*/ 4112869 w 5589474"/>
                  <a:gd name="connsiteY40" fmla="*/ 463705 h 4278408"/>
                  <a:gd name="connsiteX41" fmla="*/ 4062672 w 5589474"/>
                  <a:gd name="connsiteY41" fmla="*/ 484373 h 4278408"/>
                  <a:gd name="connsiteX42" fmla="*/ 4018382 w 5589474"/>
                  <a:gd name="connsiteY42" fmla="*/ 507995 h 4278408"/>
                  <a:gd name="connsiteX43" fmla="*/ 3974090 w 5589474"/>
                  <a:gd name="connsiteY43" fmla="*/ 537523 h 4278408"/>
                  <a:gd name="connsiteX44" fmla="*/ 3929800 w 5589474"/>
                  <a:gd name="connsiteY44" fmla="*/ 570003 h 4278408"/>
                  <a:gd name="connsiteX45" fmla="*/ 3894367 w 5589474"/>
                  <a:gd name="connsiteY45" fmla="*/ 608388 h 4278408"/>
                  <a:gd name="connsiteX46" fmla="*/ 3861885 w 5589474"/>
                  <a:gd name="connsiteY46" fmla="*/ 646775 h 4278408"/>
                  <a:gd name="connsiteX47" fmla="*/ 3826453 w 5589474"/>
                  <a:gd name="connsiteY47" fmla="*/ 691065 h 4278408"/>
                  <a:gd name="connsiteX48" fmla="*/ 3796926 w 5589474"/>
                  <a:gd name="connsiteY48" fmla="*/ 735357 h 4278408"/>
                  <a:gd name="connsiteX49" fmla="*/ 3770351 w 5589474"/>
                  <a:gd name="connsiteY49" fmla="*/ 779646 h 4278408"/>
                  <a:gd name="connsiteX50" fmla="*/ 3743776 w 5589474"/>
                  <a:gd name="connsiteY50" fmla="*/ 826891 h 4278408"/>
                  <a:gd name="connsiteX51" fmla="*/ 3723109 w 5589474"/>
                  <a:gd name="connsiteY51" fmla="*/ 874134 h 4278408"/>
                  <a:gd name="connsiteX52" fmla="*/ 3684722 w 5589474"/>
                  <a:gd name="connsiteY52" fmla="*/ 968621 h 4278408"/>
                  <a:gd name="connsiteX53" fmla="*/ 3655194 w 5589474"/>
                  <a:gd name="connsiteY53" fmla="*/ 1057204 h 4278408"/>
                  <a:gd name="connsiteX54" fmla="*/ 3631573 w 5589474"/>
                  <a:gd name="connsiteY54" fmla="*/ 1136928 h 4278408"/>
                  <a:gd name="connsiteX55" fmla="*/ 3613856 w 5589474"/>
                  <a:gd name="connsiteY55" fmla="*/ 1207794 h 4278408"/>
                  <a:gd name="connsiteX56" fmla="*/ 3578424 w 5589474"/>
                  <a:gd name="connsiteY56" fmla="*/ 1346572 h 4278408"/>
                  <a:gd name="connsiteX57" fmla="*/ 3537085 w 5589474"/>
                  <a:gd name="connsiteY57" fmla="*/ 1482397 h 4278408"/>
                  <a:gd name="connsiteX58" fmla="*/ 3495747 w 5589474"/>
                  <a:gd name="connsiteY58" fmla="*/ 1612317 h 4278408"/>
                  <a:gd name="connsiteX59" fmla="*/ 3451457 w 5589474"/>
                  <a:gd name="connsiteY59" fmla="*/ 1736332 h 4278408"/>
                  <a:gd name="connsiteX60" fmla="*/ 3404213 w 5589474"/>
                  <a:gd name="connsiteY60" fmla="*/ 1860347 h 4278408"/>
                  <a:gd name="connsiteX61" fmla="*/ 3351063 w 5589474"/>
                  <a:gd name="connsiteY61" fmla="*/ 1981409 h 4278408"/>
                  <a:gd name="connsiteX62" fmla="*/ 3297914 w 5589474"/>
                  <a:gd name="connsiteY62" fmla="*/ 2093613 h 4278408"/>
                  <a:gd name="connsiteX63" fmla="*/ 3241812 w 5589474"/>
                  <a:gd name="connsiteY63" fmla="*/ 2208769 h 4278408"/>
                  <a:gd name="connsiteX64" fmla="*/ 3179806 w 5589474"/>
                  <a:gd name="connsiteY64" fmla="*/ 2315068 h 4278408"/>
                  <a:gd name="connsiteX65" fmla="*/ 3120751 w 5589474"/>
                  <a:gd name="connsiteY65" fmla="*/ 2418415 h 4278408"/>
                  <a:gd name="connsiteX66" fmla="*/ 3052837 w 5589474"/>
                  <a:gd name="connsiteY66" fmla="*/ 2518807 h 4278408"/>
                  <a:gd name="connsiteX67" fmla="*/ 2987877 w 5589474"/>
                  <a:gd name="connsiteY67" fmla="*/ 2613294 h 4278408"/>
                  <a:gd name="connsiteX68" fmla="*/ 2919965 w 5589474"/>
                  <a:gd name="connsiteY68" fmla="*/ 2707782 h 4278408"/>
                  <a:gd name="connsiteX69" fmla="*/ 2849100 w 5589474"/>
                  <a:gd name="connsiteY69" fmla="*/ 2793409 h 4278408"/>
                  <a:gd name="connsiteX70" fmla="*/ 2778234 w 5589474"/>
                  <a:gd name="connsiteY70" fmla="*/ 2881992 h 4278408"/>
                  <a:gd name="connsiteX71" fmla="*/ 2704415 w 5589474"/>
                  <a:gd name="connsiteY71" fmla="*/ 2964669 h 4278408"/>
                  <a:gd name="connsiteX72" fmla="*/ 2627644 w 5589474"/>
                  <a:gd name="connsiteY72" fmla="*/ 3044393 h 4278408"/>
                  <a:gd name="connsiteX73" fmla="*/ 2550872 w 5589474"/>
                  <a:gd name="connsiteY73" fmla="*/ 3121164 h 4278408"/>
                  <a:gd name="connsiteX74" fmla="*/ 2471150 w 5589474"/>
                  <a:gd name="connsiteY74" fmla="*/ 3194982 h 4278408"/>
                  <a:gd name="connsiteX75" fmla="*/ 2394379 w 5589474"/>
                  <a:gd name="connsiteY75" fmla="*/ 3262895 h 4278408"/>
                  <a:gd name="connsiteX76" fmla="*/ 2311703 w 5589474"/>
                  <a:gd name="connsiteY76" fmla="*/ 3330808 h 4278408"/>
                  <a:gd name="connsiteX77" fmla="*/ 2229026 w 5589474"/>
                  <a:gd name="connsiteY77" fmla="*/ 3395768 h 4278408"/>
                  <a:gd name="connsiteX78" fmla="*/ 2146350 w 5589474"/>
                  <a:gd name="connsiteY78" fmla="*/ 3457776 h 4278408"/>
                  <a:gd name="connsiteX79" fmla="*/ 2063673 w 5589474"/>
                  <a:gd name="connsiteY79" fmla="*/ 3513876 h 4278408"/>
                  <a:gd name="connsiteX80" fmla="*/ 1980996 w 5589474"/>
                  <a:gd name="connsiteY80" fmla="*/ 3569980 h 4278408"/>
                  <a:gd name="connsiteX81" fmla="*/ 1898321 w 5589474"/>
                  <a:gd name="connsiteY81" fmla="*/ 3623129 h 4278408"/>
                  <a:gd name="connsiteX82" fmla="*/ 1812689 w 5589474"/>
                  <a:gd name="connsiteY82" fmla="*/ 3673324 h 4278408"/>
                  <a:gd name="connsiteX83" fmla="*/ 1730014 w 5589474"/>
                  <a:gd name="connsiteY83" fmla="*/ 3723522 h 4278408"/>
                  <a:gd name="connsiteX84" fmla="*/ 1647337 w 5589474"/>
                  <a:gd name="connsiteY84" fmla="*/ 3770765 h 4278408"/>
                  <a:gd name="connsiteX85" fmla="*/ 1558754 w 5589474"/>
                  <a:gd name="connsiteY85" fmla="*/ 3815056 h 4278408"/>
                  <a:gd name="connsiteX86" fmla="*/ 1393401 w 5589474"/>
                  <a:gd name="connsiteY86" fmla="*/ 3894780 h 4278408"/>
                  <a:gd name="connsiteX87" fmla="*/ 1231003 w 5589474"/>
                  <a:gd name="connsiteY87" fmla="*/ 3965646 h 4278408"/>
                  <a:gd name="connsiteX88" fmla="*/ 1065649 w 5589474"/>
                  <a:gd name="connsiteY88" fmla="*/ 4024700 h 4278408"/>
                  <a:gd name="connsiteX89" fmla="*/ 909153 w 5589474"/>
                  <a:gd name="connsiteY89" fmla="*/ 4080802 h 4278408"/>
                  <a:gd name="connsiteX90" fmla="*/ 755612 w 5589474"/>
                  <a:gd name="connsiteY90" fmla="*/ 4128045 h 4278408"/>
                  <a:gd name="connsiteX91" fmla="*/ 610929 w 5589474"/>
                  <a:gd name="connsiteY91" fmla="*/ 4166432 h 4278408"/>
                  <a:gd name="connsiteX92" fmla="*/ 469197 w 5589474"/>
                  <a:gd name="connsiteY92" fmla="*/ 4204817 h 4278408"/>
                  <a:gd name="connsiteX93" fmla="*/ 339277 w 5589474"/>
                  <a:gd name="connsiteY93" fmla="*/ 4231392 h 4278408"/>
                  <a:gd name="connsiteX94" fmla="*/ 221168 w 5589474"/>
                  <a:gd name="connsiteY94" fmla="*/ 4255013 h 4278408"/>
                  <a:gd name="connsiteX95" fmla="*/ 106010 w 5589474"/>
                  <a:gd name="connsiteY95" fmla="*/ 4275681 h 4278408"/>
                  <a:gd name="connsiteX96" fmla="*/ 83516 w 5589474"/>
                  <a:gd name="connsiteY96" fmla="*/ 4278408 h 4278408"/>
                  <a:gd name="connsiteX97" fmla="*/ 0 w 5589474"/>
                  <a:gd name="connsiteY97" fmla="*/ 3859220 h 4278408"/>
                  <a:gd name="connsiteX98" fmla="*/ 32481 w 5589474"/>
                  <a:gd name="connsiteY98" fmla="*/ 3853314 h 4278408"/>
                  <a:gd name="connsiteX99" fmla="*/ 124015 w 5589474"/>
                  <a:gd name="connsiteY99" fmla="*/ 3847409 h 4278408"/>
                  <a:gd name="connsiteX100" fmla="*/ 265746 w 5589474"/>
                  <a:gd name="connsiteY100" fmla="*/ 3832646 h 4278408"/>
                  <a:gd name="connsiteX101" fmla="*/ 357282 w 5589474"/>
                  <a:gd name="connsiteY101" fmla="*/ 3817882 h 4278408"/>
                  <a:gd name="connsiteX102" fmla="*/ 454721 w 5589474"/>
                  <a:gd name="connsiteY102" fmla="*/ 3800165 h 4278408"/>
                  <a:gd name="connsiteX103" fmla="*/ 563973 w 5589474"/>
                  <a:gd name="connsiteY103" fmla="*/ 3782449 h 4278408"/>
                  <a:gd name="connsiteX104" fmla="*/ 679129 w 5589474"/>
                  <a:gd name="connsiteY104" fmla="*/ 3755875 h 4278408"/>
                  <a:gd name="connsiteX105" fmla="*/ 803144 w 5589474"/>
                  <a:gd name="connsiteY105" fmla="*/ 3720442 h 4278408"/>
                  <a:gd name="connsiteX106" fmla="*/ 933063 w 5589474"/>
                  <a:gd name="connsiteY106" fmla="*/ 3685010 h 4278408"/>
                  <a:gd name="connsiteX107" fmla="*/ 1068889 w 5589474"/>
                  <a:gd name="connsiteY107" fmla="*/ 3637767 h 4278408"/>
                  <a:gd name="connsiteX108" fmla="*/ 1210620 w 5589474"/>
                  <a:gd name="connsiteY108" fmla="*/ 3584617 h 4278408"/>
                  <a:gd name="connsiteX109" fmla="*/ 1358257 w 5589474"/>
                  <a:gd name="connsiteY109" fmla="*/ 3525563 h 4278408"/>
                  <a:gd name="connsiteX110" fmla="*/ 1502942 w 5589474"/>
                  <a:gd name="connsiteY110" fmla="*/ 3457649 h 4278408"/>
                  <a:gd name="connsiteX111" fmla="*/ 1653530 w 5589474"/>
                  <a:gd name="connsiteY111" fmla="*/ 3377926 h 4278408"/>
                  <a:gd name="connsiteX112" fmla="*/ 1730302 w 5589474"/>
                  <a:gd name="connsiteY112" fmla="*/ 3336587 h 4278408"/>
                  <a:gd name="connsiteX113" fmla="*/ 1807072 w 5589474"/>
                  <a:gd name="connsiteY113" fmla="*/ 3292296 h 4278408"/>
                  <a:gd name="connsiteX114" fmla="*/ 1880892 w 5589474"/>
                  <a:gd name="connsiteY114" fmla="*/ 3245051 h 4278408"/>
                  <a:gd name="connsiteX115" fmla="*/ 1957663 w 5589474"/>
                  <a:gd name="connsiteY115" fmla="*/ 3197808 h 4278408"/>
                  <a:gd name="connsiteX116" fmla="*/ 2034434 w 5589474"/>
                  <a:gd name="connsiteY116" fmla="*/ 3144659 h 4278408"/>
                  <a:gd name="connsiteX117" fmla="*/ 2108252 w 5589474"/>
                  <a:gd name="connsiteY117" fmla="*/ 3088557 h 4278408"/>
                  <a:gd name="connsiteX118" fmla="*/ 2185022 w 5589474"/>
                  <a:gd name="connsiteY118" fmla="*/ 3032455 h 4278408"/>
                  <a:gd name="connsiteX119" fmla="*/ 2255888 w 5589474"/>
                  <a:gd name="connsiteY119" fmla="*/ 2970449 h 4278408"/>
                  <a:gd name="connsiteX120" fmla="*/ 2329707 w 5589474"/>
                  <a:gd name="connsiteY120" fmla="*/ 2908440 h 4278408"/>
                  <a:gd name="connsiteX121" fmla="*/ 2403525 w 5589474"/>
                  <a:gd name="connsiteY121" fmla="*/ 2840528 h 4278408"/>
                  <a:gd name="connsiteX122" fmla="*/ 2477344 w 5589474"/>
                  <a:gd name="connsiteY122" fmla="*/ 2772615 h 4278408"/>
                  <a:gd name="connsiteX123" fmla="*/ 2548210 w 5589474"/>
                  <a:gd name="connsiteY123" fmla="*/ 2701750 h 4278408"/>
                  <a:gd name="connsiteX124" fmla="*/ 2616121 w 5589474"/>
                  <a:gd name="connsiteY124" fmla="*/ 2624979 h 4278408"/>
                  <a:gd name="connsiteX125" fmla="*/ 2686987 w 5589474"/>
                  <a:gd name="connsiteY125" fmla="*/ 2545255 h 4278408"/>
                  <a:gd name="connsiteX126" fmla="*/ 2754901 w 5589474"/>
                  <a:gd name="connsiteY126" fmla="*/ 2465530 h 4278408"/>
                  <a:gd name="connsiteX127" fmla="*/ 2819860 w 5589474"/>
                  <a:gd name="connsiteY127" fmla="*/ 2376949 h 4278408"/>
                  <a:gd name="connsiteX128" fmla="*/ 2887773 w 5589474"/>
                  <a:gd name="connsiteY128" fmla="*/ 2291321 h 4278408"/>
                  <a:gd name="connsiteX129" fmla="*/ 2949781 w 5589474"/>
                  <a:gd name="connsiteY129" fmla="*/ 2196833 h 4278408"/>
                  <a:gd name="connsiteX130" fmla="*/ 3011788 w 5589474"/>
                  <a:gd name="connsiteY130" fmla="*/ 2102346 h 4278408"/>
                  <a:gd name="connsiteX131" fmla="*/ 3070842 w 5589474"/>
                  <a:gd name="connsiteY131" fmla="*/ 2004905 h 4278408"/>
                  <a:gd name="connsiteX132" fmla="*/ 3126944 w 5589474"/>
                  <a:gd name="connsiteY132" fmla="*/ 1901560 h 4278408"/>
                  <a:gd name="connsiteX133" fmla="*/ 3183045 w 5589474"/>
                  <a:gd name="connsiteY133" fmla="*/ 1795262 h 4278408"/>
                  <a:gd name="connsiteX134" fmla="*/ 3236195 w 5589474"/>
                  <a:gd name="connsiteY134" fmla="*/ 1680104 h 4278408"/>
                  <a:gd name="connsiteX135" fmla="*/ 3286393 w 5589474"/>
                  <a:gd name="connsiteY135" fmla="*/ 1567900 h 4278408"/>
                  <a:gd name="connsiteX136" fmla="*/ 3336587 w 5589474"/>
                  <a:gd name="connsiteY136" fmla="*/ 1449791 h 4278408"/>
                  <a:gd name="connsiteX137" fmla="*/ 3383832 w 5589474"/>
                  <a:gd name="connsiteY137" fmla="*/ 1328729 h 4278408"/>
                  <a:gd name="connsiteX138" fmla="*/ 3428123 w 5589474"/>
                  <a:gd name="connsiteY138" fmla="*/ 1201761 h 4278408"/>
                  <a:gd name="connsiteX139" fmla="*/ 3466508 w 5589474"/>
                  <a:gd name="connsiteY139" fmla="*/ 1071841 h 4278408"/>
                  <a:gd name="connsiteX140" fmla="*/ 3504894 w 5589474"/>
                  <a:gd name="connsiteY140" fmla="*/ 933064 h 4278408"/>
                  <a:gd name="connsiteX141" fmla="*/ 3540327 w 5589474"/>
                  <a:gd name="connsiteY141" fmla="*/ 794284 h 4278408"/>
                  <a:gd name="connsiteX142" fmla="*/ 3558043 w 5589474"/>
                  <a:gd name="connsiteY142" fmla="*/ 726372 h 4278408"/>
                  <a:gd name="connsiteX143" fmla="*/ 3584617 w 5589474"/>
                  <a:gd name="connsiteY143" fmla="*/ 643696 h 4278408"/>
                  <a:gd name="connsiteX144" fmla="*/ 3617098 w 5589474"/>
                  <a:gd name="connsiteY144" fmla="*/ 552161 h 4278408"/>
                  <a:gd name="connsiteX145" fmla="*/ 3661388 w 5589474"/>
                  <a:gd name="connsiteY145" fmla="*/ 454721 h 4278408"/>
                  <a:gd name="connsiteX146" fmla="*/ 3687964 w 5589474"/>
                  <a:gd name="connsiteY146" fmla="*/ 404524 h 4278408"/>
                  <a:gd name="connsiteX147" fmla="*/ 3714537 w 5589474"/>
                  <a:gd name="connsiteY147" fmla="*/ 357280 h 4278408"/>
                  <a:gd name="connsiteX148" fmla="*/ 3744065 w 5589474"/>
                  <a:gd name="connsiteY148" fmla="*/ 307084 h 4278408"/>
                  <a:gd name="connsiteX149" fmla="*/ 3776546 w 5589474"/>
                  <a:gd name="connsiteY149" fmla="*/ 259841 h 4278408"/>
                  <a:gd name="connsiteX150" fmla="*/ 3809024 w 5589474"/>
                  <a:gd name="connsiteY150" fmla="*/ 218502 h 4278408"/>
                  <a:gd name="connsiteX151" fmla="*/ 3850363 w 5589474"/>
                  <a:gd name="connsiteY151" fmla="*/ 177164 h 4278408"/>
                  <a:gd name="connsiteX152" fmla="*/ 3891701 w 5589474"/>
                  <a:gd name="connsiteY152" fmla="*/ 138777 h 4278408"/>
                  <a:gd name="connsiteX153" fmla="*/ 3933039 w 5589474"/>
                  <a:gd name="connsiteY153" fmla="*/ 100393 h 4278408"/>
                  <a:gd name="connsiteX154" fmla="*/ 3977331 w 5589474"/>
                  <a:gd name="connsiteY154" fmla="*/ 70866 h 4278408"/>
                  <a:gd name="connsiteX155" fmla="*/ 4027527 w 5589474"/>
                  <a:gd name="connsiteY155" fmla="*/ 47244 h 4278408"/>
                  <a:gd name="connsiteX156" fmla="*/ 4077724 w 5589474"/>
                  <a:gd name="connsiteY156" fmla="*/ 23622 h 4278408"/>
                  <a:gd name="connsiteX157" fmla="*/ 4130874 w 5589474"/>
                  <a:gd name="connsiteY157" fmla="*/ 11811 h 4278408"/>
                  <a:gd name="connsiteX158" fmla="*/ 4186974 w 5589474"/>
                  <a:gd name="connsiteY158" fmla="*/ 5906 h 4278408"/>
                  <a:gd name="connsiteX0" fmla="*/ 4246029 w 5589474"/>
                  <a:gd name="connsiteY0" fmla="*/ 0 h 4278408"/>
                  <a:gd name="connsiteX1" fmla="*/ 4310989 w 5589474"/>
                  <a:gd name="connsiteY1" fmla="*/ 8857 h 4278408"/>
                  <a:gd name="connsiteX2" fmla="*/ 4375949 w 5589474"/>
                  <a:gd name="connsiteY2" fmla="*/ 23622 h 4278408"/>
                  <a:gd name="connsiteX3" fmla="*/ 4446815 w 5589474"/>
                  <a:gd name="connsiteY3" fmla="*/ 47244 h 4278408"/>
                  <a:gd name="connsiteX4" fmla="*/ 4520635 w 5589474"/>
                  <a:gd name="connsiteY4" fmla="*/ 79723 h 4278408"/>
                  <a:gd name="connsiteX5" fmla="*/ 4597405 w 5589474"/>
                  <a:gd name="connsiteY5" fmla="*/ 124015 h 4278408"/>
                  <a:gd name="connsiteX6" fmla="*/ 4674177 w 5589474"/>
                  <a:gd name="connsiteY6" fmla="*/ 177164 h 4278408"/>
                  <a:gd name="connsiteX7" fmla="*/ 4756854 w 5589474"/>
                  <a:gd name="connsiteY7" fmla="*/ 242124 h 4278408"/>
                  <a:gd name="connsiteX8" fmla="*/ 4842482 w 5589474"/>
                  <a:gd name="connsiteY8" fmla="*/ 315941 h 4278408"/>
                  <a:gd name="connsiteX9" fmla="*/ 4934017 w 5589474"/>
                  <a:gd name="connsiteY9" fmla="*/ 404524 h 4278408"/>
                  <a:gd name="connsiteX10" fmla="*/ 5028504 w 5589474"/>
                  <a:gd name="connsiteY10" fmla="*/ 504916 h 4278408"/>
                  <a:gd name="connsiteX11" fmla="*/ 5131848 w 5589474"/>
                  <a:gd name="connsiteY11" fmla="*/ 626348 h 4278408"/>
                  <a:gd name="connsiteX12" fmla="*/ 5131263 w 5589474"/>
                  <a:gd name="connsiteY12" fmla="*/ 632975 h 4278408"/>
                  <a:gd name="connsiteX13" fmla="*/ 5170541 w 5589474"/>
                  <a:gd name="connsiteY13" fmla="*/ 674709 h 4278408"/>
                  <a:gd name="connsiteX14" fmla="*/ 5272472 w 5589474"/>
                  <a:gd name="connsiteY14" fmla="*/ 794479 h 4278408"/>
                  <a:gd name="connsiteX15" fmla="*/ 5343823 w 5589474"/>
                  <a:gd name="connsiteY15" fmla="*/ 878571 h 4278408"/>
                  <a:gd name="connsiteX16" fmla="*/ 5524620 w 5589474"/>
                  <a:gd name="connsiteY16" fmla="*/ 905541 h 4278408"/>
                  <a:gd name="connsiteX17" fmla="*/ 5514556 w 5589474"/>
                  <a:gd name="connsiteY17" fmla="*/ 1056950 h 4278408"/>
                  <a:gd name="connsiteX18" fmla="*/ 5560426 w 5589474"/>
                  <a:gd name="connsiteY18" fmla="*/ 1102820 h 4278408"/>
                  <a:gd name="connsiteX19" fmla="*/ 5589474 w 5589474"/>
                  <a:gd name="connsiteY19" fmla="*/ 1128811 h 4278408"/>
                  <a:gd name="connsiteX20" fmla="*/ 5501373 w 5589474"/>
                  <a:gd name="connsiteY20" fmla="*/ 1163468 h 4278408"/>
                  <a:gd name="connsiteX21" fmla="*/ 5452954 w 5589474"/>
                  <a:gd name="connsiteY21" fmla="*/ 1132889 h 4278408"/>
                  <a:gd name="connsiteX22" fmla="*/ 5407086 w 5589474"/>
                  <a:gd name="connsiteY22" fmla="*/ 1097213 h 4278408"/>
                  <a:gd name="connsiteX23" fmla="*/ 5320445 w 5589474"/>
                  <a:gd name="connsiteY23" fmla="*/ 1036054 h 4278408"/>
                  <a:gd name="connsiteX24" fmla="*/ 5251642 w 5589474"/>
                  <a:gd name="connsiteY24" fmla="*/ 974895 h 4278408"/>
                  <a:gd name="connsiteX25" fmla="*/ 5198128 w 5589474"/>
                  <a:gd name="connsiteY25" fmla="*/ 926478 h 4278408"/>
                  <a:gd name="connsiteX26" fmla="*/ 5152258 w 5589474"/>
                  <a:gd name="connsiteY26" fmla="*/ 880609 h 4278408"/>
                  <a:gd name="connsiteX27" fmla="*/ 5063069 w 5589474"/>
                  <a:gd name="connsiteY27" fmla="*/ 796516 h 4278408"/>
                  <a:gd name="connsiteX28" fmla="*/ 4981525 w 5589474"/>
                  <a:gd name="connsiteY28" fmla="*/ 727712 h 4278408"/>
                  <a:gd name="connsiteX29" fmla="*/ 4899980 w 5589474"/>
                  <a:gd name="connsiteY29" fmla="*/ 664006 h 4278408"/>
                  <a:gd name="connsiteX30" fmla="*/ 4826079 w 5589474"/>
                  <a:gd name="connsiteY30" fmla="*/ 613041 h 4278408"/>
                  <a:gd name="connsiteX31" fmla="*/ 4754728 w 5589474"/>
                  <a:gd name="connsiteY31" fmla="*/ 569719 h 4278408"/>
                  <a:gd name="connsiteX32" fmla="*/ 4685926 w 5589474"/>
                  <a:gd name="connsiteY32" fmla="*/ 534043 h 4278408"/>
                  <a:gd name="connsiteX33" fmla="*/ 4622218 w 5589474"/>
                  <a:gd name="connsiteY33" fmla="*/ 508561 h 4278408"/>
                  <a:gd name="connsiteX34" fmla="*/ 4558511 w 5589474"/>
                  <a:gd name="connsiteY34" fmla="*/ 488175 h 4278408"/>
                  <a:gd name="connsiteX35" fmla="*/ 4499900 w 5589474"/>
                  <a:gd name="connsiteY35" fmla="*/ 477981 h 4278408"/>
                  <a:gd name="connsiteX36" fmla="*/ 4446388 w 5589474"/>
                  <a:gd name="connsiteY36" fmla="*/ 470338 h 4278408"/>
                  <a:gd name="connsiteX37" fmla="*/ 4284127 w 5589474"/>
                  <a:gd name="connsiteY37" fmla="*/ 440084 h 4278408"/>
                  <a:gd name="connsiteX38" fmla="*/ 4225073 w 5589474"/>
                  <a:gd name="connsiteY38" fmla="*/ 440084 h 4278408"/>
                  <a:gd name="connsiteX39" fmla="*/ 4166018 w 5589474"/>
                  <a:gd name="connsiteY39" fmla="*/ 451895 h 4278408"/>
                  <a:gd name="connsiteX40" fmla="*/ 4112869 w 5589474"/>
                  <a:gd name="connsiteY40" fmla="*/ 463705 h 4278408"/>
                  <a:gd name="connsiteX41" fmla="*/ 4062672 w 5589474"/>
                  <a:gd name="connsiteY41" fmla="*/ 484373 h 4278408"/>
                  <a:gd name="connsiteX42" fmla="*/ 4018382 w 5589474"/>
                  <a:gd name="connsiteY42" fmla="*/ 507995 h 4278408"/>
                  <a:gd name="connsiteX43" fmla="*/ 3974090 w 5589474"/>
                  <a:gd name="connsiteY43" fmla="*/ 537523 h 4278408"/>
                  <a:gd name="connsiteX44" fmla="*/ 3929800 w 5589474"/>
                  <a:gd name="connsiteY44" fmla="*/ 570003 h 4278408"/>
                  <a:gd name="connsiteX45" fmla="*/ 3894367 w 5589474"/>
                  <a:gd name="connsiteY45" fmla="*/ 608388 h 4278408"/>
                  <a:gd name="connsiteX46" fmla="*/ 3861885 w 5589474"/>
                  <a:gd name="connsiteY46" fmla="*/ 646775 h 4278408"/>
                  <a:gd name="connsiteX47" fmla="*/ 3826453 w 5589474"/>
                  <a:gd name="connsiteY47" fmla="*/ 691065 h 4278408"/>
                  <a:gd name="connsiteX48" fmla="*/ 3796926 w 5589474"/>
                  <a:gd name="connsiteY48" fmla="*/ 735357 h 4278408"/>
                  <a:gd name="connsiteX49" fmla="*/ 3770351 w 5589474"/>
                  <a:gd name="connsiteY49" fmla="*/ 779646 h 4278408"/>
                  <a:gd name="connsiteX50" fmla="*/ 3743776 w 5589474"/>
                  <a:gd name="connsiteY50" fmla="*/ 826891 h 4278408"/>
                  <a:gd name="connsiteX51" fmla="*/ 3723109 w 5589474"/>
                  <a:gd name="connsiteY51" fmla="*/ 874134 h 4278408"/>
                  <a:gd name="connsiteX52" fmla="*/ 3684722 w 5589474"/>
                  <a:gd name="connsiteY52" fmla="*/ 968621 h 4278408"/>
                  <a:gd name="connsiteX53" fmla="*/ 3655194 w 5589474"/>
                  <a:gd name="connsiteY53" fmla="*/ 1057204 h 4278408"/>
                  <a:gd name="connsiteX54" fmla="*/ 3631573 w 5589474"/>
                  <a:gd name="connsiteY54" fmla="*/ 1136928 h 4278408"/>
                  <a:gd name="connsiteX55" fmla="*/ 3613856 w 5589474"/>
                  <a:gd name="connsiteY55" fmla="*/ 1207794 h 4278408"/>
                  <a:gd name="connsiteX56" fmla="*/ 3578424 w 5589474"/>
                  <a:gd name="connsiteY56" fmla="*/ 1346572 h 4278408"/>
                  <a:gd name="connsiteX57" fmla="*/ 3537085 w 5589474"/>
                  <a:gd name="connsiteY57" fmla="*/ 1482397 h 4278408"/>
                  <a:gd name="connsiteX58" fmla="*/ 3495747 w 5589474"/>
                  <a:gd name="connsiteY58" fmla="*/ 1612317 h 4278408"/>
                  <a:gd name="connsiteX59" fmla="*/ 3451457 w 5589474"/>
                  <a:gd name="connsiteY59" fmla="*/ 1736332 h 4278408"/>
                  <a:gd name="connsiteX60" fmla="*/ 3404213 w 5589474"/>
                  <a:gd name="connsiteY60" fmla="*/ 1860347 h 4278408"/>
                  <a:gd name="connsiteX61" fmla="*/ 3351063 w 5589474"/>
                  <a:gd name="connsiteY61" fmla="*/ 1981409 h 4278408"/>
                  <a:gd name="connsiteX62" fmla="*/ 3297914 w 5589474"/>
                  <a:gd name="connsiteY62" fmla="*/ 2093613 h 4278408"/>
                  <a:gd name="connsiteX63" fmla="*/ 3241812 w 5589474"/>
                  <a:gd name="connsiteY63" fmla="*/ 2208769 h 4278408"/>
                  <a:gd name="connsiteX64" fmla="*/ 3179806 w 5589474"/>
                  <a:gd name="connsiteY64" fmla="*/ 2315068 h 4278408"/>
                  <a:gd name="connsiteX65" fmla="*/ 3120751 w 5589474"/>
                  <a:gd name="connsiteY65" fmla="*/ 2418415 h 4278408"/>
                  <a:gd name="connsiteX66" fmla="*/ 3052837 w 5589474"/>
                  <a:gd name="connsiteY66" fmla="*/ 2518807 h 4278408"/>
                  <a:gd name="connsiteX67" fmla="*/ 2987877 w 5589474"/>
                  <a:gd name="connsiteY67" fmla="*/ 2613294 h 4278408"/>
                  <a:gd name="connsiteX68" fmla="*/ 2919965 w 5589474"/>
                  <a:gd name="connsiteY68" fmla="*/ 2707782 h 4278408"/>
                  <a:gd name="connsiteX69" fmla="*/ 2849100 w 5589474"/>
                  <a:gd name="connsiteY69" fmla="*/ 2793409 h 4278408"/>
                  <a:gd name="connsiteX70" fmla="*/ 2778234 w 5589474"/>
                  <a:gd name="connsiteY70" fmla="*/ 2881992 h 4278408"/>
                  <a:gd name="connsiteX71" fmla="*/ 2704415 w 5589474"/>
                  <a:gd name="connsiteY71" fmla="*/ 2964669 h 4278408"/>
                  <a:gd name="connsiteX72" fmla="*/ 2627644 w 5589474"/>
                  <a:gd name="connsiteY72" fmla="*/ 3044393 h 4278408"/>
                  <a:gd name="connsiteX73" fmla="*/ 2550872 w 5589474"/>
                  <a:gd name="connsiteY73" fmla="*/ 3121164 h 4278408"/>
                  <a:gd name="connsiteX74" fmla="*/ 2471150 w 5589474"/>
                  <a:gd name="connsiteY74" fmla="*/ 3194982 h 4278408"/>
                  <a:gd name="connsiteX75" fmla="*/ 2394379 w 5589474"/>
                  <a:gd name="connsiteY75" fmla="*/ 3262895 h 4278408"/>
                  <a:gd name="connsiteX76" fmla="*/ 2311703 w 5589474"/>
                  <a:gd name="connsiteY76" fmla="*/ 3330808 h 4278408"/>
                  <a:gd name="connsiteX77" fmla="*/ 2229026 w 5589474"/>
                  <a:gd name="connsiteY77" fmla="*/ 3395768 h 4278408"/>
                  <a:gd name="connsiteX78" fmla="*/ 2146350 w 5589474"/>
                  <a:gd name="connsiteY78" fmla="*/ 3457776 h 4278408"/>
                  <a:gd name="connsiteX79" fmla="*/ 2063673 w 5589474"/>
                  <a:gd name="connsiteY79" fmla="*/ 3513876 h 4278408"/>
                  <a:gd name="connsiteX80" fmla="*/ 1980996 w 5589474"/>
                  <a:gd name="connsiteY80" fmla="*/ 3569980 h 4278408"/>
                  <a:gd name="connsiteX81" fmla="*/ 1898321 w 5589474"/>
                  <a:gd name="connsiteY81" fmla="*/ 3623129 h 4278408"/>
                  <a:gd name="connsiteX82" fmla="*/ 1812689 w 5589474"/>
                  <a:gd name="connsiteY82" fmla="*/ 3673324 h 4278408"/>
                  <a:gd name="connsiteX83" fmla="*/ 1730014 w 5589474"/>
                  <a:gd name="connsiteY83" fmla="*/ 3723522 h 4278408"/>
                  <a:gd name="connsiteX84" fmla="*/ 1647337 w 5589474"/>
                  <a:gd name="connsiteY84" fmla="*/ 3770765 h 4278408"/>
                  <a:gd name="connsiteX85" fmla="*/ 1558754 w 5589474"/>
                  <a:gd name="connsiteY85" fmla="*/ 3815056 h 4278408"/>
                  <a:gd name="connsiteX86" fmla="*/ 1393401 w 5589474"/>
                  <a:gd name="connsiteY86" fmla="*/ 3894780 h 4278408"/>
                  <a:gd name="connsiteX87" fmla="*/ 1231003 w 5589474"/>
                  <a:gd name="connsiteY87" fmla="*/ 3965646 h 4278408"/>
                  <a:gd name="connsiteX88" fmla="*/ 1065649 w 5589474"/>
                  <a:gd name="connsiteY88" fmla="*/ 4024700 h 4278408"/>
                  <a:gd name="connsiteX89" fmla="*/ 909153 w 5589474"/>
                  <a:gd name="connsiteY89" fmla="*/ 4080802 h 4278408"/>
                  <a:gd name="connsiteX90" fmla="*/ 755612 w 5589474"/>
                  <a:gd name="connsiteY90" fmla="*/ 4128045 h 4278408"/>
                  <a:gd name="connsiteX91" fmla="*/ 610929 w 5589474"/>
                  <a:gd name="connsiteY91" fmla="*/ 4166432 h 4278408"/>
                  <a:gd name="connsiteX92" fmla="*/ 469197 w 5589474"/>
                  <a:gd name="connsiteY92" fmla="*/ 4204817 h 4278408"/>
                  <a:gd name="connsiteX93" fmla="*/ 339277 w 5589474"/>
                  <a:gd name="connsiteY93" fmla="*/ 4231392 h 4278408"/>
                  <a:gd name="connsiteX94" fmla="*/ 221168 w 5589474"/>
                  <a:gd name="connsiteY94" fmla="*/ 4255013 h 4278408"/>
                  <a:gd name="connsiteX95" fmla="*/ 106010 w 5589474"/>
                  <a:gd name="connsiteY95" fmla="*/ 4275681 h 4278408"/>
                  <a:gd name="connsiteX96" fmla="*/ 83516 w 5589474"/>
                  <a:gd name="connsiteY96" fmla="*/ 4278408 h 4278408"/>
                  <a:gd name="connsiteX97" fmla="*/ 0 w 5589474"/>
                  <a:gd name="connsiteY97" fmla="*/ 3859220 h 4278408"/>
                  <a:gd name="connsiteX98" fmla="*/ 32481 w 5589474"/>
                  <a:gd name="connsiteY98" fmla="*/ 3853314 h 4278408"/>
                  <a:gd name="connsiteX99" fmla="*/ 124015 w 5589474"/>
                  <a:gd name="connsiteY99" fmla="*/ 3847409 h 4278408"/>
                  <a:gd name="connsiteX100" fmla="*/ 265746 w 5589474"/>
                  <a:gd name="connsiteY100" fmla="*/ 3832646 h 4278408"/>
                  <a:gd name="connsiteX101" fmla="*/ 357282 w 5589474"/>
                  <a:gd name="connsiteY101" fmla="*/ 3817882 h 4278408"/>
                  <a:gd name="connsiteX102" fmla="*/ 454721 w 5589474"/>
                  <a:gd name="connsiteY102" fmla="*/ 3800165 h 4278408"/>
                  <a:gd name="connsiteX103" fmla="*/ 563973 w 5589474"/>
                  <a:gd name="connsiteY103" fmla="*/ 3782449 h 4278408"/>
                  <a:gd name="connsiteX104" fmla="*/ 679129 w 5589474"/>
                  <a:gd name="connsiteY104" fmla="*/ 3755875 h 4278408"/>
                  <a:gd name="connsiteX105" fmla="*/ 803144 w 5589474"/>
                  <a:gd name="connsiteY105" fmla="*/ 3720442 h 4278408"/>
                  <a:gd name="connsiteX106" fmla="*/ 933063 w 5589474"/>
                  <a:gd name="connsiteY106" fmla="*/ 3685010 h 4278408"/>
                  <a:gd name="connsiteX107" fmla="*/ 1068889 w 5589474"/>
                  <a:gd name="connsiteY107" fmla="*/ 3637767 h 4278408"/>
                  <a:gd name="connsiteX108" fmla="*/ 1210620 w 5589474"/>
                  <a:gd name="connsiteY108" fmla="*/ 3584617 h 4278408"/>
                  <a:gd name="connsiteX109" fmla="*/ 1358257 w 5589474"/>
                  <a:gd name="connsiteY109" fmla="*/ 3525563 h 4278408"/>
                  <a:gd name="connsiteX110" fmla="*/ 1502942 w 5589474"/>
                  <a:gd name="connsiteY110" fmla="*/ 3457649 h 4278408"/>
                  <a:gd name="connsiteX111" fmla="*/ 1653530 w 5589474"/>
                  <a:gd name="connsiteY111" fmla="*/ 3377926 h 4278408"/>
                  <a:gd name="connsiteX112" fmla="*/ 1730302 w 5589474"/>
                  <a:gd name="connsiteY112" fmla="*/ 3336587 h 4278408"/>
                  <a:gd name="connsiteX113" fmla="*/ 1807072 w 5589474"/>
                  <a:gd name="connsiteY113" fmla="*/ 3292296 h 4278408"/>
                  <a:gd name="connsiteX114" fmla="*/ 1880892 w 5589474"/>
                  <a:gd name="connsiteY114" fmla="*/ 3245051 h 4278408"/>
                  <a:gd name="connsiteX115" fmla="*/ 1957663 w 5589474"/>
                  <a:gd name="connsiteY115" fmla="*/ 3197808 h 4278408"/>
                  <a:gd name="connsiteX116" fmla="*/ 2034434 w 5589474"/>
                  <a:gd name="connsiteY116" fmla="*/ 3144659 h 4278408"/>
                  <a:gd name="connsiteX117" fmla="*/ 2108252 w 5589474"/>
                  <a:gd name="connsiteY117" fmla="*/ 3088557 h 4278408"/>
                  <a:gd name="connsiteX118" fmla="*/ 2185022 w 5589474"/>
                  <a:gd name="connsiteY118" fmla="*/ 3032455 h 4278408"/>
                  <a:gd name="connsiteX119" fmla="*/ 2255888 w 5589474"/>
                  <a:gd name="connsiteY119" fmla="*/ 2970449 h 4278408"/>
                  <a:gd name="connsiteX120" fmla="*/ 2329707 w 5589474"/>
                  <a:gd name="connsiteY120" fmla="*/ 2908440 h 4278408"/>
                  <a:gd name="connsiteX121" fmla="*/ 2403525 w 5589474"/>
                  <a:gd name="connsiteY121" fmla="*/ 2840528 h 4278408"/>
                  <a:gd name="connsiteX122" fmla="*/ 2477344 w 5589474"/>
                  <a:gd name="connsiteY122" fmla="*/ 2772615 h 4278408"/>
                  <a:gd name="connsiteX123" fmla="*/ 2548210 w 5589474"/>
                  <a:gd name="connsiteY123" fmla="*/ 2701750 h 4278408"/>
                  <a:gd name="connsiteX124" fmla="*/ 2616121 w 5589474"/>
                  <a:gd name="connsiteY124" fmla="*/ 2624979 h 4278408"/>
                  <a:gd name="connsiteX125" fmla="*/ 2686987 w 5589474"/>
                  <a:gd name="connsiteY125" fmla="*/ 2545255 h 4278408"/>
                  <a:gd name="connsiteX126" fmla="*/ 2754901 w 5589474"/>
                  <a:gd name="connsiteY126" fmla="*/ 2465530 h 4278408"/>
                  <a:gd name="connsiteX127" fmla="*/ 2819860 w 5589474"/>
                  <a:gd name="connsiteY127" fmla="*/ 2376949 h 4278408"/>
                  <a:gd name="connsiteX128" fmla="*/ 2887773 w 5589474"/>
                  <a:gd name="connsiteY128" fmla="*/ 2291321 h 4278408"/>
                  <a:gd name="connsiteX129" fmla="*/ 2949781 w 5589474"/>
                  <a:gd name="connsiteY129" fmla="*/ 2196833 h 4278408"/>
                  <a:gd name="connsiteX130" fmla="*/ 3011788 w 5589474"/>
                  <a:gd name="connsiteY130" fmla="*/ 2102346 h 4278408"/>
                  <a:gd name="connsiteX131" fmla="*/ 3070842 w 5589474"/>
                  <a:gd name="connsiteY131" fmla="*/ 2004905 h 4278408"/>
                  <a:gd name="connsiteX132" fmla="*/ 3126944 w 5589474"/>
                  <a:gd name="connsiteY132" fmla="*/ 1901560 h 4278408"/>
                  <a:gd name="connsiteX133" fmla="*/ 3183045 w 5589474"/>
                  <a:gd name="connsiteY133" fmla="*/ 1795262 h 4278408"/>
                  <a:gd name="connsiteX134" fmla="*/ 3236195 w 5589474"/>
                  <a:gd name="connsiteY134" fmla="*/ 1680104 h 4278408"/>
                  <a:gd name="connsiteX135" fmla="*/ 3286393 w 5589474"/>
                  <a:gd name="connsiteY135" fmla="*/ 1567900 h 4278408"/>
                  <a:gd name="connsiteX136" fmla="*/ 3336587 w 5589474"/>
                  <a:gd name="connsiteY136" fmla="*/ 1449791 h 4278408"/>
                  <a:gd name="connsiteX137" fmla="*/ 3383832 w 5589474"/>
                  <a:gd name="connsiteY137" fmla="*/ 1328729 h 4278408"/>
                  <a:gd name="connsiteX138" fmla="*/ 3428123 w 5589474"/>
                  <a:gd name="connsiteY138" fmla="*/ 1201761 h 4278408"/>
                  <a:gd name="connsiteX139" fmla="*/ 3466508 w 5589474"/>
                  <a:gd name="connsiteY139" fmla="*/ 1071841 h 4278408"/>
                  <a:gd name="connsiteX140" fmla="*/ 3504894 w 5589474"/>
                  <a:gd name="connsiteY140" fmla="*/ 933064 h 4278408"/>
                  <a:gd name="connsiteX141" fmla="*/ 3540327 w 5589474"/>
                  <a:gd name="connsiteY141" fmla="*/ 794284 h 4278408"/>
                  <a:gd name="connsiteX142" fmla="*/ 3558043 w 5589474"/>
                  <a:gd name="connsiteY142" fmla="*/ 726372 h 4278408"/>
                  <a:gd name="connsiteX143" fmla="*/ 3584617 w 5589474"/>
                  <a:gd name="connsiteY143" fmla="*/ 643696 h 4278408"/>
                  <a:gd name="connsiteX144" fmla="*/ 3617098 w 5589474"/>
                  <a:gd name="connsiteY144" fmla="*/ 552161 h 4278408"/>
                  <a:gd name="connsiteX145" fmla="*/ 3661388 w 5589474"/>
                  <a:gd name="connsiteY145" fmla="*/ 454721 h 4278408"/>
                  <a:gd name="connsiteX146" fmla="*/ 3687964 w 5589474"/>
                  <a:gd name="connsiteY146" fmla="*/ 404524 h 4278408"/>
                  <a:gd name="connsiteX147" fmla="*/ 3714537 w 5589474"/>
                  <a:gd name="connsiteY147" fmla="*/ 357280 h 4278408"/>
                  <a:gd name="connsiteX148" fmla="*/ 3744065 w 5589474"/>
                  <a:gd name="connsiteY148" fmla="*/ 307084 h 4278408"/>
                  <a:gd name="connsiteX149" fmla="*/ 3776546 w 5589474"/>
                  <a:gd name="connsiteY149" fmla="*/ 259841 h 4278408"/>
                  <a:gd name="connsiteX150" fmla="*/ 3809024 w 5589474"/>
                  <a:gd name="connsiteY150" fmla="*/ 218502 h 4278408"/>
                  <a:gd name="connsiteX151" fmla="*/ 3850363 w 5589474"/>
                  <a:gd name="connsiteY151" fmla="*/ 177164 h 4278408"/>
                  <a:gd name="connsiteX152" fmla="*/ 3891701 w 5589474"/>
                  <a:gd name="connsiteY152" fmla="*/ 138777 h 4278408"/>
                  <a:gd name="connsiteX153" fmla="*/ 3933039 w 5589474"/>
                  <a:gd name="connsiteY153" fmla="*/ 100393 h 4278408"/>
                  <a:gd name="connsiteX154" fmla="*/ 3977331 w 5589474"/>
                  <a:gd name="connsiteY154" fmla="*/ 70866 h 4278408"/>
                  <a:gd name="connsiteX155" fmla="*/ 4027527 w 5589474"/>
                  <a:gd name="connsiteY155" fmla="*/ 47244 h 4278408"/>
                  <a:gd name="connsiteX156" fmla="*/ 4077724 w 5589474"/>
                  <a:gd name="connsiteY156" fmla="*/ 23622 h 4278408"/>
                  <a:gd name="connsiteX157" fmla="*/ 4130874 w 5589474"/>
                  <a:gd name="connsiteY157" fmla="*/ 11811 h 4278408"/>
                  <a:gd name="connsiteX158" fmla="*/ 4186974 w 5589474"/>
                  <a:gd name="connsiteY158" fmla="*/ 5906 h 4278408"/>
                  <a:gd name="connsiteX159" fmla="*/ 4246029 w 5589474"/>
                  <a:gd name="connsiteY159" fmla="*/ 0 h 4278408"/>
                  <a:gd name="connsiteX0" fmla="*/ 4246029 w 5611815"/>
                  <a:gd name="connsiteY0" fmla="*/ 0 h 4278408"/>
                  <a:gd name="connsiteX1" fmla="*/ 4310989 w 5611815"/>
                  <a:gd name="connsiteY1" fmla="*/ 8857 h 4278408"/>
                  <a:gd name="connsiteX2" fmla="*/ 4375949 w 5611815"/>
                  <a:gd name="connsiteY2" fmla="*/ 23622 h 4278408"/>
                  <a:gd name="connsiteX3" fmla="*/ 4446815 w 5611815"/>
                  <a:gd name="connsiteY3" fmla="*/ 47244 h 4278408"/>
                  <a:gd name="connsiteX4" fmla="*/ 4520635 w 5611815"/>
                  <a:gd name="connsiteY4" fmla="*/ 79723 h 4278408"/>
                  <a:gd name="connsiteX5" fmla="*/ 4597405 w 5611815"/>
                  <a:gd name="connsiteY5" fmla="*/ 124015 h 4278408"/>
                  <a:gd name="connsiteX6" fmla="*/ 4674177 w 5611815"/>
                  <a:gd name="connsiteY6" fmla="*/ 177164 h 4278408"/>
                  <a:gd name="connsiteX7" fmla="*/ 4756854 w 5611815"/>
                  <a:gd name="connsiteY7" fmla="*/ 242124 h 4278408"/>
                  <a:gd name="connsiteX8" fmla="*/ 4842482 w 5611815"/>
                  <a:gd name="connsiteY8" fmla="*/ 315941 h 4278408"/>
                  <a:gd name="connsiteX9" fmla="*/ 4934017 w 5611815"/>
                  <a:gd name="connsiteY9" fmla="*/ 404524 h 4278408"/>
                  <a:gd name="connsiteX10" fmla="*/ 5028504 w 5611815"/>
                  <a:gd name="connsiteY10" fmla="*/ 504916 h 4278408"/>
                  <a:gd name="connsiteX11" fmla="*/ 5131848 w 5611815"/>
                  <a:gd name="connsiteY11" fmla="*/ 626348 h 4278408"/>
                  <a:gd name="connsiteX12" fmla="*/ 5131263 w 5611815"/>
                  <a:gd name="connsiteY12" fmla="*/ 632975 h 4278408"/>
                  <a:gd name="connsiteX13" fmla="*/ 5170541 w 5611815"/>
                  <a:gd name="connsiteY13" fmla="*/ 674709 h 4278408"/>
                  <a:gd name="connsiteX14" fmla="*/ 5272472 w 5611815"/>
                  <a:gd name="connsiteY14" fmla="*/ 794479 h 4278408"/>
                  <a:gd name="connsiteX15" fmla="*/ 5343823 w 5611815"/>
                  <a:gd name="connsiteY15" fmla="*/ 878571 h 4278408"/>
                  <a:gd name="connsiteX16" fmla="*/ 5524620 w 5611815"/>
                  <a:gd name="connsiteY16" fmla="*/ 905541 h 4278408"/>
                  <a:gd name="connsiteX17" fmla="*/ 5611815 w 5611815"/>
                  <a:gd name="connsiteY17" fmla="*/ 1023629 h 4278408"/>
                  <a:gd name="connsiteX18" fmla="*/ 5560426 w 5611815"/>
                  <a:gd name="connsiteY18" fmla="*/ 1102820 h 4278408"/>
                  <a:gd name="connsiteX19" fmla="*/ 5589474 w 5611815"/>
                  <a:gd name="connsiteY19" fmla="*/ 1128811 h 4278408"/>
                  <a:gd name="connsiteX20" fmla="*/ 5501373 w 5611815"/>
                  <a:gd name="connsiteY20" fmla="*/ 1163468 h 4278408"/>
                  <a:gd name="connsiteX21" fmla="*/ 5452954 w 5611815"/>
                  <a:gd name="connsiteY21" fmla="*/ 1132889 h 4278408"/>
                  <a:gd name="connsiteX22" fmla="*/ 5407086 w 5611815"/>
                  <a:gd name="connsiteY22" fmla="*/ 1097213 h 4278408"/>
                  <a:gd name="connsiteX23" fmla="*/ 5320445 w 5611815"/>
                  <a:gd name="connsiteY23" fmla="*/ 1036054 h 4278408"/>
                  <a:gd name="connsiteX24" fmla="*/ 5251642 w 5611815"/>
                  <a:gd name="connsiteY24" fmla="*/ 974895 h 4278408"/>
                  <a:gd name="connsiteX25" fmla="*/ 5198128 w 5611815"/>
                  <a:gd name="connsiteY25" fmla="*/ 926478 h 4278408"/>
                  <a:gd name="connsiteX26" fmla="*/ 5152258 w 5611815"/>
                  <a:gd name="connsiteY26" fmla="*/ 880609 h 4278408"/>
                  <a:gd name="connsiteX27" fmla="*/ 5063069 w 5611815"/>
                  <a:gd name="connsiteY27" fmla="*/ 796516 h 4278408"/>
                  <a:gd name="connsiteX28" fmla="*/ 4981525 w 5611815"/>
                  <a:gd name="connsiteY28" fmla="*/ 727712 h 4278408"/>
                  <a:gd name="connsiteX29" fmla="*/ 4899980 w 5611815"/>
                  <a:gd name="connsiteY29" fmla="*/ 664006 h 4278408"/>
                  <a:gd name="connsiteX30" fmla="*/ 4826079 w 5611815"/>
                  <a:gd name="connsiteY30" fmla="*/ 613041 h 4278408"/>
                  <a:gd name="connsiteX31" fmla="*/ 4754728 w 5611815"/>
                  <a:gd name="connsiteY31" fmla="*/ 569719 h 4278408"/>
                  <a:gd name="connsiteX32" fmla="*/ 4685926 w 5611815"/>
                  <a:gd name="connsiteY32" fmla="*/ 534043 h 4278408"/>
                  <a:gd name="connsiteX33" fmla="*/ 4622218 w 5611815"/>
                  <a:gd name="connsiteY33" fmla="*/ 508561 h 4278408"/>
                  <a:gd name="connsiteX34" fmla="*/ 4558511 w 5611815"/>
                  <a:gd name="connsiteY34" fmla="*/ 488175 h 4278408"/>
                  <a:gd name="connsiteX35" fmla="*/ 4499900 w 5611815"/>
                  <a:gd name="connsiteY35" fmla="*/ 477981 h 4278408"/>
                  <a:gd name="connsiteX36" fmla="*/ 4446388 w 5611815"/>
                  <a:gd name="connsiteY36" fmla="*/ 470338 h 4278408"/>
                  <a:gd name="connsiteX37" fmla="*/ 4284127 w 5611815"/>
                  <a:gd name="connsiteY37" fmla="*/ 440084 h 4278408"/>
                  <a:gd name="connsiteX38" fmla="*/ 4225073 w 5611815"/>
                  <a:gd name="connsiteY38" fmla="*/ 440084 h 4278408"/>
                  <a:gd name="connsiteX39" fmla="*/ 4166018 w 5611815"/>
                  <a:gd name="connsiteY39" fmla="*/ 451895 h 4278408"/>
                  <a:gd name="connsiteX40" fmla="*/ 4112869 w 5611815"/>
                  <a:gd name="connsiteY40" fmla="*/ 463705 h 4278408"/>
                  <a:gd name="connsiteX41" fmla="*/ 4062672 w 5611815"/>
                  <a:gd name="connsiteY41" fmla="*/ 484373 h 4278408"/>
                  <a:gd name="connsiteX42" fmla="*/ 4018382 w 5611815"/>
                  <a:gd name="connsiteY42" fmla="*/ 507995 h 4278408"/>
                  <a:gd name="connsiteX43" fmla="*/ 3974090 w 5611815"/>
                  <a:gd name="connsiteY43" fmla="*/ 537523 h 4278408"/>
                  <a:gd name="connsiteX44" fmla="*/ 3929800 w 5611815"/>
                  <a:gd name="connsiteY44" fmla="*/ 570003 h 4278408"/>
                  <a:gd name="connsiteX45" fmla="*/ 3894367 w 5611815"/>
                  <a:gd name="connsiteY45" fmla="*/ 608388 h 4278408"/>
                  <a:gd name="connsiteX46" fmla="*/ 3861885 w 5611815"/>
                  <a:gd name="connsiteY46" fmla="*/ 646775 h 4278408"/>
                  <a:gd name="connsiteX47" fmla="*/ 3826453 w 5611815"/>
                  <a:gd name="connsiteY47" fmla="*/ 691065 h 4278408"/>
                  <a:gd name="connsiteX48" fmla="*/ 3796926 w 5611815"/>
                  <a:gd name="connsiteY48" fmla="*/ 735357 h 4278408"/>
                  <a:gd name="connsiteX49" fmla="*/ 3770351 w 5611815"/>
                  <a:gd name="connsiteY49" fmla="*/ 779646 h 4278408"/>
                  <a:gd name="connsiteX50" fmla="*/ 3743776 w 5611815"/>
                  <a:gd name="connsiteY50" fmla="*/ 826891 h 4278408"/>
                  <a:gd name="connsiteX51" fmla="*/ 3723109 w 5611815"/>
                  <a:gd name="connsiteY51" fmla="*/ 874134 h 4278408"/>
                  <a:gd name="connsiteX52" fmla="*/ 3684722 w 5611815"/>
                  <a:gd name="connsiteY52" fmla="*/ 968621 h 4278408"/>
                  <a:gd name="connsiteX53" fmla="*/ 3655194 w 5611815"/>
                  <a:gd name="connsiteY53" fmla="*/ 1057204 h 4278408"/>
                  <a:gd name="connsiteX54" fmla="*/ 3631573 w 5611815"/>
                  <a:gd name="connsiteY54" fmla="*/ 1136928 h 4278408"/>
                  <a:gd name="connsiteX55" fmla="*/ 3613856 w 5611815"/>
                  <a:gd name="connsiteY55" fmla="*/ 1207794 h 4278408"/>
                  <a:gd name="connsiteX56" fmla="*/ 3578424 w 5611815"/>
                  <a:gd name="connsiteY56" fmla="*/ 1346572 h 4278408"/>
                  <a:gd name="connsiteX57" fmla="*/ 3537085 w 5611815"/>
                  <a:gd name="connsiteY57" fmla="*/ 1482397 h 4278408"/>
                  <a:gd name="connsiteX58" fmla="*/ 3495747 w 5611815"/>
                  <a:gd name="connsiteY58" fmla="*/ 1612317 h 4278408"/>
                  <a:gd name="connsiteX59" fmla="*/ 3451457 w 5611815"/>
                  <a:gd name="connsiteY59" fmla="*/ 1736332 h 4278408"/>
                  <a:gd name="connsiteX60" fmla="*/ 3404213 w 5611815"/>
                  <a:gd name="connsiteY60" fmla="*/ 1860347 h 4278408"/>
                  <a:gd name="connsiteX61" fmla="*/ 3351063 w 5611815"/>
                  <a:gd name="connsiteY61" fmla="*/ 1981409 h 4278408"/>
                  <a:gd name="connsiteX62" fmla="*/ 3297914 w 5611815"/>
                  <a:gd name="connsiteY62" fmla="*/ 2093613 h 4278408"/>
                  <a:gd name="connsiteX63" fmla="*/ 3241812 w 5611815"/>
                  <a:gd name="connsiteY63" fmla="*/ 2208769 h 4278408"/>
                  <a:gd name="connsiteX64" fmla="*/ 3179806 w 5611815"/>
                  <a:gd name="connsiteY64" fmla="*/ 2315068 h 4278408"/>
                  <a:gd name="connsiteX65" fmla="*/ 3120751 w 5611815"/>
                  <a:gd name="connsiteY65" fmla="*/ 2418415 h 4278408"/>
                  <a:gd name="connsiteX66" fmla="*/ 3052837 w 5611815"/>
                  <a:gd name="connsiteY66" fmla="*/ 2518807 h 4278408"/>
                  <a:gd name="connsiteX67" fmla="*/ 2987877 w 5611815"/>
                  <a:gd name="connsiteY67" fmla="*/ 2613294 h 4278408"/>
                  <a:gd name="connsiteX68" fmla="*/ 2919965 w 5611815"/>
                  <a:gd name="connsiteY68" fmla="*/ 2707782 h 4278408"/>
                  <a:gd name="connsiteX69" fmla="*/ 2849100 w 5611815"/>
                  <a:gd name="connsiteY69" fmla="*/ 2793409 h 4278408"/>
                  <a:gd name="connsiteX70" fmla="*/ 2778234 w 5611815"/>
                  <a:gd name="connsiteY70" fmla="*/ 2881992 h 4278408"/>
                  <a:gd name="connsiteX71" fmla="*/ 2704415 w 5611815"/>
                  <a:gd name="connsiteY71" fmla="*/ 2964669 h 4278408"/>
                  <a:gd name="connsiteX72" fmla="*/ 2627644 w 5611815"/>
                  <a:gd name="connsiteY72" fmla="*/ 3044393 h 4278408"/>
                  <a:gd name="connsiteX73" fmla="*/ 2550872 w 5611815"/>
                  <a:gd name="connsiteY73" fmla="*/ 3121164 h 4278408"/>
                  <a:gd name="connsiteX74" fmla="*/ 2471150 w 5611815"/>
                  <a:gd name="connsiteY74" fmla="*/ 3194982 h 4278408"/>
                  <a:gd name="connsiteX75" fmla="*/ 2394379 w 5611815"/>
                  <a:gd name="connsiteY75" fmla="*/ 3262895 h 4278408"/>
                  <a:gd name="connsiteX76" fmla="*/ 2311703 w 5611815"/>
                  <a:gd name="connsiteY76" fmla="*/ 3330808 h 4278408"/>
                  <a:gd name="connsiteX77" fmla="*/ 2229026 w 5611815"/>
                  <a:gd name="connsiteY77" fmla="*/ 3395768 h 4278408"/>
                  <a:gd name="connsiteX78" fmla="*/ 2146350 w 5611815"/>
                  <a:gd name="connsiteY78" fmla="*/ 3457776 h 4278408"/>
                  <a:gd name="connsiteX79" fmla="*/ 2063673 w 5611815"/>
                  <a:gd name="connsiteY79" fmla="*/ 3513876 h 4278408"/>
                  <a:gd name="connsiteX80" fmla="*/ 1980996 w 5611815"/>
                  <a:gd name="connsiteY80" fmla="*/ 3569980 h 4278408"/>
                  <a:gd name="connsiteX81" fmla="*/ 1898321 w 5611815"/>
                  <a:gd name="connsiteY81" fmla="*/ 3623129 h 4278408"/>
                  <a:gd name="connsiteX82" fmla="*/ 1812689 w 5611815"/>
                  <a:gd name="connsiteY82" fmla="*/ 3673324 h 4278408"/>
                  <a:gd name="connsiteX83" fmla="*/ 1730014 w 5611815"/>
                  <a:gd name="connsiteY83" fmla="*/ 3723522 h 4278408"/>
                  <a:gd name="connsiteX84" fmla="*/ 1647337 w 5611815"/>
                  <a:gd name="connsiteY84" fmla="*/ 3770765 h 4278408"/>
                  <a:gd name="connsiteX85" fmla="*/ 1558754 w 5611815"/>
                  <a:gd name="connsiteY85" fmla="*/ 3815056 h 4278408"/>
                  <a:gd name="connsiteX86" fmla="*/ 1393401 w 5611815"/>
                  <a:gd name="connsiteY86" fmla="*/ 3894780 h 4278408"/>
                  <a:gd name="connsiteX87" fmla="*/ 1231003 w 5611815"/>
                  <a:gd name="connsiteY87" fmla="*/ 3965646 h 4278408"/>
                  <a:gd name="connsiteX88" fmla="*/ 1065649 w 5611815"/>
                  <a:gd name="connsiteY88" fmla="*/ 4024700 h 4278408"/>
                  <a:gd name="connsiteX89" fmla="*/ 909153 w 5611815"/>
                  <a:gd name="connsiteY89" fmla="*/ 4080802 h 4278408"/>
                  <a:gd name="connsiteX90" fmla="*/ 755612 w 5611815"/>
                  <a:gd name="connsiteY90" fmla="*/ 4128045 h 4278408"/>
                  <a:gd name="connsiteX91" fmla="*/ 610929 w 5611815"/>
                  <a:gd name="connsiteY91" fmla="*/ 4166432 h 4278408"/>
                  <a:gd name="connsiteX92" fmla="*/ 469197 w 5611815"/>
                  <a:gd name="connsiteY92" fmla="*/ 4204817 h 4278408"/>
                  <a:gd name="connsiteX93" fmla="*/ 339277 w 5611815"/>
                  <a:gd name="connsiteY93" fmla="*/ 4231392 h 4278408"/>
                  <a:gd name="connsiteX94" fmla="*/ 221168 w 5611815"/>
                  <a:gd name="connsiteY94" fmla="*/ 4255013 h 4278408"/>
                  <a:gd name="connsiteX95" fmla="*/ 106010 w 5611815"/>
                  <a:gd name="connsiteY95" fmla="*/ 4275681 h 4278408"/>
                  <a:gd name="connsiteX96" fmla="*/ 83516 w 5611815"/>
                  <a:gd name="connsiteY96" fmla="*/ 4278408 h 4278408"/>
                  <a:gd name="connsiteX97" fmla="*/ 0 w 5611815"/>
                  <a:gd name="connsiteY97" fmla="*/ 3859220 h 4278408"/>
                  <a:gd name="connsiteX98" fmla="*/ 32481 w 5611815"/>
                  <a:gd name="connsiteY98" fmla="*/ 3853314 h 4278408"/>
                  <a:gd name="connsiteX99" fmla="*/ 124015 w 5611815"/>
                  <a:gd name="connsiteY99" fmla="*/ 3847409 h 4278408"/>
                  <a:gd name="connsiteX100" fmla="*/ 265746 w 5611815"/>
                  <a:gd name="connsiteY100" fmla="*/ 3832646 h 4278408"/>
                  <a:gd name="connsiteX101" fmla="*/ 357282 w 5611815"/>
                  <a:gd name="connsiteY101" fmla="*/ 3817882 h 4278408"/>
                  <a:gd name="connsiteX102" fmla="*/ 454721 w 5611815"/>
                  <a:gd name="connsiteY102" fmla="*/ 3800165 h 4278408"/>
                  <a:gd name="connsiteX103" fmla="*/ 563973 w 5611815"/>
                  <a:gd name="connsiteY103" fmla="*/ 3782449 h 4278408"/>
                  <a:gd name="connsiteX104" fmla="*/ 679129 w 5611815"/>
                  <a:gd name="connsiteY104" fmla="*/ 3755875 h 4278408"/>
                  <a:gd name="connsiteX105" fmla="*/ 803144 w 5611815"/>
                  <a:gd name="connsiteY105" fmla="*/ 3720442 h 4278408"/>
                  <a:gd name="connsiteX106" fmla="*/ 933063 w 5611815"/>
                  <a:gd name="connsiteY106" fmla="*/ 3685010 h 4278408"/>
                  <a:gd name="connsiteX107" fmla="*/ 1068889 w 5611815"/>
                  <a:gd name="connsiteY107" fmla="*/ 3637767 h 4278408"/>
                  <a:gd name="connsiteX108" fmla="*/ 1210620 w 5611815"/>
                  <a:gd name="connsiteY108" fmla="*/ 3584617 h 4278408"/>
                  <a:gd name="connsiteX109" fmla="*/ 1358257 w 5611815"/>
                  <a:gd name="connsiteY109" fmla="*/ 3525563 h 4278408"/>
                  <a:gd name="connsiteX110" fmla="*/ 1502942 w 5611815"/>
                  <a:gd name="connsiteY110" fmla="*/ 3457649 h 4278408"/>
                  <a:gd name="connsiteX111" fmla="*/ 1653530 w 5611815"/>
                  <a:gd name="connsiteY111" fmla="*/ 3377926 h 4278408"/>
                  <a:gd name="connsiteX112" fmla="*/ 1730302 w 5611815"/>
                  <a:gd name="connsiteY112" fmla="*/ 3336587 h 4278408"/>
                  <a:gd name="connsiteX113" fmla="*/ 1807072 w 5611815"/>
                  <a:gd name="connsiteY113" fmla="*/ 3292296 h 4278408"/>
                  <a:gd name="connsiteX114" fmla="*/ 1880892 w 5611815"/>
                  <a:gd name="connsiteY114" fmla="*/ 3245051 h 4278408"/>
                  <a:gd name="connsiteX115" fmla="*/ 1957663 w 5611815"/>
                  <a:gd name="connsiteY115" fmla="*/ 3197808 h 4278408"/>
                  <a:gd name="connsiteX116" fmla="*/ 2034434 w 5611815"/>
                  <a:gd name="connsiteY116" fmla="*/ 3144659 h 4278408"/>
                  <a:gd name="connsiteX117" fmla="*/ 2108252 w 5611815"/>
                  <a:gd name="connsiteY117" fmla="*/ 3088557 h 4278408"/>
                  <a:gd name="connsiteX118" fmla="*/ 2185022 w 5611815"/>
                  <a:gd name="connsiteY118" fmla="*/ 3032455 h 4278408"/>
                  <a:gd name="connsiteX119" fmla="*/ 2255888 w 5611815"/>
                  <a:gd name="connsiteY119" fmla="*/ 2970449 h 4278408"/>
                  <a:gd name="connsiteX120" fmla="*/ 2329707 w 5611815"/>
                  <a:gd name="connsiteY120" fmla="*/ 2908440 h 4278408"/>
                  <a:gd name="connsiteX121" fmla="*/ 2403525 w 5611815"/>
                  <a:gd name="connsiteY121" fmla="*/ 2840528 h 4278408"/>
                  <a:gd name="connsiteX122" fmla="*/ 2477344 w 5611815"/>
                  <a:gd name="connsiteY122" fmla="*/ 2772615 h 4278408"/>
                  <a:gd name="connsiteX123" fmla="*/ 2548210 w 5611815"/>
                  <a:gd name="connsiteY123" fmla="*/ 2701750 h 4278408"/>
                  <a:gd name="connsiteX124" fmla="*/ 2616121 w 5611815"/>
                  <a:gd name="connsiteY124" fmla="*/ 2624979 h 4278408"/>
                  <a:gd name="connsiteX125" fmla="*/ 2686987 w 5611815"/>
                  <a:gd name="connsiteY125" fmla="*/ 2545255 h 4278408"/>
                  <a:gd name="connsiteX126" fmla="*/ 2754901 w 5611815"/>
                  <a:gd name="connsiteY126" fmla="*/ 2465530 h 4278408"/>
                  <a:gd name="connsiteX127" fmla="*/ 2819860 w 5611815"/>
                  <a:gd name="connsiteY127" fmla="*/ 2376949 h 4278408"/>
                  <a:gd name="connsiteX128" fmla="*/ 2887773 w 5611815"/>
                  <a:gd name="connsiteY128" fmla="*/ 2291321 h 4278408"/>
                  <a:gd name="connsiteX129" fmla="*/ 2949781 w 5611815"/>
                  <a:gd name="connsiteY129" fmla="*/ 2196833 h 4278408"/>
                  <a:gd name="connsiteX130" fmla="*/ 3011788 w 5611815"/>
                  <a:gd name="connsiteY130" fmla="*/ 2102346 h 4278408"/>
                  <a:gd name="connsiteX131" fmla="*/ 3070842 w 5611815"/>
                  <a:gd name="connsiteY131" fmla="*/ 2004905 h 4278408"/>
                  <a:gd name="connsiteX132" fmla="*/ 3126944 w 5611815"/>
                  <a:gd name="connsiteY132" fmla="*/ 1901560 h 4278408"/>
                  <a:gd name="connsiteX133" fmla="*/ 3183045 w 5611815"/>
                  <a:gd name="connsiteY133" fmla="*/ 1795262 h 4278408"/>
                  <a:gd name="connsiteX134" fmla="*/ 3236195 w 5611815"/>
                  <a:gd name="connsiteY134" fmla="*/ 1680104 h 4278408"/>
                  <a:gd name="connsiteX135" fmla="*/ 3286393 w 5611815"/>
                  <a:gd name="connsiteY135" fmla="*/ 1567900 h 4278408"/>
                  <a:gd name="connsiteX136" fmla="*/ 3336587 w 5611815"/>
                  <a:gd name="connsiteY136" fmla="*/ 1449791 h 4278408"/>
                  <a:gd name="connsiteX137" fmla="*/ 3383832 w 5611815"/>
                  <a:gd name="connsiteY137" fmla="*/ 1328729 h 4278408"/>
                  <a:gd name="connsiteX138" fmla="*/ 3428123 w 5611815"/>
                  <a:gd name="connsiteY138" fmla="*/ 1201761 h 4278408"/>
                  <a:gd name="connsiteX139" fmla="*/ 3466508 w 5611815"/>
                  <a:gd name="connsiteY139" fmla="*/ 1071841 h 4278408"/>
                  <a:gd name="connsiteX140" fmla="*/ 3504894 w 5611815"/>
                  <a:gd name="connsiteY140" fmla="*/ 933064 h 4278408"/>
                  <a:gd name="connsiteX141" fmla="*/ 3540327 w 5611815"/>
                  <a:gd name="connsiteY141" fmla="*/ 794284 h 4278408"/>
                  <a:gd name="connsiteX142" fmla="*/ 3558043 w 5611815"/>
                  <a:gd name="connsiteY142" fmla="*/ 726372 h 4278408"/>
                  <a:gd name="connsiteX143" fmla="*/ 3584617 w 5611815"/>
                  <a:gd name="connsiteY143" fmla="*/ 643696 h 4278408"/>
                  <a:gd name="connsiteX144" fmla="*/ 3617098 w 5611815"/>
                  <a:gd name="connsiteY144" fmla="*/ 552161 h 4278408"/>
                  <a:gd name="connsiteX145" fmla="*/ 3661388 w 5611815"/>
                  <a:gd name="connsiteY145" fmla="*/ 454721 h 4278408"/>
                  <a:gd name="connsiteX146" fmla="*/ 3687964 w 5611815"/>
                  <a:gd name="connsiteY146" fmla="*/ 404524 h 4278408"/>
                  <a:gd name="connsiteX147" fmla="*/ 3714537 w 5611815"/>
                  <a:gd name="connsiteY147" fmla="*/ 357280 h 4278408"/>
                  <a:gd name="connsiteX148" fmla="*/ 3744065 w 5611815"/>
                  <a:gd name="connsiteY148" fmla="*/ 307084 h 4278408"/>
                  <a:gd name="connsiteX149" fmla="*/ 3776546 w 5611815"/>
                  <a:gd name="connsiteY149" fmla="*/ 259841 h 4278408"/>
                  <a:gd name="connsiteX150" fmla="*/ 3809024 w 5611815"/>
                  <a:gd name="connsiteY150" fmla="*/ 218502 h 4278408"/>
                  <a:gd name="connsiteX151" fmla="*/ 3850363 w 5611815"/>
                  <a:gd name="connsiteY151" fmla="*/ 177164 h 4278408"/>
                  <a:gd name="connsiteX152" fmla="*/ 3891701 w 5611815"/>
                  <a:gd name="connsiteY152" fmla="*/ 138777 h 4278408"/>
                  <a:gd name="connsiteX153" fmla="*/ 3933039 w 5611815"/>
                  <a:gd name="connsiteY153" fmla="*/ 100393 h 4278408"/>
                  <a:gd name="connsiteX154" fmla="*/ 3977331 w 5611815"/>
                  <a:gd name="connsiteY154" fmla="*/ 70866 h 4278408"/>
                  <a:gd name="connsiteX155" fmla="*/ 4027527 w 5611815"/>
                  <a:gd name="connsiteY155" fmla="*/ 47244 h 4278408"/>
                  <a:gd name="connsiteX156" fmla="*/ 4077724 w 5611815"/>
                  <a:gd name="connsiteY156" fmla="*/ 23622 h 4278408"/>
                  <a:gd name="connsiteX157" fmla="*/ 4130874 w 5611815"/>
                  <a:gd name="connsiteY157" fmla="*/ 11811 h 4278408"/>
                  <a:gd name="connsiteX158" fmla="*/ 4186974 w 5611815"/>
                  <a:gd name="connsiteY158" fmla="*/ 5906 h 4278408"/>
                  <a:gd name="connsiteX159" fmla="*/ 4246029 w 5611815"/>
                  <a:gd name="connsiteY159" fmla="*/ 0 h 4278408"/>
                  <a:gd name="connsiteX0" fmla="*/ 4246029 w 5640555"/>
                  <a:gd name="connsiteY0" fmla="*/ 0 h 4278408"/>
                  <a:gd name="connsiteX1" fmla="*/ 4310989 w 5640555"/>
                  <a:gd name="connsiteY1" fmla="*/ 8857 h 4278408"/>
                  <a:gd name="connsiteX2" fmla="*/ 4375949 w 5640555"/>
                  <a:gd name="connsiteY2" fmla="*/ 23622 h 4278408"/>
                  <a:gd name="connsiteX3" fmla="*/ 4446815 w 5640555"/>
                  <a:gd name="connsiteY3" fmla="*/ 47244 h 4278408"/>
                  <a:gd name="connsiteX4" fmla="*/ 4520635 w 5640555"/>
                  <a:gd name="connsiteY4" fmla="*/ 79723 h 4278408"/>
                  <a:gd name="connsiteX5" fmla="*/ 4597405 w 5640555"/>
                  <a:gd name="connsiteY5" fmla="*/ 124015 h 4278408"/>
                  <a:gd name="connsiteX6" fmla="*/ 4674177 w 5640555"/>
                  <a:gd name="connsiteY6" fmla="*/ 177164 h 4278408"/>
                  <a:gd name="connsiteX7" fmla="*/ 4756854 w 5640555"/>
                  <a:gd name="connsiteY7" fmla="*/ 242124 h 4278408"/>
                  <a:gd name="connsiteX8" fmla="*/ 4842482 w 5640555"/>
                  <a:gd name="connsiteY8" fmla="*/ 315941 h 4278408"/>
                  <a:gd name="connsiteX9" fmla="*/ 4934017 w 5640555"/>
                  <a:gd name="connsiteY9" fmla="*/ 404524 h 4278408"/>
                  <a:gd name="connsiteX10" fmla="*/ 5028504 w 5640555"/>
                  <a:gd name="connsiteY10" fmla="*/ 504916 h 4278408"/>
                  <a:gd name="connsiteX11" fmla="*/ 5131848 w 5640555"/>
                  <a:gd name="connsiteY11" fmla="*/ 626348 h 4278408"/>
                  <a:gd name="connsiteX12" fmla="*/ 5131263 w 5640555"/>
                  <a:gd name="connsiteY12" fmla="*/ 632975 h 4278408"/>
                  <a:gd name="connsiteX13" fmla="*/ 5170541 w 5640555"/>
                  <a:gd name="connsiteY13" fmla="*/ 674709 h 4278408"/>
                  <a:gd name="connsiteX14" fmla="*/ 5272472 w 5640555"/>
                  <a:gd name="connsiteY14" fmla="*/ 794479 h 4278408"/>
                  <a:gd name="connsiteX15" fmla="*/ 5343823 w 5640555"/>
                  <a:gd name="connsiteY15" fmla="*/ 878571 h 4278408"/>
                  <a:gd name="connsiteX16" fmla="*/ 5524620 w 5640555"/>
                  <a:gd name="connsiteY16" fmla="*/ 905541 h 4278408"/>
                  <a:gd name="connsiteX17" fmla="*/ 5611815 w 5640555"/>
                  <a:gd name="connsiteY17" fmla="*/ 1023629 h 4278408"/>
                  <a:gd name="connsiteX18" fmla="*/ 5640555 w 5640555"/>
                  <a:gd name="connsiteY18" fmla="*/ 1090292 h 4278408"/>
                  <a:gd name="connsiteX19" fmla="*/ 5589474 w 5640555"/>
                  <a:gd name="connsiteY19" fmla="*/ 1128811 h 4278408"/>
                  <a:gd name="connsiteX20" fmla="*/ 5501373 w 5640555"/>
                  <a:gd name="connsiteY20" fmla="*/ 1163468 h 4278408"/>
                  <a:gd name="connsiteX21" fmla="*/ 5452954 w 5640555"/>
                  <a:gd name="connsiteY21" fmla="*/ 1132889 h 4278408"/>
                  <a:gd name="connsiteX22" fmla="*/ 5407086 w 5640555"/>
                  <a:gd name="connsiteY22" fmla="*/ 1097213 h 4278408"/>
                  <a:gd name="connsiteX23" fmla="*/ 5320445 w 5640555"/>
                  <a:gd name="connsiteY23" fmla="*/ 1036054 h 4278408"/>
                  <a:gd name="connsiteX24" fmla="*/ 5251642 w 5640555"/>
                  <a:gd name="connsiteY24" fmla="*/ 974895 h 4278408"/>
                  <a:gd name="connsiteX25" fmla="*/ 5198128 w 5640555"/>
                  <a:gd name="connsiteY25" fmla="*/ 926478 h 4278408"/>
                  <a:gd name="connsiteX26" fmla="*/ 5152258 w 5640555"/>
                  <a:gd name="connsiteY26" fmla="*/ 880609 h 4278408"/>
                  <a:gd name="connsiteX27" fmla="*/ 5063069 w 5640555"/>
                  <a:gd name="connsiteY27" fmla="*/ 796516 h 4278408"/>
                  <a:gd name="connsiteX28" fmla="*/ 4981525 w 5640555"/>
                  <a:gd name="connsiteY28" fmla="*/ 727712 h 4278408"/>
                  <a:gd name="connsiteX29" fmla="*/ 4899980 w 5640555"/>
                  <a:gd name="connsiteY29" fmla="*/ 664006 h 4278408"/>
                  <a:gd name="connsiteX30" fmla="*/ 4826079 w 5640555"/>
                  <a:gd name="connsiteY30" fmla="*/ 613041 h 4278408"/>
                  <a:gd name="connsiteX31" fmla="*/ 4754728 w 5640555"/>
                  <a:gd name="connsiteY31" fmla="*/ 569719 h 4278408"/>
                  <a:gd name="connsiteX32" fmla="*/ 4685926 w 5640555"/>
                  <a:gd name="connsiteY32" fmla="*/ 534043 h 4278408"/>
                  <a:gd name="connsiteX33" fmla="*/ 4622218 w 5640555"/>
                  <a:gd name="connsiteY33" fmla="*/ 508561 h 4278408"/>
                  <a:gd name="connsiteX34" fmla="*/ 4558511 w 5640555"/>
                  <a:gd name="connsiteY34" fmla="*/ 488175 h 4278408"/>
                  <a:gd name="connsiteX35" fmla="*/ 4499900 w 5640555"/>
                  <a:gd name="connsiteY35" fmla="*/ 477981 h 4278408"/>
                  <a:gd name="connsiteX36" fmla="*/ 4446388 w 5640555"/>
                  <a:gd name="connsiteY36" fmla="*/ 470338 h 4278408"/>
                  <a:gd name="connsiteX37" fmla="*/ 4284127 w 5640555"/>
                  <a:gd name="connsiteY37" fmla="*/ 440084 h 4278408"/>
                  <a:gd name="connsiteX38" fmla="*/ 4225073 w 5640555"/>
                  <a:gd name="connsiteY38" fmla="*/ 440084 h 4278408"/>
                  <a:gd name="connsiteX39" fmla="*/ 4166018 w 5640555"/>
                  <a:gd name="connsiteY39" fmla="*/ 451895 h 4278408"/>
                  <a:gd name="connsiteX40" fmla="*/ 4112869 w 5640555"/>
                  <a:gd name="connsiteY40" fmla="*/ 463705 h 4278408"/>
                  <a:gd name="connsiteX41" fmla="*/ 4062672 w 5640555"/>
                  <a:gd name="connsiteY41" fmla="*/ 484373 h 4278408"/>
                  <a:gd name="connsiteX42" fmla="*/ 4018382 w 5640555"/>
                  <a:gd name="connsiteY42" fmla="*/ 507995 h 4278408"/>
                  <a:gd name="connsiteX43" fmla="*/ 3974090 w 5640555"/>
                  <a:gd name="connsiteY43" fmla="*/ 537523 h 4278408"/>
                  <a:gd name="connsiteX44" fmla="*/ 3929800 w 5640555"/>
                  <a:gd name="connsiteY44" fmla="*/ 570003 h 4278408"/>
                  <a:gd name="connsiteX45" fmla="*/ 3894367 w 5640555"/>
                  <a:gd name="connsiteY45" fmla="*/ 608388 h 4278408"/>
                  <a:gd name="connsiteX46" fmla="*/ 3861885 w 5640555"/>
                  <a:gd name="connsiteY46" fmla="*/ 646775 h 4278408"/>
                  <a:gd name="connsiteX47" fmla="*/ 3826453 w 5640555"/>
                  <a:gd name="connsiteY47" fmla="*/ 691065 h 4278408"/>
                  <a:gd name="connsiteX48" fmla="*/ 3796926 w 5640555"/>
                  <a:gd name="connsiteY48" fmla="*/ 735357 h 4278408"/>
                  <a:gd name="connsiteX49" fmla="*/ 3770351 w 5640555"/>
                  <a:gd name="connsiteY49" fmla="*/ 779646 h 4278408"/>
                  <a:gd name="connsiteX50" fmla="*/ 3743776 w 5640555"/>
                  <a:gd name="connsiteY50" fmla="*/ 826891 h 4278408"/>
                  <a:gd name="connsiteX51" fmla="*/ 3723109 w 5640555"/>
                  <a:gd name="connsiteY51" fmla="*/ 874134 h 4278408"/>
                  <a:gd name="connsiteX52" fmla="*/ 3684722 w 5640555"/>
                  <a:gd name="connsiteY52" fmla="*/ 968621 h 4278408"/>
                  <a:gd name="connsiteX53" fmla="*/ 3655194 w 5640555"/>
                  <a:gd name="connsiteY53" fmla="*/ 1057204 h 4278408"/>
                  <a:gd name="connsiteX54" fmla="*/ 3631573 w 5640555"/>
                  <a:gd name="connsiteY54" fmla="*/ 1136928 h 4278408"/>
                  <a:gd name="connsiteX55" fmla="*/ 3613856 w 5640555"/>
                  <a:gd name="connsiteY55" fmla="*/ 1207794 h 4278408"/>
                  <a:gd name="connsiteX56" fmla="*/ 3578424 w 5640555"/>
                  <a:gd name="connsiteY56" fmla="*/ 1346572 h 4278408"/>
                  <a:gd name="connsiteX57" fmla="*/ 3537085 w 5640555"/>
                  <a:gd name="connsiteY57" fmla="*/ 1482397 h 4278408"/>
                  <a:gd name="connsiteX58" fmla="*/ 3495747 w 5640555"/>
                  <a:gd name="connsiteY58" fmla="*/ 1612317 h 4278408"/>
                  <a:gd name="connsiteX59" fmla="*/ 3451457 w 5640555"/>
                  <a:gd name="connsiteY59" fmla="*/ 1736332 h 4278408"/>
                  <a:gd name="connsiteX60" fmla="*/ 3404213 w 5640555"/>
                  <a:gd name="connsiteY60" fmla="*/ 1860347 h 4278408"/>
                  <a:gd name="connsiteX61" fmla="*/ 3351063 w 5640555"/>
                  <a:gd name="connsiteY61" fmla="*/ 1981409 h 4278408"/>
                  <a:gd name="connsiteX62" fmla="*/ 3297914 w 5640555"/>
                  <a:gd name="connsiteY62" fmla="*/ 2093613 h 4278408"/>
                  <a:gd name="connsiteX63" fmla="*/ 3241812 w 5640555"/>
                  <a:gd name="connsiteY63" fmla="*/ 2208769 h 4278408"/>
                  <a:gd name="connsiteX64" fmla="*/ 3179806 w 5640555"/>
                  <a:gd name="connsiteY64" fmla="*/ 2315068 h 4278408"/>
                  <a:gd name="connsiteX65" fmla="*/ 3120751 w 5640555"/>
                  <a:gd name="connsiteY65" fmla="*/ 2418415 h 4278408"/>
                  <a:gd name="connsiteX66" fmla="*/ 3052837 w 5640555"/>
                  <a:gd name="connsiteY66" fmla="*/ 2518807 h 4278408"/>
                  <a:gd name="connsiteX67" fmla="*/ 2987877 w 5640555"/>
                  <a:gd name="connsiteY67" fmla="*/ 2613294 h 4278408"/>
                  <a:gd name="connsiteX68" fmla="*/ 2919965 w 5640555"/>
                  <a:gd name="connsiteY68" fmla="*/ 2707782 h 4278408"/>
                  <a:gd name="connsiteX69" fmla="*/ 2849100 w 5640555"/>
                  <a:gd name="connsiteY69" fmla="*/ 2793409 h 4278408"/>
                  <a:gd name="connsiteX70" fmla="*/ 2778234 w 5640555"/>
                  <a:gd name="connsiteY70" fmla="*/ 2881992 h 4278408"/>
                  <a:gd name="connsiteX71" fmla="*/ 2704415 w 5640555"/>
                  <a:gd name="connsiteY71" fmla="*/ 2964669 h 4278408"/>
                  <a:gd name="connsiteX72" fmla="*/ 2627644 w 5640555"/>
                  <a:gd name="connsiteY72" fmla="*/ 3044393 h 4278408"/>
                  <a:gd name="connsiteX73" fmla="*/ 2550872 w 5640555"/>
                  <a:gd name="connsiteY73" fmla="*/ 3121164 h 4278408"/>
                  <a:gd name="connsiteX74" fmla="*/ 2471150 w 5640555"/>
                  <a:gd name="connsiteY74" fmla="*/ 3194982 h 4278408"/>
                  <a:gd name="connsiteX75" fmla="*/ 2394379 w 5640555"/>
                  <a:gd name="connsiteY75" fmla="*/ 3262895 h 4278408"/>
                  <a:gd name="connsiteX76" fmla="*/ 2311703 w 5640555"/>
                  <a:gd name="connsiteY76" fmla="*/ 3330808 h 4278408"/>
                  <a:gd name="connsiteX77" fmla="*/ 2229026 w 5640555"/>
                  <a:gd name="connsiteY77" fmla="*/ 3395768 h 4278408"/>
                  <a:gd name="connsiteX78" fmla="*/ 2146350 w 5640555"/>
                  <a:gd name="connsiteY78" fmla="*/ 3457776 h 4278408"/>
                  <a:gd name="connsiteX79" fmla="*/ 2063673 w 5640555"/>
                  <a:gd name="connsiteY79" fmla="*/ 3513876 h 4278408"/>
                  <a:gd name="connsiteX80" fmla="*/ 1980996 w 5640555"/>
                  <a:gd name="connsiteY80" fmla="*/ 3569980 h 4278408"/>
                  <a:gd name="connsiteX81" fmla="*/ 1898321 w 5640555"/>
                  <a:gd name="connsiteY81" fmla="*/ 3623129 h 4278408"/>
                  <a:gd name="connsiteX82" fmla="*/ 1812689 w 5640555"/>
                  <a:gd name="connsiteY82" fmla="*/ 3673324 h 4278408"/>
                  <a:gd name="connsiteX83" fmla="*/ 1730014 w 5640555"/>
                  <a:gd name="connsiteY83" fmla="*/ 3723522 h 4278408"/>
                  <a:gd name="connsiteX84" fmla="*/ 1647337 w 5640555"/>
                  <a:gd name="connsiteY84" fmla="*/ 3770765 h 4278408"/>
                  <a:gd name="connsiteX85" fmla="*/ 1558754 w 5640555"/>
                  <a:gd name="connsiteY85" fmla="*/ 3815056 h 4278408"/>
                  <a:gd name="connsiteX86" fmla="*/ 1393401 w 5640555"/>
                  <a:gd name="connsiteY86" fmla="*/ 3894780 h 4278408"/>
                  <a:gd name="connsiteX87" fmla="*/ 1231003 w 5640555"/>
                  <a:gd name="connsiteY87" fmla="*/ 3965646 h 4278408"/>
                  <a:gd name="connsiteX88" fmla="*/ 1065649 w 5640555"/>
                  <a:gd name="connsiteY88" fmla="*/ 4024700 h 4278408"/>
                  <a:gd name="connsiteX89" fmla="*/ 909153 w 5640555"/>
                  <a:gd name="connsiteY89" fmla="*/ 4080802 h 4278408"/>
                  <a:gd name="connsiteX90" fmla="*/ 755612 w 5640555"/>
                  <a:gd name="connsiteY90" fmla="*/ 4128045 h 4278408"/>
                  <a:gd name="connsiteX91" fmla="*/ 610929 w 5640555"/>
                  <a:gd name="connsiteY91" fmla="*/ 4166432 h 4278408"/>
                  <a:gd name="connsiteX92" fmla="*/ 469197 w 5640555"/>
                  <a:gd name="connsiteY92" fmla="*/ 4204817 h 4278408"/>
                  <a:gd name="connsiteX93" fmla="*/ 339277 w 5640555"/>
                  <a:gd name="connsiteY93" fmla="*/ 4231392 h 4278408"/>
                  <a:gd name="connsiteX94" fmla="*/ 221168 w 5640555"/>
                  <a:gd name="connsiteY94" fmla="*/ 4255013 h 4278408"/>
                  <a:gd name="connsiteX95" fmla="*/ 106010 w 5640555"/>
                  <a:gd name="connsiteY95" fmla="*/ 4275681 h 4278408"/>
                  <a:gd name="connsiteX96" fmla="*/ 83516 w 5640555"/>
                  <a:gd name="connsiteY96" fmla="*/ 4278408 h 4278408"/>
                  <a:gd name="connsiteX97" fmla="*/ 0 w 5640555"/>
                  <a:gd name="connsiteY97" fmla="*/ 3859220 h 4278408"/>
                  <a:gd name="connsiteX98" fmla="*/ 32481 w 5640555"/>
                  <a:gd name="connsiteY98" fmla="*/ 3853314 h 4278408"/>
                  <a:gd name="connsiteX99" fmla="*/ 124015 w 5640555"/>
                  <a:gd name="connsiteY99" fmla="*/ 3847409 h 4278408"/>
                  <a:gd name="connsiteX100" fmla="*/ 265746 w 5640555"/>
                  <a:gd name="connsiteY100" fmla="*/ 3832646 h 4278408"/>
                  <a:gd name="connsiteX101" fmla="*/ 357282 w 5640555"/>
                  <a:gd name="connsiteY101" fmla="*/ 3817882 h 4278408"/>
                  <a:gd name="connsiteX102" fmla="*/ 454721 w 5640555"/>
                  <a:gd name="connsiteY102" fmla="*/ 3800165 h 4278408"/>
                  <a:gd name="connsiteX103" fmla="*/ 563973 w 5640555"/>
                  <a:gd name="connsiteY103" fmla="*/ 3782449 h 4278408"/>
                  <a:gd name="connsiteX104" fmla="*/ 679129 w 5640555"/>
                  <a:gd name="connsiteY104" fmla="*/ 3755875 h 4278408"/>
                  <a:gd name="connsiteX105" fmla="*/ 803144 w 5640555"/>
                  <a:gd name="connsiteY105" fmla="*/ 3720442 h 4278408"/>
                  <a:gd name="connsiteX106" fmla="*/ 933063 w 5640555"/>
                  <a:gd name="connsiteY106" fmla="*/ 3685010 h 4278408"/>
                  <a:gd name="connsiteX107" fmla="*/ 1068889 w 5640555"/>
                  <a:gd name="connsiteY107" fmla="*/ 3637767 h 4278408"/>
                  <a:gd name="connsiteX108" fmla="*/ 1210620 w 5640555"/>
                  <a:gd name="connsiteY108" fmla="*/ 3584617 h 4278408"/>
                  <a:gd name="connsiteX109" fmla="*/ 1358257 w 5640555"/>
                  <a:gd name="connsiteY109" fmla="*/ 3525563 h 4278408"/>
                  <a:gd name="connsiteX110" fmla="*/ 1502942 w 5640555"/>
                  <a:gd name="connsiteY110" fmla="*/ 3457649 h 4278408"/>
                  <a:gd name="connsiteX111" fmla="*/ 1653530 w 5640555"/>
                  <a:gd name="connsiteY111" fmla="*/ 3377926 h 4278408"/>
                  <a:gd name="connsiteX112" fmla="*/ 1730302 w 5640555"/>
                  <a:gd name="connsiteY112" fmla="*/ 3336587 h 4278408"/>
                  <a:gd name="connsiteX113" fmla="*/ 1807072 w 5640555"/>
                  <a:gd name="connsiteY113" fmla="*/ 3292296 h 4278408"/>
                  <a:gd name="connsiteX114" fmla="*/ 1880892 w 5640555"/>
                  <a:gd name="connsiteY114" fmla="*/ 3245051 h 4278408"/>
                  <a:gd name="connsiteX115" fmla="*/ 1957663 w 5640555"/>
                  <a:gd name="connsiteY115" fmla="*/ 3197808 h 4278408"/>
                  <a:gd name="connsiteX116" fmla="*/ 2034434 w 5640555"/>
                  <a:gd name="connsiteY116" fmla="*/ 3144659 h 4278408"/>
                  <a:gd name="connsiteX117" fmla="*/ 2108252 w 5640555"/>
                  <a:gd name="connsiteY117" fmla="*/ 3088557 h 4278408"/>
                  <a:gd name="connsiteX118" fmla="*/ 2185022 w 5640555"/>
                  <a:gd name="connsiteY118" fmla="*/ 3032455 h 4278408"/>
                  <a:gd name="connsiteX119" fmla="*/ 2255888 w 5640555"/>
                  <a:gd name="connsiteY119" fmla="*/ 2970449 h 4278408"/>
                  <a:gd name="connsiteX120" fmla="*/ 2329707 w 5640555"/>
                  <a:gd name="connsiteY120" fmla="*/ 2908440 h 4278408"/>
                  <a:gd name="connsiteX121" fmla="*/ 2403525 w 5640555"/>
                  <a:gd name="connsiteY121" fmla="*/ 2840528 h 4278408"/>
                  <a:gd name="connsiteX122" fmla="*/ 2477344 w 5640555"/>
                  <a:gd name="connsiteY122" fmla="*/ 2772615 h 4278408"/>
                  <a:gd name="connsiteX123" fmla="*/ 2548210 w 5640555"/>
                  <a:gd name="connsiteY123" fmla="*/ 2701750 h 4278408"/>
                  <a:gd name="connsiteX124" fmla="*/ 2616121 w 5640555"/>
                  <a:gd name="connsiteY124" fmla="*/ 2624979 h 4278408"/>
                  <a:gd name="connsiteX125" fmla="*/ 2686987 w 5640555"/>
                  <a:gd name="connsiteY125" fmla="*/ 2545255 h 4278408"/>
                  <a:gd name="connsiteX126" fmla="*/ 2754901 w 5640555"/>
                  <a:gd name="connsiteY126" fmla="*/ 2465530 h 4278408"/>
                  <a:gd name="connsiteX127" fmla="*/ 2819860 w 5640555"/>
                  <a:gd name="connsiteY127" fmla="*/ 2376949 h 4278408"/>
                  <a:gd name="connsiteX128" fmla="*/ 2887773 w 5640555"/>
                  <a:gd name="connsiteY128" fmla="*/ 2291321 h 4278408"/>
                  <a:gd name="connsiteX129" fmla="*/ 2949781 w 5640555"/>
                  <a:gd name="connsiteY129" fmla="*/ 2196833 h 4278408"/>
                  <a:gd name="connsiteX130" fmla="*/ 3011788 w 5640555"/>
                  <a:gd name="connsiteY130" fmla="*/ 2102346 h 4278408"/>
                  <a:gd name="connsiteX131" fmla="*/ 3070842 w 5640555"/>
                  <a:gd name="connsiteY131" fmla="*/ 2004905 h 4278408"/>
                  <a:gd name="connsiteX132" fmla="*/ 3126944 w 5640555"/>
                  <a:gd name="connsiteY132" fmla="*/ 1901560 h 4278408"/>
                  <a:gd name="connsiteX133" fmla="*/ 3183045 w 5640555"/>
                  <a:gd name="connsiteY133" fmla="*/ 1795262 h 4278408"/>
                  <a:gd name="connsiteX134" fmla="*/ 3236195 w 5640555"/>
                  <a:gd name="connsiteY134" fmla="*/ 1680104 h 4278408"/>
                  <a:gd name="connsiteX135" fmla="*/ 3286393 w 5640555"/>
                  <a:gd name="connsiteY135" fmla="*/ 1567900 h 4278408"/>
                  <a:gd name="connsiteX136" fmla="*/ 3336587 w 5640555"/>
                  <a:gd name="connsiteY136" fmla="*/ 1449791 h 4278408"/>
                  <a:gd name="connsiteX137" fmla="*/ 3383832 w 5640555"/>
                  <a:gd name="connsiteY137" fmla="*/ 1328729 h 4278408"/>
                  <a:gd name="connsiteX138" fmla="*/ 3428123 w 5640555"/>
                  <a:gd name="connsiteY138" fmla="*/ 1201761 h 4278408"/>
                  <a:gd name="connsiteX139" fmla="*/ 3466508 w 5640555"/>
                  <a:gd name="connsiteY139" fmla="*/ 1071841 h 4278408"/>
                  <a:gd name="connsiteX140" fmla="*/ 3504894 w 5640555"/>
                  <a:gd name="connsiteY140" fmla="*/ 933064 h 4278408"/>
                  <a:gd name="connsiteX141" fmla="*/ 3540327 w 5640555"/>
                  <a:gd name="connsiteY141" fmla="*/ 794284 h 4278408"/>
                  <a:gd name="connsiteX142" fmla="*/ 3558043 w 5640555"/>
                  <a:gd name="connsiteY142" fmla="*/ 726372 h 4278408"/>
                  <a:gd name="connsiteX143" fmla="*/ 3584617 w 5640555"/>
                  <a:gd name="connsiteY143" fmla="*/ 643696 h 4278408"/>
                  <a:gd name="connsiteX144" fmla="*/ 3617098 w 5640555"/>
                  <a:gd name="connsiteY144" fmla="*/ 552161 h 4278408"/>
                  <a:gd name="connsiteX145" fmla="*/ 3661388 w 5640555"/>
                  <a:gd name="connsiteY145" fmla="*/ 454721 h 4278408"/>
                  <a:gd name="connsiteX146" fmla="*/ 3687964 w 5640555"/>
                  <a:gd name="connsiteY146" fmla="*/ 404524 h 4278408"/>
                  <a:gd name="connsiteX147" fmla="*/ 3714537 w 5640555"/>
                  <a:gd name="connsiteY147" fmla="*/ 357280 h 4278408"/>
                  <a:gd name="connsiteX148" fmla="*/ 3744065 w 5640555"/>
                  <a:gd name="connsiteY148" fmla="*/ 307084 h 4278408"/>
                  <a:gd name="connsiteX149" fmla="*/ 3776546 w 5640555"/>
                  <a:gd name="connsiteY149" fmla="*/ 259841 h 4278408"/>
                  <a:gd name="connsiteX150" fmla="*/ 3809024 w 5640555"/>
                  <a:gd name="connsiteY150" fmla="*/ 218502 h 4278408"/>
                  <a:gd name="connsiteX151" fmla="*/ 3850363 w 5640555"/>
                  <a:gd name="connsiteY151" fmla="*/ 177164 h 4278408"/>
                  <a:gd name="connsiteX152" fmla="*/ 3891701 w 5640555"/>
                  <a:gd name="connsiteY152" fmla="*/ 138777 h 4278408"/>
                  <a:gd name="connsiteX153" fmla="*/ 3933039 w 5640555"/>
                  <a:gd name="connsiteY153" fmla="*/ 100393 h 4278408"/>
                  <a:gd name="connsiteX154" fmla="*/ 3977331 w 5640555"/>
                  <a:gd name="connsiteY154" fmla="*/ 70866 h 4278408"/>
                  <a:gd name="connsiteX155" fmla="*/ 4027527 w 5640555"/>
                  <a:gd name="connsiteY155" fmla="*/ 47244 h 4278408"/>
                  <a:gd name="connsiteX156" fmla="*/ 4077724 w 5640555"/>
                  <a:gd name="connsiteY156" fmla="*/ 23622 h 4278408"/>
                  <a:gd name="connsiteX157" fmla="*/ 4130874 w 5640555"/>
                  <a:gd name="connsiteY157" fmla="*/ 11811 h 4278408"/>
                  <a:gd name="connsiteX158" fmla="*/ 4186974 w 5640555"/>
                  <a:gd name="connsiteY158" fmla="*/ 5906 h 4278408"/>
                  <a:gd name="connsiteX159" fmla="*/ 4246029 w 5640555"/>
                  <a:gd name="connsiteY159" fmla="*/ 0 h 4278408"/>
                  <a:gd name="connsiteX0" fmla="*/ 4246029 w 5640555"/>
                  <a:gd name="connsiteY0" fmla="*/ 0 h 4278408"/>
                  <a:gd name="connsiteX1" fmla="*/ 4310989 w 5640555"/>
                  <a:gd name="connsiteY1" fmla="*/ 8857 h 4278408"/>
                  <a:gd name="connsiteX2" fmla="*/ 4375949 w 5640555"/>
                  <a:gd name="connsiteY2" fmla="*/ 23622 h 4278408"/>
                  <a:gd name="connsiteX3" fmla="*/ 4446815 w 5640555"/>
                  <a:gd name="connsiteY3" fmla="*/ 47244 h 4278408"/>
                  <a:gd name="connsiteX4" fmla="*/ 4520635 w 5640555"/>
                  <a:gd name="connsiteY4" fmla="*/ 79723 h 4278408"/>
                  <a:gd name="connsiteX5" fmla="*/ 4597405 w 5640555"/>
                  <a:gd name="connsiteY5" fmla="*/ 124015 h 4278408"/>
                  <a:gd name="connsiteX6" fmla="*/ 4674177 w 5640555"/>
                  <a:gd name="connsiteY6" fmla="*/ 177164 h 4278408"/>
                  <a:gd name="connsiteX7" fmla="*/ 4756854 w 5640555"/>
                  <a:gd name="connsiteY7" fmla="*/ 242124 h 4278408"/>
                  <a:gd name="connsiteX8" fmla="*/ 4842482 w 5640555"/>
                  <a:gd name="connsiteY8" fmla="*/ 315941 h 4278408"/>
                  <a:gd name="connsiteX9" fmla="*/ 4934017 w 5640555"/>
                  <a:gd name="connsiteY9" fmla="*/ 404524 h 4278408"/>
                  <a:gd name="connsiteX10" fmla="*/ 5028504 w 5640555"/>
                  <a:gd name="connsiteY10" fmla="*/ 504916 h 4278408"/>
                  <a:gd name="connsiteX11" fmla="*/ 5131848 w 5640555"/>
                  <a:gd name="connsiteY11" fmla="*/ 626348 h 4278408"/>
                  <a:gd name="connsiteX12" fmla="*/ 5131263 w 5640555"/>
                  <a:gd name="connsiteY12" fmla="*/ 632975 h 4278408"/>
                  <a:gd name="connsiteX13" fmla="*/ 5170541 w 5640555"/>
                  <a:gd name="connsiteY13" fmla="*/ 674709 h 4278408"/>
                  <a:gd name="connsiteX14" fmla="*/ 5272472 w 5640555"/>
                  <a:gd name="connsiteY14" fmla="*/ 794479 h 4278408"/>
                  <a:gd name="connsiteX15" fmla="*/ 5343823 w 5640555"/>
                  <a:gd name="connsiteY15" fmla="*/ 878571 h 4278408"/>
                  <a:gd name="connsiteX16" fmla="*/ 5524620 w 5640555"/>
                  <a:gd name="connsiteY16" fmla="*/ 905541 h 4278408"/>
                  <a:gd name="connsiteX17" fmla="*/ 5611815 w 5640555"/>
                  <a:gd name="connsiteY17" fmla="*/ 1023629 h 4278408"/>
                  <a:gd name="connsiteX18" fmla="*/ 5640555 w 5640555"/>
                  <a:gd name="connsiteY18" fmla="*/ 1090292 h 4278408"/>
                  <a:gd name="connsiteX19" fmla="*/ 5626940 w 5640555"/>
                  <a:gd name="connsiteY19" fmla="*/ 1120406 h 4278408"/>
                  <a:gd name="connsiteX20" fmla="*/ 5501373 w 5640555"/>
                  <a:gd name="connsiteY20" fmla="*/ 1163468 h 4278408"/>
                  <a:gd name="connsiteX21" fmla="*/ 5452954 w 5640555"/>
                  <a:gd name="connsiteY21" fmla="*/ 1132889 h 4278408"/>
                  <a:gd name="connsiteX22" fmla="*/ 5407086 w 5640555"/>
                  <a:gd name="connsiteY22" fmla="*/ 1097213 h 4278408"/>
                  <a:gd name="connsiteX23" fmla="*/ 5320445 w 5640555"/>
                  <a:gd name="connsiteY23" fmla="*/ 1036054 h 4278408"/>
                  <a:gd name="connsiteX24" fmla="*/ 5251642 w 5640555"/>
                  <a:gd name="connsiteY24" fmla="*/ 974895 h 4278408"/>
                  <a:gd name="connsiteX25" fmla="*/ 5198128 w 5640555"/>
                  <a:gd name="connsiteY25" fmla="*/ 926478 h 4278408"/>
                  <a:gd name="connsiteX26" fmla="*/ 5152258 w 5640555"/>
                  <a:gd name="connsiteY26" fmla="*/ 880609 h 4278408"/>
                  <a:gd name="connsiteX27" fmla="*/ 5063069 w 5640555"/>
                  <a:gd name="connsiteY27" fmla="*/ 796516 h 4278408"/>
                  <a:gd name="connsiteX28" fmla="*/ 4981525 w 5640555"/>
                  <a:gd name="connsiteY28" fmla="*/ 727712 h 4278408"/>
                  <a:gd name="connsiteX29" fmla="*/ 4899980 w 5640555"/>
                  <a:gd name="connsiteY29" fmla="*/ 664006 h 4278408"/>
                  <a:gd name="connsiteX30" fmla="*/ 4826079 w 5640555"/>
                  <a:gd name="connsiteY30" fmla="*/ 613041 h 4278408"/>
                  <a:gd name="connsiteX31" fmla="*/ 4754728 w 5640555"/>
                  <a:gd name="connsiteY31" fmla="*/ 569719 h 4278408"/>
                  <a:gd name="connsiteX32" fmla="*/ 4685926 w 5640555"/>
                  <a:gd name="connsiteY32" fmla="*/ 534043 h 4278408"/>
                  <a:gd name="connsiteX33" fmla="*/ 4622218 w 5640555"/>
                  <a:gd name="connsiteY33" fmla="*/ 508561 h 4278408"/>
                  <a:gd name="connsiteX34" fmla="*/ 4558511 w 5640555"/>
                  <a:gd name="connsiteY34" fmla="*/ 488175 h 4278408"/>
                  <a:gd name="connsiteX35" fmla="*/ 4499900 w 5640555"/>
                  <a:gd name="connsiteY35" fmla="*/ 477981 h 4278408"/>
                  <a:gd name="connsiteX36" fmla="*/ 4446388 w 5640555"/>
                  <a:gd name="connsiteY36" fmla="*/ 470338 h 4278408"/>
                  <a:gd name="connsiteX37" fmla="*/ 4284127 w 5640555"/>
                  <a:gd name="connsiteY37" fmla="*/ 440084 h 4278408"/>
                  <a:gd name="connsiteX38" fmla="*/ 4225073 w 5640555"/>
                  <a:gd name="connsiteY38" fmla="*/ 440084 h 4278408"/>
                  <a:gd name="connsiteX39" fmla="*/ 4166018 w 5640555"/>
                  <a:gd name="connsiteY39" fmla="*/ 451895 h 4278408"/>
                  <a:gd name="connsiteX40" fmla="*/ 4112869 w 5640555"/>
                  <a:gd name="connsiteY40" fmla="*/ 463705 h 4278408"/>
                  <a:gd name="connsiteX41" fmla="*/ 4062672 w 5640555"/>
                  <a:gd name="connsiteY41" fmla="*/ 484373 h 4278408"/>
                  <a:gd name="connsiteX42" fmla="*/ 4018382 w 5640555"/>
                  <a:gd name="connsiteY42" fmla="*/ 507995 h 4278408"/>
                  <a:gd name="connsiteX43" fmla="*/ 3974090 w 5640555"/>
                  <a:gd name="connsiteY43" fmla="*/ 537523 h 4278408"/>
                  <a:gd name="connsiteX44" fmla="*/ 3929800 w 5640555"/>
                  <a:gd name="connsiteY44" fmla="*/ 570003 h 4278408"/>
                  <a:gd name="connsiteX45" fmla="*/ 3894367 w 5640555"/>
                  <a:gd name="connsiteY45" fmla="*/ 608388 h 4278408"/>
                  <a:gd name="connsiteX46" fmla="*/ 3861885 w 5640555"/>
                  <a:gd name="connsiteY46" fmla="*/ 646775 h 4278408"/>
                  <a:gd name="connsiteX47" fmla="*/ 3826453 w 5640555"/>
                  <a:gd name="connsiteY47" fmla="*/ 691065 h 4278408"/>
                  <a:gd name="connsiteX48" fmla="*/ 3796926 w 5640555"/>
                  <a:gd name="connsiteY48" fmla="*/ 735357 h 4278408"/>
                  <a:gd name="connsiteX49" fmla="*/ 3770351 w 5640555"/>
                  <a:gd name="connsiteY49" fmla="*/ 779646 h 4278408"/>
                  <a:gd name="connsiteX50" fmla="*/ 3743776 w 5640555"/>
                  <a:gd name="connsiteY50" fmla="*/ 826891 h 4278408"/>
                  <a:gd name="connsiteX51" fmla="*/ 3723109 w 5640555"/>
                  <a:gd name="connsiteY51" fmla="*/ 874134 h 4278408"/>
                  <a:gd name="connsiteX52" fmla="*/ 3684722 w 5640555"/>
                  <a:gd name="connsiteY52" fmla="*/ 968621 h 4278408"/>
                  <a:gd name="connsiteX53" fmla="*/ 3655194 w 5640555"/>
                  <a:gd name="connsiteY53" fmla="*/ 1057204 h 4278408"/>
                  <a:gd name="connsiteX54" fmla="*/ 3631573 w 5640555"/>
                  <a:gd name="connsiteY54" fmla="*/ 1136928 h 4278408"/>
                  <a:gd name="connsiteX55" fmla="*/ 3613856 w 5640555"/>
                  <a:gd name="connsiteY55" fmla="*/ 1207794 h 4278408"/>
                  <a:gd name="connsiteX56" fmla="*/ 3578424 w 5640555"/>
                  <a:gd name="connsiteY56" fmla="*/ 1346572 h 4278408"/>
                  <a:gd name="connsiteX57" fmla="*/ 3537085 w 5640555"/>
                  <a:gd name="connsiteY57" fmla="*/ 1482397 h 4278408"/>
                  <a:gd name="connsiteX58" fmla="*/ 3495747 w 5640555"/>
                  <a:gd name="connsiteY58" fmla="*/ 1612317 h 4278408"/>
                  <a:gd name="connsiteX59" fmla="*/ 3451457 w 5640555"/>
                  <a:gd name="connsiteY59" fmla="*/ 1736332 h 4278408"/>
                  <a:gd name="connsiteX60" fmla="*/ 3404213 w 5640555"/>
                  <a:gd name="connsiteY60" fmla="*/ 1860347 h 4278408"/>
                  <a:gd name="connsiteX61" fmla="*/ 3351063 w 5640555"/>
                  <a:gd name="connsiteY61" fmla="*/ 1981409 h 4278408"/>
                  <a:gd name="connsiteX62" fmla="*/ 3297914 w 5640555"/>
                  <a:gd name="connsiteY62" fmla="*/ 2093613 h 4278408"/>
                  <a:gd name="connsiteX63" fmla="*/ 3241812 w 5640555"/>
                  <a:gd name="connsiteY63" fmla="*/ 2208769 h 4278408"/>
                  <a:gd name="connsiteX64" fmla="*/ 3179806 w 5640555"/>
                  <a:gd name="connsiteY64" fmla="*/ 2315068 h 4278408"/>
                  <a:gd name="connsiteX65" fmla="*/ 3120751 w 5640555"/>
                  <a:gd name="connsiteY65" fmla="*/ 2418415 h 4278408"/>
                  <a:gd name="connsiteX66" fmla="*/ 3052837 w 5640555"/>
                  <a:gd name="connsiteY66" fmla="*/ 2518807 h 4278408"/>
                  <a:gd name="connsiteX67" fmla="*/ 2987877 w 5640555"/>
                  <a:gd name="connsiteY67" fmla="*/ 2613294 h 4278408"/>
                  <a:gd name="connsiteX68" fmla="*/ 2919965 w 5640555"/>
                  <a:gd name="connsiteY68" fmla="*/ 2707782 h 4278408"/>
                  <a:gd name="connsiteX69" fmla="*/ 2849100 w 5640555"/>
                  <a:gd name="connsiteY69" fmla="*/ 2793409 h 4278408"/>
                  <a:gd name="connsiteX70" fmla="*/ 2778234 w 5640555"/>
                  <a:gd name="connsiteY70" fmla="*/ 2881992 h 4278408"/>
                  <a:gd name="connsiteX71" fmla="*/ 2704415 w 5640555"/>
                  <a:gd name="connsiteY71" fmla="*/ 2964669 h 4278408"/>
                  <a:gd name="connsiteX72" fmla="*/ 2627644 w 5640555"/>
                  <a:gd name="connsiteY72" fmla="*/ 3044393 h 4278408"/>
                  <a:gd name="connsiteX73" fmla="*/ 2550872 w 5640555"/>
                  <a:gd name="connsiteY73" fmla="*/ 3121164 h 4278408"/>
                  <a:gd name="connsiteX74" fmla="*/ 2471150 w 5640555"/>
                  <a:gd name="connsiteY74" fmla="*/ 3194982 h 4278408"/>
                  <a:gd name="connsiteX75" fmla="*/ 2394379 w 5640555"/>
                  <a:gd name="connsiteY75" fmla="*/ 3262895 h 4278408"/>
                  <a:gd name="connsiteX76" fmla="*/ 2311703 w 5640555"/>
                  <a:gd name="connsiteY76" fmla="*/ 3330808 h 4278408"/>
                  <a:gd name="connsiteX77" fmla="*/ 2229026 w 5640555"/>
                  <a:gd name="connsiteY77" fmla="*/ 3395768 h 4278408"/>
                  <a:gd name="connsiteX78" fmla="*/ 2146350 w 5640555"/>
                  <a:gd name="connsiteY78" fmla="*/ 3457776 h 4278408"/>
                  <a:gd name="connsiteX79" fmla="*/ 2063673 w 5640555"/>
                  <a:gd name="connsiteY79" fmla="*/ 3513876 h 4278408"/>
                  <a:gd name="connsiteX80" fmla="*/ 1980996 w 5640555"/>
                  <a:gd name="connsiteY80" fmla="*/ 3569980 h 4278408"/>
                  <a:gd name="connsiteX81" fmla="*/ 1898321 w 5640555"/>
                  <a:gd name="connsiteY81" fmla="*/ 3623129 h 4278408"/>
                  <a:gd name="connsiteX82" fmla="*/ 1812689 w 5640555"/>
                  <a:gd name="connsiteY82" fmla="*/ 3673324 h 4278408"/>
                  <a:gd name="connsiteX83" fmla="*/ 1730014 w 5640555"/>
                  <a:gd name="connsiteY83" fmla="*/ 3723522 h 4278408"/>
                  <a:gd name="connsiteX84" fmla="*/ 1647337 w 5640555"/>
                  <a:gd name="connsiteY84" fmla="*/ 3770765 h 4278408"/>
                  <a:gd name="connsiteX85" fmla="*/ 1558754 w 5640555"/>
                  <a:gd name="connsiteY85" fmla="*/ 3815056 h 4278408"/>
                  <a:gd name="connsiteX86" fmla="*/ 1393401 w 5640555"/>
                  <a:gd name="connsiteY86" fmla="*/ 3894780 h 4278408"/>
                  <a:gd name="connsiteX87" fmla="*/ 1231003 w 5640555"/>
                  <a:gd name="connsiteY87" fmla="*/ 3965646 h 4278408"/>
                  <a:gd name="connsiteX88" fmla="*/ 1065649 w 5640555"/>
                  <a:gd name="connsiteY88" fmla="*/ 4024700 h 4278408"/>
                  <a:gd name="connsiteX89" fmla="*/ 909153 w 5640555"/>
                  <a:gd name="connsiteY89" fmla="*/ 4080802 h 4278408"/>
                  <a:gd name="connsiteX90" fmla="*/ 755612 w 5640555"/>
                  <a:gd name="connsiteY90" fmla="*/ 4128045 h 4278408"/>
                  <a:gd name="connsiteX91" fmla="*/ 610929 w 5640555"/>
                  <a:gd name="connsiteY91" fmla="*/ 4166432 h 4278408"/>
                  <a:gd name="connsiteX92" fmla="*/ 469197 w 5640555"/>
                  <a:gd name="connsiteY92" fmla="*/ 4204817 h 4278408"/>
                  <a:gd name="connsiteX93" fmla="*/ 339277 w 5640555"/>
                  <a:gd name="connsiteY93" fmla="*/ 4231392 h 4278408"/>
                  <a:gd name="connsiteX94" fmla="*/ 221168 w 5640555"/>
                  <a:gd name="connsiteY94" fmla="*/ 4255013 h 4278408"/>
                  <a:gd name="connsiteX95" fmla="*/ 106010 w 5640555"/>
                  <a:gd name="connsiteY95" fmla="*/ 4275681 h 4278408"/>
                  <a:gd name="connsiteX96" fmla="*/ 83516 w 5640555"/>
                  <a:gd name="connsiteY96" fmla="*/ 4278408 h 4278408"/>
                  <a:gd name="connsiteX97" fmla="*/ 0 w 5640555"/>
                  <a:gd name="connsiteY97" fmla="*/ 3859220 h 4278408"/>
                  <a:gd name="connsiteX98" fmla="*/ 32481 w 5640555"/>
                  <a:gd name="connsiteY98" fmla="*/ 3853314 h 4278408"/>
                  <a:gd name="connsiteX99" fmla="*/ 124015 w 5640555"/>
                  <a:gd name="connsiteY99" fmla="*/ 3847409 h 4278408"/>
                  <a:gd name="connsiteX100" fmla="*/ 265746 w 5640555"/>
                  <a:gd name="connsiteY100" fmla="*/ 3832646 h 4278408"/>
                  <a:gd name="connsiteX101" fmla="*/ 357282 w 5640555"/>
                  <a:gd name="connsiteY101" fmla="*/ 3817882 h 4278408"/>
                  <a:gd name="connsiteX102" fmla="*/ 454721 w 5640555"/>
                  <a:gd name="connsiteY102" fmla="*/ 3800165 h 4278408"/>
                  <a:gd name="connsiteX103" fmla="*/ 563973 w 5640555"/>
                  <a:gd name="connsiteY103" fmla="*/ 3782449 h 4278408"/>
                  <a:gd name="connsiteX104" fmla="*/ 679129 w 5640555"/>
                  <a:gd name="connsiteY104" fmla="*/ 3755875 h 4278408"/>
                  <a:gd name="connsiteX105" fmla="*/ 803144 w 5640555"/>
                  <a:gd name="connsiteY105" fmla="*/ 3720442 h 4278408"/>
                  <a:gd name="connsiteX106" fmla="*/ 933063 w 5640555"/>
                  <a:gd name="connsiteY106" fmla="*/ 3685010 h 4278408"/>
                  <a:gd name="connsiteX107" fmla="*/ 1068889 w 5640555"/>
                  <a:gd name="connsiteY107" fmla="*/ 3637767 h 4278408"/>
                  <a:gd name="connsiteX108" fmla="*/ 1210620 w 5640555"/>
                  <a:gd name="connsiteY108" fmla="*/ 3584617 h 4278408"/>
                  <a:gd name="connsiteX109" fmla="*/ 1358257 w 5640555"/>
                  <a:gd name="connsiteY109" fmla="*/ 3525563 h 4278408"/>
                  <a:gd name="connsiteX110" fmla="*/ 1502942 w 5640555"/>
                  <a:gd name="connsiteY110" fmla="*/ 3457649 h 4278408"/>
                  <a:gd name="connsiteX111" fmla="*/ 1653530 w 5640555"/>
                  <a:gd name="connsiteY111" fmla="*/ 3377926 h 4278408"/>
                  <a:gd name="connsiteX112" fmla="*/ 1730302 w 5640555"/>
                  <a:gd name="connsiteY112" fmla="*/ 3336587 h 4278408"/>
                  <a:gd name="connsiteX113" fmla="*/ 1807072 w 5640555"/>
                  <a:gd name="connsiteY113" fmla="*/ 3292296 h 4278408"/>
                  <a:gd name="connsiteX114" fmla="*/ 1880892 w 5640555"/>
                  <a:gd name="connsiteY114" fmla="*/ 3245051 h 4278408"/>
                  <a:gd name="connsiteX115" fmla="*/ 1957663 w 5640555"/>
                  <a:gd name="connsiteY115" fmla="*/ 3197808 h 4278408"/>
                  <a:gd name="connsiteX116" fmla="*/ 2034434 w 5640555"/>
                  <a:gd name="connsiteY116" fmla="*/ 3144659 h 4278408"/>
                  <a:gd name="connsiteX117" fmla="*/ 2108252 w 5640555"/>
                  <a:gd name="connsiteY117" fmla="*/ 3088557 h 4278408"/>
                  <a:gd name="connsiteX118" fmla="*/ 2185022 w 5640555"/>
                  <a:gd name="connsiteY118" fmla="*/ 3032455 h 4278408"/>
                  <a:gd name="connsiteX119" fmla="*/ 2255888 w 5640555"/>
                  <a:gd name="connsiteY119" fmla="*/ 2970449 h 4278408"/>
                  <a:gd name="connsiteX120" fmla="*/ 2329707 w 5640555"/>
                  <a:gd name="connsiteY120" fmla="*/ 2908440 h 4278408"/>
                  <a:gd name="connsiteX121" fmla="*/ 2403525 w 5640555"/>
                  <a:gd name="connsiteY121" fmla="*/ 2840528 h 4278408"/>
                  <a:gd name="connsiteX122" fmla="*/ 2477344 w 5640555"/>
                  <a:gd name="connsiteY122" fmla="*/ 2772615 h 4278408"/>
                  <a:gd name="connsiteX123" fmla="*/ 2548210 w 5640555"/>
                  <a:gd name="connsiteY123" fmla="*/ 2701750 h 4278408"/>
                  <a:gd name="connsiteX124" fmla="*/ 2616121 w 5640555"/>
                  <a:gd name="connsiteY124" fmla="*/ 2624979 h 4278408"/>
                  <a:gd name="connsiteX125" fmla="*/ 2686987 w 5640555"/>
                  <a:gd name="connsiteY125" fmla="*/ 2545255 h 4278408"/>
                  <a:gd name="connsiteX126" fmla="*/ 2754901 w 5640555"/>
                  <a:gd name="connsiteY126" fmla="*/ 2465530 h 4278408"/>
                  <a:gd name="connsiteX127" fmla="*/ 2819860 w 5640555"/>
                  <a:gd name="connsiteY127" fmla="*/ 2376949 h 4278408"/>
                  <a:gd name="connsiteX128" fmla="*/ 2887773 w 5640555"/>
                  <a:gd name="connsiteY128" fmla="*/ 2291321 h 4278408"/>
                  <a:gd name="connsiteX129" fmla="*/ 2949781 w 5640555"/>
                  <a:gd name="connsiteY129" fmla="*/ 2196833 h 4278408"/>
                  <a:gd name="connsiteX130" fmla="*/ 3011788 w 5640555"/>
                  <a:gd name="connsiteY130" fmla="*/ 2102346 h 4278408"/>
                  <a:gd name="connsiteX131" fmla="*/ 3070842 w 5640555"/>
                  <a:gd name="connsiteY131" fmla="*/ 2004905 h 4278408"/>
                  <a:gd name="connsiteX132" fmla="*/ 3126944 w 5640555"/>
                  <a:gd name="connsiteY132" fmla="*/ 1901560 h 4278408"/>
                  <a:gd name="connsiteX133" fmla="*/ 3183045 w 5640555"/>
                  <a:gd name="connsiteY133" fmla="*/ 1795262 h 4278408"/>
                  <a:gd name="connsiteX134" fmla="*/ 3236195 w 5640555"/>
                  <a:gd name="connsiteY134" fmla="*/ 1680104 h 4278408"/>
                  <a:gd name="connsiteX135" fmla="*/ 3286393 w 5640555"/>
                  <a:gd name="connsiteY135" fmla="*/ 1567900 h 4278408"/>
                  <a:gd name="connsiteX136" fmla="*/ 3336587 w 5640555"/>
                  <a:gd name="connsiteY136" fmla="*/ 1449791 h 4278408"/>
                  <a:gd name="connsiteX137" fmla="*/ 3383832 w 5640555"/>
                  <a:gd name="connsiteY137" fmla="*/ 1328729 h 4278408"/>
                  <a:gd name="connsiteX138" fmla="*/ 3428123 w 5640555"/>
                  <a:gd name="connsiteY138" fmla="*/ 1201761 h 4278408"/>
                  <a:gd name="connsiteX139" fmla="*/ 3466508 w 5640555"/>
                  <a:gd name="connsiteY139" fmla="*/ 1071841 h 4278408"/>
                  <a:gd name="connsiteX140" fmla="*/ 3504894 w 5640555"/>
                  <a:gd name="connsiteY140" fmla="*/ 933064 h 4278408"/>
                  <a:gd name="connsiteX141" fmla="*/ 3540327 w 5640555"/>
                  <a:gd name="connsiteY141" fmla="*/ 794284 h 4278408"/>
                  <a:gd name="connsiteX142" fmla="*/ 3558043 w 5640555"/>
                  <a:gd name="connsiteY142" fmla="*/ 726372 h 4278408"/>
                  <a:gd name="connsiteX143" fmla="*/ 3584617 w 5640555"/>
                  <a:gd name="connsiteY143" fmla="*/ 643696 h 4278408"/>
                  <a:gd name="connsiteX144" fmla="*/ 3617098 w 5640555"/>
                  <a:gd name="connsiteY144" fmla="*/ 552161 h 4278408"/>
                  <a:gd name="connsiteX145" fmla="*/ 3661388 w 5640555"/>
                  <a:gd name="connsiteY145" fmla="*/ 454721 h 4278408"/>
                  <a:gd name="connsiteX146" fmla="*/ 3687964 w 5640555"/>
                  <a:gd name="connsiteY146" fmla="*/ 404524 h 4278408"/>
                  <a:gd name="connsiteX147" fmla="*/ 3714537 w 5640555"/>
                  <a:gd name="connsiteY147" fmla="*/ 357280 h 4278408"/>
                  <a:gd name="connsiteX148" fmla="*/ 3744065 w 5640555"/>
                  <a:gd name="connsiteY148" fmla="*/ 307084 h 4278408"/>
                  <a:gd name="connsiteX149" fmla="*/ 3776546 w 5640555"/>
                  <a:gd name="connsiteY149" fmla="*/ 259841 h 4278408"/>
                  <a:gd name="connsiteX150" fmla="*/ 3809024 w 5640555"/>
                  <a:gd name="connsiteY150" fmla="*/ 218502 h 4278408"/>
                  <a:gd name="connsiteX151" fmla="*/ 3850363 w 5640555"/>
                  <a:gd name="connsiteY151" fmla="*/ 177164 h 4278408"/>
                  <a:gd name="connsiteX152" fmla="*/ 3891701 w 5640555"/>
                  <a:gd name="connsiteY152" fmla="*/ 138777 h 4278408"/>
                  <a:gd name="connsiteX153" fmla="*/ 3933039 w 5640555"/>
                  <a:gd name="connsiteY153" fmla="*/ 100393 h 4278408"/>
                  <a:gd name="connsiteX154" fmla="*/ 3977331 w 5640555"/>
                  <a:gd name="connsiteY154" fmla="*/ 70866 h 4278408"/>
                  <a:gd name="connsiteX155" fmla="*/ 4027527 w 5640555"/>
                  <a:gd name="connsiteY155" fmla="*/ 47244 h 4278408"/>
                  <a:gd name="connsiteX156" fmla="*/ 4077724 w 5640555"/>
                  <a:gd name="connsiteY156" fmla="*/ 23622 h 4278408"/>
                  <a:gd name="connsiteX157" fmla="*/ 4130874 w 5640555"/>
                  <a:gd name="connsiteY157" fmla="*/ 11811 h 4278408"/>
                  <a:gd name="connsiteX158" fmla="*/ 4186974 w 5640555"/>
                  <a:gd name="connsiteY158" fmla="*/ 5906 h 4278408"/>
                  <a:gd name="connsiteX159" fmla="*/ 4246029 w 5640555"/>
                  <a:gd name="connsiteY159" fmla="*/ 0 h 427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5640555" h="4278408">
                    <a:moveTo>
                      <a:pt x="4246029" y="0"/>
                    </a:moveTo>
                    <a:lnTo>
                      <a:pt x="4310989" y="8857"/>
                    </a:lnTo>
                    <a:lnTo>
                      <a:pt x="4375949" y="23622"/>
                    </a:lnTo>
                    <a:lnTo>
                      <a:pt x="4446815" y="47244"/>
                    </a:lnTo>
                    <a:lnTo>
                      <a:pt x="4520635" y="79723"/>
                    </a:lnTo>
                    <a:lnTo>
                      <a:pt x="4597405" y="124015"/>
                    </a:lnTo>
                    <a:lnTo>
                      <a:pt x="4674177" y="177164"/>
                    </a:lnTo>
                    <a:lnTo>
                      <a:pt x="4756854" y="242124"/>
                    </a:lnTo>
                    <a:lnTo>
                      <a:pt x="4842482" y="315941"/>
                    </a:lnTo>
                    <a:lnTo>
                      <a:pt x="4934017" y="404524"/>
                    </a:lnTo>
                    <a:lnTo>
                      <a:pt x="5028504" y="504916"/>
                    </a:lnTo>
                    <a:lnTo>
                      <a:pt x="5131848" y="626348"/>
                    </a:lnTo>
                    <a:lnTo>
                      <a:pt x="5131263" y="632975"/>
                    </a:lnTo>
                    <a:lnTo>
                      <a:pt x="5170541" y="674709"/>
                    </a:lnTo>
                    <a:lnTo>
                      <a:pt x="5272472" y="794479"/>
                    </a:lnTo>
                    <a:lnTo>
                      <a:pt x="5343823" y="878571"/>
                    </a:lnTo>
                    <a:lnTo>
                      <a:pt x="5524620" y="905541"/>
                    </a:lnTo>
                    <a:lnTo>
                      <a:pt x="5611815" y="1023629"/>
                    </a:lnTo>
                    <a:lnTo>
                      <a:pt x="5640555" y="1090292"/>
                    </a:lnTo>
                    <a:lnTo>
                      <a:pt x="5626940" y="1120406"/>
                    </a:lnTo>
                    <a:lnTo>
                      <a:pt x="5501373" y="1163468"/>
                    </a:lnTo>
                    <a:lnTo>
                      <a:pt x="5452954" y="1132889"/>
                    </a:lnTo>
                    <a:lnTo>
                      <a:pt x="5407086" y="1097213"/>
                    </a:lnTo>
                    <a:lnTo>
                      <a:pt x="5320445" y="1036054"/>
                    </a:lnTo>
                    <a:lnTo>
                      <a:pt x="5251642" y="974895"/>
                    </a:lnTo>
                    <a:lnTo>
                      <a:pt x="5198128" y="926478"/>
                    </a:lnTo>
                    <a:lnTo>
                      <a:pt x="5152258" y="880609"/>
                    </a:lnTo>
                    <a:lnTo>
                      <a:pt x="5063069" y="796516"/>
                    </a:lnTo>
                    <a:lnTo>
                      <a:pt x="4981525" y="727712"/>
                    </a:lnTo>
                    <a:lnTo>
                      <a:pt x="4899980" y="664006"/>
                    </a:lnTo>
                    <a:lnTo>
                      <a:pt x="4826079" y="613041"/>
                    </a:lnTo>
                    <a:lnTo>
                      <a:pt x="4754728" y="569719"/>
                    </a:lnTo>
                    <a:lnTo>
                      <a:pt x="4685926" y="534043"/>
                    </a:lnTo>
                    <a:lnTo>
                      <a:pt x="4622218" y="508561"/>
                    </a:lnTo>
                    <a:lnTo>
                      <a:pt x="4558511" y="488175"/>
                    </a:lnTo>
                    <a:lnTo>
                      <a:pt x="4499900" y="477981"/>
                    </a:lnTo>
                    <a:lnTo>
                      <a:pt x="4446388" y="470338"/>
                    </a:lnTo>
                    <a:lnTo>
                      <a:pt x="4284127" y="440084"/>
                    </a:lnTo>
                    <a:lnTo>
                      <a:pt x="4225073" y="440084"/>
                    </a:lnTo>
                    <a:lnTo>
                      <a:pt x="4166018" y="451895"/>
                    </a:lnTo>
                    <a:lnTo>
                      <a:pt x="4112869" y="463705"/>
                    </a:lnTo>
                    <a:lnTo>
                      <a:pt x="4062672" y="484373"/>
                    </a:lnTo>
                    <a:lnTo>
                      <a:pt x="4018382" y="507995"/>
                    </a:lnTo>
                    <a:lnTo>
                      <a:pt x="3974090" y="537523"/>
                    </a:lnTo>
                    <a:lnTo>
                      <a:pt x="3929800" y="570003"/>
                    </a:lnTo>
                    <a:lnTo>
                      <a:pt x="3894367" y="608388"/>
                    </a:lnTo>
                    <a:lnTo>
                      <a:pt x="3861885" y="646775"/>
                    </a:lnTo>
                    <a:lnTo>
                      <a:pt x="3826453" y="691065"/>
                    </a:lnTo>
                    <a:lnTo>
                      <a:pt x="3796926" y="735357"/>
                    </a:lnTo>
                    <a:lnTo>
                      <a:pt x="3770351" y="779646"/>
                    </a:lnTo>
                    <a:lnTo>
                      <a:pt x="3743776" y="826891"/>
                    </a:lnTo>
                    <a:lnTo>
                      <a:pt x="3723109" y="874134"/>
                    </a:lnTo>
                    <a:lnTo>
                      <a:pt x="3684722" y="968621"/>
                    </a:lnTo>
                    <a:lnTo>
                      <a:pt x="3655194" y="1057204"/>
                    </a:lnTo>
                    <a:lnTo>
                      <a:pt x="3631573" y="1136928"/>
                    </a:lnTo>
                    <a:lnTo>
                      <a:pt x="3613856" y="1207794"/>
                    </a:lnTo>
                    <a:lnTo>
                      <a:pt x="3578424" y="1346572"/>
                    </a:lnTo>
                    <a:lnTo>
                      <a:pt x="3537085" y="1482397"/>
                    </a:lnTo>
                    <a:lnTo>
                      <a:pt x="3495747" y="1612317"/>
                    </a:lnTo>
                    <a:lnTo>
                      <a:pt x="3451457" y="1736332"/>
                    </a:lnTo>
                    <a:lnTo>
                      <a:pt x="3404213" y="1860347"/>
                    </a:lnTo>
                    <a:lnTo>
                      <a:pt x="3351063" y="1981409"/>
                    </a:lnTo>
                    <a:lnTo>
                      <a:pt x="3297914" y="2093613"/>
                    </a:lnTo>
                    <a:lnTo>
                      <a:pt x="3241812" y="2208769"/>
                    </a:lnTo>
                    <a:lnTo>
                      <a:pt x="3179806" y="2315068"/>
                    </a:lnTo>
                    <a:lnTo>
                      <a:pt x="3120751" y="2418415"/>
                    </a:lnTo>
                    <a:lnTo>
                      <a:pt x="3052837" y="2518807"/>
                    </a:lnTo>
                    <a:lnTo>
                      <a:pt x="2987877" y="2613294"/>
                    </a:lnTo>
                    <a:lnTo>
                      <a:pt x="2919965" y="2707782"/>
                    </a:lnTo>
                    <a:lnTo>
                      <a:pt x="2849100" y="2793409"/>
                    </a:lnTo>
                    <a:lnTo>
                      <a:pt x="2778234" y="2881992"/>
                    </a:lnTo>
                    <a:lnTo>
                      <a:pt x="2704415" y="2964669"/>
                    </a:lnTo>
                    <a:lnTo>
                      <a:pt x="2627644" y="3044393"/>
                    </a:lnTo>
                    <a:lnTo>
                      <a:pt x="2550872" y="3121164"/>
                    </a:lnTo>
                    <a:lnTo>
                      <a:pt x="2471150" y="3194982"/>
                    </a:lnTo>
                    <a:lnTo>
                      <a:pt x="2394379" y="3262895"/>
                    </a:lnTo>
                    <a:lnTo>
                      <a:pt x="2311703" y="3330808"/>
                    </a:lnTo>
                    <a:lnTo>
                      <a:pt x="2229026" y="3395768"/>
                    </a:lnTo>
                    <a:lnTo>
                      <a:pt x="2146350" y="3457776"/>
                    </a:lnTo>
                    <a:lnTo>
                      <a:pt x="2063673" y="3513876"/>
                    </a:lnTo>
                    <a:lnTo>
                      <a:pt x="1980996" y="3569980"/>
                    </a:lnTo>
                    <a:lnTo>
                      <a:pt x="1898321" y="3623129"/>
                    </a:lnTo>
                    <a:lnTo>
                      <a:pt x="1812689" y="3673324"/>
                    </a:lnTo>
                    <a:lnTo>
                      <a:pt x="1730014" y="3723522"/>
                    </a:lnTo>
                    <a:lnTo>
                      <a:pt x="1647337" y="3770765"/>
                    </a:lnTo>
                    <a:lnTo>
                      <a:pt x="1558754" y="3815056"/>
                    </a:lnTo>
                    <a:lnTo>
                      <a:pt x="1393401" y="3894780"/>
                    </a:lnTo>
                    <a:lnTo>
                      <a:pt x="1231003" y="3965646"/>
                    </a:lnTo>
                    <a:lnTo>
                      <a:pt x="1065649" y="4024700"/>
                    </a:lnTo>
                    <a:lnTo>
                      <a:pt x="909153" y="4080802"/>
                    </a:lnTo>
                    <a:lnTo>
                      <a:pt x="755612" y="4128045"/>
                    </a:lnTo>
                    <a:lnTo>
                      <a:pt x="610929" y="4166432"/>
                    </a:lnTo>
                    <a:lnTo>
                      <a:pt x="469197" y="4204817"/>
                    </a:lnTo>
                    <a:lnTo>
                      <a:pt x="339277" y="4231392"/>
                    </a:lnTo>
                    <a:lnTo>
                      <a:pt x="221168" y="4255013"/>
                    </a:lnTo>
                    <a:lnTo>
                      <a:pt x="106010" y="4275681"/>
                    </a:lnTo>
                    <a:lnTo>
                      <a:pt x="83516" y="4278408"/>
                    </a:lnTo>
                    <a:lnTo>
                      <a:pt x="0" y="3859220"/>
                    </a:lnTo>
                    <a:lnTo>
                      <a:pt x="32481" y="3853314"/>
                    </a:lnTo>
                    <a:lnTo>
                      <a:pt x="124015" y="3847409"/>
                    </a:lnTo>
                    <a:lnTo>
                      <a:pt x="265746" y="3832646"/>
                    </a:lnTo>
                    <a:lnTo>
                      <a:pt x="357282" y="3817882"/>
                    </a:lnTo>
                    <a:lnTo>
                      <a:pt x="454721" y="3800165"/>
                    </a:lnTo>
                    <a:lnTo>
                      <a:pt x="563973" y="3782449"/>
                    </a:lnTo>
                    <a:lnTo>
                      <a:pt x="679129" y="3755875"/>
                    </a:lnTo>
                    <a:lnTo>
                      <a:pt x="803144" y="3720442"/>
                    </a:lnTo>
                    <a:lnTo>
                      <a:pt x="933063" y="3685010"/>
                    </a:lnTo>
                    <a:lnTo>
                      <a:pt x="1068889" y="3637767"/>
                    </a:lnTo>
                    <a:lnTo>
                      <a:pt x="1210620" y="3584617"/>
                    </a:lnTo>
                    <a:lnTo>
                      <a:pt x="1358257" y="3525563"/>
                    </a:lnTo>
                    <a:lnTo>
                      <a:pt x="1502942" y="3457649"/>
                    </a:lnTo>
                    <a:lnTo>
                      <a:pt x="1653530" y="3377926"/>
                    </a:lnTo>
                    <a:lnTo>
                      <a:pt x="1730302" y="3336587"/>
                    </a:lnTo>
                    <a:lnTo>
                      <a:pt x="1807072" y="3292296"/>
                    </a:lnTo>
                    <a:lnTo>
                      <a:pt x="1880892" y="3245051"/>
                    </a:lnTo>
                    <a:lnTo>
                      <a:pt x="1957663" y="3197808"/>
                    </a:lnTo>
                    <a:lnTo>
                      <a:pt x="2034434" y="3144659"/>
                    </a:lnTo>
                    <a:lnTo>
                      <a:pt x="2108252" y="3088557"/>
                    </a:lnTo>
                    <a:lnTo>
                      <a:pt x="2185022" y="3032455"/>
                    </a:lnTo>
                    <a:lnTo>
                      <a:pt x="2255888" y="2970449"/>
                    </a:lnTo>
                    <a:lnTo>
                      <a:pt x="2329707" y="2908440"/>
                    </a:lnTo>
                    <a:lnTo>
                      <a:pt x="2403525" y="2840528"/>
                    </a:lnTo>
                    <a:lnTo>
                      <a:pt x="2477344" y="2772615"/>
                    </a:lnTo>
                    <a:lnTo>
                      <a:pt x="2548210" y="2701750"/>
                    </a:lnTo>
                    <a:lnTo>
                      <a:pt x="2616121" y="2624979"/>
                    </a:lnTo>
                    <a:lnTo>
                      <a:pt x="2686987" y="2545255"/>
                    </a:lnTo>
                    <a:lnTo>
                      <a:pt x="2754901" y="2465530"/>
                    </a:lnTo>
                    <a:lnTo>
                      <a:pt x="2819860" y="2376949"/>
                    </a:lnTo>
                    <a:lnTo>
                      <a:pt x="2887773" y="2291321"/>
                    </a:lnTo>
                    <a:lnTo>
                      <a:pt x="2949781" y="2196833"/>
                    </a:lnTo>
                    <a:lnTo>
                      <a:pt x="3011788" y="2102346"/>
                    </a:lnTo>
                    <a:lnTo>
                      <a:pt x="3070842" y="2004905"/>
                    </a:lnTo>
                    <a:lnTo>
                      <a:pt x="3126944" y="1901560"/>
                    </a:lnTo>
                    <a:lnTo>
                      <a:pt x="3183045" y="1795262"/>
                    </a:lnTo>
                    <a:lnTo>
                      <a:pt x="3236195" y="1680104"/>
                    </a:lnTo>
                    <a:lnTo>
                      <a:pt x="3286393" y="1567900"/>
                    </a:lnTo>
                    <a:lnTo>
                      <a:pt x="3336587" y="1449791"/>
                    </a:lnTo>
                    <a:lnTo>
                      <a:pt x="3383832" y="1328729"/>
                    </a:lnTo>
                    <a:lnTo>
                      <a:pt x="3428123" y="1201761"/>
                    </a:lnTo>
                    <a:lnTo>
                      <a:pt x="3466508" y="1071841"/>
                    </a:lnTo>
                    <a:lnTo>
                      <a:pt x="3504894" y="933064"/>
                    </a:lnTo>
                    <a:lnTo>
                      <a:pt x="3540327" y="794284"/>
                    </a:lnTo>
                    <a:lnTo>
                      <a:pt x="3558043" y="726372"/>
                    </a:lnTo>
                    <a:lnTo>
                      <a:pt x="3584617" y="643696"/>
                    </a:lnTo>
                    <a:lnTo>
                      <a:pt x="3617098" y="552161"/>
                    </a:lnTo>
                    <a:lnTo>
                      <a:pt x="3661388" y="454721"/>
                    </a:lnTo>
                    <a:lnTo>
                      <a:pt x="3687964" y="404524"/>
                    </a:lnTo>
                    <a:lnTo>
                      <a:pt x="3714537" y="357280"/>
                    </a:lnTo>
                    <a:lnTo>
                      <a:pt x="3744065" y="307084"/>
                    </a:lnTo>
                    <a:lnTo>
                      <a:pt x="3776546" y="259841"/>
                    </a:lnTo>
                    <a:lnTo>
                      <a:pt x="3809024" y="218502"/>
                    </a:lnTo>
                    <a:lnTo>
                      <a:pt x="3850363" y="177164"/>
                    </a:lnTo>
                    <a:lnTo>
                      <a:pt x="3891701" y="138777"/>
                    </a:lnTo>
                    <a:lnTo>
                      <a:pt x="3933039" y="100393"/>
                    </a:lnTo>
                    <a:lnTo>
                      <a:pt x="3977331" y="70866"/>
                    </a:lnTo>
                    <a:lnTo>
                      <a:pt x="4027527" y="47244"/>
                    </a:lnTo>
                    <a:lnTo>
                      <a:pt x="4077724" y="23622"/>
                    </a:lnTo>
                    <a:lnTo>
                      <a:pt x="4130874" y="11811"/>
                    </a:lnTo>
                    <a:lnTo>
                      <a:pt x="4186974" y="5906"/>
                    </a:lnTo>
                    <a:lnTo>
                      <a:pt x="4246029" y="0"/>
                    </a:lnTo>
                    <a:close/>
                  </a:path>
                </a:pathLst>
              </a:custGeom>
              <a:solidFill>
                <a:srgbClr val="891725"/>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dirty="0">
                  <a:solidFill>
                    <a:prstClr val="black"/>
                  </a:solidFill>
                  <a:latin typeface="Montserrat Light"/>
                  <a:cs typeface="+mn-cs"/>
                </a:endParaRPr>
              </a:p>
            </p:txBody>
          </p:sp>
          <p:sp>
            <p:nvSpPr>
              <p:cNvPr id="13" name="Freeform 12"/>
              <p:cNvSpPr>
                <a:spLocks/>
              </p:cNvSpPr>
              <p:nvPr/>
            </p:nvSpPr>
            <p:spPr bwMode="auto">
              <a:xfrm>
                <a:off x="7248298" y="2200276"/>
                <a:ext cx="944563" cy="2295525"/>
              </a:xfrm>
              <a:custGeom>
                <a:avLst/>
                <a:gdLst>
                  <a:gd name="T0" fmla="*/ 593 w 595"/>
                  <a:gd name="T1" fmla="*/ 81 h 1446"/>
                  <a:gd name="T2" fmla="*/ 589 w 595"/>
                  <a:gd name="T3" fmla="*/ 81 h 1446"/>
                  <a:gd name="T4" fmla="*/ 562 w 595"/>
                  <a:gd name="T5" fmla="*/ 85 h 1446"/>
                  <a:gd name="T6" fmla="*/ 541 w 595"/>
                  <a:gd name="T7" fmla="*/ 90 h 1446"/>
                  <a:gd name="T8" fmla="*/ 515 w 595"/>
                  <a:gd name="T9" fmla="*/ 99 h 1446"/>
                  <a:gd name="T10" fmla="*/ 485 w 595"/>
                  <a:gd name="T11" fmla="*/ 116 h 1446"/>
                  <a:gd name="T12" fmla="*/ 455 w 595"/>
                  <a:gd name="T13" fmla="*/ 139 h 1446"/>
                  <a:gd name="T14" fmla="*/ 421 w 595"/>
                  <a:gd name="T15" fmla="*/ 170 h 1446"/>
                  <a:gd name="T16" fmla="*/ 387 w 595"/>
                  <a:gd name="T17" fmla="*/ 212 h 1446"/>
                  <a:gd name="T18" fmla="*/ 355 w 595"/>
                  <a:gd name="T19" fmla="*/ 264 h 1446"/>
                  <a:gd name="T20" fmla="*/ 322 w 595"/>
                  <a:gd name="T21" fmla="*/ 330 h 1446"/>
                  <a:gd name="T22" fmla="*/ 291 w 595"/>
                  <a:gd name="T23" fmla="*/ 407 h 1446"/>
                  <a:gd name="T24" fmla="*/ 264 w 595"/>
                  <a:gd name="T25" fmla="*/ 501 h 1446"/>
                  <a:gd name="T26" fmla="*/ 240 w 595"/>
                  <a:gd name="T27" fmla="*/ 612 h 1446"/>
                  <a:gd name="T28" fmla="*/ 221 w 595"/>
                  <a:gd name="T29" fmla="*/ 739 h 1446"/>
                  <a:gd name="T30" fmla="*/ 208 w 595"/>
                  <a:gd name="T31" fmla="*/ 886 h 1446"/>
                  <a:gd name="T32" fmla="*/ 205 w 595"/>
                  <a:gd name="T33" fmla="*/ 909 h 1446"/>
                  <a:gd name="T34" fmla="*/ 193 w 595"/>
                  <a:gd name="T35" fmla="*/ 1005 h 1446"/>
                  <a:gd name="T36" fmla="*/ 177 w 595"/>
                  <a:gd name="T37" fmla="*/ 1096 h 1446"/>
                  <a:gd name="T38" fmla="*/ 155 w 595"/>
                  <a:gd name="T39" fmla="*/ 1195 h 1446"/>
                  <a:gd name="T40" fmla="*/ 131 w 595"/>
                  <a:gd name="T41" fmla="*/ 1269 h 1446"/>
                  <a:gd name="T42" fmla="*/ 113 w 595"/>
                  <a:gd name="T43" fmla="*/ 1314 h 1446"/>
                  <a:gd name="T44" fmla="*/ 93 w 595"/>
                  <a:gd name="T45" fmla="*/ 1356 h 1446"/>
                  <a:gd name="T46" fmla="*/ 70 w 595"/>
                  <a:gd name="T47" fmla="*/ 1391 h 1446"/>
                  <a:gd name="T48" fmla="*/ 44 w 595"/>
                  <a:gd name="T49" fmla="*/ 1419 h 1446"/>
                  <a:gd name="T50" fmla="*/ 16 w 595"/>
                  <a:gd name="T51" fmla="*/ 1439 h 1446"/>
                  <a:gd name="T52" fmla="*/ 0 w 595"/>
                  <a:gd name="T53" fmla="*/ 1446 h 1446"/>
                  <a:gd name="T54" fmla="*/ 9 w 595"/>
                  <a:gd name="T55" fmla="*/ 1443 h 1446"/>
                  <a:gd name="T56" fmla="*/ 24 w 595"/>
                  <a:gd name="T57" fmla="*/ 1431 h 1446"/>
                  <a:gd name="T58" fmla="*/ 43 w 595"/>
                  <a:gd name="T59" fmla="*/ 1403 h 1446"/>
                  <a:gd name="T60" fmla="*/ 68 w 595"/>
                  <a:gd name="T61" fmla="*/ 1351 h 1446"/>
                  <a:gd name="T62" fmla="*/ 94 w 595"/>
                  <a:gd name="T63" fmla="*/ 1271 h 1446"/>
                  <a:gd name="T64" fmla="*/ 123 w 595"/>
                  <a:gd name="T65" fmla="*/ 1154 h 1446"/>
                  <a:gd name="T66" fmla="*/ 151 w 595"/>
                  <a:gd name="T67" fmla="*/ 993 h 1446"/>
                  <a:gd name="T68" fmla="*/ 166 w 595"/>
                  <a:gd name="T69" fmla="*/ 895 h 1446"/>
                  <a:gd name="T70" fmla="*/ 183 w 595"/>
                  <a:gd name="T71" fmla="*/ 729 h 1446"/>
                  <a:gd name="T72" fmla="*/ 202 w 595"/>
                  <a:gd name="T73" fmla="*/ 579 h 1446"/>
                  <a:gd name="T74" fmla="*/ 218 w 595"/>
                  <a:gd name="T75" fmla="*/ 481 h 1446"/>
                  <a:gd name="T76" fmla="*/ 235 w 595"/>
                  <a:gd name="T77" fmla="*/ 395 h 1446"/>
                  <a:gd name="T78" fmla="*/ 250 w 595"/>
                  <a:gd name="T79" fmla="*/ 348 h 1446"/>
                  <a:gd name="T80" fmla="*/ 260 w 595"/>
                  <a:gd name="T81" fmla="*/ 325 h 1446"/>
                  <a:gd name="T82" fmla="*/ 264 w 595"/>
                  <a:gd name="T83" fmla="*/ 318 h 1446"/>
                  <a:gd name="T84" fmla="*/ 271 w 595"/>
                  <a:gd name="T85" fmla="*/ 296 h 1446"/>
                  <a:gd name="T86" fmla="*/ 283 w 595"/>
                  <a:gd name="T87" fmla="*/ 260 h 1446"/>
                  <a:gd name="T88" fmla="*/ 307 w 595"/>
                  <a:gd name="T89" fmla="*/ 213 h 1446"/>
                  <a:gd name="T90" fmla="*/ 343 w 595"/>
                  <a:gd name="T91" fmla="*/ 161 h 1446"/>
                  <a:gd name="T92" fmla="*/ 366 w 595"/>
                  <a:gd name="T93" fmla="*/ 134 h 1446"/>
                  <a:gd name="T94" fmla="*/ 393 w 595"/>
                  <a:gd name="T95" fmla="*/ 107 h 1446"/>
                  <a:gd name="T96" fmla="*/ 423 w 595"/>
                  <a:gd name="T97" fmla="*/ 82 h 1446"/>
                  <a:gd name="T98" fmla="*/ 460 w 595"/>
                  <a:gd name="T99" fmla="*/ 57 h 1446"/>
                  <a:gd name="T100" fmla="*/ 499 w 595"/>
                  <a:gd name="T101" fmla="*/ 36 h 1446"/>
                  <a:gd name="T102" fmla="*/ 544 w 595"/>
                  <a:gd name="T103" fmla="*/ 16 h 1446"/>
                  <a:gd name="T104" fmla="*/ 595 w 595"/>
                  <a:gd name="T105" fmla="*/ 0 h 1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5" h="1446">
                    <a:moveTo>
                      <a:pt x="595" y="0"/>
                    </a:moveTo>
                    <a:lnTo>
                      <a:pt x="593" y="81"/>
                    </a:lnTo>
                    <a:lnTo>
                      <a:pt x="593" y="81"/>
                    </a:lnTo>
                    <a:lnTo>
                      <a:pt x="589" y="81"/>
                    </a:lnTo>
                    <a:lnTo>
                      <a:pt x="579" y="82"/>
                    </a:lnTo>
                    <a:lnTo>
                      <a:pt x="562" y="85"/>
                    </a:lnTo>
                    <a:lnTo>
                      <a:pt x="552" y="87"/>
                    </a:lnTo>
                    <a:lnTo>
                      <a:pt x="541" y="90"/>
                    </a:lnTo>
                    <a:lnTo>
                      <a:pt x="528" y="94"/>
                    </a:lnTo>
                    <a:lnTo>
                      <a:pt x="515" y="99"/>
                    </a:lnTo>
                    <a:lnTo>
                      <a:pt x="501" y="107"/>
                    </a:lnTo>
                    <a:lnTo>
                      <a:pt x="485" y="116"/>
                    </a:lnTo>
                    <a:lnTo>
                      <a:pt x="471" y="126"/>
                    </a:lnTo>
                    <a:lnTo>
                      <a:pt x="455" y="139"/>
                    </a:lnTo>
                    <a:lnTo>
                      <a:pt x="438" y="153"/>
                    </a:lnTo>
                    <a:lnTo>
                      <a:pt x="421" y="170"/>
                    </a:lnTo>
                    <a:lnTo>
                      <a:pt x="404" y="190"/>
                    </a:lnTo>
                    <a:lnTo>
                      <a:pt x="387" y="212"/>
                    </a:lnTo>
                    <a:lnTo>
                      <a:pt x="371" y="236"/>
                    </a:lnTo>
                    <a:lnTo>
                      <a:pt x="355" y="264"/>
                    </a:lnTo>
                    <a:lnTo>
                      <a:pt x="338" y="295"/>
                    </a:lnTo>
                    <a:lnTo>
                      <a:pt x="322" y="330"/>
                    </a:lnTo>
                    <a:lnTo>
                      <a:pt x="306" y="367"/>
                    </a:lnTo>
                    <a:lnTo>
                      <a:pt x="291" y="407"/>
                    </a:lnTo>
                    <a:lnTo>
                      <a:pt x="278" y="453"/>
                    </a:lnTo>
                    <a:lnTo>
                      <a:pt x="264" y="501"/>
                    </a:lnTo>
                    <a:lnTo>
                      <a:pt x="252" y="554"/>
                    </a:lnTo>
                    <a:lnTo>
                      <a:pt x="240" y="612"/>
                    </a:lnTo>
                    <a:lnTo>
                      <a:pt x="230" y="673"/>
                    </a:lnTo>
                    <a:lnTo>
                      <a:pt x="221" y="739"/>
                    </a:lnTo>
                    <a:lnTo>
                      <a:pt x="213" y="810"/>
                    </a:lnTo>
                    <a:lnTo>
                      <a:pt x="208" y="886"/>
                    </a:lnTo>
                    <a:lnTo>
                      <a:pt x="208" y="886"/>
                    </a:lnTo>
                    <a:lnTo>
                      <a:pt x="205" y="909"/>
                    </a:lnTo>
                    <a:lnTo>
                      <a:pt x="199" y="966"/>
                    </a:lnTo>
                    <a:lnTo>
                      <a:pt x="193" y="1005"/>
                    </a:lnTo>
                    <a:lnTo>
                      <a:pt x="186" y="1049"/>
                    </a:lnTo>
                    <a:lnTo>
                      <a:pt x="177" y="1096"/>
                    </a:lnTo>
                    <a:lnTo>
                      <a:pt x="167" y="1146"/>
                    </a:lnTo>
                    <a:lnTo>
                      <a:pt x="155" y="1195"/>
                    </a:lnTo>
                    <a:lnTo>
                      <a:pt x="140" y="1245"/>
                    </a:lnTo>
                    <a:lnTo>
                      <a:pt x="131" y="1269"/>
                    </a:lnTo>
                    <a:lnTo>
                      <a:pt x="123" y="1291"/>
                    </a:lnTo>
                    <a:lnTo>
                      <a:pt x="113" y="1314"/>
                    </a:lnTo>
                    <a:lnTo>
                      <a:pt x="104" y="1335"/>
                    </a:lnTo>
                    <a:lnTo>
                      <a:pt x="93" y="1356"/>
                    </a:lnTo>
                    <a:lnTo>
                      <a:pt x="81" y="1374"/>
                    </a:lnTo>
                    <a:lnTo>
                      <a:pt x="70" y="1391"/>
                    </a:lnTo>
                    <a:lnTo>
                      <a:pt x="58" y="1407"/>
                    </a:lnTo>
                    <a:lnTo>
                      <a:pt x="44" y="1419"/>
                    </a:lnTo>
                    <a:lnTo>
                      <a:pt x="30" y="1430"/>
                    </a:lnTo>
                    <a:lnTo>
                      <a:pt x="16" y="1439"/>
                    </a:lnTo>
                    <a:lnTo>
                      <a:pt x="0" y="1446"/>
                    </a:lnTo>
                    <a:lnTo>
                      <a:pt x="0" y="1446"/>
                    </a:lnTo>
                    <a:lnTo>
                      <a:pt x="3" y="1445"/>
                    </a:lnTo>
                    <a:lnTo>
                      <a:pt x="9" y="1443"/>
                    </a:lnTo>
                    <a:lnTo>
                      <a:pt x="16" y="1439"/>
                    </a:lnTo>
                    <a:lnTo>
                      <a:pt x="24" y="1431"/>
                    </a:lnTo>
                    <a:lnTo>
                      <a:pt x="33" y="1419"/>
                    </a:lnTo>
                    <a:lnTo>
                      <a:pt x="43" y="1403"/>
                    </a:lnTo>
                    <a:lnTo>
                      <a:pt x="55" y="1381"/>
                    </a:lnTo>
                    <a:lnTo>
                      <a:pt x="68" y="1351"/>
                    </a:lnTo>
                    <a:lnTo>
                      <a:pt x="80" y="1315"/>
                    </a:lnTo>
                    <a:lnTo>
                      <a:pt x="94" y="1271"/>
                    </a:lnTo>
                    <a:lnTo>
                      <a:pt x="108" y="1217"/>
                    </a:lnTo>
                    <a:lnTo>
                      <a:pt x="123" y="1154"/>
                    </a:lnTo>
                    <a:lnTo>
                      <a:pt x="137" y="1079"/>
                    </a:lnTo>
                    <a:lnTo>
                      <a:pt x="151" y="993"/>
                    </a:lnTo>
                    <a:lnTo>
                      <a:pt x="166" y="895"/>
                    </a:lnTo>
                    <a:lnTo>
                      <a:pt x="166" y="895"/>
                    </a:lnTo>
                    <a:lnTo>
                      <a:pt x="174" y="814"/>
                    </a:lnTo>
                    <a:lnTo>
                      <a:pt x="183" y="729"/>
                    </a:lnTo>
                    <a:lnTo>
                      <a:pt x="195" y="631"/>
                    </a:lnTo>
                    <a:lnTo>
                      <a:pt x="202" y="579"/>
                    </a:lnTo>
                    <a:lnTo>
                      <a:pt x="210" y="529"/>
                    </a:lnTo>
                    <a:lnTo>
                      <a:pt x="218" y="481"/>
                    </a:lnTo>
                    <a:lnTo>
                      <a:pt x="226" y="436"/>
                    </a:lnTo>
                    <a:lnTo>
                      <a:pt x="235" y="395"/>
                    </a:lnTo>
                    <a:lnTo>
                      <a:pt x="245" y="361"/>
                    </a:lnTo>
                    <a:lnTo>
                      <a:pt x="250" y="348"/>
                    </a:lnTo>
                    <a:lnTo>
                      <a:pt x="254" y="335"/>
                    </a:lnTo>
                    <a:lnTo>
                      <a:pt x="260" y="325"/>
                    </a:lnTo>
                    <a:lnTo>
                      <a:pt x="264" y="318"/>
                    </a:lnTo>
                    <a:lnTo>
                      <a:pt x="264" y="318"/>
                    </a:lnTo>
                    <a:lnTo>
                      <a:pt x="266" y="307"/>
                    </a:lnTo>
                    <a:lnTo>
                      <a:pt x="271" y="296"/>
                    </a:lnTo>
                    <a:lnTo>
                      <a:pt x="277" y="279"/>
                    </a:lnTo>
                    <a:lnTo>
                      <a:pt x="283" y="260"/>
                    </a:lnTo>
                    <a:lnTo>
                      <a:pt x="295" y="237"/>
                    </a:lnTo>
                    <a:lnTo>
                      <a:pt x="307" y="213"/>
                    </a:lnTo>
                    <a:lnTo>
                      <a:pt x="323" y="187"/>
                    </a:lnTo>
                    <a:lnTo>
                      <a:pt x="343" y="161"/>
                    </a:lnTo>
                    <a:lnTo>
                      <a:pt x="353" y="148"/>
                    </a:lnTo>
                    <a:lnTo>
                      <a:pt x="366" y="134"/>
                    </a:lnTo>
                    <a:lnTo>
                      <a:pt x="378" y="121"/>
                    </a:lnTo>
                    <a:lnTo>
                      <a:pt x="393" y="107"/>
                    </a:lnTo>
                    <a:lnTo>
                      <a:pt x="408" y="95"/>
                    </a:lnTo>
                    <a:lnTo>
                      <a:pt x="423" y="82"/>
                    </a:lnTo>
                    <a:lnTo>
                      <a:pt x="441" y="70"/>
                    </a:lnTo>
                    <a:lnTo>
                      <a:pt x="460" y="57"/>
                    </a:lnTo>
                    <a:lnTo>
                      <a:pt x="479" y="46"/>
                    </a:lnTo>
                    <a:lnTo>
                      <a:pt x="499" y="36"/>
                    </a:lnTo>
                    <a:lnTo>
                      <a:pt x="522" y="26"/>
                    </a:lnTo>
                    <a:lnTo>
                      <a:pt x="544" y="16"/>
                    </a:lnTo>
                    <a:lnTo>
                      <a:pt x="569" y="8"/>
                    </a:lnTo>
                    <a:lnTo>
                      <a:pt x="595" y="0"/>
                    </a:lnTo>
                    <a:lnTo>
                      <a:pt x="595" y="0"/>
                    </a:lnTo>
                    <a:close/>
                  </a:path>
                </a:pathLst>
              </a:custGeom>
              <a:solidFill>
                <a:srgbClr val="891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4" name="Freeform 13"/>
              <p:cNvSpPr>
                <a:spLocks/>
              </p:cNvSpPr>
              <p:nvPr/>
            </p:nvSpPr>
            <p:spPr bwMode="auto">
              <a:xfrm>
                <a:off x="3760560" y="3983038"/>
                <a:ext cx="2593975" cy="2208213"/>
              </a:xfrm>
              <a:custGeom>
                <a:avLst/>
                <a:gdLst>
                  <a:gd name="T0" fmla="*/ 1626 w 1634"/>
                  <a:gd name="T1" fmla="*/ 18 h 1391"/>
                  <a:gd name="T2" fmla="*/ 1590 w 1634"/>
                  <a:gd name="T3" fmla="*/ 11 h 1391"/>
                  <a:gd name="T4" fmla="*/ 1562 w 1634"/>
                  <a:gd name="T5" fmla="*/ 15 h 1391"/>
                  <a:gd name="T6" fmla="*/ 1532 w 1634"/>
                  <a:gd name="T7" fmla="*/ 25 h 1391"/>
                  <a:gd name="T8" fmla="*/ 1498 w 1634"/>
                  <a:gd name="T9" fmla="*/ 48 h 1391"/>
                  <a:gd name="T10" fmla="*/ 1462 w 1634"/>
                  <a:gd name="T11" fmla="*/ 85 h 1391"/>
                  <a:gd name="T12" fmla="*/ 1425 w 1634"/>
                  <a:gd name="T13" fmla="*/ 139 h 1391"/>
                  <a:gd name="T14" fmla="*/ 1387 w 1634"/>
                  <a:gd name="T15" fmla="*/ 215 h 1391"/>
                  <a:gd name="T16" fmla="*/ 1351 w 1634"/>
                  <a:gd name="T17" fmla="*/ 314 h 1391"/>
                  <a:gd name="T18" fmla="*/ 1321 w 1634"/>
                  <a:gd name="T19" fmla="*/ 408 h 1391"/>
                  <a:gd name="T20" fmla="*/ 1256 w 1634"/>
                  <a:gd name="T21" fmla="*/ 578 h 1391"/>
                  <a:gd name="T22" fmla="*/ 1201 w 1634"/>
                  <a:gd name="T23" fmla="*/ 692 h 1391"/>
                  <a:gd name="T24" fmla="*/ 1151 w 1634"/>
                  <a:gd name="T25" fmla="*/ 775 h 1391"/>
                  <a:gd name="T26" fmla="*/ 1120 w 1634"/>
                  <a:gd name="T27" fmla="*/ 812 h 1391"/>
                  <a:gd name="T28" fmla="*/ 1024 w 1634"/>
                  <a:gd name="T29" fmla="*/ 915 h 1391"/>
                  <a:gd name="T30" fmla="*/ 909 w 1634"/>
                  <a:gd name="T31" fmla="*/ 1032 h 1391"/>
                  <a:gd name="T32" fmla="*/ 813 w 1634"/>
                  <a:gd name="T33" fmla="*/ 1114 h 1391"/>
                  <a:gd name="T34" fmla="*/ 727 w 1634"/>
                  <a:gd name="T35" fmla="*/ 1171 h 1391"/>
                  <a:gd name="T36" fmla="*/ 675 w 1634"/>
                  <a:gd name="T37" fmla="*/ 1195 h 1391"/>
                  <a:gd name="T38" fmla="*/ 639 w 1634"/>
                  <a:gd name="T39" fmla="*/ 1207 h 1391"/>
                  <a:gd name="T40" fmla="*/ 376 w 1634"/>
                  <a:gd name="T41" fmla="*/ 1303 h 1391"/>
                  <a:gd name="T42" fmla="*/ 177 w 1634"/>
                  <a:gd name="T43" fmla="*/ 1366 h 1391"/>
                  <a:gd name="T44" fmla="*/ 71 w 1634"/>
                  <a:gd name="T45" fmla="*/ 1390 h 1391"/>
                  <a:gd name="T46" fmla="*/ 0 w 1634"/>
                  <a:gd name="T47" fmla="*/ 1314 h 1391"/>
                  <a:gd name="T48" fmla="*/ 133 w 1634"/>
                  <a:gd name="T49" fmla="*/ 1286 h 1391"/>
                  <a:gd name="T50" fmla="*/ 372 w 1634"/>
                  <a:gd name="T51" fmla="*/ 1227 h 1391"/>
                  <a:gd name="T52" fmla="*/ 529 w 1634"/>
                  <a:gd name="T53" fmla="*/ 1180 h 1391"/>
                  <a:gd name="T54" fmla="*/ 626 w 1634"/>
                  <a:gd name="T55" fmla="*/ 1144 h 1391"/>
                  <a:gd name="T56" fmla="*/ 742 w 1634"/>
                  <a:gd name="T57" fmla="*/ 1066 h 1391"/>
                  <a:gd name="T58" fmla="*/ 855 w 1634"/>
                  <a:gd name="T59" fmla="*/ 982 h 1391"/>
                  <a:gd name="T60" fmla="*/ 975 w 1634"/>
                  <a:gd name="T61" fmla="*/ 882 h 1391"/>
                  <a:gd name="T62" fmla="*/ 1083 w 1634"/>
                  <a:gd name="T63" fmla="*/ 771 h 1391"/>
                  <a:gd name="T64" fmla="*/ 1112 w 1634"/>
                  <a:gd name="T65" fmla="*/ 734 h 1391"/>
                  <a:gd name="T66" fmla="*/ 1159 w 1634"/>
                  <a:gd name="T67" fmla="*/ 658 h 1391"/>
                  <a:gd name="T68" fmla="*/ 1207 w 1634"/>
                  <a:gd name="T69" fmla="*/ 561 h 1391"/>
                  <a:gd name="T70" fmla="*/ 1289 w 1634"/>
                  <a:gd name="T71" fmla="*/ 358 h 1391"/>
                  <a:gd name="T72" fmla="*/ 1322 w 1634"/>
                  <a:gd name="T73" fmla="*/ 261 h 1391"/>
                  <a:gd name="T74" fmla="*/ 1333 w 1634"/>
                  <a:gd name="T75" fmla="*/ 208 h 1391"/>
                  <a:gd name="T76" fmla="*/ 1364 w 1634"/>
                  <a:gd name="T77" fmla="*/ 127 h 1391"/>
                  <a:gd name="T78" fmla="*/ 1389 w 1634"/>
                  <a:gd name="T79" fmla="*/ 85 h 1391"/>
                  <a:gd name="T80" fmla="*/ 1420 w 1634"/>
                  <a:gd name="T81" fmla="*/ 48 h 1391"/>
                  <a:gd name="T82" fmla="*/ 1460 w 1634"/>
                  <a:gd name="T83" fmla="*/ 18 h 1391"/>
                  <a:gd name="T84" fmla="*/ 1507 w 1634"/>
                  <a:gd name="T85" fmla="*/ 2 h 1391"/>
                  <a:gd name="T86" fmla="*/ 1565 w 1634"/>
                  <a:gd name="T87" fmla="*/ 1 h 1391"/>
                  <a:gd name="T88" fmla="*/ 1634 w 1634"/>
                  <a:gd name="T89" fmla="*/ 22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4" h="1391">
                    <a:moveTo>
                      <a:pt x="1634" y="22"/>
                    </a:moveTo>
                    <a:lnTo>
                      <a:pt x="1634" y="22"/>
                    </a:lnTo>
                    <a:lnTo>
                      <a:pt x="1626" y="18"/>
                    </a:lnTo>
                    <a:lnTo>
                      <a:pt x="1617" y="16"/>
                    </a:lnTo>
                    <a:lnTo>
                      <a:pt x="1604" y="13"/>
                    </a:lnTo>
                    <a:lnTo>
                      <a:pt x="1590" y="11"/>
                    </a:lnTo>
                    <a:lnTo>
                      <a:pt x="1582" y="11"/>
                    </a:lnTo>
                    <a:lnTo>
                      <a:pt x="1573" y="13"/>
                    </a:lnTo>
                    <a:lnTo>
                      <a:pt x="1562" y="15"/>
                    </a:lnTo>
                    <a:lnTo>
                      <a:pt x="1553" y="17"/>
                    </a:lnTo>
                    <a:lnTo>
                      <a:pt x="1543" y="21"/>
                    </a:lnTo>
                    <a:lnTo>
                      <a:pt x="1532" y="25"/>
                    </a:lnTo>
                    <a:lnTo>
                      <a:pt x="1521" y="32"/>
                    </a:lnTo>
                    <a:lnTo>
                      <a:pt x="1509" y="39"/>
                    </a:lnTo>
                    <a:lnTo>
                      <a:pt x="1498" y="48"/>
                    </a:lnTo>
                    <a:lnTo>
                      <a:pt x="1486" y="58"/>
                    </a:lnTo>
                    <a:lnTo>
                      <a:pt x="1474" y="70"/>
                    </a:lnTo>
                    <a:lnTo>
                      <a:pt x="1462" y="85"/>
                    </a:lnTo>
                    <a:lnTo>
                      <a:pt x="1450" y="101"/>
                    </a:lnTo>
                    <a:lnTo>
                      <a:pt x="1437" y="119"/>
                    </a:lnTo>
                    <a:lnTo>
                      <a:pt x="1425" y="139"/>
                    </a:lnTo>
                    <a:lnTo>
                      <a:pt x="1412" y="162"/>
                    </a:lnTo>
                    <a:lnTo>
                      <a:pt x="1400" y="186"/>
                    </a:lnTo>
                    <a:lnTo>
                      <a:pt x="1387" y="215"/>
                    </a:lnTo>
                    <a:lnTo>
                      <a:pt x="1375" y="245"/>
                    </a:lnTo>
                    <a:lnTo>
                      <a:pt x="1363" y="278"/>
                    </a:lnTo>
                    <a:lnTo>
                      <a:pt x="1351" y="314"/>
                    </a:lnTo>
                    <a:lnTo>
                      <a:pt x="1340" y="352"/>
                    </a:lnTo>
                    <a:lnTo>
                      <a:pt x="1340" y="352"/>
                    </a:lnTo>
                    <a:lnTo>
                      <a:pt x="1321" y="408"/>
                    </a:lnTo>
                    <a:lnTo>
                      <a:pt x="1299" y="468"/>
                    </a:lnTo>
                    <a:lnTo>
                      <a:pt x="1272" y="540"/>
                    </a:lnTo>
                    <a:lnTo>
                      <a:pt x="1256" y="578"/>
                    </a:lnTo>
                    <a:lnTo>
                      <a:pt x="1238" y="617"/>
                    </a:lnTo>
                    <a:lnTo>
                      <a:pt x="1220" y="655"/>
                    </a:lnTo>
                    <a:lnTo>
                      <a:pt x="1201" y="692"/>
                    </a:lnTo>
                    <a:lnTo>
                      <a:pt x="1182" y="727"/>
                    </a:lnTo>
                    <a:lnTo>
                      <a:pt x="1162" y="760"/>
                    </a:lnTo>
                    <a:lnTo>
                      <a:pt x="1151" y="775"/>
                    </a:lnTo>
                    <a:lnTo>
                      <a:pt x="1140" y="788"/>
                    </a:lnTo>
                    <a:lnTo>
                      <a:pt x="1130" y="801"/>
                    </a:lnTo>
                    <a:lnTo>
                      <a:pt x="1120" y="812"/>
                    </a:lnTo>
                    <a:lnTo>
                      <a:pt x="1120" y="812"/>
                    </a:lnTo>
                    <a:lnTo>
                      <a:pt x="1075" y="859"/>
                    </a:lnTo>
                    <a:lnTo>
                      <a:pt x="1024" y="915"/>
                    </a:lnTo>
                    <a:lnTo>
                      <a:pt x="969" y="973"/>
                    </a:lnTo>
                    <a:lnTo>
                      <a:pt x="939" y="1003"/>
                    </a:lnTo>
                    <a:lnTo>
                      <a:pt x="909" y="1032"/>
                    </a:lnTo>
                    <a:lnTo>
                      <a:pt x="877" y="1061"/>
                    </a:lnTo>
                    <a:lnTo>
                      <a:pt x="846" y="1088"/>
                    </a:lnTo>
                    <a:lnTo>
                      <a:pt x="813" y="1114"/>
                    </a:lnTo>
                    <a:lnTo>
                      <a:pt x="779" y="1139"/>
                    </a:lnTo>
                    <a:lnTo>
                      <a:pt x="745" y="1161"/>
                    </a:lnTo>
                    <a:lnTo>
                      <a:pt x="727" y="1171"/>
                    </a:lnTo>
                    <a:lnTo>
                      <a:pt x="710" y="1180"/>
                    </a:lnTo>
                    <a:lnTo>
                      <a:pt x="692" y="1188"/>
                    </a:lnTo>
                    <a:lnTo>
                      <a:pt x="675" y="1195"/>
                    </a:lnTo>
                    <a:lnTo>
                      <a:pt x="657" y="1201"/>
                    </a:lnTo>
                    <a:lnTo>
                      <a:pt x="639" y="1207"/>
                    </a:lnTo>
                    <a:lnTo>
                      <a:pt x="639" y="1207"/>
                    </a:lnTo>
                    <a:lnTo>
                      <a:pt x="559" y="1237"/>
                    </a:lnTo>
                    <a:lnTo>
                      <a:pt x="474" y="1268"/>
                    </a:lnTo>
                    <a:lnTo>
                      <a:pt x="376" y="1303"/>
                    </a:lnTo>
                    <a:lnTo>
                      <a:pt x="273" y="1337"/>
                    </a:lnTo>
                    <a:lnTo>
                      <a:pt x="223" y="1353"/>
                    </a:lnTo>
                    <a:lnTo>
                      <a:pt x="177" y="1366"/>
                    </a:lnTo>
                    <a:lnTo>
                      <a:pt x="135" y="1377"/>
                    </a:lnTo>
                    <a:lnTo>
                      <a:pt x="99" y="1385"/>
                    </a:lnTo>
                    <a:lnTo>
                      <a:pt x="71" y="1390"/>
                    </a:lnTo>
                    <a:lnTo>
                      <a:pt x="60" y="1391"/>
                    </a:lnTo>
                    <a:lnTo>
                      <a:pt x="51" y="1391"/>
                    </a:lnTo>
                    <a:lnTo>
                      <a:pt x="0" y="1314"/>
                    </a:lnTo>
                    <a:lnTo>
                      <a:pt x="0" y="1314"/>
                    </a:lnTo>
                    <a:lnTo>
                      <a:pt x="63" y="1302"/>
                    </a:lnTo>
                    <a:lnTo>
                      <a:pt x="133" y="1286"/>
                    </a:lnTo>
                    <a:lnTo>
                      <a:pt x="221" y="1266"/>
                    </a:lnTo>
                    <a:lnTo>
                      <a:pt x="321" y="1241"/>
                    </a:lnTo>
                    <a:lnTo>
                      <a:pt x="372" y="1227"/>
                    </a:lnTo>
                    <a:lnTo>
                      <a:pt x="426" y="1212"/>
                    </a:lnTo>
                    <a:lnTo>
                      <a:pt x="477" y="1196"/>
                    </a:lnTo>
                    <a:lnTo>
                      <a:pt x="529" y="1180"/>
                    </a:lnTo>
                    <a:lnTo>
                      <a:pt x="579" y="1162"/>
                    </a:lnTo>
                    <a:lnTo>
                      <a:pt x="626" y="1144"/>
                    </a:lnTo>
                    <a:lnTo>
                      <a:pt x="626" y="1144"/>
                    </a:lnTo>
                    <a:lnTo>
                      <a:pt x="641" y="1135"/>
                    </a:lnTo>
                    <a:lnTo>
                      <a:pt x="682" y="1108"/>
                    </a:lnTo>
                    <a:lnTo>
                      <a:pt x="742" y="1066"/>
                    </a:lnTo>
                    <a:lnTo>
                      <a:pt x="777" y="1041"/>
                    </a:lnTo>
                    <a:lnTo>
                      <a:pt x="815" y="1013"/>
                    </a:lnTo>
                    <a:lnTo>
                      <a:pt x="855" y="982"/>
                    </a:lnTo>
                    <a:lnTo>
                      <a:pt x="894" y="951"/>
                    </a:lnTo>
                    <a:lnTo>
                      <a:pt x="935" y="917"/>
                    </a:lnTo>
                    <a:lnTo>
                      <a:pt x="975" y="882"/>
                    </a:lnTo>
                    <a:lnTo>
                      <a:pt x="1014" y="846"/>
                    </a:lnTo>
                    <a:lnTo>
                      <a:pt x="1050" y="808"/>
                    </a:lnTo>
                    <a:lnTo>
                      <a:pt x="1083" y="771"/>
                    </a:lnTo>
                    <a:lnTo>
                      <a:pt x="1098" y="753"/>
                    </a:lnTo>
                    <a:lnTo>
                      <a:pt x="1112" y="734"/>
                    </a:lnTo>
                    <a:lnTo>
                      <a:pt x="1112" y="734"/>
                    </a:lnTo>
                    <a:lnTo>
                      <a:pt x="1128" y="713"/>
                    </a:lnTo>
                    <a:lnTo>
                      <a:pt x="1142" y="687"/>
                    </a:lnTo>
                    <a:lnTo>
                      <a:pt x="1159" y="658"/>
                    </a:lnTo>
                    <a:lnTo>
                      <a:pt x="1175" y="628"/>
                    </a:lnTo>
                    <a:lnTo>
                      <a:pt x="1191" y="595"/>
                    </a:lnTo>
                    <a:lnTo>
                      <a:pt x="1207" y="561"/>
                    </a:lnTo>
                    <a:lnTo>
                      <a:pt x="1237" y="491"/>
                    </a:lnTo>
                    <a:lnTo>
                      <a:pt x="1266" y="422"/>
                    </a:lnTo>
                    <a:lnTo>
                      <a:pt x="1289" y="358"/>
                    </a:lnTo>
                    <a:lnTo>
                      <a:pt x="1308" y="303"/>
                    </a:lnTo>
                    <a:lnTo>
                      <a:pt x="1322" y="261"/>
                    </a:lnTo>
                    <a:lnTo>
                      <a:pt x="1322" y="261"/>
                    </a:lnTo>
                    <a:lnTo>
                      <a:pt x="1324" y="246"/>
                    </a:lnTo>
                    <a:lnTo>
                      <a:pt x="1328" y="229"/>
                    </a:lnTo>
                    <a:lnTo>
                      <a:pt x="1333" y="208"/>
                    </a:lnTo>
                    <a:lnTo>
                      <a:pt x="1341" y="183"/>
                    </a:lnTo>
                    <a:lnTo>
                      <a:pt x="1351" y="155"/>
                    </a:lnTo>
                    <a:lnTo>
                      <a:pt x="1364" y="127"/>
                    </a:lnTo>
                    <a:lnTo>
                      <a:pt x="1372" y="113"/>
                    </a:lnTo>
                    <a:lnTo>
                      <a:pt x="1380" y="100"/>
                    </a:lnTo>
                    <a:lnTo>
                      <a:pt x="1389" y="85"/>
                    </a:lnTo>
                    <a:lnTo>
                      <a:pt x="1398" y="72"/>
                    </a:lnTo>
                    <a:lnTo>
                      <a:pt x="1409" y="60"/>
                    </a:lnTo>
                    <a:lnTo>
                      <a:pt x="1420" y="48"/>
                    </a:lnTo>
                    <a:lnTo>
                      <a:pt x="1433" y="37"/>
                    </a:lnTo>
                    <a:lnTo>
                      <a:pt x="1445" y="27"/>
                    </a:lnTo>
                    <a:lnTo>
                      <a:pt x="1460" y="18"/>
                    </a:lnTo>
                    <a:lnTo>
                      <a:pt x="1474" y="11"/>
                    </a:lnTo>
                    <a:lnTo>
                      <a:pt x="1490" y="6"/>
                    </a:lnTo>
                    <a:lnTo>
                      <a:pt x="1507" y="2"/>
                    </a:lnTo>
                    <a:lnTo>
                      <a:pt x="1525" y="0"/>
                    </a:lnTo>
                    <a:lnTo>
                      <a:pt x="1544" y="0"/>
                    </a:lnTo>
                    <a:lnTo>
                      <a:pt x="1565" y="1"/>
                    </a:lnTo>
                    <a:lnTo>
                      <a:pt x="1586" y="6"/>
                    </a:lnTo>
                    <a:lnTo>
                      <a:pt x="1609" y="13"/>
                    </a:lnTo>
                    <a:lnTo>
                      <a:pt x="1634" y="22"/>
                    </a:lnTo>
                    <a:lnTo>
                      <a:pt x="1634" y="22"/>
                    </a:lnTo>
                    <a:close/>
                  </a:path>
                </a:pathLst>
              </a:custGeom>
              <a:solidFill>
                <a:srgbClr val="891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5" name="Freeform 14"/>
              <p:cNvSpPr>
                <a:spLocks/>
              </p:cNvSpPr>
              <p:nvPr/>
            </p:nvSpPr>
            <p:spPr bwMode="auto">
              <a:xfrm>
                <a:off x="8377010" y="1873251"/>
                <a:ext cx="482600" cy="620713"/>
              </a:xfrm>
              <a:custGeom>
                <a:avLst/>
                <a:gdLst>
                  <a:gd name="T0" fmla="*/ 290 w 304"/>
                  <a:gd name="T1" fmla="*/ 0 h 391"/>
                  <a:gd name="T2" fmla="*/ 304 w 304"/>
                  <a:gd name="T3" fmla="*/ 67 h 391"/>
                  <a:gd name="T4" fmla="*/ 16 w 304"/>
                  <a:gd name="T5" fmla="*/ 391 h 391"/>
                  <a:gd name="T6" fmla="*/ 0 w 304"/>
                  <a:gd name="T7" fmla="*/ 305 h 391"/>
                  <a:gd name="T8" fmla="*/ 290 w 304"/>
                  <a:gd name="T9" fmla="*/ 0 h 391"/>
                </a:gdLst>
                <a:ahLst/>
                <a:cxnLst>
                  <a:cxn ang="0">
                    <a:pos x="T0" y="T1"/>
                  </a:cxn>
                  <a:cxn ang="0">
                    <a:pos x="T2" y="T3"/>
                  </a:cxn>
                  <a:cxn ang="0">
                    <a:pos x="T4" y="T5"/>
                  </a:cxn>
                  <a:cxn ang="0">
                    <a:pos x="T6" y="T7"/>
                  </a:cxn>
                  <a:cxn ang="0">
                    <a:pos x="T8" y="T9"/>
                  </a:cxn>
                </a:cxnLst>
                <a:rect l="0" t="0" r="r" b="b"/>
                <a:pathLst>
                  <a:path w="304" h="391">
                    <a:moveTo>
                      <a:pt x="290" y="0"/>
                    </a:moveTo>
                    <a:lnTo>
                      <a:pt x="304" y="67"/>
                    </a:lnTo>
                    <a:lnTo>
                      <a:pt x="16" y="391"/>
                    </a:lnTo>
                    <a:lnTo>
                      <a:pt x="0" y="305"/>
                    </a:lnTo>
                    <a:lnTo>
                      <a:pt x="290" y="0"/>
                    </a:lnTo>
                    <a:close/>
                  </a:path>
                </a:pathLst>
              </a:custGeom>
              <a:solidFill>
                <a:srgbClr val="A81E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6" name="Freeform 15"/>
              <p:cNvSpPr>
                <a:spLocks/>
              </p:cNvSpPr>
              <p:nvPr/>
            </p:nvSpPr>
            <p:spPr bwMode="auto">
              <a:xfrm>
                <a:off x="8189685" y="2200276"/>
                <a:ext cx="212725" cy="293688"/>
              </a:xfrm>
              <a:custGeom>
                <a:avLst/>
                <a:gdLst>
                  <a:gd name="T0" fmla="*/ 134 w 134"/>
                  <a:gd name="T1" fmla="*/ 185 h 185"/>
                  <a:gd name="T2" fmla="*/ 0 w 134"/>
                  <a:gd name="T3" fmla="*/ 81 h 185"/>
                  <a:gd name="T4" fmla="*/ 2 w 134"/>
                  <a:gd name="T5" fmla="*/ 0 h 185"/>
                  <a:gd name="T6" fmla="*/ 118 w 134"/>
                  <a:gd name="T7" fmla="*/ 99 h 185"/>
                  <a:gd name="T8" fmla="*/ 134 w 134"/>
                  <a:gd name="T9" fmla="*/ 185 h 185"/>
                </a:gdLst>
                <a:ahLst/>
                <a:cxnLst>
                  <a:cxn ang="0">
                    <a:pos x="T0" y="T1"/>
                  </a:cxn>
                  <a:cxn ang="0">
                    <a:pos x="T2" y="T3"/>
                  </a:cxn>
                  <a:cxn ang="0">
                    <a:pos x="T4" y="T5"/>
                  </a:cxn>
                  <a:cxn ang="0">
                    <a:pos x="T6" y="T7"/>
                  </a:cxn>
                  <a:cxn ang="0">
                    <a:pos x="T8" y="T9"/>
                  </a:cxn>
                </a:cxnLst>
                <a:rect l="0" t="0" r="r" b="b"/>
                <a:pathLst>
                  <a:path w="134" h="185">
                    <a:moveTo>
                      <a:pt x="134" y="185"/>
                    </a:moveTo>
                    <a:lnTo>
                      <a:pt x="0" y="81"/>
                    </a:lnTo>
                    <a:lnTo>
                      <a:pt x="2" y="0"/>
                    </a:lnTo>
                    <a:lnTo>
                      <a:pt x="118" y="99"/>
                    </a:lnTo>
                    <a:lnTo>
                      <a:pt x="134" y="185"/>
                    </a:lnTo>
                    <a:close/>
                  </a:path>
                </a:pathLst>
              </a:custGeom>
              <a:solidFill>
                <a:srgbClr val="891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7" name="Freeform 16"/>
              <p:cNvSpPr>
                <a:spLocks/>
              </p:cNvSpPr>
              <p:nvPr/>
            </p:nvSpPr>
            <p:spPr bwMode="auto">
              <a:xfrm>
                <a:off x="7765823" y="1839913"/>
                <a:ext cx="200025" cy="192088"/>
              </a:xfrm>
              <a:custGeom>
                <a:avLst/>
                <a:gdLst>
                  <a:gd name="T0" fmla="*/ 0 w 126"/>
                  <a:gd name="T1" fmla="*/ 0 h 121"/>
                  <a:gd name="T2" fmla="*/ 15 w 126"/>
                  <a:gd name="T3" fmla="*/ 72 h 121"/>
                  <a:gd name="T4" fmla="*/ 79 w 126"/>
                  <a:gd name="T5" fmla="*/ 121 h 121"/>
                  <a:gd name="T6" fmla="*/ 126 w 126"/>
                  <a:gd name="T7" fmla="*/ 105 h 121"/>
                  <a:gd name="T8" fmla="*/ 0 w 126"/>
                  <a:gd name="T9" fmla="*/ 0 h 121"/>
                </a:gdLst>
                <a:ahLst/>
                <a:cxnLst>
                  <a:cxn ang="0">
                    <a:pos x="T0" y="T1"/>
                  </a:cxn>
                  <a:cxn ang="0">
                    <a:pos x="T2" y="T3"/>
                  </a:cxn>
                  <a:cxn ang="0">
                    <a:pos x="T4" y="T5"/>
                  </a:cxn>
                  <a:cxn ang="0">
                    <a:pos x="T6" y="T7"/>
                  </a:cxn>
                  <a:cxn ang="0">
                    <a:pos x="T8" y="T9"/>
                  </a:cxn>
                </a:cxnLst>
                <a:rect l="0" t="0" r="r" b="b"/>
                <a:pathLst>
                  <a:path w="126" h="121">
                    <a:moveTo>
                      <a:pt x="0" y="0"/>
                    </a:moveTo>
                    <a:lnTo>
                      <a:pt x="15" y="72"/>
                    </a:lnTo>
                    <a:lnTo>
                      <a:pt x="79" y="121"/>
                    </a:lnTo>
                    <a:lnTo>
                      <a:pt x="126" y="105"/>
                    </a:lnTo>
                    <a:lnTo>
                      <a:pt x="0" y="0"/>
                    </a:lnTo>
                    <a:close/>
                  </a:path>
                </a:pathLst>
              </a:custGeom>
              <a:solidFill>
                <a:srgbClr val="AA20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8" name="Freeform 17"/>
              <p:cNvSpPr>
                <a:spLocks/>
              </p:cNvSpPr>
              <p:nvPr/>
            </p:nvSpPr>
            <p:spPr bwMode="auto">
              <a:xfrm rot="331136">
                <a:off x="-2395625" y="1331830"/>
                <a:ext cx="10879987" cy="7865691"/>
              </a:xfrm>
              <a:custGeom>
                <a:avLst/>
                <a:gdLst>
                  <a:gd name="connsiteX0" fmla="*/ 9810185 w 10879987"/>
                  <a:gd name="connsiteY0" fmla="*/ 69874 h 7865691"/>
                  <a:gd name="connsiteX1" fmla="*/ 10879987 w 10879987"/>
                  <a:gd name="connsiteY1" fmla="*/ 0 h 7865691"/>
                  <a:gd name="connsiteX2" fmla="*/ 10468312 w 10879987"/>
                  <a:gd name="connsiteY2" fmla="*/ 526219 h 7865691"/>
                  <a:gd name="connsiteX3" fmla="*/ 10269901 w 10879987"/>
                  <a:gd name="connsiteY3" fmla="*/ 387496 h 7865691"/>
                  <a:gd name="connsiteX4" fmla="*/ 10211688 w 10879987"/>
                  <a:gd name="connsiteY4" fmla="*/ 412259 h 7865691"/>
                  <a:gd name="connsiteX5" fmla="*/ 10158520 w 10879987"/>
                  <a:gd name="connsiteY5" fmla="*/ 439725 h 7865691"/>
                  <a:gd name="connsiteX6" fmla="*/ 10110398 w 10879987"/>
                  <a:gd name="connsiteY6" fmla="*/ 469893 h 7865691"/>
                  <a:gd name="connsiteX7" fmla="*/ 10067170 w 10879987"/>
                  <a:gd name="connsiteY7" fmla="*/ 501183 h 7865691"/>
                  <a:gd name="connsiteX8" fmla="*/ 10027254 w 10879987"/>
                  <a:gd name="connsiteY8" fmla="*/ 533748 h 7865691"/>
                  <a:gd name="connsiteX9" fmla="*/ 9990652 w 10879987"/>
                  <a:gd name="connsiteY9" fmla="*/ 567587 h 7865691"/>
                  <a:gd name="connsiteX10" fmla="*/ 9957209 w 10879987"/>
                  <a:gd name="connsiteY10" fmla="*/ 601122 h 7865691"/>
                  <a:gd name="connsiteX11" fmla="*/ 9930240 w 10879987"/>
                  <a:gd name="connsiteY11" fmla="*/ 635625 h 7865691"/>
                  <a:gd name="connsiteX12" fmla="*/ 9905004 w 10879987"/>
                  <a:gd name="connsiteY12" fmla="*/ 671556 h 7865691"/>
                  <a:gd name="connsiteX13" fmla="*/ 9882928 w 10879987"/>
                  <a:gd name="connsiteY13" fmla="*/ 707182 h 7865691"/>
                  <a:gd name="connsiteX14" fmla="*/ 9862279 w 10879987"/>
                  <a:gd name="connsiteY14" fmla="*/ 741075 h 7865691"/>
                  <a:gd name="connsiteX15" fmla="*/ 9846676 w 10879987"/>
                  <a:gd name="connsiteY15" fmla="*/ 777670 h 7865691"/>
                  <a:gd name="connsiteX16" fmla="*/ 9832348 w 10879987"/>
                  <a:gd name="connsiteY16" fmla="*/ 810953 h 7865691"/>
                  <a:gd name="connsiteX17" fmla="*/ 9821333 w 10879987"/>
                  <a:gd name="connsiteY17" fmla="*/ 845510 h 7865691"/>
                  <a:gd name="connsiteX18" fmla="*/ 9811593 w 10879987"/>
                  <a:gd name="connsiteY18" fmla="*/ 876754 h 7865691"/>
                  <a:gd name="connsiteX19" fmla="*/ 9803280 w 10879987"/>
                  <a:gd name="connsiteY19" fmla="*/ 906265 h 7865691"/>
                  <a:gd name="connsiteX20" fmla="*/ 9786754 w 10879987"/>
                  <a:gd name="connsiteY20" fmla="*/ 982822 h 7865691"/>
                  <a:gd name="connsiteX21" fmla="*/ 9773999 w 10879987"/>
                  <a:gd name="connsiteY21" fmla="*/ 1065394 h 7865691"/>
                  <a:gd name="connsiteX22" fmla="*/ 9761854 w 10879987"/>
                  <a:gd name="connsiteY22" fmla="*/ 1154286 h 7865691"/>
                  <a:gd name="connsiteX23" fmla="*/ 9753328 w 10879987"/>
                  <a:gd name="connsiteY23" fmla="*/ 1247614 h 7865691"/>
                  <a:gd name="connsiteX24" fmla="*/ 9746687 w 10879987"/>
                  <a:gd name="connsiteY24" fmla="*/ 1343949 h 7865691"/>
                  <a:gd name="connsiteX25" fmla="*/ 9740199 w 10879987"/>
                  <a:gd name="connsiteY25" fmla="*/ 1441865 h 7865691"/>
                  <a:gd name="connsiteX26" fmla="*/ 9737176 w 10879987"/>
                  <a:gd name="connsiteY26" fmla="*/ 1542635 h 7865691"/>
                  <a:gd name="connsiteX27" fmla="*/ 9732574 w 10879987"/>
                  <a:gd name="connsiteY27" fmla="*/ 1643558 h 7865691"/>
                  <a:gd name="connsiteX28" fmla="*/ 9727956 w 10879987"/>
                  <a:gd name="connsiteY28" fmla="*/ 1843366 h 7865691"/>
                  <a:gd name="connsiteX29" fmla="*/ 9725736 w 10879987"/>
                  <a:gd name="connsiteY29" fmla="*/ 2034968 h 7865691"/>
                  <a:gd name="connsiteX30" fmla="*/ 9721836 w 10879987"/>
                  <a:gd name="connsiteY30" fmla="*/ 2209188 h 7865691"/>
                  <a:gd name="connsiteX31" fmla="*/ 9717226 w 10879987"/>
                  <a:gd name="connsiteY31" fmla="*/ 2359553 h 7865691"/>
                  <a:gd name="connsiteX32" fmla="*/ 9714570 w 10879987"/>
                  <a:gd name="connsiteY32" fmla="*/ 2398087 h 7865691"/>
                  <a:gd name="connsiteX33" fmla="*/ 9711761 w 10879987"/>
                  <a:gd name="connsiteY33" fmla="*/ 2435041 h 7865691"/>
                  <a:gd name="connsiteX34" fmla="*/ 9706913 w 10879987"/>
                  <a:gd name="connsiteY34" fmla="*/ 2467407 h 7865691"/>
                  <a:gd name="connsiteX35" fmla="*/ 9702066 w 10879987"/>
                  <a:gd name="connsiteY35" fmla="*/ 2499774 h 7865691"/>
                  <a:gd name="connsiteX36" fmla="*/ 9695334 w 10879987"/>
                  <a:gd name="connsiteY36" fmla="*/ 2529132 h 7865691"/>
                  <a:gd name="connsiteX37" fmla="*/ 9688448 w 10879987"/>
                  <a:gd name="connsiteY37" fmla="*/ 2556911 h 7865691"/>
                  <a:gd name="connsiteX38" fmla="*/ 9681563 w 10879987"/>
                  <a:gd name="connsiteY38" fmla="*/ 2584689 h 7865691"/>
                  <a:gd name="connsiteX39" fmla="*/ 9672792 w 10879987"/>
                  <a:gd name="connsiteY39" fmla="*/ 2609460 h 7865691"/>
                  <a:gd name="connsiteX40" fmla="*/ 9663716 w 10879987"/>
                  <a:gd name="connsiteY40" fmla="*/ 2631071 h 7865691"/>
                  <a:gd name="connsiteX41" fmla="*/ 9653060 w 10879987"/>
                  <a:gd name="connsiteY41" fmla="*/ 2652834 h 7865691"/>
                  <a:gd name="connsiteX42" fmla="*/ 9642098 w 10879987"/>
                  <a:gd name="connsiteY42" fmla="*/ 2671437 h 7865691"/>
                  <a:gd name="connsiteX43" fmla="*/ 9629403 w 10879987"/>
                  <a:gd name="connsiteY43" fmla="*/ 2688612 h 7865691"/>
                  <a:gd name="connsiteX44" fmla="*/ 9618136 w 10879987"/>
                  <a:gd name="connsiteY44" fmla="*/ 2704055 h 7865691"/>
                  <a:gd name="connsiteX45" fmla="*/ 9605289 w 10879987"/>
                  <a:gd name="connsiteY45" fmla="*/ 2719650 h 7865691"/>
                  <a:gd name="connsiteX46" fmla="*/ 9592137 w 10879987"/>
                  <a:gd name="connsiteY46" fmla="*/ 2732085 h 7865691"/>
                  <a:gd name="connsiteX47" fmla="*/ 9578984 w 10879987"/>
                  <a:gd name="connsiteY47" fmla="*/ 2744521 h 7865691"/>
                  <a:gd name="connsiteX48" fmla="*/ 9564099 w 10879987"/>
                  <a:gd name="connsiteY48" fmla="*/ 2755528 h 7865691"/>
                  <a:gd name="connsiteX49" fmla="*/ 9548908 w 10879987"/>
                  <a:gd name="connsiteY49" fmla="*/ 2763376 h 7865691"/>
                  <a:gd name="connsiteX50" fmla="*/ 9535450 w 10879987"/>
                  <a:gd name="connsiteY50" fmla="*/ 2772650 h 7865691"/>
                  <a:gd name="connsiteX51" fmla="*/ 9519954 w 10879987"/>
                  <a:gd name="connsiteY51" fmla="*/ 2777337 h 7865691"/>
                  <a:gd name="connsiteX52" fmla="*/ 9501298 w 10879987"/>
                  <a:gd name="connsiteY52" fmla="*/ 2782330 h 7865691"/>
                  <a:gd name="connsiteX53" fmla="*/ 9485802 w 10879987"/>
                  <a:gd name="connsiteY53" fmla="*/ 2787017 h 7865691"/>
                  <a:gd name="connsiteX54" fmla="*/ 9470153 w 10879987"/>
                  <a:gd name="connsiteY54" fmla="*/ 2790124 h 7865691"/>
                  <a:gd name="connsiteX55" fmla="*/ 9452771 w 10879987"/>
                  <a:gd name="connsiteY55" fmla="*/ 2791803 h 7865691"/>
                  <a:gd name="connsiteX56" fmla="*/ 9417703 w 10879987"/>
                  <a:gd name="connsiteY56" fmla="*/ 2792002 h 7865691"/>
                  <a:gd name="connsiteX57" fmla="*/ 9384062 w 10879987"/>
                  <a:gd name="connsiteY57" fmla="*/ 2790468 h 7865691"/>
                  <a:gd name="connsiteX58" fmla="*/ 9348383 w 10879987"/>
                  <a:gd name="connsiteY58" fmla="*/ 2784346 h 7865691"/>
                  <a:gd name="connsiteX59" fmla="*/ 9312398 w 10879987"/>
                  <a:gd name="connsiteY59" fmla="*/ 2775063 h 7865691"/>
                  <a:gd name="connsiteX60" fmla="*/ 9276261 w 10879987"/>
                  <a:gd name="connsiteY60" fmla="*/ 2764201 h 7865691"/>
                  <a:gd name="connsiteX61" fmla="*/ 9241551 w 10879987"/>
                  <a:gd name="connsiteY61" fmla="*/ 2751606 h 7865691"/>
                  <a:gd name="connsiteX62" fmla="*/ 9208269 w 10879987"/>
                  <a:gd name="connsiteY62" fmla="*/ 2737278 h 7865691"/>
                  <a:gd name="connsiteX63" fmla="*/ 9173101 w 10879987"/>
                  <a:gd name="connsiteY63" fmla="*/ 2719942 h 7865691"/>
                  <a:gd name="connsiteX64" fmla="*/ 9141247 w 10879987"/>
                  <a:gd name="connsiteY64" fmla="*/ 2703881 h 7865691"/>
                  <a:gd name="connsiteX65" fmla="*/ 9110667 w 10879987"/>
                  <a:gd name="connsiteY65" fmla="*/ 2684508 h 7865691"/>
                  <a:gd name="connsiteX66" fmla="*/ 9053277 w 10879987"/>
                  <a:gd name="connsiteY66" fmla="*/ 2651775 h 7865691"/>
                  <a:gd name="connsiteX67" fmla="*/ 9006949 w 10879987"/>
                  <a:gd name="connsiteY67" fmla="*/ 2617974 h 7865691"/>
                  <a:gd name="connsiteX68" fmla="*/ 8970866 w 10879987"/>
                  <a:gd name="connsiteY68" fmla="*/ 2591158 h 7865691"/>
                  <a:gd name="connsiteX69" fmla="*/ 8939675 w 10879987"/>
                  <a:gd name="connsiteY69" fmla="*/ 2565463 h 7865691"/>
                  <a:gd name="connsiteX70" fmla="*/ 8879332 w 10879987"/>
                  <a:gd name="connsiteY70" fmla="*/ 2518662 h 7865691"/>
                  <a:gd name="connsiteX71" fmla="*/ 8824645 w 10879987"/>
                  <a:gd name="connsiteY71" fmla="*/ 2480885 h 7865691"/>
                  <a:gd name="connsiteX72" fmla="*/ 8770263 w 10879987"/>
                  <a:gd name="connsiteY72" fmla="*/ 2446267 h 7865691"/>
                  <a:gd name="connsiteX73" fmla="*/ 8721386 w 10879987"/>
                  <a:gd name="connsiteY73" fmla="*/ 2419091 h 7865691"/>
                  <a:gd name="connsiteX74" fmla="*/ 8674546 w 10879987"/>
                  <a:gd name="connsiteY74" fmla="*/ 2396504 h 7865691"/>
                  <a:gd name="connsiteX75" fmla="*/ 8629745 w 10879987"/>
                  <a:gd name="connsiteY75" fmla="*/ 2378504 h 7865691"/>
                  <a:gd name="connsiteX76" fmla="*/ 8588715 w 10879987"/>
                  <a:gd name="connsiteY76" fmla="*/ 2366520 h 7865691"/>
                  <a:gd name="connsiteX77" fmla="*/ 8547990 w 10879987"/>
                  <a:gd name="connsiteY77" fmla="*/ 2357695 h 7865691"/>
                  <a:gd name="connsiteX78" fmla="*/ 8511036 w 10879987"/>
                  <a:gd name="connsiteY78" fmla="*/ 2354886 h 7865691"/>
                  <a:gd name="connsiteX79" fmla="*/ 8477395 w 10879987"/>
                  <a:gd name="connsiteY79" fmla="*/ 2353352 h 7865691"/>
                  <a:gd name="connsiteX80" fmla="*/ 8445792 w 10879987"/>
                  <a:gd name="connsiteY80" fmla="*/ 2356406 h 7865691"/>
                  <a:gd name="connsiteX81" fmla="*/ 8414800 w 10879987"/>
                  <a:gd name="connsiteY81" fmla="*/ 2365780 h 7865691"/>
                  <a:gd name="connsiteX82" fmla="*/ 8386968 w 10879987"/>
                  <a:gd name="connsiteY82" fmla="*/ 2374849 h 7865691"/>
                  <a:gd name="connsiteX83" fmla="*/ 8361175 w 10879987"/>
                  <a:gd name="connsiteY83" fmla="*/ 2388505 h 7865691"/>
                  <a:gd name="connsiteX84" fmla="*/ 8338694 w 10879987"/>
                  <a:gd name="connsiteY84" fmla="*/ 2403437 h 7865691"/>
                  <a:gd name="connsiteX85" fmla="*/ 8316519 w 10879987"/>
                  <a:gd name="connsiteY85" fmla="*/ 2421528 h 7865691"/>
                  <a:gd name="connsiteX86" fmla="*/ 8294496 w 10879987"/>
                  <a:gd name="connsiteY86" fmla="*/ 2441200 h 7865691"/>
                  <a:gd name="connsiteX87" fmla="*/ 8277519 w 10879987"/>
                  <a:gd name="connsiteY87" fmla="*/ 2463574 h 7865691"/>
                  <a:gd name="connsiteX88" fmla="*/ 8262122 w 10879987"/>
                  <a:gd name="connsiteY88" fmla="*/ 2485795 h 7865691"/>
                  <a:gd name="connsiteX89" fmla="*/ 8245451 w 10879987"/>
                  <a:gd name="connsiteY89" fmla="*/ 2511329 h 7865691"/>
                  <a:gd name="connsiteX90" fmla="*/ 8231939 w 10879987"/>
                  <a:gd name="connsiteY90" fmla="*/ 2536558 h 7865691"/>
                  <a:gd name="connsiteX91" fmla="*/ 8220008 w 10879987"/>
                  <a:gd name="connsiteY91" fmla="*/ 2561634 h 7865691"/>
                  <a:gd name="connsiteX92" fmla="*/ 8208230 w 10879987"/>
                  <a:gd name="connsiteY92" fmla="*/ 2588291 h 7865691"/>
                  <a:gd name="connsiteX93" fmla="*/ 8199612 w 10879987"/>
                  <a:gd name="connsiteY93" fmla="*/ 2614642 h 7865691"/>
                  <a:gd name="connsiteX94" fmla="*/ 8183956 w 10879987"/>
                  <a:gd name="connsiteY94" fmla="*/ 2667191 h 7865691"/>
                  <a:gd name="connsiteX95" fmla="*/ 8172734 w 10879987"/>
                  <a:gd name="connsiteY95" fmla="*/ 2716122 h 7865691"/>
                  <a:gd name="connsiteX96" fmla="*/ 8164216 w 10879987"/>
                  <a:gd name="connsiteY96" fmla="*/ 2760007 h 7865691"/>
                  <a:gd name="connsiteX97" fmla="*/ 8158399 w 10879987"/>
                  <a:gd name="connsiteY97" fmla="*/ 2798847 h 7865691"/>
                  <a:gd name="connsiteX98" fmla="*/ 8146613 w 10879987"/>
                  <a:gd name="connsiteY98" fmla="*/ 2874945 h 7865691"/>
                  <a:gd name="connsiteX99" fmla="*/ 8131514 w 10879987"/>
                  <a:gd name="connsiteY99" fmla="*/ 2949769 h 7865691"/>
                  <a:gd name="connsiteX100" fmla="*/ 8116110 w 10879987"/>
                  <a:gd name="connsiteY100" fmla="*/ 3021433 h 7865691"/>
                  <a:gd name="connsiteX101" fmla="*/ 8098820 w 10879987"/>
                  <a:gd name="connsiteY101" fmla="*/ 3090089 h 7865691"/>
                  <a:gd name="connsiteX102" fmla="*/ 8079951 w 10879987"/>
                  <a:gd name="connsiteY102" fmla="*/ 3158898 h 7865691"/>
                  <a:gd name="connsiteX103" fmla="*/ 8057768 w 10879987"/>
                  <a:gd name="connsiteY103" fmla="*/ 3226432 h 7865691"/>
                  <a:gd name="connsiteX104" fmla="*/ 8035127 w 10879987"/>
                  <a:gd name="connsiteY104" fmla="*/ 3289226 h 7865691"/>
                  <a:gd name="connsiteX105" fmla="*/ 8011059 w 10879987"/>
                  <a:gd name="connsiteY105" fmla="*/ 3353752 h 7865691"/>
                  <a:gd name="connsiteX106" fmla="*/ 7983372 w 10879987"/>
                  <a:gd name="connsiteY106" fmla="*/ 3413843 h 7865691"/>
                  <a:gd name="connsiteX107" fmla="*/ 7957113 w 10879987"/>
                  <a:gd name="connsiteY107" fmla="*/ 3472202 h 7865691"/>
                  <a:gd name="connsiteX108" fmla="*/ 7925961 w 10879987"/>
                  <a:gd name="connsiteY108" fmla="*/ 3529438 h 7865691"/>
                  <a:gd name="connsiteX109" fmla="*/ 7896083 w 10879987"/>
                  <a:gd name="connsiteY109" fmla="*/ 3583362 h 7865691"/>
                  <a:gd name="connsiteX110" fmla="*/ 7864626 w 10879987"/>
                  <a:gd name="connsiteY110" fmla="*/ 3637438 h 7865691"/>
                  <a:gd name="connsiteX111" fmla="*/ 7831130 w 10879987"/>
                  <a:gd name="connsiteY111" fmla="*/ 3686926 h 7865691"/>
                  <a:gd name="connsiteX112" fmla="*/ 7797787 w 10879987"/>
                  <a:gd name="connsiteY112" fmla="*/ 3737994 h 7865691"/>
                  <a:gd name="connsiteX113" fmla="*/ 7762559 w 10879987"/>
                  <a:gd name="connsiteY113" fmla="*/ 3786055 h 7865691"/>
                  <a:gd name="connsiteX114" fmla="*/ 7725597 w 10879987"/>
                  <a:gd name="connsiteY114" fmla="*/ 3832689 h 7865691"/>
                  <a:gd name="connsiteX115" fmla="*/ 7688483 w 10879987"/>
                  <a:gd name="connsiteY115" fmla="*/ 3877742 h 7865691"/>
                  <a:gd name="connsiteX116" fmla="*/ 7649636 w 10879987"/>
                  <a:gd name="connsiteY116" fmla="*/ 3921368 h 7865691"/>
                  <a:gd name="connsiteX117" fmla="*/ 7612064 w 10879987"/>
                  <a:gd name="connsiteY117" fmla="*/ 3961681 h 7865691"/>
                  <a:gd name="connsiteX118" fmla="*/ 7571332 w 10879987"/>
                  <a:gd name="connsiteY118" fmla="*/ 4002299 h 7865691"/>
                  <a:gd name="connsiteX119" fmla="*/ 7530447 w 10879987"/>
                  <a:gd name="connsiteY119" fmla="*/ 4041337 h 7865691"/>
                  <a:gd name="connsiteX120" fmla="*/ 7489409 w 10879987"/>
                  <a:gd name="connsiteY120" fmla="*/ 4078795 h 7865691"/>
                  <a:gd name="connsiteX121" fmla="*/ 7448066 w 10879987"/>
                  <a:gd name="connsiteY121" fmla="*/ 4113093 h 7865691"/>
                  <a:gd name="connsiteX122" fmla="*/ 7406723 w 10879987"/>
                  <a:gd name="connsiteY122" fmla="*/ 4147390 h 7865691"/>
                  <a:gd name="connsiteX123" fmla="*/ 7365227 w 10879987"/>
                  <a:gd name="connsiteY123" fmla="*/ 4180108 h 7865691"/>
                  <a:gd name="connsiteX124" fmla="*/ 7321998 w 10879987"/>
                  <a:gd name="connsiteY124" fmla="*/ 4211398 h 7865691"/>
                  <a:gd name="connsiteX125" fmla="*/ 7280350 w 10879987"/>
                  <a:gd name="connsiteY125" fmla="*/ 4242535 h 7865691"/>
                  <a:gd name="connsiteX126" fmla="*/ 7238549 w 10879987"/>
                  <a:gd name="connsiteY126" fmla="*/ 4272092 h 7865691"/>
                  <a:gd name="connsiteX127" fmla="*/ 7193435 w 10879987"/>
                  <a:gd name="connsiteY127" fmla="*/ 4300375 h 7865691"/>
                  <a:gd name="connsiteX128" fmla="*/ 7109069 w 10879987"/>
                  <a:gd name="connsiteY128" fmla="*/ 4351588 h 7865691"/>
                  <a:gd name="connsiteX129" fmla="*/ 7025826 w 10879987"/>
                  <a:gd name="connsiteY129" fmla="*/ 4397909 h 7865691"/>
                  <a:gd name="connsiteX130" fmla="*/ 6940391 w 10879987"/>
                  <a:gd name="connsiteY130" fmla="*/ 4438062 h 7865691"/>
                  <a:gd name="connsiteX131" fmla="*/ 6859545 w 10879987"/>
                  <a:gd name="connsiteY131" fmla="*/ 4476176 h 7865691"/>
                  <a:gd name="connsiteX132" fmla="*/ 6779820 w 10879987"/>
                  <a:gd name="connsiteY132" fmla="*/ 4509398 h 7865691"/>
                  <a:gd name="connsiteX133" fmla="*/ 6704378 w 10879987"/>
                  <a:gd name="connsiteY133" fmla="*/ 4537421 h 7865691"/>
                  <a:gd name="connsiteX134" fmla="*/ 6630516 w 10879987"/>
                  <a:gd name="connsiteY134" fmla="*/ 4565291 h 7865691"/>
                  <a:gd name="connsiteX135" fmla="*/ 6562364 w 10879987"/>
                  <a:gd name="connsiteY135" fmla="*/ 4586230 h 7865691"/>
                  <a:gd name="connsiteX136" fmla="*/ 6500380 w 10879987"/>
                  <a:gd name="connsiteY136" fmla="*/ 4604979 h 7865691"/>
                  <a:gd name="connsiteX137" fmla="*/ 6439823 w 10879987"/>
                  <a:gd name="connsiteY137" fmla="*/ 4621994 h 7865691"/>
                  <a:gd name="connsiteX138" fmla="*/ 6388289 w 10879987"/>
                  <a:gd name="connsiteY138" fmla="*/ 4633353 h 7865691"/>
                  <a:gd name="connsiteX139" fmla="*/ 6302450 w 10879987"/>
                  <a:gd name="connsiteY139" fmla="*/ 4652811 h 7865691"/>
                  <a:gd name="connsiteX140" fmla="*/ 6249031 w 10879987"/>
                  <a:gd name="connsiteY140" fmla="*/ 4661163 h 7865691"/>
                  <a:gd name="connsiteX141" fmla="*/ 6230222 w 10879987"/>
                  <a:gd name="connsiteY141" fmla="*/ 4664575 h 7865691"/>
                  <a:gd name="connsiteX142" fmla="*/ 6227135 w 10879987"/>
                  <a:gd name="connsiteY142" fmla="*/ 4654343 h 7865691"/>
                  <a:gd name="connsiteX143" fmla="*/ 6227811 w 10879987"/>
                  <a:gd name="connsiteY143" fmla="*/ 4661118 h 7865691"/>
                  <a:gd name="connsiteX144" fmla="*/ 6098112 w 10879987"/>
                  <a:gd name="connsiteY144" fmla="*/ 4712138 h 7865691"/>
                  <a:gd name="connsiteX145" fmla="*/ 6049694 w 10879987"/>
                  <a:gd name="connsiteY145" fmla="*/ 4681559 h 7865691"/>
                  <a:gd name="connsiteX146" fmla="*/ 6003825 w 10879987"/>
                  <a:gd name="connsiteY146" fmla="*/ 4645883 h 7865691"/>
                  <a:gd name="connsiteX147" fmla="*/ 5917185 w 10879987"/>
                  <a:gd name="connsiteY147" fmla="*/ 4584725 h 7865691"/>
                  <a:gd name="connsiteX148" fmla="*/ 5848382 w 10879987"/>
                  <a:gd name="connsiteY148" fmla="*/ 4523566 h 7865691"/>
                  <a:gd name="connsiteX149" fmla="*/ 5794867 w 10879987"/>
                  <a:gd name="connsiteY149" fmla="*/ 4475149 h 7865691"/>
                  <a:gd name="connsiteX150" fmla="*/ 5748999 w 10879987"/>
                  <a:gd name="connsiteY150" fmla="*/ 4429279 h 7865691"/>
                  <a:gd name="connsiteX151" fmla="*/ 5659810 w 10879987"/>
                  <a:gd name="connsiteY151" fmla="*/ 4345187 h 7865691"/>
                  <a:gd name="connsiteX152" fmla="*/ 5578265 w 10879987"/>
                  <a:gd name="connsiteY152" fmla="*/ 4276383 h 7865691"/>
                  <a:gd name="connsiteX153" fmla="*/ 5496721 w 10879987"/>
                  <a:gd name="connsiteY153" fmla="*/ 4212677 h 7865691"/>
                  <a:gd name="connsiteX154" fmla="*/ 5422820 w 10879987"/>
                  <a:gd name="connsiteY154" fmla="*/ 4161712 h 7865691"/>
                  <a:gd name="connsiteX155" fmla="*/ 5351468 w 10879987"/>
                  <a:gd name="connsiteY155" fmla="*/ 4118390 h 7865691"/>
                  <a:gd name="connsiteX156" fmla="*/ 5282666 w 10879987"/>
                  <a:gd name="connsiteY156" fmla="*/ 4082714 h 7865691"/>
                  <a:gd name="connsiteX157" fmla="*/ 5218958 w 10879987"/>
                  <a:gd name="connsiteY157" fmla="*/ 4057232 h 7865691"/>
                  <a:gd name="connsiteX158" fmla="*/ 5155251 w 10879987"/>
                  <a:gd name="connsiteY158" fmla="*/ 4036845 h 7865691"/>
                  <a:gd name="connsiteX159" fmla="*/ 5096640 w 10879987"/>
                  <a:gd name="connsiteY159" fmla="*/ 4026652 h 7865691"/>
                  <a:gd name="connsiteX160" fmla="*/ 5043128 w 10879987"/>
                  <a:gd name="connsiteY160" fmla="*/ 4019008 h 7865691"/>
                  <a:gd name="connsiteX161" fmla="*/ 4880868 w 10879987"/>
                  <a:gd name="connsiteY161" fmla="*/ 3988754 h 7865691"/>
                  <a:gd name="connsiteX162" fmla="*/ 4821814 w 10879987"/>
                  <a:gd name="connsiteY162" fmla="*/ 3988754 h 7865691"/>
                  <a:gd name="connsiteX163" fmla="*/ 4762758 w 10879987"/>
                  <a:gd name="connsiteY163" fmla="*/ 4000565 h 7865691"/>
                  <a:gd name="connsiteX164" fmla="*/ 4709610 w 10879987"/>
                  <a:gd name="connsiteY164" fmla="*/ 4012376 h 7865691"/>
                  <a:gd name="connsiteX165" fmla="*/ 4659412 w 10879987"/>
                  <a:gd name="connsiteY165" fmla="*/ 4033044 h 7865691"/>
                  <a:gd name="connsiteX166" fmla="*/ 4615122 w 10879987"/>
                  <a:gd name="connsiteY166" fmla="*/ 4056665 h 7865691"/>
                  <a:gd name="connsiteX167" fmla="*/ 4570830 w 10879987"/>
                  <a:gd name="connsiteY167" fmla="*/ 4086193 h 7865691"/>
                  <a:gd name="connsiteX168" fmla="*/ 4526540 w 10879987"/>
                  <a:gd name="connsiteY168" fmla="*/ 4118674 h 7865691"/>
                  <a:gd name="connsiteX169" fmla="*/ 4491107 w 10879987"/>
                  <a:gd name="connsiteY169" fmla="*/ 4157059 h 7865691"/>
                  <a:gd name="connsiteX170" fmla="*/ 4458626 w 10879987"/>
                  <a:gd name="connsiteY170" fmla="*/ 4195446 h 7865691"/>
                  <a:gd name="connsiteX171" fmla="*/ 4423193 w 10879987"/>
                  <a:gd name="connsiteY171" fmla="*/ 4239735 h 7865691"/>
                  <a:gd name="connsiteX172" fmla="*/ 4393666 w 10879987"/>
                  <a:gd name="connsiteY172" fmla="*/ 4284027 h 7865691"/>
                  <a:gd name="connsiteX173" fmla="*/ 4367092 w 10879987"/>
                  <a:gd name="connsiteY173" fmla="*/ 4328317 h 7865691"/>
                  <a:gd name="connsiteX174" fmla="*/ 4340517 w 10879987"/>
                  <a:gd name="connsiteY174" fmla="*/ 4375561 h 7865691"/>
                  <a:gd name="connsiteX175" fmla="*/ 4319849 w 10879987"/>
                  <a:gd name="connsiteY175" fmla="*/ 4422804 h 7865691"/>
                  <a:gd name="connsiteX176" fmla="*/ 4281462 w 10879987"/>
                  <a:gd name="connsiteY176" fmla="*/ 4517292 h 7865691"/>
                  <a:gd name="connsiteX177" fmla="*/ 4251934 w 10879987"/>
                  <a:gd name="connsiteY177" fmla="*/ 4605875 h 7865691"/>
                  <a:gd name="connsiteX178" fmla="*/ 4228313 w 10879987"/>
                  <a:gd name="connsiteY178" fmla="*/ 4685599 h 7865691"/>
                  <a:gd name="connsiteX179" fmla="*/ 4210597 w 10879987"/>
                  <a:gd name="connsiteY179" fmla="*/ 4756464 h 7865691"/>
                  <a:gd name="connsiteX180" fmla="*/ 4175163 w 10879987"/>
                  <a:gd name="connsiteY180" fmla="*/ 4895242 h 7865691"/>
                  <a:gd name="connsiteX181" fmla="*/ 4133825 w 10879987"/>
                  <a:gd name="connsiteY181" fmla="*/ 5031067 h 7865691"/>
                  <a:gd name="connsiteX182" fmla="*/ 4092487 w 10879987"/>
                  <a:gd name="connsiteY182" fmla="*/ 5160987 h 7865691"/>
                  <a:gd name="connsiteX183" fmla="*/ 4048197 w 10879987"/>
                  <a:gd name="connsiteY183" fmla="*/ 5285002 h 7865691"/>
                  <a:gd name="connsiteX184" fmla="*/ 4000953 w 10879987"/>
                  <a:gd name="connsiteY184" fmla="*/ 5409017 h 7865691"/>
                  <a:gd name="connsiteX185" fmla="*/ 3947804 w 10879987"/>
                  <a:gd name="connsiteY185" fmla="*/ 5530080 h 7865691"/>
                  <a:gd name="connsiteX186" fmla="*/ 3894654 w 10879987"/>
                  <a:gd name="connsiteY186" fmla="*/ 5642284 h 7865691"/>
                  <a:gd name="connsiteX187" fmla="*/ 3838552 w 10879987"/>
                  <a:gd name="connsiteY187" fmla="*/ 5757440 h 7865691"/>
                  <a:gd name="connsiteX188" fmla="*/ 3776546 w 10879987"/>
                  <a:gd name="connsiteY188" fmla="*/ 5863738 h 7865691"/>
                  <a:gd name="connsiteX189" fmla="*/ 3717492 w 10879987"/>
                  <a:gd name="connsiteY189" fmla="*/ 5967085 h 7865691"/>
                  <a:gd name="connsiteX190" fmla="*/ 3649577 w 10879987"/>
                  <a:gd name="connsiteY190" fmla="*/ 6067477 h 7865691"/>
                  <a:gd name="connsiteX191" fmla="*/ 3584617 w 10879987"/>
                  <a:gd name="connsiteY191" fmla="*/ 6161965 h 7865691"/>
                  <a:gd name="connsiteX192" fmla="*/ 3516705 w 10879987"/>
                  <a:gd name="connsiteY192" fmla="*/ 6256452 h 7865691"/>
                  <a:gd name="connsiteX193" fmla="*/ 3445840 w 10879987"/>
                  <a:gd name="connsiteY193" fmla="*/ 6342080 h 7865691"/>
                  <a:gd name="connsiteX194" fmla="*/ 3374974 w 10879987"/>
                  <a:gd name="connsiteY194" fmla="*/ 6430663 h 7865691"/>
                  <a:gd name="connsiteX195" fmla="*/ 3301155 w 10879987"/>
                  <a:gd name="connsiteY195" fmla="*/ 6513339 h 7865691"/>
                  <a:gd name="connsiteX196" fmla="*/ 3224384 w 10879987"/>
                  <a:gd name="connsiteY196" fmla="*/ 6593063 h 7865691"/>
                  <a:gd name="connsiteX197" fmla="*/ 3147613 w 10879987"/>
                  <a:gd name="connsiteY197" fmla="*/ 6669834 h 7865691"/>
                  <a:gd name="connsiteX198" fmla="*/ 3067890 w 10879987"/>
                  <a:gd name="connsiteY198" fmla="*/ 6743653 h 7865691"/>
                  <a:gd name="connsiteX199" fmla="*/ 2991120 w 10879987"/>
                  <a:gd name="connsiteY199" fmla="*/ 6811566 h 7865691"/>
                  <a:gd name="connsiteX200" fmla="*/ 2908443 w 10879987"/>
                  <a:gd name="connsiteY200" fmla="*/ 6879478 h 7865691"/>
                  <a:gd name="connsiteX201" fmla="*/ 2825766 w 10879987"/>
                  <a:gd name="connsiteY201" fmla="*/ 6944438 h 7865691"/>
                  <a:gd name="connsiteX202" fmla="*/ 2743090 w 10879987"/>
                  <a:gd name="connsiteY202" fmla="*/ 7006447 h 7865691"/>
                  <a:gd name="connsiteX203" fmla="*/ 2660413 w 10879987"/>
                  <a:gd name="connsiteY203" fmla="*/ 7062547 h 7865691"/>
                  <a:gd name="connsiteX204" fmla="*/ 2577736 w 10879987"/>
                  <a:gd name="connsiteY204" fmla="*/ 7118650 h 7865691"/>
                  <a:gd name="connsiteX205" fmla="*/ 2495061 w 10879987"/>
                  <a:gd name="connsiteY205" fmla="*/ 7171799 h 7865691"/>
                  <a:gd name="connsiteX206" fmla="*/ 2409429 w 10879987"/>
                  <a:gd name="connsiteY206" fmla="*/ 7221995 h 7865691"/>
                  <a:gd name="connsiteX207" fmla="*/ 2326754 w 10879987"/>
                  <a:gd name="connsiteY207" fmla="*/ 7272193 h 7865691"/>
                  <a:gd name="connsiteX208" fmla="*/ 2244077 w 10879987"/>
                  <a:gd name="connsiteY208" fmla="*/ 7319436 h 7865691"/>
                  <a:gd name="connsiteX209" fmla="*/ 2155495 w 10879987"/>
                  <a:gd name="connsiteY209" fmla="*/ 7363726 h 7865691"/>
                  <a:gd name="connsiteX210" fmla="*/ 1990142 w 10879987"/>
                  <a:gd name="connsiteY210" fmla="*/ 7443451 h 7865691"/>
                  <a:gd name="connsiteX211" fmla="*/ 1827743 w 10879987"/>
                  <a:gd name="connsiteY211" fmla="*/ 7514317 h 7865691"/>
                  <a:gd name="connsiteX212" fmla="*/ 1662389 w 10879987"/>
                  <a:gd name="connsiteY212" fmla="*/ 7573370 h 7865691"/>
                  <a:gd name="connsiteX213" fmla="*/ 1505893 w 10879987"/>
                  <a:gd name="connsiteY213" fmla="*/ 7629472 h 7865691"/>
                  <a:gd name="connsiteX214" fmla="*/ 1352352 w 10879987"/>
                  <a:gd name="connsiteY214" fmla="*/ 7676715 h 7865691"/>
                  <a:gd name="connsiteX215" fmla="*/ 1207669 w 10879987"/>
                  <a:gd name="connsiteY215" fmla="*/ 7715102 h 7865691"/>
                  <a:gd name="connsiteX216" fmla="*/ 1065937 w 10879987"/>
                  <a:gd name="connsiteY216" fmla="*/ 7753487 h 7865691"/>
                  <a:gd name="connsiteX217" fmla="*/ 936017 w 10879987"/>
                  <a:gd name="connsiteY217" fmla="*/ 7780062 h 7865691"/>
                  <a:gd name="connsiteX218" fmla="*/ 817908 w 10879987"/>
                  <a:gd name="connsiteY218" fmla="*/ 7803684 h 7865691"/>
                  <a:gd name="connsiteX219" fmla="*/ 702751 w 10879987"/>
                  <a:gd name="connsiteY219" fmla="*/ 7824352 h 7865691"/>
                  <a:gd name="connsiteX220" fmla="*/ 605312 w 10879987"/>
                  <a:gd name="connsiteY220" fmla="*/ 7836163 h 7865691"/>
                  <a:gd name="connsiteX221" fmla="*/ 442910 w 10879987"/>
                  <a:gd name="connsiteY221" fmla="*/ 7856833 h 7865691"/>
                  <a:gd name="connsiteX222" fmla="*/ 342518 w 10879987"/>
                  <a:gd name="connsiteY222" fmla="*/ 7862739 h 7865691"/>
                  <a:gd name="connsiteX223" fmla="*/ 307084 w 10879987"/>
                  <a:gd name="connsiteY223" fmla="*/ 7865691 h 7865691"/>
                  <a:gd name="connsiteX224" fmla="*/ 0 w 10879987"/>
                  <a:gd name="connsiteY224" fmla="*/ 6324364 h 7865691"/>
                  <a:gd name="connsiteX225" fmla="*/ 32481 w 10879987"/>
                  <a:gd name="connsiteY225" fmla="*/ 6318459 h 7865691"/>
                  <a:gd name="connsiteX226" fmla="*/ 124015 w 10879987"/>
                  <a:gd name="connsiteY226" fmla="*/ 6312553 h 7865691"/>
                  <a:gd name="connsiteX227" fmla="*/ 265746 w 10879987"/>
                  <a:gd name="connsiteY227" fmla="*/ 6297791 h 7865691"/>
                  <a:gd name="connsiteX228" fmla="*/ 357282 w 10879987"/>
                  <a:gd name="connsiteY228" fmla="*/ 6283026 h 7865691"/>
                  <a:gd name="connsiteX229" fmla="*/ 454721 w 10879987"/>
                  <a:gd name="connsiteY229" fmla="*/ 6265309 h 7865691"/>
                  <a:gd name="connsiteX230" fmla="*/ 563973 w 10879987"/>
                  <a:gd name="connsiteY230" fmla="*/ 6247592 h 7865691"/>
                  <a:gd name="connsiteX231" fmla="*/ 679129 w 10879987"/>
                  <a:gd name="connsiteY231" fmla="*/ 6221020 h 7865691"/>
                  <a:gd name="connsiteX232" fmla="*/ 803144 w 10879987"/>
                  <a:gd name="connsiteY232" fmla="*/ 6185586 h 7865691"/>
                  <a:gd name="connsiteX233" fmla="*/ 933064 w 10879987"/>
                  <a:gd name="connsiteY233" fmla="*/ 6150154 h 7865691"/>
                  <a:gd name="connsiteX234" fmla="*/ 1068890 w 10879987"/>
                  <a:gd name="connsiteY234" fmla="*/ 6102911 h 7865691"/>
                  <a:gd name="connsiteX235" fmla="*/ 1210620 w 10879987"/>
                  <a:gd name="connsiteY235" fmla="*/ 6049761 h 7865691"/>
                  <a:gd name="connsiteX236" fmla="*/ 1358257 w 10879987"/>
                  <a:gd name="connsiteY236" fmla="*/ 5990706 h 7865691"/>
                  <a:gd name="connsiteX237" fmla="*/ 1502942 w 10879987"/>
                  <a:gd name="connsiteY237" fmla="*/ 5922793 h 7865691"/>
                  <a:gd name="connsiteX238" fmla="*/ 1653530 w 10879987"/>
                  <a:gd name="connsiteY238" fmla="*/ 5843070 h 7865691"/>
                  <a:gd name="connsiteX239" fmla="*/ 1730302 w 10879987"/>
                  <a:gd name="connsiteY239" fmla="*/ 5801731 h 7865691"/>
                  <a:gd name="connsiteX240" fmla="*/ 1807072 w 10879987"/>
                  <a:gd name="connsiteY240" fmla="*/ 5757440 h 7865691"/>
                  <a:gd name="connsiteX241" fmla="*/ 1880892 w 10879987"/>
                  <a:gd name="connsiteY241" fmla="*/ 5710195 h 7865691"/>
                  <a:gd name="connsiteX242" fmla="*/ 1957662 w 10879987"/>
                  <a:gd name="connsiteY242" fmla="*/ 5662952 h 7865691"/>
                  <a:gd name="connsiteX243" fmla="*/ 2034434 w 10879987"/>
                  <a:gd name="connsiteY243" fmla="*/ 5609803 h 7865691"/>
                  <a:gd name="connsiteX244" fmla="*/ 2108251 w 10879987"/>
                  <a:gd name="connsiteY244" fmla="*/ 5553701 h 7865691"/>
                  <a:gd name="connsiteX245" fmla="*/ 2185022 w 10879987"/>
                  <a:gd name="connsiteY245" fmla="*/ 5497599 h 7865691"/>
                  <a:gd name="connsiteX246" fmla="*/ 2255888 w 10879987"/>
                  <a:gd name="connsiteY246" fmla="*/ 5435593 h 7865691"/>
                  <a:gd name="connsiteX247" fmla="*/ 2329707 w 10879987"/>
                  <a:gd name="connsiteY247" fmla="*/ 5373584 h 7865691"/>
                  <a:gd name="connsiteX248" fmla="*/ 2403525 w 10879987"/>
                  <a:gd name="connsiteY248" fmla="*/ 5305672 h 7865691"/>
                  <a:gd name="connsiteX249" fmla="*/ 2477344 w 10879987"/>
                  <a:gd name="connsiteY249" fmla="*/ 5237759 h 7865691"/>
                  <a:gd name="connsiteX250" fmla="*/ 2548210 w 10879987"/>
                  <a:gd name="connsiteY250" fmla="*/ 5166894 h 7865691"/>
                  <a:gd name="connsiteX251" fmla="*/ 2616121 w 10879987"/>
                  <a:gd name="connsiteY251" fmla="*/ 5090123 h 7865691"/>
                  <a:gd name="connsiteX252" fmla="*/ 2686987 w 10879987"/>
                  <a:gd name="connsiteY252" fmla="*/ 5010399 h 7865691"/>
                  <a:gd name="connsiteX253" fmla="*/ 2754901 w 10879987"/>
                  <a:gd name="connsiteY253" fmla="*/ 4930674 h 7865691"/>
                  <a:gd name="connsiteX254" fmla="*/ 2819860 w 10879987"/>
                  <a:gd name="connsiteY254" fmla="*/ 4842093 h 7865691"/>
                  <a:gd name="connsiteX255" fmla="*/ 2887773 w 10879987"/>
                  <a:gd name="connsiteY255" fmla="*/ 4756465 h 7865691"/>
                  <a:gd name="connsiteX256" fmla="*/ 2949781 w 10879987"/>
                  <a:gd name="connsiteY256" fmla="*/ 4661977 h 7865691"/>
                  <a:gd name="connsiteX257" fmla="*/ 3011788 w 10879987"/>
                  <a:gd name="connsiteY257" fmla="*/ 4567490 h 7865691"/>
                  <a:gd name="connsiteX258" fmla="*/ 3070842 w 10879987"/>
                  <a:gd name="connsiteY258" fmla="*/ 4470049 h 7865691"/>
                  <a:gd name="connsiteX259" fmla="*/ 3126944 w 10879987"/>
                  <a:gd name="connsiteY259" fmla="*/ 4366704 h 7865691"/>
                  <a:gd name="connsiteX260" fmla="*/ 3183046 w 10879987"/>
                  <a:gd name="connsiteY260" fmla="*/ 4260406 h 7865691"/>
                  <a:gd name="connsiteX261" fmla="*/ 3236195 w 10879987"/>
                  <a:gd name="connsiteY261" fmla="*/ 4145248 h 7865691"/>
                  <a:gd name="connsiteX262" fmla="*/ 3286393 w 10879987"/>
                  <a:gd name="connsiteY262" fmla="*/ 4033044 h 7865691"/>
                  <a:gd name="connsiteX263" fmla="*/ 3336587 w 10879987"/>
                  <a:gd name="connsiteY263" fmla="*/ 3914935 h 7865691"/>
                  <a:gd name="connsiteX264" fmla="*/ 3383832 w 10879987"/>
                  <a:gd name="connsiteY264" fmla="*/ 3793873 h 7865691"/>
                  <a:gd name="connsiteX265" fmla="*/ 3428123 w 10879987"/>
                  <a:gd name="connsiteY265" fmla="*/ 3666905 h 7865691"/>
                  <a:gd name="connsiteX266" fmla="*/ 3466508 w 10879987"/>
                  <a:gd name="connsiteY266" fmla="*/ 3536985 h 7865691"/>
                  <a:gd name="connsiteX267" fmla="*/ 3504894 w 10879987"/>
                  <a:gd name="connsiteY267" fmla="*/ 3398208 h 7865691"/>
                  <a:gd name="connsiteX268" fmla="*/ 3540327 w 10879987"/>
                  <a:gd name="connsiteY268" fmla="*/ 3259428 h 7865691"/>
                  <a:gd name="connsiteX269" fmla="*/ 3558043 w 10879987"/>
                  <a:gd name="connsiteY269" fmla="*/ 3191516 h 7865691"/>
                  <a:gd name="connsiteX270" fmla="*/ 3584617 w 10879987"/>
                  <a:gd name="connsiteY270" fmla="*/ 3108840 h 7865691"/>
                  <a:gd name="connsiteX271" fmla="*/ 3617098 w 10879987"/>
                  <a:gd name="connsiteY271" fmla="*/ 3017305 h 7865691"/>
                  <a:gd name="connsiteX272" fmla="*/ 3661388 w 10879987"/>
                  <a:gd name="connsiteY272" fmla="*/ 2919865 h 7865691"/>
                  <a:gd name="connsiteX273" fmla="*/ 3687964 w 10879987"/>
                  <a:gd name="connsiteY273" fmla="*/ 2869668 h 7865691"/>
                  <a:gd name="connsiteX274" fmla="*/ 3714537 w 10879987"/>
                  <a:gd name="connsiteY274" fmla="*/ 2822424 h 7865691"/>
                  <a:gd name="connsiteX275" fmla="*/ 3744064 w 10879987"/>
                  <a:gd name="connsiteY275" fmla="*/ 2772228 h 7865691"/>
                  <a:gd name="connsiteX276" fmla="*/ 3776546 w 10879987"/>
                  <a:gd name="connsiteY276" fmla="*/ 2724985 h 7865691"/>
                  <a:gd name="connsiteX277" fmla="*/ 3809025 w 10879987"/>
                  <a:gd name="connsiteY277" fmla="*/ 2683647 h 7865691"/>
                  <a:gd name="connsiteX278" fmla="*/ 3850363 w 10879987"/>
                  <a:gd name="connsiteY278" fmla="*/ 2642308 h 7865691"/>
                  <a:gd name="connsiteX279" fmla="*/ 3891701 w 10879987"/>
                  <a:gd name="connsiteY279" fmla="*/ 2603921 h 7865691"/>
                  <a:gd name="connsiteX280" fmla="*/ 3933040 w 10879987"/>
                  <a:gd name="connsiteY280" fmla="*/ 2565537 h 7865691"/>
                  <a:gd name="connsiteX281" fmla="*/ 3977331 w 10879987"/>
                  <a:gd name="connsiteY281" fmla="*/ 2536010 h 7865691"/>
                  <a:gd name="connsiteX282" fmla="*/ 4027527 w 10879987"/>
                  <a:gd name="connsiteY282" fmla="*/ 2512388 h 7865691"/>
                  <a:gd name="connsiteX283" fmla="*/ 4077724 w 10879987"/>
                  <a:gd name="connsiteY283" fmla="*/ 2488766 h 7865691"/>
                  <a:gd name="connsiteX284" fmla="*/ 4130874 w 10879987"/>
                  <a:gd name="connsiteY284" fmla="*/ 2476955 h 7865691"/>
                  <a:gd name="connsiteX285" fmla="*/ 4186974 w 10879987"/>
                  <a:gd name="connsiteY285" fmla="*/ 2471050 h 7865691"/>
                  <a:gd name="connsiteX286" fmla="*/ 4246029 w 10879987"/>
                  <a:gd name="connsiteY286" fmla="*/ 2465144 h 7865691"/>
                  <a:gd name="connsiteX287" fmla="*/ 4310989 w 10879987"/>
                  <a:gd name="connsiteY287" fmla="*/ 2474001 h 7865691"/>
                  <a:gd name="connsiteX288" fmla="*/ 4375949 w 10879987"/>
                  <a:gd name="connsiteY288" fmla="*/ 2488766 h 7865691"/>
                  <a:gd name="connsiteX289" fmla="*/ 4446816 w 10879987"/>
                  <a:gd name="connsiteY289" fmla="*/ 2512388 h 7865691"/>
                  <a:gd name="connsiteX290" fmla="*/ 4520634 w 10879987"/>
                  <a:gd name="connsiteY290" fmla="*/ 2544867 h 7865691"/>
                  <a:gd name="connsiteX291" fmla="*/ 4597405 w 10879987"/>
                  <a:gd name="connsiteY291" fmla="*/ 2589159 h 7865691"/>
                  <a:gd name="connsiteX292" fmla="*/ 4674177 w 10879987"/>
                  <a:gd name="connsiteY292" fmla="*/ 2642308 h 7865691"/>
                  <a:gd name="connsiteX293" fmla="*/ 4756853 w 10879987"/>
                  <a:gd name="connsiteY293" fmla="*/ 2707268 h 7865691"/>
                  <a:gd name="connsiteX294" fmla="*/ 4842482 w 10879987"/>
                  <a:gd name="connsiteY294" fmla="*/ 2781086 h 7865691"/>
                  <a:gd name="connsiteX295" fmla="*/ 4934017 w 10879987"/>
                  <a:gd name="connsiteY295" fmla="*/ 2869668 h 7865691"/>
                  <a:gd name="connsiteX296" fmla="*/ 5028504 w 10879987"/>
                  <a:gd name="connsiteY296" fmla="*/ 2970060 h 7865691"/>
                  <a:gd name="connsiteX297" fmla="*/ 5131849 w 10879987"/>
                  <a:gd name="connsiteY297" fmla="*/ 3091492 h 7865691"/>
                  <a:gd name="connsiteX298" fmla="*/ 5131263 w 10879987"/>
                  <a:gd name="connsiteY298" fmla="*/ 3098119 h 7865691"/>
                  <a:gd name="connsiteX299" fmla="*/ 5170541 w 10879987"/>
                  <a:gd name="connsiteY299" fmla="*/ 3139853 h 7865691"/>
                  <a:gd name="connsiteX300" fmla="*/ 5272472 w 10879987"/>
                  <a:gd name="connsiteY300" fmla="*/ 3259623 h 7865691"/>
                  <a:gd name="connsiteX301" fmla="*/ 5343823 w 10879987"/>
                  <a:gd name="connsiteY301" fmla="*/ 3343715 h 7865691"/>
                  <a:gd name="connsiteX302" fmla="*/ 5425369 w 10879987"/>
                  <a:gd name="connsiteY302" fmla="*/ 3432906 h 7865691"/>
                  <a:gd name="connsiteX303" fmla="*/ 5514557 w 10879987"/>
                  <a:gd name="connsiteY303" fmla="*/ 3522094 h 7865691"/>
                  <a:gd name="connsiteX304" fmla="*/ 5560426 w 10879987"/>
                  <a:gd name="connsiteY304" fmla="*/ 3567964 h 7865691"/>
                  <a:gd name="connsiteX305" fmla="*/ 5608844 w 10879987"/>
                  <a:gd name="connsiteY305" fmla="*/ 3611285 h 7865691"/>
                  <a:gd name="connsiteX306" fmla="*/ 5659810 w 10879987"/>
                  <a:gd name="connsiteY306" fmla="*/ 3654604 h 7865691"/>
                  <a:gd name="connsiteX307" fmla="*/ 5710775 w 10879987"/>
                  <a:gd name="connsiteY307" fmla="*/ 3692830 h 7865691"/>
                  <a:gd name="connsiteX308" fmla="*/ 5759192 w 10879987"/>
                  <a:gd name="connsiteY308" fmla="*/ 3725956 h 7865691"/>
                  <a:gd name="connsiteX309" fmla="*/ 5810157 w 10879987"/>
                  <a:gd name="connsiteY309" fmla="*/ 3759084 h 7865691"/>
                  <a:gd name="connsiteX310" fmla="*/ 5863672 w 10879987"/>
                  <a:gd name="connsiteY310" fmla="*/ 3787115 h 7865691"/>
                  <a:gd name="connsiteX311" fmla="*/ 5914637 w 10879987"/>
                  <a:gd name="connsiteY311" fmla="*/ 3807501 h 7865691"/>
                  <a:gd name="connsiteX312" fmla="*/ 5965602 w 10879987"/>
                  <a:gd name="connsiteY312" fmla="*/ 3825340 h 7865691"/>
                  <a:gd name="connsiteX313" fmla="*/ 6019115 w 10879987"/>
                  <a:gd name="connsiteY313" fmla="*/ 3832983 h 7865691"/>
                  <a:gd name="connsiteX314" fmla="*/ 6044598 w 10879987"/>
                  <a:gd name="connsiteY314" fmla="*/ 3835532 h 7865691"/>
                  <a:gd name="connsiteX315" fmla="*/ 6070081 w 10879987"/>
                  <a:gd name="connsiteY315" fmla="*/ 3835533 h 7865691"/>
                  <a:gd name="connsiteX316" fmla="*/ 6088201 w 10879987"/>
                  <a:gd name="connsiteY316" fmla="*/ 3835532 h 7865691"/>
                  <a:gd name="connsiteX317" fmla="*/ 6127028 w 10879987"/>
                  <a:gd name="connsiteY317" fmla="*/ 3827657 h 7865691"/>
                  <a:gd name="connsiteX318" fmla="*/ 6175249 w 10879987"/>
                  <a:gd name="connsiteY318" fmla="*/ 3815024 h 7865691"/>
                  <a:gd name="connsiteX319" fmla="*/ 6226478 w 10879987"/>
                  <a:gd name="connsiteY319" fmla="*/ 3800504 h 7865691"/>
                  <a:gd name="connsiteX320" fmla="*/ 6284027 w 10879987"/>
                  <a:gd name="connsiteY320" fmla="*/ 3785374 h 7865691"/>
                  <a:gd name="connsiteX321" fmla="*/ 6344278 w 10879987"/>
                  <a:gd name="connsiteY321" fmla="*/ 3765199 h 7865691"/>
                  <a:gd name="connsiteX322" fmla="*/ 6408812 w 10879987"/>
                  <a:gd name="connsiteY322" fmla="*/ 3739825 h 7865691"/>
                  <a:gd name="connsiteX323" fmla="*/ 6476506 w 10879987"/>
                  <a:gd name="connsiteY323" fmla="*/ 3714145 h 7865691"/>
                  <a:gd name="connsiteX324" fmla="*/ 6546750 w 10879987"/>
                  <a:gd name="connsiteY324" fmla="*/ 3681840 h 7865691"/>
                  <a:gd name="connsiteX325" fmla="*/ 6619848 w 10879987"/>
                  <a:gd name="connsiteY325" fmla="*/ 3646069 h 7865691"/>
                  <a:gd name="connsiteX326" fmla="*/ 6695802 w 10879987"/>
                  <a:gd name="connsiteY326" fmla="*/ 3606832 h 7865691"/>
                  <a:gd name="connsiteX327" fmla="*/ 6769717 w 10879987"/>
                  <a:gd name="connsiteY327" fmla="*/ 3563008 h 7865691"/>
                  <a:gd name="connsiteX328" fmla="*/ 6846182 w 10879987"/>
                  <a:gd name="connsiteY328" fmla="*/ 3512557 h 7865691"/>
                  <a:gd name="connsiteX329" fmla="*/ 6885128 w 10879987"/>
                  <a:gd name="connsiteY329" fmla="*/ 3486466 h 7865691"/>
                  <a:gd name="connsiteX330" fmla="*/ 6923922 w 10879987"/>
                  <a:gd name="connsiteY330" fmla="*/ 3458794 h 7865691"/>
                  <a:gd name="connsiteX331" fmla="*/ 6960982 w 10879987"/>
                  <a:gd name="connsiteY331" fmla="*/ 3429695 h 7865691"/>
                  <a:gd name="connsiteX332" fmla="*/ 6999623 w 10879987"/>
                  <a:gd name="connsiteY332" fmla="*/ 3400443 h 7865691"/>
                  <a:gd name="connsiteX333" fmla="*/ 7037959 w 10879987"/>
                  <a:gd name="connsiteY333" fmla="*/ 3368031 h 7865691"/>
                  <a:gd name="connsiteX334" fmla="*/ 7074561 w 10879987"/>
                  <a:gd name="connsiteY334" fmla="*/ 3334191 h 7865691"/>
                  <a:gd name="connsiteX335" fmla="*/ 7112744 w 10879987"/>
                  <a:gd name="connsiteY335" fmla="*/ 3300199 h 7865691"/>
                  <a:gd name="connsiteX336" fmla="*/ 7147461 w 10879987"/>
                  <a:gd name="connsiteY336" fmla="*/ 3263352 h 7865691"/>
                  <a:gd name="connsiteX337" fmla="*/ 7183759 w 10879987"/>
                  <a:gd name="connsiteY337" fmla="*/ 3226352 h 7865691"/>
                  <a:gd name="connsiteX338" fmla="*/ 7219751 w 10879987"/>
                  <a:gd name="connsiteY338" fmla="*/ 3186191 h 7865691"/>
                  <a:gd name="connsiteX339" fmla="*/ 7255743 w 10879987"/>
                  <a:gd name="connsiteY339" fmla="*/ 3146031 h 7865691"/>
                  <a:gd name="connsiteX340" fmla="*/ 7290002 w 10879987"/>
                  <a:gd name="connsiteY340" fmla="*/ 3104444 h 7865691"/>
                  <a:gd name="connsiteX341" fmla="*/ 7322375 w 10879987"/>
                  <a:gd name="connsiteY341" fmla="*/ 3059848 h 7865691"/>
                  <a:gd name="connsiteX342" fmla="*/ 7356176 w 10879987"/>
                  <a:gd name="connsiteY342" fmla="*/ 3013520 h 7865691"/>
                  <a:gd name="connsiteX343" fmla="*/ 7388397 w 10879987"/>
                  <a:gd name="connsiteY343" fmla="*/ 2967345 h 7865691"/>
                  <a:gd name="connsiteX344" fmla="*/ 7418580 w 10879987"/>
                  <a:gd name="connsiteY344" fmla="*/ 2916582 h 7865691"/>
                  <a:gd name="connsiteX345" fmla="*/ 7450496 w 10879987"/>
                  <a:gd name="connsiteY345" fmla="*/ 2867246 h 7865691"/>
                  <a:gd name="connsiteX346" fmla="*/ 7478793 w 10879987"/>
                  <a:gd name="connsiteY346" fmla="*/ 2813475 h 7865691"/>
                  <a:gd name="connsiteX347" fmla="*/ 7507090 w 10879987"/>
                  <a:gd name="connsiteY347" fmla="*/ 2759705 h 7865691"/>
                  <a:gd name="connsiteX348" fmla="*/ 7533655 w 10879987"/>
                  <a:gd name="connsiteY348" fmla="*/ 2704506 h 7865691"/>
                  <a:gd name="connsiteX349" fmla="*/ 7558334 w 10879987"/>
                  <a:gd name="connsiteY349" fmla="*/ 2646301 h 7865691"/>
                  <a:gd name="connsiteX350" fmla="*/ 7582860 w 10879987"/>
                  <a:gd name="connsiteY350" fmla="*/ 2586515 h 7865691"/>
                  <a:gd name="connsiteX351" fmla="*/ 7605348 w 10879987"/>
                  <a:gd name="connsiteY351" fmla="*/ 2522141 h 7865691"/>
                  <a:gd name="connsiteX352" fmla="*/ 7626409 w 10879987"/>
                  <a:gd name="connsiteY352" fmla="*/ 2459500 h 7865691"/>
                  <a:gd name="connsiteX353" fmla="*/ 7647164 w 10879987"/>
                  <a:gd name="connsiteY353" fmla="*/ 2393699 h 7865691"/>
                  <a:gd name="connsiteX354" fmla="*/ 7666187 w 10879987"/>
                  <a:gd name="connsiteY354" fmla="*/ 2326471 h 7865691"/>
                  <a:gd name="connsiteX355" fmla="*/ 7683324 w 10879987"/>
                  <a:gd name="connsiteY355" fmla="*/ 2256234 h 7865691"/>
                  <a:gd name="connsiteX356" fmla="*/ 7697148 w 10879987"/>
                  <a:gd name="connsiteY356" fmla="*/ 2184723 h 7865691"/>
                  <a:gd name="connsiteX357" fmla="*/ 7710514 w 10879987"/>
                  <a:gd name="connsiteY357" fmla="*/ 2108472 h 7865691"/>
                  <a:gd name="connsiteX358" fmla="*/ 7722300 w 10879987"/>
                  <a:gd name="connsiteY358" fmla="*/ 2032373 h 7865691"/>
                  <a:gd name="connsiteX359" fmla="*/ 7728269 w 10879987"/>
                  <a:gd name="connsiteY359" fmla="*/ 1995114 h 7865691"/>
                  <a:gd name="connsiteX360" fmla="*/ 7738215 w 10879987"/>
                  <a:gd name="connsiteY360" fmla="*/ 1949496 h 7865691"/>
                  <a:gd name="connsiteX361" fmla="*/ 7750864 w 10879987"/>
                  <a:gd name="connsiteY361" fmla="*/ 1898832 h 7865691"/>
                  <a:gd name="connsiteX362" fmla="*/ 7769527 w 10879987"/>
                  <a:gd name="connsiteY362" fmla="*/ 1844397 h 7865691"/>
                  <a:gd name="connsiteX363" fmla="*/ 7781153 w 10879987"/>
                  <a:gd name="connsiteY363" fmla="*/ 1816161 h 7865691"/>
                  <a:gd name="connsiteX364" fmla="*/ 7792932 w 10879987"/>
                  <a:gd name="connsiteY364" fmla="*/ 1789504 h 7865691"/>
                  <a:gd name="connsiteX365" fmla="*/ 7806138 w 10879987"/>
                  <a:gd name="connsiteY365" fmla="*/ 1761115 h 7865691"/>
                  <a:gd name="connsiteX366" fmla="*/ 7821076 w 10879987"/>
                  <a:gd name="connsiteY366" fmla="*/ 1734153 h 7865691"/>
                  <a:gd name="connsiteX367" fmla="*/ 7836320 w 10879987"/>
                  <a:gd name="connsiteY367" fmla="*/ 1710352 h 7865691"/>
                  <a:gd name="connsiteX368" fmla="*/ 7856305 w 10879987"/>
                  <a:gd name="connsiteY368" fmla="*/ 1686093 h 7865691"/>
                  <a:gd name="connsiteX369" fmla="*/ 7876442 w 10879987"/>
                  <a:gd name="connsiteY369" fmla="*/ 1663413 h 7865691"/>
                  <a:gd name="connsiteX370" fmla="*/ 7896579 w 10879987"/>
                  <a:gd name="connsiteY370" fmla="*/ 1640734 h 7865691"/>
                  <a:gd name="connsiteX371" fmla="*/ 7918755 w 10879987"/>
                  <a:gd name="connsiteY371" fmla="*/ 1622642 h 7865691"/>
                  <a:gd name="connsiteX372" fmla="*/ 7944396 w 10879987"/>
                  <a:gd name="connsiteY372" fmla="*/ 1607405 h 7865691"/>
                  <a:gd name="connsiteX373" fmla="*/ 7970036 w 10879987"/>
                  <a:gd name="connsiteY373" fmla="*/ 1592169 h 7865691"/>
                  <a:gd name="connsiteX374" fmla="*/ 7997868 w 10879987"/>
                  <a:gd name="connsiteY374" fmla="*/ 1583100 h 7865691"/>
                  <a:gd name="connsiteX375" fmla="*/ 8027586 w 10879987"/>
                  <a:gd name="connsiteY375" fmla="*/ 1577039 h 7865691"/>
                  <a:gd name="connsiteX376" fmla="*/ 8058883 w 10879987"/>
                  <a:gd name="connsiteY376" fmla="*/ 1570825 h 7865691"/>
                  <a:gd name="connsiteX377" fmla="*/ 8094104 w 10879987"/>
                  <a:gd name="connsiteY377" fmla="*/ 1572207 h 7865691"/>
                  <a:gd name="connsiteX378" fmla="*/ 8129631 w 10879987"/>
                  <a:gd name="connsiteY378" fmla="*/ 1576748 h 7865691"/>
                  <a:gd name="connsiteX379" fmla="*/ 8168776 w 10879987"/>
                  <a:gd name="connsiteY379" fmla="*/ 1585725 h 7865691"/>
                  <a:gd name="connsiteX380" fmla="*/ 8209959 w 10879987"/>
                  <a:gd name="connsiteY380" fmla="*/ 1599290 h 7865691"/>
                  <a:gd name="connsiteX381" fmla="*/ 8253332 w 10879987"/>
                  <a:gd name="connsiteY381" fmla="*/ 1619022 h 7865691"/>
                  <a:gd name="connsiteX382" fmla="*/ 8297164 w 10879987"/>
                  <a:gd name="connsiteY382" fmla="*/ 1643496 h 7865691"/>
                  <a:gd name="connsiteX383" fmla="*/ 8344767 w 10879987"/>
                  <a:gd name="connsiteY383" fmla="*/ 1673984 h 7865691"/>
                  <a:gd name="connsiteX384" fmla="*/ 8394408 w 10879987"/>
                  <a:gd name="connsiteY384" fmla="*/ 1709059 h 7865691"/>
                  <a:gd name="connsiteX385" fmla="*/ 8447973 w 10879987"/>
                  <a:gd name="connsiteY385" fmla="*/ 1751731 h 7865691"/>
                  <a:gd name="connsiteX386" fmla="*/ 8503728 w 10879987"/>
                  <a:gd name="connsiteY386" fmla="*/ 1800570 h 7865691"/>
                  <a:gd name="connsiteX387" fmla="*/ 8574110 w 10879987"/>
                  <a:gd name="connsiteY387" fmla="*/ 1868729 h 7865691"/>
                  <a:gd name="connsiteX388" fmla="*/ 8623392 w 10879987"/>
                  <a:gd name="connsiteY388" fmla="*/ 1916599 h 7865691"/>
                  <a:gd name="connsiteX389" fmla="*/ 8679300 w 10879987"/>
                  <a:gd name="connsiteY389" fmla="*/ 1967018 h 7865691"/>
                  <a:gd name="connsiteX390" fmla="*/ 8739949 w 10879987"/>
                  <a:gd name="connsiteY390" fmla="*/ 2016979 h 7865691"/>
                  <a:gd name="connsiteX391" fmla="*/ 8771139 w 10879987"/>
                  <a:gd name="connsiteY391" fmla="*/ 2042674 h 7865691"/>
                  <a:gd name="connsiteX392" fmla="*/ 8803758 w 10879987"/>
                  <a:gd name="connsiteY392" fmla="*/ 2066635 h 7865691"/>
                  <a:gd name="connsiteX393" fmla="*/ 8837956 w 10879987"/>
                  <a:gd name="connsiteY393" fmla="*/ 2090444 h 7865691"/>
                  <a:gd name="connsiteX394" fmla="*/ 8871849 w 10879987"/>
                  <a:gd name="connsiteY394" fmla="*/ 2111093 h 7865691"/>
                  <a:gd name="connsiteX395" fmla="*/ 8903856 w 10879987"/>
                  <a:gd name="connsiteY395" fmla="*/ 2128734 h 7865691"/>
                  <a:gd name="connsiteX396" fmla="*/ 8937444 w 10879987"/>
                  <a:gd name="connsiteY396" fmla="*/ 2146222 h 7865691"/>
                  <a:gd name="connsiteX397" fmla="*/ 8972307 w 10879987"/>
                  <a:gd name="connsiteY397" fmla="*/ 2160398 h 7865691"/>
                  <a:gd name="connsiteX398" fmla="*/ 9005131 w 10879987"/>
                  <a:gd name="connsiteY398" fmla="*/ 2169985 h 7865691"/>
                  <a:gd name="connsiteX399" fmla="*/ 9037802 w 10879987"/>
                  <a:gd name="connsiteY399" fmla="*/ 2177992 h 7865691"/>
                  <a:gd name="connsiteX400" fmla="*/ 9071443 w 10879987"/>
                  <a:gd name="connsiteY400" fmla="*/ 2179527 h 7865691"/>
                  <a:gd name="connsiteX401" fmla="*/ 9087397 w 10879987"/>
                  <a:gd name="connsiteY401" fmla="*/ 2179580 h 7865691"/>
                  <a:gd name="connsiteX402" fmla="*/ 9103199 w 10879987"/>
                  <a:gd name="connsiteY402" fmla="*/ 2178053 h 7865691"/>
                  <a:gd name="connsiteX403" fmla="*/ 9119000 w 10879987"/>
                  <a:gd name="connsiteY403" fmla="*/ 2176526 h 7865691"/>
                  <a:gd name="connsiteX404" fmla="*/ 9133069 w 10879987"/>
                  <a:gd name="connsiteY404" fmla="*/ 2173572 h 7865691"/>
                  <a:gd name="connsiteX405" fmla="*/ 9148565 w 10879987"/>
                  <a:gd name="connsiteY405" fmla="*/ 2168885 h 7865691"/>
                  <a:gd name="connsiteX406" fmla="*/ 9162175 w 10879987"/>
                  <a:gd name="connsiteY406" fmla="*/ 2161191 h 7865691"/>
                  <a:gd name="connsiteX407" fmla="*/ 9178946 w 10879987"/>
                  <a:gd name="connsiteY407" fmla="*/ 2153190 h 7865691"/>
                  <a:gd name="connsiteX408" fmla="*/ 9192404 w 10879987"/>
                  <a:gd name="connsiteY408" fmla="*/ 2143916 h 7865691"/>
                  <a:gd name="connsiteX409" fmla="*/ 9205862 w 10879987"/>
                  <a:gd name="connsiteY409" fmla="*/ 2134641 h 7865691"/>
                  <a:gd name="connsiteX410" fmla="*/ 9219015 w 10879987"/>
                  <a:gd name="connsiteY410" fmla="*/ 2122206 h 7865691"/>
                  <a:gd name="connsiteX411" fmla="*/ 9232014 w 10879987"/>
                  <a:gd name="connsiteY411" fmla="*/ 2108190 h 7865691"/>
                  <a:gd name="connsiteX412" fmla="*/ 9243434 w 10879987"/>
                  <a:gd name="connsiteY412" fmla="*/ 2094328 h 7865691"/>
                  <a:gd name="connsiteX413" fmla="*/ 9256129 w 10879987"/>
                  <a:gd name="connsiteY413" fmla="*/ 2077152 h 7865691"/>
                  <a:gd name="connsiteX414" fmla="*/ 9267090 w 10879987"/>
                  <a:gd name="connsiteY414" fmla="*/ 2058550 h 7865691"/>
                  <a:gd name="connsiteX415" fmla="*/ 9276166 w 10879987"/>
                  <a:gd name="connsiteY415" fmla="*/ 2036939 h 7865691"/>
                  <a:gd name="connsiteX416" fmla="*/ 9286975 w 10879987"/>
                  <a:gd name="connsiteY416" fmla="*/ 2016756 h 7865691"/>
                  <a:gd name="connsiteX417" fmla="*/ 9295746 w 10879987"/>
                  <a:gd name="connsiteY417" fmla="*/ 1991985 h 7865691"/>
                  <a:gd name="connsiteX418" fmla="*/ 9305945 w 10879987"/>
                  <a:gd name="connsiteY418" fmla="*/ 1965481 h 7865691"/>
                  <a:gd name="connsiteX419" fmla="*/ 9314410 w 10879987"/>
                  <a:gd name="connsiteY419" fmla="*/ 1937550 h 7865691"/>
                  <a:gd name="connsiteX420" fmla="*/ 9322723 w 10879987"/>
                  <a:gd name="connsiteY420" fmla="*/ 1908039 h 7865691"/>
                  <a:gd name="connsiteX421" fmla="*/ 9329303 w 10879987"/>
                  <a:gd name="connsiteY421" fmla="*/ 1877100 h 7865691"/>
                  <a:gd name="connsiteX422" fmla="*/ 9335577 w 10879987"/>
                  <a:gd name="connsiteY422" fmla="*/ 1843001 h 7865691"/>
                  <a:gd name="connsiteX423" fmla="*/ 9345936 w 10879987"/>
                  <a:gd name="connsiteY423" fmla="*/ 1768635 h 7865691"/>
                  <a:gd name="connsiteX424" fmla="*/ 9360477 w 10879987"/>
                  <a:gd name="connsiteY424" fmla="*/ 1671536 h 7865691"/>
                  <a:gd name="connsiteX425" fmla="*/ 9375683 w 10879987"/>
                  <a:gd name="connsiteY425" fmla="*/ 1564804 h 7865691"/>
                  <a:gd name="connsiteX426" fmla="*/ 9393285 w 10879987"/>
                  <a:gd name="connsiteY426" fmla="*/ 1449866 h 7865691"/>
                  <a:gd name="connsiteX427" fmla="*/ 9413285 w 10879987"/>
                  <a:gd name="connsiteY427" fmla="*/ 1326722 h 7865691"/>
                  <a:gd name="connsiteX428" fmla="*/ 9437566 w 10879987"/>
                  <a:gd name="connsiteY428" fmla="*/ 1198379 h 7865691"/>
                  <a:gd name="connsiteX429" fmla="*/ 9466131 w 10879987"/>
                  <a:gd name="connsiteY429" fmla="*/ 1064838 h 7865691"/>
                  <a:gd name="connsiteX430" fmla="*/ 9495664 w 10879987"/>
                  <a:gd name="connsiteY430" fmla="*/ 924823 h 7865691"/>
                  <a:gd name="connsiteX431" fmla="*/ 9529480 w 10879987"/>
                  <a:gd name="connsiteY431" fmla="*/ 779611 h 7865691"/>
                  <a:gd name="connsiteX432" fmla="*/ 9539220 w 10879987"/>
                  <a:gd name="connsiteY432" fmla="*/ 748367 h 7865691"/>
                  <a:gd name="connsiteX433" fmla="*/ 9550083 w 10879987"/>
                  <a:gd name="connsiteY433" fmla="*/ 712229 h 7865691"/>
                  <a:gd name="connsiteX434" fmla="*/ 9562678 w 10879987"/>
                  <a:gd name="connsiteY434" fmla="*/ 677520 h 7865691"/>
                  <a:gd name="connsiteX435" fmla="*/ 9579708 w 10879987"/>
                  <a:gd name="connsiteY435" fmla="*/ 639192 h 7865691"/>
                  <a:gd name="connsiteX436" fmla="*/ 9598471 w 10879987"/>
                  <a:gd name="connsiteY436" fmla="*/ 602291 h 7865691"/>
                  <a:gd name="connsiteX437" fmla="*/ 9620089 w 10879987"/>
                  <a:gd name="connsiteY437" fmla="*/ 561925 h 7865691"/>
                  <a:gd name="connsiteX438" fmla="*/ 9643440 w 10879987"/>
                  <a:gd name="connsiteY438" fmla="*/ 522986 h 7865691"/>
                  <a:gd name="connsiteX439" fmla="*/ 9673264 w 10879987"/>
                  <a:gd name="connsiteY439" fmla="*/ 485017 h 7865691"/>
                  <a:gd name="connsiteX440" fmla="*/ 9702935 w 10879987"/>
                  <a:gd name="connsiteY440" fmla="*/ 445467 h 7865691"/>
                  <a:gd name="connsiteX441" fmla="*/ 9737653 w 10879987"/>
                  <a:gd name="connsiteY441" fmla="*/ 408620 h 7865691"/>
                  <a:gd name="connsiteX442" fmla="*/ 9775530 w 10879987"/>
                  <a:gd name="connsiteY442" fmla="*/ 371468 h 7865691"/>
                  <a:gd name="connsiteX443" fmla="*/ 9816721 w 10879987"/>
                  <a:gd name="connsiteY443" fmla="*/ 335590 h 7865691"/>
                  <a:gd name="connsiteX444" fmla="*/ 9861377 w 10879987"/>
                  <a:gd name="connsiteY444" fmla="*/ 302567 h 7865691"/>
                  <a:gd name="connsiteX445" fmla="*/ 9911078 w 10879987"/>
                  <a:gd name="connsiteY445" fmla="*/ 272246 h 7865691"/>
                  <a:gd name="connsiteX446" fmla="*/ 9938300 w 10879987"/>
                  <a:gd name="connsiteY446" fmla="*/ 256857 h 7865691"/>
                  <a:gd name="connsiteX447" fmla="*/ 9965826 w 10879987"/>
                  <a:gd name="connsiteY447" fmla="*/ 244628 h 7865691"/>
                  <a:gd name="connsiteX448" fmla="*/ 9994780 w 10879987"/>
                  <a:gd name="connsiteY448" fmla="*/ 230666 h 7865691"/>
                  <a:gd name="connsiteX449" fmla="*/ 10025314 w 10879987"/>
                  <a:gd name="connsiteY449" fmla="*/ 216551 h 7865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Lst>
                <a:rect l="l" t="t" r="r" b="b"/>
                <a:pathLst>
                  <a:path w="10879987" h="7865691">
                    <a:moveTo>
                      <a:pt x="9810185" y="69874"/>
                    </a:moveTo>
                    <a:lnTo>
                      <a:pt x="10879987" y="0"/>
                    </a:lnTo>
                    <a:lnTo>
                      <a:pt x="10468312" y="526219"/>
                    </a:lnTo>
                    <a:lnTo>
                      <a:pt x="10269901" y="387496"/>
                    </a:lnTo>
                    <a:lnTo>
                      <a:pt x="10211688" y="412259"/>
                    </a:lnTo>
                    <a:lnTo>
                      <a:pt x="10158520" y="439725"/>
                    </a:lnTo>
                    <a:lnTo>
                      <a:pt x="10110398" y="469893"/>
                    </a:lnTo>
                    <a:lnTo>
                      <a:pt x="10067170" y="501183"/>
                    </a:lnTo>
                    <a:lnTo>
                      <a:pt x="10027254" y="533748"/>
                    </a:lnTo>
                    <a:lnTo>
                      <a:pt x="9990652" y="567587"/>
                    </a:lnTo>
                    <a:lnTo>
                      <a:pt x="9957209" y="601122"/>
                    </a:lnTo>
                    <a:lnTo>
                      <a:pt x="9930240" y="635625"/>
                    </a:lnTo>
                    <a:lnTo>
                      <a:pt x="9905004" y="671556"/>
                    </a:lnTo>
                    <a:lnTo>
                      <a:pt x="9882928" y="707182"/>
                    </a:lnTo>
                    <a:lnTo>
                      <a:pt x="9862279" y="741075"/>
                    </a:lnTo>
                    <a:lnTo>
                      <a:pt x="9846676" y="777670"/>
                    </a:lnTo>
                    <a:lnTo>
                      <a:pt x="9832348" y="810953"/>
                    </a:lnTo>
                    <a:lnTo>
                      <a:pt x="9821333" y="845510"/>
                    </a:lnTo>
                    <a:lnTo>
                      <a:pt x="9811593" y="876754"/>
                    </a:lnTo>
                    <a:lnTo>
                      <a:pt x="9803280" y="906265"/>
                    </a:lnTo>
                    <a:lnTo>
                      <a:pt x="9786754" y="982822"/>
                    </a:lnTo>
                    <a:lnTo>
                      <a:pt x="9773999" y="1065394"/>
                    </a:lnTo>
                    <a:lnTo>
                      <a:pt x="9761854" y="1154286"/>
                    </a:lnTo>
                    <a:lnTo>
                      <a:pt x="9753328" y="1247614"/>
                    </a:lnTo>
                    <a:lnTo>
                      <a:pt x="9746687" y="1343949"/>
                    </a:lnTo>
                    <a:lnTo>
                      <a:pt x="9740199" y="1441865"/>
                    </a:lnTo>
                    <a:lnTo>
                      <a:pt x="9737176" y="1542635"/>
                    </a:lnTo>
                    <a:lnTo>
                      <a:pt x="9732574" y="1643558"/>
                    </a:lnTo>
                    <a:lnTo>
                      <a:pt x="9727956" y="1843366"/>
                    </a:lnTo>
                    <a:lnTo>
                      <a:pt x="9725736" y="2034968"/>
                    </a:lnTo>
                    <a:lnTo>
                      <a:pt x="9721836" y="2209188"/>
                    </a:lnTo>
                    <a:lnTo>
                      <a:pt x="9717226" y="2359553"/>
                    </a:lnTo>
                    <a:lnTo>
                      <a:pt x="9714570" y="2398087"/>
                    </a:lnTo>
                    <a:lnTo>
                      <a:pt x="9711761" y="2435041"/>
                    </a:lnTo>
                    <a:lnTo>
                      <a:pt x="9706913" y="2467407"/>
                    </a:lnTo>
                    <a:lnTo>
                      <a:pt x="9702066" y="2499774"/>
                    </a:lnTo>
                    <a:lnTo>
                      <a:pt x="9695334" y="2529132"/>
                    </a:lnTo>
                    <a:lnTo>
                      <a:pt x="9688448" y="2556911"/>
                    </a:lnTo>
                    <a:lnTo>
                      <a:pt x="9681563" y="2584689"/>
                    </a:lnTo>
                    <a:lnTo>
                      <a:pt x="9672792" y="2609460"/>
                    </a:lnTo>
                    <a:lnTo>
                      <a:pt x="9663716" y="2631071"/>
                    </a:lnTo>
                    <a:lnTo>
                      <a:pt x="9653060" y="2652834"/>
                    </a:lnTo>
                    <a:lnTo>
                      <a:pt x="9642098" y="2671437"/>
                    </a:lnTo>
                    <a:lnTo>
                      <a:pt x="9629403" y="2688612"/>
                    </a:lnTo>
                    <a:lnTo>
                      <a:pt x="9618136" y="2704055"/>
                    </a:lnTo>
                    <a:lnTo>
                      <a:pt x="9605289" y="2719650"/>
                    </a:lnTo>
                    <a:lnTo>
                      <a:pt x="9592137" y="2732085"/>
                    </a:lnTo>
                    <a:lnTo>
                      <a:pt x="9578984" y="2744521"/>
                    </a:lnTo>
                    <a:lnTo>
                      <a:pt x="9564099" y="2755528"/>
                    </a:lnTo>
                    <a:lnTo>
                      <a:pt x="9548908" y="2763376"/>
                    </a:lnTo>
                    <a:lnTo>
                      <a:pt x="9535450" y="2772650"/>
                    </a:lnTo>
                    <a:lnTo>
                      <a:pt x="9519954" y="2777337"/>
                    </a:lnTo>
                    <a:lnTo>
                      <a:pt x="9501298" y="2782330"/>
                    </a:lnTo>
                    <a:lnTo>
                      <a:pt x="9485802" y="2787017"/>
                    </a:lnTo>
                    <a:lnTo>
                      <a:pt x="9470153" y="2790124"/>
                    </a:lnTo>
                    <a:lnTo>
                      <a:pt x="9452771" y="2791803"/>
                    </a:lnTo>
                    <a:lnTo>
                      <a:pt x="9417703" y="2792002"/>
                    </a:lnTo>
                    <a:lnTo>
                      <a:pt x="9384062" y="2790468"/>
                    </a:lnTo>
                    <a:lnTo>
                      <a:pt x="9348383" y="2784346"/>
                    </a:lnTo>
                    <a:lnTo>
                      <a:pt x="9312398" y="2775063"/>
                    </a:lnTo>
                    <a:lnTo>
                      <a:pt x="9276261" y="2764201"/>
                    </a:lnTo>
                    <a:lnTo>
                      <a:pt x="9241551" y="2751606"/>
                    </a:lnTo>
                    <a:lnTo>
                      <a:pt x="9208269" y="2737278"/>
                    </a:lnTo>
                    <a:lnTo>
                      <a:pt x="9173101" y="2719942"/>
                    </a:lnTo>
                    <a:lnTo>
                      <a:pt x="9141247" y="2703881"/>
                    </a:lnTo>
                    <a:lnTo>
                      <a:pt x="9110667" y="2684508"/>
                    </a:lnTo>
                    <a:lnTo>
                      <a:pt x="9053277" y="2651775"/>
                    </a:lnTo>
                    <a:lnTo>
                      <a:pt x="9006949" y="2617974"/>
                    </a:lnTo>
                    <a:lnTo>
                      <a:pt x="8970866" y="2591158"/>
                    </a:lnTo>
                    <a:lnTo>
                      <a:pt x="8939675" y="2565463"/>
                    </a:lnTo>
                    <a:lnTo>
                      <a:pt x="8879332" y="2518662"/>
                    </a:lnTo>
                    <a:lnTo>
                      <a:pt x="8824645" y="2480885"/>
                    </a:lnTo>
                    <a:lnTo>
                      <a:pt x="8770263" y="2446267"/>
                    </a:lnTo>
                    <a:lnTo>
                      <a:pt x="8721386" y="2419091"/>
                    </a:lnTo>
                    <a:lnTo>
                      <a:pt x="8674546" y="2396504"/>
                    </a:lnTo>
                    <a:lnTo>
                      <a:pt x="8629745" y="2378504"/>
                    </a:lnTo>
                    <a:lnTo>
                      <a:pt x="8588715" y="2366520"/>
                    </a:lnTo>
                    <a:lnTo>
                      <a:pt x="8547990" y="2357695"/>
                    </a:lnTo>
                    <a:lnTo>
                      <a:pt x="8511036" y="2354886"/>
                    </a:lnTo>
                    <a:lnTo>
                      <a:pt x="8477395" y="2353352"/>
                    </a:lnTo>
                    <a:lnTo>
                      <a:pt x="8445792" y="2356406"/>
                    </a:lnTo>
                    <a:lnTo>
                      <a:pt x="8414800" y="2365780"/>
                    </a:lnTo>
                    <a:lnTo>
                      <a:pt x="8386968" y="2374849"/>
                    </a:lnTo>
                    <a:lnTo>
                      <a:pt x="8361175" y="2388505"/>
                    </a:lnTo>
                    <a:lnTo>
                      <a:pt x="8338694" y="2403437"/>
                    </a:lnTo>
                    <a:lnTo>
                      <a:pt x="8316519" y="2421528"/>
                    </a:lnTo>
                    <a:lnTo>
                      <a:pt x="8294496" y="2441200"/>
                    </a:lnTo>
                    <a:lnTo>
                      <a:pt x="8277519" y="2463574"/>
                    </a:lnTo>
                    <a:lnTo>
                      <a:pt x="8262122" y="2485795"/>
                    </a:lnTo>
                    <a:lnTo>
                      <a:pt x="8245451" y="2511329"/>
                    </a:lnTo>
                    <a:lnTo>
                      <a:pt x="8231939" y="2536558"/>
                    </a:lnTo>
                    <a:lnTo>
                      <a:pt x="8220008" y="2561634"/>
                    </a:lnTo>
                    <a:lnTo>
                      <a:pt x="8208230" y="2588291"/>
                    </a:lnTo>
                    <a:lnTo>
                      <a:pt x="8199612" y="2614642"/>
                    </a:lnTo>
                    <a:lnTo>
                      <a:pt x="8183956" y="2667191"/>
                    </a:lnTo>
                    <a:lnTo>
                      <a:pt x="8172734" y="2716122"/>
                    </a:lnTo>
                    <a:lnTo>
                      <a:pt x="8164216" y="2760007"/>
                    </a:lnTo>
                    <a:lnTo>
                      <a:pt x="8158399" y="2798847"/>
                    </a:lnTo>
                    <a:lnTo>
                      <a:pt x="8146613" y="2874945"/>
                    </a:lnTo>
                    <a:lnTo>
                      <a:pt x="8131514" y="2949769"/>
                    </a:lnTo>
                    <a:lnTo>
                      <a:pt x="8116110" y="3021433"/>
                    </a:lnTo>
                    <a:lnTo>
                      <a:pt x="8098820" y="3090089"/>
                    </a:lnTo>
                    <a:lnTo>
                      <a:pt x="8079951" y="3158898"/>
                    </a:lnTo>
                    <a:lnTo>
                      <a:pt x="8057768" y="3226432"/>
                    </a:lnTo>
                    <a:lnTo>
                      <a:pt x="8035127" y="3289226"/>
                    </a:lnTo>
                    <a:lnTo>
                      <a:pt x="8011059" y="3353752"/>
                    </a:lnTo>
                    <a:lnTo>
                      <a:pt x="7983372" y="3413843"/>
                    </a:lnTo>
                    <a:lnTo>
                      <a:pt x="7957113" y="3472202"/>
                    </a:lnTo>
                    <a:lnTo>
                      <a:pt x="7925961" y="3529438"/>
                    </a:lnTo>
                    <a:lnTo>
                      <a:pt x="7896083" y="3583362"/>
                    </a:lnTo>
                    <a:lnTo>
                      <a:pt x="7864626" y="3637438"/>
                    </a:lnTo>
                    <a:lnTo>
                      <a:pt x="7831130" y="3686926"/>
                    </a:lnTo>
                    <a:lnTo>
                      <a:pt x="7797787" y="3737994"/>
                    </a:lnTo>
                    <a:lnTo>
                      <a:pt x="7762559" y="3786055"/>
                    </a:lnTo>
                    <a:lnTo>
                      <a:pt x="7725597" y="3832689"/>
                    </a:lnTo>
                    <a:lnTo>
                      <a:pt x="7688483" y="3877742"/>
                    </a:lnTo>
                    <a:lnTo>
                      <a:pt x="7649636" y="3921368"/>
                    </a:lnTo>
                    <a:lnTo>
                      <a:pt x="7612064" y="3961681"/>
                    </a:lnTo>
                    <a:lnTo>
                      <a:pt x="7571332" y="4002299"/>
                    </a:lnTo>
                    <a:lnTo>
                      <a:pt x="7530447" y="4041337"/>
                    </a:lnTo>
                    <a:lnTo>
                      <a:pt x="7489409" y="4078795"/>
                    </a:lnTo>
                    <a:lnTo>
                      <a:pt x="7448066" y="4113093"/>
                    </a:lnTo>
                    <a:lnTo>
                      <a:pt x="7406723" y="4147390"/>
                    </a:lnTo>
                    <a:lnTo>
                      <a:pt x="7365227" y="4180108"/>
                    </a:lnTo>
                    <a:lnTo>
                      <a:pt x="7321998" y="4211398"/>
                    </a:lnTo>
                    <a:lnTo>
                      <a:pt x="7280350" y="4242535"/>
                    </a:lnTo>
                    <a:lnTo>
                      <a:pt x="7238549" y="4272092"/>
                    </a:lnTo>
                    <a:lnTo>
                      <a:pt x="7193435" y="4300375"/>
                    </a:lnTo>
                    <a:lnTo>
                      <a:pt x="7109069" y="4351588"/>
                    </a:lnTo>
                    <a:lnTo>
                      <a:pt x="7025826" y="4397909"/>
                    </a:lnTo>
                    <a:lnTo>
                      <a:pt x="6940391" y="4438062"/>
                    </a:lnTo>
                    <a:lnTo>
                      <a:pt x="6859545" y="4476176"/>
                    </a:lnTo>
                    <a:lnTo>
                      <a:pt x="6779820" y="4509398"/>
                    </a:lnTo>
                    <a:lnTo>
                      <a:pt x="6704378" y="4537421"/>
                    </a:lnTo>
                    <a:lnTo>
                      <a:pt x="6630516" y="4565291"/>
                    </a:lnTo>
                    <a:lnTo>
                      <a:pt x="6562364" y="4586230"/>
                    </a:lnTo>
                    <a:lnTo>
                      <a:pt x="6500380" y="4604979"/>
                    </a:lnTo>
                    <a:lnTo>
                      <a:pt x="6439823" y="4621994"/>
                    </a:lnTo>
                    <a:lnTo>
                      <a:pt x="6388289" y="4633353"/>
                    </a:lnTo>
                    <a:lnTo>
                      <a:pt x="6302450" y="4652811"/>
                    </a:lnTo>
                    <a:lnTo>
                      <a:pt x="6249031" y="4661163"/>
                    </a:lnTo>
                    <a:lnTo>
                      <a:pt x="6230222" y="4664575"/>
                    </a:lnTo>
                    <a:lnTo>
                      <a:pt x="6227135" y="4654343"/>
                    </a:lnTo>
                    <a:lnTo>
                      <a:pt x="6227811" y="4661118"/>
                    </a:lnTo>
                    <a:lnTo>
                      <a:pt x="6098112" y="4712138"/>
                    </a:lnTo>
                    <a:lnTo>
                      <a:pt x="6049694" y="4681559"/>
                    </a:lnTo>
                    <a:lnTo>
                      <a:pt x="6003825" y="4645883"/>
                    </a:lnTo>
                    <a:lnTo>
                      <a:pt x="5917185" y="4584725"/>
                    </a:lnTo>
                    <a:lnTo>
                      <a:pt x="5848382" y="4523566"/>
                    </a:lnTo>
                    <a:lnTo>
                      <a:pt x="5794867" y="4475149"/>
                    </a:lnTo>
                    <a:lnTo>
                      <a:pt x="5748999" y="4429279"/>
                    </a:lnTo>
                    <a:lnTo>
                      <a:pt x="5659810" y="4345187"/>
                    </a:lnTo>
                    <a:lnTo>
                      <a:pt x="5578265" y="4276383"/>
                    </a:lnTo>
                    <a:lnTo>
                      <a:pt x="5496721" y="4212677"/>
                    </a:lnTo>
                    <a:lnTo>
                      <a:pt x="5422820" y="4161712"/>
                    </a:lnTo>
                    <a:lnTo>
                      <a:pt x="5351468" y="4118390"/>
                    </a:lnTo>
                    <a:lnTo>
                      <a:pt x="5282666" y="4082714"/>
                    </a:lnTo>
                    <a:lnTo>
                      <a:pt x="5218958" y="4057232"/>
                    </a:lnTo>
                    <a:lnTo>
                      <a:pt x="5155251" y="4036845"/>
                    </a:lnTo>
                    <a:lnTo>
                      <a:pt x="5096640" y="4026652"/>
                    </a:lnTo>
                    <a:lnTo>
                      <a:pt x="5043128" y="4019008"/>
                    </a:lnTo>
                    <a:lnTo>
                      <a:pt x="4880868" y="3988754"/>
                    </a:lnTo>
                    <a:lnTo>
                      <a:pt x="4821814" y="3988754"/>
                    </a:lnTo>
                    <a:lnTo>
                      <a:pt x="4762758" y="4000565"/>
                    </a:lnTo>
                    <a:lnTo>
                      <a:pt x="4709610" y="4012376"/>
                    </a:lnTo>
                    <a:lnTo>
                      <a:pt x="4659412" y="4033044"/>
                    </a:lnTo>
                    <a:lnTo>
                      <a:pt x="4615122" y="4056665"/>
                    </a:lnTo>
                    <a:lnTo>
                      <a:pt x="4570830" y="4086193"/>
                    </a:lnTo>
                    <a:lnTo>
                      <a:pt x="4526540" y="4118674"/>
                    </a:lnTo>
                    <a:lnTo>
                      <a:pt x="4491107" y="4157059"/>
                    </a:lnTo>
                    <a:lnTo>
                      <a:pt x="4458626" y="4195446"/>
                    </a:lnTo>
                    <a:lnTo>
                      <a:pt x="4423193" y="4239735"/>
                    </a:lnTo>
                    <a:lnTo>
                      <a:pt x="4393666" y="4284027"/>
                    </a:lnTo>
                    <a:lnTo>
                      <a:pt x="4367092" y="4328317"/>
                    </a:lnTo>
                    <a:lnTo>
                      <a:pt x="4340517" y="4375561"/>
                    </a:lnTo>
                    <a:lnTo>
                      <a:pt x="4319849" y="4422804"/>
                    </a:lnTo>
                    <a:lnTo>
                      <a:pt x="4281462" y="4517292"/>
                    </a:lnTo>
                    <a:lnTo>
                      <a:pt x="4251934" y="4605875"/>
                    </a:lnTo>
                    <a:lnTo>
                      <a:pt x="4228313" y="4685599"/>
                    </a:lnTo>
                    <a:lnTo>
                      <a:pt x="4210597" y="4756464"/>
                    </a:lnTo>
                    <a:lnTo>
                      <a:pt x="4175163" y="4895242"/>
                    </a:lnTo>
                    <a:lnTo>
                      <a:pt x="4133825" y="5031067"/>
                    </a:lnTo>
                    <a:lnTo>
                      <a:pt x="4092487" y="5160987"/>
                    </a:lnTo>
                    <a:lnTo>
                      <a:pt x="4048197" y="5285002"/>
                    </a:lnTo>
                    <a:lnTo>
                      <a:pt x="4000953" y="5409017"/>
                    </a:lnTo>
                    <a:lnTo>
                      <a:pt x="3947804" y="5530080"/>
                    </a:lnTo>
                    <a:lnTo>
                      <a:pt x="3894654" y="5642284"/>
                    </a:lnTo>
                    <a:lnTo>
                      <a:pt x="3838552" y="5757440"/>
                    </a:lnTo>
                    <a:lnTo>
                      <a:pt x="3776546" y="5863738"/>
                    </a:lnTo>
                    <a:lnTo>
                      <a:pt x="3717492" y="5967085"/>
                    </a:lnTo>
                    <a:lnTo>
                      <a:pt x="3649577" y="6067477"/>
                    </a:lnTo>
                    <a:lnTo>
                      <a:pt x="3584617" y="6161965"/>
                    </a:lnTo>
                    <a:lnTo>
                      <a:pt x="3516705" y="6256452"/>
                    </a:lnTo>
                    <a:lnTo>
                      <a:pt x="3445840" y="6342080"/>
                    </a:lnTo>
                    <a:lnTo>
                      <a:pt x="3374974" y="6430663"/>
                    </a:lnTo>
                    <a:lnTo>
                      <a:pt x="3301155" y="6513339"/>
                    </a:lnTo>
                    <a:lnTo>
                      <a:pt x="3224384" y="6593063"/>
                    </a:lnTo>
                    <a:lnTo>
                      <a:pt x="3147613" y="6669834"/>
                    </a:lnTo>
                    <a:lnTo>
                      <a:pt x="3067890" y="6743653"/>
                    </a:lnTo>
                    <a:lnTo>
                      <a:pt x="2991120" y="6811566"/>
                    </a:lnTo>
                    <a:lnTo>
                      <a:pt x="2908443" y="6879478"/>
                    </a:lnTo>
                    <a:lnTo>
                      <a:pt x="2825766" y="6944438"/>
                    </a:lnTo>
                    <a:lnTo>
                      <a:pt x="2743090" y="7006447"/>
                    </a:lnTo>
                    <a:lnTo>
                      <a:pt x="2660413" y="7062547"/>
                    </a:lnTo>
                    <a:lnTo>
                      <a:pt x="2577736" y="7118650"/>
                    </a:lnTo>
                    <a:lnTo>
                      <a:pt x="2495061" y="7171799"/>
                    </a:lnTo>
                    <a:lnTo>
                      <a:pt x="2409429" y="7221995"/>
                    </a:lnTo>
                    <a:lnTo>
                      <a:pt x="2326754" y="7272193"/>
                    </a:lnTo>
                    <a:lnTo>
                      <a:pt x="2244077" y="7319436"/>
                    </a:lnTo>
                    <a:lnTo>
                      <a:pt x="2155495" y="7363726"/>
                    </a:lnTo>
                    <a:lnTo>
                      <a:pt x="1990142" y="7443451"/>
                    </a:lnTo>
                    <a:lnTo>
                      <a:pt x="1827743" y="7514317"/>
                    </a:lnTo>
                    <a:lnTo>
                      <a:pt x="1662389" y="7573370"/>
                    </a:lnTo>
                    <a:lnTo>
                      <a:pt x="1505893" y="7629472"/>
                    </a:lnTo>
                    <a:lnTo>
                      <a:pt x="1352352" y="7676715"/>
                    </a:lnTo>
                    <a:lnTo>
                      <a:pt x="1207669" y="7715102"/>
                    </a:lnTo>
                    <a:lnTo>
                      <a:pt x="1065937" y="7753487"/>
                    </a:lnTo>
                    <a:lnTo>
                      <a:pt x="936017" y="7780062"/>
                    </a:lnTo>
                    <a:lnTo>
                      <a:pt x="817908" y="7803684"/>
                    </a:lnTo>
                    <a:lnTo>
                      <a:pt x="702751" y="7824352"/>
                    </a:lnTo>
                    <a:lnTo>
                      <a:pt x="605312" y="7836163"/>
                    </a:lnTo>
                    <a:lnTo>
                      <a:pt x="442910" y="7856833"/>
                    </a:lnTo>
                    <a:lnTo>
                      <a:pt x="342518" y="7862739"/>
                    </a:lnTo>
                    <a:lnTo>
                      <a:pt x="307084" y="7865691"/>
                    </a:lnTo>
                    <a:lnTo>
                      <a:pt x="0" y="6324364"/>
                    </a:lnTo>
                    <a:lnTo>
                      <a:pt x="32481" y="6318459"/>
                    </a:lnTo>
                    <a:lnTo>
                      <a:pt x="124015" y="6312553"/>
                    </a:lnTo>
                    <a:lnTo>
                      <a:pt x="265746" y="6297791"/>
                    </a:lnTo>
                    <a:lnTo>
                      <a:pt x="357282" y="6283026"/>
                    </a:lnTo>
                    <a:lnTo>
                      <a:pt x="454721" y="6265309"/>
                    </a:lnTo>
                    <a:lnTo>
                      <a:pt x="563973" y="6247592"/>
                    </a:lnTo>
                    <a:lnTo>
                      <a:pt x="679129" y="6221020"/>
                    </a:lnTo>
                    <a:lnTo>
                      <a:pt x="803144" y="6185586"/>
                    </a:lnTo>
                    <a:lnTo>
                      <a:pt x="933064" y="6150154"/>
                    </a:lnTo>
                    <a:lnTo>
                      <a:pt x="1068890" y="6102911"/>
                    </a:lnTo>
                    <a:lnTo>
                      <a:pt x="1210620" y="6049761"/>
                    </a:lnTo>
                    <a:lnTo>
                      <a:pt x="1358257" y="5990706"/>
                    </a:lnTo>
                    <a:lnTo>
                      <a:pt x="1502942" y="5922793"/>
                    </a:lnTo>
                    <a:lnTo>
                      <a:pt x="1653530" y="5843070"/>
                    </a:lnTo>
                    <a:lnTo>
                      <a:pt x="1730302" y="5801731"/>
                    </a:lnTo>
                    <a:lnTo>
                      <a:pt x="1807072" y="5757440"/>
                    </a:lnTo>
                    <a:lnTo>
                      <a:pt x="1880892" y="5710195"/>
                    </a:lnTo>
                    <a:lnTo>
                      <a:pt x="1957662" y="5662952"/>
                    </a:lnTo>
                    <a:lnTo>
                      <a:pt x="2034434" y="5609803"/>
                    </a:lnTo>
                    <a:lnTo>
                      <a:pt x="2108251" y="5553701"/>
                    </a:lnTo>
                    <a:lnTo>
                      <a:pt x="2185022" y="5497599"/>
                    </a:lnTo>
                    <a:lnTo>
                      <a:pt x="2255888" y="5435593"/>
                    </a:lnTo>
                    <a:lnTo>
                      <a:pt x="2329707" y="5373584"/>
                    </a:lnTo>
                    <a:lnTo>
                      <a:pt x="2403525" y="5305672"/>
                    </a:lnTo>
                    <a:lnTo>
                      <a:pt x="2477344" y="5237759"/>
                    </a:lnTo>
                    <a:lnTo>
                      <a:pt x="2548210" y="5166894"/>
                    </a:lnTo>
                    <a:lnTo>
                      <a:pt x="2616121" y="5090123"/>
                    </a:lnTo>
                    <a:lnTo>
                      <a:pt x="2686987" y="5010399"/>
                    </a:lnTo>
                    <a:lnTo>
                      <a:pt x="2754901" y="4930674"/>
                    </a:lnTo>
                    <a:lnTo>
                      <a:pt x="2819860" y="4842093"/>
                    </a:lnTo>
                    <a:lnTo>
                      <a:pt x="2887773" y="4756465"/>
                    </a:lnTo>
                    <a:lnTo>
                      <a:pt x="2949781" y="4661977"/>
                    </a:lnTo>
                    <a:lnTo>
                      <a:pt x="3011788" y="4567490"/>
                    </a:lnTo>
                    <a:lnTo>
                      <a:pt x="3070842" y="4470049"/>
                    </a:lnTo>
                    <a:lnTo>
                      <a:pt x="3126944" y="4366704"/>
                    </a:lnTo>
                    <a:lnTo>
                      <a:pt x="3183046" y="4260406"/>
                    </a:lnTo>
                    <a:lnTo>
                      <a:pt x="3236195" y="4145248"/>
                    </a:lnTo>
                    <a:lnTo>
                      <a:pt x="3286393" y="4033044"/>
                    </a:lnTo>
                    <a:lnTo>
                      <a:pt x="3336587" y="3914935"/>
                    </a:lnTo>
                    <a:lnTo>
                      <a:pt x="3383832" y="3793873"/>
                    </a:lnTo>
                    <a:lnTo>
                      <a:pt x="3428123" y="3666905"/>
                    </a:lnTo>
                    <a:lnTo>
                      <a:pt x="3466508" y="3536985"/>
                    </a:lnTo>
                    <a:lnTo>
                      <a:pt x="3504894" y="3398208"/>
                    </a:lnTo>
                    <a:lnTo>
                      <a:pt x="3540327" y="3259428"/>
                    </a:lnTo>
                    <a:lnTo>
                      <a:pt x="3558043" y="3191516"/>
                    </a:lnTo>
                    <a:lnTo>
                      <a:pt x="3584617" y="3108840"/>
                    </a:lnTo>
                    <a:lnTo>
                      <a:pt x="3617098" y="3017305"/>
                    </a:lnTo>
                    <a:lnTo>
                      <a:pt x="3661388" y="2919865"/>
                    </a:lnTo>
                    <a:lnTo>
                      <a:pt x="3687964" y="2869668"/>
                    </a:lnTo>
                    <a:lnTo>
                      <a:pt x="3714537" y="2822424"/>
                    </a:lnTo>
                    <a:lnTo>
                      <a:pt x="3744064" y="2772228"/>
                    </a:lnTo>
                    <a:lnTo>
                      <a:pt x="3776546" y="2724985"/>
                    </a:lnTo>
                    <a:lnTo>
                      <a:pt x="3809025" y="2683647"/>
                    </a:lnTo>
                    <a:lnTo>
                      <a:pt x="3850363" y="2642308"/>
                    </a:lnTo>
                    <a:lnTo>
                      <a:pt x="3891701" y="2603921"/>
                    </a:lnTo>
                    <a:lnTo>
                      <a:pt x="3933040" y="2565537"/>
                    </a:lnTo>
                    <a:lnTo>
                      <a:pt x="3977331" y="2536010"/>
                    </a:lnTo>
                    <a:lnTo>
                      <a:pt x="4027527" y="2512388"/>
                    </a:lnTo>
                    <a:lnTo>
                      <a:pt x="4077724" y="2488766"/>
                    </a:lnTo>
                    <a:lnTo>
                      <a:pt x="4130874" y="2476955"/>
                    </a:lnTo>
                    <a:lnTo>
                      <a:pt x="4186974" y="2471050"/>
                    </a:lnTo>
                    <a:lnTo>
                      <a:pt x="4246029" y="2465144"/>
                    </a:lnTo>
                    <a:lnTo>
                      <a:pt x="4310989" y="2474001"/>
                    </a:lnTo>
                    <a:lnTo>
                      <a:pt x="4375949" y="2488766"/>
                    </a:lnTo>
                    <a:lnTo>
                      <a:pt x="4446816" y="2512388"/>
                    </a:lnTo>
                    <a:lnTo>
                      <a:pt x="4520634" y="2544867"/>
                    </a:lnTo>
                    <a:lnTo>
                      <a:pt x="4597405" y="2589159"/>
                    </a:lnTo>
                    <a:lnTo>
                      <a:pt x="4674177" y="2642308"/>
                    </a:lnTo>
                    <a:lnTo>
                      <a:pt x="4756853" y="2707268"/>
                    </a:lnTo>
                    <a:lnTo>
                      <a:pt x="4842482" y="2781086"/>
                    </a:lnTo>
                    <a:lnTo>
                      <a:pt x="4934017" y="2869668"/>
                    </a:lnTo>
                    <a:lnTo>
                      <a:pt x="5028504" y="2970060"/>
                    </a:lnTo>
                    <a:lnTo>
                      <a:pt x="5131849" y="3091492"/>
                    </a:lnTo>
                    <a:lnTo>
                      <a:pt x="5131263" y="3098119"/>
                    </a:lnTo>
                    <a:lnTo>
                      <a:pt x="5170541" y="3139853"/>
                    </a:lnTo>
                    <a:lnTo>
                      <a:pt x="5272472" y="3259623"/>
                    </a:lnTo>
                    <a:lnTo>
                      <a:pt x="5343823" y="3343715"/>
                    </a:lnTo>
                    <a:lnTo>
                      <a:pt x="5425369" y="3432906"/>
                    </a:lnTo>
                    <a:lnTo>
                      <a:pt x="5514557" y="3522094"/>
                    </a:lnTo>
                    <a:lnTo>
                      <a:pt x="5560426" y="3567964"/>
                    </a:lnTo>
                    <a:lnTo>
                      <a:pt x="5608844" y="3611285"/>
                    </a:lnTo>
                    <a:lnTo>
                      <a:pt x="5659810" y="3654604"/>
                    </a:lnTo>
                    <a:lnTo>
                      <a:pt x="5710775" y="3692830"/>
                    </a:lnTo>
                    <a:lnTo>
                      <a:pt x="5759192" y="3725956"/>
                    </a:lnTo>
                    <a:lnTo>
                      <a:pt x="5810157" y="3759084"/>
                    </a:lnTo>
                    <a:lnTo>
                      <a:pt x="5863672" y="3787115"/>
                    </a:lnTo>
                    <a:lnTo>
                      <a:pt x="5914637" y="3807501"/>
                    </a:lnTo>
                    <a:lnTo>
                      <a:pt x="5965602" y="3825340"/>
                    </a:lnTo>
                    <a:lnTo>
                      <a:pt x="6019115" y="3832983"/>
                    </a:lnTo>
                    <a:lnTo>
                      <a:pt x="6044598" y="3835532"/>
                    </a:lnTo>
                    <a:lnTo>
                      <a:pt x="6070081" y="3835533"/>
                    </a:lnTo>
                    <a:lnTo>
                      <a:pt x="6088201" y="3835532"/>
                    </a:lnTo>
                    <a:lnTo>
                      <a:pt x="6127028" y="3827657"/>
                    </a:lnTo>
                    <a:lnTo>
                      <a:pt x="6175249" y="3815024"/>
                    </a:lnTo>
                    <a:lnTo>
                      <a:pt x="6226478" y="3800504"/>
                    </a:lnTo>
                    <a:lnTo>
                      <a:pt x="6284027" y="3785374"/>
                    </a:lnTo>
                    <a:lnTo>
                      <a:pt x="6344278" y="3765199"/>
                    </a:lnTo>
                    <a:lnTo>
                      <a:pt x="6408812" y="3739825"/>
                    </a:lnTo>
                    <a:lnTo>
                      <a:pt x="6476506" y="3714145"/>
                    </a:lnTo>
                    <a:lnTo>
                      <a:pt x="6546750" y="3681840"/>
                    </a:lnTo>
                    <a:lnTo>
                      <a:pt x="6619848" y="3646069"/>
                    </a:lnTo>
                    <a:lnTo>
                      <a:pt x="6695802" y="3606832"/>
                    </a:lnTo>
                    <a:lnTo>
                      <a:pt x="6769717" y="3563008"/>
                    </a:lnTo>
                    <a:lnTo>
                      <a:pt x="6846182" y="3512557"/>
                    </a:lnTo>
                    <a:lnTo>
                      <a:pt x="6885128" y="3486466"/>
                    </a:lnTo>
                    <a:lnTo>
                      <a:pt x="6923922" y="3458794"/>
                    </a:lnTo>
                    <a:lnTo>
                      <a:pt x="6960982" y="3429695"/>
                    </a:lnTo>
                    <a:lnTo>
                      <a:pt x="6999623" y="3400443"/>
                    </a:lnTo>
                    <a:lnTo>
                      <a:pt x="7037959" y="3368031"/>
                    </a:lnTo>
                    <a:lnTo>
                      <a:pt x="7074561" y="3334191"/>
                    </a:lnTo>
                    <a:lnTo>
                      <a:pt x="7112744" y="3300199"/>
                    </a:lnTo>
                    <a:lnTo>
                      <a:pt x="7147461" y="3263352"/>
                    </a:lnTo>
                    <a:lnTo>
                      <a:pt x="7183759" y="3226352"/>
                    </a:lnTo>
                    <a:lnTo>
                      <a:pt x="7219751" y="3186191"/>
                    </a:lnTo>
                    <a:lnTo>
                      <a:pt x="7255743" y="3146031"/>
                    </a:lnTo>
                    <a:lnTo>
                      <a:pt x="7290002" y="3104444"/>
                    </a:lnTo>
                    <a:lnTo>
                      <a:pt x="7322375" y="3059848"/>
                    </a:lnTo>
                    <a:lnTo>
                      <a:pt x="7356176" y="3013520"/>
                    </a:lnTo>
                    <a:lnTo>
                      <a:pt x="7388397" y="2967345"/>
                    </a:lnTo>
                    <a:lnTo>
                      <a:pt x="7418580" y="2916582"/>
                    </a:lnTo>
                    <a:lnTo>
                      <a:pt x="7450496" y="2867246"/>
                    </a:lnTo>
                    <a:lnTo>
                      <a:pt x="7478793" y="2813475"/>
                    </a:lnTo>
                    <a:lnTo>
                      <a:pt x="7507090" y="2759705"/>
                    </a:lnTo>
                    <a:lnTo>
                      <a:pt x="7533655" y="2704506"/>
                    </a:lnTo>
                    <a:lnTo>
                      <a:pt x="7558334" y="2646301"/>
                    </a:lnTo>
                    <a:lnTo>
                      <a:pt x="7582860" y="2586515"/>
                    </a:lnTo>
                    <a:lnTo>
                      <a:pt x="7605348" y="2522141"/>
                    </a:lnTo>
                    <a:lnTo>
                      <a:pt x="7626409" y="2459500"/>
                    </a:lnTo>
                    <a:lnTo>
                      <a:pt x="7647164" y="2393699"/>
                    </a:lnTo>
                    <a:lnTo>
                      <a:pt x="7666187" y="2326471"/>
                    </a:lnTo>
                    <a:lnTo>
                      <a:pt x="7683324" y="2256234"/>
                    </a:lnTo>
                    <a:lnTo>
                      <a:pt x="7697148" y="2184723"/>
                    </a:lnTo>
                    <a:lnTo>
                      <a:pt x="7710514" y="2108472"/>
                    </a:lnTo>
                    <a:lnTo>
                      <a:pt x="7722300" y="2032373"/>
                    </a:lnTo>
                    <a:lnTo>
                      <a:pt x="7728269" y="1995114"/>
                    </a:lnTo>
                    <a:lnTo>
                      <a:pt x="7738215" y="1949496"/>
                    </a:lnTo>
                    <a:lnTo>
                      <a:pt x="7750864" y="1898832"/>
                    </a:lnTo>
                    <a:lnTo>
                      <a:pt x="7769527" y="1844397"/>
                    </a:lnTo>
                    <a:lnTo>
                      <a:pt x="7781153" y="1816161"/>
                    </a:lnTo>
                    <a:lnTo>
                      <a:pt x="7792932" y="1789504"/>
                    </a:lnTo>
                    <a:lnTo>
                      <a:pt x="7806138" y="1761115"/>
                    </a:lnTo>
                    <a:lnTo>
                      <a:pt x="7821076" y="1734153"/>
                    </a:lnTo>
                    <a:lnTo>
                      <a:pt x="7836320" y="1710352"/>
                    </a:lnTo>
                    <a:lnTo>
                      <a:pt x="7856305" y="1686093"/>
                    </a:lnTo>
                    <a:lnTo>
                      <a:pt x="7876442" y="1663413"/>
                    </a:lnTo>
                    <a:lnTo>
                      <a:pt x="7896579" y="1640734"/>
                    </a:lnTo>
                    <a:lnTo>
                      <a:pt x="7918755" y="1622642"/>
                    </a:lnTo>
                    <a:lnTo>
                      <a:pt x="7944396" y="1607405"/>
                    </a:lnTo>
                    <a:lnTo>
                      <a:pt x="7970036" y="1592169"/>
                    </a:lnTo>
                    <a:lnTo>
                      <a:pt x="7997868" y="1583100"/>
                    </a:lnTo>
                    <a:lnTo>
                      <a:pt x="8027586" y="1577039"/>
                    </a:lnTo>
                    <a:lnTo>
                      <a:pt x="8058883" y="1570825"/>
                    </a:lnTo>
                    <a:lnTo>
                      <a:pt x="8094104" y="1572207"/>
                    </a:lnTo>
                    <a:lnTo>
                      <a:pt x="8129631" y="1576748"/>
                    </a:lnTo>
                    <a:lnTo>
                      <a:pt x="8168776" y="1585725"/>
                    </a:lnTo>
                    <a:lnTo>
                      <a:pt x="8209959" y="1599290"/>
                    </a:lnTo>
                    <a:lnTo>
                      <a:pt x="8253332" y="1619022"/>
                    </a:lnTo>
                    <a:lnTo>
                      <a:pt x="8297164" y="1643496"/>
                    </a:lnTo>
                    <a:lnTo>
                      <a:pt x="8344767" y="1673984"/>
                    </a:lnTo>
                    <a:lnTo>
                      <a:pt x="8394408" y="1709059"/>
                    </a:lnTo>
                    <a:lnTo>
                      <a:pt x="8447973" y="1751731"/>
                    </a:lnTo>
                    <a:lnTo>
                      <a:pt x="8503728" y="1800570"/>
                    </a:lnTo>
                    <a:lnTo>
                      <a:pt x="8574110" y="1868729"/>
                    </a:lnTo>
                    <a:lnTo>
                      <a:pt x="8623392" y="1916599"/>
                    </a:lnTo>
                    <a:lnTo>
                      <a:pt x="8679300" y="1967018"/>
                    </a:lnTo>
                    <a:lnTo>
                      <a:pt x="8739949" y="2016979"/>
                    </a:lnTo>
                    <a:lnTo>
                      <a:pt x="8771139" y="2042674"/>
                    </a:lnTo>
                    <a:lnTo>
                      <a:pt x="8803758" y="2066635"/>
                    </a:lnTo>
                    <a:lnTo>
                      <a:pt x="8837956" y="2090444"/>
                    </a:lnTo>
                    <a:lnTo>
                      <a:pt x="8871849" y="2111093"/>
                    </a:lnTo>
                    <a:lnTo>
                      <a:pt x="8903856" y="2128734"/>
                    </a:lnTo>
                    <a:lnTo>
                      <a:pt x="8937444" y="2146222"/>
                    </a:lnTo>
                    <a:lnTo>
                      <a:pt x="8972307" y="2160398"/>
                    </a:lnTo>
                    <a:lnTo>
                      <a:pt x="9005131" y="2169985"/>
                    </a:lnTo>
                    <a:lnTo>
                      <a:pt x="9037802" y="2177992"/>
                    </a:lnTo>
                    <a:lnTo>
                      <a:pt x="9071443" y="2179527"/>
                    </a:lnTo>
                    <a:lnTo>
                      <a:pt x="9087397" y="2179580"/>
                    </a:lnTo>
                    <a:lnTo>
                      <a:pt x="9103199" y="2178053"/>
                    </a:lnTo>
                    <a:lnTo>
                      <a:pt x="9119000" y="2176526"/>
                    </a:lnTo>
                    <a:lnTo>
                      <a:pt x="9133069" y="2173572"/>
                    </a:lnTo>
                    <a:lnTo>
                      <a:pt x="9148565" y="2168885"/>
                    </a:lnTo>
                    <a:lnTo>
                      <a:pt x="9162175" y="2161191"/>
                    </a:lnTo>
                    <a:lnTo>
                      <a:pt x="9178946" y="2153190"/>
                    </a:lnTo>
                    <a:lnTo>
                      <a:pt x="9192404" y="2143916"/>
                    </a:lnTo>
                    <a:lnTo>
                      <a:pt x="9205862" y="2134641"/>
                    </a:lnTo>
                    <a:lnTo>
                      <a:pt x="9219015" y="2122206"/>
                    </a:lnTo>
                    <a:lnTo>
                      <a:pt x="9232014" y="2108190"/>
                    </a:lnTo>
                    <a:lnTo>
                      <a:pt x="9243434" y="2094328"/>
                    </a:lnTo>
                    <a:lnTo>
                      <a:pt x="9256129" y="2077152"/>
                    </a:lnTo>
                    <a:lnTo>
                      <a:pt x="9267090" y="2058550"/>
                    </a:lnTo>
                    <a:lnTo>
                      <a:pt x="9276166" y="2036939"/>
                    </a:lnTo>
                    <a:lnTo>
                      <a:pt x="9286975" y="2016756"/>
                    </a:lnTo>
                    <a:lnTo>
                      <a:pt x="9295746" y="1991985"/>
                    </a:lnTo>
                    <a:lnTo>
                      <a:pt x="9305945" y="1965481"/>
                    </a:lnTo>
                    <a:lnTo>
                      <a:pt x="9314410" y="1937550"/>
                    </a:lnTo>
                    <a:lnTo>
                      <a:pt x="9322723" y="1908039"/>
                    </a:lnTo>
                    <a:lnTo>
                      <a:pt x="9329303" y="1877100"/>
                    </a:lnTo>
                    <a:lnTo>
                      <a:pt x="9335577" y="1843001"/>
                    </a:lnTo>
                    <a:lnTo>
                      <a:pt x="9345936" y="1768635"/>
                    </a:lnTo>
                    <a:lnTo>
                      <a:pt x="9360477" y="1671536"/>
                    </a:lnTo>
                    <a:lnTo>
                      <a:pt x="9375683" y="1564804"/>
                    </a:lnTo>
                    <a:lnTo>
                      <a:pt x="9393285" y="1449866"/>
                    </a:lnTo>
                    <a:lnTo>
                      <a:pt x="9413285" y="1326722"/>
                    </a:lnTo>
                    <a:lnTo>
                      <a:pt x="9437566" y="1198379"/>
                    </a:lnTo>
                    <a:lnTo>
                      <a:pt x="9466131" y="1064838"/>
                    </a:lnTo>
                    <a:lnTo>
                      <a:pt x="9495664" y="924823"/>
                    </a:lnTo>
                    <a:lnTo>
                      <a:pt x="9529480" y="779611"/>
                    </a:lnTo>
                    <a:lnTo>
                      <a:pt x="9539220" y="748367"/>
                    </a:lnTo>
                    <a:lnTo>
                      <a:pt x="9550083" y="712229"/>
                    </a:lnTo>
                    <a:lnTo>
                      <a:pt x="9562678" y="677520"/>
                    </a:lnTo>
                    <a:lnTo>
                      <a:pt x="9579708" y="639192"/>
                    </a:lnTo>
                    <a:lnTo>
                      <a:pt x="9598471" y="602291"/>
                    </a:lnTo>
                    <a:lnTo>
                      <a:pt x="9620089" y="561925"/>
                    </a:lnTo>
                    <a:lnTo>
                      <a:pt x="9643440" y="522986"/>
                    </a:lnTo>
                    <a:lnTo>
                      <a:pt x="9673264" y="485017"/>
                    </a:lnTo>
                    <a:lnTo>
                      <a:pt x="9702935" y="445467"/>
                    </a:lnTo>
                    <a:lnTo>
                      <a:pt x="9737653" y="408620"/>
                    </a:lnTo>
                    <a:lnTo>
                      <a:pt x="9775530" y="371468"/>
                    </a:lnTo>
                    <a:lnTo>
                      <a:pt x="9816721" y="335590"/>
                    </a:lnTo>
                    <a:lnTo>
                      <a:pt x="9861377" y="302567"/>
                    </a:lnTo>
                    <a:lnTo>
                      <a:pt x="9911078" y="272246"/>
                    </a:lnTo>
                    <a:lnTo>
                      <a:pt x="9938300" y="256857"/>
                    </a:lnTo>
                    <a:lnTo>
                      <a:pt x="9965826" y="244628"/>
                    </a:lnTo>
                    <a:lnTo>
                      <a:pt x="9994780" y="230666"/>
                    </a:lnTo>
                    <a:lnTo>
                      <a:pt x="10025314" y="216551"/>
                    </a:lnTo>
                    <a:close/>
                  </a:path>
                </a:pathLst>
              </a:custGeom>
              <a:solidFill>
                <a:srgbClr val="EF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dirty="0">
                  <a:solidFill>
                    <a:prstClr val="black"/>
                  </a:solidFill>
                  <a:latin typeface="Montserrat Light"/>
                  <a:cs typeface="+mn-cs"/>
                </a:endParaRPr>
              </a:p>
            </p:txBody>
          </p:sp>
        </p:grpSp>
        <p:sp>
          <p:nvSpPr>
            <p:cNvPr id="19" name="Oval 18"/>
            <p:cNvSpPr/>
            <p:nvPr/>
          </p:nvSpPr>
          <p:spPr>
            <a:xfrm>
              <a:off x="2334883" y="4863861"/>
              <a:ext cx="1238250" cy="1238250"/>
            </a:xfrm>
            <a:prstGeom prst="ellipse">
              <a:avLst/>
            </a:prstGeom>
            <a:solidFill>
              <a:srgbClr val="EF423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2" name="Title 1"/>
          <p:cNvSpPr>
            <a:spLocks noGrp="1"/>
          </p:cNvSpPr>
          <p:nvPr>
            <p:ph type="ctrTitle"/>
          </p:nvPr>
        </p:nvSpPr>
        <p:spPr>
          <a:xfrm>
            <a:off x="1631877" y="612972"/>
            <a:ext cx="9144000" cy="1009346"/>
          </a:xfrm>
        </p:spPr>
        <p:txBody>
          <a:bodyPr>
            <a:normAutofit/>
          </a:bodyPr>
          <a:lstStyle/>
          <a:p>
            <a:pPr rtl="1"/>
            <a:r>
              <a:rPr lang="ar-SA" sz="4400" b="1" u="sng" dirty="0">
                <a:effectLst>
                  <a:outerShdw blurRad="38100" dist="38100" dir="2700000" algn="tl">
                    <a:srgbClr val="000000">
                      <a:alpha val="43137"/>
                    </a:srgbClr>
                  </a:outerShdw>
                </a:effectLst>
              </a:rPr>
              <a:t>1. تقنيات ثلاثية الأبعاد </a:t>
            </a:r>
            <a:r>
              <a:rPr lang="en-US" sz="4400" b="1" u="sng" dirty="0">
                <a:effectLst>
                  <a:outerShdw blurRad="38100" dist="38100" dir="2700000" algn="tl">
                    <a:srgbClr val="000000">
                      <a:alpha val="43137"/>
                    </a:srgbClr>
                  </a:outerShdw>
                </a:effectLst>
              </a:rPr>
              <a:t>3d</a:t>
            </a:r>
            <a:endParaRPr lang="en-US" sz="4400" u="sng" dirty="0">
              <a:effectLst>
                <a:outerShdw blurRad="38100" dist="38100" dir="2700000" algn="tl">
                  <a:srgbClr val="000000">
                    <a:alpha val="43137"/>
                  </a:srgbClr>
                </a:outerShdw>
              </a:effectLst>
            </a:endParaRPr>
          </a:p>
        </p:txBody>
      </p:sp>
      <p:sp>
        <p:nvSpPr>
          <p:cNvPr id="3" name="Subtitle 2"/>
          <p:cNvSpPr>
            <a:spLocks noGrp="1"/>
          </p:cNvSpPr>
          <p:nvPr>
            <p:ph type="subTitle" idx="1"/>
          </p:nvPr>
        </p:nvSpPr>
        <p:spPr>
          <a:xfrm>
            <a:off x="1111106" y="2774485"/>
            <a:ext cx="10185543" cy="1110470"/>
          </a:xfrm>
        </p:spPr>
        <p:txBody>
          <a:bodyPr>
            <a:noAutofit/>
          </a:bodyPr>
          <a:lstStyle/>
          <a:p>
            <a:r>
              <a:rPr lang="ar-JO" sz="2800" b="1" dirty="0">
                <a:solidFill>
                  <a:srgbClr val="0070C0"/>
                </a:solidFill>
              </a:rPr>
              <a:t>لقد أحدثت التكنولوجيا في مجال التقنيات البصرية في العصر الحديث تطورات مبهرة، ومنها التقنية ثلاثية الأبعاد، وهي التقنية التي يستطيع من خلالها المشاهد الرؤية بالأبعاد الثلاثة</a:t>
            </a:r>
            <a:endParaRPr lang="en-AU" sz="2800" b="1" dirty="0">
              <a:solidFill>
                <a:srgbClr val="0070C0"/>
              </a:solidFill>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26686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6328468" y="1439583"/>
            <a:ext cx="5133136" cy="707886"/>
          </a:xfrm>
          <a:prstGeom prst="rect">
            <a:avLst/>
          </a:prstGeom>
          <a:noFill/>
        </p:spPr>
        <p:txBody>
          <a:bodyPr wrap="none" rtlCol="0">
            <a:spAutoFit/>
          </a:bodyPr>
          <a:lstStyle/>
          <a:p>
            <a:pPr rtl="1"/>
            <a:r>
              <a:rPr lang="ar-SA" sz="4000" b="1" u="sng" dirty="0">
                <a:solidFill>
                  <a:schemeClr val="accent5"/>
                </a:solidFill>
              </a:rPr>
              <a:t>أ. ما هي تقنيات ثلاثية الأبعاد</a:t>
            </a:r>
            <a:r>
              <a:rPr lang="ar-SA" sz="4000" b="1" u="sng" dirty="0" smtClean="0">
                <a:solidFill>
                  <a:schemeClr val="accent5"/>
                </a:solidFill>
              </a:rPr>
              <a:t>؟</a:t>
            </a:r>
            <a:endParaRPr lang="en-US" sz="4000" u="sng" dirty="0">
              <a:solidFill>
                <a:schemeClr val="accent5"/>
              </a:solidFill>
            </a:endParaRPr>
          </a:p>
        </p:txBody>
      </p:sp>
      <p:grpSp>
        <p:nvGrpSpPr>
          <p:cNvPr id="3" name="Group 4"/>
          <p:cNvGrpSpPr>
            <a:grpSpLocks noChangeAspect="1"/>
          </p:cNvGrpSpPr>
          <p:nvPr/>
        </p:nvGrpSpPr>
        <p:grpSpPr bwMode="auto">
          <a:xfrm rot="415208">
            <a:off x="1172494" y="1071568"/>
            <a:ext cx="3296632" cy="5558724"/>
            <a:chOff x="2560" y="2"/>
            <a:chExt cx="2562" cy="4320"/>
          </a:xfrm>
          <a:effectLst/>
        </p:grpSpPr>
        <p:sp>
          <p:nvSpPr>
            <p:cNvPr id="5" name="Freeform 5"/>
            <p:cNvSpPr>
              <a:spLocks/>
            </p:cNvSpPr>
            <p:nvPr/>
          </p:nvSpPr>
          <p:spPr bwMode="auto">
            <a:xfrm>
              <a:off x="3184" y="1981"/>
              <a:ext cx="264" cy="96"/>
            </a:xfrm>
            <a:custGeom>
              <a:avLst/>
              <a:gdLst>
                <a:gd name="T0" fmla="*/ 0 w 264"/>
                <a:gd name="T1" fmla="*/ 92 h 96"/>
                <a:gd name="T2" fmla="*/ 258 w 264"/>
                <a:gd name="T3" fmla="*/ 0 h 96"/>
                <a:gd name="T4" fmla="*/ 264 w 264"/>
                <a:gd name="T5" fmla="*/ 15 h 96"/>
                <a:gd name="T6" fmla="*/ 31 w 264"/>
                <a:gd name="T7" fmla="*/ 96 h 96"/>
                <a:gd name="T8" fmla="*/ 0 w 264"/>
                <a:gd name="T9" fmla="*/ 92 h 96"/>
              </a:gdLst>
              <a:ahLst/>
              <a:cxnLst>
                <a:cxn ang="0">
                  <a:pos x="T0" y="T1"/>
                </a:cxn>
                <a:cxn ang="0">
                  <a:pos x="T2" y="T3"/>
                </a:cxn>
                <a:cxn ang="0">
                  <a:pos x="T4" y="T5"/>
                </a:cxn>
                <a:cxn ang="0">
                  <a:pos x="T6" y="T7"/>
                </a:cxn>
                <a:cxn ang="0">
                  <a:pos x="T8" y="T9"/>
                </a:cxn>
              </a:cxnLst>
              <a:rect l="0" t="0" r="r" b="b"/>
              <a:pathLst>
                <a:path w="264" h="96">
                  <a:moveTo>
                    <a:pt x="0" y="92"/>
                  </a:moveTo>
                  <a:lnTo>
                    <a:pt x="258" y="0"/>
                  </a:lnTo>
                  <a:lnTo>
                    <a:pt x="264" y="15"/>
                  </a:lnTo>
                  <a:lnTo>
                    <a:pt x="31" y="96"/>
                  </a:lnTo>
                  <a:lnTo>
                    <a:pt x="0" y="92"/>
                  </a:lnTo>
                  <a:close/>
                </a:path>
              </a:pathLst>
            </a:custGeom>
            <a:solidFill>
              <a:srgbClr val="D1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6" name="Freeform 6"/>
            <p:cNvSpPr>
              <a:spLocks/>
            </p:cNvSpPr>
            <p:nvPr/>
          </p:nvSpPr>
          <p:spPr bwMode="auto">
            <a:xfrm>
              <a:off x="3381" y="2"/>
              <a:ext cx="891" cy="1652"/>
            </a:xfrm>
            <a:custGeom>
              <a:avLst/>
              <a:gdLst>
                <a:gd name="T0" fmla="*/ 0 w 891"/>
                <a:gd name="T1" fmla="*/ 1652 h 1652"/>
                <a:gd name="T2" fmla="*/ 891 w 891"/>
                <a:gd name="T3" fmla="*/ 1249 h 1652"/>
                <a:gd name="T4" fmla="*/ 891 w 891"/>
                <a:gd name="T5" fmla="*/ 0 h 1652"/>
                <a:gd name="T6" fmla="*/ 9 w 891"/>
                <a:gd name="T7" fmla="*/ 608 h 1652"/>
                <a:gd name="T8" fmla="*/ 0 w 891"/>
                <a:gd name="T9" fmla="*/ 1652 h 1652"/>
              </a:gdLst>
              <a:ahLst/>
              <a:cxnLst>
                <a:cxn ang="0">
                  <a:pos x="T0" y="T1"/>
                </a:cxn>
                <a:cxn ang="0">
                  <a:pos x="T2" y="T3"/>
                </a:cxn>
                <a:cxn ang="0">
                  <a:pos x="T4" y="T5"/>
                </a:cxn>
                <a:cxn ang="0">
                  <a:pos x="T6" y="T7"/>
                </a:cxn>
                <a:cxn ang="0">
                  <a:pos x="T8" y="T9"/>
                </a:cxn>
              </a:cxnLst>
              <a:rect l="0" t="0" r="r" b="b"/>
              <a:pathLst>
                <a:path w="891" h="1652">
                  <a:moveTo>
                    <a:pt x="0" y="1652"/>
                  </a:moveTo>
                  <a:lnTo>
                    <a:pt x="891" y="1249"/>
                  </a:lnTo>
                  <a:lnTo>
                    <a:pt x="891" y="0"/>
                  </a:lnTo>
                  <a:lnTo>
                    <a:pt x="9" y="608"/>
                  </a:lnTo>
                  <a:lnTo>
                    <a:pt x="0" y="1652"/>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7" name="Freeform 7"/>
            <p:cNvSpPr>
              <a:spLocks/>
            </p:cNvSpPr>
            <p:nvPr/>
          </p:nvSpPr>
          <p:spPr bwMode="auto">
            <a:xfrm>
              <a:off x="4272" y="2"/>
              <a:ext cx="850" cy="1650"/>
            </a:xfrm>
            <a:custGeom>
              <a:avLst/>
              <a:gdLst>
                <a:gd name="T0" fmla="*/ 850 w 850"/>
                <a:gd name="T1" fmla="*/ 1650 h 1650"/>
                <a:gd name="T2" fmla="*/ 0 w 850"/>
                <a:gd name="T3" fmla="*/ 1249 h 1650"/>
                <a:gd name="T4" fmla="*/ 0 w 850"/>
                <a:gd name="T5" fmla="*/ 0 h 1650"/>
                <a:gd name="T6" fmla="*/ 850 w 850"/>
                <a:gd name="T7" fmla="*/ 622 h 1650"/>
                <a:gd name="T8" fmla="*/ 850 w 850"/>
                <a:gd name="T9" fmla="*/ 1650 h 1650"/>
              </a:gdLst>
              <a:ahLst/>
              <a:cxnLst>
                <a:cxn ang="0">
                  <a:pos x="T0" y="T1"/>
                </a:cxn>
                <a:cxn ang="0">
                  <a:pos x="T2" y="T3"/>
                </a:cxn>
                <a:cxn ang="0">
                  <a:pos x="T4" y="T5"/>
                </a:cxn>
                <a:cxn ang="0">
                  <a:pos x="T6" y="T7"/>
                </a:cxn>
                <a:cxn ang="0">
                  <a:pos x="T8" y="T9"/>
                </a:cxn>
              </a:cxnLst>
              <a:rect l="0" t="0" r="r" b="b"/>
              <a:pathLst>
                <a:path w="850" h="1650">
                  <a:moveTo>
                    <a:pt x="850" y="1650"/>
                  </a:moveTo>
                  <a:lnTo>
                    <a:pt x="0" y="1249"/>
                  </a:lnTo>
                  <a:lnTo>
                    <a:pt x="0" y="0"/>
                  </a:lnTo>
                  <a:lnTo>
                    <a:pt x="850" y="622"/>
                  </a:lnTo>
                  <a:lnTo>
                    <a:pt x="850" y="1650"/>
                  </a:ln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8" name="Freeform 8"/>
            <p:cNvSpPr>
              <a:spLocks/>
            </p:cNvSpPr>
            <p:nvPr/>
          </p:nvSpPr>
          <p:spPr bwMode="auto">
            <a:xfrm>
              <a:off x="3381" y="1251"/>
              <a:ext cx="1741" cy="722"/>
            </a:xfrm>
            <a:custGeom>
              <a:avLst/>
              <a:gdLst>
                <a:gd name="T0" fmla="*/ 1741 w 1741"/>
                <a:gd name="T1" fmla="*/ 401 h 722"/>
                <a:gd name="T2" fmla="*/ 909 w 1741"/>
                <a:gd name="T3" fmla="*/ 722 h 722"/>
                <a:gd name="T4" fmla="*/ 0 w 1741"/>
                <a:gd name="T5" fmla="*/ 403 h 722"/>
                <a:gd name="T6" fmla="*/ 891 w 1741"/>
                <a:gd name="T7" fmla="*/ 0 h 722"/>
                <a:gd name="T8" fmla="*/ 1741 w 1741"/>
                <a:gd name="T9" fmla="*/ 401 h 722"/>
              </a:gdLst>
              <a:ahLst/>
              <a:cxnLst>
                <a:cxn ang="0">
                  <a:pos x="T0" y="T1"/>
                </a:cxn>
                <a:cxn ang="0">
                  <a:pos x="T2" y="T3"/>
                </a:cxn>
                <a:cxn ang="0">
                  <a:pos x="T4" y="T5"/>
                </a:cxn>
                <a:cxn ang="0">
                  <a:pos x="T6" y="T7"/>
                </a:cxn>
                <a:cxn ang="0">
                  <a:pos x="T8" y="T9"/>
                </a:cxn>
              </a:cxnLst>
              <a:rect l="0" t="0" r="r" b="b"/>
              <a:pathLst>
                <a:path w="1741" h="722">
                  <a:moveTo>
                    <a:pt x="1741" y="401"/>
                  </a:moveTo>
                  <a:lnTo>
                    <a:pt x="909" y="722"/>
                  </a:lnTo>
                  <a:lnTo>
                    <a:pt x="0" y="403"/>
                  </a:lnTo>
                  <a:lnTo>
                    <a:pt x="891" y="0"/>
                  </a:lnTo>
                  <a:lnTo>
                    <a:pt x="1741" y="401"/>
                  </a:lnTo>
                  <a:close/>
                </a:path>
              </a:pathLst>
            </a:custGeom>
            <a:solidFill>
              <a:schemeClr val="accent5">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9" name="Freeform 9"/>
            <p:cNvSpPr>
              <a:spLocks/>
            </p:cNvSpPr>
            <p:nvPr/>
          </p:nvSpPr>
          <p:spPr bwMode="auto">
            <a:xfrm>
              <a:off x="4889" y="687"/>
              <a:ext cx="85" cy="60"/>
            </a:xfrm>
            <a:custGeom>
              <a:avLst/>
              <a:gdLst>
                <a:gd name="T0" fmla="*/ 43 w 44"/>
                <a:gd name="T1" fmla="*/ 0 h 31"/>
                <a:gd name="T2" fmla="*/ 0 w 44"/>
                <a:gd name="T3" fmla="*/ 25 h 31"/>
                <a:gd name="T4" fmla="*/ 3 w 44"/>
                <a:gd name="T5" fmla="*/ 31 h 31"/>
                <a:gd name="T6" fmla="*/ 44 w 44"/>
                <a:gd name="T7" fmla="*/ 7 h 31"/>
                <a:gd name="T8" fmla="*/ 43 w 44"/>
                <a:gd name="T9" fmla="*/ 0 h 31"/>
              </a:gdLst>
              <a:ahLst/>
              <a:cxnLst>
                <a:cxn ang="0">
                  <a:pos x="T0" y="T1"/>
                </a:cxn>
                <a:cxn ang="0">
                  <a:pos x="T2" y="T3"/>
                </a:cxn>
                <a:cxn ang="0">
                  <a:pos x="T4" y="T5"/>
                </a:cxn>
                <a:cxn ang="0">
                  <a:pos x="T6" y="T7"/>
                </a:cxn>
                <a:cxn ang="0">
                  <a:pos x="T8" y="T9"/>
                </a:cxn>
              </a:cxnLst>
              <a:rect l="0" t="0" r="r" b="b"/>
              <a:pathLst>
                <a:path w="44" h="31">
                  <a:moveTo>
                    <a:pt x="43" y="0"/>
                  </a:moveTo>
                  <a:cubicBezTo>
                    <a:pt x="25" y="4"/>
                    <a:pt x="1" y="25"/>
                    <a:pt x="0" y="25"/>
                  </a:cubicBezTo>
                  <a:cubicBezTo>
                    <a:pt x="3" y="31"/>
                    <a:pt x="3" y="31"/>
                    <a:pt x="3" y="31"/>
                  </a:cubicBezTo>
                  <a:cubicBezTo>
                    <a:pt x="3" y="31"/>
                    <a:pt x="26" y="10"/>
                    <a:pt x="44" y="7"/>
                  </a:cubicBezTo>
                  <a:lnTo>
                    <a:pt x="4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0" name="Freeform 10"/>
            <p:cNvSpPr>
              <a:spLocks/>
            </p:cNvSpPr>
            <p:nvPr/>
          </p:nvSpPr>
          <p:spPr bwMode="auto">
            <a:xfrm>
              <a:off x="4762" y="512"/>
              <a:ext cx="34" cy="123"/>
            </a:xfrm>
            <a:custGeom>
              <a:avLst/>
              <a:gdLst>
                <a:gd name="T0" fmla="*/ 18 w 18"/>
                <a:gd name="T1" fmla="*/ 3 h 64"/>
                <a:gd name="T2" fmla="*/ 14 w 18"/>
                <a:gd name="T3" fmla="*/ 0 h 64"/>
                <a:gd name="T4" fmla="*/ 0 w 18"/>
                <a:gd name="T5" fmla="*/ 63 h 64"/>
                <a:gd name="T6" fmla="*/ 5 w 18"/>
                <a:gd name="T7" fmla="*/ 64 h 64"/>
                <a:gd name="T8" fmla="*/ 18 w 18"/>
                <a:gd name="T9" fmla="*/ 3 h 64"/>
              </a:gdLst>
              <a:ahLst/>
              <a:cxnLst>
                <a:cxn ang="0">
                  <a:pos x="T0" y="T1"/>
                </a:cxn>
                <a:cxn ang="0">
                  <a:pos x="T2" y="T3"/>
                </a:cxn>
                <a:cxn ang="0">
                  <a:pos x="T4" y="T5"/>
                </a:cxn>
                <a:cxn ang="0">
                  <a:pos x="T6" y="T7"/>
                </a:cxn>
                <a:cxn ang="0">
                  <a:pos x="T8" y="T9"/>
                </a:cxn>
              </a:cxnLst>
              <a:rect l="0" t="0" r="r" b="b"/>
              <a:pathLst>
                <a:path w="18" h="64">
                  <a:moveTo>
                    <a:pt x="18" y="3"/>
                  </a:moveTo>
                  <a:cubicBezTo>
                    <a:pt x="14" y="0"/>
                    <a:pt x="14" y="0"/>
                    <a:pt x="14" y="0"/>
                  </a:cubicBezTo>
                  <a:cubicBezTo>
                    <a:pt x="4" y="22"/>
                    <a:pt x="0" y="61"/>
                    <a:pt x="0" y="63"/>
                  </a:cubicBezTo>
                  <a:cubicBezTo>
                    <a:pt x="5" y="64"/>
                    <a:pt x="5" y="64"/>
                    <a:pt x="5" y="64"/>
                  </a:cubicBezTo>
                  <a:cubicBezTo>
                    <a:pt x="5" y="63"/>
                    <a:pt x="8" y="25"/>
                    <a:pt x="18"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1" name="Freeform 11"/>
            <p:cNvSpPr>
              <a:spLocks/>
            </p:cNvSpPr>
            <p:nvPr/>
          </p:nvSpPr>
          <p:spPr bwMode="auto">
            <a:xfrm>
              <a:off x="4929" y="843"/>
              <a:ext cx="89" cy="27"/>
            </a:xfrm>
            <a:custGeom>
              <a:avLst/>
              <a:gdLst>
                <a:gd name="T0" fmla="*/ 0 w 46"/>
                <a:gd name="T1" fmla="*/ 5 h 14"/>
                <a:gd name="T2" fmla="*/ 0 w 46"/>
                <a:gd name="T3" fmla="*/ 11 h 14"/>
                <a:gd name="T4" fmla="*/ 45 w 46"/>
                <a:gd name="T5" fmla="*/ 14 h 14"/>
                <a:gd name="T6" fmla="*/ 46 w 46"/>
                <a:gd name="T7" fmla="*/ 8 h 14"/>
                <a:gd name="T8" fmla="*/ 0 w 46"/>
                <a:gd name="T9" fmla="*/ 5 h 14"/>
              </a:gdLst>
              <a:ahLst/>
              <a:cxnLst>
                <a:cxn ang="0">
                  <a:pos x="T0" y="T1"/>
                </a:cxn>
                <a:cxn ang="0">
                  <a:pos x="T2" y="T3"/>
                </a:cxn>
                <a:cxn ang="0">
                  <a:pos x="T4" y="T5"/>
                </a:cxn>
                <a:cxn ang="0">
                  <a:pos x="T6" y="T7"/>
                </a:cxn>
                <a:cxn ang="0">
                  <a:pos x="T8" y="T9"/>
                </a:cxn>
              </a:cxnLst>
              <a:rect l="0" t="0" r="r" b="b"/>
              <a:pathLst>
                <a:path w="46" h="14">
                  <a:moveTo>
                    <a:pt x="0" y="5"/>
                  </a:moveTo>
                  <a:cubicBezTo>
                    <a:pt x="0" y="11"/>
                    <a:pt x="0" y="11"/>
                    <a:pt x="0" y="11"/>
                  </a:cubicBezTo>
                  <a:cubicBezTo>
                    <a:pt x="0" y="11"/>
                    <a:pt x="28" y="7"/>
                    <a:pt x="45" y="14"/>
                  </a:cubicBezTo>
                  <a:cubicBezTo>
                    <a:pt x="46" y="8"/>
                    <a:pt x="46" y="8"/>
                    <a:pt x="46" y="8"/>
                  </a:cubicBezTo>
                  <a:cubicBezTo>
                    <a:pt x="28" y="0"/>
                    <a:pt x="1" y="5"/>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2" name="Freeform 12"/>
            <p:cNvSpPr>
              <a:spLocks/>
            </p:cNvSpPr>
            <p:nvPr/>
          </p:nvSpPr>
          <p:spPr bwMode="auto">
            <a:xfrm>
              <a:off x="4494" y="707"/>
              <a:ext cx="87" cy="57"/>
            </a:xfrm>
            <a:custGeom>
              <a:avLst/>
              <a:gdLst>
                <a:gd name="T0" fmla="*/ 0 w 45"/>
                <a:gd name="T1" fmla="*/ 7 h 30"/>
                <a:gd name="T2" fmla="*/ 42 w 45"/>
                <a:gd name="T3" fmla="*/ 30 h 30"/>
                <a:gd name="T4" fmla="*/ 45 w 45"/>
                <a:gd name="T5" fmla="*/ 24 h 30"/>
                <a:gd name="T6" fmla="*/ 1 w 45"/>
                <a:gd name="T7" fmla="*/ 0 h 30"/>
                <a:gd name="T8" fmla="*/ 0 w 45"/>
                <a:gd name="T9" fmla="*/ 7 h 30"/>
              </a:gdLst>
              <a:ahLst/>
              <a:cxnLst>
                <a:cxn ang="0">
                  <a:pos x="T0" y="T1"/>
                </a:cxn>
                <a:cxn ang="0">
                  <a:pos x="T2" y="T3"/>
                </a:cxn>
                <a:cxn ang="0">
                  <a:pos x="T4" y="T5"/>
                </a:cxn>
                <a:cxn ang="0">
                  <a:pos x="T6" y="T7"/>
                </a:cxn>
                <a:cxn ang="0">
                  <a:pos x="T8" y="T9"/>
                </a:cxn>
              </a:cxnLst>
              <a:rect l="0" t="0" r="r" b="b"/>
              <a:pathLst>
                <a:path w="45" h="30">
                  <a:moveTo>
                    <a:pt x="0" y="7"/>
                  </a:moveTo>
                  <a:cubicBezTo>
                    <a:pt x="18" y="9"/>
                    <a:pt x="42" y="29"/>
                    <a:pt x="42" y="30"/>
                  </a:cubicBezTo>
                  <a:cubicBezTo>
                    <a:pt x="45" y="24"/>
                    <a:pt x="45" y="24"/>
                    <a:pt x="45" y="24"/>
                  </a:cubicBezTo>
                  <a:cubicBezTo>
                    <a:pt x="44" y="23"/>
                    <a:pt x="20" y="3"/>
                    <a:pt x="1" y="0"/>
                  </a:cubicBez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3" name="Freeform 13"/>
            <p:cNvSpPr>
              <a:spLocks/>
            </p:cNvSpPr>
            <p:nvPr/>
          </p:nvSpPr>
          <p:spPr bwMode="auto">
            <a:xfrm>
              <a:off x="4594" y="535"/>
              <a:ext cx="54" cy="114"/>
            </a:xfrm>
            <a:custGeom>
              <a:avLst/>
              <a:gdLst>
                <a:gd name="T0" fmla="*/ 28 w 28"/>
                <a:gd name="T1" fmla="*/ 56 h 59"/>
                <a:gd name="T2" fmla="*/ 3 w 28"/>
                <a:gd name="T3" fmla="*/ 0 h 59"/>
                <a:gd name="T4" fmla="*/ 0 w 28"/>
                <a:gd name="T5" fmla="*/ 5 h 59"/>
                <a:gd name="T6" fmla="*/ 24 w 28"/>
                <a:gd name="T7" fmla="*/ 59 h 59"/>
                <a:gd name="T8" fmla="*/ 28 w 28"/>
                <a:gd name="T9" fmla="*/ 56 h 59"/>
              </a:gdLst>
              <a:ahLst/>
              <a:cxnLst>
                <a:cxn ang="0">
                  <a:pos x="T0" y="T1"/>
                </a:cxn>
                <a:cxn ang="0">
                  <a:pos x="T2" y="T3"/>
                </a:cxn>
                <a:cxn ang="0">
                  <a:pos x="T4" y="T5"/>
                </a:cxn>
                <a:cxn ang="0">
                  <a:pos x="T6" y="T7"/>
                </a:cxn>
                <a:cxn ang="0">
                  <a:pos x="T8" y="T9"/>
                </a:cxn>
              </a:cxnLst>
              <a:rect l="0" t="0" r="r" b="b"/>
              <a:pathLst>
                <a:path w="28" h="59">
                  <a:moveTo>
                    <a:pt x="28" y="56"/>
                  </a:moveTo>
                  <a:cubicBezTo>
                    <a:pt x="28" y="55"/>
                    <a:pt x="17" y="18"/>
                    <a:pt x="3" y="0"/>
                  </a:cubicBezTo>
                  <a:cubicBezTo>
                    <a:pt x="0" y="5"/>
                    <a:pt x="0" y="5"/>
                    <a:pt x="0" y="5"/>
                  </a:cubicBezTo>
                  <a:cubicBezTo>
                    <a:pt x="13" y="22"/>
                    <a:pt x="24" y="58"/>
                    <a:pt x="24" y="59"/>
                  </a:cubicBezTo>
                  <a:lnTo>
                    <a:pt x="28" y="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4" name="Freeform 14"/>
            <p:cNvSpPr>
              <a:spLocks/>
            </p:cNvSpPr>
            <p:nvPr/>
          </p:nvSpPr>
          <p:spPr bwMode="auto">
            <a:xfrm>
              <a:off x="4479" y="868"/>
              <a:ext cx="90" cy="29"/>
            </a:xfrm>
            <a:custGeom>
              <a:avLst/>
              <a:gdLst>
                <a:gd name="T0" fmla="*/ 0 w 47"/>
                <a:gd name="T1" fmla="*/ 9 h 15"/>
                <a:gd name="T2" fmla="*/ 2 w 47"/>
                <a:gd name="T3" fmla="*/ 15 h 15"/>
                <a:gd name="T4" fmla="*/ 46 w 47"/>
                <a:gd name="T5" fmla="*/ 11 h 15"/>
                <a:gd name="T6" fmla="*/ 47 w 47"/>
                <a:gd name="T7" fmla="*/ 5 h 15"/>
                <a:gd name="T8" fmla="*/ 0 w 47"/>
                <a:gd name="T9" fmla="*/ 9 h 15"/>
              </a:gdLst>
              <a:ahLst/>
              <a:cxnLst>
                <a:cxn ang="0">
                  <a:pos x="T0" y="T1"/>
                </a:cxn>
                <a:cxn ang="0">
                  <a:pos x="T2" y="T3"/>
                </a:cxn>
                <a:cxn ang="0">
                  <a:pos x="T4" y="T5"/>
                </a:cxn>
                <a:cxn ang="0">
                  <a:pos x="T6" y="T7"/>
                </a:cxn>
                <a:cxn ang="0">
                  <a:pos x="T8" y="T9"/>
                </a:cxn>
              </a:cxnLst>
              <a:rect l="0" t="0" r="r" b="b"/>
              <a:pathLst>
                <a:path w="47" h="15">
                  <a:moveTo>
                    <a:pt x="0" y="9"/>
                  </a:moveTo>
                  <a:cubicBezTo>
                    <a:pt x="2" y="15"/>
                    <a:pt x="2" y="15"/>
                    <a:pt x="2" y="15"/>
                  </a:cubicBezTo>
                  <a:cubicBezTo>
                    <a:pt x="19" y="7"/>
                    <a:pt x="46" y="11"/>
                    <a:pt x="46" y="11"/>
                  </a:cubicBezTo>
                  <a:cubicBezTo>
                    <a:pt x="47" y="5"/>
                    <a:pt x="47" y="5"/>
                    <a:pt x="47" y="5"/>
                  </a:cubicBezTo>
                  <a:cubicBezTo>
                    <a:pt x="46" y="5"/>
                    <a:pt x="18" y="0"/>
                    <a:pt x="0"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5" name="Freeform 15"/>
            <p:cNvSpPr>
              <a:spLocks/>
            </p:cNvSpPr>
            <p:nvPr/>
          </p:nvSpPr>
          <p:spPr bwMode="auto">
            <a:xfrm>
              <a:off x="4910" y="972"/>
              <a:ext cx="71" cy="70"/>
            </a:xfrm>
            <a:custGeom>
              <a:avLst/>
              <a:gdLst>
                <a:gd name="T0" fmla="*/ 3 w 37"/>
                <a:gd name="T1" fmla="*/ 0 h 36"/>
                <a:gd name="T2" fmla="*/ 0 w 37"/>
                <a:gd name="T3" fmla="*/ 5 h 36"/>
                <a:gd name="T4" fmla="*/ 32 w 37"/>
                <a:gd name="T5" fmla="*/ 36 h 36"/>
                <a:gd name="T6" fmla="*/ 37 w 37"/>
                <a:gd name="T7" fmla="*/ 32 h 36"/>
                <a:gd name="T8" fmla="*/ 3 w 37"/>
                <a:gd name="T9" fmla="*/ 0 h 36"/>
              </a:gdLst>
              <a:ahLst/>
              <a:cxnLst>
                <a:cxn ang="0">
                  <a:pos x="T0" y="T1"/>
                </a:cxn>
                <a:cxn ang="0">
                  <a:pos x="T2" y="T3"/>
                </a:cxn>
                <a:cxn ang="0">
                  <a:pos x="T4" y="T5"/>
                </a:cxn>
                <a:cxn ang="0">
                  <a:pos x="T6" y="T7"/>
                </a:cxn>
                <a:cxn ang="0">
                  <a:pos x="T8" y="T9"/>
                </a:cxn>
              </a:cxnLst>
              <a:rect l="0" t="0" r="r" b="b"/>
              <a:pathLst>
                <a:path w="37" h="36">
                  <a:moveTo>
                    <a:pt x="3" y="0"/>
                  </a:moveTo>
                  <a:cubicBezTo>
                    <a:pt x="0" y="5"/>
                    <a:pt x="0" y="5"/>
                    <a:pt x="0" y="5"/>
                  </a:cubicBezTo>
                  <a:cubicBezTo>
                    <a:pt x="0" y="5"/>
                    <a:pt x="24" y="19"/>
                    <a:pt x="32" y="36"/>
                  </a:cubicBezTo>
                  <a:cubicBezTo>
                    <a:pt x="37" y="32"/>
                    <a:pt x="37" y="32"/>
                    <a:pt x="37" y="32"/>
                  </a:cubicBezTo>
                  <a:cubicBezTo>
                    <a:pt x="29" y="14"/>
                    <a:pt x="4"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6" name="Freeform 16"/>
            <p:cNvSpPr>
              <a:spLocks/>
            </p:cNvSpPr>
            <p:nvPr/>
          </p:nvSpPr>
          <p:spPr bwMode="auto">
            <a:xfrm>
              <a:off x="4690" y="1072"/>
              <a:ext cx="108" cy="56"/>
            </a:xfrm>
            <a:custGeom>
              <a:avLst/>
              <a:gdLst>
                <a:gd name="T0" fmla="*/ 53 w 56"/>
                <a:gd name="T1" fmla="*/ 22 h 29"/>
                <a:gd name="T2" fmla="*/ 3 w 56"/>
                <a:gd name="T3" fmla="*/ 0 h 29"/>
                <a:gd name="T4" fmla="*/ 0 w 56"/>
                <a:gd name="T5" fmla="*/ 2 h 29"/>
                <a:gd name="T6" fmla="*/ 2 w 56"/>
                <a:gd name="T7" fmla="*/ 6 h 29"/>
                <a:gd name="T8" fmla="*/ 53 w 56"/>
                <a:gd name="T9" fmla="*/ 28 h 29"/>
                <a:gd name="T10" fmla="*/ 56 w 56"/>
                <a:gd name="T11" fmla="*/ 26 h 29"/>
                <a:gd name="T12" fmla="*/ 53 w 56"/>
                <a:gd name="T13" fmla="*/ 22 h 29"/>
              </a:gdLst>
              <a:ahLst/>
              <a:cxnLst>
                <a:cxn ang="0">
                  <a:pos x="T0" y="T1"/>
                </a:cxn>
                <a:cxn ang="0">
                  <a:pos x="T2" y="T3"/>
                </a:cxn>
                <a:cxn ang="0">
                  <a:pos x="T4" y="T5"/>
                </a:cxn>
                <a:cxn ang="0">
                  <a:pos x="T6" y="T7"/>
                </a:cxn>
                <a:cxn ang="0">
                  <a:pos x="T8" y="T9"/>
                </a:cxn>
                <a:cxn ang="0">
                  <a:pos x="T10" y="T11"/>
                </a:cxn>
                <a:cxn ang="0">
                  <a:pos x="T12" y="T13"/>
                </a:cxn>
              </a:cxnLst>
              <a:rect l="0" t="0" r="r" b="b"/>
              <a:pathLst>
                <a:path w="56" h="29">
                  <a:moveTo>
                    <a:pt x="53" y="22"/>
                  </a:moveTo>
                  <a:cubicBezTo>
                    <a:pt x="3" y="0"/>
                    <a:pt x="3" y="0"/>
                    <a:pt x="3" y="0"/>
                  </a:cubicBezTo>
                  <a:cubicBezTo>
                    <a:pt x="1" y="0"/>
                    <a:pt x="0" y="1"/>
                    <a:pt x="0" y="2"/>
                  </a:cubicBezTo>
                  <a:cubicBezTo>
                    <a:pt x="0" y="4"/>
                    <a:pt x="1" y="6"/>
                    <a:pt x="2" y="6"/>
                  </a:cubicBezTo>
                  <a:cubicBezTo>
                    <a:pt x="53" y="28"/>
                    <a:pt x="53" y="28"/>
                    <a:pt x="53" y="28"/>
                  </a:cubicBezTo>
                  <a:cubicBezTo>
                    <a:pt x="55" y="29"/>
                    <a:pt x="56" y="28"/>
                    <a:pt x="56" y="26"/>
                  </a:cubicBezTo>
                  <a:cubicBezTo>
                    <a:pt x="56" y="25"/>
                    <a:pt x="55" y="23"/>
                    <a:pt x="53"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7" name="Freeform 17"/>
            <p:cNvSpPr>
              <a:spLocks/>
            </p:cNvSpPr>
            <p:nvPr/>
          </p:nvSpPr>
          <p:spPr bwMode="auto">
            <a:xfrm>
              <a:off x="4690" y="1090"/>
              <a:ext cx="106" cy="56"/>
            </a:xfrm>
            <a:custGeom>
              <a:avLst/>
              <a:gdLst>
                <a:gd name="T0" fmla="*/ 53 w 55"/>
                <a:gd name="T1" fmla="*/ 22 h 29"/>
                <a:gd name="T2" fmla="*/ 2 w 55"/>
                <a:gd name="T3" fmla="*/ 0 h 29"/>
                <a:gd name="T4" fmla="*/ 0 w 55"/>
                <a:gd name="T5" fmla="*/ 2 h 29"/>
                <a:gd name="T6" fmla="*/ 2 w 55"/>
                <a:gd name="T7" fmla="*/ 6 h 29"/>
                <a:gd name="T8" fmla="*/ 53 w 55"/>
                <a:gd name="T9" fmla="*/ 28 h 29"/>
                <a:gd name="T10" fmla="*/ 55 w 55"/>
                <a:gd name="T11" fmla="*/ 26 h 29"/>
                <a:gd name="T12" fmla="*/ 53 w 55"/>
                <a:gd name="T13" fmla="*/ 22 h 29"/>
              </a:gdLst>
              <a:ahLst/>
              <a:cxnLst>
                <a:cxn ang="0">
                  <a:pos x="T0" y="T1"/>
                </a:cxn>
                <a:cxn ang="0">
                  <a:pos x="T2" y="T3"/>
                </a:cxn>
                <a:cxn ang="0">
                  <a:pos x="T4" y="T5"/>
                </a:cxn>
                <a:cxn ang="0">
                  <a:pos x="T6" y="T7"/>
                </a:cxn>
                <a:cxn ang="0">
                  <a:pos x="T8" y="T9"/>
                </a:cxn>
                <a:cxn ang="0">
                  <a:pos x="T10" y="T11"/>
                </a:cxn>
                <a:cxn ang="0">
                  <a:pos x="T12" y="T13"/>
                </a:cxn>
              </a:cxnLst>
              <a:rect l="0" t="0" r="r" b="b"/>
              <a:pathLst>
                <a:path w="55" h="29">
                  <a:moveTo>
                    <a:pt x="53" y="22"/>
                  </a:moveTo>
                  <a:cubicBezTo>
                    <a:pt x="2" y="0"/>
                    <a:pt x="2" y="0"/>
                    <a:pt x="2" y="0"/>
                  </a:cubicBezTo>
                  <a:cubicBezTo>
                    <a:pt x="1" y="0"/>
                    <a:pt x="0" y="1"/>
                    <a:pt x="0" y="2"/>
                  </a:cubicBezTo>
                  <a:cubicBezTo>
                    <a:pt x="0" y="4"/>
                    <a:pt x="1" y="6"/>
                    <a:pt x="2" y="6"/>
                  </a:cubicBezTo>
                  <a:cubicBezTo>
                    <a:pt x="53" y="28"/>
                    <a:pt x="53" y="28"/>
                    <a:pt x="53" y="28"/>
                  </a:cubicBezTo>
                  <a:cubicBezTo>
                    <a:pt x="54" y="29"/>
                    <a:pt x="55" y="28"/>
                    <a:pt x="55" y="26"/>
                  </a:cubicBezTo>
                  <a:cubicBezTo>
                    <a:pt x="55" y="25"/>
                    <a:pt x="54" y="23"/>
                    <a:pt x="53"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8" name="Freeform 18"/>
            <p:cNvSpPr>
              <a:spLocks/>
            </p:cNvSpPr>
            <p:nvPr/>
          </p:nvSpPr>
          <p:spPr bwMode="auto">
            <a:xfrm>
              <a:off x="4688" y="1107"/>
              <a:ext cx="108" cy="56"/>
            </a:xfrm>
            <a:custGeom>
              <a:avLst/>
              <a:gdLst>
                <a:gd name="T0" fmla="*/ 54 w 56"/>
                <a:gd name="T1" fmla="*/ 22 h 29"/>
                <a:gd name="T2" fmla="*/ 3 w 56"/>
                <a:gd name="T3" fmla="*/ 0 h 29"/>
                <a:gd name="T4" fmla="*/ 0 w 56"/>
                <a:gd name="T5" fmla="*/ 2 h 29"/>
                <a:gd name="T6" fmla="*/ 3 w 56"/>
                <a:gd name="T7" fmla="*/ 6 h 29"/>
                <a:gd name="T8" fmla="*/ 54 w 56"/>
                <a:gd name="T9" fmla="*/ 28 h 29"/>
                <a:gd name="T10" fmla="*/ 56 w 56"/>
                <a:gd name="T11" fmla="*/ 26 h 29"/>
                <a:gd name="T12" fmla="*/ 54 w 56"/>
                <a:gd name="T13" fmla="*/ 22 h 29"/>
              </a:gdLst>
              <a:ahLst/>
              <a:cxnLst>
                <a:cxn ang="0">
                  <a:pos x="T0" y="T1"/>
                </a:cxn>
                <a:cxn ang="0">
                  <a:pos x="T2" y="T3"/>
                </a:cxn>
                <a:cxn ang="0">
                  <a:pos x="T4" y="T5"/>
                </a:cxn>
                <a:cxn ang="0">
                  <a:pos x="T6" y="T7"/>
                </a:cxn>
                <a:cxn ang="0">
                  <a:pos x="T8" y="T9"/>
                </a:cxn>
                <a:cxn ang="0">
                  <a:pos x="T10" y="T11"/>
                </a:cxn>
                <a:cxn ang="0">
                  <a:pos x="T12" y="T13"/>
                </a:cxn>
              </a:cxnLst>
              <a:rect l="0" t="0" r="r" b="b"/>
              <a:pathLst>
                <a:path w="56" h="29">
                  <a:moveTo>
                    <a:pt x="54" y="22"/>
                  </a:moveTo>
                  <a:cubicBezTo>
                    <a:pt x="3" y="0"/>
                    <a:pt x="3" y="0"/>
                    <a:pt x="3" y="0"/>
                  </a:cubicBezTo>
                  <a:cubicBezTo>
                    <a:pt x="2" y="0"/>
                    <a:pt x="1" y="1"/>
                    <a:pt x="0" y="2"/>
                  </a:cubicBezTo>
                  <a:cubicBezTo>
                    <a:pt x="0" y="4"/>
                    <a:pt x="1" y="6"/>
                    <a:pt x="3" y="6"/>
                  </a:cubicBezTo>
                  <a:cubicBezTo>
                    <a:pt x="54" y="28"/>
                    <a:pt x="54" y="28"/>
                    <a:pt x="54" y="28"/>
                  </a:cubicBezTo>
                  <a:cubicBezTo>
                    <a:pt x="55" y="29"/>
                    <a:pt x="56" y="28"/>
                    <a:pt x="56" y="26"/>
                  </a:cubicBezTo>
                  <a:cubicBezTo>
                    <a:pt x="56" y="25"/>
                    <a:pt x="55" y="23"/>
                    <a:pt x="54"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9" name="Freeform 19"/>
            <p:cNvSpPr>
              <a:spLocks/>
            </p:cNvSpPr>
            <p:nvPr/>
          </p:nvSpPr>
          <p:spPr bwMode="auto">
            <a:xfrm>
              <a:off x="4690" y="1122"/>
              <a:ext cx="106" cy="70"/>
            </a:xfrm>
            <a:custGeom>
              <a:avLst/>
              <a:gdLst>
                <a:gd name="T0" fmla="*/ 53 w 55"/>
                <a:gd name="T1" fmla="*/ 22 h 36"/>
                <a:gd name="T2" fmla="*/ 2 w 55"/>
                <a:gd name="T3" fmla="*/ 0 h 36"/>
                <a:gd name="T4" fmla="*/ 0 w 55"/>
                <a:gd name="T5" fmla="*/ 1 h 36"/>
                <a:gd name="T6" fmla="*/ 1 w 55"/>
                <a:gd name="T7" fmla="*/ 4 h 36"/>
                <a:gd name="T8" fmla="*/ 5 w 55"/>
                <a:gd name="T9" fmla="*/ 10 h 36"/>
                <a:gd name="T10" fmla="*/ 8 w 55"/>
                <a:gd name="T11" fmla="*/ 15 h 36"/>
                <a:gd name="T12" fmla="*/ 9 w 55"/>
                <a:gd name="T13" fmla="*/ 16 h 36"/>
                <a:gd name="T14" fmla="*/ 9 w 55"/>
                <a:gd name="T15" fmla="*/ 16 h 36"/>
                <a:gd name="T16" fmla="*/ 14 w 55"/>
                <a:gd name="T17" fmla="*/ 24 h 36"/>
                <a:gd name="T18" fmla="*/ 39 w 55"/>
                <a:gd name="T19" fmla="*/ 35 h 36"/>
                <a:gd name="T20" fmla="*/ 44 w 55"/>
                <a:gd name="T21" fmla="*/ 31 h 36"/>
                <a:gd name="T22" fmla="*/ 44 w 55"/>
                <a:gd name="T23" fmla="*/ 31 h 36"/>
                <a:gd name="T24" fmla="*/ 46 w 55"/>
                <a:gd name="T25" fmla="*/ 31 h 36"/>
                <a:gd name="T26" fmla="*/ 53 w 55"/>
                <a:gd name="T27" fmla="*/ 26 h 36"/>
                <a:gd name="T28" fmla="*/ 53 w 55"/>
                <a:gd name="T29" fmla="*/ 26 h 36"/>
                <a:gd name="T30" fmla="*/ 55 w 55"/>
                <a:gd name="T31" fmla="*/ 25 h 36"/>
                <a:gd name="T32" fmla="*/ 53 w 55"/>
                <a:gd name="T33" fmla="*/ 2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 h="36">
                  <a:moveTo>
                    <a:pt x="53" y="22"/>
                  </a:moveTo>
                  <a:cubicBezTo>
                    <a:pt x="2" y="0"/>
                    <a:pt x="2" y="0"/>
                    <a:pt x="2" y="0"/>
                  </a:cubicBezTo>
                  <a:cubicBezTo>
                    <a:pt x="1" y="0"/>
                    <a:pt x="0" y="0"/>
                    <a:pt x="0" y="1"/>
                  </a:cubicBezTo>
                  <a:cubicBezTo>
                    <a:pt x="0" y="2"/>
                    <a:pt x="0" y="3"/>
                    <a:pt x="1" y="4"/>
                  </a:cubicBezTo>
                  <a:cubicBezTo>
                    <a:pt x="2" y="5"/>
                    <a:pt x="3" y="7"/>
                    <a:pt x="5" y="10"/>
                  </a:cubicBezTo>
                  <a:cubicBezTo>
                    <a:pt x="7" y="13"/>
                    <a:pt x="7" y="14"/>
                    <a:pt x="8" y="15"/>
                  </a:cubicBezTo>
                  <a:cubicBezTo>
                    <a:pt x="9" y="16"/>
                    <a:pt x="9" y="16"/>
                    <a:pt x="9" y="16"/>
                  </a:cubicBezTo>
                  <a:cubicBezTo>
                    <a:pt x="9" y="16"/>
                    <a:pt x="9" y="16"/>
                    <a:pt x="9" y="16"/>
                  </a:cubicBezTo>
                  <a:cubicBezTo>
                    <a:pt x="9" y="19"/>
                    <a:pt x="11" y="23"/>
                    <a:pt x="14" y="24"/>
                  </a:cubicBezTo>
                  <a:cubicBezTo>
                    <a:pt x="39" y="35"/>
                    <a:pt x="39" y="35"/>
                    <a:pt x="39" y="35"/>
                  </a:cubicBezTo>
                  <a:cubicBezTo>
                    <a:pt x="42" y="36"/>
                    <a:pt x="44" y="34"/>
                    <a:pt x="44" y="31"/>
                  </a:cubicBezTo>
                  <a:cubicBezTo>
                    <a:pt x="44" y="31"/>
                    <a:pt x="44" y="31"/>
                    <a:pt x="44" y="31"/>
                  </a:cubicBezTo>
                  <a:cubicBezTo>
                    <a:pt x="46" y="31"/>
                    <a:pt x="46" y="31"/>
                    <a:pt x="46" y="31"/>
                  </a:cubicBezTo>
                  <a:cubicBezTo>
                    <a:pt x="47" y="31"/>
                    <a:pt x="52" y="27"/>
                    <a:pt x="53" y="26"/>
                  </a:cubicBezTo>
                  <a:cubicBezTo>
                    <a:pt x="53" y="26"/>
                    <a:pt x="53" y="26"/>
                    <a:pt x="53" y="26"/>
                  </a:cubicBezTo>
                  <a:cubicBezTo>
                    <a:pt x="54" y="26"/>
                    <a:pt x="55" y="26"/>
                    <a:pt x="55" y="25"/>
                  </a:cubicBezTo>
                  <a:cubicBezTo>
                    <a:pt x="55" y="24"/>
                    <a:pt x="54" y="23"/>
                    <a:pt x="53"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0" name="Freeform 20"/>
            <p:cNvSpPr>
              <a:spLocks/>
            </p:cNvSpPr>
            <p:nvPr/>
          </p:nvSpPr>
          <p:spPr bwMode="auto">
            <a:xfrm>
              <a:off x="4690" y="1055"/>
              <a:ext cx="108" cy="56"/>
            </a:xfrm>
            <a:custGeom>
              <a:avLst/>
              <a:gdLst>
                <a:gd name="T0" fmla="*/ 54 w 56"/>
                <a:gd name="T1" fmla="*/ 23 h 29"/>
                <a:gd name="T2" fmla="*/ 2 w 56"/>
                <a:gd name="T3" fmla="*/ 0 h 29"/>
                <a:gd name="T4" fmla="*/ 0 w 56"/>
                <a:gd name="T5" fmla="*/ 2 h 29"/>
                <a:gd name="T6" fmla="*/ 2 w 56"/>
                <a:gd name="T7" fmla="*/ 6 h 29"/>
                <a:gd name="T8" fmla="*/ 54 w 56"/>
                <a:gd name="T9" fmla="*/ 29 h 29"/>
                <a:gd name="T10" fmla="*/ 56 w 56"/>
                <a:gd name="T11" fmla="*/ 27 h 29"/>
                <a:gd name="T12" fmla="*/ 54 w 56"/>
                <a:gd name="T13" fmla="*/ 23 h 29"/>
              </a:gdLst>
              <a:ahLst/>
              <a:cxnLst>
                <a:cxn ang="0">
                  <a:pos x="T0" y="T1"/>
                </a:cxn>
                <a:cxn ang="0">
                  <a:pos x="T2" y="T3"/>
                </a:cxn>
                <a:cxn ang="0">
                  <a:pos x="T4" y="T5"/>
                </a:cxn>
                <a:cxn ang="0">
                  <a:pos x="T6" y="T7"/>
                </a:cxn>
                <a:cxn ang="0">
                  <a:pos x="T8" y="T9"/>
                </a:cxn>
                <a:cxn ang="0">
                  <a:pos x="T10" y="T11"/>
                </a:cxn>
                <a:cxn ang="0">
                  <a:pos x="T12" y="T13"/>
                </a:cxn>
              </a:cxnLst>
              <a:rect l="0" t="0" r="r" b="b"/>
              <a:pathLst>
                <a:path w="56" h="29">
                  <a:moveTo>
                    <a:pt x="54" y="23"/>
                  </a:moveTo>
                  <a:cubicBezTo>
                    <a:pt x="2" y="0"/>
                    <a:pt x="2" y="0"/>
                    <a:pt x="2" y="0"/>
                  </a:cubicBezTo>
                  <a:cubicBezTo>
                    <a:pt x="1" y="0"/>
                    <a:pt x="0" y="1"/>
                    <a:pt x="0" y="2"/>
                  </a:cubicBezTo>
                  <a:cubicBezTo>
                    <a:pt x="0" y="4"/>
                    <a:pt x="1" y="6"/>
                    <a:pt x="2" y="6"/>
                  </a:cubicBezTo>
                  <a:cubicBezTo>
                    <a:pt x="54" y="29"/>
                    <a:pt x="54" y="29"/>
                    <a:pt x="54" y="29"/>
                  </a:cubicBezTo>
                  <a:cubicBezTo>
                    <a:pt x="55" y="29"/>
                    <a:pt x="56" y="28"/>
                    <a:pt x="56" y="27"/>
                  </a:cubicBezTo>
                  <a:cubicBezTo>
                    <a:pt x="56" y="25"/>
                    <a:pt x="55" y="23"/>
                    <a:pt x="54"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1" name="Freeform 21"/>
            <p:cNvSpPr>
              <a:spLocks noEditPoints="1"/>
            </p:cNvSpPr>
            <p:nvPr/>
          </p:nvSpPr>
          <p:spPr bwMode="auto">
            <a:xfrm>
              <a:off x="4625" y="685"/>
              <a:ext cx="258" cy="403"/>
            </a:xfrm>
            <a:custGeom>
              <a:avLst/>
              <a:gdLst>
                <a:gd name="T0" fmla="*/ 73 w 134"/>
                <a:gd name="T1" fmla="*/ 10 h 209"/>
                <a:gd name="T2" fmla="*/ 21 w 134"/>
                <a:gd name="T3" fmla="*/ 9 h 209"/>
                <a:gd name="T4" fmla="*/ 0 w 134"/>
                <a:gd name="T5" fmla="*/ 55 h 209"/>
                <a:gd name="T6" fmla="*/ 16 w 134"/>
                <a:gd name="T7" fmla="*/ 120 h 209"/>
                <a:gd name="T8" fmla="*/ 25 w 134"/>
                <a:gd name="T9" fmla="*/ 148 h 209"/>
                <a:gd name="T10" fmla="*/ 34 w 134"/>
                <a:gd name="T11" fmla="*/ 184 h 209"/>
                <a:gd name="T12" fmla="*/ 40 w 134"/>
                <a:gd name="T13" fmla="*/ 188 h 209"/>
                <a:gd name="T14" fmla="*/ 67 w 134"/>
                <a:gd name="T15" fmla="*/ 199 h 209"/>
                <a:gd name="T16" fmla="*/ 87 w 134"/>
                <a:gd name="T17" fmla="*/ 208 h 209"/>
                <a:gd name="T18" fmla="*/ 91 w 134"/>
                <a:gd name="T19" fmla="*/ 208 h 209"/>
                <a:gd name="T20" fmla="*/ 102 w 134"/>
                <a:gd name="T21" fmla="*/ 190 h 209"/>
                <a:gd name="T22" fmla="*/ 111 w 134"/>
                <a:gd name="T23" fmla="*/ 167 h 209"/>
                <a:gd name="T24" fmla="*/ 115 w 134"/>
                <a:gd name="T25" fmla="*/ 161 h 209"/>
                <a:gd name="T26" fmla="*/ 133 w 134"/>
                <a:gd name="T27" fmla="*/ 113 h 209"/>
                <a:gd name="T28" fmla="*/ 129 w 134"/>
                <a:gd name="T29" fmla="*/ 76 h 209"/>
                <a:gd name="T30" fmla="*/ 57 w 134"/>
                <a:gd name="T31" fmla="*/ 181 h 209"/>
                <a:gd name="T32" fmla="*/ 65 w 134"/>
                <a:gd name="T33" fmla="*/ 135 h 209"/>
                <a:gd name="T34" fmla="*/ 68 w 134"/>
                <a:gd name="T35" fmla="*/ 186 h 209"/>
                <a:gd name="T36" fmla="*/ 122 w 134"/>
                <a:gd name="T37" fmla="*/ 108 h 209"/>
                <a:gd name="T38" fmla="*/ 105 w 134"/>
                <a:gd name="T39" fmla="*/ 150 h 209"/>
                <a:gd name="T40" fmla="*/ 101 w 134"/>
                <a:gd name="T41" fmla="*/ 156 h 209"/>
                <a:gd name="T42" fmla="*/ 90 w 134"/>
                <a:gd name="T43" fmla="*/ 184 h 209"/>
                <a:gd name="T44" fmla="*/ 86 w 134"/>
                <a:gd name="T45" fmla="*/ 194 h 209"/>
                <a:gd name="T46" fmla="*/ 68 w 134"/>
                <a:gd name="T47" fmla="*/ 127 h 209"/>
                <a:gd name="T48" fmla="*/ 49 w 134"/>
                <a:gd name="T49" fmla="*/ 178 h 209"/>
                <a:gd name="T50" fmla="*/ 38 w 134"/>
                <a:gd name="T51" fmla="*/ 161 h 209"/>
                <a:gd name="T52" fmla="*/ 28 w 134"/>
                <a:gd name="T53" fmla="*/ 124 h 209"/>
                <a:gd name="T54" fmla="*/ 24 w 134"/>
                <a:gd name="T55" fmla="*/ 111 h 209"/>
                <a:gd name="T56" fmla="*/ 12 w 134"/>
                <a:gd name="T57" fmla="*/ 58 h 209"/>
                <a:gd name="T58" fmla="*/ 68 w 134"/>
                <a:gd name="T59" fmla="*/ 21 h 209"/>
                <a:gd name="T60" fmla="*/ 107 w 134"/>
                <a:gd name="T61" fmla="*/ 56 h 209"/>
                <a:gd name="T62" fmla="*/ 122 w 134"/>
                <a:gd name="T63" fmla="*/ 10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4" h="209">
                  <a:moveTo>
                    <a:pt x="116" y="50"/>
                  </a:moveTo>
                  <a:cubicBezTo>
                    <a:pt x="104" y="31"/>
                    <a:pt x="90" y="18"/>
                    <a:pt x="73" y="10"/>
                  </a:cubicBezTo>
                  <a:cubicBezTo>
                    <a:pt x="69" y="7"/>
                    <a:pt x="69" y="7"/>
                    <a:pt x="69" y="7"/>
                  </a:cubicBezTo>
                  <a:cubicBezTo>
                    <a:pt x="50" y="0"/>
                    <a:pt x="33" y="1"/>
                    <a:pt x="21" y="9"/>
                  </a:cubicBezTo>
                  <a:cubicBezTo>
                    <a:pt x="8" y="18"/>
                    <a:pt x="1" y="33"/>
                    <a:pt x="0" y="53"/>
                  </a:cubicBezTo>
                  <a:cubicBezTo>
                    <a:pt x="0" y="55"/>
                    <a:pt x="0" y="55"/>
                    <a:pt x="0" y="55"/>
                  </a:cubicBezTo>
                  <a:cubicBezTo>
                    <a:pt x="0" y="78"/>
                    <a:pt x="7" y="96"/>
                    <a:pt x="13" y="113"/>
                  </a:cubicBezTo>
                  <a:cubicBezTo>
                    <a:pt x="14" y="115"/>
                    <a:pt x="15" y="118"/>
                    <a:pt x="16" y="120"/>
                  </a:cubicBezTo>
                  <a:cubicBezTo>
                    <a:pt x="17" y="122"/>
                    <a:pt x="17" y="124"/>
                    <a:pt x="18" y="126"/>
                  </a:cubicBezTo>
                  <a:cubicBezTo>
                    <a:pt x="21" y="133"/>
                    <a:pt x="24" y="141"/>
                    <a:pt x="25" y="148"/>
                  </a:cubicBezTo>
                  <a:cubicBezTo>
                    <a:pt x="26" y="151"/>
                    <a:pt x="26" y="155"/>
                    <a:pt x="27" y="158"/>
                  </a:cubicBezTo>
                  <a:cubicBezTo>
                    <a:pt x="27" y="167"/>
                    <a:pt x="28" y="176"/>
                    <a:pt x="34" y="184"/>
                  </a:cubicBezTo>
                  <a:cubicBezTo>
                    <a:pt x="36" y="186"/>
                    <a:pt x="36" y="186"/>
                    <a:pt x="36" y="186"/>
                  </a:cubicBezTo>
                  <a:cubicBezTo>
                    <a:pt x="40" y="188"/>
                    <a:pt x="40" y="188"/>
                    <a:pt x="40" y="188"/>
                  </a:cubicBezTo>
                  <a:cubicBezTo>
                    <a:pt x="45" y="190"/>
                    <a:pt x="49" y="192"/>
                    <a:pt x="54" y="194"/>
                  </a:cubicBezTo>
                  <a:cubicBezTo>
                    <a:pt x="58" y="196"/>
                    <a:pt x="63" y="197"/>
                    <a:pt x="67" y="199"/>
                  </a:cubicBezTo>
                  <a:cubicBezTo>
                    <a:pt x="75" y="203"/>
                    <a:pt x="81" y="205"/>
                    <a:pt x="87" y="208"/>
                  </a:cubicBezTo>
                  <a:cubicBezTo>
                    <a:pt x="87" y="208"/>
                    <a:pt x="87" y="208"/>
                    <a:pt x="87" y="208"/>
                  </a:cubicBezTo>
                  <a:cubicBezTo>
                    <a:pt x="89" y="209"/>
                    <a:pt x="89" y="209"/>
                    <a:pt x="89" y="209"/>
                  </a:cubicBezTo>
                  <a:cubicBezTo>
                    <a:pt x="91" y="208"/>
                    <a:pt x="91" y="208"/>
                    <a:pt x="91" y="208"/>
                  </a:cubicBezTo>
                  <a:cubicBezTo>
                    <a:pt x="95" y="206"/>
                    <a:pt x="99" y="203"/>
                    <a:pt x="101" y="196"/>
                  </a:cubicBezTo>
                  <a:cubicBezTo>
                    <a:pt x="101" y="194"/>
                    <a:pt x="101" y="192"/>
                    <a:pt x="102" y="190"/>
                  </a:cubicBezTo>
                  <a:cubicBezTo>
                    <a:pt x="102" y="187"/>
                    <a:pt x="102" y="184"/>
                    <a:pt x="103" y="182"/>
                  </a:cubicBezTo>
                  <a:cubicBezTo>
                    <a:pt x="105" y="176"/>
                    <a:pt x="108" y="171"/>
                    <a:pt x="111" y="167"/>
                  </a:cubicBezTo>
                  <a:cubicBezTo>
                    <a:pt x="112" y="165"/>
                    <a:pt x="113" y="164"/>
                    <a:pt x="114" y="163"/>
                  </a:cubicBezTo>
                  <a:cubicBezTo>
                    <a:pt x="115" y="161"/>
                    <a:pt x="115" y="161"/>
                    <a:pt x="115" y="161"/>
                  </a:cubicBezTo>
                  <a:cubicBezTo>
                    <a:pt x="119" y="155"/>
                    <a:pt x="123" y="150"/>
                    <a:pt x="126" y="143"/>
                  </a:cubicBezTo>
                  <a:cubicBezTo>
                    <a:pt x="130" y="136"/>
                    <a:pt x="132" y="127"/>
                    <a:pt x="133" y="113"/>
                  </a:cubicBezTo>
                  <a:cubicBezTo>
                    <a:pt x="133" y="108"/>
                    <a:pt x="133" y="108"/>
                    <a:pt x="133" y="108"/>
                  </a:cubicBezTo>
                  <a:cubicBezTo>
                    <a:pt x="134" y="98"/>
                    <a:pt x="132" y="87"/>
                    <a:pt x="129" y="76"/>
                  </a:cubicBezTo>
                  <a:cubicBezTo>
                    <a:pt x="125" y="66"/>
                    <a:pt x="121" y="58"/>
                    <a:pt x="116" y="50"/>
                  </a:cubicBezTo>
                  <a:close/>
                  <a:moveTo>
                    <a:pt x="57" y="181"/>
                  </a:moveTo>
                  <a:cubicBezTo>
                    <a:pt x="55" y="164"/>
                    <a:pt x="56" y="140"/>
                    <a:pt x="62" y="135"/>
                  </a:cubicBezTo>
                  <a:cubicBezTo>
                    <a:pt x="62" y="135"/>
                    <a:pt x="63" y="134"/>
                    <a:pt x="65" y="135"/>
                  </a:cubicBezTo>
                  <a:cubicBezTo>
                    <a:pt x="79" y="140"/>
                    <a:pt x="75" y="173"/>
                    <a:pt x="72" y="188"/>
                  </a:cubicBezTo>
                  <a:cubicBezTo>
                    <a:pt x="71" y="187"/>
                    <a:pt x="69" y="187"/>
                    <a:pt x="68" y="186"/>
                  </a:cubicBezTo>
                  <a:cubicBezTo>
                    <a:pt x="64" y="184"/>
                    <a:pt x="61" y="183"/>
                    <a:pt x="57" y="181"/>
                  </a:cubicBezTo>
                  <a:close/>
                  <a:moveTo>
                    <a:pt x="122" y="108"/>
                  </a:moveTo>
                  <a:cubicBezTo>
                    <a:pt x="121" y="119"/>
                    <a:pt x="119" y="127"/>
                    <a:pt x="116" y="133"/>
                  </a:cubicBezTo>
                  <a:cubicBezTo>
                    <a:pt x="112" y="139"/>
                    <a:pt x="109" y="145"/>
                    <a:pt x="105" y="150"/>
                  </a:cubicBezTo>
                  <a:cubicBezTo>
                    <a:pt x="104" y="152"/>
                    <a:pt x="104" y="152"/>
                    <a:pt x="104" y="152"/>
                  </a:cubicBezTo>
                  <a:cubicBezTo>
                    <a:pt x="103" y="153"/>
                    <a:pt x="102" y="154"/>
                    <a:pt x="101" y="156"/>
                  </a:cubicBezTo>
                  <a:cubicBezTo>
                    <a:pt x="98" y="160"/>
                    <a:pt x="94" y="166"/>
                    <a:pt x="92" y="173"/>
                  </a:cubicBezTo>
                  <a:cubicBezTo>
                    <a:pt x="91" y="177"/>
                    <a:pt x="91" y="180"/>
                    <a:pt x="90" y="184"/>
                  </a:cubicBezTo>
                  <a:cubicBezTo>
                    <a:pt x="90" y="186"/>
                    <a:pt x="90" y="187"/>
                    <a:pt x="89" y="189"/>
                  </a:cubicBezTo>
                  <a:cubicBezTo>
                    <a:pt x="89" y="191"/>
                    <a:pt x="87" y="193"/>
                    <a:pt x="86" y="194"/>
                  </a:cubicBezTo>
                  <a:cubicBezTo>
                    <a:pt x="84" y="193"/>
                    <a:pt x="82" y="192"/>
                    <a:pt x="80" y="191"/>
                  </a:cubicBezTo>
                  <a:cubicBezTo>
                    <a:pt x="82" y="181"/>
                    <a:pt x="90" y="136"/>
                    <a:pt x="68" y="127"/>
                  </a:cubicBezTo>
                  <a:cubicBezTo>
                    <a:pt x="63" y="125"/>
                    <a:pt x="59" y="127"/>
                    <a:pt x="57" y="129"/>
                  </a:cubicBezTo>
                  <a:cubicBezTo>
                    <a:pt x="47" y="136"/>
                    <a:pt x="47" y="164"/>
                    <a:pt x="49" y="178"/>
                  </a:cubicBezTo>
                  <a:cubicBezTo>
                    <a:pt x="46" y="177"/>
                    <a:pt x="43" y="176"/>
                    <a:pt x="41" y="175"/>
                  </a:cubicBezTo>
                  <a:cubicBezTo>
                    <a:pt x="39" y="171"/>
                    <a:pt x="39" y="166"/>
                    <a:pt x="38" y="161"/>
                  </a:cubicBezTo>
                  <a:cubicBezTo>
                    <a:pt x="38" y="157"/>
                    <a:pt x="37" y="153"/>
                    <a:pt x="36" y="149"/>
                  </a:cubicBezTo>
                  <a:cubicBezTo>
                    <a:pt x="34" y="140"/>
                    <a:pt x="31" y="132"/>
                    <a:pt x="28" y="124"/>
                  </a:cubicBezTo>
                  <a:cubicBezTo>
                    <a:pt x="28" y="122"/>
                    <a:pt x="27" y="120"/>
                    <a:pt x="26" y="119"/>
                  </a:cubicBezTo>
                  <a:cubicBezTo>
                    <a:pt x="26" y="116"/>
                    <a:pt x="25" y="114"/>
                    <a:pt x="24" y="111"/>
                  </a:cubicBezTo>
                  <a:cubicBezTo>
                    <a:pt x="18" y="95"/>
                    <a:pt x="12" y="79"/>
                    <a:pt x="12" y="60"/>
                  </a:cubicBezTo>
                  <a:cubicBezTo>
                    <a:pt x="12" y="58"/>
                    <a:pt x="12" y="58"/>
                    <a:pt x="12" y="58"/>
                  </a:cubicBezTo>
                  <a:cubicBezTo>
                    <a:pt x="13" y="42"/>
                    <a:pt x="19" y="30"/>
                    <a:pt x="29" y="22"/>
                  </a:cubicBezTo>
                  <a:cubicBezTo>
                    <a:pt x="39" y="15"/>
                    <a:pt x="52" y="15"/>
                    <a:pt x="68" y="21"/>
                  </a:cubicBezTo>
                  <a:cubicBezTo>
                    <a:pt x="73" y="23"/>
                    <a:pt x="73" y="23"/>
                    <a:pt x="73" y="23"/>
                  </a:cubicBezTo>
                  <a:cubicBezTo>
                    <a:pt x="86" y="29"/>
                    <a:pt x="98" y="40"/>
                    <a:pt x="107" y="56"/>
                  </a:cubicBezTo>
                  <a:cubicBezTo>
                    <a:pt x="111" y="62"/>
                    <a:pt x="115" y="69"/>
                    <a:pt x="118" y="77"/>
                  </a:cubicBezTo>
                  <a:cubicBezTo>
                    <a:pt x="121" y="86"/>
                    <a:pt x="122" y="95"/>
                    <a:pt x="122" y="104"/>
                  </a:cubicBezTo>
                  <a:lnTo>
                    <a:pt x="122" y="1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2" name="Freeform 22"/>
            <p:cNvSpPr>
              <a:spLocks/>
            </p:cNvSpPr>
            <p:nvPr/>
          </p:nvSpPr>
          <p:spPr bwMode="auto">
            <a:xfrm>
              <a:off x="4282" y="1552"/>
              <a:ext cx="684" cy="1174"/>
            </a:xfrm>
            <a:custGeom>
              <a:avLst/>
              <a:gdLst>
                <a:gd name="T0" fmla="*/ 684 w 684"/>
                <a:gd name="T1" fmla="*/ 1174 h 1174"/>
                <a:gd name="T2" fmla="*/ 0 w 684"/>
                <a:gd name="T3" fmla="*/ 1091 h 1174"/>
                <a:gd name="T4" fmla="*/ 0 w 684"/>
                <a:gd name="T5" fmla="*/ 0 h 1174"/>
                <a:gd name="T6" fmla="*/ 684 w 684"/>
                <a:gd name="T7" fmla="*/ 294 h 1174"/>
                <a:gd name="T8" fmla="*/ 684 w 684"/>
                <a:gd name="T9" fmla="*/ 1174 h 1174"/>
              </a:gdLst>
              <a:ahLst/>
              <a:cxnLst>
                <a:cxn ang="0">
                  <a:pos x="T0" y="T1"/>
                </a:cxn>
                <a:cxn ang="0">
                  <a:pos x="T2" y="T3"/>
                </a:cxn>
                <a:cxn ang="0">
                  <a:pos x="T4" y="T5"/>
                </a:cxn>
                <a:cxn ang="0">
                  <a:pos x="T6" y="T7"/>
                </a:cxn>
                <a:cxn ang="0">
                  <a:pos x="T8" y="T9"/>
                </a:cxn>
              </a:cxnLst>
              <a:rect l="0" t="0" r="r" b="b"/>
              <a:pathLst>
                <a:path w="684" h="1174">
                  <a:moveTo>
                    <a:pt x="684" y="1174"/>
                  </a:moveTo>
                  <a:lnTo>
                    <a:pt x="0" y="1091"/>
                  </a:lnTo>
                  <a:lnTo>
                    <a:pt x="0" y="0"/>
                  </a:lnTo>
                  <a:lnTo>
                    <a:pt x="684" y="294"/>
                  </a:lnTo>
                  <a:lnTo>
                    <a:pt x="684" y="117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3" name="Freeform 23"/>
            <p:cNvSpPr>
              <a:spLocks/>
            </p:cNvSpPr>
            <p:nvPr/>
          </p:nvSpPr>
          <p:spPr bwMode="auto">
            <a:xfrm>
              <a:off x="3631" y="1552"/>
              <a:ext cx="651" cy="1166"/>
            </a:xfrm>
            <a:custGeom>
              <a:avLst/>
              <a:gdLst>
                <a:gd name="T0" fmla="*/ 0 w 651"/>
                <a:gd name="T1" fmla="*/ 1166 h 1166"/>
                <a:gd name="T2" fmla="*/ 651 w 651"/>
                <a:gd name="T3" fmla="*/ 1091 h 1166"/>
                <a:gd name="T4" fmla="*/ 651 w 651"/>
                <a:gd name="T5" fmla="*/ 0 h 1166"/>
                <a:gd name="T6" fmla="*/ 0 w 651"/>
                <a:gd name="T7" fmla="*/ 269 h 1166"/>
                <a:gd name="T8" fmla="*/ 0 w 651"/>
                <a:gd name="T9" fmla="*/ 1166 h 1166"/>
              </a:gdLst>
              <a:ahLst/>
              <a:cxnLst>
                <a:cxn ang="0">
                  <a:pos x="T0" y="T1"/>
                </a:cxn>
                <a:cxn ang="0">
                  <a:pos x="T2" y="T3"/>
                </a:cxn>
                <a:cxn ang="0">
                  <a:pos x="T4" y="T5"/>
                </a:cxn>
                <a:cxn ang="0">
                  <a:pos x="T6" y="T7"/>
                </a:cxn>
                <a:cxn ang="0">
                  <a:pos x="T8" y="T9"/>
                </a:cxn>
              </a:cxnLst>
              <a:rect l="0" t="0" r="r" b="b"/>
              <a:pathLst>
                <a:path w="651" h="1166">
                  <a:moveTo>
                    <a:pt x="0" y="1166"/>
                  </a:moveTo>
                  <a:lnTo>
                    <a:pt x="651" y="1091"/>
                  </a:lnTo>
                  <a:lnTo>
                    <a:pt x="651" y="0"/>
                  </a:lnTo>
                  <a:lnTo>
                    <a:pt x="0" y="269"/>
                  </a:lnTo>
                  <a:lnTo>
                    <a:pt x="0" y="116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4" name="Freeform 24"/>
            <p:cNvSpPr>
              <a:spLocks/>
            </p:cNvSpPr>
            <p:nvPr/>
          </p:nvSpPr>
          <p:spPr bwMode="auto">
            <a:xfrm>
              <a:off x="3631" y="2641"/>
              <a:ext cx="1335" cy="168"/>
            </a:xfrm>
            <a:custGeom>
              <a:avLst/>
              <a:gdLst>
                <a:gd name="T0" fmla="*/ 0 w 1335"/>
                <a:gd name="T1" fmla="*/ 77 h 168"/>
                <a:gd name="T2" fmla="*/ 840 w 1335"/>
                <a:gd name="T3" fmla="*/ 168 h 168"/>
                <a:gd name="T4" fmla="*/ 1335 w 1335"/>
                <a:gd name="T5" fmla="*/ 85 h 168"/>
                <a:gd name="T6" fmla="*/ 651 w 1335"/>
                <a:gd name="T7" fmla="*/ 0 h 168"/>
                <a:gd name="T8" fmla="*/ 0 w 1335"/>
                <a:gd name="T9" fmla="*/ 77 h 168"/>
              </a:gdLst>
              <a:ahLst/>
              <a:cxnLst>
                <a:cxn ang="0">
                  <a:pos x="T0" y="T1"/>
                </a:cxn>
                <a:cxn ang="0">
                  <a:pos x="T2" y="T3"/>
                </a:cxn>
                <a:cxn ang="0">
                  <a:pos x="T4" y="T5"/>
                </a:cxn>
                <a:cxn ang="0">
                  <a:pos x="T6" y="T7"/>
                </a:cxn>
                <a:cxn ang="0">
                  <a:pos x="T8" y="T9"/>
                </a:cxn>
              </a:cxnLst>
              <a:rect l="0" t="0" r="r" b="b"/>
              <a:pathLst>
                <a:path w="1335" h="168">
                  <a:moveTo>
                    <a:pt x="0" y="77"/>
                  </a:moveTo>
                  <a:lnTo>
                    <a:pt x="840" y="168"/>
                  </a:lnTo>
                  <a:lnTo>
                    <a:pt x="1335" y="85"/>
                  </a:lnTo>
                  <a:lnTo>
                    <a:pt x="651" y="0"/>
                  </a:lnTo>
                  <a:lnTo>
                    <a:pt x="0" y="77"/>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5" name="Freeform 25"/>
            <p:cNvSpPr>
              <a:spLocks noEditPoints="1"/>
            </p:cNvSpPr>
            <p:nvPr/>
          </p:nvSpPr>
          <p:spPr bwMode="auto">
            <a:xfrm>
              <a:off x="3774" y="1912"/>
              <a:ext cx="389" cy="496"/>
            </a:xfrm>
            <a:custGeom>
              <a:avLst/>
              <a:gdLst>
                <a:gd name="T0" fmla="*/ 0 w 389"/>
                <a:gd name="T1" fmla="*/ 173 h 496"/>
                <a:gd name="T2" fmla="*/ 0 w 389"/>
                <a:gd name="T3" fmla="*/ 496 h 496"/>
                <a:gd name="T4" fmla="*/ 389 w 389"/>
                <a:gd name="T5" fmla="*/ 396 h 496"/>
                <a:gd name="T6" fmla="*/ 389 w 389"/>
                <a:gd name="T7" fmla="*/ 0 h 496"/>
                <a:gd name="T8" fmla="*/ 0 w 389"/>
                <a:gd name="T9" fmla="*/ 173 h 496"/>
                <a:gd name="T10" fmla="*/ 375 w 389"/>
                <a:gd name="T11" fmla="*/ 36 h 496"/>
                <a:gd name="T12" fmla="*/ 273 w 389"/>
                <a:gd name="T13" fmla="*/ 223 h 496"/>
                <a:gd name="T14" fmla="*/ 377 w 389"/>
                <a:gd name="T15" fmla="*/ 381 h 496"/>
                <a:gd name="T16" fmla="*/ 377 w 389"/>
                <a:gd name="T17" fmla="*/ 381 h 496"/>
                <a:gd name="T18" fmla="*/ 256 w 389"/>
                <a:gd name="T19" fmla="*/ 248 h 496"/>
                <a:gd name="T20" fmla="*/ 188 w 389"/>
                <a:gd name="T21" fmla="*/ 340 h 496"/>
                <a:gd name="T22" fmla="*/ 132 w 389"/>
                <a:gd name="T23" fmla="*/ 298 h 496"/>
                <a:gd name="T24" fmla="*/ 13 w 389"/>
                <a:gd name="T25" fmla="*/ 462 h 496"/>
                <a:gd name="T26" fmla="*/ 13 w 389"/>
                <a:gd name="T27" fmla="*/ 462 h 496"/>
                <a:gd name="T28" fmla="*/ 100 w 389"/>
                <a:gd name="T29" fmla="*/ 281 h 496"/>
                <a:gd name="T30" fmla="*/ 13 w 389"/>
                <a:gd name="T31" fmla="*/ 192 h 496"/>
                <a:gd name="T32" fmla="*/ 182 w 389"/>
                <a:gd name="T33" fmla="*/ 294 h 496"/>
                <a:gd name="T34" fmla="*/ 375 w 389"/>
                <a:gd name="T35" fmla="*/ 36 h 496"/>
                <a:gd name="T36" fmla="*/ 375 w 389"/>
                <a:gd name="T37" fmla="*/ 3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9" h="496">
                  <a:moveTo>
                    <a:pt x="0" y="173"/>
                  </a:moveTo>
                  <a:lnTo>
                    <a:pt x="0" y="496"/>
                  </a:lnTo>
                  <a:lnTo>
                    <a:pt x="389" y="396"/>
                  </a:lnTo>
                  <a:lnTo>
                    <a:pt x="389" y="0"/>
                  </a:lnTo>
                  <a:lnTo>
                    <a:pt x="0" y="173"/>
                  </a:lnTo>
                  <a:close/>
                  <a:moveTo>
                    <a:pt x="375" y="36"/>
                  </a:moveTo>
                  <a:lnTo>
                    <a:pt x="273" y="223"/>
                  </a:lnTo>
                  <a:lnTo>
                    <a:pt x="377" y="381"/>
                  </a:lnTo>
                  <a:lnTo>
                    <a:pt x="377" y="381"/>
                  </a:lnTo>
                  <a:lnTo>
                    <a:pt x="256" y="248"/>
                  </a:lnTo>
                  <a:lnTo>
                    <a:pt x="188" y="340"/>
                  </a:lnTo>
                  <a:lnTo>
                    <a:pt x="132" y="298"/>
                  </a:lnTo>
                  <a:lnTo>
                    <a:pt x="13" y="462"/>
                  </a:lnTo>
                  <a:lnTo>
                    <a:pt x="13" y="462"/>
                  </a:lnTo>
                  <a:lnTo>
                    <a:pt x="100" y="281"/>
                  </a:lnTo>
                  <a:lnTo>
                    <a:pt x="13" y="192"/>
                  </a:lnTo>
                  <a:lnTo>
                    <a:pt x="182" y="294"/>
                  </a:lnTo>
                  <a:lnTo>
                    <a:pt x="375" y="36"/>
                  </a:lnTo>
                  <a:lnTo>
                    <a:pt x="375" y="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6" name="Freeform 26"/>
            <p:cNvSpPr>
              <a:spLocks/>
            </p:cNvSpPr>
            <p:nvPr/>
          </p:nvSpPr>
          <p:spPr bwMode="auto">
            <a:xfrm>
              <a:off x="4007" y="2664"/>
              <a:ext cx="968" cy="1658"/>
            </a:xfrm>
            <a:custGeom>
              <a:avLst/>
              <a:gdLst>
                <a:gd name="T0" fmla="*/ 968 w 968"/>
                <a:gd name="T1" fmla="*/ 1371 h 1658"/>
                <a:gd name="T2" fmla="*/ 0 w 968"/>
                <a:gd name="T3" fmla="*/ 1658 h 1658"/>
                <a:gd name="T4" fmla="*/ 0 w 968"/>
                <a:gd name="T5" fmla="*/ 0 h 1658"/>
                <a:gd name="T6" fmla="*/ 968 w 968"/>
                <a:gd name="T7" fmla="*/ 112 h 1658"/>
                <a:gd name="T8" fmla="*/ 968 w 968"/>
                <a:gd name="T9" fmla="*/ 1371 h 1658"/>
              </a:gdLst>
              <a:ahLst/>
              <a:cxnLst>
                <a:cxn ang="0">
                  <a:pos x="T0" y="T1"/>
                </a:cxn>
                <a:cxn ang="0">
                  <a:pos x="T2" y="T3"/>
                </a:cxn>
                <a:cxn ang="0">
                  <a:pos x="T4" y="T5"/>
                </a:cxn>
                <a:cxn ang="0">
                  <a:pos x="T6" y="T7"/>
                </a:cxn>
                <a:cxn ang="0">
                  <a:pos x="T8" y="T9"/>
                </a:cxn>
              </a:cxnLst>
              <a:rect l="0" t="0" r="r" b="b"/>
              <a:pathLst>
                <a:path w="968" h="1658">
                  <a:moveTo>
                    <a:pt x="968" y="1371"/>
                  </a:moveTo>
                  <a:lnTo>
                    <a:pt x="0" y="1658"/>
                  </a:lnTo>
                  <a:lnTo>
                    <a:pt x="0" y="0"/>
                  </a:lnTo>
                  <a:lnTo>
                    <a:pt x="968" y="112"/>
                  </a:lnTo>
                  <a:lnTo>
                    <a:pt x="968" y="1371"/>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7" name="Freeform 27"/>
            <p:cNvSpPr>
              <a:spLocks/>
            </p:cNvSpPr>
            <p:nvPr/>
          </p:nvSpPr>
          <p:spPr bwMode="auto">
            <a:xfrm>
              <a:off x="3095" y="2664"/>
              <a:ext cx="912" cy="1658"/>
            </a:xfrm>
            <a:custGeom>
              <a:avLst/>
              <a:gdLst>
                <a:gd name="T0" fmla="*/ 0 w 912"/>
                <a:gd name="T1" fmla="*/ 1371 h 1658"/>
                <a:gd name="T2" fmla="*/ 912 w 912"/>
                <a:gd name="T3" fmla="*/ 1658 h 1658"/>
                <a:gd name="T4" fmla="*/ 912 w 912"/>
                <a:gd name="T5" fmla="*/ 0 h 1658"/>
                <a:gd name="T6" fmla="*/ 8 w 912"/>
                <a:gd name="T7" fmla="*/ 112 h 1658"/>
                <a:gd name="T8" fmla="*/ 0 w 912"/>
                <a:gd name="T9" fmla="*/ 1371 h 1658"/>
              </a:gdLst>
              <a:ahLst/>
              <a:cxnLst>
                <a:cxn ang="0">
                  <a:pos x="T0" y="T1"/>
                </a:cxn>
                <a:cxn ang="0">
                  <a:pos x="T2" y="T3"/>
                </a:cxn>
                <a:cxn ang="0">
                  <a:pos x="T4" y="T5"/>
                </a:cxn>
                <a:cxn ang="0">
                  <a:pos x="T6" y="T7"/>
                </a:cxn>
                <a:cxn ang="0">
                  <a:pos x="T8" y="T9"/>
                </a:cxn>
              </a:cxnLst>
              <a:rect l="0" t="0" r="r" b="b"/>
              <a:pathLst>
                <a:path w="912" h="1658">
                  <a:moveTo>
                    <a:pt x="0" y="1371"/>
                  </a:moveTo>
                  <a:lnTo>
                    <a:pt x="912" y="1658"/>
                  </a:lnTo>
                  <a:lnTo>
                    <a:pt x="912" y="0"/>
                  </a:lnTo>
                  <a:lnTo>
                    <a:pt x="8" y="112"/>
                  </a:lnTo>
                  <a:lnTo>
                    <a:pt x="0" y="137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8" name="Freeform 28"/>
            <p:cNvSpPr>
              <a:spLocks/>
            </p:cNvSpPr>
            <p:nvPr/>
          </p:nvSpPr>
          <p:spPr bwMode="auto">
            <a:xfrm>
              <a:off x="4190" y="3032"/>
              <a:ext cx="626" cy="880"/>
            </a:xfrm>
            <a:custGeom>
              <a:avLst/>
              <a:gdLst>
                <a:gd name="T0" fmla="*/ 312 w 325"/>
                <a:gd name="T1" fmla="*/ 325 h 457"/>
                <a:gd name="T2" fmla="*/ 259 w 325"/>
                <a:gd name="T3" fmla="*/ 296 h 457"/>
                <a:gd name="T4" fmla="*/ 237 w 325"/>
                <a:gd name="T5" fmla="*/ 285 h 457"/>
                <a:gd name="T6" fmla="*/ 219 w 325"/>
                <a:gd name="T7" fmla="*/ 233 h 457"/>
                <a:gd name="T8" fmla="*/ 237 w 325"/>
                <a:gd name="T9" fmla="*/ 177 h 457"/>
                <a:gd name="T10" fmla="*/ 252 w 325"/>
                <a:gd name="T11" fmla="*/ 142 h 457"/>
                <a:gd name="T12" fmla="*/ 247 w 325"/>
                <a:gd name="T13" fmla="*/ 119 h 457"/>
                <a:gd name="T14" fmla="*/ 247 w 325"/>
                <a:gd name="T15" fmla="*/ 120 h 457"/>
                <a:gd name="T16" fmla="*/ 247 w 325"/>
                <a:gd name="T17" fmla="*/ 119 h 457"/>
                <a:gd name="T18" fmla="*/ 247 w 325"/>
                <a:gd name="T19" fmla="*/ 119 h 457"/>
                <a:gd name="T20" fmla="*/ 247 w 325"/>
                <a:gd name="T21" fmla="*/ 118 h 457"/>
                <a:gd name="T22" fmla="*/ 248 w 325"/>
                <a:gd name="T23" fmla="*/ 111 h 457"/>
                <a:gd name="T24" fmla="*/ 248 w 325"/>
                <a:gd name="T25" fmla="*/ 110 h 457"/>
                <a:gd name="T26" fmla="*/ 248 w 325"/>
                <a:gd name="T27" fmla="*/ 104 h 457"/>
                <a:gd name="T28" fmla="*/ 248 w 325"/>
                <a:gd name="T29" fmla="*/ 104 h 457"/>
                <a:gd name="T30" fmla="*/ 248 w 325"/>
                <a:gd name="T31" fmla="*/ 104 h 457"/>
                <a:gd name="T32" fmla="*/ 248 w 325"/>
                <a:gd name="T33" fmla="*/ 103 h 457"/>
                <a:gd name="T34" fmla="*/ 248 w 325"/>
                <a:gd name="T35" fmla="*/ 103 h 457"/>
                <a:gd name="T36" fmla="*/ 248 w 325"/>
                <a:gd name="T37" fmla="*/ 103 h 457"/>
                <a:gd name="T38" fmla="*/ 248 w 325"/>
                <a:gd name="T39" fmla="*/ 102 h 457"/>
                <a:gd name="T40" fmla="*/ 248 w 325"/>
                <a:gd name="T41" fmla="*/ 102 h 457"/>
                <a:gd name="T42" fmla="*/ 248 w 325"/>
                <a:gd name="T43" fmla="*/ 102 h 457"/>
                <a:gd name="T44" fmla="*/ 246 w 325"/>
                <a:gd name="T45" fmla="*/ 62 h 457"/>
                <a:gd name="T46" fmla="*/ 103 w 325"/>
                <a:gd name="T47" fmla="*/ 62 h 457"/>
                <a:gd name="T48" fmla="*/ 101 w 325"/>
                <a:gd name="T49" fmla="*/ 102 h 457"/>
                <a:gd name="T50" fmla="*/ 101 w 325"/>
                <a:gd name="T51" fmla="*/ 102 h 457"/>
                <a:gd name="T52" fmla="*/ 101 w 325"/>
                <a:gd name="T53" fmla="*/ 102 h 457"/>
                <a:gd name="T54" fmla="*/ 101 w 325"/>
                <a:gd name="T55" fmla="*/ 104 h 457"/>
                <a:gd name="T56" fmla="*/ 101 w 325"/>
                <a:gd name="T57" fmla="*/ 104 h 457"/>
                <a:gd name="T58" fmla="*/ 101 w 325"/>
                <a:gd name="T59" fmla="*/ 104 h 457"/>
                <a:gd name="T60" fmla="*/ 101 w 325"/>
                <a:gd name="T61" fmla="*/ 105 h 457"/>
                <a:gd name="T62" fmla="*/ 101 w 325"/>
                <a:gd name="T63" fmla="*/ 105 h 457"/>
                <a:gd name="T64" fmla="*/ 101 w 325"/>
                <a:gd name="T65" fmla="*/ 105 h 457"/>
                <a:gd name="T66" fmla="*/ 101 w 325"/>
                <a:gd name="T67" fmla="*/ 105 h 457"/>
                <a:gd name="T68" fmla="*/ 103 w 325"/>
                <a:gd name="T69" fmla="*/ 123 h 457"/>
                <a:gd name="T70" fmla="*/ 96 w 325"/>
                <a:gd name="T71" fmla="*/ 142 h 457"/>
                <a:gd name="T72" fmla="*/ 112 w 325"/>
                <a:gd name="T73" fmla="*/ 177 h 457"/>
                <a:gd name="T74" fmla="*/ 130 w 325"/>
                <a:gd name="T75" fmla="*/ 233 h 457"/>
                <a:gd name="T76" fmla="*/ 112 w 325"/>
                <a:gd name="T77" fmla="*/ 296 h 457"/>
                <a:gd name="T78" fmla="*/ 20 w 325"/>
                <a:gd name="T79" fmla="*/ 363 h 457"/>
                <a:gd name="T80" fmla="*/ 5 w 325"/>
                <a:gd name="T81" fmla="*/ 457 h 457"/>
                <a:gd name="T82" fmla="*/ 321 w 325"/>
                <a:gd name="T83" fmla="*/ 387 h 457"/>
                <a:gd name="T84" fmla="*/ 312 w 325"/>
                <a:gd name="T85" fmla="*/ 325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5" h="457">
                  <a:moveTo>
                    <a:pt x="312" y="325"/>
                  </a:moveTo>
                  <a:cubicBezTo>
                    <a:pt x="297" y="311"/>
                    <a:pt x="280" y="308"/>
                    <a:pt x="259" y="296"/>
                  </a:cubicBezTo>
                  <a:cubicBezTo>
                    <a:pt x="237" y="285"/>
                    <a:pt x="237" y="285"/>
                    <a:pt x="237" y="285"/>
                  </a:cubicBezTo>
                  <a:cubicBezTo>
                    <a:pt x="237" y="285"/>
                    <a:pt x="197" y="262"/>
                    <a:pt x="219" y="233"/>
                  </a:cubicBezTo>
                  <a:cubicBezTo>
                    <a:pt x="228" y="221"/>
                    <a:pt x="233" y="200"/>
                    <a:pt x="237" y="177"/>
                  </a:cubicBezTo>
                  <a:cubicBezTo>
                    <a:pt x="242" y="177"/>
                    <a:pt x="249" y="162"/>
                    <a:pt x="252" y="142"/>
                  </a:cubicBezTo>
                  <a:cubicBezTo>
                    <a:pt x="256" y="126"/>
                    <a:pt x="251" y="121"/>
                    <a:pt x="247" y="119"/>
                  </a:cubicBezTo>
                  <a:cubicBezTo>
                    <a:pt x="247" y="119"/>
                    <a:pt x="247" y="120"/>
                    <a:pt x="247" y="120"/>
                  </a:cubicBezTo>
                  <a:cubicBezTo>
                    <a:pt x="247" y="120"/>
                    <a:pt x="247" y="119"/>
                    <a:pt x="247" y="119"/>
                  </a:cubicBezTo>
                  <a:cubicBezTo>
                    <a:pt x="247" y="119"/>
                    <a:pt x="247" y="119"/>
                    <a:pt x="247" y="119"/>
                  </a:cubicBezTo>
                  <a:cubicBezTo>
                    <a:pt x="247" y="119"/>
                    <a:pt x="247" y="118"/>
                    <a:pt x="247" y="118"/>
                  </a:cubicBezTo>
                  <a:cubicBezTo>
                    <a:pt x="247" y="116"/>
                    <a:pt x="247" y="113"/>
                    <a:pt x="248" y="111"/>
                  </a:cubicBezTo>
                  <a:cubicBezTo>
                    <a:pt x="248" y="110"/>
                    <a:pt x="248" y="110"/>
                    <a:pt x="248" y="110"/>
                  </a:cubicBezTo>
                  <a:cubicBezTo>
                    <a:pt x="248" y="108"/>
                    <a:pt x="248" y="106"/>
                    <a:pt x="248" y="104"/>
                  </a:cubicBezTo>
                  <a:cubicBezTo>
                    <a:pt x="248" y="104"/>
                    <a:pt x="248" y="104"/>
                    <a:pt x="248" y="104"/>
                  </a:cubicBezTo>
                  <a:cubicBezTo>
                    <a:pt x="248" y="104"/>
                    <a:pt x="248" y="104"/>
                    <a:pt x="248" y="104"/>
                  </a:cubicBezTo>
                  <a:cubicBezTo>
                    <a:pt x="248" y="104"/>
                    <a:pt x="248" y="103"/>
                    <a:pt x="248" y="103"/>
                  </a:cubicBezTo>
                  <a:cubicBezTo>
                    <a:pt x="248" y="103"/>
                    <a:pt x="248" y="103"/>
                    <a:pt x="248" y="103"/>
                  </a:cubicBezTo>
                  <a:cubicBezTo>
                    <a:pt x="248" y="103"/>
                    <a:pt x="248" y="103"/>
                    <a:pt x="248" y="103"/>
                  </a:cubicBezTo>
                  <a:cubicBezTo>
                    <a:pt x="248" y="103"/>
                    <a:pt x="248" y="103"/>
                    <a:pt x="248" y="102"/>
                  </a:cubicBezTo>
                  <a:cubicBezTo>
                    <a:pt x="248" y="102"/>
                    <a:pt x="248" y="102"/>
                    <a:pt x="248" y="102"/>
                  </a:cubicBezTo>
                  <a:cubicBezTo>
                    <a:pt x="248" y="102"/>
                    <a:pt x="248" y="102"/>
                    <a:pt x="248" y="102"/>
                  </a:cubicBezTo>
                  <a:cubicBezTo>
                    <a:pt x="250" y="85"/>
                    <a:pt x="248" y="70"/>
                    <a:pt x="246" y="62"/>
                  </a:cubicBezTo>
                  <a:cubicBezTo>
                    <a:pt x="233" y="16"/>
                    <a:pt x="133" y="0"/>
                    <a:pt x="103" y="62"/>
                  </a:cubicBezTo>
                  <a:cubicBezTo>
                    <a:pt x="99" y="69"/>
                    <a:pt x="99" y="85"/>
                    <a:pt x="101" y="102"/>
                  </a:cubicBezTo>
                  <a:cubicBezTo>
                    <a:pt x="101" y="102"/>
                    <a:pt x="101" y="102"/>
                    <a:pt x="101" y="102"/>
                  </a:cubicBezTo>
                  <a:cubicBezTo>
                    <a:pt x="101" y="102"/>
                    <a:pt x="101" y="102"/>
                    <a:pt x="101" y="102"/>
                  </a:cubicBezTo>
                  <a:cubicBezTo>
                    <a:pt x="101" y="103"/>
                    <a:pt x="101" y="103"/>
                    <a:pt x="101" y="104"/>
                  </a:cubicBezTo>
                  <a:cubicBezTo>
                    <a:pt x="101" y="104"/>
                    <a:pt x="101" y="104"/>
                    <a:pt x="101" y="104"/>
                  </a:cubicBezTo>
                  <a:cubicBezTo>
                    <a:pt x="101" y="104"/>
                    <a:pt x="101" y="104"/>
                    <a:pt x="101" y="104"/>
                  </a:cubicBezTo>
                  <a:cubicBezTo>
                    <a:pt x="101" y="104"/>
                    <a:pt x="101" y="104"/>
                    <a:pt x="101" y="105"/>
                  </a:cubicBezTo>
                  <a:cubicBezTo>
                    <a:pt x="101" y="105"/>
                    <a:pt x="101" y="105"/>
                    <a:pt x="101" y="105"/>
                  </a:cubicBezTo>
                  <a:cubicBezTo>
                    <a:pt x="101" y="105"/>
                    <a:pt x="101" y="105"/>
                    <a:pt x="101" y="105"/>
                  </a:cubicBezTo>
                  <a:cubicBezTo>
                    <a:pt x="101" y="105"/>
                    <a:pt x="101" y="105"/>
                    <a:pt x="101" y="105"/>
                  </a:cubicBezTo>
                  <a:cubicBezTo>
                    <a:pt x="102" y="111"/>
                    <a:pt x="102" y="117"/>
                    <a:pt x="103" y="123"/>
                  </a:cubicBezTo>
                  <a:cubicBezTo>
                    <a:pt x="98" y="124"/>
                    <a:pt x="93" y="127"/>
                    <a:pt x="96" y="142"/>
                  </a:cubicBezTo>
                  <a:cubicBezTo>
                    <a:pt x="100" y="162"/>
                    <a:pt x="107" y="177"/>
                    <a:pt x="112" y="177"/>
                  </a:cubicBezTo>
                  <a:cubicBezTo>
                    <a:pt x="115" y="200"/>
                    <a:pt x="121" y="221"/>
                    <a:pt x="130" y="233"/>
                  </a:cubicBezTo>
                  <a:cubicBezTo>
                    <a:pt x="152" y="262"/>
                    <a:pt x="113" y="296"/>
                    <a:pt x="112" y="296"/>
                  </a:cubicBezTo>
                  <a:cubicBezTo>
                    <a:pt x="112" y="296"/>
                    <a:pt x="34" y="348"/>
                    <a:pt x="20" y="363"/>
                  </a:cubicBezTo>
                  <a:cubicBezTo>
                    <a:pt x="0" y="385"/>
                    <a:pt x="5" y="457"/>
                    <a:pt x="5" y="457"/>
                  </a:cubicBezTo>
                  <a:cubicBezTo>
                    <a:pt x="321" y="387"/>
                    <a:pt x="321" y="387"/>
                    <a:pt x="321" y="387"/>
                  </a:cubicBezTo>
                  <a:cubicBezTo>
                    <a:pt x="321" y="387"/>
                    <a:pt x="325" y="338"/>
                    <a:pt x="312" y="3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9" name="Freeform 29"/>
            <p:cNvSpPr>
              <a:spLocks/>
            </p:cNvSpPr>
            <p:nvPr/>
          </p:nvSpPr>
          <p:spPr bwMode="auto">
            <a:xfrm>
              <a:off x="2637" y="1034"/>
              <a:ext cx="855" cy="3103"/>
            </a:xfrm>
            <a:custGeom>
              <a:avLst/>
              <a:gdLst>
                <a:gd name="T0" fmla="*/ 823 w 855"/>
                <a:gd name="T1" fmla="*/ 0 h 3103"/>
                <a:gd name="T2" fmla="*/ 855 w 855"/>
                <a:gd name="T3" fmla="*/ 0 h 3103"/>
                <a:gd name="T4" fmla="*/ 31 w 855"/>
                <a:gd name="T5" fmla="*/ 3095 h 3103"/>
                <a:gd name="T6" fmla="*/ 0 w 855"/>
                <a:gd name="T7" fmla="*/ 3103 h 3103"/>
                <a:gd name="T8" fmla="*/ 823 w 855"/>
                <a:gd name="T9" fmla="*/ 0 h 3103"/>
              </a:gdLst>
              <a:ahLst/>
              <a:cxnLst>
                <a:cxn ang="0">
                  <a:pos x="T0" y="T1"/>
                </a:cxn>
                <a:cxn ang="0">
                  <a:pos x="T2" y="T3"/>
                </a:cxn>
                <a:cxn ang="0">
                  <a:pos x="T4" y="T5"/>
                </a:cxn>
                <a:cxn ang="0">
                  <a:pos x="T6" y="T7"/>
                </a:cxn>
                <a:cxn ang="0">
                  <a:pos x="T8" y="T9"/>
                </a:cxn>
              </a:cxnLst>
              <a:rect l="0" t="0" r="r" b="b"/>
              <a:pathLst>
                <a:path w="855" h="3103">
                  <a:moveTo>
                    <a:pt x="823" y="0"/>
                  </a:moveTo>
                  <a:lnTo>
                    <a:pt x="855" y="0"/>
                  </a:lnTo>
                  <a:lnTo>
                    <a:pt x="31" y="3095"/>
                  </a:lnTo>
                  <a:lnTo>
                    <a:pt x="0" y="3103"/>
                  </a:lnTo>
                  <a:lnTo>
                    <a:pt x="823" y="0"/>
                  </a:lnTo>
                  <a:close/>
                </a:path>
              </a:pathLst>
            </a:custGeom>
            <a:solidFill>
              <a:schemeClr val="bg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0" name="Freeform 30"/>
            <p:cNvSpPr>
              <a:spLocks/>
            </p:cNvSpPr>
            <p:nvPr/>
          </p:nvSpPr>
          <p:spPr bwMode="auto">
            <a:xfrm>
              <a:off x="3357" y="1290"/>
              <a:ext cx="253" cy="129"/>
            </a:xfrm>
            <a:custGeom>
              <a:avLst/>
              <a:gdLst>
                <a:gd name="T0" fmla="*/ 0 w 253"/>
                <a:gd name="T1" fmla="*/ 129 h 129"/>
                <a:gd name="T2" fmla="*/ 253 w 253"/>
                <a:gd name="T3" fmla="*/ 0 h 129"/>
                <a:gd name="T4" fmla="*/ 249 w 253"/>
                <a:gd name="T5" fmla="*/ 21 h 129"/>
                <a:gd name="T6" fmla="*/ 35 w 253"/>
                <a:gd name="T7" fmla="*/ 127 h 129"/>
                <a:gd name="T8" fmla="*/ 0 w 253"/>
                <a:gd name="T9" fmla="*/ 129 h 129"/>
              </a:gdLst>
              <a:ahLst/>
              <a:cxnLst>
                <a:cxn ang="0">
                  <a:pos x="T0" y="T1"/>
                </a:cxn>
                <a:cxn ang="0">
                  <a:pos x="T2" y="T3"/>
                </a:cxn>
                <a:cxn ang="0">
                  <a:pos x="T4" y="T5"/>
                </a:cxn>
                <a:cxn ang="0">
                  <a:pos x="T6" y="T7"/>
                </a:cxn>
                <a:cxn ang="0">
                  <a:pos x="T8" y="T9"/>
                </a:cxn>
              </a:cxnLst>
              <a:rect l="0" t="0" r="r" b="b"/>
              <a:pathLst>
                <a:path w="253" h="129">
                  <a:moveTo>
                    <a:pt x="0" y="129"/>
                  </a:moveTo>
                  <a:lnTo>
                    <a:pt x="253" y="0"/>
                  </a:lnTo>
                  <a:lnTo>
                    <a:pt x="249" y="21"/>
                  </a:lnTo>
                  <a:lnTo>
                    <a:pt x="35" y="127"/>
                  </a:lnTo>
                  <a:lnTo>
                    <a:pt x="0" y="129"/>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1" name="Freeform 31"/>
            <p:cNvSpPr>
              <a:spLocks/>
            </p:cNvSpPr>
            <p:nvPr/>
          </p:nvSpPr>
          <p:spPr bwMode="auto">
            <a:xfrm>
              <a:off x="3275" y="1602"/>
              <a:ext cx="260" cy="133"/>
            </a:xfrm>
            <a:custGeom>
              <a:avLst/>
              <a:gdLst>
                <a:gd name="T0" fmla="*/ 0 w 260"/>
                <a:gd name="T1" fmla="*/ 131 h 133"/>
                <a:gd name="T2" fmla="*/ 260 w 260"/>
                <a:gd name="T3" fmla="*/ 0 h 133"/>
                <a:gd name="T4" fmla="*/ 254 w 260"/>
                <a:gd name="T5" fmla="*/ 27 h 133"/>
                <a:gd name="T6" fmla="*/ 32 w 260"/>
                <a:gd name="T7" fmla="*/ 133 h 133"/>
                <a:gd name="T8" fmla="*/ 0 w 260"/>
                <a:gd name="T9" fmla="*/ 131 h 133"/>
              </a:gdLst>
              <a:ahLst/>
              <a:cxnLst>
                <a:cxn ang="0">
                  <a:pos x="T0" y="T1"/>
                </a:cxn>
                <a:cxn ang="0">
                  <a:pos x="T2" y="T3"/>
                </a:cxn>
                <a:cxn ang="0">
                  <a:pos x="T4" y="T5"/>
                </a:cxn>
                <a:cxn ang="0">
                  <a:pos x="T6" y="T7"/>
                </a:cxn>
                <a:cxn ang="0">
                  <a:pos x="T8" y="T9"/>
                </a:cxn>
              </a:cxnLst>
              <a:rect l="0" t="0" r="r" b="b"/>
              <a:pathLst>
                <a:path w="260" h="133">
                  <a:moveTo>
                    <a:pt x="0" y="131"/>
                  </a:moveTo>
                  <a:lnTo>
                    <a:pt x="260" y="0"/>
                  </a:lnTo>
                  <a:lnTo>
                    <a:pt x="254" y="27"/>
                  </a:lnTo>
                  <a:lnTo>
                    <a:pt x="32" y="133"/>
                  </a:lnTo>
                  <a:lnTo>
                    <a:pt x="0" y="131"/>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2" name="Freeform 32"/>
            <p:cNvSpPr>
              <a:spLocks/>
            </p:cNvSpPr>
            <p:nvPr/>
          </p:nvSpPr>
          <p:spPr bwMode="auto">
            <a:xfrm>
              <a:off x="3099" y="2322"/>
              <a:ext cx="276" cy="69"/>
            </a:xfrm>
            <a:custGeom>
              <a:avLst/>
              <a:gdLst>
                <a:gd name="T0" fmla="*/ 0 w 276"/>
                <a:gd name="T1" fmla="*/ 67 h 69"/>
                <a:gd name="T2" fmla="*/ 270 w 276"/>
                <a:gd name="T3" fmla="*/ 0 h 69"/>
                <a:gd name="T4" fmla="*/ 276 w 276"/>
                <a:gd name="T5" fmla="*/ 17 h 69"/>
                <a:gd name="T6" fmla="*/ 33 w 276"/>
                <a:gd name="T7" fmla="*/ 69 h 69"/>
                <a:gd name="T8" fmla="*/ 0 w 276"/>
                <a:gd name="T9" fmla="*/ 67 h 69"/>
              </a:gdLst>
              <a:ahLst/>
              <a:cxnLst>
                <a:cxn ang="0">
                  <a:pos x="T0" y="T1"/>
                </a:cxn>
                <a:cxn ang="0">
                  <a:pos x="T2" y="T3"/>
                </a:cxn>
                <a:cxn ang="0">
                  <a:pos x="T4" y="T5"/>
                </a:cxn>
                <a:cxn ang="0">
                  <a:pos x="T6" y="T7"/>
                </a:cxn>
                <a:cxn ang="0">
                  <a:pos x="T8" y="T9"/>
                </a:cxn>
              </a:cxnLst>
              <a:rect l="0" t="0" r="r" b="b"/>
              <a:pathLst>
                <a:path w="276" h="69">
                  <a:moveTo>
                    <a:pt x="0" y="67"/>
                  </a:moveTo>
                  <a:lnTo>
                    <a:pt x="270" y="0"/>
                  </a:lnTo>
                  <a:lnTo>
                    <a:pt x="276" y="17"/>
                  </a:lnTo>
                  <a:lnTo>
                    <a:pt x="33" y="69"/>
                  </a:lnTo>
                  <a:lnTo>
                    <a:pt x="0" y="67"/>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3" name="Freeform 33"/>
            <p:cNvSpPr>
              <a:spLocks/>
            </p:cNvSpPr>
            <p:nvPr/>
          </p:nvSpPr>
          <p:spPr bwMode="auto">
            <a:xfrm>
              <a:off x="3007" y="2697"/>
              <a:ext cx="271" cy="43"/>
            </a:xfrm>
            <a:custGeom>
              <a:avLst/>
              <a:gdLst>
                <a:gd name="T0" fmla="*/ 0 w 271"/>
                <a:gd name="T1" fmla="*/ 41 h 43"/>
                <a:gd name="T2" fmla="*/ 266 w 271"/>
                <a:gd name="T3" fmla="*/ 0 h 43"/>
                <a:gd name="T4" fmla="*/ 271 w 271"/>
                <a:gd name="T5" fmla="*/ 17 h 43"/>
                <a:gd name="T6" fmla="*/ 31 w 271"/>
                <a:gd name="T7" fmla="*/ 43 h 43"/>
                <a:gd name="T8" fmla="*/ 0 w 271"/>
                <a:gd name="T9" fmla="*/ 41 h 43"/>
              </a:gdLst>
              <a:ahLst/>
              <a:cxnLst>
                <a:cxn ang="0">
                  <a:pos x="T0" y="T1"/>
                </a:cxn>
                <a:cxn ang="0">
                  <a:pos x="T2" y="T3"/>
                </a:cxn>
                <a:cxn ang="0">
                  <a:pos x="T4" y="T5"/>
                </a:cxn>
                <a:cxn ang="0">
                  <a:pos x="T6" y="T7"/>
                </a:cxn>
                <a:cxn ang="0">
                  <a:pos x="T8" y="T9"/>
                </a:cxn>
              </a:cxnLst>
              <a:rect l="0" t="0" r="r" b="b"/>
              <a:pathLst>
                <a:path w="271" h="43">
                  <a:moveTo>
                    <a:pt x="0" y="41"/>
                  </a:moveTo>
                  <a:lnTo>
                    <a:pt x="266" y="0"/>
                  </a:lnTo>
                  <a:lnTo>
                    <a:pt x="271" y="17"/>
                  </a:lnTo>
                  <a:lnTo>
                    <a:pt x="31" y="43"/>
                  </a:lnTo>
                  <a:lnTo>
                    <a:pt x="0" y="41"/>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4" name="Freeform 34"/>
            <p:cNvSpPr>
              <a:spLocks/>
            </p:cNvSpPr>
            <p:nvPr/>
          </p:nvSpPr>
          <p:spPr bwMode="auto">
            <a:xfrm>
              <a:off x="2837" y="3379"/>
              <a:ext cx="278" cy="25"/>
            </a:xfrm>
            <a:custGeom>
              <a:avLst/>
              <a:gdLst>
                <a:gd name="T0" fmla="*/ 0 w 278"/>
                <a:gd name="T1" fmla="*/ 0 h 25"/>
                <a:gd name="T2" fmla="*/ 264 w 278"/>
                <a:gd name="T3" fmla="*/ 25 h 25"/>
                <a:gd name="T4" fmla="*/ 278 w 278"/>
                <a:gd name="T5" fmla="*/ 21 h 25"/>
                <a:gd name="T6" fmla="*/ 31 w 278"/>
                <a:gd name="T7" fmla="*/ 0 h 25"/>
                <a:gd name="T8" fmla="*/ 0 w 278"/>
                <a:gd name="T9" fmla="*/ 0 h 25"/>
              </a:gdLst>
              <a:ahLst/>
              <a:cxnLst>
                <a:cxn ang="0">
                  <a:pos x="T0" y="T1"/>
                </a:cxn>
                <a:cxn ang="0">
                  <a:pos x="T2" y="T3"/>
                </a:cxn>
                <a:cxn ang="0">
                  <a:pos x="T4" y="T5"/>
                </a:cxn>
                <a:cxn ang="0">
                  <a:pos x="T6" y="T7"/>
                </a:cxn>
                <a:cxn ang="0">
                  <a:pos x="T8" y="T9"/>
                </a:cxn>
              </a:cxnLst>
              <a:rect l="0" t="0" r="r" b="b"/>
              <a:pathLst>
                <a:path w="278" h="25">
                  <a:moveTo>
                    <a:pt x="0" y="0"/>
                  </a:moveTo>
                  <a:lnTo>
                    <a:pt x="264" y="25"/>
                  </a:lnTo>
                  <a:lnTo>
                    <a:pt x="278" y="21"/>
                  </a:lnTo>
                  <a:lnTo>
                    <a:pt x="31" y="0"/>
                  </a:lnTo>
                  <a:lnTo>
                    <a:pt x="0" y="0"/>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5" name="Freeform 35"/>
            <p:cNvSpPr>
              <a:spLocks/>
            </p:cNvSpPr>
            <p:nvPr/>
          </p:nvSpPr>
          <p:spPr bwMode="auto">
            <a:xfrm>
              <a:off x="2739" y="3746"/>
              <a:ext cx="270" cy="54"/>
            </a:xfrm>
            <a:custGeom>
              <a:avLst/>
              <a:gdLst>
                <a:gd name="T0" fmla="*/ 0 w 270"/>
                <a:gd name="T1" fmla="*/ 0 h 54"/>
                <a:gd name="T2" fmla="*/ 266 w 270"/>
                <a:gd name="T3" fmla="*/ 54 h 54"/>
                <a:gd name="T4" fmla="*/ 270 w 270"/>
                <a:gd name="T5" fmla="*/ 45 h 54"/>
                <a:gd name="T6" fmla="*/ 33 w 270"/>
                <a:gd name="T7" fmla="*/ 0 h 54"/>
                <a:gd name="T8" fmla="*/ 0 w 270"/>
                <a:gd name="T9" fmla="*/ 0 h 54"/>
              </a:gdLst>
              <a:ahLst/>
              <a:cxnLst>
                <a:cxn ang="0">
                  <a:pos x="T0" y="T1"/>
                </a:cxn>
                <a:cxn ang="0">
                  <a:pos x="T2" y="T3"/>
                </a:cxn>
                <a:cxn ang="0">
                  <a:pos x="T4" y="T5"/>
                </a:cxn>
                <a:cxn ang="0">
                  <a:pos x="T6" y="T7"/>
                </a:cxn>
                <a:cxn ang="0">
                  <a:pos x="T8" y="T9"/>
                </a:cxn>
              </a:cxnLst>
              <a:rect l="0" t="0" r="r" b="b"/>
              <a:pathLst>
                <a:path w="270" h="54">
                  <a:moveTo>
                    <a:pt x="0" y="0"/>
                  </a:moveTo>
                  <a:lnTo>
                    <a:pt x="266" y="54"/>
                  </a:lnTo>
                  <a:lnTo>
                    <a:pt x="270" y="45"/>
                  </a:lnTo>
                  <a:lnTo>
                    <a:pt x="33" y="0"/>
                  </a:lnTo>
                  <a:lnTo>
                    <a:pt x="0" y="0"/>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6" name="Freeform 36"/>
            <p:cNvSpPr>
              <a:spLocks noEditPoints="1"/>
            </p:cNvSpPr>
            <p:nvPr/>
          </p:nvSpPr>
          <p:spPr bwMode="auto">
            <a:xfrm>
              <a:off x="2560" y="845"/>
              <a:ext cx="1233" cy="3423"/>
            </a:xfrm>
            <a:custGeom>
              <a:avLst/>
              <a:gdLst>
                <a:gd name="T0" fmla="*/ 1136 w 1233"/>
                <a:gd name="T1" fmla="*/ 89 h 3423"/>
                <a:gd name="T2" fmla="*/ 1077 w 1233"/>
                <a:gd name="T3" fmla="*/ 337 h 3423"/>
                <a:gd name="T4" fmla="*/ 826 w 1233"/>
                <a:gd name="T5" fmla="*/ 466 h 3423"/>
                <a:gd name="T6" fmla="*/ 900 w 1233"/>
                <a:gd name="T7" fmla="*/ 189 h 3423"/>
                <a:gd name="T8" fmla="*/ 821 w 1233"/>
                <a:gd name="T9" fmla="*/ 266 h 3423"/>
                <a:gd name="T10" fmla="*/ 0 w 1233"/>
                <a:gd name="T11" fmla="*/ 3259 h 3423"/>
                <a:gd name="T12" fmla="*/ 77 w 1233"/>
                <a:gd name="T13" fmla="*/ 3292 h 3423"/>
                <a:gd name="T14" fmla="*/ 158 w 1233"/>
                <a:gd name="T15" fmla="*/ 2990 h 3423"/>
                <a:gd name="T16" fmla="*/ 420 w 1233"/>
                <a:gd name="T17" fmla="*/ 3061 h 3423"/>
                <a:gd name="T18" fmla="*/ 343 w 1233"/>
                <a:gd name="T19" fmla="*/ 3383 h 3423"/>
                <a:gd name="T20" fmla="*/ 455 w 1233"/>
                <a:gd name="T21" fmla="*/ 3423 h 3423"/>
                <a:gd name="T22" fmla="*/ 1233 w 1233"/>
                <a:gd name="T23" fmla="*/ 0 h 3423"/>
                <a:gd name="T24" fmla="*/ 1136 w 1233"/>
                <a:gd name="T25" fmla="*/ 89 h 3423"/>
                <a:gd name="T26" fmla="*/ 1050 w 1233"/>
                <a:gd name="T27" fmla="*/ 445 h 3423"/>
                <a:gd name="T28" fmla="*/ 1002 w 1233"/>
                <a:gd name="T29" fmla="*/ 649 h 3423"/>
                <a:gd name="T30" fmla="*/ 742 w 1233"/>
                <a:gd name="T31" fmla="*/ 782 h 3423"/>
                <a:gd name="T32" fmla="*/ 797 w 1233"/>
                <a:gd name="T33" fmla="*/ 572 h 3423"/>
                <a:gd name="T34" fmla="*/ 1050 w 1233"/>
                <a:gd name="T35" fmla="*/ 445 h 3423"/>
                <a:gd name="T36" fmla="*/ 372 w 1233"/>
                <a:gd name="T37" fmla="*/ 2181 h 3423"/>
                <a:gd name="T38" fmla="*/ 449 w 1233"/>
                <a:gd name="T39" fmla="*/ 1893 h 3423"/>
                <a:gd name="T40" fmla="*/ 709 w 1233"/>
                <a:gd name="T41" fmla="*/ 1860 h 3423"/>
                <a:gd name="T42" fmla="*/ 636 w 1233"/>
                <a:gd name="T43" fmla="*/ 2168 h 3423"/>
                <a:gd name="T44" fmla="*/ 372 w 1233"/>
                <a:gd name="T45" fmla="*/ 2181 h 3423"/>
                <a:gd name="T46" fmla="*/ 611 w 1233"/>
                <a:gd name="T47" fmla="*/ 2272 h 3423"/>
                <a:gd name="T48" fmla="*/ 541 w 1233"/>
                <a:gd name="T49" fmla="*/ 2559 h 3423"/>
                <a:gd name="T50" fmla="*/ 277 w 1233"/>
                <a:gd name="T51" fmla="*/ 2534 h 3423"/>
                <a:gd name="T52" fmla="*/ 349 w 1233"/>
                <a:gd name="T53" fmla="*/ 2270 h 3423"/>
                <a:gd name="T54" fmla="*/ 611 w 1233"/>
                <a:gd name="T55" fmla="*/ 2272 h 3423"/>
                <a:gd name="T56" fmla="*/ 474 w 1233"/>
                <a:gd name="T57" fmla="*/ 1798 h 3423"/>
                <a:gd name="T58" fmla="*/ 541 w 1233"/>
                <a:gd name="T59" fmla="*/ 1544 h 3423"/>
                <a:gd name="T60" fmla="*/ 799 w 1233"/>
                <a:gd name="T61" fmla="*/ 1483 h 3423"/>
                <a:gd name="T62" fmla="*/ 734 w 1233"/>
                <a:gd name="T63" fmla="*/ 1754 h 3423"/>
                <a:gd name="T64" fmla="*/ 474 w 1233"/>
                <a:gd name="T65" fmla="*/ 1798 h 3423"/>
                <a:gd name="T66" fmla="*/ 566 w 1233"/>
                <a:gd name="T67" fmla="*/ 1446 h 3423"/>
                <a:gd name="T68" fmla="*/ 624 w 1233"/>
                <a:gd name="T69" fmla="*/ 1228 h 3423"/>
                <a:gd name="T70" fmla="*/ 884 w 1233"/>
                <a:gd name="T71" fmla="*/ 1136 h 3423"/>
                <a:gd name="T72" fmla="*/ 824 w 1233"/>
                <a:gd name="T73" fmla="*/ 1377 h 3423"/>
                <a:gd name="T74" fmla="*/ 566 w 1233"/>
                <a:gd name="T75" fmla="*/ 1446 h 3423"/>
                <a:gd name="T76" fmla="*/ 653 w 1233"/>
                <a:gd name="T77" fmla="*/ 1121 h 3423"/>
                <a:gd name="T78" fmla="*/ 715 w 1233"/>
                <a:gd name="T79" fmla="*/ 888 h 3423"/>
                <a:gd name="T80" fmla="*/ 975 w 1233"/>
                <a:gd name="T81" fmla="*/ 757 h 3423"/>
                <a:gd name="T82" fmla="*/ 911 w 1233"/>
                <a:gd name="T83" fmla="*/ 1019 h 3423"/>
                <a:gd name="T84" fmla="*/ 653 w 1233"/>
                <a:gd name="T85" fmla="*/ 1121 h 3423"/>
                <a:gd name="T86" fmla="*/ 445 w 1233"/>
                <a:gd name="T87" fmla="*/ 2955 h 3423"/>
                <a:gd name="T88" fmla="*/ 181 w 1233"/>
                <a:gd name="T89" fmla="*/ 2901 h 3423"/>
                <a:gd name="T90" fmla="*/ 252 w 1233"/>
                <a:gd name="T91" fmla="*/ 2634 h 3423"/>
                <a:gd name="T92" fmla="*/ 514 w 1233"/>
                <a:gd name="T93" fmla="*/ 2665 h 3423"/>
                <a:gd name="T94" fmla="*/ 445 w 1233"/>
                <a:gd name="T95" fmla="*/ 2955 h 3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33" h="3423">
                  <a:moveTo>
                    <a:pt x="1136" y="89"/>
                  </a:moveTo>
                  <a:lnTo>
                    <a:pt x="1077" y="337"/>
                  </a:lnTo>
                  <a:lnTo>
                    <a:pt x="826" y="466"/>
                  </a:lnTo>
                  <a:lnTo>
                    <a:pt x="900" y="189"/>
                  </a:lnTo>
                  <a:lnTo>
                    <a:pt x="821" y="266"/>
                  </a:lnTo>
                  <a:lnTo>
                    <a:pt x="0" y="3259"/>
                  </a:lnTo>
                  <a:lnTo>
                    <a:pt x="77" y="3292"/>
                  </a:lnTo>
                  <a:lnTo>
                    <a:pt x="158" y="2990"/>
                  </a:lnTo>
                  <a:lnTo>
                    <a:pt x="420" y="3061"/>
                  </a:lnTo>
                  <a:lnTo>
                    <a:pt x="343" y="3383"/>
                  </a:lnTo>
                  <a:lnTo>
                    <a:pt x="455" y="3423"/>
                  </a:lnTo>
                  <a:lnTo>
                    <a:pt x="1233" y="0"/>
                  </a:lnTo>
                  <a:lnTo>
                    <a:pt x="1136" y="89"/>
                  </a:lnTo>
                  <a:close/>
                  <a:moveTo>
                    <a:pt x="1050" y="445"/>
                  </a:moveTo>
                  <a:lnTo>
                    <a:pt x="1002" y="649"/>
                  </a:lnTo>
                  <a:lnTo>
                    <a:pt x="742" y="782"/>
                  </a:lnTo>
                  <a:lnTo>
                    <a:pt x="797" y="572"/>
                  </a:lnTo>
                  <a:lnTo>
                    <a:pt x="1050" y="445"/>
                  </a:lnTo>
                  <a:close/>
                  <a:moveTo>
                    <a:pt x="372" y="2181"/>
                  </a:moveTo>
                  <a:lnTo>
                    <a:pt x="449" y="1893"/>
                  </a:lnTo>
                  <a:lnTo>
                    <a:pt x="709" y="1860"/>
                  </a:lnTo>
                  <a:lnTo>
                    <a:pt x="636" y="2168"/>
                  </a:lnTo>
                  <a:lnTo>
                    <a:pt x="372" y="2181"/>
                  </a:lnTo>
                  <a:close/>
                  <a:moveTo>
                    <a:pt x="611" y="2272"/>
                  </a:moveTo>
                  <a:lnTo>
                    <a:pt x="541" y="2559"/>
                  </a:lnTo>
                  <a:lnTo>
                    <a:pt x="277" y="2534"/>
                  </a:lnTo>
                  <a:lnTo>
                    <a:pt x="349" y="2270"/>
                  </a:lnTo>
                  <a:lnTo>
                    <a:pt x="611" y="2272"/>
                  </a:lnTo>
                  <a:close/>
                  <a:moveTo>
                    <a:pt x="474" y="1798"/>
                  </a:moveTo>
                  <a:lnTo>
                    <a:pt x="541" y="1544"/>
                  </a:lnTo>
                  <a:lnTo>
                    <a:pt x="799" y="1483"/>
                  </a:lnTo>
                  <a:lnTo>
                    <a:pt x="734" y="1754"/>
                  </a:lnTo>
                  <a:lnTo>
                    <a:pt x="474" y="1798"/>
                  </a:lnTo>
                  <a:close/>
                  <a:moveTo>
                    <a:pt x="566" y="1446"/>
                  </a:moveTo>
                  <a:lnTo>
                    <a:pt x="624" y="1228"/>
                  </a:lnTo>
                  <a:lnTo>
                    <a:pt x="884" y="1136"/>
                  </a:lnTo>
                  <a:lnTo>
                    <a:pt x="824" y="1377"/>
                  </a:lnTo>
                  <a:lnTo>
                    <a:pt x="566" y="1446"/>
                  </a:lnTo>
                  <a:close/>
                  <a:moveTo>
                    <a:pt x="653" y="1121"/>
                  </a:moveTo>
                  <a:lnTo>
                    <a:pt x="715" y="888"/>
                  </a:lnTo>
                  <a:lnTo>
                    <a:pt x="975" y="757"/>
                  </a:lnTo>
                  <a:lnTo>
                    <a:pt x="911" y="1019"/>
                  </a:lnTo>
                  <a:lnTo>
                    <a:pt x="653" y="1121"/>
                  </a:lnTo>
                  <a:close/>
                  <a:moveTo>
                    <a:pt x="445" y="2955"/>
                  </a:moveTo>
                  <a:lnTo>
                    <a:pt x="181" y="2901"/>
                  </a:lnTo>
                  <a:lnTo>
                    <a:pt x="252" y="2634"/>
                  </a:lnTo>
                  <a:lnTo>
                    <a:pt x="514" y="2665"/>
                  </a:lnTo>
                  <a:lnTo>
                    <a:pt x="445" y="295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7" name="Freeform 37"/>
            <p:cNvSpPr>
              <a:spLocks/>
            </p:cNvSpPr>
            <p:nvPr/>
          </p:nvSpPr>
          <p:spPr bwMode="auto">
            <a:xfrm>
              <a:off x="3015" y="845"/>
              <a:ext cx="809" cy="3423"/>
            </a:xfrm>
            <a:custGeom>
              <a:avLst/>
              <a:gdLst>
                <a:gd name="T0" fmla="*/ 776 w 809"/>
                <a:gd name="T1" fmla="*/ 0 h 3423"/>
                <a:gd name="T2" fmla="*/ 809 w 809"/>
                <a:gd name="T3" fmla="*/ 0 h 3423"/>
                <a:gd name="T4" fmla="*/ 57 w 809"/>
                <a:gd name="T5" fmla="*/ 3410 h 3423"/>
                <a:gd name="T6" fmla="*/ 0 w 809"/>
                <a:gd name="T7" fmla="*/ 3423 h 3423"/>
                <a:gd name="T8" fmla="*/ 776 w 809"/>
                <a:gd name="T9" fmla="*/ 0 h 3423"/>
              </a:gdLst>
              <a:ahLst/>
              <a:cxnLst>
                <a:cxn ang="0">
                  <a:pos x="T0" y="T1"/>
                </a:cxn>
                <a:cxn ang="0">
                  <a:pos x="T2" y="T3"/>
                </a:cxn>
                <a:cxn ang="0">
                  <a:pos x="T4" y="T5"/>
                </a:cxn>
                <a:cxn ang="0">
                  <a:pos x="T6" y="T7"/>
                </a:cxn>
                <a:cxn ang="0">
                  <a:pos x="T8" y="T9"/>
                </a:cxn>
              </a:cxnLst>
              <a:rect l="0" t="0" r="r" b="b"/>
              <a:pathLst>
                <a:path w="809" h="3423">
                  <a:moveTo>
                    <a:pt x="776" y="0"/>
                  </a:moveTo>
                  <a:lnTo>
                    <a:pt x="809" y="0"/>
                  </a:lnTo>
                  <a:lnTo>
                    <a:pt x="57" y="3410"/>
                  </a:lnTo>
                  <a:lnTo>
                    <a:pt x="0" y="3423"/>
                  </a:lnTo>
                  <a:lnTo>
                    <a:pt x="776" y="0"/>
                  </a:lnTo>
                  <a:close/>
                </a:path>
              </a:pathLst>
            </a:custGeom>
            <a:solidFill>
              <a:schemeClr val="bg2">
                <a:lumMod val="75000"/>
              </a:schemeClr>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grpSp>
      <p:sp>
        <p:nvSpPr>
          <p:cNvPr id="38" name="Subtitle 2"/>
          <p:cNvSpPr txBox="1">
            <a:spLocks/>
          </p:cNvSpPr>
          <p:nvPr/>
        </p:nvSpPr>
        <p:spPr>
          <a:xfrm>
            <a:off x="5471130" y="2774484"/>
            <a:ext cx="5825519" cy="2769065"/>
          </a:xfrm>
          <a:prstGeom prst="rect">
            <a:avLst/>
          </a:prstGeom>
        </p:spPr>
        <p:txBody>
          <a:bodyPr vert="horz" lIns="91440" tIns="45720" rIns="91440" bIns="45720" rtlCol="0">
            <a:noAutofit/>
          </a:bodyPr>
          <a:lstStyle>
            <a:lvl1pPr marL="0" indent="0" algn="ctr" defTabSz="914400" rtl="0" eaLnBrk="1" latinLnBrk="0" hangingPunct="1">
              <a:lnSpc>
                <a:spcPct val="90000"/>
              </a:lnSpc>
              <a:spcBef>
                <a:spcPts val="1000"/>
              </a:spcBef>
              <a:buFont typeface="Arial" panose="020B0604020202020204" pitchFamily="34" charset="0"/>
              <a:buNone/>
              <a:defRPr sz="20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rtl="1"/>
            <a:r>
              <a:rPr lang="en-US" sz="2800" b="1" dirty="0">
                <a:solidFill>
                  <a:schemeClr val="bg2">
                    <a:lumMod val="10000"/>
                  </a:schemeClr>
                </a:solidFill>
              </a:rPr>
              <a:t>3d </a:t>
            </a:r>
            <a:r>
              <a:rPr lang="ar-JO" sz="2800" b="1" dirty="0">
                <a:solidFill>
                  <a:schemeClr val="bg2">
                    <a:lumMod val="10000"/>
                  </a:schemeClr>
                </a:solidFill>
              </a:rPr>
              <a:t>هو اختصار لكلمة</a:t>
            </a:r>
            <a:r>
              <a:rPr lang="en-US" sz="2800" b="1" dirty="0">
                <a:solidFill>
                  <a:schemeClr val="bg2">
                    <a:lumMod val="10000"/>
                  </a:schemeClr>
                </a:solidFill>
              </a:rPr>
              <a:t>:"Three Dimensional"  </a:t>
            </a:r>
            <a:r>
              <a:rPr lang="ar-JO" sz="2800" b="1" dirty="0">
                <a:solidFill>
                  <a:schemeClr val="bg2">
                    <a:lumMod val="10000"/>
                  </a:schemeClr>
                </a:solidFill>
              </a:rPr>
              <a:t>بالعربي ثلاثي أبعاد</a:t>
            </a:r>
            <a:r>
              <a:rPr lang="en-US" sz="2800" b="1" dirty="0">
                <a:solidFill>
                  <a:schemeClr val="bg2">
                    <a:lumMod val="10000"/>
                  </a:schemeClr>
                </a:solidFill>
              </a:rPr>
              <a:t>.</a:t>
            </a:r>
            <a:r>
              <a:rPr lang="ar-JO" sz="2800" b="1" dirty="0">
                <a:solidFill>
                  <a:schemeClr val="bg2">
                    <a:lumMod val="10000"/>
                  </a:schemeClr>
                </a:solidFill>
              </a:rPr>
              <a:t> وهي تقنية تعتمد على الطريقة التي يعمل بها الدماغ والعينين.</a:t>
            </a:r>
            <a:endParaRPr lang="en-US" sz="2800" b="1" dirty="0">
              <a:solidFill>
                <a:schemeClr val="bg2">
                  <a:lumMod val="10000"/>
                </a:schemeClr>
              </a:solidFill>
            </a:endParaRPr>
          </a:p>
        </p:txBody>
      </p:sp>
      <p:sp>
        <p:nvSpPr>
          <p:cNvPr id="4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99843369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8"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930436" y="1420748"/>
            <a:ext cx="5755102" cy="707886"/>
          </a:xfrm>
          <a:prstGeom prst="rect">
            <a:avLst/>
          </a:prstGeom>
          <a:noFill/>
        </p:spPr>
        <p:txBody>
          <a:bodyPr wrap="none" rtlCol="0">
            <a:spAutoFit/>
          </a:bodyPr>
          <a:lstStyle/>
          <a:p>
            <a:pPr rtl="1"/>
            <a:r>
              <a:rPr lang="ar-JO" sz="4000" b="1" u="sng" dirty="0">
                <a:solidFill>
                  <a:srgbClr val="C00000"/>
                </a:solidFill>
              </a:rPr>
              <a:t>ب. تقنيات ثلاثية الأبعاد في التعليم</a:t>
            </a:r>
            <a:endParaRPr lang="en-US" sz="4000" u="sng" dirty="0">
              <a:solidFill>
                <a:srgbClr val="C00000"/>
              </a:solidFill>
            </a:endParaRPr>
          </a:p>
        </p:txBody>
      </p:sp>
      <p:grpSp>
        <p:nvGrpSpPr>
          <p:cNvPr id="3" name="Group 4"/>
          <p:cNvGrpSpPr>
            <a:grpSpLocks noChangeAspect="1"/>
          </p:cNvGrpSpPr>
          <p:nvPr/>
        </p:nvGrpSpPr>
        <p:grpSpPr bwMode="auto">
          <a:xfrm rot="415208">
            <a:off x="1172494" y="1071568"/>
            <a:ext cx="3296632" cy="5558724"/>
            <a:chOff x="2560" y="2"/>
            <a:chExt cx="2562" cy="4320"/>
          </a:xfrm>
          <a:effectLst/>
        </p:grpSpPr>
        <p:sp>
          <p:nvSpPr>
            <p:cNvPr id="5" name="Freeform 5"/>
            <p:cNvSpPr>
              <a:spLocks/>
            </p:cNvSpPr>
            <p:nvPr/>
          </p:nvSpPr>
          <p:spPr bwMode="auto">
            <a:xfrm>
              <a:off x="3184" y="1981"/>
              <a:ext cx="264" cy="96"/>
            </a:xfrm>
            <a:custGeom>
              <a:avLst/>
              <a:gdLst>
                <a:gd name="T0" fmla="*/ 0 w 264"/>
                <a:gd name="T1" fmla="*/ 92 h 96"/>
                <a:gd name="T2" fmla="*/ 258 w 264"/>
                <a:gd name="T3" fmla="*/ 0 h 96"/>
                <a:gd name="T4" fmla="*/ 264 w 264"/>
                <a:gd name="T5" fmla="*/ 15 h 96"/>
                <a:gd name="T6" fmla="*/ 31 w 264"/>
                <a:gd name="T7" fmla="*/ 96 h 96"/>
                <a:gd name="T8" fmla="*/ 0 w 264"/>
                <a:gd name="T9" fmla="*/ 92 h 96"/>
              </a:gdLst>
              <a:ahLst/>
              <a:cxnLst>
                <a:cxn ang="0">
                  <a:pos x="T0" y="T1"/>
                </a:cxn>
                <a:cxn ang="0">
                  <a:pos x="T2" y="T3"/>
                </a:cxn>
                <a:cxn ang="0">
                  <a:pos x="T4" y="T5"/>
                </a:cxn>
                <a:cxn ang="0">
                  <a:pos x="T6" y="T7"/>
                </a:cxn>
                <a:cxn ang="0">
                  <a:pos x="T8" y="T9"/>
                </a:cxn>
              </a:cxnLst>
              <a:rect l="0" t="0" r="r" b="b"/>
              <a:pathLst>
                <a:path w="264" h="96">
                  <a:moveTo>
                    <a:pt x="0" y="92"/>
                  </a:moveTo>
                  <a:lnTo>
                    <a:pt x="258" y="0"/>
                  </a:lnTo>
                  <a:lnTo>
                    <a:pt x="264" y="15"/>
                  </a:lnTo>
                  <a:lnTo>
                    <a:pt x="31" y="96"/>
                  </a:lnTo>
                  <a:lnTo>
                    <a:pt x="0" y="92"/>
                  </a:lnTo>
                  <a:close/>
                </a:path>
              </a:pathLst>
            </a:custGeom>
            <a:solidFill>
              <a:srgbClr val="D1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6" name="Freeform 6"/>
            <p:cNvSpPr>
              <a:spLocks/>
            </p:cNvSpPr>
            <p:nvPr/>
          </p:nvSpPr>
          <p:spPr bwMode="auto">
            <a:xfrm>
              <a:off x="3381" y="2"/>
              <a:ext cx="891" cy="1652"/>
            </a:xfrm>
            <a:custGeom>
              <a:avLst/>
              <a:gdLst>
                <a:gd name="T0" fmla="*/ 0 w 891"/>
                <a:gd name="T1" fmla="*/ 1652 h 1652"/>
                <a:gd name="T2" fmla="*/ 891 w 891"/>
                <a:gd name="T3" fmla="*/ 1249 h 1652"/>
                <a:gd name="T4" fmla="*/ 891 w 891"/>
                <a:gd name="T5" fmla="*/ 0 h 1652"/>
                <a:gd name="T6" fmla="*/ 9 w 891"/>
                <a:gd name="T7" fmla="*/ 608 h 1652"/>
                <a:gd name="T8" fmla="*/ 0 w 891"/>
                <a:gd name="T9" fmla="*/ 1652 h 1652"/>
              </a:gdLst>
              <a:ahLst/>
              <a:cxnLst>
                <a:cxn ang="0">
                  <a:pos x="T0" y="T1"/>
                </a:cxn>
                <a:cxn ang="0">
                  <a:pos x="T2" y="T3"/>
                </a:cxn>
                <a:cxn ang="0">
                  <a:pos x="T4" y="T5"/>
                </a:cxn>
                <a:cxn ang="0">
                  <a:pos x="T6" y="T7"/>
                </a:cxn>
                <a:cxn ang="0">
                  <a:pos x="T8" y="T9"/>
                </a:cxn>
              </a:cxnLst>
              <a:rect l="0" t="0" r="r" b="b"/>
              <a:pathLst>
                <a:path w="891" h="1652">
                  <a:moveTo>
                    <a:pt x="0" y="1652"/>
                  </a:moveTo>
                  <a:lnTo>
                    <a:pt x="891" y="1249"/>
                  </a:lnTo>
                  <a:lnTo>
                    <a:pt x="891" y="0"/>
                  </a:lnTo>
                  <a:lnTo>
                    <a:pt x="9" y="608"/>
                  </a:lnTo>
                  <a:lnTo>
                    <a:pt x="0" y="1652"/>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7" name="Freeform 7"/>
            <p:cNvSpPr>
              <a:spLocks/>
            </p:cNvSpPr>
            <p:nvPr/>
          </p:nvSpPr>
          <p:spPr bwMode="auto">
            <a:xfrm>
              <a:off x="4272" y="2"/>
              <a:ext cx="850" cy="1650"/>
            </a:xfrm>
            <a:custGeom>
              <a:avLst/>
              <a:gdLst>
                <a:gd name="T0" fmla="*/ 850 w 850"/>
                <a:gd name="T1" fmla="*/ 1650 h 1650"/>
                <a:gd name="T2" fmla="*/ 0 w 850"/>
                <a:gd name="T3" fmla="*/ 1249 h 1650"/>
                <a:gd name="T4" fmla="*/ 0 w 850"/>
                <a:gd name="T5" fmla="*/ 0 h 1650"/>
                <a:gd name="T6" fmla="*/ 850 w 850"/>
                <a:gd name="T7" fmla="*/ 622 h 1650"/>
                <a:gd name="T8" fmla="*/ 850 w 850"/>
                <a:gd name="T9" fmla="*/ 1650 h 1650"/>
              </a:gdLst>
              <a:ahLst/>
              <a:cxnLst>
                <a:cxn ang="0">
                  <a:pos x="T0" y="T1"/>
                </a:cxn>
                <a:cxn ang="0">
                  <a:pos x="T2" y="T3"/>
                </a:cxn>
                <a:cxn ang="0">
                  <a:pos x="T4" y="T5"/>
                </a:cxn>
                <a:cxn ang="0">
                  <a:pos x="T6" y="T7"/>
                </a:cxn>
                <a:cxn ang="0">
                  <a:pos x="T8" y="T9"/>
                </a:cxn>
              </a:cxnLst>
              <a:rect l="0" t="0" r="r" b="b"/>
              <a:pathLst>
                <a:path w="850" h="1650">
                  <a:moveTo>
                    <a:pt x="850" y="1650"/>
                  </a:moveTo>
                  <a:lnTo>
                    <a:pt x="0" y="1249"/>
                  </a:lnTo>
                  <a:lnTo>
                    <a:pt x="0" y="0"/>
                  </a:lnTo>
                  <a:lnTo>
                    <a:pt x="850" y="622"/>
                  </a:lnTo>
                  <a:lnTo>
                    <a:pt x="850" y="1650"/>
                  </a:ln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8" name="Freeform 8"/>
            <p:cNvSpPr>
              <a:spLocks/>
            </p:cNvSpPr>
            <p:nvPr/>
          </p:nvSpPr>
          <p:spPr bwMode="auto">
            <a:xfrm>
              <a:off x="3381" y="1251"/>
              <a:ext cx="1741" cy="722"/>
            </a:xfrm>
            <a:custGeom>
              <a:avLst/>
              <a:gdLst>
                <a:gd name="T0" fmla="*/ 1741 w 1741"/>
                <a:gd name="T1" fmla="*/ 401 h 722"/>
                <a:gd name="T2" fmla="*/ 909 w 1741"/>
                <a:gd name="T3" fmla="*/ 722 h 722"/>
                <a:gd name="T4" fmla="*/ 0 w 1741"/>
                <a:gd name="T5" fmla="*/ 403 h 722"/>
                <a:gd name="T6" fmla="*/ 891 w 1741"/>
                <a:gd name="T7" fmla="*/ 0 h 722"/>
                <a:gd name="T8" fmla="*/ 1741 w 1741"/>
                <a:gd name="T9" fmla="*/ 401 h 722"/>
              </a:gdLst>
              <a:ahLst/>
              <a:cxnLst>
                <a:cxn ang="0">
                  <a:pos x="T0" y="T1"/>
                </a:cxn>
                <a:cxn ang="0">
                  <a:pos x="T2" y="T3"/>
                </a:cxn>
                <a:cxn ang="0">
                  <a:pos x="T4" y="T5"/>
                </a:cxn>
                <a:cxn ang="0">
                  <a:pos x="T6" y="T7"/>
                </a:cxn>
                <a:cxn ang="0">
                  <a:pos x="T8" y="T9"/>
                </a:cxn>
              </a:cxnLst>
              <a:rect l="0" t="0" r="r" b="b"/>
              <a:pathLst>
                <a:path w="1741" h="722">
                  <a:moveTo>
                    <a:pt x="1741" y="401"/>
                  </a:moveTo>
                  <a:lnTo>
                    <a:pt x="909" y="722"/>
                  </a:lnTo>
                  <a:lnTo>
                    <a:pt x="0" y="403"/>
                  </a:lnTo>
                  <a:lnTo>
                    <a:pt x="891" y="0"/>
                  </a:lnTo>
                  <a:lnTo>
                    <a:pt x="1741" y="401"/>
                  </a:lnTo>
                  <a:close/>
                </a:path>
              </a:pathLst>
            </a:custGeom>
            <a:solidFill>
              <a:schemeClr val="accent5">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9" name="Freeform 9"/>
            <p:cNvSpPr>
              <a:spLocks/>
            </p:cNvSpPr>
            <p:nvPr/>
          </p:nvSpPr>
          <p:spPr bwMode="auto">
            <a:xfrm>
              <a:off x="4889" y="687"/>
              <a:ext cx="85" cy="60"/>
            </a:xfrm>
            <a:custGeom>
              <a:avLst/>
              <a:gdLst>
                <a:gd name="T0" fmla="*/ 43 w 44"/>
                <a:gd name="T1" fmla="*/ 0 h 31"/>
                <a:gd name="T2" fmla="*/ 0 w 44"/>
                <a:gd name="T3" fmla="*/ 25 h 31"/>
                <a:gd name="T4" fmla="*/ 3 w 44"/>
                <a:gd name="T5" fmla="*/ 31 h 31"/>
                <a:gd name="T6" fmla="*/ 44 w 44"/>
                <a:gd name="T7" fmla="*/ 7 h 31"/>
                <a:gd name="T8" fmla="*/ 43 w 44"/>
                <a:gd name="T9" fmla="*/ 0 h 31"/>
              </a:gdLst>
              <a:ahLst/>
              <a:cxnLst>
                <a:cxn ang="0">
                  <a:pos x="T0" y="T1"/>
                </a:cxn>
                <a:cxn ang="0">
                  <a:pos x="T2" y="T3"/>
                </a:cxn>
                <a:cxn ang="0">
                  <a:pos x="T4" y="T5"/>
                </a:cxn>
                <a:cxn ang="0">
                  <a:pos x="T6" y="T7"/>
                </a:cxn>
                <a:cxn ang="0">
                  <a:pos x="T8" y="T9"/>
                </a:cxn>
              </a:cxnLst>
              <a:rect l="0" t="0" r="r" b="b"/>
              <a:pathLst>
                <a:path w="44" h="31">
                  <a:moveTo>
                    <a:pt x="43" y="0"/>
                  </a:moveTo>
                  <a:cubicBezTo>
                    <a:pt x="25" y="4"/>
                    <a:pt x="1" y="25"/>
                    <a:pt x="0" y="25"/>
                  </a:cubicBezTo>
                  <a:cubicBezTo>
                    <a:pt x="3" y="31"/>
                    <a:pt x="3" y="31"/>
                    <a:pt x="3" y="31"/>
                  </a:cubicBezTo>
                  <a:cubicBezTo>
                    <a:pt x="3" y="31"/>
                    <a:pt x="26" y="10"/>
                    <a:pt x="44" y="7"/>
                  </a:cubicBezTo>
                  <a:lnTo>
                    <a:pt x="4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0" name="Freeform 10"/>
            <p:cNvSpPr>
              <a:spLocks/>
            </p:cNvSpPr>
            <p:nvPr/>
          </p:nvSpPr>
          <p:spPr bwMode="auto">
            <a:xfrm>
              <a:off x="4762" y="512"/>
              <a:ext cx="34" cy="123"/>
            </a:xfrm>
            <a:custGeom>
              <a:avLst/>
              <a:gdLst>
                <a:gd name="T0" fmla="*/ 18 w 18"/>
                <a:gd name="T1" fmla="*/ 3 h 64"/>
                <a:gd name="T2" fmla="*/ 14 w 18"/>
                <a:gd name="T3" fmla="*/ 0 h 64"/>
                <a:gd name="T4" fmla="*/ 0 w 18"/>
                <a:gd name="T5" fmla="*/ 63 h 64"/>
                <a:gd name="T6" fmla="*/ 5 w 18"/>
                <a:gd name="T7" fmla="*/ 64 h 64"/>
                <a:gd name="T8" fmla="*/ 18 w 18"/>
                <a:gd name="T9" fmla="*/ 3 h 64"/>
              </a:gdLst>
              <a:ahLst/>
              <a:cxnLst>
                <a:cxn ang="0">
                  <a:pos x="T0" y="T1"/>
                </a:cxn>
                <a:cxn ang="0">
                  <a:pos x="T2" y="T3"/>
                </a:cxn>
                <a:cxn ang="0">
                  <a:pos x="T4" y="T5"/>
                </a:cxn>
                <a:cxn ang="0">
                  <a:pos x="T6" y="T7"/>
                </a:cxn>
                <a:cxn ang="0">
                  <a:pos x="T8" y="T9"/>
                </a:cxn>
              </a:cxnLst>
              <a:rect l="0" t="0" r="r" b="b"/>
              <a:pathLst>
                <a:path w="18" h="64">
                  <a:moveTo>
                    <a:pt x="18" y="3"/>
                  </a:moveTo>
                  <a:cubicBezTo>
                    <a:pt x="14" y="0"/>
                    <a:pt x="14" y="0"/>
                    <a:pt x="14" y="0"/>
                  </a:cubicBezTo>
                  <a:cubicBezTo>
                    <a:pt x="4" y="22"/>
                    <a:pt x="0" y="61"/>
                    <a:pt x="0" y="63"/>
                  </a:cubicBezTo>
                  <a:cubicBezTo>
                    <a:pt x="5" y="64"/>
                    <a:pt x="5" y="64"/>
                    <a:pt x="5" y="64"/>
                  </a:cubicBezTo>
                  <a:cubicBezTo>
                    <a:pt x="5" y="63"/>
                    <a:pt x="8" y="25"/>
                    <a:pt x="18"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1" name="Freeform 11"/>
            <p:cNvSpPr>
              <a:spLocks/>
            </p:cNvSpPr>
            <p:nvPr/>
          </p:nvSpPr>
          <p:spPr bwMode="auto">
            <a:xfrm>
              <a:off x="4929" y="843"/>
              <a:ext cx="89" cy="27"/>
            </a:xfrm>
            <a:custGeom>
              <a:avLst/>
              <a:gdLst>
                <a:gd name="T0" fmla="*/ 0 w 46"/>
                <a:gd name="T1" fmla="*/ 5 h 14"/>
                <a:gd name="T2" fmla="*/ 0 w 46"/>
                <a:gd name="T3" fmla="*/ 11 h 14"/>
                <a:gd name="T4" fmla="*/ 45 w 46"/>
                <a:gd name="T5" fmla="*/ 14 h 14"/>
                <a:gd name="T6" fmla="*/ 46 w 46"/>
                <a:gd name="T7" fmla="*/ 8 h 14"/>
                <a:gd name="T8" fmla="*/ 0 w 46"/>
                <a:gd name="T9" fmla="*/ 5 h 14"/>
              </a:gdLst>
              <a:ahLst/>
              <a:cxnLst>
                <a:cxn ang="0">
                  <a:pos x="T0" y="T1"/>
                </a:cxn>
                <a:cxn ang="0">
                  <a:pos x="T2" y="T3"/>
                </a:cxn>
                <a:cxn ang="0">
                  <a:pos x="T4" y="T5"/>
                </a:cxn>
                <a:cxn ang="0">
                  <a:pos x="T6" y="T7"/>
                </a:cxn>
                <a:cxn ang="0">
                  <a:pos x="T8" y="T9"/>
                </a:cxn>
              </a:cxnLst>
              <a:rect l="0" t="0" r="r" b="b"/>
              <a:pathLst>
                <a:path w="46" h="14">
                  <a:moveTo>
                    <a:pt x="0" y="5"/>
                  </a:moveTo>
                  <a:cubicBezTo>
                    <a:pt x="0" y="11"/>
                    <a:pt x="0" y="11"/>
                    <a:pt x="0" y="11"/>
                  </a:cubicBezTo>
                  <a:cubicBezTo>
                    <a:pt x="0" y="11"/>
                    <a:pt x="28" y="7"/>
                    <a:pt x="45" y="14"/>
                  </a:cubicBezTo>
                  <a:cubicBezTo>
                    <a:pt x="46" y="8"/>
                    <a:pt x="46" y="8"/>
                    <a:pt x="46" y="8"/>
                  </a:cubicBezTo>
                  <a:cubicBezTo>
                    <a:pt x="28" y="0"/>
                    <a:pt x="1" y="5"/>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2" name="Freeform 12"/>
            <p:cNvSpPr>
              <a:spLocks/>
            </p:cNvSpPr>
            <p:nvPr/>
          </p:nvSpPr>
          <p:spPr bwMode="auto">
            <a:xfrm>
              <a:off x="4494" y="707"/>
              <a:ext cx="87" cy="57"/>
            </a:xfrm>
            <a:custGeom>
              <a:avLst/>
              <a:gdLst>
                <a:gd name="T0" fmla="*/ 0 w 45"/>
                <a:gd name="T1" fmla="*/ 7 h 30"/>
                <a:gd name="T2" fmla="*/ 42 w 45"/>
                <a:gd name="T3" fmla="*/ 30 h 30"/>
                <a:gd name="T4" fmla="*/ 45 w 45"/>
                <a:gd name="T5" fmla="*/ 24 h 30"/>
                <a:gd name="T6" fmla="*/ 1 w 45"/>
                <a:gd name="T7" fmla="*/ 0 h 30"/>
                <a:gd name="T8" fmla="*/ 0 w 45"/>
                <a:gd name="T9" fmla="*/ 7 h 30"/>
              </a:gdLst>
              <a:ahLst/>
              <a:cxnLst>
                <a:cxn ang="0">
                  <a:pos x="T0" y="T1"/>
                </a:cxn>
                <a:cxn ang="0">
                  <a:pos x="T2" y="T3"/>
                </a:cxn>
                <a:cxn ang="0">
                  <a:pos x="T4" y="T5"/>
                </a:cxn>
                <a:cxn ang="0">
                  <a:pos x="T6" y="T7"/>
                </a:cxn>
                <a:cxn ang="0">
                  <a:pos x="T8" y="T9"/>
                </a:cxn>
              </a:cxnLst>
              <a:rect l="0" t="0" r="r" b="b"/>
              <a:pathLst>
                <a:path w="45" h="30">
                  <a:moveTo>
                    <a:pt x="0" y="7"/>
                  </a:moveTo>
                  <a:cubicBezTo>
                    <a:pt x="18" y="9"/>
                    <a:pt x="42" y="29"/>
                    <a:pt x="42" y="30"/>
                  </a:cubicBezTo>
                  <a:cubicBezTo>
                    <a:pt x="45" y="24"/>
                    <a:pt x="45" y="24"/>
                    <a:pt x="45" y="24"/>
                  </a:cubicBezTo>
                  <a:cubicBezTo>
                    <a:pt x="44" y="23"/>
                    <a:pt x="20" y="3"/>
                    <a:pt x="1" y="0"/>
                  </a:cubicBez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3" name="Freeform 13"/>
            <p:cNvSpPr>
              <a:spLocks/>
            </p:cNvSpPr>
            <p:nvPr/>
          </p:nvSpPr>
          <p:spPr bwMode="auto">
            <a:xfrm>
              <a:off x="4594" y="535"/>
              <a:ext cx="54" cy="114"/>
            </a:xfrm>
            <a:custGeom>
              <a:avLst/>
              <a:gdLst>
                <a:gd name="T0" fmla="*/ 28 w 28"/>
                <a:gd name="T1" fmla="*/ 56 h 59"/>
                <a:gd name="T2" fmla="*/ 3 w 28"/>
                <a:gd name="T3" fmla="*/ 0 h 59"/>
                <a:gd name="T4" fmla="*/ 0 w 28"/>
                <a:gd name="T5" fmla="*/ 5 h 59"/>
                <a:gd name="T6" fmla="*/ 24 w 28"/>
                <a:gd name="T7" fmla="*/ 59 h 59"/>
                <a:gd name="T8" fmla="*/ 28 w 28"/>
                <a:gd name="T9" fmla="*/ 56 h 59"/>
              </a:gdLst>
              <a:ahLst/>
              <a:cxnLst>
                <a:cxn ang="0">
                  <a:pos x="T0" y="T1"/>
                </a:cxn>
                <a:cxn ang="0">
                  <a:pos x="T2" y="T3"/>
                </a:cxn>
                <a:cxn ang="0">
                  <a:pos x="T4" y="T5"/>
                </a:cxn>
                <a:cxn ang="0">
                  <a:pos x="T6" y="T7"/>
                </a:cxn>
                <a:cxn ang="0">
                  <a:pos x="T8" y="T9"/>
                </a:cxn>
              </a:cxnLst>
              <a:rect l="0" t="0" r="r" b="b"/>
              <a:pathLst>
                <a:path w="28" h="59">
                  <a:moveTo>
                    <a:pt x="28" y="56"/>
                  </a:moveTo>
                  <a:cubicBezTo>
                    <a:pt x="28" y="55"/>
                    <a:pt x="17" y="18"/>
                    <a:pt x="3" y="0"/>
                  </a:cubicBezTo>
                  <a:cubicBezTo>
                    <a:pt x="0" y="5"/>
                    <a:pt x="0" y="5"/>
                    <a:pt x="0" y="5"/>
                  </a:cubicBezTo>
                  <a:cubicBezTo>
                    <a:pt x="13" y="22"/>
                    <a:pt x="24" y="58"/>
                    <a:pt x="24" y="59"/>
                  </a:cubicBezTo>
                  <a:lnTo>
                    <a:pt x="28" y="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4" name="Freeform 14"/>
            <p:cNvSpPr>
              <a:spLocks/>
            </p:cNvSpPr>
            <p:nvPr/>
          </p:nvSpPr>
          <p:spPr bwMode="auto">
            <a:xfrm>
              <a:off x="4479" y="868"/>
              <a:ext cx="90" cy="29"/>
            </a:xfrm>
            <a:custGeom>
              <a:avLst/>
              <a:gdLst>
                <a:gd name="T0" fmla="*/ 0 w 47"/>
                <a:gd name="T1" fmla="*/ 9 h 15"/>
                <a:gd name="T2" fmla="*/ 2 w 47"/>
                <a:gd name="T3" fmla="*/ 15 h 15"/>
                <a:gd name="T4" fmla="*/ 46 w 47"/>
                <a:gd name="T5" fmla="*/ 11 h 15"/>
                <a:gd name="T6" fmla="*/ 47 w 47"/>
                <a:gd name="T7" fmla="*/ 5 h 15"/>
                <a:gd name="T8" fmla="*/ 0 w 47"/>
                <a:gd name="T9" fmla="*/ 9 h 15"/>
              </a:gdLst>
              <a:ahLst/>
              <a:cxnLst>
                <a:cxn ang="0">
                  <a:pos x="T0" y="T1"/>
                </a:cxn>
                <a:cxn ang="0">
                  <a:pos x="T2" y="T3"/>
                </a:cxn>
                <a:cxn ang="0">
                  <a:pos x="T4" y="T5"/>
                </a:cxn>
                <a:cxn ang="0">
                  <a:pos x="T6" y="T7"/>
                </a:cxn>
                <a:cxn ang="0">
                  <a:pos x="T8" y="T9"/>
                </a:cxn>
              </a:cxnLst>
              <a:rect l="0" t="0" r="r" b="b"/>
              <a:pathLst>
                <a:path w="47" h="15">
                  <a:moveTo>
                    <a:pt x="0" y="9"/>
                  </a:moveTo>
                  <a:cubicBezTo>
                    <a:pt x="2" y="15"/>
                    <a:pt x="2" y="15"/>
                    <a:pt x="2" y="15"/>
                  </a:cubicBezTo>
                  <a:cubicBezTo>
                    <a:pt x="19" y="7"/>
                    <a:pt x="46" y="11"/>
                    <a:pt x="46" y="11"/>
                  </a:cubicBezTo>
                  <a:cubicBezTo>
                    <a:pt x="47" y="5"/>
                    <a:pt x="47" y="5"/>
                    <a:pt x="47" y="5"/>
                  </a:cubicBezTo>
                  <a:cubicBezTo>
                    <a:pt x="46" y="5"/>
                    <a:pt x="18" y="0"/>
                    <a:pt x="0"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5" name="Freeform 15"/>
            <p:cNvSpPr>
              <a:spLocks/>
            </p:cNvSpPr>
            <p:nvPr/>
          </p:nvSpPr>
          <p:spPr bwMode="auto">
            <a:xfrm>
              <a:off x="4910" y="972"/>
              <a:ext cx="71" cy="70"/>
            </a:xfrm>
            <a:custGeom>
              <a:avLst/>
              <a:gdLst>
                <a:gd name="T0" fmla="*/ 3 w 37"/>
                <a:gd name="T1" fmla="*/ 0 h 36"/>
                <a:gd name="T2" fmla="*/ 0 w 37"/>
                <a:gd name="T3" fmla="*/ 5 h 36"/>
                <a:gd name="T4" fmla="*/ 32 w 37"/>
                <a:gd name="T5" fmla="*/ 36 h 36"/>
                <a:gd name="T6" fmla="*/ 37 w 37"/>
                <a:gd name="T7" fmla="*/ 32 h 36"/>
                <a:gd name="T8" fmla="*/ 3 w 37"/>
                <a:gd name="T9" fmla="*/ 0 h 36"/>
              </a:gdLst>
              <a:ahLst/>
              <a:cxnLst>
                <a:cxn ang="0">
                  <a:pos x="T0" y="T1"/>
                </a:cxn>
                <a:cxn ang="0">
                  <a:pos x="T2" y="T3"/>
                </a:cxn>
                <a:cxn ang="0">
                  <a:pos x="T4" y="T5"/>
                </a:cxn>
                <a:cxn ang="0">
                  <a:pos x="T6" y="T7"/>
                </a:cxn>
                <a:cxn ang="0">
                  <a:pos x="T8" y="T9"/>
                </a:cxn>
              </a:cxnLst>
              <a:rect l="0" t="0" r="r" b="b"/>
              <a:pathLst>
                <a:path w="37" h="36">
                  <a:moveTo>
                    <a:pt x="3" y="0"/>
                  </a:moveTo>
                  <a:cubicBezTo>
                    <a:pt x="0" y="5"/>
                    <a:pt x="0" y="5"/>
                    <a:pt x="0" y="5"/>
                  </a:cubicBezTo>
                  <a:cubicBezTo>
                    <a:pt x="0" y="5"/>
                    <a:pt x="24" y="19"/>
                    <a:pt x="32" y="36"/>
                  </a:cubicBezTo>
                  <a:cubicBezTo>
                    <a:pt x="37" y="32"/>
                    <a:pt x="37" y="32"/>
                    <a:pt x="37" y="32"/>
                  </a:cubicBezTo>
                  <a:cubicBezTo>
                    <a:pt x="29" y="14"/>
                    <a:pt x="4"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6" name="Freeform 16"/>
            <p:cNvSpPr>
              <a:spLocks/>
            </p:cNvSpPr>
            <p:nvPr/>
          </p:nvSpPr>
          <p:spPr bwMode="auto">
            <a:xfrm>
              <a:off x="4690" y="1072"/>
              <a:ext cx="108" cy="56"/>
            </a:xfrm>
            <a:custGeom>
              <a:avLst/>
              <a:gdLst>
                <a:gd name="T0" fmla="*/ 53 w 56"/>
                <a:gd name="T1" fmla="*/ 22 h 29"/>
                <a:gd name="T2" fmla="*/ 3 w 56"/>
                <a:gd name="T3" fmla="*/ 0 h 29"/>
                <a:gd name="T4" fmla="*/ 0 w 56"/>
                <a:gd name="T5" fmla="*/ 2 h 29"/>
                <a:gd name="T6" fmla="*/ 2 w 56"/>
                <a:gd name="T7" fmla="*/ 6 h 29"/>
                <a:gd name="T8" fmla="*/ 53 w 56"/>
                <a:gd name="T9" fmla="*/ 28 h 29"/>
                <a:gd name="T10" fmla="*/ 56 w 56"/>
                <a:gd name="T11" fmla="*/ 26 h 29"/>
                <a:gd name="T12" fmla="*/ 53 w 56"/>
                <a:gd name="T13" fmla="*/ 22 h 29"/>
              </a:gdLst>
              <a:ahLst/>
              <a:cxnLst>
                <a:cxn ang="0">
                  <a:pos x="T0" y="T1"/>
                </a:cxn>
                <a:cxn ang="0">
                  <a:pos x="T2" y="T3"/>
                </a:cxn>
                <a:cxn ang="0">
                  <a:pos x="T4" y="T5"/>
                </a:cxn>
                <a:cxn ang="0">
                  <a:pos x="T6" y="T7"/>
                </a:cxn>
                <a:cxn ang="0">
                  <a:pos x="T8" y="T9"/>
                </a:cxn>
                <a:cxn ang="0">
                  <a:pos x="T10" y="T11"/>
                </a:cxn>
                <a:cxn ang="0">
                  <a:pos x="T12" y="T13"/>
                </a:cxn>
              </a:cxnLst>
              <a:rect l="0" t="0" r="r" b="b"/>
              <a:pathLst>
                <a:path w="56" h="29">
                  <a:moveTo>
                    <a:pt x="53" y="22"/>
                  </a:moveTo>
                  <a:cubicBezTo>
                    <a:pt x="3" y="0"/>
                    <a:pt x="3" y="0"/>
                    <a:pt x="3" y="0"/>
                  </a:cubicBezTo>
                  <a:cubicBezTo>
                    <a:pt x="1" y="0"/>
                    <a:pt x="0" y="1"/>
                    <a:pt x="0" y="2"/>
                  </a:cubicBezTo>
                  <a:cubicBezTo>
                    <a:pt x="0" y="4"/>
                    <a:pt x="1" y="6"/>
                    <a:pt x="2" y="6"/>
                  </a:cubicBezTo>
                  <a:cubicBezTo>
                    <a:pt x="53" y="28"/>
                    <a:pt x="53" y="28"/>
                    <a:pt x="53" y="28"/>
                  </a:cubicBezTo>
                  <a:cubicBezTo>
                    <a:pt x="55" y="29"/>
                    <a:pt x="56" y="28"/>
                    <a:pt x="56" y="26"/>
                  </a:cubicBezTo>
                  <a:cubicBezTo>
                    <a:pt x="56" y="25"/>
                    <a:pt x="55" y="23"/>
                    <a:pt x="53"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7" name="Freeform 17"/>
            <p:cNvSpPr>
              <a:spLocks/>
            </p:cNvSpPr>
            <p:nvPr/>
          </p:nvSpPr>
          <p:spPr bwMode="auto">
            <a:xfrm>
              <a:off x="4690" y="1090"/>
              <a:ext cx="106" cy="56"/>
            </a:xfrm>
            <a:custGeom>
              <a:avLst/>
              <a:gdLst>
                <a:gd name="T0" fmla="*/ 53 w 55"/>
                <a:gd name="T1" fmla="*/ 22 h 29"/>
                <a:gd name="T2" fmla="*/ 2 w 55"/>
                <a:gd name="T3" fmla="*/ 0 h 29"/>
                <a:gd name="T4" fmla="*/ 0 w 55"/>
                <a:gd name="T5" fmla="*/ 2 h 29"/>
                <a:gd name="T6" fmla="*/ 2 w 55"/>
                <a:gd name="T7" fmla="*/ 6 h 29"/>
                <a:gd name="T8" fmla="*/ 53 w 55"/>
                <a:gd name="T9" fmla="*/ 28 h 29"/>
                <a:gd name="T10" fmla="*/ 55 w 55"/>
                <a:gd name="T11" fmla="*/ 26 h 29"/>
                <a:gd name="T12" fmla="*/ 53 w 55"/>
                <a:gd name="T13" fmla="*/ 22 h 29"/>
              </a:gdLst>
              <a:ahLst/>
              <a:cxnLst>
                <a:cxn ang="0">
                  <a:pos x="T0" y="T1"/>
                </a:cxn>
                <a:cxn ang="0">
                  <a:pos x="T2" y="T3"/>
                </a:cxn>
                <a:cxn ang="0">
                  <a:pos x="T4" y="T5"/>
                </a:cxn>
                <a:cxn ang="0">
                  <a:pos x="T6" y="T7"/>
                </a:cxn>
                <a:cxn ang="0">
                  <a:pos x="T8" y="T9"/>
                </a:cxn>
                <a:cxn ang="0">
                  <a:pos x="T10" y="T11"/>
                </a:cxn>
                <a:cxn ang="0">
                  <a:pos x="T12" y="T13"/>
                </a:cxn>
              </a:cxnLst>
              <a:rect l="0" t="0" r="r" b="b"/>
              <a:pathLst>
                <a:path w="55" h="29">
                  <a:moveTo>
                    <a:pt x="53" y="22"/>
                  </a:moveTo>
                  <a:cubicBezTo>
                    <a:pt x="2" y="0"/>
                    <a:pt x="2" y="0"/>
                    <a:pt x="2" y="0"/>
                  </a:cubicBezTo>
                  <a:cubicBezTo>
                    <a:pt x="1" y="0"/>
                    <a:pt x="0" y="1"/>
                    <a:pt x="0" y="2"/>
                  </a:cubicBezTo>
                  <a:cubicBezTo>
                    <a:pt x="0" y="4"/>
                    <a:pt x="1" y="6"/>
                    <a:pt x="2" y="6"/>
                  </a:cubicBezTo>
                  <a:cubicBezTo>
                    <a:pt x="53" y="28"/>
                    <a:pt x="53" y="28"/>
                    <a:pt x="53" y="28"/>
                  </a:cubicBezTo>
                  <a:cubicBezTo>
                    <a:pt x="54" y="29"/>
                    <a:pt x="55" y="28"/>
                    <a:pt x="55" y="26"/>
                  </a:cubicBezTo>
                  <a:cubicBezTo>
                    <a:pt x="55" y="25"/>
                    <a:pt x="54" y="23"/>
                    <a:pt x="53"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8" name="Freeform 18"/>
            <p:cNvSpPr>
              <a:spLocks/>
            </p:cNvSpPr>
            <p:nvPr/>
          </p:nvSpPr>
          <p:spPr bwMode="auto">
            <a:xfrm>
              <a:off x="4688" y="1107"/>
              <a:ext cx="108" cy="56"/>
            </a:xfrm>
            <a:custGeom>
              <a:avLst/>
              <a:gdLst>
                <a:gd name="T0" fmla="*/ 54 w 56"/>
                <a:gd name="T1" fmla="*/ 22 h 29"/>
                <a:gd name="T2" fmla="*/ 3 w 56"/>
                <a:gd name="T3" fmla="*/ 0 h 29"/>
                <a:gd name="T4" fmla="*/ 0 w 56"/>
                <a:gd name="T5" fmla="*/ 2 h 29"/>
                <a:gd name="T6" fmla="*/ 3 w 56"/>
                <a:gd name="T7" fmla="*/ 6 h 29"/>
                <a:gd name="T8" fmla="*/ 54 w 56"/>
                <a:gd name="T9" fmla="*/ 28 h 29"/>
                <a:gd name="T10" fmla="*/ 56 w 56"/>
                <a:gd name="T11" fmla="*/ 26 h 29"/>
                <a:gd name="T12" fmla="*/ 54 w 56"/>
                <a:gd name="T13" fmla="*/ 22 h 29"/>
              </a:gdLst>
              <a:ahLst/>
              <a:cxnLst>
                <a:cxn ang="0">
                  <a:pos x="T0" y="T1"/>
                </a:cxn>
                <a:cxn ang="0">
                  <a:pos x="T2" y="T3"/>
                </a:cxn>
                <a:cxn ang="0">
                  <a:pos x="T4" y="T5"/>
                </a:cxn>
                <a:cxn ang="0">
                  <a:pos x="T6" y="T7"/>
                </a:cxn>
                <a:cxn ang="0">
                  <a:pos x="T8" y="T9"/>
                </a:cxn>
                <a:cxn ang="0">
                  <a:pos x="T10" y="T11"/>
                </a:cxn>
                <a:cxn ang="0">
                  <a:pos x="T12" y="T13"/>
                </a:cxn>
              </a:cxnLst>
              <a:rect l="0" t="0" r="r" b="b"/>
              <a:pathLst>
                <a:path w="56" h="29">
                  <a:moveTo>
                    <a:pt x="54" y="22"/>
                  </a:moveTo>
                  <a:cubicBezTo>
                    <a:pt x="3" y="0"/>
                    <a:pt x="3" y="0"/>
                    <a:pt x="3" y="0"/>
                  </a:cubicBezTo>
                  <a:cubicBezTo>
                    <a:pt x="2" y="0"/>
                    <a:pt x="1" y="1"/>
                    <a:pt x="0" y="2"/>
                  </a:cubicBezTo>
                  <a:cubicBezTo>
                    <a:pt x="0" y="4"/>
                    <a:pt x="1" y="6"/>
                    <a:pt x="3" y="6"/>
                  </a:cubicBezTo>
                  <a:cubicBezTo>
                    <a:pt x="54" y="28"/>
                    <a:pt x="54" y="28"/>
                    <a:pt x="54" y="28"/>
                  </a:cubicBezTo>
                  <a:cubicBezTo>
                    <a:pt x="55" y="29"/>
                    <a:pt x="56" y="28"/>
                    <a:pt x="56" y="26"/>
                  </a:cubicBezTo>
                  <a:cubicBezTo>
                    <a:pt x="56" y="25"/>
                    <a:pt x="55" y="23"/>
                    <a:pt x="54"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9" name="Freeform 19"/>
            <p:cNvSpPr>
              <a:spLocks/>
            </p:cNvSpPr>
            <p:nvPr/>
          </p:nvSpPr>
          <p:spPr bwMode="auto">
            <a:xfrm>
              <a:off x="4690" y="1122"/>
              <a:ext cx="106" cy="70"/>
            </a:xfrm>
            <a:custGeom>
              <a:avLst/>
              <a:gdLst>
                <a:gd name="T0" fmla="*/ 53 w 55"/>
                <a:gd name="T1" fmla="*/ 22 h 36"/>
                <a:gd name="T2" fmla="*/ 2 w 55"/>
                <a:gd name="T3" fmla="*/ 0 h 36"/>
                <a:gd name="T4" fmla="*/ 0 w 55"/>
                <a:gd name="T5" fmla="*/ 1 h 36"/>
                <a:gd name="T6" fmla="*/ 1 w 55"/>
                <a:gd name="T7" fmla="*/ 4 h 36"/>
                <a:gd name="T8" fmla="*/ 5 w 55"/>
                <a:gd name="T9" fmla="*/ 10 h 36"/>
                <a:gd name="T10" fmla="*/ 8 w 55"/>
                <a:gd name="T11" fmla="*/ 15 h 36"/>
                <a:gd name="T12" fmla="*/ 9 w 55"/>
                <a:gd name="T13" fmla="*/ 16 h 36"/>
                <a:gd name="T14" fmla="*/ 9 w 55"/>
                <a:gd name="T15" fmla="*/ 16 h 36"/>
                <a:gd name="T16" fmla="*/ 14 w 55"/>
                <a:gd name="T17" fmla="*/ 24 h 36"/>
                <a:gd name="T18" fmla="*/ 39 w 55"/>
                <a:gd name="T19" fmla="*/ 35 h 36"/>
                <a:gd name="T20" fmla="*/ 44 w 55"/>
                <a:gd name="T21" fmla="*/ 31 h 36"/>
                <a:gd name="T22" fmla="*/ 44 w 55"/>
                <a:gd name="T23" fmla="*/ 31 h 36"/>
                <a:gd name="T24" fmla="*/ 46 w 55"/>
                <a:gd name="T25" fmla="*/ 31 h 36"/>
                <a:gd name="T26" fmla="*/ 53 w 55"/>
                <a:gd name="T27" fmla="*/ 26 h 36"/>
                <a:gd name="T28" fmla="*/ 53 w 55"/>
                <a:gd name="T29" fmla="*/ 26 h 36"/>
                <a:gd name="T30" fmla="*/ 55 w 55"/>
                <a:gd name="T31" fmla="*/ 25 h 36"/>
                <a:gd name="T32" fmla="*/ 53 w 55"/>
                <a:gd name="T33" fmla="*/ 2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 h="36">
                  <a:moveTo>
                    <a:pt x="53" y="22"/>
                  </a:moveTo>
                  <a:cubicBezTo>
                    <a:pt x="2" y="0"/>
                    <a:pt x="2" y="0"/>
                    <a:pt x="2" y="0"/>
                  </a:cubicBezTo>
                  <a:cubicBezTo>
                    <a:pt x="1" y="0"/>
                    <a:pt x="0" y="0"/>
                    <a:pt x="0" y="1"/>
                  </a:cubicBezTo>
                  <a:cubicBezTo>
                    <a:pt x="0" y="2"/>
                    <a:pt x="0" y="3"/>
                    <a:pt x="1" y="4"/>
                  </a:cubicBezTo>
                  <a:cubicBezTo>
                    <a:pt x="2" y="5"/>
                    <a:pt x="3" y="7"/>
                    <a:pt x="5" y="10"/>
                  </a:cubicBezTo>
                  <a:cubicBezTo>
                    <a:pt x="7" y="13"/>
                    <a:pt x="7" y="14"/>
                    <a:pt x="8" y="15"/>
                  </a:cubicBezTo>
                  <a:cubicBezTo>
                    <a:pt x="9" y="16"/>
                    <a:pt x="9" y="16"/>
                    <a:pt x="9" y="16"/>
                  </a:cubicBezTo>
                  <a:cubicBezTo>
                    <a:pt x="9" y="16"/>
                    <a:pt x="9" y="16"/>
                    <a:pt x="9" y="16"/>
                  </a:cubicBezTo>
                  <a:cubicBezTo>
                    <a:pt x="9" y="19"/>
                    <a:pt x="11" y="23"/>
                    <a:pt x="14" y="24"/>
                  </a:cubicBezTo>
                  <a:cubicBezTo>
                    <a:pt x="39" y="35"/>
                    <a:pt x="39" y="35"/>
                    <a:pt x="39" y="35"/>
                  </a:cubicBezTo>
                  <a:cubicBezTo>
                    <a:pt x="42" y="36"/>
                    <a:pt x="44" y="34"/>
                    <a:pt x="44" y="31"/>
                  </a:cubicBezTo>
                  <a:cubicBezTo>
                    <a:pt x="44" y="31"/>
                    <a:pt x="44" y="31"/>
                    <a:pt x="44" y="31"/>
                  </a:cubicBezTo>
                  <a:cubicBezTo>
                    <a:pt x="46" y="31"/>
                    <a:pt x="46" y="31"/>
                    <a:pt x="46" y="31"/>
                  </a:cubicBezTo>
                  <a:cubicBezTo>
                    <a:pt x="47" y="31"/>
                    <a:pt x="52" y="27"/>
                    <a:pt x="53" y="26"/>
                  </a:cubicBezTo>
                  <a:cubicBezTo>
                    <a:pt x="53" y="26"/>
                    <a:pt x="53" y="26"/>
                    <a:pt x="53" y="26"/>
                  </a:cubicBezTo>
                  <a:cubicBezTo>
                    <a:pt x="54" y="26"/>
                    <a:pt x="55" y="26"/>
                    <a:pt x="55" y="25"/>
                  </a:cubicBezTo>
                  <a:cubicBezTo>
                    <a:pt x="55" y="24"/>
                    <a:pt x="54" y="23"/>
                    <a:pt x="53"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0" name="Freeform 20"/>
            <p:cNvSpPr>
              <a:spLocks/>
            </p:cNvSpPr>
            <p:nvPr/>
          </p:nvSpPr>
          <p:spPr bwMode="auto">
            <a:xfrm>
              <a:off x="4690" y="1055"/>
              <a:ext cx="108" cy="56"/>
            </a:xfrm>
            <a:custGeom>
              <a:avLst/>
              <a:gdLst>
                <a:gd name="T0" fmla="*/ 54 w 56"/>
                <a:gd name="T1" fmla="*/ 23 h 29"/>
                <a:gd name="T2" fmla="*/ 2 w 56"/>
                <a:gd name="T3" fmla="*/ 0 h 29"/>
                <a:gd name="T4" fmla="*/ 0 w 56"/>
                <a:gd name="T5" fmla="*/ 2 h 29"/>
                <a:gd name="T6" fmla="*/ 2 w 56"/>
                <a:gd name="T7" fmla="*/ 6 h 29"/>
                <a:gd name="T8" fmla="*/ 54 w 56"/>
                <a:gd name="T9" fmla="*/ 29 h 29"/>
                <a:gd name="T10" fmla="*/ 56 w 56"/>
                <a:gd name="T11" fmla="*/ 27 h 29"/>
                <a:gd name="T12" fmla="*/ 54 w 56"/>
                <a:gd name="T13" fmla="*/ 23 h 29"/>
              </a:gdLst>
              <a:ahLst/>
              <a:cxnLst>
                <a:cxn ang="0">
                  <a:pos x="T0" y="T1"/>
                </a:cxn>
                <a:cxn ang="0">
                  <a:pos x="T2" y="T3"/>
                </a:cxn>
                <a:cxn ang="0">
                  <a:pos x="T4" y="T5"/>
                </a:cxn>
                <a:cxn ang="0">
                  <a:pos x="T6" y="T7"/>
                </a:cxn>
                <a:cxn ang="0">
                  <a:pos x="T8" y="T9"/>
                </a:cxn>
                <a:cxn ang="0">
                  <a:pos x="T10" y="T11"/>
                </a:cxn>
                <a:cxn ang="0">
                  <a:pos x="T12" y="T13"/>
                </a:cxn>
              </a:cxnLst>
              <a:rect l="0" t="0" r="r" b="b"/>
              <a:pathLst>
                <a:path w="56" h="29">
                  <a:moveTo>
                    <a:pt x="54" y="23"/>
                  </a:moveTo>
                  <a:cubicBezTo>
                    <a:pt x="2" y="0"/>
                    <a:pt x="2" y="0"/>
                    <a:pt x="2" y="0"/>
                  </a:cubicBezTo>
                  <a:cubicBezTo>
                    <a:pt x="1" y="0"/>
                    <a:pt x="0" y="1"/>
                    <a:pt x="0" y="2"/>
                  </a:cubicBezTo>
                  <a:cubicBezTo>
                    <a:pt x="0" y="4"/>
                    <a:pt x="1" y="6"/>
                    <a:pt x="2" y="6"/>
                  </a:cubicBezTo>
                  <a:cubicBezTo>
                    <a:pt x="54" y="29"/>
                    <a:pt x="54" y="29"/>
                    <a:pt x="54" y="29"/>
                  </a:cubicBezTo>
                  <a:cubicBezTo>
                    <a:pt x="55" y="29"/>
                    <a:pt x="56" y="28"/>
                    <a:pt x="56" y="27"/>
                  </a:cubicBezTo>
                  <a:cubicBezTo>
                    <a:pt x="56" y="25"/>
                    <a:pt x="55" y="23"/>
                    <a:pt x="54"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1" name="Freeform 21"/>
            <p:cNvSpPr>
              <a:spLocks noEditPoints="1"/>
            </p:cNvSpPr>
            <p:nvPr/>
          </p:nvSpPr>
          <p:spPr bwMode="auto">
            <a:xfrm>
              <a:off x="4625" y="685"/>
              <a:ext cx="258" cy="403"/>
            </a:xfrm>
            <a:custGeom>
              <a:avLst/>
              <a:gdLst>
                <a:gd name="T0" fmla="*/ 73 w 134"/>
                <a:gd name="T1" fmla="*/ 10 h 209"/>
                <a:gd name="T2" fmla="*/ 21 w 134"/>
                <a:gd name="T3" fmla="*/ 9 h 209"/>
                <a:gd name="T4" fmla="*/ 0 w 134"/>
                <a:gd name="T5" fmla="*/ 55 h 209"/>
                <a:gd name="T6" fmla="*/ 16 w 134"/>
                <a:gd name="T7" fmla="*/ 120 h 209"/>
                <a:gd name="T8" fmla="*/ 25 w 134"/>
                <a:gd name="T9" fmla="*/ 148 h 209"/>
                <a:gd name="T10" fmla="*/ 34 w 134"/>
                <a:gd name="T11" fmla="*/ 184 h 209"/>
                <a:gd name="T12" fmla="*/ 40 w 134"/>
                <a:gd name="T13" fmla="*/ 188 h 209"/>
                <a:gd name="T14" fmla="*/ 67 w 134"/>
                <a:gd name="T15" fmla="*/ 199 h 209"/>
                <a:gd name="T16" fmla="*/ 87 w 134"/>
                <a:gd name="T17" fmla="*/ 208 h 209"/>
                <a:gd name="T18" fmla="*/ 91 w 134"/>
                <a:gd name="T19" fmla="*/ 208 h 209"/>
                <a:gd name="T20" fmla="*/ 102 w 134"/>
                <a:gd name="T21" fmla="*/ 190 h 209"/>
                <a:gd name="T22" fmla="*/ 111 w 134"/>
                <a:gd name="T23" fmla="*/ 167 h 209"/>
                <a:gd name="T24" fmla="*/ 115 w 134"/>
                <a:gd name="T25" fmla="*/ 161 h 209"/>
                <a:gd name="T26" fmla="*/ 133 w 134"/>
                <a:gd name="T27" fmla="*/ 113 h 209"/>
                <a:gd name="T28" fmla="*/ 129 w 134"/>
                <a:gd name="T29" fmla="*/ 76 h 209"/>
                <a:gd name="T30" fmla="*/ 57 w 134"/>
                <a:gd name="T31" fmla="*/ 181 h 209"/>
                <a:gd name="T32" fmla="*/ 65 w 134"/>
                <a:gd name="T33" fmla="*/ 135 h 209"/>
                <a:gd name="T34" fmla="*/ 68 w 134"/>
                <a:gd name="T35" fmla="*/ 186 h 209"/>
                <a:gd name="T36" fmla="*/ 122 w 134"/>
                <a:gd name="T37" fmla="*/ 108 h 209"/>
                <a:gd name="T38" fmla="*/ 105 w 134"/>
                <a:gd name="T39" fmla="*/ 150 h 209"/>
                <a:gd name="T40" fmla="*/ 101 w 134"/>
                <a:gd name="T41" fmla="*/ 156 h 209"/>
                <a:gd name="T42" fmla="*/ 90 w 134"/>
                <a:gd name="T43" fmla="*/ 184 h 209"/>
                <a:gd name="T44" fmla="*/ 86 w 134"/>
                <a:gd name="T45" fmla="*/ 194 h 209"/>
                <a:gd name="T46" fmla="*/ 68 w 134"/>
                <a:gd name="T47" fmla="*/ 127 h 209"/>
                <a:gd name="T48" fmla="*/ 49 w 134"/>
                <a:gd name="T49" fmla="*/ 178 h 209"/>
                <a:gd name="T50" fmla="*/ 38 w 134"/>
                <a:gd name="T51" fmla="*/ 161 h 209"/>
                <a:gd name="T52" fmla="*/ 28 w 134"/>
                <a:gd name="T53" fmla="*/ 124 h 209"/>
                <a:gd name="T54" fmla="*/ 24 w 134"/>
                <a:gd name="T55" fmla="*/ 111 h 209"/>
                <a:gd name="T56" fmla="*/ 12 w 134"/>
                <a:gd name="T57" fmla="*/ 58 h 209"/>
                <a:gd name="T58" fmla="*/ 68 w 134"/>
                <a:gd name="T59" fmla="*/ 21 h 209"/>
                <a:gd name="T60" fmla="*/ 107 w 134"/>
                <a:gd name="T61" fmla="*/ 56 h 209"/>
                <a:gd name="T62" fmla="*/ 122 w 134"/>
                <a:gd name="T63" fmla="*/ 10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4" h="209">
                  <a:moveTo>
                    <a:pt x="116" y="50"/>
                  </a:moveTo>
                  <a:cubicBezTo>
                    <a:pt x="104" y="31"/>
                    <a:pt x="90" y="18"/>
                    <a:pt x="73" y="10"/>
                  </a:cubicBezTo>
                  <a:cubicBezTo>
                    <a:pt x="69" y="7"/>
                    <a:pt x="69" y="7"/>
                    <a:pt x="69" y="7"/>
                  </a:cubicBezTo>
                  <a:cubicBezTo>
                    <a:pt x="50" y="0"/>
                    <a:pt x="33" y="1"/>
                    <a:pt x="21" y="9"/>
                  </a:cubicBezTo>
                  <a:cubicBezTo>
                    <a:pt x="8" y="18"/>
                    <a:pt x="1" y="33"/>
                    <a:pt x="0" y="53"/>
                  </a:cubicBezTo>
                  <a:cubicBezTo>
                    <a:pt x="0" y="55"/>
                    <a:pt x="0" y="55"/>
                    <a:pt x="0" y="55"/>
                  </a:cubicBezTo>
                  <a:cubicBezTo>
                    <a:pt x="0" y="78"/>
                    <a:pt x="7" y="96"/>
                    <a:pt x="13" y="113"/>
                  </a:cubicBezTo>
                  <a:cubicBezTo>
                    <a:pt x="14" y="115"/>
                    <a:pt x="15" y="118"/>
                    <a:pt x="16" y="120"/>
                  </a:cubicBezTo>
                  <a:cubicBezTo>
                    <a:pt x="17" y="122"/>
                    <a:pt x="17" y="124"/>
                    <a:pt x="18" y="126"/>
                  </a:cubicBezTo>
                  <a:cubicBezTo>
                    <a:pt x="21" y="133"/>
                    <a:pt x="24" y="141"/>
                    <a:pt x="25" y="148"/>
                  </a:cubicBezTo>
                  <a:cubicBezTo>
                    <a:pt x="26" y="151"/>
                    <a:pt x="26" y="155"/>
                    <a:pt x="27" y="158"/>
                  </a:cubicBezTo>
                  <a:cubicBezTo>
                    <a:pt x="27" y="167"/>
                    <a:pt x="28" y="176"/>
                    <a:pt x="34" y="184"/>
                  </a:cubicBezTo>
                  <a:cubicBezTo>
                    <a:pt x="36" y="186"/>
                    <a:pt x="36" y="186"/>
                    <a:pt x="36" y="186"/>
                  </a:cubicBezTo>
                  <a:cubicBezTo>
                    <a:pt x="40" y="188"/>
                    <a:pt x="40" y="188"/>
                    <a:pt x="40" y="188"/>
                  </a:cubicBezTo>
                  <a:cubicBezTo>
                    <a:pt x="45" y="190"/>
                    <a:pt x="49" y="192"/>
                    <a:pt x="54" y="194"/>
                  </a:cubicBezTo>
                  <a:cubicBezTo>
                    <a:pt x="58" y="196"/>
                    <a:pt x="63" y="197"/>
                    <a:pt x="67" y="199"/>
                  </a:cubicBezTo>
                  <a:cubicBezTo>
                    <a:pt x="75" y="203"/>
                    <a:pt x="81" y="205"/>
                    <a:pt x="87" y="208"/>
                  </a:cubicBezTo>
                  <a:cubicBezTo>
                    <a:pt x="87" y="208"/>
                    <a:pt x="87" y="208"/>
                    <a:pt x="87" y="208"/>
                  </a:cubicBezTo>
                  <a:cubicBezTo>
                    <a:pt x="89" y="209"/>
                    <a:pt x="89" y="209"/>
                    <a:pt x="89" y="209"/>
                  </a:cubicBezTo>
                  <a:cubicBezTo>
                    <a:pt x="91" y="208"/>
                    <a:pt x="91" y="208"/>
                    <a:pt x="91" y="208"/>
                  </a:cubicBezTo>
                  <a:cubicBezTo>
                    <a:pt x="95" y="206"/>
                    <a:pt x="99" y="203"/>
                    <a:pt x="101" y="196"/>
                  </a:cubicBezTo>
                  <a:cubicBezTo>
                    <a:pt x="101" y="194"/>
                    <a:pt x="101" y="192"/>
                    <a:pt x="102" y="190"/>
                  </a:cubicBezTo>
                  <a:cubicBezTo>
                    <a:pt x="102" y="187"/>
                    <a:pt x="102" y="184"/>
                    <a:pt x="103" y="182"/>
                  </a:cubicBezTo>
                  <a:cubicBezTo>
                    <a:pt x="105" y="176"/>
                    <a:pt x="108" y="171"/>
                    <a:pt x="111" y="167"/>
                  </a:cubicBezTo>
                  <a:cubicBezTo>
                    <a:pt x="112" y="165"/>
                    <a:pt x="113" y="164"/>
                    <a:pt x="114" y="163"/>
                  </a:cubicBezTo>
                  <a:cubicBezTo>
                    <a:pt x="115" y="161"/>
                    <a:pt x="115" y="161"/>
                    <a:pt x="115" y="161"/>
                  </a:cubicBezTo>
                  <a:cubicBezTo>
                    <a:pt x="119" y="155"/>
                    <a:pt x="123" y="150"/>
                    <a:pt x="126" y="143"/>
                  </a:cubicBezTo>
                  <a:cubicBezTo>
                    <a:pt x="130" y="136"/>
                    <a:pt x="132" y="127"/>
                    <a:pt x="133" y="113"/>
                  </a:cubicBezTo>
                  <a:cubicBezTo>
                    <a:pt x="133" y="108"/>
                    <a:pt x="133" y="108"/>
                    <a:pt x="133" y="108"/>
                  </a:cubicBezTo>
                  <a:cubicBezTo>
                    <a:pt x="134" y="98"/>
                    <a:pt x="132" y="87"/>
                    <a:pt x="129" y="76"/>
                  </a:cubicBezTo>
                  <a:cubicBezTo>
                    <a:pt x="125" y="66"/>
                    <a:pt x="121" y="58"/>
                    <a:pt x="116" y="50"/>
                  </a:cubicBezTo>
                  <a:close/>
                  <a:moveTo>
                    <a:pt x="57" y="181"/>
                  </a:moveTo>
                  <a:cubicBezTo>
                    <a:pt x="55" y="164"/>
                    <a:pt x="56" y="140"/>
                    <a:pt x="62" y="135"/>
                  </a:cubicBezTo>
                  <a:cubicBezTo>
                    <a:pt x="62" y="135"/>
                    <a:pt x="63" y="134"/>
                    <a:pt x="65" y="135"/>
                  </a:cubicBezTo>
                  <a:cubicBezTo>
                    <a:pt x="79" y="140"/>
                    <a:pt x="75" y="173"/>
                    <a:pt x="72" y="188"/>
                  </a:cubicBezTo>
                  <a:cubicBezTo>
                    <a:pt x="71" y="187"/>
                    <a:pt x="69" y="187"/>
                    <a:pt x="68" y="186"/>
                  </a:cubicBezTo>
                  <a:cubicBezTo>
                    <a:pt x="64" y="184"/>
                    <a:pt x="61" y="183"/>
                    <a:pt x="57" y="181"/>
                  </a:cubicBezTo>
                  <a:close/>
                  <a:moveTo>
                    <a:pt x="122" y="108"/>
                  </a:moveTo>
                  <a:cubicBezTo>
                    <a:pt x="121" y="119"/>
                    <a:pt x="119" y="127"/>
                    <a:pt x="116" y="133"/>
                  </a:cubicBezTo>
                  <a:cubicBezTo>
                    <a:pt x="112" y="139"/>
                    <a:pt x="109" y="145"/>
                    <a:pt x="105" y="150"/>
                  </a:cubicBezTo>
                  <a:cubicBezTo>
                    <a:pt x="104" y="152"/>
                    <a:pt x="104" y="152"/>
                    <a:pt x="104" y="152"/>
                  </a:cubicBezTo>
                  <a:cubicBezTo>
                    <a:pt x="103" y="153"/>
                    <a:pt x="102" y="154"/>
                    <a:pt x="101" y="156"/>
                  </a:cubicBezTo>
                  <a:cubicBezTo>
                    <a:pt x="98" y="160"/>
                    <a:pt x="94" y="166"/>
                    <a:pt x="92" y="173"/>
                  </a:cubicBezTo>
                  <a:cubicBezTo>
                    <a:pt x="91" y="177"/>
                    <a:pt x="91" y="180"/>
                    <a:pt x="90" y="184"/>
                  </a:cubicBezTo>
                  <a:cubicBezTo>
                    <a:pt x="90" y="186"/>
                    <a:pt x="90" y="187"/>
                    <a:pt x="89" y="189"/>
                  </a:cubicBezTo>
                  <a:cubicBezTo>
                    <a:pt x="89" y="191"/>
                    <a:pt x="87" y="193"/>
                    <a:pt x="86" y="194"/>
                  </a:cubicBezTo>
                  <a:cubicBezTo>
                    <a:pt x="84" y="193"/>
                    <a:pt x="82" y="192"/>
                    <a:pt x="80" y="191"/>
                  </a:cubicBezTo>
                  <a:cubicBezTo>
                    <a:pt x="82" y="181"/>
                    <a:pt x="90" y="136"/>
                    <a:pt x="68" y="127"/>
                  </a:cubicBezTo>
                  <a:cubicBezTo>
                    <a:pt x="63" y="125"/>
                    <a:pt x="59" y="127"/>
                    <a:pt x="57" y="129"/>
                  </a:cubicBezTo>
                  <a:cubicBezTo>
                    <a:pt x="47" y="136"/>
                    <a:pt x="47" y="164"/>
                    <a:pt x="49" y="178"/>
                  </a:cubicBezTo>
                  <a:cubicBezTo>
                    <a:pt x="46" y="177"/>
                    <a:pt x="43" y="176"/>
                    <a:pt x="41" y="175"/>
                  </a:cubicBezTo>
                  <a:cubicBezTo>
                    <a:pt x="39" y="171"/>
                    <a:pt x="39" y="166"/>
                    <a:pt x="38" y="161"/>
                  </a:cubicBezTo>
                  <a:cubicBezTo>
                    <a:pt x="38" y="157"/>
                    <a:pt x="37" y="153"/>
                    <a:pt x="36" y="149"/>
                  </a:cubicBezTo>
                  <a:cubicBezTo>
                    <a:pt x="34" y="140"/>
                    <a:pt x="31" y="132"/>
                    <a:pt x="28" y="124"/>
                  </a:cubicBezTo>
                  <a:cubicBezTo>
                    <a:pt x="28" y="122"/>
                    <a:pt x="27" y="120"/>
                    <a:pt x="26" y="119"/>
                  </a:cubicBezTo>
                  <a:cubicBezTo>
                    <a:pt x="26" y="116"/>
                    <a:pt x="25" y="114"/>
                    <a:pt x="24" y="111"/>
                  </a:cubicBezTo>
                  <a:cubicBezTo>
                    <a:pt x="18" y="95"/>
                    <a:pt x="12" y="79"/>
                    <a:pt x="12" y="60"/>
                  </a:cubicBezTo>
                  <a:cubicBezTo>
                    <a:pt x="12" y="58"/>
                    <a:pt x="12" y="58"/>
                    <a:pt x="12" y="58"/>
                  </a:cubicBezTo>
                  <a:cubicBezTo>
                    <a:pt x="13" y="42"/>
                    <a:pt x="19" y="30"/>
                    <a:pt x="29" y="22"/>
                  </a:cubicBezTo>
                  <a:cubicBezTo>
                    <a:pt x="39" y="15"/>
                    <a:pt x="52" y="15"/>
                    <a:pt x="68" y="21"/>
                  </a:cubicBezTo>
                  <a:cubicBezTo>
                    <a:pt x="73" y="23"/>
                    <a:pt x="73" y="23"/>
                    <a:pt x="73" y="23"/>
                  </a:cubicBezTo>
                  <a:cubicBezTo>
                    <a:pt x="86" y="29"/>
                    <a:pt x="98" y="40"/>
                    <a:pt x="107" y="56"/>
                  </a:cubicBezTo>
                  <a:cubicBezTo>
                    <a:pt x="111" y="62"/>
                    <a:pt x="115" y="69"/>
                    <a:pt x="118" y="77"/>
                  </a:cubicBezTo>
                  <a:cubicBezTo>
                    <a:pt x="121" y="86"/>
                    <a:pt x="122" y="95"/>
                    <a:pt x="122" y="104"/>
                  </a:cubicBezTo>
                  <a:lnTo>
                    <a:pt x="122" y="1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2" name="Freeform 22"/>
            <p:cNvSpPr>
              <a:spLocks/>
            </p:cNvSpPr>
            <p:nvPr/>
          </p:nvSpPr>
          <p:spPr bwMode="auto">
            <a:xfrm>
              <a:off x="4282" y="1552"/>
              <a:ext cx="684" cy="1174"/>
            </a:xfrm>
            <a:custGeom>
              <a:avLst/>
              <a:gdLst>
                <a:gd name="T0" fmla="*/ 684 w 684"/>
                <a:gd name="T1" fmla="*/ 1174 h 1174"/>
                <a:gd name="T2" fmla="*/ 0 w 684"/>
                <a:gd name="T3" fmla="*/ 1091 h 1174"/>
                <a:gd name="T4" fmla="*/ 0 w 684"/>
                <a:gd name="T5" fmla="*/ 0 h 1174"/>
                <a:gd name="T6" fmla="*/ 684 w 684"/>
                <a:gd name="T7" fmla="*/ 294 h 1174"/>
                <a:gd name="T8" fmla="*/ 684 w 684"/>
                <a:gd name="T9" fmla="*/ 1174 h 1174"/>
              </a:gdLst>
              <a:ahLst/>
              <a:cxnLst>
                <a:cxn ang="0">
                  <a:pos x="T0" y="T1"/>
                </a:cxn>
                <a:cxn ang="0">
                  <a:pos x="T2" y="T3"/>
                </a:cxn>
                <a:cxn ang="0">
                  <a:pos x="T4" y="T5"/>
                </a:cxn>
                <a:cxn ang="0">
                  <a:pos x="T6" y="T7"/>
                </a:cxn>
                <a:cxn ang="0">
                  <a:pos x="T8" y="T9"/>
                </a:cxn>
              </a:cxnLst>
              <a:rect l="0" t="0" r="r" b="b"/>
              <a:pathLst>
                <a:path w="684" h="1174">
                  <a:moveTo>
                    <a:pt x="684" y="1174"/>
                  </a:moveTo>
                  <a:lnTo>
                    <a:pt x="0" y="1091"/>
                  </a:lnTo>
                  <a:lnTo>
                    <a:pt x="0" y="0"/>
                  </a:lnTo>
                  <a:lnTo>
                    <a:pt x="684" y="294"/>
                  </a:lnTo>
                  <a:lnTo>
                    <a:pt x="684" y="117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3" name="Freeform 23"/>
            <p:cNvSpPr>
              <a:spLocks/>
            </p:cNvSpPr>
            <p:nvPr/>
          </p:nvSpPr>
          <p:spPr bwMode="auto">
            <a:xfrm>
              <a:off x="3631" y="1552"/>
              <a:ext cx="651" cy="1166"/>
            </a:xfrm>
            <a:custGeom>
              <a:avLst/>
              <a:gdLst>
                <a:gd name="T0" fmla="*/ 0 w 651"/>
                <a:gd name="T1" fmla="*/ 1166 h 1166"/>
                <a:gd name="T2" fmla="*/ 651 w 651"/>
                <a:gd name="T3" fmla="*/ 1091 h 1166"/>
                <a:gd name="T4" fmla="*/ 651 w 651"/>
                <a:gd name="T5" fmla="*/ 0 h 1166"/>
                <a:gd name="T6" fmla="*/ 0 w 651"/>
                <a:gd name="T7" fmla="*/ 269 h 1166"/>
                <a:gd name="T8" fmla="*/ 0 w 651"/>
                <a:gd name="T9" fmla="*/ 1166 h 1166"/>
              </a:gdLst>
              <a:ahLst/>
              <a:cxnLst>
                <a:cxn ang="0">
                  <a:pos x="T0" y="T1"/>
                </a:cxn>
                <a:cxn ang="0">
                  <a:pos x="T2" y="T3"/>
                </a:cxn>
                <a:cxn ang="0">
                  <a:pos x="T4" y="T5"/>
                </a:cxn>
                <a:cxn ang="0">
                  <a:pos x="T6" y="T7"/>
                </a:cxn>
                <a:cxn ang="0">
                  <a:pos x="T8" y="T9"/>
                </a:cxn>
              </a:cxnLst>
              <a:rect l="0" t="0" r="r" b="b"/>
              <a:pathLst>
                <a:path w="651" h="1166">
                  <a:moveTo>
                    <a:pt x="0" y="1166"/>
                  </a:moveTo>
                  <a:lnTo>
                    <a:pt x="651" y="1091"/>
                  </a:lnTo>
                  <a:lnTo>
                    <a:pt x="651" y="0"/>
                  </a:lnTo>
                  <a:lnTo>
                    <a:pt x="0" y="269"/>
                  </a:lnTo>
                  <a:lnTo>
                    <a:pt x="0" y="116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4" name="Freeform 24"/>
            <p:cNvSpPr>
              <a:spLocks/>
            </p:cNvSpPr>
            <p:nvPr/>
          </p:nvSpPr>
          <p:spPr bwMode="auto">
            <a:xfrm>
              <a:off x="3631" y="2641"/>
              <a:ext cx="1335" cy="168"/>
            </a:xfrm>
            <a:custGeom>
              <a:avLst/>
              <a:gdLst>
                <a:gd name="T0" fmla="*/ 0 w 1335"/>
                <a:gd name="T1" fmla="*/ 77 h 168"/>
                <a:gd name="T2" fmla="*/ 840 w 1335"/>
                <a:gd name="T3" fmla="*/ 168 h 168"/>
                <a:gd name="T4" fmla="*/ 1335 w 1335"/>
                <a:gd name="T5" fmla="*/ 85 h 168"/>
                <a:gd name="T6" fmla="*/ 651 w 1335"/>
                <a:gd name="T7" fmla="*/ 0 h 168"/>
                <a:gd name="T8" fmla="*/ 0 w 1335"/>
                <a:gd name="T9" fmla="*/ 77 h 168"/>
              </a:gdLst>
              <a:ahLst/>
              <a:cxnLst>
                <a:cxn ang="0">
                  <a:pos x="T0" y="T1"/>
                </a:cxn>
                <a:cxn ang="0">
                  <a:pos x="T2" y="T3"/>
                </a:cxn>
                <a:cxn ang="0">
                  <a:pos x="T4" y="T5"/>
                </a:cxn>
                <a:cxn ang="0">
                  <a:pos x="T6" y="T7"/>
                </a:cxn>
                <a:cxn ang="0">
                  <a:pos x="T8" y="T9"/>
                </a:cxn>
              </a:cxnLst>
              <a:rect l="0" t="0" r="r" b="b"/>
              <a:pathLst>
                <a:path w="1335" h="168">
                  <a:moveTo>
                    <a:pt x="0" y="77"/>
                  </a:moveTo>
                  <a:lnTo>
                    <a:pt x="840" y="168"/>
                  </a:lnTo>
                  <a:lnTo>
                    <a:pt x="1335" y="85"/>
                  </a:lnTo>
                  <a:lnTo>
                    <a:pt x="651" y="0"/>
                  </a:lnTo>
                  <a:lnTo>
                    <a:pt x="0" y="77"/>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5" name="Freeform 25"/>
            <p:cNvSpPr>
              <a:spLocks noEditPoints="1"/>
            </p:cNvSpPr>
            <p:nvPr/>
          </p:nvSpPr>
          <p:spPr bwMode="auto">
            <a:xfrm>
              <a:off x="3774" y="1912"/>
              <a:ext cx="389" cy="496"/>
            </a:xfrm>
            <a:custGeom>
              <a:avLst/>
              <a:gdLst>
                <a:gd name="T0" fmla="*/ 0 w 389"/>
                <a:gd name="T1" fmla="*/ 173 h 496"/>
                <a:gd name="T2" fmla="*/ 0 w 389"/>
                <a:gd name="T3" fmla="*/ 496 h 496"/>
                <a:gd name="T4" fmla="*/ 389 w 389"/>
                <a:gd name="T5" fmla="*/ 396 h 496"/>
                <a:gd name="T6" fmla="*/ 389 w 389"/>
                <a:gd name="T7" fmla="*/ 0 h 496"/>
                <a:gd name="T8" fmla="*/ 0 w 389"/>
                <a:gd name="T9" fmla="*/ 173 h 496"/>
                <a:gd name="T10" fmla="*/ 375 w 389"/>
                <a:gd name="T11" fmla="*/ 36 h 496"/>
                <a:gd name="T12" fmla="*/ 273 w 389"/>
                <a:gd name="T13" fmla="*/ 223 h 496"/>
                <a:gd name="T14" fmla="*/ 377 w 389"/>
                <a:gd name="T15" fmla="*/ 381 h 496"/>
                <a:gd name="T16" fmla="*/ 377 w 389"/>
                <a:gd name="T17" fmla="*/ 381 h 496"/>
                <a:gd name="T18" fmla="*/ 256 w 389"/>
                <a:gd name="T19" fmla="*/ 248 h 496"/>
                <a:gd name="T20" fmla="*/ 188 w 389"/>
                <a:gd name="T21" fmla="*/ 340 h 496"/>
                <a:gd name="T22" fmla="*/ 132 w 389"/>
                <a:gd name="T23" fmla="*/ 298 h 496"/>
                <a:gd name="T24" fmla="*/ 13 w 389"/>
                <a:gd name="T25" fmla="*/ 462 h 496"/>
                <a:gd name="T26" fmla="*/ 13 w 389"/>
                <a:gd name="T27" fmla="*/ 462 h 496"/>
                <a:gd name="T28" fmla="*/ 100 w 389"/>
                <a:gd name="T29" fmla="*/ 281 h 496"/>
                <a:gd name="T30" fmla="*/ 13 w 389"/>
                <a:gd name="T31" fmla="*/ 192 h 496"/>
                <a:gd name="T32" fmla="*/ 182 w 389"/>
                <a:gd name="T33" fmla="*/ 294 h 496"/>
                <a:gd name="T34" fmla="*/ 375 w 389"/>
                <a:gd name="T35" fmla="*/ 36 h 496"/>
                <a:gd name="T36" fmla="*/ 375 w 389"/>
                <a:gd name="T37" fmla="*/ 3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9" h="496">
                  <a:moveTo>
                    <a:pt x="0" y="173"/>
                  </a:moveTo>
                  <a:lnTo>
                    <a:pt x="0" y="496"/>
                  </a:lnTo>
                  <a:lnTo>
                    <a:pt x="389" y="396"/>
                  </a:lnTo>
                  <a:lnTo>
                    <a:pt x="389" y="0"/>
                  </a:lnTo>
                  <a:lnTo>
                    <a:pt x="0" y="173"/>
                  </a:lnTo>
                  <a:close/>
                  <a:moveTo>
                    <a:pt x="375" y="36"/>
                  </a:moveTo>
                  <a:lnTo>
                    <a:pt x="273" y="223"/>
                  </a:lnTo>
                  <a:lnTo>
                    <a:pt x="377" y="381"/>
                  </a:lnTo>
                  <a:lnTo>
                    <a:pt x="377" y="381"/>
                  </a:lnTo>
                  <a:lnTo>
                    <a:pt x="256" y="248"/>
                  </a:lnTo>
                  <a:lnTo>
                    <a:pt x="188" y="340"/>
                  </a:lnTo>
                  <a:lnTo>
                    <a:pt x="132" y="298"/>
                  </a:lnTo>
                  <a:lnTo>
                    <a:pt x="13" y="462"/>
                  </a:lnTo>
                  <a:lnTo>
                    <a:pt x="13" y="462"/>
                  </a:lnTo>
                  <a:lnTo>
                    <a:pt x="100" y="281"/>
                  </a:lnTo>
                  <a:lnTo>
                    <a:pt x="13" y="192"/>
                  </a:lnTo>
                  <a:lnTo>
                    <a:pt x="182" y="294"/>
                  </a:lnTo>
                  <a:lnTo>
                    <a:pt x="375" y="36"/>
                  </a:lnTo>
                  <a:lnTo>
                    <a:pt x="375" y="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6" name="Freeform 26"/>
            <p:cNvSpPr>
              <a:spLocks/>
            </p:cNvSpPr>
            <p:nvPr/>
          </p:nvSpPr>
          <p:spPr bwMode="auto">
            <a:xfrm>
              <a:off x="4007" y="2664"/>
              <a:ext cx="968" cy="1658"/>
            </a:xfrm>
            <a:custGeom>
              <a:avLst/>
              <a:gdLst>
                <a:gd name="T0" fmla="*/ 968 w 968"/>
                <a:gd name="T1" fmla="*/ 1371 h 1658"/>
                <a:gd name="T2" fmla="*/ 0 w 968"/>
                <a:gd name="T3" fmla="*/ 1658 h 1658"/>
                <a:gd name="T4" fmla="*/ 0 w 968"/>
                <a:gd name="T5" fmla="*/ 0 h 1658"/>
                <a:gd name="T6" fmla="*/ 968 w 968"/>
                <a:gd name="T7" fmla="*/ 112 h 1658"/>
                <a:gd name="T8" fmla="*/ 968 w 968"/>
                <a:gd name="T9" fmla="*/ 1371 h 1658"/>
              </a:gdLst>
              <a:ahLst/>
              <a:cxnLst>
                <a:cxn ang="0">
                  <a:pos x="T0" y="T1"/>
                </a:cxn>
                <a:cxn ang="0">
                  <a:pos x="T2" y="T3"/>
                </a:cxn>
                <a:cxn ang="0">
                  <a:pos x="T4" y="T5"/>
                </a:cxn>
                <a:cxn ang="0">
                  <a:pos x="T6" y="T7"/>
                </a:cxn>
                <a:cxn ang="0">
                  <a:pos x="T8" y="T9"/>
                </a:cxn>
              </a:cxnLst>
              <a:rect l="0" t="0" r="r" b="b"/>
              <a:pathLst>
                <a:path w="968" h="1658">
                  <a:moveTo>
                    <a:pt x="968" y="1371"/>
                  </a:moveTo>
                  <a:lnTo>
                    <a:pt x="0" y="1658"/>
                  </a:lnTo>
                  <a:lnTo>
                    <a:pt x="0" y="0"/>
                  </a:lnTo>
                  <a:lnTo>
                    <a:pt x="968" y="112"/>
                  </a:lnTo>
                  <a:lnTo>
                    <a:pt x="968" y="1371"/>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7" name="Freeform 27"/>
            <p:cNvSpPr>
              <a:spLocks/>
            </p:cNvSpPr>
            <p:nvPr/>
          </p:nvSpPr>
          <p:spPr bwMode="auto">
            <a:xfrm>
              <a:off x="3095" y="2664"/>
              <a:ext cx="912" cy="1658"/>
            </a:xfrm>
            <a:custGeom>
              <a:avLst/>
              <a:gdLst>
                <a:gd name="T0" fmla="*/ 0 w 912"/>
                <a:gd name="T1" fmla="*/ 1371 h 1658"/>
                <a:gd name="T2" fmla="*/ 912 w 912"/>
                <a:gd name="T3" fmla="*/ 1658 h 1658"/>
                <a:gd name="T4" fmla="*/ 912 w 912"/>
                <a:gd name="T5" fmla="*/ 0 h 1658"/>
                <a:gd name="T6" fmla="*/ 8 w 912"/>
                <a:gd name="T7" fmla="*/ 112 h 1658"/>
                <a:gd name="T8" fmla="*/ 0 w 912"/>
                <a:gd name="T9" fmla="*/ 1371 h 1658"/>
              </a:gdLst>
              <a:ahLst/>
              <a:cxnLst>
                <a:cxn ang="0">
                  <a:pos x="T0" y="T1"/>
                </a:cxn>
                <a:cxn ang="0">
                  <a:pos x="T2" y="T3"/>
                </a:cxn>
                <a:cxn ang="0">
                  <a:pos x="T4" y="T5"/>
                </a:cxn>
                <a:cxn ang="0">
                  <a:pos x="T6" y="T7"/>
                </a:cxn>
                <a:cxn ang="0">
                  <a:pos x="T8" y="T9"/>
                </a:cxn>
              </a:cxnLst>
              <a:rect l="0" t="0" r="r" b="b"/>
              <a:pathLst>
                <a:path w="912" h="1658">
                  <a:moveTo>
                    <a:pt x="0" y="1371"/>
                  </a:moveTo>
                  <a:lnTo>
                    <a:pt x="912" y="1658"/>
                  </a:lnTo>
                  <a:lnTo>
                    <a:pt x="912" y="0"/>
                  </a:lnTo>
                  <a:lnTo>
                    <a:pt x="8" y="112"/>
                  </a:lnTo>
                  <a:lnTo>
                    <a:pt x="0" y="137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8" name="Freeform 28"/>
            <p:cNvSpPr>
              <a:spLocks/>
            </p:cNvSpPr>
            <p:nvPr/>
          </p:nvSpPr>
          <p:spPr bwMode="auto">
            <a:xfrm>
              <a:off x="4190" y="3032"/>
              <a:ext cx="626" cy="880"/>
            </a:xfrm>
            <a:custGeom>
              <a:avLst/>
              <a:gdLst>
                <a:gd name="T0" fmla="*/ 312 w 325"/>
                <a:gd name="T1" fmla="*/ 325 h 457"/>
                <a:gd name="T2" fmla="*/ 259 w 325"/>
                <a:gd name="T3" fmla="*/ 296 h 457"/>
                <a:gd name="T4" fmla="*/ 237 w 325"/>
                <a:gd name="T5" fmla="*/ 285 h 457"/>
                <a:gd name="T6" fmla="*/ 219 w 325"/>
                <a:gd name="T7" fmla="*/ 233 h 457"/>
                <a:gd name="T8" fmla="*/ 237 w 325"/>
                <a:gd name="T9" fmla="*/ 177 h 457"/>
                <a:gd name="T10" fmla="*/ 252 w 325"/>
                <a:gd name="T11" fmla="*/ 142 h 457"/>
                <a:gd name="T12" fmla="*/ 247 w 325"/>
                <a:gd name="T13" fmla="*/ 119 h 457"/>
                <a:gd name="T14" fmla="*/ 247 w 325"/>
                <a:gd name="T15" fmla="*/ 120 h 457"/>
                <a:gd name="T16" fmla="*/ 247 w 325"/>
                <a:gd name="T17" fmla="*/ 119 h 457"/>
                <a:gd name="T18" fmla="*/ 247 w 325"/>
                <a:gd name="T19" fmla="*/ 119 h 457"/>
                <a:gd name="T20" fmla="*/ 247 w 325"/>
                <a:gd name="T21" fmla="*/ 118 h 457"/>
                <a:gd name="T22" fmla="*/ 248 w 325"/>
                <a:gd name="T23" fmla="*/ 111 h 457"/>
                <a:gd name="T24" fmla="*/ 248 w 325"/>
                <a:gd name="T25" fmla="*/ 110 h 457"/>
                <a:gd name="T26" fmla="*/ 248 w 325"/>
                <a:gd name="T27" fmla="*/ 104 h 457"/>
                <a:gd name="T28" fmla="*/ 248 w 325"/>
                <a:gd name="T29" fmla="*/ 104 h 457"/>
                <a:gd name="T30" fmla="*/ 248 w 325"/>
                <a:gd name="T31" fmla="*/ 104 h 457"/>
                <a:gd name="T32" fmla="*/ 248 w 325"/>
                <a:gd name="T33" fmla="*/ 103 h 457"/>
                <a:gd name="T34" fmla="*/ 248 w 325"/>
                <a:gd name="T35" fmla="*/ 103 h 457"/>
                <a:gd name="T36" fmla="*/ 248 w 325"/>
                <a:gd name="T37" fmla="*/ 103 h 457"/>
                <a:gd name="T38" fmla="*/ 248 w 325"/>
                <a:gd name="T39" fmla="*/ 102 h 457"/>
                <a:gd name="T40" fmla="*/ 248 w 325"/>
                <a:gd name="T41" fmla="*/ 102 h 457"/>
                <a:gd name="T42" fmla="*/ 248 w 325"/>
                <a:gd name="T43" fmla="*/ 102 h 457"/>
                <a:gd name="T44" fmla="*/ 246 w 325"/>
                <a:gd name="T45" fmla="*/ 62 h 457"/>
                <a:gd name="T46" fmla="*/ 103 w 325"/>
                <a:gd name="T47" fmla="*/ 62 h 457"/>
                <a:gd name="T48" fmla="*/ 101 w 325"/>
                <a:gd name="T49" fmla="*/ 102 h 457"/>
                <a:gd name="T50" fmla="*/ 101 w 325"/>
                <a:gd name="T51" fmla="*/ 102 h 457"/>
                <a:gd name="T52" fmla="*/ 101 w 325"/>
                <a:gd name="T53" fmla="*/ 102 h 457"/>
                <a:gd name="T54" fmla="*/ 101 w 325"/>
                <a:gd name="T55" fmla="*/ 104 h 457"/>
                <a:gd name="T56" fmla="*/ 101 w 325"/>
                <a:gd name="T57" fmla="*/ 104 h 457"/>
                <a:gd name="T58" fmla="*/ 101 w 325"/>
                <a:gd name="T59" fmla="*/ 104 h 457"/>
                <a:gd name="T60" fmla="*/ 101 w 325"/>
                <a:gd name="T61" fmla="*/ 105 h 457"/>
                <a:gd name="T62" fmla="*/ 101 w 325"/>
                <a:gd name="T63" fmla="*/ 105 h 457"/>
                <a:gd name="T64" fmla="*/ 101 w 325"/>
                <a:gd name="T65" fmla="*/ 105 h 457"/>
                <a:gd name="T66" fmla="*/ 101 w 325"/>
                <a:gd name="T67" fmla="*/ 105 h 457"/>
                <a:gd name="T68" fmla="*/ 103 w 325"/>
                <a:gd name="T69" fmla="*/ 123 h 457"/>
                <a:gd name="T70" fmla="*/ 96 w 325"/>
                <a:gd name="T71" fmla="*/ 142 h 457"/>
                <a:gd name="T72" fmla="*/ 112 w 325"/>
                <a:gd name="T73" fmla="*/ 177 h 457"/>
                <a:gd name="T74" fmla="*/ 130 w 325"/>
                <a:gd name="T75" fmla="*/ 233 h 457"/>
                <a:gd name="T76" fmla="*/ 112 w 325"/>
                <a:gd name="T77" fmla="*/ 296 h 457"/>
                <a:gd name="T78" fmla="*/ 20 w 325"/>
                <a:gd name="T79" fmla="*/ 363 h 457"/>
                <a:gd name="T80" fmla="*/ 5 w 325"/>
                <a:gd name="T81" fmla="*/ 457 h 457"/>
                <a:gd name="T82" fmla="*/ 321 w 325"/>
                <a:gd name="T83" fmla="*/ 387 h 457"/>
                <a:gd name="T84" fmla="*/ 312 w 325"/>
                <a:gd name="T85" fmla="*/ 325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5" h="457">
                  <a:moveTo>
                    <a:pt x="312" y="325"/>
                  </a:moveTo>
                  <a:cubicBezTo>
                    <a:pt x="297" y="311"/>
                    <a:pt x="280" y="308"/>
                    <a:pt x="259" y="296"/>
                  </a:cubicBezTo>
                  <a:cubicBezTo>
                    <a:pt x="237" y="285"/>
                    <a:pt x="237" y="285"/>
                    <a:pt x="237" y="285"/>
                  </a:cubicBezTo>
                  <a:cubicBezTo>
                    <a:pt x="237" y="285"/>
                    <a:pt x="197" y="262"/>
                    <a:pt x="219" y="233"/>
                  </a:cubicBezTo>
                  <a:cubicBezTo>
                    <a:pt x="228" y="221"/>
                    <a:pt x="233" y="200"/>
                    <a:pt x="237" y="177"/>
                  </a:cubicBezTo>
                  <a:cubicBezTo>
                    <a:pt x="242" y="177"/>
                    <a:pt x="249" y="162"/>
                    <a:pt x="252" y="142"/>
                  </a:cubicBezTo>
                  <a:cubicBezTo>
                    <a:pt x="256" y="126"/>
                    <a:pt x="251" y="121"/>
                    <a:pt x="247" y="119"/>
                  </a:cubicBezTo>
                  <a:cubicBezTo>
                    <a:pt x="247" y="119"/>
                    <a:pt x="247" y="120"/>
                    <a:pt x="247" y="120"/>
                  </a:cubicBezTo>
                  <a:cubicBezTo>
                    <a:pt x="247" y="120"/>
                    <a:pt x="247" y="119"/>
                    <a:pt x="247" y="119"/>
                  </a:cubicBezTo>
                  <a:cubicBezTo>
                    <a:pt x="247" y="119"/>
                    <a:pt x="247" y="119"/>
                    <a:pt x="247" y="119"/>
                  </a:cubicBezTo>
                  <a:cubicBezTo>
                    <a:pt x="247" y="119"/>
                    <a:pt x="247" y="118"/>
                    <a:pt x="247" y="118"/>
                  </a:cubicBezTo>
                  <a:cubicBezTo>
                    <a:pt x="247" y="116"/>
                    <a:pt x="247" y="113"/>
                    <a:pt x="248" y="111"/>
                  </a:cubicBezTo>
                  <a:cubicBezTo>
                    <a:pt x="248" y="110"/>
                    <a:pt x="248" y="110"/>
                    <a:pt x="248" y="110"/>
                  </a:cubicBezTo>
                  <a:cubicBezTo>
                    <a:pt x="248" y="108"/>
                    <a:pt x="248" y="106"/>
                    <a:pt x="248" y="104"/>
                  </a:cubicBezTo>
                  <a:cubicBezTo>
                    <a:pt x="248" y="104"/>
                    <a:pt x="248" y="104"/>
                    <a:pt x="248" y="104"/>
                  </a:cubicBezTo>
                  <a:cubicBezTo>
                    <a:pt x="248" y="104"/>
                    <a:pt x="248" y="104"/>
                    <a:pt x="248" y="104"/>
                  </a:cubicBezTo>
                  <a:cubicBezTo>
                    <a:pt x="248" y="104"/>
                    <a:pt x="248" y="103"/>
                    <a:pt x="248" y="103"/>
                  </a:cubicBezTo>
                  <a:cubicBezTo>
                    <a:pt x="248" y="103"/>
                    <a:pt x="248" y="103"/>
                    <a:pt x="248" y="103"/>
                  </a:cubicBezTo>
                  <a:cubicBezTo>
                    <a:pt x="248" y="103"/>
                    <a:pt x="248" y="103"/>
                    <a:pt x="248" y="103"/>
                  </a:cubicBezTo>
                  <a:cubicBezTo>
                    <a:pt x="248" y="103"/>
                    <a:pt x="248" y="103"/>
                    <a:pt x="248" y="102"/>
                  </a:cubicBezTo>
                  <a:cubicBezTo>
                    <a:pt x="248" y="102"/>
                    <a:pt x="248" y="102"/>
                    <a:pt x="248" y="102"/>
                  </a:cubicBezTo>
                  <a:cubicBezTo>
                    <a:pt x="248" y="102"/>
                    <a:pt x="248" y="102"/>
                    <a:pt x="248" y="102"/>
                  </a:cubicBezTo>
                  <a:cubicBezTo>
                    <a:pt x="250" y="85"/>
                    <a:pt x="248" y="70"/>
                    <a:pt x="246" y="62"/>
                  </a:cubicBezTo>
                  <a:cubicBezTo>
                    <a:pt x="233" y="16"/>
                    <a:pt x="133" y="0"/>
                    <a:pt x="103" y="62"/>
                  </a:cubicBezTo>
                  <a:cubicBezTo>
                    <a:pt x="99" y="69"/>
                    <a:pt x="99" y="85"/>
                    <a:pt x="101" y="102"/>
                  </a:cubicBezTo>
                  <a:cubicBezTo>
                    <a:pt x="101" y="102"/>
                    <a:pt x="101" y="102"/>
                    <a:pt x="101" y="102"/>
                  </a:cubicBezTo>
                  <a:cubicBezTo>
                    <a:pt x="101" y="102"/>
                    <a:pt x="101" y="102"/>
                    <a:pt x="101" y="102"/>
                  </a:cubicBezTo>
                  <a:cubicBezTo>
                    <a:pt x="101" y="103"/>
                    <a:pt x="101" y="103"/>
                    <a:pt x="101" y="104"/>
                  </a:cubicBezTo>
                  <a:cubicBezTo>
                    <a:pt x="101" y="104"/>
                    <a:pt x="101" y="104"/>
                    <a:pt x="101" y="104"/>
                  </a:cubicBezTo>
                  <a:cubicBezTo>
                    <a:pt x="101" y="104"/>
                    <a:pt x="101" y="104"/>
                    <a:pt x="101" y="104"/>
                  </a:cubicBezTo>
                  <a:cubicBezTo>
                    <a:pt x="101" y="104"/>
                    <a:pt x="101" y="104"/>
                    <a:pt x="101" y="105"/>
                  </a:cubicBezTo>
                  <a:cubicBezTo>
                    <a:pt x="101" y="105"/>
                    <a:pt x="101" y="105"/>
                    <a:pt x="101" y="105"/>
                  </a:cubicBezTo>
                  <a:cubicBezTo>
                    <a:pt x="101" y="105"/>
                    <a:pt x="101" y="105"/>
                    <a:pt x="101" y="105"/>
                  </a:cubicBezTo>
                  <a:cubicBezTo>
                    <a:pt x="101" y="105"/>
                    <a:pt x="101" y="105"/>
                    <a:pt x="101" y="105"/>
                  </a:cubicBezTo>
                  <a:cubicBezTo>
                    <a:pt x="102" y="111"/>
                    <a:pt x="102" y="117"/>
                    <a:pt x="103" y="123"/>
                  </a:cubicBezTo>
                  <a:cubicBezTo>
                    <a:pt x="98" y="124"/>
                    <a:pt x="93" y="127"/>
                    <a:pt x="96" y="142"/>
                  </a:cubicBezTo>
                  <a:cubicBezTo>
                    <a:pt x="100" y="162"/>
                    <a:pt x="107" y="177"/>
                    <a:pt x="112" y="177"/>
                  </a:cubicBezTo>
                  <a:cubicBezTo>
                    <a:pt x="115" y="200"/>
                    <a:pt x="121" y="221"/>
                    <a:pt x="130" y="233"/>
                  </a:cubicBezTo>
                  <a:cubicBezTo>
                    <a:pt x="152" y="262"/>
                    <a:pt x="113" y="296"/>
                    <a:pt x="112" y="296"/>
                  </a:cubicBezTo>
                  <a:cubicBezTo>
                    <a:pt x="112" y="296"/>
                    <a:pt x="34" y="348"/>
                    <a:pt x="20" y="363"/>
                  </a:cubicBezTo>
                  <a:cubicBezTo>
                    <a:pt x="0" y="385"/>
                    <a:pt x="5" y="457"/>
                    <a:pt x="5" y="457"/>
                  </a:cubicBezTo>
                  <a:cubicBezTo>
                    <a:pt x="321" y="387"/>
                    <a:pt x="321" y="387"/>
                    <a:pt x="321" y="387"/>
                  </a:cubicBezTo>
                  <a:cubicBezTo>
                    <a:pt x="321" y="387"/>
                    <a:pt x="325" y="338"/>
                    <a:pt x="312" y="3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9" name="Freeform 29"/>
            <p:cNvSpPr>
              <a:spLocks/>
            </p:cNvSpPr>
            <p:nvPr/>
          </p:nvSpPr>
          <p:spPr bwMode="auto">
            <a:xfrm>
              <a:off x="2637" y="1034"/>
              <a:ext cx="855" cy="3103"/>
            </a:xfrm>
            <a:custGeom>
              <a:avLst/>
              <a:gdLst>
                <a:gd name="T0" fmla="*/ 823 w 855"/>
                <a:gd name="T1" fmla="*/ 0 h 3103"/>
                <a:gd name="T2" fmla="*/ 855 w 855"/>
                <a:gd name="T3" fmla="*/ 0 h 3103"/>
                <a:gd name="T4" fmla="*/ 31 w 855"/>
                <a:gd name="T5" fmla="*/ 3095 h 3103"/>
                <a:gd name="T6" fmla="*/ 0 w 855"/>
                <a:gd name="T7" fmla="*/ 3103 h 3103"/>
                <a:gd name="T8" fmla="*/ 823 w 855"/>
                <a:gd name="T9" fmla="*/ 0 h 3103"/>
              </a:gdLst>
              <a:ahLst/>
              <a:cxnLst>
                <a:cxn ang="0">
                  <a:pos x="T0" y="T1"/>
                </a:cxn>
                <a:cxn ang="0">
                  <a:pos x="T2" y="T3"/>
                </a:cxn>
                <a:cxn ang="0">
                  <a:pos x="T4" y="T5"/>
                </a:cxn>
                <a:cxn ang="0">
                  <a:pos x="T6" y="T7"/>
                </a:cxn>
                <a:cxn ang="0">
                  <a:pos x="T8" y="T9"/>
                </a:cxn>
              </a:cxnLst>
              <a:rect l="0" t="0" r="r" b="b"/>
              <a:pathLst>
                <a:path w="855" h="3103">
                  <a:moveTo>
                    <a:pt x="823" y="0"/>
                  </a:moveTo>
                  <a:lnTo>
                    <a:pt x="855" y="0"/>
                  </a:lnTo>
                  <a:lnTo>
                    <a:pt x="31" y="3095"/>
                  </a:lnTo>
                  <a:lnTo>
                    <a:pt x="0" y="3103"/>
                  </a:lnTo>
                  <a:lnTo>
                    <a:pt x="823" y="0"/>
                  </a:lnTo>
                  <a:close/>
                </a:path>
              </a:pathLst>
            </a:custGeom>
            <a:solidFill>
              <a:schemeClr val="bg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0" name="Freeform 30"/>
            <p:cNvSpPr>
              <a:spLocks/>
            </p:cNvSpPr>
            <p:nvPr/>
          </p:nvSpPr>
          <p:spPr bwMode="auto">
            <a:xfrm>
              <a:off x="3357" y="1290"/>
              <a:ext cx="253" cy="129"/>
            </a:xfrm>
            <a:custGeom>
              <a:avLst/>
              <a:gdLst>
                <a:gd name="T0" fmla="*/ 0 w 253"/>
                <a:gd name="T1" fmla="*/ 129 h 129"/>
                <a:gd name="T2" fmla="*/ 253 w 253"/>
                <a:gd name="T3" fmla="*/ 0 h 129"/>
                <a:gd name="T4" fmla="*/ 249 w 253"/>
                <a:gd name="T5" fmla="*/ 21 h 129"/>
                <a:gd name="T6" fmla="*/ 35 w 253"/>
                <a:gd name="T7" fmla="*/ 127 h 129"/>
                <a:gd name="T8" fmla="*/ 0 w 253"/>
                <a:gd name="T9" fmla="*/ 129 h 129"/>
              </a:gdLst>
              <a:ahLst/>
              <a:cxnLst>
                <a:cxn ang="0">
                  <a:pos x="T0" y="T1"/>
                </a:cxn>
                <a:cxn ang="0">
                  <a:pos x="T2" y="T3"/>
                </a:cxn>
                <a:cxn ang="0">
                  <a:pos x="T4" y="T5"/>
                </a:cxn>
                <a:cxn ang="0">
                  <a:pos x="T6" y="T7"/>
                </a:cxn>
                <a:cxn ang="0">
                  <a:pos x="T8" y="T9"/>
                </a:cxn>
              </a:cxnLst>
              <a:rect l="0" t="0" r="r" b="b"/>
              <a:pathLst>
                <a:path w="253" h="129">
                  <a:moveTo>
                    <a:pt x="0" y="129"/>
                  </a:moveTo>
                  <a:lnTo>
                    <a:pt x="253" y="0"/>
                  </a:lnTo>
                  <a:lnTo>
                    <a:pt x="249" y="21"/>
                  </a:lnTo>
                  <a:lnTo>
                    <a:pt x="35" y="127"/>
                  </a:lnTo>
                  <a:lnTo>
                    <a:pt x="0" y="129"/>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1" name="Freeform 31"/>
            <p:cNvSpPr>
              <a:spLocks/>
            </p:cNvSpPr>
            <p:nvPr/>
          </p:nvSpPr>
          <p:spPr bwMode="auto">
            <a:xfrm>
              <a:off x="3275" y="1602"/>
              <a:ext cx="260" cy="133"/>
            </a:xfrm>
            <a:custGeom>
              <a:avLst/>
              <a:gdLst>
                <a:gd name="T0" fmla="*/ 0 w 260"/>
                <a:gd name="T1" fmla="*/ 131 h 133"/>
                <a:gd name="T2" fmla="*/ 260 w 260"/>
                <a:gd name="T3" fmla="*/ 0 h 133"/>
                <a:gd name="T4" fmla="*/ 254 w 260"/>
                <a:gd name="T5" fmla="*/ 27 h 133"/>
                <a:gd name="T6" fmla="*/ 32 w 260"/>
                <a:gd name="T7" fmla="*/ 133 h 133"/>
                <a:gd name="T8" fmla="*/ 0 w 260"/>
                <a:gd name="T9" fmla="*/ 131 h 133"/>
              </a:gdLst>
              <a:ahLst/>
              <a:cxnLst>
                <a:cxn ang="0">
                  <a:pos x="T0" y="T1"/>
                </a:cxn>
                <a:cxn ang="0">
                  <a:pos x="T2" y="T3"/>
                </a:cxn>
                <a:cxn ang="0">
                  <a:pos x="T4" y="T5"/>
                </a:cxn>
                <a:cxn ang="0">
                  <a:pos x="T6" y="T7"/>
                </a:cxn>
                <a:cxn ang="0">
                  <a:pos x="T8" y="T9"/>
                </a:cxn>
              </a:cxnLst>
              <a:rect l="0" t="0" r="r" b="b"/>
              <a:pathLst>
                <a:path w="260" h="133">
                  <a:moveTo>
                    <a:pt x="0" y="131"/>
                  </a:moveTo>
                  <a:lnTo>
                    <a:pt x="260" y="0"/>
                  </a:lnTo>
                  <a:lnTo>
                    <a:pt x="254" y="27"/>
                  </a:lnTo>
                  <a:lnTo>
                    <a:pt x="32" y="133"/>
                  </a:lnTo>
                  <a:lnTo>
                    <a:pt x="0" y="131"/>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2" name="Freeform 32"/>
            <p:cNvSpPr>
              <a:spLocks/>
            </p:cNvSpPr>
            <p:nvPr/>
          </p:nvSpPr>
          <p:spPr bwMode="auto">
            <a:xfrm>
              <a:off x="3099" y="2322"/>
              <a:ext cx="276" cy="69"/>
            </a:xfrm>
            <a:custGeom>
              <a:avLst/>
              <a:gdLst>
                <a:gd name="T0" fmla="*/ 0 w 276"/>
                <a:gd name="T1" fmla="*/ 67 h 69"/>
                <a:gd name="T2" fmla="*/ 270 w 276"/>
                <a:gd name="T3" fmla="*/ 0 h 69"/>
                <a:gd name="T4" fmla="*/ 276 w 276"/>
                <a:gd name="T5" fmla="*/ 17 h 69"/>
                <a:gd name="T6" fmla="*/ 33 w 276"/>
                <a:gd name="T7" fmla="*/ 69 h 69"/>
                <a:gd name="T8" fmla="*/ 0 w 276"/>
                <a:gd name="T9" fmla="*/ 67 h 69"/>
              </a:gdLst>
              <a:ahLst/>
              <a:cxnLst>
                <a:cxn ang="0">
                  <a:pos x="T0" y="T1"/>
                </a:cxn>
                <a:cxn ang="0">
                  <a:pos x="T2" y="T3"/>
                </a:cxn>
                <a:cxn ang="0">
                  <a:pos x="T4" y="T5"/>
                </a:cxn>
                <a:cxn ang="0">
                  <a:pos x="T6" y="T7"/>
                </a:cxn>
                <a:cxn ang="0">
                  <a:pos x="T8" y="T9"/>
                </a:cxn>
              </a:cxnLst>
              <a:rect l="0" t="0" r="r" b="b"/>
              <a:pathLst>
                <a:path w="276" h="69">
                  <a:moveTo>
                    <a:pt x="0" y="67"/>
                  </a:moveTo>
                  <a:lnTo>
                    <a:pt x="270" y="0"/>
                  </a:lnTo>
                  <a:lnTo>
                    <a:pt x="276" y="17"/>
                  </a:lnTo>
                  <a:lnTo>
                    <a:pt x="33" y="69"/>
                  </a:lnTo>
                  <a:lnTo>
                    <a:pt x="0" y="67"/>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3" name="Freeform 33"/>
            <p:cNvSpPr>
              <a:spLocks/>
            </p:cNvSpPr>
            <p:nvPr/>
          </p:nvSpPr>
          <p:spPr bwMode="auto">
            <a:xfrm>
              <a:off x="3007" y="2697"/>
              <a:ext cx="271" cy="43"/>
            </a:xfrm>
            <a:custGeom>
              <a:avLst/>
              <a:gdLst>
                <a:gd name="T0" fmla="*/ 0 w 271"/>
                <a:gd name="T1" fmla="*/ 41 h 43"/>
                <a:gd name="T2" fmla="*/ 266 w 271"/>
                <a:gd name="T3" fmla="*/ 0 h 43"/>
                <a:gd name="T4" fmla="*/ 271 w 271"/>
                <a:gd name="T5" fmla="*/ 17 h 43"/>
                <a:gd name="T6" fmla="*/ 31 w 271"/>
                <a:gd name="T7" fmla="*/ 43 h 43"/>
                <a:gd name="T8" fmla="*/ 0 w 271"/>
                <a:gd name="T9" fmla="*/ 41 h 43"/>
              </a:gdLst>
              <a:ahLst/>
              <a:cxnLst>
                <a:cxn ang="0">
                  <a:pos x="T0" y="T1"/>
                </a:cxn>
                <a:cxn ang="0">
                  <a:pos x="T2" y="T3"/>
                </a:cxn>
                <a:cxn ang="0">
                  <a:pos x="T4" y="T5"/>
                </a:cxn>
                <a:cxn ang="0">
                  <a:pos x="T6" y="T7"/>
                </a:cxn>
                <a:cxn ang="0">
                  <a:pos x="T8" y="T9"/>
                </a:cxn>
              </a:cxnLst>
              <a:rect l="0" t="0" r="r" b="b"/>
              <a:pathLst>
                <a:path w="271" h="43">
                  <a:moveTo>
                    <a:pt x="0" y="41"/>
                  </a:moveTo>
                  <a:lnTo>
                    <a:pt x="266" y="0"/>
                  </a:lnTo>
                  <a:lnTo>
                    <a:pt x="271" y="17"/>
                  </a:lnTo>
                  <a:lnTo>
                    <a:pt x="31" y="43"/>
                  </a:lnTo>
                  <a:lnTo>
                    <a:pt x="0" y="41"/>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4" name="Freeform 34"/>
            <p:cNvSpPr>
              <a:spLocks/>
            </p:cNvSpPr>
            <p:nvPr/>
          </p:nvSpPr>
          <p:spPr bwMode="auto">
            <a:xfrm>
              <a:off x="2837" y="3379"/>
              <a:ext cx="278" cy="25"/>
            </a:xfrm>
            <a:custGeom>
              <a:avLst/>
              <a:gdLst>
                <a:gd name="T0" fmla="*/ 0 w 278"/>
                <a:gd name="T1" fmla="*/ 0 h 25"/>
                <a:gd name="T2" fmla="*/ 264 w 278"/>
                <a:gd name="T3" fmla="*/ 25 h 25"/>
                <a:gd name="T4" fmla="*/ 278 w 278"/>
                <a:gd name="T5" fmla="*/ 21 h 25"/>
                <a:gd name="T6" fmla="*/ 31 w 278"/>
                <a:gd name="T7" fmla="*/ 0 h 25"/>
                <a:gd name="T8" fmla="*/ 0 w 278"/>
                <a:gd name="T9" fmla="*/ 0 h 25"/>
              </a:gdLst>
              <a:ahLst/>
              <a:cxnLst>
                <a:cxn ang="0">
                  <a:pos x="T0" y="T1"/>
                </a:cxn>
                <a:cxn ang="0">
                  <a:pos x="T2" y="T3"/>
                </a:cxn>
                <a:cxn ang="0">
                  <a:pos x="T4" y="T5"/>
                </a:cxn>
                <a:cxn ang="0">
                  <a:pos x="T6" y="T7"/>
                </a:cxn>
                <a:cxn ang="0">
                  <a:pos x="T8" y="T9"/>
                </a:cxn>
              </a:cxnLst>
              <a:rect l="0" t="0" r="r" b="b"/>
              <a:pathLst>
                <a:path w="278" h="25">
                  <a:moveTo>
                    <a:pt x="0" y="0"/>
                  </a:moveTo>
                  <a:lnTo>
                    <a:pt x="264" y="25"/>
                  </a:lnTo>
                  <a:lnTo>
                    <a:pt x="278" y="21"/>
                  </a:lnTo>
                  <a:lnTo>
                    <a:pt x="31" y="0"/>
                  </a:lnTo>
                  <a:lnTo>
                    <a:pt x="0" y="0"/>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5" name="Freeform 35"/>
            <p:cNvSpPr>
              <a:spLocks/>
            </p:cNvSpPr>
            <p:nvPr/>
          </p:nvSpPr>
          <p:spPr bwMode="auto">
            <a:xfrm>
              <a:off x="2739" y="3746"/>
              <a:ext cx="270" cy="54"/>
            </a:xfrm>
            <a:custGeom>
              <a:avLst/>
              <a:gdLst>
                <a:gd name="T0" fmla="*/ 0 w 270"/>
                <a:gd name="T1" fmla="*/ 0 h 54"/>
                <a:gd name="T2" fmla="*/ 266 w 270"/>
                <a:gd name="T3" fmla="*/ 54 h 54"/>
                <a:gd name="T4" fmla="*/ 270 w 270"/>
                <a:gd name="T5" fmla="*/ 45 h 54"/>
                <a:gd name="T6" fmla="*/ 33 w 270"/>
                <a:gd name="T7" fmla="*/ 0 h 54"/>
                <a:gd name="T8" fmla="*/ 0 w 270"/>
                <a:gd name="T9" fmla="*/ 0 h 54"/>
              </a:gdLst>
              <a:ahLst/>
              <a:cxnLst>
                <a:cxn ang="0">
                  <a:pos x="T0" y="T1"/>
                </a:cxn>
                <a:cxn ang="0">
                  <a:pos x="T2" y="T3"/>
                </a:cxn>
                <a:cxn ang="0">
                  <a:pos x="T4" y="T5"/>
                </a:cxn>
                <a:cxn ang="0">
                  <a:pos x="T6" y="T7"/>
                </a:cxn>
                <a:cxn ang="0">
                  <a:pos x="T8" y="T9"/>
                </a:cxn>
              </a:cxnLst>
              <a:rect l="0" t="0" r="r" b="b"/>
              <a:pathLst>
                <a:path w="270" h="54">
                  <a:moveTo>
                    <a:pt x="0" y="0"/>
                  </a:moveTo>
                  <a:lnTo>
                    <a:pt x="266" y="54"/>
                  </a:lnTo>
                  <a:lnTo>
                    <a:pt x="270" y="45"/>
                  </a:lnTo>
                  <a:lnTo>
                    <a:pt x="33" y="0"/>
                  </a:lnTo>
                  <a:lnTo>
                    <a:pt x="0" y="0"/>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6" name="Freeform 36"/>
            <p:cNvSpPr>
              <a:spLocks noEditPoints="1"/>
            </p:cNvSpPr>
            <p:nvPr/>
          </p:nvSpPr>
          <p:spPr bwMode="auto">
            <a:xfrm>
              <a:off x="2560" y="845"/>
              <a:ext cx="1233" cy="3423"/>
            </a:xfrm>
            <a:custGeom>
              <a:avLst/>
              <a:gdLst>
                <a:gd name="T0" fmla="*/ 1136 w 1233"/>
                <a:gd name="T1" fmla="*/ 89 h 3423"/>
                <a:gd name="T2" fmla="*/ 1077 w 1233"/>
                <a:gd name="T3" fmla="*/ 337 h 3423"/>
                <a:gd name="T4" fmla="*/ 826 w 1233"/>
                <a:gd name="T5" fmla="*/ 466 h 3423"/>
                <a:gd name="T6" fmla="*/ 900 w 1233"/>
                <a:gd name="T7" fmla="*/ 189 h 3423"/>
                <a:gd name="T8" fmla="*/ 821 w 1233"/>
                <a:gd name="T9" fmla="*/ 266 h 3423"/>
                <a:gd name="T10" fmla="*/ 0 w 1233"/>
                <a:gd name="T11" fmla="*/ 3259 h 3423"/>
                <a:gd name="T12" fmla="*/ 77 w 1233"/>
                <a:gd name="T13" fmla="*/ 3292 h 3423"/>
                <a:gd name="T14" fmla="*/ 158 w 1233"/>
                <a:gd name="T15" fmla="*/ 2990 h 3423"/>
                <a:gd name="T16" fmla="*/ 420 w 1233"/>
                <a:gd name="T17" fmla="*/ 3061 h 3423"/>
                <a:gd name="T18" fmla="*/ 343 w 1233"/>
                <a:gd name="T19" fmla="*/ 3383 h 3423"/>
                <a:gd name="T20" fmla="*/ 455 w 1233"/>
                <a:gd name="T21" fmla="*/ 3423 h 3423"/>
                <a:gd name="T22" fmla="*/ 1233 w 1233"/>
                <a:gd name="T23" fmla="*/ 0 h 3423"/>
                <a:gd name="T24" fmla="*/ 1136 w 1233"/>
                <a:gd name="T25" fmla="*/ 89 h 3423"/>
                <a:gd name="T26" fmla="*/ 1050 w 1233"/>
                <a:gd name="T27" fmla="*/ 445 h 3423"/>
                <a:gd name="T28" fmla="*/ 1002 w 1233"/>
                <a:gd name="T29" fmla="*/ 649 h 3423"/>
                <a:gd name="T30" fmla="*/ 742 w 1233"/>
                <a:gd name="T31" fmla="*/ 782 h 3423"/>
                <a:gd name="T32" fmla="*/ 797 w 1233"/>
                <a:gd name="T33" fmla="*/ 572 h 3423"/>
                <a:gd name="T34" fmla="*/ 1050 w 1233"/>
                <a:gd name="T35" fmla="*/ 445 h 3423"/>
                <a:gd name="T36" fmla="*/ 372 w 1233"/>
                <a:gd name="T37" fmla="*/ 2181 h 3423"/>
                <a:gd name="T38" fmla="*/ 449 w 1233"/>
                <a:gd name="T39" fmla="*/ 1893 h 3423"/>
                <a:gd name="T40" fmla="*/ 709 w 1233"/>
                <a:gd name="T41" fmla="*/ 1860 h 3423"/>
                <a:gd name="T42" fmla="*/ 636 w 1233"/>
                <a:gd name="T43" fmla="*/ 2168 h 3423"/>
                <a:gd name="T44" fmla="*/ 372 w 1233"/>
                <a:gd name="T45" fmla="*/ 2181 h 3423"/>
                <a:gd name="T46" fmla="*/ 611 w 1233"/>
                <a:gd name="T47" fmla="*/ 2272 h 3423"/>
                <a:gd name="T48" fmla="*/ 541 w 1233"/>
                <a:gd name="T49" fmla="*/ 2559 h 3423"/>
                <a:gd name="T50" fmla="*/ 277 w 1233"/>
                <a:gd name="T51" fmla="*/ 2534 h 3423"/>
                <a:gd name="T52" fmla="*/ 349 w 1233"/>
                <a:gd name="T53" fmla="*/ 2270 h 3423"/>
                <a:gd name="T54" fmla="*/ 611 w 1233"/>
                <a:gd name="T55" fmla="*/ 2272 h 3423"/>
                <a:gd name="T56" fmla="*/ 474 w 1233"/>
                <a:gd name="T57" fmla="*/ 1798 h 3423"/>
                <a:gd name="T58" fmla="*/ 541 w 1233"/>
                <a:gd name="T59" fmla="*/ 1544 h 3423"/>
                <a:gd name="T60" fmla="*/ 799 w 1233"/>
                <a:gd name="T61" fmla="*/ 1483 h 3423"/>
                <a:gd name="T62" fmla="*/ 734 w 1233"/>
                <a:gd name="T63" fmla="*/ 1754 h 3423"/>
                <a:gd name="T64" fmla="*/ 474 w 1233"/>
                <a:gd name="T65" fmla="*/ 1798 h 3423"/>
                <a:gd name="T66" fmla="*/ 566 w 1233"/>
                <a:gd name="T67" fmla="*/ 1446 h 3423"/>
                <a:gd name="T68" fmla="*/ 624 w 1233"/>
                <a:gd name="T69" fmla="*/ 1228 h 3423"/>
                <a:gd name="T70" fmla="*/ 884 w 1233"/>
                <a:gd name="T71" fmla="*/ 1136 h 3423"/>
                <a:gd name="T72" fmla="*/ 824 w 1233"/>
                <a:gd name="T73" fmla="*/ 1377 h 3423"/>
                <a:gd name="T74" fmla="*/ 566 w 1233"/>
                <a:gd name="T75" fmla="*/ 1446 h 3423"/>
                <a:gd name="T76" fmla="*/ 653 w 1233"/>
                <a:gd name="T77" fmla="*/ 1121 h 3423"/>
                <a:gd name="T78" fmla="*/ 715 w 1233"/>
                <a:gd name="T79" fmla="*/ 888 h 3423"/>
                <a:gd name="T80" fmla="*/ 975 w 1233"/>
                <a:gd name="T81" fmla="*/ 757 h 3423"/>
                <a:gd name="T82" fmla="*/ 911 w 1233"/>
                <a:gd name="T83" fmla="*/ 1019 h 3423"/>
                <a:gd name="T84" fmla="*/ 653 w 1233"/>
                <a:gd name="T85" fmla="*/ 1121 h 3423"/>
                <a:gd name="T86" fmla="*/ 445 w 1233"/>
                <a:gd name="T87" fmla="*/ 2955 h 3423"/>
                <a:gd name="T88" fmla="*/ 181 w 1233"/>
                <a:gd name="T89" fmla="*/ 2901 h 3423"/>
                <a:gd name="T90" fmla="*/ 252 w 1233"/>
                <a:gd name="T91" fmla="*/ 2634 h 3423"/>
                <a:gd name="T92" fmla="*/ 514 w 1233"/>
                <a:gd name="T93" fmla="*/ 2665 h 3423"/>
                <a:gd name="T94" fmla="*/ 445 w 1233"/>
                <a:gd name="T95" fmla="*/ 2955 h 3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33" h="3423">
                  <a:moveTo>
                    <a:pt x="1136" y="89"/>
                  </a:moveTo>
                  <a:lnTo>
                    <a:pt x="1077" y="337"/>
                  </a:lnTo>
                  <a:lnTo>
                    <a:pt x="826" y="466"/>
                  </a:lnTo>
                  <a:lnTo>
                    <a:pt x="900" y="189"/>
                  </a:lnTo>
                  <a:lnTo>
                    <a:pt x="821" y="266"/>
                  </a:lnTo>
                  <a:lnTo>
                    <a:pt x="0" y="3259"/>
                  </a:lnTo>
                  <a:lnTo>
                    <a:pt x="77" y="3292"/>
                  </a:lnTo>
                  <a:lnTo>
                    <a:pt x="158" y="2990"/>
                  </a:lnTo>
                  <a:lnTo>
                    <a:pt x="420" y="3061"/>
                  </a:lnTo>
                  <a:lnTo>
                    <a:pt x="343" y="3383"/>
                  </a:lnTo>
                  <a:lnTo>
                    <a:pt x="455" y="3423"/>
                  </a:lnTo>
                  <a:lnTo>
                    <a:pt x="1233" y="0"/>
                  </a:lnTo>
                  <a:lnTo>
                    <a:pt x="1136" y="89"/>
                  </a:lnTo>
                  <a:close/>
                  <a:moveTo>
                    <a:pt x="1050" y="445"/>
                  </a:moveTo>
                  <a:lnTo>
                    <a:pt x="1002" y="649"/>
                  </a:lnTo>
                  <a:lnTo>
                    <a:pt x="742" y="782"/>
                  </a:lnTo>
                  <a:lnTo>
                    <a:pt x="797" y="572"/>
                  </a:lnTo>
                  <a:lnTo>
                    <a:pt x="1050" y="445"/>
                  </a:lnTo>
                  <a:close/>
                  <a:moveTo>
                    <a:pt x="372" y="2181"/>
                  </a:moveTo>
                  <a:lnTo>
                    <a:pt x="449" y="1893"/>
                  </a:lnTo>
                  <a:lnTo>
                    <a:pt x="709" y="1860"/>
                  </a:lnTo>
                  <a:lnTo>
                    <a:pt x="636" y="2168"/>
                  </a:lnTo>
                  <a:lnTo>
                    <a:pt x="372" y="2181"/>
                  </a:lnTo>
                  <a:close/>
                  <a:moveTo>
                    <a:pt x="611" y="2272"/>
                  </a:moveTo>
                  <a:lnTo>
                    <a:pt x="541" y="2559"/>
                  </a:lnTo>
                  <a:lnTo>
                    <a:pt x="277" y="2534"/>
                  </a:lnTo>
                  <a:lnTo>
                    <a:pt x="349" y="2270"/>
                  </a:lnTo>
                  <a:lnTo>
                    <a:pt x="611" y="2272"/>
                  </a:lnTo>
                  <a:close/>
                  <a:moveTo>
                    <a:pt x="474" y="1798"/>
                  </a:moveTo>
                  <a:lnTo>
                    <a:pt x="541" y="1544"/>
                  </a:lnTo>
                  <a:lnTo>
                    <a:pt x="799" y="1483"/>
                  </a:lnTo>
                  <a:lnTo>
                    <a:pt x="734" y="1754"/>
                  </a:lnTo>
                  <a:lnTo>
                    <a:pt x="474" y="1798"/>
                  </a:lnTo>
                  <a:close/>
                  <a:moveTo>
                    <a:pt x="566" y="1446"/>
                  </a:moveTo>
                  <a:lnTo>
                    <a:pt x="624" y="1228"/>
                  </a:lnTo>
                  <a:lnTo>
                    <a:pt x="884" y="1136"/>
                  </a:lnTo>
                  <a:lnTo>
                    <a:pt x="824" y="1377"/>
                  </a:lnTo>
                  <a:lnTo>
                    <a:pt x="566" y="1446"/>
                  </a:lnTo>
                  <a:close/>
                  <a:moveTo>
                    <a:pt x="653" y="1121"/>
                  </a:moveTo>
                  <a:lnTo>
                    <a:pt x="715" y="888"/>
                  </a:lnTo>
                  <a:lnTo>
                    <a:pt x="975" y="757"/>
                  </a:lnTo>
                  <a:lnTo>
                    <a:pt x="911" y="1019"/>
                  </a:lnTo>
                  <a:lnTo>
                    <a:pt x="653" y="1121"/>
                  </a:lnTo>
                  <a:close/>
                  <a:moveTo>
                    <a:pt x="445" y="2955"/>
                  </a:moveTo>
                  <a:lnTo>
                    <a:pt x="181" y="2901"/>
                  </a:lnTo>
                  <a:lnTo>
                    <a:pt x="252" y="2634"/>
                  </a:lnTo>
                  <a:lnTo>
                    <a:pt x="514" y="2665"/>
                  </a:lnTo>
                  <a:lnTo>
                    <a:pt x="445" y="295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7" name="Freeform 37"/>
            <p:cNvSpPr>
              <a:spLocks/>
            </p:cNvSpPr>
            <p:nvPr/>
          </p:nvSpPr>
          <p:spPr bwMode="auto">
            <a:xfrm>
              <a:off x="3015" y="845"/>
              <a:ext cx="809" cy="3423"/>
            </a:xfrm>
            <a:custGeom>
              <a:avLst/>
              <a:gdLst>
                <a:gd name="T0" fmla="*/ 776 w 809"/>
                <a:gd name="T1" fmla="*/ 0 h 3423"/>
                <a:gd name="T2" fmla="*/ 809 w 809"/>
                <a:gd name="T3" fmla="*/ 0 h 3423"/>
                <a:gd name="T4" fmla="*/ 57 w 809"/>
                <a:gd name="T5" fmla="*/ 3410 h 3423"/>
                <a:gd name="T6" fmla="*/ 0 w 809"/>
                <a:gd name="T7" fmla="*/ 3423 h 3423"/>
                <a:gd name="T8" fmla="*/ 776 w 809"/>
                <a:gd name="T9" fmla="*/ 0 h 3423"/>
              </a:gdLst>
              <a:ahLst/>
              <a:cxnLst>
                <a:cxn ang="0">
                  <a:pos x="T0" y="T1"/>
                </a:cxn>
                <a:cxn ang="0">
                  <a:pos x="T2" y="T3"/>
                </a:cxn>
                <a:cxn ang="0">
                  <a:pos x="T4" y="T5"/>
                </a:cxn>
                <a:cxn ang="0">
                  <a:pos x="T6" y="T7"/>
                </a:cxn>
                <a:cxn ang="0">
                  <a:pos x="T8" y="T9"/>
                </a:cxn>
              </a:cxnLst>
              <a:rect l="0" t="0" r="r" b="b"/>
              <a:pathLst>
                <a:path w="809" h="3423">
                  <a:moveTo>
                    <a:pt x="776" y="0"/>
                  </a:moveTo>
                  <a:lnTo>
                    <a:pt x="809" y="0"/>
                  </a:lnTo>
                  <a:lnTo>
                    <a:pt x="57" y="3410"/>
                  </a:lnTo>
                  <a:lnTo>
                    <a:pt x="0" y="3423"/>
                  </a:lnTo>
                  <a:lnTo>
                    <a:pt x="776" y="0"/>
                  </a:lnTo>
                  <a:close/>
                </a:path>
              </a:pathLst>
            </a:custGeom>
            <a:solidFill>
              <a:schemeClr val="bg2">
                <a:lumMod val="75000"/>
              </a:schemeClr>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grpSp>
      <p:sp>
        <p:nvSpPr>
          <p:cNvPr id="38" name="Subtitle 2"/>
          <p:cNvSpPr txBox="1">
            <a:spLocks/>
          </p:cNvSpPr>
          <p:nvPr/>
        </p:nvSpPr>
        <p:spPr>
          <a:xfrm>
            <a:off x="5471130" y="2774485"/>
            <a:ext cx="5825519" cy="1655748"/>
          </a:xfrm>
          <a:prstGeom prst="rect">
            <a:avLst/>
          </a:prstGeom>
        </p:spPr>
        <p:txBody>
          <a:bodyPr vert="horz" lIns="91440" tIns="45720" rIns="91440" bIns="45720" rtlCol="0">
            <a:noAutofit/>
          </a:bodyPr>
          <a:lstStyle>
            <a:lvl1pPr marL="0" indent="0" algn="ctr" defTabSz="914400" rtl="0" eaLnBrk="1" latinLnBrk="0" hangingPunct="1">
              <a:lnSpc>
                <a:spcPct val="90000"/>
              </a:lnSpc>
              <a:spcBef>
                <a:spcPts val="1000"/>
              </a:spcBef>
              <a:buFont typeface="Arial" panose="020B0604020202020204" pitchFamily="34" charset="0"/>
              <a:buNone/>
              <a:defRPr sz="20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rtl="1"/>
            <a:r>
              <a:rPr lang="ar-JO" sz="2800" b="1" dirty="0">
                <a:solidFill>
                  <a:schemeClr val="bg2">
                    <a:lumMod val="10000"/>
                  </a:schemeClr>
                </a:solidFill>
              </a:rPr>
              <a:t>أدخلت</a:t>
            </a:r>
            <a:r>
              <a:rPr lang="en-US" sz="2800" b="1" dirty="0">
                <a:solidFill>
                  <a:schemeClr val="bg2">
                    <a:lumMod val="10000"/>
                  </a:schemeClr>
                </a:solidFill>
              </a:rPr>
              <a:t>  </a:t>
            </a:r>
            <a:r>
              <a:rPr lang="en-US" sz="2800" b="1" dirty="0" err="1">
                <a:solidFill>
                  <a:schemeClr val="bg2">
                    <a:lumMod val="10000"/>
                  </a:schemeClr>
                </a:solidFill>
              </a:rPr>
              <a:t>zSpace</a:t>
            </a:r>
            <a:r>
              <a:rPr lang="en-US" sz="2800" b="1" dirty="0">
                <a:solidFill>
                  <a:schemeClr val="bg2">
                    <a:lumMod val="10000"/>
                  </a:schemeClr>
                </a:solidFill>
              </a:rPr>
              <a:t> </a:t>
            </a:r>
            <a:r>
              <a:rPr lang="ar-JO" sz="2800" b="1" dirty="0">
                <a:solidFill>
                  <a:schemeClr val="bg2">
                    <a:lumMod val="10000"/>
                  </a:schemeClr>
                </a:solidFill>
              </a:rPr>
              <a:t>تطبيقات التعلم الجديدة المصممة خصيصاً لمعالجة تحديات التعلم في القرن الـ21 باستخدام التعلم القائم على المشروع</a:t>
            </a:r>
            <a:endParaRPr lang="en-US" sz="2800" b="1" dirty="0">
              <a:solidFill>
                <a:schemeClr val="bg2">
                  <a:lumMod val="10000"/>
                </a:schemeClr>
              </a:solidFill>
            </a:endParaRPr>
          </a:p>
        </p:txBody>
      </p:sp>
      <p:sp>
        <p:nvSpPr>
          <p:cNvPr id="4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12216061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8"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541547" y="298011"/>
            <a:ext cx="4798045" cy="707886"/>
          </a:xfrm>
          <a:prstGeom prst="rect">
            <a:avLst/>
          </a:prstGeom>
          <a:noFill/>
        </p:spPr>
        <p:txBody>
          <a:bodyPr wrap="none" rtlCol="0">
            <a:spAutoFit/>
          </a:bodyPr>
          <a:lstStyle/>
          <a:p>
            <a:pPr rtl="1"/>
            <a:r>
              <a:rPr lang="ar-JO" sz="4000" b="1" u="sng" dirty="0">
                <a:solidFill>
                  <a:srgbClr val="C00000"/>
                </a:solidFill>
              </a:rPr>
              <a:t>ج. الهولوجرام</a:t>
            </a:r>
            <a:r>
              <a:rPr lang="pt-PT" sz="4000" b="1" u="sng" dirty="0">
                <a:solidFill>
                  <a:srgbClr val="C00000"/>
                </a:solidFill>
              </a:rPr>
              <a:t>Hologram </a:t>
            </a:r>
            <a:endParaRPr lang="en-US" sz="4000" u="sng" dirty="0">
              <a:solidFill>
                <a:srgbClr val="C00000"/>
              </a:solidFill>
            </a:endParaRPr>
          </a:p>
        </p:txBody>
      </p:sp>
      <p:sp>
        <p:nvSpPr>
          <p:cNvPr id="38" name="Subtitle 2"/>
          <p:cNvSpPr txBox="1">
            <a:spLocks/>
          </p:cNvSpPr>
          <p:nvPr/>
        </p:nvSpPr>
        <p:spPr>
          <a:xfrm>
            <a:off x="5337499" y="3270958"/>
            <a:ext cx="5825519" cy="1655748"/>
          </a:xfrm>
          <a:prstGeom prst="rect">
            <a:avLst/>
          </a:prstGeom>
        </p:spPr>
        <p:txBody>
          <a:bodyPr vert="horz" lIns="91440" tIns="45720" rIns="91440" bIns="45720" rtlCol="0">
            <a:noAutofit/>
          </a:bodyPr>
          <a:lstStyle>
            <a:lvl1pPr marL="0" indent="0" algn="ctr" defTabSz="914400" rtl="0" eaLnBrk="1" latinLnBrk="0" hangingPunct="1">
              <a:lnSpc>
                <a:spcPct val="90000"/>
              </a:lnSpc>
              <a:spcBef>
                <a:spcPts val="1000"/>
              </a:spcBef>
              <a:buFont typeface="Arial" panose="020B0604020202020204" pitchFamily="34" charset="0"/>
              <a:buNone/>
              <a:defRPr sz="20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rtl="1"/>
            <a:r>
              <a:rPr lang="ar-JO" sz="2800" b="1" dirty="0">
                <a:solidFill>
                  <a:schemeClr val="bg2">
                    <a:lumMod val="10000"/>
                  </a:schemeClr>
                </a:solidFill>
              </a:rPr>
              <a:t>الهولوجرام </a:t>
            </a:r>
            <a:r>
              <a:rPr lang="en-US" sz="2800" b="1" dirty="0">
                <a:solidFill>
                  <a:schemeClr val="bg2">
                    <a:lumMod val="10000"/>
                  </a:schemeClr>
                </a:solidFill>
              </a:rPr>
              <a:t>Hologram</a:t>
            </a:r>
            <a:r>
              <a:rPr lang="ar-JO" sz="2800" b="1" dirty="0">
                <a:solidFill>
                  <a:schemeClr val="bg2">
                    <a:lumMod val="10000"/>
                  </a:schemeClr>
                </a:solidFill>
              </a:rPr>
              <a:t> هو إحدى تقنيات ثلاثي الأبعاد التجسيدية، وفي نفس الوقت هو إحدى تكنولوجيا الوسائل.</a:t>
            </a:r>
            <a:endParaRPr lang="en-US" sz="2800" b="1" dirty="0">
              <a:solidFill>
                <a:schemeClr val="bg2">
                  <a:lumMod val="10000"/>
                </a:schemeClr>
              </a:solidFill>
            </a:endParaRPr>
          </a:p>
        </p:txBody>
      </p:sp>
      <p:grpSp>
        <p:nvGrpSpPr>
          <p:cNvPr id="41" name="Group 40"/>
          <p:cNvGrpSpPr/>
          <p:nvPr/>
        </p:nvGrpSpPr>
        <p:grpSpPr>
          <a:xfrm>
            <a:off x="1081969" y="910541"/>
            <a:ext cx="3173561" cy="4993757"/>
            <a:chOff x="1475105" y="2089132"/>
            <a:chExt cx="1635126" cy="3300489"/>
          </a:xfrm>
        </p:grpSpPr>
        <p:grpSp>
          <p:nvGrpSpPr>
            <p:cNvPr id="42" name="Group 41"/>
            <p:cNvGrpSpPr>
              <a:grpSpLocks noChangeAspect="1"/>
            </p:cNvGrpSpPr>
            <p:nvPr/>
          </p:nvGrpSpPr>
          <p:grpSpPr>
            <a:xfrm>
              <a:off x="1475105" y="4338695"/>
              <a:ext cx="1635126" cy="1050926"/>
              <a:chOff x="4684515" y="5333778"/>
              <a:chExt cx="817563" cy="525463"/>
            </a:xfrm>
          </p:grpSpPr>
          <p:sp>
            <p:nvSpPr>
              <p:cNvPr id="66" name="Freeform 11"/>
              <p:cNvSpPr>
                <a:spLocks/>
              </p:cNvSpPr>
              <p:nvPr/>
            </p:nvSpPr>
            <p:spPr bwMode="auto">
              <a:xfrm>
                <a:off x="4752779" y="5360394"/>
                <a:ext cx="682625" cy="293688"/>
              </a:xfrm>
              <a:custGeom>
                <a:avLst/>
                <a:gdLst>
                  <a:gd name="T0" fmla="*/ 425 w 430"/>
                  <a:gd name="T1" fmla="*/ 85 h 185"/>
                  <a:gd name="T2" fmla="*/ 416 w 430"/>
                  <a:gd name="T3" fmla="*/ 69 h 185"/>
                  <a:gd name="T4" fmla="*/ 399 w 430"/>
                  <a:gd name="T5" fmla="*/ 52 h 185"/>
                  <a:gd name="T6" fmla="*/ 378 w 430"/>
                  <a:gd name="T7" fmla="*/ 38 h 185"/>
                  <a:gd name="T8" fmla="*/ 349 w 430"/>
                  <a:gd name="T9" fmla="*/ 24 h 185"/>
                  <a:gd name="T10" fmla="*/ 319 w 430"/>
                  <a:gd name="T11" fmla="*/ 15 h 185"/>
                  <a:gd name="T12" fmla="*/ 286 w 430"/>
                  <a:gd name="T13" fmla="*/ 8 h 185"/>
                  <a:gd name="T14" fmla="*/ 248 w 430"/>
                  <a:gd name="T15" fmla="*/ 3 h 185"/>
                  <a:gd name="T16" fmla="*/ 210 w 430"/>
                  <a:gd name="T17" fmla="*/ 0 h 185"/>
                  <a:gd name="T18" fmla="*/ 175 w 430"/>
                  <a:gd name="T19" fmla="*/ 3 h 185"/>
                  <a:gd name="T20" fmla="*/ 137 w 430"/>
                  <a:gd name="T21" fmla="*/ 8 h 185"/>
                  <a:gd name="T22" fmla="*/ 104 w 430"/>
                  <a:gd name="T23" fmla="*/ 17 h 185"/>
                  <a:gd name="T24" fmla="*/ 73 w 430"/>
                  <a:gd name="T25" fmla="*/ 26 h 185"/>
                  <a:gd name="T26" fmla="*/ 47 w 430"/>
                  <a:gd name="T27" fmla="*/ 41 h 185"/>
                  <a:gd name="T28" fmla="*/ 26 w 430"/>
                  <a:gd name="T29" fmla="*/ 55 h 185"/>
                  <a:gd name="T30" fmla="*/ 12 w 430"/>
                  <a:gd name="T31" fmla="*/ 71 h 185"/>
                  <a:gd name="T32" fmla="*/ 2 w 430"/>
                  <a:gd name="T33" fmla="*/ 90 h 185"/>
                  <a:gd name="T34" fmla="*/ 0 w 430"/>
                  <a:gd name="T35" fmla="*/ 109 h 185"/>
                  <a:gd name="T36" fmla="*/ 0 w 430"/>
                  <a:gd name="T37" fmla="*/ 185 h 185"/>
                  <a:gd name="T38" fmla="*/ 2 w 430"/>
                  <a:gd name="T39" fmla="*/ 166 h 185"/>
                  <a:gd name="T40" fmla="*/ 12 w 430"/>
                  <a:gd name="T41" fmla="*/ 147 h 185"/>
                  <a:gd name="T42" fmla="*/ 26 w 430"/>
                  <a:gd name="T43" fmla="*/ 130 h 185"/>
                  <a:gd name="T44" fmla="*/ 47 w 430"/>
                  <a:gd name="T45" fmla="*/ 116 h 185"/>
                  <a:gd name="T46" fmla="*/ 73 w 430"/>
                  <a:gd name="T47" fmla="*/ 102 h 185"/>
                  <a:gd name="T48" fmla="*/ 104 w 430"/>
                  <a:gd name="T49" fmla="*/ 90 h 185"/>
                  <a:gd name="T50" fmla="*/ 137 w 430"/>
                  <a:gd name="T51" fmla="*/ 83 h 185"/>
                  <a:gd name="T52" fmla="*/ 175 w 430"/>
                  <a:gd name="T53" fmla="*/ 78 h 185"/>
                  <a:gd name="T54" fmla="*/ 210 w 430"/>
                  <a:gd name="T55" fmla="*/ 76 h 185"/>
                  <a:gd name="T56" fmla="*/ 248 w 430"/>
                  <a:gd name="T57" fmla="*/ 76 h 185"/>
                  <a:gd name="T58" fmla="*/ 286 w 430"/>
                  <a:gd name="T59" fmla="*/ 81 h 185"/>
                  <a:gd name="T60" fmla="*/ 319 w 430"/>
                  <a:gd name="T61" fmla="*/ 90 h 185"/>
                  <a:gd name="T62" fmla="*/ 349 w 430"/>
                  <a:gd name="T63" fmla="*/ 100 h 185"/>
                  <a:gd name="T64" fmla="*/ 378 w 430"/>
                  <a:gd name="T65" fmla="*/ 111 h 185"/>
                  <a:gd name="T66" fmla="*/ 399 w 430"/>
                  <a:gd name="T67" fmla="*/ 128 h 185"/>
                  <a:gd name="T68" fmla="*/ 416 w 430"/>
                  <a:gd name="T69" fmla="*/ 145 h 185"/>
                  <a:gd name="T70" fmla="*/ 425 w 430"/>
                  <a:gd name="T71" fmla="*/ 161 h 185"/>
                  <a:gd name="T72" fmla="*/ 430 w 430"/>
                  <a:gd name="T73" fmla="*/ 180 h 185"/>
                  <a:gd name="T74" fmla="*/ 430 w 430"/>
                  <a:gd name="T75" fmla="*/ 104 h 185"/>
                  <a:gd name="T76" fmla="*/ 425 w 430"/>
                  <a:gd name="T77" fmla="*/ 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 h="185">
                    <a:moveTo>
                      <a:pt x="425" y="85"/>
                    </a:moveTo>
                    <a:lnTo>
                      <a:pt x="416" y="69"/>
                    </a:lnTo>
                    <a:lnTo>
                      <a:pt x="399" y="52"/>
                    </a:lnTo>
                    <a:lnTo>
                      <a:pt x="378" y="38"/>
                    </a:lnTo>
                    <a:lnTo>
                      <a:pt x="349" y="24"/>
                    </a:lnTo>
                    <a:lnTo>
                      <a:pt x="319" y="15"/>
                    </a:lnTo>
                    <a:lnTo>
                      <a:pt x="286" y="8"/>
                    </a:lnTo>
                    <a:lnTo>
                      <a:pt x="248" y="3"/>
                    </a:lnTo>
                    <a:lnTo>
                      <a:pt x="210" y="0"/>
                    </a:lnTo>
                    <a:lnTo>
                      <a:pt x="175" y="3"/>
                    </a:lnTo>
                    <a:lnTo>
                      <a:pt x="137" y="8"/>
                    </a:lnTo>
                    <a:lnTo>
                      <a:pt x="104" y="17"/>
                    </a:lnTo>
                    <a:lnTo>
                      <a:pt x="73" y="26"/>
                    </a:lnTo>
                    <a:lnTo>
                      <a:pt x="47" y="41"/>
                    </a:lnTo>
                    <a:lnTo>
                      <a:pt x="26" y="55"/>
                    </a:lnTo>
                    <a:lnTo>
                      <a:pt x="12" y="71"/>
                    </a:lnTo>
                    <a:lnTo>
                      <a:pt x="2" y="90"/>
                    </a:lnTo>
                    <a:lnTo>
                      <a:pt x="0" y="109"/>
                    </a:lnTo>
                    <a:lnTo>
                      <a:pt x="0" y="185"/>
                    </a:lnTo>
                    <a:lnTo>
                      <a:pt x="2" y="166"/>
                    </a:lnTo>
                    <a:lnTo>
                      <a:pt x="12" y="147"/>
                    </a:lnTo>
                    <a:lnTo>
                      <a:pt x="26" y="130"/>
                    </a:lnTo>
                    <a:lnTo>
                      <a:pt x="47" y="116"/>
                    </a:lnTo>
                    <a:lnTo>
                      <a:pt x="73" y="102"/>
                    </a:lnTo>
                    <a:lnTo>
                      <a:pt x="104" y="90"/>
                    </a:lnTo>
                    <a:lnTo>
                      <a:pt x="137" y="83"/>
                    </a:lnTo>
                    <a:lnTo>
                      <a:pt x="175" y="78"/>
                    </a:lnTo>
                    <a:lnTo>
                      <a:pt x="210" y="76"/>
                    </a:lnTo>
                    <a:lnTo>
                      <a:pt x="248" y="76"/>
                    </a:lnTo>
                    <a:lnTo>
                      <a:pt x="286" y="81"/>
                    </a:lnTo>
                    <a:lnTo>
                      <a:pt x="319" y="90"/>
                    </a:lnTo>
                    <a:lnTo>
                      <a:pt x="349" y="100"/>
                    </a:lnTo>
                    <a:lnTo>
                      <a:pt x="378" y="111"/>
                    </a:lnTo>
                    <a:lnTo>
                      <a:pt x="399" y="128"/>
                    </a:lnTo>
                    <a:lnTo>
                      <a:pt x="416" y="145"/>
                    </a:lnTo>
                    <a:lnTo>
                      <a:pt x="425" y="161"/>
                    </a:lnTo>
                    <a:lnTo>
                      <a:pt x="430" y="180"/>
                    </a:lnTo>
                    <a:lnTo>
                      <a:pt x="430" y="104"/>
                    </a:lnTo>
                    <a:lnTo>
                      <a:pt x="425" y="85"/>
                    </a:lnTo>
                    <a:close/>
                  </a:path>
                </a:pathLst>
              </a:custGeom>
              <a:solidFill>
                <a:schemeClr val="accent1">
                  <a:lumMod val="75000"/>
                </a:schemeClr>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67" name="Freeform 14"/>
              <p:cNvSpPr>
                <a:spLocks noEditPoints="1"/>
              </p:cNvSpPr>
              <p:nvPr/>
            </p:nvSpPr>
            <p:spPr bwMode="auto">
              <a:xfrm>
                <a:off x="4684515" y="5333778"/>
                <a:ext cx="817563" cy="404813"/>
              </a:xfrm>
              <a:custGeom>
                <a:avLst/>
                <a:gdLst>
                  <a:gd name="T0" fmla="*/ 499 w 515"/>
                  <a:gd name="T1" fmla="*/ 83 h 255"/>
                  <a:gd name="T2" fmla="*/ 451 w 515"/>
                  <a:gd name="T3" fmla="*/ 45 h 255"/>
                  <a:gd name="T4" fmla="*/ 383 w 515"/>
                  <a:gd name="T5" fmla="*/ 17 h 255"/>
                  <a:gd name="T6" fmla="*/ 298 w 515"/>
                  <a:gd name="T7" fmla="*/ 3 h 255"/>
                  <a:gd name="T8" fmla="*/ 208 w 515"/>
                  <a:gd name="T9" fmla="*/ 3 h 255"/>
                  <a:gd name="T10" fmla="*/ 125 w 515"/>
                  <a:gd name="T11" fmla="*/ 19 h 255"/>
                  <a:gd name="T12" fmla="*/ 57 w 515"/>
                  <a:gd name="T13" fmla="*/ 47 h 255"/>
                  <a:gd name="T14" fmla="*/ 14 w 515"/>
                  <a:gd name="T15" fmla="*/ 88 h 255"/>
                  <a:gd name="T16" fmla="*/ 0 w 515"/>
                  <a:gd name="T17" fmla="*/ 130 h 255"/>
                  <a:gd name="T18" fmla="*/ 17 w 515"/>
                  <a:gd name="T19" fmla="*/ 173 h 255"/>
                  <a:gd name="T20" fmla="*/ 64 w 515"/>
                  <a:gd name="T21" fmla="*/ 210 h 255"/>
                  <a:gd name="T22" fmla="*/ 133 w 515"/>
                  <a:gd name="T23" fmla="*/ 239 h 255"/>
                  <a:gd name="T24" fmla="*/ 218 w 515"/>
                  <a:gd name="T25" fmla="*/ 253 h 255"/>
                  <a:gd name="T26" fmla="*/ 307 w 515"/>
                  <a:gd name="T27" fmla="*/ 253 h 255"/>
                  <a:gd name="T28" fmla="*/ 390 w 515"/>
                  <a:gd name="T29" fmla="*/ 236 h 255"/>
                  <a:gd name="T30" fmla="*/ 459 w 515"/>
                  <a:gd name="T31" fmla="*/ 208 h 255"/>
                  <a:gd name="T32" fmla="*/ 501 w 515"/>
                  <a:gd name="T33" fmla="*/ 170 h 255"/>
                  <a:gd name="T34" fmla="*/ 515 w 515"/>
                  <a:gd name="T35" fmla="*/ 125 h 255"/>
                  <a:gd name="T36" fmla="*/ 470 w 515"/>
                  <a:gd name="T37" fmla="*/ 144 h 255"/>
                  <a:gd name="T38" fmla="*/ 447 w 515"/>
                  <a:gd name="T39" fmla="*/ 180 h 255"/>
                  <a:gd name="T40" fmla="*/ 399 w 515"/>
                  <a:gd name="T41" fmla="*/ 208 h 255"/>
                  <a:gd name="T42" fmla="*/ 336 w 515"/>
                  <a:gd name="T43" fmla="*/ 227 h 255"/>
                  <a:gd name="T44" fmla="*/ 262 w 515"/>
                  <a:gd name="T45" fmla="*/ 234 h 255"/>
                  <a:gd name="T46" fmla="*/ 187 w 515"/>
                  <a:gd name="T47" fmla="*/ 227 h 255"/>
                  <a:gd name="T48" fmla="*/ 123 w 515"/>
                  <a:gd name="T49" fmla="*/ 210 h 255"/>
                  <a:gd name="T50" fmla="*/ 74 w 515"/>
                  <a:gd name="T51" fmla="*/ 182 h 255"/>
                  <a:gd name="T52" fmla="*/ 48 w 515"/>
                  <a:gd name="T53" fmla="*/ 149 h 255"/>
                  <a:gd name="T54" fmla="*/ 45 w 515"/>
                  <a:gd name="T55" fmla="*/ 111 h 255"/>
                  <a:gd name="T56" fmla="*/ 69 w 515"/>
                  <a:gd name="T57" fmla="*/ 76 h 255"/>
                  <a:gd name="T58" fmla="*/ 116 w 515"/>
                  <a:gd name="T59" fmla="*/ 47 h 255"/>
                  <a:gd name="T60" fmla="*/ 180 w 515"/>
                  <a:gd name="T61" fmla="*/ 29 h 255"/>
                  <a:gd name="T62" fmla="*/ 253 w 515"/>
                  <a:gd name="T63" fmla="*/ 21 h 255"/>
                  <a:gd name="T64" fmla="*/ 329 w 515"/>
                  <a:gd name="T65" fmla="*/ 29 h 255"/>
                  <a:gd name="T66" fmla="*/ 392 w 515"/>
                  <a:gd name="T67" fmla="*/ 45 h 255"/>
                  <a:gd name="T68" fmla="*/ 442 w 515"/>
                  <a:gd name="T69" fmla="*/ 73 h 255"/>
                  <a:gd name="T70" fmla="*/ 468 w 515"/>
                  <a:gd name="T71" fmla="*/ 106 h 255"/>
                  <a:gd name="T72" fmla="*/ 470 w 515"/>
                  <a:gd name="T73" fmla="*/ 14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5" h="255">
                    <a:moveTo>
                      <a:pt x="511" y="104"/>
                    </a:moveTo>
                    <a:lnTo>
                      <a:pt x="499" y="83"/>
                    </a:lnTo>
                    <a:lnTo>
                      <a:pt x="480" y="62"/>
                    </a:lnTo>
                    <a:lnTo>
                      <a:pt x="451" y="45"/>
                    </a:lnTo>
                    <a:lnTo>
                      <a:pt x="421" y="29"/>
                    </a:lnTo>
                    <a:lnTo>
                      <a:pt x="383" y="17"/>
                    </a:lnTo>
                    <a:lnTo>
                      <a:pt x="343" y="7"/>
                    </a:lnTo>
                    <a:lnTo>
                      <a:pt x="298" y="3"/>
                    </a:lnTo>
                    <a:lnTo>
                      <a:pt x="253" y="0"/>
                    </a:lnTo>
                    <a:lnTo>
                      <a:pt x="208" y="3"/>
                    </a:lnTo>
                    <a:lnTo>
                      <a:pt x="166" y="10"/>
                    </a:lnTo>
                    <a:lnTo>
                      <a:pt x="125" y="19"/>
                    </a:lnTo>
                    <a:lnTo>
                      <a:pt x="88" y="31"/>
                    </a:lnTo>
                    <a:lnTo>
                      <a:pt x="57" y="47"/>
                    </a:lnTo>
                    <a:lnTo>
                      <a:pt x="33" y="66"/>
                    </a:lnTo>
                    <a:lnTo>
                      <a:pt x="14" y="88"/>
                    </a:lnTo>
                    <a:lnTo>
                      <a:pt x="3" y="109"/>
                    </a:lnTo>
                    <a:lnTo>
                      <a:pt x="0" y="130"/>
                    </a:lnTo>
                    <a:lnTo>
                      <a:pt x="5" y="151"/>
                    </a:lnTo>
                    <a:lnTo>
                      <a:pt x="17" y="173"/>
                    </a:lnTo>
                    <a:lnTo>
                      <a:pt x="36" y="194"/>
                    </a:lnTo>
                    <a:lnTo>
                      <a:pt x="64" y="210"/>
                    </a:lnTo>
                    <a:lnTo>
                      <a:pt x="95" y="227"/>
                    </a:lnTo>
                    <a:lnTo>
                      <a:pt x="133" y="239"/>
                    </a:lnTo>
                    <a:lnTo>
                      <a:pt x="173" y="248"/>
                    </a:lnTo>
                    <a:lnTo>
                      <a:pt x="218" y="253"/>
                    </a:lnTo>
                    <a:lnTo>
                      <a:pt x="262" y="255"/>
                    </a:lnTo>
                    <a:lnTo>
                      <a:pt x="307" y="253"/>
                    </a:lnTo>
                    <a:lnTo>
                      <a:pt x="350" y="246"/>
                    </a:lnTo>
                    <a:lnTo>
                      <a:pt x="390" y="236"/>
                    </a:lnTo>
                    <a:lnTo>
                      <a:pt x="428" y="225"/>
                    </a:lnTo>
                    <a:lnTo>
                      <a:pt x="459" y="208"/>
                    </a:lnTo>
                    <a:lnTo>
                      <a:pt x="485" y="189"/>
                    </a:lnTo>
                    <a:lnTo>
                      <a:pt x="501" y="170"/>
                    </a:lnTo>
                    <a:lnTo>
                      <a:pt x="513" y="147"/>
                    </a:lnTo>
                    <a:lnTo>
                      <a:pt x="515" y="125"/>
                    </a:lnTo>
                    <a:lnTo>
                      <a:pt x="511" y="104"/>
                    </a:lnTo>
                    <a:close/>
                    <a:moveTo>
                      <a:pt x="470" y="144"/>
                    </a:moveTo>
                    <a:lnTo>
                      <a:pt x="461" y="163"/>
                    </a:lnTo>
                    <a:lnTo>
                      <a:pt x="447" y="180"/>
                    </a:lnTo>
                    <a:lnTo>
                      <a:pt x="425" y="194"/>
                    </a:lnTo>
                    <a:lnTo>
                      <a:pt x="399" y="208"/>
                    </a:lnTo>
                    <a:lnTo>
                      <a:pt x="369" y="217"/>
                    </a:lnTo>
                    <a:lnTo>
                      <a:pt x="336" y="227"/>
                    </a:lnTo>
                    <a:lnTo>
                      <a:pt x="298" y="232"/>
                    </a:lnTo>
                    <a:lnTo>
                      <a:pt x="262" y="234"/>
                    </a:lnTo>
                    <a:lnTo>
                      <a:pt x="225" y="232"/>
                    </a:lnTo>
                    <a:lnTo>
                      <a:pt x="187" y="227"/>
                    </a:lnTo>
                    <a:lnTo>
                      <a:pt x="154" y="220"/>
                    </a:lnTo>
                    <a:lnTo>
                      <a:pt x="123" y="210"/>
                    </a:lnTo>
                    <a:lnTo>
                      <a:pt x="95" y="196"/>
                    </a:lnTo>
                    <a:lnTo>
                      <a:pt x="74" y="182"/>
                    </a:lnTo>
                    <a:lnTo>
                      <a:pt x="57" y="166"/>
                    </a:lnTo>
                    <a:lnTo>
                      <a:pt x="48" y="149"/>
                    </a:lnTo>
                    <a:lnTo>
                      <a:pt x="43" y="130"/>
                    </a:lnTo>
                    <a:lnTo>
                      <a:pt x="45" y="111"/>
                    </a:lnTo>
                    <a:lnTo>
                      <a:pt x="55" y="92"/>
                    </a:lnTo>
                    <a:lnTo>
                      <a:pt x="69" y="76"/>
                    </a:lnTo>
                    <a:lnTo>
                      <a:pt x="90" y="62"/>
                    </a:lnTo>
                    <a:lnTo>
                      <a:pt x="116" y="47"/>
                    </a:lnTo>
                    <a:lnTo>
                      <a:pt x="147" y="38"/>
                    </a:lnTo>
                    <a:lnTo>
                      <a:pt x="180" y="29"/>
                    </a:lnTo>
                    <a:lnTo>
                      <a:pt x="218" y="24"/>
                    </a:lnTo>
                    <a:lnTo>
                      <a:pt x="253" y="21"/>
                    </a:lnTo>
                    <a:lnTo>
                      <a:pt x="291" y="24"/>
                    </a:lnTo>
                    <a:lnTo>
                      <a:pt x="329" y="29"/>
                    </a:lnTo>
                    <a:lnTo>
                      <a:pt x="362" y="36"/>
                    </a:lnTo>
                    <a:lnTo>
                      <a:pt x="392" y="45"/>
                    </a:lnTo>
                    <a:lnTo>
                      <a:pt x="421" y="59"/>
                    </a:lnTo>
                    <a:lnTo>
                      <a:pt x="442" y="73"/>
                    </a:lnTo>
                    <a:lnTo>
                      <a:pt x="459" y="90"/>
                    </a:lnTo>
                    <a:lnTo>
                      <a:pt x="468" y="106"/>
                    </a:lnTo>
                    <a:lnTo>
                      <a:pt x="473" y="125"/>
                    </a:lnTo>
                    <a:lnTo>
                      <a:pt x="470" y="144"/>
                    </a:lnTo>
                    <a:close/>
                  </a:path>
                </a:pathLst>
              </a:custGeom>
              <a:solidFill>
                <a:schemeClr val="accent1"/>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68" name="Freeform 18"/>
              <p:cNvSpPr>
                <a:spLocks/>
              </p:cNvSpPr>
              <p:nvPr/>
            </p:nvSpPr>
            <p:spPr bwMode="auto">
              <a:xfrm>
                <a:off x="4684515" y="5532216"/>
                <a:ext cx="817563" cy="327025"/>
              </a:xfrm>
              <a:custGeom>
                <a:avLst/>
                <a:gdLst>
                  <a:gd name="T0" fmla="*/ 513 w 515"/>
                  <a:gd name="T1" fmla="*/ 22 h 206"/>
                  <a:gd name="T2" fmla="*/ 501 w 515"/>
                  <a:gd name="T3" fmla="*/ 45 h 206"/>
                  <a:gd name="T4" fmla="*/ 485 w 515"/>
                  <a:gd name="T5" fmla="*/ 64 h 206"/>
                  <a:gd name="T6" fmla="*/ 459 w 515"/>
                  <a:gd name="T7" fmla="*/ 83 h 206"/>
                  <a:gd name="T8" fmla="*/ 428 w 515"/>
                  <a:gd name="T9" fmla="*/ 100 h 206"/>
                  <a:gd name="T10" fmla="*/ 390 w 515"/>
                  <a:gd name="T11" fmla="*/ 111 h 206"/>
                  <a:gd name="T12" fmla="*/ 350 w 515"/>
                  <a:gd name="T13" fmla="*/ 121 h 206"/>
                  <a:gd name="T14" fmla="*/ 307 w 515"/>
                  <a:gd name="T15" fmla="*/ 128 h 206"/>
                  <a:gd name="T16" fmla="*/ 262 w 515"/>
                  <a:gd name="T17" fmla="*/ 130 h 206"/>
                  <a:gd name="T18" fmla="*/ 218 w 515"/>
                  <a:gd name="T19" fmla="*/ 128 h 206"/>
                  <a:gd name="T20" fmla="*/ 173 w 515"/>
                  <a:gd name="T21" fmla="*/ 123 h 206"/>
                  <a:gd name="T22" fmla="*/ 133 w 515"/>
                  <a:gd name="T23" fmla="*/ 114 h 206"/>
                  <a:gd name="T24" fmla="*/ 95 w 515"/>
                  <a:gd name="T25" fmla="*/ 102 h 206"/>
                  <a:gd name="T26" fmla="*/ 64 w 515"/>
                  <a:gd name="T27" fmla="*/ 85 h 206"/>
                  <a:gd name="T28" fmla="*/ 36 w 515"/>
                  <a:gd name="T29" fmla="*/ 69 h 206"/>
                  <a:gd name="T30" fmla="*/ 17 w 515"/>
                  <a:gd name="T31" fmla="*/ 48 h 206"/>
                  <a:gd name="T32" fmla="*/ 5 w 515"/>
                  <a:gd name="T33" fmla="*/ 26 h 206"/>
                  <a:gd name="T34" fmla="*/ 0 w 515"/>
                  <a:gd name="T35" fmla="*/ 5 h 206"/>
                  <a:gd name="T36" fmla="*/ 0 w 515"/>
                  <a:gd name="T37" fmla="*/ 81 h 206"/>
                  <a:gd name="T38" fmla="*/ 5 w 515"/>
                  <a:gd name="T39" fmla="*/ 102 h 206"/>
                  <a:gd name="T40" fmla="*/ 17 w 515"/>
                  <a:gd name="T41" fmla="*/ 123 h 206"/>
                  <a:gd name="T42" fmla="*/ 36 w 515"/>
                  <a:gd name="T43" fmla="*/ 142 h 206"/>
                  <a:gd name="T44" fmla="*/ 64 w 515"/>
                  <a:gd name="T45" fmla="*/ 161 h 206"/>
                  <a:gd name="T46" fmla="*/ 95 w 515"/>
                  <a:gd name="T47" fmla="*/ 178 h 206"/>
                  <a:gd name="T48" fmla="*/ 133 w 515"/>
                  <a:gd name="T49" fmla="*/ 189 h 206"/>
                  <a:gd name="T50" fmla="*/ 173 w 515"/>
                  <a:gd name="T51" fmla="*/ 199 h 206"/>
                  <a:gd name="T52" fmla="*/ 218 w 515"/>
                  <a:gd name="T53" fmla="*/ 204 h 206"/>
                  <a:gd name="T54" fmla="*/ 262 w 515"/>
                  <a:gd name="T55" fmla="*/ 206 h 206"/>
                  <a:gd name="T56" fmla="*/ 307 w 515"/>
                  <a:gd name="T57" fmla="*/ 204 h 206"/>
                  <a:gd name="T58" fmla="*/ 350 w 515"/>
                  <a:gd name="T59" fmla="*/ 196 h 206"/>
                  <a:gd name="T60" fmla="*/ 390 w 515"/>
                  <a:gd name="T61" fmla="*/ 187 h 206"/>
                  <a:gd name="T62" fmla="*/ 428 w 515"/>
                  <a:gd name="T63" fmla="*/ 173 h 206"/>
                  <a:gd name="T64" fmla="*/ 459 w 515"/>
                  <a:gd name="T65" fmla="*/ 159 h 206"/>
                  <a:gd name="T66" fmla="*/ 485 w 515"/>
                  <a:gd name="T67" fmla="*/ 140 h 206"/>
                  <a:gd name="T68" fmla="*/ 501 w 515"/>
                  <a:gd name="T69" fmla="*/ 118 h 206"/>
                  <a:gd name="T70" fmla="*/ 513 w 515"/>
                  <a:gd name="T71" fmla="*/ 97 h 206"/>
                  <a:gd name="T72" fmla="*/ 515 w 515"/>
                  <a:gd name="T73" fmla="*/ 76 h 206"/>
                  <a:gd name="T74" fmla="*/ 515 w 515"/>
                  <a:gd name="T75" fmla="*/ 0 h 206"/>
                  <a:gd name="T76" fmla="*/ 513 w 515"/>
                  <a:gd name="T77" fmla="*/ 2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5" h="206">
                    <a:moveTo>
                      <a:pt x="513" y="22"/>
                    </a:moveTo>
                    <a:lnTo>
                      <a:pt x="501" y="45"/>
                    </a:lnTo>
                    <a:lnTo>
                      <a:pt x="485" y="64"/>
                    </a:lnTo>
                    <a:lnTo>
                      <a:pt x="459" y="83"/>
                    </a:lnTo>
                    <a:lnTo>
                      <a:pt x="428" y="100"/>
                    </a:lnTo>
                    <a:lnTo>
                      <a:pt x="390" y="111"/>
                    </a:lnTo>
                    <a:lnTo>
                      <a:pt x="350" y="121"/>
                    </a:lnTo>
                    <a:lnTo>
                      <a:pt x="307" y="128"/>
                    </a:lnTo>
                    <a:lnTo>
                      <a:pt x="262" y="130"/>
                    </a:lnTo>
                    <a:lnTo>
                      <a:pt x="218" y="128"/>
                    </a:lnTo>
                    <a:lnTo>
                      <a:pt x="173" y="123"/>
                    </a:lnTo>
                    <a:lnTo>
                      <a:pt x="133" y="114"/>
                    </a:lnTo>
                    <a:lnTo>
                      <a:pt x="95" y="102"/>
                    </a:lnTo>
                    <a:lnTo>
                      <a:pt x="64" y="85"/>
                    </a:lnTo>
                    <a:lnTo>
                      <a:pt x="36" y="69"/>
                    </a:lnTo>
                    <a:lnTo>
                      <a:pt x="17" y="48"/>
                    </a:lnTo>
                    <a:lnTo>
                      <a:pt x="5" y="26"/>
                    </a:lnTo>
                    <a:lnTo>
                      <a:pt x="0" y="5"/>
                    </a:lnTo>
                    <a:lnTo>
                      <a:pt x="0" y="81"/>
                    </a:lnTo>
                    <a:lnTo>
                      <a:pt x="5" y="102"/>
                    </a:lnTo>
                    <a:lnTo>
                      <a:pt x="17" y="123"/>
                    </a:lnTo>
                    <a:lnTo>
                      <a:pt x="36" y="142"/>
                    </a:lnTo>
                    <a:lnTo>
                      <a:pt x="64" y="161"/>
                    </a:lnTo>
                    <a:lnTo>
                      <a:pt x="95" y="178"/>
                    </a:lnTo>
                    <a:lnTo>
                      <a:pt x="133" y="189"/>
                    </a:lnTo>
                    <a:lnTo>
                      <a:pt x="173" y="199"/>
                    </a:lnTo>
                    <a:lnTo>
                      <a:pt x="218" y="204"/>
                    </a:lnTo>
                    <a:lnTo>
                      <a:pt x="262" y="206"/>
                    </a:lnTo>
                    <a:lnTo>
                      <a:pt x="307" y="204"/>
                    </a:lnTo>
                    <a:lnTo>
                      <a:pt x="350" y="196"/>
                    </a:lnTo>
                    <a:lnTo>
                      <a:pt x="390" y="187"/>
                    </a:lnTo>
                    <a:lnTo>
                      <a:pt x="428" y="173"/>
                    </a:lnTo>
                    <a:lnTo>
                      <a:pt x="459" y="159"/>
                    </a:lnTo>
                    <a:lnTo>
                      <a:pt x="485" y="140"/>
                    </a:lnTo>
                    <a:lnTo>
                      <a:pt x="501" y="118"/>
                    </a:lnTo>
                    <a:lnTo>
                      <a:pt x="513" y="97"/>
                    </a:lnTo>
                    <a:lnTo>
                      <a:pt x="515" y="76"/>
                    </a:lnTo>
                    <a:lnTo>
                      <a:pt x="515" y="0"/>
                    </a:lnTo>
                    <a:lnTo>
                      <a:pt x="513" y="22"/>
                    </a:lnTo>
                    <a:close/>
                  </a:path>
                </a:pathLst>
              </a:custGeom>
              <a:solidFill>
                <a:schemeClr val="accent1">
                  <a:lumMod val="75000"/>
                </a:schemeClr>
              </a:solidFill>
              <a:ln>
                <a:noFill/>
              </a:ln>
              <a:effectLst/>
              <a:extLst>
                <a:ext uri="{91240B29-F687-4F45-9708-019B960494DF}">
                  <a14:hiddenLine xmlns:a14="http://schemas.microsoft.com/office/drawing/2010/main" w="9525" cap="flat"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grpSp>
        <p:grpSp>
          <p:nvGrpSpPr>
            <p:cNvPr id="43" name="Group 42"/>
            <p:cNvGrpSpPr>
              <a:grpSpLocks noChangeAspect="1"/>
            </p:cNvGrpSpPr>
            <p:nvPr/>
          </p:nvGrpSpPr>
          <p:grpSpPr>
            <a:xfrm>
              <a:off x="1475105" y="3998223"/>
              <a:ext cx="1635126" cy="1050926"/>
              <a:chOff x="4684515" y="5333778"/>
              <a:chExt cx="817563" cy="525463"/>
            </a:xfrm>
            <a:solidFill>
              <a:schemeClr val="accent2">
                <a:lumMod val="75000"/>
              </a:schemeClr>
            </a:solidFill>
          </p:grpSpPr>
          <p:sp>
            <p:nvSpPr>
              <p:cNvPr id="63" name="Freeform 11"/>
              <p:cNvSpPr>
                <a:spLocks/>
              </p:cNvSpPr>
              <p:nvPr/>
            </p:nvSpPr>
            <p:spPr bwMode="auto">
              <a:xfrm>
                <a:off x="4752779" y="5360394"/>
                <a:ext cx="682625" cy="293688"/>
              </a:xfrm>
              <a:custGeom>
                <a:avLst/>
                <a:gdLst>
                  <a:gd name="T0" fmla="*/ 425 w 430"/>
                  <a:gd name="T1" fmla="*/ 85 h 185"/>
                  <a:gd name="T2" fmla="*/ 416 w 430"/>
                  <a:gd name="T3" fmla="*/ 69 h 185"/>
                  <a:gd name="T4" fmla="*/ 399 w 430"/>
                  <a:gd name="T5" fmla="*/ 52 h 185"/>
                  <a:gd name="T6" fmla="*/ 378 w 430"/>
                  <a:gd name="T7" fmla="*/ 38 h 185"/>
                  <a:gd name="T8" fmla="*/ 349 w 430"/>
                  <a:gd name="T9" fmla="*/ 24 h 185"/>
                  <a:gd name="T10" fmla="*/ 319 w 430"/>
                  <a:gd name="T11" fmla="*/ 15 h 185"/>
                  <a:gd name="T12" fmla="*/ 286 w 430"/>
                  <a:gd name="T13" fmla="*/ 8 h 185"/>
                  <a:gd name="T14" fmla="*/ 248 w 430"/>
                  <a:gd name="T15" fmla="*/ 3 h 185"/>
                  <a:gd name="T16" fmla="*/ 210 w 430"/>
                  <a:gd name="T17" fmla="*/ 0 h 185"/>
                  <a:gd name="T18" fmla="*/ 175 w 430"/>
                  <a:gd name="T19" fmla="*/ 3 h 185"/>
                  <a:gd name="T20" fmla="*/ 137 w 430"/>
                  <a:gd name="T21" fmla="*/ 8 h 185"/>
                  <a:gd name="T22" fmla="*/ 104 w 430"/>
                  <a:gd name="T23" fmla="*/ 17 h 185"/>
                  <a:gd name="T24" fmla="*/ 73 w 430"/>
                  <a:gd name="T25" fmla="*/ 26 h 185"/>
                  <a:gd name="T26" fmla="*/ 47 w 430"/>
                  <a:gd name="T27" fmla="*/ 41 h 185"/>
                  <a:gd name="T28" fmla="*/ 26 w 430"/>
                  <a:gd name="T29" fmla="*/ 55 h 185"/>
                  <a:gd name="T30" fmla="*/ 12 w 430"/>
                  <a:gd name="T31" fmla="*/ 71 h 185"/>
                  <a:gd name="T32" fmla="*/ 2 w 430"/>
                  <a:gd name="T33" fmla="*/ 90 h 185"/>
                  <a:gd name="T34" fmla="*/ 0 w 430"/>
                  <a:gd name="T35" fmla="*/ 109 h 185"/>
                  <a:gd name="T36" fmla="*/ 0 w 430"/>
                  <a:gd name="T37" fmla="*/ 185 h 185"/>
                  <a:gd name="T38" fmla="*/ 2 w 430"/>
                  <a:gd name="T39" fmla="*/ 166 h 185"/>
                  <a:gd name="T40" fmla="*/ 12 w 430"/>
                  <a:gd name="T41" fmla="*/ 147 h 185"/>
                  <a:gd name="T42" fmla="*/ 26 w 430"/>
                  <a:gd name="T43" fmla="*/ 130 h 185"/>
                  <a:gd name="T44" fmla="*/ 47 w 430"/>
                  <a:gd name="T45" fmla="*/ 116 h 185"/>
                  <a:gd name="T46" fmla="*/ 73 w 430"/>
                  <a:gd name="T47" fmla="*/ 102 h 185"/>
                  <a:gd name="T48" fmla="*/ 104 w 430"/>
                  <a:gd name="T49" fmla="*/ 90 h 185"/>
                  <a:gd name="T50" fmla="*/ 137 w 430"/>
                  <a:gd name="T51" fmla="*/ 83 h 185"/>
                  <a:gd name="T52" fmla="*/ 175 w 430"/>
                  <a:gd name="T53" fmla="*/ 78 h 185"/>
                  <a:gd name="T54" fmla="*/ 210 w 430"/>
                  <a:gd name="T55" fmla="*/ 76 h 185"/>
                  <a:gd name="T56" fmla="*/ 248 w 430"/>
                  <a:gd name="T57" fmla="*/ 76 h 185"/>
                  <a:gd name="T58" fmla="*/ 286 w 430"/>
                  <a:gd name="T59" fmla="*/ 81 h 185"/>
                  <a:gd name="T60" fmla="*/ 319 w 430"/>
                  <a:gd name="T61" fmla="*/ 90 h 185"/>
                  <a:gd name="T62" fmla="*/ 349 w 430"/>
                  <a:gd name="T63" fmla="*/ 100 h 185"/>
                  <a:gd name="T64" fmla="*/ 378 w 430"/>
                  <a:gd name="T65" fmla="*/ 111 h 185"/>
                  <a:gd name="T66" fmla="*/ 399 w 430"/>
                  <a:gd name="T67" fmla="*/ 128 h 185"/>
                  <a:gd name="T68" fmla="*/ 416 w 430"/>
                  <a:gd name="T69" fmla="*/ 145 h 185"/>
                  <a:gd name="T70" fmla="*/ 425 w 430"/>
                  <a:gd name="T71" fmla="*/ 161 h 185"/>
                  <a:gd name="T72" fmla="*/ 430 w 430"/>
                  <a:gd name="T73" fmla="*/ 180 h 185"/>
                  <a:gd name="T74" fmla="*/ 430 w 430"/>
                  <a:gd name="T75" fmla="*/ 104 h 185"/>
                  <a:gd name="T76" fmla="*/ 425 w 430"/>
                  <a:gd name="T77" fmla="*/ 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 h="185">
                    <a:moveTo>
                      <a:pt x="425" y="85"/>
                    </a:moveTo>
                    <a:lnTo>
                      <a:pt x="416" y="69"/>
                    </a:lnTo>
                    <a:lnTo>
                      <a:pt x="399" y="52"/>
                    </a:lnTo>
                    <a:lnTo>
                      <a:pt x="378" y="38"/>
                    </a:lnTo>
                    <a:lnTo>
                      <a:pt x="349" y="24"/>
                    </a:lnTo>
                    <a:lnTo>
                      <a:pt x="319" y="15"/>
                    </a:lnTo>
                    <a:lnTo>
                      <a:pt x="286" y="8"/>
                    </a:lnTo>
                    <a:lnTo>
                      <a:pt x="248" y="3"/>
                    </a:lnTo>
                    <a:lnTo>
                      <a:pt x="210" y="0"/>
                    </a:lnTo>
                    <a:lnTo>
                      <a:pt x="175" y="3"/>
                    </a:lnTo>
                    <a:lnTo>
                      <a:pt x="137" y="8"/>
                    </a:lnTo>
                    <a:lnTo>
                      <a:pt x="104" y="17"/>
                    </a:lnTo>
                    <a:lnTo>
                      <a:pt x="73" y="26"/>
                    </a:lnTo>
                    <a:lnTo>
                      <a:pt x="47" y="41"/>
                    </a:lnTo>
                    <a:lnTo>
                      <a:pt x="26" y="55"/>
                    </a:lnTo>
                    <a:lnTo>
                      <a:pt x="12" y="71"/>
                    </a:lnTo>
                    <a:lnTo>
                      <a:pt x="2" y="90"/>
                    </a:lnTo>
                    <a:lnTo>
                      <a:pt x="0" y="109"/>
                    </a:lnTo>
                    <a:lnTo>
                      <a:pt x="0" y="185"/>
                    </a:lnTo>
                    <a:lnTo>
                      <a:pt x="2" y="166"/>
                    </a:lnTo>
                    <a:lnTo>
                      <a:pt x="12" y="147"/>
                    </a:lnTo>
                    <a:lnTo>
                      <a:pt x="26" y="130"/>
                    </a:lnTo>
                    <a:lnTo>
                      <a:pt x="47" y="116"/>
                    </a:lnTo>
                    <a:lnTo>
                      <a:pt x="73" y="102"/>
                    </a:lnTo>
                    <a:lnTo>
                      <a:pt x="104" y="90"/>
                    </a:lnTo>
                    <a:lnTo>
                      <a:pt x="137" y="83"/>
                    </a:lnTo>
                    <a:lnTo>
                      <a:pt x="175" y="78"/>
                    </a:lnTo>
                    <a:lnTo>
                      <a:pt x="210" y="76"/>
                    </a:lnTo>
                    <a:lnTo>
                      <a:pt x="248" y="76"/>
                    </a:lnTo>
                    <a:lnTo>
                      <a:pt x="286" y="81"/>
                    </a:lnTo>
                    <a:lnTo>
                      <a:pt x="319" y="90"/>
                    </a:lnTo>
                    <a:lnTo>
                      <a:pt x="349" y="100"/>
                    </a:lnTo>
                    <a:lnTo>
                      <a:pt x="378" y="111"/>
                    </a:lnTo>
                    <a:lnTo>
                      <a:pt x="399" y="128"/>
                    </a:lnTo>
                    <a:lnTo>
                      <a:pt x="416" y="145"/>
                    </a:lnTo>
                    <a:lnTo>
                      <a:pt x="425" y="161"/>
                    </a:lnTo>
                    <a:lnTo>
                      <a:pt x="430" y="180"/>
                    </a:lnTo>
                    <a:lnTo>
                      <a:pt x="430" y="104"/>
                    </a:lnTo>
                    <a:lnTo>
                      <a:pt x="425" y="85"/>
                    </a:lnTo>
                    <a:close/>
                  </a:path>
                </a:pathLst>
              </a:custGeom>
              <a:grp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64" name="Freeform 14"/>
              <p:cNvSpPr>
                <a:spLocks noEditPoints="1"/>
              </p:cNvSpPr>
              <p:nvPr/>
            </p:nvSpPr>
            <p:spPr bwMode="auto">
              <a:xfrm>
                <a:off x="4684515" y="5333778"/>
                <a:ext cx="817563" cy="404813"/>
              </a:xfrm>
              <a:custGeom>
                <a:avLst/>
                <a:gdLst>
                  <a:gd name="T0" fmla="*/ 499 w 515"/>
                  <a:gd name="T1" fmla="*/ 83 h 255"/>
                  <a:gd name="T2" fmla="*/ 451 w 515"/>
                  <a:gd name="T3" fmla="*/ 45 h 255"/>
                  <a:gd name="T4" fmla="*/ 383 w 515"/>
                  <a:gd name="T5" fmla="*/ 17 h 255"/>
                  <a:gd name="T6" fmla="*/ 298 w 515"/>
                  <a:gd name="T7" fmla="*/ 3 h 255"/>
                  <a:gd name="T8" fmla="*/ 208 w 515"/>
                  <a:gd name="T9" fmla="*/ 3 h 255"/>
                  <a:gd name="T10" fmla="*/ 125 w 515"/>
                  <a:gd name="T11" fmla="*/ 19 h 255"/>
                  <a:gd name="T12" fmla="*/ 57 w 515"/>
                  <a:gd name="T13" fmla="*/ 47 h 255"/>
                  <a:gd name="T14" fmla="*/ 14 w 515"/>
                  <a:gd name="T15" fmla="*/ 88 h 255"/>
                  <a:gd name="T16" fmla="*/ 0 w 515"/>
                  <a:gd name="T17" fmla="*/ 130 h 255"/>
                  <a:gd name="T18" fmla="*/ 17 w 515"/>
                  <a:gd name="T19" fmla="*/ 173 h 255"/>
                  <a:gd name="T20" fmla="*/ 64 w 515"/>
                  <a:gd name="T21" fmla="*/ 210 h 255"/>
                  <a:gd name="T22" fmla="*/ 133 w 515"/>
                  <a:gd name="T23" fmla="*/ 239 h 255"/>
                  <a:gd name="T24" fmla="*/ 218 w 515"/>
                  <a:gd name="T25" fmla="*/ 253 h 255"/>
                  <a:gd name="T26" fmla="*/ 307 w 515"/>
                  <a:gd name="T27" fmla="*/ 253 h 255"/>
                  <a:gd name="T28" fmla="*/ 390 w 515"/>
                  <a:gd name="T29" fmla="*/ 236 h 255"/>
                  <a:gd name="T30" fmla="*/ 459 w 515"/>
                  <a:gd name="T31" fmla="*/ 208 h 255"/>
                  <a:gd name="T32" fmla="*/ 501 w 515"/>
                  <a:gd name="T33" fmla="*/ 170 h 255"/>
                  <a:gd name="T34" fmla="*/ 515 w 515"/>
                  <a:gd name="T35" fmla="*/ 125 h 255"/>
                  <a:gd name="T36" fmla="*/ 470 w 515"/>
                  <a:gd name="T37" fmla="*/ 144 h 255"/>
                  <a:gd name="T38" fmla="*/ 447 w 515"/>
                  <a:gd name="T39" fmla="*/ 180 h 255"/>
                  <a:gd name="T40" fmla="*/ 399 w 515"/>
                  <a:gd name="T41" fmla="*/ 208 h 255"/>
                  <a:gd name="T42" fmla="*/ 336 w 515"/>
                  <a:gd name="T43" fmla="*/ 227 h 255"/>
                  <a:gd name="T44" fmla="*/ 262 w 515"/>
                  <a:gd name="T45" fmla="*/ 234 h 255"/>
                  <a:gd name="T46" fmla="*/ 187 w 515"/>
                  <a:gd name="T47" fmla="*/ 227 h 255"/>
                  <a:gd name="T48" fmla="*/ 123 w 515"/>
                  <a:gd name="T49" fmla="*/ 210 h 255"/>
                  <a:gd name="T50" fmla="*/ 74 w 515"/>
                  <a:gd name="T51" fmla="*/ 182 h 255"/>
                  <a:gd name="T52" fmla="*/ 48 w 515"/>
                  <a:gd name="T53" fmla="*/ 149 h 255"/>
                  <a:gd name="T54" fmla="*/ 45 w 515"/>
                  <a:gd name="T55" fmla="*/ 111 h 255"/>
                  <a:gd name="T56" fmla="*/ 69 w 515"/>
                  <a:gd name="T57" fmla="*/ 76 h 255"/>
                  <a:gd name="T58" fmla="*/ 116 w 515"/>
                  <a:gd name="T59" fmla="*/ 47 h 255"/>
                  <a:gd name="T60" fmla="*/ 180 w 515"/>
                  <a:gd name="T61" fmla="*/ 29 h 255"/>
                  <a:gd name="T62" fmla="*/ 253 w 515"/>
                  <a:gd name="T63" fmla="*/ 21 h 255"/>
                  <a:gd name="T64" fmla="*/ 329 w 515"/>
                  <a:gd name="T65" fmla="*/ 29 h 255"/>
                  <a:gd name="T66" fmla="*/ 392 w 515"/>
                  <a:gd name="T67" fmla="*/ 45 h 255"/>
                  <a:gd name="T68" fmla="*/ 442 w 515"/>
                  <a:gd name="T69" fmla="*/ 73 h 255"/>
                  <a:gd name="T70" fmla="*/ 468 w 515"/>
                  <a:gd name="T71" fmla="*/ 106 h 255"/>
                  <a:gd name="T72" fmla="*/ 470 w 515"/>
                  <a:gd name="T73" fmla="*/ 14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5" h="255">
                    <a:moveTo>
                      <a:pt x="511" y="104"/>
                    </a:moveTo>
                    <a:lnTo>
                      <a:pt x="499" y="83"/>
                    </a:lnTo>
                    <a:lnTo>
                      <a:pt x="480" y="62"/>
                    </a:lnTo>
                    <a:lnTo>
                      <a:pt x="451" y="45"/>
                    </a:lnTo>
                    <a:lnTo>
                      <a:pt x="421" y="29"/>
                    </a:lnTo>
                    <a:lnTo>
                      <a:pt x="383" y="17"/>
                    </a:lnTo>
                    <a:lnTo>
                      <a:pt x="343" y="7"/>
                    </a:lnTo>
                    <a:lnTo>
                      <a:pt x="298" y="3"/>
                    </a:lnTo>
                    <a:lnTo>
                      <a:pt x="253" y="0"/>
                    </a:lnTo>
                    <a:lnTo>
                      <a:pt x="208" y="3"/>
                    </a:lnTo>
                    <a:lnTo>
                      <a:pt x="166" y="10"/>
                    </a:lnTo>
                    <a:lnTo>
                      <a:pt x="125" y="19"/>
                    </a:lnTo>
                    <a:lnTo>
                      <a:pt x="88" y="31"/>
                    </a:lnTo>
                    <a:lnTo>
                      <a:pt x="57" y="47"/>
                    </a:lnTo>
                    <a:lnTo>
                      <a:pt x="33" y="66"/>
                    </a:lnTo>
                    <a:lnTo>
                      <a:pt x="14" y="88"/>
                    </a:lnTo>
                    <a:lnTo>
                      <a:pt x="3" y="109"/>
                    </a:lnTo>
                    <a:lnTo>
                      <a:pt x="0" y="130"/>
                    </a:lnTo>
                    <a:lnTo>
                      <a:pt x="5" y="151"/>
                    </a:lnTo>
                    <a:lnTo>
                      <a:pt x="17" y="173"/>
                    </a:lnTo>
                    <a:lnTo>
                      <a:pt x="36" y="194"/>
                    </a:lnTo>
                    <a:lnTo>
                      <a:pt x="64" y="210"/>
                    </a:lnTo>
                    <a:lnTo>
                      <a:pt x="95" y="227"/>
                    </a:lnTo>
                    <a:lnTo>
                      <a:pt x="133" y="239"/>
                    </a:lnTo>
                    <a:lnTo>
                      <a:pt x="173" y="248"/>
                    </a:lnTo>
                    <a:lnTo>
                      <a:pt x="218" y="253"/>
                    </a:lnTo>
                    <a:lnTo>
                      <a:pt x="262" y="255"/>
                    </a:lnTo>
                    <a:lnTo>
                      <a:pt x="307" y="253"/>
                    </a:lnTo>
                    <a:lnTo>
                      <a:pt x="350" y="246"/>
                    </a:lnTo>
                    <a:lnTo>
                      <a:pt x="390" y="236"/>
                    </a:lnTo>
                    <a:lnTo>
                      <a:pt x="428" y="225"/>
                    </a:lnTo>
                    <a:lnTo>
                      <a:pt x="459" y="208"/>
                    </a:lnTo>
                    <a:lnTo>
                      <a:pt x="485" y="189"/>
                    </a:lnTo>
                    <a:lnTo>
                      <a:pt x="501" y="170"/>
                    </a:lnTo>
                    <a:lnTo>
                      <a:pt x="513" y="147"/>
                    </a:lnTo>
                    <a:lnTo>
                      <a:pt x="515" y="125"/>
                    </a:lnTo>
                    <a:lnTo>
                      <a:pt x="511" y="104"/>
                    </a:lnTo>
                    <a:close/>
                    <a:moveTo>
                      <a:pt x="470" y="144"/>
                    </a:moveTo>
                    <a:lnTo>
                      <a:pt x="461" y="163"/>
                    </a:lnTo>
                    <a:lnTo>
                      <a:pt x="447" y="180"/>
                    </a:lnTo>
                    <a:lnTo>
                      <a:pt x="425" y="194"/>
                    </a:lnTo>
                    <a:lnTo>
                      <a:pt x="399" y="208"/>
                    </a:lnTo>
                    <a:lnTo>
                      <a:pt x="369" y="217"/>
                    </a:lnTo>
                    <a:lnTo>
                      <a:pt x="336" y="227"/>
                    </a:lnTo>
                    <a:lnTo>
                      <a:pt x="298" y="232"/>
                    </a:lnTo>
                    <a:lnTo>
                      <a:pt x="262" y="234"/>
                    </a:lnTo>
                    <a:lnTo>
                      <a:pt x="225" y="232"/>
                    </a:lnTo>
                    <a:lnTo>
                      <a:pt x="187" y="227"/>
                    </a:lnTo>
                    <a:lnTo>
                      <a:pt x="154" y="220"/>
                    </a:lnTo>
                    <a:lnTo>
                      <a:pt x="123" y="210"/>
                    </a:lnTo>
                    <a:lnTo>
                      <a:pt x="95" y="196"/>
                    </a:lnTo>
                    <a:lnTo>
                      <a:pt x="74" y="182"/>
                    </a:lnTo>
                    <a:lnTo>
                      <a:pt x="57" y="166"/>
                    </a:lnTo>
                    <a:lnTo>
                      <a:pt x="48" y="149"/>
                    </a:lnTo>
                    <a:lnTo>
                      <a:pt x="43" y="130"/>
                    </a:lnTo>
                    <a:lnTo>
                      <a:pt x="45" y="111"/>
                    </a:lnTo>
                    <a:lnTo>
                      <a:pt x="55" y="92"/>
                    </a:lnTo>
                    <a:lnTo>
                      <a:pt x="69" y="76"/>
                    </a:lnTo>
                    <a:lnTo>
                      <a:pt x="90" y="62"/>
                    </a:lnTo>
                    <a:lnTo>
                      <a:pt x="116" y="47"/>
                    </a:lnTo>
                    <a:lnTo>
                      <a:pt x="147" y="38"/>
                    </a:lnTo>
                    <a:lnTo>
                      <a:pt x="180" y="29"/>
                    </a:lnTo>
                    <a:lnTo>
                      <a:pt x="218" y="24"/>
                    </a:lnTo>
                    <a:lnTo>
                      <a:pt x="253" y="21"/>
                    </a:lnTo>
                    <a:lnTo>
                      <a:pt x="291" y="24"/>
                    </a:lnTo>
                    <a:lnTo>
                      <a:pt x="329" y="29"/>
                    </a:lnTo>
                    <a:lnTo>
                      <a:pt x="362" y="36"/>
                    </a:lnTo>
                    <a:lnTo>
                      <a:pt x="392" y="45"/>
                    </a:lnTo>
                    <a:lnTo>
                      <a:pt x="421" y="59"/>
                    </a:lnTo>
                    <a:lnTo>
                      <a:pt x="442" y="73"/>
                    </a:lnTo>
                    <a:lnTo>
                      <a:pt x="459" y="90"/>
                    </a:lnTo>
                    <a:lnTo>
                      <a:pt x="468" y="106"/>
                    </a:lnTo>
                    <a:lnTo>
                      <a:pt x="473" y="125"/>
                    </a:lnTo>
                    <a:lnTo>
                      <a:pt x="470" y="144"/>
                    </a:lnTo>
                    <a:close/>
                  </a:path>
                </a:pathLst>
              </a:custGeom>
              <a:solidFill>
                <a:schemeClr val="accent2"/>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65" name="Freeform 18"/>
              <p:cNvSpPr>
                <a:spLocks/>
              </p:cNvSpPr>
              <p:nvPr/>
            </p:nvSpPr>
            <p:spPr bwMode="auto">
              <a:xfrm>
                <a:off x="4684515" y="5532216"/>
                <a:ext cx="817563" cy="327025"/>
              </a:xfrm>
              <a:custGeom>
                <a:avLst/>
                <a:gdLst>
                  <a:gd name="T0" fmla="*/ 513 w 515"/>
                  <a:gd name="T1" fmla="*/ 22 h 206"/>
                  <a:gd name="T2" fmla="*/ 501 w 515"/>
                  <a:gd name="T3" fmla="*/ 45 h 206"/>
                  <a:gd name="T4" fmla="*/ 485 w 515"/>
                  <a:gd name="T5" fmla="*/ 64 h 206"/>
                  <a:gd name="T6" fmla="*/ 459 w 515"/>
                  <a:gd name="T7" fmla="*/ 83 h 206"/>
                  <a:gd name="T8" fmla="*/ 428 w 515"/>
                  <a:gd name="T9" fmla="*/ 100 h 206"/>
                  <a:gd name="T10" fmla="*/ 390 w 515"/>
                  <a:gd name="T11" fmla="*/ 111 h 206"/>
                  <a:gd name="T12" fmla="*/ 350 w 515"/>
                  <a:gd name="T13" fmla="*/ 121 h 206"/>
                  <a:gd name="T14" fmla="*/ 307 w 515"/>
                  <a:gd name="T15" fmla="*/ 128 h 206"/>
                  <a:gd name="T16" fmla="*/ 262 w 515"/>
                  <a:gd name="T17" fmla="*/ 130 h 206"/>
                  <a:gd name="T18" fmla="*/ 218 w 515"/>
                  <a:gd name="T19" fmla="*/ 128 h 206"/>
                  <a:gd name="T20" fmla="*/ 173 w 515"/>
                  <a:gd name="T21" fmla="*/ 123 h 206"/>
                  <a:gd name="T22" fmla="*/ 133 w 515"/>
                  <a:gd name="T23" fmla="*/ 114 h 206"/>
                  <a:gd name="T24" fmla="*/ 95 w 515"/>
                  <a:gd name="T25" fmla="*/ 102 h 206"/>
                  <a:gd name="T26" fmla="*/ 64 w 515"/>
                  <a:gd name="T27" fmla="*/ 85 h 206"/>
                  <a:gd name="T28" fmla="*/ 36 w 515"/>
                  <a:gd name="T29" fmla="*/ 69 h 206"/>
                  <a:gd name="T30" fmla="*/ 17 w 515"/>
                  <a:gd name="T31" fmla="*/ 48 h 206"/>
                  <a:gd name="T32" fmla="*/ 5 w 515"/>
                  <a:gd name="T33" fmla="*/ 26 h 206"/>
                  <a:gd name="T34" fmla="*/ 0 w 515"/>
                  <a:gd name="T35" fmla="*/ 5 h 206"/>
                  <a:gd name="T36" fmla="*/ 0 w 515"/>
                  <a:gd name="T37" fmla="*/ 81 h 206"/>
                  <a:gd name="T38" fmla="*/ 5 w 515"/>
                  <a:gd name="T39" fmla="*/ 102 h 206"/>
                  <a:gd name="T40" fmla="*/ 17 w 515"/>
                  <a:gd name="T41" fmla="*/ 123 h 206"/>
                  <a:gd name="T42" fmla="*/ 36 w 515"/>
                  <a:gd name="T43" fmla="*/ 142 h 206"/>
                  <a:gd name="T44" fmla="*/ 64 w 515"/>
                  <a:gd name="T45" fmla="*/ 161 h 206"/>
                  <a:gd name="T46" fmla="*/ 95 w 515"/>
                  <a:gd name="T47" fmla="*/ 178 h 206"/>
                  <a:gd name="T48" fmla="*/ 133 w 515"/>
                  <a:gd name="T49" fmla="*/ 189 h 206"/>
                  <a:gd name="T50" fmla="*/ 173 w 515"/>
                  <a:gd name="T51" fmla="*/ 199 h 206"/>
                  <a:gd name="T52" fmla="*/ 218 w 515"/>
                  <a:gd name="T53" fmla="*/ 204 h 206"/>
                  <a:gd name="T54" fmla="*/ 262 w 515"/>
                  <a:gd name="T55" fmla="*/ 206 h 206"/>
                  <a:gd name="T56" fmla="*/ 307 w 515"/>
                  <a:gd name="T57" fmla="*/ 204 h 206"/>
                  <a:gd name="T58" fmla="*/ 350 w 515"/>
                  <a:gd name="T59" fmla="*/ 196 h 206"/>
                  <a:gd name="T60" fmla="*/ 390 w 515"/>
                  <a:gd name="T61" fmla="*/ 187 h 206"/>
                  <a:gd name="T62" fmla="*/ 428 w 515"/>
                  <a:gd name="T63" fmla="*/ 173 h 206"/>
                  <a:gd name="T64" fmla="*/ 459 w 515"/>
                  <a:gd name="T65" fmla="*/ 159 h 206"/>
                  <a:gd name="T66" fmla="*/ 485 w 515"/>
                  <a:gd name="T67" fmla="*/ 140 h 206"/>
                  <a:gd name="T68" fmla="*/ 501 w 515"/>
                  <a:gd name="T69" fmla="*/ 118 h 206"/>
                  <a:gd name="T70" fmla="*/ 513 w 515"/>
                  <a:gd name="T71" fmla="*/ 97 h 206"/>
                  <a:gd name="T72" fmla="*/ 515 w 515"/>
                  <a:gd name="T73" fmla="*/ 76 h 206"/>
                  <a:gd name="T74" fmla="*/ 515 w 515"/>
                  <a:gd name="T75" fmla="*/ 0 h 206"/>
                  <a:gd name="T76" fmla="*/ 513 w 515"/>
                  <a:gd name="T77" fmla="*/ 2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5" h="206">
                    <a:moveTo>
                      <a:pt x="513" y="22"/>
                    </a:moveTo>
                    <a:lnTo>
                      <a:pt x="501" y="45"/>
                    </a:lnTo>
                    <a:lnTo>
                      <a:pt x="485" y="64"/>
                    </a:lnTo>
                    <a:lnTo>
                      <a:pt x="459" y="83"/>
                    </a:lnTo>
                    <a:lnTo>
                      <a:pt x="428" y="100"/>
                    </a:lnTo>
                    <a:lnTo>
                      <a:pt x="390" y="111"/>
                    </a:lnTo>
                    <a:lnTo>
                      <a:pt x="350" y="121"/>
                    </a:lnTo>
                    <a:lnTo>
                      <a:pt x="307" y="128"/>
                    </a:lnTo>
                    <a:lnTo>
                      <a:pt x="262" y="130"/>
                    </a:lnTo>
                    <a:lnTo>
                      <a:pt x="218" y="128"/>
                    </a:lnTo>
                    <a:lnTo>
                      <a:pt x="173" y="123"/>
                    </a:lnTo>
                    <a:lnTo>
                      <a:pt x="133" y="114"/>
                    </a:lnTo>
                    <a:lnTo>
                      <a:pt x="95" y="102"/>
                    </a:lnTo>
                    <a:lnTo>
                      <a:pt x="64" y="85"/>
                    </a:lnTo>
                    <a:lnTo>
                      <a:pt x="36" y="69"/>
                    </a:lnTo>
                    <a:lnTo>
                      <a:pt x="17" y="48"/>
                    </a:lnTo>
                    <a:lnTo>
                      <a:pt x="5" y="26"/>
                    </a:lnTo>
                    <a:lnTo>
                      <a:pt x="0" y="5"/>
                    </a:lnTo>
                    <a:lnTo>
                      <a:pt x="0" y="81"/>
                    </a:lnTo>
                    <a:lnTo>
                      <a:pt x="5" y="102"/>
                    </a:lnTo>
                    <a:lnTo>
                      <a:pt x="17" y="123"/>
                    </a:lnTo>
                    <a:lnTo>
                      <a:pt x="36" y="142"/>
                    </a:lnTo>
                    <a:lnTo>
                      <a:pt x="64" y="161"/>
                    </a:lnTo>
                    <a:lnTo>
                      <a:pt x="95" y="178"/>
                    </a:lnTo>
                    <a:lnTo>
                      <a:pt x="133" y="189"/>
                    </a:lnTo>
                    <a:lnTo>
                      <a:pt x="173" y="199"/>
                    </a:lnTo>
                    <a:lnTo>
                      <a:pt x="218" y="204"/>
                    </a:lnTo>
                    <a:lnTo>
                      <a:pt x="262" y="206"/>
                    </a:lnTo>
                    <a:lnTo>
                      <a:pt x="307" y="204"/>
                    </a:lnTo>
                    <a:lnTo>
                      <a:pt x="350" y="196"/>
                    </a:lnTo>
                    <a:lnTo>
                      <a:pt x="390" y="187"/>
                    </a:lnTo>
                    <a:lnTo>
                      <a:pt x="428" y="173"/>
                    </a:lnTo>
                    <a:lnTo>
                      <a:pt x="459" y="159"/>
                    </a:lnTo>
                    <a:lnTo>
                      <a:pt x="485" y="140"/>
                    </a:lnTo>
                    <a:lnTo>
                      <a:pt x="501" y="118"/>
                    </a:lnTo>
                    <a:lnTo>
                      <a:pt x="513" y="97"/>
                    </a:lnTo>
                    <a:lnTo>
                      <a:pt x="515" y="76"/>
                    </a:lnTo>
                    <a:lnTo>
                      <a:pt x="515" y="0"/>
                    </a:lnTo>
                    <a:lnTo>
                      <a:pt x="513" y="22"/>
                    </a:lnTo>
                    <a:close/>
                  </a:path>
                </a:pathLst>
              </a:custGeom>
              <a:solidFill>
                <a:schemeClr val="accent2">
                  <a:lumMod val="75000"/>
                </a:schemeClr>
              </a:solidFill>
              <a:ln>
                <a:noFill/>
              </a:ln>
              <a:effectLst/>
              <a:extLst>
                <a:ext uri="{91240B29-F687-4F45-9708-019B960494DF}">
                  <a14:hiddenLine xmlns:a14="http://schemas.microsoft.com/office/drawing/2010/main" w="9525" cap="flat"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grpSp>
        <p:grpSp>
          <p:nvGrpSpPr>
            <p:cNvPr id="44" name="Group 43"/>
            <p:cNvGrpSpPr>
              <a:grpSpLocks noChangeAspect="1"/>
            </p:cNvGrpSpPr>
            <p:nvPr/>
          </p:nvGrpSpPr>
          <p:grpSpPr>
            <a:xfrm>
              <a:off x="1475105" y="3595932"/>
              <a:ext cx="1635126" cy="1050926"/>
              <a:chOff x="4684515" y="5333778"/>
              <a:chExt cx="817563" cy="525463"/>
            </a:xfrm>
            <a:solidFill>
              <a:schemeClr val="accent3">
                <a:lumMod val="75000"/>
              </a:schemeClr>
            </a:solidFill>
          </p:grpSpPr>
          <p:sp>
            <p:nvSpPr>
              <p:cNvPr id="60" name="Freeform 11"/>
              <p:cNvSpPr>
                <a:spLocks/>
              </p:cNvSpPr>
              <p:nvPr/>
            </p:nvSpPr>
            <p:spPr bwMode="auto">
              <a:xfrm>
                <a:off x="4752779" y="5360394"/>
                <a:ext cx="682625" cy="293688"/>
              </a:xfrm>
              <a:custGeom>
                <a:avLst/>
                <a:gdLst>
                  <a:gd name="T0" fmla="*/ 425 w 430"/>
                  <a:gd name="T1" fmla="*/ 85 h 185"/>
                  <a:gd name="T2" fmla="*/ 416 w 430"/>
                  <a:gd name="T3" fmla="*/ 69 h 185"/>
                  <a:gd name="T4" fmla="*/ 399 w 430"/>
                  <a:gd name="T5" fmla="*/ 52 h 185"/>
                  <a:gd name="T6" fmla="*/ 378 w 430"/>
                  <a:gd name="T7" fmla="*/ 38 h 185"/>
                  <a:gd name="T8" fmla="*/ 349 w 430"/>
                  <a:gd name="T9" fmla="*/ 24 h 185"/>
                  <a:gd name="T10" fmla="*/ 319 w 430"/>
                  <a:gd name="T11" fmla="*/ 15 h 185"/>
                  <a:gd name="T12" fmla="*/ 286 w 430"/>
                  <a:gd name="T13" fmla="*/ 8 h 185"/>
                  <a:gd name="T14" fmla="*/ 248 w 430"/>
                  <a:gd name="T15" fmla="*/ 3 h 185"/>
                  <a:gd name="T16" fmla="*/ 210 w 430"/>
                  <a:gd name="T17" fmla="*/ 0 h 185"/>
                  <a:gd name="T18" fmla="*/ 175 w 430"/>
                  <a:gd name="T19" fmla="*/ 3 h 185"/>
                  <a:gd name="T20" fmla="*/ 137 w 430"/>
                  <a:gd name="T21" fmla="*/ 8 h 185"/>
                  <a:gd name="T22" fmla="*/ 104 w 430"/>
                  <a:gd name="T23" fmla="*/ 17 h 185"/>
                  <a:gd name="T24" fmla="*/ 73 w 430"/>
                  <a:gd name="T25" fmla="*/ 26 h 185"/>
                  <a:gd name="T26" fmla="*/ 47 w 430"/>
                  <a:gd name="T27" fmla="*/ 41 h 185"/>
                  <a:gd name="T28" fmla="*/ 26 w 430"/>
                  <a:gd name="T29" fmla="*/ 55 h 185"/>
                  <a:gd name="T30" fmla="*/ 12 w 430"/>
                  <a:gd name="T31" fmla="*/ 71 h 185"/>
                  <a:gd name="T32" fmla="*/ 2 w 430"/>
                  <a:gd name="T33" fmla="*/ 90 h 185"/>
                  <a:gd name="T34" fmla="*/ 0 w 430"/>
                  <a:gd name="T35" fmla="*/ 109 h 185"/>
                  <a:gd name="T36" fmla="*/ 0 w 430"/>
                  <a:gd name="T37" fmla="*/ 185 h 185"/>
                  <a:gd name="T38" fmla="*/ 2 w 430"/>
                  <a:gd name="T39" fmla="*/ 166 h 185"/>
                  <a:gd name="T40" fmla="*/ 12 w 430"/>
                  <a:gd name="T41" fmla="*/ 147 h 185"/>
                  <a:gd name="T42" fmla="*/ 26 w 430"/>
                  <a:gd name="T43" fmla="*/ 130 h 185"/>
                  <a:gd name="T44" fmla="*/ 47 w 430"/>
                  <a:gd name="T45" fmla="*/ 116 h 185"/>
                  <a:gd name="T46" fmla="*/ 73 w 430"/>
                  <a:gd name="T47" fmla="*/ 102 h 185"/>
                  <a:gd name="T48" fmla="*/ 104 w 430"/>
                  <a:gd name="T49" fmla="*/ 90 h 185"/>
                  <a:gd name="T50" fmla="*/ 137 w 430"/>
                  <a:gd name="T51" fmla="*/ 83 h 185"/>
                  <a:gd name="T52" fmla="*/ 175 w 430"/>
                  <a:gd name="T53" fmla="*/ 78 h 185"/>
                  <a:gd name="T54" fmla="*/ 210 w 430"/>
                  <a:gd name="T55" fmla="*/ 76 h 185"/>
                  <a:gd name="T56" fmla="*/ 248 w 430"/>
                  <a:gd name="T57" fmla="*/ 76 h 185"/>
                  <a:gd name="T58" fmla="*/ 286 w 430"/>
                  <a:gd name="T59" fmla="*/ 81 h 185"/>
                  <a:gd name="T60" fmla="*/ 319 w 430"/>
                  <a:gd name="T61" fmla="*/ 90 h 185"/>
                  <a:gd name="T62" fmla="*/ 349 w 430"/>
                  <a:gd name="T63" fmla="*/ 100 h 185"/>
                  <a:gd name="T64" fmla="*/ 378 w 430"/>
                  <a:gd name="T65" fmla="*/ 111 h 185"/>
                  <a:gd name="T66" fmla="*/ 399 w 430"/>
                  <a:gd name="T67" fmla="*/ 128 h 185"/>
                  <a:gd name="T68" fmla="*/ 416 w 430"/>
                  <a:gd name="T69" fmla="*/ 145 h 185"/>
                  <a:gd name="T70" fmla="*/ 425 w 430"/>
                  <a:gd name="T71" fmla="*/ 161 h 185"/>
                  <a:gd name="T72" fmla="*/ 430 w 430"/>
                  <a:gd name="T73" fmla="*/ 180 h 185"/>
                  <a:gd name="T74" fmla="*/ 430 w 430"/>
                  <a:gd name="T75" fmla="*/ 104 h 185"/>
                  <a:gd name="T76" fmla="*/ 425 w 430"/>
                  <a:gd name="T77" fmla="*/ 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 h="185">
                    <a:moveTo>
                      <a:pt x="425" y="85"/>
                    </a:moveTo>
                    <a:lnTo>
                      <a:pt x="416" y="69"/>
                    </a:lnTo>
                    <a:lnTo>
                      <a:pt x="399" y="52"/>
                    </a:lnTo>
                    <a:lnTo>
                      <a:pt x="378" y="38"/>
                    </a:lnTo>
                    <a:lnTo>
                      <a:pt x="349" y="24"/>
                    </a:lnTo>
                    <a:lnTo>
                      <a:pt x="319" y="15"/>
                    </a:lnTo>
                    <a:lnTo>
                      <a:pt x="286" y="8"/>
                    </a:lnTo>
                    <a:lnTo>
                      <a:pt x="248" y="3"/>
                    </a:lnTo>
                    <a:lnTo>
                      <a:pt x="210" y="0"/>
                    </a:lnTo>
                    <a:lnTo>
                      <a:pt x="175" y="3"/>
                    </a:lnTo>
                    <a:lnTo>
                      <a:pt x="137" y="8"/>
                    </a:lnTo>
                    <a:lnTo>
                      <a:pt x="104" y="17"/>
                    </a:lnTo>
                    <a:lnTo>
                      <a:pt x="73" y="26"/>
                    </a:lnTo>
                    <a:lnTo>
                      <a:pt x="47" y="41"/>
                    </a:lnTo>
                    <a:lnTo>
                      <a:pt x="26" y="55"/>
                    </a:lnTo>
                    <a:lnTo>
                      <a:pt x="12" y="71"/>
                    </a:lnTo>
                    <a:lnTo>
                      <a:pt x="2" y="90"/>
                    </a:lnTo>
                    <a:lnTo>
                      <a:pt x="0" y="109"/>
                    </a:lnTo>
                    <a:lnTo>
                      <a:pt x="0" y="185"/>
                    </a:lnTo>
                    <a:lnTo>
                      <a:pt x="2" y="166"/>
                    </a:lnTo>
                    <a:lnTo>
                      <a:pt x="12" y="147"/>
                    </a:lnTo>
                    <a:lnTo>
                      <a:pt x="26" y="130"/>
                    </a:lnTo>
                    <a:lnTo>
                      <a:pt x="47" y="116"/>
                    </a:lnTo>
                    <a:lnTo>
                      <a:pt x="73" y="102"/>
                    </a:lnTo>
                    <a:lnTo>
                      <a:pt x="104" y="90"/>
                    </a:lnTo>
                    <a:lnTo>
                      <a:pt x="137" y="83"/>
                    </a:lnTo>
                    <a:lnTo>
                      <a:pt x="175" y="78"/>
                    </a:lnTo>
                    <a:lnTo>
                      <a:pt x="210" y="76"/>
                    </a:lnTo>
                    <a:lnTo>
                      <a:pt x="248" y="76"/>
                    </a:lnTo>
                    <a:lnTo>
                      <a:pt x="286" y="81"/>
                    </a:lnTo>
                    <a:lnTo>
                      <a:pt x="319" y="90"/>
                    </a:lnTo>
                    <a:lnTo>
                      <a:pt x="349" y="100"/>
                    </a:lnTo>
                    <a:lnTo>
                      <a:pt x="378" y="111"/>
                    </a:lnTo>
                    <a:lnTo>
                      <a:pt x="399" y="128"/>
                    </a:lnTo>
                    <a:lnTo>
                      <a:pt x="416" y="145"/>
                    </a:lnTo>
                    <a:lnTo>
                      <a:pt x="425" y="161"/>
                    </a:lnTo>
                    <a:lnTo>
                      <a:pt x="430" y="180"/>
                    </a:lnTo>
                    <a:lnTo>
                      <a:pt x="430" y="104"/>
                    </a:lnTo>
                    <a:lnTo>
                      <a:pt x="425" y="85"/>
                    </a:lnTo>
                    <a:close/>
                  </a:path>
                </a:pathLst>
              </a:custGeom>
              <a:grp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61" name="Freeform 14"/>
              <p:cNvSpPr>
                <a:spLocks noEditPoints="1"/>
              </p:cNvSpPr>
              <p:nvPr/>
            </p:nvSpPr>
            <p:spPr bwMode="auto">
              <a:xfrm>
                <a:off x="4684515" y="5333778"/>
                <a:ext cx="817563" cy="404813"/>
              </a:xfrm>
              <a:custGeom>
                <a:avLst/>
                <a:gdLst>
                  <a:gd name="T0" fmla="*/ 499 w 515"/>
                  <a:gd name="T1" fmla="*/ 83 h 255"/>
                  <a:gd name="T2" fmla="*/ 451 w 515"/>
                  <a:gd name="T3" fmla="*/ 45 h 255"/>
                  <a:gd name="T4" fmla="*/ 383 w 515"/>
                  <a:gd name="T5" fmla="*/ 17 h 255"/>
                  <a:gd name="T6" fmla="*/ 298 w 515"/>
                  <a:gd name="T7" fmla="*/ 3 h 255"/>
                  <a:gd name="T8" fmla="*/ 208 w 515"/>
                  <a:gd name="T9" fmla="*/ 3 h 255"/>
                  <a:gd name="T10" fmla="*/ 125 w 515"/>
                  <a:gd name="T11" fmla="*/ 19 h 255"/>
                  <a:gd name="T12" fmla="*/ 57 w 515"/>
                  <a:gd name="T13" fmla="*/ 47 h 255"/>
                  <a:gd name="T14" fmla="*/ 14 w 515"/>
                  <a:gd name="T15" fmla="*/ 88 h 255"/>
                  <a:gd name="T16" fmla="*/ 0 w 515"/>
                  <a:gd name="T17" fmla="*/ 130 h 255"/>
                  <a:gd name="T18" fmla="*/ 17 w 515"/>
                  <a:gd name="T19" fmla="*/ 173 h 255"/>
                  <a:gd name="T20" fmla="*/ 64 w 515"/>
                  <a:gd name="T21" fmla="*/ 210 h 255"/>
                  <a:gd name="T22" fmla="*/ 133 w 515"/>
                  <a:gd name="T23" fmla="*/ 239 h 255"/>
                  <a:gd name="T24" fmla="*/ 218 w 515"/>
                  <a:gd name="T25" fmla="*/ 253 h 255"/>
                  <a:gd name="T26" fmla="*/ 307 w 515"/>
                  <a:gd name="T27" fmla="*/ 253 h 255"/>
                  <a:gd name="T28" fmla="*/ 390 w 515"/>
                  <a:gd name="T29" fmla="*/ 236 h 255"/>
                  <a:gd name="T30" fmla="*/ 459 w 515"/>
                  <a:gd name="T31" fmla="*/ 208 h 255"/>
                  <a:gd name="T32" fmla="*/ 501 w 515"/>
                  <a:gd name="T33" fmla="*/ 170 h 255"/>
                  <a:gd name="T34" fmla="*/ 515 w 515"/>
                  <a:gd name="T35" fmla="*/ 125 h 255"/>
                  <a:gd name="T36" fmla="*/ 470 w 515"/>
                  <a:gd name="T37" fmla="*/ 144 h 255"/>
                  <a:gd name="T38" fmla="*/ 447 w 515"/>
                  <a:gd name="T39" fmla="*/ 180 h 255"/>
                  <a:gd name="T40" fmla="*/ 399 w 515"/>
                  <a:gd name="T41" fmla="*/ 208 h 255"/>
                  <a:gd name="T42" fmla="*/ 336 w 515"/>
                  <a:gd name="T43" fmla="*/ 227 h 255"/>
                  <a:gd name="T44" fmla="*/ 262 w 515"/>
                  <a:gd name="T45" fmla="*/ 234 h 255"/>
                  <a:gd name="T46" fmla="*/ 187 w 515"/>
                  <a:gd name="T47" fmla="*/ 227 h 255"/>
                  <a:gd name="T48" fmla="*/ 123 w 515"/>
                  <a:gd name="T49" fmla="*/ 210 h 255"/>
                  <a:gd name="T50" fmla="*/ 74 w 515"/>
                  <a:gd name="T51" fmla="*/ 182 h 255"/>
                  <a:gd name="T52" fmla="*/ 48 w 515"/>
                  <a:gd name="T53" fmla="*/ 149 h 255"/>
                  <a:gd name="T54" fmla="*/ 45 w 515"/>
                  <a:gd name="T55" fmla="*/ 111 h 255"/>
                  <a:gd name="T56" fmla="*/ 69 w 515"/>
                  <a:gd name="T57" fmla="*/ 76 h 255"/>
                  <a:gd name="T58" fmla="*/ 116 w 515"/>
                  <a:gd name="T59" fmla="*/ 47 h 255"/>
                  <a:gd name="T60" fmla="*/ 180 w 515"/>
                  <a:gd name="T61" fmla="*/ 29 h 255"/>
                  <a:gd name="T62" fmla="*/ 253 w 515"/>
                  <a:gd name="T63" fmla="*/ 21 h 255"/>
                  <a:gd name="T64" fmla="*/ 329 w 515"/>
                  <a:gd name="T65" fmla="*/ 29 h 255"/>
                  <a:gd name="T66" fmla="*/ 392 w 515"/>
                  <a:gd name="T67" fmla="*/ 45 h 255"/>
                  <a:gd name="T68" fmla="*/ 442 w 515"/>
                  <a:gd name="T69" fmla="*/ 73 h 255"/>
                  <a:gd name="T70" fmla="*/ 468 w 515"/>
                  <a:gd name="T71" fmla="*/ 106 h 255"/>
                  <a:gd name="T72" fmla="*/ 470 w 515"/>
                  <a:gd name="T73" fmla="*/ 14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5" h="255">
                    <a:moveTo>
                      <a:pt x="511" y="104"/>
                    </a:moveTo>
                    <a:lnTo>
                      <a:pt x="499" y="83"/>
                    </a:lnTo>
                    <a:lnTo>
                      <a:pt x="480" y="62"/>
                    </a:lnTo>
                    <a:lnTo>
                      <a:pt x="451" y="45"/>
                    </a:lnTo>
                    <a:lnTo>
                      <a:pt x="421" y="29"/>
                    </a:lnTo>
                    <a:lnTo>
                      <a:pt x="383" y="17"/>
                    </a:lnTo>
                    <a:lnTo>
                      <a:pt x="343" y="7"/>
                    </a:lnTo>
                    <a:lnTo>
                      <a:pt x="298" y="3"/>
                    </a:lnTo>
                    <a:lnTo>
                      <a:pt x="253" y="0"/>
                    </a:lnTo>
                    <a:lnTo>
                      <a:pt x="208" y="3"/>
                    </a:lnTo>
                    <a:lnTo>
                      <a:pt x="166" y="10"/>
                    </a:lnTo>
                    <a:lnTo>
                      <a:pt x="125" y="19"/>
                    </a:lnTo>
                    <a:lnTo>
                      <a:pt x="88" y="31"/>
                    </a:lnTo>
                    <a:lnTo>
                      <a:pt x="57" y="47"/>
                    </a:lnTo>
                    <a:lnTo>
                      <a:pt x="33" y="66"/>
                    </a:lnTo>
                    <a:lnTo>
                      <a:pt x="14" y="88"/>
                    </a:lnTo>
                    <a:lnTo>
                      <a:pt x="3" y="109"/>
                    </a:lnTo>
                    <a:lnTo>
                      <a:pt x="0" y="130"/>
                    </a:lnTo>
                    <a:lnTo>
                      <a:pt x="5" y="151"/>
                    </a:lnTo>
                    <a:lnTo>
                      <a:pt x="17" y="173"/>
                    </a:lnTo>
                    <a:lnTo>
                      <a:pt x="36" y="194"/>
                    </a:lnTo>
                    <a:lnTo>
                      <a:pt x="64" y="210"/>
                    </a:lnTo>
                    <a:lnTo>
                      <a:pt x="95" y="227"/>
                    </a:lnTo>
                    <a:lnTo>
                      <a:pt x="133" y="239"/>
                    </a:lnTo>
                    <a:lnTo>
                      <a:pt x="173" y="248"/>
                    </a:lnTo>
                    <a:lnTo>
                      <a:pt x="218" y="253"/>
                    </a:lnTo>
                    <a:lnTo>
                      <a:pt x="262" y="255"/>
                    </a:lnTo>
                    <a:lnTo>
                      <a:pt x="307" y="253"/>
                    </a:lnTo>
                    <a:lnTo>
                      <a:pt x="350" y="246"/>
                    </a:lnTo>
                    <a:lnTo>
                      <a:pt x="390" y="236"/>
                    </a:lnTo>
                    <a:lnTo>
                      <a:pt x="428" y="225"/>
                    </a:lnTo>
                    <a:lnTo>
                      <a:pt x="459" y="208"/>
                    </a:lnTo>
                    <a:lnTo>
                      <a:pt x="485" y="189"/>
                    </a:lnTo>
                    <a:lnTo>
                      <a:pt x="501" y="170"/>
                    </a:lnTo>
                    <a:lnTo>
                      <a:pt x="513" y="147"/>
                    </a:lnTo>
                    <a:lnTo>
                      <a:pt x="515" y="125"/>
                    </a:lnTo>
                    <a:lnTo>
                      <a:pt x="511" y="104"/>
                    </a:lnTo>
                    <a:close/>
                    <a:moveTo>
                      <a:pt x="470" y="144"/>
                    </a:moveTo>
                    <a:lnTo>
                      <a:pt x="461" y="163"/>
                    </a:lnTo>
                    <a:lnTo>
                      <a:pt x="447" y="180"/>
                    </a:lnTo>
                    <a:lnTo>
                      <a:pt x="425" y="194"/>
                    </a:lnTo>
                    <a:lnTo>
                      <a:pt x="399" y="208"/>
                    </a:lnTo>
                    <a:lnTo>
                      <a:pt x="369" y="217"/>
                    </a:lnTo>
                    <a:lnTo>
                      <a:pt x="336" y="227"/>
                    </a:lnTo>
                    <a:lnTo>
                      <a:pt x="298" y="232"/>
                    </a:lnTo>
                    <a:lnTo>
                      <a:pt x="262" y="234"/>
                    </a:lnTo>
                    <a:lnTo>
                      <a:pt x="225" y="232"/>
                    </a:lnTo>
                    <a:lnTo>
                      <a:pt x="187" y="227"/>
                    </a:lnTo>
                    <a:lnTo>
                      <a:pt x="154" y="220"/>
                    </a:lnTo>
                    <a:lnTo>
                      <a:pt x="123" y="210"/>
                    </a:lnTo>
                    <a:lnTo>
                      <a:pt x="95" y="196"/>
                    </a:lnTo>
                    <a:lnTo>
                      <a:pt x="74" y="182"/>
                    </a:lnTo>
                    <a:lnTo>
                      <a:pt x="57" y="166"/>
                    </a:lnTo>
                    <a:lnTo>
                      <a:pt x="48" y="149"/>
                    </a:lnTo>
                    <a:lnTo>
                      <a:pt x="43" y="130"/>
                    </a:lnTo>
                    <a:lnTo>
                      <a:pt x="45" y="111"/>
                    </a:lnTo>
                    <a:lnTo>
                      <a:pt x="55" y="92"/>
                    </a:lnTo>
                    <a:lnTo>
                      <a:pt x="69" y="76"/>
                    </a:lnTo>
                    <a:lnTo>
                      <a:pt x="90" y="62"/>
                    </a:lnTo>
                    <a:lnTo>
                      <a:pt x="116" y="47"/>
                    </a:lnTo>
                    <a:lnTo>
                      <a:pt x="147" y="38"/>
                    </a:lnTo>
                    <a:lnTo>
                      <a:pt x="180" y="29"/>
                    </a:lnTo>
                    <a:lnTo>
                      <a:pt x="218" y="24"/>
                    </a:lnTo>
                    <a:lnTo>
                      <a:pt x="253" y="21"/>
                    </a:lnTo>
                    <a:lnTo>
                      <a:pt x="291" y="24"/>
                    </a:lnTo>
                    <a:lnTo>
                      <a:pt x="329" y="29"/>
                    </a:lnTo>
                    <a:lnTo>
                      <a:pt x="362" y="36"/>
                    </a:lnTo>
                    <a:lnTo>
                      <a:pt x="392" y="45"/>
                    </a:lnTo>
                    <a:lnTo>
                      <a:pt x="421" y="59"/>
                    </a:lnTo>
                    <a:lnTo>
                      <a:pt x="442" y="73"/>
                    </a:lnTo>
                    <a:lnTo>
                      <a:pt x="459" y="90"/>
                    </a:lnTo>
                    <a:lnTo>
                      <a:pt x="468" y="106"/>
                    </a:lnTo>
                    <a:lnTo>
                      <a:pt x="473" y="125"/>
                    </a:lnTo>
                    <a:lnTo>
                      <a:pt x="470" y="144"/>
                    </a:lnTo>
                    <a:close/>
                  </a:path>
                </a:pathLst>
              </a:custGeom>
              <a:solidFill>
                <a:schemeClr val="accent3"/>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62" name="Freeform 18"/>
              <p:cNvSpPr>
                <a:spLocks/>
              </p:cNvSpPr>
              <p:nvPr/>
            </p:nvSpPr>
            <p:spPr bwMode="auto">
              <a:xfrm>
                <a:off x="4684515" y="5532216"/>
                <a:ext cx="817563" cy="327025"/>
              </a:xfrm>
              <a:custGeom>
                <a:avLst/>
                <a:gdLst>
                  <a:gd name="T0" fmla="*/ 513 w 515"/>
                  <a:gd name="T1" fmla="*/ 22 h 206"/>
                  <a:gd name="T2" fmla="*/ 501 w 515"/>
                  <a:gd name="T3" fmla="*/ 45 h 206"/>
                  <a:gd name="T4" fmla="*/ 485 w 515"/>
                  <a:gd name="T5" fmla="*/ 64 h 206"/>
                  <a:gd name="T6" fmla="*/ 459 w 515"/>
                  <a:gd name="T7" fmla="*/ 83 h 206"/>
                  <a:gd name="T8" fmla="*/ 428 w 515"/>
                  <a:gd name="T9" fmla="*/ 100 h 206"/>
                  <a:gd name="T10" fmla="*/ 390 w 515"/>
                  <a:gd name="T11" fmla="*/ 111 h 206"/>
                  <a:gd name="T12" fmla="*/ 350 w 515"/>
                  <a:gd name="T13" fmla="*/ 121 h 206"/>
                  <a:gd name="T14" fmla="*/ 307 w 515"/>
                  <a:gd name="T15" fmla="*/ 128 h 206"/>
                  <a:gd name="T16" fmla="*/ 262 w 515"/>
                  <a:gd name="T17" fmla="*/ 130 h 206"/>
                  <a:gd name="T18" fmla="*/ 218 w 515"/>
                  <a:gd name="T19" fmla="*/ 128 h 206"/>
                  <a:gd name="T20" fmla="*/ 173 w 515"/>
                  <a:gd name="T21" fmla="*/ 123 h 206"/>
                  <a:gd name="T22" fmla="*/ 133 w 515"/>
                  <a:gd name="T23" fmla="*/ 114 h 206"/>
                  <a:gd name="T24" fmla="*/ 95 w 515"/>
                  <a:gd name="T25" fmla="*/ 102 h 206"/>
                  <a:gd name="T26" fmla="*/ 64 w 515"/>
                  <a:gd name="T27" fmla="*/ 85 h 206"/>
                  <a:gd name="T28" fmla="*/ 36 w 515"/>
                  <a:gd name="T29" fmla="*/ 69 h 206"/>
                  <a:gd name="T30" fmla="*/ 17 w 515"/>
                  <a:gd name="T31" fmla="*/ 48 h 206"/>
                  <a:gd name="T32" fmla="*/ 5 w 515"/>
                  <a:gd name="T33" fmla="*/ 26 h 206"/>
                  <a:gd name="T34" fmla="*/ 0 w 515"/>
                  <a:gd name="T35" fmla="*/ 5 h 206"/>
                  <a:gd name="T36" fmla="*/ 0 w 515"/>
                  <a:gd name="T37" fmla="*/ 81 h 206"/>
                  <a:gd name="T38" fmla="*/ 5 w 515"/>
                  <a:gd name="T39" fmla="*/ 102 h 206"/>
                  <a:gd name="T40" fmla="*/ 17 w 515"/>
                  <a:gd name="T41" fmla="*/ 123 h 206"/>
                  <a:gd name="T42" fmla="*/ 36 w 515"/>
                  <a:gd name="T43" fmla="*/ 142 h 206"/>
                  <a:gd name="T44" fmla="*/ 64 w 515"/>
                  <a:gd name="T45" fmla="*/ 161 h 206"/>
                  <a:gd name="T46" fmla="*/ 95 w 515"/>
                  <a:gd name="T47" fmla="*/ 178 h 206"/>
                  <a:gd name="T48" fmla="*/ 133 w 515"/>
                  <a:gd name="T49" fmla="*/ 189 h 206"/>
                  <a:gd name="T50" fmla="*/ 173 w 515"/>
                  <a:gd name="T51" fmla="*/ 199 h 206"/>
                  <a:gd name="T52" fmla="*/ 218 w 515"/>
                  <a:gd name="T53" fmla="*/ 204 h 206"/>
                  <a:gd name="T54" fmla="*/ 262 w 515"/>
                  <a:gd name="T55" fmla="*/ 206 h 206"/>
                  <a:gd name="T56" fmla="*/ 307 w 515"/>
                  <a:gd name="T57" fmla="*/ 204 h 206"/>
                  <a:gd name="T58" fmla="*/ 350 w 515"/>
                  <a:gd name="T59" fmla="*/ 196 h 206"/>
                  <a:gd name="T60" fmla="*/ 390 w 515"/>
                  <a:gd name="T61" fmla="*/ 187 h 206"/>
                  <a:gd name="T62" fmla="*/ 428 w 515"/>
                  <a:gd name="T63" fmla="*/ 173 h 206"/>
                  <a:gd name="T64" fmla="*/ 459 w 515"/>
                  <a:gd name="T65" fmla="*/ 159 h 206"/>
                  <a:gd name="T66" fmla="*/ 485 w 515"/>
                  <a:gd name="T67" fmla="*/ 140 h 206"/>
                  <a:gd name="T68" fmla="*/ 501 w 515"/>
                  <a:gd name="T69" fmla="*/ 118 h 206"/>
                  <a:gd name="T70" fmla="*/ 513 w 515"/>
                  <a:gd name="T71" fmla="*/ 97 h 206"/>
                  <a:gd name="T72" fmla="*/ 515 w 515"/>
                  <a:gd name="T73" fmla="*/ 76 h 206"/>
                  <a:gd name="T74" fmla="*/ 515 w 515"/>
                  <a:gd name="T75" fmla="*/ 0 h 206"/>
                  <a:gd name="T76" fmla="*/ 513 w 515"/>
                  <a:gd name="T77" fmla="*/ 2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5" h="206">
                    <a:moveTo>
                      <a:pt x="513" y="22"/>
                    </a:moveTo>
                    <a:lnTo>
                      <a:pt x="501" y="45"/>
                    </a:lnTo>
                    <a:lnTo>
                      <a:pt x="485" y="64"/>
                    </a:lnTo>
                    <a:lnTo>
                      <a:pt x="459" y="83"/>
                    </a:lnTo>
                    <a:lnTo>
                      <a:pt x="428" y="100"/>
                    </a:lnTo>
                    <a:lnTo>
                      <a:pt x="390" y="111"/>
                    </a:lnTo>
                    <a:lnTo>
                      <a:pt x="350" y="121"/>
                    </a:lnTo>
                    <a:lnTo>
                      <a:pt x="307" y="128"/>
                    </a:lnTo>
                    <a:lnTo>
                      <a:pt x="262" y="130"/>
                    </a:lnTo>
                    <a:lnTo>
                      <a:pt x="218" y="128"/>
                    </a:lnTo>
                    <a:lnTo>
                      <a:pt x="173" y="123"/>
                    </a:lnTo>
                    <a:lnTo>
                      <a:pt x="133" y="114"/>
                    </a:lnTo>
                    <a:lnTo>
                      <a:pt x="95" y="102"/>
                    </a:lnTo>
                    <a:lnTo>
                      <a:pt x="64" y="85"/>
                    </a:lnTo>
                    <a:lnTo>
                      <a:pt x="36" y="69"/>
                    </a:lnTo>
                    <a:lnTo>
                      <a:pt x="17" y="48"/>
                    </a:lnTo>
                    <a:lnTo>
                      <a:pt x="5" y="26"/>
                    </a:lnTo>
                    <a:lnTo>
                      <a:pt x="0" y="5"/>
                    </a:lnTo>
                    <a:lnTo>
                      <a:pt x="0" y="81"/>
                    </a:lnTo>
                    <a:lnTo>
                      <a:pt x="5" y="102"/>
                    </a:lnTo>
                    <a:lnTo>
                      <a:pt x="17" y="123"/>
                    </a:lnTo>
                    <a:lnTo>
                      <a:pt x="36" y="142"/>
                    </a:lnTo>
                    <a:lnTo>
                      <a:pt x="64" y="161"/>
                    </a:lnTo>
                    <a:lnTo>
                      <a:pt x="95" y="178"/>
                    </a:lnTo>
                    <a:lnTo>
                      <a:pt x="133" y="189"/>
                    </a:lnTo>
                    <a:lnTo>
                      <a:pt x="173" y="199"/>
                    </a:lnTo>
                    <a:lnTo>
                      <a:pt x="218" y="204"/>
                    </a:lnTo>
                    <a:lnTo>
                      <a:pt x="262" y="206"/>
                    </a:lnTo>
                    <a:lnTo>
                      <a:pt x="307" y="204"/>
                    </a:lnTo>
                    <a:lnTo>
                      <a:pt x="350" y="196"/>
                    </a:lnTo>
                    <a:lnTo>
                      <a:pt x="390" y="187"/>
                    </a:lnTo>
                    <a:lnTo>
                      <a:pt x="428" y="173"/>
                    </a:lnTo>
                    <a:lnTo>
                      <a:pt x="459" y="159"/>
                    </a:lnTo>
                    <a:lnTo>
                      <a:pt x="485" y="140"/>
                    </a:lnTo>
                    <a:lnTo>
                      <a:pt x="501" y="118"/>
                    </a:lnTo>
                    <a:lnTo>
                      <a:pt x="513" y="97"/>
                    </a:lnTo>
                    <a:lnTo>
                      <a:pt x="515" y="76"/>
                    </a:lnTo>
                    <a:lnTo>
                      <a:pt x="515" y="0"/>
                    </a:lnTo>
                    <a:lnTo>
                      <a:pt x="513" y="22"/>
                    </a:lnTo>
                    <a:close/>
                  </a:path>
                </a:pathLst>
              </a:custGeom>
              <a:solidFill>
                <a:schemeClr val="accent3">
                  <a:lumMod val="75000"/>
                </a:schemeClr>
              </a:solidFill>
              <a:ln>
                <a:noFill/>
              </a:ln>
              <a:effectLst/>
              <a:extLst>
                <a:ext uri="{91240B29-F687-4F45-9708-019B960494DF}">
                  <a14:hiddenLine xmlns:a14="http://schemas.microsoft.com/office/drawing/2010/main" w="9525" cap="flat"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grpSp>
        <p:grpSp>
          <p:nvGrpSpPr>
            <p:cNvPr id="45" name="Group 44"/>
            <p:cNvGrpSpPr>
              <a:grpSpLocks noChangeAspect="1"/>
            </p:cNvGrpSpPr>
            <p:nvPr/>
          </p:nvGrpSpPr>
          <p:grpSpPr>
            <a:xfrm>
              <a:off x="1475105" y="3197624"/>
              <a:ext cx="1635126" cy="1050926"/>
              <a:chOff x="4684515" y="5333778"/>
              <a:chExt cx="817563" cy="525463"/>
            </a:xfrm>
            <a:solidFill>
              <a:schemeClr val="accent4">
                <a:lumMod val="75000"/>
              </a:schemeClr>
            </a:solidFill>
          </p:grpSpPr>
          <p:sp>
            <p:nvSpPr>
              <p:cNvPr id="57" name="Freeform 11"/>
              <p:cNvSpPr>
                <a:spLocks/>
              </p:cNvSpPr>
              <p:nvPr/>
            </p:nvSpPr>
            <p:spPr bwMode="auto">
              <a:xfrm>
                <a:off x="4752779" y="5360394"/>
                <a:ext cx="682625" cy="293688"/>
              </a:xfrm>
              <a:custGeom>
                <a:avLst/>
                <a:gdLst>
                  <a:gd name="T0" fmla="*/ 425 w 430"/>
                  <a:gd name="T1" fmla="*/ 85 h 185"/>
                  <a:gd name="T2" fmla="*/ 416 w 430"/>
                  <a:gd name="T3" fmla="*/ 69 h 185"/>
                  <a:gd name="T4" fmla="*/ 399 w 430"/>
                  <a:gd name="T5" fmla="*/ 52 h 185"/>
                  <a:gd name="T6" fmla="*/ 378 w 430"/>
                  <a:gd name="T7" fmla="*/ 38 h 185"/>
                  <a:gd name="T8" fmla="*/ 349 w 430"/>
                  <a:gd name="T9" fmla="*/ 24 h 185"/>
                  <a:gd name="T10" fmla="*/ 319 w 430"/>
                  <a:gd name="T11" fmla="*/ 15 h 185"/>
                  <a:gd name="T12" fmla="*/ 286 w 430"/>
                  <a:gd name="T13" fmla="*/ 8 h 185"/>
                  <a:gd name="T14" fmla="*/ 248 w 430"/>
                  <a:gd name="T15" fmla="*/ 3 h 185"/>
                  <a:gd name="T16" fmla="*/ 210 w 430"/>
                  <a:gd name="T17" fmla="*/ 0 h 185"/>
                  <a:gd name="T18" fmla="*/ 175 w 430"/>
                  <a:gd name="T19" fmla="*/ 3 h 185"/>
                  <a:gd name="T20" fmla="*/ 137 w 430"/>
                  <a:gd name="T21" fmla="*/ 8 h 185"/>
                  <a:gd name="T22" fmla="*/ 104 w 430"/>
                  <a:gd name="T23" fmla="*/ 17 h 185"/>
                  <a:gd name="T24" fmla="*/ 73 w 430"/>
                  <a:gd name="T25" fmla="*/ 26 h 185"/>
                  <a:gd name="T26" fmla="*/ 47 w 430"/>
                  <a:gd name="T27" fmla="*/ 41 h 185"/>
                  <a:gd name="T28" fmla="*/ 26 w 430"/>
                  <a:gd name="T29" fmla="*/ 55 h 185"/>
                  <a:gd name="T30" fmla="*/ 12 w 430"/>
                  <a:gd name="T31" fmla="*/ 71 h 185"/>
                  <a:gd name="T32" fmla="*/ 2 w 430"/>
                  <a:gd name="T33" fmla="*/ 90 h 185"/>
                  <a:gd name="T34" fmla="*/ 0 w 430"/>
                  <a:gd name="T35" fmla="*/ 109 h 185"/>
                  <a:gd name="T36" fmla="*/ 0 w 430"/>
                  <a:gd name="T37" fmla="*/ 185 h 185"/>
                  <a:gd name="T38" fmla="*/ 2 w 430"/>
                  <a:gd name="T39" fmla="*/ 166 h 185"/>
                  <a:gd name="T40" fmla="*/ 12 w 430"/>
                  <a:gd name="T41" fmla="*/ 147 h 185"/>
                  <a:gd name="T42" fmla="*/ 26 w 430"/>
                  <a:gd name="T43" fmla="*/ 130 h 185"/>
                  <a:gd name="T44" fmla="*/ 47 w 430"/>
                  <a:gd name="T45" fmla="*/ 116 h 185"/>
                  <a:gd name="T46" fmla="*/ 73 w 430"/>
                  <a:gd name="T47" fmla="*/ 102 h 185"/>
                  <a:gd name="T48" fmla="*/ 104 w 430"/>
                  <a:gd name="T49" fmla="*/ 90 h 185"/>
                  <a:gd name="T50" fmla="*/ 137 w 430"/>
                  <a:gd name="T51" fmla="*/ 83 h 185"/>
                  <a:gd name="T52" fmla="*/ 175 w 430"/>
                  <a:gd name="T53" fmla="*/ 78 h 185"/>
                  <a:gd name="T54" fmla="*/ 210 w 430"/>
                  <a:gd name="T55" fmla="*/ 76 h 185"/>
                  <a:gd name="T56" fmla="*/ 248 w 430"/>
                  <a:gd name="T57" fmla="*/ 76 h 185"/>
                  <a:gd name="T58" fmla="*/ 286 w 430"/>
                  <a:gd name="T59" fmla="*/ 81 h 185"/>
                  <a:gd name="T60" fmla="*/ 319 w 430"/>
                  <a:gd name="T61" fmla="*/ 90 h 185"/>
                  <a:gd name="T62" fmla="*/ 349 w 430"/>
                  <a:gd name="T63" fmla="*/ 100 h 185"/>
                  <a:gd name="T64" fmla="*/ 378 w 430"/>
                  <a:gd name="T65" fmla="*/ 111 h 185"/>
                  <a:gd name="T66" fmla="*/ 399 w 430"/>
                  <a:gd name="T67" fmla="*/ 128 h 185"/>
                  <a:gd name="T68" fmla="*/ 416 w 430"/>
                  <a:gd name="T69" fmla="*/ 145 h 185"/>
                  <a:gd name="T70" fmla="*/ 425 w 430"/>
                  <a:gd name="T71" fmla="*/ 161 h 185"/>
                  <a:gd name="T72" fmla="*/ 430 w 430"/>
                  <a:gd name="T73" fmla="*/ 180 h 185"/>
                  <a:gd name="T74" fmla="*/ 430 w 430"/>
                  <a:gd name="T75" fmla="*/ 104 h 185"/>
                  <a:gd name="T76" fmla="*/ 425 w 430"/>
                  <a:gd name="T77" fmla="*/ 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 h="185">
                    <a:moveTo>
                      <a:pt x="425" y="85"/>
                    </a:moveTo>
                    <a:lnTo>
                      <a:pt x="416" y="69"/>
                    </a:lnTo>
                    <a:lnTo>
                      <a:pt x="399" y="52"/>
                    </a:lnTo>
                    <a:lnTo>
                      <a:pt x="378" y="38"/>
                    </a:lnTo>
                    <a:lnTo>
                      <a:pt x="349" y="24"/>
                    </a:lnTo>
                    <a:lnTo>
                      <a:pt x="319" y="15"/>
                    </a:lnTo>
                    <a:lnTo>
                      <a:pt x="286" y="8"/>
                    </a:lnTo>
                    <a:lnTo>
                      <a:pt x="248" y="3"/>
                    </a:lnTo>
                    <a:lnTo>
                      <a:pt x="210" y="0"/>
                    </a:lnTo>
                    <a:lnTo>
                      <a:pt x="175" y="3"/>
                    </a:lnTo>
                    <a:lnTo>
                      <a:pt x="137" y="8"/>
                    </a:lnTo>
                    <a:lnTo>
                      <a:pt x="104" y="17"/>
                    </a:lnTo>
                    <a:lnTo>
                      <a:pt x="73" y="26"/>
                    </a:lnTo>
                    <a:lnTo>
                      <a:pt x="47" y="41"/>
                    </a:lnTo>
                    <a:lnTo>
                      <a:pt x="26" y="55"/>
                    </a:lnTo>
                    <a:lnTo>
                      <a:pt x="12" y="71"/>
                    </a:lnTo>
                    <a:lnTo>
                      <a:pt x="2" y="90"/>
                    </a:lnTo>
                    <a:lnTo>
                      <a:pt x="0" y="109"/>
                    </a:lnTo>
                    <a:lnTo>
                      <a:pt x="0" y="185"/>
                    </a:lnTo>
                    <a:lnTo>
                      <a:pt x="2" y="166"/>
                    </a:lnTo>
                    <a:lnTo>
                      <a:pt x="12" y="147"/>
                    </a:lnTo>
                    <a:lnTo>
                      <a:pt x="26" y="130"/>
                    </a:lnTo>
                    <a:lnTo>
                      <a:pt x="47" y="116"/>
                    </a:lnTo>
                    <a:lnTo>
                      <a:pt x="73" y="102"/>
                    </a:lnTo>
                    <a:lnTo>
                      <a:pt x="104" y="90"/>
                    </a:lnTo>
                    <a:lnTo>
                      <a:pt x="137" y="83"/>
                    </a:lnTo>
                    <a:lnTo>
                      <a:pt x="175" y="78"/>
                    </a:lnTo>
                    <a:lnTo>
                      <a:pt x="210" y="76"/>
                    </a:lnTo>
                    <a:lnTo>
                      <a:pt x="248" y="76"/>
                    </a:lnTo>
                    <a:lnTo>
                      <a:pt x="286" y="81"/>
                    </a:lnTo>
                    <a:lnTo>
                      <a:pt x="319" y="90"/>
                    </a:lnTo>
                    <a:lnTo>
                      <a:pt x="349" y="100"/>
                    </a:lnTo>
                    <a:lnTo>
                      <a:pt x="378" y="111"/>
                    </a:lnTo>
                    <a:lnTo>
                      <a:pt x="399" y="128"/>
                    </a:lnTo>
                    <a:lnTo>
                      <a:pt x="416" y="145"/>
                    </a:lnTo>
                    <a:lnTo>
                      <a:pt x="425" y="161"/>
                    </a:lnTo>
                    <a:lnTo>
                      <a:pt x="430" y="180"/>
                    </a:lnTo>
                    <a:lnTo>
                      <a:pt x="430" y="104"/>
                    </a:lnTo>
                    <a:lnTo>
                      <a:pt x="425" y="85"/>
                    </a:lnTo>
                    <a:close/>
                  </a:path>
                </a:pathLst>
              </a:custGeom>
              <a:solidFill>
                <a:schemeClr val="accent4">
                  <a:lumMod val="75000"/>
                </a:schemeClr>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58" name="Freeform 14"/>
              <p:cNvSpPr>
                <a:spLocks noEditPoints="1"/>
              </p:cNvSpPr>
              <p:nvPr/>
            </p:nvSpPr>
            <p:spPr bwMode="auto">
              <a:xfrm>
                <a:off x="4684515" y="5333778"/>
                <a:ext cx="817563" cy="404813"/>
              </a:xfrm>
              <a:custGeom>
                <a:avLst/>
                <a:gdLst>
                  <a:gd name="T0" fmla="*/ 499 w 515"/>
                  <a:gd name="T1" fmla="*/ 83 h 255"/>
                  <a:gd name="T2" fmla="*/ 451 w 515"/>
                  <a:gd name="T3" fmla="*/ 45 h 255"/>
                  <a:gd name="T4" fmla="*/ 383 w 515"/>
                  <a:gd name="T5" fmla="*/ 17 h 255"/>
                  <a:gd name="T6" fmla="*/ 298 w 515"/>
                  <a:gd name="T7" fmla="*/ 3 h 255"/>
                  <a:gd name="T8" fmla="*/ 208 w 515"/>
                  <a:gd name="T9" fmla="*/ 3 h 255"/>
                  <a:gd name="T10" fmla="*/ 125 w 515"/>
                  <a:gd name="T11" fmla="*/ 19 h 255"/>
                  <a:gd name="T12" fmla="*/ 57 w 515"/>
                  <a:gd name="T13" fmla="*/ 47 h 255"/>
                  <a:gd name="T14" fmla="*/ 14 w 515"/>
                  <a:gd name="T15" fmla="*/ 88 h 255"/>
                  <a:gd name="T16" fmla="*/ 0 w 515"/>
                  <a:gd name="T17" fmla="*/ 130 h 255"/>
                  <a:gd name="T18" fmla="*/ 17 w 515"/>
                  <a:gd name="T19" fmla="*/ 173 h 255"/>
                  <a:gd name="T20" fmla="*/ 64 w 515"/>
                  <a:gd name="T21" fmla="*/ 210 h 255"/>
                  <a:gd name="T22" fmla="*/ 133 w 515"/>
                  <a:gd name="T23" fmla="*/ 239 h 255"/>
                  <a:gd name="T24" fmla="*/ 218 w 515"/>
                  <a:gd name="T25" fmla="*/ 253 h 255"/>
                  <a:gd name="T26" fmla="*/ 307 w 515"/>
                  <a:gd name="T27" fmla="*/ 253 h 255"/>
                  <a:gd name="T28" fmla="*/ 390 w 515"/>
                  <a:gd name="T29" fmla="*/ 236 h 255"/>
                  <a:gd name="T30" fmla="*/ 459 w 515"/>
                  <a:gd name="T31" fmla="*/ 208 h 255"/>
                  <a:gd name="T32" fmla="*/ 501 w 515"/>
                  <a:gd name="T33" fmla="*/ 170 h 255"/>
                  <a:gd name="T34" fmla="*/ 515 w 515"/>
                  <a:gd name="T35" fmla="*/ 125 h 255"/>
                  <a:gd name="T36" fmla="*/ 470 w 515"/>
                  <a:gd name="T37" fmla="*/ 144 h 255"/>
                  <a:gd name="T38" fmla="*/ 447 w 515"/>
                  <a:gd name="T39" fmla="*/ 180 h 255"/>
                  <a:gd name="T40" fmla="*/ 399 w 515"/>
                  <a:gd name="T41" fmla="*/ 208 h 255"/>
                  <a:gd name="T42" fmla="*/ 336 w 515"/>
                  <a:gd name="T43" fmla="*/ 227 h 255"/>
                  <a:gd name="T44" fmla="*/ 262 w 515"/>
                  <a:gd name="T45" fmla="*/ 234 h 255"/>
                  <a:gd name="T46" fmla="*/ 187 w 515"/>
                  <a:gd name="T47" fmla="*/ 227 h 255"/>
                  <a:gd name="T48" fmla="*/ 123 w 515"/>
                  <a:gd name="T49" fmla="*/ 210 h 255"/>
                  <a:gd name="T50" fmla="*/ 74 w 515"/>
                  <a:gd name="T51" fmla="*/ 182 h 255"/>
                  <a:gd name="T52" fmla="*/ 48 w 515"/>
                  <a:gd name="T53" fmla="*/ 149 h 255"/>
                  <a:gd name="T54" fmla="*/ 45 w 515"/>
                  <a:gd name="T55" fmla="*/ 111 h 255"/>
                  <a:gd name="T56" fmla="*/ 69 w 515"/>
                  <a:gd name="T57" fmla="*/ 76 h 255"/>
                  <a:gd name="T58" fmla="*/ 116 w 515"/>
                  <a:gd name="T59" fmla="*/ 47 h 255"/>
                  <a:gd name="T60" fmla="*/ 180 w 515"/>
                  <a:gd name="T61" fmla="*/ 29 h 255"/>
                  <a:gd name="T62" fmla="*/ 253 w 515"/>
                  <a:gd name="T63" fmla="*/ 21 h 255"/>
                  <a:gd name="T64" fmla="*/ 329 w 515"/>
                  <a:gd name="T65" fmla="*/ 29 h 255"/>
                  <a:gd name="T66" fmla="*/ 392 w 515"/>
                  <a:gd name="T67" fmla="*/ 45 h 255"/>
                  <a:gd name="T68" fmla="*/ 442 w 515"/>
                  <a:gd name="T69" fmla="*/ 73 h 255"/>
                  <a:gd name="T70" fmla="*/ 468 w 515"/>
                  <a:gd name="T71" fmla="*/ 106 h 255"/>
                  <a:gd name="T72" fmla="*/ 470 w 515"/>
                  <a:gd name="T73" fmla="*/ 14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5" h="255">
                    <a:moveTo>
                      <a:pt x="511" y="104"/>
                    </a:moveTo>
                    <a:lnTo>
                      <a:pt x="499" y="83"/>
                    </a:lnTo>
                    <a:lnTo>
                      <a:pt x="480" y="62"/>
                    </a:lnTo>
                    <a:lnTo>
                      <a:pt x="451" y="45"/>
                    </a:lnTo>
                    <a:lnTo>
                      <a:pt x="421" y="29"/>
                    </a:lnTo>
                    <a:lnTo>
                      <a:pt x="383" y="17"/>
                    </a:lnTo>
                    <a:lnTo>
                      <a:pt x="343" y="7"/>
                    </a:lnTo>
                    <a:lnTo>
                      <a:pt x="298" y="3"/>
                    </a:lnTo>
                    <a:lnTo>
                      <a:pt x="253" y="0"/>
                    </a:lnTo>
                    <a:lnTo>
                      <a:pt x="208" y="3"/>
                    </a:lnTo>
                    <a:lnTo>
                      <a:pt x="166" y="10"/>
                    </a:lnTo>
                    <a:lnTo>
                      <a:pt x="125" y="19"/>
                    </a:lnTo>
                    <a:lnTo>
                      <a:pt x="88" y="31"/>
                    </a:lnTo>
                    <a:lnTo>
                      <a:pt x="57" y="47"/>
                    </a:lnTo>
                    <a:lnTo>
                      <a:pt x="33" y="66"/>
                    </a:lnTo>
                    <a:lnTo>
                      <a:pt x="14" y="88"/>
                    </a:lnTo>
                    <a:lnTo>
                      <a:pt x="3" y="109"/>
                    </a:lnTo>
                    <a:lnTo>
                      <a:pt x="0" y="130"/>
                    </a:lnTo>
                    <a:lnTo>
                      <a:pt x="5" y="151"/>
                    </a:lnTo>
                    <a:lnTo>
                      <a:pt x="17" y="173"/>
                    </a:lnTo>
                    <a:lnTo>
                      <a:pt x="36" y="194"/>
                    </a:lnTo>
                    <a:lnTo>
                      <a:pt x="64" y="210"/>
                    </a:lnTo>
                    <a:lnTo>
                      <a:pt x="95" y="227"/>
                    </a:lnTo>
                    <a:lnTo>
                      <a:pt x="133" y="239"/>
                    </a:lnTo>
                    <a:lnTo>
                      <a:pt x="173" y="248"/>
                    </a:lnTo>
                    <a:lnTo>
                      <a:pt x="218" y="253"/>
                    </a:lnTo>
                    <a:lnTo>
                      <a:pt x="262" y="255"/>
                    </a:lnTo>
                    <a:lnTo>
                      <a:pt x="307" y="253"/>
                    </a:lnTo>
                    <a:lnTo>
                      <a:pt x="350" y="246"/>
                    </a:lnTo>
                    <a:lnTo>
                      <a:pt x="390" y="236"/>
                    </a:lnTo>
                    <a:lnTo>
                      <a:pt x="428" y="225"/>
                    </a:lnTo>
                    <a:lnTo>
                      <a:pt x="459" y="208"/>
                    </a:lnTo>
                    <a:lnTo>
                      <a:pt x="485" y="189"/>
                    </a:lnTo>
                    <a:lnTo>
                      <a:pt x="501" y="170"/>
                    </a:lnTo>
                    <a:lnTo>
                      <a:pt x="513" y="147"/>
                    </a:lnTo>
                    <a:lnTo>
                      <a:pt x="515" y="125"/>
                    </a:lnTo>
                    <a:lnTo>
                      <a:pt x="511" y="104"/>
                    </a:lnTo>
                    <a:close/>
                    <a:moveTo>
                      <a:pt x="470" y="144"/>
                    </a:moveTo>
                    <a:lnTo>
                      <a:pt x="461" y="163"/>
                    </a:lnTo>
                    <a:lnTo>
                      <a:pt x="447" y="180"/>
                    </a:lnTo>
                    <a:lnTo>
                      <a:pt x="425" y="194"/>
                    </a:lnTo>
                    <a:lnTo>
                      <a:pt x="399" y="208"/>
                    </a:lnTo>
                    <a:lnTo>
                      <a:pt x="369" y="217"/>
                    </a:lnTo>
                    <a:lnTo>
                      <a:pt x="336" y="227"/>
                    </a:lnTo>
                    <a:lnTo>
                      <a:pt x="298" y="232"/>
                    </a:lnTo>
                    <a:lnTo>
                      <a:pt x="262" y="234"/>
                    </a:lnTo>
                    <a:lnTo>
                      <a:pt x="225" y="232"/>
                    </a:lnTo>
                    <a:lnTo>
                      <a:pt x="187" y="227"/>
                    </a:lnTo>
                    <a:lnTo>
                      <a:pt x="154" y="220"/>
                    </a:lnTo>
                    <a:lnTo>
                      <a:pt x="123" y="210"/>
                    </a:lnTo>
                    <a:lnTo>
                      <a:pt x="95" y="196"/>
                    </a:lnTo>
                    <a:lnTo>
                      <a:pt x="74" y="182"/>
                    </a:lnTo>
                    <a:lnTo>
                      <a:pt x="57" y="166"/>
                    </a:lnTo>
                    <a:lnTo>
                      <a:pt x="48" y="149"/>
                    </a:lnTo>
                    <a:lnTo>
                      <a:pt x="43" y="130"/>
                    </a:lnTo>
                    <a:lnTo>
                      <a:pt x="45" y="111"/>
                    </a:lnTo>
                    <a:lnTo>
                      <a:pt x="55" y="92"/>
                    </a:lnTo>
                    <a:lnTo>
                      <a:pt x="69" y="76"/>
                    </a:lnTo>
                    <a:lnTo>
                      <a:pt x="90" y="62"/>
                    </a:lnTo>
                    <a:lnTo>
                      <a:pt x="116" y="47"/>
                    </a:lnTo>
                    <a:lnTo>
                      <a:pt x="147" y="38"/>
                    </a:lnTo>
                    <a:lnTo>
                      <a:pt x="180" y="29"/>
                    </a:lnTo>
                    <a:lnTo>
                      <a:pt x="218" y="24"/>
                    </a:lnTo>
                    <a:lnTo>
                      <a:pt x="253" y="21"/>
                    </a:lnTo>
                    <a:lnTo>
                      <a:pt x="291" y="24"/>
                    </a:lnTo>
                    <a:lnTo>
                      <a:pt x="329" y="29"/>
                    </a:lnTo>
                    <a:lnTo>
                      <a:pt x="362" y="36"/>
                    </a:lnTo>
                    <a:lnTo>
                      <a:pt x="392" y="45"/>
                    </a:lnTo>
                    <a:lnTo>
                      <a:pt x="421" y="59"/>
                    </a:lnTo>
                    <a:lnTo>
                      <a:pt x="442" y="73"/>
                    </a:lnTo>
                    <a:lnTo>
                      <a:pt x="459" y="90"/>
                    </a:lnTo>
                    <a:lnTo>
                      <a:pt x="468" y="106"/>
                    </a:lnTo>
                    <a:lnTo>
                      <a:pt x="473" y="125"/>
                    </a:lnTo>
                    <a:lnTo>
                      <a:pt x="470" y="144"/>
                    </a:lnTo>
                    <a:close/>
                  </a:path>
                </a:pathLst>
              </a:custGeom>
              <a:solidFill>
                <a:schemeClr val="accent4"/>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59" name="Freeform 18"/>
              <p:cNvSpPr>
                <a:spLocks/>
              </p:cNvSpPr>
              <p:nvPr/>
            </p:nvSpPr>
            <p:spPr bwMode="auto">
              <a:xfrm>
                <a:off x="4684515" y="5532216"/>
                <a:ext cx="817563" cy="327025"/>
              </a:xfrm>
              <a:custGeom>
                <a:avLst/>
                <a:gdLst>
                  <a:gd name="T0" fmla="*/ 513 w 515"/>
                  <a:gd name="T1" fmla="*/ 22 h 206"/>
                  <a:gd name="T2" fmla="*/ 501 w 515"/>
                  <a:gd name="T3" fmla="*/ 45 h 206"/>
                  <a:gd name="T4" fmla="*/ 485 w 515"/>
                  <a:gd name="T5" fmla="*/ 64 h 206"/>
                  <a:gd name="T6" fmla="*/ 459 w 515"/>
                  <a:gd name="T7" fmla="*/ 83 h 206"/>
                  <a:gd name="T8" fmla="*/ 428 w 515"/>
                  <a:gd name="T9" fmla="*/ 100 h 206"/>
                  <a:gd name="T10" fmla="*/ 390 w 515"/>
                  <a:gd name="T11" fmla="*/ 111 h 206"/>
                  <a:gd name="T12" fmla="*/ 350 w 515"/>
                  <a:gd name="T13" fmla="*/ 121 h 206"/>
                  <a:gd name="T14" fmla="*/ 307 w 515"/>
                  <a:gd name="T15" fmla="*/ 128 h 206"/>
                  <a:gd name="T16" fmla="*/ 262 w 515"/>
                  <a:gd name="T17" fmla="*/ 130 h 206"/>
                  <a:gd name="T18" fmla="*/ 218 w 515"/>
                  <a:gd name="T19" fmla="*/ 128 h 206"/>
                  <a:gd name="T20" fmla="*/ 173 w 515"/>
                  <a:gd name="T21" fmla="*/ 123 h 206"/>
                  <a:gd name="T22" fmla="*/ 133 w 515"/>
                  <a:gd name="T23" fmla="*/ 114 h 206"/>
                  <a:gd name="T24" fmla="*/ 95 w 515"/>
                  <a:gd name="T25" fmla="*/ 102 h 206"/>
                  <a:gd name="T26" fmla="*/ 64 w 515"/>
                  <a:gd name="T27" fmla="*/ 85 h 206"/>
                  <a:gd name="T28" fmla="*/ 36 w 515"/>
                  <a:gd name="T29" fmla="*/ 69 h 206"/>
                  <a:gd name="T30" fmla="*/ 17 w 515"/>
                  <a:gd name="T31" fmla="*/ 48 h 206"/>
                  <a:gd name="T32" fmla="*/ 5 w 515"/>
                  <a:gd name="T33" fmla="*/ 26 h 206"/>
                  <a:gd name="T34" fmla="*/ 0 w 515"/>
                  <a:gd name="T35" fmla="*/ 5 h 206"/>
                  <a:gd name="T36" fmla="*/ 0 w 515"/>
                  <a:gd name="T37" fmla="*/ 81 h 206"/>
                  <a:gd name="T38" fmla="*/ 5 w 515"/>
                  <a:gd name="T39" fmla="*/ 102 h 206"/>
                  <a:gd name="T40" fmla="*/ 17 w 515"/>
                  <a:gd name="T41" fmla="*/ 123 h 206"/>
                  <a:gd name="T42" fmla="*/ 36 w 515"/>
                  <a:gd name="T43" fmla="*/ 142 h 206"/>
                  <a:gd name="T44" fmla="*/ 64 w 515"/>
                  <a:gd name="T45" fmla="*/ 161 h 206"/>
                  <a:gd name="T46" fmla="*/ 95 w 515"/>
                  <a:gd name="T47" fmla="*/ 178 h 206"/>
                  <a:gd name="T48" fmla="*/ 133 w 515"/>
                  <a:gd name="T49" fmla="*/ 189 h 206"/>
                  <a:gd name="T50" fmla="*/ 173 w 515"/>
                  <a:gd name="T51" fmla="*/ 199 h 206"/>
                  <a:gd name="T52" fmla="*/ 218 w 515"/>
                  <a:gd name="T53" fmla="*/ 204 h 206"/>
                  <a:gd name="T54" fmla="*/ 262 w 515"/>
                  <a:gd name="T55" fmla="*/ 206 h 206"/>
                  <a:gd name="T56" fmla="*/ 307 w 515"/>
                  <a:gd name="T57" fmla="*/ 204 h 206"/>
                  <a:gd name="T58" fmla="*/ 350 w 515"/>
                  <a:gd name="T59" fmla="*/ 196 h 206"/>
                  <a:gd name="T60" fmla="*/ 390 w 515"/>
                  <a:gd name="T61" fmla="*/ 187 h 206"/>
                  <a:gd name="T62" fmla="*/ 428 w 515"/>
                  <a:gd name="T63" fmla="*/ 173 h 206"/>
                  <a:gd name="T64" fmla="*/ 459 w 515"/>
                  <a:gd name="T65" fmla="*/ 159 h 206"/>
                  <a:gd name="T66" fmla="*/ 485 w 515"/>
                  <a:gd name="T67" fmla="*/ 140 h 206"/>
                  <a:gd name="T68" fmla="*/ 501 w 515"/>
                  <a:gd name="T69" fmla="*/ 118 h 206"/>
                  <a:gd name="T70" fmla="*/ 513 w 515"/>
                  <a:gd name="T71" fmla="*/ 97 h 206"/>
                  <a:gd name="T72" fmla="*/ 515 w 515"/>
                  <a:gd name="T73" fmla="*/ 76 h 206"/>
                  <a:gd name="T74" fmla="*/ 515 w 515"/>
                  <a:gd name="T75" fmla="*/ 0 h 206"/>
                  <a:gd name="T76" fmla="*/ 513 w 515"/>
                  <a:gd name="T77" fmla="*/ 2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5" h="206">
                    <a:moveTo>
                      <a:pt x="513" y="22"/>
                    </a:moveTo>
                    <a:lnTo>
                      <a:pt x="501" y="45"/>
                    </a:lnTo>
                    <a:lnTo>
                      <a:pt x="485" y="64"/>
                    </a:lnTo>
                    <a:lnTo>
                      <a:pt x="459" y="83"/>
                    </a:lnTo>
                    <a:lnTo>
                      <a:pt x="428" y="100"/>
                    </a:lnTo>
                    <a:lnTo>
                      <a:pt x="390" y="111"/>
                    </a:lnTo>
                    <a:lnTo>
                      <a:pt x="350" y="121"/>
                    </a:lnTo>
                    <a:lnTo>
                      <a:pt x="307" y="128"/>
                    </a:lnTo>
                    <a:lnTo>
                      <a:pt x="262" y="130"/>
                    </a:lnTo>
                    <a:lnTo>
                      <a:pt x="218" y="128"/>
                    </a:lnTo>
                    <a:lnTo>
                      <a:pt x="173" y="123"/>
                    </a:lnTo>
                    <a:lnTo>
                      <a:pt x="133" y="114"/>
                    </a:lnTo>
                    <a:lnTo>
                      <a:pt x="95" y="102"/>
                    </a:lnTo>
                    <a:lnTo>
                      <a:pt x="64" y="85"/>
                    </a:lnTo>
                    <a:lnTo>
                      <a:pt x="36" y="69"/>
                    </a:lnTo>
                    <a:lnTo>
                      <a:pt x="17" y="48"/>
                    </a:lnTo>
                    <a:lnTo>
                      <a:pt x="5" y="26"/>
                    </a:lnTo>
                    <a:lnTo>
                      <a:pt x="0" y="5"/>
                    </a:lnTo>
                    <a:lnTo>
                      <a:pt x="0" y="81"/>
                    </a:lnTo>
                    <a:lnTo>
                      <a:pt x="5" y="102"/>
                    </a:lnTo>
                    <a:lnTo>
                      <a:pt x="17" y="123"/>
                    </a:lnTo>
                    <a:lnTo>
                      <a:pt x="36" y="142"/>
                    </a:lnTo>
                    <a:lnTo>
                      <a:pt x="64" y="161"/>
                    </a:lnTo>
                    <a:lnTo>
                      <a:pt x="95" y="178"/>
                    </a:lnTo>
                    <a:lnTo>
                      <a:pt x="133" y="189"/>
                    </a:lnTo>
                    <a:lnTo>
                      <a:pt x="173" y="199"/>
                    </a:lnTo>
                    <a:lnTo>
                      <a:pt x="218" y="204"/>
                    </a:lnTo>
                    <a:lnTo>
                      <a:pt x="262" y="206"/>
                    </a:lnTo>
                    <a:lnTo>
                      <a:pt x="307" y="204"/>
                    </a:lnTo>
                    <a:lnTo>
                      <a:pt x="350" y="196"/>
                    </a:lnTo>
                    <a:lnTo>
                      <a:pt x="390" y="187"/>
                    </a:lnTo>
                    <a:lnTo>
                      <a:pt x="428" y="173"/>
                    </a:lnTo>
                    <a:lnTo>
                      <a:pt x="459" y="159"/>
                    </a:lnTo>
                    <a:lnTo>
                      <a:pt x="485" y="140"/>
                    </a:lnTo>
                    <a:lnTo>
                      <a:pt x="501" y="118"/>
                    </a:lnTo>
                    <a:lnTo>
                      <a:pt x="513" y="97"/>
                    </a:lnTo>
                    <a:lnTo>
                      <a:pt x="515" y="76"/>
                    </a:lnTo>
                    <a:lnTo>
                      <a:pt x="515" y="0"/>
                    </a:lnTo>
                    <a:lnTo>
                      <a:pt x="513" y="22"/>
                    </a:lnTo>
                    <a:close/>
                  </a:path>
                </a:pathLst>
              </a:custGeom>
              <a:solidFill>
                <a:schemeClr val="accent4">
                  <a:lumMod val="75000"/>
                </a:schemeClr>
              </a:solidFill>
              <a:ln>
                <a:noFill/>
              </a:ln>
              <a:effectLst/>
              <a:extLst>
                <a:ext uri="{91240B29-F687-4F45-9708-019B960494DF}">
                  <a14:hiddenLine xmlns:a14="http://schemas.microsoft.com/office/drawing/2010/main" w="9525" cap="flat"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grpSp>
        <p:grpSp>
          <p:nvGrpSpPr>
            <p:cNvPr id="46" name="Group 45"/>
            <p:cNvGrpSpPr>
              <a:grpSpLocks noChangeAspect="1"/>
            </p:cNvGrpSpPr>
            <p:nvPr/>
          </p:nvGrpSpPr>
          <p:grpSpPr>
            <a:xfrm>
              <a:off x="1475105" y="2778284"/>
              <a:ext cx="1635126" cy="1050926"/>
              <a:chOff x="4684515" y="5333778"/>
              <a:chExt cx="817563" cy="525463"/>
            </a:xfrm>
          </p:grpSpPr>
          <p:sp>
            <p:nvSpPr>
              <p:cNvPr id="54" name="Freeform 11"/>
              <p:cNvSpPr>
                <a:spLocks/>
              </p:cNvSpPr>
              <p:nvPr/>
            </p:nvSpPr>
            <p:spPr bwMode="auto">
              <a:xfrm>
                <a:off x="4752779" y="5360394"/>
                <a:ext cx="682625" cy="293688"/>
              </a:xfrm>
              <a:custGeom>
                <a:avLst/>
                <a:gdLst>
                  <a:gd name="T0" fmla="*/ 425 w 430"/>
                  <a:gd name="T1" fmla="*/ 85 h 185"/>
                  <a:gd name="T2" fmla="*/ 416 w 430"/>
                  <a:gd name="T3" fmla="*/ 69 h 185"/>
                  <a:gd name="T4" fmla="*/ 399 w 430"/>
                  <a:gd name="T5" fmla="*/ 52 h 185"/>
                  <a:gd name="T6" fmla="*/ 378 w 430"/>
                  <a:gd name="T7" fmla="*/ 38 h 185"/>
                  <a:gd name="T8" fmla="*/ 349 w 430"/>
                  <a:gd name="T9" fmla="*/ 24 h 185"/>
                  <a:gd name="T10" fmla="*/ 319 w 430"/>
                  <a:gd name="T11" fmla="*/ 15 h 185"/>
                  <a:gd name="T12" fmla="*/ 286 w 430"/>
                  <a:gd name="T13" fmla="*/ 8 h 185"/>
                  <a:gd name="T14" fmla="*/ 248 w 430"/>
                  <a:gd name="T15" fmla="*/ 3 h 185"/>
                  <a:gd name="T16" fmla="*/ 210 w 430"/>
                  <a:gd name="T17" fmla="*/ 0 h 185"/>
                  <a:gd name="T18" fmla="*/ 175 w 430"/>
                  <a:gd name="T19" fmla="*/ 3 h 185"/>
                  <a:gd name="T20" fmla="*/ 137 w 430"/>
                  <a:gd name="T21" fmla="*/ 8 h 185"/>
                  <a:gd name="T22" fmla="*/ 104 w 430"/>
                  <a:gd name="T23" fmla="*/ 17 h 185"/>
                  <a:gd name="T24" fmla="*/ 73 w 430"/>
                  <a:gd name="T25" fmla="*/ 26 h 185"/>
                  <a:gd name="T26" fmla="*/ 47 w 430"/>
                  <a:gd name="T27" fmla="*/ 41 h 185"/>
                  <a:gd name="T28" fmla="*/ 26 w 430"/>
                  <a:gd name="T29" fmla="*/ 55 h 185"/>
                  <a:gd name="T30" fmla="*/ 12 w 430"/>
                  <a:gd name="T31" fmla="*/ 71 h 185"/>
                  <a:gd name="T32" fmla="*/ 2 w 430"/>
                  <a:gd name="T33" fmla="*/ 90 h 185"/>
                  <a:gd name="T34" fmla="*/ 0 w 430"/>
                  <a:gd name="T35" fmla="*/ 109 h 185"/>
                  <a:gd name="T36" fmla="*/ 0 w 430"/>
                  <a:gd name="T37" fmla="*/ 185 h 185"/>
                  <a:gd name="T38" fmla="*/ 2 w 430"/>
                  <a:gd name="T39" fmla="*/ 166 h 185"/>
                  <a:gd name="T40" fmla="*/ 12 w 430"/>
                  <a:gd name="T41" fmla="*/ 147 h 185"/>
                  <a:gd name="T42" fmla="*/ 26 w 430"/>
                  <a:gd name="T43" fmla="*/ 130 h 185"/>
                  <a:gd name="T44" fmla="*/ 47 w 430"/>
                  <a:gd name="T45" fmla="*/ 116 h 185"/>
                  <a:gd name="T46" fmla="*/ 73 w 430"/>
                  <a:gd name="T47" fmla="*/ 102 h 185"/>
                  <a:gd name="T48" fmla="*/ 104 w 430"/>
                  <a:gd name="T49" fmla="*/ 90 h 185"/>
                  <a:gd name="T50" fmla="*/ 137 w 430"/>
                  <a:gd name="T51" fmla="*/ 83 h 185"/>
                  <a:gd name="T52" fmla="*/ 175 w 430"/>
                  <a:gd name="T53" fmla="*/ 78 h 185"/>
                  <a:gd name="T54" fmla="*/ 210 w 430"/>
                  <a:gd name="T55" fmla="*/ 76 h 185"/>
                  <a:gd name="T56" fmla="*/ 248 w 430"/>
                  <a:gd name="T57" fmla="*/ 76 h 185"/>
                  <a:gd name="T58" fmla="*/ 286 w 430"/>
                  <a:gd name="T59" fmla="*/ 81 h 185"/>
                  <a:gd name="T60" fmla="*/ 319 w 430"/>
                  <a:gd name="T61" fmla="*/ 90 h 185"/>
                  <a:gd name="T62" fmla="*/ 349 w 430"/>
                  <a:gd name="T63" fmla="*/ 100 h 185"/>
                  <a:gd name="T64" fmla="*/ 378 w 430"/>
                  <a:gd name="T65" fmla="*/ 111 h 185"/>
                  <a:gd name="T66" fmla="*/ 399 w 430"/>
                  <a:gd name="T67" fmla="*/ 128 h 185"/>
                  <a:gd name="T68" fmla="*/ 416 w 430"/>
                  <a:gd name="T69" fmla="*/ 145 h 185"/>
                  <a:gd name="T70" fmla="*/ 425 w 430"/>
                  <a:gd name="T71" fmla="*/ 161 h 185"/>
                  <a:gd name="T72" fmla="*/ 430 w 430"/>
                  <a:gd name="T73" fmla="*/ 180 h 185"/>
                  <a:gd name="T74" fmla="*/ 430 w 430"/>
                  <a:gd name="T75" fmla="*/ 104 h 185"/>
                  <a:gd name="T76" fmla="*/ 425 w 430"/>
                  <a:gd name="T77" fmla="*/ 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 h="185">
                    <a:moveTo>
                      <a:pt x="425" y="85"/>
                    </a:moveTo>
                    <a:lnTo>
                      <a:pt x="416" y="69"/>
                    </a:lnTo>
                    <a:lnTo>
                      <a:pt x="399" y="52"/>
                    </a:lnTo>
                    <a:lnTo>
                      <a:pt x="378" y="38"/>
                    </a:lnTo>
                    <a:lnTo>
                      <a:pt x="349" y="24"/>
                    </a:lnTo>
                    <a:lnTo>
                      <a:pt x="319" y="15"/>
                    </a:lnTo>
                    <a:lnTo>
                      <a:pt x="286" y="8"/>
                    </a:lnTo>
                    <a:lnTo>
                      <a:pt x="248" y="3"/>
                    </a:lnTo>
                    <a:lnTo>
                      <a:pt x="210" y="0"/>
                    </a:lnTo>
                    <a:lnTo>
                      <a:pt x="175" y="3"/>
                    </a:lnTo>
                    <a:lnTo>
                      <a:pt x="137" y="8"/>
                    </a:lnTo>
                    <a:lnTo>
                      <a:pt x="104" y="17"/>
                    </a:lnTo>
                    <a:lnTo>
                      <a:pt x="73" y="26"/>
                    </a:lnTo>
                    <a:lnTo>
                      <a:pt x="47" y="41"/>
                    </a:lnTo>
                    <a:lnTo>
                      <a:pt x="26" y="55"/>
                    </a:lnTo>
                    <a:lnTo>
                      <a:pt x="12" y="71"/>
                    </a:lnTo>
                    <a:lnTo>
                      <a:pt x="2" y="90"/>
                    </a:lnTo>
                    <a:lnTo>
                      <a:pt x="0" y="109"/>
                    </a:lnTo>
                    <a:lnTo>
                      <a:pt x="0" y="185"/>
                    </a:lnTo>
                    <a:lnTo>
                      <a:pt x="2" y="166"/>
                    </a:lnTo>
                    <a:lnTo>
                      <a:pt x="12" y="147"/>
                    </a:lnTo>
                    <a:lnTo>
                      <a:pt x="26" y="130"/>
                    </a:lnTo>
                    <a:lnTo>
                      <a:pt x="47" y="116"/>
                    </a:lnTo>
                    <a:lnTo>
                      <a:pt x="73" y="102"/>
                    </a:lnTo>
                    <a:lnTo>
                      <a:pt x="104" y="90"/>
                    </a:lnTo>
                    <a:lnTo>
                      <a:pt x="137" y="83"/>
                    </a:lnTo>
                    <a:lnTo>
                      <a:pt x="175" y="78"/>
                    </a:lnTo>
                    <a:lnTo>
                      <a:pt x="210" y="76"/>
                    </a:lnTo>
                    <a:lnTo>
                      <a:pt x="248" y="76"/>
                    </a:lnTo>
                    <a:lnTo>
                      <a:pt x="286" y="81"/>
                    </a:lnTo>
                    <a:lnTo>
                      <a:pt x="319" y="90"/>
                    </a:lnTo>
                    <a:lnTo>
                      <a:pt x="349" y="100"/>
                    </a:lnTo>
                    <a:lnTo>
                      <a:pt x="378" y="111"/>
                    </a:lnTo>
                    <a:lnTo>
                      <a:pt x="399" y="128"/>
                    </a:lnTo>
                    <a:lnTo>
                      <a:pt x="416" y="145"/>
                    </a:lnTo>
                    <a:lnTo>
                      <a:pt x="425" y="161"/>
                    </a:lnTo>
                    <a:lnTo>
                      <a:pt x="430" y="180"/>
                    </a:lnTo>
                    <a:lnTo>
                      <a:pt x="430" y="104"/>
                    </a:lnTo>
                    <a:lnTo>
                      <a:pt x="425" y="85"/>
                    </a:lnTo>
                    <a:close/>
                  </a:path>
                </a:pathLst>
              </a:custGeom>
              <a:solidFill>
                <a:schemeClr val="accent5">
                  <a:lumMod val="75000"/>
                </a:schemeClr>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55" name="Freeform 14"/>
              <p:cNvSpPr>
                <a:spLocks noEditPoints="1"/>
              </p:cNvSpPr>
              <p:nvPr/>
            </p:nvSpPr>
            <p:spPr bwMode="auto">
              <a:xfrm>
                <a:off x="4684515" y="5333778"/>
                <a:ext cx="817563" cy="404813"/>
              </a:xfrm>
              <a:custGeom>
                <a:avLst/>
                <a:gdLst>
                  <a:gd name="T0" fmla="*/ 499 w 515"/>
                  <a:gd name="T1" fmla="*/ 83 h 255"/>
                  <a:gd name="T2" fmla="*/ 451 w 515"/>
                  <a:gd name="T3" fmla="*/ 45 h 255"/>
                  <a:gd name="T4" fmla="*/ 383 w 515"/>
                  <a:gd name="T5" fmla="*/ 17 h 255"/>
                  <a:gd name="T6" fmla="*/ 298 w 515"/>
                  <a:gd name="T7" fmla="*/ 3 h 255"/>
                  <a:gd name="T8" fmla="*/ 208 w 515"/>
                  <a:gd name="T9" fmla="*/ 3 h 255"/>
                  <a:gd name="T10" fmla="*/ 125 w 515"/>
                  <a:gd name="T11" fmla="*/ 19 h 255"/>
                  <a:gd name="T12" fmla="*/ 57 w 515"/>
                  <a:gd name="T13" fmla="*/ 47 h 255"/>
                  <a:gd name="T14" fmla="*/ 14 w 515"/>
                  <a:gd name="T15" fmla="*/ 88 h 255"/>
                  <a:gd name="T16" fmla="*/ 0 w 515"/>
                  <a:gd name="T17" fmla="*/ 130 h 255"/>
                  <a:gd name="T18" fmla="*/ 17 w 515"/>
                  <a:gd name="T19" fmla="*/ 173 h 255"/>
                  <a:gd name="T20" fmla="*/ 64 w 515"/>
                  <a:gd name="T21" fmla="*/ 210 h 255"/>
                  <a:gd name="T22" fmla="*/ 133 w 515"/>
                  <a:gd name="T23" fmla="*/ 239 h 255"/>
                  <a:gd name="T24" fmla="*/ 218 w 515"/>
                  <a:gd name="T25" fmla="*/ 253 h 255"/>
                  <a:gd name="T26" fmla="*/ 307 w 515"/>
                  <a:gd name="T27" fmla="*/ 253 h 255"/>
                  <a:gd name="T28" fmla="*/ 390 w 515"/>
                  <a:gd name="T29" fmla="*/ 236 h 255"/>
                  <a:gd name="T30" fmla="*/ 459 w 515"/>
                  <a:gd name="T31" fmla="*/ 208 h 255"/>
                  <a:gd name="T32" fmla="*/ 501 w 515"/>
                  <a:gd name="T33" fmla="*/ 170 h 255"/>
                  <a:gd name="T34" fmla="*/ 515 w 515"/>
                  <a:gd name="T35" fmla="*/ 125 h 255"/>
                  <a:gd name="T36" fmla="*/ 470 w 515"/>
                  <a:gd name="T37" fmla="*/ 144 h 255"/>
                  <a:gd name="T38" fmla="*/ 447 w 515"/>
                  <a:gd name="T39" fmla="*/ 180 h 255"/>
                  <a:gd name="T40" fmla="*/ 399 w 515"/>
                  <a:gd name="T41" fmla="*/ 208 h 255"/>
                  <a:gd name="T42" fmla="*/ 336 w 515"/>
                  <a:gd name="T43" fmla="*/ 227 h 255"/>
                  <a:gd name="T44" fmla="*/ 262 w 515"/>
                  <a:gd name="T45" fmla="*/ 234 h 255"/>
                  <a:gd name="T46" fmla="*/ 187 w 515"/>
                  <a:gd name="T47" fmla="*/ 227 h 255"/>
                  <a:gd name="T48" fmla="*/ 123 w 515"/>
                  <a:gd name="T49" fmla="*/ 210 h 255"/>
                  <a:gd name="T50" fmla="*/ 74 w 515"/>
                  <a:gd name="T51" fmla="*/ 182 h 255"/>
                  <a:gd name="T52" fmla="*/ 48 w 515"/>
                  <a:gd name="T53" fmla="*/ 149 h 255"/>
                  <a:gd name="T54" fmla="*/ 45 w 515"/>
                  <a:gd name="T55" fmla="*/ 111 h 255"/>
                  <a:gd name="T56" fmla="*/ 69 w 515"/>
                  <a:gd name="T57" fmla="*/ 76 h 255"/>
                  <a:gd name="T58" fmla="*/ 116 w 515"/>
                  <a:gd name="T59" fmla="*/ 47 h 255"/>
                  <a:gd name="T60" fmla="*/ 180 w 515"/>
                  <a:gd name="T61" fmla="*/ 29 h 255"/>
                  <a:gd name="T62" fmla="*/ 253 w 515"/>
                  <a:gd name="T63" fmla="*/ 21 h 255"/>
                  <a:gd name="T64" fmla="*/ 329 w 515"/>
                  <a:gd name="T65" fmla="*/ 29 h 255"/>
                  <a:gd name="T66" fmla="*/ 392 w 515"/>
                  <a:gd name="T67" fmla="*/ 45 h 255"/>
                  <a:gd name="T68" fmla="*/ 442 w 515"/>
                  <a:gd name="T69" fmla="*/ 73 h 255"/>
                  <a:gd name="T70" fmla="*/ 468 w 515"/>
                  <a:gd name="T71" fmla="*/ 106 h 255"/>
                  <a:gd name="T72" fmla="*/ 470 w 515"/>
                  <a:gd name="T73" fmla="*/ 14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5" h="255">
                    <a:moveTo>
                      <a:pt x="511" y="104"/>
                    </a:moveTo>
                    <a:lnTo>
                      <a:pt x="499" y="83"/>
                    </a:lnTo>
                    <a:lnTo>
                      <a:pt x="480" y="62"/>
                    </a:lnTo>
                    <a:lnTo>
                      <a:pt x="451" y="45"/>
                    </a:lnTo>
                    <a:lnTo>
                      <a:pt x="421" y="29"/>
                    </a:lnTo>
                    <a:lnTo>
                      <a:pt x="383" y="17"/>
                    </a:lnTo>
                    <a:lnTo>
                      <a:pt x="343" y="7"/>
                    </a:lnTo>
                    <a:lnTo>
                      <a:pt x="298" y="3"/>
                    </a:lnTo>
                    <a:lnTo>
                      <a:pt x="253" y="0"/>
                    </a:lnTo>
                    <a:lnTo>
                      <a:pt x="208" y="3"/>
                    </a:lnTo>
                    <a:lnTo>
                      <a:pt x="166" y="10"/>
                    </a:lnTo>
                    <a:lnTo>
                      <a:pt x="125" y="19"/>
                    </a:lnTo>
                    <a:lnTo>
                      <a:pt x="88" y="31"/>
                    </a:lnTo>
                    <a:lnTo>
                      <a:pt x="57" y="47"/>
                    </a:lnTo>
                    <a:lnTo>
                      <a:pt x="33" y="66"/>
                    </a:lnTo>
                    <a:lnTo>
                      <a:pt x="14" y="88"/>
                    </a:lnTo>
                    <a:lnTo>
                      <a:pt x="3" y="109"/>
                    </a:lnTo>
                    <a:lnTo>
                      <a:pt x="0" y="130"/>
                    </a:lnTo>
                    <a:lnTo>
                      <a:pt x="5" y="151"/>
                    </a:lnTo>
                    <a:lnTo>
                      <a:pt x="17" y="173"/>
                    </a:lnTo>
                    <a:lnTo>
                      <a:pt x="36" y="194"/>
                    </a:lnTo>
                    <a:lnTo>
                      <a:pt x="64" y="210"/>
                    </a:lnTo>
                    <a:lnTo>
                      <a:pt x="95" y="227"/>
                    </a:lnTo>
                    <a:lnTo>
                      <a:pt x="133" y="239"/>
                    </a:lnTo>
                    <a:lnTo>
                      <a:pt x="173" y="248"/>
                    </a:lnTo>
                    <a:lnTo>
                      <a:pt x="218" y="253"/>
                    </a:lnTo>
                    <a:lnTo>
                      <a:pt x="262" y="255"/>
                    </a:lnTo>
                    <a:lnTo>
                      <a:pt x="307" y="253"/>
                    </a:lnTo>
                    <a:lnTo>
                      <a:pt x="350" y="246"/>
                    </a:lnTo>
                    <a:lnTo>
                      <a:pt x="390" y="236"/>
                    </a:lnTo>
                    <a:lnTo>
                      <a:pt x="428" y="225"/>
                    </a:lnTo>
                    <a:lnTo>
                      <a:pt x="459" y="208"/>
                    </a:lnTo>
                    <a:lnTo>
                      <a:pt x="485" y="189"/>
                    </a:lnTo>
                    <a:lnTo>
                      <a:pt x="501" y="170"/>
                    </a:lnTo>
                    <a:lnTo>
                      <a:pt x="513" y="147"/>
                    </a:lnTo>
                    <a:lnTo>
                      <a:pt x="515" y="125"/>
                    </a:lnTo>
                    <a:lnTo>
                      <a:pt x="511" y="104"/>
                    </a:lnTo>
                    <a:close/>
                    <a:moveTo>
                      <a:pt x="470" y="144"/>
                    </a:moveTo>
                    <a:lnTo>
                      <a:pt x="461" y="163"/>
                    </a:lnTo>
                    <a:lnTo>
                      <a:pt x="447" y="180"/>
                    </a:lnTo>
                    <a:lnTo>
                      <a:pt x="425" y="194"/>
                    </a:lnTo>
                    <a:lnTo>
                      <a:pt x="399" y="208"/>
                    </a:lnTo>
                    <a:lnTo>
                      <a:pt x="369" y="217"/>
                    </a:lnTo>
                    <a:lnTo>
                      <a:pt x="336" y="227"/>
                    </a:lnTo>
                    <a:lnTo>
                      <a:pt x="298" y="232"/>
                    </a:lnTo>
                    <a:lnTo>
                      <a:pt x="262" y="234"/>
                    </a:lnTo>
                    <a:lnTo>
                      <a:pt x="225" y="232"/>
                    </a:lnTo>
                    <a:lnTo>
                      <a:pt x="187" y="227"/>
                    </a:lnTo>
                    <a:lnTo>
                      <a:pt x="154" y="220"/>
                    </a:lnTo>
                    <a:lnTo>
                      <a:pt x="123" y="210"/>
                    </a:lnTo>
                    <a:lnTo>
                      <a:pt x="95" y="196"/>
                    </a:lnTo>
                    <a:lnTo>
                      <a:pt x="74" y="182"/>
                    </a:lnTo>
                    <a:lnTo>
                      <a:pt x="57" y="166"/>
                    </a:lnTo>
                    <a:lnTo>
                      <a:pt x="48" y="149"/>
                    </a:lnTo>
                    <a:lnTo>
                      <a:pt x="43" y="130"/>
                    </a:lnTo>
                    <a:lnTo>
                      <a:pt x="45" y="111"/>
                    </a:lnTo>
                    <a:lnTo>
                      <a:pt x="55" y="92"/>
                    </a:lnTo>
                    <a:lnTo>
                      <a:pt x="69" y="76"/>
                    </a:lnTo>
                    <a:lnTo>
                      <a:pt x="90" y="62"/>
                    </a:lnTo>
                    <a:lnTo>
                      <a:pt x="116" y="47"/>
                    </a:lnTo>
                    <a:lnTo>
                      <a:pt x="147" y="38"/>
                    </a:lnTo>
                    <a:lnTo>
                      <a:pt x="180" y="29"/>
                    </a:lnTo>
                    <a:lnTo>
                      <a:pt x="218" y="24"/>
                    </a:lnTo>
                    <a:lnTo>
                      <a:pt x="253" y="21"/>
                    </a:lnTo>
                    <a:lnTo>
                      <a:pt x="291" y="24"/>
                    </a:lnTo>
                    <a:lnTo>
                      <a:pt x="329" y="29"/>
                    </a:lnTo>
                    <a:lnTo>
                      <a:pt x="362" y="36"/>
                    </a:lnTo>
                    <a:lnTo>
                      <a:pt x="392" y="45"/>
                    </a:lnTo>
                    <a:lnTo>
                      <a:pt x="421" y="59"/>
                    </a:lnTo>
                    <a:lnTo>
                      <a:pt x="442" y="73"/>
                    </a:lnTo>
                    <a:lnTo>
                      <a:pt x="459" y="90"/>
                    </a:lnTo>
                    <a:lnTo>
                      <a:pt x="468" y="106"/>
                    </a:lnTo>
                    <a:lnTo>
                      <a:pt x="473" y="125"/>
                    </a:lnTo>
                    <a:lnTo>
                      <a:pt x="470" y="144"/>
                    </a:lnTo>
                    <a:close/>
                  </a:path>
                </a:pathLst>
              </a:custGeom>
              <a:solidFill>
                <a:schemeClr val="accent5"/>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56" name="Freeform 18"/>
              <p:cNvSpPr>
                <a:spLocks/>
              </p:cNvSpPr>
              <p:nvPr/>
            </p:nvSpPr>
            <p:spPr bwMode="auto">
              <a:xfrm>
                <a:off x="4684515" y="5532216"/>
                <a:ext cx="817563" cy="327025"/>
              </a:xfrm>
              <a:custGeom>
                <a:avLst/>
                <a:gdLst>
                  <a:gd name="T0" fmla="*/ 513 w 515"/>
                  <a:gd name="T1" fmla="*/ 22 h 206"/>
                  <a:gd name="T2" fmla="*/ 501 w 515"/>
                  <a:gd name="T3" fmla="*/ 45 h 206"/>
                  <a:gd name="T4" fmla="*/ 485 w 515"/>
                  <a:gd name="T5" fmla="*/ 64 h 206"/>
                  <a:gd name="T6" fmla="*/ 459 w 515"/>
                  <a:gd name="T7" fmla="*/ 83 h 206"/>
                  <a:gd name="T8" fmla="*/ 428 w 515"/>
                  <a:gd name="T9" fmla="*/ 100 h 206"/>
                  <a:gd name="T10" fmla="*/ 390 w 515"/>
                  <a:gd name="T11" fmla="*/ 111 h 206"/>
                  <a:gd name="T12" fmla="*/ 350 w 515"/>
                  <a:gd name="T13" fmla="*/ 121 h 206"/>
                  <a:gd name="T14" fmla="*/ 307 w 515"/>
                  <a:gd name="T15" fmla="*/ 128 h 206"/>
                  <a:gd name="T16" fmla="*/ 262 w 515"/>
                  <a:gd name="T17" fmla="*/ 130 h 206"/>
                  <a:gd name="T18" fmla="*/ 218 w 515"/>
                  <a:gd name="T19" fmla="*/ 128 h 206"/>
                  <a:gd name="T20" fmla="*/ 173 w 515"/>
                  <a:gd name="T21" fmla="*/ 123 h 206"/>
                  <a:gd name="T22" fmla="*/ 133 w 515"/>
                  <a:gd name="T23" fmla="*/ 114 h 206"/>
                  <a:gd name="T24" fmla="*/ 95 w 515"/>
                  <a:gd name="T25" fmla="*/ 102 h 206"/>
                  <a:gd name="T26" fmla="*/ 64 w 515"/>
                  <a:gd name="T27" fmla="*/ 85 h 206"/>
                  <a:gd name="T28" fmla="*/ 36 w 515"/>
                  <a:gd name="T29" fmla="*/ 69 h 206"/>
                  <a:gd name="T30" fmla="*/ 17 w 515"/>
                  <a:gd name="T31" fmla="*/ 48 h 206"/>
                  <a:gd name="T32" fmla="*/ 5 w 515"/>
                  <a:gd name="T33" fmla="*/ 26 h 206"/>
                  <a:gd name="T34" fmla="*/ 0 w 515"/>
                  <a:gd name="T35" fmla="*/ 5 h 206"/>
                  <a:gd name="T36" fmla="*/ 0 w 515"/>
                  <a:gd name="T37" fmla="*/ 81 h 206"/>
                  <a:gd name="T38" fmla="*/ 5 w 515"/>
                  <a:gd name="T39" fmla="*/ 102 h 206"/>
                  <a:gd name="T40" fmla="*/ 17 w 515"/>
                  <a:gd name="T41" fmla="*/ 123 h 206"/>
                  <a:gd name="T42" fmla="*/ 36 w 515"/>
                  <a:gd name="T43" fmla="*/ 142 h 206"/>
                  <a:gd name="T44" fmla="*/ 64 w 515"/>
                  <a:gd name="T45" fmla="*/ 161 h 206"/>
                  <a:gd name="T46" fmla="*/ 95 w 515"/>
                  <a:gd name="T47" fmla="*/ 178 h 206"/>
                  <a:gd name="T48" fmla="*/ 133 w 515"/>
                  <a:gd name="T49" fmla="*/ 189 h 206"/>
                  <a:gd name="T50" fmla="*/ 173 w 515"/>
                  <a:gd name="T51" fmla="*/ 199 h 206"/>
                  <a:gd name="T52" fmla="*/ 218 w 515"/>
                  <a:gd name="T53" fmla="*/ 204 h 206"/>
                  <a:gd name="T54" fmla="*/ 262 w 515"/>
                  <a:gd name="T55" fmla="*/ 206 h 206"/>
                  <a:gd name="T56" fmla="*/ 307 w 515"/>
                  <a:gd name="T57" fmla="*/ 204 h 206"/>
                  <a:gd name="T58" fmla="*/ 350 w 515"/>
                  <a:gd name="T59" fmla="*/ 196 h 206"/>
                  <a:gd name="T60" fmla="*/ 390 w 515"/>
                  <a:gd name="T61" fmla="*/ 187 h 206"/>
                  <a:gd name="T62" fmla="*/ 428 w 515"/>
                  <a:gd name="T63" fmla="*/ 173 h 206"/>
                  <a:gd name="T64" fmla="*/ 459 w 515"/>
                  <a:gd name="T65" fmla="*/ 159 h 206"/>
                  <a:gd name="T66" fmla="*/ 485 w 515"/>
                  <a:gd name="T67" fmla="*/ 140 h 206"/>
                  <a:gd name="T68" fmla="*/ 501 w 515"/>
                  <a:gd name="T69" fmla="*/ 118 h 206"/>
                  <a:gd name="T70" fmla="*/ 513 w 515"/>
                  <a:gd name="T71" fmla="*/ 97 h 206"/>
                  <a:gd name="T72" fmla="*/ 515 w 515"/>
                  <a:gd name="T73" fmla="*/ 76 h 206"/>
                  <a:gd name="T74" fmla="*/ 515 w 515"/>
                  <a:gd name="T75" fmla="*/ 0 h 206"/>
                  <a:gd name="T76" fmla="*/ 513 w 515"/>
                  <a:gd name="T77" fmla="*/ 2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5" h="206">
                    <a:moveTo>
                      <a:pt x="513" y="22"/>
                    </a:moveTo>
                    <a:lnTo>
                      <a:pt x="501" y="45"/>
                    </a:lnTo>
                    <a:lnTo>
                      <a:pt x="485" y="64"/>
                    </a:lnTo>
                    <a:lnTo>
                      <a:pt x="459" y="83"/>
                    </a:lnTo>
                    <a:lnTo>
                      <a:pt x="428" y="100"/>
                    </a:lnTo>
                    <a:lnTo>
                      <a:pt x="390" y="111"/>
                    </a:lnTo>
                    <a:lnTo>
                      <a:pt x="350" y="121"/>
                    </a:lnTo>
                    <a:lnTo>
                      <a:pt x="307" y="128"/>
                    </a:lnTo>
                    <a:lnTo>
                      <a:pt x="262" y="130"/>
                    </a:lnTo>
                    <a:lnTo>
                      <a:pt x="218" y="128"/>
                    </a:lnTo>
                    <a:lnTo>
                      <a:pt x="173" y="123"/>
                    </a:lnTo>
                    <a:lnTo>
                      <a:pt x="133" y="114"/>
                    </a:lnTo>
                    <a:lnTo>
                      <a:pt x="95" y="102"/>
                    </a:lnTo>
                    <a:lnTo>
                      <a:pt x="64" y="85"/>
                    </a:lnTo>
                    <a:lnTo>
                      <a:pt x="36" y="69"/>
                    </a:lnTo>
                    <a:lnTo>
                      <a:pt x="17" y="48"/>
                    </a:lnTo>
                    <a:lnTo>
                      <a:pt x="5" y="26"/>
                    </a:lnTo>
                    <a:lnTo>
                      <a:pt x="0" y="5"/>
                    </a:lnTo>
                    <a:lnTo>
                      <a:pt x="0" y="81"/>
                    </a:lnTo>
                    <a:lnTo>
                      <a:pt x="5" y="102"/>
                    </a:lnTo>
                    <a:lnTo>
                      <a:pt x="17" y="123"/>
                    </a:lnTo>
                    <a:lnTo>
                      <a:pt x="36" y="142"/>
                    </a:lnTo>
                    <a:lnTo>
                      <a:pt x="64" y="161"/>
                    </a:lnTo>
                    <a:lnTo>
                      <a:pt x="95" y="178"/>
                    </a:lnTo>
                    <a:lnTo>
                      <a:pt x="133" y="189"/>
                    </a:lnTo>
                    <a:lnTo>
                      <a:pt x="173" y="199"/>
                    </a:lnTo>
                    <a:lnTo>
                      <a:pt x="218" y="204"/>
                    </a:lnTo>
                    <a:lnTo>
                      <a:pt x="262" y="206"/>
                    </a:lnTo>
                    <a:lnTo>
                      <a:pt x="307" y="204"/>
                    </a:lnTo>
                    <a:lnTo>
                      <a:pt x="350" y="196"/>
                    </a:lnTo>
                    <a:lnTo>
                      <a:pt x="390" y="187"/>
                    </a:lnTo>
                    <a:lnTo>
                      <a:pt x="428" y="173"/>
                    </a:lnTo>
                    <a:lnTo>
                      <a:pt x="459" y="159"/>
                    </a:lnTo>
                    <a:lnTo>
                      <a:pt x="485" y="140"/>
                    </a:lnTo>
                    <a:lnTo>
                      <a:pt x="501" y="118"/>
                    </a:lnTo>
                    <a:lnTo>
                      <a:pt x="513" y="97"/>
                    </a:lnTo>
                    <a:lnTo>
                      <a:pt x="515" y="76"/>
                    </a:lnTo>
                    <a:lnTo>
                      <a:pt x="515" y="0"/>
                    </a:lnTo>
                    <a:lnTo>
                      <a:pt x="513" y="22"/>
                    </a:lnTo>
                    <a:close/>
                  </a:path>
                </a:pathLst>
              </a:custGeom>
              <a:solidFill>
                <a:schemeClr val="accent5">
                  <a:lumMod val="75000"/>
                </a:schemeClr>
              </a:solidFill>
              <a:ln>
                <a:noFill/>
              </a:ln>
              <a:effectLst/>
              <a:extLst>
                <a:ext uri="{91240B29-F687-4F45-9708-019B960494DF}">
                  <a14:hiddenLine xmlns:a14="http://schemas.microsoft.com/office/drawing/2010/main" w="9525" cap="flat"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grpSp>
        <p:grpSp>
          <p:nvGrpSpPr>
            <p:cNvPr id="47" name="Group 46"/>
            <p:cNvGrpSpPr>
              <a:grpSpLocks noChangeAspect="1"/>
            </p:cNvGrpSpPr>
            <p:nvPr/>
          </p:nvGrpSpPr>
          <p:grpSpPr>
            <a:xfrm>
              <a:off x="1475105" y="2375539"/>
              <a:ext cx="1635126" cy="1050926"/>
              <a:chOff x="4684515" y="5333778"/>
              <a:chExt cx="817563" cy="525463"/>
            </a:xfrm>
          </p:grpSpPr>
          <p:sp>
            <p:nvSpPr>
              <p:cNvPr id="51" name="Freeform 11"/>
              <p:cNvSpPr>
                <a:spLocks/>
              </p:cNvSpPr>
              <p:nvPr/>
            </p:nvSpPr>
            <p:spPr bwMode="auto">
              <a:xfrm>
                <a:off x="4752779" y="5360394"/>
                <a:ext cx="682625" cy="293688"/>
              </a:xfrm>
              <a:custGeom>
                <a:avLst/>
                <a:gdLst>
                  <a:gd name="T0" fmla="*/ 425 w 430"/>
                  <a:gd name="T1" fmla="*/ 85 h 185"/>
                  <a:gd name="T2" fmla="*/ 416 w 430"/>
                  <a:gd name="T3" fmla="*/ 69 h 185"/>
                  <a:gd name="T4" fmla="*/ 399 w 430"/>
                  <a:gd name="T5" fmla="*/ 52 h 185"/>
                  <a:gd name="T6" fmla="*/ 378 w 430"/>
                  <a:gd name="T7" fmla="*/ 38 h 185"/>
                  <a:gd name="T8" fmla="*/ 349 w 430"/>
                  <a:gd name="T9" fmla="*/ 24 h 185"/>
                  <a:gd name="T10" fmla="*/ 319 w 430"/>
                  <a:gd name="T11" fmla="*/ 15 h 185"/>
                  <a:gd name="T12" fmla="*/ 286 w 430"/>
                  <a:gd name="T13" fmla="*/ 8 h 185"/>
                  <a:gd name="T14" fmla="*/ 248 w 430"/>
                  <a:gd name="T15" fmla="*/ 3 h 185"/>
                  <a:gd name="T16" fmla="*/ 210 w 430"/>
                  <a:gd name="T17" fmla="*/ 0 h 185"/>
                  <a:gd name="T18" fmla="*/ 175 w 430"/>
                  <a:gd name="T19" fmla="*/ 3 h 185"/>
                  <a:gd name="T20" fmla="*/ 137 w 430"/>
                  <a:gd name="T21" fmla="*/ 8 h 185"/>
                  <a:gd name="T22" fmla="*/ 104 w 430"/>
                  <a:gd name="T23" fmla="*/ 17 h 185"/>
                  <a:gd name="T24" fmla="*/ 73 w 430"/>
                  <a:gd name="T25" fmla="*/ 26 h 185"/>
                  <a:gd name="T26" fmla="*/ 47 w 430"/>
                  <a:gd name="T27" fmla="*/ 41 h 185"/>
                  <a:gd name="T28" fmla="*/ 26 w 430"/>
                  <a:gd name="T29" fmla="*/ 55 h 185"/>
                  <a:gd name="T30" fmla="*/ 12 w 430"/>
                  <a:gd name="T31" fmla="*/ 71 h 185"/>
                  <a:gd name="T32" fmla="*/ 2 w 430"/>
                  <a:gd name="T33" fmla="*/ 90 h 185"/>
                  <a:gd name="T34" fmla="*/ 0 w 430"/>
                  <a:gd name="T35" fmla="*/ 109 h 185"/>
                  <a:gd name="T36" fmla="*/ 0 w 430"/>
                  <a:gd name="T37" fmla="*/ 185 h 185"/>
                  <a:gd name="T38" fmla="*/ 2 w 430"/>
                  <a:gd name="T39" fmla="*/ 166 h 185"/>
                  <a:gd name="T40" fmla="*/ 12 w 430"/>
                  <a:gd name="T41" fmla="*/ 147 h 185"/>
                  <a:gd name="T42" fmla="*/ 26 w 430"/>
                  <a:gd name="T43" fmla="*/ 130 h 185"/>
                  <a:gd name="T44" fmla="*/ 47 w 430"/>
                  <a:gd name="T45" fmla="*/ 116 h 185"/>
                  <a:gd name="T46" fmla="*/ 73 w 430"/>
                  <a:gd name="T47" fmla="*/ 102 h 185"/>
                  <a:gd name="T48" fmla="*/ 104 w 430"/>
                  <a:gd name="T49" fmla="*/ 90 h 185"/>
                  <a:gd name="T50" fmla="*/ 137 w 430"/>
                  <a:gd name="T51" fmla="*/ 83 h 185"/>
                  <a:gd name="T52" fmla="*/ 175 w 430"/>
                  <a:gd name="T53" fmla="*/ 78 h 185"/>
                  <a:gd name="T54" fmla="*/ 210 w 430"/>
                  <a:gd name="T55" fmla="*/ 76 h 185"/>
                  <a:gd name="T56" fmla="*/ 248 w 430"/>
                  <a:gd name="T57" fmla="*/ 76 h 185"/>
                  <a:gd name="T58" fmla="*/ 286 w 430"/>
                  <a:gd name="T59" fmla="*/ 81 h 185"/>
                  <a:gd name="T60" fmla="*/ 319 w 430"/>
                  <a:gd name="T61" fmla="*/ 90 h 185"/>
                  <a:gd name="T62" fmla="*/ 349 w 430"/>
                  <a:gd name="T63" fmla="*/ 100 h 185"/>
                  <a:gd name="T64" fmla="*/ 378 w 430"/>
                  <a:gd name="T65" fmla="*/ 111 h 185"/>
                  <a:gd name="T66" fmla="*/ 399 w 430"/>
                  <a:gd name="T67" fmla="*/ 128 h 185"/>
                  <a:gd name="T68" fmla="*/ 416 w 430"/>
                  <a:gd name="T69" fmla="*/ 145 h 185"/>
                  <a:gd name="T70" fmla="*/ 425 w 430"/>
                  <a:gd name="T71" fmla="*/ 161 h 185"/>
                  <a:gd name="T72" fmla="*/ 430 w 430"/>
                  <a:gd name="T73" fmla="*/ 180 h 185"/>
                  <a:gd name="T74" fmla="*/ 430 w 430"/>
                  <a:gd name="T75" fmla="*/ 104 h 185"/>
                  <a:gd name="T76" fmla="*/ 425 w 430"/>
                  <a:gd name="T77" fmla="*/ 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 h="185">
                    <a:moveTo>
                      <a:pt x="425" y="85"/>
                    </a:moveTo>
                    <a:lnTo>
                      <a:pt x="416" y="69"/>
                    </a:lnTo>
                    <a:lnTo>
                      <a:pt x="399" y="52"/>
                    </a:lnTo>
                    <a:lnTo>
                      <a:pt x="378" y="38"/>
                    </a:lnTo>
                    <a:lnTo>
                      <a:pt x="349" y="24"/>
                    </a:lnTo>
                    <a:lnTo>
                      <a:pt x="319" y="15"/>
                    </a:lnTo>
                    <a:lnTo>
                      <a:pt x="286" y="8"/>
                    </a:lnTo>
                    <a:lnTo>
                      <a:pt x="248" y="3"/>
                    </a:lnTo>
                    <a:lnTo>
                      <a:pt x="210" y="0"/>
                    </a:lnTo>
                    <a:lnTo>
                      <a:pt x="175" y="3"/>
                    </a:lnTo>
                    <a:lnTo>
                      <a:pt x="137" y="8"/>
                    </a:lnTo>
                    <a:lnTo>
                      <a:pt x="104" y="17"/>
                    </a:lnTo>
                    <a:lnTo>
                      <a:pt x="73" y="26"/>
                    </a:lnTo>
                    <a:lnTo>
                      <a:pt x="47" y="41"/>
                    </a:lnTo>
                    <a:lnTo>
                      <a:pt x="26" y="55"/>
                    </a:lnTo>
                    <a:lnTo>
                      <a:pt x="12" y="71"/>
                    </a:lnTo>
                    <a:lnTo>
                      <a:pt x="2" y="90"/>
                    </a:lnTo>
                    <a:lnTo>
                      <a:pt x="0" y="109"/>
                    </a:lnTo>
                    <a:lnTo>
                      <a:pt x="0" y="185"/>
                    </a:lnTo>
                    <a:lnTo>
                      <a:pt x="2" y="166"/>
                    </a:lnTo>
                    <a:lnTo>
                      <a:pt x="12" y="147"/>
                    </a:lnTo>
                    <a:lnTo>
                      <a:pt x="26" y="130"/>
                    </a:lnTo>
                    <a:lnTo>
                      <a:pt x="47" y="116"/>
                    </a:lnTo>
                    <a:lnTo>
                      <a:pt x="73" y="102"/>
                    </a:lnTo>
                    <a:lnTo>
                      <a:pt x="104" y="90"/>
                    </a:lnTo>
                    <a:lnTo>
                      <a:pt x="137" y="83"/>
                    </a:lnTo>
                    <a:lnTo>
                      <a:pt x="175" y="78"/>
                    </a:lnTo>
                    <a:lnTo>
                      <a:pt x="210" y="76"/>
                    </a:lnTo>
                    <a:lnTo>
                      <a:pt x="248" y="76"/>
                    </a:lnTo>
                    <a:lnTo>
                      <a:pt x="286" y="81"/>
                    </a:lnTo>
                    <a:lnTo>
                      <a:pt x="319" y="90"/>
                    </a:lnTo>
                    <a:lnTo>
                      <a:pt x="349" y="100"/>
                    </a:lnTo>
                    <a:lnTo>
                      <a:pt x="378" y="111"/>
                    </a:lnTo>
                    <a:lnTo>
                      <a:pt x="399" y="128"/>
                    </a:lnTo>
                    <a:lnTo>
                      <a:pt x="416" y="145"/>
                    </a:lnTo>
                    <a:lnTo>
                      <a:pt x="425" y="161"/>
                    </a:lnTo>
                    <a:lnTo>
                      <a:pt x="430" y="180"/>
                    </a:lnTo>
                    <a:lnTo>
                      <a:pt x="430" y="104"/>
                    </a:lnTo>
                    <a:lnTo>
                      <a:pt x="425" y="85"/>
                    </a:lnTo>
                    <a:close/>
                  </a:path>
                </a:pathLst>
              </a:custGeom>
              <a:solidFill>
                <a:schemeClr val="tx1">
                  <a:lumMod val="75000"/>
                </a:schemeClr>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52" name="Freeform 14"/>
              <p:cNvSpPr>
                <a:spLocks noEditPoints="1"/>
              </p:cNvSpPr>
              <p:nvPr/>
            </p:nvSpPr>
            <p:spPr bwMode="auto">
              <a:xfrm>
                <a:off x="4684515" y="5333778"/>
                <a:ext cx="817563" cy="404813"/>
              </a:xfrm>
              <a:custGeom>
                <a:avLst/>
                <a:gdLst>
                  <a:gd name="T0" fmla="*/ 499 w 515"/>
                  <a:gd name="T1" fmla="*/ 83 h 255"/>
                  <a:gd name="T2" fmla="*/ 451 w 515"/>
                  <a:gd name="T3" fmla="*/ 45 h 255"/>
                  <a:gd name="T4" fmla="*/ 383 w 515"/>
                  <a:gd name="T5" fmla="*/ 17 h 255"/>
                  <a:gd name="T6" fmla="*/ 298 w 515"/>
                  <a:gd name="T7" fmla="*/ 3 h 255"/>
                  <a:gd name="T8" fmla="*/ 208 w 515"/>
                  <a:gd name="T9" fmla="*/ 3 h 255"/>
                  <a:gd name="T10" fmla="*/ 125 w 515"/>
                  <a:gd name="T11" fmla="*/ 19 h 255"/>
                  <a:gd name="T12" fmla="*/ 57 w 515"/>
                  <a:gd name="T13" fmla="*/ 47 h 255"/>
                  <a:gd name="T14" fmla="*/ 14 w 515"/>
                  <a:gd name="T15" fmla="*/ 88 h 255"/>
                  <a:gd name="T16" fmla="*/ 0 w 515"/>
                  <a:gd name="T17" fmla="*/ 130 h 255"/>
                  <a:gd name="T18" fmla="*/ 17 w 515"/>
                  <a:gd name="T19" fmla="*/ 173 h 255"/>
                  <a:gd name="T20" fmla="*/ 64 w 515"/>
                  <a:gd name="T21" fmla="*/ 210 h 255"/>
                  <a:gd name="T22" fmla="*/ 133 w 515"/>
                  <a:gd name="T23" fmla="*/ 239 h 255"/>
                  <a:gd name="T24" fmla="*/ 218 w 515"/>
                  <a:gd name="T25" fmla="*/ 253 h 255"/>
                  <a:gd name="T26" fmla="*/ 307 w 515"/>
                  <a:gd name="T27" fmla="*/ 253 h 255"/>
                  <a:gd name="T28" fmla="*/ 390 w 515"/>
                  <a:gd name="T29" fmla="*/ 236 h 255"/>
                  <a:gd name="T30" fmla="*/ 459 w 515"/>
                  <a:gd name="T31" fmla="*/ 208 h 255"/>
                  <a:gd name="T32" fmla="*/ 501 w 515"/>
                  <a:gd name="T33" fmla="*/ 170 h 255"/>
                  <a:gd name="T34" fmla="*/ 515 w 515"/>
                  <a:gd name="T35" fmla="*/ 125 h 255"/>
                  <a:gd name="T36" fmla="*/ 470 w 515"/>
                  <a:gd name="T37" fmla="*/ 144 h 255"/>
                  <a:gd name="T38" fmla="*/ 447 w 515"/>
                  <a:gd name="T39" fmla="*/ 180 h 255"/>
                  <a:gd name="T40" fmla="*/ 399 w 515"/>
                  <a:gd name="T41" fmla="*/ 208 h 255"/>
                  <a:gd name="T42" fmla="*/ 336 w 515"/>
                  <a:gd name="T43" fmla="*/ 227 h 255"/>
                  <a:gd name="T44" fmla="*/ 262 w 515"/>
                  <a:gd name="T45" fmla="*/ 234 h 255"/>
                  <a:gd name="T46" fmla="*/ 187 w 515"/>
                  <a:gd name="T47" fmla="*/ 227 h 255"/>
                  <a:gd name="T48" fmla="*/ 123 w 515"/>
                  <a:gd name="T49" fmla="*/ 210 h 255"/>
                  <a:gd name="T50" fmla="*/ 74 w 515"/>
                  <a:gd name="T51" fmla="*/ 182 h 255"/>
                  <a:gd name="T52" fmla="*/ 48 w 515"/>
                  <a:gd name="T53" fmla="*/ 149 h 255"/>
                  <a:gd name="T54" fmla="*/ 45 w 515"/>
                  <a:gd name="T55" fmla="*/ 111 h 255"/>
                  <a:gd name="T56" fmla="*/ 69 w 515"/>
                  <a:gd name="T57" fmla="*/ 76 h 255"/>
                  <a:gd name="T58" fmla="*/ 116 w 515"/>
                  <a:gd name="T59" fmla="*/ 47 h 255"/>
                  <a:gd name="T60" fmla="*/ 180 w 515"/>
                  <a:gd name="T61" fmla="*/ 29 h 255"/>
                  <a:gd name="T62" fmla="*/ 253 w 515"/>
                  <a:gd name="T63" fmla="*/ 21 h 255"/>
                  <a:gd name="T64" fmla="*/ 329 w 515"/>
                  <a:gd name="T65" fmla="*/ 29 h 255"/>
                  <a:gd name="T66" fmla="*/ 392 w 515"/>
                  <a:gd name="T67" fmla="*/ 45 h 255"/>
                  <a:gd name="T68" fmla="*/ 442 w 515"/>
                  <a:gd name="T69" fmla="*/ 73 h 255"/>
                  <a:gd name="T70" fmla="*/ 468 w 515"/>
                  <a:gd name="T71" fmla="*/ 106 h 255"/>
                  <a:gd name="T72" fmla="*/ 470 w 515"/>
                  <a:gd name="T73" fmla="*/ 14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5" h="255">
                    <a:moveTo>
                      <a:pt x="511" y="104"/>
                    </a:moveTo>
                    <a:lnTo>
                      <a:pt x="499" y="83"/>
                    </a:lnTo>
                    <a:lnTo>
                      <a:pt x="480" y="62"/>
                    </a:lnTo>
                    <a:lnTo>
                      <a:pt x="451" y="45"/>
                    </a:lnTo>
                    <a:lnTo>
                      <a:pt x="421" y="29"/>
                    </a:lnTo>
                    <a:lnTo>
                      <a:pt x="383" y="17"/>
                    </a:lnTo>
                    <a:lnTo>
                      <a:pt x="343" y="7"/>
                    </a:lnTo>
                    <a:lnTo>
                      <a:pt x="298" y="3"/>
                    </a:lnTo>
                    <a:lnTo>
                      <a:pt x="253" y="0"/>
                    </a:lnTo>
                    <a:lnTo>
                      <a:pt x="208" y="3"/>
                    </a:lnTo>
                    <a:lnTo>
                      <a:pt x="166" y="10"/>
                    </a:lnTo>
                    <a:lnTo>
                      <a:pt x="125" y="19"/>
                    </a:lnTo>
                    <a:lnTo>
                      <a:pt x="88" y="31"/>
                    </a:lnTo>
                    <a:lnTo>
                      <a:pt x="57" y="47"/>
                    </a:lnTo>
                    <a:lnTo>
                      <a:pt x="33" y="66"/>
                    </a:lnTo>
                    <a:lnTo>
                      <a:pt x="14" y="88"/>
                    </a:lnTo>
                    <a:lnTo>
                      <a:pt x="3" y="109"/>
                    </a:lnTo>
                    <a:lnTo>
                      <a:pt x="0" y="130"/>
                    </a:lnTo>
                    <a:lnTo>
                      <a:pt x="5" y="151"/>
                    </a:lnTo>
                    <a:lnTo>
                      <a:pt x="17" y="173"/>
                    </a:lnTo>
                    <a:lnTo>
                      <a:pt x="36" y="194"/>
                    </a:lnTo>
                    <a:lnTo>
                      <a:pt x="64" y="210"/>
                    </a:lnTo>
                    <a:lnTo>
                      <a:pt x="95" y="227"/>
                    </a:lnTo>
                    <a:lnTo>
                      <a:pt x="133" y="239"/>
                    </a:lnTo>
                    <a:lnTo>
                      <a:pt x="173" y="248"/>
                    </a:lnTo>
                    <a:lnTo>
                      <a:pt x="218" y="253"/>
                    </a:lnTo>
                    <a:lnTo>
                      <a:pt x="262" y="255"/>
                    </a:lnTo>
                    <a:lnTo>
                      <a:pt x="307" y="253"/>
                    </a:lnTo>
                    <a:lnTo>
                      <a:pt x="350" y="246"/>
                    </a:lnTo>
                    <a:lnTo>
                      <a:pt x="390" y="236"/>
                    </a:lnTo>
                    <a:lnTo>
                      <a:pt x="428" y="225"/>
                    </a:lnTo>
                    <a:lnTo>
                      <a:pt x="459" y="208"/>
                    </a:lnTo>
                    <a:lnTo>
                      <a:pt x="485" y="189"/>
                    </a:lnTo>
                    <a:lnTo>
                      <a:pt x="501" y="170"/>
                    </a:lnTo>
                    <a:lnTo>
                      <a:pt x="513" y="147"/>
                    </a:lnTo>
                    <a:lnTo>
                      <a:pt x="515" y="125"/>
                    </a:lnTo>
                    <a:lnTo>
                      <a:pt x="511" y="104"/>
                    </a:lnTo>
                    <a:close/>
                    <a:moveTo>
                      <a:pt x="470" y="144"/>
                    </a:moveTo>
                    <a:lnTo>
                      <a:pt x="461" y="163"/>
                    </a:lnTo>
                    <a:lnTo>
                      <a:pt x="447" y="180"/>
                    </a:lnTo>
                    <a:lnTo>
                      <a:pt x="425" y="194"/>
                    </a:lnTo>
                    <a:lnTo>
                      <a:pt x="399" y="208"/>
                    </a:lnTo>
                    <a:lnTo>
                      <a:pt x="369" y="217"/>
                    </a:lnTo>
                    <a:lnTo>
                      <a:pt x="336" y="227"/>
                    </a:lnTo>
                    <a:lnTo>
                      <a:pt x="298" y="232"/>
                    </a:lnTo>
                    <a:lnTo>
                      <a:pt x="262" y="234"/>
                    </a:lnTo>
                    <a:lnTo>
                      <a:pt x="225" y="232"/>
                    </a:lnTo>
                    <a:lnTo>
                      <a:pt x="187" y="227"/>
                    </a:lnTo>
                    <a:lnTo>
                      <a:pt x="154" y="220"/>
                    </a:lnTo>
                    <a:lnTo>
                      <a:pt x="123" y="210"/>
                    </a:lnTo>
                    <a:lnTo>
                      <a:pt x="95" y="196"/>
                    </a:lnTo>
                    <a:lnTo>
                      <a:pt x="74" y="182"/>
                    </a:lnTo>
                    <a:lnTo>
                      <a:pt x="57" y="166"/>
                    </a:lnTo>
                    <a:lnTo>
                      <a:pt x="48" y="149"/>
                    </a:lnTo>
                    <a:lnTo>
                      <a:pt x="43" y="130"/>
                    </a:lnTo>
                    <a:lnTo>
                      <a:pt x="45" y="111"/>
                    </a:lnTo>
                    <a:lnTo>
                      <a:pt x="55" y="92"/>
                    </a:lnTo>
                    <a:lnTo>
                      <a:pt x="69" y="76"/>
                    </a:lnTo>
                    <a:lnTo>
                      <a:pt x="90" y="62"/>
                    </a:lnTo>
                    <a:lnTo>
                      <a:pt x="116" y="47"/>
                    </a:lnTo>
                    <a:lnTo>
                      <a:pt x="147" y="38"/>
                    </a:lnTo>
                    <a:lnTo>
                      <a:pt x="180" y="29"/>
                    </a:lnTo>
                    <a:lnTo>
                      <a:pt x="218" y="24"/>
                    </a:lnTo>
                    <a:lnTo>
                      <a:pt x="253" y="21"/>
                    </a:lnTo>
                    <a:lnTo>
                      <a:pt x="291" y="24"/>
                    </a:lnTo>
                    <a:lnTo>
                      <a:pt x="329" y="29"/>
                    </a:lnTo>
                    <a:lnTo>
                      <a:pt x="362" y="36"/>
                    </a:lnTo>
                    <a:lnTo>
                      <a:pt x="392" y="45"/>
                    </a:lnTo>
                    <a:lnTo>
                      <a:pt x="421" y="59"/>
                    </a:lnTo>
                    <a:lnTo>
                      <a:pt x="442" y="73"/>
                    </a:lnTo>
                    <a:lnTo>
                      <a:pt x="459" y="90"/>
                    </a:lnTo>
                    <a:lnTo>
                      <a:pt x="468" y="106"/>
                    </a:lnTo>
                    <a:lnTo>
                      <a:pt x="473" y="125"/>
                    </a:lnTo>
                    <a:lnTo>
                      <a:pt x="470" y="144"/>
                    </a:lnTo>
                    <a:close/>
                  </a:path>
                </a:pathLst>
              </a:custGeom>
              <a:pattFill prst="pct60">
                <a:fgClr>
                  <a:schemeClr val="bg2">
                    <a:lumMod val="90000"/>
                  </a:schemeClr>
                </a:fgClr>
                <a:bgClr>
                  <a:schemeClr val="bg1"/>
                </a:bgClr>
              </a:patt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53" name="Freeform 18"/>
              <p:cNvSpPr>
                <a:spLocks/>
              </p:cNvSpPr>
              <p:nvPr/>
            </p:nvSpPr>
            <p:spPr bwMode="auto">
              <a:xfrm>
                <a:off x="4684515" y="5532216"/>
                <a:ext cx="817563" cy="327025"/>
              </a:xfrm>
              <a:custGeom>
                <a:avLst/>
                <a:gdLst>
                  <a:gd name="T0" fmla="*/ 513 w 515"/>
                  <a:gd name="T1" fmla="*/ 22 h 206"/>
                  <a:gd name="T2" fmla="*/ 501 w 515"/>
                  <a:gd name="T3" fmla="*/ 45 h 206"/>
                  <a:gd name="T4" fmla="*/ 485 w 515"/>
                  <a:gd name="T5" fmla="*/ 64 h 206"/>
                  <a:gd name="T6" fmla="*/ 459 w 515"/>
                  <a:gd name="T7" fmla="*/ 83 h 206"/>
                  <a:gd name="T8" fmla="*/ 428 w 515"/>
                  <a:gd name="T9" fmla="*/ 100 h 206"/>
                  <a:gd name="T10" fmla="*/ 390 w 515"/>
                  <a:gd name="T11" fmla="*/ 111 h 206"/>
                  <a:gd name="T12" fmla="*/ 350 w 515"/>
                  <a:gd name="T13" fmla="*/ 121 h 206"/>
                  <a:gd name="T14" fmla="*/ 307 w 515"/>
                  <a:gd name="T15" fmla="*/ 128 h 206"/>
                  <a:gd name="T16" fmla="*/ 262 w 515"/>
                  <a:gd name="T17" fmla="*/ 130 h 206"/>
                  <a:gd name="T18" fmla="*/ 218 w 515"/>
                  <a:gd name="T19" fmla="*/ 128 h 206"/>
                  <a:gd name="T20" fmla="*/ 173 w 515"/>
                  <a:gd name="T21" fmla="*/ 123 h 206"/>
                  <a:gd name="T22" fmla="*/ 133 w 515"/>
                  <a:gd name="T23" fmla="*/ 114 h 206"/>
                  <a:gd name="T24" fmla="*/ 95 w 515"/>
                  <a:gd name="T25" fmla="*/ 102 h 206"/>
                  <a:gd name="T26" fmla="*/ 64 w 515"/>
                  <a:gd name="T27" fmla="*/ 85 h 206"/>
                  <a:gd name="T28" fmla="*/ 36 w 515"/>
                  <a:gd name="T29" fmla="*/ 69 h 206"/>
                  <a:gd name="T30" fmla="*/ 17 w 515"/>
                  <a:gd name="T31" fmla="*/ 48 h 206"/>
                  <a:gd name="T32" fmla="*/ 5 w 515"/>
                  <a:gd name="T33" fmla="*/ 26 h 206"/>
                  <a:gd name="T34" fmla="*/ 0 w 515"/>
                  <a:gd name="T35" fmla="*/ 5 h 206"/>
                  <a:gd name="T36" fmla="*/ 0 w 515"/>
                  <a:gd name="T37" fmla="*/ 81 h 206"/>
                  <a:gd name="T38" fmla="*/ 5 w 515"/>
                  <a:gd name="T39" fmla="*/ 102 h 206"/>
                  <a:gd name="T40" fmla="*/ 17 w 515"/>
                  <a:gd name="T41" fmla="*/ 123 h 206"/>
                  <a:gd name="T42" fmla="*/ 36 w 515"/>
                  <a:gd name="T43" fmla="*/ 142 h 206"/>
                  <a:gd name="T44" fmla="*/ 64 w 515"/>
                  <a:gd name="T45" fmla="*/ 161 h 206"/>
                  <a:gd name="T46" fmla="*/ 95 w 515"/>
                  <a:gd name="T47" fmla="*/ 178 h 206"/>
                  <a:gd name="T48" fmla="*/ 133 w 515"/>
                  <a:gd name="T49" fmla="*/ 189 h 206"/>
                  <a:gd name="T50" fmla="*/ 173 w 515"/>
                  <a:gd name="T51" fmla="*/ 199 h 206"/>
                  <a:gd name="T52" fmla="*/ 218 w 515"/>
                  <a:gd name="T53" fmla="*/ 204 h 206"/>
                  <a:gd name="T54" fmla="*/ 262 w 515"/>
                  <a:gd name="T55" fmla="*/ 206 h 206"/>
                  <a:gd name="T56" fmla="*/ 307 w 515"/>
                  <a:gd name="T57" fmla="*/ 204 h 206"/>
                  <a:gd name="T58" fmla="*/ 350 w 515"/>
                  <a:gd name="T59" fmla="*/ 196 h 206"/>
                  <a:gd name="T60" fmla="*/ 390 w 515"/>
                  <a:gd name="T61" fmla="*/ 187 h 206"/>
                  <a:gd name="T62" fmla="*/ 428 w 515"/>
                  <a:gd name="T63" fmla="*/ 173 h 206"/>
                  <a:gd name="T64" fmla="*/ 459 w 515"/>
                  <a:gd name="T65" fmla="*/ 159 h 206"/>
                  <a:gd name="T66" fmla="*/ 485 w 515"/>
                  <a:gd name="T67" fmla="*/ 140 h 206"/>
                  <a:gd name="T68" fmla="*/ 501 w 515"/>
                  <a:gd name="T69" fmla="*/ 118 h 206"/>
                  <a:gd name="T70" fmla="*/ 513 w 515"/>
                  <a:gd name="T71" fmla="*/ 97 h 206"/>
                  <a:gd name="T72" fmla="*/ 515 w 515"/>
                  <a:gd name="T73" fmla="*/ 76 h 206"/>
                  <a:gd name="T74" fmla="*/ 515 w 515"/>
                  <a:gd name="T75" fmla="*/ 0 h 206"/>
                  <a:gd name="T76" fmla="*/ 513 w 515"/>
                  <a:gd name="T77" fmla="*/ 2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5" h="206">
                    <a:moveTo>
                      <a:pt x="513" y="22"/>
                    </a:moveTo>
                    <a:lnTo>
                      <a:pt x="501" y="45"/>
                    </a:lnTo>
                    <a:lnTo>
                      <a:pt x="485" y="64"/>
                    </a:lnTo>
                    <a:lnTo>
                      <a:pt x="459" y="83"/>
                    </a:lnTo>
                    <a:lnTo>
                      <a:pt x="428" y="100"/>
                    </a:lnTo>
                    <a:lnTo>
                      <a:pt x="390" y="111"/>
                    </a:lnTo>
                    <a:lnTo>
                      <a:pt x="350" y="121"/>
                    </a:lnTo>
                    <a:lnTo>
                      <a:pt x="307" y="128"/>
                    </a:lnTo>
                    <a:lnTo>
                      <a:pt x="262" y="130"/>
                    </a:lnTo>
                    <a:lnTo>
                      <a:pt x="218" y="128"/>
                    </a:lnTo>
                    <a:lnTo>
                      <a:pt x="173" y="123"/>
                    </a:lnTo>
                    <a:lnTo>
                      <a:pt x="133" y="114"/>
                    </a:lnTo>
                    <a:lnTo>
                      <a:pt x="95" y="102"/>
                    </a:lnTo>
                    <a:lnTo>
                      <a:pt x="64" y="85"/>
                    </a:lnTo>
                    <a:lnTo>
                      <a:pt x="36" y="69"/>
                    </a:lnTo>
                    <a:lnTo>
                      <a:pt x="17" y="48"/>
                    </a:lnTo>
                    <a:lnTo>
                      <a:pt x="5" y="26"/>
                    </a:lnTo>
                    <a:lnTo>
                      <a:pt x="0" y="5"/>
                    </a:lnTo>
                    <a:lnTo>
                      <a:pt x="0" y="81"/>
                    </a:lnTo>
                    <a:lnTo>
                      <a:pt x="5" y="102"/>
                    </a:lnTo>
                    <a:lnTo>
                      <a:pt x="17" y="123"/>
                    </a:lnTo>
                    <a:lnTo>
                      <a:pt x="36" y="142"/>
                    </a:lnTo>
                    <a:lnTo>
                      <a:pt x="64" y="161"/>
                    </a:lnTo>
                    <a:lnTo>
                      <a:pt x="95" y="178"/>
                    </a:lnTo>
                    <a:lnTo>
                      <a:pt x="133" y="189"/>
                    </a:lnTo>
                    <a:lnTo>
                      <a:pt x="173" y="199"/>
                    </a:lnTo>
                    <a:lnTo>
                      <a:pt x="218" y="204"/>
                    </a:lnTo>
                    <a:lnTo>
                      <a:pt x="262" y="206"/>
                    </a:lnTo>
                    <a:lnTo>
                      <a:pt x="307" y="204"/>
                    </a:lnTo>
                    <a:lnTo>
                      <a:pt x="350" y="196"/>
                    </a:lnTo>
                    <a:lnTo>
                      <a:pt x="390" y="187"/>
                    </a:lnTo>
                    <a:lnTo>
                      <a:pt x="428" y="173"/>
                    </a:lnTo>
                    <a:lnTo>
                      <a:pt x="459" y="159"/>
                    </a:lnTo>
                    <a:lnTo>
                      <a:pt x="485" y="140"/>
                    </a:lnTo>
                    <a:lnTo>
                      <a:pt x="501" y="118"/>
                    </a:lnTo>
                    <a:lnTo>
                      <a:pt x="513" y="97"/>
                    </a:lnTo>
                    <a:lnTo>
                      <a:pt x="515" y="76"/>
                    </a:lnTo>
                    <a:lnTo>
                      <a:pt x="515" y="0"/>
                    </a:lnTo>
                    <a:lnTo>
                      <a:pt x="513" y="22"/>
                    </a:lnTo>
                    <a:close/>
                  </a:path>
                </a:pathLst>
              </a:custGeom>
              <a:solidFill>
                <a:schemeClr val="tx2">
                  <a:lumMod val="75000"/>
                </a:schemeClr>
              </a:solidFill>
              <a:ln>
                <a:noFill/>
              </a:ln>
              <a:effectLst/>
              <a:extLst>
                <a:ext uri="{91240B29-F687-4F45-9708-019B960494DF}">
                  <a14:hiddenLine xmlns:a14="http://schemas.microsoft.com/office/drawing/2010/main" w="9525" cap="flat"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grpSp>
        <p:grpSp>
          <p:nvGrpSpPr>
            <p:cNvPr id="48" name="Group 47"/>
            <p:cNvGrpSpPr/>
            <p:nvPr/>
          </p:nvGrpSpPr>
          <p:grpSpPr>
            <a:xfrm>
              <a:off x="1856852" y="2089132"/>
              <a:ext cx="889000" cy="1039813"/>
              <a:chOff x="1843405" y="2102579"/>
              <a:chExt cx="889000" cy="1039813"/>
            </a:xfrm>
          </p:grpSpPr>
          <p:sp>
            <p:nvSpPr>
              <p:cNvPr id="49" name="Freeform 27"/>
              <p:cNvSpPr>
                <a:spLocks/>
              </p:cNvSpPr>
              <p:nvPr/>
            </p:nvSpPr>
            <p:spPr bwMode="auto">
              <a:xfrm>
                <a:off x="1843405" y="2316892"/>
                <a:ext cx="889000" cy="825500"/>
              </a:xfrm>
              <a:custGeom>
                <a:avLst/>
                <a:gdLst>
                  <a:gd name="T0" fmla="*/ 557 w 560"/>
                  <a:gd name="T1" fmla="*/ 24 h 520"/>
                  <a:gd name="T2" fmla="*/ 546 w 560"/>
                  <a:gd name="T3" fmla="*/ 47 h 520"/>
                  <a:gd name="T4" fmla="*/ 524 w 560"/>
                  <a:gd name="T5" fmla="*/ 69 h 520"/>
                  <a:gd name="T6" fmla="*/ 498 w 560"/>
                  <a:gd name="T7" fmla="*/ 90 h 520"/>
                  <a:gd name="T8" fmla="*/ 465 w 560"/>
                  <a:gd name="T9" fmla="*/ 104 h 520"/>
                  <a:gd name="T10" fmla="*/ 465 w 560"/>
                  <a:gd name="T11" fmla="*/ 104 h 520"/>
                  <a:gd name="T12" fmla="*/ 463 w 560"/>
                  <a:gd name="T13" fmla="*/ 106 h 520"/>
                  <a:gd name="T14" fmla="*/ 425 w 560"/>
                  <a:gd name="T15" fmla="*/ 121 h 520"/>
                  <a:gd name="T16" fmla="*/ 380 w 560"/>
                  <a:gd name="T17" fmla="*/ 130 h 520"/>
                  <a:gd name="T18" fmla="*/ 333 w 560"/>
                  <a:gd name="T19" fmla="*/ 137 h 520"/>
                  <a:gd name="T20" fmla="*/ 286 w 560"/>
                  <a:gd name="T21" fmla="*/ 140 h 520"/>
                  <a:gd name="T22" fmla="*/ 272 w 560"/>
                  <a:gd name="T23" fmla="*/ 140 h 520"/>
                  <a:gd name="T24" fmla="*/ 272 w 560"/>
                  <a:gd name="T25" fmla="*/ 140 h 520"/>
                  <a:gd name="T26" fmla="*/ 236 w 560"/>
                  <a:gd name="T27" fmla="*/ 140 h 520"/>
                  <a:gd name="T28" fmla="*/ 189 w 560"/>
                  <a:gd name="T29" fmla="*/ 132 h 520"/>
                  <a:gd name="T30" fmla="*/ 144 w 560"/>
                  <a:gd name="T31" fmla="*/ 123 h 520"/>
                  <a:gd name="T32" fmla="*/ 104 w 560"/>
                  <a:gd name="T33" fmla="*/ 109 h 520"/>
                  <a:gd name="T34" fmla="*/ 94 w 560"/>
                  <a:gd name="T35" fmla="*/ 104 h 520"/>
                  <a:gd name="T36" fmla="*/ 94 w 560"/>
                  <a:gd name="T37" fmla="*/ 104 h 520"/>
                  <a:gd name="T38" fmla="*/ 68 w 560"/>
                  <a:gd name="T39" fmla="*/ 92 h 520"/>
                  <a:gd name="T40" fmla="*/ 40 w 560"/>
                  <a:gd name="T41" fmla="*/ 73 h 520"/>
                  <a:gd name="T42" fmla="*/ 19 w 560"/>
                  <a:gd name="T43" fmla="*/ 52 h 520"/>
                  <a:gd name="T44" fmla="*/ 7 w 560"/>
                  <a:gd name="T45" fmla="*/ 28 h 520"/>
                  <a:gd name="T46" fmla="*/ 0 w 560"/>
                  <a:gd name="T47" fmla="*/ 5 h 520"/>
                  <a:gd name="T48" fmla="*/ 0 w 560"/>
                  <a:gd name="T49" fmla="*/ 461 h 520"/>
                  <a:gd name="T50" fmla="*/ 38 w 560"/>
                  <a:gd name="T51" fmla="*/ 477 h 520"/>
                  <a:gd name="T52" fmla="*/ 92 w 560"/>
                  <a:gd name="T53" fmla="*/ 496 h 520"/>
                  <a:gd name="T54" fmla="*/ 154 w 560"/>
                  <a:gd name="T55" fmla="*/ 510 h 520"/>
                  <a:gd name="T56" fmla="*/ 220 w 560"/>
                  <a:gd name="T57" fmla="*/ 517 h 520"/>
                  <a:gd name="T58" fmla="*/ 288 w 560"/>
                  <a:gd name="T59" fmla="*/ 520 h 520"/>
                  <a:gd name="T60" fmla="*/ 354 w 560"/>
                  <a:gd name="T61" fmla="*/ 517 h 520"/>
                  <a:gd name="T62" fmla="*/ 420 w 560"/>
                  <a:gd name="T63" fmla="*/ 508 h 520"/>
                  <a:gd name="T64" fmla="*/ 480 w 560"/>
                  <a:gd name="T65" fmla="*/ 494 h 520"/>
                  <a:gd name="T66" fmla="*/ 534 w 560"/>
                  <a:gd name="T67" fmla="*/ 475 h 520"/>
                  <a:gd name="T68" fmla="*/ 560 w 560"/>
                  <a:gd name="T69" fmla="*/ 461 h 520"/>
                  <a:gd name="T70" fmla="*/ 560 w 560"/>
                  <a:gd name="T71" fmla="*/ 0 h 520"/>
                  <a:gd name="T72" fmla="*/ 557 w 560"/>
                  <a:gd name="T73" fmla="*/ 24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0" h="520">
                    <a:moveTo>
                      <a:pt x="557" y="24"/>
                    </a:moveTo>
                    <a:lnTo>
                      <a:pt x="546" y="47"/>
                    </a:lnTo>
                    <a:lnTo>
                      <a:pt x="524" y="69"/>
                    </a:lnTo>
                    <a:lnTo>
                      <a:pt x="498" y="90"/>
                    </a:lnTo>
                    <a:lnTo>
                      <a:pt x="465" y="104"/>
                    </a:lnTo>
                    <a:lnTo>
                      <a:pt x="465" y="104"/>
                    </a:lnTo>
                    <a:lnTo>
                      <a:pt x="463" y="106"/>
                    </a:lnTo>
                    <a:lnTo>
                      <a:pt x="425" y="121"/>
                    </a:lnTo>
                    <a:lnTo>
                      <a:pt x="380" y="130"/>
                    </a:lnTo>
                    <a:lnTo>
                      <a:pt x="333" y="137"/>
                    </a:lnTo>
                    <a:lnTo>
                      <a:pt x="286" y="140"/>
                    </a:lnTo>
                    <a:lnTo>
                      <a:pt x="272" y="140"/>
                    </a:lnTo>
                    <a:lnTo>
                      <a:pt x="272" y="140"/>
                    </a:lnTo>
                    <a:lnTo>
                      <a:pt x="236" y="140"/>
                    </a:lnTo>
                    <a:lnTo>
                      <a:pt x="189" y="132"/>
                    </a:lnTo>
                    <a:lnTo>
                      <a:pt x="144" y="123"/>
                    </a:lnTo>
                    <a:lnTo>
                      <a:pt x="104" y="109"/>
                    </a:lnTo>
                    <a:lnTo>
                      <a:pt x="94" y="104"/>
                    </a:lnTo>
                    <a:lnTo>
                      <a:pt x="94" y="104"/>
                    </a:lnTo>
                    <a:lnTo>
                      <a:pt x="68" y="92"/>
                    </a:lnTo>
                    <a:lnTo>
                      <a:pt x="40" y="73"/>
                    </a:lnTo>
                    <a:lnTo>
                      <a:pt x="19" y="52"/>
                    </a:lnTo>
                    <a:lnTo>
                      <a:pt x="7" y="28"/>
                    </a:lnTo>
                    <a:lnTo>
                      <a:pt x="0" y="5"/>
                    </a:lnTo>
                    <a:lnTo>
                      <a:pt x="0" y="461"/>
                    </a:lnTo>
                    <a:lnTo>
                      <a:pt x="38" y="477"/>
                    </a:lnTo>
                    <a:lnTo>
                      <a:pt x="92" y="496"/>
                    </a:lnTo>
                    <a:lnTo>
                      <a:pt x="154" y="510"/>
                    </a:lnTo>
                    <a:lnTo>
                      <a:pt x="220" y="517"/>
                    </a:lnTo>
                    <a:lnTo>
                      <a:pt x="288" y="520"/>
                    </a:lnTo>
                    <a:lnTo>
                      <a:pt x="354" y="517"/>
                    </a:lnTo>
                    <a:lnTo>
                      <a:pt x="420" y="508"/>
                    </a:lnTo>
                    <a:lnTo>
                      <a:pt x="480" y="494"/>
                    </a:lnTo>
                    <a:lnTo>
                      <a:pt x="534" y="475"/>
                    </a:lnTo>
                    <a:lnTo>
                      <a:pt x="560" y="461"/>
                    </a:lnTo>
                    <a:lnTo>
                      <a:pt x="560" y="0"/>
                    </a:lnTo>
                    <a:lnTo>
                      <a:pt x="557" y="24"/>
                    </a:lnTo>
                    <a:close/>
                  </a:path>
                </a:pathLst>
              </a:custGeom>
              <a:solidFill>
                <a:schemeClr val="accent4">
                  <a:lumMod val="75000"/>
                </a:schemeClr>
              </a:solidFill>
              <a:ln>
                <a:noFill/>
              </a:ln>
              <a:effectLst/>
              <a:extLst>
                <a:ext uri="{91240B29-F687-4F45-9708-019B960494DF}">
                  <a14:hiddenLine xmlns:a14="http://schemas.microsoft.com/office/drawing/2010/main" w="9525" cap="flat"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50" name="Freeform 29"/>
              <p:cNvSpPr>
                <a:spLocks/>
              </p:cNvSpPr>
              <p:nvPr/>
            </p:nvSpPr>
            <p:spPr bwMode="auto">
              <a:xfrm>
                <a:off x="1843405" y="2102579"/>
                <a:ext cx="889000" cy="436563"/>
              </a:xfrm>
              <a:custGeom>
                <a:avLst/>
                <a:gdLst>
                  <a:gd name="T0" fmla="*/ 555 w 560"/>
                  <a:gd name="T1" fmla="*/ 112 h 275"/>
                  <a:gd name="T2" fmla="*/ 541 w 560"/>
                  <a:gd name="T3" fmla="*/ 88 h 275"/>
                  <a:gd name="T4" fmla="*/ 520 w 560"/>
                  <a:gd name="T5" fmla="*/ 67 h 275"/>
                  <a:gd name="T6" fmla="*/ 491 w 560"/>
                  <a:gd name="T7" fmla="*/ 48 h 275"/>
                  <a:gd name="T8" fmla="*/ 456 w 560"/>
                  <a:gd name="T9" fmla="*/ 31 h 275"/>
                  <a:gd name="T10" fmla="*/ 416 w 560"/>
                  <a:gd name="T11" fmla="*/ 17 h 275"/>
                  <a:gd name="T12" fmla="*/ 371 w 560"/>
                  <a:gd name="T13" fmla="*/ 8 h 275"/>
                  <a:gd name="T14" fmla="*/ 324 w 560"/>
                  <a:gd name="T15" fmla="*/ 0 h 275"/>
                  <a:gd name="T16" fmla="*/ 276 w 560"/>
                  <a:gd name="T17" fmla="*/ 0 h 275"/>
                  <a:gd name="T18" fmla="*/ 227 w 560"/>
                  <a:gd name="T19" fmla="*/ 3 h 275"/>
                  <a:gd name="T20" fmla="*/ 180 w 560"/>
                  <a:gd name="T21" fmla="*/ 10 h 275"/>
                  <a:gd name="T22" fmla="*/ 137 w 560"/>
                  <a:gd name="T23" fmla="*/ 19 h 275"/>
                  <a:gd name="T24" fmla="*/ 97 w 560"/>
                  <a:gd name="T25" fmla="*/ 34 h 275"/>
                  <a:gd name="T26" fmla="*/ 64 w 560"/>
                  <a:gd name="T27" fmla="*/ 50 h 275"/>
                  <a:gd name="T28" fmla="*/ 35 w 560"/>
                  <a:gd name="T29" fmla="*/ 71 h 275"/>
                  <a:gd name="T30" fmla="*/ 17 w 560"/>
                  <a:gd name="T31" fmla="*/ 93 h 275"/>
                  <a:gd name="T32" fmla="*/ 5 w 560"/>
                  <a:gd name="T33" fmla="*/ 116 h 275"/>
                  <a:gd name="T34" fmla="*/ 0 w 560"/>
                  <a:gd name="T35" fmla="*/ 140 h 275"/>
                  <a:gd name="T36" fmla="*/ 7 w 560"/>
                  <a:gd name="T37" fmla="*/ 163 h 275"/>
                  <a:gd name="T38" fmla="*/ 19 w 560"/>
                  <a:gd name="T39" fmla="*/ 187 h 275"/>
                  <a:gd name="T40" fmla="*/ 40 w 560"/>
                  <a:gd name="T41" fmla="*/ 208 h 275"/>
                  <a:gd name="T42" fmla="*/ 68 w 560"/>
                  <a:gd name="T43" fmla="*/ 227 h 275"/>
                  <a:gd name="T44" fmla="*/ 104 w 560"/>
                  <a:gd name="T45" fmla="*/ 244 h 275"/>
                  <a:gd name="T46" fmla="*/ 144 w 560"/>
                  <a:gd name="T47" fmla="*/ 258 h 275"/>
                  <a:gd name="T48" fmla="*/ 189 w 560"/>
                  <a:gd name="T49" fmla="*/ 267 h 275"/>
                  <a:gd name="T50" fmla="*/ 236 w 560"/>
                  <a:gd name="T51" fmla="*/ 275 h 275"/>
                  <a:gd name="T52" fmla="*/ 286 w 560"/>
                  <a:gd name="T53" fmla="*/ 275 h 275"/>
                  <a:gd name="T54" fmla="*/ 333 w 560"/>
                  <a:gd name="T55" fmla="*/ 272 h 275"/>
                  <a:gd name="T56" fmla="*/ 380 w 560"/>
                  <a:gd name="T57" fmla="*/ 265 h 275"/>
                  <a:gd name="T58" fmla="*/ 425 w 560"/>
                  <a:gd name="T59" fmla="*/ 256 h 275"/>
                  <a:gd name="T60" fmla="*/ 463 w 560"/>
                  <a:gd name="T61" fmla="*/ 241 h 275"/>
                  <a:gd name="T62" fmla="*/ 498 w 560"/>
                  <a:gd name="T63" fmla="*/ 225 h 275"/>
                  <a:gd name="T64" fmla="*/ 524 w 560"/>
                  <a:gd name="T65" fmla="*/ 204 h 275"/>
                  <a:gd name="T66" fmla="*/ 546 w 560"/>
                  <a:gd name="T67" fmla="*/ 182 h 275"/>
                  <a:gd name="T68" fmla="*/ 557 w 560"/>
                  <a:gd name="T69" fmla="*/ 159 h 275"/>
                  <a:gd name="T70" fmla="*/ 560 w 560"/>
                  <a:gd name="T71" fmla="*/ 135 h 275"/>
                  <a:gd name="T72" fmla="*/ 555 w 560"/>
                  <a:gd name="T73" fmla="*/ 11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0" h="275">
                    <a:moveTo>
                      <a:pt x="555" y="112"/>
                    </a:moveTo>
                    <a:lnTo>
                      <a:pt x="541" y="88"/>
                    </a:lnTo>
                    <a:lnTo>
                      <a:pt x="520" y="67"/>
                    </a:lnTo>
                    <a:lnTo>
                      <a:pt x="491" y="48"/>
                    </a:lnTo>
                    <a:lnTo>
                      <a:pt x="456" y="31"/>
                    </a:lnTo>
                    <a:lnTo>
                      <a:pt x="416" y="17"/>
                    </a:lnTo>
                    <a:lnTo>
                      <a:pt x="371" y="8"/>
                    </a:lnTo>
                    <a:lnTo>
                      <a:pt x="324" y="0"/>
                    </a:lnTo>
                    <a:lnTo>
                      <a:pt x="276" y="0"/>
                    </a:lnTo>
                    <a:lnTo>
                      <a:pt x="227" y="3"/>
                    </a:lnTo>
                    <a:lnTo>
                      <a:pt x="180" y="10"/>
                    </a:lnTo>
                    <a:lnTo>
                      <a:pt x="137" y="19"/>
                    </a:lnTo>
                    <a:lnTo>
                      <a:pt x="97" y="34"/>
                    </a:lnTo>
                    <a:lnTo>
                      <a:pt x="64" y="50"/>
                    </a:lnTo>
                    <a:lnTo>
                      <a:pt x="35" y="71"/>
                    </a:lnTo>
                    <a:lnTo>
                      <a:pt x="17" y="93"/>
                    </a:lnTo>
                    <a:lnTo>
                      <a:pt x="5" y="116"/>
                    </a:lnTo>
                    <a:lnTo>
                      <a:pt x="0" y="140"/>
                    </a:lnTo>
                    <a:lnTo>
                      <a:pt x="7" y="163"/>
                    </a:lnTo>
                    <a:lnTo>
                      <a:pt x="19" y="187"/>
                    </a:lnTo>
                    <a:lnTo>
                      <a:pt x="40" y="208"/>
                    </a:lnTo>
                    <a:lnTo>
                      <a:pt x="68" y="227"/>
                    </a:lnTo>
                    <a:lnTo>
                      <a:pt x="104" y="244"/>
                    </a:lnTo>
                    <a:lnTo>
                      <a:pt x="144" y="258"/>
                    </a:lnTo>
                    <a:lnTo>
                      <a:pt x="189" y="267"/>
                    </a:lnTo>
                    <a:lnTo>
                      <a:pt x="236" y="275"/>
                    </a:lnTo>
                    <a:lnTo>
                      <a:pt x="286" y="275"/>
                    </a:lnTo>
                    <a:lnTo>
                      <a:pt x="333" y="272"/>
                    </a:lnTo>
                    <a:lnTo>
                      <a:pt x="380" y="265"/>
                    </a:lnTo>
                    <a:lnTo>
                      <a:pt x="425" y="256"/>
                    </a:lnTo>
                    <a:lnTo>
                      <a:pt x="463" y="241"/>
                    </a:lnTo>
                    <a:lnTo>
                      <a:pt x="498" y="225"/>
                    </a:lnTo>
                    <a:lnTo>
                      <a:pt x="524" y="204"/>
                    </a:lnTo>
                    <a:lnTo>
                      <a:pt x="546" y="182"/>
                    </a:lnTo>
                    <a:lnTo>
                      <a:pt x="557" y="159"/>
                    </a:lnTo>
                    <a:lnTo>
                      <a:pt x="560" y="135"/>
                    </a:lnTo>
                    <a:lnTo>
                      <a:pt x="555" y="112"/>
                    </a:lnTo>
                    <a:close/>
                  </a:path>
                </a:pathLst>
              </a:custGeom>
              <a:pattFill prst="pct60">
                <a:fgClr>
                  <a:schemeClr val="accent4"/>
                </a:fgClr>
                <a:bgClr>
                  <a:schemeClr val="bg1"/>
                </a:bgClr>
              </a:patt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grpSp>
      </p:grpSp>
      <p:sp>
        <p:nvSpPr>
          <p:cNvPr id="2" name="Rectangle 1"/>
          <p:cNvSpPr/>
          <p:nvPr/>
        </p:nvSpPr>
        <p:spPr>
          <a:xfrm>
            <a:off x="7994515" y="1614871"/>
            <a:ext cx="3441968" cy="854080"/>
          </a:xfrm>
          <a:prstGeom prst="rect">
            <a:avLst/>
          </a:prstGeom>
        </p:spPr>
        <p:txBody>
          <a:bodyPr wrap="none">
            <a:spAutoFit/>
          </a:bodyPr>
          <a:lstStyle/>
          <a:p>
            <a:pPr marL="158750" marR="0" algn="justLow" rtl="1">
              <a:lnSpc>
                <a:spcPct val="150000"/>
              </a:lnSpc>
              <a:spcBef>
                <a:spcPts val="0"/>
              </a:spcBef>
              <a:spcAft>
                <a:spcPts val="0"/>
              </a:spcAft>
            </a:pPr>
            <a:r>
              <a:rPr lang="ar-JO" sz="3600" b="1" u="sng" dirty="0">
                <a:solidFill>
                  <a:srgbClr val="000000"/>
                </a:solidFill>
                <a:latin typeface="Times New Roman" panose="02020603050405020304" pitchFamily="18" charset="0"/>
                <a:ea typeface="Calibri" panose="020F0502020204030204" pitchFamily="34" charset="0"/>
                <a:cs typeface="Simplified Arabic" panose="02020603050405020304" pitchFamily="18" charset="-78"/>
              </a:rPr>
              <a:t>1. تعريف </a:t>
            </a:r>
            <a:r>
              <a:rPr lang="ar-JO" sz="3600" b="1" u="sng" dirty="0" smtClean="0">
                <a:solidFill>
                  <a:srgbClr val="000000"/>
                </a:solidFill>
                <a:latin typeface="Times New Roman" panose="02020603050405020304" pitchFamily="18" charset="0"/>
                <a:ea typeface="Calibri" panose="020F0502020204030204" pitchFamily="34" charset="0"/>
                <a:cs typeface="Simplified Arabic" panose="02020603050405020304" pitchFamily="18" charset="-78"/>
              </a:rPr>
              <a:t>الهولوجرام</a:t>
            </a:r>
            <a:endParaRPr lang="en-US" sz="3600" u="sng" dirty="0">
              <a:effectLst/>
              <a:latin typeface="Times New Roman" panose="02020603050405020304" pitchFamily="18" charset="0"/>
              <a:ea typeface="Calibri" panose="020F0502020204030204" pitchFamily="34" charset="0"/>
              <a:cs typeface="Simplified Arabic" panose="02020603050405020304" pitchFamily="18" charset="-78"/>
            </a:endParaRPr>
          </a:p>
        </p:txBody>
      </p:sp>
      <p:sp>
        <p:nvSpPr>
          <p:cNvPr id="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4283144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8" grpId="0"/>
      <p:bldP spid="2"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Subtitle 2"/>
          <p:cNvSpPr txBox="1">
            <a:spLocks/>
          </p:cNvSpPr>
          <p:nvPr/>
        </p:nvSpPr>
        <p:spPr>
          <a:xfrm>
            <a:off x="5470849" y="2223857"/>
            <a:ext cx="5825519" cy="1655748"/>
          </a:xfrm>
          <a:prstGeom prst="rect">
            <a:avLst/>
          </a:prstGeom>
        </p:spPr>
        <p:txBody>
          <a:bodyPr vert="horz" lIns="91440" tIns="45720" rIns="91440" bIns="45720" rtlCol="0">
            <a:noAutofit/>
          </a:bodyPr>
          <a:lstStyle>
            <a:lvl1pPr marL="0" indent="0" algn="ctr" defTabSz="914400" rtl="0" eaLnBrk="1" latinLnBrk="0" hangingPunct="1">
              <a:lnSpc>
                <a:spcPct val="90000"/>
              </a:lnSpc>
              <a:spcBef>
                <a:spcPts val="1000"/>
              </a:spcBef>
              <a:buFont typeface="Arial" panose="020B0604020202020204" pitchFamily="34" charset="0"/>
              <a:buNone/>
              <a:defRPr sz="20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rtl="1"/>
            <a:r>
              <a:rPr lang="ar-JO" sz="2800" b="1" dirty="0">
                <a:solidFill>
                  <a:schemeClr val="bg2">
                    <a:lumMod val="10000"/>
                  </a:schemeClr>
                </a:solidFill>
              </a:rPr>
              <a:t>عملية التصوير نفسها تسمى الهولوجرافي </a:t>
            </a:r>
            <a:r>
              <a:rPr lang="en-US" sz="2800" b="1" dirty="0">
                <a:solidFill>
                  <a:schemeClr val="bg2">
                    <a:lumMod val="10000"/>
                  </a:schemeClr>
                </a:solidFill>
              </a:rPr>
              <a:t>Holography</a:t>
            </a:r>
            <a:r>
              <a:rPr lang="ar-JO" sz="2800" b="1" dirty="0">
                <a:solidFill>
                  <a:schemeClr val="bg2">
                    <a:lumMod val="10000"/>
                  </a:schemeClr>
                </a:solidFill>
              </a:rPr>
              <a:t> ومن عملية التصوير نحصل على الهولوجرام </a:t>
            </a:r>
            <a:r>
              <a:rPr lang="en-US" sz="2800" b="1" dirty="0">
                <a:solidFill>
                  <a:schemeClr val="bg2">
                    <a:lumMod val="10000"/>
                  </a:schemeClr>
                </a:solidFill>
              </a:rPr>
              <a:t>Hologram</a:t>
            </a:r>
            <a:r>
              <a:rPr lang="ar-JO" sz="2800" b="1" dirty="0">
                <a:solidFill>
                  <a:schemeClr val="bg2">
                    <a:lumMod val="10000"/>
                  </a:schemeClr>
                </a:solidFill>
              </a:rPr>
              <a:t> وهي تعادل النيجاتيف</a:t>
            </a:r>
            <a:endParaRPr lang="en-US" sz="2800" b="1" dirty="0">
              <a:solidFill>
                <a:schemeClr val="bg2">
                  <a:lumMod val="10000"/>
                </a:schemeClr>
              </a:solidFill>
            </a:endParaRPr>
          </a:p>
        </p:txBody>
      </p:sp>
      <p:grpSp>
        <p:nvGrpSpPr>
          <p:cNvPr id="41" name="Group 40"/>
          <p:cNvGrpSpPr/>
          <p:nvPr/>
        </p:nvGrpSpPr>
        <p:grpSpPr>
          <a:xfrm>
            <a:off x="1081969" y="910541"/>
            <a:ext cx="3173561" cy="4993757"/>
            <a:chOff x="1475105" y="2089132"/>
            <a:chExt cx="1635126" cy="3300489"/>
          </a:xfrm>
        </p:grpSpPr>
        <p:grpSp>
          <p:nvGrpSpPr>
            <p:cNvPr id="42" name="Group 41"/>
            <p:cNvGrpSpPr>
              <a:grpSpLocks noChangeAspect="1"/>
            </p:cNvGrpSpPr>
            <p:nvPr/>
          </p:nvGrpSpPr>
          <p:grpSpPr>
            <a:xfrm>
              <a:off x="1475105" y="4338695"/>
              <a:ext cx="1635126" cy="1050926"/>
              <a:chOff x="4684515" y="5333778"/>
              <a:chExt cx="817563" cy="525463"/>
            </a:xfrm>
          </p:grpSpPr>
          <p:sp>
            <p:nvSpPr>
              <p:cNvPr id="66" name="Freeform 11"/>
              <p:cNvSpPr>
                <a:spLocks/>
              </p:cNvSpPr>
              <p:nvPr/>
            </p:nvSpPr>
            <p:spPr bwMode="auto">
              <a:xfrm>
                <a:off x="4752779" y="5360394"/>
                <a:ext cx="682625" cy="293688"/>
              </a:xfrm>
              <a:custGeom>
                <a:avLst/>
                <a:gdLst>
                  <a:gd name="T0" fmla="*/ 425 w 430"/>
                  <a:gd name="T1" fmla="*/ 85 h 185"/>
                  <a:gd name="T2" fmla="*/ 416 w 430"/>
                  <a:gd name="T3" fmla="*/ 69 h 185"/>
                  <a:gd name="T4" fmla="*/ 399 w 430"/>
                  <a:gd name="T5" fmla="*/ 52 h 185"/>
                  <a:gd name="T6" fmla="*/ 378 w 430"/>
                  <a:gd name="T7" fmla="*/ 38 h 185"/>
                  <a:gd name="T8" fmla="*/ 349 w 430"/>
                  <a:gd name="T9" fmla="*/ 24 h 185"/>
                  <a:gd name="T10" fmla="*/ 319 w 430"/>
                  <a:gd name="T11" fmla="*/ 15 h 185"/>
                  <a:gd name="T12" fmla="*/ 286 w 430"/>
                  <a:gd name="T13" fmla="*/ 8 h 185"/>
                  <a:gd name="T14" fmla="*/ 248 w 430"/>
                  <a:gd name="T15" fmla="*/ 3 h 185"/>
                  <a:gd name="T16" fmla="*/ 210 w 430"/>
                  <a:gd name="T17" fmla="*/ 0 h 185"/>
                  <a:gd name="T18" fmla="*/ 175 w 430"/>
                  <a:gd name="T19" fmla="*/ 3 h 185"/>
                  <a:gd name="T20" fmla="*/ 137 w 430"/>
                  <a:gd name="T21" fmla="*/ 8 h 185"/>
                  <a:gd name="T22" fmla="*/ 104 w 430"/>
                  <a:gd name="T23" fmla="*/ 17 h 185"/>
                  <a:gd name="T24" fmla="*/ 73 w 430"/>
                  <a:gd name="T25" fmla="*/ 26 h 185"/>
                  <a:gd name="T26" fmla="*/ 47 w 430"/>
                  <a:gd name="T27" fmla="*/ 41 h 185"/>
                  <a:gd name="T28" fmla="*/ 26 w 430"/>
                  <a:gd name="T29" fmla="*/ 55 h 185"/>
                  <a:gd name="T30" fmla="*/ 12 w 430"/>
                  <a:gd name="T31" fmla="*/ 71 h 185"/>
                  <a:gd name="T32" fmla="*/ 2 w 430"/>
                  <a:gd name="T33" fmla="*/ 90 h 185"/>
                  <a:gd name="T34" fmla="*/ 0 w 430"/>
                  <a:gd name="T35" fmla="*/ 109 h 185"/>
                  <a:gd name="T36" fmla="*/ 0 w 430"/>
                  <a:gd name="T37" fmla="*/ 185 h 185"/>
                  <a:gd name="T38" fmla="*/ 2 w 430"/>
                  <a:gd name="T39" fmla="*/ 166 h 185"/>
                  <a:gd name="T40" fmla="*/ 12 w 430"/>
                  <a:gd name="T41" fmla="*/ 147 h 185"/>
                  <a:gd name="T42" fmla="*/ 26 w 430"/>
                  <a:gd name="T43" fmla="*/ 130 h 185"/>
                  <a:gd name="T44" fmla="*/ 47 w 430"/>
                  <a:gd name="T45" fmla="*/ 116 h 185"/>
                  <a:gd name="T46" fmla="*/ 73 w 430"/>
                  <a:gd name="T47" fmla="*/ 102 h 185"/>
                  <a:gd name="T48" fmla="*/ 104 w 430"/>
                  <a:gd name="T49" fmla="*/ 90 h 185"/>
                  <a:gd name="T50" fmla="*/ 137 w 430"/>
                  <a:gd name="T51" fmla="*/ 83 h 185"/>
                  <a:gd name="T52" fmla="*/ 175 w 430"/>
                  <a:gd name="T53" fmla="*/ 78 h 185"/>
                  <a:gd name="T54" fmla="*/ 210 w 430"/>
                  <a:gd name="T55" fmla="*/ 76 h 185"/>
                  <a:gd name="T56" fmla="*/ 248 w 430"/>
                  <a:gd name="T57" fmla="*/ 76 h 185"/>
                  <a:gd name="T58" fmla="*/ 286 w 430"/>
                  <a:gd name="T59" fmla="*/ 81 h 185"/>
                  <a:gd name="T60" fmla="*/ 319 w 430"/>
                  <a:gd name="T61" fmla="*/ 90 h 185"/>
                  <a:gd name="T62" fmla="*/ 349 w 430"/>
                  <a:gd name="T63" fmla="*/ 100 h 185"/>
                  <a:gd name="T64" fmla="*/ 378 w 430"/>
                  <a:gd name="T65" fmla="*/ 111 h 185"/>
                  <a:gd name="T66" fmla="*/ 399 w 430"/>
                  <a:gd name="T67" fmla="*/ 128 h 185"/>
                  <a:gd name="T68" fmla="*/ 416 w 430"/>
                  <a:gd name="T69" fmla="*/ 145 h 185"/>
                  <a:gd name="T70" fmla="*/ 425 w 430"/>
                  <a:gd name="T71" fmla="*/ 161 h 185"/>
                  <a:gd name="T72" fmla="*/ 430 w 430"/>
                  <a:gd name="T73" fmla="*/ 180 h 185"/>
                  <a:gd name="T74" fmla="*/ 430 w 430"/>
                  <a:gd name="T75" fmla="*/ 104 h 185"/>
                  <a:gd name="T76" fmla="*/ 425 w 430"/>
                  <a:gd name="T77" fmla="*/ 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 h="185">
                    <a:moveTo>
                      <a:pt x="425" y="85"/>
                    </a:moveTo>
                    <a:lnTo>
                      <a:pt x="416" y="69"/>
                    </a:lnTo>
                    <a:lnTo>
                      <a:pt x="399" y="52"/>
                    </a:lnTo>
                    <a:lnTo>
                      <a:pt x="378" y="38"/>
                    </a:lnTo>
                    <a:lnTo>
                      <a:pt x="349" y="24"/>
                    </a:lnTo>
                    <a:lnTo>
                      <a:pt x="319" y="15"/>
                    </a:lnTo>
                    <a:lnTo>
                      <a:pt x="286" y="8"/>
                    </a:lnTo>
                    <a:lnTo>
                      <a:pt x="248" y="3"/>
                    </a:lnTo>
                    <a:lnTo>
                      <a:pt x="210" y="0"/>
                    </a:lnTo>
                    <a:lnTo>
                      <a:pt x="175" y="3"/>
                    </a:lnTo>
                    <a:lnTo>
                      <a:pt x="137" y="8"/>
                    </a:lnTo>
                    <a:lnTo>
                      <a:pt x="104" y="17"/>
                    </a:lnTo>
                    <a:lnTo>
                      <a:pt x="73" y="26"/>
                    </a:lnTo>
                    <a:lnTo>
                      <a:pt x="47" y="41"/>
                    </a:lnTo>
                    <a:lnTo>
                      <a:pt x="26" y="55"/>
                    </a:lnTo>
                    <a:lnTo>
                      <a:pt x="12" y="71"/>
                    </a:lnTo>
                    <a:lnTo>
                      <a:pt x="2" y="90"/>
                    </a:lnTo>
                    <a:lnTo>
                      <a:pt x="0" y="109"/>
                    </a:lnTo>
                    <a:lnTo>
                      <a:pt x="0" y="185"/>
                    </a:lnTo>
                    <a:lnTo>
                      <a:pt x="2" y="166"/>
                    </a:lnTo>
                    <a:lnTo>
                      <a:pt x="12" y="147"/>
                    </a:lnTo>
                    <a:lnTo>
                      <a:pt x="26" y="130"/>
                    </a:lnTo>
                    <a:lnTo>
                      <a:pt x="47" y="116"/>
                    </a:lnTo>
                    <a:lnTo>
                      <a:pt x="73" y="102"/>
                    </a:lnTo>
                    <a:lnTo>
                      <a:pt x="104" y="90"/>
                    </a:lnTo>
                    <a:lnTo>
                      <a:pt x="137" y="83"/>
                    </a:lnTo>
                    <a:lnTo>
                      <a:pt x="175" y="78"/>
                    </a:lnTo>
                    <a:lnTo>
                      <a:pt x="210" y="76"/>
                    </a:lnTo>
                    <a:lnTo>
                      <a:pt x="248" y="76"/>
                    </a:lnTo>
                    <a:lnTo>
                      <a:pt x="286" y="81"/>
                    </a:lnTo>
                    <a:lnTo>
                      <a:pt x="319" y="90"/>
                    </a:lnTo>
                    <a:lnTo>
                      <a:pt x="349" y="100"/>
                    </a:lnTo>
                    <a:lnTo>
                      <a:pt x="378" y="111"/>
                    </a:lnTo>
                    <a:lnTo>
                      <a:pt x="399" y="128"/>
                    </a:lnTo>
                    <a:lnTo>
                      <a:pt x="416" y="145"/>
                    </a:lnTo>
                    <a:lnTo>
                      <a:pt x="425" y="161"/>
                    </a:lnTo>
                    <a:lnTo>
                      <a:pt x="430" y="180"/>
                    </a:lnTo>
                    <a:lnTo>
                      <a:pt x="430" y="104"/>
                    </a:lnTo>
                    <a:lnTo>
                      <a:pt x="425" y="85"/>
                    </a:lnTo>
                    <a:close/>
                  </a:path>
                </a:pathLst>
              </a:custGeom>
              <a:solidFill>
                <a:schemeClr val="accent1">
                  <a:lumMod val="75000"/>
                </a:schemeClr>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67" name="Freeform 14"/>
              <p:cNvSpPr>
                <a:spLocks noEditPoints="1"/>
              </p:cNvSpPr>
              <p:nvPr/>
            </p:nvSpPr>
            <p:spPr bwMode="auto">
              <a:xfrm>
                <a:off x="4684515" y="5333778"/>
                <a:ext cx="817563" cy="404813"/>
              </a:xfrm>
              <a:custGeom>
                <a:avLst/>
                <a:gdLst>
                  <a:gd name="T0" fmla="*/ 499 w 515"/>
                  <a:gd name="T1" fmla="*/ 83 h 255"/>
                  <a:gd name="T2" fmla="*/ 451 w 515"/>
                  <a:gd name="T3" fmla="*/ 45 h 255"/>
                  <a:gd name="T4" fmla="*/ 383 w 515"/>
                  <a:gd name="T5" fmla="*/ 17 h 255"/>
                  <a:gd name="T6" fmla="*/ 298 w 515"/>
                  <a:gd name="T7" fmla="*/ 3 h 255"/>
                  <a:gd name="T8" fmla="*/ 208 w 515"/>
                  <a:gd name="T9" fmla="*/ 3 h 255"/>
                  <a:gd name="T10" fmla="*/ 125 w 515"/>
                  <a:gd name="T11" fmla="*/ 19 h 255"/>
                  <a:gd name="T12" fmla="*/ 57 w 515"/>
                  <a:gd name="T13" fmla="*/ 47 h 255"/>
                  <a:gd name="T14" fmla="*/ 14 w 515"/>
                  <a:gd name="T15" fmla="*/ 88 h 255"/>
                  <a:gd name="T16" fmla="*/ 0 w 515"/>
                  <a:gd name="T17" fmla="*/ 130 h 255"/>
                  <a:gd name="T18" fmla="*/ 17 w 515"/>
                  <a:gd name="T19" fmla="*/ 173 h 255"/>
                  <a:gd name="T20" fmla="*/ 64 w 515"/>
                  <a:gd name="T21" fmla="*/ 210 h 255"/>
                  <a:gd name="T22" fmla="*/ 133 w 515"/>
                  <a:gd name="T23" fmla="*/ 239 h 255"/>
                  <a:gd name="T24" fmla="*/ 218 w 515"/>
                  <a:gd name="T25" fmla="*/ 253 h 255"/>
                  <a:gd name="T26" fmla="*/ 307 w 515"/>
                  <a:gd name="T27" fmla="*/ 253 h 255"/>
                  <a:gd name="T28" fmla="*/ 390 w 515"/>
                  <a:gd name="T29" fmla="*/ 236 h 255"/>
                  <a:gd name="T30" fmla="*/ 459 w 515"/>
                  <a:gd name="T31" fmla="*/ 208 h 255"/>
                  <a:gd name="T32" fmla="*/ 501 w 515"/>
                  <a:gd name="T33" fmla="*/ 170 h 255"/>
                  <a:gd name="T34" fmla="*/ 515 w 515"/>
                  <a:gd name="T35" fmla="*/ 125 h 255"/>
                  <a:gd name="T36" fmla="*/ 470 w 515"/>
                  <a:gd name="T37" fmla="*/ 144 h 255"/>
                  <a:gd name="T38" fmla="*/ 447 w 515"/>
                  <a:gd name="T39" fmla="*/ 180 h 255"/>
                  <a:gd name="T40" fmla="*/ 399 w 515"/>
                  <a:gd name="T41" fmla="*/ 208 h 255"/>
                  <a:gd name="T42" fmla="*/ 336 w 515"/>
                  <a:gd name="T43" fmla="*/ 227 h 255"/>
                  <a:gd name="T44" fmla="*/ 262 w 515"/>
                  <a:gd name="T45" fmla="*/ 234 h 255"/>
                  <a:gd name="T46" fmla="*/ 187 w 515"/>
                  <a:gd name="T47" fmla="*/ 227 h 255"/>
                  <a:gd name="T48" fmla="*/ 123 w 515"/>
                  <a:gd name="T49" fmla="*/ 210 h 255"/>
                  <a:gd name="T50" fmla="*/ 74 w 515"/>
                  <a:gd name="T51" fmla="*/ 182 h 255"/>
                  <a:gd name="T52" fmla="*/ 48 w 515"/>
                  <a:gd name="T53" fmla="*/ 149 h 255"/>
                  <a:gd name="T54" fmla="*/ 45 w 515"/>
                  <a:gd name="T55" fmla="*/ 111 h 255"/>
                  <a:gd name="T56" fmla="*/ 69 w 515"/>
                  <a:gd name="T57" fmla="*/ 76 h 255"/>
                  <a:gd name="T58" fmla="*/ 116 w 515"/>
                  <a:gd name="T59" fmla="*/ 47 h 255"/>
                  <a:gd name="T60" fmla="*/ 180 w 515"/>
                  <a:gd name="T61" fmla="*/ 29 h 255"/>
                  <a:gd name="T62" fmla="*/ 253 w 515"/>
                  <a:gd name="T63" fmla="*/ 21 h 255"/>
                  <a:gd name="T64" fmla="*/ 329 w 515"/>
                  <a:gd name="T65" fmla="*/ 29 h 255"/>
                  <a:gd name="T66" fmla="*/ 392 w 515"/>
                  <a:gd name="T67" fmla="*/ 45 h 255"/>
                  <a:gd name="T68" fmla="*/ 442 w 515"/>
                  <a:gd name="T69" fmla="*/ 73 h 255"/>
                  <a:gd name="T70" fmla="*/ 468 w 515"/>
                  <a:gd name="T71" fmla="*/ 106 h 255"/>
                  <a:gd name="T72" fmla="*/ 470 w 515"/>
                  <a:gd name="T73" fmla="*/ 14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5" h="255">
                    <a:moveTo>
                      <a:pt x="511" y="104"/>
                    </a:moveTo>
                    <a:lnTo>
                      <a:pt x="499" y="83"/>
                    </a:lnTo>
                    <a:lnTo>
                      <a:pt x="480" y="62"/>
                    </a:lnTo>
                    <a:lnTo>
                      <a:pt x="451" y="45"/>
                    </a:lnTo>
                    <a:lnTo>
                      <a:pt x="421" y="29"/>
                    </a:lnTo>
                    <a:lnTo>
                      <a:pt x="383" y="17"/>
                    </a:lnTo>
                    <a:lnTo>
                      <a:pt x="343" y="7"/>
                    </a:lnTo>
                    <a:lnTo>
                      <a:pt x="298" y="3"/>
                    </a:lnTo>
                    <a:lnTo>
                      <a:pt x="253" y="0"/>
                    </a:lnTo>
                    <a:lnTo>
                      <a:pt x="208" y="3"/>
                    </a:lnTo>
                    <a:lnTo>
                      <a:pt x="166" y="10"/>
                    </a:lnTo>
                    <a:lnTo>
                      <a:pt x="125" y="19"/>
                    </a:lnTo>
                    <a:lnTo>
                      <a:pt x="88" y="31"/>
                    </a:lnTo>
                    <a:lnTo>
                      <a:pt x="57" y="47"/>
                    </a:lnTo>
                    <a:lnTo>
                      <a:pt x="33" y="66"/>
                    </a:lnTo>
                    <a:lnTo>
                      <a:pt x="14" y="88"/>
                    </a:lnTo>
                    <a:lnTo>
                      <a:pt x="3" y="109"/>
                    </a:lnTo>
                    <a:lnTo>
                      <a:pt x="0" y="130"/>
                    </a:lnTo>
                    <a:lnTo>
                      <a:pt x="5" y="151"/>
                    </a:lnTo>
                    <a:lnTo>
                      <a:pt x="17" y="173"/>
                    </a:lnTo>
                    <a:lnTo>
                      <a:pt x="36" y="194"/>
                    </a:lnTo>
                    <a:lnTo>
                      <a:pt x="64" y="210"/>
                    </a:lnTo>
                    <a:lnTo>
                      <a:pt x="95" y="227"/>
                    </a:lnTo>
                    <a:lnTo>
                      <a:pt x="133" y="239"/>
                    </a:lnTo>
                    <a:lnTo>
                      <a:pt x="173" y="248"/>
                    </a:lnTo>
                    <a:lnTo>
                      <a:pt x="218" y="253"/>
                    </a:lnTo>
                    <a:lnTo>
                      <a:pt x="262" y="255"/>
                    </a:lnTo>
                    <a:lnTo>
                      <a:pt x="307" y="253"/>
                    </a:lnTo>
                    <a:lnTo>
                      <a:pt x="350" y="246"/>
                    </a:lnTo>
                    <a:lnTo>
                      <a:pt x="390" y="236"/>
                    </a:lnTo>
                    <a:lnTo>
                      <a:pt x="428" y="225"/>
                    </a:lnTo>
                    <a:lnTo>
                      <a:pt x="459" y="208"/>
                    </a:lnTo>
                    <a:lnTo>
                      <a:pt x="485" y="189"/>
                    </a:lnTo>
                    <a:lnTo>
                      <a:pt x="501" y="170"/>
                    </a:lnTo>
                    <a:lnTo>
                      <a:pt x="513" y="147"/>
                    </a:lnTo>
                    <a:lnTo>
                      <a:pt x="515" y="125"/>
                    </a:lnTo>
                    <a:lnTo>
                      <a:pt x="511" y="104"/>
                    </a:lnTo>
                    <a:close/>
                    <a:moveTo>
                      <a:pt x="470" y="144"/>
                    </a:moveTo>
                    <a:lnTo>
                      <a:pt x="461" y="163"/>
                    </a:lnTo>
                    <a:lnTo>
                      <a:pt x="447" y="180"/>
                    </a:lnTo>
                    <a:lnTo>
                      <a:pt x="425" y="194"/>
                    </a:lnTo>
                    <a:lnTo>
                      <a:pt x="399" y="208"/>
                    </a:lnTo>
                    <a:lnTo>
                      <a:pt x="369" y="217"/>
                    </a:lnTo>
                    <a:lnTo>
                      <a:pt x="336" y="227"/>
                    </a:lnTo>
                    <a:lnTo>
                      <a:pt x="298" y="232"/>
                    </a:lnTo>
                    <a:lnTo>
                      <a:pt x="262" y="234"/>
                    </a:lnTo>
                    <a:lnTo>
                      <a:pt x="225" y="232"/>
                    </a:lnTo>
                    <a:lnTo>
                      <a:pt x="187" y="227"/>
                    </a:lnTo>
                    <a:lnTo>
                      <a:pt x="154" y="220"/>
                    </a:lnTo>
                    <a:lnTo>
                      <a:pt x="123" y="210"/>
                    </a:lnTo>
                    <a:lnTo>
                      <a:pt x="95" y="196"/>
                    </a:lnTo>
                    <a:lnTo>
                      <a:pt x="74" y="182"/>
                    </a:lnTo>
                    <a:lnTo>
                      <a:pt x="57" y="166"/>
                    </a:lnTo>
                    <a:lnTo>
                      <a:pt x="48" y="149"/>
                    </a:lnTo>
                    <a:lnTo>
                      <a:pt x="43" y="130"/>
                    </a:lnTo>
                    <a:lnTo>
                      <a:pt x="45" y="111"/>
                    </a:lnTo>
                    <a:lnTo>
                      <a:pt x="55" y="92"/>
                    </a:lnTo>
                    <a:lnTo>
                      <a:pt x="69" y="76"/>
                    </a:lnTo>
                    <a:lnTo>
                      <a:pt x="90" y="62"/>
                    </a:lnTo>
                    <a:lnTo>
                      <a:pt x="116" y="47"/>
                    </a:lnTo>
                    <a:lnTo>
                      <a:pt x="147" y="38"/>
                    </a:lnTo>
                    <a:lnTo>
                      <a:pt x="180" y="29"/>
                    </a:lnTo>
                    <a:lnTo>
                      <a:pt x="218" y="24"/>
                    </a:lnTo>
                    <a:lnTo>
                      <a:pt x="253" y="21"/>
                    </a:lnTo>
                    <a:lnTo>
                      <a:pt x="291" y="24"/>
                    </a:lnTo>
                    <a:lnTo>
                      <a:pt x="329" y="29"/>
                    </a:lnTo>
                    <a:lnTo>
                      <a:pt x="362" y="36"/>
                    </a:lnTo>
                    <a:lnTo>
                      <a:pt x="392" y="45"/>
                    </a:lnTo>
                    <a:lnTo>
                      <a:pt x="421" y="59"/>
                    </a:lnTo>
                    <a:lnTo>
                      <a:pt x="442" y="73"/>
                    </a:lnTo>
                    <a:lnTo>
                      <a:pt x="459" y="90"/>
                    </a:lnTo>
                    <a:lnTo>
                      <a:pt x="468" y="106"/>
                    </a:lnTo>
                    <a:lnTo>
                      <a:pt x="473" y="125"/>
                    </a:lnTo>
                    <a:lnTo>
                      <a:pt x="470" y="144"/>
                    </a:lnTo>
                    <a:close/>
                  </a:path>
                </a:pathLst>
              </a:custGeom>
              <a:solidFill>
                <a:schemeClr val="accent1"/>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68" name="Freeform 18"/>
              <p:cNvSpPr>
                <a:spLocks/>
              </p:cNvSpPr>
              <p:nvPr/>
            </p:nvSpPr>
            <p:spPr bwMode="auto">
              <a:xfrm>
                <a:off x="4684515" y="5532216"/>
                <a:ext cx="817563" cy="327025"/>
              </a:xfrm>
              <a:custGeom>
                <a:avLst/>
                <a:gdLst>
                  <a:gd name="T0" fmla="*/ 513 w 515"/>
                  <a:gd name="T1" fmla="*/ 22 h 206"/>
                  <a:gd name="T2" fmla="*/ 501 w 515"/>
                  <a:gd name="T3" fmla="*/ 45 h 206"/>
                  <a:gd name="T4" fmla="*/ 485 w 515"/>
                  <a:gd name="T5" fmla="*/ 64 h 206"/>
                  <a:gd name="T6" fmla="*/ 459 w 515"/>
                  <a:gd name="T7" fmla="*/ 83 h 206"/>
                  <a:gd name="T8" fmla="*/ 428 w 515"/>
                  <a:gd name="T9" fmla="*/ 100 h 206"/>
                  <a:gd name="T10" fmla="*/ 390 w 515"/>
                  <a:gd name="T11" fmla="*/ 111 h 206"/>
                  <a:gd name="T12" fmla="*/ 350 w 515"/>
                  <a:gd name="T13" fmla="*/ 121 h 206"/>
                  <a:gd name="T14" fmla="*/ 307 w 515"/>
                  <a:gd name="T15" fmla="*/ 128 h 206"/>
                  <a:gd name="T16" fmla="*/ 262 w 515"/>
                  <a:gd name="T17" fmla="*/ 130 h 206"/>
                  <a:gd name="T18" fmla="*/ 218 w 515"/>
                  <a:gd name="T19" fmla="*/ 128 h 206"/>
                  <a:gd name="T20" fmla="*/ 173 w 515"/>
                  <a:gd name="T21" fmla="*/ 123 h 206"/>
                  <a:gd name="T22" fmla="*/ 133 w 515"/>
                  <a:gd name="T23" fmla="*/ 114 h 206"/>
                  <a:gd name="T24" fmla="*/ 95 w 515"/>
                  <a:gd name="T25" fmla="*/ 102 h 206"/>
                  <a:gd name="T26" fmla="*/ 64 w 515"/>
                  <a:gd name="T27" fmla="*/ 85 h 206"/>
                  <a:gd name="T28" fmla="*/ 36 w 515"/>
                  <a:gd name="T29" fmla="*/ 69 h 206"/>
                  <a:gd name="T30" fmla="*/ 17 w 515"/>
                  <a:gd name="T31" fmla="*/ 48 h 206"/>
                  <a:gd name="T32" fmla="*/ 5 w 515"/>
                  <a:gd name="T33" fmla="*/ 26 h 206"/>
                  <a:gd name="T34" fmla="*/ 0 w 515"/>
                  <a:gd name="T35" fmla="*/ 5 h 206"/>
                  <a:gd name="T36" fmla="*/ 0 w 515"/>
                  <a:gd name="T37" fmla="*/ 81 h 206"/>
                  <a:gd name="T38" fmla="*/ 5 w 515"/>
                  <a:gd name="T39" fmla="*/ 102 h 206"/>
                  <a:gd name="T40" fmla="*/ 17 w 515"/>
                  <a:gd name="T41" fmla="*/ 123 h 206"/>
                  <a:gd name="T42" fmla="*/ 36 w 515"/>
                  <a:gd name="T43" fmla="*/ 142 h 206"/>
                  <a:gd name="T44" fmla="*/ 64 w 515"/>
                  <a:gd name="T45" fmla="*/ 161 h 206"/>
                  <a:gd name="T46" fmla="*/ 95 w 515"/>
                  <a:gd name="T47" fmla="*/ 178 h 206"/>
                  <a:gd name="T48" fmla="*/ 133 w 515"/>
                  <a:gd name="T49" fmla="*/ 189 h 206"/>
                  <a:gd name="T50" fmla="*/ 173 w 515"/>
                  <a:gd name="T51" fmla="*/ 199 h 206"/>
                  <a:gd name="T52" fmla="*/ 218 w 515"/>
                  <a:gd name="T53" fmla="*/ 204 h 206"/>
                  <a:gd name="T54" fmla="*/ 262 w 515"/>
                  <a:gd name="T55" fmla="*/ 206 h 206"/>
                  <a:gd name="T56" fmla="*/ 307 w 515"/>
                  <a:gd name="T57" fmla="*/ 204 h 206"/>
                  <a:gd name="T58" fmla="*/ 350 w 515"/>
                  <a:gd name="T59" fmla="*/ 196 h 206"/>
                  <a:gd name="T60" fmla="*/ 390 w 515"/>
                  <a:gd name="T61" fmla="*/ 187 h 206"/>
                  <a:gd name="T62" fmla="*/ 428 w 515"/>
                  <a:gd name="T63" fmla="*/ 173 h 206"/>
                  <a:gd name="T64" fmla="*/ 459 w 515"/>
                  <a:gd name="T65" fmla="*/ 159 h 206"/>
                  <a:gd name="T66" fmla="*/ 485 w 515"/>
                  <a:gd name="T67" fmla="*/ 140 h 206"/>
                  <a:gd name="T68" fmla="*/ 501 w 515"/>
                  <a:gd name="T69" fmla="*/ 118 h 206"/>
                  <a:gd name="T70" fmla="*/ 513 w 515"/>
                  <a:gd name="T71" fmla="*/ 97 h 206"/>
                  <a:gd name="T72" fmla="*/ 515 w 515"/>
                  <a:gd name="T73" fmla="*/ 76 h 206"/>
                  <a:gd name="T74" fmla="*/ 515 w 515"/>
                  <a:gd name="T75" fmla="*/ 0 h 206"/>
                  <a:gd name="T76" fmla="*/ 513 w 515"/>
                  <a:gd name="T77" fmla="*/ 2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5" h="206">
                    <a:moveTo>
                      <a:pt x="513" y="22"/>
                    </a:moveTo>
                    <a:lnTo>
                      <a:pt x="501" y="45"/>
                    </a:lnTo>
                    <a:lnTo>
                      <a:pt x="485" y="64"/>
                    </a:lnTo>
                    <a:lnTo>
                      <a:pt x="459" y="83"/>
                    </a:lnTo>
                    <a:lnTo>
                      <a:pt x="428" y="100"/>
                    </a:lnTo>
                    <a:lnTo>
                      <a:pt x="390" y="111"/>
                    </a:lnTo>
                    <a:lnTo>
                      <a:pt x="350" y="121"/>
                    </a:lnTo>
                    <a:lnTo>
                      <a:pt x="307" y="128"/>
                    </a:lnTo>
                    <a:lnTo>
                      <a:pt x="262" y="130"/>
                    </a:lnTo>
                    <a:lnTo>
                      <a:pt x="218" y="128"/>
                    </a:lnTo>
                    <a:lnTo>
                      <a:pt x="173" y="123"/>
                    </a:lnTo>
                    <a:lnTo>
                      <a:pt x="133" y="114"/>
                    </a:lnTo>
                    <a:lnTo>
                      <a:pt x="95" y="102"/>
                    </a:lnTo>
                    <a:lnTo>
                      <a:pt x="64" y="85"/>
                    </a:lnTo>
                    <a:lnTo>
                      <a:pt x="36" y="69"/>
                    </a:lnTo>
                    <a:lnTo>
                      <a:pt x="17" y="48"/>
                    </a:lnTo>
                    <a:lnTo>
                      <a:pt x="5" y="26"/>
                    </a:lnTo>
                    <a:lnTo>
                      <a:pt x="0" y="5"/>
                    </a:lnTo>
                    <a:lnTo>
                      <a:pt x="0" y="81"/>
                    </a:lnTo>
                    <a:lnTo>
                      <a:pt x="5" y="102"/>
                    </a:lnTo>
                    <a:lnTo>
                      <a:pt x="17" y="123"/>
                    </a:lnTo>
                    <a:lnTo>
                      <a:pt x="36" y="142"/>
                    </a:lnTo>
                    <a:lnTo>
                      <a:pt x="64" y="161"/>
                    </a:lnTo>
                    <a:lnTo>
                      <a:pt x="95" y="178"/>
                    </a:lnTo>
                    <a:lnTo>
                      <a:pt x="133" y="189"/>
                    </a:lnTo>
                    <a:lnTo>
                      <a:pt x="173" y="199"/>
                    </a:lnTo>
                    <a:lnTo>
                      <a:pt x="218" y="204"/>
                    </a:lnTo>
                    <a:lnTo>
                      <a:pt x="262" y="206"/>
                    </a:lnTo>
                    <a:lnTo>
                      <a:pt x="307" y="204"/>
                    </a:lnTo>
                    <a:lnTo>
                      <a:pt x="350" y="196"/>
                    </a:lnTo>
                    <a:lnTo>
                      <a:pt x="390" y="187"/>
                    </a:lnTo>
                    <a:lnTo>
                      <a:pt x="428" y="173"/>
                    </a:lnTo>
                    <a:lnTo>
                      <a:pt x="459" y="159"/>
                    </a:lnTo>
                    <a:lnTo>
                      <a:pt x="485" y="140"/>
                    </a:lnTo>
                    <a:lnTo>
                      <a:pt x="501" y="118"/>
                    </a:lnTo>
                    <a:lnTo>
                      <a:pt x="513" y="97"/>
                    </a:lnTo>
                    <a:lnTo>
                      <a:pt x="515" y="76"/>
                    </a:lnTo>
                    <a:lnTo>
                      <a:pt x="515" y="0"/>
                    </a:lnTo>
                    <a:lnTo>
                      <a:pt x="513" y="22"/>
                    </a:lnTo>
                    <a:close/>
                  </a:path>
                </a:pathLst>
              </a:custGeom>
              <a:solidFill>
                <a:schemeClr val="accent1">
                  <a:lumMod val="75000"/>
                </a:schemeClr>
              </a:solidFill>
              <a:ln>
                <a:noFill/>
              </a:ln>
              <a:effectLst/>
              <a:extLst>
                <a:ext uri="{91240B29-F687-4F45-9708-019B960494DF}">
                  <a14:hiddenLine xmlns:a14="http://schemas.microsoft.com/office/drawing/2010/main" w="9525" cap="flat"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grpSp>
        <p:grpSp>
          <p:nvGrpSpPr>
            <p:cNvPr id="43" name="Group 42"/>
            <p:cNvGrpSpPr>
              <a:grpSpLocks noChangeAspect="1"/>
            </p:cNvGrpSpPr>
            <p:nvPr/>
          </p:nvGrpSpPr>
          <p:grpSpPr>
            <a:xfrm>
              <a:off x="1475105" y="3998223"/>
              <a:ext cx="1635126" cy="1050926"/>
              <a:chOff x="4684515" y="5333778"/>
              <a:chExt cx="817563" cy="525463"/>
            </a:xfrm>
            <a:solidFill>
              <a:schemeClr val="accent2">
                <a:lumMod val="75000"/>
              </a:schemeClr>
            </a:solidFill>
          </p:grpSpPr>
          <p:sp>
            <p:nvSpPr>
              <p:cNvPr id="63" name="Freeform 11"/>
              <p:cNvSpPr>
                <a:spLocks/>
              </p:cNvSpPr>
              <p:nvPr/>
            </p:nvSpPr>
            <p:spPr bwMode="auto">
              <a:xfrm>
                <a:off x="4752779" y="5360394"/>
                <a:ext cx="682625" cy="293688"/>
              </a:xfrm>
              <a:custGeom>
                <a:avLst/>
                <a:gdLst>
                  <a:gd name="T0" fmla="*/ 425 w 430"/>
                  <a:gd name="T1" fmla="*/ 85 h 185"/>
                  <a:gd name="T2" fmla="*/ 416 w 430"/>
                  <a:gd name="T3" fmla="*/ 69 h 185"/>
                  <a:gd name="T4" fmla="*/ 399 w 430"/>
                  <a:gd name="T5" fmla="*/ 52 h 185"/>
                  <a:gd name="T6" fmla="*/ 378 w 430"/>
                  <a:gd name="T7" fmla="*/ 38 h 185"/>
                  <a:gd name="T8" fmla="*/ 349 w 430"/>
                  <a:gd name="T9" fmla="*/ 24 h 185"/>
                  <a:gd name="T10" fmla="*/ 319 w 430"/>
                  <a:gd name="T11" fmla="*/ 15 h 185"/>
                  <a:gd name="T12" fmla="*/ 286 w 430"/>
                  <a:gd name="T13" fmla="*/ 8 h 185"/>
                  <a:gd name="T14" fmla="*/ 248 w 430"/>
                  <a:gd name="T15" fmla="*/ 3 h 185"/>
                  <a:gd name="T16" fmla="*/ 210 w 430"/>
                  <a:gd name="T17" fmla="*/ 0 h 185"/>
                  <a:gd name="T18" fmla="*/ 175 w 430"/>
                  <a:gd name="T19" fmla="*/ 3 h 185"/>
                  <a:gd name="T20" fmla="*/ 137 w 430"/>
                  <a:gd name="T21" fmla="*/ 8 h 185"/>
                  <a:gd name="T22" fmla="*/ 104 w 430"/>
                  <a:gd name="T23" fmla="*/ 17 h 185"/>
                  <a:gd name="T24" fmla="*/ 73 w 430"/>
                  <a:gd name="T25" fmla="*/ 26 h 185"/>
                  <a:gd name="T26" fmla="*/ 47 w 430"/>
                  <a:gd name="T27" fmla="*/ 41 h 185"/>
                  <a:gd name="T28" fmla="*/ 26 w 430"/>
                  <a:gd name="T29" fmla="*/ 55 h 185"/>
                  <a:gd name="T30" fmla="*/ 12 w 430"/>
                  <a:gd name="T31" fmla="*/ 71 h 185"/>
                  <a:gd name="T32" fmla="*/ 2 w 430"/>
                  <a:gd name="T33" fmla="*/ 90 h 185"/>
                  <a:gd name="T34" fmla="*/ 0 w 430"/>
                  <a:gd name="T35" fmla="*/ 109 h 185"/>
                  <a:gd name="T36" fmla="*/ 0 w 430"/>
                  <a:gd name="T37" fmla="*/ 185 h 185"/>
                  <a:gd name="T38" fmla="*/ 2 w 430"/>
                  <a:gd name="T39" fmla="*/ 166 h 185"/>
                  <a:gd name="T40" fmla="*/ 12 w 430"/>
                  <a:gd name="T41" fmla="*/ 147 h 185"/>
                  <a:gd name="T42" fmla="*/ 26 w 430"/>
                  <a:gd name="T43" fmla="*/ 130 h 185"/>
                  <a:gd name="T44" fmla="*/ 47 w 430"/>
                  <a:gd name="T45" fmla="*/ 116 h 185"/>
                  <a:gd name="T46" fmla="*/ 73 w 430"/>
                  <a:gd name="T47" fmla="*/ 102 h 185"/>
                  <a:gd name="T48" fmla="*/ 104 w 430"/>
                  <a:gd name="T49" fmla="*/ 90 h 185"/>
                  <a:gd name="T50" fmla="*/ 137 w 430"/>
                  <a:gd name="T51" fmla="*/ 83 h 185"/>
                  <a:gd name="T52" fmla="*/ 175 w 430"/>
                  <a:gd name="T53" fmla="*/ 78 h 185"/>
                  <a:gd name="T54" fmla="*/ 210 w 430"/>
                  <a:gd name="T55" fmla="*/ 76 h 185"/>
                  <a:gd name="T56" fmla="*/ 248 w 430"/>
                  <a:gd name="T57" fmla="*/ 76 h 185"/>
                  <a:gd name="T58" fmla="*/ 286 w 430"/>
                  <a:gd name="T59" fmla="*/ 81 h 185"/>
                  <a:gd name="T60" fmla="*/ 319 w 430"/>
                  <a:gd name="T61" fmla="*/ 90 h 185"/>
                  <a:gd name="T62" fmla="*/ 349 w 430"/>
                  <a:gd name="T63" fmla="*/ 100 h 185"/>
                  <a:gd name="T64" fmla="*/ 378 w 430"/>
                  <a:gd name="T65" fmla="*/ 111 h 185"/>
                  <a:gd name="T66" fmla="*/ 399 w 430"/>
                  <a:gd name="T67" fmla="*/ 128 h 185"/>
                  <a:gd name="T68" fmla="*/ 416 w 430"/>
                  <a:gd name="T69" fmla="*/ 145 h 185"/>
                  <a:gd name="T70" fmla="*/ 425 w 430"/>
                  <a:gd name="T71" fmla="*/ 161 h 185"/>
                  <a:gd name="T72" fmla="*/ 430 w 430"/>
                  <a:gd name="T73" fmla="*/ 180 h 185"/>
                  <a:gd name="T74" fmla="*/ 430 w 430"/>
                  <a:gd name="T75" fmla="*/ 104 h 185"/>
                  <a:gd name="T76" fmla="*/ 425 w 430"/>
                  <a:gd name="T77" fmla="*/ 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 h="185">
                    <a:moveTo>
                      <a:pt x="425" y="85"/>
                    </a:moveTo>
                    <a:lnTo>
                      <a:pt x="416" y="69"/>
                    </a:lnTo>
                    <a:lnTo>
                      <a:pt x="399" y="52"/>
                    </a:lnTo>
                    <a:lnTo>
                      <a:pt x="378" y="38"/>
                    </a:lnTo>
                    <a:lnTo>
                      <a:pt x="349" y="24"/>
                    </a:lnTo>
                    <a:lnTo>
                      <a:pt x="319" y="15"/>
                    </a:lnTo>
                    <a:lnTo>
                      <a:pt x="286" y="8"/>
                    </a:lnTo>
                    <a:lnTo>
                      <a:pt x="248" y="3"/>
                    </a:lnTo>
                    <a:lnTo>
                      <a:pt x="210" y="0"/>
                    </a:lnTo>
                    <a:lnTo>
                      <a:pt x="175" y="3"/>
                    </a:lnTo>
                    <a:lnTo>
                      <a:pt x="137" y="8"/>
                    </a:lnTo>
                    <a:lnTo>
                      <a:pt x="104" y="17"/>
                    </a:lnTo>
                    <a:lnTo>
                      <a:pt x="73" y="26"/>
                    </a:lnTo>
                    <a:lnTo>
                      <a:pt x="47" y="41"/>
                    </a:lnTo>
                    <a:lnTo>
                      <a:pt x="26" y="55"/>
                    </a:lnTo>
                    <a:lnTo>
                      <a:pt x="12" y="71"/>
                    </a:lnTo>
                    <a:lnTo>
                      <a:pt x="2" y="90"/>
                    </a:lnTo>
                    <a:lnTo>
                      <a:pt x="0" y="109"/>
                    </a:lnTo>
                    <a:lnTo>
                      <a:pt x="0" y="185"/>
                    </a:lnTo>
                    <a:lnTo>
                      <a:pt x="2" y="166"/>
                    </a:lnTo>
                    <a:lnTo>
                      <a:pt x="12" y="147"/>
                    </a:lnTo>
                    <a:lnTo>
                      <a:pt x="26" y="130"/>
                    </a:lnTo>
                    <a:lnTo>
                      <a:pt x="47" y="116"/>
                    </a:lnTo>
                    <a:lnTo>
                      <a:pt x="73" y="102"/>
                    </a:lnTo>
                    <a:lnTo>
                      <a:pt x="104" y="90"/>
                    </a:lnTo>
                    <a:lnTo>
                      <a:pt x="137" y="83"/>
                    </a:lnTo>
                    <a:lnTo>
                      <a:pt x="175" y="78"/>
                    </a:lnTo>
                    <a:lnTo>
                      <a:pt x="210" y="76"/>
                    </a:lnTo>
                    <a:lnTo>
                      <a:pt x="248" y="76"/>
                    </a:lnTo>
                    <a:lnTo>
                      <a:pt x="286" y="81"/>
                    </a:lnTo>
                    <a:lnTo>
                      <a:pt x="319" y="90"/>
                    </a:lnTo>
                    <a:lnTo>
                      <a:pt x="349" y="100"/>
                    </a:lnTo>
                    <a:lnTo>
                      <a:pt x="378" y="111"/>
                    </a:lnTo>
                    <a:lnTo>
                      <a:pt x="399" y="128"/>
                    </a:lnTo>
                    <a:lnTo>
                      <a:pt x="416" y="145"/>
                    </a:lnTo>
                    <a:lnTo>
                      <a:pt x="425" y="161"/>
                    </a:lnTo>
                    <a:lnTo>
                      <a:pt x="430" y="180"/>
                    </a:lnTo>
                    <a:lnTo>
                      <a:pt x="430" y="104"/>
                    </a:lnTo>
                    <a:lnTo>
                      <a:pt x="425" y="85"/>
                    </a:lnTo>
                    <a:close/>
                  </a:path>
                </a:pathLst>
              </a:custGeom>
              <a:grp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64" name="Freeform 14"/>
              <p:cNvSpPr>
                <a:spLocks noEditPoints="1"/>
              </p:cNvSpPr>
              <p:nvPr/>
            </p:nvSpPr>
            <p:spPr bwMode="auto">
              <a:xfrm>
                <a:off x="4684515" y="5333778"/>
                <a:ext cx="817563" cy="404813"/>
              </a:xfrm>
              <a:custGeom>
                <a:avLst/>
                <a:gdLst>
                  <a:gd name="T0" fmla="*/ 499 w 515"/>
                  <a:gd name="T1" fmla="*/ 83 h 255"/>
                  <a:gd name="T2" fmla="*/ 451 w 515"/>
                  <a:gd name="T3" fmla="*/ 45 h 255"/>
                  <a:gd name="T4" fmla="*/ 383 w 515"/>
                  <a:gd name="T5" fmla="*/ 17 h 255"/>
                  <a:gd name="T6" fmla="*/ 298 w 515"/>
                  <a:gd name="T7" fmla="*/ 3 h 255"/>
                  <a:gd name="T8" fmla="*/ 208 w 515"/>
                  <a:gd name="T9" fmla="*/ 3 h 255"/>
                  <a:gd name="T10" fmla="*/ 125 w 515"/>
                  <a:gd name="T11" fmla="*/ 19 h 255"/>
                  <a:gd name="T12" fmla="*/ 57 w 515"/>
                  <a:gd name="T13" fmla="*/ 47 h 255"/>
                  <a:gd name="T14" fmla="*/ 14 w 515"/>
                  <a:gd name="T15" fmla="*/ 88 h 255"/>
                  <a:gd name="T16" fmla="*/ 0 w 515"/>
                  <a:gd name="T17" fmla="*/ 130 h 255"/>
                  <a:gd name="T18" fmla="*/ 17 w 515"/>
                  <a:gd name="T19" fmla="*/ 173 h 255"/>
                  <a:gd name="T20" fmla="*/ 64 w 515"/>
                  <a:gd name="T21" fmla="*/ 210 h 255"/>
                  <a:gd name="T22" fmla="*/ 133 w 515"/>
                  <a:gd name="T23" fmla="*/ 239 h 255"/>
                  <a:gd name="T24" fmla="*/ 218 w 515"/>
                  <a:gd name="T25" fmla="*/ 253 h 255"/>
                  <a:gd name="T26" fmla="*/ 307 w 515"/>
                  <a:gd name="T27" fmla="*/ 253 h 255"/>
                  <a:gd name="T28" fmla="*/ 390 w 515"/>
                  <a:gd name="T29" fmla="*/ 236 h 255"/>
                  <a:gd name="T30" fmla="*/ 459 w 515"/>
                  <a:gd name="T31" fmla="*/ 208 h 255"/>
                  <a:gd name="T32" fmla="*/ 501 w 515"/>
                  <a:gd name="T33" fmla="*/ 170 h 255"/>
                  <a:gd name="T34" fmla="*/ 515 w 515"/>
                  <a:gd name="T35" fmla="*/ 125 h 255"/>
                  <a:gd name="T36" fmla="*/ 470 w 515"/>
                  <a:gd name="T37" fmla="*/ 144 h 255"/>
                  <a:gd name="T38" fmla="*/ 447 w 515"/>
                  <a:gd name="T39" fmla="*/ 180 h 255"/>
                  <a:gd name="T40" fmla="*/ 399 w 515"/>
                  <a:gd name="T41" fmla="*/ 208 h 255"/>
                  <a:gd name="T42" fmla="*/ 336 w 515"/>
                  <a:gd name="T43" fmla="*/ 227 h 255"/>
                  <a:gd name="T44" fmla="*/ 262 w 515"/>
                  <a:gd name="T45" fmla="*/ 234 h 255"/>
                  <a:gd name="T46" fmla="*/ 187 w 515"/>
                  <a:gd name="T47" fmla="*/ 227 h 255"/>
                  <a:gd name="T48" fmla="*/ 123 w 515"/>
                  <a:gd name="T49" fmla="*/ 210 h 255"/>
                  <a:gd name="T50" fmla="*/ 74 w 515"/>
                  <a:gd name="T51" fmla="*/ 182 h 255"/>
                  <a:gd name="T52" fmla="*/ 48 w 515"/>
                  <a:gd name="T53" fmla="*/ 149 h 255"/>
                  <a:gd name="T54" fmla="*/ 45 w 515"/>
                  <a:gd name="T55" fmla="*/ 111 h 255"/>
                  <a:gd name="T56" fmla="*/ 69 w 515"/>
                  <a:gd name="T57" fmla="*/ 76 h 255"/>
                  <a:gd name="T58" fmla="*/ 116 w 515"/>
                  <a:gd name="T59" fmla="*/ 47 h 255"/>
                  <a:gd name="T60" fmla="*/ 180 w 515"/>
                  <a:gd name="T61" fmla="*/ 29 h 255"/>
                  <a:gd name="T62" fmla="*/ 253 w 515"/>
                  <a:gd name="T63" fmla="*/ 21 h 255"/>
                  <a:gd name="T64" fmla="*/ 329 w 515"/>
                  <a:gd name="T65" fmla="*/ 29 h 255"/>
                  <a:gd name="T66" fmla="*/ 392 w 515"/>
                  <a:gd name="T67" fmla="*/ 45 h 255"/>
                  <a:gd name="T68" fmla="*/ 442 w 515"/>
                  <a:gd name="T69" fmla="*/ 73 h 255"/>
                  <a:gd name="T70" fmla="*/ 468 w 515"/>
                  <a:gd name="T71" fmla="*/ 106 h 255"/>
                  <a:gd name="T72" fmla="*/ 470 w 515"/>
                  <a:gd name="T73" fmla="*/ 14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5" h="255">
                    <a:moveTo>
                      <a:pt x="511" y="104"/>
                    </a:moveTo>
                    <a:lnTo>
                      <a:pt x="499" y="83"/>
                    </a:lnTo>
                    <a:lnTo>
                      <a:pt x="480" y="62"/>
                    </a:lnTo>
                    <a:lnTo>
                      <a:pt x="451" y="45"/>
                    </a:lnTo>
                    <a:lnTo>
                      <a:pt x="421" y="29"/>
                    </a:lnTo>
                    <a:lnTo>
                      <a:pt x="383" y="17"/>
                    </a:lnTo>
                    <a:lnTo>
                      <a:pt x="343" y="7"/>
                    </a:lnTo>
                    <a:lnTo>
                      <a:pt x="298" y="3"/>
                    </a:lnTo>
                    <a:lnTo>
                      <a:pt x="253" y="0"/>
                    </a:lnTo>
                    <a:lnTo>
                      <a:pt x="208" y="3"/>
                    </a:lnTo>
                    <a:lnTo>
                      <a:pt x="166" y="10"/>
                    </a:lnTo>
                    <a:lnTo>
                      <a:pt x="125" y="19"/>
                    </a:lnTo>
                    <a:lnTo>
                      <a:pt x="88" y="31"/>
                    </a:lnTo>
                    <a:lnTo>
                      <a:pt x="57" y="47"/>
                    </a:lnTo>
                    <a:lnTo>
                      <a:pt x="33" y="66"/>
                    </a:lnTo>
                    <a:lnTo>
                      <a:pt x="14" y="88"/>
                    </a:lnTo>
                    <a:lnTo>
                      <a:pt x="3" y="109"/>
                    </a:lnTo>
                    <a:lnTo>
                      <a:pt x="0" y="130"/>
                    </a:lnTo>
                    <a:lnTo>
                      <a:pt x="5" y="151"/>
                    </a:lnTo>
                    <a:lnTo>
                      <a:pt x="17" y="173"/>
                    </a:lnTo>
                    <a:lnTo>
                      <a:pt x="36" y="194"/>
                    </a:lnTo>
                    <a:lnTo>
                      <a:pt x="64" y="210"/>
                    </a:lnTo>
                    <a:lnTo>
                      <a:pt x="95" y="227"/>
                    </a:lnTo>
                    <a:lnTo>
                      <a:pt x="133" y="239"/>
                    </a:lnTo>
                    <a:lnTo>
                      <a:pt x="173" y="248"/>
                    </a:lnTo>
                    <a:lnTo>
                      <a:pt x="218" y="253"/>
                    </a:lnTo>
                    <a:lnTo>
                      <a:pt x="262" y="255"/>
                    </a:lnTo>
                    <a:lnTo>
                      <a:pt x="307" y="253"/>
                    </a:lnTo>
                    <a:lnTo>
                      <a:pt x="350" y="246"/>
                    </a:lnTo>
                    <a:lnTo>
                      <a:pt x="390" y="236"/>
                    </a:lnTo>
                    <a:lnTo>
                      <a:pt x="428" y="225"/>
                    </a:lnTo>
                    <a:lnTo>
                      <a:pt x="459" y="208"/>
                    </a:lnTo>
                    <a:lnTo>
                      <a:pt x="485" y="189"/>
                    </a:lnTo>
                    <a:lnTo>
                      <a:pt x="501" y="170"/>
                    </a:lnTo>
                    <a:lnTo>
                      <a:pt x="513" y="147"/>
                    </a:lnTo>
                    <a:lnTo>
                      <a:pt x="515" y="125"/>
                    </a:lnTo>
                    <a:lnTo>
                      <a:pt x="511" y="104"/>
                    </a:lnTo>
                    <a:close/>
                    <a:moveTo>
                      <a:pt x="470" y="144"/>
                    </a:moveTo>
                    <a:lnTo>
                      <a:pt x="461" y="163"/>
                    </a:lnTo>
                    <a:lnTo>
                      <a:pt x="447" y="180"/>
                    </a:lnTo>
                    <a:lnTo>
                      <a:pt x="425" y="194"/>
                    </a:lnTo>
                    <a:lnTo>
                      <a:pt x="399" y="208"/>
                    </a:lnTo>
                    <a:lnTo>
                      <a:pt x="369" y="217"/>
                    </a:lnTo>
                    <a:lnTo>
                      <a:pt x="336" y="227"/>
                    </a:lnTo>
                    <a:lnTo>
                      <a:pt x="298" y="232"/>
                    </a:lnTo>
                    <a:lnTo>
                      <a:pt x="262" y="234"/>
                    </a:lnTo>
                    <a:lnTo>
                      <a:pt x="225" y="232"/>
                    </a:lnTo>
                    <a:lnTo>
                      <a:pt x="187" y="227"/>
                    </a:lnTo>
                    <a:lnTo>
                      <a:pt x="154" y="220"/>
                    </a:lnTo>
                    <a:lnTo>
                      <a:pt x="123" y="210"/>
                    </a:lnTo>
                    <a:lnTo>
                      <a:pt x="95" y="196"/>
                    </a:lnTo>
                    <a:lnTo>
                      <a:pt x="74" y="182"/>
                    </a:lnTo>
                    <a:lnTo>
                      <a:pt x="57" y="166"/>
                    </a:lnTo>
                    <a:lnTo>
                      <a:pt x="48" y="149"/>
                    </a:lnTo>
                    <a:lnTo>
                      <a:pt x="43" y="130"/>
                    </a:lnTo>
                    <a:lnTo>
                      <a:pt x="45" y="111"/>
                    </a:lnTo>
                    <a:lnTo>
                      <a:pt x="55" y="92"/>
                    </a:lnTo>
                    <a:lnTo>
                      <a:pt x="69" y="76"/>
                    </a:lnTo>
                    <a:lnTo>
                      <a:pt x="90" y="62"/>
                    </a:lnTo>
                    <a:lnTo>
                      <a:pt x="116" y="47"/>
                    </a:lnTo>
                    <a:lnTo>
                      <a:pt x="147" y="38"/>
                    </a:lnTo>
                    <a:lnTo>
                      <a:pt x="180" y="29"/>
                    </a:lnTo>
                    <a:lnTo>
                      <a:pt x="218" y="24"/>
                    </a:lnTo>
                    <a:lnTo>
                      <a:pt x="253" y="21"/>
                    </a:lnTo>
                    <a:lnTo>
                      <a:pt x="291" y="24"/>
                    </a:lnTo>
                    <a:lnTo>
                      <a:pt x="329" y="29"/>
                    </a:lnTo>
                    <a:lnTo>
                      <a:pt x="362" y="36"/>
                    </a:lnTo>
                    <a:lnTo>
                      <a:pt x="392" y="45"/>
                    </a:lnTo>
                    <a:lnTo>
                      <a:pt x="421" y="59"/>
                    </a:lnTo>
                    <a:lnTo>
                      <a:pt x="442" y="73"/>
                    </a:lnTo>
                    <a:lnTo>
                      <a:pt x="459" y="90"/>
                    </a:lnTo>
                    <a:lnTo>
                      <a:pt x="468" y="106"/>
                    </a:lnTo>
                    <a:lnTo>
                      <a:pt x="473" y="125"/>
                    </a:lnTo>
                    <a:lnTo>
                      <a:pt x="470" y="144"/>
                    </a:lnTo>
                    <a:close/>
                  </a:path>
                </a:pathLst>
              </a:custGeom>
              <a:solidFill>
                <a:schemeClr val="accent2"/>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65" name="Freeform 18"/>
              <p:cNvSpPr>
                <a:spLocks/>
              </p:cNvSpPr>
              <p:nvPr/>
            </p:nvSpPr>
            <p:spPr bwMode="auto">
              <a:xfrm>
                <a:off x="4684515" y="5532216"/>
                <a:ext cx="817563" cy="327025"/>
              </a:xfrm>
              <a:custGeom>
                <a:avLst/>
                <a:gdLst>
                  <a:gd name="T0" fmla="*/ 513 w 515"/>
                  <a:gd name="T1" fmla="*/ 22 h 206"/>
                  <a:gd name="T2" fmla="*/ 501 w 515"/>
                  <a:gd name="T3" fmla="*/ 45 h 206"/>
                  <a:gd name="T4" fmla="*/ 485 w 515"/>
                  <a:gd name="T5" fmla="*/ 64 h 206"/>
                  <a:gd name="T6" fmla="*/ 459 w 515"/>
                  <a:gd name="T7" fmla="*/ 83 h 206"/>
                  <a:gd name="T8" fmla="*/ 428 w 515"/>
                  <a:gd name="T9" fmla="*/ 100 h 206"/>
                  <a:gd name="T10" fmla="*/ 390 w 515"/>
                  <a:gd name="T11" fmla="*/ 111 h 206"/>
                  <a:gd name="T12" fmla="*/ 350 w 515"/>
                  <a:gd name="T13" fmla="*/ 121 h 206"/>
                  <a:gd name="T14" fmla="*/ 307 w 515"/>
                  <a:gd name="T15" fmla="*/ 128 h 206"/>
                  <a:gd name="T16" fmla="*/ 262 w 515"/>
                  <a:gd name="T17" fmla="*/ 130 h 206"/>
                  <a:gd name="T18" fmla="*/ 218 w 515"/>
                  <a:gd name="T19" fmla="*/ 128 h 206"/>
                  <a:gd name="T20" fmla="*/ 173 w 515"/>
                  <a:gd name="T21" fmla="*/ 123 h 206"/>
                  <a:gd name="T22" fmla="*/ 133 w 515"/>
                  <a:gd name="T23" fmla="*/ 114 h 206"/>
                  <a:gd name="T24" fmla="*/ 95 w 515"/>
                  <a:gd name="T25" fmla="*/ 102 h 206"/>
                  <a:gd name="T26" fmla="*/ 64 w 515"/>
                  <a:gd name="T27" fmla="*/ 85 h 206"/>
                  <a:gd name="T28" fmla="*/ 36 w 515"/>
                  <a:gd name="T29" fmla="*/ 69 h 206"/>
                  <a:gd name="T30" fmla="*/ 17 w 515"/>
                  <a:gd name="T31" fmla="*/ 48 h 206"/>
                  <a:gd name="T32" fmla="*/ 5 w 515"/>
                  <a:gd name="T33" fmla="*/ 26 h 206"/>
                  <a:gd name="T34" fmla="*/ 0 w 515"/>
                  <a:gd name="T35" fmla="*/ 5 h 206"/>
                  <a:gd name="T36" fmla="*/ 0 w 515"/>
                  <a:gd name="T37" fmla="*/ 81 h 206"/>
                  <a:gd name="T38" fmla="*/ 5 w 515"/>
                  <a:gd name="T39" fmla="*/ 102 h 206"/>
                  <a:gd name="T40" fmla="*/ 17 w 515"/>
                  <a:gd name="T41" fmla="*/ 123 h 206"/>
                  <a:gd name="T42" fmla="*/ 36 w 515"/>
                  <a:gd name="T43" fmla="*/ 142 h 206"/>
                  <a:gd name="T44" fmla="*/ 64 w 515"/>
                  <a:gd name="T45" fmla="*/ 161 h 206"/>
                  <a:gd name="T46" fmla="*/ 95 w 515"/>
                  <a:gd name="T47" fmla="*/ 178 h 206"/>
                  <a:gd name="T48" fmla="*/ 133 w 515"/>
                  <a:gd name="T49" fmla="*/ 189 h 206"/>
                  <a:gd name="T50" fmla="*/ 173 w 515"/>
                  <a:gd name="T51" fmla="*/ 199 h 206"/>
                  <a:gd name="T52" fmla="*/ 218 w 515"/>
                  <a:gd name="T53" fmla="*/ 204 h 206"/>
                  <a:gd name="T54" fmla="*/ 262 w 515"/>
                  <a:gd name="T55" fmla="*/ 206 h 206"/>
                  <a:gd name="T56" fmla="*/ 307 w 515"/>
                  <a:gd name="T57" fmla="*/ 204 h 206"/>
                  <a:gd name="T58" fmla="*/ 350 w 515"/>
                  <a:gd name="T59" fmla="*/ 196 h 206"/>
                  <a:gd name="T60" fmla="*/ 390 w 515"/>
                  <a:gd name="T61" fmla="*/ 187 h 206"/>
                  <a:gd name="T62" fmla="*/ 428 w 515"/>
                  <a:gd name="T63" fmla="*/ 173 h 206"/>
                  <a:gd name="T64" fmla="*/ 459 w 515"/>
                  <a:gd name="T65" fmla="*/ 159 h 206"/>
                  <a:gd name="T66" fmla="*/ 485 w 515"/>
                  <a:gd name="T67" fmla="*/ 140 h 206"/>
                  <a:gd name="T68" fmla="*/ 501 w 515"/>
                  <a:gd name="T69" fmla="*/ 118 h 206"/>
                  <a:gd name="T70" fmla="*/ 513 w 515"/>
                  <a:gd name="T71" fmla="*/ 97 h 206"/>
                  <a:gd name="T72" fmla="*/ 515 w 515"/>
                  <a:gd name="T73" fmla="*/ 76 h 206"/>
                  <a:gd name="T74" fmla="*/ 515 w 515"/>
                  <a:gd name="T75" fmla="*/ 0 h 206"/>
                  <a:gd name="T76" fmla="*/ 513 w 515"/>
                  <a:gd name="T77" fmla="*/ 2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5" h="206">
                    <a:moveTo>
                      <a:pt x="513" y="22"/>
                    </a:moveTo>
                    <a:lnTo>
                      <a:pt x="501" y="45"/>
                    </a:lnTo>
                    <a:lnTo>
                      <a:pt x="485" y="64"/>
                    </a:lnTo>
                    <a:lnTo>
                      <a:pt x="459" y="83"/>
                    </a:lnTo>
                    <a:lnTo>
                      <a:pt x="428" y="100"/>
                    </a:lnTo>
                    <a:lnTo>
                      <a:pt x="390" y="111"/>
                    </a:lnTo>
                    <a:lnTo>
                      <a:pt x="350" y="121"/>
                    </a:lnTo>
                    <a:lnTo>
                      <a:pt x="307" y="128"/>
                    </a:lnTo>
                    <a:lnTo>
                      <a:pt x="262" y="130"/>
                    </a:lnTo>
                    <a:lnTo>
                      <a:pt x="218" y="128"/>
                    </a:lnTo>
                    <a:lnTo>
                      <a:pt x="173" y="123"/>
                    </a:lnTo>
                    <a:lnTo>
                      <a:pt x="133" y="114"/>
                    </a:lnTo>
                    <a:lnTo>
                      <a:pt x="95" y="102"/>
                    </a:lnTo>
                    <a:lnTo>
                      <a:pt x="64" y="85"/>
                    </a:lnTo>
                    <a:lnTo>
                      <a:pt x="36" y="69"/>
                    </a:lnTo>
                    <a:lnTo>
                      <a:pt x="17" y="48"/>
                    </a:lnTo>
                    <a:lnTo>
                      <a:pt x="5" y="26"/>
                    </a:lnTo>
                    <a:lnTo>
                      <a:pt x="0" y="5"/>
                    </a:lnTo>
                    <a:lnTo>
                      <a:pt x="0" y="81"/>
                    </a:lnTo>
                    <a:lnTo>
                      <a:pt x="5" y="102"/>
                    </a:lnTo>
                    <a:lnTo>
                      <a:pt x="17" y="123"/>
                    </a:lnTo>
                    <a:lnTo>
                      <a:pt x="36" y="142"/>
                    </a:lnTo>
                    <a:lnTo>
                      <a:pt x="64" y="161"/>
                    </a:lnTo>
                    <a:lnTo>
                      <a:pt x="95" y="178"/>
                    </a:lnTo>
                    <a:lnTo>
                      <a:pt x="133" y="189"/>
                    </a:lnTo>
                    <a:lnTo>
                      <a:pt x="173" y="199"/>
                    </a:lnTo>
                    <a:lnTo>
                      <a:pt x="218" y="204"/>
                    </a:lnTo>
                    <a:lnTo>
                      <a:pt x="262" y="206"/>
                    </a:lnTo>
                    <a:lnTo>
                      <a:pt x="307" y="204"/>
                    </a:lnTo>
                    <a:lnTo>
                      <a:pt x="350" y="196"/>
                    </a:lnTo>
                    <a:lnTo>
                      <a:pt x="390" y="187"/>
                    </a:lnTo>
                    <a:lnTo>
                      <a:pt x="428" y="173"/>
                    </a:lnTo>
                    <a:lnTo>
                      <a:pt x="459" y="159"/>
                    </a:lnTo>
                    <a:lnTo>
                      <a:pt x="485" y="140"/>
                    </a:lnTo>
                    <a:lnTo>
                      <a:pt x="501" y="118"/>
                    </a:lnTo>
                    <a:lnTo>
                      <a:pt x="513" y="97"/>
                    </a:lnTo>
                    <a:lnTo>
                      <a:pt x="515" y="76"/>
                    </a:lnTo>
                    <a:lnTo>
                      <a:pt x="515" y="0"/>
                    </a:lnTo>
                    <a:lnTo>
                      <a:pt x="513" y="22"/>
                    </a:lnTo>
                    <a:close/>
                  </a:path>
                </a:pathLst>
              </a:custGeom>
              <a:solidFill>
                <a:schemeClr val="accent2">
                  <a:lumMod val="75000"/>
                </a:schemeClr>
              </a:solidFill>
              <a:ln>
                <a:noFill/>
              </a:ln>
              <a:effectLst/>
              <a:extLst>
                <a:ext uri="{91240B29-F687-4F45-9708-019B960494DF}">
                  <a14:hiddenLine xmlns:a14="http://schemas.microsoft.com/office/drawing/2010/main" w="9525" cap="flat"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grpSp>
        <p:grpSp>
          <p:nvGrpSpPr>
            <p:cNvPr id="44" name="Group 43"/>
            <p:cNvGrpSpPr>
              <a:grpSpLocks noChangeAspect="1"/>
            </p:cNvGrpSpPr>
            <p:nvPr/>
          </p:nvGrpSpPr>
          <p:grpSpPr>
            <a:xfrm>
              <a:off x="1475105" y="3595932"/>
              <a:ext cx="1635126" cy="1050926"/>
              <a:chOff x="4684515" y="5333778"/>
              <a:chExt cx="817563" cy="525463"/>
            </a:xfrm>
            <a:solidFill>
              <a:schemeClr val="accent3">
                <a:lumMod val="75000"/>
              </a:schemeClr>
            </a:solidFill>
          </p:grpSpPr>
          <p:sp>
            <p:nvSpPr>
              <p:cNvPr id="60" name="Freeform 11"/>
              <p:cNvSpPr>
                <a:spLocks/>
              </p:cNvSpPr>
              <p:nvPr/>
            </p:nvSpPr>
            <p:spPr bwMode="auto">
              <a:xfrm>
                <a:off x="4752779" y="5360394"/>
                <a:ext cx="682625" cy="293688"/>
              </a:xfrm>
              <a:custGeom>
                <a:avLst/>
                <a:gdLst>
                  <a:gd name="T0" fmla="*/ 425 w 430"/>
                  <a:gd name="T1" fmla="*/ 85 h 185"/>
                  <a:gd name="T2" fmla="*/ 416 w 430"/>
                  <a:gd name="T3" fmla="*/ 69 h 185"/>
                  <a:gd name="T4" fmla="*/ 399 w 430"/>
                  <a:gd name="T5" fmla="*/ 52 h 185"/>
                  <a:gd name="T6" fmla="*/ 378 w 430"/>
                  <a:gd name="T7" fmla="*/ 38 h 185"/>
                  <a:gd name="T8" fmla="*/ 349 w 430"/>
                  <a:gd name="T9" fmla="*/ 24 h 185"/>
                  <a:gd name="T10" fmla="*/ 319 w 430"/>
                  <a:gd name="T11" fmla="*/ 15 h 185"/>
                  <a:gd name="T12" fmla="*/ 286 w 430"/>
                  <a:gd name="T13" fmla="*/ 8 h 185"/>
                  <a:gd name="T14" fmla="*/ 248 w 430"/>
                  <a:gd name="T15" fmla="*/ 3 h 185"/>
                  <a:gd name="T16" fmla="*/ 210 w 430"/>
                  <a:gd name="T17" fmla="*/ 0 h 185"/>
                  <a:gd name="T18" fmla="*/ 175 w 430"/>
                  <a:gd name="T19" fmla="*/ 3 h 185"/>
                  <a:gd name="T20" fmla="*/ 137 w 430"/>
                  <a:gd name="T21" fmla="*/ 8 h 185"/>
                  <a:gd name="T22" fmla="*/ 104 w 430"/>
                  <a:gd name="T23" fmla="*/ 17 h 185"/>
                  <a:gd name="T24" fmla="*/ 73 w 430"/>
                  <a:gd name="T25" fmla="*/ 26 h 185"/>
                  <a:gd name="T26" fmla="*/ 47 w 430"/>
                  <a:gd name="T27" fmla="*/ 41 h 185"/>
                  <a:gd name="T28" fmla="*/ 26 w 430"/>
                  <a:gd name="T29" fmla="*/ 55 h 185"/>
                  <a:gd name="T30" fmla="*/ 12 w 430"/>
                  <a:gd name="T31" fmla="*/ 71 h 185"/>
                  <a:gd name="T32" fmla="*/ 2 w 430"/>
                  <a:gd name="T33" fmla="*/ 90 h 185"/>
                  <a:gd name="T34" fmla="*/ 0 w 430"/>
                  <a:gd name="T35" fmla="*/ 109 h 185"/>
                  <a:gd name="T36" fmla="*/ 0 w 430"/>
                  <a:gd name="T37" fmla="*/ 185 h 185"/>
                  <a:gd name="T38" fmla="*/ 2 w 430"/>
                  <a:gd name="T39" fmla="*/ 166 h 185"/>
                  <a:gd name="T40" fmla="*/ 12 w 430"/>
                  <a:gd name="T41" fmla="*/ 147 h 185"/>
                  <a:gd name="T42" fmla="*/ 26 w 430"/>
                  <a:gd name="T43" fmla="*/ 130 h 185"/>
                  <a:gd name="T44" fmla="*/ 47 w 430"/>
                  <a:gd name="T45" fmla="*/ 116 h 185"/>
                  <a:gd name="T46" fmla="*/ 73 w 430"/>
                  <a:gd name="T47" fmla="*/ 102 h 185"/>
                  <a:gd name="T48" fmla="*/ 104 w 430"/>
                  <a:gd name="T49" fmla="*/ 90 h 185"/>
                  <a:gd name="T50" fmla="*/ 137 w 430"/>
                  <a:gd name="T51" fmla="*/ 83 h 185"/>
                  <a:gd name="T52" fmla="*/ 175 w 430"/>
                  <a:gd name="T53" fmla="*/ 78 h 185"/>
                  <a:gd name="T54" fmla="*/ 210 w 430"/>
                  <a:gd name="T55" fmla="*/ 76 h 185"/>
                  <a:gd name="T56" fmla="*/ 248 w 430"/>
                  <a:gd name="T57" fmla="*/ 76 h 185"/>
                  <a:gd name="T58" fmla="*/ 286 w 430"/>
                  <a:gd name="T59" fmla="*/ 81 h 185"/>
                  <a:gd name="T60" fmla="*/ 319 w 430"/>
                  <a:gd name="T61" fmla="*/ 90 h 185"/>
                  <a:gd name="T62" fmla="*/ 349 w 430"/>
                  <a:gd name="T63" fmla="*/ 100 h 185"/>
                  <a:gd name="T64" fmla="*/ 378 w 430"/>
                  <a:gd name="T65" fmla="*/ 111 h 185"/>
                  <a:gd name="T66" fmla="*/ 399 w 430"/>
                  <a:gd name="T67" fmla="*/ 128 h 185"/>
                  <a:gd name="T68" fmla="*/ 416 w 430"/>
                  <a:gd name="T69" fmla="*/ 145 h 185"/>
                  <a:gd name="T70" fmla="*/ 425 w 430"/>
                  <a:gd name="T71" fmla="*/ 161 h 185"/>
                  <a:gd name="T72" fmla="*/ 430 w 430"/>
                  <a:gd name="T73" fmla="*/ 180 h 185"/>
                  <a:gd name="T74" fmla="*/ 430 w 430"/>
                  <a:gd name="T75" fmla="*/ 104 h 185"/>
                  <a:gd name="T76" fmla="*/ 425 w 430"/>
                  <a:gd name="T77" fmla="*/ 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 h="185">
                    <a:moveTo>
                      <a:pt x="425" y="85"/>
                    </a:moveTo>
                    <a:lnTo>
                      <a:pt x="416" y="69"/>
                    </a:lnTo>
                    <a:lnTo>
                      <a:pt x="399" y="52"/>
                    </a:lnTo>
                    <a:lnTo>
                      <a:pt x="378" y="38"/>
                    </a:lnTo>
                    <a:lnTo>
                      <a:pt x="349" y="24"/>
                    </a:lnTo>
                    <a:lnTo>
                      <a:pt x="319" y="15"/>
                    </a:lnTo>
                    <a:lnTo>
                      <a:pt x="286" y="8"/>
                    </a:lnTo>
                    <a:lnTo>
                      <a:pt x="248" y="3"/>
                    </a:lnTo>
                    <a:lnTo>
                      <a:pt x="210" y="0"/>
                    </a:lnTo>
                    <a:lnTo>
                      <a:pt x="175" y="3"/>
                    </a:lnTo>
                    <a:lnTo>
                      <a:pt x="137" y="8"/>
                    </a:lnTo>
                    <a:lnTo>
                      <a:pt x="104" y="17"/>
                    </a:lnTo>
                    <a:lnTo>
                      <a:pt x="73" y="26"/>
                    </a:lnTo>
                    <a:lnTo>
                      <a:pt x="47" y="41"/>
                    </a:lnTo>
                    <a:lnTo>
                      <a:pt x="26" y="55"/>
                    </a:lnTo>
                    <a:lnTo>
                      <a:pt x="12" y="71"/>
                    </a:lnTo>
                    <a:lnTo>
                      <a:pt x="2" y="90"/>
                    </a:lnTo>
                    <a:lnTo>
                      <a:pt x="0" y="109"/>
                    </a:lnTo>
                    <a:lnTo>
                      <a:pt x="0" y="185"/>
                    </a:lnTo>
                    <a:lnTo>
                      <a:pt x="2" y="166"/>
                    </a:lnTo>
                    <a:lnTo>
                      <a:pt x="12" y="147"/>
                    </a:lnTo>
                    <a:lnTo>
                      <a:pt x="26" y="130"/>
                    </a:lnTo>
                    <a:lnTo>
                      <a:pt x="47" y="116"/>
                    </a:lnTo>
                    <a:lnTo>
                      <a:pt x="73" y="102"/>
                    </a:lnTo>
                    <a:lnTo>
                      <a:pt x="104" y="90"/>
                    </a:lnTo>
                    <a:lnTo>
                      <a:pt x="137" y="83"/>
                    </a:lnTo>
                    <a:lnTo>
                      <a:pt x="175" y="78"/>
                    </a:lnTo>
                    <a:lnTo>
                      <a:pt x="210" y="76"/>
                    </a:lnTo>
                    <a:lnTo>
                      <a:pt x="248" y="76"/>
                    </a:lnTo>
                    <a:lnTo>
                      <a:pt x="286" y="81"/>
                    </a:lnTo>
                    <a:lnTo>
                      <a:pt x="319" y="90"/>
                    </a:lnTo>
                    <a:lnTo>
                      <a:pt x="349" y="100"/>
                    </a:lnTo>
                    <a:lnTo>
                      <a:pt x="378" y="111"/>
                    </a:lnTo>
                    <a:lnTo>
                      <a:pt x="399" y="128"/>
                    </a:lnTo>
                    <a:lnTo>
                      <a:pt x="416" y="145"/>
                    </a:lnTo>
                    <a:lnTo>
                      <a:pt x="425" y="161"/>
                    </a:lnTo>
                    <a:lnTo>
                      <a:pt x="430" y="180"/>
                    </a:lnTo>
                    <a:lnTo>
                      <a:pt x="430" y="104"/>
                    </a:lnTo>
                    <a:lnTo>
                      <a:pt x="425" y="85"/>
                    </a:lnTo>
                    <a:close/>
                  </a:path>
                </a:pathLst>
              </a:custGeom>
              <a:grp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61" name="Freeform 14"/>
              <p:cNvSpPr>
                <a:spLocks noEditPoints="1"/>
              </p:cNvSpPr>
              <p:nvPr/>
            </p:nvSpPr>
            <p:spPr bwMode="auto">
              <a:xfrm>
                <a:off x="4684515" y="5333778"/>
                <a:ext cx="817563" cy="404813"/>
              </a:xfrm>
              <a:custGeom>
                <a:avLst/>
                <a:gdLst>
                  <a:gd name="T0" fmla="*/ 499 w 515"/>
                  <a:gd name="T1" fmla="*/ 83 h 255"/>
                  <a:gd name="T2" fmla="*/ 451 w 515"/>
                  <a:gd name="T3" fmla="*/ 45 h 255"/>
                  <a:gd name="T4" fmla="*/ 383 w 515"/>
                  <a:gd name="T5" fmla="*/ 17 h 255"/>
                  <a:gd name="T6" fmla="*/ 298 w 515"/>
                  <a:gd name="T7" fmla="*/ 3 h 255"/>
                  <a:gd name="T8" fmla="*/ 208 w 515"/>
                  <a:gd name="T9" fmla="*/ 3 h 255"/>
                  <a:gd name="T10" fmla="*/ 125 w 515"/>
                  <a:gd name="T11" fmla="*/ 19 h 255"/>
                  <a:gd name="T12" fmla="*/ 57 w 515"/>
                  <a:gd name="T13" fmla="*/ 47 h 255"/>
                  <a:gd name="T14" fmla="*/ 14 w 515"/>
                  <a:gd name="T15" fmla="*/ 88 h 255"/>
                  <a:gd name="T16" fmla="*/ 0 w 515"/>
                  <a:gd name="T17" fmla="*/ 130 h 255"/>
                  <a:gd name="T18" fmla="*/ 17 w 515"/>
                  <a:gd name="T19" fmla="*/ 173 h 255"/>
                  <a:gd name="T20" fmla="*/ 64 w 515"/>
                  <a:gd name="T21" fmla="*/ 210 h 255"/>
                  <a:gd name="T22" fmla="*/ 133 w 515"/>
                  <a:gd name="T23" fmla="*/ 239 h 255"/>
                  <a:gd name="T24" fmla="*/ 218 w 515"/>
                  <a:gd name="T25" fmla="*/ 253 h 255"/>
                  <a:gd name="T26" fmla="*/ 307 w 515"/>
                  <a:gd name="T27" fmla="*/ 253 h 255"/>
                  <a:gd name="T28" fmla="*/ 390 w 515"/>
                  <a:gd name="T29" fmla="*/ 236 h 255"/>
                  <a:gd name="T30" fmla="*/ 459 w 515"/>
                  <a:gd name="T31" fmla="*/ 208 h 255"/>
                  <a:gd name="T32" fmla="*/ 501 w 515"/>
                  <a:gd name="T33" fmla="*/ 170 h 255"/>
                  <a:gd name="T34" fmla="*/ 515 w 515"/>
                  <a:gd name="T35" fmla="*/ 125 h 255"/>
                  <a:gd name="T36" fmla="*/ 470 w 515"/>
                  <a:gd name="T37" fmla="*/ 144 h 255"/>
                  <a:gd name="T38" fmla="*/ 447 w 515"/>
                  <a:gd name="T39" fmla="*/ 180 h 255"/>
                  <a:gd name="T40" fmla="*/ 399 w 515"/>
                  <a:gd name="T41" fmla="*/ 208 h 255"/>
                  <a:gd name="T42" fmla="*/ 336 w 515"/>
                  <a:gd name="T43" fmla="*/ 227 h 255"/>
                  <a:gd name="T44" fmla="*/ 262 w 515"/>
                  <a:gd name="T45" fmla="*/ 234 h 255"/>
                  <a:gd name="T46" fmla="*/ 187 w 515"/>
                  <a:gd name="T47" fmla="*/ 227 h 255"/>
                  <a:gd name="T48" fmla="*/ 123 w 515"/>
                  <a:gd name="T49" fmla="*/ 210 h 255"/>
                  <a:gd name="T50" fmla="*/ 74 w 515"/>
                  <a:gd name="T51" fmla="*/ 182 h 255"/>
                  <a:gd name="T52" fmla="*/ 48 w 515"/>
                  <a:gd name="T53" fmla="*/ 149 h 255"/>
                  <a:gd name="T54" fmla="*/ 45 w 515"/>
                  <a:gd name="T55" fmla="*/ 111 h 255"/>
                  <a:gd name="T56" fmla="*/ 69 w 515"/>
                  <a:gd name="T57" fmla="*/ 76 h 255"/>
                  <a:gd name="T58" fmla="*/ 116 w 515"/>
                  <a:gd name="T59" fmla="*/ 47 h 255"/>
                  <a:gd name="T60" fmla="*/ 180 w 515"/>
                  <a:gd name="T61" fmla="*/ 29 h 255"/>
                  <a:gd name="T62" fmla="*/ 253 w 515"/>
                  <a:gd name="T63" fmla="*/ 21 h 255"/>
                  <a:gd name="T64" fmla="*/ 329 w 515"/>
                  <a:gd name="T65" fmla="*/ 29 h 255"/>
                  <a:gd name="T66" fmla="*/ 392 w 515"/>
                  <a:gd name="T67" fmla="*/ 45 h 255"/>
                  <a:gd name="T68" fmla="*/ 442 w 515"/>
                  <a:gd name="T69" fmla="*/ 73 h 255"/>
                  <a:gd name="T70" fmla="*/ 468 w 515"/>
                  <a:gd name="T71" fmla="*/ 106 h 255"/>
                  <a:gd name="T72" fmla="*/ 470 w 515"/>
                  <a:gd name="T73" fmla="*/ 14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5" h="255">
                    <a:moveTo>
                      <a:pt x="511" y="104"/>
                    </a:moveTo>
                    <a:lnTo>
                      <a:pt x="499" y="83"/>
                    </a:lnTo>
                    <a:lnTo>
                      <a:pt x="480" y="62"/>
                    </a:lnTo>
                    <a:lnTo>
                      <a:pt x="451" y="45"/>
                    </a:lnTo>
                    <a:lnTo>
                      <a:pt x="421" y="29"/>
                    </a:lnTo>
                    <a:lnTo>
                      <a:pt x="383" y="17"/>
                    </a:lnTo>
                    <a:lnTo>
                      <a:pt x="343" y="7"/>
                    </a:lnTo>
                    <a:lnTo>
                      <a:pt x="298" y="3"/>
                    </a:lnTo>
                    <a:lnTo>
                      <a:pt x="253" y="0"/>
                    </a:lnTo>
                    <a:lnTo>
                      <a:pt x="208" y="3"/>
                    </a:lnTo>
                    <a:lnTo>
                      <a:pt x="166" y="10"/>
                    </a:lnTo>
                    <a:lnTo>
                      <a:pt x="125" y="19"/>
                    </a:lnTo>
                    <a:lnTo>
                      <a:pt x="88" y="31"/>
                    </a:lnTo>
                    <a:lnTo>
                      <a:pt x="57" y="47"/>
                    </a:lnTo>
                    <a:lnTo>
                      <a:pt x="33" y="66"/>
                    </a:lnTo>
                    <a:lnTo>
                      <a:pt x="14" y="88"/>
                    </a:lnTo>
                    <a:lnTo>
                      <a:pt x="3" y="109"/>
                    </a:lnTo>
                    <a:lnTo>
                      <a:pt x="0" y="130"/>
                    </a:lnTo>
                    <a:lnTo>
                      <a:pt x="5" y="151"/>
                    </a:lnTo>
                    <a:lnTo>
                      <a:pt x="17" y="173"/>
                    </a:lnTo>
                    <a:lnTo>
                      <a:pt x="36" y="194"/>
                    </a:lnTo>
                    <a:lnTo>
                      <a:pt x="64" y="210"/>
                    </a:lnTo>
                    <a:lnTo>
                      <a:pt x="95" y="227"/>
                    </a:lnTo>
                    <a:lnTo>
                      <a:pt x="133" y="239"/>
                    </a:lnTo>
                    <a:lnTo>
                      <a:pt x="173" y="248"/>
                    </a:lnTo>
                    <a:lnTo>
                      <a:pt x="218" y="253"/>
                    </a:lnTo>
                    <a:lnTo>
                      <a:pt x="262" y="255"/>
                    </a:lnTo>
                    <a:lnTo>
                      <a:pt x="307" y="253"/>
                    </a:lnTo>
                    <a:lnTo>
                      <a:pt x="350" y="246"/>
                    </a:lnTo>
                    <a:lnTo>
                      <a:pt x="390" y="236"/>
                    </a:lnTo>
                    <a:lnTo>
                      <a:pt x="428" y="225"/>
                    </a:lnTo>
                    <a:lnTo>
                      <a:pt x="459" y="208"/>
                    </a:lnTo>
                    <a:lnTo>
                      <a:pt x="485" y="189"/>
                    </a:lnTo>
                    <a:lnTo>
                      <a:pt x="501" y="170"/>
                    </a:lnTo>
                    <a:lnTo>
                      <a:pt x="513" y="147"/>
                    </a:lnTo>
                    <a:lnTo>
                      <a:pt x="515" y="125"/>
                    </a:lnTo>
                    <a:lnTo>
                      <a:pt x="511" y="104"/>
                    </a:lnTo>
                    <a:close/>
                    <a:moveTo>
                      <a:pt x="470" y="144"/>
                    </a:moveTo>
                    <a:lnTo>
                      <a:pt x="461" y="163"/>
                    </a:lnTo>
                    <a:lnTo>
                      <a:pt x="447" y="180"/>
                    </a:lnTo>
                    <a:lnTo>
                      <a:pt x="425" y="194"/>
                    </a:lnTo>
                    <a:lnTo>
                      <a:pt x="399" y="208"/>
                    </a:lnTo>
                    <a:lnTo>
                      <a:pt x="369" y="217"/>
                    </a:lnTo>
                    <a:lnTo>
                      <a:pt x="336" y="227"/>
                    </a:lnTo>
                    <a:lnTo>
                      <a:pt x="298" y="232"/>
                    </a:lnTo>
                    <a:lnTo>
                      <a:pt x="262" y="234"/>
                    </a:lnTo>
                    <a:lnTo>
                      <a:pt x="225" y="232"/>
                    </a:lnTo>
                    <a:lnTo>
                      <a:pt x="187" y="227"/>
                    </a:lnTo>
                    <a:lnTo>
                      <a:pt x="154" y="220"/>
                    </a:lnTo>
                    <a:lnTo>
                      <a:pt x="123" y="210"/>
                    </a:lnTo>
                    <a:lnTo>
                      <a:pt x="95" y="196"/>
                    </a:lnTo>
                    <a:lnTo>
                      <a:pt x="74" y="182"/>
                    </a:lnTo>
                    <a:lnTo>
                      <a:pt x="57" y="166"/>
                    </a:lnTo>
                    <a:lnTo>
                      <a:pt x="48" y="149"/>
                    </a:lnTo>
                    <a:lnTo>
                      <a:pt x="43" y="130"/>
                    </a:lnTo>
                    <a:lnTo>
                      <a:pt x="45" y="111"/>
                    </a:lnTo>
                    <a:lnTo>
                      <a:pt x="55" y="92"/>
                    </a:lnTo>
                    <a:lnTo>
                      <a:pt x="69" y="76"/>
                    </a:lnTo>
                    <a:lnTo>
                      <a:pt x="90" y="62"/>
                    </a:lnTo>
                    <a:lnTo>
                      <a:pt x="116" y="47"/>
                    </a:lnTo>
                    <a:lnTo>
                      <a:pt x="147" y="38"/>
                    </a:lnTo>
                    <a:lnTo>
                      <a:pt x="180" y="29"/>
                    </a:lnTo>
                    <a:lnTo>
                      <a:pt x="218" y="24"/>
                    </a:lnTo>
                    <a:lnTo>
                      <a:pt x="253" y="21"/>
                    </a:lnTo>
                    <a:lnTo>
                      <a:pt x="291" y="24"/>
                    </a:lnTo>
                    <a:lnTo>
                      <a:pt x="329" y="29"/>
                    </a:lnTo>
                    <a:lnTo>
                      <a:pt x="362" y="36"/>
                    </a:lnTo>
                    <a:lnTo>
                      <a:pt x="392" y="45"/>
                    </a:lnTo>
                    <a:lnTo>
                      <a:pt x="421" y="59"/>
                    </a:lnTo>
                    <a:lnTo>
                      <a:pt x="442" y="73"/>
                    </a:lnTo>
                    <a:lnTo>
                      <a:pt x="459" y="90"/>
                    </a:lnTo>
                    <a:lnTo>
                      <a:pt x="468" y="106"/>
                    </a:lnTo>
                    <a:lnTo>
                      <a:pt x="473" y="125"/>
                    </a:lnTo>
                    <a:lnTo>
                      <a:pt x="470" y="144"/>
                    </a:lnTo>
                    <a:close/>
                  </a:path>
                </a:pathLst>
              </a:custGeom>
              <a:solidFill>
                <a:schemeClr val="accent3"/>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62" name="Freeform 18"/>
              <p:cNvSpPr>
                <a:spLocks/>
              </p:cNvSpPr>
              <p:nvPr/>
            </p:nvSpPr>
            <p:spPr bwMode="auto">
              <a:xfrm>
                <a:off x="4684515" y="5532216"/>
                <a:ext cx="817563" cy="327025"/>
              </a:xfrm>
              <a:custGeom>
                <a:avLst/>
                <a:gdLst>
                  <a:gd name="T0" fmla="*/ 513 w 515"/>
                  <a:gd name="T1" fmla="*/ 22 h 206"/>
                  <a:gd name="T2" fmla="*/ 501 w 515"/>
                  <a:gd name="T3" fmla="*/ 45 h 206"/>
                  <a:gd name="T4" fmla="*/ 485 w 515"/>
                  <a:gd name="T5" fmla="*/ 64 h 206"/>
                  <a:gd name="T6" fmla="*/ 459 w 515"/>
                  <a:gd name="T7" fmla="*/ 83 h 206"/>
                  <a:gd name="T8" fmla="*/ 428 w 515"/>
                  <a:gd name="T9" fmla="*/ 100 h 206"/>
                  <a:gd name="T10" fmla="*/ 390 w 515"/>
                  <a:gd name="T11" fmla="*/ 111 h 206"/>
                  <a:gd name="T12" fmla="*/ 350 w 515"/>
                  <a:gd name="T13" fmla="*/ 121 h 206"/>
                  <a:gd name="T14" fmla="*/ 307 w 515"/>
                  <a:gd name="T15" fmla="*/ 128 h 206"/>
                  <a:gd name="T16" fmla="*/ 262 w 515"/>
                  <a:gd name="T17" fmla="*/ 130 h 206"/>
                  <a:gd name="T18" fmla="*/ 218 w 515"/>
                  <a:gd name="T19" fmla="*/ 128 h 206"/>
                  <a:gd name="T20" fmla="*/ 173 w 515"/>
                  <a:gd name="T21" fmla="*/ 123 h 206"/>
                  <a:gd name="T22" fmla="*/ 133 w 515"/>
                  <a:gd name="T23" fmla="*/ 114 h 206"/>
                  <a:gd name="T24" fmla="*/ 95 w 515"/>
                  <a:gd name="T25" fmla="*/ 102 h 206"/>
                  <a:gd name="T26" fmla="*/ 64 w 515"/>
                  <a:gd name="T27" fmla="*/ 85 h 206"/>
                  <a:gd name="T28" fmla="*/ 36 w 515"/>
                  <a:gd name="T29" fmla="*/ 69 h 206"/>
                  <a:gd name="T30" fmla="*/ 17 w 515"/>
                  <a:gd name="T31" fmla="*/ 48 h 206"/>
                  <a:gd name="T32" fmla="*/ 5 w 515"/>
                  <a:gd name="T33" fmla="*/ 26 h 206"/>
                  <a:gd name="T34" fmla="*/ 0 w 515"/>
                  <a:gd name="T35" fmla="*/ 5 h 206"/>
                  <a:gd name="T36" fmla="*/ 0 w 515"/>
                  <a:gd name="T37" fmla="*/ 81 h 206"/>
                  <a:gd name="T38" fmla="*/ 5 w 515"/>
                  <a:gd name="T39" fmla="*/ 102 h 206"/>
                  <a:gd name="T40" fmla="*/ 17 w 515"/>
                  <a:gd name="T41" fmla="*/ 123 h 206"/>
                  <a:gd name="T42" fmla="*/ 36 w 515"/>
                  <a:gd name="T43" fmla="*/ 142 h 206"/>
                  <a:gd name="T44" fmla="*/ 64 w 515"/>
                  <a:gd name="T45" fmla="*/ 161 h 206"/>
                  <a:gd name="T46" fmla="*/ 95 w 515"/>
                  <a:gd name="T47" fmla="*/ 178 h 206"/>
                  <a:gd name="T48" fmla="*/ 133 w 515"/>
                  <a:gd name="T49" fmla="*/ 189 h 206"/>
                  <a:gd name="T50" fmla="*/ 173 w 515"/>
                  <a:gd name="T51" fmla="*/ 199 h 206"/>
                  <a:gd name="T52" fmla="*/ 218 w 515"/>
                  <a:gd name="T53" fmla="*/ 204 h 206"/>
                  <a:gd name="T54" fmla="*/ 262 w 515"/>
                  <a:gd name="T55" fmla="*/ 206 h 206"/>
                  <a:gd name="T56" fmla="*/ 307 w 515"/>
                  <a:gd name="T57" fmla="*/ 204 h 206"/>
                  <a:gd name="T58" fmla="*/ 350 w 515"/>
                  <a:gd name="T59" fmla="*/ 196 h 206"/>
                  <a:gd name="T60" fmla="*/ 390 w 515"/>
                  <a:gd name="T61" fmla="*/ 187 h 206"/>
                  <a:gd name="T62" fmla="*/ 428 w 515"/>
                  <a:gd name="T63" fmla="*/ 173 h 206"/>
                  <a:gd name="T64" fmla="*/ 459 w 515"/>
                  <a:gd name="T65" fmla="*/ 159 h 206"/>
                  <a:gd name="T66" fmla="*/ 485 w 515"/>
                  <a:gd name="T67" fmla="*/ 140 h 206"/>
                  <a:gd name="T68" fmla="*/ 501 w 515"/>
                  <a:gd name="T69" fmla="*/ 118 h 206"/>
                  <a:gd name="T70" fmla="*/ 513 w 515"/>
                  <a:gd name="T71" fmla="*/ 97 h 206"/>
                  <a:gd name="T72" fmla="*/ 515 w 515"/>
                  <a:gd name="T73" fmla="*/ 76 h 206"/>
                  <a:gd name="T74" fmla="*/ 515 w 515"/>
                  <a:gd name="T75" fmla="*/ 0 h 206"/>
                  <a:gd name="T76" fmla="*/ 513 w 515"/>
                  <a:gd name="T77" fmla="*/ 2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5" h="206">
                    <a:moveTo>
                      <a:pt x="513" y="22"/>
                    </a:moveTo>
                    <a:lnTo>
                      <a:pt x="501" y="45"/>
                    </a:lnTo>
                    <a:lnTo>
                      <a:pt x="485" y="64"/>
                    </a:lnTo>
                    <a:lnTo>
                      <a:pt x="459" y="83"/>
                    </a:lnTo>
                    <a:lnTo>
                      <a:pt x="428" y="100"/>
                    </a:lnTo>
                    <a:lnTo>
                      <a:pt x="390" y="111"/>
                    </a:lnTo>
                    <a:lnTo>
                      <a:pt x="350" y="121"/>
                    </a:lnTo>
                    <a:lnTo>
                      <a:pt x="307" y="128"/>
                    </a:lnTo>
                    <a:lnTo>
                      <a:pt x="262" y="130"/>
                    </a:lnTo>
                    <a:lnTo>
                      <a:pt x="218" y="128"/>
                    </a:lnTo>
                    <a:lnTo>
                      <a:pt x="173" y="123"/>
                    </a:lnTo>
                    <a:lnTo>
                      <a:pt x="133" y="114"/>
                    </a:lnTo>
                    <a:lnTo>
                      <a:pt x="95" y="102"/>
                    </a:lnTo>
                    <a:lnTo>
                      <a:pt x="64" y="85"/>
                    </a:lnTo>
                    <a:lnTo>
                      <a:pt x="36" y="69"/>
                    </a:lnTo>
                    <a:lnTo>
                      <a:pt x="17" y="48"/>
                    </a:lnTo>
                    <a:lnTo>
                      <a:pt x="5" y="26"/>
                    </a:lnTo>
                    <a:lnTo>
                      <a:pt x="0" y="5"/>
                    </a:lnTo>
                    <a:lnTo>
                      <a:pt x="0" y="81"/>
                    </a:lnTo>
                    <a:lnTo>
                      <a:pt x="5" y="102"/>
                    </a:lnTo>
                    <a:lnTo>
                      <a:pt x="17" y="123"/>
                    </a:lnTo>
                    <a:lnTo>
                      <a:pt x="36" y="142"/>
                    </a:lnTo>
                    <a:lnTo>
                      <a:pt x="64" y="161"/>
                    </a:lnTo>
                    <a:lnTo>
                      <a:pt x="95" y="178"/>
                    </a:lnTo>
                    <a:lnTo>
                      <a:pt x="133" y="189"/>
                    </a:lnTo>
                    <a:lnTo>
                      <a:pt x="173" y="199"/>
                    </a:lnTo>
                    <a:lnTo>
                      <a:pt x="218" y="204"/>
                    </a:lnTo>
                    <a:lnTo>
                      <a:pt x="262" y="206"/>
                    </a:lnTo>
                    <a:lnTo>
                      <a:pt x="307" y="204"/>
                    </a:lnTo>
                    <a:lnTo>
                      <a:pt x="350" y="196"/>
                    </a:lnTo>
                    <a:lnTo>
                      <a:pt x="390" y="187"/>
                    </a:lnTo>
                    <a:lnTo>
                      <a:pt x="428" y="173"/>
                    </a:lnTo>
                    <a:lnTo>
                      <a:pt x="459" y="159"/>
                    </a:lnTo>
                    <a:lnTo>
                      <a:pt x="485" y="140"/>
                    </a:lnTo>
                    <a:lnTo>
                      <a:pt x="501" y="118"/>
                    </a:lnTo>
                    <a:lnTo>
                      <a:pt x="513" y="97"/>
                    </a:lnTo>
                    <a:lnTo>
                      <a:pt x="515" y="76"/>
                    </a:lnTo>
                    <a:lnTo>
                      <a:pt x="515" y="0"/>
                    </a:lnTo>
                    <a:lnTo>
                      <a:pt x="513" y="22"/>
                    </a:lnTo>
                    <a:close/>
                  </a:path>
                </a:pathLst>
              </a:custGeom>
              <a:solidFill>
                <a:schemeClr val="accent3">
                  <a:lumMod val="75000"/>
                </a:schemeClr>
              </a:solidFill>
              <a:ln>
                <a:noFill/>
              </a:ln>
              <a:effectLst/>
              <a:extLst>
                <a:ext uri="{91240B29-F687-4F45-9708-019B960494DF}">
                  <a14:hiddenLine xmlns:a14="http://schemas.microsoft.com/office/drawing/2010/main" w="9525" cap="flat"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grpSp>
        <p:grpSp>
          <p:nvGrpSpPr>
            <p:cNvPr id="45" name="Group 44"/>
            <p:cNvGrpSpPr>
              <a:grpSpLocks noChangeAspect="1"/>
            </p:cNvGrpSpPr>
            <p:nvPr/>
          </p:nvGrpSpPr>
          <p:grpSpPr>
            <a:xfrm>
              <a:off x="1475105" y="3197624"/>
              <a:ext cx="1635126" cy="1050926"/>
              <a:chOff x="4684515" y="5333778"/>
              <a:chExt cx="817563" cy="525463"/>
            </a:xfrm>
            <a:solidFill>
              <a:schemeClr val="accent4">
                <a:lumMod val="75000"/>
              </a:schemeClr>
            </a:solidFill>
          </p:grpSpPr>
          <p:sp>
            <p:nvSpPr>
              <p:cNvPr id="57" name="Freeform 11"/>
              <p:cNvSpPr>
                <a:spLocks/>
              </p:cNvSpPr>
              <p:nvPr/>
            </p:nvSpPr>
            <p:spPr bwMode="auto">
              <a:xfrm>
                <a:off x="4752779" y="5360394"/>
                <a:ext cx="682625" cy="293688"/>
              </a:xfrm>
              <a:custGeom>
                <a:avLst/>
                <a:gdLst>
                  <a:gd name="T0" fmla="*/ 425 w 430"/>
                  <a:gd name="T1" fmla="*/ 85 h 185"/>
                  <a:gd name="T2" fmla="*/ 416 w 430"/>
                  <a:gd name="T3" fmla="*/ 69 h 185"/>
                  <a:gd name="T4" fmla="*/ 399 w 430"/>
                  <a:gd name="T5" fmla="*/ 52 h 185"/>
                  <a:gd name="T6" fmla="*/ 378 w 430"/>
                  <a:gd name="T7" fmla="*/ 38 h 185"/>
                  <a:gd name="T8" fmla="*/ 349 w 430"/>
                  <a:gd name="T9" fmla="*/ 24 h 185"/>
                  <a:gd name="T10" fmla="*/ 319 w 430"/>
                  <a:gd name="T11" fmla="*/ 15 h 185"/>
                  <a:gd name="T12" fmla="*/ 286 w 430"/>
                  <a:gd name="T13" fmla="*/ 8 h 185"/>
                  <a:gd name="T14" fmla="*/ 248 w 430"/>
                  <a:gd name="T15" fmla="*/ 3 h 185"/>
                  <a:gd name="T16" fmla="*/ 210 w 430"/>
                  <a:gd name="T17" fmla="*/ 0 h 185"/>
                  <a:gd name="T18" fmla="*/ 175 w 430"/>
                  <a:gd name="T19" fmla="*/ 3 h 185"/>
                  <a:gd name="T20" fmla="*/ 137 w 430"/>
                  <a:gd name="T21" fmla="*/ 8 h 185"/>
                  <a:gd name="T22" fmla="*/ 104 w 430"/>
                  <a:gd name="T23" fmla="*/ 17 h 185"/>
                  <a:gd name="T24" fmla="*/ 73 w 430"/>
                  <a:gd name="T25" fmla="*/ 26 h 185"/>
                  <a:gd name="T26" fmla="*/ 47 w 430"/>
                  <a:gd name="T27" fmla="*/ 41 h 185"/>
                  <a:gd name="T28" fmla="*/ 26 w 430"/>
                  <a:gd name="T29" fmla="*/ 55 h 185"/>
                  <a:gd name="T30" fmla="*/ 12 w 430"/>
                  <a:gd name="T31" fmla="*/ 71 h 185"/>
                  <a:gd name="T32" fmla="*/ 2 w 430"/>
                  <a:gd name="T33" fmla="*/ 90 h 185"/>
                  <a:gd name="T34" fmla="*/ 0 w 430"/>
                  <a:gd name="T35" fmla="*/ 109 h 185"/>
                  <a:gd name="T36" fmla="*/ 0 w 430"/>
                  <a:gd name="T37" fmla="*/ 185 h 185"/>
                  <a:gd name="T38" fmla="*/ 2 w 430"/>
                  <a:gd name="T39" fmla="*/ 166 h 185"/>
                  <a:gd name="T40" fmla="*/ 12 w 430"/>
                  <a:gd name="T41" fmla="*/ 147 h 185"/>
                  <a:gd name="T42" fmla="*/ 26 w 430"/>
                  <a:gd name="T43" fmla="*/ 130 h 185"/>
                  <a:gd name="T44" fmla="*/ 47 w 430"/>
                  <a:gd name="T45" fmla="*/ 116 h 185"/>
                  <a:gd name="T46" fmla="*/ 73 w 430"/>
                  <a:gd name="T47" fmla="*/ 102 h 185"/>
                  <a:gd name="T48" fmla="*/ 104 w 430"/>
                  <a:gd name="T49" fmla="*/ 90 h 185"/>
                  <a:gd name="T50" fmla="*/ 137 w 430"/>
                  <a:gd name="T51" fmla="*/ 83 h 185"/>
                  <a:gd name="T52" fmla="*/ 175 w 430"/>
                  <a:gd name="T53" fmla="*/ 78 h 185"/>
                  <a:gd name="T54" fmla="*/ 210 w 430"/>
                  <a:gd name="T55" fmla="*/ 76 h 185"/>
                  <a:gd name="T56" fmla="*/ 248 w 430"/>
                  <a:gd name="T57" fmla="*/ 76 h 185"/>
                  <a:gd name="T58" fmla="*/ 286 w 430"/>
                  <a:gd name="T59" fmla="*/ 81 h 185"/>
                  <a:gd name="T60" fmla="*/ 319 w 430"/>
                  <a:gd name="T61" fmla="*/ 90 h 185"/>
                  <a:gd name="T62" fmla="*/ 349 w 430"/>
                  <a:gd name="T63" fmla="*/ 100 h 185"/>
                  <a:gd name="T64" fmla="*/ 378 w 430"/>
                  <a:gd name="T65" fmla="*/ 111 h 185"/>
                  <a:gd name="T66" fmla="*/ 399 w 430"/>
                  <a:gd name="T67" fmla="*/ 128 h 185"/>
                  <a:gd name="T68" fmla="*/ 416 w 430"/>
                  <a:gd name="T69" fmla="*/ 145 h 185"/>
                  <a:gd name="T70" fmla="*/ 425 w 430"/>
                  <a:gd name="T71" fmla="*/ 161 h 185"/>
                  <a:gd name="T72" fmla="*/ 430 w 430"/>
                  <a:gd name="T73" fmla="*/ 180 h 185"/>
                  <a:gd name="T74" fmla="*/ 430 w 430"/>
                  <a:gd name="T75" fmla="*/ 104 h 185"/>
                  <a:gd name="T76" fmla="*/ 425 w 430"/>
                  <a:gd name="T77" fmla="*/ 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 h="185">
                    <a:moveTo>
                      <a:pt x="425" y="85"/>
                    </a:moveTo>
                    <a:lnTo>
                      <a:pt x="416" y="69"/>
                    </a:lnTo>
                    <a:lnTo>
                      <a:pt x="399" y="52"/>
                    </a:lnTo>
                    <a:lnTo>
                      <a:pt x="378" y="38"/>
                    </a:lnTo>
                    <a:lnTo>
                      <a:pt x="349" y="24"/>
                    </a:lnTo>
                    <a:lnTo>
                      <a:pt x="319" y="15"/>
                    </a:lnTo>
                    <a:lnTo>
                      <a:pt x="286" y="8"/>
                    </a:lnTo>
                    <a:lnTo>
                      <a:pt x="248" y="3"/>
                    </a:lnTo>
                    <a:lnTo>
                      <a:pt x="210" y="0"/>
                    </a:lnTo>
                    <a:lnTo>
                      <a:pt x="175" y="3"/>
                    </a:lnTo>
                    <a:lnTo>
                      <a:pt x="137" y="8"/>
                    </a:lnTo>
                    <a:lnTo>
                      <a:pt x="104" y="17"/>
                    </a:lnTo>
                    <a:lnTo>
                      <a:pt x="73" y="26"/>
                    </a:lnTo>
                    <a:lnTo>
                      <a:pt x="47" y="41"/>
                    </a:lnTo>
                    <a:lnTo>
                      <a:pt x="26" y="55"/>
                    </a:lnTo>
                    <a:lnTo>
                      <a:pt x="12" y="71"/>
                    </a:lnTo>
                    <a:lnTo>
                      <a:pt x="2" y="90"/>
                    </a:lnTo>
                    <a:lnTo>
                      <a:pt x="0" y="109"/>
                    </a:lnTo>
                    <a:lnTo>
                      <a:pt x="0" y="185"/>
                    </a:lnTo>
                    <a:lnTo>
                      <a:pt x="2" y="166"/>
                    </a:lnTo>
                    <a:lnTo>
                      <a:pt x="12" y="147"/>
                    </a:lnTo>
                    <a:lnTo>
                      <a:pt x="26" y="130"/>
                    </a:lnTo>
                    <a:lnTo>
                      <a:pt x="47" y="116"/>
                    </a:lnTo>
                    <a:lnTo>
                      <a:pt x="73" y="102"/>
                    </a:lnTo>
                    <a:lnTo>
                      <a:pt x="104" y="90"/>
                    </a:lnTo>
                    <a:lnTo>
                      <a:pt x="137" y="83"/>
                    </a:lnTo>
                    <a:lnTo>
                      <a:pt x="175" y="78"/>
                    </a:lnTo>
                    <a:lnTo>
                      <a:pt x="210" y="76"/>
                    </a:lnTo>
                    <a:lnTo>
                      <a:pt x="248" y="76"/>
                    </a:lnTo>
                    <a:lnTo>
                      <a:pt x="286" y="81"/>
                    </a:lnTo>
                    <a:lnTo>
                      <a:pt x="319" y="90"/>
                    </a:lnTo>
                    <a:lnTo>
                      <a:pt x="349" y="100"/>
                    </a:lnTo>
                    <a:lnTo>
                      <a:pt x="378" y="111"/>
                    </a:lnTo>
                    <a:lnTo>
                      <a:pt x="399" y="128"/>
                    </a:lnTo>
                    <a:lnTo>
                      <a:pt x="416" y="145"/>
                    </a:lnTo>
                    <a:lnTo>
                      <a:pt x="425" y="161"/>
                    </a:lnTo>
                    <a:lnTo>
                      <a:pt x="430" y="180"/>
                    </a:lnTo>
                    <a:lnTo>
                      <a:pt x="430" y="104"/>
                    </a:lnTo>
                    <a:lnTo>
                      <a:pt x="425" y="85"/>
                    </a:lnTo>
                    <a:close/>
                  </a:path>
                </a:pathLst>
              </a:custGeom>
              <a:solidFill>
                <a:schemeClr val="accent4">
                  <a:lumMod val="75000"/>
                </a:schemeClr>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58" name="Freeform 14"/>
              <p:cNvSpPr>
                <a:spLocks noEditPoints="1"/>
              </p:cNvSpPr>
              <p:nvPr/>
            </p:nvSpPr>
            <p:spPr bwMode="auto">
              <a:xfrm>
                <a:off x="4684515" y="5333778"/>
                <a:ext cx="817563" cy="404813"/>
              </a:xfrm>
              <a:custGeom>
                <a:avLst/>
                <a:gdLst>
                  <a:gd name="T0" fmla="*/ 499 w 515"/>
                  <a:gd name="T1" fmla="*/ 83 h 255"/>
                  <a:gd name="T2" fmla="*/ 451 w 515"/>
                  <a:gd name="T3" fmla="*/ 45 h 255"/>
                  <a:gd name="T4" fmla="*/ 383 w 515"/>
                  <a:gd name="T5" fmla="*/ 17 h 255"/>
                  <a:gd name="T6" fmla="*/ 298 w 515"/>
                  <a:gd name="T7" fmla="*/ 3 h 255"/>
                  <a:gd name="T8" fmla="*/ 208 w 515"/>
                  <a:gd name="T9" fmla="*/ 3 h 255"/>
                  <a:gd name="T10" fmla="*/ 125 w 515"/>
                  <a:gd name="T11" fmla="*/ 19 h 255"/>
                  <a:gd name="T12" fmla="*/ 57 w 515"/>
                  <a:gd name="T13" fmla="*/ 47 h 255"/>
                  <a:gd name="T14" fmla="*/ 14 w 515"/>
                  <a:gd name="T15" fmla="*/ 88 h 255"/>
                  <a:gd name="T16" fmla="*/ 0 w 515"/>
                  <a:gd name="T17" fmla="*/ 130 h 255"/>
                  <a:gd name="T18" fmla="*/ 17 w 515"/>
                  <a:gd name="T19" fmla="*/ 173 h 255"/>
                  <a:gd name="T20" fmla="*/ 64 w 515"/>
                  <a:gd name="T21" fmla="*/ 210 h 255"/>
                  <a:gd name="T22" fmla="*/ 133 w 515"/>
                  <a:gd name="T23" fmla="*/ 239 h 255"/>
                  <a:gd name="T24" fmla="*/ 218 w 515"/>
                  <a:gd name="T25" fmla="*/ 253 h 255"/>
                  <a:gd name="T26" fmla="*/ 307 w 515"/>
                  <a:gd name="T27" fmla="*/ 253 h 255"/>
                  <a:gd name="T28" fmla="*/ 390 w 515"/>
                  <a:gd name="T29" fmla="*/ 236 h 255"/>
                  <a:gd name="T30" fmla="*/ 459 w 515"/>
                  <a:gd name="T31" fmla="*/ 208 h 255"/>
                  <a:gd name="T32" fmla="*/ 501 w 515"/>
                  <a:gd name="T33" fmla="*/ 170 h 255"/>
                  <a:gd name="T34" fmla="*/ 515 w 515"/>
                  <a:gd name="T35" fmla="*/ 125 h 255"/>
                  <a:gd name="T36" fmla="*/ 470 w 515"/>
                  <a:gd name="T37" fmla="*/ 144 h 255"/>
                  <a:gd name="T38" fmla="*/ 447 w 515"/>
                  <a:gd name="T39" fmla="*/ 180 h 255"/>
                  <a:gd name="T40" fmla="*/ 399 w 515"/>
                  <a:gd name="T41" fmla="*/ 208 h 255"/>
                  <a:gd name="T42" fmla="*/ 336 w 515"/>
                  <a:gd name="T43" fmla="*/ 227 h 255"/>
                  <a:gd name="T44" fmla="*/ 262 w 515"/>
                  <a:gd name="T45" fmla="*/ 234 h 255"/>
                  <a:gd name="T46" fmla="*/ 187 w 515"/>
                  <a:gd name="T47" fmla="*/ 227 h 255"/>
                  <a:gd name="T48" fmla="*/ 123 w 515"/>
                  <a:gd name="T49" fmla="*/ 210 h 255"/>
                  <a:gd name="T50" fmla="*/ 74 w 515"/>
                  <a:gd name="T51" fmla="*/ 182 h 255"/>
                  <a:gd name="T52" fmla="*/ 48 w 515"/>
                  <a:gd name="T53" fmla="*/ 149 h 255"/>
                  <a:gd name="T54" fmla="*/ 45 w 515"/>
                  <a:gd name="T55" fmla="*/ 111 h 255"/>
                  <a:gd name="T56" fmla="*/ 69 w 515"/>
                  <a:gd name="T57" fmla="*/ 76 h 255"/>
                  <a:gd name="T58" fmla="*/ 116 w 515"/>
                  <a:gd name="T59" fmla="*/ 47 h 255"/>
                  <a:gd name="T60" fmla="*/ 180 w 515"/>
                  <a:gd name="T61" fmla="*/ 29 h 255"/>
                  <a:gd name="T62" fmla="*/ 253 w 515"/>
                  <a:gd name="T63" fmla="*/ 21 h 255"/>
                  <a:gd name="T64" fmla="*/ 329 w 515"/>
                  <a:gd name="T65" fmla="*/ 29 h 255"/>
                  <a:gd name="T66" fmla="*/ 392 w 515"/>
                  <a:gd name="T67" fmla="*/ 45 h 255"/>
                  <a:gd name="T68" fmla="*/ 442 w 515"/>
                  <a:gd name="T69" fmla="*/ 73 h 255"/>
                  <a:gd name="T70" fmla="*/ 468 w 515"/>
                  <a:gd name="T71" fmla="*/ 106 h 255"/>
                  <a:gd name="T72" fmla="*/ 470 w 515"/>
                  <a:gd name="T73" fmla="*/ 14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5" h="255">
                    <a:moveTo>
                      <a:pt x="511" y="104"/>
                    </a:moveTo>
                    <a:lnTo>
                      <a:pt x="499" y="83"/>
                    </a:lnTo>
                    <a:lnTo>
                      <a:pt x="480" y="62"/>
                    </a:lnTo>
                    <a:lnTo>
                      <a:pt x="451" y="45"/>
                    </a:lnTo>
                    <a:lnTo>
                      <a:pt x="421" y="29"/>
                    </a:lnTo>
                    <a:lnTo>
                      <a:pt x="383" y="17"/>
                    </a:lnTo>
                    <a:lnTo>
                      <a:pt x="343" y="7"/>
                    </a:lnTo>
                    <a:lnTo>
                      <a:pt x="298" y="3"/>
                    </a:lnTo>
                    <a:lnTo>
                      <a:pt x="253" y="0"/>
                    </a:lnTo>
                    <a:lnTo>
                      <a:pt x="208" y="3"/>
                    </a:lnTo>
                    <a:lnTo>
                      <a:pt x="166" y="10"/>
                    </a:lnTo>
                    <a:lnTo>
                      <a:pt x="125" y="19"/>
                    </a:lnTo>
                    <a:lnTo>
                      <a:pt x="88" y="31"/>
                    </a:lnTo>
                    <a:lnTo>
                      <a:pt x="57" y="47"/>
                    </a:lnTo>
                    <a:lnTo>
                      <a:pt x="33" y="66"/>
                    </a:lnTo>
                    <a:lnTo>
                      <a:pt x="14" y="88"/>
                    </a:lnTo>
                    <a:lnTo>
                      <a:pt x="3" y="109"/>
                    </a:lnTo>
                    <a:lnTo>
                      <a:pt x="0" y="130"/>
                    </a:lnTo>
                    <a:lnTo>
                      <a:pt x="5" y="151"/>
                    </a:lnTo>
                    <a:lnTo>
                      <a:pt x="17" y="173"/>
                    </a:lnTo>
                    <a:lnTo>
                      <a:pt x="36" y="194"/>
                    </a:lnTo>
                    <a:lnTo>
                      <a:pt x="64" y="210"/>
                    </a:lnTo>
                    <a:lnTo>
                      <a:pt x="95" y="227"/>
                    </a:lnTo>
                    <a:lnTo>
                      <a:pt x="133" y="239"/>
                    </a:lnTo>
                    <a:lnTo>
                      <a:pt x="173" y="248"/>
                    </a:lnTo>
                    <a:lnTo>
                      <a:pt x="218" y="253"/>
                    </a:lnTo>
                    <a:lnTo>
                      <a:pt x="262" y="255"/>
                    </a:lnTo>
                    <a:lnTo>
                      <a:pt x="307" y="253"/>
                    </a:lnTo>
                    <a:lnTo>
                      <a:pt x="350" y="246"/>
                    </a:lnTo>
                    <a:lnTo>
                      <a:pt x="390" y="236"/>
                    </a:lnTo>
                    <a:lnTo>
                      <a:pt x="428" y="225"/>
                    </a:lnTo>
                    <a:lnTo>
                      <a:pt x="459" y="208"/>
                    </a:lnTo>
                    <a:lnTo>
                      <a:pt x="485" y="189"/>
                    </a:lnTo>
                    <a:lnTo>
                      <a:pt x="501" y="170"/>
                    </a:lnTo>
                    <a:lnTo>
                      <a:pt x="513" y="147"/>
                    </a:lnTo>
                    <a:lnTo>
                      <a:pt x="515" y="125"/>
                    </a:lnTo>
                    <a:lnTo>
                      <a:pt x="511" y="104"/>
                    </a:lnTo>
                    <a:close/>
                    <a:moveTo>
                      <a:pt x="470" y="144"/>
                    </a:moveTo>
                    <a:lnTo>
                      <a:pt x="461" y="163"/>
                    </a:lnTo>
                    <a:lnTo>
                      <a:pt x="447" y="180"/>
                    </a:lnTo>
                    <a:lnTo>
                      <a:pt x="425" y="194"/>
                    </a:lnTo>
                    <a:lnTo>
                      <a:pt x="399" y="208"/>
                    </a:lnTo>
                    <a:lnTo>
                      <a:pt x="369" y="217"/>
                    </a:lnTo>
                    <a:lnTo>
                      <a:pt x="336" y="227"/>
                    </a:lnTo>
                    <a:lnTo>
                      <a:pt x="298" y="232"/>
                    </a:lnTo>
                    <a:lnTo>
                      <a:pt x="262" y="234"/>
                    </a:lnTo>
                    <a:lnTo>
                      <a:pt x="225" y="232"/>
                    </a:lnTo>
                    <a:lnTo>
                      <a:pt x="187" y="227"/>
                    </a:lnTo>
                    <a:lnTo>
                      <a:pt x="154" y="220"/>
                    </a:lnTo>
                    <a:lnTo>
                      <a:pt x="123" y="210"/>
                    </a:lnTo>
                    <a:lnTo>
                      <a:pt x="95" y="196"/>
                    </a:lnTo>
                    <a:lnTo>
                      <a:pt x="74" y="182"/>
                    </a:lnTo>
                    <a:lnTo>
                      <a:pt x="57" y="166"/>
                    </a:lnTo>
                    <a:lnTo>
                      <a:pt x="48" y="149"/>
                    </a:lnTo>
                    <a:lnTo>
                      <a:pt x="43" y="130"/>
                    </a:lnTo>
                    <a:lnTo>
                      <a:pt x="45" y="111"/>
                    </a:lnTo>
                    <a:lnTo>
                      <a:pt x="55" y="92"/>
                    </a:lnTo>
                    <a:lnTo>
                      <a:pt x="69" y="76"/>
                    </a:lnTo>
                    <a:lnTo>
                      <a:pt x="90" y="62"/>
                    </a:lnTo>
                    <a:lnTo>
                      <a:pt x="116" y="47"/>
                    </a:lnTo>
                    <a:lnTo>
                      <a:pt x="147" y="38"/>
                    </a:lnTo>
                    <a:lnTo>
                      <a:pt x="180" y="29"/>
                    </a:lnTo>
                    <a:lnTo>
                      <a:pt x="218" y="24"/>
                    </a:lnTo>
                    <a:lnTo>
                      <a:pt x="253" y="21"/>
                    </a:lnTo>
                    <a:lnTo>
                      <a:pt x="291" y="24"/>
                    </a:lnTo>
                    <a:lnTo>
                      <a:pt x="329" y="29"/>
                    </a:lnTo>
                    <a:lnTo>
                      <a:pt x="362" y="36"/>
                    </a:lnTo>
                    <a:lnTo>
                      <a:pt x="392" y="45"/>
                    </a:lnTo>
                    <a:lnTo>
                      <a:pt x="421" y="59"/>
                    </a:lnTo>
                    <a:lnTo>
                      <a:pt x="442" y="73"/>
                    </a:lnTo>
                    <a:lnTo>
                      <a:pt x="459" y="90"/>
                    </a:lnTo>
                    <a:lnTo>
                      <a:pt x="468" y="106"/>
                    </a:lnTo>
                    <a:lnTo>
                      <a:pt x="473" y="125"/>
                    </a:lnTo>
                    <a:lnTo>
                      <a:pt x="470" y="144"/>
                    </a:lnTo>
                    <a:close/>
                  </a:path>
                </a:pathLst>
              </a:custGeom>
              <a:solidFill>
                <a:schemeClr val="accent4"/>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59" name="Freeform 18"/>
              <p:cNvSpPr>
                <a:spLocks/>
              </p:cNvSpPr>
              <p:nvPr/>
            </p:nvSpPr>
            <p:spPr bwMode="auto">
              <a:xfrm>
                <a:off x="4684515" y="5532216"/>
                <a:ext cx="817563" cy="327025"/>
              </a:xfrm>
              <a:custGeom>
                <a:avLst/>
                <a:gdLst>
                  <a:gd name="T0" fmla="*/ 513 w 515"/>
                  <a:gd name="T1" fmla="*/ 22 h 206"/>
                  <a:gd name="T2" fmla="*/ 501 w 515"/>
                  <a:gd name="T3" fmla="*/ 45 h 206"/>
                  <a:gd name="T4" fmla="*/ 485 w 515"/>
                  <a:gd name="T5" fmla="*/ 64 h 206"/>
                  <a:gd name="T6" fmla="*/ 459 w 515"/>
                  <a:gd name="T7" fmla="*/ 83 h 206"/>
                  <a:gd name="T8" fmla="*/ 428 w 515"/>
                  <a:gd name="T9" fmla="*/ 100 h 206"/>
                  <a:gd name="T10" fmla="*/ 390 w 515"/>
                  <a:gd name="T11" fmla="*/ 111 h 206"/>
                  <a:gd name="T12" fmla="*/ 350 w 515"/>
                  <a:gd name="T13" fmla="*/ 121 h 206"/>
                  <a:gd name="T14" fmla="*/ 307 w 515"/>
                  <a:gd name="T15" fmla="*/ 128 h 206"/>
                  <a:gd name="T16" fmla="*/ 262 w 515"/>
                  <a:gd name="T17" fmla="*/ 130 h 206"/>
                  <a:gd name="T18" fmla="*/ 218 w 515"/>
                  <a:gd name="T19" fmla="*/ 128 h 206"/>
                  <a:gd name="T20" fmla="*/ 173 w 515"/>
                  <a:gd name="T21" fmla="*/ 123 h 206"/>
                  <a:gd name="T22" fmla="*/ 133 w 515"/>
                  <a:gd name="T23" fmla="*/ 114 h 206"/>
                  <a:gd name="T24" fmla="*/ 95 w 515"/>
                  <a:gd name="T25" fmla="*/ 102 h 206"/>
                  <a:gd name="T26" fmla="*/ 64 w 515"/>
                  <a:gd name="T27" fmla="*/ 85 h 206"/>
                  <a:gd name="T28" fmla="*/ 36 w 515"/>
                  <a:gd name="T29" fmla="*/ 69 h 206"/>
                  <a:gd name="T30" fmla="*/ 17 w 515"/>
                  <a:gd name="T31" fmla="*/ 48 h 206"/>
                  <a:gd name="T32" fmla="*/ 5 w 515"/>
                  <a:gd name="T33" fmla="*/ 26 h 206"/>
                  <a:gd name="T34" fmla="*/ 0 w 515"/>
                  <a:gd name="T35" fmla="*/ 5 h 206"/>
                  <a:gd name="T36" fmla="*/ 0 w 515"/>
                  <a:gd name="T37" fmla="*/ 81 h 206"/>
                  <a:gd name="T38" fmla="*/ 5 w 515"/>
                  <a:gd name="T39" fmla="*/ 102 h 206"/>
                  <a:gd name="T40" fmla="*/ 17 w 515"/>
                  <a:gd name="T41" fmla="*/ 123 h 206"/>
                  <a:gd name="T42" fmla="*/ 36 w 515"/>
                  <a:gd name="T43" fmla="*/ 142 h 206"/>
                  <a:gd name="T44" fmla="*/ 64 w 515"/>
                  <a:gd name="T45" fmla="*/ 161 h 206"/>
                  <a:gd name="T46" fmla="*/ 95 w 515"/>
                  <a:gd name="T47" fmla="*/ 178 h 206"/>
                  <a:gd name="T48" fmla="*/ 133 w 515"/>
                  <a:gd name="T49" fmla="*/ 189 h 206"/>
                  <a:gd name="T50" fmla="*/ 173 w 515"/>
                  <a:gd name="T51" fmla="*/ 199 h 206"/>
                  <a:gd name="T52" fmla="*/ 218 w 515"/>
                  <a:gd name="T53" fmla="*/ 204 h 206"/>
                  <a:gd name="T54" fmla="*/ 262 w 515"/>
                  <a:gd name="T55" fmla="*/ 206 h 206"/>
                  <a:gd name="T56" fmla="*/ 307 w 515"/>
                  <a:gd name="T57" fmla="*/ 204 h 206"/>
                  <a:gd name="T58" fmla="*/ 350 w 515"/>
                  <a:gd name="T59" fmla="*/ 196 h 206"/>
                  <a:gd name="T60" fmla="*/ 390 w 515"/>
                  <a:gd name="T61" fmla="*/ 187 h 206"/>
                  <a:gd name="T62" fmla="*/ 428 w 515"/>
                  <a:gd name="T63" fmla="*/ 173 h 206"/>
                  <a:gd name="T64" fmla="*/ 459 w 515"/>
                  <a:gd name="T65" fmla="*/ 159 h 206"/>
                  <a:gd name="T66" fmla="*/ 485 w 515"/>
                  <a:gd name="T67" fmla="*/ 140 h 206"/>
                  <a:gd name="T68" fmla="*/ 501 w 515"/>
                  <a:gd name="T69" fmla="*/ 118 h 206"/>
                  <a:gd name="T70" fmla="*/ 513 w 515"/>
                  <a:gd name="T71" fmla="*/ 97 h 206"/>
                  <a:gd name="T72" fmla="*/ 515 w 515"/>
                  <a:gd name="T73" fmla="*/ 76 h 206"/>
                  <a:gd name="T74" fmla="*/ 515 w 515"/>
                  <a:gd name="T75" fmla="*/ 0 h 206"/>
                  <a:gd name="T76" fmla="*/ 513 w 515"/>
                  <a:gd name="T77" fmla="*/ 2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5" h="206">
                    <a:moveTo>
                      <a:pt x="513" y="22"/>
                    </a:moveTo>
                    <a:lnTo>
                      <a:pt x="501" y="45"/>
                    </a:lnTo>
                    <a:lnTo>
                      <a:pt x="485" y="64"/>
                    </a:lnTo>
                    <a:lnTo>
                      <a:pt x="459" y="83"/>
                    </a:lnTo>
                    <a:lnTo>
                      <a:pt x="428" y="100"/>
                    </a:lnTo>
                    <a:lnTo>
                      <a:pt x="390" y="111"/>
                    </a:lnTo>
                    <a:lnTo>
                      <a:pt x="350" y="121"/>
                    </a:lnTo>
                    <a:lnTo>
                      <a:pt x="307" y="128"/>
                    </a:lnTo>
                    <a:lnTo>
                      <a:pt x="262" y="130"/>
                    </a:lnTo>
                    <a:lnTo>
                      <a:pt x="218" y="128"/>
                    </a:lnTo>
                    <a:lnTo>
                      <a:pt x="173" y="123"/>
                    </a:lnTo>
                    <a:lnTo>
                      <a:pt x="133" y="114"/>
                    </a:lnTo>
                    <a:lnTo>
                      <a:pt x="95" y="102"/>
                    </a:lnTo>
                    <a:lnTo>
                      <a:pt x="64" y="85"/>
                    </a:lnTo>
                    <a:lnTo>
                      <a:pt x="36" y="69"/>
                    </a:lnTo>
                    <a:lnTo>
                      <a:pt x="17" y="48"/>
                    </a:lnTo>
                    <a:lnTo>
                      <a:pt x="5" y="26"/>
                    </a:lnTo>
                    <a:lnTo>
                      <a:pt x="0" y="5"/>
                    </a:lnTo>
                    <a:lnTo>
                      <a:pt x="0" y="81"/>
                    </a:lnTo>
                    <a:lnTo>
                      <a:pt x="5" y="102"/>
                    </a:lnTo>
                    <a:lnTo>
                      <a:pt x="17" y="123"/>
                    </a:lnTo>
                    <a:lnTo>
                      <a:pt x="36" y="142"/>
                    </a:lnTo>
                    <a:lnTo>
                      <a:pt x="64" y="161"/>
                    </a:lnTo>
                    <a:lnTo>
                      <a:pt x="95" y="178"/>
                    </a:lnTo>
                    <a:lnTo>
                      <a:pt x="133" y="189"/>
                    </a:lnTo>
                    <a:lnTo>
                      <a:pt x="173" y="199"/>
                    </a:lnTo>
                    <a:lnTo>
                      <a:pt x="218" y="204"/>
                    </a:lnTo>
                    <a:lnTo>
                      <a:pt x="262" y="206"/>
                    </a:lnTo>
                    <a:lnTo>
                      <a:pt x="307" y="204"/>
                    </a:lnTo>
                    <a:lnTo>
                      <a:pt x="350" y="196"/>
                    </a:lnTo>
                    <a:lnTo>
                      <a:pt x="390" y="187"/>
                    </a:lnTo>
                    <a:lnTo>
                      <a:pt x="428" y="173"/>
                    </a:lnTo>
                    <a:lnTo>
                      <a:pt x="459" y="159"/>
                    </a:lnTo>
                    <a:lnTo>
                      <a:pt x="485" y="140"/>
                    </a:lnTo>
                    <a:lnTo>
                      <a:pt x="501" y="118"/>
                    </a:lnTo>
                    <a:lnTo>
                      <a:pt x="513" y="97"/>
                    </a:lnTo>
                    <a:lnTo>
                      <a:pt x="515" y="76"/>
                    </a:lnTo>
                    <a:lnTo>
                      <a:pt x="515" y="0"/>
                    </a:lnTo>
                    <a:lnTo>
                      <a:pt x="513" y="22"/>
                    </a:lnTo>
                    <a:close/>
                  </a:path>
                </a:pathLst>
              </a:custGeom>
              <a:solidFill>
                <a:schemeClr val="accent4">
                  <a:lumMod val="75000"/>
                </a:schemeClr>
              </a:solidFill>
              <a:ln>
                <a:noFill/>
              </a:ln>
              <a:effectLst/>
              <a:extLst>
                <a:ext uri="{91240B29-F687-4F45-9708-019B960494DF}">
                  <a14:hiddenLine xmlns:a14="http://schemas.microsoft.com/office/drawing/2010/main" w="9525" cap="flat"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grpSp>
        <p:grpSp>
          <p:nvGrpSpPr>
            <p:cNvPr id="46" name="Group 45"/>
            <p:cNvGrpSpPr>
              <a:grpSpLocks noChangeAspect="1"/>
            </p:cNvGrpSpPr>
            <p:nvPr/>
          </p:nvGrpSpPr>
          <p:grpSpPr>
            <a:xfrm>
              <a:off x="1475105" y="2778284"/>
              <a:ext cx="1635126" cy="1050926"/>
              <a:chOff x="4684515" y="5333778"/>
              <a:chExt cx="817563" cy="525463"/>
            </a:xfrm>
          </p:grpSpPr>
          <p:sp>
            <p:nvSpPr>
              <p:cNvPr id="54" name="Freeform 11"/>
              <p:cNvSpPr>
                <a:spLocks/>
              </p:cNvSpPr>
              <p:nvPr/>
            </p:nvSpPr>
            <p:spPr bwMode="auto">
              <a:xfrm>
                <a:off x="4752779" y="5360394"/>
                <a:ext cx="682625" cy="293688"/>
              </a:xfrm>
              <a:custGeom>
                <a:avLst/>
                <a:gdLst>
                  <a:gd name="T0" fmla="*/ 425 w 430"/>
                  <a:gd name="T1" fmla="*/ 85 h 185"/>
                  <a:gd name="T2" fmla="*/ 416 w 430"/>
                  <a:gd name="T3" fmla="*/ 69 h 185"/>
                  <a:gd name="T4" fmla="*/ 399 w 430"/>
                  <a:gd name="T5" fmla="*/ 52 h 185"/>
                  <a:gd name="T6" fmla="*/ 378 w 430"/>
                  <a:gd name="T7" fmla="*/ 38 h 185"/>
                  <a:gd name="T8" fmla="*/ 349 w 430"/>
                  <a:gd name="T9" fmla="*/ 24 h 185"/>
                  <a:gd name="T10" fmla="*/ 319 w 430"/>
                  <a:gd name="T11" fmla="*/ 15 h 185"/>
                  <a:gd name="T12" fmla="*/ 286 w 430"/>
                  <a:gd name="T13" fmla="*/ 8 h 185"/>
                  <a:gd name="T14" fmla="*/ 248 w 430"/>
                  <a:gd name="T15" fmla="*/ 3 h 185"/>
                  <a:gd name="T16" fmla="*/ 210 w 430"/>
                  <a:gd name="T17" fmla="*/ 0 h 185"/>
                  <a:gd name="T18" fmla="*/ 175 w 430"/>
                  <a:gd name="T19" fmla="*/ 3 h 185"/>
                  <a:gd name="T20" fmla="*/ 137 w 430"/>
                  <a:gd name="T21" fmla="*/ 8 h 185"/>
                  <a:gd name="T22" fmla="*/ 104 w 430"/>
                  <a:gd name="T23" fmla="*/ 17 h 185"/>
                  <a:gd name="T24" fmla="*/ 73 w 430"/>
                  <a:gd name="T25" fmla="*/ 26 h 185"/>
                  <a:gd name="T26" fmla="*/ 47 w 430"/>
                  <a:gd name="T27" fmla="*/ 41 h 185"/>
                  <a:gd name="T28" fmla="*/ 26 w 430"/>
                  <a:gd name="T29" fmla="*/ 55 h 185"/>
                  <a:gd name="T30" fmla="*/ 12 w 430"/>
                  <a:gd name="T31" fmla="*/ 71 h 185"/>
                  <a:gd name="T32" fmla="*/ 2 w 430"/>
                  <a:gd name="T33" fmla="*/ 90 h 185"/>
                  <a:gd name="T34" fmla="*/ 0 w 430"/>
                  <a:gd name="T35" fmla="*/ 109 h 185"/>
                  <a:gd name="T36" fmla="*/ 0 w 430"/>
                  <a:gd name="T37" fmla="*/ 185 h 185"/>
                  <a:gd name="T38" fmla="*/ 2 w 430"/>
                  <a:gd name="T39" fmla="*/ 166 h 185"/>
                  <a:gd name="T40" fmla="*/ 12 w 430"/>
                  <a:gd name="T41" fmla="*/ 147 h 185"/>
                  <a:gd name="T42" fmla="*/ 26 w 430"/>
                  <a:gd name="T43" fmla="*/ 130 h 185"/>
                  <a:gd name="T44" fmla="*/ 47 w 430"/>
                  <a:gd name="T45" fmla="*/ 116 h 185"/>
                  <a:gd name="T46" fmla="*/ 73 w 430"/>
                  <a:gd name="T47" fmla="*/ 102 h 185"/>
                  <a:gd name="T48" fmla="*/ 104 w 430"/>
                  <a:gd name="T49" fmla="*/ 90 h 185"/>
                  <a:gd name="T50" fmla="*/ 137 w 430"/>
                  <a:gd name="T51" fmla="*/ 83 h 185"/>
                  <a:gd name="T52" fmla="*/ 175 w 430"/>
                  <a:gd name="T53" fmla="*/ 78 h 185"/>
                  <a:gd name="T54" fmla="*/ 210 w 430"/>
                  <a:gd name="T55" fmla="*/ 76 h 185"/>
                  <a:gd name="T56" fmla="*/ 248 w 430"/>
                  <a:gd name="T57" fmla="*/ 76 h 185"/>
                  <a:gd name="T58" fmla="*/ 286 w 430"/>
                  <a:gd name="T59" fmla="*/ 81 h 185"/>
                  <a:gd name="T60" fmla="*/ 319 w 430"/>
                  <a:gd name="T61" fmla="*/ 90 h 185"/>
                  <a:gd name="T62" fmla="*/ 349 w 430"/>
                  <a:gd name="T63" fmla="*/ 100 h 185"/>
                  <a:gd name="T64" fmla="*/ 378 w 430"/>
                  <a:gd name="T65" fmla="*/ 111 h 185"/>
                  <a:gd name="T66" fmla="*/ 399 w 430"/>
                  <a:gd name="T67" fmla="*/ 128 h 185"/>
                  <a:gd name="T68" fmla="*/ 416 w 430"/>
                  <a:gd name="T69" fmla="*/ 145 h 185"/>
                  <a:gd name="T70" fmla="*/ 425 w 430"/>
                  <a:gd name="T71" fmla="*/ 161 h 185"/>
                  <a:gd name="T72" fmla="*/ 430 w 430"/>
                  <a:gd name="T73" fmla="*/ 180 h 185"/>
                  <a:gd name="T74" fmla="*/ 430 w 430"/>
                  <a:gd name="T75" fmla="*/ 104 h 185"/>
                  <a:gd name="T76" fmla="*/ 425 w 430"/>
                  <a:gd name="T77" fmla="*/ 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 h="185">
                    <a:moveTo>
                      <a:pt x="425" y="85"/>
                    </a:moveTo>
                    <a:lnTo>
                      <a:pt x="416" y="69"/>
                    </a:lnTo>
                    <a:lnTo>
                      <a:pt x="399" y="52"/>
                    </a:lnTo>
                    <a:lnTo>
                      <a:pt x="378" y="38"/>
                    </a:lnTo>
                    <a:lnTo>
                      <a:pt x="349" y="24"/>
                    </a:lnTo>
                    <a:lnTo>
                      <a:pt x="319" y="15"/>
                    </a:lnTo>
                    <a:lnTo>
                      <a:pt x="286" y="8"/>
                    </a:lnTo>
                    <a:lnTo>
                      <a:pt x="248" y="3"/>
                    </a:lnTo>
                    <a:lnTo>
                      <a:pt x="210" y="0"/>
                    </a:lnTo>
                    <a:lnTo>
                      <a:pt x="175" y="3"/>
                    </a:lnTo>
                    <a:lnTo>
                      <a:pt x="137" y="8"/>
                    </a:lnTo>
                    <a:lnTo>
                      <a:pt x="104" y="17"/>
                    </a:lnTo>
                    <a:lnTo>
                      <a:pt x="73" y="26"/>
                    </a:lnTo>
                    <a:lnTo>
                      <a:pt x="47" y="41"/>
                    </a:lnTo>
                    <a:lnTo>
                      <a:pt x="26" y="55"/>
                    </a:lnTo>
                    <a:lnTo>
                      <a:pt x="12" y="71"/>
                    </a:lnTo>
                    <a:lnTo>
                      <a:pt x="2" y="90"/>
                    </a:lnTo>
                    <a:lnTo>
                      <a:pt x="0" y="109"/>
                    </a:lnTo>
                    <a:lnTo>
                      <a:pt x="0" y="185"/>
                    </a:lnTo>
                    <a:lnTo>
                      <a:pt x="2" y="166"/>
                    </a:lnTo>
                    <a:lnTo>
                      <a:pt x="12" y="147"/>
                    </a:lnTo>
                    <a:lnTo>
                      <a:pt x="26" y="130"/>
                    </a:lnTo>
                    <a:lnTo>
                      <a:pt x="47" y="116"/>
                    </a:lnTo>
                    <a:lnTo>
                      <a:pt x="73" y="102"/>
                    </a:lnTo>
                    <a:lnTo>
                      <a:pt x="104" y="90"/>
                    </a:lnTo>
                    <a:lnTo>
                      <a:pt x="137" y="83"/>
                    </a:lnTo>
                    <a:lnTo>
                      <a:pt x="175" y="78"/>
                    </a:lnTo>
                    <a:lnTo>
                      <a:pt x="210" y="76"/>
                    </a:lnTo>
                    <a:lnTo>
                      <a:pt x="248" y="76"/>
                    </a:lnTo>
                    <a:lnTo>
                      <a:pt x="286" y="81"/>
                    </a:lnTo>
                    <a:lnTo>
                      <a:pt x="319" y="90"/>
                    </a:lnTo>
                    <a:lnTo>
                      <a:pt x="349" y="100"/>
                    </a:lnTo>
                    <a:lnTo>
                      <a:pt x="378" y="111"/>
                    </a:lnTo>
                    <a:lnTo>
                      <a:pt x="399" y="128"/>
                    </a:lnTo>
                    <a:lnTo>
                      <a:pt x="416" y="145"/>
                    </a:lnTo>
                    <a:lnTo>
                      <a:pt x="425" y="161"/>
                    </a:lnTo>
                    <a:lnTo>
                      <a:pt x="430" y="180"/>
                    </a:lnTo>
                    <a:lnTo>
                      <a:pt x="430" y="104"/>
                    </a:lnTo>
                    <a:lnTo>
                      <a:pt x="425" y="85"/>
                    </a:lnTo>
                    <a:close/>
                  </a:path>
                </a:pathLst>
              </a:custGeom>
              <a:solidFill>
                <a:schemeClr val="accent5">
                  <a:lumMod val="75000"/>
                </a:schemeClr>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55" name="Freeform 14"/>
              <p:cNvSpPr>
                <a:spLocks noEditPoints="1"/>
              </p:cNvSpPr>
              <p:nvPr/>
            </p:nvSpPr>
            <p:spPr bwMode="auto">
              <a:xfrm>
                <a:off x="4684515" y="5333778"/>
                <a:ext cx="817563" cy="404813"/>
              </a:xfrm>
              <a:custGeom>
                <a:avLst/>
                <a:gdLst>
                  <a:gd name="T0" fmla="*/ 499 w 515"/>
                  <a:gd name="T1" fmla="*/ 83 h 255"/>
                  <a:gd name="T2" fmla="*/ 451 w 515"/>
                  <a:gd name="T3" fmla="*/ 45 h 255"/>
                  <a:gd name="T4" fmla="*/ 383 w 515"/>
                  <a:gd name="T5" fmla="*/ 17 h 255"/>
                  <a:gd name="T6" fmla="*/ 298 w 515"/>
                  <a:gd name="T7" fmla="*/ 3 h 255"/>
                  <a:gd name="T8" fmla="*/ 208 w 515"/>
                  <a:gd name="T9" fmla="*/ 3 h 255"/>
                  <a:gd name="T10" fmla="*/ 125 w 515"/>
                  <a:gd name="T11" fmla="*/ 19 h 255"/>
                  <a:gd name="T12" fmla="*/ 57 w 515"/>
                  <a:gd name="T13" fmla="*/ 47 h 255"/>
                  <a:gd name="T14" fmla="*/ 14 w 515"/>
                  <a:gd name="T15" fmla="*/ 88 h 255"/>
                  <a:gd name="T16" fmla="*/ 0 w 515"/>
                  <a:gd name="T17" fmla="*/ 130 h 255"/>
                  <a:gd name="T18" fmla="*/ 17 w 515"/>
                  <a:gd name="T19" fmla="*/ 173 h 255"/>
                  <a:gd name="T20" fmla="*/ 64 w 515"/>
                  <a:gd name="T21" fmla="*/ 210 h 255"/>
                  <a:gd name="T22" fmla="*/ 133 w 515"/>
                  <a:gd name="T23" fmla="*/ 239 h 255"/>
                  <a:gd name="T24" fmla="*/ 218 w 515"/>
                  <a:gd name="T25" fmla="*/ 253 h 255"/>
                  <a:gd name="T26" fmla="*/ 307 w 515"/>
                  <a:gd name="T27" fmla="*/ 253 h 255"/>
                  <a:gd name="T28" fmla="*/ 390 w 515"/>
                  <a:gd name="T29" fmla="*/ 236 h 255"/>
                  <a:gd name="T30" fmla="*/ 459 w 515"/>
                  <a:gd name="T31" fmla="*/ 208 h 255"/>
                  <a:gd name="T32" fmla="*/ 501 w 515"/>
                  <a:gd name="T33" fmla="*/ 170 h 255"/>
                  <a:gd name="T34" fmla="*/ 515 w 515"/>
                  <a:gd name="T35" fmla="*/ 125 h 255"/>
                  <a:gd name="T36" fmla="*/ 470 w 515"/>
                  <a:gd name="T37" fmla="*/ 144 h 255"/>
                  <a:gd name="T38" fmla="*/ 447 w 515"/>
                  <a:gd name="T39" fmla="*/ 180 h 255"/>
                  <a:gd name="T40" fmla="*/ 399 w 515"/>
                  <a:gd name="T41" fmla="*/ 208 h 255"/>
                  <a:gd name="T42" fmla="*/ 336 w 515"/>
                  <a:gd name="T43" fmla="*/ 227 h 255"/>
                  <a:gd name="T44" fmla="*/ 262 w 515"/>
                  <a:gd name="T45" fmla="*/ 234 h 255"/>
                  <a:gd name="T46" fmla="*/ 187 w 515"/>
                  <a:gd name="T47" fmla="*/ 227 h 255"/>
                  <a:gd name="T48" fmla="*/ 123 w 515"/>
                  <a:gd name="T49" fmla="*/ 210 h 255"/>
                  <a:gd name="T50" fmla="*/ 74 w 515"/>
                  <a:gd name="T51" fmla="*/ 182 h 255"/>
                  <a:gd name="T52" fmla="*/ 48 w 515"/>
                  <a:gd name="T53" fmla="*/ 149 h 255"/>
                  <a:gd name="T54" fmla="*/ 45 w 515"/>
                  <a:gd name="T55" fmla="*/ 111 h 255"/>
                  <a:gd name="T56" fmla="*/ 69 w 515"/>
                  <a:gd name="T57" fmla="*/ 76 h 255"/>
                  <a:gd name="T58" fmla="*/ 116 w 515"/>
                  <a:gd name="T59" fmla="*/ 47 h 255"/>
                  <a:gd name="T60" fmla="*/ 180 w 515"/>
                  <a:gd name="T61" fmla="*/ 29 h 255"/>
                  <a:gd name="T62" fmla="*/ 253 w 515"/>
                  <a:gd name="T63" fmla="*/ 21 h 255"/>
                  <a:gd name="T64" fmla="*/ 329 w 515"/>
                  <a:gd name="T65" fmla="*/ 29 h 255"/>
                  <a:gd name="T66" fmla="*/ 392 w 515"/>
                  <a:gd name="T67" fmla="*/ 45 h 255"/>
                  <a:gd name="T68" fmla="*/ 442 w 515"/>
                  <a:gd name="T69" fmla="*/ 73 h 255"/>
                  <a:gd name="T70" fmla="*/ 468 w 515"/>
                  <a:gd name="T71" fmla="*/ 106 h 255"/>
                  <a:gd name="T72" fmla="*/ 470 w 515"/>
                  <a:gd name="T73" fmla="*/ 14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5" h="255">
                    <a:moveTo>
                      <a:pt x="511" y="104"/>
                    </a:moveTo>
                    <a:lnTo>
                      <a:pt x="499" y="83"/>
                    </a:lnTo>
                    <a:lnTo>
                      <a:pt x="480" y="62"/>
                    </a:lnTo>
                    <a:lnTo>
                      <a:pt x="451" y="45"/>
                    </a:lnTo>
                    <a:lnTo>
                      <a:pt x="421" y="29"/>
                    </a:lnTo>
                    <a:lnTo>
                      <a:pt x="383" y="17"/>
                    </a:lnTo>
                    <a:lnTo>
                      <a:pt x="343" y="7"/>
                    </a:lnTo>
                    <a:lnTo>
                      <a:pt x="298" y="3"/>
                    </a:lnTo>
                    <a:lnTo>
                      <a:pt x="253" y="0"/>
                    </a:lnTo>
                    <a:lnTo>
                      <a:pt x="208" y="3"/>
                    </a:lnTo>
                    <a:lnTo>
                      <a:pt x="166" y="10"/>
                    </a:lnTo>
                    <a:lnTo>
                      <a:pt x="125" y="19"/>
                    </a:lnTo>
                    <a:lnTo>
                      <a:pt x="88" y="31"/>
                    </a:lnTo>
                    <a:lnTo>
                      <a:pt x="57" y="47"/>
                    </a:lnTo>
                    <a:lnTo>
                      <a:pt x="33" y="66"/>
                    </a:lnTo>
                    <a:lnTo>
                      <a:pt x="14" y="88"/>
                    </a:lnTo>
                    <a:lnTo>
                      <a:pt x="3" y="109"/>
                    </a:lnTo>
                    <a:lnTo>
                      <a:pt x="0" y="130"/>
                    </a:lnTo>
                    <a:lnTo>
                      <a:pt x="5" y="151"/>
                    </a:lnTo>
                    <a:lnTo>
                      <a:pt x="17" y="173"/>
                    </a:lnTo>
                    <a:lnTo>
                      <a:pt x="36" y="194"/>
                    </a:lnTo>
                    <a:lnTo>
                      <a:pt x="64" y="210"/>
                    </a:lnTo>
                    <a:lnTo>
                      <a:pt x="95" y="227"/>
                    </a:lnTo>
                    <a:lnTo>
                      <a:pt x="133" y="239"/>
                    </a:lnTo>
                    <a:lnTo>
                      <a:pt x="173" y="248"/>
                    </a:lnTo>
                    <a:lnTo>
                      <a:pt x="218" y="253"/>
                    </a:lnTo>
                    <a:lnTo>
                      <a:pt x="262" y="255"/>
                    </a:lnTo>
                    <a:lnTo>
                      <a:pt x="307" y="253"/>
                    </a:lnTo>
                    <a:lnTo>
                      <a:pt x="350" y="246"/>
                    </a:lnTo>
                    <a:lnTo>
                      <a:pt x="390" y="236"/>
                    </a:lnTo>
                    <a:lnTo>
                      <a:pt x="428" y="225"/>
                    </a:lnTo>
                    <a:lnTo>
                      <a:pt x="459" y="208"/>
                    </a:lnTo>
                    <a:lnTo>
                      <a:pt x="485" y="189"/>
                    </a:lnTo>
                    <a:lnTo>
                      <a:pt x="501" y="170"/>
                    </a:lnTo>
                    <a:lnTo>
                      <a:pt x="513" y="147"/>
                    </a:lnTo>
                    <a:lnTo>
                      <a:pt x="515" y="125"/>
                    </a:lnTo>
                    <a:lnTo>
                      <a:pt x="511" y="104"/>
                    </a:lnTo>
                    <a:close/>
                    <a:moveTo>
                      <a:pt x="470" y="144"/>
                    </a:moveTo>
                    <a:lnTo>
                      <a:pt x="461" y="163"/>
                    </a:lnTo>
                    <a:lnTo>
                      <a:pt x="447" y="180"/>
                    </a:lnTo>
                    <a:lnTo>
                      <a:pt x="425" y="194"/>
                    </a:lnTo>
                    <a:lnTo>
                      <a:pt x="399" y="208"/>
                    </a:lnTo>
                    <a:lnTo>
                      <a:pt x="369" y="217"/>
                    </a:lnTo>
                    <a:lnTo>
                      <a:pt x="336" y="227"/>
                    </a:lnTo>
                    <a:lnTo>
                      <a:pt x="298" y="232"/>
                    </a:lnTo>
                    <a:lnTo>
                      <a:pt x="262" y="234"/>
                    </a:lnTo>
                    <a:lnTo>
                      <a:pt x="225" y="232"/>
                    </a:lnTo>
                    <a:lnTo>
                      <a:pt x="187" y="227"/>
                    </a:lnTo>
                    <a:lnTo>
                      <a:pt x="154" y="220"/>
                    </a:lnTo>
                    <a:lnTo>
                      <a:pt x="123" y="210"/>
                    </a:lnTo>
                    <a:lnTo>
                      <a:pt x="95" y="196"/>
                    </a:lnTo>
                    <a:lnTo>
                      <a:pt x="74" y="182"/>
                    </a:lnTo>
                    <a:lnTo>
                      <a:pt x="57" y="166"/>
                    </a:lnTo>
                    <a:lnTo>
                      <a:pt x="48" y="149"/>
                    </a:lnTo>
                    <a:lnTo>
                      <a:pt x="43" y="130"/>
                    </a:lnTo>
                    <a:lnTo>
                      <a:pt x="45" y="111"/>
                    </a:lnTo>
                    <a:lnTo>
                      <a:pt x="55" y="92"/>
                    </a:lnTo>
                    <a:lnTo>
                      <a:pt x="69" y="76"/>
                    </a:lnTo>
                    <a:lnTo>
                      <a:pt x="90" y="62"/>
                    </a:lnTo>
                    <a:lnTo>
                      <a:pt x="116" y="47"/>
                    </a:lnTo>
                    <a:lnTo>
                      <a:pt x="147" y="38"/>
                    </a:lnTo>
                    <a:lnTo>
                      <a:pt x="180" y="29"/>
                    </a:lnTo>
                    <a:lnTo>
                      <a:pt x="218" y="24"/>
                    </a:lnTo>
                    <a:lnTo>
                      <a:pt x="253" y="21"/>
                    </a:lnTo>
                    <a:lnTo>
                      <a:pt x="291" y="24"/>
                    </a:lnTo>
                    <a:lnTo>
                      <a:pt x="329" y="29"/>
                    </a:lnTo>
                    <a:lnTo>
                      <a:pt x="362" y="36"/>
                    </a:lnTo>
                    <a:lnTo>
                      <a:pt x="392" y="45"/>
                    </a:lnTo>
                    <a:lnTo>
                      <a:pt x="421" y="59"/>
                    </a:lnTo>
                    <a:lnTo>
                      <a:pt x="442" y="73"/>
                    </a:lnTo>
                    <a:lnTo>
                      <a:pt x="459" y="90"/>
                    </a:lnTo>
                    <a:lnTo>
                      <a:pt x="468" y="106"/>
                    </a:lnTo>
                    <a:lnTo>
                      <a:pt x="473" y="125"/>
                    </a:lnTo>
                    <a:lnTo>
                      <a:pt x="470" y="144"/>
                    </a:lnTo>
                    <a:close/>
                  </a:path>
                </a:pathLst>
              </a:custGeom>
              <a:solidFill>
                <a:schemeClr val="accent5"/>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56" name="Freeform 18"/>
              <p:cNvSpPr>
                <a:spLocks/>
              </p:cNvSpPr>
              <p:nvPr/>
            </p:nvSpPr>
            <p:spPr bwMode="auto">
              <a:xfrm>
                <a:off x="4684515" y="5532216"/>
                <a:ext cx="817563" cy="327025"/>
              </a:xfrm>
              <a:custGeom>
                <a:avLst/>
                <a:gdLst>
                  <a:gd name="T0" fmla="*/ 513 w 515"/>
                  <a:gd name="T1" fmla="*/ 22 h 206"/>
                  <a:gd name="T2" fmla="*/ 501 w 515"/>
                  <a:gd name="T3" fmla="*/ 45 h 206"/>
                  <a:gd name="T4" fmla="*/ 485 w 515"/>
                  <a:gd name="T5" fmla="*/ 64 h 206"/>
                  <a:gd name="T6" fmla="*/ 459 w 515"/>
                  <a:gd name="T7" fmla="*/ 83 h 206"/>
                  <a:gd name="T8" fmla="*/ 428 w 515"/>
                  <a:gd name="T9" fmla="*/ 100 h 206"/>
                  <a:gd name="T10" fmla="*/ 390 w 515"/>
                  <a:gd name="T11" fmla="*/ 111 h 206"/>
                  <a:gd name="T12" fmla="*/ 350 w 515"/>
                  <a:gd name="T13" fmla="*/ 121 h 206"/>
                  <a:gd name="T14" fmla="*/ 307 w 515"/>
                  <a:gd name="T15" fmla="*/ 128 h 206"/>
                  <a:gd name="T16" fmla="*/ 262 w 515"/>
                  <a:gd name="T17" fmla="*/ 130 h 206"/>
                  <a:gd name="T18" fmla="*/ 218 w 515"/>
                  <a:gd name="T19" fmla="*/ 128 h 206"/>
                  <a:gd name="T20" fmla="*/ 173 w 515"/>
                  <a:gd name="T21" fmla="*/ 123 h 206"/>
                  <a:gd name="T22" fmla="*/ 133 w 515"/>
                  <a:gd name="T23" fmla="*/ 114 h 206"/>
                  <a:gd name="T24" fmla="*/ 95 w 515"/>
                  <a:gd name="T25" fmla="*/ 102 h 206"/>
                  <a:gd name="T26" fmla="*/ 64 w 515"/>
                  <a:gd name="T27" fmla="*/ 85 h 206"/>
                  <a:gd name="T28" fmla="*/ 36 w 515"/>
                  <a:gd name="T29" fmla="*/ 69 h 206"/>
                  <a:gd name="T30" fmla="*/ 17 w 515"/>
                  <a:gd name="T31" fmla="*/ 48 h 206"/>
                  <a:gd name="T32" fmla="*/ 5 w 515"/>
                  <a:gd name="T33" fmla="*/ 26 h 206"/>
                  <a:gd name="T34" fmla="*/ 0 w 515"/>
                  <a:gd name="T35" fmla="*/ 5 h 206"/>
                  <a:gd name="T36" fmla="*/ 0 w 515"/>
                  <a:gd name="T37" fmla="*/ 81 h 206"/>
                  <a:gd name="T38" fmla="*/ 5 w 515"/>
                  <a:gd name="T39" fmla="*/ 102 h 206"/>
                  <a:gd name="T40" fmla="*/ 17 w 515"/>
                  <a:gd name="T41" fmla="*/ 123 h 206"/>
                  <a:gd name="T42" fmla="*/ 36 w 515"/>
                  <a:gd name="T43" fmla="*/ 142 h 206"/>
                  <a:gd name="T44" fmla="*/ 64 w 515"/>
                  <a:gd name="T45" fmla="*/ 161 h 206"/>
                  <a:gd name="T46" fmla="*/ 95 w 515"/>
                  <a:gd name="T47" fmla="*/ 178 h 206"/>
                  <a:gd name="T48" fmla="*/ 133 w 515"/>
                  <a:gd name="T49" fmla="*/ 189 h 206"/>
                  <a:gd name="T50" fmla="*/ 173 w 515"/>
                  <a:gd name="T51" fmla="*/ 199 h 206"/>
                  <a:gd name="T52" fmla="*/ 218 w 515"/>
                  <a:gd name="T53" fmla="*/ 204 h 206"/>
                  <a:gd name="T54" fmla="*/ 262 w 515"/>
                  <a:gd name="T55" fmla="*/ 206 h 206"/>
                  <a:gd name="T56" fmla="*/ 307 w 515"/>
                  <a:gd name="T57" fmla="*/ 204 h 206"/>
                  <a:gd name="T58" fmla="*/ 350 w 515"/>
                  <a:gd name="T59" fmla="*/ 196 h 206"/>
                  <a:gd name="T60" fmla="*/ 390 w 515"/>
                  <a:gd name="T61" fmla="*/ 187 h 206"/>
                  <a:gd name="T62" fmla="*/ 428 w 515"/>
                  <a:gd name="T63" fmla="*/ 173 h 206"/>
                  <a:gd name="T64" fmla="*/ 459 w 515"/>
                  <a:gd name="T65" fmla="*/ 159 h 206"/>
                  <a:gd name="T66" fmla="*/ 485 w 515"/>
                  <a:gd name="T67" fmla="*/ 140 h 206"/>
                  <a:gd name="T68" fmla="*/ 501 w 515"/>
                  <a:gd name="T69" fmla="*/ 118 h 206"/>
                  <a:gd name="T70" fmla="*/ 513 w 515"/>
                  <a:gd name="T71" fmla="*/ 97 h 206"/>
                  <a:gd name="T72" fmla="*/ 515 w 515"/>
                  <a:gd name="T73" fmla="*/ 76 h 206"/>
                  <a:gd name="T74" fmla="*/ 515 w 515"/>
                  <a:gd name="T75" fmla="*/ 0 h 206"/>
                  <a:gd name="T76" fmla="*/ 513 w 515"/>
                  <a:gd name="T77" fmla="*/ 2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5" h="206">
                    <a:moveTo>
                      <a:pt x="513" y="22"/>
                    </a:moveTo>
                    <a:lnTo>
                      <a:pt x="501" y="45"/>
                    </a:lnTo>
                    <a:lnTo>
                      <a:pt x="485" y="64"/>
                    </a:lnTo>
                    <a:lnTo>
                      <a:pt x="459" y="83"/>
                    </a:lnTo>
                    <a:lnTo>
                      <a:pt x="428" y="100"/>
                    </a:lnTo>
                    <a:lnTo>
                      <a:pt x="390" y="111"/>
                    </a:lnTo>
                    <a:lnTo>
                      <a:pt x="350" y="121"/>
                    </a:lnTo>
                    <a:lnTo>
                      <a:pt x="307" y="128"/>
                    </a:lnTo>
                    <a:lnTo>
                      <a:pt x="262" y="130"/>
                    </a:lnTo>
                    <a:lnTo>
                      <a:pt x="218" y="128"/>
                    </a:lnTo>
                    <a:lnTo>
                      <a:pt x="173" y="123"/>
                    </a:lnTo>
                    <a:lnTo>
                      <a:pt x="133" y="114"/>
                    </a:lnTo>
                    <a:lnTo>
                      <a:pt x="95" y="102"/>
                    </a:lnTo>
                    <a:lnTo>
                      <a:pt x="64" y="85"/>
                    </a:lnTo>
                    <a:lnTo>
                      <a:pt x="36" y="69"/>
                    </a:lnTo>
                    <a:lnTo>
                      <a:pt x="17" y="48"/>
                    </a:lnTo>
                    <a:lnTo>
                      <a:pt x="5" y="26"/>
                    </a:lnTo>
                    <a:lnTo>
                      <a:pt x="0" y="5"/>
                    </a:lnTo>
                    <a:lnTo>
                      <a:pt x="0" y="81"/>
                    </a:lnTo>
                    <a:lnTo>
                      <a:pt x="5" y="102"/>
                    </a:lnTo>
                    <a:lnTo>
                      <a:pt x="17" y="123"/>
                    </a:lnTo>
                    <a:lnTo>
                      <a:pt x="36" y="142"/>
                    </a:lnTo>
                    <a:lnTo>
                      <a:pt x="64" y="161"/>
                    </a:lnTo>
                    <a:lnTo>
                      <a:pt x="95" y="178"/>
                    </a:lnTo>
                    <a:lnTo>
                      <a:pt x="133" y="189"/>
                    </a:lnTo>
                    <a:lnTo>
                      <a:pt x="173" y="199"/>
                    </a:lnTo>
                    <a:lnTo>
                      <a:pt x="218" y="204"/>
                    </a:lnTo>
                    <a:lnTo>
                      <a:pt x="262" y="206"/>
                    </a:lnTo>
                    <a:lnTo>
                      <a:pt x="307" y="204"/>
                    </a:lnTo>
                    <a:lnTo>
                      <a:pt x="350" y="196"/>
                    </a:lnTo>
                    <a:lnTo>
                      <a:pt x="390" y="187"/>
                    </a:lnTo>
                    <a:lnTo>
                      <a:pt x="428" y="173"/>
                    </a:lnTo>
                    <a:lnTo>
                      <a:pt x="459" y="159"/>
                    </a:lnTo>
                    <a:lnTo>
                      <a:pt x="485" y="140"/>
                    </a:lnTo>
                    <a:lnTo>
                      <a:pt x="501" y="118"/>
                    </a:lnTo>
                    <a:lnTo>
                      <a:pt x="513" y="97"/>
                    </a:lnTo>
                    <a:lnTo>
                      <a:pt x="515" y="76"/>
                    </a:lnTo>
                    <a:lnTo>
                      <a:pt x="515" y="0"/>
                    </a:lnTo>
                    <a:lnTo>
                      <a:pt x="513" y="22"/>
                    </a:lnTo>
                    <a:close/>
                  </a:path>
                </a:pathLst>
              </a:custGeom>
              <a:solidFill>
                <a:schemeClr val="accent5">
                  <a:lumMod val="75000"/>
                </a:schemeClr>
              </a:solidFill>
              <a:ln>
                <a:noFill/>
              </a:ln>
              <a:effectLst/>
              <a:extLst>
                <a:ext uri="{91240B29-F687-4F45-9708-019B960494DF}">
                  <a14:hiddenLine xmlns:a14="http://schemas.microsoft.com/office/drawing/2010/main" w="9525" cap="flat"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grpSp>
        <p:grpSp>
          <p:nvGrpSpPr>
            <p:cNvPr id="47" name="Group 46"/>
            <p:cNvGrpSpPr>
              <a:grpSpLocks noChangeAspect="1"/>
            </p:cNvGrpSpPr>
            <p:nvPr/>
          </p:nvGrpSpPr>
          <p:grpSpPr>
            <a:xfrm>
              <a:off x="1475105" y="2375539"/>
              <a:ext cx="1635126" cy="1050926"/>
              <a:chOff x="4684515" y="5333778"/>
              <a:chExt cx="817563" cy="525463"/>
            </a:xfrm>
          </p:grpSpPr>
          <p:sp>
            <p:nvSpPr>
              <p:cNvPr id="51" name="Freeform 11"/>
              <p:cNvSpPr>
                <a:spLocks/>
              </p:cNvSpPr>
              <p:nvPr/>
            </p:nvSpPr>
            <p:spPr bwMode="auto">
              <a:xfrm>
                <a:off x="4752779" y="5360394"/>
                <a:ext cx="682625" cy="293688"/>
              </a:xfrm>
              <a:custGeom>
                <a:avLst/>
                <a:gdLst>
                  <a:gd name="T0" fmla="*/ 425 w 430"/>
                  <a:gd name="T1" fmla="*/ 85 h 185"/>
                  <a:gd name="T2" fmla="*/ 416 w 430"/>
                  <a:gd name="T3" fmla="*/ 69 h 185"/>
                  <a:gd name="T4" fmla="*/ 399 w 430"/>
                  <a:gd name="T5" fmla="*/ 52 h 185"/>
                  <a:gd name="T6" fmla="*/ 378 w 430"/>
                  <a:gd name="T7" fmla="*/ 38 h 185"/>
                  <a:gd name="T8" fmla="*/ 349 w 430"/>
                  <a:gd name="T9" fmla="*/ 24 h 185"/>
                  <a:gd name="T10" fmla="*/ 319 w 430"/>
                  <a:gd name="T11" fmla="*/ 15 h 185"/>
                  <a:gd name="T12" fmla="*/ 286 w 430"/>
                  <a:gd name="T13" fmla="*/ 8 h 185"/>
                  <a:gd name="T14" fmla="*/ 248 w 430"/>
                  <a:gd name="T15" fmla="*/ 3 h 185"/>
                  <a:gd name="T16" fmla="*/ 210 w 430"/>
                  <a:gd name="T17" fmla="*/ 0 h 185"/>
                  <a:gd name="T18" fmla="*/ 175 w 430"/>
                  <a:gd name="T19" fmla="*/ 3 h 185"/>
                  <a:gd name="T20" fmla="*/ 137 w 430"/>
                  <a:gd name="T21" fmla="*/ 8 h 185"/>
                  <a:gd name="T22" fmla="*/ 104 w 430"/>
                  <a:gd name="T23" fmla="*/ 17 h 185"/>
                  <a:gd name="T24" fmla="*/ 73 w 430"/>
                  <a:gd name="T25" fmla="*/ 26 h 185"/>
                  <a:gd name="T26" fmla="*/ 47 w 430"/>
                  <a:gd name="T27" fmla="*/ 41 h 185"/>
                  <a:gd name="T28" fmla="*/ 26 w 430"/>
                  <a:gd name="T29" fmla="*/ 55 h 185"/>
                  <a:gd name="T30" fmla="*/ 12 w 430"/>
                  <a:gd name="T31" fmla="*/ 71 h 185"/>
                  <a:gd name="T32" fmla="*/ 2 w 430"/>
                  <a:gd name="T33" fmla="*/ 90 h 185"/>
                  <a:gd name="T34" fmla="*/ 0 w 430"/>
                  <a:gd name="T35" fmla="*/ 109 h 185"/>
                  <a:gd name="T36" fmla="*/ 0 w 430"/>
                  <a:gd name="T37" fmla="*/ 185 h 185"/>
                  <a:gd name="T38" fmla="*/ 2 w 430"/>
                  <a:gd name="T39" fmla="*/ 166 h 185"/>
                  <a:gd name="T40" fmla="*/ 12 w 430"/>
                  <a:gd name="T41" fmla="*/ 147 h 185"/>
                  <a:gd name="T42" fmla="*/ 26 w 430"/>
                  <a:gd name="T43" fmla="*/ 130 h 185"/>
                  <a:gd name="T44" fmla="*/ 47 w 430"/>
                  <a:gd name="T45" fmla="*/ 116 h 185"/>
                  <a:gd name="T46" fmla="*/ 73 w 430"/>
                  <a:gd name="T47" fmla="*/ 102 h 185"/>
                  <a:gd name="T48" fmla="*/ 104 w 430"/>
                  <a:gd name="T49" fmla="*/ 90 h 185"/>
                  <a:gd name="T50" fmla="*/ 137 w 430"/>
                  <a:gd name="T51" fmla="*/ 83 h 185"/>
                  <a:gd name="T52" fmla="*/ 175 w 430"/>
                  <a:gd name="T53" fmla="*/ 78 h 185"/>
                  <a:gd name="T54" fmla="*/ 210 w 430"/>
                  <a:gd name="T55" fmla="*/ 76 h 185"/>
                  <a:gd name="T56" fmla="*/ 248 w 430"/>
                  <a:gd name="T57" fmla="*/ 76 h 185"/>
                  <a:gd name="T58" fmla="*/ 286 w 430"/>
                  <a:gd name="T59" fmla="*/ 81 h 185"/>
                  <a:gd name="T60" fmla="*/ 319 w 430"/>
                  <a:gd name="T61" fmla="*/ 90 h 185"/>
                  <a:gd name="T62" fmla="*/ 349 w 430"/>
                  <a:gd name="T63" fmla="*/ 100 h 185"/>
                  <a:gd name="T64" fmla="*/ 378 w 430"/>
                  <a:gd name="T65" fmla="*/ 111 h 185"/>
                  <a:gd name="T66" fmla="*/ 399 w 430"/>
                  <a:gd name="T67" fmla="*/ 128 h 185"/>
                  <a:gd name="T68" fmla="*/ 416 w 430"/>
                  <a:gd name="T69" fmla="*/ 145 h 185"/>
                  <a:gd name="T70" fmla="*/ 425 w 430"/>
                  <a:gd name="T71" fmla="*/ 161 h 185"/>
                  <a:gd name="T72" fmla="*/ 430 w 430"/>
                  <a:gd name="T73" fmla="*/ 180 h 185"/>
                  <a:gd name="T74" fmla="*/ 430 w 430"/>
                  <a:gd name="T75" fmla="*/ 104 h 185"/>
                  <a:gd name="T76" fmla="*/ 425 w 430"/>
                  <a:gd name="T77" fmla="*/ 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 h="185">
                    <a:moveTo>
                      <a:pt x="425" y="85"/>
                    </a:moveTo>
                    <a:lnTo>
                      <a:pt x="416" y="69"/>
                    </a:lnTo>
                    <a:lnTo>
                      <a:pt x="399" y="52"/>
                    </a:lnTo>
                    <a:lnTo>
                      <a:pt x="378" y="38"/>
                    </a:lnTo>
                    <a:lnTo>
                      <a:pt x="349" y="24"/>
                    </a:lnTo>
                    <a:lnTo>
                      <a:pt x="319" y="15"/>
                    </a:lnTo>
                    <a:lnTo>
                      <a:pt x="286" y="8"/>
                    </a:lnTo>
                    <a:lnTo>
                      <a:pt x="248" y="3"/>
                    </a:lnTo>
                    <a:lnTo>
                      <a:pt x="210" y="0"/>
                    </a:lnTo>
                    <a:lnTo>
                      <a:pt x="175" y="3"/>
                    </a:lnTo>
                    <a:lnTo>
                      <a:pt x="137" y="8"/>
                    </a:lnTo>
                    <a:lnTo>
                      <a:pt x="104" y="17"/>
                    </a:lnTo>
                    <a:lnTo>
                      <a:pt x="73" y="26"/>
                    </a:lnTo>
                    <a:lnTo>
                      <a:pt x="47" y="41"/>
                    </a:lnTo>
                    <a:lnTo>
                      <a:pt x="26" y="55"/>
                    </a:lnTo>
                    <a:lnTo>
                      <a:pt x="12" y="71"/>
                    </a:lnTo>
                    <a:lnTo>
                      <a:pt x="2" y="90"/>
                    </a:lnTo>
                    <a:lnTo>
                      <a:pt x="0" y="109"/>
                    </a:lnTo>
                    <a:lnTo>
                      <a:pt x="0" y="185"/>
                    </a:lnTo>
                    <a:lnTo>
                      <a:pt x="2" y="166"/>
                    </a:lnTo>
                    <a:lnTo>
                      <a:pt x="12" y="147"/>
                    </a:lnTo>
                    <a:lnTo>
                      <a:pt x="26" y="130"/>
                    </a:lnTo>
                    <a:lnTo>
                      <a:pt x="47" y="116"/>
                    </a:lnTo>
                    <a:lnTo>
                      <a:pt x="73" y="102"/>
                    </a:lnTo>
                    <a:lnTo>
                      <a:pt x="104" y="90"/>
                    </a:lnTo>
                    <a:lnTo>
                      <a:pt x="137" y="83"/>
                    </a:lnTo>
                    <a:lnTo>
                      <a:pt x="175" y="78"/>
                    </a:lnTo>
                    <a:lnTo>
                      <a:pt x="210" y="76"/>
                    </a:lnTo>
                    <a:lnTo>
                      <a:pt x="248" y="76"/>
                    </a:lnTo>
                    <a:lnTo>
                      <a:pt x="286" y="81"/>
                    </a:lnTo>
                    <a:lnTo>
                      <a:pt x="319" y="90"/>
                    </a:lnTo>
                    <a:lnTo>
                      <a:pt x="349" y="100"/>
                    </a:lnTo>
                    <a:lnTo>
                      <a:pt x="378" y="111"/>
                    </a:lnTo>
                    <a:lnTo>
                      <a:pt x="399" y="128"/>
                    </a:lnTo>
                    <a:lnTo>
                      <a:pt x="416" y="145"/>
                    </a:lnTo>
                    <a:lnTo>
                      <a:pt x="425" y="161"/>
                    </a:lnTo>
                    <a:lnTo>
                      <a:pt x="430" y="180"/>
                    </a:lnTo>
                    <a:lnTo>
                      <a:pt x="430" y="104"/>
                    </a:lnTo>
                    <a:lnTo>
                      <a:pt x="425" y="85"/>
                    </a:lnTo>
                    <a:close/>
                  </a:path>
                </a:pathLst>
              </a:custGeom>
              <a:solidFill>
                <a:schemeClr val="tx1">
                  <a:lumMod val="75000"/>
                </a:schemeClr>
              </a:solid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52" name="Freeform 14"/>
              <p:cNvSpPr>
                <a:spLocks noEditPoints="1"/>
              </p:cNvSpPr>
              <p:nvPr/>
            </p:nvSpPr>
            <p:spPr bwMode="auto">
              <a:xfrm>
                <a:off x="4684515" y="5333778"/>
                <a:ext cx="817563" cy="404813"/>
              </a:xfrm>
              <a:custGeom>
                <a:avLst/>
                <a:gdLst>
                  <a:gd name="T0" fmla="*/ 499 w 515"/>
                  <a:gd name="T1" fmla="*/ 83 h 255"/>
                  <a:gd name="T2" fmla="*/ 451 w 515"/>
                  <a:gd name="T3" fmla="*/ 45 h 255"/>
                  <a:gd name="T4" fmla="*/ 383 w 515"/>
                  <a:gd name="T5" fmla="*/ 17 h 255"/>
                  <a:gd name="T6" fmla="*/ 298 w 515"/>
                  <a:gd name="T7" fmla="*/ 3 h 255"/>
                  <a:gd name="T8" fmla="*/ 208 w 515"/>
                  <a:gd name="T9" fmla="*/ 3 h 255"/>
                  <a:gd name="T10" fmla="*/ 125 w 515"/>
                  <a:gd name="T11" fmla="*/ 19 h 255"/>
                  <a:gd name="T12" fmla="*/ 57 w 515"/>
                  <a:gd name="T13" fmla="*/ 47 h 255"/>
                  <a:gd name="T14" fmla="*/ 14 w 515"/>
                  <a:gd name="T15" fmla="*/ 88 h 255"/>
                  <a:gd name="T16" fmla="*/ 0 w 515"/>
                  <a:gd name="T17" fmla="*/ 130 h 255"/>
                  <a:gd name="T18" fmla="*/ 17 w 515"/>
                  <a:gd name="T19" fmla="*/ 173 h 255"/>
                  <a:gd name="T20" fmla="*/ 64 w 515"/>
                  <a:gd name="T21" fmla="*/ 210 h 255"/>
                  <a:gd name="T22" fmla="*/ 133 w 515"/>
                  <a:gd name="T23" fmla="*/ 239 h 255"/>
                  <a:gd name="T24" fmla="*/ 218 w 515"/>
                  <a:gd name="T25" fmla="*/ 253 h 255"/>
                  <a:gd name="T26" fmla="*/ 307 w 515"/>
                  <a:gd name="T27" fmla="*/ 253 h 255"/>
                  <a:gd name="T28" fmla="*/ 390 w 515"/>
                  <a:gd name="T29" fmla="*/ 236 h 255"/>
                  <a:gd name="T30" fmla="*/ 459 w 515"/>
                  <a:gd name="T31" fmla="*/ 208 h 255"/>
                  <a:gd name="T32" fmla="*/ 501 w 515"/>
                  <a:gd name="T33" fmla="*/ 170 h 255"/>
                  <a:gd name="T34" fmla="*/ 515 w 515"/>
                  <a:gd name="T35" fmla="*/ 125 h 255"/>
                  <a:gd name="T36" fmla="*/ 470 w 515"/>
                  <a:gd name="T37" fmla="*/ 144 h 255"/>
                  <a:gd name="T38" fmla="*/ 447 w 515"/>
                  <a:gd name="T39" fmla="*/ 180 h 255"/>
                  <a:gd name="T40" fmla="*/ 399 w 515"/>
                  <a:gd name="T41" fmla="*/ 208 h 255"/>
                  <a:gd name="T42" fmla="*/ 336 w 515"/>
                  <a:gd name="T43" fmla="*/ 227 h 255"/>
                  <a:gd name="T44" fmla="*/ 262 w 515"/>
                  <a:gd name="T45" fmla="*/ 234 h 255"/>
                  <a:gd name="T46" fmla="*/ 187 w 515"/>
                  <a:gd name="T47" fmla="*/ 227 h 255"/>
                  <a:gd name="T48" fmla="*/ 123 w 515"/>
                  <a:gd name="T49" fmla="*/ 210 h 255"/>
                  <a:gd name="T50" fmla="*/ 74 w 515"/>
                  <a:gd name="T51" fmla="*/ 182 h 255"/>
                  <a:gd name="T52" fmla="*/ 48 w 515"/>
                  <a:gd name="T53" fmla="*/ 149 h 255"/>
                  <a:gd name="T54" fmla="*/ 45 w 515"/>
                  <a:gd name="T55" fmla="*/ 111 h 255"/>
                  <a:gd name="T56" fmla="*/ 69 w 515"/>
                  <a:gd name="T57" fmla="*/ 76 h 255"/>
                  <a:gd name="T58" fmla="*/ 116 w 515"/>
                  <a:gd name="T59" fmla="*/ 47 h 255"/>
                  <a:gd name="T60" fmla="*/ 180 w 515"/>
                  <a:gd name="T61" fmla="*/ 29 h 255"/>
                  <a:gd name="T62" fmla="*/ 253 w 515"/>
                  <a:gd name="T63" fmla="*/ 21 h 255"/>
                  <a:gd name="T64" fmla="*/ 329 w 515"/>
                  <a:gd name="T65" fmla="*/ 29 h 255"/>
                  <a:gd name="T66" fmla="*/ 392 w 515"/>
                  <a:gd name="T67" fmla="*/ 45 h 255"/>
                  <a:gd name="T68" fmla="*/ 442 w 515"/>
                  <a:gd name="T69" fmla="*/ 73 h 255"/>
                  <a:gd name="T70" fmla="*/ 468 w 515"/>
                  <a:gd name="T71" fmla="*/ 106 h 255"/>
                  <a:gd name="T72" fmla="*/ 470 w 515"/>
                  <a:gd name="T73" fmla="*/ 14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5" h="255">
                    <a:moveTo>
                      <a:pt x="511" y="104"/>
                    </a:moveTo>
                    <a:lnTo>
                      <a:pt x="499" y="83"/>
                    </a:lnTo>
                    <a:lnTo>
                      <a:pt x="480" y="62"/>
                    </a:lnTo>
                    <a:lnTo>
                      <a:pt x="451" y="45"/>
                    </a:lnTo>
                    <a:lnTo>
                      <a:pt x="421" y="29"/>
                    </a:lnTo>
                    <a:lnTo>
                      <a:pt x="383" y="17"/>
                    </a:lnTo>
                    <a:lnTo>
                      <a:pt x="343" y="7"/>
                    </a:lnTo>
                    <a:lnTo>
                      <a:pt x="298" y="3"/>
                    </a:lnTo>
                    <a:lnTo>
                      <a:pt x="253" y="0"/>
                    </a:lnTo>
                    <a:lnTo>
                      <a:pt x="208" y="3"/>
                    </a:lnTo>
                    <a:lnTo>
                      <a:pt x="166" y="10"/>
                    </a:lnTo>
                    <a:lnTo>
                      <a:pt x="125" y="19"/>
                    </a:lnTo>
                    <a:lnTo>
                      <a:pt x="88" y="31"/>
                    </a:lnTo>
                    <a:lnTo>
                      <a:pt x="57" y="47"/>
                    </a:lnTo>
                    <a:lnTo>
                      <a:pt x="33" y="66"/>
                    </a:lnTo>
                    <a:lnTo>
                      <a:pt x="14" y="88"/>
                    </a:lnTo>
                    <a:lnTo>
                      <a:pt x="3" y="109"/>
                    </a:lnTo>
                    <a:lnTo>
                      <a:pt x="0" y="130"/>
                    </a:lnTo>
                    <a:lnTo>
                      <a:pt x="5" y="151"/>
                    </a:lnTo>
                    <a:lnTo>
                      <a:pt x="17" y="173"/>
                    </a:lnTo>
                    <a:lnTo>
                      <a:pt x="36" y="194"/>
                    </a:lnTo>
                    <a:lnTo>
                      <a:pt x="64" y="210"/>
                    </a:lnTo>
                    <a:lnTo>
                      <a:pt x="95" y="227"/>
                    </a:lnTo>
                    <a:lnTo>
                      <a:pt x="133" y="239"/>
                    </a:lnTo>
                    <a:lnTo>
                      <a:pt x="173" y="248"/>
                    </a:lnTo>
                    <a:lnTo>
                      <a:pt x="218" y="253"/>
                    </a:lnTo>
                    <a:lnTo>
                      <a:pt x="262" y="255"/>
                    </a:lnTo>
                    <a:lnTo>
                      <a:pt x="307" y="253"/>
                    </a:lnTo>
                    <a:lnTo>
                      <a:pt x="350" y="246"/>
                    </a:lnTo>
                    <a:lnTo>
                      <a:pt x="390" y="236"/>
                    </a:lnTo>
                    <a:lnTo>
                      <a:pt x="428" y="225"/>
                    </a:lnTo>
                    <a:lnTo>
                      <a:pt x="459" y="208"/>
                    </a:lnTo>
                    <a:lnTo>
                      <a:pt x="485" y="189"/>
                    </a:lnTo>
                    <a:lnTo>
                      <a:pt x="501" y="170"/>
                    </a:lnTo>
                    <a:lnTo>
                      <a:pt x="513" y="147"/>
                    </a:lnTo>
                    <a:lnTo>
                      <a:pt x="515" y="125"/>
                    </a:lnTo>
                    <a:lnTo>
                      <a:pt x="511" y="104"/>
                    </a:lnTo>
                    <a:close/>
                    <a:moveTo>
                      <a:pt x="470" y="144"/>
                    </a:moveTo>
                    <a:lnTo>
                      <a:pt x="461" y="163"/>
                    </a:lnTo>
                    <a:lnTo>
                      <a:pt x="447" y="180"/>
                    </a:lnTo>
                    <a:lnTo>
                      <a:pt x="425" y="194"/>
                    </a:lnTo>
                    <a:lnTo>
                      <a:pt x="399" y="208"/>
                    </a:lnTo>
                    <a:lnTo>
                      <a:pt x="369" y="217"/>
                    </a:lnTo>
                    <a:lnTo>
                      <a:pt x="336" y="227"/>
                    </a:lnTo>
                    <a:lnTo>
                      <a:pt x="298" y="232"/>
                    </a:lnTo>
                    <a:lnTo>
                      <a:pt x="262" y="234"/>
                    </a:lnTo>
                    <a:lnTo>
                      <a:pt x="225" y="232"/>
                    </a:lnTo>
                    <a:lnTo>
                      <a:pt x="187" y="227"/>
                    </a:lnTo>
                    <a:lnTo>
                      <a:pt x="154" y="220"/>
                    </a:lnTo>
                    <a:lnTo>
                      <a:pt x="123" y="210"/>
                    </a:lnTo>
                    <a:lnTo>
                      <a:pt x="95" y="196"/>
                    </a:lnTo>
                    <a:lnTo>
                      <a:pt x="74" y="182"/>
                    </a:lnTo>
                    <a:lnTo>
                      <a:pt x="57" y="166"/>
                    </a:lnTo>
                    <a:lnTo>
                      <a:pt x="48" y="149"/>
                    </a:lnTo>
                    <a:lnTo>
                      <a:pt x="43" y="130"/>
                    </a:lnTo>
                    <a:lnTo>
                      <a:pt x="45" y="111"/>
                    </a:lnTo>
                    <a:lnTo>
                      <a:pt x="55" y="92"/>
                    </a:lnTo>
                    <a:lnTo>
                      <a:pt x="69" y="76"/>
                    </a:lnTo>
                    <a:lnTo>
                      <a:pt x="90" y="62"/>
                    </a:lnTo>
                    <a:lnTo>
                      <a:pt x="116" y="47"/>
                    </a:lnTo>
                    <a:lnTo>
                      <a:pt x="147" y="38"/>
                    </a:lnTo>
                    <a:lnTo>
                      <a:pt x="180" y="29"/>
                    </a:lnTo>
                    <a:lnTo>
                      <a:pt x="218" y="24"/>
                    </a:lnTo>
                    <a:lnTo>
                      <a:pt x="253" y="21"/>
                    </a:lnTo>
                    <a:lnTo>
                      <a:pt x="291" y="24"/>
                    </a:lnTo>
                    <a:lnTo>
                      <a:pt x="329" y="29"/>
                    </a:lnTo>
                    <a:lnTo>
                      <a:pt x="362" y="36"/>
                    </a:lnTo>
                    <a:lnTo>
                      <a:pt x="392" y="45"/>
                    </a:lnTo>
                    <a:lnTo>
                      <a:pt x="421" y="59"/>
                    </a:lnTo>
                    <a:lnTo>
                      <a:pt x="442" y="73"/>
                    </a:lnTo>
                    <a:lnTo>
                      <a:pt x="459" y="90"/>
                    </a:lnTo>
                    <a:lnTo>
                      <a:pt x="468" y="106"/>
                    </a:lnTo>
                    <a:lnTo>
                      <a:pt x="473" y="125"/>
                    </a:lnTo>
                    <a:lnTo>
                      <a:pt x="470" y="144"/>
                    </a:lnTo>
                    <a:close/>
                  </a:path>
                </a:pathLst>
              </a:custGeom>
              <a:pattFill prst="pct60">
                <a:fgClr>
                  <a:schemeClr val="bg2">
                    <a:lumMod val="90000"/>
                  </a:schemeClr>
                </a:fgClr>
                <a:bgClr>
                  <a:schemeClr val="bg1"/>
                </a:bgClr>
              </a:pattFill>
              <a:ln>
                <a:noFill/>
              </a:ln>
              <a:effectLst/>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53" name="Freeform 18"/>
              <p:cNvSpPr>
                <a:spLocks/>
              </p:cNvSpPr>
              <p:nvPr/>
            </p:nvSpPr>
            <p:spPr bwMode="auto">
              <a:xfrm>
                <a:off x="4684515" y="5532216"/>
                <a:ext cx="817563" cy="327025"/>
              </a:xfrm>
              <a:custGeom>
                <a:avLst/>
                <a:gdLst>
                  <a:gd name="T0" fmla="*/ 513 w 515"/>
                  <a:gd name="T1" fmla="*/ 22 h 206"/>
                  <a:gd name="T2" fmla="*/ 501 w 515"/>
                  <a:gd name="T3" fmla="*/ 45 h 206"/>
                  <a:gd name="T4" fmla="*/ 485 w 515"/>
                  <a:gd name="T5" fmla="*/ 64 h 206"/>
                  <a:gd name="T6" fmla="*/ 459 w 515"/>
                  <a:gd name="T7" fmla="*/ 83 h 206"/>
                  <a:gd name="T8" fmla="*/ 428 w 515"/>
                  <a:gd name="T9" fmla="*/ 100 h 206"/>
                  <a:gd name="T10" fmla="*/ 390 w 515"/>
                  <a:gd name="T11" fmla="*/ 111 h 206"/>
                  <a:gd name="T12" fmla="*/ 350 w 515"/>
                  <a:gd name="T13" fmla="*/ 121 h 206"/>
                  <a:gd name="T14" fmla="*/ 307 w 515"/>
                  <a:gd name="T15" fmla="*/ 128 h 206"/>
                  <a:gd name="T16" fmla="*/ 262 w 515"/>
                  <a:gd name="T17" fmla="*/ 130 h 206"/>
                  <a:gd name="T18" fmla="*/ 218 w 515"/>
                  <a:gd name="T19" fmla="*/ 128 h 206"/>
                  <a:gd name="T20" fmla="*/ 173 w 515"/>
                  <a:gd name="T21" fmla="*/ 123 h 206"/>
                  <a:gd name="T22" fmla="*/ 133 w 515"/>
                  <a:gd name="T23" fmla="*/ 114 h 206"/>
                  <a:gd name="T24" fmla="*/ 95 w 515"/>
                  <a:gd name="T25" fmla="*/ 102 h 206"/>
                  <a:gd name="T26" fmla="*/ 64 w 515"/>
                  <a:gd name="T27" fmla="*/ 85 h 206"/>
                  <a:gd name="T28" fmla="*/ 36 w 515"/>
                  <a:gd name="T29" fmla="*/ 69 h 206"/>
                  <a:gd name="T30" fmla="*/ 17 w 515"/>
                  <a:gd name="T31" fmla="*/ 48 h 206"/>
                  <a:gd name="T32" fmla="*/ 5 w 515"/>
                  <a:gd name="T33" fmla="*/ 26 h 206"/>
                  <a:gd name="T34" fmla="*/ 0 w 515"/>
                  <a:gd name="T35" fmla="*/ 5 h 206"/>
                  <a:gd name="T36" fmla="*/ 0 w 515"/>
                  <a:gd name="T37" fmla="*/ 81 h 206"/>
                  <a:gd name="T38" fmla="*/ 5 w 515"/>
                  <a:gd name="T39" fmla="*/ 102 h 206"/>
                  <a:gd name="T40" fmla="*/ 17 w 515"/>
                  <a:gd name="T41" fmla="*/ 123 h 206"/>
                  <a:gd name="T42" fmla="*/ 36 w 515"/>
                  <a:gd name="T43" fmla="*/ 142 h 206"/>
                  <a:gd name="T44" fmla="*/ 64 w 515"/>
                  <a:gd name="T45" fmla="*/ 161 h 206"/>
                  <a:gd name="T46" fmla="*/ 95 w 515"/>
                  <a:gd name="T47" fmla="*/ 178 h 206"/>
                  <a:gd name="T48" fmla="*/ 133 w 515"/>
                  <a:gd name="T49" fmla="*/ 189 h 206"/>
                  <a:gd name="T50" fmla="*/ 173 w 515"/>
                  <a:gd name="T51" fmla="*/ 199 h 206"/>
                  <a:gd name="T52" fmla="*/ 218 w 515"/>
                  <a:gd name="T53" fmla="*/ 204 h 206"/>
                  <a:gd name="T54" fmla="*/ 262 w 515"/>
                  <a:gd name="T55" fmla="*/ 206 h 206"/>
                  <a:gd name="T56" fmla="*/ 307 w 515"/>
                  <a:gd name="T57" fmla="*/ 204 h 206"/>
                  <a:gd name="T58" fmla="*/ 350 w 515"/>
                  <a:gd name="T59" fmla="*/ 196 h 206"/>
                  <a:gd name="T60" fmla="*/ 390 w 515"/>
                  <a:gd name="T61" fmla="*/ 187 h 206"/>
                  <a:gd name="T62" fmla="*/ 428 w 515"/>
                  <a:gd name="T63" fmla="*/ 173 h 206"/>
                  <a:gd name="T64" fmla="*/ 459 w 515"/>
                  <a:gd name="T65" fmla="*/ 159 h 206"/>
                  <a:gd name="T66" fmla="*/ 485 w 515"/>
                  <a:gd name="T67" fmla="*/ 140 h 206"/>
                  <a:gd name="T68" fmla="*/ 501 w 515"/>
                  <a:gd name="T69" fmla="*/ 118 h 206"/>
                  <a:gd name="T70" fmla="*/ 513 w 515"/>
                  <a:gd name="T71" fmla="*/ 97 h 206"/>
                  <a:gd name="T72" fmla="*/ 515 w 515"/>
                  <a:gd name="T73" fmla="*/ 76 h 206"/>
                  <a:gd name="T74" fmla="*/ 515 w 515"/>
                  <a:gd name="T75" fmla="*/ 0 h 206"/>
                  <a:gd name="T76" fmla="*/ 513 w 515"/>
                  <a:gd name="T77" fmla="*/ 2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5" h="206">
                    <a:moveTo>
                      <a:pt x="513" y="22"/>
                    </a:moveTo>
                    <a:lnTo>
                      <a:pt x="501" y="45"/>
                    </a:lnTo>
                    <a:lnTo>
                      <a:pt x="485" y="64"/>
                    </a:lnTo>
                    <a:lnTo>
                      <a:pt x="459" y="83"/>
                    </a:lnTo>
                    <a:lnTo>
                      <a:pt x="428" y="100"/>
                    </a:lnTo>
                    <a:lnTo>
                      <a:pt x="390" y="111"/>
                    </a:lnTo>
                    <a:lnTo>
                      <a:pt x="350" y="121"/>
                    </a:lnTo>
                    <a:lnTo>
                      <a:pt x="307" y="128"/>
                    </a:lnTo>
                    <a:lnTo>
                      <a:pt x="262" y="130"/>
                    </a:lnTo>
                    <a:lnTo>
                      <a:pt x="218" y="128"/>
                    </a:lnTo>
                    <a:lnTo>
                      <a:pt x="173" y="123"/>
                    </a:lnTo>
                    <a:lnTo>
                      <a:pt x="133" y="114"/>
                    </a:lnTo>
                    <a:lnTo>
                      <a:pt x="95" y="102"/>
                    </a:lnTo>
                    <a:lnTo>
                      <a:pt x="64" y="85"/>
                    </a:lnTo>
                    <a:lnTo>
                      <a:pt x="36" y="69"/>
                    </a:lnTo>
                    <a:lnTo>
                      <a:pt x="17" y="48"/>
                    </a:lnTo>
                    <a:lnTo>
                      <a:pt x="5" y="26"/>
                    </a:lnTo>
                    <a:lnTo>
                      <a:pt x="0" y="5"/>
                    </a:lnTo>
                    <a:lnTo>
                      <a:pt x="0" y="81"/>
                    </a:lnTo>
                    <a:lnTo>
                      <a:pt x="5" y="102"/>
                    </a:lnTo>
                    <a:lnTo>
                      <a:pt x="17" y="123"/>
                    </a:lnTo>
                    <a:lnTo>
                      <a:pt x="36" y="142"/>
                    </a:lnTo>
                    <a:lnTo>
                      <a:pt x="64" y="161"/>
                    </a:lnTo>
                    <a:lnTo>
                      <a:pt x="95" y="178"/>
                    </a:lnTo>
                    <a:lnTo>
                      <a:pt x="133" y="189"/>
                    </a:lnTo>
                    <a:lnTo>
                      <a:pt x="173" y="199"/>
                    </a:lnTo>
                    <a:lnTo>
                      <a:pt x="218" y="204"/>
                    </a:lnTo>
                    <a:lnTo>
                      <a:pt x="262" y="206"/>
                    </a:lnTo>
                    <a:lnTo>
                      <a:pt x="307" y="204"/>
                    </a:lnTo>
                    <a:lnTo>
                      <a:pt x="350" y="196"/>
                    </a:lnTo>
                    <a:lnTo>
                      <a:pt x="390" y="187"/>
                    </a:lnTo>
                    <a:lnTo>
                      <a:pt x="428" y="173"/>
                    </a:lnTo>
                    <a:lnTo>
                      <a:pt x="459" y="159"/>
                    </a:lnTo>
                    <a:lnTo>
                      <a:pt x="485" y="140"/>
                    </a:lnTo>
                    <a:lnTo>
                      <a:pt x="501" y="118"/>
                    </a:lnTo>
                    <a:lnTo>
                      <a:pt x="513" y="97"/>
                    </a:lnTo>
                    <a:lnTo>
                      <a:pt x="515" y="76"/>
                    </a:lnTo>
                    <a:lnTo>
                      <a:pt x="515" y="0"/>
                    </a:lnTo>
                    <a:lnTo>
                      <a:pt x="513" y="22"/>
                    </a:lnTo>
                    <a:close/>
                  </a:path>
                </a:pathLst>
              </a:custGeom>
              <a:solidFill>
                <a:schemeClr val="tx2">
                  <a:lumMod val="75000"/>
                </a:schemeClr>
              </a:solidFill>
              <a:ln>
                <a:noFill/>
              </a:ln>
              <a:effectLst/>
              <a:extLst>
                <a:ext uri="{91240B29-F687-4F45-9708-019B960494DF}">
                  <a14:hiddenLine xmlns:a14="http://schemas.microsoft.com/office/drawing/2010/main" w="9525" cap="flat"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grpSp>
        <p:grpSp>
          <p:nvGrpSpPr>
            <p:cNvPr id="48" name="Group 47"/>
            <p:cNvGrpSpPr/>
            <p:nvPr/>
          </p:nvGrpSpPr>
          <p:grpSpPr>
            <a:xfrm>
              <a:off x="1856852" y="2089132"/>
              <a:ext cx="889000" cy="1039813"/>
              <a:chOff x="1843405" y="2102579"/>
              <a:chExt cx="889000" cy="1039813"/>
            </a:xfrm>
          </p:grpSpPr>
          <p:sp>
            <p:nvSpPr>
              <p:cNvPr id="49" name="Freeform 27"/>
              <p:cNvSpPr>
                <a:spLocks/>
              </p:cNvSpPr>
              <p:nvPr/>
            </p:nvSpPr>
            <p:spPr bwMode="auto">
              <a:xfrm>
                <a:off x="1843405" y="2316892"/>
                <a:ext cx="889000" cy="825500"/>
              </a:xfrm>
              <a:custGeom>
                <a:avLst/>
                <a:gdLst>
                  <a:gd name="T0" fmla="*/ 557 w 560"/>
                  <a:gd name="T1" fmla="*/ 24 h 520"/>
                  <a:gd name="T2" fmla="*/ 546 w 560"/>
                  <a:gd name="T3" fmla="*/ 47 h 520"/>
                  <a:gd name="T4" fmla="*/ 524 w 560"/>
                  <a:gd name="T5" fmla="*/ 69 h 520"/>
                  <a:gd name="T6" fmla="*/ 498 w 560"/>
                  <a:gd name="T7" fmla="*/ 90 h 520"/>
                  <a:gd name="T8" fmla="*/ 465 w 560"/>
                  <a:gd name="T9" fmla="*/ 104 h 520"/>
                  <a:gd name="T10" fmla="*/ 465 w 560"/>
                  <a:gd name="T11" fmla="*/ 104 h 520"/>
                  <a:gd name="T12" fmla="*/ 463 w 560"/>
                  <a:gd name="T13" fmla="*/ 106 h 520"/>
                  <a:gd name="T14" fmla="*/ 425 w 560"/>
                  <a:gd name="T15" fmla="*/ 121 h 520"/>
                  <a:gd name="T16" fmla="*/ 380 w 560"/>
                  <a:gd name="T17" fmla="*/ 130 h 520"/>
                  <a:gd name="T18" fmla="*/ 333 w 560"/>
                  <a:gd name="T19" fmla="*/ 137 h 520"/>
                  <a:gd name="T20" fmla="*/ 286 w 560"/>
                  <a:gd name="T21" fmla="*/ 140 h 520"/>
                  <a:gd name="T22" fmla="*/ 272 w 560"/>
                  <a:gd name="T23" fmla="*/ 140 h 520"/>
                  <a:gd name="T24" fmla="*/ 272 w 560"/>
                  <a:gd name="T25" fmla="*/ 140 h 520"/>
                  <a:gd name="T26" fmla="*/ 236 w 560"/>
                  <a:gd name="T27" fmla="*/ 140 h 520"/>
                  <a:gd name="T28" fmla="*/ 189 w 560"/>
                  <a:gd name="T29" fmla="*/ 132 h 520"/>
                  <a:gd name="T30" fmla="*/ 144 w 560"/>
                  <a:gd name="T31" fmla="*/ 123 h 520"/>
                  <a:gd name="T32" fmla="*/ 104 w 560"/>
                  <a:gd name="T33" fmla="*/ 109 h 520"/>
                  <a:gd name="T34" fmla="*/ 94 w 560"/>
                  <a:gd name="T35" fmla="*/ 104 h 520"/>
                  <a:gd name="T36" fmla="*/ 94 w 560"/>
                  <a:gd name="T37" fmla="*/ 104 h 520"/>
                  <a:gd name="T38" fmla="*/ 68 w 560"/>
                  <a:gd name="T39" fmla="*/ 92 h 520"/>
                  <a:gd name="T40" fmla="*/ 40 w 560"/>
                  <a:gd name="T41" fmla="*/ 73 h 520"/>
                  <a:gd name="T42" fmla="*/ 19 w 560"/>
                  <a:gd name="T43" fmla="*/ 52 h 520"/>
                  <a:gd name="T44" fmla="*/ 7 w 560"/>
                  <a:gd name="T45" fmla="*/ 28 h 520"/>
                  <a:gd name="T46" fmla="*/ 0 w 560"/>
                  <a:gd name="T47" fmla="*/ 5 h 520"/>
                  <a:gd name="T48" fmla="*/ 0 w 560"/>
                  <a:gd name="T49" fmla="*/ 461 h 520"/>
                  <a:gd name="T50" fmla="*/ 38 w 560"/>
                  <a:gd name="T51" fmla="*/ 477 h 520"/>
                  <a:gd name="T52" fmla="*/ 92 w 560"/>
                  <a:gd name="T53" fmla="*/ 496 h 520"/>
                  <a:gd name="T54" fmla="*/ 154 w 560"/>
                  <a:gd name="T55" fmla="*/ 510 h 520"/>
                  <a:gd name="T56" fmla="*/ 220 w 560"/>
                  <a:gd name="T57" fmla="*/ 517 h 520"/>
                  <a:gd name="T58" fmla="*/ 288 w 560"/>
                  <a:gd name="T59" fmla="*/ 520 h 520"/>
                  <a:gd name="T60" fmla="*/ 354 w 560"/>
                  <a:gd name="T61" fmla="*/ 517 h 520"/>
                  <a:gd name="T62" fmla="*/ 420 w 560"/>
                  <a:gd name="T63" fmla="*/ 508 h 520"/>
                  <a:gd name="T64" fmla="*/ 480 w 560"/>
                  <a:gd name="T65" fmla="*/ 494 h 520"/>
                  <a:gd name="T66" fmla="*/ 534 w 560"/>
                  <a:gd name="T67" fmla="*/ 475 h 520"/>
                  <a:gd name="T68" fmla="*/ 560 w 560"/>
                  <a:gd name="T69" fmla="*/ 461 h 520"/>
                  <a:gd name="T70" fmla="*/ 560 w 560"/>
                  <a:gd name="T71" fmla="*/ 0 h 520"/>
                  <a:gd name="T72" fmla="*/ 557 w 560"/>
                  <a:gd name="T73" fmla="*/ 24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0" h="520">
                    <a:moveTo>
                      <a:pt x="557" y="24"/>
                    </a:moveTo>
                    <a:lnTo>
                      <a:pt x="546" y="47"/>
                    </a:lnTo>
                    <a:lnTo>
                      <a:pt x="524" y="69"/>
                    </a:lnTo>
                    <a:lnTo>
                      <a:pt x="498" y="90"/>
                    </a:lnTo>
                    <a:lnTo>
                      <a:pt x="465" y="104"/>
                    </a:lnTo>
                    <a:lnTo>
                      <a:pt x="465" y="104"/>
                    </a:lnTo>
                    <a:lnTo>
                      <a:pt x="463" y="106"/>
                    </a:lnTo>
                    <a:lnTo>
                      <a:pt x="425" y="121"/>
                    </a:lnTo>
                    <a:lnTo>
                      <a:pt x="380" y="130"/>
                    </a:lnTo>
                    <a:lnTo>
                      <a:pt x="333" y="137"/>
                    </a:lnTo>
                    <a:lnTo>
                      <a:pt x="286" y="140"/>
                    </a:lnTo>
                    <a:lnTo>
                      <a:pt x="272" y="140"/>
                    </a:lnTo>
                    <a:lnTo>
                      <a:pt x="272" y="140"/>
                    </a:lnTo>
                    <a:lnTo>
                      <a:pt x="236" y="140"/>
                    </a:lnTo>
                    <a:lnTo>
                      <a:pt x="189" y="132"/>
                    </a:lnTo>
                    <a:lnTo>
                      <a:pt x="144" y="123"/>
                    </a:lnTo>
                    <a:lnTo>
                      <a:pt x="104" y="109"/>
                    </a:lnTo>
                    <a:lnTo>
                      <a:pt x="94" y="104"/>
                    </a:lnTo>
                    <a:lnTo>
                      <a:pt x="94" y="104"/>
                    </a:lnTo>
                    <a:lnTo>
                      <a:pt x="68" y="92"/>
                    </a:lnTo>
                    <a:lnTo>
                      <a:pt x="40" y="73"/>
                    </a:lnTo>
                    <a:lnTo>
                      <a:pt x="19" y="52"/>
                    </a:lnTo>
                    <a:lnTo>
                      <a:pt x="7" y="28"/>
                    </a:lnTo>
                    <a:lnTo>
                      <a:pt x="0" y="5"/>
                    </a:lnTo>
                    <a:lnTo>
                      <a:pt x="0" y="461"/>
                    </a:lnTo>
                    <a:lnTo>
                      <a:pt x="38" y="477"/>
                    </a:lnTo>
                    <a:lnTo>
                      <a:pt x="92" y="496"/>
                    </a:lnTo>
                    <a:lnTo>
                      <a:pt x="154" y="510"/>
                    </a:lnTo>
                    <a:lnTo>
                      <a:pt x="220" y="517"/>
                    </a:lnTo>
                    <a:lnTo>
                      <a:pt x="288" y="520"/>
                    </a:lnTo>
                    <a:lnTo>
                      <a:pt x="354" y="517"/>
                    </a:lnTo>
                    <a:lnTo>
                      <a:pt x="420" y="508"/>
                    </a:lnTo>
                    <a:lnTo>
                      <a:pt x="480" y="494"/>
                    </a:lnTo>
                    <a:lnTo>
                      <a:pt x="534" y="475"/>
                    </a:lnTo>
                    <a:lnTo>
                      <a:pt x="560" y="461"/>
                    </a:lnTo>
                    <a:lnTo>
                      <a:pt x="560" y="0"/>
                    </a:lnTo>
                    <a:lnTo>
                      <a:pt x="557" y="24"/>
                    </a:lnTo>
                    <a:close/>
                  </a:path>
                </a:pathLst>
              </a:custGeom>
              <a:solidFill>
                <a:schemeClr val="accent4">
                  <a:lumMod val="75000"/>
                </a:schemeClr>
              </a:solidFill>
              <a:ln>
                <a:noFill/>
              </a:ln>
              <a:effectLst/>
              <a:extLst>
                <a:ext uri="{91240B29-F687-4F45-9708-019B960494DF}">
                  <a14:hiddenLine xmlns:a14="http://schemas.microsoft.com/office/drawing/2010/main" w="9525" cap="flat"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sp>
            <p:nvSpPr>
              <p:cNvPr id="50" name="Freeform 29"/>
              <p:cNvSpPr>
                <a:spLocks/>
              </p:cNvSpPr>
              <p:nvPr/>
            </p:nvSpPr>
            <p:spPr bwMode="auto">
              <a:xfrm>
                <a:off x="1843405" y="2102579"/>
                <a:ext cx="889000" cy="436563"/>
              </a:xfrm>
              <a:custGeom>
                <a:avLst/>
                <a:gdLst>
                  <a:gd name="T0" fmla="*/ 555 w 560"/>
                  <a:gd name="T1" fmla="*/ 112 h 275"/>
                  <a:gd name="T2" fmla="*/ 541 w 560"/>
                  <a:gd name="T3" fmla="*/ 88 h 275"/>
                  <a:gd name="T4" fmla="*/ 520 w 560"/>
                  <a:gd name="T5" fmla="*/ 67 h 275"/>
                  <a:gd name="T6" fmla="*/ 491 w 560"/>
                  <a:gd name="T7" fmla="*/ 48 h 275"/>
                  <a:gd name="T8" fmla="*/ 456 w 560"/>
                  <a:gd name="T9" fmla="*/ 31 h 275"/>
                  <a:gd name="T10" fmla="*/ 416 w 560"/>
                  <a:gd name="T11" fmla="*/ 17 h 275"/>
                  <a:gd name="T12" fmla="*/ 371 w 560"/>
                  <a:gd name="T13" fmla="*/ 8 h 275"/>
                  <a:gd name="T14" fmla="*/ 324 w 560"/>
                  <a:gd name="T15" fmla="*/ 0 h 275"/>
                  <a:gd name="T16" fmla="*/ 276 w 560"/>
                  <a:gd name="T17" fmla="*/ 0 h 275"/>
                  <a:gd name="T18" fmla="*/ 227 w 560"/>
                  <a:gd name="T19" fmla="*/ 3 h 275"/>
                  <a:gd name="T20" fmla="*/ 180 w 560"/>
                  <a:gd name="T21" fmla="*/ 10 h 275"/>
                  <a:gd name="T22" fmla="*/ 137 w 560"/>
                  <a:gd name="T23" fmla="*/ 19 h 275"/>
                  <a:gd name="T24" fmla="*/ 97 w 560"/>
                  <a:gd name="T25" fmla="*/ 34 h 275"/>
                  <a:gd name="T26" fmla="*/ 64 w 560"/>
                  <a:gd name="T27" fmla="*/ 50 h 275"/>
                  <a:gd name="T28" fmla="*/ 35 w 560"/>
                  <a:gd name="T29" fmla="*/ 71 h 275"/>
                  <a:gd name="T30" fmla="*/ 17 w 560"/>
                  <a:gd name="T31" fmla="*/ 93 h 275"/>
                  <a:gd name="T32" fmla="*/ 5 w 560"/>
                  <a:gd name="T33" fmla="*/ 116 h 275"/>
                  <a:gd name="T34" fmla="*/ 0 w 560"/>
                  <a:gd name="T35" fmla="*/ 140 h 275"/>
                  <a:gd name="T36" fmla="*/ 7 w 560"/>
                  <a:gd name="T37" fmla="*/ 163 h 275"/>
                  <a:gd name="T38" fmla="*/ 19 w 560"/>
                  <a:gd name="T39" fmla="*/ 187 h 275"/>
                  <a:gd name="T40" fmla="*/ 40 w 560"/>
                  <a:gd name="T41" fmla="*/ 208 h 275"/>
                  <a:gd name="T42" fmla="*/ 68 w 560"/>
                  <a:gd name="T43" fmla="*/ 227 h 275"/>
                  <a:gd name="T44" fmla="*/ 104 w 560"/>
                  <a:gd name="T45" fmla="*/ 244 h 275"/>
                  <a:gd name="T46" fmla="*/ 144 w 560"/>
                  <a:gd name="T47" fmla="*/ 258 h 275"/>
                  <a:gd name="T48" fmla="*/ 189 w 560"/>
                  <a:gd name="T49" fmla="*/ 267 h 275"/>
                  <a:gd name="T50" fmla="*/ 236 w 560"/>
                  <a:gd name="T51" fmla="*/ 275 h 275"/>
                  <a:gd name="T52" fmla="*/ 286 w 560"/>
                  <a:gd name="T53" fmla="*/ 275 h 275"/>
                  <a:gd name="T54" fmla="*/ 333 w 560"/>
                  <a:gd name="T55" fmla="*/ 272 h 275"/>
                  <a:gd name="T56" fmla="*/ 380 w 560"/>
                  <a:gd name="T57" fmla="*/ 265 h 275"/>
                  <a:gd name="T58" fmla="*/ 425 w 560"/>
                  <a:gd name="T59" fmla="*/ 256 h 275"/>
                  <a:gd name="T60" fmla="*/ 463 w 560"/>
                  <a:gd name="T61" fmla="*/ 241 h 275"/>
                  <a:gd name="T62" fmla="*/ 498 w 560"/>
                  <a:gd name="T63" fmla="*/ 225 h 275"/>
                  <a:gd name="T64" fmla="*/ 524 w 560"/>
                  <a:gd name="T65" fmla="*/ 204 h 275"/>
                  <a:gd name="T66" fmla="*/ 546 w 560"/>
                  <a:gd name="T67" fmla="*/ 182 h 275"/>
                  <a:gd name="T68" fmla="*/ 557 w 560"/>
                  <a:gd name="T69" fmla="*/ 159 h 275"/>
                  <a:gd name="T70" fmla="*/ 560 w 560"/>
                  <a:gd name="T71" fmla="*/ 135 h 275"/>
                  <a:gd name="T72" fmla="*/ 555 w 560"/>
                  <a:gd name="T73" fmla="*/ 11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0" h="275">
                    <a:moveTo>
                      <a:pt x="555" y="112"/>
                    </a:moveTo>
                    <a:lnTo>
                      <a:pt x="541" y="88"/>
                    </a:lnTo>
                    <a:lnTo>
                      <a:pt x="520" y="67"/>
                    </a:lnTo>
                    <a:lnTo>
                      <a:pt x="491" y="48"/>
                    </a:lnTo>
                    <a:lnTo>
                      <a:pt x="456" y="31"/>
                    </a:lnTo>
                    <a:lnTo>
                      <a:pt x="416" y="17"/>
                    </a:lnTo>
                    <a:lnTo>
                      <a:pt x="371" y="8"/>
                    </a:lnTo>
                    <a:lnTo>
                      <a:pt x="324" y="0"/>
                    </a:lnTo>
                    <a:lnTo>
                      <a:pt x="276" y="0"/>
                    </a:lnTo>
                    <a:lnTo>
                      <a:pt x="227" y="3"/>
                    </a:lnTo>
                    <a:lnTo>
                      <a:pt x="180" y="10"/>
                    </a:lnTo>
                    <a:lnTo>
                      <a:pt x="137" y="19"/>
                    </a:lnTo>
                    <a:lnTo>
                      <a:pt x="97" y="34"/>
                    </a:lnTo>
                    <a:lnTo>
                      <a:pt x="64" y="50"/>
                    </a:lnTo>
                    <a:lnTo>
                      <a:pt x="35" y="71"/>
                    </a:lnTo>
                    <a:lnTo>
                      <a:pt x="17" y="93"/>
                    </a:lnTo>
                    <a:lnTo>
                      <a:pt x="5" y="116"/>
                    </a:lnTo>
                    <a:lnTo>
                      <a:pt x="0" y="140"/>
                    </a:lnTo>
                    <a:lnTo>
                      <a:pt x="7" y="163"/>
                    </a:lnTo>
                    <a:lnTo>
                      <a:pt x="19" y="187"/>
                    </a:lnTo>
                    <a:lnTo>
                      <a:pt x="40" y="208"/>
                    </a:lnTo>
                    <a:lnTo>
                      <a:pt x="68" y="227"/>
                    </a:lnTo>
                    <a:lnTo>
                      <a:pt x="104" y="244"/>
                    </a:lnTo>
                    <a:lnTo>
                      <a:pt x="144" y="258"/>
                    </a:lnTo>
                    <a:lnTo>
                      <a:pt x="189" y="267"/>
                    </a:lnTo>
                    <a:lnTo>
                      <a:pt x="236" y="275"/>
                    </a:lnTo>
                    <a:lnTo>
                      <a:pt x="286" y="275"/>
                    </a:lnTo>
                    <a:lnTo>
                      <a:pt x="333" y="272"/>
                    </a:lnTo>
                    <a:lnTo>
                      <a:pt x="380" y="265"/>
                    </a:lnTo>
                    <a:lnTo>
                      <a:pt x="425" y="256"/>
                    </a:lnTo>
                    <a:lnTo>
                      <a:pt x="463" y="241"/>
                    </a:lnTo>
                    <a:lnTo>
                      <a:pt x="498" y="225"/>
                    </a:lnTo>
                    <a:lnTo>
                      <a:pt x="524" y="204"/>
                    </a:lnTo>
                    <a:lnTo>
                      <a:pt x="546" y="182"/>
                    </a:lnTo>
                    <a:lnTo>
                      <a:pt x="557" y="159"/>
                    </a:lnTo>
                    <a:lnTo>
                      <a:pt x="560" y="135"/>
                    </a:lnTo>
                    <a:lnTo>
                      <a:pt x="555" y="112"/>
                    </a:lnTo>
                    <a:close/>
                  </a:path>
                </a:pathLst>
              </a:custGeom>
              <a:pattFill prst="pct60">
                <a:fgClr>
                  <a:schemeClr val="accent4"/>
                </a:fgClr>
                <a:bgClr>
                  <a:schemeClr val="bg1"/>
                </a:bgClr>
              </a:patt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ysClr val="windowText" lastClr="000000"/>
                  </a:solidFill>
                  <a:effectLst/>
                  <a:uLnTx/>
                  <a:uFillTx/>
                </a:endParaRPr>
              </a:p>
            </p:txBody>
          </p:sp>
        </p:grpSp>
      </p:grpSp>
      <p:sp>
        <p:nvSpPr>
          <p:cNvPr id="2" name="Rectangle 1"/>
          <p:cNvSpPr/>
          <p:nvPr/>
        </p:nvSpPr>
        <p:spPr>
          <a:xfrm>
            <a:off x="2165789" y="386734"/>
            <a:ext cx="9861595" cy="646331"/>
          </a:xfrm>
          <a:prstGeom prst="rect">
            <a:avLst/>
          </a:prstGeom>
        </p:spPr>
        <p:txBody>
          <a:bodyPr wrap="square">
            <a:spAutoFit/>
          </a:bodyPr>
          <a:lstStyle/>
          <a:p>
            <a:pPr algn="r" rtl="1"/>
            <a:r>
              <a:rPr lang="ar-JO" sz="3600" b="1" u="sng" dirty="0">
                <a:solidFill>
                  <a:schemeClr val="bg2">
                    <a:lumMod val="10000"/>
                  </a:schemeClr>
                </a:solidFill>
              </a:rPr>
              <a:t>2. هل يختلف التصوير التجسيمي عن التصوير التقليدي؟</a:t>
            </a:r>
            <a:endParaRPr lang="en-US" sz="3600" u="sng" dirty="0">
              <a:solidFill>
                <a:schemeClr val="bg2">
                  <a:lumMod val="10000"/>
                </a:schemeClr>
              </a:solidFill>
            </a:endParaRPr>
          </a:p>
        </p:txBody>
      </p:sp>
      <p:sp>
        <p:nvSpPr>
          <p:cNvPr id="3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063210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fade">
                                      <p:cBhvr>
                                        <p:cTn id="11"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2"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Diagram 1"/>
          <p:cNvGraphicFramePr/>
          <p:nvPr>
            <p:extLst>
              <p:ext uri="{D42A27DB-BD31-4B8C-83A1-F6EECF244321}">
                <p14:modId xmlns:p14="http://schemas.microsoft.com/office/powerpoint/2010/main" val="4062220986"/>
              </p:ext>
            </p:extLst>
          </p:nvPr>
        </p:nvGraphicFramePr>
        <p:xfrm>
          <a:off x="387873" y="1256694"/>
          <a:ext cx="10929256" cy="541866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4" name="TextBox 13"/>
          <p:cNvSpPr txBox="1"/>
          <p:nvPr/>
        </p:nvSpPr>
        <p:spPr>
          <a:xfrm>
            <a:off x="0" y="387189"/>
            <a:ext cx="12192000" cy="584775"/>
          </a:xfrm>
          <a:prstGeom prst="rect">
            <a:avLst/>
          </a:prstGeom>
          <a:noFill/>
        </p:spPr>
        <p:txBody>
          <a:bodyPr wrap="square" rtlCol="0">
            <a:spAutoFit/>
          </a:bodyPr>
          <a:lstStyle/>
          <a:p>
            <a:pPr algn="r" rtl="1"/>
            <a:r>
              <a:rPr lang="ar-JO" sz="3200" b="1" u="sng" dirty="0">
                <a:solidFill>
                  <a:schemeClr val="bg2">
                    <a:lumMod val="10000"/>
                  </a:schemeClr>
                </a:solidFill>
              </a:rPr>
              <a:t>3. التطور التاريخي للهولوجرام </a:t>
            </a:r>
            <a:endParaRPr lang="en-US" sz="3200" u="sng" dirty="0">
              <a:solidFill>
                <a:schemeClr val="bg2">
                  <a:lumMod val="10000"/>
                </a:schemeClr>
              </a:solidFill>
            </a:endParaRPr>
          </a:p>
        </p:txBody>
      </p:sp>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22502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Diagram 1"/>
          <p:cNvGraphicFramePr/>
          <p:nvPr>
            <p:extLst>
              <p:ext uri="{D42A27DB-BD31-4B8C-83A1-F6EECF244321}">
                <p14:modId xmlns:p14="http://schemas.microsoft.com/office/powerpoint/2010/main" val="1233076307"/>
              </p:ext>
            </p:extLst>
          </p:nvPr>
        </p:nvGraphicFramePr>
        <p:xfrm>
          <a:off x="387872" y="1256694"/>
          <a:ext cx="11289777" cy="541866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4" name="TextBox 13"/>
          <p:cNvSpPr txBox="1"/>
          <p:nvPr/>
        </p:nvSpPr>
        <p:spPr>
          <a:xfrm>
            <a:off x="0" y="387189"/>
            <a:ext cx="12192000" cy="584775"/>
          </a:xfrm>
          <a:prstGeom prst="rect">
            <a:avLst/>
          </a:prstGeom>
          <a:noFill/>
        </p:spPr>
        <p:txBody>
          <a:bodyPr wrap="square" rtlCol="0">
            <a:spAutoFit/>
          </a:bodyPr>
          <a:lstStyle/>
          <a:p>
            <a:pPr algn="r" rtl="1"/>
            <a:r>
              <a:rPr lang="ar-JO" sz="3200" b="1" u="sng" dirty="0">
                <a:solidFill>
                  <a:schemeClr val="bg2">
                    <a:lumMod val="10000"/>
                  </a:schemeClr>
                </a:solidFill>
              </a:rPr>
              <a:t>3. التطور التاريخي للهولوجرام </a:t>
            </a:r>
            <a:endParaRPr lang="en-US" sz="3200" u="sng" dirty="0">
              <a:solidFill>
                <a:schemeClr val="bg2">
                  <a:lumMod val="10000"/>
                </a:schemeClr>
              </a:solidFill>
            </a:endParaRPr>
          </a:p>
        </p:txBody>
      </p:sp>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70448268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Diagram 1"/>
          <p:cNvGraphicFramePr/>
          <p:nvPr>
            <p:extLst>
              <p:ext uri="{D42A27DB-BD31-4B8C-83A1-F6EECF244321}">
                <p14:modId xmlns:p14="http://schemas.microsoft.com/office/powerpoint/2010/main" val="3598783010"/>
              </p:ext>
            </p:extLst>
          </p:nvPr>
        </p:nvGraphicFramePr>
        <p:xfrm>
          <a:off x="387872" y="1256694"/>
          <a:ext cx="11289777" cy="541866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4" name="TextBox 13"/>
          <p:cNvSpPr txBox="1"/>
          <p:nvPr/>
        </p:nvSpPr>
        <p:spPr>
          <a:xfrm>
            <a:off x="0" y="387189"/>
            <a:ext cx="12192000" cy="584775"/>
          </a:xfrm>
          <a:prstGeom prst="rect">
            <a:avLst/>
          </a:prstGeom>
          <a:noFill/>
        </p:spPr>
        <p:txBody>
          <a:bodyPr wrap="square" rtlCol="0">
            <a:spAutoFit/>
          </a:bodyPr>
          <a:lstStyle/>
          <a:p>
            <a:pPr algn="r" rtl="1"/>
            <a:r>
              <a:rPr lang="ar-JO" sz="3200" b="1" u="sng" dirty="0">
                <a:solidFill>
                  <a:schemeClr val="bg2">
                    <a:lumMod val="10000"/>
                  </a:schemeClr>
                </a:solidFill>
              </a:rPr>
              <a:t>3. التطور التاريخي للهولوجرام </a:t>
            </a:r>
            <a:endParaRPr lang="en-US" sz="3200" u="sng" dirty="0">
              <a:solidFill>
                <a:schemeClr val="bg2">
                  <a:lumMod val="10000"/>
                </a:schemeClr>
              </a:solidFill>
            </a:endParaRPr>
          </a:p>
        </p:txBody>
      </p:sp>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8614700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Diagram 1"/>
          <p:cNvGraphicFramePr/>
          <p:nvPr>
            <p:extLst>
              <p:ext uri="{D42A27DB-BD31-4B8C-83A1-F6EECF244321}">
                <p14:modId xmlns:p14="http://schemas.microsoft.com/office/powerpoint/2010/main" val="26493689"/>
              </p:ext>
            </p:extLst>
          </p:nvPr>
        </p:nvGraphicFramePr>
        <p:xfrm>
          <a:off x="387872" y="1256694"/>
          <a:ext cx="11289777" cy="541866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4" name="TextBox 13"/>
          <p:cNvSpPr txBox="1"/>
          <p:nvPr/>
        </p:nvSpPr>
        <p:spPr>
          <a:xfrm>
            <a:off x="0" y="387189"/>
            <a:ext cx="12192000" cy="584775"/>
          </a:xfrm>
          <a:prstGeom prst="rect">
            <a:avLst/>
          </a:prstGeom>
          <a:noFill/>
        </p:spPr>
        <p:txBody>
          <a:bodyPr wrap="square" rtlCol="0">
            <a:spAutoFit/>
          </a:bodyPr>
          <a:lstStyle/>
          <a:p>
            <a:pPr algn="r" rtl="1"/>
            <a:r>
              <a:rPr lang="ar-JO" sz="3200" b="1" u="sng" dirty="0">
                <a:solidFill>
                  <a:schemeClr val="bg2">
                    <a:lumMod val="10000"/>
                  </a:schemeClr>
                </a:solidFill>
              </a:rPr>
              <a:t>3. التطور التاريخي للهولوجرام </a:t>
            </a:r>
            <a:endParaRPr lang="en-US" sz="3200" u="sng" dirty="0">
              <a:solidFill>
                <a:schemeClr val="bg2">
                  <a:lumMod val="10000"/>
                </a:schemeClr>
              </a:solidFill>
            </a:endParaRPr>
          </a:p>
        </p:txBody>
      </p:sp>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7094373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Diagram 1"/>
          <p:cNvGraphicFramePr/>
          <p:nvPr>
            <p:extLst>
              <p:ext uri="{D42A27DB-BD31-4B8C-83A1-F6EECF244321}">
                <p14:modId xmlns:p14="http://schemas.microsoft.com/office/powerpoint/2010/main" val="1505997718"/>
              </p:ext>
            </p:extLst>
          </p:nvPr>
        </p:nvGraphicFramePr>
        <p:xfrm>
          <a:off x="387872" y="1256694"/>
          <a:ext cx="11289777" cy="541866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4" name="TextBox 13"/>
          <p:cNvSpPr txBox="1"/>
          <p:nvPr/>
        </p:nvSpPr>
        <p:spPr>
          <a:xfrm>
            <a:off x="0" y="387189"/>
            <a:ext cx="12192000" cy="584775"/>
          </a:xfrm>
          <a:prstGeom prst="rect">
            <a:avLst/>
          </a:prstGeom>
          <a:noFill/>
        </p:spPr>
        <p:txBody>
          <a:bodyPr wrap="square" rtlCol="0">
            <a:spAutoFit/>
          </a:bodyPr>
          <a:lstStyle/>
          <a:p>
            <a:pPr algn="r" rtl="1"/>
            <a:r>
              <a:rPr lang="ar-JO" sz="3200" b="1" u="sng" dirty="0">
                <a:solidFill>
                  <a:schemeClr val="bg2">
                    <a:lumMod val="10000"/>
                  </a:schemeClr>
                </a:solidFill>
              </a:rPr>
              <a:t>3. التطور التاريخي للهولوجرام </a:t>
            </a:r>
            <a:endParaRPr lang="en-US" sz="3200" u="sng" dirty="0">
              <a:solidFill>
                <a:schemeClr val="bg2">
                  <a:lumMod val="10000"/>
                </a:schemeClr>
              </a:solidFill>
            </a:endParaRPr>
          </a:p>
        </p:txBody>
      </p:sp>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01067058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rot="20755662">
            <a:off x="4594745" y="4429385"/>
            <a:ext cx="3938917" cy="2358085"/>
            <a:chOff x="2334883" y="2917871"/>
            <a:chExt cx="5912624" cy="3539671"/>
          </a:xfrm>
        </p:grpSpPr>
        <p:grpSp>
          <p:nvGrpSpPr>
            <p:cNvPr id="11" name="Group 10"/>
            <p:cNvGrpSpPr/>
            <p:nvPr/>
          </p:nvGrpSpPr>
          <p:grpSpPr>
            <a:xfrm rot="580531">
              <a:off x="3182494" y="2917871"/>
              <a:ext cx="5065013" cy="3539671"/>
              <a:chOff x="-2395625" y="1331830"/>
              <a:chExt cx="11255235" cy="7865691"/>
            </a:xfrm>
          </p:grpSpPr>
          <p:sp>
            <p:nvSpPr>
              <p:cNvPr id="12" name="Freeform 11"/>
              <p:cNvSpPr>
                <a:spLocks/>
              </p:cNvSpPr>
              <p:nvPr/>
            </p:nvSpPr>
            <p:spPr bwMode="auto">
              <a:xfrm rot="331136">
                <a:off x="-1863483" y="4791101"/>
                <a:ext cx="5640555" cy="4278408"/>
              </a:xfrm>
              <a:custGeom>
                <a:avLst/>
                <a:gdLst>
                  <a:gd name="connsiteX0" fmla="*/ 4246029 w 5589474"/>
                  <a:gd name="connsiteY0" fmla="*/ 0 h 4278408"/>
                  <a:gd name="connsiteX1" fmla="*/ 4310989 w 5589474"/>
                  <a:gd name="connsiteY1" fmla="*/ 8857 h 4278408"/>
                  <a:gd name="connsiteX2" fmla="*/ 4375949 w 5589474"/>
                  <a:gd name="connsiteY2" fmla="*/ 23622 h 4278408"/>
                  <a:gd name="connsiteX3" fmla="*/ 4446815 w 5589474"/>
                  <a:gd name="connsiteY3" fmla="*/ 47244 h 4278408"/>
                  <a:gd name="connsiteX4" fmla="*/ 4520635 w 5589474"/>
                  <a:gd name="connsiteY4" fmla="*/ 79723 h 4278408"/>
                  <a:gd name="connsiteX5" fmla="*/ 4597405 w 5589474"/>
                  <a:gd name="connsiteY5" fmla="*/ 124015 h 4278408"/>
                  <a:gd name="connsiteX6" fmla="*/ 4674177 w 5589474"/>
                  <a:gd name="connsiteY6" fmla="*/ 177164 h 4278408"/>
                  <a:gd name="connsiteX7" fmla="*/ 4756854 w 5589474"/>
                  <a:gd name="connsiteY7" fmla="*/ 242124 h 4278408"/>
                  <a:gd name="connsiteX8" fmla="*/ 4842482 w 5589474"/>
                  <a:gd name="connsiteY8" fmla="*/ 315941 h 4278408"/>
                  <a:gd name="connsiteX9" fmla="*/ 4934017 w 5589474"/>
                  <a:gd name="connsiteY9" fmla="*/ 404524 h 4278408"/>
                  <a:gd name="connsiteX10" fmla="*/ 5028504 w 5589474"/>
                  <a:gd name="connsiteY10" fmla="*/ 504916 h 4278408"/>
                  <a:gd name="connsiteX11" fmla="*/ 5131848 w 5589474"/>
                  <a:gd name="connsiteY11" fmla="*/ 626348 h 4278408"/>
                  <a:gd name="connsiteX12" fmla="*/ 5131263 w 5589474"/>
                  <a:gd name="connsiteY12" fmla="*/ 632975 h 4278408"/>
                  <a:gd name="connsiteX13" fmla="*/ 5170541 w 5589474"/>
                  <a:gd name="connsiteY13" fmla="*/ 674709 h 4278408"/>
                  <a:gd name="connsiteX14" fmla="*/ 5272472 w 5589474"/>
                  <a:gd name="connsiteY14" fmla="*/ 794479 h 4278408"/>
                  <a:gd name="connsiteX15" fmla="*/ 5343823 w 5589474"/>
                  <a:gd name="connsiteY15" fmla="*/ 878571 h 4278408"/>
                  <a:gd name="connsiteX16" fmla="*/ 5425369 w 5589474"/>
                  <a:gd name="connsiteY16" fmla="*/ 967762 h 4278408"/>
                  <a:gd name="connsiteX17" fmla="*/ 5514556 w 5589474"/>
                  <a:gd name="connsiteY17" fmla="*/ 1056950 h 4278408"/>
                  <a:gd name="connsiteX18" fmla="*/ 5560426 w 5589474"/>
                  <a:gd name="connsiteY18" fmla="*/ 1102820 h 4278408"/>
                  <a:gd name="connsiteX19" fmla="*/ 5589474 w 5589474"/>
                  <a:gd name="connsiteY19" fmla="*/ 1128811 h 4278408"/>
                  <a:gd name="connsiteX20" fmla="*/ 5501373 w 5589474"/>
                  <a:gd name="connsiteY20" fmla="*/ 1163468 h 4278408"/>
                  <a:gd name="connsiteX21" fmla="*/ 5452954 w 5589474"/>
                  <a:gd name="connsiteY21" fmla="*/ 1132889 h 4278408"/>
                  <a:gd name="connsiteX22" fmla="*/ 5407086 w 5589474"/>
                  <a:gd name="connsiteY22" fmla="*/ 1097213 h 4278408"/>
                  <a:gd name="connsiteX23" fmla="*/ 5320445 w 5589474"/>
                  <a:gd name="connsiteY23" fmla="*/ 1036054 h 4278408"/>
                  <a:gd name="connsiteX24" fmla="*/ 5251642 w 5589474"/>
                  <a:gd name="connsiteY24" fmla="*/ 974895 h 4278408"/>
                  <a:gd name="connsiteX25" fmla="*/ 5198128 w 5589474"/>
                  <a:gd name="connsiteY25" fmla="*/ 926478 h 4278408"/>
                  <a:gd name="connsiteX26" fmla="*/ 5152258 w 5589474"/>
                  <a:gd name="connsiteY26" fmla="*/ 880609 h 4278408"/>
                  <a:gd name="connsiteX27" fmla="*/ 5063069 w 5589474"/>
                  <a:gd name="connsiteY27" fmla="*/ 796516 h 4278408"/>
                  <a:gd name="connsiteX28" fmla="*/ 4981525 w 5589474"/>
                  <a:gd name="connsiteY28" fmla="*/ 727712 h 4278408"/>
                  <a:gd name="connsiteX29" fmla="*/ 4899980 w 5589474"/>
                  <a:gd name="connsiteY29" fmla="*/ 664006 h 4278408"/>
                  <a:gd name="connsiteX30" fmla="*/ 4826079 w 5589474"/>
                  <a:gd name="connsiteY30" fmla="*/ 613041 h 4278408"/>
                  <a:gd name="connsiteX31" fmla="*/ 4754728 w 5589474"/>
                  <a:gd name="connsiteY31" fmla="*/ 569719 h 4278408"/>
                  <a:gd name="connsiteX32" fmla="*/ 4685926 w 5589474"/>
                  <a:gd name="connsiteY32" fmla="*/ 534043 h 4278408"/>
                  <a:gd name="connsiteX33" fmla="*/ 4622218 w 5589474"/>
                  <a:gd name="connsiteY33" fmla="*/ 508561 h 4278408"/>
                  <a:gd name="connsiteX34" fmla="*/ 4558511 w 5589474"/>
                  <a:gd name="connsiteY34" fmla="*/ 488175 h 4278408"/>
                  <a:gd name="connsiteX35" fmla="*/ 4499900 w 5589474"/>
                  <a:gd name="connsiteY35" fmla="*/ 477981 h 4278408"/>
                  <a:gd name="connsiteX36" fmla="*/ 4446388 w 5589474"/>
                  <a:gd name="connsiteY36" fmla="*/ 470338 h 4278408"/>
                  <a:gd name="connsiteX37" fmla="*/ 4284127 w 5589474"/>
                  <a:gd name="connsiteY37" fmla="*/ 440084 h 4278408"/>
                  <a:gd name="connsiteX38" fmla="*/ 4225073 w 5589474"/>
                  <a:gd name="connsiteY38" fmla="*/ 440084 h 4278408"/>
                  <a:gd name="connsiteX39" fmla="*/ 4166018 w 5589474"/>
                  <a:gd name="connsiteY39" fmla="*/ 451895 h 4278408"/>
                  <a:gd name="connsiteX40" fmla="*/ 4112869 w 5589474"/>
                  <a:gd name="connsiteY40" fmla="*/ 463705 h 4278408"/>
                  <a:gd name="connsiteX41" fmla="*/ 4062672 w 5589474"/>
                  <a:gd name="connsiteY41" fmla="*/ 484373 h 4278408"/>
                  <a:gd name="connsiteX42" fmla="*/ 4018382 w 5589474"/>
                  <a:gd name="connsiteY42" fmla="*/ 507995 h 4278408"/>
                  <a:gd name="connsiteX43" fmla="*/ 3974090 w 5589474"/>
                  <a:gd name="connsiteY43" fmla="*/ 537523 h 4278408"/>
                  <a:gd name="connsiteX44" fmla="*/ 3929800 w 5589474"/>
                  <a:gd name="connsiteY44" fmla="*/ 570003 h 4278408"/>
                  <a:gd name="connsiteX45" fmla="*/ 3894367 w 5589474"/>
                  <a:gd name="connsiteY45" fmla="*/ 608388 h 4278408"/>
                  <a:gd name="connsiteX46" fmla="*/ 3861885 w 5589474"/>
                  <a:gd name="connsiteY46" fmla="*/ 646775 h 4278408"/>
                  <a:gd name="connsiteX47" fmla="*/ 3826453 w 5589474"/>
                  <a:gd name="connsiteY47" fmla="*/ 691065 h 4278408"/>
                  <a:gd name="connsiteX48" fmla="*/ 3796926 w 5589474"/>
                  <a:gd name="connsiteY48" fmla="*/ 735357 h 4278408"/>
                  <a:gd name="connsiteX49" fmla="*/ 3770351 w 5589474"/>
                  <a:gd name="connsiteY49" fmla="*/ 779646 h 4278408"/>
                  <a:gd name="connsiteX50" fmla="*/ 3743776 w 5589474"/>
                  <a:gd name="connsiteY50" fmla="*/ 826891 h 4278408"/>
                  <a:gd name="connsiteX51" fmla="*/ 3723109 w 5589474"/>
                  <a:gd name="connsiteY51" fmla="*/ 874134 h 4278408"/>
                  <a:gd name="connsiteX52" fmla="*/ 3684722 w 5589474"/>
                  <a:gd name="connsiteY52" fmla="*/ 968621 h 4278408"/>
                  <a:gd name="connsiteX53" fmla="*/ 3655194 w 5589474"/>
                  <a:gd name="connsiteY53" fmla="*/ 1057204 h 4278408"/>
                  <a:gd name="connsiteX54" fmla="*/ 3631573 w 5589474"/>
                  <a:gd name="connsiteY54" fmla="*/ 1136928 h 4278408"/>
                  <a:gd name="connsiteX55" fmla="*/ 3613856 w 5589474"/>
                  <a:gd name="connsiteY55" fmla="*/ 1207794 h 4278408"/>
                  <a:gd name="connsiteX56" fmla="*/ 3578424 w 5589474"/>
                  <a:gd name="connsiteY56" fmla="*/ 1346572 h 4278408"/>
                  <a:gd name="connsiteX57" fmla="*/ 3537085 w 5589474"/>
                  <a:gd name="connsiteY57" fmla="*/ 1482397 h 4278408"/>
                  <a:gd name="connsiteX58" fmla="*/ 3495747 w 5589474"/>
                  <a:gd name="connsiteY58" fmla="*/ 1612317 h 4278408"/>
                  <a:gd name="connsiteX59" fmla="*/ 3451457 w 5589474"/>
                  <a:gd name="connsiteY59" fmla="*/ 1736332 h 4278408"/>
                  <a:gd name="connsiteX60" fmla="*/ 3404213 w 5589474"/>
                  <a:gd name="connsiteY60" fmla="*/ 1860347 h 4278408"/>
                  <a:gd name="connsiteX61" fmla="*/ 3351063 w 5589474"/>
                  <a:gd name="connsiteY61" fmla="*/ 1981409 h 4278408"/>
                  <a:gd name="connsiteX62" fmla="*/ 3297914 w 5589474"/>
                  <a:gd name="connsiteY62" fmla="*/ 2093613 h 4278408"/>
                  <a:gd name="connsiteX63" fmla="*/ 3241812 w 5589474"/>
                  <a:gd name="connsiteY63" fmla="*/ 2208769 h 4278408"/>
                  <a:gd name="connsiteX64" fmla="*/ 3179806 w 5589474"/>
                  <a:gd name="connsiteY64" fmla="*/ 2315068 h 4278408"/>
                  <a:gd name="connsiteX65" fmla="*/ 3120751 w 5589474"/>
                  <a:gd name="connsiteY65" fmla="*/ 2418415 h 4278408"/>
                  <a:gd name="connsiteX66" fmla="*/ 3052837 w 5589474"/>
                  <a:gd name="connsiteY66" fmla="*/ 2518807 h 4278408"/>
                  <a:gd name="connsiteX67" fmla="*/ 2987877 w 5589474"/>
                  <a:gd name="connsiteY67" fmla="*/ 2613294 h 4278408"/>
                  <a:gd name="connsiteX68" fmla="*/ 2919965 w 5589474"/>
                  <a:gd name="connsiteY68" fmla="*/ 2707782 h 4278408"/>
                  <a:gd name="connsiteX69" fmla="*/ 2849100 w 5589474"/>
                  <a:gd name="connsiteY69" fmla="*/ 2793409 h 4278408"/>
                  <a:gd name="connsiteX70" fmla="*/ 2778234 w 5589474"/>
                  <a:gd name="connsiteY70" fmla="*/ 2881992 h 4278408"/>
                  <a:gd name="connsiteX71" fmla="*/ 2704415 w 5589474"/>
                  <a:gd name="connsiteY71" fmla="*/ 2964669 h 4278408"/>
                  <a:gd name="connsiteX72" fmla="*/ 2627644 w 5589474"/>
                  <a:gd name="connsiteY72" fmla="*/ 3044393 h 4278408"/>
                  <a:gd name="connsiteX73" fmla="*/ 2550872 w 5589474"/>
                  <a:gd name="connsiteY73" fmla="*/ 3121164 h 4278408"/>
                  <a:gd name="connsiteX74" fmla="*/ 2471150 w 5589474"/>
                  <a:gd name="connsiteY74" fmla="*/ 3194982 h 4278408"/>
                  <a:gd name="connsiteX75" fmla="*/ 2394379 w 5589474"/>
                  <a:gd name="connsiteY75" fmla="*/ 3262895 h 4278408"/>
                  <a:gd name="connsiteX76" fmla="*/ 2311703 w 5589474"/>
                  <a:gd name="connsiteY76" fmla="*/ 3330808 h 4278408"/>
                  <a:gd name="connsiteX77" fmla="*/ 2229026 w 5589474"/>
                  <a:gd name="connsiteY77" fmla="*/ 3395768 h 4278408"/>
                  <a:gd name="connsiteX78" fmla="*/ 2146350 w 5589474"/>
                  <a:gd name="connsiteY78" fmla="*/ 3457776 h 4278408"/>
                  <a:gd name="connsiteX79" fmla="*/ 2063673 w 5589474"/>
                  <a:gd name="connsiteY79" fmla="*/ 3513876 h 4278408"/>
                  <a:gd name="connsiteX80" fmla="*/ 1980996 w 5589474"/>
                  <a:gd name="connsiteY80" fmla="*/ 3569980 h 4278408"/>
                  <a:gd name="connsiteX81" fmla="*/ 1898321 w 5589474"/>
                  <a:gd name="connsiteY81" fmla="*/ 3623129 h 4278408"/>
                  <a:gd name="connsiteX82" fmla="*/ 1812689 w 5589474"/>
                  <a:gd name="connsiteY82" fmla="*/ 3673324 h 4278408"/>
                  <a:gd name="connsiteX83" fmla="*/ 1730014 w 5589474"/>
                  <a:gd name="connsiteY83" fmla="*/ 3723522 h 4278408"/>
                  <a:gd name="connsiteX84" fmla="*/ 1647337 w 5589474"/>
                  <a:gd name="connsiteY84" fmla="*/ 3770765 h 4278408"/>
                  <a:gd name="connsiteX85" fmla="*/ 1558754 w 5589474"/>
                  <a:gd name="connsiteY85" fmla="*/ 3815056 h 4278408"/>
                  <a:gd name="connsiteX86" fmla="*/ 1393401 w 5589474"/>
                  <a:gd name="connsiteY86" fmla="*/ 3894780 h 4278408"/>
                  <a:gd name="connsiteX87" fmla="*/ 1231003 w 5589474"/>
                  <a:gd name="connsiteY87" fmla="*/ 3965646 h 4278408"/>
                  <a:gd name="connsiteX88" fmla="*/ 1065649 w 5589474"/>
                  <a:gd name="connsiteY88" fmla="*/ 4024700 h 4278408"/>
                  <a:gd name="connsiteX89" fmla="*/ 909153 w 5589474"/>
                  <a:gd name="connsiteY89" fmla="*/ 4080802 h 4278408"/>
                  <a:gd name="connsiteX90" fmla="*/ 755612 w 5589474"/>
                  <a:gd name="connsiteY90" fmla="*/ 4128045 h 4278408"/>
                  <a:gd name="connsiteX91" fmla="*/ 610929 w 5589474"/>
                  <a:gd name="connsiteY91" fmla="*/ 4166432 h 4278408"/>
                  <a:gd name="connsiteX92" fmla="*/ 469197 w 5589474"/>
                  <a:gd name="connsiteY92" fmla="*/ 4204817 h 4278408"/>
                  <a:gd name="connsiteX93" fmla="*/ 339277 w 5589474"/>
                  <a:gd name="connsiteY93" fmla="*/ 4231392 h 4278408"/>
                  <a:gd name="connsiteX94" fmla="*/ 221168 w 5589474"/>
                  <a:gd name="connsiteY94" fmla="*/ 4255013 h 4278408"/>
                  <a:gd name="connsiteX95" fmla="*/ 106010 w 5589474"/>
                  <a:gd name="connsiteY95" fmla="*/ 4275681 h 4278408"/>
                  <a:gd name="connsiteX96" fmla="*/ 83516 w 5589474"/>
                  <a:gd name="connsiteY96" fmla="*/ 4278408 h 4278408"/>
                  <a:gd name="connsiteX97" fmla="*/ 0 w 5589474"/>
                  <a:gd name="connsiteY97" fmla="*/ 3859220 h 4278408"/>
                  <a:gd name="connsiteX98" fmla="*/ 32481 w 5589474"/>
                  <a:gd name="connsiteY98" fmla="*/ 3853314 h 4278408"/>
                  <a:gd name="connsiteX99" fmla="*/ 124015 w 5589474"/>
                  <a:gd name="connsiteY99" fmla="*/ 3847409 h 4278408"/>
                  <a:gd name="connsiteX100" fmla="*/ 265746 w 5589474"/>
                  <a:gd name="connsiteY100" fmla="*/ 3832646 h 4278408"/>
                  <a:gd name="connsiteX101" fmla="*/ 357282 w 5589474"/>
                  <a:gd name="connsiteY101" fmla="*/ 3817882 h 4278408"/>
                  <a:gd name="connsiteX102" fmla="*/ 454721 w 5589474"/>
                  <a:gd name="connsiteY102" fmla="*/ 3800165 h 4278408"/>
                  <a:gd name="connsiteX103" fmla="*/ 563973 w 5589474"/>
                  <a:gd name="connsiteY103" fmla="*/ 3782449 h 4278408"/>
                  <a:gd name="connsiteX104" fmla="*/ 679129 w 5589474"/>
                  <a:gd name="connsiteY104" fmla="*/ 3755875 h 4278408"/>
                  <a:gd name="connsiteX105" fmla="*/ 803144 w 5589474"/>
                  <a:gd name="connsiteY105" fmla="*/ 3720442 h 4278408"/>
                  <a:gd name="connsiteX106" fmla="*/ 933063 w 5589474"/>
                  <a:gd name="connsiteY106" fmla="*/ 3685010 h 4278408"/>
                  <a:gd name="connsiteX107" fmla="*/ 1068889 w 5589474"/>
                  <a:gd name="connsiteY107" fmla="*/ 3637767 h 4278408"/>
                  <a:gd name="connsiteX108" fmla="*/ 1210620 w 5589474"/>
                  <a:gd name="connsiteY108" fmla="*/ 3584617 h 4278408"/>
                  <a:gd name="connsiteX109" fmla="*/ 1358257 w 5589474"/>
                  <a:gd name="connsiteY109" fmla="*/ 3525563 h 4278408"/>
                  <a:gd name="connsiteX110" fmla="*/ 1502942 w 5589474"/>
                  <a:gd name="connsiteY110" fmla="*/ 3457649 h 4278408"/>
                  <a:gd name="connsiteX111" fmla="*/ 1653530 w 5589474"/>
                  <a:gd name="connsiteY111" fmla="*/ 3377926 h 4278408"/>
                  <a:gd name="connsiteX112" fmla="*/ 1730302 w 5589474"/>
                  <a:gd name="connsiteY112" fmla="*/ 3336587 h 4278408"/>
                  <a:gd name="connsiteX113" fmla="*/ 1807072 w 5589474"/>
                  <a:gd name="connsiteY113" fmla="*/ 3292296 h 4278408"/>
                  <a:gd name="connsiteX114" fmla="*/ 1880892 w 5589474"/>
                  <a:gd name="connsiteY114" fmla="*/ 3245051 h 4278408"/>
                  <a:gd name="connsiteX115" fmla="*/ 1957663 w 5589474"/>
                  <a:gd name="connsiteY115" fmla="*/ 3197808 h 4278408"/>
                  <a:gd name="connsiteX116" fmla="*/ 2034434 w 5589474"/>
                  <a:gd name="connsiteY116" fmla="*/ 3144659 h 4278408"/>
                  <a:gd name="connsiteX117" fmla="*/ 2108252 w 5589474"/>
                  <a:gd name="connsiteY117" fmla="*/ 3088557 h 4278408"/>
                  <a:gd name="connsiteX118" fmla="*/ 2185022 w 5589474"/>
                  <a:gd name="connsiteY118" fmla="*/ 3032455 h 4278408"/>
                  <a:gd name="connsiteX119" fmla="*/ 2255888 w 5589474"/>
                  <a:gd name="connsiteY119" fmla="*/ 2970449 h 4278408"/>
                  <a:gd name="connsiteX120" fmla="*/ 2329707 w 5589474"/>
                  <a:gd name="connsiteY120" fmla="*/ 2908440 h 4278408"/>
                  <a:gd name="connsiteX121" fmla="*/ 2403525 w 5589474"/>
                  <a:gd name="connsiteY121" fmla="*/ 2840528 h 4278408"/>
                  <a:gd name="connsiteX122" fmla="*/ 2477344 w 5589474"/>
                  <a:gd name="connsiteY122" fmla="*/ 2772615 h 4278408"/>
                  <a:gd name="connsiteX123" fmla="*/ 2548210 w 5589474"/>
                  <a:gd name="connsiteY123" fmla="*/ 2701750 h 4278408"/>
                  <a:gd name="connsiteX124" fmla="*/ 2616121 w 5589474"/>
                  <a:gd name="connsiteY124" fmla="*/ 2624979 h 4278408"/>
                  <a:gd name="connsiteX125" fmla="*/ 2686987 w 5589474"/>
                  <a:gd name="connsiteY125" fmla="*/ 2545255 h 4278408"/>
                  <a:gd name="connsiteX126" fmla="*/ 2754901 w 5589474"/>
                  <a:gd name="connsiteY126" fmla="*/ 2465530 h 4278408"/>
                  <a:gd name="connsiteX127" fmla="*/ 2819860 w 5589474"/>
                  <a:gd name="connsiteY127" fmla="*/ 2376949 h 4278408"/>
                  <a:gd name="connsiteX128" fmla="*/ 2887773 w 5589474"/>
                  <a:gd name="connsiteY128" fmla="*/ 2291321 h 4278408"/>
                  <a:gd name="connsiteX129" fmla="*/ 2949781 w 5589474"/>
                  <a:gd name="connsiteY129" fmla="*/ 2196833 h 4278408"/>
                  <a:gd name="connsiteX130" fmla="*/ 3011788 w 5589474"/>
                  <a:gd name="connsiteY130" fmla="*/ 2102346 h 4278408"/>
                  <a:gd name="connsiteX131" fmla="*/ 3070842 w 5589474"/>
                  <a:gd name="connsiteY131" fmla="*/ 2004905 h 4278408"/>
                  <a:gd name="connsiteX132" fmla="*/ 3126944 w 5589474"/>
                  <a:gd name="connsiteY132" fmla="*/ 1901560 h 4278408"/>
                  <a:gd name="connsiteX133" fmla="*/ 3183045 w 5589474"/>
                  <a:gd name="connsiteY133" fmla="*/ 1795262 h 4278408"/>
                  <a:gd name="connsiteX134" fmla="*/ 3236195 w 5589474"/>
                  <a:gd name="connsiteY134" fmla="*/ 1680104 h 4278408"/>
                  <a:gd name="connsiteX135" fmla="*/ 3286393 w 5589474"/>
                  <a:gd name="connsiteY135" fmla="*/ 1567900 h 4278408"/>
                  <a:gd name="connsiteX136" fmla="*/ 3336587 w 5589474"/>
                  <a:gd name="connsiteY136" fmla="*/ 1449791 h 4278408"/>
                  <a:gd name="connsiteX137" fmla="*/ 3383832 w 5589474"/>
                  <a:gd name="connsiteY137" fmla="*/ 1328729 h 4278408"/>
                  <a:gd name="connsiteX138" fmla="*/ 3428123 w 5589474"/>
                  <a:gd name="connsiteY138" fmla="*/ 1201761 h 4278408"/>
                  <a:gd name="connsiteX139" fmla="*/ 3466508 w 5589474"/>
                  <a:gd name="connsiteY139" fmla="*/ 1071841 h 4278408"/>
                  <a:gd name="connsiteX140" fmla="*/ 3504894 w 5589474"/>
                  <a:gd name="connsiteY140" fmla="*/ 933064 h 4278408"/>
                  <a:gd name="connsiteX141" fmla="*/ 3540327 w 5589474"/>
                  <a:gd name="connsiteY141" fmla="*/ 794284 h 4278408"/>
                  <a:gd name="connsiteX142" fmla="*/ 3558043 w 5589474"/>
                  <a:gd name="connsiteY142" fmla="*/ 726372 h 4278408"/>
                  <a:gd name="connsiteX143" fmla="*/ 3584617 w 5589474"/>
                  <a:gd name="connsiteY143" fmla="*/ 643696 h 4278408"/>
                  <a:gd name="connsiteX144" fmla="*/ 3617098 w 5589474"/>
                  <a:gd name="connsiteY144" fmla="*/ 552161 h 4278408"/>
                  <a:gd name="connsiteX145" fmla="*/ 3661388 w 5589474"/>
                  <a:gd name="connsiteY145" fmla="*/ 454721 h 4278408"/>
                  <a:gd name="connsiteX146" fmla="*/ 3687964 w 5589474"/>
                  <a:gd name="connsiteY146" fmla="*/ 404524 h 4278408"/>
                  <a:gd name="connsiteX147" fmla="*/ 3714537 w 5589474"/>
                  <a:gd name="connsiteY147" fmla="*/ 357280 h 4278408"/>
                  <a:gd name="connsiteX148" fmla="*/ 3744065 w 5589474"/>
                  <a:gd name="connsiteY148" fmla="*/ 307084 h 4278408"/>
                  <a:gd name="connsiteX149" fmla="*/ 3776546 w 5589474"/>
                  <a:gd name="connsiteY149" fmla="*/ 259841 h 4278408"/>
                  <a:gd name="connsiteX150" fmla="*/ 3809024 w 5589474"/>
                  <a:gd name="connsiteY150" fmla="*/ 218502 h 4278408"/>
                  <a:gd name="connsiteX151" fmla="*/ 3850363 w 5589474"/>
                  <a:gd name="connsiteY151" fmla="*/ 177164 h 4278408"/>
                  <a:gd name="connsiteX152" fmla="*/ 3891701 w 5589474"/>
                  <a:gd name="connsiteY152" fmla="*/ 138777 h 4278408"/>
                  <a:gd name="connsiteX153" fmla="*/ 3933039 w 5589474"/>
                  <a:gd name="connsiteY153" fmla="*/ 100393 h 4278408"/>
                  <a:gd name="connsiteX154" fmla="*/ 3977331 w 5589474"/>
                  <a:gd name="connsiteY154" fmla="*/ 70866 h 4278408"/>
                  <a:gd name="connsiteX155" fmla="*/ 4027527 w 5589474"/>
                  <a:gd name="connsiteY155" fmla="*/ 47244 h 4278408"/>
                  <a:gd name="connsiteX156" fmla="*/ 4077724 w 5589474"/>
                  <a:gd name="connsiteY156" fmla="*/ 23622 h 4278408"/>
                  <a:gd name="connsiteX157" fmla="*/ 4130874 w 5589474"/>
                  <a:gd name="connsiteY157" fmla="*/ 11811 h 4278408"/>
                  <a:gd name="connsiteX158" fmla="*/ 4186974 w 5589474"/>
                  <a:gd name="connsiteY158" fmla="*/ 5906 h 4278408"/>
                  <a:gd name="connsiteX0" fmla="*/ 4246029 w 5589474"/>
                  <a:gd name="connsiteY0" fmla="*/ 0 h 4278408"/>
                  <a:gd name="connsiteX1" fmla="*/ 4310989 w 5589474"/>
                  <a:gd name="connsiteY1" fmla="*/ 8857 h 4278408"/>
                  <a:gd name="connsiteX2" fmla="*/ 4375949 w 5589474"/>
                  <a:gd name="connsiteY2" fmla="*/ 23622 h 4278408"/>
                  <a:gd name="connsiteX3" fmla="*/ 4446815 w 5589474"/>
                  <a:gd name="connsiteY3" fmla="*/ 47244 h 4278408"/>
                  <a:gd name="connsiteX4" fmla="*/ 4520635 w 5589474"/>
                  <a:gd name="connsiteY4" fmla="*/ 79723 h 4278408"/>
                  <a:gd name="connsiteX5" fmla="*/ 4597405 w 5589474"/>
                  <a:gd name="connsiteY5" fmla="*/ 124015 h 4278408"/>
                  <a:gd name="connsiteX6" fmla="*/ 4674177 w 5589474"/>
                  <a:gd name="connsiteY6" fmla="*/ 177164 h 4278408"/>
                  <a:gd name="connsiteX7" fmla="*/ 4756854 w 5589474"/>
                  <a:gd name="connsiteY7" fmla="*/ 242124 h 4278408"/>
                  <a:gd name="connsiteX8" fmla="*/ 4842482 w 5589474"/>
                  <a:gd name="connsiteY8" fmla="*/ 315941 h 4278408"/>
                  <a:gd name="connsiteX9" fmla="*/ 4934017 w 5589474"/>
                  <a:gd name="connsiteY9" fmla="*/ 404524 h 4278408"/>
                  <a:gd name="connsiteX10" fmla="*/ 5028504 w 5589474"/>
                  <a:gd name="connsiteY10" fmla="*/ 504916 h 4278408"/>
                  <a:gd name="connsiteX11" fmla="*/ 5131848 w 5589474"/>
                  <a:gd name="connsiteY11" fmla="*/ 626348 h 4278408"/>
                  <a:gd name="connsiteX12" fmla="*/ 5131263 w 5589474"/>
                  <a:gd name="connsiteY12" fmla="*/ 632975 h 4278408"/>
                  <a:gd name="connsiteX13" fmla="*/ 5170541 w 5589474"/>
                  <a:gd name="connsiteY13" fmla="*/ 674709 h 4278408"/>
                  <a:gd name="connsiteX14" fmla="*/ 5272472 w 5589474"/>
                  <a:gd name="connsiteY14" fmla="*/ 794479 h 4278408"/>
                  <a:gd name="connsiteX15" fmla="*/ 5343823 w 5589474"/>
                  <a:gd name="connsiteY15" fmla="*/ 878571 h 4278408"/>
                  <a:gd name="connsiteX16" fmla="*/ 5524620 w 5589474"/>
                  <a:gd name="connsiteY16" fmla="*/ 905541 h 4278408"/>
                  <a:gd name="connsiteX17" fmla="*/ 5514556 w 5589474"/>
                  <a:gd name="connsiteY17" fmla="*/ 1056950 h 4278408"/>
                  <a:gd name="connsiteX18" fmla="*/ 5560426 w 5589474"/>
                  <a:gd name="connsiteY18" fmla="*/ 1102820 h 4278408"/>
                  <a:gd name="connsiteX19" fmla="*/ 5589474 w 5589474"/>
                  <a:gd name="connsiteY19" fmla="*/ 1128811 h 4278408"/>
                  <a:gd name="connsiteX20" fmla="*/ 5501373 w 5589474"/>
                  <a:gd name="connsiteY20" fmla="*/ 1163468 h 4278408"/>
                  <a:gd name="connsiteX21" fmla="*/ 5452954 w 5589474"/>
                  <a:gd name="connsiteY21" fmla="*/ 1132889 h 4278408"/>
                  <a:gd name="connsiteX22" fmla="*/ 5407086 w 5589474"/>
                  <a:gd name="connsiteY22" fmla="*/ 1097213 h 4278408"/>
                  <a:gd name="connsiteX23" fmla="*/ 5320445 w 5589474"/>
                  <a:gd name="connsiteY23" fmla="*/ 1036054 h 4278408"/>
                  <a:gd name="connsiteX24" fmla="*/ 5251642 w 5589474"/>
                  <a:gd name="connsiteY24" fmla="*/ 974895 h 4278408"/>
                  <a:gd name="connsiteX25" fmla="*/ 5198128 w 5589474"/>
                  <a:gd name="connsiteY25" fmla="*/ 926478 h 4278408"/>
                  <a:gd name="connsiteX26" fmla="*/ 5152258 w 5589474"/>
                  <a:gd name="connsiteY26" fmla="*/ 880609 h 4278408"/>
                  <a:gd name="connsiteX27" fmla="*/ 5063069 w 5589474"/>
                  <a:gd name="connsiteY27" fmla="*/ 796516 h 4278408"/>
                  <a:gd name="connsiteX28" fmla="*/ 4981525 w 5589474"/>
                  <a:gd name="connsiteY28" fmla="*/ 727712 h 4278408"/>
                  <a:gd name="connsiteX29" fmla="*/ 4899980 w 5589474"/>
                  <a:gd name="connsiteY29" fmla="*/ 664006 h 4278408"/>
                  <a:gd name="connsiteX30" fmla="*/ 4826079 w 5589474"/>
                  <a:gd name="connsiteY30" fmla="*/ 613041 h 4278408"/>
                  <a:gd name="connsiteX31" fmla="*/ 4754728 w 5589474"/>
                  <a:gd name="connsiteY31" fmla="*/ 569719 h 4278408"/>
                  <a:gd name="connsiteX32" fmla="*/ 4685926 w 5589474"/>
                  <a:gd name="connsiteY32" fmla="*/ 534043 h 4278408"/>
                  <a:gd name="connsiteX33" fmla="*/ 4622218 w 5589474"/>
                  <a:gd name="connsiteY33" fmla="*/ 508561 h 4278408"/>
                  <a:gd name="connsiteX34" fmla="*/ 4558511 w 5589474"/>
                  <a:gd name="connsiteY34" fmla="*/ 488175 h 4278408"/>
                  <a:gd name="connsiteX35" fmla="*/ 4499900 w 5589474"/>
                  <a:gd name="connsiteY35" fmla="*/ 477981 h 4278408"/>
                  <a:gd name="connsiteX36" fmla="*/ 4446388 w 5589474"/>
                  <a:gd name="connsiteY36" fmla="*/ 470338 h 4278408"/>
                  <a:gd name="connsiteX37" fmla="*/ 4284127 w 5589474"/>
                  <a:gd name="connsiteY37" fmla="*/ 440084 h 4278408"/>
                  <a:gd name="connsiteX38" fmla="*/ 4225073 w 5589474"/>
                  <a:gd name="connsiteY38" fmla="*/ 440084 h 4278408"/>
                  <a:gd name="connsiteX39" fmla="*/ 4166018 w 5589474"/>
                  <a:gd name="connsiteY39" fmla="*/ 451895 h 4278408"/>
                  <a:gd name="connsiteX40" fmla="*/ 4112869 w 5589474"/>
                  <a:gd name="connsiteY40" fmla="*/ 463705 h 4278408"/>
                  <a:gd name="connsiteX41" fmla="*/ 4062672 w 5589474"/>
                  <a:gd name="connsiteY41" fmla="*/ 484373 h 4278408"/>
                  <a:gd name="connsiteX42" fmla="*/ 4018382 w 5589474"/>
                  <a:gd name="connsiteY42" fmla="*/ 507995 h 4278408"/>
                  <a:gd name="connsiteX43" fmla="*/ 3974090 w 5589474"/>
                  <a:gd name="connsiteY43" fmla="*/ 537523 h 4278408"/>
                  <a:gd name="connsiteX44" fmla="*/ 3929800 w 5589474"/>
                  <a:gd name="connsiteY44" fmla="*/ 570003 h 4278408"/>
                  <a:gd name="connsiteX45" fmla="*/ 3894367 w 5589474"/>
                  <a:gd name="connsiteY45" fmla="*/ 608388 h 4278408"/>
                  <a:gd name="connsiteX46" fmla="*/ 3861885 w 5589474"/>
                  <a:gd name="connsiteY46" fmla="*/ 646775 h 4278408"/>
                  <a:gd name="connsiteX47" fmla="*/ 3826453 w 5589474"/>
                  <a:gd name="connsiteY47" fmla="*/ 691065 h 4278408"/>
                  <a:gd name="connsiteX48" fmla="*/ 3796926 w 5589474"/>
                  <a:gd name="connsiteY48" fmla="*/ 735357 h 4278408"/>
                  <a:gd name="connsiteX49" fmla="*/ 3770351 w 5589474"/>
                  <a:gd name="connsiteY49" fmla="*/ 779646 h 4278408"/>
                  <a:gd name="connsiteX50" fmla="*/ 3743776 w 5589474"/>
                  <a:gd name="connsiteY50" fmla="*/ 826891 h 4278408"/>
                  <a:gd name="connsiteX51" fmla="*/ 3723109 w 5589474"/>
                  <a:gd name="connsiteY51" fmla="*/ 874134 h 4278408"/>
                  <a:gd name="connsiteX52" fmla="*/ 3684722 w 5589474"/>
                  <a:gd name="connsiteY52" fmla="*/ 968621 h 4278408"/>
                  <a:gd name="connsiteX53" fmla="*/ 3655194 w 5589474"/>
                  <a:gd name="connsiteY53" fmla="*/ 1057204 h 4278408"/>
                  <a:gd name="connsiteX54" fmla="*/ 3631573 w 5589474"/>
                  <a:gd name="connsiteY54" fmla="*/ 1136928 h 4278408"/>
                  <a:gd name="connsiteX55" fmla="*/ 3613856 w 5589474"/>
                  <a:gd name="connsiteY55" fmla="*/ 1207794 h 4278408"/>
                  <a:gd name="connsiteX56" fmla="*/ 3578424 w 5589474"/>
                  <a:gd name="connsiteY56" fmla="*/ 1346572 h 4278408"/>
                  <a:gd name="connsiteX57" fmla="*/ 3537085 w 5589474"/>
                  <a:gd name="connsiteY57" fmla="*/ 1482397 h 4278408"/>
                  <a:gd name="connsiteX58" fmla="*/ 3495747 w 5589474"/>
                  <a:gd name="connsiteY58" fmla="*/ 1612317 h 4278408"/>
                  <a:gd name="connsiteX59" fmla="*/ 3451457 w 5589474"/>
                  <a:gd name="connsiteY59" fmla="*/ 1736332 h 4278408"/>
                  <a:gd name="connsiteX60" fmla="*/ 3404213 w 5589474"/>
                  <a:gd name="connsiteY60" fmla="*/ 1860347 h 4278408"/>
                  <a:gd name="connsiteX61" fmla="*/ 3351063 w 5589474"/>
                  <a:gd name="connsiteY61" fmla="*/ 1981409 h 4278408"/>
                  <a:gd name="connsiteX62" fmla="*/ 3297914 w 5589474"/>
                  <a:gd name="connsiteY62" fmla="*/ 2093613 h 4278408"/>
                  <a:gd name="connsiteX63" fmla="*/ 3241812 w 5589474"/>
                  <a:gd name="connsiteY63" fmla="*/ 2208769 h 4278408"/>
                  <a:gd name="connsiteX64" fmla="*/ 3179806 w 5589474"/>
                  <a:gd name="connsiteY64" fmla="*/ 2315068 h 4278408"/>
                  <a:gd name="connsiteX65" fmla="*/ 3120751 w 5589474"/>
                  <a:gd name="connsiteY65" fmla="*/ 2418415 h 4278408"/>
                  <a:gd name="connsiteX66" fmla="*/ 3052837 w 5589474"/>
                  <a:gd name="connsiteY66" fmla="*/ 2518807 h 4278408"/>
                  <a:gd name="connsiteX67" fmla="*/ 2987877 w 5589474"/>
                  <a:gd name="connsiteY67" fmla="*/ 2613294 h 4278408"/>
                  <a:gd name="connsiteX68" fmla="*/ 2919965 w 5589474"/>
                  <a:gd name="connsiteY68" fmla="*/ 2707782 h 4278408"/>
                  <a:gd name="connsiteX69" fmla="*/ 2849100 w 5589474"/>
                  <a:gd name="connsiteY69" fmla="*/ 2793409 h 4278408"/>
                  <a:gd name="connsiteX70" fmla="*/ 2778234 w 5589474"/>
                  <a:gd name="connsiteY70" fmla="*/ 2881992 h 4278408"/>
                  <a:gd name="connsiteX71" fmla="*/ 2704415 w 5589474"/>
                  <a:gd name="connsiteY71" fmla="*/ 2964669 h 4278408"/>
                  <a:gd name="connsiteX72" fmla="*/ 2627644 w 5589474"/>
                  <a:gd name="connsiteY72" fmla="*/ 3044393 h 4278408"/>
                  <a:gd name="connsiteX73" fmla="*/ 2550872 w 5589474"/>
                  <a:gd name="connsiteY73" fmla="*/ 3121164 h 4278408"/>
                  <a:gd name="connsiteX74" fmla="*/ 2471150 w 5589474"/>
                  <a:gd name="connsiteY74" fmla="*/ 3194982 h 4278408"/>
                  <a:gd name="connsiteX75" fmla="*/ 2394379 w 5589474"/>
                  <a:gd name="connsiteY75" fmla="*/ 3262895 h 4278408"/>
                  <a:gd name="connsiteX76" fmla="*/ 2311703 w 5589474"/>
                  <a:gd name="connsiteY76" fmla="*/ 3330808 h 4278408"/>
                  <a:gd name="connsiteX77" fmla="*/ 2229026 w 5589474"/>
                  <a:gd name="connsiteY77" fmla="*/ 3395768 h 4278408"/>
                  <a:gd name="connsiteX78" fmla="*/ 2146350 w 5589474"/>
                  <a:gd name="connsiteY78" fmla="*/ 3457776 h 4278408"/>
                  <a:gd name="connsiteX79" fmla="*/ 2063673 w 5589474"/>
                  <a:gd name="connsiteY79" fmla="*/ 3513876 h 4278408"/>
                  <a:gd name="connsiteX80" fmla="*/ 1980996 w 5589474"/>
                  <a:gd name="connsiteY80" fmla="*/ 3569980 h 4278408"/>
                  <a:gd name="connsiteX81" fmla="*/ 1898321 w 5589474"/>
                  <a:gd name="connsiteY81" fmla="*/ 3623129 h 4278408"/>
                  <a:gd name="connsiteX82" fmla="*/ 1812689 w 5589474"/>
                  <a:gd name="connsiteY82" fmla="*/ 3673324 h 4278408"/>
                  <a:gd name="connsiteX83" fmla="*/ 1730014 w 5589474"/>
                  <a:gd name="connsiteY83" fmla="*/ 3723522 h 4278408"/>
                  <a:gd name="connsiteX84" fmla="*/ 1647337 w 5589474"/>
                  <a:gd name="connsiteY84" fmla="*/ 3770765 h 4278408"/>
                  <a:gd name="connsiteX85" fmla="*/ 1558754 w 5589474"/>
                  <a:gd name="connsiteY85" fmla="*/ 3815056 h 4278408"/>
                  <a:gd name="connsiteX86" fmla="*/ 1393401 w 5589474"/>
                  <a:gd name="connsiteY86" fmla="*/ 3894780 h 4278408"/>
                  <a:gd name="connsiteX87" fmla="*/ 1231003 w 5589474"/>
                  <a:gd name="connsiteY87" fmla="*/ 3965646 h 4278408"/>
                  <a:gd name="connsiteX88" fmla="*/ 1065649 w 5589474"/>
                  <a:gd name="connsiteY88" fmla="*/ 4024700 h 4278408"/>
                  <a:gd name="connsiteX89" fmla="*/ 909153 w 5589474"/>
                  <a:gd name="connsiteY89" fmla="*/ 4080802 h 4278408"/>
                  <a:gd name="connsiteX90" fmla="*/ 755612 w 5589474"/>
                  <a:gd name="connsiteY90" fmla="*/ 4128045 h 4278408"/>
                  <a:gd name="connsiteX91" fmla="*/ 610929 w 5589474"/>
                  <a:gd name="connsiteY91" fmla="*/ 4166432 h 4278408"/>
                  <a:gd name="connsiteX92" fmla="*/ 469197 w 5589474"/>
                  <a:gd name="connsiteY92" fmla="*/ 4204817 h 4278408"/>
                  <a:gd name="connsiteX93" fmla="*/ 339277 w 5589474"/>
                  <a:gd name="connsiteY93" fmla="*/ 4231392 h 4278408"/>
                  <a:gd name="connsiteX94" fmla="*/ 221168 w 5589474"/>
                  <a:gd name="connsiteY94" fmla="*/ 4255013 h 4278408"/>
                  <a:gd name="connsiteX95" fmla="*/ 106010 w 5589474"/>
                  <a:gd name="connsiteY95" fmla="*/ 4275681 h 4278408"/>
                  <a:gd name="connsiteX96" fmla="*/ 83516 w 5589474"/>
                  <a:gd name="connsiteY96" fmla="*/ 4278408 h 4278408"/>
                  <a:gd name="connsiteX97" fmla="*/ 0 w 5589474"/>
                  <a:gd name="connsiteY97" fmla="*/ 3859220 h 4278408"/>
                  <a:gd name="connsiteX98" fmla="*/ 32481 w 5589474"/>
                  <a:gd name="connsiteY98" fmla="*/ 3853314 h 4278408"/>
                  <a:gd name="connsiteX99" fmla="*/ 124015 w 5589474"/>
                  <a:gd name="connsiteY99" fmla="*/ 3847409 h 4278408"/>
                  <a:gd name="connsiteX100" fmla="*/ 265746 w 5589474"/>
                  <a:gd name="connsiteY100" fmla="*/ 3832646 h 4278408"/>
                  <a:gd name="connsiteX101" fmla="*/ 357282 w 5589474"/>
                  <a:gd name="connsiteY101" fmla="*/ 3817882 h 4278408"/>
                  <a:gd name="connsiteX102" fmla="*/ 454721 w 5589474"/>
                  <a:gd name="connsiteY102" fmla="*/ 3800165 h 4278408"/>
                  <a:gd name="connsiteX103" fmla="*/ 563973 w 5589474"/>
                  <a:gd name="connsiteY103" fmla="*/ 3782449 h 4278408"/>
                  <a:gd name="connsiteX104" fmla="*/ 679129 w 5589474"/>
                  <a:gd name="connsiteY104" fmla="*/ 3755875 h 4278408"/>
                  <a:gd name="connsiteX105" fmla="*/ 803144 w 5589474"/>
                  <a:gd name="connsiteY105" fmla="*/ 3720442 h 4278408"/>
                  <a:gd name="connsiteX106" fmla="*/ 933063 w 5589474"/>
                  <a:gd name="connsiteY106" fmla="*/ 3685010 h 4278408"/>
                  <a:gd name="connsiteX107" fmla="*/ 1068889 w 5589474"/>
                  <a:gd name="connsiteY107" fmla="*/ 3637767 h 4278408"/>
                  <a:gd name="connsiteX108" fmla="*/ 1210620 w 5589474"/>
                  <a:gd name="connsiteY108" fmla="*/ 3584617 h 4278408"/>
                  <a:gd name="connsiteX109" fmla="*/ 1358257 w 5589474"/>
                  <a:gd name="connsiteY109" fmla="*/ 3525563 h 4278408"/>
                  <a:gd name="connsiteX110" fmla="*/ 1502942 w 5589474"/>
                  <a:gd name="connsiteY110" fmla="*/ 3457649 h 4278408"/>
                  <a:gd name="connsiteX111" fmla="*/ 1653530 w 5589474"/>
                  <a:gd name="connsiteY111" fmla="*/ 3377926 h 4278408"/>
                  <a:gd name="connsiteX112" fmla="*/ 1730302 w 5589474"/>
                  <a:gd name="connsiteY112" fmla="*/ 3336587 h 4278408"/>
                  <a:gd name="connsiteX113" fmla="*/ 1807072 w 5589474"/>
                  <a:gd name="connsiteY113" fmla="*/ 3292296 h 4278408"/>
                  <a:gd name="connsiteX114" fmla="*/ 1880892 w 5589474"/>
                  <a:gd name="connsiteY114" fmla="*/ 3245051 h 4278408"/>
                  <a:gd name="connsiteX115" fmla="*/ 1957663 w 5589474"/>
                  <a:gd name="connsiteY115" fmla="*/ 3197808 h 4278408"/>
                  <a:gd name="connsiteX116" fmla="*/ 2034434 w 5589474"/>
                  <a:gd name="connsiteY116" fmla="*/ 3144659 h 4278408"/>
                  <a:gd name="connsiteX117" fmla="*/ 2108252 w 5589474"/>
                  <a:gd name="connsiteY117" fmla="*/ 3088557 h 4278408"/>
                  <a:gd name="connsiteX118" fmla="*/ 2185022 w 5589474"/>
                  <a:gd name="connsiteY118" fmla="*/ 3032455 h 4278408"/>
                  <a:gd name="connsiteX119" fmla="*/ 2255888 w 5589474"/>
                  <a:gd name="connsiteY119" fmla="*/ 2970449 h 4278408"/>
                  <a:gd name="connsiteX120" fmla="*/ 2329707 w 5589474"/>
                  <a:gd name="connsiteY120" fmla="*/ 2908440 h 4278408"/>
                  <a:gd name="connsiteX121" fmla="*/ 2403525 w 5589474"/>
                  <a:gd name="connsiteY121" fmla="*/ 2840528 h 4278408"/>
                  <a:gd name="connsiteX122" fmla="*/ 2477344 w 5589474"/>
                  <a:gd name="connsiteY122" fmla="*/ 2772615 h 4278408"/>
                  <a:gd name="connsiteX123" fmla="*/ 2548210 w 5589474"/>
                  <a:gd name="connsiteY123" fmla="*/ 2701750 h 4278408"/>
                  <a:gd name="connsiteX124" fmla="*/ 2616121 w 5589474"/>
                  <a:gd name="connsiteY124" fmla="*/ 2624979 h 4278408"/>
                  <a:gd name="connsiteX125" fmla="*/ 2686987 w 5589474"/>
                  <a:gd name="connsiteY125" fmla="*/ 2545255 h 4278408"/>
                  <a:gd name="connsiteX126" fmla="*/ 2754901 w 5589474"/>
                  <a:gd name="connsiteY126" fmla="*/ 2465530 h 4278408"/>
                  <a:gd name="connsiteX127" fmla="*/ 2819860 w 5589474"/>
                  <a:gd name="connsiteY127" fmla="*/ 2376949 h 4278408"/>
                  <a:gd name="connsiteX128" fmla="*/ 2887773 w 5589474"/>
                  <a:gd name="connsiteY128" fmla="*/ 2291321 h 4278408"/>
                  <a:gd name="connsiteX129" fmla="*/ 2949781 w 5589474"/>
                  <a:gd name="connsiteY129" fmla="*/ 2196833 h 4278408"/>
                  <a:gd name="connsiteX130" fmla="*/ 3011788 w 5589474"/>
                  <a:gd name="connsiteY130" fmla="*/ 2102346 h 4278408"/>
                  <a:gd name="connsiteX131" fmla="*/ 3070842 w 5589474"/>
                  <a:gd name="connsiteY131" fmla="*/ 2004905 h 4278408"/>
                  <a:gd name="connsiteX132" fmla="*/ 3126944 w 5589474"/>
                  <a:gd name="connsiteY132" fmla="*/ 1901560 h 4278408"/>
                  <a:gd name="connsiteX133" fmla="*/ 3183045 w 5589474"/>
                  <a:gd name="connsiteY133" fmla="*/ 1795262 h 4278408"/>
                  <a:gd name="connsiteX134" fmla="*/ 3236195 w 5589474"/>
                  <a:gd name="connsiteY134" fmla="*/ 1680104 h 4278408"/>
                  <a:gd name="connsiteX135" fmla="*/ 3286393 w 5589474"/>
                  <a:gd name="connsiteY135" fmla="*/ 1567900 h 4278408"/>
                  <a:gd name="connsiteX136" fmla="*/ 3336587 w 5589474"/>
                  <a:gd name="connsiteY136" fmla="*/ 1449791 h 4278408"/>
                  <a:gd name="connsiteX137" fmla="*/ 3383832 w 5589474"/>
                  <a:gd name="connsiteY137" fmla="*/ 1328729 h 4278408"/>
                  <a:gd name="connsiteX138" fmla="*/ 3428123 w 5589474"/>
                  <a:gd name="connsiteY138" fmla="*/ 1201761 h 4278408"/>
                  <a:gd name="connsiteX139" fmla="*/ 3466508 w 5589474"/>
                  <a:gd name="connsiteY139" fmla="*/ 1071841 h 4278408"/>
                  <a:gd name="connsiteX140" fmla="*/ 3504894 w 5589474"/>
                  <a:gd name="connsiteY140" fmla="*/ 933064 h 4278408"/>
                  <a:gd name="connsiteX141" fmla="*/ 3540327 w 5589474"/>
                  <a:gd name="connsiteY141" fmla="*/ 794284 h 4278408"/>
                  <a:gd name="connsiteX142" fmla="*/ 3558043 w 5589474"/>
                  <a:gd name="connsiteY142" fmla="*/ 726372 h 4278408"/>
                  <a:gd name="connsiteX143" fmla="*/ 3584617 w 5589474"/>
                  <a:gd name="connsiteY143" fmla="*/ 643696 h 4278408"/>
                  <a:gd name="connsiteX144" fmla="*/ 3617098 w 5589474"/>
                  <a:gd name="connsiteY144" fmla="*/ 552161 h 4278408"/>
                  <a:gd name="connsiteX145" fmla="*/ 3661388 w 5589474"/>
                  <a:gd name="connsiteY145" fmla="*/ 454721 h 4278408"/>
                  <a:gd name="connsiteX146" fmla="*/ 3687964 w 5589474"/>
                  <a:gd name="connsiteY146" fmla="*/ 404524 h 4278408"/>
                  <a:gd name="connsiteX147" fmla="*/ 3714537 w 5589474"/>
                  <a:gd name="connsiteY147" fmla="*/ 357280 h 4278408"/>
                  <a:gd name="connsiteX148" fmla="*/ 3744065 w 5589474"/>
                  <a:gd name="connsiteY148" fmla="*/ 307084 h 4278408"/>
                  <a:gd name="connsiteX149" fmla="*/ 3776546 w 5589474"/>
                  <a:gd name="connsiteY149" fmla="*/ 259841 h 4278408"/>
                  <a:gd name="connsiteX150" fmla="*/ 3809024 w 5589474"/>
                  <a:gd name="connsiteY150" fmla="*/ 218502 h 4278408"/>
                  <a:gd name="connsiteX151" fmla="*/ 3850363 w 5589474"/>
                  <a:gd name="connsiteY151" fmla="*/ 177164 h 4278408"/>
                  <a:gd name="connsiteX152" fmla="*/ 3891701 w 5589474"/>
                  <a:gd name="connsiteY152" fmla="*/ 138777 h 4278408"/>
                  <a:gd name="connsiteX153" fmla="*/ 3933039 w 5589474"/>
                  <a:gd name="connsiteY153" fmla="*/ 100393 h 4278408"/>
                  <a:gd name="connsiteX154" fmla="*/ 3977331 w 5589474"/>
                  <a:gd name="connsiteY154" fmla="*/ 70866 h 4278408"/>
                  <a:gd name="connsiteX155" fmla="*/ 4027527 w 5589474"/>
                  <a:gd name="connsiteY155" fmla="*/ 47244 h 4278408"/>
                  <a:gd name="connsiteX156" fmla="*/ 4077724 w 5589474"/>
                  <a:gd name="connsiteY156" fmla="*/ 23622 h 4278408"/>
                  <a:gd name="connsiteX157" fmla="*/ 4130874 w 5589474"/>
                  <a:gd name="connsiteY157" fmla="*/ 11811 h 4278408"/>
                  <a:gd name="connsiteX158" fmla="*/ 4186974 w 5589474"/>
                  <a:gd name="connsiteY158" fmla="*/ 5906 h 4278408"/>
                  <a:gd name="connsiteX159" fmla="*/ 4246029 w 5589474"/>
                  <a:gd name="connsiteY159" fmla="*/ 0 h 4278408"/>
                  <a:gd name="connsiteX0" fmla="*/ 4246029 w 5611815"/>
                  <a:gd name="connsiteY0" fmla="*/ 0 h 4278408"/>
                  <a:gd name="connsiteX1" fmla="*/ 4310989 w 5611815"/>
                  <a:gd name="connsiteY1" fmla="*/ 8857 h 4278408"/>
                  <a:gd name="connsiteX2" fmla="*/ 4375949 w 5611815"/>
                  <a:gd name="connsiteY2" fmla="*/ 23622 h 4278408"/>
                  <a:gd name="connsiteX3" fmla="*/ 4446815 w 5611815"/>
                  <a:gd name="connsiteY3" fmla="*/ 47244 h 4278408"/>
                  <a:gd name="connsiteX4" fmla="*/ 4520635 w 5611815"/>
                  <a:gd name="connsiteY4" fmla="*/ 79723 h 4278408"/>
                  <a:gd name="connsiteX5" fmla="*/ 4597405 w 5611815"/>
                  <a:gd name="connsiteY5" fmla="*/ 124015 h 4278408"/>
                  <a:gd name="connsiteX6" fmla="*/ 4674177 w 5611815"/>
                  <a:gd name="connsiteY6" fmla="*/ 177164 h 4278408"/>
                  <a:gd name="connsiteX7" fmla="*/ 4756854 w 5611815"/>
                  <a:gd name="connsiteY7" fmla="*/ 242124 h 4278408"/>
                  <a:gd name="connsiteX8" fmla="*/ 4842482 w 5611815"/>
                  <a:gd name="connsiteY8" fmla="*/ 315941 h 4278408"/>
                  <a:gd name="connsiteX9" fmla="*/ 4934017 w 5611815"/>
                  <a:gd name="connsiteY9" fmla="*/ 404524 h 4278408"/>
                  <a:gd name="connsiteX10" fmla="*/ 5028504 w 5611815"/>
                  <a:gd name="connsiteY10" fmla="*/ 504916 h 4278408"/>
                  <a:gd name="connsiteX11" fmla="*/ 5131848 w 5611815"/>
                  <a:gd name="connsiteY11" fmla="*/ 626348 h 4278408"/>
                  <a:gd name="connsiteX12" fmla="*/ 5131263 w 5611815"/>
                  <a:gd name="connsiteY12" fmla="*/ 632975 h 4278408"/>
                  <a:gd name="connsiteX13" fmla="*/ 5170541 w 5611815"/>
                  <a:gd name="connsiteY13" fmla="*/ 674709 h 4278408"/>
                  <a:gd name="connsiteX14" fmla="*/ 5272472 w 5611815"/>
                  <a:gd name="connsiteY14" fmla="*/ 794479 h 4278408"/>
                  <a:gd name="connsiteX15" fmla="*/ 5343823 w 5611815"/>
                  <a:gd name="connsiteY15" fmla="*/ 878571 h 4278408"/>
                  <a:gd name="connsiteX16" fmla="*/ 5524620 w 5611815"/>
                  <a:gd name="connsiteY16" fmla="*/ 905541 h 4278408"/>
                  <a:gd name="connsiteX17" fmla="*/ 5611815 w 5611815"/>
                  <a:gd name="connsiteY17" fmla="*/ 1023629 h 4278408"/>
                  <a:gd name="connsiteX18" fmla="*/ 5560426 w 5611815"/>
                  <a:gd name="connsiteY18" fmla="*/ 1102820 h 4278408"/>
                  <a:gd name="connsiteX19" fmla="*/ 5589474 w 5611815"/>
                  <a:gd name="connsiteY19" fmla="*/ 1128811 h 4278408"/>
                  <a:gd name="connsiteX20" fmla="*/ 5501373 w 5611815"/>
                  <a:gd name="connsiteY20" fmla="*/ 1163468 h 4278408"/>
                  <a:gd name="connsiteX21" fmla="*/ 5452954 w 5611815"/>
                  <a:gd name="connsiteY21" fmla="*/ 1132889 h 4278408"/>
                  <a:gd name="connsiteX22" fmla="*/ 5407086 w 5611815"/>
                  <a:gd name="connsiteY22" fmla="*/ 1097213 h 4278408"/>
                  <a:gd name="connsiteX23" fmla="*/ 5320445 w 5611815"/>
                  <a:gd name="connsiteY23" fmla="*/ 1036054 h 4278408"/>
                  <a:gd name="connsiteX24" fmla="*/ 5251642 w 5611815"/>
                  <a:gd name="connsiteY24" fmla="*/ 974895 h 4278408"/>
                  <a:gd name="connsiteX25" fmla="*/ 5198128 w 5611815"/>
                  <a:gd name="connsiteY25" fmla="*/ 926478 h 4278408"/>
                  <a:gd name="connsiteX26" fmla="*/ 5152258 w 5611815"/>
                  <a:gd name="connsiteY26" fmla="*/ 880609 h 4278408"/>
                  <a:gd name="connsiteX27" fmla="*/ 5063069 w 5611815"/>
                  <a:gd name="connsiteY27" fmla="*/ 796516 h 4278408"/>
                  <a:gd name="connsiteX28" fmla="*/ 4981525 w 5611815"/>
                  <a:gd name="connsiteY28" fmla="*/ 727712 h 4278408"/>
                  <a:gd name="connsiteX29" fmla="*/ 4899980 w 5611815"/>
                  <a:gd name="connsiteY29" fmla="*/ 664006 h 4278408"/>
                  <a:gd name="connsiteX30" fmla="*/ 4826079 w 5611815"/>
                  <a:gd name="connsiteY30" fmla="*/ 613041 h 4278408"/>
                  <a:gd name="connsiteX31" fmla="*/ 4754728 w 5611815"/>
                  <a:gd name="connsiteY31" fmla="*/ 569719 h 4278408"/>
                  <a:gd name="connsiteX32" fmla="*/ 4685926 w 5611815"/>
                  <a:gd name="connsiteY32" fmla="*/ 534043 h 4278408"/>
                  <a:gd name="connsiteX33" fmla="*/ 4622218 w 5611815"/>
                  <a:gd name="connsiteY33" fmla="*/ 508561 h 4278408"/>
                  <a:gd name="connsiteX34" fmla="*/ 4558511 w 5611815"/>
                  <a:gd name="connsiteY34" fmla="*/ 488175 h 4278408"/>
                  <a:gd name="connsiteX35" fmla="*/ 4499900 w 5611815"/>
                  <a:gd name="connsiteY35" fmla="*/ 477981 h 4278408"/>
                  <a:gd name="connsiteX36" fmla="*/ 4446388 w 5611815"/>
                  <a:gd name="connsiteY36" fmla="*/ 470338 h 4278408"/>
                  <a:gd name="connsiteX37" fmla="*/ 4284127 w 5611815"/>
                  <a:gd name="connsiteY37" fmla="*/ 440084 h 4278408"/>
                  <a:gd name="connsiteX38" fmla="*/ 4225073 w 5611815"/>
                  <a:gd name="connsiteY38" fmla="*/ 440084 h 4278408"/>
                  <a:gd name="connsiteX39" fmla="*/ 4166018 w 5611815"/>
                  <a:gd name="connsiteY39" fmla="*/ 451895 h 4278408"/>
                  <a:gd name="connsiteX40" fmla="*/ 4112869 w 5611815"/>
                  <a:gd name="connsiteY40" fmla="*/ 463705 h 4278408"/>
                  <a:gd name="connsiteX41" fmla="*/ 4062672 w 5611815"/>
                  <a:gd name="connsiteY41" fmla="*/ 484373 h 4278408"/>
                  <a:gd name="connsiteX42" fmla="*/ 4018382 w 5611815"/>
                  <a:gd name="connsiteY42" fmla="*/ 507995 h 4278408"/>
                  <a:gd name="connsiteX43" fmla="*/ 3974090 w 5611815"/>
                  <a:gd name="connsiteY43" fmla="*/ 537523 h 4278408"/>
                  <a:gd name="connsiteX44" fmla="*/ 3929800 w 5611815"/>
                  <a:gd name="connsiteY44" fmla="*/ 570003 h 4278408"/>
                  <a:gd name="connsiteX45" fmla="*/ 3894367 w 5611815"/>
                  <a:gd name="connsiteY45" fmla="*/ 608388 h 4278408"/>
                  <a:gd name="connsiteX46" fmla="*/ 3861885 w 5611815"/>
                  <a:gd name="connsiteY46" fmla="*/ 646775 h 4278408"/>
                  <a:gd name="connsiteX47" fmla="*/ 3826453 w 5611815"/>
                  <a:gd name="connsiteY47" fmla="*/ 691065 h 4278408"/>
                  <a:gd name="connsiteX48" fmla="*/ 3796926 w 5611815"/>
                  <a:gd name="connsiteY48" fmla="*/ 735357 h 4278408"/>
                  <a:gd name="connsiteX49" fmla="*/ 3770351 w 5611815"/>
                  <a:gd name="connsiteY49" fmla="*/ 779646 h 4278408"/>
                  <a:gd name="connsiteX50" fmla="*/ 3743776 w 5611815"/>
                  <a:gd name="connsiteY50" fmla="*/ 826891 h 4278408"/>
                  <a:gd name="connsiteX51" fmla="*/ 3723109 w 5611815"/>
                  <a:gd name="connsiteY51" fmla="*/ 874134 h 4278408"/>
                  <a:gd name="connsiteX52" fmla="*/ 3684722 w 5611815"/>
                  <a:gd name="connsiteY52" fmla="*/ 968621 h 4278408"/>
                  <a:gd name="connsiteX53" fmla="*/ 3655194 w 5611815"/>
                  <a:gd name="connsiteY53" fmla="*/ 1057204 h 4278408"/>
                  <a:gd name="connsiteX54" fmla="*/ 3631573 w 5611815"/>
                  <a:gd name="connsiteY54" fmla="*/ 1136928 h 4278408"/>
                  <a:gd name="connsiteX55" fmla="*/ 3613856 w 5611815"/>
                  <a:gd name="connsiteY55" fmla="*/ 1207794 h 4278408"/>
                  <a:gd name="connsiteX56" fmla="*/ 3578424 w 5611815"/>
                  <a:gd name="connsiteY56" fmla="*/ 1346572 h 4278408"/>
                  <a:gd name="connsiteX57" fmla="*/ 3537085 w 5611815"/>
                  <a:gd name="connsiteY57" fmla="*/ 1482397 h 4278408"/>
                  <a:gd name="connsiteX58" fmla="*/ 3495747 w 5611815"/>
                  <a:gd name="connsiteY58" fmla="*/ 1612317 h 4278408"/>
                  <a:gd name="connsiteX59" fmla="*/ 3451457 w 5611815"/>
                  <a:gd name="connsiteY59" fmla="*/ 1736332 h 4278408"/>
                  <a:gd name="connsiteX60" fmla="*/ 3404213 w 5611815"/>
                  <a:gd name="connsiteY60" fmla="*/ 1860347 h 4278408"/>
                  <a:gd name="connsiteX61" fmla="*/ 3351063 w 5611815"/>
                  <a:gd name="connsiteY61" fmla="*/ 1981409 h 4278408"/>
                  <a:gd name="connsiteX62" fmla="*/ 3297914 w 5611815"/>
                  <a:gd name="connsiteY62" fmla="*/ 2093613 h 4278408"/>
                  <a:gd name="connsiteX63" fmla="*/ 3241812 w 5611815"/>
                  <a:gd name="connsiteY63" fmla="*/ 2208769 h 4278408"/>
                  <a:gd name="connsiteX64" fmla="*/ 3179806 w 5611815"/>
                  <a:gd name="connsiteY64" fmla="*/ 2315068 h 4278408"/>
                  <a:gd name="connsiteX65" fmla="*/ 3120751 w 5611815"/>
                  <a:gd name="connsiteY65" fmla="*/ 2418415 h 4278408"/>
                  <a:gd name="connsiteX66" fmla="*/ 3052837 w 5611815"/>
                  <a:gd name="connsiteY66" fmla="*/ 2518807 h 4278408"/>
                  <a:gd name="connsiteX67" fmla="*/ 2987877 w 5611815"/>
                  <a:gd name="connsiteY67" fmla="*/ 2613294 h 4278408"/>
                  <a:gd name="connsiteX68" fmla="*/ 2919965 w 5611815"/>
                  <a:gd name="connsiteY68" fmla="*/ 2707782 h 4278408"/>
                  <a:gd name="connsiteX69" fmla="*/ 2849100 w 5611815"/>
                  <a:gd name="connsiteY69" fmla="*/ 2793409 h 4278408"/>
                  <a:gd name="connsiteX70" fmla="*/ 2778234 w 5611815"/>
                  <a:gd name="connsiteY70" fmla="*/ 2881992 h 4278408"/>
                  <a:gd name="connsiteX71" fmla="*/ 2704415 w 5611815"/>
                  <a:gd name="connsiteY71" fmla="*/ 2964669 h 4278408"/>
                  <a:gd name="connsiteX72" fmla="*/ 2627644 w 5611815"/>
                  <a:gd name="connsiteY72" fmla="*/ 3044393 h 4278408"/>
                  <a:gd name="connsiteX73" fmla="*/ 2550872 w 5611815"/>
                  <a:gd name="connsiteY73" fmla="*/ 3121164 h 4278408"/>
                  <a:gd name="connsiteX74" fmla="*/ 2471150 w 5611815"/>
                  <a:gd name="connsiteY74" fmla="*/ 3194982 h 4278408"/>
                  <a:gd name="connsiteX75" fmla="*/ 2394379 w 5611815"/>
                  <a:gd name="connsiteY75" fmla="*/ 3262895 h 4278408"/>
                  <a:gd name="connsiteX76" fmla="*/ 2311703 w 5611815"/>
                  <a:gd name="connsiteY76" fmla="*/ 3330808 h 4278408"/>
                  <a:gd name="connsiteX77" fmla="*/ 2229026 w 5611815"/>
                  <a:gd name="connsiteY77" fmla="*/ 3395768 h 4278408"/>
                  <a:gd name="connsiteX78" fmla="*/ 2146350 w 5611815"/>
                  <a:gd name="connsiteY78" fmla="*/ 3457776 h 4278408"/>
                  <a:gd name="connsiteX79" fmla="*/ 2063673 w 5611815"/>
                  <a:gd name="connsiteY79" fmla="*/ 3513876 h 4278408"/>
                  <a:gd name="connsiteX80" fmla="*/ 1980996 w 5611815"/>
                  <a:gd name="connsiteY80" fmla="*/ 3569980 h 4278408"/>
                  <a:gd name="connsiteX81" fmla="*/ 1898321 w 5611815"/>
                  <a:gd name="connsiteY81" fmla="*/ 3623129 h 4278408"/>
                  <a:gd name="connsiteX82" fmla="*/ 1812689 w 5611815"/>
                  <a:gd name="connsiteY82" fmla="*/ 3673324 h 4278408"/>
                  <a:gd name="connsiteX83" fmla="*/ 1730014 w 5611815"/>
                  <a:gd name="connsiteY83" fmla="*/ 3723522 h 4278408"/>
                  <a:gd name="connsiteX84" fmla="*/ 1647337 w 5611815"/>
                  <a:gd name="connsiteY84" fmla="*/ 3770765 h 4278408"/>
                  <a:gd name="connsiteX85" fmla="*/ 1558754 w 5611815"/>
                  <a:gd name="connsiteY85" fmla="*/ 3815056 h 4278408"/>
                  <a:gd name="connsiteX86" fmla="*/ 1393401 w 5611815"/>
                  <a:gd name="connsiteY86" fmla="*/ 3894780 h 4278408"/>
                  <a:gd name="connsiteX87" fmla="*/ 1231003 w 5611815"/>
                  <a:gd name="connsiteY87" fmla="*/ 3965646 h 4278408"/>
                  <a:gd name="connsiteX88" fmla="*/ 1065649 w 5611815"/>
                  <a:gd name="connsiteY88" fmla="*/ 4024700 h 4278408"/>
                  <a:gd name="connsiteX89" fmla="*/ 909153 w 5611815"/>
                  <a:gd name="connsiteY89" fmla="*/ 4080802 h 4278408"/>
                  <a:gd name="connsiteX90" fmla="*/ 755612 w 5611815"/>
                  <a:gd name="connsiteY90" fmla="*/ 4128045 h 4278408"/>
                  <a:gd name="connsiteX91" fmla="*/ 610929 w 5611815"/>
                  <a:gd name="connsiteY91" fmla="*/ 4166432 h 4278408"/>
                  <a:gd name="connsiteX92" fmla="*/ 469197 w 5611815"/>
                  <a:gd name="connsiteY92" fmla="*/ 4204817 h 4278408"/>
                  <a:gd name="connsiteX93" fmla="*/ 339277 w 5611815"/>
                  <a:gd name="connsiteY93" fmla="*/ 4231392 h 4278408"/>
                  <a:gd name="connsiteX94" fmla="*/ 221168 w 5611815"/>
                  <a:gd name="connsiteY94" fmla="*/ 4255013 h 4278408"/>
                  <a:gd name="connsiteX95" fmla="*/ 106010 w 5611815"/>
                  <a:gd name="connsiteY95" fmla="*/ 4275681 h 4278408"/>
                  <a:gd name="connsiteX96" fmla="*/ 83516 w 5611815"/>
                  <a:gd name="connsiteY96" fmla="*/ 4278408 h 4278408"/>
                  <a:gd name="connsiteX97" fmla="*/ 0 w 5611815"/>
                  <a:gd name="connsiteY97" fmla="*/ 3859220 h 4278408"/>
                  <a:gd name="connsiteX98" fmla="*/ 32481 w 5611815"/>
                  <a:gd name="connsiteY98" fmla="*/ 3853314 h 4278408"/>
                  <a:gd name="connsiteX99" fmla="*/ 124015 w 5611815"/>
                  <a:gd name="connsiteY99" fmla="*/ 3847409 h 4278408"/>
                  <a:gd name="connsiteX100" fmla="*/ 265746 w 5611815"/>
                  <a:gd name="connsiteY100" fmla="*/ 3832646 h 4278408"/>
                  <a:gd name="connsiteX101" fmla="*/ 357282 w 5611815"/>
                  <a:gd name="connsiteY101" fmla="*/ 3817882 h 4278408"/>
                  <a:gd name="connsiteX102" fmla="*/ 454721 w 5611815"/>
                  <a:gd name="connsiteY102" fmla="*/ 3800165 h 4278408"/>
                  <a:gd name="connsiteX103" fmla="*/ 563973 w 5611815"/>
                  <a:gd name="connsiteY103" fmla="*/ 3782449 h 4278408"/>
                  <a:gd name="connsiteX104" fmla="*/ 679129 w 5611815"/>
                  <a:gd name="connsiteY104" fmla="*/ 3755875 h 4278408"/>
                  <a:gd name="connsiteX105" fmla="*/ 803144 w 5611815"/>
                  <a:gd name="connsiteY105" fmla="*/ 3720442 h 4278408"/>
                  <a:gd name="connsiteX106" fmla="*/ 933063 w 5611815"/>
                  <a:gd name="connsiteY106" fmla="*/ 3685010 h 4278408"/>
                  <a:gd name="connsiteX107" fmla="*/ 1068889 w 5611815"/>
                  <a:gd name="connsiteY107" fmla="*/ 3637767 h 4278408"/>
                  <a:gd name="connsiteX108" fmla="*/ 1210620 w 5611815"/>
                  <a:gd name="connsiteY108" fmla="*/ 3584617 h 4278408"/>
                  <a:gd name="connsiteX109" fmla="*/ 1358257 w 5611815"/>
                  <a:gd name="connsiteY109" fmla="*/ 3525563 h 4278408"/>
                  <a:gd name="connsiteX110" fmla="*/ 1502942 w 5611815"/>
                  <a:gd name="connsiteY110" fmla="*/ 3457649 h 4278408"/>
                  <a:gd name="connsiteX111" fmla="*/ 1653530 w 5611815"/>
                  <a:gd name="connsiteY111" fmla="*/ 3377926 h 4278408"/>
                  <a:gd name="connsiteX112" fmla="*/ 1730302 w 5611815"/>
                  <a:gd name="connsiteY112" fmla="*/ 3336587 h 4278408"/>
                  <a:gd name="connsiteX113" fmla="*/ 1807072 w 5611815"/>
                  <a:gd name="connsiteY113" fmla="*/ 3292296 h 4278408"/>
                  <a:gd name="connsiteX114" fmla="*/ 1880892 w 5611815"/>
                  <a:gd name="connsiteY114" fmla="*/ 3245051 h 4278408"/>
                  <a:gd name="connsiteX115" fmla="*/ 1957663 w 5611815"/>
                  <a:gd name="connsiteY115" fmla="*/ 3197808 h 4278408"/>
                  <a:gd name="connsiteX116" fmla="*/ 2034434 w 5611815"/>
                  <a:gd name="connsiteY116" fmla="*/ 3144659 h 4278408"/>
                  <a:gd name="connsiteX117" fmla="*/ 2108252 w 5611815"/>
                  <a:gd name="connsiteY117" fmla="*/ 3088557 h 4278408"/>
                  <a:gd name="connsiteX118" fmla="*/ 2185022 w 5611815"/>
                  <a:gd name="connsiteY118" fmla="*/ 3032455 h 4278408"/>
                  <a:gd name="connsiteX119" fmla="*/ 2255888 w 5611815"/>
                  <a:gd name="connsiteY119" fmla="*/ 2970449 h 4278408"/>
                  <a:gd name="connsiteX120" fmla="*/ 2329707 w 5611815"/>
                  <a:gd name="connsiteY120" fmla="*/ 2908440 h 4278408"/>
                  <a:gd name="connsiteX121" fmla="*/ 2403525 w 5611815"/>
                  <a:gd name="connsiteY121" fmla="*/ 2840528 h 4278408"/>
                  <a:gd name="connsiteX122" fmla="*/ 2477344 w 5611815"/>
                  <a:gd name="connsiteY122" fmla="*/ 2772615 h 4278408"/>
                  <a:gd name="connsiteX123" fmla="*/ 2548210 w 5611815"/>
                  <a:gd name="connsiteY123" fmla="*/ 2701750 h 4278408"/>
                  <a:gd name="connsiteX124" fmla="*/ 2616121 w 5611815"/>
                  <a:gd name="connsiteY124" fmla="*/ 2624979 h 4278408"/>
                  <a:gd name="connsiteX125" fmla="*/ 2686987 w 5611815"/>
                  <a:gd name="connsiteY125" fmla="*/ 2545255 h 4278408"/>
                  <a:gd name="connsiteX126" fmla="*/ 2754901 w 5611815"/>
                  <a:gd name="connsiteY126" fmla="*/ 2465530 h 4278408"/>
                  <a:gd name="connsiteX127" fmla="*/ 2819860 w 5611815"/>
                  <a:gd name="connsiteY127" fmla="*/ 2376949 h 4278408"/>
                  <a:gd name="connsiteX128" fmla="*/ 2887773 w 5611815"/>
                  <a:gd name="connsiteY128" fmla="*/ 2291321 h 4278408"/>
                  <a:gd name="connsiteX129" fmla="*/ 2949781 w 5611815"/>
                  <a:gd name="connsiteY129" fmla="*/ 2196833 h 4278408"/>
                  <a:gd name="connsiteX130" fmla="*/ 3011788 w 5611815"/>
                  <a:gd name="connsiteY130" fmla="*/ 2102346 h 4278408"/>
                  <a:gd name="connsiteX131" fmla="*/ 3070842 w 5611815"/>
                  <a:gd name="connsiteY131" fmla="*/ 2004905 h 4278408"/>
                  <a:gd name="connsiteX132" fmla="*/ 3126944 w 5611815"/>
                  <a:gd name="connsiteY132" fmla="*/ 1901560 h 4278408"/>
                  <a:gd name="connsiteX133" fmla="*/ 3183045 w 5611815"/>
                  <a:gd name="connsiteY133" fmla="*/ 1795262 h 4278408"/>
                  <a:gd name="connsiteX134" fmla="*/ 3236195 w 5611815"/>
                  <a:gd name="connsiteY134" fmla="*/ 1680104 h 4278408"/>
                  <a:gd name="connsiteX135" fmla="*/ 3286393 w 5611815"/>
                  <a:gd name="connsiteY135" fmla="*/ 1567900 h 4278408"/>
                  <a:gd name="connsiteX136" fmla="*/ 3336587 w 5611815"/>
                  <a:gd name="connsiteY136" fmla="*/ 1449791 h 4278408"/>
                  <a:gd name="connsiteX137" fmla="*/ 3383832 w 5611815"/>
                  <a:gd name="connsiteY137" fmla="*/ 1328729 h 4278408"/>
                  <a:gd name="connsiteX138" fmla="*/ 3428123 w 5611815"/>
                  <a:gd name="connsiteY138" fmla="*/ 1201761 h 4278408"/>
                  <a:gd name="connsiteX139" fmla="*/ 3466508 w 5611815"/>
                  <a:gd name="connsiteY139" fmla="*/ 1071841 h 4278408"/>
                  <a:gd name="connsiteX140" fmla="*/ 3504894 w 5611815"/>
                  <a:gd name="connsiteY140" fmla="*/ 933064 h 4278408"/>
                  <a:gd name="connsiteX141" fmla="*/ 3540327 w 5611815"/>
                  <a:gd name="connsiteY141" fmla="*/ 794284 h 4278408"/>
                  <a:gd name="connsiteX142" fmla="*/ 3558043 w 5611815"/>
                  <a:gd name="connsiteY142" fmla="*/ 726372 h 4278408"/>
                  <a:gd name="connsiteX143" fmla="*/ 3584617 w 5611815"/>
                  <a:gd name="connsiteY143" fmla="*/ 643696 h 4278408"/>
                  <a:gd name="connsiteX144" fmla="*/ 3617098 w 5611815"/>
                  <a:gd name="connsiteY144" fmla="*/ 552161 h 4278408"/>
                  <a:gd name="connsiteX145" fmla="*/ 3661388 w 5611815"/>
                  <a:gd name="connsiteY145" fmla="*/ 454721 h 4278408"/>
                  <a:gd name="connsiteX146" fmla="*/ 3687964 w 5611815"/>
                  <a:gd name="connsiteY146" fmla="*/ 404524 h 4278408"/>
                  <a:gd name="connsiteX147" fmla="*/ 3714537 w 5611815"/>
                  <a:gd name="connsiteY147" fmla="*/ 357280 h 4278408"/>
                  <a:gd name="connsiteX148" fmla="*/ 3744065 w 5611815"/>
                  <a:gd name="connsiteY148" fmla="*/ 307084 h 4278408"/>
                  <a:gd name="connsiteX149" fmla="*/ 3776546 w 5611815"/>
                  <a:gd name="connsiteY149" fmla="*/ 259841 h 4278408"/>
                  <a:gd name="connsiteX150" fmla="*/ 3809024 w 5611815"/>
                  <a:gd name="connsiteY150" fmla="*/ 218502 h 4278408"/>
                  <a:gd name="connsiteX151" fmla="*/ 3850363 w 5611815"/>
                  <a:gd name="connsiteY151" fmla="*/ 177164 h 4278408"/>
                  <a:gd name="connsiteX152" fmla="*/ 3891701 w 5611815"/>
                  <a:gd name="connsiteY152" fmla="*/ 138777 h 4278408"/>
                  <a:gd name="connsiteX153" fmla="*/ 3933039 w 5611815"/>
                  <a:gd name="connsiteY153" fmla="*/ 100393 h 4278408"/>
                  <a:gd name="connsiteX154" fmla="*/ 3977331 w 5611815"/>
                  <a:gd name="connsiteY154" fmla="*/ 70866 h 4278408"/>
                  <a:gd name="connsiteX155" fmla="*/ 4027527 w 5611815"/>
                  <a:gd name="connsiteY155" fmla="*/ 47244 h 4278408"/>
                  <a:gd name="connsiteX156" fmla="*/ 4077724 w 5611815"/>
                  <a:gd name="connsiteY156" fmla="*/ 23622 h 4278408"/>
                  <a:gd name="connsiteX157" fmla="*/ 4130874 w 5611815"/>
                  <a:gd name="connsiteY157" fmla="*/ 11811 h 4278408"/>
                  <a:gd name="connsiteX158" fmla="*/ 4186974 w 5611815"/>
                  <a:gd name="connsiteY158" fmla="*/ 5906 h 4278408"/>
                  <a:gd name="connsiteX159" fmla="*/ 4246029 w 5611815"/>
                  <a:gd name="connsiteY159" fmla="*/ 0 h 4278408"/>
                  <a:gd name="connsiteX0" fmla="*/ 4246029 w 5640555"/>
                  <a:gd name="connsiteY0" fmla="*/ 0 h 4278408"/>
                  <a:gd name="connsiteX1" fmla="*/ 4310989 w 5640555"/>
                  <a:gd name="connsiteY1" fmla="*/ 8857 h 4278408"/>
                  <a:gd name="connsiteX2" fmla="*/ 4375949 w 5640555"/>
                  <a:gd name="connsiteY2" fmla="*/ 23622 h 4278408"/>
                  <a:gd name="connsiteX3" fmla="*/ 4446815 w 5640555"/>
                  <a:gd name="connsiteY3" fmla="*/ 47244 h 4278408"/>
                  <a:gd name="connsiteX4" fmla="*/ 4520635 w 5640555"/>
                  <a:gd name="connsiteY4" fmla="*/ 79723 h 4278408"/>
                  <a:gd name="connsiteX5" fmla="*/ 4597405 w 5640555"/>
                  <a:gd name="connsiteY5" fmla="*/ 124015 h 4278408"/>
                  <a:gd name="connsiteX6" fmla="*/ 4674177 w 5640555"/>
                  <a:gd name="connsiteY6" fmla="*/ 177164 h 4278408"/>
                  <a:gd name="connsiteX7" fmla="*/ 4756854 w 5640555"/>
                  <a:gd name="connsiteY7" fmla="*/ 242124 h 4278408"/>
                  <a:gd name="connsiteX8" fmla="*/ 4842482 w 5640555"/>
                  <a:gd name="connsiteY8" fmla="*/ 315941 h 4278408"/>
                  <a:gd name="connsiteX9" fmla="*/ 4934017 w 5640555"/>
                  <a:gd name="connsiteY9" fmla="*/ 404524 h 4278408"/>
                  <a:gd name="connsiteX10" fmla="*/ 5028504 w 5640555"/>
                  <a:gd name="connsiteY10" fmla="*/ 504916 h 4278408"/>
                  <a:gd name="connsiteX11" fmla="*/ 5131848 w 5640555"/>
                  <a:gd name="connsiteY11" fmla="*/ 626348 h 4278408"/>
                  <a:gd name="connsiteX12" fmla="*/ 5131263 w 5640555"/>
                  <a:gd name="connsiteY12" fmla="*/ 632975 h 4278408"/>
                  <a:gd name="connsiteX13" fmla="*/ 5170541 w 5640555"/>
                  <a:gd name="connsiteY13" fmla="*/ 674709 h 4278408"/>
                  <a:gd name="connsiteX14" fmla="*/ 5272472 w 5640555"/>
                  <a:gd name="connsiteY14" fmla="*/ 794479 h 4278408"/>
                  <a:gd name="connsiteX15" fmla="*/ 5343823 w 5640555"/>
                  <a:gd name="connsiteY15" fmla="*/ 878571 h 4278408"/>
                  <a:gd name="connsiteX16" fmla="*/ 5524620 w 5640555"/>
                  <a:gd name="connsiteY16" fmla="*/ 905541 h 4278408"/>
                  <a:gd name="connsiteX17" fmla="*/ 5611815 w 5640555"/>
                  <a:gd name="connsiteY17" fmla="*/ 1023629 h 4278408"/>
                  <a:gd name="connsiteX18" fmla="*/ 5640555 w 5640555"/>
                  <a:gd name="connsiteY18" fmla="*/ 1090292 h 4278408"/>
                  <a:gd name="connsiteX19" fmla="*/ 5589474 w 5640555"/>
                  <a:gd name="connsiteY19" fmla="*/ 1128811 h 4278408"/>
                  <a:gd name="connsiteX20" fmla="*/ 5501373 w 5640555"/>
                  <a:gd name="connsiteY20" fmla="*/ 1163468 h 4278408"/>
                  <a:gd name="connsiteX21" fmla="*/ 5452954 w 5640555"/>
                  <a:gd name="connsiteY21" fmla="*/ 1132889 h 4278408"/>
                  <a:gd name="connsiteX22" fmla="*/ 5407086 w 5640555"/>
                  <a:gd name="connsiteY22" fmla="*/ 1097213 h 4278408"/>
                  <a:gd name="connsiteX23" fmla="*/ 5320445 w 5640555"/>
                  <a:gd name="connsiteY23" fmla="*/ 1036054 h 4278408"/>
                  <a:gd name="connsiteX24" fmla="*/ 5251642 w 5640555"/>
                  <a:gd name="connsiteY24" fmla="*/ 974895 h 4278408"/>
                  <a:gd name="connsiteX25" fmla="*/ 5198128 w 5640555"/>
                  <a:gd name="connsiteY25" fmla="*/ 926478 h 4278408"/>
                  <a:gd name="connsiteX26" fmla="*/ 5152258 w 5640555"/>
                  <a:gd name="connsiteY26" fmla="*/ 880609 h 4278408"/>
                  <a:gd name="connsiteX27" fmla="*/ 5063069 w 5640555"/>
                  <a:gd name="connsiteY27" fmla="*/ 796516 h 4278408"/>
                  <a:gd name="connsiteX28" fmla="*/ 4981525 w 5640555"/>
                  <a:gd name="connsiteY28" fmla="*/ 727712 h 4278408"/>
                  <a:gd name="connsiteX29" fmla="*/ 4899980 w 5640555"/>
                  <a:gd name="connsiteY29" fmla="*/ 664006 h 4278408"/>
                  <a:gd name="connsiteX30" fmla="*/ 4826079 w 5640555"/>
                  <a:gd name="connsiteY30" fmla="*/ 613041 h 4278408"/>
                  <a:gd name="connsiteX31" fmla="*/ 4754728 w 5640555"/>
                  <a:gd name="connsiteY31" fmla="*/ 569719 h 4278408"/>
                  <a:gd name="connsiteX32" fmla="*/ 4685926 w 5640555"/>
                  <a:gd name="connsiteY32" fmla="*/ 534043 h 4278408"/>
                  <a:gd name="connsiteX33" fmla="*/ 4622218 w 5640555"/>
                  <a:gd name="connsiteY33" fmla="*/ 508561 h 4278408"/>
                  <a:gd name="connsiteX34" fmla="*/ 4558511 w 5640555"/>
                  <a:gd name="connsiteY34" fmla="*/ 488175 h 4278408"/>
                  <a:gd name="connsiteX35" fmla="*/ 4499900 w 5640555"/>
                  <a:gd name="connsiteY35" fmla="*/ 477981 h 4278408"/>
                  <a:gd name="connsiteX36" fmla="*/ 4446388 w 5640555"/>
                  <a:gd name="connsiteY36" fmla="*/ 470338 h 4278408"/>
                  <a:gd name="connsiteX37" fmla="*/ 4284127 w 5640555"/>
                  <a:gd name="connsiteY37" fmla="*/ 440084 h 4278408"/>
                  <a:gd name="connsiteX38" fmla="*/ 4225073 w 5640555"/>
                  <a:gd name="connsiteY38" fmla="*/ 440084 h 4278408"/>
                  <a:gd name="connsiteX39" fmla="*/ 4166018 w 5640555"/>
                  <a:gd name="connsiteY39" fmla="*/ 451895 h 4278408"/>
                  <a:gd name="connsiteX40" fmla="*/ 4112869 w 5640555"/>
                  <a:gd name="connsiteY40" fmla="*/ 463705 h 4278408"/>
                  <a:gd name="connsiteX41" fmla="*/ 4062672 w 5640555"/>
                  <a:gd name="connsiteY41" fmla="*/ 484373 h 4278408"/>
                  <a:gd name="connsiteX42" fmla="*/ 4018382 w 5640555"/>
                  <a:gd name="connsiteY42" fmla="*/ 507995 h 4278408"/>
                  <a:gd name="connsiteX43" fmla="*/ 3974090 w 5640555"/>
                  <a:gd name="connsiteY43" fmla="*/ 537523 h 4278408"/>
                  <a:gd name="connsiteX44" fmla="*/ 3929800 w 5640555"/>
                  <a:gd name="connsiteY44" fmla="*/ 570003 h 4278408"/>
                  <a:gd name="connsiteX45" fmla="*/ 3894367 w 5640555"/>
                  <a:gd name="connsiteY45" fmla="*/ 608388 h 4278408"/>
                  <a:gd name="connsiteX46" fmla="*/ 3861885 w 5640555"/>
                  <a:gd name="connsiteY46" fmla="*/ 646775 h 4278408"/>
                  <a:gd name="connsiteX47" fmla="*/ 3826453 w 5640555"/>
                  <a:gd name="connsiteY47" fmla="*/ 691065 h 4278408"/>
                  <a:gd name="connsiteX48" fmla="*/ 3796926 w 5640555"/>
                  <a:gd name="connsiteY48" fmla="*/ 735357 h 4278408"/>
                  <a:gd name="connsiteX49" fmla="*/ 3770351 w 5640555"/>
                  <a:gd name="connsiteY49" fmla="*/ 779646 h 4278408"/>
                  <a:gd name="connsiteX50" fmla="*/ 3743776 w 5640555"/>
                  <a:gd name="connsiteY50" fmla="*/ 826891 h 4278408"/>
                  <a:gd name="connsiteX51" fmla="*/ 3723109 w 5640555"/>
                  <a:gd name="connsiteY51" fmla="*/ 874134 h 4278408"/>
                  <a:gd name="connsiteX52" fmla="*/ 3684722 w 5640555"/>
                  <a:gd name="connsiteY52" fmla="*/ 968621 h 4278408"/>
                  <a:gd name="connsiteX53" fmla="*/ 3655194 w 5640555"/>
                  <a:gd name="connsiteY53" fmla="*/ 1057204 h 4278408"/>
                  <a:gd name="connsiteX54" fmla="*/ 3631573 w 5640555"/>
                  <a:gd name="connsiteY54" fmla="*/ 1136928 h 4278408"/>
                  <a:gd name="connsiteX55" fmla="*/ 3613856 w 5640555"/>
                  <a:gd name="connsiteY55" fmla="*/ 1207794 h 4278408"/>
                  <a:gd name="connsiteX56" fmla="*/ 3578424 w 5640555"/>
                  <a:gd name="connsiteY56" fmla="*/ 1346572 h 4278408"/>
                  <a:gd name="connsiteX57" fmla="*/ 3537085 w 5640555"/>
                  <a:gd name="connsiteY57" fmla="*/ 1482397 h 4278408"/>
                  <a:gd name="connsiteX58" fmla="*/ 3495747 w 5640555"/>
                  <a:gd name="connsiteY58" fmla="*/ 1612317 h 4278408"/>
                  <a:gd name="connsiteX59" fmla="*/ 3451457 w 5640555"/>
                  <a:gd name="connsiteY59" fmla="*/ 1736332 h 4278408"/>
                  <a:gd name="connsiteX60" fmla="*/ 3404213 w 5640555"/>
                  <a:gd name="connsiteY60" fmla="*/ 1860347 h 4278408"/>
                  <a:gd name="connsiteX61" fmla="*/ 3351063 w 5640555"/>
                  <a:gd name="connsiteY61" fmla="*/ 1981409 h 4278408"/>
                  <a:gd name="connsiteX62" fmla="*/ 3297914 w 5640555"/>
                  <a:gd name="connsiteY62" fmla="*/ 2093613 h 4278408"/>
                  <a:gd name="connsiteX63" fmla="*/ 3241812 w 5640555"/>
                  <a:gd name="connsiteY63" fmla="*/ 2208769 h 4278408"/>
                  <a:gd name="connsiteX64" fmla="*/ 3179806 w 5640555"/>
                  <a:gd name="connsiteY64" fmla="*/ 2315068 h 4278408"/>
                  <a:gd name="connsiteX65" fmla="*/ 3120751 w 5640555"/>
                  <a:gd name="connsiteY65" fmla="*/ 2418415 h 4278408"/>
                  <a:gd name="connsiteX66" fmla="*/ 3052837 w 5640555"/>
                  <a:gd name="connsiteY66" fmla="*/ 2518807 h 4278408"/>
                  <a:gd name="connsiteX67" fmla="*/ 2987877 w 5640555"/>
                  <a:gd name="connsiteY67" fmla="*/ 2613294 h 4278408"/>
                  <a:gd name="connsiteX68" fmla="*/ 2919965 w 5640555"/>
                  <a:gd name="connsiteY68" fmla="*/ 2707782 h 4278408"/>
                  <a:gd name="connsiteX69" fmla="*/ 2849100 w 5640555"/>
                  <a:gd name="connsiteY69" fmla="*/ 2793409 h 4278408"/>
                  <a:gd name="connsiteX70" fmla="*/ 2778234 w 5640555"/>
                  <a:gd name="connsiteY70" fmla="*/ 2881992 h 4278408"/>
                  <a:gd name="connsiteX71" fmla="*/ 2704415 w 5640555"/>
                  <a:gd name="connsiteY71" fmla="*/ 2964669 h 4278408"/>
                  <a:gd name="connsiteX72" fmla="*/ 2627644 w 5640555"/>
                  <a:gd name="connsiteY72" fmla="*/ 3044393 h 4278408"/>
                  <a:gd name="connsiteX73" fmla="*/ 2550872 w 5640555"/>
                  <a:gd name="connsiteY73" fmla="*/ 3121164 h 4278408"/>
                  <a:gd name="connsiteX74" fmla="*/ 2471150 w 5640555"/>
                  <a:gd name="connsiteY74" fmla="*/ 3194982 h 4278408"/>
                  <a:gd name="connsiteX75" fmla="*/ 2394379 w 5640555"/>
                  <a:gd name="connsiteY75" fmla="*/ 3262895 h 4278408"/>
                  <a:gd name="connsiteX76" fmla="*/ 2311703 w 5640555"/>
                  <a:gd name="connsiteY76" fmla="*/ 3330808 h 4278408"/>
                  <a:gd name="connsiteX77" fmla="*/ 2229026 w 5640555"/>
                  <a:gd name="connsiteY77" fmla="*/ 3395768 h 4278408"/>
                  <a:gd name="connsiteX78" fmla="*/ 2146350 w 5640555"/>
                  <a:gd name="connsiteY78" fmla="*/ 3457776 h 4278408"/>
                  <a:gd name="connsiteX79" fmla="*/ 2063673 w 5640555"/>
                  <a:gd name="connsiteY79" fmla="*/ 3513876 h 4278408"/>
                  <a:gd name="connsiteX80" fmla="*/ 1980996 w 5640555"/>
                  <a:gd name="connsiteY80" fmla="*/ 3569980 h 4278408"/>
                  <a:gd name="connsiteX81" fmla="*/ 1898321 w 5640555"/>
                  <a:gd name="connsiteY81" fmla="*/ 3623129 h 4278408"/>
                  <a:gd name="connsiteX82" fmla="*/ 1812689 w 5640555"/>
                  <a:gd name="connsiteY82" fmla="*/ 3673324 h 4278408"/>
                  <a:gd name="connsiteX83" fmla="*/ 1730014 w 5640555"/>
                  <a:gd name="connsiteY83" fmla="*/ 3723522 h 4278408"/>
                  <a:gd name="connsiteX84" fmla="*/ 1647337 w 5640555"/>
                  <a:gd name="connsiteY84" fmla="*/ 3770765 h 4278408"/>
                  <a:gd name="connsiteX85" fmla="*/ 1558754 w 5640555"/>
                  <a:gd name="connsiteY85" fmla="*/ 3815056 h 4278408"/>
                  <a:gd name="connsiteX86" fmla="*/ 1393401 w 5640555"/>
                  <a:gd name="connsiteY86" fmla="*/ 3894780 h 4278408"/>
                  <a:gd name="connsiteX87" fmla="*/ 1231003 w 5640555"/>
                  <a:gd name="connsiteY87" fmla="*/ 3965646 h 4278408"/>
                  <a:gd name="connsiteX88" fmla="*/ 1065649 w 5640555"/>
                  <a:gd name="connsiteY88" fmla="*/ 4024700 h 4278408"/>
                  <a:gd name="connsiteX89" fmla="*/ 909153 w 5640555"/>
                  <a:gd name="connsiteY89" fmla="*/ 4080802 h 4278408"/>
                  <a:gd name="connsiteX90" fmla="*/ 755612 w 5640555"/>
                  <a:gd name="connsiteY90" fmla="*/ 4128045 h 4278408"/>
                  <a:gd name="connsiteX91" fmla="*/ 610929 w 5640555"/>
                  <a:gd name="connsiteY91" fmla="*/ 4166432 h 4278408"/>
                  <a:gd name="connsiteX92" fmla="*/ 469197 w 5640555"/>
                  <a:gd name="connsiteY92" fmla="*/ 4204817 h 4278408"/>
                  <a:gd name="connsiteX93" fmla="*/ 339277 w 5640555"/>
                  <a:gd name="connsiteY93" fmla="*/ 4231392 h 4278408"/>
                  <a:gd name="connsiteX94" fmla="*/ 221168 w 5640555"/>
                  <a:gd name="connsiteY94" fmla="*/ 4255013 h 4278408"/>
                  <a:gd name="connsiteX95" fmla="*/ 106010 w 5640555"/>
                  <a:gd name="connsiteY95" fmla="*/ 4275681 h 4278408"/>
                  <a:gd name="connsiteX96" fmla="*/ 83516 w 5640555"/>
                  <a:gd name="connsiteY96" fmla="*/ 4278408 h 4278408"/>
                  <a:gd name="connsiteX97" fmla="*/ 0 w 5640555"/>
                  <a:gd name="connsiteY97" fmla="*/ 3859220 h 4278408"/>
                  <a:gd name="connsiteX98" fmla="*/ 32481 w 5640555"/>
                  <a:gd name="connsiteY98" fmla="*/ 3853314 h 4278408"/>
                  <a:gd name="connsiteX99" fmla="*/ 124015 w 5640555"/>
                  <a:gd name="connsiteY99" fmla="*/ 3847409 h 4278408"/>
                  <a:gd name="connsiteX100" fmla="*/ 265746 w 5640555"/>
                  <a:gd name="connsiteY100" fmla="*/ 3832646 h 4278408"/>
                  <a:gd name="connsiteX101" fmla="*/ 357282 w 5640555"/>
                  <a:gd name="connsiteY101" fmla="*/ 3817882 h 4278408"/>
                  <a:gd name="connsiteX102" fmla="*/ 454721 w 5640555"/>
                  <a:gd name="connsiteY102" fmla="*/ 3800165 h 4278408"/>
                  <a:gd name="connsiteX103" fmla="*/ 563973 w 5640555"/>
                  <a:gd name="connsiteY103" fmla="*/ 3782449 h 4278408"/>
                  <a:gd name="connsiteX104" fmla="*/ 679129 w 5640555"/>
                  <a:gd name="connsiteY104" fmla="*/ 3755875 h 4278408"/>
                  <a:gd name="connsiteX105" fmla="*/ 803144 w 5640555"/>
                  <a:gd name="connsiteY105" fmla="*/ 3720442 h 4278408"/>
                  <a:gd name="connsiteX106" fmla="*/ 933063 w 5640555"/>
                  <a:gd name="connsiteY106" fmla="*/ 3685010 h 4278408"/>
                  <a:gd name="connsiteX107" fmla="*/ 1068889 w 5640555"/>
                  <a:gd name="connsiteY107" fmla="*/ 3637767 h 4278408"/>
                  <a:gd name="connsiteX108" fmla="*/ 1210620 w 5640555"/>
                  <a:gd name="connsiteY108" fmla="*/ 3584617 h 4278408"/>
                  <a:gd name="connsiteX109" fmla="*/ 1358257 w 5640555"/>
                  <a:gd name="connsiteY109" fmla="*/ 3525563 h 4278408"/>
                  <a:gd name="connsiteX110" fmla="*/ 1502942 w 5640555"/>
                  <a:gd name="connsiteY110" fmla="*/ 3457649 h 4278408"/>
                  <a:gd name="connsiteX111" fmla="*/ 1653530 w 5640555"/>
                  <a:gd name="connsiteY111" fmla="*/ 3377926 h 4278408"/>
                  <a:gd name="connsiteX112" fmla="*/ 1730302 w 5640555"/>
                  <a:gd name="connsiteY112" fmla="*/ 3336587 h 4278408"/>
                  <a:gd name="connsiteX113" fmla="*/ 1807072 w 5640555"/>
                  <a:gd name="connsiteY113" fmla="*/ 3292296 h 4278408"/>
                  <a:gd name="connsiteX114" fmla="*/ 1880892 w 5640555"/>
                  <a:gd name="connsiteY114" fmla="*/ 3245051 h 4278408"/>
                  <a:gd name="connsiteX115" fmla="*/ 1957663 w 5640555"/>
                  <a:gd name="connsiteY115" fmla="*/ 3197808 h 4278408"/>
                  <a:gd name="connsiteX116" fmla="*/ 2034434 w 5640555"/>
                  <a:gd name="connsiteY116" fmla="*/ 3144659 h 4278408"/>
                  <a:gd name="connsiteX117" fmla="*/ 2108252 w 5640555"/>
                  <a:gd name="connsiteY117" fmla="*/ 3088557 h 4278408"/>
                  <a:gd name="connsiteX118" fmla="*/ 2185022 w 5640555"/>
                  <a:gd name="connsiteY118" fmla="*/ 3032455 h 4278408"/>
                  <a:gd name="connsiteX119" fmla="*/ 2255888 w 5640555"/>
                  <a:gd name="connsiteY119" fmla="*/ 2970449 h 4278408"/>
                  <a:gd name="connsiteX120" fmla="*/ 2329707 w 5640555"/>
                  <a:gd name="connsiteY120" fmla="*/ 2908440 h 4278408"/>
                  <a:gd name="connsiteX121" fmla="*/ 2403525 w 5640555"/>
                  <a:gd name="connsiteY121" fmla="*/ 2840528 h 4278408"/>
                  <a:gd name="connsiteX122" fmla="*/ 2477344 w 5640555"/>
                  <a:gd name="connsiteY122" fmla="*/ 2772615 h 4278408"/>
                  <a:gd name="connsiteX123" fmla="*/ 2548210 w 5640555"/>
                  <a:gd name="connsiteY123" fmla="*/ 2701750 h 4278408"/>
                  <a:gd name="connsiteX124" fmla="*/ 2616121 w 5640555"/>
                  <a:gd name="connsiteY124" fmla="*/ 2624979 h 4278408"/>
                  <a:gd name="connsiteX125" fmla="*/ 2686987 w 5640555"/>
                  <a:gd name="connsiteY125" fmla="*/ 2545255 h 4278408"/>
                  <a:gd name="connsiteX126" fmla="*/ 2754901 w 5640555"/>
                  <a:gd name="connsiteY126" fmla="*/ 2465530 h 4278408"/>
                  <a:gd name="connsiteX127" fmla="*/ 2819860 w 5640555"/>
                  <a:gd name="connsiteY127" fmla="*/ 2376949 h 4278408"/>
                  <a:gd name="connsiteX128" fmla="*/ 2887773 w 5640555"/>
                  <a:gd name="connsiteY128" fmla="*/ 2291321 h 4278408"/>
                  <a:gd name="connsiteX129" fmla="*/ 2949781 w 5640555"/>
                  <a:gd name="connsiteY129" fmla="*/ 2196833 h 4278408"/>
                  <a:gd name="connsiteX130" fmla="*/ 3011788 w 5640555"/>
                  <a:gd name="connsiteY130" fmla="*/ 2102346 h 4278408"/>
                  <a:gd name="connsiteX131" fmla="*/ 3070842 w 5640555"/>
                  <a:gd name="connsiteY131" fmla="*/ 2004905 h 4278408"/>
                  <a:gd name="connsiteX132" fmla="*/ 3126944 w 5640555"/>
                  <a:gd name="connsiteY132" fmla="*/ 1901560 h 4278408"/>
                  <a:gd name="connsiteX133" fmla="*/ 3183045 w 5640555"/>
                  <a:gd name="connsiteY133" fmla="*/ 1795262 h 4278408"/>
                  <a:gd name="connsiteX134" fmla="*/ 3236195 w 5640555"/>
                  <a:gd name="connsiteY134" fmla="*/ 1680104 h 4278408"/>
                  <a:gd name="connsiteX135" fmla="*/ 3286393 w 5640555"/>
                  <a:gd name="connsiteY135" fmla="*/ 1567900 h 4278408"/>
                  <a:gd name="connsiteX136" fmla="*/ 3336587 w 5640555"/>
                  <a:gd name="connsiteY136" fmla="*/ 1449791 h 4278408"/>
                  <a:gd name="connsiteX137" fmla="*/ 3383832 w 5640555"/>
                  <a:gd name="connsiteY137" fmla="*/ 1328729 h 4278408"/>
                  <a:gd name="connsiteX138" fmla="*/ 3428123 w 5640555"/>
                  <a:gd name="connsiteY138" fmla="*/ 1201761 h 4278408"/>
                  <a:gd name="connsiteX139" fmla="*/ 3466508 w 5640555"/>
                  <a:gd name="connsiteY139" fmla="*/ 1071841 h 4278408"/>
                  <a:gd name="connsiteX140" fmla="*/ 3504894 w 5640555"/>
                  <a:gd name="connsiteY140" fmla="*/ 933064 h 4278408"/>
                  <a:gd name="connsiteX141" fmla="*/ 3540327 w 5640555"/>
                  <a:gd name="connsiteY141" fmla="*/ 794284 h 4278408"/>
                  <a:gd name="connsiteX142" fmla="*/ 3558043 w 5640555"/>
                  <a:gd name="connsiteY142" fmla="*/ 726372 h 4278408"/>
                  <a:gd name="connsiteX143" fmla="*/ 3584617 w 5640555"/>
                  <a:gd name="connsiteY143" fmla="*/ 643696 h 4278408"/>
                  <a:gd name="connsiteX144" fmla="*/ 3617098 w 5640555"/>
                  <a:gd name="connsiteY144" fmla="*/ 552161 h 4278408"/>
                  <a:gd name="connsiteX145" fmla="*/ 3661388 w 5640555"/>
                  <a:gd name="connsiteY145" fmla="*/ 454721 h 4278408"/>
                  <a:gd name="connsiteX146" fmla="*/ 3687964 w 5640555"/>
                  <a:gd name="connsiteY146" fmla="*/ 404524 h 4278408"/>
                  <a:gd name="connsiteX147" fmla="*/ 3714537 w 5640555"/>
                  <a:gd name="connsiteY147" fmla="*/ 357280 h 4278408"/>
                  <a:gd name="connsiteX148" fmla="*/ 3744065 w 5640555"/>
                  <a:gd name="connsiteY148" fmla="*/ 307084 h 4278408"/>
                  <a:gd name="connsiteX149" fmla="*/ 3776546 w 5640555"/>
                  <a:gd name="connsiteY149" fmla="*/ 259841 h 4278408"/>
                  <a:gd name="connsiteX150" fmla="*/ 3809024 w 5640555"/>
                  <a:gd name="connsiteY150" fmla="*/ 218502 h 4278408"/>
                  <a:gd name="connsiteX151" fmla="*/ 3850363 w 5640555"/>
                  <a:gd name="connsiteY151" fmla="*/ 177164 h 4278408"/>
                  <a:gd name="connsiteX152" fmla="*/ 3891701 w 5640555"/>
                  <a:gd name="connsiteY152" fmla="*/ 138777 h 4278408"/>
                  <a:gd name="connsiteX153" fmla="*/ 3933039 w 5640555"/>
                  <a:gd name="connsiteY153" fmla="*/ 100393 h 4278408"/>
                  <a:gd name="connsiteX154" fmla="*/ 3977331 w 5640555"/>
                  <a:gd name="connsiteY154" fmla="*/ 70866 h 4278408"/>
                  <a:gd name="connsiteX155" fmla="*/ 4027527 w 5640555"/>
                  <a:gd name="connsiteY155" fmla="*/ 47244 h 4278408"/>
                  <a:gd name="connsiteX156" fmla="*/ 4077724 w 5640555"/>
                  <a:gd name="connsiteY156" fmla="*/ 23622 h 4278408"/>
                  <a:gd name="connsiteX157" fmla="*/ 4130874 w 5640555"/>
                  <a:gd name="connsiteY157" fmla="*/ 11811 h 4278408"/>
                  <a:gd name="connsiteX158" fmla="*/ 4186974 w 5640555"/>
                  <a:gd name="connsiteY158" fmla="*/ 5906 h 4278408"/>
                  <a:gd name="connsiteX159" fmla="*/ 4246029 w 5640555"/>
                  <a:gd name="connsiteY159" fmla="*/ 0 h 4278408"/>
                  <a:gd name="connsiteX0" fmla="*/ 4246029 w 5640555"/>
                  <a:gd name="connsiteY0" fmla="*/ 0 h 4278408"/>
                  <a:gd name="connsiteX1" fmla="*/ 4310989 w 5640555"/>
                  <a:gd name="connsiteY1" fmla="*/ 8857 h 4278408"/>
                  <a:gd name="connsiteX2" fmla="*/ 4375949 w 5640555"/>
                  <a:gd name="connsiteY2" fmla="*/ 23622 h 4278408"/>
                  <a:gd name="connsiteX3" fmla="*/ 4446815 w 5640555"/>
                  <a:gd name="connsiteY3" fmla="*/ 47244 h 4278408"/>
                  <a:gd name="connsiteX4" fmla="*/ 4520635 w 5640555"/>
                  <a:gd name="connsiteY4" fmla="*/ 79723 h 4278408"/>
                  <a:gd name="connsiteX5" fmla="*/ 4597405 w 5640555"/>
                  <a:gd name="connsiteY5" fmla="*/ 124015 h 4278408"/>
                  <a:gd name="connsiteX6" fmla="*/ 4674177 w 5640555"/>
                  <a:gd name="connsiteY6" fmla="*/ 177164 h 4278408"/>
                  <a:gd name="connsiteX7" fmla="*/ 4756854 w 5640555"/>
                  <a:gd name="connsiteY7" fmla="*/ 242124 h 4278408"/>
                  <a:gd name="connsiteX8" fmla="*/ 4842482 w 5640555"/>
                  <a:gd name="connsiteY8" fmla="*/ 315941 h 4278408"/>
                  <a:gd name="connsiteX9" fmla="*/ 4934017 w 5640555"/>
                  <a:gd name="connsiteY9" fmla="*/ 404524 h 4278408"/>
                  <a:gd name="connsiteX10" fmla="*/ 5028504 w 5640555"/>
                  <a:gd name="connsiteY10" fmla="*/ 504916 h 4278408"/>
                  <a:gd name="connsiteX11" fmla="*/ 5131848 w 5640555"/>
                  <a:gd name="connsiteY11" fmla="*/ 626348 h 4278408"/>
                  <a:gd name="connsiteX12" fmla="*/ 5131263 w 5640555"/>
                  <a:gd name="connsiteY12" fmla="*/ 632975 h 4278408"/>
                  <a:gd name="connsiteX13" fmla="*/ 5170541 w 5640555"/>
                  <a:gd name="connsiteY13" fmla="*/ 674709 h 4278408"/>
                  <a:gd name="connsiteX14" fmla="*/ 5272472 w 5640555"/>
                  <a:gd name="connsiteY14" fmla="*/ 794479 h 4278408"/>
                  <a:gd name="connsiteX15" fmla="*/ 5343823 w 5640555"/>
                  <a:gd name="connsiteY15" fmla="*/ 878571 h 4278408"/>
                  <a:gd name="connsiteX16" fmla="*/ 5524620 w 5640555"/>
                  <a:gd name="connsiteY16" fmla="*/ 905541 h 4278408"/>
                  <a:gd name="connsiteX17" fmla="*/ 5611815 w 5640555"/>
                  <a:gd name="connsiteY17" fmla="*/ 1023629 h 4278408"/>
                  <a:gd name="connsiteX18" fmla="*/ 5640555 w 5640555"/>
                  <a:gd name="connsiteY18" fmla="*/ 1090292 h 4278408"/>
                  <a:gd name="connsiteX19" fmla="*/ 5626940 w 5640555"/>
                  <a:gd name="connsiteY19" fmla="*/ 1120406 h 4278408"/>
                  <a:gd name="connsiteX20" fmla="*/ 5501373 w 5640555"/>
                  <a:gd name="connsiteY20" fmla="*/ 1163468 h 4278408"/>
                  <a:gd name="connsiteX21" fmla="*/ 5452954 w 5640555"/>
                  <a:gd name="connsiteY21" fmla="*/ 1132889 h 4278408"/>
                  <a:gd name="connsiteX22" fmla="*/ 5407086 w 5640555"/>
                  <a:gd name="connsiteY22" fmla="*/ 1097213 h 4278408"/>
                  <a:gd name="connsiteX23" fmla="*/ 5320445 w 5640555"/>
                  <a:gd name="connsiteY23" fmla="*/ 1036054 h 4278408"/>
                  <a:gd name="connsiteX24" fmla="*/ 5251642 w 5640555"/>
                  <a:gd name="connsiteY24" fmla="*/ 974895 h 4278408"/>
                  <a:gd name="connsiteX25" fmla="*/ 5198128 w 5640555"/>
                  <a:gd name="connsiteY25" fmla="*/ 926478 h 4278408"/>
                  <a:gd name="connsiteX26" fmla="*/ 5152258 w 5640555"/>
                  <a:gd name="connsiteY26" fmla="*/ 880609 h 4278408"/>
                  <a:gd name="connsiteX27" fmla="*/ 5063069 w 5640555"/>
                  <a:gd name="connsiteY27" fmla="*/ 796516 h 4278408"/>
                  <a:gd name="connsiteX28" fmla="*/ 4981525 w 5640555"/>
                  <a:gd name="connsiteY28" fmla="*/ 727712 h 4278408"/>
                  <a:gd name="connsiteX29" fmla="*/ 4899980 w 5640555"/>
                  <a:gd name="connsiteY29" fmla="*/ 664006 h 4278408"/>
                  <a:gd name="connsiteX30" fmla="*/ 4826079 w 5640555"/>
                  <a:gd name="connsiteY30" fmla="*/ 613041 h 4278408"/>
                  <a:gd name="connsiteX31" fmla="*/ 4754728 w 5640555"/>
                  <a:gd name="connsiteY31" fmla="*/ 569719 h 4278408"/>
                  <a:gd name="connsiteX32" fmla="*/ 4685926 w 5640555"/>
                  <a:gd name="connsiteY32" fmla="*/ 534043 h 4278408"/>
                  <a:gd name="connsiteX33" fmla="*/ 4622218 w 5640555"/>
                  <a:gd name="connsiteY33" fmla="*/ 508561 h 4278408"/>
                  <a:gd name="connsiteX34" fmla="*/ 4558511 w 5640555"/>
                  <a:gd name="connsiteY34" fmla="*/ 488175 h 4278408"/>
                  <a:gd name="connsiteX35" fmla="*/ 4499900 w 5640555"/>
                  <a:gd name="connsiteY35" fmla="*/ 477981 h 4278408"/>
                  <a:gd name="connsiteX36" fmla="*/ 4446388 w 5640555"/>
                  <a:gd name="connsiteY36" fmla="*/ 470338 h 4278408"/>
                  <a:gd name="connsiteX37" fmla="*/ 4284127 w 5640555"/>
                  <a:gd name="connsiteY37" fmla="*/ 440084 h 4278408"/>
                  <a:gd name="connsiteX38" fmla="*/ 4225073 w 5640555"/>
                  <a:gd name="connsiteY38" fmla="*/ 440084 h 4278408"/>
                  <a:gd name="connsiteX39" fmla="*/ 4166018 w 5640555"/>
                  <a:gd name="connsiteY39" fmla="*/ 451895 h 4278408"/>
                  <a:gd name="connsiteX40" fmla="*/ 4112869 w 5640555"/>
                  <a:gd name="connsiteY40" fmla="*/ 463705 h 4278408"/>
                  <a:gd name="connsiteX41" fmla="*/ 4062672 w 5640555"/>
                  <a:gd name="connsiteY41" fmla="*/ 484373 h 4278408"/>
                  <a:gd name="connsiteX42" fmla="*/ 4018382 w 5640555"/>
                  <a:gd name="connsiteY42" fmla="*/ 507995 h 4278408"/>
                  <a:gd name="connsiteX43" fmla="*/ 3974090 w 5640555"/>
                  <a:gd name="connsiteY43" fmla="*/ 537523 h 4278408"/>
                  <a:gd name="connsiteX44" fmla="*/ 3929800 w 5640555"/>
                  <a:gd name="connsiteY44" fmla="*/ 570003 h 4278408"/>
                  <a:gd name="connsiteX45" fmla="*/ 3894367 w 5640555"/>
                  <a:gd name="connsiteY45" fmla="*/ 608388 h 4278408"/>
                  <a:gd name="connsiteX46" fmla="*/ 3861885 w 5640555"/>
                  <a:gd name="connsiteY46" fmla="*/ 646775 h 4278408"/>
                  <a:gd name="connsiteX47" fmla="*/ 3826453 w 5640555"/>
                  <a:gd name="connsiteY47" fmla="*/ 691065 h 4278408"/>
                  <a:gd name="connsiteX48" fmla="*/ 3796926 w 5640555"/>
                  <a:gd name="connsiteY48" fmla="*/ 735357 h 4278408"/>
                  <a:gd name="connsiteX49" fmla="*/ 3770351 w 5640555"/>
                  <a:gd name="connsiteY49" fmla="*/ 779646 h 4278408"/>
                  <a:gd name="connsiteX50" fmla="*/ 3743776 w 5640555"/>
                  <a:gd name="connsiteY50" fmla="*/ 826891 h 4278408"/>
                  <a:gd name="connsiteX51" fmla="*/ 3723109 w 5640555"/>
                  <a:gd name="connsiteY51" fmla="*/ 874134 h 4278408"/>
                  <a:gd name="connsiteX52" fmla="*/ 3684722 w 5640555"/>
                  <a:gd name="connsiteY52" fmla="*/ 968621 h 4278408"/>
                  <a:gd name="connsiteX53" fmla="*/ 3655194 w 5640555"/>
                  <a:gd name="connsiteY53" fmla="*/ 1057204 h 4278408"/>
                  <a:gd name="connsiteX54" fmla="*/ 3631573 w 5640555"/>
                  <a:gd name="connsiteY54" fmla="*/ 1136928 h 4278408"/>
                  <a:gd name="connsiteX55" fmla="*/ 3613856 w 5640555"/>
                  <a:gd name="connsiteY55" fmla="*/ 1207794 h 4278408"/>
                  <a:gd name="connsiteX56" fmla="*/ 3578424 w 5640555"/>
                  <a:gd name="connsiteY56" fmla="*/ 1346572 h 4278408"/>
                  <a:gd name="connsiteX57" fmla="*/ 3537085 w 5640555"/>
                  <a:gd name="connsiteY57" fmla="*/ 1482397 h 4278408"/>
                  <a:gd name="connsiteX58" fmla="*/ 3495747 w 5640555"/>
                  <a:gd name="connsiteY58" fmla="*/ 1612317 h 4278408"/>
                  <a:gd name="connsiteX59" fmla="*/ 3451457 w 5640555"/>
                  <a:gd name="connsiteY59" fmla="*/ 1736332 h 4278408"/>
                  <a:gd name="connsiteX60" fmla="*/ 3404213 w 5640555"/>
                  <a:gd name="connsiteY60" fmla="*/ 1860347 h 4278408"/>
                  <a:gd name="connsiteX61" fmla="*/ 3351063 w 5640555"/>
                  <a:gd name="connsiteY61" fmla="*/ 1981409 h 4278408"/>
                  <a:gd name="connsiteX62" fmla="*/ 3297914 w 5640555"/>
                  <a:gd name="connsiteY62" fmla="*/ 2093613 h 4278408"/>
                  <a:gd name="connsiteX63" fmla="*/ 3241812 w 5640555"/>
                  <a:gd name="connsiteY63" fmla="*/ 2208769 h 4278408"/>
                  <a:gd name="connsiteX64" fmla="*/ 3179806 w 5640555"/>
                  <a:gd name="connsiteY64" fmla="*/ 2315068 h 4278408"/>
                  <a:gd name="connsiteX65" fmla="*/ 3120751 w 5640555"/>
                  <a:gd name="connsiteY65" fmla="*/ 2418415 h 4278408"/>
                  <a:gd name="connsiteX66" fmla="*/ 3052837 w 5640555"/>
                  <a:gd name="connsiteY66" fmla="*/ 2518807 h 4278408"/>
                  <a:gd name="connsiteX67" fmla="*/ 2987877 w 5640555"/>
                  <a:gd name="connsiteY67" fmla="*/ 2613294 h 4278408"/>
                  <a:gd name="connsiteX68" fmla="*/ 2919965 w 5640555"/>
                  <a:gd name="connsiteY68" fmla="*/ 2707782 h 4278408"/>
                  <a:gd name="connsiteX69" fmla="*/ 2849100 w 5640555"/>
                  <a:gd name="connsiteY69" fmla="*/ 2793409 h 4278408"/>
                  <a:gd name="connsiteX70" fmla="*/ 2778234 w 5640555"/>
                  <a:gd name="connsiteY70" fmla="*/ 2881992 h 4278408"/>
                  <a:gd name="connsiteX71" fmla="*/ 2704415 w 5640555"/>
                  <a:gd name="connsiteY71" fmla="*/ 2964669 h 4278408"/>
                  <a:gd name="connsiteX72" fmla="*/ 2627644 w 5640555"/>
                  <a:gd name="connsiteY72" fmla="*/ 3044393 h 4278408"/>
                  <a:gd name="connsiteX73" fmla="*/ 2550872 w 5640555"/>
                  <a:gd name="connsiteY73" fmla="*/ 3121164 h 4278408"/>
                  <a:gd name="connsiteX74" fmla="*/ 2471150 w 5640555"/>
                  <a:gd name="connsiteY74" fmla="*/ 3194982 h 4278408"/>
                  <a:gd name="connsiteX75" fmla="*/ 2394379 w 5640555"/>
                  <a:gd name="connsiteY75" fmla="*/ 3262895 h 4278408"/>
                  <a:gd name="connsiteX76" fmla="*/ 2311703 w 5640555"/>
                  <a:gd name="connsiteY76" fmla="*/ 3330808 h 4278408"/>
                  <a:gd name="connsiteX77" fmla="*/ 2229026 w 5640555"/>
                  <a:gd name="connsiteY77" fmla="*/ 3395768 h 4278408"/>
                  <a:gd name="connsiteX78" fmla="*/ 2146350 w 5640555"/>
                  <a:gd name="connsiteY78" fmla="*/ 3457776 h 4278408"/>
                  <a:gd name="connsiteX79" fmla="*/ 2063673 w 5640555"/>
                  <a:gd name="connsiteY79" fmla="*/ 3513876 h 4278408"/>
                  <a:gd name="connsiteX80" fmla="*/ 1980996 w 5640555"/>
                  <a:gd name="connsiteY80" fmla="*/ 3569980 h 4278408"/>
                  <a:gd name="connsiteX81" fmla="*/ 1898321 w 5640555"/>
                  <a:gd name="connsiteY81" fmla="*/ 3623129 h 4278408"/>
                  <a:gd name="connsiteX82" fmla="*/ 1812689 w 5640555"/>
                  <a:gd name="connsiteY82" fmla="*/ 3673324 h 4278408"/>
                  <a:gd name="connsiteX83" fmla="*/ 1730014 w 5640555"/>
                  <a:gd name="connsiteY83" fmla="*/ 3723522 h 4278408"/>
                  <a:gd name="connsiteX84" fmla="*/ 1647337 w 5640555"/>
                  <a:gd name="connsiteY84" fmla="*/ 3770765 h 4278408"/>
                  <a:gd name="connsiteX85" fmla="*/ 1558754 w 5640555"/>
                  <a:gd name="connsiteY85" fmla="*/ 3815056 h 4278408"/>
                  <a:gd name="connsiteX86" fmla="*/ 1393401 w 5640555"/>
                  <a:gd name="connsiteY86" fmla="*/ 3894780 h 4278408"/>
                  <a:gd name="connsiteX87" fmla="*/ 1231003 w 5640555"/>
                  <a:gd name="connsiteY87" fmla="*/ 3965646 h 4278408"/>
                  <a:gd name="connsiteX88" fmla="*/ 1065649 w 5640555"/>
                  <a:gd name="connsiteY88" fmla="*/ 4024700 h 4278408"/>
                  <a:gd name="connsiteX89" fmla="*/ 909153 w 5640555"/>
                  <a:gd name="connsiteY89" fmla="*/ 4080802 h 4278408"/>
                  <a:gd name="connsiteX90" fmla="*/ 755612 w 5640555"/>
                  <a:gd name="connsiteY90" fmla="*/ 4128045 h 4278408"/>
                  <a:gd name="connsiteX91" fmla="*/ 610929 w 5640555"/>
                  <a:gd name="connsiteY91" fmla="*/ 4166432 h 4278408"/>
                  <a:gd name="connsiteX92" fmla="*/ 469197 w 5640555"/>
                  <a:gd name="connsiteY92" fmla="*/ 4204817 h 4278408"/>
                  <a:gd name="connsiteX93" fmla="*/ 339277 w 5640555"/>
                  <a:gd name="connsiteY93" fmla="*/ 4231392 h 4278408"/>
                  <a:gd name="connsiteX94" fmla="*/ 221168 w 5640555"/>
                  <a:gd name="connsiteY94" fmla="*/ 4255013 h 4278408"/>
                  <a:gd name="connsiteX95" fmla="*/ 106010 w 5640555"/>
                  <a:gd name="connsiteY95" fmla="*/ 4275681 h 4278408"/>
                  <a:gd name="connsiteX96" fmla="*/ 83516 w 5640555"/>
                  <a:gd name="connsiteY96" fmla="*/ 4278408 h 4278408"/>
                  <a:gd name="connsiteX97" fmla="*/ 0 w 5640555"/>
                  <a:gd name="connsiteY97" fmla="*/ 3859220 h 4278408"/>
                  <a:gd name="connsiteX98" fmla="*/ 32481 w 5640555"/>
                  <a:gd name="connsiteY98" fmla="*/ 3853314 h 4278408"/>
                  <a:gd name="connsiteX99" fmla="*/ 124015 w 5640555"/>
                  <a:gd name="connsiteY99" fmla="*/ 3847409 h 4278408"/>
                  <a:gd name="connsiteX100" fmla="*/ 265746 w 5640555"/>
                  <a:gd name="connsiteY100" fmla="*/ 3832646 h 4278408"/>
                  <a:gd name="connsiteX101" fmla="*/ 357282 w 5640555"/>
                  <a:gd name="connsiteY101" fmla="*/ 3817882 h 4278408"/>
                  <a:gd name="connsiteX102" fmla="*/ 454721 w 5640555"/>
                  <a:gd name="connsiteY102" fmla="*/ 3800165 h 4278408"/>
                  <a:gd name="connsiteX103" fmla="*/ 563973 w 5640555"/>
                  <a:gd name="connsiteY103" fmla="*/ 3782449 h 4278408"/>
                  <a:gd name="connsiteX104" fmla="*/ 679129 w 5640555"/>
                  <a:gd name="connsiteY104" fmla="*/ 3755875 h 4278408"/>
                  <a:gd name="connsiteX105" fmla="*/ 803144 w 5640555"/>
                  <a:gd name="connsiteY105" fmla="*/ 3720442 h 4278408"/>
                  <a:gd name="connsiteX106" fmla="*/ 933063 w 5640555"/>
                  <a:gd name="connsiteY106" fmla="*/ 3685010 h 4278408"/>
                  <a:gd name="connsiteX107" fmla="*/ 1068889 w 5640555"/>
                  <a:gd name="connsiteY107" fmla="*/ 3637767 h 4278408"/>
                  <a:gd name="connsiteX108" fmla="*/ 1210620 w 5640555"/>
                  <a:gd name="connsiteY108" fmla="*/ 3584617 h 4278408"/>
                  <a:gd name="connsiteX109" fmla="*/ 1358257 w 5640555"/>
                  <a:gd name="connsiteY109" fmla="*/ 3525563 h 4278408"/>
                  <a:gd name="connsiteX110" fmla="*/ 1502942 w 5640555"/>
                  <a:gd name="connsiteY110" fmla="*/ 3457649 h 4278408"/>
                  <a:gd name="connsiteX111" fmla="*/ 1653530 w 5640555"/>
                  <a:gd name="connsiteY111" fmla="*/ 3377926 h 4278408"/>
                  <a:gd name="connsiteX112" fmla="*/ 1730302 w 5640555"/>
                  <a:gd name="connsiteY112" fmla="*/ 3336587 h 4278408"/>
                  <a:gd name="connsiteX113" fmla="*/ 1807072 w 5640555"/>
                  <a:gd name="connsiteY113" fmla="*/ 3292296 h 4278408"/>
                  <a:gd name="connsiteX114" fmla="*/ 1880892 w 5640555"/>
                  <a:gd name="connsiteY114" fmla="*/ 3245051 h 4278408"/>
                  <a:gd name="connsiteX115" fmla="*/ 1957663 w 5640555"/>
                  <a:gd name="connsiteY115" fmla="*/ 3197808 h 4278408"/>
                  <a:gd name="connsiteX116" fmla="*/ 2034434 w 5640555"/>
                  <a:gd name="connsiteY116" fmla="*/ 3144659 h 4278408"/>
                  <a:gd name="connsiteX117" fmla="*/ 2108252 w 5640555"/>
                  <a:gd name="connsiteY117" fmla="*/ 3088557 h 4278408"/>
                  <a:gd name="connsiteX118" fmla="*/ 2185022 w 5640555"/>
                  <a:gd name="connsiteY118" fmla="*/ 3032455 h 4278408"/>
                  <a:gd name="connsiteX119" fmla="*/ 2255888 w 5640555"/>
                  <a:gd name="connsiteY119" fmla="*/ 2970449 h 4278408"/>
                  <a:gd name="connsiteX120" fmla="*/ 2329707 w 5640555"/>
                  <a:gd name="connsiteY120" fmla="*/ 2908440 h 4278408"/>
                  <a:gd name="connsiteX121" fmla="*/ 2403525 w 5640555"/>
                  <a:gd name="connsiteY121" fmla="*/ 2840528 h 4278408"/>
                  <a:gd name="connsiteX122" fmla="*/ 2477344 w 5640555"/>
                  <a:gd name="connsiteY122" fmla="*/ 2772615 h 4278408"/>
                  <a:gd name="connsiteX123" fmla="*/ 2548210 w 5640555"/>
                  <a:gd name="connsiteY123" fmla="*/ 2701750 h 4278408"/>
                  <a:gd name="connsiteX124" fmla="*/ 2616121 w 5640555"/>
                  <a:gd name="connsiteY124" fmla="*/ 2624979 h 4278408"/>
                  <a:gd name="connsiteX125" fmla="*/ 2686987 w 5640555"/>
                  <a:gd name="connsiteY125" fmla="*/ 2545255 h 4278408"/>
                  <a:gd name="connsiteX126" fmla="*/ 2754901 w 5640555"/>
                  <a:gd name="connsiteY126" fmla="*/ 2465530 h 4278408"/>
                  <a:gd name="connsiteX127" fmla="*/ 2819860 w 5640555"/>
                  <a:gd name="connsiteY127" fmla="*/ 2376949 h 4278408"/>
                  <a:gd name="connsiteX128" fmla="*/ 2887773 w 5640555"/>
                  <a:gd name="connsiteY128" fmla="*/ 2291321 h 4278408"/>
                  <a:gd name="connsiteX129" fmla="*/ 2949781 w 5640555"/>
                  <a:gd name="connsiteY129" fmla="*/ 2196833 h 4278408"/>
                  <a:gd name="connsiteX130" fmla="*/ 3011788 w 5640555"/>
                  <a:gd name="connsiteY130" fmla="*/ 2102346 h 4278408"/>
                  <a:gd name="connsiteX131" fmla="*/ 3070842 w 5640555"/>
                  <a:gd name="connsiteY131" fmla="*/ 2004905 h 4278408"/>
                  <a:gd name="connsiteX132" fmla="*/ 3126944 w 5640555"/>
                  <a:gd name="connsiteY132" fmla="*/ 1901560 h 4278408"/>
                  <a:gd name="connsiteX133" fmla="*/ 3183045 w 5640555"/>
                  <a:gd name="connsiteY133" fmla="*/ 1795262 h 4278408"/>
                  <a:gd name="connsiteX134" fmla="*/ 3236195 w 5640555"/>
                  <a:gd name="connsiteY134" fmla="*/ 1680104 h 4278408"/>
                  <a:gd name="connsiteX135" fmla="*/ 3286393 w 5640555"/>
                  <a:gd name="connsiteY135" fmla="*/ 1567900 h 4278408"/>
                  <a:gd name="connsiteX136" fmla="*/ 3336587 w 5640555"/>
                  <a:gd name="connsiteY136" fmla="*/ 1449791 h 4278408"/>
                  <a:gd name="connsiteX137" fmla="*/ 3383832 w 5640555"/>
                  <a:gd name="connsiteY137" fmla="*/ 1328729 h 4278408"/>
                  <a:gd name="connsiteX138" fmla="*/ 3428123 w 5640555"/>
                  <a:gd name="connsiteY138" fmla="*/ 1201761 h 4278408"/>
                  <a:gd name="connsiteX139" fmla="*/ 3466508 w 5640555"/>
                  <a:gd name="connsiteY139" fmla="*/ 1071841 h 4278408"/>
                  <a:gd name="connsiteX140" fmla="*/ 3504894 w 5640555"/>
                  <a:gd name="connsiteY140" fmla="*/ 933064 h 4278408"/>
                  <a:gd name="connsiteX141" fmla="*/ 3540327 w 5640555"/>
                  <a:gd name="connsiteY141" fmla="*/ 794284 h 4278408"/>
                  <a:gd name="connsiteX142" fmla="*/ 3558043 w 5640555"/>
                  <a:gd name="connsiteY142" fmla="*/ 726372 h 4278408"/>
                  <a:gd name="connsiteX143" fmla="*/ 3584617 w 5640555"/>
                  <a:gd name="connsiteY143" fmla="*/ 643696 h 4278408"/>
                  <a:gd name="connsiteX144" fmla="*/ 3617098 w 5640555"/>
                  <a:gd name="connsiteY144" fmla="*/ 552161 h 4278408"/>
                  <a:gd name="connsiteX145" fmla="*/ 3661388 w 5640555"/>
                  <a:gd name="connsiteY145" fmla="*/ 454721 h 4278408"/>
                  <a:gd name="connsiteX146" fmla="*/ 3687964 w 5640555"/>
                  <a:gd name="connsiteY146" fmla="*/ 404524 h 4278408"/>
                  <a:gd name="connsiteX147" fmla="*/ 3714537 w 5640555"/>
                  <a:gd name="connsiteY147" fmla="*/ 357280 h 4278408"/>
                  <a:gd name="connsiteX148" fmla="*/ 3744065 w 5640555"/>
                  <a:gd name="connsiteY148" fmla="*/ 307084 h 4278408"/>
                  <a:gd name="connsiteX149" fmla="*/ 3776546 w 5640555"/>
                  <a:gd name="connsiteY149" fmla="*/ 259841 h 4278408"/>
                  <a:gd name="connsiteX150" fmla="*/ 3809024 w 5640555"/>
                  <a:gd name="connsiteY150" fmla="*/ 218502 h 4278408"/>
                  <a:gd name="connsiteX151" fmla="*/ 3850363 w 5640555"/>
                  <a:gd name="connsiteY151" fmla="*/ 177164 h 4278408"/>
                  <a:gd name="connsiteX152" fmla="*/ 3891701 w 5640555"/>
                  <a:gd name="connsiteY152" fmla="*/ 138777 h 4278408"/>
                  <a:gd name="connsiteX153" fmla="*/ 3933039 w 5640555"/>
                  <a:gd name="connsiteY153" fmla="*/ 100393 h 4278408"/>
                  <a:gd name="connsiteX154" fmla="*/ 3977331 w 5640555"/>
                  <a:gd name="connsiteY154" fmla="*/ 70866 h 4278408"/>
                  <a:gd name="connsiteX155" fmla="*/ 4027527 w 5640555"/>
                  <a:gd name="connsiteY155" fmla="*/ 47244 h 4278408"/>
                  <a:gd name="connsiteX156" fmla="*/ 4077724 w 5640555"/>
                  <a:gd name="connsiteY156" fmla="*/ 23622 h 4278408"/>
                  <a:gd name="connsiteX157" fmla="*/ 4130874 w 5640555"/>
                  <a:gd name="connsiteY157" fmla="*/ 11811 h 4278408"/>
                  <a:gd name="connsiteX158" fmla="*/ 4186974 w 5640555"/>
                  <a:gd name="connsiteY158" fmla="*/ 5906 h 4278408"/>
                  <a:gd name="connsiteX159" fmla="*/ 4246029 w 5640555"/>
                  <a:gd name="connsiteY159" fmla="*/ 0 h 427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5640555" h="4278408">
                    <a:moveTo>
                      <a:pt x="4246029" y="0"/>
                    </a:moveTo>
                    <a:lnTo>
                      <a:pt x="4310989" y="8857"/>
                    </a:lnTo>
                    <a:lnTo>
                      <a:pt x="4375949" y="23622"/>
                    </a:lnTo>
                    <a:lnTo>
                      <a:pt x="4446815" y="47244"/>
                    </a:lnTo>
                    <a:lnTo>
                      <a:pt x="4520635" y="79723"/>
                    </a:lnTo>
                    <a:lnTo>
                      <a:pt x="4597405" y="124015"/>
                    </a:lnTo>
                    <a:lnTo>
                      <a:pt x="4674177" y="177164"/>
                    </a:lnTo>
                    <a:lnTo>
                      <a:pt x="4756854" y="242124"/>
                    </a:lnTo>
                    <a:lnTo>
                      <a:pt x="4842482" y="315941"/>
                    </a:lnTo>
                    <a:lnTo>
                      <a:pt x="4934017" y="404524"/>
                    </a:lnTo>
                    <a:lnTo>
                      <a:pt x="5028504" y="504916"/>
                    </a:lnTo>
                    <a:lnTo>
                      <a:pt x="5131848" y="626348"/>
                    </a:lnTo>
                    <a:lnTo>
                      <a:pt x="5131263" y="632975"/>
                    </a:lnTo>
                    <a:lnTo>
                      <a:pt x="5170541" y="674709"/>
                    </a:lnTo>
                    <a:lnTo>
                      <a:pt x="5272472" y="794479"/>
                    </a:lnTo>
                    <a:lnTo>
                      <a:pt x="5343823" y="878571"/>
                    </a:lnTo>
                    <a:lnTo>
                      <a:pt x="5524620" y="905541"/>
                    </a:lnTo>
                    <a:lnTo>
                      <a:pt x="5611815" y="1023629"/>
                    </a:lnTo>
                    <a:lnTo>
                      <a:pt x="5640555" y="1090292"/>
                    </a:lnTo>
                    <a:lnTo>
                      <a:pt x="5626940" y="1120406"/>
                    </a:lnTo>
                    <a:lnTo>
                      <a:pt x="5501373" y="1163468"/>
                    </a:lnTo>
                    <a:lnTo>
                      <a:pt x="5452954" y="1132889"/>
                    </a:lnTo>
                    <a:lnTo>
                      <a:pt x="5407086" y="1097213"/>
                    </a:lnTo>
                    <a:lnTo>
                      <a:pt x="5320445" y="1036054"/>
                    </a:lnTo>
                    <a:lnTo>
                      <a:pt x="5251642" y="974895"/>
                    </a:lnTo>
                    <a:lnTo>
                      <a:pt x="5198128" y="926478"/>
                    </a:lnTo>
                    <a:lnTo>
                      <a:pt x="5152258" y="880609"/>
                    </a:lnTo>
                    <a:lnTo>
                      <a:pt x="5063069" y="796516"/>
                    </a:lnTo>
                    <a:lnTo>
                      <a:pt x="4981525" y="727712"/>
                    </a:lnTo>
                    <a:lnTo>
                      <a:pt x="4899980" y="664006"/>
                    </a:lnTo>
                    <a:lnTo>
                      <a:pt x="4826079" y="613041"/>
                    </a:lnTo>
                    <a:lnTo>
                      <a:pt x="4754728" y="569719"/>
                    </a:lnTo>
                    <a:lnTo>
                      <a:pt x="4685926" y="534043"/>
                    </a:lnTo>
                    <a:lnTo>
                      <a:pt x="4622218" y="508561"/>
                    </a:lnTo>
                    <a:lnTo>
                      <a:pt x="4558511" y="488175"/>
                    </a:lnTo>
                    <a:lnTo>
                      <a:pt x="4499900" y="477981"/>
                    </a:lnTo>
                    <a:lnTo>
                      <a:pt x="4446388" y="470338"/>
                    </a:lnTo>
                    <a:lnTo>
                      <a:pt x="4284127" y="440084"/>
                    </a:lnTo>
                    <a:lnTo>
                      <a:pt x="4225073" y="440084"/>
                    </a:lnTo>
                    <a:lnTo>
                      <a:pt x="4166018" y="451895"/>
                    </a:lnTo>
                    <a:lnTo>
                      <a:pt x="4112869" y="463705"/>
                    </a:lnTo>
                    <a:lnTo>
                      <a:pt x="4062672" y="484373"/>
                    </a:lnTo>
                    <a:lnTo>
                      <a:pt x="4018382" y="507995"/>
                    </a:lnTo>
                    <a:lnTo>
                      <a:pt x="3974090" y="537523"/>
                    </a:lnTo>
                    <a:lnTo>
                      <a:pt x="3929800" y="570003"/>
                    </a:lnTo>
                    <a:lnTo>
                      <a:pt x="3894367" y="608388"/>
                    </a:lnTo>
                    <a:lnTo>
                      <a:pt x="3861885" y="646775"/>
                    </a:lnTo>
                    <a:lnTo>
                      <a:pt x="3826453" y="691065"/>
                    </a:lnTo>
                    <a:lnTo>
                      <a:pt x="3796926" y="735357"/>
                    </a:lnTo>
                    <a:lnTo>
                      <a:pt x="3770351" y="779646"/>
                    </a:lnTo>
                    <a:lnTo>
                      <a:pt x="3743776" y="826891"/>
                    </a:lnTo>
                    <a:lnTo>
                      <a:pt x="3723109" y="874134"/>
                    </a:lnTo>
                    <a:lnTo>
                      <a:pt x="3684722" y="968621"/>
                    </a:lnTo>
                    <a:lnTo>
                      <a:pt x="3655194" y="1057204"/>
                    </a:lnTo>
                    <a:lnTo>
                      <a:pt x="3631573" y="1136928"/>
                    </a:lnTo>
                    <a:lnTo>
                      <a:pt x="3613856" y="1207794"/>
                    </a:lnTo>
                    <a:lnTo>
                      <a:pt x="3578424" y="1346572"/>
                    </a:lnTo>
                    <a:lnTo>
                      <a:pt x="3537085" y="1482397"/>
                    </a:lnTo>
                    <a:lnTo>
                      <a:pt x="3495747" y="1612317"/>
                    </a:lnTo>
                    <a:lnTo>
                      <a:pt x="3451457" y="1736332"/>
                    </a:lnTo>
                    <a:lnTo>
                      <a:pt x="3404213" y="1860347"/>
                    </a:lnTo>
                    <a:lnTo>
                      <a:pt x="3351063" y="1981409"/>
                    </a:lnTo>
                    <a:lnTo>
                      <a:pt x="3297914" y="2093613"/>
                    </a:lnTo>
                    <a:lnTo>
                      <a:pt x="3241812" y="2208769"/>
                    </a:lnTo>
                    <a:lnTo>
                      <a:pt x="3179806" y="2315068"/>
                    </a:lnTo>
                    <a:lnTo>
                      <a:pt x="3120751" y="2418415"/>
                    </a:lnTo>
                    <a:lnTo>
                      <a:pt x="3052837" y="2518807"/>
                    </a:lnTo>
                    <a:lnTo>
                      <a:pt x="2987877" y="2613294"/>
                    </a:lnTo>
                    <a:lnTo>
                      <a:pt x="2919965" y="2707782"/>
                    </a:lnTo>
                    <a:lnTo>
                      <a:pt x="2849100" y="2793409"/>
                    </a:lnTo>
                    <a:lnTo>
                      <a:pt x="2778234" y="2881992"/>
                    </a:lnTo>
                    <a:lnTo>
                      <a:pt x="2704415" y="2964669"/>
                    </a:lnTo>
                    <a:lnTo>
                      <a:pt x="2627644" y="3044393"/>
                    </a:lnTo>
                    <a:lnTo>
                      <a:pt x="2550872" y="3121164"/>
                    </a:lnTo>
                    <a:lnTo>
                      <a:pt x="2471150" y="3194982"/>
                    </a:lnTo>
                    <a:lnTo>
                      <a:pt x="2394379" y="3262895"/>
                    </a:lnTo>
                    <a:lnTo>
                      <a:pt x="2311703" y="3330808"/>
                    </a:lnTo>
                    <a:lnTo>
                      <a:pt x="2229026" y="3395768"/>
                    </a:lnTo>
                    <a:lnTo>
                      <a:pt x="2146350" y="3457776"/>
                    </a:lnTo>
                    <a:lnTo>
                      <a:pt x="2063673" y="3513876"/>
                    </a:lnTo>
                    <a:lnTo>
                      <a:pt x="1980996" y="3569980"/>
                    </a:lnTo>
                    <a:lnTo>
                      <a:pt x="1898321" y="3623129"/>
                    </a:lnTo>
                    <a:lnTo>
                      <a:pt x="1812689" y="3673324"/>
                    </a:lnTo>
                    <a:lnTo>
                      <a:pt x="1730014" y="3723522"/>
                    </a:lnTo>
                    <a:lnTo>
                      <a:pt x="1647337" y="3770765"/>
                    </a:lnTo>
                    <a:lnTo>
                      <a:pt x="1558754" y="3815056"/>
                    </a:lnTo>
                    <a:lnTo>
                      <a:pt x="1393401" y="3894780"/>
                    </a:lnTo>
                    <a:lnTo>
                      <a:pt x="1231003" y="3965646"/>
                    </a:lnTo>
                    <a:lnTo>
                      <a:pt x="1065649" y="4024700"/>
                    </a:lnTo>
                    <a:lnTo>
                      <a:pt x="909153" y="4080802"/>
                    </a:lnTo>
                    <a:lnTo>
                      <a:pt x="755612" y="4128045"/>
                    </a:lnTo>
                    <a:lnTo>
                      <a:pt x="610929" y="4166432"/>
                    </a:lnTo>
                    <a:lnTo>
                      <a:pt x="469197" y="4204817"/>
                    </a:lnTo>
                    <a:lnTo>
                      <a:pt x="339277" y="4231392"/>
                    </a:lnTo>
                    <a:lnTo>
                      <a:pt x="221168" y="4255013"/>
                    </a:lnTo>
                    <a:lnTo>
                      <a:pt x="106010" y="4275681"/>
                    </a:lnTo>
                    <a:lnTo>
                      <a:pt x="83516" y="4278408"/>
                    </a:lnTo>
                    <a:lnTo>
                      <a:pt x="0" y="3859220"/>
                    </a:lnTo>
                    <a:lnTo>
                      <a:pt x="32481" y="3853314"/>
                    </a:lnTo>
                    <a:lnTo>
                      <a:pt x="124015" y="3847409"/>
                    </a:lnTo>
                    <a:lnTo>
                      <a:pt x="265746" y="3832646"/>
                    </a:lnTo>
                    <a:lnTo>
                      <a:pt x="357282" y="3817882"/>
                    </a:lnTo>
                    <a:lnTo>
                      <a:pt x="454721" y="3800165"/>
                    </a:lnTo>
                    <a:lnTo>
                      <a:pt x="563973" y="3782449"/>
                    </a:lnTo>
                    <a:lnTo>
                      <a:pt x="679129" y="3755875"/>
                    </a:lnTo>
                    <a:lnTo>
                      <a:pt x="803144" y="3720442"/>
                    </a:lnTo>
                    <a:lnTo>
                      <a:pt x="933063" y="3685010"/>
                    </a:lnTo>
                    <a:lnTo>
                      <a:pt x="1068889" y="3637767"/>
                    </a:lnTo>
                    <a:lnTo>
                      <a:pt x="1210620" y="3584617"/>
                    </a:lnTo>
                    <a:lnTo>
                      <a:pt x="1358257" y="3525563"/>
                    </a:lnTo>
                    <a:lnTo>
                      <a:pt x="1502942" y="3457649"/>
                    </a:lnTo>
                    <a:lnTo>
                      <a:pt x="1653530" y="3377926"/>
                    </a:lnTo>
                    <a:lnTo>
                      <a:pt x="1730302" y="3336587"/>
                    </a:lnTo>
                    <a:lnTo>
                      <a:pt x="1807072" y="3292296"/>
                    </a:lnTo>
                    <a:lnTo>
                      <a:pt x="1880892" y="3245051"/>
                    </a:lnTo>
                    <a:lnTo>
                      <a:pt x="1957663" y="3197808"/>
                    </a:lnTo>
                    <a:lnTo>
                      <a:pt x="2034434" y="3144659"/>
                    </a:lnTo>
                    <a:lnTo>
                      <a:pt x="2108252" y="3088557"/>
                    </a:lnTo>
                    <a:lnTo>
                      <a:pt x="2185022" y="3032455"/>
                    </a:lnTo>
                    <a:lnTo>
                      <a:pt x="2255888" y="2970449"/>
                    </a:lnTo>
                    <a:lnTo>
                      <a:pt x="2329707" y="2908440"/>
                    </a:lnTo>
                    <a:lnTo>
                      <a:pt x="2403525" y="2840528"/>
                    </a:lnTo>
                    <a:lnTo>
                      <a:pt x="2477344" y="2772615"/>
                    </a:lnTo>
                    <a:lnTo>
                      <a:pt x="2548210" y="2701750"/>
                    </a:lnTo>
                    <a:lnTo>
                      <a:pt x="2616121" y="2624979"/>
                    </a:lnTo>
                    <a:lnTo>
                      <a:pt x="2686987" y="2545255"/>
                    </a:lnTo>
                    <a:lnTo>
                      <a:pt x="2754901" y="2465530"/>
                    </a:lnTo>
                    <a:lnTo>
                      <a:pt x="2819860" y="2376949"/>
                    </a:lnTo>
                    <a:lnTo>
                      <a:pt x="2887773" y="2291321"/>
                    </a:lnTo>
                    <a:lnTo>
                      <a:pt x="2949781" y="2196833"/>
                    </a:lnTo>
                    <a:lnTo>
                      <a:pt x="3011788" y="2102346"/>
                    </a:lnTo>
                    <a:lnTo>
                      <a:pt x="3070842" y="2004905"/>
                    </a:lnTo>
                    <a:lnTo>
                      <a:pt x="3126944" y="1901560"/>
                    </a:lnTo>
                    <a:lnTo>
                      <a:pt x="3183045" y="1795262"/>
                    </a:lnTo>
                    <a:lnTo>
                      <a:pt x="3236195" y="1680104"/>
                    </a:lnTo>
                    <a:lnTo>
                      <a:pt x="3286393" y="1567900"/>
                    </a:lnTo>
                    <a:lnTo>
                      <a:pt x="3336587" y="1449791"/>
                    </a:lnTo>
                    <a:lnTo>
                      <a:pt x="3383832" y="1328729"/>
                    </a:lnTo>
                    <a:lnTo>
                      <a:pt x="3428123" y="1201761"/>
                    </a:lnTo>
                    <a:lnTo>
                      <a:pt x="3466508" y="1071841"/>
                    </a:lnTo>
                    <a:lnTo>
                      <a:pt x="3504894" y="933064"/>
                    </a:lnTo>
                    <a:lnTo>
                      <a:pt x="3540327" y="794284"/>
                    </a:lnTo>
                    <a:lnTo>
                      <a:pt x="3558043" y="726372"/>
                    </a:lnTo>
                    <a:lnTo>
                      <a:pt x="3584617" y="643696"/>
                    </a:lnTo>
                    <a:lnTo>
                      <a:pt x="3617098" y="552161"/>
                    </a:lnTo>
                    <a:lnTo>
                      <a:pt x="3661388" y="454721"/>
                    </a:lnTo>
                    <a:lnTo>
                      <a:pt x="3687964" y="404524"/>
                    </a:lnTo>
                    <a:lnTo>
                      <a:pt x="3714537" y="357280"/>
                    </a:lnTo>
                    <a:lnTo>
                      <a:pt x="3744065" y="307084"/>
                    </a:lnTo>
                    <a:lnTo>
                      <a:pt x="3776546" y="259841"/>
                    </a:lnTo>
                    <a:lnTo>
                      <a:pt x="3809024" y="218502"/>
                    </a:lnTo>
                    <a:lnTo>
                      <a:pt x="3850363" y="177164"/>
                    </a:lnTo>
                    <a:lnTo>
                      <a:pt x="3891701" y="138777"/>
                    </a:lnTo>
                    <a:lnTo>
                      <a:pt x="3933039" y="100393"/>
                    </a:lnTo>
                    <a:lnTo>
                      <a:pt x="3977331" y="70866"/>
                    </a:lnTo>
                    <a:lnTo>
                      <a:pt x="4027527" y="47244"/>
                    </a:lnTo>
                    <a:lnTo>
                      <a:pt x="4077724" y="23622"/>
                    </a:lnTo>
                    <a:lnTo>
                      <a:pt x="4130874" y="11811"/>
                    </a:lnTo>
                    <a:lnTo>
                      <a:pt x="4186974" y="5906"/>
                    </a:lnTo>
                    <a:lnTo>
                      <a:pt x="4246029" y="0"/>
                    </a:lnTo>
                    <a:close/>
                  </a:path>
                </a:pathLst>
              </a:custGeom>
              <a:solidFill>
                <a:srgbClr val="891725"/>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dirty="0">
                  <a:solidFill>
                    <a:prstClr val="black"/>
                  </a:solidFill>
                  <a:latin typeface="Montserrat Light"/>
                </a:endParaRPr>
              </a:p>
            </p:txBody>
          </p:sp>
          <p:sp>
            <p:nvSpPr>
              <p:cNvPr id="13" name="Freeform 12"/>
              <p:cNvSpPr>
                <a:spLocks/>
              </p:cNvSpPr>
              <p:nvPr/>
            </p:nvSpPr>
            <p:spPr bwMode="auto">
              <a:xfrm>
                <a:off x="7248298" y="2200276"/>
                <a:ext cx="944563" cy="2295525"/>
              </a:xfrm>
              <a:custGeom>
                <a:avLst/>
                <a:gdLst>
                  <a:gd name="T0" fmla="*/ 593 w 595"/>
                  <a:gd name="T1" fmla="*/ 81 h 1446"/>
                  <a:gd name="T2" fmla="*/ 589 w 595"/>
                  <a:gd name="T3" fmla="*/ 81 h 1446"/>
                  <a:gd name="T4" fmla="*/ 562 w 595"/>
                  <a:gd name="T5" fmla="*/ 85 h 1446"/>
                  <a:gd name="T6" fmla="*/ 541 w 595"/>
                  <a:gd name="T7" fmla="*/ 90 h 1446"/>
                  <a:gd name="T8" fmla="*/ 515 w 595"/>
                  <a:gd name="T9" fmla="*/ 99 h 1446"/>
                  <a:gd name="T10" fmla="*/ 485 w 595"/>
                  <a:gd name="T11" fmla="*/ 116 h 1446"/>
                  <a:gd name="T12" fmla="*/ 455 w 595"/>
                  <a:gd name="T13" fmla="*/ 139 h 1446"/>
                  <a:gd name="T14" fmla="*/ 421 w 595"/>
                  <a:gd name="T15" fmla="*/ 170 h 1446"/>
                  <a:gd name="T16" fmla="*/ 387 w 595"/>
                  <a:gd name="T17" fmla="*/ 212 h 1446"/>
                  <a:gd name="T18" fmla="*/ 355 w 595"/>
                  <a:gd name="T19" fmla="*/ 264 h 1446"/>
                  <a:gd name="T20" fmla="*/ 322 w 595"/>
                  <a:gd name="T21" fmla="*/ 330 h 1446"/>
                  <a:gd name="T22" fmla="*/ 291 w 595"/>
                  <a:gd name="T23" fmla="*/ 407 h 1446"/>
                  <a:gd name="T24" fmla="*/ 264 w 595"/>
                  <a:gd name="T25" fmla="*/ 501 h 1446"/>
                  <a:gd name="T26" fmla="*/ 240 w 595"/>
                  <a:gd name="T27" fmla="*/ 612 h 1446"/>
                  <a:gd name="T28" fmla="*/ 221 w 595"/>
                  <a:gd name="T29" fmla="*/ 739 h 1446"/>
                  <a:gd name="T30" fmla="*/ 208 w 595"/>
                  <a:gd name="T31" fmla="*/ 886 h 1446"/>
                  <a:gd name="T32" fmla="*/ 205 w 595"/>
                  <a:gd name="T33" fmla="*/ 909 h 1446"/>
                  <a:gd name="T34" fmla="*/ 193 w 595"/>
                  <a:gd name="T35" fmla="*/ 1005 h 1446"/>
                  <a:gd name="T36" fmla="*/ 177 w 595"/>
                  <a:gd name="T37" fmla="*/ 1096 h 1446"/>
                  <a:gd name="T38" fmla="*/ 155 w 595"/>
                  <a:gd name="T39" fmla="*/ 1195 h 1446"/>
                  <a:gd name="T40" fmla="*/ 131 w 595"/>
                  <a:gd name="T41" fmla="*/ 1269 h 1446"/>
                  <a:gd name="T42" fmla="*/ 113 w 595"/>
                  <a:gd name="T43" fmla="*/ 1314 h 1446"/>
                  <a:gd name="T44" fmla="*/ 93 w 595"/>
                  <a:gd name="T45" fmla="*/ 1356 h 1446"/>
                  <a:gd name="T46" fmla="*/ 70 w 595"/>
                  <a:gd name="T47" fmla="*/ 1391 h 1446"/>
                  <a:gd name="T48" fmla="*/ 44 w 595"/>
                  <a:gd name="T49" fmla="*/ 1419 h 1446"/>
                  <a:gd name="T50" fmla="*/ 16 w 595"/>
                  <a:gd name="T51" fmla="*/ 1439 h 1446"/>
                  <a:gd name="T52" fmla="*/ 0 w 595"/>
                  <a:gd name="T53" fmla="*/ 1446 h 1446"/>
                  <a:gd name="T54" fmla="*/ 9 w 595"/>
                  <a:gd name="T55" fmla="*/ 1443 h 1446"/>
                  <a:gd name="T56" fmla="*/ 24 w 595"/>
                  <a:gd name="T57" fmla="*/ 1431 h 1446"/>
                  <a:gd name="T58" fmla="*/ 43 w 595"/>
                  <a:gd name="T59" fmla="*/ 1403 h 1446"/>
                  <a:gd name="T60" fmla="*/ 68 w 595"/>
                  <a:gd name="T61" fmla="*/ 1351 h 1446"/>
                  <a:gd name="T62" fmla="*/ 94 w 595"/>
                  <a:gd name="T63" fmla="*/ 1271 h 1446"/>
                  <a:gd name="T64" fmla="*/ 123 w 595"/>
                  <a:gd name="T65" fmla="*/ 1154 h 1446"/>
                  <a:gd name="T66" fmla="*/ 151 w 595"/>
                  <a:gd name="T67" fmla="*/ 993 h 1446"/>
                  <a:gd name="T68" fmla="*/ 166 w 595"/>
                  <a:gd name="T69" fmla="*/ 895 h 1446"/>
                  <a:gd name="T70" fmla="*/ 183 w 595"/>
                  <a:gd name="T71" fmla="*/ 729 h 1446"/>
                  <a:gd name="T72" fmla="*/ 202 w 595"/>
                  <a:gd name="T73" fmla="*/ 579 h 1446"/>
                  <a:gd name="T74" fmla="*/ 218 w 595"/>
                  <a:gd name="T75" fmla="*/ 481 h 1446"/>
                  <a:gd name="T76" fmla="*/ 235 w 595"/>
                  <a:gd name="T77" fmla="*/ 395 h 1446"/>
                  <a:gd name="T78" fmla="*/ 250 w 595"/>
                  <a:gd name="T79" fmla="*/ 348 h 1446"/>
                  <a:gd name="T80" fmla="*/ 260 w 595"/>
                  <a:gd name="T81" fmla="*/ 325 h 1446"/>
                  <a:gd name="T82" fmla="*/ 264 w 595"/>
                  <a:gd name="T83" fmla="*/ 318 h 1446"/>
                  <a:gd name="T84" fmla="*/ 271 w 595"/>
                  <a:gd name="T85" fmla="*/ 296 h 1446"/>
                  <a:gd name="T86" fmla="*/ 283 w 595"/>
                  <a:gd name="T87" fmla="*/ 260 h 1446"/>
                  <a:gd name="T88" fmla="*/ 307 w 595"/>
                  <a:gd name="T89" fmla="*/ 213 h 1446"/>
                  <a:gd name="T90" fmla="*/ 343 w 595"/>
                  <a:gd name="T91" fmla="*/ 161 h 1446"/>
                  <a:gd name="T92" fmla="*/ 366 w 595"/>
                  <a:gd name="T93" fmla="*/ 134 h 1446"/>
                  <a:gd name="T94" fmla="*/ 393 w 595"/>
                  <a:gd name="T95" fmla="*/ 107 h 1446"/>
                  <a:gd name="T96" fmla="*/ 423 w 595"/>
                  <a:gd name="T97" fmla="*/ 82 h 1446"/>
                  <a:gd name="T98" fmla="*/ 460 w 595"/>
                  <a:gd name="T99" fmla="*/ 57 h 1446"/>
                  <a:gd name="T100" fmla="*/ 499 w 595"/>
                  <a:gd name="T101" fmla="*/ 36 h 1446"/>
                  <a:gd name="T102" fmla="*/ 544 w 595"/>
                  <a:gd name="T103" fmla="*/ 16 h 1446"/>
                  <a:gd name="T104" fmla="*/ 595 w 595"/>
                  <a:gd name="T105" fmla="*/ 0 h 1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5" h="1446">
                    <a:moveTo>
                      <a:pt x="595" y="0"/>
                    </a:moveTo>
                    <a:lnTo>
                      <a:pt x="593" y="81"/>
                    </a:lnTo>
                    <a:lnTo>
                      <a:pt x="593" y="81"/>
                    </a:lnTo>
                    <a:lnTo>
                      <a:pt x="589" y="81"/>
                    </a:lnTo>
                    <a:lnTo>
                      <a:pt x="579" y="82"/>
                    </a:lnTo>
                    <a:lnTo>
                      <a:pt x="562" y="85"/>
                    </a:lnTo>
                    <a:lnTo>
                      <a:pt x="552" y="87"/>
                    </a:lnTo>
                    <a:lnTo>
                      <a:pt x="541" y="90"/>
                    </a:lnTo>
                    <a:lnTo>
                      <a:pt x="528" y="94"/>
                    </a:lnTo>
                    <a:lnTo>
                      <a:pt x="515" y="99"/>
                    </a:lnTo>
                    <a:lnTo>
                      <a:pt x="501" y="107"/>
                    </a:lnTo>
                    <a:lnTo>
                      <a:pt x="485" y="116"/>
                    </a:lnTo>
                    <a:lnTo>
                      <a:pt x="471" y="126"/>
                    </a:lnTo>
                    <a:lnTo>
                      <a:pt x="455" y="139"/>
                    </a:lnTo>
                    <a:lnTo>
                      <a:pt x="438" y="153"/>
                    </a:lnTo>
                    <a:lnTo>
                      <a:pt x="421" y="170"/>
                    </a:lnTo>
                    <a:lnTo>
                      <a:pt x="404" y="190"/>
                    </a:lnTo>
                    <a:lnTo>
                      <a:pt x="387" y="212"/>
                    </a:lnTo>
                    <a:lnTo>
                      <a:pt x="371" y="236"/>
                    </a:lnTo>
                    <a:lnTo>
                      <a:pt x="355" y="264"/>
                    </a:lnTo>
                    <a:lnTo>
                      <a:pt x="338" y="295"/>
                    </a:lnTo>
                    <a:lnTo>
                      <a:pt x="322" y="330"/>
                    </a:lnTo>
                    <a:lnTo>
                      <a:pt x="306" y="367"/>
                    </a:lnTo>
                    <a:lnTo>
                      <a:pt x="291" y="407"/>
                    </a:lnTo>
                    <a:lnTo>
                      <a:pt x="278" y="453"/>
                    </a:lnTo>
                    <a:lnTo>
                      <a:pt x="264" y="501"/>
                    </a:lnTo>
                    <a:lnTo>
                      <a:pt x="252" y="554"/>
                    </a:lnTo>
                    <a:lnTo>
                      <a:pt x="240" y="612"/>
                    </a:lnTo>
                    <a:lnTo>
                      <a:pt x="230" y="673"/>
                    </a:lnTo>
                    <a:lnTo>
                      <a:pt x="221" y="739"/>
                    </a:lnTo>
                    <a:lnTo>
                      <a:pt x="213" y="810"/>
                    </a:lnTo>
                    <a:lnTo>
                      <a:pt x="208" y="886"/>
                    </a:lnTo>
                    <a:lnTo>
                      <a:pt x="208" y="886"/>
                    </a:lnTo>
                    <a:lnTo>
                      <a:pt x="205" y="909"/>
                    </a:lnTo>
                    <a:lnTo>
                      <a:pt x="199" y="966"/>
                    </a:lnTo>
                    <a:lnTo>
                      <a:pt x="193" y="1005"/>
                    </a:lnTo>
                    <a:lnTo>
                      <a:pt x="186" y="1049"/>
                    </a:lnTo>
                    <a:lnTo>
                      <a:pt x="177" y="1096"/>
                    </a:lnTo>
                    <a:lnTo>
                      <a:pt x="167" y="1146"/>
                    </a:lnTo>
                    <a:lnTo>
                      <a:pt x="155" y="1195"/>
                    </a:lnTo>
                    <a:lnTo>
                      <a:pt x="140" y="1245"/>
                    </a:lnTo>
                    <a:lnTo>
                      <a:pt x="131" y="1269"/>
                    </a:lnTo>
                    <a:lnTo>
                      <a:pt x="123" y="1291"/>
                    </a:lnTo>
                    <a:lnTo>
                      <a:pt x="113" y="1314"/>
                    </a:lnTo>
                    <a:lnTo>
                      <a:pt x="104" y="1335"/>
                    </a:lnTo>
                    <a:lnTo>
                      <a:pt x="93" y="1356"/>
                    </a:lnTo>
                    <a:lnTo>
                      <a:pt x="81" y="1374"/>
                    </a:lnTo>
                    <a:lnTo>
                      <a:pt x="70" y="1391"/>
                    </a:lnTo>
                    <a:lnTo>
                      <a:pt x="58" y="1407"/>
                    </a:lnTo>
                    <a:lnTo>
                      <a:pt x="44" y="1419"/>
                    </a:lnTo>
                    <a:lnTo>
                      <a:pt x="30" y="1430"/>
                    </a:lnTo>
                    <a:lnTo>
                      <a:pt x="16" y="1439"/>
                    </a:lnTo>
                    <a:lnTo>
                      <a:pt x="0" y="1446"/>
                    </a:lnTo>
                    <a:lnTo>
                      <a:pt x="0" y="1446"/>
                    </a:lnTo>
                    <a:lnTo>
                      <a:pt x="3" y="1445"/>
                    </a:lnTo>
                    <a:lnTo>
                      <a:pt x="9" y="1443"/>
                    </a:lnTo>
                    <a:lnTo>
                      <a:pt x="16" y="1439"/>
                    </a:lnTo>
                    <a:lnTo>
                      <a:pt x="24" y="1431"/>
                    </a:lnTo>
                    <a:lnTo>
                      <a:pt x="33" y="1419"/>
                    </a:lnTo>
                    <a:lnTo>
                      <a:pt x="43" y="1403"/>
                    </a:lnTo>
                    <a:lnTo>
                      <a:pt x="55" y="1381"/>
                    </a:lnTo>
                    <a:lnTo>
                      <a:pt x="68" y="1351"/>
                    </a:lnTo>
                    <a:lnTo>
                      <a:pt x="80" y="1315"/>
                    </a:lnTo>
                    <a:lnTo>
                      <a:pt x="94" y="1271"/>
                    </a:lnTo>
                    <a:lnTo>
                      <a:pt x="108" y="1217"/>
                    </a:lnTo>
                    <a:lnTo>
                      <a:pt x="123" y="1154"/>
                    </a:lnTo>
                    <a:lnTo>
                      <a:pt x="137" y="1079"/>
                    </a:lnTo>
                    <a:lnTo>
                      <a:pt x="151" y="993"/>
                    </a:lnTo>
                    <a:lnTo>
                      <a:pt x="166" y="895"/>
                    </a:lnTo>
                    <a:lnTo>
                      <a:pt x="166" y="895"/>
                    </a:lnTo>
                    <a:lnTo>
                      <a:pt x="174" y="814"/>
                    </a:lnTo>
                    <a:lnTo>
                      <a:pt x="183" y="729"/>
                    </a:lnTo>
                    <a:lnTo>
                      <a:pt x="195" y="631"/>
                    </a:lnTo>
                    <a:lnTo>
                      <a:pt x="202" y="579"/>
                    </a:lnTo>
                    <a:lnTo>
                      <a:pt x="210" y="529"/>
                    </a:lnTo>
                    <a:lnTo>
                      <a:pt x="218" y="481"/>
                    </a:lnTo>
                    <a:lnTo>
                      <a:pt x="226" y="436"/>
                    </a:lnTo>
                    <a:lnTo>
                      <a:pt x="235" y="395"/>
                    </a:lnTo>
                    <a:lnTo>
                      <a:pt x="245" y="361"/>
                    </a:lnTo>
                    <a:lnTo>
                      <a:pt x="250" y="348"/>
                    </a:lnTo>
                    <a:lnTo>
                      <a:pt x="254" y="335"/>
                    </a:lnTo>
                    <a:lnTo>
                      <a:pt x="260" y="325"/>
                    </a:lnTo>
                    <a:lnTo>
                      <a:pt x="264" y="318"/>
                    </a:lnTo>
                    <a:lnTo>
                      <a:pt x="264" y="318"/>
                    </a:lnTo>
                    <a:lnTo>
                      <a:pt x="266" y="307"/>
                    </a:lnTo>
                    <a:lnTo>
                      <a:pt x="271" y="296"/>
                    </a:lnTo>
                    <a:lnTo>
                      <a:pt x="277" y="279"/>
                    </a:lnTo>
                    <a:lnTo>
                      <a:pt x="283" y="260"/>
                    </a:lnTo>
                    <a:lnTo>
                      <a:pt x="295" y="237"/>
                    </a:lnTo>
                    <a:lnTo>
                      <a:pt x="307" y="213"/>
                    </a:lnTo>
                    <a:lnTo>
                      <a:pt x="323" y="187"/>
                    </a:lnTo>
                    <a:lnTo>
                      <a:pt x="343" y="161"/>
                    </a:lnTo>
                    <a:lnTo>
                      <a:pt x="353" y="148"/>
                    </a:lnTo>
                    <a:lnTo>
                      <a:pt x="366" y="134"/>
                    </a:lnTo>
                    <a:lnTo>
                      <a:pt x="378" y="121"/>
                    </a:lnTo>
                    <a:lnTo>
                      <a:pt x="393" y="107"/>
                    </a:lnTo>
                    <a:lnTo>
                      <a:pt x="408" y="95"/>
                    </a:lnTo>
                    <a:lnTo>
                      <a:pt x="423" y="82"/>
                    </a:lnTo>
                    <a:lnTo>
                      <a:pt x="441" y="70"/>
                    </a:lnTo>
                    <a:lnTo>
                      <a:pt x="460" y="57"/>
                    </a:lnTo>
                    <a:lnTo>
                      <a:pt x="479" y="46"/>
                    </a:lnTo>
                    <a:lnTo>
                      <a:pt x="499" y="36"/>
                    </a:lnTo>
                    <a:lnTo>
                      <a:pt x="522" y="26"/>
                    </a:lnTo>
                    <a:lnTo>
                      <a:pt x="544" y="16"/>
                    </a:lnTo>
                    <a:lnTo>
                      <a:pt x="569" y="8"/>
                    </a:lnTo>
                    <a:lnTo>
                      <a:pt x="595" y="0"/>
                    </a:lnTo>
                    <a:lnTo>
                      <a:pt x="595" y="0"/>
                    </a:lnTo>
                    <a:close/>
                  </a:path>
                </a:pathLst>
              </a:custGeom>
              <a:solidFill>
                <a:srgbClr val="891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 name="Freeform 13"/>
              <p:cNvSpPr>
                <a:spLocks/>
              </p:cNvSpPr>
              <p:nvPr/>
            </p:nvSpPr>
            <p:spPr bwMode="auto">
              <a:xfrm>
                <a:off x="3760560" y="3983038"/>
                <a:ext cx="2593975" cy="2208213"/>
              </a:xfrm>
              <a:custGeom>
                <a:avLst/>
                <a:gdLst>
                  <a:gd name="T0" fmla="*/ 1626 w 1634"/>
                  <a:gd name="T1" fmla="*/ 18 h 1391"/>
                  <a:gd name="T2" fmla="*/ 1590 w 1634"/>
                  <a:gd name="T3" fmla="*/ 11 h 1391"/>
                  <a:gd name="T4" fmla="*/ 1562 w 1634"/>
                  <a:gd name="T5" fmla="*/ 15 h 1391"/>
                  <a:gd name="T6" fmla="*/ 1532 w 1634"/>
                  <a:gd name="T7" fmla="*/ 25 h 1391"/>
                  <a:gd name="T8" fmla="*/ 1498 w 1634"/>
                  <a:gd name="T9" fmla="*/ 48 h 1391"/>
                  <a:gd name="T10" fmla="*/ 1462 w 1634"/>
                  <a:gd name="T11" fmla="*/ 85 h 1391"/>
                  <a:gd name="T12" fmla="*/ 1425 w 1634"/>
                  <a:gd name="T13" fmla="*/ 139 h 1391"/>
                  <a:gd name="T14" fmla="*/ 1387 w 1634"/>
                  <a:gd name="T15" fmla="*/ 215 h 1391"/>
                  <a:gd name="T16" fmla="*/ 1351 w 1634"/>
                  <a:gd name="T17" fmla="*/ 314 h 1391"/>
                  <a:gd name="T18" fmla="*/ 1321 w 1634"/>
                  <a:gd name="T19" fmla="*/ 408 h 1391"/>
                  <a:gd name="T20" fmla="*/ 1256 w 1634"/>
                  <a:gd name="T21" fmla="*/ 578 h 1391"/>
                  <a:gd name="T22" fmla="*/ 1201 w 1634"/>
                  <a:gd name="T23" fmla="*/ 692 h 1391"/>
                  <a:gd name="T24" fmla="*/ 1151 w 1634"/>
                  <a:gd name="T25" fmla="*/ 775 h 1391"/>
                  <a:gd name="T26" fmla="*/ 1120 w 1634"/>
                  <a:gd name="T27" fmla="*/ 812 h 1391"/>
                  <a:gd name="T28" fmla="*/ 1024 w 1634"/>
                  <a:gd name="T29" fmla="*/ 915 h 1391"/>
                  <a:gd name="T30" fmla="*/ 909 w 1634"/>
                  <a:gd name="T31" fmla="*/ 1032 h 1391"/>
                  <a:gd name="T32" fmla="*/ 813 w 1634"/>
                  <a:gd name="T33" fmla="*/ 1114 h 1391"/>
                  <a:gd name="T34" fmla="*/ 727 w 1634"/>
                  <a:gd name="T35" fmla="*/ 1171 h 1391"/>
                  <a:gd name="T36" fmla="*/ 675 w 1634"/>
                  <a:gd name="T37" fmla="*/ 1195 h 1391"/>
                  <a:gd name="T38" fmla="*/ 639 w 1634"/>
                  <a:gd name="T39" fmla="*/ 1207 h 1391"/>
                  <a:gd name="T40" fmla="*/ 376 w 1634"/>
                  <a:gd name="T41" fmla="*/ 1303 h 1391"/>
                  <a:gd name="T42" fmla="*/ 177 w 1634"/>
                  <a:gd name="T43" fmla="*/ 1366 h 1391"/>
                  <a:gd name="T44" fmla="*/ 71 w 1634"/>
                  <a:gd name="T45" fmla="*/ 1390 h 1391"/>
                  <a:gd name="T46" fmla="*/ 0 w 1634"/>
                  <a:gd name="T47" fmla="*/ 1314 h 1391"/>
                  <a:gd name="T48" fmla="*/ 133 w 1634"/>
                  <a:gd name="T49" fmla="*/ 1286 h 1391"/>
                  <a:gd name="T50" fmla="*/ 372 w 1634"/>
                  <a:gd name="T51" fmla="*/ 1227 h 1391"/>
                  <a:gd name="T52" fmla="*/ 529 w 1634"/>
                  <a:gd name="T53" fmla="*/ 1180 h 1391"/>
                  <a:gd name="T54" fmla="*/ 626 w 1634"/>
                  <a:gd name="T55" fmla="*/ 1144 h 1391"/>
                  <a:gd name="T56" fmla="*/ 742 w 1634"/>
                  <a:gd name="T57" fmla="*/ 1066 h 1391"/>
                  <a:gd name="T58" fmla="*/ 855 w 1634"/>
                  <a:gd name="T59" fmla="*/ 982 h 1391"/>
                  <a:gd name="T60" fmla="*/ 975 w 1634"/>
                  <a:gd name="T61" fmla="*/ 882 h 1391"/>
                  <a:gd name="T62" fmla="*/ 1083 w 1634"/>
                  <a:gd name="T63" fmla="*/ 771 h 1391"/>
                  <a:gd name="T64" fmla="*/ 1112 w 1634"/>
                  <a:gd name="T65" fmla="*/ 734 h 1391"/>
                  <a:gd name="T66" fmla="*/ 1159 w 1634"/>
                  <a:gd name="T67" fmla="*/ 658 h 1391"/>
                  <a:gd name="T68" fmla="*/ 1207 w 1634"/>
                  <a:gd name="T69" fmla="*/ 561 h 1391"/>
                  <a:gd name="T70" fmla="*/ 1289 w 1634"/>
                  <a:gd name="T71" fmla="*/ 358 h 1391"/>
                  <a:gd name="T72" fmla="*/ 1322 w 1634"/>
                  <a:gd name="T73" fmla="*/ 261 h 1391"/>
                  <a:gd name="T74" fmla="*/ 1333 w 1634"/>
                  <a:gd name="T75" fmla="*/ 208 h 1391"/>
                  <a:gd name="T76" fmla="*/ 1364 w 1634"/>
                  <a:gd name="T77" fmla="*/ 127 h 1391"/>
                  <a:gd name="T78" fmla="*/ 1389 w 1634"/>
                  <a:gd name="T79" fmla="*/ 85 h 1391"/>
                  <a:gd name="T80" fmla="*/ 1420 w 1634"/>
                  <a:gd name="T81" fmla="*/ 48 h 1391"/>
                  <a:gd name="T82" fmla="*/ 1460 w 1634"/>
                  <a:gd name="T83" fmla="*/ 18 h 1391"/>
                  <a:gd name="T84" fmla="*/ 1507 w 1634"/>
                  <a:gd name="T85" fmla="*/ 2 h 1391"/>
                  <a:gd name="T86" fmla="*/ 1565 w 1634"/>
                  <a:gd name="T87" fmla="*/ 1 h 1391"/>
                  <a:gd name="T88" fmla="*/ 1634 w 1634"/>
                  <a:gd name="T89" fmla="*/ 22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4" h="1391">
                    <a:moveTo>
                      <a:pt x="1634" y="22"/>
                    </a:moveTo>
                    <a:lnTo>
                      <a:pt x="1634" y="22"/>
                    </a:lnTo>
                    <a:lnTo>
                      <a:pt x="1626" y="18"/>
                    </a:lnTo>
                    <a:lnTo>
                      <a:pt x="1617" y="16"/>
                    </a:lnTo>
                    <a:lnTo>
                      <a:pt x="1604" y="13"/>
                    </a:lnTo>
                    <a:lnTo>
                      <a:pt x="1590" y="11"/>
                    </a:lnTo>
                    <a:lnTo>
                      <a:pt x="1582" y="11"/>
                    </a:lnTo>
                    <a:lnTo>
                      <a:pt x="1573" y="13"/>
                    </a:lnTo>
                    <a:lnTo>
                      <a:pt x="1562" y="15"/>
                    </a:lnTo>
                    <a:lnTo>
                      <a:pt x="1553" y="17"/>
                    </a:lnTo>
                    <a:lnTo>
                      <a:pt x="1543" y="21"/>
                    </a:lnTo>
                    <a:lnTo>
                      <a:pt x="1532" y="25"/>
                    </a:lnTo>
                    <a:lnTo>
                      <a:pt x="1521" y="32"/>
                    </a:lnTo>
                    <a:lnTo>
                      <a:pt x="1509" y="39"/>
                    </a:lnTo>
                    <a:lnTo>
                      <a:pt x="1498" y="48"/>
                    </a:lnTo>
                    <a:lnTo>
                      <a:pt x="1486" y="58"/>
                    </a:lnTo>
                    <a:lnTo>
                      <a:pt x="1474" y="70"/>
                    </a:lnTo>
                    <a:lnTo>
                      <a:pt x="1462" y="85"/>
                    </a:lnTo>
                    <a:lnTo>
                      <a:pt x="1450" y="101"/>
                    </a:lnTo>
                    <a:lnTo>
                      <a:pt x="1437" y="119"/>
                    </a:lnTo>
                    <a:lnTo>
                      <a:pt x="1425" y="139"/>
                    </a:lnTo>
                    <a:lnTo>
                      <a:pt x="1412" y="162"/>
                    </a:lnTo>
                    <a:lnTo>
                      <a:pt x="1400" y="186"/>
                    </a:lnTo>
                    <a:lnTo>
                      <a:pt x="1387" y="215"/>
                    </a:lnTo>
                    <a:lnTo>
                      <a:pt x="1375" y="245"/>
                    </a:lnTo>
                    <a:lnTo>
                      <a:pt x="1363" y="278"/>
                    </a:lnTo>
                    <a:lnTo>
                      <a:pt x="1351" y="314"/>
                    </a:lnTo>
                    <a:lnTo>
                      <a:pt x="1340" y="352"/>
                    </a:lnTo>
                    <a:lnTo>
                      <a:pt x="1340" y="352"/>
                    </a:lnTo>
                    <a:lnTo>
                      <a:pt x="1321" y="408"/>
                    </a:lnTo>
                    <a:lnTo>
                      <a:pt x="1299" y="468"/>
                    </a:lnTo>
                    <a:lnTo>
                      <a:pt x="1272" y="540"/>
                    </a:lnTo>
                    <a:lnTo>
                      <a:pt x="1256" y="578"/>
                    </a:lnTo>
                    <a:lnTo>
                      <a:pt x="1238" y="617"/>
                    </a:lnTo>
                    <a:lnTo>
                      <a:pt x="1220" y="655"/>
                    </a:lnTo>
                    <a:lnTo>
                      <a:pt x="1201" y="692"/>
                    </a:lnTo>
                    <a:lnTo>
                      <a:pt x="1182" y="727"/>
                    </a:lnTo>
                    <a:lnTo>
                      <a:pt x="1162" y="760"/>
                    </a:lnTo>
                    <a:lnTo>
                      <a:pt x="1151" y="775"/>
                    </a:lnTo>
                    <a:lnTo>
                      <a:pt x="1140" y="788"/>
                    </a:lnTo>
                    <a:lnTo>
                      <a:pt x="1130" y="801"/>
                    </a:lnTo>
                    <a:lnTo>
                      <a:pt x="1120" y="812"/>
                    </a:lnTo>
                    <a:lnTo>
                      <a:pt x="1120" y="812"/>
                    </a:lnTo>
                    <a:lnTo>
                      <a:pt x="1075" y="859"/>
                    </a:lnTo>
                    <a:lnTo>
                      <a:pt x="1024" y="915"/>
                    </a:lnTo>
                    <a:lnTo>
                      <a:pt x="969" y="973"/>
                    </a:lnTo>
                    <a:lnTo>
                      <a:pt x="939" y="1003"/>
                    </a:lnTo>
                    <a:lnTo>
                      <a:pt x="909" y="1032"/>
                    </a:lnTo>
                    <a:lnTo>
                      <a:pt x="877" y="1061"/>
                    </a:lnTo>
                    <a:lnTo>
                      <a:pt x="846" y="1088"/>
                    </a:lnTo>
                    <a:lnTo>
                      <a:pt x="813" y="1114"/>
                    </a:lnTo>
                    <a:lnTo>
                      <a:pt x="779" y="1139"/>
                    </a:lnTo>
                    <a:lnTo>
                      <a:pt x="745" y="1161"/>
                    </a:lnTo>
                    <a:lnTo>
                      <a:pt x="727" y="1171"/>
                    </a:lnTo>
                    <a:lnTo>
                      <a:pt x="710" y="1180"/>
                    </a:lnTo>
                    <a:lnTo>
                      <a:pt x="692" y="1188"/>
                    </a:lnTo>
                    <a:lnTo>
                      <a:pt x="675" y="1195"/>
                    </a:lnTo>
                    <a:lnTo>
                      <a:pt x="657" y="1201"/>
                    </a:lnTo>
                    <a:lnTo>
                      <a:pt x="639" y="1207"/>
                    </a:lnTo>
                    <a:lnTo>
                      <a:pt x="639" y="1207"/>
                    </a:lnTo>
                    <a:lnTo>
                      <a:pt x="559" y="1237"/>
                    </a:lnTo>
                    <a:lnTo>
                      <a:pt x="474" y="1268"/>
                    </a:lnTo>
                    <a:lnTo>
                      <a:pt x="376" y="1303"/>
                    </a:lnTo>
                    <a:lnTo>
                      <a:pt x="273" y="1337"/>
                    </a:lnTo>
                    <a:lnTo>
                      <a:pt x="223" y="1353"/>
                    </a:lnTo>
                    <a:lnTo>
                      <a:pt x="177" y="1366"/>
                    </a:lnTo>
                    <a:lnTo>
                      <a:pt x="135" y="1377"/>
                    </a:lnTo>
                    <a:lnTo>
                      <a:pt x="99" y="1385"/>
                    </a:lnTo>
                    <a:lnTo>
                      <a:pt x="71" y="1390"/>
                    </a:lnTo>
                    <a:lnTo>
                      <a:pt x="60" y="1391"/>
                    </a:lnTo>
                    <a:lnTo>
                      <a:pt x="51" y="1391"/>
                    </a:lnTo>
                    <a:lnTo>
                      <a:pt x="0" y="1314"/>
                    </a:lnTo>
                    <a:lnTo>
                      <a:pt x="0" y="1314"/>
                    </a:lnTo>
                    <a:lnTo>
                      <a:pt x="63" y="1302"/>
                    </a:lnTo>
                    <a:lnTo>
                      <a:pt x="133" y="1286"/>
                    </a:lnTo>
                    <a:lnTo>
                      <a:pt x="221" y="1266"/>
                    </a:lnTo>
                    <a:lnTo>
                      <a:pt x="321" y="1241"/>
                    </a:lnTo>
                    <a:lnTo>
                      <a:pt x="372" y="1227"/>
                    </a:lnTo>
                    <a:lnTo>
                      <a:pt x="426" y="1212"/>
                    </a:lnTo>
                    <a:lnTo>
                      <a:pt x="477" y="1196"/>
                    </a:lnTo>
                    <a:lnTo>
                      <a:pt x="529" y="1180"/>
                    </a:lnTo>
                    <a:lnTo>
                      <a:pt x="579" y="1162"/>
                    </a:lnTo>
                    <a:lnTo>
                      <a:pt x="626" y="1144"/>
                    </a:lnTo>
                    <a:lnTo>
                      <a:pt x="626" y="1144"/>
                    </a:lnTo>
                    <a:lnTo>
                      <a:pt x="641" y="1135"/>
                    </a:lnTo>
                    <a:lnTo>
                      <a:pt x="682" y="1108"/>
                    </a:lnTo>
                    <a:lnTo>
                      <a:pt x="742" y="1066"/>
                    </a:lnTo>
                    <a:lnTo>
                      <a:pt x="777" y="1041"/>
                    </a:lnTo>
                    <a:lnTo>
                      <a:pt x="815" y="1013"/>
                    </a:lnTo>
                    <a:lnTo>
                      <a:pt x="855" y="982"/>
                    </a:lnTo>
                    <a:lnTo>
                      <a:pt x="894" y="951"/>
                    </a:lnTo>
                    <a:lnTo>
                      <a:pt x="935" y="917"/>
                    </a:lnTo>
                    <a:lnTo>
                      <a:pt x="975" y="882"/>
                    </a:lnTo>
                    <a:lnTo>
                      <a:pt x="1014" y="846"/>
                    </a:lnTo>
                    <a:lnTo>
                      <a:pt x="1050" y="808"/>
                    </a:lnTo>
                    <a:lnTo>
                      <a:pt x="1083" y="771"/>
                    </a:lnTo>
                    <a:lnTo>
                      <a:pt x="1098" y="753"/>
                    </a:lnTo>
                    <a:lnTo>
                      <a:pt x="1112" y="734"/>
                    </a:lnTo>
                    <a:lnTo>
                      <a:pt x="1112" y="734"/>
                    </a:lnTo>
                    <a:lnTo>
                      <a:pt x="1128" y="713"/>
                    </a:lnTo>
                    <a:lnTo>
                      <a:pt x="1142" y="687"/>
                    </a:lnTo>
                    <a:lnTo>
                      <a:pt x="1159" y="658"/>
                    </a:lnTo>
                    <a:lnTo>
                      <a:pt x="1175" y="628"/>
                    </a:lnTo>
                    <a:lnTo>
                      <a:pt x="1191" y="595"/>
                    </a:lnTo>
                    <a:lnTo>
                      <a:pt x="1207" y="561"/>
                    </a:lnTo>
                    <a:lnTo>
                      <a:pt x="1237" y="491"/>
                    </a:lnTo>
                    <a:lnTo>
                      <a:pt x="1266" y="422"/>
                    </a:lnTo>
                    <a:lnTo>
                      <a:pt x="1289" y="358"/>
                    </a:lnTo>
                    <a:lnTo>
                      <a:pt x="1308" y="303"/>
                    </a:lnTo>
                    <a:lnTo>
                      <a:pt x="1322" y="261"/>
                    </a:lnTo>
                    <a:lnTo>
                      <a:pt x="1322" y="261"/>
                    </a:lnTo>
                    <a:lnTo>
                      <a:pt x="1324" y="246"/>
                    </a:lnTo>
                    <a:lnTo>
                      <a:pt x="1328" y="229"/>
                    </a:lnTo>
                    <a:lnTo>
                      <a:pt x="1333" y="208"/>
                    </a:lnTo>
                    <a:lnTo>
                      <a:pt x="1341" y="183"/>
                    </a:lnTo>
                    <a:lnTo>
                      <a:pt x="1351" y="155"/>
                    </a:lnTo>
                    <a:lnTo>
                      <a:pt x="1364" y="127"/>
                    </a:lnTo>
                    <a:lnTo>
                      <a:pt x="1372" y="113"/>
                    </a:lnTo>
                    <a:lnTo>
                      <a:pt x="1380" y="100"/>
                    </a:lnTo>
                    <a:lnTo>
                      <a:pt x="1389" y="85"/>
                    </a:lnTo>
                    <a:lnTo>
                      <a:pt x="1398" y="72"/>
                    </a:lnTo>
                    <a:lnTo>
                      <a:pt x="1409" y="60"/>
                    </a:lnTo>
                    <a:lnTo>
                      <a:pt x="1420" y="48"/>
                    </a:lnTo>
                    <a:lnTo>
                      <a:pt x="1433" y="37"/>
                    </a:lnTo>
                    <a:lnTo>
                      <a:pt x="1445" y="27"/>
                    </a:lnTo>
                    <a:lnTo>
                      <a:pt x="1460" y="18"/>
                    </a:lnTo>
                    <a:lnTo>
                      <a:pt x="1474" y="11"/>
                    </a:lnTo>
                    <a:lnTo>
                      <a:pt x="1490" y="6"/>
                    </a:lnTo>
                    <a:lnTo>
                      <a:pt x="1507" y="2"/>
                    </a:lnTo>
                    <a:lnTo>
                      <a:pt x="1525" y="0"/>
                    </a:lnTo>
                    <a:lnTo>
                      <a:pt x="1544" y="0"/>
                    </a:lnTo>
                    <a:lnTo>
                      <a:pt x="1565" y="1"/>
                    </a:lnTo>
                    <a:lnTo>
                      <a:pt x="1586" y="6"/>
                    </a:lnTo>
                    <a:lnTo>
                      <a:pt x="1609" y="13"/>
                    </a:lnTo>
                    <a:lnTo>
                      <a:pt x="1634" y="22"/>
                    </a:lnTo>
                    <a:lnTo>
                      <a:pt x="1634" y="22"/>
                    </a:lnTo>
                    <a:close/>
                  </a:path>
                </a:pathLst>
              </a:custGeom>
              <a:solidFill>
                <a:srgbClr val="891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 name="Freeform 14"/>
              <p:cNvSpPr>
                <a:spLocks/>
              </p:cNvSpPr>
              <p:nvPr/>
            </p:nvSpPr>
            <p:spPr bwMode="auto">
              <a:xfrm>
                <a:off x="8377010" y="1873251"/>
                <a:ext cx="482600" cy="620713"/>
              </a:xfrm>
              <a:custGeom>
                <a:avLst/>
                <a:gdLst>
                  <a:gd name="T0" fmla="*/ 290 w 304"/>
                  <a:gd name="T1" fmla="*/ 0 h 391"/>
                  <a:gd name="T2" fmla="*/ 304 w 304"/>
                  <a:gd name="T3" fmla="*/ 67 h 391"/>
                  <a:gd name="T4" fmla="*/ 16 w 304"/>
                  <a:gd name="T5" fmla="*/ 391 h 391"/>
                  <a:gd name="T6" fmla="*/ 0 w 304"/>
                  <a:gd name="T7" fmla="*/ 305 h 391"/>
                  <a:gd name="T8" fmla="*/ 290 w 304"/>
                  <a:gd name="T9" fmla="*/ 0 h 391"/>
                </a:gdLst>
                <a:ahLst/>
                <a:cxnLst>
                  <a:cxn ang="0">
                    <a:pos x="T0" y="T1"/>
                  </a:cxn>
                  <a:cxn ang="0">
                    <a:pos x="T2" y="T3"/>
                  </a:cxn>
                  <a:cxn ang="0">
                    <a:pos x="T4" y="T5"/>
                  </a:cxn>
                  <a:cxn ang="0">
                    <a:pos x="T6" y="T7"/>
                  </a:cxn>
                  <a:cxn ang="0">
                    <a:pos x="T8" y="T9"/>
                  </a:cxn>
                </a:cxnLst>
                <a:rect l="0" t="0" r="r" b="b"/>
                <a:pathLst>
                  <a:path w="304" h="391">
                    <a:moveTo>
                      <a:pt x="290" y="0"/>
                    </a:moveTo>
                    <a:lnTo>
                      <a:pt x="304" y="67"/>
                    </a:lnTo>
                    <a:lnTo>
                      <a:pt x="16" y="391"/>
                    </a:lnTo>
                    <a:lnTo>
                      <a:pt x="0" y="305"/>
                    </a:lnTo>
                    <a:lnTo>
                      <a:pt x="290" y="0"/>
                    </a:lnTo>
                    <a:close/>
                  </a:path>
                </a:pathLst>
              </a:custGeom>
              <a:solidFill>
                <a:srgbClr val="A81E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 name="Freeform 15"/>
              <p:cNvSpPr>
                <a:spLocks/>
              </p:cNvSpPr>
              <p:nvPr/>
            </p:nvSpPr>
            <p:spPr bwMode="auto">
              <a:xfrm>
                <a:off x="8189685" y="2200276"/>
                <a:ext cx="212725" cy="293688"/>
              </a:xfrm>
              <a:custGeom>
                <a:avLst/>
                <a:gdLst>
                  <a:gd name="T0" fmla="*/ 134 w 134"/>
                  <a:gd name="T1" fmla="*/ 185 h 185"/>
                  <a:gd name="T2" fmla="*/ 0 w 134"/>
                  <a:gd name="T3" fmla="*/ 81 h 185"/>
                  <a:gd name="T4" fmla="*/ 2 w 134"/>
                  <a:gd name="T5" fmla="*/ 0 h 185"/>
                  <a:gd name="T6" fmla="*/ 118 w 134"/>
                  <a:gd name="T7" fmla="*/ 99 h 185"/>
                  <a:gd name="T8" fmla="*/ 134 w 134"/>
                  <a:gd name="T9" fmla="*/ 185 h 185"/>
                </a:gdLst>
                <a:ahLst/>
                <a:cxnLst>
                  <a:cxn ang="0">
                    <a:pos x="T0" y="T1"/>
                  </a:cxn>
                  <a:cxn ang="0">
                    <a:pos x="T2" y="T3"/>
                  </a:cxn>
                  <a:cxn ang="0">
                    <a:pos x="T4" y="T5"/>
                  </a:cxn>
                  <a:cxn ang="0">
                    <a:pos x="T6" y="T7"/>
                  </a:cxn>
                  <a:cxn ang="0">
                    <a:pos x="T8" y="T9"/>
                  </a:cxn>
                </a:cxnLst>
                <a:rect l="0" t="0" r="r" b="b"/>
                <a:pathLst>
                  <a:path w="134" h="185">
                    <a:moveTo>
                      <a:pt x="134" y="185"/>
                    </a:moveTo>
                    <a:lnTo>
                      <a:pt x="0" y="81"/>
                    </a:lnTo>
                    <a:lnTo>
                      <a:pt x="2" y="0"/>
                    </a:lnTo>
                    <a:lnTo>
                      <a:pt x="118" y="99"/>
                    </a:lnTo>
                    <a:lnTo>
                      <a:pt x="134" y="185"/>
                    </a:lnTo>
                    <a:close/>
                  </a:path>
                </a:pathLst>
              </a:custGeom>
              <a:solidFill>
                <a:srgbClr val="891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7" name="Freeform 16"/>
              <p:cNvSpPr>
                <a:spLocks/>
              </p:cNvSpPr>
              <p:nvPr/>
            </p:nvSpPr>
            <p:spPr bwMode="auto">
              <a:xfrm>
                <a:off x="7765823" y="1839913"/>
                <a:ext cx="200025" cy="192088"/>
              </a:xfrm>
              <a:custGeom>
                <a:avLst/>
                <a:gdLst>
                  <a:gd name="T0" fmla="*/ 0 w 126"/>
                  <a:gd name="T1" fmla="*/ 0 h 121"/>
                  <a:gd name="T2" fmla="*/ 15 w 126"/>
                  <a:gd name="T3" fmla="*/ 72 h 121"/>
                  <a:gd name="T4" fmla="*/ 79 w 126"/>
                  <a:gd name="T5" fmla="*/ 121 h 121"/>
                  <a:gd name="T6" fmla="*/ 126 w 126"/>
                  <a:gd name="T7" fmla="*/ 105 h 121"/>
                  <a:gd name="T8" fmla="*/ 0 w 126"/>
                  <a:gd name="T9" fmla="*/ 0 h 121"/>
                </a:gdLst>
                <a:ahLst/>
                <a:cxnLst>
                  <a:cxn ang="0">
                    <a:pos x="T0" y="T1"/>
                  </a:cxn>
                  <a:cxn ang="0">
                    <a:pos x="T2" y="T3"/>
                  </a:cxn>
                  <a:cxn ang="0">
                    <a:pos x="T4" y="T5"/>
                  </a:cxn>
                  <a:cxn ang="0">
                    <a:pos x="T6" y="T7"/>
                  </a:cxn>
                  <a:cxn ang="0">
                    <a:pos x="T8" y="T9"/>
                  </a:cxn>
                </a:cxnLst>
                <a:rect l="0" t="0" r="r" b="b"/>
                <a:pathLst>
                  <a:path w="126" h="121">
                    <a:moveTo>
                      <a:pt x="0" y="0"/>
                    </a:moveTo>
                    <a:lnTo>
                      <a:pt x="15" y="72"/>
                    </a:lnTo>
                    <a:lnTo>
                      <a:pt x="79" y="121"/>
                    </a:lnTo>
                    <a:lnTo>
                      <a:pt x="126" y="105"/>
                    </a:lnTo>
                    <a:lnTo>
                      <a:pt x="0" y="0"/>
                    </a:lnTo>
                    <a:close/>
                  </a:path>
                </a:pathLst>
              </a:custGeom>
              <a:solidFill>
                <a:srgbClr val="AA20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8" name="Freeform 17"/>
              <p:cNvSpPr>
                <a:spLocks/>
              </p:cNvSpPr>
              <p:nvPr/>
            </p:nvSpPr>
            <p:spPr bwMode="auto">
              <a:xfrm rot="331136">
                <a:off x="-2395625" y="1331830"/>
                <a:ext cx="10879987" cy="7865691"/>
              </a:xfrm>
              <a:custGeom>
                <a:avLst/>
                <a:gdLst>
                  <a:gd name="connsiteX0" fmla="*/ 9810185 w 10879987"/>
                  <a:gd name="connsiteY0" fmla="*/ 69874 h 7865691"/>
                  <a:gd name="connsiteX1" fmla="*/ 10879987 w 10879987"/>
                  <a:gd name="connsiteY1" fmla="*/ 0 h 7865691"/>
                  <a:gd name="connsiteX2" fmla="*/ 10468312 w 10879987"/>
                  <a:gd name="connsiteY2" fmla="*/ 526219 h 7865691"/>
                  <a:gd name="connsiteX3" fmla="*/ 10269901 w 10879987"/>
                  <a:gd name="connsiteY3" fmla="*/ 387496 h 7865691"/>
                  <a:gd name="connsiteX4" fmla="*/ 10211688 w 10879987"/>
                  <a:gd name="connsiteY4" fmla="*/ 412259 h 7865691"/>
                  <a:gd name="connsiteX5" fmla="*/ 10158520 w 10879987"/>
                  <a:gd name="connsiteY5" fmla="*/ 439725 h 7865691"/>
                  <a:gd name="connsiteX6" fmla="*/ 10110398 w 10879987"/>
                  <a:gd name="connsiteY6" fmla="*/ 469893 h 7865691"/>
                  <a:gd name="connsiteX7" fmla="*/ 10067170 w 10879987"/>
                  <a:gd name="connsiteY7" fmla="*/ 501183 h 7865691"/>
                  <a:gd name="connsiteX8" fmla="*/ 10027254 w 10879987"/>
                  <a:gd name="connsiteY8" fmla="*/ 533748 h 7865691"/>
                  <a:gd name="connsiteX9" fmla="*/ 9990652 w 10879987"/>
                  <a:gd name="connsiteY9" fmla="*/ 567587 h 7865691"/>
                  <a:gd name="connsiteX10" fmla="*/ 9957209 w 10879987"/>
                  <a:gd name="connsiteY10" fmla="*/ 601122 h 7865691"/>
                  <a:gd name="connsiteX11" fmla="*/ 9930240 w 10879987"/>
                  <a:gd name="connsiteY11" fmla="*/ 635625 h 7865691"/>
                  <a:gd name="connsiteX12" fmla="*/ 9905004 w 10879987"/>
                  <a:gd name="connsiteY12" fmla="*/ 671556 h 7865691"/>
                  <a:gd name="connsiteX13" fmla="*/ 9882928 w 10879987"/>
                  <a:gd name="connsiteY13" fmla="*/ 707182 h 7865691"/>
                  <a:gd name="connsiteX14" fmla="*/ 9862279 w 10879987"/>
                  <a:gd name="connsiteY14" fmla="*/ 741075 h 7865691"/>
                  <a:gd name="connsiteX15" fmla="*/ 9846676 w 10879987"/>
                  <a:gd name="connsiteY15" fmla="*/ 777670 h 7865691"/>
                  <a:gd name="connsiteX16" fmla="*/ 9832348 w 10879987"/>
                  <a:gd name="connsiteY16" fmla="*/ 810953 h 7865691"/>
                  <a:gd name="connsiteX17" fmla="*/ 9821333 w 10879987"/>
                  <a:gd name="connsiteY17" fmla="*/ 845510 h 7865691"/>
                  <a:gd name="connsiteX18" fmla="*/ 9811593 w 10879987"/>
                  <a:gd name="connsiteY18" fmla="*/ 876754 h 7865691"/>
                  <a:gd name="connsiteX19" fmla="*/ 9803280 w 10879987"/>
                  <a:gd name="connsiteY19" fmla="*/ 906265 h 7865691"/>
                  <a:gd name="connsiteX20" fmla="*/ 9786754 w 10879987"/>
                  <a:gd name="connsiteY20" fmla="*/ 982822 h 7865691"/>
                  <a:gd name="connsiteX21" fmla="*/ 9773999 w 10879987"/>
                  <a:gd name="connsiteY21" fmla="*/ 1065394 h 7865691"/>
                  <a:gd name="connsiteX22" fmla="*/ 9761854 w 10879987"/>
                  <a:gd name="connsiteY22" fmla="*/ 1154286 h 7865691"/>
                  <a:gd name="connsiteX23" fmla="*/ 9753328 w 10879987"/>
                  <a:gd name="connsiteY23" fmla="*/ 1247614 h 7865691"/>
                  <a:gd name="connsiteX24" fmla="*/ 9746687 w 10879987"/>
                  <a:gd name="connsiteY24" fmla="*/ 1343949 h 7865691"/>
                  <a:gd name="connsiteX25" fmla="*/ 9740199 w 10879987"/>
                  <a:gd name="connsiteY25" fmla="*/ 1441865 h 7865691"/>
                  <a:gd name="connsiteX26" fmla="*/ 9737176 w 10879987"/>
                  <a:gd name="connsiteY26" fmla="*/ 1542635 h 7865691"/>
                  <a:gd name="connsiteX27" fmla="*/ 9732574 w 10879987"/>
                  <a:gd name="connsiteY27" fmla="*/ 1643558 h 7865691"/>
                  <a:gd name="connsiteX28" fmla="*/ 9727956 w 10879987"/>
                  <a:gd name="connsiteY28" fmla="*/ 1843366 h 7865691"/>
                  <a:gd name="connsiteX29" fmla="*/ 9725736 w 10879987"/>
                  <a:gd name="connsiteY29" fmla="*/ 2034968 h 7865691"/>
                  <a:gd name="connsiteX30" fmla="*/ 9721836 w 10879987"/>
                  <a:gd name="connsiteY30" fmla="*/ 2209188 h 7865691"/>
                  <a:gd name="connsiteX31" fmla="*/ 9717226 w 10879987"/>
                  <a:gd name="connsiteY31" fmla="*/ 2359553 h 7865691"/>
                  <a:gd name="connsiteX32" fmla="*/ 9714570 w 10879987"/>
                  <a:gd name="connsiteY32" fmla="*/ 2398087 h 7865691"/>
                  <a:gd name="connsiteX33" fmla="*/ 9711761 w 10879987"/>
                  <a:gd name="connsiteY33" fmla="*/ 2435041 h 7865691"/>
                  <a:gd name="connsiteX34" fmla="*/ 9706913 w 10879987"/>
                  <a:gd name="connsiteY34" fmla="*/ 2467407 h 7865691"/>
                  <a:gd name="connsiteX35" fmla="*/ 9702066 w 10879987"/>
                  <a:gd name="connsiteY35" fmla="*/ 2499774 h 7865691"/>
                  <a:gd name="connsiteX36" fmla="*/ 9695334 w 10879987"/>
                  <a:gd name="connsiteY36" fmla="*/ 2529132 h 7865691"/>
                  <a:gd name="connsiteX37" fmla="*/ 9688448 w 10879987"/>
                  <a:gd name="connsiteY37" fmla="*/ 2556911 h 7865691"/>
                  <a:gd name="connsiteX38" fmla="*/ 9681563 w 10879987"/>
                  <a:gd name="connsiteY38" fmla="*/ 2584689 h 7865691"/>
                  <a:gd name="connsiteX39" fmla="*/ 9672792 w 10879987"/>
                  <a:gd name="connsiteY39" fmla="*/ 2609460 h 7865691"/>
                  <a:gd name="connsiteX40" fmla="*/ 9663716 w 10879987"/>
                  <a:gd name="connsiteY40" fmla="*/ 2631071 h 7865691"/>
                  <a:gd name="connsiteX41" fmla="*/ 9653060 w 10879987"/>
                  <a:gd name="connsiteY41" fmla="*/ 2652834 h 7865691"/>
                  <a:gd name="connsiteX42" fmla="*/ 9642098 w 10879987"/>
                  <a:gd name="connsiteY42" fmla="*/ 2671437 h 7865691"/>
                  <a:gd name="connsiteX43" fmla="*/ 9629403 w 10879987"/>
                  <a:gd name="connsiteY43" fmla="*/ 2688612 h 7865691"/>
                  <a:gd name="connsiteX44" fmla="*/ 9618136 w 10879987"/>
                  <a:gd name="connsiteY44" fmla="*/ 2704055 h 7865691"/>
                  <a:gd name="connsiteX45" fmla="*/ 9605289 w 10879987"/>
                  <a:gd name="connsiteY45" fmla="*/ 2719650 h 7865691"/>
                  <a:gd name="connsiteX46" fmla="*/ 9592137 w 10879987"/>
                  <a:gd name="connsiteY46" fmla="*/ 2732085 h 7865691"/>
                  <a:gd name="connsiteX47" fmla="*/ 9578984 w 10879987"/>
                  <a:gd name="connsiteY47" fmla="*/ 2744521 h 7865691"/>
                  <a:gd name="connsiteX48" fmla="*/ 9564099 w 10879987"/>
                  <a:gd name="connsiteY48" fmla="*/ 2755528 h 7865691"/>
                  <a:gd name="connsiteX49" fmla="*/ 9548908 w 10879987"/>
                  <a:gd name="connsiteY49" fmla="*/ 2763376 h 7865691"/>
                  <a:gd name="connsiteX50" fmla="*/ 9535450 w 10879987"/>
                  <a:gd name="connsiteY50" fmla="*/ 2772650 h 7865691"/>
                  <a:gd name="connsiteX51" fmla="*/ 9519954 w 10879987"/>
                  <a:gd name="connsiteY51" fmla="*/ 2777337 h 7865691"/>
                  <a:gd name="connsiteX52" fmla="*/ 9501298 w 10879987"/>
                  <a:gd name="connsiteY52" fmla="*/ 2782330 h 7865691"/>
                  <a:gd name="connsiteX53" fmla="*/ 9485802 w 10879987"/>
                  <a:gd name="connsiteY53" fmla="*/ 2787017 h 7865691"/>
                  <a:gd name="connsiteX54" fmla="*/ 9470153 w 10879987"/>
                  <a:gd name="connsiteY54" fmla="*/ 2790124 h 7865691"/>
                  <a:gd name="connsiteX55" fmla="*/ 9452771 w 10879987"/>
                  <a:gd name="connsiteY55" fmla="*/ 2791803 h 7865691"/>
                  <a:gd name="connsiteX56" fmla="*/ 9417703 w 10879987"/>
                  <a:gd name="connsiteY56" fmla="*/ 2792002 h 7865691"/>
                  <a:gd name="connsiteX57" fmla="*/ 9384062 w 10879987"/>
                  <a:gd name="connsiteY57" fmla="*/ 2790468 h 7865691"/>
                  <a:gd name="connsiteX58" fmla="*/ 9348383 w 10879987"/>
                  <a:gd name="connsiteY58" fmla="*/ 2784346 h 7865691"/>
                  <a:gd name="connsiteX59" fmla="*/ 9312398 w 10879987"/>
                  <a:gd name="connsiteY59" fmla="*/ 2775063 h 7865691"/>
                  <a:gd name="connsiteX60" fmla="*/ 9276261 w 10879987"/>
                  <a:gd name="connsiteY60" fmla="*/ 2764201 h 7865691"/>
                  <a:gd name="connsiteX61" fmla="*/ 9241551 w 10879987"/>
                  <a:gd name="connsiteY61" fmla="*/ 2751606 h 7865691"/>
                  <a:gd name="connsiteX62" fmla="*/ 9208269 w 10879987"/>
                  <a:gd name="connsiteY62" fmla="*/ 2737278 h 7865691"/>
                  <a:gd name="connsiteX63" fmla="*/ 9173101 w 10879987"/>
                  <a:gd name="connsiteY63" fmla="*/ 2719942 h 7865691"/>
                  <a:gd name="connsiteX64" fmla="*/ 9141247 w 10879987"/>
                  <a:gd name="connsiteY64" fmla="*/ 2703881 h 7865691"/>
                  <a:gd name="connsiteX65" fmla="*/ 9110667 w 10879987"/>
                  <a:gd name="connsiteY65" fmla="*/ 2684508 h 7865691"/>
                  <a:gd name="connsiteX66" fmla="*/ 9053277 w 10879987"/>
                  <a:gd name="connsiteY66" fmla="*/ 2651775 h 7865691"/>
                  <a:gd name="connsiteX67" fmla="*/ 9006949 w 10879987"/>
                  <a:gd name="connsiteY67" fmla="*/ 2617974 h 7865691"/>
                  <a:gd name="connsiteX68" fmla="*/ 8970866 w 10879987"/>
                  <a:gd name="connsiteY68" fmla="*/ 2591158 h 7865691"/>
                  <a:gd name="connsiteX69" fmla="*/ 8939675 w 10879987"/>
                  <a:gd name="connsiteY69" fmla="*/ 2565463 h 7865691"/>
                  <a:gd name="connsiteX70" fmla="*/ 8879332 w 10879987"/>
                  <a:gd name="connsiteY70" fmla="*/ 2518662 h 7865691"/>
                  <a:gd name="connsiteX71" fmla="*/ 8824645 w 10879987"/>
                  <a:gd name="connsiteY71" fmla="*/ 2480885 h 7865691"/>
                  <a:gd name="connsiteX72" fmla="*/ 8770263 w 10879987"/>
                  <a:gd name="connsiteY72" fmla="*/ 2446267 h 7865691"/>
                  <a:gd name="connsiteX73" fmla="*/ 8721386 w 10879987"/>
                  <a:gd name="connsiteY73" fmla="*/ 2419091 h 7865691"/>
                  <a:gd name="connsiteX74" fmla="*/ 8674546 w 10879987"/>
                  <a:gd name="connsiteY74" fmla="*/ 2396504 h 7865691"/>
                  <a:gd name="connsiteX75" fmla="*/ 8629745 w 10879987"/>
                  <a:gd name="connsiteY75" fmla="*/ 2378504 h 7865691"/>
                  <a:gd name="connsiteX76" fmla="*/ 8588715 w 10879987"/>
                  <a:gd name="connsiteY76" fmla="*/ 2366520 h 7865691"/>
                  <a:gd name="connsiteX77" fmla="*/ 8547990 w 10879987"/>
                  <a:gd name="connsiteY77" fmla="*/ 2357695 h 7865691"/>
                  <a:gd name="connsiteX78" fmla="*/ 8511036 w 10879987"/>
                  <a:gd name="connsiteY78" fmla="*/ 2354886 h 7865691"/>
                  <a:gd name="connsiteX79" fmla="*/ 8477395 w 10879987"/>
                  <a:gd name="connsiteY79" fmla="*/ 2353352 h 7865691"/>
                  <a:gd name="connsiteX80" fmla="*/ 8445792 w 10879987"/>
                  <a:gd name="connsiteY80" fmla="*/ 2356406 h 7865691"/>
                  <a:gd name="connsiteX81" fmla="*/ 8414800 w 10879987"/>
                  <a:gd name="connsiteY81" fmla="*/ 2365780 h 7865691"/>
                  <a:gd name="connsiteX82" fmla="*/ 8386968 w 10879987"/>
                  <a:gd name="connsiteY82" fmla="*/ 2374849 h 7865691"/>
                  <a:gd name="connsiteX83" fmla="*/ 8361175 w 10879987"/>
                  <a:gd name="connsiteY83" fmla="*/ 2388505 h 7865691"/>
                  <a:gd name="connsiteX84" fmla="*/ 8338694 w 10879987"/>
                  <a:gd name="connsiteY84" fmla="*/ 2403437 h 7865691"/>
                  <a:gd name="connsiteX85" fmla="*/ 8316519 w 10879987"/>
                  <a:gd name="connsiteY85" fmla="*/ 2421528 h 7865691"/>
                  <a:gd name="connsiteX86" fmla="*/ 8294496 w 10879987"/>
                  <a:gd name="connsiteY86" fmla="*/ 2441200 h 7865691"/>
                  <a:gd name="connsiteX87" fmla="*/ 8277519 w 10879987"/>
                  <a:gd name="connsiteY87" fmla="*/ 2463574 h 7865691"/>
                  <a:gd name="connsiteX88" fmla="*/ 8262122 w 10879987"/>
                  <a:gd name="connsiteY88" fmla="*/ 2485795 h 7865691"/>
                  <a:gd name="connsiteX89" fmla="*/ 8245451 w 10879987"/>
                  <a:gd name="connsiteY89" fmla="*/ 2511329 h 7865691"/>
                  <a:gd name="connsiteX90" fmla="*/ 8231939 w 10879987"/>
                  <a:gd name="connsiteY90" fmla="*/ 2536558 h 7865691"/>
                  <a:gd name="connsiteX91" fmla="*/ 8220008 w 10879987"/>
                  <a:gd name="connsiteY91" fmla="*/ 2561634 h 7865691"/>
                  <a:gd name="connsiteX92" fmla="*/ 8208230 w 10879987"/>
                  <a:gd name="connsiteY92" fmla="*/ 2588291 h 7865691"/>
                  <a:gd name="connsiteX93" fmla="*/ 8199612 w 10879987"/>
                  <a:gd name="connsiteY93" fmla="*/ 2614642 h 7865691"/>
                  <a:gd name="connsiteX94" fmla="*/ 8183956 w 10879987"/>
                  <a:gd name="connsiteY94" fmla="*/ 2667191 h 7865691"/>
                  <a:gd name="connsiteX95" fmla="*/ 8172734 w 10879987"/>
                  <a:gd name="connsiteY95" fmla="*/ 2716122 h 7865691"/>
                  <a:gd name="connsiteX96" fmla="*/ 8164216 w 10879987"/>
                  <a:gd name="connsiteY96" fmla="*/ 2760007 h 7865691"/>
                  <a:gd name="connsiteX97" fmla="*/ 8158399 w 10879987"/>
                  <a:gd name="connsiteY97" fmla="*/ 2798847 h 7865691"/>
                  <a:gd name="connsiteX98" fmla="*/ 8146613 w 10879987"/>
                  <a:gd name="connsiteY98" fmla="*/ 2874945 h 7865691"/>
                  <a:gd name="connsiteX99" fmla="*/ 8131514 w 10879987"/>
                  <a:gd name="connsiteY99" fmla="*/ 2949769 h 7865691"/>
                  <a:gd name="connsiteX100" fmla="*/ 8116110 w 10879987"/>
                  <a:gd name="connsiteY100" fmla="*/ 3021433 h 7865691"/>
                  <a:gd name="connsiteX101" fmla="*/ 8098820 w 10879987"/>
                  <a:gd name="connsiteY101" fmla="*/ 3090089 h 7865691"/>
                  <a:gd name="connsiteX102" fmla="*/ 8079951 w 10879987"/>
                  <a:gd name="connsiteY102" fmla="*/ 3158898 h 7865691"/>
                  <a:gd name="connsiteX103" fmla="*/ 8057768 w 10879987"/>
                  <a:gd name="connsiteY103" fmla="*/ 3226432 h 7865691"/>
                  <a:gd name="connsiteX104" fmla="*/ 8035127 w 10879987"/>
                  <a:gd name="connsiteY104" fmla="*/ 3289226 h 7865691"/>
                  <a:gd name="connsiteX105" fmla="*/ 8011059 w 10879987"/>
                  <a:gd name="connsiteY105" fmla="*/ 3353752 h 7865691"/>
                  <a:gd name="connsiteX106" fmla="*/ 7983372 w 10879987"/>
                  <a:gd name="connsiteY106" fmla="*/ 3413843 h 7865691"/>
                  <a:gd name="connsiteX107" fmla="*/ 7957113 w 10879987"/>
                  <a:gd name="connsiteY107" fmla="*/ 3472202 h 7865691"/>
                  <a:gd name="connsiteX108" fmla="*/ 7925961 w 10879987"/>
                  <a:gd name="connsiteY108" fmla="*/ 3529438 h 7865691"/>
                  <a:gd name="connsiteX109" fmla="*/ 7896083 w 10879987"/>
                  <a:gd name="connsiteY109" fmla="*/ 3583362 h 7865691"/>
                  <a:gd name="connsiteX110" fmla="*/ 7864626 w 10879987"/>
                  <a:gd name="connsiteY110" fmla="*/ 3637438 h 7865691"/>
                  <a:gd name="connsiteX111" fmla="*/ 7831130 w 10879987"/>
                  <a:gd name="connsiteY111" fmla="*/ 3686926 h 7865691"/>
                  <a:gd name="connsiteX112" fmla="*/ 7797787 w 10879987"/>
                  <a:gd name="connsiteY112" fmla="*/ 3737994 h 7865691"/>
                  <a:gd name="connsiteX113" fmla="*/ 7762559 w 10879987"/>
                  <a:gd name="connsiteY113" fmla="*/ 3786055 h 7865691"/>
                  <a:gd name="connsiteX114" fmla="*/ 7725597 w 10879987"/>
                  <a:gd name="connsiteY114" fmla="*/ 3832689 h 7865691"/>
                  <a:gd name="connsiteX115" fmla="*/ 7688483 w 10879987"/>
                  <a:gd name="connsiteY115" fmla="*/ 3877742 h 7865691"/>
                  <a:gd name="connsiteX116" fmla="*/ 7649636 w 10879987"/>
                  <a:gd name="connsiteY116" fmla="*/ 3921368 h 7865691"/>
                  <a:gd name="connsiteX117" fmla="*/ 7612064 w 10879987"/>
                  <a:gd name="connsiteY117" fmla="*/ 3961681 h 7865691"/>
                  <a:gd name="connsiteX118" fmla="*/ 7571332 w 10879987"/>
                  <a:gd name="connsiteY118" fmla="*/ 4002299 h 7865691"/>
                  <a:gd name="connsiteX119" fmla="*/ 7530447 w 10879987"/>
                  <a:gd name="connsiteY119" fmla="*/ 4041337 h 7865691"/>
                  <a:gd name="connsiteX120" fmla="*/ 7489409 w 10879987"/>
                  <a:gd name="connsiteY120" fmla="*/ 4078795 h 7865691"/>
                  <a:gd name="connsiteX121" fmla="*/ 7448066 w 10879987"/>
                  <a:gd name="connsiteY121" fmla="*/ 4113093 h 7865691"/>
                  <a:gd name="connsiteX122" fmla="*/ 7406723 w 10879987"/>
                  <a:gd name="connsiteY122" fmla="*/ 4147390 h 7865691"/>
                  <a:gd name="connsiteX123" fmla="*/ 7365227 w 10879987"/>
                  <a:gd name="connsiteY123" fmla="*/ 4180108 h 7865691"/>
                  <a:gd name="connsiteX124" fmla="*/ 7321998 w 10879987"/>
                  <a:gd name="connsiteY124" fmla="*/ 4211398 h 7865691"/>
                  <a:gd name="connsiteX125" fmla="*/ 7280350 w 10879987"/>
                  <a:gd name="connsiteY125" fmla="*/ 4242535 h 7865691"/>
                  <a:gd name="connsiteX126" fmla="*/ 7238549 w 10879987"/>
                  <a:gd name="connsiteY126" fmla="*/ 4272092 h 7865691"/>
                  <a:gd name="connsiteX127" fmla="*/ 7193435 w 10879987"/>
                  <a:gd name="connsiteY127" fmla="*/ 4300375 h 7865691"/>
                  <a:gd name="connsiteX128" fmla="*/ 7109069 w 10879987"/>
                  <a:gd name="connsiteY128" fmla="*/ 4351588 h 7865691"/>
                  <a:gd name="connsiteX129" fmla="*/ 7025826 w 10879987"/>
                  <a:gd name="connsiteY129" fmla="*/ 4397909 h 7865691"/>
                  <a:gd name="connsiteX130" fmla="*/ 6940391 w 10879987"/>
                  <a:gd name="connsiteY130" fmla="*/ 4438062 h 7865691"/>
                  <a:gd name="connsiteX131" fmla="*/ 6859545 w 10879987"/>
                  <a:gd name="connsiteY131" fmla="*/ 4476176 h 7865691"/>
                  <a:gd name="connsiteX132" fmla="*/ 6779820 w 10879987"/>
                  <a:gd name="connsiteY132" fmla="*/ 4509398 h 7865691"/>
                  <a:gd name="connsiteX133" fmla="*/ 6704378 w 10879987"/>
                  <a:gd name="connsiteY133" fmla="*/ 4537421 h 7865691"/>
                  <a:gd name="connsiteX134" fmla="*/ 6630516 w 10879987"/>
                  <a:gd name="connsiteY134" fmla="*/ 4565291 h 7865691"/>
                  <a:gd name="connsiteX135" fmla="*/ 6562364 w 10879987"/>
                  <a:gd name="connsiteY135" fmla="*/ 4586230 h 7865691"/>
                  <a:gd name="connsiteX136" fmla="*/ 6500380 w 10879987"/>
                  <a:gd name="connsiteY136" fmla="*/ 4604979 h 7865691"/>
                  <a:gd name="connsiteX137" fmla="*/ 6439823 w 10879987"/>
                  <a:gd name="connsiteY137" fmla="*/ 4621994 h 7865691"/>
                  <a:gd name="connsiteX138" fmla="*/ 6388289 w 10879987"/>
                  <a:gd name="connsiteY138" fmla="*/ 4633353 h 7865691"/>
                  <a:gd name="connsiteX139" fmla="*/ 6302450 w 10879987"/>
                  <a:gd name="connsiteY139" fmla="*/ 4652811 h 7865691"/>
                  <a:gd name="connsiteX140" fmla="*/ 6249031 w 10879987"/>
                  <a:gd name="connsiteY140" fmla="*/ 4661163 h 7865691"/>
                  <a:gd name="connsiteX141" fmla="*/ 6230222 w 10879987"/>
                  <a:gd name="connsiteY141" fmla="*/ 4664575 h 7865691"/>
                  <a:gd name="connsiteX142" fmla="*/ 6227135 w 10879987"/>
                  <a:gd name="connsiteY142" fmla="*/ 4654343 h 7865691"/>
                  <a:gd name="connsiteX143" fmla="*/ 6227811 w 10879987"/>
                  <a:gd name="connsiteY143" fmla="*/ 4661118 h 7865691"/>
                  <a:gd name="connsiteX144" fmla="*/ 6098112 w 10879987"/>
                  <a:gd name="connsiteY144" fmla="*/ 4712138 h 7865691"/>
                  <a:gd name="connsiteX145" fmla="*/ 6049694 w 10879987"/>
                  <a:gd name="connsiteY145" fmla="*/ 4681559 h 7865691"/>
                  <a:gd name="connsiteX146" fmla="*/ 6003825 w 10879987"/>
                  <a:gd name="connsiteY146" fmla="*/ 4645883 h 7865691"/>
                  <a:gd name="connsiteX147" fmla="*/ 5917185 w 10879987"/>
                  <a:gd name="connsiteY147" fmla="*/ 4584725 h 7865691"/>
                  <a:gd name="connsiteX148" fmla="*/ 5848382 w 10879987"/>
                  <a:gd name="connsiteY148" fmla="*/ 4523566 h 7865691"/>
                  <a:gd name="connsiteX149" fmla="*/ 5794867 w 10879987"/>
                  <a:gd name="connsiteY149" fmla="*/ 4475149 h 7865691"/>
                  <a:gd name="connsiteX150" fmla="*/ 5748999 w 10879987"/>
                  <a:gd name="connsiteY150" fmla="*/ 4429279 h 7865691"/>
                  <a:gd name="connsiteX151" fmla="*/ 5659810 w 10879987"/>
                  <a:gd name="connsiteY151" fmla="*/ 4345187 h 7865691"/>
                  <a:gd name="connsiteX152" fmla="*/ 5578265 w 10879987"/>
                  <a:gd name="connsiteY152" fmla="*/ 4276383 h 7865691"/>
                  <a:gd name="connsiteX153" fmla="*/ 5496721 w 10879987"/>
                  <a:gd name="connsiteY153" fmla="*/ 4212677 h 7865691"/>
                  <a:gd name="connsiteX154" fmla="*/ 5422820 w 10879987"/>
                  <a:gd name="connsiteY154" fmla="*/ 4161712 h 7865691"/>
                  <a:gd name="connsiteX155" fmla="*/ 5351468 w 10879987"/>
                  <a:gd name="connsiteY155" fmla="*/ 4118390 h 7865691"/>
                  <a:gd name="connsiteX156" fmla="*/ 5282666 w 10879987"/>
                  <a:gd name="connsiteY156" fmla="*/ 4082714 h 7865691"/>
                  <a:gd name="connsiteX157" fmla="*/ 5218958 w 10879987"/>
                  <a:gd name="connsiteY157" fmla="*/ 4057232 h 7865691"/>
                  <a:gd name="connsiteX158" fmla="*/ 5155251 w 10879987"/>
                  <a:gd name="connsiteY158" fmla="*/ 4036845 h 7865691"/>
                  <a:gd name="connsiteX159" fmla="*/ 5096640 w 10879987"/>
                  <a:gd name="connsiteY159" fmla="*/ 4026652 h 7865691"/>
                  <a:gd name="connsiteX160" fmla="*/ 5043128 w 10879987"/>
                  <a:gd name="connsiteY160" fmla="*/ 4019008 h 7865691"/>
                  <a:gd name="connsiteX161" fmla="*/ 4880868 w 10879987"/>
                  <a:gd name="connsiteY161" fmla="*/ 3988754 h 7865691"/>
                  <a:gd name="connsiteX162" fmla="*/ 4821814 w 10879987"/>
                  <a:gd name="connsiteY162" fmla="*/ 3988754 h 7865691"/>
                  <a:gd name="connsiteX163" fmla="*/ 4762758 w 10879987"/>
                  <a:gd name="connsiteY163" fmla="*/ 4000565 h 7865691"/>
                  <a:gd name="connsiteX164" fmla="*/ 4709610 w 10879987"/>
                  <a:gd name="connsiteY164" fmla="*/ 4012376 h 7865691"/>
                  <a:gd name="connsiteX165" fmla="*/ 4659412 w 10879987"/>
                  <a:gd name="connsiteY165" fmla="*/ 4033044 h 7865691"/>
                  <a:gd name="connsiteX166" fmla="*/ 4615122 w 10879987"/>
                  <a:gd name="connsiteY166" fmla="*/ 4056665 h 7865691"/>
                  <a:gd name="connsiteX167" fmla="*/ 4570830 w 10879987"/>
                  <a:gd name="connsiteY167" fmla="*/ 4086193 h 7865691"/>
                  <a:gd name="connsiteX168" fmla="*/ 4526540 w 10879987"/>
                  <a:gd name="connsiteY168" fmla="*/ 4118674 h 7865691"/>
                  <a:gd name="connsiteX169" fmla="*/ 4491107 w 10879987"/>
                  <a:gd name="connsiteY169" fmla="*/ 4157059 h 7865691"/>
                  <a:gd name="connsiteX170" fmla="*/ 4458626 w 10879987"/>
                  <a:gd name="connsiteY170" fmla="*/ 4195446 h 7865691"/>
                  <a:gd name="connsiteX171" fmla="*/ 4423193 w 10879987"/>
                  <a:gd name="connsiteY171" fmla="*/ 4239735 h 7865691"/>
                  <a:gd name="connsiteX172" fmla="*/ 4393666 w 10879987"/>
                  <a:gd name="connsiteY172" fmla="*/ 4284027 h 7865691"/>
                  <a:gd name="connsiteX173" fmla="*/ 4367092 w 10879987"/>
                  <a:gd name="connsiteY173" fmla="*/ 4328317 h 7865691"/>
                  <a:gd name="connsiteX174" fmla="*/ 4340517 w 10879987"/>
                  <a:gd name="connsiteY174" fmla="*/ 4375561 h 7865691"/>
                  <a:gd name="connsiteX175" fmla="*/ 4319849 w 10879987"/>
                  <a:gd name="connsiteY175" fmla="*/ 4422804 h 7865691"/>
                  <a:gd name="connsiteX176" fmla="*/ 4281462 w 10879987"/>
                  <a:gd name="connsiteY176" fmla="*/ 4517292 h 7865691"/>
                  <a:gd name="connsiteX177" fmla="*/ 4251934 w 10879987"/>
                  <a:gd name="connsiteY177" fmla="*/ 4605875 h 7865691"/>
                  <a:gd name="connsiteX178" fmla="*/ 4228313 w 10879987"/>
                  <a:gd name="connsiteY178" fmla="*/ 4685599 h 7865691"/>
                  <a:gd name="connsiteX179" fmla="*/ 4210597 w 10879987"/>
                  <a:gd name="connsiteY179" fmla="*/ 4756464 h 7865691"/>
                  <a:gd name="connsiteX180" fmla="*/ 4175163 w 10879987"/>
                  <a:gd name="connsiteY180" fmla="*/ 4895242 h 7865691"/>
                  <a:gd name="connsiteX181" fmla="*/ 4133825 w 10879987"/>
                  <a:gd name="connsiteY181" fmla="*/ 5031067 h 7865691"/>
                  <a:gd name="connsiteX182" fmla="*/ 4092487 w 10879987"/>
                  <a:gd name="connsiteY182" fmla="*/ 5160987 h 7865691"/>
                  <a:gd name="connsiteX183" fmla="*/ 4048197 w 10879987"/>
                  <a:gd name="connsiteY183" fmla="*/ 5285002 h 7865691"/>
                  <a:gd name="connsiteX184" fmla="*/ 4000953 w 10879987"/>
                  <a:gd name="connsiteY184" fmla="*/ 5409017 h 7865691"/>
                  <a:gd name="connsiteX185" fmla="*/ 3947804 w 10879987"/>
                  <a:gd name="connsiteY185" fmla="*/ 5530080 h 7865691"/>
                  <a:gd name="connsiteX186" fmla="*/ 3894654 w 10879987"/>
                  <a:gd name="connsiteY186" fmla="*/ 5642284 h 7865691"/>
                  <a:gd name="connsiteX187" fmla="*/ 3838552 w 10879987"/>
                  <a:gd name="connsiteY187" fmla="*/ 5757440 h 7865691"/>
                  <a:gd name="connsiteX188" fmla="*/ 3776546 w 10879987"/>
                  <a:gd name="connsiteY188" fmla="*/ 5863738 h 7865691"/>
                  <a:gd name="connsiteX189" fmla="*/ 3717492 w 10879987"/>
                  <a:gd name="connsiteY189" fmla="*/ 5967085 h 7865691"/>
                  <a:gd name="connsiteX190" fmla="*/ 3649577 w 10879987"/>
                  <a:gd name="connsiteY190" fmla="*/ 6067477 h 7865691"/>
                  <a:gd name="connsiteX191" fmla="*/ 3584617 w 10879987"/>
                  <a:gd name="connsiteY191" fmla="*/ 6161965 h 7865691"/>
                  <a:gd name="connsiteX192" fmla="*/ 3516705 w 10879987"/>
                  <a:gd name="connsiteY192" fmla="*/ 6256452 h 7865691"/>
                  <a:gd name="connsiteX193" fmla="*/ 3445840 w 10879987"/>
                  <a:gd name="connsiteY193" fmla="*/ 6342080 h 7865691"/>
                  <a:gd name="connsiteX194" fmla="*/ 3374974 w 10879987"/>
                  <a:gd name="connsiteY194" fmla="*/ 6430663 h 7865691"/>
                  <a:gd name="connsiteX195" fmla="*/ 3301155 w 10879987"/>
                  <a:gd name="connsiteY195" fmla="*/ 6513339 h 7865691"/>
                  <a:gd name="connsiteX196" fmla="*/ 3224384 w 10879987"/>
                  <a:gd name="connsiteY196" fmla="*/ 6593063 h 7865691"/>
                  <a:gd name="connsiteX197" fmla="*/ 3147613 w 10879987"/>
                  <a:gd name="connsiteY197" fmla="*/ 6669834 h 7865691"/>
                  <a:gd name="connsiteX198" fmla="*/ 3067890 w 10879987"/>
                  <a:gd name="connsiteY198" fmla="*/ 6743653 h 7865691"/>
                  <a:gd name="connsiteX199" fmla="*/ 2991120 w 10879987"/>
                  <a:gd name="connsiteY199" fmla="*/ 6811566 h 7865691"/>
                  <a:gd name="connsiteX200" fmla="*/ 2908443 w 10879987"/>
                  <a:gd name="connsiteY200" fmla="*/ 6879478 h 7865691"/>
                  <a:gd name="connsiteX201" fmla="*/ 2825766 w 10879987"/>
                  <a:gd name="connsiteY201" fmla="*/ 6944438 h 7865691"/>
                  <a:gd name="connsiteX202" fmla="*/ 2743090 w 10879987"/>
                  <a:gd name="connsiteY202" fmla="*/ 7006447 h 7865691"/>
                  <a:gd name="connsiteX203" fmla="*/ 2660413 w 10879987"/>
                  <a:gd name="connsiteY203" fmla="*/ 7062547 h 7865691"/>
                  <a:gd name="connsiteX204" fmla="*/ 2577736 w 10879987"/>
                  <a:gd name="connsiteY204" fmla="*/ 7118650 h 7865691"/>
                  <a:gd name="connsiteX205" fmla="*/ 2495061 w 10879987"/>
                  <a:gd name="connsiteY205" fmla="*/ 7171799 h 7865691"/>
                  <a:gd name="connsiteX206" fmla="*/ 2409429 w 10879987"/>
                  <a:gd name="connsiteY206" fmla="*/ 7221995 h 7865691"/>
                  <a:gd name="connsiteX207" fmla="*/ 2326754 w 10879987"/>
                  <a:gd name="connsiteY207" fmla="*/ 7272193 h 7865691"/>
                  <a:gd name="connsiteX208" fmla="*/ 2244077 w 10879987"/>
                  <a:gd name="connsiteY208" fmla="*/ 7319436 h 7865691"/>
                  <a:gd name="connsiteX209" fmla="*/ 2155495 w 10879987"/>
                  <a:gd name="connsiteY209" fmla="*/ 7363726 h 7865691"/>
                  <a:gd name="connsiteX210" fmla="*/ 1990142 w 10879987"/>
                  <a:gd name="connsiteY210" fmla="*/ 7443451 h 7865691"/>
                  <a:gd name="connsiteX211" fmla="*/ 1827743 w 10879987"/>
                  <a:gd name="connsiteY211" fmla="*/ 7514317 h 7865691"/>
                  <a:gd name="connsiteX212" fmla="*/ 1662389 w 10879987"/>
                  <a:gd name="connsiteY212" fmla="*/ 7573370 h 7865691"/>
                  <a:gd name="connsiteX213" fmla="*/ 1505893 w 10879987"/>
                  <a:gd name="connsiteY213" fmla="*/ 7629472 h 7865691"/>
                  <a:gd name="connsiteX214" fmla="*/ 1352352 w 10879987"/>
                  <a:gd name="connsiteY214" fmla="*/ 7676715 h 7865691"/>
                  <a:gd name="connsiteX215" fmla="*/ 1207669 w 10879987"/>
                  <a:gd name="connsiteY215" fmla="*/ 7715102 h 7865691"/>
                  <a:gd name="connsiteX216" fmla="*/ 1065937 w 10879987"/>
                  <a:gd name="connsiteY216" fmla="*/ 7753487 h 7865691"/>
                  <a:gd name="connsiteX217" fmla="*/ 936017 w 10879987"/>
                  <a:gd name="connsiteY217" fmla="*/ 7780062 h 7865691"/>
                  <a:gd name="connsiteX218" fmla="*/ 817908 w 10879987"/>
                  <a:gd name="connsiteY218" fmla="*/ 7803684 h 7865691"/>
                  <a:gd name="connsiteX219" fmla="*/ 702751 w 10879987"/>
                  <a:gd name="connsiteY219" fmla="*/ 7824352 h 7865691"/>
                  <a:gd name="connsiteX220" fmla="*/ 605312 w 10879987"/>
                  <a:gd name="connsiteY220" fmla="*/ 7836163 h 7865691"/>
                  <a:gd name="connsiteX221" fmla="*/ 442910 w 10879987"/>
                  <a:gd name="connsiteY221" fmla="*/ 7856833 h 7865691"/>
                  <a:gd name="connsiteX222" fmla="*/ 342518 w 10879987"/>
                  <a:gd name="connsiteY222" fmla="*/ 7862739 h 7865691"/>
                  <a:gd name="connsiteX223" fmla="*/ 307084 w 10879987"/>
                  <a:gd name="connsiteY223" fmla="*/ 7865691 h 7865691"/>
                  <a:gd name="connsiteX224" fmla="*/ 0 w 10879987"/>
                  <a:gd name="connsiteY224" fmla="*/ 6324364 h 7865691"/>
                  <a:gd name="connsiteX225" fmla="*/ 32481 w 10879987"/>
                  <a:gd name="connsiteY225" fmla="*/ 6318459 h 7865691"/>
                  <a:gd name="connsiteX226" fmla="*/ 124015 w 10879987"/>
                  <a:gd name="connsiteY226" fmla="*/ 6312553 h 7865691"/>
                  <a:gd name="connsiteX227" fmla="*/ 265746 w 10879987"/>
                  <a:gd name="connsiteY227" fmla="*/ 6297791 h 7865691"/>
                  <a:gd name="connsiteX228" fmla="*/ 357282 w 10879987"/>
                  <a:gd name="connsiteY228" fmla="*/ 6283026 h 7865691"/>
                  <a:gd name="connsiteX229" fmla="*/ 454721 w 10879987"/>
                  <a:gd name="connsiteY229" fmla="*/ 6265309 h 7865691"/>
                  <a:gd name="connsiteX230" fmla="*/ 563973 w 10879987"/>
                  <a:gd name="connsiteY230" fmla="*/ 6247592 h 7865691"/>
                  <a:gd name="connsiteX231" fmla="*/ 679129 w 10879987"/>
                  <a:gd name="connsiteY231" fmla="*/ 6221020 h 7865691"/>
                  <a:gd name="connsiteX232" fmla="*/ 803144 w 10879987"/>
                  <a:gd name="connsiteY232" fmla="*/ 6185586 h 7865691"/>
                  <a:gd name="connsiteX233" fmla="*/ 933064 w 10879987"/>
                  <a:gd name="connsiteY233" fmla="*/ 6150154 h 7865691"/>
                  <a:gd name="connsiteX234" fmla="*/ 1068890 w 10879987"/>
                  <a:gd name="connsiteY234" fmla="*/ 6102911 h 7865691"/>
                  <a:gd name="connsiteX235" fmla="*/ 1210620 w 10879987"/>
                  <a:gd name="connsiteY235" fmla="*/ 6049761 h 7865691"/>
                  <a:gd name="connsiteX236" fmla="*/ 1358257 w 10879987"/>
                  <a:gd name="connsiteY236" fmla="*/ 5990706 h 7865691"/>
                  <a:gd name="connsiteX237" fmla="*/ 1502942 w 10879987"/>
                  <a:gd name="connsiteY237" fmla="*/ 5922793 h 7865691"/>
                  <a:gd name="connsiteX238" fmla="*/ 1653530 w 10879987"/>
                  <a:gd name="connsiteY238" fmla="*/ 5843070 h 7865691"/>
                  <a:gd name="connsiteX239" fmla="*/ 1730302 w 10879987"/>
                  <a:gd name="connsiteY239" fmla="*/ 5801731 h 7865691"/>
                  <a:gd name="connsiteX240" fmla="*/ 1807072 w 10879987"/>
                  <a:gd name="connsiteY240" fmla="*/ 5757440 h 7865691"/>
                  <a:gd name="connsiteX241" fmla="*/ 1880892 w 10879987"/>
                  <a:gd name="connsiteY241" fmla="*/ 5710195 h 7865691"/>
                  <a:gd name="connsiteX242" fmla="*/ 1957662 w 10879987"/>
                  <a:gd name="connsiteY242" fmla="*/ 5662952 h 7865691"/>
                  <a:gd name="connsiteX243" fmla="*/ 2034434 w 10879987"/>
                  <a:gd name="connsiteY243" fmla="*/ 5609803 h 7865691"/>
                  <a:gd name="connsiteX244" fmla="*/ 2108251 w 10879987"/>
                  <a:gd name="connsiteY244" fmla="*/ 5553701 h 7865691"/>
                  <a:gd name="connsiteX245" fmla="*/ 2185022 w 10879987"/>
                  <a:gd name="connsiteY245" fmla="*/ 5497599 h 7865691"/>
                  <a:gd name="connsiteX246" fmla="*/ 2255888 w 10879987"/>
                  <a:gd name="connsiteY246" fmla="*/ 5435593 h 7865691"/>
                  <a:gd name="connsiteX247" fmla="*/ 2329707 w 10879987"/>
                  <a:gd name="connsiteY247" fmla="*/ 5373584 h 7865691"/>
                  <a:gd name="connsiteX248" fmla="*/ 2403525 w 10879987"/>
                  <a:gd name="connsiteY248" fmla="*/ 5305672 h 7865691"/>
                  <a:gd name="connsiteX249" fmla="*/ 2477344 w 10879987"/>
                  <a:gd name="connsiteY249" fmla="*/ 5237759 h 7865691"/>
                  <a:gd name="connsiteX250" fmla="*/ 2548210 w 10879987"/>
                  <a:gd name="connsiteY250" fmla="*/ 5166894 h 7865691"/>
                  <a:gd name="connsiteX251" fmla="*/ 2616121 w 10879987"/>
                  <a:gd name="connsiteY251" fmla="*/ 5090123 h 7865691"/>
                  <a:gd name="connsiteX252" fmla="*/ 2686987 w 10879987"/>
                  <a:gd name="connsiteY252" fmla="*/ 5010399 h 7865691"/>
                  <a:gd name="connsiteX253" fmla="*/ 2754901 w 10879987"/>
                  <a:gd name="connsiteY253" fmla="*/ 4930674 h 7865691"/>
                  <a:gd name="connsiteX254" fmla="*/ 2819860 w 10879987"/>
                  <a:gd name="connsiteY254" fmla="*/ 4842093 h 7865691"/>
                  <a:gd name="connsiteX255" fmla="*/ 2887773 w 10879987"/>
                  <a:gd name="connsiteY255" fmla="*/ 4756465 h 7865691"/>
                  <a:gd name="connsiteX256" fmla="*/ 2949781 w 10879987"/>
                  <a:gd name="connsiteY256" fmla="*/ 4661977 h 7865691"/>
                  <a:gd name="connsiteX257" fmla="*/ 3011788 w 10879987"/>
                  <a:gd name="connsiteY257" fmla="*/ 4567490 h 7865691"/>
                  <a:gd name="connsiteX258" fmla="*/ 3070842 w 10879987"/>
                  <a:gd name="connsiteY258" fmla="*/ 4470049 h 7865691"/>
                  <a:gd name="connsiteX259" fmla="*/ 3126944 w 10879987"/>
                  <a:gd name="connsiteY259" fmla="*/ 4366704 h 7865691"/>
                  <a:gd name="connsiteX260" fmla="*/ 3183046 w 10879987"/>
                  <a:gd name="connsiteY260" fmla="*/ 4260406 h 7865691"/>
                  <a:gd name="connsiteX261" fmla="*/ 3236195 w 10879987"/>
                  <a:gd name="connsiteY261" fmla="*/ 4145248 h 7865691"/>
                  <a:gd name="connsiteX262" fmla="*/ 3286393 w 10879987"/>
                  <a:gd name="connsiteY262" fmla="*/ 4033044 h 7865691"/>
                  <a:gd name="connsiteX263" fmla="*/ 3336587 w 10879987"/>
                  <a:gd name="connsiteY263" fmla="*/ 3914935 h 7865691"/>
                  <a:gd name="connsiteX264" fmla="*/ 3383832 w 10879987"/>
                  <a:gd name="connsiteY264" fmla="*/ 3793873 h 7865691"/>
                  <a:gd name="connsiteX265" fmla="*/ 3428123 w 10879987"/>
                  <a:gd name="connsiteY265" fmla="*/ 3666905 h 7865691"/>
                  <a:gd name="connsiteX266" fmla="*/ 3466508 w 10879987"/>
                  <a:gd name="connsiteY266" fmla="*/ 3536985 h 7865691"/>
                  <a:gd name="connsiteX267" fmla="*/ 3504894 w 10879987"/>
                  <a:gd name="connsiteY267" fmla="*/ 3398208 h 7865691"/>
                  <a:gd name="connsiteX268" fmla="*/ 3540327 w 10879987"/>
                  <a:gd name="connsiteY268" fmla="*/ 3259428 h 7865691"/>
                  <a:gd name="connsiteX269" fmla="*/ 3558043 w 10879987"/>
                  <a:gd name="connsiteY269" fmla="*/ 3191516 h 7865691"/>
                  <a:gd name="connsiteX270" fmla="*/ 3584617 w 10879987"/>
                  <a:gd name="connsiteY270" fmla="*/ 3108840 h 7865691"/>
                  <a:gd name="connsiteX271" fmla="*/ 3617098 w 10879987"/>
                  <a:gd name="connsiteY271" fmla="*/ 3017305 h 7865691"/>
                  <a:gd name="connsiteX272" fmla="*/ 3661388 w 10879987"/>
                  <a:gd name="connsiteY272" fmla="*/ 2919865 h 7865691"/>
                  <a:gd name="connsiteX273" fmla="*/ 3687964 w 10879987"/>
                  <a:gd name="connsiteY273" fmla="*/ 2869668 h 7865691"/>
                  <a:gd name="connsiteX274" fmla="*/ 3714537 w 10879987"/>
                  <a:gd name="connsiteY274" fmla="*/ 2822424 h 7865691"/>
                  <a:gd name="connsiteX275" fmla="*/ 3744064 w 10879987"/>
                  <a:gd name="connsiteY275" fmla="*/ 2772228 h 7865691"/>
                  <a:gd name="connsiteX276" fmla="*/ 3776546 w 10879987"/>
                  <a:gd name="connsiteY276" fmla="*/ 2724985 h 7865691"/>
                  <a:gd name="connsiteX277" fmla="*/ 3809025 w 10879987"/>
                  <a:gd name="connsiteY277" fmla="*/ 2683647 h 7865691"/>
                  <a:gd name="connsiteX278" fmla="*/ 3850363 w 10879987"/>
                  <a:gd name="connsiteY278" fmla="*/ 2642308 h 7865691"/>
                  <a:gd name="connsiteX279" fmla="*/ 3891701 w 10879987"/>
                  <a:gd name="connsiteY279" fmla="*/ 2603921 h 7865691"/>
                  <a:gd name="connsiteX280" fmla="*/ 3933040 w 10879987"/>
                  <a:gd name="connsiteY280" fmla="*/ 2565537 h 7865691"/>
                  <a:gd name="connsiteX281" fmla="*/ 3977331 w 10879987"/>
                  <a:gd name="connsiteY281" fmla="*/ 2536010 h 7865691"/>
                  <a:gd name="connsiteX282" fmla="*/ 4027527 w 10879987"/>
                  <a:gd name="connsiteY282" fmla="*/ 2512388 h 7865691"/>
                  <a:gd name="connsiteX283" fmla="*/ 4077724 w 10879987"/>
                  <a:gd name="connsiteY283" fmla="*/ 2488766 h 7865691"/>
                  <a:gd name="connsiteX284" fmla="*/ 4130874 w 10879987"/>
                  <a:gd name="connsiteY284" fmla="*/ 2476955 h 7865691"/>
                  <a:gd name="connsiteX285" fmla="*/ 4186974 w 10879987"/>
                  <a:gd name="connsiteY285" fmla="*/ 2471050 h 7865691"/>
                  <a:gd name="connsiteX286" fmla="*/ 4246029 w 10879987"/>
                  <a:gd name="connsiteY286" fmla="*/ 2465144 h 7865691"/>
                  <a:gd name="connsiteX287" fmla="*/ 4310989 w 10879987"/>
                  <a:gd name="connsiteY287" fmla="*/ 2474001 h 7865691"/>
                  <a:gd name="connsiteX288" fmla="*/ 4375949 w 10879987"/>
                  <a:gd name="connsiteY288" fmla="*/ 2488766 h 7865691"/>
                  <a:gd name="connsiteX289" fmla="*/ 4446816 w 10879987"/>
                  <a:gd name="connsiteY289" fmla="*/ 2512388 h 7865691"/>
                  <a:gd name="connsiteX290" fmla="*/ 4520634 w 10879987"/>
                  <a:gd name="connsiteY290" fmla="*/ 2544867 h 7865691"/>
                  <a:gd name="connsiteX291" fmla="*/ 4597405 w 10879987"/>
                  <a:gd name="connsiteY291" fmla="*/ 2589159 h 7865691"/>
                  <a:gd name="connsiteX292" fmla="*/ 4674177 w 10879987"/>
                  <a:gd name="connsiteY292" fmla="*/ 2642308 h 7865691"/>
                  <a:gd name="connsiteX293" fmla="*/ 4756853 w 10879987"/>
                  <a:gd name="connsiteY293" fmla="*/ 2707268 h 7865691"/>
                  <a:gd name="connsiteX294" fmla="*/ 4842482 w 10879987"/>
                  <a:gd name="connsiteY294" fmla="*/ 2781086 h 7865691"/>
                  <a:gd name="connsiteX295" fmla="*/ 4934017 w 10879987"/>
                  <a:gd name="connsiteY295" fmla="*/ 2869668 h 7865691"/>
                  <a:gd name="connsiteX296" fmla="*/ 5028504 w 10879987"/>
                  <a:gd name="connsiteY296" fmla="*/ 2970060 h 7865691"/>
                  <a:gd name="connsiteX297" fmla="*/ 5131849 w 10879987"/>
                  <a:gd name="connsiteY297" fmla="*/ 3091492 h 7865691"/>
                  <a:gd name="connsiteX298" fmla="*/ 5131263 w 10879987"/>
                  <a:gd name="connsiteY298" fmla="*/ 3098119 h 7865691"/>
                  <a:gd name="connsiteX299" fmla="*/ 5170541 w 10879987"/>
                  <a:gd name="connsiteY299" fmla="*/ 3139853 h 7865691"/>
                  <a:gd name="connsiteX300" fmla="*/ 5272472 w 10879987"/>
                  <a:gd name="connsiteY300" fmla="*/ 3259623 h 7865691"/>
                  <a:gd name="connsiteX301" fmla="*/ 5343823 w 10879987"/>
                  <a:gd name="connsiteY301" fmla="*/ 3343715 h 7865691"/>
                  <a:gd name="connsiteX302" fmla="*/ 5425369 w 10879987"/>
                  <a:gd name="connsiteY302" fmla="*/ 3432906 h 7865691"/>
                  <a:gd name="connsiteX303" fmla="*/ 5514557 w 10879987"/>
                  <a:gd name="connsiteY303" fmla="*/ 3522094 h 7865691"/>
                  <a:gd name="connsiteX304" fmla="*/ 5560426 w 10879987"/>
                  <a:gd name="connsiteY304" fmla="*/ 3567964 h 7865691"/>
                  <a:gd name="connsiteX305" fmla="*/ 5608844 w 10879987"/>
                  <a:gd name="connsiteY305" fmla="*/ 3611285 h 7865691"/>
                  <a:gd name="connsiteX306" fmla="*/ 5659810 w 10879987"/>
                  <a:gd name="connsiteY306" fmla="*/ 3654604 h 7865691"/>
                  <a:gd name="connsiteX307" fmla="*/ 5710775 w 10879987"/>
                  <a:gd name="connsiteY307" fmla="*/ 3692830 h 7865691"/>
                  <a:gd name="connsiteX308" fmla="*/ 5759192 w 10879987"/>
                  <a:gd name="connsiteY308" fmla="*/ 3725956 h 7865691"/>
                  <a:gd name="connsiteX309" fmla="*/ 5810157 w 10879987"/>
                  <a:gd name="connsiteY309" fmla="*/ 3759084 h 7865691"/>
                  <a:gd name="connsiteX310" fmla="*/ 5863672 w 10879987"/>
                  <a:gd name="connsiteY310" fmla="*/ 3787115 h 7865691"/>
                  <a:gd name="connsiteX311" fmla="*/ 5914637 w 10879987"/>
                  <a:gd name="connsiteY311" fmla="*/ 3807501 h 7865691"/>
                  <a:gd name="connsiteX312" fmla="*/ 5965602 w 10879987"/>
                  <a:gd name="connsiteY312" fmla="*/ 3825340 h 7865691"/>
                  <a:gd name="connsiteX313" fmla="*/ 6019115 w 10879987"/>
                  <a:gd name="connsiteY313" fmla="*/ 3832983 h 7865691"/>
                  <a:gd name="connsiteX314" fmla="*/ 6044598 w 10879987"/>
                  <a:gd name="connsiteY314" fmla="*/ 3835532 h 7865691"/>
                  <a:gd name="connsiteX315" fmla="*/ 6070081 w 10879987"/>
                  <a:gd name="connsiteY315" fmla="*/ 3835533 h 7865691"/>
                  <a:gd name="connsiteX316" fmla="*/ 6088201 w 10879987"/>
                  <a:gd name="connsiteY316" fmla="*/ 3835532 h 7865691"/>
                  <a:gd name="connsiteX317" fmla="*/ 6127028 w 10879987"/>
                  <a:gd name="connsiteY317" fmla="*/ 3827657 h 7865691"/>
                  <a:gd name="connsiteX318" fmla="*/ 6175249 w 10879987"/>
                  <a:gd name="connsiteY318" fmla="*/ 3815024 h 7865691"/>
                  <a:gd name="connsiteX319" fmla="*/ 6226478 w 10879987"/>
                  <a:gd name="connsiteY319" fmla="*/ 3800504 h 7865691"/>
                  <a:gd name="connsiteX320" fmla="*/ 6284027 w 10879987"/>
                  <a:gd name="connsiteY320" fmla="*/ 3785374 h 7865691"/>
                  <a:gd name="connsiteX321" fmla="*/ 6344278 w 10879987"/>
                  <a:gd name="connsiteY321" fmla="*/ 3765199 h 7865691"/>
                  <a:gd name="connsiteX322" fmla="*/ 6408812 w 10879987"/>
                  <a:gd name="connsiteY322" fmla="*/ 3739825 h 7865691"/>
                  <a:gd name="connsiteX323" fmla="*/ 6476506 w 10879987"/>
                  <a:gd name="connsiteY323" fmla="*/ 3714145 h 7865691"/>
                  <a:gd name="connsiteX324" fmla="*/ 6546750 w 10879987"/>
                  <a:gd name="connsiteY324" fmla="*/ 3681840 h 7865691"/>
                  <a:gd name="connsiteX325" fmla="*/ 6619848 w 10879987"/>
                  <a:gd name="connsiteY325" fmla="*/ 3646069 h 7865691"/>
                  <a:gd name="connsiteX326" fmla="*/ 6695802 w 10879987"/>
                  <a:gd name="connsiteY326" fmla="*/ 3606832 h 7865691"/>
                  <a:gd name="connsiteX327" fmla="*/ 6769717 w 10879987"/>
                  <a:gd name="connsiteY327" fmla="*/ 3563008 h 7865691"/>
                  <a:gd name="connsiteX328" fmla="*/ 6846182 w 10879987"/>
                  <a:gd name="connsiteY328" fmla="*/ 3512557 h 7865691"/>
                  <a:gd name="connsiteX329" fmla="*/ 6885128 w 10879987"/>
                  <a:gd name="connsiteY329" fmla="*/ 3486466 h 7865691"/>
                  <a:gd name="connsiteX330" fmla="*/ 6923922 w 10879987"/>
                  <a:gd name="connsiteY330" fmla="*/ 3458794 h 7865691"/>
                  <a:gd name="connsiteX331" fmla="*/ 6960982 w 10879987"/>
                  <a:gd name="connsiteY331" fmla="*/ 3429695 h 7865691"/>
                  <a:gd name="connsiteX332" fmla="*/ 6999623 w 10879987"/>
                  <a:gd name="connsiteY332" fmla="*/ 3400443 h 7865691"/>
                  <a:gd name="connsiteX333" fmla="*/ 7037959 w 10879987"/>
                  <a:gd name="connsiteY333" fmla="*/ 3368031 h 7865691"/>
                  <a:gd name="connsiteX334" fmla="*/ 7074561 w 10879987"/>
                  <a:gd name="connsiteY334" fmla="*/ 3334191 h 7865691"/>
                  <a:gd name="connsiteX335" fmla="*/ 7112744 w 10879987"/>
                  <a:gd name="connsiteY335" fmla="*/ 3300199 h 7865691"/>
                  <a:gd name="connsiteX336" fmla="*/ 7147461 w 10879987"/>
                  <a:gd name="connsiteY336" fmla="*/ 3263352 h 7865691"/>
                  <a:gd name="connsiteX337" fmla="*/ 7183759 w 10879987"/>
                  <a:gd name="connsiteY337" fmla="*/ 3226352 h 7865691"/>
                  <a:gd name="connsiteX338" fmla="*/ 7219751 w 10879987"/>
                  <a:gd name="connsiteY338" fmla="*/ 3186191 h 7865691"/>
                  <a:gd name="connsiteX339" fmla="*/ 7255743 w 10879987"/>
                  <a:gd name="connsiteY339" fmla="*/ 3146031 h 7865691"/>
                  <a:gd name="connsiteX340" fmla="*/ 7290002 w 10879987"/>
                  <a:gd name="connsiteY340" fmla="*/ 3104444 h 7865691"/>
                  <a:gd name="connsiteX341" fmla="*/ 7322375 w 10879987"/>
                  <a:gd name="connsiteY341" fmla="*/ 3059848 h 7865691"/>
                  <a:gd name="connsiteX342" fmla="*/ 7356176 w 10879987"/>
                  <a:gd name="connsiteY342" fmla="*/ 3013520 h 7865691"/>
                  <a:gd name="connsiteX343" fmla="*/ 7388397 w 10879987"/>
                  <a:gd name="connsiteY343" fmla="*/ 2967345 h 7865691"/>
                  <a:gd name="connsiteX344" fmla="*/ 7418580 w 10879987"/>
                  <a:gd name="connsiteY344" fmla="*/ 2916582 h 7865691"/>
                  <a:gd name="connsiteX345" fmla="*/ 7450496 w 10879987"/>
                  <a:gd name="connsiteY345" fmla="*/ 2867246 h 7865691"/>
                  <a:gd name="connsiteX346" fmla="*/ 7478793 w 10879987"/>
                  <a:gd name="connsiteY346" fmla="*/ 2813475 h 7865691"/>
                  <a:gd name="connsiteX347" fmla="*/ 7507090 w 10879987"/>
                  <a:gd name="connsiteY347" fmla="*/ 2759705 h 7865691"/>
                  <a:gd name="connsiteX348" fmla="*/ 7533655 w 10879987"/>
                  <a:gd name="connsiteY348" fmla="*/ 2704506 h 7865691"/>
                  <a:gd name="connsiteX349" fmla="*/ 7558334 w 10879987"/>
                  <a:gd name="connsiteY349" fmla="*/ 2646301 h 7865691"/>
                  <a:gd name="connsiteX350" fmla="*/ 7582860 w 10879987"/>
                  <a:gd name="connsiteY350" fmla="*/ 2586515 h 7865691"/>
                  <a:gd name="connsiteX351" fmla="*/ 7605348 w 10879987"/>
                  <a:gd name="connsiteY351" fmla="*/ 2522141 h 7865691"/>
                  <a:gd name="connsiteX352" fmla="*/ 7626409 w 10879987"/>
                  <a:gd name="connsiteY352" fmla="*/ 2459500 h 7865691"/>
                  <a:gd name="connsiteX353" fmla="*/ 7647164 w 10879987"/>
                  <a:gd name="connsiteY353" fmla="*/ 2393699 h 7865691"/>
                  <a:gd name="connsiteX354" fmla="*/ 7666187 w 10879987"/>
                  <a:gd name="connsiteY354" fmla="*/ 2326471 h 7865691"/>
                  <a:gd name="connsiteX355" fmla="*/ 7683324 w 10879987"/>
                  <a:gd name="connsiteY355" fmla="*/ 2256234 h 7865691"/>
                  <a:gd name="connsiteX356" fmla="*/ 7697148 w 10879987"/>
                  <a:gd name="connsiteY356" fmla="*/ 2184723 h 7865691"/>
                  <a:gd name="connsiteX357" fmla="*/ 7710514 w 10879987"/>
                  <a:gd name="connsiteY357" fmla="*/ 2108472 h 7865691"/>
                  <a:gd name="connsiteX358" fmla="*/ 7722300 w 10879987"/>
                  <a:gd name="connsiteY358" fmla="*/ 2032373 h 7865691"/>
                  <a:gd name="connsiteX359" fmla="*/ 7728269 w 10879987"/>
                  <a:gd name="connsiteY359" fmla="*/ 1995114 h 7865691"/>
                  <a:gd name="connsiteX360" fmla="*/ 7738215 w 10879987"/>
                  <a:gd name="connsiteY360" fmla="*/ 1949496 h 7865691"/>
                  <a:gd name="connsiteX361" fmla="*/ 7750864 w 10879987"/>
                  <a:gd name="connsiteY361" fmla="*/ 1898832 h 7865691"/>
                  <a:gd name="connsiteX362" fmla="*/ 7769527 w 10879987"/>
                  <a:gd name="connsiteY362" fmla="*/ 1844397 h 7865691"/>
                  <a:gd name="connsiteX363" fmla="*/ 7781153 w 10879987"/>
                  <a:gd name="connsiteY363" fmla="*/ 1816161 h 7865691"/>
                  <a:gd name="connsiteX364" fmla="*/ 7792932 w 10879987"/>
                  <a:gd name="connsiteY364" fmla="*/ 1789504 h 7865691"/>
                  <a:gd name="connsiteX365" fmla="*/ 7806138 w 10879987"/>
                  <a:gd name="connsiteY365" fmla="*/ 1761115 h 7865691"/>
                  <a:gd name="connsiteX366" fmla="*/ 7821076 w 10879987"/>
                  <a:gd name="connsiteY366" fmla="*/ 1734153 h 7865691"/>
                  <a:gd name="connsiteX367" fmla="*/ 7836320 w 10879987"/>
                  <a:gd name="connsiteY367" fmla="*/ 1710352 h 7865691"/>
                  <a:gd name="connsiteX368" fmla="*/ 7856305 w 10879987"/>
                  <a:gd name="connsiteY368" fmla="*/ 1686093 h 7865691"/>
                  <a:gd name="connsiteX369" fmla="*/ 7876442 w 10879987"/>
                  <a:gd name="connsiteY369" fmla="*/ 1663413 h 7865691"/>
                  <a:gd name="connsiteX370" fmla="*/ 7896579 w 10879987"/>
                  <a:gd name="connsiteY370" fmla="*/ 1640734 h 7865691"/>
                  <a:gd name="connsiteX371" fmla="*/ 7918755 w 10879987"/>
                  <a:gd name="connsiteY371" fmla="*/ 1622642 h 7865691"/>
                  <a:gd name="connsiteX372" fmla="*/ 7944396 w 10879987"/>
                  <a:gd name="connsiteY372" fmla="*/ 1607405 h 7865691"/>
                  <a:gd name="connsiteX373" fmla="*/ 7970036 w 10879987"/>
                  <a:gd name="connsiteY373" fmla="*/ 1592169 h 7865691"/>
                  <a:gd name="connsiteX374" fmla="*/ 7997868 w 10879987"/>
                  <a:gd name="connsiteY374" fmla="*/ 1583100 h 7865691"/>
                  <a:gd name="connsiteX375" fmla="*/ 8027586 w 10879987"/>
                  <a:gd name="connsiteY375" fmla="*/ 1577039 h 7865691"/>
                  <a:gd name="connsiteX376" fmla="*/ 8058883 w 10879987"/>
                  <a:gd name="connsiteY376" fmla="*/ 1570825 h 7865691"/>
                  <a:gd name="connsiteX377" fmla="*/ 8094104 w 10879987"/>
                  <a:gd name="connsiteY377" fmla="*/ 1572207 h 7865691"/>
                  <a:gd name="connsiteX378" fmla="*/ 8129631 w 10879987"/>
                  <a:gd name="connsiteY378" fmla="*/ 1576748 h 7865691"/>
                  <a:gd name="connsiteX379" fmla="*/ 8168776 w 10879987"/>
                  <a:gd name="connsiteY379" fmla="*/ 1585725 h 7865691"/>
                  <a:gd name="connsiteX380" fmla="*/ 8209959 w 10879987"/>
                  <a:gd name="connsiteY380" fmla="*/ 1599290 h 7865691"/>
                  <a:gd name="connsiteX381" fmla="*/ 8253332 w 10879987"/>
                  <a:gd name="connsiteY381" fmla="*/ 1619022 h 7865691"/>
                  <a:gd name="connsiteX382" fmla="*/ 8297164 w 10879987"/>
                  <a:gd name="connsiteY382" fmla="*/ 1643496 h 7865691"/>
                  <a:gd name="connsiteX383" fmla="*/ 8344767 w 10879987"/>
                  <a:gd name="connsiteY383" fmla="*/ 1673984 h 7865691"/>
                  <a:gd name="connsiteX384" fmla="*/ 8394408 w 10879987"/>
                  <a:gd name="connsiteY384" fmla="*/ 1709059 h 7865691"/>
                  <a:gd name="connsiteX385" fmla="*/ 8447973 w 10879987"/>
                  <a:gd name="connsiteY385" fmla="*/ 1751731 h 7865691"/>
                  <a:gd name="connsiteX386" fmla="*/ 8503728 w 10879987"/>
                  <a:gd name="connsiteY386" fmla="*/ 1800570 h 7865691"/>
                  <a:gd name="connsiteX387" fmla="*/ 8574110 w 10879987"/>
                  <a:gd name="connsiteY387" fmla="*/ 1868729 h 7865691"/>
                  <a:gd name="connsiteX388" fmla="*/ 8623392 w 10879987"/>
                  <a:gd name="connsiteY388" fmla="*/ 1916599 h 7865691"/>
                  <a:gd name="connsiteX389" fmla="*/ 8679300 w 10879987"/>
                  <a:gd name="connsiteY389" fmla="*/ 1967018 h 7865691"/>
                  <a:gd name="connsiteX390" fmla="*/ 8739949 w 10879987"/>
                  <a:gd name="connsiteY390" fmla="*/ 2016979 h 7865691"/>
                  <a:gd name="connsiteX391" fmla="*/ 8771139 w 10879987"/>
                  <a:gd name="connsiteY391" fmla="*/ 2042674 h 7865691"/>
                  <a:gd name="connsiteX392" fmla="*/ 8803758 w 10879987"/>
                  <a:gd name="connsiteY392" fmla="*/ 2066635 h 7865691"/>
                  <a:gd name="connsiteX393" fmla="*/ 8837956 w 10879987"/>
                  <a:gd name="connsiteY393" fmla="*/ 2090444 h 7865691"/>
                  <a:gd name="connsiteX394" fmla="*/ 8871849 w 10879987"/>
                  <a:gd name="connsiteY394" fmla="*/ 2111093 h 7865691"/>
                  <a:gd name="connsiteX395" fmla="*/ 8903856 w 10879987"/>
                  <a:gd name="connsiteY395" fmla="*/ 2128734 h 7865691"/>
                  <a:gd name="connsiteX396" fmla="*/ 8937444 w 10879987"/>
                  <a:gd name="connsiteY396" fmla="*/ 2146222 h 7865691"/>
                  <a:gd name="connsiteX397" fmla="*/ 8972307 w 10879987"/>
                  <a:gd name="connsiteY397" fmla="*/ 2160398 h 7865691"/>
                  <a:gd name="connsiteX398" fmla="*/ 9005131 w 10879987"/>
                  <a:gd name="connsiteY398" fmla="*/ 2169985 h 7865691"/>
                  <a:gd name="connsiteX399" fmla="*/ 9037802 w 10879987"/>
                  <a:gd name="connsiteY399" fmla="*/ 2177992 h 7865691"/>
                  <a:gd name="connsiteX400" fmla="*/ 9071443 w 10879987"/>
                  <a:gd name="connsiteY400" fmla="*/ 2179527 h 7865691"/>
                  <a:gd name="connsiteX401" fmla="*/ 9087397 w 10879987"/>
                  <a:gd name="connsiteY401" fmla="*/ 2179580 h 7865691"/>
                  <a:gd name="connsiteX402" fmla="*/ 9103199 w 10879987"/>
                  <a:gd name="connsiteY402" fmla="*/ 2178053 h 7865691"/>
                  <a:gd name="connsiteX403" fmla="*/ 9119000 w 10879987"/>
                  <a:gd name="connsiteY403" fmla="*/ 2176526 h 7865691"/>
                  <a:gd name="connsiteX404" fmla="*/ 9133069 w 10879987"/>
                  <a:gd name="connsiteY404" fmla="*/ 2173572 h 7865691"/>
                  <a:gd name="connsiteX405" fmla="*/ 9148565 w 10879987"/>
                  <a:gd name="connsiteY405" fmla="*/ 2168885 h 7865691"/>
                  <a:gd name="connsiteX406" fmla="*/ 9162175 w 10879987"/>
                  <a:gd name="connsiteY406" fmla="*/ 2161191 h 7865691"/>
                  <a:gd name="connsiteX407" fmla="*/ 9178946 w 10879987"/>
                  <a:gd name="connsiteY407" fmla="*/ 2153190 h 7865691"/>
                  <a:gd name="connsiteX408" fmla="*/ 9192404 w 10879987"/>
                  <a:gd name="connsiteY408" fmla="*/ 2143916 h 7865691"/>
                  <a:gd name="connsiteX409" fmla="*/ 9205862 w 10879987"/>
                  <a:gd name="connsiteY409" fmla="*/ 2134641 h 7865691"/>
                  <a:gd name="connsiteX410" fmla="*/ 9219015 w 10879987"/>
                  <a:gd name="connsiteY410" fmla="*/ 2122206 h 7865691"/>
                  <a:gd name="connsiteX411" fmla="*/ 9232014 w 10879987"/>
                  <a:gd name="connsiteY411" fmla="*/ 2108190 h 7865691"/>
                  <a:gd name="connsiteX412" fmla="*/ 9243434 w 10879987"/>
                  <a:gd name="connsiteY412" fmla="*/ 2094328 h 7865691"/>
                  <a:gd name="connsiteX413" fmla="*/ 9256129 w 10879987"/>
                  <a:gd name="connsiteY413" fmla="*/ 2077152 h 7865691"/>
                  <a:gd name="connsiteX414" fmla="*/ 9267090 w 10879987"/>
                  <a:gd name="connsiteY414" fmla="*/ 2058550 h 7865691"/>
                  <a:gd name="connsiteX415" fmla="*/ 9276166 w 10879987"/>
                  <a:gd name="connsiteY415" fmla="*/ 2036939 h 7865691"/>
                  <a:gd name="connsiteX416" fmla="*/ 9286975 w 10879987"/>
                  <a:gd name="connsiteY416" fmla="*/ 2016756 h 7865691"/>
                  <a:gd name="connsiteX417" fmla="*/ 9295746 w 10879987"/>
                  <a:gd name="connsiteY417" fmla="*/ 1991985 h 7865691"/>
                  <a:gd name="connsiteX418" fmla="*/ 9305945 w 10879987"/>
                  <a:gd name="connsiteY418" fmla="*/ 1965481 h 7865691"/>
                  <a:gd name="connsiteX419" fmla="*/ 9314410 w 10879987"/>
                  <a:gd name="connsiteY419" fmla="*/ 1937550 h 7865691"/>
                  <a:gd name="connsiteX420" fmla="*/ 9322723 w 10879987"/>
                  <a:gd name="connsiteY420" fmla="*/ 1908039 h 7865691"/>
                  <a:gd name="connsiteX421" fmla="*/ 9329303 w 10879987"/>
                  <a:gd name="connsiteY421" fmla="*/ 1877100 h 7865691"/>
                  <a:gd name="connsiteX422" fmla="*/ 9335577 w 10879987"/>
                  <a:gd name="connsiteY422" fmla="*/ 1843001 h 7865691"/>
                  <a:gd name="connsiteX423" fmla="*/ 9345936 w 10879987"/>
                  <a:gd name="connsiteY423" fmla="*/ 1768635 h 7865691"/>
                  <a:gd name="connsiteX424" fmla="*/ 9360477 w 10879987"/>
                  <a:gd name="connsiteY424" fmla="*/ 1671536 h 7865691"/>
                  <a:gd name="connsiteX425" fmla="*/ 9375683 w 10879987"/>
                  <a:gd name="connsiteY425" fmla="*/ 1564804 h 7865691"/>
                  <a:gd name="connsiteX426" fmla="*/ 9393285 w 10879987"/>
                  <a:gd name="connsiteY426" fmla="*/ 1449866 h 7865691"/>
                  <a:gd name="connsiteX427" fmla="*/ 9413285 w 10879987"/>
                  <a:gd name="connsiteY427" fmla="*/ 1326722 h 7865691"/>
                  <a:gd name="connsiteX428" fmla="*/ 9437566 w 10879987"/>
                  <a:gd name="connsiteY428" fmla="*/ 1198379 h 7865691"/>
                  <a:gd name="connsiteX429" fmla="*/ 9466131 w 10879987"/>
                  <a:gd name="connsiteY429" fmla="*/ 1064838 h 7865691"/>
                  <a:gd name="connsiteX430" fmla="*/ 9495664 w 10879987"/>
                  <a:gd name="connsiteY430" fmla="*/ 924823 h 7865691"/>
                  <a:gd name="connsiteX431" fmla="*/ 9529480 w 10879987"/>
                  <a:gd name="connsiteY431" fmla="*/ 779611 h 7865691"/>
                  <a:gd name="connsiteX432" fmla="*/ 9539220 w 10879987"/>
                  <a:gd name="connsiteY432" fmla="*/ 748367 h 7865691"/>
                  <a:gd name="connsiteX433" fmla="*/ 9550083 w 10879987"/>
                  <a:gd name="connsiteY433" fmla="*/ 712229 h 7865691"/>
                  <a:gd name="connsiteX434" fmla="*/ 9562678 w 10879987"/>
                  <a:gd name="connsiteY434" fmla="*/ 677520 h 7865691"/>
                  <a:gd name="connsiteX435" fmla="*/ 9579708 w 10879987"/>
                  <a:gd name="connsiteY435" fmla="*/ 639192 h 7865691"/>
                  <a:gd name="connsiteX436" fmla="*/ 9598471 w 10879987"/>
                  <a:gd name="connsiteY436" fmla="*/ 602291 h 7865691"/>
                  <a:gd name="connsiteX437" fmla="*/ 9620089 w 10879987"/>
                  <a:gd name="connsiteY437" fmla="*/ 561925 h 7865691"/>
                  <a:gd name="connsiteX438" fmla="*/ 9643440 w 10879987"/>
                  <a:gd name="connsiteY438" fmla="*/ 522986 h 7865691"/>
                  <a:gd name="connsiteX439" fmla="*/ 9673264 w 10879987"/>
                  <a:gd name="connsiteY439" fmla="*/ 485017 h 7865691"/>
                  <a:gd name="connsiteX440" fmla="*/ 9702935 w 10879987"/>
                  <a:gd name="connsiteY440" fmla="*/ 445467 h 7865691"/>
                  <a:gd name="connsiteX441" fmla="*/ 9737653 w 10879987"/>
                  <a:gd name="connsiteY441" fmla="*/ 408620 h 7865691"/>
                  <a:gd name="connsiteX442" fmla="*/ 9775530 w 10879987"/>
                  <a:gd name="connsiteY442" fmla="*/ 371468 h 7865691"/>
                  <a:gd name="connsiteX443" fmla="*/ 9816721 w 10879987"/>
                  <a:gd name="connsiteY443" fmla="*/ 335590 h 7865691"/>
                  <a:gd name="connsiteX444" fmla="*/ 9861377 w 10879987"/>
                  <a:gd name="connsiteY444" fmla="*/ 302567 h 7865691"/>
                  <a:gd name="connsiteX445" fmla="*/ 9911078 w 10879987"/>
                  <a:gd name="connsiteY445" fmla="*/ 272246 h 7865691"/>
                  <a:gd name="connsiteX446" fmla="*/ 9938300 w 10879987"/>
                  <a:gd name="connsiteY446" fmla="*/ 256857 h 7865691"/>
                  <a:gd name="connsiteX447" fmla="*/ 9965826 w 10879987"/>
                  <a:gd name="connsiteY447" fmla="*/ 244628 h 7865691"/>
                  <a:gd name="connsiteX448" fmla="*/ 9994780 w 10879987"/>
                  <a:gd name="connsiteY448" fmla="*/ 230666 h 7865691"/>
                  <a:gd name="connsiteX449" fmla="*/ 10025314 w 10879987"/>
                  <a:gd name="connsiteY449" fmla="*/ 216551 h 7865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Lst>
                <a:rect l="l" t="t" r="r" b="b"/>
                <a:pathLst>
                  <a:path w="10879987" h="7865691">
                    <a:moveTo>
                      <a:pt x="9810185" y="69874"/>
                    </a:moveTo>
                    <a:lnTo>
                      <a:pt x="10879987" y="0"/>
                    </a:lnTo>
                    <a:lnTo>
                      <a:pt x="10468312" y="526219"/>
                    </a:lnTo>
                    <a:lnTo>
                      <a:pt x="10269901" y="387496"/>
                    </a:lnTo>
                    <a:lnTo>
                      <a:pt x="10211688" y="412259"/>
                    </a:lnTo>
                    <a:lnTo>
                      <a:pt x="10158520" y="439725"/>
                    </a:lnTo>
                    <a:lnTo>
                      <a:pt x="10110398" y="469893"/>
                    </a:lnTo>
                    <a:lnTo>
                      <a:pt x="10067170" y="501183"/>
                    </a:lnTo>
                    <a:lnTo>
                      <a:pt x="10027254" y="533748"/>
                    </a:lnTo>
                    <a:lnTo>
                      <a:pt x="9990652" y="567587"/>
                    </a:lnTo>
                    <a:lnTo>
                      <a:pt x="9957209" y="601122"/>
                    </a:lnTo>
                    <a:lnTo>
                      <a:pt x="9930240" y="635625"/>
                    </a:lnTo>
                    <a:lnTo>
                      <a:pt x="9905004" y="671556"/>
                    </a:lnTo>
                    <a:lnTo>
                      <a:pt x="9882928" y="707182"/>
                    </a:lnTo>
                    <a:lnTo>
                      <a:pt x="9862279" y="741075"/>
                    </a:lnTo>
                    <a:lnTo>
                      <a:pt x="9846676" y="777670"/>
                    </a:lnTo>
                    <a:lnTo>
                      <a:pt x="9832348" y="810953"/>
                    </a:lnTo>
                    <a:lnTo>
                      <a:pt x="9821333" y="845510"/>
                    </a:lnTo>
                    <a:lnTo>
                      <a:pt x="9811593" y="876754"/>
                    </a:lnTo>
                    <a:lnTo>
                      <a:pt x="9803280" y="906265"/>
                    </a:lnTo>
                    <a:lnTo>
                      <a:pt x="9786754" y="982822"/>
                    </a:lnTo>
                    <a:lnTo>
                      <a:pt x="9773999" y="1065394"/>
                    </a:lnTo>
                    <a:lnTo>
                      <a:pt x="9761854" y="1154286"/>
                    </a:lnTo>
                    <a:lnTo>
                      <a:pt x="9753328" y="1247614"/>
                    </a:lnTo>
                    <a:lnTo>
                      <a:pt x="9746687" y="1343949"/>
                    </a:lnTo>
                    <a:lnTo>
                      <a:pt x="9740199" y="1441865"/>
                    </a:lnTo>
                    <a:lnTo>
                      <a:pt x="9737176" y="1542635"/>
                    </a:lnTo>
                    <a:lnTo>
                      <a:pt x="9732574" y="1643558"/>
                    </a:lnTo>
                    <a:lnTo>
                      <a:pt x="9727956" y="1843366"/>
                    </a:lnTo>
                    <a:lnTo>
                      <a:pt x="9725736" y="2034968"/>
                    </a:lnTo>
                    <a:lnTo>
                      <a:pt x="9721836" y="2209188"/>
                    </a:lnTo>
                    <a:lnTo>
                      <a:pt x="9717226" y="2359553"/>
                    </a:lnTo>
                    <a:lnTo>
                      <a:pt x="9714570" y="2398087"/>
                    </a:lnTo>
                    <a:lnTo>
                      <a:pt x="9711761" y="2435041"/>
                    </a:lnTo>
                    <a:lnTo>
                      <a:pt x="9706913" y="2467407"/>
                    </a:lnTo>
                    <a:lnTo>
                      <a:pt x="9702066" y="2499774"/>
                    </a:lnTo>
                    <a:lnTo>
                      <a:pt x="9695334" y="2529132"/>
                    </a:lnTo>
                    <a:lnTo>
                      <a:pt x="9688448" y="2556911"/>
                    </a:lnTo>
                    <a:lnTo>
                      <a:pt x="9681563" y="2584689"/>
                    </a:lnTo>
                    <a:lnTo>
                      <a:pt x="9672792" y="2609460"/>
                    </a:lnTo>
                    <a:lnTo>
                      <a:pt x="9663716" y="2631071"/>
                    </a:lnTo>
                    <a:lnTo>
                      <a:pt x="9653060" y="2652834"/>
                    </a:lnTo>
                    <a:lnTo>
                      <a:pt x="9642098" y="2671437"/>
                    </a:lnTo>
                    <a:lnTo>
                      <a:pt x="9629403" y="2688612"/>
                    </a:lnTo>
                    <a:lnTo>
                      <a:pt x="9618136" y="2704055"/>
                    </a:lnTo>
                    <a:lnTo>
                      <a:pt x="9605289" y="2719650"/>
                    </a:lnTo>
                    <a:lnTo>
                      <a:pt x="9592137" y="2732085"/>
                    </a:lnTo>
                    <a:lnTo>
                      <a:pt x="9578984" y="2744521"/>
                    </a:lnTo>
                    <a:lnTo>
                      <a:pt x="9564099" y="2755528"/>
                    </a:lnTo>
                    <a:lnTo>
                      <a:pt x="9548908" y="2763376"/>
                    </a:lnTo>
                    <a:lnTo>
                      <a:pt x="9535450" y="2772650"/>
                    </a:lnTo>
                    <a:lnTo>
                      <a:pt x="9519954" y="2777337"/>
                    </a:lnTo>
                    <a:lnTo>
                      <a:pt x="9501298" y="2782330"/>
                    </a:lnTo>
                    <a:lnTo>
                      <a:pt x="9485802" y="2787017"/>
                    </a:lnTo>
                    <a:lnTo>
                      <a:pt x="9470153" y="2790124"/>
                    </a:lnTo>
                    <a:lnTo>
                      <a:pt x="9452771" y="2791803"/>
                    </a:lnTo>
                    <a:lnTo>
                      <a:pt x="9417703" y="2792002"/>
                    </a:lnTo>
                    <a:lnTo>
                      <a:pt x="9384062" y="2790468"/>
                    </a:lnTo>
                    <a:lnTo>
                      <a:pt x="9348383" y="2784346"/>
                    </a:lnTo>
                    <a:lnTo>
                      <a:pt x="9312398" y="2775063"/>
                    </a:lnTo>
                    <a:lnTo>
                      <a:pt x="9276261" y="2764201"/>
                    </a:lnTo>
                    <a:lnTo>
                      <a:pt x="9241551" y="2751606"/>
                    </a:lnTo>
                    <a:lnTo>
                      <a:pt x="9208269" y="2737278"/>
                    </a:lnTo>
                    <a:lnTo>
                      <a:pt x="9173101" y="2719942"/>
                    </a:lnTo>
                    <a:lnTo>
                      <a:pt x="9141247" y="2703881"/>
                    </a:lnTo>
                    <a:lnTo>
                      <a:pt x="9110667" y="2684508"/>
                    </a:lnTo>
                    <a:lnTo>
                      <a:pt x="9053277" y="2651775"/>
                    </a:lnTo>
                    <a:lnTo>
                      <a:pt x="9006949" y="2617974"/>
                    </a:lnTo>
                    <a:lnTo>
                      <a:pt x="8970866" y="2591158"/>
                    </a:lnTo>
                    <a:lnTo>
                      <a:pt x="8939675" y="2565463"/>
                    </a:lnTo>
                    <a:lnTo>
                      <a:pt x="8879332" y="2518662"/>
                    </a:lnTo>
                    <a:lnTo>
                      <a:pt x="8824645" y="2480885"/>
                    </a:lnTo>
                    <a:lnTo>
                      <a:pt x="8770263" y="2446267"/>
                    </a:lnTo>
                    <a:lnTo>
                      <a:pt x="8721386" y="2419091"/>
                    </a:lnTo>
                    <a:lnTo>
                      <a:pt x="8674546" y="2396504"/>
                    </a:lnTo>
                    <a:lnTo>
                      <a:pt x="8629745" y="2378504"/>
                    </a:lnTo>
                    <a:lnTo>
                      <a:pt x="8588715" y="2366520"/>
                    </a:lnTo>
                    <a:lnTo>
                      <a:pt x="8547990" y="2357695"/>
                    </a:lnTo>
                    <a:lnTo>
                      <a:pt x="8511036" y="2354886"/>
                    </a:lnTo>
                    <a:lnTo>
                      <a:pt x="8477395" y="2353352"/>
                    </a:lnTo>
                    <a:lnTo>
                      <a:pt x="8445792" y="2356406"/>
                    </a:lnTo>
                    <a:lnTo>
                      <a:pt x="8414800" y="2365780"/>
                    </a:lnTo>
                    <a:lnTo>
                      <a:pt x="8386968" y="2374849"/>
                    </a:lnTo>
                    <a:lnTo>
                      <a:pt x="8361175" y="2388505"/>
                    </a:lnTo>
                    <a:lnTo>
                      <a:pt x="8338694" y="2403437"/>
                    </a:lnTo>
                    <a:lnTo>
                      <a:pt x="8316519" y="2421528"/>
                    </a:lnTo>
                    <a:lnTo>
                      <a:pt x="8294496" y="2441200"/>
                    </a:lnTo>
                    <a:lnTo>
                      <a:pt x="8277519" y="2463574"/>
                    </a:lnTo>
                    <a:lnTo>
                      <a:pt x="8262122" y="2485795"/>
                    </a:lnTo>
                    <a:lnTo>
                      <a:pt x="8245451" y="2511329"/>
                    </a:lnTo>
                    <a:lnTo>
                      <a:pt x="8231939" y="2536558"/>
                    </a:lnTo>
                    <a:lnTo>
                      <a:pt x="8220008" y="2561634"/>
                    </a:lnTo>
                    <a:lnTo>
                      <a:pt x="8208230" y="2588291"/>
                    </a:lnTo>
                    <a:lnTo>
                      <a:pt x="8199612" y="2614642"/>
                    </a:lnTo>
                    <a:lnTo>
                      <a:pt x="8183956" y="2667191"/>
                    </a:lnTo>
                    <a:lnTo>
                      <a:pt x="8172734" y="2716122"/>
                    </a:lnTo>
                    <a:lnTo>
                      <a:pt x="8164216" y="2760007"/>
                    </a:lnTo>
                    <a:lnTo>
                      <a:pt x="8158399" y="2798847"/>
                    </a:lnTo>
                    <a:lnTo>
                      <a:pt x="8146613" y="2874945"/>
                    </a:lnTo>
                    <a:lnTo>
                      <a:pt x="8131514" y="2949769"/>
                    </a:lnTo>
                    <a:lnTo>
                      <a:pt x="8116110" y="3021433"/>
                    </a:lnTo>
                    <a:lnTo>
                      <a:pt x="8098820" y="3090089"/>
                    </a:lnTo>
                    <a:lnTo>
                      <a:pt x="8079951" y="3158898"/>
                    </a:lnTo>
                    <a:lnTo>
                      <a:pt x="8057768" y="3226432"/>
                    </a:lnTo>
                    <a:lnTo>
                      <a:pt x="8035127" y="3289226"/>
                    </a:lnTo>
                    <a:lnTo>
                      <a:pt x="8011059" y="3353752"/>
                    </a:lnTo>
                    <a:lnTo>
                      <a:pt x="7983372" y="3413843"/>
                    </a:lnTo>
                    <a:lnTo>
                      <a:pt x="7957113" y="3472202"/>
                    </a:lnTo>
                    <a:lnTo>
                      <a:pt x="7925961" y="3529438"/>
                    </a:lnTo>
                    <a:lnTo>
                      <a:pt x="7896083" y="3583362"/>
                    </a:lnTo>
                    <a:lnTo>
                      <a:pt x="7864626" y="3637438"/>
                    </a:lnTo>
                    <a:lnTo>
                      <a:pt x="7831130" y="3686926"/>
                    </a:lnTo>
                    <a:lnTo>
                      <a:pt x="7797787" y="3737994"/>
                    </a:lnTo>
                    <a:lnTo>
                      <a:pt x="7762559" y="3786055"/>
                    </a:lnTo>
                    <a:lnTo>
                      <a:pt x="7725597" y="3832689"/>
                    </a:lnTo>
                    <a:lnTo>
                      <a:pt x="7688483" y="3877742"/>
                    </a:lnTo>
                    <a:lnTo>
                      <a:pt x="7649636" y="3921368"/>
                    </a:lnTo>
                    <a:lnTo>
                      <a:pt x="7612064" y="3961681"/>
                    </a:lnTo>
                    <a:lnTo>
                      <a:pt x="7571332" y="4002299"/>
                    </a:lnTo>
                    <a:lnTo>
                      <a:pt x="7530447" y="4041337"/>
                    </a:lnTo>
                    <a:lnTo>
                      <a:pt x="7489409" y="4078795"/>
                    </a:lnTo>
                    <a:lnTo>
                      <a:pt x="7448066" y="4113093"/>
                    </a:lnTo>
                    <a:lnTo>
                      <a:pt x="7406723" y="4147390"/>
                    </a:lnTo>
                    <a:lnTo>
                      <a:pt x="7365227" y="4180108"/>
                    </a:lnTo>
                    <a:lnTo>
                      <a:pt x="7321998" y="4211398"/>
                    </a:lnTo>
                    <a:lnTo>
                      <a:pt x="7280350" y="4242535"/>
                    </a:lnTo>
                    <a:lnTo>
                      <a:pt x="7238549" y="4272092"/>
                    </a:lnTo>
                    <a:lnTo>
                      <a:pt x="7193435" y="4300375"/>
                    </a:lnTo>
                    <a:lnTo>
                      <a:pt x="7109069" y="4351588"/>
                    </a:lnTo>
                    <a:lnTo>
                      <a:pt x="7025826" y="4397909"/>
                    </a:lnTo>
                    <a:lnTo>
                      <a:pt x="6940391" y="4438062"/>
                    </a:lnTo>
                    <a:lnTo>
                      <a:pt x="6859545" y="4476176"/>
                    </a:lnTo>
                    <a:lnTo>
                      <a:pt x="6779820" y="4509398"/>
                    </a:lnTo>
                    <a:lnTo>
                      <a:pt x="6704378" y="4537421"/>
                    </a:lnTo>
                    <a:lnTo>
                      <a:pt x="6630516" y="4565291"/>
                    </a:lnTo>
                    <a:lnTo>
                      <a:pt x="6562364" y="4586230"/>
                    </a:lnTo>
                    <a:lnTo>
                      <a:pt x="6500380" y="4604979"/>
                    </a:lnTo>
                    <a:lnTo>
                      <a:pt x="6439823" y="4621994"/>
                    </a:lnTo>
                    <a:lnTo>
                      <a:pt x="6388289" y="4633353"/>
                    </a:lnTo>
                    <a:lnTo>
                      <a:pt x="6302450" y="4652811"/>
                    </a:lnTo>
                    <a:lnTo>
                      <a:pt x="6249031" y="4661163"/>
                    </a:lnTo>
                    <a:lnTo>
                      <a:pt x="6230222" y="4664575"/>
                    </a:lnTo>
                    <a:lnTo>
                      <a:pt x="6227135" y="4654343"/>
                    </a:lnTo>
                    <a:lnTo>
                      <a:pt x="6227811" y="4661118"/>
                    </a:lnTo>
                    <a:lnTo>
                      <a:pt x="6098112" y="4712138"/>
                    </a:lnTo>
                    <a:lnTo>
                      <a:pt x="6049694" y="4681559"/>
                    </a:lnTo>
                    <a:lnTo>
                      <a:pt x="6003825" y="4645883"/>
                    </a:lnTo>
                    <a:lnTo>
                      <a:pt x="5917185" y="4584725"/>
                    </a:lnTo>
                    <a:lnTo>
                      <a:pt x="5848382" y="4523566"/>
                    </a:lnTo>
                    <a:lnTo>
                      <a:pt x="5794867" y="4475149"/>
                    </a:lnTo>
                    <a:lnTo>
                      <a:pt x="5748999" y="4429279"/>
                    </a:lnTo>
                    <a:lnTo>
                      <a:pt x="5659810" y="4345187"/>
                    </a:lnTo>
                    <a:lnTo>
                      <a:pt x="5578265" y="4276383"/>
                    </a:lnTo>
                    <a:lnTo>
                      <a:pt x="5496721" y="4212677"/>
                    </a:lnTo>
                    <a:lnTo>
                      <a:pt x="5422820" y="4161712"/>
                    </a:lnTo>
                    <a:lnTo>
                      <a:pt x="5351468" y="4118390"/>
                    </a:lnTo>
                    <a:lnTo>
                      <a:pt x="5282666" y="4082714"/>
                    </a:lnTo>
                    <a:lnTo>
                      <a:pt x="5218958" y="4057232"/>
                    </a:lnTo>
                    <a:lnTo>
                      <a:pt x="5155251" y="4036845"/>
                    </a:lnTo>
                    <a:lnTo>
                      <a:pt x="5096640" y="4026652"/>
                    </a:lnTo>
                    <a:lnTo>
                      <a:pt x="5043128" y="4019008"/>
                    </a:lnTo>
                    <a:lnTo>
                      <a:pt x="4880868" y="3988754"/>
                    </a:lnTo>
                    <a:lnTo>
                      <a:pt x="4821814" y="3988754"/>
                    </a:lnTo>
                    <a:lnTo>
                      <a:pt x="4762758" y="4000565"/>
                    </a:lnTo>
                    <a:lnTo>
                      <a:pt x="4709610" y="4012376"/>
                    </a:lnTo>
                    <a:lnTo>
                      <a:pt x="4659412" y="4033044"/>
                    </a:lnTo>
                    <a:lnTo>
                      <a:pt x="4615122" y="4056665"/>
                    </a:lnTo>
                    <a:lnTo>
                      <a:pt x="4570830" y="4086193"/>
                    </a:lnTo>
                    <a:lnTo>
                      <a:pt x="4526540" y="4118674"/>
                    </a:lnTo>
                    <a:lnTo>
                      <a:pt x="4491107" y="4157059"/>
                    </a:lnTo>
                    <a:lnTo>
                      <a:pt x="4458626" y="4195446"/>
                    </a:lnTo>
                    <a:lnTo>
                      <a:pt x="4423193" y="4239735"/>
                    </a:lnTo>
                    <a:lnTo>
                      <a:pt x="4393666" y="4284027"/>
                    </a:lnTo>
                    <a:lnTo>
                      <a:pt x="4367092" y="4328317"/>
                    </a:lnTo>
                    <a:lnTo>
                      <a:pt x="4340517" y="4375561"/>
                    </a:lnTo>
                    <a:lnTo>
                      <a:pt x="4319849" y="4422804"/>
                    </a:lnTo>
                    <a:lnTo>
                      <a:pt x="4281462" y="4517292"/>
                    </a:lnTo>
                    <a:lnTo>
                      <a:pt x="4251934" y="4605875"/>
                    </a:lnTo>
                    <a:lnTo>
                      <a:pt x="4228313" y="4685599"/>
                    </a:lnTo>
                    <a:lnTo>
                      <a:pt x="4210597" y="4756464"/>
                    </a:lnTo>
                    <a:lnTo>
                      <a:pt x="4175163" y="4895242"/>
                    </a:lnTo>
                    <a:lnTo>
                      <a:pt x="4133825" y="5031067"/>
                    </a:lnTo>
                    <a:lnTo>
                      <a:pt x="4092487" y="5160987"/>
                    </a:lnTo>
                    <a:lnTo>
                      <a:pt x="4048197" y="5285002"/>
                    </a:lnTo>
                    <a:lnTo>
                      <a:pt x="4000953" y="5409017"/>
                    </a:lnTo>
                    <a:lnTo>
                      <a:pt x="3947804" y="5530080"/>
                    </a:lnTo>
                    <a:lnTo>
                      <a:pt x="3894654" y="5642284"/>
                    </a:lnTo>
                    <a:lnTo>
                      <a:pt x="3838552" y="5757440"/>
                    </a:lnTo>
                    <a:lnTo>
                      <a:pt x="3776546" y="5863738"/>
                    </a:lnTo>
                    <a:lnTo>
                      <a:pt x="3717492" y="5967085"/>
                    </a:lnTo>
                    <a:lnTo>
                      <a:pt x="3649577" y="6067477"/>
                    </a:lnTo>
                    <a:lnTo>
                      <a:pt x="3584617" y="6161965"/>
                    </a:lnTo>
                    <a:lnTo>
                      <a:pt x="3516705" y="6256452"/>
                    </a:lnTo>
                    <a:lnTo>
                      <a:pt x="3445840" y="6342080"/>
                    </a:lnTo>
                    <a:lnTo>
                      <a:pt x="3374974" y="6430663"/>
                    </a:lnTo>
                    <a:lnTo>
                      <a:pt x="3301155" y="6513339"/>
                    </a:lnTo>
                    <a:lnTo>
                      <a:pt x="3224384" y="6593063"/>
                    </a:lnTo>
                    <a:lnTo>
                      <a:pt x="3147613" y="6669834"/>
                    </a:lnTo>
                    <a:lnTo>
                      <a:pt x="3067890" y="6743653"/>
                    </a:lnTo>
                    <a:lnTo>
                      <a:pt x="2991120" y="6811566"/>
                    </a:lnTo>
                    <a:lnTo>
                      <a:pt x="2908443" y="6879478"/>
                    </a:lnTo>
                    <a:lnTo>
                      <a:pt x="2825766" y="6944438"/>
                    </a:lnTo>
                    <a:lnTo>
                      <a:pt x="2743090" y="7006447"/>
                    </a:lnTo>
                    <a:lnTo>
                      <a:pt x="2660413" y="7062547"/>
                    </a:lnTo>
                    <a:lnTo>
                      <a:pt x="2577736" y="7118650"/>
                    </a:lnTo>
                    <a:lnTo>
                      <a:pt x="2495061" y="7171799"/>
                    </a:lnTo>
                    <a:lnTo>
                      <a:pt x="2409429" y="7221995"/>
                    </a:lnTo>
                    <a:lnTo>
                      <a:pt x="2326754" y="7272193"/>
                    </a:lnTo>
                    <a:lnTo>
                      <a:pt x="2244077" y="7319436"/>
                    </a:lnTo>
                    <a:lnTo>
                      <a:pt x="2155495" y="7363726"/>
                    </a:lnTo>
                    <a:lnTo>
                      <a:pt x="1990142" y="7443451"/>
                    </a:lnTo>
                    <a:lnTo>
                      <a:pt x="1827743" y="7514317"/>
                    </a:lnTo>
                    <a:lnTo>
                      <a:pt x="1662389" y="7573370"/>
                    </a:lnTo>
                    <a:lnTo>
                      <a:pt x="1505893" y="7629472"/>
                    </a:lnTo>
                    <a:lnTo>
                      <a:pt x="1352352" y="7676715"/>
                    </a:lnTo>
                    <a:lnTo>
                      <a:pt x="1207669" y="7715102"/>
                    </a:lnTo>
                    <a:lnTo>
                      <a:pt x="1065937" y="7753487"/>
                    </a:lnTo>
                    <a:lnTo>
                      <a:pt x="936017" y="7780062"/>
                    </a:lnTo>
                    <a:lnTo>
                      <a:pt x="817908" y="7803684"/>
                    </a:lnTo>
                    <a:lnTo>
                      <a:pt x="702751" y="7824352"/>
                    </a:lnTo>
                    <a:lnTo>
                      <a:pt x="605312" y="7836163"/>
                    </a:lnTo>
                    <a:lnTo>
                      <a:pt x="442910" y="7856833"/>
                    </a:lnTo>
                    <a:lnTo>
                      <a:pt x="342518" y="7862739"/>
                    </a:lnTo>
                    <a:lnTo>
                      <a:pt x="307084" y="7865691"/>
                    </a:lnTo>
                    <a:lnTo>
                      <a:pt x="0" y="6324364"/>
                    </a:lnTo>
                    <a:lnTo>
                      <a:pt x="32481" y="6318459"/>
                    </a:lnTo>
                    <a:lnTo>
                      <a:pt x="124015" y="6312553"/>
                    </a:lnTo>
                    <a:lnTo>
                      <a:pt x="265746" y="6297791"/>
                    </a:lnTo>
                    <a:lnTo>
                      <a:pt x="357282" y="6283026"/>
                    </a:lnTo>
                    <a:lnTo>
                      <a:pt x="454721" y="6265309"/>
                    </a:lnTo>
                    <a:lnTo>
                      <a:pt x="563973" y="6247592"/>
                    </a:lnTo>
                    <a:lnTo>
                      <a:pt x="679129" y="6221020"/>
                    </a:lnTo>
                    <a:lnTo>
                      <a:pt x="803144" y="6185586"/>
                    </a:lnTo>
                    <a:lnTo>
                      <a:pt x="933064" y="6150154"/>
                    </a:lnTo>
                    <a:lnTo>
                      <a:pt x="1068890" y="6102911"/>
                    </a:lnTo>
                    <a:lnTo>
                      <a:pt x="1210620" y="6049761"/>
                    </a:lnTo>
                    <a:lnTo>
                      <a:pt x="1358257" y="5990706"/>
                    </a:lnTo>
                    <a:lnTo>
                      <a:pt x="1502942" y="5922793"/>
                    </a:lnTo>
                    <a:lnTo>
                      <a:pt x="1653530" y="5843070"/>
                    </a:lnTo>
                    <a:lnTo>
                      <a:pt x="1730302" y="5801731"/>
                    </a:lnTo>
                    <a:lnTo>
                      <a:pt x="1807072" y="5757440"/>
                    </a:lnTo>
                    <a:lnTo>
                      <a:pt x="1880892" y="5710195"/>
                    </a:lnTo>
                    <a:lnTo>
                      <a:pt x="1957662" y="5662952"/>
                    </a:lnTo>
                    <a:lnTo>
                      <a:pt x="2034434" y="5609803"/>
                    </a:lnTo>
                    <a:lnTo>
                      <a:pt x="2108251" y="5553701"/>
                    </a:lnTo>
                    <a:lnTo>
                      <a:pt x="2185022" y="5497599"/>
                    </a:lnTo>
                    <a:lnTo>
                      <a:pt x="2255888" y="5435593"/>
                    </a:lnTo>
                    <a:lnTo>
                      <a:pt x="2329707" y="5373584"/>
                    </a:lnTo>
                    <a:lnTo>
                      <a:pt x="2403525" y="5305672"/>
                    </a:lnTo>
                    <a:lnTo>
                      <a:pt x="2477344" y="5237759"/>
                    </a:lnTo>
                    <a:lnTo>
                      <a:pt x="2548210" y="5166894"/>
                    </a:lnTo>
                    <a:lnTo>
                      <a:pt x="2616121" y="5090123"/>
                    </a:lnTo>
                    <a:lnTo>
                      <a:pt x="2686987" y="5010399"/>
                    </a:lnTo>
                    <a:lnTo>
                      <a:pt x="2754901" y="4930674"/>
                    </a:lnTo>
                    <a:lnTo>
                      <a:pt x="2819860" y="4842093"/>
                    </a:lnTo>
                    <a:lnTo>
                      <a:pt x="2887773" y="4756465"/>
                    </a:lnTo>
                    <a:lnTo>
                      <a:pt x="2949781" y="4661977"/>
                    </a:lnTo>
                    <a:lnTo>
                      <a:pt x="3011788" y="4567490"/>
                    </a:lnTo>
                    <a:lnTo>
                      <a:pt x="3070842" y="4470049"/>
                    </a:lnTo>
                    <a:lnTo>
                      <a:pt x="3126944" y="4366704"/>
                    </a:lnTo>
                    <a:lnTo>
                      <a:pt x="3183046" y="4260406"/>
                    </a:lnTo>
                    <a:lnTo>
                      <a:pt x="3236195" y="4145248"/>
                    </a:lnTo>
                    <a:lnTo>
                      <a:pt x="3286393" y="4033044"/>
                    </a:lnTo>
                    <a:lnTo>
                      <a:pt x="3336587" y="3914935"/>
                    </a:lnTo>
                    <a:lnTo>
                      <a:pt x="3383832" y="3793873"/>
                    </a:lnTo>
                    <a:lnTo>
                      <a:pt x="3428123" y="3666905"/>
                    </a:lnTo>
                    <a:lnTo>
                      <a:pt x="3466508" y="3536985"/>
                    </a:lnTo>
                    <a:lnTo>
                      <a:pt x="3504894" y="3398208"/>
                    </a:lnTo>
                    <a:lnTo>
                      <a:pt x="3540327" y="3259428"/>
                    </a:lnTo>
                    <a:lnTo>
                      <a:pt x="3558043" y="3191516"/>
                    </a:lnTo>
                    <a:lnTo>
                      <a:pt x="3584617" y="3108840"/>
                    </a:lnTo>
                    <a:lnTo>
                      <a:pt x="3617098" y="3017305"/>
                    </a:lnTo>
                    <a:lnTo>
                      <a:pt x="3661388" y="2919865"/>
                    </a:lnTo>
                    <a:lnTo>
                      <a:pt x="3687964" y="2869668"/>
                    </a:lnTo>
                    <a:lnTo>
                      <a:pt x="3714537" y="2822424"/>
                    </a:lnTo>
                    <a:lnTo>
                      <a:pt x="3744064" y="2772228"/>
                    </a:lnTo>
                    <a:lnTo>
                      <a:pt x="3776546" y="2724985"/>
                    </a:lnTo>
                    <a:lnTo>
                      <a:pt x="3809025" y="2683647"/>
                    </a:lnTo>
                    <a:lnTo>
                      <a:pt x="3850363" y="2642308"/>
                    </a:lnTo>
                    <a:lnTo>
                      <a:pt x="3891701" y="2603921"/>
                    </a:lnTo>
                    <a:lnTo>
                      <a:pt x="3933040" y="2565537"/>
                    </a:lnTo>
                    <a:lnTo>
                      <a:pt x="3977331" y="2536010"/>
                    </a:lnTo>
                    <a:lnTo>
                      <a:pt x="4027527" y="2512388"/>
                    </a:lnTo>
                    <a:lnTo>
                      <a:pt x="4077724" y="2488766"/>
                    </a:lnTo>
                    <a:lnTo>
                      <a:pt x="4130874" y="2476955"/>
                    </a:lnTo>
                    <a:lnTo>
                      <a:pt x="4186974" y="2471050"/>
                    </a:lnTo>
                    <a:lnTo>
                      <a:pt x="4246029" y="2465144"/>
                    </a:lnTo>
                    <a:lnTo>
                      <a:pt x="4310989" y="2474001"/>
                    </a:lnTo>
                    <a:lnTo>
                      <a:pt x="4375949" y="2488766"/>
                    </a:lnTo>
                    <a:lnTo>
                      <a:pt x="4446816" y="2512388"/>
                    </a:lnTo>
                    <a:lnTo>
                      <a:pt x="4520634" y="2544867"/>
                    </a:lnTo>
                    <a:lnTo>
                      <a:pt x="4597405" y="2589159"/>
                    </a:lnTo>
                    <a:lnTo>
                      <a:pt x="4674177" y="2642308"/>
                    </a:lnTo>
                    <a:lnTo>
                      <a:pt x="4756853" y="2707268"/>
                    </a:lnTo>
                    <a:lnTo>
                      <a:pt x="4842482" y="2781086"/>
                    </a:lnTo>
                    <a:lnTo>
                      <a:pt x="4934017" y="2869668"/>
                    </a:lnTo>
                    <a:lnTo>
                      <a:pt x="5028504" y="2970060"/>
                    </a:lnTo>
                    <a:lnTo>
                      <a:pt x="5131849" y="3091492"/>
                    </a:lnTo>
                    <a:lnTo>
                      <a:pt x="5131263" y="3098119"/>
                    </a:lnTo>
                    <a:lnTo>
                      <a:pt x="5170541" y="3139853"/>
                    </a:lnTo>
                    <a:lnTo>
                      <a:pt x="5272472" y="3259623"/>
                    </a:lnTo>
                    <a:lnTo>
                      <a:pt x="5343823" y="3343715"/>
                    </a:lnTo>
                    <a:lnTo>
                      <a:pt x="5425369" y="3432906"/>
                    </a:lnTo>
                    <a:lnTo>
                      <a:pt x="5514557" y="3522094"/>
                    </a:lnTo>
                    <a:lnTo>
                      <a:pt x="5560426" y="3567964"/>
                    </a:lnTo>
                    <a:lnTo>
                      <a:pt x="5608844" y="3611285"/>
                    </a:lnTo>
                    <a:lnTo>
                      <a:pt x="5659810" y="3654604"/>
                    </a:lnTo>
                    <a:lnTo>
                      <a:pt x="5710775" y="3692830"/>
                    </a:lnTo>
                    <a:lnTo>
                      <a:pt x="5759192" y="3725956"/>
                    </a:lnTo>
                    <a:lnTo>
                      <a:pt x="5810157" y="3759084"/>
                    </a:lnTo>
                    <a:lnTo>
                      <a:pt x="5863672" y="3787115"/>
                    </a:lnTo>
                    <a:lnTo>
                      <a:pt x="5914637" y="3807501"/>
                    </a:lnTo>
                    <a:lnTo>
                      <a:pt x="5965602" y="3825340"/>
                    </a:lnTo>
                    <a:lnTo>
                      <a:pt x="6019115" y="3832983"/>
                    </a:lnTo>
                    <a:lnTo>
                      <a:pt x="6044598" y="3835532"/>
                    </a:lnTo>
                    <a:lnTo>
                      <a:pt x="6070081" y="3835533"/>
                    </a:lnTo>
                    <a:lnTo>
                      <a:pt x="6088201" y="3835532"/>
                    </a:lnTo>
                    <a:lnTo>
                      <a:pt x="6127028" y="3827657"/>
                    </a:lnTo>
                    <a:lnTo>
                      <a:pt x="6175249" y="3815024"/>
                    </a:lnTo>
                    <a:lnTo>
                      <a:pt x="6226478" y="3800504"/>
                    </a:lnTo>
                    <a:lnTo>
                      <a:pt x="6284027" y="3785374"/>
                    </a:lnTo>
                    <a:lnTo>
                      <a:pt x="6344278" y="3765199"/>
                    </a:lnTo>
                    <a:lnTo>
                      <a:pt x="6408812" y="3739825"/>
                    </a:lnTo>
                    <a:lnTo>
                      <a:pt x="6476506" y="3714145"/>
                    </a:lnTo>
                    <a:lnTo>
                      <a:pt x="6546750" y="3681840"/>
                    </a:lnTo>
                    <a:lnTo>
                      <a:pt x="6619848" y="3646069"/>
                    </a:lnTo>
                    <a:lnTo>
                      <a:pt x="6695802" y="3606832"/>
                    </a:lnTo>
                    <a:lnTo>
                      <a:pt x="6769717" y="3563008"/>
                    </a:lnTo>
                    <a:lnTo>
                      <a:pt x="6846182" y="3512557"/>
                    </a:lnTo>
                    <a:lnTo>
                      <a:pt x="6885128" y="3486466"/>
                    </a:lnTo>
                    <a:lnTo>
                      <a:pt x="6923922" y="3458794"/>
                    </a:lnTo>
                    <a:lnTo>
                      <a:pt x="6960982" y="3429695"/>
                    </a:lnTo>
                    <a:lnTo>
                      <a:pt x="6999623" y="3400443"/>
                    </a:lnTo>
                    <a:lnTo>
                      <a:pt x="7037959" y="3368031"/>
                    </a:lnTo>
                    <a:lnTo>
                      <a:pt x="7074561" y="3334191"/>
                    </a:lnTo>
                    <a:lnTo>
                      <a:pt x="7112744" y="3300199"/>
                    </a:lnTo>
                    <a:lnTo>
                      <a:pt x="7147461" y="3263352"/>
                    </a:lnTo>
                    <a:lnTo>
                      <a:pt x="7183759" y="3226352"/>
                    </a:lnTo>
                    <a:lnTo>
                      <a:pt x="7219751" y="3186191"/>
                    </a:lnTo>
                    <a:lnTo>
                      <a:pt x="7255743" y="3146031"/>
                    </a:lnTo>
                    <a:lnTo>
                      <a:pt x="7290002" y="3104444"/>
                    </a:lnTo>
                    <a:lnTo>
                      <a:pt x="7322375" y="3059848"/>
                    </a:lnTo>
                    <a:lnTo>
                      <a:pt x="7356176" y="3013520"/>
                    </a:lnTo>
                    <a:lnTo>
                      <a:pt x="7388397" y="2967345"/>
                    </a:lnTo>
                    <a:lnTo>
                      <a:pt x="7418580" y="2916582"/>
                    </a:lnTo>
                    <a:lnTo>
                      <a:pt x="7450496" y="2867246"/>
                    </a:lnTo>
                    <a:lnTo>
                      <a:pt x="7478793" y="2813475"/>
                    </a:lnTo>
                    <a:lnTo>
                      <a:pt x="7507090" y="2759705"/>
                    </a:lnTo>
                    <a:lnTo>
                      <a:pt x="7533655" y="2704506"/>
                    </a:lnTo>
                    <a:lnTo>
                      <a:pt x="7558334" y="2646301"/>
                    </a:lnTo>
                    <a:lnTo>
                      <a:pt x="7582860" y="2586515"/>
                    </a:lnTo>
                    <a:lnTo>
                      <a:pt x="7605348" y="2522141"/>
                    </a:lnTo>
                    <a:lnTo>
                      <a:pt x="7626409" y="2459500"/>
                    </a:lnTo>
                    <a:lnTo>
                      <a:pt x="7647164" y="2393699"/>
                    </a:lnTo>
                    <a:lnTo>
                      <a:pt x="7666187" y="2326471"/>
                    </a:lnTo>
                    <a:lnTo>
                      <a:pt x="7683324" y="2256234"/>
                    </a:lnTo>
                    <a:lnTo>
                      <a:pt x="7697148" y="2184723"/>
                    </a:lnTo>
                    <a:lnTo>
                      <a:pt x="7710514" y="2108472"/>
                    </a:lnTo>
                    <a:lnTo>
                      <a:pt x="7722300" y="2032373"/>
                    </a:lnTo>
                    <a:lnTo>
                      <a:pt x="7728269" y="1995114"/>
                    </a:lnTo>
                    <a:lnTo>
                      <a:pt x="7738215" y="1949496"/>
                    </a:lnTo>
                    <a:lnTo>
                      <a:pt x="7750864" y="1898832"/>
                    </a:lnTo>
                    <a:lnTo>
                      <a:pt x="7769527" y="1844397"/>
                    </a:lnTo>
                    <a:lnTo>
                      <a:pt x="7781153" y="1816161"/>
                    </a:lnTo>
                    <a:lnTo>
                      <a:pt x="7792932" y="1789504"/>
                    </a:lnTo>
                    <a:lnTo>
                      <a:pt x="7806138" y="1761115"/>
                    </a:lnTo>
                    <a:lnTo>
                      <a:pt x="7821076" y="1734153"/>
                    </a:lnTo>
                    <a:lnTo>
                      <a:pt x="7836320" y="1710352"/>
                    </a:lnTo>
                    <a:lnTo>
                      <a:pt x="7856305" y="1686093"/>
                    </a:lnTo>
                    <a:lnTo>
                      <a:pt x="7876442" y="1663413"/>
                    </a:lnTo>
                    <a:lnTo>
                      <a:pt x="7896579" y="1640734"/>
                    </a:lnTo>
                    <a:lnTo>
                      <a:pt x="7918755" y="1622642"/>
                    </a:lnTo>
                    <a:lnTo>
                      <a:pt x="7944396" y="1607405"/>
                    </a:lnTo>
                    <a:lnTo>
                      <a:pt x="7970036" y="1592169"/>
                    </a:lnTo>
                    <a:lnTo>
                      <a:pt x="7997868" y="1583100"/>
                    </a:lnTo>
                    <a:lnTo>
                      <a:pt x="8027586" y="1577039"/>
                    </a:lnTo>
                    <a:lnTo>
                      <a:pt x="8058883" y="1570825"/>
                    </a:lnTo>
                    <a:lnTo>
                      <a:pt x="8094104" y="1572207"/>
                    </a:lnTo>
                    <a:lnTo>
                      <a:pt x="8129631" y="1576748"/>
                    </a:lnTo>
                    <a:lnTo>
                      <a:pt x="8168776" y="1585725"/>
                    </a:lnTo>
                    <a:lnTo>
                      <a:pt x="8209959" y="1599290"/>
                    </a:lnTo>
                    <a:lnTo>
                      <a:pt x="8253332" y="1619022"/>
                    </a:lnTo>
                    <a:lnTo>
                      <a:pt x="8297164" y="1643496"/>
                    </a:lnTo>
                    <a:lnTo>
                      <a:pt x="8344767" y="1673984"/>
                    </a:lnTo>
                    <a:lnTo>
                      <a:pt x="8394408" y="1709059"/>
                    </a:lnTo>
                    <a:lnTo>
                      <a:pt x="8447973" y="1751731"/>
                    </a:lnTo>
                    <a:lnTo>
                      <a:pt x="8503728" y="1800570"/>
                    </a:lnTo>
                    <a:lnTo>
                      <a:pt x="8574110" y="1868729"/>
                    </a:lnTo>
                    <a:lnTo>
                      <a:pt x="8623392" y="1916599"/>
                    </a:lnTo>
                    <a:lnTo>
                      <a:pt x="8679300" y="1967018"/>
                    </a:lnTo>
                    <a:lnTo>
                      <a:pt x="8739949" y="2016979"/>
                    </a:lnTo>
                    <a:lnTo>
                      <a:pt x="8771139" y="2042674"/>
                    </a:lnTo>
                    <a:lnTo>
                      <a:pt x="8803758" y="2066635"/>
                    </a:lnTo>
                    <a:lnTo>
                      <a:pt x="8837956" y="2090444"/>
                    </a:lnTo>
                    <a:lnTo>
                      <a:pt x="8871849" y="2111093"/>
                    </a:lnTo>
                    <a:lnTo>
                      <a:pt x="8903856" y="2128734"/>
                    </a:lnTo>
                    <a:lnTo>
                      <a:pt x="8937444" y="2146222"/>
                    </a:lnTo>
                    <a:lnTo>
                      <a:pt x="8972307" y="2160398"/>
                    </a:lnTo>
                    <a:lnTo>
                      <a:pt x="9005131" y="2169985"/>
                    </a:lnTo>
                    <a:lnTo>
                      <a:pt x="9037802" y="2177992"/>
                    </a:lnTo>
                    <a:lnTo>
                      <a:pt x="9071443" y="2179527"/>
                    </a:lnTo>
                    <a:lnTo>
                      <a:pt x="9087397" y="2179580"/>
                    </a:lnTo>
                    <a:lnTo>
                      <a:pt x="9103199" y="2178053"/>
                    </a:lnTo>
                    <a:lnTo>
                      <a:pt x="9119000" y="2176526"/>
                    </a:lnTo>
                    <a:lnTo>
                      <a:pt x="9133069" y="2173572"/>
                    </a:lnTo>
                    <a:lnTo>
                      <a:pt x="9148565" y="2168885"/>
                    </a:lnTo>
                    <a:lnTo>
                      <a:pt x="9162175" y="2161191"/>
                    </a:lnTo>
                    <a:lnTo>
                      <a:pt x="9178946" y="2153190"/>
                    </a:lnTo>
                    <a:lnTo>
                      <a:pt x="9192404" y="2143916"/>
                    </a:lnTo>
                    <a:lnTo>
                      <a:pt x="9205862" y="2134641"/>
                    </a:lnTo>
                    <a:lnTo>
                      <a:pt x="9219015" y="2122206"/>
                    </a:lnTo>
                    <a:lnTo>
                      <a:pt x="9232014" y="2108190"/>
                    </a:lnTo>
                    <a:lnTo>
                      <a:pt x="9243434" y="2094328"/>
                    </a:lnTo>
                    <a:lnTo>
                      <a:pt x="9256129" y="2077152"/>
                    </a:lnTo>
                    <a:lnTo>
                      <a:pt x="9267090" y="2058550"/>
                    </a:lnTo>
                    <a:lnTo>
                      <a:pt x="9276166" y="2036939"/>
                    </a:lnTo>
                    <a:lnTo>
                      <a:pt x="9286975" y="2016756"/>
                    </a:lnTo>
                    <a:lnTo>
                      <a:pt x="9295746" y="1991985"/>
                    </a:lnTo>
                    <a:lnTo>
                      <a:pt x="9305945" y="1965481"/>
                    </a:lnTo>
                    <a:lnTo>
                      <a:pt x="9314410" y="1937550"/>
                    </a:lnTo>
                    <a:lnTo>
                      <a:pt x="9322723" y="1908039"/>
                    </a:lnTo>
                    <a:lnTo>
                      <a:pt x="9329303" y="1877100"/>
                    </a:lnTo>
                    <a:lnTo>
                      <a:pt x="9335577" y="1843001"/>
                    </a:lnTo>
                    <a:lnTo>
                      <a:pt x="9345936" y="1768635"/>
                    </a:lnTo>
                    <a:lnTo>
                      <a:pt x="9360477" y="1671536"/>
                    </a:lnTo>
                    <a:lnTo>
                      <a:pt x="9375683" y="1564804"/>
                    </a:lnTo>
                    <a:lnTo>
                      <a:pt x="9393285" y="1449866"/>
                    </a:lnTo>
                    <a:lnTo>
                      <a:pt x="9413285" y="1326722"/>
                    </a:lnTo>
                    <a:lnTo>
                      <a:pt x="9437566" y="1198379"/>
                    </a:lnTo>
                    <a:lnTo>
                      <a:pt x="9466131" y="1064838"/>
                    </a:lnTo>
                    <a:lnTo>
                      <a:pt x="9495664" y="924823"/>
                    </a:lnTo>
                    <a:lnTo>
                      <a:pt x="9529480" y="779611"/>
                    </a:lnTo>
                    <a:lnTo>
                      <a:pt x="9539220" y="748367"/>
                    </a:lnTo>
                    <a:lnTo>
                      <a:pt x="9550083" y="712229"/>
                    </a:lnTo>
                    <a:lnTo>
                      <a:pt x="9562678" y="677520"/>
                    </a:lnTo>
                    <a:lnTo>
                      <a:pt x="9579708" y="639192"/>
                    </a:lnTo>
                    <a:lnTo>
                      <a:pt x="9598471" y="602291"/>
                    </a:lnTo>
                    <a:lnTo>
                      <a:pt x="9620089" y="561925"/>
                    </a:lnTo>
                    <a:lnTo>
                      <a:pt x="9643440" y="522986"/>
                    </a:lnTo>
                    <a:lnTo>
                      <a:pt x="9673264" y="485017"/>
                    </a:lnTo>
                    <a:lnTo>
                      <a:pt x="9702935" y="445467"/>
                    </a:lnTo>
                    <a:lnTo>
                      <a:pt x="9737653" y="408620"/>
                    </a:lnTo>
                    <a:lnTo>
                      <a:pt x="9775530" y="371468"/>
                    </a:lnTo>
                    <a:lnTo>
                      <a:pt x="9816721" y="335590"/>
                    </a:lnTo>
                    <a:lnTo>
                      <a:pt x="9861377" y="302567"/>
                    </a:lnTo>
                    <a:lnTo>
                      <a:pt x="9911078" y="272246"/>
                    </a:lnTo>
                    <a:lnTo>
                      <a:pt x="9938300" y="256857"/>
                    </a:lnTo>
                    <a:lnTo>
                      <a:pt x="9965826" y="244628"/>
                    </a:lnTo>
                    <a:lnTo>
                      <a:pt x="9994780" y="230666"/>
                    </a:lnTo>
                    <a:lnTo>
                      <a:pt x="10025314" y="216551"/>
                    </a:lnTo>
                    <a:close/>
                  </a:path>
                </a:pathLst>
              </a:custGeom>
              <a:solidFill>
                <a:srgbClr val="EF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dirty="0">
                  <a:solidFill>
                    <a:prstClr val="black"/>
                  </a:solidFill>
                  <a:latin typeface="Montserrat Light"/>
                </a:endParaRPr>
              </a:p>
            </p:txBody>
          </p:sp>
        </p:grpSp>
        <p:sp>
          <p:nvSpPr>
            <p:cNvPr id="19" name="Oval 18"/>
            <p:cNvSpPr/>
            <p:nvPr/>
          </p:nvSpPr>
          <p:spPr>
            <a:xfrm>
              <a:off x="2334883" y="4863861"/>
              <a:ext cx="1238250" cy="1238250"/>
            </a:xfrm>
            <a:prstGeom prst="ellipse">
              <a:avLst/>
            </a:prstGeom>
            <a:solidFill>
              <a:srgbClr val="EF423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2" name="Title 1"/>
          <p:cNvSpPr>
            <a:spLocks noGrp="1"/>
          </p:cNvSpPr>
          <p:nvPr>
            <p:ph type="ctrTitle"/>
          </p:nvPr>
        </p:nvSpPr>
        <p:spPr>
          <a:xfrm>
            <a:off x="1631877" y="612972"/>
            <a:ext cx="9144000" cy="1009346"/>
          </a:xfrm>
        </p:spPr>
        <p:txBody>
          <a:bodyPr>
            <a:normAutofit/>
          </a:bodyPr>
          <a:lstStyle/>
          <a:p>
            <a:pPr rtl="1"/>
            <a:r>
              <a:rPr lang="ar-SA" sz="4400" b="1" u="sng" dirty="0"/>
              <a:t>2. الواقع الافتراضي Virtual Reality</a:t>
            </a:r>
            <a:endParaRPr lang="en-US" sz="4400" u="sng" dirty="0"/>
          </a:p>
        </p:txBody>
      </p:sp>
      <p:sp>
        <p:nvSpPr>
          <p:cNvPr id="3" name="Subtitle 2"/>
          <p:cNvSpPr>
            <a:spLocks noGrp="1"/>
          </p:cNvSpPr>
          <p:nvPr>
            <p:ph type="subTitle" idx="1"/>
          </p:nvPr>
        </p:nvSpPr>
        <p:spPr>
          <a:xfrm>
            <a:off x="1263506" y="3256199"/>
            <a:ext cx="10185543" cy="1110470"/>
          </a:xfrm>
        </p:spPr>
        <p:txBody>
          <a:bodyPr>
            <a:noAutofit/>
          </a:bodyPr>
          <a:lstStyle/>
          <a:p>
            <a:r>
              <a:rPr lang="ar-JO" sz="2800" b="1" dirty="0">
                <a:solidFill>
                  <a:schemeClr val="tx1">
                    <a:lumMod val="75000"/>
                    <a:lumOff val="25000"/>
                  </a:schemeClr>
                </a:solidFill>
              </a:rPr>
              <a:t>هو من ابتكار العالم جورن لاينر، الذي حاول أن ينشئ عالماً افتراضياً، يعمل على نقل الوعي الإنسانى إلى بيئة افتراضية تشكل إلكترونياً</a:t>
            </a:r>
            <a:endParaRPr lang="en-AU" sz="2800" b="1" dirty="0">
              <a:solidFill>
                <a:schemeClr val="tx1">
                  <a:lumMod val="75000"/>
                  <a:lumOff val="25000"/>
                </a:schemeClr>
              </a:solidFill>
            </a:endParaRPr>
          </a:p>
        </p:txBody>
      </p:sp>
      <p:sp>
        <p:nvSpPr>
          <p:cNvPr id="4" name="Rectangle 3"/>
          <p:cNvSpPr/>
          <p:nvPr/>
        </p:nvSpPr>
        <p:spPr>
          <a:xfrm>
            <a:off x="6661319" y="2032299"/>
            <a:ext cx="5530681" cy="854080"/>
          </a:xfrm>
          <a:prstGeom prst="rect">
            <a:avLst/>
          </a:prstGeom>
        </p:spPr>
        <p:txBody>
          <a:bodyPr wrap="none">
            <a:spAutoFit/>
          </a:bodyPr>
          <a:lstStyle/>
          <a:p>
            <a:pPr marL="457200" marR="0" algn="just" rtl="1">
              <a:lnSpc>
                <a:spcPct val="150000"/>
              </a:lnSpc>
              <a:spcBef>
                <a:spcPts val="0"/>
              </a:spcBef>
              <a:spcAft>
                <a:spcPts val="0"/>
              </a:spcAft>
            </a:pPr>
            <a:r>
              <a:rPr lang="ar-JO" sz="3600" b="1" u="sng" dirty="0">
                <a:solidFill>
                  <a:srgbClr val="1C94D0"/>
                </a:solidFill>
                <a:latin typeface="Times New Roman" panose="02020603050405020304" pitchFamily="18" charset="0"/>
                <a:ea typeface="Calibri" panose="020F0502020204030204" pitchFamily="34" charset="0"/>
                <a:cs typeface="Simplified Arabic" panose="02020603050405020304" pitchFamily="18" charset="-78"/>
              </a:rPr>
              <a:t>أ. ما المقصود بالواقع الافتراضي؟</a:t>
            </a:r>
            <a:endParaRPr lang="en-US" sz="3600" u="sng" dirty="0">
              <a:solidFill>
                <a:srgbClr val="1C94D0"/>
              </a:solidFill>
              <a:effectLst/>
              <a:latin typeface="Times New Roman" panose="02020603050405020304" pitchFamily="18" charset="0"/>
              <a:ea typeface="Calibri" panose="020F0502020204030204" pitchFamily="34" charset="0"/>
              <a:cs typeface="Simplified Arabic" panose="02020603050405020304" pitchFamily="18" charset="-78"/>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846974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rot="20755662">
            <a:off x="4594745" y="4429385"/>
            <a:ext cx="3938917" cy="2358085"/>
            <a:chOff x="2334883" y="2917871"/>
            <a:chExt cx="5912624" cy="3539671"/>
          </a:xfrm>
        </p:grpSpPr>
        <p:grpSp>
          <p:nvGrpSpPr>
            <p:cNvPr id="11" name="Group 10"/>
            <p:cNvGrpSpPr/>
            <p:nvPr/>
          </p:nvGrpSpPr>
          <p:grpSpPr>
            <a:xfrm rot="580531">
              <a:off x="3182494" y="2917871"/>
              <a:ext cx="5065013" cy="3539671"/>
              <a:chOff x="-2395625" y="1331830"/>
              <a:chExt cx="11255235" cy="7865691"/>
            </a:xfrm>
          </p:grpSpPr>
          <p:sp>
            <p:nvSpPr>
              <p:cNvPr id="12" name="Freeform 11"/>
              <p:cNvSpPr>
                <a:spLocks/>
              </p:cNvSpPr>
              <p:nvPr/>
            </p:nvSpPr>
            <p:spPr bwMode="auto">
              <a:xfrm rot="331136">
                <a:off x="-1863483" y="4791101"/>
                <a:ext cx="5640555" cy="4278408"/>
              </a:xfrm>
              <a:custGeom>
                <a:avLst/>
                <a:gdLst>
                  <a:gd name="connsiteX0" fmla="*/ 4246029 w 5589474"/>
                  <a:gd name="connsiteY0" fmla="*/ 0 h 4278408"/>
                  <a:gd name="connsiteX1" fmla="*/ 4310989 w 5589474"/>
                  <a:gd name="connsiteY1" fmla="*/ 8857 h 4278408"/>
                  <a:gd name="connsiteX2" fmla="*/ 4375949 w 5589474"/>
                  <a:gd name="connsiteY2" fmla="*/ 23622 h 4278408"/>
                  <a:gd name="connsiteX3" fmla="*/ 4446815 w 5589474"/>
                  <a:gd name="connsiteY3" fmla="*/ 47244 h 4278408"/>
                  <a:gd name="connsiteX4" fmla="*/ 4520635 w 5589474"/>
                  <a:gd name="connsiteY4" fmla="*/ 79723 h 4278408"/>
                  <a:gd name="connsiteX5" fmla="*/ 4597405 w 5589474"/>
                  <a:gd name="connsiteY5" fmla="*/ 124015 h 4278408"/>
                  <a:gd name="connsiteX6" fmla="*/ 4674177 w 5589474"/>
                  <a:gd name="connsiteY6" fmla="*/ 177164 h 4278408"/>
                  <a:gd name="connsiteX7" fmla="*/ 4756854 w 5589474"/>
                  <a:gd name="connsiteY7" fmla="*/ 242124 h 4278408"/>
                  <a:gd name="connsiteX8" fmla="*/ 4842482 w 5589474"/>
                  <a:gd name="connsiteY8" fmla="*/ 315941 h 4278408"/>
                  <a:gd name="connsiteX9" fmla="*/ 4934017 w 5589474"/>
                  <a:gd name="connsiteY9" fmla="*/ 404524 h 4278408"/>
                  <a:gd name="connsiteX10" fmla="*/ 5028504 w 5589474"/>
                  <a:gd name="connsiteY10" fmla="*/ 504916 h 4278408"/>
                  <a:gd name="connsiteX11" fmla="*/ 5131848 w 5589474"/>
                  <a:gd name="connsiteY11" fmla="*/ 626348 h 4278408"/>
                  <a:gd name="connsiteX12" fmla="*/ 5131263 w 5589474"/>
                  <a:gd name="connsiteY12" fmla="*/ 632975 h 4278408"/>
                  <a:gd name="connsiteX13" fmla="*/ 5170541 w 5589474"/>
                  <a:gd name="connsiteY13" fmla="*/ 674709 h 4278408"/>
                  <a:gd name="connsiteX14" fmla="*/ 5272472 w 5589474"/>
                  <a:gd name="connsiteY14" fmla="*/ 794479 h 4278408"/>
                  <a:gd name="connsiteX15" fmla="*/ 5343823 w 5589474"/>
                  <a:gd name="connsiteY15" fmla="*/ 878571 h 4278408"/>
                  <a:gd name="connsiteX16" fmla="*/ 5425369 w 5589474"/>
                  <a:gd name="connsiteY16" fmla="*/ 967762 h 4278408"/>
                  <a:gd name="connsiteX17" fmla="*/ 5514556 w 5589474"/>
                  <a:gd name="connsiteY17" fmla="*/ 1056950 h 4278408"/>
                  <a:gd name="connsiteX18" fmla="*/ 5560426 w 5589474"/>
                  <a:gd name="connsiteY18" fmla="*/ 1102820 h 4278408"/>
                  <a:gd name="connsiteX19" fmla="*/ 5589474 w 5589474"/>
                  <a:gd name="connsiteY19" fmla="*/ 1128811 h 4278408"/>
                  <a:gd name="connsiteX20" fmla="*/ 5501373 w 5589474"/>
                  <a:gd name="connsiteY20" fmla="*/ 1163468 h 4278408"/>
                  <a:gd name="connsiteX21" fmla="*/ 5452954 w 5589474"/>
                  <a:gd name="connsiteY21" fmla="*/ 1132889 h 4278408"/>
                  <a:gd name="connsiteX22" fmla="*/ 5407086 w 5589474"/>
                  <a:gd name="connsiteY22" fmla="*/ 1097213 h 4278408"/>
                  <a:gd name="connsiteX23" fmla="*/ 5320445 w 5589474"/>
                  <a:gd name="connsiteY23" fmla="*/ 1036054 h 4278408"/>
                  <a:gd name="connsiteX24" fmla="*/ 5251642 w 5589474"/>
                  <a:gd name="connsiteY24" fmla="*/ 974895 h 4278408"/>
                  <a:gd name="connsiteX25" fmla="*/ 5198128 w 5589474"/>
                  <a:gd name="connsiteY25" fmla="*/ 926478 h 4278408"/>
                  <a:gd name="connsiteX26" fmla="*/ 5152258 w 5589474"/>
                  <a:gd name="connsiteY26" fmla="*/ 880609 h 4278408"/>
                  <a:gd name="connsiteX27" fmla="*/ 5063069 w 5589474"/>
                  <a:gd name="connsiteY27" fmla="*/ 796516 h 4278408"/>
                  <a:gd name="connsiteX28" fmla="*/ 4981525 w 5589474"/>
                  <a:gd name="connsiteY28" fmla="*/ 727712 h 4278408"/>
                  <a:gd name="connsiteX29" fmla="*/ 4899980 w 5589474"/>
                  <a:gd name="connsiteY29" fmla="*/ 664006 h 4278408"/>
                  <a:gd name="connsiteX30" fmla="*/ 4826079 w 5589474"/>
                  <a:gd name="connsiteY30" fmla="*/ 613041 h 4278408"/>
                  <a:gd name="connsiteX31" fmla="*/ 4754728 w 5589474"/>
                  <a:gd name="connsiteY31" fmla="*/ 569719 h 4278408"/>
                  <a:gd name="connsiteX32" fmla="*/ 4685926 w 5589474"/>
                  <a:gd name="connsiteY32" fmla="*/ 534043 h 4278408"/>
                  <a:gd name="connsiteX33" fmla="*/ 4622218 w 5589474"/>
                  <a:gd name="connsiteY33" fmla="*/ 508561 h 4278408"/>
                  <a:gd name="connsiteX34" fmla="*/ 4558511 w 5589474"/>
                  <a:gd name="connsiteY34" fmla="*/ 488175 h 4278408"/>
                  <a:gd name="connsiteX35" fmla="*/ 4499900 w 5589474"/>
                  <a:gd name="connsiteY35" fmla="*/ 477981 h 4278408"/>
                  <a:gd name="connsiteX36" fmla="*/ 4446388 w 5589474"/>
                  <a:gd name="connsiteY36" fmla="*/ 470338 h 4278408"/>
                  <a:gd name="connsiteX37" fmla="*/ 4284127 w 5589474"/>
                  <a:gd name="connsiteY37" fmla="*/ 440084 h 4278408"/>
                  <a:gd name="connsiteX38" fmla="*/ 4225073 w 5589474"/>
                  <a:gd name="connsiteY38" fmla="*/ 440084 h 4278408"/>
                  <a:gd name="connsiteX39" fmla="*/ 4166018 w 5589474"/>
                  <a:gd name="connsiteY39" fmla="*/ 451895 h 4278408"/>
                  <a:gd name="connsiteX40" fmla="*/ 4112869 w 5589474"/>
                  <a:gd name="connsiteY40" fmla="*/ 463705 h 4278408"/>
                  <a:gd name="connsiteX41" fmla="*/ 4062672 w 5589474"/>
                  <a:gd name="connsiteY41" fmla="*/ 484373 h 4278408"/>
                  <a:gd name="connsiteX42" fmla="*/ 4018382 w 5589474"/>
                  <a:gd name="connsiteY42" fmla="*/ 507995 h 4278408"/>
                  <a:gd name="connsiteX43" fmla="*/ 3974090 w 5589474"/>
                  <a:gd name="connsiteY43" fmla="*/ 537523 h 4278408"/>
                  <a:gd name="connsiteX44" fmla="*/ 3929800 w 5589474"/>
                  <a:gd name="connsiteY44" fmla="*/ 570003 h 4278408"/>
                  <a:gd name="connsiteX45" fmla="*/ 3894367 w 5589474"/>
                  <a:gd name="connsiteY45" fmla="*/ 608388 h 4278408"/>
                  <a:gd name="connsiteX46" fmla="*/ 3861885 w 5589474"/>
                  <a:gd name="connsiteY46" fmla="*/ 646775 h 4278408"/>
                  <a:gd name="connsiteX47" fmla="*/ 3826453 w 5589474"/>
                  <a:gd name="connsiteY47" fmla="*/ 691065 h 4278408"/>
                  <a:gd name="connsiteX48" fmla="*/ 3796926 w 5589474"/>
                  <a:gd name="connsiteY48" fmla="*/ 735357 h 4278408"/>
                  <a:gd name="connsiteX49" fmla="*/ 3770351 w 5589474"/>
                  <a:gd name="connsiteY49" fmla="*/ 779646 h 4278408"/>
                  <a:gd name="connsiteX50" fmla="*/ 3743776 w 5589474"/>
                  <a:gd name="connsiteY50" fmla="*/ 826891 h 4278408"/>
                  <a:gd name="connsiteX51" fmla="*/ 3723109 w 5589474"/>
                  <a:gd name="connsiteY51" fmla="*/ 874134 h 4278408"/>
                  <a:gd name="connsiteX52" fmla="*/ 3684722 w 5589474"/>
                  <a:gd name="connsiteY52" fmla="*/ 968621 h 4278408"/>
                  <a:gd name="connsiteX53" fmla="*/ 3655194 w 5589474"/>
                  <a:gd name="connsiteY53" fmla="*/ 1057204 h 4278408"/>
                  <a:gd name="connsiteX54" fmla="*/ 3631573 w 5589474"/>
                  <a:gd name="connsiteY54" fmla="*/ 1136928 h 4278408"/>
                  <a:gd name="connsiteX55" fmla="*/ 3613856 w 5589474"/>
                  <a:gd name="connsiteY55" fmla="*/ 1207794 h 4278408"/>
                  <a:gd name="connsiteX56" fmla="*/ 3578424 w 5589474"/>
                  <a:gd name="connsiteY56" fmla="*/ 1346572 h 4278408"/>
                  <a:gd name="connsiteX57" fmla="*/ 3537085 w 5589474"/>
                  <a:gd name="connsiteY57" fmla="*/ 1482397 h 4278408"/>
                  <a:gd name="connsiteX58" fmla="*/ 3495747 w 5589474"/>
                  <a:gd name="connsiteY58" fmla="*/ 1612317 h 4278408"/>
                  <a:gd name="connsiteX59" fmla="*/ 3451457 w 5589474"/>
                  <a:gd name="connsiteY59" fmla="*/ 1736332 h 4278408"/>
                  <a:gd name="connsiteX60" fmla="*/ 3404213 w 5589474"/>
                  <a:gd name="connsiteY60" fmla="*/ 1860347 h 4278408"/>
                  <a:gd name="connsiteX61" fmla="*/ 3351063 w 5589474"/>
                  <a:gd name="connsiteY61" fmla="*/ 1981409 h 4278408"/>
                  <a:gd name="connsiteX62" fmla="*/ 3297914 w 5589474"/>
                  <a:gd name="connsiteY62" fmla="*/ 2093613 h 4278408"/>
                  <a:gd name="connsiteX63" fmla="*/ 3241812 w 5589474"/>
                  <a:gd name="connsiteY63" fmla="*/ 2208769 h 4278408"/>
                  <a:gd name="connsiteX64" fmla="*/ 3179806 w 5589474"/>
                  <a:gd name="connsiteY64" fmla="*/ 2315068 h 4278408"/>
                  <a:gd name="connsiteX65" fmla="*/ 3120751 w 5589474"/>
                  <a:gd name="connsiteY65" fmla="*/ 2418415 h 4278408"/>
                  <a:gd name="connsiteX66" fmla="*/ 3052837 w 5589474"/>
                  <a:gd name="connsiteY66" fmla="*/ 2518807 h 4278408"/>
                  <a:gd name="connsiteX67" fmla="*/ 2987877 w 5589474"/>
                  <a:gd name="connsiteY67" fmla="*/ 2613294 h 4278408"/>
                  <a:gd name="connsiteX68" fmla="*/ 2919965 w 5589474"/>
                  <a:gd name="connsiteY68" fmla="*/ 2707782 h 4278408"/>
                  <a:gd name="connsiteX69" fmla="*/ 2849100 w 5589474"/>
                  <a:gd name="connsiteY69" fmla="*/ 2793409 h 4278408"/>
                  <a:gd name="connsiteX70" fmla="*/ 2778234 w 5589474"/>
                  <a:gd name="connsiteY70" fmla="*/ 2881992 h 4278408"/>
                  <a:gd name="connsiteX71" fmla="*/ 2704415 w 5589474"/>
                  <a:gd name="connsiteY71" fmla="*/ 2964669 h 4278408"/>
                  <a:gd name="connsiteX72" fmla="*/ 2627644 w 5589474"/>
                  <a:gd name="connsiteY72" fmla="*/ 3044393 h 4278408"/>
                  <a:gd name="connsiteX73" fmla="*/ 2550872 w 5589474"/>
                  <a:gd name="connsiteY73" fmla="*/ 3121164 h 4278408"/>
                  <a:gd name="connsiteX74" fmla="*/ 2471150 w 5589474"/>
                  <a:gd name="connsiteY74" fmla="*/ 3194982 h 4278408"/>
                  <a:gd name="connsiteX75" fmla="*/ 2394379 w 5589474"/>
                  <a:gd name="connsiteY75" fmla="*/ 3262895 h 4278408"/>
                  <a:gd name="connsiteX76" fmla="*/ 2311703 w 5589474"/>
                  <a:gd name="connsiteY76" fmla="*/ 3330808 h 4278408"/>
                  <a:gd name="connsiteX77" fmla="*/ 2229026 w 5589474"/>
                  <a:gd name="connsiteY77" fmla="*/ 3395768 h 4278408"/>
                  <a:gd name="connsiteX78" fmla="*/ 2146350 w 5589474"/>
                  <a:gd name="connsiteY78" fmla="*/ 3457776 h 4278408"/>
                  <a:gd name="connsiteX79" fmla="*/ 2063673 w 5589474"/>
                  <a:gd name="connsiteY79" fmla="*/ 3513876 h 4278408"/>
                  <a:gd name="connsiteX80" fmla="*/ 1980996 w 5589474"/>
                  <a:gd name="connsiteY80" fmla="*/ 3569980 h 4278408"/>
                  <a:gd name="connsiteX81" fmla="*/ 1898321 w 5589474"/>
                  <a:gd name="connsiteY81" fmla="*/ 3623129 h 4278408"/>
                  <a:gd name="connsiteX82" fmla="*/ 1812689 w 5589474"/>
                  <a:gd name="connsiteY82" fmla="*/ 3673324 h 4278408"/>
                  <a:gd name="connsiteX83" fmla="*/ 1730014 w 5589474"/>
                  <a:gd name="connsiteY83" fmla="*/ 3723522 h 4278408"/>
                  <a:gd name="connsiteX84" fmla="*/ 1647337 w 5589474"/>
                  <a:gd name="connsiteY84" fmla="*/ 3770765 h 4278408"/>
                  <a:gd name="connsiteX85" fmla="*/ 1558754 w 5589474"/>
                  <a:gd name="connsiteY85" fmla="*/ 3815056 h 4278408"/>
                  <a:gd name="connsiteX86" fmla="*/ 1393401 w 5589474"/>
                  <a:gd name="connsiteY86" fmla="*/ 3894780 h 4278408"/>
                  <a:gd name="connsiteX87" fmla="*/ 1231003 w 5589474"/>
                  <a:gd name="connsiteY87" fmla="*/ 3965646 h 4278408"/>
                  <a:gd name="connsiteX88" fmla="*/ 1065649 w 5589474"/>
                  <a:gd name="connsiteY88" fmla="*/ 4024700 h 4278408"/>
                  <a:gd name="connsiteX89" fmla="*/ 909153 w 5589474"/>
                  <a:gd name="connsiteY89" fmla="*/ 4080802 h 4278408"/>
                  <a:gd name="connsiteX90" fmla="*/ 755612 w 5589474"/>
                  <a:gd name="connsiteY90" fmla="*/ 4128045 h 4278408"/>
                  <a:gd name="connsiteX91" fmla="*/ 610929 w 5589474"/>
                  <a:gd name="connsiteY91" fmla="*/ 4166432 h 4278408"/>
                  <a:gd name="connsiteX92" fmla="*/ 469197 w 5589474"/>
                  <a:gd name="connsiteY92" fmla="*/ 4204817 h 4278408"/>
                  <a:gd name="connsiteX93" fmla="*/ 339277 w 5589474"/>
                  <a:gd name="connsiteY93" fmla="*/ 4231392 h 4278408"/>
                  <a:gd name="connsiteX94" fmla="*/ 221168 w 5589474"/>
                  <a:gd name="connsiteY94" fmla="*/ 4255013 h 4278408"/>
                  <a:gd name="connsiteX95" fmla="*/ 106010 w 5589474"/>
                  <a:gd name="connsiteY95" fmla="*/ 4275681 h 4278408"/>
                  <a:gd name="connsiteX96" fmla="*/ 83516 w 5589474"/>
                  <a:gd name="connsiteY96" fmla="*/ 4278408 h 4278408"/>
                  <a:gd name="connsiteX97" fmla="*/ 0 w 5589474"/>
                  <a:gd name="connsiteY97" fmla="*/ 3859220 h 4278408"/>
                  <a:gd name="connsiteX98" fmla="*/ 32481 w 5589474"/>
                  <a:gd name="connsiteY98" fmla="*/ 3853314 h 4278408"/>
                  <a:gd name="connsiteX99" fmla="*/ 124015 w 5589474"/>
                  <a:gd name="connsiteY99" fmla="*/ 3847409 h 4278408"/>
                  <a:gd name="connsiteX100" fmla="*/ 265746 w 5589474"/>
                  <a:gd name="connsiteY100" fmla="*/ 3832646 h 4278408"/>
                  <a:gd name="connsiteX101" fmla="*/ 357282 w 5589474"/>
                  <a:gd name="connsiteY101" fmla="*/ 3817882 h 4278408"/>
                  <a:gd name="connsiteX102" fmla="*/ 454721 w 5589474"/>
                  <a:gd name="connsiteY102" fmla="*/ 3800165 h 4278408"/>
                  <a:gd name="connsiteX103" fmla="*/ 563973 w 5589474"/>
                  <a:gd name="connsiteY103" fmla="*/ 3782449 h 4278408"/>
                  <a:gd name="connsiteX104" fmla="*/ 679129 w 5589474"/>
                  <a:gd name="connsiteY104" fmla="*/ 3755875 h 4278408"/>
                  <a:gd name="connsiteX105" fmla="*/ 803144 w 5589474"/>
                  <a:gd name="connsiteY105" fmla="*/ 3720442 h 4278408"/>
                  <a:gd name="connsiteX106" fmla="*/ 933063 w 5589474"/>
                  <a:gd name="connsiteY106" fmla="*/ 3685010 h 4278408"/>
                  <a:gd name="connsiteX107" fmla="*/ 1068889 w 5589474"/>
                  <a:gd name="connsiteY107" fmla="*/ 3637767 h 4278408"/>
                  <a:gd name="connsiteX108" fmla="*/ 1210620 w 5589474"/>
                  <a:gd name="connsiteY108" fmla="*/ 3584617 h 4278408"/>
                  <a:gd name="connsiteX109" fmla="*/ 1358257 w 5589474"/>
                  <a:gd name="connsiteY109" fmla="*/ 3525563 h 4278408"/>
                  <a:gd name="connsiteX110" fmla="*/ 1502942 w 5589474"/>
                  <a:gd name="connsiteY110" fmla="*/ 3457649 h 4278408"/>
                  <a:gd name="connsiteX111" fmla="*/ 1653530 w 5589474"/>
                  <a:gd name="connsiteY111" fmla="*/ 3377926 h 4278408"/>
                  <a:gd name="connsiteX112" fmla="*/ 1730302 w 5589474"/>
                  <a:gd name="connsiteY112" fmla="*/ 3336587 h 4278408"/>
                  <a:gd name="connsiteX113" fmla="*/ 1807072 w 5589474"/>
                  <a:gd name="connsiteY113" fmla="*/ 3292296 h 4278408"/>
                  <a:gd name="connsiteX114" fmla="*/ 1880892 w 5589474"/>
                  <a:gd name="connsiteY114" fmla="*/ 3245051 h 4278408"/>
                  <a:gd name="connsiteX115" fmla="*/ 1957663 w 5589474"/>
                  <a:gd name="connsiteY115" fmla="*/ 3197808 h 4278408"/>
                  <a:gd name="connsiteX116" fmla="*/ 2034434 w 5589474"/>
                  <a:gd name="connsiteY116" fmla="*/ 3144659 h 4278408"/>
                  <a:gd name="connsiteX117" fmla="*/ 2108252 w 5589474"/>
                  <a:gd name="connsiteY117" fmla="*/ 3088557 h 4278408"/>
                  <a:gd name="connsiteX118" fmla="*/ 2185022 w 5589474"/>
                  <a:gd name="connsiteY118" fmla="*/ 3032455 h 4278408"/>
                  <a:gd name="connsiteX119" fmla="*/ 2255888 w 5589474"/>
                  <a:gd name="connsiteY119" fmla="*/ 2970449 h 4278408"/>
                  <a:gd name="connsiteX120" fmla="*/ 2329707 w 5589474"/>
                  <a:gd name="connsiteY120" fmla="*/ 2908440 h 4278408"/>
                  <a:gd name="connsiteX121" fmla="*/ 2403525 w 5589474"/>
                  <a:gd name="connsiteY121" fmla="*/ 2840528 h 4278408"/>
                  <a:gd name="connsiteX122" fmla="*/ 2477344 w 5589474"/>
                  <a:gd name="connsiteY122" fmla="*/ 2772615 h 4278408"/>
                  <a:gd name="connsiteX123" fmla="*/ 2548210 w 5589474"/>
                  <a:gd name="connsiteY123" fmla="*/ 2701750 h 4278408"/>
                  <a:gd name="connsiteX124" fmla="*/ 2616121 w 5589474"/>
                  <a:gd name="connsiteY124" fmla="*/ 2624979 h 4278408"/>
                  <a:gd name="connsiteX125" fmla="*/ 2686987 w 5589474"/>
                  <a:gd name="connsiteY125" fmla="*/ 2545255 h 4278408"/>
                  <a:gd name="connsiteX126" fmla="*/ 2754901 w 5589474"/>
                  <a:gd name="connsiteY126" fmla="*/ 2465530 h 4278408"/>
                  <a:gd name="connsiteX127" fmla="*/ 2819860 w 5589474"/>
                  <a:gd name="connsiteY127" fmla="*/ 2376949 h 4278408"/>
                  <a:gd name="connsiteX128" fmla="*/ 2887773 w 5589474"/>
                  <a:gd name="connsiteY128" fmla="*/ 2291321 h 4278408"/>
                  <a:gd name="connsiteX129" fmla="*/ 2949781 w 5589474"/>
                  <a:gd name="connsiteY129" fmla="*/ 2196833 h 4278408"/>
                  <a:gd name="connsiteX130" fmla="*/ 3011788 w 5589474"/>
                  <a:gd name="connsiteY130" fmla="*/ 2102346 h 4278408"/>
                  <a:gd name="connsiteX131" fmla="*/ 3070842 w 5589474"/>
                  <a:gd name="connsiteY131" fmla="*/ 2004905 h 4278408"/>
                  <a:gd name="connsiteX132" fmla="*/ 3126944 w 5589474"/>
                  <a:gd name="connsiteY132" fmla="*/ 1901560 h 4278408"/>
                  <a:gd name="connsiteX133" fmla="*/ 3183045 w 5589474"/>
                  <a:gd name="connsiteY133" fmla="*/ 1795262 h 4278408"/>
                  <a:gd name="connsiteX134" fmla="*/ 3236195 w 5589474"/>
                  <a:gd name="connsiteY134" fmla="*/ 1680104 h 4278408"/>
                  <a:gd name="connsiteX135" fmla="*/ 3286393 w 5589474"/>
                  <a:gd name="connsiteY135" fmla="*/ 1567900 h 4278408"/>
                  <a:gd name="connsiteX136" fmla="*/ 3336587 w 5589474"/>
                  <a:gd name="connsiteY136" fmla="*/ 1449791 h 4278408"/>
                  <a:gd name="connsiteX137" fmla="*/ 3383832 w 5589474"/>
                  <a:gd name="connsiteY137" fmla="*/ 1328729 h 4278408"/>
                  <a:gd name="connsiteX138" fmla="*/ 3428123 w 5589474"/>
                  <a:gd name="connsiteY138" fmla="*/ 1201761 h 4278408"/>
                  <a:gd name="connsiteX139" fmla="*/ 3466508 w 5589474"/>
                  <a:gd name="connsiteY139" fmla="*/ 1071841 h 4278408"/>
                  <a:gd name="connsiteX140" fmla="*/ 3504894 w 5589474"/>
                  <a:gd name="connsiteY140" fmla="*/ 933064 h 4278408"/>
                  <a:gd name="connsiteX141" fmla="*/ 3540327 w 5589474"/>
                  <a:gd name="connsiteY141" fmla="*/ 794284 h 4278408"/>
                  <a:gd name="connsiteX142" fmla="*/ 3558043 w 5589474"/>
                  <a:gd name="connsiteY142" fmla="*/ 726372 h 4278408"/>
                  <a:gd name="connsiteX143" fmla="*/ 3584617 w 5589474"/>
                  <a:gd name="connsiteY143" fmla="*/ 643696 h 4278408"/>
                  <a:gd name="connsiteX144" fmla="*/ 3617098 w 5589474"/>
                  <a:gd name="connsiteY144" fmla="*/ 552161 h 4278408"/>
                  <a:gd name="connsiteX145" fmla="*/ 3661388 w 5589474"/>
                  <a:gd name="connsiteY145" fmla="*/ 454721 h 4278408"/>
                  <a:gd name="connsiteX146" fmla="*/ 3687964 w 5589474"/>
                  <a:gd name="connsiteY146" fmla="*/ 404524 h 4278408"/>
                  <a:gd name="connsiteX147" fmla="*/ 3714537 w 5589474"/>
                  <a:gd name="connsiteY147" fmla="*/ 357280 h 4278408"/>
                  <a:gd name="connsiteX148" fmla="*/ 3744065 w 5589474"/>
                  <a:gd name="connsiteY148" fmla="*/ 307084 h 4278408"/>
                  <a:gd name="connsiteX149" fmla="*/ 3776546 w 5589474"/>
                  <a:gd name="connsiteY149" fmla="*/ 259841 h 4278408"/>
                  <a:gd name="connsiteX150" fmla="*/ 3809024 w 5589474"/>
                  <a:gd name="connsiteY150" fmla="*/ 218502 h 4278408"/>
                  <a:gd name="connsiteX151" fmla="*/ 3850363 w 5589474"/>
                  <a:gd name="connsiteY151" fmla="*/ 177164 h 4278408"/>
                  <a:gd name="connsiteX152" fmla="*/ 3891701 w 5589474"/>
                  <a:gd name="connsiteY152" fmla="*/ 138777 h 4278408"/>
                  <a:gd name="connsiteX153" fmla="*/ 3933039 w 5589474"/>
                  <a:gd name="connsiteY153" fmla="*/ 100393 h 4278408"/>
                  <a:gd name="connsiteX154" fmla="*/ 3977331 w 5589474"/>
                  <a:gd name="connsiteY154" fmla="*/ 70866 h 4278408"/>
                  <a:gd name="connsiteX155" fmla="*/ 4027527 w 5589474"/>
                  <a:gd name="connsiteY155" fmla="*/ 47244 h 4278408"/>
                  <a:gd name="connsiteX156" fmla="*/ 4077724 w 5589474"/>
                  <a:gd name="connsiteY156" fmla="*/ 23622 h 4278408"/>
                  <a:gd name="connsiteX157" fmla="*/ 4130874 w 5589474"/>
                  <a:gd name="connsiteY157" fmla="*/ 11811 h 4278408"/>
                  <a:gd name="connsiteX158" fmla="*/ 4186974 w 5589474"/>
                  <a:gd name="connsiteY158" fmla="*/ 5906 h 4278408"/>
                  <a:gd name="connsiteX0" fmla="*/ 4246029 w 5589474"/>
                  <a:gd name="connsiteY0" fmla="*/ 0 h 4278408"/>
                  <a:gd name="connsiteX1" fmla="*/ 4310989 w 5589474"/>
                  <a:gd name="connsiteY1" fmla="*/ 8857 h 4278408"/>
                  <a:gd name="connsiteX2" fmla="*/ 4375949 w 5589474"/>
                  <a:gd name="connsiteY2" fmla="*/ 23622 h 4278408"/>
                  <a:gd name="connsiteX3" fmla="*/ 4446815 w 5589474"/>
                  <a:gd name="connsiteY3" fmla="*/ 47244 h 4278408"/>
                  <a:gd name="connsiteX4" fmla="*/ 4520635 w 5589474"/>
                  <a:gd name="connsiteY4" fmla="*/ 79723 h 4278408"/>
                  <a:gd name="connsiteX5" fmla="*/ 4597405 w 5589474"/>
                  <a:gd name="connsiteY5" fmla="*/ 124015 h 4278408"/>
                  <a:gd name="connsiteX6" fmla="*/ 4674177 w 5589474"/>
                  <a:gd name="connsiteY6" fmla="*/ 177164 h 4278408"/>
                  <a:gd name="connsiteX7" fmla="*/ 4756854 w 5589474"/>
                  <a:gd name="connsiteY7" fmla="*/ 242124 h 4278408"/>
                  <a:gd name="connsiteX8" fmla="*/ 4842482 w 5589474"/>
                  <a:gd name="connsiteY8" fmla="*/ 315941 h 4278408"/>
                  <a:gd name="connsiteX9" fmla="*/ 4934017 w 5589474"/>
                  <a:gd name="connsiteY9" fmla="*/ 404524 h 4278408"/>
                  <a:gd name="connsiteX10" fmla="*/ 5028504 w 5589474"/>
                  <a:gd name="connsiteY10" fmla="*/ 504916 h 4278408"/>
                  <a:gd name="connsiteX11" fmla="*/ 5131848 w 5589474"/>
                  <a:gd name="connsiteY11" fmla="*/ 626348 h 4278408"/>
                  <a:gd name="connsiteX12" fmla="*/ 5131263 w 5589474"/>
                  <a:gd name="connsiteY12" fmla="*/ 632975 h 4278408"/>
                  <a:gd name="connsiteX13" fmla="*/ 5170541 w 5589474"/>
                  <a:gd name="connsiteY13" fmla="*/ 674709 h 4278408"/>
                  <a:gd name="connsiteX14" fmla="*/ 5272472 w 5589474"/>
                  <a:gd name="connsiteY14" fmla="*/ 794479 h 4278408"/>
                  <a:gd name="connsiteX15" fmla="*/ 5343823 w 5589474"/>
                  <a:gd name="connsiteY15" fmla="*/ 878571 h 4278408"/>
                  <a:gd name="connsiteX16" fmla="*/ 5524620 w 5589474"/>
                  <a:gd name="connsiteY16" fmla="*/ 905541 h 4278408"/>
                  <a:gd name="connsiteX17" fmla="*/ 5514556 w 5589474"/>
                  <a:gd name="connsiteY17" fmla="*/ 1056950 h 4278408"/>
                  <a:gd name="connsiteX18" fmla="*/ 5560426 w 5589474"/>
                  <a:gd name="connsiteY18" fmla="*/ 1102820 h 4278408"/>
                  <a:gd name="connsiteX19" fmla="*/ 5589474 w 5589474"/>
                  <a:gd name="connsiteY19" fmla="*/ 1128811 h 4278408"/>
                  <a:gd name="connsiteX20" fmla="*/ 5501373 w 5589474"/>
                  <a:gd name="connsiteY20" fmla="*/ 1163468 h 4278408"/>
                  <a:gd name="connsiteX21" fmla="*/ 5452954 w 5589474"/>
                  <a:gd name="connsiteY21" fmla="*/ 1132889 h 4278408"/>
                  <a:gd name="connsiteX22" fmla="*/ 5407086 w 5589474"/>
                  <a:gd name="connsiteY22" fmla="*/ 1097213 h 4278408"/>
                  <a:gd name="connsiteX23" fmla="*/ 5320445 w 5589474"/>
                  <a:gd name="connsiteY23" fmla="*/ 1036054 h 4278408"/>
                  <a:gd name="connsiteX24" fmla="*/ 5251642 w 5589474"/>
                  <a:gd name="connsiteY24" fmla="*/ 974895 h 4278408"/>
                  <a:gd name="connsiteX25" fmla="*/ 5198128 w 5589474"/>
                  <a:gd name="connsiteY25" fmla="*/ 926478 h 4278408"/>
                  <a:gd name="connsiteX26" fmla="*/ 5152258 w 5589474"/>
                  <a:gd name="connsiteY26" fmla="*/ 880609 h 4278408"/>
                  <a:gd name="connsiteX27" fmla="*/ 5063069 w 5589474"/>
                  <a:gd name="connsiteY27" fmla="*/ 796516 h 4278408"/>
                  <a:gd name="connsiteX28" fmla="*/ 4981525 w 5589474"/>
                  <a:gd name="connsiteY28" fmla="*/ 727712 h 4278408"/>
                  <a:gd name="connsiteX29" fmla="*/ 4899980 w 5589474"/>
                  <a:gd name="connsiteY29" fmla="*/ 664006 h 4278408"/>
                  <a:gd name="connsiteX30" fmla="*/ 4826079 w 5589474"/>
                  <a:gd name="connsiteY30" fmla="*/ 613041 h 4278408"/>
                  <a:gd name="connsiteX31" fmla="*/ 4754728 w 5589474"/>
                  <a:gd name="connsiteY31" fmla="*/ 569719 h 4278408"/>
                  <a:gd name="connsiteX32" fmla="*/ 4685926 w 5589474"/>
                  <a:gd name="connsiteY32" fmla="*/ 534043 h 4278408"/>
                  <a:gd name="connsiteX33" fmla="*/ 4622218 w 5589474"/>
                  <a:gd name="connsiteY33" fmla="*/ 508561 h 4278408"/>
                  <a:gd name="connsiteX34" fmla="*/ 4558511 w 5589474"/>
                  <a:gd name="connsiteY34" fmla="*/ 488175 h 4278408"/>
                  <a:gd name="connsiteX35" fmla="*/ 4499900 w 5589474"/>
                  <a:gd name="connsiteY35" fmla="*/ 477981 h 4278408"/>
                  <a:gd name="connsiteX36" fmla="*/ 4446388 w 5589474"/>
                  <a:gd name="connsiteY36" fmla="*/ 470338 h 4278408"/>
                  <a:gd name="connsiteX37" fmla="*/ 4284127 w 5589474"/>
                  <a:gd name="connsiteY37" fmla="*/ 440084 h 4278408"/>
                  <a:gd name="connsiteX38" fmla="*/ 4225073 w 5589474"/>
                  <a:gd name="connsiteY38" fmla="*/ 440084 h 4278408"/>
                  <a:gd name="connsiteX39" fmla="*/ 4166018 w 5589474"/>
                  <a:gd name="connsiteY39" fmla="*/ 451895 h 4278408"/>
                  <a:gd name="connsiteX40" fmla="*/ 4112869 w 5589474"/>
                  <a:gd name="connsiteY40" fmla="*/ 463705 h 4278408"/>
                  <a:gd name="connsiteX41" fmla="*/ 4062672 w 5589474"/>
                  <a:gd name="connsiteY41" fmla="*/ 484373 h 4278408"/>
                  <a:gd name="connsiteX42" fmla="*/ 4018382 w 5589474"/>
                  <a:gd name="connsiteY42" fmla="*/ 507995 h 4278408"/>
                  <a:gd name="connsiteX43" fmla="*/ 3974090 w 5589474"/>
                  <a:gd name="connsiteY43" fmla="*/ 537523 h 4278408"/>
                  <a:gd name="connsiteX44" fmla="*/ 3929800 w 5589474"/>
                  <a:gd name="connsiteY44" fmla="*/ 570003 h 4278408"/>
                  <a:gd name="connsiteX45" fmla="*/ 3894367 w 5589474"/>
                  <a:gd name="connsiteY45" fmla="*/ 608388 h 4278408"/>
                  <a:gd name="connsiteX46" fmla="*/ 3861885 w 5589474"/>
                  <a:gd name="connsiteY46" fmla="*/ 646775 h 4278408"/>
                  <a:gd name="connsiteX47" fmla="*/ 3826453 w 5589474"/>
                  <a:gd name="connsiteY47" fmla="*/ 691065 h 4278408"/>
                  <a:gd name="connsiteX48" fmla="*/ 3796926 w 5589474"/>
                  <a:gd name="connsiteY48" fmla="*/ 735357 h 4278408"/>
                  <a:gd name="connsiteX49" fmla="*/ 3770351 w 5589474"/>
                  <a:gd name="connsiteY49" fmla="*/ 779646 h 4278408"/>
                  <a:gd name="connsiteX50" fmla="*/ 3743776 w 5589474"/>
                  <a:gd name="connsiteY50" fmla="*/ 826891 h 4278408"/>
                  <a:gd name="connsiteX51" fmla="*/ 3723109 w 5589474"/>
                  <a:gd name="connsiteY51" fmla="*/ 874134 h 4278408"/>
                  <a:gd name="connsiteX52" fmla="*/ 3684722 w 5589474"/>
                  <a:gd name="connsiteY52" fmla="*/ 968621 h 4278408"/>
                  <a:gd name="connsiteX53" fmla="*/ 3655194 w 5589474"/>
                  <a:gd name="connsiteY53" fmla="*/ 1057204 h 4278408"/>
                  <a:gd name="connsiteX54" fmla="*/ 3631573 w 5589474"/>
                  <a:gd name="connsiteY54" fmla="*/ 1136928 h 4278408"/>
                  <a:gd name="connsiteX55" fmla="*/ 3613856 w 5589474"/>
                  <a:gd name="connsiteY55" fmla="*/ 1207794 h 4278408"/>
                  <a:gd name="connsiteX56" fmla="*/ 3578424 w 5589474"/>
                  <a:gd name="connsiteY56" fmla="*/ 1346572 h 4278408"/>
                  <a:gd name="connsiteX57" fmla="*/ 3537085 w 5589474"/>
                  <a:gd name="connsiteY57" fmla="*/ 1482397 h 4278408"/>
                  <a:gd name="connsiteX58" fmla="*/ 3495747 w 5589474"/>
                  <a:gd name="connsiteY58" fmla="*/ 1612317 h 4278408"/>
                  <a:gd name="connsiteX59" fmla="*/ 3451457 w 5589474"/>
                  <a:gd name="connsiteY59" fmla="*/ 1736332 h 4278408"/>
                  <a:gd name="connsiteX60" fmla="*/ 3404213 w 5589474"/>
                  <a:gd name="connsiteY60" fmla="*/ 1860347 h 4278408"/>
                  <a:gd name="connsiteX61" fmla="*/ 3351063 w 5589474"/>
                  <a:gd name="connsiteY61" fmla="*/ 1981409 h 4278408"/>
                  <a:gd name="connsiteX62" fmla="*/ 3297914 w 5589474"/>
                  <a:gd name="connsiteY62" fmla="*/ 2093613 h 4278408"/>
                  <a:gd name="connsiteX63" fmla="*/ 3241812 w 5589474"/>
                  <a:gd name="connsiteY63" fmla="*/ 2208769 h 4278408"/>
                  <a:gd name="connsiteX64" fmla="*/ 3179806 w 5589474"/>
                  <a:gd name="connsiteY64" fmla="*/ 2315068 h 4278408"/>
                  <a:gd name="connsiteX65" fmla="*/ 3120751 w 5589474"/>
                  <a:gd name="connsiteY65" fmla="*/ 2418415 h 4278408"/>
                  <a:gd name="connsiteX66" fmla="*/ 3052837 w 5589474"/>
                  <a:gd name="connsiteY66" fmla="*/ 2518807 h 4278408"/>
                  <a:gd name="connsiteX67" fmla="*/ 2987877 w 5589474"/>
                  <a:gd name="connsiteY67" fmla="*/ 2613294 h 4278408"/>
                  <a:gd name="connsiteX68" fmla="*/ 2919965 w 5589474"/>
                  <a:gd name="connsiteY68" fmla="*/ 2707782 h 4278408"/>
                  <a:gd name="connsiteX69" fmla="*/ 2849100 w 5589474"/>
                  <a:gd name="connsiteY69" fmla="*/ 2793409 h 4278408"/>
                  <a:gd name="connsiteX70" fmla="*/ 2778234 w 5589474"/>
                  <a:gd name="connsiteY70" fmla="*/ 2881992 h 4278408"/>
                  <a:gd name="connsiteX71" fmla="*/ 2704415 w 5589474"/>
                  <a:gd name="connsiteY71" fmla="*/ 2964669 h 4278408"/>
                  <a:gd name="connsiteX72" fmla="*/ 2627644 w 5589474"/>
                  <a:gd name="connsiteY72" fmla="*/ 3044393 h 4278408"/>
                  <a:gd name="connsiteX73" fmla="*/ 2550872 w 5589474"/>
                  <a:gd name="connsiteY73" fmla="*/ 3121164 h 4278408"/>
                  <a:gd name="connsiteX74" fmla="*/ 2471150 w 5589474"/>
                  <a:gd name="connsiteY74" fmla="*/ 3194982 h 4278408"/>
                  <a:gd name="connsiteX75" fmla="*/ 2394379 w 5589474"/>
                  <a:gd name="connsiteY75" fmla="*/ 3262895 h 4278408"/>
                  <a:gd name="connsiteX76" fmla="*/ 2311703 w 5589474"/>
                  <a:gd name="connsiteY76" fmla="*/ 3330808 h 4278408"/>
                  <a:gd name="connsiteX77" fmla="*/ 2229026 w 5589474"/>
                  <a:gd name="connsiteY77" fmla="*/ 3395768 h 4278408"/>
                  <a:gd name="connsiteX78" fmla="*/ 2146350 w 5589474"/>
                  <a:gd name="connsiteY78" fmla="*/ 3457776 h 4278408"/>
                  <a:gd name="connsiteX79" fmla="*/ 2063673 w 5589474"/>
                  <a:gd name="connsiteY79" fmla="*/ 3513876 h 4278408"/>
                  <a:gd name="connsiteX80" fmla="*/ 1980996 w 5589474"/>
                  <a:gd name="connsiteY80" fmla="*/ 3569980 h 4278408"/>
                  <a:gd name="connsiteX81" fmla="*/ 1898321 w 5589474"/>
                  <a:gd name="connsiteY81" fmla="*/ 3623129 h 4278408"/>
                  <a:gd name="connsiteX82" fmla="*/ 1812689 w 5589474"/>
                  <a:gd name="connsiteY82" fmla="*/ 3673324 h 4278408"/>
                  <a:gd name="connsiteX83" fmla="*/ 1730014 w 5589474"/>
                  <a:gd name="connsiteY83" fmla="*/ 3723522 h 4278408"/>
                  <a:gd name="connsiteX84" fmla="*/ 1647337 w 5589474"/>
                  <a:gd name="connsiteY84" fmla="*/ 3770765 h 4278408"/>
                  <a:gd name="connsiteX85" fmla="*/ 1558754 w 5589474"/>
                  <a:gd name="connsiteY85" fmla="*/ 3815056 h 4278408"/>
                  <a:gd name="connsiteX86" fmla="*/ 1393401 w 5589474"/>
                  <a:gd name="connsiteY86" fmla="*/ 3894780 h 4278408"/>
                  <a:gd name="connsiteX87" fmla="*/ 1231003 w 5589474"/>
                  <a:gd name="connsiteY87" fmla="*/ 3965646 h 4278408"/>
                  <a:gd name="connsiteX88" fmla="*/ 1065649 w 5589474"/>
                  <a:gd name="connsiteY88" fmla="*/ 4024700 h 4278408"/>
                  <a:gd name="connsiteX89" fmla="*/ 909153 w 5589474"/>
                  <a:gd name="connsiteY89" fmla="*/ 4080802 h 4278408"/>
                  <a:gd name="connsiteX90" fmla="*/ 755612 w 5589474"/>
                  <a:gd name="connsiteY90" fmla="*/ 4128045 h 4278408"/>
                  <a:gd name="connsiteX91" fmla="*/ 610929 w 5589474"/>
                  <a:gd name="connsiteY91" fmla="*/ 4166432 h 4278408"/>
                  <a:gd name="connsiteX92" fmla="*/ 469197 w 5589474"/>
                  <a:gd name="connsiteY92" fmla="*/ 4204817 h 4278408"/>
                  <a:gd name="connsiteX93" fmla="*/ 339277 w 5589474"/>
                  <a:gd name="connsiteY93" fmla="*/ 4231392 h 4278408"/>
                  <a:gd name="connsiteX94" fmla="*/ 221168 w 5589474"/>
                  <a:gd name="connsiteY94" fmla="*/ 4255013 h 4278408"/>
                  <a:gd name="connsiteX95" fmla="*/ 106010 w 5589474"/>
                  <a:gd name="connsiteY95" fmla="*/ 4275681 h 4278408"/>
                  <a:gd name="connsiteX96" fmla="*/ 83516 w 5589474"/>
                  <a:gd name="connsiteY96" fmla="*/ 4278408 h 4278408"/>
                  <a:gd name="connsiteX97" fmla="*/ 0 w 5589474"/>
                  <a:gd name="connsiteY97" fmla="*/ 3859220 h 4278408"/>
                  <a:gd name="connsiteX98" fmla="*/ 32481 w 5589474"/>
                  <a:gd name="connsiteY98" fmla="*/ 3853314 h 4278408"/>
                  <a:gd name="connsiteX99" fmla="*/ 124015 w 5589474"/>
                  <a:gd name="connsiteY99" fmla="*/ 3847409 h 4278408"/>
                  <a:gd name="connsiteX100" fmla="*/ 265746 w 5589474"/>
                  <a:gd name="connsiteY100" fmla="*/ 3832646 h 4278408"/>
                  <a:gd name="connsiteX101" fmla="*/ 357282 w 5589474"/>
                  <a:gd name="connsiteY101" fmla="*/ 3817882 h 4278408"/>
                  <a:gd name="connsiteX102" fmla="*/ 454721 w 5589474"/>
                  <a:gd name="connsiteY102" fmla="*/ 3800165 h 4278408"/>
                  <a:gd name="connsiteX103" fmla="*/ 563973 w 5589474"/>
                  <a:gd name="connsiteY103" fmla="*/ 3782449 h 4278408"/>
                  <a:gd name="connsiteX104" fmla="*/ 679129 w 5589474"/>
                  <a:gd name="connsiteY104" fmla="*/ 3755875 h 4278408"/>
                  <a:gd name="connsiteX105" fmla="*/ 803144 w 5589474"/>
                  <a:gd name="connsiteY105" fmla="*/ 3720442 h 4278408"/>
                  <a:gd name="connsiteX106" fmla="*/ 933063 w 5589474"/>
                  <a:gd name="connsiteY106" fmla="*/ 3685010 h 4278408"/>
                  <a:gd name="connsiteX107" fmla="*/ 1068889 w 5589474"/>
                  <a:gd name="connsiteY107" fmla="*/ 3637767 h 4278408"/>
                  <a:gd name="connsiteX108" fmla="*/ 1210620 w 5589474"/>
                  <a:gd name="connsiteY108" fmla="*/ 3584617 h 4278408"/>
                  <a:gd name="connsiteX109" fmla="*/ 1358257 w 5589474"/>
                  <a:gd name="connsiteY109" fmla="*/ 3525563 h 4278408"/>
                  <a:gd name="connsiteX110" fmla="*/ 1502942 w 5589474"/>
                  <a:gd name="connsiteY110" fmla="*/ 3457649 h 4278408"/>
                  <a:gd name="connsiteX111" fmla="*/ 1653530 w 5589474"/>
                  <a:gd name="connsiteY111" fmla="*/ 3377926 h 4278408"/>
                  <a:gd name="connsiteX112" fmla="*/ 1730302 w 5589474"/>
                  <a:gd name="connsiteY112" fmla="*/ 3336587 h 4278408"/>
                  <a:gd name="connsiteX113" fmla="*/ 1807072 w 5589474"/>
                  <a:gd name="connsiteY113" fmla="*/ 3292296 h 4278408"/>
                  <a:gd name="connsiteX114" fmla="*/ 1880892 w 5589474"/>
                  <a:gd name="connsiteY114" fmla="*/ 3245051 h 4278408"/>
                  <a:gd name="connsiteX115" fmla="*/ 1957663 w 5589474"/>
                  <a:gd name="connsiteY115" fmla="*/ 3197808 h 4278408"/>
                  <a:gd name="connsiteX116" fmla="*/ 2034434 w 5589474"/>
                  <a:gd name="connsiteY116" fmla="*/ 3144659 h 4278408"/>
                  <a:gd name="connsiteX117" fmla="*/ 2108252 w 5589474"/>
                  <a:gd name="connsiteY117" fmla="*/ 3088557 h 4278408"/>
                  <a:gd name="connsiteX118" fmla="*/ 2185022 w 5589474"/>
                  <a:gd name="connsiteY118" fmla="*/ 3032455 h 4278408"/>
                  <a:gd name="connsiteX119" fmla="*/ 2255888 w 5589474"/>
                  <a:gd name="connsiteY119" fmla="*/ 2970449 h 4278408"/>
                  <a:gd name="connsiteX120" fmla="*/ 2329707 w 5589474"/>
                  <a:gd name="connsiteY120" fmla="*/ 2908440 h 4278408"/>
                  <a:gd name="connsiteX121" fmla="*/ 2403525 w 5589474"/>
                  <a:gd name="connsiteY121" fmla="*/ 2840528 h 4278408"/>
                  <a:gd name="connsiteX122" fmla="*/ 2477344 w 5589474"/>
                  <a:gd name="connsiteY122" fmla="*/ 2772615 h 4278408"/>
                  <a:gd name="connsiteX123" fmla="*/ 2548210 w 5589474"/>
                  <a:gd name="connsiteY123" fmla="*/ 2701750 h 4278408"/>
                  <a:gd name="connsiteX124" fmla="*/ 2616121 w 5589474"/>
                  <a:gd name="connsiteY124" fmla="*/ 2624979 h 4278408"/>
                  <a:gd name="connsiteX125" fmla="*/ 2686987 w 5589474"/>
                  <a:gd name="connsiteY125" fmla="*/ 2545255 h 4278408"/>
                  <a:gd name="connsiteX126" fmla="*/ 2754901 w 5589474"/>
                  <a:gd name="connsiteY126" fmla="*/ 2465530 h 4278408"/>
                  <a:gd name="connsiteX127" fmla="*/ 2819860 w 5589474"/>
                  <a:gd name="connsiteY127" fmla="*/ 2376949 h 4278408"/>
                  <a:gd name="connsiteX128" fmla="*/ 2887773 w 5589474"/>
                  <a:gd name="connsiteY128" fmla="*/ 2291321 h 4278408"/>
                  <a:gd name="connsiteX129" fmla="*/ 2949781 w 5589474"/>
                  <a:gd name="connsiteY129" fmla="*/ 2196833 h 4278408"/>
                  <a:gd name="connsiteX130" fmla="*/ 3011788 w 5589474"/>
                  <a:gd name="connsiteY130" fmla="*/ 2102346 h 4278408"/>
                  <a:gd name="connsiteX131" fmla="*/ 3070842 w 5589474"/>
                  <a:gd name="connsiteY131" fmla="*/ 2004905 h 4278408"/>
                  <a:gd name="connsiteX132" fmla="*/ 3126944 w 5589474"/>
                  <a:gd name="connsiteY132" fmla="*/ 1901560 h 4278408"/>
                  <a:gd name="connsiteX133" fmla="*/ 3183045 w 5589474"/>
                  <a:gd name="connsiteY133" fmla="*/ 1795262 h 4278408"/>
                  <a:gd name="connsiteX134" fmla="*/ 3236195 w 5589474"/>
                  <a:gd name="connsiteY134" fmla="*/ 1680104 h 4278408"/>
                  <a:gd name="connsiteX135" fmla="*/ 3286393 w 5589474"/>
                  <a:gd name="connsiteY135" fmla="*/ 1567900 h 4278408"/>
                  <a:gd name="connsiteX136" fmla="*/ 3336587 w 5589474"/>
                  <a:gd name="connsiteY136" fmla="*/ 1449791 h 4278408"/>
                  <a:gd name="connsiteX137" fmla="*/ 3383832 w 5589474"/>
                  <a:gd name="connsiteY137" fmla="*/ 1328729 h 4278408"/>
                  <a:gd name="connsiteX138" fmla="*/ 3428123 w 5589474"/>
                  <a:gd name="connsiteY138" fmla="*/ 1201761 h 4278408"/>
                  <a:gd name="connsiteX139" fmla="*/ 3466508 w 5589474"/>
                  <a:gd name="connsiteY139" fmla="*/ 1071841 h 4278408"/>
                  <a:gd name="connsiteX140" fmla="*/ 3504894 w 5589474"/>
                  <a:gd name="connsiteY140" fmla="*/ 933064 h 4278408"/>
                  <a:gd name="connsiteX141" fmla="*/ 3540327 w 5589474"/>
                  <a:gd name="connsiteY141" fmla="*/ 794284 h 4278408"/>
                  <a:gd name="connsiteX142" fmla="*/ 3558043 w 5589474"/>
                  <a:gd name="connsiteY142" fmla="*/ 726372 h 4278408"/>
                  <a:gd name="connsiteX143" fmla="*/ 3584617 w 5589474"/>
                  <a:gd name="connsiteY143" fmla="*/ 643696 h 4278408"/>
                  <a:gd name="connsiteX144" fmla="*/ 3617098 w 5589474"/>
                  <a:gd name="connsiteY144" fmla="*/ 552161 h 4278408"/>
                  <a:gd name="connsiteX145" fmla="*/ 3661388 w 5589474"/>
                  <a:gd name="connsiteY145" fmla="*/ 454721 h 4278408"/>
                  <a:gd name="connsiteX146" fmla="*/ 3687964 w 5589474"/>
                  <a:gd name="connsiteY146" fmla="*/ 404524 h 4278408"/>
                  <a:gd name="connsiteX147" fmla="*/ 3714537 w 5589474"/>
                  <a:gd name="connsiteY147" fmla="*/ 357280 h 4278408"/>
                  <a:gd name="connsiteX148" fmla="*/ 3744065 w 5589474"/>
                  <a:gd name="connsiteY148" fmla="*/ 307084 h 4278408"/>
                  <a:gd name="connsiteX149" fmla="*/ 3776546 w 5589474"/>
                  <a:gd name="connsiteY149" fmla="*/ 259841 h 4278408"/>
                  <a:gd name="connsiteX150" fmla="*/ 3809024 w 5589474"/>
                  <a:gd name="connsiteY150" fmla="*/ 218502 h 4278408"/>
                  <a:gd name="connsiteX151" fmla="*/ 3850363 w 5589474"/>
                  <a:gd name="connsiteY151" fmla="*/ 177164 h 4278408"/>
                  <a:gd name="connsiteX152" fmla="*/ 3891701 w 5589474"/>
                  <a:gd name="connsiteY152" fmla="*/ 138777 h 4278408"/>
                  <a:gd name="connsiteX153" fmla="*/ 3933039 w 5589474"/>
                  <a:gd name="connsiteY153" fmla="*/ 100393 h 4278408"/>
                  <a:gd name="connsiteX154" fmla="*/ 3977331 w 5589474"/>
                  <a:gd name="connsiteY154" fmla="*/ 70866 h 4278408"/>
                  <a:gd name="connsiteX155" fmla="*/ 4027527 w 5589474"/>
                  <a:gd name="connsiteY155" fmla="*/ 47244 h 4278408"/>
                  <a:gd name="connsiteX156" fmla="*/ 4077724 w 5589474"/>
                  <a:gd name="connsiteY156" fmla="*/ 23622 h 4278408"/>
                  <a:gd name="connsiteX157" fmla="*/ 4130874 w 5589474"/>
                  <a:gd name="connsiteY157" fmla="*/ 11811 h 4278408"/>
                  <a:gd name="connsiteX158" fmla="*/ 4186974 w 5589474"/>
                  <a:gd name="connsiteY158" fmla="*/ 5906 h 4278408"/>
                  <a:gd name="connsiteX159" fmla="*/ 4246029 w 5589474"/>
                  <a:gd name="connsiteY159" fmla="*/ 0 h 4278408"/>
                  <a:gd name="connsiteX0" fmla="*/ 4246029 w 5611815"/>
                  <a:gd name="connsiteY0" fmla="*/ 0 h 4278408"/>
                  <a:gd name="connsiteX1" fmla="*/ 4310989 w 5611815"/>
                  <a:gd name="connsiteY1" fmla="*/ 8857 h 4278408"/>
                  <a:gd name="connsiteX2" fmla="*/ 4375949 w 5611815"/>
                  <a:gd name="connsiteY2" fmla="*/ 23622 h 4278408"/>
                  <a:gd name="connsiteX3" fmla="*/ 4446815 w 5611815"/>
                  <a:gd name="connsiteY3" fmla="*/ 47244 h 4278408"/>
                  <a:gd name="connsiteX4" fmla="*/ 4520635 w 5611815"/>
                  <a:gd name="connsiteY4" fmla="*/ 79723 h 4278408"/>
                  <a:gd name="connsiteX5" fmla="*/ 4597405 w 5611815"/>
                  <a:gd name="connsiteY5" fmla="*/ 124015 h 4278408"/>
                  <a:gd name="connsiteX6" fmla="*/ 4674177 w 5611815"/>
                  <a:gd name="connsiteY6" fmla="*/ 177164 h 4278408"/>
                  <a:gd name="connsiteX7" fmla="*/ 4756854 w 5611815"/>
                  <a:gd name="connsiteY7" fmla="*/ 242124 h 4278408"/>
                  <a:gd name="connsiteX8" fmla="*/ 4842482 w 5611815"/>
                  <a:gd name="connsiteY8" fmla="*/ 315941 h 4278408"/>
                  <a:gd name="connsiteX9" fmla="*/ 4934017 w 5611815"/>
                  <a:gd name="connsiteY9" fmla="*/ 404524 h 4278408"/>
                  <a:gd name="connsiteX10" fmla="*/ 5028504 w 5611815"/>
                  <a:gd name="connsiteY10" fmla="*/ 504916 h 4278408"/>
                  <a:gd name="connsiteX11" fmla="*/ 5131848 w 5611815"/>
                  <a:gd name="connsiteY11" fmla="*/ 626348 h 4278408"/>
                  <a:gd name="connsiteX12" fmla="*/ 5131263 w 5611815"/>
                  <a:gd name="connsiteY12" fmla="*/ 632975 h 4278408"/>
                  <a:gd name="connsiteX13" fmla="*/ 5170541 w 5611815"/>
                  <a:gd name="connsiteY13" fmla="*/ 674709 h 4278408"/>
                  <a:gd name="connsiteX14" fmla="*/ 5272472 w 5611815"/>
                  <a:gd name="connsiteY14" fmla="*/ 794479 h 4278408"/>
                  <a:gd name="connsiteX15" fmla="*/ 5343823 w 5611815"/>
                  <a:gd name="connsiteY15" fmla="*/ 878571 h 4278408"/>
                  <a:gd name="connsiteX16" fmla="*/ 5524620 w 5611815"/>
                  <a:gd name="connsiteY16" fmla="*/ 905541 h 4278408"/>
                  <a:gd name="connsiteX17" fmla="*/ 5611815 w 5611815"/>
                  <a:gd name="connsiteY17" fmla="*/ 1023629 h 4278408"/>
                  <a:gd name="connsiteX18" fmla="*/ 5560426 w 5611815"/>
                  <a:gd name="connsiteY18" fmla="*/ 1102820 h 4278408"/>
                  <a:gd name="connsiteX19" fmla="*/ 5589474 w 5611815"/>
                  <a:gd name="connsiteY19" fmla="*/ 1128811 h 4278408"/>
                  <a:gd name="connsiteX20" fmla="*/ 5501373 w 5611815"/>
                  <a:gd name="connsiteY20" fmla="*/ 1163468 h 4278408"/>
                  <a:gd name="connsiteX21" fmla="*/ 5452954 w 5611815"/>
                  <a:gd name="connsiteY21" fmla="*/ 1132889 h 4278408"/>
                  <a:gd name="connsiteX22" fmla="*/ 5407086 w 5611815"/>
                  <a:gd name="connsiteY22" fmla="*/ 1097213 h 4278408"/>
                  <a:gd name="connsiteX23" fmla="*/ 5320445 w 5611815"/>
                  <a:gd name="connsiteY23" fmla="*/ 1036054 h 4278408"/>
                  <a:gd name="connsiteX24" fmla="*/ 5251642 w 5611815"/>
                  <a:gd name="connsiteY24" fmla="*/ 974895 h 4278408"/>
                  <a:gd name="connsiteX25" fmla="*/ 5198128 w 5611815"/>
                  <a:gd name="connsiteY25" fmla="*/ 926478 h 4278408"/>
                  <a:gd name="connsiteX26" fmla="*/ 5152258 w 5611815"/>
                  <a:gd name="connsiteY26" fmla="*/ 880609 h 4278408"/>
                  <a:gd name="connsiteX27" fmla="*/ 5063069 w 5611815"/>
                  <a:gd name="connsiteY27" fmla="*/ 796516 h 4278408"/>
                  <a:gd name="connsiteX28" fmla="*/ 4981525 w 5611815"/>
                  <a:gd name="connsiteY28" fmla="*/ 727712 h 4278408"/>
                  <a:gd name="connsiteX29" fmla="*/ 4899980 w 5611815"/>
                  <a:gd name="connsiteY29" fmla="*/ 664006 h 4278408"/>
                  <a:gd name="connsiteX30" fmla="*/ 4826079 w 5611815"/>
                  <a:gd name="connsiteY30" fmla="*/ 613041 h 4278408"/>
                  <a:gd name="connsiteX31" fmla="*/ 4754728 w 5611815"/>
                  <a:gd name="connsiteY31" fmla="*/ 569719 h 4278408"/>
                  <a:gd name="connsiteX32" fmla="*/ 4685926 w 5611815"/>
                  <a:gd name="connsiteY32" fmla="*/ 534043 h 4278408"/>
                  <a:gd name="connsiteX33" fmla="*/ 4622218 w 5611815"/>
                  <a:gd name="connsiteY33" fmla="*/ 508561 h 4278408"/>
                  <a:gd name="connsiteX34" fmla="*/ 4558511 w 5611815"/>
                  <a:gd name="connsiteY34" fmla="*/ 488175 h 4278408"/>
                  <a:gd name="connsiteX35" fmla="*/ 4499900 w 5611815"/>
                  <a:gd name="connsiteY35" fmla="*/ 477981 h 4278408"/>
                  <a:gd name="connsiteX36" fmla="*/ 4446388 w 5611815"/>
                  <a:gd name="connsiteY36" fmla="*/ 470338 h 4278408"/>
                  <a:gd name="connsiteX37" fmla="*/ 4284127 w 5611815"/>
                  <a:gd name="connsiteY37" fmla="*/ 440084 h 4278408"/>
                  <a:gd name="connsiteX38" fmla="*/ 4225073 w 5611815"/>
                  <a:gd name="connsiteY38" fmla="*/ 440084 h 4278408"/>
                  <a:gd name="connsiteX39" fmla="*/ 4166018 w 5611815"/>
                  <a:gd name="connsiteY39" fmla="*/ 451895 h 4278408"/>
                  <a:gd name="connsiteX40" fmla="*/ 4112869 w 5611815"/>
                  <a:gd name="connsiteY40" fmla="*/ 463705 h 4278408"/>
                  <a:gd name="connsiteX41" fmla="*/ 4062672 w 5611815"/>
                  <a:gd name="connsiteY41" fmla="*/ 484373 h 4278408"/>
                  <a:gd name="connsiteX42" fmla="*/ 4018382 w 5611815"/>
                  <a:gd name="connsiteY42" fmla="*/ 507995 h 4278408"/>
                  <a:gd name="connsiteX43" fmla="*/ 3974090 w 5611815"/>
                  <a:gd name="connsiteY43" fmla="*/ 537523 h 4278408"/>
                  <a:gd name="connsiteX44" fmla="*/ 3929800 w 5611815"/>
                  <a:gd name="connsiteY44" fmla="*/ 570003 h 4278408"/>
                  <a:gd name="connsiteX45" fmla="*/ 3894367 w 5611815"/>
                  <a:gd name="connsiteY45" fmla="*/ 608388 h 4278408"/>
                  <a:gd name="connsiteX46" fmla="*/ 3861885 w 5611815"/>
                  <a:gd name="connsiteY46" fmla="*/ 646775 h 4278408"/>
                  <a:gd name="connsiteX47" fmla="*/ 3826453 w 5611815"/>
                  <a:gd name="connsiteY47" fmla="*/ 691065 h 4278408"/>
                  <a:gd name="connsiteX48" fmla="*/ 3796926 w 5611815"/>
                  <a:gd name="connsiteY48" fmla="*/ 735357 h 4278408"/>
                  <a:gd name="connsiteX49" fmla="*/ 3770351 w 5611815"/>
                  <a:gd name="connsiteY49" fmla="*/ 779646 h 4278408"/>
                  <a:gd name="connsiteX50" fmla="*/ 3743776 w 5611815"/>
                  <a:gd name="connsiteY50" fmla="*/ 826891 h 4278408"/>
                  <a:gd name="connsiteX51" fmla="*/ 3723109 w 5611815"/>
                  <a:gd name="connsiteY51" fmla="*/ 874134 h 4278408"/>
                  <a:gd name="connsiteX52" fmla="*/ 3684722 w 5611815"/>
                  <a:gd name="connsiteY52" fmla="*/ 968621 h 4278408"/>
                  <a:gd name="connsiteX53" fmla="*/ 3655194 w 5611815"/>
                  <a:gd name="connsiteY53" fmla="*/ 1057204 h 4278408"/>
                  <a:gd name="connsiteX54" fmla="*/ 3631573 w 5611815"/>
                  <a:gd name="connsiteY54" fmla="*/ 1136928 h 4278408"/>
                  <a:gd name="connsiteX55" fmla="*/ 3613856 w 5611815"/>
                  <a:gd name="connsiteY55" fmla="*/ 1207794 h 4278408"/>
                  <a:gd name="connsiteX56" fmla="*/ 3578424 w 5611815"/>
                  <a:gd name="connsiteY56" fmla="*/ 1346572 h 4278408"/>
                  <a:gd name="connsiteX57" fmla="*/ 3537085 w 5611815"/>
                  <a:gd name="connsiteY57" fmla="*/ 1482397 h 4278408"/>
                  <a:gd name="connsiteX58" fmla="*/ 3495747 w 5611815"/>
                  <a:gd name="connsiteY58" fmla="*/ 1612317 h 4278408"/>
                  <a:gd name="connsiteX59" fmla="*/ 3451457 w 5611815"/>
                  <a:gd name="connsiteY59" fmla="*/ 1736332 h 4278408"/>
                  <a:gd name="connsiteX60" fmla="*/ 3404213 w 5611815"/>
                  <a:gd name="connsiteY60" fmla="*/ 1860347 h 4278408"/>
                  <a:gd name="connsiteX61" fmla="*/ 3351063 w 5611815"/>
                  <a:gd name="connsiteY61" fmla="*/ 1981409 h 4278408"/>
                  <a:gd name="connsiteX62" fmla="*/ 3297914 w 5611815"/>
                  <a:gd name="connsiteY62" fmla="*/ 2093613 h 4278408"/>
                  <a:gd name="connsiteX63" fmla="*/ 3241812 w 5611815"/>
                  <a:gd name="connsiteY63" fmla="*/ 2208769 h 4278408"/>
                  <a:gd name="connsiteX64" fmla="*/ 3179806 w 5611815"/>
                  <a:gd name="connsiteY64" fmla="*/ 2315068 h 4278408"/>
                  <a:gd name="connsiteX65" fmla="*/ 3120751 w 5611815"/>
                  <a:gd name="connsiteY65" fmla="*/ 2418415 h 4278408"/>
                  <a:gd name="connsiteX66" fmla="*/ 3052837 w 5611815"/>
                  <a:gd name="connsiteY66" fmla="*/ 2518807 h 4278408"/>
                  <a:gd name="connsiteX67" fmla="*/ 2987877 w 5611815"/>
                  <a:gd name="connsiteY67" fmla="*/ 2613294 h 4278408"/>
                  <a:gd name="connsiteX68" fmla="*/ 2919965 w 5611815"/>
                  <a:gd name="connsiteY68" fmla="*/ 2707782 h 4278408"/>
                  <a:gd name="connsiteX69" fmla="*/ 2849100 w 5611815"/>
                  <a:gd name="connsiteY69" fmla="*/ 2793409 h 4278408"/>
                  <a:gd name="connsiteX70" fmla="*/ 2778234 w 5611815"/>
                  <a:gd name="connsiteY70" fmla="*/ 2881992 h 4278408"/>
                  <a:gd name="connsiteX71" fmla="*/ 2704415 w 5611815"/>
                  <a:gd name="connsiteY71" fmla="*/ 2964669 h 4278408"/>
                  <a:gd name="connsiteX72" fmla="*/ 2627644 w 5611815"/>
                  <a:gd name="connsiteY72" fmla="*/ 3044393 h 4278408"/>
                  <a:gd name="connsiteX73" fmla="*/ 2550872 w 5611815"/>
                  <a:gd name="connsiteY73" fmla="*/ 3121164 h 4278408"/>
                  <a:gd name="connsiteX74" fmla="*/ 2471150 w 5611815"/>
                  <a:gd name="connsiteY74" fmla="*/ 3194982 h 4278408"/>
                  <a:gd name="connsiteX75" fmla="*/ 2394379 w 5611815"/>
                  <a:gd name="connsiteY75" fmla="*/ 3262895 h 4278408"/>
                  <a:gd name="connsiteX76" fmla="*/ 2311703 w 5611815"/>
                  <a:gd name="connsiteY76" fmla="*/ 3330808 h 4278408"/>
                  <a:gd name="connsiteX77" fmla="*/ 2229026 w 5611815"/>
                  <a:gd name="connsiteY77" fmla="*/ 3395768 h 4278408"/>
                  <a:gd name="connsiteX78" fmla="*/ 2146350 w 5611815"/>
                  <a:gd name="connsiteY78" fmla="*/ 3457776 h 4278408"/>
                  <a:gd name="connsiteX79" fmla="*/ 2063673 w 5611815"/>
                  <a:gd name="connsiteY79" fmla="*/ 3513876 h 4278408"/>
                  <a:gd name="connsiteX80" fmla="*/ 1980996 w 5611815"/>
                  <a:gd name="connsiteY80" fmla="*/ 3569980 h 4278408"/>
                  <a:gd name="connsiteX81" fmla="*/ 1898321 w 5611815"/>
                  <a:gd name="connsiteY81" fmla="*/ 3623129 h 4278408"/>
                  <a:gd name="connsiteX82" fmla="*/ 1812689 w 5611815"/>
                  <a:gd name="connsiteY82" fmla="*/ 3673324 h 4278408"/>
                  <a:gd name="connsiteX83" fmla="*/ 1730014 w 5611815"/>
                  <a:gd name="connsiteY83" fmla="*/ 3723522 h 4278408"/>
                  <a:gd name="connsiteX84" fmla="*/ 1647337 w 5611815"/>
                  <a:gd name="connsiteY84" fmla="*/ 3770765 h 4278408"/>
                  <a:gd name="connsiteX85" fmla="*/ 1558754 w 5611815"/>
                  <a:gd name="connsiteY85" fmla="*/ 3815056 h 4278408"/>
                  <a:gd name="connsiteX86" fmla="*/ 1393401 w 5611815"/>
                  <a:gd name="connsiteY86" fmla="*/ 3894780 h 4278408"/>
                  <a:gd name="connsiteX87" fmla="*/ 1231003 w 5611815"/>
                  <a:gd name="connsiteY87" fmla="*/ 3965646 h 4278408"/>
                  <a:gd name="connsiteX88" fmla="*/ 1065649 w 5611815"/>
                  <a:gd name="connsiteY88" fmla="*/ 4024700 h 4278408"/>
                  <a:gd name="connsiteX89" fmla="*/ 909153 w 5611815"/>
                  <a:gd name="connsiteY89" fmla="*/ 4080802 h 4278408"/>
                  <a:gd name="connsiteX90" fmla="*/ 755612 w 5611815"/>
                  <a:gd name="connsiteY90" fmla="*/ 4128045 h 4278408"/>
                  <a:gd name="connsiteX91" fmla="*/ 610929 w 5611815"/>
                  <a:gd name="connsiteY91" fmla="*/ 4166432 h 4278408"/>
                  <a:gd name="connsiteX92" fmla="*/ 469197 w 5611815"/>
                  <a:gd name="connsiteY92" fmla="*/ 4204817 h 4278408"/>
                  <a:gd name="connsiteX93" fmla="*/ 339277 w 5611815"/>
                  <a:gd name="connsiteY93" fmla="*/ 4231392 h 4278408"/>
                  <a:gd name="connsiteX94" fmla="*/ 221168 w 5611815"/>
                  <a:gd name="connsiteY94" fmla="*/ 4255013 h 4278408"/>
                  <a:gd name="connsiteX95" fmla="*/ 106010 w 5611815"/>
                  <a:gd name="connsiteY95" fmla="*/ 4275681 h 4278408"/>
                  <a:gd name="connsiteX96" fmla="*/ 83516 w 5611815"/>
                  <a:gd name="connsiteY96" fmla="*/ 4278408 h 4278408"/>
                  <a:gd name="connsiteX97" fmla="*/ 0 w 5611815"/>
                  <a:gd name="connsiteY97" fmla="*/ 3859220 h 4278408"/>
                  <a:gd name="connsiteX98" fmla="*/ 32481 w 5611815"/>
                  <a:gd name="connsiteY98" fmla="*/ 3853314 h 4278408"/>
                  <a:gd name="connsiteX99" fmla="*/ 124015 w 5611815"/>
                  <a:gd name="connsiteY99" fmla="*/ 3847409 h 4278408"/>
                  <a:gd name="connsiteX100" fmla="*/ 265746 w 5611815"/>
                  <a:gd name="connsiteY100" fmla="*/ 3832646 h 4278408"/>
                  <a:gd name="connsiteX101" fmla="*/ 357282 w 5611815"/>
                  <a:gd name="connsiteY101" fmla="*/ 3817882 h 4278408"/>
                  <a:gd name="connsiteX102" fmla="*/ 454721 w 5611815"/>
                  <a:gd name="connsiteY102" fmla="*/ 3800165 h 4278408"/>
                  <a:gd name="connsiteX103" fmla="*/ 563973 w 5611815"/>
                  <a:gd name="connsiteY103" fmla="*/ 3782449 h 4278408"/>
                  <a:gd name="connsiteX104" fmla="*/ 679129 w 5611815"/>
                  <a:gd name="connsiteY104" fmla="*/ 3755875 h 4278408"/>
                  <a:gd name="connsiteX105" fmla="*/ 803144 w 5611815"/>
                  <a:gd name="connsiteY105" fmla="*/ 3720442 h 4278408"/>
                  <a:gd name="connsiteX106" fmla="*/ 933063 w 5611815"/>
                  <a:gd name="connsiteY106" fmla="*/ 3685010 h 4278408"/>
                  <a:gd name="connsiteX107" fmla="*/ 1068889 w 5611815"/>
                  <a:gd name="connsiteY107" fmla="*/ 3637767 h 4278408"/>
                  <a:gd name="connsiteX108" fmla="*/ 1210620 w 5611815"/>
                  <a:gd name="connsiteY108" fmla="*/ 3584617 h 4278408"/>
                  <a:gd name="connsiteX109" fmla="*/ 1358257 w 5611815"/>
                  <a:gd name="connsiteY109" fmla="*/ 3525563 h 4278408"/>
                  <a:gd name="connsiteX110" fmla="*/ 1502942 w 5611815"/>
                  <a:gd name="connsiteY110" fmla="*/ 3457649 h 4278408"/>
                  <a:gd name="connsiteX111" fmla="*/ 1653530 w 5611815"/>
                  <a:gd name="connsiteY111" fmla="*/ 3377926 h 4278408"/>
                  <a:gd name="connsiteX112" fmla="*/ 1730302 w 5611815"/>
                  <a:gd name="connsiteY112" fmla="*/ 3336587 h 4278408"/>
                  <a:gd name="connsiteX113" fmla="*/ 1807072 w 5611815"/>
                  <a:gd name="connsiteY113" fmla="*/ 3292296 h 4278408"/>
                  <a:gd name="connsiteX114" fmla="*/ 1880892 w 5611815"/>
                  <a:gd name="connsiteY114" fmla="*/ 3245051 h 4278408"/>
                  <a:gd name="connsiteX115" fmla="*/ 1957663 w 5611815"/>
                  <a:gd name="connsiteY115" fmla="*/ 3197808 h 4278408"/>
                  <a:gd name="connsiteX116" fmla="*/ 2034434 w 5611815"/>
                  <a:gd name="connsiteY116" fmla="*/ 3144659 h 4278408"/>
                  <a:gd name="connsiteX117" fmla="*/ 2108252 w 5611815"/>
                  <a:gd name="connsiteY117" fmla="*/ 3088557 h 4278408"/>
                  <a:gd name="connsiteX118" fmla="*/ 2185022 w 5611815"/>
                  <a:gd name="connsiteY118" fmla="*/ 3032455 h 4278408"/>
                  <a:gd name="connsiteX119" fmla="*/ 2255888 w 5611815"/>
                  <a:gd name="connsiteY119" fmla="*/ 2970449 h 4278408"/>
                  <a:gd name="connsiteX120" fmla="*/ 2329707 w 5611815"/>
                  <a:gd name="connsiteY120" fmla="*/ 2908440 h 4278408"/>
                  <a:gd name="connsiteX121" fmla="*/ 2403525 w 5611815"/>
                  <a:gd name="connsiteY121" fmla="*/ 2840528 h 4278408"/>
                  <a:gd name="connsiteX122" fmla="*/ 2477344 w 5611815"/>
                  <a:gd name="connsiteY122" fmla="*/ 2772615 h 4278408"/>
                  <a:gd name="connsiteX123" fmla="*/ 2548210 w 5611815"/>
                  <a:gd name="connsiteY123" fmla="*/ 2701750 h 4278408"/>
                  <a:gd name="connsiteX124" fmla="*/ 2616121 w 5611815"/>
                  <a:gd name="connsiteY124" fmla="*/ 2624979 h 4278408"/>
                  <a:gd name="connsiteX125" fmla="*/ 2686987 w 5611815"/>
                  <a:gd name="connsiteY125" fmla="*/ 2545255 h 4278408"/>
                  <a:gd name="connsiteX126" fmla="*/ 2754901 w 5611815"/>
                  <a:gd name="connsiteY126" fmla="*/ 2465530 h 4278408"/>
                  <a:gd name="connsiteX127" fmla="*/ 2819860 w 5611815"/>
                  <a:gd name="connsiteY127" fmla="*/ 2376949 h 4278408"/>
                  <a:gd name="connsiteX128" fmla="*/ 2887773 w 5611815"/>
                  <a:gd name="connsiteY128" fmla="*/ 2291321 h 4278408"/>
                  <a:gd name="connsiteX129" fmla="*/ 2949781 w 5611815"/>
                  <a:gd name="connsiteY129" fmla="*/ 2196833 h 4278408"/>
                  <a:gd name="connsiteX130" fmla="*/ 3011788 w 5611815"/>
                  <a:gd name="connsiteY130" fmla="*/ 2102346 h 4278408"/>
                  <a:gd name="connsiteX131" fmla="*/ 3070842 w 5611815"/>
                  <a:gd name="connsiteY131" fmla="*/ 2004905 h 4278408"/>
                  <a:gd name="connsiteX132" fmla="*/ 3126944 w 5611815"/>
                  <a:gd name="connsiteY132" fmla="*/ 1901560 h 4278408"/>
                  <a:gd name="connsiteX133" fmla="*/ 3183045 w 5611815"/>
                  <a:gd name="connsiteY133" fmla="*/ 1795262 h 4278408"/>
                  <a:gd name="connsiteX134" fmla="*/ 3236195 w 5611815"/>
                  <a:gd name="connsiteY134" fmla="*/ 1680104 h 4278408"/>
                  <a:gd name="connsiteX135" fmla="*/ 3286393 w 5611815"/>
                  <a:gd name="connsiteY135" fmla="*/ 1567900 h 4278408"/>
                  <a:gd name="connsiteX136" fmla="*/ 3336587 w 5611815"/>
                  <a:gd name="connsiteY136" fmla="*/ 1449791 h 4278408"/>
                  <a:gd name="connsiteX137" fmla="*/ 3383832 w 5611815"/>
                  <a:gd name="connsiteY137" fmla="*/ 1328729 h 4278408"/>
                  <a:gd name="connsiteX138" fmla="*/ 3428123 w 5611815"/>
                  <a:gd name="connsiteY138" fmla="*/ 1201761 h 4278408"/>
                  <a:gd name="connsiteX139" fmla="*/ 3466508 w 5611815"/>
                  <a:gd name="connsiteY139" fmla="*/ 1071841 h 4278408"/>
                  <a:gd name="connsiteX140" fmla="*/ 3504894 w 5611815"/>
                  <a:gd name="connsiteY140" fmla="*/ 933064 h 4278408"/>
                  <a:gd name="connsiteX141" fmla="*/ 3540327 w 5611815"/>
                  <a:gd name="connsiteY141" fmla="*/ 794284 h 4278408"/>
                  <a:gd name="connsiteX142" fmla="*/ 3558043 w 5611815"/>
                  <a:gd name="connsiteY142" fmla="*/ 726372 h 4278408"/>
                  <a:gd name="connsiteX143" fmla="*/ 3584617 w 5611815"/>
                  <a:gd name="connsiteY143" fmla="*/ 643696 h 4278408"/>
                  <a:gd name="connsiteX144" fmla="*/ 3617098 w 5611815"/>
                  <a:gd name="connsiteY144" fmla="*/ 552161 h 4278408"/>
                  <a:gd name="connsiteX145" fmla="*/ 3661388 w 5611815"/>
                  <a:gd name="connsiteY145" fmla="*/ 454721 h 4278408"/>
                  <a:gd name="connsiteX146" fmla="*/ 3687964 w 5611815"/>
                  <a:gd name="connsiteY146" fmla="*/ 404524 h 4278408"/>
                  <a:gd name="connsiteX147" fmla="*/ 3714537 w 5611815"/>
                  <a:gd name="connsiteY147" fmla="*/ 357280 h 4278408"/>
                  <a:gd name="connsiteX148" fmla="*/ 3744065 w 5611815"/>
                  <a:gd name="connsiteY148" fmla="*/ 307084 h 4278408"/>
                  <a:gd name="connsiteX149" fmla="*/ 3776546 w 5611815"/>
                  <a:gd name="connsiteY149" fmla="*/ 259841 h 4278408"/>
                  <a:gd name="connsiteX150" fmla="*/ 3809024 w 5611815"/>
                  <a:gd name="connsiteY150" fmla="*/ 218502 h 4278408"/>
                  <a:gd name="connsiteX151" fmla="*/ 3850363 w 5611815"/>
                  <a:gd name="connsiteY151" fmla="*/ 177164 h 4278408"/>
                  <a:gd name="connsiteX152" fmla="*/ 3891701 w 5611815"/>
                  <a:gd name="connsiteY152" fmla="*/ 138777 h 4278408"/>
                  <a:gd name="connsiteX153" fmla="*/ 3933039 w 5611815"/>
                  <a:gd name="connsiteY153" fmla="*/ 100393 h 4278408"/>
                  <a:gd name="connsiteX154" fmla="*/ 3977331 w 5611815"/>
                  <a:gd name="connsiteY154" fmla="*/ 70866 h 4278408"/>
                  <a:gd name="connsiteX155" fmla="*/ 4027527 w 5611815"/>
                  <a:gd name="connsiteY155" fmla="*/ 47244 h 4278408"/>
                  <a:gd name="connsiteX156" fmla="*/ 4077724 w 5611815"/>
                  <a:gd name="connsiteY156" fmla="*/ 23622 h 4278408"/>
                  <a:gd name="connsiteX157" fmla="*/ 4130874 w 5611815"/>
                  <a:gd name="connsiteY157" fmla="*/ 11811 h 4278408"/>
                  <a:gd name="connsiteX158" fmla="*/ 4186974 w 5611815"/>
                  <a:gd name="connsiteY158" fmla="*/ 5906 h 4278408"/>
                  <a:gd name="connsiteX159" fmla="*/ 4246029 w 5611815"/>
                  <a:gd name="connsiteY159" fmla="*/ 0 h 4278408"/>
                  <a:gd name="connsiteX0" fmla="*/ 4246029 w 5640555"/>
                  <a:gd name="connsiteY0" fmla="*/ 0 h 4278408"/>
                  <a:gd name="connsiteX1" fmla="*/ 4310989 w 5640555"/>
                  <a:gd name="connsiteY1" fmla="*/ 8857 h 4278408"/>
                  <a:gd name="connsiteX2" fmla="*/ 4375949 w 5640555"/>
                  <a:gd name="connsiteY2" fmla="*/ 23622 h 4278408"/>
                  <a:gd name="connsiteX3" fmla="*/ 4446815 w 5640555"/>
                  <a:gd name="connsiteY3" fmla="*/ 47244 h 4278408"/>
                  <a:gd name="connsiteX4" fmla="*/ 4520635 w 5640555"/>
                  <a:gd name="connsiteY4" fmla="*/ 79723 h 4278408"/>
                  <a:gd name="connsiteX5" fmla="*/ 4597405 w 5640555"/>
                  <a:gd name="connsiteY5" fmla="*/ 124015 h 4278408"/>
                  <a:gd name="connsiteX6" fmla="*/ 4674177 w 5640555"/>
                  <a:gd name="connsiteY6" fmla="*/ 177164 h 4278408"/>
                  <a:gd name="connsiteX7" fmla="*/ 4756854 w 5640555"/>
                  <a:gd name="connsiteY7" fmla="*/ 242124 h 4278408"/>
                  <a:gd name="connsiteX8" fmla="*/ 4842482 w 5640555"/>
                  <a:gd name="connsiteY8" fmla="*/ 315941 h 4278408"/>
                  <a:gd name="connsiteX9" fmla="*/ 4934017 w 5640555"/>
                  <a:gd name="connsiteY9" fmla="*/ 404524 h 4278408"/>
                  <a:gd name="connsiteX10" fmla="*/ 5028504 w 5640555"/>
                  <a:gd name="connsiteY10" fmla="*/ 504916 h 4278408"/>
                  <a:gd name="connsiteX11" fmla="*/ 5131848 w 5640555"/>
                  <a:gd name="connsiteY11" fmla="*/ 626348 h 4278408"/>
                  <a:gd name="connsiteX12" fmla="*/ 5131263 w 5640555"/>
                  <a:gd name="connsiteY12" fmla="*/ 632975 h 4278408"/>
                  <a:gd name="connsiteX13" fmla="*/ 5170541 w 5640555"/>
                  <a:gd name="connsiteY13" fmla="*/ 674709 h 4278408"/>
                  <a:gd name="connsiteX14" fmla="*/ 5272472 w 5640555"/>
                  <a:gd name="connsiteY14" fmla="*/ 794479 h 4278408"/>
                  <a:gd name="connsiteX15" fmla="*/ 5343823 w 5640555"/>
                  <a:gd name="connsiteY15" fmla="*/ 878571 h 4278408"/>
                  <a:gd name="connsiteX16" fmla="*/ 5524620 w 5640555"/>
                  <a:gd name="connsiteY16" fmla="*/ 905541 h 4278408"/>
                  <a:gd name="connsiteX17" fmla="*/ 5611815 w 5640555"/>
                  <a:gd name="connsiteY17" fmla="*/ 1023629 h 4278408"/>
                  <a:gd name="connsiteX18" fmla="*/ 5640555 w 5640555"/>
                  <a:gd name="connsiteY18" fmla="*/ 1090292 h 4278408"/>
                  <a:gd name="connsiteX19" fmla="*/ 5589474 w 5640555"/>
                  <a:gd name="connsiteY19" fmla="*/ 1128811 h 4278408"/>
                  <a:gd name="connsiteX20" fmla="*/ 5501373 w 5640555"/>
                  <a:gd name="connsiteY20" fmla="*/ 1163468 h 4278408"/>
                  <a:gd name="connsiteX21" fmla="*/ 5452954 w 5640555"/>
                  <a:gd name="connsiteY21" fmla="*/ 1132889 h 4278408"/>
                  <a:gd name="connsiteX22" fmla="*/ 5407086 w 5640555"/>
                  <a:gd name="connsiteY22" fmla="*/ 1097213 h 4278408"/>
                  <a:gd name="connsiteX23" fmla="*/ 5320445 w 5640555"/>
                  <a:gd name="connsiteY23" fmla="*/ 1036054 h 4278408"/>
                  <a:gd name="connsiteX24" fmla="*/ 5251642 w 5640555"/>
                  <a:gd name="connsiteY24" fmla="*/ 974895 h 4278408"/>
                  <a:gd name="connsiteX25" fmla="*/ 5198128 w 5640555"/>
                  <a:gd name="connsiteY25" fmla="*/ 926478 h 4278408"/>
                  <a:gd name="connsiteX26" fmla="*/ 5152258 w 5640555"/>
                  <a:gd name="connsiteY26" fmla="*/ 880609 h 4278408"/>
                  <a:gd name="connsiteX27" fmla="*/ 5063069 w 5640555"/>
                  <a:gd name="connsiteY27" fmla="*/ 796516 h 4278408"/>
                  <a:gd name="connsiteX28" fmla="*/ 4981525 w 5640555"/>
                  <a:gd name="connsiteY28" fmla="*/ 727712 h 4278408"/>
                  <a:gd name="connsiteX29" fmla="*/ 4899980 w 5640555"/>
                  <a:gd name="connsiteY29" fmla="*/ 664006 h 4278408"/>
                  <a:gd name="connsiteX30" fmla="*/ 4826079 w 5640555"/>
                  <a:gd name="connsiteY30" fmla="*/ 613041 h 4278408"/>
                  <a:gd name="connsiteX31" fmla="*/ 4754728 w 5640555"/>
                  <a:gd name="connsiteY31" fmla="*/ 569719 h 4278408"/>
                  <a:gd name="connsiteX32" fmla="*/ 4685926 w 5640555"/>
                  <a:gd name="connsiteY32" fmla="*/ 534043 h 4278408"/>
                  <a:gd name="connsiteX33" fmla="*/ 4622218 w 5640555"/>
                  <a:gd name="connsiteY33" fmla="*/ 508561 h 4278408"/>
                  <a:gd name="connsiteX34" fmla="*/ 4558511 w 5640555"/>
                  <a:gd name="connsiteY34" fmla="*/ 488175 h 4278408"/>
                  <a:gd name="connsiteX35" fmla="*/ 4499900 w 5640555"/>
                  <a:gd name="connsiteY35" fmla="*/ 477981 h 4278408"/>
                  <a:gd name="connsiteX36" fmla="*/ 4446388 w 5640555"/>
                  <a:gd name="connsiteY36" fmla="*/ 470338 h 4278408"/>
                  <a:gd name="connsiteX37" fmla="*/ 4284127 w 5640555"/>
                  <a:gd name="connsiteY37" fmla="*/ 440084 h 4278408"/>
                  <a:gd name="connsiteX38" fmla="*/ 4225073 w 5640555"/>
                  <a:gd name="connsiteY38" fmla="*/ 440084 h 4278408"/>
                  <a:gd name="connsiteX39" fmla="*/ 4166018 w 5640555"/>
                  <a:gd name="connsiteY39" fmla="*/ 451895 h 4278408"/>
                  <a:gd name="connsiteX40" fmla="*/ 4112869 w 5640555"/>
                  <a:gd name="connsiteY40" fmla="*/ 463705 h 4278408"/>
                  <a:gd name="connsiteX41" fmla="*/ 4062672 w 5640555"/>
                  <a:gd name="connsiteY41" fmla="*/ 484373 h 4278408"/>
                  <a:gd name="connsiteX42" fmla="*/ 4018382 w 5640555"/>
                  <a:gd name="connsiteY42" fmla="*/ 507995 h 4278408"/>
                  <a:gd name="connsiteX43" fmla="*/ 3974090 w 5640555"/>
                  <a:gd name="connsiteY43" fmla="*/ 537523 h 4278408"/>
                  <a:gd name="connsiteX44" fmla="*/ 3929800 w 5640555"/>
                  <a:gd name="connsiteY44" fmla="*/ 570003 h 4278408"/>
                  <a:gd name="connsiteX45" fmla="*/ 3894367 w 5640555"/>
                  <a:gd name="connsiteY45" fmla="*/ 608388 h 4278408"/>
                  <a:gd name="connsiteX46" fmla="*/ 3861885 w 5640555"/>
                  <a:gd name="connsiteY46" fmla="*/ 646775 h 4278408"/>
                  <a:gd name="connsiteX47" fmla="*/ 3826453 w 5640555"/>
                  <a:gd name="connsiteY47" fmla="*/ 691065 h 4278408"/>
                  <a:gd name="connsiteX48" fmla="*/ 3796926 w 5640555"/>
                  <a:gd name="connsiteY48" fmla="*/ 735357 h 4278408"/>
                  <a:gd name="connsiteX49" fmla="*/ 3770351 w 5640555"/>
                  <a:gd name="connsiteY49" fmla="*/ 779646 h 4278408"/>
                  <a:gd name="connsiteX50" fmla="*/ 3743776 w 5640555"/>
                  <a:gd name="connsiteY50" fmla="*/ 826891 h 4278408"/>
                  <a:gd name="connsiteX51" fmla="*/ 3723109 w 5640555"/>
                  <a:gd name="connsiteY51" fmla="*/ 874134 h 4278408"/>
                  <a:gd name="connsiteX52" fmla="*/ 3684722 w 5640555"/>
                  <a:gd name="connsiteY52" fmla="*/ 968621 h 4278408"/>
                  <a:gd name="connsiteX53" fmla="*/ 3655194 w 5640555"/>
                  <a:gd name="connsiteY53" fmla="*/ 1057204 h 4278408"/>
                  <a:gd name="connsiteX54" fmla="*/ 3631573 w 5640555"/>
                  <a:gd name="connsiteY54" fmla="*/ 1136928 h 4278408"/>
                  <a:gd name="connsiteX55" fmla="*/ 3613856 w 5640555"/>
                  <a:gd name="connsiteY55" fmla="*/ 1207794 h 4278408"/>
                  <a:gd name="connsiteX56" fmla="*/ 3578424 w 5640555"/>
                  <a:gd name="connsiteY56" fmla="*/ 1346572 h 4278408"/>
                  <a:gd name="connsiteX57" fmla="*/ 3537085 w 5640555"/>
                  <a:gd name="connsiteY57" fmla="*/ 1482397 h 4278408"/>
                  <a:gd name="connsiteX58" fmla="*/ 3495747 w 5640555"/>
                  <a:gd name="connsiteY58" fmla="*/ 1612317 h 4278408"/>
                  <a:gd name="connsiteX59" fmla="*/ 3451457 w 5640555"/>
                  <a:gd name="connsiteY59" fmla="*/ 1736332 h 4278408"/>
                  <a:gd name="connsiteX60" fmla="*/ 3404213 w 5640555"/>
                  <a:gd name="connsiteY60" fmla="*/ 1860347 h 4278408"/>
                  <a:gd name="connsiteX61" fmla="*/ 3351063 w 5640555"/>
                  <a:gd name="connsiteY61" fmla="*/ 1981409 h 4278408"/>
                  <a:gd name="connsiteX62" fmla="*/ 3297914 w 5640555"/>
                  <a:gd name="connsiteY62" fmla="*/ 2093613 h 4278408"/>
                  <a:gd name="connsiteX63" fmla="*/ 3241812 w 5640555"/>
                  <a:gd name="connsiteY63" fmla="*/ 2208769 h 4278408"/>
                  <a:gd name="connsiteX64" fmla="*/ 3179806 w 5640555"/>
                  <a:gd name="connsiteY64" fmla="*/ 2315068 h 4278408"/>
                  <a:gd name="connsiteX65" fmla="*/ 3120751 w 5640555"/>
                  <a:gd name="connsiteY65" fmla="*/ 2418415 h 4278408"/>
                  <a:gd name="connsiteX66" fmla="*/ 3052837 w 5640555"/>
                  <a:gd name="connsiteY66" fmla="*/ 2518807 h 4278408"/>
                  <a:gd name="connsiteX67" fmla="*/ 2987877 w 5640555"/>
                  <a:gd name="connsiteY67" fmla="*/ 2613294 h 4278408"/>
                  <a:gd name="connsiteX68" fmla="*/ 2919965 w 5640555"/>
                  <a:gd name="connsiteY68" fmla="*/ 2707782 h 4278408"/>
                  <a:gd name="connsiteX69" fmla="*/ 2849100 w 5640555"/>
                  <a:gd name="connsiteY69" fmla="*/ 2793409 h 4278408"/>
                  <a:gd name="connsiteX70" fmla="*/ 2778234 w 5640555"/>
                  <a:gd name="connsiteY70" fmla="*/ 2881992 h 4278408"/>
                  <a:gd name="connsiteX71" fmla="*/ 2704415 w 5640555"/>
                  <a:gd name="connsiteY71" fmla="*/ 2964669 h 4278408"/>
                  <a:gd name="connsiteX72" fmla="*/ 2627644 w 5640555"/>
                  <a:gd name="connsiteY72" fmla="*/ 3044393 h 4278408"/>
                  <a:gd name="connsiteX73" fmla="*/ 2550872 w 5640555"/>
                  <a:gd name="connsiteY73" fmla="*/ 3121164 h 4278408"/>
                  <a:gd name="connsiteX74" fmla="*/ 2471150 w 5640555"/>
                  <a:gd name="connsiteY74" fmla="*/ 3194982 h 4278408"/>
                  <a:gd name="connsiteX75" fmla="*/ 2394379 w 5640555"/>
                  <a:gd name="connsiteY75" fmla="*/ 3262895 h 4278408"/>
                  <a:gd name="connsiteX76" fmla="*/ 2311703 w 5640555"/>
                  <a:gd name="connsiteY76" fmla="*/ 3330808 h 4278408"/>
                  <a:gd name="connsiteX77" fmla="*/ 2229026 w 5640555"/>
                  <a:gd name="connsiteY77" fmla="*/ 3395768 h 4278408"/>
                  <a:gd name="connsiteX78" fmla="*/ 2146350 w 5640555"/>
                  <a:gd name="connsiteY78" fmla="*/ 3457776 h 4278408"/>
                  <a:gd name="connsiteX79" fmla="*/ 2063673 w 5640555"/>
                  <a:gd name="connsiteY79" fmla="*/ 3513876 h 4278408"/>
                  <a:gd name="connsiteX80" fmla="*/ 1980996 w 5640555"/>
                  <a:gd name="connsiteY80" fmla="*/ 3569980 h 4278408"/>
                  <a:gd name="connsiteX81" fmla="*/ 1898321 w 5640555"/>
                  <a:gd name="connsiteY81" fmla="*/ 3623129 h 4278408"/>
                  <a:gd name="connsiteX82" fmla="*/ 1812689 w 5640555"/>
                  <a:gd name="connsiteY82" fmla="*/ 3673324 h 4278408"/>
                  <a:gd name="connsiteX83" fmla="*/ 1730014 w 5640555"/>
                  <a:gd name="connsiteY83" fmla="*/ 3723522 h 4278408"/>
                  <a:gd name="connsiteX84" fmla="*/ 1647337 w 5640555"/>
                  <a:gd name="connsiteY84" fmla="*/ 3770765 h 4278408"/>
                  <a:gd name="connsiteX85" fmla="*/ 1558754 w 5640555"/>
                  <a:gd name="connsiteY85" fmla="*/ 3815056 h 4278408"/>
                  <a:gd name="connsiteX86" fmla="*/ 1393401 w 5640555"/>
                  <a:gd name="connsiteY86" fmla="*/ 3894780 h 4278408"/>
                  <a:gd name="connsiteX87" fmla="*/ 1231003 w 5640555"/>
                  <a:gd name="connsiteY87" fmla="*/ 3965646 h 4278408"/>
                  <a:gd name="connsiteX88" fmla="*/ 1065649 w 5640555"/>
                  <a:gd name="connsiteY88" fmla="*/ 4024700 h 4278408"/>
                  <a:gd name="connsiteX89" fmla="*/ 909153 w 5640555"/>
                  <a:gd name="connsiteY89" fmla="*/ 4080802 h 4278408"/>
                  <a:gd name="connsiteX90" fmla="*/ 755612 w 5640555"/>
                  <a:gd name="connsiteY90" fmla="*/ 4128045 h 4278408"/>
                  <a:gd name="connsiteX91" fmla="*/ 610929 w 5640555"/>
                  <a:gd name="connsiteY91" fmla="*/ 4166432 h 4278408"/>
                  <a:gd name="connsiteX92" fmla="*/ 469197 w 5640555"/>
                  <a:gd name="connsiteY92" fmla="*/ 4204817 h 4278408"/>
                  <a:gd name="connsiteX93" fmla="*/ 339277 w 5640555"/>
                  <a:gd name="connsiteY93" fmla="*/ 4231392 h 4278408"/>
                  <a:gd name="connsiteX94" fmla="*/ 221168 w 5640555"/>
                  <a:gd name="connsiteY94" fmla="*/ 4255013 h 4278408"/>
                  <a:gd name="connsiteX95" fmla="*/ 106010 w 5640555"/>
                  <a:gd name="connsiteY95" fmla="*/ 4275681 h 4278408"/>
                  <a:gd name="connsiteX96" fmla="*/ 83516 w 5640555"/>
                  <a:gd name="connsiteY96" fmla="*/ 4278408 h 4278408"/>
                  <a:gd name="connsiteX97" fmla="*/ 0 w 5640555"/>
                  <a:gd name="connsiteY97" fmla="*/ 3859220 h 4278408"/>
                  <a:gd name="connsiteX98" fmla="*/ 32481 w 5640555"/>
                  <a:gd name="connsiteY98" fmla="*/ 3853314 h 4278408"/>
                  <a:gd name="connsiteX99" fmla="*/ 124015 w 5640555"/>
                  <a:gd name="connsiteY99" fmla="*/ 3847409 h 4278408"/>
                  <a:gd name="connsiteX100" fmla="*/ 265746 w 5640555"/>
                  <a:gd name="connsiteY100" fmla="*/ 3832646 h 4278408"/>
                  <a:gd name="connsiteX101" fmla="*/ 357282 w 5640555"/>
                  <a:gd name="connsiteY101" fmla="*/ 3817882 h 4278408"/>
                  <a:gd name="connsiteX102" fmla="*/ 454721 w 5640555"/>
                  <a:gd name="connsiteY102" fmla="*/ 3800165 h 4278408"/>
                  <a:gd name="connsiteX103" fmla="*/ 563973 w 5640555"/>
                  <a:gd name="connsiteY103" fmla="*/ 3782449 h 4278408"/>
                  <a:gd name="connsiteX104" fmla="*/ 679129 w 5640555"/>
                  <a:gd name="connsiteY104" fmla="*/ 3755875 h 4278408"/>
                  <a:gd name="connsiteX105" fmla="*/ 803144 w 5640555"/>
                  <a:gd name="connsiteY105" fmla="*/ 3720442 h 4278408"/>
                  <a:gd name="connsiteX106" fmla="*/ 933063 w 5640555"/>
                  <a:gd name="connsiteY106" fmla="*/ 3685010 h 4278408"/>
                  <a:gd name="connsiteX107" fmla="*/ 1068889 w 5640555"/>
                  <a:gd name="connsiteY107" fmla="*/ 3637767 h 4278408"/>
                  <a:gd name="connsiteX108" fmla="*/ 1210620 w 5640555"/>
                  <a:gd name="connsiteY108" fmla="*/ 3584617 h 4278408"/>
                  <a:gd name="connsiteX109" fmla="*/ 1358257 w 5640555"/>
                  <a:gd name="connsiteY109" fmla="*/ 3525563 h 4278408"/>
                  <a:gd name="connsiteX110" fmla="*/ 1502942 w 5640555"/>
                  <a:gd name="connsiteY110" fmla="*/ 3457649 h 4278408"/>
                  <a:gd name="connsiteX111" fmla="*/ 1653530 w 5640555"/>
                  <a:gd name="connsiteY111" fmla="*/ 3377926 h 4278408"/>
                  <a:gd name="connsiteX112" fmla="*/ 1730302 w 5640555"/>
                  <a:gd name="connsiteY112" fmla="*/ 3336587 h 4278408"/>
                  <a:gd name="connsiteX113" fmla="*/ 1807072 w 5640555"/>
                  <a:gd name="connsiteY113" fmla="*/ 3292296 h 4278408"/>
                  <a:gd name="connsiteX114" fmla="*/ 1880892 w 5640555"/>
                  <a:gd name="connsiteY114" fmla="*/ 3245051 h 4278408"/>
                  <a:gd name="connsiteX115" fmla="*/ 1957663 w 5640555"/>
                  <a:gd name="connsiteY115" fmla="*/ 3197808 h 4278408"/>
                  <a:gd name="connsiteX116" fmla="*/ 2034434 w 5640555"/>
                  <a:gd name="connsiteY116" fmla="*/ 3144659 h 4278408"/>
                  <a:gd name="connsiteX117" fmla="*/ 2108252 w 5640555"/>
                  <a:gd name="connsiteY117" fmla="*/ 3088557 h 4278408"/>
                  <a:gd name="connsiteX118" fmla="*/ 2185022 w 5640555"/>
                  <a:gd name="connsiteY118" fmla="*/ 3032455 h 4278408"/>
                  <a:gd name="connsiteX119" fmla="*/ 2255888 w 5640555"/>
                  <a:gd name="connsiteY119" fmla="*/ 2970449 h 4278408"/>
                  <a:gd name="connsiteX120" fmla="*/ 2329707 w 5640555"/>
                  <a:gd name="connsiteY120" fmla="*/ 2908440 h 4278408"/>
                  <a:gd name="connsiteX121" fmla="*/ 2403525 w 5640555"/>
                  <a:gd name="connsiteY121" fmla="*/ 2840528 h 4278408"/>
                  <a:gd name="connsiteX122" fmla="*/ 2477344 w 5640555"/>
                  <a:gd name="connsiteY122" fmla="*/ 2772615 h 4278408"/>
                  <a:gd name="connsiteX123" fmla="*/ 2548210 w 5640555"/>
                  <a:gd name="connsiteY123" fmla="*/ 2701750 h 4278408"/>
                  <a:gd name="connsiteX124" fmla="*/ 2616121 w 5640555"/>
                  <a:gd name="connsiteY124" fmla="*/ 2624979 h 4278408"/>
                  <a:gd name="connsiteX125" fmla="*/ 2686987 w 5640555"/>
                  <a:gd name="connsiteY125" fmla="*/ 2545255 h 4278408"/>
                  <a:gd name="connsiteX126" fmla="*/ 2754901 w 5640555"/>
                  <a:gd name="connsiteY126" fmla="*/ 2465530 h 4278408"/>
                  <a:gd name="connsiteX127" fmla="*/ 2819860 w 5640555"/>
                  <a:gd name="connsiteY127" fmla="*/ 2376949 h 4278408"/>
                  <a:gd name="connsiteX128" fmla="*/ 2887773 w 5640555"/>
                  <a:gd name="connsiteY128" fmla="*/ 2291321 h 4278408"/>
                  <a:gd name="connsiteX129" fmla="*/ 2949781 w 5640555"/>
                  <a:gd name="connsiteY129" fmla="*/ 2196833 h 4278408"/>
                  <a:gd name="connsiteX130" fmla="*/ 3011788 w 5640555"/>
                  <a:gd name="connsiteY130" fmla="*/ 2102346 h 4278408"/>
                  <a:gd name="connsiteX131" fmla="*/ 3070842 w 5640555"/>
                  <a:gd name="connsiteY131" fmla="*/ 2004905 h 4278408"/>
                  <a:gd name="connsiteX132" fmla="*/ 3126944 w 5640555"/>
                  <a:gd name="connsiteY132" fmla="*/ 1901560 h 4278408"/>
                  <a:gd name="connsiteX133" fmla="*/ 3183045 w 5640555"/>
                  <a:gd name="connsiteY133" fmla="*/ 1795262 h 4278408"/>
                  <a:gd name="connsiteX134" fmla="*/ 3236195 w 5640555"/>
                  <a:gd name="connsiteY134" fmla="*/ 1680104 h 4278408"/>
                  <a:gd name="connsiteX135" fmla="*/ 3286393 w 5640555"/>
                  <a:gd name="connsiteY135" fmla="*/ 1567900 h 4278408"/>
                  <a:gd name="connsiteX136" fmla="*/ 3336587 w 5640555"/>
                  <a:gd name="connsiteY136" fmla="*/ 1449791 h 4278408"/>
                  <a:gd name="connsiteX137" fmla="*/ 3383832 w 5640555"/>
                  <a:gd name="connsiteY137" fmla="*/ 1328729 h 4278408"/>
                  <a:gd name="connsiteX138" fmla="*/ 3428123 w 5640555"/>
                  <a:gd name="connsiteY138" fmla="*/ 1201761 h 4278408"/>
                  <a:gd name="connsiteX139" fmla="*/ 3466508 w 5640555"/>
                  <a:gd name="connsiteY139" fmla="*/ 1071841 h 4278408"/>
                  <a:gd name="connsiteX140" fmla="*/ 3504894 w 5640555"/>
                  <a:gd name="connsiteY140" fmla="*/ 933064 h 4278408"/>
                  <a:gd name="connsiteX141" fmla="*/ 3540327 w 5640555"/>
                  <a:gd name="connsiteY141" fmla="*/ 794284 h 4278408"/>
                  <a:gd name="connsiteX142" fmla="*/ 3558043 w 5640555"/>
                  <a:gd name="connsiteY142" fmla="*/ 726372 h 4278408"/>
                  <a:gd name="connsiteX143" fmla="*/ 3584617 w 5640555"/>
                  <a:gd name="connsiteY143" fmla="*/ 643696 h 4278408"/>
                  <a:gd name="connsiteX144" fmla="*/ 3617098 w 5640555"/>
                  <a:gd name="connsiteY144" fmla="*/ 552161 h 4278408"/>
                  <a:gd name="connsiteX145" fmla="*/ 3661388 w 5640555"/>
                  <a:gd name="connsiteY145" fmla="*/ 454721 h 4278408"/>
                  <a:gd name="connsiteX146" fmla="*/ 3687964 w 5640555"/>
                  <a:gd name="connsiteY146" fmla="*/ 404524 h 4278408"/>
                  <a:gd name="connsiteX147" fmla="*/ 3714537 w 5640555"/>
                  <a:gd name="connsiteY147" fmla="*/ 357280 h 4278408"/>
                  <a:gd name="connsiteX148" fmla="*/ 3744065 w 5640555"/>
                  <a:gd name="connsiteY148" fmla="*/ 307084 h 4278408"/>
                  <a:gd name="connsiteX149" fmla="*/ 3776546 w 5640555"/>
                  <a:gd name="connsiteY149" fmla="*/ 259841 h 4278408"/>
                  <a:gd name="connsiteX150" fmla="*/ 3809024 w 5640555"/>
                  <a:gd name="connsiteY150" fmla="*/ 218502 h 4278408"/>
                  <a:gd name="connsiteX151" fmla="*/ 3850363 w 5640555"/>
                  <a:gd name="connsiteY151" fmla="*/ 177164 h 4278408"/>
                  <a:gd name="connsiteX152" fmla="*/ 3891701 w 5640555"/>
                  <a:gd name="connsiteY152" fmla="*/ 138777 h 4278408"/>
                  <a:gd name="connsiteX153" fmla="*/ 3933039 w 5640555"/>
                  <a:gd name="connsiteY153" fmla="*/ 100393 h 4278408"/>
                  <a:gd name="connsiteX154" fmla="*/ 3977331 w 5640555"/>
                  <a:gd name="connsiteY154" fmla="*/ 70866 h 4278408"/>
                  <a:gd name="connsiteX155" fmla="*/ 4027527 w 5640555"/>
                  <a:gd name="connsiteY155" fmla="*/ 47244 h 4278408"/>
                  <a:gd name="connsiteX156" fmla="*/ 4077724 w 5640555"/>
                  <a:gd name="connsiteY156" fmla="*/ 23622 h 4278408"/>
                  <a:gd name="connsiteX157" fmla="*/ 4130874 w 5640555"/>
                  <a:gd name="connsiteY157" fmla="*/ 11811 h 4278408"/>
                  <a:gd name="connsiteX158" fmla="*/ 4186974 w 5640555"/>
                  <a:gd name="connsiteY158" fmla="*/ 5906 h 4278408"/>
                  <a:gd name="connsiteX159" fmla="*/ 4246029 w 5640555"/>
                  <a:gd name="connsiteY159" fmla="*/ 0 h 4278408"/>
                  <a:gd name="connsiteX0" fmla="*/ 4246029 w 5640555"/>
                  <a:gd name="connsiteY0" fmla="*/ 0 h 4278408"/>
                  <a:gd name="connsiteX1" fmla="*/ 4310989 w 5640555"/>
                  <a:gd name="connsiteY1" fmla="*/ 8857 h 4278408"/>
                  <a:gd name="connsiteX2" fmla="*/ 4375949 w 5640555"/>
                  <a:gd name="connsiteY2" fmla="*/ 23622 h 4278408"/>
                  <a:gd name="connsiteX3" fmla="*/ 4446815 w 5640555"/>
                  <a:gd name="connsiteY3" fmla="*/ 47244 h 4278408"/>
                  <a:gd name="connsiteX4" fmla="*/ 4520635 w 5640555"/>
                  <a:gd name="connsiteY4" fmla="*/ 79723 h 4278408"/>
                  <a:gd name="connsiteX5" fmla="*/ 4597405 w 5640555"/>
                  <a:gd name="connsiteY5" fmla="*/ 124015 h 4278408"/>
                  <a:gd name="connsiteX6" fmla="*/ 4674177 w 5640555"/>
                  <a:gd name="connsiteY6" fmla="*/ 177164 h 4278408"/>
                  <a:gd name="connsiteX7" fmla="*/ 4756854 w 5640555"/>
                  <a:gd name="connsiteY7" fmla="*/ 242124 h 4278408"/>
                  <a:gd name="connsiteX8" fmla="*/ 4842482 w 5640555"/>
                  <a:gd name="connsiteY8" fmla="*/ 315941 h 4278408"/>
                  <a:gd name="connsiteX9" fmla="*/ 4934017 w 5640555"/>
                  <a:gd name="connsiteY9" fmla="*/ 404524 h 4278408"/>
                  <a:gd name="connsiteX10" fmla="*/ 5028504 w 5640555"/>
                  <a:gd name="connsiteY10" fmla="*/ 504916 h 4278408"/>
                  <a:gd name="connsiteX11" fmla="*/ 5131848 w 5640555"/>
                  <a:gd name="connsiteY11" fmla="*/ 626348 h 4278408"/>
                  <a:gd name="connsiteX12" fmla="*/ 5131263 w 5640555"/>
                  <a:gd name="connsiteY12" fmla="*/ 632975 h 4278408"/>
                  <a:gd name="connsiteX13" fmla="*/ 5170541 w 5640555"/>
                  <a:gd name="connsiteY13" fmla="*/ 674709 h 4278408"/>
                  <a:gd name="connsiteX14" fmla="*/ 5272472 w 5640555"/>
                  <a:gd name="connsiteY14" fmla="*/ 794479 h 4278408"/>
                  <a:gd name="connsiteX15" fmla="*/ 5343823 w 5640555"/>
                  <a:gd name="connsiteY15" fmla="*/ 878571 h 4278408"/>
                  <a:gd name="connsiteX16" fmla="*/ 5524620 w 5640555"/>
                  <a:gd name="connsiteY16" fmla="*/ 905541 h 4278408"/>
                  <a:gd name="connsiteX17" fmla="*/ 5611815 w 5640555"/>
                  <a:gd name="connsiteY17" fmla="*/ 1023629 h 4278408"/>
                  <a:gd name="connsiteX18" fmla="*/ 5640555 w 5640555"/>
                  <a:gd name="connsiteY18" fmla="*/ 1090292 h 4278408"/>
                  <a:gd name="connsiteX19" fmla="*/ 5626940 w 5640555"/>
                  <a:gd name="connsiteY19" fmla="*/ 1120406 h 4278408"/>
                  <a:gd name="connsiteX20" fmla="*/ 5501373 w 5640555"/>
                  <a:gd name="connsiteY20" fmla="*/ 1163468 h 4278408"/>
                  <a:gd name="connsiteX21" fmla="*/ 5452954 w 5640555"/>
                  <a:gd name="connsiteY21" fmla="*/ 1132889 h 4278408"/>
                  <a:gd name="connsiteX22" fmla="*/ 5407086 w 5640555"/>
                  <a:gd name="connsiteY22" fmla="*/ 1097213 h 4278408"/>
                  <a:gd name="connsiteX23" fmla="*/ 5320445 w 5640555"/>
                  <a:gd name="connsiteY23" fmla="*/ 1036054 h 4278408"/>
                  <a:gd name="connsiteX24" fmla="*/ 5251642 w 5640555"/>
                  <a:gd name="connsiteY24" fmla="*/ 974895 h 4278408"/>
                  <a:gd name="connsiteX25" fmla="*/ 5198128 w 5640555"/>
                  <a:gd name="connsiteY25" fmla="*/ 926478 h 4278408"/>
                  <a:gd name="connsiteX26" fmla="*/ 5152258 w 5640555"/>
                  <a:gd name="connsiteY26" fmla="*/ 880609 h 4278408"/>
                  <a:gd name="connsiteX27" fmla="*/ 5063069 w 5640555"/>
                  <a:gd name="connsiteY27" fmla="*/ 796516 h 4278408"/>
                  <a:gd name="connsiteX28" fmla="*/ 4981525 w 5640555"/>
                  <a:gd name="connsiteY28" fmla="*/ 727712 h 4278408"/>
                  <a:gd name="connsiteX29" fmla="*/ 4899980 w 5640555"/>
                  <a:gd name="connsiteY29" fmla="*/ 664006 h 4278408"/>
                  <a:gd name="connsiteX30" fmla="*/ 4826079 w 5640555"/>
                  <a:gd name="connsiteY30" fmla="*/ 613041 h 4278408"/>
                  <a:gd name="connsiteX31" fmla="*/ 4754728 w 5640555"/>
                  <a:gd name="connsiteY31" fmla="*/ 569719 h 4278408"/>
                  <a:gd name="connsiteX32" fmla="*/ 4685926 w 5640555"/>
                  <a:gd name="connsiteY32" fmla="*/ 534043 h 4278408"/>
                  <a:gd name="connsiteX33" fmla="*/ 4622218 w 5640555"/>
                  <a:gd name="connsiteY33" fmla="*/ 508561 h 4278408"/>
                  <a:gd name="connsiteX34" fmla="*/ 4558511 w 5640555"/>
                  <a:gd name="connsiteY34" fmla="*/ 488175 h 4278408"/>
                  <a:gd name="connsiteX35" fmla="*/ 4499900 w 5640555"/>
                  <a:gd name="connsiteY35" fmla="*/ 477981 h 4278408"/>
                  <a:gd name="connsiteX36" fmla="*/ 4446388 w 5640555"/>
                  <a:gd name="connsiteY36" fmla="*/ 470338 h 4278408"/>
                  <a:gd name="connsiteX37" fmla="*/ 4284127 w 5640555"/>
                  <a:gd name="connsiteY37" fmla="*/ 440084 h 4278408"/>
                  <a:gd name="connsiteX38" fmla="*/ 4225073 w 5640555"/>
                  <a:gd name="connsiteY38" fmla="*/ 440084 h 4278408"/>
                  <a:gd name="connsiteX39" fmla="*/ 4166018 w 5640555"/>
                  <a:gd name="connsiteY39" fmla="*/ 451895 h 4278408"/>
                  <a:gd name="connsiteX40" fmla="*/ 4112869 w 5640555"/>
                  <a:gd name="connsiteY40" fmla="*/ 463705 h 4278408"/>
                  <a:gd name="connsiteX41" fmla="*/ 4062672 w 5640555"/>
                  <a:gd name="connsiteY41" fmla="*/ 484373 h 4278408"/>
                  <a:gd name="connsiteX42" fmla="*/ 4018382 w 5640555"/>
                  <a:gd name="connsiteY42" fmla="*/ 507995 h 4278408"/>
                  <a:gd name="connsiteX43" fmla="*/ 3974090 w 5640555"/>
                  <a:gd name="connsiteY43" fmla="*/ 537523 h 4278408"/>
                  <a:gd name="connsiteX44" fmla="*/ 3929800 w 5640555"/>
                  <a:gd name="connsiteY44" fmla="*/ 570003 h 4278408"/>
                  <a:gd name="connsiteX45" fmla="*/ 3894367 w 5640555"/>
                  <a:gd name="connsiteY45" fmla="*/ 608388 h 4278408"/>
                  <a:gd name="connsiteX46" fmla="*/ 3861885 w 5640555"/>
                  <a:gd name="connsiteY46" fmla="*/ 646775 h 4278408"/>
                  <a:gd name="connsiteX47" fmla="*/ 3826453 w 5640555"/>
                  <a:gd name="connsiteY47" fmla="*/ 691065 h 4278408"/>
                  <a:gd name="connsiteX48" fmla="*/ 3796926 w 5640555"/>
                  <a:gd name="connsiteY48" fmla="*/ 735357 h 4278408"/>
                  <a:gd name="connsiteX49" fmla="*/ 3770351 w 5640555"/>
                  <a:gd name="connsiteY49" fmla="*/ 779646 h 4278408"/>
                  <a:gd name="connsiteX50" fmla="*/ 3743776 w 5640555"/>
                  <a:gd name="connsiteY50" fmla="*/ 826891 h 4278408"/>
                  <a:gd name="connsiteX51" fmla="*/ 3723109 w 5640555"/>
                  <a:gd name="connsiteY51" fmla="*/ 874134 h 4278408"/>
                  <a:gd name="connsiteX52" fmla="*/ 3684722 w 5640555"/>
                  <a:gd name="connsiteY52" fmla="*/ 968621 h 4278408"/>
                  <a:gd name="connsiteX53" fmla="*/ 3655194 w 5640555"/>
                  <a:gd name="connsiteY53" fmla="*/ 1057204 h 4278408"/>
                  <a:gd name="connsiteX54" fmla="*/ 3631573 w 5640555"/>
                  <a:gd name="connsiteY54" fmla="*/ 1136928 h 4278408"/>
                  <a:gd name="connsiteX55" fmla="*/ 3613856 w 5640555"/>
                  <a:gd name="connsiteY55" fmla="*/ 1207794 h 4278408"/>
                  <a:gd name="connsiteX56" fmla="*/ 3578424 w 5640555"/>
                  <a:gd name="connsiteY56" fmla="*/ 1346572 h 4278408"/>
                  <a:gd name="connsiteX57" fmla="*/ 3537085 w 5640555"/>
                  <a:gd name="connsiteY57" fmla="*/ 1482397 h 4278408"/>
                  <a:gd name="connsiteX58" fmla="*/ 3495747 w 5640555"/>
                  <a:gd name="connsiteY58" fmla="*/ 1612317 h 4278408"/>
                  <a:gd name="connsiteX59" fmla="*/ 3451457 w 5640555"/>
                  <a:gd name="connsiteY59" fmla="*/ 1736332 h 4278408"/>
                  <a:gd name="connsiteX60" fmla="*/ 3404213 w 5640555"/>
                  <a:gd name="connsiteY60" fmla="*/ 1860347 h 4278408"/>
                  <a:gd name="connsiteX61" fmla="*/ 3351063 w 5640555"/>
                  <a:gd name="connsiteY61" fmla="*/ 1981409 h 4278408"/>
                  <a:gd name="connsiteX62" fmla="*/ 3297914 w 5640555"/>
                  <a:gd name="connsiteY62" fmla="*/ 2093613 h 4278408"/>
                  <a:gd name="connsiteX63" fmla="*/ 3241812 w 5640555"/>
                  <a:gd name="connsiteY63" fmla="*/ 2208769 h 4278408"/>
                  <a:gd name="connsiteX64" fmla="*/ 3179806 w 5640555"/>
                  <a:gd name="connsiteY64" fmla="*/ 2315068 h 4278408"/>
                  <a:gd name="connsiteX65" fmla="*/ 3120751 w 5640555"/>
                  <a:gd name="connsiteY65" fmla="*/ 2418415 h 4278408"/>
                  <a:gd name="connsiteX66" fmla="*/ 3052837 w 5640555"/>
                  <a:gd name="connsiteY66" fmla="*/ 2518807 h 4278408"/>
                  <a:gd name="connsiteX67" fmla="*/ 2987877 w 5640555"/>
                  <a:gd name="connsiteY67" fmla="*/ 2613294 h 4278408"/>
                  <a:gd name="connsiteX68" fmla="*/ 2919965 w 5640555"/>
                  <a:gd name="connsiteY68" fmla="*/ 2707782 h 4278408"/>
                  <a:gd name="connsiteX69" fmla="*/ 2849100 w 5640555"/>
                  <a:gd name="connsiteY69" fmla="*/ 2793409 h 4278408"/>
                  <a:gd name="connsiteX70" fmla="*/ 2778234 w 5640555"/>
                  <a:gd name="connsiteY70" fmla="*/ 2881992 h 4278408"/>
                  <a:gd name="connsiteX71" fmla="*/ 2704415 w 5640555"/>
                  <a:gd name="connsiteY71" fmla="*/ 2964669 h 4278408"/>
                  <a:gd name="connsiteX72" fmla="*/ 2627644 w 5640555"/>
                  <a:gd name="connsiteY72" fmla="*/ 3044393 h 4278408"/>
                  <a:gd name="connsiteX73" fmla="*/ 2550872 w 5640555"/>
                  <a:gd name="connsiteY73" fmla="*/ 3121164 h 4278408"/>
                  <a:gd name="connsiteX74" fmla="*/ 2471150 w 5640555"/>
                  <a:gd name="connsiteY74" fmla="*/ 3194982 h 4278408"/>
                  <a:gd name="connsiteX75" fmla="*/ 2394379 w 5640555"/>
                  <a:gd name="connsiteY75" fmla="*/ 3262895 h 4278408"/>
                  <a:gd name="connsiteX76" fmla="*/ 2311703 w 5640555"/>
                  <a:gd name="connsiteY76" fmla="*/ 3330808 h 4278408"/>
                  <a:gd name="connsiteX77" fmla="*/ 2229026 w 5640555"/>
                  <a:gd name="connsiteY77" fmla="*/ 3395768 h 4278408"/>
                  <a:gd name="connsiteX78" fmla="*/ 2146350 w 5640555"/>
                  <a:gd name="connsiteY78" fmla="*/ 3457776 h 4278408"/>
                  <a:gd name="connsiteX79" fmla="*/ 2063673 w 5640555"/>
                  <a:gd name="connsiteY79" fmla="*/ 3513876 h 4278408"/>
                  <a:gd name="connsiteX80" fmla="*/ 1980996 w 5640555"/>
                  <a:gd name="connsiteY80" fmla="*/ 3569980 h 4278408"/>
                  <a:gd name="connsiteX81" fmla="*/ 1898321 w 5640555"/>
                  <a:gd name="connsiteY81" fmla="*/ 3623129 h 4278408"/>
                  <a:gd name="connsiteX82" fmla="*/ 1812689 w 5640555"/>
                  <a:gd name="connsiteY82" fmla="*/ 3673324 h 4278408"/>
                  <a:gd name="connsiteX83" fmla="*/ 1730014 w 5640555"/>
                  <a:gd name="connsiteY83" fmla="*/ 3723522 h 4278408"/>
                  <a:gd name="connsiteX84" fmla="*/ 1647337 w 5640555"/>
                  <a:gd name="connsiteY84" fmla="*/ 3770765 h 4278408"/>
                  <a:gd name="connsiteX85" fmla="*/ 1558754 w 5640555"/>
                  <a:gd name="connsiteY85" fmla="*/ 3815056 h 4278408"/>
                  <a:gd name="connsiteX86" fmla="*/ 1393401 w 5640555"/>
                  <a:gd name="connsiteY86" fmla="*/ 3894780 h 4278408"/>
                  <a:gd name="connsiteX87" fmla="*/ 1231003 w 5640555"/>
                  <a:gd name="connsiteY87" fmla="*/ 3965646 h 4278408"/>
                  <a:gd name="connsiteX88" fmla="*/ 1065649 w 5640555"/>
                  <a:gd name="connsiteY88" fmla="*/ 4024700 h 4278408"/>
                  <a:gd name="connsiteX89" fmla="*/ 909153 w 5640555"/>
                  <a:gd name="connsiteY89" fmla="*/ 4080802 h 4278408"/>
                  <a:gd name="connsiteX90" fmla="*/ 755612 w 5640555"/>
                  <a:gd name="connsiteY90" fmla="*/ 4128045 h 4278408"/>
                  <a:gd name="connsiteX91" fmla="*/ 610929 w 5640555"/>
                  <a:gd name="connsiteY91" fmla="*/ 4166432 h 4278408"/>
                  <a:gd name="connsiteX92" fmla="*/ 469197 w 5640555"/>
                  <a:gd name="connsiteY92" fmla="*/ 4204817 h 4278408"/>
                  <a:gd name="connsiteX93" fmla="*/ 339277 w 5640555"/>
                  <a:gd name="connsiteY93" fmla="*/ 4231392 h 4278408"/>
                  <a:gd name="connsiteX94" fmla="*/ 221168 w 5640555"/>
                  <a:gd name="connsiteY94" fmla="*/ 4255013 h 4278408"/>
                  <a:gd name="connsiteX95" fmla="*/ 106010 w 5640555"/>
                  <a:gd name="connsiteY95" fmla="*/ 4275681 h 4278408"/>
                  <a:gd name="connsiteX96" fmla="*/ 83516 w 5640555"/>
                  <a:gd name="connsiteY96" fmla="*/ 4278408 h 4278408"/>
                  <a:gd name="connsiteX97" fmla="*/ 0 w 5640555"/>
                  <a:gd name="connsiteY97" fmla="*/ 3859220 h 4278408"/>
                  <a:gd name="connsiteX98" fmla="*/ 32481 w 5640555"/>
                  <a:gd name="connsiteY98" fmla="*/ 3853314 h 4278408"/>
                  <a:gd name="connsiteX99" fmla="*/ 124015 w 5640555"/>
                  <a:gd name="connsiteY99" fmla="*/ 3847409 h 4278408"/>
                  <a:gd name="connsiteX100" fmla="*/ 265746 w 5640555"/>
                  <a:gd name="connsiteY100" fmla="*/ 3832646 h 4278408"/>
                  <a:gd name="connsiteX101" fmla="*/ 357282 w 5640555"/>
                  <a:gd name="connsiteY101" fmla="*/ 3817882 h 4278408"/>
                  <a:gd name="connsiteX102" fmla="*/ 454721 w 5640555"/>
                  <a:gd name="connsiteY102" fmla="*/ 3800165 h 4278408"/>
                  <a:gd name="connsiteX103" fmla="*/ 563973 w 5640555"/>
                  <a:gd name="connsiteY103" fmla="*/ 3782449 h 4278408"/>
                  <a:gd name="connsiteX104" fmla="*/ 679129 w 5640555"/>
                  <a:gd name="connsiteY104" fmla="*/ 3755875 h 4278408"/>
                  <a:gd name="connsiteX105" fmla="*/ 803144 w 5640555"/>
                  <a:gd name="connsiteY105" fmla="*/ 3720442 h 4278408"/>
                  <a:gd name="connsiteX106" fmla="*/ 933063 w 5640555"/>
                  <a:gd name="connsiteY106" fmla="*/ 3685010 h 4278408"/>
                  <a:gd name="connsiteX107" fmla="*/ 1068889 w 5640555"/>
                  <a:gd name="connsiteY107" fmla="*/ 3637767 h 4278408"/>
                  <a:gd name="connsiteX108" fmla="*/ 1210620 w 5640555"/>
                  <a:gd name="connsiteY108" fmla="*/ 3584617 h 4278408"/>
                  <a:gd name="connsiteX109" fmla="*/ 1358257 w 5640555"/>
                  <a:gd name="connsiteY109" fmla="*/ 3525563 h 4278408"/>
                  <a:gd name="connsiteX110" fmla="*/ 1502942 w 5640555"/>
                  <a:gd name="connsiteY110" fmla="*/ 3457649 h 4278408"/>
                  <a:gd name="connsiteX111" fmla="*/ 1653530 w 5640555"/>
                  <a:gd name="connsiteY111" fmla="*/ 3377926 h 4278408"/>
                  <a:gd name="connsiteX112" fmla="*/ 1730302 w 5640555"/>
                  <a:gd name="connsiteY112" fmla="*/ 3336587 h 4278408"/>
                  <a:gd name="connsiteX113" fmla="*/ 1807072 w 5640555"/>
                  <a:gd name="connsiteY113" fmla="*/ 3292296 h 4278408"/>
                  <a:gd name="connsiteX114" fmla="*/ 1880892 w 5640555"/>
                  <a:gd name="connsiteY114" fmla="*/ 3245051 h 4278408"/>
                  <a:gd name="connsiteX115" fmla="*/ 1957663 w 5640555"/>
                  <a:gd name="connsiteY115" fmla="*/ 3197808 h 4278408"/>
                  <a:gd name="connsiteX116" fmla="*/ 2034434 w 5640555"/>
                  <a:gd name="connsiteY116" fmla="*/ 3144659 h 4278408"/>
                  <a:gd name="connsiteX117" fmla="*/ 2108252 w 5640555"/>
                  <a:gd name="connsiteY117" fmla="*/ 3088557 h 4278408"/>
                  <a:gd name="connsiteX118" fmla="*/ 2185022 w 5640555"/>
                  <a:gd name="connsiteY118" fmla="*/ 3032455 h 4278408"/>
                  <a:gd name="connsiteX119" fmla="*/ 2255888 w 5640555"/>
                  <a:gd name="connsiteY119" fmla="*/ 2970449 h 4278408"/>
                  <a:gd name="connsiteX120" fmla="*/ 2329707 w 5640555"/>
                  <a:gd name="connsiteY120" fmla="*/ 2908440 h 4278408"/>
                  <a:gd name="connsiteX121" fmla="*/ 2403525 w 5640555"/>
                  <a:gd name="connsiteY121" fmla="*/ 2840528 h 4278408"/>
                  <a:gd name="connsiteX122" fmla="*/ 2477344 w 5640555"/>
                  <a:gd name="connsiteY122" fmla="*/ 2772615 h 4278408"/>
                  <a:gd name="connsiteX123" fmla="*/ 2548210 w 5640555"/>
                  <a:gd name="connsiteY123" fmla="*/ 2701750 h 4278408"/>
                  <a:gd name="connsiteX124" fmla="*/ 2616121 w 5640555"/>
                  <a:gd name="connsiteY124" fmla="*/ 2624979 h 4278408"/>
                  <a:gd name="connsiteX125" fmla="*/ 2686987 w 5640555"/>
                  <a:gd name="connsiteY125" fmla="*/ 2545255 h 4278408"/>
                  <a:gd name="connsiteX126" fmla="*/ 2754901 w 5640555"/>
                  <a:gd name="connsiteY126" fmla="*/ 2465530 h 4278408"/>
                  <a:gd name="connsiteX127" fmla="*/ 2819860 w 5640555"/>
                  <a:gd name="connsiteY127" fmla="*/ 2376949 h 4278408"/>
                  <a:gd name="connsiteX128" fmla="*/ 2887773 w 5640555"/>
                  <a:gd name="connsiteY128" fmla="*/ 2291321 h 4278408"/>
                  <a:gd name="connsiteX129" fmla="*/ 2949781 w 5640555"/>
                  <a:gd name="connsiteY129" fmla="*/ 2196833 h 4278408"/>
                  <a:gd name="connsiteX130" fmla="*/ 3011788 w 5640555"/>
                  <a:gd name="connsiteY130" fmla="*/ 2102346 h 4278408"/>
                  <a:gd name="connsiteX131" fmla="*/ 3070842 w 5640555"/>
                  <a:gd name="connsiteY131" fmla="*/ 2004905 h 4278408"/>
                  <a:gd name="connsiteX132" fmla="*/ 3126944 w 5640555"/>
                  <a:gd name="connsiteY132" fmla="*/ 1901560 h 4278408"/>
                  <a:gd name="connsiteX133" fmla="*/ 3183045 w 5640555"/>
                  <a:gd name="connsiteY133" fmla="*/ 1795262 h 4278408"/>
                  <a:gd name="connsiteX134" fmla="*/ 3236195 w 5640555"/>
                  <a:gd name="connsiteY134" fmla="*/ 1680104 h 4278408"/>
                  <a:gd name="connsiteX135" fmla="*/ 3286393 w 5640555"/>
                  <a:gd name="connsiteY135" fmla="*/ 1567900 h 4278408"/>
                  <a:gd name="connsiteX136" fmla="*/ 3336587 w 5640555"/>
                  <a:gd name="connsiteY136" fmla="*/ 1449791 h 4278408"/>
                  <a:gd name="connsiteX137" fmla="*/ 3383832 w 5640555"/>
                  <a:gd name="connsiteY137" fmla="*/ 1328729 h 4278408"/>
                  <a:gd name="connsiteX138" fmla="*/ 3428123 w 5640555"/>
                  <a:gd name="connsiteY138" fmla="*/ 1201761 h 4278408"/>
                  <a:gd name="connsiteX139" fmla="*/ 3466508 w 5640555"/>
                  <a:gd name="connsiteY139" fmla="*/ 1071841 h 4278408"/>
                  <a:gd name="connsiteX140" fmla="*/ 3504894 w 5640555"/>
                  <a:gd name="connsiteY140" fmla="*/ 933064 h 4278408"/>
                  <a:gd name="connsiteX141" fmla="*/ 3540327 w 5640555"/>
                  <a:gd name="connsiteY141" fmla="*/ 794284 h 4278408"/>
                  <a:gd name="connsiteX142" fmla="*/ 3558043 w 5640555"/>
                  <a:gd name="connsiteY142" fmla="*/ 726372 h 4278408"/>
                  <a:gd name="connsiteX143" fmla="*/ 3584617 w 5640555"/>
                  <a:gd name="connsiteY143" fmla="*/ 643696 h 4278408"/>
                  <a:gd name="connsiteX144" fmla="*/ 3617098 w 5640555"/>
                  <a:gd name="connsiteY144" fmla="*/ 552161 h 4278408"/>
                  <a:gd name="connsiteX145" fmla="*/ 3661388 w 5640555"/>
                  <a:gd name="connsiteY145" fmla="*/ 454721 h 4278408"/>
                  <a:gd name="connsiteX146" fmla="*/ 3687964 w 5640555"/>
                  <a:gd name="connsiteY146" fmla="*/ 404524 h 4278408"/>
                  <a:gd name="connsiteX147" fmla="*/ 3714537 w 5640555"/>
                  <a:gd name="connsiteY147" fmla="*/ 357280 h 4278408"/>
                  <a:gd name="connsiteX148" fmla="*/ 3744065 w 5640555"/>
                  <a:gd name="connsiteY148" fmla="*/ 307084 h 4278408"/>
                  <a:gd name="connsiteX149" fmla="*/ 3776546 w 5640555"/>
                  <a:gd name="connsiteY149" fmla="*/ 259841 h 4278408"/>
                  <a:gd name="connsiteX150" fmla="*/ 3809024 w 5640555"/>
                  <a:gd name="connsiteY150" fmla="*/ 218502 h 4278408"/>
                  <a:gd name="connsiteX151" fmla="*/ 3850363 w 5640555"/>
                  <a:gd name="connsiteY151" fmla="*/ 177164 h 4278408"/>
                  <a:gd name="connsiteX152" fmla="*/ 3891701 w 5640555"/>
                  <a:gd name="connsiteY152" fmla="*/ 138777 h 4278408"/>
                  <a:gd name="connsiteX153" fmla="*/ 3933039 w 5640555"/>
                  <a:gd name="connsiteY153" fmla="*/ 100393 h 4278408"/>
                  <a:gd name="connsiteX154" fmla="*/ 3977331 w 5640555"/>
                  <a:gd name="connsiteY154" fmla="*/ 70866 h 4278408"/>
                  <a:gd name="connsiteX155" fmla="*/ 4027527 w 5640555"/>
                  <a:gd name="connsiteY155" fmla="*/ 47244 h 4278408"/>
                  <a:gd name="connsiteX156" fmla="*/ 4077724 w 5640555"/>
                  <a:gd name="connsiteY156" fmla="*/ 23622 h 4278408"/>
                  <a:gd name="connsiteX157" fmla="*/ 4130874 w 5640555"/>
                  <a:gd name="connsiteY157" fmla="*/ 11811 h 4278408"/>
                  <a:gd name="connsiteX158" fmla="*/ 4186974 w 5640555"/>
                  <a:gd name="connsiteY158" fmla="*/ 5906 h 4278408"/>
                  <a:gd name="connsiteX159" fmla="*/ 4246029 w 5640555"/>
                  <a:gd name="connsiteY159" fmla="*/ 0 h 427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5640555" h="4278408">
                    <a:moveTo>
                      <a:pt x="4246029" y="0"/>
                    </a:moveTo>
                    <a:lnTo>
                      <a:pt x="4310989" y="8857"/>
                    </a:lnTo>
                    <a:lnTo>
                      <a:pt x="4375949" y="23622"/>
                    </a:lnTo>
                    <a:lnTo>
                      <a:pt x="4446815" y="47244"/>
                    </a:lnTo>
                    <a:lnTo>
                      <a:pt x="4520635" y="79723"/>
                    </a:lnTo>
                    <a:lnTo>
                      <a:pt x="4597405" y="124015"/>
                    </a:lnTo>
                    <a:lnTo>
                      <a:pt x="4674177" y="177164"/>
                    </a:lnTo>
                    <a:lnTo>
                      <a:pt x="4756854" y="242124"/>
                    </a:lnTo>
                    <a:lnTo>
                      <a:pt x="4842482" y="315941"/>
                    </a:lnTo>
                    <a:lnTo>
                      <a:pt x="4934017" y="404524"/>
                    </a:lnTo>
                    <a:lnTo>
                      <a:pt x="5028504" y="504916"/>
                    </a:lnTo>
                    <a:lnTo>
                      <a:pt x="5131848" y="626348"/>
                    </a:lnTo>
                    <a:lnTo>
                      <a:pt x="5131263" y="632975"/>
                    </a:lnTo>
                    <a:lnTo>
                      <a:pt x="5170541" y="674709"/>
                    </a:lnTo>
                    <a:lnTo>
                      <a:pt x="5272472" y="794479"/>
                    </a:lnTo>
                    <a:lnTo>
                      <a:pt x="5343823" y="878571"/>
                    </a:lnTo>
                    <a:lnTo>
                      <a:pt x="5524620" y="905541"/>
                    </a:lnTo>
                    <a:lnTo>
                      <a:pt x="5611815" y="1023629"/>
                    </a:lnTo>
                    <a:lnTo>
                      <a:pt x="5640555" y="1090292"/>
                    </a:lnTo>
                    <a:lnTo>
                      <a:pt x="5626940" y="1120406"/>
                    </a:lnTo>
                    <a:lnTo>
                      <a:pt x="5501373" y="1163468"/>
                    </a:lnTo>
                    <a:lnTo>
                      <a:pt x="5452954" y="1132889"/>
                    </a:lnTo>
                    <a:lnTo>
                      <a:pt x="5407086" y="1097213"/>
                    </a:lnTo>
                    <a:lnTo>
                      <a:pt x="5320445" y="1036054"/>
                    </a:lnTo>
                    <a:lnTo>
                      <a:pt x="5251642" y="974895"/>
                    </a:lnTo>
                    <a:lnTo>
                      <a:pt x="5198128" y="926478"/>
                    </a:lnTo>
                    <a:lnTo>
                      <a:pt x="5152258" y="880609"/>
                    </a:lnTo>
                    <a:lnTo>
                      <a:pt x="5063069" y="796516"/>
                    </a:lnTo>
                    <a:lnTo>
                      <a:pt x="4981525" y="727712"/>
                    </a:lnTo>
                    <a:lnTo>
                      <a:pt x="4899980" y="664006"/>
                    </a:lnTo>
                    <a:lnTo>
                      <a:pt x="4826079" y="613041"/>
                    </a:lnTo>
                    <a:lnTo>
                      <a:pt x="4754728" y="569719"/>
                    </a:lnTo>
                    <a:lnTo>
                      <a:pt x="4685926" y="534043"/>
                    </a:lnTo>
                    <a:lnTo>
                      <a:pt x="4622218" y="508561"/>
                    </a:lnTo>
                    <a:lnTo>
                      <a:pt x="4558511" y="488175"/>
                    </a:lnTo>
                    <a:lnTo>
                      <a:pt x="4499900" y="477981"/>
                    </a:lnTo>
                    <a:lnTo>
                      <a:pt x="4446388" y="470338"/>
                    </a:lnTo>
                    <a:lnTo>
                      <a:pt x="4284127" y="440084"/>
                    </a:lnTo>
                    <a:lnTo>
                      <a:pt x="4225073" y="440084"/>
                    </a:lnTo>
                    <a:lnTo>
                      <a:pt x="4166018" y="451895"/>
                    </a:lnTo>
                    <a:lnTo>
                      <a:pt x="4112869" y="463705"/>
                    </a:lnTo>
                    <a:lnTo>
                      <a:pt x="4062672" y="484373"/>
                    </a:lnTo>
                    <a:lnTo>
                      <a:pt x="4018382" y="507995"/>
                    </a:lnTo>
                    <a:lnTo>
                      <a:pt x="3974090" y="537523"/>
                    </a:lnTo>
                    <a:lnTo>
                      <a:pt x="3929800" y="570003"/>
                    </a:lnTo>
                    <a:lnTo>
                      <a:pt x="3894367" y="608388"/>
                    </a:lnTo>
                    <a:lnTo>
                      <a:pt x="3861885" y="646775"/>
                    </a:lnTo>
                    <a:lnTo>
                      <a:pt x="3826453" y="691065"/>
                    </a:lnTo>
                    <a:lnTo>
                      <a:pt x="3796926" y="735357"/>
                    </a:lnTo>
                    <a:lnTo>
                      <a:pt x="3770351" y="779646"/>
                    </a:lnTo>
                    <a:lnTo>
                      <a:pt x="3743776" y="826891"/>
                    </a:lnTo>
                    <a:lnTo>
                      <a:pt x="3723109" y="874134"/>
                    </a:lnTo>
                    <a:lnTo>
                      <a:pt x="3684722" y="968621"/>
                    </a:lnTo>
                    <a:lnTo>
                      <a:pt x="3655194" y="1057204"/>
                    </a:lnTo>
                    <a:lnTo>
                      <a:pt x="3631573" y="1136928"/>
                    </a:lnTo>
                    <a:lnTo>
                      <a:pt x="3613856" y="1207794"/>
                    </a:lnTo>
                    <a:lnTo>
                      <a:pt x="3578424" y="1346572"/>
                    </a:lnTo>
                    <a:lnTo>
                      <a:pt x="3537085" y="1482397"/>
                    </a:lnTo>
                    <a:lnTo>
                      <a:pt x="3495747" y="1612317"/>
                    </a:lnTo>
                    <a:lnTo>
                      <a:pt x="3451457" y="1736332"/>
                    </a:lnTo>
                    <a:lnTo>
                      <a:pt x="3404213" y="1860347"/>
                    </a:lnTo>
                    <a:lnTo>
                      <a:pt x="3351063" y="1981409"/>
                    </a:lnTo>
                    <a:lnTo>
                      <a:pt x="3297914" y="2093613"/>
                    </a:lnTo>
                    <a:lnTo>
                      <a:pt x="3241812" y="2208769"/>
                    </a:lnTo>
                    <a:lnTo>
                      <a:pt x="3179806" y="2315068"/>
                    </a:lnTo>
                    <a:lnTo>
                      <a:pt x="3120751" y="2418415"/>
                    </a:lnTo>
                    <a:lnTo>
                      <a:pt x="3052837" y="2518807"/>
                    </a:lnTo>
                    <a:lnTo>
                      <a:pt x="2987877" y="2613294"/>
                    </a:lnTo>
                    <a:lnTo>
                      <a:pt x="2919965" y="2707782"/>
                    </a:lnTo>
                    <a:lnTo>
                      <a:pt x="2849100" y="2793409"/>
                    </a:lnTo>
                    <a:lnTo>
                      <a:pt x="2778234" y="2881992"/>
                    </a:lnTo>
                    <a:lnTo>
                      <a:pt x="2704415" y="2964669"/>
                    </a:lnTo>
                    <a:lnTo>
                      <a:pt x="2627644" y="3044393"/>
                    </a:lnTo>
                    <a:lnTo>
                      <a:pt x="2550872" y="3121164"/>
                    </a:lnTo>
                    <a:lnTo>
                      <a:pt x="2471150" y="3194982"/>
                    </a:lnTo>
                    <a:lnTo>
                      <a:pt x="2394379" y="3262895"/>
                    </a:lnTo>
                    <a:lnTo>
                      <a:pt x="2311703" y="3330808"/>
                    </a:lnTo>
                    <a:lnTo>
                      <a:pt x="2229026" y="3395768"/>
                    </a:lnTo>
                    <a:lnTo>
                      <a:pt x="2146350" y="3457776"/>
                    </a:lnTo>
                    <a:lnTo>
                      <a:pt x="2063673" y="3513876"/>
                    </a:lnTo>
                    <a:lnTo>
                      <a:pt x="1980996" y="3569980"/>
                    </a:lnTo>
                    <a:lnTo>
                      <a:pt x="1898321" y="3623129"/>
                    </a:lnTo>
                    <a:lnTo>
                      <a:pt x="1812689" y="3673324"/>
                    </a:lnTo>
                    <a:lnTo>
                      <a:pt x="1730014" y="3723522"/>
                    </a:lnTo>
                    <a:lnTo>
                      <a:pt x="1647337" y="3770765"/>
                    </a:lnTo>
                    <a:lnTo>
                      <a:pt x="1558754" y="3815056"/>
                    </a:lnTo>
                    <a:lnTo>
                      <a:pt x="1393401" y="3894780"/>
                    </a:lnTo>
                    <a:lnTo>
                      <a:pt x="1231003" y="3965646"/>
                    </a:lnTo>
                    <a:lnTo>
                      <a:pt x="1065649" y="4024700"/>
                    </a:lnTo>
                    <a:lnTo>
                      <a:pt x="909153" y="4080802"/>
                    </a:lnTo>
                    <a:lnTo>
                      <a:pt x="755612" y="4128045"/>
                    </a:lnTo>
                    <a:lnTo>
                      <a:pt x="610929" y="4166432"/>
                    </a:lnTo>
                    <a:lnTo>
                      <a:pt x="469197" y="4204817"/>
                    </a:lnTo>
                    <a:lnTo>
                      <a:pt x="339277" y="4231392"/>
                    </a:lnTo>
                    <a:lnTo>
                      <a:pt x="221168" y="4255013"/>
                    </a:lnTo>
                    <a:lnTo>
                      <a:pt x="106010" y="4275681"/>
                    </a:lnTo>
                    <a:lnTo>
                      <a:pt x="83516" y="4278408"/>
                    </a:lnTo>
                    <a:lnTo>
                      <a:pt x="0" y="3859220"/>
                    </a:lnTo>
                    <a:lnTo>
                      <a:pt x="32481" y="3853314"/>
                    </a:lnTo>
                    <a:lnTo>
                      <a:pt x="124015" y="3847409"/>
                    </a:lnTo>
                    <a:lnTo>
                      <a:pt x="265746" y="3832646"/>
                    </a:lnTo>
                    <a:lnTo>
                      <a:pt x="357282" y="3817882"/>
                    </a:lnTo>
                    <a:lnTo>
                      <a:pt x="454721" y="3800165"/>
                    </a:lnTo>
                    <a:lnTo>
                      <a:pt x="563973" y="3782449"/>
                    </a:lnTo>
                    <a:lnTo>
                      <a:pt x="679129" y="3755875"/>
                    </a:lnTo>
                    <a:lnTo>
                      <a:pt x="803144" y="3720442"/>
                    </a:lnTo>
                    <a:lnTo>
                      <a:pt x="933063" y="3685010"/>
                    </a:lnTo>
                    <a:lnTo>
                      <a:pt x="1068889" y="3637767"/>
                    </a:lnTo>
                    <a:lnTo>
                      <a:pt x="1210620" y="3584617"/>
                    </a:lnTo>
                    <a:lnTo>
                      <a:pt x="1358257" y="3525563"/>
                    </a:lnTo>
                    <a:lnTo>
                      <a:pt x="1502942" y="3457649"/>
                    </a:lnTo>
                    <a:lnTo>
                      <a:pt x="1653530" y="3377926"/>
                    </a:lnTo>
                    <a:lnTo>
                      <a:pt x="1730302" y="3336587"/>
                    </a:lnTo>
                    <a:lnTo>
                      <a:pt x="1807072" y="3292296"/>
                    </a:lnTo>
                    <a:lnTo>
                      <a:pt x="1880892" y="3245051"/>
                    </a:lnTo>
                    <a:lnTo>
                      <a:pt x="1957663" y="3197808"/>
                    </a:lnTo>
                    <a:lnTo>
                      <a:pt x="2034434" y="3144659"/>
                    </a:lnTo>
                    <a:lnTo>
                      <a:pt x="2108252" y="3088557"/>
                    </a:lnTo>
                    <a:lnTo>
                      <a:pt x="2185022" y="3032455"/>
                    </a:lnTo>
                    <a:lnTo>
                      <a:pt x="2255888" y="2970449"/>
                    </a:lnTo>
                    <a:lnTo>
                      <a:pt x="2329707" y="2908440"/>
                    </a:lnTo>
                    <a:lnTo>
                      <a:pt x="2403525" y="2840528"/>
                    </a:lnTo>
                    <a:lnTo>
                      <a:pt x="2477344" y="2772615"/>
                    </a:lnTo>
                    <a:lnTo>
                      <a:pt x="2548210" y="2701750"/>
                    </a:lnTo>
                    <a:lnTo>
                      <a:pt x="2616121" y="2624979"/>
                    </a:lnTo>
                    <a:lnTo>
                      <a:pt x="2686987" y="2545255"/>
                    </a:lnTo>
                    <a:lnTo>
                      <a:pt x="2754901" y="2465530"/>
                    </a:lnTo>
                    <a:lnTo>
                      <a:pt x="2819860" y="2376949"/>
                    </a:lnTo>
                    <a:lnTo>
                      <a:pt x="2887773" y="2291321"/>
                    </a:lnTo>
                    <a:lnTo>
                      <a:pt x="2949781" y="2196833"/>
                    </a:lnTo>
                    <a:lnTo>
                      <a:pt x="3011788" y="2102346"/>
                    </a:lnTo>
                    <a:lnTo>
                      <a:pt x="3070842" y="2004905"/>
                    </a:lnTo>
                    <a:lnTo>
                      <a:pt x="3126944" y="1901560"/>
                    </a:lnTo>
                    <a:lnTo>
                      <a:pt x="3183045" y="1795262"/>
                    </a:lnTo>
                    <a:lnTo>
                      <a:pt x="3236195" y="1680104"/>
                    </a:lnTo>
                    <a:lnTo>
                      <a:pt x="3286393" y="1567900"/>
                    </a:lnTo>
                    <a:lnTo>
                      <a:pt x="3336587" y="1449791"/>
                    </a:lnTo>
                    <a:lnTo>
                      <a:pt x="3383832" y="1328729"/>
                    </a:lnTo>
                    <a:lnTo>
                      <a:pt x="3428123" y="1201761"/>
                    </a:lnTo>
                    <a:lnTo>
                      <a:pt x="3466508" y="1071841"/>
                    </a:lnTo>
                    <a:lnTo>
                      <a:pt x="3504894" y="933064"/>
                    </a:lnTo>
                    <a:lnTo>
                      <a:pt x="3540327" y="794284"/>
                    </a:lnTo>
                    <a:lnTo>
                      <a:pt x="3558043" y="726372"/>
                    </a:lnTo>
                    <a:lnTo>
                      <a:pt x="3584617" y="643696"/>
                    </a:lnTo>
                    <a:lnTo>
                      <a:pt x="3617098" y="552161"/>
                    </a:lnTo>
                    <a:lnTo>
                      <a:pt x="3661388" y="454721"/>
                    </a:lnTo>
                    <a:lnTo>
                      <a:pt x="3687964" y="404524"/>
                    </a:lnTo>
                    <a:lnTo>
                      <a:pt x="3714537" y="357280"/>
                    </a:lnTo>
                    <a:lnTo>
                      <a:pt x="3744065" y="307084"/>
                    </a:lnTo>
                    <a:lnTo>
                      <a:pt x="3776546" y="259841"/>
                    </a:lnTo>
                    <a:lnTo>
                      <a:pt x="3809024" y="218502"/>
                    </a:lnTo>
                    <a:lnTo>
                      <a:pt x="3850363" y="177164"/>
                    </a:lnTo>
                    <a:lnTo>
                      <a:pt x="3891701" y="138777"/>
                    </a:lnTo>
                    <a:lnTo>
                      <a:pt x="3933039" y="100393"/>
                    </a:lnTo>
                    <a:lnTo>
                      <a:pt x="3977331" y="70866"/>
                    </a:lnTo>
                    <a:lnTo>
                      <a:pt x="4027527" y="47244"/>
                    </a:lnTo>
                    <a:lnTo>
                      <a:pt x="4077724" y="23622"/>
                    </a:lnTo>
                    <a:lnTo>
                      <a:pt x="4130874" y="11811"/>
                    </a:lnTo>
                    <a:lnTo>
                      <a:pt x="4186974" y="5906"/>
                    </a:lnTo>
                    <a:lnTo>
                      <a:pt x="4246029" y="0"/>
                    </a:lnTo>
                    <a:close/>
                  </a:path>
                </a:pathLst>
              </a:custGeom>
              <a:solidFill>
                <a:srgbClr val="891725"/>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dirty="0">
                  <a:solidFill>
                    <a:prstClr val="black"/>
                  </a:solidFill>
                  <a:latin typeface="Montserrat Light"/>
                </a:endParaRPr>
              </a:p>
            </p:txBody>
          </p:sp>
          <p:sp>
            <p:nvSpPr>
              <p:cNvPr id="13" name="Freeform 12"/>
              <p:cNvSpPr>
                <a:spLocks/>
              </p:cNvSpPr>
              <p:nvPr/>
            </p:nvSpPr>
            <p:spPr bwMode="auto">
              <a:xfrm>
                <a:off x="7248298" y="2200276"/>
                <a:ext cx="944563" cy="2295525"/>
              </a:xfrm>
              <a:custGeom>
                <a:avLst/>
                <a:gdLst>
                  <a:gd name="T0" fmla="*/ 593 w 595"/>
                  <a:gd name="T1" fmla="*/ 81 h 1446"/>
                  <a:gd name="T2" fmla="*/ 589 w 595"/>
                  <a:gd name="T3" fmla="*/ 81 h 1446"/>
                  <a:gd name="T4" fmla="*/ 562 w 595"/>
                  <a:gd name="T5" fmla="*/ 85 h 1446"/>
                  <a:gd name="T6" fmla="*/ 541 w 595"/>
                  <a:gd name="T7" fmla="*/ 90 h 1446"/>
                  <a:gd name="T8" fmla="*/ 515 w 595"/>
                  <a:gd name="T9" fmla="*/ 99 h 1446"/>
                  <a:gd name="T10" fmla="*/ 485 w 595"/>
                  <a:gd name="T11" fmla="*/ 116 h 1446"/>
                  <a:gd name="T12" fmla="*/ 455 w 595"/>
                  <a:gd name="T13" fmla="*/ 139 h 1446"/>
                  <a:gd name="T14" fmla="*/ 421 w 595"/>
                  <a:gd name="T15" fmla="*/ 170 h 1446"/>
                  <a:gd name="T16" fmla="*/ 387 w 595"/>
                  <a:gd name="T17" fmla="*/ 212 h 1446"/>
                  <a:gd name="T18" fmla="*/ 355 w 595"/>
                  <a:gd name="T19" fmla="*/ 264 h 1446"/>
                  <a:gd name="T20" fmla="*/ 322 w 595"/>
                  <a:gd name="T21" fmla="*/ 330 h 1446"/>
                  <a:gd name="T22" fmla="*/ 291 w 595"/>
                  <a:gd name="T23" fmla="*/ 407 h 1446"/>
                  <a:gd name="T24" fmla="*/ 264 w 595"/>
                  <a:gd name="T25" fmla="*/ 501 h 1446"/>
                  <a:gd name="T26" fmla="*/ 240 w 595"/>
                  <a:gd name="T27" fmla="*/ 612 h 1446"/>
                  <a:gd name="T28" fmla="*/ 221 w 595"/>
                  <a:gd name="T29" fmla="*/ 739 h 1446"/>
                  <a:gd name="T30" fmla="*/ 208 w 595"/>
                  <a:gd name="T31" fmla="*/ 886 h 1446"/>
                  <a:gd name="T32" fmla="*/ 205 w 595"/>
                  <a:gd name="T33" fmla="*/ 909 h 1446"/>
                  <a:gd name="T34" fmla="*/ 193 w 595"/>
                  <a:gd name="T35" fmla="*/ 1005 h 1446"/>
                  <a:gd name="T36" fmla="*/ 177 w 595"/>
                  <a:gd name="T37" fmla="*/ 1096 h 1446"/>
                  <a:gd name="T38" fmla="*/ 155 w 595"/>
                  <a:gd name="T39" fmla="*/ 1195 h 1446"/>
                  <a:gd name="T40" fmla="*/ 131 w 595"/>
                  <a:gd name="T41" fmla="*/ 1269 h 1446"/>
                  <a:gd name="T42" fmla="*/ 113 w 595"/>
                  <a:gd name="T43" fmla="*/ 1314 h 1446"/>
                  <a:gd name="T44" fmla="*/ 93 w 595"/>
                  <a:gd name="T45" fmla="*/ 1356 h 1446"/>
                  <a:gd name="T46" fmla="*/ 70 w 595"/>
                  <a:gd name="T47" fmla="*/ 1391 h 1446"/>
                  <a:gd name="T48" fmla="*/ 44 w 595"/>
                  <a:gd name="T49" fmla="*/ 1419 h 1446"/>
                  <a:gd name="T50" fmla="*/ 16 w 595"/>
                  <a:gd name="T51" fmla="*/ 1439 h 1446"/>
                  <a:gd name="T52" fmla="*/ 0 w 595"/>
                  <a:gd name="T53" fmla="*/ 1446 h 1446"/>
                  <a:gd name="T54" fmla="*/ 9 w 595"/>
                  <a:gd name="T55" fmla="*/ 1443 h 1446"/>
                  <a:gd name="T56" fmla="*/ 24 w 595"/>
                  <a:gd name="T57" fmla="*/ 1431 h 1446"/>
                  <a:gd name="T58" fmla="*/ 43 w 595"/>
                  <a:gd name="T59" fmla="*/ 1403 h 1446"/>
                  <a:gd name="T60" fmla="*/ 68 w 595"/>
                  <a:gd name="T61" fmla="*/ 1351 h 1446"/>
                  <a:gd name="T62" fmla="*/ 94 w 595"/>
                  <a:gd name="T63" fmla="*/ 1271 h 1446"/>
                  <a:gd name="T64" fmla="*/ 123 w 595"/>
                  <a:gd name="T65" fmla="*/ 1154 h 1446"/>
                  <a:gd name="T66" fmla="*/ 151 w 595"/>
                  <a:gd name="T67" fmla="*/ 993 h 1446"/>
                  <a:gd name="T68" fmla="*/ 166 w 595"/>
                  <a:gd name="T69" fmla="*/ 895 h 1446"/>
                  <a:gd name="T70" fmla="*/ 183 w 595"/>
                  <a:gd name="T71" fmla="*/ 729 h 1446"/>
                  <a:gd name="T72" fmla="*/ 202 w 595"/>
                  <a:gd name="T73" fmla="*/ 579 h 1446"/>
                  <a:gd name="T74" fmla="*/ 218 w 595"/>
                  <a:gd name="T75" fmla="*/ 481 h 1446"/>
                  <a:gd name="T76" fmla="*/ 235 w 595"/>
                  <a:gd name="T77" fmla="*/ 395 h 1446"/>
                  <a:gd name="T78" fmla="*/ 250 w 595"/>
                  <a:gd name="T79" fmla="*/ 348 h 1446"/>
                  <a:gd name="T80" fmla="*/ 260 w 595"/>
                  <a:gd name="T81" fmla="*/ 325 h 1446"/>
                  <a:gd name="T82" fmla="*/ 264 w 595"/>
                  <a:gd name="T83" fmla="*/ 318 h 1446"/>
                  <a:gd name="T84" fmla="*/ 271 w 595"/>
                  <a:gd name="T85" fmla="*/ 296 h 1446"/>
                  <a:gd name="T86" fmla="*/ 283 w 595"/>
                  <a:gd name="T87" fmla="*/ 260 h 1446"/>
                  <a:gd name="T88" fmla="*/ 307 w 595"/>
                  <a:gd name="T89" fmla="*/ 213 h 1446"/>
                  <a:gd name="T90" fmla="*/ 343 w 595"/>
                  <a:gd name="T91" fmla="*/ 161 h 1446"/>
                  <a:gd name="T92" fmla="*/ 366 w 595"/>
                  <a:gd name="T93" fmla="*/ 134 h 1446"/>
                  <a:gd name="T94" fmla="*/ 393 w 595"/>
                  <a:gd name="T95" fmla="*/ 107 h 1446"/>
                  <a:gd name="T96" fmla="*/ 423 w 595"/>
                  <a:gd name="T97" fmla="*/ 82 h 1446"/>
                  <a:gd name="T98" fmla="*/ 460 w 595"/>
                  <a:gd name="T99" fmla="*/ 57 h 1446"/>
                  <a:gd name="T100" fmla="*/ 499 w 595"/>
                  <a:gd name="T101" fmla="*/ 36 h 1446"/>
                  <a:gd name="T102" fmla="*/ 544 w 595"/>
                  <a:gd name="T103" fmla="*/ 16 h 1446"/>
                  <a:gd name="T104" fmla="*/ 595 w 595"/>
                  <a:gd name="T105" fmla="*/ 0 h 1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5" h="1446">
                    <a:moveTo>
                      <a:pt x="595" y="0"/>
                    </a:moveTo>
                    <a:lnTo>
                      <a:pt x="593" y="81"/>
                    </a:lnTo>
                    <a:lnTo>
                      <a:pt x="593" y="81"/>
                    </a:lnTo>
                    <a:lnTo>
                      <a:pt x="589" y="81"/>
                    </a:lnTo>
                    <a:lnTo>
                      <a:pt x="579" y="82"/>
                    </a:lnTo>
                    <a:lnTo>
                      <a:pt x="562" y="85"/>
                    </a:lnTo>
                    <a:lnTo>
                      <a:pt x="552" y="87"/>
                    </a:lnTo>
                    <a:lnTo>
                      <a:pt x="541" y="90"/>
                    </a:lnTo>
                    <a:lnTo>
                      <a:pt x="528" y="94"/>
                    </a:lnTo>
                    <a:lnTo>
                      <a:pt x="515" y="99"/>
                    </a:lnTo>
                    <a:lnTo>
                      <a:pt x="501" y="107"/>
                    </a:lnTo>
                    <a:lnTo>
                      <a:pt x="485" y="116"/>
                    </a:lnTo>
                    <a:lnTo>
                      <a:pt x="471" y="126"/>
                    </a:lnTo>
                    <a:lnTo>
                      <a:pt x="455" y="139"/>
                    </a:lnTo>
                    <a:lnTo>
                      <a:pt x="438" y="153"/>
                    </a:lnTo>
                    <a:lnTo>
                      <a:pt x="421" y="170"/>
                    </a:lnTo>
                    <a:lnTo>
                      <a:pt x="404" y="190"/>
                    </a:lnTo>
                    <a:lnTo>
                      <a:pt x="387" y="212"/>
                    </a:lnTo>
                    <a:lnTo>
                      <a:pt x="371" y="236"/>
                    </a:lnTo>
                    <a:lnTo>
                      <a:pt x="355" y="264"/>
                    </a:lnTo>
                    <a:lnTo>
                      <a:pt x="338" y="295"/>
                    </a:lnTo>
                    <a:lnTo>
                      <a:pt x="322" y="330"/>
                    </a:lnTo>
                    <a:lnTo>
                      <a:pt x="306" y="367"/>
                    </a:lnTo>
                    <a:lnTo>
                      <a:pt x="291" y="407"/>
                    </a:lnTo>
                    <a:lnTo>
                      <a:pt x="278" y="453"/>
                    </a:lnTo>
                    <a:lnTo>
                      <a:pt x="264" y="501"/>
                    </a:lnTo>
                    <a:lnTo>
                      <a:pt x="252" y="554"/>
                    </a:lnTo>
                    <a:lnTo>
                      <a:pt x="240" y="612"/>
                    </a:lnTo>
                    <a:lnTo>
                      <a:pt x="230" y="673"/>
                    </a:lnTo>
                    <a:lnTo>
                      <a:pt x="221" y="739"/>
                    </a:lnTo>
                    <a:lnTo>
                      <a:pt x="213" y="810"/>
                    </a:lnTo>
                    <a:lnTo>
                      <a:pt x="208" y="886"/>
                    </a:lnTo>
                    <a:lnTo>
                      <a:pt x="208" y="886"/>
                    </a:lnTo>
                    <a:lnTo>
                      <a:pt x="205" y="909"/>
                    </a:lnTo>
                    <a:lnTo>
                      <a:pt x="199" y="966"/>
                    </a:lnTo>
                    <a:lnTo>
                      <a:pt x="193" y="1005"/>
                    </a:lnTo>
                    <a:lnTo>
                      <a:pt x="186" y="1049"/>
                    </a:lnTo>
                    <a:lnTo>
                      <a:pt x="177" y="1096"/>
                    </a:lnTo>
                    <a:lnTo>
                      <a:pt x="167" y="1146"/>
                    </a:lnTo>
                    <a:lnTo>
                      <a:pt x="155" y="1195"/>
                    </a:lnTo>
                    <a:lnTo>
                      <a:pt x="140" y="1245"/>
                    </a:lnTo>
                    <a:lnTo>
                      <a:pt x="131" y="1269"/>
                    </a:lnTo>
                    <a:lnTo>
                      <a:pt x="123" y="1291"/>
                    </a:lnTo>
                    <a:lnTo>
                      <a:pt x="113" y="1314"/>
                    </a:lnTo>
                    <a:lnTo>
                      <a:pt x="104" y="1335"/>
                    </a:lnTo>
                    <a:lnTo>
                      <a:pt x="93" y="1356"/>
                    </a:lnTo>
                    <a:lnTo>
                      <a:pt x="81" y="1374"/>
                    </a:lnTo>
                    <a:lnTo>
                      <a:pt x="70" y="1391"/>
                    </a:lnTo>
                    <a:lnTo>
                      <a:pt x="58" y="1407"/>
                    </a:lnTo>
                    <a:lnTo>
                      <a:pt x="44" y="1419"/>
                    </a:lnTo>
                    <a:lnTo>
                      <a:pt x="30" y="1430"/>
                    </a:lnTo>
                    <a:lnTo>
                      <a:pt x="16" y="1439"/>
                    </a:lnTo>
                    <a:lnTo>
                      <a:pt x="0" y="1446"/>
                    </a:lnTo>
                    <a:lnTo>
                      <a:pt x="0" y="1446"/>
                    </a:lnTo>
                    <a:lnTo>
                      <a:pt x="3" y="1445"/>
                    </a:lnTo>
                    <a:lnTo>
                      <a:pt x="9" y="1443"/>
                    </a:lnTo>
                    <a:lnTo>
                      <a:pt x="16" y="1439"/>
                    </a:lnTo>
                    <a:lnTo>
                      <a:pt x="24" y="1431"/>
                    </a:lnTo>
                    <a:lnTo>
                      <a:pt x="33" y="1419"/>
                    </a:lnTo>
                    <a:lnTo>
                      <a:pt x="43" y="1403"/>
                    </a:lnTo>
                    <a:lnTo>
                      <a:pt x="55" y="1381"/>
                    </a:lnTo>
                    <a:lnTo>
                      <a:pt x="68" y="1351"/>
                    </a:lnTo>
                    <a:lnTo>
                      <a:pt x="80" y="1315"/>
                    </a:lnTo>
                    <a:lnTo>
                      <a:pt x="94" y="1271"/>
                    </a:lnTo>
                    <a:lnTo>
                      <a:pt x="108" y="1217"/>
                    </a:lnTo>
                    <a:lnTo>
                      <a:pt x="123" y="1154"/>
                    </a:lnTo>
                    <a:lnTo>
                      <a:pt x="137" y="1079"/>
                    </a:lnTo>
                    <a:lnTo>
                      <a:pt x="151" y="993"/>
                    </a:lnTo>
                    <a:lnTo>
                      <a:pt x="166" y="895"/>
                    </a:lnTo>
                    <a:lnTo>
                      <a:pt x="166" y="895"/>
                    </a:lnTo>
                    <a:lnTo>
                      <a:pt x="174" y="814"/>
                    </a:lnTo>
                    <a:lnTo>
                      <a:pt x="183" y="729"/>
                    </a:lnTo>
                    <a:lnTo>
                      <a:pt x="195" y="631"/>
                    </a:lnTo>
                    <a:lnTo>
                      <a:pt x="202" y="579"/>
                    </a:lnTo>
                    <a:lnTo>
                      <a:pt x="210" y="529"/>
                    </a:lnTo>
                    <a:lnTo>
                      <a:pt x="218" y="481"/>
                    </a:lnTo>
                    <a:lnTo>
                      <a:pt x="226" y="436"/>
                    </a:lnTo>
                    <a:lnTo>
                      <a:pt x="235" y="395"/>
                    </a:lnTo>
                    <a:lnTo>
                      <a:pt x="245" y="361"/>
                    </a:lnTo>
                    <a:lnTo>
                      <a:pt x="250" y="348"/>
                    </a:lnTo>
                    <a:lnTo>
                      <a:pt x="254" y="335"/>
                    </a:lnTo>
                    <a:lnTo>
                      <a:pt x="260" y="325"/>
                    </a:lnTo>
                    <a:lnTo>
                      <a:pt x="264" y="318"/>
                    </a:lnTo>
                    <a:lnTo>
                      <a:pt x="264" y="318"/>
                    </a:lnTo>
                    <a:lnTo>
                      <a:pt x="266" y="307"/>
                    </a:lnTo>
                    <a:lnTo>
                      <a:pt x="271" y="296"/>
                    </a:lnTo>
                    <a:lnTo>
                      <a:pt x="277" y="279"/>
                    </a:lnTo>
                    <a:lnTo>
                      <a:pt x="283" y="260"/>
                    </a:lnTo>
                    <a:lnTo>
                      <a:pt x="295" y="237"/>
                    </a:lnTo>
                    <a:lnTo>
                      <a:pt x="307" y="213"/>
                    </a:lnTo>
                    <a:lnTo>
                      <a:pt x="323" y="187"/>
                    </a:lnTo>
                    <a:lnTo>
                      <a:pt x="343" y="161"/>
                    </a:lnTo>
                    <a:lnTo>
                      <a:pt x="353" y="148"/>
                    </a:lnTo>
                    <a:lnTo>
                      <a:pt x="366" y="134"/>
                    </a:lnTo>
                    <a:lnTo>
                      <a:pt x="378" y="121"/>
                    </a:lnTo>
                    <a:lnTo>
                      <a:pt x="393" y="107"/>
                    </a:lnTo>
                    <a:lnTo>
                      <a:pt x="408" y="95"/>
                    </a:lnTo>
                    <a:lnTo>
                      <a:pt x="423" y="82"/>
                    </a:lnTo>
                    <a:lnTo>
                      <a:pt x="441" y="70"/>
                    </a:lnTo>
                    <a:lnTo>
                      <a:pt x="460" y="57"/>
                    </a:lnTo>
                    <a:lnTo>
                      <a:pt x="479" y="46"/>
                    </a:lnTo>
                    <a:lnTo>
                      <a:pt x="499" y="36"/>
                    </a:lnTo>
                    <a:lnTo>
                      <a:pt x="522" y="26"/>
                    </a:lnTo>
                    <a:lnTo>
                      <a:pt x="544" y="16"/>
                    </a:lnTo>
                    <a:lnTo>
                      <a:pt x="569" y="8"/>
                    </a:lnTo>
                    <a:lnTo>
                      <a:pt x="595" y="0"/>
                    </a:lnTo>
                    <a:lnTo>
                      <a:pt x="595" y="0"/>
                    </a:lnTo>
                    <a:close/>
                  </a:path>
                </a:pathLst>
              </a:custGeom>
              <a:solidFill>
                <a:srgbClr val="891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 name="Freeform 13"/>
              <p:cNvSpPr>
                <a:spLocks/>
              </p:cNvSpPr>
              <p:nvPr/>
            </p:nvSpPr>
            <p:spPr bwMode="auto">
              <a:xfrm>
                <a:off x="3760560" y="3983038"/>
                <a:ext cx="2593975" cy="2208213"/>
              </a:xfrm>
              <a:custGeom>
                <a:avLst/>
                <a:gdLst>
                  <a:gd name="T0" fmla="*/ 1626 w 1634"/>
                  <a:gd name="T1" fmla="*/ 18 h 1391"/>
                  <a:gd name="T2" fmla="*/ 1590 w 1634"/>
                  <a:gd name="T3" fmla="*/ 11 h 1391"/>
                  <a:gd name="T4" fmla="*/ 1562 w 1634"/>
                  <a:gd name="T5" fmla="*/ 15 h 1391"/>
                  <a:gd name="T6" fmla="*/ 1532 w 1634"/>
                  <a:gd name="T7" fmla="*/ 25 h 1391"/>
                  <a:gd name="T8" fmla="*/ 1498 w 1634"/>
                  <a:gd name="T9" fmla="*/ 48 h 1391"/>
                  <a:gd name="T10" fmla="*/ 1462 w 1634"/>
                  <a:gd name="T11" fmla="*/ 85 h 1391"/>
                  <a:gd name="T12" fmla="*/ 1425 w 1634"/>
                  <a:gd name="T13" fmla="*/ 139 h 1391"/>
                  <a:gd name="T14" fmla="*/ 1387 w 1634"/>
                  <a:gd name="T15" fmla="*/ 215 h 1391"/>
                  <a:gd name="T16" fmla="*/ 1351 w 1634"/>
                  <a:gd name="T17" fmla="*/ 314 h 1391"/>
                  <a:gd name="T18" fmla="*/ 1321 w 1634"/>
                  <a:gd name="T19" fmla="*/ 408 h 1391"/>
                  <a:gd name="T20" fmla="*/ 1256 w 1634"/>
                  <a:gd name="T21" fmla="*/ 578 h 1391"/>
                  <a:gd name="T22" fmla="*/ 1201 w 1634"/>
                  <a:gd name="T23" fmla="*/ 692 h 1391"/>
                  <a:gd name="T24" fmla="*/ 1151 w 1634"/>
                  <a:gd name="T25" fmla="*/ 775 h 1391"/>
                  <a:gd name="T26" fmla="*/ 1120 w 1634"/>
                  <a:gd name="T27" fmla="*/ 812 h 1391"/>
                  <a:gd name="T28" fmla="*/ 1024 w 1634"/>
                  <a:gd name="T29" fmla="*/ 915 h 1391"/>
                  <a:gd name="T30" fmla="*/ 909 w 1634"/>
                  <a:gd name="T31" fmla="*/ 1032 h 1391"/>
                  <a:gd name="T32" fmla="*/ 813 w 1634"/>
                  <a:gd name="T33" fmla="*/ 1114 h 1391"/>
                  <a:gd name="T34" fmla="*/ 727 w 1634"/>
                  <a:gd name="T35" fmla="*/ 1171 h 1391"/>
                  <a:gd name="T36" fmla="*/ 675 w 1634"/>
                  <a:gd name="T37" fmla="*/ 1195 h 1391"/>
                  <a:gd name="T38" fmla="*/ 639 w 1634"/>
                  <a:gd name="T39" fmla="*/ 1207 h 1391"/>
                  <a:gd name="T40" fmla="*/ 376 w 1634"/>
                  <a:gd name="T41" fmla="*/ 1303 h 1391"/>
                  <a:gd name="T42" fmla="*/ 177 w 1634"/>
                  <a:gd name="T43" fmla="*/ 1366 h 1391"/>
                  <a:gd name="T44" fmla="*/ 71 w 1634"/>
                  <a:gd name="T45" fmla="*/ 1390 h 1391"/>
                  <a:gd name="T46" fmla="*/ 0 w 1634"/>
                  <a:gd name="T47" fmla="*/ 1314 h 1391"/>
                  <a:gd name="T48" fmla="*/ 133 w 1634"/>
                  <a:gd name="T49" fmla="*/ 1286 h 1391"/>
                  <a:gd name="T50" fmla="*/ 372 w 1634"/>
                  <a:gd name="T51" fmla="*/ 1227 h 1391"/>
                  <a:gd name="T52" fmla="*/ 529 w 1634"/>
                  <a:gd name="T53" fmla="*/ 1180 h 1391"/>
                  <a:gd name="T54" fmla="*/ 626 w 1634"/>
                  <a:gd name="T55" fmla="*/ 1144 h 1391"/>
                  <a:gd name="T56" fmla="*/ 742 w 1634"/>
                  <a:gd name="T57" fmla="*/ 1066 h 1391"/>
                  <a:gd name="T58" fmla="*/ 855 w 1634"/>
                  <a:gd name="T59" fmla="*/ 982 h 1391"/>
                  <a:gd name="T60" fmla="*/ 975 w 1634"/>
                  <a:gd name="T61" fmla="*/ 882 h 1391"/>
                  <a:gd name="T62" fmla="*/ 1083 w 1634"/>
                  <a:gd name="T63" fmla="*/ 771 h 1391"/>
                  <a:gd name="T64" fmla="*/ 1112 w 1634"/>
                  <a:gd name="T65" fmla="*/ 734 h 1391"/>
                  <a:gd name="T66" fmla="*/ 1159 w 1634"/>
                  <a:gd name="T67" fmla="*/ 658 h 1391"/>
                  <a:gd name="T68" fmla="*/ 1207 w 1634"/>
                  <a:gd name="T69" fmla="*/ 561 h 1391"/>
                  <a:gd name="T70" fmla="*/ 1289 w 1634"/>
                  <a:gd name="T71" fmla="*/ 358 h 1391"/>
                  <a:gd name="T72" fmla="*/ 1322 w 1634"/>
                  <a:gd name="T73" fmla="*/ 261 h 1391"/>
                  <a:gd name="T74" fmla="*/ 1333 w 1634"/>
                  <a:gd name="T75" fmla="*/ 208 h 1391"/>
                  <a:gd name="T76" fmla="*/ 1364 w 1634"/>
                  <a:gd name="T77" fmla="*/ 127 h 1391"/>
                  <a:gd name="T78" fmla="*/ 1389 w 1634"/>
                  <a:gd name="T79" fmla="*/ 85 h 1391"/>
                  <a:gd name="T80" fmla="*/ 1420 w 1634"/>
                  <a:gd name="T81" fmla="*/ 48 h 1391"/>
                  <a:gd name="T82" fmla="*/ 1460 w 1634"/>
                  <a:gd name="T83" fmla="*/ 18 h 1391"/>
                  <a:gd name="T84" fmla="*/ 1507 w 1634"/>
                  <a:gd name="T85" fmla="*/ 2 h 1391"/>
                  <a:gd name="T86" fmla="*/ 1565 w 1634"/>
                  <a:gd name="T87" fmla="*/ 1 h 1391"/>
                  <a:gd name="T88" fmla="*/ 1634 w 1634"/>
                  <a:gd name="T89" fmla="*/ 22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4" h="1391">
                    <a:moveTo>
                      <a:pt x="1634" y="22"/>
                    </a:moveTo>
                    <a:lnTo>
                      <a:pt x="1634" y="22"/>
                    </a:lnTo>
                    <a:lnTo>
                      <a:pt x="1626" y="18"/>
                    </a:lnTo>
                    <a:lnTo>
                      <a:pt x="1617" y="16"/>
                    </a:lnTo>
                    <a:lnTo>
                      <a:pt x="1604" y="13"/>
                    </a:lnTo>
                    <a:lnTo>
                      <a:pt x="1590" y="11"/>
                    </a:lnTo>
                    <a:lnTo>
                      <a:pt x="1582" y="11"/>
                    </a:lnTo>
                    <a:lnTo>
                      <a:pt x="1573" y="13"/>
                    </a:lnTo>
                    <a:lnTo>
                      <a:pt x="1562" y="15"/>
                    </a:lnTo>
                    <a:lnTo>
                      <a:pt x="1553" y="17"/>
                    </a:lnTo>
                    <a:lnTo>
                      <a:pt x="1543" y="21"/>
                    </a:lnTo>
                    <a:lnTo>
                      <a:pt x="1532" y="25"/>
                    </a:lnTo>
                    <a:lnTo>
                      <a:pt x="1521" y="32"/>
                    </a:lnTo>
                    <a:lnTo>
                      <a:pt x="1509" y="39"/>
                    </a:lnTo>
                    <a:lnTo>
                      <a:pt x="1498" y="48"/>
                    </a:lnTo>
                    <a:lnTo>
                      <a:pt x="1486" y="58"/>
                    </a:lnTo>
                    <a:lnTo>
                      <a:pt x="1474" y="70"/>
                    </a:lnTo>
                    <a:lnTo>
                      <a:pt x="1462" y="85"/>
                    </a:lnTo>
                    <a:lnTo>
                      <a:pt x="1450" y="101"/>
                    </a:lnTo>
                    <a:lnTo>
                      <a:pt x="1437" y="119"/>
                    </a:lnTo>
                    <a:lnTo>
                      <a:pt x="1425" y="139"/>
                    </a:lnTo>
                    <a:lnTo>
                      <a:pt x="1412" y="162"/>
                    </a:lnTo>
                    <a:lnTo>
                      <a:pt x="1400" y="186"/>
                    </a:lnTo>
                    <a:lnTo>
                      <a:pt x="1387" y="215"/>
                    </a:lnTo>
                    <a:lnTo>
                      <a:pt x="1375" y="245"/>
                    </a:lnTo>
                    <a:lnTo>
                      <a:pt x="1363" y="278"/>
                    </a:lnTo>
                    <a:lnTo>
                      <a:pt x="1351" y="314"/>
                    </a:lnTo>
                    <a:lnTo>
                      <a:pt x="1340" y="352"/>
                    </a:lnTo>
                    <a:lnTo>
                      <a:pt x="1340" y="352"/>
                    </a:lnTo>
                    <a:lnTo>
                      <a:pt x="1321" y="408"/>
                    </a:lnTo>
                    <a:lnTo>
                      <a:pt x="1299" y="468"/>
                    </a:lnTo>
                    <a:lnTo>
                      <a:pt x="1272" y="540"/>
                    </a:lnTo>
                    <a:lnTo>
                      <a:pt x="1256" y="578"/>
                    </a:lnTo>
                    <a:lnTo>
                      <a:pt x="1238" y="617"/>
                    </a:lnTo>
                    <a:lnTo>
                      <a:pt x="1220" y="655"/>
                    </a:lnTo>
                    <a:lnTo>
                      <a:pt x="1201" y="692"/>
                    </a:lnTo>
                    <a:lnTo>
                      <a:pt x="1182" y="727"/>
                    </a:lnTo>
                    <a:lnTo>
                      <a:pt x="1162" y="760"/>
                    </a:lnTo>
                    <a:lnTo>
                      <a:pt x="1151" y="775"/>
                    </a:lnTo>
                    <a:lnTo>
                      <a:pt x="1140" y="788"/>
                    </a:lnTo>
                    <a:lnTo>
                      <a:pt x="1130" y="801"/>
                    </a:lnTo>
                    <a:lnTo>
                      <a:pt x="1120" y="812"/>
                    </a:lnTo>
                    <a:lnTo>
                      <a:pt x="1120" y="812"/>
                    </a:lnTo>
                    <a:lnTo>
                      <a:pt x="1075" y="859"/>
                    </a:lnTo>
                    <a:lnTo>
                      <a:pt x="1024" y="915"/>
                    </a:lnTo>
                    <a:lnTo>
                      <a:pt x="969" y="973"/>
                    </a:lnTo>
                    <a:lnTo>
                      <a:pt x="939" y="1003"/>
                    </a:lnTo>
                    <a:lnTo>
                      <a:pt x="909" y="1032"/>
                    </a:lnTo>
                    <a:lnTo>
                      <a:pt x="877" y="1061"/>
                    </a:lnTo>
                    <a:lnTo>
                      <a:pt x="846" y="1088"/>
                    </a:lnTo>
                    <a:lnTo>
                      <a:pt x="813" y="1114"/>
                    </a:lnTo>
                    <a:lnTo>
                      <a:pt x="779" y="1139"/>
                    </a:lnTo>
                    <a:lnTo>
                      <a:pt x="745" y="1161"/>
                    </a:lnTo>
                    <a:lnTo>
                      <a:pt x="727" y="1171"/>
                    </a:lnTo>
                    <a:lnTo>
                      <a:pt x="710" y="1180"/>
                    </a:lnTo>
                    <a:lnTo>
                      <a:pt x="692" y="1188"/>
                    </a:lnTo>
                    <a:lnTo>
                      <a:pt x="675" y="1195"/>
                    </a:lnTo>
                    <a:lnTo>
                      <a:pt x="657" y="1201"/>
                    </a:lnTo>
                    <a:lnTo>
                      <a:pt x="639" y="1207"/>
                    </a:lnTo>
                    <a:lnTo>
                      <a:pt x="639" y="1207"/>
                    </a:lnTo>
                    <a:lnTo>
                      <a:pt x="559" y="1237"/>
                    </a:lnTo>
                    <a:lnTo>
                      <a:pt x="474" y="1268"/>
                    </a:lnTo>
                    <a:lnTo>
                      <a:pt x="376" y="1303"/>
                    </a:lnTo>
                    <a:lnTo>
                      <a:pt x="273" y="1337"/>
                    </a:lnTo>
                    <a:lnTo>
                      <a:pt x="223" y="1353"/>
                    </a:lnTo>
                    <a:lnTo>
                      <a:pt x="177" y="1366"/>
                    </a:lnTo>
                    <a:lnTo>
                      <a:pt x="135" y="1377"/>
                    </a:lnTo>
                    <a:lnTo>
                      <a:pt x="99" y="1385"/>
                    </a:lnTo>
                    <a:lnTo>
                      <a:pt x="71" y="1390"/>
                    </a:lnTo>
                    <a:lnTo>
                      <a:pt x="60" y="1391"/>
                    </a:lnTo>
                    <a:lnTo>
                      <a:pt x="51" y="1391"/>
                    </a:lnTo>
                    <a:lnTo>
                      <a:pt x="0" y="1314"/>
                    </a:lnTo>
                    <a:lnTo>
                      <a:pt x="0" y="1314"/>
                    </a:lnTo>
                    <a:lnTo>
                      <a:pt x="63" y="1302"/>
                    </a:lnTo>
                    <a:lnTo>
                      <a:pt x="133" y="1286"/>
                    </a:lnTo>
                    <a:lnTo>
                      <a:pt x="221" y="1266"/>
                    </a:lnTo>
                    <a:lnTo>
                      <a:pt x="321" y="1241"/>
                    </a:lnTo>
                    <a:lnTo>
                      <a:pt x="372" y="1227"/>
                    </a:lnTo>
                    <a:lnTo>
                      <a:pt x="426" y="1212"/>
                    </a:lnTo>
                    <a:lnTo>
                      <a:pt x="477" y="1196"/>
                    </a:lnTo>
                    <a:lnTo>
                      <a:pt x="529" y="1180"/>
                    </a:lnTo>
                    <a:lnTo>
                      <a:pt x="579" y="1162"/>
                    </a:lnTo>
                    <a:lnTo>
                      <a:pt x="626" y="1144"/>
                    </a:lnTo>
                    <a:lnTo>
                      <a:pt x="626" y="1144"/>
                    </a:lnTo>
                    <a:lnTo>
                      <a:pt x="641" y="1135"/>
                    </a:lnTo>
                    <a:lnTo>
                      <a:pt x="682" y="1108"/>
                    </a:lnTo>
                    <a:lnTo>
                      <a:pt x="742" y="1066"/>
                    </a:lnTo>
                    <a:lnTo>
                      <a:pt x="777" y="1041"/>
                    </a:lnTo>
                    <a:lnTo>
                      <a:pt x="815" y="1013"/>
                    </a:lnTo>
                    <a:lnTo>
                      <a:pt x="855" y="982"/>
                    </a:lnTo>
                    <a:lnTo>
                      <a:pt x="894" y="951"/>
                    </a:lnTo>
                    <a:lnTo>
                      <a:pt x="935" y="917"/>
                    </a:lnTo>
                    <a:lnTo>
                      <a:pt x="975" y="882"/>
                    </a:lnTo>
                    <a:lnTo>
                      <a:pt x="1014" y="846"/>
                    </a:lnTo>
                    <a:lnTo>
                      <a:pt x="1050" y="808"/>
                    </a:lnTo>
                    <a:lnTo>
                      <a:pt x="1083" y="771"/>
                    </a:lnTo>
                    <a:lnTo>
                      <a:pt x="1098" y="753"/>
                    </a:lnTo>
                    <a:lnTo>
                      <a:pt x="1112" y="734"/>
                    </a:lnTo>
                    <a:lnTo>
                      <a:pt x="1112" y="734"/>
                    </a:lnTo>
                    <a:lnTo>
                      <a:pt x="1128" y="713"/>
                    </a:lnTo>
                    <a:lnTo>
                      <a:pt x="1142" y="687"/>
                    </a:lnTo>
                    <a:lnTo>
                      <a:pt x="1159" y="658"/>
                    </a:lnTo>
                    <a:lnTo>
                      <a:pt x="1175" y="628"/>
                    </a:lnTo>
                    <a:lnTo>
                      <a:pt x="1191" y="595"/>
                    </a:lnTo>
                    <a:lnTo>
                      <a:pt x="1207" y="561"/>
                    </a:lnTo>
                    <a:lnTo>
                      <a:pt x="1237" y="491"/>
                    </a:lnTo>
                    <a:lnTo>
                      <a:pt x="1266" y="422"/>
                    </a:lnTo>
                    <a:lnTo>
                      <a:pt x="1289" y="358"/>
                    </a:lnTo>
                    <a:lnTo>
                      <a:pt x="1308" y="303"/>
                    </a:lnTo>
                    <a:lnTo>
                      <a:pt x="1322" y="261"/>
                    </a:lnTo>
                    <a:lnTo>
                      <a:pt x="1322" y="261"/>
                    </a:lnTo>
                    <a:lnTo>
                      <a:pt x="1324" y="246"/>
                    </a:lnTo>
                    <a:lnTo>
                      <a:pt x="1328" y="229"/>
                    </a:lnTo>
                    <a:lnTo>
                      <a:pt x="1333" y="208"/>
                    </a:lnTo>
                    <a:lnTo>
                      <a:pt x="1341" y="183"/>
                    </a:lnTo>
                    <a:lnTo>
                      <a:pt x="1351" y="155"/>
                    </a:lnTo>
                    <a:lnTo>
                      <a:pt x="1364" y="127"/>
                    </a:lnTo>
                    <a:lnTo>
                      <a:pt x="1372" y="113"/>
                    </a:lnTo>
                    <a:lnTo>
                      <a:pt x="1380" y="100"/>
                    </a:lnTo>
                    <a:lnTo>
                      <a:pt x="1389" y="85"/>
                    </a:lnTo>
                    <a:lnTo>
                      <a:pt x="1398" y="72"/>
                    </a:lnTo>
                    <a:lnTo>
                      <a:pt x="1409" y="60"/>
                    </a:lnTo>
                    <a:lnTo>
                      <a:pt x="1420" y="48"/>
                    </a:lnTo>
                    <a:lnTo>
                      <a:pt x="1433" y="37"/>
                    </a:lnTo>
                    <a:lnTo>
                      <a:pt x="1445" y="27"/>
                    </a:lnTo>
                    <a:lnTo>
                      <a:pt x="1460" y="18"/>
                    </a:lnTo>
                    <a:lnTo>
                      <a:pt x="1474" y="11"/>
                    </a:lnTo>
                    <a:lnTo>
                      <a:pt x="1490" y="6"/>
                    </a:lnTo>
                    <a:lnTo>
                      <a:pt x="1507" y="2"/>
                    </a:lnTo>
                    <a:lnTo>
                      <a:pt x="1525" y="0"/>
                    </a:lnTo>
                    <a:lnTo>
                      <a:pt x="1544" y="0"/>
                    </a:lnTo>
                    <a:lnTo>
                      <a:pt x="1565" y="1"/>
                    </a:lnTo>
                    <a:lnTo>
                      <a:pt x="1586" y="6"/>
                    </a:lnTo>
                    <a:lnTo>
                      <a:pt x="1609" y="13"/>
                    </a:lnTo>
                    <a:lnTo>
                      <a:pt x="1634" y="22"/>
                    </a:lnTo>
                    <a:lnTo>
                      <a:pt x="1634" y="22"/>
                    </a:lnTo>
                    <a:close/>
                  </a:path>
                </a:pathLst>
              </a:custGeom>
              <a:solidFill>
                <a:srgbClr val="891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 name="Freeform 14"/>
              <p:cNvSpPr>
                <a:spLocks/>
              </p:cNvSpPr>
              <p:nvPr/>
            </p:nvSpPr>
            <p:spPr bwMode="auto">
              <a:xfrm>
                <a:off x="8377010" y="1873251"/>
                <a:ext cx="482600" cy="620713"/>
              </a:xfrm>
              <a:custGeom>
                <a:avLst/>
                <a:gdLst>
                  <a:gd name="T0" fmla="*/ 290 w 304"/>
                  <a:gd name="T1" fmla="*/ 0 h 391"/>
                  <a:gd name="T2" fmla="*/ 304 w 304"/>
                  <a:gd name="T3" fmla="*/ 67 h 391"/>
                  <a:gd name="T4" fmla="*/ 16 w 304"/>
                  <a:gd name="T5" fmla="*/ 391 h 391"/>
                  <a:gd name="T6" fmla="*/ 0 w 304"/>
                  <a:gd name="T7" fmla="*/ 305 h 391"/>
                  <a:gd name="T8" fmla="*/ 290 w 304"/>
                  <a:gd name="T9" fmla="*/ 0 h 391"/>
                </a:gdLst>
                <a:ahLst/>
                <a:cxnLst>
                  <a:cxn ang="0">
                    <a:pos x="T0" y="T1"/>
                  </a:cxn>
                  <a:cxn ang="0">
                    <a:pos x="T2" y="T3"/>
                  </a:cxn>
                  <a:cxn ang="0">
                    <a:pos x="T4" y="T5"/>
                  </a:cxn>
                  <a:cxn ang="0">
                    <a:pos x="T6" y="T7"/>
                  </a:cxn>
                  <a:cxn ang="0">
                    <a:pos x="T8" y="T9"/>
                  </a:cxn>
                </a:cxnLst>
                <a:rect l="0" t="0" r="r" b="b"/>
                <a:pathLst>
                  <a:path w="304" h="391">
                    <a:moveTo>
                      <a:pt x="290" y="0"/>
                    </a:moveTo>
                    <a:lnTo>
                      <a:pt x="304" y="67"/>
                    </a:lnTo>
                    <a:lnTo>
                      <a:pt x="16" y="391"/>
                    </a:lnTo>
                    <a:lnTo>
                      <a:pt x="0" y="305"/>
                    </a:lnTo>
                    <a:lnTo>
                      <a:pt x="290" y="0"/>
                    </a:lnTo>
                    <a:close/>
                  </a:path>
                </a:pathLst>
              </a:custGeom>
              <a:solidFill>
                <a:srgbClr val="A81E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 name="Freeform 15"/>
              <p:cNvSpPr>
                <a:spLocks/>
              </p:cNvSpPr>
              <p:nvPr/>
            </p:nvSpPr>
            <p:spPr bwMode="auto">
              <a:xfrm>
                <a:off x="8189685" y="2200276"/>
                <a:ext cx="212725" cy="293688"/>
              </a:xfrm>
              <a:custGeom>
                <a:avLst/>
                <a:gdLst>
                  <a:gd name="T0" fmla="*/ 134 w 134"/>
                  <a:gd name="T1" fmla="*/ 185 h 185"/>
                  <a:gd name="T2" fmla="*/ 0 w 134"/>
                  <a:gd name="T3" fmla="*/ 81 h 185"/>
                  <a:gd name="T4" fmla="*/ 2 w 134"/>
                  <a:gd name="T5" fmla="*/ 0 h 185"/>
                  <a:gd name="T6" fmla="*/ 118 w 134"/>
                  <a:gd name="T7" fmla="*/ 99 h 185"/>
                  <a:gd name="T8" fmla="*/ 134 w 134"/>
                  <a:gd name="T9" fmla="*/ 185 h 185"/>
                </a:gdLst>
                <a:ahLst/>
                <a:cxnLst>
                  <a:cxn ang="0">
                    <a:pos x="T0" y="T1"/>
                  </a:cxn>
                  <a:cxn ang="0">
                    <a:pos x="T2" y="T3"/>
                  </a:cxn>
                  <a:cxn ang="0">
                    <a:pos x="T4" y="T5"/>
                  </a:cxn>
                  <a:cxn ang="0">
                    <a:pos x="T6" y="T7"/>
                  </a:cxn>
                  <a:cxn ang="0">
                    <a:pos x="T8" y="T9"/>
                  </a:cxn>
                </a:cxnLst>
                <a:rect l="0" t="0" r="r" b="b"/>
                <a:pathLst>
                  <a:path w="134" h="185">
                    <a:moveTo>
                      <a:pt x="134" y="185"/>
                    </a:moveTo>
                    <a:lnTo>
                      <a:pt x="0" y="81"/>
                    </a:lnTo>
                    <a:lnTo>
                      <a:pt x="2" y="0"/>
                    </a:lnTo>
                    <a:lnTo>
                      <a:pt x="118" y="99"/>
                    </a:lnTo>
                    <a:lnTo>
                      <a:pt x="134" y="185"/>
                    </a:lnTo>
                    <a:close/>
                  </a:path>
                </a:pathLst>
              </a:custGeom>
              <a:solidFill>
                <a:srgbClr val="891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7" name="Freeform 16"/>
              <p:cNvSpPr>
                <a:spLocks/>
              </p:cNvSpPr>
              <p:nvPr/>
            </p:nvSpPr>
            <p:spPr bwMode="auto">
              <a:xfrm>
                <a:off x="7765823" y="1839913"/>
                <a:ext cx="200025" cy="192088"/>
              </a:xfrm>
              <a:custGeom>
                <a:avLst/>
                <a:gdLst>
                  <a:gd name="T0" fmla="*/ 0 w 126"/>
                  <a:gd name="T1" fmla="*/ 0 h 121"/>
                  <a:gd name="T2" fmla="*/ 15 w 126"/>
                  <a:gd name="T3" fmla="*/ 72 h 121"/>
                  <a:gd name="T4" fmla="*/ 79 w 126"/>
                  <a:gd name="T5" fmla="*/ 121 h 121"/>
                  <a:gd name="T6" fmla="*/ 126 w 126"/>
                  <a:gd name="T7" fmla="*/ 105 h 121"/>
                  <a:gd name="T8" fmla="*/ 0 w 126"/>
                  <a:gd name="T9" fmla="*/ 0 h 121"/>
                </a:gdLst>
                <a:ahLst/>
                <a:cxnLst>
                  <a:cxn ang="0">
                    <a:pos x="T0" y="T1"/>
                  </a:cxn>
                  <a:cxn ang="0">
                    <a:pos x="T2" y="T3"/>
                  </a:cxn>
                  <a:cxn ang="0">
                    <a:pos x="T4" y="T5"/>
                  </a:cxn>
                  <a:cxn ang="0">
                    <a:pos x="T6" y="T7"/>
                  </a:cxn>
                  <a:cxn ang="0">
                    <a:pos x="T8" y="T9"/>
                  </a:cxn>
                </a:cxnLst>
                <a:rect l="0" t="0" r="r" b="b"/>
                <a:pathLst>
                  <a:path w="126" h="121">
                    <a:moveTo>
                      <a:pt x="0" y="0"/>
                    </a:moveTo>
                    <a:lnTo>
                      <a:pt x="15" y="72"/>
                    </a:lnTo>
                    <a:lnTo>
                      <a:pt x="79" y="121"/>
                    </a:lnTo>
                    <a:lnTo>
                      <a:pt x="126" y="105"/>
                    </a:lnTo>
                    <a:lnTo>
                      <a:pt x="0" y="0"/>
                    </a:lnTo>
                    <a:close/>
                  </a:path>
                </a:pathLst>
              </a:custGeom>
              <a:solidFill>
                <a:srgbClr val="AA20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8" name="Freeform 17"/>
              <p:cNvSpPr>
                <a:spLocks/>
              </p:cNvSpPr>
              <p:nvPr/>
            </p:nvSpPr>
            <p:spPr bwMode="auto">
              <a:xfrm rot="331136">
                <a:off x="-2395625" y="1331830"/>
                <a:ext cx="10879987" cy="7865691"/>
              </a:xfrm>
              <a:custGeom>
                <a:avLst/>
                <a:gdLst>
                  <a:gd name="connsiteX0" fmla="*/ 9810185 w 10879987"/>
                  <a:gd name="connsiteY0" fmla="*/ 69874 h 7865691"/>
                  <a:gd name="connsiteX1" fmla="*/ 10879987 w 10879987"/>
                  <a:gd name="connsiteY1" fmla="*/ 0 h 7865691"/>
                  <a:gd name="connsiteX2" fmla="*/ 10468312 w 10879987"/>
                  <a:gd name="connsiteY2" fmla="*/ 526219 h 7865691"/>
                  <a:gd name="connsiteX3" fmla="*/ 10269901 w 10879987"/>
                  <a:gd name="connsiteY3" fmla="*/ 387496 h 7865691"/>
                  <a:gd name="connsiteX4" fmla="*/ 10211688 w 10879987"/>
                  <a:gd name="connsiteY4" fmla="*/ 412259 h 7865691"/>
                  <a:gd name="connsiteX5" fmla="*/ 10158520 w 10879987"/>
                  <a:gd name="connsiteY5" fmla="*/ 439725 h 7865691"/>
                  <a:gd name="connsiteX6" fmla="*/ 10110398 w 10879987"/>
                  <a:gd name="connsiteY6" fmla="*/ 469893 h 7865691"/>
                  <a:gd name="connsiteX7" fmla="*/ 10067170 w 10879987"/>
                  <a:gd name="connsiteY7" fmla="*/ 501183 h 7865691"/>
                  <a:gd name="connsiteX8" fmla="*/ 10027254 w 10879987"/>
                  <a:gd name="connsiteY8" fmla="*/ 533748 h 7865691"/>
                  <a:gd name="connsiteX9" fmla="*/ 9990652 w 10879987"/>
                  <a:gd name="connsiteY9" fmla="*/ 567587 h 7865691"/>
                  <a:gd name="connsiteX10" fmla="*/ 9957209 w 10879987"/>
                  <a:gd name="connsiteY10" fmla="*/ 601122 h 7865691"/>
                  <a:gd name="connsiteX11" fmla="*/ 9930240 w 10879987"/>
                  <a:gd name="connsiteY11" fmla="*/ 635625 h 7865691"/>
                  <a:gd name="connsiteX12" fmla="*/ 9905004 w 10879987"/>
                  <a:gd name="connsiteY12" fmla="*/ 671556 h 7865691"/>
                  <a:gd name="connsiteX13" fmla="*/ 9882928 w 10879987"/>
                  <a:gd name="connsiteY13" fmla="*/ 707182 h 7865691"/>
                  <a:gd name="connsiteX14" fmla="*/ 9862279 w 10879987"/>
                  <a:gd name="connsiteY14" fmla="*/ 741075 h 7865691"/>
                  <a:gd name="connsiteX15" fmla="*/ 9846676 w 10879987"/>
                  <a:gd name="connsiteY15" fmla="*/ 777670 h 7865691"/>
                  <a:gd name="connsiteX16" fmla="*/ 9832348 w 10879987"/>
                  <a:gd name="connsiteY16" fmla="*/ 810953 h 7865691"/>
                  <a:gd name="connsiteX17" fmla="*/ 9821333 w 10879987"/>
                  <a:gd name="connsiteY17" fmla="*/ 845510 h 7865691"/>
                  <a:gd name="connsiteX18" fmla="*/ 9811593 w 10879987"/>
                  <a:gd name="connsiteY18" fmla="*/ 876754 h 7865691"/>
                  <a:gd name="connsiteX19" fmla="*/ 9803280 w 10879987"/>
                  <a:gd name="connsiteY19" fmla="*/ 906265 h 7865691"/>
                  <a:gd name="connsiteX20" fmla="*/ 9786754 w 10879987"/>
                  <a:gd name="connsiteY20" fmla="*/ 982822 h 7865691"/>
                  <a:gd name="connsiteX21" fmla="*/ 9773999 w 10879987"/>
                  <a:gd name="connsiteY21" fmla="*/ 1065394 h 7865691"/>
                  <a:gd name="connsiteX22" fmla="*/ 9761854 w 10879987"/>
                  <a:gd name="connsiteY22" fmla="*/ 1154286 h 7865691"/>
                  <a:gd name="connsiteX23" fmla="*/ 9753328 w 10879987"/>
                  <a:gd name="connsiteY23" fmla="*/ 1247614 h 7865691"/>
                  <a:gd name="connsiteX24" fmla="*/ 9746687 w 10879987"/>
                  <a:gd name="connsiteY24" fmla="*/ 1343949 h 7865691"/>
                  <a:gd name="connsiteX25" fmla="*/ 9740199 w 10879987"/>
                  <a:gd name="connsiteY25" fmla="*/ 1441865 h 7865691"/>
                  <a:gd name="connsiteX26" fmla="*/ 9737176 w 10879987"/>
                  <a:gd name="connsiteY26" fmla="*/ 1542635 h 7865691"/>
                  <a:gd name="connsiteX27" fmla="*/ 9732574 w 10879987"/>
                  <a:gd name="connsiteY27" fmla="*/ 1643558 h 7865691"/>
                  <a:gd name="connsiteX28" fmla="*/ 9727956 w 10879987"/>
                  <a:gd name="connsiteY28" fmla="*/ 1843366 h 7865691"/>
                  <a:gd name="connsiteX29" fmla="*/ 9725736 w 10879987"/>
                  <a:gd name="connsiteY29" fmla="*/ 2034968 h 7865691"/>
                  <a:gd name="connsiteX30" fmla="*/ 9721836 w 10879987"/>
                  <a:gd name="connsiteY30" fmla="*/ 2209188 h 7865691"/>
                  <a:gd name="connsiteX31" fmla="*/ 9717226 w 10879987"/>
                  <a:gd name="connsiteY31" fmla="*/ 2359553 h 7865691"/>
                  <a:gd name="connsiteX32" fmla="*/ 9714570 w 10879987"/>
                  <a:gd name="connsiteY32" fmla="*/ 2398087 h 7865691"/>
                  <a:gd name="connsiteX33" fmla="*/ 9711761 w 10879987"/>
                  <a:gd name="connsiteY33" fmla="*/ 2435041 h 7865691"/>
                  <a:gd name="connsiteX34" fmla="*/ 9706913 w 10879987"/>
                  <a:gd name="connsiteY34" fmla="*/ 2467407 h 7865691"/>
                  <a:gd name="connsiteX35" fmla="*/ 9702066 w 10879987"/>
                  <a:gd name="connsiteY35" fmla="*/ 2499774 h 7865691"/>
                  <a:gd name="connsiteX36" fmla="*/ 9695334 w 10879987"/>
                  <a:gd name="connsiteY36" fmla="*/ 2529132 h 7865691"/>
                  <a:gd name="connsiteX37" fmla="*/ 9688448 w 10879987"/>
                  <a:gd name="connsiteY37" fmla="*/ 2556911 h 7865691"/>
                  <a:gd name="connsiteX38" fmla="*/ 9681563 w 10879987"/>
                  <a:gd name="connsiteY38" fmla="*/ 2584689 h 7865691"/>
                  <a:gd name="connsiteX39" fmla="*/ 9672792 w 10879987"/>
                  <a:gd name="connsiteY39" fmla="*/ 2609460 h 7865691"/>
                  <a:gd name="connsiteX40" fmla="*/ 9663716 w 10879987"/>
                  <a:gd name="connsiteY40" fmla="*/ 2631071 h 7865691"/>
                  <a:gd name="connsiteX41" fmla="*/ 9653060 w 10879987"/>
                  <a:gd name="connsiteY41" fmla="*/ 2652834 h 7865691"/>
                  <a:gd name="connsiteX42" fmla="*/ 9642098 w 10879987"/>
                  <a:gd name="connsiteY42" fmla="*/ 2671437 h 7865691"/>
                  <a:gd name="connsiteX43" fmla="*/ 9629403 w 10879987"/>
                  <a:gd name="connsiteY43" fmla="*/ 2688612 h 7865691"/>
                  <a:gd name="connsiteX44" fmla="*/ 9618136 w 10879987"/>
                  <a:gd name="connsiteY44" fmla="*/ 2704055 h 7865691"/>
                  <a:gd name="connsiteX45" fmla="*/ 9605289 w 10879987"/>
                  <a:gd name="connsiteY45" fmla="*/ 2719650 h 7865691"/>
                  <a:gd name="connsiteX46" fmla="*/ 9592137 w 10879987"/>
                  <a:gd name="connsiteY46" fmla="*/ 2732085 h 7865691"/>
                  <a:gd name="connsiteX47" fmla="*/ 9578984 w 10879987"/>
                  <a:gd name="connsiteY47" fmla="*/ 2744521 h 7865691"/>
                  <a:gd name="connsiteX48" fmla="*/ 9564099 w 10879987"/>
                  <a:gd name="connsiteY48" fmla="*/ 2755528 h 7865691"/>
                  <a:gd name="connsiteX49" fmla="*/ 9548908 w 10879987"/>
                  <a:gd name="connsiteY49" fmla="*/ 2763376 h 7865691"/>
                  <a:gd name="connsiteX50" fmla="*/ 9535450 w 10879987"/>
                  <a:gd name="connsiteY50" fmla="*/ 2772650 h 7865691"/>
                  <a:gd name="connsiteX51" fmla="*/ 9519954 w 10879987"/>
                  <a:gd name="connsiteY51" fmla="*/ 2777337 h 7865691"/>
                  <a:gd name="connsiteX52" fmla="*/ 9501298 w 10879987"/>
                  <a:gd name="connsiteY52" fmla="*/ 2782330 h 7865691"/>
                  <a:gd name="connsiteX53" fmla="*/ 9485802 w 10879987"/>
                  <a:gd name="connsiteY53" fmla="*/ 2787017 h 7865691"/>
                  <a:gd name="connsiteX54" fmla="*/ 9470153 w 10879987"/>
                  <a:gd name="connsiteY54" fmla="*/ 2790124 h 7865691"/>
                  <a:gd name="connsiteX55" fmla="*/ 9452771 w 10879987"/>
                  <a:gd name="connsiteY55" fmla="*/ 2791803 h 7865691"/>
                  <a:gd name="connsiteX56" fmla="*/ 9417703 w 10879987"/>
                  <a:gd name="connsiteY56" fmla="*/ 2792002 h 7865691"/>
                  <a:gd name="connsiteX57" fmla="*/ 9384062 w 10879987"/>
                  <a:gd name="connsiteY57" fmla="*/ 2790468 h 7865691"/>
                  <a:gd name="connsiteX58" fmla="*/ 9348383 w 10879987"/>
                  <a:gd name="connsiteY58" fmla="*/ 2784346 h 7865691"/>
                  <a:gd name="connsiteX59" fmla="*/ 9312398 w 10879987"/>
                  <a:gd name="connsiteY59" fmla="*/ 2775063 h 7865691"/>
                  <a:gd name="connsiteX60" fmla="*/ 9276261 w 10879987"/>
                  <a:gd name="connsiteY60" fmla="*/ 2764201 h 7865691"/>
                  <a:gd name="connsiteX61" fmla="*/ 9241551 w 10879987"/>
                  <a:gd name="connsiteY61" fmla="*/ 2751606 h 7865691"/>
                  <a:gd name="connsiteX62" fmla="*/ 9208269 w 10879987"/>
                  <a:gd name="connsiteY62" fmla="*/ 2737278 h 7865691"/>
                  <a:gd name="connsiteX63" fmla="*/ 9173101 w 10879987"/>
                  <a:gd name="connsiteY63" fmla="*/ 2719942 h 7865691"/>
                  <a:gd name="connsiteX64" fmla="*/ 9141247 w 10879987"/>
                  <a:gd name="connsiteY64" fmla="*/ 2703881 h 7865691"/>
                  <a:gd name="connsiteX65" fmla="*/ 9110667 w 10879987"/>
                  <a:gd name="connsiteY65" fmla="*/ 2684508 h 7865691"/>
                  <a:gd name="connsiteX66" fmla="*/ 9053277 w 10879987"/>
                  <a:gd name="connsiteY66" fmla="*/ 2651775 h 7865691"/>
                  <a:gd name="connsiteX67" fmla="*/ 9006949 w 10879987"/>
                  <a:gd name="connsiteY67" fmla="*/ 2617974 h 7865691"/>
                  <a:gd name="connsiteX68" fmla="*/ 8970866 w 10879987"/>
                  <a:gd name="connsiteY68" fmla="*/ 2591158 h 7865691"/>
                  <a:gd name="connsiteX69" fmla="*/ 8939675 w 10879987"/>
                  <a:gd name="connsiteY69" fmla="*/ 2565463 h 7865691"/>
                  <a:gd name="connsiteX70" fmla="*/ 8879332 w 10879987"/>
                  <a:gd name="connsiteY70" fmla="*/ 2518662 h 7865691"/>
                  <a:gd name="connsiteX71" fmla="*/ 8824645 w 10879987"/>
                  <a:gd name="connsiteY71" fmla="*/ 2480885 h 7865691"/>
                  <a:gd name="connsiteX72" fmla="*/ 8770263 w 10879987"/>
                  <a:gd name="connsiteY72" fmla="*/ 2446267 h 7865691"/>
                  <a:gd name="connsiteX73" fmla="*/ 8721386 w 10879987"/>
                  <a:gd name="connsiteY73" fmla="*/ 2419091 h 7865691"/>
                  <a:gd name="connsiteX74" fmla="*/ 8674546 w 10879987"/>
                  <a:gd name="connsiteY74" fmla="*/ 2396504 h 7865691"/>
                  <a:gd name="connsiteX75" fmla="*/ 8629745 w 10879987"/>
                  <a:gd name="connsiteY75" fmla="*/ 2378504 h 7865691"/>
                  <a:gd name="connsiteX76" fmla="*/ 8588715 w 10879987"/>
                  <a:gd name="connsiteY76" fmla="*/ 2366520 h 7865691"/>
                  <a:gd name="connsiteX77" fmla="*/ 8547990 w 10879987"/>
                  <a:gd name="connsiteY77" fmla="*/ 2357695 h 7865691"/>
                  <a:gd name="connsiteX78" fmla="*/ 8511036 w 10879987"/>
                  <a:gd name="connsiteY78" fmla="*/ 2354886 h 7865691"/>
                  <a:gd name="connsiteX79" fmla="*/ 8477395 w 10879987"/>
                  <a:gd name="connsiteY79" fmla="*/ 2353352 h 7865691"/>
                  <a:gd name="connsiteX80" fmla="*/ 8445792 w 10879987"/>
                  <a:gd name="connsiteY80" fmla="*/ 2356406 h 7865691"/>
                  <a:gd name="connsiteX81" fmla="*/ 8414800 w 10879987"/>
                  <a:gd name="connsiteY81" fmla="*/ 2365780 h 7865691"/>
                  <a:gd name="connsiteX82" fmla="*/ 8386968 w 10879987"/>
                  <a:gd name="connsiteY82" fmla="*/ 2374849 h 7865691"/>
                  <a:gd name="connsiteX83" fmla="*/ 8361175 w 10879987"/>
                  <a:gd name="connsiteY83" fmla="*/ 2388505 h 7865691"/>
                  <a:gd name="connsiteX84" fmla="*/ 8338694 w 10879987"/>
                  <a:gd name="connsiteY84" fmla="*/ 2403437 h 7865691"/>
                  <a:gd name="connsiteX85" fmla="*/ 8316519 w 10879987"/>
                  <a:gd name="connsiteY85" fmla="*/ 2421528 h 7865691"/>
                  <a:gd name="connsiteX86" fmla="*/ 8294496 w 10879987"/>
                  <a:gd name="connsiteY86" fmla="*/ 2441200 h 7865691"/>
                  <a:gd name="connsiteX87" fmla="*/ 8277519 w 10879987"/>
                  <a:gd name="connsiteY87" fmla="*/ 2463574 h 7865691"/>
                  <a:gd name="connsiteX88" fmla="*/ 8262122 w 10879987"/>
                  <a:gd name="connsiteY88" fmla="*/ 2485795 h 7865691"/>
                  <a:gd name="connsiteX89" fmla="*/ 8245451 w 10879987"/>
                  <a:gd name="connsiteY89" fmla="*/ 2511329 h 7865691"/>
                  <a:gd name="connsiteX90" fmla="*/ 8231939 w 10879987"/>
                  <a:gd name="connsiteY90" fmla="*/ 2536558 h 7865691"/>
                  <a:gd name="connsiteX91" fmla="*/ 8220008 w 10879987"/>
                  <a:gd name="connsiteY91" fmla="*/ 2561634 h 7865691"/>
                  <a:gd name="connsiteX92" fmla="*/ 8208230 w 10879987"/>
                  <a:gd name="connsiteY92" fmla="*/ 2588291 h 7865691"/>
                  <a:gd name="connsiteX93" fmla="*/ 8199612 w 10879987"/>
                  <a:gd name="connsiteY93" fmla="*/ 2614642 h 7865691"/>
                  <a:gd name="connsiteX94" fmla="*/ 8183956 w 10879987"/>
                  <a:gd name="connsiteY94" fmla="*/ 2667191 h 7865691"/>
                  <a:gd name="connsiteX95" fmla="*/ 8172734 w 10879987"/>
                  <a:gd name="connsiteY95" fmla="*/ 2716122 h 7865691"/>
                  <a:gd name="connsiteX96" fmla="*/ 8164216 w 10879987"/>
                  <a:gd name="connsiteY96" fmla="*/ 2760007 h 7865691"/>
                  <a:gd name="connsiteX97" fmla="*/ 8158399 w 10879987"/>
                  <a:gd name="connsiteY97" fmla="*/ 2798847 h 7865691"/>
                  <a:gd name="connsiteX98" fmla="*/ 8146613 w 10879987"/>
                  <a:gd name="connsiteY98" fmla="*/ 2874945 h 7865691"/>
                  <a:gd name="connsiteX99" fmla="*/ 8131514 w 10879987"/>
                  <a:gd name="connsiteY99" fmla="*/ 2949769 h 7865691"/>
                  <a:gd name="connsiteX100" fmla="*/ 8116110 w 10879987"/>
                  <a:gd name="connsiteY100" fmla="*/ 3021433 h 7865691"/>
                  <a:gd name="connsiteX101" fmla="*/ 8098820 w 10879987"/>
                  <a:gd name="connsiteY101" fmla="*/ 3090089 h 7865691"/>
                  <a:gd name="connsiteX102" fmla="*/ 8079951 w 10879987"/>
                  <a:gd name="connsiteY102" fmla="*/ 3158898 h 7865691"/>
                  <a:gd name="connsiteX103" fmla="*/ 8057768 w 10879987"/>
                  <a:gd name="connsiteY103" fmla="*/ 3226432 h 7865691"/>
                  <a:gd name="connsiteX104" fmla="*/ 8035127 w 10879987"/>
                  <a:gd name="connsiteY104" fmla="*/ 3289226 h 7865691"/>
                  <a:gd name="connsiteX105" fmla="*/ 8011059 w 10879987"/>
                  <a:gd name="connsiteY105" fmla="*/ 3353752 h 7865691"/>
                  <a:gd name="connsiteX106" fmla="*/ 7983372 w 10879987"/>
                  <a:gd name="connsiteY106" fmla="*/ 3413843 h 7865691"/>
                  <a:gd name="connsiteX107" fmla="*/ 7957113 w 10879987"/>
                  <a:gd name="connsiteY107" fmla="*/ 3472202 h 7865691"/>
                  <a:gd name="connsiteX108" fmla="*/ 7925961 w 10879987"/>
                  <a:gd name="connsiteY108" fmla="*/ 3529438 h 7865691"/>
                  <a:gd name="connsiteX109" fmla="*/ 7896083 w 10879987"/>
                  <a:gd name="connsiteY109" fmla="*/ 3583362 h 7865691"/>
                  <a:gd name="connsiteX110" fmla="*/ 7864626 w 10879987"/>
                  <a:gd name="connsiteY110" fmla="*/ 3637438 h 7865691"/>
                  <a:gd name="connsiteX111" fmla="*/ 7831130 w 10879987"/>
                  <a:gd name="connsiteY111" fmla="*/ 3686926 h 7865691"/>
                  <a:gd name="connsiteX112" fmla="*/ 7797787 w 10879987"/>
                  <a:gd name="connsiteY112" fmla="*/ 3737994 h 7865691"/>
                  <a:gd name="connsiteX113" fmla="*/ 7762559 w 10879987"/>
                  <a:gd name="connsiteY113" fmla="*/ 3786055 h 7865691"/>
                  <a:gd name="connsiteX114" fmla="*/ 7725597 w 10879987"/>
                  <a:gd name="connsiteY114" fmla="*/ 3832689 h 7865691"/>
                  <a:gd name="connsiteX115" fmla="*/ 7688483 w 10879987"/>
                  <a:gd name="connsiteY115" fmla="*/ 3877742 h 7865691"/>
                  <a:gd name="connsiteX116" fmla="*/ 7649636 w 10879987"/>
                  <a:gd name="connsiteY116" fmla="*/ 3921368 h 7865691"/>
                  <a:gd name="connsiteX117" fmla="*/ 7612064 w 10879987"/>
                  <a:gd name="connsiteY117" fmla="*/ 3961681 h 7865691"/>
                  <a:gd name="connsiteX118" fmla="*/ 7571332 w 10879987"/>
                  <a:gd name="connsiteY118" fmla="*/ 4002299 h 7865691"/>
                  <a:gd name="connsiteX119" fmla="*/ 7530447 w 10879987"/>
                  <a:gd name="connsiteY119" fmla="*/ 4041337 h 7865691"/>
                  <a:gd name="connsiteX120" fmla="*/ 7489409 w 10879987"/>
                  <a:gd name="connsiteY120" fmla="*/ 4078795 h 7865691"/>
                  <a:gd name="connsiteX121" fmla="*/ 7448066 w 10879987"/>
                  <a:gd name="connsiteY121" fmla="*/ 4113093 h 7865691"/>
                  <a:gd name="connsiteX122" fmla="*/ 7406723 w 10879987"/>
                  <a:gd name="connsiteY122" fmla="*/ 4147390 h 7865691"/>
                  <a:gd name="connsiteX123" fmla="*/ 7365227 w 10879987"/>
                  <a:gd name="connsiteY123" fmla="*/ 4180108 h 7865691"/>
                  <a:gd name="connsiteX124" fmla="*/ 7321998 w 10879987"/>
                  <a:gd name="connsiteY124" fmla="*/ 4211398 h 7865691"/>
                  <a:gd name="connsiteX125" fmla="*/ 7280350 w 10879987"/>
                  <a:gd name="connsiteY125" fmla="*/ 4242535 h 7865691"/>
                  <a:gd name="connsiteX126" fmla="*/ 7238549 w 10879987"/>
                  <a:gd name="connsiteY126" fmla="*/ 4272092 h 7865691"/>
                  <a:gd name="connsiteX127" fmla="*/ 7193435 w 10879987"/>
                  <a:gd name="connsiteY127" fmla="*/ 4300375 h 7865691"/>
                  <a:gd name="connsiteX128" fmla="*/ 7109069 w 10879987"/>
                  <a:gd name="connsiteY128" fmla="*/ 4351588 h 7865691"/>
                  <a:gd name="connsiteX129" fmla="*/ 7025826 w 10879987"/>
                  <a:gd name="connsiteY129" fmla="*/ 4397909 h 7865691"/>
                  <a:gd name="connsiteX130" fmla="*/ 6940391 w 10879987"/>
                  <a:gd name="connsiteY130" fmla="*/ 4438062 h 7865691"/>
                  <a:gd name="connsiteX131" fmla="*/ 6859545 w 10879987"/>
                  <a:gd name="connsiteY131" fmla="*/ 4476176 h 7865691"/>
                  <a:gd name="connsiteX132" fmla="*/ 6779820 w 10879987"/>
                  <a:gd name="connsiteY132" fmla="*/ 4509398 h 7865691"/>
                  <a:gd name="connsiteX133" fmla="*/ 6704378 w 10879987"/>
                  <a:gd name="connsiteY133" fmla="*/ 4537421 h 7865691"/>
                  <a:gd name="connsiteX134" fmla="*/ 6630516 w 10879987"/>
                  <a:gd name="connsiteY134" fmla="*/ 4565291 h 7865691"/>
                  <a:gd name="connsiteX135" fmla="*/ 6562364 w 10879987"/>
                  <a:gd name="connsiteY135" fmla="*/ 4586230 h 7865691"/>
                  <a:gd name="connsiteX136" fmla="*/ 6500380 w 10879987"/>
                  <a:gd name="connsiteY136" fmla="*/ 4604979 h 7865691"/>
                  <a:gd name="connsiteX137" fmla="*/ 6439823 w 10879987"/>
                  <a:gd name="connsiteY137" fmla="*/ 4621994 h 7865691"/>
                  <a:gd name="connsiteX138" fmla="*/ 6388289 w 10879987"/>
                  <a:gd name="connsiteY138" fmla="*/ 4633353 h 7865691"/>
                  <a:gd name="connsiteX139" fmla="*/ 6302450 w 10879987"/>
                  <a:gd name="connsiteY139" fmla="*/ 4652811 h 7865691"/>
                  <a:gd name="connsiteX140" fmla="*/ 6249031 w 10879987"/>
                  <a:gd name="connsiteY140" fmla="*/ 4661163 h 7865691"/>
                  <a:gd name="connsiteX141" fmla="*/ 6230222 w 10879987"/>
                  <a:gd name="connsiteY141" fmla="*/ 4664575 h 7865691"/>
                  <a:gd name="connsiteX142" fmla="*/ 6227135 w 10879987"/>
                  <a:gd name="connsiteY142" fmla="*/ 4654343 h 7865691"/>
                  <a:gd name="connsiteX143" fmla="*/ 6227811 w 10879987"/>
                  <a:gd name="connsiteY143" fmla="*/ 4661118 h 7865691"/>
                  <a:gd name="connsiteX144" fmla="*/ 6098112 w 10879987"/>
                  <a:gd name="connsiteY144" fmla="*/ 4712138 h 7865691"/>
                  <a:gd name="connsiteX145" fmla="*/ 6049694 w 10879987"/>
                  <a:gd name="connsiteY145" fmla="*/ 4681559 h 7865691"/>
                  <a:gd name="connsiteX146" fmla="*/ 6003825 w 10879987"/>
                  <a:gd name="connsiteY146" fmla="*/ 4645883 h 7865691"/>
                  <a:gd name="connsiteX147" fmla="*/ 5917185 w 10879987"/>
                  <a:gd name="connsiteY147" fmla="*/ 4584725 h 7865691"/>
                  <a:gd name="connsiteX148" fmla="*/ 5848382 w 10879987"/>
                  <a:gd name="connsiteY148" fmla="*/ 4523566 h 7865691"/>
                  <a:gd name="connsiteX149" fmla="*/ 5794867 w 10879987"/>
                  <a:gd name="connsiteY149" fmla="*/ 4475149 h 7865691"/>
                  <a:gd name="connsiteX150" fmla="*/ 5748999 w 10879987"/>
                  <a:gd name="connsiteY150" fmla="*/ 4429279 h 7865691"/>
                  <a:gd name="connsiteX151" fmla="*/ 5659810 w 10879987"/>
                  <a:gd name="connsiteY151" fmla="*/ 4345187 h 7865691"/>
                  <a:gd name="connsiteX152" fmla="*/ 5578265 w 10879987"/>
                  <a:gd name="connsiteY152" fmla="*/ 4276383 h 7865691"/>
                  <a:gd name="connsiteX153" fmla="*/ 5496721 w 10879987"/>
                  <a:gd name="connsiteY153" fmla="*/ 4212677 h 7865691"/>
                  <a:gd name="connsiteX154" fmla="*/ 5422820 w 10879987"/>
                  <a:gd name="connsiteY154" fmla="*/ 4161712 h 7865691"/>
                  <a:gd name="connsiteX155" fmla="*/ 5351468 w 10879987"/>
                  <a:gd name="connsiteY155" fmla="*/ 4118390 h 7865691"/>
                  <a:gd name="connsiteX156" fmla="*/ 5282666 w 10879987"/>
                  <a:gd name="connsiteY156" fmla="*/ 4082714 h 7865691"/>
                  <a:gd name="connsiteX157" fmla="*/ 5218958 w 10879987"/>
                  <a:gd name="connsiteY157" fmla="*/ 4057232 h 7865691"/>
                  <a:gd name="connsiteX158" fmla="*/ 5155251 w 10879987"/>
                  <a:gd name="connsiteY158" fmla="*/ 4036845 h 7865691"/>
                  <a:gd name="connsiteX159" fmla="*/ 5096640 w 10879987"/>
                  <a:gd name="connsiteY159" fmla="*/ 4026652 h 7865691"/>
                  <a:gd name="connsiteX160" fmla="*/ 5043128 w 10879987"/>
                  <a:gd name="connsiteY160" fmla="*/ 4019008 h 7865691"/>
                  <a:gd name="connsiteX161" fmla="*/ 4880868 w 10879987"/>
                  <a:gd name="connsiteY161" fmla="*/ 3988754 h 7865691"/>
                  <a:gd name="connsiteX162" fmla="*/ 4821814 w 10879987"/>
                  <a:gd name="connsiteY162" fmla="*/ 3988754 h 7865691"/>
                  <a:gd name="connsiteX163" fmla="*/ 4762758 w 10879987"/>
                  <a:gd name="connsiteY163" fmla="*/ 4000565 h 7865691"/>
                  <a:gd name="connsiteX164" fmla="*/ 4709610 w 10879987"/>
                  <a:gd name="connsiteY164" fmla="*/ 4012376 h 7865691"/>
                  <a:gd name="connsiteX165" fmla="*/ 4659412 w 10879987"/>
                  <a:gd name="connsiteY165" fmla="*/ 4033044 h 7865691"/>
                  <a:gd name="connsiteX166" fmla="*/ 4615122 w 10879987"/>
                  <a:gd name="connsiteY166" fmla="*/ 4056665 h 7865691"/>
                  <a:gd name="connsiteX167" fmla="*/ 4570830 w 10879987"/>
                  <a:gd name="connsiteY167" fmla="*/ 4086193 h 7865691"/>
                  <a:gd name="connsiteX168" fmla="*/ 4526540 w 10879987"/>
                  <a:gd name="connsiteY168" fmla="*/ 4118674 h 7865691"/>
                  <a:gd name="connsiteX169" fmla="*/ 4491107 w 10879987"/>
                  <a:gd name="connsiteY169" fmla="*/ 4157059 h 7865691"/>
                  <a:gd name="connsiteX170" fmla="*/ 4458626 w 10879987"/>
                  <a:gd name="connsiteY170" fmla="*/ 4195446 h 7865691"/>
                  <a:gd name="connsiteX171" fmla="*/ 4423193 w 10879987"/>
                  <a:gd name="connsiteY171" fmla="*/ 4239735 h 7865691"/>
                  <a:gd name="connsiteX172" fmla="*/ 4393666 w 10879987"/>
                  <a:gd name="connsiteY172" fmla="*/ 4284027 h 7865691"/>
                  <a:gd name="connsiteX173" fmla="*/ 4367092 w 10879987"/>
                  <a:gd name="connsiteY173" fmla="*/ 4328317 h 7865691"/>
                  <a:gd name="connsiteX174" fmla="*/ 4340517 w 10879987"/>
                  <a:gd name="connsiteY174" fmla="*/ 4375561 h 7865691"/>
                  <a:gd name="connsiteX175" fmla="*/ 4319849 w 10879987"/>
                  <a:gd name="connsiteY175" fmla="*/ 4422804 h 7865691"/>
                  <a:gd name="connsiteX176" fmla="*/ 4281462 w 10879987"/>
                  <a:gd name="connsiteY176" fmla="*/ 4517292 h 7865691"/>
                  <a:gd name="connsiteX177" fmla="*/ 4251934 w 10879987"/>
                  <a:gd name="connsiteY177" fmla="*/ 4605875 h 7865691"/>
                  <a:gd name="connsiteX178" fmla="*/ 4228313 w 10879987"/>
                  <a:gd name="connsiteY178" fmla="*/ 4685599 h 7865691"/>
                  <a:gd name="connsiteX179" fmla="*/ 4210597 w 10879987"/>
                  <a:gd name="connsiteY179" fmla="*/ 4756464 h 7865691"/>
                  <a:gd name="connsiteX180" fmla="*/ 4175163 w 10879987"/>
                  <a:gd name="connsiteY180" fmla="*/ 4895242 h 7865691"/>
                  <a:gd name="connsiteX181" fmla="*/ 4133825 w 10879987"/>
                  <a:gd name="connsiteY181" fmla="*/ 5031067 h 7865691"/>
                  <a:gd name="connsiteX182" fmla="*/ 4092487 w 10879987"/>
                  <a:gd name="connsiteY182" fmla="*/ 5160987 h 7865691"/>
                  <a:gd name="connsiteX183" fmla="*/ 4048197 w 10879987"/>
                  <a:gd name="connsiteY183" fmla="*/ 5285002 h 7865691"/>
                  <a:gd name="connsiteX184" fmla="*/ 4000953 w 10879987"/>
                  <a:gd name="connsiteY184" fmla="*/ 5409017 h 7865691"/>
                  <a:gd name="connsiteX185" fmla="*/ 3947804 w 10879987"/>
                  <a:gd name="connsiteY185" fmla="*/ 5530080 h 7865691"/>
                  <a:gd name="connsiteX186" fmla="*/ 3894654 w 10879987"/>
                  <a:gd name="connsiteY186" fmla="*/ 5642284 h 7865691"/>
                  <a:gd name="connsiteX187" fmla="*/ 3838552 w 10879987"/>
                  <a:gd name="connsiteY187" fmla="*/ 5757440 h 7865691"/>
                  <a:gd name="connsiteX188" fmla="*/ 3776546 w 10879987"/>
                  <a:gd name="connsiteY188" fmla="*/ 5863738 h 7865691"/>
                  <a:gd name="connsiteX189" fmla="*/ 3717492 w 10879987"/>
                  <a:gd name="connsiteY189" fmla="*/ 5967085 h 7865691"/>
                  <a:gd name="connsiteX190" fmla="*/ 3649577 w 10879987"/>
                  <a:gd name="connsiteY190" fmla="*/ 6067477 h 7865691"/>
                  <a:gd name="connsiteX191" fmla="*/ 3584617 w 10879987"/>
                  <a:gd name="connsiteY191" fmla="*/ 6161965 h 7865691"/>
                  <a:gd name="connsiteX192" fmla="*/ 3516705 w 10879987"/>
                  <a:gd name="connsiteY192" fmla="*/ 6256452 h 7865691"/>
                  <a:gd name="connsiteX193" fmla="*/ 3445840 w 10879987"/>
                  <a:gd name="connsiteY193" fmla="*/ 6342080 h 7865691"/>
                  <a:gd name="connsiteX194" fmla="*/ 3374974 w 10879987"/>
                  <a:gd name="connsiteY194" fmla="*/ 6430663 h 7865691"/>
                  <a:gd name="connsiteX195" fmla="*/ 3301155 w 10879987"/>
                  <a:gd name="connsiteY195" fmla="*/ 6513339 h 7865691"/>
                  <a:gd name="connsiteX196" fmla="*/ 3224384 w 10879987"/>
                  <a:gd name="connsiteY196" fmla="*/ 6593063 h 7865691"/>
                  <a:gd name="connsiteX197" fmla="*/ 3147613 w 10879987"/>
                  <a:gd name="connsiteY197" fmla="*/ 6669834 h 7865691"/>
                  <a:gd name="connsiteX198" fmla="*/ 3067890 w 10879987"/>
                  <a:gd name="connsiteY198" fmla="*/ 6743653 h 7865691"/>
                  <a:gd name="connsiteX199" fmla="*/ 2991120 w 10879987"/>
                  <a:gd name="connsiteY199" fmla="*/ 6811566 h 7865691"/>
                  <a:gd name="connsiteX200" fmla="*/ 2908443 w 10879987"/>
                  <a:gd name="connsiteY200" fmla="*/ 6879478 h 7865691"/>
                  <a:gd name="connsiteX201" fmla="*/ 2825766 w 10879987"/>
                  <a:gd name="connsiteY201" fmla="*/ 6944438 h 7865691"/>
                  <a:gd name="connsiteX202" fmla="*/ 2743090 w 10879987"/>
                  <a:gd name="connsiteY202" fmla="*/ 7006447 h 7865691"/>
                  <a:gd name="connsiteX203" fmla="*/ 2660413 w 10879987"/>
                  <a:gd name="connsiteY203" fmla="*/ 7062547 h 7865691"/>
                  <a:gd name="connsiteX204" fmla="*/ 2577736 w 10879987"/>
                  <a:gd name="connsiteY204" fmla="*/ 7118650 h 7865691"/>
                  <a:gd name="connsiteX205" fmla="*/ 2495061 w 10879987"/>
                  <a:gd name="connsiteY205" fmla="*/ 7171799 h 7865691"/>
                  <a:gd name="connsiteX206" fmla="*/ 2409429 w 10879987"/>
                  <a:gd name="connsiteY206" fmla="*/ 7221995 h 7865691"/>
                  <a:gd name="connsiteX207" fmla="*/ 2326754 w 10879987"/>
                  <a:gd name="connsiteY207" fmla="*/ 7272193 h 7865691"/>
                  <a:gd name="connsiteX208" fmla="*/ 2244077 w 10879987"/>
                  <a:gd name="connsiteY208" fmla="*/ 7319436 h 7865691"/>
                  <a:gd name="connsiteX209" fmla="*/ 2155495 w 10879987"/>
                  <a:gd name="connsiteY209" fmla="*/ 7363726 h 7865691"/>
                  <a:gd name="connsiteX210" fmla="*/ 1990142 w 10879987"/>
                  <a:gd name="connsiteY210" fmla="*/ 7443451 h 7865691"/>
                  <a:gd name="connsiteX211" fmla="*/ 1827743 w 10879987"/>
                  <a:gd name="connsiteY211" fmla="*/ 7514317 h 7865691"/>
                  <a:gd name="connsiteX212" fmla="*/ 1662389 w 10879987"/>
                  <a:gd name="connsiteY212" fmla="*/ 7573370 h 7865691"/>
                  <a:gd name="connsiteX213" fmla="*/ 1505893 w 10879987"/>
                  <a:gd name="connsiteY213" fmla="*/ 7629472 h 7865691"/>
                  <a:gd name="connsiteX214" fmla="*/ 1352352 w 10879987"/>
                  <a:gd name="connsiteY214" fmla="*/ 7676715 h 7865691"/>
                  <a:gd name="connsiteX215" fmla="*/ 1207669 w 10879987"/>
                  <a:gd name="connsiteY215" fmla="*/ 7715102 h 7865691"/>
                  <a:gd name="connsiteX216" fmla="*/ 1065937 w 10879987"/>
                  <a:gd name="connsiteY216" fmla="*/ 7753487 h 7865691"/>
                  <a:gd name="connsiteX217" fmla="*/ 936017 w 10879987"/>
                  <a:gd name="connsiteY217" fmla="*/ 7780062 h 7865691"/>
                  <a:gd name="connsiteX218" fmla="*/ 817908 w 10879987"/>
                  <a:gd name="connsiteY218" fmla="*/ 7803684 h 7865691"/>
                  <a:gd name="connsiteX219" fmla="*/ 702751 w 10879987"/>
                  <a:gd name="connsiteY219" fmla="*/ 7824352 h 7865691"/>
                  <a:gd name="connsiteX220" fmla="*/ 605312 w 10879987"/>
                  <a:gd name="connsiteY220" fmla="*/ 7836163 h 7865691"/>
                  <a:gd name="connsiteX221" fmla="*/ 442910 w 10879987"/>
                  <a:gd name="connsiteY221" fmla="*/ 7856833 h 7865691"/>
                  <a:gd name="connsiteX222" fmla="*/ 342518 w 10879987"/>
                  <a:gd name="connsiteY222" fmla="*/ 7862739 h 7865691"/>
                  <a:gd name="connsiteX223" fmla="*/ 307084 w 10879987"/>
                  <a:gd name="connsiteY223" fmla="*/ 7865691 h 7865691"/>
                  <a:gd name="connsiteX224" fmla="*/ 0 w 10879987"/>
                  <a:gd name="connsiteY224" fmla="*/ 6324364 h 7865691"/>
                  <a:gd name="connsiteX225" fmla="*/ 32481 w 10879987"/>
                  <a:gd name="connsiteY225" fmla="*/ 6318459 h 7865691"/>
                  <a:gd name="connsiteX226" fmla="*/ 124015 w 10879987"/>
                  <a:gd name="connsiteY226" fmla="*/ 6312553 h 7865691"/>
                  <a:gd name="connsiteX227" fmla="*/ 265746 w 10879987"/>
                  <a:gd name="connsiteY227" fmla="*/ 6297791 h 7865691"/>
                  <a:gd name="connsiteX228" fmla="*/ 357282 w 10879987"/>
                  <a:gd name="connsiteY228" fmla="*/ 6283026 h 7865691"/>
                  <a:gd name="connsiteX229" fmla="*/ 454721 w 10879987"/>
                  <a:gd name="connsiteY229" fmla="*/ 6265309 h 7865691"/>
                  <a:gd name="connsiteX230" fmla="*/ 563973 w 10879987"/>
                  <a:gd name="connsiteY230" fmla="*/ 6247592 h 7865691"/>
                  <a:gd name="connsiteX231" fmla="*/ 679129 w 10879987"/>
                  <a:gd name="connsiteY231" fmla="*/ 6221020 h 7865691"/>
                  <a:gd name="connsiteX232" fmla="*/ 803144 w 10879987"/>
                  <a:gd name="connsiteY232" fmla="*/ 6185586 h 7865691"/>
                  <a:gd name="connsiteX233" fmla="*/ 933064 w 10879987"/>
                  <a:gd name="connsiteY233" fmla="*/ 6150154 h 7865691"/>
                  <a:gd name="connsiteX234" fmla="*/ 1068890 w 10879987"/>
                  <a:gd name="connsiteY234" fmla="*/ 6102911 h 7865691"/>
                  <a:gd name="connsiteX235" fmla="*/ 1210620 w 10879987"/>
                  <a:gd name="connsiteY235" fmla="*/ 6049761 h 7865691"/>
                  <a:gd name="connsiteX236" fmla="*/ 1358257 w 10879987"/>
                  <a:gd name="connsiteY236" fmla="*/ 5990706 h 7865691"/>
                  <a:gd name="connsiteX237" fmla="*/ 1502942 w 10879987"/>
                  <a:gd name="connsiteY237" fmla="*/ 5922793 h 7865691"/>
                  <a:gd name="connsiteX238" fmla="*/ 1653530 w 10879987"/>
                  <a:gd name="connsiteY238" fmla="*/ 5843070 h 7865691"/>
                  <a:gd name="connsiteX239" fmla="*/ 1730302 w 10879987"/>
                  <a:gd name="connsiteY239" fmla="*/ 5801731 h 7865691"/>
                  <a:gd name="connsiteX240" fmla="*/ 1807072 w 10879987"/>
                  <a:gd name="connsiteY240" fmla="*/ 5757440 h 7865691"/>
                  <a:gd name="connsiteX241" fmla="*/ 1880892 w 10879987"/>
                  <a:gd name="connsiteY241" fmla="*/ 5710195 h 7865691"/>
                  <a:gd name="connsiteX242" fmla="*/ 1957662 w 10879987"/>
                  <a:gd name="connsiteY242" fmla="*/ 5662952 h 7865691"/>
                  <a:gd name="connsiteX243" fmla="*/ 2034434 w 10879987"/>
                  <a:gd name="connsiteY243" fmla="*/ 5609803 h 7865691"/>
                  <a:gd name="connsiteX244" fmla="*/ 2108251 w 10879987"/>
                  <a:gd name="connsiteY244" fmla="*/ 5553701 h 7865691"/>
                  <a:gd name="connsiteX245" fmla="*/ 2185022 w 10879987"/>
                  <a:gd name="connsiteY245" fmla="*/ 5497599 h 7865691"/>
                  <a:gd name="connsiteX246" fmla="*/ 2255888 w 10879987"/>
                  <a:gd name="connsiteY246" fmla="*/ 5435593 h 7865691"/>
                  <a:gd name="connsiteX247" fmla="*/ 2329707 w 10879987"/>
                  <a:gd name="connsiteY247" fmla="*/ 5373584 h 7865691"/>
                  <a:gd name="connsiteX248" fmla="*/ 2403525 w 10879987"/>
                  <a:gd name="connsiteY248" fmla="*/ 5305672 h 7865691"/>
                  <a:gd name="connsiteX249" fmla="*/ 2477344 w 10879987"/>
                  <a:gd name="connsiteY249" fmla="*/ 5237759 h 7865691"/>
                  <a:gd name="connsiteX250" fmla="*/ 2548210 w 10879987"/>
                  <a:gd name="connsiteY250" fmla="*/ 5166894 h 7865691"/>
                  <a:gd name="connsiteX251" fmla="*/ 2616121 w 10879987"/>
                  <a:gd name="connsiteY251" fmla="*/ 5090123 h 7865691"/>
                  <a:gd name="connsiteX252" fmla="*/ 2686987 w 10879987"/>
                  <a:gd name="connsiteY252" fmla="*/ 5010399 h 7865691"/>
                  <a:gd name="connsiteX253" fmla="*/ 2754901 w 10879987"/>
                  <a:gd name="connsiteY253" fmla="*/ 4930674 h 7865691"/>
                  <a:gd name="connsiteX254" fmla="*/ 2819860 w 10879987"/>
                  <a:gd name="connsiteY254" fmla="*/ 4842093 h 7865691"/>
                  <a:gd name="connsiteX255" fmla="*/ 2887773 w 10879987"/>
                  <a:gd name="connsiteY255" fmla="*/ 4756465 h 7865691"/>
                  <a:gd name="connsiteX256" fmla="*/ 2949781 w 10879987"/>
                  <a:gd name="connsiteY256" fmla="*/ 4661977 h 7865691"/>
                  <a:gd name="connsiteX257" fmla="*/ 3011788 w 10879987"/>
                  <a:gd name="connsiteY257" fmla="*/ 4567490 h 7865691"/>
                  <a:gd name="connsiteX258" fmla="*/ 3070842 w 10879987"/>
                  <a:gd name="connsiteY258" fmla="*/ 4470049 h 7865691"/>
                  <a:gd name="connsiteX259" fmla="*/ 3126944 w 10879987"/>
                  <a:gd name="connsiteY259" fmla="*/ 4366704 h 7865691"/>
                  <a:gd name="connsiteX260" fmla="*/ 3183046 w 10879987"/>
                  <a:gd name="connsiteY260" fmla="*/ 4260406 h 7865691"/>
                  <a:gd name="connsiteX261" fmla="*/ 3236195 w 10879987"/>
                  <a:gd name="connsiteY261" fmla="*/ 4145248 h 7865691"/>
                  <a:gd name="connsiteX262" fmla="*/ 3286393 w 10879987"/>
                  <a:gd name="connsiteY262" fmla="*/ 4033044 h 7865691"/>
                  <a:gd name="connsiteX263" fmla="*/ 3336587 w 10879987"/>
                  <a:gd name="connsiteY263" fmla="*/ 3914935 h 7865691"/>
                  <a:gd name="connsiteX264" fmla="*/ 3383832 w 10879987"/>
                  <a:gd name="connsiteY264" fmla="*/ 3793873 h 7865691"/>
                  <a:gd name="connsiteX265" fmla="*/ 3428123 w 10879987"/>
                  <a:gd name="connsiteY265" fmla="*/ 3666905 h 7865691"/>
                  <a:gd name="connsiteX266" fmla="*/ 3466508 w 10879987"/>
                  <a:gd name="connsiteY266" fmla="*/ 3536985 h 7865691"/>
                  <a:gd name="connsiteX267" fmla="*/ 3504894 w 10879987"/>
                  <a:gd name="connsiteY267" fmla="*/ 3398208 h 7865691"/>
                  <a:gd name="connsiteX268" fmla="*/ 3540327 w 10879987"/>
                  <a:gd name="connsiteY268" fmla="*/ 3259428 h 7865691"/>
                  <a:gd name="connsiteX269" fmla="*/ 3558043 w 10879987"/>
                  <a:gd name="connsiteY269" fmla="*/ 3191516 h 7865691"/>
                  <a:gd name="connsiteX270" fmla="*/ 3584617 w 10879987"/>
                  <a:gd name="connsiteY270" fmla="*/ 3108840 h 7865691"/>
                  <a:gd name="connsiteX271" fmla="*/ 3617098 w 10879987"/>
                  <a:gd name="connsiteY271" fmla="*/ 3017305 h 7865691"/>
                  <a:gd name="connsiteX272" fmla="*/ 3661388 w 10879987"/>
                  <a:gd name="connsiteY272" fmla="*/ 2919865 h 7865691"/>
                  <a:gd name="connsiteX273" fmla="*/ 3687964 w 10879987"/>
                  <a:gd name="connsiteY273" fmla="*/ 2869668 h 7865691"/>
                  <a:gd name="connsiteX274" fmla="*/ 3714537 w 10879987"/>
                  <a:gd name="connsiteY274" fmla="*/ 2822424 h 7865691"/>
                  <a:gd name="connsiteX275" fmla="*/ 3744064 w 10879987"/>
                  <a:gd name="connsiteY275" fmla="*/ 2772228 h 7865691"/>
                  <a:gd name="connsiteX276" fmla="*/ 3776546 w 10879987"/>
                  <a:gd name="connsiteY276" fmla="*/ 2724985 h 7865691"/>
                  <a:gd name="connsiteX277" fmla="*/ 3809025 w 10879987"/>
                  <a:gd name="connsiteY277" fmla="*/ 2683647 h 7865691"/>
                  <a:gd name="connsiteX278" fmla="*/ 3850363 w 10879987"/>
                  <a:gd name="connsiteY278" fmla="*/ 2642308 h 7865691"/>
                  <a:gd name="connsiteX279" fmla="*/ 3891701 w 10879987"/>
                  <a:gd name="connsiteY279" fmla="*/ 2603921 h 7865691"/>
                  <a:gd name="connsiteX280" fmla="*/ 3933040 w 10879987"/>
                  <a:gd name="connsiteY280" fmla="*/ 2565537 h 7865691"/>
                  <a:gd name="connsiteX281" fmla="*/ 3977331 w 10879987"/>
                  <a:gd name="connsiteY281" fmla="*/ 2536010 h 7865691"/>
                  <a:gd name="connsiteX282" fmla="*/ 4027527 w 10879987"/>
                  <a:gd name="connsiteY282" fmla="*/ 2512388 h 7865691"/>
                  <a:gd name="connsiteX283" fmla="*/ 4077724 w 10879987"/>
                  <a:gd name="connsiteY283" fmla="*/ 2488766 h 7865691"/>
                  <a:gd name="connsiteX284" fmla="*/ 4130874 w 10879987"/>
                  <a:gd name="connsiteY284" fmla="*/ 2476955 h 7865691"/>
                  <a:gd name="connsiteX285" fmla="*/ 4186974 w 10879987"/>
                  <a:gd name="connsiteY285" fmla="*/ 2471050 h 7865691"/>
                  <a:gd name="connsiteX286" fmla="*/ 4246029 w 10879987"/>
                  <a:gd name="connsiteY286" fmla="*/ 2465144 h 7865691"/>
                  <a:gd name="connsiteX287" fmla="*/ 4310989 w 10879987"/>
                  <a:gd name="connsiteY287" fmla="*/ 2474001 h 7865691"/>
                  <a:gd name="connsiteX288" fmla="*/ 4375949 w 10879987"/>
                  <a:gd name="connsiteY288" fmla="*/ 2488766 h 7865691"/>
                  <a:gd name="connsiteX289" fmla="*/ 4446816 w 10879987"/>
                  <a:gd name="connsiteY289" fmla="*/ 2512388 h 7865691"/>
                  <a:gd name="connsiteX290" fmla="*/ 4520634 w 10879987"/>
                  <a:gd name="connsiteY290" fmla="*/ 2544867 h 7865691"/>
                  <a:gd name="connsiteX291" fmla="*/ 4597405 w 10879987"/>
                  <a:gd name="connsiteY291" fmla="*/ 2589159 h 7865691"/>
                  <a:gd name="connsiteX292" fmla="*/ 4674177 w 10879987"/>
                  <a:gd name="connsiteY292" fmla="*/ 2642308 h 7865691"/>
                  <a:gd name="connsiteX293" fmla="*/ 4756853 w 10879987"/>
                  <a:gd name="connsiteY293" fmla="*/ 2707268 h 7865691"/>
                  <a:gd name="connsiteX294" fmla="*/ 4842482 w 10879987"/>
                  <a:gd name="connsiteY294" fmla="*/ 2781086 h 7865691"/>
                  <a:gd name="connsiteX295" fmla="*/ 4934017 w 10879987"/>
                  <a:gd name="connsiteY295" fmla="*/ 2869668 h 7865691"/>
                  <a:gd name="connsiteX296" fmla="*/ 5028504 w 10879987"/>
                  <a:gd name="connsiteY296" fmla="*/ 2970060 h 7865691"/>
                  <a:gd name="connsiteX297" fmla="*/ 5131849 w 10879987"/>
                  <a:gd name="connsiteY297" fmla="*/ 3091492 h 7865691"/>
                  <a:gd name="connsiteX298" fmla="*/ 5131263 w 10879987"/>
                  <a:gd name="connsiteY298" fmla="*/ 3098119 h 7865691"/>
                  <a:gd name="connsiteX299" fmla="*/ 5170541 w 10879987"/>
                  <a:gd name="connsiteY299" fmla="*/ 3139853 h 7865691"/>
                  <a:gd name="connsiteX300" fmla="*/ 5272472 w 10879987"/>
                  <a:gd name="connsiteY300" fmla="*/ 3259623 h 7865691"/>
                  <a:gd name="connsiteX301" fmla="*/ 5343823 w 10879987"/>
                  <a:gd name="connsiteY301" fmla="*/ 3343715 h 7865691"/>
                  <a:gd name="connsiteX302" fmla="*/ 5425369 w 10879987"/>
                  <a:gd name="connsiteY302" fmla="*/ 3432906 h 7865691"/>
                  <a:gd name="connsiteX303" fmla="*/ 5514557 w 10879987"/>
                  <a:gd name="connsiteY303" fmla="*/ 3522094 h 7865691"/>
                  <a:gd name="connsiteX304" fmla="*/ 5560426 w 10879987"/>
                  <a:gd name="connsiteY304" fmla="*/ 3567964 h 7865691"/>
                  <a:gd name="connsiteX305" fmla="*/ 5608844 w 10879987"/>
                  <a:gd name="connsiteY305" fmla="*/ 3611285 h 7865691"/>
                  <a:gd name="connsiteX306" fmla="*/ 5659810 w 10879987"/>
                  <a:gd name="connsiteY306" fmla="*/ 3654604 h 7865691"/>
                  <a:gd name="connsiteX307" fmla="*/ 5710775 w 10879987"/>
                  <a:gd name="connsiteY307" fmla="*/ 3692830 h 7865691"/>
                  <a:gd name="connsiteX308" fmla="*/ 5759192 w 10879987"/>
                  <a:gd name="connsiteY308" fmla="*/ 3725956 h 7865691"/>
                  <a:gd name="connsiteX309" fmla="*/ 5810157 w 10879987"/>
                  <a:gd name="connsiteY309" fmla="*/ 3759084 h 7865691"/>
                  <a:gd name="connsiteX310" fmla="*/ 5863672 w 10879987"/>
                  <a:gd name="connsiteY310" fmla="*/ 3787115 h 7865691"/>
                  <a:gd name="connsiteX311" fmla="*/ 5914637 w 10879987"/>
                  <a:gd name="connsiteY311" fmla="*/ 3807501 h 7865691"/>
                  <a:gd name="connsiteX312" fmla="*/ 5965602 w 10879987"/>
                  <a:gd name="connsiteY312" fmla="*/ 3825340 h 7865691"/>
                  <a:gd name="connsiteX313" fmla="*/ 6019115 w 10879987"/>
                  <a:gd name="connsiteY313" fmla="*/ 3832983 h 7865691"/>
                  <a:gd name="connsiteX314" fmla="*/ 6044598 w 10879987"/>
                  <a:gd name="connsiteY314" fmla="*/ 3835532 h 7865691"/>
                  <a:gd name="connsiteX315" fmla="*/ 6070081 w 10879987"/>
                  <a:gd name="connsiteY315" fmla="*/ 3835533 h 7865691"/>
                  <a:gd name="connsiteX316" fmla="*/ 6088201 w 10879987"/>
                  <a:gd name="connsiteY316" fmla="*/ 3835532 h 7865691"/>
                  <a:gd name="connsiteX317" fmla="*/ 6127028 w 10879987"/>
                  <a:gd name="connsiteY317" fmla="*/ 3827657 h 7865691"/>
                  <a:gd name="connsiteX318" fmla="*/ 6175249 w 10879987"/>
                  <a:gd name="connsiteY318" fmla="*/ 3815024 h 7865691"/>
                  <a:gd name="connsiteX319" fmla="*/ 6226478 w 10879987"/>
                  <a:gd name="connsiteY319" fmla="*/ 3800504 h 7865691"/>
                  <a:gd name="connsiteX320" fmla="*/ 6284027 w 10879987"/>
                  <a:gd name="connsiteY320" fmla="*/ 3785374 h 7865691"/>
                  <a:gd name="connsiteX321" fmla="*/ 6344278 w 10879987"/>
                  <a:gd name="connsiteY321" fmla="*/ 3765199 h 7865691"/>
                  <a:gd name="connsiteX322" fmla="*/ 6408812 w 10879987"/>
                  <a:gd name="connsiteY322" fmla="*/ 3739825 h 7865691"/>
                  <a:gd name="connsiteX323" fmla="*/ 6476506 w 10879987"/>
                  <a:gd name="connsiteY323" fmla="*/ 3714145 h 7865691"/>
                  <a:gd name="connsiteX324" fmla="*/ 6546750 w 10879987"/>
                  <a:gd name="connsiteY324" fmla="*/ 3681840 h 7865691"/>
                  <a:gd name="connsiteX325" fmla="*/ 6619848 w 10879987"/>
                  <a:gd name="connsiteY325" fmla="*/ 3646069 h 7865691"/>
                  <a:gd name="connsiteX326" fmla="*/ 6695802 w 10879987"/>
                  <a:gd name="connsiteY326" fmla="*/ 3606832 h 7865691"/>
                  <a:gd name="connsiteX327" fmla="*/ 6769717 w 10879987"/>
                  <a:gd name="connsiteY327" fmla="*/ 3563008 h 7865691"/>
                  <a:gd name="connsiteX328" fmla="*/ 6846182 w 10879987"/>
                  <a:gd name="connsiteY328" fmla="*/ 3512557 h 7865691"/>
                  <a:gd name="connsiteX329" fmla="*/ 6885128 w 10879987"/>
                  <a:gd name="connsiteY329" fmla="*/ 3486466 h 7865691"/>
                  <a:gd name="connsiteX330" fmla="*/ 6923922 w 10879987"/>
                  <a:gd name="connsiteY330" fmla="*/ 3458794 h 7865691"/>
                  <a:gd name="connsiteX331" fmla="*/ 6960982 w 10879987"/>
                  <a:gd name="connsiteY331" fmla="*/ 3429695 h 7865691"/>
                  <a:gd name="connsiteX332" fmla="*/ 6999623 w 10879987"/>
                  <a:gd name="connsiteY332" fmla="*/ 3400443 h 7865691"/>
                  <a:gd name="connsiteX333" fmla="*/ 7037959 w 10879987"/>
                  <a:gd name="connsiteY333" fmla="*/ 3368031 h 7865691"/>
                  <a:gd name="connsiteX334" fmla="*/ 7074561 w 10879987"/>
                  <a:gd name="connsiteY334" fmla="*/ 3334191 h 7865691"/>
                  <a:gd name="connsiteX335" fmla="*/ 7112744 w 10879987"/>
                  <a:gd name="connsiteY335" fmla="*/ 3300199 h 7865691"/>
                  <a:gd name="connsiteX336" fmla="*/ 7147461 w 10879987"/>
                  <a:gd name="connsiteY336" fmla="*/ 3263352 h 7865691"/>
                  <a:gd name="connsiteX337" fmla="*/ 7183759 w 10879987"/>
                  <a:gd name="connsiteY337" fmla="*/ 3226352 h 7865691"/>
                  <a:gd name="connsiteX338" fmla="*/ 7219751 w 10879987"/>
                  <a:gd name="connsiteY338" fmla="*/ 3186191 h 7865691"/>
                  <a:gd name="connsiteX339" fmla="*/ 7255743 w 10879987"/>
                  <a:gd name="connsiteY339" fmla="*/ 3146031 h 7865691"/>
                  <a:gd name="connsiteX340" fmla="*/ 7290002 w 10879987"/>
                  <a:gd name="connsiteY340" fmla="*/ 3104444 h 7865691"/>
                  <a:gd name="connsiteX341" fmla="*/ 7322375 w 10879987"/>
                  <a:gd name="connsiteY341" fmla="*/ 3059848 h 7865691"/>
                  <a:gd name="connsiteX342" fmla="*/ 7356176 w 10879987"/>
                  <a:gd name="connsiteY342" fmla="*/ 3013520 h 7865691"/>
                  <a:gd name="connsiteX343" fmla="*/ 7388397 w 10879987"/>
                  <a:gd name="connsiteY343" fmla="*/ 2967345 h 7865691"/>
                  <a:gd name="connsiteX344" fmla="*/ 7418580 w 10879987"/>
                  <a:gd name="connsiteY344" fmla="*/ 2916582 h 7865691"/>
                  <a:gd name="connsiteX345" fmla="*/ 7450496 w 10879987"/>
                  <a:gd name="connsiteY345" fmla="*/ 2867246 h 7865691"/>
                  <a:gd name="connsiteX346" fmla="*/ 7478793 w 10879987"/>
                  <a:gd name="connsiteY346" fmla="*/ 2813475 h 7865691"/>
                  <a:gd name="connsiteX347" fmla="*/ 7507090 w 10879987"/>
                  <a:gd name="connsiteY347" fmla="*/ 2759705 h 7865691"/>
                  <a:gd name="connsiteX348" fmla="*/ 7533655 w 10879987"/>
                  <a:gd name="connsiteY348" fmla="*/ 2704506 h 7865691"/>
                  <a:gd name="connsiteX349" fmla="*/ 7558334 w 10879987"/>
                  <a:gd name="connsiteY349" fmla="*/ 2646301 h 7865691"/>
                  <a:gd name="connsiteX350" fmla="*/ 7582860 w 10879987"/>
                  <a:gd name="connsiteY350" fmla="*/ 2586515 h 7865691"/>
                  <a:gd name="connsiteX351" fmla="*/ 7605348 w 10879987"/>
                  <a:gd name="connsiteY351" fmla="*/ 2522141 h 7865691"/>
                  <a:gd name="connsiteX352" fmla="*/ 7626409 w 10879987"/>
                  <a:gd name="connsiteY352" fmla="*/ 2459500 h 7865691"/>
                  <a:gd name="connsiteX353" fmla="*/ 7647164 w 10879987"/>
                  <a:gd name="connsiteY353" fmla="*/ 2393699 h 7865691"/>
                  <a:gd name="connsiteX354" fmla="*/ 7666187 w 10879987"/>
                  <a:gd name="connsiteY354" fmla="*/ 2326471 h 7865691"/>
                  <a:gd name="connsiteX355" fmla="*/ 7683324 w 10879987"/>
                  <a:gd name="connsiteY355" fmla="*/ 2256234 h 7865691"/>
                  <a:gd name="connsiteX356" fmla="*/ 7697148 w 10879987"/>
                  <a:gd name="connsiteY356" fmla="*/ 2184723 h 7865691"/>
                  <a:gd name="connsiteX357" fmla="*/ 7710514 w 10879987"/>
                  <a:gd name="connsiteY357" fmla="*/ 2108472 h 7865691"/>
                  <a:gd name="connsiteX358" fmla="*/ 7722300 w 10879987"/>
                  <a:gd name="connsiteY358" fmla="*/ 2032373 h 7865691"/>
                  <a:gd name="connsiteX359" fmla="*/ 7728269 w 10879987"/>
                  <a:gd name="connsiteY359" fmla="*/ 1995114 h 7865691"/>
                  <a:gd name="connsiteX360" fmla="*/ 7738215 w 10879987"/>
                  <a:gd name="connsiteY360" fmla="*/ 1949496 h 7865691"/>
                  <a:gd name="connsiteX361" fmla="*/ 7750864 w 10879987"/>
                  <a:gd name="connsiteY361" fmla="*/ 1898832 h 7865691"/>
                  <a:gd name="connsiteX362" fmla="*/ 7769527 w 10879987"/>
                  <a:gd name="connsiteY362" fmla="*/ 1844397 h 7865691"/>
                  <a:gd name="connsiteX363" fmla="*/ 7781153 w 10879987"/>
                  <a:gd name="connsiteY363" fmla="*/ 1816161 h 7865691"/>
                  <a:gd name="connsiteX364" fmla="*/ 7792932 w 10879987"/>
                  <a:gd name="connsiteY364" fmla="*/ 1789504 h 7865691"/>
                  <a:gd name="connsiteX365" fmla="*/ 7806138 w 10879987"/>
                  <a:gd name="connsiteY365" fmla="*/ 1761115 h 7865691"/>
                  <a:gd name="connsiteX366" fmla="*/ 7821076 w 10879987"/>
                  <a:gd name="connsiteY366" fmla="*/ 1734153 h 7865691"/>
                  <a:gd name="connsiteX367" fmla="*/ 7836320 w 10879987"/>
                  <a:gd name="connsiteY367" fmla="*/ 1710352 h 7865691"/>
                  <a:gd name="connsiteX368" fmla="*/ 7856305 w 10879987"/>
                  <a:gd name="connsiteY368" fmla="*/ 1686093 h 7865691"/>
                  <a:gd name="connsiteX369" fmla="*/ 7876442 w 10879987"/>
                  <a:gd name="connsiteY369" fmla="*/ 1663413 h 7865691"/>
                  <a:gd name="connsiteX370" fmla="*/ 7896579 w 10879987"/>
                  <a:gd name="connsiteY370" fmla="*/ 1640734 h 7865691"/>
                  <a:gd name="connsiteX371" fmla="*/ 7918755 w 10879987"/>
                  <a:gd name="connsiteY371" fmla="*/ 1622642 h 7865691"/>
                  <a:gd name="connsiteX372" fmla="*/ 7944396 w 10879987"/>
                  <a:gd name="connsiteY372" fmla="*/ 1607405 h 7865691"/>
                  <a:gd name="connsiteX373" fmla="*/ 7970036 w 10879987"/>
                  <a:gd name="connsiteY373" fmla="*/ 1592169 h 7865691"/>
                  <a:gd name="connsiteX374" fmla="*/ 7997868 w 10879987"/>
                  <a:gd name="connsiteY374" fmla="*/ 1583100 h 7865691"/>
                  <a:gd name="connsiteX375" fmla="*/ 8027586 w 10879987"/>
                  <a:gd name="connsiteY375" fmla="*/ 1577039 h 7865691"/>
                  <a:gd name="connsiteX376" fmla="*/ 8058883 w 10879987"/>
                  <a:gd name="connsiteY376" fmla="*/ 1570825 h 7865691"/>
                  <a:gd name="connsiteX377" fmla="*/ 8094104 w 10879987"/>
                  <a:gd name="connsiteY377" fmla="*/ 1572207 h 7865691"/>
                  <a:gd name="connsiteX378" fmla="*/ 8129631 w 10879987"/>
                  <a:gd name="connsiteY378" fmla="*/ 1576748 h 7865691"/>
                  <a:gd name="connsiteX379" fmla="*/ 8168776 w 10879987"/>
                  <a:gd name="connsiteY379" fmla="*/ 1585725 h 7865691"/>
                  <a:gd name="connsiteX380" fmla="*/ 8209959 w 10879987"/>
                  <a:gd name="connsiteY380" fmla="*/ 1599290 h 7865691"/>
                  <a:gd name="connsiteX381" fmla="*/ 8253332 w 10879987"/>
                  <a:gd name="connsiteY381" fmla="*/ 1619022 h 7865691"/>
                  <a:gd name="connsiteX382" fmla="*/ 8297164 w 10879987"/>
                  <a:gd name="connsiteY382" fmla="*/ 1643496 h 7865691"/>
                  <a:gd name="connsiteX383" fmla="*/ 8344767 w 10879987"/>
                  <a:gd name="connsiteY383" fmla="*/ 1673984 h 7865691"/>
                  <a:gd name="connsiteX384" fmla="*/ 8394408 w 10879987"/>
                  <a:gd name="connsiteY384" fmla="*/ 1709059 h 7865691"/>
                  <a:gd name="connsiteX385" fmla="*/ 8447973 w 10879987"/>
                  <a:gd name="connsiteY385" fmla="*/ 1751731 h 7865691"/>
                  <a:gd name="connsiteX386" fmla="*/ 8503728 w 10879987"/>
                  <a:gd name="connsiteY386" fmla="*/ 1800570 h 7865691"/>
                  <a:gd name="connsiteX387" fmla="*/ 8574110 w 10879987"/>
                  <a:gd name="connsiteY387" fmla="*/ 1868729 h 7865691"/>
                  <a:gd name="connsiteX388" fmla="*/ 8623392 w 10879987"/>
                  <a:gd name="connsiteY388" fmla="*/ 1916599 h 7865691"/>
                  <a:gd name="connsiteX389" fmla="*/ 8679300 w 10879987"/>
                  <a:gd name="connsiteY389" fmla="*/ 1967018 h 7865691"/>
                  <a:gd name="connsiteX390" fmla="*/ 8739949 w 10879987"/>
                  <a:gd name="connsiteY390" fmla="*/ 2016979 h 7865691"/>
                  <a:gd name="connsiteX391" fmla="*/ 8771139 w 10879987"/>
                  <a:gd name="connsiteY391" fmla="*/ 2042674 h 7865691"/>
                  <a:gd name="connsiteX392" fmla="*/ 8803758 w 10879987"/>
                  <a:gd name="connsiteY392" fmla="*/ 2066635 h 7865691"/>
                  <a:gd name="connsiteX393" fmla="*/ 8837956 w 10879987"/>
                  <a:gd name="connsiteY393" fmla="*/ 2090444 h 7865691"/>
                  <a:gd name="connsiteX394" fmla="*/ 8871849 w 10879987"/>
                  <a:gd name="connsiteY394" fmla="*/ 2111093 h 7865691"/>
                  <a:gd name="connsiteX395" fmla="*/ 8903856 w 10879987"/>
                  <a:gd name="connsiteY395" fmla="*/ 2128734 h 7865691"/>
                  <a:gd name="connsiteX396" fmla="*/ 8937444 w 10879987"/>
                  <a:gd name="connsiteY396" fmla="*/ 2146222 h 7865691"/>
                  <a:gd name="connsiteX397" fmla="*/ 8972307 w 10879987"/>
                  <a:gd name="connsiteY397" fmla="*/ 2160398 h 7865691"/>
                  <a:gd name="connsiteX398" fmla="*/ 9005131 w 10879987"/>
                  <a:gd name="connsiteY398" fmla="*/ 2169985 h 7865691"/>
                  <a:gd name="connsiteX399" fmla="*/ 9037802 w 10879987"/>
                  <a:gd name="connsiteY399" fmla="*/ 2177992 h 7865691"/>
                  <a:gd name="connsiteX400" fmla="*/ 9071443 w 10879987"/>
                  <a:gd name="connsiteY400" fmla="*/ 2179527 h 7865691"/>
                  <a:gd name="connsiteX401" fmla="*/ 9087397 w 10879987"/>
                  <a:gd name="connsiteY401" fmla="*/ 2179580 h 7865691"/>
                  <a:gd name="connsiteX402" fmla="*/ 9103199 w 10879987"/>
                  <a:gd name="connsiteY402" fmla="*/ 2178053 h 7865691"/>
                  <a:gd name="connsiteX403" fmla="*/ 9119000 w 10879987"/>
                  <a:gd name="connsiteY403" fmla="*/ 2176526 h 7865691"/>
                  <a:gd name="connsiteX404" fmla="*/ 9133069 w 10879987"/>
                  <a:gd name="connsiteY404" fmla="*/ 2173572 h 7865691"/>
                  <a:gd name="connsiteX405" fmla="*/ 9148565 w 10879987"/>
                  <a:gd name="connsiteY405" fmla="*/ 2168885 h 7865691"/>
                  <a:gd name="connsiteX406" fmla="*/ 9162175 w 10879987"/>
                  <a:gd name="connsiteY406" fmla="*/ 2161191 h 7865691"/>
                  <a:gd name="connsiteX407" fmla="*/ 9178946 w 10879987"/>
                  <a:gd name="connsiteY407" fmla="*/ 2153190 h 7865691"/>
                  <a:gd name="connsiteX408" fmla="*/ 9192404 w 10879987"/>
                  <a:gd name="connsiteY408" fmla="*/ 2143916 h 7865691"/>
                  <a:gd name="connsiteX409" fmla="*/ 9205862 w 10879987"/>
                  <a:gd name="connsiteY409" fmla="*/ 2134641 h 7865691"/>
                  <a:gd name="connsiteX410" fmla="*/ 9219015 w 10879987"/>
                  <a:gd name="connsiteY410" fmla="*/ 2122206 h 7865691"/>
                  <a:gd name="connsiteX411" fmla="*/ 9232014 w 10879987"/>
                  <a:gd name="connsiteY411" fmla="*/ 2108190 h 7865691"/>
                  <a:gd name="connsiteX412" fmla="*/ 9243434 w 10879987"/>
                  <a:gd name="connsiteY412" fmla="*/ 2094328 h 7865691"/>
                  <a:gd name="connsiteX413" fmla="*/ 9256129 w 10879987"/>
                  <a:gd name="connsiteY413" fmla="*/ 2077152 h 7865691"/>
                  <a:gd name="connsiteX414" fmla="*/ 9267090 w 10879987"/>
                  <a:gd name="connsiteY414" fmla="*/ 2058550 h 7865691"/>
                  <a:gd name="connsiteX415" fmla="*/ 9276166 w 10879987"/>
                  <a:gd name="connsiteY415" fmla="*/ 2036939 h 7865691"/>
                  <a:gd name="connsiteX416" fmla="*/ 9286975 w 10879987"/>
                  <a:gd name="connsiteY416" fmla="*/ 2016756 h 7865691"/>
                  <a:gd name="connsiteX417" fmla="*/ 9295746 w 10879987"/>
                  <a:gd name="connsiteY417" fmla="*/ 1991985 h 7865691"/>
                  <a:gd name="connsiteX418" fmla="*/ 9305945 w 10879987"/>
                  <a:gd name="connsiteY418" fmla="*/ 1965481 h 7865691"/>
                  <a:gd name="connsiteX419" fmla="*/ 9314410 w 10879987"/>
                  <a:gd name="connsiteY419" fmla="*/ 1937550 h 7865691"/>
                  <a:gd name="connsiteX420" fmla="*/ 9322723 w 10879987"/>
                  <a:gd name="connsiteY420" fmla="*/ 1908039 h 7865691"/>
                  <a:gd name="connsiteX421" fmla="*/ 9329303 w 10879987"/>
                  <a:gd name="connsiteY421" fmla="*/ 1877100 h 7865691"/>
                  <a:gd name="connsiteX422" fmla="*/ 9335577 w 10879987"/>
                  <a:gd name="connsiteY422" fmla="*/ 1843001 h 7865691"/>
                  <a:gd name="connsiteX423" fmla="*/ 9345936 w 10879987"/>
                  <a:gd name="connsiteY423" fmla="*/ 1768635 h 7865691"/>
                  <a:gd name="connsiteX424" fmla="*/ 9360477 w 10879987"/>
                  <a:gd name="connsiteY424" fmla="*/ 1671536 h 7865691"/>
                  <a:gd name="connsiteX425" fmla="*/ 9375683 w 10879987"/>
                  <a:gd name="connsiteY425" fmla="*/ 1564804 h 7865691"/>
                  <a:gd name="connsiteX426" fmla="*/ 9393285 w 10879987"/>
                  <a:gd name="connsiteY426" fmla="*/ 1449866 h 7865691"/>
                  <a:gd name="connsiteX427" fmla="*/ 9413285 w 10879987"/>
                  <a:gd name="connsiteY427" fmla="*/ 1326722 h 7865691"/>
                  <a:gd name="connsiteX428" fmla="*/ 9437566 w 10879987"/>
                  <a:gd name="connsiteY428" fmla="*/ 1198379 h 7865691"/>
                  <a:gd name="connsiteX429" fmla="*/ 9466131 w 10879987"/>
                  <a:gd name="connsiteY429" fmla="*/ 1064838 h 7865691"/>
                  <a:gd name="connsiteX430" fmla="*/ 9495664 w 10879987"/>
                  <a:gd name="connsiteY430" fmla="*/ 924823 h 7865691"/>
                  <a:gd name="connsiteX431" fmla="*/ 9529480 w 10879987"/>
                  <a:gd name="connsiteY431" fmla="*/ 779611 h 7865691"/>
                  <a:gd name="connsiteX432" fmla="*/ 9539220 w 10879987"/>
                  <a:gd name="connsiteY432" fmla="*/ 748367 h 7865691"/>
                  <a:gd name="connsiteX433" fmla="*/ 9550083 w 10879987"/>
                  <a:gd name="connsiteY433" fmla="*/ 712229 h 7865691"/>
                  <a:gd name="connsiteX434" fmla="*/ 9562678 w 10879987"/>
                  <a:gd name="connsiteY434" fmla="*/ 677520 h 7865691"/>
                  <a:gd name="connsiteX435" fmla="*/ 9579708 w 10879987"/>
                  <a:gd name="connsiteY435" fmla="*/ 639192 h 7865691"/>
                  <a:gd name="connsiteX436" fmla="*/ 9598471 w 10879987"/>
                  <a:gd name="connsiteY436" fmla="*/ 602291 h 7865691"/>
                  <a:gd name="connsiteX437" fmla="*/ 9620089 w 10879987"/>
                  <a:gd name="connsiteY437" fmla="*/ 561925 h 7865691"/>
                  <a:gd name="connsiteX438" fmla="*/ 9643440 w 10879987"/>
                  <a:gd name="connsiteY438" fmla="*/ 522986 h 7865691"/>
                  <a:gd name="connsiteX439" fmla="*/ 9673264 w 10879987"/>
                  <a:gd name="connsiteY439" fmla="*/ 485017 h 7865691"/>
                  <a:gd name="connsiteX440" fmla="*/ 9702935 w 10879987"/>
                  <a:gd name="connsiteY440" fmla="*/ 445467 h 7865691"/>
                  <a:gd name="connsiteX441" fmla="*/ 9737653 w 10879987"/>
                  <a:gd name="connsiteY441" fmla="*/ 408620 h 7865691"/>
                  <a:gd name="connsiteX442" fmla="*/ 9775530 w 10879987"/>
                  <a:gd name="connsiteY442" fmla="*/ 371468 h 7865691"/>
                  <a:gd name="connsiteX443" fmla="*/ 9816721 w 10879987"/>
                  <a:gd name="connsiteY443" fmla="*/ 335590 h 7865691"/>
                  <a:gd name="connsiteX444" fmla="*/ 9861377 w 10879987"/>
                  <a:gd name="connsiteY444" fmla="*/ 302567 h 7865691"/>
                  <a:gd name="connsiteX445" fmla="*/ 9911078 w 10879987"/>
                  <a:gd name="connsiteY445" fmla="*/ 272246 h 7865691"/>
                  <a:gd name="connsiteX446" fmla="*/ 9938300 w 10879987"/>
                  <a:gd name="connsiteY446" fmla="*/ 256857 h 7865691"/>
                  <a:gd name="connsiteX447" fmla="*/ 9965826 w 10879987"/>
                  <a:gd name="connsiteY447" fmla="*/ 244628 h 7865691"/>
                  <a:gd name="connsiteX448" fmla="*/ 9994780 w 10879987"/>
                  <a:gd name="connsiteY448" fmla="*/ 230666 h 7865691"/>
                  <a:gd name="connsiteX449" fmla="*/ 10025314 w 10879987"/>
                  <a:gd name="connsiteY449" fmla="*/ 216551 h 7865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Lst>
                <a:rect l="l" t="t" r="r" b="b"/>
                <a:pathLst>
                  <a:path w="10879987" h="7865691">
                    <a:moveTo>
                      <a:pt x="9810185" y="69874"/>
                    </a:moveTo>
                    <a:lnTo>
                      <a:pt x="10879987" y="0"/>
                    </a:lnTo>
                    <a:lnTo>
                      <a:pt x="10468312" y="526219"/>
                    </a:lnTo>
                    <a:lnTo>
                      <a:pt x="10269901" y="387496"/>
                    </a:lnTo>
                    <a:lnTo>
                      <a:pt x="10211688" y="412259"/>
                    </a:lnTo>
                    <a:lnTo>
                      <a:pt x="10158520" y="439725"/>
                    </a:lnTo>
                    <a:lnTo>
                      <a:pt x="10110398" y="469893"/>
                    </a:lnTo>
                    <a:lnTo>
                      <a:pt x="10067170" y="501183"/>
                    </a:lnTo>
                    <a:lnTo>
                      <a:pt x="10027254" y="533748"/>
                    </a:lnTo>
                    <a:lnTo>
                      <a:pt x="9990652" y="567587"/>
                    </a:lnTo>
                    <a:lnTo>
                      <a:pt x="9957209" y="601122"/>
                    </a:lnTo>
                    <a:lnTo>
                      <a:pt x="9930240" y="635625"/>
                    </a:lnTo>
                    <a:lnTo>
                      <a:pt x="9905004" y="671556"/>
                    </a:lnTo>
                    <a:lnTo>
                      <a:pt x="9882928" y="707182"/>
                    </a:lnTo>
                    <a:lnTo>
                      <a:pt x="9862279" y="741075"/>
                    </a:lnTo>
                    <a:lnTo>
                      <a:pt x="9846676" y="777670"/>
                    </a:lnTo>
                    <a:lnTo>
                      <a:pt x="9832348" y="810953"/>
                    </a:lnTo>
                    <a:lnTo>
                      <a:pt x="9821333" y="845510"/>
                    </a:lnTo>
                    <a:lnTo>
                      <a:pt x="9811593" y="876754"/>
                    </a:lnTo>
                    <a:lnTo>
                      <a:pt x="9803280" y="906265"/>
                    </a:lnTo>
                    <a:lnTo>
                      <a:pt x="9786754" y="982822"/>
                    </a:lnTo>
                    <a:lnTo>
                      <a:pt x="9773999" y="1065394"/>
                    </a:lnTo>
                    <a:lnTo>
                      <a:pt x="9761854" y="1154286"/>
                    </a:lnTo>
                    <a:lnTo>
                      <a:pt x="9753328" y="1247614"/>
                    </a:lnTo>
                    <a:lnTo>
                      <a:pt x="9746687" y="1343949"/>
                    </a:lnTo>
                    <a:lnTo>
                      <a:pt x="9740199" y="1441865"/>
                    </a:lnTo>
                    <a:lnTo>
                      <a:pt x="9737176" y="1542635"/>
                    </a:lnTo>
                    <a:lnTo>
                      <a:pt x="9732574" y="1643558"/>
                    </a:lnTo>
                    <a:lnTo>
                      <a:pt x="9727956" y="1843366"/>
                    </a:lnTo>
                    <a:lnTo>
                      <a:pt x="9725736" y="2034968"/>
                    </a:lnTo>
                    <a:lnTo>
                      <a:pt x="9721836" y="2209188"/>
                    </a:lnTo>
                    <a:lnTo>
                      <a:pt x="9717226" y="2359553"/>
                    </a:lnTo>
                    <a:lnTo>
                      <a:pt x="9714570" y="2398087"/>
                    </a:lnTo>
                    <a:lnTo>
                      <a:pt x="9711761" y="2435041"/>
                    </a:lnTo>
                    <a:lnTo>
                      <a:pt x="9706913" y="2467407"/>
                    </a:lnTo>
                    <a:lnTo>
                      <a:pt x="9702066" y="2499774"/>
                    </a:lnTo>
                    <a:lnTo>
                      <a:pt x="9695334" y="2529132"/>
                    </a:lnTo>
                    <a:lnTo>
                      <a:pt x="9688448" y="2556911"/>
                    </a:lnTo>
                    <a:lnTo>
                      <a:pt x="9681563" y="2584689"/>
                    </a:lnTo>
                    <a:lnTo>
                      <a:pt x="9672792" y="2609460"/>
                    </a:lnTo>
                    <a:lnTo>
                      <a:pt x="9663716" y="2631071"/>
                    </a:lnTo>
                    <a:lnTo>
                      <a:pt x="9653060" y="2652834"/>
                    </a:lnTo>
                    <a:lnTo>
                      <a:pt x="9642098" y="2671437"/>
                    </a:lnTo>
                    <a:lnTo>
                      <a:pt x="9629403" y="2688612"/>
                    </a:lnTo>
                    <a:lnTo>
                      <a:pt x="9618136" y="2704055"/>
                    </a:lnTo>
                    <a:lnTo>
                      <a:pt x="9605289" y="2719650"/>
                    </a:lnTo>
                    <a:lnTo>
                      <a:pt x="9592137" y="2732085"/>
                    </a:lnTo>
                    <a:lnTo>
                      <a:pt x="9578984" y="2744521"/>
                    </a:lnTo>
                    <a:lnTo>
                      <a:pt x="9564099" y="2755528"/>
                    </a:lnTo>
                    <a:lnTo>
                      <a:pt x="9548908" y="2763376"/>
                    </a:lnTo>
                    <a:lnTo>
                      <a:pt x="9535450" y="2772650"/>
                    </a:lnTo>
                    <a:lnTo>
                      <a:pt x="9519954" y="2777337"/>
                    </a:lnTo>
                    <a:lnTo>
                      <a:pt x="9501298" y="2782330"/>
                    </a:lnTo>
                    <a:lnTo>
                      <a:pt x="9485802" y="2787017"/>
                    </a:lnTo>
                    <a:lnTo>
                      <a:pt x="9470153" y="2790124"/>
                    </a:lnTo>
                    <a:lnTo>
                      <a:pt x="9452771" y="2791803"/>
                    </a:lnTo>
                    <a:lnTo>
                      <a:pt x="9417703" y="2792002"/>
                    </a:lnTo>
                    <a:lnTo>
                      <a:pt x="9384062" y="2790468"/>
                    </a:lnTo>
                    <a:lnTo>
                      <a:pt x="9348383" y="2784346"/>
                    </a:lnTo>
                    <a:lnTo>
                      <a:pt x="9312398" y="2775063"/>
                    </a:lnTo>
                    <a:lnTo>
                      <a:pt x="9276261" y="2764201"/>
                    </a:lnTo>
                    <a:lnTo>
                      <a:pt x="9241551" y="2751606"/>
                    </a:lnTo>
                    <a:lnTo>
                      <a:pt x="9208269" y="2737278"/>
                    </a:lnTo>
                    <a:lnTo>
                      <a:pt x="9173101" y="2719942"/>
                    </a:lnTo>
                    <a:lnTo>
                      <a:pt x="9141247" y="2703881"/>
                    </a:lnTo>
                    <a:lnTo>
                      <a:pt x="9110667" y="2684508"/>
                    </a:lnTo>
                    <a:lnTo>
                      <a:pt x="9053277" y="2651775"/>
                    </a:lnTo>
                    <a:lnTo>
                      <a:pt x="9006949" y="2617974"/>
                    </a:lnTo>
                    <a:lnTo>
                      <a:pt x="8970866" y="2591158"/>
                    </a:lnTo>
                    <a:lnTo>
                      <a:pt x="8939675" y="2565463"/>
                    </a:lnTo>
                    <a:lnTo>
                      <a:pt x="8879332" y="2518662"/>
                    </a:lnTo>
                    <a:lnTo>
                      <a:pt x="8824645" y="2480885"/>
                    </a:lnTo>
                    <a:lnTo>
                      <a:pt x="8770263" y="2446267"/>
                    </a:lnTo>
                    <a:lnTo>
                      <a:pt x="8721386" y="2419091"/>
                    </a:lnTo>
                    <a:lnTo>
                      <a:pt x="8674546" y="2396504"/>
                    </a:lnTo>
                    <a:lnTo>
                      <a:pt x="8629745" y="2378504"/>
                    </a:lnTo>
                    <a:lnTo>
                      <a:pt x="8588715" y="2366520"/>
                    </a:lnTo>
                    <a:lnTo>
                      <a:pt x="8547990" y="2357695"/>
                    </a:lnTo>
                    <a:lnTo>
                      <a:pt x="8511036" y="2354886"/>
                    </a:lnTo>
                    <a:lnTo>
                      <a:pt x="8477395" y="2353352"/>
                    </a:lnTo>
                    <a:lnTo>
                      <a:pt x="8445792" y="2356406"/>
                    </a:lnTo>
                    <a:lnTo>
                      <a:pt x="8414800" y="2365780"/>
                    </a:lnTo>
                    <a:lnTo>
                      <a:pt x="8386968" y="2374849"/>
                    </a:lnTo>
                    <a:lnTo>
                      <a:pt x="8361175" y="2388505"/>
                    </a:lnTo>
                    <a:lnTo>
                      <a:pt x="8338694" y="2403437"/>
                    </a:lnTo>
                    <a:lnTo>
                      <a:pt x="8316519" y="2421528"/>
                    </a:lnTo>
                    <a:lnTo>
                      <a:pt x="8294496" y="2441200"/>
                    </a:lnTo>
                    <a:lnTo>
                      <a:pt x="8277519" y="2463574"/>
                    </a:lnTo>
                    <a:lnTo>
                      <a:pt x="8262122" y="2485795"/>
                    </a:lnTo>
                    <a:lnTo>
                      <a:pt x="8245451" y="2511329"/>
                    </a:lnTo>
                    <a:lnTo>
                      <a:pt x="8231939" y="2536558"/>
                    </a:lnTo>
                    <a:lnTo>
                      <a:pt x="8220008" y="2561634"/>
                    </a:lnTo>
                    <a:lnTo>
                      <a:pt x="8208230" y="2588291"/>
                    </a:lnTo>
                    <a:lnTo>
                      <a:pt x="8199612" y="2614642"/>
                    </a:lnTo>
                    <a:lnTo>
                      <a:pt x="8183956" y="2667191"/>
                    </a:lnTo>
                    <a:lnTo>
                      <a:pt x="8172734" y="2716122"/>
                    </a:lnTo>
                    <a:lnTo>
                      <a:pt x="8164216" y="2760007"/>
                    </a:lnTo>
                    <a:lnTo>
                      <a:pt x="8158399" y="2798847"/>
                    </a:lnTo>
                    <a:lnTo>
                      <a:pt x="8146613" y="2874945"/>
                    </a:lnTo>
                    <a:lnTo>
                      <a:pt x="8131514" y="2949769"/>
                    </a:lnTo>
                    <a:lnTo>
                      <a:pt x="8116110" y="3021433"/>
                    </a:lnTo>
                    <a:lnTo>
                      <a:pt x="8098820" y="3090089"/>
                    </a:lnTo>
                    <a:lnTo>
                      <a:pt x="8079951" y="3158898"/>
                    </a:lnTo>
                    <a:lnTo>
                      <a:pt x="8057768" y="3226432"/>
                    </a:lnTo>
                    <a:lnTo>
                      <a:pt x="8035127" y="3289226"/>
                    </a:lnTo>
                    <a:lnTo>
                      <a:pt x="8011059" y="3353752"/>
                    </a:lnTo>
                    <a:lnTo>
                      <a:pt x="7983372" y="3413843"/>
                    </a:lnTo>
                    <a:lnTo>
                      <a:pt x="7957113" y="3472202"/>
                    </a:lnTo>
                    <a:lnTo>
                      <a:pt x="7925961" y="3529438"/>
                    </a:lnTo>
                    <a:lnTo>
                      <a:pt x="7896083" y="3583362"/>
                    </a:lnTo>
                    <a:lnTo>
                      <a:pt x="7864626" y="3637438"/>
                    </a:lnTo>
                    <a:lnTo>
                      <a:pt x="7831130" y="3686926"/>
                    </a:lnTo>
                    <a:lnTo>
                      <a:pt x="7797787" y="3737994"/>
                    </a:lnTo>
                    <a:lnTo>
                      <a:pt x="7762559" y="3786055"/>
                    </a:lnTo>
                    <a:lnTo>
                      <a:pt x="7725597" y="3832689"/>
                    </a:lnTo>
                    <a:lnTo>
                      <a:pt x="7688483" y="3877742"/>
                    </a:lnTo>
                    <a:lnTo>
                      <a:pt x="7649636" y="3921368"/>
                    </a:lnTo>
                    <a:lnTo>
                      <a:pt x="7612064" y="3961681"/>
                    </a:lnTo>
                    <a:lnTo>
                      <a:pt x="7571332" y="4002299"/>
                    </a:lnTo>
                    <a:lnTo>
                      <a:pt x="7530447" y="4041337"/>
                    </a:lnTo>
                    <a:lnTo>
                      <a:pt x="7489409" y="4078795"/>
                    </a:lnTo>
                    <a:lnTo>
                      <a:pt x="7448066" y="4113093"/>
                    </a:lnTo>
                    <a:lnTo>
                      <a:pt x="7406723" y="4147390"/>
                    </a:lnTo>
                    <a:lnTo>
                      <a:pt x="7365227" y="4180108"/>
                    </a:lnTo>
                    <a:lnTo>
                      <a:pt x="7321998" y="4211398"/>
                    </a:lnTo>
                    <a:lnTo>
                      <a:pt x="7280350" y="4242535"/>
                    </a:lnTo>
                    <a:lnTo>
                      <a:pt x="7238549" y="4272092"/>
                    </a:lnTo>
                    <a:lnTo>
                      <a:pt x="7193435" y="4300375"/>
                    </a:lnTo>
                    <a:lnTo>
                      <a:pt x="7109069" y="4351588"/>
                    </a:lnTo>
                    <a:lnTo>
                      <a:pt x="7025826" y="4397909"/>
                    </a:lnTo>
                    <a:lnTo>
                      <a:pt x="6940391" y="4438062"/>
                    </a:lnTo>
                    <a:lnTo>
                      <a:pt x="6859545" y="4476176"/>
                    </a:lnTo>
                    <a:lnTo>
                      <a:pt x="6779820" y="4509398"/>
                    </a:lnTo>
                    <a:lnTo>
                      <a:pt x="6704378" y="4537421"/>
                    </a:lnTo>
                    <a:lnTo>
                      <a:pt x="6630516" y="4565291"/>
                    </a:lnTo>
                    <a:lnTo>
                      <a:pt x="6562364" y="4586230"/>
                    </a:lnTo>
                    <a:lnTo>
                      <a:pt x="6500380" y="4604979"/>
                    </a:lnTo>
                    <a:lnTo>
                      <a:pt x="6439823" y="4621994"/>
                    </a:lnTo>
                    <a:lnTo>
                      <a:pt x="6388289" y="4633353"/>
                    </a:lnTo>
                    <a:lnTo>
                      <a:pt x="6302450" y="4652811"/>
                    </a:lnTo>
                    <a:lnTo>
                      <a:pt x="6249031" y="4661163"/>
                    </a:lnTo>
                    <a:lnTo>
                      <a:pt x="6230222" y="4664575"/>
                    </a:lnTo>
                    <a:lnTo>
                      <a:pt x="6227135" y="4654343"/>
                    </a:lnTo>
                    <a:lnTo>
                      <a:pt x="6227811" y="4661118"/>
                    </a:lnTo>
                    <a:lnTo>
                      <a:pt x="6098112" y="4712138"/>
                    </a:lnTo>
                    <a:lnTo>
                      <a:pt x="6049694" y="4681559"/>
                    </a:lnTo>
                    <a:lnTo>
                      <a:pt x="6003825" y="4645883"/>
                    </a:lnTo>
                    <a:lnTo>
                      <a:pt x="5917185" y="4584725"/>
                    </a:lnTo>
                    <a:lnTo>
                      <a:pt x="5848382" y="4523566"/>
                    </a:lnTo>
                    <a:lnTo>
                      <a:pt x="5794867" y="4475149"/>
                    </a:lnTo>
                    <a:lnTo>
                      <a:pt x="5748999" y="4429279"/>
                    </a:lnTo>
                    <a:lnTo>
                      <a:pt x="5659810" y="4345187"/>
                    </a:lnTo>
                    <a:lnTo>
                      <a:pt x="5578265" y="4276383"/>
                    </a:lnTo>
                    <a:lnTo>
                      <a:pt x="5496721" y="4212677"/>
                    </a:lnTo>
                    <a:lnTo>
                      <a:pt x="5422820" y="4161712"/>
                    </a:lnTo>
                    <a:lnTo>
                      <a:pt x="5351468" y="4118390"/>
                    </a:lnTo>
                    <a:lnTo>
                      <a:pt x="5282666" y="4082714"/>
                    </a:lnTo>
                    <a:lnTo>
                      <a:pt x="5218958" y="4057232"/>
                    </a:lnTo>
                    <a:lnTo>
                      <a:pt x="5155251" y="4036845"/>
                    </a:lnTo>
                    <a:lnTo>
                      <a:pt x="5096640" y="4026652"/>
                    </a:lnTo>
                    <a:lnTo>
                      <a:pt x="5043128" y="4019008"/>
                    </a:lnTo>
                    <a:lnTo>
                      <a:pt x="4880868" y="3988754"/>
                    </a:lnTo>
                    <a:lnTo>
                      <a:pt x="4821814" y="3988754"/>
                    </a:lnTo>
                    <a:lnTo>
                      <a:pt x="4762758" y="4000565"/>
                    </a:lnTo>
                    <a:lnTo>
                      <a:pt x="4709610" y="4012376"/>
                    </a:lnTo>
                    <a:lnTo>
                      <a:pt x="4659412" y="4033044"/>
                    </a:lnTo>
                    <a:lnTo>
                      <a:pt x="4615122" y="4056665"/>
                    </a:lnTo>
                    <a:lnTo>
                      <a:pt x="4570830" y="4086193"/>
                    </a:lnTo>
                    <a:lnTo>
                      <a:pt x="4526540" y="4118674"/>
                    </a:lnTo>
                    <a:lnTo>
                      <a:pt x="4491107" y="4157059"/>
                    </a:lnTo>
                    <a:lnTo>
                      <a:pt x="4458626" y="4195446"/>
                    </a:lnTo>
                    <a:lnTo>
                      <a:pt x="4423193" y="4239735"/>
                    </a:lnTo>
                    <a:lnTo>
                      <a:pt x="4393666" y="4284027"/>
                    </a:lnTo>
                    <a:lnTo>
                      <a:pt x="4367092" y="4328317"/>
                    </a:lnTo>
                    <a:lnTo>
                      <a:pt x="4340517" y="4375561"/>
                    </a:lnTo>
                    <a:lnTo>
                      <a:pt x="4319849" y="4422804"/>
                    </a:lnTo>
                    <a:lnTo>
                      <a:pt x="4281462" y="4517292"/>
                    </a:lnTo>
                    <a:lnTo>
                      <a:pt x="4251934" y="4605875"/>
                    </a:lnTo>
                    <a:lnTo>
                      <a:pt x="4228313" y="4685599"/>
                    </a:lnTo>
                    <a:lnTo>
                      <a:pt x="4210597" y="4756464"/>
                    </a:lnTo>
                    <a:lnTo>
                      <a:pt x="4175163" y="4895242"/>
                    </a:lnTo>
                    <a:lnTo>
                      <a:pt x="4133825" y="5031067"/>
                    </a:lnTo>
                    <a:lnTo>
                      <a:pt x="4092487" y="5160987"/>
                    </a:lnTo>
                    <a:lnTo>
                      <a:pt x="4048197" y="5285002"/>
                    </a:lnTo>
                    <a:lnTo>
                      <a:pt x="4000953" y="5409017"/>
                    </a:lnTo>
                    <a:lnTo>
                      <a:pt x="3947804" y="5530080"/>
                    </a:lnTo>
                    <a:lnTo>
                      <a:pt x="3894654" y="5642284"/>
                    </a:lnTo>
                    <a:lnTo>
                      <a:pt x="3838552" y="5757440"/>
                    </a:lnTo>
                    <a:lnTo>
                      <a:pt x="3776546" y="5863738"/>
                    </a:lnTo>
                    <a:lnTo>
                      <a:pt x="3717492" y="5967085"/>
                    </a:lnTo>
                    <a:lnTo>
                      <a:pt x="3649577" y="6067477"/>
                    </a:lnTo>
                    <a:lnTo>
                      <a:pt x="3584617" y="6161965"/>
                    </a:lnTo>
                    <a:lnTo>
                      <a:pt x="3516705" y="6256452"/>
                    </a:lnTo>
                    <a:lnTo>
                      <a:pt x="3445840" y="6342080"/>
                    </a:lnTo>
                    <a:lnTo>
                      <a:pt x="3374974" y="6430663"/>
                    </a:lnTo>
                    <a:lnTo>
                      <a:pt x="3301155" y="6513339"/>
                    </a:lnTo>
                    <a:lnTo>
                      <a:pt x="3224384" y="6593063"/>
                    </a:lnTo>
                    <a:lnTo>
                      <a:pt x="3147613" y="6669834"/>
                    </a:lnTo>
                    <a:lnTo>
                      <a:pt x="3067890" y="6743653"/>
                    </a:lnTo>
                    <a:lnTo>
                      <a:pt x="2991120" y="6811566"/>
                    </a:lnTo>
                    <a:lnTo>
                      <a:pt x="2908443" y="6879478"/>
                    </a:lnTo>
                    <a:lnTo>
                      <a:pt x="2825766" y="6944438"/>
                    </a:lnTo>
                    <a:lnTo>
                      <a:pt x="2743090" y="7006447"/>
                    </a:lnTo>
                    <a:lnTo>
                      <a:pt x="2660413" y="7062547"/>
                    </a:lnTo>
                    <a:lnTo>
                      <a:pt x="2577736" y="7118650"/>
                    </a:lnTo>
                    <a:lnTo>
                      <a:pt x="2495061" y="7171799"/>
                    </a:lnTo>
                    <a:lnTo>
                      <a:pt x="2409429" y="7221995"/>
                    </a:lnTo>
                    <a:lnTo>
                      <a:pt x="2326754" y="7272193"/>
                    </a:lnTo>
                    <a:lnTo>
                      <a:pt x="2244077" y="7319436"/>
                    </a:lnTo>
                    <a:lnTo>
                      <a:pt x="2155495" y="7363726"/>
                    </a:lnTo>
                    <a:lnTo>
                      <a:pt x="1990142" y="7443451"/>
                    </a:lnTo>
                    <a:lnTo>
                      <a:pt x="1827743" y="7514317"/>
                    </a:lnTo>
                    <a:lnTo>
                      <a:pt x="1662389" y="7573370"/>
                    </a:lnTo>
                    <a:lnTo>
                      <a:pt x="1505893" y="7629472"/>
                    </a:lnTo>
                    <a:lnTo>
                      <a:pt x="1352352" y="7676715"/>
                    </a:lnTo>
                    <a:lnTo>
                      <a:pt x="1207669" y="7715102"/>
                    </a:lnTo>
                    <a:lnTo>
                      <a:pt x="1065937" y="7753487"/>
                    </a:lnTo>
                    <a:lnTo>
                      <a:pt x="936017" y="7780062"/>
                    </a:lnTo>
                    <a:lnTo>
                      <a:pt x="817908" y="7803684"/>
                    </a:lnTo>
                    <a:lnTo>
                      <a:pt x="702751" y="7824352"/>
                    </a:lnTo>
                    <a:lnTo>
                      <a:pt x="605312" y="7836163"/>
                    </a:lnTo>
                    <a:lnTo>
                      <a:pt x="442910" y="7856833"/>
                    </a:lnTo>
                    <a:lnTo>
                      <a:pt x="342518" y="7862739"/>
                    </a:lnTo>
                    <a:lnTo>
                      <a:pt x="307084" y="7865691"/>
                    </a:lnTo>
                    <a:lnTo>
                      <a:pt x="0" y="6324364"/>
                    </a:lnTo>
                    <a:lnTo>
                      <a:pt x="32481" y="6318459"/>
                    </a:lnTo>
                    <a:lnTo>
                      <a:pt x="124015" y="6312553"/>
                    </a:lnTo>
                    <a:lnTo>
                      <a:pt x="265746" y="6297791"/>
                    </a:lnTo>
                    <a:lnTo>
                      <a:pt x="357282" y="6283026"/>
                    </a:lnTo>
                    <a:lnTo>
                      <a:pt x="454721" y="6265309"/>
                    </a:lnTo>
                    <a:lnTo>
                      <a:pt x="563973" y="6247592"/>
                    </a:lnTo>
                    <a:lnTo>
                      <a:pt x="679129" y="6221020"/>
                    </a:lnTo>
                    <a:lnTo>
                      <a:pt x="803144" y="6185586"/>
                    </a:lnTo>
                    <a:lnTo>
                      <a:pt x="933064" y="6150154"/>
                    </a:lnTo>
                    <a:lnTo>
                      <a:pt x="1068890" y="6102911"/>
                    </a:lnTo>
                    <a:lnTo>
                      <a:pt x="1210620" y="6049761"/>
                    </a:lnTo>
                    <a:lnTo>
                      <a:pt x="1358257" y="5990706"/>
                    </a:lnTo>
                    <a:lnTo>
                      <a:pt x="1502942" y="5922793"/>
                    </a:lnTo>
                    <a:lnTo>
                      <a:pt x="1653530" y="5843070"/>
                    </a:lnTo>
                    <a:lnTo>
                      <a:pt x="1730302" y="5801731"/>
                    </a:lnTo>
                    <a:lnTo>
                      <a:pt x="1807072" y="5757440"/>
                    </a:lnTo>
                    <a:lnTo>
                      <a:pt x="1880892" y="5710195"/>
                    </a:lnTo>
                    <a:lnTo>
                      <a:pt x="1957662" y="5662952"/>
                    </a:lnTo>
                    <a:lnTo>
                      <a:pt x="2034434" y="5609803"/>
                    </a:lnTo>
                    <a:lnTo>
                      <a:pt x="2108251" y="5553701"/>
                    </a:lnTo>
                    <a:lnTo>
                      <a:pt x="2185022" y="5497599"/>
                    </a:lnTo>
                    <a:lnTo>
                      <a:pt x="2255888" y="5435593"/>
                    </a:lnTo>
                    <a:lnTo>
                      <a:pt x="2329707" y="5373584"/>
                    </a:lnTo>
                    <a:lnTo>
                      <a:pt x="2403525" y="5305672"/>
                    </a:lnTo>
                    <a:lnTo>
                      <a:pt x="2477344" y="5237759"/>
                    </a:lnTo>
                    <a:lnTo>
                      <a:pt x="2548210" y="5166894"/>
                    </a:lnTo>
                    <a:lnTo>
                      <a:pt x="2616121" y="5090123"/>
                    </a:lnTo>
                    <a:lnTo>
                      <a:pt x="2686987" y="5010399"/>
                    </a:lnTo>
                    <a:lnTo>
                      <a:pt x="2754901" y="4930674"/>
                    </a:lnTo>
                    <a:lnTo>
                      <a:pt x="2819860" y="4842093"/>
                    </a:lnTo>
                    <a:lnTo>
                      <a:pt x="2887773" y="4756465"/>
                    </a:lnTo>
                    <a:lnTo>
                      <a:pt x="2949781" y="4661977"/>
                    </a:lnTo>
                    <a:lnTo>
                      <a:pt x="3011788" y="4567490"/>
                    </a:lnTo>
                    <a:lnTo>
                      <a:pt x="3070842" y="4470049"/>
                    </a:lnTo>
                    <a:lnTo>
                      <a:pt x="3126944" y="4366704"/>
                    </a:lnTo>
                    <a:lnTo>
                      <a:pt x="3183046" y="4260406"/>
                    </a:lnTo>
                    <a:lnTo>
                      <a:pt x="3236195" y="4145248"/>
                    </a:lnTo>
                    <a:lnTo>
                      <a:pt x="3286393" y="4033044"/>
                    </a:lnTo>
                    <a:lnTo>
                      <a:pt x="3336587" y="3914935"/>
                    </a:lnTo>
                    <a:lnTo>
                      <a:pt x="3383832" y="3793873"/>
                    </a:lnTo>
                    <a:lnTo>
                      <a:pt x="3428123" y="3666905"/>
                    </a:lnTo>
                    <a:lnTo>
                      <a:pt x="3466508" y="3536985"/>
                    </a:lnTo>
                    <a:lnTo>
                      <a:pt x="3504894" y="3398208"/>
                    </a:lnTo>
                    <a:lnTo>
                      <a:pt x="3540327" y="3259428"/>
                    </a:lnTo>
                    <a:lnTo>
                      <a:pt x="3558043" y="3191516"/>
                    </a:lnTo>
                    <a:lnTo>
                      <a:pt x="3584617" y="3108840"/>
                    </a:lnTo>
                    <a:lnTo>
                      <a:pt x="3617098" y="3017305"/>
                    </a:lnTo>
                    <a:lnTo>
                      <a:pt x="3661388" y="2919865"/>
                    </a:lnTo>
                    <a:lnTo>
                      <a:pt x="3687964" y="2869668"/>
                    </a:lnTo>
                    <a:lnTo>
                      <a:pt x="3714537" y="2822424"/>
                    </a:lnTo>
                    <a:lnTo>
                      <a:pt x="3744064" y="2772228"/>
                    </a:lnTo>
                    <a:lnTo>
                      <a:pt x="3776546" y="2724985"/>
                    </a:lnTo>
                    <a:lnTo>
                      <a:pt x="3809025" y="2683647"/>
                    </a:lnTo>
                    <a:lnTo>
                      <a:pt x="3850363" y="2642308"/>
                    </a:lnTo>
                    <a:lnTo>
                      <a:pt x="3891701" y="2603921"/>
                    </a:lnTo>
                    <a:lnTo>
                      <a:pt x="3933040" y="2565537"/>
                    </a:lnTo>
                    <a:lnTo>
                      <a:pt x="3977331" y="2536010"/>
                    </a:lnTo>
                    <a:lnTo>
                      <a:pt x="4027527" y="2512388"/>
                    </a:lnTo>
                    <a:lnTo>
                      <a:pt x="4077724" y="2488766"/>
                    </a:lnTo>
                    <a:lnTo>
                      <a:pt x="4130874" y="2476955"/>
                    </a:lnTo>
                    <a:lnTo>
                      <a:pt x="4186974" y="2471050"/>
                    </a:lnTo>
                    <a:lnTo>
                      <a:pt x="4246029" y="2465144"/>
                    </a:lnTo>
                    <a:lnTo>
                      <a:pt x="4310989" y="2474001"/>
                    </a:lnTo>
                    <a:lnTo>
                      <a:pt x="4375949" y="2488766"/>
                    </a:lnTo>
                    <a:lnTo>
                      <a:pt x="4446816" y="2512388"/>
                    </a:lnTo>
                    <a:lnTo>
                      <a:pt x="4520634" y="2544867"/>
                    </a:lnTo>
                    <a:lnTo>
                      <a:pt x="4597405" y="2589159"/>
                    </a:lnTo>
                    <a:lnTo>
                      <a:pt x="4674177" y="2642308"/>
                    </a:lnTo>
                    <a:lnTo>
                      <a:pt x="4756853" y="2707268"/>
                    </a:lnTo>
                    <a:lnTo>
                      <a:pt x="4842482" y="2781086"/>
                    </a:lnTo>
                    <a:lnTo>
                      <a:pt x="4934017" y="2869668"/>
                    </a:lnTo>
                    <a:lnTo>
                      <a:pt x="5028504" y="2970060"/>
                    </a:lnTo>
                    <a:lnTo>
                      <a:pt x="5131849" y="3091492"/>
                    </a:lnTo>
                    <a:lnTo>
                      <a:pt x="5131263" y="3098119"/>
                    </a:lnTo>
                    <a:lnTo>
                      <a:pt x="5170541" y="3139853"/>
                    </a:lnTo>
                    <a:lnTo>
                      <a:pt x="5272472" y="3259623"/>
                    </a:lnTo>
                    <a:lnTo>
                      <a:pt x="5343823" y="3343715"/>
                    </a:lnTo>
                    <a:lnTo>
                      <a:pt x="5425369" y="3432906"/>
                    </a:lnTo>
                    <a:lnTo>
                      <a:pt x="5514557" y="3522094"/>
                    </a:lnTo>
                    <a:lnTo>
                      <a:pt x="5560426" y="3567964"/>
                    </a:lnTo>
                    <a:lnTo>
                      <a:pt x="5608844" y="3611285"/>
                    </a:lnTo>
                    <a:lnTo>
                      <a:pt x="5659810" y="3654604"/>
                    </a:lnTo>
                    <a:lnTo>
                      <a:pt x="5710775" y="3692830"/>
                    </a:lnTo>
                    <a:lnTo>
                      <a:pt x="5759192" y="3725956"/>
                    </a:lnTo>
                    <a:lnTo>
                      <a:pt x="5810157" y="3759084"/>
                    </a:lnTo>
                    <a:lnTo>
                      <a:pt x="5863672" y="3787115"/>
                    </a:lnTo>
                    <a:lnTo>
                      <a:pt x="5914637" y="3807501"/>
                    </a:lnTo>
                    <a:lnTo>
                      <a:pt x="5965602" y="3825340"/>
                    </a:lnTo>
                    <a:lnTo>
                      <a:pt x="6019115" y="3832983"/>
                    </a:lnTo>
                    <a:lnTo>
                      <a:pt x="6044598" y="3835532"/>
                    </a:lnTo>
                    <a:lnTo>
                      <a:pt x="6070081" y="3835533"/>
                    </a:lnTo>
                    <a:lnTo>
                      <a:pt x="6088201" y="3835532"/>
                    </a:lnTo>
                    <a:lnTo>
                      <a:pt x="6127028" y="3827657"/>
                    </a:lnTo>
                    <a:lnTo>
                      <a:pt x="6175249" y="3815024"/>
                    </a:lnTo>
                    <a:lnTo>
                      <a:pt x="6226478" y="3800504"/>
                    </a:lnTo>
                    <a:lnTo>
                      <a:pt x="6284027" y="3785374"/>
                    </a:lnTo>
                    <a:lnTo>
                      <a:pt x="6344278" y="3765199"/>
                    </a:lnTo>
                    <a:lnTo>
                      <a:pt x="6408812" y="3739825"/>
                    </a:lnTo>
                    <a:lnTo>
                      <a:pt x="6476506" y="3714145"/>
                    </a:lnTo>
                    <a:lnTo>
                      <a:pt x="6546750" y="3681840"/>
                    </a:lnTo>
                    <a:lnTo>
                      <a:pt x="6619848" y="3646069"/>
                    </a:lnTo>
                    <a:lnTo>
                      <a:pt x="6695802" y="3606832"/>
                    </a:lnTo>
                    <a:lnTo>
                      <a:pt x="6769717" y="3563008"/>
                    </a:lnTo>
                    <a:lnTo>
                      <a:pt x="6846182" y="3512557"/>
                    </a:lnTo>
                    <a:lnTo>
                      <a:pt x="6885128" y="3486466"/>
                    </a:lnTo>
                    <a:lnTo>
                      <a:pt x="6923922" y="3458794"/>
                    </a:lnTo>
                    <a:lnTo>
                      <a:pt x="6960982" y="3429695"/>
                    </a:lnTo>
                    <a:lnTo>
                      <a:pt x="6999623" y="3400443"/>
                    </a:lnTo>
                    <a:lnTo>
                      <a:pt x="7037959" y="3368031"/>
                    </a:lnTo>
                    <a:lnTo>
                      <a:pt x="7074561" y="3334191"/>
                    </a:lnTo>
                    <a:lnTo>
                      <a:pt x="7112744" y="3300199"/>
                    </a:lnTo>
                    <a:lnTo>
                      <a:pt x="7147461" y="3263352"/>
                    </a:lnTo>
                    <a:lnTo>
                      <a:pt x="7183759" y="3226352"/>
                    </a:lnTo>
                    <a:lnTo>
                      <a:pt x="7219751" y="3186191"/>
                    </a:lnTo>
                    <a:lnTo>
                      <a:pt x="7255743" y="3146031"/>
                    </a:lnTo>
                    <a:lnTo>
                      <a:pt x="7290002" y="3104444"/>
                    </a:lnTo>
                    <a:lnTo>
                      <a:pt x="7322375" y="3059848"/>
                    </a:lnTo>
                    <a:lnTo>
                      <a:pt x="7356176" y="3013520"/>
                    </a:lnTo>
                    <a:lnTo>
                      <a:pt x="7388397" y="2967345"/>
                    </a:lnTo>
                    <a:lnTo>
                      <a:pt x="7418580" y="2916582"/>
                    </a:lnTo>
                    <a:lnTo>
                      <a:pt x="7450496" y="2867246"/>
                    </a:lnTo>
                    <a:lnTo>
                      <a:pt x="7478793" y="2813475"/>
                    </a:lnTo>
                    <a:lnTo>
                      <a:pt x="7507090" y="2759705"/>
                    </a:lnTo>
                    <a:lnTo>
                      <a:pt x="7533655" y="2704506"/>
                    </a:lnTo>
                    <a:lnTo>
                      <a:pt x="7558334" y="2646301"/>
                    </a:lnTo>
                    <a:lnTo>
                      <a:pt x="7582860" y="2586515"/>
                    </a:lnTo>
                    <a:lnTo>
                      <a:pt x="7605348" y="2522141"/>
                    </a:lnTo>
                    <a:lnTo>
                      <a:pt x="7626409" y="2459500"/>
                    </a:lnTo>
                    <a:lnTo>
                      <a:pt x="7647164" y="2393699"/>
                    </a:lnTo>
                    <a:lnTo>
                      <a:pt x="7666187" y="2326471"/>
                    </a:lnTo>
                    <a:lnTo>
                      <a:pt x="7683324" y="2256234"/>
                    </a:lnTo>
                    <a:lnTo>
                      <a:pt x="7697148" y="2184723"/>
                    </a:lnTo>
                    <a:lnTo>
                      <a:pt x="7710514" y="2108472"/>
                    </a:lnTo>
                    <a:lnTo>
                      <a:pt x="7722300" y="2032373"/>
                    </a:lnTo>
                    <a:lnTo>
                      <a:pt x="7728269" y="1995114"/>
                    </a:lnTo>
                    <a:lnTo>
                      <a:pt x="7738215" y="1949496"/>
                    </a:lnTo>
                    <a:lnTo>
                      <a:pt x="7750864" y="1898832"/>
                    </a:lnTo>
                    <a:lnTo>
                      <a:pt x="7769527" y="1844397"/>
                    </a:lnTo>
                    <a:lnTo>
                      <a:pt x="7781153" y="1816161"/>
                    </a:lnTo>
                    <a:lnTo>
                      <a:pt x="7792932" y="1789504"/>
                    </a:lnTo>
                    <a:lnTo>
                      <a:pt x="7806138" y="1761115"/>
                    </a:lnTo>
                    <a:lnTo>
                      <a:pt x="7821076" y="1734153"/>
                    </a:lnTo>
                    <a:lnTo>
                      <a:pt x="7836320" y="1710352"/>
                    </a:lnTo>
                    <a:lnTo>
                      <a:pt x="7856305" y="1686093"/>
                    </a:lnTo>
                    <a:lnTo>
                      <a:pt x="7876442" y="1663413"/>
                    </a:lnTo>
                    <a:lnTo>
                      <a:pt x="7896579" y="1640734"/>
                    </a:lnTo>
                    <a:lnTo>
                      <a:pt x="7918755" y="1622642"/>
                    </a:lnTo>
                    <a:lnTo>
                      <a:pt x="7944396" y="1607405"/>
                    </a:lnTo>
                    <a:lnTo>
                      <a:pt x="7970036" y="1592169"/>
                    </a:lnTo>
                    <a:lnTo>
                      <a:pt x="7997868" y="1583100"/>
                    </a:lnTo>
                    <a:lnTo>
                      <a:pt x="8027586" y="1577039"/>
                    </a:lnTo>
                    <a:lnTo>
                      <a:pt x="8058883" y="1570825"/>
                    </a:lnTo>
                    <a:lnTo>
                      <a:pt x="8094104" y="1572207"/>
                    </a:lnTo>
                    <a:lnTo>
                      <a:pt x="8129631" y="1576748"/>
                    </a:lnTo>
                    <a:lnTo>
                      <a:pt x="8168776" y="1585725"/>
                    </a:lnTo>
                    <a:lnTo>
                      <a:pt x="8209959" y="1599290"/>
                    </a:lnTo>
                    <a:lnTo>
                      <a:pt x="8253332" y="1619022"/>
                    </a:lnTo>
                    <a:lnTo>
                      <a:pt x="8297164" y="1643496"/>
                    </a:lnTo>
                    <a:lnTo>
                      <a:pt x="8344767" y="1673984"/>
                    </a:lnTo>
                    <a:lnTo>
                      <a:pt x="8394408" y="1709059"/>
                    </a:lnTo>
                    <a:lnTo>
                      <a:pt x="8447973" y="1751731"/>
                    </a:lnTo>
                    <a:lnTo>
                      <a:pt x="8503728" y="1800570"/>
                    </a:lnTo>
                    <a:lnTo>
                      <a:pt x="8574110" y="1868729"/>
                    </a:lnTo>
                    <a:lnTo>
                      <a:pt x="8623392" y="1916599"/>
                    </a:lnTo>
                    <a:lnTo>
                      <a:pt x="8679300" y="1967018"/>
                    </a:lnTo>
                    <a:lnTo>
                      <a:pt x="8739949" y="2016979"/>
                    </a:lnTo>
                    <a:lnTo>
                      <a:pt x="8771139" y="2042674"/>
                    </a:lnTo>
                    <a:lnTo>
                      <a:pt x="8803758" y="2066635"/>
                    </a:lnTo>
                    <a:lnTo>
                      <a:pt x="8837956" y="2090444"/>
                    </a:lnTo>
                    <a:lnTo>
                      <a:pt x="8871849" y="2111093"/>
                    </a:lnTo>
                    <a:lnTo>
                      <a:pt x="8903856" y="2128734"/>
                    </a:lnTo>
                    <a:lnTo>
                      <a:pt x="8937444" y="2146222"/>
                    </a:lnTo>
                    <a:lnTo>
                      <a:pt x="8972307" y="2160398"/>
                    </a:lnTo>
                    <a:lnTo>
                      <a:pt x="9005131" y="2169985"/>
                    </a:lnTo>
                    <a:lnTo>
                      <a:pt x="9037802" y="2177992"/>
                    </a:lnTo>
                    <a:lnTo>
                      <a:pt x="9071443" y="2179527"/>
                    </a:lnTo>
                    <a:lnTo>
                      <a:pt x="9087397" y="2179580"/>
                    </a:lnTo>
                    <a:lnTo>
                      <a:pt x="9103199" y="2178053"/>
                    </a:lnTo>
                    <a:lnTo>
                      <a:pt x="9119000" y="2176526"/>
                    </a:lnTo>
                    <a:lnTo>
                      <a:pt x="9133069" y="2173572"/>
                    </a:lnTo>
                    <a:lnTo>
                      <a:pt x="9148565" y="2168885"/>
                    </a:lnTo>
                    <a:lnTo>
                      <a:pt x="9162175" y="2161191"/>
                    </a:lnTo>
                    <a:lnTo>
                      <a:pt x="9178946" y="2153190"/>
                    </a:lnTo>
                    <a:lnTo>
                      <a:pt x="9192404" y="2143916"/>
                    </a:lnTo>
                    <a:lnTo>
                      <a:pt x="9205862" y="2134641"/>
                    </a:lnTo>
                    <a:lnTo>
                      <a:pt x="9219015" y="2122206"/>
                    </a:lnTo>
                    <a:lnTo>
                      <a:pt x="9232014" y="2108190"/>
                    </a:lnTo>
                    <a:lnTo>
                      <a:pt x="9243434" y="2094328"/>
                    </a:lnTo>
                    <a:lnTo>
                      <a:pt x="9256129" y="2077152"/>
                    </a:lnTo>
                    <a:lnTo>
                      <a:pt x="9267090" y="2058550"/>
                    </a:lnTo>
                    <a:lnTo>
                      <a:pt x="9276166" y="2036939"/>
                    </a:lnTo>
                    <a:lnTo>
                      <a:pt x="9286975" y="2016756"/>
                    </a:lnTo>
                    <a:lnTo>
                      <a:pt x="9295746" y="1991985"/>
                    </a:lnTo>
                    <a:lnTo>
                      <a:pt x="9305945" y="1965481"/>
                    </a:lnTo>
                    <a:lnTo>
                      <a:pt x="9314410" y="1937550"/>
                    </a:lnTo>
                    <a:lnTo>
                      <a:pt x="9322723" y="1908039"/>
                    </a:lnTo>
                    <a:lnTo>
                      <a:pt x="9329303" y="1877100"/>
                    </a:lnTo>
                    <a:lnTo>
                      <a:pt x="9335577" y="1843001"/>
                    </a:lnTo>
                    <a:lnTo>
                      <a:pt x="9345936" y="1768635"/>
                    </a:lnTo>
                    <a:lnTo>
                      <a:pt x="9360477" y="1671536"/>
                    </a:lnTo>
                    <a:lnTo>
                      <a:pt x="9375683" y="1564804"/>
                    </a:lnTo>
                    <a:lnTo>
                      <a:pt x="9393285" y="1449866"/>
                    </a:lnTo>
                    <a:lnTo>
                      <a:pt x="9413285" y="1326722"/>
                    </a:lnTo>
                    <a:lnTo>
                      <a:pt x="9437566" y="1198379"/>
                    </a:lnTo>
                    <a:lnTo>
                      <a:pt x="9466131" y="1064838"/>
                    </a:lnTo>
                    <a:lnTo>
                      <a:pt x="9495664" y="924823"/>
                    </a:lnTo>
                    <a:lnTo>
                      <a:pt x="9529480" y="779611"/>
                    </a:lnTo>
                    <a:lnTo>
                      <a:pt x="9539220" y="748367"/>
                    </a:lnTo>
                    <a:lnTo>
                      <a:pt x="9550083" y="712229"/>
                    </a:lnTo>
                    <a:lnTo>
                      <a:pt x="9562678" y="677520"/>
                    </a:lnTo>
                    <a:lnTo>
                      <a:pt x="9579708" y="639192"/>
                    </a:lnTo>
                    <a:lnTo>
                      <a:pt x="9598471" y="602291"/>
                    </a:lnTo>
                    <a:lnTo>
                      <a:pt x="9620089" y="561925"/>
                    </a:lnTo>
                    <a:lnTo>
                      <a:pt x="9643440" y="522986"/>
                    </a:lnTo>
                    <a:lnTo>
                      <a:pt x="9673264" y="485017"/>
                    </a:lnTo>
                    <a:lnTo>
                      <a:pt x="9702935" y="445467"/>
                    </a:lnTo>
                    <a:lnTo>
                      <a:pt x="9737653" y="408620"/>
                    </a:lnTo>
                    <a:lnTo>
                      <a:pt x="9775530" y="371468"/>
                    </a:lnTo>
                    <a:lnTo>
                      <a:pt x="9816721" y="335590"/>
                    </a:lnTo>
                    <a:lnTo>
                      <a:pt x="9861377" y="302567"/>
                    </a:lnTo>
                    <a:lnTo>
                      <a:pt x="9911078" y="272246"/>
                    </a:lnTo>
                    <a:lnTo>
                      <a:pt x="9938300" y="256857"/>
                    </a:lnTo>
                    <a:lnTo>
                      <a:pt x="9965826" y="244628"/>
                    </a:lnTo>
                    <a:lnTo>
                      <a:pt x="9994780" y="230666"/>
                    </a:lnTo>
                    <a:lnTo>
                      <a:pt x="10025314" y="216551"/>
                    </a:lnTo>
                    <a:close/>
                  </a:path>
                </a:pathLst>
              </a:custGeom>
              <a:solidFill>
                <a:srgbClr val="EF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dirty="0">
                  <a:solidFill>
                    <a:prstClr val="black"/>
                  </a:solidFill>
                  <a:latin typeface="Montserrat Light"/>
                </a:endParaRPr>
              </a:p>
            </p:txBody>
          </p:sp>
        </p:grpSp>
        <p:sp>
          <p:nvSpPr>
            <p:cNvPr id="19" name="Oval 18"/>
            <p:cNvSpPr/>
            <p:nvPr/>
          </p:nvSpPr>
          <p:spPr>
            <a:xfrm>
              <a:off x="2334883" y="4863861"/>
              <a:ext cx="1238250" cy="1238250"/>
            </a:xfrm>
            <a:prstGeom prst="ellipse">
              <a:avLst/>
            </a:prstGeom>
            <a:solidFill>
              <a:srgbClr val="EF423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2" name="Title 1"/>
          <p:cNvSpPr>
            <a:spLocks noGrp="1"/>
          </p:cNvSpPr>
          <p:nvPr>
            <p:ph type="ctrTitle"/>
          </p:nvPr>
        </p:nvSpPr>
        <p:spPr>
          <a:xfrm>
            <a:off x="1631877" y="612972"/>
            <a:ext cx="9144000" cy="1009346"/>
          </a:xfrm>
        </p:spPr>
        <p:txBody>
          <a:bodyPr>
            <a:normAutofit/>
          </a:bodyPr>
          <a:lstStyle/>
          <a:p>
            <a:pPr rtl="1"/>
            <a:r>
              <a:rPr lang="ar-SA" sz="4400" b="1" u="sng" dirty="0"/>
              <a:t>2. الواقع الافتراضي Virtual Reality</a:t>
            </a:r>
            <a:endParaRPr lang="en-US" sz="4400" u="sng" dirty="0"/>
          </a:p>
        </p:txBody>
      </p:sp>
      <p:sp>
        <p:nvSpPr>
          <p:cNvPr id="3" name="Subtitle 2"/>
          <p:cNvSpPr>
            <a:spLocks noGrp="1"/>
          </p:cNvSpPr>
          <p:nvPr>
            <p:ph type="subTitle" idx="1"/>
          </p:nvPr>
        </p:nvSpPr>
        <p:spPr>
          <a:xfrm>
            <a:off x="1263506" y="3256199"/>
            <a:ext cx="10185543" cy="1110470"/>
          </a:xfrm>
        </p:spPr>
        <p:txBody>
          <a:bodyPr>
            <a:noAutofit/>
          </a:bodyPr>
          <a:lstStyle/>
          <a:p>
            <a:r>
              <a:rPr lang="ar-JO" sz="2800" b="1" dirty="0"/>
              <a:t>تستطيع تكنولوجيا الواقع الافتراضي من تمكين مستخدميها من بناء عوالم افتراضية أو خيالية من خلال استغلال قدرات الحاسوب في الخزن والمعالجة </a:t>
            </a:r>
            <a:endParaRPr lang="en-AU" sz="2800" b="1" dirty="0">
              <a:solidFill>
                <a:schemeClr val="tx1">
                  <a:lumMod val="75000"/>
                  <a:lumOff val="25000"/>
                </a:schemeClr>
              </a:solidFill>
            </a:endParaRPr>
          </a:p>
        </p:txBody>
      </p:sp>
      <p:sp>
        <p:nvSpPr>
          <p:cNvPr id="4" name="Rectangle 3"/>
          <p:cNvSpPr/>
          <p:nvPr/>
        </p:nvSpPr>
        <p:spPr>
          <a:xfrm>
            <a:off x="7227981" y="2032299"/>
            <a:ext cx="4397359" cy="823174"/>
          </a:xfrm>
          <a:prstGeom prst="rect">
            <a:avLst/>
          </a:prstGeom>
        </p:spPr>
        <p:txBody>
          <a:bodyPr wrap="none">
            <a:spAutoFit/>
          </a:bodyPr>
          <a:lstStyle/>
          <a:p>
            <a:pPr marL="457200" marR="0" algn="just" rtl="1">
              <a:lnSpc>
                <a:spcPct val="150000"/>
              </a:lnSpc>
              <a:spcBef>
                <a:spcPts val="0"/>
              </a:spcBef>
              <a:spcAft>
                <a:spcPts val="0"/>
              </a:spcAft>
            </a:pPr>
            <a:r>
              <a:rPr lang="ar-JO" sz="3600" b="1" u="sng" dirty="0">
                <a:solidFill>
                  <a:srgbClr val="1C94D0"/>
                </a:solidFill>
              </a:rPr>
              <a:t>ب. كيف تتم هذه التقنية؟ </a:t>
            </a:r>
            <a:endParaRPr lang="en-US" sz="3600" u="sng" dirty="0">
              <a:solidFill>
                <a:srgbClr val="1C94D0"/>
              </a:solidFill>
              <a:effectLst/>
              <a:latin typeface="Times New Roman" panose="02020603050405020304" pitchFamily="18" charset="0"/>
              <a:ea typeface="Calibri" panose="020F0502020204030204" pitchFamily="34" charset="0"/>
              <a:cs typeface="Simplified Arabic" panose="02020603050405020304" pitchFamily="18" charset="-78"/>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88704199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Oval 42"/>
          <p:cNvSpPr/>
          <p:nvPr/>
        </p:nvSpPr>
        <p:spPr>
          <a:xfrm>
            <a:off x="9239250" y="1401763"/>
            <a:ext cx="1325563" cy="1327150"/>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4" name="Oval 43"/>
          <p:cNvSpPr/>
          <p:nvPr/>
        </p:nvSpPr>
        <p:spPr>
          <a:xfrm>
            <a:off x="8326438" y="1152525"/>
            <a:ext cx="1649412" cy="1649413"/>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5" name="Oval 44"/>
          <p:cNvSpPr/>
          <p:nvPr/>
        </p:nvSpPr>
        <p:spPr>
          <a:xfrm>
            <a:off x="7656513" y="1395413"/>
            <a:ext cx="1341437" cy="1343025"/>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6" name="Oval 45"/>
          <p:cNvSpPr/>
          <p:nvPr/>
        </p:nvSpPr>
        <p:spPr>
          <a:xfrm>
            <a:off x="6943725" y="1555750"/>
            <a:ext cx="1225550" cy="1225550"/>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endParaRPr>
          </a:p>
        </p:txBody>
      </p:sp>
      <p:sp>
        <p:nvSpPr>
          <p:cNvPr id="47" name="Oval 46"/>
          <p:cNvSpPr/>
          <p:nvPr/>
        </p:nvSpPr>
        <p:spPr>
          <a:xfrm>
            <a:off x="5730875" y="925513"/>
            <a:ext cx="2105025" cy="2103437"/>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endParaRPr>
          </a:p>
        </p:txBody>
      </p:sp>
      <p:sp>
        <p:nvSpPr>
          <p:cNvPr id="48" name="Oval 47"/>
          <p:cNvSpPr/>
          <p:nvPr/>
        </p:nvSpPr>
        <p:spPr>
          <a:xfrm>
            <a:off x="5345113" y="1527175"/>
            <a:ext cx="1327150" cy="1327150"/>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9" name="Oval 48"/>
          <p:cNvSpPr/>
          <p:nvPr/>
        </p:nvSpPr>
        <p:spPr>
          <a:xfrm>
            <a:off x="4433888" y="1277938"/>
            <a:ext cx="1647825" cy="1649412"/>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0" name="Oval 49"/>
          <p:cNvSpPr/>
          <p:nvPr/>
        </p:nvSpPr>
        <p:spPr>
          <a:xfrm>
            <a:off x="3762375" y="1520825"/>
            <a:ext cx="1343025" cy="1343025"/>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1" name="Oval 50"/>
          <p:cNvSpPr/>
          <p:nvPr/>
        </p:nvSpPr>
        <p:spPr>
          <a:xfrm>
            <a:off x="2711450" y="1739900"/>
            <a:ext cx="966788" cy="966788"/>
          </a:xfrm>
          <a:prstGeom prst="ellipse">
            <a:avLst/>
          </a:prstGeom>
          <a:solidFill>
            <a:srgbClr val="4472C4"/>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2" name="Oval 51"/>
          <p:cNvSpPr/>
          <p:nvPr/>
        </p:nvSpPr>
        <p:spPr>
          <a:xfrm>
            <a:off x="3211513" y="1649413"/>
            <a:ext cx="1138237"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3" name="Oval 52"/>
          <p:cNvSpPr/>
          <p:nvPr/>
        </p:nvSpPr>
        <p:spPr>
          <a:xfrm>
            <a:off x="1689100" y="1341438"/>
            <a:ext cx="1522413" cy="1522412"/>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4" name="Oval 53"/>
          <p:cNvSpPr/>
          <p:nvPr/>
        </p:nvSpPr>
        <p:spPr>
          <a:xfrm>
            <a:off x="1143000" y="1649413"/>
            <a:ext cx="1138238"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21239" name="TextBox 38"/>
          <p:cNvSpPr txBox="1">
            <a:spLocks noChangeArrowheads="1"/>
          </p:cNvSpPr>
          <p:nvPr/>
        </p:nvSpPr>
        <p:spPr bwMode="auto">
          <a:xfrm>
            <a:off x="895350" y="3630612"/>
            <a:ext cx="10706100" cy="1815882"/>
          </a:xfrm>
          <a:prstGeom prst="rect">
            <a:avLst/>
          </a:prstGeom>
          <a:noFill/>
          <a:ln w="9525">
            <a:noFill/>
            <a:miter lim="800000"/>
            <a:headEnd/>
            <a:tailEnd/>
          </a:ln>
        </p:spPr>
        <p:txBody>
          <a:bodyPr wrap="square">
            <a:spAutoFit/>
          </a:bodyPr>
          <a:lstStyle/>
          <a:p>
            <a:pPr algn="ctr" rtl="1"/>
            <a:r>
              <a:rPr lang="ar-JO" sz="2800" b="1" dirty="0"/>
              <a:t>بالإضافة الى وجود أجهزة خاصة تستخدم لهذا الغرض يتم توصيلها بالحاسوب مثل: غطاء الرأس, والقفازات, ونظارة الأبعاد الثلاثية, والتي تساعد الإنسان في رؤية البرنامج بصورة مجسمة ذات أبعاد ثلاثية (الطول – العرض – العمق) واللمس من خلال القفازات, والسمع لكل ما يدور في البرنامج والتفاعل معه وكأنه واقع محسوس تماماً. </a:t>
            </a:r>
            <a:endParaRPr lang="en-US" sz="2800" b="1" dirty="0"/>
          </a:p>
        </p:txBody>
      </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8912712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250" fill="hold"/>
                                        <p:tgtEl>
                                          <p:spTgt spid="54"/>
                                        </p:tgtEl>
                                        <p:attrNameLst>
                                          <p:attrName>ppt_w</p:attrName>
                                        </p:attrNameLst>
                                      </p:cBhvr>
                                      <p:tavLst>
                                        <p:tav tm="0">
                                          <p:val>
                                            <p:fltVal val="0"/>
                                          </p:val>
                                        </p:tav>
                                        <p:tav tm="100000">
                                          <p:val>
                                            <p:strVal val="#ppt_w"/>
                                          </p:val>
                                        </p:tav>
                                      </p:tavLst>
                                    </p:anim>
                                    <p:anim calcmode="lin" valueType="num">
                                      <p:cBhvr>
                                        <p:cTn id="8" dur="250" fill="hold"/>
                                        <p:tgtEl>
                                          <p:spTgt spid="54"/>
                                        </p:tgtEl>
                                        <p:attrNameLst>
                                          <p:attrName>ppt_h</p:attrName>
                                        </p:attrNameLst>
                                      </p:cBhvr>
                                      <p:tavLst>
                                        <p:tav tm="0">
                                          <p:val>
                                            <p:fltVal val="0"/>
                                          </p:val>
                                        </p:tav>
                                        <p:tav tm="100000">
                                          <p:val>
                                            <p:strVal val="#ppt_h"/>
                                          </p:val>
                                        </p:tav>
                                      </p:tavLst>
                                    </p:anim>
                                    <p:animEffect transition="in" filter="fade">
                                      <p:cBhvr>
                                        <p:cTn id="9" dur="250"/>
                                        <p:tgtEl>
                                          <p:spTgt spid="54"/>
                                        </p:tgtEl>
                                      </p:cBhvr>
                                    </p:animEffect>
                                  </p:childTnLst>
                                </p:cTn>
                              </p:par>
                            </p:childTnLst>
                          </p:cTn>
                        </p:par>
                        <p:par>
                          <p:cTn id="10" fill="hold">
                            <p:stCondLst>
                              <p:cond delay="250"/>
                            </p:stCondLst>
                            <p:childTnLst>
                              <p:par>
                                <p:cTn id="11" presetID="53" presetClass="entr" presetSubtype="16" fill="hold" grpId="0" nodeType="afterEffect">
                                  <p:stCondLst>
                                    <p:cond delay="0"/>
                                  </p:stCondLst>
                                  <p:childTnLst>
                                    <p:set>
                                      <p:cBhvr>
                                        <p:cTn id="12" dur="1" fill="hold">
                                          <p:stCondLst>
                                            <p:cond delay="0"/>
                                          </p:stCondLst>
                                        </p:cTn>
                                        <p:tgtEl>
                                          <p:spTgt spid="53"/>
                                        </p:tgtEl>
                                        <p:attrNameLst>
                                          <p:attrName>style.visibility</p:attrName>
                                        </p:attrNameLst>
                                      </p:cBhvr>
                                      <p:to>
                                        <p:strVal val="visible"/>
                                      </p:to>
                                    </p:set>
                                    <p:anim calcmode="lin" valueType="num">
                                      <p:cBhvr>
                                        <p:cTn id="13" dur="250" fill="hold"/>
                                        <p:tgtEl>
                                          <p:spTgt spid="53"/>
                                        </p:tgtEl>
                                        <p:attrNameLst>
                                          <p:attrName>ppt_w</p:attrName>
                                        </p:attrNameLst>
                                      </p:cBhvr>
                                      <p:tavLst>
                                        <p:tav tm="0">
                                          <p:val>
                                            <p:fltVal val="0"/>
                                          </p:val>
                                        </p:tav>
                                        <p:tav tm="100000">
                                          <p:val>
                                            <p:strVal val="#ppt_w"/>
                                          </p:val>
                                        </p:tav>
                                      </p:tavLst>
                                    </p:anim>
                                    <p:anim calcmode="lin" valueType="num">
                                      <p:cBhvr>
                                        <p:cTn id="14" dur="250" fill="hold"/>
                                        <p:tgtEl>
                                          <p:spTgt spid="53"/>
                                        </p:tgtEl>
                                        <p:attrNameLst>
                                          <p:attrName>ppt_h</p:attrName>
                                        </p:attrNameLst>
                                      </p:cBhvr>
                                      <p:tavLst>
                                        <p:tav tm="0">
                                          <p:val>
                                            <p:fltVal val="0"/>
                                          </p:val>
                                        </p:tav>
                                        <p:tav tm="100000">
                                          <p:val>
                                            <p:strVal val="#ppt_h"/>
                                          </p:val>
                                        </p:tav>
                                      </p:tavLst>
                                    </p:anim>
                                    <p:animEffect transition="in" filter="fade">
                                      <p:cBhvr>
                                        <p:cTn id="15" dur="250"/>
                                        <p:tgtEl>
                                          <p:spTgt spid="53"/>
                                        </p:tgtEl>
                                      </p:cBhvr>
                                    </p:animEffect>
                                  </p:childTnLst>
                                </p:cTn>
                              </p:par>
                            </p:childTnLst>
                          </p:cTn>
                        </p:par>
                        <p:par>
                          <p:cTn id="16" fill="hold">
                            <p:stCondLst>
                              <p:cond delay="500"/>
                            </p:stCondLst>
                            <p:childTnLst>
                              <p:par>
                                <p:cTn id="17" presetID="53" presetClass="entr" presetSubtype="16" fill="hold" grpId="0" nodeType="afterEffect">
                                  <p:stCondLst>
                                    <p:cond delay="0"/>
                                  </p:stCondLst>
                                  <p:childTnLst>
                                    <p:set>
                                      <p:cBhvr>
                                        <p:cTn id="18" dur="1" fill="hold">
                                          <p:stCondLst>
                                            <p:cond delay="0"/>
                                          </p:stCondLst>
                                        </p:cTn>
                                        <p:tgtEl>
                                          <p:spTgt spid="51"/>
                                        </p:tgtEl>
                                        <p:attrNameLst>
                                          <p:attrName>style.visibility</p:attrName>
                                        </p:attrNameLst>
                                      </p:cBhvr>
                                      <p:to>
                                        <p:strVal val="visible"/>
                                      </p:to>
                                    </p:set>
                                    <p:anim calcmode="lin" valueType="num">
                                      <p:cBhvr>
                                        <p:cTn id="19" dur="250" fill="hold"/>
                                        <p:tgtEl>
                                          <p:spTgt spid="51"/>
                                        </p:tgtEl>
                                        <p:attrNameLst>
                                          <p:attrName>ppt_w</p:attrName>
                                        </p:attrNameLst>
                                      </p:cBhvr>
                                      <p:tavLst>
                                        <p:tav tm="0">
                                          <p:val>
                                            <p:fltVal val="0"/>
                                          </p:val>
                                        </p:tav>
                                        <p:tav tm="100000">
                                          <p:val>
                                            <p:strVal val="#ppt_w"/>
                                          </p:val>
                                        </p:tav>
                                      </p:tavLst>
                                    </p:anim>
                                    <p:anim calcmode="lin" valueType="num">
                                      <p:cBhvr>
                                        <p:cTn id="20" dur="250" fill="hold"/>
                                        <p:tgtEl>
                                          <p:spTgt spid="51"/>
                                        </p:tgtEl>
                                        <p:attrNameLst>
                                          <p:attrName>ppt_h</p:attrName>
                                        </p:attrNameLst>
                                      </p:cBhvr>
                                      <p:tavLst>
                                        <p:tav tm="0">
                                          <p:val>
                                            <p:fltVal val="0"/>
                                          </p:val>
                                        </p:tav>
                                        <p:tav tm="100000">
                                          <p:val>
                                            <p:strVal val="#ppt_h"/>
                                          </p:val>
                                        </p:tav>
                                      </p:tavLst>
                                    </p:anim>
                                    <p:animEffect transition="in" filter="fade">
                                      <p:cBhvr>
                                        <p:cTn id="21" dur="250"/>
                                        <p:tgtEl>
                                          <p:spTgt spid="51"/>
                                        </p:tgtEl>
                                      </p:cBhvr>
                                    </p:animEffect>
                                  </p:childTnLst>
                                </p:cTn>
                              </p:par>
                            </p:childTnLst>
                          </p:cTn>
                        </p:par>
                        <p:par>
                          <p:cTn id="22" fill="hold">
                            <p:stCondLst>
                              <p:cond delay="750"/>
                            </p:stCondLst>
                            <p:childTnLst>
                              <p:par>
                                <p:cTn id="23" presetID="53" presetClass="entr" presetSubtype="16" fill="hold" grpId="0" nodeType="after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p:cTn id="25" dur="250" fill="hold"/>
                                        <p:tgtEl>
                                          <p:spTgt spid="52"/>
                                        </p:tgtEl>
                                        <p:attrNameLst>
                                          <p:attrName>ppt_w</p:attrName>
                                        </p:attrNameLst>
                                      </p:cBhvr>
                                      <p:tavLst>
                                        <p:tav tm="0">
                                          <p:val>
                                            <p:fltVal val="0"/>
                                          </p:val>
                                        </p:tav>
                                        <p:tav tm="100000">
                                          <p:val>
                                            <p:strVal val="#ppt_w"/>
                                          </p:val>
                                        </p:tav>
                                      </p:tavLst>
                                    </p:anim>
                                    <p:anim calcmode="lin" valueType="num">
                                      <p:cBhvr>
                                        <p:cTn id="26" dur="250" fill="hold"/>
                                        <p:tgtEl>
                                          <p:spTgt spid="52"/>
                                        </p:tgtEl>
                                        <p:attrNameLst>
                                          <p:attrName>ppt_h</p:attrName>
                                        </p:attrNameLst>
                                      </p:cBhvr>
                                      <p:tavLst>
                                        <p:tav tm="0">
                                          <p:val>
                                            <p:fltVal val="0"/>
                                          </p:val>
                                        </p:tav>
                                        <p:tav tm="100000">
                                          <p:val>
                                            <p:strVal val="#ppt_h"/>
                                          </p:val>
                                        </p:tav>
                                      </p:tavLst>
                                    </p:anim>
                                    <p:animEffect transition="in" filter="fade">
                                      <p:cBhvr>
                                        <p:cTn id="27" dur="250"/>
                                        <p:tgtEl>
                                          <p:spTgt spid="52"/>
                                        </p:tgtEl>
                                      </p:cBhvr>
                                    </p:animEffect>
                                  </p:childTnLst>
                                </p:cTn>
                              </p:par>
                            </p:childTnLst>
                          </p:cTn>
                        </p:par>
                        <p:par>
                          <p:cTn id="28" fill="hold">
                            <p:stCondLst>
                              <p:cond delay="1000"/>
                            </p:stCondLst>
                            <p:childTnLst>
                              <p:par>
                                <p:cTn id="29" presetID="53" presetClass="entr" presetSubtype="16" fill="hold" grpId="0" nodeType="afterEffect">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cBhvr>
                                        <p:cTn id="31" dur="250" fill="hold"/>
                                        <p:tgtEl>
                                          <p:spTgt spid="50"/>
                                        </p:tgtEl>
                                        <p:attrNameLst>
                                          <p:attrName>ppt_w</p:attrName>
                                        </p:attrNameLst>
                                      </p:cBhvr>
                                      <p:tavLst>
                                        <p:tav tm="0">
                                          <p:val>
                                            <p:fltVal val="0"/>
                                          </p:val>
                                        </p:tav>
                                        <p:tav tm="100000">
                                          <p:val>
                                            <p:strVal val="#ppt_w"/>
                                          </p:val>
                                        </p:tav>
                                      </p:tavLst>
                                    </p:anim>
                                    <p:anim calcmode="lin" valueType="num">
                                      <p:cBhvr>
                                        <p:cTn id="32" dur="250" fill="hold"/>
                                        <p:tgtEl>
                                          <p:spTgt spid="50"/>
                                        </p:tgtEl>
                                        <p:attrNameLst>
                                          <p:attrName>ppt_h</p:attrName>
                                        </p:attrNameLst>
                                      </p:cBhvr>
                                      <p:tavLst>
                                        <p:tav tm="0">
                                          <p:val>
                                            <p:fltVal val="0"/>
                                          </p:val>
                                        </p:tav>
                                        <p:tav tm="100000">
                                          <p:val>
                                            <p:strVal val="#ppt_h"/>
                                          </p:val>
                                        </p:tav>
                                      </p:tavLst>
                                    </p:anim>
                                    <p:animEffect transition="in" filter="fade">
                                      <p:cBhvr>
                                        <p:cTn id="33" dur="250"/>
                                        <p:tgtEl>
                                          <p:spTgt spid="50"/>
                                        </p:tgtEl>
                                      </p:cBhvr>
                                    </p:animEffect>
                                  </p:childTnLst>
                                </p:cTn>
                              </p:par>
                            </p:childTnLst>
                          </p:cTn>
                        </p:par>
                        <p:par>
                          <p:cTn id="34" fill="hold">
                            <p:stCondLst>
                              <p:cond delay="1250"/>
                            </p:stCondLst>
                            <p:childTnLst>
                              <p:par>
                                <p:cTn id="35" presetID="53" presetClass="entr" presetSubtype="16" fill="hold" grpId="0" nodeType="afterEffect">
                                  <p:stCondLst>
                                    <p:cond delay="0"/>
                                  </p:stCondLst>
                                  <p:childTnLst>
                                    <p:set>
                                      <p:cBhvr>
                                        <p:cTn id="36" dur="1" fill="hold">
                                          <p:stCondLst>
                                            <p:cond delay="0"/>
                                          </p:stCondLst>
                                        </p:cTn>
                                        <p:tgtEl>
                                          <p:spTgt spid="49"/>
                                        </p:tgtEl>
                                        <p:attrNameLst>
                                          <p:attrName>style.visibility</p:attrName>
                                        </p:attrNameLst>
                                      </p:cBhvr>
                                      <p:to>
                                        <p:strVal val="visible"/>
                                      </p:to>
                                    </p:set>
                                    <p:anim calcmode="lin" valueType="num">
                                      <p:cBhvr>
                                        <p:cTn id="37" dur="250" fill="hold"/>
                                        <p:tgtEl>
                                          <p:spTgt spid="49"/>
                                        </p:tgtEl>
                                        <p:attrNameLst>
                                          <p:attrName>ppt_w</p:attrName>
                                        </p:attrNameLst>
                                      </p:cBhvr>
                                      <p:tavLst>
                                        <p:tav tm="0">
                                          <p:val>
                                            <p:fltVal val="0"/>
                                          </p:val>
                                        </p:tav>
                                        <p:tav tm="100000">
                                          <p:val>
                                            <p:strVal val="#ppt_w"/>
                                          </p:val>
                                        </p:tav>
                                      </p:tavLst>
                                    </p:anim>
                                    <p:anim calcmode="lin" valueType="num">
                                      <p:cBhvr>
                                        <p:cTn id="38" dur="250" fill="hold"/>
                                        <p:tgtEl>
                                          <p:spTgt spid="49"/>
                                        </p:tgtEl>
                                        <p:attrNameLst>
                                          <p:attrName>ppt_h</p:attrName>
                                        </p:attrNameLst>
                                      </p:cBhvr>
                                      <p:tavLst>
                                        <p:tav tm="0">
                                          <p:val>
                                            <p:fltVal val="0"/>
                                          </p:val>
                                        </p:tav>
                                        <p:tav tm="100000">
                                          <p:val>
                                            <p:strVal val="#ppt_h"/>
                                          </p:val>
                                        </p:tav>
                                      </p:tavLst>
                                    </p:anim>
                                    <p:animEffect transition="in" filter="fade">
                                      <p:cBhvr>
                                        <p:cTn id="39" dur="250"/>
                                        <p:tgtEl>
                                          <p:spTgt spid="49"/>
                                        </p:tgtEl>
                                      </p:cBhvr>
                                    </p:animEffect>
                                  </p:childTnLst>
                                </p:cTn>
                              </p:par>
                            </p:childTnLst>
                          </p:cTn>
                        </p:par>
                        <p:par>
                          <p:cTn id="40" fill="hold">
                            <p:stCondLst>
                              <p:cond delay="1500"/>
                            </p:stCondLst>
                            <p:childTnLst>
                              <p:par>
                                <p:cTn id="41" presetID="53" presetClass="entr" presetSubtype="16" fill="hold" grpId="0" nodeType="afterEffect">
                                  <p:stCondLst>
                                    <p:cond delay="0"/>
                                  </p:stCondLst>
                                  <p:childTnLst>
                                    <p:set>
                                      <p:cBhvr>
                                        <p:cTn id="42" dur="1" fill="hold">
                                          <p:stCondLst>
                                            <p:cond delay="0"/>
                                          </p:stCondLst>
                                        </p:cTn>
                                        <p:tgtEl>
                                          <p:spTgt spid="48"/>
                                        </p:tgtEl>
                                        <p:attrNameLst>
                                          <p:attrName>style.visibility</p:attrName>
                                        </p:attrNameLst>
                                      </p:cBhvr>
                                      <p:to>
                                        <p:strVal val="visible"/>
                                      </p:to>
                                    </p:set>
                                    <p:anim calcmode="lin" valueType="num">
                                      <p:cBhvr>
                                        <p:cTn id="43" dur="250" fill="hold"/>
                                        <p:tgtEl>
                                          <p:spTgt spid="48"/>
                                        </p:tgtEl>
                                        <p:attrNameLst>
                                          <p:attrName>ppt_w</p:attrName>
                                        </p:attrNameLst>
                                      </p:cBhvr>
                                      <p:tavLst>
                                        <p:tav tm="0">
                                          <p:val>
                                            <p:fltVal val="0"/>
                                          </p:val>
                                        </p:tav>
                                        <p:tav tm="100000">
                                          <p:val>
                                            <p:strVal val="#ppt_w"/>
                                          </p:val>
                                        </p:tav>
                                      </p:tavLst>
                                    </p:anim>
                                    <p:anim calcmode="lin" valueType="num">
                                      <p:cBhvr>
                                        <p:cTn id="44" dur="250" fill="hold"/>
                                        <p:tgtEl>
                                          <p:spTgt spid="48"/>
                                        </p:tgtEl>
                                        <p:attrNameLst>
                                          <p:attrName>ppt_h</p:attrName>
                                        </p:attrNameLst>
                                      </p:cBhvr>
                                      <p:tavLst>
                                        <p:tav tm="0">
                                          <p:val>
                                            <p:fltVal val="0"/>
                                          </p:val>
                                        </p:tav>
                                        <p:tav tm="100000">
                                          <p:val>
                                            <p:strVal val="#ppt_h"/>
                                          </p:val>
                                        </p:tav>
                                      </p:tavLst>
                                    </p:anim>
                                    <p:animEffect transition="in" filter="fade">
                                      <p:cBhvr>
                                        <p:cTn id="45" dur="250"/>
                                        <p:tgtEl>
                                          <p:spTgt spid="48"/>
                                        </p:tgtEl>
                                      </p:cBhvr>
                                    </p:animEffect>
                                  </p:childTnLst>
                                </p:cTn>
                              </p:par>
                            </p:childTnLst>
                          </p:cTn>
                        </p:par>
                        <p:par>
                          <p:cTn id="46" fill="hold">
                            <p:stCondLst>
                              <p:cond delay="1750"/>
                            </p:stCondLst>
                            <p:childTnLst>
                              <p:par>
                                <p:cTn id="47" presetID="53" presetClass="entr" presetSubtype="16" fill="hold" grpId="0" nodeType="afterEffect">
                                  <p:stCondLst>
                                    <p:cond delay="0"/>
                                  </p:stCondLst>
                                  <p:childTnLst>
                                    <p:set>
                                      <p:cBhvr>
                                        <p:cTn id="48" dur="1" fill="hold">
                                          <p:stCondLst>
                                            <p:cond delay="0"/>
                                          </p:stCondLst>
                                        </p:cTn>
                                        <p:tgtEl>
                                          <p:spTgt spid="47"/>
                                        </p:tgtEl>
                                        <p:attrNameLst>
                                          <p:attrName>style.visibility</p:attrName>
                                        </p:attrNameLst>
                                      </p:cBhvr>
                                      <p:to>
                                        <p:strVal val="visible"/>
                                      </p:to>
                                    </p:set>
                                    <p:anim calcmode="lin" valueType="num">
                                      <p:cBhvr>
                                        <p:cTn id="49" dur="250" fill="hold"/>
                                        <p:tgtEl>
                                          <p:spTgt spid="47"/>
                                        </p:tgtEl>
                                        <p:attrNameLst>
                                          <p:attrName>ppt_w</p:attrName>
                                        </p:attrNameLst>
                                      </p:cBhvr>
                                      <p:tavLst>
                                        <p:tav tm="0">
                                          <p:val>
                                            <p:fltVal val="0"/>
                                          </p:val>
                                        </p:tav>
                                        <p:tav tm="100000">
                                          <p:val>
                                            <p:strVal val="#ppt_w"/>
                                          </p:val>
                                        </p:tav>
                                      </p:tavLst>
                                    </p:anim>
                                    <p:anim calcmode="lin" valueType="num">
                                      <p:cBhvr>
                                        <p:cTn id="50" dur="250" fill="hold"/>
                                        <p:tgtEl>
                                          <p:spTgt spid="47"/>
                                        </p:tgtEl>
                                        <p:attrNameLst>
                                          <p:attrName>ppt_h</p:attrName>
                                        </p:attrNameLst>
                                      </p:cBhvr>
                                      <p:tavLst>
                                        <p:tav tm="0">
                                          <p:val>
                                            <p:fltVal val="0"/>
                                          </p:val>
                                        </p:tav>
                                        <p:tav tm="100000">
                                          <p:val>
                                            <p:strVal val="#ppt_h"/>
                                          </p:val>
                                        </p:tav>
                                      </p:tavLst>
                                    </p:anim>
                                    <p:animEffect transition="in" filter="fade">
                                      <p:cBhvr>
                                        <p:cTn id="51" dur="250"/>
                                        <p:tgtEl>
                                          <p:spTgt spid="47"/>
                                        </p:tgtEl>
                                      </p:cBhvr>
                                    </p:animEffect>
                                  </p:childTnLst>
                                </p:cTn>
                              </p:par>
                            </p:childTnLst>
                          </p:cTn>
                        </p:par>
                        <p:par>
                          <p:cTn id="52" fill="hold">
                            <p:stCondLst>
                              <p:cond delay="2000"/>
                            </p:stCondLst>
                            <p:childTnLst>
                              <p:par>
                                <p:cTn id="53" presetID="53" presetClass="entr" presetSubtype="16" fill="hold" grpId="0" nodeType="afterEffect">
                                  <p:stCondLst>
                                    <p:cond delay="0"/>
                                  </p:stCondLst>
                                  <p:childTnLst>
                                    <p:set>
                                      <p:cBhvr>
                                        <p:cTn id="54" dur="1" fill="hold">
                                          <p:stCondLst>
                                            <p:cond delay="0"/>
                                          </p:stCondLst>
                                        </p:cTn>
                                        <p:tgtEl>
                                          <p:spTgt spid="46"/>
                                        </p:tgtEl>
                                        <p:attrNameLst>
                                          <p:attrName>style.visibility</p:attrName>
                                        </p:attrNameLst>
                                      </p:cBhvr>
                                      <p:to>
                                        <p:strVal val="visible"/>
                                      </p:to>
                                    </p:set>
                                    <p:anim calcmode="lin" valueType="num">
                                      <p:cBhvr>
                                        <p:cTn id="55" dur="250" fill="hold"/>
                                        <p:tgtEl>
                                          <p:spTgt spid="46"/>
                                        </p:tgtEl>
                                        <p:attrNameLst>
                                          <p:attrName>ppt_w</p:attrName>
                                        </p:attrNameLst>
                                      </p:cBhvr>
                                      <p:tavLst>
                                        <p:tav tm="0">
                                          <p:val>
                                            <p:fltVal val="0"/>
                                          </p:val>
                                        </p:tav>
                                        <p:tav tm="100000">
                                          <p:val>
                                            <p:strVal val="#ppt_w"/>
                                          </p:val>
                                        </p:tav>
                                      </p:tavLst>
                                    </p:anim>
                                    <p:anim calcmode="lin" valueType="num">
                                      <p:cBhvr>
                                        <p:cTn id="56" dur="250" fill="hold"/>
                                        <p:tgtEl>
                                          <p:spTgt spid="46"/>
                                        </p:tgtEl>
                                        <p:attrNameLst>
                                          <p:attrName>ppt_h</p:attrName>
                                        </p:attrNameLst>
                                      </p:cBhvr>
                                      <p:tavLst>
                                        <p:tav tm="0">
                                          <p:val>
                                            <p:fltVal val="0"/>
                                          </p:val>
                                        </p:tav>
                                        <p:tav tm="100000">
                                          <p:val>
                                            <p:strVal val="#ppt_h"/>
                                          </p:val>
                                        </p:tav>
                                      </p:tavLst>
                                    </p:anim>
                                    <p:animEffect transition="in" filter="fade">
                                      <p:cBhvr>
                                        <p:cTn id="57" dur="250"/>
                                        <p:tgtEl>
                                          <p:spTgt spid="46"/>
                                        </p:tgtEl>
                                      </p:cBhvr>
                                    </p:animEffect>
                                  </p:childTnLst>
                                </p:cTn>
                              </p:par>
                            </p:childTnLst>
                          </p:cTn>
                        </p:par>
                        <p:par>
                          <p:cTn id="58" fill="hold">
                            <p:stCondLst>
                              <p:cond delay="2250"/>
                            </p:stCondLst>
                            <p:childTnLst>
                              <p:par>
                                <p:cTn id="59" presetID="53" presetClass="entr" presetSubtype="16" fill="hold" grpId="0" nodeType="afterEffect">
                                  <p:stCondLst>
                                    <p:cond delay="0"/>
                                  </p:stCondLst>
                                  <p:childTnLst>
                                    <p:set>
                                      <p:cBhvr>
                                        <p:cTn id="60" dur="1" fill="hold">
                                          <p:stCondLst>
                                            <p:cond delay="0"/>
                                          </p:stCondLst>
                                        </p:cTn>
                                        <p:tgtEl>
                                          <p:spTgt spid="45"/>
                                        </p:tgtEl>
                                        <p:attrNameLst>
                                          <p:attrName>style.visibility</p:attrName>
                                        </p:attrNameLst>
                                      </p:cBhvr>
                                      <p:to>
                                        <p:strVal val="visible"/>
                                      </p:to>
                                    </p:set>
                                    <p:anim calcmode="lin" valueType="num">
                                      <p:cBhvr>
                                        <p:cTn id="61" dur="250" fill="hold"/>
                                        <p:tgtEl>
                                          <p:spTgt spid="45"/>
                                        </p:tgtEl>
                                        <p:attrNameLst>
                                          <p:attrName>ppt_w</p:attrName>
                                        </p:attrNameLst>
                                      </p:cBhvr>
                                      <p:tavLst>
                                        <p:tav tm="0">
                                          <p:val>
                                            <p:fltVal val="0"/>
                                          </p:val>
                                        </p:tav>
                                        <p:tav tm="100000">
                                          <p:val>
                                            <p:strVal val="#ppt_w"/>
                                          </p:val>
                                        </p:tav>
                                      </p:tavLst>
                                    </p:anim>
                                    <p:anim calcmode="lin" valueType="num">
                                      <p:cBhvr>
                                        <p:cTn id="62" dur="250" fill="hold"/>
                                        <p:tgtEl>
                                          <p:spTgt spid="45"/>
                                        </p:tgtEl>
                                        <p:attrNameLst>
                                          <p:attrName>ppt_h</p:attrName>
                                        </p:attrNameLst>
                                      </p:cBhvr>
                                      <p:tavLst>
                                        <p:tav tm="0">
                                          <p:val>
                                            <p:fltVal val="0"/>
                                          </p:val>
                                        </p:tav>
                                        <p:tav tm="100000">
                                          <p:val>
                                            <p:strVal val="#ppt_h"/>
                                          </p:val>
                                        </p:tav>
                                      </p:tavLst>
                                    </p:anim>
                                    <p:animEffect transition="in" filter="fade">
                                      <p:cBhvr>
                                        <p:cTn id="63" dur="250"/>
                                        <p:tgtEl>
                                          <p:spTgt spid="45"/>
                                        </p:tgtEl>
                                      </p:cBhvr>
                                    </p:animEffect>
                                  </p:childTnLst>
                                </p:cTn>
                              </p:par>
                            </p:childTnLst>
                          </p:cTn>
                        </p:par>
                        <p:par>
                          <p:cTn id="64" fill="hold">
                            <p:stCondLst>
                              <p:cond delay="2500"/>
                            </p:stCondLst>
                            <p:childTnLst>
                              <p:par>
                                <p:cTn id="65" presetID="53" presetClass="entr" presetSubtype="16" fill="hold" grpId="0" nodeType="afterEffect">
                                  <p:stCondLst>
                                    <p:cond delay="0"/>
                                  </p:stCondLst>
                                  <p:childTnLst>
                                    <p:set>
                                      <p:cBhvr>
                                        <p:cTn id="66" dur="1" fill="hold">
                                          <p:stCondLst>
                                            <p:cond delay="0"/>
                                          </p:stCondLst>
                                        </p:cTn>
                                        <p:tgtEl>
                                          <p:spTgt spid="44"/>
                                        </p:tgtEl>
                                        <p:attrNameLst>
                                          <p:attrName>style.visibility</p:attrName>
                                        </p:attrNameLst>
                                      </p:cBhvr>
                                      <p:to>
                                        <p:strVal val="visible"/>
                                      </p:to>
                                    </p:set>
                                    <p:anim calcmode="lin" valueType="num">
                                      <p:cBhvr>
                                        <p:cTn id="67" dur="250" fill="hold"/>
                                        <p:tgtEl>
                                          <p:spTgt spid="44"/>
                                        </p:tgtEl>
                                        <p:attrNameLst>
                                          <p:attrName>ppt_w</p:attrName>
                                        </p:attrNameLst>
                                      </p:cBhvr>
                                      <p:tavLst>
                                        <p:tav tm="0">
                                          <p:val>
                                            <p:fltVal val="0"/>
                                          </p:val>
                                        </p:tav>
                                        <p:tav tm="100000">
                                          <p:val>
                                            <p:strVal val="#ppt_w"/>
                                          </p:val>
                                        </p:tav>
                                      </p:tavLst>
                                    </p:anim>
                                    <p:anim calcmode="lin" valueType="num">
                                      <p:cBhvr>
                                        <p:cTn id="68" dur="250" fill="hold"/>
                                        <p:tgtEl>
                                          <p:spTgt spid="44"/>
                                        </p:tgtEl>
                                        <p:attrNameLst>
                                          <p:attrName>ppt_h</p:attrName>
                                        </p:attrNameLst>
                                      </p:cBhvr>
                                      <p:tavLst>
                                        <p:tav tm="0">
                                          <p:val>
                                            <p:fltVal val="0"/>
                                          </p:val>
                                        </p:tav>
                                        <p:tav tm="100000">
                                          <p:val>
                                            <p:strVal val="#ppt_h"/>
                                          </p:val>
                                        </p:tav>
                                      </p:tavLst>
                                    </p:anim>
                                    <p:animEffect transition="in" filter="fade">
                                      <p:cBhvr>
                                        <p:cTn id="69" dur="250"/>
                                        <p:tgtEl>
                                          <p:spTgt spid="44"/>
                                        </p:tgtEl>
                                      </p:cBhvr>
                                    </p:animEffect>
                                  </p:childTnLst>
                                </p:cTn>
                              </p:par>
                            </p:childTnLst>
                          </p:cTn>
                        </p:par>
                        <p:par>
                          <p:cTn id="70" fill="hold">
                            <p:stCondLst>
                              <p:cond delay="2750"/>
                            </p:stCondLst>
                            <p:childTnLst>
                              <p:par>
                                <p:cTn id="71" presetID="53" presetClass="entr" presetSubtype="16" fill="hold" grpId="0" nodeType="afterEffect">
                                  <p:stCondLst>
                                    <p:cond delay="0"/>
                                  </p:stCondLst>
                                  <p:childTnLst>
                                    <p:set>
                                      <p:cBhvr>
                                        <p:cTn id="72" dur="1" fill="hold">
                                          <p:stCondLst>
                                            <p:cond delay="0"/>
                                          </p:stCondLst>
                                        </p:cTn>
                                        <p:tgtEl>
                                          <p:spTgt spid="43"/>
                                        </p:tgtEl>
                                        <p:attrNameLst>
                                          <p:attrName>style.visibility</p:attrName>
                                        </p:attrNameLst>
                                      </p:cBhvr>
                                      <p:to>
                                        <p:strVal val="visible"/>
                                      </p:to>
                                    </p:set>
                                    <p:anim calcmode="lin" valueType="num">
                                      <p:cBhvr>
                                        <p:cTn id="73" dur="250" fill="hold"/>
                                        <p:tgtEl>
                                          <p:spTgt spid="43"/>
                                        </p:tgtEl>
                                        <p:attrNameLst>
                                          <p:attrName>ppt_w</p:attrName>
                                        </p:attrNameLst>
                                      </p:cBhvr>
                                      <p:tavLst>
                                        <p:tav tm="0">
                                          <p:val>
                                            <p:fltVal val="0"/>
                                          </p:val>
                                        </p:tav>
                                        <p:tav tm="100000">
                                          <p:val>
                                            <p:strVal val="#ppt_w"/>
                                          </p:val>
                                        </p:tav>
                                      </p:tavLst>
                                    </p:anim>
                                    <p:anim calcmode="lin" valueType="num">
                                      <p:cBhvr>
                                        <p:cTn id="74" dur="250" fill="hold"/>
                                        <p:tgtEl>
                                          <p:spTgt spid="43"/>
                                        </p:tgtEl>
                                        <p:attrNameLst>
                                          <p:attrName>ppt_h</p:attrName>
                                        </p:attrNameLst>
                                      </p:cBhvr>
                                      <p:tavLst>
                                        <p:tav tm="0">
                                          <p:val>
                                            <p:fltVal val="0"/>
                                          </p:val>
                                        </p:tav>
                                        <p:tav tm="100000">
                                          <p:val>
                                            <p:strVal val="#ppt_h"/>
                                          </p:val>
                                        </p:tav>
                                      </p:tavLst>
                                    </p:anim>
                                    <p:animEffect transition="in" filter="fade">
                                      <p:cBhvr>
                                        <p:cTn id="75" dur="250"/>
                                        <p:tgtEl>
                                          <p:spTgt spid="43"/>
                                        </p:tgtEl>
                                      </p:cBhvr>
                                    </p:animEffect>
                                  </p:childTnLst>
                                </p:cTn>
                              </p:par>
                            </p:childTnLst>
                          </p:cTn>
                        </p:par>
                        <p:par>
                          <p:cTn id="76" fill="hold">
                            <p:stCondLst>
                              <p:cond delay="3000"/>
                            </p:stCondLst>
                            <p:childTnLst>
                              <p:par>
                                <p:cTn id="77" presetID="10" presetClass="entr" presetSubtype="0" fill="hold" grpId="0" nodeType="afterEffect">
                                  <p:stCondLst>
                                    <p:cond delay="250"/>
                                  </p:stCondLst>
                                  <p:childTnLst>
                                    <p:set>
                                      <p:cBhvr>
                                        <p:cTn id="78" dur="1" fill="hold">
                                          <p:stCondLst>
                                            <p:cond delay="0"/>
                                          </p:stCondLst>
                                        </p:cTn>
                                        <p:tgtEl>
                                          <p:spTgt spid="521239"/>
                                        </p:tgtEl>
                                        <p:attrNameLst>
                                          <p:attrName>style.visibility</p:attrName>
                                        </p:attrNameLst>
                                      </p:cBhvr>
                                      <p:to>
                                        <p:strVal val="visible"/>
                                      </p:to>
                                    </p:set>
                                    <p:animEffect transition="in" filter="fade">
                                      <p:cBhvr>
                                        <p:cTn id="79" dur="500"/>
                                        <p:tgtEl>
                                          <p:spTgt spid="5212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54" grpId="0" animBg="1"/>
      <p:bldP spid="521239"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rot="20755662">
            <a:off x="4594745" y="4429385"/>
            <a:ext cx="3938917" cy="2358085"/>
            <a:chOff x="2334883" y="2917871"/>
            <a:chExt cx="5912624" cy="3539671"/>
          </a:xfrm>
        </p:grpSpPr>
        <p:grpSp>
          <p:nvGrpSpPr>
            <p:cNvPr id="11" name="Group 10"/>
            <p:cNvGrpSpPr/>
            <p:nvPr/>
          </p:nvGrpSpPr>
          <p:grpSpPr>
            <a:xfrm rot="580531">
              <a:off x="3182494" y="2917871"/>
              <a:ext cx="5065013" cy="3539671"/>
              <a:chOff x="-2395625" y="1331830"/>
              <a:chExt cx="11255235" cy="7865691"/>
            </a:xfrm>
          </p:grpSpPr>
          <p:sp>
            <p:nvSpPr>
              <p:cNvPr id="12" name="Freeform 11"/>
              <p:cNvSpPr>
                <a:spLocks/>
              </p:cNvSpPr>
              <p:nvPr/>
            </p:nvSpPr>
            <p:spPr bwMode="auto">
              <a:xfrm rot="331136">
                <a:off x="-1863483" y="4791101"/>
                <a:ext cx="5640555" cy="4278408"/>
              </a:xfrm>
              <a:custGeom>
                <a:avLst/>
                <a:gdLst>
                  <a:gd name="connsiteX0" fmla="*/ 4246029 w 5589474"/>
                  <a:gd name="connsiteY0" fmla="*/ 0 h 4278408"/>
                  <a:gd name="connsiteX1" fmla="*/ 4310989 w 5589474"/>
                  <a:gd name="connsiteY1" fmla="*/ 8857 h 4278408"/>
                  <a:gd name="connsiteX2" fmla="*/ 4375949 w 5589474"/>
                  <a:gd name="connsiteY2" fmla="*/ 23622 h 4278408"/>
                  <a:gd name="connsiteX3" fmla="*/ 4446815 w 5589474"/>
                  <a:gd name="connsiteY3" fmla="*/ 47244 h 4278408"/>
                  <a:gd name="connsiteX4" fmla="*/ 4520635 w 5589474"/>
                  <a:gd name="connsiteY4" fmla="*/ 79723 h 4278408"/>
                  <a:gd name="connsiteX5" fmla="*/ 4597405 w 5589474"/>
                  <a:gd name="connsiteY5" fmla="*/ 124015 h 4278408"/>
                  <a:gd name="connsiteX6" fmla="*/ 4674177 w 5589474"/>
                  <a:gd name="connsiteY6" fmla="*/ 177164 h 4278408"/>
                  <a:gd name="connsiteX7" fmla="*/ 4756854 w 5589474"/>
                  <a:gd name="connsiteY7" fmla="*/ 242124 h 4278408"/>
                  <a:gd name="connsiteX8" fmla="*/ 4842482 w 5589474"/>
                  <a:gd name="connsiteY8" fmla="*/ 315941 h 4278408"/>
                  <a:gd name="connsiteX9" fmla="*/ 4934017 w 5589474"/>
                  <a:gd name="connsiteY9" fmla="*/ 404524 h 4278408"/>
                  <a:gd name="connsiteX10" fmla="*/ 5028504 w 5589474"/>
                  <a:gd name="connsiteY10" fmla="*/ 504916 h 4278408"/>
                  <a:gd name="connsiteX11" fmla="*/ 5131848 w 5589474"/>
                  <a:gd name="connsiteY11" fmla="*/ 626348 h 4278408"/>
                  <a:gd name="connsiteX12" fmla="*/ 5131263 w 5589474"/>
                  <a:gd name="connsiteY12" fmla="*/ 632975 h 4278408"/>
                  <a:gd name="connsiteX13" fmla="*/ 5170541 w 5589474"/>
                  <a:gd name="connsiteY13" fmla="*/ 674709 h 4278408"/>
                  <a:gd name="connsiteX14" fmla="*/ 5272472 w 5589474"/>
                  <a:gd name="connsiteY14" fmla="*/ 794479 h 4278408"/>
                  <a:gd name="connsiteX15" fmla="*/ 5343823 w 5589474"/>
                  <a:gd name="connsiteY15" fmla="*/ 878571 h 4278408"/>
                  <a:gd name="connsiteX16" fmla="*/ 5425369 w 5589474"/>
                  <a:gd name="connsiteY16" fmla="*/ 967762 h 4278408"/>
                  <a:gd name="connsiteX17" fmla="*/ 5514556 w 5589474"/>
                  <a:gd name="connsiteY17" fmla="*/ 1056950 h 4278408"/>
                  <a:gd name="connsiteX18" fmla="*/ 5560426 w 5589474"/>
                  <a:gd name="connsiteY18" fmla="*/ 1102820 h 4278408"/>
                  <a:gd name="connsiteX19" fmla="*/ 5589474 w 5589474"/>
                  <a:gd name="connsiteY19" fmla="*/ 1128811 h 4278408"/>
                  <a:gd name="connsiteX20" fmla="*/ 5501373 w 5589474"/>
                  <a:gd name="connsiteY20" fmla="*/ 1163468 h 4278408"/>
                  <a:gd name="connsiteX21" fmla="*/ 5452954 w 5589474"/>
                  <a:gd name="connsiteY21" fmla="*/ 1132889 h 4278408"/>
                  <a:gd name="connsiteX22" fmla="*/ 5407086 w 5589474"/>
                  <a:gd name="connsiteY22" fmla="*/ 1097213 h 4278408"/>
                  <a:gd name="connsiteX23" fmla="*/ 5320445 w 5589474"/>
                  <a:gd name="connsiteY23" fmla="*/ 1036054 h 4278408"/>
                  <a:gd name="connsiteX24" fmla="*/ 5251642 w 5589474"/>
                  <a:gd name="connsiteY24" fmla="*/ 974895 h 4278408"/>
                  <a:gd name="connsiteX25" fmla="*/ 5198128 w 5589474"/>
                  <a:gd name="connsiteY25" fmla="*/ 926478 h 4278408"/>
                  <a:gd name="connsiteX26" fmla="*/ 5152258 w 5589474"/>
                  <a:gd name="connsiteY26" fmla="*/ 880609 h 4278408"/>
                  <a:gd name="connsiteX27" fmla="*/ 5063069 w 5589474"/>
                  <a:gd name="connsiteY27" fmla="*/ 796516 h 4278408"/>
                  <a:gd name="connsiteX28" fmla="*/ 4981525 w 5589474"/>
                  <a:gd name="connsiteY28" fmla="*/ 727712 h 4278408"/>
                  <a:gd name="connsiteX29" fmla="*/ 4899980 w 5589474"/>
                  <a:gd name="connsiteY29" fmla="*/ 664006 h 4278408"/>
                  <a:gd name="connsiteX30" fmla="*/ 4826079 w 5589474"/>
                  <a:gd name="connsiteY30" fmla="*/ 613041 h 4278408"/>
                  <a:gd name="connsiteX31" fmla="*/ 4754728 w 5589474"/>
                  <a:gd name="connsiteY31" fmla="*/ 569719 h 4278408"/>
                  <a:gd name="connsiteX32" fmla="*/ 4685926 w 5589474"/>
                  <a:gd name="connsiteY32" fmla="*/ 534043 h 4278408"/>
                  <a:gd name="connsiteX33" fmla="*/ 4622218 w 5589474"/>
                  <a:gd name="connsiteY33" fmla="*/ 508561 h 4278408"/>
                  <a:gd name="connsiteX34" fmla="*/ 4558511 w 5589474"/>
                  <a:gd name="connsiteY34" fmla="*/ 488175 h 4278408"/>
                  <a:gd name="connsiteX35" fmla="*/ 4499900 w 5589474"/>
                  <a:gd name="connsiteY35" fmla="*/ 477981 h 4278408"/>
                  <a:gd name="connsiteX36" fmla="*/ 4446388 w 5589474"/>
                  <a:gd name="connsiteY36" fmla="*/ 470338 h 4278408"/>
                  <a:gd name="connsiteX37" fmla="*/ 4284127 w 5589474"/>
                  <a:gd name="connsiteY37" fmla="*/ 440084 h 4278408"/>
                  <a:gd name="connsiteX38" fmla="*/ 4225073 w 5589474"/>
                  <a:gd name="connsiteY38" fmla="*/ 440084 h 4278408"/>
                  <a:gd name="connsiteX39" fmla="*/ 4166018 w 5589474"/>
                  <a:gd name="connsiteY39" fmla="*/ 451895 h 4278408"/>
                  <a:gd name="connsiteX40" fmla="*/ 4112869 w 5589474"/>
                  <a:gd name="connsiteY40" fmla="*/ 463705 h 4278408"/>
                  <a:gd name="connsiteX41" fmla="*/ 4062672 w 5589474"/>
                  <a:gd name="connsiteY41" fmla="*/ 484373 h 4278408"/>
                  <a:gd name="connsiteX42" fmla="*/ 4018382 w 5589474"/>
                  <a:gd name="connsiteY42" fmla="*/ 507995 h 4278408"/>
                  <a:gd name="connsiteX43" fmla="*/ 3974090 w 5589474"/>
                  <a:gd name="connsiteY43" fmla="*/ 537523 h 4278408"/>
                  <a:gd name="connsiteX44" fmla="*/ 3929800 w 5589474"/>
                  <a:gd name="connsiteY44" fmla="*/ 570003 h 4278408"/>
                  <a:gd name="connsiteX45" fmla="*/ 3894367 w 5589474"/>
                  <a:gd name="connsiteY45" fmla="*/ 608388 h 4278408"/>
                  <a:gd name="connsiteX46" fmla="*/ 3861885 w 5589474"/>
                  <a:gd name="connsiteY46" fmla="*/ 646775 h 4278408"/>
                  <a:gd name="connsiteX47" fmla="*/ 3826453 w 5589474"/>
                  <a:gd name="connsiteY47" fmla="*/ 691065 h 4278408"/>
                  <a:gd name="connsiteX48" fmla="*/ 3796926 w 5589474"/>
                  <a:gd name="connsiteY48" fmla="*/ 735357 h 4278408"/>
                  <a:gd name="connsiteX49" fmla="*/ 3770351 w 5589474"/>
                  <a:gd name="connsiteY49" fmla="*/ 779646 h 4278408"/>
                  <a:gd name="connsiteX50" fmla="*/ 3743776 w 5589474"/>
                  <a:gd name="connsiteY50" fmla="*/ 826891 h 4278408"/>
                  <a:gd name="connsiteX51" fmla="*/ 3723109 w 5589474"/>
                  <a:gd name="connsiteY51" fmla="*/ 874134 h 4278408"/>
                  <a:gd name="connsiteX52" fmla="*/ 3684722 w 5589474"/>
                  <a:gd name="connsiteY52" fmla="*/ 968621 h 4278408"/>
                  <a:gd name="connsiteX53" fmla="*/ 3655194 w 5589474"/>
                  <a:gd name="connsiteY53" fmla="*/ 1057204 h 4278408"/>
                  <a:gd name="connsiteX54" fmla="*/ 3631573 w 5589474"/>
                  <a:gd name="connsiteY54" fmla="*/ 1136928 h 4278408"/>
                  <a:gd name="connsiteX55" fmla="*/ 3613856 w 5589474"/>
                  <a:gd name="connsiteY55" fmla="*/ 1207794 h 4278408"/>
                  <a:gd name="connsiteX56" fmla="*/ 3578424 w 5589474"/>
                  <a:gd name="connsiteY56" fmla="*/ 1346572 h 4278408"/>
                  <a:gd name="connsiteX57" fmla="*/ 3537085 w 5589474"/>
                  <a:gd name="connsiteY57" fmla="*/ 1482397 h 4278408"/>
                  <a:gd name="connsiteX58" fmla="*/ 3495747 w 5589474"/>
                  <a:gd name="connsiteY58" fmla="*/ 1612317 h 4278408"/>
                  <a:gd name="connsiteX59" fmla="*/ 3451457 w 5589474"/>
                  <a:gd name="connsiteY59" fmla="*/ 1736332 h 4278408"/>
                  <a:gd name="connsiteX60" fmla="*/ 3404213 w 5589474"/>
                  <a:gd name="connsiteY60" fmla="*/ 1860347 h 4278408"/>
                  <a:gd name="connsiteX61" fmla="*/ 3351063 w 5589474"/>
                  <a:gd name="connsiteY61" fmla="*/ 1981409 h 4278408"/>
                  <a:gd name="connsiteX62" fmla="*/ 3297914 w 5589474"/>
                  <a:gd name="connsiteY62" fmla="*/ 2093613 h 4278408"/>
                  <a:gd name="connsiteX63" fmla="*/ 3241812 w 5589474"/>
                  <a:gd name="connsiteY63" fmla="*/ 2208769 h 4278408"/>
                  <a:gd name="connsiteX64" fmla="*/ 3179806 w 5589474"/>
                  <a:gd name="connsiteY64" fmla="*/ 2315068 h 4278408"/>
                  <a:gd name="connsiteX65" fmla="*/ 3120751 w 5589474"/>
                  <a:gd name="connsiteY65" fmla="*/ 2418415 h 4278408"/>
                  <a:gd name="connsiteX66" fmla="*/ 3052837 w 5589474"/>
                  <a:gd name="connsiteY66" fmla="*/ 2518807 h 4278408"/>
                  <a:gd name="connsiteX67" fmla="*/ 2987877 w 5589474"/>
                  <a:gd name="connsiteY67" fmla="*/ 2613294 h 4278408"/>
                  <a:gd name="connsiteX68" fmla="*/ 2919965 w 5589474"/>
                  <a:gd name="connsiteY68" fmla="*/ 2707782 h 4278408"/>
                  <a:gd name="connsiteX69" fmla="*/ 2849100 w 5589474"/>
                  <a:gd name="connsiteY69" fmla="*/ 2793409 h 4278408"/>
                  <a:gd name="connsiteX70" fmla="*/ 2778234 w 5589474"/>
                  <a:gd name="connsiteY70" fmla="*/ 2881992 h 4278408"/>
                  <a:gd name="connsiteX71" fmla="*/ 2704415 w 5589474"/>
                  <a:gd name="connsiteY71" fmla="*/ 2964669 h 4278408"/>
                  <a:gd name="connsiteX72" fmla="*/ 2627644 w 5589474"/>
                  <a:gd name="connsiteY72" fmla="*/ 3044393 h 4278408"/>
                  <a:gd name="connsiteX73" fmla="*/ 2550872 w 5589474"/>
                  <a:gd name="connsiteY73" fmla="*/ 3121164 h 4278408"/>
                  <a:gd name="connsiteX74" fmla="*/ 2471150 w 5589474"/>
                  <a:gd name="connsiteY74" fmla="*/ 3194982 h 4278408"/>
                  <a:gd name="connsiteX75" fmla="*/ 2394379 w 5589474"/>
                  <a:gd name="connsiteY75" fmla="*/ 3262895 h 4278408"/>
                  <a:gd name="connsiteX76" fmla="*/ 2311703 w 5589474"/>
                  <a:gd name="connsiteY76" fmla="*/ 3330808 h 4278408"/>
                  <a:gd name="connsiteX77" fmla="*/ 2229026 w 5589474"/>
                  <a:gd name="connsiteY77" fmla="*/ 3395768 h 4278408"/>
                  <a:gd name="connsiteX78" fmla="*/ 2146350 w 5589474"/>
                  <a:gd name="connsiteY78" fmla="*/ 3457776 h 4278408"/>
                  <a:gd name="connsiteX79" fmla="*/ 2063673 w 5589474"/>
                  <a:gd name="connsiteY79" fmla="*/ 3513876 h 4278408"/>
                  <a:gd name="connsiteX80" fmla="*/ 1980996 w 5589474"/>
                  <a:gd name="connsiteY80" fmla="*/ 3569980 h 4278408"/>
                  <a:gd name="connsiteX81" fmla="*/ 1898321 w 5589474"/>
                  <a:gd name="connsiteY81" fmla="*/ 3623129 h 4278408"/>
                  <a:gd name="connsiteX82" fmla="*/ 1812689 w 5589474"/>
                  <a:gd name="connsiteY82" fmla="*/ 3673324 h 4278408"/>
                  <a:gd name="connsiteX83" fmla="*/ 1730014 w 5589474"/>
                  <a:gd name="connsiteY83" fmla="*/ 3723522 h 4278408"/>
                  <a:gd name="connsiteX84" fmla="*/ 1647337 w 5589474"/>
                  <a:gd name="connsiteY84" fmla="*/ 3770765 h 4278408"/>
                  <a:gd name="connsiteX85" fmla="*/ 1558754 w 5589474"/>
                  <a:gd name="connsiteY85" fmla="*/ 3815056 h 4278408"/>
                  <a:gd name="connsiteX86" fmla="*/ 1393401 w 5589474"/>
                  <a:gd name="connsiteY86" fmla="*/ 3894780 h 4278408"/>
                  <a:gd name="connsiteX87" fmla="*/ 1231003 w 5589474"/>
                  <a:gd name="connsiteY87" fmla="*/ 3965646 h 4278408"/>
                  <a:gd name="connsiteX88" fmla="*/ 1065649 w 5589474"/>
                  <a:gd name="connsiteY88" fmla="*/ 4024700 h 4278408"/>
                  <a:gd name="connsiteX89" fmla="*/ 909153 w 5589474"/>
                  <a:gd name="connsiteY89" fmla="*/ 4080802 h 4278408"/>
                  <a:gd name="connsiteX90" fmla="*/ 755612 w 5589474"/>
                  <a:gd name="connsiteY90" fmla="*/ 4128045 h 4278408"/>
                  <a:gd name="connsiteX91" fmla="*/ 610929 w 5589474"/>
                  <a:gd name="connsiteY91" fmla="*/ 4166432 h 4278408"/>
                  <a:gd name="connsiteX92" fmla="*/ 469197 w 5589474"/>
                  <a:gd name="connsiteY92" fmla="*/ 4204817 h 4278408"/>
                  <a:gd name="connsiteX93" fmla="*/ 339277 w 5589474"/>
                  <a:gd name="connsiteY93" fmla="*/ 4231392 h 4278408"/>
                  <a:gd name="connsiteX94" fmla="*/ 221168 w 5589474"/>
                  <a:gd name="connsiteY94" fmla="*/ 4255013 h 4278408"/>
                  <a:gd name="connsiteX95" fmla="*/ 106010 w 5589474"/>
                  <a:gd name="connsiteY95" fmla="*/ 4275681 h 4278408"/>
                  <a:gd name="connsiteX96" fmla="*/ 83516 w 5589474"/>
                  <a:gd name="connsiteY96" fmla="*/ 4278408 h 4278408"/>
                  <a:gd name="connsiteX97" fmla="*/ 0 w 5589474"/>
                  <a:gd name="connsiteY97" fmla="*/ 3859220 h 4278408"/>
                  <a:gd name="connsiteX98" fmla="*/ 32481 w 5589474"/>
                  <a:gd name="connsiteY98" fmla="*/ 3853314 h 4278408"/>
                  <a:gd name="connsiteX99" fmla="*/ 124015 w 5589474"/>
                  <a:gd name="connsiteY99" fmla="*/ 3847409 h 4278408"/>
                  <a:gd name="connsiteX100" fmla="*/ 265746 w 5589474"/>
                  <a:gd name="connsiteY100" fmla="*/ 3832646 h 4278408"/>
                  <a:gd name="connsiteX101" fmla="*/ 357282 w 5589474"/>
                  <a:gd name="connsiteY101" fmla="*/ 3817882 h 4278408"/>
                  <a:gd name="connsiteX102" fmla="*/ 454721 w 5589474"/>
                  <a:gd name="connsiteY102" fmla="*/ 3800165 h 4278408"/>
                  <a:gd name="connsiteX103" fmla="*/ 563973 w 5589474"/>
                  <a:gd name="connsiteY103" fmla="*/ 3782449 h 4278408"/>
                  <a:gd name="connsiteX104" fmla="*/ 679129 w 5589474"/>
                  <a:gd name="connsiteY104" fmla="*/ 3755875 h 4278408"/>
                  <a:gd name="connsiteX105" fmla="*/ 803144 w 5589474"/>
                  <a:gd name="connsiteY105" fmla="*/ 3720442 h 4278408"/>
                  <a:gd name="connsiteX106" fmla="*/ 933063 w 5589474"/>
                  <a:gd name="connsiteY106" fmla="*/ 3685010 h 4278408"/>
                  <a:gd name="connsiteX107" fmla="*/ 1068889 w 5589474"/>
                  <a:gd name="connsiteY107" fmla="*/ 3637767 h 4278408"/>
                  <a:gd name="connsiteX108" fmla="*/ 1210620 w 5589474"/>
                  <a:gd name="connsiteY108" fmla="*/ 3584617 h 4278408"/>
                  <a:gd name="connsiteX109" fmla="*/ 1358257 w 5589474"/>
                  <a:gd name="connsiteY109" fmla="*/ 3525563 h 4278408"/>
                  <a:gd name="connsiteX110" fmla="*/ 1502942 w 5589474"/>
                  <a:gd name="connsiteY110" fmla="*/ 3457649 h 4278408"/>
                  <a:gd name="connsiteX111" fmla="*/ 1653530 w 5589474"/>
                  <a:gd name="connsiteY111" fmla="*/ 3377926 h 4278408"/>
                  <a:gd name="connsiteX112" fmla="*/ 1730302 w 5589474"/>
                  <a:gd name="connsiteY112" fmla="*/ 3336587 h 4278408"/>
                  <a:gd name="connsiteX113" fmla="*/ 1807072 w 5589474"/>
                  <a:gd name="connsiteY113" fmla="*/ 3292296 h 4278408"/>
                  <a:gd name="connsiteX114" fmla="*/ 1880892 w 5589474"/>
                  <a:gd name="connsiteY114" fmla="*/ 3245051 h 4278408"/>
                  <a:gd name="connsiteX115" fmla="*/ 1957663 w 5589474"/>
                  <a:gd name="connsiteY115" fmla="*/ 3197808 h 4278408"/>
                  <a:gd name="connsiteX116" fmla="*/ 2034434 w 5589474"/>
                  <a:gd name="connsiteY116" fmla="*/ 3144659 h 4278408"/>
                  <a:gd name="connsiteX117" fmla="*/ 2108252 w 5589474"/>
                  <a:gd name="connsiteY117" fmla="*/ 3088557 h 4278408"/>
                  <a:gd name="connsiteX118" fmla="*/ 2185022 w 5589474"/>
                  <a:gd name="connsiteY118" fmla="*/ 3032455 h 4278408"/>
                  <a:gd name="connsiteX119" fmla="*/ 2255888 w 5589474"/>
                  <a:gd name="connsiteY119" fmla="*/ 2970449 h 4278408"/>
                  <a:gd name="connsiteX120" fmla="*/ 2329707 w 5589474"/>
                  <a:gd name="connsiteY120" fmla="*/ 2908440 h 4278408"/>
                  <a:gd name="connsiteX121" fmla="*/ 2403525 w 5589474"/>
                  <a:gd name="connsiteY121" fmla="*/ 2840528 h 4278408"/>
                  <a:gd name="connsiteX122" fmla="*/ 2477344 w 5589474"/>
                  <a:gd name="connsiteY122" fmla="*/ 2772615 h 4278408"/>
                  <a:gd name="connsiteX123" fmla="*/ 2548210 w 5589474"/>
                  <a:gd name="connsiteY123" fmla="*/ 2701750 h 4278408"/>
                  <a:gd name="connsiteX124" fmla="*/ 2616121 w 5589474"/>
                  <a:gd name="connsiteY124" fmla="*/ 2624979 h 4278408"/>
                  <a:gd name="connsiteX125" fmla="*/ 2686987 w 5589474"/>
                  <a:gd name="connsiteY125" fmla="*/ 2545255 h 4278408"/>
                  <a:gd name="connsiteX126" fmla="*/ 2754901 w 5589474"/>
                  <a:gd name="connsiteY126" fmla="*/ 2465530 h 4278408"/>
                  <a:gd name="connsiteX127" fmla="*/ 2819860 w 5589474"/>
                  <a:gd name="connsiteY127" fmla="*/ 2376949 h 4278408"/>
                  <a:gd name="connsiteX128" fmla="*/ 2887773 w 5589474"/>
                  <a:gd name="connsiteY128" fmla="*/ 2291321 h 4278408"/>
                  <a:gd name="connsiteX129" fmla="*/ 2949781 w 5589474"/>
                  <a:gd name="connsiteY129" fmla="*/ 2196833 h 4278408"/>
                  <a:gd name="connsiteX130" fmla="*/ 3011788 w 5589474"/>
                  <a:gd name="connsiteY130" fmla="*/ 2102346 h 4278408"/>
                  <a:gd name="connsiteX131" fmla="*/ 3070842 w 5589474"/>
                  <a:gd name="connsiteY131" fmla="*/ 2004905 h 4278408"/>
                  <a:gd name="connsiteX132" fmla="*/ 3126944 w 5589474"/>
                  <a:gd name="connsiteY132" fmla="*/ 1901560 h 4278408"/>
                  <a:gd name="connsiteX133" fmla="*/ 3183045 w 5589474"/>
                  <a:gd name="connsiteY133" fmla="*/ 1795262 h 4278408"/>
                  <a:gd name="connsiteX134" fmla="*/ 3236195 w 5589474"/>
                  <a:gd name="connsiteY134" fmla="*/ 1680104 h 4278408"/>
                  <a:gd name="connsiteX135" fmla="*/ 3286393 w 5589474"/>
                  <a:gd name="connsiteY135" fmla="*/ 1567900 h 4278408"/>
                  <a:gd name="connsiteX136" fmla="*/ 3336587 w 5589474"/>
                  <a:gd name="connsiteY136" fmla="*/ 1449791 h 4278408"/>
                  <a:gd name="connsiteX137" fmla="*/ 3383832 w 5589474"/>
                  <a:gd name="connsiteY137" fmla="*/ 1328729 h 4278408"/>
                  <a:gd name="connsiteX138" fmla="*/ 3428123 w 5589474"/>
                  <a:gd name="connsiteY138" fmla="*/ 1201761 h 4278408"/>
                  <a:gd name="connsiteX139" fmla="*/ 3466508 w 5589474"/>
                  <a:gd name="connsiteY139" fmla="*/ 1071841 h 4278408"/>
                  <a:gd name="connsiteX140" fmla="*/ 3504894 w 5589474"/>
                  <a:gd name="connsiteY140" fmla="*/ 933064 h 4278408"/>
                  <a:gd name="connsiteX141" fmla="*/ 3540327 w 5589474"/>
                  <a:gd name="connsiteY141" fmla="*/ 794284 h 4278408"/>
                  <a:gd name="connsiteX142" fmla="*/ 3558043 w 5589474"/>
                  <a:gd name="connsiteY142" fmla="*/ 726372 h 4278408"/>
                  <a:gd name="connsiteX143" fmla="*/ 3584617 w 5589474"/>
                  <a:gd name="connsiteY143" fmla="*/ 643696 h 4278408"/>
                  <a:gd name="connsiteX144" fmla="*/ 3617098 w 5589474"/>
                  <a:gd name="connsiteY144" fmla="*/ 552161 h 4278408"/>
                  <a:gd name="connsiteX145" fmla="*/ 3661388 w 5589474"/>
                  <a:gd name="connsiteY145" fmla="*/ 454721 h 4278408"/>
                  <a:gd name="connsiteX146" fmla="*/ 3687964 w 5589474"/>
                  <a:gd name="connsiteY146" fmla="*/ 404524 h 4278408"/>
                  <a:gd name="connsiteX147" fmla="*/ 3714537 w 5589474"/>
                  <a:gd name="connsiteY147" fmla="*/ 357280 h 4278408"/>
                  <a:gd name="connsiteX148" fmla="*/ 3744065 w 5589474"/>
                  <a:gd name="connsiteY148" fmla="*/ 307084 h 4278408"/>
                  <a:gd name="connsiteX149" fmla="*/ 3776546 w 5589474"/>
                  <a:gd name="connsiteY149" fmla="*/ 259841 h 4278408"/>
                  <a:gd name="connsiteX150" fmla="*/ 3809024 w 5589474"/>
                  <a:gd name="connsiteY150" fmla="*/ 218502 h 4278408"/>
                  <a:gd name="connsiteX151" fmla="*/ 3850363 w 5589474"/>
                  <a:gd name="connsiteY151" fmla="*/ 177164 h 4278408"/>
                  <a:gd name="connsiteX152" fmla="*/ 3891701 w 5589474"/>
                  <a:gd name="connsiteY152" fmla="*/ 138777 h 4278408"/>
                  <a:gd name="connsiteX153" fmla="*/ 3933039 w 5589474"/>
                  <a:gd name="connsiteY153" fmla="*/ 100393 h 4278408"/>
                  <a:gd name="connsiteX154" fmla="*/ 3977331 w 5589474"/>
                  <a:gd name="connsiteY154" fmla="*/ 70866 h 4278408"/>
                  <a:gd name="connsiteX155" fmla="*/ 4027527 w 5589474"/>
                  <a:gd name="connsiteY155" fmla="*/ 47244 h 4278408"/>
                  <a:gd name="connsiteX156" fmla="*/ 4077724 w 5589474"/>
                  <a:gd name="connsiteY156" fmla="*/ 23622 h 4278408"/>
                  <a:gd name="connsiteX157" fmla="*/ 4130874 w 5589474"/>
                  <a:gd name="connsiteY157" fmla="*/ 11811 h 4278408"/>
                  <a:gd name="connsiteX158" fmla="*/ 4186974 w 5589474"/>
                  <a:gd name="connsiteY158" fmla="*/ 5906 h 4278408"/>
                  <a:gd name="connsiteX0" fmla="*/ 4246029 w 5589474"/>
                  <a:gd name="connsiteY0" fmla="*/ 0 h 4278408"/>
                  <a:gd name="connsiteX1" fmla="*/ 4310989 w 5589474"/>
                  <a:gd name="connsiteY1" fmla="*/ 8857 h 4278408"/>
                  <a:gd name="connsiteX2" fmla="*/ 4375949 w 5589474"/>
                  <a:gd name="connsiteY2" fmla="*/ 23622 h 4278408"/>
                  <a:gd name="connsiteX3" fmla="*/ 4446815 w 5589474"/>
                  <a:gd name="connsiteY3" fmla="*/ 47244 h 4278408"/>
                  <a:gd name="connsiteX4" fmla="*/ 4520635 w 5589474"/>
                  <a:gd name="connsiteY4" fmla="*/ 79723 h 4278408"/>
                  <a:gd name="connsiteX5" fmla="*/ 4597405 w 5589474"/>
                  <a:gd name="connsiteY5" fmla="*/ 124015 h 4278408"/>
                  <a:gd name="connsiteX6" fmla="*/ 4674177 w 5589474"/>
                  <a:gd name="connsiteY6" fmla="*/ 177164 h 4278408"/>
                  <a:gd name="connsiteX7" fmla="*/ 4756854 w 5589474"/>
                  <a:gd name="connsiteY7" fmla="*/ 242124 h 4278408"/>
                  <a:gd name="connsiteX8" fmla="*/ 4842482 w 5589474"/>
                  <a:gd name="connsiteY8" fmla="*/ 315941 h 4278408"/>
                  <a:gd name="connsiteX9" fmla="*/ 4934017 w 5589474"/>
                  <a:gd name="connsiteY9" fmla="*/ 404524 h 4278408"/>
                  <a:gd name="connsiteX10" fmla="*/ 5028504 w 5589474"/>
                  <a:gd name="connsiteY10" fmla="*/ 504916 h 4278408"/>
                  <a:gd name="connsiteX11" fmla="*/ 5131848 w 5589474"/>
                  <a:gd name="connsiteY11" fmla="*/ 626348 h 4278408"/>
                  <a:gd name="connsiteX12" fmla="*/ 5131263 w 5589474"/>
                  <a:gd name="connsiteY12" fmla="*/ 632975 h 4278408"/>
                  <a:gd name="connsiteX13" fmla="*/ 5170541 w 5589474"/>
                  <a:gd name="connsiteY13" fmla="*/ 674709 h 4278408"/>
                  <a:gd name="connsiteX14" fmla="*/ 5272472 w 5589474"/>
                  <a:gd name="connsiteY14" fmla="*/ 794479 h 4278408"/>
                  <a:gd name="connsiteX15" fmla="*/ 5343823 w 5589474"/>
                  <a:gd name="connsiteY15" fmla="*/ 878571 h 4278408"/>
                  <a:gd name="connsiteX16" fmla="*/ 5524620 w 5589474"/>
                  <a:gd name="connsiteY16" fmla="*/ 905541 h 4278408"/>
                  <a:gd name="connsiteX17" fmla="*/ 5514556 w 5589474"/>
                  <a:gd name="connsiteY17" fmla="*/ 1056950 h 4278408"/>
                  <a:gd name="connsiteX18" fmla="*/ 5560426 w 5589474"/>
                  <a:gd name="connsiteY18" fmla="*/ 1102820 h 4278408"/>
                  <a:gd name="connsiteX19" fmla="*/ 5589474 w 5589474"/>
                  <a:gd name="connsiteY19" fmla="*/ 1128811 h 4278408"/>
                  <a:gd name="connsiteX20" fmla="*/ 5501373 w 5589474"/>
                  <a:gd name="connsiteY20" fmla="*/ 1163468 h 4278408"/>
                  <a:gd name="connsiteX21" fmla="*/ 5452954 w 5589474"/>
                  <a:gd name="connsiteY21" fmla="*/ 1132889 h 4278408"/>
                  <a:gd name="connsiteX22" fmla="*/ 5407086 w 5589474"/>
                  <a:gd name="connsiteY22" fmla="*/ 1097213 h 4278408"/>
                  <a:gd name="connsiteX23" fmla="*/ 5320445 w 5589474"/>
                  <a:gd name="connsiteY23" fmla="*/ 1036054 h 4278408"/>
                  <a:gd name="connsiteX24" fmla="*/ 5251642 w 5589474"/>
                  <a:gd name="connsiteY24" fmla="*/ 974895 h 4278408"/>
                  <a:gd name="connsiteX25" fmla="*/ 5198128 w 5589474"/>
                  <a:gd name="connsiteY25" fmla="*/ 926478 h 4278408"/>
                  <a:gd name="connsiteX26" fmla="*/ 5152258 w 5589474"/>
                  <a:gd name="connsiteY26" fmla="*/ 880609 h 4278408"/>
                  <a:gd name="connsiteX27" fmla="*/ 5063069 w 5589474"/>
                  <a:gd name="connsiteY27" fmla="*/ 796516 h 4278408"/>
                  <a:gd name="connsiteX28" fmla="*/ 4981525 w 5589474"/>
                  <a:gd name="connsiteY28" fmla="*/ 727712 h 4278408"/>
                  <a:gd name="connsiteX29" fmla="*/ 4899980 w 5589474"/>
                  <a:gd name="connsiteY29" fmla="*/ 664006 h 4278408"/>
                  <a:gd name="connsiteX30" fmla="*/ 4826079 w 5589474"/>
                  <a:gd name="connsiteY30" fmla="*/ 613041 h 4278408"/>
                  <a:gd name="connsiteX31" fmla="*/ 4754728 w 5589474"/>
                  <a:gd name="connsiteY31" fmla="*/ 569719 h 4278408"/>
                  <a:gd name="connsiteX32" fmla="*/ 4685926 w 5589474"/>
                  <a:gd name="connsiteY32" fmla="*/ 534043 h 4278408"/>
                  <a:gd name="connsiteX33" fmla="*/ 4622218 w 5589474"/>
                  <a:gd name="connsiteY33" fmla="*/ 508561 h 4278408"/>
                  <a:gd name="connsiteX34" fmla="*/ 4558511 w 5589474"/>
                  <a:gd name="connsiteY34" fmla="*/ 488175 h 4278408"/>
                  <a:gd name="connsiteX35" fmla="*/ 4499900 w 5589474"/>
                  <a:gd name="connsiteY35" fmla="*/ 477981 h 4278408"/>
                  <a:gd name="connsiteX36" fmla="*/ 4446388 w 5589474"/>
                  <a:gd name="connsiteY36" fmla="*/ 470338 h 4278408"/>
                  <a:gd name="connsiteX37" fmla="*/ 4284127 w 5589474"/>
                  <a:gd name="connsiteY37" fmla="*/ 440084 h 4278408"/>
                  <a:gd name="connsiteX38" fmla="*/ 4225073 w 5589474"/>
                  <a:gd name="connsiteY38" fmla="*/ 440084 h 4278408"/>
                  <a:gd name="connsiteX39" fmla="*/ 4166018 w 5589474"/>
                  <a:gd name="connsiteY39" fmla="*/ 451895 h 4278408"/>
                  <a:gd name="connsiteX40" fmla="*/ 4112869 w 5589474"/>
                  <a:gd name="connsiteY40" fmla="*/ 463705 h 4278408"/>
                  <a:gd name="connsiteX41" fmla="*/ 4062672 w 5589474"/>
                  <a:gd name="connsiteY41" fmla="*/ 484373 h 4278408"/>
                  <a:gd name="connsiteX42" fmla="*/ 4018382 w 5589474"/>
                  <a:gd name="connsiteY42" fmla="*/ 507995 h 4278408"/>
                  <a:gd name="connsiteX43" fmla="*/ 3974090 w 5589474"/>
                  <a:gd name="connsiteY43" fmla="*/ 537523 h 4278408"/>
                  <a:gd name="connsiteX44" fmla="*/ 3929800 w 5589474"/>
                  <a:gd name="connsiteY44" fmla="*/ 570003 h 4278408"/>
                  <a:gd name="connsiteX45" fmla="*/ 3894367 w 5589474"/>
                  <a:gd name="connsiteY45" fmla="*/ 608388 h 4278408"/>
                  <a:gd name="connsiteX46" fmla="*/ 3861885 w 5589474"/>
                  <a:gd name="connsiteY46" fmla="*/ 646775 h 4278408"/>
                  <a:gd name="connsiteX47" fmla="*/ 3826453 w 5589474"/>
                  <a:gd name="connsiteY47" fmla="*/ 691065 h 4278408"/>
                  <a:gd name="connsiteX48" fmla="*/ 3796926 w 5589474"/>
                  <a:gd name="connsiteY48" fmla="*/ 735357 h 4278408"/>
                  <a:gd name="connsiteX49" fmla="*/ 3770351 w 5589474"/>
                  <a:gd name="connsiteY49" fmla="*/ 779646 h 4278408"/>
                  <a:gd name="connsiteX50" fmla="*/ 3743776 w 5589474"/>
                  <a:gd name="connsiteY50" fmla="*/ 826891 h 4278408"/>
                  <a:gd name="connsiteX51" fmla="*/ 3723109 w 5589474"/>
                  <a:gd name="connsiteY51" fmla="*/ 874134 h 4278408"/>
                  <a:gd name="connsiteX52" fmla="*/ 3684722 w 5589474"/>
                  <a:gd name="connsiteY52" fmla="*/ 968621 h 4278408"/>
                  <a:gd name="connsiteX53" fmla="*/ 3655194 w 5589474"/>
                  <a:gd name="connsiteY53" fmla="*/ 1057204 h 4278408"/>
                  <a:gd name="connsiteX54" fmla="*/ 3631573 w 5589474"/>
                  <a:gd name="connsiteY54" fmla="*/ 1136928 h 4278408"/>
                  <a:gd name="connsiteX55" fmla="*/ 3613856 w 5589474"/>
                  <a:gd name="connsiteY55" fmla="*/ 1207794 h 4278408"/>
                  <a:gd name="connsiteX56" fmla="*/ 3578424 w 5589474"/>
                  <a:gd name="connsiteY56" fmla="*/ 1346572 h 4278408"/>
                  <a:gd name="connsiteX57" fmla="*/ 3537085 w 5589474"/>
                  <a:gd name="connsiteY57" fmla="*/ 1482397 h 4278408"/>
                  <a:gd name="connsiteX58" fmla="*/ 3495747 w 5589474"/>
                  <a:gd name="connsiteY58" fmla="*/ 1612317 h 4278408"/>
                  <a:gd name="connsiteX59" fmla="*/ 3451457 w 5589474"/>
                  <a:gd name="connsiteY59" fmla="*/ 1736332 h 4278408"/>
                  <a:gd name="connsiteX60" fmla="*/ 3404213 w 5589474"/>
                  <a:gd name="connsiteY60" fmla="*/ 1860347 h 4278408"/>
                  <a:gd name="connsiteX61" fmla="*/ 3351063 w 5589474"/>
                  <a:gd name="connsiteY61" fmla="*/ 1981409 h 4278408"/>
                  <a:gd name="connsiteX62" fmla="*/ 3297914 w 5589474"/>
                  <a:gd name="connsiteY62" fmla="*/ 2093613 h 4278408"/>
                  <a:gd name="connsiteX63" fmla="*/ 3241812 w 5589474"/>
                  <a:gd name="connsiteY63" fmla="*/ 2208769 h 4278408"/>
                  <a:gd name="connsiteX64" fmla="*/ 3179806 w 5589474"/>
                  <a:gd name="connsiteY64" fmla="*/ 2315068 h 4278408"/>
                  <a:gd name="connsiteX65" fmla="*/ 3120751 w 5589474"/>
                  <a:gd name="connsiteY65" fmla="*/ 2418415 h 4278408"/>
                  <a:gd name="connsiteX66" fmla="*/ 3052837 w 5589474"/>
                  <a:gd name="connsiteY66" fmla="*/ 2518807 h 4278408"/>
                  <a:gd name="connsiteX67" fmla="*/ 2987877 w 5589474"/>
                  <a:gd name="connsiteY67" fmla="*/ 2613294 h 4278408"/>
                  <a:gd name="connsiteX68" fmla="*/ 2919965 w 5589474"/>
                  <a:gd name="connsiteY68" fmla="*/ 2707782 h 4278408"/>
                  <a:gd name="connsiteX69" fmla="*/ 2849100 w 5589474"/>
                  <a:gd name="connsiteY69" fmla="*/ 2793409 h 4278408"/>
                  <a:gd name="connsiteX70" fmla="*/ 2778234 w 5589474"/>
                  <a:gd name="connsiteY70" fmla="*/ 2881992 h 4278408"/>
                  <a:gd name="connsiteX71" fmla="*/ 2704415 w 5589474"/>
                  <a:gd name="connsiteY71" fmla="*/ 2964669 h 4278408"/>
                  <a:gd name="connsiteX72" fmla="*/ 2627644 w 5589474"/>
                  <a:gd name="connsiteY72" fmla="*/ 3044393 h 4278408"/>
                  <a:gd name="connsiteX73" fmla="*/ 2550872 w 5589474"/>
                  <a:gd name="connsiteY73" fmla="*/ 3121164 h 4278408"/>
                  <a:gd name="connsiteX74" fmla="*/ 2471150 w 5589474"/>
                  <a:gd name="connsiteY74" fmla="*/ 3194982 h 4278408"/>
                  <a:gd name="connsiteX75" fmla="*/ 2394379 w 5589474"/>
                  <a:gd name="connsiteY75" fmla="*/ 3262895 h 4278408"/>
                  <a:gd name="connsiteX76" fmla="*/ 2311703 w 5589474"/>
                  <a:gd name="connsiteY76" fmla="*/ 3330808 h 4278408"/>
                  <a:gd name="connsiteX77" fmla="*/ 2229026 w 5589474"/>
                  <a:gd name="connsiteY77" fmla="*/ 3395768 h 4278408"/>
                  <a:gd name="connsiteX78" fmla="*/ 2146350 w 5589474"/>
                  <a:gd name="connsiteY78" fmla="*/ 3457776 h 4278408"/>
                  <a:gd name="connsiteX79" fmla="*/ 2063673 w 5589474"/>
                  <a:gd name="connsiteY79" fmla="*/ 3513876 h 4278408"/>
                  <a:gd name="connsiteX80" fmla="*/ 1980996 w 5589474"/>
                  <a:gd name="connsiteY80" fmla="*/ 3569980 h 4278408"/>
                  <a:gd name="connsiteX81" fmla="*/ 1898321 w 5589474"/>
                  <a:gd name="connsiteY81" fmla="*/ 3623129 h 4278408"/>
                  <a:gd name="connsiteX82" fmla="*/ 1812689 w 5589474"/>
                  <a:gd name="connsiteY82" fmla="*/ 3673324 h 4278408"/>
                  <a:gd name="connsiteX83" fmla="*/ 1730014 w 5589474"/>
                  <a:gd name="connsiteY83" fmla="*/ 3723522 h 4278408"/>
                  <a:gd name="connsiteX84" fmla="*/ 1647337 w 5589474"/>
                  <a:gd name="connsiteY84" fmla="*/ 3770765 h 4278408"/>
                  <a:gd name="connsiteX85" fmla="*/ 1558754 w 5589474"/>
                  <a:gd name="connsiteY85" fmla="*/ 3815056 h 4278408"/>
                  <a:gd name="connsiteX86" fmla="*/ 1393401 w 5589474"/>
                  <a:gd name="connsiteY86" fmla="*/ 3894780 h 4278408"/>
                  <a:gd name="connsiteX87" fmla="*/ 1231003 w 5589474"/>
                  <a:gd name="connsiteY87" fmla="*/ 3965646 h 4278408"/>
                  <a:gd name="connsiteX88" fmla="*/ 1065649 w 5589474"/>
                  <a:gd name="connsiteY88" fmla="*/ 4024700 h 4278408"/>
                  <a:gd name="connsiteX89" fmla="*/ 909153 w 5589474"/>
                  <a:gd name="connsiteY89" fmla="*/ 4080802 h 4278408"/>
                  <a:gd name="connsiteX90" fmla="*/ 755612 w 5589474"/>
                  <a:gd name="connsiteY90" fmla="*/ 4128045 h 4278408"/>
                  <a:gd name="connsiteX91" fmla="*/ 610929 w 5589474"/>
                  <a:gd name="connsiteY91" fmla="*/ 4166432 h 4278408"/>
                  <a:gd name="connsiteX92" fmla="*/ 469197 w 5589474"/>
                  <a:gd name="connsiteY92" fmla="*/ 4204817 h 4278408"/>
                  <a:gd name="connsiteX93" fmla="*/ 339277 w 5589474"/>
                  <a:gd name="connsiteY93" fmla="*/ 4231392 h 4278408"/>
                  <a:gd name="connsiteX94" fmla="*/ 221168 w 5589474"/>
                  <a:gd name="connsiteY94" fmla="*/ 4255013 h 4278408"/>
                  <a:gd name="connsiteX95" fmla="*/ 106010 w 5589474"/>
                  <a:gd name="connsiteY95" fmla="*/ 4275681 h 4278408"/>
                  <a:gd name="connsiteX96" fmla="*/ 83516 w 5589474"/>
                  <a:gd name="connsiteY96" fmla="*/ 4278408 h 4278408"/>
                  <a:gd name="connsiteX97" fmla="*/ 0 w 5589474"/>
                  <a:gd name="connsiteY97" fmla="*/ 3859220 h 4278408"/>
                  <a:gd name="connsiteX98" fmla="*/ 32481 w 5589474"/>
                  <a:gd name="connsiteY98" fmla="*/ 3853314 h 4278408"/>
                  <a:gd name="connsiteX99" fmla="*/ 124015 w 5589474"/>
                  <a:gd name="connsiteY99" fmla="*/ 3847409 h 4278408"/>
                  <a:gd name="connsiteX100" fmla="*/ 265746 w 5589474"/>
                  <a:gd name="connsiteY100" fmla="*/ 3832646 h 4278408"/>
                  <a:gd name="connsiteX101" fmla="*/ 357282 w 5589474"/>
                  <a:gd name="connsiteY101" fmla="*/ 3817882 h 4278408"/>
                  <a:gd name="connsiteX102" fmla="*/ 454721 w 5589474"/>
                  <a:gd name="connsiteY102" fmla="*/ 3800165 h 4278408"/>
                  <a:gd name="connsiteX103" fmla="*/ 563973 w 5589474"/>
                  <a:gd name="connsiteY103" fmla="*/ 3782449 h 4278408"/>
                  <a:gd name="connsiteX104" fmla="*/ 679129 w 5589474"/>
                  <a:gd name="connsiteY104" fmla="*/ 3755875 h 4278408"/>
                  <a:gd name="connsiteX105" fmla="*/ 803144 w 5589474"/>
                  <a:gd name="connsiteY105" fmla="*/ 3720442 h 4278408"/>
                  <a:gd name="connsiteX106" fmla="*/ 933063 w 5589474"/>
                  <a:gd name="connsiteY106" fmla="*/ 3685010 h 4278408"/>
                  <a:gd name="connsiteX107" fmla="*/ 1068889 w 5589474"/>
                  <a:gd name="connsiteY107" fmla="*/ 3637767 h 4278408"/>
                  <a:gd name="connsiteX108" fmla="*/ 1210620 w 5589474"/>
                  <a:gd name="connsiteY108" fmla="*/ 3584617 h 4278408"/>
                  <a:gd name="connsiteX109" fmla="*/ 1358257 w 5589474"/>
                  <a:gd name="connsiteY109" fmla="*/ 3525563 h 4278408"/>
                  <a:gd name="connsiteX110" fmla="*/ 1502942 w 5589474"/>
                  <a:gd name="connsiteY110" fmla="*/ 3457649 h 4278408"/>
                  <a:gd name="connsiteX111" fmla="*/ 1653530 w 5589474"/>
                  <a:gd name="connsiteY111" fmla="*/ 3377926 h 4278408"/>
                  <a:gd name="connsiteX112" fmla="*/ 1730302 w 5589474"/>
                  <a:gd name="connsiteY112" fmla="*/ 3336587 h 4278408"/>
                  <a:gd name="connsiteX113" fmla="*/ 1807072 w 5589474"/>
                  <a:gd name="connsiteY113" fmla="*/ 3292296 h 4278408"/>
                  <a:gd name="connsiteX114" fmla="*/ 1880892 w 5589474"/>
                  <a:gd name="connsiteY114" fmla="*/ 3245051 h 4278408"/>
                  <a:gd name="connsiteX115" fmla="*/ 1957663 w 5589474"/>
                  <a:gd name="connsiteY115" fmla="*/ 3197808 h 4278408"/>
                  <a:gd name="connsiteX116" fmla="*/ 2034434 w 5589474"/>
                  <a:gd name="connsiteY116" fmla="*/ 3144659 h 4278408"/>
                  <a:gd name="connsiteX117" fmla="*/ 2108252 w 5589474"/>
                  <a:gd name="connsiteY117" fmla="*/ 3088557 h 4278408"/>
                  <a:gd name="connsiteX118" fmla="*/ 2185022 w 5589474"/>
                  <a:gd name="connsiteY118" fmla="*/ 3032455 h 4278408"/>
                  <a:gd name="connsiteX119" fmla="*/ 2255888 w 5589474"/>
                  <a:gd name="connsiteY119" fmla="*/ 2970449 h 4278408"/>
                  <a:gd name="connsiteX120" fmla="*/ 2329707 w 5589474"/>
                  <a:gd name="connsiteY120" fmla="*/ 2908440 h 4278408"/>
                  <a:gd name="connsiteX121" fmla="*/ 2403525 w 5589474"/>
                  <a:gd name="connsiteY121" fmla="*/ 2840528 h 4278408"/>
                  <a:gd name="connsiteX122" fmla="*/ 2477344 w 5589474"/>
                  <a:gd name="connsiteY122" fmla="*/ 2772615 h 4278408"/>
                  <a:gd name="connsiteX123" fmla="*/ 2548210 w 5589474"/>
                  <a:gd name="connsiteY123" fmla="*/ 2701750 h 4278408"/>
                  <a:gd name="connsiteX124" fmla="*/ 2616121 w 5589474"/>
                  <a:gd name="connsiteY124" fmla="*/ 2624979 h 4278408"/>
                  <a:gd name="connsiteX125" fmla="*/ 2686987 w 5589474"/>
                  <a:gd name="connsiteY125" fmla="*/ 2545255 h 4278408"/>
                  <a:gd name="connsiteX126" fmla="*/ 2754901 w 5589474"/>
                  <a:gd name="connsiteY126" fmla="*/ 2465530 h 4278408"/>
                  <a:gd name="connsiteX127" fmla="*/ 2819860 w 5589474"/>
                  <a:gd name="connsiteY127" fmla="*/ 2376949 h 4278408"/>
                  <a:gd name="connsiteX128" fmla="*/ 2887773 w 5589474"/>
                  <a:gd name="connsiteY128" fmla="*/ 2291321 h 4278408"/>
                  <a:gd name="connsiteX129" fmla="*/ 2949781 w 5589474"/>
                  <a:gd name="connsiteY129" fmla="*/ 2196833 h 4278408"/>
                  <a:gd name="connsiteX130" fmla="*/ 3011788 w 5589474"/>
                  <a:gd name="connsiteY130" fmla="*/ 2102346 h 4278408"/>
                  <a:gd name="connsiteX131" fmla="*/ 3070842 w 5589474"/>
                  <a:gd name="connsiteY131" fmla="*/ 2004905 h 4278408"/>
                  <a:gd name="connsiteX132" fmla="*/ 3126944 w 5589474"/>
                  <a:gd name="connsiteY132" fmla="*/ 1901560 h 4278408"/>
                  <a:gd name="connsiteX133" fmla="*/ 3183045 w 5589474"/>
                  <a:gd name="connsiteY133" fmla="*/ 1795262 h 4278408"/>
                  <a:gd name="connsiteX134" fmla="*/ 3236195 w 5589474"/>
                  <a:gd name="connsiteY134" fmla="*/ 1680104 h 4278408"/>
                  <a:gd name="connsiteX135" fmla="*/ 3286393 w 5589474"/>
                  <a:gd name="connsiteY135" fmla="*/ 1567900 h 4278408"/>
                  <a:gd name="connsiteX136" fmla="*/ 3336587 w 5589474"/>
                  <a:gd name="connsiteY136" fmla="*/ 1449791 h 4278408"/>
                  <a:gd name="connsiteX137" fmla="*/ 3383832 w 5589474"/>
                  <a:gd name="connsiteY137" fmla="*/ 1328729 h 4278408"/>
                  <a:gd name="connsiteX138" fmla="*/ 3428123 w 5589474"/>
                  <a:gd name="connsiteY138" fmla="*/ 1201761 h 4278408"/>
                  <a:gd name="connsiteX139" fmla="*/ 3466508 w 5589474"/>
                  <a:gd name="connsiteY139" fmla="*/ 1071841 h 4278408"/>
                  <a:gd name="connsiteX140" fmla="*/ 3504894 w 5589474"/>
                  <a:gd name="connsiteY140" fmla="*/ 933064 h 4278408"/>
                  <a:gd name="connsiteX141" fmla="*/ 3540327 w 5589474"/>
                  <a:gd name="connsiteY141" fmla="*/ 794284 h 4278408"/>
                  <a:gd name="connsiteX142" fmla="*/ 3558043 w 5589474"/>
                  <a:gd name="connsiteY142" fmla="*/ 726372 h 4278408"/>
                  <a:gd name="connsiteX143" fmla="*/ 3584617 w 5589474"/>
                  <a:gd name="connsiteY143" fmla="*/ 643696 h 4278408"/>
                  <a:gd name="connsiteX144" fmla="*/ 3617098 w 5589474"/>
                  <a:gd name="connsiteY144" fmla="*/ 552161 h 4278408"/>
                  <a:gd name="connsiteX145" fmla="*/ 3661388 w 5589474"/>
                  <a:gd name="connsiteY145" fmla="*/ 454721 h 4278408"/>
                  <a:gd name="connsiteX146" fmla="*/ 3687964 w 5589474"/>
                  <a:gd name="connsiteY146" fmla="*/ 404524 h 4278408"/>
                  <a:gd name="connsiteX147" fmla="*/ 3714537 w 5589474"/>
                  <a:gd name="connsiteY147" fmla="*/ 357280 h 4278408"/>
                  <a:gd name="connsiteX148" fmla="*/ 3744065 w 5589474"/>
                  <a:gd name="connsiteY148" fmla="*/ 307084 h 4278408"/>
                  <a:gd name="connsiteX149" fmla="*/ 3776546 w 5589474"/>
                  <a:gd name="connsiteY149" fmla="*/ 259841 h 4278408"/>
                  <a:gd name="connsiteX150" fmla="*/ 3809024 w 5589474"/>
                  <a:gd name="connsiteY150" fmla="*/ 218502 h 4278408"/>
                  <a:gd name="connsiteX151" fmla="*/ 3850363 w 5589474"/>
                  <a:gd name="connsiteY151" fmla="*/ 177164 h 4278408"/>
                  <a:gd name="connsiteX152" fmla="*/ 3891701 w 5589474"/>
                  <a:gd name="connsiteY152" fmla="*/ 138777 h 4278408"/>
                  <a:gd name="connsiteX153" fmla="*/ 3933039 w 5589474"/>
                  <a:gd name="connsiteY153" fmla="*/ 100393 h 4278408"/>
                  <a:gd name="connsiteX154" fmla="*/ 3977331 w 5589474"/>
                  <a:gd name="connsiteY154" fmla="*/ 70866 h 4278408"/>
                  <a:gd name="connsiteX155" fmla="*/ 4027527 w 5589474"/>
                  <a:gd name="connsiteY155" fmla="*/ 47244 h 4278408"/>
                  <a:gd name="connsiteX156" fmla="*/ 4077724 w 5589474"/>
                  <a:gd name="connsiteY156" fmla="*/ 23622 h 4278408"/>
                  <a:gd name="connsiteX157" fmla="*/ 4130874 w 5589474"/>
                  <a:gd name="connsiteY157" fmla="*/ 11811 h 4278408"/>
                  <a:gd name="connsiteX158" fmla="*/ 4186974 w 5589474"/>
                  <a:gd name="connsiteY158" fmla="*/ 5906 h 4278408"/>
                  <a:gd name="connsiteX159" fmla="*/ 4246029 w 5589474"/>
                  <a:gd name="connsiteY159" fmla="*/ 0 h 4278408"/>
                  <a:gd name="connsiteX0" fmla="*/ 4246029 w 5611815"/>
                  <a:gd name="connsiteY0" fmla="*/ 0 h 4278408"/>
                  <a:gd name="connsiteX1" fmla="*/ 4310989 w 5611815"/>
                  <a:gd name="connsiteY1" fmla="*/ 8857 h 4278408"/>
                  <a:gd name="connsiteX2" fmla="*/ 4375949 w 5611815"/>
                  <a:gd name="connsiteY2" fmla="*/ 23622 h 4278408"/>
                  <a:gd name="connsiteX3" fmla="*/ 4446815 w 5611815"/>
                  <a:gd name="connsiteY3" fmla="*/ 47244 h 4278408"/>
                  <a:gd name="connsiteX4" fmla="*/ 4520635 w 5611815"/>
                  <a:gd name="connsiteY4" fmla="*/ 79723 h 4278408"/>
                  <a:gd name="connsiteX5" fmla="*/ 4597405 w 5611815"/>
                  <a:gd name="connsiteY5" fmla="*/ 124015 h 4278408"/>
                  <a:gd name="connsiteX6" fmla="*/ 4674177 w 5611815"/>
                  <a:gd name="connsiteY6" fmla="*/ 177164 h 4278408"/>
                  <a:gd name="connsiteX7" fmla="*/ 4756854 w 5611815"/>
                  <a:gd name="connsiteY7" fmla="*/ 242124 h 4278408"/>
                  <a:gd name="connsiteX8" fmla="*/ 4842482 w 5611815"/>
                  <a:gd name="connsiteY8" fmla="*/ 315941 h 4278408"/>
                  <a:gd name="connsiteX9" fmla="*/ 4934017 w 5611815"/>
                  <a:gd name="connsiteY9" fmla="*/ 404524 h 4278408"/>
                  <a:gd name="connsiteX10" fmla="*/ 5028504 w 5611815"/>
                  <a:gd name="connsiteY10" fmla="*/ 504916 h 4278408"/>
                  <a:gd name="connsiteX11" fmla="*/ 5131848 w 5611815"/>
                  <a:gd name="connsiteY11" fmla="*/ 626348 h 4278408"/>
                  <a:gd name="connsiteX12" fmla="*/ 5131263 w 5611815"/>
                  <a:gd name="connsiteY12" fmla="*/ 632975 h 4278408"/>
                  <a:gd name="connsiteX13" fmla="*/ 5170541 w 5611815"/>
                  <a:gd name="connsiteY13" fmla="*/ 674709 h 4278408"/>
                  <a:gd name="connsiteX14" fmla="*/ 5272472 w 5611815"/>
                  <a:gd name="connsiteY14" fmla="*/ 794479 h 4278408"/>
                  <a:gd name="connsiteX15" fmla="*/ 5343823 w 5611815"/>
                  <a:gd name="connsiteY15" fmla="*/ 878571 h 4278408"/>
                  <a:gd name="connsiteX16" fmla="*/ 5524620 w 5611815"/>
                  <a:gd name="connsiteY16" fmla="*/ 905541 h 4278408"/>
                  <a:gd name="connsiteX17" fmla="*/ 5611815 w 5611815"/>
                  <a:gd name="connsiteY17" fmla="*/ 1023629 h 4278408"/>
                  <a:gd name="connsiteX18" fmla="*/ 5560426 w 5611815"/>
                  <a:gd name="connsiteY18" fmla="*/ 1102820 h 4278408"/>
                  <a:gd name="connsiteX19" fmla="*/ 5589474 w 5611815"/>
                  <a:gd name="connsiteY19" fmla="*/ 1128811 h 4278408"/>
                  <a:gd name="connsiteX20" fmla="*/ 5501373 w 5611815"/>
                  <a:gd name="connsiteY20" fmla="*/ 1163468 h 4278408"/>
                  <a:gd name="connsiteX21" fmla="*/ 5452954 w 5611815"/>
                  <a:gd name="connsiteY21" fmla="*/ 1132889 h 4278408"/>
                  <a:gd name="connsiteX22" fmla="*/ 5407086 w 5611815"/>
                  <a:gd name="connsiteY22" fmla="*/ 1097213 h 4278408"/>
                  <a:gd name="connsiteX23" fmla="*/ 5320445 w 5611815"/>
                  <a:gd name="connsiteY23" fmla="*/ 1036054 h 4278408"/>
                  <a:gd name="connsiteX24" fmla="*/ 5251642 w 5611815"/>
                  <a:gd name="connsiteY24" fmla="*/ 974895 h 4278408"/>
                  <a:gd name="connsiteX25" fmla="*/ 5198128 w 5611815"/>
                  <a:gd name="connsiteY25" fmla="*/ 926478 h 4278408"/>
                  <a:gd name="connsiteX26" fmla="*/ 5152258 w 5611815"/>
                  <a:gd name="connsiteY26" fmla="*/ 880609 h 4278408"/>
                  <a:gd name="connsiteX27" fmla="*/ 5063069 w 5611815"/>
                  <a:gd name="connsiteY27" fmla="*/ 796516 h 4278408"/>
                  <a:gd name="connsiteX28" fmla="*/ 4981525 w 5611815"/>
                  <a:gd name="connsiteY28" fmla="*/ 727712 h 4278408"/>
                  <a:gd name="connsiteX29" fmla="*/ 4899980 w 5611815"/>
                  <a:gd name="connsiteY29" fmla="*/ 664006 h 4278408"/>
                  <a:gd name="connsiteX30" fmla="*/ 4826079 w 5611815"/>
                  <a:gd name="connsiteY30" fmla="*/ 613041 h 4278408"/>
                  <a:gd name="connsiteX31" fmla="*/ 4754728 w 5611815"/>
                  <a:gd name="connsiteY31" fmla="*/ 569719 h 4278408"/>
                  <a:gd name="connsiteX32" fmla="*/ 4685926 w 5611815"/>
                  <a:gd name="connsiteY32" fmla="*/ 534043 h 4278408"/>
                  <a:gd name="connsiteX33" fmla="*/ 4622218 w 5611815"/>
                  <a:gd name="connsiteY33" fmla="*/ 508561 h 4278408"/>
                  <a:gd name="connsiteX34" fmla="*/ 4558511 w 5611815"/>
                  <a:gd name="connsiteY34" fmla="*/ 488175 h 4278408"/>
                  <a:gd name="connsiteX35" fmla="*/ 4499900 w 5611815"/>
                  <a:gd name="connsiteY35" fmla="*/ 477981 h 4278408"/>
                  <a:gd name="connsiteX36" fmla="*/ 4446388 w 5611815"/>
                  <a:gd name="connsiteY36" fmla="*/ 470338 h 4278408"/>
                  <a:gd name="connsiteX37" fmla="*/ 4284127 w 5611815"/>
                  <a:gd name="connsiteY37" fmla="*/ 440084 h 4278408"/>
                  <a:gd name="connsiteX38" fmla="*/ 4225073 w 5611815"/>
                  <a:gd name="connsiteY38" fmla="*/ 440084 h 4278408"/>
                  <a:gd name="connsiteX39" fmla="*/ 4166018 w 5611815"/>
                  <a:gd name="connsiteY39" fmla="*/ 451895 h 4278408"/>
                  <a:gd name="connsiteX40" fmla="*/ 4112869 w 5611815"/>
                  <a:gd name="connsiteY40" fmla="*/ 463705 h 4278408"/>
                  <a:gd name="connsiteX41" fmla="*/ 4062672 w 5611815"/>
                  <a:gd name="connsiteY41" fmla="*/ 484373 h 4278408"/>
                  <a:gd name="connsiteX42" fmla="*/ 4018382 w 5611815"/>
                  <a:gd name="connsiteY42" fmla="*/ 507995 h 4278408"/>
                  <a:gd name="connsiteX43" fmla="*/ 3974090 w 5611815"/>
                  <a:gd name="connsiteY43" fmla="*/ 537523 h 4278408"/>
                  <a:gd name="connsiteX44" fmla="*/ 3929800 w 5611815"/>
                  <a:gd name="connsiteY44" fmla="*/ 570003 h 4278408"/>
                  <a:gd name="connsiteX45" fmla="*/ 3894367 w 5611815"/>
                  <a:gd name="connsiteY45" fmla="*/ 608388 h 4278408"/>
                  <a:gd name="connsiteX46" fmla="*/ 3861885 w 5611815"/>
                  <a:gd name="connsiteY46" fmla="*/ 646775 h 4278408"/>
                  <a:gd name="connsiteX47" fmla="*/ 3826453 w 5611815"/>
                  <a:gd name="connsiteY47" fmla="*/ 691065 h 4278408"/>
                  <a:gd name="connsiteX48" fmla="*/ 3796926 w 5611815"/>
                  <a:gd name="connsiteY48" fmla="*/ 735357 h 4278408"/>
                  <a:gd name="connsiteX49" fmla="*/ 3770351 w 5611815"/>
                  <a:gd name="connsiteY49" fmla="*/ 779646 h 4278408"/>
                  <a:gd name="connsiteX50" fmla="*/ 3743776 w 5611815"/>
                  <a:gd name="connsiteY50" fmla="*/ 826891 h 4278408"/>
                  <a:gd name="connsiteX51" fmla="*/ 3723109 w 5611815"/>
                  <a:gd name="connsiteY51" fmla="*/ 874134 h 4278408"/>
                  <a:gd name="connsiteX52" fmla="*/ 3684722 w 5611815"/>
                  <a:gd name="connsiteY52" fmla="*/ 968621 h 4278408"/>
                  <a:gd name="connsiteX53" fmla="*/ 3655194 w 5611815"/>
                  <a:gd name="connsiteY53" fmla="*/ 1057204 h 4278408"/>
                  <a:gd name="connsiteX54" fmla="*/ 3631573 w 5611815"/>
                  <a:gd name="connsiteY54" fmla="*/ 1136928 h 4278408"/>
                  <a:gd name="connsiteX55" fmla="*/ 3613856 w 5611815"/>
                  <a:gd name="connsiteY55" fmla="*/ 1207794 h 4278408"/>
                  <a:gd name="connsiteX56" fmla="*/ 3578424 w 5611815"/>
                  <a:gd name="connsiteY56" fmla="*/ 1346572 h 4278408"/>
                  <a:gd name="connsiteX57" fmla="*/ 3537085 w 5611815"/>
                  <a:gd name="connsiteY57" fmla="*/ 1482397 h 4278408"/>
                  <a:gd name="connsiteX58" fmla="*/ 3495747 w 5611815"/>
                  <a:gd name="connsiteY58" fmla="*/ 1612317 h 4278408"/>
                  <a:gd name="connsiteX59" fmla="*/ 3451457 w 5611815"/>
                  <a:gd name="connsiteY59" fmla="*/ 1736332 h 4278408"/>
                  <a:gd name="connsiteX60" fmla="*/ 3404213 w 5611815"/>
                  <a:gd name="connsiteY60" fmla="*/ 1860347 h 4278408"/>
                  <a:gd name="connsiteX61" fmla="*/ 3351063 w 5611815"/>
                  <a:gd name="connsiteY61" fmla="*/ 1981409 h 4278408"/>
                  <a:gd name="connsiteX62" fmla="*/ 3297914 w 5611815"/>
                  <a:gd name="connsiteY62" fmla="*/ 2093613 h 4278408"/>
                  <a:gd name="connsiteX63" fmla="*/ 3241812 w 5611815"/>
                  <a:gd name="connsiteY63" fmla="*/ 2208769 h 4278408"/>
                  <a:gd name="connsiteX64" fmla="*/ 3179806 w 5611815"/>
                  <a:gd name="connsiteY64" fmla="*/ 2315068 h 4278408"/>
                  <a:gd name="connsiteX65" fmla="*/ 3120751 w 5611815"/>
                  <a:gd name="connsiteY65" fmla="*/ 2418415 h 4278408"/>
                  <a:gd name="connsiteX66" fmla="*/ 3052837 w 5611815"/>
                  <a:gd name="connsiteY66" fmla="*/ 2518807 h 4278408"/>
                  <a:gd name="connsiteX67" fmla="*/ 2987877 w 5611815"/>
                  <a:gd name="connsiteY67" fmla="*/ 2613294 h 4278408"/>
                  <a:gd name="connsiteX68" fmla="*/ 2919965 w 5611815"/>
                  <a:gd name="connsiteY68" fmla="*/ 2707782 h 4278408"/>
                  <a:gd name="connsiteX69" fmla="*/ 2849100 w 5611815"/>
                  <a:gd name="connsiteY69" fmla="*/ 2793409 h 4278408"/>
                  <a:gd name="connsiteX70" fmla="*/ 2778234 w 5611815"/>
                  <a:gd name="connsiteY70" fmla="*/ 2881992 h 4278408"/>
                  <a:gd name="connsiteX71" fmla="*/ 2704415 w 5611815"/>
                  <a:gd name="connsiteY71" fmla="*/ 2964669 h 4278408"/>
                  <a:gd name="connsiteX72" fmla="*/ 2627644 w 5611815"/>
                  <a:gd name="connsiteY72" fmla="*/ 3044393 h 4278408"/>
                  <a:gd name="connsiteX73" fmla="*/ 2550872 w 5611815"/>
                  <a:gd name="connsiteY73" fmla="*/ 3121164 h 4278408"/>
                  <a:gd name="connsiteX74" fmla="*/ 2471150 w 5611815"/>
                  <a:gd name="connsiteY74" fmla="*/ 3194982 h 4278408"/>
                  <a:gd name="connsiteX75" fmla="*/ 2394379 w 5611815"/>
                  <a:gd name="connsiteY75" fmla="*/ 3262895 h 4278408"/>
                  <a:gd name="connsiteX76" fmla="*/ 2311703 w 5611815"/>
                  <a:gd name="connsiteY76" fmla="*/ 3330808 h 4278408"/>
                  <a:gd name="connsiteX77" fmla="*/ 2229026 w 5611815"/>
                  <a:gd name="connsiteY77" fmla="*/ 3395768 h 4278408"/>
                  <a:gd name="connsiteX78" fmla="*/ 2146350 w 5611815"/>
                  <a:gd name="connsiteY78" fmla="*/ 3457776 h 4278408"/>
                  <a:gd name="connsiteX79" fmla="*/ 2063673 w 5611815"/>
                  <a:gd name="connsiteY79" fmla="*/ 3513876 h 4278408"/>
                  <a:gd name="connsiteX80" fmla="*/ 1980996 w 5611815"/>
                  <a:gd name="connsiteY80" fmla="*/ 3569980 h 4278408"/>
                  <a:gd name="connsiteX81" fmla="*/ 1898321 w 5611815"/>
                  <a:gd name="connsiteY81" fmla="*/ 3623129 h 4278408"/>
                  <a:gd name="connsiteX82" fmla="*/ 1812689 w 5611815"/>
                  <a:gd name="connsiteY82" fmla="*/ 3673324 h 4278408"/>
                  <a:gd name="connsiteX83" fmla="*/ 1730014 w 5611815"/>
                  <a:gd name="connsiteY83" fmla="*/ 3723522 h 4278408"/>
                  <a:gd name="connsiteX84" fmla="*/ 1647337 w 5611815"/>
                  <a:gd name="connsiteY84" fmla="*/ 3770765 h 4278408"/>
                  <a:gd name="connsiteX85" fmla="*/ 1558754 w 5611815"/>
                  <a:gd name="connsiteY85" fmla="*/ 3815056 h 4278408"/>
                  <a:gd name="connsiteX86" fmla="*/ 1393401 w 5611815"/>
                  <a:gd name="connsiteY86" fmla="*/ 3894780 h 4278408"/>
                  <a:gd name="connsiteX87" fmla="*/ 1231003 w 5611815"/>
                  <a:gd name="connsiteY87" fmla="*/ 3965646 h 4278408"/>
                  <a:gd name="connsiteX88" fmla="*/ 1065649 w 5611815"/>
                  <a:gd name="connsiteY88" fmla="*/ 4024700 h 4278408"/>
                  <a:gd name="connsiteX89" fmla="*/ 909153 w 5611815"/>
                  <a:gd name="connsiteY89" fmla="*/ 4080802 h 4278408"/>
                  <a:gd name="connsiteX90" fmla="*/ 755612 w 5611815"/>
                  <a:gd name="connsiteY90" fmla="*/ 4128045 h 4278408"/>
                  <a:gd name="connsiteX91" fmla="*/ 610929 w 5611815"/>
                  <a:gd name="connsiteY91" fmla="*/ 4166432 h 4278408"/>
                  <a:gd name="connsiteX92" fmla="*/ 469197 w 5611815"/>
                  <a:gd name="connsiteY92" fmla="*/ 4204817 h 4278408"/>
                  <a:gd name="connsiteX93" fmla="*/ 339277 w 5611815"/>
                  <a:gd name="connsiteY93" fmla="*/ 4231392 h 4278408"/>
                  <a:gd name="connsiteX94" fmla="*/ 221168 w 5611815"/>
                  <a:gd name="connsiteY94" fmla="*/ 4255013 h 4278408"/>
                  <a:gd name="connsiteX95" fmla="*/ 106010 w 5611815"/>
                  <a:gd name="connsiteY95" fmla="*/ 4275681 h 4278408"/>
                  <a:gd name="connsiteX96" fmla="*/ 83516 w 5611815"/>
                  <a:gd name="connsiteY96" fmla="*/ 4278408 h 4278408"/>
                  <a:gd name="connsiteX97" fmla="*/ 0 w 5611815"/>
                  <a:gd name="connsiteY97" fmla="*/ 3859220 h 4278408"/>
                  <a:gd name="connsiteX98" fmla="*/ 32481 w 5611815"/>
                  <a:gd name="connsiteY98" fmla="*/ 3853314 h 4278408"/>
                  <a:gd name="connsiteX99" fmla="*/ 124015 w 5611815"/>
                  <a:gd name="connsiteY99" fmla="*/ 3847409 h 4278408"/>
                  <a:gd name="connsiteX100" fmla="*/ 265746 w 5611815"/>
                  <a:gd name="connsiteY100" fmla="*/ 3832646 h 4278408"/>
                  <a:gd name="connsiteX101" fmla="*/ 357282 w 5611815"/>
                  <a:gd name="connsiteY101" fmla="*/ 3817882 h 4278408"/>
                  <a:gd name="connsiteX102" fmla="*/ 454721 w 5611815"/>
                  <a:gd name="connsiteY102" fmla="*/ 3800165 h 4278408"/>
                  <a:gd name="connsiteX103" fmla="*/ 563973 w 5611815"/>
                  <a:gd name="connsiteY103" fmla="*/ 3782449 h 4278408"/>
                  <a:gd name="connsiteX104" fmla="*/ 679129 w 5611815"/>
                  <a:gd name="connsiteY104" fmla="*/ 3755875 h 4278408"/>
                  <a:gd name="connsiteX105" fmla="*/ 803144 w 5611815"/>
                  <a:gd name="connsiteY105" fmla="*/ 3720442 h 4278408"/>
                  <a:gd name="connsiteX106" fmla="*/ 933063 w 5611815"/>
                  <a:gd name="connsiteY106" fmla="*/ 3685010 h 4278408"/>
                  <a:gd name="connsiteX107" fmla="*/ 1068889 w 5611815"/>
                  <a:gd name="connsiteY107" fmla="*/ 3637767 h 4278408"/>
                  <a:gd name="connsiteX108" fmla="*/ 1210620 w 5611815"/>
                  <a:gd name="connsiteY108" fmla="*/ 3584617 h 4278408"/>
                  <a:gd name="connsiteX109" fmla="*/ 1358257 w 5611815"/>
                  <a:gd name="connsiteY109" fmla="*/ 3525563 h 4278408"/>
                  <a:gd name="connsiteX110" fmla="*/ 1502942 w 5611815"/>
                  <a:gd name="connsiteY110" fmla="*/ 3457649 h 4278408"/>
                  <a:gd name="connsiteX111" fmla="*/ 1653530 w 5611815"/>
                  <a:gd name="connsiteY111" fmla="*/ 3377926 h 4278408"/>
                  <a:gd name="connsiteX112" fmla="*/ 1730302 w 5611815"/>
                  <a:gd name="connsiteY112" fmla="*/ 3336587 h 4278408"/>
                  <a:gd name="connsiteX113" fmla="*/ 1807072 w 5611815"/>
                  <a:gd name="connsiteY113" fmla="*/ 3292296 h 4278408"/>
                  <a:gd name="connsiteX114" fmla="*/ 1880892 w 5611815"/>
                  <a:gd name="connsiteY114" fmla="*/ 3245051 h 4278408"/>
                  <a:gd name="connsiteX115" fmla="*/ 1957663 w 5611815"/>
                  <a:gd name="connsiteY115" fmla="*/ 3197808 h 4278408"/>
                  <a:gd name="connsiteX116" fmla="*/ 2034434 w 5611815"/>
                  <a:gd name="connsiteY116" fmla="*/ 3144659 h 4278408"/>
                  <a:gd name="connsiteX117" fmla="*/ 2108252 w 5611815"/>
                  <a:gd name="connsiteY117" fmla="*/ 3088557 h 4278408"/>
                  <a:gd name="connsiteX118" fmla="*/ 2185022 w 5611815"/>
                  <a:gd name="connsiteY118" fmla="*/ 3032455 h 4278408"/>
                  <a:gd name="connsiteX119" fmla="*/ 2255888 w 5611815"/>
                  <a:gd name="connsiteY119" fmla="*/ 2970449 h 4278408"/>
                  <a:gd name="connsiteX120" fmla="*/ 2329707 w 5611815"/>
                  <a:gd name="connsiteY120" fmla="*/ 2908440 h 4278408"/>
                  <a:gd name="connsiteX121" fmla="*/ 2403525 w 5611815"/>
                  <a:gd name="connsiteY121" fmla="*/ 2840528 h 4278408"/>
                  <a:gd name="connsiteX122" fmla="*/ 2477344 w 5611815"/>
                  <a:gd name="connsiteY122" fmla="*/ 2772615 h 4278408"/>
                  <a:gd name="connsiteX123" fmla="*/ 2548210 w 5611815"/>
                  <a:gd name="connsiteY123" fmla="*/ 2701750 h 4278408"/>
                  <a:gd name="connsiteX124" fmla="*/ 2616121 w 5611815"/>
                  <a:gd name="connsiteY124" fmla="*/ 2624979 h 4278408"/>
                  <a:gd name="connsiteX125" fmla="*/ 2686987 w 5611815"/>
                  <a:gd name="connsiteY125" fmla="*/ 2545255 h 4278408"/>
                  <a:gd name="connsiteX126" fmla="*/ 2754901 w 5611815"/>
                  <a:gd name="connsiteY126" fmla="*/ 2465530 h 4278408"/>
                  <a:gd name="connsiteX127" fmla="*/ 2819860 w 5611815"/>
                  <a:gd name="connsiteY127" fmla="*/ 2376949 h 4278408"/>
                  <a:gd name="connsiteX128" fmla="*/ 2887773 w 5611815"/>
                  <a:gd name="connsiteY128" fmla="*/ 2291321 h 4278408"/>
                  <a:gd name="connsiteX129" fmla="*/ 2949781 w 5611815"/>
                  <a:gd name="connsiteY129" fmla="*/ 2196833 h 4278408"/>
                  <a:gd name="connsiteX130" fmla="*/ 3011788 w 5611815"/>
                  <a:gd name="connsiteY130" fmla="*/ 2102346 h 4278408"/>
                  <a:gd name="connsiteX131" fmla="*/ 3070842 w 5611815"/>
                  <a:gd name="connsiteY131" fmla="*/ 2004905 h 4278408"/>
                  <a:gd name="connsiteX132" fmla="*/ 3126944 w 5611815"/>
                  <a:gd name="connsiteY132" fmla="*/ 1901560 h 4278408"/>
                  <a:gd name="connsiteX133" fmla="*/ 3183045 w 5611815"/>
                  <a:gd name="connsiteY133" fmla="*/ 1795262 h 4278408"/>
                  <a:gd name="connsiteX134" fmla="*/ 3236195 w 5611815"/>
                  <a:gd name="connsiteY134" fmla="*/ 1680104 h 4278408"/>
                  <a:gd name="connsiteX135" fmla="*/ 3286393 w 5611815"/>
                  <a:gd name="connsiteY135" fmla="*/ 1567900 h 4278408"/>
                  <a:gd name="connsiteX136" fmla="*/ 3336587 w 5611815"/>
                  <a:gd name="connsiteY136" fmla="*/ 1449791 h 4278408"/>
                  <a:gd name="connsiteX137" fmla="*/ 3383832 w 5611815"/>
                  <a:gd name="connsiteY137" fmla="*/ 1328729 h 4278408"/>
                  <a:gd name="connsiteX138" fmla="*/ 3428123 w 5611815"/>
                  <a:gd name="connsiteY138" fmla="*/ 1201761 h 4278408"/>
                  <a:gd name="connsiteX139" fmla="*/ 3466508 w 5611815"/>
                  <a:gd name="connsiteY139" fmla="*/ 1071841 h 4278408"/>
                  <a:gd name="connsiteX140" fmla="*/ 3504894 w 5611815"/>
                  <a:gd name="connsiteY140" fmla="*/ 933064 h 4278408"/>
                  <a:gd name="connsiteX141" fmla="*/ 3540327 w 5611815"/>
                  <a:gd name="connsiteY141" fmla="*/ 794284 h 4278408"/>
                  <a:gd name="connsiteX142" fmla="*/ 3558043 w 5611815"/>
                  <a:gd name="connsiteY142" fmla="*/ 726372 h 4278408"/>
                  <a:gd name="connsiteX143" fmla="*/ 3584617 w 5611815"/>
                  <a:gd name="connsiteY143" fmla="*/ 643696 h 4278408"/>
                  <a:gd name="connsiteX144" fmla="*/ 3617098 w 5611815"/>
                  <a:gd name="connsiteY144" fmla="*/ 552161 h 4278408"/>
                  <a:gd name="connsiteX145" fmla="*/ 3661388 w 5611815"/>
                  <a:gd name="connsiteY145" fmla="*/ 454721 h 4278408"/>
                  <a:gd name="connsiteX146" fmla="*/ 3687964 w 5611815"/>
                  <a:gd name="connsiteY146" fmla="*/ 404524 h 4278408"/>
                  <a:gd name="connsiteX147" fmla="*/ 3714537 w 5611815"/>
                  <a:gd name="connsiteY147" fmla="*/ 357280 h 4278408"/>
                  <a:gd name="connsiteX148" fmla="*/ 3744065 w 5611815"/>
                  <a:gd name="connsiteY148" fmla="*/ 307084 h 4278408"/>
                  <a:gd name="connsiteX149" fmla="*/ 3776546 w 5611815"/>
                  <a:gd name="connsiteY149" fmla="*/ 259841 h 4278408"/>
                  <a:gd name="connsiteX150" fmla="*/ 3809024 w 5611815"/>
                  <a:gd name="connsiteY150" fmla="*/ 218502 h 4278408"/>
                  <a:gd name="connsiteX151" fmla="*/ 3850363 w 5611815"/>
                  <a:gd name="connsiteY151" fmla="*/ 177164 h 4278408"/>
                  <a:gd name="connsiteX152" fmla="*/ 3891701 w 5611815"/>
                  <a:gd name="connsiteY152" fmla="*/ 138777 h 4278408"/>
                  <a:gd name="connsiteX153" fmla="*/ 3933039 w 5611815"/>
                  <a:gd name="connsiteY153" fmla="*/ 100393 h 4278408"/>
                  <a:gd name="connsiteX154" fmla="*/ 3977331 w 5611815"/>
                  <a:gd name="connsiteY154" fmla="*/ 70866 h 4278408"/>
                  <a:gd name="connsiteX155" fmla="*/ 4027527 w 5611815"/>
                  <a:gd name="connsiteY155" fmla="*/ 47244 h 4278408"/>
                  <a:gd name="connsiteX156" fmla="*/ 4077724 w 5611815"/>
                  <a:gd name="connsiteY156" fmla="*/ 23622 h 4278408"/>
                  <a:gd name="connsiteX157" fmla="*/ 4130874 w 5611815"/>
                  <a:gd name="connsiteY157" fmla="*/ 11811 h 4278408"/>
                  <a:gd name="connsiteX158" fmla="*/ 4186974 w 5611815"/>
                  <a:gd name="connsiteY158" fmla="*/ 5906 h 4278408"/>
                  <a:gd name="connsiteX159" fmla="*/ 4246029 w 5611815"/>
                  <a:gd name="connsiteY159" fmla="*/ 0 h 4278408"/>
                  <a:gd name="connsiteX0" fmla="*/ 4246029 w 5640555"/>
                  <a:gd name="connsiteY0" fmla="*/ 0 h 4278408"/>
                  <a:gd name="connsiteX1" fmla="*/ 4310989 w 5640555"/>
                  <a:gd name="connsiteY1" fmla="*/ 8857 h 4278408"/>
                  <a:gd name="connsiteX2" fmla="*/ 4375949 w 5640555"/>
                  <a:gd name="connsiteY2" fmla="*/ 23622 h 4278408"/>
                  <a:gd name="connsiteX3" fmla="*/ 4446815 w 5640555"/>
                  <a:gd name="connsiteY3" fmla="*/ 47244 h 4278408"/>
                  <a:gd name="connsiteX4" fmla="*/ 4520635 w 5640555"/>
                  <a:gd name="connsiteY4" fmla="*/ 79723 h 4278408"/>
                  <a:gd name="connsiteX5" fmla="*/ 4597405 w 5640555"/>
                  <a:gd name="connsiteY5" fmla="*/ 124015 h 4278408"/>
                  <a:gd name="connsiteX6" fmla="*/ 4674177 w 5640555"/>
                  <a:gd name="connsiteY6" fmla="*/ 177164 h 4278408"/>
                  <a:gd name="connsiteX7" fmla="*/ 4756854 w 5640555"/>
                  <a:gd name="connsiteY7" fmla="*/ 242124 h 4278408"/>
                  <a:gd name="connsiteX8" fmla="*/ 4842482 w 5640555"/>
                  <a:gd name="connsiteY8" fmla="*/ 315941 h 4278408"/>
                  <a:gd name="connsiteX9" fmla="*/ 4934017 w 5640555"/>
                  <a:gd name="connsiteY9" fmla="*/ 404524 h 4278408"/>
                  <a:gd name="connsiteX10" fmla="*/ 5028504 w 5640555"/>
                  <a:gd name="connsiteY10" fmla="*/ 504916 h 4278408"/>
                  <a:gd name="connsiteX11" fmla="*/ 5131848 w 5640555"/>
                  <a:gd name="connsiteY11" fmla="*/ 626348 h 4278408"/>
                  <a:gd name="connsiteX12" fmla="*/ 5131263 w 5640555"/>
                  <a:gd name="connsiteY12" fmla="*/ 632975 h 4278408"/>
                  <a:gd name="connsiteX13" fmla="*/ 5170541 w 5640555"/>
                  <a:gd name="connsiteY13" fmla="*/ 674709 h 4278408"/>
                  <a:gd name="connsiteX14" fmla="*/ 5272472 w 5640555"/>
                  <a:gd name="connsiteY14" fmla="*/ 794479 h 4278408"/>
                  <a:gd name="connsiteX15" fmla="*/ 5343823 w 5640555"/>
                  <a:gd name="connsiteY15" fmla="*/ 878571 h 4278408"/>
                  <a:gd name="connsiteX16" fmla="*/ 5524620 w 5640555"/>
                  <a:gd name="connsiteY16" fmla="*/ 905541 h 4278408"/>
                  <a:gd name="connsiteX17" fmla="*/ 5611815 w 5640555"/>
                  <a:gd name="connsiteY17" fmla="*/ 1023629 h 4278408"/>
                  <a:gd name="connsiteX18" fmla="*/ 5640555 w 5640555"/>
                  <a:gd name="connsiteY18" fmla="*/ 1090292 h 4278408"/>
                  <a:gd name="connsiteX19" fmla="*/ 5589474 w 5640555"/>
                  <a:gd name="connsiteY19" fmla="*/ 1128811 h 4278408"/>
                  <a:gd name="connsiteX20" fmla="*/ 5501373 w 5640555"/>
                  <a:gd name="connsiteY20" fmla="*/ 1163468 h 4278408"/>
                  <a:gd name="connsiteX21" fmla="*/ 5452954 w 5640555"/>
                  <a:gd name="connsiteY21" fmla="*/ 1132889 h 4278408"/>
                  <a:gd name="connsiteX22" fmla="*/ 5407086 w 5640555"/>
                  <a:gd name="connsiteY22" fmla="*/ 1097213 h 4278408"/>
                  <a:gd name="connsiteX23" fmla="*/ 5320445 w 5640555"/>
                  <a:gd name="connsiteY23" fmla="*/ 1036054 h 4278408"/>
                  <a:gd name="connsiteX24" fmla="*/ 5251642 w 5640555"/>
                  <a:gd name="connsiteY24" fmla="*/ 974895 h 4278408"/>
                  <a:gd name="connsiteX25" fmla="*/ 5198128 w 5640555"/>
                  <a:gd name="connsiteY25" fmla="*/ 926478 h 4278408"/>
                  <a:gd name="connsiteX26" fmla="*/ 5152258 w 5640555"/>
                  <a:gd name="connsiteY26" fmla="*/ 880609 h 4278408"/>
                  <a:gd name="connsiteX27" fmla="*/ 5063069 w 5640555"/>
                  <a:gd name="connsiteY27" fmla="*/ 796516 h 4278408"/>
                  <a:gd name="connsiteX28" fmla="*/ 4981525 w 5640555"/>
                  <a:gd name="connsiteY28" fmla="*/ 727712 h 4278408"/>
                  <a:gd name="connsiteX29" fmla="*/ 4899980 w 5640555"/>
                  <a:gd name="connsiteY29" fmla="*/ 664006 h 4278408"/>
                  <a:gd name="connsiteX30" fmla="*/ 4826079 w 5640555"/>
                  <a:gd name="connsiteY30" fmla="*/ 613041 h 4278408"/>
                  <a:gd name="connsiteX31" fmla="*/ 4754728 w 5640555"/>
                  <a:gd name="connsiteY31" fmla="*/ 569719 h 4278408"/>
                  <a:gd name="connsiteX32" fmla="*/ 4685926 w 5640555"/>
                  <a:gd name="connsiteY32" fmla="*/ 534043 h 4278408"/>
                  <a:gd name="connsiteX33" fmla="*/ 4622218 w 5640555"/>
                  <a:gd name="connsiteY33" fmla="*/ 508561 h 4278408"/>
                  <a:gd name="connsiteX34" fmla="*/ 4558511 w 5640555"/>
                  <a:gd name="connsiteY34" fmla="*/ 488175 h 4278408"/>
                  <a:gd name="connsiteX35" fmla="*/ 4499900 w 5640555"/>
                  <a:gd name="connsiteY35" fmla="*/ 477981 h 4278408"/>
                  <a:gd name="connsiteX36" fmla="*/ 4446388 w 5640555"/>
                  <a:gd name="connsiteY36" fmla="*/ 470338 h 4278408"/>
                  <a:gd name="connsiteX37" fmla="*/ 4284127 w 5640555"/>
                  <a:gd name="connsiteY37" fmla="*/ 440084 h 4278408"/>
                  <a:gd name="connsiteX38" fmla="*/ 4225073 w 5640555"/>
                  <a:gd name="connsiteY38" fmla="*/ 440084 h 4278408"/>
                  <a:gd name="connsiteX39" fmla="*/ 4166018 w 5640555"/>
                  <a:gd name="connsiteY39" fmla="*/ 451895 h 4278408"/>
                  <a:gd name="connsiteX40" fmla="*/ 4112869 w 5640555"/>
                  <a:gd name="connsiteY40" fmla="*/ 463705 h 4278408"/>
                  <a:gd name="connsiteX41" fmla="*/ 4062672 w 5640555"/>
                  <a:gd name="connsiteY41" fmla="*/ 484373 h 4278408"/>
                  <a:gd name="connsiteX42" fmla="*/ 4018382 w 5640555"/>
                  <a:gd name="connsiteY42" fmla="*/ 507995 h 4278408"/>
                  <a:gd name="connsiteX43" fmla="*/ 3974090 w 5640555"/>
                  <a:gd name="connsiteY43" fmla="*/ 537523 h 4278408"/>
                  <a:gd name="connsiteX44" fmla="*/ 3929800 w 5640555"/>
                  <a:gd name="connsiteY44" fmla="*/ 570003 h 4278408"/>
                  <a:gd name="connsiteX45" fmla="*/ 3894367 w 5640555"/>
                  <a:gd name="connsiteY45" fmla="*/ 608388 h 4278408"/>
                  <a:gd name="connsiteX46" fmla="*/ 3861885 w 5640555"/>
                  <a:gd name="connsiteY46" fmla="*/ 646775 h 4278408"/>
                  <a:gd name="connsiteX47" fmla="*/ 3826453 w 5640555"/>
                  <a:gd name="connsiteY47" fmla="*/ 691065 h 4278408"/>
                  <a:gd name="connsiteX48" fmla="*/ 3796926 w 5640555"/>
                  <a:gd name="connsiteY48" fmla="*/ 735357 h 4278408"/>
                  <a:gd name="connsiteX49" fmla="*/ 3770351 w 5640555"/>
                  <a:gd name="connsiteY49" fmla="*/ 779646 h 4278408"/>
                  <a:gd name="connsiteX50" fmla="*/ 3743776 w 5640555"/>
                  <a:gd name="connsiteY50" fmla="*/ 826891 h 4278408"/>
                  <a:gd name="connsiteX51" fmla="*/ 3723109 w 5640555"/>
                  <a:gd name="connsiteY51" fmla="*/ 874134 h 4278408"/>
                  <a:gd name="connsiteX52" fmla="*/ 3684722 w 5640555"/>
                  <a:gd name="connsiteY52" fmla="*/ 968621 h 4278408"/>
                  <a:gd name="connsiteX53" fmla="*/ 3655194 w 5640555"/>
                  <a:gd name="connsiteY53" fmla="*/ 1057204 h 4278408"/>
                  <a:gd name="connsiteX54" fmla="*/ 3631573 w 5640555"/>
                  <a:gd name="connsiteY54" fmla="*/ 1136928 h 4278408"/>
                  <a:gd name="connsiteX55" fmla="*/ 3613856 w 5640555"/>
                  <a:gd name="connsiteY55" fmla="*/ 1207794 h 4278408"/>
                  <a:gd name="connsiteX56" fmla="*/ 3578424 w 5640555"/>
                  <a:gd name="connsiteY56" fmla="*/ 1346572 h 4278408"/>
                  <a:gd name="connsiteX57" fmla="*/ 3537085 w 5640555"/>
                  <a:gd name="connsiteY57" fmla="*/ 1482397 h 4278408"/>
                  <a:gd name="connsiteX58" fmla="*/ 3495747 w 5640555"/>
                  <a:gd name="connsiteY58" fmla="*/ 1612317 h 4278408"/>
                  <a:gd name="connsiteX59" fmla="*/ 3451457 w 5640555"/>
                  <a:gd name="connsiteY59" fmla="*/ 1736332 h 4278408"/>
                  <a:gd name="connsiteX60" fmla="*/ 3404213 w 5640555"/>
                  <a:gd name="connsiteY60" fmla="*/ 1860347 h 4278408"/>
                  <a:gd name="connsiteX61" fmla="*/ 3351063 w 5640555"/>
                  <a:gd name="connsiteY61" fmla="*/ 1981409 h 4278408"/>
                  <a:gd name="connsiteX62" fmla="*/ 3297914 w 5640555"/>
                  <a:gd name="connsiteY62" fmla="*/ 2093613 h 4278408"/>
                  <a:gd name="connsiteX63" fmla="*/ 3241812 w 5640555"/>
                  <a:gd name="connsiteY63" fmla="*/ 2208769 h 4278408"/>
                  <a:gd name="connsiteX64" fmla="*/ 3179806 w 5640555"/>
                  <a:gd name="connsiteY64" fmla="*/ 2315068 h 4278408"/>
                  <a:gd name="connsiteX65" fmla="*/ 3120751 w 5640555"/>
                  <a:gd name="connsiteY65" fmla="*/ 2418415 h 4278408"/>
                  <a:gd name="connsiteX66" fmla="*/ 3052837 w 5640555"/>
                  <a:gd name="connsiteY66" fmla="*/ 2518807 h 4278408"/>
                  <a:gd name="connsiteX67" fmla="*/ 2987877 w 5640555"/>
                  <a:gd name="connsiteY67" fmla="*/ 2613294 h 4278408"/>
                  <a:gd name="connsiteX68" fmla="*/ 2919965 w 5640555"/>
                  <a:gd name="connsiteY68" fmla="*/ 2707782 h 4278408"/>
                  <a:gd name="connsiteX69" fmla="*/ 2849100 w 5640555"/>
                  <a:gd name="connsiteY69" fmla="*/ 2793409 h 4278408"/>
                  <a:gd name="connsiteX70" fmla="*/ 2778234 w 5640555"/>
                  <a:gd name="connsiteY70" fmla="*/ 2881992 h 4278408"/>
                  <a:gd name="connsiteX71" fmla="*/ 2704415 w 5640555"/>
                  <a:gd name="connsiteY71" fmla="*/ 2964669 h 4278408"/>
                  <a:gd name="connsiteX72" fmla="*/ 2627644 w 5640555"/>
                  <a:gd name="connsiteY72" fmla="*/ 3044393 h 4278408"/>
                  <a:gd name="connsiteX73" fmla="*/ 2550872 w 5640555"/>
                  <a:gd name="connsiteY73" fmla="*/ 3121164 h 4278408"/>
                  <a:gd name="connsiteX74" fmla="*/ 2471150 w 5640555"/>
                  <a:gd name="connsiteY74" fmla="*/ 3194982 h 4278408"/>
                  <a:gd name="connsiteX75" fmla="*/ 2394379 w 5640555"/>
                  <a:gd name="connsiteY75" fmla="*/ 3262895 h 4278408"/>
                  <a:gd name="connsiteX76" fmla="*/ 2311703 w 5640555"/>
                  <a:gd name="connsiteY76" fmla="*/ 3330808 h 4278408"/>
                  <a:gd name="connsiteX77" fmla="*/ 2229026 w 5640555"/>
                  <a:gd name="connsiteY77" fmla="*/ 3395768 h 4278408"/>
                  <a:gd name="connsiteX78" fmla="*/ 2146350 w 5640555"/>
                  <a:gd name="connsiteY78" fmla="*/ 3457776 h 4278408"/>
                  <a:gd name="connsiteX79" fmla="*/ 2063673 w 5640555"/>
                  <a:gd name="connsiteY79" fmla="*/ 3513876 h 4278408"/>
                  <a:gd name="connsiteX80" fmla="*/ 1980996 w 5640555"/>
                  <a:gd name="connsiteY80" fmla="*/ 3569980 h 4278408"/>
                  <a:gd name="connsiteX81" fmla="*/ 1898321 w 5640555"/>
                  <a:gd name="connsiteY81" fmla="*/ 3623129 h 4278408"/>
                  <a:gd name="connsiteX82" fmla="*/ 1812689 w 5640555"/>
                  <a:gd name="connsiteY82" fmla="*/ 3673324 h 4278408"/>
                  <a:gd name="connsiteX83" fmla="*/ 1730014 w 5640555"/>
                  <a:gd name="connsiteY83" fmla="*/ 3723522 h 4278408"/>
                  <a:gd name="connsiteX84" fmla="*/ 1647337 w 5640555"/>
                  <a:gd name="connsiteY84" fmla="*/ 3770765 h 4278408"/>
                  <a:gd name="connsiteX85" fmla="*/ 1558754 w 5640555"/>
                  <a:gd name="connsiteY85" fmla="*/ 3815056 h 4278408"/>
                  <a:gd name="connsiteX86" fmla="*/ 1393401 w 5640555"/>
                  <a:gd name="connsiteY86" fmla="*/ 3894780 h 4278408"/>
                  <a:gd name="connsiteX87" fmla="*/ 1231003 w 5640555"/>
                  <a:gd name="connsiteY87" fmla="*/ 3965646 h 4278408"/>
                  <a:gd name="connsiteX88" fmla="*/ 1065649 w 5640555"/>
                  <a:gd name="connsiteY88" fmla="*/ 4024700 h 4278408"/>
                  <a:gd name="connsiteX89" fmla="*/ 909153 w 5640555"/>
                  <a:gd name="connsiteY89" fmla="*/ 4080802 h 4278408"/>
                  <a:gd name="connsiteX90" fmla="*/ 755612 w 5640555"/>
                  <a:gd name="connsiteY90" fmla="*/ 4128045 h 4278408"/>
                  <a:gd name="connsiteX91" fmla="*/ 610929 w 5640555"/>
                  <a:gd name="connsiteY91" fmla="*/ 4166432 h 4278408"/>
                  <a:gd name="connsiteX92" fmla="*/ 469197 w 5640555"/>
                  <a:gd name="connsiteY92" fmla="*/ 4204817 h 4278408"/>
                  <a:gd name="connsiteX93" fmla="*/ 339277 w 5640555"/>
                  <a:gd name="connsiteY93" fmla="*/ 4231392 h 4278408"/>
                  <a:gd name="connsiteX94" fmla="*/ 221168 w 5640555"/>
                  <a:gd name="connsiteY94" fmla="*/ 4255013 h 4278408"/>
                  <a:gd name="connsiteX95" fmla="*/ 106010 w 5640555"/>
                  <a:gd name="connsiteY95" fmla="*/ 4275681 h 4278408"/>
                  <a:gd name="connsiteX96" fmla="*/ 83516 w 5640555"/>
                  <a:gd name="connsiteY96" fmla="*/ 4278408 h 4278408"/>
                  <a:gd name="connsiteX97" fmla="*/ 0 w 5640555"/>
                  <a:gd name="connsiteY97" fmla="*/ 3859220 h 4278408"/>
                  <a:gd name="connsiteX98" fmla="*/ 32481 w 5640555"/>
                  <a:gd name="connsiteY98" fmla="*/ 3853314 h 4278408"/>
                  <a:gd name="connsiteX99" fmla="*/ 124015 w 5640555"/>
                  <a:gd name="connsiteY99" fmla="*/ 3847409 h 4278408"/>
                  <a:gd name="connsiteX100" fmla="*/ 265746 w 5640555"/>
                  <a:gd name="connsiteY100" fmla="*/ 3832646 h 4278408"/>
                  <a:gd name="connsiteX101" fmla="*/ 357282 w 5640555"/>
                  <a:gd name="connsiteY101" fmla="*/ 3817882 h 4278408"/>
                  <a:gd name="connsiteX102" fmla="*/ 454721 w 5640555"/>
                  <a:gd name="connsiteY102" fmla="*/ 3800165 h 4278408"/>
                  <a:gd name="connsiteX103" fmla="*/ 563973 w 5640555"/>
                  <a:gd name="connsiteY103" fmla="*/ 3782449 h 4278408"/>
                  <a:gd name="connsiteX104" fmla="*/ 679129 w 5640555"/>
                  <a:gd name="connsiteY104" fmla="*/ 3755875 h 4278408"/>
                  <a:gd name="connsiteX105" fmla="*/ 803144 w 5640555"/>
                  <a:gd name="connsiteY105" fmla="*/ 3720442 h 4278408"/>
                  <a:gd name="connsiteX106" fmla="*/ 933063 w 5640555"/>
                  <a:gd name="connsiteY106" fmla="*/ 3685010 h 4278408"/>
                  <a:gd name="connsiteX107" fmla="*/ 1068889 w 5640555"/>
                  <a:gd name="connsiteY107" fmla="*/ 3637767 h 4278408"/>
                  <a:gd name="connsiteX108" fmla="*/ 1210620 w 5640555"/>
                  <a:gd name="connsiteY108" fmla="*/ 3584617 h 4278408"/>
                  <a:gd name="connsiteX109" fmla="*/ 1358257 w 5640555"/>
                  <a:gd name="connsiteY109" fmla="*/ 3525563 h 4278408"/>
                  <a:gd name="connsiteX110" fmla="*/ 1502942 w 5640555"/>
                  <a:gd name="connsiteY110" fmla="*/ 3457649 h 4278408"/>
                  <a:gd name="connsiteX111" fmla="*/ 1653530 w 5640555"/>
                  <a:gd name="connsiteY111" fmla="*/ 3377926 h 4278408"/>
                  <a:gd name="connsiteX112" fmla="*/ 1730302 w 5640555"/>
                  <a:gd name="connsiteY112" fmla="*/ 3336587 h 4278408"/>
                  <a:gd name="connsiteX113" fmla="*/ 1807072 w 5640555"/>
                  <a:gd name="connsiteY113" fmla="*/ 3292296 h 4278408"/>
                  <a:gd name="connsiteX114" fmla="*/ 1880892 w 5640555"/>
                  <a:gd name="connsiteY114" fmla="*/ 3245051 h 4278408"/>
                  <a:gd name="connsiteX115" fmla="*/ 1957663 w 5640555"/>
                  <a:gd name="connsiteY115" fmla="*/ 3197808 h 4278408"/>
                  <a:gd name="connsiteX116" fmla="*/ 2034434 w 5640555"/>
                  <a:gd name="connsiteY116" fmla="*/ 3144659 h 4278408"/>
                  <a:gd name="connsiteX117" fmla="*/ 2108252 w 5640555"/>
                  <a:gd name="connsiteY117" fmla="*/ 3088557 h 4278408"/>
                  <a:gd name="connsiteX118" fmla="*/ 2185022 w 5640555"/>
                  <a:gd name="connsiteY118" fmla="*/ 3032455 h 4278408"/>
                  <a:gd name="connsiteX119" fmla="*/ 2255888 w 5640555"/>
                  <a:gd name="connsiteY119" fmla="*/ 2970449 h 4278408"/>
                  <a:gd name="connsiteX120" fmla="*/ 2329707 w 5640555"/>
                  <a:gd name="connsiteY120" fmla="*/ 2908440 h 4278408"/>
                  <a:gd name="connsiteX121" fmla="*/ 2403525 w 5640555"/>
                  <a:gd name="connsiteY121" fmla="*/ 2840528 h 4278408"/>
                  <a:gd name="connsiteX122" fmla="*/ 2477344 w 5640555"/>
                  <a:gd name="connsiteY122" fmla="*/ 2772615 h 4278408"/>
                  <a:gd name="connsiteX123" fmla="*/ 2548210 w 5640555"/>
                  <a:gd name="connsiteY123" fmla="*/ 2701750 h 4278408"/>
                  <a:gd name="connsiteX124" fmla="*/ 2616121 w 5640555"/>
                  <a:gd name="connsiteY124" fmla="*/ 2624979 h 4278408"/>
                  <a:gd name="connsiteX125" fmla="*/ 2686987 w 5640555"/>
                  <a:gd name="connsiteY125" fmla="*/ 2545255 h 4278408"/>
                  <a:gd name="connsiteX126" fmla="*/ 2754901 w 5640555"/>
                  <a:gd name="connsiteY126" fmla="*/ 2465530 h 4278408"/>
                  <a:gd name="connsiteX127" fmla="*/ 2819860 w 5640555"/>
                  <a:gd name="connsiteY127" fmla="*/ 2376949 h 4278408"/>
                  <a:gd name="connsiteX128" fmla="*/ 2887773 w 5640555"/>
                  <a:gd name="connsiteY128" fmla="*/ 2291321 h 4278408"/>
                  <a:gd name="connsiteX129" fmla="*/ 2949781 w 5640555"/>
                  <a:gd name="connsiteY129" fmla="*/ 2196833 h 4278408"/>
                  <a:gd name="connsiteX130" fmla="*/ 3011788 w 5640555"/>
                  <a:gd name="connsiteY130" fmla="*/ 2102346 h 4278408"/>
                  <a:gd name="connsiteX131" fmla="*/ 3070842 w 5640555"/>
                  <a:gd name="connsiteY131" fmla="*/ 2004905 h 4278408"/>
                  <a:gd name="connsiteX132" fmla="*/ 3126944 w 5640555"/>
                  <a:gd name="connsiteY132" fmla="*/ 1901560 h 4278408"/>
                  <a:gd name="connsiteX133" fmla="*/ 3183045 w 5640555"/>
                  <a:gd name="connsiteY133" fmla="*/ 1795262 h 4278408"/>
                  <a:gd name="connsiteX134" fmla="*/ 3236195 w 5640555"/>
                  <a:gd name="connsiteY134" fmla="*/ 1680104 h 4278408"/>
                  <a:gd name="connsiteX135" fmla="*/ 3286393 w 5640555"/>
                  <a:gd name="connsiteY135" fmla="*/ 1567900 h 4278408"/>
                  <a:gd name="connsiteX136" fmla="*/ 3336587 w 5640555"/>
                  <a:gd name="connsiteY136" fmla="*/ 1449791 h 4278408"/>
                  <a:gd name="connsiteX137" fmla="*/ 3383832 w 5640555"/>
                  <a:gd name="connsiteY137" fmla="*/ 1328729 h 4278408"/>
                  <a:gd name="connsiteX138" fmla="*/ 3428123 w 5640555"/>
                  <a:gd name="connsiteY138" fmla="*/ 1201761 h 4278408"/>
                  <a:gd name="connsiteX139" fmla="*/ 3466508 w 5640555"/>
                  <a:gd name="connsiteY139" fmla="*/ 1071841 h 4278408"/>
                  <a:gd name="connsiteX140" fmla="*/ 3504894 w 5640555"/>
                  <a:gd name="connsiteY140" fmla="*/ 933064 h 4278408"/>
                  <a:gd name="connsiteX141" fmla="*/ 3540327 w 5640555"/>
                  <a:gd name="connsiteY141" fmla="*/ 794284 h 4278408"/>
                  <a:gd name="connsiteX142" fmla="*/ 3558043 w 5640555"/>
                  <a:gd name="connsiteY142" fmla="*/ 726372 h 4278408"/>
                  <a:gd name="connsiteX143" fmla="*/ 3584617 w 5640555"/>
                  <a:gd name="connsiteY143" fmla="*/ 643696 h 4278408"/>
                  <a:gd name="connsiteX144" fmla="*/ 3617098 w 5640555"/>
                  <a:gd name="connsiteY144" fmla="*/ 552161 h 4278408"/>
                  <a:gd name="connsiteX145" fmla="*/ 3661388 w 5640555"/>
                  <a:gd name="connsiteY145" fmla="*/ 454721 h 4278408"/>
                  <a:gd name="connsiteX146" fmla="*/ 3687964 w 5640555"/>
                  <a:gd name="connsiteY146" fmla="*/ 404524 h 4278408"/>
                  <a:gd name="connsiteX147" fmla="*/ 3714537 w 5640555"/>
                  <a:gd name="connsiteY147" fmla="*/ 357280 h 4278408"/>
                  <a:gd name="connsiteX148" fmla="*/ 3744065 w 5640555"/>
                  <a:gd name="connsiteY148" fmla="*/ 307084 h 4278408"/>
                  <a:gd name="connsiteX149" fmla="*/ 3776546 w 5640555"/>
                  <a:gd name="connsiteY149" fmla="*/ 259841 h 4278408"/>
                  <a:gd name="connsiteX150" fmla="*/ 3809024 w 5640555"/>
                  <a:gd name="connsiteY150" fmla="*/ 218502 h 4278408"/>
                  <a:gd name="connsiteX151" fmla="*/ 3850363 w 5640555"/>
                  <a:gd name="connsiteY151" fmla="*/ 177164 h 4278408"/>
                  <a:gd name="connsiteX152" fmla="*/ 3891701 w 5640555"/>
                  <a:gd name="connsiteY152" fmla="*/ 138777 h 4278408"/>
                  <a:gd name="connsiteX153" fmla="*/ 3933039 w 5640555"/>
                  <a:gd name="connsiteY153" fmla="*/ 100393 h 4278408"/>
                  <a:gd name="connsiteX154" fmla="*/ 3977331 w 5640555"/>
                  <a:gd name="connsiteY154" fmla="*/ 70866 h 4278408"/>
                  <a:gd name="connsiteX155" fmla="*/ 4027527 w 5640555"/>
                  <a:gd name="connsiteY155" fmla="*/ 47244 h 4278408"/>
                  <a:gd name="connsiteX156" fmla="*/ 4077724 w 5640555"/>
                  <a:gd name="connsiteY156" fmla="*/ 23622 h 4278408"/>
                  <a:gd name="connsiteX157" fmla="*/ 4130874 w 5640555"/>
                  <a:gd name="connsiteY157" fmla="*/ 11811 h 4278408"/>
                  <a:gd name="connsiteX158" fmla="*/ 4186974 w 5640555"/>
                  <a:gd name="connsiteY158" fmla="*/ 5906 h 4278408"/>
                  <a:gd name="connsiteX159" fmla="*/ 4246029 w 5640555"/>
                  <a:gd name="connsiteY159" fmla="*/ 0 h 4278408"/>
                  <a:gd name="connsiteX0" fmla="*/ 4246029 w 5640555"/>
                  <a:gd name="connsiteY0" fmla="*/ 0 h 4278408"/>
                  <a:gd name="connsiteX1" fmla="*/ 4310989 w 5640555"/>
                  <a:gd name="connsiteY1" fmla="*/ 8857 h 4278408"/>
                  <a:gd name="connsiteX2" fmla="*/ 4375949 w 5640555"/>
                  <a:gd name="connsiteY2" fmla="*/ 23622 h 4278408"/>
                  <a:gd name="connsiteX3" fmla="*/ 4446815 w 5640555"/>
                  <a:gd name="connsiteY3" fmla="*/ 47244 h 4278408"/>
                  <a:gd name="connsiteX4" fmla="*/ 4520635 w 5640555"/>
                  <a:gd name="connsiteY4" fmla="*/ 79723 h 4278408"/>
                  <a:gd name="connsiteX5" fmla="*/ 4597405 w 5640555"/>
                  <a:gd name="connsiteY5" fmla="*/ 124015 h 4278408"/>
                  <a:gd name="connsiteX6" fmla="*/ 4674177 w 5640555"/>
                  <a:gd name="connsiteY6" fmla="*/ 177164 h 4278408"/>
                  <a:gd name="connsiteX7" fmla="*/ 4756854 w 5640555"/>
                  <a:gd name="connsiteY7" fmla="*/ 242124 h 4278408"/>
                  <a:gd name="connsiteX8" fmla="*/ 4842482 w 5640555"/>
                  <a:gd name="connsiteY8" fmla="*/ 315941 h 4278408"/>
                  <a:gd name="connsiteX9" fmla="*/ 4934017 w 5640555"/>
                  <a:gd name="connsiteY9" fmla="*/ 404524 h 4278408"/>
                  <a:gd name="connsiteX10" fmla="*/ 5028504 w 5640555"/>
                  <a:gd name="connsiteY10" fmla="*/ 504916 h 4278408"/>
                  <a:gd name="connsiteX11" fmla="*/ 5131848 w 5640555"/>
                  <a:gd name="connsiteY11" fmla="*/ 626348 h 4278408"/>
                  <a:gd name="connsiteX12" fmla="*/ 5131263 w 5640555"/>
                  <a:gd name="connsiteY12" fmla="*/ 632975 h 4278408"/>
                  <a:gd name="connsiteX13" fmla="*/ 5170541 w 5640555"/>
                  <a:gd name="connsiteY13" fmla="*/ 674709 h 4278408"/>
                  <a:gd name="connsiteX14" fmla="*/ 5272472 w 5640555"/>
                  <a:gd name="connsiteY14" fmla="*/ 794479 h 4278408"/>
                  <a:gd name="connsiteX15" fmla="*/ 5343823 w 5640555"/>
                  <a:gd name="connsiteY15" fmla="*/ 878571 h 4278408"/>
                  <a:gd name="connsiteX16" fmla="*/ 5524620 w 5640555"/>
                  <a:gd name="connsiteY16" fmla="*/ 905541 h 4278408"/>
                  <a:gd name="connsiteX17" fmla="*/ 5611815 w 5640555"/>
                  <a:gd name="connsiteY17" fmla="*/ 1023629 h 4278408"/>
                  <a:gd name="connsiteX18" fmla="*/ 5640555 w 5640555"/>
                  <a:gd name="connsiteY18" fmla="*/ 1090292 h 4278408"/>
                  <a:gd name="connsiteX19" fmla="*/ 5626940 w 5640555"/>
                  <a:gd name="connsiteY19" fmla="*/ 1120406 h 4278408"/>
                  <a:gd name="connsiteX20" fmla="*/ 5501373 w 5640555"/>
                  <a:gd name="connsiteY20" fmla="*/ 1163468 h 4278408"/>
                  <a:gd name="connsiteX21" fmla="*/ 5452954 w 5640555"/>
                  <a:gd name="connsiteY21" fmla="*/ 1132889 h 4278408"/>
                  <a:gd name="connsiteX22" fmla="*/ 5407086 w 5640555"/>
                  <a:gd name="connsiteY22" fmla="*/ 1097213 h 4278408"/>
                  <a:gd name="connsiteX23" fmla="*/ 5320445 w 5640555"/>
                  <a:gd name="connsiteY23" fmla="*/ 1036054 h 4278408"/>
                  <a:gd name="connsiteX24" fmla="*/ 5251642 w 5640555"/>
                  <a:gd name="connsiteY24" fmla="*/ 974895 h 4278408"/>
                  <a:gd name="connsiteX25" fmla="*/ 5198128 w 5640555"/>
                  <a:gd name="connsiteY25" fmla="*/ 926478 h 4278408"/>
                  <a:gd name="connsiteX26" fmla="*/ 5152258 w 5640555"/>
                  <a:gd name="connsiteY26" fmla="*/ 880609 h 4278408"/>
                  <a:gd name="connsiteX27" fmla="*/ 5063069 w 5640555"/>
                  <a:gd name="connsiteY27" fmla="*/ 796516 h 4278408"/>
                  <a:gd name="connsiteX28" fmla="*/ 4981525 w 5640555"/>
                  <a:gd name="connsiteY28" fmla="*/ 727712 h 4278408"/>
                  <a:gd name="connsiteX29" fmla="*/ 4899980 w 5640555"/>
                  <a:gd name="connsiteY29" fmla="*/ 664006 h 4278408"/>
                  <a:gd name="connsiteX30" fmla="*/ 4826079 w 5640555"/>
                  <a:gd name="connsiteY30" fmla="*/ 613041 h 4278408"/>
                  <a:gd name="connsiteX31" fmla="*/ 4754728 w 5640555"/>
                  <a:gd name="connsiteY31" fmla="*/ 569719 h 4278408"/>
                  <a:gd name="connsiteX32" fmla="*/ 4685926 w 5640555"/>
                  <a:gd name="connsiteY32" fmla="*/ 534043 h 4278408"/>
                  <a:gd name="connsiteX33" fmla="*/ 4622218 w 5640555"/>
                  <a:gd name="connsiteY33" fmla="*/ 508561 h 4278408"/>
                  <a:gd name="connsiteX34" fmla="*/ 4558511 w 5640555"/>
                  <a:gd name="connsiteY34" fmla="*/ 488175 h 4278408"/>
                  <a:gd name="connsiteX35" fmla="*/ 4499900 w 5640555"/>
                  <a:gd name="connsiteY35" fmla="*/ 477981 h 4278408"/>
                  <a:gd name="connsiteX36" fmla="*/ 4446388 w 5640555"/>
                  <a:gd name="connsiteY36" fmla="*/ 470338 h 4278408"/>
                  <a:gd name="connsiteX37" fmla="*/ 4284127 w 5640555"/>
                  <a:gd name="connsiteY37" fmla="*/ 440084 h 4278408"/>
                  <a:gd name="connsiteX38" fmla="*/ 4225073 w 5640555"/>
                  <a:gd name="connsiteY38" fmla="*/ 440084 h 4278408"/>
                  <a:gd name="connsiteX39" fmla="*/ 4166018 w 5640555"/>
                  <a:gd name="connsiteY39" fmla="*/ 451895 h 4278408"/>
                  <a:gd name="connsiteX40" fmla="*/ 4112869 w 5640555"/>
                  <a:gd name="connsiteY40" fmla="*/ 463705 h 4278408"/>
                  <a:gd name="connsiteX41" fmla="*/ 4062672 w 5640555"/>
                  <a:gd name="connsiteY41" fmla="*/ 484373 h 4278408"/>
                  <a:gd name="connsiteX42" fmla="*/ 4018382 w 5640555"/>
                  <a:gd name="connsiteY42" fmla="*/ 507995 h 4278408"/>
                  <a:gd name="connsiteX43" fmla="*/ 3974090 w 5640555"/>
                  <a:gd name="connsiteY43" fmla="*/ 537523 h 4278408"/>
                  <a:gd name="connsiteX44" fmla="*/ 3929800 w 5640555"/>
                  <a:gd name="connsiteY44" fmla="*/ 570003 h 4278408"/>
                  <a:gd name="connsiteX45" fmla="*/ 3894367 w 5640555"/>
                  <a:gd name="connsiteY45" fmla="*/ 608388 h 4278408"/>
                  <a:gd name="connsiteX46" fmla="*/ 3861885 w 5640555"/>
                  <a:gd name="connsiteY46" fmla="*/ 646775 h 4278408"/>
                  <a:gd name="connsiteX47" fmla="*/ 3826453 w 5640555"/>
                  <a:gd name="connsiteY47" fmla="*/ 691065 h 4278408"/>
                  <a:gd name="connsiteX48" fmla="*/ 3796926 w 5640555"/>
                  <a:gd name="connsiteY48" fmla="*/ 735357 h 4278408"/>
                  <a:gd name="connsiteX49" fmla="*/ 3770351 w 5640555"/>
                  <a:gd name="connsiteY49" fmla="*/ 779646 h 4278408"/>
                  <a:gd name="connsiteX50" fmla="*/ 3743776 w 5640555"/>
                  <a:gd name="connsiteY50" fmla="*/ 826891 h 4278408"/>
                  <a:gd name="connsiteX51" fmla="*/ 3723109 w 5640555"/>
                  <a:gd name="connsiteY51" fmla="*/ 874134 h 4278408"/>
                  <a:gd name="connsiteX52" fmla="*/ 3684722 w 5640555"/>
                  <a:gd name="connsiteY52" fmla="*/ 968621 h 4278408"/>
                  <a:gd name="connsiteX53" fmla="*/ 3655194 w 5640555"/>
                  <a:gd name="connsiteY53" fmla="*/ 1057204 h 4278408"/>
                  <a:gd name="connsiteX54" fmla="*/ 3631573 w 5640555"/>
                  <a:gd name="connsiteY54" fmla="*/ 1136928 h 4278408"/>
                  <a:gd name="connsiteX55" fmla="*/ 3613856 w 5640555"/>
                  <a:gd name="connsiteY55" fmla="*/ 1207794 h 4278408"/>
                  <a:gd name="connsiteX56" fmla="*/ 3578424 w 5640555"/>
                  <a:gd name="connsiteY56" fmla="*/ 1346572 h 4278408"/>
                  <a:gd name="connsiteX57" fmla="*/ 3537085 w 5640555"/>
                  <a:gd name="connsiteY57" fmla="*/ 1482397 h 4278408"/>
                  <a:gd name="connsiteX58" fmla="*/ 3495747 w 5640555"/>
                  <a:gd name="connsiteY58" fmla="*/ 1612317 h 4278408"/>
                  <a:gd name="connsiteX59" fmla="*/ 3451457 w 5640555"/>
                  <a:gd name="connsiteY59" fmla="*/ 1736332 h 4278408"/>
                  <a:gd name="connsiteX60" fmla="*/ 3404213 w 5640555"/>
                  <a:gd name="connsiteY60" fmla="*/ 1860347 h 4278408"/>
                  <a:gd name="connsiteX61" fmla="*/ 3351063 w 5640555"/>
                  <a:gd name="connsiteY61" fmla="*/ 1981409 h 4278408"/>
                  <a:gd name="connsiteX62" fmla="*/ 3297914 w 5640555"/>
                  <a:gd name="connsiteY62" fmla="*/ 2093613 h 4278408"/>
                  <a:gd name="connsiteX63" fmla="*/ 3241812 w 5640555"/>
                  <a:gd name="connsiteY63" fmla="*/ 2208769 h 4278408"/>
                  <a:gd name="connsiteX64" fmla="*/ 3179806 w 5640555"/>
                  <a:gd name="connsiteY64" fmla="*/ 2315068 h 4278408"/>
                  <a:gd name="connsiteX65" fmla="*/ 3120751 w 5640555"/>
                  <a:gd name="connsiteY65" fmla="*/ 2418415 h 4278408"/>
                  <a:gd name="connsiteX66" fmla="*/ 3052837 w 5640555"/>
                  <a:gd name="connsiteY66" fmla="*/ 2518807 h 4278408"/>
                  <a:gd name="connsiteX67" fmla="*/ 2987877 w 5640555"/>
                  <a:gd name="connsiteY67" fmla="*/ 2613294 h 4278408"/>
                  <a:gd name="connsiteX68" fmla="*/ 2919965 w 5640555"/>
                  <a:gd name="connsiteY68" fmla="*/ 2707782 h 4278408"/>
                  <a:gd name="connsiteX69" fmla="*/ 2849100 w 5640555"/>
                  <a:gd name="connsiteY69" fmla="*/ 2793409 h 4278408"/>
                  <a:gd name="connsiteX70" fmla="*/ 2778234 w 5640555"/>
                  <a:gd name="connsiteY70" fmla="*/ 2881992 h 4278408"/>
                  <a:gd name="connsiteX71" fmla="*/ 2704415 w 5640555"/>
                  <a:gd name="connsiteY71" fmla="*/ 2964669 h 4278408"/>
                  <a:gd name="connsiteX72" fmla="*/ 2627644 w 5640555"/>
                  <a:gd name="connsiteY72" fmla="*/ 3044393 h 4278408"/>
                  <a:gd name="connsiteX73" fmla="*/ 2550872 w 5640555"/>
                  <a:gd name="connsiteY73" fmla="*/ 3121164 h 4278408"/>
                  <a:gd name="connsiteX74" fmla="*/ 2471150 w 5640555"/>
                  <a:gd name="connsiteY74" fmla="*/ 3194982 h 4278408"/>
                  <a:gd name="connsiteX75" fmla="*/ 2394379 w 5640555"/>
                  <a:gd name="connsiteY75" fmla="*/ 3262895 h 4278408"/>
                  <a:gd name="connsiteX76" fmla="*/ 2311703 w 5640555"/>
                  <a:gd name="connsiteY76" fmla="*/ 3330808 h 4278408"/>
                  <a:gd name="connsiteX77" fmla="*/ 2229026 w 5640555"/>
                  <a:gd name="connsiteY77" fmla="*/ 3395768 h 4278408"/>
                  <a:gd name="connsiteX78" fmla="*/ 2146350 w 5640555"/>
                  <a:gd name="connsiteY78" fmla="*/ 3457776 h 4278408"/>
                  <a:gd name="connsiteX79" fmla="*/ 2063673 w 5640555"/>
                  <a:gd name="connsiteY79" fmla="*/ 3513876 h 4278408"/>
                  <a:gd name="connsiteX80" fmla="*/ 1980996 w 5640555"/>
                  <a:gd name="connsiteY80" fmla="*/ 3569980 h 4278408"/>
                  <a:gd name="connsiteX81" fmla="*/ 1898321 w 5640555"/>
                  <a:gd name="connsiteY81" fmla="*/ 3623129 h 4278408"/>
                  <a:gd name="connsiteX82" fmla="*/ 1812689 w 5640555"/>
                  <a:gd name="connsiteY82" fmla="*/ 3673324 h 4278408"/>
                  <a:gd name="connsiteX83" fmla="*/ 1730014 w 5640555"/>
                  <a:gd name="connsiteY83" fmla="*/ 3723522 h 4278408"/>
                  <a:gd name="connsiteX84" fmla="*/ 1647337 w 5640555"/>
                  <a:gd name="connsiteY84" fmla="*/ 3770765 h 4278408"/>
                  <a:gd name="connsiteX85" fmla="*/ 1558754 w 5640555"/>
                  <a:gd name="connsiteY85" fmla="*/ 3815056 h 4278408"/>
                  <a:gd name="connsiteX86" fmla="*/ 1393401 w 5640555"/>
                  <a:gd name="connsiteY86" fmla="*/ 3894780 h 4278408"/>
                  <a:gd name="connsiteX87" fmla="*/ 1231003 w 5640555"/>
                  <a:gd name="connsiteY87" fmla="*/ 3965646 h 4278408"/>
                  <a:gd name="connsiteX88" fmla="*/ 1065649 w 5640555"/>
                  <a:gd name="connsiteY88" fmla="*/ 4024700 h 4278408"/>
                  <a:gd name="connsiteX89" fmla="*/ 909153 w 5640555"/>
                  <a:gd name="connsiteY89" fmla="*/ 4080802 h 4278408"/>
                  <a:gd name="connsiteX90" fmla="*/ 755612 w 5640555"/>
                  <a:gd name="connsiteY90" fmla="*/ 4128045 h 4278408"/>
                  <a:gd name="connsiteX91" fmla="*/ 610929 w 5640555"/>
                  <a:gd name="connsiteY91" fmla="*/ 4166432 h 4278408"/>
                  <a:gd name="connsiteX92" fmla="*/ 469197 w 5640555"/>
                  <a:gd name="connsiteY92" fmla="*/ 4204817 h 4278408"/>
                  <a:gd name="connsiteX93" fmla="*/ 339277 w 5640555"/>
                  <a:gd name="connsiteY93" fmla="*/ 4231392 h 4278408"/>
                  <a:gd name="connsiteX94" fmla="*/ 221168 w 5640555"/>
                  <a:gd name="connsiteY94" fmla="*/ 4255013 h 4278408"/>
                  <a:gd name="connsiteX95" fmla="*/ 106010 w 5640555"/>
                  <a:gd name="connsiteY95" fmla="*/ 4275681 h 4278408"/>
                  <a:gd name="connsiteX96" fmla="*/ 83516 w 5640555"/>
                  <a:gd name="connsiteY96" fmla="*/ 4278408 h 4278408"/>
                  <a:gd name="connsiteX97" fmla="*/ 0 w 5640555"/>
                  <a:gd name="connsiteY97" fmla="*/ 3859220 h 4278408"/>
                  <a:gd name="connsiteX98" fmla="*/ 32481 w 5640555"/>
                  <a:gd name="connsiteY98" fmla="*/ 3853314 h 4278408"/>
                  <a:gd name="connsiteX99" fmla="*/ 124015 w 5640555"/>
                  <a:gd name="connsiteY99" fmla="*/ 3847409 h 4278408"/>
                  <a:gd name="connsiteX100" fmla="*/ 265746 w 5640555"/>
                  <a:gd name="connsiteY100" fmla="*/ 3832646 h 4278408"/>
                  <a:gd name="connsiteX101" fmla="*/ 357282 w 5640555"/>
                  <a:gd name="connsiteY101" fmla="*/ 3817882 h 4278408"/>
                  <a:gd name="connsiteX102" fmla="*/ 454721 w 5640555"/>
                  <a:gd name="connsiteY102" fmla="*/ 3800165 h 4278408"/>
                  <a:gd name="connsiteX103" fmla="*/ 563973 w 5640555"/>
                  <a:gd name="connsiteY103" fmla="*/ 3782449 h 4278408"/>
                  <a:gd name="connsiteX104" fmla="*/ 679129 w 5640555"/>
                  <a:gd name="connsiteY104" fmla="*/ 3755875 h 4278408"/>
                  <a:gd name="connsiteX105" fmla="*/ 803144 w 5640555"/>
                  <a:gd name="connsiteY105" fmla="*/ 3720442 h 4278408"/>
                  <a:gd name="connsiteX106" fmla="*/ 933063 w 5640555"/>
                  <a:gd name="connsiteY106" fmla="*/ 3685010 h 4278408"/>
                  <a:gd name="connsiteX107" fmla="*/ 1068889 w 5640555"/>
                  <a:gd name="connsiteY107" fmla="*/ 3637767 h 4278408"/>
                  <a:gd name="connsiteX108" fmla="*/ 1210620 w 5640555"/>
                  <a:gd name="connsiteY108" fmla="*/ 3584617 h 4278408"/>
                  <a:gd name="connsiteX109" fmla="*/ 1358257 w 5640555"/>
                  <a:gd name="connsiteY109" fmla="*/ 3525563 h 4278408"/>
                  <a:gd name="connsiteX110" fmla="*/ 1502942 w 5640555"/>
                  <a:gd name="connsiteY110" fmla="*/ 3457649 h 4278408"/>
                  <a:gd name="connsiteX111" fmla="*/ 1653530 w 5640555"/>
                  <a:gd name="connsiteY111" fmla="*/ 3377926 h 4278408"/>
                  <a:gd name="connsiteX112" fmla="*/ 1730302 w 5640555"/>
                  <a:gd name="connsiteY112" fmla="*/ 3336587 h 4278408"/>
                  <a:gd name="connsiteX113" fmla="*/ 1807072 w 5640555"/>
                  <a:gd name="connsiteY113" fmla="*/ 3292296 h 4278408"/>
                  <a:gd name="connsiteX114" fmla="*/ 1880892 w 5640555"/>
                  <a:gd name="connsiteY114" fmla="*/ 3245051 h 4278408"/>
                  <a:gd name="connsiteX115" fmla="*/ 1957663 w 5640555"/>
                  <a:gd name="connsiteY115" fmla="*/ 3197808 h 4278408"/>
                  <a:gd name="connsiteX116" fmla="*/ 2034434 w 5640555"/>
                  <a:gd name="connsiteY116" fmla="*/ 3144659 h 4278408"/>
                  <a:gd name="connsiteX117" fmla="*/ 2108252 w 5640555"/>
                  <a:gd name="connsiteY117" fmla="*/ 3088557 h 4278408"/>
                  <a:gd name="connsiteX118" fmla="*/ 2185022 w 5640555"/>
                  <a:gd name="connsiteY118" fmla="*/ 3032455 h 4278408"/>
                  <a:gd name="connsiteX119" fmla="*/ 2255888 w 5640555"/>
                  <a:gd name="connsiteY119" fmla="*/ 2970449 h 4278408"/>
                  <a:gd name="connsiteX120" fmla="*/ 2329707 w 5640555"/>
                  <a:gd name="connsiteY120" fmla="*/ 2908440 h 4278408"/>
                  <a:gd name="connsiteX121" fmla="*/ 2403525 w 5640555"/>
                  <a:gd name="connsiteY121" fmla="*/ 2840528 h 4278408"/>
                  <a:gd name="connsiteX122" fmla="*/ 2477344 w 5640555"/>
                  <a:gd name="connsiteY122" fmla="*/ 2772615 h 4278408"/>
                  <a:gd name="connsiteX123" fmla="*/ 2548210 w 5640555"/>
                  <a:gd name="connsiteY123" fmla="*/ 2701750 h 4278408"/>
                  <a:gd name="connsiteX124" fmla="*/ 2616121 w 5640555"/>
                  <a:gd name="connsiteY124" fmla="*/ 2624979 h 4278408"/>
                  <a:gd name="connsiteX125" fmla="*/ 2686987 w 5640555"/>
                  <a:gd name="connsiteY125" fmla="*/ 2545255 h 4278408"/>
                  <a:gd name="connsiteX126" fmla="*/ 2754901 w 5640555"/>
                  <a:gd name="connsiteY126" fmla="*/ 2465530 h 4278408"/>
                  <a:gd name="connsiteX127" fmla="*/ 2819860 w 5640555"/>
                  <a:gd name="connsiteY127" fmla="*/ 2376949 h 4278408"/>
                  <a:gd name="connsiteX128" fmla="*/ 2887773 w 5640555"/>
                  <a:gd name="connsiteY128" fmla="*/ 2291321 h 4278408"/>
                  <a:gd name="connsiteX129" fmla="*/ 2949781 w 5640555"/>
                  <a:gd name="connsiteY129" fmla="*/ 2196833 h 4278408"/>
                  <a:gd name="connsiteX130" fmla="*/ 3011788 w 5640555"/>
                  <a:gd name="connsiteY130" fmla="*/ 2102346 h 4278408"/>
                  <a:gd name="connsiteX131" fmla="*/ 3070842 w 5640555"/>
                  <a:gd name="connsiteY131" fmla="*/ 2004905 h 4278408"/>
                  <a:gd name="connsiteX132" fmla="*/ 3126944 w 5640555"/>
                  <a:gd name="connsiteY132" fmla="*/ 1901560 h 4278408"/>
                  <a:gd name="connsiteX133" fmla="*/ 3183045 w 5640555"/>
                  <a:gd name="connsiteY133" fmla="*/ 1795262 h 4278408"/>
                  <a:gd name="connsiteX134" fmla="*/ 3236195 w 5640555"/>
                  <a:gd name="connsiteY134" fmla="*/ 1680104 h 4278408"/>
                  <a:gd name="connsiteX135" fmla="*/ 3286393 w 5640555"/>
                  <a:gd name="connsiteY135" fmla="*/ 1567900 h 4278408"/>
                  <a:gd name="connsiteX136" fmla="*/ 3336587 w 5640555"/>
                  <a:gd name="connsiteY136" fmla="*/ 1449791 h 4278408"/>
                  <a:gd name="connsiteX137" fmla="*/ 3383832 w 5640555"/>
                  <a:gd name="connsiteY137" fmla="*/ 1328729 h 4278408"/>
                  <a:gd name="connsiteX138" fmla="*/ 3428123 w 5640555"/>
                  <a:gd name="connsiteY138" fmla="*/ 1201761 h 4278408"/>
                  <a:gd name="connsiteX139" fmla="*/ 3466508 w 5640555"/>
                  <a:gd name="connsiteY139" fmla="*/ 1071841 h 4278408"/>
                  <a:gd name="connsiteX140" fmla="*/ 3504894 w 5640555"/>
                  <a:gd name="connsiteY140" fmla="*/ 933064 h 4278408"/>
                  <a:gd name="connsiteX141" fmla="*/ 3540327 w 5640555"/>
                  <a:gd name="connsiteY141" fmla="*/ 794284 h 4278408"/>
                  <a:gd name="connsiteX142" fmla="*/ 3558043 w 5640555"/>
                  <a:gd name="connsiteY142" fmla="*/ 726372 h 4278408"/>
                  <a:gd name="connsiteX143" fmla="*/ 3584617 w 5640555"/>
                  <a:gd name="connsiteY143" fmla="*/ 643696 h 4278408"/>
                  <a:gd name="connsiteX144" fmla="*/ 3617098 w 5640555"/>
                  <a:gd name="connsiteY144" fmla="*/ 552161 h 4278408"/>
                  <a:gd name="connsiteX145" fmla="*/ 3661388 w 5640555"/>
                  <a:gd name="connsiteY145" fmla="*/ 454721 h 4278408"/>
                  <a:gd name="connsiteX146" fmla="*/ 3687964 w 5640555"/>
                  <a:gd name="connsiteY146" fmla="*/ 404524 h 4278408"/>
                  <a:gd name="connsiteX147" fmla="*/ 3714537 w 5640555"/>
                  <a:gd name="connsiteY147" fmla="*/ 357280 h 4278408"/>
                  <a:gd name="connsiteX148" fmla="*/ 3744065 w 5640555"/>
                  <a:gd name="connsiteY148" fmla="*/ 307084 h 4278408"/>
                  <a:gd name="connsiteX149" fmla="*/ 3776546 w 5640555"/>
                  <a:gd name="connsiteY149" fmla="*/ 259841 h 4278408"/>
                  <a:gd name="connsiteX150" fmla="*/ 3809024 w 5640555"/>
                  <a:gd name="connsiteY150" fmla="*/ 218502 h 4278408"/>
                  <a:gd name="connsiteX151" fmla="*/ 3850363 w 5640555"/>
                  <a:gd name="connsiteY151" fmla="*/ 177164 h 4278408"/>
                  <a:gd name="connsiteX152" fmla="*/ 3891701 w 5640555"/>
                  <a:gd name="connsiteY152" fmla="*/ 138777 h 4278408"/>
                  <a:gd name="connsiteX153" fmla="*/ 3933039 w 5640555"/>
                  <a:gd name="connsiteY153" fmla="*/ 100393 h 4278408"/>
                  <a:gd name="connsiteX154" fmla="*/ 3977331 w 5640555"/>
                  <a:gd name="connsiteY154" fmla="*/ 70866 h 4278408"/>
                  <a:gd name="connsiteX155" fmla="*/ 4027527 w 5640555"/>
                  <a:gd name="connsiteY155" fmla="*/ 47244 h 4278408"/>
                  <a:gd name="connsiteX156" fmla="*/ 4077724 w 5640555"/>
                  <a:gd name="connsiteY156" fmla="*/ 23622 h 4278408"/>
                  <a:gd name="connsiteX157" fmla="*/ 4130874 w 5640555"/>
                  <a:gd name="connsiteY157" fmla="*/ 11811 h 4278408"/>
                  <a:gd name="connsiteX158" fmla="*/ 4186974 w 5640555"/>
                  <a:gd name="connsiteY158" fmla="*/ 5906 h 4278408"/>
                  <a:gd name="connsiteX159" fmla="*/ 4246029 w 5640555"/>
                  <a:gd name="connsiteY159" fmla="*/ 0 h 427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5640555" h="4278408">
                    <a:moveTo>
                      <a:pt x="4246029" y="0"/>
                    </a:moveTo>
                    <a:lnTo>
                      <a:pt x="4310989" y="8857"/>
                    </a:lnTo>
                    <a:lnTo>
                      <a:pt x="4375949" y="23622"/>
                    </a:lnTo>
                    <a:lnTo>
                      <a:pt x="4446815" y="47244"/>
                    </a:lnTo>
                    <a:lnTo>
                      <a:pt x="4520635" y="79723"/>
                    </a:lnTo>
                    <a:lnTo>
                      <a:pt x="4597405" y="124015"/>
                    </a:lnTo>
                    <a:lnTo>
                      <a:pt x="4674177" y="177164"/>
                    </a:lnTo>
                    <a:lnTo>
                      <a:pt x="4756854" y="242124"/>
                    </a:lnTo>
                    <a:lnTo>
                      <a:pt x="4842482" y="315941"/>
                    </a:lnTo>
                    <a:lnTo>
                      <a:pt x="4934017" y="404524"/>
                    </a:lnTo>
                    <a:lnTo>
                      <a:pt x="5028504" y="504916"/>
                    </a:lnTo>
                    <a:lnTo>
                      <a:pt x="5131848" y="626348"/>
                    </a:lnTo>
                    <a:lnTo>
                      <a:pt x="5131263" y="632975"/>
                    </a:lnTo>
                    <a:lnTo>
                      <a:pt x="5170541" y="674709"/>
                    </a:lnTo>
                    <a:lnTo>
                      <a:pt x="5272472" y="794479"/>
                    </a:lnTo>
                    <a:lnTo>
                      <a:pt x="5343823" y="878571"/>
                    </a:lnTo>
                    <a:lnTo>
                      <a:pt x="5524620" y="905541"/>
                    </a:lnTo>
                    <a:lnTo>
                      <a:pt x="5611815" y="1023629"/>
                    </a:lnTo>
                    <a:lnTo>
                      <a:pt x="5640555" y="1090292"/>
                    </a:lnTo>
                    <a:lnTo>
                      <a:pt x="5626940" y="1120406"/>
                    </a:lnTo>
                    <a:lnTo>
                      <a:pt x="5501373" y="1163468"/>
                    </a:lnTo>
                    <a:lnTo>
                      <a:pt x="5452954" y="1132889"/>
                    </a:lnTo>
                    <a:lnTo>
                      <a:pt x="5407086" y="1097213"/>
                    </a:lnTo>
                    <a:lnTo>
                      <a:pt x="5320445" y="1036054"/>
                    </a:lnTo>
                    <a:lnTo>
                      <a:pt x="5251642" y="974895"/>
                    </a:lnTo>
                    <a:lnTo>
                      <a:pt x="5198128" y="926478"/>
                    </a:lnTo>
                    <a:lnTo>
                      <a:pt x="5152258" y="880609"/>
                    </a:lnTo>
                    <a:lnTo>
                      <a:pt x="5063069" y="796516"/>
                    </a:lnTo>
                    <a:lnTo>
                      <a:pt x="4981525" y="727712"/>
                    </a:lnTo>
                    <a:lnTo>
                      <a:pt x="4899980" y="664006"/>
                    </a:lnTo>
                    <a:lnTo>
                      <a:pt x="4826079" y="613041"/>
                    </a:lnTo>
                    <a:lnTo>
                      <a:pt x="4754728" y="569719"/>
                    </a:lnTo>
                    <a:lnTo>
                      <a:pt x="4685926" y="534043"/>
                    </a:lnTo>
                    <a:lnTo>
                      <a:pt x="4622218" y="508561"/>
                    </a:lnTo>
                    <a:lnTo>
                      <a:pt x="4558511" y="488175"/>
                    </a:lnTo>
                    <a:lnTo>
                      <a:pt x="4499900" y="477981"/>
                    </a:lnTo>
                    <a:lnTo>
                      <a:pt x="4446388" y="470338"/>
                    </a:lnTo>
                    <a:lnTo>
                      <a:pt x="4284127" y="440084"/>
                    </a:lnTo>
                    <a:lnTo>
                      <a:pt x="4225073" y="440084"/>
                    </a:lnTo>
                    <a:lnTo>
                      <a:pt x="4166018" y="451895"/>
                    </a:lnTo>
                    <a:lnTo>
                      <a:pt x="4112869" y="463705"/>
                    </a:lnTo>
                    <a:lnTo>
                      <a:pt x="4062672" y="484373"/>
                    </a:lnTo>
                    <a:lnTo>
                      <a:pt x="4018382" y="507995"/>
                    </a:lnTo>
                    <a:lnTo>
                      <a:pt x="3974090" y="537523"/>
                    </a:lnTo>
                    <a:lnTo>
                      <a:pt x="3929800" y="570003"/>
                    </a:lnTo>
                    <a:lnTo>
                      <a:pt x="3894367" y="608388"/>
                    </a:lnTo>
                    <a:lnTo>
                      <a:pt x="3861885" y="646775"/>
                    </a:lnTo>
                    <a:lnTo>
                      <a:pt x="3826453" y="691065"/>
                    </a:lnTo>
                    <a:lnTo>
                      <a:pt x="3796926" y="735357"/>
                    </a:lnTo>
                    <a:lnTo>
                      <a:pt x="3770351" y="779646"/>
                    </a:lnTo>
                    <a:lnTo>
                      <a:pt x="3743776" y="826891"/>
                    </a:lnTo>
                    <a:lnTo>
                      <a:pt x="3723109" y="874134"/>
                    </a:lnTo>
                    <a:lnTo>
                      <a:pt x="3684722" y="968621"/>
                    </a:lnTo>
                    <a:lnTo>
                      <a:pt x="3655194" y="1057204"/>
                    </a:lnTo>
                    <a:lnTo>
                      <a:pt x="3631573" y="1136928"/>
                    </a:lnTo>
                    <a:lnTo>
                      <a:pt x="3613856" y="1207794"/>
                    </a:lnTo>
                    <a:lnTo>
                      <a:pt x="3578424" y="1346572"/>
                    </a:lnTo>
                    <a:lnTo>
                      <a:pt x="3537085" y="1482397"/>
                    </a:lnTo>
                    <a:lnTo>
                      <a:pt x="3495747" y="1612317"/>
                    </a:lnTo>
                    <a:lnTo>
                      <a:pt x="3451457" y="1736332"/>
                    </a:lnTo>
                    <a:lnTo>
                      <a:pt x="3404213" y="1860347"/>
                    </a:lnTo>
                    <a:lnTo>
                      <a:pt x="3351063" y="1981409"/>
                    </a:lnTo>
                    <a:lnTo>
                      <a:pt x="3297914" y="2093613"/>
                    </a:lnTo>
                    <a:lnTo>
                      <a:pt x="3241812" y="2208769"/>
                    </a:lnTo>
                    <a:lnTo>
                      <a:pt x="3179806" y="2315068"/>
                    </a:lnTo>
                    <a:lnTo>
                      <a:pt x="3120751" y="2418415"/>
                    </a:lnTo>
                    <a:lnTo>
                      <a:pt x="3052837" y="2518807"/>
                    </a:lnTo>
                    <a:lnTo>
                      <a:pt x="2987877" y="2613294"/>
                    </a:lnTo>
                    <a:lnTo>
                      <a:pt x="2919965" y="2707782"/>
                    </a:lnTo>
                    <a:lnTo>
                      <a:pt x="2849100" y="2793409"/>
                    </a:lnTo>
                    <a:lnTo>
                      <a:pt x="2778234" y="2881992"/>
                    </a:lnTo>
                    <a:lnTo>
                      <a:pt x="2704415" y="2964669"/>
                    </a:lnTo>
                    <a:lnTo>
                      <a:pt x="2627644" y="3044393"/>
                    </a:lnTo>
                    <a:lnTo>
                      <a:pt x="2550872" y="3121164"/>
                    </a:lnTo>
                    <a:lnTo>
                      <a:pt x="2471150" y="3194982"/>
                    </a:lnTo>
                    <a:lnTo>
                      <a:pt x="2394379" y="3262895"/>
                    </a:lnTo>
                    <a:lnTo>
                      <a:pt x="2311703" y="3330808"/>
                    </a:lnTo>
                    <a:lnTo>
                      <a:pt x="2229026" y="3395768"/>
                    </a:lnTo>
                    <a:lnTo>
                      <a:pt x="2146350" y="3457776"/>
                    </a:lnTo>
                    <a:lnTo>
                      <a:pt x="2063673" y="3513876"/>
                    </a:lnTo>
                    <a:lnTo>
                      <a:pt x="1980996" y="3569980"/>
                    </a:lnTo>
                    <a:lnTo>
                      <a:pt x="1898321" y="3623129"/>
                    </a:lnTo>
                    <a:lnTo>
                      <a:pt x="1812689" y="3673324"/>
                    </a:lnTo>
                    <a:lnTo>
                      <a:pt x="1730014" y="3723522"/>
                    </a:lnTo>
                    <a:lnTo>
                      <a:pt x="1647337" y="3770765"/>
                    </a:lnTo>
                    <a:lnTo>
                      <a:pt x="1558754" y="3815056"/>
                    </a:lnTo>
                    <a:lnTo>
                      <a:pt x="1393401" y="3894780"/>
                    </a:lnTo>
                    <a:lnTo>
                      <a:pt x="1231003" y="3965646"/>
                    </a:lnTo>
                    <a:lnTo>
                      <a:pt x="1065649" y="4024700"/>
                    </a:lnTo>
                    <a:lnTo>
                      <a:pt x="909153" y="4080802"/>
                    </a:lnTo>
                    <a:lnTo>
                      <a:pt x="755612" y="4128045"/>
                    </a:lnTo>
                    <a:lnTo>
                      <a:pt x="610929" y="4166432"/>
                    </a:lnTo>
                    <a:lnTo>
                      <a:pt x="469197" y="4204817"/>
                    </a:lnTo>
                    <a:lnTo>
                      <a:pt x="339277" y="4231392"/>
                    </a:lnTo>
                    <a:lnTo>
                      <a:pt x="221168" y="4255013"/>
                    </a:lnTo>
                    <a:lnTo>
                      <a:pt x="106010" y="4275681"/>
                    </a:lnTo>
                    <a:lnTo>
                      <a:pt x="83516" y="4278408"/>
                    </a:lnTo>
                    <a:lnTo>
                      <a:pt x="0" y="3859220"/>
                    </a:lnTo>
                    <a:lnTo>
                      <a:pt x="32481" y="3853314"/>
                    </a:lnTo>
                    <a:lnTo>
                      <a:pt x="124015" y="3847409"/>
                    </a:lnTo>
                    <a:lnTo>
                      <a:pt x="265746" y="3832646"/>
                    </a:lnTo>
                    <a:lnTo>
                      <a:pt x="357282" y="3817882"/>
                    </a:lnTo>
                    <a:lnTo>
                      <a:pt x="454721" y="3800165"/>
                    </a:lnTo>
                    <a:lnTo>
                      <a:pt x="563973" y="3782449"/>
                    </a:lnTo>
                    <a:lnTo>
                      <a:pt x="679129" y="3755875"/>
                    </a:lnTo>
                    <a:lnTo>
                      <a:pt x="803144" y="3720442"/>
                    </a:lnTo>
                    <a:lnTo>
                      <a:pt x="933063" y="3685010"/>
                    </a:lnTo>
                    <a:lnTo>
                      <a:pt x="1068889" y="3637767"/>
                    </a:lnTo>
                    <a:lnTo>
                      <a:pt x="1210620" y="3584617"/>
                    </a:lnTo>
                    <a:lnTo>
                      <a:pt x="1358257" y="3525563"/>
                    </a:lnTo>
                    <a:lnTo>
                      <a:pt x="1502942" y="3457649"/>
                    </a:lnTo>
                    <a:lnTo>
                      <a:pt x="1653530" y="3377926"/>
                    </a:lnTo>
                    <a:lnTo>
                      <a:pt x="1730302" y="3336587"/>
                    </a:lnTo>
                    <a:lnTo>
                      <a:pt x="1807072" y="3292296"/>
                    </a:lnTo>
                    <a:lnTo>
                      <a:pt x="1880892" y="3245051"/>
                    </a:lnTo>
                    <a:lnTo>
                      <a:pt x="1957663" y="3197808"/>
                    </a:lnTo>
                    <a:lnTo>
                      <a:pt x="2034434" y="3144659"/>
                    </a:lnTo>
                    <a:lnTo>
                      <a:pt x="2108252" y="3088557"/>
                    </a:lnTo>
                    <a:lnTo>
                      <a:pt x="2185022" y="3032455"/>
                    </a:lnTo>
                    <a:lnTo>
                      <a:pt x="2255888" y="2970449"/>
                    </a:lnTo>
                    <a:lnTo>
                      <a:pt x="2329707" y="2908440"/>
                    </a:lnTo>
                    <a:lnTo>
                      <a:pt x="2403525" y="2840528"/>
                    </a:lnTo>
                    <a:lnTo>
                      <a:pt x="2477344" y="2772615"/>
                    </a:lnTo>
                    <a:lnTo>
                      <a:pt x="2548210" y="2701750"/>
                    </a:lnTo>
                    <a:lnTo>
                      <a:pt x="2616121" y="2624979"/>
                    </a:lnTo>
                    <a:lnTo>
                      <a:pt x="2686987" y="2545255"/>
                    </a:lnTo>
                    <a:lnTo>
                      <a:pt x="2754901" y="2465530"/>
                    </a:lnTo>
                    <a:lnTo>
                      <a:pt x="2819860" y="2376949"/>
                    </a:lnTo>
                    <a:lnTo>
                      <a:pt x="2887773" y="2291321"/>
                    </a:lnTo>
                    <a:lnTo>
                      <a:pt x="2949781" y="2196833"/>
                    </a:lnTo>
                    <a:lnTo>
                      <a:pt x="3011788" y="2102346"/>
                    </a:lnTo>
                    <a:lnTo>
                      <a:pt x="3070842" y="2004905"/>
                    </a:lnTo>
                    <a:lnTo>
                      <a:pt x="3126944" y="1901560"/>
                    </a:lnTo>
                    <a:lnTo>
                      <a:pt x="3183045" y="1795262"/>
                    </a:lnTo>
                    <a:lnTo>
                      <a:pt x="3236195" y="1680104"/>
                    </a:lnTo>
                    <a:lnTo>
                      <a:pt x="3286393" y="1567900"/>
                    </a:lnTo>
                    <a:lnTo>
                      <a:pt x="3336587" y="1449791"/>
                    </a:lnTo>
                    <a:lnTo>
                      <a:pt x="3383832" y="1328729"/>
                    </a:lnTo>
                    <a:lnTo>
                      <a:pt x="3428123" y="1201761"/>
                    </a:lnTo>
                    <a:lnTo>
                      <a:pt x="3466508" y="1071841"/>
                    </a:lnTo>
                    <a:lnTo>
                      <a:pt x="3504894" y="933064"/>
                    </a:lnTo>
                    <a:lnTo>
                      <a:pt x="3540327" y="794284"/>
                    </a:lnTo>
                    <a:lnTo>
                      <a:pt x="3558043" y="726372"/>
                    </a:lnTo>
                    <a:lnTo>
                      <a:pt x="3584617" y="643696"/>
                    </a:lnTo>
                    <a:lnTo>
                      <a:pt x="3617098" y="552161"/>
                    </a:lnTo>
                    <a:lnTo>
                      <a:pt x="3661388" y="454721"/>
                    </a:lnTo>
                    <a:lnTo>
                      <a:pt x="3687964" y="404524"/>
                    </a:lnTo>
                    <a:lnTo>
                      <a:pt x="3714537" y="357280"/>
                    </a:lnTo>
                    <a:lnTo>
                      <a:pt x="3744065" y="307084"/>
                    </a:lnTo>
                    <a:lnTo>
                      <a:pt x="3776546" y="259841"/>
                    </a:lnTo>
                    <a:lnTo>
                      <a:pt x="3809024" y="218502"/>
                    </a:lnTo>
                    <a:lnTo>
                      <a:pt x="3850363" y="177164"/>
                    </a:lnTo>
                    <a:lnTo>
                      <a:pt x="3891701" y="138777"/>
                    </a:lnTo>
                    <a:lnTo>
                      <a:pt x="3933039" y="100393"/>
                    </a:lnTo>
                    <a:lnTo>
                      <a:pt x="3977331" y="70866"/>
                    </a:lnTo>
                    <a:lnTo>
                      <a:pt x="4027527" y="47244"/>
                    </a:lnTo>
                    <a:lnTo>
                      <a:pt x="4077724" y="23622"/>
                    </a:lnTo>
                    <a:lnTo>
                      <a:pt x="4130874" y="11811"/>
                    </a:lnTo>
                    <a:lnTo>
                      <a:pt x="4186974" y="5906"/>
                    </a:lnTo>
                    <a:lnTo>
                      <a:pt x="4246029" y="0"/>
                    </a:lnTo>
                    <a:close/>
                  </a:path>
                </a:pathLst>
              </a:custGeom>
              <a:solidFill>
                <a:srgbClr val="891725"/>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dirty="0">
                  <a:solidFill>
                    <a:prstClr val="black"/>
                  </a:solidFill>
                  <a:latin typeface="Montserrat Light"/>
                </a:endParaRPr>
              </a:p>
            </p:txBody>
          </p:sp>
          <p:sp>
            <p:nvSpPr>
              <p:cNvPr id="13" name="Freeform 12"/>
              <p:cNvSpPr>
                <a:spLocks/>
              </p:cNvSpPr>
              <p:nvPr/>
            </p:nvSpPr>
            <p:spPr bwMode="auto">
              <a:xfrm>
                <a:off x="7248298" y="2200276"/>
                <a:ext cx="944563" cy="2295525"/>
              </a:xfrm>
              <a:custGeom>
                <a:avLst/>
                <a:gdLst>
                  <a:gd name="T0" fmla="*/ 593 w 595"/>
                  <a:gd name="T1" fmla="*/ 81 h 1446"/>
                  <a:gd name="T2" fmla="*/ 589 w 595"/>
                  <a:gd name="T3" fmla="*/ 81 h 1446"/>
                  <a:gd name="T4" fmla="*/ 562 w 595"/>
                  <a:gd name="T5" fmla="*/ 85 h 1446"/>
                  <a:gd name="T6" fmla="*/ 541 w 595"/>
                  <a:gd name="T7" fmla="*/ 90 h 1446"/>
                  <a:gd name="T8" fmla="*/ 515 w 595"/>
                  <a:gd name="T9" fmla="*/ 99 h 1446"/>
                  <a:gd name="T10" fmla="*/ 485 w 595"/>
                  <a:gd name="T11" fmla="*/ 116 h 1446"/>
                  <a:gd name="T12" fmla="*/ 455 w 595"/>
                  <a:gd name="T13" fmla="*/ 139 h 1446"/>
                  <a:gd name="T14" fmla="*/ 421 w 595"/>
                  <a:gd name="T15" fmla="*/ 170 h 1446"/>
                  <a:gd name="T16" fmla="*/ 387 w 595"/>
                  <a:gd name="T17" fmla="*/ 212 h 1446"/>
                  <a:gd name="T18" fmla="*/ 355 w 595"/>
                  <a:gd name="T19" fmla="*/ 264 h 1446"/>
                  <a:gd name="T20" fmla="*/ 322 w 595"/>
                  <a:gd name="T21" fmla="*/ 330 h 1446"/>
                  <a:gd name="T22" fmla="*/ 291 w 595"/>
                  <a:gd name="T23" fmla="*/ 407 h 1446"/>
                  <a:gd name="T24" fmla="*/ 264 w 595"/>
                  <a:gd name="T25" fmla="*/ 501 h 1446"/>
                  <a:gd name="T26" fmla="*/ 240 w 595"/>
                  <a:gd name="T27" fmla="*/ 612 h 1446"/>
                  <a:gd name="T28" fmla="*/ 221 w 595"/>
                  <a:gd name="T29" fmla="*/ 739 h 1446"/>
                  <a:gd name="T30" fmla="*/ 208 w 595"/>
                  <a:gd name="T31" fmla="*/ 886 h 1446"/>
                  <a:gd name="T32" fmla="*/ 205 w 595"/>
                  <a:gd name="T33" fmla="*/ 909 h 1446"/>
                  <a:gd name="T34" fmla="*/ 193 w 595"/>
                  <a:gd name="T35" fmla="*/ 1005 h 1446"/>
                  <a:gd name="T36" fmla="*/ 177 w 595"/>
                  <a:gd name="T37" fmla="*/ 1096 h 1446"/>
                  <a:gd name="T38" fmla="*/ 155 w 595"/>
                  <a:gd name="T39" fmla="*/ 1195 h 1446"/>
                  <a:gd name="T40" fmla="*/ 131 w 595"/>
                  <a:gd name="T41" fmla="*/ 1269 h 1446"/>
                  <a:gd name="T42" fmla="*/ 113 w 595"/>
                  <a:gd name="T43" fmla="*/ 1314 h 1446"/>
                  <a:gd name="T44" fmla="*/ 93 w 595"/>
                  <a:gd name="T45" fmla="*/ 1356 h 1446"/>
                  <a:gd name="T46" fmla="*/ 70 w 595"/>
                  <a:gd name="T47" fmla="*/ 1391 h 1446"/>
                  <a:gd name="T48" fmla="*/ 44 w 595"/>
                  <a:gd name="T49" fmla="*/ 1419 h 1446"/>
                  <a:gd name="T50" fmla="*/ 16 w 595"/>
                  <a:gd name="T51" fmla="*/ 1439 h 1446"/>
                  <a:gd name="T52" fmla="*/ 0 w 595"/>
                  <a:gd name="T53" fmla="*/ 1446 h 1446"/>
                  <a:gd name="T54" fmla="*/ 9 w 595"/>
                  <a:gd name="T55" fmla="*/ 1443 h 1446"/>
                  <a:gd name="T56" fmla="*/ 24 w 595"/>
                  <a:gd name="T57" fmla="*/ 1431 h 1446"/>
                  <a:gd name="T58" fmla="*/ 43 w 595"/>
                  <a:gd name="T59" fmla="*/ 1403 h 1446"/>
                  <a:gd name="T60" fmla="*/ 68 w 595"/>
                  <a:gd name="T61" fmla="*/ 1351 h 1446"/>
                  <a:gd name="T62" fmla="*/ 94 w 595"/>
                  <a:gd name="T63" fmla="*/ 1271 h 1446"/>
                  <a:gd name="T64" fmla="*/ 123 w 595"/>
                  <a:gd name="T65" fmla="*/ 1154 h 1446"/>
                  <a:gd name="T66" fmla="*/ 151 w 595"/>
                  <a:gd name="T67" fmla="*/ 993 h 1446"/>
                  <a:gd name="T68" fmla="*/ 166 w 595"/>
                  <a:gd name="T69" fmla="*/ 895 h 1446"/>
                  <a:gd name="T70" fmla="*/ 183 w 595"/>
                  <a:gd name="T71" fmla="*/ 729 h 1446"/>
                  <a:gd name="T72" fmla="*/ 202 w 595"/>
                  <a:gd name="T73" fmla="*/ 579 h 1446"/>
                  <a:gd name="T74" fmla="*/ 218 w 595"/>
                  <a:gd name="T75" fmla="*/ 481 h 1446"/>
                  <a:gd name="T76" fmla="*/ 235 w 595"/>
                  <a:gd name="T77" fmla="*/ 395 h 1446"/>
                  <a:gd name="T78" fmla="*/ 250 w 595"/>
                  <a:gd name="T79" fmla="*/ 348 h 1446"/>
                  <a:gd name="T80" fmla="*/ 260 w 595"/>
                  <a:gd name="T81" fmla="*/ 325 h 1446"/>
                  <a:gd name="T82" fmla="*/ 264 w 595"/>
                  <a:gd name="T83" fmla="*/ 318 h 1446"/>
                  <a:gd name="T84" fmla="*/ 271 w 595"/>
                  <a:gd name="T85" fmla="*/ 296 h 1446"/>
                  <a:gd name="T86" fmla="*/ 283 w 595"/>
                  <a:gd name="T87" fmla="*/ 260 h 1446"/>
                  <a:gd name="T88" fmla="*/ 307 w 595"/>
                  <a:gd name="T89" fmla="*/ 213 h 1446"/>
                  <a:gd name="T90" fmla="*/ 343 w 595"/>
                  <a:gd name="T91" fmla="*/ 161 h 1446"/>
                  <a:gd name="T92" fmla="*/ 366 w 595"/>
                  <a:gd name="T93" fmla="*/ 134 h 1446"/>
                  <a:gd name="T94" fmla="*/ 393 w 595"/>
                  <a:gd name="T95" fmla="*/ 107 h 1446"/>
                  <a:gd name="T96" fmla="*/ 423 w 595"/>
                  <a:gd name="T97" fmla="*/ 82 h 1446"/>
                  <a:gd name="T98" fmla="*/ 460 w 595"/>
                  <a:gd name="T99" fmla="*/ 57 h 1446"/>
                  <a:gd name="T100" fmla="*/ 499 w 595"/>
                  <a:gd name="T101" fmla="*/ 36 h 1446"/>
                  <a:gd name="T102" fmla="*/ 544 w 595"/>
                  <a:gd name="T103" fmla="*/ 16 h 1446"/>
                  <a:gd name="T104" fmla="*/ 595 w 595"/>
                  <a:gd name="T105" fmla="*/ 0 h 1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5" h="1446">
                    <a:moveTo>
                      <a:pt x="595" y="0"/>
                    </a:moveTo>
                    <a:lnTo>
                      <a:pt x="593" y="81"/>
                    </a:lnTo>
                    <a:lnTo>
                      <a:pt x="593" y="81"/>
                    </a:lnTo>
                    <a:lnTo>
                      <a:pt x="589" y="81"/>
                    </a:lnTo>
                    <a:lnTo>
                      <a:pt x="579" y="82"/>
                    </a:lnTo>
                    <a:lnTo>
                      <a:pt x="562" y="85"/>
                    </a:lnTo>
                    <a:lnTo>
                      <a:pt x="552" y="87"/>
                    </a:lnTo>
                    <a:lnTo>
                      <a:pt x="541" y="90"/>
                    </a:lnTo>
                    <a:lnTo>
                      <a:pt x="528" y="94"/>
                    </a:lnTo>
                    <a:lnTo>
                      <a:pt x="515" y="99"/>
                    </a:lnTo>
                    <a:lnTo>
                      <a:pt x="501" y="107"/>
                    </a:lnTo>
                    <a:lnTo>
                      <a:pt x="485" y="116"/>
                    </a:lnTo>
                    <a:lnTo>
                      <a:pt x="471" y="126"/>
                    </a:lnTo>
                    <a:lnTo>
                      <a:pt x="455" y="139"/>
                    </a:lnTo>
                    <a:lnTo>
                      <a:pt x="438" y="153"/>
                    </a:lnTo>
                    <a:lnTo>
                      <a:pt x="421" y="170"/>
                    </a:lnTo>
                    <a:lnTo>
                      <a:pt x="404" y="190"/>
                    </a:lnTo>
                    <a:lnTo>
                      <a:pt x="387" y="212"/>
                    </a:lnTo>
                    <a:lnTo>
                      <a:pt x="371" y="236"/>
                    </a:lnTo>
                    <a:lnTo>
                      <a:pt x="355" y="264"/>
                    </a:lnTo>
                    <a:lnTo>
                      <a:pt x="338" y="295"/>
                    </a:lnTo>
                    <a:lnTo>
                      <a:pt x="322" y="330"/>
                    </a:lnTo>
                    <a:lnTo>
                      <a:pt x="306" y="367"/>
                    </a:lnTo>
                    <a:lnTo>
                      <a:pt x="291" y="407"/>
                    </a:lnTo>
                    <a:lnTo>
                      <a:pt x="278" y="453"/>
                    </a:lnTo>
                    <a:lnTo>
                      <a:pt x="264" y="501"/>
                    </a:lnTo>
                    <a:lnTo>
                      <a:pt x="252" y="554"/>
                    </a:lnTo>
                    <a:lnTo>
                      <a:pt x="240" y="612"/>
                    </a:lnTo>
                    <a:lnTo>
                      <a:pt x="230" y="673"/>
                    </a:lnTo>
                    <a:lnTo>
                      <a:pt x="221" y="739"/>
                    </a:lnTo>
                    <a:lnTo>
                      <a:pt x="213" y="810"/>
                    </a:lnTo>
                    <a:lnTo>
                      <a:pt x="208" y="886"/>
                    </a:lnTo>
                    <a:lnTo>
                      <a:pt x="208" y="886"/>
                    </a:lnTo>
                    <a:lnTo>
                      <a:pt x="205" y="909"/>
                    </a:lnTo>
                    <a:lnTo>
                      <a:pt x="199" y="966"/>
                    </a:lnTo>
                    <a:lnTo>
                      <a:pt x="193" y="1005"/>
                    </a:lnTo>
                    <a:lnTo>
                      <a:pt x="186" y="1049"/>
                    </a:lnTo>
                    <a:lnTo>
                      <a:pt x="177" y="1096"/>
                    </a:lnTo>
                    <a:lnTo>
                      <a:pt x="167" y="1146"/>
                    </a:lnTo>
                    <a:lnTo>
                      <a:pt x="155" y="1195"/>
                    </a:lnTo>
                    <a:lnTo>
                      <a:pt x="140" y="1245"/>
                    </a:lnTo>
                    <a:lnTo>
                      <a:pt x="131" y="1269"/>
                    </a:lnTo>
                    <a:lnTo>
                      <a:pt x="123" y="1291"/>
                    </a:lnTo>
                    <a:lnTo>
                      <a:pt x="113" y="1314"/>
                    </a:lnTo>
                    <a:lnTo>
                      <a:pt x="104" y="1335"/>
                    </a:lnTo>
                    <a:lnTo>
                      <a:pt x="93" y="1356"/>
                    </a:lnTo>
                    <a:lnTo>
                      <a:pt x="81" y="1374"/>
                    </a:lnTo>
                    <a:lnTo>
                      <a:pt x="70" y="1391"/>
                    </a:lnTo>
                    <a:lnTo>
                      <a:pt x="58" y="1407"/>
                    </a:lnTo>
                    <a:lnTo>
                      <a:pt x="44" y="1419"/>
                    </a:lnTo>
                    <a:lnTo>
                      <a:pt x="30" y="1430"/>
                    </a:lnTo>
                    <a:lnTo>
                      <a:pt x="16" y="1439"/>
                    </a:lnTo>
                    <a:lnTo>
                      <a:pt x="0" y="1446"/>
                    </a:lnTo>
                    <a:lnTo>
                      <a:pt x="0" y="1446"/>
                    </a:lnTo>
                    <a:lnTo>
                      <a:pt x="3" y="1445"/>
                    </a:lnTo>
                    <a:lnTo>
                      <a:pt x="9" y="1443"/>
                    </a:lnTo>
                    <a:lnTo>
                      <a:pt x="16" y="1439"/>
                    </a:lnTo>
                    <a:lnTo>
                      <a:pt x="24" y="1431"/>
                    </a:lnTo>
                    <a:lnTo>
                      <a:pt x="33" y="1419"/>
                    </a:lnTo>
                    <a:lnTo>
                      <a:pt x="43" y="1403"/>
                    </a:lnTo>
                    <a:lnTo>
                      <a:pt x="55" y="1381"/>
                    </a:lnTo>
                    <a:lnTo>
                      <a:pt x="68" y="1351"/>
                    </a:lnTo>
                    <a:lnTo>
                      <a:pt x="80" y="1315"/>
                    </a:lnTo>
                    <a:lnTo>
                      <a:pt x="94" y="1271"/>
                    </a:lnTo>
                    <a:lnTo>
                      <a:pt x="108" y="1217"/>
                    </a:lnTo>
                    <a:lnTo>
                      <a:pt x="123" y="1154"/>
                    </a:lnTo>
                    <a:lnTo>
                      <a:pt x="137" y="1079"/>
                    </a:lnTo>
                    <a:lnTo>
                      <a:pt x="151" y="993"/>
                    </a:lnTo>
                    <a:lnTo>
                      <a:pt x="166" y="895"/>
                    </a:lnTo>
                    <a:lnTo>
                      <a:pt x="166" y="895"/>
                    </a:lnTo>
                    <a:lnTo>
                      <a:pt x="174" y="814"/>
                    </a:lnTo>
                    <a:lnTo>
                      <a:pt x="183" y="729"/>
                    </a:lnTo>
                    <a:lnTo>
                      <a:pt x="195" y="631"/>
                    </a:lnTo>
                    <a:lnTo>
                      <a:pt x="202" y="579"/>
                    </a:lnTo>
                    <a:lnTo>
                      <a:pt x="210" y="529"/>
                    </a:lnTo>
                    <a:lnTo>
                      <a:pt x="218" y="481"/>
                    </a:lnTo>
                    <a:lnTo>
                      <a:pt x="226" y="436"/>
                    </a:lnTo>
                    <a:lnTo>
                      <a:pt x="235" y="395"/>
                    </a:lnTo>
                    <a:lnTo>
                      <a:pt x="245" y="361"/>
                    </a:lnTo>
                    <a:lnTo>
                      <a:pt x="250" y="348"/>
                    </a:lnTo>
                    <a:lnTo>
                      <a:pt x="254" y="335"/>
                    </a:lnTo>
                    <a:lnTo>
                      <a:pt x="260" y="325"/>
                    </a:lnTo>
                    <a:lnTo>
                      <a:pt x="264" y="318"/>
                    </a:lnTo>
                    <a:lnTo>
                      <a:pt x="264" y="318"/>
                    </a:lnTo>
                    <a:lnTo>
                      <a:pt x="266" y="307"/>
                    </a:lnTo>
                    <a:lnTo>
                      <a:pt x="271" y="296"/>
                    </a:lnTo>
                    <a:lnTo>
                      <a:pt x="277" y="279"/>
                    </a:lnTo>
                    <a:lnTo>
                      <a:pt x="283" y="260"/>
                    </a:lnTo>
                    <a:lnTo>
                      <a:pt x="295" y="237"/>
                    </a:lnTo>
                    <a:lnTo>
                      <a:pt x="307" y="213"/>
                    </a:lnTo>
                    <a:lnTo>
                      <a:pt x="323" y="187"/>
                    </a:lnTo>
                    <a:lnTo>
                      <a:pt x="343" y="161"/>
                    </a:lnTo>
                    <a:lnTo>
                      <a:pt x="353" y="148"/>
                    </a:lnTo>
                    <a:lnTo>
                      <a:pt x="366" y="134"/>
                    </a:lnTo>
                    <a:lnTo>
                      <a:pt x="378" y="121"/>
                    </a:lnTo>
                    <a:lnTo>
                      <a:pt x="393" y="107"/>
                    </a:lnTo>
                    <a:lnTo>
                      <a:pt x="408" y="95"/>
                    </a:lnTo>
                    <a:lnTo>
                      <a:pt x="423" y="82"/>
                    </a:lnTo>
                    <a:lnTo>
                      <a:pt x="441" y="70"/>
                    </a:lnTo>
                    <a:lnTo>
                      <a:pt x="460" y="57"/>
                    </a:lnTo>
                    <a:lnTo>
                      <a:pt x="479" y="46"/>
                    </a:lnTo>
                    <a:lnTo>
                      <a:pt x="499" y="36"/>
                    </a:lnTo>
                    <a:lnTo>
                      <a:pt x="522" y="26"/>
                    </a:lnTo>
                    <a:lnTo>
                      <a:pt x="544" y="16"/>
                    </a:lnTo>
                    <a:lnTo>
                      <a:pt x="569" y="8"/>
                    </a:lnTo>
                    <a:lnTo>
                      <a:pt x="595" y="0"/>
                    </a:lnTo>
                    <a:lnTo>
                      <a:pt x="595" y="0"/>
                    </a:lnTo>
                    <a:close/>
                  </a:path>
                </a:pathLst>
              </a:custGeom>
              <a:solidFill>
                <a:srgbClr val="891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 name="Freeform 13"/>
              <p:cNvSpPr>
                <a:spLocks/>
              </p:cNvSpPr>
              <p:nvPr/>
            </p:nvSpPr>
            <p:spPr bwMode="auto">
              <a:xfrm>
                <a:off x="3760560" y="3983038"/>
                <a:ext cx="2593975" cy="2208213"/>
              </a:xfrm>
              <a:custGeom>
                <a:avLst/>
                <a:gdLst>
                  <a:gd name="T0" fmla="*/ 1626 w 1634"/>
                  <a:gd name="T1" fmla="*/ 18 h 1391"/>
                  <a:gd name="T2" fmla="*/ 1590 w 1634"/>
                  <a:gd name="T3" fmla="*/ 11 h 1391"/>
                  <a:gd name="T4" fmla="*/ 1562 w 1634"/>
                  <a:gd name="T5" fmla="*/ 15 h 1391"/>
                  <a:gd name="T6" fmla="*/ 1532 w 1634"/>
                  <a:gd name="T7" fmla="*/ 25 h 1391"/>
                  <a:gd name="T8" fmla="*/ 1498 w 1634"/>
                  <a:gd name="T9" fmla="*/ 48 h 1391"/>
                  <a:gd name="T10" fmla="*/ 1462 w 1634"/>
                  <a:gd name="T11" fmla="*/ 85 h 1391"/>
                  <a:gd name="T12" fmla="*/ 1425 w 1634"/>
                  <a:gd name="T13" fmla="*/ 139 h 1391"/>
                  <a:gd name="T14" fmla="*/ 1387 w 1634"/>
                  <a:gd name="T15" fmla="*/ 215 h 1391"/>
                  <a:gd name="T16" fmla="*/ 1351 w 1634"/>
                  <a:gd name="T17" fmla="*/ 314 h 1391"/>
                  <a:gd name="T18" fmla="*/ 1321 w 1634"/>
                  <a:gd name="T19" fmla="*/ 408 h 1391"/>
                  <a:gd name="T20" fmla="*/ 1256 w 1634"/>
                  <a:gd name="T21" fmla="*/ 578 h 1391"/>
                  <a:gd name="T22" fmla="*/ 1201 w 1634"/>
                  <a:gd name="T23" fmla="*/ 692 h 1391"/>
                  <a:gd name="T24" fmla="*/ 1151 w 1634"/>
                  <a:gd name="T25" fmla="*/ 775 h 1391"/>
                  <a:gd name="T26" fmla="*/ 1120 w 1634"/>
                  <a:gd name="T27" fmla="*/ 812 h 1391"/>
                  <a:gd name="T28" fmla="*/ 1024 w 1634"/>
                  <a:gd name="T29" fmla="*/ 915 h 1391"/>
                  <a:gd name="T30" fmla="*/ 909 w 1634"/>
                  <a:gd name="T31" fmla="*/ 1032 h 1391"/>
                  <a:gd name="T32" fmla="*/ 813 w 1634"/>
                  <a:gd name="T33" fmla="*/ 1114 h 1391"/>
                  <a:gd name="T34" fmla="*/ 727 w 1634"/>
                  <a:gd name="T35" fmla="*/ 1171 h 1391"/>
                  <a:gd name="T36" fmla="*/ 675 w 1634"/>
                  <a:gd name="T37" fmla="*/ 1195 h 1391"/>
                  <a:gd name="T38" fmla="*/ 639 w 1634"/>
                  <a:gd name="T39" fmla="*/ 1207 h 1391"/>
                  <a:gd name="T40" fmla="*/ 376 w 1634"/>
                  <a:gd name="T41" fmla="*/ 1303 h 1391"/>
                  <a:gd name="T42" fmla="*/ 177 w 1634"/>
                  <a:gd name="T43" fmla="*/ 1366 h 1391"/>
                  <a:gd name="T44" fmla="*/ 71 w 1634"/>
                  <a:gd name="T45" fmla="*/ 1390 h 1391"/>
                  <a:gd name="T46" fmla="*/ 0 w 1634"/>
                  <a:gd name="T47" fmla="*/ 1314 h 1391"/>
                  <a:gd name="T48" fmla="*/ 133 w 1634"/>
                  <a:gd name="T49" fmla="*/ 1286 h 1391"/>
                  <a:gd name="T50" fmla="*/ 372 w 1634"/>
                  <a:gd name="T51" fmla="*/ 1227 h 1391"/>
                  <a:gd name="T52" fmla="*/ 529 w 1634"/>
                  <a:gd name="T53" fmla="*/ 1180 h 1391"/>
                  <a:gd name="T54" fmla="*/ 626 w 1634"/>
                  <a:gd name="T55" fmla="*/ 1144 h 1391"/>
                  <a:gd name="T56" fmla="*/ 742 w 1634"/>
                  <a:gd name="T57" fmla="*/ 1066 h 1391"/>
                  <a:gd name="T58" fmla="*/ 855 w 1634"/>
                  <a:gd name="T59" fmla="*/ 982 h 1391"/>
                  <a:gd name="T60" fmla="*/ 975 w 1634"/>
                  <a:gd name="T61" fmla="*/ 882 h 1391"/>
                  <a:gd name="T62" fmla="*/ 1083 w 1634"/>
                  <a:gd name="T63" fmla="*/ 771 h 1391"/>
                  <a:gd name="T64" fmla="*/ 1112 w 1634"/>
                  <a:gd name="T65" fmla="*/ 734 h 1391"/>
                  <a:gd name="T66" fmla="*/ 1159 w 1634"/>
                  <a:gd name="T67" fmla="*/ 658 h 1391"/>
                  <a:gd name="T68" fmla="*/ 1207 w 1634"/>
                  <a:gd name="T69" fmla="*/ 561 h 1391"/>
                  <a:gd name="T70" fmla="*/ 1289 w 1634"/>
                  <a:gd name="T71" fmla="*/ 358 h 1391"/>
                  <a:gd name="T72" fmla="*/ 1322 w 1634"/>
                  <a:gd name="T73" fmla="*/ 261 h 1391"/>
                  <a:gd name="T74" fmla="*/ 1333 w 1634"/>
                  <a:gd name="T75" fmla="*/ 208 h 1391"/>
                  <a:gd name="T76" fmla="*/ 1364 w 1634"/>
                  <a:gd name="T77" fmla="*/ 127 h 1391"/>
                  <a:gd name="T78" fmla="*/ 1389 w 1634"/>
                  <a:gd name="T79" fmla="*/ 85 h 1391"/>
                  <a:gd name="T80" fmla="*/ 1420 w 1634"/>
                  <a:gd name="T81" fmla="*/ 48 h 1391"/>
                  <a:gd name="T82" fmla="*/ 1460 w 1634"/>
                  <a:gd name="T83" fmla="*/ 18 h 1391"/>
                  <a:gd name="T84" fmla="*/ 1507 w 1634"/>
                  <a:gd name="T85" fmla="*/ 2 h 1391"/>
                  <a:gd name="T86" fmla="*/ 1565 w 1634"/>
                  <a:gd name="T87" fmla="*/ 1 h 1391"/>
                  <a:gd name="T88" fmla="*/ 1634 w 1634"/>
                  <a:gd name="T89" fmla="*/ 22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4" h="1391">
                    <a:moveTo>
                      <a:pt x="1634" y="22"/>
                    </a:moveTo>
                    <a:lnTo>
                      <a:pt x="1634" y="22"/>
                    </a:lnTo>
                    <a:lnTo>
                      <a:pt x="1626" y="18"/>
                    </a:lnTo>
                    <a:lnTo>
                      <a:pt x="1617" y="16"/>
                    </a:lnTo>
                    <a:lnTo>
                      <a:pt x="1604" y="13"/>
                    </a:lnTo>
                    <a:lnTo>
                      <a:pt x="1590" y="11"/>
                    </a:lnTo>
                    <a:lnTo>
                      <a:pt x="1582" y="11"/>
                    </a:lnTo>
                    <a:lnTo>
                      <a:pt x="1573" y="13"/>
                    </a:lnTo>
                    <a:lnTo>
                      <a:pt x="1562" y="15"/>
                    </a:lnTo>
                    <a:lnTo>
                      <a:pt x="1553" y="17"/>
                    </a:lnTo>
                    <a:lnTo>
                      <a:pt x="1543" y="21"/>
                    </a:lnTo>
                    <a:lnTo>
                      <a:pt x="1532" y="25"/>
                    </a:lnTo>
                    <a:lnTo>
                      <a:pt x="1521" y="32"/>
                    </a:lnTo>
                    <a:lnTo>
                      <a:pt x="1509" y="39"/>
                    </a:lnTo>
                    <a:lnTo>
                      <a:pt x="1498" y="48"/>
                    </a:lnTo>
                    <a:lnTo>
                      <a:pt x="1486" y="58"/>
                    </a:lnTo>
                    <a:lnTo>
                      <a:pt x="1474" y="70"/>
                    </a:lnTo>
                    <a:lnTo>
                      <a:pt x="1462" y="85"/>
                    </a:lnTo>
                    <a:lnTo>
                      <a:pt x="1450" y="101"/>
                    </a:lnTo>
                    <a:lnTo>
                      <a:pt x="1437" y="119"/>
                    </a:lnTo>
                    <a:lnTo>
                      <a:pt x="1425" y="139"/>
                    </a:lnTo>
                    <a:lnTo>
                      <a:pt x="1412" y="162"/>
                    </a:lnTo>
                    <a:lnTo>
                      <a:pt x="1400" y="186"/>
                    </a:lnTo>
                    <a:lnTo>
                      <a:pt x="1387" y="215"/>
                    </a:lnTo>
                    <a:lnTo>
                      <a:pt x="1375" y="245"/>
                    </a:lnTo>
                    <a:lnTo>
                      <a:pt x="1363" y="278"/>
                    </a:lnTo>
                    <a:lnTo>
                      <a:pt x="1351" y="314"/>
                    </a:lnTo>
                    <a:lnTo>
                      <a:pt x="1340" y="352"/>
                    </a:lnTo>
                    <a:lnTo>
                      <a:pt x="1340" y="352"/>
                    </a:lnTo>
                    <a:lnTo>
                      <a:pt x="1321" y="408"/>
                    </a:lnTo>
                    <a:lnTo>
                      <a:pt x="1299" y="468"/>
                    </a:lnTo>
                    <a:lnTo>
                      <a:pt x="1272" y="540"/>
                    </a:lnTo>
                    <a:lnTo>
                      <a:pt x="1256" y="578"/>
                    </a:lnTo>
                    <a:lnTo>
                      <a:pt x="1238" y="617"/>
                    </a:lnTo>
                    <a:lnTo>
                      <a:pt x="1220" y="655"/>
                    </a:lnTo>
                    <a:lnTo>
                      <a:pt x="1201" y="692"/>
                    </a:lnTo>
                    <a:lnTo>
                      <a:pt x="1182" y="727"/>
                    </a:lnTo>
                    <a:lnTo>
                      <a:pt x="1162" y="760"/>
                    </a:lnTo>
                    <a:lnTo>
                      <a:pt x="1151" y="775"/>
                    </a:lnTo>
                    <a:lnTo>
                      <a:pt x="1140" y="788"/>
                    </a:lnTo>
                    <a:lnTo>
                      <a:pt x="1130" y="801"/>
                    </a:lnTo>
                    <a:lnTo>
                      <a:pt x="1120" y="812"/>
                    </a:lnTo>
                    <a:lnTo>
                      <a:pt x="1120" y="812"/>
                    </a:lnTo>
                    <a:lnTo>
                      <a:pt x="1075" y="859"/>
                    </a:lnTo>
                    <a:lnTo>
                      <a:pt x="1024" y="915"/>
                    </a:lnTo>
                    <a:lnTo>
                      <a:pt x="969" y="973"/>
                    </a:lnTo>
                    <a:lnTo>
                      <a:pt x="939" y="1003"/>
                    </a:lnTo>
                    <a:lnTo>
                      <a:pt x="909" y="1032"/>
                    </a:lnTo>
                    <a:lnTo>
                      <a:pt x="877" y="1061"/>
                    </a:lnTo>
                    <a:lnTo>
                      <a:pt x="846" y="1088"/>
                    </a:lnTo>
                    <a:lnTo>
                      <a:pt x="813" y="1114"/>
                    </a:lnTo>
                    <a:lnTo>
                      <a:pt x="779" y="1139"/>
                    </a:lnTo>
                    <a:lnTo>
                      <a:pt x="745" y="1161"/>
                    </a:lnTo>
                    <a:lnTo>
                      <a:pt x="727" y="1171"/>
                    </a:lnTo>
                    <a:lnTo>
                      <a:pt x="710" y="1180"/>
                    </a:lnTo>
                    <a:lnTo>
                      <a:pt x="692" y="1188"/>
                    </a:lnTo>
                    <a:lnTo>
                      <a:pt x="675" y="1195"/>
                    </a:lnTo>
                    <a:lnTo>
                      <a:pt x="657" y="1201"/>
                    </a:lnTo>
                    <a:lnTo>
                      <a:pt x="639" y="1207"/>
                    </a:lnTo>
                    <a:lnTo>
                      <a:pt x="639" y="1207"/>
                    </a:lnTo>
                    <a:lnTo>
                      <a:pt x="559" y="1237"/>
                    </a:lnTo>
                    <a:lnTo>
                      <a:pt x="474" y="1268"/>
                    </a:lnTo>
                    <a:lnTo>
                      <a:pt x="376" y="1303"/>
                    </a:lnTo>
                    <a:lnTo>
                      <a:pt x="273" y="1337"/>
                    </a:lnTo>
                    <a:lnTo>
                      <a:pt x="223" y="1353"/>
                    </a:lnTo>
                    <a:lnTo>
                      <a:pt x="177" y="1366"/>
                    </a:lnTo>
                    <a:lnTo>
                      <a:pt x="135" y="1377"/>
                    </a:lnTo>
                    <a:lnTo>
                      <a:pt x="99" y="1385"/>
                    </a:lnTo>
                    <a:lnTo>
                      <a:pt x="71" y="1390"/>
                    </a:lnTo>
                    <a:lnTo>
                      <a:pt x="60" y="1391"/>
                    </a:lnTo>
                    <a:lnTo>
                      <a:pt x="51" y="1391"/>
                    </a:lnTo>
                    <a:lnTo>
                      <a:pt x="0" y="1314"/>
                    </a:lnTo>
                    <a:lnTo>
                      <a:pt x="0" y="1314"/>
                    </a:lnTo>
                    <a:lnTo>
                      <a:pt x="63" y="1302"/>
                    </a:lnTo>
                    <a:lnTo>
                      <a:pt x="133" y="1286"/>
                    </a:lnTo>
                    <a:lnTo>
                      <a:pt x="221" y="1266"/>
                    </a:lnTo>
                    <a:lnTo>
                      <a:pt x="321" y="1241"/>
                    </a:lnTo>
                    <a:lnTo>
                      <a:pt x="372" y="1227"/>
                    </a:lnTo>
                    <a:lnTo>
                      <a:pt x="426" y="1212"/>
                    </a:lnTo>
                    <a:lnTo>
                      <a:pt x="477" y="1196"/>
                    </a:lnTo>
                    <a:lnTo>
                      <a:pt x="529" y="1180"/>
                    </a:lnTo>
                    <a:lnTo>
                      <a:pt x="579" y="1162"/>
                    </a:lnTo>
                    <a:lnTo>
                      <a:pt x="626" y="1144"/>
                    </a:lnTo>
                    <a:lnTo>
                      <a:pt x="626" y="1144"/>
                    </a:lnTo>
                    <a:lnTo>
                      <a:pt x="641" y="1135"/>
                    </a:lnTo>
                    <a:lnTo>
                      <a:pt x="682" y="1108"/>
                    </a:lnTo>
                    <a:lnTo>
                      <a:pt x="742" y="1066"/>
                    </a:lnTo>
                    <a:lnTo>
                      <a:pt x="777" y="1041"/>
                    </a:lnTo>
                    <a:lnTo>
                      <a:pt x="815" y="1013"/>
                    </a:lnTo>
                    <a:lnTo>
                      <a:pt x="855" y="982"/>
                    </a:lnTo>
                    <a:lnTo>
                      <a:pt x="894" y="951"/>
                    </a:lnTo>
                    <a:lnTo>
                      <a:pt x="935" y="917"/>
                    </a:lnTo>
                    <a:lnTo>
                      <a:pt x="975" y="882"/>
                    </a:lnTo>
                    <a:lnTo>
                      <a:pt x="1014" y="846"/>
                    </a:lnTo>
                    <a:lnTo>
                      <a:pt x="1050" y="808"/>
                    </a:lnTo>
                    <a:lnTo>
                      <a:pt x="1083" y="771"/>
                    </a:lnTo>
                    <a:lnTo>
                      <a:pt x="1098" y="753"/>
                    </a:lnTo>
                    <a:lnTo>
                      <a:pt x="1112" y="734"/>
                    </a:lnTo>
                    <a:lnTo>
                      <a:pt x="1112" y="734"/>
                    </a:lnTo>
                    <a:lnTo>
                      <a:pt x="1128" y="713"/>
                    </a:lnTo>
                    <a:lnTo>
                      <a:pt x="1142" y="687"/>
                    </a:lnTo>
                    <a:lnTo>
                      <a:pt x="1159" y="658"/>
                    </a:lnTo>
                    <a:lnTo>
                      <a:pt x="1175" y="628"/>
                    </a:lnTo>
                    <a:lnTo>
                      <a:pt x="1191" y="595"/>
                    </a:lnTo>
                    <a:lnTo>
                      <a:pt x="1207" y="561"/>
                    </a:lnTo>
                    <a:lnTo>
                      <a:pt x="1237" y="491"/>
                    </a:lnTo>
                    <a:lnTo>
                      <a:pt x="1266" y="422"/>
                    </a:lnTo>
                    <a:lnTo>
                      <a:pt x="1289" y="358"/>
                    </a:lnTo>
                    <a:lnTo>
                      <a:pt x="1308" y="303"/>
                    </a:lnTo>
                    <a:lnTo>
                      <a:pt x="1322" y="261"/>
                    </a:lnTo>
                    <a:lnTo>
                      <a:pt x="1322" y="261"/>
                    </a:lnTo>
                    <a:lnTo>
                      <a:pt x="1324" y="246"/>
                    </a:lnTo>
                    <a:lnTo>
                      <a:pt x="1328" y="229"/>
                    </a:lnTo>
                    <a:lnTo>
                      <a:pt x="1333" y="208"/>
                    </a:lnTo>
                    <a:lnTo>
                      <a:pt x="1341" y="183"/>
                    </a:lnTo>
                    <a:lnTo>
                      <a:pt x="1351" y="155"/>
                    </a:lnTo>
                    <a:lnTo>
                      <a:pt x="1364" y="127"/>
                    </a:lnTo>
                    <a:lnTo>
                      <a:pt x="1372" y="113"/>
                    </a:lnTo>
                    <a:lnTo>
                      <a:pt x="1380" y="100"/>
                    </a:lnTo>
                    <a:lnTo>
                      <a:pt x="1389" y="85"/>
                    </a:lnTo>
                    <a:lnTo>
                      <a:pt x="1398" y="72"/>
                    </a:lnTo>
                    <a:lnTo>
                      <a:pt x="1409" y="60"/>
                    </a:lnTo>
                    <a:lnTo>
                      <a:pt x="1420" y="48"/>
                    </a:lnTo>
                    <a:lnTo>
                      <a:pt x="1433" y="37"/>
                    </a:lnTo>
                    <a:lnTo>
                      <a:pt x="1445" y="27"/>
                    </a:lnTo>
                    <a:lnTo>
                      <a:pt x="1460" y="18"/>
                    </a:lnTo>
                    <a:lnTo>
                      <a:pt x="1474" y="11"/>
                    </a:lnTo>
                    <a:lnTo>
                      <a:pt x="1490" y="6"/>
                    </a:lnTo>
                    <a:lnTo>
                      <a:pt x="1507" y="2"/>
                    </a:lnTo>
                    <a:lnTo>
                      <a:pt x="1525" y="0"/>
                    </a:lnTo>
                    <a:lnTo>
                      <a:pt x="1544" y="0"/>
                    </a:lnTo>
                    <a:lnTo>
                      <a:pt x="1565" y="1"/>
                    </a:lnTo>
                    <a:lnTo>
                      <a:pt x="1586" y="6"/>
                    </a:lnTo>
                    <a:lnTo>
                      <a:pt x="1609" y="13"/>
                    </a:lnTo>
                    <a:lnTo>
                      <a:pt x="1634" y="22"/>
                    </a:lnTo>
                    <a:lnTo>
                      <a:pt x="1634" y="22"/>
                    </a:lnTo>
                    <a:close/>
                  </a:path>
                </a:pathLst>
              </a:custGeom>
              <a:solidFill>
                <a:srgbClr val="891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 name="Freeform 14"/>
              <p:cNvSpPr>
                <a:spLocks/>
              </p:cNvSpPr>
              <p:nvPr/>
            </p:nvSpPr>
            <p:spPr bwMode="auto">
              <a:xfrm>
                <a:off x="8377010" y="1873251"/>
                <a:ext cx="482600" cy="620713"/>
              </a:xfrm>
              <a:custGeom>
                <a:avLst/>
                <a:gdLst>
                  <a:gd name="T0" fmla="*/ 290 w 304"/>
                  <a:gd name="T1" fmla="*/ 0 h 391"/>
                  <a:gd name="T2" fmla="*/ 304 w 304"/>
                  <a:gd name="T3" fmla="*/ 67 h 391"/>
                  <a:gd name="T4" fmla="*/ 16 w 304"/>
                  <a:gd name="T5" fmla="*/ 391 h 391"/>
                  <a:gd name="T6" fmla="*/ 0 w 304"/>
                  <a:gd name="T7" fmla="*/ 305 h 391"/>
                  <a:gd name="T8" fmla="*/ 290 w 304"/>
                  <a:gd name="T9" fmla="*/ 0 h 391"/>
                </a:gdLst>
                <a:ahLst/>
                <a:cxnLst>
                  <a:cxn ang="0">
                    <a:pos x="T0" y="T1"/>
                  </a:cxn>
                  <a:cxn ang="0">
                    <a:pos x="T2" y="T3"/>
                  </a:cxn>
                  <a:cxn ang="0">
                    <a:pos x="T4" y="T5"/>
                  </a:cxn>
                  <a:cxn ang="0">
                    <a:pos x="T6" y="T7"/>
                  </a:cxn>
                  <a:cxn ang="0">
                    <a:pos x="T8" y="T9"/>
                  </a:cxn>
                </a:cxnLst>
                <a:rect l="0" t="0" r="r" b="b"/>
                <a:pathLst>
                  <a:path w="304" h="391">
                    <a:moveTo>
                      <a:pt x="290" y="0"/>
                    </a:moveTo>
                    <a:lnTo>
                      <a:pt x="304" y="67"/>
                    </a:lnTo>
                    <a:lnTo>
                      <a:pt x="16" y="391"/>
                    </a:lnTo>
                    <a:lnTo>
                      <a:pt x="0" y="305"/>
                    </a:lnTo>
                    <a:lnTo>
                      <a:pt x="290" y="0"/>
                    </a:lnTo>
                    <a:close/>
                  </a:path>
                </a:pathLst>
              </a:custGeom>
              <a:solidFill>
                <a:srgbClr val="A81E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 name="Freeform 15"/>
              <p:cNvSpPr>
                <a:spLocks/>
              </p:cNvSpPr>
              <p:nvPr/>
            </p:nvSpPr>
            <p:spPr bwMode="auto">
              <a:xfrm>
                <a:off x="8189685" y="2200276"/>
                <a:ext cx="212725" cy="293688"/>
              </a:xfrm>
              <a:custGeom>
                <a:avLst/>
                <a:gdLst>
                  <a:gd name="T0" fmla="*/ 134 w 134"/>
                  <a:gd name="T1" fmla="*/ 185 h 185"/>
                  <a:gd name="T2" fmla="*/ 0 w 134"/>
                  <a:gd name="T3" fmla="*/ 81 h 185"/>
                  <a:gd name="T4" fmla="*/ 2 w 134"/>
                  <a:gd name="T5" fmla="*/ 0 h 185"/>
                  <a:gd name="T6" fmla="*/ 118 w 134"/>
                  <a:gd name="T7" fmla="*/ 99 h 185"/>
                  <a:gd name="T8" fmla="*/ 134 w 134"/>
                  <a:gd name="T9" fmla="*/ 185 h 185"/>
                </a:gdLst>
                <a:ahLst/>
                <a:cxnLst>
                  <a:cxn ang="0">
                    <a:pos x="T0" y="T1"/>
                  </a:cxn>
                  <a:cxn ang="0">
                    <a:pos x="T2" y="T3"/>
                  </a:cxn>
                  <a:cxn ang="0">
                    <a:pos x="T4" y="T5"/>
                  </a:cxn>
                  <a:cxn ang="0">
                    <a:pos x="T6" y="T7"/>
                  </a:cxn>
                  <a:cxn ang="0">
                    <a:pos x="T8" y="T9"/>
                  </a:cxn>
                </a:cxnLst>
                <a:rect l="0" t="0" r="r" b="b"/>
                <a:pathLst>
                  <a:path w="134" h="185">
                    <a:moveTo>
                      <a:pt x="134" y="185"/>
                    </a:moveTo>
                    <a:lnTo>
                      <a:pt x="0" y="81"/>
                    </a:lnTo>
                    <a:lnTo>
                      <a:pt x="2" y="0"/>
                    </a:lnTo>
                    <a:lnTo>
                      <a:pt x="118" y="99"/>
                    </a:lnTo>
                    <a:lnTo>
                      <a:pt x="134" y="185"/>
                    </a:lnTo>
                    <a:close/>
                  </a:path>
                </a:pathLst>
              </a:custGeom>
              <a:solidFill>
                <a:srgbClr val="891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7" name="Freeform 16"/>
              <p:cNvSpPr>
                <a:spLocks/>
              </p:cNvSpPr>
              <p:nvPr/>
            </p:nvSpPr>
            <p:spPr bwMode="auto">
              <a:xfrm>
                <a:off x="7765823" y="1839913"/>
                <a:ext cx="200025" cy="192088"/>
              </a:xfrm>
              <a:custGeom>
                <a:avLst/>
                <a:gdLst>
                  <a:gd name="T0" fmla="*/ 0 w 126"/>
                  <a:gd name="T1" fmla="*/ 0 h 121"/>
                  <a:gd name="T2" fmla="*/ 15 w 126"/>
                  <a:gd name="T3" fmla="*/ 72 h 121"/>
                  <a:gd name="T4" fmla="*/ 79 w 126"/>
                  <a:gd name="T5" fmla="*/ 121 h 121"/>
                  <a:gd name="T6" fmla="*/ 126 w 126"/>
                  <a:gd name="T7" fmla="*/ 105 h 121"/>
                  <a:gd name="T8" fmla="*/ 0 w 126"/>
                  <a:gd name="T9" fmla="*/ 0 h 121"/>
                </a:gdLst>
                <a:ahLst/>
                <a:cxnLst>
                  <a:cxn ang="0">
                    <a:pos x="T0" y="T1"/>
                  </a:cxn>
                  <a:cxn ang="0">
                    <a:pos x="T2" y="T3"/>
                  </a:cxn>
                  <a:cxn ang="0">
                    <a:pos x="T4" y="T5"/>
                  </a:cxn>
                  <a:cxn ang="0">
                    <a:pos x="T6" y="T7"/>
                  </a:cxn>
                  <a:cxn ang="0">
                    <a:pos x="T8" y="T9"/>
                  </a:cxn>
                </a:cxnLst>
                <a:rect l="0" t="0" r="r" b="b"/>
                <a:pathLst>
                  <a:path w="126" h="121">
                    <a:moveTo>
                      <a:pt x="0" y="0"/>
                    </a:moveTo>
                    <a:lnTo>
                      <a:pt x="15" y="72"/>
                    </a:lnTo>
                    <a:lnTo>
                      <a:pt x="79" y="121"/>
                    </a:lnTo>
                    <a:lnTo>
                      <a:pt x="126" y="105"/>
                    </a:lnTo>
                    <a:lnTo>
                      <a:pt x="0" y="0"/>
                    </a:lnTo>
                    <a:close/>
                  </a:path>
                </a:pathLst>
              </a:custGeom>
              <a:solidFill>
                <a:srgbClr val="AA20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8" name="Freeform 17"/>
              <p:cNvSpPr>
                <a:spLocks/>
              </p:cNvSpPr>
              <p:nvPr/>
            </p:nvSpPr>
            <p:spPr bwMode="auto">
              <a:xfrm rot="331136">
                <a:off x="-2395625" y="1331830"/>
                <a:ext cx="10879987" cy="7865691"/>
              </a:xfrm>
              <a:custGeom>
                <a:avLst/>
                <a:gdLst>
                  <a:gd name="connsiteX0" fmla="*/ 9810185 w 10879987"/>
                  <a:gd name="connsiteY0" fmla="*/ 69874 h 7865691"/>
                  <a:gd name="connsiteX1" fmla="*/ 10879987 w 10879987"/>
                  <a:gd name="connsiteY1" fmla="*/ 0 h 7865691"/>
                  <a:gd name="connsiteX2" fmla="*/ 10468312 w 10879987"/>
                  <a:gd name="connsiteY2" fmla="*/ 526219 h 7865691"/>
                  <a:gd name="connsiteX3" fmla="*/ 10269901 w 10879987"/>
                  <a:gd name="connsiteY3" fmla="*/ 387496 h 7865691"/>
                  <a:gd name="connsiteX4" fmla="*/ 10211688 w 10879987"/>
                  <a:gd name="connsiteY4" fmla="*/ 412259 h 7865691"/>
                  <a:gd name="connsiteX5" fmla="*/ 10158520 w 10879987"/>
                  <a:gd name="connsiteY5" fmla="*/ 439725 h 7865691"/>
                  <a:gd name="connsiteX6" fmla="*/ 10110398 w 10879987"/>
                  <a:gd name="connsiteY6" fmla="*/ 469893 h 7865691"/>
                  <a:gd name="connsiteX7" fmla="*/ 10067170 w 10879987"/>
                  <a:gd name="connsiteY7" fmla="*/ 501183 h 7865691"/>
                  <a:gd name="connsiteX8" fmla="*/ 10027254 w 10879987"/>
                  <a:gd name="connsiteY8" fmla="*/ 533748 h 7865691"/>
                  <a:gd name="connsiteX9" fmla="*/ 9990652 w 10879987"/>
                  <a:gd name="connsiteY9" fmla="*/ 567587 h 7865691"/>
                  <a:gd name="connsiteX10" fmla="*/ 9957209 w 10879987"/>
                  <a:gd name="connsiteY10" fmla="*/ 601122 h 7865691"/>
                  <a:gd name="connsiteX11" fmla="*/ 9930240 w 10879987"/>
                  <a:gd name="connsiteY11" fmla="*/ 635625 h 7865691"/>
                  <a:gd name="connsiteX12" fmla="*/ 9905004 w 10879987"/>
                  <a:gd name="connsiteY12" fmla="*/ 671556 h 7865691"/>
                  <a:gd name="connsiteX13" fmla="*/ 9882928 w 10879987"/>
                  <a:gd name="connsiteY13" fmla="*/ 707182 h 7865691"/>
                  <a:gd name="connsiteX14" fmla="*/ 9862279 w 10879987"/>
                  <a:gd name="connsiteY14" fmla="*/ 741075 h 7865691"/>
                  <a:gd name="connsiteX15" fmla="*/ 9846676 w 10879987"/>
                  <a:gd name="connsiteY15" fmla="*/ 777670 h 7865691"/>
                  <a:gd name="connsiteX16" fmla="*/ 9832348 w 10879987"/>
                  <a:gd name="connsiteY16" fmla="*/ 810953 h 7865691"/>
                  <a:gd name="connsiteX17" fmla="*/ 9821333 w 10879987"/>
                  <a:gd name="connsiteY17" fmla="*/ 845510 h 7865691"/>
                  <a:gd name="connsiteX18" fmla="*/ 9811593 w 10879987"/>
                  <a:gd name="connsiteY18" fmla="*/ 876754 h 7865691"/>
                  <a:gd name="connsiteX19" fmla="*/ 9803280 w 10879987"/>
                  <a:gd name="connsiteY19" fmla="*/ 906265 h 7865691"/>
                  <a:gd name="connsiteX20" fmla="*/ 9786754 w 10879987"/>
                  <a:gd name="connsiteY20" fmla="*/ 982822 h 7865691"/>
                  <a:gd name="connsiteX21" fmla="*/ 9773999 w 10879987"/>
                  <a:gd name="connsiteY21" fmla="*/ 1065394 h 7865691"/>
                  <a:gd name="connsiteX22" fmla="*/ 9761854 w 10879987"/>
                  <a:gd name="connsiteY22" fmla="*/ 1154286 h 7865691"/>
                  <a:gd name="connsiteX23" fmla="*/ 9753328 w 10879987"/>
                  <a:gd name="connsiteY23" fmla="*/ 1247614 h 7865691"/>
                  <a:gd name="connsiteX24" fmla="*/ 9746687 w 10879987"/>
                  <a:gd name="connsiteY24" fmla="*/ 1343949 h 7865691"/>
                  <a:gd name="connsiteX25" fmla="*/ 9740199 w 10879987"/>
                  <a:gd name="connsiteY25" fmla="*/ 1441865 h 7865691"/>
                  <a:gd name="connsiteX26" fmla="*/ 9737176 w 10879987"/>
                  <a:gd name="connsiteY26" fmla="*/ 1542635 h 7865691"/>
                  <a:gd name="connsiteX27" fmla="*/ 9732574 w 10879987"/>
                  <a:gd name="connsiteY27" fmla="*/ 1643558 h 7865691"/>
                  <a:gd name="connsiteX28" fmla="*/ 9727956 w 10879987"/>
                  <a:gd name="connsiteY28" fmla="*/ 1843366 h 7865691"/>
                  <a:gd name="connsiteX29" fmla="*/ 9725736 w 10879987"/>
                  <a:gd name="connsiteY29" fmla="*/ 2034968 h 7865691"/>
                  <a:gd name="connsiteX30" fmla="*/ 9721836 w 10879987"/>
                  <a:gd name="connsiteY30" fmla="*/ 2209188 h 7865691"/>
                  <a:gd name="connsiteX31" fmla="*/ 9717226 w 10879987"/>
                  <a:gd name="connsiteY31" fmla="*/ 2359553 h 7865691"/>
                  <a:gd name="connsiteX32" fmla="*/ 9714570 w 10879987"/>
                  <a:gd name="connsiteY32" fmla="*/ 2398087 h 7865691"/>
                  <a:gd name="connsiteX33" fmla="*/ 9711761 w 10879987"/>
                  <a:gd name="connsiteY33" fmla="*/ 2435041 h 7865691"/>
                  <a:gd name="connsiteX34" fmla="*/ 9706913 w 10879987"/>
                  <a:gd name="connsiteY34" fmla="*/ 2467407 h 7865691"/>
                  <a:gd name="connsiteX35" fmla="*/ 9702066 w 10879987"/>
                  <a:gd name="connsiteY35" fmla="*/ 2499774 h 7865691"/>
                  <a:gd name="connsiteX36" fmla="*/ 9695334 w 10879987"/>
                  <a:gd name="connsiteY36" fmla="*/ 2529132 h 7865691"/>
                  <a:gd name="connsiteX37" fmla="*/ 9688448 w 10879987"/>
                  <a:gd name="connsiteY37" fmla="*/ 2556911 h 7865691"/>
                  <a:gd name="connsiteX38" fmla="*/ 9681563 w 10879987"/>
                  <a:gd name="connsiteY38" fmla="*/ 2584689 h 7865691"/>
                  <a:gd name="connsiteX39" fmla="*/ 9672792 w 10879987"/>
                  <a:gd name="connsiteY39" fmla="*/ 2609460 h 7865691"/>
                  <a:gd name="connsiteX40" fmla="*/ 9663716 w 10879987"/>
                  <a:gd name="connsiteY40" fmla="*/ 2631071 h 7865691"/>
                  <a:gd name="connsiteX41" fmla="*/ 9653060 w 10879987"/>
                  <a:gd name="connsiteY41" fmla="*/ 2652834 h 7865691"/>
                  <a:gd name="connsiteX42" fmla="*/ 9642098 w 10879987"/>
                  <a:gd name="connsiteY42" fmla="*/ 2671437 h 7865691"/>
                  <a:gd name="connsiteX43" fmla="*/ 9629403 w 10879987"/>
                  <a:gd name="connsiteY43" fmla="*/ 2688612 h 7865691"/>
                  <a:gd name="connsiteX44" fmla="*/ 9618136 w 10879987"/>
                  <a:gd name="connsiteY44" fmla="*/ 2704055 h 7865691"/>
                  <a:gd name="connsiteX45" fmla="*/ 9605289 w 10879987"/>
                  <a:gd name="connsiteY45" fmla="*/ 2719650 h 7865691"/>
                  <a:gd name="connsiteX46" fmla="*/ 9592137 w 10879987"/>
                  <a:gd name="connsiteY46" fmla="*/ 2732085 h 7865691"/>
                  <a:gd name="connsiteX47" fmla="*/ 9578984 w 10879987"/>
                  <a:gd name="connsiteY47" fmla="*/ 2744521 h 7865691"/>
                  <a:gd name="connsiteX48" fmla="*/ 9564099 w 10879987"/>
                  <a:gd name="connsiteY48" fmla="*/ 2755528 h 7865691"/>
                  <a:gd name="connsiteX49" fmla="*/ 9548908 w 10879987"/>
                  <a:gd name="connsiteY49" fmla="*/ 2763376 h 7865691"/>
                  <a:gd name="connsiteX50" fmla="*/ 9535450 w 10879987"/>
                  <a:gd name="connsiteY50" fmla="*/ 2772650 h 7865691"/>
                  <a:gd name="connsiteX51" fmla="*/ 9519954 w 10879987"/>
                  <a:gd name="connsiteY51" fmla="*/ 2777337 h 7865691"/>
                  <a:gd name="connsiteX52" fmla="*/ 9501298 w 10879987"/>
                  <a:gd name="connsiteY52" fmla="*/ 2782330 h 7865691"/>
                  <a:gd name="connsiteX53" fmla="*/ 9485802 w 10879987"/>
                  <a:gd name="connsiteY53" fmla="*/ 2787017 h 7865691"/>
                  <a:gd name="connsiteX54" fmla="*/ 9470153 w 10879987"/>
                  <a:gd name="connsiteY54" fmla="*/ 2790124 h 7865691"/>
                  <a:gd name="connsiteX55" fmla="*/ 9452771 w 10879987"/>
                  <a:gd name="connsiteY55" fmla="*/ 2791803 h 7865691"/>
                  <a:gd name="connsiteX56" fmla="*/ 9417703 w 10879987"/>
                  <a:gd name="connsiteY56" fmla="*/ 2792002 h 7865691"/>
                  <a:gd name="connsiteX57" fmla="*/ 9384062 w 10879987"/>
                  <a:gd name="connsiteY57" fmla="*/ 2790468 h 7865691"/>
                  <a:gd name="connsiteX58" fmla="*/ 9348383 w 10879987"/>
                  <a:gd name="connsiteY58" fmla="*/ 2784346 h 7865691"/>
                  <a:gd name="connsiteX59" fmla="*/ 9312398 w 10879987"/>
                  <a:gd name="connsiteY59" fmla="*/ 2775063 h 7865691"/>
                  <a:gd name="connsiteX60" fmla="*/ 9276261 w 10879987"/>
                  <a:gd name="connsiteY60" fmla="*/ 2764201 h 7865691"/>
                  <a:gd name="connsiteX61" fmla="*/ 9241551 w 10879987"/>
                  <a:gd name="connsiteY61" fmla="*/ 2751606 h 7865691"/>
                  <a:gd name="connsiteX62" fmla="*/ 9208269 w 10879987"/>
                  <a:gd name="connsiteY62" fmla="*/ 2737278 h 7865691"/>
                  <a:gd name="connsiteX63" fmla="*/ 9173101 w 10879987"/>
                  <a:gd name="connsiteY63" fmla="*/ 2719942 h 7865691"/>
                  <a:gd name="connsiteX64" fmla="*/ 9141247 w 10879987"/>
                  <a:gd name="connsiteY64" fmla="*/ 2703881 h 7865691"/>
                  <a:gd name="connsiteX65" fmla="*/ 9110667 w 10879987"/>
                  <a:gd name="connsiteY65" fmla="*/ 2684508 h 7865691"/>
                  <a:gd name="connsiteX66" fmla="*/ 9053277 w 10879987"/>
                  <a:gd name="connsiteY66" fmla="*/ 2651775 h 7865691"/>
                  <a:gd name="connsiteX67" fmla="*/ 9006949 w 10879987"/>
                  <a:gd name="connsiteY67" fmla="*/ 2617974 h 7865691"/>
                  <a:gd name="connsiteX68" fmla="*/ 8970866 w 10879987"/>
                  <a:gd name="connsiteY68" fmla="*/ 2591158 h 7865691"/>
                  <a:gd name="connsiteX69" fmla="*/ 8939675 w 10879987"/>
                  <a:gd name="connsiteY69" fmla="*/ 2565463 h 7865691"/>
                  <a:gd name="connsiteX70" fmla="*/ 8879332 w 10879987"/>
                  <a:gd name="connsiteY70" fmla="*/ 2518662 h 7865691"/>
                  <a:gd name="connsiteX71" fmla="*/ 8824645 w 10879987"/>
                  <a:gd name="connsiteY71" fmla="*/ 2480885 h 7865691"/>
                  <a:gd name="connsiteX72" fmla="*/ 8770263 w 10879987"/>
                  <a:gd name="connsiteY72" fmla="*/ 2446267 h 7865691"/>
                  <a:gd name="connsiteX73" fmla="*/ 8721386 w 10879987"/>
                  <a:gd name="connsiteY73" fmla="*/ 2419091 h 7865691"/>
                  <a:gd name="connsiteX74" fmla="*/ 8674546 w 10879987"/>
                  <a:gd name="connsiteY74" fmla="*/ 2396504 h 7865691"/>
                  <a:gd name="connsiteX75" fmla="*/ 8629745 w 10879987"/>
                  <a:gd name="connsiteY75" fmla="*/ 2378504 h 7865691"/>
                  <a:gd name="connsiteX76" fmla="*/ 8588715 w 10879987"/>
                  <a:gd name="connsiteY76" fmla="*/ 2366520 h 7865691"/>
                  <a:gd name="connsiteX77" fmla="*/ 8547990 w 10879987"/>
                  <a:gd name="connsiteY77" fmla="*/ 2357695 h 7865691"/>
                  <a:gd name="connsiteX78" fmla="*/ 8511036 w 10879987"/>
                  <a:gd name="connsiteY78" fmla="*/ 2354886 h 7865691"/>
                  <a:gd name="connsiteX79" fmla="*/ 8477395 w 10879987"/>
                  <a:gd name="connsiteY79" fmla="*/ 2353352 h 7865691"/>
                  <a:gd name="connsiteX80" fmla="*/ 8445792 w 10879987"/>
                  <a:gd name="connsiteY80" fmla="*/ 2356406 h 7865691"/>
                  <a:gd name="connsiteX81" fmla="*/ 8414800 w 10879987"/>
                  <a:gd name="connsiteY81" fmla="*/ 2365780 h 7865691"/>
                  <a:gd name="connsiteX82" fmla="*/ 8386968 w 10879987"/>
                  <a:gd name="connsiteY82" fmla="*/ 2374849 h 7865691"/>
                  <a:gd name="connsiteX83" fmla="*/ 8361175 w 10879987"/>
                  <a:gd name="connsiteY83" fmla="*/ 2388505 h 7865691"/>
                  <a:gd name="connsiteX84" fmla="*/ 8338694 w 10879987"/>
                  <a:gd name="connsiteY84" fmla="*/ 2403437 h 7865691"/>
                  <a:gd name="connsiteX85" fmla="*/ 8316519 w 10879987"/>
                  <a:gd name="connsiteY85" fmla="*/ 2421528 h 7865691"/>
                  <a:gd name="connsiteX86" fmla="*/ 8294496 w 10879987"/>
                  <a:gd name="connsiteY86" fmla="*/ 2441200 h 7865691"/>
                  <a:gd name="connsiteX87" fmla="*/ 8277519 w 10879987"/>
                  <a:gd name="connsiteY87" fmla="*/ 2463574 h 7865691"/>
                  <a:gd name="connsiteX88" fmla="*/ 8262122 w 10879987"/>
                  <a:gd name="connsiteY88" fmla="*/ 2485795 h 7865691"/>
                  <a:gd name="connsiteX89" fmla="*/ 8245451 w 10879987"/>
                  <a:gd name="connsiteY89" fmla="*/ 2511329 h 7865691"/>
                  <a:gd name="connsiteX90" fmla="*/ 8231939 w 10879987"/>
                  <a:gd name="connsiteY90" fmla="*/ 2536558 h 7865691"/>
                  <a:gd name="connsiteX91" fmla="*/ 8220008 w 10879987"/>
                  <a:gd name="connsiteY91" fmla="*/ 2561634 h 7865691"/>
                  <a:gd name="connsiteX92" fmla="*/ 8208230 w 10879987"/>
                  <a:gd name="connsiteY92" fmla="*/ 2588291 h 7865691"/>
                  <a:gd name="connsiteX93" fmla="*/ 8199612 w 10879987"/>
                  <a:gd name="connsiteY93" fmla="*/ 2614642 h 7865691"/>
                  <a:gd name="connsiteX94" fmla="*/ 8183956 w 10879987"/>
                  <a:gd name="connsiteY94" fmla="*/ 2667191 h 7865691"/>
                  <a:gd name="connsiteX95" fmla="*/ 8172734 w 10879987"/>
                  <a:gd name="connsiteY95" fmla="*/ 2716122 h 7865691"/>
                  <a:gd name="connsiteX96" fmla="*/ 8164216 w 10879987"/>
                  <a:gd name="connsiteY96" fmla="*/ 2760007 h 7865691"/>
                  <a:gd name="connsiteX97" fmla="*/ 8158399 w 10879987"/>
                  <a:gd name="connsiteY97" fmla="*/ 2798847 h 7865691"/>
                  <a:gd name="connsiteX98" fmla="*/ 8146613 w 10879987"/>
                  <a:gd name="connsiteY98" fmla="*/ 2874945 h 7865691"/>
                  <a:gd name="connsiteX99" fmla="*/ 8131514 w 10879987"/>
                  <a:gd name="connsiteY99" fmla="*/ 2949769 h 7865691"/>
                  <a:gd name="connsiteX100" fmla="*/ 8116110 w 10879987"/>
                  <a:gd name="connsiteY100" fmla="*/ 3021433 h 7865691"/>
                  <a:gd name="connsiteX101" fmla="*/ 8098820 w 10879987"/>
                  <a:gd name="connsiteY101" fmla="*/ 3090089 h 7865691"/>
                  <a:gd name="connsiteX102" fmla="*/ 8079951 w 10879987"/>
                  <a:gd name="connsiteY102" fmla="*/ 3158898 h 7865691"/>
                  <a:gd name="connsiteX103" fmla="*/ 8057768 w 10879987"/>
                  <a:gd name="connsiteY103" fmla="*/ 3226432 h 7865691"/>
                  <a:gd name="connsiteX104" fmla="*/ 8035127 w 10879987"/>
                  <a:gd name="connsiteY104" fmla="*/ 3289226 h 7865691"/>
                  <a:gd name="connsiteX105" fmla="*/ 8011059 w 10879987"/>
                  <a:gd name="connsiteY105" fmla="*/ 3353752 h 7865691"/>
                  <a:gd name="connsiteX106" fmla="*/ 7983372 w 10879987"/>
                  <a:gd name="connsiteY106" fmla="*/ 3413843 h 7865691"/>
                  <a:gd name="connsiteX107" fmla="*/ 7957113 w 10879987"/>
                  <a:gd name="connsiteY107" fmla="*/ 3472202 h 7865691"/>
                  <a:gd name="connsiteX108" fmla="*/ 7925961 w 10879987"/>
                  <a:gd name="connsiteY108" fmla="*/ 3529438 h 7865691"/>
                  <a:gd name="connsiteX109" fmla="*/ 7896083 w 10879987"/>
                  <a:gd name="connsiteY109" fmla="*/ 3583362 h 7865691"/>
                  <a:gd name="connsiteX110" fmla="*/ 7864626 w 10879987"/>
                  <a:gd name="connsiteY110" fmla="*/ 3637438 h 7865691"/>
                  <a:gd name="connsiteX111" fmla="*/ 7831130 w 10879987"/>
                  <a:gd name="connsiteY111" fmla="*/ 3686926 h 7865691"/>
                  <a:gd name="connsiteX112" fmla="*/ 7797787 w 10879987"/>
                  <a:gd name="connsiteY112" fmla="*/ 3737994 h 7865691"/>
                  <a:gd name="connsiteX113" fmla="*/ 7762559 w 10879987"/>
                  <a:gd name="connsiteY113" fmla="*/ 3786055 h 7865691"/>
                  <a:gd name="connsiteX114" fmla="*/ 7725597 w 10879987"/>
                  <a:gd name="connsiteY114" fmla="*/ 3832689 h 7865691"/>
                  <a:gd name="connsiteX115" fmla="*/ 7688483 w 10879987"/>
                  <a:gd name="connsiteY115" fmla="*/ 3877742 h 7865691"/>
                  <a:gd name="connsiteX116" fmla="*/ 7649636 w 10879987"/>
                  <a:gd name="connsiteY116" fmla="*/ 3921368 h 7865691"/>
                  <a:gd name="connsiteX117" fmla="*/ 7612064 w 10879987"/>
                  <a:gd name="connsiteY117" fmla="*/ 3961681 h 7865691"/>
                  <a:gd name="connsiteX118" fmla="*/ 7571332 w 10879987"/>
                  <a:gd name="connsiteY118" fmla="*/ 4002299 h 7865691"/>
                  <a:gd name="connsiteX119" fmla="*/ 7530447 w 10879987"/>
                  <a:gd name="connsiteY119" fmla="*/ 4041337 h 7865691"/>
                  <a:gd name="connsiteX120" fmla="*/ 7489409 w 10879987"/>
                  <a:gd name="connsiteY120" fmla="*/ 4078795 h 7865691"/>
                  <a:gd name="connsiteX121" fmla="*/ 7448066 w 10879987"/>
                  <a:gd name="connsiteY121" fmla="*/ 4113093 h 7865691"/>
                  <a:gd name="connsiteX122" fmla="*/ 7406723 w 10879987"/>
                  <a:gd name="connsiteY122" fmla="*/ 4147390 h 7865691"/>
                  <a:gd name="connsiteX123" fmla="*/ 7365227 w 10879987"/>
                  <a:gd name="connsiteY123" fmla="*/ 4180108 h 7865691"/>
                  <a:gd name="connsiteX124" fmla="*/ 7321998 w 10879987"/>
                  <a:gd name="connsiteY124" fmla="*/ 4211398 h 7865691"/>
                  <a:gd name="connsiteX125" fmla="*/ 7280350 w 10879987"/>
                  <a:gd name="connsiteY125" fmla="*/ 4242535 h 7865691"/>
                  <a:gd name="connsiteX126" fmla="*/ 7238549 w 10879987"/>
                  <a:gd name="connsiteY126" fmla="*/ 4272092 h 7865691"/>
                  <a:gd name="connsiteX127" fmla="*/ 7193435 w 10879987"/>
                  <a:gd name="connsiteY127" fmla="*/ 4300375 h 7865691"/>
                  <a:gd name="connsiteX128" fmla="*/ 7109069 w 10879987"/>
                  <a:gd name="connsiteY128" fmla="*/ 4351588 h 7865691"/>
                  <a:gd name="connsiteX129" fmla="*/ 7025826 w 10879987"/>
                  <a:gd name="connsiteY129" fmla="*/ 4397909 h 7865691"/>
                  <a:gd name="connsiteX130" fmla="*/ 6940391 w 10879987"/>
                  <a:gd name="connsiteY130" fmla="*/ 4438062 h 7865691"/>
                  <a:gd name="connsiteX131" fmla="*/ 6859545 w 10879987"/>
                  <a:gd name="connsiteY131" fmla="*/ 4476176 h 7865691"/>
                  <a:gd name="connsiteX132" fmla="*/ 6779820 w 10879987"/>
                  <a:gd name="connsiteY132" fmla="*/ 4509398 h 7865691"/>
                  <a:gd name="connsiteX133" fmla="*/ 6704378 w 10879987"/>
                  <a:gd name="connsiteY133" fmla="*/ 4537421 h 7865691"/>
                  <a:gd name="connsiteX134" fmla="*/ 6630516 w 10879987"/>
                  <a:gd name="connsiteY134" fmla="*/ 4565291 h 7865691"/>
                  <a:gd name="connsiteX135" fmla="*/ 6562364 w 10879987"/>
                  <a:gd name="connsiteY135" fmla="*/ 4586230 h 7865691"/>
                  <a:gd name="connsiteX136" fmla="*/ 6500380 w 10879987"/>
                  <a:gd name="connsiteY136" fmla="*/ 4604979 h 7865691"/>
                  <a:gd name="connsiteX137" fmla="*/ 6439823 w 10879987"/>
                  <a:gd name="connsiteY137" fmla="*/ 4621994 h 7865691"/>
                  <a:gd name="connsiteX138" fmla="*/ 6388289 w 10879987"/>
                  <a:gd name="connsiteY138" fmla="*/ 4633353 h 7865691"/>
                  <a:gd name="connsiteX139" fmla="*/ 6302450 w 10879987"/>
                  <a:gd name="connsiteY139" fmla="*/ 4652811 h 7865691"/>
                  <a:gd name="connsiteX140" fmla="*/ 6249031 w 10879987"/>
                  <a:gd name="connsiteY140" fmla="*/ 4661163 h 7865691"/>
                  <a:gd name="connsiteX141" fmla="*/ 6230222 w 10879987"/>
                  <a:gd name="connsiteY141" fmla="*/ 4664575 h 7865691"/>
                  <a:gd name="connsiteX142" fmla="*/ 6227135 w 10879987"/>
                  <a:gd name="connsiteY142" fmla="*/ 4654343 h 7865691"/>
                  <a:gd name="connsiteX143" fmla="*/ 6227811 w 10879987"/>
                  <a:gd name="connsiteY143" fmla="*/ 4661118 h 7865691"/>
                  <a:gd name="connsiteX144" fmla="*/ 6098112 w 10879987"/>
                  <a:gd name="connsiteY144" fmla="*/ 4712138 h 7865691"/>
                  <a:gd name="connsiteX145" fmla="*/ 6049694 w 10879987"/>
                  <a:gd name="connsiteY145" fmla="*/ 4681559 h 7865691"/>
                  <a:gd name="connsiteX146" fmla="*/ 6003825 w 10879987"/>
                  <a:gd name="connsiteY146" fmla="*/ 4645883 h 7865691"/>
                  <a:gd name="connsiteX147" fmla="*/ 5917185 w 10879987"/>
                  <a:gd name="connsiteY147" fmla="*/ 4584725 h 7865691"/>
                  <a:gd name="connsiteX148" fmla="*/ 5848382 w 10879987"/>
                  <a:gd name="connsiteY148" fmla="*/ 4523566 h 7865691"/>
                  <a:gd name="connsiteX149" fmla="*/ 5794867 w 10879987"/>
                  <a:gd name="connsiteY149" fmla="*/ 4475149 h 7865691"/>
                  <a:gd name="connsiteX150" fmla="*/ 5748999 w 10879987"/>
                  <a:gd name="connsiteY150" fmla="*/ 4429279 h 7865691"/>
                  <a:gd name="connsiteX151" fmla="*/ 5659810 w 10879987"/>
                  <a:gd name="connsiteY151" fmla="*/ 4345187 h 7865691"/>
                  <a:gd name="connsiteX152" fmla="*/ 5578265 w 10879987"/>
                  <a:gd name="connsiteY152" fmla="*/ 4276383 h 7865691"/>
                  <a:gd name="connsiteX153" fmla="*/ 5496721 w 10879987"/>
                  <a:gd name="connsiteY153" fmla="*/ 4212677 h 7865691"/>
                  <a:gd name="connsiteX154" fmla="*/ 5422820 w 10879987"/>
                  <a:gd name="connsiteY154" fmla="*/ 4161712 h 7865691"/>
                  <a:gd name="connsiteX155" fmla="*/ 5351468 w 10879987"/>
                  <a:gd name="connsiteY155" fmla="*/ 4118390 h 7865691"/>
                  <a:gd name="connsiteX156" fmla="*/ 5282666 w 10879987"/>
                  <a:gd name="connsiteY156" fmla="*/ 4082714 h 7865691"/>
                  <a:gd name="connsiteX157" fmla="*/ 5218958 w 10879987"/>
                  <a:gd name="connsiteY157" fmla="*/ 4057232 h 7865691"/>
                  <a:gd name="connsiteX158" fmla="*/ 5155251 w 10879987"/>
                  <a:gd name="connsiteY158" fmla="*/ 4036845 h 7865691"/>
                  <a:gd name="connsiteX159" fmla="*/ 5096640 w 10879987"/>
                  <a:gd name="connsiteY159" fmla="*/ 4026652 h 7865691"/>
                  <a:gd name="connsiteX160" fmla="*/ 5043128 w 10879987"/>
                  <a:gd name="connsiteY160" fmla="*/ 4019008 h 7865691"/>
                  <a:gd name="connsiteX161" fmla="*/ 4880868 w 10879987"/>
                  <a:gd name="connsiteY161" fmla="*/ 3988754 h 7865691"/>
                  <a:gd name="connsiteX162" fmla="*/ 4821814 w 10879987"/>
                  <a:gd name="connsiteY162" fmla="*/ 3988754 h 7865691"/>
                  <a:gd name="connsiteX163" fmla="*/ 4762758 w 10879987"/>
                  <a:gd name="connsiteY163" fmla="*/ 4000565 h 7865691"/>
                  <a:gd name="connsiteX164" fmla="*/ 4709610 w 10879987"/>
                  <a:gd name="connsiteY164" fmla="*/ 4012376 h 7865691"/>
                  <a:gd name="connsiteX165" fmla="*/ 4659412 w 10879987"/>
                  <a:gd name="connsiteY165" fmla="*/ 4033044 h 7865691"/>
                  <a:gd name="connsiteX166" fmla="*/ 4615122 w 10879987"/>
                  <a:gd name="connsiteY166" fmla="*/ 4056665 h 7865691"/>
                  <a:gd name="connsiteX167" fmla="*/ 4570830 w 10879987"/>
                  <a:gd name="connsiteY167" fmla="*/ 4086193 h 7865691"/>
                  <a:gd name="connsiteX168" fmla="*/ 4526540 w 10879987"/>
                  <a:gd name="connsiteY168" fmla="*/ 4118674 h 7865691"/>
                  <a:gd name="connsiteX169" fmla="*/ 4491107 w 10879987"/>
                  <a:gd name="connsiteY169" fmla="*/ 4157059 h 7865691"/>
                  <a:gd name="connsiteX170" fmla="*/ 4458626 w 10879987"/>
                  <a:gd name="connsiteY170" fmla="*/ 4195446 h 7865691"/>
                  <a:gd name="connsiteX171" fmla="*/ 4423193 w 10879987"/>
                  <a:gd name="connsiteY171" fmla="*/ 4239735 h 7865691"/>
                  <a:gd name="connsiteX172" fmla="*/ 4393666 w 10879987"/>
                  <a:gd name="connsiteY172" fmla="*/ 4284027 h 7865691"/>
                  <a:gd name="connsiteX173" fmla="*/ 4367092 w 10879987"/>
                  <a:gd name="connsiteY173" fmla="*/ 4328317 h 7865691"/>
                  <a:gd name="connsiteX174" fmla="*/ 4340517 w 10879987"/>
                  <a:gd name="connsiteY174" fmla="*/ 4375561 h 7865691"/>
                  <a:gd name="connsiteX175" fmla="*/ 4319849 w 10879987"/>
                  <a:gd name="connsiteY175" fmla="*/ 4422804 h 7865691"/>
                  <a:gd name="connsiteX176" fmla="*/ 4281462 w 10879987"/>
                  <a:gd name="connsiteY176" fmla="*/ 4517292 h 7865691"/>
                  <a:gd name="connsiteX177" fmla="*/ 4251934 w 10879987"/>
                  <a:gd name="connsiteY177" fmla="*/ 4605875 h 7865691"/>
                  <a:gd name="connsiteX178" fmla="*/ 4228313 w 10879987"/>
                  <a:gd name="connsiteY178" fmla="*/ 4685599 h 7865691"/>
                  <a:gd name="connsiteX179" fmla="*/ 4210597 w 10879987"/>
                  <a:gd name="connsiteY179" fmla="*/ 4756464 h 7865691"/>
                  <a:gd name="connsiteX180" fmla="*/ 4175163 w 10879987"/>
                  <a:gd name="connsiteY180" fmla="*/ 4895242 h 7865691"/>
                  <a:gd name="connsiteX181" fmla="*/ 4133825 w 10879987"/>
                  <a:gd name="connsiteY181" fmla="*/ 5031067 h 7865691"/>
                  <a:gd name="connsiteX182" fmla="*/ 4092487 w 10879987"/>
                  <a:gd name="connsiteY182" fmla="*/ 5160987 h 7865691"/>
                  <a:gd name="connsiteX183" fmla="*/ 4048197 w 10879987"/>
                  <a:gd name="connsiteY183" fmla="*/ 5285002 h 7865691"/>
                  <a:gd name="connsiteX184" fmla="*/ 4000953 w 10879987"/>
                  <a:gd name="connsiteY184" fmla="*/ 5409017 h 7865691"/>
                  <a:gd name="connsiteX185" fmla="*/ 3947804 w 10879987"/>
                  <a:gd name="connsiteY185" fmla="*/ 5530080 h 7865691"/>
                  <a:gd name="connsiteX186" fmla="*/ 3894654 w 10879987"/>
                  <a:gd name="connsiteY186" fmla="*/ 5642284 h 7865691"/>
                  <a:gd name="connsiteX187" fmla="*/ 3838552 w 10879987"/>
                  <a:gd name="connsiteY187" fmla="*/ 5757440 h 7865691"/>
                  <a:gd name="connsiteX188" fmla="*/ 3776546 w 10879987"/>
                  <a:gd name="connsiteY188" fmla="*/ 5863738 h 7865691"/>
                  <a:gd name="connsiteX189" fmla="*/ 3717492 w 10879987"/>
                  <a:gd name="connsiteY189" fmla="*/ 5967085 h 7865691"/>
                  <a:gd name="connsiteX190" fmla="*/ 3649577 w 10879987"/>
                  <a:gd name="connsiteY190" fmla="*/ 6067477 h 7865691"/>
                  <a:gd name="connsiteX191" fmla="*/ 3584617 w 10879987"/>
                  <a:gd name="connsiteY191" fmla="*/ 6161965 h 7865691"/>
                  <a:gd name="connsiteX192" fmla="*/ 3516705 w 10879987"/>
                  <a:gd name="connsiteY192" fmla="*/ 6256452 h 7865691"/>
                  <a:gd name="connsiteX193" fmla="*/ 3445840 w 10879987"/>
                  <a:gd name="connsiteY193" fmla="*/ 6342080 h 7865691"/>
                  <a:gd name="connsiteX194" fmla="*/ 3374974 w 10879987"/>
                  <a:gd name="connsiteY194" fmla="*/ 6430663 h 7865691"/>
                  <a:gd name="connsiteX195" fmla="*/ 3301155 w 10879987"/>
                  <a:gd name="connsiteY195" fmla="*/ 6513339 h 7865691"/>
                  <a:gd name="connsiteX196" fmla="*/ 3224384 w 10879987"/>
                  <a:gd name="connsiteY196" fmla="*/ 6593063 h 7865691"/>
                  <a:gd name="connsiteX197" fmla="*/ 3147613 w 10879987"/>
                  <a:gd name="connsiteY197" fmla="*/ 6669834 h 7865691"/>
                  <a:gd name="connsiteX198" fmla="*/ 3067890 w 10879987"/>
                  <a:gd name="connsiteY198" fmla="*/ 6743653 h 7865691"/>
                  <a:gd name="connsiteX199" fmla="*/ 2991120 w 10879987"/>
                  <a:gd name="connsiteY199" fmla="*/ 6811566 h 7865691"/>
                  <a:gd name="connsiteX200" fmla="*/ 2908443 w 10879987"/>
                  <a:gd name="connsiteY200" fmla="*/ 6879478 h 7865691"/>
                  <a:gd name="connsiteX201" fmla="*/ 2825766 w 10879987"/>
                  <a:gd name="connsiteY201" fmla="*/ 6944438 h 7865691"/>
                  <a:gd name="connsiteX202" fmla="*/ 2743090 w 10879987"/>
                  <a:gd name="connsiteY202" fmla="*/ 7006447 h 7865691"/>
                  <a:gd name="connsiteX203" fmla="*/ 2660413 w 10879987"/>
                  <a:gd name="connsiteY203" fmla="*/ 7062547 h 7865691"/>
                  <a:gd name="connsiteX204" fmla="*/ 2577736 w 10879987"/>
                  <a:gd name="connsiteY204" fmla="*/ 7118650 h 7865691"/>
                  <a:gd name="connsiteX205" fmla="*/ 2495061 w 10879987"/>
                  <a:gd name="connsiteY205" fmla="*/ 7171799 h 7865691"/>
                  <a:gd name="connsiteX206" fmla="*/ 2409429 w 10879987"/>
                  <a:gd name="connsiteY206" fmla="*/ 7221995 h 7865691"/>
                  <a:gd name="connsiteX207" fmla="*/ 2326754 w 10879987"/>
                  <a:gd name="connsiteY207" fmla="*/ 7272193 h 7865691"/>
                  <a:gd name="connsiteX208" fmla="*/ 2244077 w 10879987"/>
                  <a:gd name="connsiteY208" fmla="*/ 7319436 h 7865691"/>
                  <a:gd name="connsiteX209" fmla="*/ 2155495 w 10879987"/>
                  <a:gd name="connsiteY209" fmla="*/ 7363726 h 7865691"/>
                  <a:gd name="connsiteX210" fmla="*/ 1990142 w 10879987"/>
                  <a:gd name="connsiteY210" fmla="*/ 7443451 h 7865691"/>
                  <a:gd name="connsiteX211" fmla="*/ 1827743 w 10879987"/>
                  <a:gd name="connsiteY211" fmla="*/ 7514317 h 7865691"/>
                  <a:gd name="connsiteX212" fmla="*/ 1662389 w 10879987"/>
                  <a:gd name="connsiteY212" fmla="*/ 7573370 h 7865691"/>
                  <a:gd name="connsiteX213" fmla="*/ 1505893 w 10879987"/>
                  <a:gd name="connsiteY213" fmla="*/ 7629472 h 7865691"/>
                  <a:gd name="connsiteX214" fmla="*/ 1352352 w 10879987"/>
                  <a:gd name="connsiteY214" fmla="*/ 7676715 h 7865691"/>
                  <a:gd name="connsiteX215" fmla="*/ 1207669 w 10879987"/>
                  <a:gd name="connsiteY215" fmla="*/ 7715102 h 7865691"/>
                  <a:gd name="connsiteX216" fmla="*/ 1065937 w 10879987"/>
                  <a:gd name="connsiteY216" fmla="*/ 7753487 h 7865691"/>
                  <a:gd name="connsiteX217" fmla="*/ 936017 w 10879987"/>
                  <a:gd name="connsiteY217" fmla="*/ 7780062 h 7865691"/>
                  <a:gd name="connsiteX218" fmla="*/ 817908 w 10879987"/>
                  <a:gd name="connsiteY218" fmla="*/ 7803684 h 7865691"/>
                  <a:gd name="connsiteX219" fmla="*/ 702751 w 10879987"/>
                  <a:gd name="connsiteY219" fmla="*/ 7824352 h 7865691"/>
                  <a:gd name="connsiteX220" fmla="*/ 605312 w 10879987"/>
                  <a:gd name="connsiteY220" fmla="*/ 7836163 h 7865691"/>
                  <a:gd name="connsiteX221" fmla="*/ 442910 w 10879987"/>
                  <a:gd name="connsiteY221" fmla="*/ 7856833 h 7865691"/>
                  <a:gd name="connsiteX222" fmla="*/ 342518 w 10879987"/>
                  <a:gd name="connsiteY222" fmla="*/ 7862739 h 7865691"/>
                  <a:gd name="connsiteX223" fmla="*/ 307084 w 10879987"/>
                  <a:gd name="connsiteY223" fmla="*/ 7865691 h 7865691"/>
                  <a:gd name="connsiteX224" fmla="*/ 0 w 10879987"/>
                  <a:gd name="connsiteY224" fmla="*/ 6324364 h 7865691"/>
                  <a:gd name="connsiteX225" fmla="*/ 32481 w 10879987"/>
                  <a:gd name="connsiteY225" fmla="*/ 6318459 h 7865691"/>
                  <a:gd name="connsiteX226" fmla="*/ 124015 w 10879987"/>
                  <a:gd name="connsiteY226" fmla="*/ 6312553 h 7865691"/>
                  <a:gd name="connsiteX227" fmla="*/ 265746 w 10879987"/>
                  <a:gd name="connsiteY227" fmla="*/ 6297791 h 7865691"/>
                  <a:gd name="connsiteX228" fmla="*/ 357282 w 10879987"/>
                  <a:gd name="connsiteY228" fmla="*/ 6283026 h 7865691"/>
                  <a:gd name="connsiteX229" fmla="*/ 454721 w 10879987"/>
                  <a:gd name="connsiteY229" fmla="*/ 6265309 h 7865691"/>
                  <a:gd name="connsiteX230" fmla="*/ 563973 w 10879987"/>
                  <a:gd name="connsiteY230" fmla="*/ 6247592 h 7865691"/>
                  <a:gd name="connsiteX231" fmla="*/ 679129 w 10879987"/>
                  <a:gd name="connsiteY231" fmla="*/ 6221020 h 7865691"/>
                  <a:gd name="connsiteX232" fmla="*/ 803144 w 10879987"/>
                  <a:gd name="connsiteY232" fmla="*/ 6185586 h 7865691"/>
                  <a:gd name="connsiteX233" fmla="*/ 933064 w 10879987"/>
                  <a:gd name="connsiteY233" fmla="*/ 6150154 h 7865691"/>
                  <a:gd name="connsiteX234" fmla="*/ 1068890 w 10879987"/>
                  <a:gd name="connsiteY234" fmla="*/ 6102911 h 7865691"/>
                  <a:gd name="connsiteX235" fmla="*/ 1210620 w 10879987"/>
                  <a:gd name="connsiteY235" fmla="*/ 6049761 h 7865691"/>
                  <a:gd name="connsiteX236" fmla="*/ 1358257 w 10879987"/>
                  <a:gd name="connsiteY236" fmla="*/ 5990706 h 7865691"/>
                  <a:gd name="connsiteX237" fmla="*/ 1502942 w 10879987"/>
                  <a:gd name="connsiteY237" fmla="*/ 5922793 h 7865691"/>
                  <a:gd name="connsiteX238" fmla="*/ 1653530 w 10879987"/>
                  <a:gd name="connsiteY238" fmla="*/ 5843070 h 7865691"/>
                  <a:gd name="connsiteX239" fmla="*/ 1730302 w 10879987"/>
                  <a:gd name="connsiteY239" fmla="*/ 5801731 h 7865691"/>
                  <a:gd name="connsiteX240" fmla="*/ 1807072 w 10879987"/>
                  <a:gd name="connsiteY240" fmla="*/ 5757440 h 7865691"/>
                  <a:gd name="connsiteX241" fmla="*/ 1880892 w 10879987"/>
                  <a:gd name="connsiteY241" fmla="*/ 5710195 h 7865691"/>
                  <a:gd name="connsiteX242" fmla="*/ 1957662 w 10879987"/>
                  <a:gd name="connsiteY242" fmla="*/ 5662952 h 7865691"/>
                  <a:gd name="connsiteX243" fmla="*/ 2034434 w 10879987"/>
                  <a:gd name="connsiteY243" fmla="*/ 5609803 h 7865691"/>
                  <a:gd name="connsiteX244" fmla="*/ 2108251 w 10879987"/>
                  <a:gd name="connsiteY244" fmla="*/ 5553701 h 7865691"/>
                  <a:gd name="connsiteX245" fmla="*/ 2185022 w 10879987"/>
                  <a:gd name="connsiteY245" fmla="*/ 5497599 h 7865691"/>
                  <a:gd name="connsiteX246" fmla="*/ 2255888 w 10879987"/>
                  <a:gd name="connsiteY246" fmla="*/ 5435593 h 7865691"/>
                  <a:gd name="connsiteX247" fmla="*/ 2329707 w 10879987"/>
                  <a:gd name="connsiteY247" fmla="*/ 5373584 h 7865691"/>
                  <a:gd name="connsiteX248" fmla="*/ 2403525 w 10879987"/>
                  <a:gd name="connsiteY248" fmla="*/ 5305672 h 7865691"/>
                  <a:gd name="connsiteX249" fmla="*/ 2477344 w 10879987"/>
                  <a:gd name="connsiteY249" fmla="*/ 5237759 h 7865691"/>
                  <a:gd name="connsiteX250" fmla="*/ 2548210 w 10879987"/>
                  <a:gd name="connsiteY250" fmla="*/ 5166894 h 7865691"/>
                  <a:gd name="connsiteX251" fmla="*/ 2616121 w 10879987"/>
                  <a:gd name="connsiteY251" fmla="*/ 5090123 h 7865691"/>
                  <a:gd name="connsiteX252" fmla="*/ 2686987 w 10879987"/>
                  <a:gd name="connsiteY252" fmla="*/ 5010399 h 7865691"/>
                  <a:gd name="connsiteX253" fmla="*/ 2754901 w 10879987"/>
                  <a:gd name="connsiteY253" fmla="*/ 4930674 h 7865691"/>
                  <a:gd name="connsiteX254" fmla="*/ 2819860 w 10879987"/>
                  <a:gd name="connsiteY254" fmla="*/ 4842093 h 7865691"/>
                  <a:gd name="connsiteX255" fmla="*/ 2887773 w 10879987"/>
                  <a:gd name="connsiteY255" fmla="*/ 4756465 h 7865691"/>
                  <a:gd name="connsiteX256" fmla="*/ 2949781 w 10879987"/>
                  <a:gd name="connsiteY256" fmla="*/ 4661977 h 7865691"/>
                  <a:gd name="connsiteX257" fmla="*/ 3011788 w 10879987"/>
                  <a:gd name="connsiteY257" fmla="*/ 4567490 h 7865691"/>
                  <a:gd name="connsiteX258" fmla="*/ 3070842 w 10879987"/>
                  <a:gd name="connsiteY258" fmla="*/ 4470049 h 7865691"/>
                  <a:gd name="connsiteX259" fmla="*/ 3126944 w 10879987"/>
                  <a:gd name="connsiteY259" fmla="*/ 4366704 h 7865691"/>
                  <a:gd name="connsiteX260" fmla="*/ 3183046 w 10879987"/>
                  <a:gd name="connsiteY260" fmla="*/ 4260406 h 7865691"/>
                  <a:gd name="connsiteX261" fmla="*/ 3236195 w 10879987"/>
                  <a:gd name="connsiteY261" fmla="*/ 4145248 h 7865691"/>
                  <a:gd name="connsiteX262" fmla="*/ 3286393 w 10879987"/>
                  <a:gd name="connsiteY262" fmla="*/ 4033044 h 7865691"/>
                  <a:gd name="connsiteX263" fmla="*/ 3336587 w 10879987"/>
                  <a:gd name="connsiteY263" fmla="*/ 3914935 h 7865691"/>
                  <a:gd name="connsiteX264" fmla="*/ 3383832 w 10879987"/>
                  <a:gd name="connsiteY264" fmla="*/ 3793873 h 7865691"/>
                  <a:gd name="connsiteX265" fmla="*/ 3428123 w 10879987"/>
                  <a:gd name="connsiteY265" fmla="*/ 3666905 h 7865691"/>
                  <a:gd name="connsiteX266" fmla="*/ 3466508 w 10879987"/>
                  <a:gd name="connsiteY266" fmla="*/ 3536985 h 7865691"/>
                  <a:gd name="connsiteX267" fmla="*/ 3504894 w 10879987"/>
                  <a:gd name="connsiteY267" fmla="*/ 3398208 h 7865691"/>
                  <a:gd name="connsiteX268" fmla="*/ 3540327 w 10879987"/>
                  <a:gd name="connsiteY268" fmla="*/ 3259428 h 7865691"/>
                  <a:gd name="connsiteX269" fmla="*/ 3558043 w 10879987"/>
                  <a:gd name="connsiteY269" fmla="*/ 3191516 h 7865691"/>
                  <a:gd name="connsiteX270" fmla="*/ 3584617 w 10879987"/>
                  <a:gd name="connsiteY270" fmla="*/ 3108840 h 7865691"/>
                  <a:gd name="connsiteX271" fmla="*/ 3617098 w 10879987"/>
                  <a:gd name="connsiteY271" fmla="*/ 3017305 h 7865691"/>
                  <a:gd name="connsiteX272" fmla="*/ 3661388 w 10879987"/>
                  <a:gd name="connsiteY272" fmla="*/ 2919865 h 7865691"/>
                  <a:gd name="connsiteX273" fmla="*/ 3687964 w 10879987"/>
                  <a:gd name="connsiteY273" fmla="*/ 2869668 h 7865691"/>
                  <a:gd name="connsiteX274" fmla="*/ 3714537 w 10879987"/>
                  <a:gd name="connsiteY274" fmla="*/ 2822424 h 7865691"/>
                  <a:gd name="connsiteX275" fmla="*/ 3744064 w 10879987"/>
                  <a:gd name="connsiteY275" fmla="*/ 2772228 h 7865691"/>
                  <a:gd name="connsiteX276" fmla="*/ 3776546 w 10879987"/>
                  <a:gd name="connsiteY276" fmla="*/ 2724985 h 7865691"/>
                  <a:gd name="connsiteX277" fmla="*/ 3809025 w 10879987"/>
                  <a:gd name="connsiteY277" fmla="*/ 2683647 h 7865691"/>
                  <a:gd name="connsiteX278" fmla="*/ 3850363 w 10879987"/>
                  <a:gd name="connsiteY278" fmla="*/ 2642308 h 7865691"/>
                  <a:gd name="connsiteX279" fmla="*/ 3891701 w 10879987"/>
                  <a:gd name="connsiteY279" fmla="*/ 2603921 h 7865691"/>
                  <a:gd name="connsiteX280" fmla="*/ 3933040 w 10879987"/>
                  <a:gd name="connsiteY280" fmla="*/ 2565537 h 7865691"/>
                  <a:gd name="connsiteX281" fmla="*/ 3977331 w 10879987"/>
                  <a:gd name="connsiteY281" fmla="*/ 2536010 h 7865691"/>
                  <a:gd name="connsiteX282" fmla="*/ 4027527 w 10879987"/>
                  <a:gd name="connsiteY282" fmla="*/ 2512388 h 7865691"/>
                  <a:gd name="connsiteX283" fmla="*/ 4077724 w 10879987"/>
                  <a:gd name="connsiteY283" fmla="*/ 2488766 h 7865691"/>
                  <a:gd name="connsiteX284" fmla="*/ 4130874 w 10879987"/>
                  <a:gd name="connsiteY284" fmla="*/ 2476955 h 7865691"/>
                  <a:gd name="connsiteX285" fmla="*/ 4186974 w 10879987"/>
                  <a:gd name="connsiteY285" fmla="*/ 2471050 h 7865691"/>
                  <a:gd name="connsiteX286" fmla="*/ 4246029 w 10879987"/>
                  <a:gd name="connsiteY286" fmla="*/ 2465144 h 7865691"/>
                  <a:gd name="connsiteX287" fmla="*/ 4310989 w 10879987"/>
                  <a:gd name="connsiteY287" fmla="*/ 2474001 h 7865691"/>
                  <a:gd name="connsiteX288" fmla="*/ 4375949 w 10879987"/>
                  <a:gd name="connsiteY288" fmla="*/ 2488766 h 7865691"/>
                  <a:gd name="connsiteX289" fmla="*/ 4446816 w 10879987"/>
                  <a:gd name="connsiteY289" fmla="*/ 2512388 h 7865691"/>
                  <a:gd name="connsiteX290" fmla="*/ 4520634 w 10879987"/>
                  <a:gd name="connsiteY290" fmla="*/ 2544867 h 7865691"/>
                  <a:gd name="connsiteX291" fmla="*/ 4597405 w 10879987"/>
                  <a:gd name="connsiteY291" fmla="*/ 2589159 h 7865691"/>
                  <a:gd name="connsiteX292" fmla="*/ 4674177 w 10879987"/>
                  <a:gd name="connsiteY292" fmla="*/ 2642308 h 7865691"/>
                  <a:gd name="connsiteX293" fmla="*/ 4756853 w 10879987"/>
                  <a:gd name="connsiteY293" fmla="*/ 2707268 h 7865691"/>
                  <a:gd name="connsiteX294" fmla="*/ 4842482 w 10879987"/>
                  <a:gd name="connsiteY294" fmla="*/ 2781086 h 7865691"/>
                  <a:gd name="connsiteX295" fmla="*/ 4934017 w 10879987"/>
                  <a:gd name="connsiteY295" fmla="*/ 2869668 h 7865691"/>
                  <a:gd name="connsiteX296" fmla="*/ 5028504 w 10879987"/>
                  <a:gd name="connsiteY296" fmla="*/ 2970060 h 7865691"/>
                  <a:gd name="connsiteX297" fmla="*/ 5131849 w 10879987"/>
                  <a:gd name="connsiteY297" fmla="*/ 3091492 h 7865691"/>
                  <a:gd name="connsiteX298" fmla="*/ 5131263 w 10879987"/>
                  <a:gd name="connsiteY298" fmla="*/ 3098119 h 7865691"/>
                  <a:gd name="connsiteX299" fmla="*/ 5170541 w 10879987"/>
                  <a:gd name="connsiteY299" fmla="*/ 3139853 h 7865691"/>
                  <a:gd name="connsiteX300" fmla="*/ 5272472 w 10879987"/>
                  <a:gd name="connsiteY300" fmla="*/ 3259623 h 7865691"/>
                  <a:gd name="connsiteX301" fmla="*/ 5343823 w 10879987"/>
                  <a:gd name="connsiteY301" fmla="*/ 3343715 h 7865691"/>
                  <a:gd name="connsiteX302" fmla="*/ 5425369 w 10879987"/>
                  <a:gd name="connsiteY302" fmla="*/ 3432906 h 7865691"/>
                  <a:gd name="connsiteX303" fmla="*/ 5514557 w 10879987"/>
                  <a:gd name="connsiteY303" fmla="*/ 3522094 h 7865691"/>
                  <a:gd name="connsiteX304" fmla="*/ 5560426 w 10879987"/>
                  <a:gd name="connsiteY304" fmla="*/ 3567964 h 7865691"/>
                  <a:gd name="connsiteX305" fmla="*/ 5608844 w 10879987"/>
                  <a:gd name="connsiteY305" fmla="*/ 3611285 h 7865691"/>
                  <a:gd name="connsiteX306" fmla="*/ 5659810 w 10879987"/>
                  <a:gd name="connsiteY306" fmla="*/ 3654604 h 7865691"/>
                  <a:gd name="connsiteX307" fmla="*/ 5710775 w 10879987"/>
                  <a:gd name="connsiteY307" fmla="*/ 3692830 h 7865691"/>
                  <a:gd name="connsiteX308" fmla="*/ 5759192 w 10879987"/>
                  <a:gd name="connsiteY308" fmla="*/ 3725956 h 7865691"/>
                  <a:gd name="connsiteX309" fmla="*/ 5810157 w 10879987"/>
                  <a:gd name="connsiteY309" fmla="*/ 3759084 h 7865691"/>
                  <a:gd name="connsiteX310" fmla="*/ 5863672 w 10879987"/>
                  <a:gd name="connsiteY310" fmla="*/ 3787115 h 7865691"/>
                  <a:gd name="connsiteX311" fmla="*/ 5914637 w 10879987"/>
                  <a:gd name="connsiteY311" fmla="*/ 3807501 h 7865691"/>
                  <a:gd name="connsiteX312" fmla="*/ 5965602 w 10879987"/>
                  <a:gd name="connsiteY312" fmla="*/ 3825340 h 7865691"/>
                  <a:gd name="connsiteX313" fmla="*/ 6019115 w 10879987"/>
                  <a:gd name="connsiteY313" fmla="*/ 3832983 h 7865691"/>
                  <a:gd name="connsiteX314" fmla="*/ 6044598 w 10879987"/>
                  <a:gd name="connsiteY314" fmla="*/ 3835532 h 7865691"/>
                  <a:gd name="connsiteX315" fmla="*/ 6070081 w 10879987"/>
                  <a:gd name="connsiteY315" fmla="*/ 3835533 h 7865691"/>
                  <a:gd name="connsiteX316" fmla="*/ 6088201 w 10879987"/>
                  <a:gd name="connsiteY316" fmla="*/ 3835532 h 7865691"/>
                  <a:gd name="connsiteX317" fmla="*/ 6127028 w 10879987"/>
                  <a:gd name="connsiteY317" fmla="*/ 3827657 h 7865691"/>
                  <a:gd name="connsiteX318" fmla="*/ 6175249 w 10879987"/>
                  <a:gd name="connsiteY318" fmla="*/ 3815024 h 7865691"/>
                  <a:gd name="connsiteX319" fmla="*/ 6226478 w 10879987"/>
                  <a:gd name="connsiteY319" fmla="*/ 3800504 h 7865691"/>
                  <a:gd name="connsiteX320" fmla="*/ 6284027 w 10879987"/>
                  <a:gd name="connsiteY320" fmla="*/ 3785374 h 7865691"/>
                  <a:gd name="connsiteX321" fmla="*/ 6344278 w 10879987"/>
                  <a:gd name="connsiteY321" fmla="*/ 3765199 h 7865691"/>
                  <a:gd name="connsiteX322" fmla="*/ 6408812 w 10879987"/>
                  <a:gd name="connsiteY322" fmla="*/ 3739825 h 7865691"/>
                  <a:gd name="connsiteX323" fmla="*/ 6476506 w 10879987"/>
                  <a:gd name="connsiteY323" fmla="*/ 3714145 h 7865691"/>
                  <a:gd name="connsiteX324" fmla="*/ 6546750 w 10879987"/>
                  <a:gd name="connsiteY324" fmla="*/ 3681840 h 7865691"/>
                  <a:gd name="connsiteX325" fmla="*/ 6619848 w 10879987"/>
                  <a:gd name="connsiteY325" fmla="*/ 3646069 h 7865691"/>
                  <a:gd name="connsiteX326" fmla="*/ 6695802 w 10879987"/>
                  <a:gd name="connsiteY326" fmla="*/ 3606832 h 7865691"/>
                  <a:gd name="connsiteX327" fmla="*/ 6769717 w 10879987"/>
                  <a:gd name="connsiteY327" fmla="*/ 3563008 h 7865691"/>
                  <a:gd name="connsiteX328" fmla="*/ 6846182 w 10879987"/>
                  <a:gd name="connsiteY328" fmla="*/ 3512557 h 7865691"/>
                  <a:gd name="connsiteX329" fmla="*/ 6885128 w 10879987"/>
                  <a:gd name="connsiteY329" fmla="*/ 3486466 h 7865691"/>
                  <a:gd name="connsiteX330" fmla="*/ 6923922 w 10879987"/>
                  <a:gd name="connsiteY330" fmla="*/ 3458794 h 7865691"/>
                  <a:gd name="connsiteX331" fmla="*/ 6960982 w 10879987"/>
                  <a:gd name="connsiteY331" fmla="*/ 3429695 h 7865691"/>
                  <a:gd name="connsiteX332" fmla="*/ 6999623 w 10879987"/>
                  <a:gd name="connsiteY332" fmla="*/ 3400443 h 7865691"/>
                  <a:gd name="connsiteX333" fmla="*/ 7037959 w 10879987"/>
                  <a:gd name="connsiteY333" fmla="*/ 3368031 h 7865691"/>
                  <a:gd name="connsiteX334" fmla="*/ 7074561 w 10879987"/>
                  <a:gd name="connsiteY334" fmla="*/ 3334191 h 7865691"/>
                  <a:gd name="connsiteX335" fmla="*/ 7112744 w 10879987"/>
                  <a:gd name="connsiteY335" fmla="*/ 3300199 h 7865691"/>
                  <a:gd name="connsiteX336" fmla="*/ 7147461 w 10879987"/>
                  <a:gd name="connsiteY336" fmla="*/ 3263352 h 7865691"/>
                  <a:gd name="connsiteX337" fmla="*/ 7183759 w 10879987"/>
                  <a:gd name="connsiteY337" fmla="*/ 3226352 h 7865691"/>
                  <a:gd name="connsiteX338" fmla="*/ 7219751 w 10879987"/>
                  <a:gd name="connsiteY338" fmla="*/ 3186191 h 7865691"/>
                  <a:gd name="connsiteX339" fmla="*/ 7255743 w 10879987"/>
                  <a:gd name="connsiteY339" fmla="*/ 3146031 h 7865691"/>
                  <a:gd name="connsiteX340" fmla="*/ 7290002 w 10879987"/>
                  <a:gd name="connsiteY340" fmla="*/ 3104444 h 7865691"/>
                  <a:gd name="connsiteX341" fmla="*/ 7322375 w 10879987"/>
                  <a:gd name="connsiteY341" fmla="*/ 3059848 h 7865691"/>
                  <a:gd name="connsiteX342" fmla="*/ 7356176 w 10879987"/>
                  <a:gd name="connsiteY342" fmla="*/ 3013520 h 7865691"/>
                  <a:gd name="connsiteX343" fmla="*/ 7388397 w 10879987"/>
                  <a:gd name="connsiteY343" fmla="*/ 2967345 h 7865691"/>
                  <a:gd name="connsiteX344" fmla="*/ 7418580 w 10879987"/>
                  <a:gd name="connsiteY344" fmla="*/ 2916582 h 7865691"/>
                  <a:gd name="connsiteX345" fmla="*/ 7450496 w 10879987"/>
                  <a:gd name="connsiteY345" fmla="*/ 2867246 h 7865691"/>
                  <a:gd name="connsiteX346" fmla="*/ 7478793 w 10879987"/>
                  <a:gd name="connsiteY346" fmla="*/ 2813475 h 7865691"/>
                  <a:gd name="connsiteX347" fmla="*/ 7507090 w 10879987"/>
                  <a:gd name="connsiteY347" fmla="*/ 2759705 h 7865691"/>
                  <a:gd name="connsiteX348" fmla="*/ 7533655 w 10879987"/>
                  <a:gd name="connsiteY348" fmla="*/ 2704506 h 7865691"/>
                  <a:gd name="connsiteX349" fmla="*/ 7558334 w 10879987"/>
                  <a:gd name="connsiteY349" fmla="*/ 2646301 h 7865691"/>
                  <a:gd name="connsiteX350" fmla="*/ 7582860 w 10879987"/>
                  <a:gd name="connsiteY350" fmla="*/ 2586515 h 7865691"/>
                  <a:gd name="connsiteX351" fmla="*/ 7605348 w 10879987"/>
                  <a:gd name="connsiteY351" fmla="*/ 2522141 h 7865691"/>
                  <a:gd name="connsiteX352" fmla="*/ 7626409 w 10879987"/>
                  <a:gd name="connsiteY352" fmla="*/ 2459500 h 7865691"/>
                  <a:gd name="connsiteX353" fmla="*/ 7647164 w 10879987"/>
                  <a:gd name="connsiteY353" fmla="*/ 2393699 h 7865691"/>
                  <a:gd name="connsiteX354" fmla="*/ 7666187 w 10879987"/>
                  <a:gd name="connsiteY354" fmla="*/ 2326471 h 7865691"/>
                  <a:gd name="connsiteX355" fmla="*/ 7683324 w 10879987"/>
                  <a:gd name="connsiteY355" fmla="*/ 2256234 h 7865691"/>
                  <a:gd name="connsiteX356" fmla="*/ 7697148 w 10879987"/>
                  <a:gd name="connsiteY356" fmla="*/ 2184723 h 7865691"/>
                  <a:gd name="connsiteX357" fmla="*/ 7710514 w 10879987"/>
                  <a:gd name="connsiteY357" fmla="*/ 2108472 h 7865691"/>
                  <a:gd name="connsiteX358" fmla="*/ 7722300 w 10879987"/>
                  <a:gd name="connsiteY358" fmla="*/ 2032373 h 7865691"/>
                  <a:gd name="connsiteX359" fmla="*/ 7728269 w 10879987"/>
                  <a:gd name="connsiteY359" fmla="*/ 1995114 h 7865691"/>
                  <a:gd name="connsiteX360" fmla="*/ 7738215 w 10879987"/>
                  <a:gd name="connsiteY360" fmla="*/ 1949496 h 7865691"/>
                  <a:gd name="connsiteX361" fmla="*/ 7750864 w 10879987"/>
                  <a:gd name="connsiteY361" fmla="*/ 1898832 h 7865691"/>
                  <a:gd name="connsiteX362" fmla="*/ 7769527 w 10879987"/>
                  <a:gd name="connsiteY362" fmla="*/ 1844397 h 7865691"/>
                  <a:gd name="connsiteX363" fmla="*/ 7781153 w 10879987"/>
                  <a:gd name="connsiteY363" fmla="*/ 1816161 h 7865691"/>
                  <a:gd name="connsiteX364" fmla="*/ 7792932 w 10879987"/>
                  <a:gd name="connsiteY364" fmla="*/ 1789504 h 7865691"/>
                  <a:gd name="connsiteX365" fmla="*/ 7806138 w 10879987"/>
                  <a:gd name="connsiteY365" fmla="*/ 1761115 h 7865691"/>
                  <a:gd name="connsiteX366" fmla="*/ 7821076 w 10879987"/>
                  <a:gd name="connsiteY366" fmla="*/ 1734153 h 7865691"/>
                  <a:gd name="connsiteX367" fmla="*/ 7836320 w 10879987"/>
                  <a:gd name="connsiteY367" fmla="*/ 1710352 h 7865691"/>
                  <a:gd name="connsiteX368" fmla="*/ 7856305 w 10879987"/>
                  <a:gd name="connsiteY368" fmla="*/ 1686093 h 7865691"/>
                  <a:gd name="connsiteX369" fmla="*/ 7876442 w 10879987"/>
                  <a:gd name="connsiteY369" fmla="*/ 1663413 h 7865691"/>
                  <a:gd name="connsiteX370" fmla="*/ 7896579 w 10879987"/>
                  <a:gd name="connsiteY370" fmla="*/ 1640734 h 7865691"/>
                  <a:gd name="connsiteX371" fmla="*/ 7918755 w 10879987"/>
                  <a:gd name="connsiteY371" fmla="*/ 1622642 h 7865691"/>
                  <a:gd name="connsiteX372" fmla="*/ 7944396 w 10879987"/>
                  <a:gd name="connsiteY372" fmla="*/ 1607405 h 7865691"/>
                  <a:gd name="connsiteX373" fmla="*/ 7970036 w 10879987"/>
                  <a:gd name="connsiteY373" fmla="*/ 1592169 h 7865691"/>
                  <a:gd name="connsiteX374" fmla="*/ 7997868 w 10879987"/>
                  <a:gd name="connsiteY374" fmla="*/ 1583100 h 7865691"/>
                  <a:gd name="connsiteX375" fmla="*/ 8027586 w 10879987"/>
                  <a:gd name="connsiteY375" fmla="*/ 1577039 h 7865691"/>
                  <a:gd name="connsiteX376" fmla="*/ 8058883 w 10879987"/>
                  <a:gd name="connsiteY376" fmla="*/ 1570825 h 7865691"/>
                  <a:gd name="connsiteX377" fmla="*/ 8094104 w 10879987"/>
                  <a:gd name="connsiteY377" fmla="*/ 1572207 h 7865691"/>
                  <a:gd name="connsiteX378" fmla="*/ 8129631 w 10879987"/>
                  <a:gd name="connsiteY378" fmla="*/ 1576748 h 7865691"/>
                  <a:gd name="connsiteX379" fmla="*/ 8168776 w 10879987"/>
                  <a:gd name="connsiteY379" fmla="*/ 1585725 h 7865691"/>
                  <a:gd name="connsiteX380" fmla="*/ 8209959 w 10879987"/>
                  <a:gd name="connsiteY380" fmla="*/ 1599290 h 7865691"/>
                  <a:gd name="connsiteX381" fmla="*/ 8253332 w 10879987"/>
                  <a:gd name="connsiteY381" fmla="*/ 1619022 h 7865691"/>
                  <a:gd name="connsiteX382" fmla="*/ 8297164 w 10879987"/>
                  <a:gd name="connsiteY382" fmla="*/ 1643496 h 7865691"/>
                  <a:gd name="connsiteX383" fmla="*/ 8344767 w 10879987"/>
                  <a:gd name="connsiteY383" fmla="*/ 1673984 h 7865691"/>
                  <a:gd name="connsiteX384" fmla="*/ 8394408 w 10879987"/>
                  <a:gd name="connsiteY384" fmla="*/ 1709059 h 7865691"/>
                  <a:gd name="connsiteX385" fmla="*/ 8447973 w 10879987"/>
                  <a:gd name="connsiteY385" fmla="*/ 1751731 h 7865691"/>
                  <a:gd name="connsiteX386" fmla="*/ 8503728 w 10879987"/>
                  <a:gd name="connsiteY386" fmla="*/ 1800570 h 7865691"/>
                  <a:gd name="connsiteX387" fmla="*/ 8574110 w 10879987"/>
                  <a:gd name="connsiteY387" fmla="*/ 1868729 h 7865691"/>
                  <a:gd name="connsiteX388" fmla="*/ 8623392 w 10879987"/>
                  <a:gd name="connsiteY388" fmla="*/ 1916599 h 7865691"/>
                  <a:gd name="connsiteX389" fmla="*/ 8679300 w 10879987"/>
                  <a:gd name="connsiteY389" fmla="*/ 1967018 h 7865691"/>
                  <a:gd name="connsiteX390" fmla="*/ 8739949 w 10879987"/>
                  <a:gd name="connsiteY390" fmla="*/ 2016979 h 7865691"/>
                  <a:gd name="connsiteX391" fmla="*/ 8771139 w 10879987"/>
                  <a:gd name="connsiteY391" fmla="*/ 2042674 h 7865691"/>
                  <a:gd name="connsiteX392" fmla="*/ 8803758 w 10879987"/>
                  <a:gd name="connsiteY392" fmla="*/ 2066635 h 7865691"/>
                  <a:gd name="connsiteX393" fmla="*/ 8837956 w 10879987"/>
                  <a:gd name="connsiteY393" fmla="*/ 2090444 h 7865691"/>
                  <a:gd name="connsiteX394" fmla="*/ 8871849 w 10879987"/>
                  <a:gd name="connsiteY394" fmla="*/ 2111093 h 7865691"/>
                  <a:gd name="connsiteX395" fmla="*/ 8903856 w 10879987"/>
                  <a:gd name="connsiteY395" fmla="*/ 2128734 h 7865691"/>
                  <a:gd name="connsiteX396" fmla="*/ 8937444 w 10879987"/>
                  <a:gd name="connsiteY396" fmla="*/ 2146222 h 7865691"/>
                  <a:gd name="connsiteX397" fmla="*/ 8972307 w 10879987"/>
                  <a:gd name="connsiteY397" fmla="*/ 2160398 h 7865691"/>
                  <a:gd name="connsiteX398" fmla="*/ 9005131 w 10879987"/>
                  <a:gd name="connsiteY398" fmla="*/ 2169985 h 7865691"/>
                  <a:gd name="connsiteX399" fmla="*/ 9037802 w 10879987"/>
                  <a:gd name="connsiteY399" fmla="*/ 2177992 h 7865691"/>
                  <a:gd name="connsiteX400" fmla="*/ 9071443 w 10879987"/>
                  <a:gd name="connsiteY400" fmla="*/ 2179527 h 7865691"/>
                  <a:gd name="connsiteX401" fmla="*/ 9087397 w 10879987"/>
                  <a:gd name="connsiteY401" fmla="*/ 2179580 h 7865691"/>
                  <a:gd name="connsiteX402" fmla="*/ 9103199 w 10879987"/>
                  <a:gd name="connsiteY402" fmla="*/ 2178053 h 7865691"/>
                  <a:gd name="connsiteX403" fmla="*/ 9119000 w 10879987"/>
                  <a:gd name="connsiteY403" fmla="*/ 2176526 h 7865691"/>
                  <a:gd name="connsiteX404" fmla="*/ 9133069 w 10879987"/>
                  <a:gd name="connsiteY404" fmla="*/ 2173572 h 7865691"/>
                  <a:gd name="connsiteX405" fmla="*/ 9148565 w 10879987"/>
                  <a:gd name="connsiteY405" fmla="*/ 2168885 h 7865691"/>
                  <a:gd name="connsiteX406" fmla="*/ 9162175 w 10879987"/>
                  <a:gd name="connsiteY406" fmla="*/ 2161191 h 7865691"/>
                  <a:gd name="connsiteX407" fmla="*/ 9178946 w 10879987"/>
                  <a:gd name="connsiteY407" fmla="*/ 2153190 h 7865691"/>
                  <a:gd name="connsiteX408" fmla="*/ 9192404 w 10879987"/>
                  <a:gd name="connsiteY408" fmla="*/ 2143916 h 7865691"/>
                  <a:gd name="connsiteX409" fmla="*/ 9205862 w 10879987"/>
                  <a:gd name="connsiteY409" fmla="*/ 2134641 h 7865691"/>
                  <a:gd name="connsiteX410" fmla="*/ 9219015 w 10879987"/>
                  <a:gd name="connsiteY410" fmla="*/ 2122206 h 7865691"/>
                  <a:gd name="connsiteX411" fmla="*/ 9232014 w 10879987"/>
                  <a:gd name="connsiteY411" fmla="*/ 2108190 h 7865691"/>
                  <a:gd name="connsiteX412" fmla="*/ 9243434 w 10879987"/>
                  <a:gd name="connsiteY412" fmla="*/ 2094328 h 7865691"/>
                  <a:gd name="connsiteX413" fmla="*/ 9256129 w 10879987"/>
                  <a:gd name="connsiteY413" fmla="*/ 2077152 h 7865691"/>
                  <a:gd name="connsiteX414" fmla="*/ 9267090 w 10879987"/>
                  <a:gd name="connsiteY414" fmla="*/ 2058550 h 7865691"/>
                  <a:gd name="connsiteX415" fmla="*/ 9276166 w 10879987"/>
                  <a:gd name="connsiteY415" fmla="*/ 2036939 h 7865691"/>
                  <a:gd name="connsiteX416" fmla="*/ 9286975 w 10879987"/>
                  <a:gd name="connsiteY416" fmla="*/ 2016756 h 7865691"/>
                  <a:gd name="connsiteX417" fmla="*/ 9295746 w 10879987"/>
                  <a:gd name="connsiteY417" fmla="*/ 1991985 h 7865691"/>
                  <a:gd name="connsiteX418" fmla="*/ 9305945 w 10879987"/>
                  <a:gd name="connsiteY418" fmla="*/ 1965481 h 7865691"/>
                  <a:gd name="connsiteX419" fmla="*/ 9314410 w 10879987"/>
                  <a:gd name="connsiteY419" fmla="*/ 1937550 h 7865691"/>
                  <a:gd name="connsiteX420" fmla="*/ 9322723 w 10879987"/>
                  <a:gd name="connsiteY420" fmla="*/ 1908039 h 7865691"/>
                  <a:gd name="connsiteX421" fmla="*/ 9329303 w 10879987"/>
                  <a:gd name="connsiteY421" fmla="*/ 1877100 h 7865691"/>
                  <a:gd name="connsiteX422" fmla="*/ 9335577 w 10879987"/>
                  <a:gd name="connsiteY422" fmla="*/ 1843001 h 7865691"/>
                  <a:gd name="connsiteX423" fmla="*/ 9345936 w 10879987"/>
                  <a:gd name="connsiteY423" fmla="*/ 1768635 h 7865691"/>
                  <a:gd name="connsiteX424" fmla="*/ 9360477 w 10879987"/>
                  <a:gd name="connsiteY424" fmla="*/ 1671536 h 7865691"/>
                  <a:gd name="connsiteX425" fmla="*/ 9375683 w 10879987"/>
                  <a:gd name="connsiteY425" fmla="*/ 1564804 h 7865691"/>
                  <a:gd name="connsiteX426" fmla="*/ 9393285 w 10879987"/>
                  <a:gd name="connsiteY426" fmla="*/ 1449866 h 7865691"/>
                  <a:gd name="connsiteX427" fmla="*/ 9413285 w 10879987"/>
                  <a:gd name="connsiteY427" fmla="*/ 1326722 h 7865691"/>
                  <a:gd name="connsiteX428" fmla="*/ 9437566 w 10879987"/>
                  <a:gd name="connsiteY428" fmla="*/ 1198379 h 7865691"/>
                  <a:gd name="connsiteX429" fmla="*/ 9466131 w 10879987"/>
                  <a:gd name="connsiteY429" fmla="*/ 1064838 h 7865691"/>
                  <a:gd name="connsiteX430" fmla="*/ 9495664 w 10879987"/>
                  <a:gd name="connsiteY430" fmla="*/ 924823 h 7865691"/>
                  <a:gd name="connsiteX431" fmla="*/ 9529480 w 10879987"/>
                  <a:gd name="connsiteY431" fmla="*/ 779611 h 7865691"/>
                  <a:gd name="connsiteX432" fmla="*/ 9539220 w 10879987"/>
                  <a:gd name="connsiteY432" fmla="*/ 748367 h 7865691"/>
                  <a:gd name="connsiteX433" fmla="*/ 9550083 w 10879987"/>
                  <a:gd name="connsiteY433" fmla="*/ 712229 h 7865691"/>
                  <a:gd name="connsiteX434" fmla="*/ 9562678 w 10879987"/>
                  <a:gd name="connsiteY434" fmla="*/ 677520 h 7865691"/>
                  <a:gd name="connsiteX435" fmla="*/ 9579708 w 10879987"/>
                  <a:gd name="connsiteY435" fmla="*/ 639192 h 7865691"/>
                  <a:gd name="connsiteX436" fmla="*/ 9598471 w 10879987"/>
                  <a:gd name="connsiteY436" fmla="*/ 602291 h 7865691"/>
                  <a:gd name="connsiteX437" fmla="*/ 9620089 w 10879987"/>
                  <a:gd name="connsiteY437" fmla="*/ 561925 h 7865691"/>
                  <a:gd name="connsiteX438" fmla="*/ 9643440 w 10879987"/>
                  <a:gd name="connsiteY438" fmla="*/ 522986 h 7865691"/>
                  <a:gd name="connsiteX439" fmla="*/ 9673264 w 10879987"/>
                  <a:gd name="connsiteY439" fmla="*/ 485017 h 7865691"/>
                  <a:gd name="connsiteX440" fmla="*/ 9702935 w 10879987"/>
                  <a:gd name="connsiteY440" fmla="*/ 445467 h 7865691"/>
                  <a:gd name="connsiteX441" fmla="*/ 9737653 w 10879987"/>
                  <a:gd name="connsiteY441" fmla="*/ 408620 h 7865691"/>
                  <a:gd name="connsiteX442" fmla="*/ 9775530 w 10879987"/>
                  <a:gd name="connsiteY442" fmla="*/ 371468 h 7865691"/>
                  <a:gd name="connsiteX443" fmla="*/ 9816721 w 10879987"/>
                  <a:gd name="connsiteY443" fmla="*/ 335590 h 7865691"/>
                  <a:gd name="connsiteX444" fmla="*/ 9861377 w 10879987"/>
                  <a:gd name="connsiteY444" fmla="*/ 302567 h 7865691"/>
                  <a:gd name="connsiteX445" fmla="*/ 9911078 w 10879987"/>
                  <a:gd name="connsiteY445" fmla="*/ 272246 h 7865691"/>
                  <a:gd name="connsiteX446" fmla="*/ 9938300 w 10879987"/>
                  <a:gd name="connsiteY446" fmla="*/ 256857 h 7865691"/>
                  <a:gd name="connsiteX447" fmla="*/ 9965826 w 10879987"/>
                  <a:gd name="connsiteY447" fmla="*/ 244628 h 7865691"/>
                  <a:gd name="connsiteX448" fmla="*/ 9994780 w 10879987"/>
                  <a:gd name="connsiteY448" fmla="*/ 230666 h 7865691"/>
                  <a:gd name="connsiteX449" fmla="*/ 10025314 w 10879987"/>
                  <a:gd name="connsiteY449" fmla="*/ 216551 h 7865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Lst>
                <a:rect l="l" t="t" r="r" b="b"/>
                <a:pathLst>
                  <a:path w="10879987" h="7865691">
                    <a:moveTo>
                      <a:pt x="9810185" y="69874"/>
                    </a:moveTo>
                    <a:lnTo>
                      <a:pt x="10879987" y="0"/>
                    </a:lnTo>
                    <a:lnTo>
                      <a:pt x="10468312" y="526219"/>
                    </a:lnTo>
                    <a:lnTo>
                      <a:pt x="10269901" y="387496"/>
                    </a:lnTo>
                    <a:lnTo>
                      <a:pt x="10211688" y="412259"/>
                    </a:lnTo>
                    <a:lnTo>
                      <a:pt x="10158520" y="439725"/>
                    </a:lnTo>
                    <a:lnTo>
                      <a:pt x="10110398" y="469893"/>
                    </a:lnTo>
                    <a:lnTo>
                      <a:pt x="10067170" y="501183"/>
                    </a:lnTo>
                    <a:lnTo>
                      <a:pt x="10027254" y="533748"/>
                    </a:lnTo>
                    <a:lnTo>
                      <a:pt x="9990652" y="567587"/>
                    </a:lnTo>
                    <a:lnTo>
                      <a:pt x="9957209" y="601122"/>
                    </a:lnTo>
                    <a:lnTo>
                      <a:pt x="9930240" y="635625"/>
                    </a:lnTo>
                    <a:lnTo>
                      <a:pt x="9905004" y="671556"/>
                    </a:lnTo>
                    <a:lnTo>
                      <a:pt x="9882928" y="707182"/>
                    </a:lnTo>
                    <a:lnTo>
                      <a:pt x="9862279" y="741075"/>
                    </a:lnTo>
                    <a:lnTo>
                      <a:pt x="9846676" y="777670"/>
                    </a:lnTo>
                    <a:lnTo>
                      <a:pt x="9832348" y="810953"/>
                    </a:lnTo>
                    <a:lnTo>
                      <a:pt x="9821333" y="845510"/>
                    </a:lnTo>
                    <a:lnTo>
                      <a:pt x="9811593" y="876754"/>
                    </a:lnTo>
                    <a:lnTo>
                      <a:pt x="9803280" y="906265"/>
                    </a:lnTo>
                    <a:lnTo>
                      <a:pt x="9786754" y="982822"/>
                    </a:lnTo>
                    <a:lnTo>
                      <a:pt x="9773999" y="1065394"/>
                    </a:lnTo>
                    <a:lnTo>
                      <a:pt x="9761854" y="1154286"/>
                    </a:lnTo>
                    <a:lnTo>
                      <a:pt x="9753328" y="1247614"/>
                    </a:lnTo>
                    <a:lnTo>
                      <a:pt x="9746687" y="1343949"/>
                    </a:lnTo>
                    <a:lnTo>
                      <a:pt x="9740199" y="1441865"/>
                    </a:lnTo>
                    <a:lnTo>
                      <a:pt x="9737176" y="1542635"/>
                    </a:lnTo>
                    <a:lnTo>
                      <a:pt x="9732574" y="1643558"/>
                    </a:lnTo>
                    <a:lnTo>
                      <a:pt x="9727956" y="1843366"/>
                    </a:lnTo>
                    <a:lnTo>
                      <a:pt x="9725736" y="2034968"/>
                    </a:lnTo>
                    <a:lnTo>
                      <a:pt x="9721836" y="2209188"/>
                    </a:lnTo>
                    <a:lnTo>
                      <a:pt x="9717226" y="2359553"/>
                    </a:lnTo>
                    <a:lnTo>
                      <a:pt x="9714570" y="2398087"/>
                    </a:lnTo>
                    <a:lnTo>
                      <a:pt x="9711761" y="2435041"/>
                    </a:lnTo>
                    <a:lnTo>
                      <a:pt x="9706913" y="2467407"/>
                    </a:lnTo>
                    <a:lnTo>
                      <a:pt x="9702066" y="2499774"/>
                    </a:lnTo>
                    <a:lnTo>
                      <a:pt x="9695334" y="2529132"/>
                    </a:lnTo>
                    <a:lnTo>
                      <a:pt x="9688448" y="2556911"/>
                    </a:lnTo>
                    <a:lnTo>
                      <a:pt x="9681563" y="2584689"/>
                    </a:lnTo>
                    <a:lnTo>
                      <a:pt x="9672792" y="2609460"/>
                    </a:lnTo>
                    <a:lnTo>
                      <a:pt x="9663716" y="2631071"/>
                    </a:lnTo>
                    <a:lnTo>
                      <a:pt x="9653060" y="2652834"/>
                    </a:lnTo>
                    <a:lnTo>
                      <a:pt x="9642098" y="2671437"/>
                    </a:lnTo>
                    <a:lnTo>
                      <a:pt x="9629403" y="2688612"/>
                    </a:lnTo>
                    <a:lnTo>
                      <a:pt x="9618136" y="2704055"/>
                    </a:lnTo>
                    <a:lnTo>
                      <a:pt x="9605289" y="2719650"/>
                    </a:lnTo>
                    <a:lnTo>
                      <a:pt x="9592137" y="2732085"/>
                    </a:lnTo>
                    <a:lnTo>
                      <a:pt x="9578984" y="2744521"/>
                    </a:lnTo>
                    <a:lnTo>
                      <a:pt x="9564099" y="2755528"/>
                    </a:lnTo>
                    <a:lnTo>
                      <a:pt x="9548908" y="2763376"/>
                    </a:lnTo>
                    <a:lnTo>
                      <a:pt x="9535450" y="2772650"/>
                    </a:lnTo>
                    <a:lnTo>
                      <a:pt x="9519954" y="2777337"/>
                    </a:lnTo>
                    <a:lnTo>
                      <a:pt x="9501298" y="2782330"/>
                    </a:lnTo>
                    <a:lnTo>
                      <a:pt x="9485802" y="2787017"/>
                    </a:lnTo>
                    <a:lnTo>
                      <a:pt x="9470153" y="2790124"/>
                    </a:lnTo>
                    <a:lnTo>
                      <a:pt x="9452771" y="2791803"/>
                    </a:lnTo>
                    <a:lnTo>
                      <a:pt x="9417703" y="2792002"/>
                    </a:lnTo>
                    <a:lnTo>
                      <a:pt x="9384062" y="2790468"/>
                    </a:lnTo>
                    <a:lnTo>
                      <a:pt x="9348383" y="2784346"/>
                    </a:lnTo>
                    <a:lnTo>
                      <a:pt x="9312398" y="2775063"/>
                    </a:lnTo>
                    <a:lnTo>
                      <a:pt x="9276261" y="2764201"/>
                    </a:lnTo>
                    <a:lnTo>
                      <a:pt x="9241551" y="2751606"/>
                    </a:lnTo>
                    <a:lnTo>
                      <a:pt x="9208269" y="2737278"/>
                    </a:lnTo>
                    <a:lnTo>
                      <a:pt x="9173101" y="2719942"/>
                    </a:lnTo>
                    <a:lnTo>
                      <a:pt x="9141247" y="2703881"/>
                    </a:lnTo>
                    <a:lnTo>
                      <a:pt x="9110667" y="2684508"/>
                    </a:lnTo>
                    <a:lnTo>
                      <a:pt x="9053277" y="2651775"/>
                    </a:lnTo>
                    <a:lnTo>
                      <a:pt x="9006949" y="2617974"/>
                    </a:lnTo>
                    <a:lnTo>
                      <a:pt x="8970866" y="2591158"/>
                    </a:lnTo>
                    <a:lnTo>
                      <a:pt x="8939675" y="2565463"/>
                    </a:lnTo>
                    <a:lnTo>
                      <a:pt x="8879332" y="2518662"/>
                    </a:lnTo>
                    <a:lnTo>
                      <a:pt x="8824645" y="2480885"/>
                    </a:lnTo>
                    <a:lnTo>
                      <a:pt x="8770263" y="2446267"/>
                    </a:lnTo>
                    <a:lnTo>
                      <a:pt x="8721386" y="2419091"/>
                    </a:lnTo>
                    <a:lnTo>
                      <a:pt x="8674546" y="2396504"/>
                    </a:lnTo>
                    <a:lnTo>
                      <a:pt x="8629745" y="2378504"/>
                    </a:lnTo>
                    <a:lnTo>
                      <a:pt x="8588715" y="2366520"/>
                    </a:lnTo>
                    <a:lnTo>
                      <a:pt x="8547990" y="2357695"/>
                    </a:lnTo>
                    <a:lnTo>
                      <a:pt x="8511036" y="2354886"/>
                    </a:lnTo>
                    <a:lnTo>
                      <a:pt x="8477395" y="2353352"/>
                    </a:lnTo>
                    <a:lnTo>
                      <a:pt x="8445792" y="2356406"/>
                    </a:lnTo>
                    <a:lnTo>
                      <a:pt x="8414800" y="2365780"/>
                    </a:lnTo>
                    <a:lnTo>
                      <a:pt x="8386968" y="2374849"/>
                    </a:lnTo>
                    <a:lnTo>
                      <a:pt x="8361175" y="2388505"/>
                    </a:lnTo>
                    <a:lnTo>
                      <a:pt x="8338694" y="2403437"/>
                    </a:lnTo>
                    <a:lnTo>
                      <a:pt x="8316519" y="2421528"/>
                    </a:lnTo>
                    <a:lnTo>
                      <a:pt x="8294496" y="2441200"/>
                    </a:lnTo>
                    <a:lnTo>
                      <a:pt x="8277519" y="2463574"/>
                    </a:lnTo>
                    <a:lnTo>
                      <a:pt x="8262122" y="2485795"/>
                    </a:lnTo>
                    <a:lnTo>
                      <a:pt x="8245451" y="2511329"/>
                    </a:lnTo>
                    <a:lnTo>
                      <a:pt x="8231939" y="2536558"/>
                    </a:lnTo>
                    <a:lnTo>
                      <a:pt x="8220008" y="2561634"/>
                    </a:lnTo>
                    <a:lnTo>
                      <a:pt x="8208230" y="2588291"/>
                    </a:lnTo>
                    <a:lnTo>
                      <a:pt x="8199612" y="2614642"/>
                    </a:lnTo>
                    <a:lnTo>
                      <a:pt x="8183956" y="2667191"/>
                    </a:lnTo>
                    <a:lnTo>
                      <a:pt x="8172734" y="2716122"/>
                    </a:lnTo>
                    <a:lnTo>
                      <a:pt x="8164216" y="2760007"/>
                    </a:lnTo>
                    <a:lnTo>
                      <a:pt x="8158399" y="2798847"/>
                    </a:lnTo>
                    <a:lnTo>
                      <a:pt x="8146613" y="2874945"/>
                    </a:lnTo>
                    <a:lnTo>
                      <a:pt x="8131514" y="2949769"/>
                    </a:lnTo>
                    <a:lnTo>
                      <a:pt x="8116110" y="3021433"/>
                    </a:lnTo>
                    <a:lnTo>
                      <a:pt x="8098820" y="3090089"/>
                    </a:lnTo>
                    <a:lnTo>
                      <a:pt x="8079951" y="3158898"/>
                    </a:lnTo>
                    <a:lnTo>
                      <a:pt x="8057768" y="3226432"/>
                    </a:lnTo>
                    <a:lnTo>
                      <a:pt x="8035127" y="3289226"/>
                    </a:lnTo>
                    <a:lnTo>
                      <a:pt x="8011059" y="3353752"/>
                    </a:lnTo>
                    <a:lnTo>
                      <a:pt x="7983372" y="3413843"/>
                    </a:lnTo>
                    <a:lnTo>
                      <a:pt x="7957113" y="3472202"/>
                    </a:lnTo>
                    <a:lnTo>
                      <a:pt x="7925961" y="3529438"/>
                    </a:lnTo>
                    <a:lnTo>
                      <a:pt x="7896083" y="3583362"/>
                    </a:lnTo>
                    <a:lnTo>
                      <a:pt x="7864626" y="3637438"/>
                    </a:lnTo>
                    <a:lnTo>
                      <a:pt x="7831130" y="3686926"/>
                    </a:lnTo>
                    <a:lnTo>
                      <a:pt x="7797787" y="3737994"/>
                    </a:lnTo>
                    <a:lnTo>
                      <a:pt x="7762559" y="3786055"/>
                    </a:lnTo>
                    <a:lnTo>
                      <a:pt x="7725597" y="3832689"/>
                    </a:lnTo>
                    <a:lnTo>
                      <a:pt x="7688483" y="3877742"/>
                    </a:lnTo>
                    <a:lnTo>
                      <a:pt x="7649636" y="3921368"/>
                    </a:lnTo>
                    <a:lnTo>
                      <a:pt x="7612064" y="3961681"/>
                    </a:lnTo>
                    <a:lnTo>
                      <a:pt x="7571332" y="4002299"/>
                    </a:lnTo>
                    <a:lnTo>
                      <a:pt x="7530447" y="4041337"/>
                    </a:lnTo>
                    <a:lnTo>
                      <a:pt x="7489409" y="4078795"/>
                    </a:lnTo>
                    <a:lnTo>
                      <a:pt x="7448066" y="4113093"/>
                    </a:lnTo>
                    <a:lnTo>
                      <a:pt x="7406723" y="4147390"/>
                    </a:lnTo>
                    <a:lnTo>
                      <a:pt x="7365227" y="4180108"/>
                    </a:lnTo>
                    <a:lnTo>
                      <a:pt x="7321998" y="4211398"/>
                    </a:lnTo>
                    <a:lnTo>
                      <a:pt x="7280350" y="4242535"/>
                    </a:lnTo>
                    <a:lnTo>
                      <a:pt x="7238549" y="4272092"/>
                    </a:lnTo>
                    <a:lnTo>
                      <a:pt x="7193435" y="4300375"/>
                    </a:lnTo>
                    <a:lnTo>
                      <a:pt x="7109069" y="4351588"/>
                    </a:lnTo>
                    <a:lnTo>
                      <a:pt x="7025826" y="4397909"/>
                    </a:lnTo>
                    <a:lnTo>
                      <a:pt x="6940391" y="4438062"/>
                    </a:lnTo>
                    <a:lnTo>
                      <a:pt x="6859545" y="4476176"/>
                    </a:lnTo>
                    <a:lnTo>
                      <a:pt x="6779820" y="4509398"/>
                    </a:lnTo>
                    <a:lnTo>
                      <a:pt x="6704378" y="4537421"/>
                    </a:lnTo>
                    <a:lnTo>
                      <a:pt x="6630516" y="4565291"/>
                    </a:lnTo>
                    <a:lnTo>
                      <a:pt x="6562364" y="4586230"/>
                    </a:lnTo>
                    <a:lnTo>
                      <a:pt x="6500380" y="4604979"/>
                    </a:lnTo>
                    <a:lnTo>
                      <a:pt x="6439823" y="4621994"/>
                    </a:lnTo>
                    <a:lnTo>
                      <a:pt x="6388289" y="4633353"/>
                    </a:lnTo>
                    <a:lnTo>
                      <a:pt x="6302450" y="4652811"/>
                    </a:lnTo>
                    <a:lnTo>
                      <a:pt x="6249031" y="4661163"/>
                    </a:lnTo>
                    <a:lnTo>
                      <a:pt x="6230222" y="4664575"/>
                    </a:lnTo>
                    <a:lnTo>
                      <a:pt x="6227135" y="4654343"/>
                    </a:lnTo>
                    <a:lnTo>
                      <a:pt x="6227811" y="4661118"/>
                    </a:lnTo>
                    <a:lnTo>
                      <a:pt x="6098112" y="4712138"/>
                    </a:lnTo>
                    <a:lnTo>
                      <a:pt x="6049694" y="4681559"/>
                    </a:lnTo>
                    <a:lnTo>
                      <a:pt x="6003825" y="4645883"/>
                    </a:lnTo>
                    <a:lnTo>
                      <a:pt x="5917185" y="4584725"/>
                    </a:lnTo>
                    <a:lnTo>
                      <a:pt x="5848382" y="4523566"/>
                    </a:lnTo>
                    <a:lnTo>
                      <a:pt x="5794867" y="4475149"/>
                    </a:lnTo>
                    <a:lnTo>
                      <a:pt x="5748999" y="4429279"/>
                    </a:lnTo>
                    <a:lnTo>
                      <a:pt x="5659810" y="4345187"/>
                    </a:lnTo>
                    <a:lnTo>
                      <a:pt x="5578265" y="4276383"/>
                    </a:lnTo>
                    <a:lnTo>
                      <a:pt x="5496721" y="4212677"/>
                    </a:lnTo>
                    <a:lnTo>
                      <a:pt x="5422820" y="4161712"/>
                    </a:lnTo>
                    <a:lnTo>
                      <a:pt x="5351468" y="4118390"/>
                    </a:lnTo>
                    <a:lnTo>
                      <a:pt x="5282666" y="4082714"/>
                    </a:lnTo>
                    <a:lnTo>
                      <a:pt x="5218958" y="4057232"/>
                    </a:lnTo>
                    <a:lnTo>
                      <a:pt x="5155251" y="4036845"/>
                    </a:lnTo>
                    <a:lnTo>
                      <a:pt x="5096640" y="4026652"/>
                    </a:lnTo>
                    <a:lnTo>
                      <a:pt x="5043128" y="4019008"/>
                    </a:lnTo>
                    <a:lnTo>
                      <a:pt x="4880868" y="3988754"/>
                    </a:lnTo>
                    <a:lnTo>
                      <a:pt x="4821814" y="3988754"/>
                    </a:lnTo>
                    <a:lnTo>
                      <a:pt x="4762758" y="4000565"/>
                    </a:lnTo>
                    <a:lnTo>
                      <a:pt x="4709610" y="4012376"/>
                    </a:lnTo>
                    <a:lnTo>
                      <a:pt x="4659412" y="4033044"/>
                    </a:lnTo>
                    <a:lnTo>
                      <a:pt x="4615122" y="4056665"/>
                    </a:lnTo>
                    <a:lnTo>
                      <a:pt x="4570830" y="4086193"/>
                    </a:lnTo>
                    <a:lnTo>
                      <a:pt x="4526540" y="4118674"/>
                    </a:lnTo>
                    <a:lnTo>
                      <a:pt x="4491107" y="4157059"/>
                    </a:lnTo>
                    <a:lnTo>
                      <a:pt x="4458626" y="4195446"/>
                    </a:lnTo>
                    <a:lnTo>
                      <a:pt x="4423193" y="4239735"/>
                    </a:lnTo>
                    <a:lnTo>
                      <a:pt x="4393666" y="4284027"/>
                    </a:lnTo>
                    <a:lnTo>
                      <a:pt x="4367092" y="4328317"/>
                    </a:lnTo>
                    <a:lnTo>
                      <a:pt x="4340517" y="4375561"/>
                    </a:lnTo>
                    <a:lnTo>
                      <a:pt x="4319849" y="4422804"/>
                    </a:lnTo>
                    <a:lnTo>
                      <a:pt x="4281462" y="4517292"/>
                    </a:lnTo>
                    <a:lnTo>
                      <a:pt x="4251934" y="4605875"/>
                    </a:lnTo>
                    <a:lnTo>
                      <a:pt x="4228313" y="4685599"/>
                    </a:lnTo>
                    <a:lnTo>
                      <a:pt x="4210597" y="4756464"/>
                    </a:lnTo>
                    <a:lnTo>
                      <a:pt x="4175163" y="4895242"/>
                    </a:lnTo>
                    <a:lnTo>
                      <a:pt x="4133825" y="5031067"/>
                    </a:lnTo>
                    <a:lnTo>
                      <a:pt x="4092487" y="5160987"/>
                    </a:lnTo>
                    <a:lnTo>
                      <a:pt x="4048197" y="5285002"/>
                    </a:lnTo>
                    <a:lnTo>
                      <a:pt x="4000953" y="5409017"/>
                    </a:lnTo>
                    <a:lnTo>
                      <a:pt x="3947804" y="5530080"/>
                    </a:lnTo>
                    <a:lnTo>
                      <a:pt x="3894654" y="5642284"/>
                    </a:lnTo>
                    <a:lnTo>
                      <a:pt x="3838552" y="5757440"/>
                    </a:lnTo>
                    <a:lnTo>
                      <a:pt x="3776546" y="5863738"/>
                    </a:lnTo>
                    <a:lnTo>
                      <a:pt x="3717492" y="5967085"/>
                    </a:lnTo>
                    <a:lnTo>
                      <a:pt x="3649577" y="6067477"/>
                    </a:lnTo>
                    <a:lnTo>
                      <a:pt x="3584617" y="6161965"/>
                    </a:lnTo>
                    <a:lnTo>
                      <a:pt x="3516705" y="6256452"/>
                    </a:lnTo>
                    <a:lnTo>
                      <a:pt x="3445840" y="6342080"/>
                    </a:lnTo>
                    <a:lnTo>
                      <a:pt x="3374974" y="6430663"/>
                    </a:lnTo>
                    <a:lnTo>
                      <a:pt x="3301155" y="6513339"/>
                    </a:lnTo>
                    <a:lnTo>
                      <a:pt x="3224384" y="6593063"/>
                    </a:lnTo>
                    <a:lnTo>
                      <a:pt x="3147613" y="6669834"/>
                    </a:lnTo>
                    <a:lnTo>
                      <a:pt x="3067890" y="6743653"/>
                    </a:lnTo>
                    <a:lnTo>
                      <a:pt x="2991120" y="6811566"/>
                    </a:lnTo>
                    <a:lnTo>
                      <a:pt x="2908443" y="6879478"/>
                    </a:lnTo>
                    <a:lnTo>
                      <a:pt x="2825766" y="6944438"/>
                    </a:lnTo>
                    <a:lnTo>
                      <a:pt x="2743090" y="7006447"/>
                    </a:lnTo>
                    <a:lnTo>
                      <a:pt x="2660413" y="7062547"/>
                    </a:lnTo>
                    <a:lnTo>
                      <a:pt x="2577736" y="7118650"/>
                    </a:lnTo>
                    <a:lnTo>
                      <a:pt x="2495061" y="7171799"/>
                    </a:lnTo>
                    <a:lnTo>
                      <a:pt x="2409429" y="7221995"/>
                    </a:lnTo>
                    <a:lnTo>
                      <a:pt x="2326754" y="7272193"/>
                    </a:lnTo>
                    <a:lnTo>
                      <a:pt x="2244077" y="7319436"/>
                    </a:lnTo>
                    <a:lnTo>
                      <a:pt x="2155495" y="7363726"/>
                    </a:lnTo>
                    <a:lnTo>
                      <a:pt x="1990142" y="7443451"/>
                    </a:lnTo>
                    <a:lnTo>
                      <a:pt x="1827743" y="7514317"/>
                    </a:lnTo>
                    <a:lnTo>
                      <a:pt x="1662389" y="7573370"/>
                    </a:lnTo>
                    <a:lnTo>
                      <a:pt x="1505893" y="7629472"/>
                    </a:lnTo>
                    <a:lnTo>
                      <a:pt x="1352352" y="7676715"/>
                    </a:lnTo>
                    <a:lnTo>
                      <a:pt x="1207669" y="7715102"/>
                    </a:lnTo>
                    <a:lnTo>
                      <a:pt x="1065937" y="7753487"/>
                    </a:lnTo>
                    <a:lnTo>
                      <a:pt x="936017" y="7780062"/>
                    </a:lnTo>
                    <a:lnTo>
                      <a:pt x="817908" y="7803684"/>
                    </a:lnTo>
                    <a:lnTo>
                      <a:pt x="702751" y="7824352"/>
                    </a:lnTo>
                    <a:lnTo>
                      <a:pt x="605312" y="7836163"/>
                    </a:lnTo>
                    <a:lnTo>
                      <a:pt x="442910" y="7856833"/>
                    </a:lnTo>
                    <a:lnTo>
                      <a:pt x="342518" y="7862739"/>
                    </a:lnTo>
                    <a:lnTo>
                      <a:pt x="307084" y="7865691"/>
                    </a:lnTo>
                    <a:lnTo>
                      <a:pt x="0" y="6324364"/>
                    </a:lnTo>
                    <a:lnTo>
                      <a:pt x="32481" y="6318459"/>
                    </a:lnTo>
                    <a:lnTo>
                      <a:pt x="124015" y="6312553"/>
                    </a:lnTo>
                    <a:lnTo>
                      <a:pt x="265746" y="6297791"/>
                    </a:lnTo>
                    <a:lnTo>
                      <a:pt x="357282" y="6283026"/>
                    </a:lnTo>
                    <a:lnTo>
                      <a:pt x="454721" y="6265309"/>
                    </a:lnTo>
                    <a:lnTo>
                      <a:pt x="563973" y="6247592"/>
                    </a:lnTo>
                    <a:lnTo>
                      <a:pt x="679129" y="6221020"/>
                    </a:lnTo>
                    <a:lnTo>
                      <a:pt x="803144" y="6185586"/>
                    </a:lnTo>
                    <a:lnTo>
                      <a:pt x="933064" y="6150154"/>
                    </a:lnTo>
                    <a:lnTo>
                      <a:pt x="1068890" y="6102911"/>
                    </a:lnTo>
                    <a:lnTo>
                      <a:pt x="1210620" y="6049761"/>
                    </a:lnTo>
                    <a:lnTo>
                      <a:pt x="1358257" y="5990706"/>
                    </a:lnTo>
                    <a:lnTo>
                      <a:pt x="1502942" y="5922793"/>
                    </a:lnTo>
                    <a:lnTo>
                      <a:pt x="1653530" y="5843070"/>
                    </a:lnTo>
                    <a:lnTo>
                      <a:pt x="1730302" y="5801731"/>
                    </a:lnTo>
                    <a:lnTo>
                      <a:pt x="1807072" y="5757440"/>
                    </a:lnTo>
                    <a:lnTo>
                      <a:pt x="1880892" y="5710195"/>
                    </a:lnTo>
                    <a:lnTo>
                      <a:pt x="1957662" y="5662952"/>
                    </a:lnTo>
                    <a:lnTo>
                      <a:pt x="2034434" y="5609803"/>
                    </a:lnTo>
                    <a:lnTo>
                      <a:pt x="2108251" y="5553701"/>
                    </a:lnTo>
                    <a:lnTo>
                      <a:pt x="2185022" y="5497599"/>
                    </a:lnTo>
                    <a:lnTo>
                      <a:pt x="2255888" y="5435593"/>
                    </a:lnTo>
                    <a:lnTo>
                      <a:pt x="2329707" y="5373584"/>
                    </a:lnTo>
                    <a:lnTo>
                      <a:pt x="2403525" y="5305672"/>
                    </a:lnTo>
                    <a:lnTo>
                      <a:pt x="2477344" y="5237759"/>
                    </a:lnTo>
                    <a:lnTo>
                      <a:pt x="2548210" y="5166894"/>
                    </a:lnTo>
                    <a:lnTo>
                      <a:pt x="2616121" y="5090123"/>
                    </a:lnTo>
                    <a:lnTo>
                      <a:pt x="2686987" y="5010399"/>
                    </a:lnTo>
                    <a:lnTo>
                      <a:pt x="2754901" y="4930674"/>
                    </a:lnTo>
                    <a:lnTo>
                      <a:pt x="2819860" y="4842093"/>
                    </a:lnTo>
                    <a:lnTo>
                      <a:pt x="2887773" y="4756465"/>
                    </a:lnTo>
                    <a:lnTo>
                      <a:pt x="2949781" y="4661977"/>
                    </a:lnTo>
                    <a:lnTo>
                      <a:pt x="3011788" y="4567490"/>
                    </a:lnTo>
                    <a:lnTo>
                      <a:pt x="3070842" y="4470049"/>
                    </a:lnTo>
                    <a:lnTo>
                      <a:pt x="3126944" y="4366704"/>
                    </a:lnTo>
                    <a:lnTo>
                      <a:pt x="3183046" y="4260406"/>
                    </a:lnTo>
                    <a:lnTo>
                      <a:pt x="3236195" y="4145248"/>
                    </a:lnTo>
                    <a:lnTo>
                      <a:pt x="3286393" y="4033044"/>
                    </a:lnTo>
                    <a:lnTo>
                      <a:pt x="3336587" y="3914935"/>
                    </a:lnTo>
                    <a:lnTo>
                      <a:pt x="3383832" y="3793873"/>
                    </a:lnTo>
                    <a:lnTo>
                      <a:pt x="3428123" y="3666905"/>
                    </a:lnTo>
                    <a:lnTo>
                      <a:pt x="3466508" y="3536985"/>
                    </a:lnTo>
                    <a:lnTo>
                      <a:pt x="3504894" y="3398208"/>
                    </a:lnTo>
                    <a:lnTo>
                      <a:pt x="3540327" y="3259428"/>
                    </a:lnTo>
                    <a:lnTo>
                      <a:pt x="3558043" y="3191516"/>
                    </a:lnTo>
                    <a:lnTo>
                      <a:pt x="3584617" y="3108840"/>
                    </a:lnTo>
                    <a:lnTo>
                      <a:pt x="3617098" y="3017305"/>
                    </a:lnTo>
                    <a:lnTo>
                      <a:pt x="3661388" y="2919865"/>
                    </a:lnTo>
                    <a:lnTo>
                      <a:pt x="3687964" y="2869668"/>
                    </a:lnTo>
                    <a:lnTo>
                      <a:pt x="3714537" y="2822424"/>
                    </a:lnTo>
                    <a:lnTo>
                      <a:pt x="3744064" y="2772228"/>
                    </a:lnTo>
                    <a:lnTo>
                      <a:pt x="3776546" y="2724985"/>
                    </a:lnTo>
                    <a:lnTo>
                      <a:pt x="3809025" y="2683647"/>
                    </a:lnTo>
                    <a:lnTo>
                      <a:pt x="3850363" y="2642308"/>
                    </a:lnTo>
                    <a:lnTo>
                      <a:pt x="3891701" y="2603921"/>
                    </a:lnTo>
                    <a:lnTo>
                      <a:pt x="3933040" y="2565537"/>
                    </a:lnTo>
                    <a:lnTo>
                      <a:pt x="3977331" y="2536010"/>
                    </a:lnTo>
                    <a:lnTo>
                      <a:pt x="4027527" y="2512388"/>
                    </a:lnTo>
                    <a:lnTo>
                      <a:pt x="4077724" y="2488766"/>
                    </a:lnTo>
                    <a:lnTo>
                      <a:pt x="4130874" y="2476955"/>
                    </a:lnTo>
                    <a:lnTo>
                      <a:pt x="4186974" y="2471050"/>
                    </a:lnTo>
                    <a:lnTo>
                      <a:pt x="4246029" y="2465144"/>
                    </a:lnTo>
                    <a:lnTo>
                      <a:pt x="4310989" y="2474001"/>
                    </a:lnTo>
                    <a:lnTo>
                      <a:pt x="4375949" y="2488766"/>
                    </a:lnTo>
                    <a:lnTo>
                      <a:pt x="4446816" y="2512388"/>
                    </a:lnTo>
                    <a:lnTo>
                      <a:pt x="4520634" y="2544867"/>
                    </a:lnTo>
                    <a:lnTo>
                      <a:pt x="4597405" y="2589159"/>
                    </a:lnTo>
                    <a:lnTo>
                      <a:pt x="4674177" y="2642308"/>
                    </a:lnTo>
                    <a:lnTo>
                      <a:pt x="4756853" y="2707268"/>
                    </a:lnTo>
                    <a:lnTo>
                      <a:pt x="4842482" y="2781086"/>
                    </a:lnTo>
                    <a:lnTo>
                      <a:pt x="4934017" y="2869668"/>
                    </a:lnTo>
                    <a:lnTo>
                      <a:pt x="5028504" y="2970060"/>
                    </a:lnTo>
                    <a:lnTo>
                      <a:pt x="5131849" y="3091492"/>
                    </a:lnTo>
                    <a:lnTo>
                      <a:pt x="5131263" y="3098119"/>
                    </a:lnTo>
                    <a:lnTo>
                      <a:pt x="5170541" y="3139853"/>
                    </a:lnTo>
                    <a:lnTo>
                      <a:pt x="5272472" y="3259623"/>
                    </a:lnTo>
                    <a:lnTo>
                      <a:pt x="5343823" y="3343715"/>
                    </a:lnTo>
                    <a:lnTo>
                      <a:pt x="5425369" y="3432906"/>
                    </a:lnTo>
                    <a:lnTo>
                      <a:pt x="5514557" y="3522094"/>
                    </a:lnTo>
                    <a:lnTo>
                      <a:pt x="5560426" y="3567964"/>
                    </a:lnTo>
                    <a:lnTo>
                      <a:pt x="5608844" y="3611285"/>
                    </a:lnTo>
                    <a:lnTo>
                      <a:pt x="5659810" y="3654604"/>
                    </a:lnTo>
                    <a:lnTo>
                      <a:pt x="5710775" y="3692830"/>
                    </a:lnTo>
                    <a:lnTo>
                      <a:pt x="5759192" y="3725956"/>
                    </a:lnTo>
                    <a:lnTo>
                      <a:pt x="5810157" y="3759084"/>
                    </a:lnTo>
                    <a:lnTo>
                      <a:pt x="5863672" y="3787115"/>
                    </a:lnTo>
                    <a:lnTo>
                      <a:pt x="5914637" y="3807501"/>
                    </a:lnTo>
                    <a:lnTo>
                      <a:pt x="5965602" y="3825340"/>
                    </a:lnTo>
                    <a:lnTo>
                      <a:pt x="6019115" y="3832983"/>
                    </a:lnTo>
                    <a:lnTo>
                      <a:pt x="6044598" y="3835532"/>
                    </a:lnTo>
                    <a:lnTo>
                      <a:pt x="6070081" y="3835533"/>
                    </a:lnTo>
                    <a:lnTo>
                      <a:pt x="6088201" y="3835532"/>
                    </a:lnTo>
                    <a:lnTo>
                      <a:pt x="6127028" y="3827657"/>
                    </a:lnTo>
                    <a:lnTo>
                      <a:pt x="6175249" y="3815024"/>
                    </a:lnTo>
                    <a:lnTo>
                      <a:pt x="6226478" y="3800504"/>
                    </a:lnTo>
                    <a:lnTo>
                      <a:pt x="6284027" y="3785374"/>
                    </a:lnTo>
                    <a:lnTo>
                      <a:pt x="6344278" y="3765199"/>
                    </a:lnTo>
                    <a:lnTo>
                      <a:pt x="6408812" y="3739825"/>
                    </a:lnTo>
                    <a:lnTo>
                      <a:pt x="6476506" y="3714145"/>
                    </a:lnTo>
                    <a:lnTo>
                      <a:pt x="6546750" y="3681840"/>
                    </a:lnTo>
                    <a:lnTo>
                      <a:pt x="6619848" y="3646069"/>
                    </a:lnTo>
                    <a:lnTo>
                      <a:pt x="6695802" y="3606832"/>
                    </a:lnTo>
                    <a:lnTo>
                      <a:pt x="6769717" y="3563008"/>
                    </a:lnTo>
                    <a:lnTo>
                      <a:pt x="6846182" y="3512557"/>
                    </a:lnTo>
                    <a:lnTo>
                      <a:pt x="6885128" y="3486466"/>
                    </a:lnTo>
                    <a:lnTo>
                      <a:pt x="6923922" y="3458794"/>
                    </a:lnTo>
                    <a:lnTo>
                      <a:pt x="6960982" y="3429695"/>
                    </a:lnTo>
                    <a:lnTo>
                      <a:pt x="6999623" y="3400443"/>
                    </a:lnTo>
                    <a:lnTo>
                      <a:pt x="7037959" y="3368031"/>
                    </a:lnTo>
                    <a:lnTo>
                      <a:pt x="7074561" y="3334191"/>
                    </a:lnTo>
                    <a:lnTo>
                      <a:pt x="7112744" y="3300199"/>
                    </a:lnTo>
                    <a:lnTo>
                      <a:pt x="7147461" y="3263352"/>
                    </a:lnTo>
                    <a:lnTo>
                      <a:pt x="7183759" y="3226352"/>
                    </a:lnTo>
                    <a:lnTo>
                      <a:pt x="7219751" y="3186191"/>
                    </a:lnTo>
                    <a:lnTo>
                      <a:pt x="7255743" y="3146031"/>
                    </a:lnTo>
                    <a:lnTo>
                      <a:pt x="7290002" y="3104444"/>
                    </a:lnTo>
                    <a:lnTo>
                      <a:pt x="7322375" y="3059848"/>
                    </a:lnTo>
                    <a:lnTo>
                      <a:pt x="7356176" y="3013520"/>
                    </a:lnTo>
                    <a:lnTo>
                      <a:pt x="7388397" y="2967345"/>
                    </a:lnTo>
                    <a:lnTo>
                      <a:pt x="7418580" y="2916582"/>
                    </a:lnTo>
                    <a:lnTo>
                      <a:pt x="7450496" y="2867246"/>
                    </a:lnTo>
                    <a:lnTo>
                      <a:pt x="7478793" y="2813475"/>
                    </a:lnTo>
                    <a:lnTo>
                      <a:pt x="7507090" y="2759705"/>
                    </a:lnTo>
                    <a:lnTo>
                      <a:pt x="7533655" y="2704506"/>
                    </a:lnTo>
                    <a:lnTo>
                      <a:pt x="7558334" y="2646301"/>
                    </a:lnTo>
                    <a:lnTo>
                      <a:pt x="7582860" y="2586515"/>
                    </a:lnTo>
                    <a:lnTo>
                      <a:pt x="7605348" y="2522141"/>
                    </a:lnTo>
                    <a:lnTo>
                      <a:pt x="7626409" y="2459500"/>
                    </a:lnTo>
                    <a:lnTo>
                      <a:pt x="7647164" y="2393699"/>
                    </a:lnTo>
                    <a:lnTo>
                      <a:pt x="7666187" y="2326471"/>
                    </a:lnTo>
                    <a:lnTo>
                      <a:pt x="7683324" y="2256234"/>
                    </a:lnTo>
                    <a:lnTo>
                      <a:pt x="7697148" y="2184723"/>
                    </a:lnTo>
                    <a:lnTo>
                      <a:pt x="7710514" y="2108472"/>
                    </a:lnTo>
                    <a:lnTo>
                      <a:pt x="7722300" y="2032373"/>
                    </a:lnTo>
                    <a:lnTo>
                      <a:pt x="7728269" y="1995114"/>
                    </a:lnTo>
                    <a:lnTo>
                      <a:pt x="7738215" y="1949496"/>
                    </a:lnTo>
                    <a:lnTo>
                      <a:pt x="7750864" y="1898832"/>
                    </a:lnTo>
                    <a:lnTo>
                      <a:pt x="7769527" y="1844397"/>
                    </a:lnTo>
                    <a:lnTo>
                      <a:pt x="7781153" y="1816161"/>
                    </a:lnTo>
                    <a:lnTo>
                      <a:pt x="7792932" y="1789504"/>
                    </a:lnTo>
                    <a:lnTo>
                      <a:pt x="7806138" y="1761115"/>
                    </a:lnTo>
                    <a:lnTo>
                      <a:pt x="7821076" y="1734153"/>
                    </a:lnTo>
                    <a:lnTo>
                      <a:pt x="7836320" y="1710352"/>
                    </a:lnTo>
                    <a:lnTo>
                      <a:pt x="7856305" y="1686093"/>
                    </a:lnTo>
                    <a:lnTo>
                      <a:pt x="7876442" y="1663413"/>
                    </a:lnTo>
                    <a:lnTo>
                      <a:pt x="7896579" y="1640734"/>
                    </a:lnTo>
                    <a:lnTo>
                      <a:pt x="7918755" y="1622642"/>
                    </a:lnTo>
                    <a:lnTo>
                      <a:pt x="7944396" y="1607405"/>
                    </a:lnTo>
                    <a:lnTo>
                      <a:pt x="7970036" y="1592169"/>
                    </a:lnTo>
                    <a:lnTo>
                      <a:pt x="7997868" y="1583100"/>
                    </a:lnTo>
                    <a:lnTo>
                      <a:pt x="8027586" y="1577039"/>
                    </a:lnTo>
                    <a:lnTo>
                      <a:pt x="8058883" y="1570825"/>
                    </a:lnTo>
                    <a:lnTo>
                      <a:pt x="8094104" y="1572207"/>
                    </a:lnTo>
                    <a:lnTo>
                      <a:pt x="8129631" y="1576748"/>
                    </a:lnTo>
                    <a:lnTo>
                      <a:pt x="8168776" y="1585725"/>
                    </a:lnTo>
                    <a:lnTo>
                      <a:pt x="8209959" y="1599290"/>
                    </a:lnTo>
                    <a:lnTo>
                      <a:pt x="8253332" y="1619022"/>
                    </a:lnTo>
                    <a:lnTo>
                      <a:pt x="8297164" y="1643496"/>
                    </a:lnTo>
                    <a:lnTo>
                      <a:pt x="8344767" y="1673984"/>
                    </a:lnTo>
                    <a:lnTo>
                      <a:pt x="8394408" y="1709059"/>
                    </a:lnTo>
                    <a:lnTo>
                      <a:pt x="8447973" y="1751731"/>
                    </a:lnTo>
                    <a:lnTo>
                      <a:pt x="8503728" y="1800570"/>
                    </a:lnTo>
                    <a:lnTo>
                      <a:pt x="8574110" y="1868729"/>
                    </a:lnTo>
                    <a:lnTo>
                      <a:pt x="8623392" y="1916599"/>
                    </a:lnTo>
                    <a:lnTo>
                      <a:pt x="8679300" y="1967018"/>
                    </a:lnTo>
                    <a:lnTo>
                      <a:pt x="8739949" y="2016979"/>
                    </a:lnTo>
                    <a:lnTo>
                      <a:pt x="8771139" y="2042674"/>
                    </a:lnTo>
                    <a:lnTo>
                      <a:pt x="8803758" y="2066635"/>
                    </a:lnTo>
                    <a:lnTo>
                      <a:pt x="8837956" y="2090444"/>
                    </a:lnTo>
                    <a:lnTo>
                      <a:pt x="8871849" y="2111093"/>
                    </a:lnTo>
                    <a:lnTo>
                      <a:pt x="8903856" y="2128734"/>
                    </a:lnTo>
                    <a:lnTo>
                      <a:pt x="8937444" y="2146222"/>
                    </a:lnTo>
                    <a:lnTo>
                      <a:pt x="8972307" y="2160398"/>
                    </a:lnTo>
                    <a:lnTo>
                      <a:pt x="9005131" y="2169985"/>
                    </a:lnTo>
                    <a:lnTo>
                      <a:pt x="9037802" y="2177992"/>
                    </a:lnTo>
                    <a:lnTo>
                      <a:pt x="9071443" y="2179527"/>
                    </a:lnTo>
                    <a:lnTo>
                      <a:pt x="9087397" y="2179580"/>
                    </a:lnTo>
                    <a:lnTo>
                      <a:pt x="9103199" y="2178053"/>
                    </a:lnTo>
                    <a:lnTo>
                      <a:pt x="9119000" y="2176526"/>
                    </a:lnTo>
                    <a:lnTo>
                      <a:pt x="9133069" y="2173572"/>
                    </a:lnTo>
                    <a:lnTo>
                      <a:pt x="9148565" y="2168885"/>
                    </a:lnTo>
                    <a:lnTo>
                      <a:pt x="9162175" y="2161191"/>
                    </a:lnTo>
                    <a:lnTo>
                      <a:pt x="9178946" y="2153190"/>
                    </a:lnTo>
                    <a:lnTo>
                      <a:pt x="9192404" y="2143916"/>
                    </a:lnTo>
                    <a:lnTo>
                      <a:pt x="9205862" y="2134641"/>
                    </a:lnTo>
                    <a:lnTo>
                      <a:pt x="9219015" y="2122206"/>
                    </a:lnTo>
                    <a:lnTo>
                      <a:pt x="9232014" y="2108190"/>
                    </a:lnTo>
                    <a:lnTo>
                      <a:pt x="9243434" y="2094328"/>
                    </a:lnTo>
                    <a:lnTo>
                      <a:pt x="9256129" y="2077152"/>
                    </a:lnTo>
                    <a:lnTo>
                      <a:pt x="9267090" y="2058550"/>
                    </a:lnTo>
                    <a:lnTo>
                      <a:pt x="9276166" y="2036939"/>
                    </a:lnTo>
                    <a:lnTo>
                      <a:pt x="9286975" y="2016756"/>
                    </a:lnTo>
                    <a:lnTo>
                      <a:pt x="9295746" y="1991985"/>
                    </a:lnTo>
                    <a:lnTo>
                      <a:pt x="9305945" y="1965481"/>
                    </a:lnTo>
                    <a:lnTo>
                      <a:pt x="9314410" y="1937550"/>
                    </a:lnTo>
                    <a:lnTo>
                      <a:pt x="9322723" y="1908039"/>
                    </a:lnTo>
                    <a:lnTo>
                      <a:pt x="9329303" y="1877100"/>
                    </a:lnTo>
                    <a:lnTo>
                      <a:pt x="9335577" y="1843001"/>
                    </a:lnTo>
                    <a:lnTo>
                      <a:pt x="9345936" y="1768635"/>
                    </a:lnTo>
                    <a:lnTo>
                      <a:pt x="9360477" y="1671536"/>
                    </a:lnTo>
                    <a:lnTo>
                      <a:pt x="9375683" y="1564804"/>
                    </a:lnTo>
                    <a:lnTo>
                      <a:pt x="9393285" y="1449866"/>
                    </a:lnTo>
                    <a:lnTo>
                      <a:pt x="9413285" y="1326722"/>
                    </a:lnTo>
                    <a:lnTo>
                      <a:pt x="9437566" y="1198379"/>
                    </a:lnTo>
                    <a:lnTo>
                      <a:pt x="9466131" y="1064838"/>
                    </a:lnTo>
                    <a:lnTo>
                      <a:pt x="9495664" y="924823"/>
                    </a:lnTo>
                    <a:lnTo>
                      <a:pt x="9529480" y="779611"/>
                    </a:lnTo>
                    <a:lnTo>
                      <a:pt x="9539220" y="748367"/>
                    </a:lnTo>
                    <a:lnTo>
                      <a:pt x="9550083" y="712229"/>
                    </a:lnTo>
                    <a:lnTo>
                      <a:pt x="9562678" y="677520"/>
                    </a:lnTo>
                    <a:lnTo>
                      <a:pt x="9579708" y="639192"/>
                    </a:lnTo>
                    <a:lnTo>
                      <a:pt x="9598471" y="602291"/>
                    </a:lnTo>
                    <a:lnTo>
                      <a:pt x="9620089" y="561925"/>
                    </a:lnTo>
                    <a:lnTo>
                      <a:pt x="9643440" y="522986"/>
                    </a:lnTo>
                    <a:lnTo>
                      <a:pt x="9673264" y="485017"/>
                    </a:lnTo>
                    <a:lnTo>
                      <a:pt x="9702935" y="445467"/>
                    </a:lnTo>
                    <a:lnTo>
                      <a:pt x="9737653" y="408620"/>
                    </a:lnTo>
                    <a:lnTo>
                      <a:pt x="9775530" y="371468"/>
                    </a:lnTo>
                    <a:lnTo>
                      <a:pt x="9816721" y="335590"/>
                    </a:lnTo>
                    <a:lnTo>
                      <a:pt x="9861377" y="302567"/>
                    </a:lnTo>
                    <a:lnTo>
                      <a:pt x="9911078" y="272246"/>
                    </a:lnTo>
                    <a:lnTo>
                      <a:pt x="9938300" y="256857"/>
                    </a:lnTo>
                    <a:lnTo>
                      <a:pt x="9965826" y="244628"/>
                    </a:lnTo>
                    <a:lnTo>
                      <a:pt x="9994780" y="230666"/>
                    </a:lnTo>
                    <a:lnTo>
                      <a:pt x="10025314" y="216551"/>
                    </a:lnTo>
                    <a:close/>
                  </a:path>
                </a:pathLst>
              </a:custGeom>
              <a:solidFill>
                <a:srgbClr val="EF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dirty="0">
                  <a:solidFill>
                    <a:prstClr val="black"/>
                  </a:solidFill>
                  <a:latin typeface="Montserrat Light"/>
                </a:endParaRPr>
              </a:p>
            </p:txBody>
          </p:sp>
        </p:grpSp>
        <p:sp>
          <p:nvSpPr>
            <p:cNvPr id="19" name="Oval 18"/>
            <p:cNvSpPr/>
            <p:nvPr/>
          </p:nvSpPr>
          <p:spPr>
            <a:xfrm>
              <a:off x="2334883" y="4863861"/>
              <a:ext cx="1238250" cy="1238250"/>
            </a:xfrm>
            <a:prstGeom prst="ellipse">
              <a:avLst/>
            </a:prstGeom>
            <a:solidFill>
              <a:srgbClr val="EF423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2" name="Title 1"/>
          <p:cNvSpPr>
            <a:spLocks noGrp="1"/>
          </p:cNvSpPr>
          <p:nvPr>
            <p:ph type="ctrTitle"/>
          </p:nvPr>
        </p:nvSpPr>
        <p:spPr>
          <a:xfrm>
            <a:off x="1631877" y="612972"/>
            <a:ext cx="9144000" cy="1009346"/>
          </a:xfrm>
        </p:spPr>
        <p:txBody>
          <a:bodyPr>
            <a:normAutofit/>
          </a:bodyPr>
          <a:lstStyle/>
          <a:p>
            <a:pPr rtl="1"/>
            <a:r>
              <a:rPr lang="ar-SA" sz="4400" b="1" u="sng" dirty="0"/>
              <a:t>2. الواقع الافتراضي Virtual Reality</a:t>
            </a:r>
            <a:endParaRPr lang="en-US" sz="4400" u="sng" dirty="0"/>
          </a:p>
        </p:txBody>
      </p:sp>
      <p:sp>
        <p:nvSpPr>
          <p:cNvPr id="3" name="Subtitle 2"/>
          <p:cNvSpPr>
            <a:spLocks noGrp="1"/>
          </p:cNvSpPr>
          <p:nvPr>
            <p:ph type="subTitle" idx="1"/>
          </p:nvPr>
        </p:nvSpPr>
        <p:spPr>
          <a:xfrm>
            <a:off x="1263506" y="3256199"/>
            <a:ext cx="10185543" cy="1110470"/>
          </a:xfrm>
        </p:spPr>
        <p:txBody>
          <a:bodyPr>
            <a:noAutofit/>
          </a:bodyPr>
          <a:lstStyle/>
          <a:p>
            <a:pPr rtl="1"/>
            <a:r>
              <a:rPr lang="ar-JO" sz="2800" b="1" dirty="0"/>
              <a:t>التعليم الافتراضي هو نوع من التعليم الإلكتروني يتيح للمتعلم التواصل والحصول على المعلومات والتدريب عن طريق شبكة الإنترنت</a:t>
            </a:r>
            <a:endParaRPr lang="en-US" sz="2800" b="1" dirty="0"/>
          </a:p>
        </p:txBody>
      </p:sp>
      <p:sp>
        <p:nvSpPr>
          <p:cNvPr id="4" name="Rectangle 3"/>
          <p:cNvSpPr/>
          <p:nvPr/>
        </p:nvSpPr>
        <p:spPr>
          <a:xfrm>
            <a:off x="8058690" y="2207472"/>
            <a:ext cx="3248005" cy="646331"/>
          </a:xfrm>
          <a:prstGeom prst="rect">
            <a:avLst/>
          </a:prstGeom>
        </p:spPr>
        <p:txBody>
          <a:bodyPr wrap="none">
            <a:spAutoFit/>
          </a:bodyPr>
          <a:lstStyle/>
          <a:p>
            <a:pPr rtl="1"/>
            <a:r>
              <a:rPr lang="ar-SA" sz="3600" b="1" u="sng" dirty="0">
                <a:solidFill>
                  <a:srgbClr val="1C94D0"/>
                </a:solidFill>
              </a:rPr>
              <a:t>ج. التعليم الافتراضي</a:t>
            </a:r>
            <a:endParaRPr lang="en-US" sz="3600" u="sng" dirty="0">
              <a:solidFill>
                <a:srgbClr val="1C94D0"/>
              </a:solidFill>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4870531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8" name="Group 14"/>
          <p:cNvGrpSpPr>
            <a:grpSpLocks/>
          </p:cNvGrpSpPr>
          <p:nvPr/>
        </p:nvGrpSpPr>
        <p:grpSpPr bwMode="auto">
          <a:xfrm>
            <a:off x="2072641" y="886088"/>
            <a:ext cx="7961984" cy="5354687"/>
            <a:chOff x="0" y="2631"/>
            <a:chExt cx="15222" cy="10237"/>
          </a:xfrm>
        </p:grpSpPr>
        <p:sp>
          <p:nvSpPr>
            <p:cNvPr id="1039" name="Freeform 15"/>
            <p:cNvSpPr>
              <a:spLocks/>
            </p:cNvSpPr>
            <p:nvPr/>
          </p:nvSpPr>
          <p:spPr bwMode="auto">
            <a:xfrm>
              <a:off x="0" y="2631"/>
              <a:ext cx="15222" cy="10237"/>
            </a:xfrm>
            <a:custGeom>
              <a:avLst/>
              <a:gdLst/>
              <a:ahLst/>
              <a:cxnLst>
                <a:cxn ang="0">
                  <a:pos x="10" y="10236"/>
                </a:cxn>
                <a:cxn ang="0">
                  <a:pos x="3112" y="10236"/>
                </a:cxn>
                <a:cxn ang="0">
                  <a:pos x="13348" y="0"/>
                </a:cxn>
                <a:cxn ang="0">
                  <a:pos x="15232" y="0"/>
                </a:cxn>
              </a:cxnLst>
              <a:rect l="0" t="0" r="r" b="b"/>
              <a:pathLst>
                <a:path w="15222" h="10237">
                  <a:moveTo>
                    <a:pt x="10" y="10236"/>
                  </a:moveTo>
                  <a:lnTo>
                    <a:pt x="3112" y="10236"/>
                  </a:lnTo>
                  <a:lnTo>
                    <a:pt x="13348" y="0"/>
                  </a:lnTo>
                  <a:lnTo>
                    <a:pt x="15232" y="0"/>
                  </a:lnTo>
                </a:path>
              </a:pathLst>
            </a:custGeom>
            <a:noFill/>
            <a:ln w="88900">
              <a:solidFill>
                <a:srgbClr val="00ACC1"/>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40" name="Group 16"/>
          <p:cNvGrpSpPr>
            <a:grpSpLocks/>
          </p:cNvGrpSpPr>
          <p:nvPr/>
        </p:nvGrpSpPr>
        <p:grpSpPr bwMode="auto">
          <a:xfrm>
            <a:off x="9742235" y="586367"/>
            <a:ext cx="371894" cy="598918"/>
            <a:chOff x="14663" y="2058"/>
            <a:chExt cx="711" cy="1145"/>
          </a:xfrm>
        </p:grpSpPr>
        <p:sp>
          <p:nvSpPr>
            <p:cNvPr id="1041" name="Freeform 17"/>
            <p:cNvSpPr>
              <a:spLocks/>
            </p:cNvSpPr>
            <p:nvPr/>
          </p:nvSpPr>
          <p:spPr bwMode="auto">
            <a:xfrm>
              <a:off x="14663" y="2058"/>
              <a:ext cx="711" cy="1145"/>
            </a:xfrm>
            <a:custGeom>
              <a:avLst/>
              <a:gdLst/>
              <a:ahLst/>
              <a:cxnLst>
                <a:cxn ang="0">
                  <a:pos x="95" y="0"/>
                </a:cxn>
                <a:cxn ang="0">
                  <a:pos x="0" y="103"/>
                </a:cxn>
                <a:cxn ang="0">
                  <a:pos x="505" y="573"/>
                </a:cxn>
                <a:cxn ang="0">
                  <a:pos x="0" y="1043"/>
                </a:cxn>
                <a:cxn ang="0">
                  <a:pos x="95" y="1145"/>
                </a:cxn>
                <a:cxn ang="0">
                  <a:pos x="711" y="573"/>
                </a:cxn>
                <a:cxn ang="0">
                  <a:pos x="95" y="0"/>
                </a:cxn>
              </a:cxnLst>
              <a:rect l="0" t="0" r="r" b="b"/>
              <a:pathLst>
                <a:path w="711" h="1145">
                  <a:moveTo>
                    <a:pt x="95" y="0"/>
                  </a:moveTo>
                  <a:lnTo>
                    <a:pt x="0" y="103"/>
                  </a:lnTo>
                  <a:lnTo>
                    <a:pt x="505" y="573"/>
                  </a:lnTo>
                  <a:lnTo>
                    <a:pt x="0" y="1043"/>
                  </a:lnTo>
                  <a:lnTo>
                    <a:pt x="95" y="1145"/>
                  </a:lnTo>
                  <a:lnTo>
                    <a:pt x="711" y="573"/>
                  </a:lnTo>
                  <a:lnTo>
                    <a:pt x="95" y="0"/>
                  </a:lnTo>
                </a:path>
              </a:pathLst>
            </a:custGeom>
            <a:solidFill>
              <a:srgbClr val="00ACC1"/>
            </a:solidFill>
            <a:ln w="9525">
              <a:no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84" name="Group 60"/>
          <p:cNvGrpSpPr>
            <a:grpSpLocks/>
          </p:cNvGrpSpPr>
          <p:nvPr/>
        </p:nvGrpSpPr>
        <p:grpSpPr bwMode="auto">
          <a:xfrm>
            <a:off x="6848477" y="909075"/>
            <a:ext cx="1046" cy="484888"/>
            <a:chOff x="8478" y="3133"/>
            <a:chExt cx="2" cy="927"/>
          </a:xfrm>
        </p:grpSpPr>
        <p:sp>
          <p:nvSpPr>
            <p:cNvPr id="1085" name="Freeform 61"/>
            <p:cNvSpPr>
              <a:spLocks/>
            </p:cNvSpPr>
            <p:nvPr/>
          </p:nvSpPr>
          <p:spPr bwMode="auto">
            <a:xfrm>
              <a:off x="8478" y="3133"/>
              <a:ext cx="2" cy="927"/>
            </a:xfrm>
            <a:custGeom>
              <a:avLst/>
              <a:gdLst/>
              <a:ahLst/>
              <a:cxnLst>
                <a:cxn ang="0">
                  <a:pos x="0" y="0"/>
                </a:cxn>
                <a:cxn ang="0">
                  <a:pos x="0" y="927"/>
                </a:cxn>
              </a:cxnLst>
              <a:rect l="0" t="0" r="r" b="b"/>
              <a:pathLst>
                <a:path h="927">
                  <a:moveTo>
                    <a:pt x="0" y="0"/>
                  </a:moveTo>
                  <a:lnTo>
                    <a:pt x="0" y="927"/>
                  </a:lnTo>
                </a:path>
              </a:pathLst>
            </a:custGeom>
            <a:noFill/>
            <a:ln w="54610">
              <a:solidFill>
                <a:srgbClr val="E64918"/>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88" name="Group 64"/>
          <p:cNvGrpSpPr>
            <a:grpSpLocks/>
          </p:cNvGrpSpPr>
          <p:nvPr/>
        </p:nvGrpSpPr>
        <p:grpSpPr bwMode="auto">
          <a:xfrm>
            <a:off x="4275037" y="3698747"/>
            <a:ext cx="1046" cy="304428"/>
            <a:chOff x="2688" y="9398"/>
            <a:chExt cx="2" cy="582"/>
          </a:xfrm>
        </p:grpSpPr>
        <p:sp>
          <p:nvSpPr>
            <p:cNvPr id="1089" name="Freeform 65"/>
            <p:cNvSpPr>
              <a:spLocks/>
            </p:cNvSpPr>
            <p:nvPr/>
          </p:nvSpPr>
          <p:spPr bwMode="auto">
            <a:xfrm>
              <a:off x="2688" y="9398"/>
              <a:ext cx="2" cy="582"/>
            </a:xfrm>
            <a:custGeom>
              <a:avLst/>
              <a:gdLst/>
              <a:ahLst/>
              <a:cxnLst>
                <a:cxn ang="0">
                  <a:pos x="0" y="0"/>
                </a:cxn>
                <a:cxn ang="0">
                  <a:pos x="0" y="582"/>
                </a:cxn>
              </a:cxnLst>
              <a:rect l="0" t="0" r="r" b="b"/>
              <a:pathLst>
                <a:path h="582">
                  <a:moveTo>
                    <a:pt x="0" y="0"/>
                  </a:moveTo>
                  <a:lnTo>
                    <a:pt x="0" y="582"/>
                  </a:lnTo>
                </a:path>
              </a:pathLst>
            </a:custGeom>
            <a:noFill/>
            <a:ln w="54610">
              <a:solidFill>
                <a:srgbClr val="8AB72C"/>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90" name="Group 66"/>
          <p:cNvGrpSpPr>
            <a:grpSpLocks/>
          </p:cNvGrpSpPr>
          <p:nvPr/>
        </p:nvGrpSpPr>
        <p:grpSpPr bwMode="auto">
          <a:xfrm>
            <a:off x="6931643" y="1531530"/>
            <a:ext cx="783540" cy="783562"/>
            <a:chOff x="8637" y="4323"/>
            <a:chExt cx="1498" cy="1498"/>
          </a:xfrm>
        </p:grpSpPr>
        <p:sp>
          <p:nvSpPr>
            <p:cNvPr id="1091" name="Freeform 67"/>
            <p:cNvSpPr>
              <a:spLocks/>
            </p:cNvSpPr>
            <p:nvPr/>
          </p:nvSpPr>
          <p:spPr bwMode="auto">
            <a:xfrm>
              <a:off x="8637" y="4323"/>
              <a:ext cx="1498" cy="1498"/>
            </a:xfrm>
            <a:custGeom>
              <a:avLst/>
              <a:gdLst/>
              <a:ahLst/>
              <a:cxnLst>
                <a:cxn ang="0">
                  <a:pos x="1498" y="1499"/>
                </a:cxn>
                <a:cxn ang="0">
                  <a:pos x="0" y="0"/>
                </a:cxn>
              </a:cxnLst>
              <a:rect l="0" t="0" r="r" b="b"/>
              <a:pathLst>
                <a:path w="1498" h="1498">
                  <a:moveTo>
                    <a:pt x="1498" y="1499"/>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92" name="Group 68"/>
          <p:cNvGrpSpPr>
            <a:grpSpLocks/>
          </p:cNvGrpSpPr>
          <p:nvPr/>
        </p:nvGrpSpPr>
        <p:grpSpPr bwMode="auto">
          <a:xfrm>
            <a:off x="7396119" y="1999157"/>
            <a:ext cx="638130" cy="638148"/>
            <a:chOff x="9525" y="5217"/>
            <a:chExt cx="1220" cy="1220"/>
          </a:xfrm>
        </p:grpSpPr>
        <p:sp>
          <p:nvSpPr>
            <p:cNvPr id="1093" name="Freeform 69"/>
            <p:cNvSpPr>
              <a:spLocks/>
            </p:cNvSpPr>
            <p:nvPr/>
          </p:nvSpPr>
          <p:spPr bwMode="auto">
            <a:xfrm>
              <a:off x="9525" y="5217"/>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64918"/>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rPr>
                <a:t>3</a:t>
              </a:r>
              <a:endParaRPr lang="en-US" sz="2880" dirty="0">
                <a:solidFill>
                  <a:prstClr val="white"/>
                </a:solidFill>
                <a:latin typeface="Sosa" pitchFamily="2" charset="0"/>
              </a:endParaRPr>
            </a:p>
          </p:txBody>
        </p:sp>
      </p:grpSp>
      <p:grpSp>
        <p:nvGrpSpPr>
          <p:cNvPr id="1120" name="Group 96"/>
          <p:cNvGrpSpPr>
            <a:grpSpLocks/>
          </p:cNvGrpSpPr>
          <p:nvPr/>
        </p:nvGrpSpPr>
        <p:grpSpPr bwMode="auto">
          <a:xfrm>
            <a:off x="7322276" y="4428605"/>
            <a:ext cx="1046" cy="336858"/>
            <a:chOff x="7452" y="11941"/>
            <a:chExt cx="2" cy="644"/>
          </a:xfrm>
        </p:grpSpPr>
        <p:sp>
          <p:nvSpPr>
            <p:cNvPr id="1121" name="Freeform 97"/>
            <p:cNvSpPr>
              <a:spLocks/>
            </p:cNvSpPr>
            <p:nvPr/>
          </p:nvSpPr>
          <p:spPr bwMode="auto">
            <a:xfrm>
              <a:off x="7452" y="11941"/>
              <a:ext cx="2" cy="644"/>
            </a:xfrm>
            <a:custGeom>
              <a:avLst/>
              <a:gdLst/>
              <a:ahLst/>
              <a:cxnLst>
                <a:cxn ang="0">
                  <a:pos x="0" y="0"/>
                </a:cxn>
                <a:cxn ang="0">
                  <a:pos x="0" y="644"/>
                </a:cxn>
              </a:cxnLst>
              <a:rect l="0" t="0" r="r" b="b"/>
              <a:pathLst>
                <a:path h="644">
                  <a:moveTo>
                    <a:pt x="0" y="0"/>
                  </a:moveTo>
                  <a:lnTo>
                    <a:pt x="0" y="644"/>
                  </a:lnTo>
                </a:path>
              </a:pathLst>
            </a:custGeom>
            <a:noFill/>
            <a:ln w="54623">
              <a:solidFill>
                <a:srgbClr val="EE525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70" name="Group 146"/>
          <p:cNvGrpSpPr>
            <a:grpSpLocks/>
          </p:cNvGrpSpPr>
          <p:nvPr/>
        </p:nvGrpSpPr>
        <p:grpSpPr bwMode="auto">
          <a:xfrm>
            <a:off x="6456617" y="3513752"/>
            <a:ext cx="774126" cy="774146"/>
            <a:chOff x="5797" y="10192"/>
            <a:chExt cx="1480" cy="1480"/>
          </a:xfrm>
        </p:grpSpPr>
        <p:sp>
          <p:nvSpPr>
            <p:cNvPr id="1171" name="Freeform 147"/>
            <p:cNvSpPr>
              <a:spLocks/>
            </p:cNvSpPr>
            <p:nvPr/>
          </p:nvSpPr>
          <p:spPr bwMode="auto">
            <a:xfrm>
              <a:off x="5797" y="10192"/>
              <a:ext cx="1480" cy="1480"/>
            </a:xfrm>
            <a:custGeom>
              <a:avLst/>
              <a:gdLst/>
              <a:ahLst/>
              <a:cxnLst>
                <a:cxn ang="0">
                  <a:pos x="0" y="0"/>
                </a:cxn>
                <a:cxn ang="0">
                  <a:pos x="1480" y="1480"/>
                </a:cxn>
              </a:cxnLst>
              <a:rect l="0" t="0" r="r" b="b"/>
              <a:pathLst>
                <a:path w="1480" h="1480">
                  <a:moveTo>
                    <a:pt x="0" y="0"/>
                  </a:moveTo>
                  <a:lnTo>
                    <a:pt x="1480" y="148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sp>
        <p:nvSpPr>
          <p:cNvPr id="1173" name="Freeform 149"/>
          <p:cNvSpPr>
            <a:spLocks/>
          </p:cNvSpPr>
          <p:nvPr/>
        </p:nvSpPr>
        <p:spPr bwMode="auto">
          <a:xfrm>
            <a:off x="6137551" y="3180555"/>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E5250"/>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fontAlgn="auto">
              <a:spcBef>
                <a:spcPts val="0"/>
              </a:spcBef>
              <a:spcAft>
                <a:spcPts val="0"/>
              </a:spcAft>
            </a:pPr>
            <a:r>
              <a:rPr lang="en-US" sz="2880" dirty="0" smtClean="0">
                <a:solidFill>
                  <a:prstClr val="white"/>
                </a:solidFill>
                <a:latin typeface="Sosa" pitchFamily="2" charset="0"/>
              </a:rPr>
              <a:t>2</a:t>
            </a:r>
            <a:endParaRPr lang="en-US" sz="2880" dirty="0">
              <a:solidFill>
                <a:prstClr val="white"/>
              </a:solidFill>
              <a:latin typeface="Sosa" pitchFamily="2" charset="0"/>
            </a:endParaRPr>
          </a:p>
        </p:txBody>
      </p:sp>
      <p:grpSp>
        <p:nvGrpSpPr>
          <p:cNvPr id="1220" name="Group 196"/>
          <p:cNvGrpSpPr>
            <a:grpSpLocks/>
          </p:cNvGrpSpPr>
          <p:nvPr/>
        </p:nvGrpSpPr>
        <p:grpSpPr bwMode="auto">
          <a:xfrm>
            <a:off x="4356112" y="4077452"/>
            <a:ext cx="788771" cy="788792"/>
            <a:chOff x="2843" y="10122"/>
            <a:chExt cx="1508" cy="1508"/>
          </a:xfrm>
        </p:grpSpPr>
        <p:sp>
          <p:nvSpPr>
            <p:cNvPr id="1221" name="Freeform 197"/>
            <p:cNvSpPr>
              <a:spLocks/>
            </p:cNvSpPr>
            <p:nvPr/>
          </p:nvSpPr>
          <p:spPr bwMode="auto">
            <a:xfrm>
              <a:off x="2843" y="10122"/>
              <a:ext cx="1508" cy="1508"/>
            </a:xfrm>
            <a:custGeom>
              <a:avLst/>
              <a:gdLst/>
              <a:ahLst/>
              <a:cxnLst>
                <a:cxn ang="0">
                  <a:pos x="1508" y="1508"/>
                </a:cxn>
                <a:cxn ang="0">
                  <a:pos x="0" y="0"/>
                </a:cxn>
              </a:cxnLst>
              <a:rect l="0" t="0" r="r" b="b"/>
              <a:pathLst>
                <a:path w="1508" h="1508">
                  <a:moveTo>
                    <a:pt x="1508" y="1508"/>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sp>
        <p:nvSpPr>
          <p:cNvPr id="1223" name="Freeform 199"/>
          <p:cNvSpPr>
            <a:spLocks/>
          </p:cNvSpPr>
          <p:nvPr/>
        </p:nvSpPr>
        <p:spPr bwMode="auto">
          <a:xfrm>
            <a:off x="4825817" y="4537231"/>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8AB72C"/>
          </a:solidFill>
          <a:ln w="28575">
            <a:solidFill>
              <a:schemeClr val="bg1"/>
            </a:solidFill>
            <a:round/>
            <a:headEnd/>
            <a:tailEnd/>
          </a:ln>
        </p:spPr>
        <p:txBody>
          <a:bodyPr vert="horz" wrap="square" lIns="109728" tIns="54864" rIns="109728" bIns="54864" numCol="1" anchor="ctr"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rPr>
              <a:t>1</a:t>
            </a:r>
            <a:endParaRPr lang="en-US" sz="2880" dirty="0">
              <a:solidFill>
                <a:prstClr val="white"/>
              </a:solidFill>
              <a:latin typeface="Sosa" pitchFamily="2" charset="0"/>
            </a:endParaRPr>
          </a:p>
        </p:txBody>
      </p:sp>
      <p:sp>
        <p:nvSpPr>
          <p:cNvPr id="50" name="TextBox 49"/>
          <p:cNvSpPr txBox="1"/>
          <p:nvPr/>
        </p:nvSpPr>
        <p:spPr>
          <a:xfrm>
            <a:off x="593443" y="3494058"/>
            <a:ext cx="3213680" cy="1200329"/>
          </a:xfrm>
          <a:prstGeom prst="rect">
            <a:avLst/>
          </a:prstGeom>
          <a:noFill/>
        </p:spPr>
        <p:txBody>
          <a:bodyPr wrap="square" rtlCol="0">
            <a:spAutoFit/>
          </a:bodyPr>
          <a:lstStyle/>
          <a:p>
            <a:pPr algn="ctr" rtl="1" fontAlgn="auto">
              <a:spcBef>
                <a:spcPts val="0"/>
              </a:spcBef>
              <a:spcAft>
                <a:spcPts val="0"/>
              </a:spcAft>
            </a:pPr>
            <a:r>
              <a:rPr lang="ar-SA" sz="2400" b="1" dirty="0"/>
              <a:t>يخلق الواقع الافتراضي جواً من المتعة والإثارة والتشويق أثناء العملية التعليمية</a:t>
            </a:r>
            <a:endParaRPr lang="en-US" sz="2400" b="1" dirty="0">
              <a:solidFill>
                <a:prstClr val="black"/>
              </a:solidFill>
              <a:latin typeface="Open Sans" pitchFamily="34" charset="0"/>
              <a:ea typeface="Open Sans" pitchFamily="34" charset="0"/>
              <a:cs typeface="Open Sans" pitchFamily="34" charset="0"/>
            </a:endParaRPr>
          </a:p>
        </p:txBody>
      </p:sp>
      <p:sp>
        <p:nvSpPr>
          <p:cNvPr id="52" name="TextBox 51"/>
          <p:cNvSpPr txBox="1"/>
          <p:nvPr/>
        </p:nvSpPr>
        <p:spPr>
          <a:xfrm>
            <a:off x="7687928" y="4267438"/>
            <a:ext cx="3658431" cy="830997"/>
          </a:xfrm>
          <a:prstGeom prst="rect">
            <a:avLst/>
          </a:prstGeom>
          <a:noFill/>
        </p:spPr>
        <p:txBody>
          <a:bodyPr wrap="square" rtlCol="0">
            <a:spAutoFit/>
          </a:bodyPr>
          <a:lstStyle/>
          <a:p>
            <a:pPr algn="ctr" rtl="1" fontAlgn="auto">
              <a:spcBef>
                <a:spcPts val="0"/>
              </a:spcBef>
              <a:spcAft>
                <a:spcPts val="0"/>
              </a:spcAft>
            </a:pPr>
            <a:r>
              <a:rPr lang="ar-SA" sz="2400" b="1" dirty="0"/>
              <a:t>إمكانية تجنب الأخطار المتوقعة في العالم الحقيقي</a:t>
            </a:r>
            <a:endParaRPr lang="en-US" sz="2400" b="1" dirty="0">
              <a:solidFill>
                <a:prstClr val="black"/>
              </a:solidFill>
              <a:latin typeface="Open Sans" pitchFamily="34" charset="0"/>
              <a:ea typeface="Open Sans" pitchFamily="34" charset="0"/>
              <a:cs typeface="Open Sans" pitchFamily="34" charset="0"/>
            </a:endParaRPr>
          </a:p>
        </p:txBody>
      </p:sp>
      <p:sp>
        <p:nvSpPr>
          <p:cNvPr id="55" name="TextBox 54"/>
          <p:cNvSpPr txBox="1"/>
          <p:nvPr/>
        </p:nvSpPr>
        <p:spPr>
          <a:xfrm>
            <a:off x="3134383" y="898961"/>
            <a:ext cx="3565022" cy="1200329"/>
          </a:xfrm>
          <a:prstGeom prst="rect">
            <a:avLst/>
          </a:prstGeom>
          <a:noFill/>
        </p:spPr>
        <p:txBody>
          <a:bodyPr wrap="square" rtlCol="0">
            <a:spAutoFit/>
          </a:bodyPr>
          <a:lstStyle/>
          <a:p>
            <a:pPr algn="ctr" rtl="1" fontAlgn="auto">
              <a:spcBef>
                <a:spcPts val="0"/>
              </a:spcBef>
              <a:spcAft>
                <a:spcPts val="0"/>
              </a:spcAft>
            </a:pPr>
            <a:r>
              <a:rPr lang="ar-SA" sz="2400" b="1" dirty="0"/>
              <a:t>تشجع الإبداع والابتكار عند الطلاب في البرامج التعليمية التي تعتمد على الإنشاء والتطبيق</a:t>
            </a:r>
            <a:endParaRPr lang="en-US" sz="2400" b="1" dirty="0">
              <a:solidFill>
                <a:prstClr val="black"/>
              </a:solidFill>
              <a:latin typeface="Open Sans" pitchFamily="34" charset="0"/>
              <a:ea typeface="Open Sans" pitchFamily="34" charset="0"/>
              <a:cs typeface="Open Sans" pitchFamily="34" charset="0"/>
            </a:endParaRPr>
          </a:p>
        </p:txBody>
      </p:sp>
      <p:sp>
        <p:nvSpPr>
          <p:cNvPr id="32" name="Rectangle 31"/>
          <p:cNvSpPr/>
          <p:nvPr/>
        </p:nvSpPr>
        <p:spPr>
          <a:xfrm>
            <a:off x="3173678" y="74803"/>
            <a:ext cx="5759910" cy="646331"/>
          </a:xfrm>
          <a:prstGeom prst="rect">
            <a:avLst/>
          </a:prstGeom>
        </p:spPr>
        <p:txBody>
          <a:bodyPr wrap="none">
            <a:spAutoFit/>
          </a:bodyPr>
          <a:lstStyle/>
          <a:p>
            <a:pPr rtl="1"/>
            <a:r>
              <a:rPr lang="ar-SA" sz="3600" b="1" u="sng" dirty="0">
                <a:solidFill>
                  <a:srgbClr val="1C94D0"/>
                </a:solidFill>
              </a:rPr>
              <a:t>د. أهمية الواقع الافتراضي في التعليم </a:t>
            </a:r>
            <a:endParaRPr lang="en-US" sz="3600" u="sng" dirty="0">
              <a:solidFill>
                <a:srgbClr val="1C94D0"/>
              </a:solidFill>
            </a:endParaRPr>
          </a:p>
        </p:txBody>
      </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06652521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250"/>
                                  </p:stCondLst>
                                  <p:childTnLst>
                                    <p:set>
                                      <p:cBhvr>
                                        <p:cTn id="9" dur="1" fill="hold">
                                          <p:stCondLst>
                                            <p:cond delay="0"/>
                                          </p:stCondLst>
                                        </p:cTn>
                                        <p:tgtEl>
                                          <p:spTgt spid="1223"/>
                                        </p:tgtEl>
                                        <p:attrNameLst>
                                          <p:attrName>style.visibility</p:attrName>
                                        </p:attrNameLst>
                                      </p:cBhvr>
                                      <p:to>
                                        <p:strVal val="visible"/>
                                      </p:to>
                                    </p:set>
                                  </p:childTnLst>
                                </p:cTn>
                              </p:par>
                            </p:childTnLst>
                          </p:cTn>
                        </p:par>
                        <p:par>
                          <p:cTn id="10" fill="hold">
                            <p:stCondLst>
                              <p:cond delay="250"/>
                            </p:stCondLst>
                            <p:childTnLst>
                              <p:par>
                                <p:cTn id="11" presetID="1" presetClass="entr" presetSubtype="0" fill="hold" nodeType="afterEffect">
                                  <p:stCondLst>
                                    <p:cond delay="250"/>
                                  </p:stCondLst>
                                  <p:childTnLst>
                                    <p:set>
                                      <p:cBhvr>
                                        <p:cTn id="12" dur="1" fill="hold">
                                          <p:stCondLst>
                                            <p:cond delay="0"/>
                                          </p:stCondLst>
                                        </p:cTn>
                                        <p:tgtEl>
                                          <p:spTgt spid="1220"/>
                                        </p:tgtEl>
                                        <p:attrNameLst>
                                          <p:attrName>style.visibility</p:attrName>
                                        </p:attrNameLst>
                                      </p:cBhvr>
                                      <p:to>
                                        <p:strVal val="visible"/>
                                      </p:to>
                                    </p:set>
                                  </p:childTnLst>
                                </p:cTn>
                              </p:par>
                            </p:childTnLst>
                          </p:cTn>
                        </p:par>
                        <p:par>
                          <p:cTn id="13" fill="hold">
                            <p:stCondLst>
                              <p:cond delay="500"/>
                            </p:stCondLst>
                            <p:childTnLst>
                              <p:par>
                                <p:cTn id="14" presetID="1" presetClass="entr" presetSubtype="0" fill="hold" nodeType="afterEffect">
                                  <p:stCondLst>
                                    <p:cond delay="250"/>
                                  </p:stCondLst>
                                  <p:childTnLst>
                                    <p:set>
                                      <p:cBhvr>
                                        <p:cTn id="15" dur="1" fill="hold">
                                          <p:stCondLst>
                                            <p:cond delay="0"/>
                                          </p:stCondLst>
                                        </p:cTn>
                                        <p:tgtEl>
                                          <p:spTgt spid="1088"/>
                                        </p:tgtEl>
                                        <p:attrNameLst>
                                          <p:attrName>style.visibility</p:attrName>
                                        </p:attrNameLst>
                                      </p:cBhvr>
                                      <p:to>
                                        <p:strVal val="visible"/>
                                      </p:to>
                                    </p:set>
                                  </p:childTnLst>
                                </p:cTn>
                              </p:par>
                            </p:childTnLst>
                          </p:cTn>
                        </p:par>
                        <p:par>
                          <p:cTn id="16" fill="hold">
                            <p:stCondLst>
                              <p:cond delay="750"/>
                            </p:stCondLst>
                            <p:childTnLst>
                              <p:par>
                                <p:cTn id="17" presetID="1" presetClass="entr" presetSubtype="0" fill="hold" grpId="0" nodeType="afterEffect">
                                  <p:stCondLst>
                                    <p:cond delay="250"/>
                                  </p:stCondLst>
                                  <p:childTnLst>
                                    <p:set>
                                      <p:cBhvr>
                                        <p:cTn id="18" dur="1" fill="hold">
                                          <p:stCondLst>
                                            <p:cond delay="0"/>
                                          </p:stCondLst>
                                        </p:cTn>
                                        <p:tgtEl>
                                          <p:spTgt spid="50"/>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grpId="0" nodeType="afterEffect">
                                  <p:stCondLst>
                                    <p:cond delay="250"/>
                                  </p:stCondLst>
                                  <p:childTnLst>
                                    <p:set>
                                      <p:cBhvr>
                                        <p:cTn id="21" dur="1" fill="hold">
                                          <p:stCondLst>
                                            <p:cond delay="0"/>
                                          </p:stCondLst>
                                        </p:cTn>
                                        <p:tgtEl>
                                          <p:spTgt spid="1173"/>
                                        </p:tgtEl>
                                        <p:attrNameLst>
                                          <p:attrName>style.visibility</p:attrName>
                                        </p:attrNameLst>
                                      </p:cBhvr>
                                      <p:to>
                                        <p:strVal val="visible"/>
                                      </p:to>
                                    </p:set>
                                  </p:childTnLst>
                                </p:cTn>
                              </p:par>
                            </p:childTnLst>
                          </p:cTn>
                        </p:par>
                        <p:par>
                          <p:cTn id="22" fill="hold">
                            <p:stCondLst>
                              <p:cond delay="1250"/>
                            </p:stCondLst>
                            <p:childTnLst>
                              <p:par>
                                <p:cTn id="23" presetID="1" presetClass="entr" presetSubtype="0" fill="hold" nodeType="afterEffect">
                                  <p:stCondLst>
                                    <p:cond delay="250"/>
                                  </p:stCondLst>
                                  <p:childTnLst>
                                    <p:set>
                                      <p:cBhvr>
                                        <p:cTn id="24" dur="1" fill="hold">
                                          <p:stCondLst>
                                            <p:cond delay="0"/>
                                          </p:stCondLst>
                                        </p:cTn>
                                        <p:tgtEl>
                                          <p:spTgt spid="1170"/>
                                        </p:tgtEl>
                                        <p:attrNameLst>
                                          <p:attrName>style.visibility</p:attrName>
                                        </p:attrNameLst>
                                      </p:cBhvr>
                                      <p:to>
                                        <p:strVal val="visible"/>
                                      </p:to>
                                    </p:set>
                                  </p:childTnLst>
                                </p:cTn>
                              </p:par>
                            </p:childTnLst>
                          </p:cTn>
                        </p:par>
                        <p:par>
                          <p:cTn id="25" fill="hold">
                            <p:stCondLst>
                              <p:cond delay="1500"/>
                            </p:stCondLst>
                            <p:childTnLst>
                              <p:par>
                                <p:cTn id="26" presetID="1" presetClass="entr" presetSubtype="0" fill="hold" nodeType="afterEffect">
                                  <p:stCondLst>
                                    <p:cond delay="250"/>
                                  </p:stCondLst>
                                  <p:childTnLst>
                                    <p:set>
                                      <p:cBhvr>
                                        <p:cTn id="27" dur="1" fill="hold">
                                          <p:stCondLst>
                                            <p:cond delay="0"/>
                                          </p:stCondLst>
                                        </p:cTn>
                                        <p:tgtEl>
                                          <p:spTgt spid="1120"/>
                                        </p:tgtEl>
                                        <p:attrNameLst>
                                          <p:attrName>style.visibility</p:attrName>
                                        </p:attrNameLst>
                                      </p:cBhvr>
                                      <p:to>
                                        <p:strVal val="visible"/>
                                      </p:to>
                                    </p:set>
                                  </p:childTnLst>
                                </p:cTn>
                              </p:par>
                            </p:childTnLst>
                          </p:cTn>
                        </p:par>
                        <p:par>
                          <p:cTn id="28" fill="hold">
                            <p:stCondLst>
                              <p:cond delay="1750"/>
                            </p:stCondLst>
                            <p:childTnLst>
                              <p:par>
                                <p:cTn id="29" presetID="1" presetClass="entr" presetSubtype="0" fill="hold" grpId="0" nodeType="afterEffect">
                                  <p:stCondLst>
                                    <p:cond delay="250"/>
                                  </p:stCondLst>
                                  <p:childTnLst>
                                    <p:set>
                                      <p:cBhvr>
                                        <p:cTn id="30" dur="1" fill="hold">
                                          <p:stCondLst>
                                            <p:cond delay="0"/>
                                          </p:stCondLst>
                                        </p:cTn>
                                        <p:tgtEl>
                                          <p:spTgt spid="52"/>
                                        </p:tgtEl>
                                        <p:attrNameLst>
                                          <p:attrName>style.visibility</p:attrName>
                                        </p:attrNameLst>
                                      </p:cBhvr>
                                      <p:to>
                                        <p:strVal val="visible"/>
                                      </p:to>
                                    </p:set>
                                  </p:childTnLst>
                                </p:cTn>
                              </p:par>
                            </p:childTnLst>
                          </p:cTn>
                        </p:par>
                        <p:par>
                          <p:cTn id="31" fill="hold">
                            <p:stCondLst>
                              <p:cond delay="2000"/>
                            </p:stCondLst>
                            <p:childTnLst>
                              <p:par>
                                <p:cTn id="32" presetID="1" presetClass="entr" presetSubtype="0" fill="hold" nodeType="afterEffect">
                                  <p:stCondLst>
                                    <p:cond delay="250"/>
                                  </p:stCondLst>
                                  <p:childTnLst>
                                    <p:set>
                                      <p:cBhvr>
                                        <p:cTn id="33" dur="1" fill="hold">
                                          <p:stCondLst>
                                            <p:cond delay="0"/>
                                          </p:stCondLst>
                                        </p:cTn>
                                        <p:tgtEl>
                                          <p:spTgt spid="1092"/>
                                        </p:tgtEl>
                                        <p:attrNameLst>
                                          <p:attrName>style.visibility</p:attrName>
                                        </p:attrNameLst>
                                      </p:cBhvr>
                                      <p:to>
                                        <p:strVal val="visible"/>
                                      </p:to>
                                    </p:set>
                                  </p:childTnLst>
                                </p:cTn>
                              </p:par>
                            </p:childTnLst>
                          </p:cTn>
                        </p:par>
                        <p:par>
                          <p:cTn id="34" fill="hold">
                            <p:stCondLst>
                              <p:cond delay="2250"/>
                            </p:stCondLst>
                            <p:childTnLst>
                              <p:par>
                                <p:cTn id="35" presetID="1" presetClass="entr" presetSubtype="0" fill="hold" nodeType="afterEffect">
                                  <p:stCondLst>
                                    <p:cond delay="250"/>
                                  </p:stCondLst>
                                  <p:childTnLst>
                                    <p:set>
                                      <p:cBhvr>
                                        <p:cTn id="36" dur="1" fill="hold">
                                          <p:stCondLst>
                                            <p:cond delay="0"/>
                                          </p:stCondLst>
                                        </p:cTn>
                                        <p:tgtEl>
                                          <p:spTgt spid="1090"/>
                                        </p:tgtEl>
                                        <p:attrNameLst>
                                          <p:attrName>style.visibility</p:attrName>
                                        </p:attrNameLst>
                                      </p:cBhvr>
                                      <p:to>
                                        <p:strVal val="visible"/>
                                      </p:to>
                                    </p:set>
                                  </p:childTnLst>
                                </p:cTn>
                              </p:par>
                            </p:childTnLst>
                          </p:cTn>
                        </p:par>
                        <p:par>
                          <p:cTn id="37" fill="hold">
                            <p:stCondLst>
                              <p:cond delay="2500"/>
                            </p:stCondLst>
                            <p:childTnLst>
                              <p:par>
                                <p:cTn id="38" presetID="1" presetClass="entr" presetSubtype="0" fill="hold" nodeType="afterEffect">
                                  <p:stCondLst>
                                    <p:cond delay="250"/>
                                  </p:stCondLst>
                                  <p:childTnLst>
                                    <p:set>
                                      <p:cBhvr>
                                        <p:cTn id="39" dur="1" fill="hold">
                                          <p:stCondLst>
                                            <p:cond delay="0"/>
                                          </p:stCondLst>
                                        </p:cTn>
                                        <p:tgtEl>
                                          <p:spTgt spid="1084"/>
                                        </p:tgtEl>
                                        <p:attrNameLst>
                                          <p:attrName>style.visibility</p:attrName>
                                        </p:attrNameLst>
                                      </p:cBhvr>
                                      <p:to>
                                        <p:strVal val="visible"/>
                                      </p:to>
                                    </p:set>
                                  </p:childTnLst>
                                </p:cTn>
                              </p:par>
                            </p:childTnLst>
                          </p:cTn>
                        </p:par>
                        <p:par>
                          <p:cTn id="40" fill="hold">
                            <p:stCondLst>
                              <p:cond delay="2750"/>
                            </p:stCondLst>
                            <p:childTnLst>
                              <p:par>
                                <p:cTn id="41" presetID="1" presetClass="entr" presetSubtype="0" fill="hold" grpId="0" nodeType="afterEffect">
                                  <p:stCondLst>
                                    <p:cond delay="250"/>
                                  </p:stCondLst>
                                  <p:childTnLst>
                                    <p:set>
                                      <p:cBhvr>
                                        <p:cTn id="42"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3" grpId="0" animBg="1"/>
      <p:bldP spid="1223" grpId="0" animBg="1"/>
      <p:bldP spid="50" grpId="0"/>
      <p:bldP spid="52" grpId="0"/>
      <p:bldP spid="55" grpId="0"/>
      <p:bldP spid="32"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8" name="Group 14"/>
          <p:cNvGrpSpPr>
            <a:grpSpLocks/>
          </p:cNvGrpSpPr>
          <p:nvPr/>
        </p:nvGrpSpPr>
        <p:grpSpPr bwMode="auto">
          <a:xfrm>
            <a:off x="2072641" y="886088"/>
            <a:ext cx="7961984" cy="5354687"/>
            <a:chOff x="0" y="2631"/>
            <a:chExt cx="15222" cy="10237"/>
          </a:xfrm>
        </p:grpSpPr>
        <p:sp>
          <p:nvSpPr>
            <p:cNvPr id="1039" name="Freeform 15"/>
            <p:cNvSpPr>
              <a:spLocks/>
            </p:cNvSpPr>
            <p:nvPr/>
          </p:nvSpPr>
          <p:spPr bwMode="auto">
            <a:xfrm>
              <a:off x="0" y="2631"/>
              <a:ext cx="15222" cy="10237"/>
            </a:xfrm>
            <a:custGeom>
              <a:avLst/>
              <a:gdLst/>
              <a:ahLst/>
              <a:cxnLst>
                <a:cxn ang="0">
                  <a:pos x="10" y="10236"/>
                </a:cxn>
                <a:cxn ang="0">
                  <a:pos x="3112" y="10236"/>
                </a:cxn>
                <a:cxn ang="0">
                  <a:pos x="13348" y="0"/>
                </a:cxn>
                <a:cxn ang="0">
                  <a:pos x="15232" y="0"/>
                </a:cxn>
              </a:cxnLst>
              <a:rect l="0" t="0" r="r" b="b"/>
              <a:pathLst>
                <a:path w="15222" h="10237">
                  <a:moveTo>
                    <a:pt x="10" y="10236"/>
                  </a:moveTo>
                  <a:lnTo>
                    <a:pt x="3112" y="10236"/>
                  </a:lnTo>
                  <a:lnTo>
                    <a:pt x="13348" y="0"/>
                  </a:lnTo>
                  <a:lnTo>
                    <a:pt x="15232" y="0"/>
                  </a:lnTo>
                </a:path>
              </a:pathLst>
            </a:custGeom>
            <a:noFill/>
            <a:ln w="88900">
              <a:solidFill>
                <a:srgbClr val="00ACC1"/>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40" name="Group 16"/>
          <p:cNvGrpSpPr>
            <a:grpSpLocks/>
          </p:cNvGrpSpPr>
          <p:nvPr/>
        </p:nvGrpSpPr>
        <p:grpSpPr bwMode="auto">
          <a:xfrm>
            <a:off x="9742235" y="586367"/>
            <a:ext cx="371894" cy="598918"/>
            <a:chOff x="14663" y="2058"/>
            <a:chExt cx="711" cy="1145"/>
          </a:xfrm>
        </p:grpSpPr>
        <p:sp>
          <p:nvSpPr>
            <p:cNvPr id="1041" name="Freeform 17"/>
            <p:cNvSpPr>
              <a:spLocks/>
            </p:cNvSpPr>
            <p:nvPr/>
          </p:nvSpPr>
          <p:spPr bwMode="auto">
            <a:xfrm>
              <a:off x="14663" y="2058"/>
              <a:ext cx="711" cy="1145"/>
            </a:xfrm>
            <a:custGeom>
              <a:avLst/>
              <a:gdLst/>
              <a:ahLst/>
              <a:cxnLst>
                <a:cxn ang="0">
                  <a:pos x="95" y="0"/>
                </a:cxn>
                <a:cxn ang="0">
                  <a:pos x="0" y="103"/>
                </a:cxn>
                <a:cxn ang="0">
                  <a:pos x="505" y="573"/>
                </a:cxn>
                <a:cxn ang="0">
                  <a:pos x="0" y="1043"/>
                </a:cxn>
                <a:cxn ang="0">
                  <a:pos x="95" y="1145"/>
                </a:cxn>
                <a:cxn ang="0">
                  <a:pos x="711" y="573"/>
                </a:cxn>
                <a:cxn ang="0">
                  <a:pos x="95" y="0"/>
                </a:cxn>
              </a:cxnLst>
              <a:rect l="0" t="0" r="r" b="b"/>
              <a:pathLst>
                <a:path w="711" h="1145">
                  <a:moveTo>
                    <a:pt x="95" y="0"/>
                  </a:moveTo>
                  <a:lnTo>
                    <a:pt x="0" y="103"/>
                  </a:lnTo>
                  <a:lnTo>
                    <a:pt x="505" y="573"/>
                  </a:lnTo>
                  <a:lnTo>
                    <a:pt x="0" y="1043"/>
                  </a:lnTo>
                  <a:lnTo>
                    <a:pt x="95" y="1145"/>
                  </a:lnTo>
                  <a:lnTo>
                    <a:pt x="711" y="573"/>
                  </a:lnTo>
                  <a:lnTo>
                    <a:pt x="95" y="0"/>
                  </a:lnTo>
                </a:path>
              </a:pathLst>
            </a:custGeom>
            <a:solidFill>
              <a:srgbClr val="00ACC1"/>
            </a:solidFill>
            <a:ln w="9525">
              <a:no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84" name="Group 60"/>
          <p:cNvGrpSpPr>
            <a:grpSpLocks/>
          </p:cNvGrpSpPr>
          <p:nvPr/>
        </p:nvGrpSpPr>
        <p:grpSpPr bwMode="auto">
          <a:xfrm>
            <a:off x="6848477" y="909075"/>
            <a:ext cx="1046" cy="484888"/>
            <a:chOff x="8478" y="3133"/>
            <a:chExt cx="2" cy="927"/>
          </a:xfrm>
        </p:grpSpPr>
        <p:sp>
          <p:nvSpPr>
            <p:cNvPr id="1085" name="Freeform 61"/>
            <p:cNvSpPr>
              <a:spLocks/>
            </p:cNvSpPr>
            <p:nvPr/>
          </p:nvSpPr>
          <p:spPr bwMode="auto">
            <a:xfrm>
              <a:off x="8478" y="3133"/>
              <a:ext cx="2" cy="927"/>
            </a:xfrm>
            <a:custGeom>
              <a:avLst/>
              <a:gdLst/>
              <a:ahLst/>
              <a:cxnLst>
                <a:cxn ang="0">
                  <a:pos x="0" y="0"/>
                </a:cxn>
                <a:cxn ang="0">
                  <a:pos x="0" y="927"/>
                </a:cxn>
              </a:cxnLst>
              <a:rect l="0" t="0" r="r" b="b"/>
              <a:pathLst>
                <a:path h="927">
                  <a:moveTo>
                    <a:pt x="0" y="0"/>
                  </a:moveTo>
                  <a:lnTo>
                    <a:pt x="0" y="927"/>
                  </a:lnTo>
                </a:path>
              </a:pathLst>
            </a:custGeom>
            <a:noFill/>
            <a:ln w="54610">
              <a:solidFill>
                <a:srgbClr val="E64918"/>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88" name="Group 64"/>
          <p:cNvGrpSpPr>
            <a:grpSpLocks/>
          </p:cNvGrpSpPr>
          <p:nvPr/>
        </p:nvGrpSpPr>
        <p:grpSpPr bwMode="auto">
          <a:xfrm>
            <a:off x="4275037" y="3698747"/>
            <a:ext cx="1046" cy="304428"/>
            <a:chOff x="2688" y="9398"/>
            <a:chExt cx="2" cy="582"/>
          </a:xfrm>
        </p:grpSpPr>
        <p:sp>
          <p:nvSpPr>
            <p:cNvPr id="1089" name="Freeform 65"/>
            <p:cNvSpPr>
              <a:spLocks/>
            </p:cNvSpPr>
            <p:nvPr/>
          </p:nvSpPr>
          <p:spPr bwMode="auto">
            <a:xfrm>
              <a:off x="2688" y="9398"/>
              <a:ext cx="2" cy="582"/>
            </a:xfrm>
            <a:custGeom>
              <a:avLst/>
              <a:gdLst/>
              <a:ahLst/>
              <a:cxnLst>
                <a:cxn ang="0">
                  <a:pos x="0" y="0"/>
                </a:cxn>
                <a:cxn ang="0">
                  <a:pos x="0" y="582"/>
                </a:cxn>
              </a:cxnLst>
              <a:rect l="0" t="0" r="r" b="b"/>
              <a:pathLst>
                <a:path h="582">
                  <a:moveTo>
                    <a:pt x="0" y="0"/>
                  </a:moveTo>
                  <a:lnTo>
                    <a:pt x="0" y="582"/>
                  </a:lnTo>
                </a:path>
              </a:pathLst>
            </a:custGeom>
            <a:noFill/>
            <a:ln w="54610">
              <a:solidFill>
                <a:srgbClr val="8AB72C"/>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90" name="Group 66"/>
          <p:cNvGrpSpPr>
            <a:grpSpLocks/>
          </p:cNvGrpSpPr>
          <p:nvPr/>
        </p:nvGrpSpPr>
        <p:grpSpPr bwMode="auto">
          <a:xfrm>
            <a:off x="6931643" y="1531530"/>
            <a:ext cx="783540" cy="783562"/>
            <a:chOff x="8637" y="4323"/>
            <a:chExt cx="1498" cy="1498"/>
          </a:xfrm>
        </p:grpSpPr>
        <p:sp>
          <p:nvSpPr>
            <p:cNvPr id="1091" name="Freeform 67"/>
            <p:cNvSpPr>
              <a:spLocks/>
            </p:cNvSpPr>
            <p:nvPr/>
          </p:nvSpPr>
          <p:spPr bwMode="auto">
            <a:xfrm>
              <a:off x="8637" y="4323"/>
              <a:ext cx="1498" cy="1498"/>
            </a:xfrm>
            <a:custGeom>
              <a:avLst/>
              <a:gdLst/>
              <a:ahLst/>
              <a:cxnLst>
                <a:cxn ang="0">
                  <a:pos x="1498" y="1499"/>
                </a:cxn>
                <a:cxn ang="0">
                  <a:pos x="0" y="0"/>
                </a:cxn>
              </a:cxnLst>
              <a:rect l="0" t="0" r="r" b="b"/>
              <a:pathLst>
                <a:path w="1498" h="1498">
                  <a:moveTo>
                    <a:pt x="1498" y="1499"/>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92" name="Group 68"/>
          <p:cNvGrpSpPr>
            <a:grpSpLocks/>
          </p:cNvGrpSpPr>
          <p:nvPr/>
        </p:nvGrpSpPr>
        <p:grpSpPr bwMode="auto">
          <a:xfrm>
            <a:off x="7396119" y="1999157"/>
            <a:ext cx="638130" cy="638148"/>
            <a:chOff x="9525" y="5217"/>
            <a:chExt cx="1220" cy="1220"/>
          </a:xfrm>
        </p:grpSpPr>
        <p:sp>
          <p:nvSpPr>
            <p:cNvPr id="1093" name="Freeform 69"/>
            <p:cNvSpPr>
              <a:spLocks/>
            </p:cNvSpPr>
            <p:nvPr/>
          </p:nvSpPr>
          <p:spPr bwMode="auto">
            <a:xfrm>
              <a:off x="9525" y="5217"/>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64918"/>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rPr>
                <a:t>6</a:t>
              </a:r>
              <a:endParaRPr lang="en-US" sz="2880" dirty="0">
                <a:solidFill>
                  <a:prstClr val="white"/>
                </a:solidFill>
                <a:latin typeface="Sosa" pitchFamily="2" charset="0"/>
              </a:endParaRPr>
            </a:p>
          </p:txBody>
        </p:sp>
      </p:grpSp>
      <p:grpSp>
        <p:nvGrpSpPr>
          <p:cNvPr id="1120" name="Group 96"/>
          <p:cNvGrpSpPr>
            <a:grpSpLocks/>
          </p:cNvGrpSpPr>
          <p:nvPr/>
        </p:nvGrpSpPr>
        <p:grpSpPr bwMode="auto">
          <a:xfrm>
            <a:off x="7322276" y="4428605"/>
            <a:ext cx="1046" cy="336858"/>
            <a:chOff x="7452" y="11941"/>
            <a:chExt cx="2" cy="644"/>
          </a:xfrm>
        </p:grpSpPr>
        <p:sp>
          <p:nvSpPr>
            <p:cNvPr id="1121" name="Freeform 97"/>
            <p:cNvSpPr>
              <a:spLocks/>
            </p:cNvSpPr>
            <p:nvPr/>
          </p:nvSpPr>
          <p:spPr bwMode="auto">
            <a:xfrm>
              <a:off x="7452" y="11941"/>
              <a:ext cx="2" cy="644"/>
            </a:xfrm>
            <a:custGeom>
              <a:avLst/>
              <a:gdLst/>
              <a:ahLst/>
              <a:cxnLst>
                <a:cxn ang="0">
                  <a:pos x="0" y="0"/>
                </a:cxn>
                <a:cxn ang="0">
                  <a:pos x="0" y="644"/>
                </a:cxn>
              </a:cxnLst>
              <a:rect l="0" t="0" r="r" b="b"/>
              <a:pathLst>
                <a:path h="644">
                  <a:moveTo>
                    <a:pt x="0" y="0"/>
                  </a:moveTo>
                  <a:lnTo>
                    <a:pt x="0" y="644"/>
                  </a:lnTo>
                </a:path>
              </a:pathLst>
            </a:custGeom>
            <a:noFill/>
            <a:ln w="54623">
              <a:solidFill>
                <a:srgbClr val="EE525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70" name="Group 146"/>
          <p:cNvGrpSpPr>
            <a:grpSpLocks/>
          </p:cNvGrpSpPr>
          <p:nvPr/>
        </p:nvGrpSpPr>
        <p:grpSpPr bwMode="auto">
          <a:xfrm>
            <a:off x="6456617" y="3513752"/>
            <a:ext cx="774126" cy="774146"/>
            <a:chOff x="5797" y="10192"/>
            <a:chExt cx="1480" cy="1480"/>
          </a:xfrm>
        </p:grpSpPr>
        <p:sp>
          <p:nvSpPr>
            <p:cNvPr id="1171" name="Freeform 147"/>
            <p:cNvSpPr>
              <a:spLocks/>
            </p:cNvSpPr>
            <p:nvPr/>
          </p:nvSpPr>
          <p:spPr bwMode="auto">
            <a:xfrm>
              <a:off x="5797" y="10192"/>
              <a:ext cx="1480" cy="1480"/>
            </a:xfrm>
            <a:custGeom>
              <a:avLst/>
              <a:gdLst/>
              <a:ahLst/>
              <a:cxnLst>
                <a:cxn ang="0">
                  <a:pos x="0" y="0"/>
                </a:cxn>
                <a:cxn ang="0">
                  <a:pos x="1480" y="1480"/>
                </a:cxn>
              </a:cxnLst>
              <a:rect l="0" t="0" r="r" b="b"/>
              <a:pathLst>
                <a:path w="1480" h="1480">
                  <a:moveTo>
                    <a:pt x="0" y="0"/>
                  </a:moveTo>
                  <a:lnTo>
                    <a:pt x="1480" y="148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sp>
        <p:nvSpPr>
          <p:cNvPr id="1173" name="Freeform 149"/>
          <p:cNvSpPr>
            <a:spLocks/>
          </p:cNvSpPr>
          <p:nvPr/>
        </p:nvSpPr>
        <p:spPr bwMode="auto">
          <a:xfrm>
            <a:off x="6137551" y="3180555"/>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E5250"/>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fontAlgn="auto">
              <a:spcBef>
                <a:spcPts val="0"/>
              </a:spcBef>
              <a:spcAft>
                <a:spcPts val="0"/>
              </a:spcAft>
            </a:pPr>
            <a:r>
              <a:rPr lang="en-US" sz="2880" dirty="0" smtClean="0">
                <a:solidFill>
                  <a:prstClr val="white"/>
                </a:solidFill>
                <a:latin typeface="Sosa" pitchFamily="2" charset="0"/>
              </a:rPr>
              <a:t>5</a:t>
            </a:r>
            <a:endParaRPr lang="en-US" sz="2880" dirty="0">
              <a:solidFill>
                <a:prstClr val="white"/>
              </a:solidFill>
              <a:latin typeface="Sosa" pitchFamily="2" charset="0"/>
            </a:endParaRPr>
          </a:p>
        </p:txBody>
      </p:sp>
      <p:grpSp>
        <p:nvGrpSpPr>
          <p:cNvPr id="1220" name="Group 196"/>
          <p:cNvGrpSpPr>
            <a:grpSpLocks/>
          </p:cNvGrpSpPr>
          <p:nvPr/>
        </p:nvGrpSpPr>
        <p:grpSpPr bwMode="auto">
          <a:xfrm>
            <a:off x="4356112" y="4077452"/>
            <a:ext cx="788771" cy="788792"/>
            <a:chOff x="2843" y="10122"/>
            <a:chExt cx="1508" cy="1508"/>
          </a:xfrm>
        </p:grpSpPr>
        <p:sp>
          <p:nvSpPr>
            <p:cNvPr id="1221" name="Freeform 197"/>
            <p:cNvSpPr>
              <a:spLocks/>
            </p:cNvSpPr>
            <p:nvPr/>
          </p:nvSpPr>
          <p:spPr bwMode="auto">
            <a:xfrm>
              <a:off x="2843" y="10122"/>
              <a:ext cx="1508" cy="1508"/>
            </a:xfrm>
            <a:custGeom>
              <a:avLst/>
              <a:gdLst/>
              <a:ahLst/>
              <a:cxnLst>
                <a:cxn ang="0">
                  <a:pos x="1508" y="1508"/>
                </a:cxn>
                <a:cxn ang="0">
                  <a:pos x="0" y="0"/>
                </a:cxn>
              </a:cxnLst>
              <a:rect l="0" t="0" r="r" b="b"/>
              <a:pathLst>
                <a:path w="1508" h="1508">
                  <a:moveTo>
                    <a:pt x="1508" y="1508"/>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sp>
        <p:nvSpPr>
          <p:cNvPr id="1223" name="Freeform 199"/>
          <p:cNvSpPr>
            <a:spLocks/>
          </p:cNvSpPr>
          <p:nvPr/>
        </p:nvSpPr>
        <p:spPr bwMode="auto">
          <a:xfrm>
            <a:off x="4825817" y="4537231"/>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8AB72C"/>
          </a:solidFill>
          <a:ln w="28575">
            <a:solidFill>
              <a:schemeClr val="bg1"/>
            </a:solidFill>
            <a:round/>
            <a:headEnd/>
            <a:tailEnd/>
          </a:ln>
        </p:spPr>
        <p:txBody>
          <a:bodyPr vert="horz" wrap="square" lIns="109728" tIns="54864" rIns="109728" bIns="54864" numCol="1" anchor="ctr"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rPr>
              <a:t>4</a:t>
            </a:r>
            <a:endParaRPr lang="en-US" sz="2880" dirty="0">
              <a:solidFill>
                <a:prstClr val="white"/>
              </a:solidFill>
              <a:latin typeface="Sosa" pitchFamily="2" charset="0"/>
            </a:endParaRPr>
          </a:p>
        </p:txBody>
      </p:sp>
      <p:sp>
        <p:nvSpPr>
          <p:cNvPr id="50" name="TextBox 49"/>
          <p:cNvSpPr txBox="1"/>
          <p:nvPr/>
        </p:nvSpPr>
        <p:spPr>
          <a:xfrm>
            <a:off x="593443" y="3494058"/>
            <a:ext cx="3213680" cy="1569660"/>
          </a:xfrm>
          <a:prstGeom prst="rect">
            <a:avLst/>
          </a:prstGeom>
          <a:noFill/>
        </p:spPr>
        <p:txBody>
          <a:bodyPr wrap="square" rtlCol="0">
            <a:spAutoFit/>
          </a:bodyPr>
          <a:lstStyle/>
          <a:p>
            <a:pPr algn="ctr" rtl="1" fontAlgn="auto">
              <a:spcBef>
                <a:spcPts val="0"/>
              </a:spcBef>
              <a:spcAft>
                <a:spcPts val="0"/>
              </a:spcAft>
            </a:pPr>
            <a:r>
              <a:rPr lang="ar-SA" sz="2400" b="1" dirty="0" smtClean="0"/>
              <a:t>إيجاد </a:t>
            </a:r>
            <a:r>
              <a:rPr lang="ar-SA" sz="2400" b="1" dirty="0"/>
              <a:t>الفعالية في تعليم الطلاب من خلال تصميم وتعليم معلومات ثلاثية الأبعاد في بيئة افتراضية</a:t>
            </a:r>
            <a:endParaRPr lang="en-US" sz="2400" b="1" dirty="0">
              <a:solidFill>
                <a:prstClr val="black"/>
              </a:solidFill>
              <a:latin typeface="Open Sans" pitchFamily="34" charset="0"/>
              <a:ea typeface="Open Sans" pitchFamily="34" charset="0"/>
              <a:cs typeface="Open Sans" pitchFamily="34" charset="0"/>
            </a:endParaRPr>
          </a:p>
        </p:txBody>
      </p:sp>
      <p:sp>
        <p:nvSpPr>
          <p:cNvPr id="52" name="TextBox 51"/>
          <p:cNvSpPr txBox="1"/>
          <p:nvPr/>
        </p:nvSpPr>
        <p:spPr>
          <a:xfrm>
            <a:off x="7687928" y="4267438"/>
            <a:ext cx="3658431" cy="1200329"/>
          </a:xfrm>
          <a:prstGeom prst="rect">
            <a:avLst/>
          </a:prstGeom>
          <a:noFill/>
        </p:spPr>
        <p:txBody>
          <a:bodyPr wrap="square" rtlCol="0">
            <a:spAutoFit/>
          </a:bodyPr>
          <a:lstStyle/>
          <a:p>
            <a:pPr algn="ctr" rtl="1" fontAlgn="auto">
              <a:spcBef>
                <a:spcPts val="0"/>
              </a:spcBef>
              <a:spcAft>
                <a:spcPts val="0"/>
              </a:spcAft>
            </a:pPr>
            <a:r>
              <a:rPr lang="ar-SA" sz="2400" b="1" dirty="0"/>
              <a:t>تمكن الطالب من تنفيذ تجارب ومشاريع تعليمية متنوعة, حيث أن بيئته قابلة للسيطرة عليها</a:t>
            </a:r>
            <a:endParaRPr lang="en-US" sz="2400" b="1" dirty="0">
              <a:solidFill>
                <a:prstClr val="black"/>
              </a:solidFill>
              <a:latin typeface="Open Sans" pitchFamily="34" charset="0"/>
              <a:ea typeface="Open Sans" pitchFamily="34" charset="0"/>
              <a:cs typeface="Open Sans" pitchFamily="34" charset="0"/>
            </a:endParaRPr>
          </a:p>
        </p:txBody>
      </p:sp>
      <p:sp>
        <p:nvSpPr>
          <p:cNvPr id="55" name="TextBox 54"/>
          <p:cNvSpPr txBox="1"/>
          <p:nvPr/>
        </p:nvSpPr>
        <p:spPr>
          <a:xfrm>
            <a:off x="3493298" y="919198"/>
            <a:ext cx="3245402" cy="1200329"/>
          </a:xfrm>
          <a:prstGeom prst="rect">
            <a:avLst/>
          </a:prstGeom>
          <a:noFill/>
        </p:spPr>
        <p:txBody>
          <a:bodyPr wrap="square" rtlCol="0">
            <a:spAutoFit/>
          </a:bodyPr>
          <a:lstStyle/>
          <a:p>
            <a:pPr algn="ctr" rtl="1" fontAlgn="auto">
              <a:spcBef>
                <a:spcPts val="0"/>
              </a:spcBef>
              <a:spcAft>
                <a:spcPts val="0"/>
              </a:spcAft>
            </a:pPr>
            <a:r>
              <a:rPr lang="ar-SA" sz="2400" b="1" dirty="0"/>
              <a:t>تمكن الطلاب من استكشاف الأماكن والبيئات ومعايشة المعلومات</a:t>
            </a:r>
            <a:endParaRPr lang="en-US" sz="2400" b="1" dirty="0">
              <a:solidFill>
                <a:prstClr val="black"/>
              </a:solidFill>
              <a:latin typeface="Open Sans" pitchFamily="34" charset="0"/>
              <a:ea typeface="Open Sans" pitchFamily="34" charset="0"/>
              <a:cs typeface="Open Sans" pitchFamily="34" charset="0"/>
            </a:endParaRPr>
          </a:p>
        </p:txBody>
      </p:sp>
      <p:sp>
        <p:nvSpPr>
          <p:cNvPr id="32" name="Rectangle 31"/>
          <p:cNvSpPr/>
          <p:nvPr/>
        </p:nvSpPr>
        <p:spPr>
          <a:xfrm>
            <a:off x="3173678" y="74803"/>
            <a:ext cx="5759910" cy="646331"/>
          </a:xfrm>
          <a:prstGeom prst="rect">
            <a:avLst/>
          </a:prstGeom>
        </p:spPr>
        <p:txBody>
          <a:bodyPr wrap="none">
            <a:spAutoFit/>
          </a:bodyPr>
          <a:lstStyle/>
          <a:p>
            <a:pPr rtl="1"/>
            <a:r>
              <a:rPr lang="ar-SA" sz="3600" b="1" u="sng" dirty="0">
                <a:solidFill>
                  <a:srgbClr val="1C94D0"/>
                </a:solidFill>
              </a:rPr>
              <a:t>د. أهمية الواقع الافتراضي في التعليم </a:t>
            </a:r>
            <a:endParaRPr lang="en-US" sz="3600" u="sng" dirty="0">
              <a:solidFill>
                <a:srgbClr val="1C94D0"/>
              </a:solidFill>
            </a:endParaRPr>
          </a:p>
        </p:txBody>
      </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3082006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250"/>
                                  </p:stCondLst>
                                  <p:childTnLst>
                                    <p:set>
                                      <p:cBhvr>
                                        <p:cTn id="9" dur="1" fill="hold">
                                          <p:stCondLst>
                                            <p:cond delay="0"/>
                                          </p:stCondLst>
                                        </p:cTn>
                                        <p:tgtEl>
                                          <p:spTgt spid="1223"/>
                                        </p:tgtEl>
                                        <p:attrNameLst>
                                          <p:attrName>style.visibility</p:attrName>
                                        </p:attrNameLst>
                                      </p:cBhvr>
                                      <p:to>
                                        <p:strVal val="visible"/>
                                      </p:to>
                                    </p:set>
                                  </p:childTnLst>
                                </p:cTn>
                              </p:par>
                            </p:childTnLst>
                          </p:cTn>
                        </p:par>
                        <p:par>
                          <p:cTn id="10" fill="hold">
                            <p:stCondLst>
                              <p:cond delay="250"/>
                            </p:stCondLst>
                            <p:childTnLst>
                              <p:par>
                                <p:cTn id="11" presetID="1" presetClass="entr" presetSubtype="0" fill="hold" nodeType="afterEffect">
                                  <p:stCondLst>
                                    <p:cond delay="250"/>
                                  </p:stCondLst>
                                  <p:childTnLst>
                                    <p:set>
                                      <p:cBhvr>
                                        <p:cTn id="12" dur="1" fill="hold">
                                          <p:stCondLst>
                                            <p:cond delay="0"/>
                                          </p:stCondLst>
                                        </p:cTn>
                                        <p:tgtEl>
                                          <p:spTgt spid="1220"/>
                                        </p:tgtEl>
                                        <p:attrNameLst>
                                          <p:attrName>style.visibility</p:attrName>
                                        </p:attrNameLst>
                                      </p:cBhvr>
                                      <p:to>
                                        <p:strVal val="visible"/>
                                      </p:to>
                                    </p:set>
                                  </p:childTnLst>
                                </p:cTn>
                              </p:par>
                            </p:childTnLst>
                          </p:cTn>
                        </p:par>
                        <p:par>
                          <p:cTn id="13" fill="hold">
                            <p:stCondLst>
                              <p:cond delay="500"/>
                            </p:stCondLst>
                            <p:childTnLst>
                              <p:par>
                                <p:cTn id="14" presetID="1" presetClass="entr" presetSubtype="0" fill="hold" nodeType="afterEffect">
                                  <p:stCondLst>
                                    <p:cond delay="250"/>
                                  </p:stCondLst>
                                  <p:childTnLst>
                                    <p:set>
                                      <p:cBhvr>
                                        <p:cTn id="15" dur="1" fill="hold">
                                          <p:stCondLst>
                                            <p:cond delay="0"/>
                                          </p:stCondLst>
                                        </p:cTn>
                                        <p:tgtEl>
                                          <p:spTgt spid="1088"/>
                                        </p:tgtEl>
                                        <p:attrNameLst>
                                          <p:attrName>style.visibility</p:attrName>
                                        </p:attrNameLst>
                                      </p:cBhvr>
                                      <p:to>
                                        <p:strVal val="visible"/>
                                      </p:to>
                                    </p:set>
                                  </p:childTnLst>
                                </p:cTn>
                              </p:par>
                            </p:childTnLst>
                          </p:cTn>
                        </p:par>
                        <p:par>
                          <p:cTn id="16" fill="hold">
                            <p:stCondLst>
                              <p:cond delay="750"/>
                            </p:stCondLst>
                            <p:childTnLst>
                              <p:par>
                                <p:cTn id="17" presetID="1" presetClass="entr" presetSubtype="0" fill="hold" grpId="0" nodeType="afterEffect">
                                  <p:stCondLst>
                                    <p:cond delay="250"/>
                                  </p:stCondLst>
                                  <p:childTnLst>
                                    <p:set>
                                      <p:cBhvr>
                                        <p:cTn id="18" dur="1" fill="hold">
                                          <p:stCondLst>
                                            <p:cond delay="0"/>
                                          </p:stCondLst>
                                        </p:cTn>
                                        <p:tgtEl>
                                          <p:spTgt spid="50"/>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grpId="0" nodeType="afterEffect">
                                  <p:stCondLst>
                                    <p:cond delay="250"/>
                                  </p:stCondLst>
                                  <p:childTnLst>
                                    <p:set>
                                      <p:cBhvr>
                                        <p:cTn id="21" dur="1" fill="hold">
                                          <p:stCondLst>
                                            <p:cond delay="0"/>
                                          </p:stCondLst>
                                        </p:cTn>
                                        <p:tgtEl>
                                          <p:spTgt spid="1173"/>
                                        </p:tgtEl>
                                        <p:attrNameLst>
                                          <p:attrName>style.visibility</p:attrName>
                                        </p:attrNameLst>
                                      </p:cBhvr>
                                      <p:to>
                                        <p:strVal val="visible"/>
                                      </p:to>
                                    </p:set>
                                  </p:childTnLst>
                                </p:cTn>
                              </p:par>
                            </p:childTnLst>
                          </p:cTn>
                        </p:par>
                        <p:par>
                          <p:cTn id="22" fill="hold">
                            <p:stCondLst>
                              <p:cond delay="1250"/>
                            </p:stCondLst>
                            <p:childTnLst>
                              <p:par>
                                <p:cTn id="23" presetID="1" presetClass="entr" presetSubtype="0" fill="hold" nodeType="afterEffect">
                                  <p:stCondLst>
                                    <p:cond delay="250"/>
                                  </p:stCondLst>
                                  <p:childTnLst>
                                    <p:set>
                                      <p:cBhvr>
                                        <p:cTn id="24" dur="1" fill="hold">
                                          <p:stCondLst>
                                            <p:cond delay="0"/>
                                          </p:stCondLst>
                                        </p:cTn>
                                        <p:tgtEl>
                                          <p:spTgt spid="1170"/>
                                        </p:tgtEl>
                                        <p:attrNameLst>
                                          <p:attrName>style.visibility</p:attrName>
                                        </p:attrNameLst>
                                      </p:cBhvr>
                                      <p:to>
                                        <p:strVal val="visible"/>
                                      </p:to>
                                    </p:set>
                                  </p:childTnLst>
                                </p:cTn>
                              </p:par>
                            </p:childTnLst>
                          </p:cTn>
                        </p:par>
                        <p:par>
                          <p:cTn id="25" fill="hold">
                            <p:stCondLst>
                              <p:cond delay="1500"/>
                            </p:stCondLst>
                            <p:childTnLst>
                              <p:par>
                                <p:cTn id="26" presetID="1" presetClass="entr" presetSubtype="0" fill="hold" nodeType="afterEffect">
                                  <p:stCondLst>
                                    <p:cond delay="250"/>
                                  </p:stCondLst>
                                  <p:childTnLst>
                                    <p:set>
                                      <p:cBhvr>
                                        <p:cTn id="27" dur="1" fill="hold">
                                          <p:stCondLst>
                                            <p:cond delay="0"/>
                                          </p:stCondLst>
                                        </p:cTn>
                                        <p:tgtEl>
                                          <p:spTgt spid="1120"/>
                                        </p:tgtEl>
                                        <p:attrNameLst>
                                          <p:attrName>style.visibility</p:attrName>
                                        </p:attrNameLst>
                                      </p:cBhvr>
                                      <p:to>
                                        <p:strVal val="visible"/>
                                      </p:to>
                                    </p:set>
                                  </p:childTnLst>
                                </p:cTn>
                              </p:par>
                            </p:childTnLst>
                          </p:cTn>
                        </p:par>
                        <p:par>
                          <p:cTn id="28" fill="hold">
                            <p:stCondLst>
                              <p:cond delay="1750"/>
                            </p:stCondLst>
                            <p:childTnLst>
                              <p:par>
                                <p:cTn id="29" presetID="1" presetClass="entr" presetSubtype="0" fill="hold" grpId="0" nodeType="afterEffect">
                                  <p:stCondLst>
                                    <p:cond delay="250"/>
                                  </p:stCondLst>
                                  <p:childTnLst>
                                    <p:set>
                                      <p:cBhvr>
                                        <p:cTn id="30" dur="1" fill="hold">
                                          <p:stCondLst>
                                            <p:cond delay="0"/>
                                          </p:stCondLst>
                                        </p:cTn>
                                        <p:tgtEl>
                                          <p:spTgt spid="52"/>
                                        </p:tgtEl>
                                        <p:attrNameLst>
                                          <p:attrName>style.visibility</p:attrName>
                                        </p:attrNameLst>
                                      </p:cBhvr>
                                      <p:to>
                                        <p:strVal val="visible"/>
                                      </p:to>
                                    </p:set>
                                  </p:childTnLst>
                                </p:cTn>
                              </p:par>
                            </p:childTnLst>
                          </p:cTn>
                        </p:par>
                        <p:par>
                          <p:cTn id="31" fill="hold">
                            <p:stCondLst>
                              <p:cond delay="2000"/>
                            </p:stCondLst>
                            <p:childTnLst>
                              <p:par>
                                <p:cTn id="32" presetID="1" presetClass="entr" presetSubtype="0" fill="hold" nodeType="afterEffect">
                                  <p:stCondLst>
                                    <p:cond delay="250"/>
                                  </p:stCondLst>
                                  <p:childTnLst>
                                    <p:set>
                                      <p:cBhvr>
                                        <p:cTn id="33" dur="1" fill="hold">
                                          <p:stCondLst>
                                            <p:cond delay="0"/>
                                          </p:stCondLst>
                                        </p:cTn>
                                        <p:tgtEl>
                                          <p:spTgt spid="1092"/>
                                        </p:tgtEl>
                                        <p:attrNameLst>
                                          <p:attrName>style.visibility</p:attrName>
                                        </p:attrNameLst>
                                      </p:cBhvr>
                                      <p:to>
                                        <p:strVal val="visible"/>
                                      </p:to>
                                    </p:set>
                                  </p:childTnLst>
                                </p:cTn>
                              </p:par>
                            </p:childTnLst>
                          </p:cTn>
                        </p:par>
                        <p:par>
                          <p:cTn id="34" fill="hold">
                            <p:stCondLst>
                              <p:cond delay="2250"/>
                            </p:stCondLst>
                            <p:childTnLst>
                              <p:par>
                                <p:cTn id="35" presetID="1" presetClass="entr" presetSubtype="0" fill="hold" nodeType="afterEffect">
                                  <p:stCondLst>
                                    <p:cond delay="250"/>
                                  </p:stCondLst>
                                  <p:childTnLst>
                                    <p:set>
                                      <p:cBhvr>
                                        <p:cTn id="36" dur="1" fill="hold">
                                          <p:stCondLst>
                                            <p:cond delay="0"/>
                                          </p:stCondLst>
                                        </p:cTn>
                                        <p:tgtEl>
                                          <p:spTgt spid="1090"/>
                                        </p:tgtEl>
                                        <p:attrNameLst>
                                          <p:attrName>style.visibility</p:attrName>
                                        </p:attrNameLst>
                                      </p:cBhvr>
                                      <p:to>
                                        <p:strVal val="visible"/>
                                      </p:to>
                                    </p:set>
                                  </p:childTnLst>
                                </p:cTn>
                              </p:par>
                            </p:childTnLst>
                          </p:cTn>
                        </p:par>
                        <p:par>
                          <p:cTn id="37" fill="hold">
                            <p:stCondLst>
                              <p:cond delay="2500"/>
                            </p:stCondLst>
                            <p:childTnLst>
                              <p:par>
                                <p:cTn id="38" presetID="1" presetClass="entr" presetSubtype="0" fill="hold" nodeType="afterEffect">
                                  <p:stCondLst>
                                    <p:cond delay="250"/>
                                  </p:stCondLst>
                                  <p:childTnLst>
                                    <p:set>
                                      <p:cBhvr>
                                        <p:cTn id="39" dur="1" fill="hold">
                                          <p:stCondLst>
                                            <p:cond delay="0"/>
                                          </p:stCondLst>
                                        </p:cTn>
                                        <p:tgtEl>
                                          <p:spTgt spid="1084"/>
                                        </p:tgtEl>
                                        <p:attrNameLst>
                                          <p:attrName>style.visibility</p:attrName>
                                        </p:attrNameLst>
                                      </p:cBhvr>
                                      <p:to>
                                        <p:strVal val="visible"/>
                                      </p:to>
                                    </p:set>
                                  </p:childTnLst>
                                </p:cTn>
                              </p:par>
                            </p:childTnLst>
                          </p:cTn>
                        </p:par>
                        <p:par>
                          <p:cTn id="40" fill="hold">
                            <p:stCondLst>
                              <p:cond delay="2750"/>
                            </p:stCondLst>
                            <p:childTnLst>
                              <p:par>
                                <p:cTn id="41" presetID="1" presetClass="entr" presetSubtype="0" fill="hold" grpId="0" nodeType="afterEffect">
                                  <p:stCondLst>
                                    <p:cond delay="250"/>
                                  </p:stCondLst>
                                  <p:childTnLst>
                                    <p:set>
                                      <p:cBhvr>
                                        <p:cTn id="42"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3" grpId="0" animBg="1"/>
      <p:bldP spid="1223" grpId="0" animBg="1"/>
      <p:bldP spid="50" grpId="0"/>
      <p:bldP spid="52" grpId="0"/>
      <p:bldP spid="55" grpId="0"/>
      <p:bldP spid="32"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Oval 42"/>
          <p:cNvSpPr/>
          <p:nvPr/>
        </p:nvSpPr>
        <p:spPr>
          <a:xfrm>
            <a:off x="9239250" y="1401763"/>
            <a:ext cx="1325563" cy="1327150"/>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4" name="Oval 43"/>
          <p:cNvSpPr/>
          <p:nvPr/>
        </p:nvSpPr>
        <p:spPr>
          <a:xfrm>
            <a:off x="8326438" y="1152525"/>
            <a:ext cx="1649412" cy="1649413"/>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5" name="Oval 44"/>
          <p:cNvSpPr/>
          <p:nvPr/>
        </p:nvSpPr>
        <p:spPr>
          <a:xfrm>
            <a:off x="7656513" y="1395413"/>
            <a:ext cx="1341437" cy="1343025"/>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6" name="Oval 45"/>
          <p:cNvSpPr/>
          <p:nvPr/>
        </p:nvSpPr>
        <p:spPr>
          <a:xfrm>
            <a:off x="6943725" y="1555750"/>
            <a:ext cx="1225550" cy="1225550"/>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endParaRPr>
          </a:p>
        </p:txBody>
      </p:sp>
      <p:sp>
        <p:nvSpPr>
          <p:cNvPr id="47" name="Oval 46"/>
          <p:cNvSpPr/>
          <p:nvPr/>
        </p:nvSpPr>
        <p:spPr>
          <a:xfrm>
            <a:off x="5730875" y="925513"/>
            <a:ext cx="2105025" cy="2103437"/>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endParaRPr>
          </a:p>
        </p:txBody>
      </p:sp>
      <p:sp>
        <p:nvSpPr>
          <p:cNvPr id="48" name="Oval 47"/>
          <p:cNvSpPr/>
          <p:nvPr/>
        </p:nvSpPr>
        <p:spPr>
          <a:xfrm>
            <a:off x="5345113" y="1527175"/>
            <a:ext cx="1327150" cy="1327150"/>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9" name="Oval 48"/>
          <p:cNvSpPr/>
          <p:nvPr/>
        </p:nvSpPr>
        <p:spPr>
          <a:xfrm>
            <a:off x="4433888" y="1277938"/>
            <a:ext cx="1647825" cy="1649412"/>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0" name="Oval 49"/>
          <p:cNvSpPr/>
          <p:nvPr/>
        </p:nvSpPr>
        <p:spPr>
          <a:xfrm>
            <a:off x="3762375" y="1520825"/>
            <a:ext cx="1343025" cy="1343025"/>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1" name="Oval 50"/>
          <p:cNvSpPr/>
          <p:nvPr/>
        </p:nvSpPr>
        <p:spPr>
          <a:xfrm>
            <a:off x="2711450" y="1739900"/>
            <a:ext cx="966788" cy="966788"/>
          </a:xfrm>
          <a:prstGeom prst="ellipse">
            <a:avLst/>
          </a:prstGeom>
          <a:solidFill>
            <a:srgbClr val="4472C4"/>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2" name="Oval 51"/>
          <p:cNvSpPr/>
          <p:nvPr/>
        </p:nvSpPr>
        <p:spPr>
          <a:xfrm>
            <a:off x="3211513" y="1649413"/>
            <a:ext cx="1138237"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3" name="Oval 52"/>
          <p:cNvSpPr/>
          <p:nvPr/>
        </p:nvSpPr>
        <p:spPr>
          <a:xfrm>
            <a:off x="1689100" y="1341438"/>
            <a:ext cx="1522413" cy="1522412"/>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4" name="Oval 53"/>
          <p:cNvSpPr/>
          <p:nvPr/>
        </p:nvSpPr>
        <p:spPr>
          <a:xfrm>
            <a:off x="1143000" y="1649413"/>
            <a:ext cx="1138238"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grpSp>
        <p:nvGrpSpPr>
          <p:cNvPr id="3" name="Group 2"/>
          <p:cNvGrpSpPr>
            <a:grpSpLocks/>
          </p:cNvGrpSpPr>
          <p:nvPr/>
        </p:nvGrpSpPr>
        <p:grpSpPr bwMode="auto">
          <a:xfrm>
            <a:off x="929740" y="3432175"/>
            <a:ext cx="10416123" cy="2400301"/>
            <a:chOff x="1101170" y="4040564"/>
            <a:chExt cx="10415327" cy="2400311"/>
          </a:xfrm>
        </p:grpSpPr>
        <p:sp>
          <p:nvSpPr>
            <p:cNvPr id="27" name="Oval 26"/>
            <p:cNvSpPr/>
            <p:nvPr/>
          </p:nvSpPr>
          <p:spPr>
            <a:xfrm>
              <a:off x="10654550" y="4040564"/>
              <a:ext cx="861947" cy="862016"/>
            </a:xfrm>
            <a:prstGeom prst="ellipse">
              <a:avLst/>
            </a:prstGeom>
            <a:solidFill>
              <a:srgbClr val="4472C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sz="2800" dirty="0">
                <a:solidFill>
                  <a:prstClr val="white"/>
                </a:solidFill>
              </a:endParaRPr>
            </a:p>
          </p:txBody>
        </p:sp>
        <p:grpSp>
          <p:nvGrpSpPr>
            <p:cNvPr id="521237" name="Group 36"/>
            <p:cNvGrpSpPr>
              <a:grpSpLocks/>
            </p:cNvGrpSpPr>
            <p:nvPr/>
          </p:nvGrpSpPr>
          <p:grpSpPr bwMode="auto">
            <a:xfrm>
              <a:off x="1101170" y="4086849"/>
              <a:ext cx="10415327" cy="2354026"/>
              <a:chOff x="5948648" y="1498605"/>
              <a:chExt cx="10415327" cy="2354026"/>
            </a:xfrm>
          </p:grpSpPr>
          <p:sp>
            <p:nvSpPr>
              <p:cNvPr id="521238" name="TextBox 37"/>
              <p:cNvSpPr txBox="1">
                <a:spLocks noChangeArrowheads="1"/>
              </p:cNvSpPr>
              <p:nvPr/>
            </p:nvSpPr>
            <p:spPr bwMode="auto">
              <a:xfrm>
                <a:off x="10515536" y="1498605"/>
                <a:ext cx="5848439" cy="769444"/>
              </a:xfrm>
              <a:prstGeom prst="rect">
                <a:avLst/>
              </a:prstGeom>
              <a:noFill/>
              <a:ln w="9525">
                <a:noFill/>
                <a:miter lim="800000"/>
                <a:headEnd/>
                <a:tailEnd/>
              </a:ln>
            </p:spPr>
            <p:txBody>
              <a:bodyPr wrap="square">
                <a:spAutoFit/>
              </a:bodyPr>
              <a:lstStyle/>
              <a:p>
                <a:pPr rtl="1"/>
                <a:r>
                  <a:rPr lang="ar-SA" sz="4400" b="1" dirty="0" smtClean="0">
                    <a:solidFill>
                      <a:schemeClr val="bg1"/>
                    </a:solidFill>
                  </a:rPr>
                  <a:t>ه</a:t>
                </a:r>
                <a:r>
                  <a:rPr lang="ar-SA" sz="3600" b="1" dirty="0" smtClean="0"/>
                  <a:t> </a:t>
                </a:r>
                <a:r>
                  <a:rPr lang="en-US" sz="3600" b="1" dirty="0" smtClean="0"/>
                  <a:t>    </a:t>
                </a:r>
                <a:r>
                  <a:rPr lang="ar-SA" sz="3600" b="1" dirty="0" smtClean="0"/>
                  <a:t>فوائد </a:t>
                </a:r>
                <a:r>
                  <a:rPr lang="ar-SA" sz="3600" b="1" dirty="0"/>
                  <a:t>الواقع الافتراضي التربوية </a:t>
                </a:r>
                <a:endParaRPr lang="en-US" sz="3600" dirty="0"/>
              </a:p>
            </p:txBody>
          </p:sp>
          <p:sp>
            <p:nvSpPr>
              <p:cNvPr id="521239" name="TextBox 38"/>
              <p:cNvSpPr txBox="1">
                <a:spLocks noChangeArrowheads="1"/>
              </p:cNvSpPr>
              <p:nvPr/>
            </p:nvSpPr>
            <p:spPr bwMode="auto">
              <a:xfrm>
                <a:off x="5948648" y="2467630"/>
                <a:ext cx="9553380" cy="1385001"/>
              </a:xfrm>
              <a:prstGeom prst="rect">
                <a:avLst/>
              </a:prstGeom>
              <a:noFill/>
              <a:ln w="9525">
                <a:noFill/>
                <a:miter lim="800000"/>
                <a:headEnd/>
                <a:tailEnd/>
              </a:ln>
            </p:spPr>
            <p:txBody>
              <a:bodyPr>
                <a:spAutoFit/>
              </a:bodyPr>
              <a:lstStyle/>
              <a:p>
                <a:pPr rtl="1"/>
                <a:r>
                  <a:rPr lang="en-US" sz="2800" b="1" dirty="0"/>
                  <a:t> </a:t>
                </a:r>
                <a:r>
                  <a:rPr lang="ar-SA" sz="2800" b="1" dirty="0"/>
                  <a:t>1- تمكن المتعلم من استكشاف الأماكن والأشياء التي من الصعب الوصول إليها في الواقع الحقيقي, مثل: الإبحار عبر المحيطات والكواكب وجسم الإنسان لمعرفة كل ما يرتبط بها من مكونات وعناصر ووظائف.</a:t>
                </a:r>
                <a:endParaRPr lang="en-US" sz="2800" b="1" dirty="0"/>
              </a:p>
            </p:txBody>
          </p:sp>
        </p:grpSp>
      </p:grpSp>
      <p:cxnSp>
        <p:nvCxnSpPr>
          <p:cNvPr id="41" name="Straight Connector 40"/>
          <p:cNvCxnSpPr/>
          <p:nvPr/>
        </p:nvCxnSpPr>
        <p:spPr>
          <a:xfrm flipH="1">
            <a:off x="9656763" y="5832475"/>
            <a:ext cx="1147762" cy="0"/>
          </a:xfrm>
          <a:prstGeom prst="line">
            <a:avLst/>
          </a:prstGeom>
          <a:ln>
            <a:solidFill>
              <a:srgbClr val="E6E6E6"/>
            </a:solidFill>
          </a:ln>
        </p:spPr>
        <p:style>
          <a:lnRef idx="1">
            <a:schemeClr val="accent1"/>
          </a:lnRef>
          <a:fillRef idx="0">
            <a:schemeClr val="accent1"/>
          </a:fillRef>
          <a:effectRef idx="0">
            <a:schemeClr val="accent1"/>
          </a:effectRef>
          <a:fontRef idx="minor">
            <a:schemeClr val="tx1"/>
          </a:fontRef>
        </p:style>
      </p:cxnSp>
      <p:grpSp>
        <p:nvGrpSpPr>
          <p:cNvPr id="521231" name="Group 59"/>
          <p:cNvGrpSpPr>
            <a:grpSpLocks/>
          </p:cNvGrpSpPr>
          <p:nvPr/>
        </p:nvGrpSpPr>
        <p:grpSpPr bwMode="auto">
          <a:xfrm>
            <a:off x="200025" y="6419850"/>
            <a:ext cx="244475" cy="246063"/>
            <a:chOff x="6838977" y="3422490"/>
            <a:chExt cx="1358153" cy="1358153"/>
          </a:xfrm>
        </p:grpSpPr>
        <p:sp>
          <p:nvSpPr>
            <p:cNvPr id="61" name="Teardrop 60"/>
            <p:cNvSpPr/>
            <p:nvPr/>
          </p:nvSpPr>
          <p:spPr>
            <a:xfrm>
              <a:off x="6838977" y="4246142"/>
              <a:ext cx="537972" cy="534501"/>
            </a:xfrm>
            <a:prstGeom prst="teardrop">
              <a:avLst/>
            </a:prstGeom>
            <a:no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62" name="Teardrop 61"/>
            <p:cNvSpPr/>
            <p:nvPr/>
          </p:nvSpPr>
          <p:spPr>
            <a:xfrm rot="10800000">
              <a:off x="7376949" y="3422490"/>
              <a:ext cx="820181" cy="823652"/>
            </a:xfrm>
            <a:prstGeom prst="teardrop">
              <a:avLst/>
            </a:prstGeom>
            <a:no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63" name="Teardrop 62"/>
            <p:cNvSpPr/>
            <p:nvPr/>
          </p:nvSpPr>
          <p:spPr>
            <a:xfrm rot="5400000">
              <a:off x="6980994" y="3850933"/>
              <a:ext cx="280392" cy="282214"/>
            </a:xfrm>
            <a:prstGeom prst="teardrop">
              <a:avLst/>
            </a:prstGeom>
            <a:no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rgbClr val="FD890A"/>
                </a:solidFill>
              </a:endParaRPr>
            </a:p>
          </p:txBody>
        </p:sp>
      </p:grpSp>
      <p:sp>
        <p:nvSpPr>
          <p:cNvPr id="521232" name="Rectangle 63"/>
          <p:cNvSpPr>
            <a:spLocks noChangeArrowheads="1"/>
          </p:cNvSpPr>
          <p:nvPr/>
        </p:nvSpPr>
        <p:spPr bwMode="auto">
          <a:xfrm>
            <a:off x="219075" y="6511925"/>
            <a:ext cx="517525" cy="261938"/>
          </a:xfrm>
          <a:prstGeom prst="rect">
            <a:avLst/>
          </a:prstGeom>
          <a:noFill/>
          <a:ln w="9525">
            <a:noFill/>
            <a:miter lim="800000"/>
            <a:headEnd/>
            <a:tailEnd/>
          </a:ln>
        </p:spPr>
        <p:txBody>
          <a:bodyPr wrap="none">
            <a:spAutoFit/>
          </a:bodyPr>
          <a:lstStyle/>
          <a:p>
            <a:r>
              <a:rPr lang="en-US" sz="1100">
                <a:solidFill>
                  <a:srgbClr val="D9D9D9"/>
                </a:solidFill>
                <a:latin typeface="Lato Heavy"/>
                <a:ea typeface="Lato Heavy"/>
                <a:cs typeface="Lato Heavy"/>
              </a:rPr>
              <a:t>IDEA</a:t>
            </a:r>
          </a:p>
        </p:txBody>
      </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6905991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250"/>
                                  </p:stCondLst>
                                  <p:childTnLst>
                                    <p:set>
                                      <p:cBhvr>
                                        <p:cTn id="6" dur="1" fill="hold">
                                          <p:stCondLst>
                                            <p:cond delay="0"/>
                                          </p:stCondLst>
                                        </p:cTn>
                                        <p:tgtEl>
                                          <p:spTgt spid="54"/>
                                        </p:tgtEl>
                                        <p:attrNameLst>
                                          <p:attrName>style.visibility</p:attrName>
                                        </p:attrNameLst>
                                      </p:cBhvr>
                                      <p:to>
                                        <p:strVal val="visible"/>
                                      </p:to>
                                    </p:set>
                                    <p:anim calcmode="lin" valueType="num">
                                      <p:cBhvr>
                                        <p:cTn id="7" dur="500" fill="hold"/>
                                        <p:tgtEl>
                                          <p:spTgt spid="54"/>
                                        </p:tgtEl>
                                        <p:attrNameLst>
                                          <p:attrName>ppt_w</p:attrName>
                                        </p:attrNameLst>
                                      </p:cBhvr>
                                      <p:tavLst>
                                        <p:tav tm="0">
                                          <p:val>
                                            <p:fltVal val="0"/>
                                          </p:val>
                                        </p:tav>
                                        <p:tav tm="100000">
                                          <p:val>
                                            <p:strVal val="#ppt_w"/>
                                          </p:val>
                                        </p:tav>
                                      </p:tavLst>
                                    </p:anim>
                                    <p:anim calcmode="lin" valueType="num">
                                      <p:cBhvr>
                                        <p:cTn id="8" dur="500" fill="hold"/>
                                        <p:tgtEl>
                                          <p:spTgt spid="54"/>
                                        </p:tgtEl>
                                        <p:attrNameLst>
                                          <p:attrName>ppt_h</p:attrName>
                                        </p:attrNameLst>
                                      </p:cBhvr>
                                      <p:tavLst>
                                        <p:tav tm="0">
                                          <p:val>
                                            <p:fltVal val="0"/>
                                          </p:val>
                                        </p:tav>
                                        <p:tav tm="100000">
                                          <p:val>
                                            <p:strVal val="#ppt_h"/>
                                          </p:val>
                                        </p:tav>
                                      </p:tavLst>
                                    </p:anim>
                                    <p:animEffect transition="in" filter="fade">
                                      <p:cBhvr>
                                        <p:cTn id="9" dur="500"/>
                                        <p:tgtEl>
                                          <p:spTgt spid="54"/>
                                        </p:tgtEl>
                                      </p:cBhvr>
                                    </p:animEffect>
                                  </p:childTnLst>
                                </p:cTn>
                              </p:par>
                              <p:par>
                                <p:cTn id="10" presetID="53" presetClass="entr" presetSubtype="16" fill="hold" grpId="0" nodeType="withEffect">
                                  <p:stCondLst>
                                    <p:cond delay="500"/>
                                  </p:stCondLst>
                                  <p:childTnLst>
                                    <p:set>
                                      <p:cBhvr>
                                        <p:cTn id="11" dur="1" fill="hold">
                                          <p:stCondLst>
                                            <p:cond delay="0"/>
                                          </p:stCondLst>
                                        </p:cTn>
                                        <p:tgtEl>
                                          <p:spTgt spid="53"/>
                                        </p:tgtEl>
                                        <p:attrNameLst>
                                          <p:attrName>style.visibility</p:attrName>
                                        </p:attrNameLst>
                                      </p:cBhvr>
                                      <p:to>
                                        <p:strVal val="visible"/>
                                      </p:to>
                                    </p:set>
                                    <p:anim calcmode="lin" valueType="num">
                                      <p:cBhvr>
                                        <p:cTn id="12" dur="500" fill="hold"/>
                                        <p:tgtEl>
                                          <p:spTgt spid="53"/>
                                        </p:tgtEl>
                                        <p:attrNameLst>
                                          <p:attrName>ppt_w</p:attrName>
                                        </p:attrNameLst>
                                      </p:cBhvr>
                                      <p:tavLst>
                                        <p:tav tm="0">
                                          <p:val>
                                            <p:fltVal val="0"/>
                                          </p:val>
                                        </p:tav>
                                        <p:tav tm="100000">
                                          <p:val>
                                            <p:strVal val="#ppt_w"/>
                                          </p:val>
                                        </p:tav>
                                      </p:tavLst>
                                    </p:anim>
                                    <p:anim calcmode="lin" valueType="num">
                                      <p:cBhvr>
                                        <p:cTn id="13" dur="500" fill="hold"/>
                                        <p:tgtEl>
                                          <p:spTgt spid="53"/>
                                        </p:tgtEl>
                                        <p:attrNameLst>
                                          <p:attrName>ppt_h</p:attrName>
                                        </p:attrNameLst>
                                      </p:cBhvr>
                                      <p:tavLst>
                                        <p:tav tm="0">
                                          <p:val>
                                            <p:fltVal val="0"/>
                                          </p:val>
                                        </p:tav>
                                        <p:tav tm="100000">
                                          <p:val>
                                            <p:strVal val="#ppt_h"/>
                                          </p:val>
                                        </p:tav>
                                      </p:tavLst>
                                    </p:anim>
                                    <p:animEffect transition="in" filter="fade">
                                      <p:cBhvr>
                                        <p:cTn id="14" dur="500"/>
                                        <p:tgtEl>
                                          <p:spTgt spid="53"/>
                                        </p:tgtEl>
                                      </p:cBhvr>
                                    </p:animEffect>
                                  </p:childTnLst>
                                </p:cTn>
                              </p:par>
                              <p:par>
                                <p:cTn id="15" presetID="53" presetClass="entr" presetSubtype="16" fill="hold" grpId="0" nodeType="withEffect">
                                  <p:stCondLst>
                                    <p:cond delay="750"/>
                                  </p:stCondLst>
                                  <p:childTnLst>
                                    <p:set>
                                      <p:cBhvr>
                                        <p:cTn id="16" dur="1" fill="hold">
                                          <p:stCondLst>
                                            <p:cond delay="0"/>
                                          </p:stCondLst>
                                        </p:cTn>
                                        <p:tgtEl>
                                          <p:spTgt spid="51"/>
                                        </p:tgtEl>
                                        <p:attrNameLst>
                                          <p:attrName>style.visibility</p:attrName>
                                        </p:attrNameLst>
                                      </p:cBhvr>
                                      <p:to>
                                        <p:strVal val="visible"/>
                                      </p:to>
                                    </p:set>
                                    <p:anim calcmode="lin" valueType="num">
                                      <p:cBhvr>
                                        <p:cTn id="17" dur="500" fill="hold"/>
                                        <p:tgtEl>
                                          <p:spTgt spid="51"/>
                                        </p:tgtEl>
                                        <p:attrNameLst>
                                          <p:attrName>ppt_w</p:attrName>
                                        </p:attrNameLst>
                                      </p:cBhvr>
                                      <p:tavLst>
                                        <p:tav tm="0">
                                          <p:val>
                                            <p:fltVal val="0"/>
                                          </p:val>
                                        </p:tav>
                                        <p:tav tm="100000">
                                          <p:val>
                                            <p:strVal val="#ppt_w"/>
                                          </p:val>
                                        </p:tav>
                                      </p:tavLst>
                                    </p:anim>
                                    <p:anim calcmode="lin" valueType="num">
                                      <p:cBhvr>
                                        <p:cTn id="18" dur="500" fill="hold"/>
                                        <p:tgtEl>
                                          <p:spTgt spid="51"/>
                                        </p:tgtEl>
                                        <p:attrNameLst>
                                          <p:attrName>ppt_h</p:attrName>
                                        </p:attrNameLst>
                                      </p:cBhvr>
                                      <p:tavLst>
                                        <p:tav tm="0">
                                          <p:val>
                                            <p:fltVal val="0"/>
                                          </p:val>
                                        </p:tav>
                                        <p:tav tm="100000">
                                          <p:val>
                                            <p:strVal val="#ppt_h"/>
                                          </p:val>
                                        </p:tav>
                                      </p:tavLst>
                                    </p:anim>
                                    <p:animEffect transition="in" filter="fade">
                                      <p:cBhvr>
                                        <p:cTn id="19" dur="500"/>
                                        <p:tgtEl>
                                          <p:spTgt spid="51"/>
                                        </p:tgtEl>
                                      </p:cBhvr>
                                    </p:animEffect>
                                  </p:childTnLst>
                                </p:cTn>
                              </p:par>
                              <p:par>
                                <p:cTn id="20" presetID="53" presetClass="entr" presetSubtype="16" fill="hold" grpId="0" nodeType="withEffect">
                                  <p:stCondLst>
                                    <p:cond delay="1000"/>
                                  </p:stCondLst>
                                  <p:childTnLst>
                                    <p:set>
                                      <p:cBhvr>
                                        <p:cTn id="21" dur="1" fill="hold">
                                          <p:stCondLst>
                                            <p:cond delay="0"/>
                                          </p:stCondLst>
                                        </p:cTn>
                                        <p:tgtEl>
                                          <p:spTgt spid="52"/>
                                        </p:tgtEl>
                                        <p:attrNameLst>
                                          <p:attrName>style.visibility</p:attrName>
                                        </p:attrNameLst>
                                      </p:cBhvr>
                                      <p:to>
                                        <p:strVal val="visible"/>
                                      </p:to>
                                    </p:set>
                                    <p:anim calcmode="lin" valueType="num">
                                      <p:cBhvr>
                                        <p:cTn id="22" dur="500" fill="hold"/>
                                        <p:tgtEl>
                                          <p:spTgt spid="52"/>
                                        </p:tgtEl>
                                        <p:attrNameLst>
                                          <p:attrName>ppt_w</p:attrName>
                                        </p:attrNameLst>
                                      </p:cBhvr>
                                      <p:tavLst>
                                        <p:tav tm="0">
                                          <p:val>
                                            <p:fltVal val="0"/>
                                          </p:val>
                                        </p:tav>
                                        <p:tav tm="100000">
                                          <p:val>
                                            <p:strVal val="#ppt_w"/>
                                          </p:val>
                                        </p:tav>
                                      </p:tavLst>
                                    </p:anim>
                                    <p:anim calcmode="lin" valueType="num">
                                      <p:cBhvr>
                                        <p:cTn id="23" dur="500" fill="hold"/>
                                        <p:tgtEl>
                                          <p:spTgt spid="52"/>
                                        </p:tgtEl>
                                        <p:attrNameLst>
                                          <p:attrName>ppt_h</p:attrName>
                                        </p:attrNameLst>
                                      </p:cBhvr>
                                      <p:tavLst>
                                        <p:tav tm="0">
                                          <p:val>
                                            <p:fltVal val="0"/>
                                          </p:val>
                                        </p:tav>
                                        <p:tav tm="100000">
                                          <p:val>
                                            <p:strVal val="#ppt_h"/>
                                          </p:val>
                                        </p:tav>
                                      </p:tavLst>
                                    </p:anim>
                                    <p:animEffect transition="in" filter="fade">
                                      <p:cBhvr>
                                        <p:cTn id="24" dur="500"/>
                                        <p:tgtEl>
                                          <p:spTgt spid="52"/>
                                        </p:tgtEl>
                                      </p:cBhvr>
                                    </p:animEffect>
                                  </p:childTnLst>
                                </p:cTn>
                              </p:par>
                              <p:par>
                                <p:cTn id="25" presetID="53" presetClass="entr" presetSubtype="16" fill="hold" grpId="0" nodeType="withEffect">
                                  <p:stCondLst>
                                    <p:cond delay="1250"/>
                                  </p:stCondLst>
                                  <p:childTnLst>
                                    <p:set>
                                      <p:cBhvr>
                                        <p:cTn id="26" dur="1" fill="hold">
                                          <p:stCondLst>
                                            <p:cond delay="0"/>
                                          </p:stCondLst>
                                        </p:cTn>
                                        <p:tgtEl>
                                          <p:spTgt spid="50"/>
                                        </p:tgtEl>
                                        <p:attrNameLst>
                                          <p:attrName>style.visibility</p:attrName>
                                        </p:attrNameLst>
                                      </p:cBhvr>
                                      <p:to>
                                        <p:strVal val="visible"/>
                                      </p:to>
                                    </p:set>
                                    <p:anim calcmode="lin" valueType="num">
                                      <p:cBhvr>
                                        <p:cTn id="27" dur="500" fill="hold"/>
                                        <p:tgtEl>
                                          <p:spTgt spid="50"/>
                                        </p:tgtEl>
                                        <p:attrNameLst>
                                          <p:attrName>ppt_w</p:attrName>
                                        </p:attrNameLst>
                                      </p:cBhvr>
                                      <p:tavLst>
                                        <p:tav tm="0">
                                          <p:val>
                                            <p:fltVal val="0"/>
                                          </p:val>
                                        </p:tav>
                                        <p:tav tm="100000">
                                          <p:val>
                                            <p:strVal val="#ppt_w"/>
                                          </p:val>
                                        </p:tav>
                                      </p:tavLst>
                                    </p:anim>
                                    <p:anim calcmode="lin" valueType="num">
                                      <p:cBhvr>
                                        <p:cTn id="28" dur="500" fill="hold"/>
                                        <p:tgtEl>
                                          <p:spTgt spid="50"/>
                                        </p:tgtEl>
                                        <p:attrNameLst>
                                          <p:attrName>ppt_h</p:attrName>
                                        </p:attrNameLst>
                                      </p:cBhvr>
                                      <p:tavLst>
                                        <p:tav tm="0">
                                          <p:val>
                                            <p:fltVal val="0"/>
                                          </p:val>
                                        </p:tav>
                                        <p:tav tm="100000">
                                          <p:val>
                                            <p:strVal val="#ppt_h"/>
                                          </p:val>
                                        </p:tav>
                                      </p:tavLst>
                                    </p:anim>
                                    <p:animEffect transition="in" filter="fade">
                                      <p:cBhvr>
                                        <p:cTn id="29" dur="500"/>
                                        <p:tgtEl>
                                          <p:spTgt spid="50"/>
                                        </p:tgtEl>
                                      </p:cBhvr>
                                    </p:animEffect>
                                  </p:childTnLst>
                                </p:cTn>
                              </p:par>
                              <p:par>
                                <p:cTn id="30" presetID="53" presetClass="entr" presetSubtype="16" fill="hold" grpId="0" nodeType="withEffect">
                                  <p:stCondLst>
                                    <p:cond delay="1500"/>
                                  </p:stCondLst>
                                  <p:childTnLst>
                                    <p:set>
                                      <p:cBhvr>
                                        <p:cTn id="31" dur="1" fill="hold">
                                          <p:stCondLst>
                                            <p:cond delay="0"/>
                                          </p:stCondLst>
                                        </p:cTn>
                                        <p:tgtEl>
                                          <p:spTgt spid="49"/>
                                        </p:tgtEl>
                                        <p:attrNameLst>
                                          <p:attrName>style.visibility</p:attrName>
                                        </p:attrNameLst>
                                      </p:cBhvr>
                                      <p:to>
                                        <p:strVal val="visible"/>
                                      </p:to>
                                    </p:set>
                                    <p:anim calcmode="lin" valueType="num">
                                      <p:cBhvr>
                                        <p:cTn id="32" dur="500" fill="hold"/>
                                        <p:tgtEl>
                                          <p:spTgt spid="49"/>
                                        </p:tgtEl>
                                        <p:attrNameLst>
                                          <p:attrName>ppt_w</p:attrName>
                                        </p:attrNameLst>
                                      </p:cBhvr>
                                      <p:tavLst>
                                        <p:tav tm="0">
                                          <p:val>
                                            <p:fltVal val="0"/>
                                          </p:val>
                                        </p:tav>
                                        <p:tav tm="100000">
                                          <p:val>
                                            <p:strVal val="#ppt_w"/>
                                          </p:val>
                                        </p:tav>
                                      </p:tavLst>
                                    </p:anim>
                                    <p:anim calcmode="lin" valueType="num">
                                      <p:cBhvr>
                                        <p:cTn id="33" dur="500" fill="hold"/>
                                        <p:tgtEl>
                                          <p:spTgt spid="49"/>
                                        </p:tgtEl>
                                        <p:attrNameLst>
                                          <p:attrName>ppt_h</p:attrName>
                                        </p:attrNameLst>
                                      </p:cBhvr>
                                      <p:tavLst>
                                        <p:tav tm="0">
                                          <p:val>
                                            <p:fltVal val="0"/>
                                          </p:val>
                                        </p:tav>
                                        <p:tav tm="100000">
                                          <p:val>
                                            <p:strVal val="#ppt_h"/>
                                          </p:val>
                                        </p:tav>
                                      </p:tavLst>
                                    </p:anim>
                                    <p:animEffect transition="in" filter="fade">
                                      <p:cBhvr>
                                        <p:cTn id="34" dur="500"/>
                                        <p:tgtEl>
                                          <p:spTgt spid="49"/>
                                        </p:tgtEl>
                                      </p:cBhvr>
                                    </p:animEffect>
                                  </p:childTnLst>
                                </p:cTn>
                              </p:par>
                              <p:par>
                                <p:cTn id="35" presetID="53" presetClass="entr" presetSubtype="16" fill="hold" grpId="0" nodeType="withEffect">
                                  <p:stCondLst>
                                    <p:cond delay="1750"/>
                                  </p:stCondLst>
                                  <p:childTnLst>
                                    <p:set>
                                      <p:cBhvr>
                                        <p:cTn id="36" dur="1" fill="hold">
                                          <p:stCondLst>
                                            <p:cond delay="0"/>
                                          </p:stCondLst>
                                        </p:cTn>
                                        <p:tgtEl>
                                          <p:spTgt spid="48"/>
                                        </p:tgtEl>
                                        <p:attrNameLst>
                                          <p:attrName>style.visibility</p:attrName>
                                        </p:attrNameLst>
                                      </p:cBhvr>
                                      <p:to>
                                        <p:strVal val="visible"/>
                                      </p:to>
                                    </p:set>
                                    <p:anim calcmode="lin" valueType="num">
                                      <p:cBhvr>
                                        <p:cTn id="37" dur="500" fill="hold"/>
                                        <p:tgtEl>
                                          <p:spTgt spid="48"/>
                                        </p:tgtEl>
                                        <p:attrNameLst>
                                          <p:attrName>ppt_w</p:attrName>
                                        </p:attrNameLst>
                                      </p:cBhvr>
                                      <p:tavLst>
                                        <p:tav tm="0">
                                          <p:val>
                                            <p:fltVal val="0"/>
                                          </p:val>
                                        </p:tav>
                                        <p:tav tm="100000">
                                          <p:val>
                                            <p:strVal val="#ppt_w"/>
                                          </p:val>
                                        </p:tav>
                                      </p:tavLst>
                                    </p:anim>
                                    <p:anim calcmode="lin" valueType="num">
                                      <p:cBhvr>
                                        <p:cTn id="38" dur="500" fill="hold"/>
                                        <p:tgtEl>
                                          <p:spTgt spid="48"/>
                                        </p:tgtEl>
                                        <p:attrNameLst>
                                          <p:attrName>ppt_h</p:attrName>
                                        </p:attrNameLst>
                                      </p:cBhvr>
                                      <p:tavLst>
                                        <p:tav tm="0">
                                          <p:val>
                                            <p:fltVal val="0"/>
                                          </p:val>
                                        </p:tav>
                                        <p:tav tm="100000">
                                          <p:val>
                                            <p:strVal val="#ppt_h"/>
                                          </p:val>
                                        </p:tav>
                                      </p:tavLst>
                                    </p:anim>
                                    <p:animEffect transition="in" filter="fade">
                                      <p:cBhvr>
                                        <p:cTn id="39" dur="500"/>
                                        <p:tgtEl>
                                          <p:spTgt spid="48"/>
                                        </p:tgtEl>
                                      </p:cBhvr>
                                    </p:animEffect>
                                  </p:childTnLst>
                                </p:cTn>
                              </p:par>
                              <p:par>
                                <p:cTn id="40" presetID="53" presetClass="entr" presetSubtype="16" fill="hold" grpId="0" nodeType="withEffect">
                                  <p:stCondLst>
                                    <p:cond delay="2000"/>
                                  </p:stCondLst>
                                  <p:childTnLst>
                                    <p:set>
                                      <p:cBhvr>
                                        <p:cTn id="41" dur="1" fill="hold">
                                          <p:stCondLst>
                                            <p:cond delay="0"/>
                                          </p:stCondLst>
                                        </p:cTn>
                                        <p:tgtEl>
                                          <p:spTgt spid="47"/>
                                        </p:tgtEl>
                                        <p:attrNameLst>
                                          <p:attrName>style.visibility</p:attrName>
                                        </p:attrNameLst>
                                      </p:cBhvr>
                                      <p:to>
                                        <p:strVal val="visible"/>
                                      </p:to>
                                    </p:set>
                                    <p:anim calcmode="lin" valueType="num">
                                      <p:cBhvr>
                                        <p:cTn id="42" dur="500" fill="hold"/>
                                        <p:tgtEl>
                                          <p:spTgt spid="47"/>
                                        </p:tgtEl>
                                        <p:attrNameLst>
                                          <p:attrName>ppt_w</p:attrName>
                                        </p:attrNameLst>
                                      </p:cBhvr>
                                      <p:tavLst>
                                        <p:tav tm="0">
                                          <p:val>
                                            <p:fltVal val="0"/>
                                          </p:val>
                                        </p:tav>
                                        <p:tav tm="100000">
                                          <p:val>
                                            <p:strVal val="#ppt_w"/>
                                          </p:val>
                                        </p:tav>
                                      </p:tavLst>
                                    </p:anim>
                                    <p:anim calcmode="lin" valueType="num">
                                      <p:cBhvr>
                                        <p:cTn id="43" dur="500" fill="hold"/>
                                        <p:tgtEl>
                                          <p:spTgt spid="47"/>
                                        </p:tgtEl>
                                        <p:attrNameLst>
                                          <p:attrName>ppt_h</p:attrName>
                                        </p:attrNameLst>
                                      </p:cBhvr>
                                      <p:tavLst>
                                        <p:tav tm="0">
                                          <p:val>
                                            <p:fltVal val="0"/>
                                          </p:val>
                                        </p:tav>
                                        <p:tav tm="100000">
                                          <p:val>
                                            <p:strVal val="#ppt_h"/>
                                          </p:val>
                                        </p:tav>
                                      </p:tavLst>
                                    </p:anim>
                                    <p:animEffect transition="in" filter="fade">
                                      <p:cBhvr>
                                        <p:cTn id="44" dur="500"/>
                                        <p:tgtEl>
                                          <p:spTgt spid="47"/>
                                        </p:tgtEl>
                                      </p:cBhvr>
                                    </p:animEffect>
                                  </p:childTnLst>
                                </p:cTn>
                              </p:par>
                              <p:par>
                                <p:cTn id="45" presetID="53" presetClass="entr" presetSubtype="16" fill="hold" grpId="0" nodeType="withEffect">
                                  <p:stCondLst>
                                    <p:cond delay="2250"/>
                                  </p:stCondLst>
                                  <p:childTnLst>
                                    <p:set>
                                      <p:cBhvr>
                                        <p:cTn id="46" dur="1" fill="hold">
                                          <p:stCondLst>
                                            <p:cond delay="0"/>
                                          </p:stCondLst>
                                        </p:cTn>
                                        <p:tgtEl>
                                          <p:spTgt spid="46"/>
                                        </p:tgtEl>
                                        <p:attrNameLst>
                                          <p:attrName>style.visibility</p:attrName>
                                        </p:attrNameLst>
                                      </p:cBhvr>
                                      <p:to>
                                        <p:strVal val="visible"/>
                                      </p:to>
                                    </p:set>
                                    <p:anim calcmode="lin" valueType="num">
                                      <p:cBhvr>
                                        <p:cTn id="47" dur="500" fill="hold"/>
                                        <p:tgtEl>
                                          <p:spTgt spid="46"/>
                                        </p:tgtEl>
                                        <p:attrNameLst>
                                          <p:attrName>ppt_w</p:attrName>
                                        </p:attrNameLst>
                                      </p:cBhvr>
                                      <p:tavLst>
                                        <p:tav tm="0">
                                          <p:val>
                                            <p:fltVal val="0"/>
                                          </p:val>
                                        </p:tav>
                                        <p:tav tm="100000">
                                          <p:val>
                                            <p:strVal val="#ppt_w"/>
                                          </p:val>
                                        </p:tav>
                                      </p:tavLst>
                                    </p:anim>
                                    <p:anim calcmode="lin" valueType="num">
                                      <p:cBhvr>
                                        <p:cTn id="48" dur="500" fill="hold"/>
                                        <p:tgtEl>
                                          <p:spTgt spid="46"/>
                                        </p:tgtEl>
                                        <p:attrNameLst>
                                          <p:attrName>ppt_h</p:attrName>
                                        </p:attrNameLst>
                                      </p:cBhvr>
                                      <p:tavLst>
                                        <p:tav tm="0">
                                          <p:val>
                                            <p:fltVal val="0"/>
                                          </p:val>
                                        </p:tav>
                                        <p:tav tm="100000">
                                          <p:val>
                                            <p:strVal val="#ppt_h"/>
                                          </p:val>
                                        </p:tav>
                                      </p:tavLst>
                                    </p:anim>
                                    <p:animEffect transition="in" filter="fade">
                                      <p:cBhvr>
                                        <p:cTn id="49" dur="500"/>
                                        <p:tgtEl>
                                          <p:spTgt spid="46"/>
                                        </p:tgtEl>
                                      </p:cBhvr>
                                    </p:animEffect>
                                  </p:childTnLst>
                                </p:cTn>
                              </p:par>
                              <p:par>
                                <p:cTn id="50" presetID="53" presetClass="entr" presetSubtype="16" fill="hold" grpId="0" nodeType="withEffect">
                                  <p:stCondLst>
                                    <p:cond delay="2500"/>
                                  </p:stCondLst>
                                  <p:childTnLst>
                                    <p:set>
                                      <p:cBhvr>
                                        <p:cTn id="51" dur="1" fill="hold">
                                          <p:stCondLst>
                                            <p:cond delay="0"/>
                                          </p:stCondLst>
                                        </p:cTn>
                                        <p:tgtEl>
                                          <p:spTgt spid="45"/>
                                        </p:tgtEl>
                                        <p:attrNameLst>
                                          <p:attrName>style.visibility</p:attrName>
                                        </p:attrNameLst>
                                      </p:cBhvr>
                                      <p:to>
                                        <p:strVal val="visible"/>
                                      </p:to>
                                    </p:set>
                                    <p:anim calcmode="lin" valueType="num">
                                      <p:cBhvr>
                                        <p:cTn id="52" dur="500" fill="hold"/>
                                        <p:tgtEl>
                                          <p:spTgt spid="45"/>
                                        </p:tgtEl>
                                        <p:attrNameLst>
                                          <p:attrName>ppt_w</p:attrName>
                                        </p:attrNameLst>
                                      </p:cBhvr>
                                      <p:tavLst>
                                        <p:tav tm="0">
                                          <p:val>
                                            <p:fltVal val="0"/>
                                          </p:val>
                                        </p:tav>
                                        <p:tav tm="100000">
                                          <p:val>
                                            <p:strVal val="#ppt_w"/>
                                          </p:val>
                                        </p:tav>
                                      </p:tavLst>
                                    </p:anim>
                                    <p:anim calcmode="lin" valueType="num">
                                      <p:cBhvr>
                                        <p:cTn id="53" dur="500" fill="hold"/>
                                        <p:tgtEl>
                                          <p:spTgt spid="45"/>
                                        </p:tgtEl>
                                        <p:attrNameLst>
                                          <p:attrName>ppt_h</p:attrName>
                                        </p:attrNameLst>
                                      </p:cBhvr>
                                      <p:tavLst>
                                        <p:tav tm="0">
                                          <p:val>
                                            <p:fltVal val="0"/>
                                          </p:val>
                                        </p:tav>
                                        <p:tav tm="100000">
                                          <p:val>
                                            <p:strVal val="#ppt_h"/>
                                          </p:val>
                                        </p:tav>
                                      </p:tavLst>
                                    </p:anim>
                                    <p:animEffect transition="in" filter="fade">
                                      <p:cBhvr>
                                        <p:cTn id="54" dur="500"/>
                                        <p:tgtEl>
                                          <p:spTgt spid="45"/>
                                        </p:tgtEl>
                                      </p:cBhvr>
                                    </p:animEffect>
                                  </p:childTnLst>
                                </p:cTn>
                              </p:par>
                              <p:par>
                                <p:cTn id="55" presetID="53" presetClass="entr" presetSubtype="16" fill="hold" grpId="0" nodeType="withEffect">
                                  <p:stCondLst>
                                    <p:cond delay="2750"/>
                                  </p:stCondLst>
                                  <p:childTnLst>
                                    <p:set>
                                      <p:cBhvr>
                                        <p:cTn id="56" dur="1" fill="hold">
                                          <p:stCondLst>
                                            <p:cond delay="0"/>
                                          </p:stCondLst>
                                        </p:cTn>
                                        <p:tgtEl>
                                          <p:spTgt spid="44"/>
                                        </p:tgtEl>
                                        <p:attrNameLst>
                                          <p:attrName>style.visibility</p:attrName>
                                        </p:attrNameLst>
                                      </p:cBhvr>
                                      <p:to>
                                        <p:strVal val="visible"/>
                                      </p:to>
                                    </p:set>
                                    <p:anim calcmode="lin" valueType="num">
                                      <p:cBhvr>
                                        <p:cTn id="57" dur="500" fill="hold"/>
                                        <p:tgtEl>
                                          <p:spTgt spid="44"/>
                                        </p:tgtEl>
                                        <p:attrNameLst>
                                          <p:attrName>ppt_w</p:attrName>
                                        </p:attrNameLst>
                                      </p:cBhvr>
                                      <p:tavLst>
                                        <p:tav tm="0">
                                          <p:val>
                                            <p:fltVal val="0"/>
                                          </p:val>
                                        </p:tav>
                                        <p:tav tm="100000">
                                          <p:val>
                                            <p:strVal val="#ppt_w"/>
                                          </p:val>
                                        </p:tav>
                                      </p:tavLst>
                                    </p:anim>
                                    <p:anim calcmode="lin" valueType="num">
                                      <p:cBhvr>
                                        <p:cTn id="58" dur="500" fill="hold"/>
                                        <p:tgtEl>
                                          <p:spTgt spid="44"/>
                                        </p:tgtEl>
                                        <p:attrNameLst>
                                          <p:attrName>ppt_h</p:attrName>
                                        </p:attrNameLst>
                                      </p:cBhvr>
                                      <p:tavLst>
                                        <p:tav tm="0">
                                          <p:val>
                                            <p:fltVal val="0"/>
                                          </p:val>
                                        </p:tav>
                                        <p:tav tm="100000">
                                          <p:val>
                                            <p:strVal val="#ppt_h"/>
                                          </p:val>
                                        </p:tav>
                                      </p:tavLst>
                                    </p:anim>
                                    <p:animEffect transition="in" filter="fade">
                                      <p:cBhvr>
                                        <p:cTn id="59" dur="500"/>
                                        <p:tgtEl>
                                          <p:spTgt spid="44"/>
                                        </p:tgtEl>
                                      </p:cBhvr>
                                    </p:animEffect>
                                  </p:childTnLst>
                                </p:cTn>
                              </p:par>
                              <p:par>
                                <p:cTn id="60" presetID="53" presetClass="entr" presetSubtype="16" fill="hold" grpId="0" nodeType="withEffect">
                                  <p:stCondLst>
                                    <p:cond delay="3000"/>
                                  </p:stCondLst>
                                  <p:childTnLst>
                                    <p:set>
                                      <p:cBhvr>
                                        <p:cTn id="61" dur="1" fill="hold">
                                          <p:stCondLst>
                                            <p:cond delay="0"/>
                                          </p:stCondLst>
                                        </p:cTn>
                                        <p:tgtEl>
                                          <p:spTgt spid="43"/>
                                        </p:tgtEl>
                                        <p:attrNameLst>
                                          <p:attrName>style.visibility</p:attrName>
                                        </p:attrNameLst>
                                      </p:cBhvr>
                                      <p:to>
                                        <p:strVal val="visible"/>
                                      </p:to>
                                    </p:set>
                                    <p:anim calcmode="lin" valueType="num">
                                      <p:cBhvr>
                                        <p:cTn id="62" dur="500" fill="hold"/>
                                        <p:tgtEl>
                                          <p:spTgt spid="43"/>
                                        </p:tgtEl>
                                        <p:attrNameLst>
                                          <p:attrName>ppt_w</p:attrName>
                                        </p:attrNameLst>
                                      </p:cBhvr>
                                      <p:tavLst>
                                        <p:tav tm="0">
                                          <p:val>
                                            <p:fltVal val="0"/>
                                          </p:val>
                                        </p:tav>
                                        <p:tav tm="100000">
                                          <p:val>
                                            <p:strVal val="#ppt_w"/>
                                          </p:val>
                                        </p:tav>
                                      </p:tavLst>
                                    </p:anim>
                                    <p:anim calcmode="lin" valueType="num">
                                      <p:cBhvr>
                                        <p:cTn id="63" dur="500" fill="hold"/>
                                        <p:tgtEl>
                                          <p:spTgt spid="43"/>
                                        </p:tgtEl>
                                        <p:attrNameLst>
                                          <p:attrName>ppt_h</p:attrName>
                                        </p:attrNameLst>
                                      </p:cBhvr>
                                      <p:tavLst>
                                        <p:tav tm="0">
                                          <p:val>
                                            <p:fltVal val="0"/>
                                          </p:val>
                                        </p:tav>
                                        <p:tav tm="100000">
                                          <p:val>
                                            <p:strVal val="#ppt_h"/>
                                          </p:val>
                                        </p:tav>
                                      </p:tavLst>
                                    </p:anim>
                                    <p:animEffect transition="in" filter="fade">
                                      <p:cBhvr>
                                        <p:cTn id="64" dur="500"/>
                                        <p:tgtEl>
                                          <p:spTgt spid="43"/>
                                        </p:tgtEl>
                                      </p:cBhvr>
                                    </p:animEffect>
                                  </p:childTnLst>
                                </p:cTn>
                              </p:par>
                            </p:childTnLst>
                          </p:cTn>
                        </p:par>
                        <p:par>
                          <p:cTn id="65" fill="hold">
                            <p:stCondLst>
                              <p:cond delay="3500"/>
                            </p:stCondLst>
                            <p:childTnLst>
                              <p:par>
                                <p:cTn id="66" presetID="2" presetClass="entr" presetSubtype="4" fill="hold" nodeType="afterEffect">
                                  <p:stCondLst>
                                    <p:cond delay="0"/>
                                  </p:stCondLst>
                                  <p:childTnLst>
                                    <p:set>
                                      <p:cBhvr>
                                        <p:cTn id="67" dur="1" fill="hold">
                                          <p:stCondLst>
                                            <p:cond delay="0"/>
                                          </p:stCondLst>
                                        </p:cTn>
                                        <p:tgtEl>
                                          <p:spTgt spid="3"/>
                                        </p:tgtEl>
                                        <p:attrNameLst>
                                          <p:attrName>style.visibility</p:attrName>
                                        </p:attrNameLst>
                                      </p:cBhvr>
                                      <p:to>
                                        <p:strVal val="visible"/>
                                      </p:to>
                                    </p:set>
                                    <p:anim calcmode="lin" valueType="num">
                                      <p:cBhvr additive="base">
                                        <p:cTn id="68" dur="500" fill="hold"/>
                                        <p:tgtEl>
                                          <p:spTgt spid="3"/>
                                        </p:tgtEl>
                                        <p:attrNameLst>
                                          <p:attrName>ppt_x</p:attrName>
                                        </p:attrNameLst>
                                      </p:cBhvr>
                                      <p:tavLst>
                                        <p:tav tm="0">
                                          <p:val>
                                            <p:strVal val="#ppt_x"/>
                                          </p:val>
                                        </p:tav>
                                        <p:tav tm="100000">
                                          <p:val>
                                            <p:strVal val="#ppt_x"/>
                                          </p:val>
                                        </p:tav>
                                      </p:tavLst>
                                    </p:anim>
                                    <p:anim calcmode="lin" valueType="num">
                                      <p:cBhvr additive="base">
                                        <p:cTn id="69"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54"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Oval 42"/>
          <p:cNvSpPr/>
          <p:nvPr/>
        </p:nvSpPr>
        <p:spPr>
          <a:xfrm>
            <a:off x="9239250" y="1401763"/>
            <a:ext cx="1325563" cy="1327150"/>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4" name="Oval 43"/>
          <p:cNvSpPr/>
          <p:nvPr/>
        </p:nvSpPr>
        <p:spPr>
          <a:xfrm>
            <a:off x="8326438" y="1152525"/>
            <a:ext cx="1649412" cy="1649413"/>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5" name="Oval 44"/>
          <p:cNvSpPr/>
          <p:nvPr/>
        </p:nvSpPr>
        <p:spPr>
          <a:xfrm>
            <a:off x="7656513" y="1395413"/>
            <a:ext cx="1341437" cy="1343025"/>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6" name="Oval 45"/>
          <p:cNvSpPr/>
          <p:nvPr/>
        </p:nvSpPr>
        <p:spPr>
          <a:xfrm>
            <a:off x="6943725" y="1555750"/>
            <a:ext cx="1225550" cy="1225550"/>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endParaRPr>
          </a:p>
        </p:txBody>
      </p:sp>
      <p:sp>
        <p:nvSpPr>
          <p:cNvPr id="47" name="Oval 46"/>
          <p:cNvSpPr/>
          <p:nvPr/>
        </p:nvSpPr>
        <p:spPr>
          <a:xfrm>
            <a:off x="5730875" y="925513"/>
            <a:ext cx="2105025" cy="2103437"/>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endParaRPr>
          </a:p>
        </p:txBody>
      </p:sp>
      <p:sp>
        <p:nvSpPr>
          <p:cNvPr id="48" name="Oval 47"/>
          <p:cNvSpPr/>
          <p:nvPr/>
        </p:nvSpPr>
        <p:spPr>
          <a:xfrm>
            <a:off x="5345113" y="1527175"/>
            <a:ext cx="1327150" cy="1327150"/>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9" name="Oval 48"/>
          <p:cNvSpPr/>
          <p:nvPr/>
        </p:nvSpPr>
        <p:spPr>
          <a:xfrm>
            <a:off x="4433888" y="1277938"/>
            <a:ext cx="1647825" cy="1649412"/>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0" name="Oval 49"/>
          <p:cNvSpPr/>
          <p:nvPr/>
        </p:nvSpPr>
        <p:spPr>
          <a:xfrm>
            <a:off x="3762375" y="1520825"/>
            <a:ext cx="1343025" cy="1343025"/>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1" name="Oval 50"/>
          <p:cNvSpPr/>
          <p:nvPr/>
        </p:nvSpPr>
        <p:spPr>
          <a:xfrm>
            <a:off x="2711450" y="1739900"/>
            <a:ext cx="966788" cy="966788"/>
          </a:xfrm>
          <a:prstGeom prst="ellipse">
            <a:avLst/>
          </a:prstGeom>
          <a:solidFill>
            <a:srgbClr val="4472C4"/>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2" name="Oval 51"/>
          <p:cNvSpPr/>
          <p:nvPr/>
        </p:nvSpPr>
        <p:spPr>
          <a:xfrm>
            <a:off x="3211513" y="1649413"/>
            <a:ext cx="1138237"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3" name="Oval 52"/>
          <p:cNvSpPr/>
          <p:nvPr/>
        </p:nvSpPr>
        <p:spPr>
          <a:xfrm>
            <a:off x="1689100" y="1341438"/>
            <a:ext cx="1522413" cy="1522412"/>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4" name="Oval 53"/>
          <p:cNvSpPr/>
          <p:nvPr/>
        </p:nvSpPr>
        <p:spPr>
          <a:xfrm>
            <a:off x="1143000" y="1649413"/>
            <a:ext cx="1138238"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grpSp>
        <p:nvGrpSpPr>
          <p:cNvPr id="3" name="Group 2"/>
          <p:cNvGrpSpPr>
            <a:grpSpLocks/>
          </p:cNvGrpSpPr>
          <p:nvPr/>
        </p:nvGrpSpPr>
        <p:grpSpPr bwMode="auto">
          <a:xfrm>
            <a:off x="1143000" y="3432175"/>
            <a:ext cx="10202863" cy="2400302"/>
            <a:chOff x="1314413" y="4040564"/>
            <a:chExt cx="10202084" cy="2400311"/>
          </a:xfrm>
        </p:grpSpPr>
        <p:sp>
          <p:nvSpPr>
            <p:cNvPr id="27" name="Oval 26"/>
            <p:cNvSpPr/>
            <p:nvPr/>
          </p:nvSpPr>
          <p:spPr>
            <a:xfrm>
              <a:off x="10654550" y="4040564"/>
              <a:ext cx="861947" cy="862016"/>
            </a:xfrm>
            <a:prstGeom prst="ellipse">
              <a:avLst/>
            </a:prstGeom>
            <a:solidFill>
              <a:srgbClr val="4472C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sz="2800" dirty="0">
                <a:solidFill>
                  <a:prstClr val="white"/>
                </a:solidFill>
              </a:endParaRPr>
            </a:p>
          </p:txBody>
        </p:sp>
        <p:grpSp>
          <p:nvGrpSpPr>
            <p:cNvPr id="521237" name="Group 36"/>
            <p:cNvGrpSpPr>
              <a:grpSpLocks/>
            </p:cNvGrpSpPr>
            <p:nvPr/>
          </p:nvGrpSpPr>
          <p:grpSpPr bwMode="auto">
            <a:xfrm>
              <a:off x="1314413" y="4048650"/>
              <a:ext cx="10202084" cy="2392225"/>
              <a:chOff x="6161891" y="1460406"/>
              <a:chExt cx="10202084" cy="2392225"/>
            </a:xfrm>
          </p:grpSpPr>
          <p:sp>
            <p:nvSpPr>
              <p:cNvPr id="521238" name="TextBox 37"/>
              <p:cNvSpPr txBox="1">
                <a:spLocks noChangeArrowheads="1"/>
              </p:cNvSpPr>
              <p:nvPr/>
            </p:nvSpPr>
            <p:spPr bwMode="auto">
              <a:xfrm>
                <a:off x="10515536" y="1460406"/>
                <a:ext cx="5848439" cy="769444"/>
              </a:xfrm>
              <a:prstGeom prst="rect">
                <a:avLst/>
              </a:prstGeom>
              <a:noFill/>
              <a:ln w="9525">
                <a:noFill/>
                <a:miter lim="800000"/>
                <a:headEnd/>
                <a:tailEnd/>
              </a:ln>
            </p:spPr>
            <p:txBody>
              <a:bodyPr wrap="square">
                <a:spAutoFit/>
              </a:bodyPr>
              <a:lstStyle/>
              <a:p>
                <a:pPr rtl="1"/>
                <a:r>
                  <a:rPr lang="ar-SA" sz="4400" b="1" dirty="0" smtClean="0">
                    <a:solidFill>
                      <a:schemeClr val="bg1"/>
                    </a:solidFill>
                  </a:rPr>
                  <a:t>ه</a:t>
                </a:r>
                <a:r>
                  <a:rPr lang="ar-SA" sz="3600" b="1" dirty="0" smtClean="0"/>
                  <a:t> </a:t>
                </a:r>
                <a:r>
                  <a:rPr lang="en-US" sz="3600" b="1" dirty="0" smtClean="0"/>
                  <a:t>    </a:t>
                </a:r>
                <a:r>
                  <a:rPr lang="ar-SA" sz="3600" b="1" dirty="0" smtClean="0"/>
                  <a:t>فوائد </a:t>
                </a:r>
                <a:r>
                  <a:rPr lang="ar-SA" sz="3600" b="1" dirty="0"/>
                  <a:t>الواقع الافتراضي التربوية </a:t>
                </a:r>
                <a:endParaRPr lang="en-US" sz="3600" dirty="0"/>
              </a:p>
            </p:txBody>
          </p:sp>
          <p:sp>
            <p:nvSpPr>
              <p:cNvPr id="521239" name="TextBox 38"/>
              <p:cNvSpPr txBox="1">
                <a:spLocks noChangeArrowheads="1"/>
              </p:cNvSpPr>
              <p:nvPr/>
            </p:nvSpPr>
            <p:spPr bwMode="auto">
              <a:xfrm>
                <a:off x="6161891" y="2467630"/>
                <a:ext cx="9086950" cy="1385001"/>
              </a:xfrm>
              <a:prstGeom prst="rect">
                <a:avLst/>
              </a:prstGeom>
              <a:noFill/>
              <a:ln w="9525">
                <a:noFill/>
                <a:miter lim="800000"/>
                <a:headEnd/>
                <a:tailEnd/>
              </a:ln>
            </p:spPr>
            <p:txBody>
              <a:bodyPr wrap="square">
                <a:spAutoFit/>
              </a:bodyPr>
              <a:lstStyle/>
              <a:p>
                <a:pPr marL="226695" marR="0" indent="-226695" algn="justLow" rtl="1">
                  <a:lnSpc>
                    <a:spcPct val="150000"/>
                  </a:lnSpc>
                  <a:spcBef>
                    <a:spcPts val="0"/>
                  </a:spcBef>
                  <a:spcAft>
                    <a:spcPts val="0"/>
                  </a:spcAft>
                </a:pPr>
                <a:r>
                  <a:rPr lang="ar-SA" sz="2800" b="1" dirty="0">
                    <a:latin typeface="Times New Roman" panose="02020603050405020304" pitchFamily="18" charset="0"/>
                    <a:ea typeface="Times New Roman" panose="02020603050405020304" pitchFamily="18" charset="0"/>
                    <a:cs typeface="Simplified Arabic" panose="02020603050405020304" pitchFamily="18" charset="-78"/>
                  </a:rPr>
                  <a:t>2- تمكن المتعلم من معرفة عادات وتقاليد بعض الشعوب من خلال الدخول إلى الشعوب عبر رحلة خيالية ليعيش معها.</a:t>
                </a:r>
                <a:endParaRPr lang="en-US" sz="2800" b="1" dirty="0">
                  <a:effectLst/>
                  <a:latin typeface="Times New Roman" panose="02020603050405020304" pitchFamily="18" charset="0"/>
                  <a:ea typeface="Calibri" panose="020F0502020204030204" pitchFamily="34" charset="0"/>
                  <a:cs typeface="Simplified Arabic" panose="02020603050405020304" pitchFamily="18" charset="-78"/>
                </a:endParaRPr>
              </a:p>
            </p:txBody>
          </p:sp>
        </p:grpSp>
      </p:grpSp>
      <p:cxnSp>
        <p:nvCxnSpPr>
          <p:cNvPr id="41" name="Straight Connector 40"/>
          <p:cNvCxnSpPr/>
          <p:nvPr/>
        </p:nvCxnSpPr>
        <p:spPr>
          <a:xfrm flipH="1">
            <a:off x="9656763" y="5832475"/>
            <a:ext cx="1147762" cy="0"/>
          </a:xfrm>
          <a:prstGeom prst="line">
            <a:avLst/>
          </a:prstGeom>
          <a:ln>
            <a:solidFill>
              <a:srgbClr val="E6E6E6"/>
            </a:solidFill>
          </a:ln>
        </p:spPr>
        <p:style>
          <a:lnRef idx="1">
            <a:schemeClr val="accent1"/>
          </a:lnRef>
          <a:fillRef idx="0">
            <a:schemeClr val="accent1"/>
          </a:fillRef>
          <a:effectRef idx="0">
            <a:schemeClr val="accent1"/>
          </a:effectRef>
          <a:fontRef idx="minor">
            <a:schemeClr val="tx1"/>
          </a:fontRef>
        </p:style>
      </p:cxnSp>
      <p:grpSp>
        <p:nvGrpSpPr>
          <p:cNvPr id="521231" name="Group 59"/>
          <p:cNvGrpSpPr>
            <a:grpSpLocks/>
          </p:cNvGrpSpPr>
          <p:nvPr/>
        </p:nvGrpSpPr>
        <p:grpSpPr bwMode="auto">
          <a:xfrm>
            <a:off x="200025" y="6419850"/>
            <a:ext cx="244475" cy="246063"/>
            <a:chOff x="6838977" y="3422490"/>
            <a:chExt cx="1358153" cy="1358153"/>
          </a:xfrm>
        </p:grpSpPr>
        <p:sp>
          <p:nvSpPr>
            <p:cNvPr id="61" name="Teardrop 60"/>
            <p:cNvSpPr/>
            <p:nvPr/>
          </p:nvSpPr>
          <p:spPr>
            <a:xfrm>
              <a:off x="6838977" y="4246142"/>
              <a:ext cx="537972" cy="534501"/>
            </a:xfrm>
            <a:prstGeom prst="teardrop">
              <a:avLst/>
            </a:prstGeom>
            <a:no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62" name="Teardrop 61"/>
            <p:cNvSpPr/>
            <p:nvPr/>
          </p:nvSpPr>
          <p:spPr>
            <a:xfrm rot="10800000">
              <a:off x="7376949" y="3422490"/>
              <a:ext cx="820181" cy="823652"/>
            </a:xfrm>
            <a:prstGeom prst="teardrop">
              <a:avLst/>
            </a:prstGeom>
            <a:no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63" name="Teardrop 62"/>
            <p:cNvSpPr/>
            <p:nvPr/>
          </p:nvSpPr>
          <p:spPr>
            <a:xfrm rot="5400000">
              <a:off x="6980994" y="3850933"/>
              <a:ext cx="280392" cy="282214"/>
            </a:xfrm>
            <a:prstGeom prst="teardrop">
              <a:avLst/>
            </a:prstGeom>
            <a:no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rgbClr val="FD890A"/>
                </a:solidFill>
              </a:endParaRPr>
            </a:p>
          </p:txBody>
        </p:sp>
      </p:grpSp>
      <p:sp>
        <p:nvSpPr>
          <p:cNvPr id="521232" name="Rectangle 63"/>
          <p:cNvSpPr>
            <a:spLocks noChangeArrowheads="1"/>
          </p:cNvSpPr>
          <p:nvPr/>
        </p:nvSpPr>
        <p:spPr bwMode="auto">
          <a:xfrm>
            <a:off x="219075" y="6511925"/>
            <a:ext cx="517525" cy="261938"/>
          </a:xfrm>
          <a:prstGeom prst="rect">
            <a:avLst/>
          </a:prstGeom>
          <a:noFill/>
          <a:ln w="9525">
            <a:noFill/>
            <a:miter lim="800000"/>
            <a:headEnd/>
            <a:tailEnd/>
          </a:ln>
        </p:spPr>
        <p:txBody>
          <a:bodyPr wrap="none">
            <a:spAutoFit/>
          </a:bodyPr>
          <a:lstStyle/>
          <a:p>
            <a:r>
              <a:rPr lang="en-US" sz="1100">
                <a:solidFill>
                  <a:srgbClr val="D9D9D9"/>
                </a:solidFill>
                <a:latin typeface="Lato Heavy"/>
                <a:ea typeface="Lato Heavy"/>
                <a:cs typeface="Lato Heavy"/>
              </a:rPr>
              <a:t>IDEA</a:t>
            </a:r>
          </a:p>
        </p:txBody>
      </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7357271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250"/>
                                  </p:stCondLst>
                                  <p:childTnLst>
                                    <p:set>
                                      <p:cBhvr>
                                        <p:cTn id="6" dur="1" fill="hold">
                                          <p:stCondLst>
                                            <p:cond delay="0"/>
                                          </p:stCondLst>
                                        </p:cTn>
                                        <p:tgtEl>
                                          <p:spTgt spid="54"/>
                                        </p:tgtEl>
                                        <p:attrNameLst>
                                          <p:attrName>style.visibility</p:attrName>
                                        </p:attrNameLst>
                                      </p:cBhvr>
                                      <p:to>
                                        <p:strVal val="visible"/>
                                      </p:to>
                                    </p:set>
                                    <p:anim calcmode="lin" valueType="num">
                                      <p:cBhvr>
                                        <p:cTn id="7" dur="500" fill="hold"/>
                                        <p:tgtEl>
                                          <p:spTgt spid="54"/>
                                        </p:tgtEl>
                                        <p:attrNameLst>
                                          <p:attrName>ppt_w</p:attrName>
                                        </p:attrNameLst>
                                      </p:cBhvr>
                                      <p:tavLst>
                                        <p:tav tm="0">
                                          <p:val>
                                            <p:fltVal val="0"/>
                                          </p:val>
                                        </p:tav>
                                        <p:tav tm="100000">
                                          <p:val>
                                            <p:strVal val="#ppt_w"/>
                                          </p:val>
                                        </p:tav>
                                      </p:tavLst>
                                    </p:anim>
                                    <p:anim calcmode="lin" valueType="num">
                                      <p:cBhvr>
                                        <p:cTn id="8" dur="500" fill="hold"/>
                                        <p:tgtEl>
                                          <p:spTgt spid="54"/>
                                        </p:tgtEl>
                                        <p:attrNameLst>
                                          <p:attrName>ppt_h</p:attrName>
                                        </p:attrNameLst>
                                      </p:cBhvr>
                                      <p:tavLst>
                                        <p:tav tm="0">
                                          <p:val>
                                            <p:fltVal val="0"/>
                                          </p:val>
                                        </p:tav>
                                        <p:tav tm="100000">
                                          <p:val>
                                            <p:strVal val="#ppt_h"/>
                                          </p:val>
                                        </p:tav>
                                      </p:tavLst>
                                    </p:anim>
                                    <p:animEffect transition="in" filter="fade">
                                      <p:cBhvr>
                                        <p:cTn id="9" dur="500"/>
                                        <p:tgtEl>
                                          <p:spTgt spid="54"/>
                                        </p:tgtEl>
                                      </p:cBhvr>
                                    </p:animEffect>
                                  </p:childTnLst>
                                </p:cTn>
                              </p:par>
                              <p:par>
                                <p:cTn id="10" presetID="53" presetClass="entr" presetSubtype="16" fill="hold" grpId="0" nodeType="withEffect">
                                  <p:stCondLst>
                                    <p:cond delay="500"/>
                                  </p:stCondLst>
                                  <p:childTnLst>
                                    <p:set>
                                      <p:cBhvr>
                                        <p:cTn id="11" dur="1" fill="hold">
                                          <p:stCondLst>
                                            <p:cond delay="0"/>
                                          </p:stCondLst>
                                        </p:cTn>
                                        <p:tgtEl>
                                          <p:spTgt spid="53"/>
                                        </p:tgtEl>
                                        <p:attrNameLst>
                                          <p:attrName>style.visibility</p:attrName>
                                        </p:attrNameLst>
                                      </p:cBhvr>
                                      <p:to>
                                        <p:strVal val="visible"/>
                                      </p:to>
                                    </p:set>
                                    <p:anim calcmode="lin" valueType="num">
                                      <p:cBhvr>
                                        <p:cTn id="12" dur="500" fill="hold"/>
                                        <p:tgtEl>
                                          <p:spTgt spid="53"/>
                                        </p:tgtEl>
                                        <p:attrNameLst>
                                          <p:attrName>ppt_w</p:attrName>
                                        </p:attrNameLst>
                                      </p:cBhvr>
                                      <p:tavLst>
                                        <p:tav tm="0">
                                          <p:val>
                                            <p:fltVal val="0"/>
                                          </p:val>
                                        </p:tav>
                                        <p:tav tm="100000">
                                          <p:val>
                                            <p:strVal val="#ppt_w"/>
                                          </p:val>
                                        </p:tav>
                                      </p:tavLst>
                                    </p:anim>
                                    <p:anim calcmode="lin" valueType="num">
                                      <p:cBhvr>
                                        <p:cTn id="13" dur="500" fill="hold"/>
                                        <p:tgtEl>
                                          <p:spTgt spid="53"/>
                                        </p:tgtEl>
                                        <p:attrNameLst>
                                          <p:attrName>ppt_h</p:attrName>
                                        </p:attrNameLst>
                                      </p:cBhvr>
                                      <p:tavLst>
                                        <p:tav tm="0">
                                          <p:val>
                                            <p:fltVal val="0"/>
                                          </p:val>
                                        </p:tav>
                                        <p:tav tm="100000">
                                          <p:val>
                                            <p:strVal val="#ppt_h"/>
                                          </p:val>
                                        </p:tav>
                                      </p:tavLst>
                                    </p:anim>
                                    <p:animEffect transition="in" filter="fade">
                                      <p:cBhvr>
                                        <p:cTn id="14" dur="500"/>
                                        <p:tgtEl>
                                          <p:spTgt spid="53"/>
                                        </p:tgtEl>
                                      </p:cBhvr>
                                    </p:animEffect>
                                  </p:childTnLst>
                                </p:cTn>
                              </p:par>
                              <p:par>
                                <p:cTn id="15" presetID="53" presetClass="entr" presetSubtype="16" fill="hold" grpId="0" nodeType="withEffect">
                                  <p:stCondLst>
                                    <p:cond delay="750"/>
                                  </p:stCondLst>
                                  <p:childTnLst>
                                    <p:set>
                                      <p:cBhvr>
                                        <p:cTn id="16" dur="1" fill="hold">
                                          <p:stCondLst>
                                            <p:cond delay="0"/>
                                          </p:stCondLst>
                                        </p:cTn>
                                        <p:tgtEl>
                                          <p:spTgt spid="51"/>
                                        </p:tgtEl>
                                        <p:attrNameLst>
                                          <p:attrName>style.visibility</p:attrName>
                                        </p:attrNameLst>
                                      </p:cBhvr>
                                      <p:to>
                                        <p:strVal val="visible"/>
                                      </p:to>
                                    </p:set>
                                    <p:anim calcmode="lin" valueType="num">
                                      <p:cBhvr>
                                        <p:cTn id="17" dur="500" fill="hold"/>
                                        <p:tgtEl>
                                          <p:spTgt spid="51"/>
                                        </p:tgtEl>
                                        <p:attrNameLst>
                                          <p:attrName>ppt_w</p:attrName>
                                        </p:attrNameLst>
                                      </p:cBhvr>
                                      <p:tavLst>
                                        <p:tav tm="0">
                                          <p:val>
                                            <p:fltVal val="0"/>
                                          </p:val>
                                        </p:tav>
                                        <p:tav tm="100000">
                                          <p:val>
                                            <p:strVal val="#ppt_w"/>
                                          </p:val>
                                        </p:tav>
                                      </p:tavLst>
                                    </p:anim>
                                    <p:anim calcmode="lin" valueType="num">
                                      <p:cBhvr>
                                        <p:cTn id="18" dur="500" fill="hold"/>
                                        <p:tgtEl>
                                          <p:spTgt spid="51"/>
                                        </p:tgtEl>
                                        <p:attrNameLst>
                                          <p:attrName>ppt_h</p:attrName>
                                        </p:attrNameLst>
                                      </p:cBhvr>
                                      <p:tavLst>
                                        <p:tav tm="0">
                                          <p:val>
                                            <p:fltVal val="0"/>
                                          </p:val>
                                        </p:tav>
                                        <p:tav tm="100000">
                                          <p:val>
                                            <p:strVal val="#ppt_h"/>
                                          </p:val>
                                        </p:tav>
                                      </p:tavLst>
                                    </p:anim>
                                    <p:animEffect transition="in" filter="fade">
                                      <p:cBhvr>
                                        <p:cTn id="19" dur="500"/>
                                        <p:tgtEl>
                                          <p:spTgt spid="51"/>
                                        </p:tgtEl>
                                      </p:cBhvr>
                                    </p:animEffect>
                                  </p:childTnLst>
                                </p:cTn>
                              </p:par>
                              <p:par>
                                <p:cTn id="20" presetID="53" presetClass="entr" presetSubtype="16" fill="hold" grpId="0" nodeType="withEffect">
                                  <p:stCondLst>
                                    <p:cond delay="1000"/>
                                  </p:stCondLst>
                                  <p:childTnLst>
                                    <p:set>
                                      <p:cBhvr>
                                        <p:cTn id="21" dur="1" fill="hold">
                                          <p:stCondLst>
                                            <p:cond delay="0"/>
                                          </p:stCondLst>
                                        </p:cTn>
                                        <p:tgtEl>
                                          <p:spTgt spid="52"/>
                                        </p:tgtEl>
                                        <p:attrNameLst>
                                          <p:attrName>style.visibility</p:attrName>
                                        </p:attrNameLst>
                                      </p:cBhvr>
                                      <p:to>
                                        <p:strVal val="visible"/>
                                      </p:to>
                                    </p:set>
                                    <p:anim calcmode="lin" valueType="num">
                                      <p:cBhvr>
                                        <p:cTn id="22" dur="500" fill="hold"/>
                                        <p:tgtEl>
                                          <p:spTgt spid="52"/>
                                        </p:tgtEl>
                                        <p:attrNameLst>
                                          <p:attrName>ppt_w</p:attrName>
                                        </p:attrNameLst>
                                      </p:cBhvr>
                                      <p:tavLst>
                                        <p:tav tm="0">
                                          <p:val>
                                            <p:fltVal val="0"/>
                                          </p:val>
                                        </p:tav>
                                        <p:tav tm="100000">
                                          <p:val>
                                            <p:strVal val="#ppt_w"/>
                                          </p:val>
                                        </p:tav>
                                      </p:tavLst>
                                    </p:anim>
                                    <p:anim calcmode="lin" valueType="num">
                                      <p:cBhvr>
                                        <p:cTn id="23" dur="500" fill="hold"/>
                                        <p:tgtEl>
                                          <p:spTgt spid="52"/>
                                        </p:tgtEl>
                                        <p:attrNameLst>
                                          <p:attrName>ppt_h</p:attrName>
                                        </p:attrNameLst>
                                      </p:cBhvr>
                                      <p:tavLst>
                                        <p:tav tm="0">
                                          <p:val>
                                            <p:fltVal val="0"/>
                                          </p:val>
                                        </p:tav>
                                        <p:tav tm="100000">
                                          <p:val>
                                            <p:strVal val="#ppt_h"/>
                                          </p:val>
                                        </p:tav>
                                      </p:tavLst>
                                    </p:anim>
                                    <p:animEffect transition="in" filter="fade">
                                      <p:cBhvr>
                                        <p:cTn id="24" dur="500"/>
                                        <p:tgtEl>
                                          <p:spTgt spid="52"/>
                                        </p:tgtEl>
                                      </p:cBhvr>
                                    </p:animEffect>
                                  </p:childTnLst>
                                </p:cTn>
                              </p:par>
                              <p:par>
                                <p:cTn id="25" presetID="53" presetClass="entr" presetSubtype="16" fill="hold" grpId="0" nodeType="withEffect">
                                  <p:stCondLst>
                                    <p:cond delay="1250"/>
                                  </p:stCondLst>
                                  <p:childTnLst>
                                    <p:set>
                                      <p:cBhvr>
                                        <p:cTn id="26" dur="1" fill="hold">
                                          <p:stCondLst>
                                            <p:cond delay="0"/>
                                          </p:stCondLst>
                                        </p:cTn>
                                        <p:tgtEl>
                                          <p:spTgt spid="50"/>
                                        </p:tgtEl>
                                        <p:attrNameLst>
                                          <p:attrName>style.visibility</p:attrName>
                                        </p:attrNameLst>
                                      </p:cBhvr>
                                      <p:to>
                                        <p:strVal val="visible"/>
                                      </p:to>
                                    </p:set>
                                    <p:anim calcmode="lin" valueType="num">
                                      <p:cBhvr>
                                        <p:cTn id="27" dur="500" fill="hold"/>
                                        <p:tgtEl>
                                          <p:spTgt spid="50"/>
                                        </p:tgtEl>
                                        <p:attrNameLst>
                                          <p:attrName>ppt_w</p:attrName>
                                        </p:attrNameLst>
                                      </p:cBhvr>
                                      <p:tavLst>
                                        <p:tav tm="0">
                                          <p:val>
                                            <p:fltVal val="0"/>
                                          </p:val>
                                        </p:tav>
                                        <p:tav tm="100000">
                                          <p:val>
                                            <p:strVal val="#ppt_w"/>
                                          </p:val>
                                        </p:tav>
                                      </p:tavLst>
                                    </p:anim>
                                    <p:anim calcmode="lin" valueType="num">
                                      <p:cBhvr>
                                        <p:cTn id="28" dur="500" fill="hold"/>
                                        <p:tgtEl>
                                          <p:spTgt spid="50"/>
                                        </p:tgtEl>
                                        <p:attrNameLst>
                                          <p:attrName>ppt_h</p:attrName>
                                        </p:attrNameLst>
                                      </p:cBhvr>
                                      <p:tavLst>
                                        <p:tav tm="0">
                                          <p:val>
                                            <p:fltVal val="0"/>
                                          </p:val>
                                        </p:tav>
                                        <p:tav tm="100000">
                                          <p:val>
                                            <p:strVal val="#ppt_h"/>
                                          </p:val>
                                        </p:tav>
                                      </p:tavLst>
                                    </p:anim>
                                    <p:animEffect transition="in" filter="fade">
                                      <p:cBhvr>
                                        <p:cTn id="29" dur="500"/>
                                        <p:tgtEl>
                                          <p:spTgt spid="50"/>
                                        </p:tgtEl>
                                      </p:cBhvr>
                                    </p:animEffect>
                                  </p:childTnLst>
                                </p:cTn>
                              </p:par>
                              <p:par>
                                <p:cTn id="30" presetID="53" presetClass="entr" presetSubtype="16" fill="hold" grpId="0" nodeType="withEffect">
                                  <p:stCondLst>
                                    <p:cond delay="1500"/>
                                  </p:stCondLst>
                                  <p:childTnLst>
                                    <p:set>
                                      <p:cBhvr>
                                        <p:cTn id="31" dur="1" fill="hold">
                                          <p:stCondLst>
                                            <p:cond delay="0"/>
                                          </p:stCondLst>
                                        </p:cTn>
                                        <p:tgtEl>
                                          <p:spTgt spid="49"/>
                                        </p:tgtEl>
                                        <p:attrNameLst>
                                          <p:attrName>style.visibility</p:attrName>
                                        </p:attrNameLst>
                                      </p:cBhvr>
                                      <p:to>
                                        <p:strVal val="visible"/>
                                      </p:to>
                                    </p:set>
                                    <p:anim calcmode="lin" valueType="num">
                                      <p:cBhvr>
                                        <p:cTn id="32" dur="500" fill="hold"/>
                                        <p:tgtEl>
                                          <p:spTgt spid="49"/>
                                        </p:tgtEl>
                                        <p:attrNameLst>
                                          <p:attrName>ppt_w</p:attrName>
                                        </p:attrNameLst>
                                      </p:cBhvr>
                                      <p:tavLst>
                                        <p:tav tm="0">
                                          <p:val>
                                            <p:fltVal val="0"/>
                                          </p:val>
                                        </p:tav>
                                        <p:tav tm="100000">
                                          <p:val>
                                            <p:strVal val="#ppt_w"/>
                                          </p:val>
                                        </p:tav>
                                      </p:tavLst>
                                    </p:anim>
                                    <p:anim calcmode="lin" valueType="num">
                                      <p:cBhvr>
                                        <p:cTn id="33" dur="500" fill="hold"/>
                                        <p:tgtEl>
                                          <p:spTgt spid="49"/>
                                        </p:tgtEl>
                                        <p:attrNameLst>
                                          <p:attrName>ppt_h</p:attrName>
                                        </p:attrNameLst>
                                      </p:cBhvr>
                                      <p:tavLst>
                                        <p:tav tm="0">
                                          <p:val>
                                            <p:fltVal val="0"/>
                                          </p:val>
                                        </p:tav>
                                        <p:tav tm="100000">
                                          <p:val>
                                            <p:strVal val="#ppt_h"/>
                                          </p:val>
                                        </p:tav>
                                      </p:tavLst>
                                    </p:anim>
                                    <p:animEffect transition="in" filter="fade">
                                      <p:cBhvr>
                                        <p:cTn id="34" dur="500"/>
                                        <p:tgtEl>
                                          <p:spTgt spid="49"/>
                                        </p:tgtEl>
                                      </p:cBhvr>
                                    </p:animEffect>
                                  </p:childTnLst>
                                </p:cTn>
                              </p:par>
                              <p:par>
                                <p:cTn id="35" presetID="53" presetClass="entr" presetSubtype="16" fill="hold" grpId="0" nodeType="withEffect">
                                  <p:stCondLst>
                                    <p:cond delay="1750"/>
                                  </p:stCondLst>
                                  <p:childTnLst>
                                    <p:set>
                                      <p:cBhvr>
                                        <p:cTn id="36" dur="1" fill="hold">
                                          <p:stCondLst>
                                            <p:cond delay="0"/>
                                          </p:stCondLst>
                                        </p:cTn>
                                        <p:tgtEl>
                                          <p:spTgt spid="48"/>
                                        </p:tgtEl>
                                        <p:attrNameLst>
                                          <p:attrName>style.visibility</p:attrName>
                                        </p:attrNameLst>
                                      </p:cBhvr>
                                      <p:to>
                                        <p:strVal val="visible"/>
                                      </p:to>
                                    </p:set>
                                    <p:anim calcmode="lin" valueType="num">
                                      <p:cBhvr>
                                        <p:cTn id="37" dur="500" fill="hold"/>
                                        <p:tgtEl>
                                          <p:spTgt spid="48"/>
                                        </p:tgtEl>
                                        <p:attrNameLst>
                                          <p:attrName>ppt_w</p:attrName>
                                        </p:attrNameLst>
                                      </p:cBhvr>
                                      <p:tavLst>
                                        <p:tav tm="0">
                                          <p:val>
                                            <p:fltVal val="0"/>
                                          </p:val>
                                        </p:tav>
                                        <p:tav tm="100000">
                                          <p:val>
                                            <p:strVal val="#ppt_w"/>
                                          </p:val>
                                        </p:tav>
                                      </p:tavLst>
                                    </p:anim>
                                    <p:anim calcmode="lin" valueType="num">
                                      <p:cBhvr>
                                        <p:cTn id="38" dur="500" fill="hold"/>
                                        <p:tgtEl>
                                          <p:spTgt spid="48"/>
                                        </p:tgtEl>
                                        <p:attrNameLst>
                                          <p:attrName>ppt_h</p:attrName>
                                        </p:attrNameLst>
                                      </p:cBhvr>
                                      <p:tavLst>
                                        <p:tav tm="0">
                                          <p:val>
                                            <p:fltVal val="0"/>
                                          </p:val>
                                        </p:tav>
                                        <p:tav tm="100000">
                                          <p:val>
                                            <p:strVal val="#ppt_h"/>
                                          </p:val>
                                        </p:tav>
                                      </p:tavLst>
                                    </p:anim>
                                    <p:animEffect transition="in" filter="fade">
                                      <p:cBhvr>
                                        <p:cTn id="39" dur="500"/>
                                        <p:tgtEl>
                                          <p:spTgt spid="48"/>
                                        </p:tgtEl>
                                      </p:cBhvr>
                                    </p:animEffect>
                                  </p:childTnLst>
                                </p:cTn>
                              </p:par>
                              <p:par>
                                <p:cTn id="40" presetID="53" presetClass="entr" presetSubtype="16" fill="hold" grpId="0" nodeType="withEffect">
                                  <p:stCondLst>
                                    <p:cond delay="2000"/>
                                  </p:stCondLst>
                                  <p:childTnLst>
                                    <p:set>
                                      <p:cBhvr>
                                        <p:cTn id="41" dur="1" fill="hold">
                                          <p:stCondLst>
                                            <p:cond delay="0"/>
                                          </p:stCondLst>
                                        </p:cTn>
                                        <p:tgtEl>
                                          <p:spTgt spid="47"/>
                                        </p:tgtEl>
                                        <p:attrNameLst>
                                          <p:attrName>style.visibility</p:attrName>
                                        </p:attrNameLst>
                                      </p:cBhvr>
                                      <p:to>
                                        <p:strVal val="visible"/>
                                      </p:to>
                                    </p:set>
                                    <p:anim calcmode="lin" valueType="num">
                                      <p:cBhvr>
                                        <p:cTn id="42" dur="500" fill="hold"/>
                                        <p:tgtEl>
                                          <p:spTgt spid="47"/>
                                        </p:tgtEl>
                                        <p:attrNameLst>
                                          <p:attrName>ppt_w</p:attrName>
                                        </p:attrNameLst>
                                      </p:cBhvr>
                                      <p:tavLst>
                                        <p:tav tm="0">
                                          <p:val>
                                            <p:fltVal val="0"/>
                                          </p:val>
                                        </p:tav>
                                        <p:tav tm="100000">
                                          <p:val>
                                            <p:strVal val="#ppt_w"/>
                                          </p:val>
                                        </p:tav>
                                      </p:tavLst>
                                    </p:anim>
                                    <p:anim calcmode="lin" valueType="num">
                                      <p:cBhvr>
                                        <p:cTn id="43" dur="500" fill="hold"/>
                                        <p:tgtEl>
                                          <p:spTgt spid="47"/>
                                        </p:tgtEl>
                                        <p:attrNameLst>
                                          <p:attrName>ppt_h</p:attrName>
                                        </p:attrNameLst>
                                      </p:cBhvr>
                                      <p:tavLst>
                                        <p:tav tm="0">
                                          <p:val>
                                            <p:fltVal val="0"/>
                                          </p:val>
                                        </p:tav>
                                        <p:tav tm="100000">
                                          <p:val>
                                            <p:strVal val="#ppt_h"/>
                                          </p:val>
                                        </p:tav>
                                      </p:tavLst>
                                    </p:anim>
                                    <p:animEffect transition="in" filter="fade">
                                      <p:cBhvr>
                                        <p:cTn id="44" dur="500"/>
                                        <p:tgtEl>
                                          <p:spTgt spid="47"/>
                                        </p:tgtEl>
                                      </p:cBhvr>
                                    </p:animEffect>
                                  </p:childTnLst>
                                </p:cTn>
                              </p:par>
                              <p:par>
                                <p:cTn id="45" presetID="53" presetClass="entr" presetSubtype="16" fill="hold" grpId="0" nodeType="withEffect">
                                  <p:stCondLst>
                                    <p:cond delay="2250"/>
                                  </p:stCondLst>
                                  <p:childTnLst>
                                    <p:set>
                                      <p:cBhvr>
                                        <p:cTn id="46" dur="1" fill="hold">
                                          <p:stCondLst>
                                            <p:cond delay="0"/>
                                          </p:stCondLst>
                                        </p:cTn>
                                        <p:tgtEl>
                                          <p:spTgt spid="46"/>
                                        </p:tgtEl>
                                        <p:attrNameLst>
                                          <p:attrName>style.visibility</p:attrName>
                                        </p:attrNameLst>
                                      </p:cBhvr>
                                      <p:to>
                                        <p:strVal val="visible"/>
                                      </p:to>
                                    </p:set>
                                    <p:anim calcmode="lin" valueType="num">
                                      <p:cBhvr>
                                        <p:cTn id="47" dur="500" fill="hold"/>
                                        <p:tgtEl>
                                          <p:spTgt spid="46"/>
                                        </p:tgtEl>
                                        <p:attrNameLst>
                                          <p:attrName>ppt_w</p:attrName>
                                        </p:attrNameLst>
                                      </p:cBhvr>
                                      <p:tavLst>
                                        <p:tav tm="0">
                                          <p:val>
                                            <p:fltVal val="0"/>
                                          </p:val>
                                        </p:tav>
                                        <p:tav tm="100000">
                                          <p:val>
                                            <p:strVal val="#ppt_w"/>
                                          </p:val>
                                        </p:tav>
                                      </p:tavLst>
                                    </p:anim>
                                    <p:anim calcmode="lin" valueType="num">
                                      <p:cBhvr>
                                        <p:cTn id="48" dur="500" fill="hold"/>
                                        <p:tgtEl>
                                          <p:spTgt spid="46"/>
                                        </p:tgtEl>
                                        <p:attrNameLst>
                                          <p:attrName>ppt_h</p:attrName>
                                        </p:attrNameLst>
                                      </p:cBhvr>
                                      <p:tavLst>
                                        <p:tav tm="0">
                                          <p:val>
                                            <p:fltVal val="0"/>
                                          </p:val>
                                        </p:tav>
                                        <p:tav tm="100000">
                                          <p:val>
                                            <p:strVal val="#ppt_h"/>
                                          </p:val>
                                        </p:tav>
                                      </p:tavLst>
                                    </p:anim>
                                    <p:animEffect transition="in" filter="fade">
                                      <p:cBhvr>
                                        <p:cTn id="49" dur="500"/>
                                        <p:tgtEl>
                                          <p:spTgt spid="46"/>
                                        </p:tgtEl>
                                      </p:cBhvr>
                                    </p:animEffect>
                                  </p:childTnLst>
                                </p:cTn>
                              </p:par>
                              <p:par>
                                <p:cTn id="50" presetID="53" presetClass="entr" presetSubtype="16" fill="hold" grpId="0" nodeType="withEffect">
                                  <p:stCondLst>
                                    <p:cond delay="2500"/>
                                  </p:stCondLst>
                                  <p:childTnLst>
                                    <p:set>
                                      <p:cBhvr>
                                        <p:cTn id="51" dur="1" fill="hold">
                                          <p:stCondLst>
                                            <p:cond delay="0"/>
                                          </p:stCondLst>
                                        </p:cTn>
                                        <p:tgtEl>
                                          <p:spTgt spid="45"/>
                                        </p:tgtEl>
                                        <p:attrNameLst>
                                          <p:attrName>style.visibility</p:attrName>
                                        </p:attrNameLst>
                                      </p:cBhvr>
                                      <p:to>
                                        <p:strVal val="visible"/>
                                      </p:to>
                                    </p:set>
                                    <p:anim calcmode="lin" valueType="num">
                                      <p:cBhvr>
                                        <p:cTn id="52" dur="500" fill="hold"/>
                                        <p:tgtEl>
                                          <p:spTgt spid="45"/>
                                        </p:tgtEl>
                                        <p:attrNameLst>
                                          <p:attrName>ppt_w</p:attrName>
                                        </p:attrNameLst>
                                      </p:cBhvr>
                                      <p:tavLst>
                                        <p:tav tm="0">
                                          <p:val>
                                            <p:fltVal val="0"/>
                                          </p:val>
                                        </p:tav>
                                        <p:tav tm="100000">
                                          <p:val>
                                            <p:strVal val="#ppt_w"/>
                                          </p:val>
                                        </p:tav>
                                      </p:tavLst>
                                    </p:anim>
                                    <p:anim calcmode="lin" valueType="num">
                                      <p:cBhvr>
                                        <p:cTn id="53" dur="500" fill="hold"/>
                                        <p:tgtEl>
                                          <p:spTgt spid="45"/>
                                        </p:tgtEl>
                                        <p:attrNameLst>
                                          <p:attrName>ppt_h</p:attrName>
                                        </p:attrNameLst>
                                      </p:cBhvr>
                                      <p:tavLst>
                                        <p:tav tm="0">
                                          <p:val>
                                            <p:fltVal val="0"/>
                                          </p:val>
                                        </p:tav>
                                        <p:tav tm="100000">
                                          <p:val>
                                            <p:strVal val="#ppt_h"/>
                                          </p:val>
                                        </p:tav>
                                      </p:tavLst>
                                    </p:anim>
                                    <p:animEffect transition="in" filter="fade">
                                      <p:cBhvr>
                                        <p:cTn id="54" dur="500"/>
                                        <p:tgtEl>
                                          <p:spTgt spid="45"/>
                                        </p:tgtEl>
                                      </p:cBhvr>
                                    </p:animEffect>
                                  </p:childTnLst>
                                </p:cTn>
                              </p:par>
                              <p:par>
                                <p:cTn id="55" presetID="53" presetClass="entr" presetSubtype="16" fill="hold" grpId="0" nodeType="withEffect">
                                  <p:stCondLst>
                                    <p:cond delay="2750"/>
                                  </p:stCondLst>
                                  <p:childTnLst>
                                    <p:set>
                                      <p:cBhvr>
                                        <p:cTn id="56" dur="1" fill="hold">
                                          <p:stCondLst>
                                            <p:cond delay="0"/>
                                          </p:stCondLst>
                                        </p:cTn>
                                        <p:tgtEl>
                                          <p:spTgt spid="44"/>
                                        </p:tgtEl>
                                        <p:attrNameLst>
                                          <p:attrName>style.visibility</p:attrName>
                                        </p:attrNameLst>
                                      </p:cBhvr>
                                      <p:to>
                                        <p:strVal val="visible"/>
                                      </p:to>
                                    </p:set>
                                    <p:anim calcmode="lin" valueType="num">
                                      <p:cBhvr>
                                        <p:cTn id="57" dur="500" fill="hold"/>
                                        <p:tgtEl>
                                          <p:spTgt spid="44"/>
                                        </p:tgtEl>
                                        <p:attrNameLst>
                                          <p:attrName>ppt_w</p:attrName>
                                        </p:attrNameLst>
                                      </p:cBhvr>
                                      <p:tavLst>
                                        <p:tav tm="0">
                                          <p:val>
                                            <p:fltVal val="0"/>
                                          </p:val>
                                        </p:tav>
                                        <p:tav tm="100000">
                                          <p:val>
                                            <p:strVal val="#ppt_w"/>
                                          </p:val>
                                        </p:tav>
                                      </p:tavLst>
                                    </p:anim>
                                    <p:anim calcmode="lin" valueType="num">
                                      <p:cBhvr>
                                        <p:cTn id="58" dur="500" fill="hold"/>
                                        <p:tgtEl>
                                          <p:spTgt spid="44"/>
                                        </p:tgtEl>
                                        <p:attrNameLst>
                                          <p:attrName>ppt_h</p:attrName>
                                        </p:attrNameLst>
                                      </p:cBhvr>
                                      <p:tavLst>
                                        <p:tav tm="0">
                                          <p:val>
                                            <p:fltVal val="0"/>
                                          </p:val>
                                        </p:tav>
                                        <p:tav tm="100000">
                                          <p:val>
                                            <p:strVal val="#ppt_h"/>
                                          </p:val>
                                        </p:tav>
                                      </p:tavLst>
                                    </p:anim>
                                    <p:animEffect transition="in" filter="fade">
                                      <p:cBhvr>
                                        <p:cTn id="59" dur="500"/>
                                        <p:tgtEl>
                                          <p:spTgt spid="44"/>
                                        </p:tgtEl>
                                      </p:cBhvr>
                                    </p:animEffect>
                                  </p:childTnLst>
                                </p:cTn>
                              </p:par>
                              <p:par>
                                <p:cTn id="60" presetID="53" presetClass="entr" presetSubtype="16" fill="hold" grpId="0" nodeType="withEffect">
                                  <p:stCondLst>
                                    <p:cond delay="3000"/>
                                  </p:stCondLst>
                                  <p:childTnLst>
                                    <p:set>
                                      <p:cBhvr>
                                        <p:cTn id="61" dur="1" fill="hold">
                                          <p:stCondLst>
                                            <p:cond delay="0"/>
                                          </p:stCondLst>
                                        </p:cTn>
                                        <p:tgtEl>
                                          <p:spTgt spid="43"/>
                                        </p:tgtEl>
                                        <p:attrNameLst>
                                          <p:attrName>style.visibility</p:attrName>
                                        </p:attrNameLst>
                                      </p:cBhvr>
                                      <p:to>
                                        <p:strVal val="visible"/>
                                      </p:to>
                                    </p:set>
                                    <p:anim calcmode="lin" valueType="num">
                                      <p:cBhvr>
                                        <p:cTn id="62" dur="500" fill="hold"/>
                                        <p:tgtEl>
                                          <p:spTgt spid="43"/>
                                        </p:tgtEl>
                                        <p:attrNameLst>
                                          <p:attrName>ppt_w</p:attrName>
                                        </p:attrNameLst>
                                      </p:cBhvr>
                                      <p:tavLst>
                                        <p:tav tm="0">
                                          <p:val>
                                            <p:fltVal val="0"/>
                                          </p:val>
                                        </p:tav>
                                        <p:tav tm="100000">
                                          <p:val>
                                            <p:strVal val="#ppt_w"/>
                                          </p:val>
                                        </p:tav>
                                      </p:tavLst>
                                    </p:anim>
                                    <p:anim calcmode="lin" valueType="num">
                                      <p:cBhvr>
                                        <p:cTn id="63" dur="500" fill="hold"/>
                                        <p:tgtEl>
                                          <p:spTgt spid="43"/>
                                        </p:tgtEl>
                                        <p:attrNameLst>
                                          <p:attrName>ppt_h</p:attrName>
                                        </p:attrNameLst>
                                      </p:cBhvr>
                                      <p:tavLst>
                                        <p:tav tm="0">
                                          <p:val>
                                            <p:fltVal val="0"/>
                                          </p:val>
                                        </p:tav>
                                        <p:tav tm="100000">
                                          <p:val>
                                            <p:strVal val="#ppt_h"/>
                                          </p:val>
                                        </p:tav>
                                      </p:tavLst>
                                    </p:anim>
                                    <p:animEffect transition="in" filter="fade">
                                      <p:cBhvr>
                                        <p:cTn id="64" dur="500"/>
                                        <p:tgtEl>
                                          <p:spTgt spid="43"/>
                                        </p:tgtEl>
                                      </p:cBhvr>
                                    </p:animEffect>
                                  </p:childTnLst>
                                </p:cTn>
                              </p:par>
                            </p:childTnLst>
                          </p:cTn>
                        </p:par>
                        <p:par>
                          <p:cTn id="65" fill="hold">
                            <p:stCondLst>
                              <p:cond delay="3500"/>
                            </p:stCondLst>
                            <p:childTnLst>
                              <p:par>
                                <p:cTn id="66" presetID="2" presetClass="entr" presetSubtype="4" fill="hold" nodeType="afterEffect">
                                  <p:stCondLst>
                                    <p:cond delay="0"/>
                                  </p:stCondLst>
                                  <p:childTnLst>
                                    <p:set>
                                      <p:cBhvr>
                                        <p:cTn id="67" dur="1" fill="hold">
                                          <p:stCondLst>
                                            <p:cond delay="0"/>
                                          </p:stCondLst>
                                        </p:cTn>
                                        <p:tgtEl>
                                          <p:spTgt spid="3"/>
                                        </p:tgtEl>
                                        <p:attrNameLst>
                                          <p:attrName>style.visibility</p:attrName>
                                        </p:attrNameLst>
                                      </p:cBhvr>
                                      <p:to>
                                        <p:strVal val="visible"/>
                                      </p:to>
                                    </p:set>
                                    <p:anim calcmode="lin" valueType="num">
                                      <p:cBhvr additive="base">
                                        <p:cTn id="68" dur="500" fill="hold"/>
                                        <p:tgtEl>
                                          <p:spTgt spid="3"/>
                                        </p:tgtEl>
                                        <p:attrNameLst>
                                          <p:attrName>ppt_x</p:attrName>
                                        </p:attrNameLst>
                                      </p:cBhvr>
                                      <p:tavLst>
                                        <p:tav tm="0">
                                          <p:val>
                                            <p:strVal val="#ppt_x"/>
                                          </p:val>
                                        </p:tav>
                                        <p:tav tm="100000">
                                          <p:val>
                                            <p:strVal val="#ppt_x"/>
                                          </p:val>
                                        </p:tav>
                                      </p:tavLst>
                                    </p:anim>
                                    <p:anim calcmode="lin" valueType="num">
                                      <p:cBhvr additive="base">
                                        <p:cTn id="69"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54"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Oval 42"/>
          <p:cNvSpPr/>
          <p:nvPr/>
        </p:nvSpPr>
        <p:spPr>
          <a:xfrm>
            <a:off x="9239250" y="1401763"/>
            <a:ext cx="1325563" cy="1327150"/>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4" name="Oval 43"/>
          <p:cNvSpPr/>
          <p:nvPr/>
        </p:nvSpPr>
        <p:spPr>
          <a:xfrm>
            <a:off x="8326438" y="1152525"/>
            <a:ext cx="1649412" cy="1649413"/>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5" name="Oval 44"/>
          <p:cNvSpPr/>
          <p:nvPr/>
        </p:nvSpPr>
        <p:spPr>
          <a:xfrm>
            <a:off x="7656513" y="1395413"/>
            <a:ext cx="1341437" cy="1343025"/>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6" name="Oval 45"/>
          <p:cNvSpPr/>
          <p:nvPr/>
        </p:nvSpPr>
        <p:spPr>
          <a:xfrm>
            <a:off x="6943725" y="1555750"/>
            <a:ext cx="1225550" cy="1225550"/>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endParaRPr>
          </a:p>
        </p:txBody>
      </p:sp>
      <p:sp>
        <p:nvSpPr>
          <p:cNvPr id="47" name="Oval 46"/>
          <p:cNvSpPr/>
          <p:nvPr/>
        </p:nvSpPr>
        <p:spPr>
          <a:xfrm>
            <a:off x="5730875" y="925513"/>
            <a:ext cx="2105025" cy="2103437"/>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endParaRPr>
          </a:p>
        </p:txBody>
      </p:sp>
      <p:sp>
        <p:nvSpPr>
          <p:cNvPr id="48" name="Oval 47"/>
          <p:cNvSpPr/>
          <p:nvPr/>
        </p:nvSpPr>
        <p:spPr>
          <a:xfrm>
            <a:off x="5345113" y="1527175"/>
            <a:ext cx="1327150" cy="1327150"/>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49" name="Oval 48"/>
          <p:cNvSpPr/>
          <p:nvPr/>
        </p:nvSpPr>
        <p:spPr>
          <a:xfrm>
            <a:off x="4433888" y="1277938"/>
            <a:ext cx="1647825" cy="1649412"/>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0" name="Oval 49"/>
          <p:cNvSpPr/>
          <p:nvPr/>
        </p:nvSpPr>
        <p:spPr>
          <a:xfrm>
            <a:off x="3762375" y="1520825"/>
            <a:ext cx="1343025" cy="1343025"/>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1" name="Oval 50"/>
          <p:cNvSpPr/>
          <p:nvPr/>
        </p:nvSpPr>
        <p:spPr>
          <a:xfrm>
            <a:off x="2711450" y="1739900"/>
            <a:ext cx="966788" cy="966788"/>
          </a:xfrm>
          <a:prstGeom prst="ellipse">
            <a:avLst/>
          </a:prstGeom>
          <a:solidFill>
            <a:srgbClr val="4472C4"/>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2" name="Oval 51"/>
          <p:cNvSpPr/>
          <p:nvPr/>
        </p:nvSpPr>
        <p:spPr>
          <a:xfrm>
            <a:off x="3211513" y="1649413"/>
            <a:ext cx="1138237"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3" name="Oval 52"/>
          <p:cNvSpPr/>
          <p:nvPr/>
        </p:nvSpPr>
        <p:spPr>
          <a:xfrm>
            <a:off x="1689100" y="1341438"/>
            <a:ext cx="1522413" cy="1522412"/>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sp>
        <p:nvSpPr>
          <p:cNvPr id="54" name="Oval 53"/>
          <p:cNvSpPr/>
          <p:nvPr/>
        </p:nvSpPr>
        <p:spPr>
          <a:xfrm>
            <a:off x="1143000" y="1649413"/>
            <a:ext cx="1138238"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endParaRPr>
          </a:p>
        </p:txBody>
      </p:sp>
      <p:grpSp>
        <p:nvGrpSpPr>
          <p:cNvPr id="3" name="Group 2"/>
          <p:cNvGrpSpPr>
            <a:grpSpLocks/>
          </p:cNvGrpSpPr>
          <p:nvPr/>
        </p:nvGrpSpPr>
        <p:grpSpPr bwMode="auto">
          <a:xfrm>
            <a:off x="492125" y="3432175"/>
            <a:ext cx="10853738" cy="1859403"/>
            <a:chOff x="663588" y="4040564"/>
            <a:chExt cx="10852909" cy="1859410"/>
          </a:xfrm>
        </p:grpSpPr>
        <p:sp>
          <p:nvSpPr>
            <p:cNvPr id="27" name="Oval 26"/>
            <p:cNvSpPr/>
            <p:nvPr/>
          </p:nvSpPr>
          <p:spPr>
            <a:xfrm>
              <a:off x="10654550" y="4040564"/>
              <a:ext cx="861947" cy="862016"/>
            </a:xfrm>
            <a:prstGeom prst="ellipse">
              <a:avLst/>
            </a:prstGeom>
            <a:solidFill>
              <a:srgbClr val="4472C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sz="2800" dirty="0">
                <a:solidFill>
                  <a:prstClr val="white"/>
                </a:solidFill>
              </a:endParaRPr>
            </a:p>
          </p:txBody>
        </p:sp>
        <p:grpSp>
          <p:nvGrpSpPr>
            <p:cNvPr id="521237" name="Group 36"/>
            <p:cNvGrpSpPr>
              <a:grpSpLocks/>
            </p:cNvGrpSpPr>
            <p:nvPr/>
          </p:nvGrpSpPr>
          <p:grpSpPr bwMode="auto">
            <a:xfrm>
              <a:off x="663588" y="4086849"/>
              <a:ext cx="10852909" cy="1813125"/>
              <a:chOff x="5511066" y="1498605"/>
              <a:chExt cx="10852909" cy="1813125"/>
            </a:xfrm>
          </p:grpSpPr>
          <p:sp>
            <p:nvSpPr>
              <p:cNvPr id="521238" name="TextBox 37"/>
              <p:cNvSpPr txBox="1">
                <a:spLocks noChangeArrowheads="1"/>
              </p:cNvSpPr>
              <p:nvPr/>
            </p:nvSpPr>
            <p:spPr bwMode="auto">
              <a:xfrm>
                <a:off x="10515536" y="1498605"/>
                <a:ext cx="5848439" cy="769444"/>
              </a:xfrm>
              <a:prstGeom prst="rect">
                <a:avLst/>
              </a:prstGeom>
              <a:noFill/>
              <a:ln w="9525">
                <a:noFill/>
                <a:miter lim="800000"/>
                <a:headEnd/>
                <a:tailEnd/>
              </a:ln>
            </p:spPr>
            <p:txBody>
              <a:bodyPr wrap="square">
                <a:spAutoFit/>
              </a:bodyPr>
              <a:lstStyle/>
              <a:p>
                <a:pPr rtl="1"/>
                <a:r>
                  <a:rPr lang="ar-SA" sz="4400" b="1" dirty="0" smtClean="0">
                    <a:solidFill>
                      <a:schemeClr val="bg1"/>
                    </a:solidFill>
                  </a:rPr>
                  <a:t>ه</a:t>
                </a:r>
                <a:r>
                  <a:rPr lang="ar-SA" sz="3600" b="1" dirty="0" smtClean="0"/>
                  <a:t> </a:t>
                </a:r>
                <a:r>
                  <a:rPr lang="en-US" sz="3600" b="1" dirty="0" smtClean="0"/>
                  <a:t>    </a:t>
                </a:r>
                <a:r>
                  <a:rPr lang="ar-SA" sz="3600" b="1" dirty="0" smtClean="0"/>
                  <a:t>فوائد </a:t>
                </a:r>
                <a:r>
                  <a:rPr lang="ar-SA" sz="3600" b="1" dirty="0"/>
                  <a:t>الواقع الافتراضي التربوية </a:t>
                </a:r>
                <a:endParaRPr lang="en-US" sz="3600" dirty="0"/>
              </a:p>
            </p:txBody>
          </p:sp>
          <p:sp>
            <p:nvSpPr>
              <p:cNvPr id="521239" name="TextBox 38"/>
              <p:cNvSpPr txBox="1">
                <a:spLocks noChangeArrowheads="1"/>
              </p:cNvSpPr>
              <p:nvPr/>
            </p:nvSpPr>
            <p:spPr bwMode="auto">
              <a:xfrm>
                <a:off x="5511066" y="2788508"/>
                <a:ext cx="9086950" cy="523222"/>
              </a:xfrm>
              <a:prstGeom prst="rect">
                <a:avLst/>
              </a:prstGeom>
              <a:noFill/>
              <a:ln w="9525">
                <a:noFill/>
                <a:miter lim="800000"/>
                <a:headEnd/>
                <a:tailEnd/>
              </a:ln>
            </p:spPr>
            <p:txBody>
              <a:bodyPr wrap="square">
                <a:spAutoFit/>
              </a:bodyPr>
              <a:lstStyle/>
              <a:p>
                <a:pPr algn="r" rtl="1"/>
                <a:r>
                  <a:rPr lang="en-US" sz="2800" b="1" dirty="0"/>
                  <a:t> </a:t>
                </a:r>
                <a:r>
                  <a:rPr lang="ar-SA" sz="2800" b="1" dirty="0"/>
                  <a:t>3- تمكن المتعلم من معرفة تاريخ وسير بعض الملوك والأمم السابقة</a:t>
                </a:r>
                <a:endParaRPr lang="en-US" sz="2800" b="1" dirty="0"/>
              </a:p>
            </p:txBody>
          </p:sp>
        </p:grpSp>
      </p:grpSp>
      <p:cxnSp>
        <p:nvCxnSpPr>
          <p:cNvPr id="41" name="Straight Connector 40"/>
          <p:cNvCxnSpPr/>
          <p:nvPr/>
        </p:nvCxnSpPr>
        <p:spPr>
          <a:xfrm flipH="1">
            <a:off x="9656763" y="5832475"/>
            <a:ext cx="1147762" cy="0"/>
          </a:xfrm>
          <a:prstGeom prst="line">
            <a:avLst/>
          </a:prstGeom>
          <a:ln>
            <a:solidFill>
              <a:srgbClr val="E6E6E6"/>
            </a:solidFill>
          </a:ln>
        </p:spPr>
        <p:style>
          <a:lnRef idx="1">
            <a:schemeClr val="accent1"/>
          </a:lnRef>
          <a:fillRef idx="0">
            <a:schemeClr val="accent1"/>
          </a:fillRef>
          <a:effectRef idx="0">
            <a:schemeClr val="accent1"/>
          </a:effectRef>
          <a:fontRef idx="minor">
            <a:schemeClr val="tx1"/>
          </a:fontRef>
        </p:style>
      </p:cxnSp>
      <p:grpSp>
        <p:nvGrpSpPr>
          <p:cNvPr id="521231" name="Group 59"/>
          <p:cNvGrpSpPr>
            <a:grpSpLocks/>
          </p:cNvGrpSpPr>
          <p:nvPr/>
        </p:nvGrpSpPr>
        <p:grpSpPr bwMode="auto">
          <a:xfrm>
            <a:off x="200025" y="6419850"/>
            <a:ext cx="244475" cy="246063"/>
            <a:chOff x="6838977" y="3422490"/>
            <a:chExt cx="1358153" cy="1358153"/>
          </a:xfrm>
        </p:grpSpPr>
        <p:sp>
          <p:nvSpPr>
            <p:cNvPr id="61" name="Teardrop 60"/>
            <p:cNvSpPr/>
            <p:nvPr/>
          </p:nvSpPr>
          <p:spPr>
            <a:xfrm>
              <a:off x="6838977" y="4246142"/>
              <a:ext cx="537972" cy="534501"/>
            </a:xfrm>
            <a:prstGeom prst="teardrop">
              <a:avLst/>
            </a:prstGeom>
            <a:no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62" name="Teardrop 61"/>
            <p:cNvSpPr/>
            <p:nvPr/>
          </p:nvSpPr>
          <p:spPr>
            <a:xfrm rot="10800000">
              <a:off x="7376949" y="3422490"/>
              <a:ext cx="820181" cy="823652"/>
            </a:xfrm>
            <a:prstGeom prst="teardrop">
              <a:avLst/>
            </a:prstGeom>
            <a:no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63" name="Teardrop 62"/>
            <p:cNvSpPr/>
            <p:nvPr/>
          </p:nvSpPr>
          <p:spPr>
            <a:xfrm rot="5400000">
              <a:off x="6980994" y="3850933"/>
              <a:ext cx="280392" cy="282214"/>
            </a:xfrm>
            <a:prstGeom prst="teardrop">
              <a:avLst/>
            </a:prstGeom>
            <a:no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rgbClr val="FD890A"/>
                </a:solidFill>
              </a:endParaRPr>
            </a:p>
          </p:txBody>
        </p:sp>
      </p:grpSp>
      <p:sp>
        <p:nvSpPr>
          <p:cNvPr id="521232" name="Rectangle 63"/>
          <p:cNvSpPr>
            <a:spLocks noChangeArrowheads="1"/>
          </p:cNvSpPr>
          <p:nvPr/>
        </p:nvSpPr>
        <p:spPr bwMode="auto">
          <a:xfrm>
            <a:off x="219075" y="6511925"/>
            <a:ext cx="517525" cy="261938"/>
          </a:xfrm>
          <a:prstGeom prst="rect">
            <a:avLst/>
          </a:prstGeom>
          <a:noFill/>
          <a:ln w="9525">
            <a:noFill/>
            <a:miter lim="800000"/>
            <a:headEnd/>
            <a:tailEnd/>
          </a:ln>
        </p:spPr>
        <p:txBody>
          <a:bodyPr wrap="none">
            <a:spAutoFit/>
          </a:bodyPr>
          <a:lstStyle/>
          <a:p>
            <a:r>
              <a:rPr lang="en-US" sz="1100">
                <a:solidFill>
                  <a:srgbClr val="D9D9D9"/>
                </a:solidFill>
                <a:latin typeface="Lato Heavy"/>
                <a:ea typeface="Lato Heavy"/>
                <a:cs typeface="Lato Heavy"/>
              </a:rPr>
              <a:t>IDEA</a:t>
            </a:r>
          </a:p>
        </p:txBody>
      </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58612634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250"/>
                                  </p:stCondLst>
                                  <p:childTnLst>
                                    <p:set>
                                      <p:cBhvr>
                                        <p:cTn id="6" dur="1" fill="hold">
                                          <p:stCondLst>
                                            <p:cond delay="0"/>
                                          </p:stCondLst>
                                        </p:cTn>
                                        <p:tgtEl>
                                          <p:spTgt spid="54"/>
                                        </p:tgtEl>
                                        <p:attrNameLst>
                                          <p:attrName>style.visibility</p:attrName>
                                        </p:attrNameLst>
                                      </p:cBhvr>
                                      <p:to>
                                        <p:strVal val="visible"/>
                                      </p:to>
                                    </p:set>
                                    <p:anim calcmode="lin" valueType="num">
                                      <p:cBhvr>
                                        <p:cTn id="7" dur="500" fill="hold"/>
                                        <p:tgtEl>
                                          <p:spTgt spid="54"/>
                                        </p:tgtEl>
                                        <p:attrNameLst>
                                          <p:attrName>ppt_w</p:attrName>
                                        </p:attrNameLst>
                                      </p:cBhvr>
                                      <p:tavLst>
                                        <p:tav tm="0">
                                          <p:val>
                                            <p:fltVal val="0"/>
                                          </p:val>
                                        </p:tav>
                                        <p:tav tm="100000">
                                          <p:val>
                                            <p:strVal val="#ppt_w"/>
                                          </p:val>
                                        </p:tav>
                                      </p:tavLst>
                                    </p:anim>
                                    <p:anim calcmode="lin" valueType="num">
                                      <p:cBhvr>
                                        <p:cTn id="8" dur="500" fill="hold"/>
                                        <p:tgtEl>
                                          <p:spTgt spid="54"/>
                                        </p:tgtEl>
                                        <p:attrNameLst>
                                          <p:attrName>ppt_h</p:attrName>
                                        </p:attrNameLst>
                                      </p:cBhvr>
                                      <p:tavLst>
                                        <p:tav tm="0">
                                          <p:val>
                                            <p:fltVal val="0"/>
                                          </p:val>
                                        </p:tav>
                                        <p:tav tm="100000">
                                          <p:val>
                                            <p:strVal val="#ppt_h"/>
                                          </p:val>
                                        </p:tav>
                                      </p:tavLst>
                                    </p:anim>
                                    <p:animEffect transition="in" filter="fade">
                                      <p:cBhvr>
                                        <p:cTn id="9" dur="500"/>
                                        <p:tgtEl>
                                          <p:spTgt spid="54"/>
                                        </p:tgtEl>
                                      </p:cBhvr>
                                    </p:animEffect>
                                  </p:childTnLst>
                                </p:cTn>
                              </p:par>
                              <p:par>
                                <p:cTn id="10" presetID="53" presetClass="entr" presetSubtype="16" fill="hold" grpId="0" nodeType="withEffect">
                                  <p:stCondLst>
                                    <p:cond delay="500"/>
                                  </p:stCondLst>
                                  <p:childTnLst>
                                    <p:set>
                                      <p:cBhvr>
                                        <p:cTn id="11" dur="1" fill="hold">
                                          <p:stCondLst>
                                            <p:cond delay="0"/>
                                          </p:stCondLst>
                                        </p:cTn>
                                        <p:tgtEl>
                                          <p:spTgt spid="53"/>
                                        </p:tgtEl>
                                        <p:attrNameLst>
                                          <p:attrName>style.visibility</p:attrName>
                                        </p:attrNameLst>
                                      </p:cBhvr>
                                      <p:to>
                                        <p:strVal val="visible"/>
                                      </p:to>
                                    </p:set>
                                    <p:anim calcmode="lin" valueType="num">
                                      <p:cBhvr>
                                        <p:cTn id="12" dur="500" fill="hold"/>
                                        <p:tgtEl>
                                          <p:spTgt spid="53"/>
                                        </p:tgtEl>
                                        <p:attrNameLst>
                                          <p:attrName>ppt_w</p:attrName>
                                        </p:attrNameLst>
                                      </p:cBhvr>
                                      <p:tavLst>
                                        <p:tav tm="0">
                                          <p:val>
                                            <p:fltVal val="0"/>
                                          </p:val>
                                        </p:tav>
                                        <p:tav tm="100000">
                                          <p:val>
                                            <p:strVal val="#ppt_w"/>
                                          </p:val>
                                        </p:tav>
                                      </p:tavLst>
                                    </p:anim>
                                    <p:anim calcmode="lin" valueType="num">
                                      <p:cBhvr>
                                        <p:cTn id="13" dur="500" fill="hold"/>
                                        <p:tgtEl>
                                          <p:spTgt spid="53"/>
                                        </p:tgtEl>
                                        <p:attrNameLst>
                                          <p:attrName>ppt_h</p:attrName>
                                        </p:attrNameLst>
                                      </p:cBhvr>
                                      <p:tavLst>
                                        <p:tav tm="0">
                                          <p:val>
                                            <p:fltVal val="0"/>
                                          </p:val>
                                        </p:tav>
                                        <p:tav tm="100000">
                                          <p:val>
                                            <p:strVal val="#ppt_h"/>
                                          </p:val>
                                        </p:tav>
                                      </p:tavLst>
                                    </p:anim>
                                    <p:animEffect transition="in" filter="fade">
                                      <p:cBhvr>
                                        <p:cTn id="14" dur="500"/>
                                        <p:tgtEl>
                                          <p:spTgt spid="53"/>
                                        </p:tgtEl>
                                      </p:cBhvr>
                                    </p:animEffect>
                                  </p:childTnLst>
                                </p:cTn>
                              </p:par>
                              <p:par>
                                <p:cTn id="15" presetID="53" presetClass="entr" presetSubtype="16" fill="hold" grpId="0" nodeType="withEffect">
                                  <p:stCondLst>
                                    <p:cond delay="750"/>
                                  </p:stCondLst>
                                  <p:childTnLst>
                                    <p:set>
                                      <p:cBhvr>
                                        <p:cTn id="16" dur="1" fill="hold">
                                          <p:stCondLst>
                                            <p:cond delay="0"/>
                                          </p:stCondLst>
                                        </p:cTn>
                                        <p:tgtEl>
                                          <p:spTgt spid="51"/>
                                        </p:tgtEl>
                                        <p:attrNameLst>
                                          <p:attrName>style.visibility</p:attrName>
                                        </p:attrNameLst>
                                      </p:cBhvr>
                                      <p:to>
                                        <p:strVal val="visible"/>
                                      </p:to>
                                    </p:set>
                                    <p:anim calcmode="lin" valueType="num">
                                      <p:cBhvr>
                                        <p:cTn id="17" dur="500" fill="hold"/>
                                        <p:tgtEl>
                                          <p:spTgt spid="51"/>
                                        </p:tgtEl>
                                        <p:attrNameLst>
                                          <p:attrName>ppt_w</p:attrName>
                                        </p:attrNameLst>
                                      </p:cBhvr>
                                      <p:tavLst>
                                        <p:tav tm="0">
                                          <p:val>
                                            <p:fltVal val="0"/>
                                          </p:val>
                                        </p:tav>
                                        <p:tav tm="100000">
                                          <p:val>
                                            <p:strVal val="#ppt_w"/>
                                          </p:val>
                                        </p:tav>
                                      </p:tavLst>
                                    </p:anim>
                                    <p:anim calcmode="lin" valueType="num">
                                      <p:cBhvr>
                                        <p:cTn id="18" dur="500" fill="hold"/>
                                        <p:tgtEl>
                                          <p:spTgt spid="51"/>
                                        </p:tgtEl>
                                        <p:attrNameLst>
                                          <p:attrName>ppt_h</p:attrName>
                                        </p:attrNameLst>
                                      </p:cBhvr>
                                      <p:tavLst>
                                        <p:tav tm="0">
                                          <p:val>
                                            <p:fltVal val="0"/>
                                          </p:val>
                                        </p:tav>
                                        <p:tav tm="100000">
                                          <p:val>
                                            <p:strVal val="#ppt_h"/>
                                          </p:val>
                                        </p:tav>
                                      </p:tavLst>
                                    </p:anim>
                                    <p:animEffect transition="in" filter="fade">
                                      <p:cBhvr>
                                        <p:cTn id="19" dur="500"/>
                                        <p:tgtEl>
                                          <p:spTgt spid="51"/>
                                        </p:tgtEl>
                                      </p:cBhvr>
                                    </p:animEffect>
                                  </p:childTnLst>
                                </p:cTn>
                              </p:par>
                              <p:par>
                                <p:cTn id="20" presetID="53" presetClass="entr" presetSubtype="16" fill="hold" grpId="0" nodeType="withEffect">
                                  <p:stCondLst>
                                    <p:cond delay="1000"/>
                                  </p:stCondLst>
                                  <p:childTnLst>
                                    <p:set>
                                      <p:cBhvr>
                                        <p:cTn id="21" dur="1" fill="hold">
                                          <p:stCondLst>
                                            <p:cond delay="0"/>
                                          </p:stCondLst>
                                        </p:cTn>
                                        <p:tgtEl>
                                          <p:spTgt spid="52"/>
                                        </p:tgtEl>
                                        <p:attrNameLst>
                                          <p:attrName>style.visibility</p:attrName>
                                        </p:attrNameLst>
                                      </p:cBhvr>
                                      <p:to>
                                        <p:strVal val="visible"/>
                                      </p:to>
                                    </p:set>
                                    <p:anim calcmode="lin" valueType="num">
                                      <p:cBhvr>
                                        <p:cTn id="22" dur="500" fill="hold"/>
                                        <p:tgtEl>
                                          <p:spTgt spid="52"/>
                                        </p:tgtEl>
                                        <p:attrNameLst>
                                          <p:attrName>ppt_w</p:attrName>
                                        </p:attrNameLst>
                                      </p:cBhvr>
                                      <p:tavLst>
                                        <p:tav tm="0">
                                          <p:val>
                                            <p:fltVal val="0"/>
                                          </p:val>
                                        </p:tav>
                                        <p:tav tm="100000">
                                          <p:val>
                                            <p:strVal val="#ppt_w"/>
                                          </p:val>
                                        </p:tav>
                                      </p:tavLst>
                                    </p:anim>
                                    <p:anim calcmode="lin" valueType="num">
                                      <p:cBhvr>
                                        <p:cTn id="23" dur="500" fill="hold"/>
                                        <p:tgtEl>
                                          <p:spTgt spid="52"/>
                                        </p:tgtEl>
                                        <p:attrNameLst>
                                          <p:attrName>ppt_h</p:attrName>
                                        </p:attrNameLst>
                                      </p:cBhvr>
                                      <p:tavLst>
                                        <p:tav tm="0">
                                          <p:val>
                                            <p:fltVal val="0"/>
                                          </p:val>
                                        </p:tav>
                                        <p:tav tm="100000">
                                          <p:val>
                                            <p:strVal val="#ppt_h"/>
                                          </p:val>
                                        </p:tav>
                                      </p:tavLst>
                                    </p:anim>
                                    <p:animEffect transition="in" filter="fade">
                                      <p:cBhvr>
                                        <p:cTn id="24" dur="500"/>
                                        <p:tgtEl>
                                          <p:spTgt spid="52"/>
                                        </p:tgtEl>
                                      </p:cBhvr>
                                    </p:animEffect>
                                  </p:childTnLst>
                                </p:cTn>
                              </p:par>
                              <p:par>
                                <p:cTn id="25" presetID="53" presetClass="entr" presetSubtype="16" fill="hold" grpId="0" nodeType="withEffect">
                                  <p:stCondLst>
                                    <p:cond delay="1250"/>
                                  </p:stCondLst>
                                  <p:childTnLst>
                                    <p:set>
                                      <p:cBhvr>
                                        <p:cTn id="26" dur="1" fill="hold">
                                          <p:stCondLst>
                                            <p:cond delay="0"/>
                                          </p:stCondLst>
                                        </p:cTn>
                                        <p:tgtEl>
                                          <p:spTgt spid="50"/>
                                        </p:tgtEl>
                                        <p:attrNameLst>
                                          <p:attrName>style.visibility</p:attrName>
                                        </p:attrNameLst>
                                      </p:cBhvr>
                                      <p:to>
                                        <p:strVal val="visible"/>
                                      </p:to>
                                    </p:set>
                                    <p:anim calcmode="lin" valueType="num">
                                      <p:cBhvr>
                                        <p:cTn id="27" dur="500" fill="hold"/>
                                        <p:tgtEl>
                                          <p:spTgt spid="50"/>
                                        </p:tgtEl>
                                        <p:attrNameLst>
                                          <p:attrName>ppt_w</p:attrName>
                                        </p:attrNameLst>
                                      </p:cBhvr>
                                      <p:tavLst>
                                        <p:tav tm="0">
                                          <p:val>
                                            <p:fltVal val="0"/>
                                          </p:val>
                                        </p:tav>
                                        <p:tav tm="100000">
                                          <p:val>
                                            <p:strVal val="#ppt_w"/>
                                          </p:val>
                                        </p:tav>
                                      </p:tavLst>
                                    </p:anim>
                                    <p:anim calcmode="lin" valueType="num">
                                      <p:cBhvr>
                                        <p:cTn id="28" dur="500" fill="hold"/>
                                        <p:tgtEl>
                                          <p:spTgt spid="50"/>
                                        </p:tgtEl>
                                        <p:attrNameLst>
                                          <p:attrName>ppt_h</p:attrName>
                                        </p:attrNameLst>
                                      </p:cBhvr>
                                      <p:tavLst>
                                        <p:tav tm="0">
                                          <p:val>
                                            <p:fltVal val="0"/>
                                          </p:val>
                                        </p:tav>
                                        <p:tav tm="100000">
                                          <p:val>
                                            <p:strVal val="#ppt_h"/>
                                          </p:val>
                                        </p:tav>
                                      </p:tavLst>
                                    </p:anim>
                                    <p:animEffect transition="in" filter="fade">
                                      <p:cBhvr>
                                        <p:cTn id="29" dur="500"/>
                                        <p:tgtEl>
                                          <p:spTgt spid="50"/>
                                        </p:tgtEl>
                                      </p:cBhvr>
                                    </p:animEffect>
                                  </p:childTnLst>
                                </p:cTn>
                              </p:par>
                              <p:par>
                                <p:cTn id="30" presetID="53" presetClass="entr" presetSubtype="16" fill="hold" grpId="0" nodeType="withEffect">
                                  <p:stCondLst>
                                    <p:cond delay="1500"/>
                                  </p:stCondLst>
                                  <p:childTnLst>
                                    <p:set>
                                      <p:cBhvr>
                                        <p:cTn id="31" dur="1" fill="hold">
                                          <p:stCondLst>
                                            <p:cond delay="0"/>
                                          </p:stCondLst>
                                        </p:cTn>
                                        <p:tgtEl>
                                          <p:spTgt spid="49"/>
                                        </p:tgtEl>
                                        <p:attrNameLst>
                                          <p:attrName>style.visibility</p:attrName>
                                        </p:attrNameLst>
                                      </p:cBhvr>
                                      <p:to>
                                        <p:strVal val="visible"/>
                                      </p:to>
                                    </p:set>
                                    <p:anim calcmode="lin" valueType="num">
                                      <p:cBhvr>
                                        <p:cTn id="32" dur="500" fill="hold"/>
                                        <p:tgtEl>
                                          <p:spTgt spid="49"/>
                                        </p:tgtEl>
                                        <p:attrNameLst>
                                          <p:attrName>ppt_w</p:attrName>
                                        </p:attrNameLst>
                                      </p:cBhvr>
                                      <p:tavLst>
                                        <p:tav tm="0">
                                          <p:val>
                                            <p:fltVal val="0"/>
                                          </p:val>
                                        </p:tav>
                                        <p:tav tm="100000">
                                          <p:val>
                                            <p:strVal val="#ppt_w"/>
                                          </p:val>
                                        </p:tav>
                                      </p:tavLst>
                                    </p:anim>
                                    <p:anim calcmode="lin" valueType="num">
                                      <p:cBhvr>
                                        <p:cTn id="33" dur="500" fill="hold"/>
                                        <p:tgtEl>
                                          <p:spTgt spid="49"/>
                                        </p:tgtEl>
                                        <p:attrNameLst>
                                          <p:attrName>ppt_h</p:attrName>
                                        </p:attrNameLst>
                                      </p:cBhvr>
                                      <p:tavLst>
                                        <p:tav tm="0">
                                          <p:val>
                                            <p:fltVal val="0"/>
                                          </p:val>
                                        </p:tav>
                                        <p:tav tm="100000">
                                          <p:val>
                                            <p:strVal val="#ppt_h"/>
                                          </p:val>
                                        </p:tav>
                                      </p:tavLst>
                                    </p:anim>
                                    <p:animEffect transition="in" filter="fade">
                                      <p:cBhvr>
                                        <p:cTn id="34" dur="500"/>
                                        <p:tgtEl>
                                          <p:spTgt spid="49"/>
                                        </p:tgtEl>
                                      </p:cBhvr>
                                    </p:animEffect>
                                  </p:childTnLst>
                                </p:cTn>
                              </p:par>
                              <p:par>
                                <p:cTn id="35" presetID="53" presetClass="entr" presetSubtype="16" fill="hold" grpId="0" nodeType="withEffect">
                                  <p:stCondLst>
                                    <p:cond delay="1750"/>
                                  </p:stCondLst>
                                  <p:childTnLst>
                                    <p:set>
                                      <p:cBhvr>
                                        <p:cTn id="36" dur="1" fill="hold">
                                          <p:stCondLst>
                                            <p:cond delay="0"/>
                                          </p:stCondLst>
                                        </p:cTn>
                                        <p:tgtEl>
                                          <p:spTgt spid="48"/>
                                        </p:tgtEl>
                                        <p:attrNameLst>
                                          <p:attrName>style.visibility</p:attrName>
                                        </p:attrNameLst>
                                      </p:cBhvr>
                                      <p:to>
                                        <p:strVal val="visible"/>
                                      </p:to>
                                    </p:set>
                                    <p:anim calcmode="lin" valueType="num">
                                      <p:cBhvr>
                                        <p:cTn id="37" dur="500" fill="hold"/>
                                        <p:tgtEl>
                                          <p:spTgt spid="48"/>
                                        </p:tgtEl>
                                        <p:attrNameLst>
                                          <p:attrName>ppt_w</p:attrName>
                                        </p:attrNameLst>
                                      </p:cBhvr>
                                      <p:tavLst>
                                        <p:tav tm="0">
                                          <p:val>
                                            <p:fltVal val="0"/>
                                          </p:val>
                                        </p:tav>
                                        <p:tav tm="100000">
                                          <p:val>
                                            <p:strVal val="#ppt_w"/>
                                          </p:val>
                                        </p:tav>
                                      </p:tavLst>
                                    </p:anim>
                                    <p:anim calcmode="lin" valueType="num">
                                      <p:cBhvr>
                                        <p:cTn id="38" dur="500" fill="hold"/>
                                        <p:tgtEl>
                                          <p:spTgt spid="48"/>
                                        </p:tgtEl>
                                        <p:attrNameLst>
                                          <p:attrName>ppt_h</p:attrName>
                                        </p:attrNameLst>
                                      </p:cBhvr>
                                      <p:tavLst>
                                        <p:tav tm="0">
                                          <p:val>
                                            <p:fltVal val="0"/>
                                          </p:val>
                                        </p:tav>
                                        <p:tav tm="100000">
                                          <p:val>
                                            <p:strVal val="#ppt_h"/>
                                          </p:val>
                                        </p:tav>
                                      </p:tavLst>
                                    </p:anim>
                                    <p:animEffect transition="in" filter="fade">
                                      <p:cBhvr>
                                        <p:cTn id="39" dur="500"/>
                                        <p:tgtEl>
                                          <p:spTgt spid="48"/>
                                        </p:tgtEl>
                                      </p:cBhvr>
                                    </p:animEffect>
                                  </p:childTnLst>
                                </p:cTn>
                              </p:par>
                              <p:par>
                                <p:cTn id="40" presetID="53" presetClass="entr" presetSubtype="16" fill="hold" grpId="0" nodeType="withEffect">
                                  <p:stCondLst>
                                    <p:cond delay="2000"/>
                                  </p:stCondLst>
                                  <p:childTnLst>
                                    <p:set>
                                      <p:cBhvr>
                                        <p:cTn id="41" dur="1" fill="hold">
                                          <p:stCondLst>
                                            <p:cond delay="0"/>
                                          </p:stCondLst>
                                        </p:cTn>
                                        <p:tgtEl>
                                          <p:spTgt spid="47"/>
                                        </p:tgtEl>
                                        <p:attrNameLst>
                                          <p:attrName>style.visibility</p:attrName>
                                        </p:attrNameLst>
                                      </p:cBhvr>
                                      <p:to>
                                        <p:strVal val="visible"/>
                                      </p:to>
                                    </p:set>
                                    <p:anim calcmode="lin" valueType="num">
                                      <p:cBhvr>
                                        <p:cTn id="42" dur="500" fill="hold"/>
                                        <p:tgtEl>
                                          <p:spTgt spid="47"/>
                                        </p:tgtEl>
                                        <p:attrNameLst>
                                          <p:attrName>ppt_w</p:attrName>
                                        </p:attrNameLst>
                                      </p:cBhvr>
                                      <p:tavLst>
                                        <p:tav tm="0">
                                          <p:val>
                                            <p:fltVal val="0"/>
                                          </p:val>
                                        </p:tav>
                                        <p:tav tm="100000">
                                          <p:val>
                                            <p:strVal val="#ppt_w"/>
                                          </p:val>
                                        </p:tav>
                                      </p:tavLst>
                                    </p:anim>
                                    <p:anim calcmode="lin" valueType="num">
                                      <p:cBhvr>
                                        <p:cTn id="43" dur="500" fill="hold"/>
                                        <p:tgtEl>
                                          <p:spTgt spid="47"/>
                                        </p:tgtEl>
                                        <p:attrNameLst>
                                          <p:attrName>ppt_h</p:attrName>
                                        </p:attrNameLst>
                                      </p:cBhvr>
                                      <p:tavLst>
                                        <p:tav tm="0">
                                          <p:val>
                                            <p:fltVal val="0"/>
                                          </p:val>
                                        </p:tav>
                                        <p:tav tm="100000">
                                          <p:val>
                                            <p:strVal val="#ppt_h"/>
                                          </p:val>
                                        </p:tav>
                                      </p:tavLst>
                                    </p:anim>
                                    <p:animEffect transition="in" filter="fade">
                                      <p:cBhvr>
                                        <p:cTn id="44" dur="500"/>
                                        <p:tgtEl>
                                          <p:spTgt spid="47"/>
                                        </p:tgtEl>
                                      </p:cBhvr>
                                    </p:animEffect>
                                  </p:childTnLst>
                                </p:cTn>
                              </p:par>
                              <p:par>
                                <p:cTn id="45" presetID="53" presetClass="entr" presetSubtype="16" fill="hold" grpId="0" nodeType="withEffect">
                                  <p:stCondLst>
                                    <p:cond delay="2250"/>
                                  </p:stCondLst>
                                  <p:childTnLst>
                                    <p:set>
                                      <p:cBhvr>
                                        <p:cTn id="46" dur="1" fill="hold">
                                          <p:stCondLst>
                                            <p:cond delay="0"/>
                                          </p:stCondLst>
                                        </p:cTn>
                                        <p:tgtEl>
                                          <p:spTgt spid="46"/>
                                        </p:tgtEl>
                                        <p:attrNameLst>
                                          <p:attrName>style.visibility</p:attrName>
                                        </p:attrNameLst>
                                      </p:cBhvr>
                                      <p:to>
                                        <p:strVal val="visible"/>
                                      </p:to>
                                    </p:set>
                                    <p:anim calcmode="lin" valueType="num">
                                      <p:cBhvr>
                                        <p:cTn id="47" dur="500" fill="hold"/>
                                        <p:tgtEl>
                                          <p:spTgt spid="46"/>
                                        </p:tgtEl>
                                        <p:attrNameLst>
                                          <p:attrName>ppt_w</p:attrName>
                                        </p:attrNameLst>
                                      </p:cBhvr>
                                      <p:tavLst>
                                        <p:tav tm="0">
                                          <p:val>
                                            <p:fltVal val="0"/>
                                          </p:val>
                                        </p:tav>
                                        <p:tav tm="100000">
                                          <p:val>
                                            <p:strVal val="#ppt_w"/>
                                          </p:val>
                                        </p:tav>
                                      </p:tavLst>
                                    </p:anim>
                                    <p:anim calcmode="lin" valueType="num">
                                      <p:cBhvr>
                                        <p:cTn id="48" dur="500" fill="hold"/>
                                        <p:tgtEl>
                                          <p:spTgt spid="46"/>
                                        </p:tgtEl>
                                        <p:attrNameLst>
                                          <p:attrName>ppt_h</p:attrName>
                                        </p:attrNameLst>
                                      </p:cBhvr>
                                      <p:tavLst>
                                        <p:tav tm="0">
                                          <p:val>
                                            <p:fltVal val="0"/>
                                          </p:val>
                                        </p:tav>
                                        <p:tav tm="100000">
                                          <p:val>
                                            <p:strVal val="#ppt_h"/>
                                          </p:val>
                                        </p:tav>
                                      </p:tavLst>
                                    </p:anim>
                                    <p:animEffect transition="in" filter="fade">
                                      <p:cBhvr>
                                        <p:cTn id="49" dur="500"/>
                                        <p:tgtEl>
                                          <p:spTgt spid="46"/>
                                        </p:tgtEl>
                                      </p:cBhvr>
                                    </p:animEffect>
                                  </p:childTnLst>
                                </p:cTn>
                              </p:par>
                              <p:par>
                                <p:cTn id="50" presetID="53" presetClass="entr" presetSubtype="16" fill="hold" grpId="0" nodeType="withEffect">
                                  <p:stCondLst>
                                    <p:cond delay="2500"/>
                                  </p:stCondLst>
                                  <p:childTnLst>
                                    <p:set>
                                      <p:cBhvr>
                                        <p:cTn id="51" dur="1" fill="hold">
                                          <p:stCondLst>
                                            <p:cond delay="0"/>
                                          </p:stCondLst>
                                        </p:cTn>
                                        <p:tgtEl>
                                          <p:spTgt spid="45"/>
                                        </p:tgtEl>
                                        <p:attrNameLst>
                                          <p:attrName>style.visibility</p:attrName>
                                        </p:attrNameLst>
                                      </p:cBhvr>
                                      <p:to>
                                        <p:strVal val="visible"/>
                                      </p:to>
                                    </p:set>
                                    <p:anim calcmode="lin" valueType="num">
                                      <p:cBhvr>
                                        <p:cTn id="52" dur="500" fill="hold"/>
                                        <p:tgtEl>
                                          <p:spTgt spid="45"/>
                                        </p:tgtEl>
                                        <p:attrNameLst>
                                          <p:attrName>ppt_w</p:attrName>
                                        </p:attrNameLst>
                                      </p:cBhvr>
                                      <p:tavLst>
                                        <p:tav tm="0">
                                          <p:val>
                                            <p:fltVal val="0"/>
                                          </p:val>
                                        </p:tav>
                                        <p:tav tm="100000">
                                          <p:val>
                                            <p:strVal val="#ppt_w"/>
                                          </p:val>
                                        </p:tav>
                                      </p:tavLst>
                                    </p:anim>
                                    <p:anim calcmode="lin" valueType="num">
                                      <p:cBhvr>
                                        <p:cTn id="53" dur="500" fill="hold"/>
                                        <p:tgtEl>
                                          <p:spTgt spid="45"/>
                                        </p:tgtEl>
                                        <p:attrNameLst>
                                          <p:attrName>ppt_h</p:attrName>
                                        </p:attrNameLst>
                                      </p:cBhvr>
                                      <p:tavLst>
                                        <p:tav tm="0">
                                          <p:val>
                                            <p:fltVal val="0"/>
                                          </p:val>
                                        </p:tav>
                                        <p:tav tm="100000">
                                          <p:val>
                                            <p:strVal val="#ppt_h"/>
                                          </p:val>
                                        </p:tav>
                                      </p:tavLst>
                                    </p:anim>
                                    <p:animEffect transition="in" filter="fade">
                                      <p:cBhvr>
                                        <p:cTn id="54" dur="500"/>
                                        <p:tgtEl>
                                          <p:spTgt spid="45"/>
                                        </p:tgtEl>
                                      </p:cBhvr>
                                    </p:animEffect>
                                  </p:childTnLst>
                                </p:cTn>
                              </p:par>
                              <p:par>
                                <p:cTn id="55" presetID="53" presetClass="entr" presetSubtype="16" fill="hold" grpId="0" nodeType="withEffect">
                                  <p:stCondLst>
                                    <p:cond delay="2750"/>
                                  </p:stCondLst>
                                  <p:childTnLst>
                                    <p:set>
                                      <p:cBhvr>
                                        <p:cTn id="56" dur="1" fill="hold">
                                          <p:stCondLst>
                                            <p:cond delay="0"/>
                                          </p:stCondLst>
                                        </p:cTn>
                                        <p:tgtEl>
                                          <p:spTgt spid="44"/>
                                        </p:tgtEl>
                                        <p:attrNameLst>
                                          <p:attrName>style.visibility</p:attrName>
                                        </p:attrNameLst>
                                      </p:cBhvr>
                                      <p:to>
                                        <p:strVal val="visible"/>
                                      </p:to>
                                    </p:set>
                                    <p:anim calcmode="lin" valueType="num">
                                      <p:cBhvr>
                                        <p:cTn id="57" dur="500" fill="hold"/>
                                        <p:tgtEl>
                                          <p:spTgt spid="44"/>
                                        </p:tgtEl>
                                        <p:attrNameLst>
                                          <p:attrName>ppt_w</p:attrName>
                                        </p:attrNameLst>
                                      </p:cBhvr>
                                      <p:tavLst>
                                        <p:tav tm="0">
                                          <p:val>
                                            <p:fltVal val="0"/>
                                          </p:val>
                                        </p:tav>
                                        <p:tav tm="100000">
                                          <p:val>
                                            <p:strVal val="#ppt_w"/>
                                          </p:val>
                                        </p:tav>
                                      </p:tavLst>
                                    </p:anim>
                                    <p:anim calcmode="lin" valueType="num">
                                      <p:cBhvr>
                                        <p:cTn id="58" dur="500" fill="hold"/>
                                        <p:tgtEl>
                                          <p:spTgt spid="44"/>
                                        </p:tgtEl>
                                        <p:attrNameLst>
                                          <p:attrName>ppt_h</p:attrName>
                                        </p:attrNameLst>
                                      </p:cBhvr>
                                      <p:tavLst>
                                        <p:tav tm="0">
                                          <p:val>
                                            <p:fltVal val="0"/>
                                          </p:val>
                                        </p:tav>
                                        <p:tav tm="100000">
                                          <p:val>
                                            <p:strVal val="#ppt_h"/>
                                          </p:val>
                                        </p:tav>
                                      </p:tavLst>
                                    </p:anim>
                                    <p:animEffect transition="in" filter="fade">
                                      <p:cBhvr>
                                        <p:cTn id="59" dur="500"/>
                                        <p:tgtEl>
                                          <p:spTgt spid="44"/>
                                        </p:tgtEl>
                                      </p:cBhvr>
                                    </p:animEffect>
                                  </p:childTnLst>
                                </p:cTn>
                              </p:par>
                              <p:par>
                                <p:cTn id="60" presetID="53" presetClass="entr" presetSubtype="16" fill="hold" grpId="0" nodeType="withEffect">
                                  <p:stCondLst>
                                    <p:cond delay="3000"/>
                                  </p:stCondLst>
                                  <p:childTnLst>
                                    <p:set>
                                      <p:cBhvr>
                                        <p:cTn id="61" dur="1" fill="hold">
                                          <p:stCondLst>
                                            <p:cond delay="0"/>
                                          </p:stCondLst>
                                        </p:cTn>
                                        <p:tgtEl>
                                          <p:spTgt spid="43"/>
                                        </p:tgtEl>
                                        <p:attrNameLst>
                                          <p:attrName>style.visibility</p:attrName>
                                        </p:attrNameLst>
                                      </p:cBhvr>
                                      <p:to>
                                        <p:strVal val="visible"/>
                                      </p:to>
                                    </p:set>
                                    <p:anim calcmode="lin" valueType="num">
                                      <p:cBhvr>
                                        <p:cTn id="62" dur="500" fill="hold"/>
                                        <p:tgtEl>
                                          <p:spTgt spid="43"/>
                                        </p:tgtEl>
                                        <p:attrNameLst>
                                          <p:attrName>ppt_w</p:attrName>
                                        </p:attrNameLst>
                                      </p:cBhvr>
                                      <p:tavLst>
                                        <p:tav tm="0">
                                          <p:val>
                                            <p:fltVal val="0"/>
                                          </p:val>
                                        </p:tav>
                                        <p:tav tm="100000">
                                          <p:val>
                                            <p:strVal val="#ppt_w"/>
                                          </p:val>
                                        </p:tav>
                                      </p:tavLst>
                                    </p:anim>
                                    <p:anim calcmode="lin" valueType="num">
                                      <p:cBhvr>
                                        <p:cTn id="63" dur="500" fill="hold"/>
                                        <p:tgtEl>
                                          <p:spTgt spid="43"/>
                                        </p:tgtEl>
                                        <p:attrNameLst>
                                          <p:attrName>ppt_h</p:attrName>
                                        </p:attrNameLst>
                                      </p:cBhvr>
                                      <p:tavLst>
                                        <p:tav tm="0">
                                          <p:val>
                                            <p:fltVal val="0"/>
                                          </p:val>
                                        </p:tav>
                                        <p:tav tm="100000">
                                          <p:val>
                                            <p:strVal val="#ppt_h"/>
                                          </p:val>
                                        </p:tav>
                                      </p:tavLst>
                                    </p:anim>
                                    <p:animEffect transition="in" filter="fade">
                                      <p:cBhvr>
                                        <p:cTn id="64" dur="500"/>
                                        <p:tgtEl>
                                          <p:spTgt spid="43"/>
                                        </p:tgtEl>
                                      </p:cBhvr>
                                    </p:animEffect>
                                  </p:childTnLst>
                                </p:cTn>
                              </p:par>
                            </p:childTnLst>
                          </p:cTn>
                        </p:par>
                        <p:par>
                          <p:cTn id="65" fill="hold">
                            <p:stCondLst>
                              <p:cond delay="3500"/>
                            </p:stCondLst>
                            <p:childTnLst>
                              <p:par>
                                <p:cTn id="66" presetID="2" presetClass="entr" presetSubtype="4" fill="hold" nodeType="afterEffect">
                                  <p:stCondLst>
                                    <p:cond delay="0"/>
                                  </p:stCondLst>
                                  <p:childTnLst>
                                    <p:set>
                                      <p:cBhvr>
                                        <p:cTn id="67" dur="1" fill="hold">
                                          <p:stCondLst>
                                            <p:cond delay="0"/>
                                          </p:stCondLst>
                                        </p:cTn>
                                        <p:tgtEl>
                                          <p:spTgt spid="3"/>
                                        </p:tgtEl>
                                        <p:attrNameLst>
                                          <p:attrName>style.visibility</p:attrName>
                                        </p:attrNameLst>
                                      </p:cBhvr>
                                      <p:to>
                                        <p:strVal val="visible"/>
                                      </p:to>
                                    </p:set>
                                    <p:anim calcmode="lin" valueType="num">
                                      <p:cBhvr additive="base">
                                        <p:cTn id="68" dur="500" fill="hold"/>
                                        <p:tgtEl>
                                          <p:spTgt spid="3"/>
                                        </p:tgtEl>
                                        <p:attrNameLst>
                                          <p:attrName>ppt_x</p:attrName>
                                        </p:attrNameLst>
                                      </p:cBhvr>
                                      <p:tavLst>
                                        <p:tav tm="0">
                                          <p:val>
                                            <p:strVal val="#ppt_x"/>
                                          </p:val>
                                        </p:tav>
                                        <p:tav tm="100000">
                                          <p:val>
                                            <p:strVal val="#ppt_x"/>
                                          </p:val>
                                        </p:tav>
                                      </p:tavLst>
                                    </p:anim>
                                    <p:anim calcmode="lin" valueType="num">
                                      <p:cBhvr additive="base">
                                        <p:cTn id="69"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54"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1798199" y="305056"/>
            <a:ext cx="9508496" cy="1260368"/>
          </a:xfrm>
        </p:spPr>
        <p:txBody>
          <a:bodyPr>
            <a:normAutofit fontScale="90000"/>
          </a:bodyPr>
          <a:lstStyle/>
          <a:p>
            <a:pPr algn="r" rtl="1"/>
            <a:r>
              <a:rPr lang="ar-SA" sz="4400" b="1" u="sng" dirty="0"/>
              <a:t/>
            </a:r>
            <a:br>
              <a:rPr lang="ar-SA" sz="4400" b="1" u="sng" dirty="0"/>
            </a:br>
            <a:r>
              <a:rPr lang="ar-SA" sz="4400" b="1" u="sng" dirty="0"/>
              <a:t>3- </a:t>
            </a:r>
            <a:r>
              <a:rPr lang="ar-SA" sz="4400" b="1" u="sng" dirty="0" smtClean="0"/>
              <a:t>البيئات</a:t>
            </a:r>
            <a:r>
              <a:rPr lang="ar-SA" sz="4400" b="1" u="sng" dirty="0"/>
              <a:t> التعليمية </a:t>
            </a:r>
            <a:r>
              <a:rPr lang="ar-SA" sz="4400" b="1" u="sng" dirty="0" smtClean="0"/>
              <a:t>الافتراضية</a:t>
            </a:r>
            <a:r>
              <a:rPr lang="en-US" sz="4400" b="1" u="sng" dirty="0" smtClean="0"/>
              <a:t/>
            </a:r>
            <a:br>
              <a:rPr lang="en-US" sz="4400" b="1" u="sng" dirty="0" smtClean="0"/>
            </a:br>
            <a:r>
              <a:rPr lang="en-US" sz="4400" b="1" u="sng" dirty="0" smtClean="0"/>
              <a:t> </a:t>
            </a:r>
            <a:r>
              <a:rPr lang="ar-SA" sz="4400" b="1" u="sng" dirty="0" smtClean="0"/>
              <a:t> </a:t>
            </a:r>
            <a:r>
              <a:rPr lang="ar-SA" sz="4400" b="1" u="sng" dirty="0"/>
              <a:t> Virtual Educational Environments </a:t>
            </a:r>
            <a:endParaRPr lang="en-US" sz="4400" u="sng" dirty="0"/>
          </a:p>
        </p:txBody>
      </p:sp>
      <p:sp>
        <p:nvSpPr>
          <p:cNvPr id="3" name="Subtitle 2"/>
          <p:cNvSpPr>
            <a:spLocks noGrp="1"/>
          </p:cNvSpPr>
          <p:nvPr>
            <p:ph type="subTitle" idx="1"/>
          </p:nvPr>
        </p:nvSpPr>
        <p:spPr>
          <a:xfrm>
            <a:off x="4749306" y="3256199"/>
            <a:ext cx="6699743" cy="1639652"/>
          </a:xfrm>
        </p:spPr>
        <p:txBody>
          <a:bodyPr>
            <a:noAutofit/>
          </a:bodyPr>
          <a:lstStyle/>
          <a:p>
            <a:pPr rtl="1"/>
            <a:r>
              <a:rPr lang="ar-JO" sz="3200" b="1" dirty="0">
                <a:solidFill>
                  <a:schemeClr val="accent2">
                    <a:lumMod val="50000"/>
                  </a:schemeClr>
                </a:solidFill>
              </a:rPr>
              <a:t>دع الناس يتصورون أنهم في مكان ما، لا يوجدون فيه فعلاً، بل دعهم يعتقدون أنهم يفعلون أشياء وهم لا يفعلونها في الواقع</a:t>
            </a:r>
            <a:endParaRPr lang="en-US" sz="3200" b="1" dirty="0">
              <a:solidFill>
                <a:schemeClr val="accent2">
                  <a:lumMod val="50000"/>
                </a:schemeClr>
              </a:solidFill>
            </a:endParaRPr>
          </a:p>
        </p:txBody>
      </p:sp>
      <p:grpSp>
        <p:nvGrpSpPr>
          <p:cNvPr id="21" name="Group 20"/>
          <p:cNvGrpSpPr/>
          <p:nvPr/>
        </p:nvGrpSpPr>
        <p:grpSpPr>
          <a:xfrm>
            <a:off x="748048" y="1993081"/>
            <a:ext cx="3795057" cy="4829947"/>
            <a:chOff x="3048000" y="1057451"/>
            <a:chExt cx="2764278" cy="3809912"/>
          </a:xfrm>
        </p:grpSpPr>
        <p:sp>
          <p:nvSpPr>
            <p:cNvPr id="22" name="Freeform 5"/>
            <p:cNvSpPr>
              <a:spLocks/>
            </p:cNvSpPr>
            <p:nvPr/>
          </p:nvSpPr>
          <p:spPr bwMode="auto">
            <a:xfrm>
              <a:off x="3048000" y="1057451"/>
              <a:ext cx="2764278" cy="3019954"/>
            </a:xfrm>
            <a:custGeom>
              <a:avLst/>
              <a:gdLst/>
              <a:ahLst/>
              <a:cxnLst>
                <a:cxn ang="0">
                  <a:pos x="1472" y="548"/>
                </a:cxn>
                <a:cxn ang="0">
                  <a:pos x="959" y="57"/>
                </a:cxn>
                <a:cxn ang="0">
                  <a:pos x="107" y="395"/>
                </a:cxn>
                <a:cxn ang="0">
                  <a:pos x="127" y="1032"/>
                </a:cxn>
                <a:cxn ang="0">
                  <a:pos x="403" y="1683"/>
                </a:cxn>
                <a:cxn ang="0">
                  <a:pos x="1158" y="1912"/>
                </a:cxn>
                <a:cxn ang="0">
                  <a:pos x="1290" y="1706"/>
                </a:cxn>
                <a:cxn ang="0">
                  <a:pos x="1565" y="1597"/>
                </a:cxn>
                <a:cxn ang="0">
                  <a:pos x="1553" y="1507"/>
                </a:cxn>
                <a:cxn ang="0">
                  <a:pos x="1580" y="1393"/>
                </a:cxn>
                <a:cxn ang="0">
                  <a:pos x="1566" y="1341"/>
                </a:cxn>
                <a:cxn ang="0">
                  <a:pos x="1599" y="1302"/>
                </a:cxn>
                <a:cxn ang="0">
                  <a:pos x="1593" y="1176"/>
                </a:cxn>
                <a:cxn ang="0">
                  <a:pos x="1718" y="1037"/>
                </a:cxn>
                <a:cxn ang="0">
                  <a:pos x="1600" y="865"/>
                </a:cxn>
                <a:cxn ang="0">
                  <a:pos x="1522" y="767"/>
                </a:cxn>
                <a:cxn ang="0">
                  <a:pos x="1519" y="625"/>
                </a:cxn>
                <a:cxn ang="0">
                  <a:pos x="1472" y="548"/>
                </a:cxn>
              </a:cxnLst>
              <a:rect l="0" t="0" r="r" b="b"/>
              <a:pathLst>
                <a:path w="1749" h="1912">
                  <a:moveTo>
                    <a:pt x="1472" y="548"/>
                  </a:moveTo>
                  <a:cubicBezTo>
                    <a:pt x="1472" y="548"/>
                    <a:pt x="1359" y="115"/>
                    <a:pt x="959" y="57"/>
                  </a:cubicBezTo>
                  <a:cubicBezTo>
                    <a:pt x="558" y="0"/>
                    <a:pt x="213" y="94"/>
                    <a:pt x="107" y="395"/>
                  </a:cubicBezTo>
                  <a:cubicBezTo>
                    <a:pt x="0" y="696"/>
                    <a:pt x="33" y="916"/>
                    <a:pt x="127" y="1032"/>
                  </a:cubicBezTo>
                  <a:cubicBezTo>
                    <a:pt x="222" y="1148"/>
                    <a:pt x="424" y="1398"/>
                    <a:pt x="403" y="1683"/>
                  </a:cubicBezTo>
                  <a:cubicBezTo>
                    <a:pt x="1158" y="1912"/>
                    <a:pt x="1158" y="1912"/>
                    <a:pt x="1158" y="1912"/>
                  </a:cubicBezTo>
                  <a:cubicBezTo>
                    <a:pt x="1158" y="1912"/>
                    <a:pt x="1176" y="1701"/>
                    <a:pt x="1290" y="1706"/>
                  </a:cubicBezTo>
                  <a:cubicBezTo>
                    <a:pt x="1403" y="1710"/>
                    <a:pt x="1558" y="1738"/>
                    <a:pt x="1565" y="1597"/>
                  </a:cubicBezTo>
                  <a:cubicBezTo>
                    <a:pt x="1565" y="1597"/>
                    <a:pt x="1560" y="1529"/>
                    <a:pt x="1553" y="1507"/>
                  </a:cubicBezTo>
                  <a:cubicBezTo>
                    <a:pt x="1547" y="1485"/>
                    <a:pt x="1584" y="1418"/>
                    <a:pt x="1580" y="1393"/>
                  </a:cubicBezTo>
                  <a:cubicBezTo>
                    <a:pt x="1577" y="1369"/>
                    <a:pt x="1566" y="1341"/>
                    <a:pt x="1566" y="1341"/>
                  </a:cubicBezTo>
                  <a:cubicBezTo>
                    <a:pt x="1566" y="1341"/>
                    <a:pt x="1609" y="1324"/>
                    <a:pt x="1599" y="1302"/>
                  </a:cubicBezTo>
                  <a:cubicBezTo>
                    <a:pt x="1588" y="1280"/>
                    <a:pt x="1565" y="1203"/>
                    <a:pt x="1593" y="1176"/>
                  </a:cubicBezTo>
                  <a:cubicBezTo>
                    <a:pt x="1621" y="1148"/>
                    <a:pt x="1749" y="1112"/>
                    <a:pt x="1718" y="1037"/>
                  </a:cubicBezTo>
                  <a:cubicBezTo>
                    <a:pt x="1687" y="961"/>
                    <a:pt x="1636" y="890"/>
                    <a:pt x="1600" y="865"/>
                  </a:cubicBezTo>
                  <a:cubicBezTo>
                    <a:pt x="1600" y="865"/>
                    <a:pt x="1523" y="820"/>
                    <a:pt x="1522" y="767"/>
                  </a:cubicBezTo>
                  <a:cubicBezTo>
                    <a:pt x="1521" y="714"/>
                    <a:pt x="1540" y="657"/>
                    <a:pt x="1519" y="625"/>
                  </a:cubicBezTo>
                  <a:cubicBezTo>
                    <a:pt x="1498" y="592"/>
                    <a:pt x="1478" y="567"/>
                    <a:pt x="1472" y="548"/>
                  </a:cubicBezTo>
                  <a:close/>
                </a:path>
              </a:pathLst>
            </a:custGeom>
            <a:solidFill>
              <a:srgbClr val="9BBB59"/>
            </a:solid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3" name="Freeform 6"/>
            <p:cNvSpPr>
              <a:spLocks/>
            </p:cNvSpPr>
            <p:nvPr/>
          </p:nvSpPr>
          <p:spPr bwMode="auto">
            <a:xfrm>
              <a:off x="3432087" y="3685293"/>
              <a:ext cx="1719791" cy="1182070"/>
            </a:xfrm>
            <a:custGeom>
              <a:avLst/>
              <a:gdLst/>
              <a:ahLst/>
              <a:cxnLst>
                <a:cxn ang="0">
                  <a:pos x="128" y="9"/>
                </a:cxn>
                <a:cxn ang="0">
                  <a:pos x="1021" y="320"/>
                </a:cxn>
                <a:cxn ang="0">
                  <a:pos x="1077" y="727"/>
                </a:cxn>
                <a:cxn ang="0">
                  <a:pos x="602" y="523"/>
                </a:cxn>
                <a:cxn ang="0">
                  <a:pos x="90" y="313"/>
                </a:cxn>
                <a:cxn ang="0">
                  <a:pos x="9" y="46"/>
                </a:cxn>
                <a:cxn ang="0">
                  <a:pos x="128" y="9"/>
                </a:cxn>
              </a:cxnLst>
              <a:rect l="0" t="0" r="r" b="b"/>
              <a:pathLst>
                <a:path w="1088" h="748">
                  <a:moveTo>
                    <a:pt x="128" y="9"/>
                  </a:moveTo>
                  <a:cubicBezTo>
                    <a:pt x="128" y="9"/>
                    <a:pt x="1003" y="225"/>
                    <a:pt x="1021" y="320"/>
                  </a:cubicBezTo>
                  <a:cubicBezTo>
                    <a:pt x="1040" y="415"/>
                    <a:pt x="1065" y="706"/>
                    <a:pt x="1077" y="727"/>
                  </a:cubicBezTo>
                  <a:cubicBezTo>
                    <a:pt x="1088" y="748"/>
                    <a:pt x="681" y="577"/>
                    <a:pt x="602" y="523"/>
                  </a:cubicBezTo>
                  <a:cubicBezTo>
                    <a:pt x="523" y="470"/>
                    <a:pt x="128" y="313"/>
                    <a:pt x="90" y="313"/>
                  </a:cubicBezTo>
                  <a:cubicBezTo>
                    <a:pt x="53" y="313"/>
                    <a:pt x="19" y="83"/>
                    <a:pt x="9" y="46"/>
                  </a:cubicBezTo>
                  <a:cubicBezTo>
                    <a:pt x="0" y="9"/>
                    <a:pt x="95" y="0"/>
                    <a:pt x="128" y="9"/>
                  </a:cubicBezTo>
                  <a:close/>
                </a:path>
              </a:pathLst>
            </a:custGeom>
            <a:solidFill>
              <a:srgbClr val="95A5A6">
                <a:lumMod val="50000"/>
                <a:lumOff val="50000"/>
              </a:srgbClr>
            </a:solid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24" name="Group 83"/>
            <p:cNvGrpSpPr/>
            <p:nvPr/>
          </p:nvGrpSpPr>
          <p:grpSpPr>
            <a:xfrm>
              <a:off x="3209660" y="1219112"/>
              <a:ext cx="1957123" cy="1900943"/>
              <a:chOff x="3209660" y="1219112"/>
              <a:chExt cx="1957123" cy="1900943"/>
            </a:xfrm>
            <a:solidFill>
              <a:sysClr val="window" lastClr="FFFFFF">
                <a:lumMod val="95000"/>
              </a:sysClr>
            </a:solidFill>
          </p:grpSpPr>
          <p:sp>
            <p:nvSpPr>
              <p:cNvPr id="25" name="Freeform 24"/>
              <p:cNvSpPr>
                <a:spLocks noEditPoints="1"/>
              </p:cNvSpPr>
              <p:nvPr/>
            </p:nvSpPr>
            <p:spPr bwMode="auto">
              <a:xfrm>
                <a:off x="4029428" y="1751101"/>
                <a:ext cx="440267" cy="465490"/>
              </a:xfrm>
              <a:custGeom>
                <a:avLst/>
                <a:gdLst/>
                <a:ahLst/>
                <a:cxnLst>
                  <a:cxn ang="0">
                    <a:pos x="277" y="97"/>
                  </a:cxn>
                  <a:cxn ang="0">
                    <a:pos x="264" y="70"/>
                  </a:cxn>
                  <a:cxn ang="0">
                    <a:pos x="253" y="70"/>
                  </a:cxn>
                  <a:cxn ang="0">
                    <a:pos x="214" y="86"/>
                  </a:cxn>
                  <a:cxn ang="0">
                    <a:pos x="168" y="55"/>
                  </a:cxn>
                  <a:cxn ang="0">
                    <a:pos x="168" y="13"/>
                  </a:cxn>
                  <a:cxn ang="0">
                    <a:pos x="164" y="2"/>
                  </a:cxn>
                  <a:cxn ang="0">
                    <a:pos x="135" y="0"/>
                  </a:cxn>
                  <a:cxn ang="0">
                    <a:pos x="129" y="10"/>
                  </a:cxn>
                  <a:cxn ang="0">
                    <a:pos x="124" y="52"/>
                  </a:cxn>
                  <a:cxn ang="0">
                    <a:pos x="74" y="76"/>
                  </a:cxn>
                  <a:cxn ang="0">
                    <a:pos x="37" y="55"/>
                  </a:cxn>
                  <a:cxn ang="0">
                    <a:pos x="26" y="53"/>
                  </a:cxn>
                  <a:cxn ang="0">
                    <a:pos x="10" y="78"/>
                  </a:cxn>
                  <a:cxn ang="0">
                    <a:pos x="16" y="87"/>
                  </a:cxn>
                  <a:cxn ang="0">
                    <a:pos x="49" y="113"/>
                  </a:cxn>
                  <a:cxn ang="0">
                    <a:pos x="43" y="140"/>
                  </a:cxn>
                  <a:cxn ang="0">
                    <a:pos x="45" y="168"/>
                  </a:cxn>
                  <a:cxn ang="0">
                    <a:pos x="8" y="189"/>
                  </a:cxn>
                  <a:cxn ang="0">
                    <a:pos x="1" y="198"/>
                  </a:cxn>
                  <a:cxn ang="0">
                    <a:pos x="14" y="225"/>
                  </a:cxn>
                  <a:cxn ang="0">
                    <a:pos x="25" y="224"/>
                  </a:cxn>
                  <a:cxn ang="0">
                    <a:pos x="64" y="208"/>
                  </a:cxn>
                  <a:cxn ang="0">
                    <a:pos x="110" y="239"/>
                  </a:cxn>
                  <a:cxn ang="0">
                    <a:pos x="110" y="282"/>
                  </a:cxn>
                  <a:cxn ang="0">
                    <a:pos x="114" y="292"/>
                  </a:cxn>
                  <a:cxn ang="0">
                    <a:pos x="143" y="294"/>
                  </a:cxn>
                  <a:cxn ang="0">
                    <a:pos x="149" y="284"/>
                  </a:cxn>
                  <a:cxn ang="0">
                    <a:pos x="154" y="243"/>
                  </a:cxn>
                  <a:cxn ang="0">
                    <a:pos x="205" y="218"/>
                  </a:cxn>
                  <a:cxn ang="0">
                    <a:pos x="241" y="240"/>
                  </a:cxn>
                  <a:cxn ang="0">
                    <a:pos x="252" y="242"/>
                  </a:cxn>
                  <a:cxn ang="0">
                    <a:pos x="269" y="217"/>
                  </a:cxn>
                  <a:cxn ang="0">
                    <a:pos x="263" y="207"/>
                  </a:cxn>
                  <a:cxn ang="0">
                    <a:pos x="229" y="182"/>
                  </a:cxn>
                  <a:cxn ang="0">
                    <a:pos x="235" y="154"/>
                  </a:cxn>
                  <a:cxn ang="0">
                    <a:pos x="233" y="126"/>
                  </a:cxn>
                  <a:cxn ang="0">
                    <a:pos x="270" y="105"/>
                  </a:cxn>
                  <a:cxn ang="0">
                    <a:pos x="277" y="97"/>
                  </a:cxn>
                  <a:cxn ang="0">
                    <a:pos x="139" y="222"/>
                  </a:cxn>
                  <a:cxn ang="0">
                    <a:pos x="65" y="147"/>
                  </a:cxn>
                  <a:cxn ang="0">
                    <a:pos x="139" y="73"/>
                  </a:cxn>
                  <a:cxn ang="0">
                    <a:pos x="214" y="147"/>
                  </a:cxn>
                  <a:cxn ang="0">
                    <a:pos x="139" y="222"/>
                  </a:cxn>
                </a:cxnLst>
                <a:rect l="0" t="0" r="r" b="b"/>
                <a:pathLst>
                  <a:path w="278" h="295">
                    <a:moveTo>
                      <a:pt x="277" y="97"/>
                    </a:moveTo>
                    <a:cubicBezTo>
                      <a:pt x="264" y="70"/>
                      <a:pt x="264" y="70"/>
                      <a:pt x="264" y="70"/>
                    </a:cubicBezTo>
                    <a:cubicBezTo>
                      <a:pt x="263" y="68"/>
                      <a:pt x="258" y="68"/>
                      <a:pt x="253" y="70"/>
                    </a:cubicBezTo>
                    <a:cubicBezTo>
                      <a:pt x="214" y="86"/>
                      <a:pt x="214" y="86"/>
                      <a:pt x="214" y="86"/>
                    </a:cubicBezTo>
                    <a:cubicBezTo>
                      <a:pt x="202" y="72"/>
                      <a:pt x="186" y="61"/>
                      <a:pt x="168" y="55"/>
                    </a:cubicBezTo>
                    <a:cubicBezTo>
                      <a:pt x="168" y="13"/>
                      <a:pt x="168" y="13"/>
                      <a:pt x="168" y="13"/>
                    </a:cubicBezTo>
                    <a:cubicBezTo>
                      <a:pt x="168" y="8"/>
                      <a:pt x="167" y="3"/>
                      <a:pt x="164" y="2"/>
                    </a:cubicBezTo>
                    <a:cubicBezTo>
                      <a:pt x="135" y="0"/>
                      <a:pt x="135" y="0"/>
                      <a:pt x="135" y="0"/>
                    </a:cubicBezTo>
                    <a:cubicBezTo>
                      <a:pt x="133" y="0"/>
                      <a:pt x="130" y="5"/>
                      <a:pt x="129" y="10"/>
                    </a:cubicBezTo>
                    <a:cubicBezTo>
                      <a:pt x="124" y="52"/>
                      <a:pt x="124" y="52"/>
                      <a:pt x="124" y="52"/>
                    </a:cubicBezTo>
                    <a:cubicBezTo>
                      <a:pt x="105" y="55"/>
                      <a:pt x="87" y="64"/>
                      <a:pt x="74" y="76"/>
                    </a:cubicBezTo>
                    <a:cubicBezTo>
                      <a:pt x="37" y="55"/>
                      <a:pt x="37" y="55"/>
                      <a:pt x="37" y="55"/>
                    </a:cubicBezTo>
                    <a:cubicBezTo>
                      <a:pt x="33" y="52"/>
                      <a:pt x="28" y="51"/>
                      <a:pt x="26" y="53"/>
                    </a:cubicBezTo>
                    <a:cubicBezTo>
                      <a:pt x="10" y="78"/>
                      <a:pt x="10" y="78"/>
                      <a:pt x="10" y="78"/>
                    </a:cubicBezTo>
                    <a:cubicBezTo>
                      <a:pt x="8" y="79"/>
                      <a:pt x="11" y="84"/>
                      <a:pt x="16" y="87"/>
                    </a:cubicBezTo>
                    <a:cubicBezTo>
                      <a:pt x="49" y="113"/>
                      <a:pt x="49" y="113"/>
                      <a:pt x="49" y="113"/>
                    </a:cubicBezTo>
                    <a:cubicBezTo>
                      <a:pt x="46" y="121"/>
                      <a:pt x="44" y="131"/>
                      <a:pt x="43" y="140"/>
                    </a:cubicBezTo>
                    <a:cubicBezTo>
                      <a:pt x="42" y="150"/>
                      <a:pt x="43" y="159"/>
                      <a:pt x="45" y="168"/>
                    </a:cubicBezTo>
                    <a:cubicBezTo>
                      <a:pt x="8" y="189"/>
                      <a:pt x="8" y="189"/>
                      <a:pt x="8" y="189"/>
                    </a:cubicBezTo>
                    <a:cubicBezTo>
                      <a:pt x="3" y="192"/>
                      <a:pt x="0" y="196"/>
                      <a:pt x="1" y="198"/>
                    </a:cubicBezTo>
                    <a:cubicBezTo>
                      <a:pt x="14" y="225"/>
                      <a:pt x="14" y="225"/>
                      <a:pt x="14" y="225"/>
                    </a:cubicBezTo>
                    <a:cubicBezTo>
                      <a:pt x="15" y="227"/>
                      <a:pt x="20" y="226"/>
                      <a:pt x="25" y="224"/>
                    </a:cubicBezTo>
                    <a:cubicBezTo>
                      <a:pt x="64" y="208"/>
                      <a:pt x="64" y="208"/>
                      <a:pt x="64" y="208"/>
                    </a:cubicBezTo>
                    <a:cubicBezTo>
                      <a:pt x="76" y="223"/>
                      <a:pt x="92" y="234"/>
                      <a:pt x="110" y="239"/>
                    </a:cubicBezTo>
                    <a:cubicBezTo>
                      <a:pt x="110" y="282"/>
                      <a:pt x="110" y="282"/>
                      <a:pt x="110" y="282"/>
                    </a:cubicBezTo>
                    <a:cubicBezTo>
                      <a:pt x="110" y="287"/>
                      <a:pt x="112" y="292"/>
                      <a:pt x="114" y="292"/>
                    </a:cubicBezTo>
                    <a:cubicBezTo>
                      <a:pt x="143" y="294"/>
                      <a:pt x="143" y="294"/>
                      <a:pt x="143" y="294"/>
                    </a:cubicBezTo>
                    <a:cubicBezTo>
                      <a:pt x="146" y="295"/>
                      <a:pt x="148" y="290"/>
                      <a:pt x="149" y="284"/>
                    </a:cubicBezTo>
                    <a:cubicBezTo>
                      <a:pt x="154" y="243"/>
                      <a:pt x="154" y="243"/>
                      <a:pt x="154" y="243"/>
                    </a:cubicBezTo>
                    <a:cubicBezTo>
                      <a:pt x="173" y="240"/>
                      <a:pt x="191" y="231"/>
                      <a:pt x="205" y="218"/>
                    </a:cubicBezTo>
                    <a:cubicBezTo>
                      <a:pt x="241" y="240"/>
                      <a:pt x="241" y="240"/>
                      <a:pt x="241" y="240"/>
                    </a:cubicBezTo>
                    <a:cubicBezTo>
                      <a:pt x="246" y="243"/>
                      <a:pt x="251" y="243"/>
                      <a:pt x="252" y="242"/>
                    </a:cubicBezTo>
                    <a:cubicBezTo>
                      <a:pt x="269" y="217"/>
                      <a:pt x="269" y="217"/>
                      <a:pt x="269" y="217"/>
                    </a:cubicBezTo>
                    <a:cubicBezTo>
                      <a:pt x="270" y="215"/>
                      <a:pt x="267" y="211"/>
                      <a:pt x="263" y="207"/>
                    </a:cubicBezTo>
                    <a:cubicBezTo>
                      <a:pt x="229" y="182"/>
                      <a:pt x="229" y="182"/>
                      <a:pt x="229" y="182"/>
                    </a:cubicBezTo>
                    <a:cubicBezTo>
                      <a:pt x="233" y="173"/>
                      <a:pt x="235" y="164"/>
                      <a:pt x="235" y="154"/>
                    </a:cubicBezTo>
                    <a:cubicBezTo>
                      <a:pt x="236" y="145"/>
                      <a:pt x="235" y="135"/>
                      <a:pt x="233" y="126"/>
                    </a:cubicBezTo>
                    <a:cubicBezTo>
                      <a:pt x="270" y="105"/>
                      <a:pt x="270" y="105"/>
                      <a:pt x="270" y="105"/>
                    </a:cubicBezTo>
                    <a:cubicBezTo>
                      <a:pt x="275" y="103"/>
                      <a:pt x="278" y="99"/>
                      <a:pt x="277" y="97"/>
                    </a:cubicBezTo>
                    <a:close/>
                    <a:moveTo>
                      <a:pt x="139" y="222"/>
                    </a:moveTo>
                    <a:cubicBezTo>
                      <a:pt x="98" y="222"/>
                      <a:pt x="65" y="189"/>
                      <a:pt x="65" y="147"/>
                    </a:cubicBezTo>
                    <a:cubicBezTo>
                      <a:pt x="65" y="106"/>
                      <a:pt x="98" y="73"/>
                      <a:pt x="139" y="73"/>
                    </a:cubicBezTo>
                    <a:cubicBezTo>
                      <a:pt x="180" y="73"/>
                      <a:pt x="214" y="106"/>
                      <a:pt x="214" y="147"/>
                    </a:cubicBezTo>
                    <a:cubicBezTo>
                      <a:pt x="214" y="189"/>
                      <a:pt x="180" y="222"/>
                      <a:pt x="139" y="22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6" name="Freeform 25"/>
              <p:cNvSpPr>
                <a:spLocks noEditPoints="1"/>
              </p:cNvSpPr>
              <p:nvPr/>
            </p:nvSpPr>
            <p:spPr bwMode="auto">
              <a:xfrm>
                <a:off x="4139494" y="1872633"/>
                <a:ext cx="221280" cy="222426"/>
              </a:xfrm>
              <a:custGeom>
                <a:avLst/>
                <a:gdLst/>
                <a:ahLst/>
                <a:cxnLst>
                  <a:cxn ang="0">
                    <a:pos x="70" y="0"/>
                  </a:cxn>
                  <a:cxn ang="0">
                    <a:pos x="0" y="70"/>
                  </a:cxn>
                  <a:cxn ang="0">
                    <a:pos x="70" y="141"/>
                  </a:cxn>
                  <a:cxn ang="0">
                    <a:pos x="140" y="70"/>
                  </a:cxn>
                  <a:cxn ang="0">
                    <a:pos x="70" y="0"/>
                  </a:cxn>
                  <a:cxn ang="0">
                    <a:pos x="94" y="31"/>
                  </a:cxn>
                  <a:cxn ang="0">
                    <a:pos x="109" y="31"/>
                  </a:cxn>
                  <a:cxn ang="0">
                    <a:pos x="109" y="46"/>
                  </a:cxn>
                  <a:cxn ang="0">
                    <a:pos x="94" y="46"/>
                  </a:cxn>
                  <a:cxn ang="0">
                    <a:pos x="94" y="31"/>
                  </a:cxn>
                  <a:cxn ang="0">
                    <a:pos x="70" y="15"/>
                  </a:cxn>
                  <a:cxn ang="0">
                    <a:pos x="80" y="26"/>
                  </a:cxn>
                  <a:cxn ang="0">
                    <a:pos x="70" y="36"/>
                  </a:cxn>
                  <a:cxn ang="0">
                    <a:pos x="60" y="26"/>
                  </a:cxn>
                  <a:cxn ang="0">
                    <a:pos x="70" y="15"/>
                  </a:cxn>
                  <a:cxn ang="0">
                    <a:pos x="31" y="31"/>
                  </a:cxn>
                  <a:cxn ang="0">
                    <a:pos x="46" y="31"/>
                  </a:cxn>
                  <a:cxn ang="0">
                    <a:pos x="46" y="46"/>
                  </a:cxn>
                  <a:cxn ang="0">
                    <a:pos x="31" y="46"/>
                  </a:cxn>
                  <a:cxn ang="0">
                    <a:pos x="31" y="31"/>
                  </a:cxn>
                  <a:cxn ang="0">
                    <a:pos x="15" y="70"/>
                  </a:cxn>
                  <a:cxn ang="0">
                    <a:pos x="25" y="60"/>
                  </a:cxn>
                  <a:cxn ang="0">
                    <a:pos x="36" y="70"/>
                  </a:cxn>
                  <a:cxn ang="0">
                    <a:pos x="25" y="81"/>
                  </a:cxn>
                  <a:cxn ang="0">
                    <a:pos x="15" y="70"/>
                  </a:cxn>
                  <a:cxn ang="0">
                    <a:pos x="46" y="109"/>
                  </a:cxn>
                  <a:cxn ang="0">
                    <a:pos x="31" y="109"/>
                  </a:cxn>
                  <a:cxn ang="0">
                    <a:pos x="31" y="95"/>
                  </a:cxn>
                  <a:cxn ang="0">
                    <a:pos x="46" y="95"/>
                  </a:cxn>
                  <a:cxn ang="0">
                    <a:pos x="46" y="109"/>
                  </a:cxn>
                  <a:cxn ang="0">
                    <a:pos x="70" y="125"/>
                  </a:cxn>
                  <a:cxn ang="0">
                    <a:pos x="60" y="115"/>
                  </a:cxn>
                  <a:cxn ang="0">
                    <a:pos x="70" y="105"/>
                  </a:cxn>
                  <a:cxn ang="0">
                    <a:pos x="80" y="115"/>
                  </a:cxn>
                  <a:cxn ang="0">
                    <a:pos x="70" y="125"/>
                  </a:cxn>
                  <a:cxn ang="0">
                    <a:pos x="70" y="97"/>
                  </a:cxn>
                  <a:cxn ang="0">
                    <a:pos x="44" y="70"/>
                  </a:cxn>
                  <a:cxn ang="0">
                    <a:pos x="70" y="44"/>
                  </a:cxn>
                  <a:cxn ang="0">
                    <a:pos x="96" y="70"/>
                  </a:cxn>
                  <a:cxn ang="0">
                    <a:pos x="70" y="97"/>
                  </a:cxn>
                  <a:cxn ang="0">
                    <a:pos x="109" y="109"/>
                  </a:cxn>
                  <a:cxn ang="0">
                    <a:pos x="94" y="109"/>
                  </a:cxn>
                  <a:cxn ang="0">
                    <a:pos x="94" y="95"/>
                  </a:cxn>
                  <a:cxn ang="0">
                    <a:pos x="109" y="95"/>
                  </a:cxn>
                  <a:cxn ang="0">
                    <a:pos x="109" y="109"/>
                  </a:cxn>
                  <a:cxn ang="0">
                    <a:pos x="115" y="81"/>
                  </a:cxn>
                  <a:cxn ang="0">
                    <a:pos x="104" y="70"/>
                  </a:cxn>
                  <a:cxn ang="0">
                    <a:pos x="115" y="60"/>
                  </a:cxn>
                  <a:cxn ang="0">
                    <a:pos x="125" y="70"/>
                  </a:cxn>
                  <a:cxn ang="0">
                    <a:pos x="115" y="81"/>
                  </a:cxn>
                </a:cxnLst>
                <a:rect l="0" t="0" r="r" b="b"/>
                <a:pathLst>
                  <a:path w="140" h="141">
                    <a:moveTo>
                      <a:pt x="70" y="0"/>
                    </a:moveTo>
                    <a:cubicBezTo>
                      <a:pt x="31" y="0"/>
                      <a:pt x="0" y="32"/>
                      <a:pt x="0" y="70"/>
                    </a:cubicBezTo>
                    <a:cubicBezTo>
                      <a:pt x="0" y="109"/>
                      <a:pt x="31" y="141"/>
                      <a:pt x="70" y="141"/>
                    </a:cubicBezTo>
                    <a:cubicBezTo>
                      <a:pt x="109" y="141"/>
                      <a:pt x="140" y="109"/>
                      <a:pt x="140" y="70"/>
                    </a:cubicBezTo>
                    <a:cubicBezTo>
                      <a:pt x="140" y="32"/>
                      <a:pt x="109" y="0"/>
                      <a:pt x="70" y="0"/>
                    </a:cubicBezTo>
                    <a:close/>
                    <a:moveTo>
                      <a:pt x="94" y="31"/>
                    </a:moveTo>
                    <a:cubicBezTo>
                      <a:pt x="98" y="27"/>
                      <a:pt x="105" y="27"/>
                      <a:pt x="109" y="31"/>
                    </a:cubicBezTo>
                    <a:cubicBezTo>
                      <a:pt x="113" y="36"/>
                      <a:pt x="113" y="42"/>
                      <a:pt x="109" y="46"/>
                    </a:cubicBezTo>
                    <a:cubicBezTo>
                      <a:pt x="105" y="50"/>
                      <a:pt x="98" y="50"/>
                      <a:pt x="94" y="46"/>
                    </a:cubicBezTo>
                    <a:cubicBezTo>
                      <a:pt x="90" y="42"/>
                      <a:pt x="90" y="36"/>
                      <a:pt x="94" y="31"/>
                    </a:cubicBezTo>
                    <a:close/>
                    <a:moveTo>
                      <a:pt x="70" y="15"/>
                    </a:moveTo>
                    <a:cubicBezTo>
                      <a:pt x="76" y="15"/>
                      <a:pt x="80" y="20"/>
                      <a:pt x="80" y="26"/>
                    </a:cubicBezTo>
                    <a:cubicBezTo>
                      <a:pt x="80" y="31"/>
                      <a:pt x="76" y="36"/>
                      <a:pt x="70" y="36"/>
                    </a:cubicBezTo>
                    <a:cubicBezTo>
                      <a:pt x="64" y="36"/>
                      <a:pt x="60" y="31"/>
                      <a:pt x="60" y="26"/>
                    </a:cubicBezTo>
                    <a:cubicBezTo>
                      <a:pt x="60" y="20"/>
                      <a:pt x="64" y="15"/>
                      <a:pt x="70" y="15"/>
                    </a:cubicBezTo>
                    <a:close/>
                    <a:moveTo>
                      <a:pt x="31" y="31"/>
                    </a:moveTo>
                    <a:cubicBezTo>
                      <a:pt x="35" y="27"/>
                      <a:pt x="42" y="27"/>
                      <a:pt x="46" y="31"/>
                    </a:cubicBezTo>
                    <a:cubicBezTo>
                      <a:pt x="50" y="36"/>
                      <a:pt x="50" y="42"/>
                      <a:pt x="46" y="46"/>
                    </a:cubicBezTo>
                    <a:cubicBezTo>
                      <a:pt x="42" y="50"/>
                      <a:pt x="35" y="50"/>
                      <a:pt x="31" y="46"/>
                    </a:cubicBezTo>
                    <a:cubicBezTo>
                      <a:pt x="27" y="42"/>
                      <a:pt x="27" y="36"/>
                      <a:pt x="31" y="31"/>
                    </a:cubicBezTo>
                    <a:close/>
                    <a:moveTo>
                      <a:pt x="15" y="70"/>
                    </a:moveTo>
                    <a:cubicBezTo>
                      <a:pt x="15" y="65"/>
                      <a:pt x="20" y="60"/>
                      <a:pt x="25" y="60"/>
                    </a:cubicBezTo>
                    <a:cubicBezTo>
                      <a:pt x="31" y="60"/>
                      <a:pt x="36" y="65"/>
                      <a:pt x="36" y="70"/>
                    </a:cubicBezTo>
                    <a:cubicBezTo>
                      <a:pt x="36" y="76"/>
                      <a:pt x="31" y="81"/>
                      <a:pt x="25" y="81"/>
                    </a:cubicBezTo>
                    <a:cubicBezTo>
                      <a:pt x="20" y="81"/>
                      <a:pt x="15" y="76"/>
                      <a:pt x="15" y="70"/>
                    </a:cubicBezTo>
                    <a:close/>
                    <a:moveTo>
                      <a:pt x="46" y="109"/>
                    </a:moveTo>
                    <a:cubicBezTo>
                      <a:pt x="42" y="113"/>
                      <a:pt x="35" y="113"/>
                      <a:pt x="31" y="109"/>
                    </a:cubicBezTo>
                    <a:cubicBezTo>
                      <a:pt x="27" y="105"/>
                      <a:pt x="27" y="99"/>
                      <a:pt x="31" y="95"/>
                    </a:cubicBezTo>
                    <a:cubicBezTo>
                      <a:pt x="35" y="91"/>
                      <a:pt x="42" y="91"/>
                      <a:pt x="46" y="95"/>
                    </a:cubicBezTo>
                    <a:cubicBezTo>
                      <a:pt x="50" y="99"/>
                      <a:pt x="50" y="105"/>
                      <a:pt x="46" y="109"/>
                    </a:cubicBezTo>
                    <a:close/>
                    <a:moveTo>
                      <a:pt x="70" y="125"/>
                    </a:moveTo>
                    <a:cubicBezTo>
                      <a:pt x="64" y="125"/>
                      <a:pt x="60" y="121"/>
                      <a:pt x="60" y="115"/>
                    </a:cubicBezTo>
                    <a:cubicBezTo>
                      <a:pt x="60" y="109"/>
                      <a:pt x="64" y="105"/>
                      <a:pt x="70" y="105"/>
                    </a:cubicBezTo>
                    <a:cubicBezTo>
                      <a:pt x="76" y="105"/>
                      <a:pt x="80" y="109"/>
                      <a:pt x="80" y="115"/>
                    </a:cubicBezTo>
                    <a:cubicBezTo>
                      <a:pt x="80" y="121"/>
                      <a:pt x="76" y="125"/>
                      <a:pt x="70" y="125"/>
                    </a:cubicBezTo>
                    <a:close/>
                    <a:moveTo>
                      <a:pt x="70" y="97"/>
                    </a:moveTo>
                    <a:cubicBezTo>
                      <a:pt x="56" y="97"/>
                      <a:pt x="44" y="85"/>
                      <a:pt x="44" y="70"/>
                    </a:cubicBezTo>
                    <a:cubicBezTo>
                      <a:pt x="44" y="56"/>
                      <a:pt x="56" y="44"/>
                      <a:pt x="70" y="44"/>
                    </a:cubicBezTo>
                    <a:cubicBezTo>
                      <a:pt x="85" y="44"/>
                      <a:pt x="96" y="56"/>
                      <a:pt x="96" y="70"/>
                    </a:cubicBezTo>
                    <a:cubicBezTo>
                      <a:pt x="96" y="85"/>
                      <a:pt x="85" y="97"/>
                      <a:pt x="70" y="97"/>
                    </a:cubicBezTo>
                    <a:close/>
                    <a:moveTo>
                      <a:pt x="109" y="109"/>
                    </a:moveTo>
                    <a:cubicBezTo>
                      <a:pt x="105" y="113"/>
                      <a:pt x="98" y="113"/>
                      <a:pt x="94" y="109"/>
                    </a:cubicBezTo>
                    <a:cubicBezTo>
                      <a:pt x="90" y="105"/>
                      <a:pt x="90" y="99"/>
                      <a:pt x="94" y="95"/>
                    </a:cubicBezTo>
                    <a:cubicBezTo>
                      <a:pt x="98" y="91"/>
                      <a:pt x="105" y="91"/>
                      <a:pt x="109" y="95"/>
                    </a:cubicBezTo>
                    <a:cubicBezTo>
                      <a:pt x="113" y="99"/>
                      <a:pt x="113" y="105"/>
                      <a:pt x="109" y="109"/>
                    </a:cubicBezTo>
                    <a:close/>
                    <a:moveTo>
                      <a:pt x="115" y="81"/>
                    </a:moveTo>
                    <a:cubicBezTo>
                      <a:pt x="109" y="81"/>
                      <a:pt x="104" y="76"/>
                      <a:pt x="104" y="70"/>
                    </a:cubicBezTo>
                    <a:cubicBezTo>
                      <a:pt x="104" y="65"/>
                      <a:pt x="109" y="60"/>
                      <a:pt x="115" y="60"/>
                    </a:cubicBezTo>
                    <a:cubicBezTo>
                      <a:pt x="120" y="60"/>
                      <a:pt x="125" y="65"/>
                      <a:pt x="125" y="70"/>
                    </a:cubicBezTo>
                    <a:cubicBezTo>
                      <a:pt x="125" y="76"/>
                      <a:pt x="120" y="81"/>
                      <a:pt x="115" y="8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7" name="Oval 26"/>
              <p:cNvSpPr>
                <a:spLocks noChangeArrowheads="1"/>
              </p:cNvSpPr>
              <p:nvPr/>
            </p:nvSpPr>
            <p:spPr bwMode="auto">
              <a:xfrm>
                <a:off x="4224337" y="1959769"/>
                <a:ext cx="50447" cy="48154"/>
              </a:xfrm>
              <a:prstGeom prst="ellipse">
                <a:avLst/>
              </a:pr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8" name="Freeform 27"/>
              <p:cNvSpPr>
                <a:spLocks noEditPoints="1"/>
              </p:cNvSpPr>
              <p:nvPr/>
            </p:nvSpPr>
            <p:spPr bwMode="auto">
              <a:xfrm>
                <a:off x="3843690" y="2655711"/>
                <a:ext cx="465490" cy="464344"/>
              </a:xfrm>
              <a:custGeom>
                <a:avLst/>
                <a:gdLst/>
                <a:ahLst/>
                <a:cxnLst>
                  <a:cxn ang="0">
                    <a:pos x="283" y="89"/>
                  </a:cxn>
                  <a:cxn ang="0">
                    <a:pos x="261" y="91"/>
                  </a:cxn>
                  <a:cxn ang="0">
                    <a:pos x="252" y="47"/>
                  </a:cxn>
                  <a:cxn ang="0">
                    <a:pos x="237" y="30"/>
                  </a:cxn>
                  <a:cxn ang="0">
                    <a:pos x="218" y="42"/>
                  </a:cxn>
                  <a:cxn ang="0">
                    <a:pos x="200" y="12"/>
                  </a:cxn>
                  <a:cxn ang="0">
                    <a:pos x="179" y="3"/>
                  </a:cxn>
                  <a:cxn ang="0">
                    <a:pos x="167" y="22"/>
                  </a:cxn>
                  <a:cxn ang="0">
                    <a:pos x="137" y="3"/>
                  </a:cxn>
                  <a:cxn ang="0">
                    <a:pos x="114" y="4"/>
                  </a:cxn>
                  <a:cxn ang="0">
                    <a:pos x="112" y="26"/>
                  </a:cxn>
                  <a:cxn ang="0">
                    <a:pos x="77" y="21"/>
                  </a:cxn>
                  <a:cxn ang="0">
                    <a:pos x="57" y="31"/>
                  </a:cxn>
                  <a:cxn ang="0">
                    <a:pos x="64" y="52"/>
                  </a:cxn>
                  <a:cxn ang="0">
                    <a:pos x="30" y="63"/>
                  </a:cxn>
                  <a:cxn ang="0">
                    <a:pos x="16" y="80"/>
                  </a:cxn>
                  <a:cxn ang="0">
                    <a:pos x="32" y="96"/>
                  </a:cxn>
                  <a:cxn ang="0">
                    <a:pos x="5" y="120"/>
                  </a:cxn>
                  <a:cxn ang="0">
                    <a:pos x="0" y="142"/>
                  </a:cxn>
                  <a:cxn ang="0">
                    <a:pos x="21" y="150"/>
                  </a:cxn>
                  <a:cxn ang="0">
                    <a:pos x="24" y="174"/>
                  </a:cxn>
                  <a:cxn ang="0">
                    <a:pos x="6" y="187"/>
                  </a:cxn>
                  <a:cxn ang="0">
                    <a:pos x="16" y="207"/>
                  </a:cxn>
                  <a:cxn ang="0">
                    <a:pos x="54" y="232"/>
                  </a:cxn>
                  <a:cxn ang="0">
                    <a:pos x="44" y="252"/>
                  </a:cxn>
                  <a:cxn ang="0">
                    <a:pos x="63" y="265"/>
                  </a:cxn>
                  <a:cxn ang="0">
                    <a:pos x="98" y="264"/>
                  </a:cxn>
                  <a:cxn ang="0">
                    <a:pos x="98" y="286"/>
                  </a:cxn>
                  <a:cxn ang="0">
                    <a:pos x="120" y="290"/>
                  </a:cxn>
                  <a:cxn ang="0">
                    <a:pos x="153" y="274"/>
                  </a:cxn>
                  <a:cxn ang="0">
                    <a:pos x="162" y="294"/>
                  </a:cxn>
                  <a:cxn ang="0">
                    <a:pos x="184" y="288"/>
                  </a:cxn>
                  <a:cxn ang="0">
                    <a:pos x="206" y="260"/>
                  </a:cxn>
                  <a:cxn ang="0">
                    <a:pos x="223" y="274"/>
                  </a:cxn>
                  <a:cxn ang="0">
                    <a:pos x="240" y="259"/>
                  </a:cxn>
                  <a:cxn ang="0">
                    <a:pos x="248" y="225"/>
                  </a:cxn>
                  <a:cxn ang="0">
                    <a:pos x="269" y="230"/>
                  </a:cxn>
                  <a:cxn ang="0">
                    <a:pos x="278" y="210"/>
                  </a:cxn>
                  <a:cxn ang="0">
                    <a:pos x="271" y="175"/>
                  </a:cxn>
                  <a:cxn ang="0">
                    <a:pos x="293" y="171"/>
                  </a:cxn>
                  <a:cxn ang="0">
                    <a:pos x="293" y="149"/>
                  </a:cxn>
                  <a:cxn ang="0">
                    <a:pos x="273" y="127"/>
                  </a:cxn>
                  <a:cxn ang="0">
                    <a:pos x="288" y="111"/>
                  </a:cxn>
                  <a:cxn ang="0">
                    <a:pos x="215" y="228"/>
                  </a:cxn>
                  <a:cxn ang="0">
                    <a:pos x="175" y="248"/>
                  </a:cxn>
                  <a:cxn ang="0">
                    <a:pos x="154" y="252"/>
                  </a:cxn>
                  <a:cxn ang="0">
                    <a:pos x="109" y="245"/>
                  </a:cxn>
                  <a:cxn ang="0">
                    <a:pos x="66" y="212"/>
                  </a:cxn>
                  <a:cxn ang="0">
                    <a:pos x="46" y="171"/>
                  </a:cxn>
                  <a:cxn ang="0">
                    <a:pos x="43" y="147"/>
                  </a:cxn>
                  <a:cxn ang="0">
                    <a:pos x="53" y="103"/>
                  </a:cxn>
                  <a:cxn ang="0">
                    <a:pos x="81" y="67"/>
                  </a:cxn>
                  <a:cxn ang="0">
                    <a:pos x="121" y="46"/>
                  </a:cxn>
                  <a:cxn ang="0">
                    <a:pos x="142" y="43"/>
                  </a:cxn>
                  <a:cxn ang="0">
                    <a:pos x="186" y="50"/>
                  </a:cxn>
                  <a:cxn ang="0">
                    <a:pos x="230" y="82"/>
                  </a:cxn>
                  <a:cxn ang="0">
                    <a:pos x="250" y="123"/>
                  </a:cxn>
                  <a:cxn ang="0">
                    <a:pos x="252" y="147"/>
                  </a:cxn>
                  <a:cxn ang="0">
                    <a:pos x="243" y="192"/>
                  </a:cxn>
                  <a:cxn ang="0">
                    <a:pos x="215" y="228"/>
                  </a:cxn>
                </a:cxnLst>
                <a:rect l="0" t="0" r="r" b="b"/>
                <a:pathLst>
                  <a:path w="295" h="294">
                    <a:moveTo>
                      <a:pt x="290" y="108"/>
                    </a:moveTo>
                    <a:cubicBezTo>
                      <a:pt x="283" y="89"/>
                      <a:pt x="283" y="89"/>
                      <a:pt x="283" y="89"/>
                    </a:cubicBezTo>
                    <a:cubicBezTo>
                      <a:pt x="283" y="88"/>
                      <a:pt x="281" y="87"/>
                      <a:pt x="280" y="87"/>
                    </a:cubicBezTo>
                    <a:cubicBezTo>
                      <a:pt x="261" y="91"/>
                      <a:pt x="261" y="91"/>
                      <a:pt x="261" y="91"/>
                    </a:cubicBezTo>
                    <a:cubicBezTo>
                      <a:pt x="256" y="81"/>
                      <a:pt x="250" y="71"/>
                      <a:pt x="242" y="63"/>
                    </a:cubicBezTo>
                    <a:cubicBezTo>
                      <a:pt x="252" y="47"/>
                      <a:pt x="252" y="47"/>
                      <a:pt x="252" y="47"/>
                    </a:cubicBezTo>
                    <a:cubicBezTo>
                      <a:pt x="253" y="45"/>
                      <a:pt x="253" y="43"/>
                      <a:pt x="252" y="42"/>
                    </a:cubicBezTo>
                    <a:cubicBezTo>
                      <a:pt x="237" y="30"/>
                      <a:pt x="237" y="30"/>
                      <a:pt x="237" y="30"/>
                    </a:cubicBezTo>
                    <a:cubicBezTo>
                      <a:pt x="236" y="29"/>
                      <a:pt x="234" y="29"/>
                      <a:pt x="233" y="30"/>
                    </a:cubicBezTo>
                    <a:cubicBezTo>
                      <a:pt x="218" y="42"/>
                      <a:pt x="218" y="42"/>
                      <a:pt x="218" y="42"/>
                    </a:cubicBezTo>
                    <a:cubicBezTo>
                      <a:pt x="212" y="38"/>
                      <a:pt x="205" y="34"/>
                      <a:pt x="197" y="31"/>
                    </a:cubicBezTo>
                    <a:cubicBezTo>
                      <a:pt x="200" y="12"/>
                      <a:pt x="200" y="12"/>
                      <a:pt x="200" y="12"/>
                    </a:cubicBezTo>
                    <a:cubicBezTo>
                      <a:pt x="200" y="10"/>
                      <a:pt x="199" y="9"/>
                      <a:pt x="198" y="8"/>
                    </a:cubicBezTo>
                    <a:cubicBezTo>
                      <a:pt x="179" y="3"/>
                      <a:pt x="179" y="3"/>
                      <a:pt x="179" y="3"/>
                    </a:cubicBezTo>
                    <a:cubicBezTo>
                      <a:pt x="178" y="3"/>
                      <a:pt x="176" y="4"/>
                      <a:pt x="175" y="5"/>
                    </a:cubicBezTo>
                    <a:cubicBezTo>
                      <a:pt x="167" y="22"/>
                      <a:pt x="167" y="22"/>
                      <a:pt x="167" y="22"/>
                    </a:cubicBezTo>
                    <a:cubicBezTo>
                      <a:pt x="159" y="21"/>
                      <a:pt x="151" y="20"/>
                      <a:pt x="143" y="21"/>
                    </a:cubicBezTo>
                    <a:cubicBezTo>
                      <a:pt x="137" y="3"/>
                      <a:pt x="137" y="3"/>
                      <a:pt x="137" y="3"/>
                    </a:cubicBezTo>
                    <a:cubicBezTo>
                      <a:pt x="136" y="1"/>
                      <a:pt x="135" y="0"/>
                      <a:pt x="133" y="1"/>
                    </a:cubicBezTo>
                    <a:cubicBezTo>
                      <a:pt x="114" y="4"/>
                      <a:pt x="114" y="4"/>
                      <a:pt x="114" y="4"/>
                    </a:cubicBezTo>
                    <a:cubicBezTo>
                      <a:pt x="113" y="4"/>
                      <a:pt x="112" y="5"/>
                      <a:pt x="112" y="7"/>
                    </a:cubicBezTo>
                    <a:cubicBezTo>
                      <a:pt x="112" y="26"/>
                      <a:pt x="112" y="26"/>
                      <a:pt x="112" y="26"/>
                    </a:cubicBezTo>
                    <a:cubicBezTo>
                      <a:pt x="104" y="28"/>
                      <a:pt x="97" y="31"/>
                      <a:pt x="90" y="35"/>
                    </a:cubicBezTo>
                    <a:cubicBezTo>
                      <a:pt x="77" y="21"/>
                      <a:pt x="77" y="21"/>
                      <a:pt x="77" y="21"/>
                    </a:cubicBezTo>
                    <a:cubicBezTo>
                      <a:pt x="76" y="20"/>
                      <a:pt x="74" y="19"/>
                      <a:pt x="73" y="20"/>
                    </a:cubicBezTo>
                    <a:cubicBezTo>
                      <a:pt x="57" y="31"/>
                      <a:pt x="57" y="31"/>
                      <a:pt x="57" y="31"/>
                    </a:cubicBezTo>
                    <a:cubicBezTo>
                      <a:pt x="56" y="32"/>
                      <a:pt x="55" y="34"/>
                      <a:pt x="56" y="35"/>
                    </a:cubicBezTo>
                    <a:cubicBezTo>
                      <a:pt x="64" y="52"/>
                      <a:pt x="64" y="52"/>
                      <a:pt x="64" y="52"/>
                    </a:cubicBezTo>
                    <a:cubicBezTo>
                      <a:pt x="58" y="58"/>
                      <a:pt x="53" y="63"/>
                      <a:pt x="48" y="70"/>
                    </a:cubicBezTo>
                    <a:cubicBezTo>
                      <a:pt x="30" y="63"/>
                      <a:pt x="30" y="63"/>
                      <a:pt x="30" y="63"/>
                    </a:cubicBezTo>
                    <a:cubicBezTo>
                      <a:pt x="29" y="62"/>
                      <a:pt x="27" y="63"/>
                      <a:pt x="26" y="64"/>
                    </a:cubicBezTo>
                    <a:cubicBezTo>
                      <a:pt x="16" y="80"/>
                      <a:pt x="16" y="80"/>
                      <a:pt x="16" y="80"/>
                    </a:cubicBezTo>
                    <a:cubicBezTo>
                      <a:pt x="15" y="82"/>
                      <a:pt x="16" y="84"/>
                      <a:pt x="17" y="85"/>
                    </a:cubicBezTo>
                    <a:cubicBezTo>
                      <a:pt x="32" y="96"/>
                      <a:pt x="32" y="96"/>
                      <a:pt x="32" y="96"/>
                    </a:cubicBezTo>
                    <a:cubicBezTo>
                      <a:pt x="29" y="104"/>
                      <a:pt x="26" y="111"/>
                      <a:pt x="24" y="119"/>
                    </a:cubicBezTo>
                    <a:cubicBezTo>
                      <a:pt x="5" y="120"/>
                      <a:pt x="5" y="120"/>
                      <a:pt x="5" y="120"/>
                    </a:cubicBezTo>
                    <a:cubicBezTo>
                      <a:pt x="4" y="120"/>
                      <a:pt x="2" y="122"/>
                      <a:pt x="2" y="123"/>
                    </a:cubicBezTo>
                    <a:cubicBezTo>
                      <a:pt x="0" y="142"/>
                      <a:pt x="0" y="142"/>
                      <a:pt x="0" y="142"/>
                    </a:cubicBezTo>
                    <a:cubicBezTo>
                      <a:pt x="0" y="144"/>
                      <a:pt x="1" y="145"/>
                      <a:pt x="3" y="146"/>
                    </a:cubicBezTo>
                    <a:cubicBezTo>
                      <a:pt x="21" y="150"/>
                      <a:pt x="21" y="150"/>
                      <a:pt x="21" y="150"/>
                    </a:cubicBezTo>
                    <a:cubicBezTo>
                      <a:pt x="21" y="156"/>
                      <a:pt x="22" y="162"/>
                      <a:pt x="23" y="167"/>
                    </a:cubicBezTo>
                    <a:cubicBezTo>
                      <a:pt x="23" y="170"/>
                      <a:pt x="24" y="172"/>
                      <a:pt x="24" y="174"/>
                    </a:cubicBezTo>
                    <a:cubicBezTo>
                      <a:pt x="7" y="183"/>
                      <a:pt x="7" y="183"/>
                      <a:pt x="7" y="183"/>
                    </a:cubicBezTo>
                    <a:cubicBezTo>
                      <a:pt x="6" y="184"/>
                      <a:pt x="5" y="185"/>
                      <a:pt x="6" y="187"/>
                    </a:cubicBezTo>
                    <a:cubicBezTo>
                      <a:pt x="12" y="205"/>
                      <a:pt x="12" y="205"/>
                      <a:pt x="12" y="205"/>
                    </a:cubicBezTo>
                    <a:cubicBezTo>
                      <a:pt x="13" y="206"/>
                      <a:pt x="14" y="207"/>
                      <a:pt x="16" y="207"/>
                    </a:cubicBezTo>
                    <a:cubicBezTo>
                      <a:pt x="34" y="203"/>
                      <a:pt x="34" y="203"/>
                      <a:pt x="34" y="203"/>
                    </a:cubicBezTo>
                    <a:cubicBezTo>
                      <a:pt x="39" y="214"/>
                      <a:pt x="46" y="223"/>
                      <a:pt x="54" y="232"/>
                    </a:cubicBezTo>
                    <a:cubicBezTo>
                      <a:pt x="43" y="248"/>
                      <a:pt x="43" y="248"/>
                      <a:pt x="43" y="248"/>
                    </a:cubicBezTo>
                    <a:cubicBezTo>
                      <a:pt x="42" y="249"/>
                      <a:pt x="43" y="251"/>
                      <a:pt x="44" y="252"/>
                    </a:cubicBezTo>
                    <a:cubicBezTo>
                      <a:pt x="58" y="265"/>
                      <a:pt x="58" y="265"/>
                      <a:pt x="58" y="265"/>
                    </a:cubicBezTo>
                    <a:cubicBezTo>
                      <a:pt x="60" y="266"/>
                      <a:pt x="61" y="266"/>
                      <a:pt x="63" y="265"/>
                    </a:cubicBezTo>
                    <a:cubicBezTo>
                      <a:pt x="77" y="252"/>
                      <a:pt x="77" y="252"/>
                      <a:pt x="77" y="252"/>
                    </a:cubicBezTo>
                    <a:cubicBezTo>
                      <a:pt x="84" y="257"/>
                      <a:pt x="91" y="261"/>
                      <a:pt x="98" y="264"/>
                    </a:cubicBezTo>
                    <a:cubicBezTo>
                      <a:pt x="96" y="283"/>
                      <a:pt x="96" y="283"/>
                      <a:pt x="96" y="283"/>
                    </a:cubicBezTo>
                    <a:cubicBezTo>
                      <a:pt x="95" y="284"/>
                      <a:pt x="96" y="286"/>
                      <a:pt x="98" y="286"/>
                    </a:cubicBezTo>
                    <a:cubicBezTo>
                      <a:pt x="116" y="291"/>
                      <a:pt x="116" y="291"/>
                      <a:pt x="116" y="291"/>
                    </a:cubicBezTo>
                    <a:cubicBezTo>
                      <a:pt x="118" y="292"/>
                      <a:pt x="120" y="291"/>
                      <a:pt x="120" y="290"/>
                    </a:cubicBezTo>
                    <a:cubicBezTo>
                      <a:pt x="128" y="272"/>
                      <a:pt x="128" y="272"/>
                      <a:pt x="128" y="272"/>
                    </a:cubicBezTo>
                    <a:cubicBezTo>
                      <a:pt x="136" y="274"/>
                      <a:pt x="144" y="274"/>
                      <a:pt x="153" y="274"/>
                    </a:cubicBezTo>
                    <a:cubicBezTo>
                      <a:pt x="159" y="292"/>
                      <a:pt x="159" y="292"/>
                      <a:pt x="159" y="292"/>
                    </a:cubicBezTo>
                    <a:cubicBezTo>
                      <a:pt x="159" y="293"/>
                      <a:pt x="161" y="294"/>
                      <a:pt x="162" y="294"/>
                    </a:cubicBezTo>
                    <a:cubicBezTo>
                      <a:pt x="181" y="291"/>
                      <a:pt x="181" y="291"/>
                      <a:pt x="181" y="291"/>
                    </a:cubicBezTo>
                    <a:cubicBezTo>
                      <a:pt x="183" y="291"/>
                      <a:pt x="184" y="289"/>
                      <a:pt x="184" y="288"/>
                    </a:cubicBezTo>
                    <a:cubicBezTo>
                      <a:pt x="183" y="269"/>
                      <a:pt x="183" y="269"/>
                      <a:pt x="183" y="269"/>
                    </a:cubicBezTo>
                    <a:cubicBezTo>
                      <a:pt x="191" y="266"/>
                      <a:pt x="199" y="263"/>
                      <a:pt x="206" y="260"/>
                    </a:cubicBezTo>
                    <a:cubicBezTo>
                      <a:pt x="219" y="274"/>
                      <a:pt x="219" y="274"/>
                      <a:pt x="219" y="274"/>
                    </a:cubicBezTo>
                    <a:cubicBezTo>
                      <a:pt x="220" y="275"/>
                      <a:pt x="222" y="275"/>
                      <a:pt x="223" y="274"/>
                    </a:cubicBezTo>
                    <a:cubicBezTo>
                      <a:pt x="239" y="263"/>
                      <a:pt x="239" y="263"/>
                      <a:pt x="239" y="263"/>
                    </a:cubicBezTo>
                    <a:cubicBezTo>
                      <a:pt x="240" y="262"/>
                      <a:pt x="240" y="261"/>
                      <a:pt x="240" y="259"/>
                    </a:cubicBezTo>
                    <a:cubicBezTo>
                      <a:pt x="231" y="242"/>
                      <a:pt x="231" y="242"/>
                      <a:pt x="231" y="242"/>
                    </a:cubicBezTo>
                    <a:cubicBezTo>
                      <a:pt x="237" y="237"/>
                      <a:pt x="243" y="231"/>
                      <a:pt x="248" y="225"/>
                    </a:cubicBezTo>
                    <a:cubicBezTo>
                      <a:pt x="265" y="232"/>
                      <a:pt x="265" y="232"/>
                      <a:pt x="265" y="232"/>
                    </a:cubicBezTo>
                    <a:cubicBezTo>
                      <a:pt x="267" y="232"/>
                      <a:pt x="269" y="232"/>
                      <a:pt x="269" y="230"/>
                    </a:cubicBezTo>
                    <a:cubicBezTo>
                      <a:pt x="279" y="214"/>
                      <a:pt x="279" y="214"/>
                      <a:pt x="279" y="214"/>
                    </a:cubicBezTo>
                    <a:cubicBezTo>
                      <a:pt x="280" y="213"/>
                      <a:pt x="280" y="211"/>
                      <a:pt x="278" y="210"/>
                    </a:cubicBezTo>
                    <a:cubicBezTo>
                      <a:pt x="264" y="198"/>
                      <a:pt x="264" y="198"/>
                      <a:pt x="264" y="198"/>
                    </a:cubicBezTo>
                    <a:cubicBezTo>
                      <a:pt x="267" y="191"/>
                      <a:pt x="270" y="183"/>
                      <a:pt x="271" y="175"/>
                    </a:cubicBezTo>
                    <a:cubicBezTo>
                      <a:pt x="290" y="174"/>
                      <a:pt x="290" y="174"/>
                      <a:pt x="290" y="174"/>
                    </a:cubicBezTo>
                    <a:cubicBezTo>
                      <a:pt x="292" y="174"/>
                      <a:pt x="293" y="173"/>
                      <a:pt x="293" y="171"/>
                    </a:cubicBezTo>
                    <a:cubicBezTo>
                      <a:pt x="295" y="152"/>
                      <a:pt x="295" y="152"/>
                      <a:pt x="295" y="152"/>
                    </a:cubicBezTo>
                    <a:cubicBezTo>
                      <a:pt x="295" y="151"/>
                      <a:pt x="294" y="149"/>
                      <a:pt x="293" y="149"/>
                    </a:cubicBezTo>
                    <a:cubicBezTo>
                      <a:pt x="274" y="144"/>
                      <a:pt x="274" y="144"/>
                      <a:pt x="274" y="144"/>
                    </a:cubicBezTo>
                    <a:cubicBezTo>
                      <a:pt x="274" y="139"/>
                      <a:pt x="274" y="133"/>
                      <a:pt x="273" y="127"/>
                    </a:cubicBezTo>
                    <a:cubicBezTo>
                      <a:pt x="272" y="125"/>
                      <a:pt x="272" y="123"/>
                      <a:pt x="271" y="120"/>
                    </a:cubicBezTo>
                    <a:cubicBezTo>
                      <a:pt x="288" y="111"/>
                      <a:pt x="288" y="111"/>
                      <a:pt x="288" y="111"/>
                    </a:cubicBezTo>
                    <a:cubicBezTo>
                      <a:pt x="290" y="111"/>
                      <a:pt x="290" y="109"/>
                      <a:pt x="290" y="108"/>
                    </a:cubicBezTo>
                    <a:close/>
                    <a:moveTo>
                      <a:pt x="215" y="228"/>
                    </a:moveTo>
                    <a:cubicBezTo>
                      <a:pt x="210" y="232"/>
                      <a:pt x="204" y="236"/>
                      <a:pt x="198" y="239"/>
                    </a:cubicBezTo>
                    <a:cubicBezTo>
                      <a:pt x="190" y="243"/>
                      <a:pt x="183" y="246"/>
                      <a:pt x="175" y="248"/>
                    </a:cubicBezTo>
                    <a:cubicBezTo>
                      <a:pt x="171" y="249"/>
                      <a:pt x="168" y="250"/>
                      <a:pt x="164" y="251"/>
                    </a:cubicBezTo>
                    <a:cubicBezTo>
                      <a:pt x="161" y="251"/>
                      <a:pt x="157" y="252"/>
                      <a:pt x="154" y="252"/>
                    </a:cubicBezTo>
                    <a:cubicBezTo>
                      <a:pt x="146" y="252"/>
                      <a:pt x="137" y="252"/>
                      <a:pt x="129" y="250"/>
                    </a:cubicBezTo>
                    <a:cubicBezTo>
                      <a:pt x="122" y="249"/>
                      <a:pt x="116" y="247"/>
                      <a:pt x="109" y="245"/>
                    </a:cubicBezTo>
                    <a:cubicBezTo>
                      <a:pt x="102" y="242"/>
                      <a:pt x="94" y="238"/>
                      <a:pt x="88" y="233"/>
                    </a:cubicBezTo>
                    <a:cubicBezTo>
                      <a:pt x="79" y="227"/>
                      <a:pt x="72" y="220"/>
                      <a:pt x="66" y="212"/>
                    </a:cubicBezTo>
                    <a:cubicBezTo>
                      <a:pt x="62" y="208"/>
                      <a:pt x="60" y="204"/>
                      <a:pt x="57" y="199"/>
                    </a:cubicBezTo>
                    <a:cubicBezTo>
                      <a:pt x="52" y="191"/>
                      <a:pt x="48" y="182"/>
                      <a:pt x="46" y="171"/>
                    </a:cubicBezTo>
                    <a:cubicBezTo>
                      <a:pt x="45" y="169"/>
                      <a:pt x="45" y="166"/>
                      <a:pt x="44" y="164"/>
                    </a:cubicBezTo>
                    <a:cubicBezTo>
                      <a:pt x="43" y="158"/>
                      <a:pt x="43" y="153"/>
                      <a:pt x="43" y="147"/>
                    </a:cubicBezTo>
                    <a:cubicBezTo>
                      <a:pt x="43" y="140"/>
                      <a:pt x="44" y="133"/>
                      <a:pt x="45" y="126"/>
                    </a:cubicBezTo>
                    <a:cubicBezTo>
                      <a:pt x="47" y="118"/>
                      <a:pt x="49" y="110"/>
                      <a:pt x="53" y="103"/>
                    </a:cubicBezTo>
                    <a:cubicBezTo>
                      <a:pt x="56" y="96"/>
                      <a:pt x="59" y="90"/>
                      <a:pt x="64" y="85"/>
                    </a:cubicBezTo>
                    <a:cubicBezTo>
                      <a:pt x="69" y="78"/>
                      <a:pt x="74" y="72"/>
                      <a:pt x="81" y="67"/>
                    </a:cubicBezTo>
                    <a:cubicBezTo>
                      <a:pt x="86" y="62"/>
                      <a:pt x="92" y="58"/>
                      <a:pt x="98" y="55"/>
                    </a:cubicBezTo>
                    <a:cubicBezTo>
                      <a:pt x="105" y="51"/>
                      <a:pt x="113" y="48"/>
                      <a:pt x="121" y="46"/>
                    </a:cubicBezTo>
                    <a:cubicBezTo>
                      <a:pt x="124" y="45"/>
                      <a:pt x="128" y="44"/>
                      <a:pt x="131" y="44"/>
                    </a:cubicBezTo>
                    <a:cubicBezTo>
                      <a:pt x="135" y="43"/>
                      <a:pt x="138" y="43"/>
                      <a:pt x="142" y="43"/>
                    </a:cubicBezTo>
                    <a:cubicBezTo>
                      <a:pt x="150" y="42"/>
                      <a:pt x="158" y="43"/>
                      <a:pt x="166" y="44"/>
                    </a:cubicBezTo>
                    <a:cubicBezTo>
                      <a:pt x="173" y="45"/>
                      <a:pt x="180" y="47"/>
                      <a:pt x="186" y="50"/>
                    </a:cubicBezTo>
                    <a:cubicBezTo>
                      <a:pt x="194" y="53"/>
                      <a:pt x="201" y="57"/>
                      <a:pt x="208" y="62"/>
                    </a:cubicBezTo>
                    <a:cubicBezTo>
                      <a:pt x="216" y="67"/>
                      <a:pt x="223" y="74"/>
                      <a:pt x="230" y="82"/>
                    </a:cubicBezTo>
                    <a:cubicBezTo>
                      <a:pt x="233" y="86"/>
                      <a:pt x="236" y="90"/>
                      <a:pt x="238" y="95"/>
                    </a:cubicBezTo>
                    <a:cubicBezTo>
                      <a:pt x="243" y="104"/>
                      <a:pt x="247" y="113"/>
                      <a:pt x="250" y="123"/>
                    </a:cubicBezTo>
                    <a:cubicBezTo>
                      <a:pt x="250" y="125"/>
                      <a:pt x="251" y="128"/>
                      <a:pt x="251" y="131"/>
                    </a:cubicBezTo>
                    <a:cubicBezTo>
                      <a:pt x="252" y="136"/>
                      <a:pt x="252" y="142"/>
                      <a:pt x="252" y="147"/>
                    </a:cubicBezTo>
                    <a:cubicBezTo>
                      <a:pt x="252" y="154"/>
                      <a:pt x="252" y="161"/>
                      <a:pt x="250" y="168"/>
                    </a:cubicBezTo>
                    <a:cubicBezTo>
                      <a:pt x="249" y="176"/>
                      <a:pt x="246" y="184"/>
                      <a:pt x="243" y="192"/>
                    </a:cubicBezTo>
                    <a:cubicBezTo>
                      <a:pt x="240" y="198"/>
                      <a:pt x="236" y="204"/>
                      <a:pt x="232" y="210"/>
                    </a:cubicBezTo>
                    <a:cubicBezTo>
                      <a:pt x="227" y="216"/>
                      <a:pt x="221" y="222"/>
                      <a:pt x="215" y="22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9" name="Freeform 28"/>
              <p:cNvSpPr>
                <a:spLocks/>
              </p:cNvSpPr>
              <p:nvPr/>
            </p:nvSpPr>
            <p:spPr bwMode="auto">
              <a:xfrm>
                <a:off x="3943438" y="2754313"/>
                <a:ext cx="268287" cy="269434"/>
              </a:xfrm>
              <a:custGeom>
                <a:avLst/>
                <a:gdLst/>
                <a:ahLst/>
                <a:cxnLst>
                  <a:cxn ang="0">
                    <a:pos x="167" y="66"/>
                  </a:cxn>
                  <a:cxn ang="0">
                    <a:pos x="158" y="43"/>
                  </a:cxn>
                  <a:cxn ang="0">
                    <a:pos x="151" y="32"/>
                  </a:cxn>
                  <a:cxn ang="0">
                    <a:pos x="134" y="16"/>
                  </a:cxn>
                  <a:cxn ang="0">
                    <a:pos x="116" y="6"/>
                  </a:cxn>
                  <a:cxn ang="0">
                    <a:pos x="100" y="1"/>
                  </a:cxn>
                  <a:cxn ang="0">
                    <a:pos x="80" y="0"/>
                  </a:cxn>
                  <a:cxn ang="0">
                    <a:pos x="71" y="1"/>
                  </a:cxn>
                  <a:cxn ang="0">
                    <a:pos x="63" y="3"/>
                  </a:cxn>
                  <a:cxn ang="0">
                    <a:pos x="44" y="10"/>
                  </a:cxn>
                  <a:cxn ang="0">
                    <a:pos x="30" y="20"/>
                  </a:cxn>
                  <a:cxn ang="0">
                    <a:pos x="16" y="35"/>
                  </a:cxn>
                  <a:cxn ang="0">
                    <a:pos x="8" y="49"/>
                  </a:cxn>
                  <a:cxn ang="0">
                    <a:pos x="1" y="68"/>
                  </a:cxn>
                  <a:cxn ang="0">
                    <a:pos x="0" y="85"/>
                  </a:cxn>
                  <a:cxn ang="0">
                    <a:pos x="1" y="99"/>
                  </a:cxn>
                  <a:cxn ang="0">
                    <a:pos x="2" y="105"/>
                  </a:cxn>
                  <a:cxn ang="0">
                    <a:pos x="11" y="128"/>
                  </a:cxn>
                  <a:cxn ang="0">
                    <a:pos x="18" y="138"/>
                  </a:cxn>
                  <a:cxn ang="0">
                    <a:pos x="36" y="155"/>
                  </a:cxn>
                  <a:cxn ang="0">
                    <a:pos x="53" y="164"/>
                  </a:cxn>
                  <a:cxn ang="0">
                    <a:pos x="70" y="169"/>
                  </a:cxn>
                  <a:cxn ang="0">
                    <a:pos x="90" y="170"/>
                  </a:cxn>
                  <a:cxn ang="0">
                    <a:pos x="98" y="169"/>
                  </a:cxn>
                  <a:cxn ang="0">
                    <a:pos x="107" y="167"/>
                  </a:cxn>
                  <a:cxn ang="0">
                    <a:pos x="125" y="160"/>
                  </a:cxn>
                  <a:cxn ang="0">
                    <a:pos x="139" y="150"/>
                  </a:cxn>
                  <a:cxn ang="0">
                    <a:pos x="153" y="136"/>
                  </a:cxn>
                  <a:cxn ang="0">
                    <a:pos x="162" y="121"/>
                  </a:cxn>
                  <a:cxn ang="0">
                    <a:pos x="168" y="102"/>
                  </a:cxn>
                  <a:cxn ang="0">
                    <a:pos x="170" y="85"/>
                  </a:cxn>
                  <a:cxn ang="0">
                    <a:pos x="169" y="72"/>
                  </a:cxn>
                  <a:cxn ang="0">
                    <a:pos x="167" y="66"/>
                  </a:cxn>
                </a:cxnLst>
                <a:rect l="0" t="0" r="r" b="b"/>
                <a:pathLst>
                  <a:path w="170" h="171">
                    <a:moveTo>
                      <a:pt x="167" y="66"/>
                    </a:moveTo>
                    <a:cubicBezTo>
                      <a:pt x="166" y="57"/>
                      <a:pt x="162" y="50"/>
                      <a:pt x="158" y="43"/>
                    </a:cubicBezTo>
                    <a:cubicBezTo>
                      <a:pt x="156" y="39"/>
                      <a:pt x="154" y="36"/>
                      <a:pt x="151" y="32"/>
                    </a:cubicBezTo>
                    <a:cubicBezTo>
                      <a:pt x="146" y="26"/>
                      <a:pt x="140" y="20"/>
                      <a:pt x="134" y="16"/>
                    </a:cubicBezTo>
                    <a:cubicBezTo>
                      <a:pt x="128" y="12"/>
                      <a:pt x="122" y="9"/>
                      <a:pt x="116" y="6"/>
                    </a:cubicBezTo>
                    <a:cubicBezTo>
                      <a:pt x="111" y="4"/>
                      <a:pt x="105" y="2"/>
                      <a:pt x="100" y="1"/>
                    </a:cubicBezTo>
                    <a:cubicBezTo>
                      <a:pt x="93" y="0"/>
                      <a:pt x="86" y="0"/>
                      <a:pt x="80" y="0"/>
                    </a:cubicBezTo>
                    <a:cubicBezTo>
                      <a:pt x="77" y="0"/>
                      <a:pt x="74" y="1"/>
                      <a:pt x="71" y="1"/>
                    </a:cubicBezTo>
                    <a:cubicBezTo>
                      <a:pt x="68" y="2"/>
                      <a:pt x="66" y="2"/>
                      <a:pt x="63" y="3"/>
                    </a:cubicBezTo>
                    <a:cubicBezTo>
                      <a:pt x="56" y="5"/>
                      <a:pt x="50" y="7"/>
                      <a:pt x="44" y="10"/>
                    </a:cubicBezTo>
                    <a:cubicBezTo>
                      <a:pt x="39" y="13"/>
                      <a:pt x="34" y="16"/>
                      <a:pt x="30" y="20"/>
                    </a:cubicBezTo>
                    <a:cubicBezTo>
                      <a:pt x="25" y="24"/>
                      <a:pt x="20" y="29"/>
                      <a:pt x="16" y="35"/>
                    </a:cubicBezTo>
                    <a:cubicBezTo>
                      <a:pt x="13" y="39"/>
                      <a:pt x="10" y="44"/>
                      <a:pt x="8" y="49"/>
                    </a:cubicBezTo>
                    <a:cubicBezTo>
                      <a:pt x="5" y="55"/>
                      <a:pt x="3" y="62"/>
                      <a:pt x="1" y="68"/>
                    </a:cubicBezTo>
                    <a:cubicBezTo>
                      <a:pt x="0" y="74"/>
                      <a:pt x="0" y="79"/>
                      <a:pt x="0" y="85"/>
                    </a:cubicBezTo>
                    <a:cubicBezTo>
                      <a:pt x="0" y="90"/>
                      <a:pt x="0" y="94"/>
                      <a:pt x="1" y="99"/>
                    </a:cubicBezTo>
                    <a:cubicBezTo>
                      <a:pt x="1" y="101"/>
                      <a:pt x="2" y="103"/>
                      <a:pt x="2" y="105"/>
                    </a:cubicBezTo>
                    <a:cubicBezTo>
                      <a:pt x="4" y="113"/>
                      <a:pt x="7" y="121"/>
                      <a:pt x="11" y="128"/>
                    </a:cubicBezTo>
                    <a:cubicBezTo>
                      <a:pt x="13" y="131"/>
                      <a:pt x="15" y="135"/>
                      <a:pt x="18" y="138"/>
                    </a:cubicBezTo>
                    <a:cubicBezTo>
                      <a:pt x="23" y="145"/>
                      <a:pt x="29" y="150"/>
                      <a:pt x="36" y="155"/>
                    </a:cubicBezTo>
                    <a:cubicBezTo>
                      <a:pt x="41" y="159"/>
                      <a:pt x="47" y="162"/>
                      <a:pt x="53" y="164"/>
                    </a:cubicBezTo>
                    <a:cubicBezTo>
                      <a:pt x="59" y="166"/>
                      <a:pt x="64" y="168"/>
                      <a:pt x="70" y="169"/>
                    </a:cubicBezTo>
                    <a:cubicBezTo>
                      <a:pt x="76" y="170"/>
                      <a:pt x="83" y="171"/>
                      <a:pt x="90" y="170"/>
                    </a:cubicBezTo>
                    <a:cubicBezTo>
                      <a:pt x="93" y="170"/>
                      <a:pt x="95" y="170"/>
                      <a:pt x="98" y="169"/>
                    </a:cubicBezTo>
                    <a:cubicBezTo>
                      <a:pt x="101" y="169"/>
                      <a:pt x="104" y="168"/>
                      <a:pt x="107" y="167"/>
                    </a:cubicBezTo>
                    <a:cubicBezTo>
                      <a:pt x="113" y="166"/>
                      <a:pt x="119" y="163"/>
                      <a:pt x="125" y="160"/>
                    </a:cubicBezTo>
                    <a:cubicBezTo>
                      <a:pt x="130" y="157"/>
                      <a:pt x="135" y="154"/>
                      <a:pt x="139" y="150"/>
                    </a:cubicBezTo>
                    <a:cubicBezTo>
                      <a:pt x="144" y="146"/>
                      <a:pt x="149" y="141"/>
                      <a:pt x="153" y="136"/>
                    </a:cubicBezTo>
                    <a:cubicBezTo>
                      <a:pt x="156" y="131"/>
                      <a:pt x="159" y="126"/>
                      <a:pt x="162" y="121"/>
                    </a:cubicBezTo>
                    <a:cubicBezTo>
                      <a:pt x="165" y="115"/>
                      <a:pt x="167" y="109"/>
                      <a:pt x="168" y="102"/>
                    </a:cubicBezTo>
                    <a:cubicBezTo>
                      <a:pt x="169" y="97"/>
                      <a:pt x="170" y="91"/>
                      <a:pt x="170" y="85"/>
                    </a:cubicBezTo>
                    <a:cubicBezTo>
                      <a:pt x="170" y="81"/>
                      <a:pt x="169" y="76"/>
                      <a:pt x="169" y="72"/>
                    </a:cubicBezTo>
                    <a:cubicBezTo>
                      <a:pt x="168" y="70"/>
                      <a:pt x="168" y="68"/>
                      <a:pt x="167" y="6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0" name="Freeform 29"/>
              <p:cNvSpPr>
                <a:spLocks noEditPoints="1"/>
              </p:cNvSpPr>
              <p:nvPr/>
            </p:nvSpPr>
            <p:spPr bwMode="auto">
              <a:xfrm>
                <a:off x="3209660" y="1935692"/>
                <a:ext cx="644349" cy="645495"/>
              </a:xfrm>
              <a:custGeom>
                <a:avLst/>
                <a:gdLst/>
                <a:ahLst/>
                <a:cxnLst>
                  <a:cxn ang="0">
                    <a:pos x="403" y="155"/>
                  </a:cxn>
                  <a:cxn ang="0">
                    <a:pos x="372" y="152"/>
                  </a:cxn>
                  <a:cxn ang="0">
                    <a:pos x="370" y="89"/>
                  </a:cxn>
                  <a:cxn ang="0">
                    <a:pos x="353" y="63"/>
                  </a:cxn>
                  <a:cxn ang="0">
                    <a:pos x="324" y="76"/>
                  </a:cxn>
                  <a:cxn ang="0">
                    <a:pos x="306" y="30"/>
                  </a:cxn>
                  <a:cxn ang="0">
                    <a:pos x="279" y="14"/>
                  </a:cxn>
                  <a:cxn ang="0">
                    <a:pos x="259" y="37"/>
                  </a:cxn>
                  <a:cxn ang="0">
                    <a:pos x="221" y="3"/>
                  </a:cxn>
                  <a:cxn ang="0">
                    <a:pos x="190" y="0"/>
                  </a:cxn>
                  <a:cxn ang="0">
                    <a:pos x="182" y="30"/>
                  </a:cxn>
                  <a:cxn ang="0">
                    <a:pos x="135" y="15"/>
                  </a:cxn>
                  <a:cxn ang="0">
                    <a:pos x="105" y="25"/>
                  </a:cxn>
                  <a:cxn ang="0">
                    <a:pos x="110" y="55"/>
                  </a:cxn>
                  <a:cxn ang="0">
                    <a:pos x="61" y="62"/>
                  </a:cxn>
                  <a:cxn ang="0">
                    <a:pos x="39" y="83"/>
                  </a:cxn>
                  <a:cxn ang="0">
                    <a:pos x="56" y="109"/>
                  </a:cxn>
                  <a:cxn ang="0">
                    <a:pos x="15" y="136"/>
                  </a:cxn>
                  <a:cxn ang="0">
                    <a:pos x="3" y="165"/>
                  </a:cxn>
                  <a:cxn ang="0">
                    <a:pos x="30" y="180"/>
                  </a:cxn>
                  <a:cxn ang="0">
                    <a:pos x="28" y="214"/>
                  </a:cxn>
                  <a:cxn ang="0">
                    <a:pos x="1" y="227"/>
                  </a:cxn>
                  <a:cxn ang="0">
                    <a:pos x="10" y="257"/>
                  </a:cxn>
                  <a:cxn ang="0">
                    <a:pos x="56" y="300"/>
                  </a:cxn>
                  <a:cxn ang="0">
                    <a:pos x="39" y="325"/>
                  </a:cxn>
                  <a:cxn ang="0">
                    <a:pos x="61" y="346"/>
                  </a:cxn>
                  <a:cxn ang="0">
                    <a:pos x="110" y="353"/>
                  </a:cxn>
                  <a:cxn ang="0">
                    <a:pos x="105" y="384"/>
                  </a:cxn>
                  <a:cxn ang="0">
                    <a:pos x="135" y="393"/>
                  </a:cxn>
                  <a:cxn ang="0">
                    <a:pos x="183" y="379"/>
                  </a:cxn>
                  <a:cxn ang="0">
                    <a:pos x="191" y="409"/>
                  </a:cxn>
                  <a:cxn ang="0">
                    <a:pos x="222" y="405"/>
                  </a:cxn>
                  <a:cxn ang="0">
                    <a:pos x="259" y="371"/>
                  </a:cxn>
                  <a:cxn ang="0">
                    <a:pos x="279" y="395"/>
                  </a:cxn>
                  <a:cxn ang="0">
                    <a:pos x="306" y="378"/>
                  </a:cxn>
                  <a:cxn ang="0">
                    <a:pos x="324" y="333"/>
                  </a:cxn>
                  <a:cxn ang="0">
                    <a:pos x="353" y="345"/>
                  </a:cxn>
                  <a:cxn ang="0">
                    <a:pos x="370" y="319"/>
                  </a:cxn>
                  <a:cxn ang="0">
                    <a:pos x="367" y="270"/>
                  </a:cxn>
                  <a:cxn ang="0">
                    <a:pos x="398" y="269"/>
                  </a:cxn>
                  <a:cxn ang="0">
                    <a:pos x="403" y="238"/>
                  </a:cxn>
                  <a:cxn ang="0">
                    <a:pos x="380" y="204"/>
                  </a:cxn>
                  <a:cxn ang="0">
                    <a:pos x="405" y="186"/>
                  </a:cxn>
                  <a:cxn ang="0">
                    <a:pos x="279" y="329"/>
                  </a:cxn>
                  <a:cxn ang="0">
                    <a:pos x="219" y="349"/>
                  </a:cxn>
                  <a:cxn ang="0">
                    <a:pos x="189" y="349"/>
                  </a:cxn>
                  <a:cxn ang="0">
                    <a:pos x="130" y="329"/>
                  </a:cxn>
                  <a:cxn ang="0">
                    <a:pos x="77" y="275"/>
                  </a:cxn>
                  <a:cxn ang="0">
                    <a:pos x="59" y="215"/>
                  </a:cxn>
                  <a:cxn ang="0">
                    <a:pos x="60" y="181"/>
                  </a:cxn>
                  <a:cxn ang="0">
                    <a:pos x="84" y="122"/>
                  </a:cxn>
                  <a:cxn ang="0">
                    <a:pos x="130" y="79"/>
                  </a:cxn>
                  <a:cxn ang="0">
                    <a:pos x="189" y="59"/>
                  </a:cxn>
                  <a:cxn ang="0">
                    <a:pos x="219" y="59"/>
                  </a:cxn>
                  <a:cxn ang="0">
                    <a:pos x="279" y="79"/>
                  </a:cxn>
                  <a:cxn ang="0">
                    <a:pos x="331" y="133"/>
                  </a:cxn>
                  <a:cxn ang="0">
                    <a:pos x="349" y="193"/>
                  </a:cxn>
                  <a:cxn ang="0">
                    <a:pos x="348" y="228"/>
                  </a:cxn>
                  <a:cxn ang="0">
                    <a:pos x="324" y="286"/>
                  </a:cxn>
                  <a:cxn ang="0">
                    <a:pos x="279" y="329"/>
                  </a:cxn>
                </a:cxnLst>
                <a:rect l="0" t="0" r="r" b="b"/>
                <a:pathLst>
                  <a:path w="408" h="409">
                    <a:moveTo>
                      <a:pt x="408" y="181"/>
                    </a:moveTo>
                    <a:cubicBezTo>
                      <a:pt x="403" y="155"/>
                      <a:pt x="403" y="155"/>
                      <a:pt x="403" y="155"/>
                    </a:cubicBezTo>
                    <a:cubicBezTo>
                      <a:pt x="403" y="153"/>
                      <a:pt x="401" y="151"/>
                      <a:pt x="399" y="151"/>
                    </a:cubicBezTo>
                    <a:cubicBezTo>
                      <a:pt x="372" y="152"/>
                      <a:pt x="372" y="152"/>
                      <a:pt x="372" y="152"/>
                    </a:cubicBezTo>
                    <a:cubicBezTo>
                      <a:pt x="368" y="137"/>
                      <a:pt x="361" y="122"/>
                      <a:pt x="352" y="109"/>
                    </a:cubicBezTo>
                    <a:cubicBezTo>
                      <a:pt x="370" y="89"/>
                      <a:pt x="370" y="89"/>
                      <a:pt x="370" y="89"/>
                    </a:cubicBezTo>
                    <a:cubicBezTo>
                      <a:pt x="371" y="88"/>
                      <a:pt x="371" y="85"/>
                      <a:pt x="370" y="83"/>
                    </a:cubicBezTo>
                    <a:cubicBezTo>
                      <a:pt x="353" y="63"/>
                      <a:pt x="353" y="63"/>
                      <a:pt x="353" y="63"/>
                    </a:cubicBezTo>
                    <a:cubicBezTo>
                      <a:pt x="351" y="61"/>
                      <a:pt x="349" y="61"/>
                      <a:pt x="347" y="62"/>
                    </a:cubicBezTo>
                    <a:cubicBezTo>
                      <a:pt x="324" y="76"/>
                      <a:pt x="324" y="76"/>
                      <a:pt x="324" y="76"/>
                    </a:cubicBezTo>
                    <a:cubicBezTo>
                      <a:pt x="316" y="68"/>
                      <a:pt x="307" y="61"/>
                      <a:pt x="298" y="55"/>
                    </a:cubicBezTo>
                    <a:cubicBezTo>
                      <a:pt x="306" y="30"/>
                      <a:pt x="306" y="30"/>
                      <a:pt x="306" y="30"/>
                    </a:cubicBezTo>
                    <a:cubicBezTo>
                      <a:pt x="306" y="28"/>
                      <a:pt x="305" y="26"/>
                      <a:pt x="303" y="25"/>
                    </a:cubicBezTo>
                    <a:cubicBezTo>
                      <a:pt x="279" y="14"/>
                      <a:pt x="279" y="14"/>
                      <a:pt x="279" y="14"/>
                    </a:cubicBezTo>
                    <a:cubicBezTo>
                      <a:pt x="277" y="13"/>
                      <a:pt x="275" y="13"/>
                      <a:pt x="273" y="15"/>
                    </a:cubicBezTo>
                    <a:cubicBezTo>
                      <a:pt x="259" y="37"/>
                      <a:pt x="259" y="37"/>
                      <a:pt x="259" y="37"/>
                    </a:cubicBezTo>
                    <a:cubicBezTo>
                      <a:pt x="248" y="33"/>
                      <a:pt x="237" y="31"/>
                      <a:pt x="225" y="29"/>
                    </a:cubicBezTo>
                    <a:cubicBezTo>
                      <a:pt x="221" y="3"/>
                      <a:pt x="221" y="3"/>
                      <a:pt x="221" y="3"/>
                    </a:cubicBezTo>
                    <a:cubicBezTo>
                      <a:pt x="221" y="1"/>
                      <a:pt x="219" y="0"/>
                      <a:pt x="217" y="0"/>
                    </a:cubicBezTo>
                    <a:cubicBezTo>
                      <a:pt x="190" y="0"/>
                      <a:pt x="190" y="0"/>
                      <a:pt x="190" y="0"/>
                    </a:cubicBezTo>
                    <a:cubicBezTo>
                      <a:pt x="188" y="0"/>
                      <a:pt x="186" y="1"/>
                      <a:pt x="186" y="4"/>
                    </a:cubicBezTo>
                    <a:cubicBezTo>
                      <a:pt x="182" y="30"/>
                      <a:pt x="182" y="30"/>
                      <a:pt x="182" y="30"/>
                    </a:cubicBezTo>
                    <a:cubicBezTo>
                      <a:pt x="171" y="31"/>
                      <a:pt x="160" y="33"/>
                      <a:pt x="149" y="37"/>
                    </a:cubicBezTo>
                    <a:cubicBezTo>
                      <a:pt x="135" y="15"/>
                      <a:pt x="135" y="15"/>
                      <a:pt x="135" y="15"/>
                    </a:cubicBezTo>
                    <a:cubicBezTo>
                      <a:pt x="134" y="13"/>
                      <a:pt x="131" y="13"/>
                      <a:pt x="129" y="14"/>
                    </a:cubicBezTo>
                    <a:cubicBezTo>
                      <a:pt x="105" y="25"/>
                      <a:pt x="105" y="25"/>
                      <a:pt x="105" y="25"/>
                    </a:cubicBezTo>
                    <a:cubicBezTo>
                      <a:pt x="103" y="26"/>
                      <a:pt x="102" y="28"/>
                      <a:pt x="103" y="30"/>
                    </a:cubicBezTo>
                    <a:cubicBezTo>
                      <a:pt x="110" y="55"/>
                      <a:pt x="110" y="55"/>
                      <a:pt x="110" y="55"/>
                    </a:cubicBezTo>
                    <a:cubicBezTo>
                      <a:pt x="101" y="61"/>
                      <a:pt x="92" y="68"/>
                      <a:pt x="84" y="76"/>
                    </a:cubicBezTo>
                    <a:cubicBezTo>
                      <a:pt x="61" y="62"/>
                      <a:pt x="61" y="62"/>
                      <a:pt x="61" y="62"/>
                    </a:cubicBezTo>
                    <a:cubicBezTo>
                      <a:pt x="60" y="61"/>
                      <a:pt x="57" y="61"/>
                      <a:pt x="56" y="63"/>
                    </a:cubicBezTo>
                    <a:cubicBezTo>
                      <a:pt x="39" y="83"/>
                      <a:pt x="39" y="83"/>
                      <a:pt x="39" y="83"/>
                    </a:cubicBezTo>
                    <a:cubicBezTo>
                      <a:pt x="37" y="85"/>
                      <a:pt x="37" y="88"/>
                      <a:pt x="39" y="89"/>
                    </a:cubicBezTo>
                    <a:cubicBezTo>
                      <a:pt x="56" y="109"/>
                      <a:pt x="56" y="109"/>
                      <a:pt x="56" y="109"/>
                    </a:cubicBezTo>
                    <a:cubicBezTo>
                      <a:pt x="50" y="118"/>
                      <a:pt x="45" y="128"/>
                      <a:pt x="41" y="139"/>
                    </a:cubicBezTo>
                    <a:cubicBezTo>
                      <a:pt x="15" y="136"/>
                      <a:pt x="15" y="136"/>
                      <a:pt x="15" y="136"/>
                    </a:cubicBezTo>
                    <a:cubicBezTo>
                      <a:pt x="13" y="135"/>
                      <a:pt x="10" y="137"/>
                      <a:pt x="10" y="139"/>
                    </a:cubicBezTo>
                    <a:cubicBezTo>
                      <a:pt x="3" y="165"/>
                      <a:pt x="3" y="165"/>
                      <a:pt x="3" y="165"/>
                    </a:cubicBezTo>
                    <a:cubicBezTo>
                      <a:pt x="2" y="167"/>
                      <a:pt x="4" y="169"/>
                      <a:pt x="6" y="170"/>
                    </a:cubicBezTo>
                    <a:cubicBezTo>
                      <a:pt x="30" y="180"/>
                      <a:pt x="30" y="180"/>
                      <a:pt x="30" y="180"/>
                    </a:cubicBezTo>
                    <a:cubicBezTo>
                      <a:pt x="29" y="188"/>
                      <a:pt x="28" y="196"/>
                      <a:pt x="28" y="204"/>
                    </a:cubicBezTo>
                    <a:cubicBezTo>
                      <a:pt x="28" y="207"/>
                      <a:pt x="28" y="211"/>
                      <a:pt x="28" y="214"/>
                    </a:cubicBezTo>
                    <a:cubicBezTo>
                      <a:pt x="3" y="222"/>
                      <a:pt x="3" y="222"/>
                      <a:pt x="3" y="222"/>
                    </a:cubicBezTo>
                    <a:cubicBezTo>
                      <a:pt x="2" y="223"/>
                      <a:pt x="0" y="225"/>
                      <a:pt x="1" y="227"/>
                    </a:cubicBezTo>
                    <a:cubicBezTo>
                      <a:pt x="5" y="253"/>
                      <a:pt x="5" y="253"/>
                      <a:pt x="5" y="253"/>
                    </a:cubicBezTo>
                    <a:cubicBezTo>
                      <a:pt x="6" y="256"/>
                      <a:pt x="8" y="257"/>
                      <a:pt x="10" y="257"/>
                    </a:cubicBezTo>
                    <a:cubicBezTo>
                      <a:pt x="36" y="256"/>
                      <a:pt x="36" y="256"/>
                      <a:pt x="36" y="256"/>
                    </a:cubicBezTo>
                    <a:cubicBezTo>
                      <a:pt x="41" y="272"/>
                      <a:pt x="48" y="286"/>
                      <a:pt x="56" y="300"/>
                    </a:cubicBezTo>
                    <a:cubicBezTo>
                      <a:pt x="39" y="319"/>
                      <a:pt x="39" y="319"/>
                      <a:pt x="39" y="319"/>
                    </a:cubicBezTo>
                    <a:cubicBezTo>
                      <a:pt x="37" y="321"/>
                      <a:pt x="37" y="323"/>
                      <a:pt x="39" y="325"/>
                    </a:cubicBezTo>
                    <a:cubicBezTo>
                      <a:pt x="56" y="345"/>
                      <a:pt x="56" y="345"/>
                      <a:pt x="56" y="345"/>
                    </a:cubicBezTo>
                    <a:cubicBezTo>
                      <a:pt x="57" y="347"/>
                      <a:pt x="60" y="347"/>
                      <a:pt x="61" y="346"/>
                    </a:cubicBezTo>
                    <a:cubicBezTo>
                      <a:pt x="84" y="333"/>
                      <a:pt x="84" y="333"/>
                      <a:pt x="84" y="333"/>
                    </a:cubicBezTo>
                    <a:cubicBezTo>
                      <a:pt x="92" y="340"/>
                      <a:pt x="101" y="347"/>
                      <a:pt x="110" y="353"/>
                    </a:cubicBezTo>
                    <a:cubicBezTo>
                      <a:pt x="103" y="378"/>
                      <a:pt x="103" y="378"/>
                      <a:pt x="103" y="378"/>
                    </a:cubicBezTo>
                    <a:cubicBezTo>
                      <a:pt x="102" y="380"/>
                      <a:pt x="103" y="383"/>
                      <a:pt x="105" y="384"/>
                    </a:cubicBezTo>
                    <a:cubicBezTo>
                      <a:pt x="129" y="395"/>
                      <a:pt x="129" y="395"/>
                      <a:pt x="129" y="395"/>
                    </a:cubicBezTo>
                    <a:cubicBezTo>
                      <a:pt x="131" y="396"/>
                      <a:pt x="134" y="395"/>
                      <a:pt x="135" y="393"/>
                    </a:cubicBezTo>
                    <a:cubicBezTo>
                      <a:pt x="149" y="371"/>
                      <a:pt x="149" y="371"/>
                      <a:pt x="149" y="371"/>
                    </a:cubicBezTo>
                    <a:cubicBezTo>
                      <a:pt x="160" y="375"/>
                      <a:pt x="171" y="378"/>
                      <a:pt x="183" y="379"/>
                    </a:cubicBezTo>
                    <a:cubicBezTo>
                      <a:pt x="187" y="405"/>
                      <a:pt x="187" y="405"/>
                      <a:pt x="187" y="405"/>
                    </a:cubicBezTo>
                    <a:cubicBezTo>
                      <a:pt x="187" y="407"/>
                      <a:pt x="189" y="409"/>
                      <a:pt x="191" y="409"/>
                    </a:cubicBezTo>
                    <a:cubicBezTo>
                      <a:pt x="218" y="409"/>
                      <a:pt x="218" y="409"/>
                      <a:pt x="218" y="409"/>
                    </a:cubicBezTo>
                    <a:cubicBezTo>
                      <a:pt x="220" y="409"/>
                      <a:pt x="222" y="407"/>
                      <a:pt x="222" y="405"/>
                    </a:cubicBezTo>
                    <a:cubicBezTo>
                      <a:pt x="226" y="379"/>
                      <a:pt x="226" y="379"/>
                      <a:pt x="226" y="379"/>
                    </a:cubicBezTo>
                    <a:cubicBezTo>
                      <a:pt x="237" y="377"/>
                      <a:pt x="248" y="375"/>
                      <a:pt x="259" y="371"/>
                    </a:cubicBezTo>
                    <a:cubicBezTo>
                      <a:pt x="273" y="393"/>
                      <a:pt x="273" y="393"/>
                      <a:pt x="273" y="393"/>
                    </a:cubicBezTo>
                    <a:cubicBezTo>
                      <a:pt x="275" y="395"/>
                      <a:pt x="277" y="396"/>
                      <a:pt x="279" y="395"/>
                    </a:cubicBezTo>
                    <a:cubicBezTo>
                      <a:pt x="303" y="384"/>
                      <a:pt x="303" y="384"/>
                      <a:pt x="303" y="384"/>
                    </a:cubicBezTo>
                    <a:cubicBezTo>
                      <a:pt x="305" y="383"/>
                      <a:pt x="306" y="380"/>
                      <a:pt x="306" y="378"/>
                    </a:cubicBezTo>
                    <a:cubicBezTo>
                      <a:pt x="298" y="353"/>
                      <a:pt x="298" y="353"/>
                      <a:pt x="298" y="353"/>
                    </a:cubicBezTo>
                    <a:cubicBezTo>
                      <a:pt x="307" y="347"/>
                      <a:pt x="316" y="340"/>
                      <a:pt x="324" y="333"/>
                    </a:cubicBezTo>
                    <a:cubicBezTo>
                      <a:pt x="347" y="346"/>
                      <a:pt x="347" y="346"/>
                      <a:pt x="347" y="346"/>
                    </a:cubicBezTo>
                    <a:cubicBezTo>
                      <a:pt x="349" y="347"/>
                      <a:pt x="351" y="347"/>
                      <a:pt x="353" y="345"/>
                    </a:cubicBezTo>
                    <a:cubicBezTo>
                      <a:pt x="370" y="325"/>
                      <a:pt x="370" y="325"/>
                      <a:pt x="370" y="325"/>
                    </a:cubicBezTo>
                    <a:cubicBezTo>
                      <a:pt x="371" y="323"/>
                      <a:pt x="371" y="321"/>
                      <a:pt x="370" y="319"/>
                    </a:cubicBezTo>
                    <a:cubicBezTo>
                      <a:pt x="352" y="300"/>
                      <a:pt x="352" y="300"/>
                      <a:pt x="352" y="300"/>
                    </a:cubicBezTo>
                    <a:cubicBezTo>
                      <a:pt x="358" y="290"/>
                      <a:pt x="363" y="280"/>
                      <a:pt x="367" y="270"/>
                    </a:cubicBezTo>
                    <a:cubicBezTo>
                      <a:pt x="394" y="273"/>
                      <a:pt x="394" y="273"/>
                      <a:pt x="394" y="273"/>
                    </a:cubicBezTo>
                    <a:cubicBezTo>
                      <a:pt x="396" y="273"/>
                      <a:pt x="398" y="271"/>
                      <a:pt x="398" y="269"/>
                    </a:cubicBezTo>
                    <a:cubicBezTo>
                      <a:pt x="405" y="244"/>
                      <a:pt x="405" y="244"/>
                      <a:pt x="405" y="244"/>
                    </a:cubicBezTo>
                    <a:cubicBezTo>
                      <a:pt x="406" y="242"/>
                      <a:pt x="405" y="239"/>
                      <a:pt x="403" y="238"/>
                    </a:cubicBezTo>
                    <a:cubicBezTo>
                      <a:pt x="378" y="228"/>
                      <a:pt x="378" y="228"/>
                      <a:pt x="378" y="228"/>
                    </a:cubicBezTo>
                    <a:cubicBezTo>
                      <a:pt x="380" y="220"/>
                      <a:pt x="380" y="212"/>
                      <a:pt x="380" y="204"/>
                    </a:cubicBezTo>
                    <a:cubicBezTo>
                      <a:pt x="380" y="201"/>
                      <a:pt x="380" y="198"/>
                      <a:pt x="380" y="195"/>
                    </a:cubicBezTo>
                    <a:cubicBezTo>
                      <a:pt x="405" y="186"/>
                      <a:pt x="405" y="186"/>
                      <a:pt x="405" y="186"/>
                    </a:cubicBezTo>
                    <a:cubicBezTo>
                      <a:pt x="407" y="186"/>
                      <a:pt x="408" y="183"/>
                      <a:pt x="408" y="181"/>
                    </a:cubicBezTo>
                    <a:close/>
                    <a:moveTo>
                      <a:pt x="279" y="329"/>
                    </a:moveTo>
                    <a:cubicBezTo>
                      <a:pt x="270" y="334"/>
                      <a:pt x="261" y="338"/>
                      <a:pt x="252" y="342"/>
                    </a:cubicBezTo>
                    <a:cubicBezTo>
                      <a:pt x="241" y="345"/>
                      <a:pt x="230" y="348"/>
                      <a:pt x="219" y="349"/>
                    </a:cubicBezTo>
                    <a:cubicBezTo>
                      <a:pt x="214" y="349"/>
                      <a:pt x="209" y="350"/>
                      <a:pt x="204" y="350"/>
                    </a:cubicBezTo>
                    <a:cubicBezTo>
                      <a:pt x="199" y="350"/>
                      <a:pt x="194" y="349"/>
                      <a:pt x="189" y="349"/>
                    </a:cubicBezTo>
                    <a:cubicBezTo>
                      <a:pt x="178" y="348"/>
                      <a:pt x="167" y="345"/>
                      <a:pt x="156" y="342"/>
                    </a:cubicBezTo>
                    <a:cubicBezTo>
                      <a:pt x="147" y="338"/>
                      <a:pt x="138" y="334"/>
                      <a:pt x="130" y="329"/>
                    </a:cubicBezTo>
                    <a:cubicBezTo>
                      <a:pt x="120" y="323"/>
                      <a:pt x="111" y="316"/>
                      <a:pt x="103" y="308"/>
                    </a:cubicBezTo>
                    <a:cubicBezTo>
                      <a:pt x="93" y="299"/>
                      <a:pt x="84" y="288"/>
                      <a:pt x="77" y="275"/>
                    </a:cubicBezTo>
                    <a:cubicBezTo>
                      <a:pt x="74" y="269"/>
                      <a:pt x="71" y="263"/>
                      <a:pt x="68" y="256"/>
                    </a:cubicBezTo>
                    <a:cubicBezTo>
                      <a:pt x="63" y="243"/>
                      <a:pt x="60" y="229"/>
                      <a:pt x="59" y="215"/>
                    </a:cubicBezTo>
                    <a:cubicBezTo>
                      <a:pt x="59" y="211"/>
                      <a:pt x="59" y="208"/>
                      <a:pt x="59" y="204"/>
                    </a:cubicBezTo>
                    <a:cubicBezTo>
                      <a:pt x="59" y="196"/>
                      <a:pt x="59" y="188"/>
                      <a:pt x="60" y="181"/>
                    </a:cubicBezTo>
                    <a:cubicBezTo>
                      <a:pt x="62" y="171"/>
                      <a:pt x="65" y="162"/>
                      <a:pt x="68" y="153"/>
                    </a:cubicBezTo>
                    <a:cubicBezTo>
                      <a:pt x="72" y="142"/>
                      <a:pt x="77" y="132"/>
                      <a:pt x="84" y="122"/>
                    </a:cubicBezTo>
                    <a:cubicBezTo>
                      <a:pt x="89" y="114"/>
                      <a:pt x="96" y="107"/>
                      <a:pt x="103" y="100"/>
                    </a:cubicBezTo>
                    <a:cubicBezTo>
                      <a:pt x="111" y="92"/>
                      <a:pt x="120" y="85"/>
                      <a:pt x="130" y="79"/>
                    </a:cubicBezTo>
                    <a:cubicBezTo>
                      <a:pt x="138" y="74"/>
                      <a:pt x="147" y="70"/>
                      <a:pt x="156" y="67"/>
                    </a:cubicBezTo>
                    <a:cubicBezTo>
                      <a:pt x="167" y="63"/>
                      <a:pt x="178" y="61"/>
                      <a:pt x="189" y="59"/>
                    </a:cubicBezTo>
                    <a:cubicBezTo>
                      <a:pt x="194" y="59"/>
                      <a:pt x="199" y="59"/>
                      <a:pt x="204" y="59"/>
                    </a:cubicBezTo>
                    <a:cubicBezTo>
                      <a:pt x="209" y="59"/>
                      <a:pt x="214" y="59"/>
                      <a:pt x="219" y="59"/>
                    </a:cubicBezTo>
                    <a:cubicBezTo>
                      <a:pt x="230" y="61"/>
                      <a:pt x="241" y="63"/>
                      <a:pt x="252" y="67"/>
                    </a:cubicBezTo>
                    <a:cubicBezTo>
                      <a:pt x="261" y="70"/>
                      <a:pt x="270" y="74"/>
                      <a:pt x="279" y="79"/>
                    </a:cubicBezTo>
                    <a:cubicBezTo>
                      <a:pt x="288" y="85"/>
                      <a:pt x="297" y="92"/>
                      <a:pt x="306" y="100"/>
                    </a:cubicBezTo>
                    <a:cubicBezTo>
                      <a:pt x="316" y="110"/>
                      <a:pt x="324" y="121"/>
                      <a:pt x="331" y="133"/>
                    </a:cubicBezTo>
                    <a:cubicBezTo>
                      <a:pt x="335" y="139"/>
                      <a:pt x="338" y="146"/>
                      <a:pt x="340" y="153"/>
                    </a:cubicBezTo>
                    <a:cubicBezTo>
                      <a:pt x="345" y="165"/>
                      <a:pt x="348" y="179"/>
                      <a:pt x="349" y="193"/>
                    </a:cubicBezTo>
                    <a:cubicBezTo>
                      <a:pt x="349" y="197"/>
                      <a:pt x="350" y="201"/>
                      <a:pt x="350" y="204"/>
                    </a:cubicBezTo>
                    <a:cubicBezTo>
                      <a:pt x="350" y="212"/>
                      <a:pt x="349" y="220"/>
                      <a:pt x="348" y="228"/>
                    </a:cubicBezTo>
                    <a:cubicBezTo>
                      <a:pt x="346" y="237"/>
                      <a:pt x="344" y="247"/>
                      <a:pt x="340" y="256"/>
                    </a:cubicBezTo>
                    <a:cubicBezTo>
                      <a:pt x="336" y="267"/>
                      <a:pt x="331" y="277"/>
                      <a:pt x="324" y="286"/>
                    </a:cubicBezTo>
                    <a:cubicBezTo>
                      <a:pt x="319" y="294"/>
                      <a:pt x="313" y="302"/>
                      <a:pt x="306" y="308"/>
                    </a:cubicBezTo>
                    <a:cubicBezTo>
                      <a:pt x="297" y="316"/>
                      <a:pt x="288" y="323"/>
                      <a:pt x="279" y="32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1" name="Freeform 30"/>
              <p:cNvSpPr>
                <a:spLocks/>
              </p:cNvSpPr>
              <p:nvPr/>
            </p:nvSpPr>
            <p:spPr bwMode="auto">
              <a:xfrm>
                <a:off x="3346097" y="2072128"/>
                <a:ext cx="372621" cy="372622"/>
              </a:xfrm>
              <a:custGeom>
                <a:avLst/>
                <a:gdLst/>
                <a:ahLst/>
                <a:cxnLst>
                  <a:cxn ang="0">
                    <a:pos x="236" y="109"/>
                  </a:cxn>
                  <a:cxn ang="0">
                    <a:pos x="229" y="76"/>
                  </a:cxn>
                  <a:cxn ang="0">
                    <a:pos x="221" y="60"/>
                  </a:cxn>
                  <a:cxn ang="0">
                    <a:pos x="201" y="33"/>
                  </a:cxn>
                  <a:cxn ang="0">
                    <a:pos x="179" y="17"/>
                  </a:cxn>
                  <a:cxn ang="0">
                    <a:pos x="157" y="7"/>
                  </a:cxn>
                  <a:cxn ang="0">
                    <a:pos x="130" y="1"/>
                  </a:cxn>
                  <a:cxn ang="0">
                    <a:pos x="118" y="0"/>
                  </a:cxn>
                  <a:cxn ang="0">
                    <a:pos x="106" y="1"/>
                  </a:cxn>
                  <a:cxn ang="0">
                    <a:pos x="79" y="7"/>
                  </a:cxn>
                  <a:cxn ang="0">
                    <a:pos x="58" y="17"/>
                  </a:cxn>
                  <a:cxn ang="0">
                    <a:pos x="36" y="33"/>
                  </a:cxn>
                  <a:cxn ang="0">
                    <a:pos x="20" y="52"/>
                  </a:cxn>
                  <a:cxn ang="0">
                    <a:pos x="8" y="76"/>
                  </a:cxn>
                  <a:cxn ang="0">
                    <a:pos x="1" y="99"/>
                  </a:cxn>
                  <a:cxn ang="0">
                    <a:pos x="0" y="118"/>
                  </a:cxn>
                  <a:cxn ang="0">
                    <a:pos x="0" y="127"/>
                  </a:cxn>
                  <a:cxn ang="0">
                    <a:pos x="8" y="160"/>
                  </a:cxn>
                  <a:cxn ang="0">
                    <a:pos x="15" y="176"/>
                  </a:cxn>
                  <a:cxn ang="0">
                    <a:pos x="36" y="203"/>
                  </a:cxn>
                  <a:cxn ang="0">
                    <a:pos x="58" y="220"/>
                  </a:cxn>
                  <a:cxn ang="0">
                    <a:pos x="79" y="230"/>
                  </a:cxn>
                  <a:cxn ang="0">
                    <a:pos x="106" y="236"/>
                  </a:cxn>
                  <a:cxn ang="0">
                    <a:pos x="118" y="236"/>
                  </a:cxn>
                  <a:cxn ang="0">
                    <a:pos x="130" y="236"/>
                  </a:cxn>
                  <a:cxn ang="0">
                    <a:pos x="157" y="230"/>
                  </a:cxn>
                  <a:cxn ang="0">
                    <a:pos x="179" y="220"/>
                  </a:cxn>
                  <a:cxn ang="0">
                    <a:pos x="201" y="203"/>
                  </a:cxn>
                  <a:cxn ang="0">
                    <a:pos x="216" y="185"/>
                  </a:cxn>
                  <a:cxn ang="0">
                    <a:pos x="229" y="160"/>
                  </a:cxn>
                  <a:cxn ang="0">
                    <a:pos x="235" y="137"/>
                  </a:cxn>
                  <a:cxn ang="0">
                    <a:pos x="236" y="118"/>
                  </a:cxn>
                  <a:cxn ang="0">
                    <a:pos x="236" y="109"/>
                  </a:cxn>
                </a:cxnLst>
                <a:rect l="0" t="0" r="r" b="b"/>
                <a:pathLst>
                  <a:path w="236" h="236">
                    <a:moveTo>
                      <a:pt x="236" y="109"/>
                    </a:moveTo>
                    <a:cubicBezTo>
                      <a:pt x="235" y="98"/>
                      <a:pt x="233" y="87"/>
                      <a:pt x="229" y="76"/>
                    </a:cubicBezTo>
                    <a:cubicBezTo>
                      <a:pt x="227" y="71"/>
                      <a:pt x="224" y="66"/>
                      <a:pt x="221" y="60"/>
                    </a:cubicBezTo>
                    <a:cubicBezTo>
                      <a:pt x="216" y="51"/>
                      <a:pt x="209" y="41"/>
                      <a:pt x="201" y="33"/>
                    </a:cubicBezTo>
                    <a:cubicBezTo>
                      <a:pt x="194" y="27"/>
                      <a:pt x="187" y="21"/>
                      <a:pt x="179" y="17"/>
                    </a:cubicBezTo>
                    <a:cubicBezTo>
                      <a:pt x="172" y="13"/>
                      <a:pt x="165" y="9"/>
                      <a:pt x="157" y="7"/>
                    </a:cubicBezTo>
                    <a:cubicBezTo>
                      <a:pt x="148" y="4"/>
                      <a:pt x="139" y="2"/>
                      <a:pt x="130" y="1"/>
                    </a:cubicBezTo>
                    <a:cubicBezTo>
                      <a:pt x="126" y="0"/>
                      <a:pt x="122" y="0"/>
                      <a:pt x="118" y="0"/>
                    </a:cubicBezTo>
                    <a:cubicBezTo>
                      <a:pt x="114" y="0"/>
                      <a:pt x="110" y="0"/>
                      <a:pt x="106" y="1"/>
                    </a:cubicBezTo>
                    <a:cubicBezTo>
                      <a:pt x="97" y="2"/>
                      <a:pt x="88" y="4"/>
                      <a:pt x="79" y="7"/>
                    </a:cubicBezTo>
                    <a:cubicBezTo>
                      <a:pt x="72" y="9"/>
                      <a:pt x="64" y="13"/>
                      <a:pt x="58" y="17"/>
                    </a:cubicBezTo>
                    <a:cubicBezTo>
                      <a:pt x="50" y="21"/>
                      <a:pt x="42" y="27"/>
                      <a:pt x="36" y="33"/>
                    </a:cubicBezTo>
                    <a:cubicBezTo>
                      <a:pt x="30" y="39"/>
                      <a:pt x="25" y="45"/>
                      <a:pt x="20" y="52"/>
                    </a:cubicBezTo>
                    <a:cubicBezTo>
                      <a:pt x="15" y="59"/>
                      <a:pt x="11" y="68"/>
                      <a:pt x="8" y="76"/>
                    </a:cubicBezTo>
                    <a:cubicBezTo>
                      <a:pt x="5" y="84"/>
                      <a:pt x="3" y="91"/>
                      <a:pt x="1" y="99"/>
                    </a:cubicBezTo>
                    <a:cubicBezTo>
                      <a:pt x="0" y="105"/>
                      <a:pt x="0" y="112"/>
                      <a:pt x="0" y="118"/>
                    </a:cubicBezTo>
                    <a:cubicBezTo>
                      <a:pt x="0" y="121"/>
                      <a:pt x="0" y="124"/>
                      <a:pt x="0" y="127"/>
                    </a:cubicBezTo>
                    <a:cubicBezTo>
                      <a:pt x="1" y="139"/>
                      <a:pt x="4" y="150"/>
                      <a:pt x="8" y="160"/>
                    </a:cubicBezTo>
                    <a:cubicBezTo>
                      <a:pt x="10" y="166"/>
                      <a:pt x="12" y="171"/>
                      <a:pt x="15" y="176"/>
                    </a:cubicBezTo>
                    <a:cubicBezTo>
                      <a:pt x="21" y="186"/>
                      <a:pt x="28" y="195"/>
                      <a:pt x="36" y="203"/>
                    </a:cubicBezTo>
                    <a:cubicBezTo>
                      <a:pt x="42" y="209"/>
                      <a:pt x="50" y="215"/>
                      <a:pt x="58" y="220"/>
                    </a:cubicBezTo>
                    <a:cubicBezTo>
                      <a:pt x="64" y="224"/>
                      <a:pt x="72" y="227"/>
                      <a:pt x="79" y="230"/>
                    </a:cubicBezTo>
                    <a:cubicBezTo>
                      <a:pt x="88" y="233"/>
                      <a:pt x="97" y="235"/>
                      <a:pt x="106" y="236"/>
                    </a:cubicBezTo>
                    <a:cubicBezTo>
                      <a:pt x="110" y="236"/>
                      <a:pt x="114" y="236"/>
                      <a:pt x="118" y="236"/>
                    </a:cubicBezTo>
                    <a:cubicBezTo>
                      <a:pt x="122" y="236"/>
                      <a:pt x="126" y="236"/>
                      <a:pt x="130" y="236"/>
                    </a:cubicBezTo>
                    <a:cubicBezTo>
                      <a:pt x="139" y="235"/>
                      <a:pt x="148" y="233"/>
                      <a:pt x="157" y="230"/>
                    </a:cubicBezTo>
                    <a:cubicBezTo>
                      <a:pt x="165" y="227"/>
                      <a:pt x="172" y="224"/>
                      <a:pt x="179" y="220"/>
                    </a:cubicBezTo>
                    <a:cubicBezTo>
                      <a:pt x="187" y="215"/>
                      <a:pt x="194" y="209"/>
                      <a:pt x="201" y="203"/>
                    </a:cubicBezTo>
                    <a:cubicBezTo>
                      <a:pt x="206" y="197"/>
                      <a:pt x="211" y="191"/>
                      <a:pt x="216" y="185"/>
                    </a:cubicBezTo>
                    <a:cubicBezTo>
                      <a:pt x="221" y="177"/>
                      <a:pt x="225" y="169"/>
                      <a:pt x="229" y="160"/>
                    </a:cubicBezTo>
                    <a:cubicBezTo>
                      <a:pt x="231" y="153"/>
                      <a:pt x="234" y="145"/>
                      <a:pt x="235" y="137"/>
                    </a:cubicBezTo>
                    <a:cubicBezTo>
                      <a:pt x="236" y="131"/>
                      <a:pt x="236" y="125"/>
                      <a:pt x="236" y="118"/>
                    </a:cubicBezTo>
                    <a:cubicBezTo>
                      <a:pt x="236" y="115"/>
                      <a:pt x="236" y="112"/>
                      <a:pt x="236" y="10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2" name="Freeform 31"/>
              <p:cNvSpPr>
                <a:spLocks noEditPoints="1"/>
              </p:cNvSpPr>
              <p:nvPr/>
            </p:nvSpPr>
            <p:spPr bwMode="auto">
              <a:xfrm>
                <a:off x="3849423" y="2170730"/>
                <a:ext cx="482688" cy="487274"/>
              </a:xfrm>
              <a:custGeom>
                <a:avLst/>
                <a:gdLst/>
                <a:ahLst/>
                <a:cxnLst>
                  <a:cxn ang="0">
                    <a:pos x="300" y="109"/>
                  </a:cxn>
                  <a:cxn ang="0">
                    <a:pos x="276" y="108"/>
                  </a:cxn>
                  <a:cxn ang="0">
                    <a:pos x="272" y="61"/>
                  </a:cxn>
                  <a:cxn ang="0">
                    <a:pos x="258" y="42"/>
                  </a:cxn>
                  <a:cxn ang="0">
                    <a:pos x="238" y="53"/>
                  </a:cxn>
                  <a:cxn ang="0">
                    <a:pos x="222" y="19"/>
                  </a:cxn>
                  <a:cxn ang="0">
                    <a:pos x="201" y="8"/>
                  </a:cxn>
                  <a:cxn ang="0">
                    <a:pos x="187" y="26"/>
                  </a:cxn>
                  <a:cxn ang="0">
                    <a:pos x="158" y="3"/>
                  </a:cxn>
                  <a:cxn ang="0">
                    <a:pos x="134" y="1"/>
                  </a:cxn>
                  <a:cxn ang="0">
                    <a:pos x="129" y="24"/>
                  </a:cxn>
                  <a:cxn ang="0">
                    <a:pos x="93" y="15"/>
                  </a:cxn>
                  <a:cxn ang="0">
                    <a:pos x="71" y="23"/>
                  </a:cxn>
                  <a:cxn ang="0">
                    <a:pos x="76" y="46"/>
                  </a:cxn>
                  <a:cxn ang="0">
                    <a:pos x="40" y="53"/>
                  </a:cxn>
                  <a:cxn ang="0">
                    <a:pos x="24" y="70"/>
                  </a:cxn>
                  <a:cxn ang="0">
                    <a:pos x="38" y="88"/>
                  </a:cxn>
                  <a:cxn ang="0">
                    <a:pos x="8" y="110"/>
                  </a:cxn>
                  <a:cxn ang="0">
                    <a:pos x="0" y="132"/>
                  </a:cxn>
                  <a:cxn ang="0">
                    <a:pos x="21" y="142"/>
                  </a:cxn>
                  <a:cxn ang="0">
                    <a:pos x="21" y="168"/>
                  </a:cxn>
                  <a:cxn ang="0">
                    <a:pos x="1" y="179"/>
                  </a:cxn>
                  <a:cxn ang="0">
                    <a:pos x="9" y="201"/>
                  </a:cxn>
                  <a:cxn ang="0">
                    <a:pos x="45" y="231"/>
                  </a:cxn>
                  <a:cxn ang="0">
                    <a:pos x="33" y="251"/>
                  </a:cxn>
                  <a:cxn ang="0">
                    <a:pos x="51" y="266"/>
                  </a:cxn>
                  <a:cxn ang="0">
                    <a:pos x="88" y="269"/>
                  </a:cxn>
                  <a:cxn ang="0">
                    <a:pos x="85" y="292"/>
                  </a:cxn>
                  <a:cxn ang="0">
                    <a:pos x="108" y="298"/>
                  </a:cxn>
                  <a:cxn ang="0">
                    <a:pos x="143" y="285"/>
                  </a:cxn>
                  <a:cxn ang="0">
                    <a:pos x="151" y="307"/>
                  </a:cxn>
                  <a:cxn ang="0">
                    <a:pos x="174" y="303"/>
                  </a:cxn>
                  <a:cxn ang="0">
                    <a:pos x="200" y="277"/>
                  </a:cxn>
                  <a:cxn ang="0">
                    <a:pos x="216" y="294"/>
                  </a:cxn>
                  <a:cxn ang="0">
                    <a:pos x="235" y="280"/>
                  </a:cxn>
                  <a:cxn ang="0">
                    <a:pos x="248" y="245"/>
                  </a:cxn>
                  <a:cxn ang="0">
                    <a:pos x="269" y="254"/>
                  </a:cxn>
                  <a:cxn ang="0">
                    <a:pos x="281" y="234"/>
                  </a:cxn>
                  <a:cxn ang="0">
                    <a:pos x="277" y="197"/>
                  </a:cxn>
                  <a:cxn ang="0">
                    <a:pos x="300" y="195"/>
                  </a:cxn>
                  <a:cxn ang="0">
                    <a:pos x="303" y="172"/>
                  </a:cxn>
                  <a:cxn ang="0">
                    <a:pos x="284" y="147"/>
                  </a:cxn>
                  <a:cxn ang="0">
                    <a:pos x="302" y="132"/>
                  </a:cxn>
                  <a:cxn ang="0">
                    <a:pos x="213" y="245"/>
                  </a:cxn>
                  <a:cxn ang="0">
                    <a:pos x="169" y="262"/>
                  </a:cxn>
                  <a:cxn ang="0">
                    <a:pos x="147" y="263"/>
                  </a:cxn>
                  <a:cxn ang="0">
                    <a:pos x="101" y="250"/>
                  </a:cxn>
                  <a:cxn ang="0">
                    <a:pos x="60" y="212"/>
                  </a:cxn>
                  <a:cxn ang="0">
                    <a:pos x="44" y="167"/>
                  </a:cxn>
                  <a:cxn ang="0">
                    <a:pos x="44" y="142"/>
                  </a:cxn>
                  <a:cxn ang="0">
                    <a:pos x="59" y="97"/>
                  </a:cxn>
                  <a:cxn ang="0">
                    <a:pos x="92" y="63"/>
                  </a:cxn>
                  <a:cxn ang="0">
                    <a:pos x="136" y="46"/>
                  </a:cxn>
                  <a:cxn ang="0">
                    <a:pos x="158" y="45"/>
                  </a:cxn>
                  <a:cxn ang="0">
                    <a:pos x="203" y="57"/>
                  </a:cxn>
                  <a:cxn ang="0">
                    <a:pos x="245" y="95"/>
                  </a:cxn>
                  <a:cxn ang="0">
                    <a:pos x="261" y="140"/>
                  </a:cxn>
                  <a:cxn ang="0">
                    <a:pos x="261" y="166"/>
                  </a:cxn>
                  <a:cxn ang="0">
                    <a:pos x="246" y="210"/>
                  </a:cxn>
                  <a:cxn ang="0">
                    <a:pos x="213" y="245"/>
                  </a:cxn>
                </a:cxnLst>
                <a:rect l="0" t="0" r="r" b="b"/>
                <a:pathLst>
                  <a:path w="305" h="308">
                    <a:moveTo>
                      <a:pt x="304" y="129"/>
                    </a:moveTo>
                    <a:cubicBezTo>
                      <a:pt x="300" y="109"/>
                      <a:pt x="300" y="109"/>
                      <a:pt x="300" y="109"/>
                    </a:cubicBezTo>
                    <a:cubicBezTo>
                      <a:pt x="299" y="108"/>
                      <a:pt x="298" y="106"/>
                      <a:pt x="296" y="107"/>
                    </a:cubicBezTo>
                    <a:cubicBezTo>
                      <a:pt x="276" y="108"/>
                      <a:pt x="276" y="108"/>
                      <a:pt x="276" y="108"/>
                    </a:cubicBezTo>
                    <a:cubicBezTo>
                      <a:pt x="272" y="97"/>
                      <a:pt x="267" y="86"/>
                      <a:pt x="260" y="77"/>
                    </a:cubicBezTo>
                    <a:cubicBezTo>
                      <a:pt x="272" y="61"/>
                      <a:pt x="272" y="61"/>
                      <a:pt x="272" y="61"/>
                    </a:cubicBezTo>
                    <a:cubicBezTo>
                      <a:pt x="273" y="60"/>
                      <a:pt x="273" y="58"/>
                      <a:pt x="272" y="57"/>
                    </a:cubicBezTo>
                    <a:cubicBezTo>
                      <a:pt x="258" y="42"/>
                      <a:pt x="258" y="42"/>
                      <a:pt x="258" y="42"/>
                    </a:cubicBezTo>
                    <a:cubicBezTo>
                      <a:pt x="257" y="41"/>
                      <a:pt x="255" y="41"/>
                      <a:pt x="254" y="42"/>
                    </a:cubicBezTo>
                    <a:cubicBezTo>
                      <a:pt x="238" y="53"/>
                      <a:pt x="238" y="53"/>
                      <a:pt x="238" y="53"/>
                    </a:cubicBezTo>
                    <a:cubicBezTo>
                      <a:pt x="231" y="47"/>
                      <a:pt x="224" y="43"/>
                      <a:pt x="217" y="38"/>
                    </a:cubicBezTo>
                    <a:cubicBezTo>
                      <a:pt x="222" y="19"/>
                      <a:pt x="222" y="19"/>
                      <a:pt x="222" y="19"/>
                    </a:cubicBezTo>
                    <a:cubicBezTo>
                      <a:pt x="222" y="18"/>
                      <a:pt x="221" y="16"/>
                      <a:pt x="220" y="15"/>
                    </a:cubicBezTo>
                    <a:cubicBezTo>
                      <a:pt x="201" y="8"/>
                      <a:pt x="201" y="8"/>
                      <a:pt x="201" y="8"/>
                    </a:cubicBezTo>
                    <a:cubicBezTo>
                      <a:pt x="200" y="7"/>
                      <a:pt x="198" y="8"/>
                      <a:pt x="197" y="9"/>
                    </a:cubicBezTo>
                    <a:cubicBezTo>
                      <a:pt x="187" y="26"/>
                      <a:pt x="187" y="26"/>
                      <a:pt x="187" y="26"/>
                    </a:cubicBezTo>
                    <a:cubicBezTo>
                      <a:pt x="179" y="24"/>
                      <a:pt x="170" y="22"/>
                      <a:pt x="162" y="22"/>
                    </a:cubicBezTo>
                    <a:cubicBezTo>
                      <a:pt x="158" y="3"/>
                      <a:pt x="158" y="3"/>
                      <a:pt x="158" y="3"/>
                    </a:cubicBezTo>
                    <a:cubicBezTo>
                      <a:pt x="157" y="1"/>
                      <a:pt x="156" y="0"/>
                      <a:pt x="154" y="0"/>
                    </a:cubicBezTo>
                    <a:cubicBezTo>
                      <a:pt x="134" y="1"/>
                      <a:pt x="134" y="1"/>
                      <a:pt x="134" y="1"/>
                    </a:cubicBezTo>
                    <a:cubicBezTo>
                      <a:pt x="132" y="1"/>
                      <a:pt x="131" y="2"/>
                      <a:pt x="131" y="4"/>
                    </a:cubicBezTo>
                    <a:cubicBezTo>
                      <a:pt x="129" y="24"/>
                      <a:pt x="129" y="24"/>
                      <a:pt x="129" y="24"/>
                    </a:cubicBezTo>
                    <a:cubicBezTo>
                      <a:pt x="121" y="25"/>
                      <a:pt x="113" y="27"/>
                      <a:pt x="105" y="30"/>
                    </a:cubicBezTo>
                    <a:cubicBezTo>
                      <a:pt x="93" y="15"/>
                      <a:pt x="93" y="15"/>
                      <a:pt x="93" y="15"/>
                    </a:cubicBezTo>
                    <a:cubicBezTo>
                      <a:pt x="92" y="13"/>
                      <a:pt x="90" y="13"/>
                      <a:pt x="89" y="14"/>
                    </a:cubicBezTo>
                    <a:cubicBezTo>
                      <a:pt x="71" y="23"/>
                      <a:pt x="71" y="23"/>
                      <a:pt x="71" y="23"/>
                    </a:cubicBezTo>
                    <a:cubicBezTo>
                      <a:pt x="70" y="24"/>
                      <a:pt x="69" y="26"/>
                      <a:pt x="70" y="27"/>
                    </a:cubicBezTo>
                    <a:cubicBezTo>
                      <a:pt x="76" y="46"/>
                      <a:pt x="76" y="46"/>
                      <a:pt x="76" y="46"/>
                    </a:cubicBezTo>
                    <a:cubicBezTo>
                      <a:pt x="70" y="50"/>
                      <a:pt x="63" y="56"/>
                      <a:pt x="57" y="62"/>
                    </a:cubicBezTo>
                    <a:cubicBezTo>
                      <a:pt x="40" y="53"/>
                      <a:pt x="40" y="53"/>
                      <a:pt x="40" y="53"/>
                    </a:cubicBezTo>
                    <a:cubicBezTo>
                      <a:pt x="39" y="52"/>
                      <a:pt x="37" y="52"/>
                      <a:pt x="36" y="54"/>
                    </a:cubicBezTo>
                    <a:cubicBezTo>
                      <a:pt x="24" y="70"/>
                      <a:pt x="24" y="70"/>
                      <a:pt x="24" y="70"/>
                    </a:cubicBezTo>
                    <a:cubicBezTo>
                      <a:pt x="23" y="71"/>
                      <a:pt x="23" y="73"/>
                      <a:pt x="24" y="74"/>
                    </a:cubicBezTo>
                    <a:cubicBezTo>
                      <a:pt x="38" y="88"/>
                      <a:pt x="38" y="88"/>
                      <a:pt x="38" y="88"/>
                    </a:cubicBezTo>
                    <a:cubicBezTo>
                      <a:pt x="34" y="95"/>
                      <a:pt x="30" y="103"/>
                      <a:pt x="27" y="111"/>
                    </a:cubicBezTo>
                    <a:cubicBezTo>
                      <a:pt x="8" y="110"/>
                      <a:pt x="8" y="110"/>
                      <a:pt x="8" y="110"/>
                    </a:cubicBezTo>
                    <a:cubicBezTo>
                      <a:pt x="6" y="110"/>
                      <a:pt x="5" y="111"/>
                      <a:pt x="4" y="112"/>
                    </a:cubicBezTo>
                    <a:cubicBezTo>
                      <a:pt x="0" y="132"/>
                      <a:pt x="0" y="132"/>
                      <a:pt x="0" y="132"/>
                    </a:cubicBezTo>
                    <a:cubicBezTo>
                      <a:pt x="0" y="133"/>
                      <a:pt x="1" y="135"/>
                      <a:pt x="2" y="136"/>
                    </a:cubicBezTo>
                    <a:cubicBezTo>
                      <a:pt x="21" y="142"/>
                      <a:pt x="21" y="142"/>
                      <a:pt x="21" y="142"/>
                    </a:cubicBezTo>
                    <a:cubicBezTo>
                      <a:pt x="20" y="148"/>
                      <a:pt x="20" y="154"/>
                      <a:pt x="20" y="160"/>
                    </a:cubicBezTo>
                    <a:cubicBezTo>
                      <a:pt x="21" y="163"/>
                      <a:pt x="21" y="165"/>
                      <a:pt x="21" y="168"/>
                    </a:cubicBezTo>
                    <a:cubicBezTo>
                      <a:pt x="3" y="175"/>
                      <a:pt x="3" y="175"/>
                      <a:pt x="3" y="175"/>
                    </a:cubicBezTo>
                    <a:cubicBezTo>
                      <a:pt x="1" y="175"/>
                      <a:pt x="0" y="177"/>
                      <a:pt x="1" y="179"/>
                    </a:cubicBezTo>
                    <a:cubicBezTo>
                      <a:pt x="5" y="198"/>
                      <a:pt x="5" y="198"/>
                      <a:pt x="5" y="198"/>
                    </a:cubicBezTo>
                    <a:cubicBezTo>
                      <a:pt x="5" y="200"/>
                      <a:pt x="7" y="201"/>
                      <a:pt x="9" y="201"/>
                    </a:cubicBezTo>
                    <a:cubicBezTo>
                      <a:pt x="28" y="199"/>
                      <a:pt x="28" y="199"/>
                      <a:pt x="28" y="199"/>
                    </a:cubicBezTo>
                    <a:cubicBezTo>
                      <a:pt x="33" y="211"/>
                      <a:pt x="38" y="221"/>
                      <a:pt x="45" y="231"/>
                    </a:cubicBezTo>
                    <a:cubicBezTo>
                      <a:pt x="33" y="246"/>
                      <a:pt x="33" y="246"/>
                      <a:pt x="33" y="246"/>
                    </a:cubicBezTo>
                    <a:cubicBezTo>
                      <a:pt x="32" y="247"/>
                      <a:pt x="32" y="249"/>
                      <a:pt x="33" y="251"/>
                    </a:cubicBezTo>
                    <a:cubicBezTo>
                      <a:pt x="47" y="265"/>
                      <a:pt x="47" y="265"/>
                      <a:pt x="47" y="265"/>
                    </a:cubicBezTo>
                    <a:cubicBezTo>
                      <a:pt x="48" y="266"/>
                      <a:pt x="50" y="267"/>
                      <a:pt x="51" y="266"/>
                    </a:cubicBezTo>
                    <a:cubicBezTo>
                      <a:pt x="67" y="255"/>
                      <a:pt x="67" y="255"/>
                      <a:pt x="67" y="255"/>
                    </a:cubicBezTo>
                    <a:cubicBezTo>
                      <a:pt x="74" y="260"/>
                      <a:pt x="81" y="265"/>
                      <a:pt x="88" y="269"/>
                    </a:cubicBezTo>
                    <a:cubicBezTo>
                      <a:pt x="83" y="288"/>
                      <a:pt x="83" y="288"/>
                      <a:pt x="83" y="288"/>
                    </a:cubicBezTo>
                    <a:cubicBezTo>
                      <a:pt x="83" y="290"/>
                      <a:pt x="84" y="291"/>
                      <a:pt x="85" y="292"/>
                    </a:cubicBezTo>
                    <a:cubicBezTo>
                      <a:pt x="104" y="300"/>
                      <a:pt x="104" y="300"/>
                      <a:pt x="104" y="300"/>
                    </a:cubicBezTo>
                    <a:cubicBezTo>
                      <a:pt x="105" y="300"/>
                      <a:pt x="107" y="299"/>
                      <a:pt x="108" y="298"/>
                    </a:cubicBezTo>
                    <a:cubicBezTo>
                      <a:pt x="118" y="281"/>
                      <a:pt x="118" y="281"/>
                      <a:pt x="118" y="281"/>
                    </a:cubicBezTo>
                    <a:cubicBezTo>
                      <a:pt x="126" y="283"/>
                      <a:pt x="135" y="285"/>
                      <a:pt x="143" y="285"/>
                    </a:cubicBezTo>
                    <a:cubicBezTo>
                      <a:pt x="147" y="305"/>
                      <a:pt x="147" y="305"/>
                      <a:pt x="147" y="305"/>
                    </a:cubicBezTo>
                    <a:cubicBezTo>
                      <a:pt x="148" y="306"/>
                      <a:pt x="149" y="308"/>
                      <a:pt x="151" y="307"/>
                    </a:cubicBezTo>
                    <a:cubicBezTo>
                      <a:pt x="171" y="306"/>
                      <a:pt x="171" y="306"/>
                      <a:pt x="171" y="306"/>
                    </a:cubicBezTo>
                    <a:cubicBezTo>
                      <a:pt x="172" y="306"/>
                      <a:pt x="174" y="305"/>
                      <a:pt x="174" y="303"/>
                    </a:cubicBezTo>
                    <a:cubicBezTo>
                      <a:pt x="176" y="284"/>
                      <a:pt x="176" y="284"/>
                      <a:pt x="176" y="284"/>
                    </a:cubicBezTo>
                    <a:cubicBezTo>
                      <a:pt x="184" y="282"/>
                      <a:pt x="192" y="280"/>
                      <a:pt x="200" y="277"/>
                    </a:cubicBezTo>
                    <a:cubicBezTo>
                      <a:pt x="212" y="293"/>
                      <a:pt x="212" y="293"/>
                      <a:pt x="212" y="293"/>
                    </a:cubicBezTo>
                    <a:cubicBezTo>
                      <a:pt x="213" y="294"/>
                      <a:pt x="214" y="294"/>
                      <a:pt x="216" y="294"/>
                    </a:cubicBezTo>
                    <a:cubicBezTo>
                      <a:pt x="234" y="284"/>
                      <a:pt x="234" y="284"/>
                      <a:pt x="234" y="284"/>
                    </a:cubicBezTo>
                    <a:cubicBezTo>
                      <a:pt x="235" y="284"/>
                      <a:pt x="236" y="282"/>
                      <a:pt x="235" y="280"/>
                    </a:cubicBezTo>
                    <a:cubicBezTo>
                      <a:pt x="228" y="262"/>
                      <a:pt x="228" y="262"/>
                      <a:pt x="228" y="262"/>
                    </a:cubicBezTo>
                    <a:cubicBezTo>
                      <a:pt x="235" y="257"/>
                      <a:pt x="242" y="251"/>
                      <a:pt x="248" y="245"/>
                    </a:cubicBezTo>
                    <a:cubicBezTo>
                      <a:pt x="265" y="255"/>
                      <a:pt x="265" y="255"/>
                      <a:pt x="265" y="255"/>
                    </a:cubicBezTo>
                    <a:cubicBezTo>
                      <a:pt x="266" y="255"/>
                      <a:pt x="268" y="255"/>
                      <a:pt x="269" y="254"/>
                    </a:cubicBezTo>
                    <a:cubicBezTo>
                      <a:pt x="281" y="238"/>
                      <a:pt x="281" y="238"/>
                      <a:pt x="281" y="238"/>
                    </a:cubicBezTo>
                    <a:cubicBezTo>
                      <a:pt x="282" y="237"/>
                      <a:pt x="282" y="235"/>
                      <a:pt x="281" y="234"/>
                    </a:cubicBezTo>
                    <a:cubicBezTo>
                      <a:pt x="267" y="219"/>
                      <a:pt x="267" y="219"/>
                      <a:pt x="267" y="219"/>
                    </a:cubicBezTo>
                    <a:cubicBezTo>
                      <a:pt x="271" y="212"/>
                      <a:pt x="275" y="205"/>
                      <a:pt x="277" y="197"/>
                    </a:cubicBezTo>
                    <a:cubicBezTo>
                      <a:pt x="297" y="198"/>
                      <a:pt x="297" y="198"/>
                      <a:pt x="297" y="198"/>
                    </a:cubicBezTo>
                    <a:cubicBezTo>
                      <a:pt x="299" y="198"/>
                      <a:pt x="300" y="197"/>
                      <a:pt x="300" y="195"/>
                    </a:cubicBezTo>
                    <a:cubicBezTo>
                      <a:pt x="305" y="176"/>
                      <a:pt x="305" y="176"/>
                      <a:pt x="305" y="176"/>
                    </a:cubicBezTo>
                    <a:cubicBezTo>
                      <a:pt x="305" y="174"/>
                      <a:pt x="304" y="172"/>
                      <a:pt x="303" y="172"/>
                    </a:cubicBezTo>
                    <a:cubicBezTo>
                      <a:pt x="284" y="165"/>
                      <a:pt x="284" y="165"/>
                      <a:pt x="284" y="165"/>
                    </a:cubicBezTo>
                    <a:cubicBezTo>
                      <a:pt x="285" y="159"/>
                      <a:pt x="285" y="153"/>
                      <a:pt x="284" y="147"/>
                    </a:cubicBezTo>
                    <a:cubicBezTo>
                      <a:pt x="284" y="145"/>
                      <a:pt x="284" y="142"/>
                      <a:pt x="284" y="140"/>
                    </a:cubicBezTo>
                    <a:cubicBezTo>
                      <a:pt x="302" y="132"/>
                      <a:pt x="302" y="132"/>
                      <a:pt x="302" y="132"/>
                    </a:cubicBezTo>
                    <a:cubicBezTo>
                      <a:pt x="304" y="132"/>
                      <a:pt x="305" y="130"/>
                      <a:pt x="304" y="129"/>
                    </a:cubicBezTo>
                    <a:close/>
                    <a:moveTo>
                      <a:pt x="213" y="245"/>
                    </a:moveTo>
                    <a:cubicBezTo>
                      <a:pt x="207" y="249"/>
                      <a:pt x="200" y="252"/>
                      <a:pt x="194" y="255"/>
                    </a:cubicBezTo>
                    <a:cubicBezTo>
                      <a:pt x="186" y="258"/>
                      <a:pt x="178" y="260"/>
                      <a:pt x="169" y="262"/>
                    </a:cubicBezTo>
                    <a:cubicBezTo>
                      <a:pt x="165" y="262"/>
                      <a:pt x="162" y="263"/>
                      <a:pt x="158" y="263"/>
                    </a:cubicBezTo>
                    <a:cubicBezTo>
                      <a:pt x="154" y="263"/>
                      <a:pt x="151" y="263"/>
                      <a:pt x="147" y="263"/>
                    </a:cubicBezTo>
                    <a:cubicBezTo>
                      <a:pt x="138" y="262"/>
                      <a:pt x="130" y="261"/>
                      <a:pt x="122" y="259"/>
                    </a:cubicBezTo>
                    <a:cubicBezTo>
                      <a:pt x="115" y="256"/>
                      <a:pt x="108" y="254"/>
                      <a:pt x="101" y="250"/>
                    </a:cubicBezTo>
                    <a:cubicBezTo>
                      <a:pt x="94" y="246"/>
                      <a:pt x="87" y="241"/>
                      <a:pt x="80" y="236"/>
                    </a:cubicBezTo>
                    <a:cubicBezTo>
                      <a:pt x="72" y="229"/>
                      <a:pt x="66" y="221"/>
                      <a:pt x="60" y="212"/>
                    </a:cubicBezTo>
                    <a:cubicBezTo>
                      <a:pt x="57" y="207"/>
                      <a:pt x="55" y="203"/>
                      <a:pt x="52" y="198"/>
                    </a:cubicBezTo>
                    <a:cubicBezTo>
                      <a:pt x="48" y="188"/>
                      <a:pt x="45" y="178"/>
                      <a:pt x="44" y="167"/>
                    </a:cubicBezTo>
                    <a:cubicBezTo>
                      <a:pt x="44" y="165"/>
                      <a:pt x="43" y="162"/>
                      <a:pt x="43" y="159"/>
                    </a:cubicBezTo>
                    <a:cubicBezTo>
                      <a:pt x="43" y="153"/>
                      <a:pt x="43" y="147"/>
                      <a:pt x="44" y="142"/>
                    </a:cubicBezTo>
                    <a:cubicBezTo>
                      <a:pt x="45" y="134"/>
                      <a:pt x="46" y="127"/>
                      <a:pt x="48" y="120"/>
                    </a:cubicBezTo>
                    <a:cubicBezTo>
                      <a:pt x="51" y="112"/>
                      <a:pt x="55" y="104"/>
                      <a:pt x="59" y="97"/>
                    </a:cubicBezTo>
                    <a:cubicBezTo>
                      <a:pt x="63" y="91"/>
                      <a:pt x="67" y="85"/>
                      <a:pt x="72" y="79"/>
                    </a:cubicBezTo>
                    <a:cubicBezTo>
                      <a:pt x="78" y="73"/>
                      <a:pt x="85" y="68"/>
                      <a:pt x="92" y="63"/>
                    </a:cubicBezTo>
                    <a:cubicBezTo>
                      <a:pt x="98" y="59"/>
                      <a:pt x="104" y="55"/>
                      <a:pt x="111" y="52"/>
                    </a:cubicBezTo>
                    <a:cubicBezTo>
                      <a:pt x="119" y="49"/>
                      <a:pt x="127" y="47"/>
                      <a:pt x="136" y="46"/>
                    </a:cubicBezTo>
                    <a:cubicBezTo>
                      <a:pt x="139" y="45"/>
                      <a:pt x="143" y="45"/>
                      <a:pt x="147" y="45"/>
                    </a:cubicBezTo>
                    <a:cubicBezTo>
                      <a:pt x="151" y="44"/>
                      <a:pt x="154" y="44"/>
                      <a:pt x="158" y="45"/>
                    </a:cubicBezTo>
                    <a:cubicBezTo>
                      <a:pt x="166" y="45"/>
                      <a:pt x="175" y="46"/>
                      <a:pt x="183" y="49"/>
                    </a:cubicBezTo>
                    <a:cubicBezTo>
                      <a:pt x="190" y="51"/>
                      <a:pt x="197" y="54"/>
                      <a:pt x="203" y="57"/>
                    </a:cubicBezTo>
                    <a:cubicBezTo>
                      <a:pt x="211" y="61"/>
                      <a:pt x="218" y="66"/>
                      <a:pt x="224" y="72"/>
                    </a:cubicBezTo>
                    <a:cubicBezTo>
                      <a:pt x="232" y="79"/>
                      <a:pt x="239" y="87"/>
                      <a:pt x="245" y="95"/>
                    </a:cubicBezTo>
                    <a:cubicBezTo>
                      <a:pt x="248" y="100"/>
                      <a:pt x="250" y="105"/>
                      <a:pt x="252" y="110"/>
                    </a:cubicBezTo>
                    <a:cubicBezTo>
                      <a:pt x="257" y="119"/>
                      <a:pt x="259" y="129"/>
                      <a:pt x="261" y="140"/>
                    </a:cubicBezTo>
                    <a:cubicBezTo>
                      <a:pt x="261" y="143"/>
                      <a:pt x="261" y="145"/>
                      <a:pt x="262" y="148"/>
                    </a:cubicBezTo>
                    <a:cubicBezTo>
                      <a:pt x="262" y="154"/>
                      <a:pt x="262" y="160"/>
                      <a:pt x="261" y="166"/>
                    </a:cubicBezTo>
                    <a:cubicBezTo>
                      <a:pt x="260" y="173"/>
                      <a:pt x="259" y="180"/>
                      <a:pt x="256" y="187"/>
                    </a:cubicBezTo>
                    <a:cubicBezTo>
                      <a:pt x="254" y="195"/>
                      <a:pt x="250" y="203"/>
                      <a:pt x="246" y="210"/>
                    </a:cubicBezTo>
                    <a:cubicBezTo>
                      <a:pt x="242" y="217"/>
                      <a:pt x="238" y="223"/>
                      <a:pt x="233" y="228"/>
                    </a:cubicBezTo>
                    <a:cubicBezTo>
                      <a:pt x="227" y="234"/>
                      <a:pt x="220" y="240"/>
                      <a:pt x="213" y="24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3" name="Freeform 32"/>
              <p:cNvSpPr>
                <a:spLocks/>
              </p:cNvSpPr>
              <p:nvPr/>
            </p:nvSpPr>
            <p:spPr bwMode="auto">
              <a:xfrm>
                <a:off x="3951464" y="2273917"/>
                <a:ext cx="279753" cy="279753"/>
              </a:xfrm>
              <a:custGeom>
                <a:avLst/>
                <a:gdLst/>
                <a:ahLst/>
                <a:cxnLst>
                  <a:cxn ang="0">
                    <a:pos x="176" y="78"/>
                  </a:cxn>
                  <a:cxn ang="0">
                    <a:pos x="170" y="53"/>
                  </a:cxn>
                  <a:cxn ang="0">
                    <a:pos x="164" y="41"/>
                  </a:cxn>
                  <a:cxn ang="0">
                    <a:pos x="147" y="22"/>
                  </a:cxn>
                  <a:cxn ang="0">
                    <a:pos x="130" y="10"/>
                  </a:cxn>
                  <a:cxn ang="0">
                    <a:pos x="113" y="4"/>
                  </a:cxn>
                  <a:cxn ang="0">
                    <a:pos x="93" y="0"/>
                  </a:cxn>
                  <a:cxn ang="0">
                    <a:pos x="84" y="0"/>
                  </a:cxn>
                  <a:cxn ang="0">
                    <a:pos x="75" y="1"/>
                  </a:cxn>
                  <a:cxn ang="0">
                    <a:pos x="55" y="7"/>
                  </a:cxn>
                  <a:cxn ang="0">
                    <a:pos x="39" y="15"/>
                  </a:cxn>
                  <a:cxn ang="0">
                    <a:pos x="23" y="28"/>
                  </a:cxn>
                  <a:cxn ang="0">
                    <a:pos x="13" y="43"/>
                  </a:cxn>
                  <a:cxn ang="0">
                    <a:pos x="4" y="62"/>
                  </a:cxn>
                  <a:cxn ang="0">
                    <a:pos x="0" y="79"/>
                  </a:cxn>
                  <a:cxn ang="0">
                    <a:pos x="0" y="93"/>
                  </a:cxn>
                  <a:cxn ang="0">
                    <a:pos x="0" y="100"/>
                  </a:cxn>
                  <a:cxn ang="0">
                    <a:pos x="7" y="124"/>
                  </a:cxn>
                  <a:cxn ang="0">
                    <a:pos x="13" y="136"/>
                  </a:cxn>
                  <a:cxn ang="0">
                    <a:pos x="30" y="155"/>
                  </a:cxn>
                  <a:cxn ang="0">
                    <a:pos x="47" y="167"/>
                  </a:cxn>
                  <a:cxn ang="0">
                    <a:pos x="63" y="174"/>
                  </a:cxn>
                  <a:cxn ang="0">
                    <a:pos x="84" y="177"/>
                  </a:cxn>
                  <a:cxn ang="0">
                    <a:pos x="93" y="177"/>
                  </a:cxn>
                  <a:cxn ang="0">
                    <a:pos x="102" y="176"/>
                  </a:cxn>
                  <a:cxn ang="0">
                    <a:pos x="122" y="171"/>
                  </a:cxn>
                  <a:cxn ang="0">
                    <a:pos x="138" y="162"/>
                  </a:cxn>
                  <a:cxn ang="0">
                    <a:pos x="153" y="149"/>
                  </a:cxn>
                  <a:cxn ang="0">
                    <a:pos x="164" y="135"/>
                  </a:cxn>
                  <a:cxn ang="0">
                    <a:pos x="173" y="116"/>
                  </a:cxn>
                  <a:cxn ang="0">
                    <a:pos x="177" y="98"/>
                  </a:cxn>
                  <a:cxn ang="0">
                    <a:pos x="177" y="84"/>
                  </a:cxn>
                  <a:cxn ang="0">
                    <a:pos x="176" y="78"/>
                  </a:cxn>
                </a:cxnLst>
                <a:rect l="0" t="0" r="r" b="b"/>
                <a:pathLst>
                  <a:path w="177" h="177">
                    <a:moveTo>
                      <a:pt x="176" y="78"/>
                    </a:moveTo>
                    <a:cubicBezTo>
                      <a:pt x="175" y="69"/>
                      <a:pt x="173" y="61"/>
                      <a:pt x="170" y="53"/>
                    </a:cubicBezTo>
                    <a:cubicBezTo>
                      <a:pt x="168" y="49"/>
                      <a:pt x="166" y="45"/>
                      <a:pt x="164" y="41"/>
                    </a:cubicBezTo>
                    <a:cubicBezTo>
                      <a:pt x="159" y="34"/>
                      <a:pt x="153" y="28"/>
                      <a:pt x="147" y="22"/>
                    </a:cubicBezTo>
                    <a:cubicBezTo>
                      <a:pt x="142" y="17"/>
                      <a:pt x="136" y="13"/>
                      <a:pt x="130" y="10"/>
                    </a:cubicBezTo>
                    <a:cubicBezTo>
                      <a:pt x="125" y="7"/>
                      <a:pt x="119" y="5"/>
                      <a:pt x="113" y="4"/>
                    </a:cubicBezTo>
                    <a:cubicBezTo>
                      <a:pt x="107" y="2"/>
                      <a:pt x="100" y="0"/>
                      <a:pt x="93" y="0"/>
                    </a:cubicBezTo>
                    <a:cubicBezTo>
                      <a:pt x="90" y="0"/>
                      <a:pt x="87" y="0"/>
                      <a:pt x="84" y="0"/>
                    </a:cubicBezTo>
                    <a:cubicBezTo>
                      <a:pt x="81" y="0"/>
                      <a:pt x="78" y="1"/>
                      <a:pt x="75" y="1"/>
                    </a:cubicBezTo>
                    <a:cubicBezTo>
                      <a:pt x="68" y="2"/>
                      <a:pt x="61" y="4"/>
                      <a:pt x="55" y="7"/>
                    </a:cubicBezTo>
                    <a:cubicBezTo>
                      <a:pt x="49" y="9"/>
                      <a:pt x="44" y="12"/>
                      <a:pt x="39" y="15"/>
                    </a:cubicBezTo>
                    <a:cubicBezTo>
                      <a:pt x="33" y="19"/>
                      <a:pt x="28" y="23"/>
                      <a:pt x="23" y="28"/>
                    </a:cubicBezTo>
                    <a:cubicBezTo>
                      <a:pt x="19" y="33"/>
                      <a:pt x="16" y="37"/>
                      <a:pt x="13" y="43"/>
                    </a:cubicBezTo>
                    <a:cubicBezTo>
                      <a:pt x="9" y="48"/>
                      <a:pt x="6" y="55"/>
                      <a:pt x="4" y="62"/>
                    </a:cubicBezTo>
                    <a:cubicBezTo>
                      <a:pt x="2" y="67"/>
                      <a:pt x="1" y="73"/>
                      <a:pt x="0" y="79"/>
                    </a:cubicBezTo>
                    <a:cubicBezTo>
                      <a:pt x="0" y="84"/>
                      <a:pt x="0" y="88"/>
                      <a:pt x="0" y="93"/>
                    </a:cubicBezTo>
                    <a:cubicBezTo>
                      <a:pt x="0" y="95"/>
                      <a:pt x="0" y="98"/>
                      <a:pt x="0" y="100"/>
                    </a:cubicBezTo>
                    <a:cubicBezTo>
                      <a:pt x="1" y="108"/>
                      <a:pt x="4" y="117"/>
                      <a:pt x="7" y="124"/>
                    </a:cubicBezTo>
                    <a:cubicBezTo>
                      <a:pt x="9" y="128"/>
                      <a:pt x="11" y="132"/>
                      <a:pt x="13" y="136"/>
                    </a:cubicBezTo>
                    <a:cubicBezTo>
                      <a:pt x="18" y="143"/>
                      <a:pt x="23" y="150"/>
                      <a:pt x="30" y="155"/>
                    </a:cubicBezTo>
                    <a:cubicBezTo>
                      <a:pt x="35" y="160"/>
                      <a:pt x="41" y="164"/>
                      <a:pt x="47" y="167"/>
                    </a:cubicBezTo>
                    <a:cubicBezTo>
                      <a:pt x="52" y="170"/>
                      <a:pt x="58" y="172"/>
                      <a:pt x="63" y="174"/>
                    </a:cubicBezTo>
                    <a:cubicBezTo>
                      <a:pt x="70" y="176"/>
                      <a:pt x="77" y="177"/>
                      <a:pt x="84" y="177"/>
                    </a:cubicBezTo>
                    <a:cubicBezTo>
                      <a:pt x="87" y="177"/>
                      <a:pt x="90" y="177"/>
                      <a:pt x="93" y="177"/>
                    </a:cubicBezTo>
                    <a:cubicBezTo>
                      <a:pt x="96" y="177"/>
                      <a:pt x="99" y="177"/>
                      <a:pt x="102" y="176"/>
                    </a:cubicBezTo>
                    <a:cubicBezTo>
                      <a:pt x="109" y="175"/>
                      <a:pt x="116" y="173"/>
                      <a:pt x="122" y="171"/>
                    </a:cubicBezTo>
                    <a:cubicBezTo>
                      <a:pt x="127" y="169"/>
                      <a:pt x="133" y="166"/>
                      <a:pt x="138" y="162"/>
                    </a:cubicBezTo>
                    <a:cubicBezTo>
                      <a:pt x="143" y="159"/>
                      <a:pt x="149" y="154"/>
                      <a:pt x="153" y="149"/>
                    </a:cubicBezTo>
                    <a:cubicBezTo>
                      <a:pt x="157" y="145"/>
                      <a:pt x="161" y="140"/>
                      <a:pt x="164" y="135"/>
                    </a:cubicBezTo>
                    <a:cubicBezTo>
                      <a:pt x="168" y="129"/>
                      <a:pt x="171" y="123"/>
                      <a:pt x="173" y="116"/>
                    </a:cubicBezTo>
                    <a:cubicBezTo>
                      <a:pt x="175" y="110"/>
                      <a:pt x="176" y="104"/>
                      <a:pt x="177" y="98"/>
                    </a:cubicBezTo>
                    <a:cubicBezTo>
                      <a:pt x="177" y="94"/>
                      <a:pt x="177" y="89"/>
                      <a:pt x="177" y="84"/>
                    </a:cubicBezTo>
                    <a:cubicBezTo>
                      <a:pt x="177" y="82"/>
                      <a:pt x="177" y="80"/>
                      <a:pt x="176" y="7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4" name="Freeform 33"/>
              <p:cNvSpPr>
                <a:spLocks noEditPoints="1"/>
              </p:cNvSpPr>
              <p:nvPr/>
            </p:nvSpPr>
            <p:spPr bwMode="auto">
              <a:xfrm>
                <a:off x="3780631" y="1913908"/>
                <a:ext cx="292365" cy="302683"/>
              </a:xfrm>
              <a:custGeom>
                <a:avLst/>
                <a:gdLst/>
                <a:ahLst/>
                <a:cxnLst>
                  <a:cxn ang="0">
                    <a:pos x="150" y="122"/>
                  </a:cxn>
                  <a:cxn ang="0">
                    <a:pos x="154" y="86"/>
                  </a:cxn>
                  <a:cxn ang="0">
                    <a:pos x="184" y="68"/>
                  </a:cxn>
                  <a:cxn ang="0">
                    <a:pos x="169" y="50"/>
                  </a:cxn>
                  <a:cxn ang="0">
                    <a:pos x="114" y="37"/>
                  </a:cxn>
                  <a:cxn ang="0">
                    <a:pos x="114" y="3"/>
                  </a:cxn>
                  <a:cxn ang="0">
                    <a:pos x="91" y="6"/>
                  </a:cxn>
                  <a:cxn ang="0">
                    <a:pos x="52" y="47"/>
                  </a:cxn>
                  <a:cxn ang="0">
                    <a:pos x="22" y="30"/>
                  </a:cxn>
                  <a:cxn ang="0">
                    <a:pos x="14" y="52"/>
                  </a:cxn>
                  <a:cxn ang="0">
                    <a:pos x="30" y="88"/>
                  </a:cxn>
                  <a:cxn ang="0">
                    <a:pos x="6" y="118"/>
                  </a:cxn>
                  <a:cxn ang="0">
                    <a:pos x="8" y="142"/>
                  </a:cxn>
                  <a:cxn ang="0">
                    <a:pos x="41" y="133"/>
                  </a:cxn>
                  <a:cxn ang="0">
                    <a:pos x="68" y="182"/>
                  </a:cxn>
                  <a:cxn ang="0">
                    <a:pos x="90" y="192"/>
                  </a:cxn>
                  <a:cxn ang="0">
                    <a:pos x="99" y="159"/>
                  </a:cxn>
                  <a:cxn ang="0">
                    <a:pos x="155" y="160"/>
                  </a:cxn>
                  <a:cxn ang="0">
                    <a:pos x="174" y="146"/>
                  </a:cxn>
                  <a:cxn ang="0">
                    <a:pos x="138" y="102"/>
                  </a:cxn>
                  <a:cxn ang="0">
                    <a:pos x="109" y="100"/>
                  </a:cxn>
                  <a:cxn ang="0">
                    <a:pos x="110" y="96"/>
                  </a:cxn>
                  <a:cxn ang="0">
                    <a:pos x="138" y="102"/>
                  </a:cxn>
                  <a:cxn ang="0">
                    <a:pos x="53" y="74"/>
                  </a:cxn>
                  <a:cxn ang="0">
                    <a:pos x="75" y="94"/>
                  </a:cxn>
                  <a:cxn ang="0">
                    <a:pos x="48" y="107"/>
                  </a:cxn>
                  <a:cxn ang="0">
                    <a:pos x="132" y="73"/>
                  </a:cxn>
                  <a:cxn ang="0">
                    <a:pos x="101" y="81"/>
                  </a:cxn>
                  <a:cxn ang="0">
                    <a:pos x="132" y="73"/>
                  </a:cxn>
                  <a:cxn ang="0">
                    <a:pos x="88" y="79"/>
                  </a:cxn>
                  <a:cxn ang="0">
                    <a:pos x="60" y="63"/>
                  </a:cxn>
                  <a:cxn ang="0">
                    <a:pos x="53" y="119"/>
                  </a:cxn>
                  <a:cxn ang="0">
                    <a:pos x="84" y="111"/>
                  </a:cxn>
                  <a:cxn ang="0">
                    <a:pos x="53" y="119"/>
                  </a:cxn>
                  <a:cxn ang="0">
                    <a:pos x="97" y="113"/>
                  </a:cxn>
                  <a:cxn ang="0">
                    <a:pos x="124" y="129"/>
                  </a:cxn>
                </a:cxnLst>
                <a:rect l="0" t="0" r="r" b="b"/>
                <a:pathLst>
                  <a:path w="185" h="192">
                    <a:moveTo>
                      <a:pt x="171" y="140"/>
                    </a:moveTo>
                    <a:cubicBezTo>
                      <a:pt x="150" y="122"/>
                      <a:pt x="150" y="122"/>
                      <a:pt x="150" y="122"/>
                    </a:cubicBezTo>
                    <a:cubicBezTo>
                      <a:pt x="152" y="116"/>
                      <a:pt x="154" y="110"/>
                      <a:pt x="155" y="104"/>
                    </a:cubicBezTo>
                    <a:cubicBezTo>
                      <a:pt x="156" y="98"/>
                      <a:pt x="155" y="92"/>
                      <a:pt x="154" y="86"/>
                    </a:cubicBezTo>
                    <a:cubicBezTo>
                      <a:pt x="179" y="74"/>
                      <a:pt x="179" y="74"/>
                      <a:pt x="179" y="74"/>
                    </a:cubicBezTo>
                    <a:cubicBezTo>
                      <a:pt x="182" y="72"/>
                      <a:pt x="185" y="69"/>
                      <a:pt x="184" y="68"/>
                    </a:cubicBezTo>
                    <a:cubicBezTo>
                      <a:pt x="177" y="50"/>
                      <a:pt x="177" y="50"/>
                      <a:pt x="177" y="50"/>
                    </a:cubicBezTo>
                    <a:cubicBezTo>
                      <a:pt x="176" y="49"/>
                      <a:pt x="173" y="49"/>
                      <a:pt x="169" y="50"/>
                    </a:cubicBezTo>
                    <a:cubicBezTo>
                      <a:pt x="143" y="59"/>
                      <a:pt x="143" y="59"/>
                      <a:pt x="143" y="59"/>
                    </a:cubicBezTo>
                    <a:cubicBezTo>
                      <a:pt x="136" y="49"/>
                      <a:pt x="126" y="41"/>
                      <a:pt x="114" y="37"/>
                    </a:cubicBezTo>
                    <a:cubicBezTo>
                      <a:pt x="116" y="10"/>
                      <a:pt x="116" y="10"/>
                      <a:pt x="116" y="10"/>
                    </a:cubicBezTo>
                    <a:cubicBezTo>
                      <a:pt x="117" y="6"/>
                      <a:pt x="116" y="3"/>
                      <a:pt x="114" y="3"/>
                    </a:cubicBezTo>
                    <a:cubicBezTo>
                      <a:pt x="95" y="0"/>
                      <a:pt x="95" y="0"/>
                      <a:pt x="95" y="0"/>
                    </a:cubicBezTo>
                    <a:cubicBezTo>
                      <a:pt x="94" y="0"/>
                      <a:pt x="92" y="3"/>
                      <a:pt x="91" y="6"/>
                    </a:cubicBezTo>
                    <a:cubicBezTo>
                      <a:pt x="86" y="33"/>
                      <a:pt x="86" y="33"/>
                      <a:pt x="86" y="33"/>
                    </a:cubicBezTo>
                    <a:cubicBezTo>
                      <a:pt x="73" y="35"/>
                      <a:pt x="62" y="40"/>
                      <a:pt x="52" y="47"/>
                    </a:cubicBezTo>
                    <a:cubicBezTo>
                      <a:pt x="30" y="32"/>
                      <a:pt x="30" y="32"/>
                      <a:pt x="30" y="32"/>
                    </a:cubicBezTo>
                    <a:cubicBezTo>
                      <a:pt x="27" y="30"/>
                      <a:pt x="23" y="29"/>
                      <a:pt x="22" y="30"/>
                    </a:cubicBezTo>
                    <a:cubicBezTo>
                      <a:pt x="11" y="46"/>
                      <a:pt x="11" y="46"/>
                      <a:pt x="11" y="46"/>
                    </a:cubicBezTo>
                    <a:cubicBezTo>
                      <a:pt x="10" y="47"/>
                      <a:pt x="11" y="50"/>
                      <a:pt x="14" y="52"/>
                    </a:cubicBezTo>
                    <a:cubicBezTo>
                      <a:pt x="35" y="70"/>
                      <a:pt x="35" y="70"/>
                      <a:pt x="35" y="70"/>
                    </a:cubicBezTo>
                    <a:cubicBezTo>
                      <a:pt x="32" y="76"/>
                      <a:pt x="31" y="82"/>
                      <a:pt x="30" y="88"/>
                    </a:cubicBezTo>
                    <a:cubicBezTo>
                      <a:pt x="29" y="94"/>
                      <a:pt x="29" y="100"/>
                      <a:pt x="30" y="106"/>
                    </a:cubicBezTo>
                    <a:cubicBezTo>
                      <a:pt x="6" y="118"/>
                      <a:pt x="6" y="118"/>
                      <a:pt x="6" y="118"/>
                    </a:cubicBezTo>
                    <a:cubicBezTo>
                      <a:pt x="2" y="120"/>
                      <a:pt x="0" y="122"/>
                      <a:pt x="1" y="124"/>
                    </a:cubicBezTo>
                    <a:cubicBezTo>
                      <a:pt x="8" y="142"/>
                      <a:pt x="8" y="142"/>
                      <a:pt x="8" y="142"/>
                    </a:cubicBezTo>
                    <a:cubicBezTo>
                      <a:pt x="9" y="143"/>
                      <a:pt x="12" y="143"/>
                      <a:pt x="15" y="142"/>
                    </a:cubicBezTo>
                    <a:cubicBezTo>
                      <a:pt x="41" y="133"/>
                      <a:pt x="41" y="133"/>
                      <a:pt x="41" y="133"/>
                    </a:cubicBezTo>
                    <a:cubicBezTo>
                      <a:pt x="48" y="143"/>
                      <a:pt x="58" y="150"/>
                      <a:pt x="70" y="155"/>
                    </a:cubicBezTo>
                    <a:cubicBezTo>
                      <a:pt x="68" y="182"/>
                      <a:pt x="68" y="182"/>
                      <a:pt x="68" y="182"/>
                    </a:cubicBezTo>
                    <a:cubicBezTo>
                      <a:pt x="68" y="186"/>
                      <a:pt x="69" y="189"/>
                      <a:pt x="71" y="189"/>
                    </a:cubicBezTo>
                    <a:cubicBezTo>
                      <a:pt x="90" y="192"/>
                      <a:pt x="90" y="192"/>
                      <a:pt x="90" y="192"/>
                    </a:cubicBezTo>
                    <a:cubicBezTo>
                      <a:pt x="91" y="192"/>
                      <a:pt x="93" y="189"/>
                      <a:pt x="94" y="185"/>
                    </a:cubicBezTo>
                    <a:cubicBezTo>
                      <a:pt x="99" y="159"/>
                      <a:pt x="99" y="159"/>
                      <a:pt x="99" y="159"/>
                    </a:cubicBezTo>
                    <a:cubicBezTo>
                      <a:pt x="111" y="157"/>
                      <a:pt x="123" y="152"/>
                      <a:pt x="132" y="145"/>
                    </a:cubicBezTo>
                    <a:cubicBezTo>
                      <a:pt x="155" y="160"/>
                      <a:pt x="155" y="160"/>
                      <a:pt x="155" y="160"/>
                    </a:cubicBezTo>
                    <a:cubicBezTo>
                      <a:pt x="158" y="162"/>
                      <a:pt x="161" y="163"/>
                      <a:pt x="162" y="161"/>
                    </a:cubicBezTo>
                    <a:cubicBezTo>
                      <a:pt x="174" y="146"/>
                      <a:pt x="174" y="146"/>
                      <a:pt x="174" y="146"/>
                    </a:cubicBezTo>
                    <a:cubicBezTo>
                      <a:pt x="175" y="145"/>
                      <a:pt x="173" y="142"/>
                      <a:pt x="171" y="140"/>
                    </a:cubicBezTo>
                    <a:close/>
                    <a:moveTo>
                      <a:pt x="138" y="102"/>
                    </a:moveTo>
                    <a:cubicBezTo>
                      <a:pt x="137" y="108"/>
                      <a:pt x="135" y="113"/>
                      <a:pt x="132" y="118"/>
                    </a:cubicBezTo>
                    <a:cubicBezTo>
                      <a:pt x="109" y="100"/>
                      <a:pt x="109" y="100"/>
                      <a:pt x="109" y="100"/>
                    </a:cubicBezTo>
                    <a:cubicBezTo>
                      <a:pt x="109" y="100"/>
                      <a:pt x="109" y="99"/>
                      <a:pt x="110" y="98"/>
                    </a:cubicBezTo>
                    <a:cubicBezTo>
                      <a:pt x="110" y="97"/>
                      <a:pt x="110" y="97"/>
                      <a:pt x="110" y="96"/>
                    </a:cubicBezTo>
                    <a:cubicBezTo>
                      <a:pt x="137" y="85"/>
                      <a:pt x="137" y="85"/>
                      <a:pt x="137" y="85"/>
                    </a:cubicBezTo>
                    <a:cubicBezTo>
                      <a:pt x="138" y="90"/>
                      <a:pt x="138" y="96"/>
                      <a:pt x="138" y="102"/>
                    </a:cubicBezTo>
                    <a:close/>
                    <a:moveTo>
                      <a:pt x="47" y="90"/>
                    </a:moveTo>
                    <a:cubicBezTo>
                      <a:pt x="48" y="84"/>
                      <a:pt x="50" y="79"/>
                      <a:pt x="53" y="74"/>
                    </a:cubicBezTo>
                    <a:cubicBezTo>
                      <a:pt x="76" y="91"/>
                      <a:pt x="76" y="91"/>
                      <a:pt x="76" y="91"/>
                    </a:cubicBezTo>
                    <a:cubicBezTo>
                      <a:pt x="75" y="92"/>
                      <a:pt x="75" y="93"/>
                      <a:pt x="75" y="94"/>
                    </a:cubicBezTo>
                    <a:cubicBezTo>
                      <a:pt x="75" y="94"/>
                      <a:pt x="75" y="95"/>
                      <a:pt x="75" y="96"/>
                    </a:cubicBezTo>
                    <a:cubicBezTo>
                      <a:pt x="48" y="107"/>
                      <a:pt x="48" y="107"/>
                      <a:pt x="48" y="107"/>
                    </a:cubicBezTo>
                    <a:cubicBezTo>
                      <a:pt x="47" y="102"/>
                      <a:pt x="46" y="96"/>
                      <a:pt x="47" y="90"/>
                    </a:cubicBezTo>
                    <a:close/>
                    <a:moveTo>
                      <a:pt x="132" y="73"/>
                    </a:moveTo>
                    <a:cubicBezTo>
                      <a:pt x="105" y="84"/>
                      <a:pt x="105" y="84"/>
                      <a:pt x="105" y="84"/>
                    </a:cubicBezTo>
                    <a:cubicBezTo>
                      <a:pt x="104" y="83"/>
                      <a:pt x="102" y="82"/>
                      <a:pt x="101" y="81"/>
                    </a:cubicBezTo>
                    <a:cubicBezTo>
                      <a:pt x="105" y="52"/>
                      <a:pt x="105" y="52"/>
                      <a:pt x="105" y="52"/>
                    </a:cubicBezTo>
                    <a:cubicBezTo>
                      <a:pt x="116" y="55"/>
                      <a:pt x="126" y="63"/>
                      <a:pt x="132" y="73"/>
                    </a:cubicBezTo>
                    <a:close/>
                    <a:moveTo>
                      <a:pt x="92" y="50"/>
                    </a:moveTo>
                    <a:cubicBezTo>
                      <a:pt x="88" y="79"/>
                      <a:pt x="88" y="79"/>
                      <a:pt x="88" y="79"/>
                    </a:cubicBezTo>
                    <a:cubicBezTo>
                      <a:pt x="86" y="80"/>
                      <a:pt x="85" y="80"/>
                      <a:pt x="84" y="81"/>
                    </a:cubicBezTo>
                    <a:cubicBezTo>
                      <a:pt x="60" y="63"/>
                      <a:pt x="60" y="63"/>
                      <a:pt x="60" y="63"/>
                    </a:cubicBezTo>
                    <a:cubicBezTo>
                      <a:pt x="69" y="55"/>
                      <a:pt x="80" y="50"/>
                      <a:pt x="92" y="50"/>
                    </a:cubicBezTo>
                    <a:close/>
                    <a:moveTo>
                      <a:pt x="53" y="119"/>
                    </a:moveTo>
                    <a:cubicBezTo>
                      <a:pt x="80" y="108"/>
                      <a:pt x="80" y="108"/>
                      <a:pt x="80" y="108"/>
                    </a:cubicBezTo>
                    <a:cubicBezTo>
                      <a:pt x="81" y="109"/>
                      <a:pt x="82" y="110"/>
                      <a:pt x="84" y="111"/>
                    </a:cubicBezTo>
                    <a:cubicBezTo>
                      <a:pt x="80" y="140"/>
                      <a:pt x="80" y="140"/>
                      <a:pt x="80" y="140"/>
                    </a:cubicBezTo>
                    <a:cubicBezTo>
                      <a:pt x="69" y="137"/>
                      <a:pt x="59" y="129"/>
                      <a:pt x="53" y="119"/>
                    </a:cubicBezTo>
                    <a:close/>
                    <a:moveTo>
                      <a:pt x="93" y="142"/>
                    </a:moveTo>
                    <a:cubicBezTo>
                      <a:pt x="97" y="113"/>
                      <a:pt x="97" y="113"/>
                      <a:pt x="97" y="113"/>
                    </a:cubicBezTo>
                    <a:cubicBezTo>
                      <a:pt x="98" y="112"/>
                      <a:pt x="100" y="112"/>
                      <a:pt x="101" y="111"/>
                    </a:cubicBezTo>
                    <a:cubicBezTo>
                      <a:pt x="124" y="129"/>
                      <a:pt x="124" y="129"/>
                      <a:pt x="124" y="129"/>
                    </a:cubicBezTo>
                    <a:cubicBezTo>
                      <a:pt x="116" y="137"/>
                      <a:pt x="105" y="141"/>
                      <a:pt x="93" y="14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5" name="Freeform 34"/>
              <p:cNvSpPr>
                <a:spLocks noEditPoints="1"/>
              </p:cNvSpPr>
              <p:nvPr/>
            </p:nvSpPr>
            <p:spPr bwMode="auto">
              <a:xfrm>
                <a:off x="3488267" y="1237456"/>
                <a:ext cx="722312" cy="728045"/>
              </a:xfrm>
              <a:custGeom>
                <a:avLst/>
                <a:gdLst/>
                <a:ahLst/>
                <a:cxnLst>
                  <a:cxn ang="0">
                    <a:pos x="449" y="164"/>
                  </a:cxn>
                  <a:cxn ang="0">
                    <a:pos x="414" y="163"/>
                  </a:cxn>
                  <a:cxn ang="0">
                    <a:pos x="408" y="92"/>
                  </a:cxn>
                  <a:cxn ang="0">
                    <a:pos x="387" y="64"/>
                  </a:cxn>
                  <a:cxn ang="0">
                    <a:pos x="356" y="80"/>
                  </a:cxn>
                  <a:cxn ang="0">
                    <a:pos x="332" y="29"/>
                  </a:cxn>
                  <a:cxn ang="0">
                    <a:pos x="302" y="12"/>
                  </a:cxn>
                  <a:cxn ang="0">
                    <a:pos x="280" y="40"/>
                  </a:cxn>
                  <a:cxn ang="0">
                    <a:pos x="236" y="4"/>
                  </a:cxn>
                  <a:cxn ang="0">
                    <a:pos x="201" y="2"/>
                  </a:cxn>
                  <a:cxn ang="0">
                    <a:pos x="194" y="36"/>
                  </a:cxn>
                  <a:cxn ang="0">
                    <a:pos x="140" y="22"/>
                  </a:cxn>
                  <a:cxn ang="0">
                    <a:pos x="107" y="35"/>
                  </a:cxn>
                  <a:cxn ang="0">
                    <a:pos x="115" y="69"/>
                  </a:cxn>
                  <a:cxn ang="0">
                    <a:pos x="60" y="79"/>
                  </a:cxn>
                  <a:cxn ang="0">
                    <a:pos x="36" y="105"/>
                  </a:cxn>
                  <a:cxn ang="0">
                    <a:pos x="57" y="132"/>
                  </a:cxn>
                  <a:cxn ang="0">
                    <a:pos x="12" y="165"/>
                  </a:cxn>
                  <a:cxn ang="0">
                    <a:pos x="0" y="198"/>
                  </a:cxn>
                  <a:cxn ang="0">
                    <a:pos x="31" y="214"/>
                  </a:cxn>
                  <a:cxn ang="0">
                    <a:pos x="32" y="251"/>
                  </a:cxn>
                  <a:cxn ang="0">
                    <a:pos x="1" y="268"/>
                  </a:cxn>
                  <a:cxn ang="0">
                    <a:pos x="13" y="301"/>
                  </a:cxn>
                  <a:cxn ang="0">
                    <a:pos x="68" y="346"/>
                  </a:cxn>
                  <a:cxn ang="0">
                    <a:pos x="49" y="376"/>
                  </a:cxn>
                  <a:cxn ang="0">
                    <a:pos x="76" y="398"/>
                  </a:cxn>
                  <a:cxn ang="0">
                    <a:pos x="132" y="403"/>
                  </a:cxn>
                  <a:cxn ang="0">
                    <a:pos x="127" y="438"/>
                  </a:cxn>
                  <a:cxn ang="0">
                    <a:pos x="161" y="447"/>
                  </a:cxn>
                  <a:cxn ang="0">
                    <a:pos x="215" y="428"/>
                  </a:cxn>
                  <a:cxn ang="0">
                    <a:pos x="226" y="461"/>
                  </a:cxn>
                  <a:cxn ang="0">
                    <a:pos x="260" y="455"/>
                  </a:cxn>
                  <a:cxn ang="0">
                    <a:pos x="299" y="415"/>
                  </a:cxn>
                  <a:cxn ang="0">
                    <a:pos x="323" y="441"/>
                  </a:cxn>
                  <a:cxn ang="0">
                    <a:pos x="352" y="421"/>
                  </a:cxn>
                  <a:cxn ang="0">
                    <a:pos x="371" y="368"/>
                  </a:cxn>
                  <a:cxn ang="0">
                    <a:pos x="403" y="381"/>
                  </a:cxn>
                  <a:cxn ang="0">
                    <a:pos x="421" y="350"/>
                  </a:cxn>
                  <a:cxn ang="0">
                    <a:pos x="416" y="295"/>
                  </a:cxn>
                  <a:cxn ang="0">
                    <a:pos x="450" y="293"/>
                  </a:cxn>
                  <a:cxn ang="0">
                    <a:pos x="453" y="258"/>
                  </a:cxn>
                  <a:cxn ang="0">
                    <a:pos x="426" y="221"/>
                  </a:cxn>
                  <a:cxn ang="0">
                    <a:pos x="453" y="199"/>
                  </a:cxn>
                  <a:cxn ang="0">
                    <a:pos x="319" y="367"/>
                  </a:cxn>
                  <a:cxn ang="0">
                    <a:pos x="253" y="392"/>
                  </a:cxn>
                  <a:cxn ang="0">
                    <a:pos x="220" y="394"/>
                  </a:cxn>
                  <a:cxn ang="0">
                    <a:pos x="152" y="375"/>
                  </a:cxn>
                  <a:cxn ang="0">
                    <a:pos x="90" y="318"/>
                  </a:cxn>
                  <a:cxn ang="0">
                    <a:pos x="66" y="251"/>
                  </a:cxn>
                  <a:cxn ang="0">
                    <a:pos x="66" y="213"/>
                  </a:cxn>
                  <a:cxn ang="0">
                    <a:pos x="89" y="146"/>
                  </a:cxn>
                  <a:cxn ang="0">
                    <a:pos x="138" y="95"/>
                  </a:cxn>
                  <a:cxn ang="0">
                    <a:pos x="204" y="69"/>
                  </a:cxn>
                  <a:cxn ang="0">
                    <a:pos x="237" y="67"/>
                  </a:cxn>
                  <a:cxn ang="0">
                    <a:pos x="305" y="86"/>
                  </a:cxn>
                  <a:cxn ang="0">
                    <a:pos x="367" y="144"/>
                  </a:cxn>
                  <a:cxn ang="0">
                    <a:pos x="391" y="210"/>
                  </a:cxn>
                  <a:cxn ang="0">
                    <a:pos x="391" y="249"/>
                  </a:cxn>
                  <a:cxn ang="0">
                    <a:pos x="368" y="316"/>
                  </a:cxn>
                  <a:cxn ang="0">
                    <a:pos x="319" y="367"/>
                  </a:cxn>
                </a:cxnLst>
                <a:rect l="0" t="0" r="r" b="b"/>
                <a:pathLst>
                  <a:path w="457" h="461">
                    <a:moveTo>
                      <a:pt x="456" y="193"/>
                    </a:moveTo>
                    <a:cubicBezTo>
                      <a:pt x="449" y="164"/>
                      <a:pt x="449" y="164"/>
                      <a:pt x="449" y="164"/>
                    </a:cubicBezTo>
                    <a:cubicBezTo>
                      <a:pt x="448" y="162"/>
                      <a:pt x="446" y="160"/>
                      <a:pt x="444" y="160"/>
                    </a:cubicBezTo>
                    <a:cubicBezTo>
                      <a:pt x="414" y="163"/>
                      <a:pt x="414" y="163"/>
                      <a:pt x="414" y="163"/>
                    </a:cubicBezTo>
                    <a:cubicBezTo>
                      <a:pt x="408" y="146"/>
                      <a:pt x="399" y="130"/>
                      <a:pt x="389" y="115"/>
                    </a:cubicBezTo>
                    <a:cubicBezTo>
                      <a:pt x="408" y="92"/>
                      <a:pt x="408" y="92"/>
                      <a:pt x="408" y="92"/>
                    </a:cubicBezTo>
                    <a:cubicBezTo>
                      <a:pt x="409" y="90"/>
                      <a:pt x="409" y="87"/>
                      <a:pt x="407" y="86"/>
                    </a:cubicBezTo>
                    <a:cubicBezTo>
                      <a:pt x="387" y="64"/>
                      <a:pt x="387" y="64"/>
                      <a:pt x="387" y="64"/>
                    </a:cubicBezTo>
                    <a:cubicBezTo>
                      <a:pt x="385" y="62"/>
                      <a:pt x="383" y="62"/>
                      <a:pt x="381" y="63"/>
                    </a:cubicBezTo>
                    <a:cubicBezTo>
                      <a:pt x="356" y="80"/>
                      <a:pt x="356" y="80"/>
                      <a:pt x="356" y="80"/>
                    </a:cubicBezTo>
                    <a:cubicBezTo>
                      <a:pt x="346" y="72"/>
                      <a:pt x="336" y="64"/>
                      <a:pt x="325" y="58"/>
                    </a:cubicBezTo>
                    <a:cubicBezTo>
                      <a:pt x="332" y="29"/>
                      <a:pt x="332" y="29"/>
                      <a:pt x="332" y="29"/>
                    </a:cubicBezTo>
                    <a:cubicBezTo>
                      <a:pt x="333" y="27"/>
                      <a:pt x="332" y="25"/>
                      <a:pt x="329" y="24"/>
                    </a:cubicBezTo>
                    <a:cubicBezTo>
                      <a:pt x="302" y="12"/>
                      <a:pt x="302" y="12"/>
                      <a:pt x="302" y="12"/>
                    </a:cubicBezTo>
                    <a:cubicBezTo>
                      <a:pt x="299" y="11"/>
                      <a:pt x="297" y="12"/>
                      <a:pt x="295" y="14"/>
                    </a:cubicBezTo>
                    <a:cubicBezTo>
                      <a:pt x="280" y="40"/>
                      <a:pt x="280" y="40"/>
                      <a:pt x="280" y="40"/>
                    </a:cubicBezTo>
                    <a:cubicBezTo>
                      <a:pt x="268" y="36"/>
                      <a:pt x="255" y="34"/>
                      <a:pt x="242" y="33"/>
                    </a:cubicBezTo>
                    <a:cubicBezTo>
                      <a:pt x="236" y="4"/>
                      <a:pt x="236" y="4"/>
                      <a:pt x="236" y="4"/>
                    </a:cubicBezTo>
                    <a:cubicBezTo>
                      <a:pt x="236" y="2"/>
                      <a:pt x="233" y="0"/>
                      <a:pt x="231" y="0"/>
                    </a:cubicBezTo>
                    <a:cubicBezTo>
                      <a:pt x="201" y="2"/>
                      <a:pt x="201" y="2"/>
                      <a:pt x="201" y="2"/>
                    </a:cubicBezTo>
                    <a:cubicBezTo>
                      <a:pt x="199" y="2"/>
                      <a:pt x="197" y="4"/>
                      <a:pt x="196" y="6"/>
                    </a:cubicBezTo>
                    <a:cubicBezTo>
                      <a:pt x="194" y="36"/>
                      <a:pt x="194" y="36"/>
                      <a:pt x="194" y="36"/>
                    </a:cubicBezTo>
                    <a:cubicBezTo>
                      <a:pt x="181" y="38"/>
                      <a:pt x="169" y="42"/>
                      <a:pt x="157" y="46"/>
                    </a:cubicBezTo>
                    <a:cubicBezTo>
                      <a:pt x="140" y="22"/>
                      <a:pt x="140" y="22"/>
                      <a:pt x="140" y="22"/>
                    </a:cubicBezTo>
                    <a:cubicBezTo>
                      <a:pt x="138" y="20"/>
                      <a:pt x="136" y="20"/>
                      <a:pt x="133" y="21"/>
                    </a:cubicBezTo>
                    <a:cubicBezTo>
                      <a:pt x="107" y="35"/>
                      <a:pt x="107" y="35"/>
                      <a:pt x="107" y="35"/>
                    </a:cubicBezTo>
                    <a:cubicBezTo>
                      <a:pt x="105" y="36"/>
                      <a:pt x="104" y="39"/>
                      <a:pt x="105" y="41"/>
                    </a:cubicBezTo>
                    <a:cubicBezTo>
                      <a:pt x="115" y="69"/>
                      <a:pt x="115" y="69"/>
                      <a:pt x="115" y="69"/>
                    </a:cubicBezTo>
                    <a:cubicBezTo>
                      <a:pt x="104" y="76"/>
                      <a:pt x="95" y="84"/>
                      <a:pt x="86" y="93"/>
                    </a:cubicBezTo>
                    <a:cubicBezTo>
                      <a:pt x="60" y="79"/>
                      <a:pt x="60" y="79"/>
                      <a:pt x="60" y="79"/>
                    </a:cubicBezTo>
                    <a:cubicBezTo>
                      <a:pt x="58" y="78"/>
                      <a:pt x="55" y="79"/>
                      <a:pt x="54" y="81"/>
                    </a:cubicBezTo>
                    <a:cubicBezTo>
                      <a:pt x="36" y="105"/>
                      <a:pt x="36" y="105"/>
                      <a:pt x="36" y="105"/>
                    </a:cubicBezTo>
                    <a:cubicBezTo>
                      <a:pt x="34" y="106"/>
                      <a:pt x="34" y="109"/>
                      <a:pt x="36" y="111"/>
                    </a:cubicBezTo>
                    <a:cubicBezTo>
                      <a:pt x="57" y="132"/>
                      <a:pt x="57" y="132"/>
                      <a:pt x="57" y="132"/>
                    </a:cubicBezTo>
                    <a:cubicBezTo>
                      <a:pt x="51" y="143"/>
                      <a:pt x="45" y="154"/>
                      <a:pt x="41" y="166"/>
                    </a:cubicBezTo>
                    <a:cubicBezTo>
                      <a:pt x="12" y="165"/>
                      <a:pt x="12" y="165"/>
                      <a:pt x="12" y="165"/>
                    </a:cubicBezTo>
                    <a:cubicBezTo>
                      <a:pt x="9" y="164"/>
                      <a:pt x="7" y="166"/>
                      <a:pt x="7" y="169"/>
                    </a:cubicBezTo>
                    <a:cubicBezTo>
                      <a:pt x="0" y="198"/>
                      <a:pt x="0" y="198"/>
                      <a:pt x="0" y="198"/>
                    </a:cubicBezTo>
                    <a:cubicBezTo>
                      <a:pt x="0" y="200"/>
                      <a:pt x="1" y="203"/>
                      <a:pt x="3" y="204"/>
                    </a:cubicBezTo>
                    <a:cubicBezTo>
                      <a:pt x="31" y="214"/>
                      <a:pt x="31" y="214"/>
                      <a:pt x="31" y="214"/>
                    </a:cubicBezTo>
                    <a:cubicBezTo>
                      <a:pt x="31" y="223"/>
                      <a:pt x="30" y="232"/>
                      <a:pt x="31" y="241"/>
                    </a:cubicBezTo>
                    <a:cubicBezTo>
                      <a:pt x="31" y="244"/>
                      <a:pt x="31" y="248"/>
                      <a:pt x="32" y="251"/>
                    </a:cubicBezTo>
                    <a:cubicBezTo>
                      <a:pt x="4" y="262"/>
                      <a:pt x="4" y="262"/>
                      <a:pt x="4" y="262"/>
                    </a:cubicBezTo>
                    <a:cubicBezTo>
                      <a:pt x="2" y="263"/>
                      <a:pt x="1" y="266"/>
                      <a:pt x="1" y="268"/>
                    </a:cubicBezTo>
                    <a:cubicBezTo>
                      <a:pt x="8" y="297"/>
                      <a:pt x="8" y="297"/>
                      <a:pt x="8" y="297"/>
                    </a:cubicBezTo>
                    <a:cubicBezTo>
                      <a:pt x="8" y="300"/>
                      <a:pt x="11" y="301"/>
                      <a:pt x="13" y="301"/>
                    </a:cubicBezTo>
                    <a:cubicBezTo>
                      <a:pt x="43" y="299"/>
                      <a:pt x="43" y="299"/>
                      <a:pt x="43" y="299"/>
                    </a:cubicBezTo>
                    <a:cubicBezTo>
                      <a:pt x="49" y="316"/>
                      <a:pt x="57" y="332"/>
                      <a:pt x="68" y="346"/>
                    </a:cubicBezTo>
                    <a:cubicBezTo>
                      <a:pt x="49" y="369"/>
                      <a:pt x="49" y="369"/>
                      <a:pt x="49" y="369"/>
                    </a:cubicBezTo>
                    <a:cubicBezTo>
                      <a:pt x="48" y="371"/>
                      <a:pt x="48" y="374"/>
                      <a:pt x="49" y="376"/>
                    </a:cubicBezTo>
                    <a:cubicBezTo>
                      <a:pt x="70" y="398"/>
                      <a:pt x="70" y="398"/>
                      <a:pt x="70" y="398"/>
                    </a:cubicBezTo>
                    <a:cubicBezTo>
                      <a:pt x="71" y="399"/>
                      <a:pt x="74" y="400"/>
                      <a:pt x="76" y="398"/>
                    </a:cubicBezTo>
                    <a:cubicBezTo>
                      <a:pt x="101" y="382"/>
                      <a:pt x="101" y="382"/>
                      <a:pt x="101" y="382"/>
                    </a:cubicBezTo>
                    <a:cubicBezTo>
                      <a:pt x="110" y="390"/>
                      <a:pt x="121" y="397"/>
                      <a:pt x="132" y="403"/>
                    </a:cubicBezTo>
                    <a:cubicBezTo>
                      <a:pt x="124" y="432"/>
                      <a:pt x="124" y="432"/>
                      <a:pt x="124" y="432"/>
                    </a:cubicBezTo>
                    <a:cubicBezTo>
                      <a:pt x="124" y="434"/>
                      <a:pt x="125" y="437"/>
                      <a:pt x="127" y="438"/>
                    </a:cubicBezTo>
                    <a:cubicBezTo>
                      <a:pt x="155" y="449"/>
                      <a:pt x="155" y="449"/>
                      <a:pt x="155" y="449"/>
                    </a:cubicBezTo>
                    <a:cubicBezTo>
                      <a:pt x="157" y="450"/>
                      <a:pt x="160" y="449"/>
                      <a:pt x="161" y="447"/>
                    </a:cubicBezTo>
                    <a:cubicBezTo>
                      <a:pt x="177" y="422"/>
                      <a:pt x="177" y="422"/>
                      <a:pt x="177" y="422"/>
                    </a:cubicBezTo>
                    <a:cubicBezTo>
                      <a:pt x="189" y="425"/>
                      <a:pt x="202" y="427"/>
                      <a:pt x="215" y="428"/>
                    </a:cubicBezTo>
                    <a:cubicBezTo>
                      <a:pt x="221" y="457"/>
                      <a:pt x="221" y="457"/>
                      <a:pt x="221" y="457"/>
                    </a:cubicBezTo>
                    <a:cubicBezTo>
                      <a:pt x="221" y="459"/>
                      <a:pt x="223" y="461"/>
                      <a:pt x="226" y="461"/>
                    </a:cubicBezTo>
                    <a:cubicBezTo>
                      <a:pt x="256" y="460"/>
                      <a:pt x="256" y="460"/>
                      <a:pt x="256" y="460"/>
                    </a:cubicBezTo>
                    <a:cubicBezTo>
                      <a:pt x="258" y="459"/>
                      <a:pt x="260" y="457"/>
                      <a:pt x="260" y="455"/>
                    </a:cubicBezTo>
                    <a:cubicBezTo>
                      <a:pt x="263" y="426"/>
                      <a:pt x="263" y="426"/>
                      <a:pt x="263" y="426"/>
                    </a:cubicBezTo>
                    <a:cubicBezTo>
                      <a:pt x="276" y="423"/>
                      <a:pt x="288" y="420"/>
                      <a:pt x="299" y="415"/>
                    </a:cubicBezTo>
                    <a:cubicBezTo>
                      <a:pt x="317" y="439"/>
                      <a:pt x="317" y="439"/>
                      <a:pt x="317" y="439"/>
                    </a:cubicBezTo>
                    <a:cubicBezTo>
                      <a:pt x="318" y="441"/>
                      <a:pt x="321" y="442"/>
                      <a:pt x="323" y="441"/>
                    </a:cubicBezTo>
                    <a:cubicBezTo>
                      <a:pt x="350" y="427"/>
                      <a:pt x="350" y="427"/>
                      <a:pt x="350" y="427"/>
                    </a:cubicBezTo>
                    <a:cubicBezTo>
                      <a:pt x="352" y="425"/>
                      <a:pt x="353" y="423"/>
                      <a:pt x="352" y="421"/>
                    </a:cubicBezTo>
                    <a:cubicBezTo>
                      <a:pt x="342" y="393"/>
                      <a:pt x="342" y="393"/>
                      <a:pt x="342" y="393"/>
                    </a:cubicBezTo>
                    <a:cubicBezTo>
                      <a:pt x="353" y="385"/>
                      <a:pt x="362" y="377"/>
                      <a:pt x="371" y="368"/>
                    </a:cubicBezTo>
                    <a:cubicBezTo>
                      <a:pt x="397" y="382"/>
                      <a:pt x="397" y="382"/>
                      <a:pt x="397" y="382"/>
                    </a:cubicBezTo>
                    <a:cubicBezTo>
                      <a:pt x="399" y="383"/>
                      <a:pt x="402" y="383"/>
                      <a:pt x="403" y="381"/>
                    </a:cubicBezTo>
                    <a:cubicBezTo>
                      <a:pt x="421" y="357"/>
                      <a:pt x="421" y="357"/>
                      <a:pt x="421" y="357"/>
                    </a:cubicBezTo>
                    <a:cubicBezTo>
                      <a:pt x="423" y="355"/>
                      <a:pt x="423" y="352"/>
                      <a:pt x="421" y="350"/>
                    </a:cubicBezTo>
                    <a:cubicBezTo>
                      <a:pt x="400" y="329"/>
                      <a:pt x="400" y="329"/>
                      <a:pt x="400" y="329"/>
                    </a:cubicBezTo>
                    <a:cubicBezTo>
                      <a:pt x="406" y="318"/>
                      <a:pt x="411" y="307"/>
                      <a:pt x="416" y="295"/>
                    </a:cubicBezTo>
                    <a:cubicBezTo>
                      <a:pt x="445" y="297"/>
                      <a:pt x="445" y="297"/>
                      <a:pt x="445" y="297"/>
                    </a:cubicBezTo>
                    <a:cubicBezTo>
                      <a:pt x="447" y="297"/>
                      <a:pt x="450" y="295"/>
                      <a:pt x="450" y="293"/>
                    </a:cubicBezTo>
                    <a:cubicBezTo>
                      <a:pt x="456" y="264"/>
                      <a:pt x="456" y="264"/>
                      <a:pt x="456" y="264"/>
                    </a:cubicBezTo>
                    <a:cubicBezTo>
                      <a:pt x="457" y="261"/>
                      <a:pt x="456" y="259"/>
                      <a:pt x="453" y="258"/>
                    </a:cubicBezTo>
                    <a:cubicBezTo>
                      <a:pt x="426" y="248"/>
                      <a:pt x="426" y="248"/>
                      <a:pt x="426" y="248"/>
                    </a:cubicBezTo>
                    <a:cubicBezTo>
                      <a:pt x="426" y="239"/>
                      <a:pt x="426" y="230"/>
                      <a:pt x="426" y="221"/>
                    </a:cubicBezTo>
                    <a:cubicBezTo>
                      <a:pt x="426" y="217"/>
                      <a:pt x="425" y="214"/>
                      <a:pt x="425" y="210"/>
                    </a:cubicBezTo>
                    <a:cubicBezTo>
                      <a:pt x="453" y="199"/>
                      <a:pt x="453" y="199"/>
                      <a:pt x="453" y="199"/>
                    </a:cubicBezTo>
                    <a:cubicBezTo>
                      <a:pt x="455" y="198"/>
                      <a:pt x="456" y="196"/>
                      <a:pt x="456" y="193"/>
                    </a:cubicBezTo>
                    <a:close/>
                    <a:moveTo>
                      <a:pt x="319" y="367"/>
                    </a:moveTo>
                    <a:cubicBezTo>
                      <a:pt x="310" y="373"/>
                      <a:pt x="300" y="378"/>
                      <a:pt x="290" y="382"/>
                    </a:cubicBezTo>
                    <a:cubicBezTo>
                      <a:pt x="278" y="387"/>
                      <a:pt x="266" y="391"/>
                      <a:pt x="253" y="392"/>
                    </a:cubicBezTo>
                    <a:cubicBezTo>
                      <a:pt x="248" y="393"/>
                      <a:pt x="242" y="394"/>
                      <a:pt x="237" y="394"/>
                    </a:cubicBezTo>
                    <a:cubicBezTo>
                      <a:pt x="231" y="394"/>
                      <a:pt x="226" y="394"/>
                      <a:pt x="220" y="394"/>
                    </a:cubicBezTo>
                    <a:cubicBezTo>
                      <a:pt x="207" y="393"/>
                      <a:pt x="195" y="391"/>
                      <a:pt x="182" y="388"/>
                    </a:cubicBezTo>
                    <a:cubicBezTo>
                      <a:pt x="172" y="385"/>
                      <a:pt x="162" y="380"/>
                      <a:pt x="152" y="375"/>
                    </a:cubicBezTo>
                    <a:cubicBezTo>
                      <a:pt x="141" y="369"/>
                      <a:pt x="130" y="362"/>
                      <a:pt x="120" y="354"/>
                    </a:cubicBezTo>
                    <a:cubicBezTo>
                      <a:pt x="109" y="343"/>
                      <a:pt x="98" y="331"/>
                      <a:pt x="90" y="318"/>
                    </a:cubicBezTo>
                    <a:cubicBezTo>
                      <a:pt x="86" y="311"/>
                      <a:pt x="82" y="304"/>
                      <a:pt x="79" y="296"/>
                    </a:cubicBezTo>
                    <a:cubicBezTo>
                      <a:pt x="72" y="282"/>
                      <a:pt x="68" y="267"/>
                      <a:pt x="66" y="251"/>
                    </a:cubicBezTo>
                    <a:cubicBezTo>
                      <a:pt x="66" y="247"/>
                      <a:pt x="65" y="243"/>
                      <a:pt x="65" y="239"/>
                    </a:cubicBezTo>
                    <a:cubicBezTo>
                      <a:pt x="65" y="230"/>
                      <a:pt x="65" y="221"/>
                      <a:pt x="66" y="213"/>
                    </a:cubicBezTo>
                    <a:cubicBezTo>
                      <a:pt x="67" y="202"/>
                      <a:pt x="69" y="191"/>
                      <a:pt x="73" y="181"/>
                    </a:cubicBezTo>
                    <a:cubicBezTo>
                      <a:pt x="77" y="168"/>
                      <a:pt x="82" y="157"/>
                      <a:pt x="89" y="146"/>
                    </a:cubicBezTo>
                    <a:cubicBezTo>
                      <a:pt x="94" y="136"/>
                      <a:pt x="101" y="128"/>
                      <a:pt x="108" y="119"/>
                    </a:cubicBezTo>
                    <a:cubicBezTo>
                      <a:pt x="117" y="110"/>
                      <a:pt x="127" y="102"/>
                      <a:pt x="138" y="95"/>
                    </a:cubicBezTo>
                    <a:cubicBezTo>
                      <a:pt x="147" y="89"/>
                      <a:pt x="157" y="83"/>
                      <a:pt x="167" y="79"/>
                    </a:cubicBezTo>
                    <a:cubicBezTo>
                      <a:pt x="178" y="74"/>
                      <a:pt x="191" y="71"/>
                      <a:pt x="204" y="69"/>
                    </a:cubicBezTo>
                    <a:cubicBezTo>
                      <a:pt x="209" y="68"/>
                      <a:pt x="215" y="68"/>
                      <a:pt x="220" y="67"/>
                    </a:cubicBezTo>
                    <a:cubicBezTo>
                      <a:pt x="226" y="67"/>
                      <a:pt x="231" y="67"/>
                      <a:pt x="237" y="67"/>
                    </a:cubicBezTo>
                    <a:cubicBezTo>
                      <a:pt x="250" y="68"/>
                      <a:pt x="262" y="70"/>
                      <a:pt x="274" y="74"/>
                    </a:cubicBezTo>
                    <a:cubicBezTo>
                      <a:pt x="285" y="77"/>
                      <a:pt x="295" y="81"/>
                      <a:pt x="305" y="86"/>
                    </a:cubicBezTo>
                    <a:cubicBezTo>
                      <a:pt x="316" y="92"/>
                      <a:pt x="327" y="99"/>
                      <a:pt x="336" y="108"/>
                    </a:cubicBezTo>
                    <a:cubicBezTo>
                      <a:pt x="348" y="118"/>
                      <a:pt x="358" y="130"/>
                      <a:pt x="367" y="144"/>
                    </a:cubicBezTo>
                    <a:cubicBezTo>
                      <a:pt x="371" y="151"/>
                      <a:pt x="375" y="158"/>
                      <a:pt x="378" y="165"/>
                    </a:cubicBezTo>
                    <a:cubicBezTo>
                      <a:pt x="384" y="179"/>
                      <a:pt x="389" y="194"/>
                      <a:pt x="391" y="210"/>
                    </a:cubicBezTo>
                    <a:cubicBezTo>
                      <a:pt x="391" y="214"/>
                      <a:pt x="392" y="218"/>
                      <a:pt x="392" y="222"/>
                    </a:cubicBezTo>
                    <a:cubicBezTo>
                      <a:pt x="392" y="231"/>
                      <a:pt x="392" y="240"/>
                      <a:pt x="391" y="249"/>
                    </a:cubicBezTo>
                    <a:cubicBezTo>
                      <a:pt x="390" y="260"/>
                      <a:pt x="387" y="271"/>
                      <a:pt x="384" y="281"/>
                    </a:cubicBezTo>
                    <a:cubicBezTo>
                      <a:pt x="380" y="293"/>
                      <a:pt x="375" y="305"/>
                      <a:pt x="368" y="316"/>
                    </a:cubicBezTo>
                    <a:cubicBezTo>
                      <a:pt x="362" y="325"/>
                      <a:pt x="356" y="334"/>
                      <a:pt x="348" y="342"/>
                    </a:cubicBezTo>
                    <a:cubicBezTo>
                      <a:pt x="340" y="351"/>
                      <a:pt x="330" y="360"/>
                      <a:pt x="319" y="36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6" name="Freeform 35"/>
              <p:cNvSpPr>
                <a:spLocks/>
              </p:cNvSpPr>
              <p:nvPr/>
            </p:nvSpPr>
            <p:spPr bwMode="auto">
              <a:xfrm>
                <a:off x="3638462" y="1392238"/>
                <a:ext cx="419629" cy="420776"/>
              </a:xfrm>
              <a:custGeom>
                <a:avLst/>
                <a:gdLst/>
                <a:ahLst/>
                <a:cxnLst>
                  <a:cxn ang="0">
                    <a:pos x="265" y="116"/>
                  </a:cxn>
                  <a:cxn ang="0">
                    <a:pos x="255" y="79"/>
                  </a:cxn>
                  <a:cxn ang="0">
                    <a:pos x="246" y="62"/>
                  </a:cxn>
                  <a:cxn ang="0">
                    <a:pos x="221" y="33"/>
                  </a:cxn>
                  <a:cxn ang="0">
                    <a:pos x="195" y="15"/>
                  </a:cxn>
                  <a:cxn ang="0">
                    <a:pos x="171" y="5"/>
                  </a:cxn>
                  <a:cxn ang="0">
                    <a:pos x="140" y="0"/>
                  </a:cxn>
                  <a:cxn ang="0">
                    <a:pos x="127" y="0"/>
                  </a:cxn>
                  <a:cxn ang="0">
                    <a:pos x="113" y="1"/>
                  </a:cxn>
                  <a:cxn ang="0">
                    <a:pos x="83" y="10"/>
                  </a:cxn>
                  <a:cxn ang="0">
                    <a:pos x="60" y="22"/>
                  </a:cxn>
                  <a:cxn ang="0">
                    <a:pos x="36" y="42"/>
                  </a:cxn>
                  <a:cxn ang="0">
                    <a:pos x="20" y="64"/>
                  </a:cxn>
                  <a:cxn ang="0">
                    <a:pos x="7" y="92"/>
                  </a:cxn>
                  <a:cxn ang="0">
                    <a:pos x="1" y="118"/>
                  </a:cxn>
                  <a:cxn ang="0">
                    <a:pos x="1" y="139"/>
                  </a:cxn>
                  <a:cxn ang="0">
                    <a:pos x="2" y="149"/>
                  </a:cxn>
                  <a:cxn ang="0">
                    <a:pos x="12" y="186"/>
                  </a:cxn>
                  <a:cxn ang="0">
                    <a:pos x="21" y="203"/>
                  </a:cxn>
                  <a:cxn ang="0">
                    <a:pos x="46" y="233"/>
                  </a:cxn>
                  <a:cxn ang="0">
                    <a:pos x="71" y="250"/>
                  </a:cxn>
                  <a:cxn ang="0">
                    <a:pos x="96" y="260"/>
                  </a:cxn>
                  <a:cxn ang="0">
                    <a:pos x="127" y="266"/>
                  </a:cxn>
                  <a:cxn ang="0">
                    <a:pos x="140" y="266"/>
                  </a:cxn>
                  <a:cxn ang="0">
                    <a:pos x="153" y="264"/>
                  </a:cxn>
                  <a:cxn ang="0">
                    <a:pos x="184" y="256"/>
                  </a:cxn>
                  <a:cxn ang="0">
                    <a:pos x="207" y="243"/>
                  </a:cxn>
                  <a:cxn ang="0">
                    <a:pos x="231" y="223"/>
                  </a:cxn>
                  <a:cxn ang="0">
                    <a:pos x="247" y="202"/>
                  </a:cxn>
                  <a:cxn ang="0">
                    <a:pos x="260" y="174"/>
                  </a:cxn>
                  <a:cxn ang="0">
                    <a:pos x="266" y="147"/>
                  </a:cxn>
                  <a:cxn ang="0">
                    <a:pos x="266" y="126"/>
                  </a:cxn>
                  <a:cxn ang="0">
                    <a:pos x="265" y="116"/>
                  </a:cxn>
                </a:cxnLst>
                <a:rect l="0" t="0" r="r" b="b"/>
                <a:pathLst>
                  <a:path w="266" h="266">
                    <a:moveTo>
                      <a:pt x="265" y="116"/>
                    </a:moveTo>
                    <a:cubicBezTo>
                      <a:pt x="264" y="103"/>
                      <a:pt x="260" y="91"/>
                      <a:pt x="255" y="79"/>
                    </a:cubicBezTo>
                    <a:cubicBezTo>
                      <a:pt x="252" y="73"/>
                      <a:pt x="249" y="68"/>
                      <a:pt x="246" y="62"/>
                    </a:cubicBezTo>
                    <a:cubicBezTo>
                      <a:pt x="239" y="51"/>
                      <a:pt x="231" y="41"/>
                      <a:pt x="221" y="33"/>
                    </a:cubicBezTo>
                    <a:cubicBezTo>
                      <a:pt x="213" y="26"/>
                      <a:pt x="205" y="20"/>
                      <a:pt x="195" y="15"/>
                    </a:cubicBezTo>
                    <a:cubicBezTo>
                      <a:pt x="188" y="11"/>
                      <a:pt x="179" y="8"/>
                      <a:pt x="171" y="5"/>
                    </a:cubicBezTo>
                    <a:cubicBezTo>
                      <a:pt x="161" y="2"/>
                      <a:pt x="151" y="1"/>
                      <a:pt x="140" y="0"/>
                    </a:cubicBezTo>
                    <a:cubicBezTo>
                      <a:pt x="136" y="0"/>
                      <a:pt x="131" y="0"/>
                      <a:pt x="127" y="0"/>
                    </a:cubicBezTo>
                    <a:cubicBezTo>
                      <a:pt x="122" y="0"/>
                      <a:pt x="118" y="1"/>
                      <a:pt x="113" y="1"/>
                    </a:cubicBezTo>
                    <a:cubicBezTo>
                      <a:pt x="103" y="3"/>
                      <a:pt x="93" y="6"/>
                      <a:pt x="83" y="10"/>
                    </a:cubicBezTo>
                    <a:cubicBezTo>
                      <a:pt x="75" y="13"/>
                      <a:pt x="67" y="17"/>
                      <a:pt x="60" y="22"/>
                    </a:cubicBezTo>
                    <a:cubicBezTo>
                      <a:pt x="51" y="28"/>
                      <a:pt x="43" y="35"/>
                      <a:pt x="36" y="42"/>
                    </a:cubicBezTo>
                    <a:cubicBezTo>
                      <a:pt x="30" y="49"/>
                      <a:pt x="25" y="56"/>
                      <a:pt x="20" y="64"/>
                    </a:cubicBezTo>
                    <a:cubicBezTo>
                      <a:pt x="14" y="72"/>
                      <a:pt x="10" y="82"/>
                      <a:pt x="7" y="92"/>
                    </a:cubicBezTo>
                    <a:cubicBezTo>
                      <a:pt x="4" y="100"/>
                      <a:pt x="2" y="109"/>
                      <a:pt x="1" y="118"/>
                    </a:cubicBezTo>
                    <a:cubicBezTo>
                      <a:pt x="1" y="125"/>
                      <a:pt x="0" y="132"/>
                      <a:pt x="1" y="139"/>
                    </a:cubicBezTo>
                    <a:cubicBezTo>
                      <a:pt x="1" y="143"/>
                      <a:pt x="1" y="146"/>
                      <a:pt x="2" y="149"/>
                    </a:cubicBezTo>
                    <a:cubicBezTo>
                      <a:pt x="3" y="162"/>
                      <a:pt x="7" y="175"/>
                      <a:pt x="12" y="186"/>
                    </a:cubicBezTo>
                    <a:cubicBezTo>
                      <a:pt x="14" y="192"/>
                      <a:pt x="17" y="198"/>
                      <a:pt x="21" y="203"/>
                    </a:cubicBezTo>
                    <a:cubicBezTo>
                      <a:pt x="28" y="214"/>
                      <a:pt x="36" y="224"/>
                      <a:pt x="46" y="233"/>
                    </a:cubicBezTo>
                    <a:cubicBezTo>
                      <a:pt x="53" y="239"/>
                      <a:pt x="62" y="245"/>
                      <a:pt x="71" y="250"/>
                    </a:cubicBezTo>
                    <a:cubicBezTo>
                      <a:pt x="79" y="254"/>
                      <a:pt x="87" y="258"/>
                      <a:pt x="96" y="260"/>
                    </a:cubicBezTo>
                    <a:cubicBezTo>
                      <a:pt x="106" y="263"/>
                      <a:pt x="116" y="265"/>
                      <a:pt x="127" y="266"/>
                    </a:cubicBezTo>
                    <a:cubicBezTo>
                      <a:pt x="131" y="266"/>
                      <a:pt x="136" y="266"/>
                      <a:pt x="140" y="266"/>
                    </a:cubicBezTo>
                    <a:cubicBezTo>
                      <a:pt x="145" y="265"/>
                      <a:pt x="149" y="265"/>
                      <a:pt x="153" y="264"/>
                    </a:cubicBezTo>
                    <a:cubicBezTo>
                      <a:pt x="164" y="263"/>
                      <a:pt x="174" y="260"/>
                      <a:pt x="184" y="256"/>
                    </a:cubicBezTo>
                    <a:cubicBezTo>
                      <a:pt x="192" y="252"/>
                      <a:pt x="200" y="248"/>
                      <a:pt x="207" y="243"/>
                    </a:cubicBezTo>
                    <a:cubicBezTo>
                      <a:pt x="216" y="238"/>
                      <a:pt x="224" y="231"/>
                      <a:pt x="231" y="223"/>
                    </a:cubicBezTo>
                    <a:cubicBezTo>
                      <a:pt x="237" y="217"/>
                      <a:pt x="242" y="209"/>
                      <a:pt x="247" y="202"/>
                    </a:cubicBezTo>
                    <a:cubicBezTo>
                      <a:pt x="252" y="193"/>
                      <a:pt x="257" y="184"/>
                      <a:pt x="260" y="174"/>
                    </a:cubicBezTo>
                    <a:cubicBezTo>
                      <a:pt x="263" y="165"/>
                      <a:pt x="265" y="156"/>
                      <a:pt x="266" y="147"/>
                    </a:cubicBezTo>
                    <a:cubicBezTo>
                      <a:pt x="266" y="140"/>
                      <a:pt x="266" y="133"/>
                      <a:pt x="266" y="126"/>
                    </a:cubicBezTo>
                    <a:cubicBezTo>
                      <a:pt x="266" y="123"/>
                      <a:pt x="266" y="119"/>
                      <a:pt x="265" y="11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7" name="Freeform 36"/>
              <p:cNvSpPr>
                <a:spLocks noEditPoints="1"/>
              </p:cNvSpPr>
              <p:nvPr/>
            </p:nvSpPr>
            <p:spPr bwMode="auto">
              <a:xfrm>
                <a:off x="4360774" y="1873779"/>
                <a:ext cx="803716" cy="806009"/>
              </a:xfrm>
              <a:custGeom>
                <a:avLst/>
                <a:gdLst/>
                <a:ahLst/>
                <a:cxnLst>
                  <a:cxn ang="0">
                    <a:pos x="503" y="193"/>
                  </a:cxn>
                  <a:cxn ang="0">
                    <a:pos x="464" y="190"/>
                  </a:cxn>
                  <a:cxn ang="0">
                    <a:pos x="461" y="111"/>
                  </a:cxn>
                  <a:cxn ang="0">
                    <a:pos x="440" y="79"/>
                  </a:cxn>
                  <a:cxn ang="0">
                    <a:pos x="404" y="94"/>
                  </a:cxn>
                  <a:cxn ang="0">
                    <a:pos x="381" y="37"/>
                  </a:cxn>
                  <a:cxn ang="0">
                    <a:pos x="348" y="17"/>
                  </a:cxn>
                  <a:cxn ang="0">
                    <a:pos x="323" y="46"/>
                  </a:cxn>
                  <a:cxn ang="0">
                    <a:pos x="276" y="4"/>
                  </a:cxn>
                  <a:cxn ang="0">
                    <a:pos x="237" y="0"/>
                  </a:cxn>
                  <a:cxn ang="0">
                    <a:pos x="227" y="37"/>
                  </a:cxn>
                  <a:cxn ang="0">
                    <a:pos x="168" y="19"/>
                  </a:cxn>
                  <a:cxn ang="0">
                    <a:pos x="131" y="31"/>
                  </a:cxn>
                  <a:cxn ang="0">
                    <a:pos x="137" y="69"/>
                  </a:cxn>
                  <a:cxn ang="0">
                    <a:pos x="76" y="77"/>
                  </a:cxn>
                  <a:cxn ang="0">
                    <a:pos x="48" y="104"/>
                  </a:cxn>
                  <a:cxn ang="0">
                    <a:pos x="70" y="136"/>
                  </a:cxn>
                  <a:cxn ang="0">
                    <a:pos x="18" y="169"/>
                  </a:cxn>
                  <a:cxn ang="0">
                    <a:pos x="3" y="206"/>
                  </a:cxn>
                  <a:cxn ang="0">
                    <a:pos x="37" y="225"/>
                  </a:cxn>
                  <a:cxn ang="0">
                    <a:pos x="35" y="267"/>
                  </a:cxn>
                  <a:cxn ang="0">
                    <a:pos x="0" y="284"/>
                  </a:cxn>
                  <a:cxn ang="0">
                    <a:pos x="12" y="321"/>
                  </a:cxn>
                  <a:cxn ang="0">
                    <a:pos x="70" y="374"/>
                  </a:cxn>
                  <a:cxn ang="0">
                    <a:pos x="48" y="406"/>
                  </a:cxn>
                  <a:cxn ang="0">
                    <a:pos x="76" y="432"/>
                  </a:cxn>
                  <a:cxn ang="0">
                    <a:pos x="137" y="441"/>
                  </a:cxn>
                  <a:cxn ang="0">
                    <a:pos x="131" y="479"/>
                  </a:cxn>
                  <a:cxn ang="0">
                    <a:pos x="168" y="491"/>
                  </a:cxn>
                  <a:cxn ang="0">
                    <a:pos x="228" y="473"/>
                  </a:cxn>
                  <a:cxn ang="0">
                    <a:pos x="238" y="510"/>
                  </a:cxn>
                  <a:cxn ang="0">
                    <a:pos x="277" y="505"/>
                  </a:cxn>
                  <a:cxn ang="0">
                    <a:pos x="323" y="464"/>
                  </a:cxn>
                  <a:cxn ang="0">
                    <a:pos x="348" y="493"/>
                  </a:cxn>
                  <a:cxn ang="0">
                    <a:pos x="381" y="472"/>
                  </a:cxn>
                  <a:cxn ang="0">
                    <a:pos x="404" y="415"/>
                  </a:cxn>
                  <a:cxn ang="0">
                    <a:pos x="440" y="431"/>
                  </a:cxn>
                  <a:cxn ang="0">
                    <a:pos x="461" y="398"/>
                  </a:cxn>
                  <a:cxn ang="0">
                    <a:pos x="458" y="337"/>
                  </a:cxn>
                  <a:cxn ang="0">
                    <a:pos x="497" y="336"/>
                  </a:cxn>
                  <a:cxn ang="0">
                    <a:pos x="502" y="298"/>
                  </a:cxn>
                  <a:cxn ang="0">
                    <a:pos x="474" y="255"/>
                  </a:cxn>
                  <a:cxn ang="0">
                    <a:pos x="505" y="232"/>
                  </a:cxn>
                  <a:cxn ang="0">
                    <a:pos x="347" y="411"/>
                  </a:cxn>
                  <a:cxn ang="0">
                    <a:pos x="273" y="436"/>
                  </a:cxn>
                  <a:cxn ang="0">
                    <a:pos x="236" y="436"/>
                  </a:cxn>
                  <a:cxn ang="0">
                    <a:pos x="161" y="411"/>
                  </a:cxn>
                  <a:cxn ang="0">
                    <a:pos x="96" y="344"/>
                  </a:cxn>
                  <a:cxn ang="0">
                    <a:pos x="73" y="268"/>
                  </a:cxn>
                  <a:cxn ang="0">
                    <a:pos x="75" y="226"/>
                  </a:cxn>
                  <a:cxn ang="0">
                    <a:pos x="104" y="153"/>
                  </a:cxn>
                  <a:cxn ang="0">
                    <a:pos x="161" y="99"/>
                  </a:cxn>
                  <a:cxn ang="0">
                    <a:pos x="236" y="74"/>
                  </a:cxn>
                  <a:cxn ang="0">
                    <a:pos x="273" y="74"/>
                  </a:cxn>
                  <a:cxn ang="0">
                    <a:pos x="347" y="99"/>
                  </a:cxn>
                  <a:cxn ang="0">
                    <a:pos x="413" y="166"/>
                  </a:cxn>
                  <a:cxn ang="0">
                    <a:pos x="436" y="241"/>
                  </a:cxn>
                  <a:cxn ang="0">
                    <a:pos x="434" y="284"/>
                  </a:cxn>
                  <a:cxn ang="0">
                    <a:pos x="404" y="357"/>
                  </a:cxn>
                  <a:cxn ang="0">
                    <a:pos x="347" y="411"/>
                  </a:cxn>
                </a:cxnLst>
                <a:rect l="0" t="0" r="r" b="b"/>
                <a:pathLst>
                  <a:path w="509" h="510">
                    <a:moveTo>
                      <a:pt x="508" y="226"/>
                    </a:moveTo>
                    <a:cubicBezTo>
                      <a:pt x="503" y="193"/>
                      <a:pt x="503" y="193"/>
                      <a:pt x="503" y="193"/>
                    </a:cubicBezTo>
                    <a:cubicBezTo>
                      <a:pt x="502" y="191"/>
                      <a:pt x="500" y="189"/>
                      <a:pt x="497" y="189"/>
                    </a:cubicBezTo>
                    <a:cubicBezTo>
                      <a:pt x="464" y="190"/>
                      <a:pt x="464" y="190"/>
                      <a:pt x="464" y="190"/>
                    </a:cubicBezTo>
                    <a:cubicBezTo>
                      <a:pt x="458" y="171"/>
                      <a:pt x="450" y="152"/>
                      <a:pt x="439" y="136"/>
                    </a:cubicBezTo>
                    <a:cubicBezTo>
                      <a:pt x="461" y="111"/>
                      <a:pt x="461" y="111"/>
                      <a:pt x="461" y="111"/>
                    </a:cubicBezTo>
                    <a:cubicBezTo>
                      <a:pt x="463" y="109"/>
                      <a:pt x="463" y="106"/>
                      <a:pt x="461" y="104"/>
                    </a:cubicBezTo>
                    <a:cubicBezTo>
                      <a:pt x="440" y="79"/>
                      <a:pt x="440" y="79"/>
                      <a:pt x="440" y="79"/>
                    </a:cubicBezTo>
                    <a:cubicBezTo>
                      <a:pt x="438" y="77"/>
                      <a:pt x="435" y="76"/>
                      <a:pt x="433" y="77"/>
                    </a:cubicBezTo>
                    <a:cubicBezTo>
                      <a:pt x="404" y="94"/>
                      <a:pt x="404" y="94"/>
                      <a:pt x="404" y="94"/>
                    </a:cubicBezTo>
                    <a:cubicBezTo>
                      <a:pt x="394" y="85"/>
                      <a:pt x="383" y="76"/>
                      <a:pt x="371" y="69"/>
                    </a:cubicBezTo>
                    <a:cubicBezTo>
                      <a:pt x="381" y="37"/>
                      <a:pt x="381" y="37"/>
                      <a:pt x="381" y="37"/>
                    </a:cubicBezTo>
                    <a:cubicBezTo>
                      <a:pt x="382" y="35"/>
                      <a:pt x="380" y="32"/>
                      <a:pt x="378" y="31"/>
                    </a:cubicBezTo>
                    <a:cubicBezTo>
                      <a:pt x="348" y="17"/>
                      <a:pt x="348" y="17"/>
                      <a:pt x="348" y="17"/>
                    </a:cubicBezTo>
                    <a:cubicBezTo>
                      <a:pt x="345" y="16"/>
                      <a:pt x="342" y="17"/>
                      <a:pt x="341" y="19"/>
                    </a:cubicBezTo>
                    <a:cubicBezTo>
                      <a:pt x="323" y="46"/>
                      <a:pt x="323" y="46"/>
                      <a:pt x="323" y="46"/>
                    </a:cubicBezTo>
                    <a:cubicBezTo>
                      <a:pt x="309" y="42"/>
                      <a:pt x="295" y="38"/>
                      <a:pt x="281" y="37"/>
                    </a:cubicBezTo>
                    <a:cubicBezTo>
                      <a:pt x="276" y="4"/>
                      <a:pt x="276" y="4"/>
                      <a:pt x="276" y="4"/>
                    </a:cubicBezTo>
                    <a:cubicBezTo>
                      <a:pt x="275" y="2"/>
                      <a:pt x="273" y="0"/>
                      <a:pt x="270" y="0"/>
                    </a:cubicBezTo>
                    <a:cubicBezTo>
                      <a:pt x="237" y="0"/>
                      <a:pt x="237" y="0"/>
                      <a:pt x="237" y="0"/>
                    </a:cubicBezTo>
                    <a:cubicBezTo>
                      <a:pt x="234" y="0"/>
                      <a:pt x="232" y="2"/>
                      <a:pt x="231" y="4"/>
                    </a:cubicBezTo>
                    <a:cubicBezTo>
                      <a:pt x="227" y="37"/>
                      <a:pt x="227" y="37"/>
                      <a:pt x="227" y="37"/>
                    </a:cubicBezTo>
                    <a:cubicBezTo>
                      <a:pt x="213" y="39"/>
                      <a:pt x="199" y="42"/>
                      <a:pt x="186" y="46"/>
                    </a:cubicBezTo>
                    <a:cubicBezTo>
                      <a:pt x="168" y="19"/>
                      <a:pt x="168" y="19"/>
                      <a:pt x="168" y="19"/>
                    </a:cubicBezTo>
                    <a:cubicBezTo>
                      <a:pt x="166" y="17"/>
                      <a:pt x="163" y="16"/>
                      <a:pt x="161" y="17"/>
                    </a:cubicBezTo>
                    <a:cubicBezTo>
                      <a:pt x="131" y="31"/>
                      <a:pt x="131" y="31"/>
                      <a:pt x="131" y="31"/>
                    </a:cubicBezTo>
                    <a:cubicBezTo>
                      <a:pt x="128" y="32"/>
                      <a:pt x="127" y="35"/>
                      <a:pt x="128" y="37"/>
                    </a:cubicBezTo>
                    <a:cubicBezTo>
                      <a:pt x="137" y="69"/>
                      <a:pt x="137" y="69"/>
                      <a:pt x="137" y="69"/>
                    </a:cubicBezTo>
                    <a:cubicBezTo>
                      <a:pt x="125" y="76"/>
                      <a:pt x="114" y="85"/>
                      <a:pt x="104" y="94"/>
                    </a:cubicBezTo>
                    <a:cubicBezTo>
                      <a:pt x="76" y="77"/>
                      <a:pt x="76" y="77"/>
                      <a:pt x="76" y="77"/>
                    </a:cubicBezTo>
                    <a:cubicBezTo>
                      <a:pt x="74" y="76"/>
                      <a:pt x="71" y="77"/>
                      <a:pt x="69" y="79"/>
                    </a:cubicBezTo>
                    <a:cubicBezTo>
                      <a:pt x="48" y="104"/>
                      <a:pt x="48" y="104"/>
                      <a:pt x="48" y="104"/>
                    </a:cubicBezTo>
                    <a:cubicBezTo>
                      <a:pt x="46" y="106"/>
                      <a:pt x="46" y="109"/>
                      <a:pt x="48" y="111"/>
                    </a:cubicBezTo>
                    <a:cubicBezTo>
                      <a:pt x="70" y="136"/>
                      <a:pt x="70" y="136"/>
                      <a:pt x="70" y="136"/>
                    </a:cubicBezTo>
                    <a:cubicBezTo>
                      <a:pt x="62" y="147"/>
                      <a:pt x="56" y="160"/>
                      <a:pt x="50" y="173"/>
                    </a:cubicBezTo>
                    <a:cubicBezTo>
                      <a:pt x="18" y="169"/>
                      <a:pt x="18" y="169"/>
                      <a:pt x="18" y="169"/>
                    </a:cubicBezTo>
                    <a:cubicBezTo>
                      <a:pt x="15" y="169"/>
                      <a:pt x="13" y="171"/>
                      <a:pt x="12" y="173"/>
                    </a:cubicBezTo>
                    <a:cubicBezTo>
                      <a:pt x="3" y="206"/>
                      <a:pt x="3" y="206"/>
                      <a:pt x="3" y="206"/>
                    </a:cubicBezTo>
                    <a:cubicBezTo>
                      <a:pt x="3" y="208"/>
                      <a:pt x="4" y="211"/>
                      <a:pt x="6" y="212"/>
                    </a:cubicBezTo>
                    <a:cubicBezTo>
                      <a:pt x="37" y="225"/>
                      <a:pt x="37" y="225"/>
                      <a:pt x="37" y="225"/>
                    </a:cubicBezTo>
                    <a:cubicBezTo>
                      <a:pt x="35" y="235"/>
                      <a:pt x="35" y="245"/>
                      <a:pt x="35" y="255"/>
                    </a:cubicBezTo>
                    <a:cubicBezTo>
                      <a:pt x="35" y="259"/>
                      <a:pt x="35" y="263"/>
                      <a:pt x="35" y="267"/>
                    </a:cubicBezTo>
                    <a:cubicBezTo>
                      <a:pt x="4" y="277"/>
                      <a:pt x="4" y="277"/>
                      <a:pt x="4" y="277"/>
                    </a:cubicBezTo>
                    <a:cubicBezTo>
                      <a:pt x="1" y="278"/>
                      <a:pt x="0" y="281"/>
                      <a:pt x="0" y="284"/>
                    </a:cubicBezTo>
                    <a:cubicBezTo>
                      <a:pt x="6" y="316"/>
                      <a:pt x="6" y="316"/>
                      <a:pt x="6" y="316"/>
                    </a:cubicBezTo>
                    <a:cubicBezTo>
                      <a:pt x="6" y="319"/>
                      <a:pt x="9" y="321"/>
                      <a:pt x="12" y="321"/>
                    </a:cubicBezTo>
                    <a:cubicBezTo>
                      <a:pt x="44" y="320"/>
                      <a:pt x="44" y="320"/>
                      <a:pt x="44" y="320"/>
                    </a:cubicBezTo>
                    <a:cubicBezTo>
                      <a:pt x="50" y="339"/>
                      <a:pt x="59" y="357"/>
                      <a:pt x="70" y="374"/>
                    </a:cubicBezTo>
                    <a:cubicBezTo>
                      <a:pt x="48" y="398"/>
                      <a:pt x="48" y="398"/>
                      <a:pt x="48" y="398"/>
                    </a:cubicBezTo>
                    <a:cubicBezTo>
                      <a:pt x="46" y="400"/>
                      <a:pt x="46" y="404"/>
                      <a:pt x="48" y="406"/>
                    </a:cubicBezTo>
                    <a:cubicBezTo>
                      <a:pt x="69" y="431"/>
                      <a:pt x="69" y="431"/>
                      <a:pt x="69" y="431"/>
                    </a:cubicBezTo>
                    <a:cubicBezTo>
                      <a:pt x="71" y="433"/>
                      <a:pt x="74" y="434"/>
                      <a:pt x="76" y="432"/>
                    </a:cubicBezTo>
                    <a:cubicBezTo>
                      <a:pt x="104" y="415"/>
                      <a:pt x="104" y="415"/>
                      <a:pt x="104" y="415"/>
                    </a:cubicBezTo>
                    <a:cubicBezTo>
                      <a:pt x="114" y="425"/>
                      <a:pt x="125" y="433"/>
                      <a:pt x="137" y="441"/>
                    </a:cubicBezTo>
                    <a:cubicBezTo>
                      <a:pt x="128" y="472"/>
                      <a:pt x="128" y="472"/>
                      <a:pt x="128" y="472"/>
                    </a:cubicBezTo>
                    <a:cubicBezTo>
                      <a:pt x="127" y="475"/>
                      <a:pt x="128" y="478"/>
                      <a:pt x="131" y="479"/>
                    </a:cubicBezTo>
                    <a:cubicBezTo>
                      <a:pt x="161" y="493"/>
                      <a:pt x="161" y="493"/>
                      <a:pt x="161" y="493"/>
                    </a:cubicBezTo>
                    <a:cubicBezTo>
                      <a:pt x="163" y="494"/>
                      <a:pt x="166" y="493"/>
                      <a:pt x="168" y="491"/>
                    </a:cubicBezTo>
                    <a:cubicBezTo>
                      <a:pt x="186" y="464"/>
                      <a:pt x="186" y="464"/>
                      <a:pt x="186" y="464"/>
                    </a:cubicBezTo>
                    <a:cubicBezTo>
                      <a:pt x="199" y="468"/>
                      <a:pt x="213" y="471"/>
                      <a:pt x="228" y="473"/>
                    </a:cubicBezTo>
                    <a:cubicBezTo>
                      <a:pt x="233" y="505"/>
                      <a:pt x="233" y="505"/>
                      <a:pt x="233" y="505"/>
                    </a:cubicBezTo>
                    <a:cubicBezTo>
                      <a:pt x="233" y="508"/>
                      <a:pt x="236" y="510"/>
                      <a:pt x="238" y="510"/>
                    </a:cubicBezTo>
                    <a:cubicBezTo>
                      <a:pt x="272" y="510"/>
                      <a:pt x="272" y="510"/>
                      <a:pt x="272" y="510"/>
                    </a:cubicBezTo>
                    <a:cubicBezTo>
                      <a:pt x="274" y="510"/>
                      <a:pt x="277" y="508"/>
                      <a:pt x="277" y="505"/>
                    </a:cubicBezTo>
                    <a:cubicBezTo>
                      <a:pt x="282" y="473"/>
                      <a:pt x="282" y="473"/>
                      <a:pt x="282" y="473"/>
                    </a:cubicBezTo>
                    <a:cubicBezTo>
                      <a:pt x="296" y="471"/>
                      <a:pt x="309" y="468"/>
                      <a:pt x="323" y="464"/>
                    </a:cubicBezTo>
                    <a:cubicBezTo>
                      <a:pt x="341" y="491"/>
                      <a:pt x="341" y="491"/>
                      <a:pt x="341" y="491"/>
                    </a:cubicBezTo>
                    <a:cubicBezTo>
                      <a:pt x="342" y="493"/>
                      <a:pt x="345" y="494"/>
                      <a:pt x="348" y="493"/>
                    </a:cubicBezTo>
                    <a:cubicBezTo>
                      <a:pt x="378" y="479"/>
                      <a:pt x="378" y="479"/>
                      <a:pt x="378" y="479"/>
                    </a:cubicBezTo>
                    <a:cubicBezTo>
                      <a:pt x="380" y="478"/>
                      <a:pt x="382" y="475"/>
                      <a:pt x="381" y="472"/>
                    </a:cubicBezTo>
                    <a:cubicBezTo>
                      <a:pt x="371" y="441"/>
                      <a:pt x="371" y="441"/>
                      <a:pt x="371" y="441"/>
                    </a:cubicBezTo>
                    <a:cubicBezTo>
                      <a:pt x="383" y="433"/>
                      <a:pt x="394" y="425"/>
                      <a:pt x="404" y="415"/>
                    </a:cubicBezTo>
                    <a:cubicBezTo>
                      <a:pt x="433" y="432"/>
                      <a:pt x="433" y="432"/>
                      <a:pt x="433" y="432"/>
                    </a:cubicBezTo>
                    <a:cubicBezTo>
                      <a:pt x="435" y="434"/>
                      <a:pt x="438" y="433"/>
                      <a:pt x="440" y="431"/>
                    </a:cubicBezTo>
                    <a:cubicBezTo>
                      <a:pt x="461" y="406"/>
                      <a:pt x="461" y="406"/>
                      <a:pt x="461" y="406"/>
                    </a:cubicBezTo>
                    <a:cubicBezTo>
                      <a:pt x="463" y="404"/>
                      <a:pt x="463" y="400"/>
                      <a:pt x="461" y="398"/>
                    </a:cubicBezTo>
                    <a:cubicBezTo>
                      <a:pt x="439" y="374"/>
                      <a:pt x="439" y="374"/>
                      <a:pt x="439" y="374"/>
                    </a:cubicBezTo>
                    <a:cubicBezTo>
                      <a:pt x="446" y="362"/>
                      <a:pt x="453" y="350"/>
                      <a:pt x="458" y="337"/>
                    </a:cubicBezTo>
                    <a:cubicBezTo>
                      <a:pt x="491" y="340"/>
                      <a:pt x="491" y="340"/>
                      <a:pt x="491" y="340"/>
                    </a:cubicBezTo>
                    <a:cubicBezTo>
                      <a:pt x="493" y="341"/>
                      <a:pt x="496" y="339"/>
                      <a:pt x="497" y="336"/>
                    </a:cubicBezTo>
                    <a:cubicBezTo>
                      <a:pt x="505" y="304"/>
                      <a:pt x="505" y="304"/>
                      <a:pt x="505" y="304"/>
                    </a:cubicBezTo>
                    <a:cubicBezTo>
                      <a:pt x="506" y="302"/>
                      <a:pt x="505" y="299"/>
                      <a:pt x="502" y="298"/>
                    </a:cubicBezTo>
                    <a:cubicBezTo>
                      <a:pt x="472" y="285"/>
                      <a:pt x="472" y="285"/>
                      <a:pt x="472" y="285"/>
                    </a:cubicBezTo>
                    <a:cubicBezTo>
                      <a:pt x="473" y="275"/>
                      <a:pt x="474" y="265"/>
                      <a:pt x="474" y="255"/>
                    </a:cubicBezTo>
                    <a:cubicBezTo>
                      <a:pt x="474" y="251"/>
                      <a:pt x="474" y="247"/>
                      <a:pt x="474" y="243"/>
                    </a:cubicBezTo>
                    <a:cubicBezTo>
                      <a:pt x="505" y="232"/>
                      <a:pt x="505" y="232"/>
                      <a:pt x="505" y="232"/>
                    </a:cubicBezTo>
                    <a:cubicBezTo>
                      <a:pt x="507" y="232"/>
                      <a:pt x="509" y="229"/>
                      <a:pt x="508" y="226"/>
                    </a:cubicBezTo>
                    <a:close/>
                    <a:moveTo>
                      <a:pt x="347" y="411"/>
                    </a:moveTo>
                    <a:cubicBezTo>
                      <a:pt x="337" y="417"/>
                      <a:pt x="326" y="422"/>
                      <a:pt x="314" y="426"/>
                    </a:cubicBezTo>
                    <a:cubicBezTo>
                      <a:pt x="301" y="431"/>
                      <a:pt x="287" y="434"/>
                      <a:pt x="273" y="436"/>
                    </a:cubicBezTo>
                    <a:cubicBezTo>
                      <a:pt x="267" y="436"/>
                      <a:pt x="261" y="436"/>
                      <a:pt x="254" y="436"/>
                    </a:cubicBezTo>
                    <a:cubicBezTo>
                      <a:pt x="248" y="436"/>
                      <a:pt x="242" y="436"/>
                      <a:pt x="236" y="436"/>
                    </a:cubicBezTo>
                    <a:cubicBezTo>
                      <a:pt x="222" y="434"/>
                      <a:pt x="208" y="431"/>
                      <a:pt x="194" y="426"/>
                    </a:cubicBezTo>
                    <a:cubicBezTo>
                      <a:pt x="183" y="422"/>
                      <a:pt x="172" y="417"/>
                      <a:pt x="161" y="411"/>
                    </a:cubicBezTo>
                    <a:cubicBezTo>
                      <a:pt x="149" y="404"/>
                      <a:pt x="138" y="395"/>
                      <a:pt x="128" y="385"/>
                    </a:cubicBezTo>
                    <a:cubicBezTo>
                      <a:pt x="115" y="373"/>
                      <a:pt x="104" y="359"/>
                      <a:pt x="96" y="344"/>
                    </a:cubicBezTo>
                    <a:cubicBezTo>
                      <a:pt x="91" y="336"/>
                      <a:pt x="88" y="328"/>
                      <a:pt x="84" y="319"/>
                    </a:cubicBezTo>
                    <a:cubicBezTo>
                      <a:pt x="78" y="303"/>
                      <a:pt x="75" y="286"/>
                      <a:pt x="73" y="268"/>
                    </a:cubicBezTo>
                    <a:cubicBezTo>
                      <a:pt x="73" y="264"/>
                      <a:pt x="73" y="259"/>
                      <a:pt x="73" y="255"/>
                    </a:cubicBezTo>
                    <a:cubicBezTo>
                      <a:pt x="73" y="245"/>
                      <a:pt x="73" y="235"/>
                      <a:pt x="75" y="226"/>
                    </a:cubicBezTo>
                    <a:cubicBezTo>
                      <a:pt x="77" y="213"/>
                      <a:pt x="80" y="202"/>
                      <a:pt x="84" y="190"/>
                    </a:cubicBezTo>
                    <a:cubicBezTo>
                      <a:pt x="90" y="177"/>
                      <a:pt x="96" y="164"/>
                      <a:pt x="104" y="153"/>
                    </a:cubicBezTo>
                    <a:cubicBezTo>
                      <a:pt x="111" y="143"/>
                      <a:pt x="119" y="133"/>
                      <a:pt x="128" y="125"/>
                    </a:cubicBezTo>
                    <a:cubicBezTo>
                      <a:pt x="138" y="115"/>
                      <a:pt x="149" y="106"/>
                      <a:pt x="161" y="99"/>
                    </a:cubicBezTo>
                    <a:cubicBezTo>
                      <a:pt x="172" y="93"/>
                      <a:pt x="183" y="87"/>
                      <a:pt x="194" y="83"/>
                    </a:cubicBezTo>
                    <a:cubicBezTo>
                      <a:pt x="208" y="79"/>
                      <a:pt x="222" y="76"/>
                      <a:pt x="236" y="74"/>
                    </a:cubicBezTo>
                    <a:cubicBezTo>
                      <a:pt x="242" y="73"/>
                      <a:pt x="248" y="73"/>
                      <a:pt x="254" y="73"/>
                    </a:cubicBezTo>
                    <a:cubicBezTo>
                      <a:pt x="261" y="73"/>
                      <a:pt x="267" y="73"/>
                      <a:pt x="273" y="74"/>
                    </a:cubicBezTo>
                    <a:cubicBezTo>
                      <a:pt x="287" y="76"/>
                      <a:pt x="301" y="79"/>
                      <a:pt x="314" y="83"/>
                    </a:cubicBezTo>
                    <a:cubicBezTo>
                      <a:pt x="326" y="87"/>
                      <a:pt x="337" y="93"/>
                      <a:pt x="347" y="99"/>
                    </a:cubicBezTo>
                    <a:cubicBezTo>
                      <a:pt x="359" y="106"/>
                      <a:pt x="371" y="115"/>
                      <a:pt x="381" y="125"/>
                    </a:cubicBezTo>
                    <a:cubicBezTo>
                      <a:pt x="394" y="137"/>
                      <a:pt x="404" y="151"/>
                      <a:pt x="413" y="166"/>
                    </a:cubicBezTo>
                    <a:cubicBezTo>
                      <a:pt x="417" y="174"/>
                      <a:pt x="421" y="182"/>
                      <a:pt x="424" y="190"/>
                    </a:cubicBezTo>
                    <a:cubicBezTo>
                      <a:pt x="430" y="206"/>
                      <a:pt x="434" y="224"/>
                      <a:pt x="436" y="241"/>
                    </a:cubicBezTo>
                    <a:cubicBezTo>
                      <a:pt x="436" y="246"/>
                      <a:pt x="436" y="250"/>
                      <a:pt x="436" y="255"/>
                    </a:cubicBezTo>
                    <a:cubicBezTo>
                      <a:pt x="436" y="265"/>
                      <a:pt x="435" y="275"/>
                      <a:pt x="434" y="284"/>
                    </a:cubicBezTo>
                    <a:cubicBezTo>
                      <a:pt x="432" y="296"/>
                      <a:pt x="428" y="308"/>
                      <a:pt x="424" y="319"/>
                    </a:cubicBezTo>
                    <a:cubicBezTo>
                      <a:pt x="419" y="333"/>
                      <a:pt x="412" y="345"/>
                      <a:pt x="404" y="357"/>
                    </a:cubicBezTo>
                    <a:cubicBezTo>
                      <a:pt x="398" y="367"/>
                      <a:pt x="390" y="376"/>
                      <a:pt x="381" y="385"/>
                    </a:cubicBezTo>
                    <a:cubicBezTo>
                      <a:pt x="371" y="395"/>
                      <a:pt x="359" y="404"/>
                      <a:pt x="347" y="41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8" name="Freeform 37"/>
              <p:cNvSpPr>
                <a:spLocks/>
              </p:cNvSpPr>
              <p:nvPr/>
            </p:nvSpPr>
            <p:spPr bwMode="auto">
              <a:xfrm>
                <a:off x="4529314" y="2043465"/>
                <a:ext cx="466637" cy="465490"/>
              </a:xfrm>
              <a:custGeom>
                <a:avLst/>
                <a:gdLst/>
                <a:ahLst/>
                <a:cxnLst>
                  <a:cxn ang="0">
                    <a:pos x="295" y="137"/>
                  </a:cxn>
                  <a:cxn ang="0">
                    <a:pos x="285" y="96"/>
                  </a:cxn>
                  <a:cxn ang="0">
                    <a:pos x="276" y="76"/>
                  </a:cxn>
                  <a:cxn ang="0">
                    <a:pos x="250" y="42"/>
                  </a:cxn>
                  <a:cxn ang="0">
                    <a:pos x="223" y="21"/>
                  </a:cxn>
                  <a:cxn ang="0">
                    <a:pos x="196" y="9"/>
                  </a:cxn>
                  <a:cxn ang="0">
                    <a:pos x="162" y="1"/>
                  </a:cxn>
                  <a:cxn ang="0">
                    <a:pos x="147" y="0"/>
                  </a:cxn>
                  <a:cxn ang="0">
                    <a:pos x="133" y="1"/>
                  </a:cxn>
                  <a:cxn ang="0">
                    <a:pos x="99" y="9"/>
                  </a:cxn>
                  <a:cxn ang="0">
                    <a:pos x="72" y="21"/>
                  </a:cxn>
                  <a:cxn ang="0">
                    <a:pos x="44" y="42"/>
                  </a:cxn>
                  <a:cxn ang="0">
                    <a:pos x="25" y="65"/>
                  </a:cxn>
                  <a:cxn ang="0">
                    <a:pos x="9" y="96"/>
                  </a:cxn>
                  <a:cxn ang="0">
                    <a:pos x="2" y="124"/>
                  </a:cxn>
                  <a:cxn ang="0">
                    <a:pos x="0" y="148"/>
                  </a:cxn>
                  <a:cxn ang="0">
                    <a:pos x="0" y="159"/>
                  </a:cxn>
                  <a:cxn ang="0">
                    <a:pos x="9" y="200"/>
                  </a:cxn>
                  <a:cxn ang="0">
                    <a:pos x="19" y="220"/>
                  </a:cxn>
                  <a:cxn ang="0">
                    <a:pos x="44" y="254"/>
                  </a:cxn>
                  <a:cxn ang="0">
                    <a:pos x="72" y="275"/>
                  </a:cxn>
                  <a:cxn ang="0">
                    <a:pos x="99" y="287"/>
                  </a:cxn>
                  <a:cxn ang="0">
                    <a:pos x="133" y="295"/>
                  </a:cxn>
                  <a:cxn ang="0">
                    <a:pos x="147" y="295"/>
                  </a:cxn>
                  <a:cxn ang="0">
                    <a:pos x="162" y="295"/>
                  </a:cxn>
                  <a:cxn ang="0">
                    <a:pos x="196" y="287"/>
                  </a:cxn>
                  <a:cxn ang="0">
                    <a:pos x="223" y="275"/>
                  </a:cxn>
                  <a:cxn ang="0">
                    <a:pos x="250" y="254"/>
                  </a:cxn>
                  <a:cxn ang="0">
                    <a:pos x="269" y="231"/>
                  </a:cxn>
                  <a:cxn ang="0">
                    <a:pos x="285" y="200"/>
                  </a:cxn>
                  <a:cxn ang="0">
                    <a:pos x="293" y="172"/>
                  </a:cxn>
                  <a:cxn ang="0">
                    <a:pos x="295" y="148"/>
                  </a:cxn>
                  <a:cxn ang="0">
                    <a:pos x="295" y="137"/>
                  </a:cxn>
                </a:cxnLst>
                <a:rect l="0" t="0" r="r" b="b"/>
                <a:pathLst>
                  <a:path w="295" h="295">
                    <a:moveTo>
                      <a:pt x="295" y="137"/>
                    </a:moveTo>
                    <a:cubicBezTo>
                      <a:pt x="293" y="122"/>
                      <a:pt x="290" y="109"/>
                      <a:pt x="285" y="96"/>
                    </a:cubicBezTo>
                    <a:cubicBezTo>
                      <a:pt x="283" y="89"/>
                      <a:pt x="280" y="82"/>
                      <a:pt x="276" y="76"/>
                    </a:cubicBezTo>
                    <a:cubicBezTo>
                      <a:pt x="269" y="63"/>
                      <a:pt x="260" y="52"/>
                      <a:pt x="250" y="42"/>
                    </a:cubicBezTo>
                    <a:cubicBezTo>
                      <a:pt x="242" y="34"/>
                      <a:pt x="233" y="27"/>
                      <a:pt x="223" y="21"/>
                    </a:cubicBezTo>
                    <a:cubicBezTo>
                      <a:pt x="214" y="16"/>
                      <a:pt x="205" y="12"/>
                      <a:pt x="196" y="9"/>
                    </a:cubicBezTo>
                    <a:cubicBezTo>
                      <a:pt x="185" y="5"/>
                      <a:pt x="174" y="2"/>
                      <a:pt x="162" y="1"/>
                    </a:cubicBezTo>
                    <a:cubicBezTo>
                      <a:pt x="157" y="0"/>
                      <a:pt x="152" y="0"/>
                      <a:pt x="147" y="0"/>
                    </a:cubicBezTo>
                    <a:cubicBezTo>
                      <a:pt x="142" y="0"/>
                      <a:pt x="137" y="0"/>
                      <a:pt x="133" y="1"/>
                    </a:cubicBezTo>
                    <a:cubicBezTo>
                      <a:pt x="121" y="2"/>
                      <a:pt x="109" y="5"/>
                      <a:pt x="99" y="9"/>
                    </a:cubicBezTo>
                    <a:cubicBezTo>
                      <a:pt x="89" y="12"/>
                      <a:pt x="80" y="16"/>
                      <a:pt x="72" y="21"/>
                    </a:cubicBezTo>
                    <a:cubicBezTo>
                      <a:pt x="62" y="27"/>
                      <a:pt x="53" y="34"/>
                      <a:pt x="44" y="42"/>
                    </a:cubicBezTo>
                    <a:cubicBezTo>
                      <a:pt x="37" y="49"/>
                      <a:pt x="31" y="57"/>
                      <a:pt x="25" y="65"/>
                    </a:cubicBezTo>
                    <a:cubicBezTo>
                      <a:pt x="19" y="74"/>
                      <a:pt x="13" y="85"/>
                      <a:pt x="9" y="96"/>
                    </a:cubicBezTo>
                    <a:cubicBezTo>
                      <a:pt x="6" y="105"/>
                      <a:pt x="3" y="114"/>
                      <a:pt x="2" y="124"/>
                    </a:cubicBezTo>
                    <a:cubicBezTo>
                      <a:pt x="0" y="132"/>
                      <a:pt x="0" y="140"/>
                      <a:pt x="0" y="148"/>
                    </a:cubicBezTo>
                    <a:cubicBezTo>
                      <a:pt x="0" y="152"/>
                      <a:pt x="0" y="155"/>
                      <a:pt x="0" y="159"/>
                    </a:cubicBezTo>
                    <a:cubicBezTo>
                      <a:pt x="1" y="173"/>
                      <a:pt x="4" y="187"/>
                      <a:pt x="9" y="200"/>
                    </a:cubicBezTo>
                    <a:cubicBezTo>
                      <a:pt x="12" y="207"/>
                      <a:pt x="15" y="214"/>
                      <a:pt x="19" y="220"/>
                    </a:cubicBezTo>
                    <a:cubicBezTo>
                      <a:pt x="25" y="232"/>
                      <a:pt x="34" y="244"/>
                      <a:pt x="44" y="254"/>
                    </a:cubicBezTo>
                    <a:cubicBezTo>
                      <a:pt x="53" y="262"/>
                      <a:pt x="62" y="269"/>
                      <a:pt x="72" y="275"/>
                    </a:cubicBezTo>
                    <a:cubicBezTo>
                      <a:pt x="80" y="280"/>
                      <a:pt x="89" y="284"/>
                      <a:pt x="99" y="287"/>
                    </a:cubicBezTo>
                    <a:cubicBezTo>
                      <a:pt x="109" y="291"/>
                      <a:pt x="121" y="293"/>
                      <a:pt x="133" y="295"/>
                    </a:cubicBezTo>
                    <a:cubicBezTo>
                      <a:pt x="137" y="295"/>
                      <a:pt x="142" y="295"/>
                      <a:pt x="147" y="295"/>
                    </a:cubicBezTo>
                    <a:cubicBezTo>
                      <a:pt x="152" y="295"/>
                      <a:pt x="157" y="295"/>
                      <a:pt x="162" y="295"/>
                    </a:cubicBezTo>
                    <a:cubicBezTo>
                      <a:pt x="174" y="293"/>
                      <a:pt x="185" y="291"/>
                      <a:pt x="196" y="287"/>
                    </a:cubicBezTo>
                    <a:cubicBezTo>
                      <a:pt x="205" y="284"/>
                      <a:pt x="214" y="280"/>
                      <a:pt x="223" y="275"/>
                    </a:cubicBezTo>
                    <a:cubicBezTo>
                      <a:pt x="233" y="269"/>
                      <a:pt x="242" y="262"/>
                      <a:pt x="250" y="254"/>
                    </a:cubicBezTo>
                    <a:cubicBezTo>
                      <a:pt x="257" y="247"/>
                      <a:pt x="264" y="239"/>
                      <a:pt x="269" y="231"/>
                    </a:cubicBezTo>
                    <a:cubicBezTo>
                      <a:pt x="276" y="221"/>
                      <a:pt x="281" y="211"/>
                      <a:pt x="285" y="200"/>
                    </a:cubicBezTo>
                    <a:cubicBezTo>
                      <a:pt x="289" y="191"/>
                      <a:pt x="291" y="181"/>
                      <a:pt x="293" y="172"/>
                    </a:cubicBezTo>
                    <a:cubicBezTo>
                      <a:pt x="294" y="164"/>
                      <a:pt x="295" y="156"/>
                      <a:pt x="295" y="148"/>
                    </a:cubicBezTo>
                    <a:cubicBezTo>
                      <a:pt x="295" y="144"/>
                      <a:pt x="295" y="141"/>
                      <a:pt x="295" y="13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9" name="Freeform 38"/>
              <p:cNvSpPr>
                <a:spLocks noEditPoints="1"/>
              </p:cNvSpPr>
              <p:nvPr/>
            </p:nvSpPr>
            <p:spPr bwMode="auto">
              <a:xfrm>
                <a:off x="4224337" y="2488318"/>
                <a:ext cx="338226" cy="355424"/>
              </a:xfrm>
              <a:custGeom>
                <a:avLst/>
                <a:gdLst/>
                <a:ahLst/>
                <a:cxnLst>
                  <a:cxn ang="0">
                    <a:pos x="179" y="127"/>
                  </a:cxn>
                  <a:cxn ang="0">
                    <a:pos x="175" y="85"/>
                  </a:cxn>
                  <a:cxn ang="0">
                    <a:pos x="205" y="57"/>
                  </a:cxn>
                  <a:cxn ang="0">
                    <a:pos x="183" y="40"/>
                  </a:cxn>
                  <a:cxn ang="0">
                    <a:pos x="117" y="40"/>
                  </a:cxn>
                  <a:cxn ang="0">
                    <a:pos x="108" y="0"/>
                  </a:cxn>
                  <a:cxn ang="0">
                    <a:pos x="82" y="11"/>
                  </a:cxn>
                  <a:cxn ang="0">
                    <a:pos x="49" y="67"/>
                  </a:cxn>
                  <a:cxn ang="0">
                    <a:pos x="10" y="56"/>
                  </a:cxn>
                  <a:cxn ang="0">
                    <a:pos x="7" y="83"/>
                  </a:cxn>
                  <a:cxn ang="0">
                    <a:pos x="34" y="120"/>
                  </a:cxn>
                  <a:cxn ang="0">
                    <a:pos x="14" y="161"/>
                  </a:cxn>
                  <a:cxn ang="0">
                    <a:pos x="23" y="187"/>
                  </a:cxn>
                  <a:cxn ang="0">
                    <a:pos x="59" y="168"/>
                  </a:cxn>
                  <a:cxn ang="0">
                    <a:pos x="102" y="217"/>
                  </a:cxn>
                  <a:cxn ang="0">
                    <a:pos x="129" y="223"/>
                  </a:cxn>
                  <a:cxn ang="0">
                    <a:pos x="131" y="182"/>
                  </a:cxn>
                  <a:cxn ang="0">
                    <a:pos x="195" y="169"/>
                  </a:cxn>
                  <a:cxn ang="0">
                    <a:pos x="213" y="149"/>
                  </a:cxn>
                  <a:cxn ang="0">
                    <a:pos x="160" y="108"/>
                  </a:cxn>
                  <a:cxn ang="0">
                    <a:pos x="127" y="113"/>
                  </a:cxn>
                  <a:cxn ang="0">
                    <a:pos x="127" y="108"/>
                  </a:cxn>
                  <a:cxn ang="0">
                    <a:pos x="160" y="108"/>
                  </a:cxn>
                  <a:cxn ang="0">
                    <a:pos x="56" y="98"/>
                  </a:cxn>
                  <a:cxn ang="0">
                    <a:pos x="87" y="114"/>
                  </a:cxn>
                  <a:cxn ang="0">
                    <a:pos x="60" y="137"/>
                  </a:cxn>
                  <a:cxn ang="0">
                    <a:pos x="146" y="76"/>
                  </a:cxn>
                  <a:cxn ang="0">
                    <a:pos x="113" y="93"/>
                  </a:cxn>
                  <a:cxn ang="0">
                    <a:pos x="146" y="76"/>
                  </a:cxn>
                  <a:cxn ang="0">
                    <a:pos x="98" y="95"/>
                  </a:cxn>
                  <a:cxn ang="0">
                    <a:pos x="62" y="84"/>
                  </a:cxn>
                  <a:cxn ang="0">
                    <a:pos x="69" y="149"/>
                  </a:cxn>
                  <a:cxn ang="0">
                    <a:pos x="101" y="132"/>
                  </a:cxn>
                  <a:cxn ang="0">
                    <a:pos x="69" y="149"/>
                  </a:cxn>
                  <a:cxn ang="0">
                    <a:pos x="117" y="131"/>
                  </a:cxn>
                  <a:cxn ang="0">
                    <a:pos x="152" y="142"/>
                  </a:cxn>
                </a:cxnLst>
                <a:rect l="0" t="0" r="r" b="b"/>
                <a:pathLst>
                  <a:path w="214" h="225">
                    <a:moveTo>
                      <a:pt x="208" y="142"/>
                    </a:moveTo>
                    <a:cubicBezTo>
                      <a:pt x="179" y="127"/>
                      <a:pt x="179" y="127"/>
                      <a:pt x="179" y="127"/>
                    </a:cubicBezTo>
                    <a:cubicBezTo>
                      <a:pt x="181" y="120"/>
                      <a:pt x="181" y="113"/>
                      <a:pt x="180" y="106"/>
                    </a:cubicBezTo>
                    <a:cubicBezTo>
                      <a:pt x="180" y="98"/>
                      <a:pt x="178" y="91"/>
                      <a:pt x="175" y="85"/>
                    </a:cubicBezTo>
                    <a:cubicBezTo>
                      <a:pt x="200" y="65"/>
                      <a:pt x="200" y="65"/>
                      <a:pt x="200" y="65"/>
                    </a:cubicBezTo>
                    <a:cubicBezTo>
                      <a:pt x="204" y="62"/>
                      <a:pt x="206" y="58"/>
                      <a:pt x="205" y="57"/>
                    </a:cubicBezTo>
                    <a:cubicBezTo>
                      <a:pt x="192" y="39"/>
                      <a:pt x="192" y="39"/>
                      <a:pt x="192" y="39"/>
                    </a:cubicBezTo>
                    <a:cubicBezTo>
                      <a:pt x="191" y="37"/>
                      <a:pt x="187" y="38"/>
                      <a:pt x="183" y="40"/>
                    </a:cubicBezTo>
                    <a:cubicBezTo>
                      <a:pt x="156" y="57"/>
                      <a:pt x="156" y="57"/>
                      <a:pt x="156" y="57"/>
                    </a:cubicBezTo>
                    <a:cubicBezTo>
                      <a:pt x="145" y="48"/>
                      <a:pt x="132" y="42"/>
                      <a:pt x="117" y="40"/>
                    </a:cubicBezTo>
                    <a:cubicBezTo>
                      <a:pt x="112" y="8"/>
                      <a:pt x="112" y="8"/>
                      <a:pt x="112" y="8"/>
                    </a:cubicBezTo>
                    <a:cubicBezTo>
                      <a:pt x="111" y="4"/>
                      <a:pt x="109" y="0"/>
                      <a:pt x="108" y="0"/>
                    </a:cubicBezTo>
                    <a:cubicBezTo>
                      <a:pt x="85" y="3"/>
                      <a:pt x="85" y="3"/>
                      <a:pt x="85" y="3"/>
                    </a:cubicBezTo>
                    <a:cubicBezTo>
                      <a:pt x="84" y="3"/>
                      <a:pt x="82" y="6"/>
                      <a:pt x="82" y="11"/>
                    </a:cubicBezTo>
                    <a:cubicBezTo>
                      <a:pt x="84" y="43"/>
                      <a:pt x="84" y="43"/>
                      <a:pt x="84" y="43"/>
                    </a:cubicBezTo>
                    <a:cubicBezTo>
                      <a:pt x="70" y="48"/>
                      <a:pt x="58" y="56"/>
                      <a:pt x="49" y="67"/>
                    </a:cubicBezTo>
                    <a:cubicBezTo>
                      <a:pt x="19" y="56"/>
                      <a:pt x="19" y="56"/>
                      <a:pt x="19" y="56"/>
                    </a:cubicBezTo>
                    <a:cubicBezTo>
                      <a:pt x="15" y="54"/>
                      <a:pt x="11" y="54"/>
                      <a:pt x="10" y="56"/>
                    </a:cubicBezTo>
                    <a:cubicBezTo>
                      <a:pt x="1" y="77"/>
                      <a:pt x="1" y="77"/>
                      <a:pt x="1" y="77"/>
                    </a:cubicBezTo>
                    <a:cubicBezTo>
                      <a:pt x="0" y="78"/>
                      <a:pt x="3" y="81"/>
                      <a:pt x="7" y="83"/>
                    </a:cubicBezTo>
                    <a:cubicBezTo>
                      <a:pt x="35" y="98"/>
                      <a:pt x="35" y="98"/>
                      <a:pt x="35" y="98"/>
                    </a:cubicBezTo>
                    <a:cubicBezTo>
                      <a:pt x="34" y="105"/>
                      <a:pt x="33" y="112"/>
                      <a:pt x="34" y="120"/>
                    </a:cubicBezTo>
                    <a:cubicBezTo>
                      <a:pt x="35" y="127"/>
                      <a:pt x="36" y="134"/>
                      <a:pt x="39" y="140"/>
                    </a:cubicBezTo>
                    <a:cubicBezTo>
                      <a:pt x="14" y="161"/>
                      <a:pt x="14" y="161"/>
                      <a:pt x="14" y="161"/>
                    </a:cubicBezTo>
                    <a:cubicBezTo>
                      <a:pt x="11" y="163"/>
                      <a:pt x="9" y="167"/>
                      <a:pt x="10" y="168"/>
                    </a:cubicBezTo>
                    <a:cubicBezTo>
                      <a:pt x="23" y="187"/>
                      <a:pt x="23" y="187"/>
                      <a:pt x="23" y="187"/>
                    </a:cubicBezTo>
                    <a:cubicBezTo>
                      <a:pt x="24" y="188"/>
                      <a:pt x="28" y="187"/>
                      <a:pt x="31" y="185"/>
                    </a:cubicBezTo>
                    <a:cubicBezTo>
                      <a:pt x="59" y="168"/>
                      <a:pt x="59" y="168"/>
                      <a:pt x="59" y="168"/>
                    </a:cubicBezTo>
                    <a:cubicBezTo>
                      <a:pt x="69" y="177"/>
                      <a:pt x="83" y="184"/>
                      <a:pt x="97" y="186"/>
                    </a:cubicBezTo>
                    <a:cubicBezTo>
                      <a:pt x="102" y="217"/>
                      <a:pt x="102" y="217"/>
                      <a:pt x="102" y="217"/>
                    </a:cubicBezTo>
                    <a:cubicBezTo>
                      <a:pt x="103" y="221"/>
                      <a:pt x="105" y="225"/>
                      <a:pt x="107" y="225"/>
                    </a:cubicBezTo>
                    <a:cubicBezTo>
                      <a:pt x="129" y="223"/>
                      <a:pt x="129" y="223"/>
                      <a:pt x="129" y="223"/>
                    </a:cubicBezTo>
                    <a:cubicBezTo>
                      <a:pt x="131" y="222"/>
                      <a:pt x="132" y="219"/>
                      <a:pt x="132" y="214"/>
                    </a:cubicBezTo>
                    <a:cubicBezTo>
                      <a:pt x="131" y="182"/>
                      <a:pt x="131" y="182"/>
                      <a:pt x="131" y="182"/>
                    </a:cubicBezTo>
                    <a:cubicBezTo>
                      <a:pt x="145" y="178"/>
                      <a:pt x="157" y="169"/>
                      <a:pt x="165" y="158"/>
                    </a:cubicBezTo>
                    <a:cubicBezTo>
                      <a:pt x="195" y="169"/>
                      <a:pt x="195" y="169"/>
                      <a:pt x="195" y="169"/>
                    </a:cubicBezTo>
                    <a:cubicBezTo>
                      <a:pt x="199" y="171"/>
                      <a:pt x="203" y="171"/>
                      <a:pt x="204" y="169"/>
                    </a:cubicBezTo>
                    <a:cubicBezTo>
                      <a:pt x="213" y="149"/>
                      <a:pt x="213" y="149"/>
                      <a:pt x="213" y="149"/>
                    </a:cubicBezTo>
                    <a:cubicBezTo>
                      <a:pt x="214" y="147"/>
                      <a:pt x="212" y="144"/>
                      <a:pt x="208" y="142"/>
                    </a:cubicBezTo>
                    <a:close/>
                    <a:moveTo>
                      <a:pt x="160" y="108"/>
                    </a:moveTo>
                    <a:cubicBezTo>
                      <a:pt x="161" y="115"/>
                      <a:pt x="160" y="121"/>
                      <a:pt x="158" y="128"/>
                    </a:cubicBezTo>
                    <a:cubicBezTo>
                      <a:pt x="127" y="113"/>
                      <a:pt x="127" y="113"/>
                      <a:pt x="127" y="113"/>
                    </a:cubicBezTo>
                    <a:cubicBezTo>
                      <a:pt x="127" y="113"/>
                      <a:pt x="127" y="112"/>
                      <a:pt x="127" y="111"/>
                    </a:cubicBezTo>
                    <a:cubicBezTo>
                      <a:pt x="127" y="110"/>
                      <a:pt x="127" y="109"/>
                      <a:pt x="127" y="108"/>
                    </a:cubicBezTo>
                    <a:cubicBezTo>
                      <a:pt x="155" y="88"/>
                      <a:pt x="155" y="88"/>
                      <a:pt x="155" y="88"/>
                    </a:cubicBezTo>
                    <a:cubicBezTo>
                      <a:pt x="158" y="94"/>
                      <a:pt x="160" y="101"/>
                      <a:pt x="160" y="108"/>
                    </a:cubicBezTo>
                    <a:close/>
                    <a:moveTo>
                      <a:pt x="54" y="118"/>
                    </a:moveTo>
                    <a:cubicBezTo>
                      <a:pt x="53" y="111"/>
                      <a:pt x="54" y="104"/>
                      <a:pt x="56" y="98"/>
                    </a:cubicBezTo>
                    <a:cubicBezTo>
                      <a:pt x="87" y="112"/>
                      <a:pt x="87" y="112"/>
                      <a:pt x="87" y="112"/>
                    </a:cubicBezTo>
                    <a:cubicBezTo>
                      <a:pt x="87" y="113"/>
                      <a:pt x="87" y="114"/>
                      <a:pt x="87" y="114"/>
                    </a:cubicBezTo>
                    <a:cubicBezTo>
                      <a:pt x="87" y="115"/>
                      <a:pt x="87" y="116"/>
                      <a:pt x="87" y="117"/>
                    </a:cubicBezTo>
                    <a:cubicBezTo>
                      <a:pt x="60" y="137"/>
                      <a:pt x="60" y="137"/>
                      <a:pt x="60" y="137"/>
                    </a:cubicBezTo>
                    <a:cubicBezTo>
                      <a:pt x="57" y="131"/>
                      <a:pt x="55" y="125"/>
                      <a:pt x="54" y="118"/>
                    </a:cubicBezTo>
                    <a:close/>
                    <a:moveTo>
                      <a:pt x="146" y="76"/>
                    </a:moveTo>
                    <a:cubicBezTo>
                      <a:pt x="118" y="95"/>
                      <a:pt x="118" y="95"/>
                      <a:pt x="118" y="95"/>
                    </a:cubicBezTo>
                    <a:cubicBezTo>
                      <a:pt x="116" y="94"/>
                      <a:pt x="115" y="94"/>
                      <a:pt x="113" y="93"/>
                    </a:cubicBezTo>
                    <a:cubicBezTo>
                      <a:pt x="110" y="59"/>
                      <a:pt x="110" y="59"/>
                      <a:pt x="110" y="59"/>
                    </a:cubicBezTo>
                    <a:cubicBezTo>
                      <a:pt x="124" y="60"/>
                      <a:pt x="137" y="66"/>
                      <a:pt x="146" y="76"/>
                    </a:cubicBezTo>
                    <a:close/>
                    <a:moveTo>
                      <a:pt x="95" y="61"/>
                    </a:moveTo>
                    <a:cubicBezTo>
                      <a:pt x="98" y="95"/>
                      <a:pt x="98" y="95"/>
                      <a:pt x="98" y="95"/>
                    </a:cubicBezTo>
                    <a:cubicBezTo>
                      <a:pt x="96" y="95"/>
                      <a:pt x="95" y="97"/>
                      <a:pt x="93" y="98"/>
                    </a:cubicBezTo>
                    <a:cubicBezTo>
                      <a:pt x="62" y="84"/>
                      <a:pt x="62" y="84"/>
                      <a:pt x="62" y="84"/>
                    </a:cubicBezTo>
                    <a:cubicBezTo>
                      <a:pt x="70" y="72"/>
                      <a:pt x="81" y="64"/>
                      <a:pt x="95" y="61"/>
                    </a:cubicBezTo>
                    <a:close/>
                    <a:moveTo>
                      <a:pt x="69" y="149"/>
                    </a:moveTo>
                    <a:cubicBezTo>
                      <a:pt x="96" y="130"/>
                      <a:pt x="96" y="130"/>
                      <a:pt x="96" y="130"/>
                    </a:cubicBezTo>
                    <a:cubicBezTo>
                      <a:pt x="98" y="131"/>
                      <a:pt x="100" y="131"/>
                      <a:pt x="101" y="132"/>
                    </a:cubicBezTo>
                    <a:cubicBezTo>
                      <a:pt x="105" y="166"/>
                      <a:pt x="105" y="166"/>
                      <a:pt x="105" y="166"/>
                    </a:cubicBezTo>
                    <a:cubicBezTo>
                      <a:pt x="91" y="165"/>
                      <a:pt x="78" y="159"/>
                      <a:pt x="69" y="149"/>
                    </a:cubicBezTo>
                    <a:close/>
                    <a:moveTo>
                      <a:pt x="120" y="164"/>
                    </a:moveTo>
                    <a:cubicBezTo>
                      <a:pt x="117" y="131"/>
                      <a:pt x="117" y="131"/>
                      <a:pt x="117" y="131"/>
                    </a:cubicBezTo>
                    <a:cubicBezTo>
                      <a:pt x="118" y="130"/>
                      <a:pt x="120" y="129"/>
                      <a:pt x="121" y="127"/>
                    </a:cubicBezTo>
                    <a:cubicBezTo>
                      <a:pt x="152" y="142"/>
                      <a:pt x="152" y="142"/>
                      <a:pt x="152" y="142"/>
                    </a:cubicBezTo>
                    <a:cubicBezTo>
                      <a:pt x="145" y="153"/>
                      <a:pt x="133" y="161"/>
                      <a:pt x="120" y="16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0" name="Freeform 39"/>
              <p:cNvSpPr>
                <a:spLocks noEditPoints="1"/>
              </p:cNvSpPr>
              <p:nvPr/>
            </p:nvSpPr>
            <p:spPr bwMode="auto">
              <a:xfrm>
                <a:off x="3526102" y="2500930"/>
                <a:ext cx="380647" cy="376061"/>
              </a:xfrm>
              <a:custGeom>
                <a:avLst/>
                <a:gdLst/>
                <a:ahLst/>
                <a:cxnLst>
                  <a:cxn ang="0">
                    <a:pos x="241" y="105"/>
                  </a:cxn>
                  <a:cxn ang="0">
                    <a:pos x="236" y="81"/>
                  </a:cxn>
                  <a:cxn ang="0">
                    <a:pos x="227" y="79"/>
                  </a:cxn>
                  <a:cxn ang="0">
                    <a:pos x="193" y="85"/>
                  </a:cxn>
                  <a:cxn ang="0">
                    <a:pos x="162" y="51"/>
                  </a:cxn>
                  <a:cxn ang="0">
                    <a:pos x="170" y="17"/>
                  </a:cxn>
                  <a:cxn ang="0">
                    <a:pos x="169" y="8"/>
                  </a:cxn>
                  <a:cxn ang="0">
                    <a:pos x="146" y="1"/>
                  </a:cxn>
                  <a:cxn ang="0">
                    <a:pos x="139" y="8"/>
                  </a:cxn>
                  <a:cxn ang="0">
                    <a:pos x="127" y="40"/>
                  </a:cxn>
                  <a:cxn ang="0">
                    <a:pos x="82" y="50"/>
                  </a:cxn>
                  <a:cxn ang="0">
                    <a:pos x="57" y="25"/>
                  </a:cxn>
                  <a:cxn ang="0">
                    <a:pos x="49" y="22"/>
                  </a:cxn>
                  <a:cxn ang="0">
                    <a:pos x="31" y="38"/>
                  </a:cxn>
                  <a:cxn ang="0">
                    <a:pos x="34" y="47"/>
                  </a:cxn>
                  <a:cxn ang="0">
                    <a:pos x="55" y="74"/>
                  </a:cxn>
                  <a:cxn ang="0">
                    <a:pos x="45" y="95"/>
                  </a:cxn>
                  <a:cxn ang="0">
                    <a:pos x="42" y="118"/>
                  </a:cxn>
                  <a:cxn ang="0">
                    <a:pos x="8" y="127"/>
                  </a:cxn>
                  <a:cxn ang="0">
                    <a:pos x="1" y="133"/>
                  </a:cxn>
                  <a:cxn ang="0">
                    <a:pos x="6" y="157"/>
                  </a:cxn>
                  <a:cxn ang="0">
                    <a:pos x="15" y="159"/>
                  </a:cxn>
                  <a:cxn ang="0">
                    <a:pos x="49" y="153"/>
                  </a:cxn>
                  <a:cxn ang="0">
                    <a:pos x="80" y="187"/>
                  </a:cxn>
                  <a:cxn ang="0">
                    <a:pos x="72" y="221"/>
                  </a:cxn>
                  <a:cxn ang="0">
                    <a:pos x="73" y="230"/>
                  </a:cxn>
                  <a:cxn ang="0">
                    <a:pos x="96" y="237"/>
                  </a:cxn>
                  <a:cxn ang="0">
                    <a:pos x="102" y="230"/>
                  </a:cxn>
                  <a:cxn ang="0">
                    <a:pos x="115" y="198"/>
                  </a:cxn>
                  <a:cxn ang="0">
                    <a:pos x="160" y="188"/>
                  </a:cxn>
                  <a:cxn ang="0">
                    <a:pos x="184" y="212"/>
                  </a:cxn>
                  <a:cxn ang="0">
                    <a:pos x="193" y="216"/>
                  </a:cxn>
                  <a:cxn ang="0">
                    <a:pos x="211" y="200"/>
                  </a:cxn>
                  <a:cxn ang="0">
                    <a:pos x="208" y="191"/>
                  </a:cxn>
                  <a:cxn ang="0">
                    <a:pos x="186" y="164"/>
                  </a:cxn>
                  <a:cxn ang="0">
                    <a:pos x="197" y="143"/>
                  </a:cxn>
                  <a:cxn ang="0">
                    <a:pos x="200" y="120"/>
                  </a:cxn>
                  <a:cxn ang="0">
                    <a:pos x="234" y="111"/>
                  </a:cxn>
                  <a:cxn ang="0">
                    <a:pos x="241" y="105"/>
                  </a:cxn>
                  <a:cxn ang="0">
                    <a:pos x="107" y="179"/>
                  </a:cxn>
                  <a:cxn ang="0">
                    <a:pos x="61" y="105"/>
                  </a:cxn>
                  <a:cxn ang="0">
                    <a:pos x="135" y="59"/>
                  </a:cxn>
                  <a:cxn ang="0">
                    <a:pos x="181" y="133"/>
                  </a:cxn>
                  <a:cxn ang="0">
                    <a:pos x="107" y="179"/>
                  </a:cxn>
                </a:cxnLst>
                <a:rect l="0" t="0" r="r" b="b"/>
                <a:pathLst>
                  <a:path w="241" h="238">
                    <a:moveTo>
                      <a:pt x="241" y="105"/>
                    </a:moveTo>
                    <a:cubicBezTo>
                      <a:pt x="236" y="81"/>
                      <a:pt x="236" y="81"/>
                      <a:pt x="236" y="81"/>
                    </a:cubicBezTo>
                    <a:cubicBezTo>
                      <a:pt x="235" y="80"/>
                      <a:pt x="231" y="79"/>
                      <a:pt x="227" y="79"/>
                    </a:cubicBezTo>
                    <a:cubicBezTo>
                      <a:pt x="193" y="85"/>
                      <a:pt x="193" y="85"/>
                      <a:pt x="193" y="85"/>
                    </a:cubicBezTo>
                    <a:cubicBezTo>
                      <a:pt x="186" y="71"/>
                      <a:pt x="175" y="59"/>
                      <a:pt x="162" y="51"/>
                    </a:cubicBezTo>
                    <a:cubicBezTo>
                      <a:pt x="170" y="17"/>
                      <a:pt x="170" y="17"/>
                      <a:pt x="170" y="17"/>
                    </a:cubicBezTo>
                    <a:cubicBezTo>
                      <a:pt x="171" y="13"/>
                      <a:pt x="171" y="9"/>
                      <a:pt x="169" y="8"/>
                    </a:cubicBezTo>
                    <a:cubicBezTo>
                      <a:pt x="146" y="1"/>
                      <a:pt x="146" y="1"/>
                      <a:pt x="146" y="1"/>
                    </a:cubicBezTo>
                    <a:cubicBezTo>
                      <a:pt x="144" y="0"/>
                      <a:pt x="141" y="3"/>
                      <a:pt x="139" y="8"/>
                    </a:cubicBezTo>
                    <a:cubicBezTo>
                      <a:pt x="127" y="40"/>
                      <a:pt x="127" y="40"/>
                      <a:pt x="127" y="40"/>
                    </a:cubicBezTo>
                    <a:cubicBezTo>
                      <a:pt x="111" y="39"/>
                      <a:pt x="96" y="42"/>
                      <a:pt x="82" y="50"/>
                    </a:cubicBezTo>
                    <a:cubicBezTo>
                      <a:pt x="57" y="25"/>
                      <a:pt x="57" y="25"/>
                      <a:pt x="57" y="25"/>
                    </a:cubicBezTo>
                    <a:cubicBezTo>
                      <a:pt x="54" y="22"/>
                      <a:pt x="50" y="21"/>
                      <a:pt x="49" y="22"/>
                    </a:cubicBezTo>
                    <a:cubicBezTo>
                      <a:pt x="31" y="38"/>
                      <a:pt x="31" y="38"/>
                      <a:pt x="31" y="38"/>
                    </a:cubicBezTo>
                    <a:cubicBezTo>
                      <a:pt x="30" y="39"/>
                      <a:pt x="31" y="44"/>
                      <a:pt x="34" y="47"/>
                    </a:cubicBezTo>
                    <a:cubicBezTo>
                      <a:pt x="55" y="74"/>
                      <a:pt x="55" y="74"/>
                      <a:pt x="55" y="74"/>
                    </a:cubicBezTo>
                    <a:cubicBezTo>
                      <a:pt x="51" y="80"/>
                      <a:pt x="48" y="87"/>
                      <a:pt x="45" y="95"/>
                    </a:cubicBezTo>
                    <a:cubicBezTo>
                      <a:pt x="43" y="102"/>
                      <a:pt x="42" y="110"/>
                      <a:pt x="42" y="118"/>
                    </a:cubicBezTo>
                    <a:cubicBezTo>
                      <a:pt x="8" y="127"/>
                      <a:pt x="8" y="127"/>
                      <a:pt x="8" y="127"/>
                    </a:cubicBezTo>
                    <a:cubicBezTo>
                      <a:pt x="4" y="128"/>
                      <a:pt x="0" y="131"/>
                      <a:pt x="1" y="133"/>
                    </a:cubicBezTo>
                    <a:cubicBezTo>
                      <a:pt x="6" y="157"/>
                      <a:pt x="6" y="157"/>
                      <a:pt x="6" y="157"/>
                    </a:cubicBezTo>
                    <a:cubicBezTo>
                      <a:pt x="6" y="158"/>
                      <a:pt x="11" y="159"/>
                      <a:pt x="15" y="159"/>
                    </a:cubicBezTo>
                    <a:cubicBezTo>
                      <a:pt x="49" y="153"/>
                      <a:pt x="49" y="153"/>
                      <a:pt x="49" y="153"/>
                    </a:cubicBezTo>
                    <a:cubicBezTo>
                      <a:pt x="56" y="167"/>
                      <a:pt x="67" y="179"/>
                      <a:pt x="80" y="187"/>
                    </a:cubicBezTo>
                    <a:cubicBezTo>
                      <a:pt x="72" y="221"/>
                      <a:pt x="72" y="221"/>
                      <a:pt x="72" y="221"/>
                    </a:cubicBezTo>
                    <a:cubicBezTo>
                      <a:pt x="71" y="225"/>
                      <a:pt x="71" y="229"/>
                      <a:pt x="73" y="230"/>
                    </a:cubicBezTo>
                    <a:cubicBezTo>
                      <a:pt x="96" y="237"/>
                      <a:pt x="96" y="237"/>
                      <a:pt x="96" y="237"/>
                    </a:cubicBezTo>
                    <a:cubicBezTo>
                      <a:pt x="98" y="238"/>
                      <a:pt x="101" y="235"/>
                      <a:pt x="102" y="230"/>
                    </a:cubicBezTo>
                    <a:cubicBezTo>
                      <a:pt x="115" y="198"/>
                      <a:pt x="115" y="198"/>
                      <a:pt x="115" y="198"/>
                    </a:cubicBezTo>
                    <a:cubicBezTo>
                      <a:pt x="131" y="199"/>
                      <a:pt x="146" y="196"/>
                      <a:pt x="160" y="188"/>
                    </a:cubicBezTo>
                    <a:cubicBezTo>
                      <a:pt x="184" y="212"/>
                      <a:pt x="184" y="212"/>
                      <a:pt x="184" y="212"/>
                    </a:cubicBezTo>
                    <a:cubicBezTo>
                      <a:pt x="188" y="216"/>
                      <a:pt x="192" y="217"/>
                      <a:pt x="193" y="216"/>
                    </a:cubicBezTo>
                    <a:cubicBezTo>
                      <a:pt x="211" y="200"/>
                      <a:pt x="211" y="200"/>
                      <a:pt x="211" y="200"/>
                    </a:cubicBezTo>
                    <a:cubicBezTo>
                      <a:pt x="212" y="198"/>
                      <a:pt x="211" y="194"/>
                      <a:pt x="208" y="191"/>
                    </a:cubicBezTo>
                    <a:cubicBezTo>
                      <a:pt x="186" y="164"/>
                      <a:pt x="186" y="164"/>
                      <a:pt x="186" y="164"/>
                    </a:cubicBezTo>
                    <a:cubicBezTo>
                      <a:pt x="191" y="158"/>
                      <a:pt x="194" y="151"/>
                      <a:pt x="197" y="143"/>
                    </a:cubicBezTo>
                    <a:cubicBezTo>
                      <a:pt x="199" y="135"/>
                      <a:pt x="200" y="128"/>
                      <a:pt x="200" y="120"/>
                    </a:cubicBezTo>
                    <a:cubicBezTo>
                      <a:pt x="234" y="111"/>
                      <a:pt x="234" y="111"/>
                      <a:pt x="234" y="111"/>
                    </a:cubicBezTo>
                    <a:cubicBezTo>
                      <a:pt x="238" y="109"/>
                      <a:pt x="241" y="107"/>
                      <a:pt x="241" y="105"/>
                    </a:cubicBezTo>
                    <a:close/>
                    <a:moveTo>
                      <a:pt x="107" y="179"/>
                    </a:moveTo>
                    <a:cubicBezTo>
                      <a:pt x="74" y="171"/>
                      <a:pt x="53" y="137"/>
                      <a:pt x="61" y="105"/>
                    </a:cubicBezTo>
                    <a:cubicBezTo>
                      <a:pt x="69" y="72"/>
                      <a:pt x="102" y="51"/>
                      <a:pt x="135" y="59"/>
                    </a:cubicBezTo>
                    <a:cubicBezTo>
                      <a:pt x="168" y="67"/>
                      <a:pt x="188" y="100"/>
                      <a:pt x="181" y="133"/>
                    </a:cubicBezTo>
                    <a:cubicBezTo>
                      <a:pt x="173" y="166"/>
                      <a:pt x="139" y="187"/>
                      <a:pt x="107" y="17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1" name="Freeform 40"/>
              <p:cNvSpPr>
                <a:spLocks noEditPoints="1"/>
              </p:cNvSpPr>
              <p:nvPr/>
            </p:nvSpPr>
            <p:spPr bwMode="auto">
              <a:xfrm>
                <a:off x="3615531" y="2588066"/>
                <a:ext cx="202935" cy="201789"/>
              </a:xfrm>
              <a:custGeom>
                <a:avLst/>
                <a:gdLst/>
                <a:ahLst/>
                <a:cxnLst>
                  <a:cxn ang="0">
                    <a:pos x="77" y="8"/>
                  </a:cxn>
                  <a:cxn ang="0">
                    <a:pos x="8" y="50"/>
                  </a:cxn>
                  <a:cxn ang="0">
                    <a:pos x="50" y="120"/>
                  </a:cxn>
                  <a:cxn ang="0">
                    <a:pos x="120" y="77"/>
                  </a:cxn>
                  <a:cxn ang="0">
                    <a:pos x="77" y="8"/>
                  </a:cxn>
                  <a:cxn ang="0">
                    <a:pos x="91" y="38"/>
                  </a:cxn>
                  <a:cxn ang="0">
                    <a:pos x="102" y="40"/>
                  </a:cxn>
                  <a:cxn ang="0">
                    <a:pos x="100" y="52"/>
                  </a:cxn>
                  <a:cxn ang="0">
                    <a:pos x="88" y="49"/>
                  </a:cxn>
                  <a:cxn ang="0">
                    <a:pos x="91" y="38"/>
                  </a:cxn>
                  <a:cxn ang="0">
                    <a:pos x="74" y="20"/>
                  </a:cxn>
                  <a:cxn ang="0">
                    <a:pos x="81" y="30"/>
                  </a:cxn>
                  <a:cxn ang="0">
                    <a:pos x="71" y="36"/>
                  </a:cxn>
                  <a:cxn ang="0">
                    <a:pos x="64" y="26"/>
                  </a:cxn>
                  <a:cxn ang="0">
                    <a:pos x="74" y="20"/>
                  </a:cxn>
                  <a:cxn ang="0">
                    <a:pos x="40" y="25"/>
                  </a:cxn>
                  <a:cxn ang="0">
                    <a:pos x="52" y="28"/>
                  </a:cxn>
                  <a:cxn ang="0">
                    <a:pos x="49" y="40"/>
                  </a:cxn>
                  <a:cxn ang="0">
                    <a:pos x="38" y="37"/>
                  </a:cxn>
                  <a:cxn ang="0">
                    <a:pos x="40" y="25"/>
                  </a:cxn>
                  <a:cxn ang="0">
                    <a:pos x="20" y="53"/>
                  </a:cxn>
                  <a:cxn ang="0">
                    <a:pos x="30" y="47"/>
                  </a:cxn>
                  <a:cxn ang="0">
                    <a:pos x="36" y="57"/>
                  </a:cxn>
                  <a:cxn ang="0">
                    <a:pos x="26" y="64"/>
                  </a:cxn>
                  <a:cxn ang="0">
                    <a:pos x="20" y="53"/>
                  </a:cxn>
                  <a:cxn ang="0">
                    <a:pos x="37" y="90"/>
                  </a:cxn>
                  <a:cxn ang="0">
                    <a:pos x="25" y="87"/>
                  </a:cxn>
                  <a:cxn ang="0">
                    <a:pos x="28" y="76"/>
                  </a:cxn>
                  <a:cxn ang="0">
                    <a:pos x="40" y="79"/>
                  </a:cxn>
                  <a:cxn ang="0">
                    <a:pos x="37" y="90"/>
                  </a:cxn>
                  <a:cxn ang="0">
                    <a:pos x="53" y="108"/>
                  </a:cxn>
                  <a:cxn ang="0">
                    <a:pos x="47" y="98"/>
                  </a:cxn>
                  <a:cxn ang="0">
                    <a:pos x="57" y="91"/>
                  </a:cxn>
                  <a:cxn ang="0">
                    <a:pos x="64" y="102"/>
                  </a:cxn>
                  <a:cxn ang="0">
                    <a:pos x="53" y="108"/>
                  </a:cxn>
                  <a:cxn ang="0">
                    <a:pos x="59" y="85"/>
                  </a:cxn>
                  <a:cxn ang="0">
                    <a:pos x="43" y="59"/>
                  </a:cxn>
                  <a:cxn ang="0">
                    <a:pos x="69" y="43"/>
                  </a:cxn>
                  <a:cxn ang="0">
                    <a:pos x="85" y="69"/>
                  </a:cxn>
                  <a:cxn ang="0">
                    <a:pos x="59" y="85"/>
                  </a:cxn>
                  <a:cxn ang="0">
                    <a:pos x="87" y="102"/>
                  </a:cxn>
                  <a:cxn ang="0">
                    <a:pos x="76" y="100"/>
                  </a:cxn>
                  <a:cxn ang="0">
                    <a:pos x="79" y="88"/>
                  </a:cxn>
                  <a:cxn ang="0">
                    <a:pos x="90" y="91"/>
                  </a:cxn>
                  <a:cxn ang="0">
                    <a:pos x="87" y="102"/>
                  </a:cxn>
                  <a:cxn ang="0">
                    <a:pos x="98" y="81"/>
                  </a:cxn>
                  <a:cxn ang="0">
                    <a:pos x="91" y="71"/>
                  </a:cxn>
                  <a:cxn ang="0">
                    <a:pos x="102" y="64"/>
                  </a:cxn>
                  <a:cxn ang="0">
                    <a:pos x="108" y="75"/>
                  </a:cxn>
                  <a:cxn ang="0">
                    <a:pos x="98" y="81"/>
                  </a:cxn>
                </a:cxnLst>
                <a:rect l="0" t="0" r="r" b="b"/>
                <a:pathLst>
                  <a:path w="128" h="128">
                    <a:moveTo>
                      <a:pt x="77" y="8"/>
                    </a:moveTo>
                    <a:cubicBezTo>
                      <a:pt x="46" y="0"/>
                      <a:pt x="15" y="19"/>
                      <a:pt x="8" y="50"/>
                    </a:cubicBezTo>
                    <a:cubicBezTo>
                      <a:pt x="0" y="81"/>
                      <a:pt x="19" y="113"/>
                      <a:pt x="50" y="120"/>
                    </a:cubicBezTo>
                    <a:cubicBezTo>
                      <a:pt x="81" y="128"/>
                      <a:pt x="113" y="108"/>
                      <a:pt x="120" y="77"/>
                    </a:cubicBezTo>
                    <a:cubicBezTo>
                      <a:pt x="128" y="46"/>
                      <a:pt x="108" y="15"/>
                      <a:pt x="77" y="8"/>
                    </a:cubicBezTo>
                    <a:close/>
                    <a:moveTo>
                      <a:pt x="91" y="38"/>
                    </a:moveTo>
                    <a:cubicBezTo>
                      <a:pt x="95" y="35"/>
                      <a:pt x="100" y="36"/>
                      <a:pt x="102" y="40"/>
                    </a:cubicBezTo>
                    <a:cubicBezTo>
                      <a:pt x="105" y="44"/>
                      <a:pt x="104" y="50"/>
                      <a:pt x="100" y="52"/>
                    </a:cubicBezTo>
                    <a:cubicBezTo>
                      <a:pt x="96" y="54"/>
                      <a:pt x="90" y="53"/>
                      <a:pt x="88" y="49"/>
                    </a:cubicBezTo>
                    <a:cubicBezTo>
                      <a:pt x="86" y="45"/>
                      <a:pt x="87" y="40"/>
                      <a:pt x="91" y="38"/>
                    </a:cubicBezTo>
                    <a:close/>
                    <a:moveTo>
                      <a:pt x="74" y="20"/>
                    </a:moveTo>
                    <a:cubicBezTo>
                      <a:pt x="79" y="21"/>
                      <a:pt x="82" y="26"/>
                      <a:pt x="81" y="30"/>
                    </a:cubicBezTo>
                    <a:cubicBezTo>
                      <a:pt x="80" y="35"/>
                      <a:pt x="75" y="38"/>
                      <a:pt x="71" y="36"/>
                    </a:cubicBezTo>
                    <a:cubicBezTo>
                      <a:pt x="66" y="35"/>
                      <a:pt x="63" y="31"/>
                      <a:pt x="64" y="26"/>
                    </a:cubicBezTo>
                    <a:cubicBezTo>
                      <a:pt x="65" y="22"/>
                      <a:pt x="70" y="19"/>
                      <a:pt x="74" y="20"/>
                    </a:cubicBezTo>
                    <a:close/>
                    <a:moveTo>
                      <a:pt x="40" y="25"/>
                    </a:moveTo>
                    <a:cubicBezTo>
                      <a:pt x="44" y="23"/>
                      <a:pt x="50" y="24"/>
                      <a:pt x="52" y="28"/>
                    </a:cubicBezTo>
                    <a:cubicBezTo>
                      <a:pt x="54" y="32"/>
                      <a:pt x="53" y="37"/>
                      <a:pt x="49" y="40"/>
                    </a:cubicBezTo>
                    <a:cubicBezTo>
                      <a:pt x="45" y="42"/>
                      <a:pt x="40" y="41"/>
                      <a:pt x="38" y="37"/>
                    </a:cubicBezTo>
                    <a:cubicBezTo>
                      <a:pt x="35" y="33"/>
                      <a:pt x="36" y="28"/>
                      <a:pt x="40" y="25"/>
                    </a:cubicBezTo>
                    <a:close/>
                    <a:moveTo>
                      <a:pt x="20" y="53"/>
                    </a:moveTo>
                    <a:cubicBezTo>
                      <a:pt x="21" y="49"/>
                      <a:pt x="26" y="46"/>
                      <a:pt x="30" y="47"/>
                    </a:cubicBezTo>
                    <a:cubicBezTo>
                      <a:pt x="35" y="48"/>
                      <a:pt x="38" y="53"/>
                      <a:pt x="36" y="57"/>
                    </a:cubicBezTo>
                    <a:cubicBezTo>
                      <a:pt x="35" y="62"/>
                      <a:pt x="31" y="65"/>
                      <a:pt x="26" y="64"/>
                    </a:cubicBezTo>
                    <a:cubicBezTo>
                      <a:pt x="22" y="62"/>
                      <a:pt x="19" y="58"/>
                      <a:pt x="20" y="53"/>
                    </a:cubicBezTo>
                    <a:close/>
                    <a:moveTo>
                      <a:pt x="37" y="90"/>
                    </a:moveTo>
                    <a:cubicBezTo>
                      <a:pt x="33" y="93"/>
                      <a:pt x="28" y="91"/>
                      <a:pt x="25" y="87"/>
                    </a:cubicBezTo>
                    <a:cubicBezTo>
                      <a:pt x="23" y="84"/>
                      <a:pt x="24" y="78"/>
                      <a:pt x="28" y="76"/>
                    </a:cubicBezTo>
                    <a:cubicBezTo>
                      <a:pt x="32" y="73"/>
                      <a:pt x="37" y="75"/>
                      <a:pt x="40" y="79"/>
                    </a:cubicBezTo>
                    <a:cubicBezTo>
                      <a:pt x="42" y="83"/>
                      <a:pt x="41" y="88"/>
                      <a:pt x="37" y="90"/>
                    </a:cubicBezTo>
                    <a:close/>
                    <a:moveTo>
                      <a:pt x="53" y="108"/>
                    </a:moveTo>
                    <a:cubicBezTo>
                      <a:pt x="49" y="107"/>
                      <a:pt x="46" y="102"/>
                      <a:pt x="47" y="98"/>
                    </a:cubicBezTo>
                    <a:cubicBezTo>
                      <a:pt x="48" y="93"/>
                      <a:pt x="53" y="90"/>
                      <a:pt x="57" y="91"/>
                    </a:cubicBezTo>
                    <a:cubicBezTo>
                      <a:pt x="62" y="92"/>
                      <a:pt x="65" y="97"/>
                      <a:pt x="64" y="102"/>
                    </a:cubicBezTo>
                    <a:cubicBezTo>
                      <a:pt x="62" y="106"/>
                      <a:pt x="58" y="109"/>
                      <a:pt x="53" y="108"/>
                    </a:cubicBezTo>
                    <a:close/>
                    <a:moveTo>
                      <a:pt x="59" y="85"/>
                    </a:moveTo>
                    <a:cubicBezTo>
                      <a:pt x="47" y="82"/>
                      <a:pt x="40" y="70"/>
                      <a:pt x="43" y="59"/>
                    </a:cubicBezTo>
                    <a:cubicBezTo>
                      <a:pt x="46" y="47"/>
                      <a:pt x="57" y="40"/>
                      <a:pt x="69" y="43"/>
                    </a:cubicBezTo>
                    <a:cubicBezTo>
                      <a:pt x="81" y="46"/>
                      <a:pt x="88" y="57"/>
                      <a:pt x="85" y="69"/>
                    </a:cubicBezTo>
                    <a:cubicBezTo>
                      <a:pt x="82" y="81"/>
                      <a:pt x="70" y="88"/>
                      <a:pt x="59" y="85"/>
                    </a:cubicBezTo>
                    <a:close/>
                    <a:moveTo>
                      <a:pt x="87" y="102"/>
                    </a:moveTo>
                    <a:cubicBezTo>
                      <a:pt x="83" y="105"/>
                      <a:pt x="78" y="104"/>
                      <a:pt x="76" y="100"/>
                    </a:cubicBezTo>
                    <a:cubicBezTo>
                      <a:pt x="73" y="96"/>
                      <a:pt x="75" y="90"/>
                      <a:pt x="79" y="88"/>
                    </a:cubicBezTo>
                    <a:cubicBezTo>
                      <a:pt x="83" y="86"/>
                      <a:pt x="88" y="87"/>
                      <a:pt x="90" y="91"/>
                    </a:cubicBezTo>
                    <a:cubicBezTo>
                      <a:pt x="93" y="95"/>
                      <a:pt x="91" y="100"/>
                      <a:pt x="87" y="102"/>
                    </a:cubicBezTo>
                    <a:close/>
                    <a:moveTo>
                      <a:pt x="98" y="81"/>
                    </a:moveTo>
                    <a:cubicBezTo>
                      <a:pt x="93" y="80"/>
                      <a:pt x="90" y="75"/>
                      <a:pt x="91" y="71"/>
                    </a:cubicBezTo>
                    <a:cubicBezTo>
                      <a:pt x="92" y="66"/>
                      <a:pt x="97" y="63"/>
                      <a:pt x="102" y="64"/>
                    </a:cubicBezTo>
                    <a:cubicBezTo>
                      <a:pt x="106" y="65"/>
                      <a:pt x="109" y="70"/>
                      <a:pt x="108" y="75"/>
                    </a:cubicBezTo>
                    <a:cubicBezTo>
                      <a:pt x="107" y="79"/>
                      <a:pt x="102" y="82"/>
                      <a:pt x="98" y="8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2" name="Freeform 41"/>
              <p:cNvSpPr>
                <a:spLocks/>
              </p:cNvSpPr>
              <p:nvPr/>
            </p:nvSpPr>
            <p:spPr bwMode="auto">
              <a:xfrm>
                <a:off x="3694641" y="2667176"/>
                <a:ext cx="44715" cy="43568"/>
              </a:xfrm>
              <a:custGeom>
                <a:avLst/>
                <a:gdLst/>
                <a:ahLst/>
                <a:cxnLst>
                  <a:cxn ang="0">
                    <a:pos x="17" y="1"/>
                  </a:cxn>
                  <a:cxn ang="0">
                    <a:pos x="1" y="11"/>
                  </a:cxn>
                  <a:cxn ang="0">
                    <a:pos x="11" y="26"/>
                  </a:cxn>
                  <a:cxn ang="0">
                    <a:pos x="26" y="17"/>
                  </a:cxn>
                  <a:cxn ang="0">
                    <a:pos x="17" y="1"/>
                  </a:cxn>
                </a:cxnLst>
                <a:rect l="0" t="0" r="r" b="b"/>
                <a:pathLst>
                  <a:path w="28" h="28">
                    <a:moveTo>
                      <a:pt x="17" y="1"/>
                    </a:moveTo>
                    <a:cubicBezTo>
                      <a:pt x="10" y="0"/>
                      <a:pt x="3" y="4"/>
                      <a:pt x="1" y="11"/>
                    </a:cubicBezTo>
                    <a:cubicBezTo>
                      <a:pt x="0" y="18"/>
                      <a:pt x="4" y="25"/>
                      <a:pt x="11" y="26"/>
                    </a:cubicBezTo>
                    <a:cubicBezTo>
                      <a:pt x="18" y="28"/>
                      <a:pt x="25" y="24"/>
                      <a:pt x="26" y="17"/>
                    </a:cubicBezTo>
                    <a:cubicBezTo>
                      <a:pt x="28" y="10"/>
                      <a:pt x="24" y="3"/>
                      <a:pt x="17" y="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3" name="Freeform 42"/>
              <p:cNvSpPr>
                <a:spLocks noEditPoints="1"/>
              </p:cNvSpPr>
              <p:nvPr/>
            </p:nvSpPr>
            <p:spPr bwMode="auto">
              <a:xfrm>
                <a:off x="4199114" y="1219112"/>
                <a:ext cx="604220" cy="607660"/>
              </a:xfrm>
              <a:custGeom>
                <a:avLst/>
                <a:gdLst/>
                <a:ahLst/>
                <a:cxnLst>
                  <a:cxn ang="0">
                    <a:pos x="375" y="137"/>
                  </a:cxn>
                  <a:cxn ang="0">
                    <a:pos x="346" y="136"/>
                  </a:cxn>
                  <a:cxn ang="0">
                    <a:pos x="340" y="77"/>
                  </a:cxn>
                  <a:cxn ang="0">
                    <a:pos x="323" y="53"/>
                  </a:cxn>
                  <a:cxn ang="0">
                    <a:pos x="297" y="66"/>
                  </a:cxn>
                  <a:cxn ang="0">
                    <a:pos x="277" y="24"/>
                  </a:cxn>
                  <a:cxn ang="0">
                    <a:pos x="252" y="10"/>
                  </a:cxn>
                  <a:cxn ang="0">
                    <a:pos x="234" y="33"/>
                  </a:cxn>
                  <a:cxn ang="0">
                    <a:pos x="197" y="3"/>
                  </a:cxn>
                  <a:cxn ang="0">
                    <a:pos x="168" y="1"/>
                  </a:cxn>
                  <a:cxn ang="0">
                    <a:pos x="162" y="30"/>
                  </a:cxn>
                  <a:cxn ang="0">
                    <a:pos x="117" y="18"/>
                  </a:cxn>
                  <a:cxn ang="0">
                    <a:pos x="89" y="29"/>
                  </a:cxn>
                  <a:cxn ang="0">
                    <a:pos x="96" y="57"/>
                  </a:cxn>
                  <a:cxn ang="0">
                    <a:pos x="50" y="66"/>
                  </a:cxn>
                  <a:cxn ang="0">
                    <a:pos x="30" y="87"/>
                  </a:cxn>
                  <a:cxn ang="0">
                    <a:pos x="47" y="110"/>
                  </a:cxn>
                  <a:cxn ang="0">
                    <a:pos x="10" y="137"/>
                  </a:cxn>
                  <a:cxn ang="0">
                    <a:pos x="0" y="165"/>
                  </a:cxn>
                  <a:cxn ang="0">
                    <a:pos x="26" y="178"/>
                  </a:cxn>
                  <a:cxn ang="0">
                    <a:pos x="26" y="210"/>
                  </a:cxn>
                  <a:cxn ang="0">
                    <a:pos x="1" y="224"/>
                  </a:cxn>
                  <a:cxn ang="0">
                    <a:pos x="11" y="251"/>
                  </a:cxn>
                  <a:cxn ang="0">
                    <a:pos x="57" y="289"/>
                  </a:cxn>
                  <a:cxn ang="0">
                    <a:pos x="41" y="314"/>
                  </a:cxn>
                  <a:cxn ang="0">
                    <a:pos x="64" y="333"/>
                  </a:cxn>
                  <a:cxn ang="0">
                    <a:pos x="110" y="337"/>
                  </a:cxn>
                  <a:cxn ang="0">
                    <a:pos x="106" y="365"/>
                  </a:cxn>
                  <a:cxn ang="0">
                    <a:pos x="135" y="373"/>
                  </a:cxn>
                  <a:cxn ang="0">
                    <a:pos x="179" y="357"/>
                  </a:cxn>
                  <a:cxn ang="0">
                    <a:pos x="189" y="385"/>
                  </a:cxn>
                  <a:cxn ang="0">
                    <a:pos x="218" y="380"/>
                  </a:cxn>
                  <a:cxn ang="0">
                    <a:pos x="250" y="347"/>
                  </a:cxn>
                  <a:cxn ang="0">
                    <a:pos x="270" y="368"/>
                  </a:cxn>
                  <a:cxn ang="0">
                    <a:pos x="294" y="351"/>
                  </a:cxn>
                  <a:cxn ang="0">
                    <a:pos x="310" y="307"/>
                  </a:cxn>
                  <a:cxn ang="0">
                    <a:pos x="337" y="318"/>
                  </a:cxn>
                  <a:cxn ang="0">
                    <a:pos x="351" y="292"/>
                  </a:cxn>
                  <a:cxn ang="0">
                    <a:pos x="347" y="246"/>
                  </a:cxn>
                  <a:cxn ang="0">
                    <a:pos x="376" y="244"/>
                  </a:cxn>
                  <a:cxn ang="0">
                    <a:pos x="379" y="215"/>
                  </a:cxn>
                  <a:cxn ang="0">
                    <a:pos x="356" y="184"/>
                  </a:cxn>
                  <a:cxn ang="0">
                    <a:pos x="378" y="166"/>
                  </a:cxn>
                  <a:cxn ang="0">
                    <a:pos x="267" y="306"/>
                  </a:cxn>
                  <a:cxn ang="0">
                    <a:pos x="211" y="327"/>
                  </a:cxn>
                  <a:cxn ang="0">
                    <a:pos x="184" y="329"/>
                  </a:cxn>
                  <a:cxn ang="0">
                    <a:pos x="127" y="313"/>
                  </a:cxn>
                  <a:cxn ang="0">
                    <a:pos x="75" y="265"/>
                  </a:cxn>
                  <a:cxn ang="0">
                    <a:pos x="55" y="209"/>
                  </a:cxn>
                  <a:cxn ang="0">
                    <a:pos x="55" y="177"/>
                  </a:cxn>
                  <a:cxn ang="0">
                    <a:pos x="74" y="121"/>
                  </a:cxn>
                  <a:cxn ang="0">
                    <a:pos x="115" y="79"/>
                  </a:cxn>
                  <a:cxn ang="0">
                    <a:pos x="170" y="57"/>
                  </a:cxn>
                  <a:cxn ang="0">
                    <a:pos x="197" y="56"/>
                  </a:cxn>
                  <a:cxn ang="0">
                    <a:pos x="255" y="72"/>
                  </a:cxn>
                  <a:cxn ang="0">
                    <a:pos x="306" y="120"/>
                  </a:cxn>
                  <a:cxn ang="0">
                    <a:pos x="326" y="175"/>
                  </a:cxn>
                  <a:cxn ang="0">
                    <a:pos x="327" y="207"/>
                  </a:cxn>
                  <a:cxn ang="0">
                    <a:pos x="307" y="263"/>
                  </a:cxn>
                  <a:cxn ang="0">
                    <a:pos x="267" y="306"/>
                  </a:cxn>
                </a:cxnLst>
                <a:rect l="0" t="0" r="r" b="b"/>
                <a:pathLst>
                  <a:path w="382" h="385">
                    <a:moveTo>
                      <a:pt x="380" y="161"/>
                    </a:moveTo>
                    <a:cubicBezTo>
                      <a:pt x="375" y="137"/>
                      <a:pt x="375" y="137"/>
                      <a:pt x="375" y="137"/>
                    </a:cubicBezTo>
                    <a:cubicBezTo>
                      <a:pt x="374" y="135"/>
                      <a:pt x="372" y="133"/>
                      <a:pt x="371" y="133"/>
                    </a:cubicBezTo>
                    <a:cubicBezTo>
                      <a:pt x="346" y="136"/>
                      <a:pt x="346" y="136"/>
                      <a:pt x="346" y="136"/>
                    </a:cubicBezTo>
                    <a:cubicBezTo>
                      <a:pt x="341" y="121"/>
                      <a:pt x="334" y="108"/>
                      <a:pt x="325" y="96"/>
                    </a:cubicBezTo>
                    <a:cubicBezTo>
                      <a:pt x="340" y="77"/>
                      <a:pt x="340" y="77"/>
                      <a:pt x="340" y="77"/>
                    </a:cubicBezTo>
                    <a:cubicBezTo>
                      <a:pt x="342" y="75"/>
                      <a:pt x="342" y="73"/>
                      <a:pt x="340" y="71"/>
                    </a:cubicBezTo>
                    <a:cubicBezTo>
                      <a:pt x="323" y="53"/>
                      <a:pt x="323" y="53"/>
                      <a:pt x="323" y="53"/>
                    </a:cubicBezTo>
                    <a:cubicBezTo>
                      <a:pt x="322" y="51"/>
                      <a:pt x="319" y="51"/>
                      <a:pt x="318" y="52"/>
                    </a:cubicBezTo>
                    <a:cubicBezTo>
                      <a:pt x="297" y="66"/>
                      <a:pt x="297" y="66"/>
                      <a:pt x="297" y="66"/>
                    </a:cubicBezTo>
                    <a:cubicBezTo>
                      <a:pt x="289" y="59"/>
                      <a:pt x="281" y="53"/>
                      <a:pt x="272" y="48"/>
                    </a:cubicBezTo>
                    <a:cubicBezTo>
                      <a:pt x="277" y="24"/>
                      <a:pt x="277" y="24"/>
                      <a:pt x="277" y="24"/>
                    </a:cubicBezTo>
                    <a:cubicBezTo>
                      <a:pt x="278" y="22"/>
                      <a:pt x="277" y="20"/>
                      <a:pt x="275" y="19"/>
                    </a:cubicBezTo>
                    <a:cubicBezTo>
                      <a:pt x="252" y="10"/>
                      <a:pt x="252" y="10"/>
                      <a:pt x="252" y="10"/>
                    </a:cubicBezTo>
                    <a:cubicBezTo>
                      <a:pt x="250" y="9"/>
                      <a:pt x="248" y="10"/>
                      <a:pt x="247" y="12"/>
                    </a:cubicBezTo>
                    <a:cubicBezTo>
                      <a:pt x="234" y="33"/>
                      <a:pt x="234" y="33"/>
                      <a:pt x="234" y="33"/>
                    </a:cubicBezTo>
                    <a:cubicBezTo>
                      <a:pt x="224" y="30"/>
                      <a:pt x="213" y="28"/>
                      <a:pt x="202" y="28"/>
                    </a:cubicBezTo>
                    <a:cubicBezTo>
                      <a:pt x="197" y="3"/>
                      <a:pt x="197" y="3"/>
                      <a:pt x="197" y="3"/>
                    </a:cubicBezTo>
                    <a:cubicBezTo>
                      <a:pt x="197" y="1"/>
                      <a:pt x="195" y="0"/>
                      <a:pt x="193" y="0"/>
                    </a:cubicBezTo>
                    <a:cubicBezTo>
                      <a:pt x="168" y="1"/>
                      <a:pt x="168" y="1"/>
                      <a:pt x="168" y="1"/>
                    </a:cubicBezTo>
                    <a:cubicBezTo>
                      <a:pt x="166" y="1"/>
                      <a:pt x="164" y="3"/>
                      <a:pt x="164" y="5"/>
                    </a:cubicBezTo>
                    <a:cubicBezTo>
                      <a:pt x="162" y="30"/>
                      <a:pt x="162" y="30"/>
                      <a:pt x="162" y="30"/>
                    </a:cubicBezTo>
                    <a:cubicBezTo>
                      <a:pt x="151" y="32"/>
                      <a:pt x="141" y="34"/>
                      <a:pt x="131" y="38"/>
                    </a:cubicBezTo>
                    <a:cubicBezTo>
                      <a:pt x="117" y="18"/>
                      <a:pt x="117" y="18"/>
                      <a:pt x="117" y="18"/>
                    </a:cubicBezTo>
                    <a:cubicBezTo>
                      <a:pt x="115" y="17"/>
                      <a:pt x="113" y="16"/>
                      <a:pt x="111" y="17"/>
                    </a:cubicBezTo>
                    <a:cubicBezTo>
                      <a:pt x="89" y="29"/>
                      <a:pt x="89" y="29"/>
                      <a:pt x="89" y="29"/>
                    </a:cubicBezTo>
                    <a:cubicBezTo>
                      <a:pt x="87" y="30"/>
                      <a:pt x="87" y="32"/>
                      <a:pt x="87" y="34"/>
                    </a:cubicBezTo>
                    <a:cubicBezTo>
                      <a:pt x="96" y="57"/>
                      <a:pt x="96" y="57"/>
                      <a:pt x="96" y="57"/>
                    </a:cubicBezTo>
                    <a:cubicBezTo>
                      <a:pt x="87" y="63"/>
                      <a:pt x="79" y="70"/>
                      <a:pt x="72" y="78"/>
                    </a:cubicBezTo>
                    <a:cubicBezTo>
                      <a:pt x="50" y="66"/>
                      <a:pt x="50" y="66"/>
                      <a:pt x="50" y="66"/>
                    </a:cubicBezTo>
                    <a:cubicBezTo>
                      <a:pt x="48" y="65"/>
                      <a:pt x="46" y="66"/>
                      <a:pt x="45" y="67"/>
                    </a:cubicBezTo>
                    <a:cubicBezTo>
                      <a:pt x="30" y="87"/>
                      <a:pt x="30" y="87"/>
                      <a:pt x="30" y="87"/>
                    </a:cubicBezTo>
                    <a:cubicBezTo>
                      <a:pt x="28" y="89"/>
                      <a:pt x="29" y="91"/>
                      <a:pt x="30" y="93"/>
                    </a:cubicBezTo>
                    <a:cubicBezTo>
                      <a:pt x="47" y="110"/>
                      <a:pt x="47" y="110"/>
                      <a:pt x="47" y="110"/>
                    </a:cubicBezTo>
                    <a:cubicBezTo>
                      <a:pt x="42" y="119"/>
                      <a:pt x="38" y="129"/>
                      <a:pt x="34" y="139"/>
                    </a:cubicBezTo>
                    <a:cubicBezTo>
                      <a:pt x="10" y="137"/>
                      <a:pt x="10" y="137"/>
                      <a:pt x="10" y="137"/>
                    </a:cubicBezTo>
                    <a:cubicBezTo>
                      <a:pt x="8" y="137"/>
                      <a:pt x="6" y="139"/>
                      <a:pt x="5" y="141"/>
                    </a:cubicBezTo>
                    <a:cubicBezTo>
                      <a:pt x="0" y="165"/>
                      <a:pt x="0" y="165"/>
                      <a:pt x="0" y="165"/>
                    </a:cubicBezTo>
                    <a:cubicBezTo>
                      <a:pt x="0" y="167"/>
                      <a:pt x="1" y="169"/>
                      <a:pt x="3" y="170"/>
                    </a:cubicBezTo>
                    <a:cubicBezTo>
                      <a:pt x="26" y="178"/>
                      <a:pt x="26" y="178"/>
                      <a:pt x="26" y="178"/>
                    </a:cubicBezTo>
                    <a:cubicBezTo>
                      <a:pt x="25" y="186"/>
                      <a:pt x="25" y="193"/>
                      <a:pt x="26" y="201"/>
                    </a:cubicBezTo>
                    <a:cubicBezTo>
                      <a:pt x="26" y="204"/>
                      <a:pt x="26" y="207"/>
                      <a:pt x="26" y="210"/>
                    </a:cubicBezTo>
                    <a:cubicBezTo>
                      <a:pt x="3" y="219"/>
                      <a:pt x="3" y="219"/>
                      <a:pt x="3" y="219"/>
                    </a:cubicBezTo>
                    <a:cubicBezTo>
                      <a:pt x="2" y="220"/>
                      <a:pt x="1" y="222"/>
                      <a:pt x="1" y="224"/>
                    </a:cubicBezTo>
                    <a:cubicBezTo>
                      <a:pt x="7" y="248"/>
                      <a:pt x="7" y="248"/>
                      <a:pt x="7" y="248"/>
                    </a:cubicBezTo>
                    <a:cubicBezTo>
                      <a:pt x="7" y="250"/>
                      <a:pt x="9" y="252"/>
                      <a:pt x="11" y="251"/>
                    </a:cubicBezTo>
                    <a:cubicBezTo>
                      <a:pt x="36" y="249"/>
                      <a:pt x="36" y="249"/>
                      <a:pt x="36" y="249"/>
                    </a:cubicBezTo>
                    <a:cubicBezTo>
                      <a:pt x="41" y="264"/>
                      <a:pt x="48" y="277"/>
                      <a:pt x="57" y="289"/>
                    </a:cubicBezTo>
                    <a:cubicBezTo>
                      <a:pt x="41" y="308"/>
                      <a:pt x="41" y="308"/>
                      <a:pt x="41" y="308"/>
                    </a:cubicBezTo>
                    <a:cubicBezTo>
                      <a:pt x="40" y="310"/>
                      <a:pt x="40" y="312"/>
                      <a:pt x="41" y="314"/>
                    </a:cubicBezTo>
                    <a:cubicBezTo>
                      <a:pt x="58" y="332"/>
                      <a:pt x="58" y="332"/>
                      <a:pt x="58" y="332"/>
                    </a:cubicBezTo>
                    <a:cubicBezTo>
                      <a:pt x="60" y="333"/>
                      <a:pt x="62" y="334"/>
                      <a:pt x="64" y="333"/>
                    </a:cubicBezTo>
                    <a:cubicBezTo>
                      <a:pt x="84" y="319"/>
                      <a:pt x="84" y="319"/>
                      <a:pt x="84" y="319"/>
                    </a:cubicBezTo>
                    <a:cubicBezTo>
                      <a:pt x="92" y="325"/>
                      <a:pt x="101" y="331"/>
                      <a:pt x="110" y="337"/>
                    </a:cubicBezTo>
                    <a:cubicBezTo>
                      <a:pt x="104" y="361"/>
                      <a:pt x="104" y="361"/>
                      <a:pt x="104" y="361"/>
                    </a:cubicBezTo>
                    <a:cubicBezTo>
                      <a:pt x="104" y="363"/>
                      <a:pt x="105" y="365"/>
                      <a:pt x="106" y="365"/>
                    </a:cubicBezTo>
                    <a:cubicBezTo>
                      <a:pt x="130" y="375"/>
                      <a:pt x="130" y="375"/>
                      <a:pt x="130" y="375"/>
                    </a:cubicBezTo>
                    <a:cubicBezTo>
                      <a:pt x="131" y="376"/>
                      <a:pt x="134" y="375"/>
                      <a:pt x="135" y="373"/>
                    </a:cubicBezTo>
                    <a:cubicBezTo>
                      <a:pt x="147" y="352"/>
                      <a:pt x="147" y="352"/>
                      <a:pt x="147" y="352"/>
                    </a:cubicBezTo>
                    <a:cubicBezTo>
                      <a:pt x="158" y="355"/>
                      <a:pt x="168" y="356"/>
                      <a:pt x="179" y="357"/>
                    </a:cubicBezTo>
                    <a:cubicBezTo>
                      <a:pt x="184" y="381"/>
                      <a:pt x="184" y="381"/>
                      <a:pt x="184" y="381"/>
                    </a:cubicBezTo>
                    <a:cubicBezTo>
                      <a:pt x="185" y="383"/>
                      <a:pt x="187" y="385"/>
                      <a:pt x="189" y="385"/>
                    </a:cubicBezTo>
                    <a:cubicBezTo>
                      <a:pt x="214" y="383"/>
                      <a:pt x="214" y="383"/>
                      <a:pt x="214" y="383"/>
                    </a:cubicBezTo>
                    <a:cubicBezTo>
                      <a:pt x="216" y="383"/>
                      <a:pt x="217" y="382"/>
                      <a:pt x="218" y="380"/>
                    </a:cubicBezTo>
                    <a:cubicBezTo>
                      <a:pt x="220" y="355"/>
                      <a:pt x="220" y="355"/>
                      <a:pt x="220" y="355"/>
                    </a:cubicBezTo>
                    <a:cubicBezTo>
                      <a:pt x="230" y="353"/>
                      <a:pt x="240" y="350"/>
                      <a:pt x="250" y="347"/>
                    </a:cubicBezTo>
                    <a:cubicBezTo>
                      <a:pt x="265" y="366"/>
                      <a:pt x="265" y="366"/>
                      <a:pt x="265" y="366"/>
                    </a:cubicBezTo>
                    <a:cubicBezTo>
                      <a:pt x="266" y="368"/>
                      <a:pt x="268" y="369"/>
                      <a:pt x="270" y="368"/>
                    </a:cubicBezTo>
                    <a:cubicBezTo>
                      <a:pt x="292" y="356"/>
                      <a:pt x="292" y="356"/>
                      <a:pt x="292" y="356"/>
                    </a:cubicBezTo>
                    <a:cubicBezTo>
                      <a:pt x="294" y="355"/>
                      <a:pt x="295" y="353"/>
                      <a:pt x="294" y="351"/>
                    </a:cubicBezTo>
                    <a:cubicBezTo>
                      <a:pt x="286" y="328"/>
                      <a:pt x="286" y="328"/>
                      <a:pt x="286" y="328"/>
                    </a:cubicBezTo>
                    <a:cubicBezTo>
                      <a:pt x="294" y="321"/>
                      <a:pt x="302" y="315"/>
                      <a:pt x="310" y="307"/>
                    </a:cubicBezTo>
                    <a:cubicBezTo>
                      <a:pt x="331" y="319"/>
                      <a:pt x="331" y="319"/>
                      <a:pt x="331" y="319"/>
                    </a:cubicBezTo>
                    <a:cubicBezTo>
                      <a:pt x="333" y="320"/>
                      <a:pt x="336" y="319"/>
                      <a:pt x="337" y="318"/>
                    </a:cubicBezTo>
                    <a:cubicBezTo>
                      <a:pt x="352" y="298"/>
                      <a:pt x="352" y="298"/>
                      <a:pt x="352" y="298"/>
                    </a:cubicBezTo>
                    <a:cubicBezTo>
                      <a:pt x="353" y="296"/>
                      <a:pt x="353" y="294"/>
                      <a:pt x="351" y="292"/>
                    </a:cubicBezTo>
                    <a:cubicBezTo>
                      <a:pt x="334" y="275"/>
                      <a:pt x="334" y="275"/>
                      <a:pt x="334" y="275"/>
                    </a:cubicBezTo>
                    <a:cubicBezTo>
                      <a:pt x="339" y="266"/>
                      <a:pt x="344" y="256"/>
                      <a:pt x="347" y="246"/>
                    </a:cubicBezTo>
                    <a:cubicBezTo>
                      <a:pt x="372" y="248"/>
                      <a:pt x="372" y="248"/>
                      <a:pt x="372" y="248"/>
                    </a:cubicBezTo>
                    <a:cubicBezTo>
                      <a:pt x="374" y="248"/>
                      <a:pt x="376" y="246"/>
                      <a:pt x="376" y="244"/>
                    </a:cubicBezTo>
                    <a:cubicBezTo>
                      <a:pt x="381" y="220"/>
                      <a:pt x="381" y="220"/>
                      <a:pt x="381" y="220"/>
                    </a:cubicBezTo>
                    <a:cubicBezTo>
                      <a:pt x="382" y="218"/>
                      <a:pt x="380" y="216"/>
                      <a:pt x="379" y="215"/>
                    </a:cubicBezTo>
                    <a:cubicBezTo>
                      <a:pt x="355" y="206"/>
                      <a:pt x="355" y="206"/>
                      <a:pt x="355" y="206"/>
                    </a:cubicBezTo>
                    <a:cubicBezTo>
                      <a:pt x="356" y="199"/>
                      <a:pt x="356" y="192"/>
                      <a:pt x="356" y="184"/>
                    </a:cubicBezTo>
                    <a:cubicBezTo>
                      <a:pt x="356" y="181"/>
                      <a:pt x="355" y="178"/>
                      <a:pt x="355" y="175"/>
                    </a:cubicBezTo>
                    <a:cubicBezTo>
                      <a:pt x="378" y="166"/>
                      <a:pt x="378" y="166"/>
                      <a:pt x="378" y="166"/>
                    </a:cubicBezTo>
                    <a:cubicBezTo>
                      <a:pt x="380" y="165"/>
                      <a:pt x="381" y="163"/>
                      <a:pt x="380" y="161"/>
                    </a:cubicBezTo>
                    <a:close/>
                    <a:moveTo>
                      <a:pt x="267" y="306"/>
                    </a:moveTo>
                    <a:cubicBezTo>
                      <a:pt x="259" y="311"/>
                      <a:pt x="251" y="315"/>
                      <a:pt x="242" y="319"/>
                    </a:cubicBezTo>
                    <a:cubicBezTo>
                      <a:pt x="233" y="323"/>
                      <a:pt x="222" y="326"/>
                      <a:pt x="211" y="327"/>
                    </a:cubicBezTo>
                    <a:cubicBezTo>
                      <a:pt x="207" y="328"/>
                      <a:pt x="202" y="329"/>
                      <a:pt x="198" y="329"/>
                    </a:cubicBezTo>
                    <a:cubicBezTo>
                      <a:pt x="193" y="329"/>
                      <a:pt x="188" y="329"/>
                      <a:pt x="184" y="329"/>
                    </a:cubicBezTo>
                    <a:cubicBezTo>
                      <a:pt x="173" y="328"/>
                      <a:pt x="163" y="327"/>
                      <a:pt x="152" y="324"/>
                    </a:cubicBezTo>
                    <a:cubicBezTo>
                      <a:pt x="144" y="321"/>
                      <a:pt x="135" y="317"/>
                      <a:pt x="127" y="313"/>
                    </a:cubicBezTo>
                    <a:cubicBezTo>
                      <a:pt x="117" y="308"/>
                      <a:pt x="109" y="302"/>
                      <a:pt x="101" y="295"/>
                    </a:cubicBezTo>
                    <a:cubicBezTo>
                      <a:pt x="91" y="286"/>
                      <a:pt x="82" y="276"/>
                      <a:pt x="75" y="265"/>
                    </a:cubicBezTo>
                    <a:cubicBezTo>
                      <a:pt x="72" y="259"/>
                      <a:pt x="68" y="254"/>
                      <a:pt x="66" y="247"/>
                    </a:cubicBezTo>
                    <a:cubicBezTo>
                      <a:pt x="60" y="236"/>
                      <a:pt x="57" y="223"/>
                      <a:pt x="55" y="209"/>
                    </a:cubicBezTo>
                    <a:cubicBezTo>
                      <a:pt x="55" y="206"/>
                      <a:pt x="54" y="203"/>
                      <a:pt x="54" y="199"/>
                    </a:cubicBezTo>
                    <a:cubicBezTo>
                      <a:pt x="54" y="192"/>
                      <a:pt x="54" y="185"/>
                      <a:pt x="55" y="177"/>
                    </a:cubicBezTo>
                    <a:cubicBezTo>
                      <a:pt x="56" y="168"/>
                      <a:pt x="58" y="159"/>
                      <a:pt x="61" y="151"/>
                    </a:cubicBezTo>
                    <a:cubicBezTo>
                      <a:pt x="64" y="140"/>
                      <a:pt x="68" y="131"/>
                      <a:pt x="74" y="121"/>
                    </a:cubicBezTo>
                    <a:cubicBezTo>
                      <a:pt x="79" y="114"/>
                      <a:pt x="84" y="106"/>
                      <a:pt x="91" y="100"/>
                    </a:cubicBezTo>
                    <a:cubicBezTo>
                      <a:pt x="98" y="92"/>
                      <a:pt x="106" y="85"/>
                      <a:pt x="115" y="79"/>
                    </a:cubicBezTo>
                    <a:cubicBezTo>
                      <a:pt x="123" y="74"/>
                      <a:pt x="131" y="69"/>
                      <a:pt x="139" y="66"/>
                    </a:cubicBezTo>
                    <a:cubicBezTo>
                      <a:pt x="149" y="62"/>
                      <a:pt x="159" y="59"/>
                      <a:pt x="170" y="57"/>
                    </a:cubicBezTo>
                    <a:cubicBezTo>
                      <a:pt x="175" y="57"/>
                      <a:pt x="179" y="56"/>
                      <a:pt x="184" y="56"/>
                    </a:cubicBezTo>
                    <a:cubicBezTo>
                      <a:pt x="188" y="56"/>
                      <a:pt x="193" y="56"/>
                      <a:pt x="197" y="56"/>
                    </a:cubicBezTo>
                    <a:cubicBezTo>
                      <a:pt x="208" y="56"/>
                      <a:pt x="219" y="58"/>
                      <a:pt x="229" y="61"/>
                    </a:cubicBezTo>
                    <a:cubicBezTo>
                      <a:pt x="238" y="64"/>
                      <a:pt x="246" y="67"/>
                      <a:pt x="255" y="72"/>
                    </a:cubicBezTo>
                    <a:cubicBezTo>
                      <a:pt x="264" y="77"/>
                      <a:pt x="273" y="83"/>
                      <a:pt x="281" y="90"/>
                    </a:cubicBezTo>
                    <a:cubicBezTo>
                      <a:pt x="291" y="98"/>
                      <a:pt x="299" y="108"/>
                      <a:pt x="306" y="120"/>
                    </a:cubicBezTo>
                    <a:cubicBezTo>
                      <a:pt x="310" y="125"/>
                      <a:pt x="313" y="131"/>
                      <a:pt x="316" y="137"/>
                    </a:cubicBezTo>
                    <a:cubicBezTo>
                      <a:pt x="321" y="149"/>
                      <a:pt x="325" y="162"/>
                      <a:pt x="326" y="175"/>
                    </a:cubicBezTo>
                    <a:cubicBezTo>
                      <a:pt x="327" y="179"/>
                      <a:pt x="327" y="182"/>
                      <a:pt x="327" y="185"/>
                    </a:cubicBezTo>
                    <a:cubicBezTo>
                      <a:pt x="328" y="193"/>
                      <a:pt x="327" y="200"/>
                      <a:pt x="327" y="207"/>
                    </a:cubicBezTo>
                    <a:cubicBezTo>
                      <a:pt x="326" y="217"/>
                      <a:pt x="324" y="226"/>
                      <a:pt x="321" y="234"/>
                    </a:cubicBezTo>
                    <a:cubicBezTo>
                      <a:pt x="318" y="245"/>
                      <a:pt x="313" y="254"/>
                      <a:pt x="307" y="263"/>
                    </a:cubicBezTo>
                    <a:cubicBezTo>
                      <a:pt x="303" y="271"/>
                      <a:pt x="297" y="279"/>
                      <a:pt x="291" y="285"/>
                    </a:cubicBezTo>
                    <a:cubicBezTo>
                      <a:pt x="284" y="293"/>
                      <a:pt x="275" y="300"/>
                      <a:pt x="267" y="30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4" name="Freeform 43"/>
              <p:cNvSpPr>
                <a:spLocks/>
              </p:cNvSpPr>
              <p:nvPr/>
            </p:nvSpPr>
            <p:spPr bwMode="auto">
              <a:xfrm>
                <a:off x="4325232" y="1346376"/>
                <a:ext cx="350837" cy="350838"/>
              </a:xfrm>
              <a:custGeom>
                <a:avLst/>
                <a:gdLst/>
                <a:ahLst/>
                <a:cxnLst>
                  <a:cxn ang="0">
                    <a:pos x="221" y="98"/>
                  </a:cxn>
                  <a:cxn ang="0">
                    <a:pos x="212" y="67"/>
                  </a:cxn>
                  <a:cxn ang="0">
                    <a:pos x="205" y="52"/>
                  </a:cxn>
                  <a:cxn ang="0">
                    <a:pos x="184" y="28"/>
                  </a:cxn>
                  <a:cxn ang="0">
                    <a:pos x="163" y="13"/>
                  </a:cxn>
                  <a:cxn ang="0">
                    <a:pos x="142" y="5"/>
                  </a:cxn>
                  <a:cxn ang="0">
                    <a:pos x="116" y="1"/>
                  </a:cxn>
                  <a:cxn ang="0">
                    <a:pos x="105" y="1"/>
                  </a:cxn>
                  <a:cxn ang="0">
                    <a:pos x="94" y="2"/>
                  </a:cxn>
                  <a:cxn ang="0">
                    <a:pos x="69" y="9"/>
                  </a:cxn>
                  <a:cxn ang="0">
                    <a:pos x="49" y="19"/>
                  </a:cxn>
                  <a:cxn ang="0">
                    <a:pos x="29" y="36"/>
                  </a:cxn>
                  <a:cxn ang="0">
                    <a:pos x="16" y="54"/>
                  </a:cxn>
                  <a:cxn ang="0">
                    <a:pos x="5" y="77"/>
                  </a:cxn>
                  <a:cxn ang="0">
                    <a:pos x="0" y="99"/>
                  </a:cxn>
                  <a:cxn ang="0">
                    <a:pos x="0" y="117"/>
                  </a:cxn>
                  <a:cxn ang="0">
                    <a:pos x="1" y="125"/>
                  </a:cxn>
                  <a:cxn ang="0">
                    <a:pos x="9" y="156"/>
                  </a:cxn>
                  <a:cxn ang="0">
                    <a:pos x="17" y="170"/>
                  </a:cxn>
                  <a:cxn ang="0">
                    <a:pos x="37" y="195"/>
                  </a:cxn>
                  <a:cxn ang="0">
                    <a:pos x="59" y="210"/>
                  </a:cxn>
                  <a:cxn ang="0">
                    <a:pos x="80" y="218"/>
                  </a:cxn>
                  <a:cxn ang="0">
                    <a:pos x="105" y="222"/>
                  </a:cxn>
                  <a:cxn ang="0">
                    <a:pos x="116" y="222"/>
                  </a:cxn>
                  <a:cxn ang="0">
                    <a:pos x="128" y="221"/>
                  </a:cxn>
                  <a:cxn ang="0">
                    <a:pos x="153" y="214"/>
                  </a:cxn>
                  <a:cxn ang="0">
                    <a:pos x="172" y="204"/>
                  </a:cxn>
                  <a:cxn ang="0">
                    <a:pos x="192" y="187"/>
                  </a:cxn>
                  <a:cxn ang="0">
                    <a:pos x="206" y="169"/>
                  </a:cxn>
                  <a:cxn ang="0">
                    <a:pos x="216" y="145"/>
                  </a:cxn>
                  <a:cxn ang="0">
                    <a:pos x="221" y="124"/>
                  </a:cxn>
                  <a:cxn ang="0">
                    <a:pos x="222" y="106"/>
                  </a:cxn>
                  <a:cxn ang="0">
                    <a:pos x="221" y="98"/>
                  </a:cxn>
                </a:cxnLst>
                <a:rect l="0" t="0" r="r" b="b"/>
                <a:pathLst>
                  <a:path w="222" h="222">
                    <a:moveTo>
                      <a:pt x="221" y="98"/>
                    </a:moveTo>
                    <a:cubicBezTo>
                      <a:pt x="219" y="87"/>
                      <a:pt x="217" y="76"/>
                      <a:pt x="212" y="67"/>
                    </a:cubicBezTo>
                    <a:cubicBezTo>
                      <a:pt x="210" y="62"/>
                      <a:pt x="208" y="57"/>
                      <a:pt x="205" y="52"/>
                    </a:cubicBezTo>
                    <a:cubicBezTo>
                      <a:pt x="199" y="43"/>
                      <a:pt x="192" y="35"/>
                      <a:pt x="184" y="28"/>
                    </a:cubicBezTo>
                    <a:cubicBezTo>
                      <a:pt x="177" y="22"/>
                      <a:pt x="170" y="17"/>
                      <a:pt x="163" y="13"/>
                    </a:cubicBezTo>
                    <a:cubicBezTo>
                      <a:pt x="156" y="10"/>
                      <a:pt x="149" y="7"/>
                      <a:pt x="142" y="5"/>
                    </a:cubicBezTo>
                    <a:cubicBezTo>
                      <a:pt x="134" y="2"/>
                      <a:pt x="125" y="1"/>
                      <a:pt x="116" y="1"/>
                    </a:cubicBezTo>
                    <a:cubicBezTo>
                      <a:pt x="113" y="0"/>
                      <a:pt x="109" y="0"/>
                      <a:pt x="105" y="1"/>
                    </a:cubicBezTo>
                    <a:cubicBezTo>
                      <a:pt x="101" y="1"/>
                      <a:pt x="98" y="1"/>
                      <a:pt x="94" y="2"/>
                    </a:cubicBezTo>
                    <a:cubicBezTo>
                      <a:pt x="85" y="3"/>
                      <a:pt x="77" y="5"/>
                      <a:pt x="69" y="9"/>
                    </a:cubicBezTo>
                    <a:cubicBezTo>
                      <a:pt x="62" y="11"/>
                      <a:pt x="55" y="15"/>
                      <a:pt x="49" y="19"/>
                    </a:cubicBezTo>
                    <a:cubicBezTo>
                      <a:pt x="42" y="24"/>
                      <a:pt x="35" y="30"/>
                      <a:pt x="29" y="36"/>
                    </a:cubicBezTo>
                    <a:cubicBezTo>
                      <a:pt x="24" y="41"/>
                      <a:pt x="20" y="47"/>
                      <a:pt x="16" y="54"/>
                    </a:cubicBezTo>
                    <a:cubicBezTo>
                      <a:pt x="11" y="61"/>
                      <a:pt x="8" y="69"/>
                      <a:pt x="5" y="77"/>
                    </a:cubicBezTo>
                    <a:cubicBezTo>
                      <a:pt x="3" y="84"/>
                      <a:pt x="1" y="92"/>
                      <a:pt x="0" y="99"/>
                    </a:cubicBezTo>
                    <a:cubicBezTo>
                      <a:pt x="0" y="105"/>
                      <a:pt x="0" y="111"/>
                      <a:pt x="0" y="117"/>
                    </a:cubicBezTo>
                    <a:cubicBezTo>
                      <a:pt x="0" y="120"/>
                      <a:pt x="0" y="123"/>
                      <a:pt x="1" y="125"/>
                    </a:cubicBezTo>
                    <a:cubicBezTo>
                      <a:pt x="2" y="136"/>
                      <a:pt x="5" y="146"/>
                      <a:pt x="9" y="156"/>
                    </a:cubicBezTo>
                    <a:cubicBezTo>
                      <a:pt x="11" y="161"/>
                      <a:pt x="14" y="166"/>
                      <a:pt x="17" y="170"/>
                    </a:cubicBezTo>
                    <a:cubicBezTo>
                      <a:pt x="22" y="180"/>
                      <a:pt x="30" y="188"/>
                      <a:pt x="37" y="195"/>
                    </a:cubicBezTo>
                    <a:cubicBezTo>
                      <a:pt x="44" y="200"/>
                      <a:pt x="51" y="205"/>
                      <a:pt x="59" y="210"/>
                    </a:cubicBezTo>
                    <a:cubicBezTo>
                      <a:pt x="65" y="213"/>
                      <a:pt x="72" y="216"/>
                      <a:pt x="80" y="218"/>
                    </a:cubicBezTo>
                    <a:cubicBezTo>
                      <a:pt x="88" y="220"/>
                      <a:pt x="96" y="222"/>
                      <a:pt x="105" y="222"/>
                    </a:cubicBezTo>
                    <a:cubicBezTo>
                      <a:pt x="109" y="222"/>
                      <a:pt x="113" y="222"/>
                      <a:pt x="116" y="222"/>
                    </a:cubicBezTo>
                    <a:cubicBezTo>
                      <a:pt x="120" y="222"/>
                      <a:pt x="124" y="222"/>
                      <a:pt x="128" y="221"/>
                    </a:cubicBezTo>
                    <a:cubicBezTo>
                      <a:pt x="136" y="220"/>
                      <a:pt x="145" y="217"/>
                      <a:pt x="153" y="214"/>
                    </a:cubicBezTo>
                    <a:cubicBezTo>
                      <a:pt x="160" y="211"/>
                      <a:pt x="166" y="208"/>
                      <a:pt x="172" y="204"/>
                    </a:cubicBezTo>
                    <a:cubicBezTo>
                      <a:pt x="180" y="199"/>
                      <a:pt x="186" y="193"/>
                      <a:pt x="192" y="187"/>
                    </a:cubicBezTo>
                    <a:cubicBezTo>
                      <a:pt x="197" y="181"/>
                      <a:pt x="202" y="175"/>
                      <a:pt x="206" y="169"/>
                    </a:cubicBezTo>
                    <a:cubicBezTo>
                      <a:pt x="210" y="162"/>
                      <a:pt x="214" y="154"/>
                      <a:pt x="216" y="145"/>
                    </a:cubicBezTo>
                    <a:cubicBezTo>
                      <a:pt x="219" y="138"/>
                      <a:pt x="220" y="131"/>
                      <a:pt x="221" y="124"/>
                    </a:cubicBezTo>
                    <a:cubicBezTo>
                      <a:pt x="222" y="118"/>
                      <a:pt x="222" y="112"/>
                      <a:pt x="222" y="106"/>
                    </a:cubicBezTo>
                    <a:cubicBezTo>
                      <a:pt x="221" y="103"/>
                      <a:pt x="221" y="100"/>
                      <a:pt x="221" y="9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5" name="Freeform 44"/>
              <p:cNvSpPr>
                <a:spLocks noEditPoints="1"/>
              </p:cNvSpPr>
              <p:nvPr/>
            </p:nvSpPr>
            <p:spPr bwMode="auto">
              <a:xfrm>
                <a:off x="4724223" y="1589440"/>
                <a:ext cx="268287" cy="274020"/>
              </a:xfrm>
              <a:custGeom>
                <a:avLst/>
                <a:gdLst/>
                <a:ahLst/>
                <a:cxnLst>
                  <a:cxn ang="0">
                    <a:pos x="136" y="114"/>
                  </a:cxn>
                  <a:cxn ang="0">
                    <a:pos x="142" y="81"/>
                  </a:cxn>
                  <a:cxn ang="0">
                    <a:pos x="170" y="67"/>
                  </a:cxn>
                  <a:cxn ang="0">
                    <a:pos x="158" y="50"/>
                  </a:cxn>
                  <a:cxn ang="0">
                    <a:pos x="109" y="35"/>
                  </a:cxn>
                  <a:cxn ang="0">
                    <a:pos x="111" y="4"/>
                  </a:cxn>
                  <a:cxn ang="0">
                    <a:pos x="90" y="6"/>
                  </a:cxn>
                  <a:cxn ang="0">
                    <a:pos x="52" y="40"/>
                  </a:cxn>
                  <a:cxn ang="0">
                    <a:pos x="26" y="23"/>
                  </a:cxn>
                  <a:cxn ang="0">
                    <a:pos x="18" y="42"/>
                  </a:cxn>
                  <a:cxn ang="0">
                    <a:pos x="29" y="75"/>
                  </a:cxn>
                  <a:cxn ang="0">
                    <a:pos x="6" y="101"/>
                  </a:cxn>
                  <a:cxn ang="0">
                    <a:pos x="6" y="123"/>
                  </a:cxn>
                  <a:cxn ang="0">
                    <a:pos x="37" y="117"/>
                  </a:cxn>
                  <a:cxn ang="0">
                    <a:pos x="58" y="163"/>
                  </a:cxn>
                  <a:cxn ang="0">
                    <a:pos x="77" y="173"/>
                  </a:cxn>
                  <a:cxn ang="0">
                    <a:pos x="87" y="144"/>
                  </a:cxn>
                  <a:cxn ang="0">
                    <a:pos x="138" y="149"/>
                  </a:cxn>
                  <a:cxn ang="0">
                    <a:pos x="156" y="137"/>
                  </a:cxn>
                  <a:cxn ang="0">
                    <a:pos x="126" y="95"/>
                  </a:cxn>
                  <a:cxn ang="0">
                    <a:pos x="100" y="92"/>
                  </a:cxn>
                  <a:cxn ang="0">
                    <a:pos x="101" y="88"/>
                  </a:cxn>
                  <a:cxn ang="0">
                    <a:pos x="126" y="95"/>
                  </a:cxn>
                  <a:cxn ang="0">
                    <a:pos x="51" y="64"/>
                  </a:cxn>
                  <a:cxn ang="0">
                    <a:pos x="70" y="84"/>
                  </a:cxn>
                  <a:cxn ang="0">
                    <a:pos x="45" y="94"/>
                  </a:cxn>
                  <a:cxn ang="0">
                    <a:pos x="122" y="68"/>
                  </a:cxn>
                  <a:cxn ang="0">
                    <a:pos x="94" y="74"/>
                  </a:cxn>
                  <a:cxn ang="0">
                    <a:pos x="122" y="68"/>
                  </a:cxn>
                  <a:cxn ang="0">
                    <a:pos x="82" y="71"/>
                  </a:cxn>
                  <a:cxn ang="0">
                    <a:pos x="59" y="55"/>
                  </a:cxn>
                  <a:cxn ang="0">
                    <a:pos x="48" y="105"/>
                  </a:cxn>
                  <a:cxn ang="0">
                    <a:pos x="77" y="100"/>
                  </a:cxn>
                  <a:cxn ang="0">
                    <a:pos x="48" y="105"/>
                  </a:cxn>
                  <a:cxn ang="0">
                    <a:pos x="88" y="102"/>
                  </a:cxn>
                  <a:cxn ang="0">
                    <a:pos x="112" y="118"/>
                  </a:cxn>
                </a:cxnLst>
                <a:rect l="0" t="0" r="r" b="b"/>
                <a:pathLst>
                  <a:path w="170" h="173">
                    <a:moveTo>
                      <a:pt x="153" y="131"/>
                    </a:moveTo>
                    <a:cubicBezTo>
                      <a:pt x="136" y="114"/>
                      <a:pt x="136" y="114"/>
                      <a:pt x="136" y="114"/>
                    </a:cubicBezTo>
                    <a:cubicBezTo>
                      <a:pt x="138" y="109"/>
                      <a:pt x="140" y="104"/>
                      <a:pt x="141" y="98"/>
                    </a:cubicBezTo>
                    <a:cubicBezTo>
                      <a:pt x="142" y="92"/>
                      <a:pt x="143" y="87"/>
                      <a:pt x="142" y="81"/>
                    </a:cubicBezTo>
                    <a:cubicBezTo>
                      <a:pt x="165" y="72"/>
                      <a:pt x="165" y="72"/>
                      <a:pt x="165" y="72"/>
                    </a:cubicBezTo>
                    <a:cubicBezTo>
                      <a:pt x="168" y="71"/>
                      <a:pt x="170" y="69"/>
                      <a:pt x="170" y="67"/>
                    </a:cubicBezTo>
                    <a:cubicBezTo>
                      <a:pt x="164" y="51"/>
                      <a:pt x="164" y="51"/>
                      <a:pt x="164" y="51"/>
                    </a:cubicBezTo>
                    <a:cubicBezTo>
                      <a:pt x="164" y="50"/>
                      <a:pt x="161" y="49"/>
                      <a:pt x="158" y="50"/>
                    </a:cubicBezTo>
                    <a:cubicBezTo>
                      <a:pt x="134" y="57"/>
                      <a:pt x="134" y="57"/>
                      <a:pt x="134" y="57"/>
                    </a:cubicBezTo>
                    <a:cubicBezTo>
                      <a:pt x="128" y="47"/>
                      <a:pt x="120" y="40"/>
                      <a:pt x="109" y="35"/>
                    </a:cubicBezTo>
                    <a:cubicBezTo>
                      <a:pt x="113" y="10"/>
                      <a:pt x="113" y="10"/>
                      <a:pt x="113" y="10"/>
                    </a:cubicBezTo>
                    <a:cubicBezTo>
                      <a:pt x="113" y="7"/>
                      <a:pt x="112" y="4"/>
                      <a:pt x="111" y="4"/>
                    </a:cubicBezTo>
                    <a:cubicBezTo>
                      <a:pt x="94" y="0"/>
                      <a:pt x="94" y="0"/>
                      <a:pt x="94" y="0"/>
                    </a:cubicBezTo>
                    <a:cubicBezTo>
                      <a:pt x="93" y="0"/>
                      <a:pt x="91" y="2"/>
                      <a:pt x="90" y="6"/>
                    </a:cubicBezTo>
                    <a:cubicBezTo>
                      <a:pt x="84" y="30"/>
                      <a:pt x="84" y="30"/>
                      <a:pt x="84" y="30"/>
                    </a:cubicBezTo>
                    <a:cubicBezTo>
                      <a:pt x="72" y="30"/>
                      <a:pt x="61" y="34"/>
                      <a:pt x="52" y="40"/>
                    </a:cubicBezTo>
                    <a:cubicBezTo>
                      <a:pt x="33" y="25"/>
                      <a:pt x="33" y="25"/>
                      <a:pt x="33" y="25"/>
                    </a:cubicBezTo>
                    <a:cubicBezTo>
                      <a:pt x="30" y="23"/>
                      <a:pt x="27" y="22"/>
                      <a:pt x="26" y="23"/>
                    </a:cubicBezTo>
                    <a:cubicBezTo>
                      <a:pt x="15" y="36"/>
                      <a:pt x="15" y="36"/>
                      <a:pt x="15" y="36"/>
                    </a:cubicBezTo>
                    <a:cubicBezTo>
                      <a:pt x="14" y="37"/>
                      <a:pt x="15" y="40"/>
                      <a:pt x="18" y="42"/>
                    </a:cubicBezTo>
                    <a:cubicBezTo>
                      <a:pt x="35" y="60"/>
                      <a:pt x="35" y="60"/>
                      <a:pt x="35" y="60"/>
                    </a:cubicBezTo>
                    <a:cubicBezTo>
                      <a:pt x="33" y="65"/>
                      <a:pt x="31" y="70"/>
                      <a:pt x="29" y="75"/>
                    </a:cubicBezTo>
                    <a:cubicBezTo>
                      <a:pt x="28" y="81"/>
                      <a:pt x="28" y="87"/>
                      <a:pt x="29" y="92"/>
                    </a:cubicBezTo>
                    <a:cubicBezTo>
                      <a:pt x="6" y="101"/>
                      <a:pt x="6" y="101"/>
                      <a:pt x="6" y="101"/>
                    </a:cubicBezTo>
                    <a:cubicBezTo>
                      <a:pt x="2" y="103"/>
                      <a:pt x="0" y="105"/>
                      <a:pt x="1" y="106"/>
                    </a:cubicBezTo>
                    <a:cubicBezTo>
                      <a:pt x="6" y="123"/>
                      <a:pt x="6" y="123"/>
                      <a:pt x="6" y="123"/>
                    </a:cubicBezTo>
                    <a:cubicBezTo>
                      <a:pt x="7" y="124"/>
                      <a:pt x="10" y="124"/>
                      <a:pt x="13" y="123"/>
                    </a:cubicBezTo>
                    <a:cubicBezTo>
                      <a:pt x="37" y="117"/>
                      <a:pt x="37" y="117"/>
                      <a:pt x="37" y="117"/>
                    </a:cubicBezTo>
                    <a:cubicBezTo>
                      <a:pt x="43" y="126"/>
                      <a:pt x="51" y="134"/>
                      <a:pt x="62" y="139"/>
                    </a:cubicBezTo>
                    <a:cubicBezTo>
                      <a:pt x="58" y="163"/>
                      <a:pt x="58" y="163"/>
                      <a:pt x="58" y="163"/>
                    </a:cubicBezTo>
                    <a:cubicBezTo>
                      <a:pt x="58" y="166"/>
                      <a:pt x="58" y="169"/>
                      <a:pt x="60" y="170"/>
                    </a:cubicBezTo>
                    <a:cubicBezTo>
                      <a:pt x="77" y="173"/>
                      <a:pt x="77" y="173"/>
                      <a:pt x="77" y="173"/>
                    </a:cubicBezTo>
                    <a:cubicBezTo>
                      <a:pt x="78" y="173"/>
                      <a:pt x="80" y="171"/>
                      <a:pt x="81" y="168"/>
                    </a:cubicBezTo>
                    <a:cubicBezTo>
                      <a:pt x="87" y="144"/>
                      <a:pt x="87" y="144"/>
                      <a:pt x="87" y="144"/>
                    </a:cubicBezTo>
                    <a:cubicBezTo>
                      <a:pt x="98" y="143"/>
                      <a:pt x="109" y="140"/>
                      <a:pt x="118" y="133"/>
                    </a:cubicBezTo>
                    <a:cubicBezTo>
                      <a:pt x="138" y="149"/>
                      <a:pt x="138" y="149"/>
                      <a:pt x="138" y="149"/>
                    </a:cubicBezTo>
                    <a:cubicBezTo>
                      <a:pt x="141" y="151"/>
                      <a:pt x="143" y="151"/>
                      <a:pt x="144" y="150"/>
                    </a:cubicBezTo>
                    <a:cubicBezTo>
                      <a:pt x="156" y="137"/>
                      <a:pt x="156" y="137"/>
                      <a:pt x="156" y="137"/>
                    </a:cubicBezTo>
                    <a:cubicBezTo>
                      <a:pt x="157" y="136"/>
                      <a:pt x="156" y="134"/>
                      <a:pt x="153" y="131"/>
                    </a:cubicBezTo>
                    <a:close/>
                    <a:moveTo>
                      <a:pt x="126" y="95"/>
                    </a:moveTo>
                    <a:cubicBezTo>
                      <a:pt x="125" y="100"/>
                      <a:pt x="123" y="105"/>
                      <a:pt x="120" y="109"/>
                    </a:cubicBezTo>
                    <a:cubicBezTo>
                      <a:pt x="100" y="92"/>
                      <a:pt x="100" y="92"/>
                      <a:pt x="100" y="92"/>
                    </a:cubicBezTo>
                    <a:cubicBezTo>
                      <a:pt x="100" y="91"/>
                      <a:pt x="101" y="91"/>
                      <a:pt x="101" y="90"/>
                    </a:cubicBezTo>
                    <a:cubicBezTo>
                      <a:pt x="101" y="89"/>
                      <a:pt x="101" y="88"/>
                      <a:pt x="101" y="88"/>
                    </a:cubicBezTo>
                    <a:cubicBezTo>
                      <a:pt x="126" y="79"/>
                      <a:pt x="126" y="79"/>
                      <a:pt x="126" y="79"/>
                    </a:cubicBezTo>
                    <a:cubicBezTo>
                      <a:pt x="127" y="84"/>
                      <a:pt x="127" y="90"/>
                      <a:pt x="126" y="95"/>
                    </a:cubicBezTo>
                    <a:close/>
                    <a:moveTo>
                      <a:pt x="45" y="78"/>
                    </a:moveTo>
                    <a:cubicBezTo>
                      <a:pt x="46" y="73"/>
                      <a:pt x="48" y="68"/>
                      <a:pt x="51" y="64"/>
                    </a:cubicBezTo>
                    <a:cubicBezTo>
                      <a:pt x="71" y="82"/>
                      <a:pt x="71" y="82"/>
                      <a:pt x="71" y="82"/>
                    </a:cubicBezTo>
                    <a:cubicBezTo>
                      <a:pt x="70" y="82"/>
                      <a:pt x="70" y="83"/>
                      <a:pt x="70" y="84"/>
                    </a:cubicBezTo>
                    <a:cubicBezTo>
                      <a:pt x="70" y="84"/>
                      <a:pt x="70" y="85"/>
                      <a:pt x="70" y="86"/>
                    </a:cubicBezTo>
                    <a:cubicBezTo>
                      <a:pt x="45" y="94"/>
                      <a:pt x="45" y="94"/>
                      <a:pt x="45" y="94"/>
                    </a:cubicBezTo>
                    <a:cubicBezTo>
                      <a:pt x="44" y="89"/>
                      <a:pt x="44" y="84"/>
                      <a:pt x="45" y="78"/>
                    </a:cubicBezTo>
                    <a:close/>
                    <a:moveTo>
                      <a:pt x="122" y="68"/>
                    </a:moveTo>
                    <a:cubicBezTo>
                      <a:pt x="97" y="76"/>
                      <a:pt x="97" y="76"/>
                      <a:pt x="97" y="76"/>
                    </a:cubicBezTo>
                    <a:cubicBezTo>
                      <a:pt x="96" y="75"/>
                      <a:pt x="95" y="74"/>
                      <a:pt x="94" y="74"/>
                    </a:cubicBezTo>
                    <a:cubicBezTo>
                      <a:pt x="99" y="48"/>
                      <a:pt x="99" y="48"/>
                      <a:pt x="99" y="48"/>
                    </a:cubicBezTo>
                    <a:cubicBezTo>
                      <a:pt x="109" y="51"/>
                      <a:pt x="118" y="59"/>
                      <a:pt x="122" y="68"/>
                    </a:cubicBezTo>
                    <a:close/>
                    <a:moveTo>
                      <a:pt x="88" y="45"/>
                    </a:moveTo>
                    <a:cubicBezTo>
                      <a:pt x="82" y="71"/>
                      <a:pt x="82" y="71"/>
                      <a:pt x="82" y="71"/>
                    </a:cubicBezTo>
                    <a:cubicBezTo>
                      <a:pt x="81" y="72"/>
                      <a:pt x="80" y="72"/>
                      <a:pt x="78" y="73"/>
                    </a:cubicBezTo>
                    <a:cubicBezTo>
                      <a:pt x="59" y="55"/>
                      <a:pt x="59" y="55"/>
                      <a:pt x="59" y="55"/>
                    </a:cubicBezTo>
                    <a:cubicBezTo>
                      <a:pt x="67" y="49"/>
                      <a:pt x="77" y="45"/>
                      <a:pt x="88" y="45"/>
                    </a:cubicBezTo>
                    <a:close/>
                    <a:moveTo>
                      <a:pt x="48" y="105"/>
                    </a:moveTo>
                    <a:cubicBezTo>
                      <a:pt x="73" y="97"/>
                      <a:pt x="73" y="97"/>
                      <a:pt x="73" y="97"/>
                    </a:cubicBezTo>
                    <a:cubicBezTo>
                      <a:pt x="74" y="98"/>
                      <a:pt x="75" y="99"/>
                      <a:pt x="77" y="100"/>
                    </a:cubicBezTo>
                    <a:cubicBezTo>
                      <a:pt x="71" y="126"/>
                      <a:pt x="71" y="126"/>
                      <a:pt x="71" y="126"/>
                    </a:cubicBezTo>
                    <a:cubicBezTo>
                      <a:pt x="61" y="122"/>
                      <a:pt x="53" y="115"/>
                      <a:pt x="48" y="105"/>
                    </a:cubicBezTo>
                    <a:close/>
                    <a:moveTo>
                      <a:pt x="83" y="128"/>
                    </a:moveTo>
                    <a:cubicBezTo>
                      <a:pt x="88" y="102"/>
                      <a:pt x="88" y="102"/>
                      <a:pt x="88" y="102"/>
                    </a:cubicBezTo>
                    <a:cubicBezTo>
                      <a:pt x="90" y="102"/>
                      <a:pt x="91" y="101"/>
                      <a:pt x="92" y="101"/>
                    </a:cubicBezTo>
                    <a:cubicBezTo>
                      <a:pt x="112" y="118"/>
                      <a:pt x="112" y="118"/>
                      <a:pt x="112" y="118"/>
                    </a:cubicBezTo>
                    <a:cubicBezTo>
                      <a:pt x="104" y="125"/>
                      <a:pt x="94" y="129"/>
                      <a:pt x="83" y="12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6" name="Freeform 45"/>
              <p:cNvSpPr>
                <a:spLocks noEditPoints="1"/>
              </p:cNvSpPr>
              <p:nvPr/>
            </p:nvSpPr>
            <p:spPr bwMode="auto">
              <a:xfrm>
                <a:off x="4927159" y="1741928"/>
                <a:ext cx="239624" cy="225866"/>
              </a:xfrm>
              <a:custGeom>
                <a:avLst/>
                <a:gdLst/>
                <a:ahLst/>
                <a:cxnLst>
                  <a:cxn ang="0">
                    <a:pos x="151" y="75"/>
                  </a:cxn>
                  <a:cxn ang="0">
                    <a:pos x="150" y="59"/>
                  </a:cxn>
                  <a:cxn ang="0">
                    <a:pos x="145" y="57"/>
                  </a:cxn>
                  <a:cxn ang="0">
                    <a:pos x="123" y="57"/>
                  </a:cxn>
                  <a:cxn ang="0">
                    <a:pos x="107" y="33"/>
                  </a:cxn>
                  <a:cxn ang="0">
                    <a:pos x="116" y="13"/>
                  </a:cxn>
                  <a:cxn ang="0">
                    <a:pos x="116" y="7"/>
                  </a:cxn>
                  <a:cxn ang="0">
                    <a:pos x="103" y="0"/>
                  </a:cxn>
                  <a:cxn ang="0">
                    <a:pos x="98" y="4"/>
                  </a:cxn>
                  <a:cxn ang="0">
                    <a:pos x="87" y="23"/>
                  </a:cxn>
                  <a:cxn ang="0">
                    <a:pos x="58" y="24"/>
                  </a:cxn>
                  <a:cxn ang="0">
                    <a:pos x="45" y="7"/>
                  </a:cxn>
                  <a:cxn ang="0">
                    <a:pos x="40" y="4"/>
                  </a:cxn>
                  <a:cxn ang="0">
                    <a:pos x="28" y="12"/>
                  </a:cxn>
                  <a:cxn ang="0">
                    <a:pos x="29" y="18"/>
                  </a:cxn>
                  <a:cxn ang="0">
                    <a:pos x="39" y="37"/>
                  </a:cxn>
                  <a:cxn ang="0">
                    <a:pos x="31" y="49"/>
                  </a:cxn>
                  <a:cxn ang="0">
                    <a:pos x="26" y="63"/>
                  </a:cxn>
                  <a:cxn ang="0">
                    <a:pos x="5" y="65"/>
                  </a:cxn>
                  <a:cxn ang="0">
                    <a:pos x="0" y="68"/>
                  </a:cxn>
                  <a:cxn ang="0">
                    <a:pos x="1" y="83"/>
                  </a:cxn>
                  <a:cxn ang="0">
                    <a:pos x="6" y="85"/>
                  </a:cxn>
                  <a:cxn ang="0">
                    <a:pos x="28" y="85"/>
                  </a:cxn>
                  <a:cxn ang="0">
                    <a:pos x="43" y="109"/>
                  </a:cxn>
                  <a:cxn ang="0">
                    <a:pos x="35" y="129"/>
                  </a:cxn>
                  <a:cxn ang="0">
                    <a:pos x="35" y="135"/>
                  </a:cxn>
                  <a:cxn ang="0">
                    <a:pos x="48" y="142"/>
                  </a:cxn>
                  <a:cxn ang="0">
                    <a:pos x="53" y="138"/>
                  </a:cxn>
                  <a:cxn ang="0">
                    <a:pos x="64" y="120"/>
                  </a:cxn>
                  <a:cxn ang="0">
                    <a:pos x="92" y="118"/>
                  </a:cxn>
                  <a:cxn ang="0">
                    <a:pos x="105" y="135"/>
                  </a:cxn>
                  <a:cxn ang="0">
                    <a:pos x="110" y="138"/>
                  </a:cxn>
                  <a:cxn ang="0">
                    <a:pos x="123" y="130"/>
                  </a:cxn>
                  <a:cxn ang="0">
                    <a:pos x="122" y="124"/>
                  </a:cxn>
                  <a:cxn ang="0">
                    <a:pos x="112" y="106"/>
                  </a:cxn>
                  <a:cxn ang="0">
                    <a:pos x="120" y="94"/>
                  </a:cxn>
                  <a:cxn ang="0">
                    <a:pos x="124" y="80"/>
                  </a:cxn>
                  <a:cxn ang="0">
                    <a:pos x="146" y="77"/>
                  </a:cxn>
                  <a:cxn ang="0">
                    <a:pos x="151" y="75"/>
                  </a:cxn>
                  <a:cxn ang="0">
                    <a:pos x="61" y="107"/>
                  </a:cxn>
                  <a:cxn ang="0">
                    <a:pos x="40" y="56"/>
                  </a:cxn>
                  <a:cxn ang="0">
                    <a:pos x="90" y="36"/>
                  </a:cxn>
                  <a:cxn ang="0">
                    <a:pos x="111" y="86"/>
                  </a:cxn>
                  <a:cxn ang="0">
                    <a:pos x="61" y="107"/>
                  </a:cxn>
                </a:cxnLst>
                <a:rect l="0" t="0" r="r" b="b"/>
                <a:pathLst>
                  <a:path w="151" h="143">
                    <a:moveTo>
                      <a:pt x="151" y="75"/>
                    </a:moveTo>
                    <a:cubicBezTo>
                      <a:pt x="150" y="59"/>
                      <a:pt x="150" y="59"/>
                      <a:pt x="150" y="59"/>
                    </a:cubicBezTo>
                    <a:cubicBezTo>
                      <a:pt x="150" y="58"/>
                      <a:pt x="148" y="57"/>
                      <a:pt x="145" y="57"/>
                    </a:cubicBezTo>
                    <a:cubicBezTo>
                      <a:pt x="123" y="57"/>
                      <a:pt x="123" y="57"/>
                      <a:pt x="123" y="57"/>
                    </a:cubicBezTo>
                    <a:cubicBezTo>
                      <a:pt x="120" y="48"/>
                      <a:pt x="115" y="40"/>
                      <a:pt x="107" y="33"/>
                    </a:cubicBezTo>
                    <a:cubicBezTo>
                      <a:pt x="116" y="13"/>
                      <a:pt x="116" y="13"/>
                      <a:pt x="116" y="13"/>
                    </a:cubicBezTo>
                    <a:cubicBezTo>
                      <a:pt x="117" y="11"/>
                      <a:pt x="117" y="8"/>
                      <a:pt x="116" y="7"/>
                    </a:cubicBezTo>
                    <a:cubicBezTo>
                      <a:pt x="103" y="0"/>
                      <a:pt x="103" y="0"/>
                      <a:pt x="103" y="0"/>
                    </a:cubicBezTo>
                    <a:cubicBezTo>
                      <a:pt x="102" y="0"/>
                      <a:pt x="99" y="2"/>
                      <a:pt x="98" y="4"/>
                    </a:cubicBezTo>
                    <a:cubicBezTo>
                      <a:pt x="87" y="23"/>
                      <a:pt x="87" y="23"/>
                      <a:pt x="87" y="23"/>
                    </a:cubicBezTo>
                    <a:cubicBezTo>
                      <a:pt x="77" y="21"/>
                      <a:pt x="67" y="21"/>
                      <a:pt x="58" y="24"/>
                    </a:cubicBezTo>
                    <a:cubicBezTo>
                      <a:pt x="45" y="7"/>
                      <a:pt x="45" y="7"/>
                      <a:pt x="45" y="7"/>
                    </a:cubicBezTo>
                    <a:cubicBezTo>
                      <a:pt x="44" y="5"/>
                      <a:pt x="41" y="3"/>
                      <a:pt x="40" y="4"/>
                    </a:cubicBezTo>
                    <a:cubicBezTo>
                      <a:pt x="28" y="12"/>
                      <a:pt x="28" y="12"/>
                      <a:pt x="28" y="12"/>
                    </a:cubicBezTo>
                    <a:cubicBezTo>
                      <a:pt x="27" y="13"/>
                      <a:pt x="27" y="16"/>
                      <a:pt x="29" y="18"/>
                    </a:cubicBezTo>
                    <a:cubicBezTo>
                      <a:pt x="39" y="37"/>
                      <a:pt x="39" y="37"/>
                      <a:pt x="39" y="37"/>
                    </a:cubicBezTo>
                    <a:cubicBezTo>
                      <a:pt x="36" y="40"/>
                      <a:pt x="33" y="44"/>
                      <a:pt x="31" y="49"/>
                    </a:cubicBezTo>
                    <a:cubicBezTo>
                      <a:pt x="29" y="53"/>
                      <a:pt x="27" y="58"/>
                      <a:pt x="26" y="63"/>
                    </a:cubicBezTo>
                    <a:cubicBezTo>
                      <a:pt x="5" y="65"/>
                      <a:pt x="5" y="65"/>
                      <a:pt x="5" y="65"/>
                    </a:cubicBezTo>
                    <a:cubicBezTo>
                      <a:pt x="2" y="65"/>
                      <a:pt x="0" y="67"/>
                      <a:pt x="0" y="68"/>
                    </a:cubicBezTo>
                    <a:cubicBezTo>
                      <a:pt x="1" y="83"/>
                      <a:pt x="1" y="83"/>
                      <a:pt x="1" y="83"/>
                    </a:cubicBezTo>
                    <a:cubicBezTo>
                      <a:pt x="1" y="84"/>
                      <a:pt x="3" y="85"/>
                      <a:pt x="6" y="85"/>
                    </a:cubicBezTo>
                    <a:cubicBezTo>
                      <a:pt x="28" y="85"/>
                      <a:pt x="28" y="85"/>
                      <a:pt x="28" y="85"/>
                    </a:cubicBezTo>
                    <a:cubicBezTo>
                      <a:pt x="30" y="95"/>
                      <a:pt x="36" y="103"/>
                      <a:pt x="43" y="109"/>
                    </a:cubicBezTo>
                    <a:cubicBezTo>
                      <a:pt x="35" y="129"/>
                      <a:pt x="35" y="129"/>
                      <a:pt x="35" y="129"/>
                    </a:cubicBezTo>
                    <a:cubicBezTo>
                      <a:pt x="34" y="132"/>
                      <a:pt x="34" y="135"/>
                      <a:pt x="35" y="135"/>
                    </a:cubicBezTo>
                    <a:cubicBezTo>
                      <a:pt x="48" y="142"/>
                      <a:pt x="48" y="142"/>
                      <a:pt x="48" y="142"/>
                    </a:cubicBezTo>
                    <a:cubicBezTo>
                      <a:pt x="49" y="143"/>
                      <a:pt x="51" y="141"/>
                      <a:pt x="53" y="138"/>
                    </a:cubicBezTo>
                    <a:cubicBezTo>
                      <a:pt x="64" y="120"/>
                      <a:pt x="64" y="120"/>
                      <a:pt x="64" y="120"/>
                    </a:cubicBezTo>
                    <a:cubicBezTo>
                      <a:pt x="73" y="122"/>
                      <a:pt x="83" y="121"/>
                      <a:pt x="92" y="118"/>
                    </a:cubicBezTo>
                    <a:cubicBezTo>
                      <a:pt x="105" y="135"/>
                      <a:pt x="105" y="135"/>
                      <a:pt x="105" y="135"/>
                    </a:cubicBezTo>
                    <a:cubicBezTo>
                      <a:pt x="107" y="138"/>
                      <a:pt x="109" y="139"/>
                      <a:pt x="110" y="138"/>
                    </a:cubicBezTo>
                    <a:cubicBezTo>
                      <a:pt x="123" y="130"/>
                      <a:pt x="123" y="130"/>
                      <a:pt x="123" y="130"/>
                    </a:cubicBezTo>
                    <a:cubicBezTo>
                      <a:pt x="124" y="129"/>
                      <a:pt x="124" y="127"/>
                      <a:pt x="122" y="124"/>
                    </a:cubicBezTo>
                    <a:cubicBezTo>
                      <a:pt x="112" y="106"/>
                      <a:pt x="112" y="106"/>
                      <a:pt x="112" y="106"/>
                    </a:cubicBezTo>
                    <a:cubicBezTo>
                      <a:pt x="115" y="102"/>
                      <a:pt x="118" y="98"/>
                      <a:pt x="120" y="94"/>
                    </a:cubicBezTo>
                    <a:cubicBezTo>
                      <a:pt x="122" y="89"/>
                      <a:pt x="124" y="85"/>
                      <a:pt x="124" y="80"/>
                    </a:cubicBezTo>
                    <a:cubicBezTo>
                      <a:pt x="146" y="77"/>
                      <a:pt x="146" y="77"/>
                      <a:pt x="146" y="77"/>
                    </a:cubicBezTo>
                    <a:cubicBezTo>
                      <a:pt x="149" y="77"/>
                      <a:pt x="151" y="76"/>
                      <a:pt x="151" y="75"/>
                    </a:cubicBezTo>
                    <a:close/>
                    <a:moveTo>
                      <a:pt x="61" y="107"/>
                    </a:moveTo>
                    <a:cubicBezTo>
                      <a:pt x="41" y="99"/>
                      <a:pt x="32" y="76"/>
                      <a:pt x="40" y="56"/>
                    </a:cubicBezTo>
                    <a:cubicBezTo>
                      <a:pt x="48" y="37"/>
                      <a:pt x="71" y="28"/>
                      <a:pt x="90" y="36"/>
                    </a:cubicBezTo>
                    <a:cubicBezTo>
                      <a:pt x="110" y="44"/>
                      <a:pt x="119" y="66"/>
                      <a:pt x="111" y="86"/>
                    </a:cubicBezTo>
                    <a:cubicBezTo>
                      <a:pt x="103" y="106"/>
                      <a:pt x="80" y="115"/>
                      <a:pt x="61" y="10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7" name="Freeform 46"/>
              <p:cNvSpPr>
                <a:spLocks noEditPoints="1"/>
              </p:cNvSpPr>
              <p:nvPr/>
            </p:nvSpPr>
            <p:spPr bwMode="auto">
              <a:xfrm>
                <a:off x="4981045" y="1788936"/>
                <a:ext cx="131851" cy="129558"/>
              </a:xfrm>
              <a:custGeom>
                <a:avLst/>
                <a:gdLst/>
                <a:ahLst/>
                <a:cxnLst>
                  <a:cxn ang="0">
                    <a:pos x="55" y="8"/>
                  </a:cxn>
                  <a:cxn ang="0">
                    <a:pos x="8" y="27"/>
                  </a:cxn>
                  <a:cxn ang="0">
                    <a:pos x="28" y="75"/>
                  </a:cxn>
                  <a:cxn ang="0">
                    <a:pos x="75" y="55"/>
                  </a:cxn>
                  <a:cxn ang="0">
                    <a:pos x="55" y="8"/>
                  </a:cxn>
                  <a:cxn ang="0">
                    <a:pos x="61" y="28"/>
                  </a:cxn>
                  <a:cxn ang="0">
                    <a:pos x="68" y="30"/>
                  </a:cxn>
                  <a:cxn ang="0">
                    <a:pos x="65" y="37"/>
                  </a:cxn>
                  <a:cxn ang="0">
                    <a:pos x="58" y="35"/>
                  </a:cxn>
                  <a:cxn ang="0">
                    <a:pos x="61" y="28"/>
                  </a:cxn>
                  <a:cxn ang="0">
                    <a:pos x="52" y="15"/>
                  </a:cxn>
                  <a:cxn ang="0">
                    <a:pos x="55" y="22"/>
                  </a:cxn>
                  <a:cxn ang="0">
                    <a:pos x="48" y="25"/>
                  </a:cxn>
                  <a:cxn ang="0">
                    <a:pos x="45" y="18"/>
                  </a:cxn>
                  <a:cxn ang="0">
                    <a:pos x="52" y="15"/>
                  </a:cxn>
                  <a:cxn ang="0">
                    <a:pos x="31" y="15"/>
                  </a:cxn>
                  <a:cxn ang="0">
                    <a:pos x="38" y="18"/>
                  </a:cxn>
                  <a:cxn ang="0">
                    <a:pos x="35" y="25"/>
                  </a:cxn>
                  <a:cxn ang="0">
                    <a:pos x="28" y="22"/>
                  </a:cxn>
                  <a:cxn ang="0">
                    <a:pos x="31" y="15"/>
                  </a:cxn>
                  <a:cxn ang="0">
                    <a:pos x="15" y="30"/>
                  </a:cxn>
                  <a:cxn ang="0">
                    <a:pos x="22" y="27"/>
                  </a:cxn>
                  <a:cxn ang="0">
                    <a:pos x="25" y="34"/>
                  </a:cxn>
                  <a:cxn ang="0">
                    <a:pos x="18" y="37"/>
                  </a:cxn>
                  <a:cxn ang="0">
                    <a:pos x="15" y="30"/>
                  </a:cxn>
                  <a:cxn ang="0">
                    <a:pos x="22" y="55"/>
                  </a:cxn>
                  <a:cxn ang="0">
                    <a:pos x="15" y="52"/>
                  </a:cxn>
                  <a:cxn ang="0">
                    <a:pos x="18" y="45"/>
                  </a:cxn>
                  <a:cxn ang="0">
                    <a:pos x="25" y="48"/>
                  </a:cxn>
                  <a:cxn ang="0">
                    <a:pos x="22" y="55"/>
                  </a:cxn>
                  <a:cxn ang="0">
                    <a:pos x="31" y="67"/>
                  </a:cxn>
                  <a:cxn ang="0">
                    <a:pos x="28" y="60"/>
                  </a:cxn>
                  <a:cxn ang="0">
                    <a:pos x="35" y="58"/>
                  </a:cxn>
                  <a:cxn ang="0">
                    <a:pos x="37" y="65"/>
                  </a:cxn>
                  <a:cxn ang="0">
                    <a:pos x="31" y="67"/>
                  </a:cxn>
                  <a:cxn ang="0">
                    <a:pos x="36" y="54"/>
                  </a:cxn>
                  <a:cxn ang="0">
                    <a:pos x="29" y="36"/>
                  </a:cxn>
                  <a:cxn ang="0">
                    <a:pos x="47" y="29"/>
                  </a:cxn>
                  <a:cxn ang="0">
                    <a:pos x="54" y="46"/>
                  </a:cxn>
                  <a:cxn ang="0">
                    <a:pos x="36" y="54"/>
                  </a:cxn>
                  <a:cxn ang="0">
                    <a:pos x="52" y="67"/>
                  </a:cxn>
                  <a:cxn ang="0">
                    <a:pos x="45" y="65"/>
                  </a:cxn>
                  <a:cxn ang="0">
                    <a:pos x="48" y="58"/>
                  </a:cxn>
                  <a:cxn ang="0">
                    <a:pos x="55" y="60"/>
                  </a:cxn>
                  <a:cxn ang="0">
                    <a:pos x="52" y="67"/>
                  </a:cxn>
                  <a:cxn ang="0">
                    <a:pos x="61" y="55"/>
                  </a:cxn>
                  <a:cxn ang="0">
                    <a:pos x="58" y="48"/>
                  </a:cxn>
                  <a:cxn ang="0">
                    <a:pos x="65" y="45"/>
                  </a:cxn>
                  <a:cxn ang="0">
                    <a:pos x="68" y="52"/>
                  </a:cxn>
                  <a:cxn ang="0">
                    <a:pos x="61" y="55"/>
                  </a:cxn>
                </a:cxnLst>
                <a:rect l="0" t="0" r="r" b="b"/>
                <a:pathLst>
                  <a:path w="83" h="82">
                    <a:moveTo>
                      <a:pt x="55" y="8"/>
                    </a:moveTo>
                    <a:cubicBezTo>
                      <a:pt x="37" y="0"/>
                      <a:pt x="16" y="9"/>
                      <a:pt x="8" y="27"/>
                    </a:cubicBezTo>
                    <a:cubicBezTo>
                      <a:pt x="0" y="46"/>
                      <a:pt x="9" y="67"/>
                      <a:pt x="28" y="75"/>
                    </a:cubicBezTo>
                    <a:cubicBezTo>
                      <a:pt x="46" y="82"/>
                      <a:pt x="67" y="74"/>
                      <a:pt x="75" y="55"/>
                    </a:cubicBezTo>
                    <a:cubicBezTo>
                      <a:pt x="83" y="37"/>
                      <a:pt x="74" y="16"/>
                      <a:pt x="55" y="8"/>
                    </a:cubicBezTo>
                    <a:close/>
                    <a:moveTo>
                      <a:pt x="61" y="28"/>
                    </a:moveTo>
                    <a:cubicBezTo>
                      <a:pt x="63" y="26"/>
                      <a:pt x="67" y="28"/>
                      <a:pt x="68" y="30"/>
                    </a:cubicBezTo>
                    <a:cubicBezTo>
                      <a:pt x="69" y="33"/>
                      <a:pt x="67" y="36"/>
                      <a:pt x="65" y="37"/>
                    </a:cubicBezTo>
                    <a:cubicBezTo>
                      <a:pt x="62" y="38"/>
                      <a:pt x="59" y="37"/>
                      <a:pt x="58" y="35"/>
                    </a:cubicBezTo>
                    <a:cubicBezTo>
                      <a:pt x="57" y="32"/>
                      <a:pt x="58" y="29"/>
                      <a:pt x="61" y="28"/>
                    </a:cubicBezTo>
                    <a:close/>
                    <a:moveTo>
                      <a:pt x="52" y="15"/>
                    </a:moveTo>
                    <a:cubicBezTo>
                      <a:pt x="55" y="16"/>
                      <a:pt x="56" y="19"/>
                      <a:pt x="55" y="22"/>
                    </a:cubicBezTo>
                    <a:cubicBezTo>
                      <a:pt x="54" y="25"/>
                      <a:pt x="51" y="26"/>
                      <a:pt x="48" y="25"/>
                    </a:cubicBezTo>
                    <a:cubicBezTo>
                      <a:pt x="46" y="24"/>
                      <a:pt x="44" y="21"/>
                      <a:pt x="45" y="18"/>
                    </a:cubicBezTo>
                    <a:cubicBezTo>
                      <a:pt x="47" y="15"/>
                      <a:pt x="50" y="14"/>
                      <a:pt x="52" y="15"/>
                    </a:cubicBezTo>
                    <a:close/>
                    <a:moveTo>
                      <a:pt x="31" y="15"/>
                    </a:moveTo>
                    <a:cubicBezTo>
                      <a:pt x="33" y="14"/>
                      <a:pt x="36" y="15"/>
                      <a:pt x="38" y="18"/>
                    </a:cubicBezTo>
                    <a:cubicBezTo>
                      <a:pt x="39" y="21"/>
                      <a:pt x="37" y="24"/>
                      <a:pt x="35" y="25"/>
                    </a:cubicBezTo>
                    <a:cubicBezTo>
                      <a:pt x="32" y="26"/>
                      <a:pt x="29" y="25"/>
                      <a:pt x="28" y="22"/>
                    </a:cubicBezTo>
                    <a:cubicBezTo>
                      <a:pt x="27" y="19"/>
                      <a:pt x="28" y="16"/>
                      <a:pt x="31" y="15"/>
                    </a:cubicBezTo>
                    <a:close/>
                    <a:moveTo>
                      <a:pt x="15" y="30"/>
                    </a:moveTo>
                    <a:cubicBezTo>
                      <a:pt x="16" y="28"/>
                      <a:pt x="20" y="26"/>
                      <a:pt x="22" y="27"/>
                    </a:cubicBezTo>
                    <a:cubicBezTo>
                      <a:pt x="25" y="29"/>
                      <a:pt x="26" y="32"/>
                      <a:pt x="25" y="34"/>
                    </a:cubicBezTo>
                    <a:cubicBezTo>
                      <a:pt x="24" y="37"/>
                      <a:pt x="21" y="38"/>
                      <a:pt x="18" y="37"/>
                    </a:cubicBezTo>
                    <a:cubicBezTo>
                      <a:pt x="15" y="36"/>
                      <a:pt x="14" y="33"/>
                      <a:pt x="15" y="30"/>
                    </a:cubicBezTo>
                    <a:close/>
                    <a:moveTo>
                      <a:pt x="22" y="55"/>
                    </a:moveTo>
                    <a:cubicBezTo>
                      <a:pt x="19" y="56"/>
                      <a:pt x="16" y="55"/>
                      <a:pt x="15" y="52"/>
                    </a:cubicBezTo>
                    <a:cubicBezTo>
                      <a:pt x="14" y="49"/>
                      <a:pt x="15" y="46"/>
                      <a:pt x="18" y="45"/>
                    </a:cubicBezTo>
                    <a:cubicBezTo>
                      <a:pt x="21" y="44"/>
                      <a:pt x="24" y="45"/>
                      <a:pt x="25" y="48"/>
                    </a:cubicBezTo>
                    <a:cubicBezTo>
                      <a:pt x="26" y="51"/>
                      <a:pt x="25" y="54"/>
                      <a:pt x="22" y="55"/>
                    </a:cubicBezTo>
                    <a:close/>
                    <a:moveTo>
                      <a:pt x="31" y="67"/>
                    </a:moveTo>
                    <a:cubicBezTo>
                      <a:pt x="28" y="66"/>
                      <a:pt x="27" y="63"/>
                      <a:pt x="28" y="60"/>
                    </a:cubicBezTo>
                    <a:cubicBezTo>
                      <a:pt x="29" y="58"/>
                      <a:pt x="32" y="56"/>
                      <a:pt x="35" y="58"/>
                    </a:cubicBezTo>
                    <a:cubicBezTo>
                      <a:pt x="37" y="59"/>
                      <a:pt x="39" y="62"/>
                      <a:pt x="37" y="65"/>
                    </a:cubicBezTo>
                    <a:cubicBezTo>
                      <a:pt x="36" y="67"/>
                      <a:pt x="33" y="68"/>
                      <a:pt x="31" y="67"/>
                    </a:cubicBezTo>
                    <a:close/>
                    <a:moveTo>
                      <a:pt x="36" y="54"/>
                    </a:moveTo>
                    <a:cubicBezTo>
                      <a:pt x="29" y="51"/>
                      <a:pt x="26" y="43"/>
                      <a:pt x="29" y="36"/>
                    </a:cubicBezTo>
                    <a:cubicBezTo>
                      <a:pt x="32" y="29"/>
                      <a:pt x="40" y="26"/>
                      <a:pt x="47" y="29"/>
                    </a:cubicBezTo>
                    <a:cubicBezTo>
                      <a:pt x="54" y="32"/>
                      <a:pt x="57" y="40"/>
                      <a:pt x="54" y="46"/>
                    </a:cubicBezTo>
                    <a:cubicBezTo>
                      <a:pt x="51" y="53"/>
                      <a:pt x="43" y="57"/>
                      <a:pt x="36" y="54"/>
                    </a:cubicBezTo>
                    <a:close/>
                    <a:moveTo>
                      <a:pt x="52" y="67"/>
                    </a:moveTo>
                    <a:cubicBezTo>
                      <a:pt x="50" y="69"/>
                      <a:pt x="46" y="67"/>
                      <a:pt x="45" y="65"/>
                    </a:cubicBezTo>
                    <a:cubicBezTo>
                      <a:pt x="44" y="62"/>
                      <a:pt x="45" y="59"/>
                      <a:pt x="48" y="58"/>
                    </a:cubicBezTo>
                    <a:cubicBezTo>
                      <a:pt x="51" y="56"/>
                      <a:pt x="54" y="58"/>
                      <a:pt x="55" y="60"/>
                    </a:cubicBezTo>
                    <a:cubicBezTo>
                      <a:pt x="56" y="63"/>
                      <a:pt x="55" y="66"/>
                      <a:pt x="52" y="67"/>
                    </a:cubicBezTo>
                    <a:close/>
                    <a:moveTo>
                      <a:pt x="61" y="55"/>
                    </a:moveTo>
                    <a:cubicBezTo>
                      <a:pt x="58" y="54"/>
                      <a:pt x="57" y="51"/>
                      <a:pt x="58" y="48"/>
                    </a:cubicBezTo>
                    <a:cubicBezTo>
                      <a:pt x="59" y="45"/>
                      <a:pt x="62" y="44"/>
                      <a:pt x="65" y="45"/>
                    </a:cubicBezTo>
                    <a:cubicBezTo>
                      <a:pt x="67" y="46"/>
                      <a:pt x="69" y="49"/>
                      <a:pt x="68" y="52"/>
                    </a:cubicBezTo>
                    <a:cubicBezTo>
                      <a:pt x="66" y="55"/>
                      <a:pt x="63" y="56"/>
                      <a:pt x="61" y="5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8" name="Freeform 47"/>
              <p:cNvSpPr>
                <a:spLocks/>
              </p:cNvSpPr>
              <p:nvPr/>
            </p:nvSpPr>
            <p:spPr bwMode="auto">
              <a:xfrm>
                <a:off x="5031493" y="1839383"/>
                <a:ext cx="30956" cy="28663"/>
              </a:xfrm>
              <a:custGeom>
                <a:avLst/>
                <a:gdLst/>
                <a:ahLst/>
                <a:cxnLst>
                  <a:cxn ang="0">
                    <a:pos x="13" y="2"/>
                  </a:cxn>
                  <a:cxn ang="0">
                    <a:pos x="2" y="6"/>
                  </a:cxn>
                  <a:cxn ang="0">
                    <a:pos x="6" y="17"/>
                  </a:cxn>
                  <a:cxn ang="0">
                    <a:pos x="17" y="12"/>
                  </a:cxn>
                  <a:cxn ang="0">
                    <a:pos x="13" y="2"/>
                  </a:cxn>
                </a:cxnLst>
                <a:rect l="0" t="0" r="r" b="b"/>
                <a:pathLst>
                  <a:path w="19" h="18">
                    <a:moveTo>
                      <a:pt x="13" y="2"/>
                    </a:moveTo>
                    <a:cubicBezTo>
                      <a:pt x="8" y="0"/>
                      <a:pt x="4" y="2"/>
                      <a:pt x="2" y="6"/>
                    </a:cubicBezTo>
                    <a:cubicBezTo>
                      <a:pt x="0" y="10"/>
                      <a:pt x="2" y="15"/>
                      <a:pt x="6" y="17"/>
                    </a:cubicBezTo>
                    <a:cubicBezTo>
                      <a:pt x="10" y="18"/>
                      <a:pt x="15" y="16"/>
                      <a:pt x="17" y="12"/>
                    </a:cubicBezTo>
                    <a:cubicBezTo>
                      <a:pt x="19" y="8"/>
                      <a:pt x="17" y="4"/>
                      <a:pt x="13" y="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sp>
        <p:nvSpPr>
          <p:cNvPr id="4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59472503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withEffect">
                                  <p:stCondLst>
                                    <p:cond delay="110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900" decel="100000" fill="hold"/>
                                        <p:tgtEl>
                                          <p:spTgt spid="2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1"/>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21" name="Group 3220"/>
          <p:cNvGrpSpPr/>
          <p:nvPr/>
        </p:nvGrpSpPr>
        <p:grpSpPr>
          <a:xfrm>
            <a:off x="8026959" y="1353046"/>
            <a:ext cx="3265488" cy="5226050"/>
            <a:chOff x="4314825" y="843456"/>
            <a:chExt cx="3265488" cy="5226050"/>
          </a:xfrm>
        </p:grpSpPr>
        <p:sp>
          <p:nvSpPr>
            <p:cNvPr id="3192" name="Freeform 150"/>
            <p:cNvSpPr>
              <a:spLocks/>
            </p:cNvSpPr>
            <p:nvPr/>
          </p:nvSpPr>
          <p:spPr bwMode="auto">
            <a:xfrm>
              <a:off x="6057900" y="2889744"/>
              <a:ext cx="928688" cy="1362075"/>
            </a:xfrm>
            <a:custGeom>
              <a:avLst/>
              <a:gdLst>
                <a:gd name="T0" fmla="*/ 293 w 433"/>
                <a:gd name="T1" fmla="*/ 94 h 635"/>
                <a:gd name="T2" fmla="*/ 334 w 433"/>
                <a:gd name="T3" fmla="*/ 80 h 635"/>
                <a:gd name="T4" fmla="*/ 401 w 433"/>
                <a:gd name="T5" fmla="*/ 118 h 635"/>
                <a:gd name="T6" fmla="*/ 433 w 433"/>
                <a:gd name="T7" fmla="*/ 118 h 635"/>
                <a:gd name="T8" fmla="*/ 433 w 433"/>
                <a:gd name="T9" fmla="*/ 0 h 635"/>
                <a:gd name="T10" fmla="*/ 0 w 433"/>
                <a:gd name="T11" fmla="*/ 0 h 635"/>
                <a:gd name="T12" fmla="*/ 0 w 433"/>
                <a:gd name="T13" fmla="*/ 463 h 635"/>
                <a:gd name="T14" fmla="*/ 158 w 433"/>
                <a:gd name="T15" fmla="*/ 463 h 635"/>
                <a:gd name="T16" fmla="*/ 169 w 433"/>
                <a:gd name="T17" fmla="*/ 474 h 635"/>
                <a:gd name="T18" fmla="*/ 169 w 433"/>
                <a:gd name="T19" fmla="*/ 528 h 635"/>
                <a:gd name="T20" fmla="*/ 165 w 433"/>
                <a:gd name="T21" fmla="*/ 537 h 635"/>
                <a:gd name="T22" fmla="*/ 129 w 433"/>
                <a:gd name="T23" fmla="*/ 586 h 635"/>
                <a:gd name="T24" fmla="*/ 141 w 433"/>
                <a:gd name="T25" fmla="*/ 619 h 635"/>
                <a:gd name="T26" fmla="*/ 183 w 433"/>
                <a:gd name="T27" fmla="*/ 635 h 635"/>
                <a:gd name="T28" fmla="*/ 250 w 433"/>
                <a:gd name="T29" fmla="*/ 594 h 635"/>
                <a:gd name="T30" fmla="*/ 210 w 433"/>
                <a:gd name="T31" fmla="*/ 533 h 635"/>
                <a:gd name="T32" fmla="*/ 204 w 433"/>
                <a:gd name="T33" fmla="*/ 524 h 635"/>
                <a:gd name="T34" fmla="*/ 204 w 433"/>
                <a:gd name="T35" fmla="*/ 471 h 635"/>
                <a:gd name="T36" fmla="*/ 215 w 433"/>
                <a:gd name="T37" fmla="*/ 460 h 635"/>
                <a:gd name="T38" fmla="*/ 433 w 433"/>
                <a:gd name="T39" fmla="*/ 460 h 635"/>
                <a:gd name="T40" fmla="*/ 433 w 433"/>
                <a:gd name="T41" fmla="*/ 199 h 635"/>
                <a:gd name="T42" fmla="*/ 410 w 433"/>
                <a:gd name="T43" fmla="*/ 199 h 635"/>
                <a:gd name="T44" fmla="*/ 338 w 433"/>
                <a:gd name="T45" fmla="*/ 243 h 635"/>
                <a:gd name="T46" fmla="*/ 270 w 433"/>
                <a:gd name="T47" fmla="*/ 161 h 635"/>
                <a:gd name="T48" fmla="*/ 293 w 433"/>
                <a:gd name="T49" fmla="*/ 94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3" h="635">
                  <a:moveTo>
                    <a:pt x="293" y="94"/>
                  </a:moveTo>
                  <a:cubicBezTo>
                    <a:pt x="304" y="84"/>
                    <a:pt x="318" y="79"/>
                    <a:pt x="334" y="80"/>
                  </a:cubicBezTo>
                  <a:cubicBezTo>
                    <a:pt x="360" y="81"/>
                    <a:pt x="391" y="108"/>
                    <a:pt x="401" y="118"/>
                  </a:cubicBezTo>
                  <a:cubicBezTo>
                    <a:pt x="433" y="118"/>
                    <a:pt x="433" y="118"/>
                    <a:pt x="433" y="118"/>
                  </a:cubicBezTo>
                  <a:cubicBezTo>
                    <a:pt x="433" y="0"/>
                    <a:pt x="433" y="0"/>
                    <a:pt x="433" y="0"/>
                  </a:cubicBezTo>
                  <a:cubicBezTo>
                    <a:pt x="0" y="0"/>
                    <a:pt x="0" y="0"/>
                    <a:pt x="0" y="0"/>
                  </a:cubicBezTo>
                  <a:cubicBezTo>
                    <a:pt x="0" y="463"/>
                    <a:pt x="0" y="463"/>
                    <a:pt x="0" y="463"/>
                  </a:cubicBezTo>
                  <a:cubicBezTo>
                    <a:pt x="158" y="463"/>
                    <a:pt x="158" y="463"/>
                    <a:pt x="158" y="463"/>
                  </a:cubicBezTo>
                  <a:cubicBezTo>
                    <a:pt x="164" y="463"/>
                    <a:pt x="169" y="468"/>
                    <a:pt x="169" y="474"/>
                  </a:cubicBezTo>
                  <a:cubicBezTo>
                    <a:pt x="169" y="528"/>
                    <a:pt x="169" y="528"/>
                    <a:pt x="169" y="528"/>
                  </a:cubicBezTo>
                  <a:cubicBezTo>
                    <a:pt x="169" y="532"/>
                    <a:pt x="168" y="535"/>
                    <a:pt x="165" y="537"/>
                  </a:cubicBezTo>
                  <a:cubicBezTo>
                    <a:pt x="156" y="544"/>
                    <a:pt x="130" y="568"/>
                    <a:pt x="129" y="586"/>
                  </a:cubicBezTo>
                  <a:cubicBezTo>
                    <a:pt x="129" y="598"/>
                    <a:pt x="133" y="611"/>
                    <a:pt x="141" y="619"/>
                  </a:cubicBezTo>
                  <a:cubicBezTo>
                    <a:pt x="151" y="630"/>
                    <a:pt x="166" y="635"/>
                    <a:pt x="183" y="635"/>
                  </a:cubicBezTo>
                  <a:cubicBezTo>
                    <a:pt x="207" y="635"/>
                    <a:pt x="248" y="630"/>
                    <a:pt x="250" y="594"/>
                  </a:cubicBezTo>
                  <a:cubicBezTo>
                    <a:pt x="253" y="560"/>
                    <a:pt x="210" y="533"/>
                    <a:pt x="210" y="533"/>
                  </a:cubicBezTo>
                  <a:cubicBezTo>
                    <a:pt x="206" y="531"/>
                    <a:pt x="204" y="527"/>
                    <a:pt x="204" y="524"/>
                  </a:cubicBezTo>
                  <a:cubicBezTo>
                    <a:pt x="204" y="471"/>
                    <a:pt x="204" y="471"/>
                    <a:pt x="204" y="471"/>
                  </a:cubicBezTo>
                  <a:cubicBezTo>
                    <a:pt x="204" y="465"/>
                    <a:pt x="209" y="460"/>
                    <a:pt x="215" y="460"/>
                  </a:cubicBezTo>
                  <a:cubicBezTo>
                    <a:pt x="433" y="460"/>
                    <a:pt x="433" y="460"/>
                    <a:pt x="433" y="460"/>
                  </a:cubicBezTo>
                  <a:cubicBezTo>
                    <a:pt x="433" y="199"/>
                    <a:pt x="433" y="199"/>
                    <a:pt x="433" y="199"/>
                  </a:cubicBezTo>
                  <a:cubicBezTo>
                    <a:pt x="410" y="199"/>
                    <a:pt x="410" y="199"/>
                    <a:pt x="410" y="199"/>
                  </a:cubicBezTo>
                  <a:cubicBezTo>
                    <a:pt x="399" y="211"/>
                    <a:pt x="368" y="243"/>
                    <a:pt x="338" y="243"/>
                  </a:cubicBezTo>
                  <a:cubicBezTo>
                    <a:pt x="305" y="243"/>
                    <a:pt x="270" y="222"/>
                    <a:pt x="270" y="161"/>
                  </a:cubicBezTo>
                  <a:cubicBezTo>
                    <a:pt x="270" y="124"/>
                    <a:pt x="282" y="104"/>
                    <a:pt x="293" y="9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3" name="Freeform 151"/>
            <p:cNvSpPr>
              <a:spLocks/>
            </p:cNvSpPr>
            <p:nvPr/>
          </p:nvSpPr>
          <p:spPr bwMode="auto">
            <a:xfrm>
              <a:off x="5078413" y="2889744"/>
              <a:ext cx="931863" cy="992188"/>
            </a:xfrm>
            <a:custGeom>
              <a:avLst/>
              <a:gdLst>
                <a:gd name="T0" fmla="*/ 435 w 435"/>
                <a:gd name="T1" fmla="*/ 0 h 463"/>
                <a:gd name="T2" fmla="*/ 2 w 435"/>
                <a:gd name="T3" fmla="*/ 0 h 463"/>
                <a:gd name="T4" fmla="*/ 2 w 435"/>
                <a:gd name="T5" fmla="*/ 113 h 463"/>
                <a:gd name="T6" fmla="*/ 32 w 435"/>
                <a:gd name="T7" fmla="*/ 113 h 463"/>
                <a:gd name="T8" fmla="*/ 104 w 435"/>
                <a:gd name="T9" fmla="*/ 70 h 463"/>
                <a:gd name="T10" fmla="*/ 166 w 435"/>
                <a:gd name="T11" fmla="*/ 154 h 463"/>
                <a:gd name="T12" fmla="*/ 145 w 435"/>
                <a:gd name="T13" fmla="*/ 219 h 463"/>
                <a:gd name="T14" fmla="*/ 100 w 435"/>
                <a:gd name="T15" fmla="*/ 234 h 463"/>
                <a:gd name="T16" fmla="*/ 34 w 435"/>
                <a:gd name="T17" fmla="*/ 192 h 463"/>
                <a:gd name="T18" fmla="*/ 0 w 435"/>
                <a:gd name="T19" fmla="*/ 192 h 463"/>
                <a:gd name="T20" fmla="*/ 0 w 435"/>
                <a:gd name="T21" fmla="*/ 442 h 463"/>
                <a:gd name="T22" fmla="*/ 9 w 435"/>
                <a:gd name="T23" fmla="*/ 463 h 463"/>
                <a:gd name="T24" fmla="*/ 435 w 435"/>
                <a:gd name="T25" fmla="*/ 463 h 463"/>
                <a:gd name="T26" fmla="*/ 435 w 435"/>
                <a:gd name="T2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5" h="463">
                  <a:moveTo>
                    <a:pt x="435" y="0"/>
                  </a:moveTo>
                  <a:cubicBezTo>
                    <a:pt x="2" y="0"/>
                    <a:pt x="2" y="0"/>
                    <a:pt x="2" y="0"/>
                  </a:cubicBezTo>
                  <a:cubicBezTo>
                    <a:pt x="2" y="113"/>
                    <a:pt x="2" y="113"/>
                    <a:pt x="2" y="113"/>
                  </a:cubicBezTo>
                  <a:cubicBezTo>
                    <a:pt x="32" y="113"/>
                    <a:pt x="32" y="113"/>
                    <a:pt x="32" y="113"/>
                  </a:cubicBezTo>
                  <a:cubicBezTo>
                    <a:pt x="40" y="99"/>
                    <a:pt x="61" y="69"/>
                    <a:pt x="104" y="70"/>
                  </a:cubicBezTo>
                  <a:cubicBezTo>
                    <a:pt x="166" y="72"/>
                    <a:pt x="166" y="134"/>
                    <a:pt x="166" y="154"/>
                  </a:cubicBezTo>
                  <a:cubicBezTo>
                    <a:pt x="166" y="184"/>
                    <a:pt x="159" y="205"/>
                    <a:pt x="145" y="219"/>
                  </a:cubicBezTo>
                  <a:cubicBezTo>
                    <a:pt x="134" y="229"/>
                    <a:pt x="119" y="234"/>
                    <a:pt x="100" y="234"/>
                  </a:cubicBezTo>
                  <a:cubicBezTo>
                    <a:pt x="63" y="233"/>
                    <a:pt x="42" y="209"/>
                    <a:pt x="34" y="192"/>
                  </a:cubicBezTo>
                  <a:cubicBezTo>
                    <a:pt x="0" y="192"/>
                    <a:pt x="0" y="192"/>
                    <a:pt x="0" y="192"/>
                  </a:cubicBezTo>
                  <a:cubicBezTo>
                    <a:pt x="0" y="442"/>
                    <a:pt x="0" y="442"/>
                    <a:pt x="0" y="442"/>
                  </a:cubicBezTo>
                  <a:cubicBezTo>
                    <a:pt x="4" y="449"/>
                    <a:pt x="7" y="456"/>
                    <a:pt x="9" y="463"/>
                  </a:cubicBezTo>
                  <a:cubicBezTo>
                    <a:pt x="435" y="463"/>
                    <a:pt x="435" y="463"/>
                    <a:pt x="435" y="463"/>
                  </a:cubicBezTo>
                  <a:lnTo>
                    <a:pt x="435"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4" name="Freeform 152"/>
            <p:cNvSpPr>
              <a:spLocks/>
            </p:cNvSpPr>
            <p:nvPr/>
          </p:nvSpPr>
          <p:spPr bwMode="auto">
            <a:xfrm>
              <a:off x="5081588" y="843456"/>
              <a:ext cx="2389188" cy="1320800"/>
            </a:xfrm>
            <a:custGeom>
              <a:avLst/>
              <a:gdLst>
                <a:gd name="T0" fmla="*/ 0 w 1114"/>
                <a:gd name="T1" fmla="*/ 445 h 616"/>
                <a:gd name="T2" fmla="*/ 186 w 1114"/>
                <a:gd name="T3" fmla="*/ 445 h 616"/>
                <a:gd name="T4" fmla="*/ 197 w 1114"/>
                <a:gd name="T5" fmla="*/ 456 h 616"/>
                <a:gd name="T6" fmla="*/ 197 w 1114"/>
                <a:gd name="T7" fmla="*/ 511 h 616"/>
                <a:gd name="T8" fmla="*/ 192 w 1114"/>
                <a:gd name="T9" fmla="*/ 521 h 616"/>
                <a:gd name="T10" fmla="*/ 161 w 1114"/>
                <a:gd name="T11" fmla="*/ 565 h 616"/>
                <a:gd name="T12" fmla="*/ 213 w 1114"/>
                <a:gd name="T13" fmla="*/ 616 h 616"/>
                <a:gd name="T14" fmla="*/ 279 w 1114"/>
                <a:gd name="T15" fmla="*/ 571 h 616"/>
                <a:gd name="T16" fmla="*/ 240 w 1114"/>
                <a:gd name="T17" fmla="*/ 519 h 616"/>
                <a:gd name="T18" fmla="*/ 233 w 1114"/>
                <a:gd name="T19" fmla="*/ 508 h 616"/>
                <a:gd name="T20" fmla="*/ 234 w 1114"/>
                <a:gd name="T21" fmla="*/ 458 h 616"/>
                <a:gd name="T22" fmla="*/ 245 w 1114"/>
                <a:gd name="T23" fmla="*/ 448 h 616"/>
                <a:gd name="T24" fmla="*/ 647 w 1114"/>
                <a:gd name="T25" fmla="*/ 448 h 616"/>
                <a:gd name="T26" fmla="*/ 647 w 1114"/>
                <a:gd name="T27" fmla="*/ 412 h 616"/>
                <a:gd name="T28" fmla="*/ 605 w 1114"/>
                <a:gd name="T29" fmla="*/ 339 h 616"/>
                <a:gd name="T30" fmla="*/ 683 w 1114"/>
                <a:gd name="T31" fmla="*/ 279 h 616"/>
                <a:gd name="T32" fmla="*/ 767 w 1114"/>
                <a:gd name="T33" fmla="*/ 338 h 616"/>
                <a:gd name="T34" fmla="*/ 728 w 1114"/>
                <a:gd name="T35" fmla="*/ 413 h 616"/>
                <a:gd name="T36" fmla="*/ 728 w 1114"/>
                <a:gd name="T37" fmla="*/ 446 h 616"/>
                <a:gd name="T38" fmla="*/ 1114 w 1114"/>
                <a:gd name="T39" fmla="*/ 446 h 616"/>
                <a:gd name="T40" fmla="*/ 952 w 1114"/>
                <a:gd name="T41" fmla="*/ 204 h 616"/>
                <a:gd name="T42" fmla="*/ 460 w 1114"/>
                <a:gd name="T43" fmla="*/ 2 h 616"/>
                <a:gd name="T44" fmla="*/ 0 w 1114"/>
                <a:gd name="T45" fmla="*/ 148 h 616"/>
                <a:gd name="T46" fmla="*/ 0 w 1114"/>
                <a:gd name="T47" fmla="*/ 44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4" h="616">
                  <a:moveTo>
                    <a:pt x="0" y="445"/>
                  </a:moveTo>
                  <a:cubicBezTo>
                    <a:pt x="186" y="445"/>
                    <a:pt x="186" y="445"/>
                    <a:pt x="186" y="445"/>
                  </a:cubicBezTo>
                  <a:cubicBezTo>
                    <a:pt x="192" y="445"/>
                    <a:pt x="197" y="449"/>
                    <a:pt x="197" y="456"/>
                  </a:cubicBezTo>
                  <a:cubicBezTo>
                    <a:pt x="197" y="511"/>
                    <a:pt x="197" y="511"/>
                    <a:pt x="197" y="511"/>
                  </a:cubicBezTo>
                  <a:cubicBezTo>
                    <a:pt x="197" y="515"/>
                    <a:pt x="196" y="519"/>
                    <a:pt x="192" y="521"/>
                  </a:cubicBezTo>
                  <a:cubicBezTo>
                    <a:pt x="184" y="526"/>
                    <a:pt x="161" y="546"/>
                    <a:pt x="161" y="565"/>
                  </a:cubicBezTo>
                  <a:cubicBezTo>
                    <a:pt x="161" y="591"/>
                    <a:pt x="179" y="616"/>
                    <a:pt x="213" y="616"/>
                  </a:cubicBezTo>
                  <a:cubicBezTo>
                    <a:pt x="249" y="616"/>
                    <a:pt x="278" y="597"/>
                    <a:pt x="279" y="571"/>
                  </a:cubicBezTo>
                  <a:cubicBezTo>
                    <a:pt x="280" y="534"/>
                    <a:pt x="240" y="519"/>
                    <a:pt x="240" y="519"/>
                  </a:cubicBezTo>
                  <a:cubicBezTo>
                    <a:pt x="235" y="517"/>
                    <a:pt x="232" y="513"/>
                    <a:pt x="233" y="508"/>
                  </a:cubicBezTo>
                  <a:cubicBezTo>
                    <a:pt x="234" y="458"/>
                    <a:pt x="234" y="458"/>
                    <a:pt x="234" y="458"/>
                  </a:cubicBezTo>
                  <a:cubicBezTo>
                    <a:pt x="234" y="452"/>
                    <a:pt x="239" y="448"/>
                    <a:pt x="245" y="448"/>
                  </a:cubicBezTo>
                  <a:cubicBezTo>
                    <a:pt x="647" y="448"/>
                    <a:pt x="647" y="448"/>
                    <a:pt x="647" y="448"/>
                  </a:cubicBezTo>
                  <a:cubicBezTo>
                    <a:pt x="647" y="412"/>
                    <a:pt x="647" y="412"/>
                    <a:pt x="647" y="412"/>
                  </a:cubicBezTo>
                  <a:cubicBezTo>
                    <a:pt x="634" y="404"/>
                    <a:pt x="605" y="380"/>
                    <a:pt x="605" y="339"/>
                  </a:cubicBezTo>
                  <a:cubicBezTo>
                    <a:pt x="605" y="298"/>
                    <a:pt x="646" y="279"/>
                    <a:pt x="683" y="279"/>
                  </a:cubicBezTo>
                  <a:cubicBezTo>
                    <a:pt x="722" y="279"/>
                    <a:pt x="767" y="294"/>
                    <a:pt x="767" y="338"/>
                  </a:cubicBezTo>
                  <a:cubicBezTo>
                    <a:pt x="767" y="378"/>
                    <a:pt x="739" y="404"/>
                    <a:pt x="728" y="413"/>
                  </a:cubicBezTo>
                  <a:cubicBezTo>
                    <a:pt x="728" y="446"/>
                    <a:pt x="728" y="446"/>
                    <a:pt x="728" y="446"/>
                  </a:cubicBezTo>
                  <a:cubicBezTo>
                    <a:pt x="1114" y="446"/>
                    <a:pt x="1114" y="446"/>
                    <a:pt x="1114" y="446"/>
                  </a:cubicBezTo>
                  <a:cubicBezTo>
                    <a:pt x="1078" y="356"/>
                    <a:pt x="1025" y="265"/>
                    <a:pt x="952" y="204"/>
                  </a:cubicBezTo>
                  <a:cubicBezTo>
                    <a:pt x="809" y="83"/>
                    <a:pt x="677" y="5"/>
                    <a:pt x="460" y="2"/>
                  </a:cubicBezTo>
                  <a:cubicBezTo>
                    <a:pt x="326" y="0"/>
                    <a:pt x="149" y="37"/>
                    <a:pt x="0" y="148"/>
                  </a:cubicBezTo>
                  <a:lnTo>
                    <a:pt x="0" y="44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5" name="Freeform 153"/>
            <p:cNvSpPr>
              <a:spLocks/>
            </p:cNvSpPr>
            <p:nvPr/>
          </p:nvSpPr>
          <p:spPr bwMode="auto">
            <a:xfrm>
              <a:off x="6057900" y="1489569"/>
              <a:ext cx="1281113" cy="1352550"/>
            </a:xfrm>
            <a:custGeom>
              <a:avLst/>
              <a:gdLst>
                <a:gd name="T0" fmla="*/ 433 w 597"/>
                <a:gd name="T1" fmla="*/ 422 h 631"/>
                <a:gd name="T2" fmla="*/ 445 w 597"/>
                <a:gd name="T3" fmla="*/ 411 h 631"/>
                <a:gd name="T4" fmla="*/ 492 w 597"/>
                <a:gd name="T5" fmla="*/ 411 h 631"/>
                <a:gd name="T6" fmla="*/ 501 w 597"/>
                <a:gd name="T7" fmla="*/ 415 h 631"/>
                <a:gd name="T8" fmla="*/ 556 w 597"/>
                <a:gd name="T9" fmla="*/ 451 h 631"/>
                <a:gd name="T10" fmla="*/ 597 w 597"/>
                <a:gd name="T11" fmla="*/ 389 h 631"/>
                <a:gd name="T12" fmla="*/ 557 w 597"/>
                <a:gd name="T13" fmla="*/ 334 h 631"/>
                <a:gd name="T14" fmla="*/ 499 w 597"/>
                <a:gd name="T15" fmla="*/ 374 h 631"/>
                <a:gd name="T16" fmla="*/ 491 w 597"/>
                <a:gd name="T17" fmla="*/ 377 h 631"/>
                <a:gd name="T18" fmla="*/ 441 w 597"/>
                <a:gd name="T19" fmla="*/ 377 h 631"/>
                <a:gd name="T20" fmla="*/ 430 w 597"/>
                <a:gd name="T21" fmla="*/ 366 h 631"/>
                <a:gd name="T22" fmla="*/ 430 w 597"/>
                <a:gd name="T23" fmla="*/ 167 h 631"/>
                <a:gd name="T24" fmla="*/ 261 w 597"/>
                <a:gd name="T25" fmla="*/ 167 h 631"/>
                <a:gd name="T26" fmla="*/ 250 w 597"/>
                <a:gd name="T27" fmla="*/ 156 h 631"/>
                <a:gd name="T28" fmla="*/ 250 w 597"/>
                <a:gd name="T29" fmla="*/ 107 h 631"/>
                <a:gd name="T30" fmla="*/ 256 w 597"/>
                <a:gd name="T31" fmla="*/ 98 h 631"/>
                <a:gd name="T32" fmla="*/ 290 w 597"/>
                <a:gd name="T33" fmla="*/ 37 h 631"/>
                <a:gd name="T34" fmla="*/ 228 w 597"/>
                <a:gd name="T35" fmla="*/ 0 h 631"/>
                <a:gd name="T36" fmla="*/ 172 w 597"/>
                <a:gd name="T37" fmla="*/ 38 h 631"/>
                <a:gd name="T38" fmla="*/ 208 w 597"/>
                <a:gd name="T39" fmla="*/ 96 h 631"/>
                <a:gd name="T40" fmla="*/ 214 w 597"/>
                <a:gd name="T41" fmla="*/ 105 h 631"/>
                <a:gd name="T42" fmla="*/ 214 w 597"/>
                <a:gd name="T43" fmla="*/ 158 h 631"/>
                <a:gd name="T44" fmla="*/ 203 w 597"/>
                <a:gd name="T45" fmla="*/ 169 h 631"/>
                <a:gd name="T46" fmla="*/ 0 w 597"/>
                <a:gd name="T47" fmla="*/ 169 h 631"/>
                <a:gd name="T48" fmla="*/ 0 w 597"/>
                <a:gd name="T49" fmla="*/ 631 h 631"/>
                <a:gd name="T50" fmla="*/ 433 w 597"/>
                <a:gd name="T51" fmla="*/ 631 h 631"/>
                <a:gd name="T52" fmla="*/ 433 w 597"/>
                <a:gd name="T53" fmla="*/ 422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7" h="631">
                  <a:moveTo>
                    <a:pt x="433" y="422"/>
                  </a:moveTo>
                  <a:cubicBezTo>
                    <a:pt x="433" y="416"/>
                    <a:pt x="438" y="411"/>
                    <a:pt x="445" y="411"/>
                  </a:cubicBezTo>
                  <a:cubicBezTo>
                    <a:pt x="492" y="411"/>
                    <a:pt x="492" y="411"/>
                    <a:pt x="492" y="411"/>
                  </a:cubicBezTo>
                  <a:cubicBezTo>
                    <a:pt x="496" y="411"/>
                    <a:pt x="499" y="413"/>
                    <a:pt x="501" y="415"/>
                  </a:cubicBezTo>
                  <a:cubicBezTo>
                    <a:pt x="509" y="425"/>
                    <a:pt x="533" y="451"/>
                    <a:pt x="556" y="451"/>
                  </a:cubicBezTo>
                  <a:cubicBezTo>
                    <a:pt x="587" y="451"/>
                    <a:pt x="597" y="419"/>
                    <a:pt x="597" y="389"/>
                  </a:cubicBezTo>
                  <a:cubicBezTo>
                    <a:pt x="597" y="356"/>
                    <a:pt x="583" y="336"/>
                    <a:pt x="557" y="334"/>
                  </a:cubicBezTo>
                  <a:cubicBezTo>
                    <a:pt x="540" y="333"/>
                    <a:pt x="513" y="358"/>
                    <a:pt x="499" y="374"/>
                  </a:cubicBezTo>
                  <a:cubicBezTo>
                    <a:pt x="497" y="376"/>
                    <a:pt x="494" y="377"/>
                    <a:pt x="491" y="377"/>
                  </a:cubicBezTo>
                  <a:cubicBezTo>
                    <a:pt x="441" y="377"/>
                    <a:pt x="441" y="377"/>
                    <a:pt x="441" y="377"/>
                  </a:cubicBezTo>
                  <a:cubicBezTo>
                    <a:pt x="435" y="377"/>
                    <a:pt x="430" y="372"/>
                    <a:pt x="430" y="366"/>
                  </a:cubicBezTo>
                  <a:cubicBezTo>
                    <a:pt x="430" y="167"/>
                    <a:pt x="430" y="167"/>
                    <a:pt x="430" y="167"/>
                  </a:cubicBezTo>
                  <a:cubicBezTo>
                    <a:pt x="261" y="167"/>
                    <a:pt x="261" y="167"/>
                    <a:pt x="261" y="167"/>
                  </a:cubicBezTo>
                  <a:cubicBezTo>
                    <a:pt x="255" y="167"/>
                    <a:pt x="250" y="162"/>
                    <a:pt x="250" y="156"/>
                  </a:cubicBezTo>
                  <a:cubicBezTo>
                    <a:pt x="250" y="107"/>
                    <a:pt x="250" y="107"/>
                    <a:pt x="250" y="107"/>
                  </a:cubicBezTo>
                  <a:cubicBezTo>
                    <a:pt x="250" y="103"/>
                    <a:pt x="252" y="100"/>
                    <a:pt x="256" y="98"/>
                  </a:cubicBezTo>
                  <a:cubicBezTo>
                    <a:pt x="256" y="97"/>
                    <a:pt x="290" y="75"/>
                    <a:pt x="290" y="37"/>
                  </a:cubicBezTo>
                  <a:cubicBezTo>
                    <a:pt x="290" y="2"/>
                    <a:pt x="238" y="0"/>
                    <a:pt x="228" y="0"/>
                  </a:cubicBezTo>
                  <a:cubicBezTo>
                    <a:pt x="207" y="0"/>
                    <a:pt x="172" y="8"/>
                    <a:pt x="172" y="38"/>
                  </a:cubicBezTo>
                  <a:cubicBezTo>
                    <a:pt x="172" y="76"/>
                    <a:pt x="206" y="95"/>
                    <a:pt x="208" y="96"/>
                  </a:cubicBezTo>
                  <a:cubicBezTo>
                    <a:pt x="211" y="97"/>
                    <a:pt x="214" y="101"/>
                    <a:pt x="214" y="105"/>
                  </a:cubicBezTo>
                  <a:cubicBezTo>
                    <a:pt x="214" y="158"/>
                    <a:pt x="214" y="158"/>
                    <a:pt x="214" y="158"/>
                  </a:cubicBezTo>
                  <a:cubicBezTo>
                    <a:pt x="214" y="164"/>
                    <a:pt x="209" y="169"/>
                    <a:pt x="203" y="169"/>
                  </a:cubicBezTo>
                  <a:cubicBezTo>
                    <a:pt x="0" y="169"/>
                    <a:pt x="0" y="169"/>
                    <a:pt x="0" y="169"/>
                  </a:cubicBezTo>
                  <a:cubicBezTo>
                    <a:pt x="0" y="631"/>
                    <a:pt x="0" y="631"/>
                    <a:pt x="0" y="631"/>
                  </a:cubicBezTo>
                  <a:cubicBezTo>
                    <a:pt x="433" y="631"/>
                    <a:pt x="433" y="631"/>
                    <a:pt x="433" y="631"/>
                  </a:cubicBezTo>
                  <a:lnTo>
                    <a:pt x="433" y="42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6" name="Freeform 154"/>
            <p:cNvSpPr>
              <a:spLocks/>
            </p:cNvSpPr>
            <p:nvPr/>
          </p:nvSpPr>
          <p:spPr bwMode="auto">
            <a:xfrm>
              <a:off x="6684963" y="1851519"/>
              <a:ext cx="895350" cy="1943100"/>
            </a:xfrm>
            <a:custGeom>
              <a:avLst/>
              <a:gdLst>
                <a:gd name="T0" fmla="*/ 160 w 418"/>
                <a:gd name="T1" fmla="*/ 0 h 906"/>
                <a:gd name="T2" fmla="*/ 160 w 418"/>
                <a:gd name="T3" fmla="*/ 186 h 906"/>
                <a:gd name="T4" fmla="*/ 194 w 418"/>
                <a:gd name="T5" fmla="*/ 186 h 906"/>
                <a:gd name="T6" fmla="*/ 266 w 418"/>
                <a:gd name="T7" fmla="*/ 143 h 906"/>
                <a:gd name="T8" fmla="*/ 328 w 418"/>
                <a:gd name="T9" fmla="*/ 220 h 906"/>
                <a:gd name="T10" fmla="*/ 264 w 418"/>
                <a:gd name="T11" fmla="*/ 304 h 906"/>
                <a:gd name="T12" fmla="*/ 195 w 418"/>
                <a:gd name="T13" fmla="*/ 264 h 906"/>
                <a:gd name="T14" fmla="*/ 164 w 418"/>
                <a:gd name="T15" fmla="*/ 264 h 906"/>
                <a:gd name="T16" fmla="*/ 164 w 418"/>
                <a:gd name="T17" fmla="*/ 613 h 906"/>
                <a:gd name="T18" fmla="*/ 153 w 418"/>
                <a:gd name="T19" fmla="*/ 624 h 906"/>
                <a:gd name="T20" fmla="*/ 105 w 418"/>
                <a:gd name="T21" fmla="*/ 624 h 906"/>
                <a:gd name="T22" fmla="*/ 97 w 418"/>
                <a:gd name="T23" fmla="*/ 621 h 906"/>
                <a:gd name="T24" fmla="*/ 40 w 418"/>
                <a:gd name="T25" fmla="*/ 586 h 906"/>
                <a:gd name="T26" fmla="*/ 16 w 418"/>
                <a:gd name="T27" fmla="*/ 594 h 906"/>
                <a:gd name="T28" fmla="*/ 0 w 418"/>
                <a:gd name="T29" fmla="*/ 645 h 906"/>
                <a:gd name="T30" fmla="*/ 46 w 418"/>
                <a:gd name="T31" fmla="*/ 705 h 906"/>
                <a:gd name="T32" fmla="*/ 104 w 418"/>
                <a:gd name="T33" fmla="*/ 665 h 906"/>
                <a:gd name="T34" fmla="*/ 113 w 418"/>
                <a:gd name="T35" fmla="*/ 661 h 906"/>
                <a:gd name="T36" fmla="*/ 153 w 418"/>
                <a:gd name="T37" fmla="*/ 661 h 906"/>
                <a:gd name="T38" fmla="*/ 164 w 418"/>
                <a:gd name="T39" fmla="*/ 672 h 906"/>
                <a:gd name="T40" fmla="*/ 164 w 418"/>
                <a:gd name="T41" fmla="*/ 906 h 906"/>
                <a:gd name="T42" fmla="*/ 318 w 418"/>
                <a:gd name="T43" fmla="*/ 573 h 906"/>
                <a:gd name="T44" fmla="*/ 418 w 418"/>
                <a:gd name="T45" fmla="*/ 210 h 906"/>
                <a:gd name="T46" fmla="*/ 376 w 418"/>
                <a:gd name="T47" fmla="*/ 0 h 906"/>
                <a:gd name="T48" fmla="*/ 160 w 418"/>
                <a:gd name="T49" fmla="*/ 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8" h="906">
                  <a:moveTo>
                    <a:pt x="160" y="0"/>
                  </a:moveTo>
                  <a:cubicBezTo>
                    <a:pt x="160" y="186"/>
                    <a:pt x="160" y="186"/>
                    <a:pt x="160" y="186"/>
                  </a:cubicBezTo>
                  <a:cubicBezTo>
                    <a:pt x="194" y="186"/>
                    <a:pt x="194" y="186"/>
                    <a:pt x="194" y="186"/>
                  </a:cubicBezTo>
                  <a:cubicBezTo>
                    <a:pt x="205" y="174"/>
                    <a:pt x="238" y="142"/>
                    <a:pt x="266" y="143"/>
                  </a:cubicBezTo>
                  <a:cubicBezTo>
                    <a:pt x="296" y="145"/>
                    <a:pt x="328" y="166"/>
                    <a:pt x="328" y="220"/>
                  </a:cubicBezTo>
                  <a:cubicBezTo>
                    <a:pt x="328" y="271"/>
                    <a:pt x="303" y="304"/>
                    <a:pt x="264" y="304"/>
                  </a:cubicBezTo>
                  <a:cubicBezTo>
                    <a:pt x="232" y="304"/>
                    <a:pt x="205" y="275"/>
                    <a:pt x="195" y="264"/>
                  </a:cubicBezTo>
                  <a:cubicBezTo>
                    <a:pt x="164" y="264"/>
                    <a:pt x="164" y="264"/>
                    <a:pt x="164" y="264"/>
                  </a:cubicBezTo>
                  <a:cubicBezTo>
                    <a:pt x="164" y="613"/>
                    <a:pt x="164" y="613"/>
                    <a:pt x="164" y="613"/>
                  </a:cubicBezTo>
                  <a:cubicBezTo>
                    <a:pt x="164" y="619"/>
                    <a:pt x="159" y="624"/>
                    <a:pt x="153" y="624"/>
                  </a:cubicBezTo>
                  <a:cubicBezTo>
                    <a:pt x="105" y="624"/>
                    <a:pt x="105" y="624"/>
                    <a:pt x="105" y="624"/>
                  </a:cubicBezTo>
                  <a:cubicBezTo>
                    <a:pt x="102" y="624"/>
                    <a:pt x="99" y="623"/>
                    <a:pt x="97" y="621"/>
                  </a:cubicBezTo>
                  <a:cubicBezTo>
                    <a:pt x="88" y="611"/>
                    <a:pt x="59" y="587"/>
                    <a:pt x="40" y="586"/>
                  </a:cubicBezTo>
                  <a:cubicBezTo>
                    <a:pt x="31" y="585"/>
                    <a:pt x="22" y="588"/>
                    <a:pt x="16" y="594"/>
                  </a:cubicBezTo>
                  <a:cubicBezTo>
                    <a:pt x="5" y="604"/>
                    <a:pt x="0" y="622"/>
                    <a:pt x="0" y="645"/>
                  </a:cubicBezTo>
                  <a:cubicBezTo>
                    <a:pt x="0" y="683"/>
                    <a:pt x="16" y="705"/>
                    <a:pt x="46" y="705"/>
                  </a:cubicBezTo>
                  <a:cubicBezTo>
                    <a:pt x="66" y="705"/>
                    <a:pt x="96" y="675"/>
                    <a:pt x="104" y="665"/>
                  </a:cubicBezTo>
                  <a:cubicBezTo>
                    <a:pt x="106" y="662"/>
                    <a:pt x="109" y="661"/>
                    <a:pt x="113" y="661"/>
                  </a:cubicBezTo>
                  <a:cubicBezTo>
                    <a:pt x="153" y="661"/>
                    <a:pt x="153" y="661"/>
                    <a:pt x="153" y="661"/>
                  </a:cubicBezTo>
                  <a:cubicBezTo>
                    <a:pt x="159" y="661"/>
                    <a:pt x="164" y="666"/>
                    <a:pt x="164" y="672"/>
                  </a:cubicBezTo>
                  <a:cubicBezTo>
                    <a:pt x="164" y="906"/>
                    <a:pt x="164" y="906"/>
                    <a:pt x="164" y="906"/>
                  </a:cubicBezTo>
                  <a:cubicBezTo>
                    <a:pt x="207" y="808"/>
                    <a:pt x="270" y="669"/>
                    <a:pt x="318" y="573"/>
                  </a:cubicBezTo>
                  <a:cubicBezTo>
                    <a:pt x="393" y="422"/>
                    <a:pt x="418" y="329"/>
                    <a:pt x="418" y="210"/>
                  </a:cubicBezTo>
                  <a:cubicBezTo>
                    <a:pt x="418" y="156"/>
                    <a:pt x="404" y="79"/>
                    <a:pt x="376" y="0"/>
                  </a:cubicBezTo>
                  <a:lnTo>
                    <a:pt x="16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7" name="Freeform 155"/>
            <p:cNvSpPr>
              <a:spLocks/>
            </p:cNvSpPr>
            <p:nvPr/>
          </p:nvSpPr>
          <p:spPr bwMode="auto">
            <a:xfrm>
              <a:off x="5116513" y="3923206"/>
              <a:ext cx="1862138" cy="768350"/>
            </a:xfrm>
            <a:custGeom>
              <a:avLst/>
              <a:gdLst>
                <a:gd name="T0" fmla="*/ 665 w 868"/>
                <a:gd name="T1" fmla="*/ 0 h 358"/>
                <a:gd name="T2" fmla="*/ 665 w 868"/>
                <a:gd name="T3" fmla="*/ 36 h 358"/>
                <a:gd name="T4" fmla="*/ 712 w 868"/>
                <a:gd name="T5" fmla="*/ 114 h 358"/>
                <a:gd name="T6" fmla="*/ 622 w 868"/>
                <a:gd name="T7" fmla="*/ 175 h 358"/>
                <a:gd name="T8" fmla="*/ 564 w 868"/>
                <a:gd name="T9" fmla="*/ 153 h 358"/>
                <a:gd name="T10" fmla="*/ 546 w 868"/>
                <a:gd name="T11" fmla="*/ 103 h 358"/>
                <a:gd name="T12" fmla="*/ 586 w 868"/>
                <a:gd name="T13" fmla="*/ 41 h 358"/>
                <a:gd name="T14" fmla="*/ 586 w 868"/>
                <a:gd name="T15" fmla="*/ 3 h 358"/>
                <a:gd name="T16" fmla="*/ 0 w 868"/>
                <a:gd name="T17" fmla="*/ 3 h 358"/>
                <a:gd name="T18" fmla="*/ 26 w 868"/>
                <a:gd name="T19" fmla="*/ 104 h 358"/>
                <a:gd name="T20" fmla="*/ 167 w 868"/>
                <a:gd name="T21" fmla="*/ 358 h 358"/>
                <a:gd name="T22" fmla="*/ 700 w 868"/>
                <a:gd name="T23" fmla="*/ 358 h 358"/>
                <a:gd name="T24" fmla="*/ 821 w 868"/>
                <a:gd name="T25" fmla="*/ 241 h 358"/>
                <a:gd name="T26" fmla="*/ 845 w 868"/>
                <a:gd name="T27" fmla="*/ 51 h 358"/>
                <a:gd name="T28" fmla="*/ 868 w 868"/>
                <a:gd name="T29" fmla="*/ 0 h 358"/>
                <a:gd name="T30" fmla="*/ 665 w 868"/>
                <a:gd name="T31" fmla="*/ 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8" h="358">
                  <a:moveTo>
                    <a:pt x="665" y="0"/>
                  </a:moveTo>
                  <a:cubicBezTo>
                    <a:pt x="665" y="36"/>
                    <a:pt x="665" y="36"/>
                    <a:pt x="665" y="36"/>
                  </a:cubicBezTo>
                  <a:cubicBezTo>
                    <a:pt x="679" y="46"/>
                    <a:pt x="715" y="75"/>
                    <a:pt x="712" y="114"/>
                  </a:cubicBezTo>
                  <a:cubicBezTo>
                    <a:pt x="709" y="152"/>
                    <a:pt x="675" y="175"/>
                    <a:pt x="622" y="175"/>
                  </a:cubicBezTo>
                  <a:cubicBezTo>
                    <a:pt x="592" y="175"/>
                    <a:pt x="574" y="163"/>
                    <a:pt x="564" y="153"/>
                  </a:cubicBezTo>
                  <a:cubicBezTo>
                    <a:pt x="552" y="139"/>
                    <a:pt x="545" y="121"/>
                    <a:pt x="546" y="103"/>
                  </a:cubicBezTo>
                  <a:cubicBezTo>
                    <a:pt x="548" y="77"/>
                    <a:pt x="575" y="51"/>
                    <a:pt x="586" y="41"/>
                  </a:cubicBezTo>
                  <a:cubicBezTo>
                    <a:pt x="586" y="3"/>
                    <a:pt x="586" y="3"/>
                    <a:pt x="586" y="3"/>
                  </a:cubicBezTo>
                  <a:cubicBezTo>
                    <a:pt x="0" y="3"/>
                    <a:pt x="0" y="3"/>
                    <a:pt x="0" y="3"/>
                  </a:cubicBezTo>
                  <a:cubicBezTo>
                    <a:pt x="16" y="45"/>
                    <a:pt x="26" y="81"/>
                    <a:pt x="26" y="104"/>
                  </a:cubicBezTo>
                  <a:cubicBezTo>
                    <a:pt x="18" y="303"/>
                    <a:pt x="126" y="358"/>
                    <a:pt x="167" y="358"/>
                  </a:cubicBezTo>
                  <a:cubicBezTo>
                    <a:pt x="315" y="358"/>
                    <a:pt x="651" y="358"/>
                    <a:pt x="700" y="358"/>
                  </a:cubicBezTo>
                  <a:cubicBezTo>
                    <a:pt x="750" y="358"/>
                    <a:pt x="799" y="291"/>
                    <a:pt x="821" y="241"/>
                  </a:cubicBezTo>
                  <a:cubicBezTo>
                    <a:pt x="844" y="190"/>
                    <a:pt x="829" y="88"/>
                    <a:pt x="845" y="51"/>
                  </a:cubicBezTo>
                  <a:cubicBezTo>
                    <a:pt x="849" y="43"/>
                    <a:pt x="857" y="25"/>
                    <a:pt x="868" y="0"/>
                  </a:cubicBezTo>
                  <a:lnTo>
                    <a:pt x="665"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8" name="Freeform 156"/>
            <p:cNvSpPr>
              <a:spLocks/>
            </p:cNvSpPr>
            <p:nvPr/>
          </p:nvSpPr>
          <p:spPr bwMode="auto">
            <a:xfrm>
              <a:off x="4314825" y="1197469"/>
              <a:ext cx="1071563" cy="2535238"/>
            </a:xfrm>
            <a:custGeom>
              <a:avLst/>
              <a:gdLst>
                <a:gd name="T0" fmla="*/ 334 w 500"/>
                <a:gd name="T1" fmla="*/ 970 h 1182"/>
                <a:gd name="T2" fmla="*/ 345 w 500"/>
                <a:gd name="T3" fmla="*/ 959 h 1182"/>
                <a:gd name="T4" fmla="*/ 398 w 500"/>
                <a:gd name="T5" fmla="*/ 959 h 1182"/>
                <a:gd name="T6" fmla="*/ 409 w 500"/>
                <a:gd name="T7" fmla="*/ 967 h 1182"/>
                <a:gd name="T8" fmla="*/ 457 w 500"/>
                <a:gd name="T9" fmla="*/ 1001 h 1182"/>
                <a:gd name="T10" fmla="*/ 486 w 500"/>
                <a:gd name="T11" fmla="*/ 992 h 1182"/>
                <a:gd name="T12" fmla="*/ 500 w 500"/>
                <a:gd name="T13" fmla="*/ 943 h 1182"/>
                <a:gd name="T14" fmla="*/ 460 w 500"/>
                <a:gd name="T15" fmla="*/ 881 h 1182"/>
                <a:gd name="T16" fmla="*/ 405 w 500"/>
                <a:gd name="T17" fmla="*/ 917 h 1182"/>
                <a:gd name="T18" fmla="*/ 395 w 500"/>
                <a:gd name="T19" fmla="*/ 924 h 1182"/>
                <a:gd name="T20" fmla="*/ 347 w 500"/>
                <a:gd name="T21" fmla="*/ 924 h 1182"/>
                <a:gd name="T22" fmla="*/ 336 w 500"/>
                <a:gd name="T23" fmla="*/ 913 h 1182"/>
                <a:gd name="T24" fmla="*/ 336 w 500"/>
                <a:gd name="T25" fmla="*/ 783 h 1182"/>
                <a:gd name="T26" fmla="*/ 334 w 500"/>
                <a:gd name="T27" fmla="*/ 778 h 1182"/>
                <a:gd name="T28" fmla="*/ 336 w 500"/>
                <a:gd name="T29" fmla="*/ 772 h 1182"/>
                <a:gd name="T30" fmla="*/ 336 w 500"/>
                <a:gd name="T31" fmla="*/ 0 h 1182"/>
                <a:gd name="T32" fmla="*/ 134 w 500"/>
                <a:gd name="T33" fmla="*/ 281 h 1182"/>
                <a:gd name="T34" fmla="*/ 221 w 500"/>
                <a:gd name="T35" fmla="*/ 959 h 1182"/>
                <a:gd name="T36" fmla="*/ 334 w 500"/>
                <a:gd name="T37" fmla="*/ 1182 h 1182"/>
                <a:gd name="T38" fmla="*/ 334 w 500"/>
                <a:gd name="T39" fmla="*/ 970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0" h="1182">
                  <a:moveTo>
                    <a:pt x="334" y="970"/>
                  </a:moveTo>
                  <a:cubicBezTo>
                    <a:pt x="334" y="964"/>
                    <a:pt x="339" y="959"/>
                    <a:pt x="345" y="959"/>
                  </a:cubicBezTo>
                  <a:cubicBezTo>
                    <a:pt x="398" y="959"/>
                    <a:pt x="398" y="959"/>
                    <a:pt x="398" y="959"/>
                  </a:cubicBezTo>
                  <a:cubicBezTo>
                    <a:pt x="403" y="959"/>
                    <a:pt x="407" y="963"/>
                    <a:pt x="409" y="967"/>
                  </a:cubicBezTo>
                  <a:cubicBezTo>
                    <a:pt x="409" y="969"/>
                    <a:pt x="418" y="999"/>
                    <a:pt x="457" y="1001"/>
                  </a:cubicBezTo>
                  <a:cubicBezTo>
                    <a:pt x="470" y="1001"/>
                    <a:pt x="479" y="998"/>
                    <a:pt x="486" y="992"/>
                  </a:cubicBezTo>
                  <a:cubicBezTo>
                    <a:pt x="495" y="983"/>
                    <a:pt x="500" y="966"/>
                    <a:pt x="500" y="943"/>
                  </a:cubicBezTo>
                  <a:cubicBezTo>
                    <a:pt x="500" y="907"/>
                    <a:pt x="493" y="882"/>
                    <a:pt x="460" y="881"/>
                  </a:cubicBezTo>
                  <a:cubicBezTo>
                    <a:pt x="420" y="880"/>
                    <a:pt x="406" y="916"/>
                    <a:pt x="405" y="917"/>
                  </a:cubicBezTo>
                  <a:cubicBezTo>
                    <a:pt x="403" y="921"/>
                    <a:pt x="399" y="924"/>
                    <a:pt x="395" y="924"/>
                  </a:cubicBezTo>
                  <a:cubicBezTo>
                    <a:pt x="347" y="924"/>
                    <a:pt x="347" y="924"/>
                    <a:pt x="347" y="924"/>
                  </a:cubicBezTo>
                  <a:cubicBezTo>
                    <a:pt x="341" y="924"/>
                    <a:pt x="336" y="919"/>
                    <a:pt x="336" y="913"/>
                  </a:cubicBezTo>
                  <a:cubicBezTo>
                    <a:pt x="336" y="783"/>
                    <a:pt x="336" y="783"/>
                    <a:pt x="336" y="783"/>
                  </a:cubicBezTo>
                  <a:cubicBezTo>
                    <a:pt x="335" y="782"/>
                    <a:pt x="334" y="780"/>
                    <a:pt x="334" y="778"/>
                  </a:cubicBezTo>
                  <a:cubicBezTo>
                    <a:pt x="334" y="776"/>
                    <a:pt x="335" y="774"/>
                    <a:pt x="336" y="772"/>
                  </a:cubicBezTo>
                  <a:cubicBezTo>
                    <a:pt x="336" y="0"/>
                    <a:pt x="336" y="0"/>
                    <a:pt x="336" y="0"/>
                  </a:cubicBezTo>
                  <a:cubicBezTo>
                    <a:pt x="254" y="67"/>
                    <a:pt x="182" y="159"/>
                    <a:pt x="134" y="281"/>
                  </a:cubicBezTo>
                  <a:cubicBezTo>
                    <a:pt x="0" y="619"/>
                    <a:pt x="191" y="899"/>
                    <a:pt x="221" y="959"/>
                  </a:cubicBezTo>
                  <a:cubicBezTo>
                    <a:pt x="238" y="992"/>
                    <a:pt x="290" y="1088"/>
                    <a:pt x="334" y="1182"/>
                  </a:cubicBezTo>
                  <a:lnTo>
                    <a:pt x="334" y="97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9" name="Freeform 157"/>
            <p:cNvSpPr>
              <a:spLocks/>
            </p:cNvSpPr>
            <p:nvPr/>
          </p:nvSpPr>
          <p:spPr bwMode="auto">
            <a:xfrm>
              <a:off x="5081588" y="1845169"/>
              <a:ext cx="928688" cy="996950"/>
            </a:xfrm>
            <a:custGeom>
              <a:avLst/>
              <a:gdLst>
                <a:gd name="T0" fmla="*/ 433 w 433"/>
                <a:gd name="T1" fmla="*/ 3 h 465"/>
                <a:gd name="T2" fmla="*/ 256 w 433"/>
                <a:gd name="T3" fmla="*/ 3 h 465"/>
                <a:gd name="T4" fmla="*/ 255 w 433"/>
                <a:gd name="T5" fmla="*/ 34 h 465"/>
                <a:gd name="T6" fmla="*/ 301 w 433"/>
                <a:gd name="T7" fmla="*/ 105 h 465"/>
                <a:gd name="T8" fmla="*/ 213 w 433"/>
                <a:gd name="T9" fmla="*/ 172 h 465"/>
                <a:gd name="T10" fmla="*/ 139 w 433"/>
                <a:gd name="T11" fmla="*/ 98 h 465"/>
                <a:gd name="T12" fmla="*/ 175 w 433"/>
                <a:gd name="T13" fmla="*/ 39 h 465"/>
                <a:gd name="T14" fmla="*/ 175 w 433"/>
                <a:gd name="T15" fmla="*/ 0 h 465"/>
                <a:gd name="T16" fmla="*/ 0 w 433"/>
                <a:gd name="T17" fmla="*/ 0 h 465"/>
                <a:gd name="T18" fmla="*/ 0 w 433"/>
                <a:gd name="T19" fmla="*/ 465 h 465"/>
                <a:gd name="T20" fmla="*/ 433 w 433"/>
                <a:gd name="T21" fmla="*/ 465 h 465"/>
                <a:gd name="T22" fmla="*/ 433 w 433"/>
                <a:gd name="T23" fmla="*/ 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3" h="465">
                  <a:moveTo>
                    <a:pt x="433" y="3"/>
                  </a:moveTo>
                  <a:cubicBezTo>
                    <a:pt x="256" y="3"/>
                    <a:pt x="256" y="3"/>
                    <a:pt x="256" y="3"/>
                  </a:cubicBezTo>
                  <a:cubicBezTo>
                    <a:pt x="255" y="34"/>
                    <a:pt x="255" y="34"/>
                    <a:pt x="255" y="34"/>
                  </a:cubicBezTo>
                  <a:cubicBezTo>
                    <a:pt x="270" y="42"/>
                    <a:pt x="302" y="63"/>
                    <a:pt x="301" y="105"/>
                  </a:cubicBezTo>
                  <a:cubicBezTo>
                    <a:pt x="300" y="142"/>
                    <a:pt x="261" y="172"/>
                    <a:pt x="213" y="172"/>
                  </a:cubicBezTo>
                  <a:cubicBezTo>
                    <a:pt x="165" y="172"/>
                    <a:pt x="139" y="134"/>
                    <a:pt x="139" y="98"/>
                  </a:cubicBezTo>
                  <a:cubicBezTo>
                    <a:pt x="139" y="70"/>
                    <a:pt x="164" y="47"/>
                    <a:pt x="175" y="39"/>
                  </a:cubicBezTo>
                  <a:cubicBezTo>
                    <a:pt x="175" y="0"/>
                    <a:pt x="175" y="0"/>
                    <a:pt x="175" y="0"/>
                  </a:cubicBezTo>
                  <a:cubicBezTo>
                    <a:pt x="0" y="0"/>
                    <a:pt x="0" y="0"/>
                    <a:pt x="0" y="0"/>
                  </a:cubicBezTo>
                  <a:cubicBezTo>
                    <a:pt x="0" y="465"/>
                    <a:pt x="0" y="465"/>
                    <a:pt x="0" y="465"/>
                  </a:cubicBezTo>
                  <a:cubicBezTo>
                    <a:pt x="433" y="465"/>
                    <a:pt x="433" y="465"/>
                    <a:pt x="433" y="465"/>
                  </a:cubicBezTo>
                  <a:lnTo>
                    <a:pt x="433" y="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211" name="Freeform 169"/>
            <p:cNvSpPr>
              <a:spLocks/>
            </p:cNvSpPr>
            <p:nvPr/>
          </p:nvSpPr>
          <p:spPr bwMode="auto">
            <a:xfrm>
              <a:off x="5348288" y="4691556"/>
              <a:ext cx="1376363" cy="1262063"/>
            </a:xfrm>
            <a:custGeom>
              <a:avLst/>
              <a:gdLst>
                <a:gd name="T0" fmla="*/ 7 w 642"/>
                <a:gd name="T1" fmla="*/ 0 h 589"/>
                <a:gd name="T2" fmla="*/ 627 w 642"/>
                <a:gd name="T3" fmla="*/ 0 h 589"/>
                <a:gd name="T4" fmla="*/ 627 w 642"/>
                <a:gd name="T5" fmla="*/ 51 h 589"/>
                <a:gd name="T6" fmla="*/ 642 w 642"/>
                <a:gd name="T7" fmla="*/ 82 h 589"/>
                <a:gd name="T8" fmla="*/ 612 w 642"/>
                <a:gd name="T9" fmla="*/ 129 h 589"/>
                <a:gd name="T10" fmla="*/ 637 w 642"/>
                <a:gd name="T11" fmla="*/ 171 h 589"/>
                <a:gd name="T12" fmla="*/ 612 w 642"/>
                <a:gd name="T13" fmla="*/ 225 h 589"/>
                <a:gd name="T14" fmla="*/ 635 w 642"/>
                <a:gd name="T15" fmla="*/ 261 h 589"/>
                <a:gd name="T16" fmla="*/ 612 w 642"/>
                <a:gd name="T17" fmla="*/ 306 h 589"/>
                <a:gd name="T18" fmla="*/ 635 w 642"/>
                <a:gd name="T19" fmla="*/ 347 h 589"/>
                <a:gd name="T20" fmla="*/ 610 w 642"/>
                <a:gd name="T21" fmla="*/ 394 h 589"/>
                <a:gd name="T22" fmla="*/ 626 w 642"/>
                <a:gd name="T23" fmla="*/ 424 h 589"/>
                <a:gd name="T24" fmla="*/ 575 w 642"/>
                <a:gd name="T25" fmla="*/ 495 h 589"/>
                <a:gd name="T26" fmla="*/ 467 w 642"/>
                <a:gd name="T27" fmla="*/ 589 h 589"/>
                <a:gd name="T28" fmla="*/ 174 w 642"/>
                <a:gd name="T29" fmla="*/ 589 h 589"/>
                <a:gd name="T30" fmla="*/ 39 w 642"/>
                <a:gd name="T31" fmla="*/ 476 h 589"/>
                <a:gd name="T32" fmla="*/ 32 w 642"/>
                <a:gd name="T33" fmla="*/ 429 h 589"/>
                <a:gd name="T34" fmla="*/ 2 w 642"/>
                <a:gd name="T35" fmla="*/ 389 h 589"/>
                <a:gd name="T36" fmla="*/ 26 w 642"/>
                <a:gd name="T37" fmla="*/ 355 h 589"/>
                <a:gd name="T38" fmla="*/ 2 w 642"/>
                <a:gd name="T39" fmla="*/ 295 h 589"/>
                <a:gd name="T40" fmla="*/ 23 w 642"/>
                <a:gd name="T41" fmla="*/ 258 h 589"/>
                <a:gd name="T42" fmla="*/ 5 w 642"/>
                <a:gd name="T43" fmla="*/ 214 h 589"/>
                <a:gd name="T44" fmla="*/ 24 w 642"/>
                <a:gd name="T45" fmla="*/ 168 h 589"/>
                <a:gd name="T46" fmla="*/ 2 w 642"/>
                <a:gd name="T47" fmla="*/ 120 h 589"/>
                <a:gd name="T48" fmla="*/ 7 w 642"/>
                <a:gd name="T49" fmla="*/ 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2" h="589">
                  <a:moveTo>
                    <a:pt x="7" y="0"/>
                  </a:moveTo>
                  <a:cubicBezTo>
                    <a:pt x="627" y="0"/>
                    <a:pt x="627" y="0"/>
                    <a:pt x="627" y="0"/>
                  </a:cubicBezTo>
                  <a:cubicBezTo>
                    <a:pt x="627" y="51"/>
                    <a:pt x="627" y="51"/>
                    <a:pt x="627" y="51"/>
                  </a:cubicBezTo>
                  <a:cubicBezTo>
                    <a:pt x="627" y="51"/>
                    <a:pt x="642" y="62"/>
                    <a:pt x="642" y="82"/>
                  </a:cubicBezTo>
                  <a:cubicBezTo>
                    <a:pt x="642" y="101"/>
                    <a:pt x="612" y="115"/>
                    <a:pt x="612" y="129"/>
                  </a:cubicBezTo>
                  <a:cubicBezTo>
                    <a:pt x="612" y="144"/>
                    <a:pt x="637" y="152"/>
                    <a:pt x="637" y="171"/>
                  </a:cubicBezTo>
                  <a:cubicBezTo>
                    <a:pt x="637" y="190"/>
                    <a:pt x="610" y="206"/>
                    <a:pt x="612" y="225"/>
                  </a:cubicBezTo>
                  <a:cubicBezTo>
                    <a:pt x="613" y="244"/>
                    <a:pt x="637" y="246"/>
                    <a:pt x="635" y="261"/>
                  </a:cubicBezTo>
                  <a:cubicBezTo>
                    <a:pt x="634" y="277"/>
                    <a:pt x="612" y="292"/>
                    <a:pt x="612" y="306"/>
                  </a:cubicBezTo>
                  <a:cubicBezTo>
                    <a:pt x="612" y="320"/>
                    <a:pt x="635" y="331"/>
                    <a:pt x="635" y="347"/>
                  </a:cubicBezTo>
                  <a:cubicBezTo>
                    <a:pt x="635" y="363"/>
                    <a:pt x="612" y="378"/>
                    <a:pt x="610" y="394"/>
                  </a:cubicBezTo>
                  <a:cubicBezTo>
                    <a:pt x="608" y="409"/>
                    <a:pt x="626" y="413"/>
                    <a:pt x="626" y="424"/>
                  </a:cubicBezTo>
                  <a:cubicBezTo>
                    <a:pt x="626" y="435"/>
                    <a:pt x="618" y="459"/>
                    <a:pt x="575" y="495"/>
                  </a:cubicBezTo>
                  <a:cubicBezTo>
                    <a:pt x="532" y="532"/>
                    <a:pt x="467" y="589"/>
                    <a:pt x="467" y="589"/>
                  </a:cubicBezTo>
                  <a:cubicBezTo>
                    <a:pt x="174" y="589"/>
                    <a:pt x="174" y="589"/>
                    <a:pt x="174" y="589"/>
                  </a:cubicBezTo>
                  <a:cubicBezTo>
                    <a:pt x="39" y="476"/>
                    <a:pt x="39" y="476"/>
                    <a:pt x="39" y="476"/>
                  </a:cubicBezTo>
                  <a:cubicBezTo>
                    <a:pt x="35" y="462"/>
                    <a:pt x="35" y="438"/>
                    <a:pt x="32" y="429"/>
                  </a:cubicBezTo>
                  <a:cubicBezTo>
                    <a:pt x="29" y="419"/>
                    <a:pt x="2" y="405"/>
                    <a:pt x="2" y="389"/>
                  </a:cubicBezTo>
                  <a:cubicBezTo>
                    <a:pt x="2" y="373"/>
                    <a:pt x="26" y="366"/>
                    <a:pt x="26" y="355"/>
                  </a:cubicBezTo>
                  <a:cubicBezTo>
                    <a:pt x="26" y="344"/>
                    <a:pt x="0" y="316"/>
                    <a:pt x="2" y="295"/>
                  </a:cubicBezTo>
                  <a:cubicBezTo>
                    <a:pt x="3" y="274"/>
                    <a:pt x="21" y="269"/>
                    <a:pt x="23" y="258"/>
                  </a:cubicBezTo>
                  <a:cubicBezTo>
                    <a:pt x="24" y="247"/>
                    <a:pt x="5" y="230"/>
                    <a:pt x="5" y="214"/>
                  </a:cubicBezTo>
                  <a:cubicBezTo>
                    <a:pt x="5" y="198"/>
                    <a:pt x="24" y="182"/>
                    <a:pt x="24" y="168"/>
                  </a:cubicBezTo>
                  <a:cubicBezTo>
                    <a:pt x="24" y="153"/>
                    <a:pt x="3" y="144"/>
                    <a:pt x="2" y="120"/>
                  </a:cubicBezTo>
                  <a:cubicBezTo>
                    <a:pt x="0" y="96"/>
                    <a:pt x="7" y="0"/>
                    <a:pt x="7"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212" name="Freeform 170"/>
            <p:cNvSpPr>
              <a:spLocks/>
            </p:cNvSpPr>
            <p:nvPr/>
          </p:nvSpPr>
          <p:spPr bwMode="auto">
            <a:xfrm>
              <a:off x="5734050" y="5993306"/>
              <a:ext cx="569913" cy="76200"/>
            </a:xfrm>
            <a:custGeom>
              <a:avLst/>
              <a:gdLst>
                <a:gd name="T0" fmla="*/ 0 w 266"/>
                <a:gd name="T1" fmla="*/ 0 h 36"/>
                <a:gd name="T2" fmla="*/ 266 w 266"/>
                <a:gd name="T3" fmla="*/ 0 h 36"/>
                <a:gd name="T4" fmla="*/ 223 w 266"/>
                <a:gd name="T5" fmla="*/ 36 h 36"/>
                <a:gd name="T6" fmla="*/ 50 w 266"/>
                <a:gd name="T7" fmla="*/ 36 h 36"/>
                <a:gd name="T8" fmla="*/ 0 w 266"/>
                <a:gd name="T9" fmla="*/ 0 h 36"/>
              </a:gdLst>
              <a:ahLst/>
              <a:cxnLst>
                <a:cxn ang="0">
                  <a:pos x="T0" y="T1"/>
                </a:cxn>
                <a:cxn ang="0">
                  <a:pos x="T2" y="T3"/>
                </a:cxn>
                <a:cxn ang="0">
                  <a:pos x="T4" y="T5"/>
                </a:cxn>
                <a:cxn ang="0">
                  <a:pos x="T6" y="T7"/>
                </a:cxn>
                <a:cxn ang="0">
                  <a:pos x="T8" y="T9"/>
                </a:cxn>
              </a:cxnLst>
              <a:rect l="0" t="0" r="r" b="b"/>
              <a:pathLst>
                <a:path w="266" h="36">
                  <a:moveTo>
                    <a:pt x="0" y="0"/>
                  </a:moveTo>
                  <a:cubicBezTo>
                    <a:pt x="266" y="0"/>
                    <a:pt x="266" y="0"/>
                    <a:pt x="266" y="0"/>
                  </a:cubicBezTo>
                  <a:cubicBezTo>
                    <a:pt x="266" y="0"/>
                    <a:pt x="237" y="36"/>
                    <a:pt x="223" y="36"/>
                  </a:cubicBezTo>
                  <a:cubicBezTo>
                    <a:pt x="209" y="36"/>
                    <a:pt x="62" y="36"/>
                    <a:pt x="50" y="36"/>
                  </a:cubicBezTo>
                  <a:cubicBezTo>
                    <a:pt x="37" y="36"/>
                    <a:pt x="0" y="0"/>
                    <a:pt x="0"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grpSp>
      <p:sp>
        <p:nvSpPr>
          <p:cNvPr id="13" name="TextBox 12"/>
          <p:cNvSpPr txBox="1"/>
          <p:nvPr/>
        </p:nvSpPr>
        <p:spPr>
          <a:xfrm>
            <a:off x="8026959" y="4198287"/>
            <a:ext cx="88012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4" name="TextBox 13"/>
          <p:cNvSpPr txBox="1"/>
          <p:nvPr/>
        </p:nvSpPr>
        <p:spPr>
          <a:xfrm>
            <a:off x="8017293"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6" name="TextBox 15"/>
          <p:cNvSpPr txBox="1"/>
          <p:nvPr/>
        </p:nvSpPr>
        <p:spPr>
          <a:xfrm>
            <a:off x="8691980"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7" name="TextBox 16"/>
          <p:cNvSpPr txBox="1"/>
          <p:nvPr/>
        </p:nvSpPr>
        <p:spPr>
          <a:xfrm>
            <a:off x="8691980"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8" name="TextBox 17"/>
          <p:cNvSpPr txBox="1"/>
          <p:nvPr/>
        </p:nvSpPr>
        <p:spPr>
          <a:xfrm>
            <a:off x="7906501"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20" name="TextBox 19"/>
          <p:cNvSpPr txBox="1"/>
          <p:nvPr/>
        </p:nvSpPr>
        <p:spPr>
          <a:xfrm>
            <a:off x="7093702" y="2230671"/>
            <a:ext cx="623888" cy="477054"/>
          </a:xfrm>
          <a:prstGeom prst="rect">
            <a:avLst/>
          </a:prstGeom>
          <a:noFill/>
          <a:ln>
            <a:noFill/>
          </a:ln>
        </p:spPr>
        <p:txBody>
          <a:bodyPr wrap="square" rtlCol="0">
            <a:spAutoFit/>
          </a:bodyPr>
          <a:lstStyle/>
          <a:p>
            <a:pPr algn="ctr" fontAlgn="auto">
              <a:spcBef>
                <a:spcPts val="0"/>
              </a:spcBef>
              <a:spcAft>
                <a:spcPts val="0"/>
              </a:spcAft>
            </a:pPr>
            <a:r>
              <a:rPr lang="en-US" sz="2500" dirty="0" smtClean="0">
                <a:solidFill>
                  <a:prstClr val="white"/>
                </a:solidFill>
                <a:latin typeface="FontAwesome" pitchFamily="2" charset="0"/>
              </a:rPr>
              <a:t></a:t>
            </a:r>
            <a:endParaRPr lang="en-US" sz="2500" dirty="0">
              <a:solidFill>
                <a:prstClr val="white"/>
              </a:solidFill>
              <a:latin typeface="Calibri Light" panose="020F0302020204030204"/>
            </a:endParaRPr>
          </a:p>
        </p:txBody>
      </p:sp>
      <p:sp>
        <p:nvSpPr>
          <p:cNvPr id="23" name="TextBox 22"/>
          <p:cNvSpPr txBox="1"/>
          <p:nvPr/>
        </p:nvSpPr>
        <p:spPr>
          <a:xfrm>
            <a:off x="622442" y="1947917"/>
            <a:ext cx="7496593" cy="3046988"/>
          </a:xfrm>
          <a:prstGeom prst="rect">
            <a:avLst/>
          </a:prstGeom>
          <a:noFill/>
        </p:spPr>
        <p:txBody>
          <a:bodyPr wrap="square" rtlCol="0">
            <a:spAutoFit/>
          </a:bodyPr>
          <a:lstStyle/>
          <a:p>
            <a:pPr algn="ctr" rtl="1"/>
            <a:r>
              <a:rPr lang="ar-JO" sz="3200" b="1" dirty="0"/>
              <a:t>فصول شبيهة بالفصول التقليدية من حيث وجود المعلم والطلاب ولكنها على الشبكة العالمية حيث لا تتقيد بزمان أو مكان وعن طريقها يتم استحداث بيئات تعليمية إفتراضية بحيث يستطيع الطلبة التجمع بوساطة الشبكات للمشاركة في حالات تعلم تعاونية بحيث يكون الطالب في مركز التعلم وسيتعلم من أجل الفهم والاستيعاب</a:t>
            </a:r>
            <a:endParaRPr lang="en-US" sz="3200" b="1" dirty="0">
              <a:solidFill>
                <a:prstClr val="black"/>
              </a:solidFill>
            </a:endParaRPr>
          </a:p>
        </p:txBody>
      </p:sp>
      <p:sp>
        <p:nvSpPr>
          <p:cNvPr id="30" name="Title 2"/>
          <p:cNvSpPr txBox="1">
            <a:spLocks/>
          </p:cNvSpPr>
          <p:nvPr/>
        </p:nvSpPr>
        <p:spPr>
          <a:xfrm>
            <a:off x="1104900" y="201126"/>
            <a:ext cx="10670333" cy="830923"/>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r" rtl="1"/>
            <a:r>
              <a:rPr lang="ar-SA" sz="4000" u="sng" dirty="0" smtClean="0">
                <a:solidFill>
                  <a:schemeClr val="accent2"/>
                </a:solidFill>
              </a:rPr>
              <a:t>أ - الفصول </a:t>
            </a:r>
            <a:r>
              <a:rPr lang="ar-SA" sz="4000" u="sng" dirty="0">
                <a:solidFill>
                  <a:schemeClr val="accent2"/>
                </a:solidFill>
              </a:rPr>
              <a:t>الافتراضية أو الذكية Virtual Classroom </a:t>
            </a:r>
            <a:endParaRPr lang="en-US" sz="4000" u="sng" dirty="0">
              <a:solidFill>
                <a:schemeClr val="accent2"/>
              </a:solidFill>
            </a:endParaRPr>
          </a:p>
        </p:txBody>
      </p:sp>
      <p:sp>
        <p:nvSpPr>
          <p:cNvPr id="2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4550450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750"/>
                            </p:stCondLst>
                            <p:childTnLst>
                              <p:par>
                                <p:cTn id="9" presetID="10" presetClass="entr" presetSubtype="0" fill="hold" nodeType="afterEffect">
                                  <p:stCondLst>
                                    <p:cond delay="250"/>
                                  </p:stCondLst>
                                  <p:childTnLst>
                                    <p:set>
                                      <p:cBhvr>
                                        <p:cTn id="10" dur="1" fill="hold">
                                          <p:stCondLst>
                                            <p:cond delay="0"/>
                                          </p:stCondLst>
                                        </p:cTn>
                                        <p:tgtEl>
                                          <p:spTgt spid="3221"/>
                                        </p:tgtEl>
                                        <p:attrNameLst>
                                          <p:attrName>style.visibility</p:attrName>
                                        </p:attrNameLst>
                                      </p:cBhvr>
                                      <p:to>
                                        <p:strVal val="visible"/>
                                      </p:to>
                                    </p:set>
                                    <p:animEffect transition="in" filter="fade">
                                      <p:cBhvr>
                                        <p:cTn id="11" dur="500"/>
                                        <p:tgtEl>
                                          <p:spTgt spid="3221"/>
                                        </p:tgtEl>
                                      </p:cBhvr>
                                    </p:animEffect>
                                  </p:childTnLst>
                                </p:cTn>
                              </p:par>
                            </p:childTnLst>
                          </p:cTn>
                        </p:par>
                        <p:par>
                          <p:cTn id="12" fill="hold">
                            <p:stCondLst>
                              <p:cond delay="1500"/>
                            </p:stCondLst>
                            <p:childTnLst>
                              <p:par>
                                <p:cTn id="13" presetID="10" presetClass="entr" presetSubtype="0" fill="hold" grpId="0" nodeType="afterEffect">
                                  <p:stCondLst>
                                    <p:cond delay="25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30"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Text Box 7"/>
          <p:cNvSpPr txBox="1">
            <a:spLocks noChangeArrowheads="1"/>
          </p:cNvSpPr>
          <p:nvPr/>
        </p:nvSpPr>
        <p:spPr bwMode="auto">
          <a:xfrm>
            <a:off x="6666232" y="371476"/>
            <a:ext cx="4917372" cy="661720"/>
          </a:xfrm>
          <a:prstGeom prst="rect">
            <a:avLst/>
          </a:prstGeom>
          <a:noFill/>
          <a:ln w="9525">
            <a:noFill/>
            <a:miter lim="800000"/>
            <a:headEnd/>
            <a:tailEnd/>
          </a:ln>
        </p:spPr>
        <p:txBody>
          <a:bodyPr wrap="none" lIns="45720" tIns="22860" rIns="45720" bIns="22860">
            <a:spAutoFit/>
          </a:bodyPr>
          <a:lstStyle/>
          <a:p>
            <a:pPr algn="r" rtl="1"/>
            <a:r>
              <a:rPr lang="ar-JO" sz="4000" b="1" u="sng" dirty="0"/>
              <a:t>1- مزايا الفصول الافتراضية </a:t>
            </a:r>
            <a:endParaRPr lang="en-US" sz="4000" u="sng" dirty="0"/>
          </a:p>
        </p:txBody>
      </p:sp>
      <p:sp>
        <p:nvSpPr>
          <p:cNvPr id="77" name="Text Box 10"/>
          <p:cNvSpPr txBox="1">
            <a:spLocks noChangeArrowheads="1"/>
          </p:cNvSpPr>
          <p:nvPr/>
        </p:nvSpPr>
        <p:spPr bwMode="auto">
          <a:xfrm>
            <a:off x="231775" y="1474788"/>
            <a:ext cx="4521200" cy="1031051"/>
          </a:xfrm>
          <a:prstGeom prst="rect">
            <a:avLst/>
          </a:prstGeom>
          <a:noFill/>
          <a:ln w="9525">
            <a:noFill/>
            <a:miter lim="800000"/>
            <a:headEnd/>
            <a:tailEnd/>
          </a:ln>
        </p:spPr>
        <p:txBody>
          <a:bodyPr wrap="square" lIns="45720" tIns="22860" rIns="45720" bIns="22860">
            <a:spAutoFit/>
          </a:bodyPr>
          <a:lstStyle/>
          <a:p>
            <a:pPr algn="ctr" defTabSz="1087438"/>
            <a:r>
              <a:rPr lang="ar-JO" sz="3200" b="1" dirty="0"/>
              <a:t>التوفير المادي: ويظهر ذلك في الانخفاض الكبير في التجهيزات</a:t>
            </a:r>
            <a:endParaRPr lang="en-US" sz="3200" b="1" dirty="0">
              <a:solidFill>
                <a:srgbClr val="94B64E"/>
              </a:solidFill>
              <a:latin typeface="Open Sans"/>
              <a:ea typeface="Open Sans"/>
              <a:cs typeface="Open Sans"/>
            </a:endParaRPr>
          </a:p>
        </p:txBody>
      </p:sp>
      <p:sp>
        <p:nvSpPr>
          <p:cNvPr id="79" name="Text Box 10"/>
          <p:cNvSpPr txBox="1">
            <a:spLocks noChangeArrowheads="1"/>
          </p:cNvSpPr>
          <p:nvPr/>
        </p:nvSpPr>
        <p:spPr bwMode="auto">
          <a:xfrm>
            <a:off x="98492" y="4635404"/>
            <a:ext cx="4327525" cy="1031051"/>
          </a:xfrm>
          <a:prstGeom prst="rect">
            <a:avLst/>
          </a:prstGeom>
          <a:noFill/>
          <a:ln w="9525">
            <a:noFill/>
            <a:miter lim="800000"/>
            <a:headEnd/>
            <a:tailEnd/>
          </a:ln>
        </p:spPr>
        <p:txBody>
          <a:bodyPr wrap="square" lIns="45720" tIns="22860" rIns="45720" bIns="22860">
            <a:spAutoFit/>
          </a:bodyPr>
          <a:lstStyle/>
          <a:p>
            <a:pPr algn="ctr" defTabSz="1087438"/>
            <a:r>
              <a:rPr lang="ar-JO" sz="3200" b="1" dirty="0" smtClean="0"/>
              <a:t>تحقيقها </a:t>
            </a:r>
            <a:r>
              <a:rPr lang="ar-JO" sz="3200" b="1" dirty="0"/>
              <a:t>لمبدأ التعليم المستر للأفراد</a:t>
            </a:r>
            <a:endParaRPr lang="en-US" sz="1600" b="1" dirty="0">
              <a:solidFill>
                <a:srgbClr val="2980B9"/>
              </a:solidFill>
              <a:latin typeface="Open Sans"/>
              <a:ea typeface="Open Sans"/>
              <a:cs typeface="Open Sans"/>
            </a:endParaRPr>
          </a:p>
        </p:txBody>
      </p:sp>
      <p:grpSp>
        <p:nvGrpSpPr>
          <p:cNvPr id="107" name="Group 106"/>
          <p:cNvGrpSpPr>
            <a:grpSpLocks/>
          </p:cNvGrpSpPr>
          <p:nvPr/>
        </p:nvGrpSpPr>
        <p:grpSpPr bwMode="auto">
          <a:xfrm>
            <a:off x="4597400" y="4481513"/>
            <a:ext cx="1220788" cy="2376487"/>
            <a:chOff x="4752324" y="4894851"/>
            <a:chExt cx="1066423" cy="1963149"/>
          </a:xfrm>
        </p:grpSpPr>
        <p:sp>
          <p:nvSpPr>
            <p:cNvPr id="528400" name="Freeform 16"/>
            <p:cNvSpPr>
              <a:spLocks/>
            </p:cNvSpPr>
            <p:nvPr/>
          </p:nvSpPr>
          <p:spPr bwMode="auto">
            <a:xfrm rot="5400000">
              <a:off x="4980116" y="6019369"/>
              <a:ext cx="1509485" cy="167777"/>
            </a:xfrm>
            <a:custGeom>
              <a:avLst/>
              <a:gdLst>
                <a:gd name="T0" fmla="*/ 0 w 552"/>
                <a:gd name="T1" fmla="*/ 598917512 h 47"/>
                <a:gd name="T2" fmla="*/ 0 w 552"/>
                <a:gd name="T3" fmla="*/ 267600770 h 47"/>
                <a:gd name="T4" fmla="*/ 82255979 w 552"/>
                <a:gd name="T5" fmla="*/ 0 h 47"/>
                <a:gd name="T6" fmla="*/ 2147483647 w 552"/>
                <a:gd name="T7" fmla="*/ 0 h 47"/>
                <a:gd name="T8" fmla="*/ 0 60000 65536"/>
                <a:gd name="T9" fmla="*/ 0 60000 65536"/>
                <a:gd name="T10" fmla="*/ 0 60000 65536"/>
                <a:gd name="T11" fmla="*/ 0 60000 65536"/>
                <a:gd name="T12" fmla="*/ 0 w 552"/>
                <a:gd name="T13" fmla="*/ 0 h 47"/>
                <a:gd name="T14" fmla="*/ 552 w 552"/>
                <a:gd name="T15" fmla="*/ 47 h 47"/>
              </a:gdLst>
              <a:ahLst/>
              <a:cxnLst>
                <a:cxn ang="T8">
                  <a:pos x="T0" y="T1"/>
                </a:cxn>
                <a:cxn ang="T9">
                  <a:pos x="T2" y="T3"/>
                </a:cxn>
                <a:cxn ang="T10">
                  <a:pos x="T4" y="T5"/>
                </a:cxn>
                <a:cxn ang="T11">
                  <a:pos x="T6" y="T7"/>
                </a:cxn>
              </a:cxnLst>
              <a:rect l="T12" t="T13" r="T14" b="T15"/>
              <a:pathLst>
                <a:path w="552" h="47">
                  <a:moveTo>
                    <a:pt x="0" y="47"/>
                  </a:moveTo>
                  <a:cubicBezTo>
                    <a:pt x="0" y="21"/>
                    <a:pt x="0" y="21"/>
                    <a:pt x="0" y="21"/>
                  </a:cubicBezTo>
                  <a:cubicBezTo>
                    <a:pt x="0" y="7"/>
                    <a:pt x="4" y="0"/>
                    <a:pt x="11" y="0"/>
                  </a:cubicBezTo>
                  <a:cubicBezTo>
                    <a:pt x="552" y="0"/>
                    <a:pt x="552" y="0"/>
                    <a:pt x="552" y="0"/>
                  </a:cubicBezTo>
                </a:path>
              </a:pathLst>
            </a:custGeom>
            <a:noFill/>
            <a:ln w="85725">
              <a:solidFill>
                <a:srgbClr val="2980B9"/>
              </a:solidFill>
              <a:miter lim="800000"/>
              <a:headEnd/>
              <a:tailEnd/>
            </a:ln>
          </p:spPr>
          <p:txBody>
            <a:bodyPr lIns="121920" tIns="60960" rIns="121920" bIns="60960"/>
            <a:lstStyle/>
            <a:p>
              <a:endParaRPr lang="el-GR" sz="2400">
                <a:solidFill>
                  <a:srgbClr val="000000"/>
                </a:solidFill>
              </a:endParaRPr>
            </a:p>
          </p:txBody>
        </p:sp>
        <p:grpSp>
          <p:nvGrpSpPr>
            <p:cNvPr id="528401" name="Group 101"/>
            <p:cNvGrpSpPr>
              <a:grpSpLocks/>
            </p:cNvGrpSpPr>
            <p:nvPr/>
          </p:nvGrpSpPr>
          <p:grpSpPr bwMode="auto">
            <a:xfrm>
              <a:off x="4752324" y="4894851"/>
              <a:ext cx="905220" cy="907325"/>
              <a:chOff x="4752324" y="4894851"/>
              <a:chExt cx="905220" cy="907325"/>
            </a:xfrm>
          </p:grpSpPr>
          <p:sp>
            <p:nvSpPr>
              <p:cNvPr id="528402" name="Oval 10"/>
              <p:cNvSpPr>
                <a:spLocks noChangeArrowheads="1"/>
              </p:cNvSpPr>
              <p:nvPr/>
            </p:nvSpPr>
            <p:spPr bwMode="auto">
              <a:xfrm rot="5400000">
                <a:off x="4751271" y="4895904"/>
                <a:ext cx="907325" cy="905220"/>
              </a:xfrm>
              <a:prstGeom prst="ellipse">
                <a:avLst/>
              </a:prstGeom>
              <a:solidFill>
                <a:srgbClr val="2980B9"/>
              </a:solidFill>
              <a:ln w="9525">
                <a:noFill/>
                <a:miter lim="800000"/>
                <a:headEnd/>
                <a:tailEnd/>
              </a:ln>
            </p:spPr>
            <p:txBody>
              <a:bodyPr lIns="121920" tIns="60960" rIns="121920" bIns="60960"/>
              <a:lstStyle/>
              <a:p>
                <a:endParaRPr lang="el-GR" sz="2400">
                  <a:solidFill>
                    <a:srgbClr val="000000"/>
                  </a:solidFill>
                </a:endParaRPr>
              </a:p>
            </p:txBody>
          </p:sp>
          <p:grpSp>
            <p:nvGrpSpPr>
              <p:cNvPr id="80" name="Group 79"/>
              <p:cNvGrpSpPr/>
              <p:nvPr/>
            </p:nvGrpSpPr>
            <p:grpSpPr>
              <a:xfrm>
                <a:off x="4972162" y="5124829"/>
                <a:ext cx="465543" cy="418373"/>
                <a:chOff x="5583238" y="3892551"/>
                <a:chExt cx="360363" cy="323850"/>
              </a:xfrm>
              <a:solidFill>
                <a:schemeClr val="bg1"/>
              </a:solidFill>
            </p:grpSpPr>
            <p:sp>
              <p:nvSpPr>
                <p:cNvPr id="81"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82"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83"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grpSp>
        </p:grpSp>
      </p:grpSp>
      <p:grpSp>
        <p:nvGrpSpPr>
          <p:cNvPr id="110" name="Group 109"/>
          <p:cNvGrpSpPr>
            <a:grpSpLocks/>
          </p:cNvGrpSpPr>
          <p:nvPr/>
        </p:nvGrpSpPr>
        <p:grpSpPr bwMode="auto">
          <a:xfrm>
            <a:off x="6215063" y="3208338"/>
            <a:ext cx="1177925" cy="3649662"/>
            <a:chOff x="6214302" y="3208001"/>
            <a:chExt cx="1178088" cy="3649999"/>
          </a:xfrm>
        </p:grpSpPr>
        <p:sp>
          <p:nvSpPr>
            <p:cNvPr id="528396" name="Freeform 13"/>
            <p:cNvSpPr>
              <a:spLocks/>
            </p:cNvSpPr>
            <p:nvPr/>
          </p:nvSpPr>
          <p:spPr bwMode="auto">
            <a:xfrm rot="5400000">
              <a:off x="4764858" y="5137445"/>
              <a:ext cx="3169999" cy="271111"/>
            </a:xfrm>
            <a:custGeom>
              <a:avLst/>
              <a:gdLst>
                <a:gd name="T0" fmla="*/ 0 w 959"/>
                <a:gd name="T1" fmla="*/ 0 h 76"/>
                <a:gd name="T2" fmla="*/ 0 w 959"/>
                <a:gd name="T3" fmla="*/ 699890825 h 76"/>
                <a:gd name="T4" fmla="*/ 196675466 w 959"/>
                <a:gd name="T5" fmla="*/ 967120772 h 76"/>
                <a:gd name="T6" fmla="*/ 2147483647 w 959"/>
                <a:gd name="T7" fmla="*/ 967120772 h 76"/>
                <a:gd name="T8" fmla="*/ 0 60000 65536"/>
                <a:gd name="T9" fmla="*/ 0 60000 65536"/>
                <a:gd name="T10" fmla="*/ 0 60000 65536"/>
                <a:gd name="T11" fmla="*/ 0 60000 65536"/>
                <a:gd name="T12" fmla="*/ 0 w 959"/>
                <a:gd name="T13" fmla="*/ 0 h 76"/>
                <a:gd name="T14" fmla="*/ 959 w 959"/>
                <a:gd name="T15" fmla="*/ 76 h 76"/>
              </a:gdLst>
              <a:ahLst/>
              <a:cxnLst>
                <a:cxn ang="T8">
                  <a:pos x="T0" y="T1"/>
                </a:cxn>
                <a:cxn ang="T9">
                  <a:pos x="T2" y="T3"/>
                </a:cxn>
                <a:cxn ang="T10">
                  <a:pos x="T4" y="T5"/>
                </a:cxn>
                <a:cxn ang="T11">
                  <a:pos x="T6" y="T7"/>
                </a:cxn>
              </a:cxnLst>
              <a:rect l="T12" t="T13" r="T14" b="T15"/>
              <a:pathLst>
                <a:path w="959" h="76">
                  <a:moveTo>
                    <a:pt x="0" y="0"/>
                  </a:moveTo>
                  <a:cubicBezTo>
                    <a:pt x="0" y="55"/>
                    <a:pt x="0" y="55"/>
                    <a:pt x="0" y="55"/>
                  </a:cubicBezTo>
                  <a:cubicBezTo>
                    <a:pt x="0" y="69"/>
                    <a:pt x="6" y="76"/>
                    <a:pt x="18" y="76"/>
                  </a:cubicBezTo>
                  <a:cubicBezTo>
                    <a:pt x="959" y="76"/>
                    <a:pt x="959" y="76"/>
                    <a:pt x="959" y="76"/>
                  </a:cubicBezTo>
                </a:path>
              </a:pathLst>
            </a:custGeom>
            <a:noFill/>
            <a:ln w="85725">
              <a:solidFill>
                <a:srgbClr val="C0392B"/>
              </a:solidFill>
              <a:miter lim="800000"/>
              <a:headEnd/>
              <a:tailEnd/>
            </a:ln>
          </p:spPr>
          <p:txBody>
            <a:bodyPr lIns="121920" tIns="60960" rIns="121920" bIns="60960"/>
            <a:lstStyle/>
            <a:p>
              <a:endParaRPr lang="el-GR" sz="2400">
                <a:solidFill>
                  <a:srgbClr val="000000"/>
                </a:solidFill>
              </a:endParaRPr>
            </a:p>
          </p:txBody>
        </p:sp>
        <p:grpSp>
          <p:nvGrpSpPr>
            <p:cNvPr id="528397" name="Group 103"/>
            <p:cNvGrpSpPr>
              <a:grpSpLocks/>
            </p:cNvGrpSpPr>
            <p:nvPr/>
          </p:nvGrpSpPr>
          <p:grpSpPr bwMode="auto">
            <a:xfrm>
              <a:off x="6478748" y="3208001"/>
              <a:ext cx="913642" cy="909432"/>
              <a:chOff x="6478748" y="3208001"/>
              <a:chExt cx="913642" cy="909432"/>
            </a:xfrm>
          </p:grpSpPr>
          <p:sp>
            <p:nvSpPr>
              <p:cNvPr id="528398" name="Oval 7"/>
              <p:cNvSpPr>
                <a:spLocks noChangeArrowheads="1"/>
              </p:cNvSpPr>
              <p:nvPr/>
            </p:nvSpPr>
            <p:spPr bwMode="auto">
              <a:xfrm rot="5400000">
                <a:off x="6480853" y="3205896"/>
                <a:ext cx="909432" cy="913642"/>
              </a:xfrm>
              <a:prstGeom prst="ellipse">
                <a:avLst/>
              </a:prstGeom>
              <a:solidFill>
                <a:srgbClr val="C0392B"/>
              </a:solidFill>
              <a:ln w="9525">
                <a:noFill/>
                <a:miter lim="800000"/>
                <a:headEnd/>
                <a:tailEnd/>
              </a:ln>
            </p:spPr>
            <p:txBody>
              <a:bodyPr lIns="121920" tIns="60960" rIns="121920" bIns="60960"/>
              <a:lstStyle/>
              <a:p>
                <a:endParaRPr lang="el-GR" sz="2400">
                  <a:solidFill>
                    <a:srgbClr val="000000"/>
                  </a:solidFill>
                </a:endParaRPr>
              </a:p>
            </p:txBody>
          </p:sp>
          <p:sp>
            <p:nvSpPr>
              <p:cNvPr id="528399" name="Freeform 51"/>
              <p:cNvSpPr>
                <a:spLocks noEditPoints="1"/>
              </p:cNvSpPr>
              <p:nvPr/>
            </p:nvSpPr>
            <p:spPr bwMode="auto">
              <a:xfrm>
                <a:off x="6676136" y="3480913"/>
                <a:ext cx="518866" cy="428629"/>
              </a:xfrm>
              <a:custGeom>
                <a:avLst/>
                <a:gdLst>
                  <a:gd name="T0" fmla="*/ 1951736330 w 107"/>
                  <a:gd name="T1" fmla="*/ 1494644026 h 88"/>
                  <a:gd name="T2" fmla="*/ 1951736330 w 107"/>
                  <a:gd name="T3" fmla="*/ 166069402 h 88"/>
                  <a:gd name="T4" fmla="*/ 1951736330 w 107"/>
                  <a:gd name="T5" fmla="*/ 71171891 h 88"/>
                  <a:gd name="T6" fmla="*/ 1998764003 w 107"/>
                  <a:gd name="T7" fmla="*/ 0 h 88"/>
                  <a:gd name="T8" fmla="*/ 2045796526 w 107"/>
                  <a:gd name="T9" fmla="*/ 0 h 88"/>
                  <a:gd name="T10" fmla="*/ 2092824199 w 107"/>
                  <a:gd name="T11" fmla="*/ 0 h 88"/>
                  <a:gd name="T12" fmla="*/ 2092824199 w 107"/>
                  <a:gd name="T13" fmla="*/ 1636992642 h 88"/>
                  <a:gd name="T14" fmla="*/ 2045796526 w 107"/>
                  <a:gd name="T15" fmla="*/ 1660718223 h 88"/>
                  <a:gd name="T16" fmla="*/ 1998764003 w 107"/>
                  <a:gd name="T17" fmla="*/ 1636992642 h 88"/>
                  <a:gd name="T18" fmla="*/ 1951736330 w 107"/>
                  <a:gd name="T19" fmla="*/ 1589546350 h 88"/>
                  <a:gd name="T20" fmla="*/ 1951736330 w 107"/>
                  <a:gd name="T21" fmla="*/ 1494644026 h 88"/>
                  <a:gd name="T22" fmla="*/ 564356476 w 107"/>
                  <a:gd name="T23" fmla="*/ 1494644026 h 88"/>
                  <a:gd name="T24" fmla="*/ 564356476 w 107"/>
                  <a:gd name="T25" fmla="*/ 166069402 h 88"/>
                  <a:gd name="T26" fmla="*/ 564356476 w 107"/>
                  <a:gd name="T27" fmla="*/ 71171891 h 88"/>
                  <a:gd name="T28" fmla="*/ 517328803 w 107"/>
                  <a:gd name="T29" fmla="*/ 0 h 88"/>
                  <a:gd name="T30" fmla="*/ 470296280 w 107"/>
                  <a:gd name="T31" fmla="*/ 0 h 88"/>
                  <a:gd name="T32" fmla="*/ 423268607 w 107"/>
                  <a:gd name="T33" fmla="*/ 0 h 88"/>
                  <a:gd name="T34" fmla="*/ 423268607 w 107"/>
                  <a:gd name="T35" fmla="*/ 1636992642 h 88"/>
                  <a:gd name="T36" fmla="*/ 470296280 w 107"/>
                  <a:gd name="T37" fmla="*/ 1660718223 h 88"/>
                  <a:gd name="T38" fmla="*/ 517328803 w 107"/>
                  <a:gd name="T39" fmla="*/ 1636992642 h 88"/>
                  <a:gd name="T40" fmla="*/ 564356476 w 107"/>
                  <a:gd name="T41" fmla="*/ 1589546350 h 88"/>
                  <a:gd name="T42" fmla="*/ 564356476 w 107"/>
                  <a:gd name="T43" fmla="*/ 1494644026 h 88"/>
                  <a:gd name="T44" fmla="*/ 846537214 w 107"/>
                  <a:gd name="T45" fmla="*/ 1209951361 h 88"/>
                  <a:gd name="T46" fmla="*/ 846537214 w 107"/>
                  <a:gd name="T47" fmla="*/ 1304849119 h 88"/>
                  <a:gd name="T48" fmla="*/ 775990855 w 107"/>
                  <a:gd name="T49" fmla="*/ 1376020991 h 88"/>
                  <a:gd name="T50" fmla="*/ 728963182 w 107"/>
                  <a:gd name="T51" fmla="*/ 1399746572 h 88"/>
                  <a:gd name="T52" fmla="*/ 681930660 w 107"/>
                  <a:gd name="T53" fmla="*/ 1376020991 h 88"/>
                  <a:gd name="T54" fmla="*/ 681930660 w 107"/>
                  <a:gd name="T55" fmla="*/ 284692437 h 88"/>
                  <a:gd name="T56" fmla="*/ 728963182 w 107"/>
                  <a:gd name="T57" fmla="*/ 260971726 h 88"/>
                  <a:gd name="T58" fmla="*/ 775990855 w 107"/>
                  <a:gd name="T59" fmla="*/ 284692437 h 88"/>
                  <a:gd name="T60" fmla="*/ 846537214 w 107"/>
                  <a:gd name="T61" fmla="*/ 332143675 h 88"/>
                  <a:gd name="T62" fmla="*/ 846537214 w 107"/>
                  <a:gd name="T63" fmla="*/ 427041129 h 88"/>
                  <a:gd name="T64" fmla="*/ 846537214 w 107"/>
                  <a:gd name="T65" fmla="*/ 1209951361 h 88"/>
                  <a:gd name="T66" fmla="*/ 1434407679 w 107"/>
                  <a:gd name="T67" fmla="*/ 1897964292 h 88"/>
                  <a:gd name="T68" fmla="*/ 1269805670 w 107"/>
                  <a:gd name="T69" fmla="*/ 2087759199 h 88"/>
                  <a:gd name="T70" fmla="*/ 1081685279 w 107"/>
                  <a:gd name="T71" fmla="*/ 1897964292 h 88"/>
                  <a:gd name="T72" fmla="*/ 1081685279 w 107"/>
                  <a:gd name="T73" fmla="*/ 569389744 h 88"/>
                  <a:gd name="T74" fmla="*/ 1269805670 w 107"/>
                  <a:gd name="T75" fmla="*/ 379594837 h 88"/>
                  <a:gd name="T76" fmla="*/ 1434407679 w 107"/>
                  <a:gd name="T77" fmla="*/ 569389744 h 88"/>
                  <a:gd name="T78" fmla="*/ 1434407679 w 107"/>
                  <a:gd name="T79" fmla="*/ 1897964292 h 88"/>
                  <a:gd name="T80" fmla="*/ 1669555743 w 107"/>
                  <a:gd name="T81" fmla="*/ 1209951361 h 88"/>
                  <a:gd name="T82" fmla="*/ 1669555743 w 107"/>
                  <a:gd name="T83" fmla="*/ 1304849119 h 88"/>
                  <a:gd name="T84" fmla="*/ 1740102102 w 107"/>
                  <a:gd name="T85" fmla="*/ 1376020991 h 88"/>
                  <a:gd name="T86" fmla="*/ 1787129775 w 107"/>
                  <a:gd name="T87" fmla="*/ 1399746572 h 88"/>
                  <a:gd name="T88" fmla="*/ 1834162298 w 107"/>
                  <a:gd name="T89" fmla="*/ 1376020991 h 88"/>
                  <a:gd name="T90" fmla="*/ 1834162298 w 107"/>
                  <a:gd name="T91" fmla="*/ 284692437 h 88"/>
                  <a:gd name="T92" fmla="*/ 1787129775 w 107"/>
                  <a:gd name="T93" fmla="*/ 260971726 h 88"/>
                  <a:gd name="T94" fmla="*/ 1740102102 w 107"/>
                  <a:gd name="T95" fmla="*/ 284692437 h 88"/>
                  <a:gd name="T96" fmla="*/ 1669555743 w 107"/>
                  <a:gd name="T97" fmla="*/ 332143675 h 88"/>
                  <a:gd name="T98" fmla="*/ 1669555743 w 107"/>
                  <a:gd name="T99" fmla="*/ 427041129 h 88"/>
                  <a:gd name="T100" fmla="*/ 1669555743 w 107"/>
                  <a:gd name="T101" fmla="*/ 1209951361 h 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
                  <a:gd name="T154" fmla="*/ 0 h 88"/>
                  <a:gd name="T155" fmla="*/ 107 w 107"/>
                  <a:gd name="T156" fmla="*/ 88 h 8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 h="88">
                    <a:moveTo>
                      <a:pt x="83" y="63"/>
                    </a:moveTo>
                    <a:cubicBezTo>
                      <a:pt x="97" y="47"/>
                      <a:pt x="97" y="23"/>
                      <a:pt x="83" y="7"/>
                    </a:cubicBezTo>
                    <a:cubicBezTo>
                      <a:pt x="82" y="6"/>
                      <a:pt x="82" y="4"/>
                      <a:pt x="83" y="3"/>
                    </a:cubicBezTo>
                    <a:cubicBezTo>
                      <a:pt x="85" y="0"/>
                      <a:pt x="85" y="0"/>
                      <a:pt x="85" y="0"/>
                    </a:cubicBezTo>
                    <a:cubicBezTo>
                      <a:pt x="86" y="0"/>
                      <a:pt x="86" y="0"/>
                      <a:pt x="87" y="0"/>
                    </a:cubicBezTo>
                    <a:cubicBezTo>
                      <a:pt x="88" y="0"/>
                      <a:pt x="89" y="0"/>
                      <a:pt x="89" y="0"/>
                    </a:cubicBezTo>
                    <a:cubicBezTo>
                      <a:pt x="107" y="20"/>
                      <a:pt x="107" y="50"/>
                      <a:pt x="89" y="69"/>
                    </a:cubicBezTo>
                    <a:cubicBezTo>
                      <a:pt x="89" y="70"/>
                      <a:pt x="88" y="70"/>
                      <a:pt x="87" y="70"/>
                    </a:cubicBezTo>
                    <a:cubicBezTo>
                      <a:pt x="86" y="70"/>
                      <a:pt x="86" y="70"/>
                      <a:pt x="85" y="69"/>
                    </a:cubicBezTo>
                    <a:cubicBezTo>
                      <a:pt x="83" y="67"/>
                      <a:pt x="83" y="67"/>
                      <a:pt x="83" y="67"/>
                    </a:cubicBezTo>
                    <a:cubicBezTo>
                      <a:pt x="82" y="65"/>
                      <a:pt x="82" y="64"/>
                      <a:pt x="83" y="63"/>
                    </a:cubicBezTo>
                    <a:close/>
                    <a:moveTo>
                      <a:pt x="24" y="63"/>
                    </a:moveTo>
                    <a:cubicBezTo>
                      <a:pt x="10" y="47"/>
                      <a:pt x="10" y="23"/>
                      <a:pt x="24" y="7"/>
                    </a:cubicBezTo>
                    <a:cubicBezTo>
                      <a:pt x="25" y="6"/>
                      <a:pt x="25" y="4"/>
                      <a:pt x="24" y="3"/>
                    </a:cubicBezTo>
                    <a:cubicBezTo>
                      <a:pt x="22" y="0"/>
                      <a:pt x="22" y="0"/>
                      <a:pt x="22" y="0"/>
                    </a:cubicBezTo>
                    <a:cubicBezTo>
                      <a:pt x="21" y="0"/>
                      <a:pt x="21" y="0"/>
                      <a:pt x="20" y="0"/>
                    </a:cubicBezTo>
                    <a:cubicBezTo>
                      <a:pt x="19" y="0"/>
                      <a:pt x="18" y="0"/>
                      <a:pt x="18" y="0"/>
                    </a:cubicBezTo>
                    <a:cubicBezTo>
                      <a:pt x="0" y="20"/>
                      <a:pt x="0" y="50"/>
                      <a:pt x="18" y="69"/>
                    </a:cubicBezTo>
                    <a:cubicBezTo>
                      <a:pt x="18" y="70"/>
                      <a:pt x="19" y="70"/>
                      <a:pt x="20" y="70"/>
                    </a:cubicBezTo>
                    <a:cubicBezTo>
                      <a:pt x="21" y="70"/>
                      <a:pt x="21" y="70"/>
                      <a:pt x="22" y="69"/>
                    </a:cubicBezTo>
                    <a:cubicBezTo>
                      <a:pt x="24" y="67"/>
                      <a:pt x="24" y="67"/>
                      <a:pt x="24" y="67"/>
                    </a:cubicBezTo>
                    <a:cubicBezTo>
                      <a:pt x="25" y="65"/>
                      <a:pt x="25" y="64"/>
                      <a:pt x="24" y="63"/>
                    </a:cubicBezTo>
                    <a:close/>
                    <a:moveTo>
                      <a:pt x="36" y="51"/>
                    </a:moveTo>
                    <a:cubicBezTo>
                      <a:pt x="37" y="53"/>
                      <a:pt x="37" y="54"/>
                      <a:pt x="36" y="55"/>
                    </a:cubicBezTo>
                    <a:cubicBezTo>
                      <a:pt x="33" y="58"/>
                      <a:pt x="33" y="58"/>
                      <a:pt x="33" y="58"/>
                    </a:cubicBezTo>
                    <a:cubicBezTo>
                      <a:pt x="33" y="58"/>
                      <a:pt x="32" y="59"/>
                      <a:pt x="31" y="59"/>
                    </a:cubicBezTo>
                    <a:cubicBezTo>
                      <a:pt x="30" y="58"/>
                      <a:pt x="30" y="58"/>
                      <a:pt x="29" y="58"/>
                    </a:cubicBezTo>
                    <a:cubicBezTo>
                      <a:pt x="18" y="44"/>
                      <a:pt x="18" y="25"/>
                      <a:pt x="29" y="12"/>
                    </a:cubicBezTo>
                    <a:cubicBezTo>
                      <a:pt x="30" y="11"/>
                      <a:pt x="30" y="11"/>
                      <a:pt x="31" y="11"/>
                    </a:cubicBezTo>
                    <a:cubicBezTo>
                      <a:pt x="32" y="11"/>
                      <a:pt x="33" y="11"/>
                      <a:pt x="33" y="12"/>
                    </a:cubicBezTo>
                    <a:cubicBezTo>
                      <a:pt x="36" y="14"/>
                      <a:pt x="36" y="14"/>
                      <a:pt x="36" y="14"/>
                    </a:cubicBezTo>
                    <a:cubicBezTo>
                      <a:pt x="37" y="15"/>
                      <a:pt x="37" y="17"/>
                      <a:pt x="36" y="18"/>
                    </a:cubicBezTo>
                    <a:cubicBezTo>
                      <a:pt x="28" y="28"/>
                      <a:pt x="28" y="42"/>
                      <a:pt x="36" y="51"/>
                    </a:cubicBezTo>
                    <a:close/>
                    <a:moveTo>
                      <a:pt x="61" y="80"/>
                    </a:moveTo>
                    <a:cubicBezTo>
                      <a:pt x="61" y="84"/>
                      <a:pt x="58" y="88"/>
                      <a:pt x="54" y="88"/>
                    </a:cubicBezTo>
                    <a:cubicBezTo>
                      <a:pt x="49" y="88"/>
                      <a:pt x="46" y="84"/>
                      <a:pt x="46" y="80"/>
                    </a:cubicBezTo>
                    <a:cubicBezTo>
                      <a:pt x="46" y="60"/>
                      <a:pt x="46" y="44"/>
                      <a:pt x="46" y="24"/>
                    </a:cubicBezTo>
                    <a:cubicBezTo>
                      <a:pt x="46" y="19"/>
                      <a:pt x="49" y="16"/>
                      <a:pt x="54" y="16"/>
                    </a:cubicBezTo>
                    <a:cubicBezTo>
                      <a:pt x="58" y="16"/>
                      <a:pt x="61" y="19"/>
                      <a:pt x="61" y="24"/>
                    </a:cubicBezTo>
                    <a:cubicBezTo>
                      <a:pt x="61" y="44"/>
                      <a:pt x="61" y="60"/>
                      <a:pt x="61" y="80"/>
                    </a:cubicBezTo>
                    <a:close/>
                    <a:moveTo>
                      <a:pt x="71" y="51"/>
                    </a:moveTo>
                    <a:cubicBezTo>
                      <a:pt x="70" y="53"/>
                      <a:pt x="70" y="54"/>
                      <a:pt x="71" y="55"/>
                    </a:cubicBezTo>
                    <a:cubicBezTo>
                      <a:pt x="74" y="58"/>
                      <a:pt x="74" y="58"/>
                      <a:pt x="74" y="58"/>
                    </a:cubicBezTo>
                    <a:cubicBezTo>
                      <a:pt x="74" y="58"/>
                      <a:pt x="75" y="59"/>
                      <a:pt x="76" y="59"/>
                    </a:cubicBezTo>
                    <a:cubicBezTo>
                      <a:pt x="77" y="58"/>
                      <a:pt x="77" y="58"/>
                      <a:pt x="78" y="58"/>
                    </a:cubicBezTo>
                    <a:cubicBezTo>
                      <a:pt x="89" y="44"/>
                      <a:pt x="89" y="25"/>
                      <a:pt x="78" y="12"/>
                    </a:cubicBezTo>
                    <a:cubicBezTo>
                      <a:pt x="77" y="11"/>
                      <a:pt x="77" y="11"/>
                      <a:pt x="76" y="11"/>
                    </a:cubicBezTo>
                    <a:cubicBezTo>
                      <a:pt x="75" y="11"/>
                      <a:pt x="74" y="11"/>
                      <a:pt x="74" y="12"/>
                    </a:cubicBezTo>
                    <a:cubicBezTo>
                      <a:pt x="71" y="14"/>
                      <a:pt x="71" y="14"/>
                      <a:pt x="71" y="14"/>
                    </a:cubicBezTo>
                    <a:cubicBezTo>
                      <a:pt x="70" y="15"/>
                      <a:pt x="70" y="17"/>
                      <a:pt x="71" y="18"/>
                    </a:cubicBezTo>
                    <a:cubicBezTo>
                      <a:pt x="79" y="28"/>
                      <a:pt x="79" y="42"/>
                      <a:pt x="71" y="51"/>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grpSp>
        <p:nvGrpSpPr>
          <p:cNvPr id="108" name="Group 107"/>
          <p:cNvGrpSpPr>
            <a:grpSpLocks/>
          </p:cNvGrpSpPr>
          <p:nvPr/>
        </p:nvGrpSpPr>
        <p:grpSpPr bwMode="auto">
          <a:xfrm>
            <a:off x="4752975" y="1646238"/>
            <a:ext cx="1268413" cy="5211762"/>
            <a:chOff x="4752322" y="1646206"/>
            <a:chExt cx="1269757" cy="5211794"/>
          </a:xfrm>
        </p:grpSpPr>
        <p:sp>
          <p:nvSpPr>
            <p:cNvPr id="528392" name="Freeform 12"/>
            <p:cNvSpPr>
              <a:spLocks/>
            </p:cNvSpPr>
            <p:nvPr/>
          </p:nvSpPr>
          <p:spPr bwMode="auto">
            <a:xfrm rot="5400000">
              <a:off x="3459948" y="4295868"/>
              <a:ext cx="4753152" cy="371111"/>
            </a:xfrm>
            <a:custGeom>
              <a:avLst/>
              <a:gdLst>
                <a:gd name="T0" fmla="*/ 0 w 1355"/>
                <a:gd name="T1" fmla="*/ 1324263272 h 104"/>
                <a:gd name="T2" fmla="*/ 0 w 1355"/>
                <a:gd name="T3" fmla="*/ 267399782 h 104"/>
                <a:gd name="T4" fmla="*/ 319930972 w 1355"/>
                <a:gd name="T5" fmla="*/ 12731962 h 104"/>
                <a:gd name="T6" fmla="*/ 2147483647 w 1355"/>
                <a:gd name="T7" fmla="*/ 12731962 h 104"/>
                <a:gd name="T8" fmla="*/ 0 60000 65536"/>
                <a:gd name="T9" fmla="*/ 0 60000 65536"/>
                <a:gd name="T10" fmla="*/ 0 60000 65536"/>
                <a:gd name="T11" fmla="*/ 0 60000 65536"/>
                <a:gd name="T12" fmla="*/ 0 w 1355"/>
                <a:gd name="T13" fmla="*/ 0 h 104"/>
                <a:gd name="T14" fmla="*/ 1355 w 1355"/>
                <a:gd name="T15" fmla="*/ 104 h 104"/>
              </a:gdLst>
              <a:ahLst/>
              <a:cxnLst>
                <a:cxn ang="T8">
                  <a:pos x="T0" y="T1"/>
                </a:cxn>
                <a:cxn ang="T9">
                  <a:pos x="T2" y="T3"/>
                </a:cxn>
                <a:cxn ang="T10">
                  <a:pos x="T4" y="T5"/>
                </a:cxn>
                <a:cxn ang="T11">
                  <a:pos x="T6" y="T7"/>
                </a:cxn>
              </a:cxnLst>
              <a:rect l="T12" t="T13" r="T14" b="T15"/>
              <a:pathLst>
                <a:path w="1355" h="104">
                  <a:moveTo>
                    <a:pt x="0" y="104"/>
                  </a:moveTo>
                  <a:cubicBezTo>
                    <a:pt x="0" y="21"/>
                    <a:pt x="0" y="21"/>
                    <a:pt x="0" y="21"/>
                  </a:cubicBezTo>
                  <a:cubicBezTo>
                    <a:pt x="1" y="8"/>
                    <a:pt x="9" y="0"/>
                    <a:pt x="26" y="1"/>
                  </a:cubicBezTo>
                  <a:cubicBezTo>
                    <a:pt x="1355" y="1"/>
                    <a:pt x="1355" y="1"/>
                    <a:pt x="1355" y="1"/>
                  </a:cubicBezTo>
                </a:path>
              </a:pathLst>
            </a:custGeom>
            <a:noFill/>
            <a:ln w="85725">
              <a:solidFill>
                <a:srgbClr val="94B64E"/>
              </a:solidFill>
              <a:miter lim="800000"/>
              <a:headEnd/>
              <a:tailEnd/>
            </a:ln>
          </p:spPr>
          <p:txBody>
            <a:bodyPr lIns="121920" tIns="60960" rIns="121920" bIns="60960"/>
            <a:lstStyle/>
            <a:p>
              <a:endParaRPr lang="el-GR" sz="2400">
                <a:solidFill>
                  <a:srgbClr val="000000"/>
                </a:solidFill>
              </a:endParaRPr>
            </a:p>
          </p:txBody>
        </p:sp>
        <p:grpSp>
          <p:nvGrpSpPr>
            <p:cNvPr id="528393" name="Group 99"/>
            <p:cNvGrpSpPr>
              <a:grpSpLocks/>
            </p:cNvGrpSpPr>
            <p:nvPr/>
          </p:nvGrpSpPr>
          <p:grpSpPr bwMode="auto">
            <a:xfrm>
              <a:off x="4752322" y="1646206"/>
              <a:ext cx="905222" cy="909432"/>
              <a:chOff x="4752322" y="1646206"/>
              <a:chExt cx="905222" cy="909432"/>
            </a:xfrm>
          </p:grpSpPr>
          <p:sp>
            <p:nvSpPr>
              <p:cNvPr id="528394" name="Oval 6"/>
              <p:cNvSpPr>
                <a:spLocks noChangeArrowheads="1"/>
              </p:cNvSpPr>
              <p:nvPr/>
            </p:nvSpPr>
            <p:spPr bwMode="auto">
              <a:xfrm rot="5400000">
                <a:off x="4750217" y="1648311"/>
                <a:ext cx="909432" cy="905222"/>
              </a:xfrm>
              <a:prstGeom prst="ellipse">
                <a:avLst/>
              </a:prstGeom>
              <a:solidFill>
                <a:srgbClr val="94B64E"/>
              </a:solidFill>
              <a:ln w="9525">
                <a:noFill/>
                <a:miter lim="800000"/>
                <a:headEnd/>
                <a:tailEnd/>
              </a:ln>
            </p:spPr>
            <p:txBody>
              <a:bodyPr lIns="121920" tIns="60960" rIns="121920" bIns="60960"/>
              <a:lstStyle/>
              <a:p>
                <a:endParaRPr lang="el-GR" sz="2400">
                  <a:solidFill>
                    <a:srgbClr val="000000"/>
                  </a:solidFill>
                </a:endParaRPr>
              </a:p>
            </p:txBody>
          </p:sp>
          <p:sp>
            <p:nvSpPr>
              <p:cNvPr id="528395" name="Freeform 71"/>
              <p:cNvSpPr>
                <a:spLocks noEditPoints="1"/>
              </p:cNvSpPr>
              <p:nvPr/>
            </p:nvSpPr>
            <p:spPr bwMode="auto">
              <a:xfrm>
                <a:off x="5047830" y="1843480"/>
                <a:ext cx="314207" cy="476823"/>
              </a:xfrm>
              <a:custGeom>
                <a:avLst/>
                <a:gdLst>
                  <a:gd name="T0" fmla="*/ 557049763 w 48"/>
                  <a:gd name="T1" fmla="*/ 2147483647 h 73"/>
                  <a:gd name="T2" fmla="*/ 1542592639 w 48"/>
                  <a:gd name="T3" fmla="*/ 2147483647 h 73"/>
                  <a:gd name="T4" fmla="*/ 1542592639 w 48"/>
                  <a:gd name="T5" fmla="*/ 2147483647 h 73"/>
                  <a:gd name="T6" fmla="*/ 1585442605 w 48"/>
                  <a:gd name="T7" fmla="*/ 2147483647 h 73"/>
                  <a:gd name="T8" fmla="*/ 1628292571 w 48"/>
                  <a:gd name="T9" fmla="*/ 2147483647 h 73"/>
                  <a:gd name="T10" fmla="*/ 1028399593 w 48"/>
                  <a:gd name="T11" fmla="*/ 1749254654 h 73"/>
                  <a:gd name="T12" fmla="*/ 471349831 w 48"/>
                  <a:gd name="T13" fmla="*/ 2147483647 h 73"/>
                  <a:gd name="T14" fmla="*/ 471349831 w 48"/>
                  <a:gd name="T15" fmla="*/ 2147483647 h 73"/>
                  <a:gd name="T16" fmla="*/ 557049763 w 48"/>
                  <a:gd name="T17" fmla="*/ 2147483647 h 73"/>
                  <a:gd name="T18" fmla="*/ 557049763 w 48"/>
                  <a:gd name="T19" fmla="*/ 2147483647 h 73"/>
                  <a:gd name="T20" fmla="*/ 1885392776 w 48"/>
                  <a:gd name="T21" fmla="*/ 469311413 h 73"/>
                  <a:gd name="T22" fmla="*/ 2056792640 w 48"/>
                  <a:gd name="T23" fmla="*/ 298654471 h 73"/>
                  <a:gd name="T24" fmla="*/ 2056792640 w 48"/>
                  <a:gd name="T25" fmla="*/ 213322734 h 73"/>
                  <a:gd name="T26" fmla="*/ 1885392776 w 48"/>
                  <a:gd name="T27" fmla="*/ 0 h 73"/>
                  <a:gd name="T28" fmla="*/ 214249881 w 48"/>
                  <a:gd name="T29" fmla="*/ 0 h 73"/>
                  <a:gd name="T30" fmla="*/ 0 w 48"/>
                  <a:gd name="T31" fmla="*/ 213322734 h 73"/>
                  <a:gd name="T32" fmla="*/ 0 w 48"/>
                  <a:gd name="T33" fmla="*/ 298654471 h 73"/>
                  <a:gd name="T34" fmla="*/ 171399915 w 48"/>
                  <a:gd name="T35" fmla="*/ 469311413 h 73"/>
                  <a:gd name="T36" fmla="*/ 1885392776 w 48"/>
                  <a:gd name="T37" fmla="*/ 469311413 h 73"/>
                  <a:gd name="T38" fmla="*/ 1713992503 w 48"/>
                  <a:gd name="T39" fmla="*/ 554643099 h 73"/>
                  <a:gd name="T40" fmla="*/ 1885392776 w 48"/>
                  <a:gd name="T41" fmla="*/ 554643099 h 73"/>
                  <a:gd name="T42" fmla="*/ 1328342809 w 48"/>
                  <a:gd name="T43" fmla="*/ 1535931563 h 73"/>
                  <a:gd name="T44" fmla="*/ 1885392776 w 48"/>
                  <a:gd name="T45" fmla="*/ 2147483647 h 73"/>
                  <a:gd name="T46" fmla="*/ 1713992503 w 48"/>
                  <a:gd name="T47" fmla="*/ 2147483647 h 73"/>
                  <a:gd name="T48" fmla="*/ 1114092979 w 48"/>
                  <a:gd name="T49" fmla="*/ 1621256717 h 73"/>
                  <a:gd name="T50" fmla="*/ 1071243013 w 48"/>
                  <a:gd name="T51" fmla="*/ 1535931563 h 73"/>
                  <a:gd name="T52" fmla="*/ 1114092979 w 48"/>
                  <a:gd name="T53" fmla="*/ 1493265720 h 73"/>
                  <a:gd name="T54" fmla="*/ 1114092979 w 48"/>
                  <a:gd name="T55" fmla="*/ 1493265720 h 73"/>
                  <a:gd name="T56" fmla="*/ 1713992503 w 48"/>
                  <a:gd name="T57" fmla="*/ 554643099 h 73"/>
                  <a:gd name="T58" fmla="*/ 171399915 w 48"/>
                  <a:gd name="T59" fmla="*/ 2147483647 h 73"/>
                  <a:gd name="T60" fmla="*/ 0 w 48"/>
                  <a:gd name="T61" fmla="*/ 2147483647 h 73"/>
                  <a:gd name="T62" fmla="*/ 0 w 48"/>
                  <a:gd name="T63" fmla="*/ 2147483647 h 73"/>
                  <a:gd name="T64" fmla="*/ 214249881 w 48"/>
                  <a:gd name="T65" fmla="*/ 2147483647 h 73"/>
                  <a:gd name="T66" fmla="*/ 1885392776 w 48"/>
                  <a:gd name="T67" fmla="*/ 2147483647 h 73"/>
                  <a:gd name="T68" fmla="*/ 2056792640 w 48"/>
                  <a:gd name="T69" fmla="*/ 2147483647 h 73"/>
                  <a:gd name="T70" fmla="*/ 2056792640 w 48"/>
                  <a:gd name="T71" fmla="*/ 2147483647 h 73"/>
                  <a:gd name="T72" fmla="*/ 1885392776 w 48"/>
                  <a:gd name="T73" fmla="*/ 2147483647 h 73"/>
                  <a:gd name="T74" fmla="*/ 171399915 w 48"/>
                  <a:gd name="T75" fmla="*/ 2147483647 h 73"/>
                  <a:gd name="T76" fmla="*/ 342799830 w 48"/>
                  <a:gd name="T77" fmla="*/ 2147483647 h 73"/>
                  <a:gd name="T78" fmla="*/ 171399915 w 48"/>
                  <a:gd name="T79" fmla="*/ 2147483647 h 73"/>
                  <a:gd name="T80" fmla="*/ 771299593 w 48"/>
                  <a:gd name="T81" fmla="*/ 1535931563 h 73"/>
                  <a:gd name="T82" fmla="*/ 171399915 w 48"/>
                  <a:gd name="T83" fmla="*/ 554643099 h 73"/>
                  <a:gd name="T84" fmla="*/ 342799830 w 48"/>
                  <a:gd name="T85" fmla="*/ 554643099 h 73"/>
                  <a:gd name="T86" fmla="*/ 942699661 w 48"/>
                  <a:gd name="T87" fmla="*/ 1493265720 h 73"/>
                  <a:gd name="T88" fmla="*/ 1028399593 w 48"/>
                  <a:gd name="T89" fmla="*/ 1578590874 h 73"/>
                  <a:gd name="T90" fmla="*/ 942699661 w 48"/>
                  <a:gd name="T91" fmla="*/ 1621256717 h 73"/>
                  <a:gd name="T92" fmla="*/ 342799830 w 48"/>
                  <a:gd name="T93" fmla="*/ 2147483647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sp>
        <p:nvSpPr>
          <p:cNvPr id="54" name="Text Box 10"/>
          <p:cNvSpPr txBox="1">
            <a:spLocks noChangeArrowheads="1"/>
          </p:cNvSpPr>
          <p:nvPr/>
        </p:nvSpPr>
        <p:spPr bwMode="auto">
          <a:xfrm>
            <a:off x="7590349" y="3371205"/>
            <a:ext cx="4367213" cy="1031051"/>
          </a:xfrm>
          <a:prstGeom prst="rect">
            <a:avLst/>
          </a:prstGeom>
          <a:noFill/>
          <a:ln w="9525">
            <a:noFill/>
            <a:miter lim="800000"/>
            <a:headEnd/>
            <a:tailEnd/>
          </a:ln>
        </p:spPr>
        <p:txBody>
          <a:bodyPr lIns="45720" tIns="22860" rIns="45720" bIns="22860">
            <a:spAutoFit/>
          </a:bodyPr>
          <a:lstStyle/>
          <a:p>
            <a:pPr algn="ctr" defTabSz="1087438" rtl="1"/>
            <a:r>
              <a:rPr lang="ar-JO" sz="3200" b="1" dirty="0"/>
              <a:t>الحل الأمثل لتعليم الأفراد المتباعدين</a:t>
            </a:r>
            <a:endParaRPr lang="en-US" sz="3200" b="1" dirty="0">
              <a:solidFill>
                <a:srgbClr val="A6A6A6"/>
              </a:solidFill>
              <a:latin typeface="Open Sans"/>
              <a:ea typeface="Open Sans"/>
              <a:cs typeface="Open Sans"/>
            </a:endParaRPr>
          </a:p>
        </p:txBody>
      </p:sp>
      <p:sp>
        <p:nvSpPr>
          <p:cNvPr id="2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951760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200"/>
                                        <p:tgtEl>
                                          <p:spTgt spid="72"/>
                                        </p:tgtEl>
                                      </p:cBhvr>
                                    </p:animEffect>
                                  </p:childTnLst>
                                </p:cTn>
                              </p:par>
                            </p:childTnLst>
                          </p:cTn>
                        </p:par>
                        <p:par>
                          <p:cTn id="8" fill="hold">
                            <p:stCondLst>
                              <p:cond delay="200"/>
                            </p:stCondLst>
                            <p:childTnLst>
                              <p:par>
                                <p:cTn id="9" presetID="2" presetClass="entr" presetSubtype="4" fill="hold" nodeType="afterEffect">
                                  <p:stCondLst>
                                    <p:cond delay="0"/>
                                  </p:stCondLst>
                                  <p:childTnLst>
                                    <p:set>
                                      <p:cBhvr>
                                        <p:cTn id="10" dur="1" fill="hold">
                                          <p:stCondLst>
                                            <p:cond delay="0"/>
                                          </p:stCondLst>
                                        </p:cTn>
                                        <p:tgtEl>
                                          <p:spTgt spid="107"/>
                                        </p:tgtEl>
                                        <p:attrNameLst>
                                          <p:attrName>style.visibility</p:attrName>
                                        </p:attrNameLst>
                                      </p:cBhvr>
                                      <p:to>
                                        <p:strVal val="visible"/>
                                      </p:to>
                                    </p:set>
                                    <p:anim calcmode="lin" valueType="num">
                                      <p:cBhvr additive="base">
                                        <p:cTn id="11" dur="500" fill="hold"/>
                                        <p:tgtEl>
                                          <p:spTgt spid="107"/>
                                        </p:tgtEl>
                                        <p:attrNameLst>
                                          <p:attrName>ppt_x</p:attrName>
                                        </p:attrNameLst>
                                      </p:cBhvr>
                                      <p:tavLst>
                                        <p:tav tm="0">
                                          <p:val>
                                            <p:strVal val="#ppt_x"/>
                                          </p:val>
                                        </p:tav>
                                        <p:tav tm="100000">
                                          <p:val>
                                            <p:strVal val="#ppt_x"/>
                                          </p:val>
                                        </p:tav>
                                      </p:tavLst>
                                    </p:anim>
                                    <p:anim calcmode="lin" valueType="num">
                                      <p:cBhvr additive="base">
                                        <p:cTn id="12" dur="500" fill="hold"/>
                                        <p:tgtEl>
                                          <p:spTgt spid="107"/>
                                        </p:tgtEl>
                                        <p:attrNameLst>
                                          <p:attrName>ppt_y</p:attrName>
                                        </p:attrNameLst>
                                      </p:cBhvr>
                                      <p:tavLst>
                                        <p:tav tm="0">
                                          <p:val>
                                            <p:strVal val="1+#ppt_h/2"/>
                                          </p:val>
                                        </p:tav>
                                        <p:tav tm="100000">
                                          <p:val>
                                            <p:strVal val="#ppt_y"/>
                                          </p:val>
                                        </p:tav>
                                      </p:tavLst>
                                    </p:anim>
                                  </p:childTnLst>
                                </p:cTn>
                              </p:par>
                            </p:childTnLst>
                          </p:cTn>
                        </p:par>
                        <p:par>
                          <p:cTn id="13" fill="hold">
                            <p:stCondLst>
                              <p:cond delay="700"/>
                            </p:stCondLst>
                            <p:childTnLst>
                              <p:par>
                                <p:cTn id="14" presetID="2" presetClass="entr" presetSubtype="4" fill="hold" grpId="0" nodeType="afterEffect">
                                  <p:stCondLst>
                                    <p:cond delay="0"/>
                                  </p:stCondLst>
                                  <p:childTnLst>
                                    <p:set>
                                      <p:cBhvr>
                                        <p:cTn id="15" dur="1" fill="hold">
                                          <p:stCondLst>
                                            <p:cond delay="0"/>
                                          </p:stCondLst>
                                        </p:cTn>
                                        <p:tgtEl>
                                          <p:spTgt spid="79"/>
                                        </p:tgtEl>
                                        <p:attrNameLst>
                                          <p:attrName>style.visibility</p:attrName>
                                        </p:attrNameLst>
                                      </p:cBhvr>
                                      <p:to>
                                        <p:strVal val="visible"/>
                                      </p:to>
                                    </p:set>
                                    <p:anim calcmode="lin" valueType="num">
                                      <p:cBhvr additive="base">
                                        <p:cTn id="16" dur="500" fill="hold"/>
                                        <p:tgtEl>
                                          <p:spTgt spid="79"/>
                                        </p:tgtEl>
                                        <p:attrNameLst>
                                          <p:attrName>ppt_x</p:attrName>
                                        </p:attrNameLst>
                                      </p:cBhvr>
                                      <p:tavLst>
                                        <p:tav tm="0">
                                          <p:val>
                                            <p:strVal val="#ppt_x"/>
                                          </p:val>
                                        </p:tav>
                                        <p:tav tm="100000">
                                          <p:val>
                                            <p:strVal val="#ppt_x"/>
                                          </p:val>
                                        </p:tav>
                                      </p:tavLst>
                                    </p:anim>
                                    <p:anim calcmode="lin" valueType="num">
                                      <p:cBhvr additive="base">
                                        <p:cTn id="17" dur="500" fill="hold"/>
                                        <p:tgtEl>
                                          <p:spTgt spid="79"/>
                                        </p:tgtEl>
                                        <p:attrNameLst>
                                          <p:attrName>ppt_y</p:attrName>
                                        </p:attrNameLst>
                                      </p:cBhvr>
                                      <p:tavLst>
                                        <p:tav tm="0">
                                          <p:val>
                                            <p:strVal val="1+#ppt_h/2"/>
                                          </p:val>
                                        </p:tav>
                                        <p:tav tm="100000">
                                          <p:val>
                                            <p:strVal val="#ppt_y"/>
                                          </p:val>
                                        </p:tav>
                                      </p:tavLst>
                                    </p:anim>
                                  </p:childTnLst>
                                </p:cTn>
                              </p:par>
                            </p:childTnLst>
                          </p:cTn>
                        </p:par>
                        <p:par>
                          <p:cTn id="18" fill="hold">
                            <p:stCondLst>
                              <p:cond delay="1200"/>
                            </p:stCondLst>
                            <p:childTnLst>
                              <p:par>
                                <p:cTn id="19" presetID="2" presetClass="entr" presetSubtype="4" fill="hold" nodeType="afterEffect">
                                  <p:stCondLst>
                                    <p:cond delay="0"/>
                                  </p:stCondLst>
                                  <p:childTnLst>
                                    <p:set>
                                      <p:cBhvr>
                                        <p:cTn id="20" dur="1" fill="hold">
                                          <p:stCondLst>
                                            <p:cond delay="0"/>
                                          </p:stCondLst>
                                        </p:cTn>
                                        <p:tgtEl>
                                          <p:spTgt spid="108"/>
                                        </p:tgtEl>
                                        <p:attrNameLst>
                                          <p:attrName>style.visibility</p:attrName>
                                        </p:attrNameLst>
                                      </p:cBhvr>
                                      <p:to>
                                        <p:strVal val="visible"/>
                                      </p:to>
                                    </p:set>
                                    <p:anim calcmode="lin" valueType="num">
                                      <p:cBhvr additive="base">
                                        <p:cTn id="21" dur="500" fill="hold"/>
                                        <p:tgtEl>
                                          <p:spTgt spid="108"/>
                                        </p:tgtEl>
                                        <p:attrNameLst>
                                          <p:attrName>ppt_x</p:attrName>
                                        </p:attrNameLst>
                                      </p:cBhvr>
                                      <p:tavLst>
                                        <p:tav tm="0">
                                          <p:val>
                                            <p:strVal val="#ppt_x"/>
                                          </p:val>
                                        </p:tav>
                                        <p:tav tm="100000">
                                          <p:val>
                                            <p:strVal val="#ppt_x"/>
                                          </p:val>
                                        </p:tav>
                                      </p:tavLst>
                                    </p:anim>
                                    <p:anim calcmode="lin" valueType="num">
                                      <p:cBhvr additive="base">
                                        <p:cTn id="22" dur="500" fill="hold"/>
                                        <p:tgtEl>
                                          <p:spTgt spid="108"/>
                                        </p:tgtEl>
                                        <p:attrNameLst>
                                          <p:attrName>ppt_y</p:attrName>
                                        </p:attrNameLst>
                                      </p:cBhvr>
                                      <p:tavLst>
                                        <p:tav tm="0">
                                          <p:val>
                                            <p:strVal val="1+#ppt_h/2"/>
                                          </p:val>
                                        </p:tav>
                                        <p:tav tm="100000">
                                          <p:val>
                                            <p:strVal val="#ppt_y"/>
                                          </p:val>
                                        </p:tav>
                                      </p:tavLst>
                                    </p:anim>
                                  </p:childTnLst>
                                </p:cTn>
                              </p:par>
                            </p:childTnLst>
                          </p:cTn>
                        </p:par>
                        <p:par>
                          <p:cTn id="23" fill="hold">
                            <p:stCondLst>
                              <p:cond delay="1700"/>
                            </p:stCondLst>
                            <p:childTnLst>
                              <p:par>
                                <p:cTn id="24" presetID="2" presetClass="entr" presetSubtype="4" fill="hold" grpId="0" nodeType="afterEffect">
                                  <p:stCondLst>
                                    <p:cond delay="0"/>
                                  </p:stCondLst>
                                  <p:childTnLst>
                                    <p:set>
                                      <p:cBhvr>
                                        <p:cTn id="25" dur="1" fill="hold">
                                          <p:stCondLst>
                                            <p:cond delay="0"/>
                                          </p:stCondLst>
                                        </p:cTn>
                                        <p:tgtEl>
                                          <p:spTgt spid="77"/>
                                        </p:tgtEl>
                                        <p:attrNameLst>
                                          <p:attrName>style.visibility</p:attrName>
                                        </p:attrNameLst>
                                      </p:cBhvr>
                                      <p:to>
                                        <p:strVal val="visible"/>
                                      </p:to>
                                    </p:set>
                                    <p:anim calcmode="lin" valueType="num">
                                      <p:cBhvr additive="base">
                                        <p:cTn id="26" dur="500" fill="hold"/>
                                        <p:tgtEl>
                                          <p:spTgt spid="77"/>
                                        </p:tgtEl>
                                        <p:attrNameLst>
                                          <p:attrName>ppt_x</p:attrName>
                                        </p:attrNameLst>
                                      </p:cBhvr>
                                      <p:tavLst>
                                        <p:tav tm="0">
                                          <p:val>
                                            <p:strVal val="#ppt_x"/>
                                          </p:val>
                                        </p:tav>
                                        <p:tav tm="100000">
                                          <p:val>
                                            <p:strVal val="#ppt_x"/>
                                          </p:val>
                                        </p:tav>
                                      </p:tavLst>
                                    </p:anim>
                                    <p:anim calcmode="lin" valueType="num">
                                      <p:cBhvr additive="base">
                                        <p:cTn id="27" dur="500" fill="hold"/>
                                        <p:tgtEl>
                                          <p:spTgt spid="77"/>
                                        </p:tgtEl>
                                        <p:attrNameLst>
                                          <p:attrName>ppt_y</p:attrName>
                                        </p:attrNameLst>
                                      </p:cBhvr>
                                      <p:tavLst>
                                        <p:tav tm="0">
                                          <p:val>
                                            <p:strVal val="1+#ppt_h/2"/>
                                          </p:val>
                                        </p:tav>
                                        <p:tav tm="100000">
                                          <p:val>
                                            <p:strVal val="#ppt_y"/>
                                          </p:val>
                                        </p:tav>
                                      </p:tavLst>
                                    </p:anim>
                                  </p:childTnLst>
                                </p:cTn>
                              </p:par>
                            </p:childTnLst>
                          </p:cTn>
                        </p:par>
                        <p:par>
                          <p:cTn id="28" fill="hold">
                            <p:stCondLst>
                              <p:cond delay="2200"/>
                            </p:stCondLst>
                            <p:childTnLst>
                              <p:par>
                                <p:cTn id="29" presetID="2" presetClass="entr" presetSubtype="4" fill="hold" nodeType="afterEffect">
                                  <p:stCondLst>
                                    <p:cond delay="0"/>
                                  </p:stCondLst>
                                  <p:childTnLst>
                                    <p:set>
                                      <p:cBhvr>
                                        <p:cTn id="30" dur="1" fill="hold">
                                          <p:stCondLst>
                                            <p:cond delay="0"/>
                                          </p:stCondLst>
                                        </p:cTn>
                                        <p:tgtEl>
                                          <p:spTgt spid="110"/>
                                        </p:tgtEl>
                                        <p:attrNameLst>
                                          <p:attrName>style.visibility</p:attrName>
                                        </p:attrNameLst>
                                      </p:cBhvr>
                                      <p:to>
                                        <p:strVal val="visible"/>
                                      </p:to>
                                    </p:set>
                                    <p:anim calcmode="lin" valueType="num">
                                      <p:cBhvr additive="base">
                                        <p:cTn id="31" dur="500" fill="hold"/>
                                        <p:tgtEl>
                                          <p:spTgt spid="110"/>
                                        </p:tgtEl>
                                        <p:attrNameLst>
                                          <p:attrName>ppt_x</p:attrName>
                                        </p:attrNameLst>
                                      </p:cBhvr>
                                      <p:tavLst>
                                        <p:tav tm="0">
                                          <p:val>
                                            <p:strVal val="#ppt_x"/>
                                          </p:val>
                                        </p:tav>
                                        <p:tav tm="100000">
                                          <p:val>
                                            <p:strVal val="#ppt_x"/>
                                          </p:val>
                                        </p:tav>
                                      </p:tavLst>
                                    </p:anim>
                                    <p:anim calcmode="lin" valueType="num">
                                      <p:cBhvr additive="base">
                                        <p:cTn id="32" dur="500" fill="hold"/>
                                        <p:tgtEl>
                                          <p:spTgt spid="110"/>
                                        </p:tgtEl>
                                        <p:attrNameLst>
                                          <p:attrName>ppt_y</p:attrName>
                                        </p:attrNameLst>
                                      </p:cBhvr>
                                      <p:tavLst>
                                        <p:tav tm="0">
                                          <p:val>
                                            <p:strVal val="1+#ppt_h/2"/>
                                          </p:val>
                                        </p:tav>
                                        <p:tav tm="100000">
                                          <p:val>
                                            <p:strVal val="#ppt_y"/>
                                          </p:val>
                                        </p:tav>
                                      </p:tavLst>
                                    </p:anim>
                                  </p:childTnLst>
                                </p:cTn>
                              </p:par>
                            </p:childTnLst>
                          </p:cTn>
                        </p:par>
                        <p:par>
                          <p:cTn id="33" fill="hold">
                            <p:stCondLst>
                              <p:cond delay="2700"/>
                            </p:stCondLst>
                            <p:childTnLst>
                              <p:par>
                                <p:cTn id="34" presetID="2" presetClass="entr" presetSubtype="4" fill="hold" grpId="0" nodeType="afterEffect">
                                  <p:stCondLst>
                                    <p:cond delay="0"/>
                                  </p:stCondLst>
                                  <p:childTnLst>
                                    <p:set>
                                      <p:cBhvr>
                                        <p:cTn id="35" dur="1" fill="hold">
                                          <p:stCondLst>
                                            <p:cond delay="0"/>
                                          </p:stCondLst>
                                        </p:cTn>
                                        <p:tgtEl>
                                          <p:spTgt spid="54"/>
                                        </p:tgtEl>
                                        <p:attrNameLst>
                                          <p:attrName>style.visibility</p:attrName>
                                        </p:attrNameLst>
                                      </p:cBhvr>
                                      <p:to>
                                        <p:strVal val="visible"/>
                                      </p:to>
                                    </p:set>
                                    <p:anim calcmode="lin" valueType="num">
                                      <p:cBhvr additive="base">
                                        <p:cTn id="36" dur="500" fill="hold"/>
                                        <p:tgtEl>
                                          <p:spTgt spid="54"/>
                                        </p:tgtEl>
                                        <p:attrNameLst>
                                          <p:attrName>ppt_x</p:attrName>
                                        </p:attrNameLst>
                                      </p:cBhvr>
                                      <p:tavLst>
                                        <p:tav tm="0">
                                          <p:val>
                                            <p:strVal val="#ppt_x"/>
                                          </p:val>
                                        </p:tav>
                                        <p:tav tm="100000">
                                          <p:val>
                                            <p:strVal val="#ppt_x"/>
                                          </p:val>
                                        </p:tav>
                                      </p:tavLst>
                                    </p:anim>
                                    <p:anim calcmode="lin" valueType="num">
                                      <p:cBhvr additive="base">
                                        <p:cTn id="37"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7" grpId="0"/>
      <p:bldP spid="79" grpId="0"/>
      <p:bldP spid="54"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Text Box 10"/>
          <p:cNvSpPr txBox="1">
            <a:spLocks noChangeArrowheads="1"/>
          </p:cNvSpPr>
          <p:nvPr/>
        </p:nvSpPr>
        <p:spPr bwMode="auto">
          <a:xfrm>
            <a:off x="7557871" y="1820913"/>
            <a:ext cx="4258107" cy="1031051"/>
          </a:xfrm>
          <a:prstGeom prst="rect">
            <a:avLst/>
          </a:prstGeom>
          <a:noFill/>
          <a:ln w="9525">
            <a:noFill/>
            <a:miter lim="800000"/>
            <a:headEnd/>
            <a:tailEnd/>
          </a:ln>
        </p:spPr>
        <p:txBody>
          <a:bodyPr wrap="square" lIns="45720" tIns="22860" rIns="45720" bIns="22860">
            <a:spAutoFit/>
          </a:bodyPr>
          <a:lstStyle/>
          <a:p>
            <a:pPr algn="ctr" defTabSz="1087438"/>
            <a:r>
              <a:rPr lang="ar-JO" sz="3200" b="1" dirty="0"/>
              <a:t>السرعة العالية في التعامل والاستجابة</a:t>
            </a:r>
            <a:endParaRPr lang="en-US" sz="3200" b="1" dirty="0">
              <a:solidFill>
                <a:srgbClr val="A6A6A6"/>
              </a:solidFill>
              <a:latin typeface="Open Sans"/>
              <a:ea typeface="Open Sans"/>
              <a:cs typeface="Open Sans"/>
            </a:endParaRPr>
          </a:p>
        </p:txBody>
      </p:sp>
      <p:sp>
        <p:nvSpPr>
          <p:cNvPr id="76" name="Text Box 10"/>
          <p:cNvSpPr txBox="1">
            <a:spLocks noChangeArrowheads="1"/>
          </p:cNvSpPr>
          <p:nvPr/>
        </p:nvSpPr>
        <p:spPr bwMode="auto">
          <a:xfrm>
            <a:off x="7439025" y="4963796"/>
            <a:ext cx="4592638" cy="1523494"/>
          </a:xfrm>
          <a:prstGeom prst="rect">
            <a:avLst/>
          </a:prstGeom>
          <a:noFill/>
          <a:ln w="9525">
            <a:noFill/>
            <a:miter lim="800000"/>
            <a:headEnd/>
            <a:tailEnd/>
          </a:ln>
        </p:spPr>
        <p:txBody>
          <a:bodyPr lIns="45720" tIns="22860" rIns="45720" bIns="22860">
            <a:spAutoFit/>
          </a:bodyPr>
          <a:lstStyle/>
          <a:p>
            <a:pPr algn="ctr" defTabSz="1087438"/>
            <a:r>
              <a:rPr lang="ar-JO" sz="3200" b="1" dirty="0" smtClean="0"/>
              <a:t>إتاحة </a:t>
            </a:r>
            <a:r>
              <a:rPr lang="ar-JO" sz="3200" b="1" dirty="0"/>
              <a:t>المجال لحرية وتنويع محاور النقاش في حجرة الدراسة الافتراضية</a:t>
            </a:r>
            <a:endParaRPr lang="en-US" sz="3200" b="1" dirty="0">
              <a:solidFill>
                <a:srgbClr val="A6A6A6"/>
              </a:solidFill>
              <a:latin typeface="Open Sans"/>
              <a:ea typeface="Open Sans"/>
              <a:cs typeface="Open Sans"/>
            </a:endParaRPr>
          </a:p>
        </p:txBody>
      </p:sp>
      <p:sp>
        <p:nvSpPr>
          <p:cNvPr id="78" name="Text Box 10"/>
          <p:cNvSpPr txBox="1">
            <a:spLocks noChangeArrowheads="1"/>
          </p:cNvSpPr>
          <p:nvPr/>
        </p:nvSpPr>
        <p:spPr bwMode="auto">
          <a:xfrm>
            <a:off x="375364" y="3418945"/>
            <a:ext cx="4298950" cy="538609"/>
          </a:xfrm>
          <a:prstGeom prst="rect">
            <a:avLst/>
          </a:prstGeom>
          <a:noFill/>
          <a:ln w="9525">
            <a:noFill/>
            <a:miter lim="800000"/>
            <a:headEnd/>
            <a:tailEnd/>
          </a:ln>
        </p:spPr>
        <p:txBody>
          <a:bodyPr lIns="45720" tIns="22860" rIns="45720" bIns="22860">
            <a:spAutoFit/>
          </a:bodyPr>
          <a:lstStyle/>
          <a:p>
            <a:pPr algn="ctr" defTabSz="1087438"/>
            <a:r>
              <a:rPr lang="ar-JO" sz="3200" b="1" dirty="0"/>
              <a:t>غنى وتنوع المواد التعليمية</a:t>
            </a:r>
            <a:endParaRPr lang="en-US" sz="3200" b="1" dirty="0">
              <a:solidFill>
                <a:srgbClr val="A6A6A6"/>
              </a:solidFill>
              <a:latin typeface="Open Sans"/>
              <a:ea typeface="Open Sans"/>
              <a:cs typeface="Open Sans"/>
            </a:endParaRPr>
          </a:p>
        </p:txBody>
      </p:sp>
      <p:grpSp>
        <p:nvGrpSpPr>
          <p:cNvPr id="109" name="Group 108"/>
          <p:cNvGrpSpPr>
            <a:grpSpLocks/>
          </p:cNvGrpSpPr>
          <p:nvPr/>
        </p:nvGrpSpPr>
        <p:grpSpPr bwMode="auto">
          <a:xfrm>
            <a:off x="6115050" y="1673225"/>
            <a:ext cx="1277938" cy="5184775"/>
            <a:chOff x="6114303" y="1673244"/>
            <a:chExt cx="1278087" cy="5184756"/>
          </a:xfrm>
        </p:grpSpPr>
        <p:sp>
          <p:nvSpPr>
            <p:cNvPr id="529424" name="Freeform 11"/>
            <p:cNvSpPr>
              <a:spLocks/>
            </p:cNvSpPr>
            <p:nvPr/>
          </p:nvSpPr>
          <p:spPr bwMode="auto">
            <a:xfrm rot="5400000">
              <a:off x="3923285" y="4295871"/>
              <a:ext cx="4753147" cy="371111"/>
            </a:xfrm>
            <a:custGeom>
              <a:avLst/>
              <a:gdLst>
                <a:gd name="T0" fmla="*/ 0 w 1355"/>
                <a:gd name="T1" fmla="*/ 0 h 104"/>
                <a:gd name="T2" fmla="*/ 0 w 1355"/>
                <a:gd name="T3" fmla="*/ 1056863602 h 104"/>
                <a:gd name="T4" fmla="*/ 319930636 w 1355"/>
                <a:gd name="T5" fmla="*/ 1324263272 h 104"/>
                <a:gd name="T6" fmla="*/ 2147483647 w 1355"/>
                <a:gd name="T7" fmla="*/ 1324263272 h 104"/>
                <a:gd name="T8" fmla="*/ 0 60000 65536"/>
                <a:gd name="T9" fmla="*/ 0 60000 65536"/>
                <a:gd name="T10" fmla="*/ 0 60000 65536"/>
                <a:gd name="T11" fmla="*/ 0 60000 65536"/>
                <a:gd name="T12" fmla="*/ 0 w 1355"/>
                <a:gd name="T13" fmla="*/ 0 h 104"/>
                <a:gd name="T14" fmla="*/ 1355 w 1355"/>
                <a:gd name="T15" fmla="*/ 104 h 104"/>
              </a:gdLst>
              <a:ahLst/>
              <a:cxnLst>
                <a:cxn ang="T8">
                  <a:pos x="T0" y="T1"/>
                </a:cxn>
                <a:cxn ang="T9">
                  <a:pos x="T2" y="T3"/>
                </a:cxn>
                <a:cxn ang="T10">
                  <a:pos x="T4" y="T5"/>
                </a:cxn>
                <a:cxn ang="T11">
                  <a:pos x="T6" y="T7"/>
                </a:cxn>
              </a:cxnLst>
              <a:rect l="T12" t="T13" r="T14" b="T15"/>
              <a:pathLst>
                <a:path w="1355" h="104">
                  <a:moveTo>
                    <a:pt x="0" y="0"/>
                  </a:moveTo>
                  <a:cubicBezTo>
                    <a:pt x="0" y="83"/>
                    <a:pt x="0" y="83"/>
                    <a:pt x="0" y="83"/>
                  </a:cubicBezTo>
                  <a:cubicBezTo>
                    <a:pt x="1" y="97"/>
                    <a:pt x="9" y="104"/>
                    <a:pt x="26" y="104"/>
                  </a:cubicBezTo>
                  <a:cubicBezTo>
                    <a:pt x="1355" y="104"/>
                    <a:pt x="1355" y="104"/>
                    <a:pt x="1355" y="104"/>
                  </a:cubicBezTo>
                </a:path>
              </a:pathLst>
            </a:custGeom>
            <a:noFill/>
            <a:ln w="85725">
              <a:solidFill>
                <a:srgbClr val="F39C12"/>
              </a:solidFill>
              <a:miter lim="800000"/>
              <a:headEnd/>
              <a:tailEnd/>
            </a:ln>
          </p:spPr>
          <p:txBody>
            <a:bodyPr lIns="121920" tIns="60960" rIns="121920" bIns="60960"/>
            <a:lstStyle/>
            <a:p>
              <a:endParaRPr lang="el-GR" sz="2400">
                <a:solidFill>
                  <a:srgbClr val="000000"/>
                </a:solidFill>
              </a:endParaRPr>
            </a:p>
          </p:txBody>
        </p:sp>
        <p:grpSp>
          <p:nvGrpSpPr>
            <p:cNvPr id="529425" name="Group 104"/>
            <p:cNvGrpSpPr>
              <a:grpSpLocks/>
            </p:cNvGrpSpPr>
            <p:nvPr/>
          </p:nvGrpSpPr>
          <p:grpSpPr bwMode="auto">
            <a:xfrm>
              <a:off x="6478748" y="1673244"/>
              <a:ext cx="913642" cy="909432"/>
              <a:chOff x="6478748" y="1673244"/>
              <a:chExt cx="913642" cy="909432"/>
            </a:xfrm>
          </p:grpSpPr>
          <p:sp>
            <p:nvSpPr>
              <p:cNvPr id="529426" name="Oval 5"/>
              <p:cNvSpPr>
                <a:spLocks noChangeArrowheads="1"/>
              </p:cNvSpPr>
              <p:nvPr/>
            </p:nvSpPr>
            <p:spPr bwMode="auto">
              <a:xfrm rot="5400000">
                <a:off x="6480853" y="1671139"/>
                <a:ext cx="909432" cy="913642"/>
              </a:xfrm>
              <a:prstGeom prst="ellipse">
                <a:avLst/>
              </a:prstGeom>
              <a:solidFill>
                <a:srgbClr val="F39C12"/>
              </a:solidFill>
              <a:ln w="9525">
                <a:noFill/>
                <a:miter lim="800000"/>
                <a:headEnd/>
                <a:tailEnd/>
              </a:ln>
            </p:spPr>
            <p:txBody>
              <a:bodyPr lIns="121920" tIns="60960" rIns="121920" bIns="60960"/>
              <a:lstStyle/>
              <a:p>
                <a:endParaRPr lang="el-GR" sz="2400">
                  <a:solidFill>
                    <a:srgbClr val="000000"/>
                  </a:solidFill>
                </a:endParaRPr>
              </a:p>
            </p:txBody>
          </p:sp>
          <p:grpSp>
            <p:nvGrpSpPr>
              <p:cNvPr id="84" name="Group 83"/>
              <p:cNvGrpSpPr/>
              <p:nvPr/>
            </p:nvGrpSpPr>
            <p:grpSpPr>
              <a:xfrm>
                <a:off x="6712026" y="1926660"/>
                <a:ext cx="447086" cy="385561"/>
                <a:chOff x="6048376" y="3925888"/>
                <a:chExt cx="346075" cy="298451"/>
              </a:xfrm>
              <a:solidFill>
                <a:schemeClr val="bg1"/>
              </a:solidFill>
            </p:grpSpPr>
            <p:sp>
              <p:nvSpPr>
                <p:cNvPr id="85" name="Freeform 38"/>
                <p:cNvSpPr>
                  <a:spLocks/>
                </p:cNvSpPr>
                <p:nvPr/>
              </p:nvSpPr>
              <p:spPr bwMode="auto">
                <a:xfrm>
                  <a:off x="6102351" y="3925888"/>
                  <a:ext cx="292100" cy="244475"/>
                </a:xfrm>
                <a:custGeom>
                  <a:avLst/>
                  <a:gdLst>
                    <a:gd name="T0" fmla="*/ 72 w 78"/>
                    <a:gd name="T1" fmla="*/ 0 h 65"/>
                    <a:gd name="T2" fmla="*/ 48 w 78"/>
                    <a:gd name="T3" fmla="*/ 0 h 65"/>
                    <a:gd name="T4" fmla="*/ 42 w 78"/>
                    <a:gd name="T5" fmla="*/ 5 h 65"/>
                    <a:gd name="T6" fmla="*/ 42 w 78"/>
                    <a:gd name="T7" fmla="*/ 8 h 65"/>
                    <a:gd name="T8" fmla="*/ 5 w 78"/>
                    <a:gd name="T9" fmla="*/ 8 h 65"/>
                    <a:gd name="T10" fmla="*/ 0 w 78"/>
                    <a:gd name="T11" fmla="*/ 14 h 65"/>
                    <a:gd name="T12" fmla="*/ 0 w 78"/>
                    <a:gd name="T13" fmla="*/ 59 h 65"/>
                    <a:gd name="T14" fmla="*/ 5 w 78"/>
                    <a:gd name="T15" fmla="*/ 65 h 65"/>
                    <a:gd name="T16" fmla="*/ 73 w 78"/>
                    <a:gd name="T17" fmla="*/ 65 h 65"/>
                    <a:gd name="T18" fmla="*/ 78 w 78"/>
                    <a:gd name="T19" fmla="*/ 59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8"/>
                        <a:pt x="42" y="8"/>
                        <a:pt x="42" y="8"/>
                      </a:cubicBezTo>
                      <a:cubicBezTo>
                        <a:pt x="5" y="8"/>
                        <a:pt x="5" y="8"/>
                        <a:pt x="5" y="8"/>
                      </a:cubicBezTo>
                      <a:cubicBezTo>
                        <a:pt x="2" y="8"/>
                        <a:pt x="0" y="11"/>
                        <a:pt x="0" y="14"/>
                      </a:cubicBezTo>
                      <a:cubicBezTo>
                        <a:pt x="0" y="59"/>
                        <a:pt x="0" y="59"/>
                        <a:pt x="0" y="59"/>
                      </a:cubicBezTo>
                      <a:cubicBezTo>
                        <a:pt x="0" y="62"/>
                        <a:pt x="2" y="65"/>
                        <a:pt x="5" y="65"/>
                      </a:cubicBezTo>
                      <a:cubicBezTo>
                        <a:pt x="73" y="65"/>
                        <a:pt x="73" y="65"/>
                        <a:pt x="73" y="65"/>
                      </a:cubicBezTo>
                      <a:cubicBezTo>
                        <a:pt x="76" y="65"/>
                        <a:pt x="78" y="62"/>
                        <a:pt x="78" y="59"/>
                      </a:cubicBezTo>
                      <a:cubicBezTo>
                        <a:pt x="78" y="5"/>
                        <a:pt x="78" y="5"/>
                        <a:pt x="78" y="5"/>
                      </a:cubicBezTo>
                      <a:cubicBezTo>
                        <a:pt x="78" y="2"/>
                        <a:pt x="75"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86" name="Freeform 39"/>
                <p:cNvSpPr>
                  <a:spLocks/>
                </p:cNvSpPr>
                <p:nvPr/>
              </p:nvSpPr>
              <p:spPr bwMode="auto">
                <a:xfrm>
                  <a:off x="6048376" y="3978276"/>
                  <a:ext cx="293688" cy="246063"/>
                </a:xfrm>
                <a:custGeom>
                  <a:avLst/>
                  <a:gdLst>
                    <a:gd name="T0" fmla="*/ 72 w 78"/>
                    <a:gd name="T1" fmla="*/ 0 h 65"/>
                    <a:gd name="T2" fmla="*/ 48 w 78"/>
                    <a:gd name="T3" fmla="*/ 0 h 65"/>
                    <a:gd name="T4" fmla="*/ 42 w 78"/>
                    <a:gd name="T5" fmla="*/ 5 h 65"/>
                    <a:gd name="T6" fmla="*/ 42 w 78"/>
                    <a:gd name="T7" fmla="*/ 9 h 65"/>
                    <a:gd name="T8" fmla="*/ 5 w 78"/>
                    <a:gd name="T9" fmla="*/ 9 h 65"/>
                    <a:gd name="T10" fmla="*/ 0 w 78"/>
                    <a:gd name="T11" fmla="*/ 14 h 65"/>
                    <a:gd name="T12" fmla="*/ 0 w 78"/>
                    <a:gd name="T13" fmla="*/ 60 h 65"/>
                    <a:gd name="T14" fmla="*/ 5 w 78"/>
                    <a:gd name="T15" fmla="*/ 65 h 65"/>
                    <a:gd name="T16" fmla="*/ 73 w 78"/>
                    <a:gd name="T17" fmla="*/ 65 h 65"/>
                    <a:gd name="T18" fmla="*/ 78 w 78"/>
                    <a:gd name="T19" fmla="*/ 60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9"/>
                        <a:pt x="42" y="9"/>
                        <a:pt x="42" y="9"/>
                      </a:cubicBezTo>
                      <a:cubicBezTo>
                        <a:pt x="5" y="9"/>
                        <a:pt x="5" y="9"/>
                        <a:pt x="5" y="9"/>
                      </a:cubicBezTo>
                      <a:cubicBezTo>
                        <a:pt x="2" y="9"/>
                        <a:pt x="0" y="11"/>
                        <a:pt x="0" y="14"/>
                      </a:cubicBezTo>
                      <a:cubicBezTo>
                        <a:pt x="0" y="60"/>
                        <a:pt x="0" y="60"/>
                        <a:pt x="0" y="60"/>
                      </a:cubicBezTo>
                      <a:cubicBezTo>
                        <a:pt x="0" y="63"/>
                        <a:pt x="2" y="65"/>
                        <a:pt x="5" y="65"/>
                      </a:cubicBezTo>
                      <a:cubicBezTo>
                        <a:pt x="73" y="65"/>
                        <a:pt x="73" y="65"/>
                        <a:pt x="73" y="65"/>
                      </a:cubicBezTo>
                      <a:cubicBezTo>
                        <a:pt x="76" y="65"/>
                        <a:pt x="78" y="63"/>
                        <a:pt x="78" y="60"/>
                      </a:cubicBezTo>
                      <a:cubicBezTo>
                        <a:pt x="78" y="5"/>
                        <a:pt x="78" y="5"/>
                        <a:pt x="78" y="5"/>
                      </a:cubicBezTo>
                      <a:cubicBezTo>
                        <a:pt x="78" y="2"/>
                        <a:pt x="76"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endParaRPr>
                </a:p>
              </p:txBody>
            </p:sp>
          </p:grpSp>
        </p:grpSp>
      </p:grpSp>
      <p:grpSp>
        <p:nvGrpSpPr>
          <p:cNvPr id="111" name="Group 110"/>
          <p:cNvGrpSpPr>
            <a:grpSpLocks/>
          </p:cNvGrpSpPr>
          <p:nvPr/>
        </p:nvGrpSpPr>
        <p:grpSpPr bwMode="auto">
          <a:xfrm>
            <a:off x="6315075" y="4894263"/>
            <a:ext cx="1077913" cy="1963737"/>
            <a:chOff x="6314302" y="4894850"/>
            <a:chExt cx="1078089" cy="1963150"/>
          </a:xfrm>
        </p:grpSpPr>
        <p:sp>
          <p:nvSpPr>
            <p:cNvPr id="529420" name="Freeform 15"/>
            <p:cNvSpPr>
              <a:spLocks/>
            </p:cNvSpPr>
            <p:nvPr/>
          </p:nvSpPr>
          <p:spPr bwMode="auto">
            <a:xfrm rot="5400000">
              <a:off x="5645115" y="6017701"/>
              <a:ext cx="1509486" cy="171111"/>
            </a:xfrm>
            <a:custGeom>
              <a:avLst/>
              <a:gdLst>
                <a:gd name="T0" fmla="*/ 0 w 552"/>
                <a:gd name="T1" fmla="*/ 0 h 48"/>
                <a:gd name="T2" fmla="*/ 0 w 552"/>
                <a:gd name="T3" fmla="*/ 343113205 h 48"/>
                <a:gd name="T4" fmla="*/ 82256034 w 552"/>
                <a:gd name="T5" fmla="*/ 597270108 h 48"/>
                <a:gd name="T6" fmla="*/ 2147483647 w 552"/>
                <a:gd name="T7" fmla="*/ 597270108 h 48"/>
                <a:gd name="T8" fmla="*/ 0 60000 65536"/>
                <a:gd name="T9" fmla="*/ 0 60000 65536"/>
                <a:gd name="T10" fmla="*/ 0 60000 65536"/>
                <a:gd name="T11" fmla="*/ 0 60000 65536"/>
                <a:gd name="T12" fmla="*/ 0 w 552"/>
                <a:gd name="T13" fmla="*/ 0 h 48"/>
                <a:gd name="T14" fmla="*/ 552 w 552"/>
                <a:gd name="T15" fmla="*/ 48 h 48"/>
              </a:gdLst>
              <a:ahLst/>
              <a:cxnLst>
                <a:cxn ang="T8">
                  <a:pos x="T0" y="T1"/>
                </a:cxn>
                <a:cxn ang="T9">
                  <a:pos x="T2" y="T3"/>
                </a:cxn>
                <a:cxn ang="T10">
                  <a:pos x="T4" y="T5"/>
                </a:cxn>
                <a:cxn ang="T11">
                  <a:pos x="T6" y="T7"/>
                </a:cxn>
              </a:cxnLst>
              <a:rect l="T12" t="T13" r="T14" b="T15"/>
              <a:pathLst>
                <a:path w="552" h="48">
                  <a:moveTo>
                    <a:pt x="0" y="0"/>
                  </a:moveTo>
                  <a:cubicBezTo>
                    <a:pt x="0" y="27"/>
                    <a:pt x="0" y="27"/>
                    <a:pt x="0" y="27"/>
                  </a:cubicBezTo>
                  <a:cubicBezTo>
                    <a:pt x="0" y="40"/>
                    <a:pt x="4" y="48"/>
                    <a:pt x="11" y="47"/>
                  </a:cubicBezTo>
                  <a:cubicBezTo>
                    <a:pt x="552" y="47"/>
                    <a:pt x="552" y="47"/>
                    <a:pt x="552" y="47"/>
                  </a:cubicBezTo>
                </a:path>
              </a:pathLst>
            </a:custGeom>
            <a:noFill/>
            <a:ln w="85725">
              <a:solidFill>
                <a:srgbClr val="4B2C50"/>
              </a:solidFill>
              <a:miter lim="800000"/>
              <a:headEnd/>
              <a:tailEnd/>
            </a:ln>
          </p:spPr>
          <p:txBody>
            <a:bodyPr lIns="121920" tIns="60960" rIns="121920" bIns="60960"/>
            <a:lstStyle/>
            <a:p>
              <a:endParaRPr lang="el-GR" sz="2400">
                <a:solidFill>
                  <a:srgbClr val="000000"/>
                </a:solidFill>
              </a:endParaRPr>
            </a:p>
          </p:txBody>
        </p:sp>
        <p:grpSp>
          <p:nvGrpSpPr>
            <p:cNvPr id="529421" name="Group 102"/>
            <p:cNvGrpSpPr>
              <a:grpSpLocks/>
            </p:cNvGrpSpPr>
            <p:nvPr/>
          </p:nvGrpSpPr>
          <p:grpSpPr bwMode="auto">
            <a:xfrm>
              <a:off x="6478749" y="4894850"/>
              <a:ext cx="913642" cy="907325"/>
              <a:chOff x="6478749" y="4894850"/>
              <a:chExt cx="913642" cy="907325"/>
            </a:xfrm>
          </p:grpSpPr>
          <p:sp>
            <p:nvSpPr>
              <p:cNvPr id="529422" name="Oval 9"/>
              <p:cNvSpPr>
                <a:spLocks noChangeArrowheads="1"/>
              </p:cNvSpPr>
              <p:nvPr/>
            </p:nvSpPr>
            <p:spPr bwMode="auto">
              <a:xfrm rot="5400000">
                <a:off x="6481907" y="4891692"/>
                <a:ext cx="907325" cy="913642"/>
              </a:xfrm>
              <a:prstGeom prst="ellipse">
                <a:avLst/>
              </a:prstGeom>
              <a:solidFill>
                <a:srgbClr val="4B2C50"/>
              </a:solidFill>
              <a:ln w="9525">
                <a:noFill/>
                <a:miter lim="800000"/>
                <a:headEnd/>
                <a:tailEnd/>
              </a:ln>
            </p:spPr>
            <p:txBody>
              <a:bodyPr lIns="121920" tIns="60960" rIns="121920" bIns="60960"/>
              <a:lstStyle/>
              <a:p>
                <a:endParaRPr lang="el-GR" sz="2400">
                  <a:solidFill>
                    <a:srgbClr val="000000"/>
                  </a:solidFill>
                </a:endParaRPr>
              </a:p>
            </p:txBody>
          </p:sp>
          <p:grpSp>
            <p:nvGrpSpPr>
              <p:cNvPr id="88" name="Group 87"/>
              <p:cNvGrpSpPr/>
              <p:nvPr/>
            </p:nvGrpSpPr>
            <p:grpSpPr>
              <a:xfrm>
                <a:off x="6679906" y="5126432"/>
                <a:ext cx="511326" cy="395700"/>
                <a:chOff x="6916738" y="2898776"/>
                <a:chExt cx="315913" cy="244475"/>
              </a:xfrm>
              <a:solidFill>
                <a:schemeClr val="bg1"/>
              </a:solidFill>
            </p:grpSpPr>
            <p:sp>
              <p:nvSpPr>
                <p:cNvPr id="89" name="Freeform 62"/>
                <p:cNvSpPr>
                  <a:spLocks/>
                </p:cNvSpPr>
                <p:nvPr/>
              </p:nvSpPr>
              <p:spPr bwMode="auto">
                <a:xfrm>
                  <a:off x="7015163" y="2898776"/>
                  <a:ext cx="119063" cy="33338"/>
                </a:xfrm>
                <a:custGeom>
                  <a:avLst/>
                  <a:gdLst>
                    <a:gd name="T0" fmla="*/ 4 w 32"/>
                    <a:gd name="T1" fmla="*/ 6 h 9"/>
                    <a:gd name="T2" fmla="*/ 6 w 32"/>
                    <a:gd name="T3" fmla="*/ 4 h 9"/>
                    <a:gd name="T4" fmla="*/ 26 w 32"/>
                    <a:gd name="T5" fmla="*/ 4 h 9"/>
                    <a:gd name="T6" fmla="*/ 28 w 32"/>
                    <a:gd name="T7" fmla="*/ 6 h 9"/>
                    <a:gd name="T8" fmla="*/ 28 w 32"/>
                    <a:gd name="T9" fmla="*/ 9 h 9"/>
                    <a:gd name="T10" fmla="*/ 32 w 32"/>
                    <a:gd name="T11" fmla="*/ 9 h 9"/>
                    <a:gd name="T12" fmla="*/ 32 w 32"/>
                    <a:gd name="T13" fmla="*/ 5 h 9"/>
                    <a:gd name="T14" fmla="*/ 26 w 32"/>
                    <a:gd name="T15" fmla="*/ 0 h 9"/>
                    <a:gd name="T16" fmla="*/ 5 w 32"/>
                    <a:gd name="T17" fmla="*/ 0 h 9"/>
                    <a:gd name="T18" fmla="*/ 0 w 32"/>
                    <a:gd name="T19" fmla="*/ 5 h 9"/>
                    <a:gd name="T20" fmla="*/ 0 w 32"/>
                    <a:gd name="T21" fmla="*/ 9 h 9"/>
                    <a:gd name="T22" fmla="*/ 4 w 32"/>
                    <a:gd name="T23" fmla="*/ 9 h 9"/>
                    <a:gd name="T24" fmla="*/ 4 w 32"/>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9">
                      <a:moveTo>
                        <a:pt x="4" y="6"/>
                      </a:moveTo>
                      <a:cubicBezTo>
                        <a:pt x="4" y="5"/>
                        <a:pt x="5" y="4"/>
                        <a:pt x="6" y="4"/>
                      </a:cubicBezTo>
                      <a:cubicBezTo>
                        <a:pt x="26" y="4"/>
                        <a:pt x="26" y="4"/>
                        <a:pt x="26" y="4"/>
                      </a:cubicBezTo>
                      <a:cubicBezTo>
                        <a:pt x="27" y="4"/>
                        <a:pt x="28" y="5"/>
                        <a:pt x="28" y="6"/>
                      </a:cubicBezTo>
                      <a:cubicBezTo>
                        <a:pt x="28" y="9"/>
                        <a:pt x="28" y="9"/>
                        <a:pt x="28" y="9"/>
                      </a:cubicBezTo>
                      <a:cubicBezTo>
                        <a:pt x="32" y="9"/>
                        <a:pt x="32" y="9"/>
                        <a:pt x="32" y="9"/>
                      </a:cubicBezTo>
                      <a:cubicBezTo>
                        <a:pt x="32" y="5"/>
                        <a:pt x="32" y="5"/>
                        <a:pt x="32" y="5"/>
                      </a:cubicBezTo>
                      <a:cubicBezTo>
                        <a:pt x="32" y="2"/>
                        <a:pt x="29" y="0"/>
                        <a:pt x="26" y="0"/>
                      </a:cubicBezTo>
                      <a:cubicBezTo>
                        <a:pt x="5" y="0"/>
                        <a:pt x="5" y="0"/>
                        <a:pt x="5" y="0"/>
                      </a:cubicBezTo>
                      <a:cubicBezTo>
                        <a:pt x="2" y="0"/>
                        <a:pt x="0" y="2"/>
                        <a:pt x="0" y="5"/>
                      </a:cubicBezTo>
                      <a:cubicBezTo>
                        <a:pt x="0" y="9"/>
                        <a:pt x="0" y="9"/>
                        <a:pt x="0" y="9"/>
                      </a:cubicBezTo>
                      <a:cubicBezTo>
                        <a:pt x="4" y="9"/>
                        <a:pt x="4" y="9"/>
                        <a:pt x="4" y="9"/>
                      </a:cubicBezTo>
                      <a:lnTo>
                        <a:pt x="4" y="6"/>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90" name="Freeform 63"/>
                <p:cNvSpPr>
                  <a:spLocks/>
                </p:cNvSpPr>
                <p:nvPr/>
              </p:nvSpPr>
              <p:spPr bwMode="auto">
                <a:xfrm>
                  <a:off x="6916738" y="3090863"/>
                  <a:ext cx="315913" cy="52388"/>
                </a:xfrm>
                <a:custGeom>
                  <a:avLst/>
                  <a:gdLst>
                    <a:gd name="T0" fmla="*/ 83 w 84"/>
                    <a:gd name="T1" fmla="*/ 0 h 14"/>
                    <a:gd name="T2" fmla="*/ 49 w 84"/>
                    <a:gd name="T3" fmla="*/ 0 h 14"/>
                    <a:gd name="T4" fmla="*/ 49 w 84"/>
                    <a:gd name="T5" fmla="*/ 1 h 14"/>
                    <a:gd name="T6" fmla="*/ 46 w 84"/>
                    <a:gd name="T7" fmla="*/ 3 h 14"/>
                    <a:gd name="T8" fmla="*/ 37 w 84"/>
                    <a:gd name="T9" fmla="*/ 3 h 14"/>
                    <a:gd name="T10" fmla="*/ 35 w 84"/>
                    <a:gd name="T11" fmla="*/ 1 h 14"/>
                    <a:gd name="T12" fmla="*/ 35 w 84"/>
                    <a:gd name="T13" fmla="*/ 0 h 14"/>
                    <a:gd name="T14" fmla="*/ 1 w 84"/>
                    <a:gd name="T15" fmla="*/ 0 h 14"/>
                    <a:gd name="T16" fmla="*/ 0 w 84"/>
                    <a:gd name="T17" fmla="*/ 0 h 14"/>
                    <a:gd name="T18" fmla="*/ 0 w 84"/>
                    <a:gd name="T19" fmla="*/ 9 h 14"/>
                    <a:gd name="T20" fmla="*/ 6 w 84"/>
                    <a:gd name="T21" fmla="*/ 14 h 14"/>
                    <a:gd name="T22" fmla="*/ 78 w 84"/>
                    <a:gd name="T23" fmla="*/ 14 h 14"/>
                    <a:gd name="T24" fmla="*/ 84 w 84"/>
                    <a:gd name="T25" fmla="*/ 9 h 14"/>
                    <a:gd name="T26" fmla="*/ 84 w 84"/>
                    <a:gd name="T27" fmla="*/ 0 h 14"/>
                    <a:gd name="T28" fmla="*/ 83 w 8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4">
                      <a:moveTo>
                        <a:pt x="83" y="0"/>
                      </a:moveTo>
                      <a:cubicBezTo>
                        <a:pt x="49" y="0"/>
                        <a:pt x="49" y="0"/>
                        <a:pt x="49" y="0"/>
                      </a:cubicBezTo>
                      <a:cubicBezTo>
                        <a:pt x="49" y="1"/>
                        <a:pt x="49" y="1"/>
                        <a:pt x="49" y="1"/>
                      </a:cubicBezTo>
                      <a:cubicBezTo>
                        <a:pt x="49" y="2"/>
                        <a:pt x="48" y="3"/>
                        <a:pt x="46" y="3"/>
                      </a:cubicBezTo>
                      <a:cubicBezTo>
                        <a:pt x="37" y="3"/>
                        <a:pt x="37" y="3"/>
                        <a:pt x="37" y="3"/>
                      </a:cubicBezTo>
                      <a:cubicBezTo>
                        <a:pt x="36" y="3"/>
                        <a:pt x="35" y="2"/>
                        <a:pt x="35" y="1"/>
                      </a:cubicBezTo>
                      <a:cubicBezTo>
                        <a:pt x="35" y="0"/>
                        <a:pt x="35" y="0"/>
                        <a:pt x="35" y="0"/>
                      </a:cubicBezTo>
                      <a:cubicBezTo>
                        <a:pt x="1" y="0"/>
                        <a:pt x="1" y="0"/>
                        <a:pt x="1" y="0"/>
                      </a:cubicBezTo>
                      <a:cubicBezTo>
                        <a:pt x="0" y="0"/>
                        <a:pt x="0" y="0"/>
                        <a:pt x="0" y="0"/>
                      </a:cubicBezTo>
                      <a:cubicBezTo>
                        <a:pt x="0" y="9"/>
                        <a:pt x="0" y="9"/>
                        <a:pt x="0" y="9"/>
                      </a:cubicBezTo>
                      <a:cubicBezTo>
                        <a:pt x="0" y="12"/>
                        <a:pt x="3" y="14"/>
                        <a:pt x="6" y="14"/>
                      </a:cubicBezTo>
                      <a:cubicBezTo>
                        <a:pt x="78" y="14"/>
                        <a:pt x="78" y="14"/>
                        <a:pt x="78" y="14"/>
                      </a:cubicBezTo>
                      <a:cubicBezTo>
                        <a:pt x="81" y="14"/>
                        <a:pt x="84" y="12"/>
                        <a:pt x="84" y="9"/>
                      </a:cubicBezTo>
                      <a:cubicBezTo>
                        <a:pt x="84" y="0"/>
                        <a:pt x="84" y="0"/>
                        <a:pt x="84" y="0"/>
                      </a:cubicBezTo>
                      <a:cubicBezTo>
                        <a:pt x="84" y="0"/>
                        <a:pt x="83" y="0"/>
                        <a:pt x="83"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91" name="Freeform 64"/>
                <p:cNvSpPr>
                  <a:spLocks/>
                </p:cNvSpPr>
                <p:nvPr/>
              </p:nvSpPr>
              <p:spPr bwMode="auto">
                <a:xfrm>
                  <a:off x="6916738" y="2940051"/>
                  <a:ext cx="315913" cy="138113"/>
                </a:xfrm>
                <a:custGeom>
                  <a:avLst/>
                  <a:gdLst>
                    <a:gd name="T0" fmla="*/ 78 w 84"/>
                    <a:gd name="T1" fmla="*/ 0 h 37"/>
                    <a:gd name="T2" fmla="*/ 6 w 84"/>
                    <a:gd name="T3" fmla="*/ 0 h 37"/>
                    <a:gd name="T4" fmla="*/ 0 w 84"/>
                    <a:gd name="T5" fmla="*/ 6 h 37"/>
                    <a:gd name="T6" fmla="*/ 0 w 84"/>
                    <a:gd name="T7" fmla="*/ 36 h 37"/>
                    <a:gd name="T8" fmla="*/ 1 w 84"/>
                    <a:gd name="T9" fmla="*/ 37 h 37"/>
                    <a:gd name="T10" fmla="*/ 35 w 84"/>
                    <a:gd name="T11" fmla="*/ 37 h 37"/>
                    <a:gd name="T12" fmla="*/ 35 w 84"/>
                    <a:gd name="T13" fmla="*/ 35 h 37"/>
                    <a:gd name="T14" fmla="*/ 37 w 84"/>
                    <a:gd name="T15" fmla="*/ 33 h 37"/>
                    <a:gd name="T16" fmla="*/ 46 w 84"/>
                    <a:gd name="T17" fmla="*/ 33 h 37"/>
                    <a:gd name="T18" fmla="*/ 49 w 84"/>
                    <a:gd name="T19" fmla="*/ 35 h 37"/>
                    <a:gd name="T20" fmla="*/ 49 w 84"/>
                    <a:gd name="T21" fmla="*/ 37 h 37"/>
                    <a:gd name="T22" fmla="*/ 83 w 84"/>
                    <a:gd name="T23" fmla="*/ 37 h 37"/>
                    <a:gd name="T24" fmla="*/ 84 w 84"/>
                    <a:gd name="T25" fmla="*/ 36 h 37"/>
                    <a:gd name="T26" fmla="*/ 84 w 84"/>
                    <a:gd name="T27" fmla="*/ 6 h 37"/>
                    <a:gd name="T28" fmla="*/ 78 w 84"/>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37">
                      <a:moveTo>
                        <a:pt x="78" y="0"/>
                      </a:moveTo>
                      <a:cubicBezTo>
                        <a:pt x="6" y="0"/>
                        <a:pt x="6" y="0"/>
                        <a:pt x="6" y="0"/>
                      </a:cubicBezTo>
                      <a:cubicBezTo>
                        <a:pt x="3" y="0"/>
                        <a:pt x="0" y="2"/>
                        <a:pt x="0" y="6"/>
                      </a:cubicBezTo>
                      <a:cubicBezTo>
                        <a:pt x="0" y="36"/>
                        <a:pt x="0" y="36"/>
                        <a:pt x="0" y="36"/>
                      </a:cubicBezTo>
                      <a:cubicBezTo>
                        <a:pt x="0" y="37"/>
                        <a:pt x="0" y="37"/>
                        <a:pt x="1" y="37"/>
                      </a:cubicBezTo>
                      <a:cubicBezTo>
                        <a:pt x="35" y="37"/>
                        <a:pt x="35" y="37"/>
                        <a:pt x="35" y="37"/>
                      </a:cubicBezTo>
                      <a:cubicBezTo>
                        <a:pt x="35" y="35"/>
                        <a:pt x="35" y="35"/>
                        <a:pt x="35" y="35"/>
                      </a:cubicBezTo>
                      <a:cubicBezTo>
                        <a:pt x="35" y="34"/>
                        <a:pt x="36" y="33"/>
                        <a:pt x="37" y="33"/>
                      </a:cubicBezTo>
                      <a:cubicBezTo>
                        <a:pt x="46" y="33"/>
                        <a:pt x="46" y="33"/>
                        <a:pt x="46" y="33"/>
                      </a:cubicBezTo>
                      <a:cubicBezTo>
                        <a:pt x="48" y="33"/>
                        <a:pt x="49" y="34"/>
                        <a:pt x="49" y="35"/>
                      </a:cubicBezTo>
                      <a:cubicBezTo>
                        <a:pt x="49" y="37"/>
                        <a:pt x="49" y="37"/>
                        <a:pt x="49" y="37"/>
                      </a:cubicBezTo>
                      <a:cubicBezTo>
                        <a:pt x="83" y="37"/>
                        <a:pt x="83" y="37"/>
                        <a:pt x="83" y="37"/>
                      </a:cubicBezTo>
                      <a:cubicBezTo>
                        <a:pt x="83" y="37"/>
                        <a:pt x="84" y="37"/>
                        <a:pt x="84" y="36"/>
                      </a:cubicBezTo>
                      <a:cubicBezTo>
                        <a:pt x="84" y="6"/>
                        <a:pt x="84" y="6"/>
                        <a:pt x="84" y="6"/>
                      </a:cubicBezTo>
                      <a:cubicBezTo>
                        <a:pt x="84" y="2"/>
                        <a:pt x="81" y="0"/>
                        <a:pt x="78"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grpSp>
        </p:grpSp>
      </p:grpSp>
      <p:grpSp>
        <p:nvGrpSpPr>
          <p:cNvPr id="106" name="Group 105"/>
          <p:cNvGrpSpPr>
            <a:grpSpLocks/>
          </p:cNvGrpSpPr>
          <p:nvPr/>
        </p:nvGrpSpPr>
        <p:grpSpPr bwMode="auto">
          <a:xfrm>
            <a:off x="4752975" y="3235325"/>
            <a:ext cx="1168400" cy="3622675"/>
            <a:chOff x="4752322" y="3235041"/>
            <a:chExt cx="1169758" cy="3622960"/>
          </a:xfrm>
        </p:grpSpPr>
        <p:sp>
          <p:nvSpPr>
            <p:cNvPr id="529416" name="Freeform 14"/>
            <p:cNvSpPr>
              <a:spLocks/>
            </p:cNvSpPr>
            <p:nvPr/>
          </p:nvSpPr>
          <p:spPr bwMode="auto">
            <a:xfrm rot="5400000">
              <a:off x="4201526" y="5137446"/>
              <a:ext cx="3169998" cy="271111"/>
            </a:xfrm>
            <a:custGeom>
              <a:avLst/>
              <a:gdLst>
                <a:gd name="T0" fmla="*/ 0 w 959"/>
                <a:gd name="T1" fmla="*/ 967120772 h 76"/>
                <a:gd name="T2" fmla="*/ 0 w 959"/>
                <a:gd name="T3" fmla="*/ 267229836 h 76"/>
                <a:gd name="T4" fmla="*/ 196675404 w 959"/>
                <a:gd name="T5" fmla="*/ 12724379 h 76"/>
                <a:gd name="T6" fmla="*/ 2147483647 w 959"/>
                <a:gd name="T7" fmla="*/ 12724379 h 76"/>
                <a:gd name="T8" fmla="*/ 0 60000 65536"/>
                <a:gd name="T9" fmla="*/ 0 60000 65536"/>
                <a:gd name="T10" fmla="*/ 0 60000 65536"/>
                <a:gd name="T11" fmla="*/ 0 60000 65536"/>
                <a:gd name="T12" fmla="*/ 0 w 959"/>
                <a:gd name="T13" fmla="*/ 0 h 76"/>
                <a:gd name="T14" fmla="*/ 959 w 959"/>
                <a:gd name="T15" fmla="*/ 76 h 76"/>
              </a:gdLst>
              <a:ahLst/>
              <a:cxnLst>
                <a:cxn ang="T8">
                  <a:pos x="T0" y="T1"/>
                </a:cxn>
                <a:cxn ang="T9">
                  <a:pos x="T2" y="T3"/>
                </a:cxn>
                <a:cxn ang="T10">
                  <a:pos x="T4" y="T5"/>
                </a:cxn>
                <a:cxn ang="T11">
                  <a:pos x="T6" y="T7"/>
                </a:cxn>
              </a:cxnLst>
              <a:rect l="T12" t="T13" r="T14" b="T15"/>
              <a:pathLst>
                <a:path w="959" h="76">
                  <a:moveTo>
                    <a:pt x="0" y="76"/>
                  </a:moveTo>
                  <a:cubicBezTo>
                    <a:pt x="0" y="21"/>
                    <a:pt x="0" y="21"/>
                    <a:pt x="0" y="21"/>
                  </a:cubicBezTo>
                  <a:cubicBezTo>
                    <a:pt x="0" y="8"/>
                    <a:pt x="6" y="0"/>
                    <a:pt x="18" y="1"/>
                  </a:cubicBezTo>
                  <a:cubicBezTo>
                    <a:pt x="959" y="1"/>
                    <a:pt x="959" y="1"/>
                    <a:pt x="959" y="1"/>
                  </a:cubicBezTo>
                </a:path>
              </a:pathLst>
            </a:custGeom>
            <a:noFill/>
            <a:ln w="85725">
              <a:solidFill>
                <a:srgbClr val="16A085"/>
              </a:solidFill>
              <a:miter lim="800000"/>
              <a:headEnd/>
              <a:tailEnd/>
            </a:ln>
          </p:spPr>
          <p:txBody>
            <a:bodyPr lIns="121920" tIns="60960" rIns="121920" bIns="60960"/>
            <a:lstStyle/>
            <a:p>
              <a:endParaRPr lang="el-GR" sz="2400">
                <a:solidFill>
                  <a:srgbClr val="000000"/>
                </a:solidFill>
              </a:endParaRPr>
            </a:p>
          </p:txBody>
        </p:sp>
        <p:grpSp>
          <p:nvGrpSpPr>
            <p:cNvPr id="529417" name="Group 100"/>
            <p:cNvGrpSpPr>
              <a:grpSpLocks/>
            </p:cNvGrpSpPr>
            <p:nvPr/>
          </p:nvGrpSpPr>
          <p:grpSpPr bwMode="auto">
            <a:xfrm>
              <a:off x="4752322" y="3235041"/>
              <a:ext cx="905222" cy="909432"/>
              <a:chOff x="4752322" y="3235041"/>
              <a:chExt cx="905222" cy="909432"/>
            </a:xfrm>
          </p:grpSpPr>
          <p:sp>
            <p:nvSpPr>
              <p:cNvPr id="529418" name="Oval 8"/>
              <p:cNvSpPr>
                <a:spLocks noChangeArrowheads="1"/>
              </p:cNvSpPr>
              <p:nvPr/>
            </p:nvSpPr>
            <p:spPr bwMode="auto">
              <a:xfrm rot="5400000">
                <a:off x="4750217" y="3237146"/>
                <a:ext cx="909432" cy="905222"/>
              </a:xfrm>
              <a:prstGeom prst="ellipse">
                <a:avLst/>
              </a:prstGeom>
              <a:solidFill>
                <a:srgbClr val="16A085"/>
              </a:solidFill>
              <a:ln w="9525">
                <a:noFill/>
                <a:miter lim="800000"/>
                <a:headEnd/>
                <a:tailEnd/>
              </a:ln>
            </p:spPr>
            <p:txBody>
              <a:bodyPr lIns="121920" tIns="60960" rIns="121920" bIns="60960"/>
              <a:lstStyle/>
              <a:p>
                <a:endParaRPr lang="el-GR" sz="2400">
                  <a:solidFill>
                    <a:srgbClr val="000000"/>
                  </a:solidFill>
                </a:endParaRPr>
              </a:p>
            </p:txBody>
          </p:sp>
          <p:grpSp>
            <p:nvGrpSpPr>
              <p:cNvPr id="92" name="Group 91"/>
              <p:cNvGrpSpPr/>
              <p:nvPr/>
            </p:nvGrpSpPr>
            <p:grpSpPr>
              <a:xfrm>
                <a:off x="5025483" y="3453530"/>
                <a:ext cx="358900" cy="418374"/>
                <a:chOff x="7548563" y="2860676"/>
                <a:chExt cx="277813" cy="323850"/>
              </a:xfrm>
              <a:solidFill>
                <a:schemeClr val="bg1"/>
              </a:solidFill>
            </p:grpSpPr>
            <p:sp>
              <p:nvSpPr>
                <p:cNvPr id="93" name="Freeform 65"/>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94" name="Freeform 66"/>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95" name="Freeform 67"/>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96" name="Freeform 68"/>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97" name="Freeform 69"/>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98" name="Freeform 70"/>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grpSp>
        </p:grpSp>
      </p:grpSp>
      <p:sp>
        <p:nvSpPr>
          <p:cNvPr id="54" name="Text Box 7"/>
          <p:cNvSpPr txBox="1">
            <a:spLocks noChangeArrowheads="1"/>
          </p:cNvSpPr>
          <p:nvPr/>
        </p:nvSpPr>
        <p:spPr bwMode="auto">
          <a:xfrm>
            <a:off x="3270250" y="309563"/>
            <a:ext cx="6416675" cy="723900"/>
          </a:xfrm>
          <a:prstGeom prst="rect">
            <a:avLst/>
          </a:prstGeom>
          <a:noFill/>
          <a:ln w="9525">
            <a:noFill/>
            <a:miter lim="800000"/>
            <a:headEnd/>
            <a:tailEnd/>
          </a:ln>
        </p:spPr>
        <p:txBody>
          <a:bodyPr wrap="none" lIns="45720" tIns="22860" rIns="45720" bIns="22860">
            <a:spAutoFit/>
          </a:bodyPr>
          <a:lstStyle/>
          <a:p>
            <a:pPr lvl="1" rtl="1" eaLnBrk="0" hangingPunct="0"/>
            <a:r>
              <a:rPr lang="ar-SA" sz="4400" b="1" u="sng">
                <a:solidFill>
                  <a:prstClr val="black"/>
                </a:solidFill>
              </a:rPr>
              <a:t>أسباب استخدام تكنولوجيا التعليم</a:t>
            </a:r>
            <a:endParaRPr lang="en-US" sz="4400" u="sng">
              <a:solidFill>
                <a:prstClr val="black"/>
              </a:solidFill>
            </a:endParaRPr>
          </a:p>
        </p:txBody>
      </p:sp>
      <p:sp>
        <p:nvSpPr>
          <p:cNvPr id="3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57261746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06"/>
                                        </p:tgtEl>
                                        <p:attrNameLst>
                                          <p:attrName>style.visibility</p:attrName>
                                        </p:attrNameLst>
                                      </p:cBhvr>
                                      <p:to>
                                        <p:strVal val="visible"/>
                                      </p:to>
                                    </p:set>
                                    <p:anim calcmode="lin" valueType="num">
                                      <p:cBhvr additive="base">
                                        <p:cTn id="7" dur="500" fill="hold"/>
                                        <p:tgtEl>
                                          <p:spTgt spid="106"/>
                                        </p:tgtEl>
                                        <p:attrNameLst>
                                          <p:attrName>ppt_x</p:attrName>
                                        </p:attrNameLst>
                                      </p:cBhvr>
                                      <p:tavLst>
                                        <p:tav tm="0">
                                          <p:val>
                                            <p:strVal val="#ppt_x"/>
                                          </p:val>
                                        </p:tav>
                                        <p:tav tm="100000">
                                          <p:val>
                                            <p:strVal val="#ppt_x"/>
                                          </p:val>
                                        </p:tav>
                                      </p:tavLst>
                                    </p:anim>
                                    <p:anim calcmode="lin" valueType="num">
                                      <p:cBhvr additive="base">
                                        <p:cTn id="8" dur="500" fill="hold"/>
                                        <p:tgtEl>
                                          <p:spTgt spid="106"/>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78"/>
                                        </p:tgtEl>
                                        <p:attrNameLst>
                                          <p:attrName>style.visibility</p:attrName>
                                        </p:attrNameLst>
                                      </p:cBhvr>
                                      <p:to>
                                        <p:strVal val="visible"/>
                                      </p:to>
                                    </p:set>
                                    <p:anim calcmode="lin" valueType="num">
                                      <p:cBhvr additive="base">
                                        <p:cTn id="12" dur="500" fill="hold"/>
                                        <p:tgtEl>
                                          <p:spTgt spid="78"/>
                                        </p:tgtEl>
                                        <p:attrNameLst>
                                          <p:attrName>ppt_x</p:attrName>
                                        </p:attrNameLst>
                                      </p:cBhvr>
                                      <p:tavLst>
                                        <p:tav tm="0">
                                          <p:val>
                                            <p:strVal val="#ppt_x"/>
                                          </p:val>
                                        </p:tav>
                                        <p:tav tm="100000">
                                          <p:val>
                                            <p:strVal val="#ppt_x"/>
                                          </p:val>
                                        </p:tav>
                                      </p:tavLst>
                                    </p:anim>
                                    <p:anim calcmode="lin" valueType="num">
                                      <p:cBhvr additive="base">
                                        <p:cTn id="13" dur="500" fill="hold"/>
                                        <p:tgtEl>
                                          <p:spTgt spid="78"/>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nodeType="afterEffect">
                                  <p:stCondLst>
                                    <p:cond delay="0"/>
                                  </p:stCondLst>
                                  <p:childTnLst>
                                    <p:set>
                                      <p:cBhvr>
                                        <p:cTn id="16" dur="1" fill="hold">
                                          <p:stCondLst>
                                            <p:cond delay="0"/>
                                          </p:stCondLst>
                                        </p:cTn>
                                        <p:tgtEl>
                                          <p:spTgt spid="109"/>
                                        </p:tgtEl>
                                        <p:attrNameLst>
                                          <p:attrName>style.visibility</p:attrName>
                                        </p:attrNameLst>
                                      </p:cBhvr>
                                      <p:to>
                                        <p:strVal val="visible"/>
                                      </p:to>
                                    </p:set>
                                    <p:anim calcmode="lin" valueType="num">
                                      <p:cBhvr additive="base">
                                        <p:cTn id="17" dur="500" fill="hold"/>
                                        <p:tgtEl>
                                          <p:spTgt spid="109"/>
                                        </p:tgtEl>
                                        <p:attrNameLst>
                                          <p:attrName>ppt_x</p:attrName>
                                        </p:attrNameLst>
                                      </p:cBhvr>
                                      <p:tavLst>
                                        <p:tav tm="0">
                                          <p:val>
                                            <p:strVal val="#ppt_x"/>
                                          </p:val>
                                        </p:tav>
                                        <p:tav tm="100000">
                                          <p:val>
                                            <p:strVal val="#ppt_x"/>
                                          </p:val>
                                        </p:tav>
                                      </p:tavLst>
                                    </p:anim>
                                    <p:anim calcmode="lin" valueType="num">
                                      <p:cBhvr additive="base">
                                        <p:cTn id="18" dur="500" fill="hold"/>
                                        <p:tgtEl>
                                          <p:spTgt spid="109"/>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74"/>
                                        </p:tgtEl>
                                        <p:attrNameLst>
                                          <p:attrName>style.visibility</p:attrName>
                                        </p:attrNameLst>
                                      </p:cBhvr>
                                      <p:to>
                                        <p:strVal val="visible"/>
                                      </p:to>
                                    </p:set>
                                    <p:anim calcmode="lin" valueType="num">
                                      <p:cBhvr additive="base">
                                        <p:cTn id="22" dur="500" fill="hold"/>
                                        <p:tgtEl>
                                          <p:spTgt spid="74"/>
                                        </p:tgtEl>
                                        <p:attrNameLst>
                                          <p:attrName>ppt_x</p:attrName>
                                        </p:attrNameLst>
                                      </p:cBhvr>
                                      <p:tavLst>
                                        <p:tav tm="0">
                                          <p:val>
                                            <p:strVal val="#ppt_x"/>
                                          </p:val>
                                        </p:tav>
                                        <p:tav tm="100000">
                                          <p:val>
                                            <p:strVal val="#ppt_x"/>
                                          </p:val>
                                        </p:tav>
                                      </p:tavLst>
                                    </p:anim>
                                    <p:anim calcmode="lin" valueType="num">
                                      <p:cBhvr additive="base">
                                        <p:cTn id="23" dur="500" fill="hold"/>
                                        <p:tgtEl>
                                          <p:spTgt spid="74"/>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nodeType="afterEffect">
                                  <p:stCondLst>
                                    <p:cond delay="0"/>
                                  </p:stCondLst>
                                  <p:childTnLst>
                                    <p:set>
                                      <p:cBhvr>
                                        <p:cTn id="26" dur="1" fill="hold">
                                          <p:stCondLst>
                                            <p:cond delay="0"/>
                                          </p:stCondLst>
                                        </p:cTn>
                                        <p:tgtEl>
                                          <p:spTgt spid="111"/>
                                        </p:tgtEl>
                                        <p:attrNameLst>
                                          <p:attrName>style.visibility</p:attrName>
                                        </p:attrNameLst>
                                      </p:cBhvr>
                                      <p:to>
                                        <p:strVal val="visible"/>
                                      </p:to>
                                    </p:set>
                                    <p:anim calcmode="lin" valueType="num">
                                      <p:cBhvr additive="base">
                                        <p:cTn id="27" dur="500" fill="hold"/>
                                        <p:tgtEl>
                                          <p:spTgt spid="111"/>
                                        </p:tgtEl>
                                        <p:attrNameLst>
                                          <p:attrName>ppt_x</p:attrName>
                                        </p:attrNameLst>
                                      </p:cBhvr>
                                      <p:tavLst>
                                        <p:tav tm="0">
                                          <p:val>
                                            <p:strVal val="#ppt_x"/>
                                          </p:val>
                                        </p:tav>
                                        <p:tav tm="100000">
                                          <p:val>
                                            <p:strVal val="#ppt_x"/>
                                          </p:val>
                                        </p:tav>
                                      </p:tavLst>
                                    </p:anim>
                                    <p:anim calcmode="lin" valueType="num">
                                      <p:cBhvr additive="base">
                                        <p:cTn id="28" dur="500" fill="hold"/>
                                        <p:tgtEl>
                                          <p:spTgt spid="111"/>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fill="hold" grpId="0" nodeType="afterEffect">
                                  <p:stCondLst>
                                    <p:cond delay="0"/>
                                  </p:stCondLst>
                                  <p:childTnLst>
                                    <p:set>
                                      <p:cBhvr>
                                        <p:cTn id="31" dur="1" fill="hold">
                                          <p:stCondLst>
                                            <p:cond delay="0"/>
                                          </p:stCondLst>
                                        </p:cTn>
                                        <p:tgtEl>
                                          <p:spTgt spid="76"/>
                                        </p:tgtEl>
                                        <p:attrNameLst>
                                          <p:attrName>style.visibility</p:attrName>
                                        </p:attrNameLst>
                                      </p:cBhvr>
                                      <p:to>
                                        <p:strVal val="visible"/>
                                      </p:to>
                                    </p:set>
                                    <p:anim calcmode="lin" valueType="num">
                                      <p:cBhvr additive="base">
                                        <p:cTn id="32" dur="500" fill="hold"/>
                                        <p:tgtEl>
                                          <p:spTgt spid="76"/>
                                        </p:tgtEl>
                                        <p:attrNameLst>
                                          <p:attrName>ppt_x</p:attrName>
                                        </p:attrNameLst>
                                      </p:cBhvr>
                                      <p:tavLst>
                                        <p:tav tm="0">
                                          <p:val>
                                            <p:strVal val="#ppt_x"/>
                                          </p:val>
                                        </p:tav>
                                        <p:tav tm="100000">
                                          <p:val>
                                            <p:strVal val="#ppt_x"/>
                                          </p:val>
                                        </p:tav>
                                      </p:tavLst>
                                    </p:anim>
                                    <p:anim calcmode="lin" valueType="num">
                                      <p:cBhvr additive="base">
                                        <p:cTn id="33" dur="500" fill="hold"/>
                                        <p:tgtEl>
                                          <p:spTgt spid="76"/>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10" presetClass="entr" presetSubtype="0" fill="hold" grpId="0" nodeType="afterEffect">
                                  <p:stCondLst>
                                    <p:cond delay="0"/>
                                  </p:stCondLst>
                                  <p:childTnLst>
                                    <p:set>
                                      <p:cBhvr>
                                        <p:cTn id="36" dur="1" fill="hold">
                                          <p:stCondLst>
                                            <p:cond delay="0"/>
                                          </p:stCondLst>
                                        </p:cTn>
                                        <p:tgtEl>
                                          <p:spTgt spid="54"/>
                                        </p:tgtEl>
                                        <p:attrNameLst>
                                          <p:attrName>style.visibility</p:attrName>
                                        </p:attrNameLst>
                                      </p:cBhvr>
                                      <p:to>
                                        <p:strVal val="visible"/>
                                      </p:to>
                                    </p:set>
                                    <p:animEffect transition="in" filter="fade">
                                      <p:cBhvr>
                                        <p:cTn id="37" dur="2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P spid="76" grpId="0"/>
      <p:bldP spid="78" grpId="0"/>
      <p:bldP spid="54"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Text Box 7"/>
          <p:cNvSpPr txBox="1">
            <a:spLocks noChangeArrowheads="1"/>
          </p:cNvSpPr>
          <p:nvPr/>
        </p:nvSpPr>
        <p:spPr bwMode="auto">
          <a:xfrm>
            <a:off x="6666232" y="371476"/>
            <a:ext cx="4917372" cy="661720"/>
          </a:xfrm>
          <a:prstGeom prst="rect">
            <a:avLst/>
          </a:prstGeom>
          <a:noFill/>
          <a:ln w="9525">
            <a:noFill/>
            <a:miter lim="800000"/>
            <a:headEnd/>
            <a:tailEnd/>
          </a:ln>
        </p:spPr>
        <p:txBody>
          <a:bodyPr wrap="none" lIns="45720" tIns="22860" rIns="45720" bIns="22860">
            <a:spAutoFit/>
          </a:bodyPr>
          <a:lstStyle/>
          <a:p>
            <a:pPr algn="r" rtl="1"/>
            <a:r>
              <a:rPr lang="ar-JO" sz="4000" b="1" u="sng" dirty="0"/>
              <a:t>1- مزايا الفصول الافتراضية </a:t>
            </a:r>
            <a:endParaRPr lang="en-US" sz="4000" u="sng" dirty="0"/>
          </a:p>
        </p:txBody>
      </p:sp>
      <p:sp>
        <p:nvSpPr>
          <p:cNvPr id="77" name="Text Box 10"/>
          <p:cNvSpPr txBox="1">
            <a:spLocks noChangeArrowheads="1"/>
          </p:cNvSpPr>
          <p:nvPr/>
        </p:nvSpPr>
        <p:spPr bwMode="auto">
          <a:xfrm>
            <a:off x="231775" y="1474788"/>
            <a:ext cx="4521200" cy="1523494"/>
          </a:xfrm>
          <a:prstGeom prst="rect">
            <a:avLst/>
          </a:prstGeom>
          <a:noFill/>
          <a:ln w="9525">
            <a:noFill/>
            <a:miter lim="800000"/>
            <a:headEnd/>
            <a:tailEnd/>
          </a:ln>
        </p:spPr>
        <p:txBody>
          <a:bodyPr wrap="square" lIns="45720" tIns="22860" rIns="45720" bIns="22860">
            <a:spAutoFit/>
          </a:bodyPr>
          <a:lstStyle/>
          <a:p>
            <a:pPr algn="ctr" defTabSz="1087438"/>
            <a:r>
              <a:rPr lang="ar-JO" sz="3200" b="1" dirty="0"/>
              <a:t>قدرة المعلم على تصميم برمجية تعليمية وتدريسهاعن طريق النظام</a:t>
            </a:r>
            <a:endParaRPr lang="en-US" sz="3200" b="1" dirty="0">
              <a:solidFill>
                <a:srgbClr val="94B64E"/>
              </a:solidFill>
              <a:latin typeface="Open Sans"/>
              <a:ea typeface="Open Sans"/>
              <a:cs typeface="Open Sans"/>
            </a:endParaRPr>
          </a:p>
        </p:txBody>
      </p:sp>
      <p:sp>
        <p:nvSpPr>
          <p:cNvPr id="79" name="Text Box 10"/>
          <p:cNvSpPr txBox="1">
            <a:spLocks noChangeArrowheads="1"/>
          </p:cNvSpPr>
          <p:nvPr/>
        </p:nvSpPr>
        <p:spPr bwMode="auto">
          <a:xfrm>
            <a:off x="151885" y="3928411"/>
            <a:ext cx="4327525" cy="2015936"/>
          </a:xfrm>
          <a:prstGeom prst="rect">
            <a:avLst/>
          </a:prstGeom>
          <a:noFill/>
          <a:ln w="9525">
            <a:noFill/>
            <a:miter lim="800000"/>
            <a:headEnd/>
            <a:tailEnd/>
          </a:ln>
        </p:spPr>
        <p:txBody>
          <a:bodyPr wrap="square" lIns="45720" tIns="22860" rIns="45720" bIns="22860">
            <a:spAutoFit/>
          </a:bodyPr>
          <a:lstStyle/>
          <a:p>
            <a:pPr algn="ctr" defTabSz="1087438"/>
            <a:r>
              <a:rPr lang="ar-JO" sz="3200" b="1" dirty="0"/>
              <a:t>التفاعل المستمر والاستجابة المستمرة تتم بشكل الكتروني دون إضافة أعباء على الإدارة المدرسية</a:t>
            </a:r>
            <a:endParaRPr lang="en-US" sz="1600" b="1" dirty="0">
              <a:solidFill>
                <a:srgbClr val="2980B9"/>
              </a:solidFill>
              <a:latin typeface="Open Sans"/>
              <a:ea typeface="Open Sans"/>
              <a:cs typeface="Open Sans"/>
            </a:endParaRPr>
          </a:p>
        </p:txBody>
      </p:sp>
      <p:grpSp>
        <p:nvGrpSpPr>
          <p:cNvPr id="107" name="Group 106"/>
          <p:cNvGrpSpPr>
            <a:grpSpLocks/>
          </p:cNvGrpSpPr>
          <p:nvPr/>
        </p:nvGrpSpPr>
        <p:grpSpPr bwMode="auto">
          <a:xfrm>
            <a:off x="4597400" y="4481513"/>
            <a:ext cx="1220788" cy="2376487"/>
            <a:chOff x="4752324" y="4894851"/>
            <a:chExt cx="1066423" cy="1963149"/>
          </a:xfrm>
        </p:grpSpPr>
        <p:sp>
          <p:nvSpPr>
            <p:cNvPr id="528400" name="Freeform 16"/>
            <p:cNvSpPr>
              <a:spLocks/>
            </p:cNvSpPr>
            <p:nvPr/>
          </p:nvSpPr>
          <p:spPr bwMode="auto">
            <a:xfrm rot="5400000">
              <a:off x="4980116" y="6019369"/>
              <a:ext cx="1509485" cy="167777"/>
            </a:xfrm>
            <a:custGeom>
              <a:avLst/>
              <a:gdLst>
                <a:gd name="T0" fmla="*/ 0 w 552"/>
                <a:gd name="T1" fmla="*/ 598917512 h 47"/>
                <a:gd name="T2" fmla="*/ 0 w 552"/>
                <a:gd name="T3" fmla="*/ 267600770 h 47"/>
                <a:gd name="T4" fmla="*/ 82255979 w 552"/>
                <a:gd name="T5" fmla="*/ 0 h 47"/>
                <a:gd name="T6" fmla="*/ 2147483647 w 552"/>
                <a:gd name="T7" fmla="*/ 0 h 47"/>
                <a:gd name="T8" fmla="*/ 0 60000 65536"/>
                <a:gd name="T9" fmla="*/ 0 60000 65536"/>
                <a:gd name="T10" fmla="*/ 0 60000 65536"/>
                <a:gd name="T11" fmla="*/ 0 60000 65536"/>
                <a:gd name="T12" fmla="*/ 0 w 552"/>
                <a:gd name="T13" fmla="*/ 0 h 47"/>
                <a:gd name="T14" fmla="*/ 552 w 552"/>
                <a:gd name="T15" fmla="*/ 47 h 47"/>
              </a:gdLst>
              <a:ahLst/>
              <a:cxnLst>
                <a:cxn ang="T8">
                  <a:pos x="T0" y="T1"/>
                </a:cxn>
                <a:cxn ang="T9">
                  <a:pos x="T2" y="T3"/>
                </a:cxn>
                <a:cxn ang="T10">
                  <a:pos x="T4" y="T5"/>
                </a:cxn>
                <a:cxn ang="T11">
                  <a:pos x="T6" y="T7"/>
                </a:cxn>
              </a:cxnLst>
              <a:rect l="T12" t="T13" r="T14" b="T15"/>
              <a:pathLst>
                <a:path w="552" h="47">
                  <a:moveTo>
                    <a:pt x="0" y="47"/>
                  </a:moveTo>
                  <a:cubicBezTo>
                    <a:pt x="0" y="21"/>
                    <a:pt x="0" y="21"/>
                    <a:pt x="0" y="21"/>
                  </a:cubicBezTo>
                  <a:cubicBezTo>
                    <a:pt x="0" y="7"/>
                    <a:pt x="4" y="0"/>
                    <a:pt x="11" y="0"/>
                  </a:cubicBezTo>
                  <a:cubicBezTo>
                    <a:pt x="552" y="0"/>
                    <a:pt x="552" y="0"/>
                    <a:pt x="552" y="0"/>
                  </a:cubicBezTo>
                </a:path>
              </a:pathLst>
            </a:custGeom>
            <a:noFill/>
            <a:ln w="85725">
              <a:solidFill>
                <a:srgbClr val="2980B9"/>
              </a:solidFill>
              <a:miter lim="800000"/>
              <a:headEnd/>
              <a:tailEnd/>
            </a:ln>
          </p:spPr>
          <p:txBody>
            <a:bodyPr lIns="121920" tIns="60960" rIns="121920" bIns="60960"/>
            <a:lstStyle/>
            <a:p>
              <a:endParaRPr lang="el-GR" sz="2400">
                <a:solidFill>
                  <a:srgbClr val="000000"/>
                </a:solidFill>
              </a:endParaRPr>
            </a:p>
          </p:txBody>
        </p:sp>
        <p:grpSp>
          <p:nvGrpSpPr>
            <p:cNvPr id="528401" name="Group 101"/>
            <p:cNvGrpSpPr>
              <a:grpSpLocks/>
            </p:cNvGrpSpPr>
            <p:nvPr/>
          </p:nvGrpSpPr>
          <p:grpSpPr bwMode="auto">
            <a:xfrm>
              <a:off x="4752324" y="4894851"/>
              <a:ext cx="905220" cy="907325"/>
              <a:chOff x="4752324" y="4894851"/>
              <a:chExt cx="905220" cy="907325"/>
            </a:xfrm>
          </p:grpSpPr>
          <p:sp>
            <p:nvSpPr>
              <p:cNvPr id="528402" name="Oval 10"/>
              <p:cNvSpPr>
                <a:spLocks noChangeArrowheads="1"/>
              </p:cNvSpPr>
              <p:nvPr/>
            </p:nvSpPr>
            <p:spPr bwMode="auto">
              <a:xfrm rot="5400000">
                <a:off x="4751271" y="4895904"/>
                <a:ext cx="907325" cy="905220"/>
              </a:xfrm>
              <a:prstGeom prst="ellipse">
                <a:avLst/>
              </a:prstGeom>
              <a:solidFill>
                <a:srgbClr val="2980B9"/>
              </a:solidFill>
              <a:ln w="9525">
                <a:noFill/>
                <a:miter lim="800000"/>
                <a:headEnd/>
                <a:tailEnd/>
              </a:ln>
            </p:spPr>
            <p:txBody>
              <a:bodyPr lIns="121920" tIns="60960" rIns="121920" bIns="60960"/>
              <a:lstStyle/>
              <a:p>
                <a:endParaRPr lang="el-GR" sz="2400">
                  <a:solidFill>
                    <a:srgbClr val="000000"/>
                  </a:solidFill>
                </a:endParaRPr>
              </a:p>
            </p:txBody>
          </p:sp>
          <p:grpSp>
            <p:nvGrpSpPr>
              <p:cNvPr id="80" name="Group 79"/>
              <p:cNvGrpSpPr/>
              <p:nvPr/>
            </p:nvGrpSpPr>
            <p:grpSpPr>
              <a:xfrm>
                <a:off x="4972162" y="5124829"/>
                <a:ext cx="465543" cy="418373"/>
                <a:chOff x="5583238" y="3892551"/>
                <a:chExt cx="360363" cy="323850"/>
              </a:xfrm>
              <a:solidFill>
                <a:schemeClr val="bg1"/>
              </a:solidFill>
            </p:grpSpPr>
            <p:sp>
              <p:nvSpPr>
                <p:cNvPr id="81"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82"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83"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grpSp>
        </p:grpSp>
      </p:grpSp>
      <p:grpSp>
        <p:nvGrpSpPr>
          <p:cNvPr id="110" name="Group 109"/>
          <p:cNvGrpSpPr>
            <a:grpSpLocks/>
          </p:cNvGrpSpPr>
          <p:nvPr/>
        </p:nvGrpSpPr>
        <p:grpSpPr bwMode="auto">
          <a:xfrm>
            <a:off x="6215063" y="3208338"/>
            <a:ext cx="1177925" cy="3649662"/>
            <a:chOff x="6214302" y="3208001"/>
            <a:chExt cx="1178088" cy="3649999"/>
          </a:xfrm>
        </p:grpSpPr>
        <p:sp>
          <p:nvSpPr>
            <p:cNvPr id="528396" name="Freeform 13"/>
            <p:cNvSpPr>
              <a:spLocks/>
            </p:cNvSpPr>
            <p:nvPr/>
          </p:nvSpPr>
          <p:spPr bwMode="auto">
            <a:xfrm rot="5400000">
              <a:off x="4764858" y="5137445"/>
              <a:ext cx="3169999" cy="271111"/>
            </a:xfrm>
            <a:custGeom>
              <a:avLst/>
              <a:gdLst>
                <a:gd name="T0" fmla="*/ 0 w 959"/>
                <a:gd name="T1" fmla="*/ 0 h 76"/>
                <a:gd name="T2" fmla="*/ 0 w 959"/>
                <a:gd name="T3" fmla="*/ 699890825 h 76"/>
                <a:gd name="T4" fmla="*/ 196675466 w 959"/>
                <a:gd name="T5" fmla="*/ 967120772 h 76"/>
                <a:gd name="T6" fmla="*/ 2147483647 w 959"/>
                <a:gd name="T7" fmla="*/ 967120772 h 76"/>
                <a:gd name="T8" fmla="*/ 0 60000 65536"/>
                <a:gd name="T9" fmla="*/ 0 60000 65536"/>
                <a:gd name="T10" fmla="*/ 0 60000 65536"/>
                <a:gd name="T11" fmla="*/ 0 60000 65536"/>
                <a:gd name="T12" fmla="*/ 0 w 959"/>
                <a:gd name="T13" fmla="*/ 0 h 76"/>
                <a:gd name="T14" fmla="*/ 959 w 959"/>
                <a:gd name="T15" fmla="*/ 76 h 76"/>
              </a:gdLst>
              <a:ahLst/>
              <a:cxnLst>
                <a:cxn ang="T8">
                  <a:pos x="T0" y="T1"/>
                </a:cxn>
                <a:cxn ang="T9">
                  <a:pos x="T2" y="T3"/>
                </a:cxn>
                <a:cxn ang="T10">
                  <a:pos x="T4" y="T5"/>
                </a:cxn>
                <a:cxn ang="T11">
                  <a:pos x="T6" y="T7"/>
                </a:cxn>
              </a:cxnLst>
              <a:rect l="T12" t="T13" r="T14" b="T15"/>
              <a:pathLst>
                <a:path w="959" h="76">
                  <a:moveTo>
                    <a:pt x="0" y="0"/>
                  </a:moveTo>
                  <a:cubicBezTo>
                    <a:pt x="0" y="55"/>
                    <a:pt x="0" y="55"/>
                    <a:pt x="0" y="55"/>
                  </a:cubicBezTo>
                  <a:cubicBezTo>
                    <a:pt x="0" y="69"/>
                    <a:pt x="6" y="76"/>
                    <a:pt x="18" y="76"/>
                  </a:cubicBezTo>
                  <a:cubicBezTo>
                    <a:pt x="959" y="76"/>
                    <a:pt x="959" y="76"/>
                    <a:pt x="959" y="76"/>
                  </a:cubicBezTo>
                </a:path>
              </a:pathLst>
            </a:custGeom>
            <a:noFill/>
            <a:ln w="85725">
              <a:solidFill>
                <a:srgbClr val="C0392B"/>
              </a:solidFill>
              <a:miter lim="800000"/>
              <a:headEnd/>
              <a:tailEnd/>
            </a:ln>
          </p:spPr>
          <p:txBody>
            <a:bodyPr lIns="121920" tIns="60960" rIns="121920" bIns="60960"/>
            <a:lstStyle/>
            <a:p>
              <a:endParaRPr lang="el-GR" sz="2400">
                <a:solidFill>
                  <a:srgbClr val="000000"/>
                </a:solidFill>
              </a:endParaRPr>
            </a:p>
          </p:txBody>
        </p:sp>
        <p:grpSp>
          <p:nvGrpSpPr>
            <p:cNvPr id="528397" name="Group 103"/>
            <p:cNvGrpSpPr>
              <a:grpSpLocks/>
            </p:cNvGrpSpPr>
            <p:nvPr/>
          </p:nvGrpSpPr>
          <p:grpSpPr bwMode="auto">
            <a:xfrm>
              <a:off x="6478748" y="3208001"/>
              <a:ext cx="913642" cy="909432"/>
              <a:chOff x="6478748" y="3208001"/>
              <a:chExt cx="913642" cy="909432"/>
            </a:xfrm>
          </p:grpSpPr>
          <p:sp>
            <p:nvSpPr>
              <p:cNvPr id="528398" name="Oval 7"/>
              <p:cNvSpPr>
                <a:spLocks noChangeArrowheads="1"/>
              </p:cNvSpPr>
              <p:nvPr/>
            </p:nvSpPr>
            <p:spPr bwMode="auto">
              <a:xfrm rot="5400000">
                <a:off x="6480853" y="3205896"/>
                <a:ext cx="909432" cy="913642"/>
              </a:xfrm>
              <a:prstGeom prst="ellipse">
                <a:avLst/>
              </a:prstGeom>
              <a:solidFill>
                <a:srgbClr val="C0392B"/>
              </a:solidFill>
              <a:ln w="9525">
                <a:noFill/>
                <a:miter lim="800000"/>
                <a:headEnd/>
                <a:tailEnd/>
              </a:ln>
            </p:spPr>
            <p:txBody>
              <a:bodyPr lIns="121920" tIns="60960" rIns="121920" bIns="60960"/>
              <a:lstStyle/>
              <a:p>
                <a:endParaRPr lang="el-GR" sz="2400">
                  <a:solidFill>
                    <a:srgbClr val="000000"/>
                  </a:solidFill>
                </a:endParaRPr>
              </a:p>
            </p:txBody>
          </p:sp>
          <p:sp>
            <p:nvSpPr>
              <p:cNvPr id="528399" name="Freeform 51"/>
              <p:cNvSpPr>
                <a:spLocks noEditPoints="1"/>
              </p:cNvSpPr>
              <p:nvPr/>
            </p:nvSpPr>
            <p:spPr bwMode="auto">
              <a:xfrm>
                <a:off x="6676136" y="3480913"/>
                <a:ext cx="518866" cy="428629"/>
              </a:xfrm>
              <a:custGeom>
                <a:avLst/>
                <a:gdLst>
                  <a:gd name="T0" fmla="*/ 1951736330 w 107"/>
                  <a:gd name="T1" fmla="*/ 1494644026 h 88"/>
                  <a:gd name="T2" fmla="*/ 1951736330 w 107"/>
                  <a:gd name="T3" fmla="*/ 166069402 h 88"/>
                  <a:gd name="T4" fmla="*/ 1951736330 w 107"/>
                  <a:gd name="T5" fmla="*/ 71171891 h 88"/>
                  <a:gd name="T6" fmla="*/ 1998764003 w 107"/>
                  <a:gd name="T7" fmla="*/ 0 h 88"/>
                  <a:gd name="T8" fmla="*/ 2045796526 w 107"/>
                  <a:gd name="T9" fmla="*/ 0 h 88"/>
                  <a:gd name="T10" fmla="*/ 2092824199 w 107"/>
                  <a:gd name="T11" fmla="*/ 0 h 88"/>
                  <a:gd name="T12" fmla="*/ 2092824199 w 107"/>
                  <a:gd name="T13" fmla="*/ 1636992642 h 88"/>
                  <a:gd name="T14" fmla="*/ 2045796526 w 107"/>
                  <a:gd name="T15" fmla="*/ 1660718223 h 88"/>
                  <a:gd name="T16" fmla="*/ 1998764003 w 107"/>
                  <a:gd name="T17" fmla="*/ 1636992642 h 88"/>
                  <a:gd name="T18" fmla="*/ 1951736330 w 107"/>
                  <a:gd name="T19" fmla="*/ 1589546350 h 88"/>
                  <a:gd name="T20" fmla="*/ 1951736330 w 107"/>
                  <a:gd name="T21" fmla="*/ 1494644026 h 88"/>
                  <a:gd name="T22" fmla="*/ 564356476 w 107"/>
                  <a:gd name="T23" fmla="*/ 1494644026 h 88"/>
                  <a:gd name="T24" fmla="*/ 564356476 w 107"/>
                  <a:gd name="T25" fmla="*/ 166069402 h 88"/>
                  <a:gd name="T26" fmla="*/ 564356476 w 107"/>
                  <a:gd name="T27" fmla="*/ 71171891 h 88"/>
                  <a:gd name="T28" fmla="*/ 517328803 w 107"/>
                  <a:gd name="T29" fmla="*/ 0 h 88"/>
                  <a:gd name="T30" fmla="*/ 470296280 w 107"/>
                  <a:gd name="T31" fmla="*/ 0 h 88"/>
                  <a:gd name="T32" fmla="*/ 423268607 w 107"/>
                  <a:gd name="T33" fmla="*/ 0 h 88"/>
                  <a:gd name="T34" fmla="*/ 423268607 w 107"/>
                  <a:gd name="T35" fmla="*/ 1636992642 h 88"/>
                  <a:gd name="T36" fmla="*/ 470296280 w 107"/>
                  <a:gd name="T37" fmla="*/ 1660718223 h 88"/>
                  <a:gd name="T38" fmla="*/ 517328803 w 107"/>
                  <a:gd name="T39" fmla="*/ 1636992642 h 88"/>
                  <a:gd name="T40" fmla="*/ 564356476 w 107"/>
                  <a:gd name="T41" fmla="*/ 1589546350 h 88"/>
                  <a:gd name="T42" fmla="*/ 564356476 w 107"/>
                  <a:gd name="T43" fmla="*/ 1494644026 h 88"/>
                  <a:gd name="T44" fmla="*/ 846537214 w 107"/>
                  <a:gd name="T45" fmla="*/ 1209951361 h 88"/>
                  <a:gd name="T46" fmla="*/ 846537214 w 107"/>
                  <a:gd name="T47" fmla="*/ 1304849119 h 88"/>
                  <a:gd name="T48" fmla="*/ 775990855 w 107"/>
                  <a:gd name="T49" fmla="*/ 1376020991 h 88"/>
                  <a:gd name="T50" fmla="*/ 728963182 w 107"/>
                  <a:gd name="T51" fmla="*/ 1399746572 h 88"/>
                  <a:gd name="T52" fmla="*/ 681930660 w 107"/>
                  <a:gd name="T53" fmla="*/ 1376020991 h 88"/>
                  <a:gd name="T54" fmla="*/ 681930660 w 107"/>
                  <a:gd name="T55" fmla="*/ 284692437 h 88"/>
                  <a:gd name="T56" fmla="*/ 728963182 w 107"/>
                  <a:gd name="T57" fmla="*/ 260971726 h 88"/>
                  <a:gd name="T58" fmla="*/ 775990855 w 107"/>
                  <a:gd name="T59" fmla="*/ 284692437 h 88"/>
                  <a:gd name="T60" fmla="*/ 846537214 w 107"/>
                  <a:gd name="T61" fmla="*/ 332143675 h 88"/>
                  <a:gd name="T62" fmla="*/ 846537214 w 107"/>
                  <a:gd name="T63" fmla="*/ 427041129 h 88"/>
                  <a:gd name="T64" fmla="*/ 846537214 w 107"/>
                  <a:gd name="T65" fmla="*/ 1209951361 h 88"/>
                  <a:gd name="T66" fmla="*/ 1434407679 w 107"/>
                  <a:gd name="T67" fmla="*/ 1897964292 h 88"/>
                  <a:gd name="T68" fmla="*/ 1269805670 w 107"/>
                  <a:gd name="T69" fmla="*/ 2087759199 h 88"/>
                  <a:gd name="T70" fmla="*/ 1081685279 w 107"/>
                  <a:gd name="T71" fmla="*/ 1897964292 h 88"/>
                  <a:gd name="T72" fmla="*/ 1081685279 w 107"/>
                  <a:gd name="T73" fmla="*/ 569389744 h 88"/>
                  <a:gd name="T74" fmla="*/ 1269805670 w 107"/>
                  <a:gd name="T75" fmla="*/ 379594837 h 88"/>
                  <a:gd name="T76" fmla="*/ 1434407679 w 107"/>
                  <a:gd name="T77" fmla="*/ 569389744 h 88"/>
                  <a:gd name="T78" fmla="*/ 1434407679 w 107"/>
                  <a:gd name="T79" fmla="*/ 1897964292 h 88"/>
                  <a:gd name="T80" fmla="*/ 1669555743 w 107"/>
                  <a:gd name="T81" fmla="*/ 1209951361 h 88"/>
                  <a:gd name="T82" fmla="*/ 1669555743 w 107"/>
                  <a:gd name="T83" fmla="*/ 1304849119 h 88"/>
                  <a:gd name="T84" fmla="*/ 1740102102 w 107"/>
                  <a:gd name="T85" fmla="*/ 1376020991 h 88"/>
                  <a:gd name="T86" fmla="*/ 1787129775 w 107"/>
                  <a:gd name="T87" fmla="*/ 1399746572 h 88"/>
                  <a:gd name="T88" fmla="*/ 1834162298 w 107"/>
                  <a:gd name="T89" fmla="*/ 1376020991 h 88"/>
                  <a:gd name="T90" fmla="*/ 1834162298 w 107"/>
                  <a:gd name="T91" fmla="*/ 284692437 h 88"/>
                  <a:gd name="T92" fmla="*/ 1787129775 w 107"/>
                  <a:gd name="T93" fmla="*/ 260971726 h 88"/>
                  <a:gd name="T94" fmla="*/ 1740102102 w 107"/>
                  <a:gd name="T95" fmla="*/ 284692437 h 88"/>
                  <a:gd name="T96" fmla="*/ 1669555743 w 107"/>
                  <a:gd name="T97" fmla="*/ 332143675 h 88"/>
                  <a:gd name="T98" fmla="*/ 1669555743 w 107"/>
                  <a:gd name="T99" fmla="*/ 427041129 h 88"/>
                  <a:gd name="T100" fmla="*/ 1669555743 w 107"/>
                  <a:gd name="T101" fmla="*/ 1209951361 h 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
                  <a:gd name="T154" fmla="*/ 0 h 88"/>
                  <a:gd name="T155" fmla="*/ 107 w 107"/>
                  <a:gd name="T156" fmla="*/ 88 h 8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 h="88">
                    <a:moveTo>
                      <a:pt x="83" y="63"/>
                    </a:moveTo>
                    <a:cubicBezTo>
                      <a:pt x="97" y="47"/>
                      <a:pt x="97" y="23"/>
                      <a:pt x="83" y="7"/>
                    </a:cubicBezTo>
                    <a:cubicBezTo>
                      <a:pt x="82" y="6"/>
                      <a:pt x="82" y="4"/>
                      <a:pt x="83" y="3"/>
                    </a:cubicBezTo>
                    <a:cubicBezTo>
                      <a:pt x="85" y="0"/>
                      <a:pt x="85" y="0"/>
                      <a:pt x="85" y="0"/>
                    </a:cubicBezTo>
                    <a:cubicBezTo>
                      <a:pt x="86" y="0"/>
                      <a:pt x="86" y="0"/>
                      <a:pt x="87" y="0"/>
                    </a:cubicBezTo>
                    <a:cubicBezTo>
                      <a:pt x="88" y="0"/>
                      <a:pt x="89" y="0"/>
                      <a:pt x="89" y="0"/>
                    </a:cubicBezTo>
                    <a:cubicBezTo>
                      <a:pt x="107" y="20"/>
                      <a:pt x="107" y="50"/>
                      <a:pt x="89" y="69"/>
                    </a:cubicBezTo>
                    <a:cubicBezTo>
                      <a:pt x="89" y="70"/>
                      <a:pt x="88" y="70"/>
                      <a:pt x="87" y="70"/>
                    </a:cubicBezTo>
                    <a:cubicBezTo>
                      <a:pt x="86" y="70"/>
                      <a:pt x="86" y="70"/>
                      <a:pt x="85" y="69"/>
                    </a:cubicBezTo>
                    <a:cubicBezTo>
                      <a:pt x="83" y="67"/>
                      <a:pt x="83" y="67"/>
                      <a:pt x="83" y="67"/>
                    </a:cubicBezTo>
                    <a:cubicBezTo>
                      <a:pt x="82" y="65"/>
                      <a:pt x="82" y="64"/>
                      <a:pt x="83" y="63"/>
                    </a:cubicBezTo>
                    <a:close/>
                    <a:moveTo>
                      <a:pt x="24" y="63"/>
                    </a:moveTo>
                    <a:cubicBezTo>
                      <a:pt x="10" y="47"/>
                      <a:pt x="10" y="23"/>
                      <a:pt x="24" y="7"/>
                    </a:cubicBezTo>
                    <a:cubicBezTo>
                      <a:pt x="25" y="6"/>
                      <a:pt x="25" y="4"/>
                      <a:pt x="24" y="3"/>
                    </a:cubicBezTo>
                    <a:cubicBezTo>
                      <a:pt x="22" y="0"/>
                      <a:pt x="22" y="0"/>
                      <a:pt x="22" y="0"/>
                    </a:cubicBezTo>
                    <a:cubicBezTo>
                      <a:pt x="21" y="0"/>
                      <a:pt x="21" y="0"/>
                      <a:pt x="20" y="0"/>
                    </a:cubicBezTo>
                    <a:cubicBezTo>
                      <a:pt x="19" y="0"/>
                      <a:pt x="18" y="0"/>
                      <a:pt x="18" y="0"/>
                    </a:cubicBezTo>
                    <a:cubicBezTo>
                      <a:pt x="0" y="20"/>
                      <a:pt x="0" y="50"/>
                      <a:pt x="18" y="69"/>
                    </a:cubicBezTo>
                    <a:cubicBezTo>
                      <a:pt x="18" y="70"/>
                      <a:pt x="19" y="70"/>
                      <a:pt x="20" y="70"/>
                    </a:cubicBezTo>
                    <a:cubicBezTo>
                      <a:pt x="21" y="70"/>
                      <a:pt x="21" y="70"/>
                      <a:pt x="22" y="69"/>
                    </a:cubicBezTo>
                    <a:cubicBezTo>
                      <a:pt x="24" y="67"/>
                      <a:pt x="24" y="67"/>
                      <a:pt x="24" y="67"/>
                    </a:cubicBezTo>
                    <a:cubicBezTo>
                      <a:pt x="25" y="65"/>
                      <a:pt x="25" y="64"/>
                      <a:pt x="24" y="63"/>
                    </a:cubicBezTo>
                    <a:close/>
                    <a:moveTo>
                      <a:pt x="36" y="51"/>
                    </a:moveTo>
                    <a:cubicBezTo>
                      <a:pt x="37" y="53"/>
                      <a:pt x="37" y="54"/>
                      <a:pt x="36" y="55"/>
                    </a:cubicBezTo>
                    <a:cubicBezTo>
                      <a:pt x="33" y="58"/>
                      <a:pt x="33" y="58"/>
                      <a:pt x="33" y="58"/>
                    </a:cubicBezTo>
                    <a:cubicBezTo>
                      <a:pt x="33" y="58"/>
                      <a:pt x="32" y="59"/>
                      <a:pt x="31" y="59"/>
                    </a:cubicBezTo>
                    <a:cubicBezTo>
                      <a:pt x="30" y="58"/>
                      <a:pt x="30" y="58"/>
                      <a:pt x="29" y="58"/>
                    </a:cubicBezTo>
                    <a:cubicBezTo>
                      <a:pt x="18" y="44"/>
                      <a:pt x="18" y="25"/>
                      <a:pt x="29" y="12"/>
                    </a:cubicBezTo>
                    <a:cubicBezTo>
                      <a:pt x="30" y="11"/>
                      <a:pt x="30" y="11"/>
                      <a:pt x="31" y="11"/>
                    </a:cubicBezTo>
                    <a:cubicBezTo>
                      <a:pt x="32" y="11"/>
                      <a:pt x="33" y="11"/>
                      <a:pt x="33" y="12"/>
                    </a:cubicBezTo>
                    <a:cubicBezTo>
                      <a:pt x="36" y="14"/>
                      <a:pt x="36" y="14"/>
                      <a:pt x="36" y="14"/>
                    </a:cubicBezTo>
                    <a:cubicBezTo>
                      <a:pt x="37" y="15"/>
                      <a:pt x="37" y="17"/>
                      <a:pt x="36" y="18"/>
                    </a:cubicBezTo>
                    <a:cubicBezTo>
                      <a:pt x="28" y="28"/>
                      <a:pt x="28" y="42"/>
                      <a:pt x="36" y="51"/>
                    </a:cubicBezTo>
                    <a:close/>
                    <a:moveTo>
                      <a:pt x="61" y="80"/>
                    </a:moveTo>
                    <a:cubicBezTo>
                      <a:pt x="61" y="84"/>
                      <a:pt x="58" y="88"/>
                      <a:pt x="54" y="88"/>
                    </a:cubicBezTo>
                    <a:cubicBezTo>
                      <a:pt x="49" y="88"/>
                      <a:pt x="46" y="84"/>
                      <a:pt x="46" y="80"/>
                    </a:cubicBezTo>
                    <a:cubicBezTo>
                      <a:pt x="46" y="60"/>
                      <a:pt x="46" y="44"/>
                      <a:pt x="46" y="24"/>
                    </a:cubicBezTo>
                    <a:cubicBezTo>
                      <a:pt x="46" y="19"/>
                      <a:pt x="49" y="16"/>
                      <a:pt x="54" y="16"/>
                    </a:cubicBezTo>
                    <a:cubicBezTo>
                      <a:pt x="58" y="16"/>
                      <a:pt x="61" y="19"/>
                      <a:pt x="61" y="24"/>
                    </a:cubicBezTo>
                    <a:cubicBezTo>
                      <a:pt x="61" y="44"/>
                      <a:pt x="61" y="60"/>
                      <a:pt x="61" y="80"/>
                    </a:cubicBezTo>
                    <a:close/>
                    <a:moveTo>
                      <a:pt x="71" y="51"/>
                    </a:moveTo>
                    <a:cubicBezTo>
                      <a:pt x="70" y="53"/>
                      <a:pt x="70" y="54"/>
                      <a:pt x="71" y="55"/>
                    </a:cubicBezTo>
                    <a:cubicBezTo>
                      <a:pt x="74" y="58"/>
                      <a:pt x="74" y="58"/>
                      <a:pt x="74" y="58"/>
                    </a:cubicBezTo>
                    <a:cubicBezTo>
                      <a:pt x="74" y="58"/>
                      <a:pt x="75" y="59"/>
                      <a:pt x="76" y="59"/>
                    </a:cubicBezTo>
                    <a:cubicBezTo>
                      <a:pt x="77" y="58"/>
                      <a:pt x="77" y="58"/>
                      <a:pt x="78" y="58"/>
                    </a:cubicBezTo>
                    <a:cubicBezTo>
                      <a:pt x="89" y="44"/>
                      <a:pt x="89" y="25"/>
                      <a:pt x="78" y="12"/>
                    </a:cubicBezTo>
                    <a:cubicBezTo>
                      <a:pt x="77" y="11"/>
                      <a:pt x="77" y="11"/>
                      <a:pt x="76" y="11"/>
                    </a:cubicBezTo>
                    <a:cubicBezTo>
                      <a:pt x="75" y="11"/>
                      <a:pt x="74" y="11"/>
                      <a:pt x="74" y="12"/>
                    </a:cubicBezTo>
                    <a:cubicBezTo>
                      <a:pt x="71" y="14"/>
                      <a:pt x="71" y="14"/>
                      <a:pt x="71" y="14"/>
                    </a:cubicBezTo>
                    <a:cubicBezTo>
                      <a:pt x="70" y="15"/>
                      <a:pt x="70" y="17"/>
                      <a:pt x="71" y="18"/>
                    </a:cubicBezTo>
                    <a:cubicBezTo>
                      <a:pt x="79" y="28"/>
                      <a:pt x="79" y="42"/>
                      <a:pt x="71" y="51"/>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grpSp>
        <p:nvGrpSpPr>
          <p:cNvPr id="108" name="Group 107"/>
          <p:cNvGrpSpPr>
            <a:grpSpLocks/>
          </p:cNvGrpSpPr>
          <p:nvPr/>
        </p:nvGrpSpPr>
        <p:grpSpPr bwMode="auto">
          <a:xfrm>
            <a:off x="4752975" y="1646238"/>
            <a:ext cx="1268413" cy="5211762"/>
            <a:chOff x="4752322" y="1646206"/>
            <a:chExt cx="1269757" cy="5211794"/>
          </a:xfrm>
        </p:grpSpPr>
        <p:sp>
          <p:nvSpPr>
            <p:cNvPr id="528392" name="Freeform 12"/>
            <p:cNvSpPr>
              <a:spLocks/>
            </p:cNvSpPr>
            <p:nvPr/>
          </p:nvSpPr>
          <p:spPr bwMode="auto">
            <a:xfrm rot="5400000">
              <a:off x="3459948" y="4295868"/>
              <a:ext cx="4753152" cy="371111"/>
            </a:xfrm>
            <a:custGeom>
              <a:avLst/>
              <a:gdLst>
                <a:gd name="T0" fmla="*/ 0 w 1355"/>
                <a:gd name="T1" fmla="*/ 1324263272 h 104"/>
                <a:gd name="T2" fmla="*/ 0 w 1355"/>
                <a:gd name="T3" fmla="*/ 267399782 h 104"/>
                <a:gd name="T4" fmla="*/ 319930972 w 1355"/>
                <a:gd name="T5" fmla="*/ 12731962 h 104"/>
                <a:gd name="T6" fmla="*/ 2147483647 w 1355"/>
                <a:gd name="T7" fmla="*/ 12731962 h 104"/>
                <a:gd name="T8" fmla="*/ 0 60000 65536"/>
                <a:gd name="T9" fmla="*/ 0 60000 65536"/>
                <a:gd name="T10" fmla="*/ 0 60000 65536"/>
                <a:gd name="T11" fmla="*/ 0 60000 65536"/>
                <a:gd name="T12" fmla="*/ 0 w 1355"/>
                <a:gd name="T13" fmla="*/ 0 h 104"/>
                <a:gd name="T14" fmla="*/ 1355 w 1355"/>
                <a:gd name="T15" fmla="*/ 104 h 104"/>
              </a:gdLst>
              <a:ahLst/>
              <a:cxnLst>
                <a:cxn ang="T8">
                  <a:pos x="T0" y="T1"/>
                </a:cxn>
                <a:cxn ang="T9">
                  <a:pos x="T2" y="T3"/>
                </a:cxn>
                <a:cxn ang="T10">
                  <a:pos x="T4" y="T5"/>
                </a:cxn>
                <a:cxn ang="T11">
                  <a:pos x="T6" y="T7"/>
                </a:cxn>
              </a:cxnLst>
              <a:rect l="T12" t="T13" r="T14" b="T15"/>
              <a:pathLst>
                <a:path w="1355" h="104">
                  <a:moveTo>
                    <a:pt x="0" y="104"/>
                  </a:moveTo>
                  <a:cubicBezTo>
                    <a:pt x="0" y="21"/>
                    <a:pt x="0" y="21"/>
                    <a:pt x="0" y="21"/>
                  </a:cubicBezTo>
                  <a:cubicBezTo>
                    <a:pt x="1" y="8"/>
                    <a:pt x="9" y="0"/>
                    <a:pt x="26" y="1"/>
                  </a:cubicBezTo>
                  <a:cubicBezTo>
                    <a:pt x="1355" y="1"/>
                    <a:pt x="1355" y="1"/>
                    <a:pt x="1355" y="1"/>
                  </a:cubicBezTo>
                </a:path>
              </a:pathLst>
            </a:custGeom>
            <a:noFill/>
            <a:ln w="85725">
              <a:solidFill>
                <a:srgbClr val="94B64E"/>
              </a:solidFill>
              <a:miter lim="800000"/>
              <a:headEnd/>
              <a:tailEnd/>
            </a:ln>
          </p:spPr>
          <p:txBody>
            <a:bodyPr lIns="121920" tIns="60960" rIns="121920" bIns="60960"/>
            <a:lstStyle/>
            <a:p>
              <a:endParaRPr lang="el-GR" sz="2400">
                <a:solidFill>
                  <a:srgbClr val="000000"/>
                </a:solidFill>
              </a:endParaRPr>
            </a:p>
          </p:txBody>
        </p:sp>
        <p:grpSp>
          <p:nvGrpSpPr>
            <p:cNvPr id="528393" name="Group 99"/>
            <p:cNvGrpSpPr>
              <a:grpSpLocks/>
            </p:cNvGrpSpPr>
            <p:nvPr/>
          </p:nvGrpSpPr>
          <p:grpSpPr bwMode="auto">
            <a:xfrm>
              <a:off x="4752322" y="1646206"/>
              <a:ext cx="905222" cy="909432"/>
              <a:chOff x="4752322" y="1646206"/>
              <a:chExt cx="905222" cy="909432"/>
            </a:xfrm>
          </p:grpSpPr>
          <p:sp>
            <p:nvSpPr>
              <p:cNvPr id="528394" name="Oval 6"/>
              <p:cNvSpPr>
                <a:spLocks noChangeArrowheads="1"/>
              </p:cNvSpPr>
              <p:nvPr/>
            </p:nvSpPr>
            <p:spPr bwMode="auto">
              <a:xfrm rot="5400000">
                <a:off x="4750217" y="1648311"/>
                <a:ext cx="909432" cy="905222"/>
              </a:xfrm>
              <a:prstGeom prst="ellipse">
                <a:avLst/>
              </a:prstGeom>
              <a:solidFill>
                <a:srgbClr val="94B64E"/>
              </a:solidFill>
              <a:ln w="9525">
                <a:noFill/>
                <a:miter lim="800000"/>
                <a:headEnd/>
                <a:tailEnd/>
              </a:ln>
            </p:spPr>
            <p:txBody>
              <a:bodyPr lIns="121920" tIns="60960" rIns="121920" bIns="60960"/>
              <a:lstStyle/>
              <a:p>
                <a:endParaRPr lang="el-GR" sz="2400">
                  <a:solidFill>
                    <a:srgbClr val="000000"/>
                  </a:solidFill>
                </a:endParaRPr>
              </a:p>
            </p:txBody>
          </p:sp>
          <p:sp>
            <p:nvSpPr>
              <p:cNvPr id="528395" name="Freeform 71"/>
              <p:cNvSpPr>
                <a:spLocks noEditPoints="1"/>
              </p:cNvSpPr>
              <p:nvPr/>
            </p:nvSpPr>
            <p:spPr bwMode="auto">
              <a:xfrm>
                <a:off x="5047830" y="1843480"/>
                <a:ext cx="314207" cy="476823"/>
              </a:xfrm>
              <a:custGeom>
                <a:avLst/>
                <a:gdLst>
                  <a:gd name="T0" fmla="*/ 557049763 w 48"/>
                  <a:gd name="T1" fmla="*/ 2147483647 h 73"/>
                  <a:gd name="T2" fmla="*/ 1542592639 w 48"/>
                  <a:gd name="T3" fmla="*/ 2147483647 h 73"/>
                  <a:gd name="T4" fmla="*/ 1542592639 w 48"/>
                  <a:gd name="T5" fmla="*/ 2147483647 h 73"/>
                  <a:gd name="T6" fmla="*/ 1585442605 w 48"/>
                  <a:gd name="T7" fmla="*/ 2147483647 h 73"/>
                  <a:gd name="T8" fmla="*/ 1628292571 w 48"/>
                  <a:gd name="T9" fmla="*/ 2147483647 h 73"/>
                  <a:gd name="T10" fmla="*/ 1028399593 w 48"/>
                  <a:gd name="T11" fmla="*/ 1749254654 h 73"/>
                  <a:gd name="T12" fmla="*/ 471349831 w 48"/>
                  <a:gd name="T13" fmla="*/ 2147483647 h 73"/>
                  <a:gd name="T14" fmla="*/ 471349831 w 48"/>
                  <a:gd name="T15" fmla="*/ 2147483647 h 73"/>
                  <a:gd name="T16" fmla="*/ 557049763 w 48"/>
                  <a:gd name="T17" fmla="*/ 2147483647 h 73"/>
                  <a:gd name="T18" fmla="*/ 557049763 w 48"/>
                  <a:gd name="T19" fmla="*/ 2147483647 h 73"/>
                  <a:gd name="T20" fmla="*/ 1885392776 w 48"/>
                  <a:gd name="T21" fmla="*/ 469311413 h 73"/>
                  <a:gd name="T22" fmla="*/ 2056792640 w 48"/>
                  <a:gd name="T23" fmla="*/ 298654471 h 73"/>
                  <a:gd name="T24" fmla="*/ 2056792640 w 48"/>
                  <a:gd name="T25" fmla="*/ 213322734 h 73"/>
                  <a:gd name="T26" fmla="*/ 1885392776 w 48"/>
                  <a:gd name="T27" fmla="*/ 0 h 73"/>
                  <a:gd name="T28" fmla="*/ 214249881 w 48"/>
                  <a:gd name="T29" fmla="*/ 0 h 73"/>
                  <a:gd name="T30" fmla="*/ 0 w 48"/>
                  <a:gd name="T31" fmla="*/ 213322734 h 73"/>
                  <a:gd name="T32" fmla="*/ 0 w 48"/>
                  <a:gd name="T33" fmla="*/ 298654471 h 73"/>
                  <a:gd name="T34" fmla="*/ 171399915 w 48"/>
                  <a:gd name="T35" fmla="*/ 469311413 h 73"/>
                  <a:gd name="T36" fmla="*/ 1885392776 w 48"/>
                  <a:gd name="T37" fmla="*/ 469311413 h 73"/>
                  <a:gd name="T38" fmla="*/ 1713992503 w 48"/>
                  <a:gd name="T39" fmla="*/ 554643099 h 73"/>
                  <a:gd name="T40" fmla="*/ 1885392776 w 48"/>
                  <a:gd name="T41" fmla="*/ 554643099 h 73"/>
                  <a:gd name="T42" fmla="*/ 1328342809 w 48"/>
                  <a:gd name="T43" fmla="*/ 1535931563 h 73"/>
                  <a:gd name="T44" fmla="*/ 1885392776 w 48"/>
                  <a:gd name="T45" fmla="*/ 2147483647 h 73"/>
                  <a:gd name="T46" fmla="*/ 1713992503 w 48"/>
                  <a:gd name="T47" fmla="*/ 2147483647 h 73"/>
                  <a:gd name="T48" fmla="*/ 1114092979 w 48"/>
                  <a:gd name="T49" fmla="*/ 1621256717 h 73"/>
                  <a:gd name="T50" fmla="*/ 1071243013 w 48"/>
                  <a:gd name="T51" fmla="*/ 1535931563 h 73"/>
                  <a:gd name="T52" fmla="*/ 1114092979 w 48"/>
                  <a:gd name="T53" fmla="*/ 1493265720 h 73"/>
                  <a:gd name="T54" fmla="*/ 1114092979 w 48"/>
                  <a:gd name="T55" fmla="*/ 1493265720 h 73"/>
                  <a:gd name="T56" fmla="*/ 1713992503 w 48"/>
                  <a:gd name="T57" fmla="*/ 554643099 h 73"/>
                  <a:gd name="T58" fmla="*/ 171399915 w 48"/>
                  <a:gd name="T59" fmla="*/ 2147483647 h 73"/>
                  <a:gd name="T60" fmla="*/ 0 w 48"/>
                  <a:gd name="T61" fmla="*/ 2147483647 h 73"/>
                  <a:gd name="T62" fmla="*/ 0 w 48"/>
                  <a:gd name="T63" fmla="*/ 2147483647 h 73"/>
                  <a:gd name="T64" fmla="*/ 214249881 w 48"/>
                  <a:gd name="T65" fmla="*/ 2147483647 h 73"/>
                  <a:gd name="T66" fmla="*/ 1885392776 w 48"/>
                  <a:gd name="T67" fmla="*/ 2147483647 h 73"/>
                  <a:gd name="T68" fmla="*/ 2056792640 w 48"/>
                  <a:gd name="T69" fmla="*/ 2147483647 h 73"/>
                  <a:gd name="T70" fmla="*/ 2056792640 w 48"/>
                  <a:gd name="T71" fmla="*/ 2147483647 h 73"/>
                  <a:gd name="T72" fmla="*/ 1885392776 w 48"/>
                  <a:gd name="T73" fmla="*/ 2147483647 h 73"/>
                  <a:gd name="T74" fmla="*/ 171399915 w 48"/>
                  <a:gd name="T75" fmla="*/ 2147483647 h 73"/>
                  <a:gd name="T76" fmla="*/ 342799830 w 48"/>
                  <a:gd name="T77" fmla="*/ 2147483647 h 73"/>
                  <a:gd name="T78" fmla="*/ 171399915 w 48"/>
                  <a:gd name="T79" fmla="*/ 2147483647 h 73"/>
                  <a:gd name="T80" fmla="*/ 771299593 w 48"/>
                  <a:gd name="T81" fmla="*/ 1535931563 h 73"/>
                  <a:gd name="T82" fmla="*/ 171399915 w 48"/>
                  <a:gd name="T83" fmla="*/ 554643099 h 73"/>
                  <a:gd name="T84" fmla="*/ 342799830 w 48"/>
                  <a:gd name="T85" fmla="*/ 554643099 h 73"/>
                  <a:gd name="T86" fmla="*/ 942699661 w 48"/>
                  <a:gd name="T87" fmla="*/ 1493265720 h 73"/>
                  <a:gd name="T88" fmla="*/ 1028399593 w 48"/>
                  <a:gd name="T89" fmla="*/ 1578590874 h 73"/>
                  <a:gd name="T90" fmla="*/ 942699661 w 48"/>
                  <a:gd name="T91" fmla="*/ 1621256717 h 73"/>
                  <a:gd name="T92" fmla="*/ 342799830 w 48"/>
                  <a:gd name="T93" fmla="*/ 2147483647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sp>
        <p:nvSpPr>
          <p:cNvPr id="54" name="Text Box 10"/>
          <p:cNvSpPr txBox="1">
            <a:spLocks noChangeArrowheads="1"/>
          </p:cNvSpPr>
          <p:nvPr/>
        </p:nvSpPr>
        <p:spPr bwMode="auto">
          <a:xfrm>
            <a:off x="7657397" y="3034662"/>
            <a:ext cx="4367213" cy="2015936"/>
          </a:xfrm>
          <a:prstGeom prst="rect">
            <a:avLst/>
          </a:prstGeom>
          <a:noFill/>
          <a:ln w="9525">
            <a:noFill/>
            <a:miter lim="800000"/>
            <a:headEnd/>
            <a:tailEnd/>
          </a:ln>
        </p:spPr>
        <p:txBody>
          <a:bodyPr lIns="45720" tIns="22860" rIns="45720" bIns="22860">
            <a:spAutoFit/>
          </a:bodyPr>
          <a:lstStyle/>
          <a:p>
            <a:pPr algn="ctr" defTabSz="1087438" rtl="1"/>
            <a:r>
              <a:rPr lang="ar-JO" sz="3200" b="1" dirty="0"/>
              <a:t>نقل شاشة المتعلم المتميز للآخرين، بحيث يستطيع الجميع مشاهدة ما يعرضه من عمل متميز</a:t>
            </a:r>
            <a:endParaRPr lang="en-US" sz="3200" b="1" dirty="0">
              <a:solidFill>
                <a:srgbClr val="A6A6A6"/>
              </a:solidFill>
              <a:latin typeface="Open Sans"/>
              <a:ea typeface="Open Sans"/>
              <a:cs typeface="Open Sans"/>
            </a:endParaRPr>
          </a:p>
        </p:txBody>
      </p:sp>
      <p:sp>
        <p:nvSpPr>
          <p:cNvPr id="2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58172415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200"/>
                                        <p:tgtEl>
                                          <p:spTgt spid="72"/>
                                        </p:tgtEl>
                                      </p:cBhvr>
                                    </p:animEffect>
                                  </p:childTnLst>
                                </p:cTn>
                              </p:par>
                            </p:childTnLst>
                          </p:cTn>
                        </p:par>
                        <p:par>
                          <p:cTn id="8" fill="hold">
                            <p:stCondLst>
                              <p:cond delay="200"/>
                            </p:stCondLst>
                            <p:childTnLst>
                              <p:par>
                                <p:cTn id="9" presetID="2" presetClass="entr" presetSubtype="4" fill="hold" nodeType="afterEffect">
                                  <p:stCondLst>
                                    <p:cond delay="0"/>
                                  </p:stCondLst>
                                  <p:childTnLst>
                                    <p:set>
                                      <p:cBhvr>
                                        <p:cTn id="10" dur="1" fill="hold">
                                          <p:stCondLst>
                                            <p:cond delay="0"/>
                                          </p:stCondLst>
                                        </p:cTn>
                                        <p:tgtEl>
                                          <p:spTgt spid="107"/>
                                        </p:tgtEl>
                                        <p:attrNameLst>
                                          <p:attrName>style.visibility</p:attrName>
                                        </p:attrNameLst>
                                      </p:cBhvr>
                                      <p:to>
                                        <p:strVal val="visible"/>
                                      </p:to>
                                    </p:set>
                                    <p:anim calcmode="lin" valueType="num">
                                      <p:cBhvr additive="base">
                                        <p:cTn id="11" dur="500" fill="hold"/>
                                        <p:tgtEl>
                                          <p:spTgt spid="107"/>
                                        </p:tgtEl>
                                        <p:attrNameLst>
                                          <p:attrName>ppt_x</p:attrName>
                                        </p:attrNameLst>
                                      </p:cBhvr>
                                      <p:tavLst>
                                        <p:tav tm="0">
                                          <p:val>
                                            <p:strVal val="#ppt_x"/>
                                          </p:val>
                                        </p:tav>
                                        <p:tav tm="100000">
                                          <p:val>
                                            <p:strVal val="#ppt_x"/>
                                          </p:val>
                                        </p:tav>
                                      </p:tavLst>
                                    </p:anim>
                                    <p:anim calcmode="lin" valueType="num">
                                      <p:cBhvr additive="base">
                                        <p:cTn id="12" dur="500" fill="hold"/>
                                        <p:tgtEl>
                                          <p:spTgt spid="107"/>
                                        </p:tgtEl>
                                        <p:attrNameLst>
                                          <p:attrName>ppt_y</p:attrName>
                                        </p:attrNameLst>
                                      </p:cBhvr>
                                      <p:tavLst>
                                        <p:tav tm="0">
                                          <p:val>
                                            <p:strVal val="1+#ppt_h/2"/>
                                          </p:val>
                                        </p:tav>
                                        <p:tav tm="100000">
                                          <p:val>
                                            <p:strVal val="#ppt_y"/>
                                          </p:val>
                                        </p:tav>
                                      </p:tavLst>
                                    </p:anim>
                                  </p:childTnLst>
                                </p:cTn>
                              </p:par>
                            </p:childTnLst>
                          </p:cTn>
                        </p:par>
                        <p:par>
                          <p:cTn id="13" fill="hold">
                            <p:stCondLst>
                              <p:cond delay="700"/>
                            </p:stCondLst>
                            <p:childTnLst>
                              <p:par>
                                <p:cTn id="14" presetID="2" presetClass="entr" presetSubtype="4" fill="hold" grpId="0" nodeType="afterEffect">
                                  <p:stCondLst>
                                    <p:cond delay="0"/>
                                  </p:stCondLst>
                                  <p:childTnLst>
                                    <p:set>
                                      <p:cBhvr>
                                        <p:cTn id="15" dur="1" fill="hold">
                                          <p:stCondLst>
                                            <p:cond delay="0"/>
                                          </p:stCondLst>
                                        </p:cTn>
                                        <p:tgtEl>
                                          <p:spTgt spid="79"/>
                                        </p:tgtEl>
                                        <p:attrNameLst>
                                          <p:attrName>style.visibility</p:attrName>
                                        </p:attrNameLst>
                                      </p:cBhvr>
                                      <p:to>
                                        <p:strVal val="visible"/>
                                      </p:to>
                                    </p:set>
                                    <p:anim calcmode="lin" valueType="num">
                                      <p:cBhvr additive="base">
                                        <p:cTn id="16" dur="500" fill="hold"/>
                                        <p:tgtEl>
                                          <p:spTgt spid="79"/>
                                        </p:tgtEl>
                                        <p:attrNameLst>
                                          <p:attrName>ppt_x</p:attrName>
                                        </p:attrNameLst>
                                      </p:cBhvr>
                                      <p:tavLst>
                                        <p:tav tm="0">
                                          <p:val>
                                            <p:strVal val="#ppt_x"/>
                                          </p:val>
                                        </p:tav>
                                        <p:tav tm="100000">
                                          <p:val>
                                            <p:strVal val="#ppt_x"/>
                                          </p:val>
                                        </p:tav>
                                      </p:tavLst>
                                    </p:anim>
                                    <p:anim calcmode="lin" valueType="num">
                                      <p:cBhvr additive="base">
                                        <p:cTn id="17" dur="500" fill="hold"/>
                                        <p:tgtEl>
                                          <p:spTgt spid="79"/>
                                        </p:tgtEl>
                                        <p:attrNameLst>
                                          <p:attrName>ppt_y</p:attrName>
                                        </p:attrNameLst>
                                      </p:cBhvr>
                                      <p:tavLst>
                                        <p:tav tm="0">
                                          <p:val>
                                            <p:strVal val="1+#ppt_h/2"/>
                                          </p:val>
                                        </p:tav>
                                        <p:tav tm="100000">
                                          <p:val>
                                            <p:strVal val="#ppt_y"/>
                                          </p:val>
                                        </p:tav>
                                      </p:tavLst>
                                    </p:anim>
                                  </p:childTnLst>
                                </p:cTn>
                              </p:par>
                            </p:childTnLst>
                          </p:cTn>
                        </p:par>
                        <p:par>
                          <p:cTn id="18" fill="hold">
                            <p:stCondLst>
                              <p:cond delay="1200"/>
                            </p:stCondLst>
                            <p:childTnLst>
                              <p:par>
                                <p:cTn id="19" presetID="2" presetClass="entr" presetSubtype="4" fill="hold" nodeType="afterEffect">
                                  <p:stCondLst>
                                    <p:cond delay="0"/>
                                  </p:stCondLst>
                                  <p:childTnLst>
                                    <p:set>
                                      <p:cBhvr>
                                        <p:cTn id="20" dur="1" fill="hold">
                                          <p:stCondLst>
                                            <p:cond delay="0"/>
                                          </p:stCondLst>
                                        </p:cTn>
                                        <p:tgtEl>
                                          <p:spTgt spid="108"/>
                                        </p:tgtEl>
                                        <p:attrNameLst>
                                          <p:attrName>style.visibility</p:attrName>
                                        </p:attrNameLst>
                                      </p:cBhvr>
                                      <p:to>
                                        <p:strVal val="visible"/>
                                      </p:to>
                                    </p:set>
                                    <p:anim calcmode="lin" valueType="num">
                                      <p:cBhvr additive="base">
                                        <p:cTn id="21" dur="500" fill="hold"/>
                                        <p:tgtEl>
                                          <p:spTgt spid="108"/>
                                        </p:tgtEl>
                                        <p:attrNameLst>
                                          <p:attrName>ppt_x</p:attrName>
                                        </p:attrNameLst>
                                      </p:cBhvr>
                                      <p:tavLst>
                                        <p:tav tm="0">
                                          <p:val>
                                            <p:strVal val="#ppt_x"/>
                                          </p:val>
                                        </p:tav>
                                        <p:tav tm="100000">
                                          <p:val>
                                            <p:strVal val="#ppt_x"/>
                                          </p:val>
                                        </p:tav>
                                      </p:tavLst>
                                    </p:anim>
                                    <p:anim calcmode="lin" valueType="num">
                                      <p:cBhvr additive="base">
                                        <p:cTn id="22" dur="500" fill="hold"/>
                                        <p:tgtEl>
                                          <p:spTgt spid="108"/>
                                        </p:tgtEl>
                                        <p:attrNameLst>
                                          <p:attrName>ppt_y</p:attrName>
                                        </p:attrNameLst>
                                      </p:cBhvr>
                                      <p:tavLst>
                                        <p:tav tm="0">
                                          <p:val>
                                            <p:strVal val="1+#ppt_h/2"/>
                                          </p:val>
                                        </p:tav>
                                        <p:tav tm="100000">
                                          <p:val>
                                            <p:strVal val="#ppt_y"/>
                                          </p:val>
                                        </p:tav>
                                      </p:tavLst>
                                    </p:anim>
                                  </p:childTnLst>
                                </p:cTn>
                              </p:par>
                            </p:childTnLst>
                          </p:cTn>
                        </p:par>
                        <p:par>
                          <p:cTn id="23" fill="hold">
                            <p:stCondLst>
                              <p:cond delay="1700"/>
                            </p:stCondLst>
                            <p:childTnLst>
                              <p:par>
                                <p:cTn id="24" presetID="2" presetClass="entr" presetSubtype="4" fill="hold" grpId="0" nodeType="afterEffect">
                                  <p:stCondLst>
                                    <p:cond delay="0"/>
                                  </p:stCondLst>
                                  <p:childTnLst>
                                    <p:set>
                                      <p:cBhvr>
                                        <p:cTn id="25" dur="1" fill="hold">
                                          <p:stCondLst>
                                            <p:cond delay="0"/>
                                          </p:stCondLst>
                                        </p:cTn>
                                        <p:tgtEl>
                                          <p:spTgt spid="77"/>
                                        </p:tgtEl>
                                        <p:attrNameLst>
                                          <p:attrName>style.visibility</p:attrName>
                                        </p:attrNameLst>
                                      </p:cBhvr>
                                      <p:to>
                                        <p:strVal val="visible"/>
                                      </p:to>
                                    </p:set>
                                    <p:anim calcmode="lin" valueType="num">
                                      <p:cBhvr additive="base">
                                        <p:cTn id="26" dur="500" fill="hold"/>
                                        <p:tgtEl>
                                          <p:spTgt spid="77"/>
                                        </p:tgtEl>
                                        <p:attrNameLst>
                                          <p:attrName>ppt_x</p:attrName>
                                        </p:attrNameLst>
                                      </p:cBhvr>
                                      <p:tavLst>
                                        <p:tav tm="0">
                                          <p:val>
                                            <p:strVal val="#ppt_x"/>
                                          </p:val>
                                        </p:tav>
                                        <p:tav tm="100000">
                                          <p:val>
                                            <p:strVal val="#ppt_x"/>
                                          </p:val>
                                        </p:tav>
                                      </p:tavLst>
                                    </p:anim>
                                    <p:anim calcmode="lin" valueType="num">
                                      <p:cBhvr additive="base">
                                        <p:cTn id="27" dur="500" fill="hold"/>
                                        <p:tgtEl>
                                          <p:spTgt spid="77"/>
                                        </p:tgtEl>
                                        <p:attrNameLst>
                                          <p:attrName>ppt_y</p:attrName>
                                        </p:attrNameLst>
                                      </p:cBhvr>
                                      <p:tavLst>
                                        <p:tav tm="0">
                                          <p:val>
                                            <p:strVal val="1+#ppt_h/2"/>
                                          </p:val>
                                        </p:tav>
                                        <p:tav tm="100000">
                                          <p:val>
                                            <p:strVal val="#ppt_y"/>
                                          </p:val>
                                        </p:tav>
                                      </p:tavLst>
                                    </p:anim>
                                  </p:childTnLst>
                                </p:cTn>
                              </p:par>
                            </p:childTnLst>
                          </p:cTn>
                        </p:par>
                        <p:par>
                          <p:cTn id="28" fill="hold">
                            <p:stCondLst>
                              <p:cond delay="2200"/>
                            </p:stCondLst>
                            <p:childTnLst>
                              <p:par>
                                <p:cTn id="29" presetID="2" presetClass="entr" presetSubtype="4" fill="hold" nodeType="afterEffect">
                                  <p:stCondLst>
                                    <p:cond delay="0"/>
                                  </p:stCondLst>
                                  <p:childTnLst>
                                    <p:set>
                                      <p:cBhvr>
                                        <p:cTn id="30" dur="1" fill="hold">
                                          <p:stCondLst>
                                            <p:cond delay="0"/>
                                          </p:stCondLst>
                                        </p:cTn>
                                        <p:tgtEl>
                                          <p:spTgt spid="110"/>
                                        </p:tgtEl>
                                        <p:attrNameLst>
                                          <p:attrName>style.visibility</p:attrName>
                                        </p:attrNameLst>
                                      </p:cBhvr>
                                      <p:to>
                                        <p:strVal val="visible"/>
                                      </p:to>
                                    </p:set>
                                    <p:anim calcmode="lin" valueType="num">
                                      <p:cBhvr additive="base">
                                        <p:cTn id="31" dur="500" fill="hold"/>
                                        <p:tgtEl>
                                          <p:spTgt spid="110"/>
                                        </p:tgtEl>
                                        <p:attrNameLst>
                                          <p:attrName>ppt_x</p:attrName>
                                        </p:attrNameLst>
                                      </p:cBhvr>
                                      <p:tavLst>
                                        <p:tav tm="0">
                                          <p:val>
                                            <p:strVal val="#ppt_x"/>
                                          </p:val>
                                        </p:tav>
                                        <p:tav tm="100000">
                                          <p:val>
                                            <p:strVal val="#ppt_x"/>
                                          </p:val>
                                        </p:tav>
                                      </p:tavLst>
                                    </p:anim>
                                    <p:anim calcmode="lin" valueType="num">
                                      <p:cBhvr additive="base">
                                        <p:cTn id="32" dur="500" fill="hold"/>
                                        <p:tgtEl>
                                          <p:spTgt spid="110"/>
                                        </p:tgtEl>
                                        <p:attrNameLst>
                                          <p:attrName>ppt_y</p:attrName>
                                        </p:attrNameLst>
                                      </p:cBhvr>
                                      <p:tavLst>
                                        <p:tav tm="0">
                                          <p:val>
                                            <p:strVal val="1+#ppt_h/2"/>
                                          </p:val>
                                        </p:tav>
                                        <p:tav tm="100000">
                                          <p:val>
                                            <p:strVal val="#ppt_y"/>
                                          </p:val>
                                        </p:tav>
                                      </p:tavLst>
                                    </p:anim>
                                  </p:childTnLst>
                                </p:cTn>
                              </p:par>
                            </p:childTnLst>
                          </p:cTn>
                        </p:par>
                        <p:par>
                          <p:cTn id="33" fill="hold">
                            <p:stCondLst>
                              <p:cond delay="2700"/>
                            </p:stCondLst>
                            <p:childTnLst>
                              <p:par>
                                <p:cTn id="34" presetID="2" presetClass="entr" presetSubtype="4" fill="hold" grpId="0" nodeType="afterEffect">
                                  <p:stCondLst>
                                    <p:cond delay="0"/>
                                  </p:stCondLst>
                                  <p:childTnLst>
                                    <p:set>
                                      <p:cBhvr>
                                        <p:cTn id="35" dur="1" fill="hold">
                                          <p:stCondLst>
                                            <p:cond delay="0"/>
                                          </p:stCondLst>
                                        </p:cTn>
                                        <p:tgtEl>
                                          <p:spTgt spid="54"/>
                                        </p:tgtEl>
                                        <p:attrNameLst>
                                          <p:attrName>style.visibility</p:attrName>
                                        </p:attrNameLst>
                                      </p:cBhvr>
                                      <p:to>
                                        <p:strVal val="visible"/>
                                      </p:to>
                                    </p:set>
                                    <p:anim calcmode="lin" valueType="num">
                                      <p:cBhvr additive="base">
                                        <p:cTn id="36" dur="500" fill="hold"/>
                                        <p:tgtEl>
                                          <p:spTgt spid="54"/>
                                        </p:tgtEl>
                                        <p:attrNameLst>
                                          <p:attrName>ppt_x</p:attrName>
                                        </p:attrNameLst>
                                      </p:cBhvr>
                                      <p:tavLst>
                                        <p:tav tm="0">
                                          <p:val>
                                            <p:strVal val="#ppt_x"/>
                                          </p:val>
                                        </p:tav>
                                        <p:tav tm="100000">
                                          <p:val>
                                            <p:strVal val="#ppt_x"/>
                                          </p:val>
                                        </p:tav>
                                      </p:tavLst>
                                    </p:anim>
                                    <p:anim calcmode="lin" valueType="num">
                                      <p:cBhvr additive="base">
                                        <p:cTn id="37"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7" grpId="0"/>
      <p:bldP spid="79" grpId="0"/>
      <p:bldP spid="54"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1647229" y="112491"/>
            <a:ext cx="420914" cy="307777"/>
          </a:xfrm>
          <a:prstGeom prst="rect">
            <a:avLst/>
          </a:prstGeom>
          <a:noFill/>
        </p:spPr>
        <p:txBody>
          <a:bodyPr wrap="square" rtlCol="0">
            <a:spAutoFit/>
          </a:bodyPr>
          <a:lstStyle/>
          <a:p>
            <a:pPr algn="ctr" defTabSz="457200" fontAlgn="auto">
              <a:spcBef>
                <a:spcPts val="0"/>
              </a:spcBef>
              <a:spcAft>
                <a:spcPts val="0"/>
              </a:spcAft>
            </a:pPr>
            <a:endParaRPr lang="id-ID" sz="1400" dirty="0">
              <a:solidFill>
                <a:prstClr val="white">
                  <a:lumMod val="95000"/>
                </a:prstClr>
              </a:solidFill>
              <a:latin typeface="Arial" panose="020B0604020202020204" pitchFamily="34" charset="0"/>
              <a:cs typeface="Arial" panose="020B0604020202020204" pitchFamily="34" charset="0"/>
            </a:endParaRPr>
          </a:p>
        </p:txBody>
      </p:sp>
      <p:sp>
        <p:nvSpPr>
          <p:cNvPr id="10" name="Content Placeholder 2"/>
          <p:cNvSpPr txBox="1">
            <a:spLocks/>
          </p:cNvSpPr>
          <p:nvPr/>
        </p:nvSpPr>
        <p:spPr>
          <a:xfrm>
            <a:off x="1228038" y="663550"/>
            <a:ext cx="9512388" cy="131206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a:r>
              <a:rPr lang="ar-JO" sz="4000" b="1" u="sng" dirty="0"/>
              <a:t>2- أنواع الفصول الافتراضية </a:t>
            </a:r>
            <a:endParaRPr lang="en-US" sz="4000" u="sng" dirty="0"/>
          </a:p>
          <a:p>
            <a:pPr algn="ctr" fontAlgn="auto">
              <a:buClr>
                <a:srgbClr val="E84C22">
                  <a:lumMod val="75000"/>
                </a:srgbClr>
              </a:buClr>
            </a:pPr>
            <a:r>
              <a:rPr lang="ar-SA" sz="3200" b="1" dirty="0"/>
              <a:t>يمكن تقسيم الفصول الافتراضية إلى قسمين وذلك حسب الأدوات والبرمجيات والتقنيات المستخدمة في هذه الفصول</a:t>
            </a:r>
            <a:endParaRPr lang="en-US" sz="3200" b="1" dirty="0">
              <a:solidFill>
                <a:prstClr val="white">
                  <a:lumMod val="65000"/>
                </a:prstClr>
              </a:solidFill>
              <a:latin typeface="Roboto" panose="02000000000000000000" pitchFamily="2" charset="0"/>
              <a:ea typeface="Roboto" panose="02000000000000000000" pitchFamily="2" charset="0"/>
            </a:endParaRPr>
          </a:p>
        </p:txBody>
      </p:sp>
      <p:grpSp>
        <p:nvGrpSpPr>
          <p:cNvPr id="47" name="Group 46"/>
          <p:cNvGrpSpPr/>
          <p:nvPr/>
        </p:nvGrpSpPr>
        <p:grpSpPr>
          <a:xfrm>
            <a:off x="-776217" y="3121772"/>
            <a:ext cx="5025622" cy="2325503"/>
            <a:chOff x="1336541" y="2569569"/>
            <a:chExt cx="5025622" cy="2325503"/>
          </a:xfrm>
        </p:grpSpPr>
        <p:sp>
          <p:nvSpPr>
            <p:cNvPr id="12" name="Oval 11"/>
            <p:cNvSpPr/>
            <p:nvPr/>
          </p:nvSpPr>
          <p:spPr>
            <a:xfrm>
              <a:off x="6217928" y="3876919"/>
              <a:ext cx="144235" cy="144233"/>
            </a:xfrm>
            <a:prstGeom prst="ellipse">
              <a:avLst/>
            </a:prstGeom>
            <a:ln>
              <a:noFill/>
            </a:ln>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sp>
        <p:sp>
          <p:nvSpPr>
            <p:cNvPr id="13" name="Oval 12"/>
            <p:cNvSpPr/>
            <p:nvPr/>
          </p:nvSpPr>
          <p:spPr>
            <a:xfrm>
              <a:off x="5953580" y="3876919"/>
              <a:ext cx="144235" cy="144233"/>
            </a:xfrm>
            <a:prstGeom prst="ellipse">
              <a:avLst/>
            </a:prstGeom>
            <a:ln>
              <a:noFill/>
            </a:ln>
          </p:spPr>
          <p:style>
            <a:lnRef idx="2">
              <a:schemeClr val="accent3">
                <a:hueOff val="20451"/>
                <a:satOff val="1047"/>
                <a:lumOff val="440"/>
                <a:alphaOff val="0"/>
              </a:schemeClr>
            </a:lnRef>
            <a:fillRef idx="1">
              <a:schemeClr val="accent3">
                <a:hueOff val="20451"/>
                <a:satOff val="1047"/>
                <a:lumOff val="440"/>
                <a:alphaOff val="0"/>
              </a:schemeClr>
            </a:fillRef>
            <a:effectRef idx="0">
              <a:schemeClr val="accent3">
                <a:hueOff val="20451"/>
                <a:satOff val="1047"/>
                <a:lumOff val="440"/>
                <a:alphaOff val="0"/>
              </a:schemeClr>
            </a:effectRef>
            <a:fontRef idx="minor">
              <a:schemeClr val="lt1"/>
            </a:fontRef>
          </p:style>
        </p:sp>
        <p:sp>
          <p:nvSpPr>
            <p:cNvPr id="14" name="Oval 13"/>
            <p:cNvSpPr/>
            <p:nvPr/>
          </p:nvSpPr>
          <p:spPr>
            <a:xfrm>
              <a:off x="5680351" y="3868036"/>
              <a:ext cx="161999" cy="161999"/>
            </a:xfrm>
            <a:prstGeom prst="ellipse">
              <a:avLst/>
            </a:prstGeom>
            <a:ln>
              <a:noFill/>
            </a:ln>
          </p:spPr>
          <p:style>
            <a:lnRef idx="2">
              <a:schemeClr val="accent3">
                <a:hueOff val="40902"/>
                <a:satOff val="2094"/>
                <a:lumOff val="879"/>
                <a:alphaOff val="0"/>
              </a:schemeClr>
            </a:lnRef>
            <a:fillRef idx="1">
              <a:schemeClr val="accent3">
                <a:hueOff val="40902"/>
                <a:satOff val="2094"/>
                <a:lumOff val="879"/>
                <a:alphaOff val="0"/>
              </a:schemeClr>
            </a:fillRef>
            <a:effectRef idx="0">
              <a:schemeClr val="accent3">
                <a:hueOff val="40902"/>
                <a:satOff val="2094"/>
                <a:lumOff val="879"/>
                <a:alphaOff val="0"/>
              </a:schemeClr>
            </a:effectRef>
            <a:fontRef idx="minor">
              <a:schemeClr val="lt1"/>
            </a:fontRef>
          </p:style>
        </p:sp>
        <p:sp>
          <p:nvSpPr>
            <p:cNvPr id="16" name="Oval 15"/>
            <p:cNvSpPr/>
            <p:nvPr/>
          </p:nvSpPr>
          <p:spPr>
            <a:xfrm>
              <a:off x="5407505" y="3859036"/>
              <a:ext cx="179999" cy="180000"/>
            </a:xfrm>
            <a:prstGeom prst="ellipse">
              <a:avLst/>
            </a:prstGeom>
            <a:solidFill>
              <a:schemeClr val="accent3">
                <a:lumMod val="60000"/>
                <a:lumOff val="40000"/>
              </a:schemeClr>
            </a:solidFill>
            <a:ln>
              <a:noFill/>
            </a:ln>
          </p:spPr>
          <p:style>
            <a:lnRef idx="2">
              <a:schemeClr val="accent3">
                <a:hueOff val="61352"/>
                <a:satOff val="3140"/>
                <a:lumOff val="1319"/>
                <a:alphaOff val="0"/>
              </a:schemeClr>
            </a:lnRef>
            <a:fillRef idx="1">
              <a:schemeClr val="accent3">
                <a:hueOff val="61352"/>
                <a:satOff val="3140"/>
                <a:lumOff val="1319"/>
                <a:alphaOff val="0"/>
              </a:schemeClr>
            </a:fillRef>
            <a:effectRef idx="0">
              <a:schemeClr val="accent3">
                <a:hueOff val="61352"/>
                <a:satOff val="3140"/>
                <a:lumOff val="1319"/>
                <a:alphaOff val="0"/>
              </a:schemeClr>
            </a:effectRef>
            <a:fontRef idx="minor">
              <a:schemeClr val="lt1"/>
            </a:fontRef>
          </p:style>
        </p:sp>
        <p:sp>
          <p:nvSpPr>
            <p:cNvPr id="17" name="Oval 16"/>
            <p:cNvSpPr/>
            <p:nvPr/>
          </p:nvSpPr>
          <p:spPr>
            <a:xfrm>
              <a:off x="5125157" y="3841036"/>
              <a:ext cx="215999" cy="216000"/>
            </a:xfrm>
            <a:prstGeom prst="ellipse">
              <a:avLst/>
            </a:prstGeom>
            <a:solidFill>
              <a:schemeClr val="accent4">
                <a:lumMod val="75000"/>
              </a:schemeClr>
            </a:solidFill>
            <a:ln>
              <a:noFill/>
            </a:ln>
          </p:spPr>
          <p:style>
            <a:lnRef idx="2">
              <a:schemeClr val="accent3">
                <a:hueOff val="81803"/>
                <a:satOff val="4187"/>
                <a:lumOff val="1759"/>
                <a:alphaOff val="0"/>
              </a:schemeClr>
            </a:lnRef>
            <a:fillRef idx="1">
              <a:schemeClr val="accent3">
                <a:hueOff val="81803"/>
                <a:satOff val="4187"/>
                <a:lumOff val="1759"/>
                <a:alphaOff val="0"/>
              </a:schemeClr>
            </a:fillRef>
            <a:effectRef idx="0">
              <a:schemeClr val="accent3">
                <a:hueOff val="81803"/>
                <a:satOff val="4187"/>
                <a:lumOff val="1759"/>
                <a:alphaOff val="0"/>
              </a:schemeClr>
            </a:effectRef>
            <a:fontRef idx="minor">
              <a:schemeClr val="lt1"/>
            </a:fontRef>
          </p:style>
        </p:sp>
        <p:sp>
          <p:nvSpPr>
            <p:cNvPr id="18" name="Oval 17"/>
            <p:cNvSpPr/>
            <p:nvPr/>
          </p:nvSpPr>
          <p:spPr>
            <a:xfrm>
              <a:off x="4752456" y="3804803"/>
              <a:ext cx="288470" cy="288703"/>
            </a:xfrm>
            <a:prstGeom prst="ellipse">
              <a:avLst/>
            </a:prstGeom>
            <a:ln>
              <a:noFill/>
            </a:ln>
          </p:spPr>
          <p:style>
            <a:lnRef idx="2">
              <a:schemeClr val="accent3">
                <a:hueOff val="102254"/>
                <a:satOff val="5234"/>
                <a:lumOff val="2198"/>
                <a:alphaOff val="0"/>
              </a:schemeClr>
            </a:lnRef>
            <a:fillRef idx="1">
              <a:schemeClr val="accent3">
                <a:hueOff val="102254"/>
                <a:satOff val="5234"/>
                <a:lumOff val="2198"/>
                <a:alphaOff val="0"/>
              </a:schemeClr>
            </a:fillRef>
            <a:effectRef idx="0">
              <a:schemeClr val="accent3">
                <a:hueOff val="102254"/>
                <a:satOff val="5234"/>
                <a:lumOff val="2198"/>
                <a:alphaOff val="0"/>
              </a:schemeClr>
            </a:effectRef>
            <a:fontRef idx="minor">
              <a:schemeClr val="lt1"/>
            </a:fontRef>
          </p:style>
        </p:sp>
        <p:sp>
          <p:nvSpPr>
            <p:cNvPr id="19" name="Oval 18"/>
            <p:cNvSpPr/>
            <p:nvPr/>
          </p:nvSpPr>
          <p:spPr>
            <a:xfrm>
              <a:off x="5982729" y="3578964"/>
              <a:ext cx="144235" cy="144233"/>
            </a:xfrm>
            <a:prstGeom prst="ellipse">
              <a:avLst/>
            </a:prstGeom>
            <a:ln>
              <a:noFill/>
            </a:ln>
          </p:spPr>
          <p:style>
            <a:lnRef idx="2">
              <a:schemeClr val="accent3">
                <a:hueOff val="122705"/>
                <a:satOff val="6281"/>
                <a:lumOff val="2638"/>
                <a:alphaOff val="0"/>
              </a:schemeClr>
            </a:lnRef>
            <a:fillRef idx="1">
              <a:schemeClr val="accent3">
                <a:hueOff val="122705"/>
                <a:satOff val="6281"/>
                <a:lumOff val="2638"/>
                <a:alphaOff val="0"/>
              </a:schemeClr>
            </a:fillRef>
            <a:effectRef idx="0">
              <a:schemeClr val="accent3">
                <a:hueOff val="122705"/>
                <a:satOff val="6281"/>
                <a:lumOff val="2638"/>
                <a:alphaOff val="0"/>
              </a:schemeClr>
            </a:effectRef>
            <a:fontRef idx="minor">
              <a:schemeClr val="lt1"/>
            </a:fontRef>
          </p:style>
        </p:sp>
        <p:sp>
          <p:nvSpPr>
            <p:cNvPr id="20" name="Oval 19"/>
            <p:cNvSpPr/>
            <p:nvPr/>
          </p:nvSpPr>
          <p:spPr>
            <a:xfrm>
              <a:off x="5982729" y="4177010"/>
              <a:ext cx="144235" cy="144233"/>
            </a:xfrm>
            <a:prstGeom prst="ellipse">
              <a:avLst/>
            </a:prstGeom>
            <a:ln>
              <a:noFill/>
            </a:ln>
          </p:spPr>
          <p:style>
            <a:lnRef idx="2">
              <a:schemeClr val="accent3">
                <a:hueOff val="143156"/>
                <a:satOff val="7328"/>
                <a:lumOff val="3078"/>
                <a:alphaOff val="0"/>
              </a:schemeClr>
            </a:lnRef>
            <a:fillRef idx="1">
              <a:schemeClr val="accent3">
                <a:hueOff val="143156"/>
                <a:satOff val="7328"/>
                <a:lumOff val="3078"/>
                <a:alphaOff val="0"/>
              </a:schemeClr>
            </a:fillRef>
            <a:effectRef idx="0">
              <a:schemeClr val="accent3">
                <a:hueOff val="143156"/>
                <a:satOff val="7328"/>
                <a:lumOff val="3078"/>
                <a:alphaOff val="0"/>
              </a:schemeClr>
            </a:effectRef>
            <a:fontRef idx="minor">
              <a:schemeClr val="lt1"/>
            </a:fontRef>
          </p:style>
        </p:sp>
        <p:sp>
          <p:nvSpPr>
            <p:cNvPr id="21" name="Oval 20"/>
            <p:cNvSpPr/>
            <p:nvPr/>
          </p:nvSpPr>
          <p:spPr>
            <a:xfrm>
              <a:off x="6111385" y="3708489"/>
              <a:ext cx="144235" cy="144233"/>
            </a:xfrm>
            <a:prstGeom prst="ellipse">
              <a:avLst/>
            </a:prstGeom>
            <a:ln>
              <a:noFill/>
            </a:ln>
          </p:spPr>
          <p:style>
            <a:lnRef idx="2">
              <a:schemeClr val="accent3">
                <a:hueOff val="163606"/>
                <a:satOff val="8374"/>
                <a:lumOff val="3518"/>
                <a:alphaOff val="0"/>
              </a:schemeClr>
            </a:lnRef>
            <a:fillRef idx="1">
              <a:schemeClr val="accent3">
                <a:hueOff val="163606"/>
                <a:satOff val="8374"/>
                <a:lumOff val="3518"/>
                <a:alphaOff val="0"/>
              </a:schemeClr>
            </a:fillRef>
            <a:effectRef idx="0">
              <a:schemeClr val="accent3">
                <a:hueOff val="163606"/>
                <a:satOff val="8374"/>
                <a:lumOff val="3518"/>
                <a:alphaOff val="0"/>
              </a:schemeClr>
            </a:effectRef>
            <a:fontRef idx="minor">
              <a:schemeClr val="lt1"/>
            </a:fontRef>
          </p:style>
        </p:sp>
        <p:sp>
          <p:nvSpPr>
            <p:cNvPr id="22" name="Oval 21"/>
            <p:cNvSpPr/>
            <p:nvPr/>
          </p:nvSpPr>
          <p:spPr>
            <a:xfrm>
              <a:off x="6119928" y="4048196"/>
              <a:ext cx="144235" cy="144233"/>
            </a:xfrm>
            <a:prstGeom prst="ellipse">
              <a:avLst/>
            </a:prstGeom>
            <a:ln>
              <a:noFill/>
            </a:ln>
          </p:spPr>
          <p:style>
            <a:lnRef idx="2">
              <a:schemeClr val="accent3">
                <a:hueOff val="184057"/>
                <a:satOff val="9421"/>
                <a:lumOff val="3957"/>
                <a:alphaOff val="0"/>
              </a:schemeClr>
            </a:lnRef>
            <a:fillRef idx="1">
              <a:schemeClr val="accent3">
                <a:hueOff val="184057"/>
                <a:satOff val="9421"/>
                <a:lumOff val="3957"/>
                <a:alphaOff val="0"/>
              </a:schemeClr>
            </a:fillRef>
            <a:effectRef idx="0">
              <a:schemeClr val="accent3">
                <a:hueOff val="184057"/>
                <a:satOff val="9421"/>
                <a:lumOff val="3957"/>
                <a:alphaOff val="0"/>
              </a:schemeClr>
            </a:effectRef>
            <a:fontRef idx="minor">
              <a:schemeClr val="lt1"/>
            </a:fontRef>
          </p:style>
        </p:sp>
        <p:sp>
          <p:nvSpPr>
            <p:cNvPr id="23" name="Freeform 22"/>
            <p:cNvSpPr/>
            <p:nvPr/>
          </p:nvSpPr>
          <p:spPr>
            <a:xfrm>
              <a:off x="2706572" y="2968598"/>
              <a:ext cx="1926275" cy="1926474"/>
            </a:xfrm>
            <a:custGeom>
              <a:avLst/>
              <a:gdLst>
                <a:gd name="connsiteX0" fmla="*/ 0 w 1460446"/>
                <a:gd name="connsiteY0" fmla="*/ 730299 h 1460597"/>
                <a:gd name="connsiteX1" fmla="*/ 730223 w 1460446"/>
                <a:gd name="connsiteY1" fmla="*/ 0 h 1460597"/>
                <a:gd name="connsiteX2" fmla="*/ 1460446 w 1460446"/>
                <a:gd name="connsiteY2" fmla="*/ 730299 h 1460597"/>
                <a:gd name="connsiteX3" fmla="*/ 730223 w 1460446"/>
                <a:gd name="connsiteY3" fmla="*/ 1460598 h 1460597"/>
                <a:gd name="connsiteX4" fmla="*/ 0 w 1460446"/>
                <a:gd name="connsiteY4" fmla="*/ 730299 h 1460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446" h="1460597">
                  <a:moveTo>
                    <a:pt x="0" y="730299"/>
                  </a:moveTo>
                  <a:cubicBezTo>
                    <a:pt x="0" y="326966"/>
                    <a:pt x="326932" y="0"/>
                    <a:pt x="730223" y="0"/>
                  </a:cubicBezTo>
                  <a:cubicBezTo>
                    <a:pt x="1133514" y="0"/>
                    <a:pt x="1460446" y="326966"/>
                    <a:pt x="1460446" y="730299"/>
                  </a:cubicBezTo>
                  <a:cubicBezTo>
                    <a:pt x="1460446" y="1133632"/>
                    <a:pt x="1133514" y="1460598"/>
                    <a:pt x="730223" y="1460598"/>
                  </a:cubicBezTo>
                  <a:cubicBezTo>
                    <a:pt x="326932" y="1460598"/>
                    <a:pt x="0" y="1133632"/>
                    <a:pt x="0" y="730299"/>
                  </a:cubicBezTo>
                  <a:close/>
                </a:path>
              </a:pathLst>
            </a:custGeom>
            <a:solidFill>
              <a:schemeClr val="accent3"/>
            </a:solidFill>
            <a:ln>
              <a:noFill/>
            </a:ln>
          </p:spPr>
          <p:style>
            <a:lnRef idx="2">
              <a:schemeClr val="accent3">
                <a:hueOff val="204508"/>
                <a:satOff val="10468"/>
                <a:lumOff val="4397"/>
                <a:alphaOff val="0"/>
              </a:schemeClr>
            </a:lnRef>
            <a:fillRef idx="1">
              <a:schemeClr val="accent3">
                <a:hueOff val="204508"/>
                <a:satOff val="10468"/>
                <a:lumOff val="4397"/>
                <a:alphaOff val="0"/>
              </a:schemeClr>
            </a:fillRef>
            <a:effectRef idx="0">
              <a:schemeClr val="accent3">
                <a:hueOff val="204508"/>
                <a:satOff val="10468"/>
                <a:lumOff val="4397"/>
                <a:alphaOff val="0"/>
              </a:schemeClr>
            </a:effectRef>
            <a:fontRef idx="minor">
              <a:schemeClr val="lt1"/>
            </a:fontRef>
          </p:style>
          <p:txBody>
            <a:bodyPr spcFirstLastPara="0" vert="horz" wrap="square" lIns="254517" tIns="254539" rIns="254517" bIns="254539" numCol="1" spcCol="1270" anchor="ctr" anchorCtr="0">
              <a:noAutofit/>
            </a:bodyPr>
            <a:lstStyle/>
            <a:p>
              <a:pPr algn="ctr" defTabSz="1422400" fontAlgn="auto">
                <a:lnSpc>
                  <a:spcPct val="90000"/>
                </a:lnSpc>
                <a:spcAft>
                  <a:spcPct val="35000"/>
                </a:spcAft>
              </a:pPr>
              <a:endParaRPr lang="id-ID" sz="3200">
                <a:solidFill>
                  <a:prstClr val="white"/>
                </a:solidFill>
              </a:endParaRPr>
            </a:p>
          </p:txBody>
        </p:sp>
        <p:sp>
          <p:nvSpPr>
            <p:cNvPr id="31" name="Freeform 30"/>
            <p:cNvSpPr/>
            <p:nvPr/>
          </p:nvSpPr>
          <p:spPr>
            <a:xfrm>
              <a:off x="1336541" y="2569569"/>
              <a:ext cx="1690619" cy="371020"/>
            </a:xfrm>
            <a:custGeom>
              <a:avLst/>
              <a:gdLst>
                <a:gd name="connsiteX0" fmla="*/ 0 w 1690619"/>
                <a:gd name="connsiteY0" fmla="*/ 0 h 371020"/>
                <a:gd name="connsiteX1" fmla="*/ 1690619 w 1690619"/>
                <a:gd name="connsiteY1" fmla="*/ 0 h 371020"/>
                <a:gd name="connsiteX2" fmla="*/ 1690619 w 1690619"/>
                <a:gd name="connsiteY2" fmla="*/ 371020 h 371020"/>
                <a:gd name="connsiteX3" fmla="*/ 0 w 1690619"/>
                <a:gd name="connsiteY3" fmla="*/ 371020 h 371020"/>
                <a:gd name="connsiteX4" fmla="*/ 0 w 1690619"/>
                <a:gd name="connsiteY4" fmla="*/ 0 h 371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619" h="371020">
                  <a:moveTo>
                    <a:pt x="0" y="0"/>
                  </a:moveTo>
                  <a:lnTo>
                    <a:pt x="1690619" y="0"/>
                  </a:lnTo>
                  <a:lnTo>
                    <a:pt x="1690619" y="371020"/>
                  </a:lnTo>
                  <a:lnTo>
                    <a:pt x="0" y="371020"/>
                  </a:lnTo>
                  <a:lnTo>
                    <a:pt x="0" y="0"/>
                  </a:lnTo>
                  <a:close/>
                </a:path>
              </a:pathLst>
            </a:custGeom>
            <a:ln>
              <a:noFill/>
            </a:ln>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0" tIns="0" rIns="0" bIns="0" numCol="1" spcCol="1270" anchor="b" anchorCtr="0">
              <a:noAutofit/>
            </a:bodyPr>
            <a:lstStyle/>
            <a:p>
              <a:pPr defTabSz="1155700" fontAlgn="auto">
                <a:lnSpc>
                  <a:spcPct val="90000"/>
                </a:lnSpc>
                <a:spcAft>
                  <a:spcPct val="35000"/>
                </a:spcAft>
              </a:pPr>
              <a:endParaRPr lang="id-ID" sz="2600">
                <a:solidFill>
                  <a:prstClr val="black">
                    <a:hueOff val="0"/>
                    <a:satOff val="0"/>
                    <a:lumOff val="0"/>
                    <a:alphaOff val="0"/>
                  </a:prstClr>
                </a:solidFill>
              </a:endParaRPr>
            </a:p>
          </p:txBody>
        </p:sp>
        <p:sp>
          <p:nvSpPr>
            <p:cNvPr id="38" name="Freeform 37"/>
            <p:cNvSpPr/>
            <p:nvPr/>
          </p:nvSpPr>
          <p:spPr>
            <a:xfrm>
              <a:off x="1336541" y="3507796"/>
              <a:ext cx="1278518" cy="371020"/>
            </a:xfrm>
            <a:custGeom>
              <a:avLst/>
              <a:gdLst>
                <a:gd name="connsiteX0" fmla="*/ 0 w 1278518"/>
                <a:gd name="connsiteY0" fmla="*/ 0 h 371020"/>
                <a:gd name="connsiteX1" fmla="*/ 1278518 w 1278518"/>
                <a:gd name="connsiteY1" fmla="*/ 0 h 371020"/>
                <a:gd name="connsiteX2" fmla="*/ 1278518 w 1278518"/>
                <a:gd name="connsiteY2" fmla="*/ 371020 h 371020"/>
                <a:gd name="connsiteX3" fmla="*/ 0 w 1278518"/>
                <a:gd name="connsiteY3" fmla="*/ 371020 h 371020"/>
                <a:gd name="connsiteX4" fmla="*/ 0 w 1278518"/>
                <a:gd name="connsiteY4" fmla="*/ 0 h 371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8518" h="371020">
                  <a:moveTo>
                    <a:pt x="0" y="0"/>
                  </a:moveTo>
                  <a:lnTo>
                    <a:pt x="1278518" y="0"/>
                  </a:lnTo>
                  <a:lnTo>
                    <a:pt x="1278518" y="371020"/>
                  </a:lnTo>
                  <a:lnTo>
                    <a:pt x="0" y="371020"/>
                  </a:lnTo>
                  <a:lnTo>
                    <a:pt x="0" y="0"/>
                  </a:lnTo>
                  <a:close/>
                </a:path>
              </a:pathLst>
            </a:custGeom>
            <a:ln>
              <a:noFill/>
            </a:ln>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0" tIns="0" rIns="0" bIns="0" numCol="1" spcCol="1270" anchor="b" anchorCtr="0">
              <a:noAutofit/>
            </a:bodyPr>
            <a:lstStyle/>
            <a:p>
              <a:pPr defTabSz="1155700" fontAlgn="auto">
                <a:lnSpc>
                  <a:spcPct val="90000"/>
                </a:lnSpc>
                <a:spcAft>
                  <a:spcPct val="35000"/>
                </a:spcAft>
              </a:pPr>
              <a:endParaRPr lang="id-ID" sz="2600">
                <a:solidFill>
                  <a:prstClr val="black">
                    <a:hueOff val="0"/>
                    <a:satOff val="0"/>
                    <a:lumOff val="0"/>
                    <a:alphaOff val="0"/>
                  </a:prstClr>
                </a:solidFill>
              </a:endParaRPr>
            </a:p>
          </p:txBody>
        </p:sp>
        <p:sp>
          <p:nvSpPr>
            <p:cNvPr id="46" name="Freeform 45"/>
            <p:cNvSpPr/>
            <p:nvPr/>
          </p:nvSpPr>
          <p:spPr>
            <a:xfrm>
              <a:off x="1336541" y="4425148"/>
              <a:ext cx="1690619" cy="371020"/>
            </a:xfrm>
            <a:custGeom>
              <a:avLst/>
              <a:gdLst>
                <a:gd name="connsiteX0" fmla="*/ 0 w 1690619"/>
                <a:gd name="connsiteY0" fmla="*/ 0 h 371020"/>
                <a:gd name="connsiteX1" fmla="*/ 1690619 w 1690619"/>
                <a:gd name="connsiteY1" fmla="*/ 0 h 371020"/>
                <a:gd name="connsiteX2" fmla="*/ 1690619 w 1690619"/>
                <a:gd name="connsiteY2" fmla="*/ 371020 h 371020"/>
                <a:gd name="connsiteX3" fmla="*/ 0 w 1690619"/>
                <a:gd name="connsiteY3" fmla="*/ 371020 h 371020"/>
                <a:gd name="connsiteX4" fmla="*/ 0 w 1690619"/>
                <a:gd name="connsiteY4" fmla="*/ 0 h 371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619" h="371020">
                  <a:moveTo>
                    <a:pt x="0" y="0"/>
                  </a:moveTo>
                  <a:lnTo>
                    <a:pt x="1690619" y="0"/>
                  </a:lnTo>
                  <a:lnTo>
                    <a:pt x="1690619" y="371020"/>
                  </a:lnTo>
                  <a:lnTo>
                    <a:pt x="0" y="371020"/>
                  </a:lnTo>
                  <a:lnTo>
                    <a:pt x="0" y="0"/>
                  </a:lnTo>
                  <a:close/>
                </a:path>
              </a:pathLst>
            </a:custGeom>
            <a:ln>
              <a:noFill/>
            </a:ln>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0" tIns="0" rIns="0" bIns="0" numCol="1" spcCol="1270" anchor="b" anchorCtr="0">
              <a:noAutofit/>
            </a:bodyPr>
            <a:lstStyle/>
            <a:p>
              <a:pPr defTabSz="1155700" fontAlgn="auto">
                <a:lnSpc>
                  <a:spcPct val="90000"/>
                </a:lnSpc>
                <a:spcAft>
                  <a:spcPct val="35000"/>
                </a:spcAft>
              </a:pPr>
              <a:endParaRPr lang="id-ID" sz="2600">
                <a:solidFill>
                  <a:prstClr val="black">
                    <a:hueOff val="0"/>
                    <a:satOff val="0"/>
                    <a:lumOff val="0"/>
                    <a:alphaOff val="0"/>
                  </a:prstClr>
                </a:solidFill>
              </a:endParaRPr>
            </a:p>
          </p:txBody>
        </p:sp>
      </p:grpSp>
      <p:sp>
        <p:nvSpPr>
          <p:cNvPr id="52" name="Freeform 21"/>
          <p:cNvSpPr>
            <a:spLocks noEditPoints="1"/>
          </p:cNvSpPr>
          <p:nvPr/>
        </p:nvSpPr>
        <p:spPr bwMode="auto">
          <a:xfrm>
            <a:off x="1309548" y="4117781"/>
            <a:ext cx="435654" cy="377514"/>
          </a:xfrm>
          <a:custGeom>
            <a:avLst/>
            <a:gdLst>
              <a:gd name="T0" fmla="*/ 222 w 363"/>
              <a:gd name="T1" fmla="*/ 242 h 372"/>
              <a:gd name="T2" fmla="*/ 348 w 363"/>
              <a:gd name="T3" fmla="*/ 23 h 372"/>
              <a:gd name="T4" fmla="*/ 345 w 363"/>
              <a:gd name="T5" fmla="*/ 18 h 372"/>
              <a:gd name="T6" fmla="*/ 340 w 363"/>
              <a:gd name="T7" fmla="*/ 16 h 372"/>
              <a:gd name="T8" fmla="*/ 127 w 363"/>
              <a:gd name="T9" fmla="*/ 144 h 372"/>
              <a:gd name="T10" fmla="*/ 7 w 363"/>
              <a:gd name="T11" fmla="*/ 246 h 372"/>
              <a:gd name="T12" fmla="*/ 25 w 363"/>
              <a:gd name="T13" fmla="*/ 265 h 372"/>
              <a:gd name="T14" fmla="*/ 68 w 363"/>
              <a:gd name="T15" fmla="*/ 249 h 372"/>
              <a:gd name="T16" fmla="*/ 120 w 363"/>
              <a:gd name="T17" fmla="*/ 302 h 372"/>
              <a:gd name="T18" fmla="*/ 104 w 363"/>
              <a:gd name="T19" fmla="*/ 346 h 372"/>
              <a:gd name="T20" fmla="*/ 123 w 363"/>
              <a:gd name="T21" fmla="*/ 364 h 372"/>
              <a:gd name="T22" fmla="*/ 222 w 363"/>
              <a:gd name="T23" fmla="*/ 242 h 372"/>
              <a:gd name="T24" fmla="*/ 242 w 363"/>
              <a:gd name="T25" fmla="*/ 124 h 372"/>
              <a:gd name="T26" fmla="*/ 242 w 363"/>
              <a:gd name="T27" fmla="*/ 79 h 372"/>
              <a:gd name="T28" fmla="*/ 286 w 363"/>
              <a:gd name="T29" fmla="*/ 79 h 372"/>
              <a:gd name="T30" fmla="*/ 286 w 363"/>
              <a:gd name="T31" fmla="*/ 124 h 372"/>
              <a:gd name="T32" fmla="*/ 242 w 363"/>
              <a:gd name="T33" fmla="*/ 124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3" h="372">
                <a:moveTo>
                  <a:pt x="222" y="242"/>
                </a:moveTo>
                <a:cubicBezTo>
                  <a:pt x="222" y="242"/>
                  <a:pt x="363" y="140"/>
                  <a:pt x="348" y="23"/>
                </a:cubicBezTo>
                <a:cubicBezTo>
                  <a:pt x="347" y="21"/>
                  <a:pt x="346" y="19"/>
                  <a:pt x="345" y="18"/>
                </a:cubicBezTo>
                <a:cubicBezTo>
                  <a:pt x="344" y="17"/>
                  <a:pt x="343" y="16"/>
                  <a:pt x="340" y="16"/>
                </a:cubicBezTo>
                <a:cubicBezTo>
                  <a:pt x="226" y="0"/>
                  <a:pt x="127" y="144"/>
                  <a:pt x="127" y="144"/>
                </a:cubicBezTo>
                <a:cubicBezTo>
                  <a:pt x="40" y="134"/>
                  <a:pt x="46" y="151"/>
                  <a:pt x="7" y="246"/>
                </a:cubicBezTo>
                <a:cubicBezTo>
                  <a:pt x="0" y="264"/>
                  <a:pt x="12" y="270"/>
                  <a:pt x="25" y="265"/>
                </a:cubicBezTo>
                <a:cubicBezTo>
                  <a:pt x="39" y="260"/>
                  <a:pt x="68" y="249"/>
                  <a:pt x="68" y="249"/>
                </a:cubicBezTo>
                <a:cubicBezTo>
                  <a:pt x="120" y="302"/>
                  <a:pt x="120" y="302"/>
                  <a:pt x="120" y="302"/>
                </a:cubicBezTo>
                <a:cubicBezTo>
                  <a:pt x="120" y="302"/>
                  <a:pt x="109" y="332"/>
                  <a:pt x="104" y="346"/>
                </a:cubicBezTo>
                <a:cubicBezTo>
                  <a:pt x="99" y="359"/>
                  <a:pt x="105" y="372"/>
                  <a:pt x="123" y="364"/>
                </a:cubicBezTo>
                <a:cubicBezTo>
                  <a:pt x="215" y="324"/>
                  <a:pt x="232" y="330"/>
                  <a:pt x="222" y="242"/>
                </a:cubicBezTo>
                <a:close/>
                <a:moveTo>
                  <a:pt x="242" y="124"/>
                </a:moveTo>
                <a:cubicBezTo>
                  <a:pt x="230" y="111"/>
                  <a:pt x="230" y="91"/>
                  <a:pt x="242" y="79"/>
                </a:cubicBezTo>
                <a:cubicBezTo>
                  <a:pt x="254" y="67"/>
                  <a:pt x="274" y="67"/>
                  <a:pt x="286" y="79"/>
                </a:cubicBezTo>
                <a:cubicBezTo>
                  <a:pt x="297" y="91"/>
                  <a:pt x="297" y="111"/>
                  <a:pt x="286" y="124"/>
                </a:cubicBezTo>
                <a:cubicBezTo>
                  <a:pt x="274" y="136"/>
                  <a:pt x="254" y="136"/>
                  <a:pt x="242" y="12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defTabSz="457200" fontAlgn="auto">
              <a:spcBef>
                <a:spcPts val="0"/>
              </a:spcBef>
              <a:spcAft>
                <a:spcPts val="0"/>
              </a:spcAft>
            </a:pPr>
            <a:endParaRPr lang="en-US" dirty="0">
              <a:solidFill>
                <a:prstClr val="black"/>
              </a:solidFill>
              <a:latin typeface="Calibri" panose="020F0502020204030204"/>
            </a:endParaRPr>
          </a:p>
        </p:txBody>
      </p:sp>
      <p:sp>
        <p:nvSpPr>
          <p:cNvPr id="55" name="TextBox 54"/>
          <p:cNvSpPr txBox="1"/>
          <p:nvPr/>
        </p:nvSpPr>
        <p:spPr>
          <a:xfrm>
            <a:off x="3474746" y="3026570"/>
            <a:ext cx="8382940" cy="523220"/>
          </a:xfrm>
          <a:prstGeom prst="rect">
            <a:avLst/>
          </a:prstGeom>
          <a:noFill/>
        </p:spPr>
        <p:txBody>
          <a:bodyPr wrap="square" rtlCol="0">
            <a:spAutoFit/>
          </a:bodyPr>
          <a:lstStyle/>
          <a:p>
            <a:pPr algn="r" rtl="1"/>
            <a:r>
              <a:rPr lang="ar-SA" sz="2800" b="1" u="sng" dirty="0">
                <a:solidFill>
                  <a:schemeClr val="accent1">
                    <a:lumMod val="75000"/>
                  </a:schemeClr>
                </a:solidFill>
              </a:rPr>
              <a:t>أ- الفصول الافتراضية غير التزامنية </a:t>
            </a:r>
            <a:r>
              <a:rPr lang="en-US" sz="2800" b="1" u="sng" dirty="0">
                <a:solidFill>
                  <a:schemeClr val="accent1">
                    <a:lumMod val="75000"/>
                  </a:schemeClr>
                </a:solidFill>
              </a:rPr>
              <a:t>ASYNCHRONOUS</a:t>
            </a:r>
            <a:r>
              <a:rPr lang="ar-SA" sz="2800" b="1" u="sng" dirty="0">
                <a:solidFill>
                  <a:schemeClr val="accent1">
                    <a:lumMod val="75000"/>
                  </a:schemeClr>
                </a:solidFill>
              </a:rPr>
              <a:t>:</a:t>
            </a:r>
            <a:r>
              <a:rPr lang="ar-SA" sz="2800" u="sng" dirty="0">
                <a:solidFill>
                  <a:schemeClr val="accent1">
                    <a:lumMod val="75000"/>
                  </a:schemeClr>
                </a:solidFill>
              </a:rPr>
              <a:t> </a:t>
            </a:r>
            <a:endParaRPr lang="en-US" sz="2800" u="sng" dirty="0">
              <a:solidFill>
                <a:schemeClr val="accent1">
                  <a:lumMod val="75000"/>
                </a:schemeClr>
              </a:solidFill>
            </a:endParaRPr>
          </a:p>
        </p:txBody>
      </p:sp>
      <p:sp>
        <p:nvSpPr>
          <p:cNvPr id="57" name="TextBox 56"/>
          <p:cNvSpPr txBox="1"/>
          <p:nvPr/>
        </p:nvSpPr>
        <p:spPr>
          <a:xfrm>
            <a:off x="742890" y="4558831"/>
            <a:ext cx="1549713" cy="307777"/>
          </a:xfrm>
          <a:prstGeom prst="rect">
            <a:avLst/>
          </a:prstGeom>
          <a:noFill/>
        </p:spPr>
        <p:txBody>
          <a:bodyPr wrap="square" rtlCol="0">
            <a:spAutoFit/>
          </a:bodyPr>
          <a:lstStyle/>
          <a:p>
            <a:pPr algn="ctr" defTabSz="457200" fontAlgn="auto">
              <a:spcBef>
                <a:spcPts val="0"/>
              </a:spcBef>
              <a:spcAft>
                <a:spcPts val="0"/>
              </a:spcAft>
            </a:pPr>
            <a:r>
              <a:rPr lang="en-US" sz="1400" b="1" dirty="0">
                <a:solidFill>
                  <a:schemeClr val="bg1"/>
                </a:solidFill>
              </a:rPr>
              <a:t>ASYNCHRONOUS</a:t>
            </a:r>
            <a:endParaRPr lang="id-ID" sz="1400" b="1" dirty="0">
              <a:solidFill>
                <a:schemeClr val="bg1"/>
              </a:solidFill>
              <a:latin typeface="Calibri" panose="020F0502020204030204"/>
            </a:endParaRPr>
          </a:p>
        </p:txBody>
      </p:sp>
      <p:sp>
        <p:nvSpPr>
          <p:cNvPr id="58" name="Content Placeholder 2"/>
          <p:cNvSpPr txBox="1">
            <a:spLocks/>
          </p:cNvSpPr>
          <p:nvPr/>
        </p:nvSpPr>
        <p:spPr>
          <a:xfrm>
            <a:off x="4499820" y="3864440"/>
            <a:ext cx="6815880" cy="212447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buClr>
                <a:srgbClr val="E84C22">
                  <a:lumMod val="75000"/>
                </a:srgbClr>
              </a:buClr>
            </a:pPr>
            <a:r>
              <a:rPr lang="id-ID" sz="1400" b="1" dirty="0" smtClean="0">
                <a:solidFill>
                  <a:prstClr val="white">
                    <a:lumMod val="95000"/>
                  </a:prstClr>
                </a:solidFill>
                <a:latin typeface="Roboto" panose="02000000000000000000" pitchFamily="2" charset="0"/>
                <a:ea typeface="Roboto" panose="02000000000000000000" pitchFamily="2" charset="0"/>
                <a:cs typeface="Arial" panose="020B0604020202020204" pitchFamily="34" charset="0"/>
              </a:rPr>
              <a:t>Project Title</a:t>
            </a:r>
          </a:p>
          <a:p>
            <a:pPr algn="l" fontAlgn="auto">
              <a:buClr>
                <a:srgbClr val="E84C22">
                  <a:lumMod val="75000"/>
                </a:srgbClr>
              </a:buClr>
            </a:pPr>
            <a:r>
              <a:rPr lang="ar-JO" sz="2400" b="1" dirty="0"/>
              <a:t>وتعرف كذلك بأنظمة التعلم الذاتي، وفيها يتم مراجعة المادة التعليمية والتفاعل مع المحتوى التعليمي من قبل الطلاب عن طريق استخدام الشبكة العالمية الانترنت وأقراص الليزر </a:t>
            </a:r>
            <a:r>
              <a:rPr lang="en-US" sz="2400" b="1" dirty="0"/>
              <a:t>CD</a:t>
            </a:r>
            <a:endParaRPr lang="en-US" sz="2400" b="1" dirty="0">
              <a:solidFill>
                <a:prstClr val="white">
                  <a:lumMod val="65000"/>
                </a:prstClr>
              </a:solidFill>
              <a:latin typeface="Roboto" panose="02000000000000000000" pitchFamily="2" charset="0"/>
              <a:ea typeface="Roboto" panose="02000000000000000000" pitchFamily="2" charset="0"/>
              <a:cs typeface="Arial" panose="020B0604020202020204" pitchFamily="34" charset="0"/>
            </a:endParaRPr>
          </a:p>
        </p:txBody>
      </p:sp>
      <p:sp>
        <p:nvSpPr>
          <p:cNvPr id="60" name="Rectangle 59"/>
          <p:cNvSpPr/>
          <p:nvPr/>
        </p:nvSpPr>
        <p:spPr>
          <a:xfrm>
            <a:off x="5867399" y="1776446"/>
            <a:ext cx="457200" cy="234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auto">
              <a:spcBef>
                <a:spcPts val="0"/>
              </a:spcBef>
              <a:spcAft>
                <a:spcPts val="0"/>
              </a:spcAft>
            </a:pPr>
            <a:endParaRPr lang="en-US" dirty="0">
              <a:solidFill>
                <a:prstClr val="white"/>
              </a:solidFill>
            </a:endParaRPr>
          </a:p>
        </p:txBody>
      </p:sp>
      <p:sp>
        <p:nvSpPr>
          <p:cNvPr id="2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4329350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55"/>
                                        </p:tgtEl>
                                        <p:attrNameLst>
                                          <p:attrName>style.visibility</p:attrName>
                                        </p:attrNameLst>
                                      </p:cBhvr>
                                      <p:to>
                                        <p:strVal val="visible"/>
                                      </p:to>
                                    </p:set>
                                    <p:animEffect transition="in" filter="wipe(down)">
                                      <p:cBhvr>
                                        <p:cTn id="10" dur="500"/>
                                        <p:tgtEl>
                                          <p:spTgt spid="55"/>
                                        </p:tgtEl>
                                      </p:cBhvr>
                                    </p:animEffect>
                                  </p:childTnLst>
                                </p:cTn>
                              </p:par>
                              <p:par>
                                <p:cTn id="11" presetID="22" presetClass="entr" presetSubtype="8" fill="hold" nodeType="withEffect">
                                  <p:stCondLst>
                                    <p:cond delay="2500"/>
                                  </p:stCondLst>
                                  <p:childTnLst>
                                    <p:set>
                                      <p:cBhvr>
                                        <p:cTn id="12" dur="1" fill="hold">
                                          <p:stCondLst>
                                            <p:cond delay="0"/>
                                          </p:stCondLst>
                                        </p:cTn>
                                        <p:tgtEl>
                                          <p:spTgt spid="47"/>
                                        </p:tgtEl>
                                        <p:attrNameLst>
                                          <p:attrName>style.visibility</p:attrName>
                                        </p:attrNameLst>
                                      </p:cBhvr>
                                      <p:to>
                                        <p:strVal val="visible"/>
                                      </p:to>
                                    </p:set>
                                    <p:animEffect transition="in" filter="wipe(left)">
                                      <p:cBhvr>
                                        <p:cTn id="13" dur="1000"/>
                                        <p:tgtEl>
                                          <p:spTgt spid="47"/>
                                        </p:tgtEl>
                                      </p:cBhvr>
                                    </p:animEffect>
                                  </p:childTnLst>
                                </p:cTn>
                              </p:par>
                              <p:par>
                                <p:cTn id="14" presetID="10" presetClass="entr" presetSubtype="0" fill="hold" grpId="0" nodeType="withEffect">
                                  <p:stCondLst>
                                    <p:cond delay="2500"/>
                                  </p:stCondLst>
                                  <p:childTnLst>
                                    <p:set>
                                      <p:cBhvr>
                                        <p:cTn id="15" dur="1" fill="hold">
                                          <p:stCondLst>
                                            <p:cond delay="0"/>
                                          </p:stCondLst>
                                        </p:cTn>
                                        <p:tgtEl>
                                          <p:spTgt spid="57"/>
                                        </p:tgtEl>
                                        <p:attrNameLst>
                                          <p:attrName>style.visibility</p:attrName>
                                        </p:attrNameLst>
                                      </p:cBhvr>
                                      <p:to>
                                        <p:strVal val="visible"/>
                                      </p:to>
                                    </p:set>
                                    <p:animEffect transition="in" filter="fade">
                                      <p:cBhvr>
                                        <p:cTn id="16" dur="500"/>
                                        <p:tgtEl>
                                          <p:spTgt spid="57"/>
                                        </p:tgtEl>
                                      </p:cBhvr>
                                    </p:animEffect>
                                  </p:childTnLst>
                                </p:cTn>
                              </p:par>
                              <p:par>
                                <p:cTn id="17" presetID="22" presetClass="entr" presetSubtype="8" fill="hold" grpId="0" nodeType="withEffect">
                                  <p:stCondLst>
                                    <p:cond delay="3250"/>
                                  </p:stCondLst>
                                  <p:childTnLst>
                                    <p:set>
                                      <p:cBhvr>
                                        <p:cTn id="18" dur="1" fill="hold">
                                          <p:stCondLst>
                                            <p:cond delay="0"/>
                                          </p:stCondLst>
                                        </p:cTn>
                                        <p:tgtEl>
                                          <p:spTgt spid="58"/>
                                        </p:tgtEl>
                                        <p:attrNameLst>
                                          <p:attrName>style.visibility</p:attrName>
                                        </p:attrNameLst>
                                      </p:cBhvr>
                                      <p:to>
                                        <p:strVal val="visible"/>
                                      </p:to>
                                    </p:set>
                                    <p:animEffect transition="in" filter="wipe(left)">
                                      <p:cBhvr>
                                        <p:cTn id="19" dur="750"/>
                                        <p:tgtEl>
                                          <p:spTgt spid="58"/>
                                        </p:tgtEl>
                                      </p:cBhvr>
                                    </p:animEffect>
                                  </p:childTnLst>
                                </p:cTn>
                              </p:par>
                            </p:childTnLst>
                          </p:cTn>
                        </p:par>
                        <p:par>
                          <p:cTn id="20" fill="hold">
                            <p:stCondLst>
                              <p:cond delay="4000"/>
                            </p:stCondLst>
                            <p:childTnLst>
                              <p:par>
                                <p:cTn id="21" presetID="10" presetClass="entr" presetSubtype="0"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fade">
                                      <p:cBhvr>
                                        <p:cTn id="23"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55" grpId="0"/>
      <p:bldP spid="57" grpId="0"/>
      <p:bldP spid="58" grpId="0"/>
      <p:bldP spid="60"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1647229" y="112491"/>
            <a:ext cx="420914" cy="307777"/>
          </a:xfrm>
          <a:prstGeom prst="rect">
            <a:avLst/>
          </a:prstGeom>
          <a:noFill/>
        </p:spPr>
        <p:txBody>
          <a:bodyPr wrap="square" rtlCol="0">
            <a:spAutoFit/>
          </a:bodyPr>
          <a:lstStyle/>
          <a:p>
            <a:pPr algn="ctr" defTabSz="457200" fontAlgn="auto">
              <a:spcBef>
                <a:spcPts val="0"/>
              </a:spcBef>
              <a:spcAft>
                <a:spcPts val="0"/>
              </a:spcAft>
            </a:pPr>
            <a:endParaRPr lang="id-ID" sz="1400" dirty="0">
              <a:solidFill>
                <a:prstClr val="white">
                  <a:lumMod val="95000"/>
                </a:prstClr>
              </a:solidFill>
              <a:latin typeface="Arial" panose="020B0604020202020204" pitchFamily="34" charset="0"/>
              <a:cs typeface="Arial" panose="020B0604020202020204" pitchFamily="34" charset="0"/>
            </a:endParaRPr>
          </a:p>
        </p:txBody>
      </p:sp>
      <p:sp>
        <p:nvSpPr>
          <p:cNvPr id="10" name="Content Placeholder 2"/>
          <p:cNvSpPr txBox="1">
            <a:spLocks/>
          </p:cNvSpPr>
          <p:nvPr/>
        </p:nvSpPr>
        <p:spPr>
          <a:xfrm>
            <a:off x="1228038" y="663550"/>
            <a:ext cx="9512388" cy="131206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a:r>
              <a:rPr lang="ar-JO" sz="4000" b="1" u="sng" dirty="0"/>
              <a:t>2- أنواع الفصول الافتراضية </a:t>
            </a:r>
            <a:endParaRPr lang="en-US" sz="4000" u="sng" dirty="0"/>
          </a:p>
          <a:p>
            <a:pPr algn="ctr" fontAlgn="auto">
              <a:buClr>
                <a:srgbClr val="E84C22">
                  <a:lumMod val="75000"/>
                </a:srgbClr>
              </a:buClr>
            </a:pPr>
            <a:r>
              <a:rPr lang="ar-SA" sz="3200" b="1" dirty="0"/>
              <a:t>يمكن تقسيم الفصول الافتراضية إلى قسمين وذلك حسب الأدوات والبرمجيات والتقنيات المستخدمة في هذه الفصول</a:t>
            </a:r>
            <a:endParaRPr lang="en-US" sz="3200" b="1" dirty="0">
              <a:solidFill>
                <a:prstClr val="white">
                  <a:lumMod val="65000"/>
                </a:prstClr>
              </a:solidFill>
              <a:latin typeface="Roboto" panose="02000000000000000000" pitchFamily="2" charset="0"/>
              <a:ea typeface="Roboto" panose="02000000000000000000" pitchFamily="2" charset="0"/>
            </a:endParaRPr>
          </a:p>
        </p:txBody>
      </p:sp>
      <p:grpSp>
        <p:nvGrpSpPr>
          <p:cNvPr id="47" name="Group 46"/>
          <p:cNvGrpSpPr/>
          <p:nvPr/>
        </p:nvGrpSpPr>
        <p:grpSpPr>
          <a:xfrm>
            <a:off x="-767609" y="3482957"/>
            <a:ext cx="5025622" cy="2325503"/>
            <a:chOff x="1336541" y="2569569"/>
            <a:chExt cx="5025622" cy="2325503"/>
          </a:xfrm>
        </p:grpSpPr>
        <p:sp>
          <p:nvSpPr>
            <p:cNvPr id="12" name="Oval 11"/>
            <p:cNvSpPr/>
            <p:nvPr/>
          </p:nvSpPr>
          <p:spPr>
            <a:xfrm>
              <a:off x="6217928" y="3876919"/>
              <a:ext cx="144235" cy="144233"/>
            </a:xfrm>
            <a:prstGeom prst="ellipse">
              <a:avLst/>
            </a:prstGeom>
            <a:ln>
              <a:noFill/>
            </a:ln>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sp>
        <p:sp>
          <p:nvSpPr>
            <p:cNvPr id="13" name="Oval 12"/>
            <p:cNvSpPr/>
            <p:nvPr/>
          </p:nvSpPr>
          <p:spPr>
            <a:xfrm>
              <a:off x="5953580" y="3876919"/>
              <a:ext cx="144235" cy="144233"/>
            </a:xfrm>
            <a:prstGeom prst="ellipse">
              <a:avLst/>
            </a:prstGeom>
            <a:ln>
              <a:noFill/>
            </a:ln>
          </p:spPr>
          <p:style>
            <a:lnRef idx="2">
              <a:schemeClr val="accent3">
                <a:hueOff val="20451"/>
                <a:satOff val="1047"/>
                <a:lumOff val="440"/>
                <a:alphaOff val="0"/>
              </a:schemeClr>
            </a:lnRef>
            <a:fillRef idx="1">
              <a:schemeClr val="accent3">
                <a:hueOff val="20451"/>
                <a:satOff val="1047"/>
                <a:lumOff val="440"/>
                <a:alphaOff val="0"/>
              </a:schemeClr>
            </a:fillRef>
            <a:effectRef idx="0">
              <a:schemeClr val="accent3">
                <a:hueOff val="20451"/>
                <a:satOff val="1047"/>
                <a:lumOff val="440"/>
                <a:alphaOff val="0"/>
              </a:schemeClr>
            </a:effectRef>
            <a:fontRef idx="minor">
              <a:schemeClr val="lt1"/>
            </a:fontRef>
          </p:style>
        </p:sp>
        <p:sp>
          <p:nvSpPr>
            <p:cNvPr id="14" name="Oval 13"/>
            <p:cNvSpPr/>
            <p:nvPr/>
          </p:nvSpPr>
          <p:spPr>
            <a:xfrm>
              <a:off x="5680351" y="3868036"/>
              <a:ext cx="161999" cy="161999"/>
            </a:xfrm>
            <a:prstGeom prst="ellipse">
              <a:avLst/>
            </a:prstGeom>
            <a:ln>
              <a:noFill/>
            </a:ln>
          </p:spPr>
          <p:style>
            <a:lnRef idx="2">
              <a:schemeClr val="accent3">
                <a:hueOff val="40902"/>
                <a:satOff val="2094"/>
                <a:lumOff val="879"/>
                <a:alphaOff val="0"/>
              </a:schemeClr>
            </a:lnRef>
            <a:fillRef idx="1">
              <a:schemeClr val="accent3">
                <a:hueOff val="40902"/>
                <a:satOff val="2094"/>
                <a:lumOff val="879"/>
                <a:alphaOff val="0"/>
              </a:schemeClr>
            </a:fillRef>
            <a:effectRef idx="0">
              <a:schemeClr val="accent3">
                <a:hueOff val="40902"/>
                <a:satOff val="2094"/>
                <a:lumOff val="879"/>
                <a:alphaOff val="0"/>
              </a:schemeClr>
            </a:effectRef>
            <a:fontRef idx="minor">
              <a:schemeClr val="lt1"/>
            </a:fontRef>
          </p:style>
        </p:sp>
        <p:sp>
          <p:nvSpPr>
            <p:cNvPr id="16" name="Oval 15"/>
            <p:cNvSpPr/>
            <p:nvPr/>
          </p:nvSpPr>
          <p:spPr>
            <a:xfrm>
              <a:off x="5407505" y="3859036"/>
              <a:ext cx="179999" cy="180000"/>
            </a:xfrm>
            <a:prstGeom prst="ellipse">
              <a:avLst/>
            </a:prstGeom>
            <a:solidFill>
              <a:schemeClr val="accent3">
                <a:lumMod val="60000"/>
                <a:lumOff val="40000"/>
              </a:schemeClr>
            </a:solidFill>
            <a:ln>
              <a:noFill/>
            </a:ln>
          </p:spPr>
          <p:style>
            <a:lnRef idx="2">
              <a:schemeClr val="accent3">
                <a:hueOff val="61352"/>
                <a:satOff val="3140"/>
                <a:lumOff val="1319"/>
                <a:alphaOff val="0"/>
              </a:schemeClr>
            </a:lnRef>
            <a:fillRef idx="1">
              <a:schemeClr val="accent3">
                <a:hueOff val="61352"/>
                <a:satOff val="3140"/>
                <a:lumOff val="1319"/>
                <a:alphaOff val="0"/>
              </a:schemeClr>
            </a:fillRef>
            <a:effectRef idx="0">
              <a:schemeClr val="accent3">
                <a:hueOff val="61352"/>
                <a:satOff val="3140"/>
                <a:lumOff val="1319"/>
                <a:alphaOff val="0"/>
              </a:schemeClr>
            </a:effectRef>
            <a:fontRef idx="minor">
              <a:schemeClr val="lt1"/>
            </a:fontRef>
          </p:style>
        </p:sp>
        <p:sp>
          <p:nvSpPr>
            <p:cNvPr id="17" name="Oval 16"/>
            <p:cNvSpPr/>
            <p:nvPr/>
          </p:nvSpPr>
          <p:spPr>
            <a:xfrm>
              <a:off x="5125157" y="3841036"/>
              <a:ext cx="215999" cy="216000"/>
            </a:xfrm>
            <a:prstGeom prst="ellipse">
              <a:avLst/>
            </a:prstGeom>
            <a:solidFill>
              <a:schemeClr val="accent4">
                <a:lumMod val="75000"/>
              </a:schemeClr>
            </a:solidFill>
            <a:ln>
              <a:noFill/>
            </a:ln>
          </p:spPr>
          <p:style>
            <a:lnRef idx="2">
              <a:schemeClr val="accent3">
                <a:hueOff val="81803"/>
                <a:satOff val="4187"/>
                <a:lumOff val="1759"/>
                <a:alphaOff val="0"/>
              </a:schemeClr>
            </a:lnRef>
            <a:fillRef idx="1">
              <a:schemeClr val="accent3">
                <a:hueOff val="81803"/>
                <a:satOff val="4187"/>
                <a:lumOff val="1759"/>
                <a:alphaOff val="0"/>
              </a:schemeClr>
            </a:fillRef>
            <a:effectRef idx="0">
              <a:schemeClr val="accent3">
                <a:hueOff val="81803"/>
                <a:satOff val="4187"/>
                <a:lumOff val="1759"/>
                <a:alphaOff val="0"/>
              </a:schemeClr>
            </a:effectRef>
            <a:fontRef idx="minor">
              <a:schemeClr val="lt1"/>
            </a:fontRef>
          </p:style>
        </p:sp>
        <p:sp>
          <p:nvSpPr>
            <p:cNvPr id="18" name="Oval 17"/>
            <p:cNvSpPr/>
            <p:nvPr/>
          </p:nvSpPr>
          <p:spPr>
            <a:xfrm>
              <a:off x="4752456" y="3804803"/>
              <a:ext cx="288470" cy="288703"/>
            </a:xfrm>
            <a:prstGeom prst="ellipse">
              <a:avLst/>
            </a:prstGeom>
            <a:ln>
              <a:noFill/>
            </a:ln>
          </p:spPr>
          <p:style>
            <a:lnRef idx="2">
              <a:schemeClr val="accent3">
                <a:hueOff val="102254"/>
                <a:satOff val="5234"/>
                <a:lumOff val="2198"/>
                <a:alphaOff val="0"/>
              </a:schemeClr>
            </a:lnRef>
            <a:fillRef idx="1">
              <a:schemeClr val="accent3">
                <a:hueOff val="102254"/>
                <a:satOff val="5234"/>
                <a:lumOff val="2198"/>
                <a:alphaOff val="0"/>
              </a:schemeClr>
            </a:fillRef>
            <a:effectRef idx="0">
              <a:schemeClr val="accent3">
                <a:hueOff val="102254"/>
                <a:satOff val="5234"/>
                <a:lumOff val="2198"/>
                <a:alphaOff val="0"/>
              </a:schemeClr>
            </a:effectRef>
            <a:fontRef idx="minor">
              <a:schemeClr val="lt1"/>
            </a:fontRef>
          </p:style>
        </p:sp>
        <p:sp>
          <p:nvSpPr>
            <p:cNvPr id="19" name="Oval 18"/>
            <p:cNvSpPr/>
            <p:nvPr/>
          </p:nvSpPr>
          <p:spPr>
            <a:xfrm>
              <a:off x="5982729" y="3578964"/>
              <a:ext cx="144235" cy="144233"/>
            </a:xfrm>
            <a:prstGeom prst="ellipse">
              <a:avLst/>
            </a:prstGeom>
            <a:ln>
              <a:noFill/>
            </a:ln>
          </p:spPr>
          <p:style>
            <a:lnRef idx="2">
              <a:schemeClr val="accent3">
                <a:hueOff val="122705"/>
                <a:satOff val="6281"/>
                <a:lumOff val="2638"/>
                <a:alphaOff val="0"/>
              </a:schemeClr>
            </a:lnRef>
            <a:fillRef idx="1">
              <a:schemeClr val="accent3">
                <a:hueOff val="122705"/>
                <a:satOff val="6281"/>
                <a:lumOff val="2638"/>
                <a:alphaOff val="0"/>
              </a:schemeClr>
            </a:fillRef>
            <a:effectRef idx="0">
              <a:schemeClr val="accent3">
                <a:hueOff val="122705"/>
                <a:satOff val="6281"/>
                <a:lumOff val="2638"/>
                <a:alphaOff val="0"/>
              </a:schemeClr>
            </a:effectRef>
            <a:fontRef idx="minor">
              <a:schemeClr val="lt1"/>
            </a:fontRef>
          </p:style>
        </p:sp>
        <p:sp>
          <p:nvSpPr>
            <p:cNvPr id="20" name="Oval 19"/>
            <p:cNvSpPr/>
            <p:nvPr/>
          </p:nvSpPr>
          <p:spPr>
            <a:xfrm>
              <a:off x="5982729" y="4177010"/>
              <a:ext cx="144235" cy="144233"/>
            </a:xfrm>
            <a:prstGeom prst="ellipse">
              <a:avLst/>
            </a:prstGeom>
            <a:ln>
              <a:noFill/>
            </a:ln>
          </p:spPr>
          <p:style>
            <a:lnRef idx="2">
              <a:schemeClr val="accent3">
                <a:hueOff val="143156"/>
                <a:satOff val="7328"/>
                <a:lumOff val="3078"/>
                <a:alphaOff val="0"/>
              </a:schemeClr>
            </a:lnRef>
            <a:fillRef idx="1">
              <a:schemeClr val="accent3">
                <a:hueOff val="143156"/>
                <a:satOff val="7328"/>
                <a:lumOff val="3078"/>
                <a:alphaOff val="0"/>
              </a:schemeClr>
            </a:fillRef>
            <a:effectRef idx="0">
              <a:schemeClr val="accent3">
                <a:hueOff val="143156"/>
                <a:satOff val="7328"/>
                <a:lumOff val="3078"/>
                <a:alphaOff val="0"/>
              </a:schemeClr>
            </a:effectRef>
            <a:fontRef idx="minor">
              <a:schemeClr val="lt1"/>
            </a:fontRef>
          </p:style>
        </p:sp>
        <p:sp>
          <p:nvSpPr>
            <p:cNvPr id="21" name="Oval 20"/>
            <p:cNvSpPr/>
            <p:nvPr/>
          </p:nvSpPr>
          <p:spPr>
            <a:xfrm>
              <a:off x="6111385" y="3708489"/>
              <a:ext cx="144235" cy="144233"/>
            </a:xfrm>
            <a:prstGeom prst="ellipse">
              <a:avLst/>
            </a:prstGeom>
            <a:ln>
              <a:noFill/>
            </a:ln>
          </p:spPr>
          <p:style>
            <a:lnRef idx="2">
              <a:schemeClr val="accent3">
                <a:hueOff val="163606"/>
                <a:satOff val="8374"/>
                <a:lumOff val="3518"/>
                <a:alphaOff val="0"/>
              </a:schemeClr>
            </a:lnRef>
            <a:fillRef idx="1">
              <a:schemeClr val="accent3">
                <a:hueOff val="163606"/>
                <a:satOff val="8374"/>
                <a:lumOff val="3518"/>
                <a:alphaOff val="0"/>
              </a:schemeClr>
            </a:fillRef>
            <a:effectRef idx="0">
              <a:schemeClr val="accent3">
                <a:hueOff val="163606"/>
                <a:satOff val="8374"/>
                <a:lumOff val="3518"/>
                <a:alphaOff val="0"/>
              </a:schemeClr>
            </a:effectRef>
            <a:fontRef idx="minor">
              <a:schemeClr val="lt1"/>
            </a:fontRef>
          </p:style>
        </p:sp>
        <p:sp>
          <p:nvSpPr>
            <p:cNvPr id="22" name="Oval 21"/>
            <p:cNvSpPr/>
            <p:nvPr/>
          </p:nvSpPr>
          <p:spPr>
            <a:xfrm>
              <a:off x="6119928" y="4048196"/>
              <a:ext cx="144235" cy="144233"/>
            </a:xfrm>
            <a:prstGeom prst="ellipse">
              <a:avLst/>
            </a:prstGeom>
            <a:ln>
              <a:noFill/>
            </a:ln>
          </p:spPr>
          <p:style>
            <a:lnRef idx="2">
              <a:schemeClr val="accent3">
                <a:hueOff val="184057"/>
                <a:satOff val="9421"/>
                <a:lumOff val="3957"/>
                <a:alphaOff val="0"/>
              </a:schemeClr>
            </a:lnRef>
            <a:fillRef idx="1">
              <a:schemeClr val="accent3">
                <a:hueOff val="184057"/>
                <a:satOff val="9421"/>
                <a:lumOff val="3957"/>
                <a:alphaOff val="0"/>
              </a:schemeClr>
            </a:fillRef>
            <a:effectRef idx="0">
              <a:schemeClr val="accent3">
                <a:hueOff val="184057"/>
                <a:satOff val="9421"/>
                <a:lumOff val="3957"/>
                <a:alphaOff val="0"/>
              </a:schemeClr>
            </a:effectRef>
            <a:fontRef idx="minor">
              <a:schemeClr val="lt1"/>
            </a:fontRef>
          </p:style>
        </p:sp>
        <p:sp>
          <p:nvSpPr>
            <p:cNvPr id="23" name="Freeform 22"/>
            <p:cNvSpPr/>
            <p:nvPr/>
          </p:nvSpPr>
          <p:spPr>
            <a:xfrm>
              <a:off x="2706572" y="2968598"/>
              <a:ext cx="1926275" cy="1926474"/>
            </a:xfrm>
            <a:custGeom>
              <a:avLst/>
              <a:gdLst>
                <a:gd name="connsiteX0" fmla="*/ 0 w 1460446"/>
                <a:gd name="connsiteY0" fmla="*/ 730299 h 1460597"/>
                <a:gd name="connsiteX1" fmla="*/ 730223 w 1460446"/>
                <a:gd name="connsiteY1" fmla="*/ 0 h 1460597"/>
                <a:gd name="connsiteX2" fmla="*/ 1460446 w 1460446"/>
                <a:gd name="connsiteY2" fmla="*/ 730299 h 1460597"/>
                <a:gd name="connsiteX3" fmla="*/ 730223 w 1460446"/>
                <a:gd name="connsiteY3" fmla="*/ 1460598 h 1460597"/>
                <a:gd name="connsiteX4" fmla="*/ 0 w 1460446"/>
                <a:gd name="connsiteY4" fmla="*/ 730299 h 1460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446" h="1460597">
                  <a:moveTo>
                    <a:pt x="0" y="730299"/>
                  </a:moveTo>
                  <a:cubicBezTo>
                    <a:pt x="0" y="326966"/>
                    <a:pt x="326932" y="0"/>
                    <a:pt x="730223" y="0"/>
                  </a:cubicBezTo>
                  <a:cubicBezTo>
                    <a:pt x="1133514" y="0"/>
                    <a:pt x="1460446" y="326966"/>
                    <a:pt x="1460446" y="730299"/>
                  </a:cubicBezTo>
                  <a:cubicBezTo>
                    <a:pt x="1460446" y="1133632"/>
                    <a:pt x="1133514" y="1460598"/>
                    <a:pt x="730223" y="1460598"/>
                  </a:cubicBezTo>
                  <a:cubicBezTo>
                    <a:pt x="326932" y="1460598"/>
                    <a:pt x="0" y="1133632"/>
                    <a:pt x="0" y="730299"/>
                  </a:cubicBezTo>
                  <a:close/>
                </a:path>
              </a:pathLst>
            </a:custGeom>
            <a:solidFill>
              <a:schemeClr val="accent3"/>
            </a:solidFill>
            <a:ln>
              <a:noFill/>
            </a:ln>
          </p:spPr>
          <p:style>
            <a:lnRef idx="2">
              <a:schemeClr val="accent3">
                <a:hueOff val="204508"/>
                <a:satOff val="10468"/>
                <a:lumOff val="4397"/>
                <a:alphaOff val="0"/>
              </a:schemeClr>
            </a:lnRef>
            <a:fillRef idx="1">
              <a:schemeClr val="accent3">
                <a:hueOff val="204508"/>
                <a:satOff val="10468"/>
                <a:lumOff val="4397"/>
                <a:alphaOff val="0"/>
              </a:schemeClr>
            </a:fillRef>
            <a:effectRef idx="0">
              <a:schemeClr val="accent3">
                <a:hueOff val="204508"/>
                <a:satOff val="10468"/>
                <a:lumOff val="4397"/>
                <a:alphaOff val="0"/>
              </a:schemeClr>
            </a:effectRef>
            <a:fontRef idx="minor">
              <a:schemeClr val="lt1"/>
            </a:fontRef>
          </p:style>
          <p:txBody>
            <a:bodyPr spcFirstLastPara="0" vert="horz" wrap="square" lIns="254517" tIns="254539" rIns="254517" bIns="254539" numCol="1" spcCol="1270" anchor="ctr" anchorCtr="0">
              <a:noAutofit/>
            </a:bodyPr>
            <a:lstStyle/>
            <a:p>
              <a:pPr algn="ctr" defTabSz="1422400" fontAlgn="auto">
                <a:lnSpc>
                  <a:spcPct val="90000"/>
                </a:lnSpc>
                <a:spcAft>
                  <a:spcPct val="35000"/>
                </a:spcAft>
              </a:pPr>
              <a:endParaRPr lang="id-ID" sz="3200">
                <a:solidFill>
                  <a:prstClr val="white"/>
                </a:solidFill>
              </a:endParaRPr>
            </a:p>
          </p:txBody>
        </p:sp>
        <p:sp>
          <p:nvSpPr>
            <p:cNvPr id="31" name="Freeform 30"/>
            <p:cNvSpPr/>
            <p:nvPr/>
          </p:nvSpPr>
          <p:spPr>
            <a:xfrm>
              <a:off x="1336541" y="2569569"/>
              <a:ext cx="1690619" cy="371020"/>
            </a:xfrm>
            <a:custGeom>
              <a:avLst/>
              <a:gdLst>
                <a:gd name="connsiteX0" fmla="*/ 0 w 1690619"/>
                <a:gd name="connsiteY0" fmla="*/ 0 h 371020"/>
                <a:gd name="connsiteX1" fmla="*/ 1690619 w 1690619"/>
                <a:gd name="connsiteY1" fmla="*/ 0 h 371020"/>
                <a:gd name="connsiteX2" fmla="*/ 1690619 w 1690619"/>
                <a:gd name="connsiteY2" fmla="*/ 371020 h 371020"/>
                <a:gd name="connsiteX3" fmla="*/ 0 w 1690619"/>
                <a:gd name="connsiteY3" fmla="*/ 371020 h 371020"/>
                <a:gd name="connsiteX4" fmla="*/ 0 w 1690619"/>
                <a:gd name="connsiteY4" fmla="*/ 0 h 371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619" h="371020">
                  <a:moveTo>
                    <a:pt x="0" y="0"/>
                  </a:moveTo>
                  <a:lnTo>
                    <a:pt x="1690619" y="0"/>
                  </a:lnTo>
                  <a:lnTo>
                    <a:pt x="1690619" y="371020"/>
                  </a:lnTo>
                  <a:lnTo>
                    <a:pt x="0" y="371020"/>
                  </a:lnTo>
                  <a:lnTo>
                    <a:pt x="0" y="0"/>
                  </a:lnTo>
                  <a:close/>
                </a:path>
              </a:pathLst>
            </a:custGeom>
            <a:ln>
              <a:noFill/>
            </a:ln>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0" tIns="0" rIns="0" bIns="0" numCol="1" spcCol="1270" anchor="b" anchorCtr="0">
              <a:noAutofit/>
            </a:bodyPr>
            <a:lstStyle/>
            <a:p>
              <a:pPr defTabSz="1155700" fontAlgn="auto">
                <a:lnSpc>
                  <a:spcPct val="90000"/>
                </a:lnSpc>
                <a:spcAft>
                  <a:spcPct val="35000"/>
                </a:spcAft>
              </a:pPr>
              <a:endParaRPr lang="id-ID" sz="2600">
                <a:solidFill>
                  <a:prstClr val="black">
                    <a:hueOff val="0"/>
                    <a:satOff val="0"/>
                    <a:lumOff val="0"/>
                    <a:alphaOff val="0"/>
                  </a:prstClr>
                </a:solidFill>
              </a:endParaRPr>
            </a:p>
          </p:txBody>
        </p:sp>
        <p:sp>
          <p:nvSpPr>
            <p:cNvPr id="38" name="Freeform 37"/>
            <p:cNvSpPr/>
            <p:nvPr/>
          </p:nvSpPr>
          <p:spPr>
            <a:xfrm>
              <a:off x="1336541" y="3507796"/>
              <a:ext cx="1278518" cy="371020"/>
            </a:xfrm>
            <a:custGeom>
              <a:avLst/>
              <a:gdLst>
                <a:gd name="connsiteX0" fmla="*/ 0 w 1278518"/>
                <a:gd name="connsiteY0" fmla="*/ 0 h 371020"/>
                <a:gd name="connsiteX1" fmla="*/ 1278518 w 1278518"/>
                <a:gd name="connsiteY1" fmla="*/ 0 h 371020"/>
                <a:gd name="connsiteX2" fmla="*/ 1278518 w 1278518"/>
                <a:gd name="connsiteY2" fmla="*/ 371020 h 371020"/>
                <a:gd name="connsiteX3" fmla="*/ 0 w 1278518"/>
                <a:gd name="connsiteY3" fmla="*/ 371020 h 371020"/>
                <a:gd name="connsiteX4" fmla="*/ 0 w 1278518"/>
                <a:gd name="connsiteY4" fmla="*/ 0 h 371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8518" h="371020">
                  <a:moveTo>
                    <a:pt x="0" y="0"/>
                  </a:moveTo>
                  <a:lnTo>
                    <a:pt x="1278518" y="0"/>
                  </a:lnTo>
                  <a:lnTo>
                    <a:pt x="1278518" y="371020"/>
                  </a:lnTo>
                  <a:lnTo>
                    <a:pt x="0" y="371020"/>
                  </a:lnTo>
                  <a:lnTo>
                    <a:pt x="0" y="0"/>
                  </a:lnTo>
                  <a:close/>
                </a:path>
              </a:pathLst>
            </a:custGeom>
            <a:ln>
              <a:noFill/>
            </a:ln>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0" tIns="0" rIns="0" bIns="0" numCol="1" spcCol="1270" anchor="b" anchorCtr="0">
              <a:noAutofit/>
            </a:bodyPr>
            <a:lstStyle/>
            <a:p>
              <a:pPr defTabSz="1155700" fontAlgn="auto">
                <a:lnSpc>
                  <a:spcPct val="90000"/>
                </a:lnSpc>
                <a:spcAft>
                  <a:spcPct val="35000"/>
                </a:spcAft>
              </a:pPr>
              <a:endParaRPr lang="id-ID" sz="2600">
                <a:solidFill>
                  <a:prstClr val="black">
                    <a:hueOff val="0"/>
                    <a:satOff val="0"/>
                    <a:lumOff val="0"/>
                    <a:alphaOff val="0"/>
                  </a:prstClr>
                </a:solidFill>
              </a:endParaRPr>
            </a:p>
          </p:txBody>
        </p:sp>
        <p:sp>
          <p:nvSpPr>
            <p:cNvPr id="46" name="Freeform 45"/>
            <p:cNvSpPr/>
            <p:nvPr/>
          </p:nvSpPr>
          <p:spPr>
            <a:xfrm>
              <a:off x="1336541" y="4425148"/>
              <a:ext cx="1690619" cy="371020"/>
            </a:xfrm>
            <a:custGeom>
              <a:avLst/>
              <a:gdLst>
                <a:gd name="connsiteX0" fmla="*/ 0 w 1690619"/>
                <a:gd name="connsiteY0" fmla="*/ 0 h 371020"/>
                <a:gd name="connsiteX1" fmla="*/ 1690619 w 1690619"/>
                <a:gd name="connsiteY1" fmla="*/ 0 h 371020"/>
                <a:gd name="connsiteX2" fmla="*/ 1690619 w 1690619"/>
                <a:gd name="connsiteY2" fmla="*/ 371020 h 371020"/>
                <a:gd name="connsiteX3" fmla="*/ 0 w 1690619"/>
                <a:gd name="connsiteY3" fmla="*/ 371020 h 371020"/>
                <a:gd name="connsiteX4" fmla="*/ 0 w 1690619"/>
                <a:gd name="connsiteY4" fmla="*/ 0 h 371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619" h="371020">
                  <a:moveTo>
                    <a:pt x="0" y="0"/>
                  </a:moveTo>
                  <a:lnTo>
                    <a:pt x="1690619" y="0"/>
                  </a:lnTo>
                  <a:lnTo>
                    <a:pt x="1690619" y="371020"/>
                  </a:lnTo>
                  <a:lnTo>
                    <a:pt x="0" y="371020"/>
                  </a:lnTo>
                  <a:lnTo>
                    <a:pt x="0" y="0"/>
                  </a:lnTo>
                  <a:close/>
                </a:path>
              </a:pathLst>
            </a:custGeom>
            <a:ln>
              <a:noFill/>
            </a:ln>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0" tIns="0" rIns="0" bIns="0" numCol="1" spcCol="1270" anchor="b" anchorCtr="0">
              <a:noAutofit/>
            </a:bodyPr>
            <a:lstStyle/>
            <a:p>
              <a:pPr defTabSz="1155700" fontAlgn="auto">
                <a:lnSpc>
                  <a:spcPct val="90000"/>
                </a:lnSpc>
                <a:spcAft>
                  <a:spcPct val="35000"/>
                </a:spcAft>
              </a:pPr>
              <a:endParaRPr lang="id-ID" sz="2600">
                <a:solidFill>
                  <a:prstClr val="black">
                    <a:hueOff val="0"/>
                    <a:satOff val="0"/>
                    <a:lumOff val="0"/>
                    <a:alphaOff val="0"/>
                  </a:prstClr>
                </a:solidFill>
              </a:endParaRPr>
            </a:p>
          </p:txBody>
        </p:sp>
      </p:grpSp>
      <p:sp>
        <p:nvSpPr>
          <p:cNvPr id="55" name="TextBox 54"/>
          <p:cNvSpPr txBox="1"/>
          <p:nvPr/>
        </p:nvSpPr>
        <p:spPr>
          <a:xfrm>
            <a:off x="3474746" y="3026570"/>
            <a:ext cx="8382940" cy="523220"/>
          </a:xfrm>
          <a:prstGeom prst="rect">
            <a:avLst/>
          </a:prstGeom>
          <a:noFill/>
        </p:spPr>
        <p:txBody>
          <a:bodyPr wrap="square" rtlCol="0">
            <a:spAutoFit/>
          </a:bodyPr>
          <a:lstStyle/>
          <a:p>
            <a:pPr algn="r" rtl="1"/>
            <a:r>
              <a:rPr lang="ar-SA" sz="2800" b="1" u="sng" dirty="0" smtClean="0">
                <a:solidFill>
                  <a:schemeClr val="accent1">
                    <a:lumMod val="75000"/>
                  </a:schemeClr>
                </a:solidFill>
              </a:rPr>
              <a:t>ب- </a:t>
            </a:r>
            <a:r>
              <a:rPr lang="ar-SA" sz="2800" b="1" u="sng" dirty="0">
                <a:solidFill>
                  <a:schemeClr val="accent1">
                    <a:lumMod val="75000"/>
                  </a:schemeClr>
                </a:solidFill>
              </a:rPr>
              <a:t>الفصول الافتراضية التزامنية </a:t>
            </a:r>
            <a:r>
              <a:rPr lang="en-US" sz="2800" b="1" u="sng" dirty="0">
                <a:solidFill>
                  <a:schemeClr val="accent1">
                    <a:lumMod val="75000"/>
                  </a:schemeClr>
                </a:solidFill>
              </a:rPr>
              <a:t>SYNCHRONOUS</a:t>
            </a:r>
            <a:r>
              <a:rPr lang="ar-JO" sz="2800" b="1" u="sng" dirty="0">
                <a:solidFill>
                  <a:schemeClr val="accent1">
                    <a:lumMod val="75000"/>
                  </a:schemeClr>
                </a:solidFill>
              </a:rPr>
              <a:t>: </a:t>
            </a:r>
            <a:endParaRPr lang="en-US" sz="2800" b="1" u="sng" dirty="0">
              <a:solidFill>
                <a:schemeClr val="accent1">
                  <a:lumMod val="75000"/>
                </a:schemeClr>
              </a:solidFill>
            </a:endParaRPr>
          </a:p>
        </p:txBody>
      </p:sp>
      <p:sp>
        <p:nvSpPr>
          <p:cNvPr id="57" name="TextBox 56"/>
          <p:cNvSpPr txBox="1"/>
          <p:nvPr/>
        </p:nvSpPr>
        <p:spPr>
          <a:xfrm>
            <a:off x="799996" y="4942994"/>
            <a:ext cx="1549713" cy="307777"/>
          </a:xfrm>
          <a:prstGeom prst="rect">
            <a:avLst/>
          </a:prstGeom>
          <a:noFill/>
        </p:spPr>
        <p:txBody>
          <a:bodyPr wrap="square" rtlCol="0">
            <a:spAutoFit/>
          </a:bodyPr>
          <a:lstStyle/>
          <a:p>
            <a:pPr algn="ctr" defTabSz="457200" fontAlgn="auto">
              <a:spcBef>
                <a:spcPts val="0"/>
              </a:spcBef>
              <a:spcAft>
                <a:spcPts val="0"/>
              </a:spcAft>
            </a:pPr>
            <a:r>
              <a:rPr lang="en-US" sz="1400" b="1" dirty="0" smtClean="0">
                <a:solidFill>
                  <a:schemeClr val="bg1"/>
                </a:solidFill>
              </a:rPr>
              <a:t>SYNCHRONOUS</a:t>
            </a:r>
            <a:endParaRPr lang="id-ID" sz="1400" b="1" dirty="0">
              <a:solidFill>
                <a:schemeClr val="bg1"/>
              </a:solidFill>
              <a:latin typeface="Calibri" panose="020F0502020204030204"/>
            </a:endParaRPr>
          </a:p>
        </p:txBody>
      </p:sp>
      <p:sp>
        <p:nvSpPr>
          <p:cNvPr id="58" name="Content Placeholder 2"/>
          <p:cNvSpPr txBox="1">
            <a:spLocks/>
          </p:cNvSpPr>
          <p:nvPr/>
        </p:nvSpPr>
        <p:spPr>
          <a:xfrm>
            <a:off x="4499820" y="3864440"/>
            <a:ext cx="7357866" cy="212447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buClr>
                <a:srgbClr val="E84C22">
                  <a:lumMod val="75000"/>
                </a:srgbClr>
              </a:buClr>
            </a:pPr>
            <a:r>
              <a:rPr lang="id-ID" sz="1400" b="1" dirty="0" smtClean="0">
                <a:solidFill>
                  <a:prstClr val="white">
                    <a:lumMod val="95000"/>
                  </a:prstClr>
                </a:solidFill>
                <a:latin typeface="Roboto" panose="02000000000000000000" pitchFamily="2" charset="0"/>
                <a:ea typeface="Roboto" panose="02000000000000000000" pitchFamily="2" charset="0"/>
                <a:cs typeface="Arial" panose="020B0604020202020204" pitchFamily="34" charset="0"/>
              </a:rPr>
              <a:t>Project Title</a:t>
            </a:r>
          </a:p>
          <a:p>
            <a:pPr algn="ctr" fontAlgn="auto">
              <a:buClr>
                <a:srgbClr val="E84C22">
                  <a:lumMod val="75000"/>
                </a:srgbClr>
              </a:buClr>
            </a:pPr>
            <a:r>
              <a:rPr lang="ar-JO" sz="2400" b="1" dirty="0"/>
              <a:t>يتم في هذا الأسلوب تحديد برنامج زمني محدد لبث الدروس التعليمية عبر الإنترنت، حيث يقوم المعلم بإلقاء المادة وفي ذات الوقت يستمع المتعلمون ويشاهدون كل ما يتعلق بالمادة التعليمية من ملاحظات ورسوم توضيحية معززة بالأشكال والأفلام</a:t>
            </a:r>
            <a:endParaRPr lang="en-US" sz="2400" b="1" dirty="0">
              <a:solidFill>
                <a:prstClr val="white">
                  <a:lumMod val="65000"/>
                </a:prstClr>
              </a:solidFill>
              <a:latin typeface="Roboto" panose="02000000000000000000" pitchFamily="2" charset="0"/>
              <a:ea typeface="Roboto" panose="02000000000000000000" pitchFamily="2" charset="0"/>
              <a:cs typeface="Arial" panose="020B0604020202020204" pitchFamily="34" charset="0"/>
            </a:endParaRPr>
          </a:p>
        </p:txBody>
      </p:sp>
      <p:sp>
        <p:nvSpPr>
          <p:cNvPr id="60" name="Rectangle 59"/>
          <p:cNvSpPr/>
          <p:nvPr/>
        </p:nvSpPr>
        <p:spPr>
          <a:xfrm>
            <a:off x="5867399" y="1776446"/>
            <a:ext cx="457200" cy="234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auto">
              <a:spcBef>
                <a:spcPts val="0"/>
              </a:spcBef>
              <a:spcAft>
                <a:spcPts val="0"/>
              </a:spcAft>
            </a:pPr>
            <a:endParaRPr lang="en-US" dirty="0">
              <a:solidFill>
                <a:prstClr val="white"/>
              </a:solidFill>
            </a:endParaRPr>
          </a:p>
        </p:txBody>
      </p:sp>
      <p:sp>
        <p:nvSpPr>
          <p:cNvPr id="88" name="Freeform 31"/>
          <p:cNvSpPr>
            <a:spLocks noChangeAspect="1" noEditPoints="1"/>
          </p:cNvSpPr>
          <p:nvPr/>
        </p:nvSpPr>
        <p:spPr bwMode="auto">
          <a:xfrm>
            <a:off x="1281138" y="4482420"/>
            <a:ext cx="445045" cy="393619"/>
          </a:xfrm>
          <a:custGeom>
            <a:avLst/>
            <a:gdLst>
              <a:gd name="T0" fmla="*/ 196 w 392"/>
              <a:gd name="T1" fmla="*/ 267 h 347"/>
              <a:gd name="T2" fmla="*/ 156 w 392"/>
              <a:gd name="T3" fmla="*/ 307 h 347"/>
              <a:gd name="T4" fmla="*/ 196 w 392"/>
              <a:gd name="T5" fmla="*/ 347 h 347"/>
              <a:gd name="T6" fmla="*/ 235 w 392"/>
              <a:gd name="T7" fmla="*/ 307 h 347"/>
              <a:gd name="T8" fmla="*/ 196 w 392"/>
              <a:gd name="T9" fmla="*/ 267 h 347"/>
              <a:gd name="T10" fmla="*/ 112 w 392"/>
              <a:gd name="T11" fmla="*/ 222 h 347"/>
              <a:gd name="T12" fmla="*/ 140 w 392"/>
              <a:gd name="T13" fmla="*/ 250 h 347"/>
              <a:gd name="T14" fmla="*/ 252 w 392"/>
              <a:gd name="T15" fmla="*/ 250 h 347"/>
              <a:gd name="T16" fmla="*/ 280 w 392"/>
              <a:gd name="T17" fmla="*/ 222 h 347"/>
              <a:gd name="T18" fmla="*/ 112 w 392"/>
              <a:gd name="T19" fmla="*/ 222 h 347"/>
              <a:gd name="T20" fmla="*/ 56 w 392"/>
              <a:gd name="T21" fmla="*/ 165 h 347"/>
              <a:gd name="T22" fmla="*/ 84 w 392"/>
              <a:gd name="T23" fmla="*/ 194 h 347"/>
              <a:gd name="T24" fmla="*/ 308 w 392"/>
              <a:gd name="T25" fmla="*/ 194 h 347"/>
              <a:gd name="T26" fmla="*/ 336 w 392"/>
              <a:gd name="T27" fmla="*/ 165 h 347"/>
              <a:gd name="T28" fmla="*/ 56 w 392"/>
              <a:gd name="T29" fmla="*/ 165 h 347"/>
              <a:gd name="T30" fmla="*/ 0 w 392"/>
              <a:gd name="T31" fmla="*/ 109 h 347"/>
              <a:gd name="T32" fmla="*/ 28 w 392"/>
              <a:gd name="T33" fmla="*/ 137 h 347"/>
              <a:gd name="T34" fmla="*/ 364 w 392"/>
              <a:gd name="T35" fmla="*/ 137 h 347"/>
              <a:gd name="T36" fmla="*/ 392 w 392"/>
              <a:gd name="T37" fmla="*/ 109 h 347"/>
              <a:gd name="T38" fmla="*/ 0 w 392"/>
              <a:gd name="T39" fmla="*/ 109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2" h="347">
                <a:moveTo>
                  <a:pt x="196" y="267"/>
                </a:moveTo>
                <a:cubicBezTo>
                  <a:pt x="174" y="267"/>
                  <a:pt x="156" y="285"/>
                  <a:pt x="156" y="307"/>
                </a:cubicBezTo>
                <a:cubicBezTo>
                  <a:pt x="156" y="329"/>
                  <a:pt x="174" y="347"/>
                  <a:pt x="196" y="347"/>
                </a:cubicBezTo>
                <a:cubicBezTo>
                  <a:pt x="218" y="347"/>
                  <a:pt x="235" y="329"/>
                  <a:pt x="235" y="307"/>
                </a:cubicBezTo>
                <a:cubicBezTo>
                  <a:pt x="235" y="285"/>
                  <a:pt x="218" y="267"/>
                  <a:pt x="196" y="267"/>
                </a:cubicBezTo>
                <a:close/>
                <a:moveTo>
                  <a:pt x="112" y="222"/>
                </a:moveTo>
                <a:cubicBezTo>
                  <a:pt x="140" y="250"/>
                  <a:pt x="140" y="250"/>
                  <a:pt x="140" y="250"/>
                </a:cubicBezTo>
                <a:cubicBezTo>
                  <a:pt x="171" y="219"/>
                  <a:pt x="221" y="219"/>
                  <a:pt x="252" y="250"/>
                </a:cubicBezTo>
                <a:cubicBezTo>
                  <a:pt x="280" y="222"/>
                  <a:pt x="280" y="222"/>
                  <a:pt x="280" y="222"/>
                </a:cubicBezTo>
                <a:cubicBezTo>
                  <a:pt x="233" y="175"/>
                  <a:pt x="158" y="175"/>
                  <a:pt x="112" y="222"/>
                </a:cubicBezTo>
                <a:close/>
                <a:moveTo>
                  <a:pt x="56" y="165"/>
                </a:moveTo>
                <a:cubicBezTo>
                  <a:pt x="84" y="194"/>
                  <a:pt x="84" y="194"/>
                  <a:pt x="84" y="194"/>
                </a:cubicBezTo>
                <a:cubicBezTo>
                  <a:pt x="146" y="131"/>
                  <a:pt x="246" y="131"/>
                  <a:pt x="308" y="194"/>
                </a:cubicBezTo>
                <a:cubicBezTo>
                  <a:pt x="336" y="165"/>
                  <a:pt x="336" y="165"/>
                  <a:pt x="336" y="165"/>
                </a:cubicBezTo>
                <a:cubicBezTo>
                  <a:pt x="258" y="87"/>
                  <a:pt x="133" y="87"/>
                  <a:pt x="56" y="165"/>
                </a:cubicBezTo>
                <a:close/>
                <a:moveTo>
                  <a:pt x="0" y="109"/>
                </a:moveTo>
                <a:cubicBezTo>
                  <a:pt x="28" y="137"/>
                  <a:pt x="28" y="137"/>
                  <a:pt x="28" y="137"/>
                </a:cubicBezTo>
                <a:cubicBezTo>
                  <a:pt x="121" y="43"/>
                  <a:pt x="271" y="43"/>
                  <a:pt x="364" y="137"/>
                </a:cubicBezTo>
                <a:cubicBezTo>
                  <a:pt x="392" y="109"/>
                  <a:pt x="392" y="109"/>
                  <a:pt x="392" y="109"/>
                </a:cubicBezTo>
                <a:cubicBezTo>
                  <a:pt x="284" y="0"/>
                  <a:pt x="108" y="0"/>
                  <a:pt x="0" y="10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defTabSz="457200" fontAlgn="auto">
              <a:spcBef>
                <a:spcPts val="0"/>
              </a:spcBef>
              <a:spcAft>
                <a:spcPts val="0"/>
              </a:spcAft>
            </a:pPr>
            <a:endParaRPr lang="en-US" dirty="0">
              <a:solidFill>
                <a:prstClr val="black"/>
              </a:solidFill>
              <a:latin typeface="Calibri" panose="020F0502020204030204"/>
            </a:endParaRPr>
          </a:p>
        </p:txBody>
      </p:sp>
      <p:sp>
        <p:nvSpPr>
          <p:cNvPr id="2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4319988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55"/>
                                        </p:tgtEl>
                                        <p:attrNameLst>
                                          <p:attrName>style.visibility</p:attrName>
                                        </p:attrNameLst>
                                      </p:cBhvr>
                                      <p:to>
                                        <p:strVal val="visible"/>
                                      </p:to>
                                    </p:set>
                                    <p:animEffect transition="in" filter="wipe(down)">
                                      <p:cBhvr>
                                        <p:cTn id="10" dur="500"/>
                                        <p:tgtEl>
                                          <p:spTgt spid="55"/>
                                        </p:tgtEl>
                                      </p:cBhvr>
                                    </p:animEffect>
                                  </p:childTnLst>
                                </p:cTn>
                              </p:par>
                              <p:par>
                                <p:cTn id="11" presetID="22" presetClass="entr" presetSubtype="8" fill="hold" nodeType="withEffect">
                                  <p:stCondLst>
                                    <p:cond delay="2500"/>
                                  </p:stCondLst>
                                  <p:childTnLst>
                                    <p:set>
                                      <p:cBhvr>
                                        <p:cTn id="12" dur="1" fill="hold">
                                          <p:stCondLst>
                                            <p:cond delay="0"/>
                                          </p:stCondLst>
                                        </p:cTn>
                                        <p:tgtEl>
                                          <p:spTgt spid="47"/>
                                        </p:tgtEl>
                                        <p:attrNameLst>
                                          <p:attrName>style.visibility</p:attrName>
                                        </p:attrNameLst>
                                      </p:cBhvr>
                                      <p:to>
                                        <p:strVal val="visible"/>
                                      </p:to>
                                    </p:set>
                                    <p:animEffect transition="in" filter="wipe(left)">
                                      <p:cBhvr>
                                        <p:cTn id="13" dur="1000"/>
                                        <p:tgtEl>
                                          <p:spTgt spid="47"/>
                                        </p:tgtEl>
                                      </p:cBhvr>
                                    </p:animEffect>
                                  </p:childTnLst>
                                </p:cTn>
                              </p:par>
                              <p:par>
                                <p:cTn id="14" presetID="10" presetClass="entr" presetSubtype="0" fill="hold" grpId="0" nodeType="withEffect">
                                  <p:stCondLst>
                                    <p:cond delay="2500"/>
                                  </p:stCondLst>
                                  <p:childTnLst>
                                    <p:set>
                                      <p:cBhvr>
                                        <p:cTn id="15" dur="1" fill="hold">
                                          <p:stCondLst>
                                            <p:cond delay="0"/>
                                          </p:stCondLst>
                                        </p:cTn>
                                        <p:tgtEl>
                                          <p:spTgt spid="57"/>
                                        </p:tgtEl>
                                        <p:attrNameLst>
                                          <p:attrName>style.visibility</p:attrName>
                                        </p:attrNameLst>
                                      </p:cBhvr>
                                      <p:to>
                                        <p:strVal val="visible"/>
                                      </p:to>
                                    </p:set>
                                    <p:animEffect transition="in" filter="fade">
                                      <p:cBhvr>
                                        <p:cTn id="16" dur="500"/>
                                        <p:tgtEl>
                                          <p:spTgt spid="57"/>
                                        </p:tgtEl>
                                      </p:cBhvr>
                                    </p:animEffect>
                                  </p:childTnLst>
                                </p:cTn>
                              </p:par>
                              <p:par>
                                <p:cTn id="17" presetID="22" presetClass="entr" presetSubtype="8" fill="hold" grpId="0" nodeType="withEffect">
                                  <p:stCondLst>
                                    <p:cond delay="3250"/>
                                  </p:stCondLst>
                                  <p:childTnLst>
                                    <p:set>
                                      <p:cBhvr>
                                        <p:cTn id="18" dur="1" fill="hold">
                                          <p:stCondLst>
                                            <p:cond delay="0"/>
                                          </p:stCondLst>
                                        </p:cTn>
                                        <p:tgtEl>
                                          <p:spTgt spid="58"/>
                                        </p:tgtEl>
                                        <p:attrNameLst>
                                          <p:attrName>style.visibility</p:attrName>
                                        </p:attrNameLst>
                                      </p:cBhvr>
                                      <p:to>
                                        <p:strVal val="visible"/>
                                      </p:to>
                                    </p:set>
                                    <p:animEffect transition="in" filter="wipe(left)">
                                      <p:cBhvr>
                                        <p:cTn id="19" dur="750"/>
                                        <p:tgtEl>
                                          <p:spTgt spid="58"/>
                                        </p:tgtEl>
                                      </p:cBhvr>
                                    </p:animEffect>
                                  </p:childTnLst>
                                </p:cTn>
                              </p:par>
                            </p:childTnLst>
                          </p:cTn>
                        </p:par>
                        <p:par>
                          <p:cTn id="20" fill="hold">
                            <p:stCondLst>
                              <p:cond delay="4000"/>
                            </p:stCondLst>
                            <p:childTnLst>
                              <p:par>
                                <p:cTn id="21" presetID="10" presetClass="entr" presetSubtype="0"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fade">
                                      <p:cBhvr>
                                        <p:cTn id="23"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55" grpId="0"/>
      <p:bldP spid="57" grpId="0"/>
      <p:bldP spid="58" grpId="0"/>
      <p:bldP spid="60"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7420140" y="2576512"/>
            <a:ext cx="645416" cy="640547"/>
            <a:chOff x="6585105" y="2601913"/>
            <a:chExt cx="775069" cy="769222"/>
          </a:xfrm>
        </p:grpSpPr>
        <p:sp>
          <p:nvSpPr>
            <p:cNvPr id="6" name="Freeform 5"/>
            <p:cNvSpPr>
              <a:spLocks/>
            </p:cNvSpPr>
            <p:nvPr/>
          </p:nvSpPr>
          <p:spPr bwMode="auto">
            <a:xfrm>
              <a:off x="6585105" y="2601913"/>
              <a:ext cx="775069" cy="769222"/>
            </a:xfrm>
            <a:custGeom>
              <a:avLst/>
              <a:gdLst>
                <a:gd name="T0" fmla="*/ 195 w 390"/>
                <a:gd name="T1" fmla="*/ 0 h 389"/>
                <a:gd name="T2" fmla="*/ 195 w 390"/>
                <a:gd name="T3" fmla="*/ 194 h 389"/>
                <a:gd name="T4" fmla="*/ 28 w 390"/>
                <a:gd name="T5" fmla="*/ 94 h 389"/>
                <a:gd name="T6" fmla="*/ 0 w 390"/>
                <a:gd name="T7" fmla="*/ 194 h 389"/>
                <a:gd name="T8" fmla="*/ 195 w 390"/>
                <a:gd name="T9" fmla="*/ 389 h 389"/>
                <a:gd name="T10" fmla="*/ 390 w 390"/>
                <a:gd name="T11" fmla="*/ 194 h 389"/>
                <a:gd name="T12" fmla="*/ 195 w 390"/>
                <a:gd name="T13" fmla="*/ 0 h 389"/>
              </a:gdLst>
              <a:ahLst/>
              <a:cxnLst>
                <a:cxn ang="0">
                  <a:pos x="T0" y="T1"/>
                </a:cxn>
                <a:cxn ang="0">
                  <a:pos x="T2" y="T3"/>
                </a:cxn>
                <a:cxn ang="0">
                  <a:pos x="T4" y="T5"/>
                </a:cxn>
                <a:cxn ang="0">
                  <a:pos x="T6" y="T7"/>
                </a:cxn>
                <a:cxn ang="0">
                  <a:pos x="T8" y="T9"/>
                </a:cxn>
                <a:cxn ang="0">
                  <a:pos x="T10" y="T11"/>
                </a:cxn>
                <a:cxn ang="0">
                  <a:pos x="T12" y="T13"/>
                </a:cxn>
              </a:cxnLst>
              <a:rect l="0" t="0" r="r" b="b"/>
              <a:pathLst>
                <a:path w="390" h="389">
                  <a:moveTo>
                    <a:pt x="195" y="0"/>
                  </a:moveTo>
                  <a:cubicBezTo>
                    <a:pt x="195" y="194"/>
                    <a:pt x="195" y="194"/>
                    <a:pt x="195" y="194"/>
                  </a:cubicBezTo>
                  <a:cubicBezTo>
                    <a:pt x="28" y="94"/>
                    <a:pt x="28" y="94"/>
                    <a:pt x="28" y="94"/>
                  </a:cubicBezTo>
                  <a:cubicBezTo>
                    <a:pt x="11" y="123"/>
                    <a:pt x="0" y="158"/>
                    <a:pt x="0" y="194"/>
                  </a:cubicBezTo>
                  <a:cubicBezTo>
                    <a:pt x="0" y="302"/>
                    <a:pt x="88" y="389"/>
                    <a:pt x="195" y="389"/>
                  </a:cubicBezTo>
                  <a:cubicBezTo>
                    <a:pt x="303" y="389"/>
                    <a:pt x="390" y="302"/>
                    <a:pt x="390" y="194"/>
                  </a:cubicBezTo>
                  <a:cubicBezTo>
                    <a:pt x="390" y="87"/>
                    <a:pt x="303" y="0"/>
                    <a:pt x="195"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 name="Oval 6"/>
            <p:cNvSpPr>
              <a:spLocks noChangeArrowheads="1"/>
            </p:cNvSpPr>
            <p:nvPr/>
          </p:nvSpPr>
          <p:spPr bwMode="auto">
            <a:xfrm>
              <a:off x="6666120" y="2680422"/>
              <a:ext cx="612204" cy="60969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fontAlgn="auto">
                <a:spcBef>
                  <a:spcPts val="0"/>
                </a:spcBef>
                <a:spcAft>
                  <a:spcPts val="0"/>
                </a:spcAft>
              </a:pPr>
              <a:r>
                <a:rPr lang="en-IN" dirty="0">
                  <a:solidFill>
                    <a:prstClr val="white"/>
                  </a:solidFill>
                  <a:latin typeface="FontAwesome" pitchFamily="50" charset="0"/>
                </a:rPr>
                <a:t></a:t>
              </a:r>
            </a:p>
          </p:txBody>
        </p:sp>
      </p:grpSp>
      <p:grpSp>
        <p:nvGrpSpPr>
          <p:cNvPr id="28" name="Group 13"/>
          <p:cNvGrpSpPr>
            <a:grpSpLocks noChangeAspect="1"/>
          </p:cNvGrpSpPr>
          <p:nvPr/>
        </p:nvGrpSpPr>
        <p:grpSpPr bwMode="auto">
          <a:xfrm>
            <a:off x="560388" y="495300"/>
            <a:ext cx="4994275" cy="6362700"/>
            <a:chOff x="353" y="312"/>
            <a:chExt cx="3146" cy="4008"/>
          </a:xfrm>
        </p:grpSpPr>
        <p:sp>
          <p:nvSpPr>
            <p:cNvPr id="30" name="Freeform 14"/>
            <p:cNvSpPr>
              <a:spLocks/>
            </p:cNvSpPr>
            <p:nvPr/>
          </p:nvSpPr>
          <p:spPr bwMode="auto">
            <a:xfrm>
              <a:off x="1395" y="2235"/>
              <a:ext cx="1209" cy="2085"/>
            </a:xfrm>
            <a:custGeom>
              <a:avLst/>
              <a:gdLst>
                <a:gd name="T0" fmla="*/ 258 w 725"/>
                <a:gd name="T1" fmla="*/ 1251 h 1251"/>
                <a:gd name="T2" fmla="*/ 285 w 725"/>
                <a:gd name="T3" fmla="*/ 700 h 1251"/>
                <a:gd name="T4" fmla="*/ 0 w 725"/>
                <a:gd name="T5" fmla="*/ 315 h 1251"/>
                <a:gd name="T6" fmla="*/ 46 w 725"/>
                <a:gd name="T7" fmla="*/ 273 h 1251"/>
                <a:gd name="T8" fmla="*/ 314 w 725"/>
                <a:gd name="T9" fmla="*/ 578 h 1251"/>
                <a:gd name="T10" fmla="*/ 344 w 725"/>
                <a:gd name="T11" fmla="*/ 0 h 1251"/>
                <a:gd name="T12" fmla="*/ 412 w 725"/>
                <a:gd name="T13" fmla="*/ 0 h 1251"/>
                <a:gd name="T14" fmla="*/ 440 w 725"/>
                <a:gd name="T15" fmla="*/ 377 h 1251"/>
                <a:gd name="T16" fmla="*/ 675 w 725"/>
                <a:gd name="T17" fmla="*/ 126 h 1251"/>
                <a:gd name="T18" fmla="*/ 725 w 725"/>
                <a:gd name="T19" fmla="*/ 193 h 1251"/>
                <a:gd name="T20" fmla="*/ 478 w 725"/>
                <a:gd name="T21" fmla="*/ 490 h 1251"/>
                <a:gd name="T22" fmla="*/ 461 w 725"/>
                <a:gd name="T23" fmla="*/ 788 h 1251"/>
                <a:gd name="T24" fmla="*/ 507 w 725"/>
                <a:gd name="T25" fmla="*/ 1245 h 1251"/>
                <a:gd name="T26" fmla="*/ 258 w 725"/>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5" h="1251">
                  <a:moveTo>
                    <a:pt x="258" y="1251"/>
                  </a:moveTo>
                  <a:cubicBezTo>
                    <a:pt x="258" y="1251"/>
                    <a:pt x="323" y="826"/>
                    <a:pt x="285" y="700"/>
                  </a:cubicBezTo>
                  <a:cubicBezTo>
                    <a:pt x="0" y="315"/>
                    <a:pt x="0" y="315"/>
                    <a:pt x="0" y="315"/>
                  </a:cubicBezTo>
                  <a:cubicBezTo>
                    <a:pt x="46" y="273"/>
                    <a:pt x="46" y="273"/>
                    <a:pt x="46" y="273"/>
                  </a:cubicBezTo>
                  <a:cubicBezTo>
                    <a:pt x="314" y="578"/>
                    <a:pt x="314" y="578"/>
                    <a:pt x="314" y="578"/>
                  </a:cubicBezTo>
                  <a:cubicBezTo>
                    <a:pt x="344" y="0"/>
                    <a:pt x="344" y="0"/>
                    <a:pt x="344" y="0"/>
                  </a:cubicBezTo>
                  <a:cubicBezTo>
                    <a:pt x="412" y="0"/>
                    <a:pt x="412" y="0"/>
                    <a:pt x="412" y="0"/>
                  </a:cubicBezTo>
                  <a:cubicBezTo>
                    <a:pt x="440" y="377"/>
                    <a:pt x="440" y="377"/>
                    <a:pt x="440" y="377"/>
                  </a:cubicBezTo>
                  <a:cubicBezTo>
                    <a:pt x="675" y="126"/>
                    <a:pt x="675" y="126"/>
                    <a:pt x="675" y="126"/>
                  </a:cubicBezTo>
                  <a:cubicBezTo>
                    <a:pt x="725" y="193"/>
                    <a:pt x="725" y="193"/>
                    <a:pt x="725" y="193"/>
                  </a:cubicBezTo>
                  <a:cubicBezTo>
                    <a:pt x="478" y="490"/>
                    <a:pt x="478" y="490"/>
                    <a:pt x="478" y="490"/>
                  </a:cubicBezTo>
                  <a:cubicBezTo>
                    <a:pt x="478" y="490"/>
                    <a:pt x="436" y="490"/>
                    <a:pt x="461" y="788"/>
                  </a:cubicBezTo>
                  <a:cubicBezTo>
                    <a:pt x="486" y="1085"/>
                    <a:pt x="507" y="1245"/>
                    <a:pt x="507" y="1245"/>
                  </a:cubicBezTo>
                  <a:lnTo>
                    <a:pt x="258" y="1251"/>
                  </a:lnTo>
                  <a:close/>
                </a:path>
              </a:pathLst>
            </a:custGeom>
            <a:solidFill>
              <a:srgbClr val="A27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1" name="Oval 15"/>
            <p:cNvSpPr>
              <a:spLocks noChangeArrowheads="1"/>
            </p:cNvSpPr>
            <p:nvPr/>
          </p:nvSpPr>
          <p:spPr bwMode="auto">
            <a:xfrm>
              <a:off x="965" y="312"/>
              <a:ext cx="2049" cy="2048"/>
            </a:xfrm>
            <a:prstGeom prst="ellipse">
              <a:avLst/>
            </a:prstGeom>
            <a:solidFill>
              <a:schemeClr val="accent6">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2" name="Oval 16"/>
            <p:cNvSpPr>
              <a:spLocks noChangeArrowheads="1"/>
            </p:cNvSpPr>
            <p:nvPr/>
          </p:nvSpPr>
          <p:spPr bwMode="auto">
            <a:xfrm>
              <a:off x="1124" y="472"/>
              <a:ext cx="1730" cy="173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3" name="Oval 17"/>
            <p:cNvSpPr>
              <a:spLocks noChangeArrowheads="1"/>
            </p:cNvSpPr>
            <p:nvPr/>
          </p:nvSpPr>
          <p:spPr bwMode="auto">
            <a:xfrm>
              <a:off x="2309" y="1685"/>
              <a:ext cx="1190" cy="1190"/>
            </a:xfrm>
            <a:prstGeom prst="ellipse">
              <a:avLst/>
            </a:prstGeom>
            <a:solidFill>
              <a:srgbClr val="E935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4" name="Oval 18"/>
            <p:cNvSpPr>
              <a:spLocks noChangeArrowheads="1"/>
            </p:cNvSpPr>
            <p:nvPr/>
          </p:nvSpPr>
          <p:spPr bwMode="auto">
            <a:xfrm>
              <a:off x="2441" y="1815"/>
              <a:ext cx="927" cy="928"/>
            </a:xfrm>
            <a:prstGeom prst="ellipse">
              <a:avLst/>
            </a:prstGeom>
            <a:solidFill>
              <a:srgbClr val="F266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5" name="Oval 19"/>
            <p:cNvSpPr>
              <a:spLocks noChangeArrowheads="1"/>
            </p:cNvSpPr>
            <p:nvPr/>
          </p:nvSpPr>
          <p:spPr bwMode="auto">
            <a:xfrm>
              <a:off x="353" y="1753"/>
              <a:ext cx="1518" cy="1515"/>
            </a:xfrm>
            <a:prstGeom prst="ellipse">
              <a:avLst/>
            </a:pr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6" name="Oval 20"/>
            <p:cNvSpPr>
              <a:spLocks noChangeArrowheads="1"/>
            </p:cNvSpPr>
            <p:nvPr/>
          </p:nvSpPr>
          <p:spPr bwMode="auto">
            <a:xfrm>
              <a:off x="492" y="1892"/>
              <a:ext cx="1240" cy="124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27" name="Freeform 6"/>
          <p:cNvSpPr>
            <a:spLocks/>
          </p:cNvSpPr>
          <p:nvPr/>
        </p:nvSpPr>
        <p:spPr bwMode="auto">
          <a:xfrm>
            <a:off x="0" y="5545205"/>
            <a:ext cx="12192000" cy="1377950"/>
          </a:xfrm>
          <a:custGeom>
            <a:avLst/>
            <a:gdLst>
              <a:gd name="T0" fmla="*/ 3200 w 3200"/>
              <a:gd name="T1" fmla="*/ 66 h 423"/>
              <a:gd name="T2" fmla="*/ 1743 w 3200"/>
              <a:gd name="T3" fmla="*/ 212 h 423"/>
              <a:gd name="T4" fmla="*/ 0 w 3200"/>
              <a:gd name="T5" fmla="*/ 175 h 423"/>
              <a:gd name="T6" fmla="*/ 0 w 3200"/>
              <a:gd name="T7" fmla="*/ 404 h 423"/>
              <a:gd name="T8" fmla="*/ 3200 w 3200"/>
              <a:gd name="T9" fmla="*/ 404 h 423"/>
              <a:gd name="T10" fmla="*/ 3200 w 3200"/>
              <a:gd name="T11" fmla="*/ 66 h 423"/>
            </a:gdLst>
            <a:ahLst/>
            <a:cxnLst>
              <a:cxn ang="0">
                <a:pos x="T0" y="T1"/>
              </a:cxn>
              <a:cxn ang="0">
                <a:pos x="T2" y="T3"/>
              </a:cxn>
              <a:cxn ang="0">
                <a:pos x="T4" y="T5"/>
              </a:cxn>
              <a:cxn ang="0">
                <a:pos x="T6" y="T7"/>
              </a:cxn>
              <a:cxn ang="0">
                <a:pos x="T8" y="T9"/>
              </a:cxn>
              <a:cxn ang="0">
                <a:pos x="T10" y="T11"/>
              </a:cxn>
            </a:cxnLst>
            <a:rect l="0" t="0" r="r" b="b"/>
            <a:pathLst>
              <a:path w="3200" h="423">
                <a:moveTo>
                  <a:pt x="3200" y="66"/>
                </a:moveTo>
                <a:cubicBezTo>
                  <a:pt x="3200" y="66"/>
                  <a:pt x="2831" y="0"/>
                  <a:pt x="1743" y="212"/>
                </a:cubicBezTo>
                <a:cubicBezTo>
                  <a:pt x="655" y="423"/>
                  <a:pt x="0" y="175"/>
                  <a:pt x="0" y="175"/>
                </a:cubicBezTo>
                <a:cubicBezTo>
                  <a:pt x="0" y="404"/>
                  <a:pt x="0" y="404"/>
                  <a:pt x="0" y="404"/>
                </a:cubicBezTo>
                <a:cubicBezTo>
                  <a:pt x="3200" y="404"/>
                  <a:pt x="3200" y="404"/>
                  <a:pt x="3200" y="404"/>
                </a:cubicBezTo>
                <a:lnTo>
                  <a:pt x="3200" y="66"/>
                </a:lnTo>
                <a:close/>
              </a:path>
            </a:pathLst>
          </a:custGeom>
          <a:gradFill flip="none" rotWithShape="1">
            <a:gsLst>
              <a:gs pos="0">
                <a:schemeClr val="accent1">
                  <a:lumMod val="89000"/>
                </a:schemeClr>
              </a:gs>
              <a:gs pos="23000">
                <a:schemeClr val="accent1">
                  <a:lumMod val="89000"/>
                </a:schemeClr>
              </a:gs>
              <a:gs pos="69000">
                <a:schemeClr val="accent1">
                  <a:lumMod val="75000"/>
                </a:schemeClr>
              </a:gs>
              <a:gs pos="97000">
                <a:schemeClr val="accent1">
                  <a:lumMod val="70000"/>
                </a:schemeClr>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6" name="TextBox 45"/>
          <p:cNvSpPr txBox="1"/>
          <p:nvPr/>
        </p:nvSpPr>
        <p:spPr>
          <a:xfrm>
            <a:off x="4529110" y="341418"/>
            <a:ext cx="6824690" cy="707886"/>
          </a:xfrm>
          <a:prstGeom prst="rect">
            <a:avLst/>
          </a:prstGeom>
          <a:noFill/>
        </p:spPr>
        <p:txBody>
          <a:bodyPr wrap="square" rtlCol="0">
            <a:spAutoFit/>
          </a:bodyPr>
          <a:lstStyle/>
          <a:p>
            <a:pPr algn="r" rtl="1"/>
            <a:r>
              <a:rPr lang="ar-JO" sz="4000" b="1" u="sng" dirty="0"/>
              <a:t>3- خصائص الفصل الافتراضي </a:t>
            </a:r>
            <a:endParaRPr lang="en-US" sz="4000" u="sng" dirty="0"/>
          </a:p>
        </p:txBody>
      </p:sp>
      <p:grpSp>
        <p:nvGrpSpPr>
          <p:cNvPr id="81" name="Group 80"/>
          <p:cNvGrpSpPr/>
          <p:nvPr/>
        </p:nvGrpSpPr>
        <p:grpSpPr>
          <a:xfrm>
            <a:off x="7385365" y="3395235"/>
            <a:ext cx="735134" cy="690623"/>
            <a:chOff x="7374933" y="3550467"/>
            <a:chExt cx="735134" cy="690623"/>
          </a:xfrm>
        </p:grpSpPr>
        <p:sp>
          <p:nvSpPr>
            <p:cNvPr id="8" name="Freeform 7"/>
            <p:cNvSpPr>
              <a:spLocks/>
            </p:cNvSpPr>
            <p:nvPr/>
          </p:nvSpPr>
          <p:spPr bwMode="auto">
            <a:xfrm>
              <a:off x="7374933" y="3550467"/>
              <a:ext cx="735134" cy="690623"/>
            </a:xfrm>
            <a:custGeom>
              <a:avLst/>
              <a:gdLst>
                <a:gd name="T0" fmla="*/ 399 w 444"/>
                <a:gd name="T1" fmla="*/ 116 h 419"/>
                <a:gd name="T2" fmla="*/ 222 w 444"/>
                <a:gd name="T3" fmla="*/ 197 h 419"/>
                <a:gd name="T4" fmla="*/ 243 w 444"/>
                <a:gd name="T5" fmla="*/ 4 h 419"/>
                <a:gd name="T6" fmla="*/ 141 w 444"/>
                <a:gd name="T7" fmla="*/ 21 h 419"/>
                <a:gd name="T8" fmla="*/ 45 w 444"/>
                <a:gd name="T9" fmla="*/ 279 h 419"/>
                <a:gd name="T10" fmla="*/ 304 w 444"/>
                <a:gd name="T11" fmla="*/ 374 h 419"/>
                <a:gd name="T12" fmla="*/ 399 w 444"/>
                <a:gd name="T13" fmla="*/ 116 h 419"/>
              </a:gdLst>
              <a:ahLst/>
              <a:cxnLst>
                <a:cxn ang="0">
                  <a:pos x="T0" y="T1"/>
                </a:cxn>
                <a:cxn ang="0">
                  <a:pos x="T2" y="T3"/>
                </a:cxn>
                <a:cxn ang="0">
                  <a:pos x="T4" y="T5"/>
                </a:cxn>
                <a:cxn ang="0">
                  <a:pos x="T6" y="T7"/>
                </a:cxn>
                <a:cxn ang="0">
                  <a:pos x="T8" y="T9"/>
                </a:cxn>
                <a:cxn ang="0">
                  <a:pos x="T10" y="T11"/>
                </a:cxn>
                <a:cxn ang="0">
                  <a:pos x="T12" y="T13"/>
                </a:cxn>
              </a:cxnLst>
              <a:rect l="0" t="0" r="r" b="b"/>
              <a:pathLst>
                <a:path w="444" h="419">
                  <a:moveTo>
                    <a:pt x="399" y="116"/>
                  </a:moveTo>
                  <a:cubicBezTo>
                    <a:pt x="222" y="197"/>
                    <a:pt x="222" y="197"/>
                    <a:pt x="222" y="197"/>
                  </a:cubicBezTo>
                  <a:cubicBezTo>
                    <a:pt x="243" y="4"/>
                    <a:pt x="243" y="4"/>
                    <a:pt x="243" y="4"/>
                  </a:cubicBezTo>
                  <a:cubicBezTo>
                    <a:pt x="209" y="0"/>
                    <a:pt x="174" y="5"/>
                    <a:pt x="141" y="21"/>
                  </a:cubicBezTo>
                  <a:cubicBezTo>
                    <a:pt x="43" y="66"/>
                    <a:pt x="0" y="181"/>
                    <a:pt x="45" y="279"/>
                  </a:cubicBezTo>
                  <a:cubicBezTo>
                    <a:pt x="90" y="377"/>
                    <a:pt x="206" y="419"/>
                    <a:pt x="304" y="374"/>
                  </a:cubicBezTo>
                  <a:cubicBezTo>
                    <a:pt x="401" y="329"/>
                    <a:pt x="444" y="214"/>
                    <a:pt x="399" y="116"/>
                  </a:cubicBezTo>
                  <a:close/>
                </a:path>
              </a:pathLst>
            </a:custGeom>
            <a:solidFill>
              <a:schemeClr val="accent6">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 name="Freeform 8"/>
            <p:cNvSpPr>
              <a:spLocks/>
            </p:cNvSpPr>
            <p:nvPr/>
          </p:nvSpPr>
          <p:spPr bwMode="auto">
            <a:xfrm>
              <a:off x="7452828" y="3586632"/>
              <a:ext cx="579344" cy="578649"/>
            </a:xfrm>
            <a:custGeom>
              <a:avLst/>
              <a:gdLst>
                <a:gd name="T0" fmla="*/ 239 w 350"/>
                <a:gd name="T1" fmla="*/ 315 h 351"/>
                <a:gd name="T2" fmla="*/ 35 w 350"/>
                <a:gd name="T3" fmla="*/ 240 h 351"/>
                <a:gd name="T4" fmla="*/ 111 w 350"/>
                <a:gd name="T5" fmla="*/ 36 h 351"/>
                <a:gd name="T6" fmla="*/ 315 w 350"/>
                <a:gd name="T7" fmla="*/ 111 h 351"/>
                <a:gd name="T8" fmla="*/ 239 w 350"/>
                <a:gd name="T9" fmla="*/ 315 h 351"/>
              </a:gdLst>
              <a:ahLst/>
              <a:cxnLst>
                <a:cxn ang="0">
                  <a:pos x="T0" y="T1"/>
                </a:cxn>
                <a:cxn ang="0">
                  <a:pos x="T2" y="T3"/>
                </a:cxn>
                <a:cxn ang="0">
                  <a:pos x="T4" y="T5"/>
                </a:cxn>
                <a:cxn ang="0">
                  <a:pos x="T6" y="T7"/>
                </a:cxn>
                <a:cxn ang="0">
                  <a:pos x="T8" y="T9"/>
                </a:cxn>
              </a:cxnLst>
              <a:rect l="0" t="0" r="r" b="b"/>
              <a:pathLst>
                <a:path w="350" h="351">
                  <a:moveTo>
                    <a:pt x="239" y="315"/>
                  </a:moveTo>
                  <a:cubicBezTo>
                    <a:pt x="162" y="351"/>
                    <a:pt x="71" y="317"/>
                    <a:pt x="35" y="240"/>
                  </a:cubicBezTo>
                  <a:cubicBezTo>
                    <a:pt x="0" y="163"/>
                    <a:pt x="34" y="71"/>
                    <a:pt x="111" y="36"/>
                  </a:cubicBezTo>
                  <a:cubicBezTo>
                    <a:pt x="188" y="0"/>
                    <a:pt x="279" y="34"/>
                    <a:pt x="315" y="111"/>
                  </a:cubicBezTo>
                  <a:cubicBezTo>
                    <a:pt x="350" y="188"/>
                    <a:pt x="317" y="280"/>
                    <a:pt x="239" y="315"/>
                  </a:cubicBezTo>
                  <a:close/>
                </a:path>
              </a:pathLst>
            </a:custGeom>
            <a:solidFill>
              <a:srgbClr val="00B0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endParaRPr>
            </a:p>
          </p:txBody>
        </p:sp>
        <p:sp>
          <p:nvSpPr>
            <p:cNvPr id="79" name="Rectangle 78"/>
            <p:cNvSpPr/>
            <p:nvPr/>
          </p:nvSpPr>
          <p:spPr>
            <a:xfrm>
              <a:off x="7549813" y="3670748"/>
              <a:ext cx="399468" cy="369332"/>
            </a:xfrm>
            <a:prstGeom prst="rect">
              <a:avLst/>
            </a:prstGeom>
          </p:spPr>
          <p:txBody>
            <a:bodyPr wrap="none">
              <a:spAutoFit/>
            </a:bodyPr>
            <a:lstStyle/>
            <a:p>
              <a:pPr fontAlgn="auto">
                <a:spcBef>
                  <a:spcPts val="0"/>
                </a:spcBef>
                <a:spcAft>
                  <a:spcPts val="0"/>
                </a:spcAft>
              </a:pPr>
              <a:r>
                <a:rPr lang="en-IN" smtClean="0">
                  <a:solidFill>
                    <a:prstClr val="white"/>
                  </a:solidFill>
                  <a:latin typeface="FontAwesome" pitchFamily="50" charset="0"/>
                </a:rPr>
                <a:t></a:t>
              </a:r>
              <a:endParaRPr lang="en-IN" dirty="0">
                <a:solidFill>
                  <a:prstClr val="white"/>
                </a:solidFill>
                <a:latin typeface="FontAwesome" pitchFamily="50" charset="0"/>
              </a:endParaRPr>
            </a:p>
          </p:txBody>
        </p:sp>
      </p:grpSp>
      <p:grpSp>
        <p:nvGrpSpPr>
          <p:cNvPr id="82" name="Group 81"/>
          <p:cNvGrpSpPr/>
          <p:nvPr/>
        </p:nvGrpSpPr>
        <p:grpSpPr>
          <a:xfrm>
            <a:off x="7385365" y="4261954"/>
            <a:ext cx="671844" cy="710096"/>
            <a:chOff x="7385365" y="4261954"/>
            <a:chExt cx="671844" cy="710096"/>
          </a:xfrm>
        </p:grpSpPr>
        <p:grpSp>
          <p:nvGrpSpPr>
            <p:cNvPr id="12" name="Group 11"/>
            <p:cNvGrpSpPr/>
            <p:nvPr/>
          </p:nvGrpSpPr>
          <p:grpSpPr>
            <a:xfrm>
              <a:off x="7385365" y="4261954"/>
              <a:ext cx="671844" cy="710096"/>
              <a:chOff x="6543345" y="4339971"/>
              <a:chExt cx="806806" cy="852742"/>
            </a:xfrm>
          </p:grpSpPr>
          <p:sp>
            <p:nvSpPr>
              <p:cNvPr id="10" name="Freeform 9"/>
              <p:cNvSpPr>
                <a:spLocks/>
              </p:cNvSpPr>
              <p:nvPr/>
            </p:nvSpPr>
            <p:spPr bwMode="auto">
              <a:xfrm>
                <a:off x="6543345" y="4339971"/>
                <a:ext cx="806806" cy="852742"/>
              </a:xfrm>
              <a:custGeom>
                <a:avLst/>
                <a:gdLst>
                  <a:gd name="T0" fmla="*/ 349 w 406"/>
                  <a:gd name="T1" fmla="*/ 358 h 431"/>
                  <a:gd name="T2" fmla="*/ 216 w 406"/>
                  <a:gd name="T3" fmla="*/ 216 h 431"/>
                  <a:gd name="T4" fmla="*/ 406 w 406"/>
                  <a:gd name="T5" fmla="*/ 175 h 431"/>
                  <a:gd name="T6" fmla="*/ 358 w 406"/>
                  <a:gd name="T7" fmla="*/ 83 h 431"/>
                  <a:gd name="T8" fmla="*/ 83 w 406"/>
                  <a:gd name="T9" fmla="*/ 73 h 431"/>
                  <a:gd name="T10" fmla="*/ 74 w 406"/>
                  <a:gd name="T11" fmla="*/ 349 h 431"/>
                  <a:gd name="T12" fmla="*/ 349 w 406"/>
                  <a:gd name="T13" fmla="*/ 358 h 431"/>
                </a:gdLst>
                <a:ahLst/>
                <a:cxnLst>
                  <a:cxn ang="0">
                    <a:pos x="T0" y="T1"/>
                  </a:cxn>
                  <a:cxn ang="0">
                    <a:pos x="T2" y="T3"/>
                  </a:cxn>
                  <a:cxn ang="0">
                    <a:pos x="T4" y="T5"/>
                  </a:cxn>
                  <a:cxn ang="0">
                    <a:pos x="T6" y="T7"/>
                  </a:cxn>
                  <a:cxn ang="0">
                    <a:pos x="T8" y="T9"/>
                  </a:cxn>
                  <a:cxn ang="0">
                    <a:pos x="T10" y="T11"/>
                  </a:cxn>
                  <a:cxn ang="0">
                    <a:pos x="T12" y="T13"/>
                  </a:cxn>
                </a:cxnLst>
                <a:rect l="0" t="0" r="r" b="b"/>
                <a:pathLst>
                  <a:path w="406" h="431">
                    <a:moveTo>
                      <a:pt x="349" y="358"/>
                    </a:moveTo>
                    <a:cubicBezTo>
                      <a:pt x="216" y="216"/>
                      <a:pt x="216" y="216"/>
                      <a:pt x="216" y="216"/>
                    </a:cubicBezTo>
                    <a:cubicBezTo>
                      <a:pt x="406" y="175"/>
                      <a:pt x="406" y="175"/>
                      <a:pt x="406" y="175"/>
                    </a:cubicBezTo>
                    <a:cubicBezTo>
                      <a:pt x="399" y="141"/>
                      <a:pt x="383" y="109"/>
                      <a:pt x="358" y="83"/>
                    </a:cubicBezTo>
                    <a:cubicBezTo>
                      <a:pt x="285" y="4"/>
                      <a:pt x="162" y="0"/>
                      <a:pt x="83" y="73"/>
                    </a:cubicBezTo>
                    <a:cubicBezTo>
                      <a:pt x="5" y="147"/>
                      <a:pt x="0" y="270"/>
                      <a:pt x="74" y="349"/>
                    </a:cubicBezTo>
                    <a:cubicBezTo>
                      <a:pt x="147" y="427"/>
                      <a:pt x="270" y="431"/>
                      <a:pt x="349" y="358"/>
                    </a:cubicBezTo>
                    <a:close/>
                  </a:path>
                </a:pathLst>
              </a:custGeom>
              <a:solidFill>
                <a:srgbClr val="E935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 name="Freeform 10"/>
              <p:cNvSpPr>
                <a:spLocks/>
              </p:cNvSpPr>
              <p:nvPr/>
            </p:nvSpPr>
            <p:spPr bwMode="auto">
              <a:xfrm>
                <a:off x="6634382" y="4429337"/>
                <a:ext cx="678185" cy="674844"/>
              </a:xfrm>
              <a:custGeom>
                <a:avLst/>
                <a:gdLst>
                  <a:gd name="T0" fmla="*/ 58 w 341"/>
                  <a:gd name="T1" fmla="*/ 276 h 341"/>
                  <a:gd name="T2" fmla="*/ 65 w 341"/>
                  <a:gd name="T3" fmla="*/ 58 h 341"/>
                  <a:gd name="T4" fmla="*/ 283 w 341"/>
                  <a:gd name="T5" fmla="*/ 66 h 341"/>
                  <a:gd name="T6" fmla="*/ 275 w 341"/>
                  <a:gd name="T7" fmla="*/ 283 h 341"/>
                  <a:gd name="T8" fmla="*/ 58 w 341"/>
                  <a:gd name="T9" fmla="*/ 276 h 341"/>
                </a:gdLst>
                <a:ahLst/>
                <a:cxnLst>
                  <a:cxn ang="0">
                    <a:pos x="T0" y="T1"/>
                  </a:cxn>
                  <a:cxn ang="0">
                    <a:pos x="T2" y="T3"/>
                  </a:cxn>
                  <a:cxn ang="0">
                    <a:pos x="T4" y="T5"/>
                  </a:cxn>
                  <a:cxn ang="0">
                    <a:pos x="T6" y="T7"/>
                  </a:cxn>
                  <a:cxn ang="0">
                    <a:pos x="T8" y="T9"/>
                  </a:cxn>
                </a:cxnLst>
                <a:rect l="0" t="0" r="r" b="b"/>
                <a:pathLst>
                  <a:path w="341" h="341">
                    <a:moveTo>
                      <a:pt x="58" y="276"/>
                    </a:moveTo>
                    <a:cubicBezTo>
                      <a:pt x="0" y="214"/>
                      <a:pt x="3" y="116"/>
                      <a:pt x="65" y="58"/>
                    </a:cubicBezTo>
                    <a:cubicBezTo>
                      <a:pt x="127" y="0"/>
                      <a:pt x="225" y="3"/>
                      <a:pt x="283" y="66"/>
                    </a:cubicBezTo>
                    <a:cubicBezTo>
                      <a:pt x="341" y="128"/>
                      <a:pt x="337" y="225"/>
                      <a:pt x="275" y="283"/>
                    </a:cubicBezTo>
                    <a:cubicBezTo>
                      <a:pt x="213" y="341"/>
                      <a:pt x="116" y="338"/>
                      <a:pt x="58" y="276"/>
                    </a:cubicBezTo>
                    <a:close/>
                  </a:path>
                </a:pathLst>
              </a:custGeom>
              <a:solidFill>
                <a:srgbClr val="F266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80" name="Rectangle 79"/>
            <p:cNvSpPr/>
            <p:nvPr/>
          </p:nvSpPr>
          <p:spPr>
            <a:xfrm>
              <a:off x="7584444" y="4436326"/>
              <a:ext cx="316112" cy="369332"/>
            </a:xfrm>
            <a:prstGeom prst="rect">
              <a:avLst/>
            </a:prstGeom>
          </p:spPr>
          <p:txBody>
            <a:bodyPr wrap="none">
              <a:spAutoFit/>
            </a:bodyPr>
            <a:lstStyle/>
            <a:p>
              <a:pPr fontAlgn="auto">
                <a:spcBef>
                  <a:spcPts val="0"/>
                </a:spcBef>
                <a:spcAft>
                  <a:spcPts val="0"/>
                </a:spcAft>
              </a:pPr>
              <a:r>
                <a:rPr lang="en-IN" dirty="0">
                  <a:solidFill>
                    <a:prstClr val="white"/>
                  </a:solidFill>
                  <a:latin typeface="FontAwesome" pitchFamily="50" charset="0"/>
                </a:rPr>
                <a:t></a:t>
              </a:r>
            </a:p>
          </p:txBody>
        </p:sp>
      </p:grpSp>
      <p:sp>
        <p:nvSpPr>
          <p:cNvPr id="83" name="Rectangle 82"/>
          <p:cNvSpPr/>
          <p:nvPr/>
        </p:nvSpPr>
        <p:spPr>
          <a:xfrm>
            <a:off x="7721287" y="2406274"/>
            <a:ext cx="4058981" cy="669094"/>
          </a:xfrm>
          <a:prstGeom prst="rect">
            <a:avLst/>
          </a:prstGeom>
        </p:spPr>
        <p:txBody>
          <a:bodyPr wrap="square">
            <a:spAutoFit/>
          </a:bodyPr>
          <a:lstStyle/>
          <a:p>
            <a:pPr algn="r" rtl="1" fontAlgn="auto">
              <a:lnSpc>
                <a:spcPct val="150000"/>
              </a:lnSpc>
              <a:spcBef>
                <a:spcPts val="0"/>
              </a:spcBef>
              <a:spcAft>
                <a:spcPts val="0"/>
              </a:spcAft>
            </a:pPr>
            <a:r>
              <a:rPr lang="ar-JO" sz="2800" b="1" dirty="0"/>
              <a:t>التخاطب الكتابي </a:t>
            </a:r>
            <a:r>
              <a:rPr lang="en-US" sz="2800" b="1" dirty="0"/>
              <a:t>Chat </a:t>
            </a:r>
            <a:r>
              <a:rPr lang="en-US" sz="2800" b="1" dirty="0" smtClean="0"/>
              <a:t>Text</a:t>
            </a:r>
            <a:endParaRPr lang="en-IN" sz="28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4" name="Rectangle 83"/>
          <p:cNvSpPr/>
          <p:nvPr/>
        </p:nvSpPr>
        <p:spPr>
          <a:xfrm>
            <a:off x="8217484" y="3389629"/>
            <a:ext cx="3150617" cy="738664"/>
          </a:xfrm>
          <a:prstGeom prst="rect">
            <a:avLst/>
          </a:prstGeom>
        </p:spPr>
        <p:txBody>
          <a:bodyPr wrap="square">
            <a:spAutoFit/>
          </a:bodyPr>
          <a:lstStyle/>
          <a:p>
            <a:pPr algn="r" rtl="1" fontAlgn="auto">
              <a:lnSpc>
                <a:spcPct val="150000"/>
              </a:lnSpc>
              <a:spcBef>
                <a:spcPts val="0"/>
              </a:spcBef>
              <a:spcAft>
                <a:spcPts val="0"/>
              </a:spcAft>
            </a:pPr>
            <a:r>
              <a:rPr lang="ar-JO" sz="2800" b="1" dirty="0"/>
              <a:t>خاصية التخاطب المباشر</a:t>
            </a:r>
            <a:endParaRPr lang="en-IN" sz="28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5" name="Rectangle 84"/>
          <p:cNvSpPr/>
          <p:nvPr/>
        </p:nvSpPr>
        <p:spPr>
          <a:xfrm>
            <a:off x="8101720" y="4225449"/>
            <a:ext cx="3803065" cy="738664"/>
          </a:xfrm>
          <a:prstGeom prst="rect">
            <a:avLst/>
          </a:prstGeom>
        </p:spPr>
        <p:txBody>
          <a:bodyPr wrap="square">
            <a:spAutoFit/>
          </a:bodyPr>
          <a:lstStyle/>
          <a:p>
            <a:pPr algn="r" rtl="1" fontAlgn="auto">
              <a:lnSpc>
                <a:spcPct val="150000"/>
              </a:lnSpc>
              <a:spcBef>
                <a:spcPts val="0"/>
              </a:spcBef>
              <a:spcAft>
                <a:spcPts val="0"/>
              </a:spcAft>
            </a:pPr>
            <a:r>
              <a:rPr lang="ar-JO" sz="2800" b="1" dirty="0"/>
              <a:t>السبورة الالكترونية </a:t>
            </a:r>
            <a:r>
              <a:rPr lang="en-US" sz="2800" b="1" dirty="0"/>
              <a:t>E-Board</a:t>
            </a:r>
            <a:endParaRPr lang="en-IN" sz="28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1627998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wipe(down)">
                                      <p:cBhvr>
                                        <p:cTn id="11" dur="500"/>
                                        <p:tgtEl>
                                          <p:spTgt spid="27"/>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28"/>
                                        </p:tgtEl>
                                        <p:attrNameLst>
                                          <p:attrName>style.visibility</p:attrName>
                                        </p:attrNameLst>
                                      </p:cBhvr>
                                      <p:to>
                                        <p:strVal val="visible"/>
                                      </p:to>
                                    </p:set>
                                    <p:animEffect transition="in" filter="wipe(down)">
                                      <p:cBhvr>
                                        <p:cTn id="15" dur="500"/>
                                        <p:tgtEl>
                                          <p:spTgt spid="28"/>
                                        </p:tgtEl>
                                      </p:cBhvr>
                                    </p:animEffect>
                                  </p:childTnLst>
                                </p:cTn>
                              </p:par>
                            </p:childTnLst>
                          </p:cTn>
                        </p:par>
                        <p:par>
                          <p:cTn id="16" fill="hold">
                            <p:stCondLst>
                              <p:cond delay="1500"/>
                            </p:stCondLst>
                            <p:childTnLst>
                              <p:par>
                                <p:cTn id="17" presetID="21" presetClass="entr" presetSubtype="1" fill="hold"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heel(1)">
                                      <p:cBhvr>
                                        <p:cTn id="19" dur="500"/>
                                        <p:tgtEl>
                                          <p:spTgt spid="1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83"/>
                                        </p:tgtEl>
                                        <p:attrNameLst>
                                          <p:attrName>style.visibility</p:attrName>
                                        </p:attrNameLst>
                                      </p:cBhvr>
                                      <p:to>
                                        <p:strVal val="visible"/>
                                      </p:to>
                                    </p:set>
                                    <p:animEffect transition="in" filter="fade">
                                      <p:cBhvr>
                                        <p:cTn id="23" dur="500"/>
                                        <p:tgtEl>
                                          <p:spTgt spid="83"/>
                                        </p:tgtEl>
                                      </p:cBhvr>
                                    </p:animEffect>
                                  </p:childTnLst>
                                </p:cTn>
                              </p:par>
                            </p:childTnLst>
                          </p:cTn>
                        </p:par>
                        <p:par>
                          <p:cTn id="24" fill="hold">
                            <p:stCondLst>
                              <p:cond delay="2500"/>
                            </p:stCondLst>
                            <p:childTnLst>
                              <p:par>
                                <p:cTn id="25" presetID="21" presetClass="entr" presetSubtype="1" fill="hold" nodeType="after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wheel(1)">
                                      <p:cBhvr>
                                        <p:cTn id="27" dur="500"/>
                                        <p:tgtEl>
                                          <p:spTgt spid="81"/>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84"/>
                                        </p:tgtEl>
                                        <p:attrNameLst>
                                          <p:attrName>style.visibility</p:attrName>
                                        </p:attrNameLst>
                                      </p:cBhvr>
                                      <p:to>
                                        <p:strVal val="visible"/>
                                      </p:to>
                                    </p:set>
                                    <p:animEffect transition="in" filter="fade">
                                      <p:cBhvr>
                                        <p:cTn id="31" dur="500"/>
                                        <p:tgtEl>
                                          <p:spTgt spid="84"/>
                                        </p:tgtEl>
                                      </p:cBhvr>
                                    </p:animEffect>
                                  </p:childTnLst>
                                </p:cTn>
                              </p:par>
                            </p:childTnLst>
                          </p:cTn>
                        </p:par>
                        <p:par>
                          <p:cTn id="32" fill="hold">
                            <p:stCondLst>
                              <p:cond delay="3500"/>
                            </p:stCondLst>
                            <p:childTnLst>
                              <p:par>
                                <p:cTn id="33" presetID="21" presetClass="entr" presetSubtype="1" fill="hold" nodeType="afterEffect">
                                  <p:stCondLst>
                                    <p:cond delay="0"/>
                                  </p:stCondLst>
                                  <p:childTnLst>
                                    <p:set>
                                      <p:cBhvr>
                                        <p:cTn id="34" dur="1" fill="hold">
                                          <p:stCondLst>
                                            <p:cond delay="0"/>
                                          </p:stCondLst>
                                        </p:cTn>
                                        <p:tgtEl>
                                          <p:spTgt spid="82"/>
                                        </p:tgtEl>
                                        <p:attrNameLst>
                                          <p:attrName>style.visibility</p:attrName>
                                        </p:attrNameLst>
                                      </p:cBhvr>
                                      <p:to>
                                        <p:strVal val="visible"/>
                                      </p:to>
                                    </p:set>
                                    <p:animEffect transition="in" filter="wheel(1)">
                                      <p:cBhvr>
                                        <p:cTn id="35" dur="500"/>
                                        <p:tgtEl>
                                          <p:spTgt spid="82"/>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85"/>
                                        </p:tgtEl>
                                        <p:attrNameLst>
                                          <p:attrName>style.visibility</p:attrName>
                                        </p:attrNameLst>
                                      </p:cBhvr>
                                      <p:to>
                                        <p:strVal val="visible"/>
                                      </p:to>
                                    </p:set>
                                    <p:animEffect transition="in" filter="fade">
                                      <p:cBhvr>
                                        <p:cTn id="39"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46" grpId="0"/>
      <p:bldP spid="83" grpId="0"/>
      <p:bldP spid="84" grpId="0"/>
      <p:bldP spid="85"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5450802" y="1757771"/>
            <a:ext cx="645416" cy="640547"/>
            <a:chOff x="6585105" y="2601913"/>
            <a:chExt cx="775069" cy="769222"/>
          </a:xfrm>
        </p:grpSpPr>
        <p:sp>
          <p:nvSpPr>
            <p:cNvPr id="6" name="Freeform 5"/>
            <p:cNvSpPr>
              <a:spLocks/>
            </p:cNvSpPr>
            <p:nvPr/>
          </p:nvSpPr>
          <p:spPr bwMode="auto">
            <a:xfrm>
              <a:off x="6585105" y="2601913"/>
              <a:ext cx="775069" cy="769222"/>
            </a:xfrm>
            <a:custGeom>
              <a:avLst/>
              <a:gdLst>
                <a:gd name="T0" fmla="*/ 195 w 390"/>
                <a:gd name="T1" fmla="*/ 0 h 389"/>
                <a:gd name="T2" fmla="*/ 195 w 390"/>
                <a:gd name="T3" fmla="*/ 194 h 389"/>
                <a:gd name="T4" fmla="*/ 28 w 390"/>
                <a:gd name="T5" fmla="*/ 94 h 389"/>
                <a:gd name="T6" fmla="*/ 0 w 390"/>
                <a:gd name="T7" fmla="*/ 194 h 389"/>
                <a:gd name="T8" fmla="*/ 195 w 390"/>
                <a:gd name="T9" fmla="*/ 389 h 389"/>
                <a:gd name="T10" fmla="*/ 390 w 390"/>
                <a:gd name="T11" fmla="*/ 194 h 389"/>
                <a:gd name="T12" fmla="*/ 195 w 390"/>
                <a:gd name="T13" fmla="*/ 0 h 389"/>
              </a:gdLst>
              <a:ahLst/>
              <a:cxnLst>
                <a:cxn ang="0">
                  <a:pos x="T0" y="T1"/>
                </a:cxn>
                <a:cxn ang="0">
                  <a:pos x="T2" y="T3"/>
                </a:cxn>
                <a:cxn ang="0">
                  <a:pos x="T4" y="T5"/>
                </a:cxn>
                <a:cxn ang="0">
                  <a:pos x="T6" y="T7"/>
                </a:cxn>
                <a:cxn ang="0">
                  <a:pos x="T8" y="T9"/>
                </a:cxn>
                <a:cxn ang="0">
                  <a:pos x="T10" y="T11"/>
                </a:cxn>
                <a:cxn ang="0">
                  <a:pos x="T12" y="T13"/>
                </a:cxn>
              </a:cxnLst>
              <a:rect l="0" t="0" r="r" b="b"/>
              <a:pathLst>
                <a:path w="390" h="389">
                  <a:moveTo>
                    <a:pt x="195" y="0"/>
                  </a:moveTo>
                  <a:cubicBezTo>
                    <a:pt x="195" y="194"/>
                    <a:pt x="195" y="194"/>
                    <a:pt x="195" y="194"/>
                  </a:cubicBezTo>
                  <a:cubicBezTo>
                    <a:pt x="28" y="94"/>
                    <a:pt x="28" y="94"/>
                    <a:pt x="28" y="94"/>
                  </a:cubicBezTo>
                  <a:cubicBezTo>
                    <a:pt x="11" y="123"/>
                    <a:pt x="0" y="158"/>
                    <a:pt x="0" y="194"/>
                  </a:cubicBezTo>
                  <a:cubicBezTo>
                    <a:pt x="0" y="302"/>
                    <a:pt x="88" y="389"/>
                    <a:pt x="195" y="389"/>
                  </a:cubicBezTo>
                  <a:cubicBezTo>
                    <a:pt x="303" y="389"/>
                    <a:pt x="390" y="302"/>
                    <a:pt x="390" y="194"/>
                  </a:cubicBezTo>
                  <a:cubicBezTo>
                    <a:pt x="390" y="87"/>
                    <a:pt x="303" y="0"/>
                    <a:pt x="195"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 name="Oval 6"/>
            <p:cNvSpPr>
              <a:spLocks noChangeArrowheads="1"/>
            </p:cNvSpPr>
            <p:nvPr/>
          </p:nvSpPr>
          <p:spPr bwMode="auto">
            <a:xfrm>
              <a:off x="6666120" y="2680422"/>
              <a:ext cx="612204" cy="60969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fontAlgn="auto">
                <a:spcBef>
                  <a:spcPts val="0"/>
                </a:spcBef>
                <a:spcAft>
                  <a:spcPts val="0"/>
                </a:spcAft>
              </a:pPr>
              <a:r>
                <a:rPr lang="en-IN" dirty="0">
                  <a:solidFill>
                    <a:prstClr val="white"/>
                  </a:solidFill>
                  <a:latin typeface="FontAwesome" pitchFamily="50" charset="0"/>
                </a:rPr>
                <a:t></a:t>
              </a:r>
            </a:p>
          </p:txBody>
        </p:sp>
      </p:grpSp>
      <p:grpSp>
        <p:nvGrpSpPr>
          <p:cNvPr id="28" name="Group 13"/>
          <p:cNvGrpSpPr>
            <a:grpSpLocks noChangeAspect="1"/>
          </p:cNvGrpSpPr>
          <p:nvPr/>
        </p:nvGrpSpPr>
        <p:grpSpPr bwMode="auto">
          <a:xfrm>
            <a:off x="181382" y="314325"/>
            <a:ext cx="4994275" cy="6362700"/>
            <a:chOff x="353" y="312"/>
            <a:chExt cx="3146" cy="4008"/>
          </a:xfrm>
        </p:grpSpPr>
        <p:sp>
          <p:nvSpPr>
            <p:cNvPr id="30" name="Freeform 14"/>
            <p:cNvSpPr>
              <a:spLocks/>
            </p:cNvSpPr>
            <p:nvPr/>
          </p:nvSpPr>
          <p:spPr bwMode="auto">
            <a:xfrm>
              <a:off x="1395" y="2235"/>
              <a:ext cx="1209" cy="2085"/>
            </a:xfrm>
            <a:custGeom>
              <a:avLst/>
              <a:gdLst>
                <a:gd name="T0" fmla="*/ 258 w 725"/>
                <a:gd name="T1" fmla="*/ 1251 h 1251"/>
                <a:gd name="T2" fmla="*/ 285 w 725"/>
                <a:gd name="T3" fmla="*/ 700 h 1251"/>
                <a:gd name="T4" fmla="*/ 0 w 725"/>
                <a:gd name="T5" fmla="*/ 315 h 1251"/>
                <a:gd name="T6" fmla="*/ 46 w 725"/>
                <a:gd name="T7" fmla="*/ 273 h 1251"/>
                <a:gd name="T8" fmla="*/ 314 w 725"/>
                <a:gd name="T9" fmla="*/ 578 h 1251"/>
                <a:gd name="T10" fmla="*/ 344 w 725"/>
                <a:gd name="T11" fmla="*/ 0 h 1251"/>
                <a:gd name="T12" fmla="*/ 412 w 725"/>
                <a:gd name="T13" fmla="*/ 0 h 1251"/>
                <a:gd name="T14" fmla="*/ 440 w 725"/>
                <a:gd name="T15" fmla="*/ 377 h 1251"/>
                <a:gd name="T16" fmla="*/ 675 w 725"/>
                <a:gd name="T17" fmla="*/ 126 h 1251"/>
                <a:gd name="T18" fmla="*/ 725 w 725"/>
                <a:gd name="T19" fmla="*/ 193 h 1251"/>
                <a:gd name="T20" fmla="*/ 478 w 725"/>
                <a:gd name="T21" fmla="*/ 490 h 1251"/>
                <a:gd name="T22" fmla="*/ 461 w 725"/>
                <a:gd name="T23" fmla="*/ 788 h 1251"/>
                <a:gd name="T24" fmla="*/ 507 w 725"/>
                <a:gd name="T25" fmla="*/ 1245 h 1251"/>
                <a:gd name="T26" fmla="*/ 258 w 725"/>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5" h="1251">
                  <a:moveTo>
                    <a:pt x="258" y="1251"/>
                  </a:moveTo>
                  <a:cubicBezTo>
                    <a:pt x="258" y="1251"/>
                    <a:pt x="323" y="826"/>
                    <a:pt x="285" y="700"/>
                  </a:cubicBezTo>
                  <a:cubicBezTo>
                    <a:pt x="0" y="315"/>
                    <a:pt x="0" y="315"/>
                    <a:pt x="0" y="315"/>
                  </a:cubicBezTo>
                  <a:cubicBezTo>
                    <a:pt x="46" y="273"/>
                    <a:pt x="46" y="273"/>
                    <a:pt x="46" y="273"/>
                  </a:cubicBezTo>
                  <a:cubicBezTo>
                    <a:pt x="314" y="578"/>
                    <a:pt x="314" y="578"/>
                    <a:pt x="314" y="578"/>
                  </a:cubicBezTo>
                  <a:cubicBezTo>
                    <a:pt x="344" y="0"/>
                    <a:pt x="344" y="0"/>
                    <a:pt x="344" y="0"/>
                  </a:cubicBezTo>
                  <a:cubicBezTo>
                    <a:pt x="412" y="0"/>
                    <a:pt x="412" y="0"/>
                    <a:pt x="412" y="0"/>
                  </a:cubicBezTo>
                  <a:cubicBezTo>
                    <a:pt x="440" y="377"/>
                    <a:pt x="440" y="377"/>
                    <a:pt x="440" y="377"/>
                  </a:cubicBezTo>
                  <a:cubicBezTo>
                    <a:pt x="675" y="126"/>
                    <a:pt x="675" y="126"/>
                    <a:pt x="675" y="126"/>
                  </a:cubicBezTo>
                  <a:cubicBezTo>
                    <a:pt x="725" y="193"/>
                    <a:pt x="725" y="193"/>
                    <a:pt x="725" y="193"/>
                  </a:cubicBezTo>
                  <a:cubicBezTo>
                    <a:pt x="478" y="490"/>
                    <a:pt x="478" y="490"/>
                    <a:pt x="478" y="490"/>
                  </a:cubicBezTo>
                  <a:cubicBezTo>
                    <a:pt x="478" y="490"/>
                    <a:pt x="436" y="490"/>
                    <a:pt x="461" y="788"/>
                  </a:cubicBezTo>
                  <a:cubicBezTo>
                    <a:pt x="486" y="1085"/>
                    <a:pt x="507" y="1245"/>
                    <a:pt x="507" y="1245"/>
                  </a:cubicBezTo>
                  <a:lnTo>
                    <a:pt x="258" y="1251"/>
                  </a:lnTo>
                  <a:close/>
                </a:path>
              </a:pathLst>
            </a:custGeom>
            <a:solidFill>
              <a:srgbClr val="A27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1" name="Oval 15"/>
            <p:cNvSpPr>
              <a:spLocks noChangeArrowheads="1"/>
            </p:cNvSpPr>
            <p:nvPr/>
          </p:nvSpPr>
          <p:spPr bwMode="auto">
            <a:xfrm>
              <a:off x="965" y="312"/>
              <a:ext cx="2049" cy="2048"/>
            </a:xfrm>
            <a:prstGeom prst="ellipse">
              <a:avLst/>
            </a:prstGeom>
            <a:solidFill>
              <a:schemeClr val="accent6">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2" name="Oval 16"/>
            <p:cNvSpPr>
              <a:spLocks noChangeArrowheads="1"/>
            </p:cNvSpPr>
            <p:nvPr/>
          </p:nvSpPr>
          <p:spPr bwMode="auto">
            <a:xfrm>
              <a:off x="1124" y="472"/>
              <a:ext cx="1730" cy="173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3" name="Oval 17"/>
            <p:cNvSpPr>
              <a:spLocks noChangeArrowheads="1"/>
            </p:cNvSpPr>
            <p:nvPr/>
          </p:nvSpPr>
          <p:spPr bwMode="auto">
            <a:xfrm>
              <a:off x="2309" y="1685"/>
              <a:ext cx="1190" cy="1190"/>
            </a:xfrm>
            <a:prstGeom prst="ellipse">
              <a:avLst/>
            </a:prstGeom>
            <a:solidFill>
              <a:srgbClr val="E935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4" name="Oval 18"/>
            <p:cNvSpPr>
              <a:spLocks noChangeArrowheads="1"/>
            </p:cNvSpPr>
            <p:nvPr/>
          </p:nvSpPr>
          <p:spPr bwMode="auto">
            <a:xfrm>
              <a:off x="2441" y="1815"/>
              <a:ext cx="927" cy="928"/>
            </a:xfrm>
            <a:prstGeom prst="ellipse">
              <a:avLst/>
            </a:prstGeom>
            <a:solidFill>
              <a:srgbClr val="F266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5" name="Oval 19"/>
            <p:cNvSpPr>
              <a:spLocks noChangeArrowheads="1"/>
            </p:cNvSpPr>
            <p:nvPr/>
          </p:nvSpPr>
          <p:spPr bwMode="auto">
            <a:xfrm>
              <a:off x="353" y="1753"/>
              <a:ext cx="1518" cy="1515"/>
            </a:xfrm>
            <a:prstGeom prst="ellipse">
              <a:avLst/>
            </a:pr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6" name="Oval 20"/>
            <p:cNvSpPr>
              <a:spLocks noChangeArrowheads="1"/>
            </p:cNvSpPr>
            <p:nvPr/>
          </p:nvSpPr>
          <p:spPr bwMode="auto">
            <a:xfrm>
              <a:off x="492" y="1892"/>
              <a:ext cx="1240" cy="124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27" name="Freeform 6"/>
          <p:cNvSpPr>
            <a:spLocks/>
          </p:cNvSpPr>
          <p:nvPr/>
        </p:nvSpPr>
        <p:spPr bwMode="auto">
          <a:xfrm>
            <a:off x="0" y="5545205"/>
            <a:ext cx="12192000" cy="1377950"/>
          </a:xfrm>
          <a:custGeom>
            <a:avLst/>
            <a:gdLst>
              <a:gd name="T0" fmla="*/ 3200 w 3200"/>
              <a:gd name="T1" fmla="*/ 66 h 423"/>
              <a:gd name="T2" fmla="*/ 1743 w 3200"/>
              <a:gd name="T3" fmla="*/ 212 h 423"/>
              <a:gd name="T4" fmla="*/ 0 w 3200"/>
              <a:gd name="T5" fmla="*/ 175 h 423"/>
              <a:gd name="T6" fmla="*/ 0 w 3200"/>
              <a:gd name="T7" fmla="*/ 404 h 423"/>
              <a:gd name="T8" fmla="*/ 3200 w 3200"/>
              <a:gd name="T9" fmla="*/ 404 h 423"/>
              <a:gd name="T10" fmla="*/ 3200 w 3200"/>
              <a:gd name="T11" fmla="*/ 66 h 423"/>
            </a:gdLst>
            <a:ahLst/>
            <a:cxnLst>
              <a:cxn ang="0">
                <a:pos x="T0" y="T1"/>
              </a:cxn>
              <a:cxn ang="0">
                <a:pos x="T2" y="T3"/>
              </a:cxn>
              <a:cxn ang="0">
                <a:pos x="T4" y="T5"/>
              </a:cxn>
              <a:cxn ang="0">
                <a:pos x="T6" y="T7"/>
              </a:cxn>
              <a:cxn ang="0">
                <a:pos x="T8" y="T9"/>
              </a:cxn>
              <a:cxn ang="0">
                <a:pos x="T10" y="T11"/>
              </a:cxn>
            </a:cxnLst>
            <a:rect l="0" t="0" r="r" b="b"/>
            <a:pathLst>
              <a:path w="3200" h="423">
                <a:moveTo>
                  <a:pt x="3200" y="66"/>
                </a:moveTo>
                <a:cubicBezTo>
                  <a:pt x="3200" y="66"/>
                  <a:pt x="2831" y="0"/>
                  <a:pt x="1743" y="212"/>
                </a:cubicBezTo>
                <a:cubicBezTo>
                  <a:pt x="655" y="423"/>
                  <a:pt x="0" y="175"/>
                  <a:pt x="0" y="175"/>
                </a:cubicBezTo>
                <a:cubicBezTo>
                  <a:pt x="0" y="404"/>
                  <a:pt x="0" y="404"/>
                  <a:pt x="0" y="404"/>
                </a:cubicBezTo>
                <a:cubicBezTo>
                  <a:pt x="3200" y="404"/>
                  <a:pt x="3200" y="404"/>
                  <a:pt x="3200" y="404"/>
                </a:cubicBezTo>
                <a:lnTo>
                  <a:pt x="3200" y="66"/>
                </a:lnTo>
                <a:close/>
              </a:path>
            </a:pathLst>
          </a:custGeom>
          <a:gradFill flip="none" rotWithShape="1">
            <a:gsLst>
              <a:gs pos="0">
                <a:schemeClr val="accent1">
                  <a:lumMod val="89000"/>
                </a:schemeClr>
              </a:gs>
              <a:gs pos="23000">
                <a:schemeClr val="accent1">
                  <a:lumMod val="89000"/>
                </a:schemeClr>
              </a:gs>
              <a:gs pos="69000">
                <a:schemeClr val="accent1">
                  <a:lumMod val="75000"/>
                </a:schemeClr>
              </a:gs>
              <a:gs pos="97000">
                <a:schemeClr val="accent1">
                  <a:lumMod val="70000"/>
                </a:schemeClr>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6" name="TextBox 45"/>
          <p:cNvSpPr txBox="1"/>
          <p:nvPr/>
        </p:nvSpPr>
        <p:spPr>
          <a:xfrm>
            <a:off x="4529110" y="341418"/>
            <a:ext cx="6824690" cy="707886"/>
          </a:xfrm>
          <a:prstGeom prst="rect">
            <a:avLst/>
          </a:prstGeom>
          <a:noFill/>
        </p:spPr>
        <p:txBody>
          <a:bodyPr wrap="square" rtlCol="0">
            <a:spAutoFit/>
          </a:bodyPr>
          <a:lstStyle/>
          <a:p>
            <a:pPr algn="r" rtl="1"/>
            <a:r>
              <a:rPr lang="ar-JO" sz="4000" b="1" u="sng" dirty="0"/>
              <a:t>3- خصائص الفصل الافتراضي </a:t>
            </a:r>
            <a:endParaRPr lang="en-US" sz="4000" u="sng" dirty="0"/>
          </a:p>
        </p:txBody>
      </p:sp>
      <p:grpSp>
        <p:nvGrpSpPr>
          <p:cNvPr id="81" name="Group 80"/>
          <p:cNvGrpSpPr/>
          <p:nvPr/>
        </p:nvGrpSpPr>
        <p:grpSpPr>
          <a:xfrm>
            <a:off x="5471286" y="2920698"/>
            <a:ext cx="735134" cy="690623"/>
            <a:chOff x="7374933" y="3550467"/>
            <a:chExt cx="735134" cy="690623"/>
          </a:xfrm>
        </p:grpSpPr>
        <p:sp>
          <p:nvSpPr>
            <p:cNvPr id="8" name="Freeform 7"/>
            <p:cNvSpPr>
              <a:spLocks/>
            </p:cNvSpPr>
            <p:nvPr/>
          </p:nvSpPr>
          <p:spPr bwMode="auto">
            <a:xfrm>
              <a:off x="7374933" y="3550467"/>
              <a:ext cx="735134" cy="690623"/>
            </a:xfrm>
            <a:custGeom>
              <a:avLst/>
              <a:gdLst>
                <a:gd name="T0" fmla="*/ 399 w 444"/>
                <a:gd name="T1" fmla="*/ 116 h 419"/>
                <a:gd name="T2" fmla="*/ 222 w 444"/>
                <a:gd name="T3" fmla="*/ 197 h 419"/>
                <a:gd name="T4" fmla="*/ 243 w 444"/>
                <a:gd name="T5" fmla="*/ 4 h 419"/>
                <a:gd name="T6" fmla="*/ 141 w 444"/>
                <a:gd name="T7" fmla="*/ 21 h 419"/>
                <a:gd name="T8" fmla="*/ 45 w 444"/>
                <a:gd name="T9" fmla="*/ 279 h 419"/>
                <a:gd name="T10" fmla="*/ 304 w 444"/>
                <a:gd name="T11" fmla="*/ 374 h 419"/>
                <a:gd name="T12" fmla="*/ 399 w 444"/>
                <a:gd name="T13" fmla="*/ 116 h 419"/>
              </a:gdLst>
              <a:ahLst/>
              <a:cxnLst>
                <a:cxn ang="0">
                  <a:pos x="T0" y="T1"/>
                </a:cxn>
                <a:cxn ang="0">
                  <a:pos x="T2" y="T3"/>
                </a:cxn>
                <a:cxn ang="0">
                  <a:pos x="T4" y="T5"/>
                </a:cxn>
                <a:cxn ang="0">
                  <a:pos x="T6" y="T7"/>
                </a:cxn>
                <a:cxn ang="0">
                  <a:pos x="T8" y="T9"/>
                </a:cxn>
                <a:cxn ang="0">
                  <a:pos x="T10" y="T11"/>
                </a:cxn>
                <a:cxn ang="0">
                  <a:pos x="T12" y="T13"/>
                </a:cxn>
              </a:cxnLst>
              <a:rect l="0" t="0" r="r" b="b"/>
              <a:pathLst>
                <a:path w="444" h="419">
                  <a:moveTo>
                    <a:pt x="399" y="116"/>
                  </a:moveTo>
                  <a:cubicBezTo>
                    <a:pt x="222" y="197"/>
                    <a:pt x="222" y="197"/>
                    <a:pt x="222" y="197"/>
                  </a:cubicBezTo>
                  <a:cubicBezTo>
                    <a:pt x="243" y="4"/>
                    <a:pt x="243" y="4"/>
                    <a:pt x="243" y="4"/>
                  </a:cubicBezTo>
                  <a:cubicBezTo>
                    <a:pt x="209" y="0"/>
                    <a:pt x="174" y="5"/>
                    <a:pt x="141" y="21"/>
                  </a:cubicBezTo>
                  <a:cubicBezTo>
                    <a:pt x="43" y="66"/>
                    <a:pt x="0" y="181"/>
                    <a:pt x="45" y="279"/>
                  </a:cubicBezTo>
                  <a:cubicBezTo>
                    <a:pt x="90" y="377"/>
                    <a:pt x="206" y="419"/>
                    <a:pt x="304" y="374"/>
                  </a:cubicBezTo>
                  <a:cubicBezTo>
                    <a:pt x="401" y="329"/>
                    <a:pt x="444" y="214"/>
                    <a:pt x="399" y="116"/>
                  </a:cubicBezTo>
                  <a:close/>
                </a:path>
              </a:pathLst>
            </a:custGeom>
            <a:solidFill>
              <a:schemeClr val="accent6">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 name="Freeform 8"/>
            <p:cNvSpPr>
              <a:spLocks/>
            </p:cNvSpPr>
            <p:nvPr/>
          </p:nvSpPr>
          <p:spPr bwMode="auto">
            <a:xfrm>
              <a:off x="7452828" y="3586632"/>
              <a:ext cx="579344" cy="578649"/>
            </a:xfrm>
            <a:custGeom>
              <a:avLst/>
              <a:gdLst>
                <a:gd name="T0" fmla="*/ 239 w 350"/>
                <a:gd name="T1" fmla="*/ 315 h 351"/>
                <a:gd name="T2" fmla="*/ 35 w 350"/>
                <a:gd name="T3" fmla="*/ 240 h 351"/>
                <a:gd name="T4" fmla="*/ 111 w 350"/>
                <a:gd name="T5" fmla="*/ 36 h 351"/>
                <a:gd name="T6" fmla="*/ 315 w 350"/>
                <a:gd name="T7" fmla="*/ 111 h 351"/>
                <a:gd name="T8" fmla="*/ 239 w 350"/>
                <a:gd name="T9" fmla="*/ 315 h 351"/>
              </a:gdLst>
              <a:ahLst/>
              <a:cxnLst>
                <a:cxn ang="0">
                  <a:pos x="T0" y="T1"/>
                </a:cxn>
                <a:cxn ang="0">
                  <a:pos x="T2" y="T3"/>
                </a:cxn>
                <a:cxn ang="0">
                  <a:pos x="T4" y="T5"/>
                </a:cxn>
                <a:cxn ang="0">
                  <a:pos x="T6" y="T7"/>
                </a:cxn>
                <a:cxn ang="0">
                  <a:pos x="T8" y="T9"/>
                </a:cxn>
              </a:cxnLst>
              <a:rect l="0" t="0" r="r" b="b"/>
              <a:pathLst>
                <a:path w="350" h="351">
                  <a:moveTo>
                    <a:pt x="239" y="315"/>
                  </a:moveTo>
                  <a:cubicBezTo>
                    <a:pt x="162" y="351"/>
                    <a:pt x="71" y="317"/>
                    <a:pt x="35" y="240"/>
                  </a:cubicBezTo>
                  <a:cubicBezTo>
                    <a:pt x="0" y="163"/>
                    <a:pt x="34" y="71"/>
                    <a:pt x="111" y="36"/>
                  </a:cubicBezTo>
                  <a:cubicBezTo>
                    <a:pt x="188" y="0"/>
                    <a:pt x="279" y="34"/>
                    <a:pt x="315" y="111"/>
                  </a:cubicBezTo>
                  <a:cubicBezTo>
                    <a:pt x="350" y="188"/>
                    <a:pt x="317" y="280"/>
                    <a:pt x="239" y="315"/>
                  </a:cubicBezTo>
                  <a:close/>
                </a:path>
              </a:pathLst>
            </a:custGeom>
            <a:solidFill>
              <a:srgbClr val="00B0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endParaRPr>
            </a:p>
          </p:txBody>
        </p:sp>
        <p:sp>
          <p:nvSpPr>
            <p:cNvPr id="79" name="Rectangle 78"/>
            <p:cNvSpPr/>
            <p:nvPr/>
          </p:nvSpPr>
          <p:spPr>
            <a:xfrm>
              <a:off x="7549813" y="3670748"/>
              <a:ext cx="399468" cy="369332"/>
            </a:xfrm>
            <a:prstGeom prst="rect">
              <a:avLst/>
            </a:prstGeom>
          </p:spPr>
          <p:txBody>
            <a:bodyPr wrap="none">
              <a:spAutoFit/>
            </a:bodyPr>
            <a:lstStyle/>
            <a:p>
              <a:pPr fontAlgn="auto">
                <a:spcBef>
                  <a:spcPts val="0"/>
                </a:spcBef>
                <a:spcAft>
                  <a:spcPts val="0"/>
                </a:spcAft>
              </a:pPr>
              <a:r>
                <a:rPr lang="en-IN" smtClean="0">
                  <a:solidFill>
                    <a:prstClr val="white"/>
                  </a:solidFill>
                  <a:latin typeface="FontAwesome" pitchFamily="50" charset="0"/>
                </a:rPr>
                <a:t></a:t>
              </a:r>
              <a:endParaRPr lang="en-IN" dirty="0">
                <a:solidFill>
                  <a:prstClr val="white"/>
                </a:solidFill>
                <a:latin typeface="FontAwesome" pitchFamily="50" charset="0"/>
              </a:endParaRPr>
            </a:p>
          </p:txBody>
        </p:sp>
      </p:grpSp>
      <p:grpSp>
        <p:nvGrpSpPr>
          <p:cNvPr id="82" name="Group 81"/>
          <p:cNvGrpSpPr/>
          <p:nvPr/>
        </p:nvGrpSpPr>
        <p:grpSpPr>
          <a:xfrm>
            <a:off x="5504384" y="4298004"/>
            <a:ext cx="671844" cy="710096"/>
            <a:chOff x="7385365" y="4261954"/>
            <a:chExt cx="671844" cy="710096"/>
          </a:xfrm>
        </p:grpSpPr>
        <p:grpSp>
          <p:nvGrpSpPr>
            <p:cNvPr id="12" name="Group 11"/>
            <p:cNvGrpSpPr/>
            <p:nvPr/>
          </p:nvGrpSpPr>
          <p:grpSpPr>
            <a:xfrm>
              <a:off x="7385365" y="4261954"/>
              <a:ext cx="671844" cy="710096"/>
              <a:chOff x="6543345" y="4339971"/>
              <a:chExt cx="806806" cy="852742"/>
            </a:xfrm>
          </p:grpSpPr>
          <p:sp>
            <p:nvSpPr>
              <p:cNvPr id="10" name="Freeform 9"/>
              <p:cNvSpPr>
                <a:spLocks/>
              </p:cNvSpPr>
              <p:nvPr/>
            </p:nvSpPr>
            <p:spPr bwMode="auto">
              <a:xfrm>
                <a:off x="6543345" y="4339971"/>
                <a:ext cx="806806" cy="852742"/>
              </a:xfrm>
              <a:custGeom>
                <a:avLst/>
                <a:gdLst>
                  <a:gd name="T0" fmla="*/ 349 w 406"/>
                  <a:gd name="T1" fmla="*/ 358 h 431"/>
                  <a:gd name="T2" fmla="*/ 216 w 406"/>
                  <a:gd name="T3" fmla="*/ 216 h 431"/>
                  <a:gd name="T4" fmla="*/ 406 w 406"/>
                  <a:gd name="T5" fmla="*/ 175 h 431"/>
                  <a:gd name="T6" fmla="*/ 358 w 406"/>
                  <a:gd name="T7" fmla="*/ 83 h 431"/>
                  <a:gd name="T8" fmla="*/ 83 w 406"/>
                  <a:gd name="T9" fmla="*/ 73 h 431"/>
                  <a:gd name="T10" fmla="*/ 74 w 406"/>
                  <a:gd name="T11" fmla="*/ 349 h 431"/>
                  <a:gd name="T12" fmla="*/ 349 w 406"/>
                  <a:gd name="T13" fmla="*/ 358 h 431"/>
                </a:gdLst>
                <a:ahLst/>
                <a:cxnLst>
                  <a:cxn ang="0">
                    <a:pos x="T0" y="T1"/>
                  </a:cxn>
                  <a:cxn ang="0">
                    <a:pos x="T2" y="T3"/>
                  </a:cxn>
                  <a:cxn ang="0">
                    <a:pos x="T4" y="T5"/>
                  </a:cxn>
                  <a:cxn ang="0">
                    <a:pos x="T6" y="T7"/>
                  </a:cxn>
                  <a:cxn ang="0">
                    <a:pos x="T8" y="T9"/>
                  </a:cxn>
                  <a:cxn ang="0">
                    <a:pos x="T10" y="T11"/>
                  </a:cxn>
                  <a:cxn ang="0">
                    <a:pos x="T12" y="T13"/>
                  </a:cxn>
                </a:cxnLst>
                <a:rect l="0" t="0" r="r" b="b"/>
                <a:pathLst>
                  <a:path w="406" h="431">
                    <a:moveTo>
                      <a:pt x="349" y="358"/>
                    </a:moveTo>
                    <a:cubicBezTo>
                      <a:pt x="216" y="216"/>
                      <a:pt x="216" y="216"/>
                      <a:pt x="216" y="216"/>
                    </a:cubicBezTo>
                    <a:cubicBezTo>
                      <a:pt x="406" y="175"/>
                      <a:pt x="406" y="175"/>
                      <a:pt x="406" y="175"/>
                    </a:cubicBezTo>
                    <a:cubicBezTo>
                      <a:pt x="399" y="141"/>
                      <a:pt x="383" y="109"/>
                      <a:pt x="358" y="83"/>
                    </a:cubicBezTo>
                    <a:cubicBezTo>
                      <a:pt x="285" y="4"/>
                      <a:pt x="162" y="0"/>
                      <a:pt x="83" y="73"/>
                    </a:cubicBezTo>
                    <a:cubicBezTo>
                      <a:pt x="5" y="147"/>
                      <a:pt x="0" y="270"/>
                      <a:pt x="74" y="349"/>
                    </a:cubicBezTo>
                    <a:cubicBezTo>
                      <a:pt x="147" y="427"/>
                      <a:pt x="270" y="431"/>
                      <a:pt x="349" y="358"/>
                    </a:cubicBezTo>
                    <a:close/>
                  </a:path>
                </a:pathLst>
              </a:custGeom>
              <a:solidFill>
                <a:srgbClr val="E935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 name="Freeform 10"/>
              <p:cNvSpPr>
                <a:spLocks/>
              </p:cNvSpPr>
              <p:nvPr/>
            </p:nvSpPr>
            <p:spPr bwMode="auto">
              <a:xfrm>
                <a:off x="6634382" y="4429337"/>
                <a:ext cx="678185" cy="674844"/>
              </a:xfrm>
              <a:custGeom>
                <a:avLst/>
                <a:gdLst>
                  <a:gd name="T0" fmla="*/ 58 w 341"/>
                  <a:gd name="T1" fmla="*/ 276 h 341"/>
                  <a:gd name="T2" fmla="*/ 65 w 341"/>
                  <a:gd name="T3" fmla="*/ 58 h 341"/>
                  <a:gd name="T4" fmla="*/ 283 w 341"/>
                  <a:gd name="T5" fmla="*/ 66 h 341"/>
                  <a:gd name="T6" fmla="*/ 275 w 341"/>
                  <a:gd name="T7" fmla="*/ 283 h 341"/>
                  <a:gd name="T8" fmla="*/ 58 w 341"/>
                  <a:gd name="T9" fmla="*/ 276 h 341"/>
                </a:gdLst>
                <a:ahLst/>
                <a:cxnLst>
                  <a:cxn ang="0">
                    <a:pos x="T0" y="T1"/>
                  </a:cxn>
                  <a:cxn ang="0">
                    <a:pos x="T2" y="T3"/>
                  </a:cxn>
                  <a:cxn ang="0">
                    <a:pos x="T4" y="T5"/>
                  </a:cxn>
                  <a:cxn ang="0">
                    <a:pos x="T6" y="T7"/>
                  </a:cxn>
                  <a:cxn ang="0">
                    <a:pos x="T8" y="T9"/>
                  </a:cxn>
                </a:cxnLst>
                <a:rect l="0" t="0" r="r" b="b"/>
                <a:pathLst>
                  <a:path w="341" h="341">
                    <a:moveTo>
                      <a:pt x="58" y="276"/>
                    </a:moveTo>
                    <a:cubicBezTo>
                      <a:pt x="0" y="214"/>
                      <a:pt x="3" y="116"/>
                      <a:pt x="65" y="58"/>
                    </a:cubicBezTo>
                    <a:cubicBezTo>
                      <a:pt x="127" y="0"/>
                      <a:pt x="225" y="3"/>
                      <a:pt x="283" y="66"/>
                    </a:cubicBezTo>
                    <a:cubicBezTo>
                      <a:pt x="341" y="128"/>
                      <a:pt x="337" y="225"/>
                      <a:pt x="275" y="283"/>
                    </a:cubicBezTo>
                    <a:cubicBezTo>
                      <a:pt x="213" y="341"/>
                      <a:pt x="116" y="338"/>
                      <a:pt x="58" y="276"/>
                    </a:cubicBezTo>
                    <a:close/>
                  </a:path>
                </a:pathLst>
              </a:custGeom>
              <a:solidFill>
                <a:srgbClr val="F266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80" name="Rectangle 79"/>
            <p:cNvSpPr/>
            <p:nvPr/>
          </p:nvSpPr>
          <p:spPr>
            <a:xfrm>
              <a:off x="7584444" y="4436326"/>
              <a:ext cx="316112" cy="369332"/>
            </a:xfrm>
            <a:prstGeom prst="rect">
              <a:avLst/>
            </a:prstGeom>
          </p:spPr>
          <p:txBody>
            <a:bodyPr wrap="none">
              <a:spAutoFit/>
            </a:bodyPr>
            <a:lstStyle/>
            <a:p>
              <a:pPr fontAlgn="auto">
                <a:spcBef>
                  <a:spcPts val="0"/>
                </a:spcBef>
                <a:spcAft>
                  <a:spcPts val="0"/>
                </a:spcAft>
              </a:pPr>
              <a:r>
                <a:rPr lang="en-IN" dirty="0">
                  <a:solidFill>
                    <a:prstClr val="white"/>
                  </a:solidFill>
                  <a:latin typeface="FontAwesome" pitchFamily="50" charset="0"/>
                </a:rPr>
                <a:t></a:t>
              </a:r>
            </a:p>
          </p:txBody>
        </p:sp>
      </p:grpSp>
      <p:sp>
        <p:nvSpPr>
          <p:cNvPr id="83" name="Rectangle 82"/>
          <p:cNvSpPr/>
          <p:nvPr/>
        </p:nvSpPr>
        <p:spPr>
          <a:xfrm>
            <a:off x="6220739" y="1587533"/>
            <a:ext cx="5509245" cy="954107"/>
          </a:xfrm>
          <a:prstGeom prst="rect">
            <a:avLst/>
          </a:prstGeom>
        </p:spPr>
        <p:txBody>
          <a:bodyPr wrap="square">
            <a:spAutoFit/>
          </a:bodyPr>
          <a:lstStyle/>
          <a:p>
            <a:pPr lvl="0" algn="ctr" rtl="1"/>
            <a:r>
              <a:rPr lang="ar-JO" sz="2800" b="1" dirty="0"/>
              <a:t>إرسال الملفات وتبادلها بطريقة مباشرة بين المعلم وطلابه </a:t>
            </a:r>
            <a:r>
              <a:rPr lang="en-US" sz="2800" b="1" dirty="0"/>
              <a:t>File Transfer</a:t>
            </a:r>
            <a:r>
              <a:rPr lang="ar-JO" sz="2800" b="1" dirty="0"/>
              <a:t>.</a:t>
            </a:r>
            <a:endParaRPr lang="en-US" sz="2800" b="1" dirty="0"/>
          </a:p>
        </p:txBody>
      </p:sp>
      <p:sp>
        <p:nvSpPr>
          <p:cNvPr id="84" name="Rectangle 83"/>
          <p:cNvSpPr/>
          <p:nvPr/>
        </p:nvSpPr>
        <p:spPr>
          <a:xfrm>
            <a:off x="6303405" y="2743074"/>
            <a:ext cx="5481838" cy="1384995"/>
          </a:xfrm>
          <a:prstGeom prst="rect">
            <a:avLst/>
          </a:prstGeom>
        </p:spPr>
        <p:txBody>
          <a:bodyPr wrap="square">
            <a:spAutoFit/>
          </a:bodyPr>
          <a:lstStyle/>
          <a:p>
            <a:pPr lvl="0" algn="ctr" rtl="1"/>
            <a:r>
              <a:rPr lang="ar-JO" sz="2800" b="1" dirty="0"/>
              <a:t>متابعة الدروس وتواصله لكل طالب على حدة أو لمجموعة طلاب في آن واحد </a:t>
            </a:r>
            <a:r>
              <a:rPr lang="en-US" sz="2800" b="1" dirty="0"/>
              <a:t>Private Message</a:t>
            </a:r>
            <a:r>
              <a:rPr lang="ar-JO" sz="2800" b="1" dirty="0"/>
              <a:t>.</a:t>
            </a:r>
            <a:endParaRPr lang="en-US" sz="2800" b="1" dirty="0"/>
          </a:p>
        </p:txBody>
      </p:sp>
      <p:sp>
        <p:nvSpPr>
          <p:cNvPr id="85" name="Rectangle 84"/>
          <p:cNvSpPr/>
          <p:nvPr/>
        </p:nvSpPr>
        <p:spPr>
          <a:xfrm>
            <a:off x="6220739" y="4261499"/>
            <a:ext cx="5577053" cy="954107"/>
          </a:xfrm>
          <a:prstGeom prst="rect">
            <a:avLst/>
          </a:prstGeom>
        </p:spPr>
        <p:txBody>
          <a:bodyPr wrap="square">
            <a:spAutoFit/>
          </a:bodyPr>
          <a:lstStyle/>
          <a:p>
            <a:pPr lvl="0" algn="ctr" rtl="1"/>
            <a:r>
              <a:rPr lang="ar-JO" sz="2800" b="1" dirty="0"/>
              <a:t>المشاركة المباشرة للأنظمة والبرامج والتطبيقات </a:t>
            </a:r>
            <a:r>
              <a:rPr lang="en-US" sz="2800" b="1" dirty="0"/>
              <a:t>Sharing Application</a:t>
            </a:r>
            <a:r>
              <a:rPr lang="ar-JO" sz="2800" b="1" dirty="0"/>
              <a:t>.</a:t>
            </a:r>
            <a:endParaRPr lang="en-US" sz="2800" b="1" dirty="0"/>
          </a:p>
        </p:txBody>
      </p:sp>
      <p:sp>
        <p:nvSpPr>
          <p:cNvPr id="2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97477475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wipe(down)">
                                      <p:cBhvr>
                                        <p:cTn id="11" dur="500"/>
                                        <p:tgtEl>
                                          <p:spTgt spid="27"/>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28"/>
                                        </p:tgtEl>
                                        <p:attrNameLst>
                                          <p:attrName>style.visibility</p:attrName>
                                        </p:attrNameLst>
                                      </p:cBhvr>
                                      <p:to>
                                        <p:strVal val="visible"/>
                                      </p:to>
                                    </p:set>
                                    <p:animEffect transition="in" filter="wipe(down)">
                                      <p:cBhvr>
                                        <p:cTn id="15" dur="500"/>
                                        <p:tgtEl>
                                          <p:spTgt spid="28"/>
                                        </p:tgtEl>
                                      </p:cBhvr>
                                    </p:animEffect>
                                  </p:childTnLst>
                                </p:cTn>
                              </p:par>
                            </p:childTnLst>
                          </p:cTn>
                        </p:par>
                        <p:par>
                          <p:cTn id="16" fill="hold">
                            <p:stCondLst>
                              <p:cond delay="1500"/>
                            </p:stCondLst>
                            <p:childTnLst>
                              <p:par>
                                <p:cTn id="17" presetID="21" presetClass="entr" presetSubtype="1" fill="hold"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heel(1)">
                                      <p:cBhvr>
                                        <p:cTn id="19" dur="500"/>
                                        <p:tgtEl>
                                          <p:spTgt spid="1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83"/>
                                        </p:tgtEl>
                                        <p:attrNameLst>
                                          <p:attrName>style.visibility</p:attrName>
                                        </p:attrNameLst>
                                      </p:cBhvr>
                                      <p:to>
                                        <p:strVal val="visible"/>
                                      </p:to>
                                    </p:set>
                                    <p:animEffect transition="in" filter="fade">
                                      <p:cBhvr>
                                        <p:cTn id="23" dur="500"/>
                                        <p:tgtEl>
                                          <p:spTgt spid="83"/>
                                        </p:tgtEl>
                                      </p:cBhvr>
                                    </p:animEffect>
                                  </p:childTnLst>
                                </p:cTn>
                              </p:par>
                            </p:childTnLst>
                          </p:cTn>
                        </p:par>
                        <p:par>
                          <p:cTn id="24" fill="hold">
                            <p:stCondLst>
                              <p:cond delay="2500"/>
                            </p:stCondLst>
                            <p:childTnLst>
                              <p:par>
                                <p:cTn id="25" presetID="21" presetClass="entr" presetSubtype="1" fill="hold" nodeType="after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wheel(1)">
                                      <p:cBhvr>
                                        <p:cTn id="27" dur="500"/>
                                        <p:tgtEl>
                                          <p:spTgt spid="81"/>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84"/>
                                        </p:tgtEl>
                                        <p:attrNameLst>
                                          <p:attrName>style.visibility</p:attrName>
                                        </p:attrNameLst>
                                      </p:cBhvr>
                                      <p:to>
                                        <p:strVal val="visible"/>
                                      </p:to>
                                    </p:set>
                                    <p:animEffect transition="in" filter="fade">
                                      <p:cBhvr>
                                        <p:cTn id="31" dur="500"/>
                                        <p:tgtEl>
                                          <p:spTgt spid="84"/>
                                        </p:tgtEl>
                                      </p:cBhvr>
                                    </p:animEffect>
                                  </p:childTnLst>
                                </p:cTn>
                              </p:par>
                            </p:childTnLst>
                          </p:cTn>
                        </p:par>
                        <p:par>
                          <p:cTn id="32" fill="hold">
                            <p:stCondLst>
                              <p:cond delay="3500"/>
                            </p:stCondLst>
                            <p:childTnLst>
                              <p:par>
                                <p:cTn id="33" presetID="21" presetClass="entr" presetSubtype="1" fill="hold" nodeType="afterEffect">
                                  <p:stCondLst>
                                    <p:cond delay="0"/>
                                  </p:stCondLst>
                                  <p:childTnLst>
                                    <p:set>
                                      <p:cBhvr>
                                        <p:cTn id="34" dur="1" fill="hold">
                                          <p:stCondLst>
                                            <p:cond delay="0"/>
                                          </p:stCondLst>
                                        </p:cTn>
                                        <p:tgtEl>
                                          <p:spTgt spid="82"/>
                                        </p:tgtEl>
                                        <p:attrNameLst>
                                          <p:attrName>style.visibility</p:attrName>
                                        </p:attrNameLst>
                                      </p:cBhvr>
                                      <p:to>
                                        <p:strVal val="visible"/>
                                      </p:to>
                                    </p:set>
                                    <p:animEffect transition="in" filter="wheel(1)">
                                      <p:cBhvr>
                                        <p:cTn id="35" dur="500"/>
                                        <p:tgtEl>
                                          <p:spTgt spid="82"/>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85"/>
                                        </p:tgtEl>
                                        <p:attrNameLst>
                                          <p:attrName>style.visibility</p:attrName>
                                        </p:attrNameLst>
                                      </p:cBhvr>
                                      <p:to>
                                        <p:strVal val="visible"/>
                                      </p:to>
                                    </p:set>
                                    <p:animEffect transition="in" filter="fade">
                                      <p:cBhvr>
                                        <p:cTn id="39"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46" grpId="0"/>
      <p:bldP spid="83" grpId="0"/>
      <p:bldP spid="84" grpId="0"/>
      <p:bldP spid="85"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4"/>
          <p:cNvGrpSpPr>
            <a:grpSpLocks noChangeAspect="1"/>
          </p:cNvGrpSpPr>
          <p:nvPr/>
        </p:nvGrpSpPr>
        <p:grpSpPr bwMode="auto">
          <a:xfrm>
            <a:off x="3471863" y="1429657"/>
            <a:ext cx="5175250" cy="5008563"/>
            <a:chOff x="2187" y="672"/>
            <a:chExt cx="3260" cy="3155"/>
          </a:xfrm>
        </p:grpSpPr>
        <p:sp>
          <p:nvSpPr>
            <p:cNvPr id="5" name="AutoShape 3"/>
            <p:cNvSpPr>
              <a:spLocks noChangeAspect="1" noChangeArrowheads="1" noTextEdit="1"/>
            </p:cNvSpPr>
            <p:nvPr/>
          </p:nvSpPr>
          <p:spPr bwMode="auto">
            <a:xfrm>
              <a:off x="2187" y="672"/>
              <a:ext cx="3260" cy="3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nvGrpSpPr>
            <p:cNvPr id="6" name="Group 205"/>
            <p:cNvGrpSpPr>
              <a:grpSpLocks/>
            </p:cNvGrpSpPr>
            <p:nvPr/>
          </p:nvGrpSpPr>
          <p:grpSpPr bwMode="auto">
            <a:xfrm>
              <a:off x="2186" y="671"/>
              <a:ext cx="3260" cy="3067"/>
              <a:chOff x="2186" y="671"/>
              <a:chExt cx="3260" cy="3067"/>
            </a:xfrm>
          </p:grpSpPr>
          <p:sp>
            <p:nvSpPr>
              <p:cNvPr id="44" name="Freeform 6"/>
              <p:cNvSpPr>
                <a:spLocks/>
              </p:cNvSpPr>
              <p:nvPr/>
            </p:nvSpPr>
            <p:spPr bwMode="auto">
              <a:xfrm>
                <a:off x="4939" y="2218"/>
                <a:ext cx="507" cy="432"/>
              </a:xfrm>
              <a:custGeom>
                <a:avLst/>
                <a:gdLst>
                  <a:gd name="T0" fmla="*/ 404 w 507"/>
                  <a:gd name="T1" fmla="*/ 0 h 432"/>
                  <a:gd name="T2" fmla="*/ 507 w 507"/>
                  <a:gd name="T3" fmla="*/ 286 h 432"/>
                  <a:gd name="T4" fmla="*/ 104 w 507"/>
                  <a:gd name="T5" fmla="*/ 432 h 432"/>
                  <a:gd name="T6" fmla="*/ 0 w 507"/>
                  <a:gd name="T7" fmla="*/ 148 h 432"/>
                  <a:gd name="T8" fmla="*/ 404 w 507"/>
                  <a:gd name="T9" fmla="*/ 0 h 432"/>
                </a:gdLst>
                <a:ahLst/>
                <a:cxnLst>
                  <a:cxn ang="0">
                    <a:pos x="T0" y="T1"/>
                  </a:cxn>
                  <a:cxn ang="0">
                    <a:pos x="T2" y="T3"/>
                  </a:cxn>
                  <a:cxn ang="0">
                    <a:pos x="T4" y="T5"/>
                  </a:cxn>
                  <a:cxn ang="0">
                    <a:pos x="T6" y="T7"/>
                  </a:cxn>
                  <a:cxn ang="0">
                    <a:pos x="T8" y="T9"/>
                  </a:cxn>
                </a:cxnLst>
                <a:rect l="0" t="0" r="r" b="b"/>
                <a:pathLst>
                  <a:path w="507" h="432">
                    <a:moveTo>
                      <a:pt x="404" y="0"/>
                    </a:moveTo>
                    <a:lnTo>
                      <a:pt x="507" y="286"/>
                    </a:lnTo>
                    <a:lnTo>
                      <a:pt x="104" y="432"/>
                    </a:lnTo>
                    <a:lnTo>
                      <a:pt x="0" y="148"/>
                    </a:lnTo>
                    <a:lnTo>
                      <a:pt x="404"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5" name="Freeform 7"/>
              <p:cNvSpPr>
                <a:spLocks/>
              </p:cNvSpPr>
              <p:nvPr/>
            </p:nvSpPr>
            <p:spPr bwMode="auto">
              <a:xfrm>
                <a:off x="4929" y="2214"/>
                <a:ext cx="508" cy="432"/>
              </a:xfrm>
              <a:custGeom>
                <a:avLst/>
                <a:gdLst>
                  <a:gd name="T0" fmla="*/ 404 w 508"/>
                  <a:gd name="T1" fmla="*/ 0 h 432"/>
                  <a:gd name="T2" fmla="*/ 508 w 508"/>
                  <a:gd name="T3" fmla="*/ 286 h 432"/>
                  <a:gd name="T4" fmla="*/ 104 w 508"/>
                  <a:gd name="T5" fmla="*/ 432 h 432"/>
                  <a:gd name="T6" fmla="*/ 0 w 508"/>
                  <a:gd name="T7" fmla="*/ 146 h 432"/>
                  <a:gd name="T8" fmla="*/ 404 w 508"/>
                  <a:gd name="T9" fmla="*/ 0 h 432"/>
                </a:gdLst>
                <a:ahLst/>
                <a:cxnLst>
                  <a:cxn ang="0">
                    <a:pos x="T0" y="T1"/>
                  </a:cxn>
                  <a:cxn ang="0">
                    <a:pos x="T2" y="T3"/>
                  </a:cxn>
                  <a:cxn ang="0">
                    <a:pos x="T4" y="T5"/>
                  </a:cxn>
                  <a:cxn ang="0">
                    <a:pos x="T6" y="T7"/>
                  </a:cxn>
                  <a:cxn ang="0">
                    <a:pos x="T8" y="T9"/>
                  </a:cxn>
                </a:cxnLst>
                <a:rect l="0" t="0" r="r" b="b"/>
                <a:pathLst>
                  <a:path w="508" h="432">
                    <a:moveTo>
                      <a:pt x="404" y="0"/>
                    </a:moveTo>
                    <a:lnTo>
                      <a:pt x="508" y="286"/>
                    </a:lnTo>
                    <a:lnTo>
                      <a:pt x="104" y="432"/>
                    </a:lnTo>
                    <a:lnTo>
                      <a:pt x="0" y="146"/>
                    </a:lnTo>
                    <a:lnTo>
                      <a:pt x="40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6" name="Freeform 8"/>
              <p:cNvSpPr>
                <a:spLocks/>
              </p:cNvSpPr>
              <p:nvPr/>
            </p:nvSpPr>
            <p:spPr bwMode="auto">
              <a:xfrm>
                <a:off x="5310" y="2303"/>
                <a:ext cx="57" cy="141"/>
              </a:xfrm>
              <a:custGeom>
                <a:avLst/>
                <a:gdLst>
                  <a:gd name="T0" fmla="*/ 6 w 57"/>
                  <a:gd name="T1" fmla="*/ 0 h 141"/>
                  <a:gd name="T2" fmla="*/ 57 w 57"/>
                  <a:gd name="T3" fmla="*/ 139 h 141"/>
                  <a:gd name="T4" fmla="*/ 50 w 57"/>
                  <a:gd name="T5" fmla="*/ 141 h 141"/>
                  <a:gd name="T6" fmla="*/ 0 w 57"/>
                  <a:gd name="T7" fmla="*/ 2 h 141"/>
                  <a:gd name="T8" fmla="*/ 6 w 57"/>
                  <a:gd name="T9" fmla="*/ 0 h 141"/>
                </a:gdLst>
                <a:ahLst/>
                <a:cxnLst>
                  <a:cxn ang="0">
                    <a:pos x="T0" y="T1"/>
                  </a:cxn>
                  <a:cxn ang="0">
                    <a:pos x="T2" y="T3"/>
                  </a:cxn>
                  <a:cxn ang="0">
                    <a:pos x="T4" y="T5"/>
                  </a:cxn>
                  <a:cxn ang="0">
                    <a:pos x="T6" y="T7"/>
                  </a:cxn>
                  <a:cxn ang="0">
                    <a:pos x="T8" y="T9"/>
                  </a:cxn>
                </a:cxnLst>
                <a:rect l="0" t="0" r="r" b="b"/>
                <a:pathLst>
                  <a:path w="57" h="141">
                    <a:moveTo>
                      <a:pt x="6" y="0"/>
                    </a:moveTo>
                    <a:lnTo>
                      <a:pt x="57" y="139"/>
                    </a:lnTo>
                    <a:lnTo>
                      <a:pt x="50" y="141"/>
                    </a:lnTo>
                    <a:lnTo>
                      <a:pt x="0" y="2"/>
                    </a:lnTo>
                    <a:lnTo>
                      <a:pt x="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7" name="Freeform 9"/>
              <p:cNvSpPr>
                <a:spLocks/>
              </p:cNvSpPr>
              <p:nvPr/>
            </p:nvSpPr>
            <p:spPr bwMode="auto">
              <a:xfrm>
                <a:off x="5274" y="2262"/>
                <a:ext cx="91" cy="235"/>
              </a:xfrm>
              <a:custGeom>
                <a:avLst/>
                <a:gdLst>
                  <a:gd name="T0" fmla="*/ 8 w 91"/>
                  <a:gd name="T1" fmla="*/ 0 h 235"/>
                  <a:gd name="T2" fmla="*/ 91 w 91"/>
                  <a:gd name="T3" fmla="*/ 233 h 235"/>
                  <a:gd name="T4" fmla="*/ 85 w 91"/>
                  <a:gd name="T5" fmla="*/ 235 h 235"/>
                  <a:gd name="T6" fmla="*/ 0 w 91"/>
                  <a:gd name="T7" fmla="*/ 3 h 235"/>
                  <a:gd name="T8" fmla="*/ 8 w 91"/>
                  <a:gd name="T9" fmla="*/ 0 h 235"/>
                </a:gdLst>
                <a:ahLst/>
                <a:cxnLst>
                  <a:cxn ang="0">
                    <a:pos x="T0" y="T1"/>
                  </a:cxn>
                  <a:cxn ang="0">
                    <a:pos x="T2" y="T3"/>
                  </a:cxn>
                  <a:cxn ang="0">
                    <a:pos x="T4" y="T5"/>
                  </a:cxn>
                  <a:cxn ang="0">
                    <a:pos x="T6" y="T7"/>
                  </a:cxn>
                  <a:cxn ang="0">
                    <a:pos x="T8" y="T9"/>
                  </a:cxn>
                </a:cxnLst>
                <a:rect l="0" t="0" r="r" b="b"/>
                <a:pathLst>
                  <a:path w="91" h="235">
                    <a:moveTo>
                      <a:pt x="8" y="0"/>
                    </a:moveTo>
                    <a:lnTo>
                      <a:pt x="91" y="233"/>
                    </a:lnTo>
                    <a:lnTo>
                      <a:pt x="85" y="235"/>
                    </a:lnTo>
                    <a:lnTo>
                      <a:pt x="0" y="3"/>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8" name="Freeform 10"/>
              <p:cNvSpPr>
                <a:spLocks/>
              </p:cNvSpPr>
              <p:nvPr/>
            </p:nvSpPr>
            <p:spPr bwMode="auto">
              <a:xfrm>
                <a:off x="5262" y="2266"/>
                <a:ext cx="91" cy="236"/>
              </a:xfrm>
              <a:custGeom>
                <a:avLst/>
                <a:gdLst>
                  <a:gd name="T0" fmla="*/ 7 w 91"/>
                  <a:gd name="T1" fmla="*/ 0 h 236"/>
                  <a:gd name="T2" fmla="*/ 91 w 91"/>
                  <a:gd name="T3" fmla="*/ 234 h 236"/>
                  <a:gd name="T4" fmla="*/ 84 w 91"/>
                  <a:gd name="T5" fmla="*/ 236 h 236"/>
                  <a:gd name="T6" fmla="*/ 0 w 91"/>
                  <a:gd name="T7" fmla="*/ 4 h 236"/>
                  <a:gd name="T8" fmla="*/ 7 w 91"/>
                  <a:gd name="T9" fmla="*/ 0 h 236"/>
                </a:gdLst>
                <a:ahLst/>
                <a:cxnLst>
                  <a:cxn ang="0">
                    <a:pos x="T0" y="T1"/>
                  </a:cxn>
                  <a:cxn ang="0">
                    <a:pos x="T2" y="T3"/>
                  </a:cxn>
                  <a:cxn ang="0">
                    <a:pos x="T4" y="T5"/>
                  </a:cxn>
                  <a:cxn ang="0">
                    <a:pos x="T6" y="T7"/>
                  </a:cxn>
                  <a:cxn ang="0">
                    <a:pos x="T8" y="T9"/>
                  </a:cxn>
                </a:cxnLst>
                <a:rect l="0" t="0" r="r" b="b"/>
                <a:pathLst>
                  <a:path w="91" h="236">
                    <a:moveTo>
                      <a:pt x="7" y="0"/>
                    </a:moveTo>
                    <a:lnTo>
                      <a:pt x="91" y="234"/>
                    </a:lnTo>
                    <a:lnTo>
                      <a:pt x="84" y="236"/>
                    </a:lnTo>
                    <a:lnTo>
                      <a:pt x="0" y="4"/>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9" name="Freeform 11"/>
              <p:cNvSpPr>
                <a:spLocks/>
              </p:cNvSpPr>
              <p:nvPr/>
            </p:nvSpPr>
            <p:spPr bwMode="auto">
              <a:xfrm>
                <a:off x="5249" y="2271"/>
                <a:ext cx="92" cy="235"/>
              </a:xfrm>
              <a:custGeom>
                <a:avLst/>
                <a:gdLst>
                  <a:gd name="T0" fmla="*/ 7 w 92"/>
                  <a:gd name="T1" fmla="*/ 0 h 235"/>
                  <a:gd name="T2" fmla="*/ 92 w 92"/>
                  <a:gd name="T3" fmla="*/ 233 h 235"/>
                  <a:gd name="T4" fmla="*/ 85 w 92"/>
                  <a:gd name="T5" fmla="*/ 235 h 235"/>
                  <a:gd name="T6" fmla="*/ 0 w 92"/>
                  <a:gd name="T7" fmla="*/ 3 h 235"/>
                  <a:gd name="T8" fmla="*/ 7 w 92"/>
                  <a:gd name="T9" fmla="*/ 0 h 235"/>
                </a:gdLst>
                <a:ahLst/>
                <a:cxnLst>
                  <a:cxn ang="0">
                    <a:pos x="T0" y="T1"/>
                  </a:cxn>
                  <a:cxn ang="0">
                    <a:pos x="T2" y="T3"/>
                  </a:cxn>
                  <a:cxn ang="0">
                    <a:pos x="T4" y="T5"/>
                  </a:cxn>
                  <a:cxn ang="0">
                    <a:pos x="T6" y="T7"/>
                  </a:cxn>
                  <a:cxn ang="0">
                    <a:pos x="T8" y="T9"/>
                  </a:cxn>
                </a:cxnLst>
                <a:rect l="0" t="0" r="r" b="b"/>
                <a:pathLst>
                  <a:path w="92" h="235">
                    <a:moveTo>
                      <a:pt x="7" y="0"/>
                    </a:moveTo>
                    <a:lnTo>
                      <a:pt x="92" y="233"/>
                    </a:lnTo>
                    <a:lnTo>
                      <a:pt x="85" y="235"/>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0" name="Freeform 12"/>
              <p:cNvSpPr>
                <a:spLocks/>
              </p:cNvSpPr>
              <p:nvPr/>
            </p:nvSpPr>
            <p:spPr bwMode="auto">
              <a:xfrm>
                <a:off x="5237" y="2275"/>
                <a:ext cx="92" cy="236"/>
              </a:xfrm>
              <a:custGeom>
                <a:avLst/>
                <a:gdLst>
                  <a:gd name="T0" fmla="*/ 7 w 92"/>
                  <a:gd name="T1" fmla="*/ 0 h 236"/>
                  <a:gd name="T2" fmla="*/ 92 w 92"/>
                  <a:gd name="T3" fmla="*/ 234 h 236"/>
                  <a:gd name="T4" fmla="*/ 85 w 92"/>
                  <a:gd name="T5" fmla="*/ 236 h 236"/>
                  <a:gd name="T6" fmla="*/ 0 w 92"/>
                  <a:gd name="T7" fmla="*/ 4 h 236"/>
                  <a:gd name="T8" fmla="*/ 7 w 92"/>
                  <a:gd name="T9" fmla="*/ 0 h 236"/>
                </a:gdLst>
                <a:ahLst/>
                <a:cxnLst>
                  <a:cxn ang="0">
                    <a:pos x="T0" y="T1"/>
                  </a:cxn>
                  <a:cxn ang="0">
                    <a:pos x="T2" y="T3"/>
                  </a:cxn>
                  <a:cxn ang="0">
                    <a:pos x="T4" y="T5"/>
                  </a:cxn>
                  <a:cxn ang="0">
                    <a:pos x="T6" y="T7"/>
                  </a:cxn>
                  <a:cxn ang="0">
                    <a:pos x="T8" y="T9"/>
                  </a:cxn>
                </a:cxnLst>
                <a:rect l="0" t="0" r="r" b="b"/>
                <a:pathLst>
                  <a:path w="92" h="236">
                    <a:moveTo>
                      <a:pt x="7" y="0"/>
                    </a:moveTo>
                    <a:lnTo>
                      <a:pt x="92" y="234"/>
                    </a:lnTo>
                    <a:lnTo>
                      <a:pt x="85" y="236"/>
                    </a:lnTo>
                    <a:lnTo>
                      <a:pt x="0" y="4"/>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1" name="Freeform 13"/>
              <p:cNvSpPr>
                <a:spLocks/>
              </p:cNvSpPr>
              <p:nvPr/>
            </p:nvSpPr>
            <p:spPr bwMode="auto">
              <a:xfrm>
                <a:off x="5225" y="2280"/>
                <a:ext cx="91" cy="235"/>
              </a:xfrm>
              <a:custGeom>
                <a:avLst/>
                <a:gdLst>
                  <a:gd name="T0" fmla="*/ 6 w 91"/>
                  <a:gd name="T1" fmla="*/ 0 h 235"/>
                  <a:gd name="T2" fmla="*/ 91 w 91"/>
                  <a:gd name="T3" fmla="*/ 233 h 235"/>
                  <a:gd name="T4" fmla="*/ 84 w 91"/>
                  <a:gd name="T5" fmla="*/ 235 h 235"/>
                  <a:gd name="T6" fmla="*/ 0 w 91"/>
                  <a:gd name="T7" fmla="*/ 3 h 235"/>
                  <a:gd name="T8" fmla="*/ 6 w 91"/>
                  <a:gd name="T9" fmla="*/ 0 h 235"/>
                </a:gdLst>
                <a:ahLst/>
                <a:cxnLst>
                  <a:cxn ang="0">
                    <a:pos x="T0" y="T1"/>
                  </a:cxn>
                  <a:cxn ang="0">
                    <a:pos x="T2" y="T3"/>
                  </a:cxn>
                  <a:cxn ang="0">
                    <a:pos x="T4" y="T5"/>
                  </a:cxn>
                  <a:cxn ang="0">
                    <a:pos x="T6" y="T7"/>
                  </a:cxn>
                  <a:cxn ang="0">
                    <a:pos x="T8" y="T9"/>
                  </a:cxn>
                </a:cxnLst>
                <a:rect l="0" t="0" r="r" b="b"/>
                <a:pathLst>
                  <a:path w="91" h="235">
                    <a:moveTo>
                      <a:pt x="6" y="0"/>
                    </a:moveTo>
                    <a:lnTo>
                      <a:pt x="91" y="233"/>
                    </a:lnTo>
                    <a:lnTo>
                      <a:pt x="84" y="235"/>
                    </a:lnTo>
                    <a:lnTo>
                      <a:pt x="0" y="3"/>
                    </a:lnTo>
                    <a:lnTo>
                      <a:pt x="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2" name="Freeform 14"/>
              <p:cNvSpPr>
                <a:spLocks/>
              </p:cNvSpPr>
              <p:nvPr/>
            </p:nvSpPr>
            <p:spPr bwMode="auto">
              <a:xfrm>
                <a:off x="5212" y="2284"/>
                <a:ext cx="92" cy="237"/>
              </a:xfrm>
              <a:custGeom>
                <a:avLst/>
                <a:gdLst>
                  <a:gd name="T0" fmla="*/ 7 w 92"/>
                  <a:gd name="T1" fmla="*/ 0 h 237"/>
                  <a:gd name="T2" fmla="*/ 92 w 92"/>
                  <a:gd name="T3" fmla="*/ 233 h 237"/>
                  <a:gd name="T4" fmla="*/ 84 w 92"/>
                  <a:gd name="T5" fmla="*/ 237 h 237"/>
                  <a:gd name="T6" fmla="*/ 0 w 92"/>
                  <a:gd name="T7" fmla="*/ 3 h 237"/>
                  <a:gd name="T8" fmla="*/ 7 w 92"/>
                  <a:gd name="T9" fmla="*/ 0 h 237"/>
                </a:gdLst>
                <a:ahLst/>
                <a:cxnLst>
                  <a:cxn ang="0">
                    <a:pos x="T0" y="T1"/>
                  </a:cxn>
                  <a:cxn ang="0">
                    <a:pos x="T2" y="T3"/>
                  </a:cxn>
                  <a:cxn ang="0">
                    <a:pos x="T4" y="T5"/>
                  </a:cxn>
                  <a:cxn ang="0">
                    <a:pos x="T6" y="T7"/>
                  </a:cxn>
                  <a:cxn ang="0">
                    <a:pos x="T8" y="T9"/>
                  </a:cxn>
                </a:cxnLst>
                <a:rect l="0" t="0" r="r" b="b"/>
                <a:pathLst>
                  <a:path w="92" h="237">
                    <a:moveTo>
                      <a:pt x="7" y="0"/>
                    </a:moveTo>
                    <a:lnTo>
                      <a:pt x="92" y="233"/>
                    </a:lnTo>
                    <a:lnTo>
                      <a:pt x="84" y="237"/>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3" name="Freeform 15"/>
              <p:cNvSpPr>
                <a:spLocks/>
              </p:cNvSpPr>
              <p:nvPr/>
            </p:nvSpPr>
            <p:spPr bwMode="auto">
              <a:xfrm>
                <a:off x="5199" y="2289"/>
                <a:ext cx="93" cy="236"/>
              </a:xfrm>
              <a:custGeom>
                <a:avLst/>
                <a:gdLst>
                  <a:gd name="T0" fmla="*/ 8 w 93"/>
                  <a:gd name="T1" fmla="*/ 0 h 236"/>
                  <a:gd name="T2" fmla="*/ 93 w 93"/>
                  <a:gd name="T3" fmla="*/ 233 h 236"/>
                  <a:gd name="T4" fmla="*/ 85 w 93"/>
                  <a:gd name="T5" fmla="*/ 236 h 236"/>
                  <a:gd name="T6" fmla="*/ 0 w 93"/>
                  <a:gd name="T7" fmla="*/ 3 h 236"/>
                  <a:gd name="T8" fmla="*/ 8 w 93"/>
                  <a:gd name="T9" fmla="*/ 0 h 236"/>
                </a:gdLst>
                <a:ahLst/>
                <a:cxnLst>
                  <a:cxn ang="0">
                    <a:pos x="T0" y="T1"/>
                  </a:cxn>
                  <a:cxn ang="0">
                    <a:pos x="T2" y="T3"/>
                  </a:cxn>
                  <a:cxn ang="0">
                    <a:pos x="T4" y="T5"/>
                  </a:cxn>
                  <a:cxn ang="0">
                    <a:pos x="T6" y="T7"/>
                  </a:cxn>
                  <a:cxn ang="0">
                    <a:pos x="T8" y="T9"/>
                  </a:cxn>
                </a:cxnLst>
                <a:rect l="0" t="0" r="r" b="b"/>
                <a:pathLst>
                  <a:path w="93" h="236">
                    <a:moveTo>
                      <a:pt x="8" y="0"/>
                    </a:moveTo>
                    <a:lnTo>
                      <a:pt x="93" y="233"/>
                    </a:lnTo>
                    <a:lnTo>
                      <a:pt x="85" y="236"/>
                    </a:lnTo>
                    <a:lnTo>
                      <a:pt x="0" y="3"/>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4" name="Freeform 16"/>
              <p:cNvSpPr>
                <a:spLocks/>
              </p:cNvSpPr>
              <p:nvPr/>
            </p:nvSpPr>
            <p:spPr bwMode="auto">
              <a:xfrm>
                <a:off x="5187" y="2294"/>
                <a:ext cx="91" cy="236"/>
              </a:xfrm>
              <a:custGeom>
                <a:avLst/>
                <a:gdLst>
                  <a:gd name="T0" fmla="*/ 8 w 91"/>
                  <a:gd name="T1" fmla="*/ 0 h 236"/>
                  <a:gd name="T2" fmla="*/ 91 w 91"/>
                  <a:gd name="T3" fmla="*/ 232 h 236"/>
                  <a:gd name="T4" fmla="*/ 85 w 91"/>
                  <a:gd name="T5" fmla="*/ 236 h 236"/>
                  <a:gd name="T6" fmla="*/ 0 w 91"/>
                  <a:gd name="T7" fmla="*/ 2 h 236"/>
                  <a:gd name="T8" fmla="*/ 8 w 91"/>
                  <a:gd name="T9" fmla="*/ 0 h 236"/>
                </a:gdLst>
                <a:ahLst/>
                <a:cxnLst>
                  <a:cxn ang="0">
                    <a:pos x="T0" y="T1"/>
                  </a:cxn>
                  <a:cxn ang="0">
                    <a:pos x="T2" y="T3"/>
                  </a:cxn>
                  <a:cxn ang="0">
                    <a:pos x="T4" y="T5"/>
                  </a:cxn>
                  <a:cxn ang="0">
                    <a:pos x="T6" y="T7"/>
                  </a:cxn>
                  <a:cxn ang="0">
                    <a:pos x="T8" y="T9"/>
                  </a:cxn>
                </a:cxnLst>
                <a:rect l="0" t="0" r="r" b="b"/>
                <a:pathLst>
                  <a:path w="91" h="236">
                    <a:moveTo>
                      <a:pt x="8" y="0"/>
                    </a:moveTo>
                    <a:lnTo>
                      <a:pt x="91" y="232"/>
                    </a:lnTo>
                    <a:lnTo>
                      <a:pt x="85" y="236"/>
                    </a:lnTo>
                    <a:lnTo>
                      <a:pt x="0" y="2"/>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5" name="Freeform 17"/>
              <p:cNvSpPr>
                <a:spLocks/>
              </p:cNvSpPr>
              <p:nvPr/>
            </p:nvSpPr>
            <p:spPr bwMode="auto">
              <a:xfrm>
                <a:off x="5175" y="2299"/>
                <a:ext cx="49" cy="118"/>
              </a:xfrm>
              <a:custGeom>
                <a:avLst/>
                <a:gdLst>
                  <a:gd name="T0" fmla="*/ 7 w 49"/>
                  <a:gd name="T1" fmla="*/ 0 h 118"/>
                  <a:gd name="T2" fmla="*/ 49 w 49"/>
                  <a:gd name="T3" fmla="*/ 116 h 118"/>
                  <a:gd name="T4" fmla="*/ 42 w 49"/>
                  <a:gd name="T5" fmla="*/ 118 h 118"/>
                  <a:gd name="T6" fmla="*/ 0 w 49"/>
                  <a:gd name="T7" fmla="*/ 2 h 118"/>
                  <a:gd name="T8" fmla="*/ 7 w 49"/>
                  <a:gd name="T9" fmla="*/ 0 h 118"/>
                </a:gdLst>
                <a:ahLst/>
                <a:cxnLst>
                  <a:cxn ang="0">
                    <a:pos x="T0" y="T1"/>
                  </a:cxn>
                  <a:cxn ang="0">
                    <a:pos x="T2" y="T3"/>
                  </a:cxn>
                  <a:cxn ang="0">
                    <a:pos x="T4" y="T5"/>
                  </a:cxn>
                  <a:cxn ang="0">
                    <a:pos x="T6" y="T7"/>
                  </a:cxn>
                  <a:cxn ang="0">
                    <a:pos x="T8" y="T9"/>
                  </a:cxn>
                </a:cxnLst>
                <a:rect l="0" t="0" r="r" b="b"/>
                <a:pathLst>
                  <a:path w="49" h="118">
                    <a:moveTo>
                      <a:pt x="7" y="0"/>
                    </a:moveTo>
                    <a:lnTo>
                      <a:pt x="49" y="116"/>
                    </a:lnTo>
                    <a:lnTo>
                      <a:pt x="42" y="118"/>
                    </a:lnTo>
                    <a:lnTo>
                      <a:pt x="0" y="2"/>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6" name="Freeform 18"/>
              <p:cNvSpPr>
                <a:spLocks/>
              </p:cNvSpPr>
              <p:nvPr/>
            </p:nvSpPr>
            <p:spPr bwMode="auto">
              <a:xfrm>
                <a:off x="5150" y="2490"/>
                <a:ext cx="73" cy="72"/>
              </a:xfrm>
              <a:custGeom>
                <a:avLst/>
                <a:gdLst>
                  <a:gd name="T0" fmla="*/ 60 w 65"/>
                  <a:gd name="T1" fmla="*/ 23 h 65"/>
                  <a:gd name="T2" fmla="*/ 43 w 65"/>
                  <a:gd name="T3" fmla="*/ 60 h 65"/>
                  <a:gd name="T4" fmla="*/ 6 w 65"/>
                  <a:gd name="T5" fmla="*/ 42 h 65"/>
                  <a:gd name="T6" fmla="*/ 23 w 65"/>
                  <a:gd name="T7" fmla="*/ 6 h 65"/>
                  <a:gd name="T8" fmla="*/ 60 w 65"/>
                  <a:gd name="T9" fmla="*/ 23 h 65"/>
                </a:gdLst>
                <a:ahLst/>
                <a:cxnLst>
                  <a:cxn ang="0">
                    <a:pos x="T0" y="T1"/>
                  </a:cxn>
                  <a:cxn ang="0">
                    <a:pos x="T2" y="T3"/>
                  </a:cxn>
                  <a:cxn ang="0">
                    <a:pos x="T4" y="T5"/>
                  </a:cxn>
                  <a:cxn ang="0">
                    <a:pos x="T6" y="T7"/>
                  </a:cxn>
                  <a:cxn ang="0">
                    <a:pos x="T8" y="T9"/>
                  </a:cxn>
                </a:cxnLst>
                <a:rect l="0" t="0" r="r" b="b"/>
                <a:pathLst>
                  <a:path w="65" h="65">
                    <a:moveTo>
                      <a:pt x="60" y="23"/>
                    </a:moveTo>
                    <a:cubicBezTo>
                      <a:pt x="65" y="38"/>
                      <a:pt x="58" y="54"/>
                      <a:pt x="43" y="60"/>
                    </a:cubicBezTo>
                    <a:cubicBezTo>
                      <a:pt x="28" y="65"/>
                      <a:pt x="11" y="57"/>
                      <a:pt x="6" y="42"/>
                    </a:cubicBezTo>
                    <a:cubicBezTo>
                      <a:pt x="0" y="27"/>
                      <a:pt x="8" y="11"/>
                      <a:pt x="23" y="6"/>
                    </a:cubicBezTo>
                    <a:cubicBezTo>
                      <a:pt x="38" y="0"/>
                      <a:pt x="54" y="8"/>
                      <a:pt x="60" y="23"/>
                    </a:cubicBezTo>
                    <a:close/>
                  </a:path>
                </a:pathLst>
              </a:custGeom>
              <a:solidFill>
                <a:srgbClr val="4C8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7" name="Freeform 19"/>
              <p:cNvSpPr>
                <a:spLocks/>
              </p:cNvSpPr>
              <p:nvPr/>
            </p:nvSpPr>
            <p:spPr bwMode="auto">
              <a:xfrm>
                <a:off x="5156" y="2504"/>
                <a:ext cx="31" cy="22"/>
              </a:xfrm>
              <a:custGeom>
                <a:avLst/>
                <a:gdLst>
                  <a:gd name="T0" fmla="*/ 0 w 28"/>
                  <a:gd name="T1" fmla="*/ 13 h 20"/>
                  <a:gd name="T2" fmla="*/ 7 w 28"/>
                  <a:gd name="T3" fmla="*/ 0 h 20"/>
                  <a:gd name="T4" fmla="*/ 28 w 28"/>
                  <a:gd name="T5" fmla="*/ 20 h 20"/>
                  <a:gd name="T6" fmla="*/ 0 w 28"/>
                  <a:gd name="T7" fmla="*/ 13 h 20"/>
                </a:gdLst>
                <a:ahLst/>
                <a:cxnLst>
                  <a:cxn ang="0">
                    <a:pos x="T0" y="T1"/>
                  </a:cxn>
                  <a:cxn ang="0">
                    <a:pos x="T2" y="T3"/>
                  </a:cxn>
                  <a:cxn ang="0">
                    <a:pos x="T4" y="T5"/>
                  </a:cxn>
                  <a:cxn ang="0">
                    <a:pos x="T6" y="T7"/>
                  </a:cxn>
                </a:cxnLst>
                <a:rect l="0" t="0" r="r" b="b"/>
                <a:pathLst>
                  <a:path w="28" h="20">
                    <a:moveTo>
                      <a:pt x="0" y="13"/>
                    </a:moveTo>
                    <a:cubicBezTo>
                      <a:pt x="1" y="8"/>
                      <a:pt x="3" y="4"/>
                      <a:pt x="7" y="0"/>
                    </a:cubicBezTo>
                    <a:cubicBezTo>
                      <a:pt x="28" y="20"/>
                      <a:pt x="28" y="20"/>
                      <a:pt x="28" y="20"/>
                    </a:cubicBezTo>
                    <a:lnTo>
                      <a:pt x="0" y="13"/>
                    </a:lnTo>
                    <a:close/>
                  </a:path>
                </a:pathLst>
              </a:custGeom>
              <a:solidFill>
                <a:srgbClr val="9ACA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8" name="Freeform 20"/>
              <p:cNvSpPr>
                <a:spLocks/>
              </p:cNvSpPr>
              <p:nvPr/>
            </p:nvSpPr>
            <p:spPr bwMode="auto">
              <a:xfrm>
                <a:off x="5163" y="2492"/>
                <a:ext cx="41" cy="34"/>
              </a:xfrm>
              <a:custGeom>
                <a:avLst/>
                <a:gdLst>
                  <a:gd name="T0" fmla="*/ 0 w 36"/>
                  <a:gd name="T1" fmla="*/ 11 h 31"/>
                  <a:gd name="T2" fmla="*/ 11 w 36"/>
                  <a:gd name="T3" fmla="*/ 4 h 31"/>
                  <a:gd name="T4" fmla="*/ 36 w 36"/>
                  <a:gd name="T5" fmla="*/ 6 h 31"/>
                  <a:gd name="T6" fmla="*/ 21 w 36"/>
                  <a:gd name="T7" fmla="*/ 31 h 31"/>
                  <a:gd name="T8" fmla="*/ 0 w 36"/>
                  <a:gd name="T9" fmla="*/ 11 h 31"/>
                </a:gdLst>
                <a:ahLst/>
                <a:cxnLst>
                  <a:cxn ang="0">
                    <a:pos x="T0" y="T1"/>
                  </a:cxn>
                  <a:cxn ang="0">
                    <a:pos x="T2" y="T3"/>
                  </a:cxn>
                  <a:cxn ang="0">
                    <a:pos x="T4" y="T5"/>
                  </a:cxn>
                  <a:cxn ang="0">
                    <a:pos x="T6" y="T7"/>
                  </a:cxn>
                  <a:cxn ang="0">
                    <a:pos x="T8" y="T9"/>
                  </a:cxn>
                </a:cxnLst>
                <a:rect l="0" t="0" r="r" b="b"/>
                <a:pathLst>
                  <a:path w="36" h="31">
                    <a:moveTo>
                      <a:pt x="0" y="11"/>
                    </a:moveTo>
                    <a:cubicBezTo>
                      <a:pt x="3" y="8"/>
                      <a:pt x="7" y="5"/>
                      <a:pt x="11" y="4"/>
                    </a:cubicBezTo>
                    <a:cubicBezTo>
                      <a:pt x="20" y="0"/>
                      <a:pt x="29" y="2"/>
                      <a:pt x="36" y="6"/>
                    </a:cubicBezTo>
                    <a:cubicBezTo>
                      <a:pt x="21" y="31"/>
                      <a:pt x="21" y="31"/>
                      <a:pt x="21" y="31"/>
                    </a:cubicBezTo>
                    <a:lnTo>
                      <a:pt x="0" y="11"/>
                    </a:lnTo>
                    <a:close/>
                  </a:path>
                </a:pathLst>
              </a:custGeom>
              <a:solidFill>
                <a:srgbClr val="87BB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9" name="Freeform 21"/>
              <p:cNvSpPr>
                <a:spLocks/>
              </p:cNvSpPr>
              <p:nvPr/>
            </p:nvSpPr>
            <p:spPr bwMode="auto">
              <a:xfrm>
                <a:off x="5187" y="2499"/>
                <a:ext cx="30" cy="27"/>
              </a:xfrm>
              <a:custGeom>
                <a:avLst/>
                <a:gdLst>
                  <a:gd name="T0" fmla="*/ 15 w 27"/>
                  <a:gd name="T1" fmla="*/ 0 h 25"/>
                  <a:gd name="T2" fmla="*/ 27 w 27"/>
                  <a:gd name="T3" fmla="*/ 15 h 25"/>
                  <a:gd name="T4" fmla="*/ 0 w 27"/>
                  <a:gd name="T5" fmla="*/ 25 h 25"/>
                  <a:gd name="T6" fmla="*/ 15 w 27"/>
                  <a:gd name="T7" fmla="*/ 0 h 25"/>
                </a:gdLst>
                <a:ahLst/>
                <a:cxnLst>
                  <a:cxn ang="0">
                    <a:pos x="T0" y="T1"/>
                  </a:cxn>
                  <a:cxn ang="0">
                    <a:pos x="T2" y="T3"/>
                  </a:cxn>
                  <a:cxn ang="0">
                    <a:pos x="T4" y="T5"/>
                  </a:cxn>
                  <a:cxn ang="0">
                    <a:pos x="T6" y="T7"/>
                  </a:cxn>
                </a:cxnLst>
                <a:rect l="0" t="0" r="r" b="b"/>
                <a:pathLst>
                  <a:path w="27" h="25">
                    <a:moveTo>
                      <a:pt x="15" y="0"/>
                    </a:moveTo>
                    <a:cubicBezTo>
                      <a:pt x="20" y="3"/>
                      <a:pt x="25" y="8"/>
                      <a:pt x="27" y="15"/>
                    </a:cubicBezTo>
                    <a:cubicBezTo>
                      <a:pt x="0" y="25"/>
                      <a:pt x="0" y="25"/>
                      <a:pt x="0" y="25"/>
                    </a:cubicBezTo>
                    <a:lnTo>
                      <a:pt x="15" y="0"/>
                    </a:lnTo>
                    <a:close/>
                  </a:path>
                </a:pathLst>
              </a:custGeom>
              <a:solidFill>
                <a:srgbClr val="73A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0" name="Freeform 22"/>
              <p:cNvSpPr>
                <a:spLocks/>
              </p:cNvSpPr>
              <p:nvPr/>
            </p:nvSpPr>
            <p:spPr bwMode="auto">
              <a:xfrm>
                <a:off x="5187" y="2515"/>
                <a:ext cx="33" cy="25"/>
              </a:xfrm>
              <a:custGeom>
                <a:avLst/>
                <a:gdLst>
                  <a:gd name="T0" fmla="*/ 27 w 30"/>
                  <a:gd name="T1" fmla="*/ 0 h 22"/>
                  <a:gd name="T2" fmla="*/ 0 w 30"/>
                  <a:gd name="T3" fmla="*/ 10 h 22"/>
                  <a:gd name="T4" fmla="*/ 26 w 30"/>
                  <a:gd name="T5" fmla="*/ 22 h 22"/>
                  <a:gd name="T6" fmla="*/ 27 w 30"/>
                  <a:gd name="T7" fmla="*/ 0 h 22"/>
                </a:gdLst>
                <a:ahLst/>
                <a:cxnLst>
                  <a:cxn ang="0">
                    <a:pos x="T0" y="T1"/>
                  </a:cxn>
                  <a:cxn ang="0">
                    <a:pos x="T2" y="T3"/>
                  </a:cxn>
                  <a:cxn ang="0">
                    <a:pos x="T4" y="T5"/>
                  </a:cxn>
                  <a:cxn ang="0">
                    <a:pos x="T6" y="T7"/>
                  </a:cxn>
                </a:cxnLst>
                <a:rect l="0" t="0" r="r" b="b"/>
                <a:pathLst>
                  <a:path w="30" h="22">
                    <a:moveTo>
                      <a:pt x="27" y="0"/>
                    </a:moveTo>
                    <a:cubicBezTo>
                      <a:pt x="0" y="10"/>
                      <a:pt x="0" y="10"/>
                      <a:pt x="0" y="10"/>
                    </a:cubicBezTo>
                    <a:cubicBezTo>
                      <a:pt x="26" y="22"/>
                      <a:pt x="26" y="22"/>
                      <a:pt x="26" y="22"/>
                    </a:cubicBezTo>
                    <a:cubicBezTo>
                      <a:pt x="29" y="15"/>
                      <a:pt x="30" y="7"/>
                      <a:pt x="27" y="0"/>
                    </a:cubicBezTo>
                    <a:close/>
                  </a:path>
                </a:pathLst>
              </a:custGeom>
              <a:solidFill>
                <a:srgbClr val="609D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1" name="Freeform 23"/>
              <p:cNvSpPr>
                <a:spLocks/>
              </p:cNvSpPr>
              <p:nvPr/>
            </p:nvSpPr>
            <p:spPr bwMode="auto">
              <a:xfrm>
                <a:off x="5074" y="2336"/>
                <a:ext cx="54" cy="140"/>
              </a:xfrm>
              <a:custGeom>
                <a:avLst/>
                <a:gdLst>
                  <a:gd name="T0" fmla="*/ 3 w 54"/>
                  <a:gd name="T1" fmla="*/ 0 h 140"/>
                  <a:gd name="T2" fmla="*/ 54 w 54"/>
                  <a:gd name="T3" fmla="*/ 139 h 140"/>
                  <a:gd name="T4" fmla="*/ 50 w 54"/>
                  <a:gd name="T5" fmla="*/ 140 h 140"/>
                  <a:gd name="T6" fmla="*/ 0 w 54"/>
                  <a:gd name="T7" fmla="*/ 2 h 140"/>
                  <a:gd name="T8" fmla="*/ 3 w 54"/>
                  <a:gd name="T9" fmla="*/ 0 h 140"/>
                </a:gdLst>
                <a:ahLst/>
                <a:cxnLst>
                  <a:cxn ang="0">
                    <a:pos x="T0" y="T1"/>
                  </a:cxn>
                  <a:cxn ang="0">
                    <a:pos x="T2" y="T3"/>
                  </a:cxn>
                  <a:cxn ang="0">
                    <a:pos x="T4" y="T5"/>
                  </a:cxn>
                  <a:cxn ang="0">
                    <a:pos x="T6" y="T7"/>
                  </a:cxn>
                  <a:cxn ang="0">
                    <a:pos x="T8" y="T9"/>
                  </a:cxn>
                </a:cxnLst>
                <a:rect l="0" t="0" r="r" b="b"/>
                <a:pathLst>
                  <a:path w="54" h="140">
                    <a:moveTo>
                      <a:pt x="3" y="0"/>
                    </a:moveTo>
                    <a:lnTo>
                      <a:pt x="54" y="139"/>
                    </a:lnTo>
                    <a:lnTo>
                      <a:pt x="50" y="140"/>
                    </a:lnTo>
                    <a:lnTo>
                      <a:pt x="0" y="2"/>
                    </a:lnTo>
                    <a:lnTo>
                      <a:pt x="3"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2" name="Freeform 24"/>
              <p:cNvSpPr>
                <a:spLocks/>
              </p:cNvSpPr>
              <p:nvPr/>
            </p:nvSpPr>
            <p:spPr bwMode="auto">
              <a:xfrm>
                <a:off x="5077" y="2309"/>
                <a:ext cx="84" cy="51"/>
              </a:xfrm>
              <a:custGeom>
                <a:avLst/>
                <a:gdLst>
                  <a:gd name="T0" fmla="*/ 75 w 84"/>
                  <a:gd name="T1" fmla="*/ 0 h 51"/>
                  <a:gd name="T2" fmla="*/ 84 w 84"/>
                  <a:gd name="T3" fmla="*/ 24 h 51"/>
                  <a:gd name="T4" fmla="*/ 9 w 84"/>
                  <a:gd name="T5" fmla="*/ 51 h 51"/>
                  <a:gd name="T6" fmla="*/ 0 w 84"/>
                  <a:gd name="T7" fmla="*/ 27 h 51"/>
                  <a:gd name="T8" fmla="*/ 75 w 84"/>
                  <a:gd name="T9" fmla="*/ 0 h 51"/>
                </a:gdLst>
                <a:ahLst/>
                <a:cxnLst>
                  <a:cxn ang="0">
                    <a:pos x="T0" y="T1"/>
                  </a:cxn>
                  <a:cxn ang="0">
                    <a:pos x="T2" y="T3"/>
                  </a:cxn>
                  <a:cxn ang="0">
                    <a:pos x="T4" y="T5"/>
                  </a:cxn>
                  <a:cxn ang="0">
                    <a:pos x="T6" y="T7"/>
                  </a:cxn>
                  <a:cxn ang="0">
                    <a:pos x="T8" y="T9"/>
                  </a:cxn>
                </a:cxnLst>
                <a:rect l="0" t="0" r="r" b="b"/>
                <a:pathLst>
                  <a:path w="84" h="51">
                    <a:moveTo>
                      <a:pt x="75" y="0"/>
                    </a:moveTo>
                    <a:lnTo>
                      <a:pt x="84" y="24"/>
                    </a:lnTo>
                    <a:lnTo>
                      <a:pt x="9" y="51"/>
                    </a:lnTo>
                    <a:lnTo>
                      <a:pt x="0" y="27"/>
                    </a:lnTo>
                    <a:lnTo>
                      <a:pt x="75" y="0"/>
                    </a:lnTo>
                    <a:close/>
                  </a:path>
                </a:pathLst>
              </a:custGeom>
              <a:solidFill>
                <a:srgbClr val="4C8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3" name="Freeform 25"/>
              <p:cNvSpPr>
                <a:spLocks/>
              </p:cNvSpPr>
              <p:nvPr/>
            </p:nvSpPr>
            <p:spPr bwMode="auto">
              <a:xfrm>
                <a:off x="5089" y="2348"/>
                <a:ext cx="54" cy="41"/>
              </a:xfrm>
              <a:custGeom>
                <a:avLst/>
                <a:gdLst>
                  <a:gd name="T0" fmla="*/ 45 w 54"/>
                  <a:gd name="T1" fmla="*/ 0 h 41"/>
                  <a:gd name="T2" fmla="*/ 54 w 54"/>
                  <a:gd name="T3" fmla="*/ 24 h 41"/>
                  <a:gd name="T4" fmla="*/ 8 w 54"/>
                  <a:gd name="T5" fmla="*/ 41 h 41"/>
                  <a:gd name="T6" fmla="*/ 0 w 54"/>
                  <a:gd name="T7" fmla="*/ 17 h 41"/>
                  <a:gd name="T8" fmla="*/ 45 w 54"/>
                  <a:gd name="T9" fmla="*/ 0 h 41"/>
                </a:gdLst>
                <a:ahLst/>
                <a:cxnLst>
                  <a:cxn ang="0">
                    <a:pos x="T0" y="T1"/>
                  </a:cxn>
                  <a:cxn ang="0">
                    <a:pos x="T2" y="T3"/>
                  </a:cxn>
                  <a:cxn ang="0">
                    <a:pos x="T4" y="T5"/>
                  </a:cxn>
                  <a:cxn ang="0">
                    <a:pos x="T6" y="T7"/>
                  </a:cxn>
                  <a:cxn ang="0">
                    <a:pos x="T8" y="T9"/>
                  </a:cxn>
                </a:cxnLst>
                <a:rect l="0" t="0" r="r" b="b"/>
                <a:pathLst>
                  <a:path w="54" h="41">
                    <a:moveTo>
                      <a:pt x="45" y="0"/>
                    </a:moveTo>
                    <a:lnTo>
                      <a:pt x="54" y="24"/>
                    </a:lnTo>
                    <a:lnTo>
                      <a:pt x="8" y="41"/>
                    </a:lnTo>
                    <a:lnTo>
                      <a:pt x="0" y="17"/>
                    </a:lnTo>
                    <a:lnTo>
                      <a:pt x="45" y="0"/>
                    </a:lnTo>
                    <a:close/>
                  </a:path>
                </a:pathLst>
              </a:custGeom>
              <a:solidFill>
                <a:srgbClr val="609D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4" name="Freeform 26"/>
              <p:cNvSpPr>
                <a:spLocks/>
              </p:cNvSpPr>
              <p:nvPr/>
            </p:nvSpPr>
            <p:spPr bwMode="auto">
              <a:xfrm>
                <a:off x="5099" y="2382"/>
                <a:ext cx="39" cy="36"/>
              </a:xfrm>
              <a:custGeom>
                <a:avLst/>
                <a:gdLst>
                  <a:gd name="T0" fmla="*/ 30 w 39"/>
                  <a:gd name="T1" fmla="*/ 0 h 36"/>
                  <a:gd name="T2" fmla="*/ 39 w 39"/>
                  <a:gd name="T3" fmla="*/ 25 h 36"/>
                  <a:gd name="T4" fmla="*/ 8 w 39"/>
                  <a:gd name="T5" fmla="*/ 36 h 36"/>
                  <a:gd name="T6" fmla="*/ 0 w 39"/>
                  <a:gd name="T7" fmla="*/ 10 h 36"/>
                  <a:gd name="T8" fmla="*/ 30 w 39"/>
                  <a:gd name="T9" fmla="*/ 0 h 36"/>
                </a:gdLst>
                <a:ahLst/>
                <a:cxnLst>
                  <a:cxn ang="0">
                    <a:pos x="T0" y="T1"/>
                  </a:cxn>
                  <a:cxn ang="0">
                    <a:pos x="T2" y="T3"/>
                  </a:cxn>
                  <a:cxn ang="0">
                    <a:pos x="T4" y="T5"/>
                  </a:cxn>
                  <a:cxn ang="0">
                    <a:pos x="T6" y="T7"/>
                  </a:cxn>
                  <a:cxn ang="0">
                    <a:pos x="T8" y="T9"/>
                  </a:cxn>
                </a:cxnLst>
                <a:rect l="0" t="0" r="r" b="b"/>
                <a:pathLst>
                  <a:path w="39" h="36">
                    <a:moveTo>
                      <a:pt x="30" y="0"/>
                    </a:moveTo>
                    <a:lnTo>
                      <a:pt x="39" y="25"/>
                    </a:lnTo>
                    <a:lnTo>
                      <a:pt x="8" y="36"/>
                    </a:lnTo>
                    <a:lnTo>
                      <a:pt x="0" y="10"/>
                    </a:lnTo>
                    <a:lnTo>
                      <a:pt x="30" y="0"/>
                    </a:lnTo>
                    <a:close/>
                  </a:path>
                </a:pathLst>
              </a:custGeom>
              <a:solidFill>
                <a:srgbClr val="73A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5" name="Freeform 27"/>
              <p:cNvSpPr>
                <a:spLocks/>
              </p:cNvSpPr>
              <p:nvPr/>
            </p:nvSpPr>
            <p:spPr bwMode="auto">
              <a:xfrm>
                <a:off x="5109" y="2405"/>
                <a:ext cx="53" cy="41"/>
              </a:xfrm>
              <a:custGeom>
                <a:avLst/>
                <a:gdLst>
                  <a:gd name="T0" fmla="*/ 44 w 53"/>
                  <a:gd name="T1" fmla="*/ 0 h 41"/>
                  <a:gd name="T2" fmla="*/ 53 w 53"/>
                  <a:gd name="T3" fmla="*/ 24 h 41"/>
                  <a:gd name="T4" fmla="*/ 9 w 53"/>
                  <a:gd name="T5" fmla="*/ 41 h 41"/>
                  <a:gd name="T6" fmla="*/ 0 w 53"/>
                  <a:gd name="T7" fmla="*/ 16 h 41"/>
                  <a:gd name="T8" fmla="*/ 44 w 53"/>
                  <a:gd name="T9" fmla="*/ 0 h 41"/>
                </a:gdLst>
                <a:ahLst/>
                <a:cxnLst>
                  <a:cxn ang="0">
                    <a:pos x="T0" y="T1"/>
                  </a:cxn>
                  <a:cxn ang="0">
                    <a:pos x="T2" y="T3"/>
                  </a:cxn>
                  <a:cxn ang="0">
                    <a:pos x="T4" y="T5"/>
                  </a:cxn>
                  <a:cxn ang="0">
                    <a:pos x="T6" y="T7"/>
                  </a:cxn>
                  <a:cxn ang="0">
                    <a:pos x="T8" y="T9"/>
                  </a:cxn>
                </a:cxnLst>
                <a:rect l="0" t="0" r="r" b="b"/>
                <a:pathLst>
                  <a:path w="53" h="41">
                    <a:moveTo>
                      <a:pt x="44" y="0"/>
                    </a:moveTo>
                    <a:lnTo>
                      <a:pt x="53" y="24"/>
                    </a:lnTo>
                    <a:lnTo>
                      <a:pt x="9" y="41"/>
                    </a:lnTo>
                    <a:lnTo>
                      <a:pt x="0" y="16"/>
                    </a:lnTo>
                    <a:lnTo>
                      <a:pt x="44" y="0"/>
                    </a:lnTo>
                    <a:close/>
                  </a:path>
                </a:pathLst>
              </a:custGeom>
              <a:solidFill>
                <a:srgbClr val="87BB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6" name="Freeform 28"/>
              <p:cNvSpPr>
                <a:spLocks/>
              </p:cNvSpPr>
              <p:nvPr/>
            </p:nvSpPr>
            <p:spPr bwMode="auto">
              <a:xfrm>
                <a:off x="5119" y="2438"/>
                <a:ext cx="41" cy="37"/>
              </a:xfrm>
              <a:custGeom>
                <a:avLst/>
                <a:gdLst>
                  <a:gd name="T0" fmla="*/ 32 w 41"/>
                  <a:gd name="T1" fmla="*/ 0 h 37"/>
                  <a:gd name="T2" fmla="*/ 41 w 41"/>
                  <a:gd name="T3" fmla="*/ 25 h 37"/>
                  <a:gd name="T4" fmla="*/ 9 w 41"/>
                  <a:gd name="T5" fmla="*/ 37 h 37"/>
                  <a:gd name="T6" fmla="*/ 0 w 41"/>
                  <a:gd name="T7" fmla="*/ 12 h 37"/>
                  <a:gd name="T8" fmla="*/ 32 w 41"/>
                  <a:gd name="T9" fmla="*/ 0 h 37"/>
                </a:gdLst>
                <a:ahLst/>
                <a:cxnLst>
                  <a:cxn ang="0">
                    <a:pos x="T0" y="T1"/>
                  </a:cxn>
                  <a:cxn ang="0">
                    <a:pos x="T2" y="T3"/>
                  </a:cxn>
                  <a:cxn ang="0">
                    <a:pos x="T4" y="T5"/>
                  </a:cxn>
                  <a:cxn ang="0">
                    <a:pos x="T6" y="T7"/>
                  </a:cxn>
                  <a:cxn ang="0">
                    <a:pos x="T8" y="T9"/>
                  </a:cxn>
                </a:cxnLst>
                <a:rect l="0" t="0" r="r" b="b"/>
                <a:pathLst>
                  <a:path w="41" h="37">
                    <a:moveTo>
                      <a:pt x="32" y="0"/>
                    </a:moveTo>
                    <a:lnTo>
                      <a:pt x="41" y="25"/>
                    </a:lnTo>
                    <a:lnTo>
                      <a:pt x="9" y="37"/>
                    </a:lnTo>
                    <a:lnTo>
                      <a:pt x="0" y="12"/>
                    </a:lnTo>
                    <a:lnTo>
                      <a:pt x="32" y="0"/>
                    </a:lnTo>
                    <a:close/>
                  </a:path>
                </a:pathLst>
              </a:custGeom>
              <a:solidFill>
                <a:srgbClr val="9ACA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7" name="Freeform 29"/>
              <p:cNvSpPr>
                <a:spLocks/>
              </p:cNvSpPr>
              <p:nvPr/>
            </p:nvSpPr>
            <p:spPr bwMode="auto">
              <a:xfrm>
                <a:off x="5138" y="2511"/>
                <a:ext cx="7" cy="13"/>
              </a:xfrm>
              <a:custGeom>
                <a:avLst/>
                <a:gdLst>
                  <a:gd name="T0" fmla="*/ 3 w 7"/>
                  <a:gd name="T1" fmla="*/ 0 h 13"/>
                  <a:gd name="T2" fmla="*/ 7 w 7"/>
                  <a:gd name="T3" fmla="*/ 12 h 13"/>
                  <a:gd name="T4" fmla="*/ 4 w 7"/>
                  <a:gd name="T5" fmla="*/ 13 h 13"/>
                  <a:gd name="T6" fmla="*/ 0 w 7"/>
                  <a:gd name="T7" fmla="*/ 1 h 13"/>
                  <a:gd name="T8" fmla="*/ 3 w 7"/>
                  <a:gd name="T9" fmla="*/ 0 h 13"/>
                </a:gdLst>
                <a:ahLst/>
                <a:cxnLst>
                  <a:cxn ang="0">
                    <a:pos x="T0" y="T1"/>
                  </a:cxn>
                  <a:cxn ang="0">
                    <a:pos x="T2" y="T3"/>
                  </a:cxn>
                  <a:cxn ang="0">
                    <a:pos x="T4" y="T5"/>
                  </a:cxn>
                  <a:cxn ang="0">
                    <a:pos x="T6" y="T7"/>
                  </a:cxn>
                  <a:cxn ang="0">
                    <a:pos x="T8" y="T9"/>
                  </a:cxn>
                </a:cxnLst>
                <a:rect l="0" t="0" r="r" b="b"/>
                <a:pathLst>
                  <a:path w="7" h="13">
                    <a:moveTo>
                      <a:pt x="3" y="0"/>
                    </a:moveTo>
                    <a:lnTo>
                      <a:pt x="7" y="12"/>
                    </a:lnTo>
                    <a:lnTo>
                      <a:pt x="4" y="13"/>
                    </a:lnTo>
                    <a:lnTo>
                      <a:pt x="0" y="1"/>
                    </a:lnTo>
                    <a:lnTo>
                      <a:pt x="3"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8" name="Freeform 30"/>
              <p:cNvSpPr>
                <a:spLocks/>
              </p:cNvSpPr>
              <p:nvPr/>
            </p:nvSpPr>
            <p:spPr bwMode="auto">
              <a:xfrm>
                <a:off x="5144" y="2529"/>
                <a:ext cx="17" cy="38"/>
              </a:xfrm>
              <a:custGeom>
                <a:avLst/>
                <a:gdLst>
                  <a:gd name="T0" fmla="*/ 4 w 17"/>
                  <a:gd name="T1" fmla="*/ 0 h 38"/>
                  <a:gd name="T2" fmla="*/ 17 w 17"/>
                  <a:gd name="T3" fmla="*/ 36 h 38"/>
                  <a:gd name="T4" fmla="*/ 14 w 17"/>
                  <a:gd name="T5" fmla="*/ 38 h 38"/>
                  <a:gd name="T6" fmla="*/ 0 w 17"/>
                  <a:gd name="T7" fmla="*/ 1 h 38"/>
                  <a:gd name="T8" fmla="*/ 4 w 17"/>
                  <a:gd name="T9" fmla="*/ 0 h 38"/>
                </a:gdLst>
                <a:ahLst/>
                <a:cxnLst>
                  <a:cxn ang="0">
                    <a:pos x="T0" y="T1"/>
                  </a:cxn>
                  <a:cxn ang="0">
                    <a:pos x="T2" y="T3"/>
                  </a:cxn>
                  <a:cxn ang="0">
                    <a:pos x="T4" y="T5"/>
                  </a:cxn>
                  <a:cxn ang="0">
                    <a:pos x="T6" y="T7"/>
                  </a:cxn>
                  <a:cxn ang="0">
                    <a:pos x="T8" y="T9"/>
                  </a:cxn>
                </a:cxnLst>
                <a:rect l="0" t="0" r="r" b="b"/>
                <a:pathLst>
                  <a:path w="17" h="38">
                    <a:moveTo>
                      <a:pt x="4" y="0"/>
                    </a:moveTo>
                    <a:lnTo>
                      <a:pt x="17" y="36"/>
                    </a:lnTo>
                    <a:lnTo>
                      <a:pt x="14" y="38"/>
                    </a:lnTo>
                    <a:lnTo>
                      <a:pt x="0" y="1"/>
                    </a:lnTo>
                    <a:lnTo>
                      <a:pt x="4"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9" name="Freeform 31"/>
              <p:cNvSpPr>
                <a:spLocks/>
              </p:cNvSpPr>
              <p:nvPr/>
            </p:nvSpPr>
            <p:spPr bwMode="auto">
              <a:xfrm>
                <a:off x="5056" y="2341"/>
                <a:ext cx="46" cy="109"/>
              </a:xfrm>
              <a:custGeom>
                <a:avLst/>
                <a:gdLst>
                  <a:gd name="T0" fmla="*/ 7 w 46"/>
                  <a:gd name="T1" fmla="*/ 0 h 109"/>
                  <a:gd name="T2" fmla="*/ 46 w 46"/>
                  <a:gd name="T3" fmla="*/ 107 h 109"/>
                  <a:gd name="T4" fmla="*/ 38 w 46"/>
                  <a:gd name="T5" fmla="*/ 109 h 109"/>
                  <a:gd name="T6" fmla="*/ 0 w 46"/>
                  <a:gd name="T7" fmla="*/ 3 h 109"/>
                  <a:gd name="T8" fmla="*/ 7 w 46"/>
                  <a:gd name="T9" fmla="*/ 0 h 109"/>
                </a:gdLst>
                <a:ahLst/>
                <a:cxnLst>
                  <a:cxn ang="0">
                    <a:pos x="T0" y="T1"/>
                  </a:cxn>
                  <a:cxn ang="0">
                    <a:pos x="T2" y="T3"/>
                  </a:cxn>
                  <a:cxn ang="0">
                    <a:pos x="T4" y="T5"/>
                  </a:cxn>
                  <a:cxn ang="0">
                    <a:pos x="T6" y="T7"/>
                  </a:cxn>
                  <a:cxn ang="0">
                    <a:pos x="T8" y="T9"/>
                  </a:cxn>
                </a:cxnLst>
                <a:rect l="0" t="0" r="r" b="b"/>
                <a:pathLst>
                  <a:path w="46" h="109">
                    <a:moveTo>
                      <a:pt x="7" y="0"/>
                    </a:moveTo>
                    <a:lnTo>
                      <a:pt x="46" y="107"/>
                    </a:lnTo>
                    <a:lnTo>
                      <a:pt x="38" y="109"/>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0" name="Freeform 32"/>
              <p:cNvSpPr>
                <a:spLocks/>
              </p:cNvSpPr>
              <p:nvPr/>
            </p:nvSpPr>
            <p:spPr bwMode="auto">
              <a:xfrm>
                <a:off x="5044" y="2346"/>
                <a:ext cx="46" cy="109"/>
              </a:xfrm>
              <a:custGeom>
                <a:avLst/>
                <a:gdLst>
                  <a:gd name="T0" fmla="*/ 7 w 46"/>
                  <a:gd name="T1" fmla="*/ 0 h 109"/>
                  <a:gd name="T2" fmla="*/ 46 w 46"/>
                  <a:gd name="T3" fmla="*/ 107 h 109"/>
                  <a:gd name="T4" fmla="*/ 38 w 46"/>
                  <a:gd name="T5" fmla="*/ 109 h 109"/>
                  <a:gd name="T6" fmla="*/ 0 w 46"/>
                  <a:gd name="T7" fmla="*/ 3 h 109"/>
                  <a:gd name="T8" fmla="*/ 7 w 46"/>
                  <a:gd name="T9" fmla="*/ 0 h 109"/>
                </a:gdLst>
                <a:ahLst/>
                <a:cxnLst>
                  <a:cxn ang="0">
                    <a:pos x="T0" y="T1"/>
                  </a:cxn>
                  <a:cxn ang="0">
                    <a:pos x="T2" y="T3"/>
                  </a:cxn>
                  <a:cxn ang="0">
                    <a:pos x="T4" y="T5"/>
                  </a:cxn>
                  <a:cxn ang="0">
                    <a:pos x="T6" y="T7"/>
                  </a:cxn>
                  <a:cxn ang="0">
                    <a:pos x="T8" y="T9"/>
                  </a:cxn>
                </a:cxnLst>
                <a:rect l="0" t="0" r="r" b="b"/>
                <a:pathLst>
                  <a:path w="46" h="109">
                    <a:moveTo>
                      <a:pt x="7" y="0"/>
                    </a:moveTo>
                    <a:lnTo>
                      <a:pt x="46" y="107"/>
                    </a:lnTo>
                    <a:lnTo>
                      <a:pt x="38" y="109"/>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1" name="Freeform 33"/>
              <p:cNvSpPr>
                <a:spLocks/>
              </p:cNvSpPr>
              <p:nvPr/>
            </p:nvSpPr>
            <p:spPr bwMode="auto">
              <a:xfrm>
                <a:off x="5030" y="2350"/>
                <a:ext cx="46" cy="109"/>
              </a:xfrm>
              <a:custGeom>
                <a:avLst/>
                <a:gdLst>
                  <a:gd name="T0" fmla="*/ 8 w 46"/>
                  <a:gd name="T1" fmla="*/ 0 h 109"/>
                  <a:gd name="T2" fmla="*/ 46 w 46"/>
                  <a:gd name="T3" fmla="*/ 107 h 109"/>
                  <a:gd name="T4" fmla="*/ 40 w 46"/>
                  <a:gd name="T5" fmla="*/ 109 h 109"/>
                  <a:gd name="T6" fmla="*/ 0 w 46"/>
                  <a:gd name="T7" fmla="*/ 3 h 109"/>
                  <a:gd name="T8" fmla="*/ 8 w 46"/>
                  <a:gd name="T9" fmla="*/ 0 h 109"/>
                </a:gdLst>
                <a:ahLst/>
                <a:cxnLst>
                  <a:cxn ang="0">
                    <a:pos x="T0" y="T1"/>
                  </a:cxn>
                  <a:cxn ang="0">
                    <a:pos x="T2" y="T3"/>
                  </a:cxn>
                  <a:cxn ang="0">
                    <a:pos x="T4" y="T5"/>
                  </a:cxn>
                  <a:cxn ang="0">
                    <a:pos x="T6" y="T7"/>
                  </a:cxn>
                  <a:cxn ang="0">
                    <a:pos x="T8" y="T9"/>
                  </a:cxn>
                </a:cxnLst>
                <a:rect l="0" t="0" r="r" b="b"/>
                <a:pathLst>
                  <a:path w="46" h="109">
                    <a:moveTo>
                      <a:pt x="8" y="0"/>
                    </a:moveTo>
                    <a:lnTo>
                      <a:pt x="46" y="107"/>
                    </a:lnTo>
                    <a:lnTo>
                      <a:pt x="40" y="109"/>
                    </a:lnTo>
                    <a:lnTo>
                      <a:pt x="0" y="3"/>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2" name="Freeform 34"/>
              <p:cNvSpPr>
                <a:spLocks/>
              </p:cNvSpPr>
              <p:nvPr/>
            </p:nvSpPr>
            <p:spPr bwMode="auto">
              <a:xfrm>
                <a:off x="5018" y="2354"/>
                <a:ext cx="46" cy="110"/>
              </a:xfrm>
              <a:custGeom>
                <a:avLst/>
                <a:gdLst>
                  <a:gd name="T0" fmla="*/ 8 w 46"/>
                  <a:gd name="T1" fmla="*/ 0 h 110"/>
                  <a:gd name="T2" fmla="*/ 46 w 46"/>
                  <a:gd name="T3" fmla="*/ 108 h 110"/>
                  <a:gd name="T4" fmla="*/ 39 w 46"/>
                  <a:gd name="T5" fmla="*/ 110 h 110"/>
                  <a:gd name="T6" fmla="*/ 0 w 46"/>
                  <a:gd name="T7" fmla="*/ 4 h 110"/>
                  <a:gd name="T8" fmla="*/ 8 w 46"/>
                  <a:gd name="T9" fmla="*/ 0 h 110"/>
                </a:gdLst>
                <a:ahLst/>
                <a:cxnLst>
                  <a:cxn ang="0">
                    <a:pos x="T0" y="T1"/>
                  </a:cxn>
                  <a:cxn ang="0">
                    <a:pos x="T2" y="T3"/>
                  </a:cxn>
                  <a:cxn ang="0">
                    <a:pos x="T4" y="T5"/>
                  </a:cxn>
                  <a:cxn ang="0">
                    <a:pos x="T6" y="T7"/>
                  </a:cxn>
                  <a:cxn ang="0">
                    <a:pos x="T8" y="T9"/>
                  </a:cxn>
                </a:cxnLst>
                <a:rect l="0" t="0" r="r" b="b"/>
                <a:pathLst>
                  <a:path w="46" h="110">
                    <a:moveTo>
                      <a:pt x="8" y="0"/>
                    </a:moveTo>
                    <a:lnTo>
                      <a:pt x="46" y="108"/>
                    </a:lnTo>
                    <a:lnTo>
                      <a:pt x="39" y="110"/>
                    </a:lnTo>
                    <a:lnTo>
                      <a:pt x="0" y="4"/>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3" name="Freeform 35"/>
              <p:cNvSpPr>
                <a:spLocks/>
              </p:cNvSpPr>
              <p:nvPr/>
            </p:nvSpPr>
            <p:spPr bwMode="auto">
              <a:xfrm>
                <a:off x="5006" y="2359"/>
                <a:ext cx="46" cy="109"/>
              </a:xfrm>
              <a:custGeom>
                <a:avLst/>
                <a:gdLst>
                  <a:gd name="T0" fmla="*/ 7 w 46"/>
                  <a:gd name="T1" fmla="*/ 0 h 109"/>
                  <a:gd name="T2" fmla="*/ 46 w 46"/>
                  <a:gd name="T3" fmla="*/ 107 h 109"/>
                  <a:gd name="T4" fmla="*/ 39 w 46"/>
                  <a:gd name="T5" fmla="*/ 109 h 109"/>
                  <a:gd name="T6" fmla="*/ 0 w 46"/>
                  <a:gd name="T7" fmla="*/ 3 h 109"/>
                  <a:gd name="T8" fmla="*/ 7 w 46"/>
                  <a:gd name="T9" fmla="*/ 0 h 109"/>
                </a:gdLst>
                <a:ahLst/>
                <a:cxnLst>
                  <a:cxn ang="0">
                    <a:pos x="T0" y="T1"/>
                  </a:cxn>
                  <a:cxn ang="0">
                    <a:pos x="T2" y="T3"/>
                  </a:cxn>
                  <a:cxn ang="0">
                    <a:pos x="T4" y="T5"/>
                  </a:cxn>
                  <a:cxn ang="0">
                    <a:pos x="T6" y="T7"/>
                  </a:cxn>
                  <a:cxn ang="0">
                    <a:pos x="T8" y="T9"/>
                  </a:cxn>
                </a:cxnLst>
                <a:rect l="0" t="0" r="r" b="b"/>
                <a:pathLst>
                  <a:path w="46" h="109">
                    <a:moveTo>
                      <a:pt x="7" y="0"/>
                    </a:moveTo>
                    <a:lnTo>
                      <a:pt x="46" y="107"/>
                    </a:lnTo>
                    <a:lnTo>
                      <a:pt x="39" y="109"/>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4" name="Freeform 36"/>
              <p:cNvSpPr>
                <a:spLocks/>
              </p:cNvSpPr>
              <p:nvPr/>
            </p:nvSpPr>
            <p:spPr bwMode="auto">
              <a:xfrm>
                <a:off x="4994" y="2363"/>
                <a:ext cx="45" cy="111"/>
              </a:xfrm>
              <a:custGeom>
                <a:avLst/>
                <a:gdLst>
                  <a:gd name="T0" fmla="*/ 6 w 45"/>
                  <a:gd name="T1" fmla="*/ 0 h 111"/>
                  <a:gd name="T2" fmla="*/ 45 w 45"/>
                  <a:gd name="T3" fmla="*/ 108 h 111"/>
                  <a:gd name="T4" fmla="*/ 39 w 45"/>
                  <a:gd name="T5" fmla="*/ 111 h 111"/>
                  <a:gd name="T6" fmla="*/ 0 w 45"/>
                  <a:gd name="T7" fmla="*/ 4 h 111"/>
                  <a:gd name="T8" fmla="*/ 6 w 45"/>
                  <a:gd name="T9" fmla="*/ 0 h 111"/>
                </a:gdLst>
                <a:ahLst/>
                <a:cxnLst>
                  <a:cxn ang="0">
                    <a:pos x="T0" y="T1"/>
                  </a:cxn>
                  <a:cxn ang="0">
                    <a:pos x="T2" y="T3"/>
                  </a:cxn>
                  <a:cxn ang="0">
                    <a:pos x="T4" y="T5"/>
                  </a:cxn>
                  <a:cxn ang="0">
                    <a:pos x="T6" y="T7"/>
                  </a:cxn>
                  <a:cxn ang="0">
                    <a:pos x="T8" y="T9"/>
                  </a:cxn>
                </a:cxnLst>
                <a:rect l="0" t="0" r="r" b="b"/>
                <a:pathLst>
                  <a:path w="45" h="111">
                    <a:moveTo>
                      <a:pt x="6" y="0"/>
                    </a:moveTo>
                    <a:lnTo>
                      <a:pt x="45" y="108"/>
                    </a:lnTo>
                    <a:lnTo>
                      <a:pt x="39" y="111"/>
                    </a:lnTo>
                    <a:lnTo>
                      <a:pt x="0" y="4"/>
                    </a:lnTo>
                    <a:lnTo>
                      <a:pt x="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5" name="Freeform 37"/>
              <p:cNvSpPr>
                <a:spLocks/>
              </p:cNvSpPr>
              <p:nvPr/>
            </p:nvSpPr>
            <p:spPr bwMode="auto">
              <a:xfrm>
                <a:off x="4981" y="2368"/>
                <a:ext cx="46" cy="110"/>
              </a:xfrm>
              <a:custGeom>
                <a:avLst/>
                <a:gdLst>
                  <a:gd name="T0" fmla="*/ 7 w 46"/>
                  <a:gd name="T1" fmla="*/ 0 h 110"/>
                  <a:gd name="T2" fmla="*/ 46 w 46"/>
                  <a:gd name="T3" fmla="*/ 107 h 110"/>
                  <a:gd name="T4" fmla="*/ 39 w 46"/>
                  <a:gd name="T5" fmla="*/ 110 h 110"/>
                  <a:gd name="T6" fmla="*/ 0 w 46"/>
                  <a:gd name="T7" fmla="*/ 3 h 110"/>
                  <a:gd name="T8" fmla="*/ 7 w 46"/>
                  <a:gd name="T9" fmla="*/ 0 h 110"/>
                </a:gdLst>
                <a:ahLst/>
                <a:cxnLst>
                  <a:cxn ang="0">
                    <a:pos x="T0" y="T1"/>
                  </a:cxn>
                  <a:cxn ang="0">
                    <a:pos x="T2" y="T3"/>
                  </a:cxn>
                  <a:cxn ang="0">
                    <a:pos x="T4" y="T5"/>
                  </a:cxn>
                  <a:cxn ang="0">
                    <a:pos x="T6" y="T7"/>
                  </a:cxn>
                  <a:cxn ang="0">
                    <a:pos x="T8" y="T9"/>
                  </a:cxn>
                </a:cxnLst>
                <a:rect l="0" t="0" r="r" b="b"/>
                <a:pathLst>
                  <a:path w="46" h="110">
                    <a:moveTo>
                      <a:pt x="7" y="0"/>
                    </a:moveTo>
                    <a:lnTo>
                      <a:pt x="46" y="107"/>
                    </a:lnTo>
                    <a:lnTo>
                      <a:pt x="39" y="110"/>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6" name="Freeform 38"/>
              <p:cNvSpPr>
                <a:spLocks/>
              </p:cNvSpPr>
              <p:nvPr/>
            </p:nvSpPr>
            <p:spPr bwMode="auto">
              <a:xfrm>
                <a:off x="4969" y="2372"/>
                <a:ext cx="26" cy="57"/>
              </a:xfrm>
              <a:custGeom>
                <a:avLst/>
                <a:gdLst>
                  <a:gd name="T0" fmla="*/ 7 w 26"/>
                  <a:gd name="T1" fmla="*/ 0 h 57"/>
                  <a:gd name="T2" fmla="*/ 26 w 26"/>
                  <a:gd name="T3" fmla="*/ 54 h 57"/>
                  <a:gd name="T4" fmla="*/ 19 w 26"/>
                  <a:gd name="T5" fmla="*/ 57 h 57"/>
                  <a:gd name="T6" fmla="*/ 0 w 26"/>
                  <a:gd name="T7" fmla="*/ 4 h 57"/>
                  <a:gd name="T8" fmla="*/ 7 w 26"/>
                  <a:gd name="T9" fmla="*/ 0 h 57"/>
                </a:gdLst>
                <a:ahLst/>
                <a:cxnLst>
                  <a:cxn ang="0">
                    <a:pos x="T0" y="T1"/>
                  </a:cxn>
                  <a:cxn ang="0">
                    <a:pos x="T2" y="T3"/>
                  </a:cxn>
                  <a:cxn ang="0">
                    <a:pos x="T4" y="T5"/>
                  </a:cxn>
                  <a:cxn ang="0">
                    <a:pos x="T6" y="T7"/>
                  </a:cxn>
                  <a:cxn ang="0">
                    <a:pos x="T8" y="T9"/>
                  </a:cxn>
                </a:cxnLst>
                <a:rect l="0" t="0" r="r" b="b"/>
                <a:pathLst>
                  <a:path w="26" h="57">
                    <a:moveTo>
                      <a:pt x="7" y="0"/>
                    </a:moveTo>
                    <a:lnTo>
                      <a:pt x="26" y="54"/>
                    </a:lnTo>
                    <a:lnTo>
                      <a:pt x="19" y="57"/>
                    </a:lnTo>
                    <a:lnTo>
                      <a:pt x="0" y="4"/>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7" name="Freeform 39"/>
              <p:cNvSpPr>
                <a:spLocks/>
              </p:cNvSpPr>
              <p:nvPr/>
            </p:nvSpPr>
            <p:spPr bwMode="auto">
              <a:xfrm>
                <a:off x="5102" y="2467"/>
                <a:ext cx="46" cy="110"/>
              </a:xfrm>
              <a:custGeom>
                <a:avLst/>
                <a:gdLst>
                  <a:gd name="T0" fmla="*/ 7 w 46"/>
                  <a:gd name="T1" fmla="*/ 0 h 110"/>
                  <a:gd name="T2" fmla="*/ 46 w 46"/>
                  <a:gd name="T3" fmla="*/ 107 h 110"/>
                  <a:gd name="T4" fmla="*/ 38 w 46"/>
                  <a:gd name="T5" fmla="*/ 110 h 110"/>
                  <a:gd name="T6" fmla="*/ 0 w 46"/>
                  <a:gd name="T7" fmla="*/ 2 h 110"/>
                  <a:gd name="T8" fmla="*/ 7 w 46"/>
                  <a:gd name="T9" fmla="*/ 0 h 110"/>
                </a:gdLst>
                <a:ahLst/>
                <a:cxnLst>
                  <a:cxn ang="0">
                    <a:pos x="T0" y="T1"/>
                  </a:cxn>
                  <a:cxn ang="0">
                    <a:pos x="T2" y="T3"/>
                  </a:cxn>
                  <a:cxn ang="0">
                    <a:pos x="T4" y="T5"/>
                  </a:cxn>
                  <a:cxn ang="0">
                    <a:pos x="T6" y="T7"/>
                  </a:cxn>
                  <a:cxn ang="0">
                    <a:pos x="T8" y="T9"/>
                  </a:cxn>
                </a:cxnLst>
                <a:rect l="0" t="0" r="r" b="b"/>
                <a:pathLst>
                  <a:path w="46" h="110">
                    <a:moveTo>
                      <a:pt x="7" y="0"/>
                    </a:moveTo>
                    <a:lnTo>
                      <a:pt x="46" y="107"/>
                    </a:lnTo>
                    <a:lnTo>
                      <a:pt x="38" y="110"/>
                    </a:lnTo>
                    <a:lnTo>
                      <a:pt x="0" y="2"/>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8" name="Freeform 40"/>
              <p:cNvSpPr>
                <a:spLocks/>
              </p:cNvSpPr>
              <p:nvPr/>
            </p:nvSpPr>
            <p:spPr bwMode="auto">
              <a:xfrm>
                <a:off x="5089" y="2472"/>
                <a:ext cx="46" cy="109"/>
              </a:xfrm>
              <a:custGeom>
                <a:avLst/>
                <a:gdLst>
                  <a:gd name="T0" fmla="*/ 7 w 46"/>
                  <a:gd name="T1" fmla="*/ 0 h 109"/>
                  <a:gd name="T2" fmla="*/ 46 w 46"/>
                  <a:gd name="T3" fmla="*/ 107 h 109"/>
                  <a:gd name="T4" fmla="*/ 39 w 46"/>
                  <a:gd name="T5" fmla="*/ 109 h 109"/>
                  <a:gd name="T6" fmla="*/ 0 w 46"/>
                  <a:gd name="T7" fmla="*/ 3 h 109"/>
                  <a:gd name="T8" fmla="*/ 7 w 46"/>
                  <a:gd name="T9" fmla="*/ 0 h 109"/>
                </a:gdLst>
                <a:ahLst/>
                <a:cxnLst>
                  <a:cxn ang="0">
                    <a:pos x="T0" y="T1"/>
                  </a:cxn>
                  <a:cxn ang="0">
                    <a:pos x="T2" y="T3"/>
                  </a:cxn>
                  <a:cxn ang="0">
                    <a:pos x="T4" y="T5"/>
                  </a:cxn>
                  <a:cxn ang="0">
                    <a:pos x="T6" y="T7"/>
                  </a:cxn>
                  <a:cxn ang="0">
                    <a:pos x="T8" y="T9"/>
                  </a:cxn>
                </a:cxnLst>
                <a:rect l="0" t="0" r="r" b="b"/>
                <a:pathLst>
                  <a:path w="46" h="109">
                    <a:moveTo>
                      <a:pt x="7" y="0"/>
                    </a:moveTo>
                    <a:lnTo>
                      <a:pt x="46" y="107"/>
                    </a:lnTo>
                    <a:lnTo>
                      <a:pt x="39" y="109"/>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9" name="Freeform 41"/>
              <p:cNvSpPr>
                <a:spLocks/>
              </p:cNvSpPr>
              <p:nvPr/>
            </p:nvSpPr>
            <p:spPr bwMode="auto">
              <a:xfrm>
                <a:off x="5076" y="2476"/>
                <a:ext cx="46" cy="110"/>
              </a:xfrm>
              <a:custGeom>
                <a:avLst/>
                <a:gdLst>
                  <a:gd name="T0" fmla="*/ 8 w 46"/>
                  <a:gd name="T1" fmla="*/ 0 h 110"/>
                  <a:gd name="T2" fmla="*/ 46 w 46"/>
                  <a:gd name="T3" fmla="*/ 107 h 110"/>
                  <a:gd name="T4" fmla="*/ 39 w 46"/>
                  <a:gd name="T5" fmla="*/ 110 h 110"/>
                  <a:gd name="T6" fmla="*/ 0 w 46"/>
                  <a:gd name="T7" fmla="*/ 4 h 110"/>
                  <a:gd name="T8" fmla="*/ 8 w 46"/>
                  <a:gd name="T9" fmla="*/ 0 h 110"/>
                </a:gdLst>
                <a:ahLst/>
                <a:cxnLst>
                  <a:cxn ang="0">
                    <a:pos x="T0" y="T1"/>
                  </a:cxn>
                  <a:cxn ang="0">
                    <a:pos x="T2" y="T3"/>
                  </a:cxn>
                  <a:cxn ang="0">
                    <a:pos x="T4" y="T5"/>
                  </a:cxn>
                  <a:cxn ang="0">
                    <a:pos x="T6" y="T7"/>
                  </a:cxn>
                  <a:cxn ang="0">
                    <a:pos x="T8" y="T9"/>
                  </a:cxn>
                </a:cxnLst>
                <a:rect l="0" t="0" r="r" b="b"/>
                <a:pathLst>
                  <a:path w="46" h="110">
                    <a:moveTo>
                      <a:pt x="8" y="0"/>
                    </a:moveTo>
                    <a:lnTo>
                      <a:pt x="46" y="107"/>
                    </a:lnTo>
                    <a:lnTo>
                      <a:pt x="39" y="110"/>
                    </a:lnTo>
                    <a:lnTo>
                      <a:pt x="0" y="4"/>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0" name="Freeform 42"/>
              <p:cNvSpPr>
                <a:spLocks/>
              </p:cNvSpPr>
              <p:nvPr/>
            </p:nvSpPr>
            <p:spPr bwMode="auto">
              <a:xfrm>
                <a:off x="5064" y="2481"/>
                <a:ext cx="46" cy="109"/>
              </a:xfrm>
              <a:custGeom>
                <a:avLst/>
                <a:gdLst>
                  <a:gd name="T0" fmla="*/ 8 w 46"/>
                  <a:gd name="T1" fmla="*/ 0 h 109"/>
                  <a:gd name="T2" fmla="*/ 46 w 46"/>
                  <a:gd name="T3" fmla="*/ 107 h 109"/>
                  <a:gd name="T4" fmla="*/ 39 w 46"/>
                  <a:gd name="T5" fmla="*/ 109 h 109"/>
                  <a:gd name="T6" fmla="*/ 0 w 46"/>
                  <a:gd name="T7" fmla="*/ 3 h 109"/>
                  <a:gd name="T8" fmla="*/ 8 w 46"/>
                  <a:gd name="T9" fmla="*/ 0 h 109"/>
                </a:gdLst>
                <a:ahLst/>
                <a:cxnLst>
                  <a:cxn ang="0">
                    <a:pos x="T0" y="T1"/>
                  </a:cxn>
                  <a:cxn ang="0">
                    <a:pos x="T2" y="T3"/>
                  </a:cxn>
                  <a:cxn ang="0">
                    <a:pos x="T4" y="T5"/>
                  </a:cxn>
                  <a:cxn ang="0">
                    <a:pos x="T6" y="T7"/>
                  </a:cxn>
                  <a:cxn ang="0">
                    <a:pos x="T8" y="T9"/>
                  </a:cxn>
                </a:cxnLst>
                <a:rect l="0" t="0" r="r" b="b"/>
                <a:pathLst>
                  <a:path w="46" h="109">
                    <a:moveTo>
                      <a:pt x="8" y="0"/>
                    </a:moveTo>
                    <a:lnTo>
                      <a:pt x="46" y="107"/>
                    </a:lnTo>
                    <a:lnTo>
                      <a:pt x="39" y="109"/>
                    </a:lnTo>
                    <a:lnTo>
                      <a:pt x="0" y="3"/>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1" name="Freeform 43"/>
              <p:cNvSpPr>
                <a:spLocks/>
              </p:cNvSpPr>
              <p:nvPr/>
            </p:nvSpPr>
            <p:spPr bwMode="auto">
              <a:xfrm>
                <a:off x="5052" y="2485"/>
                <a:ext cx="45" cy="110"/>
              </a:xfrm>
              <a:custGeom>
                <a:avLst/>
                <a:gdLst>
                  <a:gd name="T0" fmla="*/ 6 w 45"/>
                  <a:gd name="T1" fmla="*/ 0 h 110"/>
                  <a:gd name="T2" fmla="*/ 45 w 45"/>
                  <a:gd name="T3" fmla="*/ 107 h 110"/>
                  <a:gd name="T4" fmla="*/ 39 w 45"/>
                  <a:gd name="T5" fmla="*/ 110 h 110"/>
                  <a:gd name="T6" fmla="*/ 0 w 45"/>
                  <a:gd name="T7" fmla="*/ 3 h 110"/>
                  <a:gd name="T8" fmla="*/ 6 w 45"/>
                  <a:gd name="T9" fmla="*/ 0 h 110"/>
                </a:gdLst>
                <a:ahLst/>
                <a:cxnLst>
                  <a:cxn ang="0">
                    <a:pos x="T0" y="T1"/>
                  </a:cxn>
                  <a:cxn ang="0">
                    <a:pos x="T2" y="T3"/>
                  </a:cxn>
                  <a:cxn ang="0">
                    <a:pos x="T4" y="T5"/>
                  </a:cxn>
                  <a:cxn ang="0">
                    <a:pos x="T6" y="T7"/>
                  </a:cxn>
                  <a:cxn ang="0">
                    <a:pos x="T8" y="T9"/>
                  </a:cxn>
                </a:cxnLst>
                <a:rect l="0" t="0" r="r" b="b"/>
                <a:pathLst>
                  <a:path w="45" h="110">
                    <a:moveTo>
                      <a:pt x="6" y="0"/>
                    </a:moveTo>
                    <a:lnTo>
                      <a:pt x="45" y="107"/>
                    </a:lnTo>
                    <a:lnTo>
                      <a:pt x="39" y="110"/>
                    </a:lnTo>
                    <a:lnTo>
                      <a:pt x="0" y="3"/>
                    </a:lnTo>
                    <a:lnTo>
                      <a:pt x="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2" name="Freeform 44"/>
              <p:cNvSpPr>
                <a:spLocks/>
              </p:cNvSpPr>
              <p:nvPr/>
            </p:nvSpPr>
            <p:spPr bwMode="auto">
              <a:xfrm>
                <a:off x="5039" y="2490"/>
                <a:ext cx="46" cy="109"/>
              </a:xfrm>
              <a:custGeom>
                <a:avLst/>
                <a:gdLst>
                  <a:gd name="T0" fmla="*/ 7 w 46"/>
                  <a:gd name="T1" fmla="*/ 0 h 109"/>
                  <a:gd name="T2" fmla="*/ 46 w 46"/>
                  <a:gd name="T3" fmla="*/ 107 h 109"/>
                  <a:gd name="T4" fmla="*/ 39 w 46"/>
                  <a:gd name="T5" fmla="*/ 109 h 109"/>
                  <a:gd name="T6" fmla="*/ 0 w 46"/>
                  <a:gd name="T7" fmla="*/ 3 h 109"/>
                  <a:gd name="T8" fmla="*/ 7 w 46"/>
                  <a:gd name="T9" fmla="*/ 0 h 109"/>
                </a:gdLst>
                <a:ahLst/>
                <a:cxnLst>
                  <a:cxn ang="0">
                    <a:pos x="T0" y="T1"/>
                  </a:cxn>
                  <a:cxn ang="0">
                    <a:pos x="T2" y="T3"/>
                  </a:cxn>
                  <a:cxn ang="0">
                    <a:pos x="T4" y="T5"/>
                  </a:cxn>
                  <a:cxn ang="0">
                    <a:pos x="T6" y="T7"/>
                  </a:cxn>
                  <a:cxn ang="0">
                    <a:pos x="T8" y="T9"/>
                  </a:cxn>
                </a:cxnLst>
                <a:rect l="0" t="0" r="r" b="b"/>
                <a:pathLst>
                  <a:path w="46" h="109">
                    <a:moveTo>
                      <a:pt x="7" y="0"/>
                    </a:moveTo>
                    <a:lnTo>
                      <a:pt x="46" y="107"/>
                    </a:lnTo>
                    <a:lnTo>
                      <a:pt x="39" y="109"/>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3" name="Freeform 45"/>
              <p:cNvSpPr>
                <a:spLocks/>
              </p:cNvSpPr>
              <p:nvPr/>
            </p:nvSpPr>
            <p:spPr bwMode="auto">
              <a:xfrm>
                <a:off x="5027" y="2494"/>
                <a:ext cx="46" cy="111"/>
              </a:xfrm>
              <a:custGeom>
                <a:avLst/>
                <a:gdLst>
                  <a:gd name="T0" fmla="*/ 7 w 46"/>
                  <a:gd name="T1" fmla="*/ 0 h 111"/>
                  <a:gd name="T2" fmla="*/ 46 w 46"/>
                  <a:gd name="T3" fmla="*/ 107 h 111"/>
                  <a:gd name="T4" fmla="*/ 39 w 46"/>
                  <a:gd name="T5" fmla="*/ 111 h 111"/>
                  <a:gd name="T6" fmla="*/ 0 w 46"/>
                  <a:gd name="T7" fmla="*/ 3 h 111"/>
                  <a:gd name="T8" fmla="*/ 7 w 46"/>
                  <a:gd name="T9" fmla="*/ 0 h 111"/>
                </a:gdLst>
                <a:ahLst/>
                <a:cxnLst>
                  <a:cxn ang="0">
                    <a:pos x="T0" y="T1"/>
                  </a:cxn>
                  <a:cxn ang="0">
                    <a:pos x="T2" y="T3"/>
                  </a:cxn>
                  <a:cxn ang="0">
                    <a:pos x="T4" y="T5"/>
                  </a:cxn>
                  <a:cxn ang="0">
                    <a:pos x="T6" y="T7"/>
                  </a:cxn>
                  <a:cxn ang="0">
                    <a:pos x="T8" y="T9"/>
                  </a:cxn>
                </a:cxnLst>
                <a:rect l="0" t="0" r="r" b="b"/>
                <a:pathLst>
                  <a:path w="46" h="111">
                    <a:moveTo>
                      <a:pt x="7" y="0"/>
                    </a:moveTo>
                    <a:lnTo>
                      <a:pt x="46" y="107"/>
                    </a:lnTo>
                    <a:lnTo>
                      <a:pt x="39" y="111"/>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4" name="Freeform 46"/>
              <p:cNvSpPr>
                <a:spLocks/>
              </p:cNvSpPr>
              <p:nvPr/>
            </p:nvSpPr>
            <p:spPr bwMode="auto">
              <a:xfrm>
                <a:off x="5015" y="2499"/>
                <a:ext cx="33" cy="78"/>
              </a:xfrm>
              <a:custGeom>
                <a:avLst/>
                <a:gdLst>
                  <a:gd name="T0" fmla="*/ 7 w 33"/>
                  <a:gd name="T1" fmla="*/ 0 h 78"/>
                  <a:gd name="T2" fmla="*/ 33 w 33"/>
                  <a:gd name="T3" fmla="*/ 75 h 78"/>
                  <a:gd name="T4" fmla="*/ 27 w 33"/>
                  <a:gd name="T5" fmla="*/ 78 h 78"/>
                  <a:gd name="T6" fmla="*/ 0 w 33"/>
                  <a:gd name="T7" fmla="*/ 3 h 78"/>
                  <a:gd name="T8" fmla="*/ 7 w 33"/>
                  <a:gd name="T9" fmla="*/ 0 h 78"/>
                </a:gdLst>
                <a:ahLst/>
                <a:cxnLst>
                  <a:cxn ang="0">
                    <a:pos x="T0" y="T1"/>
                  </a:cxn>
                  <a:cxn ang="0">
                    <a:pos x="T2" y="T3"/>
                  </a:cxn>
                  <a:cxn ang="0">
                    <a:pos x="T4" y="T5"/>
                  </a:cxn>
                  <a:cxn ang="0">
                    <a:pos x="T6" y="T7"/>
                  </a:cxn>
                  <a:cxn ang="0">
                    <a:pos x="T8" y="T9"/>
                  </a:cxn>
                </a:cxnLst>
                <a:rect l="0" t="0" r="r" b="b"/>
                <a:pathLst>
                  <a:path w="33" h="78">
                    <a:moveTo>
                      <a:pt x="7" y="0"/>
                    </a:moveTo>
                    <a:lnTo>
                      <a:pt x="33" y="75"/>
                    </a:lnTo>
                    <a:lnTo>
                      <a:pt x="27" y="78"/>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5" name="Freeform 47"/>
              <p:cNvSpPr>
                <a:spLocks/>
              </p:cNvSpPr>
              <p:nvPr/>
            </p:nvSpPr>
            <p:spPr bwMode="auto">
              <a:xfrm>
                <a:off x="2186" y="2279"/>
                <a:ext cx="285" cy="294"/>
              </a:xfrm>
              <a:custGeom>
                <a:avLst/>
                <a:gdLst>
                  <a:gd name="T0" fmla="*/ 233 w 255"/>
                  <a:gd name="T1" fmla="*/ 203 h 264"/>
                  <a:gd name="T2" fmla="*/ 255 w 255"/>
                  <a:gd name="T3" fmla="*/ 264 h 264"/>
                  <a:gd name="T4" fmla="*/ 195 w 255"/>
                  <a:gd name="T5" fmla="*/ 239 h 264"/>
                  <a:gd name="T6" fmla="*/ 6 w 255"/>
                  <a:gd name="T7" fmla="*/ 42 h 264"/>
                  <a:gd name="T8" fmla="*/ 6 w 255"/>
                  <a:gd name="T9" fmla="*/ 22 h 264"/>
                  <a:gd name="T10" fmla="*/ 23 w 255"/>
                  <a:gd name="T11" fmla="*/ 6 h 264"/>
                  <a:gd name="T12" fmla="*/ 43 w 255"/>
                  <a:gd name="T13" fmla="*/ 6 h 264"/>
                  <a:gd name="T14" fmla="*/ 233 w 255"/>
                  <a:gd name="T15" fmla="*/ 203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264">
                    <a:moveTo>
                      <a:pt x="233" y="203"/>
                    </a:moveTo>
                    <a:cubicBezTo>
                      <a:pt x="255" y="264"/>
                      <a:pt x="255" y="264"/>
                      <a:pt x="255" y="264"/>
                    </a:cubicBezTo>
                    <a:cubicBezTo>
                      <a:pt x="195" y="239"/>
                      <a:pt x="195" y="239"/>
                      <a:pt x="195" y="239"/>
                    </a:cubicBezTo>
                    <a:cubicBezTo>
                      <a:pt x="6" y="42"/>
                      <a:pt x="6" y="42"/>
                      <a:pt x="6" y="42"/>
                    </a:cubicBezTo>
                    <a:cubicBezTo>
                      <a:pt x="0" y="36"/>
                      <a:pt x="0" y="27"/>
                      <a:pt x="6" y="22"/>
                    </a:cubicBezTo>
                    <a:cubicBezTo>
                      <a:pt x="23" y="6"/>
                      <a:pt x="23" y="6"/>
                      <a:pt x="23" y="6"/>
                    </a:cubicBezTo>
                    <a:cubicBezTo>
                      <a:pt x="29" y="0"/>
                      <a:pt x="38" y="0"/>
                      <a:pt x="43" y="6"/>
                    </a:cubicBezTo>
                    <a:lnTo>
                      <a:pt x="233" y="203"/>
                    </a:ln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6" name="Freeform 48"/>
              <p:cNvSpPr>
                <a:spLocks/>
              </p:cNvSpPr>
              <p:nvPr/>
            </p:nvSpPr>
            <p:spPr bwMode="auto">
              <a:xfrm>
                <a:off x="2202" y="2279"/>
                <a:ext cx="269" cy="294"/>
              </a:xfrm>
              <a:custGeom>
                <a:avLst/>
                <a:gdLst>
                  <a:gd name="T0" fmla="*/ 219 w 241"/>
                  <a:gd name="T1" fmla="*/ 203 h 264"/>
                  <a:gd name="T2" fmla="*/ 241 w 241"/>
                  <a:gd name="T3" fmla="*/ 264 h 264"/>
                  <a:gd name="T4" fmla="*/ 198 w 241"/>
                  <a:gd name="T5" fmla="*/ 219 h 264"/>
                  <a:gd name="T6" fmla="*/ 0 w 241"/>
                  <a:gd name="T7" fmla="*/ 14 h 264"/>
                  <a:gd name="T8" fmla="*/ 9 w 241"/>
                  <a:gd name="T9" fmla="*/ 6 h 264"/>
                  <a:gd name="T10" fmla="*/ 29 w 241"/>
                  <a:gd name="T11" fmla="*/ 6 h 264"/>
                  <a:gd name="T12" fmla="*/ 219 w 241"/>
                  <a:gd name="T13" fmla="*/ 203 h 264"/>
                </a:gdLst>
                <a:ahLst/>
                <a:cxnLst>
                  <a:cxn ang="0">
                    <a:pos x="T0" y="T1"/>
                  </a:cxn>
                  <a:cxn ang="0">
                    <a:pos x="T2" y="T3"/>
                  </a:cxn>
                  <a:cxn ang="0">
                    <a:pos x="T4" y="T5"/>
                  </a:cxn>
                  <a:cxn ang="0">
                    <a:pos x="T6" y="T7"/>
                  </a:cxn>
                  <a:cxn ang="0">
                    <a:pos x="T8" y="T9"/>
                  </a:cxn>
                  <a:cxn ang="0">
                    <a:pos x="T10" y="T11"/>
                  </a:cxn>
                  <a:cxn ang="0">
                    <a:pos x="T12" y="T13"/>
                  </a:cxn>
                </a:cxnLst>
                <a:rect l="0" t="0" r="r" b="b"/>
                <a:pathLst>
                  <a:path w="241" h="264">
                    <a:moveTo>
                      <a:pt x="219" y="203"/>
                    </a:moveTo>
                    <a:cubicBezTo>
                      <a:pt x="241" y="264"/>
                      <a:pt x="241" y="264"/>
                      <a:pt x="241" y="264"/>
                    </a:cubicBezTo>
                    <a:cubicBezTo>
                      <a:pt x="198" y="219"/>
                      <a:pt x="198" y="219"/>
                      <a:pt x="198" y="219"/>
                    </a:cubicBezTo>
                    <a:cubicBezTo>
                      <a:pt x="0" y="14"/>
                      <a:pt x="0" y="14"/>
                      <a:pt x="0" y="14"/>
                    </a:cubicBezTo>
                    <a:cubicBezTo>
                      <a:pt x="9" y="6"/>
                      <a:pt x="9" y="6"/>
                      <a:pt x="9" y="6"/>
                    </a:cubicBezTo>
                    <a:cubicBezTo>
                      <a:pt x="15" y="0"/>
                      <a:pt x="24" y="0"/>
                      <a:pt x="29" y="6"/>
                    </a:cubicBezTo>
                    <a:lnTo>
                      <a:pt x="219" y="203"/>
                    </a:lnTo>
                    <a:close/>
                  </a:path>
                </a:pathLst>
              </a:custGeom>
              <a:solidFill>
                <a:srgbClr val="FFD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7" name="Freeform 49"/>
              <p:cNvSpPr>
                <a:spLocks/>
              </p:cNvSpPr>
              <p:nvPr/>
            </p:nvSpPr>
            <p:spPr bwMode="auto">
              <a:xfrm>
                <a:off x="2208" y="2302"/>
                <a:ext cx="263" cy="271"/>
              </a:xfrm>
              <a:custGeom>
                <a:avLst/>
                <a:gdLst>
                  <a:gd name="T0" fmla="*/ 213 w 235"/>
                  <a:gd name="T1" fmla="*/ 182 h 243"/>
                  <a:gd name="T2" fmla="*/ 235 w 235"/>
                  <a:gd name="T3" fmla="*/ 243 h 243"/>
                  <a:gd name="T4" fmla="*/ 175 w 235"/>
                  <a:gd name="T5" fmla="*/ 218 h 243"/>
                  <a:gd name="T6" fmla="*/ 0 w 235"/>
                  <a:gd name="T7" fmla="*/ 36 h 243"/>
                  <a:gd name="T8" fmla="*/ 38 w 235"/>
                  <a:gd name="T9" fmla="*/ 0 h 243"/>
                  <a:gd name="T10" fmla="*/ 213 w 235"/>
                  <a:gd name="T11" fmla="*/ 182 h 243"/>
                </a:gdLst>
                <a:ahLst/>
                <a:cxnLst>
                  <a:cxn ang="0">
                    <a:pos x="T0" y="T1"/>
                  </a:cxn>
                  <a:cxn ang="0">
                    <a:pos x="T2" y="T3"/>
                  </a:cxn>
                  <a:cxn ang="0">
                    <a:pos x="T4" y="T5"/>
                  </a:cxn>
                  <a:cxn ang="0">
                    <a:pos x="T6" y="T7"/>
                  </a:cxn>
                  <a:cxn ang="0">
                    <a:pos x="T8" y="T9"/>
                  </a:cxn>
                  <a:cxn ang="0">
                    <a:pos x="T10" y="T11"/>
                  </a:cxn>
                </a:cxnLst>
                <a:rect l="0" t="0" r="r" b="b"/>
                <a:pathLst>
                  <a:path w="235" h="243">
                    <a:moveTo>
                      <a:pt x="213" y="182"/>
                    </a:moveTo>
                    <a:cubicBezTo>
                      <a:pt x="235" y="243"/>
                      <a:pt x="235" y="243"/>
                      <a:pt x="235" y="243"/>
                    </a:cubicBezTo>
                    <a:cubicBezTo>
                      <a:pt x="175" y="218"/>
                      <a:pt x="175" y="218"/>
                      <a:pt x="175" y="218"/>
                    </a:cubicBezTo>
                    <a:cubicBezTo>
                      <a:pt x="0" y="36"/>
                      <a:pt x="0" y="36"/>
                      <a:pt x="0" y="36"/>
                    </a:cubicBezTo>
                    <a:cubicBezTo>
                      <a:pt x="11" y="21"/>
                      <a:pt x="24" y="9"/>
                      <a:pt x="38" y="0"/>
                    </a:cubicBezTo>
                    <a:lnTo>
                      <a:pt x="213" y="182"/>
                    </a:lnTo>
                    <a:close/>
                  </a:path>
                </a:pathLst>
              </a:custGeom>
              <a:solidFill>
                <a:srgbClr val="C0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8" name="Freeform 50"/>
              <p:cNvSpPr>
                <a:spLocks/>
              </p:cNvSpPr>
              <p:nvPr/>
            </p:nvSpPr>
            <p:spPr bwMode="auto">
              <a:xfrm>
                <a:off x="2227" y="2302"/>
                <a:ext cx="244" cy="271"/>
              </a:xfrm>
              <a:custGeom>
                <a:avLst/>
                <a:gdLst>
                  <a:gd name="T0" fmla="*/ 196 w 218"/>
                  <a:gd name="T1" fmla="*/ 182 h 243"/>
                  <a:gd name="T2" fmla="*/ 218 w 218"/>
                  <a:gd name="T3" fmla="*/ 243 h 243"/>
                  <a:gd name="T4" fmla="*/ 175 w 218"/>
                  <a:gd name="T5" fmla="*/ 198 h 243"/>
                  <a:gd name="T6" fmla="*/ 0 w 218"/>
                  <a:gd name="T7" fmla="*/ 16 h 243"/>
                  <a:gd name="T8" fmla="*/ 21 w 218"/>
                  <a:gd name="T9" fmla="*/ 0 h 243"/>
                  <a:gd name="T10" fmla="*/ 196 w 218"/>
                  <a:gd name="T11" fmla="*/ 182 h 243"/>
                </a:gdLst>
                <a:ahLst/>
                <a:cxnLst>
                  <a:cxn ang="0">
                    <a:pos x="T0" y="T1"/>
                  </a:cxn>
                  <a:cxn ang="0">
                    <a:pos x="T2" y="T3"/>
                  </a:cxn>
                  <a:cxn ang="0">
                    <a:pos x="T4" y="T5"/>
                  </a:cxn>
                  <a:cxn ang="0">
                    <a:pos x="T6" y="T7"/>
                  </a:cxn>
                  <a:cxn ang="0">
                    <a:pos x="T8" y="T9"/>
                  </a:cxn>
                  <a:cxn ang="0">
                    <a:pos x="T10" y="T11"/>
                  </a:cxn>
                </a:cxnLst>
                <a:rect l="0" t="0" r="r" b="b"/>
                <a:pathLst>
                  <a:path w="218" h="243">
                    <a:moveTo>
                      <a:pt x="196" y="182"/>
                    </a:moveTo>
                    <a:cubicBezTo>
                      <a:pt x="218" y="243"/>
                      <a:pt x="218" y="243"/>
                      <a:pt x="218" y="243"/>
                    </a:cubicBezTo>
                    <a:cubicBezTo>
                      <a:pt x="175" y="198"/>
                      <a:pt x="175" y="198"/>
                      <a:pt x="175" y="198"/>
                    </a:cubicBezTo>
                    <a:cubicBezTo>
                      <a:pt x="0" y="16"/>
                      <a:pt x="0" y="16"/>
                      <a:pt x="0" y="16"/>
                    </a:cubicBezTo>
                    <a:cubicBezTo>
                      <a:pt x="7" y="10"/>
                      <a:pt x="13" y="5"/>
                      <a:pt x="21" y="0"/>
                    </a:cubicBezTo>
                    <a:lnTo>
                      <a:pt x="196" y="1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9" name="Freeform 51"/>
              <p:cNvSpPr>
                <a:spLocks/>
              </p:cNvSpPr>
              <p:nvPr/>
            </p:nvSpPr>
            <p:spPr bwMode="auto">
              <a:xfrm>
                <a:off x="2222" y="2315"/>
                <a:ext cx="249" cy="258"/>
              </a:xfrm>
              <a:custGeom>
                <a:avLst/>
                <a:gdLst>
                  <a:gd name="T0" fmla="*/ 201 w 223"/>
                  <a:gd name="T1" fmla="*/ 170 h 231"/>
                  <a:gd name="T2" fmla="*/ 223 w 223"/>
                  <a:gd name="T3" fmla="*/ 231 h 231"/>
                  <a:gd name="T4" fmla="*/ 163 w 223"/>
                  <a:gd name="T5" fmla="*/ 206 h 231"/>
                  <a:gd name="T6" fmla="*/ 0 w 223"/>
                  <a:gd name="T7" fmla="*/ 36 h 231"/>
                  <a:gd name="T8" fmla="*/ 37 w 223"/>
                  <a:gd name="T9" fmla="*/ 0 h 231"/>
                  <a:gd name="T10" fmla="*/ 201 w 223"/>
                  <a:gd name="T11" fmla="*/ 170 h 231"/>
                </a:gdLst>
                <a:ahLst/>
                <a:cxnLst>
                  <a:cxn ang="0">
                    <a:pos x="T0" y="T1"/>
                  </a:cxn>
                  <a:cxn ang="0">
                    <a:pos x="T2" y="T3"/>
                  </a:cxn>
                  <a:cxn ang="0">
                    <a:pos x="T4" y="T5"/>
                  </a:cxn>
                  <a:cxn ang="0">
                    <a:pos x="T6" y="T7"/>
                  </a:cxn>
                  <a:cxn ang="0">
                    <a:pos x="T8" y="T9"/>
                  </a:cxn>
                  <a:cxn ang="0">
                    <a:pos x="T10" y="T11"/>
                  </a:cxn>
                </a:cxnLst>
                <a:rect l="0" t="0" r="r" b="b"/>
                <a:pathLst>
                  <a:path w="223" h="231">
                    <a:moveTo>
                      <a:pt x="201" y="170"/>
                    </a:moveTo>
                    <a:cubicBezTo>
                      <a:pt x="223" y="231"/>
                      <a:pt x="223" y="231"/>
                      <a:pt x="223" y="231"/>
                    </a:cubicBezTo>
                    <a:cubicBezTo>
                      <a:pt x="163" y="206"/>
                      <a:pt x="163" y="206"/>
                      <a:pt x="163" y="206"/>
                    </a:cubicBezTo>
                    <a:cubicBezTo>
                      <a:pt x="0" y="36"/>
                      <a:pt x="0" y="36"/>
                      <a:pt x="0" y="36"/>
                    </a:cubicBezTo>
                    <a:cubicBezTo>
                      <a:pt x="11" y="21"/>
                      <a:pt x="23" y="9"/>
                      <a:pt x="37" y="0"/>
                    </a:cubicBezTo>
                    <a:lnTo>
                      <a:pt x="201" y="170"/>
                    </a:lnTo>
                    <a:close/>
                  </a:path>
                </a:pathLst>
              </a:custGeom>
              <a:solidFill>
                <a:srgbClr val="C71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0" name="Freeform 52"/>
              <p:cNvSpPr>
                <a:spLocks/>
              </p:cNvSpPr>
              <p:nvPr/>
            </p:nvSpPr>
            <p:spPr bwMode="auto">
              <a:xfrm>
                <a:off x="2241" y="2315"/>
                <a:ext cx="227" cy="256"/>
              </a:xfrm>
              <a:custGeom>
                <a:avLst/>
                <a:gdLst>
                  <a:gd name="T0" fmla="*/ 182 w 204"/>
                  <a:gd name="T1" fmla="*/ 169 h 229"/>
                  <a:gd name="T2" fmla="*/ 204 w 204"/>
                  <a:gd name="T3" fmla="*/ 229 h 229"/>
                  <a:gd name="T4" fmla="*/ 162 w 204"/>
                  <a:gd name="T5" fmla="*/ 185 h 229"/>
                  <a:gd name="T6" fmla="*/ 0 w 204"/>
                  <a:gd name="T7" fmla="*/ 16 h 229"/>
                  <a:gd name="T8" fmla="*/ 20 w 204"/>
                  <a:gd name="T9" fmla="*/ 0 h 229"/>
                  <a:gd name="T10" fmla="*/ 182 w 204"/>
                  <a:gd name="T11" fmla="*/ 169 h 229"/>
                </a:gdLst>
                <a:ahLst/>
                <a:cxnLst>
                  <a:cxn ang="0">
                    <a:pos x="T0" y="T1"/>
                  </a:cxn>
                  <a:cxn ang="0">
                    <a:pos x="T2" y="T3"/>
                  </a:cxn>
                  <a:cxn ang="0">
                    <a:pos x="T4" y="T5"/>
                  </a:cxn>
                  <a:cxn ang="0">
                    <a:pos x="T6" y="T7"/>
                  </a:cxn>
                  <a:cxn ang="0">
                    <a:pos x="T8" y="T9"/>
                  </a:cxn>
                  <a:cxn ang="0">
                    <a:pos x="T10" y="T11"/>
                  </a:cxn>
                </a:cxnLst>
                <a:rect l="0" t="0" r="r" b="b"/>
                <a:pathLst>
                  <a:path w="204" h="229">
                    <a:moveTo>
                      <a:pt x="182" y="169"/>
                    </a:moveTo>
                    <a:cubicBezTo>
                      <a:pt x="204" y="229"/>
                      <a:pt x="204" y="229"/>
                      <a:pt x="204" y="229"/>
                    </a:cubicBezTo>
                    <a:cubicBezTo>
                      <a:pt x="162" y="185"/>
                      <a:pt x="162" y="185"/>
                      <a:pt x="162" y="185"/>
                    </a:cubicBezTo>
                    <a:cubicBezTo>
                      <a:pt x="0" y="16"/>
                      <a:pt x="0" y="16"/>
                      <a:pt x="0" y="16"/>
                    </a:cubicBezTo>
                    <a:cubicBezTo>
                      <a:pt x="6" y="10"/>
                      <a:pt x="13" y="5"/>
                      <a:pt x="20" y="0"/>
                    </a:cubicBezTo>
                    <a:lnTo>
                      <a:pt x="182" y="169"/>
                    </a:lnTo>
                    <a:close/>
                  </a:path>
                </a:pathLst>
              </a:custGeom>
              <a:solidFill>
                <a:srgbClr val="E876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1" name="Freeform 53"/>
              <p:cNvSpPr>
                <a:spLocks/>
              </p:cNvSpPr>
              <p:nvPr/>
            </p:nvSpPr>
            <p:spPr bwMode="auto">
              <a:xfrm>
                <a:off x="2404" y="2505"/>
                <a:ext cx="67" cy="68"/>
              </a:xfrm>
              <a:custGeom>
                <a:avLst/>
                <a:gdLst>
                  <a:gd name="T0" fmla="*/ 38 w 60"/>
                  <a:gd name="T1" fmla="*/ 0 h 61"/>
                  <a:gd name="T2" fmla="*/ 60 w 60"/>
                  <a:gd name="T3" fmla="*/ 61 h 61"/>
                  <a:gd name="T4" fmla="*/ 0 w 60"/>
                  <a:gd name="T5" fmla="*/ 36 h 61"/>
                  <a:gd name="T6" fmla="*/ 17 w 60"/>
                  <a:gd name="T7" fmla="*/ 16 h 61"/>
                  <a:gd name="T8" fmla="*/ 38 w 60"/>
                  <a:gd name="T9" fmla="*/ 0 h 61"/>
                </a:gdLst>
                <a:ahLst/>
                <a:cxnLst>
                  <a:cxn ang="0">
                    <a:pos x="T0" y="T1"/>
                  </a:cxn>
                  <a:cxn ang="0">
                    <a:pos x="T2" y="T3"/>
                  </a:cxn>
                  <a:cxn ang="0">
                    <a:pos x="T4" y="T5"/>
                  </a:cxn>
                  <a:cxn ang="0">
                    <a:pos x="T6" y="T7"/>
                  </a:cxn>
                  <a:cxn ang="0">
                    <a:pos x="T8" y="T9"/>
                  </a:cxn>
                </a:cxnLst>
                <a:rect l="0" t="0" r="r" b="b"/>
                <a:pathLst>
                  <a:path w="60" h="61">
                    <a:moveTo>
                      <a:pt x="38" y="0"/>
                    </a:moveTo>
                    <a:cubicBezTo>
                      <a:pt x="60" y="61"/>
                      <a:pt x="60" y="61"/>
                      <a:pt x="60" y="61"/>
                    </a:cubicBezTo>
                    <a:cubicBezTo>
                      <a:pt x="0" y="36"/>
                      <a:pt x="0" y="36"/>
                      <a:pt x="0" y="36"/>
                    </a:cubicBezTo>
                    <a:cubicBezTo>
                      <a:pt x="5" y="29"/>
                      <a:pt x="11" y="23"/>
                      <a:pt x="17" y="16"/>
                    </a:cubicBezTo>
                    <a:cubicBezTo>
                      <a:pt x="24" y="10"/>
                      <a:pt x="31" y="4"/>
                      <a:pt x="38" y="0"/>
                    </a:cubicBezTo>
                    <a:close/>
                  </a:path>
                </a:pathLst>
              </a:custGeom>
              <a:solidFill>
                <a:srgbClr val="8CCB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2" name="Freeform 54"/>
              <p:cNvSpPr>
                <a:spLocks/>
              </p:cNvSpPr>
              <p:nvPr/>
            </p:nvSpPr>
            <p:spPr bwMode="auto">
              <a:xfrm>
                <a:off x="2423" y="2505"/>
                <a:ext cx="48" cy="68"/>
              </a:xfrm>
              <a:custGeom>
                <a:avLst/>
                <a:gdLst>
                  <a:gd name="T0" fmla="*/ 21 w 43"/>
                  <a:gd name="T1" fmla="*/ 0 h 61"/>
                  <a:gd name="T2" fmla="*/ 43 w 43"/>
                  <a:gd name="T3" fmla="*/ 61 h 61"/>
                  <a:gd name="T4" fmla="*/ 0 w 43"/>
                  <a:gd name="T5" fmla="*/ 16 h 61"/>
                  <a:gd name="T6" fmla="*/ 21 w 43"/>
                  <a:gd name="T7" fmla="*/ 0 h 61"/>
                </a:gdLst>
                <a:ahLst/>
                <a:cxnLst>
                  <a:cxn ang="0">
                    <a:pos x="T0" y="T1"/>
                  </a:cxn>
                  <a:cxn ang="0">
                    <a:pos x="T2" y="T3"/>
                  </a:cxn>
                  <a:cxn ang="0">
                    <a:pos x="T4" y="T5"/>
                  </a:cxn>
                  <a:cxn ang="0">
                    <a:pos x="T6" y="T7"/>
                  </a:cxn>
                </a:cxnLst>
                <a:rect l="0" t="0" r="r" b="b"/>
                <a:pathLst>
                  <a:path w="43" h="61">
                    <a:moveTo>
                      <a:pt x="21" y="0"/>
                    </a:moveTo>
                    <a:cubicBezTo>
                      <a:pt x="43" y="61"/>
                      <a:pt x="43" y="61"/>
                      <a:pt x="43" y="61"/>
                    </a:cubicBezTo>
                    <a:cubicBezTo>
                      <a:pt x="0" y="16"/>
                      <a:pt x="0" y="16"/>
                      <a:pt x="0" y="16"/>
                    </a:cubicBezTo>
                    <a:cubicBezTo>
                      <a:pt x="7" y="10"/>
                      <a:pt x="14" y="4"/>
                      <a:pt x="2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3" name="Freeform 55"/>
              <p:cNvSpPr>
                <a:spLocks/>
              </p:cNvSpPr>
              <p:nvPr/>
            </p:nvSpPr>
            <p:spPr bwMode="auto">
              <a:xfrm>
                <a:off x="2448" y="2551"/>
                <a:ext cx="23" cy="22"/>
              </a:xfrm>
              <a:custGeom>
                <a:avLst/>
                <a:gdLst>
                  <a:gd name="T0" fmla="*/ 12 w 20"/>
                  <a:gd name="T1" fmla="*/ 0 h 20"/>
                  <a:gd name="T2" fmla="*/ 20 w 20"/>
                  <a:gd name="T3" fmla="*/ 20 h 20"/>
                  <a:gd name="T4" fmla="*/ 0 w 20"/>
                  <a:gd name="T5" fmla="*/ 11 h 20"/>
                  <a:gd name="T6" fmla="*/ 6 w 20"/>
                  <a:gd name="T7" fmla="*/ 5 h 20"/>
                  <a:gd name="T8" fmla="*/ 12 w 20"/>
                  <a:gd name="T9" fmla="*/ 0 h 20"/>
                </a:gdLst>
                <a:ahLst/>
                <a:cxnLst>
                  <a:cxn ang="0">
                    <a:pos x="T0" y="T1"/>
                  </a:cxn>
                  <a:cxn ang="0">
                    <a:pos x="T2" y="T3"/>
                  </a:cxn>
                  <a:cxn ang="0">
                    <a:pos x="T4" y="T5"/>
                  </a:cxn>
                  <a:cxn ang="0">
                    <a:pos x="T6" y="T7"/>
                  </a:cxn>
                  <a:cxn ang="0">
                    <a:pos x="T8" y="T9"/>
                  </a:cxn>
                </a:cxnLst>
                <a:rect l="0" t="0" r="r" b="b"/>
                <a:pathLst>
                  <a:path w="20" h="20">
                    <a:moveTo>
                      <a:pt x="12" y="0"/>
                    </a:moveTo>
                    <a:cubicBezTo>
                      <a:pt x="20" y="20"/>
                      <a:pt x="20" y="20"/>
                      <a:pt x="20" y="20"/>
                    </a:cubicBezTo>
                    <a:cubicBezTo>
                      <a:pt x="0" y="11"/>
                      <a:pt x="0" y="11"/>
                      <a:pt x="0" y="11"/>
                    </a:cubicBezTo>
                    <a:cubicBezTo>
                      <a:pt x="2" y="9"/>
                      <a:pt x="4" y="7"/>
                      <a:pt x="6" y="5"/>
                    </a:cubicBezTo>
                    <a:cubicBezTo>
                      <a:pt x="8" y="3"/>
                      <a:pt x="10" y="1"/>
                      <a:pt x="12" y="0"/>
                    </a:cubicBez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4" name="Freeform 56"/>
              <p:cNvSpPr>
                <a:spLocks noEditPoints="1"/>
              </p:cNvSpPr>
              <p:nvPr/>
            </p:nvSpPr>
            <p:spPr bwMode="auto">
              <a:xfrm>
                <a:off x="2193" y="1220"/>
                <a:ext cx="279" cy="248"/>
              </a:xfrm>
              <a:custGeom>
                <a:avLst/>
                <a:gdLst>
                  <a:gd name="T0" fmla="*/ 125 w 250"/>
                  <a:gd name="T1" fmla="*/ 0 h 222"/>
                  <a:gd name="T2" fmla="*/ 192 w 250"/>
                  <a:gd name="T3" fmla="*/ 23 h 222"/>
                  <a:gd name="T4" fmla="*/ 214 w 250"/>
                  <a:gd name="T5" fmla="*/ 178 h 222"/>
                  <a:gd name="T6" fmla="*/ 125 w 250"/>
                  <a:gd name="T7" fmla="*/ 222 h 222"/>
                  <a:gd name="T8" fmla="*/ 125 w 250"/>
                  <a:gd name="T9" fmla="*/ 201 h 222"/>
                  <a:gd name="T10" fmla="*/ 197 w 250"/>
                  <a:gd name="T11" fmla="*/ 165 h 222"/>
                  <a:gd name="T12" fmla="*/ 197 w 250"/>
                  <a:gd name="T13" fmla="*/ 165 h 222"/>
                  <a:gd name="T14" fmla="*/ 179 w 250"/>
                  <a:gd name="T15" fmla="*/ 39 h 222"/>
                  <a:gd name="T16" fmla="*/ 125 w 250"/>
                  <a:gd name="T17" fmla="*/ 21 h 222"/>
                  <a:gd name="T18" fmla="*/ 125 w 250"/>
                  <a:gd name="T19" fmla="*/ 0 h 222"/>
                  <a:gd name="T20" fmla="*/ 36 w 250"/>
                  <a:gd name="T21" fmla="*/ 45 h 222"/>
                  <a:gd name="T22" fmla="*/ 125 w 250"/>
                  <a:gd name="T23" fmla="*/ 0 h 222"/>
                  <a:gd name="T24" fmla="*/ 125 w 250"/>
                  <a:gd name="T25" fmla="*/ 21 h 222"/>
                  <a:gd name="T26" fmla="*/ 53 w 250"/>
                  <a:gd name="T27" fmla="*/ 57 h 222"/>
                  <a:gd name="T28" fmla="*/ 71 w 250"/>
                  <a:gd name="T29" fmla="*/ 183 h 222"/>
                  <a:gd name="T30" fmla="*/ 125 w 250"/>
                  <a:gd name="T31" fmla="*/ 201 h 222"/>
                  <a:gd name="T32" fmla="*/ 125 w 250"/>
                  <a:gd name="T33" fmla="*/ 222 h 222"/>
                  <a:gd name="T34" fmla="*/ 58 w 250"/>
                  <a:gd name="T35" fmla="*/ 200 h 222"/>
                  <a:gd name="T36" fmla="*/ 36 w 250"/>
                  <a:gd name="T37" fmla="*/ 4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0" h="222">
                    <a:moveTo>
                      <a:pt x="125" y="0"/>
                    </a:moveTo>
                    <a:cubicBezTo>
                      <a:pt x="148" y="0"/>
                      <a:pt x="172" y="8"/>
                      <a:pt x="192" y="23"/>
                    </a:cubicBezTo>
                    <a:cubicBezTo>
                      <a:pt x="241" y="59"/>
                      <a:pt x="250" y="129"/>
                      <a:pt x="214" y="178"/>
                    </a:cubicBezTo>
                    <a:cubicBezTo>
                      <a:pt x="192" y="207"/>
                      <a:pt x="159" y="222"/>
                      <a:pt x="125" y="222"/>
                    </a:cubicBezTo>
                    <a:cubicBezTo>
                      <a:pt x="125" y="201"/>
                      <a:pt x="125" y="201"/>
                      <a:pt x="125" y="201"/>
                    </a:cubicBezTo>
                    <a:cubicBezTo>
                      <a:pt x="152" y="201"/>
                      <a:pt x="179" y="189"/>
                      <a:pt x="197" y="165"/>
                    </a:cubicBezTo>
                    <a:cubicBezTo>
                      <a:pt x="197" y="165"/>
                      <a:pt x="197" y="165"/>
                      <a:pt x="197" y="165"/>
                    </a:cubicBezTo>
                    <a:cubicBezTo>
                      <a:pt x="227" y="126"/>
                      <a:pt x="219" y="69"/>
                      <a:pt x="179" y="39"/>
                    </a:cubicBezTo>
                    <a:cubicBezTo>
                      <a:pt x="163" y="27"/>
                      <a:pt x="144" y="21"/>
                      <a:pt x="125" y="21"/>
                    </a:cubicBezTo>
                    <a:lnTo>
                      <a:pt x="125" y="0"/>
                    </a:lnTo>
                    <a:close/>
                    <a:moveTo>
                      <a:pt x="36" y="45"/>
                    </a:moveTo>
                    <a:cubicBezTo>
                      <a:pt x="58" y="16"/>
                      <a:pt x="91" y="0"/>
                      <a:pt x="125" y="0"/>
                    </a:cubicBezTo>
                    <a:cubicBezTo>
                      <a:pt x="125" y="21"/>
                      <a:pt x="125" y="21"/>
                      <a:pt x="125" y="21"/>
                    </a:cubicBezTo>
                    <a:cubicBezTo>
                      <a:pt x="98" y="21"/>
                      <a:pt x="71" y="33"/>
                      <a:pt x="53" y="57"/>
                    </a:cubicBezTo>
                    <a:cubicBezTo>
                      <a:pt x="23" y="97"/>
                      <a:pt x="31" y="153"/>
                      <a:pt x="71" y="183"/>
                    </a:cubicBezTo>
                    <a:cubicBezTo>
                      <a:pt x="87" y="196"/>
                      <a:pt x="106" y="201"/>
                      <a:pt x="125" y="201"/>
                    </a:cubicBezTo>
                    <a:cubicBezTo>
                      <a:pt x="125" y="222"/>
                      <a:pt x="125" y="222"/>
                      <a:pt x="125" y="222"/>
                    </a:cubicBezTo>
                    <a:cubicBezTo>
                      <a:pt x="102" y="222"/>
                      <a:pt x="78" y="215"/>
                      <a:pt x="58" y="200"/>
                    </a:cubicBezTo>
                    <a:cubicBezTo>
                      <a:pt x="9" y="163"/>
                      <a:pt x="0" y="94"/>
                      <a:pt x="36" y="45"/>
                    </a:cubicBez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5" name="Freeform 57"/>
              <p:cNvSpPr>
                <a:spLocks/>
              </p:cNvSpPr>
              <p:nvPr/>
            </p:nvSpPr>
            <p:spPr bwMode="auto">
              <a:xfrm>
                <a:off x="2410" y="1398"/>
                <a:ext cx="117" cy="98"/>
              </a:xfrm>
              <a:custGeom>
                <a:avLst/>
                <a:gdLst>
                  <a:gd name="T0" fmla="*/ 96 w 117"/>
                  <a:gd name="T1" fmla="*/ 98 h 98"/>
                  <a:gd name="T2" fmla="*/ 117 w 117"/>
                  <a:gd name="T3" fmla="*/ 71 h 98"/>
                  <a:gd name="T4" fmla="*/ 20 w 117"/>
                  <a:gd name="T5" fmla="*/ 0 h 98"/>
                  <a:gd name="T6" fmla="*/ 0 w 117"/>
                  <a:gd name="T7" fmla="*/ 26 h 98"/>
                  <a:gd name="T8" fmla="*/ 96 w 117"/>
                  <a:gd name="T9" fmla="*/ 98 h 98"/>
                </a:gdLst>
                <a:ahLst/>
                <a:cxnLst>
                  <a:cxn ang="0">
                    <a:pos x="T0" y="T1"/>
                  </a:cxn>
                  <a:cxn ang="0">
                    <a:pos x="T2" y="T3"/>
                  </a:cxn>
                  <a:cxn ang="0">
                    <a:pos x="T4" y="T5"/>
                  </a:cxn>
                  <a:cxn ang="0">
                    <a:pos x="T6" y="T7"/>
                  </a:cxn>
                  <a:cxn ang="0">
                    <a:pos x="T8" y="T9"/>
                  </a:cxn>
                </a:cxnLst>
                <a:rect l="0" t="0" r="r" b="b"/>
                <a:pathLst>
                  <a:path w="117" h="98">
                    <a:moveTo>
                      <a:pt x="96" y="98"/>
                    </a:moveTo>
                    <a:lnTo>
                      <a:pt x="117" y="71"/>
                    </a:lnTo>
                    <a:lnTo>
                      <a:pt x="20" y="0"/>
                    </a:lnTo>
                    <a:lnTo>
                      <a:pt x="0" y="26"/>
                    </a:lnTo>
                    <a:lnTo>
                      <a:pt x="96" y="98"/>
                    </a:ln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6" name="Freeform 58"/>
              <p:cNvSpPr>
                <a:spLocks/>
              </p:cNvSpPr>
              <p:nvPr/>
            </p:nvSpPr>
            <p:spPr bwMode="auto">
              <a:xfrm>
                <a:off x="2442" y="1419"/>
                <a:ext cx="152" cy="129"/>
              </a:xfrm>
              <a:custGeom>
                <a:avLst/>
                <a:gdLst>
                  <a:gd name="T0" fmla="*/ 94 w 136"/>
                  <a:gd name="T1" fmla="*/ 108 h 116"/>
                  <a:gd name="T2" fmla="*/ 128 w 136"/>
                  <a:gd name="T3" fmla="*/ 103 h 116"/>
                  <a:gd name="T4" fmla="*/ 123 w 136"/>
                  <a:gd name="T5" fmla="*/ 69 h 116"/>
                  <a:gd name="T6" fmla="*/ 42 w 136"/>
                  <a:gd name="T7" fmla="*/ 8 h 116"/>
                  <a:gd name="T8" fmla="*/ 8 w 136"/>
                  <a:gd name="T9" fmla="*/ 13 h 116"/>
                  <a:gd name="T10" fmla="*/ 13 w 136"/>
                  <a:gd name="T11" fmla="*/ 47 h 116"/>
                  <a:gd name="T12" fmla="*/ 94 w 136"/>
                  <a:gd name="T13" fmla="*/ 108 h 116"/>
                </a:gdLst>
                <a:ahLst/>
                <a:cxnLst>
                  <a:cxn ang="0">
                    <a:pos x="T0" y="T1"/>
                  </a:cxn>
                  <a:cxn ang="0">
                    <a:pos x="T2" y="T3"/>
                  </a:cxn>
                  <a:cxn ang="0">
                    <a:pos x="T4" y="T5"/>
                  </a:cxn>
                  <a:cxn ang="0">
                    <a:pos x="T6" y="T7"/>
                  </a:cxn>
                  <a:cxn ang="0">
                    <a:pos x="T8" y="T9"/>
                  </a:cxn>
                  <a:cxn ang="0">
                    <a:pos x="T10" y="T11"/>
                  </a:cxn>
                  <a:cxn ang="0">
                    <a:pos x="T12" y="T13"/>
                  </a:cxn>
                </a:cxnLst>
                <a:rect l="0" t="0" r="r" b="b"/>
                <a:pathLst>
                  <a:path w="136" h="116">
                    <a:moveTo>
                      <a:pt x="94" y="108"/>
                    </a:moveTo>
                    <a:cubicBezTo>
                      <a:pt x="105" y="116"/>
                      <a:pt x="120" y="114"/>
                      <a:pt x="128" y="103"/>
                    </a:cubicBezTo>
                    <a:cubicBezTo>
                      <a:pt x="136" y="92"/>
                      <a:pt x="134" y="77"/>
                      <a:pt x="123" y="69"/>
                    </a:cubicBezTo>
                    <a:cubicBezTo>
                      <a:pt x="42" y="8"/>
                      <a:pt x="42" y="8"/>
                      <a:pt x="42" y="8"/>
                    </a:cubicBezTo>
                    <a:cubicBezTo>
                      <a:pt x="31" y="0"/>
                      <a:pt x="16" y="2"/>
                      <a:pt x="8" y="13"/>
                    </a:cubicBezTo>
                    <a:cubicBezTo>
                      <a:pt x="0" y="24"/>
                      <a:pt x="2" y="39"/>
                      <a:pt x="13" y="47"/>
                    </a:cubicBezTo>
                    <a:lnTo>
                      <a:pt x="94" y="108"/>
                    </a:ln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7" name="Freeform 59"/>
              <p:cNvSpPr>
                <a:spLocks/>
              </p:cNvSpPr>
              <p:nvPr/>
            </p:nvSpPr>
            <p:spPr bwMode="auto">
              <a:xfrm>
                <a:off x="2441" y="1420"/>
                <a:ext cx="87" cy="77"/>
              </a:xfrm>
              <a:custGeom>
                <a:avLst/>
                <a:gdLst>
                  <a:gd name="T0" fmla="*/ 65 w 87"/>
                  <a:gd name="T1" fmla="*/ 77 h 77"/>
                  <a:gd name="T2" fmla="*/ 87 w 87"/>
                  <a:gd name="T3" fmla="*/ 49 h 77"/>
                  <a:gd name="T4" fmla="*/ 21 w 87"/>
                  <a:gd name="T5" fmla="*/ 0 h 77"/>
                  <a:gd name="T6" fmla="*/ 0 w 87"/>
                  <a:gd name="T7" fmla="*/ 28 h 77"/>
                  <a:gd name="T8" fmla="*/ 65 w 87"/>
                  <a:gd name="T9" fmla="*/ 77 h 77"/>
                </a:gdLst>
                <a:ahLst/>
                <a:cxnLst>
                  <a:cxn ang="0">
                    <a:pos x="T0" y="T1"/>
                  </a:cxn>
                  <a:cxn ang="0">
                    <a:pos x="T2" y="T3"/>
                  </a:cxn>
                  <a:cxn ang="0">
                    <a:pos x="T4" y="T5"/>
                  </a:cxn>
                  <a:cxn ang="0">
                    <a:pos x="T6" y="T7"/>
                  </a:cxn>
                  <a:cxn ang="0">
                    <a:pos x="T8" y="T9"/>
                  </a:cxn>
                </a:cxnLst>
                <a:rect l="0" t="0" r="r" b="b"/>
                <a:pathLst>
                  <a:path w="87" h="77">
                    <a:moveTo>
                      <a:pt x="65" y="77"/>
                    </a:moveTo>
                    <a:lnTo>
                      <a:pt x="87" y="49"/>
                    </a:lnTo>
                    <a:lnTo>
                      <a:pt x="21" y="0"/>
                    </a:lnTo>
                    <a:lnTo>
                      <a:pt x="0" y="28"/>
                    </a:lnTo>
                    <a:lnTo>
                      <a:pt x="65" y="77"/>
                    </a:lnTo>
                    <a:close/>
                  </a:path>
                </a:pathLst>
              </a:custGeom>
              <a:solidFill>
                <a:srgbClr val="FFCD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8" name="Freeform 60"/>
              <p:cNvSpPr>
                <a:spLocks/>
              </p:cNvSpPr>
              <p:nvPr/>
            </p:nvSpPr>
            <p:spPr bwMode="auto">
              <a:xfrm>
                <a:off x="2441" y="1418"/>
                <a:ext cx="157" cy="134"/>
              </a:xfrm>
              <a:custGeom>
                <a:avLst/>
                <a:gdLst>
                  <a:gd name="T0" fmla="*/ 97 w 141"/>
                  <a:gd name="T1" fmla="*/ 112 h 120"/>
                  <a:gd name="T2" fmla="*/ 133 w 141"/>
                  <a:gd name="T3" fmla="*/ 107 h 120"/>
                  <a:gd name="T4" fmla="*/ 128 w 141"/>
                  <a:gd name="T5" fmla="*/ 71 h 120"/>
                  <a:gd name="T6" fmla="*/ 41 w 141"/>
                  <a:gd name="T7" fmla="*/ 6 h 120"/>
                  <a:gd name="T8" fmla="*/ 19 w 141"/>
                  <a:gd name="T9" fmla="*/ 2 h 120"/>
                  <a:gd name="T10" fmla="*/ 0 w 141"/>
                  <a:gd name="T11" fmla="*/ 27 h 120"/>
                  <a:gd name="T12" fmla="*/ 10 w 141"/>
                  <a:gd name="T13" fmla="*/ 47 h 120"/>
                  <a:gd name="T14" fmla="*/ 97 w 141"/>
                  <a:gd name="T15" fmla="*/ 112 h 1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1" h="120">
                    <a:moveTo>
                      <a:pt x="97" y="112"/>
                    </a:moveTo>
                    <a:cubicBezTo>
                      <a:pt x="108" y="120"/>
                      <a:pt x="124" y="118"/>
                      <a:pt x="133" y="107"/>
                    </a:cubicBezTo>
                    <a:cubicBezTo>
                      <a:pt x="141" y="96"/>
                      <a:pt x="139" y="80"/>
                      <a:pt x="128" y="71"/>
                    </a:cubicBezTo>
                    <a:cubicBezTo>
                      <a:pt x="41" y="6"/>
                      <a:pt x="41" y="6"/>
                      <a:pt x="41" y="6"/>
                    </a:cubicBezTo>
                    <a:cubicBezTo>
                      <a:pt x="35" y="1"/>
                      <a:pt x="27" y="0"/>
                      <a:pt x="19" y="2"/>
                    </a:cubicBezTo>
                    <a:cubicBezTo>
                      <a:pt x="0" y="27"/>
                      <a:pt x="0" y="27"/>
                      <a:pt x="0" y="27"/>
                    </a:cubicBezTo>
                    <a:cubicBezTo>
                      <a:pt x="0" y="35"/>
                      <a:pt x="4" y="42"/>
                      <a:pt x="10" y="47"/>
                    </a:cubicBezTo>
                    <a:lnTo>
                      <a:pt x="97" y="112"/>
                    </a:ln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9" name="Freeform 61"/>
              <p:cNvSpPr>
                <a:spLocks/>
              </p:cNvSpPr>
              <p:nvPr/>
            </p:nvSpPr>
            <p:spPr bwMode="auto">
              <a:xfrm>
                <a:off x="4666" y="3334"/>
                <a:ext cx="100" cy="298"/>
              </a:xfrm>
              <a:custGeom>
                <a:avLst/>
                <a:gdLst>
                  <a:gd name="T0" fmla="*/ 86 w 100"/>
                  <a:gd name="T1" fmla="*/ 0 h 298"/>
                  <a:gd name="T2" fmla="*/ 0 w 100"/>
                  <a:gd name="T3" fmla="*/ 3 h 298"/>
                  <a:gd name="T4" fmla="*/ 14 w 100"/>
                  <a:gd name="T5" fmla="*/ 298 h 298"/>
                  <a:gd name="T6" fmla="*/ 100 w 100"/>
                  <a:gd name="T7" fmla="*/ 293 h 298"/>
                  <a:gd name="T8" fmla="*/ 86 w 100"/>
                  <a:gd name="T9" fmla="*/ 0 h 298"/>
                </a:gdLst>
                <a:ahLst/>
                <a:cxnLst>
                  <a:cxn ang="0">
                    <a:pos x="T0" y="T1"/>
                  </a:cxn>
                  <a:cxn ang="0">
                    <a:pos x="T2" y="T3"/>
                  </a:cxn>
                  <a:cxn ang="0">
                    <a:pos x="T4" y="T5"/>
                  </a:cxn>
                  <a:cxn ang="0">
                    <a:pos x="T6" y="T7"/>
                  </a:cxn>
                  <a:cxn ang="0">
                    <a:pos x="T8" y="T9"/>
                  </a:cxn>
                </a:cxnLst>
                <a:rect l="0" t="0" r="r" b="b"/>
                <a:pathLst>
                  <a:path w="100" h="298">
                    <a:moveTo>
                      <a:pt x="86" y="0"/>
                    </a:moveTo>
                    <a:lnTo>
                      <a:pt x="0" y="3"/>
                    </a:lnTo>
                    <a:lnTo>
                      <a:pt x="14" y="298"/>
                    </a:lnTo>
                    <a:lnTo>
                      <a:pt x="100" y="293"/>
                    </a:lnTo>
                    <a:lnTo>
                      <a:pt x="86"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0" name="Freeform 62"/>
              <p:cNvSpPr>
                <a:spLocks/>
              </p:cNvSpPr>
              <p:nvPr/>
            </p:nvSpPr>
            <p:spPr bwMode="auto">
              <a:xfrm>
                <a:off x="4669" y="3386"/>
                <a:ext cx="88" cy="56"/>
              </a:xfrm>
              <a:custGeom>
                <a:avLst/>
                <a:gdLst>
                  <a:gd name="T0" fmla="*/ 86 w 88"/>
                  <a:gd name="T1" fmla="*/ 0 h 56"/>
                  <a:gd name="T2" fmla="*/ 0 w 88"/>
                  <a:gd name="T3" fmla="*/ 5 h 56"/>
                  <a:gd name="T4" fmla="*/ 2 w 88"/>
                  <a:gd name="T5" fmla="*/ 56 h 56"/>
                  <a:gd name="T6" fmla="*/ 88 w 88"/>
                  <a:gd name="T7" fmla="*/ 51 h 56"/>
                  <a:gd name="T8" fmla="*/ 86 w 88"/>
                  <a:gd name="T9" fmla="*/ 0 h 56"/>
                </a:gdLst>
                <a:ahLst/>
                <a:cxnLst>
                  <a:cxn ang="0">
                    <a:pos x="T0" y="T1"/>
                  </a:cxn>
                  <a:cxn ang="0">
                    <a:pos x="T2" y="T3"/>
                  </a:cxn>
                  <a:cxn ang="0">
                    <a:pos x="T4" y="T5"/>
                  </a:cxn>
                  <a:cxn ang="0">
                    <a:pos x="T6" y="T7"/>
                  </a:cxn>
                  <a:cxn ang="0">
                    <a:pos x="T8" y="T9"/>
                  </a:cxn>
                </a:cxnLst>
                <a:rect l="0" t="0" r="r" b="b"/>
                <a:pathLst>
                  <a:path w="88" h="56">
                    <a:moveTo>
                      <a:pt x="86" y="0"/>
                    </a:moveTo>
                    <a:lnTo>
                      <a:pt x="0" y="5"/>
                    </a:lnTo>
                    <a:lnTo>
                      <a:pt x="2" y="56"/>
                    </a:lnTo>
                    <a:lnTo>
                      <a:pt x="88" y="51"/>
                    </a:lnTo>
                    <a:lnTo>
                      <a:pt x="86" y="0"/>
                    </a:lnTo>
                    <a:close/>
                  </a:path>
                </a:pathLst>
              </a:custGeom>
              <a:solidFill>
                <a:srgbClr val="C71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1" name="Freeform 63"/>
              <p:cNvSpPr>
                <a:spLocks/>
              </p:cNvSpPr>
              <p:nvPr/>
            </p:nvSpPr>
            <p:spPr bwMode="auto">
              <a:xfrm>
                <a:off x="4672" y="3451"/>
                <a:ext cx="88" cy="55"/>
              </a:xfrm>
              <a:custGeom>
                <a:avLst/>
                <a:gdLst>
                  <a:gd name="T0" fmla="*/ 86 w 88"/>
                  <a:gd name="T1" fmla="*/ 0 h 55"/>
                  <a:gd name="T2" fmla="*/ 0 w 88"/>
                  <a:gd name="T3" fmla="*/ 3 h 55"/>
                  <a:gd name="T4" fmla="*/ 2 w 88"/>
                  <a:gd name="T5" fmla="*/ 55 h 55"/>
                  <a:gd name="T6" fmla="*/ 88 w 88"/>
                  <a:gd name="T7" fmla="*/ 51 h 55"/>
                  <a:gd name="T8" fmla="*/ 86 w 88"/>
                  <a:gd name="T9" fmla="*/ 0 h 55"/>
                </a:gdLst>
                <a:ahLst/>
                <a:cxnLst>
                  <a:cxn ang="0">
                    <a:pos x="T0" y="T1"/>
                  </a:cxn>
                  <a:cxn ang="0">
                    <a:pos x="T2" y="T3"/>
                  </a:cxn>
                  <a:cxn ang="0">
                    <a:pos x="T4" y="T5"/>
                  </a:cxn>
                  <a:cxn ang="0">
                    <a:pos x="T6" y="T7"/>
                  </a:cxn>
                  <a:cxn ang="0">
                    <a:pos x="T8" y="T9"/>
                  </a:cxn>
                </a:cxnLst>
                <a:rect l="0" t="0" r="r" b="b"/>
                <a:pathLst>
                  <a:path w="88" h="55">
                    <a:moveTo>
                      <a:pt x="86" y="0"/>
                    </a:moveTo>
                    <a:lnTo>
                      <a:pt x="0" y="3"/>
                    </a:lnTo>
                    <a:lnTo>
                      <a:pt x="2" y="55"/>
                    </a:lnTo>
                    <a:lnTo>
                      <a:pt x="88" y="51"/>
                    </a:lnTo>
                    <a:lnTo>
                      <a:pt x="86" y="0"/>
                    </a:lnTo>
                    <a:close/>
                  </a:path>
                </a:pathLst>
              </a:custGeom>
              <a:solidFill>
                <a:srgbClr val="D231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2" name="Freeform 64"/>
              <p:cNvSpPr>
                <a:spLocks/>
              </p:cNvSpPr>
              <p:nvPr/>
            </p:nvSpPr>
            <p:spPr bwMode="auto">
              <a:xfrm>
                <a:off x="4674" y="3514"/>
                <a:ext cx="90" cy="55"/>
              </a:xfrm>
              <a:custGeom>
                <a:avLst/>
                <a:gdLst>
                  <a:gd name="T0" fmla="*/ 87 w 90"/>
                  <a:gd name="T1" fmla="*/ 0 h 55"/>
                  <a:gd name="T2" fmla="*/ 0 w 90"/>
                  <a:gd name="T3" fmla="*/ 5 h 55"/>
                  <a:gd name="T4" fmla="*/ 2 w 90"/>
                  <a:gd name="T5" fmla="*/ 55 h 55"/>
                  <a:gd name="T6" fmla="*/ 90 w 90"/>
                  <a:gd name="T7" fmla="*/ 52 h 55"/>
                  <a:gd name="T8" fmla="*/ 87 w 90"/>
                  <a:gd name="T9" fmla="*/ 0 h 55"/>
                </a:gdLst>
                <a:ahLst/>
                <a:cxnLst>
                  <a:cxn ang="0">
                    <a:pos x="T0" y="T1"/>
                  </a:cxn>
                  <a:cxn ang="0">
                    <a:pos x="T2" y="T3"/>
                  </a:cxn>
                  <a:cxn ang="0">
                    <a:pos x="T4" y="T5"/>
                  </a:cxn>
                  <a:cxn ang="0">
                    <a:pos x="T6" y="T7"/>
                  </a:cxn>
                  <a:cxn ang="0">
                    <a:pos x="T8" y="T9"/>
                  </a:cxn>
                </a:cxnLst>
                <a:rect l="0" t="0" r="r" b="b"/>
                <a:pathLst>
                  <a:path w="90" h="55">
                    <a:moveTo>
                      <a:pt x="87" y="0"/>
                    </a:moveTo>
                    <a:lnTo>
                      <a:pt x="0" y="5"/>
                    </a:lnTo>
                    <a:lnTo>
                      <a:pt x="2" y="55"/>
                    </a:lnTo>
                    <a:lnTo>
                      <a:pt x="90" y="52"/>
                    </a:lnTo>
                    <a:lnTo>
                      <a:pt x="87" y="0"/>
                    </a:lnTo>
                    <a:close/>
                  </a:path>
                </a:pathLst>
              </a:custGeom>
              <a:solidFill>
                <a:srgbClr val="DD51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3" name="Freeform 65"/>
              <p:cNvSpPr>
                <a:spLocks/>
              </p:cNvSpPr>
              <p:nvPr/>
            </p:nvSpPr>
            <p:spPr bwMode="auto">
              <a:xfrm>
                <a:off x="4678" y="3578"/>
                <a:ext cx="88" cy="56"/>
              </a:xfrm>
              <a:custGeom>
                <a:avLst/>
                <a:gdLst>
                  <a:gd name="T0" fmla="*/ 86 w 88"/>
                  <a:gd name="T1" fmla="*/ 0 h 56"/>
                  <a:gd name="T2" fmla="*/ 0 w 88"/>
                  <a:gd name="T3" fmla="*/ 5 h 56"/>
                  <a:gd name="T4" fmla="*/ 2 w 88"/>
                  <a:gd name="T5" fmla="*/ 56 h 56"/>
                  <a:gd name="T6" fmla="*/ 88 w 88"/>
                  <a:gd name="T7" fmla="*/ 51 h 56"/>
                  <a:gd name="T8" fmla="*/ 86 w 88"/>
                  <a:gd name="T9" fmla="*/ 0 h 56"/>
                </a:gdLst>
                <a:ahLst/>
                <a:cxnLst>
                  <a:cxn ang="0">
                    <a:pos x="T0" y="T1"/>
                  </a:cxn>
                  <a:cxn ang="0">
                    <a:pos x="T2" y="T3"/>
                  </a:cxn>
                  <a:cxn ang="0">
                    <a:pos x="T4" y="T5"/>
                  </a:cxn>
                  <a:cxn ang="0">
                    <a:pos x="T6" y="T7"/>
                  </a:cxn>
                  <a:cxn ang="0">
                    <a:pos x="T8" y="T9"/>
                  </a:cxn>
                </a:cxnLst>
                <a:rect l="0" t="0" r="r" b="b"/>
                <a:pathLst>
                  <a:path w="88" h="56">
                    <a:moveTo>
                      <a:pt x="86" y="0"/>
                    </a:moveTo>
                    <a:lnTo>
                      <a:pt x="0" y="5"/>
                    </a:lnTo>
                    <a:lnTo>
                      <a:pt x="2" y="56"/>
                    </a:lnTo>
                    <a:lnTo>
                      <a:pt x="88" y="51"/>
                    </a:lnTo>
                    <a:lnTo>
                      <a:pt x="86" y="0"/>
                    </a:lnTo>
                    <a:close/>
                  </a:path>
                </a:pathLst>
              </a:custGeom>
              <a:solidFill>
                <a:srgbClr val="E872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4" name="Freeform 66"/>
              <p:cNvSpPr>
                <a:spLocks/>
              </p:cNvSpPr>
              <p:nvPr/>
            </p:nvSpPr>
            <p:spPr bwMode="auto">
              <a:xfrm>
                <a:off x="4664" y="3329"/>
                <a:ext cx="174" cy="307"/>
              </a:xfrm>
              <a:custGeom>
                <a:avLst/>
                <a:gdLst>
                  <a:gd name="T0" fmla="*/ 83 w 174"/>
                  <a:gd name="T1" fmla="*/ 0 h 307"/>
                  <a:gd name="T2" fmla="*/ 0 w 174"/>
                  <a:gd name="T3" fmla="*/ 27 h 307"/>
                  <a:gd name="T4" fmla="*/ 92 w 174"/>
                  <a:gd name="T5" fmla="*/ 307 h 307"/>
                  <a:gd name="T6" fmla="*/ 174 w 174"/>
                  <a:gd name="T7" fmla="*/ 280 h 307"/>
                  <a:gd name="T8" fmla="*/ 83 w 174"/>
                  <a:gd name="T9" fmla="*/ 0 h 307"/>
                </a:gdLst>
                <a:ahLst/>
                <a:cxnLst>
                  <a:cxn ang="0">
                    <a:pos x="T0" y="T1"/>
                  </a:cxn>
                  <a:cxn ang="0">
                    <a:pos x="T2" y="T3"/>
                  </a:cxn>
                  <a:cxn ang="0">
                    <a:pos x="T4" y="T5"/>
                  </a:cxn>
                  <a:cxn ang="0">
                    <a:pos x="T6" y="T7"/>
                  </a:cxn>
                  <a:cxn ang="0">
                    <a:pos x="T8" y="T9"/>
                  </a:cxn>
                </a:cxnLst>
                <a:rect l="0" t="0" r="r" b="b"/>
                <a:pathLst>
                  <a:path w="174" h="307">
                    <a:moveTo>
                      <a:pt x="83" y="0"/>
                    </a:moveTo>
                    <a:lnTo>
                      <a:pt x="0" y="27"/>
                    </a:lnTo>
                    <a:lnTo>
                      <a:pt x="92" y="307"/>
                    </a:lnTo>
                    <a:lnTo>
                      <a:pt x="174" y="280"/>
                    </a:lnTo>
                    <a:lnTo>
                      <a:pt x="83"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5" name="Freeform 67"/>
              <p:cNvSpPr>
                <a:spLocks/>
              </p:cNvSpPr>
              <p:nvPr/>
            </p:nvSpPr>
            <p:spPr bwMode="auto">
              <a:xfrm>
                <a:off x="4681" y="3380"/>
                <a:ext cx="98" cy="75"/>
              </a:xfrm>
              <a:custGeom>
                <a:avLst/>
                <a:gdLst>
                  <a:gd name="T0" fmla="*/ 81 w 98"/>
                  <a:gd name="T1" fmla="*/ 0 h 75"/>
                  <a:gd name="T2" fmla="*/ 0 w 98"/>
                  <a:gd name="T3" fmla="*/ 27 h 75"/>
                  <a:gd name="T4" fmla="*/ 16 w 98"/>
                  <a:gd name="T5" fmla="*/ 75 h 75"/>
                  <a:gd name="T6" fmla="*/ 98 w 98"/>
                  <a:gd name="T7" fmla="*/ 48 h 75"/>
                  <a:gd name="T8" fmla="*/ 81 w 98"/>
                  <a:gd name="T9" fmla="*/ 0 h 75"/>
                </a:gdLst>
                <a:ahLst/>
                <a:cxnLst>
                  <a:cxn ang="0">
                    <a:pos x="T0" y="T1"/>
                  </a:cxn>
                  <a:cxn ang="0">
                    <a:pos x="T2" y="T3"/>
                  </a:cxn>
                  <a:cxn ang="0">
                    <a:pos x="T4" y="T5"/>
                  </a:cxn>
                  <a:cxn ang="0">
                    <a:pos x="T6" y="T7"/>
                  </a:cxn>
                  <a:cxn ang="0">
                    <a:pos x="T8" y="T9"/>
                  </a:cxn>
                </a:cxnLst>
                <a:rect l="0" t="0" r="r" b="b"/>
                <a:pathLst>
                  <a:path w="98" h="75">
                    <a:moveTo>
                      <a:pt x="81" y="0"/>
                    </a:moveTo>
                    <a:lnTo>
                      <a:pt x="0" y="27"/>
                    </a:lnTo>
                    <a:lnTo>
                      <a:pt x="16" y="75"/>
                    </a:lnTo>
                    <a:lnTo>
                      <a:pt x="98" y="48"/>
                    </a:lnTo>
                    <a:lnTo>
                      <a:pt x="81" y="0"/>
                    </a:lnTo>
                    <a:close/>
                  </a:path>
                </a:pathLst>
              </a:custGeom>
              <a:solidFill>
                <a:srgbClr val="003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6" name="Freeform 68"/>
              <p:cNvSpPr>
                <a:spLocks/>
              </p:cNvSpPr>
              <p:nvPr/>
            </p:nvSpPr>
            <p:spPr bwMode="auto">
              <a:xfrm>
                <a:off x="4701" y="3441"/>
                <a:ext cx="98" cy="76"/>
              </a:xfrm>
              <a:custGeom>
                <a:avLst/>
                <a:gdLst>
                  <a:gd name="T0" fmla="*/ 82 w 98"/>
                  <a:gd name="T1" fmla="*/ 0 h 76"/>
                  <a:gd name="T2" fmla="*/ 0 w 98"/>
                  <a:gd name="T3" fmla="*/ 27 h 76"/>
                  <a:gd name="T4" fmla="*/ 16 w 98"/>
                  <a:gd name="T5" fmla="*/ 76 h 76"/>
                  <a:gd name="T6" fmla="*/ 98 w 98"/>
                  <a:gd name="T7" fmla="*/ 49 h 76"/>
                  <a:gd name="T8" fmla="*/ 82 w 98"/>
                  <a:gd name="T9" fmla="*/ 0 h 76"/>
                </a:gdLst>
                <a:ahLst/>
                <a:cxnLst>
                  <a:cxn ang="0">
                    <a:pos x="T0" y="T1"/>
                  </a:cxn>
                  <a:cxn ang="0">
                    <a:pos x="T2" y="T3"/>
                  </a:cxn>
                  <a:cxn ang="0">
                    <a:pos x="T4" y="T5"/>
                  </a:cxn>
                  <a:cxn ang="0">
                    <a:pos x="T6" y="T7"/>
                  </a:cxn>
                  <a:cxn ang="0">
                    <a:pos x="T8" y="T9"/>
                  </a:cxn>
                </a:cxnLst>
                <a:rect l="0" t="0" r="r" b="b"/>
                <a:pathLst>
                  <a:path w="98" h="76">
                    <a:moveTo>
                      <a:pt x="82" y="0"/>
                    </a:moveTo>
                    <a:lnTo>
                      <a:pt x="0" y="27"/>
                    </a:lnTo>
                    <a:lnTo>
                      <a:pt x="16" y="76"/>
                    </a:lnTo>
                    <a:lnTo>
                      <a:pt x="98" y="49"/>
                    </a:lnTo>
                    <a:lnTo>
                      <a:pt x="82" y="0"/>
                    </a:lnTo>
                    <a:close/>
                  </a:path>
                </a:pathLst>
              </a:custGeom>
              <a:solidFill>
                <a:srgbClr val="0C4F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7" name="Freeform 69"/>
              <p:cNvSpPr>
                <a:spLocks/>
              </p:cNvSpPr>
              <p:nvPr/>
            </p:nvSpPr>
            <p:spPr bwMode="auto">
              <a:xfrm>
                <a:off x="4721" y="3501"/>
                <a:ext cx="98" cy="76"/>
              </a:xfrm>
              <a:custGeom>
                <a:avLst/>
                <a:gdLst>
                  <a:gd name="T0" fmla="*/ 82 w 98"/>
                  <a:gd name="T1" fmla="*/ 0 h 76"/>
                  <a:gd name="T2" fmla="*/ 0 w 98"/>
                  <a:gd name="T3" fmla="*/ 28 h 76"/>
                  <a:gd name="T4" fmla="*/ 16 w 98"/>
                  <a:gd name="T5" fmla="*/ 76 h 76"/>
                  <a:gd name="T6" fmla="*/ 98 w 98"/>
                  <a:gd name="T7" fmla="*/ 49 h 76"/>
                  <a:gd name="T8" fmla="*/ 82 w 98"/>
                  <a:gd name="T9" fmla="*/ 0 h 76"/>
                </a:gdLst>
                <a:ahLst/>
                <a:cxnLst>
                  <a:cxn ang="0">
                    <a:pos x="T0" y="T1"/>
                  </a:cxn>
                  <a:cxn ang="0">
                    <a:pos x="T2" y="T3"/>
                  </a:cxn>
                  <a:cxn ang="0">
                    <a:pos x="T4" y="T5"/>
                  </a:cxn>
                  <a:cxn ang="0">
                    <a:pos x="T6" y="T7"/>
                  </a:cxn>
                  <a:cxn ang="0">
                    <a:pos x="T8" y="T9"/>
                  </a:cxn>
                </a:cxnLst>
                <a:rect l="0" t="0" r="r" b="b"/>
                <a:pathLst>
                  <a:path w="98" h="76">
                    <a:moveTo>
                      <a:pt x="82" y="0"/>
                    </a:moveTo>
                    <a:lnTo>
                      <a:pt x="0" y="28"/>
                    </a:lnTo>
                    <a:lnTo>
                      <a:pt x="16" y="76"/>
                    </a:lnTo>
                    <a:lnTo>
                      <a:pt x="98" y="49"/>
                    </a:lnTo>
                    <a:lnTo>
                      <a:pt x="82" y="0"/>
                    </a:lnTo>
                    <a:close/>
                  </a:path>
                </a:pathLst>
              </a:custGeom>
              <a:solidFill>
                <a:srgbClr val="176E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8" name="Freeform 70"/>
              <p:cNvSpPr>
                <a:spLocks/>
              </p:cNvSpPr>
              <p:nvPr/>
            </p:nvSpPr>
            <p:spPr bwMode="auto">
              <a:xfrm>
                <a:off x="4741" y="3562"/>
                <a:ext cx="97" cy="76"/>
              </a:xfrm>
              <a:custGeom>
                <a:avLst/>
                <a:gdLst>
                  <a:gd name="T0" fmla="*/ 82 w 97"/>
                  <a:gd name="T1" fmla="*/ 0 h 76"/>
                  <a:gd name="T2" fmla="*/ 0 w 97"/>
                  <a:gd name="T3" fmla="*/ 27 h 76"/>
                  <a:gd name="T4" fmla="*/ 16 w 97"/>
                  <a:gd name="T5" fmla="*/ 76 h 76"/>
                  <a:gd name="T6" fmla="*/ 97 w 97"/>
                  <a:gd name="T7" fmla="*/ 50 h 76"/>
                  <a:gd name="T8" fmla="*/ 82 w 97"/>
                  <a:gd name="T9" fmla="*/ 0 h 76"/>
                </a:gdLst>
                <a:ahLst/>
                <a:cxnLst>
                  <a:cxn ang="0">
                    <a:pos x="T0" y="T1"/>
                  </a:cxn>
                  <a:cxn ang="0">
                    <a:pos x="T2" y="T3"/>
                  </a:cxn>
                  <a:cxn ang="0">
                    <a:pos x="T4" y="T5"/>
                  </a:cxn>
                  <a:cxn ang="0">
                    <a:pos x="T6" y="T7"/>
                  </a:cxn>
                  <a:cxn ang="0">
                    <a:pos x="T8" y="T9"/>
                  </a:cxn>
                </a:cxnLst>
                <a:rect l="0" t="0" r="r" b="b"/>
                <a:pathLst>
                  <a:path w="97" h="76">
                    <a:moveTo>
                      <a:pt x="82" y="0"/>
                    </a:moveTo>
                    <a:lnTo>
                      <a:pt x="0" y="27"/>
                    </a:lnTo>
                    <a:lnTo>
                      <a:pt x="16" y="76"/>
                    </a:lnTo>
                    <a:lnTo>
                      <a:pt x="97" y="50"/>
                    </a:lnTo>
                    <a:lnTo>
                      <a:pt x="82" y="0"/>
                    </a:ln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9" name="Freeform 71"/>
              <p:cNvSpPr>
                <a:spLocks/>
              </p:cNvSpPr>
              <p:nvPr/>
            </p:nvSpPr>
            <p:spPr bwMode="auto">
              <a:xfrm>
                <a:off x="4667" y="3327"/>
                <a:ext cx="236" cy="294"/>
              </a:xfrm>
              <a:custGeom>
                <a:avLst/>
                <a:gdLst>
                  <a:gd name="T0" fmla="*/ 72 w 236"/>
                  <a:gd name="T1" fmla="*/ 0 h 294"/>
                  <a:gd name="T2" fmla="*/ 0 w 236"/>
                  <a:gd name="T3" fmla="*/ 48 h 294"/>
                  <a:gd name="T4" fmla="*/ 164 w 236"/>
                  <a:gd name="T5" fmla="*/ 294 h 294"/>
                  <a:gd name="T6" fmla="*/ 236 w 236"/>
                  <a:gd name="T7" fmla="*/ 246 h 294"/>
                  <a:gd name="T8" fmla="*/ 72 w 236"/>
                  <a:gd name="T9" fmla="*/ 0 h 294"/>
                </a:gdLst>
                <a:ahLst/>
                <a:cxnLst>
                  <a:cxn ang="0">
                    <a:pos x="T0" y="T1"/>
                  </a:cxn>
                  <a:cxn ang="0">
                    <a:pos x="T2" y="T3"/>
                  </a:cxn>
                  <a:cxn ang="0">
                    <a:pos x="T4" y="T5"/>
                  </a:cxn>
                  <a:cxn ang="0">
                    <a:pos x="T6" y="T7"/>
                  </a:cxn>
                  <a:cxn ang="0">
                    <a:pos x="T8" y="T9"/>
                  </a:cxn>
                </a:cxnLst>
                <a:rect l="0" t="0" r="r" b="b"/>
                <a:pathLst>
                  <a:path w="236" h="294">
                    <a:moveTo>
                      <a:pt x="72" y="0"/>
                    </a:moveTo>
                    <a:lnTo>
                      <a:pt x="0" y="48"/>
                    </a:lnTo>
                    <a:lnTo>
                      <a:pt x="164" y="294"/>
                    </a:lnTo>
                    <a:lnTo>
                      <a:pt x="236" y="246"/>
                    </a:lnTo>
                    <a:lnTo>
                      <a:pt x="72"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0" name="Freeform 72"/>
              <p:cNvSpPr>
                <a:spLocks/>
              </p:cNvSpPr>
              <p:nvPr/>
            </p:nvSpPr>
            <p:spPr bwMode="auto">
              <a:xfrm>
                <a:off x="4697" y="3372"/>
                <a:ext cx="100" cy="90"/>
              </a:xfrm>
              <a:custGeom>
                <a:avLst/>
                <a:gdLst>
                  <a:gd name="T0" fmla="*/ 72 w 100"/>
                  <a:gd name="T1" fmla="*/ 0 h 90"/>
                  <a:gd name="T2" fmla="*/ 0 w 100"/>
                  <a:gd name="T3" fmla="*/ 48 h 90"/>
                  <a:gd name="T4" fmla="*/ 29 w 100"/>
                  <a:gd name="T5" fmla="*/ 90 h 90"/>
                  <a:gd name="T6" fmla="*/ 100 w 100"/>
                  <a:gd name="T7" fmla="*/ 42 h 90"/>
                  <a:gd name="T8" fmla="*/ 72 w 100"/>
                  <a:gd name="T9" fmla="*/ 0 h 90"/>
                </a:gdLst>
                <a:ahLst/>
                <a:cxnLst>
                  <a:cxn ang="0">
                    <a:pos x="T0" y="T1"/>
                  </a:cxn>
                  <a:cxn ang="0">
                    <a:pos x="T2" y="T3"/>
                  </a:cxn>
                  <a:cxn ang="0">
                    <a:pos x="T4" y="T5"/>
                  </a:cxn>
                  <a:cxn ang="0">
                    <a:pos x="T6" y="T7"/>
                  </a:cxn>
                  <a:cxn ang="0">
                    <a:pos x="T8" y="T9"/>
                  </a:cxn>
                </a:cxnLst>
                <a:rect l="0" t="0" r="r" b="b"/>
                <a:pathLst>
                  <a:path w="100" h="90">
                    <a:moveTo>
                      <a:pt x="72" y="0"/>
                    </a:moveTo>
                    <a:lnTo>
                      <a:pt x="0" y="48"/>
                    </a:lnTo>
                    <a:lnTo>
                      <a:pt x="29" y="90"/>
                    </a:lnTo>
                    <a:lnTo>
                      <a:pt x="100" y="42"/>
                    </a:lnTo>
                    <a:lnTo>
                      <a:pt x="72" y="0"/>
                    </a:ln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1" name="Freeform 73"/>
              <p:cNvSpPr>
                <a:spLocks/>
              </p:cNvSpPr>
              <p:nvPr/>
            </p:nvSpPr>
            <p:spPr bwMode="auto">
              <a:xfrm>
                <a:off x="4732" y="3425"/>
                <a:ext cx="101" cy="91"/>
              </a:xfrm>
              <a:custGeom>
                <a:avLst/>
                <a:gdLst>
                  <a:gd name="T0" fmla="*/ 73 w 101"/>
                  <a:gd name="T1" fmla="*/ 0 h 91"/>
                  <a:gd name="T2" fmla="*/ 0 w 101"/>
                  <a:gd name="T3" fmla="*/ 48 h 91"/>
                  <a:gd name="T4" fmla="*/ 29 w 101"/>
                  <a:gd name="T5" fmla="*/ 91 h 91"/>
                  <a:gd name="T6" fmla="*/ 101 w 101"/>
                  <a:gd name="T7" fmla="*/ 43 h 91"/>
                  <a:gd name="T8" fmla="*/ 73 w 101"/>
                  <a:gd name="T9" fmla="*/ 0 h 91"/>
                </a:gdLst>
                <a:ahLst/>
                <a:cxnLst>
                  <a:cxn ang="0">
                    <a:pos x="T0" y="T1"/>
                  </a:cxn>
                  <a:cxn ang="0">
                    <a:pos x="T2" y="T3"/>
                  </a:cxn>
                  <a:cxn ang="0">
                    <a:pos x="T4" y="T5"/>
                  </a:cxn>
                  <a:cxn ang="0">
                    <a:pos x="T6" y="T7"/>
                  </a:cxn>
                  <a:cxn ang="0">
                    <a:pos x="T8" y="T9"/>
                  </a:cxn>
                </a:cxnLst>
                <a:rect l="0" t="0" r="r" b="b"/>
                <a:pathLst>
                  <a:path w="101" h="91">
                    <a:moveTo>
                      <a:pt x="73" y="0"/>
                    </a:moveTo>
                    <a:lnTo>
                      <a:pt x="0" y="48"/>
                    </a:lnTo>
                    <a:lnTo>
                      <a:pt x="29" y="91"/>
                    </a:lnTo>
                    <a:lnTo>
                      <a:pt x="101" y="43"/>
                    </a:lnTo>
                    <a:lnTo>
                      <a:pt x="73" y="0"/>
                    </a:lnTo>
                    <a:close/>
                  </a:path>
                </a:pathLst>
              </a:custGeom>
              <a:solidFill>
                <a:srgbClr val="FFB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2" name="Freeform 74"/>
              <p:cNvSpPr>
                <a:spLocks/>
              </p:cNvSpPr>
              <p:nvPr/>
            </p:nvSpPr>
            <p:spPr bwMode="auto">
              <a:xfrm>
                <a:off x="4768" y="3478"/>
                <a:ext cx="100" cy="90"/>
              </a:xfrm>
              <a:custGeom>
                <a:avLst/>
                <a:gdLst>
                  <a:gd name="T0" fmla="*/ 71 w 100"/>
                  <a:gd name="T1" fmla="*/ 0 h 90"/>
                  <a:gd name="T2" fmla="*/ 0 w 100"/>
                  <a:gd name="T3" fmla="*/ 48 h 90"/>
                  <a:gd name="T4" fmla="*/ 28 w 100"/>
                  <a:gd name="T5" fmla="*/ 90 h 90"/>
                  <a:gd name="T6" fmla="*/ 100 w 100"/>
                  <a:gd name="T7" fmla="*/ 43 h 90"/>
                  <a:gd name="T8" fmla="*/ 71 w 100"/>
                  <a:gd name="T9" fmla="*/ 0 h 90"/>
                </a:gdLst>
                <a:ahLst/>
                <a:cxnLst>
                  <a:cxn ang="0">
                    <a:pos x="T0" y="T1"/>
                  </a:cxn>
                  <a:cxn ang="0">
                    <a:pos x="T2" y="T3"/>
                  </a:cxn>
                  <a:cxn ang="0">
                    <a:pos x="T4" y="T5"/>
                  </a:cxn>
                  <a:cxn ang="0">
                    <a:pos x="T6" y="T7"/>
                  </a:cxn>
                  <a:cxn ang="0">
                    <a:pos x="T8" y="T9"/>
                  </a:cxn>
                </a:cxnLst>
                <a:rect l="0" t="0" r="r" b="b"/>
                <a:pathLst>
                  <a:path w="100" h="90">
                    <a:moveTo>
                      <a:pt x="71" y="0"/>
                    </a:moveTo>
                    <a:lnTo>
                      <a:pt x="0" y="48"/>
                    </a:lnTo>
                    <a:lnTo>
                      <a:pt x="28" y="90"/>
                    </a:lnTo>
                    <a:lnTo>
                      <a:pt x="100" y="43"/>
                    </a:lnTo>
                    <a:lnTo>
                      <a:pt x="71" y="0"/>
                    </a:lnTo>
                    <a:close/>
                  </a:path>
                </a:pathLst>
              </a:custGeom>
              <a:solidFill>
                <a:srgbClr val="FFCA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3" name="Freeform 75"/>
              <p:cNvSpPr>
                <a:spLocks/>
              </p:cNvSpPr>
              <p:nvPr/>
            </p:nvSpPr>
            <p:spPr bwMode="auto">
              <a:xfrm>
                <a:off x="4804" y="3531"/>
                <a:ext cx="100" cy="91"/>
              </a:xfrm>
              <a:custGeom>
                <a:avLst/>
                <a:gdLst>
                  <a:gd name="T0" fmla="*/ 71 w 100"/>
                  <a:gd name="T1" fmla="*/ 0 h 91"/>
                  <a:gd name="T2" fmla="*/ 0 w 100"/>
                  <a:gd name="T3" fmla="*/ 48 h 91"/>
                  <a:gd name="T4" fmla="*/ 28 w 100"/>
                  <a:gd name="T5" fmla="*/ 91 h 91"/>
                  <a:gd name="T6" fmla="*/ 100 w 100"/>
                  <a:gd name="T7" fmla="*/ 43 h 91"/>
                  <a:gd name="T8" fmla="*/ 71 w 100"/>
                  <a:gd name="T9" fmla="*/ 0 h 91"/>
                </a:gdLst>
                <a:ahLst/>
                <a:cxnLst>
                  <a:cxn ang="0">
                    <a:pos x="T0" y="T1"/>
                  </a:cxn>
                  <a:cxn ang="0">
                    <a:pos x="T2" y="T3"/>
                  </a:cxn>
                  <a:cxn ang="0">
                    <a:pos x="T4" y="T5"/>
                  </a:cxn>
                  <a:cxn ang="0">
                    <a:pos x="T6" y="T7"/>
                  </a:cxn>
                  <a:cxn ang="0">
                    <a:pos x="T8" y="T9"/>
                  </a:cxn>
                </a:cxnLst>
                <a:rect l="0" t="0" r="r" b="b"/>
                <a:pathLst>
                  <a:path w="100" h="91">
                    <a:moveTo>
                      <a:pt x="71" y="0"/>
                    </a:moveTo>
                    <a:lnTo>
                      <a:pt x="0" y="48"/>
                    </a:lnTo>
                    <a:lnTo>
                      <a:pt x="28" y="91"/>
                    </a:lnTo>
                    <a:lnTo>
                      <a:pt x="100" y="43"/>
                    </a:lnTo>
                    <a:lnTo>
                      <a:pt x="71" y="0"/>
                    </a:lnTo>
                    <a:close/>
                  </a:path>
                </a:pathLst>
              </a:custGeom>
              <a:solidFill>
                <a:srgbClr val="FFD8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4" name="Freeform 76"/>
              <p:cNvSpPr>
                <a:spLocks/>
              </p:cNvSpPr>
              <p:nvPr/>
            </p:nvSpPr>
            <p:spPr bwMode="auto">
              <a:xfrm>
                <a:off x="4675" y="3327"/>
                <a:ext cx="279" cy="258"/>
              </a:xfrm>
              <a:custGeom>
                <a:avLst/>
                <a:gdLst>
                  <a:gd name="T0" fmla="*/ 57 w 279"/>
                  <a:gd name="T1" fmla="*/ 0 h 258"/>
                  <a:gd name="T2" fmla="*/ 0 w 279"/>
                  <a:gd name="T3" fmla="*/ 66 h 258"/>
                  <a:gd name="T4" fmla="*/ 224 w 279"/>
                  <a:gd name="T5" fmla="*/ 258 h 258"/>
                  <a:gd name="T6" fmla="*/ 279 w 279"/>
                  <a:gd name="T7" fmla="*/ 192 h 258"/>
                  <a:gd name="T8" fmla="*/ 57 w 279"/>
                  <a:gd name="T9" fmla="*/ 0 h 258"/>
                </a:gdLst>
                <a:ahLst/>
                <a:cxnLst>
                  <a:cxn ang="0">
                    <a:pos x="T0" y="T1"/>
                  </a:cxn>
                  <a:cxn ang="0">
                    <a:pos x="T2" y="T3"/>
                  </a:cxn>
                  <a:cxn ang="0">
                    <a:pos x="T4" y="T5"/>
                  </a:cxn>
                  <a:cxn ang="0">
                    <a:pos x="T6" y="T7"/>
                  </a:cxn>
                  <a:cxn ang="0">
                    <a:pos x="T8" y="T9"/>
                  </a:cxn>
                </a:cxnLst>
                <a:rect l="0" t="0" r="r" b="b"/>
                <a:pathLst>
                  <a:path w="279" h="258">
                    <a:moveTo>
                      <a:pt x="57" y="0"/>
                    </a:moveTo>
                    <a:lnTo>
                      <a:pt x="0" y="66"/>
                    </a:lnTo>
                    <a:lnTo>
                      <a:pt x="224" y="258"/>
                    </a:lnTo>
                    <a:lnTo>
                      <a:pt x="279" y="192"/>
                    </a:lnTo>
                    <a:lnTo>
                      <a:pt x="57"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5" name="Freeform 77"/>
              <p:cNvSpPr>
                <a:spLocks/>
              </p:cNvSpPr>
              <p:nvPr/>
            </p:nvSpPr>
            <p:spPr bwMode="auto">
              <a:xfrm>
                <a:off x="4715" y="3362"/>
                <a:ext cx="97" cy="99"/>
              </a:xfrm>
              <a:custGeom>
                <a:avLst/>
                <a:gdLst>
                  <a:gd name="T0" fmla="*/ 57 w 97"/>
                  <a:gd name="T1" fmla="*/ 0 h 99"/>
                  <a:gd name="T2" fmla="*/ 0 w 97"/>
                  <a:gd name="T3" fmla="*/ 65 h 99"/>
                  <a:gd name="T4" fmla="*/ 40 w 97"/>
                  <a:gd name="T5" fmla="*/ 99 h 99"/>
                  <a:gd name="T6" fmla="*/ 97 w 97"/>
                  <a:gd name="T7" fmla="*/ 33 h 99"/>
                  <a:gd name="T8" fmla="*/ 57 w 97"/>
                  <a:gd name="T9" fmla="*/ 0 h 99"/>
                </a:gdLst>
                <a:ahLst/>
                <a:cxnLst>
                  <a:cxn ang="0">
                    <a:pos x="T0" y="T1"/>
                  </a:cxn>
                  <a:cxn ang="0">
                    <a:pos x="T2" y="T3"/>
                  </a:cxn>
                  <a:cxn ang="0">
                    <a:pos x="T4" y="T5"/>
                  </a:cxn>
                  <a:cxn ang="0">
                    <a:pos x="T6" y="T7"/>
                  </a:cxn>
                  <a:cxn ang="0">
                    <a:pos x="T8" y="T9"/>
                  </a:cxn>
                </a:cxnLst>
                <a:rect l="0" t="0" r="r" b="b"/>
                <a:pathLst>
                  <a:path w="97" h="99">
                    <a:moveTo>
                      <a:pt x="57" y="0"/>
                    </a:moveTo>
                    <a:lnTo>
                      <a:pt x="0" y="65"/>
                    </a:lnTo>
                    <a:lnTo>
                      <a:pt x="40" y="99"/>
                    </a:lnTo>
                    <a:lnTo>
                      <a:pt x="97" y="33"/>
                    </a:lnTo>
                    <a:lnTo>
                      <a:pt x="57" y="0"/>
                    </a:ln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6" name="Freeform 78"/>
              <p:cNvSpPr>
                <a:spLocks/>
              </p:cNvSpPr>
              <p:nvPr/>
            </p:nvSpPr>
            <p:spPr bwMode="auto">
              <a:xfrm>
                <a:off x="4765" y="3404"/>
                <a:ext cx="95" cy="98"/>
              </a:xfrm>
              <a:custGeom>
                <a:avLst/>
                <a:gdLst>
                  <a:gd name="T0" fmla="*/ 55 w 95"/>
                  <a:gd name="T1" fmla="*/ 0 h 98"/>
                  <a:gd name="T2" fmla="*/ 0 w 95"/>
                  <a:gd name="T3" fmla="*/ 65 h 98"/>
                  <a:gd name="T4" fmla="*/ 38 w 95"/>
                  <a:gd name="T5" fmla="*/ 98 h 98"/>
                  <a:gd name="T6" fmla="*/ 95 w 95"/>
                  <a:gd name="T7" fmla="*/ 33 h 98"/>
                  <a:gd name="T8" fmla="*/ 55 w 95"/>
                  <a:gd name="T9" fmla="*/ 0 h 98"/>
                </a:gdLst>
                <a:ahLst/>
                <a:cxnLst>
                  <a:cxn ang="0">
                    <a:pos x="T0" y="T1"/>
                  </a:cxn>
                  <a:cxn ang="0">
                    <a:pos x="T2" y="T3"/>
                  </a:cxn>
                  <a:cxn ang="0">
                    <a:pos x="T4" y="T5"/>
                  </a:cxn>
                  <a:cxn ang="0">
                    <a:pos x="T6" y="T7"/>
                  </a:cxn>
                  <a:cxn ang="0">
                    <a:pos x="T8" y="T9"/>
                  </a:cxn>
                </a:cxnLst>
                <a:rect l="0" t="0" r="r" b="b"/>
                <a:pathLst>
                  <a:path w="95" h="98">
                    <a:moveTo>
                      <a:pt x="55" y="0"/>
                    </a:moveTo>
                    <a:lnTo>
                      <a:pt x="0" y="65"/>
                    </a:lnTo>
                    <a:lnTo>
                      <a:pt x="38" y="98"/>
                    </a:lnTo>
                    <a:lnTo>
                      <a:pt x="95" y="33"/>
                    </a:lnTo>
                    <a:lnTo>
                      <a:pt x="55" y="0"/>
                    </a:lnTo>
                    <a:close/>
                  </a:path>
                </a:pathLst>
              </a:custGeom>
              <a:solidFill>
                <a:srgbClr val="3B9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7" name="Freeform 79"/>
              <p:cNvSpPr>
                <a:spLocks/>
              </p:cNvSpPr>
              <p:nvPr/>
            </p:nvSpPr>
            <p:spPr bwMode="auto">
              <a:xfrm>
                <a:off x="4813" y="3445"/>
                <a:ext cx="95" cy="100"/>
              </a:xfrm>
              <a:custGeom>
                <a:avLst/>
                <a:gdLst>
                  <a:gd name="T0" fmla="*/ 57 w 95"/>
                  <a:gd name="T1" fmla="*/ 0 h 100"/>
                  <a:gd name="T2" fmla="*/ 0 w 95"/>
                  <a:gd name="T3" fmla="*/ 66 h 100"/>
                  <a:gd name="T4" fmla="*/ 39 w 95"/>
                  <a:gd name="T5" fmla="*/ 100 h 100"/>
                  <a:gd name="T6" fmla="*/ 95 w 95"/>
                  <a:gd name="T7" fmla="*/ 34 h 100"/>
                  <a:gd name="T8" fmla="*/ 57 w 95"/>
                  <a:gd name="T9" fmla="*/ 0 h 100"/>
                </a:gdLst>
                <a:ahLst/>
                <a:cxnLst>
                  <a:cxn ang="0">
                    <a:pos x="T0" y="T1"/>
                  </a:cxn>
                  <a:cxn ang="0">
                    <a:pos x="T2" y="T3"/>
                  </a:cxn>
                  <a:cxn ang="0">
                    <a:pos x="T4" y="T5"/>
                  </a:cxn>
                  <a:cxn ang="0">
                    <a:pos x="T6" y="T7"/>
                  </a:cxn>
                  <a:cxn ang="0">
                    <a:pos x="T8" y="T9"/>
                  </a:cxn>
                </a:cxnLst>
                <a:rect l="0" t="0" r="r" b="b"/>
                <a:pathLst>
                  <a:path w="95" h="100">
                    <a:moveTo>
                      <a:pt x="57" y="0"/>
                    </a:moveTo>
                    <a:lnTo>
                      <a:pt x="0" y="66"/>
                    </a:lnTo>
                    <a:lnTo>
                      <a:pt x="39" y="100"/>
                    </a:lnTo>
                    <a:lnTo>
                      <a:pt x="95" y="34"/>
                    </a:lnTo>
                    <a:lnTo>
                      <a:pt x="57" y="0"/>
                    </a:lnTo>
                    <a:close/>
                  </a:path>
                </a:pathLst>
              </a:custGeom>
              <a:solidFill>
                <a:srgbClr val="53AD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8" name="Freeform 80"/>
              <p:cNvSpPr>
                <a:spLocks/>
              </p:cNvSpPr>
              <p:nvPr/>
            </p:nvSpPr>
            <p:spPr bwMode="auto">
              <a:xfrm>
                <a:off x="4861" y="3488"/>
                <a:ext cx="96" cy="98"/>
              </a:xfrm>
              <a:custGeom>
                <a:avLst/>
                <a:gdLst>
                  <a:gd name="T0" fmla="*/ 57 w 96"/>
                  <a:gd name="T1" fmla="*/ 0 h 98"/>
                  <a:gd name="T2" fmla="*/ 0 w 96"/>
                  <a:gd name="T3" fmla="*/ 64 h 98"/>
                  <a:gd name="T4" fmla="*/ 39 w 96"/>
                  <a:gd name="T5" fmla="*/ 98 h 98"/>
                  <a:gd name="T6" fmla="*/ 96 w 96"/>
                  <a:gd name="T7" fmla="*/ 33 h 98"/>
                  <a:gd name="T8" fmla="*/ 57 w 96"/>
                  <a:gd name="T9" fmla="*/ 0 h 98"/>
                </a:gdLst>
                <a:ahLst/>
                <a:cxnLst>
                  <a:cxn ang="0">
                    <a:pos x="T0" y="T1"/>
                  </a:cxn>
                  <a:cxn ang="0">
                    <a:pos x="T2" y="T3"/>
                  </a:cxn>
                  <a:cxn ang="0">
                    <a:pos x="T4" y="T5"/>
                  </a:cxn>
                  <a:cxn ang="0">
                    <a:pos x="T6" y="T7"/>
                  </a:cxn>
                  <a:cxn ang="0">
                    <a:pos x="T8" y="T9"/>
                  </a:cxn>
                </a:cxnLst>
                <a:rect l="0" t="0" r="r" b="b"/>
                <a:pathLst>
                  <a:path w="96" h="98">
                    <a:moveTo>
                      <a:pt x="57" y="0"/>
                    </a:moveTo>
                    <a:lnTo>
                      <a:pt x="0" y="64"/>
                    </a:lnTo>
                    <a:lnTo>
                      <a:pt x="39" y="98"/>
                    </a:lnTo>
                    <a:lnTo>
                      <a:pt x="96" y="33"/>
                    </a:lnTo>
                    <a:lnTo>
                      <a:pt x="57" y="0"/>
                    </a:lnTo>
                    <a:close/>
                  </a:path>
                </a:pathLst>
              </a:custGeom>
              <a:solidFill>
                <a:srgbClr val="6BBD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9" name="Freeform 81"/>
              <p:cNvSpPr>
                <a:spLocks/>
              </p:cNvSpPr>
              <p:nvPr/>
            </p:nvSpPr>
            <p:spPr bwMode="auto">
              <a:xfrm>
                <a:off x="4618" y="3261"/>
                <a:ext cx="120" cy="98"/>
              </a:xfrm>
              <a:custGeom>
                <a:avLst/>
                <a:gdLst>
                  <a:gd name="T0" fmla="*/ 101 w 107"/>
                  <a:gd name="T1" fmla="*/ 85 h 88"/>
                  <a:gd name="T2" fmla="*/ 40 w 107"/>
                  <a:gd name="T3" fmla="*/ 12 h 88"/>
                  <a:gd name="T4" fmla="*/ 7 w 107"/>
                  <a:gd name="T5" fmla="*/ 22 h 88"/>
                  <a:gd name="T6" fmla="*/ 23 w 107"/>
                  <a:gd name="T7" fmla="*/ 46 h 88"/>
                  <a:gd name="T8" fmla="*/ 42 w 107"/>
                  <a:gd name="T9" fmla="*/ 66 h 88"/>
                  <a:gd name="T10" fmla="*/ 39 w 107"/>
                  <a:gd name="T11" fmla="*/ 70 h 88"/>
                  <a:gd name="T12" fmla="*/ 17 w 107"/>
                  <a:gd name="T13" fmla="*/ 47 h 88"/>
                  <a:gd name="T14" fmla="*/ 1 w 107"/>
                  <a:gd name="T15" fmla="*/ 20 h 88"/>
                  <a:gd name="T16" fmla="*/ 23 w 107"/>
                  <a:gd name="T17" fmla="*/ 2 h 88"/>
                  <a:gd name="T18" fmla="*/ 73 w 107"/>
                  <a:gd name="T19" fmla="*/ 30 h 88"/>
                  <a:gd name="T20" fmla="*/ 106 w 107"/>
                  <a:gd name="T21" fmla="*/ 83 h 88"/>
                  <a:gd name="T22" fmla="*/ 101 w 107"/>
                  <a:gd name="T23" fmla="*/ 8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88">
                    <a:moveTo>
                      <a:pt x="101" y="85"/>
                    </a:moveTo>
                    <a:cubicBezTo>
                      <a:pt x="91" y="54"/>
                      <a:pt x="70" y="27"/>
                      <a:pt x="40" y="12"/>
                    </a:cubicBezTo>
                    <a:cubicBezTo>
                      <a:pt x="29" y="7"/>
                      <a:pt x="2" y="0"/>
                      <a:pt x="7" y="22"/>
                    </a:cubicBezTo>
                    <a:cubicBezTo>
                      <a:pt x="9" y="31"/>
                      <a:pt x="17" y="39"/>
                      <a:pt x="23" y="46"/>
                    </a:cubicBezTo>
                    <a:cubicBezTo>
                      <a:pt x="29" y="53"/>
                      <a:pt x="35" y="60"/>
                      <a:pt x="42" y="66"/>
                    </a:cubicBezTo>
                    <a:cubicBezTo>
                      <a:pt x="45" y="69"/>
                      <a:pt x="41" y="72"/>
                      <a:pt x="39" y="70"/>
                    </a:cubicBezTo>
                    <a:cubicBezTo>
                      <a:pt x="31" y="64"/>
                      <a:pt x="23" y="55"/>
                      <a:pt x="17" y="47"/>
                    </a:cubicBezTo>
                    <a:cubicBezTo>
                      <a:pt x="10" y="40"/>
                      <a:pt x="3" y="30"/>
                      <a:pt x="1" y="20"/>
                    </a:cubicBezTo>
                    <a:cubicBezTo>
                      <a:pt x="0" y="7"/>
                      <a:pt x="10" y="0"/>
                      <a:pt x="23" y="2"/>
                    </a:cubicBezTo>
                    <a:cubicBezTo>
                      <a:pt x="42" y="4"/>
                      <a:pt x="60" y="16"/>
                      <a:pt x="73" y="30"/>
                    </a:cubicBezTo>
                    <a:cubicBezTo>
                      <a:pt x="89" y="44"/>
                      <a:pt x="100" y="63"/>
                      <a:pt x="106" y="83"/>
                    </a:cubicBezTo>
                    <a:cubicBezTo>
                      <a:pt x="107" y="87"/>
                      <a:pt x="102" y="88"/>
                      <a:pt x="101" y="85"/>
                    </a:cubicBezTo>
                    <a:close/>
                  </a:path>
                </a:pathLst>
              </a:custGeom>
              <a:solidFill>
                <a:srgbClr val="C71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0" name="Freeform 82"/>
              <p:cNvSpPr>
                <a:spLocks/>
              </p:cNvSpPr>
              <p:nvPr/>
            </p:nvSpPr>
            <p:spPr bwMode="auto">
              <a:xfrm>
                <a:off x="4980" y="1411"/>
                <a:ext cx="31" cy="48"/>
              </a:xfrm>
              <a:custGeom>
                <a:avLst/>
                <a:gdLst>
                  <a:gd name="T0" fmla="*/ 27 w 28"/>
                  <a:gd name="T1" fmla="*/ 18 h 43"/>
                  <a:gd name="T2" fmla="*/ 4 w 28"/>
                  <a:gd name="T3" fmla="*/ 42 h 43"/>
                  <a:gd name="T4" fmla="*/ 2 w 28"/>
                  <a:gd name="T5" fmla="*/ 41 h 43"/>
                  <a:gd name="T6" fmla="*/ 1 w 28"/>
                  <a:gd name="T7" fmla="*/ 30 h 43"/>
                  <a:gd name="T8" fmla="*/ 2 w 28"/>
                  <a:gd name="T9" fmla="*/ 25 h 43"/>
                  <a:gd name="T10" fmla="*/ 24 w 28"/>
                  <a:gd name="T11" fmla="*/ 1 h 43"/>
                  <a:gd name="T12" fmla="*/ 26 w 28"/>
                  <a:gd name="T13" fmla="*/ 2 h 43"/>
                  <a:gd name="T14" fmla="*/ 28 w 28"/>
                  <a:gd name="T15" fmla="*/ 14 h 43"/>
                  <a:gd name="T16" fmla="*/ 27 w 28"/>
                  <a:gd name="T17" fmla="*/ 1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43">
                    <a:moveTo>
                      <a:pt x="27" y="18"/>
                    </a:moveTo>
                    <a:cubicBezTo>
                      <a:pt x="4" y="42"/>
                      <a:pt x="4" y="42"/>
                      <a:pt x="4" y="42"/>
                    </a:cubicBezTo>
                    <a:cubicBezTo>
                      <a:pt x="4" y="43"/>
                      <a:pt x="3" y="43"/>
                      <a:pt x="2" y="41"/>
                    </a:cubicBezTo>
                    <a:cubicBezTo>
                      <a:pt x="1" y="30"/>
                      <a:pt x="1" y="30"/>
                      <a:pt x="1" y="30"/>
                    </a:cubicBezTo>
                    <a:cubicBezTo>
                      <a:pt x="0" y="28"/>
                      <a:pt x="1" y="26"/>
                      <a:pt x="2" y="25"/>
                    </a:cubicBezTo>
                    <a:cubicBezTo>
                      <a:pt x="24" y="1"/>
                      <a:pt x="24" y="1"/>
                      <a:pt x="24" y="1"/>
                    </a:cubicBezTo>
                    <a:cubicBezTo>
                      <a:pt x="25" y="0"/>
                      <a:pt x="26" y="1"/>
                      <a:pt x="26" y="2"/>
                    </a:cubicBezTo>
                    <a:cubicBezTo>
                      <a:pt x="28" y="14"/>
                      <a:pt x="28" y="14"/>
                      <a:pt x="28" y="14"/>
                    </a:cubicBezTo>
                    <a:cubicBezTo>
                      <a:pt x="28" y="16"/>
                      <a:pt x="27" y="18"/>
                      <a:pt x="27" y="18"/>
                    </a:cubicBezTo>
                    <a:close/>
                  </a:path>
                </a:pathLst>
              </a:custGeom>
              <a:solidFill>
                <a:srgbClr val="F693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1" name="Freeform 83"/>
              <p:cNvSpPr>
                <a:spLocks/>
              </p:cNvSpPr>
              <p:nvPr/>
            </p:nvSpPr>
            <p:spPr bwMode="auto">
              <a:xfrm>
                <a:off x="4956" y="1424"/>
                <a:ext cx="52" cy="54"/>
              </a:xfrm>
              <a:custGeom>
                <a:avLst/>
                <a:gdLst>
                  <a:gd name="T0" fmla="*/ 45 w 47"/>
                  <a:gd name="T1" fmla="*/ 14 h 48"/>
                  <a:gd name="T2" fmla="*/ 15 w 47"/>
                  <a:gd name="T3" fmla="*/ 47 h 48"/>
                  <a:gd name="T4" fmla="*/ 10 w 47"/>
                  <a:gd name="T5" fmla="*/ 47 h 48"/>
                  <a:gd name="T6" fmla="*/ 1 w 47"/>
                  <a:gd name="T7" fmla="*/ 39 h 48"/>
                  <a:gd name="T8" fmla="*/ 1 w 47"/>
                  <a:gd name="T9" fmla="*/ 34 h 48"/>
                  <a:gd name="T10" fmla="*/ 31 w 47"/>
                  <a:gd name="T11" fmla="*/ 1 h 48"/>
                  <a:gd name="T12" fmla="*/ 36 w 47"/>
                  <a:gd name="T13" fmla="*/ 1 h 48"/>
                  <a:gd name="T14" fmla="*/ 45 w 47"/>
                  <a:gd name="T15" fmla="*/ 9 h 48"/>
                  <a:gd name="T16" fmla="*/ 45 w 47"/>
                  <a:gd name="T17"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8">
                    <a:moveTo>
                      <a:pt x="45" y="14"/>
                    </a:moveTo>
                    <a:cubicBezTo>
                      <a:pt x="15" y="47"/>
                      <a:pt x="15" y="47"/>
                      <a:pt x="15" y="47"/>
                    </a:cubicBezTo>
                    <a:cubicBezTo>
                      <a:pt x="14" y="48"/>
                      <a:pt x="12" y="48"/>
                      <a:pt x="10" y="47"/>
                    </a:cubicBezTo>
                    <a:cubicBezTo>
                      <a:pt x="1" y="39"/>
                      <a:pt x="1" y="39"/>
                      <a:pt x="1" y="39"/>
                    </a:cubicBezTo>
                    <a:cubicBezTo>
                      <a:pt x="0" y="37"/>
                      <a:pt x="0" y="35"/>
                      <a:pt x="1" y="34"/>
                    </a:cubicBezTo>
                    <a:cubicBezTo>
                      <a:pt x="31" y="1"/>
                      <a:pt x="31" y="1"/>
                      <a:pt x="31" y="1"/>
                    </a:cubicBezTo>
                    <a:cubicBezTo>
                      <a:pt x="33" y="0"/>
                      <a:pt x="35" y="0"/>
                      <a:pt x="36" y="1"/>
                    </a:cubicBezTo>
                    <a:cubicBezTo>
                      <a:pt x="45" y="9"/>
                      <a:pt x="45" y="9"/>
                      <a:pt x="45" y="9"/>
                    </a:cubicBezTo>
                    <a:cubicBezTo>
                      <a:pt x="46" y="11"/>
                      <a:pt x="47" y="13"/>
                      <a:pt x="45"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2" name="Freeform 84"/>
              <p:cNvSpPr>
                <a:spLocks/>
              </p:cNvSpPr>
              <p:nvPr/>
            </p:nvSpPr>
            <p:spPr bwMode="auto">
              <a:xfrm>
                <a:off x="4843" y="1429"/>
                <a:ext cx="162" cy="170"/>
              </a:xfrm>
              <a:custGeom>
                <a:avLst/>
                <a:gdLst>
                  <a:gd name="T0" fmla="*/ 139 w 145"/>
                  <a:gd name="T1" fmla="*/ 38 h 152"/>
                  <a:gd name="T2" fmla="*/ 36 w 145"/>
                  <a:gd name="T3" fmla="*/ 148 h 152"/>
                  <a:gd name="T4" fmla="*/ 26 w 145"/>
                  <a:gd name="T5" fmla="*/ 149 h 152"/>
                  <a:gd name="T6" fmla="*/ 3 w 145"/>
                  <a:gd name="T7" fmla="*/ 128 h 152"/>
                  <a:gd name="T8" fmla="*/ 3 w 145"/>
                  <a:gd name="T9" fmla="*/ 117 h 152"/>
                  <a:gd name="T10" fmla="*/ 105 w 145"/>
                  <a:gd name="T11" fmla="*/ 7 h 152"/>
                  <a:gd name="T12" fmla="*/ 124 w 145"/>
                  <a:gd name="T13" fmla="*/ 5 h 152"/>
                  <a:gd name="T14" fmla="*/ 139 w 145"/>
                  <a:gd name="T15" fmla="*/ 19 h 152"/>
                  <a:gd name="T16" fmla="*/ 139 w 145"/>
                  <a:gd name="T17" fmla="*/ 3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52">
                    <a:moveTo>
                      <a:pt x="139" y="38"/>
                    </a:moveTo>
                    <a:cubicBezTo>
                      <a:pt x="36" y="148"/>
                      <a:pt x="36" y="148"/>
                      <a:pt x="36" y="148"/>
                    </a:cubicBezTo>
                    <a:cubicBezTo>
                      <a:pt x="34" y="152"/>
                      <a:pt x="29" y="152"/>
                      <a:pt x="26" y="149"/>
                    </a:cubicBezTo>
                    <a:cubicBezTo>
                      <a:pt x="3" y="128"/>
                      <a:pt x="3" y="128"/>
                      <a:pt x="3" y="128"/>
                    </a:cubicBezTo>
                    <a:cubicBezTo>
                      <a:pt x="0" y="125"/>
                      <a:pt x="0" y="121"/>
                      <a:pt x="3" y="117"/>
                    </a:cubicBezTo>
                    <a:cubicBezTo>
                      <a:pt x="105" y="7"/>
                      <a:pt x="105" y="7"/>
                      <a:pt x="105" y="7"/>
                    </a:cubicBezTo>
                    <a:cubicBezTo>
                      <a:pt x="111" y="0"/>
                      <a:pt x="122" y="3"/>
                      <a:pt x="124" y="5"/>
                    </a:cubicBezTo>
                    <a:cubicBezTo>
                      <a:pt x="139" y="19"/>
                      <a:pt x="139" y="19"/>
                      <a:pt x="139" y="19"/>
                    </a:cubicBezTo>
                    <a:cubicBezTo>
                      <a:pt x="141" y="20"/>
                      <a:pt x="145" y="31"/>
                      <a:pt x="139"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3" name="Freeform 85"/>
              <p:cNvSpPr>
                <a:spLocks/>
              </p:cNvSpPr>
              <p:nvPr/>
            </p:nvSpPr>
            <p:spPr bwMode="auto">
              <a:xfrm>
                <a:off x="4843" y="1433"/>
                <a:ext cx="157" cy="165"/>
              </a:xfrm>
              <a:custGeom>
                <a:avLst/>
                <a:gdLst>
                  <a:gd name="T0" fmla="*/ 139 w 141"/>
                  <a:gd name="T1" fmla="*/ 42 h 147"/>
                  <a:gd name="T2" fmla="*/ 45 w 141"/>
                  <a:gd name="T3" fmla="*/ 145 h 147"/>
                  <a:gd name="T4" fmla="*/ 37 w 141"/>
                  <a:gd name="T5" fmla="*/ 145 h 147"/>
                  <a:gd name="T6" fmla="*/ 2 w 141"/>
                  <a:gd name="T7" fmla="*/ 113 h 147"/>
                  <a:gd name="T8" fmla="*/ 2 w 141"/>
                  <a:gd name="T9" fmla="*/ 105 h 147"/>
                  <a:gd name="T10" fmla="*/ 97 w 141"/>
                  <a:gd name="T11" fmla="*/ 3 h 147"/>
                  <a:gd name="T12" fmla="*/ 105 w 141"/>
                  <a:gd name="T13" fmla="*/ 2 h 147"/>
                  <a:gd name="T14" fmla="*/ 139 w 141"/>
                  <a:gd name="T15" fmla="*/ 34 h 147"/>
                  <a:gd name="T16" fmla="*/ 139 w 141"/>
                  <a:gd name="T17" fmla="*/ 4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47">
                    <a:moveTo>
                      <a:pt x="139" y="42"/>
                    </a:moveTo>
                    <a:cubicBezTo>
                      <a:pt x="45" y="145"/>
                      <a:pt x="45" y="145"/>
                      <a:pt x="45" y="145"/>
                    </a:cubicBezTo>
                    <a:cubicBezTo>
                      <a:pt x="43" y="147"/>
                      <a:pt x="39" y="147"/>
                      <a:pt x="37" y="145"/>
                    </a:cubicBezTo>
                    <a:cubicBezTo>
                      <a:pt x="2" y="113"/>
                      <a:pt x="2" y="113"/>
                      <a:pt x="2" y="113"/>
                    </a:cubicBezTo>
                    <a:cubicBezTo>
                      <a:pt x="0" y="111"/>
                      <a:pt x="0" y="108"/>
                      <a:pt x="2" y="105"/>
                    </a:cubicBezTo>
                    <a:cubicBezTo>
                      <a:pt x="97" y="3"/>
                      <a:pt x="97" y="3"/>
                      <a:pt x="97" y="3"/>
                    </a:cubicBezTo>
                    <a:cubicBezTo>
                      <a:pt x="99" y="0"/>
                      <a:pt x="103" y="0"/>
                      <a:pt x="105" y="2"/>
                    </a:cubicBezTo>
                    <a:cubicBezTo>
                      <a:pt x="139" y="34"/>
                      <a:pt x="139" y="34"/>
                      <a:pt x="139" y="34"/>
                    </a:cubicBezTo>
                    <a:cubicBezTo>
                      <a:pt x="141" y="36"/>
                      <a:pt x="141" y="40"/>
                      <a:pt x="139" y="42"/>
                    </a:cubicBezTo>
                    <a:close/>
                  </a:path>
                </a:pathLst>
              </a:custGeom>
              <a:solidFill>
                <a:srgbClr val="FBD4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4" name="Freeform 86"/>
              <p:cNvSpPr>
                <a:spLocks/>
              </p:cNvSpPr>
              <p:nvPr/>
            </p:nvSpPr>
            <p:spPr bwMode="auto">
              <a:xfrm>
                <a:off x="4847" y="1438"/>
                <a:ext cx="150" cy="155"/>
              </a:xfrm>
              <a:custGeom>
                <a:avLst/>
                <a:gdLst>
                  <a:gd name="T0" fmla="*/ 150 w 150"/>
                  <a:gd name="T1" fmla="*/ 45 h 155"/>
                  <a:gd name="T2" fmla="*/ 47 w 150"/>
                  <a:gd name="T3" fmla="*/ 155 h 155"/>
                  <a:gd name="T4" fmla="*/ 0 w 150"/>
                  <a:gd name="T5" fmla="*/ 112 h 155"/>
                  <a:gd name="T6" fmla="*/ 102 w 150"/>
                  <a:gd name="T7" fmla="*/ 0 h 155"/>
                  <a:gd name="T8" fmla="*/ 150 w 150"/>
                  <a:gd name="T9" fmla="*/ 45 h 155"/>
                </a:gdLst>
                <a:ahLst/>
                <a:cxnLst>
                  <a:cxn ang="0">
                    <a:pos x="T0" y="T1"/>
                  </a:cxn>
                  <a:cxn ang="0">
                    <a:pos x="T2" y="T3"/>
                  </a:cxn>
                  <a:cxn ang="0">
                    <a:pos x="T4" y="T5"/>
                  </a:cxn>
                  <a:cxn ang="0">
                    <a:pos x="T6" y="T7"/>
                  </a:cxn>
                  <a:cxn ang="0">
                    <a:pos x="T8" y="T9"/>
                  </a:cxn>
                </a:cxnLst>
                <a:rect l="0" t="0" r="r" b="b"/>
                <a:pathLst>
                  <a:path w="150" h="155">
                    <a:moveTo>
                      <a:pt x="150" y="45"/>
                    </a:moveTo>
                    <a:lnTo>
                      <a:pt x="47" y="155"/>
                    </a:lnTo>
                    <a:lnTo>
                      <a:pt x="0" y="112"/>
                    </a:lnTo>
                    <a:lnTo>
                      <a:pt x="102" y="0"/>
                    </a:lnTo>
                    <a:lnTo>
                      <a:pt x="150" y="45"/>
                    </a:lnTo>
                    <a:close/>
                  </a:path>
                </a:pathLst>
              </a:custGeom>
              <a:solidFill>
                <a:srgbClr val="F693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5" name="Freeform 87"/>
              <p:cNvSpPr>
                <a:spLocks/>
              </p:cNvSpPr>
              <p:nvPr/>
            </p:nvSpPr>
            <p:spPr bwMode="auto">
              <a:xfrm>
                <a:off x="5000" y="1335"/>
                <a:ext cx="92" cy="92"/>
              </a:xfrm>
              <a:custGeom>
                <a:avLst/>
                <a:gdLst>
                  <a:gd name="T0" fmla="*/ 80 w 82"/>
                  <a:gd name="T1" fmla="*/ 42 h 82"/>
                  <a:gd name="T2" fmla="*/ 44 w 82"/>
                  <a:gd name="T3" fmla="*/ 80 h 82"/>
                  <a:gd name="T4" fmla="*/ 37 w 82"/>
                  <a:gd name="T5" fmla="*/ 80 h 82"/>
                  <a:gd name="T6" fmla="*/ 2 w 82"/>
                  <a:gd name="T7" fmla="*/ 49 h 82"/>
                  <a:gd name="T8" fmla="*/ 2 w 82"/>
                  <a:gd name="T9" fmla="*/ 41 h 82"/>
                  <a:gd name="T10" fmla="*/ 37 w 82"/>
                  <a:gd name="T11" fmla="*/ 3 h 82"/>
                  <a:gd name="T12" fmla="*/ 45 w 82"/>
                  <a:gd name="T13" fmla="*/ 2 h 82"/>
                  <a:gd name="T14" fmla="*/ 79 w 82"/>
                  <a:gd name="T15" fmla="*/ 34 h 82"/>
                  <a:gd name="T16" fmla="*/ 80 w 82"/>
                  <a:gd name="T17" fmla="*/ 4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82">
                    <a:moveTo>
                      <a:pt x="80" y="42"/>
                    </a:moveTo>
                    <a:cubicBezTo>
                      <a:pt x="44" y="80"/>
                      <a:pt x="44" y="80"/>
                      <a:pt x="44" y="80"/>
                    </a:cubicBezTo>
                    <a:cubicBezTo>
                      <a:pt x="42" y="82"/>
                      <a:pt x="39" y="82"/>
                      <a:pt x="37" y="80"/>
                    </a:cubicBezTo>
                    <a:cubicBezTo>
                      <a:pt x="2" y="49"/>
                      <a:pt x="2" y="49"/>
                      <a:pt x="2" y="49"/>
                    </a:cubicBezTo>
                    <a:cubicBezTo>
                      <a:pt x="0" y="46"/>
                      <a:pt x="0" y="43"/>
                      <a:pt x="2" y="41"/>
                    </a:cubicBezTo>
                    <a:cubicBezTo>
                      <a:pt x="37" y="3"/>
                      <a:pt x="37" y="3"/>
                      <a:pt x="37" y="3"/>
                    </a:cubicBezTo>
                    <a:cubicBezTo>
                      <a:pt x="39" y="1"/>
                      <a:pt x="43" y="0"/>
                      <a:pt x="45" y="2"/>
                    </a:cubicBezTo>
                    <a:cubicBezTo>
                      <a:pt x="79" y="34"/>
                      <a:pt x="79" y="34"/>
                      <a:pt x="79" y="34"/>
                    </a:cubicBezTo>
                    <a:cubicBezTo>
                      <a:pt x="82" y="36"/>
                      <a:pt x="82" y="40"/>
                      <a:pt x="80" y="42"/>
                    </a:cubicBezTo>
                    <a:close/>
                  </a:path>
                </a:pathLst>
              </a:custGeom>
              <a:solidFill>
                <a:srgbClr val="FBD4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6" name="Freeform 88"/>
              <p:cNvSpPr>
                <a:spLocks/>
              </p:cNvSpPr>
              <p:nvPr/>
            </p:nvSpPr>
            <p:spPr bwMode="auto">
              <a:xfrm>
                <a:off x="5011" y="1335"/>
                <a:ext cx="80" cy="81"/>
              </a:xfrm>
              <a:custGeom>
                <a:avLst/>
                <a:gdLst>
                  <a:gd name="T0" fmla="*/ 36 w 71"/>
                  <a:gd name="T1" fmla="*/ 70 h 72"/>
                  <a:gd name="T2" fmla="*/ 70 w 71"/>
                  <a:gd name="T3" fmla="*/ 34 h 72"/>
                  <a:gd name="T4" fmla="*/ 69 w 71"/>
                  <a:gd name="T5" fmla="*/ 28 h 72"/>
                  <a:gd name="T6" fmla="*/ 42 w 71"/>
                  <a:gd name="T7" fmla="*/ 2 h 72"/>
                  <a:gd name="T8" fmla="*/ 35 w 71"/>
                  <a:gd name="T9" fmla="*/ 2 h 72"/>
                  <a:gd name="T10" fmla="*/ 2 w 71"/>
                  <a:gd name="T11" fmla="*/ 39 h 72"/>
                  <a:gd name="T12" fmla="*/ 2 w 71"/>
                  <a:gd name="T13" fmla="*/ 45 h 72"/>
                  <a:gd name="T14" fmla="*/ 30 w 71"/>
                  <a:gd name="T15" fmla="*/ 71 h 72"/>
                  <a:gd name="T16" fmla="*/ 36 w 71"/>
                  <a:gd name="T17"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72">
                    <a:moveTo>
                      <a:pt x="36" y="70"/>
                    </a:moveTo>
                    <a:cubicBezTo>
                      <a:pt x="70" y="34"/>
                      <a:pt x="70" y="34"/>
                      <a:pt x="70" y="34"/>
                    </a:cubicBezTo>
                    <a:cubicBezTo>
                      <a:pt x="71" y="32"/>
                      <a:pt x="71" y="29"/>
                      <a:pt x="69" y="28"/>
                    </a:cubicBezTo>
                    <a:cubicBezTo>
                      <a:pt x="42" y="2"/>
                      <a:pt x="42" y="2"/>
                      <a:pt x="42" y="2"/>
                    </a:cubicBezTo>
                    <a:cubicBezTo>
                      <a:pt x="40" y="0"/>
                      <a:pt x="37" y="1"/>
                      <a:pt x="35" y="2"/>
                    </a:cubicBezTo>
                    <a:cubicBezTo>
                      <a:pt x="2" y="39"/>
                      <a:pt x="2" y="39"/>
                      <a:pt x="2" y="39"/>
                    </a:cubicBezTo>
                    <a:cubicBezTo>
                      <a:pt x="0" y="41"/>
                      <a:pt x="0" y="43"/>
                      <a:pt x="2" y="45"/>
                    </a:cubicBezTo>
                    <a:cubicBezTo>
                      <a:pt x="30" y="71"/>
                      <a:pt x="30" y="71"/>
                      <a:pt x="30" y="71"/>
                    </a:cubicBezTo>
                    <a:cubicBezTo>
                      <a:pt x="31" y="72"/>
                      <a:pt x="34" y="72"/>
                      <a:pt x="36" y="70"/>
                    </a:cubicBezTo>
                    <a:close/>
                  </a:path>
                </a:pathLst>
              </a:custGeom>
              <a:solidFill>
                <a:srgbClr val="F693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7" name="Freeform 89"/>
              <p:cNvSpPr>
                <a:spLocks/>
              </p:cNvSpPr>
              <p:nvPr/>
            </p:nvSpPr>
            <p:spPr bwMode="auto">
              <a:xfrm>
                <a:off x="5111" y="1506"/>
                <a:ext cx="33" cy="42"/>
              </a:xfrm>
              <a:custGeom>
                <a:avLst/>
                <a:gdLst>
                  <a:gd name="T0" fmla="*/ 28 w 30"/>
                  <a:gd name="T1" fmla="*/ 18 h 38"/>
                  <a:gd name="T2" fmla="*/ 1 w 30"/>
                  <a:gd name="T3" fmla="*/ 37 h 38"/>
                  <a:gd name="T4" fmla="*/ 0 w 30"/>
                  <a:gd name="T5" fmla="*/ 36 h 38"/>
                  <a:gd name="T6" fmla="*/ 0 w 30"/>
                  <a:gd name="T7" fmla="*/ 24 h 38"/>
                  <a:gd name="T8" fmla="*/ 2 w 30"/>
                  <a:gd name="T9" fmla="*/ 20 h 38"/>
                  <a:gd name="T10" fmla="*/ 29 w 30"/>
                  <a:gd name="T11" fmla="*/ 1 h 38"/>
                  <a:gd name="T12" fmla="*/ 30 w 30"/>
                  <a:gd name="T13" fmla="*/ 2 h 38"/>
                  <a:gd name="T14" fmla="*/ 30 w 30"/>
                  <a:gd name="T15" fmla="*/ 14 h 38"/>
                  <a:gd name="T16" fmla="*/ 28 w 30"/>
                  <a:gd name="T17"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8">
                    <a:moveTo>
                      <a:pt x="28" y="18"/>
                    </a:moveTo>
                    <a:cubicBezTo>
                      <a:pt x="1" y="37"/>
                      <a:pt x="1" y="37"/>
                      <a:pt x="1" y="37"/>
                    </a:cubicBezTo>
                    <a:cubicBezTo>
                      <a:pt x="0" y="38"/>
                      <a:pt x="0" y="37"/>
                      <a:pt x="0" y="36"/>
                    </a:cubicBezTo>
                    <a:cubicBezTo>
                      <a:pt x="0" y="24"/>
                      <a:pt x="0" y="24"/>
                      <a:pt x="0" y="24"/>
                    </a:cubicBezTo>
                    <a:cubicBezTo>
                      <a:pt x="0" y="22"/>
                      <a:pt x="1" y="20"/>
                      <a:pt x="2" y="20"/>
                    </a:cubicBezTo>
                    <a:cubicBezTo>
                      <a:pt x="29" y="1"/>
                      <a:pt x="29" y="1"/>
                      <a:pt x="29" y="1"/>
                    </a:cubicBezTo>
                    <a:cubicBezTo>
                      <a:pt x="30" y="0"/>
                      <a:pt x="30" y="1"/>
                      <a:pt x="30" y="2"/>
                    </a:cubicBezTo>
                    <a:cubicBezTo>
                      <a:pt x="30" y="14"/>
                      <a:pt x="30" y="14"/>
                      <a:pt x="30" y="14"/>
                    </a:cubicBezTo>
                    <a:cubicBezTo>
                      <a:pt x="30" y="15"/>
                      <a:pt x="29" y="17"/>
                      <a:pt x="28" y="18"/>
                    </a:cubicBezTo>
                    <a:close/>
                  </a:path>
                </a:pathLst>
              </a:custGeom>
              <a:solidFill>
                <a:srgbClr val="BD1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8" name="Freeform 90"/>
              <p:cNvSpPr>
                <a:spLocks/>
              </p:cNvSpPr>
              <p:nvPr/>
            </p:nvSpPr>
            <p:spPr bwMode="auto">
              <a:xfrm>
                <a:off x="5082" y="1515"/>
                <a:ext cx="57" cy="49"/>
              </a:xfrm>
              <a:custGeom>
                <a:avLst/>
                <a:gdLst>
                  <a:gd name="T0" fmla="*/ 49 w 51"/>
                  <a:gd name="T1" fmla="*/ 17 h 44"/>
                  <a:gd name="T2" fmla="*/ 13 w 51"/>
                  <a:gd name="T3" fmla="*/ 43 h 44"/>
                  <a:gd name="T4" fmla="*/ 8 w 51"/>
                  <a:gd name="T5" fmla="*/ 42 h 44"/>
                  <a:gd name="T6" fmla="*/ 1 w 51"/>
                  <a:gd name="T7" fmla="*/ 32 h 44"/>
                  <a:gd name="T8" fmla="*/ 2 w 51"/>
                  <a:gd name="T9" fmla="*/ 28 h 44"/>
                  <a:gd name="T10" fmla="*/ 38 w 51"/>
                  <a:gd name="T11" fmla="*/ 1 h 44"/>
                  <a:gd name="T12" fmla="*/ 42 w 51"/>
                  <a:gd name="T13" fmla="*/ 2 h 44"/>
                  <a:gd name="T14" fmla="*/ 50 w 51"/>
                  <a:gd name="T15" fmla="*/ 12 h 44"/>
                  <a:gd name="T16" fmla="*/ 49 w 51"/>
                  <a:gd name="T17" fmla="*/ 1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44">
                    <a:moveTo>
                      <a:pt x="49" y="17"/>
                    </a:moveTo>
                    <a:cubicBezTo>
                      <a:pt x="13" y="43"/>
                      <a:pt x="13" y="43"/>
                      <a:pt x="13" y="43"/>
                    </a:cubicBezTo>
                    <a:cubicBezTo>
                      <a:pt x="11" y="44"/>
                      <a:pt x="9" y="44"/>
                      <a:pt x="8" y="42"/>
                    </a:cubicBezTo>
                    <a:cubicBezTo>
                      <a:pt x="1" y="32"/>
                      <a:pt x="1" y="32"/>
                      <a:pt x="1" y="32"/>
                    </a:cubicBezTo>
                    <a:cubicBezTo>
                      <a:pt x="0" y="31"/>
                      <a:pt x="0" y="29"/>
                      <a:pt x="2" y="28"/>
                    </a:cubicBezTo>
                    <a:cubicBezTo>
                      <a:pt x="38" y="1"/>
                      <a:pt x="38" y="1"/>
                      <a:pt x="38" y="1"/>
                    </a:cubicBezTo>
                    <a:cubicBezTo>
                      <a:pt x="39" y="0"/>
                      <a:pt x="41" y="1"/>
                      <a:pt x="42" y="2"/>
                    </a:cubicBezTo>
                    <a:cubicBezTo>
                      <a:pt x="50" y="12"/>
                      <a:pt x="50" y="12"/>
                      <a:pt x="50" y="12"/>
                    </a:cubicBezTo>
                    <a:cubicBezTo>
                      <a:pt x="51" y="14"/>
                      <a:pt x="51" y="16"/>
                      <a:pt x="49"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9" name="Freeform 91"/>
              <p:cNvSpPr>
                <a:spLocks/>
              </p:cNvSpPr>
              <p:nvPr/>
            </p:nvSpPr>
            <p:spPr bwMode="auto">
              <a:xfrm>
                <a:off x="4951" y="1515"/>
                <a:ext cx="179" cy="148"/>
              </a:xfrm>
              <a:custGeom>
                <a:avLst/>
                <a:gdLst>
                  <a:gd name="T0" fmla="*/ 153 w 160"/>
                  <a:gd name="T1" fmla="*/ 43 h 133"/>
                  <a:gd name="T2" fmla="*/ 31 w 160"/>
                  <a:gd name="T3" fmla="*/ 131 h 133"/>
                  <a:gd name="T4" fmla="*/ 20 w 160"/>
                  <a:gd name="T5" fmla="*/ 129 h 133"/>
                  <a:gd name="T6" fmla="*/ 3 w 160"/>
                  <a:gd name="T7" fmla="*/ 104 h 133"/>
                  <a:gd name="T8" fmla="*/ 4 w 160"/>
                  <a:gd name="T9" fmla="*/ 94 h 133"/>
                  <a:gd name="T10" fmla="*/ 126 w 160"/>
                  <a:gd name="T11" fmla="*/ 6 h 133"/>
                  <a:gd name="T12" fmla="*/ 146 w 160"/>
                  <a:gd name="T13" fmla="*/ 7 h 133"/>
                  <a:gd name="T14" fmla="*/ 157 w 160"/>
                  <a:gd name="T15" fmla="*/ 24 h 133"/>
                  <a:gd name="T16" fmla="*/ 153 w 160"/>
                  <a:gd name="T17" fmla="*/ 4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133">
                    <a:moveTo>
                      <a:pt x="153" y="43"/>
                    </a:moveTo>
                    <a:cubicBezTo>
                      <a:pt x="31" y="131"/>
                      <a:pt x="31" y="131"/>
                      <a:pt x="31" y="131"/>
                    </a:cubicBezTo>
                    <a:cubicBezTo>
                      <a:pt x="28" y="133"/>
                      <a:pt x="23" y="132"/>
                      <a:pt x="20" y="129"/>
                    </a:cubicBezTo>
                    <a:cubicBezTo>
                      <a:pt x="3" y="104"/>
                      <a:pt x="3" y="104"/>
                      <a:pt x="3" y="104"/>
                    </a:cubicBezTo>
                    <a:cubicBezTo>
                      <a:pt x="0" y="101"/>
                      <a:pt x="1" y="96"/>
                      <a:pt x="4" y="94"/>
                    </a:cubicBezTo>
                    <a:cubicBezTo>
                      <a:pt x="126" y="6"/>
                      <a:pt x="126" y="6"/>
                      <a:pt x="126" y="6"/>
                    </a:cubicBezTo>
                    <a:cubicBezTo>
                      <a:pt x="133" y="0"/>
                      <a:pt x="144" y="5"/>
                      <a:pt x="146" y="7"/>
                    </a:cubicBezTo>
                    <a:cubicBezTo>
                      <a:pt x="157" y="24"/>
                      <a:pt x="157" y="24"/>
                      <a:pt x="157" y="24"/>
                    </a:cubicBezTo>
                    <a:cubicBezTo>
                      <a:pt x="159" y="26"/>
                      <a:pt x="160" y="37"/>
                      <a:pt x="153"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0" name="Freeform 92"/>
              <p:cNvSpPr>
                <a:spLocks/>
              </p:cNvSpPr>
              <p:nvPr/>
            </p:nvSpPr>
            <p:spPr bwMode="auto">
              <a:xfrm>
                <a:off x="4953" y="1517"/>
                <a:ext cx="171" cy="148"/>
              </a:xfrm>
              <a:custGeom>
                <a:avLst/>
                <a:gdLst>
                  <a:gd name="T0" fmla="*/ 150 w 153"/>
                  <a:gd name="T1" fmla="*/ 49 h 132"/>
                  <a:gd name="T2" fmla="*/ 37 w 153"/>
                  <a:gd name="T3" fmla="*/ 130 h 132"/>
                  <a:gd name="T4" fmla="*/ 29 w 153"/>
                  <a:gd name="T5" fmla="*/ 129 h 132"/>
                  <a:gd name="T6" fmla="*/ 2 w 153"/>
                  <a:gd name="T7" fmla="*/ 91 h 132"/>
                  <a:gd name="T8" fmla="*/ 3 w 153"/>
                  <a:gd name="T9" fmla="*/ 84 h 132"/>
                  <a:gd name="T10" fmla="*/ 117 w 153"/>
                  <a:gd name="T11" fmla="*/ 2 h 132"/>
                  <a:gd name="T12" fmla="*/ 124 w 153"/>
                  <a:gd name="T13" fmla="*/ 3 h 132"/>
                  <a:gd name="T14" fmla="*/ 152 w 153"/>
                  <a:gd name="T15" fmla="*/ 41 h 132"/>
                  <a:gd name="T16" fmla="*/ 150 w 153"/>
                  <a:gd name="T17" fmla="*/ 4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32">
                    <a:moveTo>
                      <a:pt x="150" y="49"/>
                    </a:moveTo>
                    <a:cubicBezTo>
                      <a:pt x="37" y="130"/>
                      <a:pt x="37" y="130"/>
                      <a:pt x="37" y="130"/>
                    </a:cubicBezTo>
                    <a:cubicBezTo>
                      <a:pt x="35" y="132"/>
                      <a:pt x="31" y="132"/>
                      <a:pt x="29" y="129"/>
                    </a:cubicBezTo>
                    <a:cubicBezTo>
                      <a:pt x="2" y="91"/>
                      <a:pt x="2" y="91"/>
                      <a:pt x="2" y="91"/>
                    </a:cubicBezTo>
                    <a:cubicBezTo>
                      <a:pt x="0" y="89"/>
                      <a:pt x="1" y="85"/>
                      <a:pt x="3" y="84"/>
                    </a:cubicBezTo>
                    <a:cubicBezTo>
                      <a:pt x="117" y="2"/>
                      <a:pt x="117" y="2"/>
                      <a:pt x="117" y="2"/>
                    </a:cubicBezTo>
                    <a:cubicBezTo>
                      <a:pt x="119" y="0"/>
                      <a:pt x="122" y="1"/>
                      <a:pt x="124" y="3"/>
                    </a:cubicBezTo>
                    <a:cubicBezTo>
                      <a:pt x="152" y="41"/>
                      <a:pt x="152" y="41"/>
                      <a:pt x="152" y="41"/>
                    </a:cubicBezTo>
                    <a:cubicBezTo>
                      <a:pt x="153" y="43"/>
                      <a:pt x="153" y="47"/>
                      <a:pt x="150" y="49"/>
                    </a:cubicBezTo>
                    <a:close/>
                  </a:path>
                </a:pathLst>
              </a:custGeom>
              <a:solidFill>
                <a:srgbClr val="F48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1" name="Freeform 93"/>
              <p:cNvSpPr>
                <a:spLocks/>
              </p:cNvSpPr>
              <p:nvPr/>
            </p:nvSpPr>
            <p:spPr bwMode="auto">
              <a:xfrm>
                <a:off x="4959" y="1521"/>
                <a:ext cx="160" cy="140"/>
              </a:xfrm>
              <a:custGeom>
                <a:avLst/>
                <a:gdLst>
                  <a:gd name="T0" fmla="*/ 160 w 160"/>
                  <a:gd name="T1" fmla="*/ 52 h 140"/>
                  <a:gd name="T2" fmla="*/ 38 w 160"/>
                  <a:gd name="T3" fmla="*/ 140 h 140"/>
                  <a:gd name="T4" fmla="*/ 0 w 160"/>
                  <a:gd name="T5" fmla="*/ 88 h 140"/>
                  <a:gd name="T6" fmla="*/ 123 w 160"/>
                  <a:gd name="T7" fmla="*/ 0 h 140"/>
                  <a:gd name="T8" fmla="*/ 160 w 160"/>
                  <a:gd name="T9" fmla="*/ 52 h 140"/>
                </a:gdLst>
                <a:ahLst/>
                <a:cxnLst>
                  <a:cxn ang="0">
                    <a:pos x="T0" y="T1"/>
                  </a:cxn>
                  <a:cxn ang="0">
                    <a:pos x="T2" y="T3"/>
                  </a:cxn>
                  <a:cxn ang="0">
                    <a:pos x="T4" y="T5"/>
                  </a:cxn>
                  <a:cxn ang="0">
                    <a:pos x="T6" y="T7"/>
                  </a:cxn>
                  <a:cxn ang="0">
                    <a:pos x="T8" y="T9"/>
                  </a:cxn>
                </a:cxnLst>
                <a:rect l="0" t="0" r="r" b="b"/>
                <a:pathLst>
                  <a:path w="160" h="140">
                    <a:moveTo>
                      <a:pt x="160" y="52"/>
                    </a:moveTo>
                    <a:lnTo>
                      <a:pt x="38" y="140"/>
                    </a:lnTo>
                    <a:lnTo>
                      <a:pt x="0" y="88"/>
                    </a:lnTo>
                    <a:lnTo>
                      <a:pt x="123" y="0"/>
                    </a:lnTo>
                    <a:lnTo>
                      <a:pt x="160" y="52"/>
                    </a:lnTo>
                    <a:close/>
                  </a:path>
                </a:pathLst>
              </a:custGeom>
              <a:solidFill>
                <a:srgbClr val="BD1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2" name="Freeform 94"/>
              <p:cNvSpPr>
                <a:spLocks/>
              </p:cNvSpPr>
              <p:nvPr/>
            </p:nvSpPr>
            <p:spPr bwMode="auto">
              <a:xfrm>
                <a:off x="5142" y="1439"/>
                <a:ext cx="91" cy="90"/>
              </a:xfrm>
              <a:custGeom>
                <a:avLst/>
                <a:gdLst>
                  <a:gd name="T0" fmla="*/ 78 w 81"/>
                  <a:gd name="T1" fmla="*/ 48 h 81"/>
                  <a:gd name="T2" fmla="*/ 36 w 81"/>
                  <a:gd name="T3" fmla="*/ 79 h 81"/>
                  <a:gd name="T4" fmla="*/ 29 w 81"/>
                  <a:gd name="T5" fmla="*/ 78 h 81"/>
                  <a:gd name="T6" fmla="*/ 1 w 81"/>
                  <a:gd name="T7" fmla="*/ 40 h 81"/>
                  <a:gd name="T8" fmla="*/ 2 w 81"/>
                  <a:gd name="T9" fmla="*/ 32 h 81"/>
                  <a:gd name="T10" fmla="*/ 45 w 81"/>
                  <a:gd name="T11" fmla="*/ 2 h 81"/>
                  <a:gd name="T12" fmla="*/ 52 w 81"/>
                  <a:gd name="T13" fmla="*/ 3 h 81"/>
                  <a:gd name="T14" fmla="*/ 80 w 81"/>
                  <a:gd name="T15" fmla="*/ 41 h 81"/>
                  <a:gd name="T16" fmla="*/ 78 w 81"/>
                  <a:gd name="T17" fmla="*/ 4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81">
                    <a:moveTo>
                      <a:pt x="78" y="48"/>
                    </a:moveTo>
                    <a:cubicBezTo>
                      <a:pt x="36" y="79"/>
                      <a:pt x="36" y="79"/>
                      <a:pt x="36" y="79"/>
                    </a:cubicBezTo>
                    <a:cubicBezTo>
                      <a:pt x="34" y="81"/>
                      <a:pt x="30" y="80"/>
                      <a:pt x="29" y="78"/>
                    </a:cubicBezTo>
                    <a:cubicBezTo>
                      <a:pt x="1" y="40"/>
                      <a:pt x="1" y="40"/>
                      <a:pt x="1" y="40"/>
                    </a:cubicBezTo>
                    <a:cubicBezTo>
                      <a:pt x="0" y="37"/>
                      <a:pt x="0" y="34"/>
                      <a:pt x="2" y="32"/>
                    </a:cubicBezTo>
                    <a:cubicBezTo>
                      <a:pt x="45" y="2"/>
                      <a:pt x="45" y="2"/>
                      <a:pt x="45" y="2"/>
                    </a:cubicBezTo>
                    <a:cubicBezTo>
                      <a:pt x="47" y="0"/>
                      <a:pt x="50" y="0"/>
                      <a:pt x="52" y="3"/>
                    </a:cubicBezTo>
                    <a:cubicBezTo>
                      <a:pt x="80" y="41"/>
                      <a:pt x="80" y="41"/>
                      <a:pt x="80" y="41"/>
                    </a:cubicBezTo>
                    <a:cubicBezTo>
                      <a:pt x="81" y="43"/>
                      <a:pt x="81" y="47"/>
                      <a:pt x="78" y="48"/>
                    </a:cubicBezTo>
                    <a:close/>
                  </a:path>
                </a:pathLst>
              </a:custGeom>
              <a:solidFill>
                <a:srgbClr val="F48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3" name="Freeform 95"/>
              <p:cNvSpPr>
                <a:spLocks/>
              </p:cNvSpPr>
              <p:nvPr/>
            </p:nvSpPr>
            <p:spPr bwMode="auto">
              <a:xfrm>
                <a:off x="5153" y="1440"/>
                <a:ext cx="81" cy="78"/>
              </a:xfrm>
              <a:custGeom>
                <a:avLst/>
                <a:gdLst>
                  <a:gd name="T0" fmla="*/ 29 w 72"/>
                  <a:gd name="T1" fmla="*/ 69 h 70"/>
                  <a:gd name="T2" fmla="*/ 70 w 72"/>
                  <a:gd name="T3" fmla="*/ 39 h 70"/>
                  <a:gd name="T4" fmla="*/ 71 w 72"/>
                  <a:gd name="T5" fmla="*/ 33 h 70"/>
                  <a:gd name="T6" fmla="*/ 49 w 72"/>
                  <a:gd name="T7" fmla="*/ 3 h 70"/>
                  <a:gd name="T8" fmla="*/ 43 w 72"/>
                  <a:gd name="T9" fmla="*/ 2 h 70"/>
                  <a:gd name="T10" fmla="*/ 2 w 72"/>
                  <a:gd name="T11" fmla="*/ 31 h 70"/>
                  <a:gd name="T12" fmla="*/ 1 w 72"/>
                  <a:gd name="T13" fmla="*/ 37 h 70"/>
                  <a:gd name="T14" fmla="*/ 23 w 72"/>
                  <a:gd name="T15" fmla="*/ 68 h 70"/>
                  <a:gd name="T16" fmla="*/ 29 w 72"/>
                  <a:gd name="T17"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70">
                    <a:moveTo>
                      <a:pt x="29" y="69"/>
                    </a:moveTo>
                    <a:cubicBezTo>
                      <a:pt x="70" y="39"/>
                      <a:pt x="70" y="39"/>
                      <a:pt x="70" y="39"/>
                    </a:cubicBezTo>
                    <a:cubicBezTo>
                      <a:pt x="72" y="38"/>
                      <a:pt x="72" y="35"/>
                      <a:pt x="71" y="33"/>
                    </a:cubicBezTo>
                    <a:cubicBezTo>
                      <a:pt x="49" y="3"/>
                      <a:pt x="49" y="3"/>
                      <a:pt x="49" y="3"/>
                    </a:cubicBezTo>
                    <a:cubicBezTo>
                      <a:pt x="47" y="1"/>
                      <a:pt x="45" y="0"/>
                      <a:pt x="43" y="2"/>
                    </a:cubicBezTo>
                    <a:cubicBezTo>
                      <a:pt x="2" y="31"/>
                      <a:pt x="2" y="31"/>
                      <a:pt x="2" y="31"/>
                    </a:cubicBezTo>
                    <a:cubicBezTo>
                      <a:pt x="0" y="32"/>
                      <a:pt x="0" y="35"/>
                      <a:pt x="1" y="37"/>
                    </a:cubicBezTo>
                    <a:cubicBezTo>
                      <a:pt x="23" y="68"/>
                      <a:pt x="23" y="68"/>
                      <a:pt x="23" y="68"/>
                    </a:cubicBezTo>
                    <a:cubicBezTo>
                      <a:pt x="25" y="70"/>
                      <a:pt x="27" y="70"/>
                      <a:pt x="29" y="69"/>
                    </a:cubicBezTo>
                    <a:close/>
                  </a:path>
                </a:pathLst>
              </a:custGeom>
              <a:solidFill>
                <a:srgbClr val="BD1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4" name="Freeform 96"/>
              <p:cNvSpPr>
                <a:spLocks/>
              </p:cNvSpPr>
              <p:nvPr/>
            </p:nvSpPr>
            <p:spPr bwMode="auto">
              <a:xfrm>
                <a:off x="2418" y="3322"/>
                <a:ext cx="454" cy="416"/>
              </a:xfrm>
              <a:custGeom>
                <a:avLst/>
                <a:gdLst>
                  <a:gd name="T0" fmla="*/ 128 w 406"/>
                  <a:gd name="T1" fmla="*/ 2 h 372"/>
                  <a:gd name="T2" fmla="*/ 402 w 406"/>
                  <a:gd name="T3" fmla="*/ 179 h 372"/>
                  <a:gd name="T4" fmla="*/ 404 w 406"/>
                  <a:gd name="T5" fmla="*/ 190 h 372"/>
                  <a:gd name="T6" fmla="*/ 289 w 406"/>
                  <a:gd name="T7" fmla="*/ 367 h 372"/>
                  <a:gd name="T8" fmla="*/ 279 w 406"/>
                  <a:gd name="T9" fmla="*/ 369 h 372"/>
                  <a:gd name="T10" fmla="*/ 5 w 406"/>
                  <a:gd name="T11" fmla="*/ 192 h 372"/>
                  <a:gd name="T12" fmla="*/ 3 w 406"/>
                  <a:gd name="T13" fmla="*/ 182 h 372"/>
                  <a:gd name="T14" fmla="*/ 118 w 406"/>
                  <a:gd name="T15" fmla="*/ 4 h 372"/>
                  <a:gd name="T16" fmla="*/ 128 w 406"/>
                  <a:gd name="T17" fmla="*/ 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6" h="372">
                    <a:moveTo>
                      <a:pt x="128" y="2"/>
                    </a:moveTo>
                    <a:cubicBezTo>
                      <a:pt x="402" y="179"/>
                      <a:pt x="402" y="179"/>
                      <a:pt x="402" y="179"/>
                    </a:cubicBezTo>
                    <a:cubicBezTo>
                      <a:pt x="405" y="181"/>
                      <a:pt x="406" y="186"/>
                      <a:pt x="404" y="190"/>
                    </a:cubicBezTo>
                    <a:cubicBezTo>
                      <a:pt x="289" y="367"/>
                      <a:pt x="289" y="367"/>
                      <a:pt x="289" y="367"/>
                    </a:cubicBezTo>
                    <a:cubicBezTo>
                      <a:pt x="287" y="371"/>
                      <a:pt x="282" y="372"/>
                      <a:pt x="279" y="369"/>
                    </a:cubicBezTo>
                    <a:cubicBezTo>
                      <a:pt x="5" y="192"/>
                      <a:pt x="5" y="192"/>
                      <a:pt x="5" y="192"/>
                    </a:cubicBezTo>
                    <a:cubicBezTo>
                      <a:pt x="1" y="190"/>
                      <a:pt x="0" y="185"/>
                      <a:pt x="3" y="182"/>
                    </a:cubicBezTo>
                    <a:cubicBezTo>
                      <a:pt x="118" y="4"/>
                      <a:pt x="118" y="4"/>
                      <a:pt x="118" y="4"/>
                    </a:cubicBezTo>
                    <a:cubicBezTo>
                      <a:pt x="120" y="1"/>
                      <a:pt x="125" y="0"/>
                      <a:pt x="128" y="2"/>
                    </a:cubicBez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5" name="Freeform 97"/>
              <p:cNvSpPr>
                <a:spLocks/>
              </p:cNvSpPr>
              <p:nvPr/>
            </p:nvSpPr>
            <p:spPr bwMode="auto">
              <a:xfrm>
                <a:off x="2568" y="3334"/>
                <a:ext cx="24" cy="22"/>
              </a:xfrm>
              <a:custGeom>
                <a:avLst/>
                <a:gdLst>
                  <a:gd name="T0" fmla="*/ 7 w 22"/>
                  <a:gd name="T1" fmla="*/ 0 h 20"/>
                  <a:gd name="T2" fmla="*/ 22 w 22"/>
                  <a:gd name="T3" fmla="*/ 10 h 20"/>
                  <a:gd name="T4" fmla="*/ 17 w 22"/>
                  <a:gd name="T5" fmla="*/ 19 h 20"/>
                  <a:gd name="T6" fmla="*/ 14 w 22"/>
                  <a:gd name="T7" fmla="*/ 20 h 20"/>
                  <a:gd name="T8" fmla="*/ 1 w 22"/>
                  <a:gd name="T9" fmla="*/ 12 h 20"/>
                  <a:gd name="T10" fmla="*/ 1 w 22"/>
                  <a:gd name="T11" fmla="*/ 9 h 20"/>
                  <a:gd name="T12" fmla="*/ 7 w 2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2" h="20">
                    <a:moveTo>
                      <a:pt x="7" y="0"/>
                    </a:moveTo>
                    <a:cubicBezTo>
                      <a:pt x="22" y="10"/>
                      <a:pt x="22" y="10"/>
                      <a:pt x="22" y="10"/>
                    </a:cubicBezTo>
                    <a:cubicBezTo>
                      <a:pt x="17" y="19"/>
                      <a:pt x="17" y="19"/>
                      <a:pt x="17" y="19"/>
                    </a:cubicBezTo>
                    <a:cubicBezTo>
                      <a:pt x="16" y="20"/>
                      <a:pt x="15" y="20"/>
                      <a:pt x="14" y="20"/>
                    </a:cubicBezTo>
                    <a:cubicBezTo>
                      <a:pt x="1" y="12"/>
                      <a:pt x="1" y="12"/>
                      <a:pt x="1" y="12"/>
                    </a:cubicBezTo>
                    <a:cubicBezTo>
                      <a:pt x="0" y="11"/>
                      <a:pt x="0" y="10"/>
                      <a:pt x="1" y="9"/>
                    </a:cubicBez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6" name="Freeform 98"/>
              <p:cNvSpPr>
                <a:spLocks/>
              </p:cNvSpPr>
              <p:nvPr/>
            </p:nvSpPr>
            <p:spPr bwMode="auto">
              <a:xfrm>
                <a:off x="2828" y="3502"/>
                <a:ext cx="25" cy="23"/>
              </a:xfrm>
              <a:custGeom>
                <a:avLst/>
                <a:gdLst>
                  <a:gd name="T0" fmla="*/ 7 w 22"/>
                  <a:gd name="T1" fmla="*/ 0 h 20"/>
                  <a:gd name="T2" fmla="*/ 22 w 22"/>
                  <a:gd name="T3" fmla="*/ 10 h 20"/>
                  <a:gd name="T4" fmla="*/ 17 w 22"/>
                  <a:gd name="T5" fmla="*/ 19 h 20"/>
                  <a:gd name="T6" fmla="*/ 14 w 22"/>
                  <a:gd name="T7" fmla="*/ 20 h 20"/>
                  <a:gd name="T8" fmla="*/ 1 w 22"/>
                  <a:gd name="T9" fmla="*/ 11 h 20"/>
                  <a:gd name="T10" fmla="*/ 1 w 22"/>
                  <a:gd name="T11" fmla="*/ 9 h 20"/>
                  <a:gd name="T12" fmla="*/ 7 w 2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2" h="20">
                    <a:moveTo>
                      <a:pt x="7" y="0"/>
                    </a:moveTo>
                    <a:cubicBezTo>
                      <a:pt x="22" y="10"/>
                      <a:pt x="22" y="10"/>
                      <a:pt x="22" y="10"/>
                    </a:cubicBezTo>
                    <a:cubicBezTo>
                      <a:pt x="17" y="19"/>
                      <a:pt x="17" y="19"/>
                      <a:pt x="17" y="19"/>
                    </a:cubicBezTo>
                    <a:cubicBezTo>
                      <a:pt x="16" y="20"/>
                      <a:pt x="15" y="20"/>
                      <a:pt x="14" y="20"/>
                    </a:cubicBezTo>
                    <a:cubicBezTo>
                      <a:pt x="1" y="11"/>
                      <a:pt x="1" y="11"/>
                      <a:pt x="1" y="11"/>
                    </a:cubicBezTo>
                    <a:cubicBezTo>
                      <a:pt x="0" y="11"/>
                      <a:pt x="0" y="10"/>
                      <a:pt x="1" y="9"/>
                    </a:cubicBez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7" name="Freeform 99"/>
              <p:cNvSpPr>
                <a:spLocks/>
              </p:cNvSpPr>
              <p:nvPr/>
            </p:nvSpPr>
            <p:spPr bwMode="auto">
              <a:xfrm>
                <a:off x="2557" y="3239"/>
                <a:ext cx="387" cy="284"/>
              </a:xfrm>
              <a:custGeom>
                <a:avLst/>
                <a:gdLst>
                  <a:gd name="T0" fmla="*/ 13 w 347"/>
                  <a:gd name="T1" fmla="*/ 5 h 255"/>
                  <a:gd name="T2" fmla="*/ 339 w 347"/>
                  <a:gd name="T3" fmla="*/ 216 h 255"/>
                  <a:gd name="T4" fmla="*/ 341 w 347"/>
                  <a:gd name="T5" fmla="*/ 229 h 255"/>
                  <a:gd name="T6" fmla="*/ 286 w 347"/>
                  <a:gd name="T7" fmla="*/ 255 h 255"/>
                  <a:gd name="T8" fmla="*/ 0 w 347"/>
                  <a:gd name="T9" fmla="*/ 70 h 255"/>
                  <a:gd name="T10" fmla="*/ 0 w 347"/>
                  <a:gd name="T11" fmla="*/ 15 h 255"/>
                  <a:gd name="T12" fmla="*/ 13 w 347"/>
                  <a:gd name="T13" fmla="*/ 5 h 255"/>
                </a:gdLst>
                <a:ahLst/>
                <a:cxnLst>
                  <a:cxn ang="0">
                    <a:pos x="T0" y="T1"/>
                  </a:cxn>
                  <a:cxn ang="0">
                    <a:pos x="T2" y="T3"/>
                  </a:cxn>
                  <a:cxn ang="0">
                    <a:pos x="T4" y="T5"/>
                  </a:cxn>
                  <a:cxn ang="0">
                    <a:pos x="T6" y="T7"/>
                  </a:cxn>
                  <a:cxn ang="0">
                    <a:pos x="T8" y="T9"/>
                  </a:cxn>
                  <a:cxn ang="0">
                    <a:pos x="T10" y="T11"/>
                  </a:cxn>
                  <a:cxn ang="0">
                    <a:pos x="T12" y="T13"/>
                  </a:cxn>
                </a:cxnLst>
                <a:rect l="0" t="0" r="r" b="b"/>
                <a:pathLst>
                  <a:path w="347" h="255">
                    <a:moveTo>
                      <a:pt x="13" y="5"/>
                    </a:moveTo>
                    <a:cubicBezTo>
                      <a:pt x="339" y="216"/>
                      <a:pt x="339" y="216"/>
                      <a:pt x="339" y="216"/>
                    </a:cubicBezTo>
                    <a:cubicBezTo>
                      <a:pt x="347" y="221"/>
                      <a:pt x="347" y="226"/>
                      <a:pt x="341" y="229"/>
                    </a:cubicBezTo>
                    <a:cubicBezTo>
                      <a:pt x="286" y="255"/>
                      <a:pt x="286" y="255"/>
                      <a:pt x="286" y="255"/>
                    </a:cubicBezTo>
                    <a:cubicBezTo>
                      <a:pt x="0" y="70"/>
                      <a:pt x="0" y="70"/>
                      <a:pt x="0" y="70"/>
                    </a:cubicBezTo>
                    <a:cubicBezTo>
                      <a:pt x="0" y="15"/>
                      <a:pt x="0" y="15"/>
                      <a:pt x="0" y="15"/>
                    </a:cubicBezTo>
                    <a:cubicBezTo>
                      <a:pt x="0" y="3"/>
                      <a:pt x="4" y="0"/>
                      <a:pt x="13" y="5"/>
                    </a:cubicBez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8" name="Freeform 100"/>
              <p:cNvSpPr>
                <a:spLocks/>
              </p:cNvSpPr>
              <p:nvPr/>
            </p:nvSpPr>
            <p:spPr bwMode="auto">
              <a:xfrm>
                <a:off x="2571" y="3265"/>
                <a:ext cx="344" cy="245"/>
              </a:xfrm>
              <a:custGeom>
                <a:avLst/>
                <a:gdLst>
                  <a:gd name="T0" fmla="*/ 344 w 344"/>
                  <a:gd name="T1" fmla="*/ 223 h 245"/>
                  <a:gd name="T2" fmla="*/ 298 w 344"/>
                  <a:gd name="T3" fmla="*/ 245 h 245"/>
                  <a:gd name="T4" fmla="*/ 0 w 344"/>
                  <a:gd name="T5" fmla="*/ 52 h 245"/>
                  <a:gd name="T6" fmla="*/ 1 w 344"/>
                  <a:gd name="T7" fmla="*/ 0 h 245"/>
                  <a:gd name="T8" fmla="*/ 344 w 344"/>
                  <a:gd name="T9" fmla="*/ 223 h 245"/>
                </a:gdLst>
                <a:ahLst/>
                <a:cxnLst>
                  <a:cxn ang="0">
                    <a:pos x="T0" y="T1"/>
                  </a:cxn>
                  <a:cxn ang="0">
                    <a:pos x="T2" y="T3"/>
                  </a:cxn>
                  <a:cxn ang="0">
                    <a:pos x="T4" y="T5"/>
                  </a:cxn>
                  <a:cxn ang="0">
                    <a:pos x="T6" y="T7"/>
                  </a:cxn>
                  <a:cxn ang="0">
                    <a:pos x="T8" y="T9"/>
                  </a:cxn>
                </a:cxnLst>
                <a:rect l="0" t="0" r="r" b="b"/>
                <a:pathLst>
                  <a:path w="344" h="245">
                    <a:moveTo>
                      <a:pt x="344" y="223"/>
                    </a:moveTo>
                    <a:lnTo>
                      <a:pt x="298" y="245"/>
                    </a:lnTo>
                    <a:lnTo>
                      <a:pt x="0" y="52"/>
                    </a:lnTo>
                    <a:lnTo>
                      <a:pt x="1" y="0"/>
                    </a:lnTo>
                    <a:lnTo>
                      <a:pt x="344" y="223"/>
                    </a:ln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9" name="Freeform 101"/>
              <p:cNvSpPr>
                <a:spLocks/>
              </p:cNvSpPr>
              <p:nvPr/>
            </p:nvSpPr>
            <p:spPr bwMode="auto">
              <a:xfrm>
                <a:off x="2566" y="3244"/>
                <a:ext cx="373" cy="243"/>
              </a:xfrm>
              <a:custGeom>
                <a:avLst/>
                <a:gdLst>
                  <a:gd name="T0" fmla="*/ 3 w 334"/>
                  <a:gd name="T1" fmla="*/ 0 h 217"/>
                  <a:gd name="T2" fmla="*/ 333 w 334"/>
                  <a:gd name="T3" fmla="*/ 214 h 217"/>
                  <a:gd name="T4" fmla="*/ 333 w 334"/>
                  <a:gd name="T5" fmla="*/ 216 h 217"/>
                  <a:gd name="T6" fmla="*/ 333 w 334"/>
                  <a:gd name="T7" fmla="*/ 216 h 217"/>
                  <a:gd name="T8" fmla="*/ 331 w 334"/>
                  <a:gd name="T9" fmla="*/ 217 h 217"/>
                  <a:gd name="T10" fmla="*/ 1 w 334"/>
                  <a:gd name="T11" fmla="*/ 3 h 217"/>
                  <a:gd name="T12" fmla="*/ 0 w 334"/>
                  <a:gd name="T13" fmla="*/ 1 h 217"/>
                  <a:gd name="T14" fmla="*/ 0 w 334"/>
                  <a:gd name="T15" fmla="*/ 1 h 217"/>
                  <a:gd name="T16" fmla="*/ 3 w 334"/>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4" h="217">
                    <a:moveTo>
                      <a:pt x="3" y="0"/>
                    </a:moveTo>
                    <a:cubicBezTo>
                      <a:pt x="333" y="214"/>
                      <a:pt x="333" y="214"/>
                      <a:pt x="333" y="214"/>
                    </a:cubicBezTo>
                    <a:cubicBezTo>
                      <a:pt x="334" y="214"/>
                      <a:pt x="334" y="215"/>
                      <a:pt x="333" y="216"/>
                    </a:cubicBezTo>
                    <a:cubicBezTo>
                      <a:pt x="333" y="216"/>
                      <a:pt x="333" y="216"/>
                      <a:pt x="333" y="216"/>
                    </a:cubicBezTo>
                    <a:cubicBezTo>
                      <a:pt x="333" y="217"/>
                      <a:pt x="332" y="217"/>
                      <a:pt x="331" y="217"/>
                    </a:cubicBezTo>
                    <a:cubicBezTo>
                      <a:pt x="1" y="3"/>
                      <a:pt x="1" y="3"/>
                      <a:pt x="1" y="3"/>
                    </a:cubicBezTo>
                    <a:cubicBezTo>
                      <a:pt x="0" y="2"/>
                      <a:pt x="0" y="1"/>
                      <a:pt x="0" y="1"/>
                    </a:cubicBezTo>
                    <a:cubicBezTo>
                      <a:pt x="0" y="1"/>
                      <a:pt x="0" y="1"/>
                      <a:pt x="0" y="1"/>
                    </a:cubicBezTo>
                    <a:cubicBezTo>
                      <a:pt x="1" y="0"/>
                      <a:pt x="2"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0" name="Freeform 102"/>
              <p:cNvSpPr>
                <a:spLocks/>
              </p:cNvSpPr>
              <p:nvPr/>
            </p:nvSpPr>
            <p:spPr bwMode="auto">
              <a:xfrm>
                <a:off x="2571" y="3326"/>
                <a:ext cx="26" cy="27"/>
              </a:xfrm>
              <a:custGeom>
                <a:avLst/>
                <a:gdLst>
                  <a:gd name="T0" fmla="*/ 11 w 23"/>
                  <a:gd name="T1" fmla="*/ 0 h 24"/>
                  <a:gd name="T2" fmla="*/ 22 w 23"/>
                  <a:gd name="T3" fmla="*/ 8 h 24"/>
                  <a:gd name="T4" fmla="*/ 23 w 23"/>
                  <a:gd name="T5" fmla="*/ 10 h 24"/>
                  <a:gd name="T6" fmla="*/ 14 w 23"/>
                  <a:gd name="T7" fmla="*/ 23 h 24"/>
                  <a:gd name="T8" fmla="*/ 12 w 23"/>
                  <a:gd name="T9" fmla="*/ 24 h 24"/>
                  <a:gd name="T10" fmla="*/ 1 w 23"/>
                  <a:gd name="T11" fmla="*/ 16 h 24"/>
                  <a:gd name="T12" fmla="*/ 0 w 23"/>
                  <a:gd name="T13" fmla="*/ 14 h 24"/>
                  <a:gd name="T14" fmla="*/ 9 w 23"/>
                  <a:gd name="T15" fmla="*/ 1 h 24"/>
                  <a:gd name="T16" fmla="*/ 11 w 23"/>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4">
                    <a:moveTo>
                      <a:pt x="11" y="0"/>
                    </a:moveTo>
                    <a:cubicBezTo>
                      <a:pt x="22" y="8"/>
                      <a:pt x="22" y="8"/>
                      <a:pt x="22" y="8"/>
                    </a:cubicBezTo>
                    <a:cubicBezTo>
                      <a:pt x="23" y="8"/>
                      <a:pt x="23" y="9"/>
                      <a:pt x="23" y="10"/>
                    </a:cubicBezTo>
                    <a:cubicBezTo>
                      <a:pt x="14" y="23"/>
                      <a:pt x="14" y="23"/>
                      <a:pt x="14" y="23"/>
                    </a:cubicBezTo>
                    <a:cubicBezTo>
                      <a:pt x="14" y="24"/>
                      <a:pt x="13" y="24"/>
                      <a:pt x="12" y="24"/>
                    </a:cubicBezTo>
                    <a:cubicBezTo>
                      <a:pt x="1" y="16"/>
                      <a:pt x="1" y="16"/>
                      <a:pt x="1" y="16"/>
                    </a:cubicBezTo>
                    <a:cubicBezTo>
                      <a:pt x="0" y="16"/>
                      <a:pt x="0" y="15"/>
                      <a:pt x="0" y="14"/>
                    </a:cubicBezTo>
                    <a:cubicBezTo>
                      <a:pt x="9" y="1"/>
                      <a:pt x="9" y="1"/>
                      <a:pt x="9" y="1"/>
                    </a:cubicBezTo>
                    <a:cubicBezTo>
                      <a:pt x="9" y="0"/>
                      <a:pt x="10" y="0"/>
                      <a:pt x="11" y="0"/>
                    </a:cubicBez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1" name="Freeform 103"/>
              <p:cNvSpPr>
                <a:spLocks/>
              </p:cNvSpPr>
              <p:nvPr/>
            </p:nvSpPr>
            <p:spPr bwMode="auto">
              <a:xfrm>
                <a:off x="2831" y="3494"/>
                <a:ext cx="26" cy="27"/>
              </a:xfrm>
              <a:custGeom>
                <a:avLst/>
                <a:gdLst>
                  <a:gd name="T0" fmla="*/ 11 w 23"/>
                  <a:gd name="T1" fmla="*/ 0 h 24"/>
                  <a:gd name="T2" fmla="*/ 22 w 23"/>
                  <a:gd name="T3" fmla="*/ 7 h 24"/>
                  <a:gd name="T4" fmla="*/ 23 w 23"/>
                  <a:gd name="T5" fmla="*/ 10 h 24"/>
                  <a:gd name="T6" fmla="*/ 14 w 23"/>
                  <a:gd name="T7" fmla="*/ 23 h 24"/>
                  <a:gd name="T8" fmla="*/ 12 w 23"/>
                  <a:gd name="T9" fmla="*/ 23 h 24"/>
                  <a:gd name="T10" fmla="*/ 1 w 23"/>
                  <a:gd name="T11" fmla="*/ 16 h 24"/>
                  <a:gd name="T12" fmla="*/ 0 w 23"/>
                  <a:gd name="T13" fmla="*/ 14 h 24"/>
                  <a:gd name="T14" fmla="*/ 9 w 23"/>
                  <a:gd name="T15" fmla="*/ 1 h 24"/>
                  <a:gd name="T16" fmla="*/ 11 w 23"/>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4">
                    <a:moveTo>
                      <a:pt x="11" y="0"/>
                    </a:moveTo>
                    <a:cubicBezTo>
                      <a:pt x="22" y="7"/>
                      <a:pt x="22" y="7"/>
                      <a:pt x="22" y="7"/>
                    </a:cubicBezTo>
                    <a:cubicBezTo>
                      <a:pt x="23" y="8"/>
                      <a:pt x="23" y="9"/>
                      <a:pt x="23" y="10"/>
                    </a:cubicBezTo>
                    <a:cubicBezTo>
                      <a:pt x="14" y="23"/>
                      <a:pt x="14" y="23"/>
                      <a:pt x="14" y="23"/>
                    </a:cubicBezTo>
                    <a:cubicBezTo>
                      <a:pt x="14" y="24"/>
                      <a:pt x="13" y="24"/>
                      <a:pt x="12" y="23"/>
                    </a:cubicBezTo>
                    <a:cubicBezTo>
                      <a:pt x="1" y="16"/>
                      <a:pt x="1" y="16"/>
                      <a:pt x="1" y="16"/>
                    </a:cubicBezTo>
                    <a:cubicBezTo>
                      <a:pt x="0" y="16"/>
                      <a:pt x="0" y="15"/>
                      <a:pt x="0" y="14"/>
                    </a:cubicBezTo>
                    <a:cubicBezTo>
                      <a:pt x="9" y="1"/>
                      <a:pt x="9" y="1"/>
                      <a:pt x="9" y="1"/>
                    </a:cubicBezTo>
                    <a:cubicBezTo>
                      <a:pt x="9" y="0"/>
                      <a:pt x="10" y="0"/>
                      <a:pt x="11" y="0"/>
                    </a:cubicBez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2" name="Freeform 104"/>
              <p:cNvSpPr>
                <a:spLocks/>
              </p:cNvSpPr>
              <p:nvPr/>
            </p:nvSpPr>
            <p:spPr bwMode="auto">
              <a:xfrm>
                <a:off x="2816" y="3535"/>
                <a:ext cx="20" cy="19"/>
              </a:xfrm>
              <a:custGeom>
                <a:avLst/>
                <a:gdLst>
                  <a:gd name="T0" fmla="*/ 8 w 18"/>
                  <a:gd name="T1" fmla="*/ 1 h 17"/>
                  <a:gd name="T2" fmla="*/ 17 w 18"/>
                  <a:gd name="T3" fmla="*/ 6 h 17"/>
                  <a:gd name="T4" fmla="*/ 17 w 18"/>
                  <a:gd name="T5" fmla="*/ 9 h 17"/>
                  <a:gd name="T6" fmla="*/ 13 w 18"/>
                  <a:gd name="T7" fmla="*/ 16 h 17"/>
                  <a:gd name="T8" fmla="*/ 10 w 18"/>
                  <a:gd name="T9" fmla="*/ 17 h 17"/>
                  <a:gd name="T10" fmla="*/ 1 w 18"/>
                  <a:gd name="T11" fmla="*/ 11 h 17"/>
                  <a:gd name="T12" fmla="*/ 1 w 18"/>
                  <a:gd name="T13" fmla="*/ 8 h 17"/>
                  <a:gd name="T14" fmla="*/ 5 w 18"/>
                  <a:gd name="T15" fmla="*/ 1 h 17"/>
                  <a:gd name="T16" fmla="*/ 8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8" y="1"/>
                    </a:moveTo>
                    <a:cubicBezTo>
                      <a:pt x="17" y="6"/>
                      <a:pt x="17" y="6"/>
                      <a:pt x="17" y="6"/>
                    </a:cubicBezTo>
                    <a:cubicBezTo>
                      <a:pt x="18" y="7"/>
                      <a:pt x="18" y="8"/>
                      <a:pt x="17" y="9"/>
                    </a:cubicBezTo>
                    <a:cubicBezTo>
                      <a:pt x="13" y="16"/>
                      <a:pt x="13" y="16"/>
                      <a:pt x="13" y="16"/>
                    </a:cubicBezTo>
                    <a:cubicBezTo>
                      <a:pt x="13" y="17"/>
                      <a:pt x="11" y="17"/>
                      <a:pt x="10" y="17"/>
                    </a:cubicBezTo>
                    <a:cubicBezTo>
                      <a:pt x="1" y="11"/>
                      <a:pt x="1" y="11"/>
                      <a:pt x="1" y="11"/>
                    </a:cubicBezTo>
                    <a:cubicBezTo>
                      <a:pt x="0" y="10"/>
                      <a:pt x="0" y="9"/>
                      <a:pt x="1" y="8"/>
                    </a:cubicBezTo>
                    <a:cubicBezTo>
                      <a:pt x="5" y="1"/>
                      <a:pt x="5" y="1"/>
                      <a:pt x="5" y="1"/>
                    </a:cubicBezTo>
                    <a:cubicBezTo>
                      <a:pt x="6"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3" name="Freeform 105"/>
              <p:cNvSpPr>
                <a:spLocks/>
              </p:cNvSpPr>
              <p:nvPr/>
            </p:nvSpPr>
            <p:spPr bwMode="auto">
              <a:xfrm>
                <a:off x="2805" y="3549"/>
                <a:ext cx="22" cy="22"/>
              </a:xfrm>
              <a:custGeom>
                <a:avLst/>
                <a:gdLst>
                  <a:gd name="T0" fmla="*/ 10 w 20"/>
                  <a:gd name="T1" fmla="*/ 0 h 20"/>
                  <a:gd name="T2" fmla="*/ 18 w 20"/>
                  <a:gd name="T3" fmla="*/ 6 h 20"/>
                  <a:gd name="T4" fmla="*/ 19 w 20"/>
                  <a:gd name="T5" fmla="*/ 9 h 20"/>
                  <a:gd name="T6" fmla="*/ 13 w 20"/>
                  <a:gd name="T7" fmla="*/ 18 h 20"/>
                  <a:gd name="T8" fmla="*/ 10 w 20"/>
                  <a:gd name="T9" fmla="*/ 19 h 20"/>
                  <a:gd name="T10" fmla="*/ 2 w 20"/>
                  <a:gd name="T11" fmla="*/ 14 h 20"/>
                  <a:gd name="T12" fmla="*/ 1 w 20"/>
                  <a:gd name="T13" fmla="*/ 10 h 20"/>
                  <a:gd name="T14" fmla="*/ 7 w 20"/>
                  <a:gd name="T15" fmla="*/ 1 h 20"/>
                  <a:gd name="T16" fmla="*/ 10 w 20"/>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0"/>
                    </a:moveTo>
                    <a:cubicBezTo>
                      <a:pt x="18" y="6"/>
                      <a:pt x="18" y="6"/>
                      <a:pt x="18" y="6"/>
                    </a:cubicBezTo>
                    <a:cubicBezTo>
                      <a:pt x="19" y="6"/>
                      <a:pt x="20" y="8"/>
                      <a:pt x="19" y="9"/>
                    </a:cubicBezTo>
                    <a:cubicBezTo>
                      <a:pt x="13" y="18"/>
                      <a:pt x="13" y="18"/>
                      <a:pt x="13" y="18"/>
                    </a:cubicBezTo>
                    <a:cubicBezTo>
                      <a:pt x="13" y="19"/>
                      <a:pt x="11" y="20"/>
                      <a:pt x="10" y="19"/>
                    </a:cubicBezTo>
                    <a:cubicBezTo>
                      <a:pt x="2" y="14"/>
                      <a:pt x="2" y="14"/>
                      <a:pt x="2" y="14"/>
                    </a:cubicBezTo>
                    <a:cubicBezTo>
                      <a:pt x="0" y="13"/>
                      <a:pt x="0" y="11"/>
                      <a:pt x="1" y="10"/>
                    </a:cubicBezTo>
                    <a:cubicBezTo>
                      <a:pt x="7" y="1"/>
                      <a:pt x="7" y="1"/>
                      <a:pt x="7"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4" name="Freeform 106"/>
              <p:cNvSpPr>
                <a:spLocks/>
              </p:cNvSpPr>
              <p:nvPr/>
            </p:nvSpPr>
            <p:spPr bwMode="auto">
              <a:xfrm>
                <a:off x="2793" y="3566"/>
                <a:ext cx="23" cy="22"/>
              </a:xfrm>
              <a:custGeom>
                <a:avLst/>
                <a:gdLst>
                  <a:gd name="T0" fmla="*/ 10 w 20"/>
                  <a:gd name="T1" fmla="*/ 1 h 20"/>
                  <a:gd name="T2" fmla="*/ 18 w 20"/>
                  <a:gd name="T3" fmla="*/ 6 h 20"/>
                  <a:gd name="T4" fmla="*/ 19 w 20"/>
                  <a:gd name="T5" fmla="*/ 10 h 20"/>
                  <a:gd name="T6" fmla="*/ 13 w 20"/>
                  <a:gd name="T7" fmla="*/ 19 h 20"/>
                  <a:gd name="T8" fmla="*/ 9 w 20"/>
                  <a:gd name="T9" fmla="*/ 20 h 20"/>
                  <a:gd name="T10" fmla="*/ 1 w 20"/>
                  <a:gd name="T11" fmla="*/ 14 h 20"/>
                  <a:gd name="T12" fmla="*/ 1 w 20"/>
                  <a:gd name="T13" fmla="*/ 11 h 20"/>
                  <a:gd name="T14" fmla="*/ 6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19" y="7"/>
                      <a:pt x="20" y="9"/>
                      <a:pt x="19" y="10"/>
                    </a:cubicBezTo>
                    <a:cubicBezTo>
                      <a:pt x="13" y="19"/>
                      <a:pt x="13" y="19"/>
                      <a:pt x="13" y="19"/>
                    </a:cubicBezTo>
                    <a:cubicBezTo>
                      <a:pt x="12" y="20"/>
                      <a:pt x="11" y="20"/>
                      <a:pt x="9" y="20"/>
                    </a:cubicBezTo>
                    <a:cubicBezTo>
                      <a:pt x="1" y="14"/>
                      <a:pt x="1" y="14"/>
                      <a:pt x="1" y="14"/>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5" name="Freeform 107"/>
              <p:cNvSpPr>
                <a:spLocks/>
              </p:cNvSpPr>
              <p:nvPr/>
            </p:nvSpPr>
            <p:spPr bwMode="auto">
              <a:xfrm>
                <a:off x="2782" y="3584"/>
                <a:ext cx="23" cy="22"/>
              </a:xfrm>
              <a:custGeom>
                <a:avLst/>
                <a:gdLst>
                  <a:gd name="T0" fmla="*/ 10 w 20"/>
                  <a:gd name="T1" fmla="*/ 1 h 20"/>
                  <a:gd name="T2" fmla="*/ 18 w 20"/>
                  <a:gd name="T3" fmla="*/ 6 h 20"/>
                  <a:gd name="T4" fmla="*/ 19 w 20"/>
                  <a:gd name="T5" fmla="*/ 10 h 20"/>
                  <a:gd name="T6" fmla="*/ 13 w 20"/>
                  <a:gd name="T7" fmla="*/ 19 h 20"/>
                  <a:gd name="T8" fmla="*/ 9 w 20"/>
                  <a:gd name="T9" fmla="*/ 19 h 20"/>
                  <a:gd name="T10" fmla="*/ 1 w 20"/>
                  <a:gd name="T11" fmla="*/ 14 h 20"/>
                  <a:gd name="T12" fmla="*/ 1 w 20"/>
                  <a:gd name="T13" fmla="*/ 10 h 20"/>
                  <a:gd name="T14" fmla="*/ 6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19" y="7"/>
                      <a:pt x="20" y="8"/>
                      <a:pt x="19" y="10"/>
                    </a:cubicBezTo>
                    <a:cubicBezTo>
                      <a:pt x="13" y="19"/>
                      <a:pt x="13" y="19"/>
                      <a:pt x="13" y="19"/>
                    </a:cubicBezTo>
                    <a:cubicBezTo>
                      <a:pt x="12" y="20"/>
                      <a:pt x="11" y="20"/>
                      <a:pt x="9" y="19"/>
                    </a:cubicBezTo>
                    <a:cubicBezTo>
                      <a:pt x="1" y="14"/>
                      <a:pt x="1" y="14"/>
                      <a:pt x="1" y="14"/>
                    </a:cubicBezTo>
                    <a:cubicBezTo>
                      <a:pt x="0" y="13"/>
                      <a:pt x="0" y="12"/>
                      <a:pt x="1"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6" name="Freeform 108"/>
              <p:cNvSpPr>
                <a:spLocks/>
              </p:cNvSpPr>
              <p:nvPr/>
            </p:nvSpPr>
            <p:spPr bwMode="auto">
              <a:xfrm>
                <a:off x="2771" y="3602"/>
                <a:ext cx="21" cy="22"/>
              </a:xfrm>
              <a:custGeom>
                <a:avLst/>
                <a:gdLst>
                  <a:gd name="T0" fmla="*/ 10 w 19"/>
                  <a:gd name="T1" fmla="*/ 0 h 20"/>
                  <a:gd name="T2" fmla="*/ 18 w 19"/>
                  <a:gd name="T3" fmla="*/ 6 h 20"/>
                  <a:gd name="T4" fmla="*/ 19 w 19"/>
                  <a:gd name="T5" fmla="*/ 9 h 20"/>
                  <a:gd name="T6" fmla="*/ 13 w 19"/>
                  <a:gd name="T7" fmla="*/ 18 h 20"/>
                  <a:gd name="T8" fmla="*/ 9 w 19"/>
                  <a:gd name="T9" fmla="*/ 19 h 20"/>
                  <a:gd name="T10" fmla="*/ 1 w 19"/>
                  <a:gd name="T11" fmla="*/ 14 h 20"/>
                  <a:gd name="T12" fmla="*/ 0 w 19"/>
                  <a:gd name="T13" fmla="*/ 10 h 20"/>
                  <a:gd name="T14" fmla="*/ 6 w 19"/>
                  <a:gd name="T15" fmla="*/ 1 h 20"/>
                  <a:gd name="T16" fmla="*/ 10 w 19"/>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0">
                    <a:moveTo>
                      <a:pt x="10" y="0"/>
                    </a:moveTo>
                    <a:cubicBezTo>
                      <a:pt x="18" y="6"/>
                      <a:pt x="18" y="6"/>
                      <a:pt x="18" y="6"/>
                    </a:cubicBezTo>
                    <a:cubicBezTo>
                      <a:pt x="19" y="6"/>
                      <a:pt x="19" y="8"/>
                      <a:pt x="19" y="9"/>
                    </a:cubicBezTo>
                    <a:cubicBezTo>
                      <a:pt x="13" y="18"/>
                      <a:pt x="13" y="18"/>
                      <a:pt x="13" y="18"/>
                    </a:cubicBezTo>
                    <a:cubicBezTo>
                      <a:pt x="12" y="19"/>
                      <a:pt x="10" y="20"/>
                      <a:pt x="9" y="19"/>
                    </a:cubicBezTo>
                    <a:cubicBezTo>
                      <a:pt x="1" y="14"/>
                      <a:pt x="1" y="14"/>
                      <a:pt x="1" y="14"/>
                    </a:cubicBezTo>
                    <a:cubicBezTo>
                      <a:pt x="0" y="13"/>
                      <a:pt x="0" y="11"/>
                      <a:pt x="0"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7" name="Freeform 109"/>
              <p:cNvSpPr>
                <a:spLocks/>
              </p:cNvSpPr>
              <p:nvPr/>
            </p:nvSpPr>
            <p:spPr bwMode="auto">
              <a:xfrm>
                <a:off x="2759" y="3618"/>
                <a:ext cx="22" cy="23"/>
              </a:xfrm>
              <a:custGeom>
                <a:avLst/>
                <a:gdLst>
                  <a:gd name="T0" fmla="*/ 11 w 20"/>
                  <a:gd name="T1" fmla="*/ 1 h 20"/>
                  <a:gd name="T2" fmla="*/ 19 w 20"/>
                  <a:gd name="T3" fmla="*/ 6 h 20"/>
                  <a:gd name="T4" fmla="*/ 19 w 20"/>
                  <a:gd name="T5" fmla="*/ 10 h 20"/>
                  <a:gd name="T6" fmla="*/ 14 w 20"/>
                  <a:gd name="T7" fmla="*/ 19 h 20"/>
                  <a:gd name="T8" fmla="*/ 10 w 20"/>
                  <a:gd name="T9" fmla="*/ 20 h 20"/>
                  <a:gd name="T10" fmla="*/ 2 w 20"/>
                  <a:gd name="T11" fmla="*/ 14 h 20"/>
                  <a:gd name="T12" fmla="*/ 1 w 20"/>
                  <a:gd name="T13" fmla="*/ 11 h 20"/>
                  <a:gd name="T14" fmla="*/ 7 w 20"/>
                  <a:gd name="T15" fmla="*/ 2 h 20"/>
                  <a:gd name="T16" fmla="*/ 11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1" y="1"/>
                    </a:moveTo>
                    <a:cubicBezTo>
                      <a:pt x="19" y="6"/>
                      <a:pt x="19" y="6"/>
                      <a:pt x="19" y="6"/>
                    </a:cubicBezTo>
                    <a:cubicBezTo>
                      <a:pt x="20" y="7"/>
                      <a:pt x="20" y="9"/>
                      <a:pt x="19" y="10"/>
                    </a:cubicBezTo>
                    <a:cubicBezTo>
                      <a:pt x="14" y="19"/>
                      <a:pt x="14" y="19"/>
                      <a:pt x="14" y="19"/>
                    </a:cubicBezTo>
                    <a:cubicBezTo>
                      <a:pt x="13" y="20"/>
                      <a:pt x="11" y="20"/>
                      <a:pt x="10" y="20"/>
                    </a:cubicBezTo>
                    <a:cubicBezTo>
                      <a:pt x="2" y="14"/>
                      <a:pt x="2" y="14"/>
                      <a:pt x="2" y="14"/>
                    </a:cubicBezTo>
                    <a:cubicBezTo>
                      <a:pt x="1" y="14"/>
                      <a:pt x="0" y="12"/>
                      <a:pt x="1" y="11"/>
                    </a:cubicBezTo>
                    <a:cubicBezTo>
                      <a:pt x="7" y="2"/>
                      <a:pt x="7" y="2"/>
                      <a:pt x="7" y="2"/>
                    </a:cubicBezTo>
                    <a:cubicBezTo>
                      <a:pt x="8" y="1"/>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8" name="Freeform 110"/>
              <p:cNvSpPr>
                <a:spLocks/>
              </p:cNvSpPr>
              <p:nvPr/>
            </p:nvSpPr>
            <p:spPr bwMode="auto">
              <a:xfrm>
                <a:off x="2798" y="3523"/>
                <a:ext cx="20" cy="19"/>
              </a:xfrm>
              <a:custGeom>
                <a:avLst/>
                <a:gdLst>
                  <a:gd name="T0" fmla="*/ 8 w 18"/>
                  <a:gd name="T1" fmla="*/ 0 h 17"/>
                  <a:gd name="T2" fmla="*/ 17 w 18"/>
                  <a:gd name="T3" fmla="*/ 6 h 17"/>
                  <a:gd name="T4" fmla="*/ 18 w 18"/>
                  <a:gd name="T5" fmla="*/ 9 h 17"/>
                  <a:gd name="T6" fmla="*/ 14 w 18"/>
                  <a:gd name="T7" fmla="*/ 16 h 17"/>
                  <a:gd name="T8" fmla="*/ 11 w 18"/>
                  <a:gd name="T9" fmla="*/ 16 h 17"/>
                  <a:gd name="T10" fmla="*/ 2 w 18"/>
                  <a:gd name="T11" fmla="*/ 11 h 17"/>
                  <a:gd name="T12" fmla="*/ 1 w 18"/>
                  <a:gd name="T13" fmla="*/ 8 h 17"/>
                  <a:gd name="T14" fmla="*/ 5 w 18"/>
                  <a:gd name="T15" fmla="*/ 1 h 17"/>
                  <a:gd name="T16" fmla="*/ 8 w 18"/>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8" y="0"/>
                    </a:moveTo>
                    <a:cubicBezTo>
                      <a:pt x="17" y="6"/>
                      <a:pt x="17" y="6"/>
                      <a:pt x="17" y="6"/>
                    </a:cubicBezTo>
                    <a:cubicBezTo>
                      <a:pt x="18" y="7"/>
                      <a:pt x="18" y="8"/>
                      <a:pt x="18" y="9"/>
                    </a:cubicBezTo>
                    <a:cubicBezTo>
                      <a:pt x="14" y="16"/>
                      <a:pt x="14" y="16"/>
                      <a:pt x="14" y="16"/>
                    </a:cubicBezTo>
                    <a:cubicBezTo>
                      <a:pt x="13" y="17"/>
                      <a:pt x="12" y="17"/>
                      <a:pt x="11" y="16"/>
                    </a:cubicBezTo>
                    <a:cubicBezTo>
                      <a:pt x="2" y="11"/>
                      <a:pt x="2" y="11"/>
                      <a:pt x="2" y="11"/>
                    </a:cubicBezTo>
                    <a:cubicBezTo>
                      <a:pt x="1" y="10"/>
                      <a:pt x="0" y="9"/>
                      <a:pt x="1" y="8"/>
                    </a:cubicBezTo>
                    <a:cubicBezTo>
                      <a:pt x="5" y="1"/>
                      <a:pt x="5" y="1"/>
                      <a:pt x="5" y="1"/>
                    </a:cubicBezTo>
                    <a:cubicBezTo>
                      <a:pt x="6"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9" name="Freeform 111"/>
              <p:cNvSpPr>
                <a:spLocks/>
              </p:cNvSpPr>
              <p:nvPr/>
            </p:nvSpPr>
            <p:spPr bwMode="auto">
              <a:xfrm>
                <a:off x="2771" y="3527"/>
                <a:ext cx="38" cy="33"/>
              </a:xfrm>
              <a:custGeom>
                <a:avLst/>
                <a:gdLst>
                  <a:gd name="T0" fmla="*/ 10 w 34"/>
                  <a:gd name="T1" fmla="*/ 1 h 30"/>
                  <a:gd name="T2" fmla="*/ 32 w 34"/>
                  <a:gd name="T3" fmla="*/ 15 h 30"/>
                  <a:gd name="T4" fmla="*/ 33 w 34"/>
                  <a:gd name="T5" fmla="*/ 19 h 30"/>
                  <a:gd name="T6" fmla="*/ 28 w 34"/>
                  <a:gd name="T7" fmla="*/ 28 h 30"/>
                  <a:gd name="T8" fmla="*/ 24 w 34"/>
                  <a:gd name="T9" fmla="*/ 29 h 30"/>
                  <a:gd name="T10" fmla="*/ 2 w 34"/>
                  <a:gd name="T11" fmla="*/ 14 h 30"/>
                  <a:gd name="T12" fmla="*/ 1 w 34"/>
                  <a:gd name="T13" fmla="*/ 10 h 30"/>
                  <a:gd name="T14" fmla="*/ 6 w 34"/>
                  <a:gd name="T15" fmla="*/ 2 h 30"/>
                  <a:gd name="T16" fmla="*/ 10 w 34"/>
                  <a:gd name="T17"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0">
                    <a:moveTo>
                      <a:pt x="10" y="1"/>
                    </a:moveTo>
                    <a:cubicBezTo>
                      <a:pt x="32" y="15"/>
                      <a:pt x="32" y="15"/>
                      <a:pt x="32" y="15"/>
                    </a:cubicBezTo>
                    <a:cubicBezTo>
                      <a:pt x="34" y="16"/>
                      <a:pt x="34" y="18"/>
                      <a:pt x="33" y="19"/>
                    </a:cubicBezTo>
                    <a:cubicBezTo>
                      <a:pt x="28" y="28"/>
                      <a:pt x="28" y="28"/>
                      <a:pt x="28" y="28"/>
                    </a:cubicBezTo>
                    <a:cubicBezTo>
                      <a:pt x="27" y="29"/>
                      <a:pt x="25" y="30"/>
                      <a:pt x="24" y="29"/>
                    </a:cubicBezTo>
                    <a:cubicBezTo>
                      <a:pt x="2" y="14"/>
                      <a:pt x="2" y="14"/>
                      <a:pt x="2" y="14"/>
                    </a:cubicBezTo>
                    <a:cubicBezTo>
                      <a:pt x="0" y="14"/>
                      <a:pt x="0" y="12"/>
                      <a:pt x="1" y="10"/>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0" name="Freeform 112"/>
              <p:cNvSpPr>
                <a:spLocks/>
              </p:cNvSpPr>
              <p:nvPr/>
            </p:nvSpPr>
            <p:spPr bwMode="auto">
              <a:xfrm>
                <a:off x="2771" y="3551"/>
                <a:ext cx="27" cy="26"/>
              </a:xfrm>
              <a:custGeom>
                <a:avLst/>
                <a:gdLst>
                  <a:gd name="T0" fmla="*/ 10 w 24"/>
                  <a:gd name="T1" fmla="*/ 1 h 23"/>
                  <a:gd name="T2" fmla="*/ 22 w 24"/>
                  <a:gd name="T3" fmla="*/ 9 h 23"/>
                  <a:gd name="T4" fmla="*/ 23 w 24"/>
                  <a:gd name="T5" fmla="*/ 13 h 23"/>
                  <a:gd name="T6" fmla="*/ 18 w 24"/>
                  <a:gd name="T7" fmla="*/ 22 h 23"/>
                  <a:gd name="T8" fmla="*/ 14 w 24"/>
                  <a:gd name="T9" fmla="*/ 22 h 23"/>
                  <a:gd name="T10" fmla="*/ 2 w 24"/>
                  <a:gd name="T11" fmla="*/ 15 h 23"/>
                  <a:gd name="T12" fmla="*/ 1 w 24"/>
                  <a:gd name="T13" fmla="*/ 11 h 23"/>
                  <a:gd name="T14" fmla="*/ 6 w 24"/>
                  <a:gd name="T15" fmla="*/ 2 h 23"/>
                  <a:gd name="T16" fmla="*/ 10 w 24"/>
                  <a:gd name="T17"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3">
                    <a:moveTo>
                      <a:pt x="10" y="1"/>
                    </a:moveTo>
                    <a:cubicBezTo>
                      <a:pt x="22" y="9"/>
                      <a:pt x="22" y="9"/>
                      <a:pt x="22" y="9"/>
                    </a:cubicBezTo>
                    <a:cubicBezTo>
                      <a:pt x="24" y="10"/>
                      <a:pt x="24" y="12"/>
                      <a:pt x="23" y="13"/>
                    </a:cubicBezTo>
                    <a:cubicBezTo>
                      <a:pt x="18" y="22"/>
                      <a:pt x="18" y="22"/>
                      <a:pt x="18" y="22"/>
                    </a:cubicBezTo>
                    <a:cubicBezTo>
                      <a:pt x="17" y="23"/>
                      <a:pt x="15" y="23"/>
                      <a:pt x="14" y="22"/>
                    </a:cubicBezTo>
                    <a:cubicBezTo>
                      <a:pt x="2" y="15"/>
                      <a:pt x="2" y="15"/>
                      <a:pt x="2" y="15"/>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1" name="Freeform 113"/>
              <p:cNvSpPr>
                <a:spLocks/>
              </p:cNvSpPr>
              <p:nvPr/>
            </p:nvSpPr>
            <p:spPr bwMode="auto">
              <a:xfrm>
                <a:off x="2747" y="3560"/>
                <a:ext cx="40" cy="35"/>
              </a:xfrm>
              <a:custGeom>
                <a:avLst/>
                <a:gdLst>
                  <a:gd name="T0" fmla="*/ 10 w 36"/>
                  <a:gd name="T1" fmla="*/ 1 h 31"/>
                  <a:gd name="T2" fmla="*/ 34 w 36"/>
                  <a:gd name="T3" fmla="*/ 17 h 31"/>
                  <a:gd name="T4" fmla="*/ 35 w 36"/>
                  <a:gd name="T5" fmla="*/ 21 h 31"/>
                  <a:gd name="T6" fmla="*/ 29 w 36"/>
                  <a:gd name="T7" fmla="*/ 29 h 31"/>
                  <a:gd name="T8" fmla="*/ 26 w 36"/>
                  <a:gd name="T9" fmla="*/ 30 h 31"/>
                  <a:gd name="T10" fmla="*/ 2 w 36"/>
                  <a:gd name="T11" fmla="*/ 15 h 31"/>
                  <a:gd name="T12" fmla="*/ 1 w 36"/>
                  <a:gd name="T13" fmla="*/ 11 h 31"/>
                  <a:gd name="T14" fmla="*/ 6 w 36"/>
                  <a:gd name="T15" fmla="*/ 2 h 31"/>
                  <a:gd name="T16" fmla="*/ 10 w 36"/>
                  <a:gd name="T1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1">
                    <a:moveTo>
                      <a:pt x="10" y="1"/>
                    </a:moveTo>
                    <a:cubicBezTo>
                      <a:pt x="34" y="17"/>
                      <a:pt x="34" y="17"/>
                      <a:pt x="34" y="17"/>
                    </a:cubicBezTo>
                    <a:cubicBezTo>
                      <a:pt x="36" y="18"/>
                      <a:pt x="36" y="19"/>
                      <a:pt x="35" y="21"/>
                    </a:cubicBezTo>
                    <a:cubicBezTo>
                      <a:pt x="29" y="29"/>
                      <a:pt x="29" y="29"/>
                      <a:pt x="29" y="29"/>
                    </a:cubicBezTo>
                    <a:cubicBezTo>
                      <a:pt x="29" y="31"/>
                      <a:pt x="27" y="31"/>
                      <a:pt x="26" y="30"/>
                    </a:cubicBezTo>
                    <a:cubicBezTo>
                      <a:pt x="2" y="15"/>
                      <a:pt x="2" y="15"/>
                      <a:pt x="2" y="15"/>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2" name="Freeform 114"/>
              <p:cNvSpPr>
                <a:spLocks/>
              </p:cNvSpPr>
              <p:nvPr/>
            </p:nvSpPr>
            <p:spPr bwMode="auto">
              <a:xfrm>
                <a:off x="2753" y="3590"/>
                <a:ext cx="23" cy="23"/>
              </a:xfrm>
              <a:custGeom>
                <a:avLst/>
                <a:gdLst>
                  <a:gd name="T0" fmla="*/ 10 w 20"/>
                  <a:gd name="T1" fmla="*/ 0 h 20"/>
                  <a:gd name="T2" fmla="*/ 18 w 20"/>
                  <a:gd name="T3" fmla="*/ 5 h 20"/>
                  <a:gd name="T4" fmla="*/ 19 w 20"/>
                  <a:gd name="T5" fmla="*/ 9 h 20"/>
                  <a:gd name="T6" fmla="*/ 13 w 20"/>
                  <a:gd name="T7" fmla="*/ 18 h 20"/>
                  <a:gd name="T8" fmla="*/ 10 w 20"/>
                  <a:gd name="T9" fmla="*/ 19 h 20"/>
                  <a:gd name="T10" fmla="*/ 2 w 20"/>
                  <a:gd name="T11" fmla="*/ 14 h 20"/>
                  <a:gd name="T12" fmla="*/ 1 w 20"/>
                  <a:gd name="T13" fmla="*/ 10 h 20"/>
                  <a:gd name="T14" fmla="*/ 7 w 20"/>
                  <a:gd name="T15" fmla="*/ 1 h 20"/>
                  <a:gd name="T16" fmla="*/ 10 w 20"/>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0"/>
                    </a:moveTo>
                    <a:cubicBezTo>
                      <a:pt x="18" y="5"/>
                      <a:pt x="18" y="5"/>
                      <a:pt x="18" y="5"/>
                    </a:cubicBezTo>
                    <a:cubicBezTo>
                      <a:pt x="19" y="6"/>
                      <a:pt x="20" y="8"/>
                      <a:pt x="19" y="9"/>
                    </a:cubicBezTo>
                    <a:cubicBezTo>
                      <a:pt x="13" y="18"/>
                      <a:pt x="13" y="18"/>
                      <a:pt x="13" y="18"/>
                    </a:cubicBezTo>
                    <a:cubicBezTo>
                      <a:pt x="12" y="19"/>
                      <a:pt x="11" y="20"/>
                      <a:pt x="10" y="19"/>
                    </a:cubicBezTo>
                    <a:cubicBezTo>
                      <a:pt x="2" y="14"/>
                      <a:pt x="2" y="14"/>
                      <a:pt x="2" y="14"/>
                    </a:cubicBezTo>
                    <a:cubicBezTo>
                      <a:pt x="0" y="13"/>
                      <a:pt x="0" y="11"/>
                      <a:pt x="1" y="10"/>
                    </a:cubicBezTo>
                    <a:cubicBezTo>
                      <a:pt x="7" y="1"/>
                      <a:pt x="7" y="1"/>
                      <a:pt x="7"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3" name="Freeform 115"/>
              <p:cNvSpPr>
                <a:spLocks/>
              </p:cNvSpPr>
              <p:nvPr/>
            </p:nvSpPr>
            <p:spPr bwMode="auto">
              <a:xfrm>
                <a:off x="2742" y="3607"/>
                <a:ext cx="22" cy="22"/>
              </a:xfrm>
              <a:custGeom>
                <a:avLst/>
                <a:gdLst>
                  <a:gd name="T0" fmla="*/ 10 w 20"/>
                  <a:gd name="T1" fmla="*/ 1 h 20"/>
                  <a:gd name="T2" fmla="*/ 18 w 20"/>
                  <a:gd name="T3" fmla="*/ 6 h 20"/>
                  <a:gd name="T4" fmla="*/ 19 w 20"/>
                  <a:gd name="T5" fmla="*/ 10 h 20"/>
                  <a:gd name="T6" fmla="*/ 13 w 20"/>
                  <a:gd name="T7" fmla="*/ 19 h 20"/>
                  <a:gd name="T8" fmla="*/ 9 w 20"/>
                  <a:gd name="T9" fmla="*/ 20 h 20"/>
                  <a:gd name="T10" fmla="*/ 1 w 20"/>
                  <a:gd name="T11" fmla="*/ 14 h 20"/>
                  <a:gd name="T12" fmla="*/ 1 w 20"/>
                  <a:gd name="T13" fmla="*/ 11 h 20"/>
                  <a:gd name="T14" fmla="*/ 6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19" y="7"/>
                      <a:pt x="20" y="9"/>
                      <a:pt x="19" y="10"/>
                    </a:cubicBezTo>
                    <a:cubicBezTo>
                      <a:pt x="13" y="19"/>
                      <a:pt x="13" y="19"/>
                      <a:pt x="13" y="19"/>
                    </a:cubicBezTo>
                    <a:cubicBezTo>
                      <a:pt x="12" y="20"/>
                      <a:pt x="11" y="20"/>
                      <a:pt x="9" y="20"/>
                    </a:cubicBezTo>
                    <a:cubicBezTo>
                      <a:pt x="1" y="14"/>
                      <a:pt x="1" y="14"/>
                      <a:pt x="1" y="14"/>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4" name="Freeform 116"/>
              <p:cNvSpPr>
                <a:spLocks/>
              </p:cNvSpPr>
              <p:nvPr/>
            </p:nvSpPr>
            <p:spPr bwMode="auto">
              <a:xfrm>
                <a:off x="2782" y="3512"/>
                <a:ext cx="19" cy="19"/>
              </a:xfrm>
              <a:custGeom>
                <a:avLst/>
                <a:gdLst>
                  <a:gd name="T0" fmla="*/ 8 w 17"/>
                  <a:gd name="T1" fmla="*/ 1 h 17"/>
                  <a:gd name="T2" fmla="*/ 16 w 17"/>
                  <a:gd name="T3" fmla="*/ 6 h 17"/>
                  <a:gd name="T4" fmla="*/ 16 w 17"/>
                  <a:gd name="T5" fmla="*/ 9 h 17"/>
                  <a:gd name="T6" fmla="*/ 12 w 17"/>
                  <a:gd name="T7" fmla="*/ 16 h 17"/>
                  <a:gd name="T8" fmla="*/ 9 w 17"/>
                  <a:gd name="T9" fmla="*/ 16 h 17"/>
                  <a:gd name="T10" fmla="*/ 1 w 17"/>
                  <a:gd name="T11" fmla="*/ 11 h 17"/>
                  <a:gd name="T12" fmla="*/ 1 w 17"/>
                  <a:gd name="T13" fmla="*/ 8 h 17"/>
                  <a:gd name="T14" fmla="*/ 5 w 17"/>
                  <a:gd name="T15" fmla="*/ 2 h 17"/>
                  <a:gd name="T16" fmla="*/ 8 w 17"/>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8" y="1"/>
                    </a:moveTo>
                    <a:cubicBezTo>
                      <a:pt x="16" y="6"/>
                      <a:pt x="16" y="6"/>
                      <a:pt x="16" y="6"/>
                    </a:cubicBezTo>
                    <a:cubicBezTo>
                      <a:pt x="17" y="7"/>
                      <a:pt x="17" y="8"/>
                      <a:pt x="16" y="9"/>
                    </a:cubicBezTo>
                    <a:cubicBezTo>
                      <a:pt x="12" y="16"/>
                      <a:pt x="12" y="16"/>
                      <a:pt x="12" y="16"/>
                    </a:cubicBezTo>
                    <a:cubicBezTo>
                      <a:pt x="11" y="17"/>
                      <a:pt x="10" y="17"/>
                      <a:pt x="9" y="16"/>
                    </a:cubicBezTo>
                    <a:cubicBezTo>
                      <a:pt x="1" y="11"/>
                      <a:pt x="1" y="11"/>
                      <a:pt x="1" y="11"/>
                    </a:cubicBezTo>
                    <a:cubicBezTo>
                      <a:pt x="0" y="11"/>
                      <a:pt x="0" y="9"/>
                      <a:pt x="1" y="8"/>
                    </a:cubicBezTo>
                    <a:cubicBezTo>
                      <a:pt x="5" y="2"/>
                      <a:pt x="5" y="2"/>
                      <a:pt x="5" y="2"/>
                    </a:cubicBezTo>
                    <a:cubicBezTo>
                      <a:pt x="6" y="1"/>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5" name="Freeform 117"/>
              <p:cNvSpPr>
                <a:spLocks/>
              </p:cNvSpPr>
              <p:nvPr/>
            </p:nvSpPr>
            <p:spPr bwMode="auto">
              <a:xfrm>
                <a:off x="2766" y="3502"/>
                <a:ext cx="18" cy="18"/>
              </a:xfrm>
              <a:custGeom>
                <a:avLst/>
                <a:gdLst>
                  <a:gd name="T0" fmla="*/ 8 w 17"/>
                  <a:gd name="T1" fmla="*/ 1 h 16"/>
                  <a:gd name="T2" fmla="*/ 16 w 17"/>
                  <a:gd name="T3" fmla="*/ 6 h 16"/>
                  <a:gd name="T4" fmla="*/ 17 w 17"/>
                  <a:gd name="T5" fmla="*/ 9 h 16"/>
                  <a:gd name="T6" fmla="*/ 12 w 17"/>
                  <a:gd name="T7" fmla="*/ 15 h 16"/>
                  <a:gd name="T8" fmla="*/ 9 w 17"/>
                  <a:gd name="T9" fmla="*/ 16 h 16"/>
                  <a:gd name="T10" fmla="*/ 2 w 17"/>
                  <a:gd name="T11" fmla="*/ 11 h 16"/>
                  <a:gd name="T12" fmla="*/ 1 w 17"/>
                  <a:gd name="T13" fmla="*/ 8 h 16"/>
                  <a:gd name="T14" fmla="*/ 5 w 17"/>
                  <a:gd name="T15" fmla="*/ 1 h 16"/>
                  <a:gd name="T16" fmla="*/ 8 w 17"/>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8" y="1"/>
                    </a:moveTo>
                    <a:cubicBezTo>
                      <a:pt x="16" y="6"/>
                      <a:pt x="16" y="6"/>
                      <a:pt x="16" y="6"/>
                    </a:cubicBezTo>
                    <a:cubicBezTo>
                      <a:pt x="17" y="6"/>
                      <a:pt x="17" y="8"/>
                      <a:pt x="17" y="9"/>
                    </a:cubicBezTo>
                    <a:cubicBezTo>
                      <a:pt x="12" y="15"/>
                      <a:pt x="12" y="15"/>
                      <a:pt x="12" y="15"/>
                    </a:cubicBezTo>
                    <a:cubicBezTo>
                      <a:pt x="12" y="16"/>
                      <a:pt x="10" y="16"/>
                      <a:pt x="9" y="16"/>
                    </a:cubicBezTo>
                    <a:cubicBezTo>
                      <a:pt x="2" y="11"/>
                      <a:pt x="2" y="11"/>
                      <a:pt x="2" y="11"/>
                    </a:cubicBezTo>
                    <a:cubicBezTo>
                      <a:pt x="1" y="10"/>
                      <a:pt x="0" y="9"/>
                      <a:pt x="1" y="8"/>
                    </a:cubicBezTo>
                    <a:cubicBezTo>
                      <a:pt x="5" y="1"/>
                      <a:pt x="5" y="1"/>
                      <a:pt x="5" y="1"/>
                    </a:cubicBezTo>
                    <a:cubicBezTo>
                      <a:pt x="6"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6" name="Freeform 118"/>
              <p:cNvSpPr>
                <a:spLocks/>
              </p:cNvSpPr>
              <p:nvPr/>
            </p:nvSpPr>
            <p:spPr bwMode="auto">
              <a:xfrm>
                <a:off x="2750" y="3492"/>
                <a:ext cx="19" cy="18"/>
              </a:xfrm>
              <a:custGeom>
                <a:avLst/>
                <a:gdLst>
                  <a:gd name="T0" fmla="*/ 8 w 17"/>
                  <a:gd name="T1" fmla="*/ 0 h 16"/>
                  <a:gd name="T2" fmla="*/ 15 w 17"/>
                  <a:gd name="T3" fmla="*/ 5 h 16"/>
                  <a:gd name="T4" fmla="*/ 16 w 17"/>
                  <a:gd name="T5" fmla="*/ 8 h 16"/>
                  <a:gd name="T6" fmla="*/ 12 w 17"/>
                  <a:gd name="T7" fmla="*/ 15 h 16"/>
                  <a:gd name="T8" fmla="*/ 9 w 17"/>
                  <a:gd name="T9" fmla="*/ 15 h 16"/>
                  <a:gd name="T10" fmla="*/ 1 w 17"/>
                  <a:gd name="T11" fmla="*/ 10 h 16"/>
                  <a:gd name="T12" fmla="*/ 0 w 17"/>
                  <a:gd name="T13" fmla="*/ 7 h 16"/>
                  <a:gd name="T14" fmla="*/ 5 w 17"/>
                  <a:gd name="T15" fmla="*/ 1 h 16"/>
                  <a:gd name="T16" fmla="*/ 8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8" y="0"/>
                    </a:moveTo>
                    <a:cubicBezTo>
                      <a:pt x="15" y="5"/>
                      <a:pt x="15" y="5"/>
                      <a:pt x="15" y="5"/>
                    </a:cubicBezTo>
                    <a:cubicBezTo>
                      <a:pt x="16" y="6"/>
                      <a:pt x="17" y="7"/>
                      <a:pt x="16" y="8"/>
                    </a:cubicBezTo>
                    <a:cubicBezTo>
                      <a:pt x="12" y="15"/>
                      <a:pt x="12" y="15"/>
                      <a:pt x="12" y="15"/>
                    </a:cubicBezTo>
                    <a:cubicBezTo>
                      <a:pt x="11" y="16"/>
                      <a:pt x="10" y="16"/>
                      <a:pt x="9" y="15"/>
                    </a:cubicBezTo>
                    <a:cubicBezTo>
                      <a:pt x="1" y="10"/>
                      <a:pt x="1" y="10"/>
                      <a:pt x="1" y="10"/>
                    </a:cubicBezTo>
                    <a:cubicBezTo>
                      <a:pt x="0" y="10"/>
                      <a:pt x="0" y="8"/>
                      <a:pt x="0" y="7"/>
                    </a:cubicBezTo>
                    <a:cubicBezTo>
                      <a:pt x="5" y="1"/>
                      <a:pt x="5" y="1"/>
                      <a:pt x="5" y="1"/>
                    </a:cubicBezTo>
                    <a:cubicBezTo>
                      <a:pt x="5"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7" name="Freeform 119"/>
              <p:cNvSpPr>
                <a:spLocks/>
              </p:cNvSpPr>
              <p:nvPr/>
            </p:nvSpPr>
            <p:spPr bwMode="auto">
              <a:xfrm>
                <a:off x="2733" y="3481"/>
                <a:ext cx="19" cy="19"/>
              </a:xfrm>
              <a:custGeom>
                <a:avLst/>
                <a:gdLst>
                  <a:gd name="T0" fmla="*/ 8 w 17"/>
                  <a:gd name="T1" fmla="*/ 1 h 17"/>
                  <a:gd name="T2" fmla="*/ 16 w 17"/>
                  <a:gd name="T3" fmla="*/ 6 h 17"/>
                  <a:gd name="T4" fmla="*/ 16 w 17"/>
                  <a:gd name="T5" fmla="*/ 9 h 17"/>
                  <a:gd name="T6" fmla="*/ 12 w 17"/>
                  <a:gd name="T7" fmla="*/ 15 h 17"/>
                  <a:gd name="T8" fmla="*/ 9 w 17"/>
                  <a:gd name="T9" fmla="*/ 16 h 17"/>
                  <a:gd name="T10" fmla="*/ 1 w 17"/>
                  <a:gd name="T11" fmla="*/ 11 h 17"/>
                  <a:gd name="T12" fmla="*/ 1 w 17"/>
                  <a:gd name="T13" fmla="*/ 8 h 17"/>
                  <a:gd name="T14" fmla="*/ 5 w 17"/>
                  <a:gd name="T15" fmla="*/ 1 h 17"/>
                  <a:gd name="T16" fmla="*/ 8 w 17"/>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8" y="1"/>
                    </a:moveTo>
                    <a:cubicBezTo>
                      <a:pt x="16" y="6"/>
                      <a:pt x="16" y="6"/>
                      <a:pt x="16" y="6"/>
                    </a:cubicBezTo>
                    <a:cubicBezTo>
                      <a:pt x="17" y="6"/>
                      <a:pt x="17" y="8"/>
                      <a:pt x="16" y="9"/>
                    </a:cubicBezTo>
                    <a:cubicBezTo>
                      <a:pt x="12" y="15"/>
                      <a:pt x="12" y="15"/>
                      <a:pt x="12" y="15"/>
                    </a:cubicBezTo>
                    <a:cubicBezTo>
                      <a:pt x="11" y="16"/>
                      <a:pt x="10" y="17"/>
                      <a:pt x="9" y="16"/>
                    </a:cubicBezTo>
                    <a:cubicBezTo>
                      <a:pt x="1" y="11"/>
                      <a:pt x="1" y="11"/>
                      <a:pt x="1" y="11"/>
                    </a:cubicBezTo>
                    <a:cubicBezTo>
                      <a:pt x="0" y="10"/>
                      <a:pt x="0" y="9"/>
                      <a:pt x="1" y="8"/>
                    </a:cubicBezTo>
                    <a:cubicBezTo>
                      <a:pt x="5" y="1"/>
                      <a:pt x="5" y="1"/>
                      <a:pt x="5" y="1"/>
                    </a:cubicBezTo>
                    <a:cubicBezTo>
                      <a:pt x="6"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8" name="Freeform 120"/>
              <p:cNvSpPr>
                <a:spLocks/>
              </p:cNvSpPr>
              <p:nvPr/>
            </p:nvSpPr>
            <p:spPr bwMode="auto">
              <a:xfrm>
                <a:off x="2716" y="3471"/>
                <a:ext cx="19" cy="18"/>
              </a:xfrm>
              <a:custGeom>
                <a:avLst/>
                <a:gdLst>
                  <a:gd name="T0" fmla="*/ 8 w 17"/>
                  <a:gd name="T1" fmla="*/ 0 h 16"/>
                  <a:gd name="T2" fmla="*/ 16 w 17"/>
                  <a:gd name="T3" fmla="*/ 5 h 16"/>
                  <a:gd name="T4" fmla="*/ 17 w 17"/>
                  <a:gd name="T5" fmla="*/ 8 h 16"/>
                  <a:gd name="T6" fmla="*/ 12 w 17"/>
                  <a:gd name="T7" fmla="*/ 15 h 16"/>
                  <a:gd name="T8" fmla="*/ 9 w 17"/>
                  <a:gd name="T9" fmla="*/ 15 h 16"/>
                  <a:gd name="T10" fmla="*/ 2 w 17"/>
                  <a:gd name="T11" fmla="*/ 10 h 16"/>
                  <a:gd name="T12" fmla="*/ 1 w 17"/>
                  <a:gd name="T13" fmla="*/ 7 h 16"/>
                  <a:gd name="T14" fmla="*/ 5 w 17"/>
                  <a:gd name="T15" fmla="*/ 1 h 16"/>
                  <a:gd name="T16" fmla="*/ 8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8" y="0"/>
                    </a:moveTo>
                    <a:cubicBezTo>
                      <a:pt x="16" y="5"/>
                      <a:pt x="16" y="5"/>
                      <a:pt x="16" y="5"/>
                    </a:cubicBezTo>
                    <a:cubicBezTo>
                      <a:pt x="17" y="6"/>
                      <a:pt x="17" y="7"/>
                      <a:pt x="17" y="8"/>
                    </a:cubicBezTo>
                    <a:cubicBezTo>
                      <a:pt x="12" y="15"/>
                      <a:pt x="12" y="15"/>
                      <a:pt x="12" y="15"/>
                    </a:cubicBezTo>
                    <a:cubicBezTo>
                      <a:pt x="12" y="16"/>
                      <a:pt x="10" y="16"/>
                      <a:pt x="9" y="15"/>
                    </a:cubicBezTo>
                    <a:cubicBezTo>
                      <a:pt x="2" y="10"/>
                      <a:pt x="2" y="10"/>
                      <a:pt x="2" y="10"/>
                    </a:cubicBezTo>
                    <a:cubicBezTo>
                      <a:pt x="1" y="10"/>
                      <a:pt x="0" y="8"/>
                      <a:pt x="1" y="7"/>
                    </a:cubicBezTo>
                    <a:cubicBezTo>
                      <a:pt x="5" y="1"/>
                      <a:pt x="5" y="1"/>
                      <a:pt x="5" y="1"/>
                    </a:cubicBezTo>
                    <a:cubicBezTo>
                      <a:pt x="6"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9" name="Freeform 121"/>
              <p:cNvSpPr>
                <a:spLocks/>
              </p:cNvSpPr>
              <p:nvPr/>
            </p:nvSpPr>
            <p:spPr bwMode="auto">
              <a:xfrm>
                <a:off x="2701" y="3460"/>
                <a:ext cx="19" cy="19"/>
              </a:xfrm>
              <a:custGeom>
                <a:avLst/>
                <a:gdLst>
                  <a:gd name="T0" fmla="*/ 8 w 17"/>
                  <a:gd name="T1" fmla="*/ 1 h 17"/>
                  <a:gd name="T2" fmla="*/ 15 w 17"/>
                  <a:gd name="T3" fmla="*/ 6 h 17"/>
                  <a:gd name="T4" fmla="*/ 16 w 17"/>
                  <a:gd name="T5" fmla="*/ 9 h 17"/>
                  <a:gd name="T6" fmla="*/ 12 w 17"/>
                  <a:gd name="T7" fmla="*/ 15 h 17"/>
                  <a:gd name="T8" fmla="*/ 9 w 17"/>
                  <a:gd name="T9" fmla="*/ 16 h 17"/>
                  <a:gd name="T10" fmla="*/ 1 w 17"/>
                  <a:gd name="T11" fmla="*/ 11 h 17"/>
                  <a:gd name="T12" fmla="*/ 0 w 17"/>
                  <a:gd name="T13" fmla="*/ 8 h 17"/>
                  <a:gd name="T14" fmla="*/ 5 w 17"/>
                  <a:gd name="T15" fmla="*/ 1 h 17"/>
                  <a:gd name="T16" fmla="*/ 8 w 17"/>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8" y="1"/>
                    </a:moveTo>
                    <a:cubicBezTo>
                      <a:pt x="15" y="6"/>
                      <a:pt x="15" y="6"/>
                      <a:pt x="15" y="6"/>
                    </a:cubicBezTo>
                    <a:cubicBezTo>
                      <a:pt x="16" y="6"/>
                      <a:pt x="17" y="8"/>
                      <a:pt x="16" y="9"/>
                    </a:cubicBezTo>
                    <a:cubicBezTo>
                      <a:pt x="12" y="15"/>
                      <a:pt x="12" y="15"/>
                      <a:pt x="12" y="15"/>
                    </a:cubicBezTo>
                    <a:cubicBezTo>
                      <a:pt x="11" y="16"/>
                      <a:pt x="10" y="17"/>
                      <a:pt x="9" y="16"/>
                    </a:cubicBezTo>
                    <a:cubicBezTo>
                      <a:pt x="1" y="11"/>
                      <a:pt x="1" y="11"/>
                      <a:pt x="1" y="11"/>
                    </a:cubicBezTo>
                    <a:cubicBezTo>
                      <a:pt x="0" y="10"/>
                      <a:pt x="0" y="9"/>
                      <a:pt x="0" y="8"/>
                    </a:cubicBezTo>
                    <a:cubicBezTo>
                      <a:pt x="5" y="1"/>
                      <a:pt x="5" y="1"/>
                      <a:pt x="5" y="1"/>
                    </a:cubicBezTo>
                    <a:cubicBezTo>
                      <a:pt x="5"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0" name="Freeform 122"/>
              <p:cNvSpPr>
                <a:spLocks/>
              </p:cNvSpPr>
              <p:nvPr/>
            </p:nvSpPr>
            <p:spPr bwMode="auto">
              <a:xfrm>
                <a:off x="2684" y="3450"/>
                <a:ext cx="19" cy="18"/>
              </a:xfrm>
              <a:custGeom>
                <a:avLst/>
                <a:gdLst>
                  <a:gd name="T0" fmla="*/ 8 w 17"/>
                  <a:gd name="T1" fmla="*/ 0 h 16"/>
                  <a:gd name="T2" fmla="*/ 16 w 17"/>
                  <a:gd name="T3" fmla="*/ 5 h 16"/>
                  <a:gd name="T4" fmla="*/ 16 w 17"/>
                  <a:gd name="T5" fmla="*/ 8 h 16"/>
                  <a:gd name="T6" fmla="*/ 12 w 17"/>
                  <a:gd name="T7" fmla="*/ 15 h 16"/>
                  <a:gd name="T8" fmla="*/ 9 w 17"/>
                  <a:gd name="T9" fmla="*/ 15 h 16"/>
                  <a:gd name="T10" fmla="*/ 1 w 17"/>
                  <a:gd name="T11" fmla="*/ 10 h 16"/>
                  <a:gd name="T12" fmla="*/ 1 w 17"/>
                  <a:gd name="T13" fmla="*/ 7 h 16"/>
                  <a:gd name="T14" fmla="*/ 5 w 17"/>
                  <a:gd name="T15" fmla="*/ 1 h 16"/>
                  <a:gd name="T16" fmla="*/ 8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8" y="0"/>
                    </a:moveTo>
                    <a:cubicBezTo>
                      <a:pt x="16" y="5"/>
                      <a:pt x="16" y="5"/>
                      <a:pt x="16" y="5"/>
                    </a:cubicBezTo>
                    <a:cubicBezTo>
                      <a:pt x="17" y="6"/>
                      <a:pt x="17" y="7"/>
                      <a:pt x="16" y="8"/>
                    </a:cubicBezTo>
                    <a:cubicBezTo>
                      <a:pt x="12" y="15"/>
                      <a:pt x="12" y="15"/>
                      <a:pt x="12" y="15"/>
                    </a:cubicBezTo>
                    <a:cubicBezTo>
                      <a:pt x="11" y="16"/>
                      <a:pt x="10" y="16"/>
                      <a:pt x="9" y="15"/>
                    </a:cubicBezTo>
                    <a:cubicBezTo>
                      <a:pt x="1" y="10"/>
                      <a:pt x="1" y="10"/>
                      <a:pt x="1" y="10"/>
                    </a:cubicBezTo>
                    <a:cubicBezTo>
                      <a:pt x="0" y="10"/>
                      <a:pt x="0" y="8"/>
                      <a:pt x="1" y="7"/>
                    </a:cubicBezTo>
                    <a:cubicBezTo>
                      <a:pt x="5" y="1"/>
                      <a:pt x="5" y="1"/>
                      <a:pt x="5" y="1"/>
                    </a:cubicBezTo>
                    <a:cubicBezTo>
                      <a:pt x="6"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1" name="Freeform 123"/>
              <p:cNvSpPr>
                <a:spLocks/>
              </p:cNvSpPr>
              <p:nvPr/>
            </p:nvSpPr>
            <p:spPr bwMode="auto">
              <a:xfrm>
                <a:off x="2667" y="3439"/>
                <a:ext cx="19" cy="19"/>
              </a:xfrm>
              <a:custGeom>
                <a:avLst/>
                <a:gdLst>
                  <a:gd name="T0" fmla="*/ 8 w 17"/>
                  <a:gd name="T1" fmla="*/ 1 h 17"/>
                  <a:gd name="T2" fmla="*/ 16 w 17"/>
                  <a:gd name="T3" fmla="*/ 6 h 17"/>
                  <a:gd name="T4" fmla="*/ 17 w 17"/>
                  <a:gd name="T5" fmla="*/ 9 h 17"/>
                  <a:gd name="T6" fmla="*/ 12 w 17"/>
                  <a:gd name="T7" fmla="*/ 15 h 17"/>
                  <a:gd name="T8" fmla="*/ 9 w 17"/>
                  <a:gd name="T9" fmla="*/ 16 h 17"/>
                  <a:gd name="T10" fmla="*/ 2 w 17"/>
                  <a:gd name="T11" fmla="*/ 11 h 17"/>
                  <a:gd name="T12" fmla="*/ 1 w 17"/>
                  <a:gd name="T13" fmla="*/ 8 h 17"/>
                  <a:gd name="T14" fmla="*/ 5 w 17"/>
                  <a:gd name="T15" fmla="*/ 1 h 17"/>
                  <a:gd name="T16" fmla="*/ 8 w 17"/>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8" y="1"/>
                    </a:moveTo>
                    <a:cubicBezTo>
                      <a:pt x="16" y="6"/>
                      <a:pt x="16" y="6"/>
                      <a:pt x="16" y="6"/>
                    </a:cubicBezTo>
                    <a:cubicBezTo>
                      <a:pt x="17" y="6"/>
                      <a:pt x="17" y="8"/>
                      <a:pt x="17" y="9"/>
                    </a:cubicBezTo>
                    <a:cubicBezTo>
                      <a:pt x="12" y="15"/>
                      <a:pt x="12" y="15"/>
                      <a:pt x="12" y="15"/>
                    </a:cubicBezTo>
                    <a:cubicBezTo>
                      <a:pt x="12" y="16"/>
                      <a:pt x="10" y="17"/>
                      <a:pt x="9" y="16"/>
                    </a:cubicBezTo>
                    <a:cubicBezTo>
                      <a:pt x="2" y="11"/>
                      <a:pt x="2" y="11"/>
                      <a:pt x="2" y="11"/>
                    </a:cubicBezTo>
                    <a:cubicBezTo>
                      <a:pt x="1" y="10"/>
                      <a:pt x="0" y="9"/>
                      <a:pt x="1" y="8"/>
                    </a:cubicBezTo>
                    <a:cubicBezTo>
                      <a:pt x="5" y="1"/>
                      <a:pt x="5" y="1"/>
                      <a:pt x="5" y="1"/>
                    </a:cubicBezTo>
                    <a:cubicBezTo>
                      <a:pt x="6"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2" name="Freeform 124"/>
              <p:cNvSpPr>
                <a:spLocks/>
              </p:cNvSpPr>
              <p:nvPr/>
            </p:nvSpPr>
            <p:spPr bwMode="auto">
              <a:xfrm>
                <a:off x="2652" y="3428"/>
                <a:ext cx="19" cy="18"/>
              </a:xfrm>
              <a:custGeom>
                <a:avLst/>
                <a:gdLst>
                  <a:gd name="T0" fmla="*/ 8 w 17"/>
                  <a:gd name="T1" fmla="*/ 0 h 16"/>
                  <a:gd name="T2" fmla="*/ 15 w 17"/>
                  <a:gd name="T3" fmla="*/ 5 h 16"/>
                  <a:gd name="T4" fmla="*/ 16 w 17"/>
                  <a:gd name="T5" fmla="*/ 8 h 16"/>
                  <a:gd name="T6" fmla="*/ 12 w 17"/>
                  <a:gd name="T7" fmla="*/ 15 h 16"/>
                  <a:gd name="T8" fmla="*/ 9 w 17"/>
                  <a:gd name="T9" fmla="*/ 15 h 16"/>
                  <a:gd name="T10" fmla="*/ 1 w 17"/>
                  <a:gd name="T11" fmla="*/ 10 h 16"/>
                  <a:gd name="T12" fmla="*/ 0 w 17"/>
                  <a:gd name="T13" fmla="*/ 7 h 16"/>
                  <a:gd name="T14" fmla="*/ 5 w 17"/>
                  <a:gd name="T15" fmla="*/ 1 h 16"/>
                  <a:gd name="T16" fmla="*/ 8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8" y="0"/>
                    </a:moveTo>
                    <a:cubicBezTo>
                      <a:pt x="15" y="5"/>
                      <a:pt x="15" y="5"/>
                      <a:pt x="15" y="5"/>
                    </a:cubicBezTo>
                    <a:cubicBezTo>
                      <a:pt x="16" y="6"/>
                      <a:pt x="17" y="7"/>
                      <a:pt x="16" y="8"/>
                    </a:cubicBezTo>
                    <a:cubicBezTo>
                      <a:pt x="12" y="15"/>
                      <a:pt x="12" y="15"/>
                      <a:pt x="12" y="15"/>
                    </a:cubicBezTo>
                    <a:cubicBezTo>
                      <a:pt x="11" y="16"/>
                      <a:pt x="10" y="16"/>
                      <a:pt x="9" y="15"/>
                    </a:cubicBezTo>
                    <a:cubicBezTo>
                      <a:pt x="1" y="10"/>
                      <a:pt x="1" y="10"/>
                      <a:pt x="1" y="10"/>
                    </a:cubicBezTo>
                    <a:cubicBezTo>
                      <a:pt x="0" y="10"/>
                      <a:pt x="0" y="8"/>
                      <a:pt x="0" y="7"/>
                    </a:cubicBezTo>
                    <a:cubicBezTo>
                      <a:pt x="5" y="1"/>
                      <a:pt x="5" y="1"/>
                      <a:pt x="5" y="1"/>
                    </a:cubicBezTo>
                    <a:cubicBezTo>
                      <a:pt x="5"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3" name="Freeform 125"/>
              <p:cNvSpPr>
                <a:spLocks/>
              </p:cNvSpPr>
              <p:nvPr/>
            </p:nvSpPr>
            <p:spPr bwMode="auto">
              <a:xfrm>
                <a:off x="2635" y="3417"/>
                <a:ext cx="19" cy="19"/>
              </a:xfrm>
              <a:custGeom>
                <a:avLst/>
                <a:gdLst>
                  <a:gd name="T0" fmla="*/ 8 w 17"/>
                  <a:gd name="T1" fmla="*/ 1 h 17"/>
                  <a:gd name="T2" fmla="*/ 16 w 17"/>
                  <a:gd name="T3" fmla="*/ 6 h 17"/>
                  <a:gd name="T4" fmla="*/ 16 w 17"/>
                  <a:gd name="T5" fmla="*/ 9 h 17"/>
                  <a:gd name="T6" fmla="*/ 12 w 17"/>
                  <a:gd name="T7" fmla="*/ 15 h 17"/>
                  <a:gd name="T8" fmla="*/ 9 w 17"/>
                  <a:gd name="T9" fmla="*/ 16 h 17"/>
                  <a:gd name="T10" fmla="*/ 1 w 17"/>
                  <a:gd name="T11" fmla="*/ 11 h 17"/>
                  <a:gd name="T12" fmla="*/ 1 w 17"/>
                  <a:gd name="T13" fmla="*/ 8 h 17"/>
                  <a:gd name="T14" fmla="*/ 5 w 17"/>
                  <a:gd name="T15" fmla="*/ 1 h 17"/>
                  <a:gd name="T16" fmla="*/ 8 w 17"/>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8" y="1"/>
                    </a:moveTo>
                    <a:cubicBezTo>
                      <a:pt x="16" y="6"/>
                      <a:pt x="16" y="6"/>
                      <a:pt x="16" y="6"/>
                    </a:cubicBezTo>
                    <a:cubicBezTo>
                      <a:pt x="17" y="6"/>
                      <a:pt x="17" y="8"/>
                      <a:pt x="16" y="9"/>
                    </a:cubicBezTo>
                    <a:cubicBezTo>
                      <a:pt x="12" y="15"/>
                      <a:pt x="12" y="15"/>
                      <a:pt x="12" y="15"/>
                    </a:cubicBezTo>
                    <a:cubicBezTo>
                      <a:pt x="11" y="16"/>
                      <a:pt x="10" y="17"/>
                      <a:pt x="9" y="16"/>
                    </a:cubicBezTo>
                    <a:cubicBezTo>
                      <a:pt x="1" y="11"/>
                      <a:pt x="1" y="11"/>
                      <a:pt x="1" y="11"/>
                    </a:cubicBezTo>
                    <a:cubicBezTo>
                      <a:pt x="0" y="10"/>
                      <a:pt x="0" y="9"/>
                      <a:pt x="1" y="8"/>
                    </a:cubicBezTo>
                    <a:cubicBezTo>
                      <a:pt x="5" y="1"/>
                      <a:pt x="5" y="1"/>
                      <a:pt x="5" y="1"/>
                    </a:cubicBezTo>
                    <a:cubicBezTo>
                      <a:pt x="6"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4" name="Freeform 126"/>
              <p:cNvSpPr>
                <a:spLocks/>
              </p:cNvSpPr>
              <p:nvPr/>
            </p:nvSpPr>
            <p:spPr bwMode="auto">
              <a:xfrm>
                <a:off x="2618" y="3407"/>
                <a:ext cx="19" cy="18"/>
              </a:xfrm>
              <a:custGeom>
                <a:avLst/>
                <a:gdLst>
                  <a:gd name="T0" fmla="*/ 8 w 17"/>
                  <a:gd name="T1" fmla="*/ 0 h 16"/>
                  <a:gd name="T2" fmla="*/ 16 w 17"/>
                  <a:gd name="T3" fmla="*/ 5 h 16"/>
                  <a:gd name="T4" fmla="*/ 17 w 17"/>
                  <a:gd name="T5" fmla="*/ 8 h 16"/>
                  <a:gd name="T6" fmla="*/ 12 w 17"/>
                  <a:gd name="T7" fmla="*/ 15 h 16"/>
                  <a:gd name="T8" fmla="*/ 9 w 17"/>
                  <a:gd name="T9" fmla="*/ 15 h 16"/>
                  <a:gd name="T10" fmla="*/ 2 w 17"/>
                  <a:gd name="T11" fmla="*/ 10 h 16"/>
                  <a:gd name="T12" fmla="*/ 1 w 17"/>
                  <a:gd name="T13" fmla="*/ 7 h 16"/>
                  <a:gd name="T14" fmla="*/ 5 w 17"/>
                  <a:gd name="T15" fmla="*/ 1 h 16"/>
                  <a:gd name="T16" fmla="*/ 8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8" y="0"/>
                    </a:moveTo>
                    <a:cubicBezTo>
                      <a:pt x="16" y="5"/>
                      <a:pt x="16" y="5"/>
                      <a:pt x="16" y="5"/>
                    </a:cubicBezTo>
                    <a:cubicBezTo>
                      <a:pt x="17" y="6"/>
                      <a:pt x="17" y="7"/>
                      <a:pt x="17" y="8"/>
                    </a:cubicBezTo>
                    <a:cubicBezTo>
                      <a:pt x="12" y="15"/>
                      <a:pt x="12" y="15"/>
                      <a:pt x="12" y="15"/>
                    </a:cubicBezTo>
                    <a:cubicBezTo>
                      <a:pt x="12" y="16"/>
                      <a:pt x="10" y="16"/>
                      <a:pt x="9" y="15"/>
                    </a:cubicBezTo>
                    <a:cubicBezTo>
                      <a:pt x="2" y="10"/>
                      <a:pt x="2" y="10"/>
                      <a:pt x="2" y="10"/>
                    </a:cubicBezTo>
                    <a:cubicBezTo>
                      <a:pt x="1" y="10"/>
                      <a:pt x="0" y="8"/>
                      <a:pt x="1" y="7"/>
                    </a:cubicBezTo>
                    <a:cubicBezTo>
                      <a:pt x="5" y="1"/>
                      <a:pt x="5" y="1"/>
                      <a:pt x="5" y="1"/>
                    </a:cubicBezTo>
                    <a:cubicBezTo>
                      <a:pt x="6"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5" name="Freeform 127"/>
              <p:cNvSpPr>
                <a:spLocks/>
              </p:cNvSpPr>
              <p:nvPr/>
            </p:nvSpPr>
            <p:spPr bwMode="auto">
              <a:xfrm>
                <a:off x="2602" y="3396"/>
                <a:ext cx="19" cy="19"/>
              </a:xfrm>
              <a:custGeom>
                <a:avLst/>
                <a:gdLst>
                  <a:gd name="T0" fmla="*/ 8 w 17"/>
                  <a:gd name="T1" fmla="*/ 1 h 17"/>
                  <a:gd name="T2" fmla="*/ 15 w 17"/>
                  <a:gd name="T3" fmla="*/ 6 h 17"/>
                  <a:gd name="T4" fmla="*/ 16 w 17"/>
                  <a:gd name="T5" fmla="*/ 9 h 17"/>
                  <a:gd name="T6" fmla="*/ 12 w 17"/>
                  <a:gd name="T7" fmla="*/ 15 h 17"/>
                  <a:gd name="T8" fmla="*/ 9 w 17"/>
                  <a:gd name="T9" fmla="*/ 16 h 17"/>
                  <a:gd name="T10" fmla="*/ 1 w 17"/>
                  <a:gd name="T11" fmla="*/ 11 h 17"/>
                  <a:gd name="T12" fmla="*/ 0 w 17"/>
                  <a:gd name="T13" fmla="*/ 8 h 17"/>
                  <a:gd name="T14" fmla="*/ 5 w 17"/>
                  <a:gd name="T15" fmla="*/ 1 h 17"/>
                  <a:gd name="T16" fmla="*/ 8 w 17"/>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8" y="1"/>
                    </a:moveTo>
                    <a:cubicBezTo>
                      <a:pt x="15" y="6"/>
                      <a:pt x="15" y="6"/>
                      <a:pt x="15" y="6"/>
                    </a:cubicBezTo>
                    <a:cubicBezTo>
                      <a:pt x="16" y="6"/>
                      <a:pt x="17" y="8"/>
                      <a:pt x="16" y="9"/>
                    </a:cubicBezTo>
                    <a:cubicBezTo>
                      <a:pt x="12" y="15"/>
                      <a:pt x="12" y="15"/>
                      <a:pt x="12" y="15"/>
                    </a:cubicBezTo>
                    <a:cubicBezTo>
                      <a:pt x="11" y="16"/>
                      <a:pt x="10" y="17"/>
                      <a:pt x="9" y="16"/>
                    </a:cubicBezTo>
                    <a:cubicBezTo>
                      <a:pt x="1" y="11"/>
                      <a:pt x="1" y="11"/>
                      <a:pt x="1" y="11"/>
                    </a:cubicBezTo>
                    <a:cubicBezTo>
                      <a:pt x="0" y="10"/>
                      <a:pt x="0" y="9"/>
                      <a:pt x="0" y="8"/>
                    </a:cubicBezTo>
                    <a:cubicBezTo>
                      <a:pt x="5" y="1"/>
                      <a:pt x="5" y="1"/>
                      <a:pt x="5" y="1"/>
                    </a:cubicBezTo>
                    <a:cubicBezTo>
                      <a:pt x="5"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6" name="Freeform 128"/>
              <p:cNvSpPr>
                <a:spLocks/>
              </p:cNvSpPr>
              <p:nvPr/>
            </p:nvSpPr>
            <p:spPr bwMode="auto">
              <a:xfrm>
                <a:off x="2586" y="3386"/>
                <a:ext cx="19" cy="18"/>
              </a:xfrm>
              <a:custGeom>
                <a:avLst/>
                <a:gdLst>
                  <a:gd name="T0" fmla="*/ 8 w 17"/>
                  <a:gd name="T1" fmla="*/ 0 h 16"/>
                  <a:gd name="T2" fmla="*/ 16 w 17"/>
                  <a:gd name="T3" fmla="*/ 5 h 16"/>
                  <a:gd name="T4" fmla="*/ 16 w 17"/>
                  <a:gd name="T5" fmla="*/ 8 h 16"/>
                  <a:gd name="T6" fmla="*/ 12 w 17"/>
                  <a:gd name="T7" fmla="*/ 15 h 16"/>
                  <a:gd name="T8" fmla="*/ 9 w 17"/>
                  <a:gd name="T9" fmla="*/ 15 h 16"/>
                  <a:gd name="T10" fmla="*/ 1 w 17"/>
                  <a:gd name="T11" fmla="*/ 11 h 16"/>
                  <a:gd name="T12" fmla="*/ 1 w 17"/>
                  <a:gd name="T13" fmla="*/ 8 h 16"/>
                  <a:gd name="T14" fmla="*/ 5 w 17"/>
                  <a:gd name="T15" fmla="*/ 1 h 16"/>
                  <a:gd name="T16" fmla="*/ 8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8" y="0"/>
                    </a:moveTo>
                    <a:cubicBezTo>
                      <a:pt x="16" y="5"/>
                      <a:pt x="16" y="5"/>
                      <a:pt x="16" y="5"/>
                    </a:cubicBezTo>
                    <a:cubicBezTo>
                      <a:pt x="17" y="6"/>
                      <a:pt x="17" y="7"/>
                      <a:pt x="16" y="8"/>
                    </a:cubicBezTo>
                    <a:cubicBezTo>
                      <a:pt x="12" y="15"/>
                      <a:pt x="12" y="15"/>
                      <a:pt x="12" y="15"/>
                    </a:cubicBezTo>
                    <a:cubicBezTo>
                      <a:pt x="11" y="16"/>
                      <a:pt x="10" y="16"/>
                      <a:pt x="9" y="15"/>
                    </a:cubicBezTo>
                    <a:cubicBezTo>
                      <a:pt x="1" y="11"/>
                      <a:pt x="1" y="11"/>
                      <a:pt x="1" y="11"/>
                    </a:cubicBezTo>
                    <a:cubicBezTo>
                      <a:pt x="0" y="10"/>
                      <a:pt x="0" y="9"/>
                      <a:pt x="1" y="8"/>
                    </a:cubicBezTo>
                    <a:cubicBezTo>
                      <a:pt x="5" y="1"/>
                      <a:pt x="5" y="1"/>
                      <a:pt x="5" y="1"/>
                    </a:cubicBezTo>
                    <a:cubicBezTo>
                      <a:pt x="6"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7" name="Freeform 129"/>
              <p:cNvSpPr>
                <a:spLocks/>
              </p:cNvSpPr>
              <p:nvPr/>
            </p:nvSpPr>
            <p:spPr bwMode="auto">
              <a:xfrm>
                <a:off x="2569" y="3375"/>
                <a:ext cx="19" cy="19"/>
              </a:xfrm>
              <a:custGeom>
                <a:avLst/>
                <a:gdLst>
                  <a:gd name="T0" fmla="*/ 8 w 17"/>
                  <a:gd name="T1" fmla="*/ 1 h 17"/>
                  <a:gd name="T2" fmla="*/ 16 w 17"/>
                  <a:gd name="T3" fmla="*/ 6 h 17"/>
                  <a:gd name="T4" fmla="*/ 17 w 17"/>
                  <a:gd name="T5" fmla="*/ 9 h 17"/>
                  <a:gd name="T6" fmla="*/ 12 w 17"/>
                  <a:gd name="T7" fmla="*/ 15 h 17"/>
                  <a:gd name="T8" fmla="*/ 9 w 17"/>
                  <a:gd name="T9" fmla="*/ 16 h 17"/>
                  <a:gd name="T10" fmla="*/ 2 w 17"/>
                  <a:gd name="T11" fmla="*/ 11 h 17"/>
                  <a:gd name="T12" fmla="*/ 1 w 17"/>
                  <a:gd name="T13" fmla="*/ 8 h 17"/>
                  <a:gd name="T14" fmla="*/ 5 w 17"/>
                  <a:gd name="T15" fmla="*/ 1 h 17"/>
                  <a:gd name="T16" fmla="*/ 8 w 17"/>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8" y="1"/>
                    </a:moveTo>
                    <a:cubicBezTo>
                      <a:pt x="16" y="6"/>
                      <a:pt x="16" y="6"/>
                      <a:pt x="16" y="6"/>
                    </a:cubicBezTo>
                    <a:cubicBezTo>
                      <a:pt x="17" y="6"/>
                      <a:pt x="17" y="8"/>
                      <a:pt x="17" y="9"/>
                    </a:cubicBezTo>
                    <a:cubicBezTo>
                      <a:pt x="12" y="15"/>
                      <a:pt x="12" y="15"/>
                      <a:pt x="12" y="15"/>
                    </a:cubicBezTo>
                    <a:cubicBezTo>
                      <a:pt x="12" y="16"/>
                      <a:pt x="10" y="17"/>
                      <a:pt x="9" y="16"/>
                    </a:cubicBezTo>
                    <a:cubicBezTo>
                      <a:pt x="2" y="11"/>
                      <a:pt x="2" y="11"/>
                      <a:pt x="2" y="11"/>
                    </a:cubicBezTo>
                    <a:cubicBezTo>
                      <a:pt x="1" y="10"/>
                      <a:pt x="0" y="9"/>
                      <a:pt x="1" y="8"/>
                    </a:cubicBezTo>
                    <a:cubicBezTo>
                      <a:pt x="5" y="1"/>
                      <a:pt x="5" y="1"/>
                      <a:pt x="5" y="1"/>
                    </a:cubicBezTo>
                    <a:cubicBezTo>
                      <a:pt x="6"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8" name="Freeform 130"/>
              <p:cNvSpPr>
                <a:spLocks/>
              </p:cNvSpPr>
              <p:nvPr/>
            </p:nvSpPr>
            <p:spPr bwMode="auto">
              <a:xfrm>
                <a:off x="2551" y="3364"/>
                <a:ext cx="20" cy="19"/>
              </a:xfrm>
              <a:custGeom>
                <a:avLst/>
                <a:gdLst>
                  <a:gd name="T0" fmla="*/ 8 w 18"/>
                  <a:gd name="T1" fmla="*/ 0 h 17"/>
                  <a:gd name="T2" fmla="*/ 17 w 18"/>
                  <a:gd name="T3" fmla="*/ 6 h 17"/>
                  <a:gd name="T4" fmla="*/ 17 w 18"/>
                  <a:gd name="T5" fmla="*/ 9 h 17"/>
                  <a:gd name="T6" fmla="*/ 13 w 18"/>
                  <a:gd name="T7" fmla="*/ 15 h 17"/>
                  <a:gd name="T8" fmla="*/ 10 w 18"/>
                  <a:gd name="T9" fmla="*/ 16 h 17"/>
                  <a:gd name="T10" fmla="*/ 1 w 18"/>
                  <a:gd name="T11" fmla="*/ 10 h 17"/>
                  <a:gd name="T12" fmla="*/ 1 w 18"/>
                  <a:gd name="T13" fmla="*/ 7 h 17"/>
                  <a:gd name="T14" fmla="*/ 5 w 18"/>
                  <a:gd name="T15" fmla="*/ 1 h 17"/>
                  <a:gd name="T16" fmla="*/ 8 w 18"/>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8" y="0"/>
                    </a:moveTo>
                    <a:cubicBezTo>
                      <a:pt x="17" y="6"/>
                      <a:pt x="17" y="6"/>
                      <a:pt x="17" y="6"/>
                    </a:cubicBezTo>
                    <a:cubicBezTo>
                      <a:pt x="18" y="7"/>
                      <a:pt x="18" y="8"/>
                      <a:pt x="17" y="9"/>
                    </a:cubicBezTo>
                    <a:cubicBezTo>
                      <a:pt x="13" y="15"/>
                      <a:pt x="13" y="15"/>
                      <a:pt x="13" y="15"/>
                    </a:cubicBezTo>
                    <a:cubicBezTo>
                      <a:pt x="12" y="16"/>
                      <a:pt x="11" y="17"/>
                      <a:pt x="10" y="16"/>
                    </a:cubicBezTo>
                    <a:cubicBezTo>
                      <a:pt x="1" y="10"/>
                      <a:pt x="1" y="10"/>
                      <a:pt x="1" y="10"/>
                    </a:cubicBezTo>
                    <a:cubicBezTo>
                      <a:pt x="0" y="10"/>
                      <a:pt x="0" y="8"/>
                      <a:pt x="1" y="7"/>
                    </a:cubicBezTo>
                    <a:cubicBezTo>
                      <a:pt x="5" y="1"/>
                      <a:pt x="5" y="1"/>
                      <a:pt x="5" y="1"/>
                    </a:cubicBezTo>
                    <a:cubicBezTo>
                      <a:pt x="5"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9" name="Freeform 131"/>
              <p:cNvSpPr>
                <a:spLocks/>
              </p:cNvSpPr>
              <p:nvPr/>
            </p:nvSpPr>
            <p:spPr bwMode="auto">
              <a:xfrm>
                <a:off x="2753" y="3516"/>
                <a:ext cx="23" cy="22"/>
              </a:xfrm>
              <a:custGeom>
                <a:avLst/>
                <a:gdLst>
                  <a:gd name="T0" fmla="*/ 11 w 20"/>
                  <a:gd name="T1" fmla="*/ 1 h 20"/>
                  <a:gd name="T2" fmla="*/ 18 w 20"/>
                  <a:gd name="T3" fmla="*/ 6 h 20"/>
                  <a:gd name="T4" fmla="*/ 19 w 20"/>
                  <a:gd name="T5" fmla="*/ 10 h 20"/>
                  <a:gd name="T6" fmla="*/ 13 w 20"/>
                  <a:gd name="T7" fmla="*/ 18 h 20"/>
                  <a:gd name="T8" fmla="*/ 10 w 20"/>
                  <a:gd name="T9" fmla="*/ 19 h 20"/>
                  <a:gd name="T10" fmla="*/ 2 w 20"/>
                  <a:gd name="T11" fmla="*/ 14 h 20"/>
                  <a:gd name="T12" fmla="*/ 1 w 20"/>
                  <a:gd name="T13" fmla="*/ 11 h 20"/>
                  <a:gd name="T14" fmla="*/ 7 w 20"/>
                  <a:gd name="T15" fmla="*/ 2 h 20"/>
                  <a:gd name="T16" fmla="*/ 11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1" y="1"/>
                    </a:moveTo>
                    <a:cubicBezTo>
                      <a:pt x="18" y="6"/>
                      <a:pt x="18" y="6"/>
                      <a:pt x="18" y="6"/>
                    </a:cubicBezTo>
                    <a:cubicBezTo>
                      <a:pt x="20" y="7"/>
                      <a:pt x="20" y="8"/>
                      <a:pt x="19" y="10"/>
                    </a:cubicBezTo>
                    <a:cubicBezTo>
                      <a:pt x="13" y="18"/>
                      <a:pt x="13" y="18"/>
                      <a:pt x="13" y="18"/>
                    </a:cubicBezTo>
                    <a:cubicBezTo>
                      <a:pt x="13" y="20"/>
                      <a:pt x="11" y="20"/>
                      <a:pt x="10" y="19"/>
                    </a:cubicBezTo>
                    <a:cubicBezTo>
                      <a:pt x="2" y="14"/>
                      <a:pt x="2" y="14"/>
                      <a:pt x="2" y="14"/>
                    </a:cubicBezTo>
                    <a:cubicBezTo>
                      <a:pt x="1" y="13"/>
                      <a:pt x="0" y="12"/>
                      <a:pt x="1" y="11"/>
                    </a:cubicBezTo>
                    <a:cubicBezTo>
                      <a:pt x="7" y="2"/>
                      <a:pt x="7" y="2"/>
                      <a:pt x="7" y="2"/>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0" name="Freeform 132"/>
              <p:cNvSpPr>
                <a:spLocks/>
              </p:cNvSpPr>
              <p:nvPr/>
            </p:nvSpPr>
            <p:spPr bwMode="auto">
              <a:xfrm>
                <a:off x="2735" y="3504"/>
                <a:ext cx="23" cy="23"/>
              </a:xfrm>
              <a:custGeom>
                <a:avLst/>
                <a:gdLst>
                  <a:gd name="T0" fmla="*/ 11 w 20"/>
                  <a:gd name="T1" fmla="*/ 1 h 20"/>
                  <a:gd name="T2" fmla="*/ 19 w 20"/>
                  <a:gd name="T3" fmla="*/ 6 h 20"/>
                  <a:gd name="T4" fmla="*/ 19 w 20"/>
                  <a:gd name="T5" fmla="*/ 9 h 20"/>
                  <a:gd name="T6" fmla="*/ 13 w 20"/>
                  <a:gd name="T7" fmla="*/ 18 h 20"/>
                  <a:gd name="T8" fmla="*/ 10 w 20"/>
                  <a:gd name="T9" fmla="*/ 19 h 20"/>
                  <a:gd name="T10" fmla="*/ 2 w 20"/>
                  <a:gd name="T11" fmla="*/ 14 h 20"/>
                  <a:gd name="T12" fmla="*/ 1 w 20"/>
                  <a:gd name="T13" fmla="*/ 10 h 20"/>
                  <a:gd name="T14" fmla="*/ 7 w 20"/>
                  <a:gd name="T15" fmla="*/ 1 h 20"/>
                  <a:gd name="T16" fmla="*/ 11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1" y="1"/>
                    </a:moveTo>
                    <a:cubicBezTo>
                      <a:pt x="19" y="6"/>
                      <a:pt x="19" y="6"/>
                      <a:pt x="19" y="6"/>
                    </a:cubicBezTo>
                    <a:cubicBezTo>
                      <a:pt x="20" y="6"/>
                      <a:pt x="20" y="8"/>
                      <a:pt x="19" y="9"/>
                    </a:cubicBezTo>
                    <a:cubicBezTo>
                      <a:pt x="13" y="18"/>
                      <a:pt x="13" y="18"/>
                      <a:pt x="13" y="18"/>
                    </a:cubicBezTo>
                    <a:cubicBezTo>
                      <a:pt x="13" y="19"/>
                      <a:pt x="11" y="20"/>
                      <a:pt x="10" y="19"/>
                    </a:cubicBezTo>
                    <a:cubicBezTo>
                      <a:pt x="2" y="14"/>
                      <a:pt x="2" y="14"/>
                      <a:pt x="2" y="14"/>
                    </a:cubicBezTo>
                    <a:cubicBezTo>
                      <a:pt x="1" y="13"/>
                      <a:pt x="0" y="11"/>
                      <a:pt x="1" y="10"/>
                    </a:cubicBezTo>
                    <a:cubicBezTo>
                      <a:pt x="7" y="1"/>
                      <a:pt x="7" y="1"/>
                      <a:pt x="7" y="1"/>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1" name="Freeform 133"/>
              <p:cNvSpPr>
                <a:spLocks/>
              </p:cNvSpPr>
              <p:nvPr/>
            </p:nvSpPr>
            <p:spPr bwMode="auto">
              <a:xfrm>
                <a:off x="2719" y="3492"/>
                <a:ext cx="21" cy="22"/>
              </a:xfrm>
              <a:custGeom>
                <a:avLst/>
                <a:gdLst>
                  <a:gd name="T0" fmla="*/ 10 w 19"/>
                  <a:gd name="T1" fmla="*/ 1 h 20"/>
                  <a:gd name="T2" fmla="*/ 18 w 19"/>
                  <a:gd name="T3" fmla="*/ 6 h 20"/>
                  <a:gd name="T4" fmla="*/ 18 w 19"/>
                  <a:gd name="T5" fmla="*/ 10 h 20"/>
                  <a:gd name="T6" fmla="*/ 13 w 19"/>
                  <a:gd name="T7" fmla="*/ 19 h 20"/>
                  <a:gd name="T8" fmla="*/ 9 w 19"/>
                  <a:gd name="T9" fmla="*/ 20 h 20"/>
                  <a:gd name="T10" fmla="*/ 1 w 19"/>
                  <a:gd name="T11" fmla="*/ 15 h 20"/>
                  <a:gd name="T12" fmla="*/ 0 w 19"/>
                  <a:gd name="T13" fmla="*/ 11 h 20"/>
                  <a:gd name="T14" fmla="*/ 6 w 19"/>
                  <a:gd name="T15" fmla="*/ 2 h 20"/>
                  <a:gd name="T16" fmla="*/ 10 w 19"/>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0">
                    <a:moveTo>
                      <a:pt x="10" y="1"/>
                    </a:moveTo>
                    <a:cubicBezTo>
                      <a:pt x="18" y="6"/>
                      <a:pt x="18" y="6"/>
                      <a:pt x="18" y="6"/>
                    </a:cubicBezTo>
                    <a:cubicBezTo>
                      <a:pt x="19" y="7"/>
                      <a:pt x="19" y="9"/>
                      <a:pt x="18" y="10"/>
                    </a:cubicBezTo>
                    <a:cubicBezTo>
                      <a:pt x="13" y="19"/>
                      <a:pt x="13" y="19"/>
                      <a:pt x="13" y="19"/>
                    </a:cubicBezTo>
                    <a:cubicBezTo>
                      <a:pt x="12" y="20"/>
                      <a:pt x="10" y="20"/>
                      <a:pt x="9" y="20"/>
                    </a:cubicBezTo>
                    <a:cubicBezTo>
                      <a:pt x="1" y="15"/>
                      <a:pt x="1" y="15"/>
                      <a:pt x="1" y="15"/>
                    </a:cubicBezTo>
                    <a:cubicBezTo>
                      <a:pt x="0" y="14"/>
                      <a:pt x="0" y="12"/>
                      <a:pt x="0"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2" name="Freeform 134"/>
              <p:cNvSpPr>
                <a:spLocks/>
              </p:cNvSpPr>
              <p:nvPr/>
            </p:nvSpPr>
            <p:spPr bwMode="auto">
              <a:xfrm>
                <a:off x="2701" y="3481"/>
                <a:ext cx="21" cy="22"/>
              </a:xfrm>
              <a:custGeom>
                <a:avLst/>
                <a:gdLst>
                  <a:gd name="T0" fmla="*/ 10 w 19"/>
                  <a:gd name="T1" fmla="*/ 1 h 20"/>
                  <a:gd name="T2" fmla="*/ 18 w 19"/>
                  <a:gd name="T3" fmla="*/ 6 h 20"/>
                  <a:gd name="T4" fmla="*/ 18 w 19"/>
                  <a:gd name="T5" fmla="*/ 10 h 20"/>
                  <a:gd name="T6" fmla="*/ 13 w 19"/>
                  <a:gd name="T7" fmla="*/ 19 h 20"/>
                  <a:gd name="T8" fmla="*/ 9 w 19"/>
                  <a:gd name="T9" fmla="*/ 19 h 20"/>
                  <a:gd name="T10" fmla="*/ 1 w 19"/>
                  <a:gd name="T11" fmla="*/ 14 h 20"/>
                  <a:gd name="T12" fmla="*/ 0 w 19"/>
                  <a:gd name="T13" fmla="*/ 11 h 20"/>
                  <a:gd name="T14" fmla="*/ 6 w 19"/>
                  <a:gd name="T15" fmla="*/ 2 h 20"/>
                  <a:gd name="T16" fmla="*/ 10 w 19"/>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0">
                    <a:moveTo>
                      <a:pt x="10" y="1"/>
                    </a:moveTo>
                    <a:cubicBezTo>
                      <a:pt x="18" y="6"/>
                      <a:pt x="18" y="6"/>
                      <a:pt x="18" y="6"/>
                    </a:cubicBezTo>
                    <a:cubicBezTo>
                      <a:pt x="19" y="7"/>
                      <a:pt x="19" y="8"/>
                      <a:pt x="18" y="10"/>
                    </a:cubicBezTo>
                    <a:cubicBezTo>
                      <a:pt x="13" y="19"/>
                      <a:pt x="13" y="19"/>
                      <a:pt x="13" y="19"/>
                    </a:cubicBezTo>
                    <a:cubicBezTo>
                      <a:pt x="12" y="20"/>
                      <a:pt x="10" y="20"/>
                      <a:pt x="9" y="19"/>
                    </a:cubicBezTo>
                    <a:cubicBezTo>
                      <a:pt x="1" y="14"/>
                      <a:pt x="1" y="14"/>
                      <a:pt x="1" y="14"/>
                    </a:cubicBezTo>
                    <a:cubicBezTo>
                      <a:pt x="0" y="14"/>
                      <a:pt x="0" y="12"/>
                      <a:pt x="0" y="11"/>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3" name="Freeform 135"/>
              <p:cNvSpPr>
                <a:spLocks/>
              </p:cNvSpPr>
              <p:nvPr/>
            </p:nvSpPr>
            <p:spPr bwMode="auto">
              <a:xfrm>
                <a:off x="2683" y="3470"/>
                <a:ext cx="21" cy="22"/>
              </a:xfrm>
              <a:custGeom>
                <a:avLst/>
                <a:gdLst>
                  <a:gd name="T0" fmla="*/ 10 w 19"/>
                  <a:gd name="T1" fmla="*/ 1 h 20"/>
                  <a:gd name="T2" fmla="*/ 18 w 19"/>
                  <a:gd name="T3" fmla="*/ 6 h 20"/>
                  <a:gd name="T4" fmla="*/ 19 w 19"/>
                  <a:gd name="T5" fmla="*/ 9 h 20"/>
                  <a:gd name="T6" fmla="*/ 13 w 19"/>
                  <a:gd name="T7" fmla="*/ 18 h 20"/>
                  <a:gd name="T8" fmla="*/ 9 w 19"/>
                  <a:gd name="T9" fmla="*/ 19 h 20"/>
                  <a:gd name="T10" fmla="*/ 1 w 19"/>
                  <a:gd name="T11" fmla="*/ 14 h 20"/>
                  <a:gd name="T12" fmla="*/ 0 w 19"/>
                  <a:gd name="T13" fmla="*/ 10 h 20"/>
                  <a:gd name="T14" fmla="*/ 6 w 19"/>
                  <a:gd name="T15" fmla="*/ 1 h 20"/>
                  <a:gd name="T16" fmla="*/ 10 w 19"/>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0">
                    <a:moveTo>
                      <a:pt x="10" y="1"/>
                    </a:moveTo>
                    <a:cubicBezTo>
                      <a:pt x="18" y="6"/>
                      <a:pt x="18" y="6"/>
                      <a:pt x="18" y="6"/>
                    </a:cubicBezTo>
                    <a:cubicBezTo>
                      <a:pt x="19" y="7"/>
                      <a:pt x="19" y="8"/>
                      <a:pt x="19" y="9"/>
                    </a:cubicBezTo>
                    <a:cubicBezTo>
                      <a:pt x="13" y="18"/>
                      <a:pt x="13" y="18"/>
                      <a:pt x="13" y="18"/>
                    </a:cubicBezTo>
                    <a:cubicBezTo>
                      <a:pt x="12" y="20"/>
                      <a:pt x="10" y="20"/>
                      <a:pt x="9" y="19"/>
                    </a:cubicBezTo>
                    <a:cubicBezTo>
                      <a:pt x="1" y="14"/>
                      <a:pt x="1" y="14"/>
                      <a:pt x="1" y="14"/>
                    </a:cubicBezTo>
                    <a:cubicBezTo>
                      <a:pt x="0" y="13"/>
                      <a:pt x="0" y="12"/>
                      <a:pt x="0" y="10"/>
                    </a:cubicBezTo>
                    <a:cubicBezTo>
                      <a:pt x="6" y="1"/>
                      <a:pt x="6" y="1"/>
                      <a:pt x="6" y="1"/>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4" name="Freeform 136"/>
              <p:cNvSpPr>
                <a:spLocks/>
              </p:cNvSpPr>
              <p:nvPr/>
            </p:nvSpPr>
            <p:spPr bwMode="auto">
              <a:xfrm>
                <a:off x="2665" y="3459"/>
                <a:ext cx="21" cy="22"/>
              </a:xfrm>
              <a:custGeom>
                <a:avLst/>
                <a:gdLst>
                  <a:gd name="T0" fmla="*/ 10 w 19"/>
                  <a:gd name="T1" fmla="*/ 0 h 20"/>
                  <a:gd name="T2" fmla="*/ 18 w 19"/>
                  <a:gd name="T3" fmla="*/ 5 h 20"/>
                  <a:gd name="T4" fmla="*/ 19 w 19"/>
                  <a:gd name="T5" fmla="*/ 9 h 20"/>
                  <a:gd name="T6" fmla="*/ 13 w 19"/>
                  <a:gd name="T7" fmla="*/ 18 h 20"/>
                  <a:gd name="T8" fmla="*/ 9 w 19"/>
                  <a:gd name="T9" fmla="*/ 19 h 20"/>
                  <a:gd name="T10" fmla="*/ 1 w 19"/>
                  <a:gd name="T11" fmla="*/ 14 h 20"/>
                  <a:gd name="T12" fmla="*/ 1 w 19"/>
                  <a:gd name="T13" fmla="*/ 10 h 20"/>
                  <a:gd name="T14" fmla="*/ 6 w 19"/>
                  <a:gd name="T15" fmla="*/ 1 h 20"/>
                  <a:gd name="T16" fmla="*/ 10 w 19"/>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0">
                    <a:moveTo>
                      <a:pt x="10" y="0"/>
                    </a:moveTo>
                    <a:cubicBezTo>
                      <a:pt x="18" y="5"/>
                      <a:pt x="18" y="5"/>
                      <a:pt x="18" y="5"/>
                    </a:cubicBezTo>
                    <a:cubicBezTo>
                      <a:pt x="19" y="6"/>
                      <a:pt x="19" y="8"/>
                      <a:pt x="19" y="9"/>
                    </a:cubicBezTo>
                    <a:cubicBezTo>
                      <a:pt x="13" y="18"/>
                      <a:pt x="13" y="18"/>
                      <a:pt x="13" y="18"/>
                    </a:cubicBezTo>
                    <a:cubicBezTo>
                      <a:pt x="12" y="19"/>
                      <a:pt x="10" y="20"/>
                      <a:pt x="9" y="19"/>
                    </a:cubicBezTo>
                    <a:cubicBezTo>
                      <a:pt x="1" y="14"/>
                      <a:pt x="1" y="14"/>
                      <a:pt x="1" y="14"/>
                    </a:cubicBezTo>
                    <a:cubicBezTo>
                      <a:pt x="0" y="13"/>
                      <a:pt x="0" y="11"/>
                      <a:pt x="1"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5" name="Freeform 137"/>
              <p:cNvSpPr>
                <a:spLocks/>
              </p:cNvSpPr>
              <p:nvPr/>
            </p:nvSpPr>
            <p:spPr bwMode="auto">
              <a:xfrm>
                <a:off x="2647" y="3446"/>
                <a:ext cx="22" cy="23"/>
              </a:xfrm>
              <a:custGeom>
                <a:avLst/>
                <a:gdLst>
                  <a:gd name="T0" fmla="*/ 10 w 20"/>
                  <a:gd name="T1" fmla="*/ 1 h 20"/>
                  <a:gd name="T2" fmla="*/ 18 w 20"/>
                  <a:gd name="T3" fmla="*/ 6 h 20"/>
                  <a:gd name="T4" fmla="*/ 19 w 20"/>
                  <a:gd name="T5" fmla="*/ 10 h 20"/>
                  <a:gd name="T6" fmla="*/ 13 w 20"/>
                  <a:gd name="T7" fmla="*/ 19 h 20"/>
                  <a:gd name="T8" fmla="*/ 9 w 20"/>
                  <a:gd name="T9" fmla="*/ 20 h 20"/>
                  <a:gd name="T10" fmla="*/ 1 w 20"/>
                  <a:gd name="T11" fmla="*/ 14 h 20"/>
                  <a:gd name="T12" fmla="*/ 1 w 20"/>
                  <a:gd name="T13" fmla="*/ 11 h 20"/>
                  <a:gd name="T14" fmla="*/ 6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19" y="7"/>
                      <a:pt x="20" y="9"/>
                      <a:pt x="19" y="10"/>
                    </a:cubicBezTo>
                    <a:cubicBezTo>
                      <a:pt x="13" y="19"/>
                      <a:pt x="13" y="19"/>
                      <a:pt x="13" y="19"/>
                    </a:cubicBezTo>
                    <a:cubicBezTo>
                      <a:pt x="12" y="20"/>
                      <a:pt x="11" y="20"/>
                      <a:pt x="9" y="20"/>
                    </a:cubicBezTo>
                    <a:cubicBezTo>
                      <a:pt x="1" y="14"/>
                      <a:pt x="1" y="14"/>
                      <a:pt x="1" y="14"/>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6" name="Freeform 138"/>
              <p:cNvSpPr>
                <a:spLocks/>
              </p:cNvSpPr>
              <p:nvPr/>
            </p:nvSpPr>
            <p:spPr bwMode="auto">
              <a:xfrm>
                <a:off x="2629" y="3435"/>
                <a:ext cx="23" cy="23"/>
              </a:xfrm>
              <a:custGeom>
                <a:avLst/>
                <a:gdLst>
                  <a:gd name="T0" fmla="*/ 10 w 20"/>
                  <a:gd name="T1" fmla="*/ 1 h 20"/>
                  <a:gd name="T2" fmla="*/ 18 w 20"/>
                  <a:gd name="T3" fmla="*/ 6 h 20"/>
                  <a:gd name="T4" fmla="*/ 19 w 20"/>
                  <a:gd name="T5" fmla="*/ 9 h 20"/>
                  <a:gd name="T6" fmla="*/ 13 w 20"/>
                  <a:gd name="T7" fmla="*/ 18 h 20"/>
                  <a:gd name="T8" fmla="*/ 9 w 20"/>
                  <a:gd name="T9" fmla="*/ 19 h 20"/>
                  <a:gd name="T10" fmla="*/ 2 w 20"/>
                  <a:gd name="T11" fmla="*/ 14 h 20"/>
                  <a:gd name="T12" fmla="*/ 1 w 20"/>
                  <a:gd name="T13" fmla="*/ 11 h 20"/>
                  <a:gd name="T14" fmla="*/ 7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19" y="7"/>
                      <a:pt x="20" y="8"/>
                      <a:pt x="19" y="9"/>
                    </a:cubicBezTo>
                    <a:cubicBezTo>
                      <a:pt x="13" y="18"/>
                      <a:pt x="13" y="18"/>
                      <a:pt x="13" y="18"/>
                    </a:cubicBezTo>
                    <a:cubicBezTo>
                      <a:pt x="12" y="20"/>
                      <a:pt x="11" y="20"/>
                      <a:pt x="9" y="19"/>
                    </a:cubicBezTo>
                    <a:cubicBezTo>
                      <a:pt x="2" y="14"/>
                      <a:pt x="2" y="14"/>
                      <a:pt x="2" y="14"/>
                    </a:cubicBezTo>
                    <a:cubicBezTo>
                      <a:pt x="0" y="13"/>
                      <a:pt x="0" y="12"/>
                      <a:pt x="1" y="11"/>
                    </a:cubicBezTo>
                    <a:cubicBezTo>
                      <a:pt x="7" y="2"/>
                      <a:pt x="7" y="2"/>
                      <a:pt x="7"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7" name="Freeform 139"/>
              <p:cNvSpPr>
                <a:spLocks/>
              </p:cNvSpPr>
              <p:nvPr/>
            </p:nvSpPr>
            <p:spPr bwMode="auto">
              <a:xfrm>
                <a:off x="2611" y="3424"/>
                <a:ext cx="23" cy="22"/>
              </a:xfrm>
              <a:custGeom>
                <a:avLst/>
                <a:gdLst>
                  <a:gd name="T0" fmla="*/ 10 w 20"/>
                  <a:gd name="T1" fmla="*/ 0 h 20"/>
                  <a:gd name="T2" fmla="*/ 18 w 20"/>
                  <a:gd name="T3" fmla="*/ 6 h 20"/>
                  <a:gd name="T4" fmla="*/ 19 w 20"/>
                  <a:gd name="T5" fmla="*/ 9 h 20"/>
                  <a:gd name="T6" fmla="*/ 13 w 20"/>
                  <a:gd name="T7" fmla="*/ 18 h 20"/>
                  <a:gd name="T8" fmla="*/ 10 w 20"/>
                  <a:gd name="T9" fmla="*/ 19 h 20"/>
                  <a:gd name="T10" fmla="*/ 2 w 20"/>
                  <a:gd name="T11" fmla="*/ 14 h 20"/>
                  <a:gd name="T12" fmla="*/ 1 w 20"/>
                  <a:gd name="T13" fmla="*/ 10 h 20"/>
                  <a:gd name="T14" fmla="*/ 7 w 20"/>
                  <a:gd name="T15" fmla="*/ 1 h 20"/>
                  <a:gd name="T16" fmla="*/ 10 w 20"/>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0"/>
                    </a:moveTo>
                    <a:cubicBezTo>
                      <a:pt x="18" y="6"/>
                      <a:pt x="18" y="6"/>
                      <a:pt x="18" y="6"/>
                    </a:cubicBezTo>
                    <a:cubicBezTo>
                      <a:pt x="19" y="6"/>
                      <a:pt x="20" y="8"/>
                      <a:pt x="19" y="9"/>
                    </a:cubicBezTo>
                    <a:cubicBezTo>
                      <a:pt x="13" y="18"/>
                      <a:pt x="13" y="18"/>
                      <a:pt x="13" y="18"/>
                    </a:cubicBezTo>
                    <a:cubicBezTo>
                      <a:pt x="12" y="19"/>
                      <a:pt x="11" y="20"/>
                      <a:pt x="10" y="19"/>
                    </a:cubicBezTo>
                    <a:cubicBezTo>
                      <a:pt x="2" y="14"/>
                      <a:pt x="2" y="14"/>
                      <a:pt x="2" y="14"/>
                    </a:cubicBezTo>
                    <a:cubicBezTo>
                      <a:pt x="0" y="13"/>
                      <a:pt x="0" y="11"/>
                      <a:pt x="1" y="10"/>
                    </a:cubicBezTo>
                    <a:cubicBezTo>
                      <a:pt x="7" y="1"/>
                      <a:pt x="7" y="1"/>
                      <a:pt x="7"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8" name="Freeform 140"/>
              <p:cNvSpPr>
                <a:spLocks/>
              </p:cNvSpPr>
              <p:nvPr/>
            </p:nvSpPr>
            <p:spPr bwMode="auto">
              <a:xfrm>
                <a:off x="2594" y="3412"/>
                <a:ext cx="22" cy="22"/>
              </a:xfrm>
              <a:custGeom>
                <a:avLst/>
                <a:gdLst>
                  <a:gd name="T0" fmla="*/ 10 w 20"/>
                  <a:gd name="T1" fmla="*/ 1 h 20"/>
                  <a:gd name="T2" fmla="*/ 18 w 20"/>
                  <a:gd name="T3" fmla="*/ 6 h 20"/>
                  <a:gd name="T4" fmla="*/ 19 w 20"/>
                  <a:gd name="T5" fmla="*/ 10 h 20"/>
                  <a:gd name="T6" fmla="*/ 13 w 20"/>
                  <a:gd name="T7" fmla="*/ 19 h 20"/>
                  <a:gd name="T8" fmla="*/ 10 w 20"/>
                  <a:gd name="T9" fmla="*/ 20 h 20"/>
                  <a:gd name="T10" fmla="*/ 2 w 20"/>
                  <a:gd name="T11" fmla="*/ 15 h 20"/>
                  <a:gd name="T12" fmla="*/ 1 w 20"/>
                  <a:gd name="T13" fmla="*/ 11 h 20"/>
                  <a:gd name="T14" fmla="*/ 7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19" y="7"/>
                      <a:pt x="20" y="9"/>
                      <a:pt x="19" y="10"/>
                    </a:cubicBezTo>
                    <a:cubicBezTo>
                      <a:pt x="13" y="19"/>
                      <a:pt x="13" y="19"/>
                      <a:pt x="13" y="19"/>
                    </a:cubicBezTo>
                    <a:cubicBezTo>
                      <a:pt x="12" y="20"/>
                      <a:pt x="11" y="20"/>
                      <a:pt x="10" y="20"/>
                    </a:cubicBezTo>
                    <a:cubicBezTo>
                      <a:pt x="2" y="15"/>
                      <a:pt x="2" y="15"/>
                      <a:pt x="2" y="15"/>
                    </a:cubicBezTo>
                    <a:cubicBezTo>
                      <a:pt x="1" y="14"/>
                      <a:pt x="0" y="12"/>
                      <a:pt x="1" y="11"/>
                    </a:cubicBezTo>
                    <a:cubicBezTo>
                      <a:pt x="7" y="2"/>
                      <a:pt x="7" y="2"/>
                      <a:pt x="7" y="2"/>
                    </a:cubicBezTo>
                    <a:cubicBezTo>
                      <a:pt x="8"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9" name="Freeform 141"/>
              <p:cNvSpPr>
                <a:spLocks/>
              </p:cNvSpPr>
              <p:nvPr/>
            </p:nvSpPr>
            <p:spPr bwMode="auto">
              <a:xfrm>
                <a:off x="2576" y="3401"/>
                <a:ext cx="22" cy="22"/>
              </a:xfrm>
              <a:custGeom>
                <a:avLst/>
                <a:gdLst>
                  <a:gd name="T0" fmla="*/ 10 w 20"/>
                  <a:gd name="T1" fmla="*/ 1 h 20"/>
                  <a:gd name="T2" fmla="*/ 18 w 20"/>
                  <a:gd name="T3" fmla="*/ 6 h 20"/>
                  <a:gd name="T4" fmla="*/ 19 w 20"/>
                  <a:gd name="T5" fmla="*/ 10 h 20"/>
                  <a:gd name="T6" fmla="*/ 13 w 20"/>
                  <a:gd name="T7" fmla="*/ 19 h 20"/>
                  <a:gd name="T8" fmla="*/ 10 w 20"/>
                  <a:gd name="T9" fmla="*/ 19 h 20"/>
                  <a:gd name="T10" fmla="*/ 2 w 20"/>
                  <a:gd name="T11" fmla="*/ 14 h 20"/>
                  <a:gd name="T12" fmla="*/ 1 w 20"/>
                  <a:gd name="T13" fmla="*/ 11 h 20"/>
                  <a:gd name="T14" fmla="*/ 7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20" y="7"/>
                      <a:pt x="20" y="8"/>
                      <a:pt x="19" y="10"/>
                    </a:cubicBezTo>
                    <a:cubicBezTo>
                      <a:pt x="13" y="19"/>
                      <a:pt x="13" y="19"/>
                      <a:pt x="13" y="19"/>
                    </a:cubicBezTo>
                    <a:cubicBezTo>
                      <a:pt x="13" y="20"/>
                      <a:pt x="11" y="20"/>
                      <a:pt x="10" y="19"/>
                    </a:cubicBezTo>
                    <a:cubicBezTo>
                      <a:pt x="2" y="14"/>
                      <a:pt x="2" y="14"/>
                      <a:pt x="2" y="14"/>
                    </a:cubicBezTo>
                    <a:cubicBezTo>
                      <a:pt x="1" y="13"/>
                      <a:pt x="0" y="12"/>
                      <a:pt x="1" y="11"/>
                    </a:cubicBezTo>
                    <a:cubicBezTo>
                      <a:pt x="7" y="2"/>
                      <a:pt x="7" y="2"/>
                      <a:pt x="7" y="2"/>
                    </a:cubicBezTo>
                    <a:cubicBezTo>
                      <a:pt x="8"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0" name="Freeform 142"/>
              <p:cNvSpPr>
                <a:spLocks/>
              </p:cNvSpPr>
              <p:nvPr/>
            </p:nvSpPr>
            <p:spPr bwMode="auto">
              <a:xfrm>
                <a:off x="2558" y="3389"/>
                <a:ext cx="22" cy="23"/>
              </a:xfrm>
              <a:custGeom>
                <a:avLst/>
                <a:gdLst>
                  <a:gd name="T0" fmla="*/ 11 w 20"/>
                  <a:gd name="T1" fmla="*/ 1 h 20"/>
                  <a:gd name="T2" fmla="*/ 18 w 20"/>
                  <a:gd name="T3" fmla="*/ 6 h 20"/>
                  <a:gd name="T4" fmla="*/ 19 w 20"/>
                  <a:gd name="T5" fmla="*/ 9 h 20"/>
                  <a:gd name="T6" fmla="*/ 13 w 20"/>
                  <a:gd name="T7" fmla="*/ 18 h 20"/>
                  <a:gd name="T8" fmla="*/ 10 w 20"/>
                  <a:gd name="T9" fmla="*/ 19 h 20"/>
                  <a:gd name="T10" fmla="*/ 2 w 20"/>
                  <a:gd name="T11" fmla="*/ 14 h 20"/>
                  <a:gd name="T12" fmla="*/ 1 w 20"/>
                  <a:gd name="T13" fmla="*/ 10 h 20"/>
                  <a:gd name="T14" fmla="*/ 7 w 20"/>
                  <a:gd name="T15" fmla="*/ 1 h 20"/>
                  <a:gd name="T16" fmla="*/ 11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1" y="1"/>
                    </a:moveTo>
                    <a:cubicBezTo>
                      <a:pt x="18" y="6"/>
                      <a:pt x="18" y="6"/>
                      <a:pt x="18" y="6"/>
                    </a:cubicBezTo>
                    <a:cubicBezTo>
                      <a:pt x="20" y="6"/>
                      <a:pt x="20" y="8"/>
                      <a:pt x="19" y="9"/>
                    </a:cubicBezTo>
                    <a:cubicBezTo>
                      <a:pt x="13" y="18"/>
                      <a:pt x="13" y="18"/>
                      <a:pt x="13" y="18"/>
                    </a:cubicBezTo>
                    <a:cubicBezTo>
                      <a:pt x="13" y="19"/>
                      <a:pt x="11" y="20"/>
                      <a:pt x="10" y="19"/>
                    </a:cubicBezTo>
                    <a:cubicBezTo>
                      <a:pt x="2" y="14"/>
                      <a:pt x="2" y="14"/>
                      <a:pt x="2" y="14"/>
                    </a:cubicBezTo>
                    <a:cubicBezTo>
                      <a:pt x="1" y="13"/>
                      <a:pt x="0" y="12"/>
                      <a:pt x="1" y="10"/>
                    </a:cubicBezTo>
                    <a:cubicBezTo>
                      <a:pt x="7" y="1"/>
                      <a:pt x="7" y="1"/>
                      <a:pt x="7" y="1"/>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1" name="Freeform 143"/>
              <p:cNvSpPr>
                <a:spLocks/>
              </p:cNvSpPr>
              <p:nvPr/>
            </p:nvSpPr>
            <p:spPr bwMode="auto">
              <a:xfrm>
                <a:off x="2540" y="3377"/>
                <a:ext cx="22" cy="22"/>
              </a:xfrm>
              <a:custGeom>
                <a:avLst/>
                <a:gdLst>
                  <a:gd name="T0" fmla="*/ 10 w 20"/>
                  <a:gd name="T1" fmla="*/ 1 h 20"/>
                  <a:gd name="T2" fmla="*/ 18 w 20"/>
                  <a:gd name="T3" fmla="*/ 6 h 20"/>
                  <a:gd name="T4" fmla="*/ 19 w 20"/>
                  <a:gd name="T5" fmla="*/ 10 h 20"/>
                  <a:gd name="T6" fmla="*/ 13 w 20"/>
                  <a:gd name="T7" fmla="*/ 19 h 20"/>
                  <a:gd name="T8" fmla="*/ 10 w 20"/>
                  <a:gd name="T9" fmla="*/ 20 h 20"/>
                  <a:gd name="T10" fmla="*/ 1 w 20"/>
                  <a:gd name="T11" fmla="*/ 14 h 20"/>
                  <a:gd name="T12" fmla="*/ 1 w 20"/>
                  <a:gd name="T13" fmla="*/ 11 h 20"/>
                  <a:gd name="T14" fmla="*/ 6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19" y="7"/>
                      <a:pt x="20" y="9"/>
                      <a:pt x="19" y="10"/>
                    </a:cubicBezTo>
                    <a:cubicBezTo>
                      <a:pt x="13" y="19"/>
                      <a:pt x="13" y="19"/>
                      <a:pt x="13" y="19"/>
                    </a:cubicBezTo>
                    <a:cubicBezTo>
                      <a:pt x="12" y="20"/>
                      <a:pt x="11" y="20"/>
                      <a:pt x="10" y="20"/>
                    </a:cubicBezTo>
                    <a:cubicBezTo>
                      <a:pt x="1" y="14"/>
                      <a:pt x="1" y="14"/>
                      <a:pt x="1" y="14"/>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2" name="Freeform 144"/>
              <p:cNvSpPr>
                <a:spLocks/>
              </p:cNvSpPr>
              <p:nvPr/>
            </p:nvSpPr>
            <p:spPr bwMode="auto">
              <a:xfrm>
                <a:off x="2529" y="3395"/>
                <a:ext cx="31" cy="29"/>
              </a:xfrm>
              <a:custGeom>
                <a:avLst/>
                <a:gdLst>
                  <a:gd name="T0" fmla="*/ 10 w 28"/>
                  <a:gd name="T1" fmla="*/ 1 h 26"/>
                  <a:gd name="T2" fmla="*/ 27 w 28"/>
                  <a:gd name="T3" fmla="*/ 11 h 26"/>
                  <a:gd name="T4" fmla="*/ 28 w 28"/>
                  <a:gd name="T5" fmla="*/ 15 h 26"/>
                  <a:gd name="T6" fmla="*/ 22 w 28"/>
                  <a:gd name="T7" fmla="*/ 24 h 26"/>
                  <a:gd name="T8" fmla="*/ 18 w 28"/>
                  <a:gd name="T9" fmla="*/ 25 h 26"/>
                  <a:gd name="T10" fmla="*/ 1 w 28"/>
                  <a:gd name="T11" fmla="*/ 14 h 26"/>
                  <a:gd name="T12" fmla="*/ 1 w 28"/>
                  <a:gd name="T13" fmla="*/ 10 h 26"/>
                  <a:gd name="T14" fmla="*/ 6 w 28"/>
                  <a:gd name="T15" fmla="*/ 2 h 26"/>
                  <a:gd name="T16" fmla="*/ 10 w 28"/>
                  <a:gd name="T17"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6">
                    <a:moveTo>
                      <a:pt x="10" y="1"/>
                    </a:moveTo>
                    <a:cubicBezTo>
                      <a:pt x="27" y="11"/>
                      <a:pt x="27" y="11"/>
                      <a:pt x="27" y="11"/>
                    </a:cubicBezTo>
                    <a:cubicBezTo>
                      <a:pt x="28" y="12"/>
                      <a:pt x="28" y="14"/>
                      <a:pt x="28" y="15"/>
                    </a:cubicBezTo>
                    <a:cubicBezTo>
                      <a:pt x="22" y="24"/>
                      <a:pt x="22" y="24"/>
                      <a:pt x="22" y="24"/>
                    </a:cubicBezTo>
                    <a:cubicBezTo>
                      <a:pt x="21" y="25"/>
                      <a:pt x="19" y="26"/>
                      <a:pt x="18" y="25"/>
                    </a:cubicBezTo>
                    <a:cubicBezTo>
                      <a:pt x="1" y="14"/>
                      <a:pt x="1" y="14"/>
                      <a:pt x="1" y="14"/>
                    </a:cubicBezTo>
                    <a:cubicBezTo>
                      <a:pt x="0" y="13"/>
                      <a:pt x="0" y="11"/>
                      <a:pt x="1"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3" name="Freeform 145"/>
              <p:cNvSpPr>
                <a:spLocks/>
              </p:cNvSpPr>
              <p:nvPr/>
            </p:nvSpPr>
            <p:spPr bwMode="auto">
              <a:xfrm>
                <a:off x="2518" y="3413"/>
                <a:ext cx="34" cy="30"/>
              </a:xfrm>
              <a:custGeom>
                <a:avLst/>
                <a:gdLst>
                  <a:gd name="T0" fmla="*/ 10 w 31"/>
                  <a:gd name="T1" fmla="*/ 0 h 27"/>
                  <a:gd name="T2" fmla="*/ 30 w 31"/>
                  <a:gd name="T3" fmla="*/ 13 h 27"/>
                  <a:gd name="T4" fmla="*/ 30 w 31"/>
                  <a:gd name="T5" fmla="*/ 17 h 27"/>
                  <a:gd name="T6" fmla="*/ 25 w 31"/>
                  <a:gd name="T7" fmla="*/ 26 h 27"/>
                  <a:gd name="T8" fmla="*/ 21 w 31"/>
                  <a:gd name="T9" fmla="*/ 26 h 27"/>
                  <a:gd name="T10" fmla="*/ 1 w 31"/>
                  <a:gd name="T11" fmla="*/ 14 h 27"/>
                  <a:gd name="T12" fmla="*/ 1 w 31"/>
                  <a:gd name="T13" fmla="*/ 10 h 27"/>
                  <a:gd name="T14" fmla="*/ 6 w 31"/>
                  <a:gd name="T15" fmla="*/ 1 h 27"/>
                  <a:gd name="T16" fmla="*/ 10 w 31"/>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7">
                    <a:moveTo>
                      <a:pt x="10" y="0"/>
                    </a:moveTo>
                    <a:cubicBezTo>
                      <a:pt x="30" y="13"/>
                      <a:pt x="30" y="13"/>
                      <a:pt x="30" y="13"/>
                    </a:cubicBezTo>
                    <a:cubicBezTo>
                      <a:pt x="31" y="14"/>
                      <a:pt x="31" y="16"/>
                      <a:pt x="30" y="17"/>
                    </a:cubicBezTo>
                    <a:cubicBezTo>
                      <a:pt x="25" y="26"/>
                      <a:pt x="25" y="26"/>
                      <a:pt x="25" y="26"/>
                    </a:cubicBezTo>
                    <a:cubicBezTo>
                      <a:pt x="24" y="27"/>
                      <a:pt x="22" y="27"/>
                      <a:pt x="21" y="26"/>
                    </a:cubicBezTo>
                    <a:cubicBezTo>
                      <a:pt x="1" y="14"/>
                      <a:pt x="1" y="14"/>
                      <a:pt x="1" y="14"/>
                    </a:cubicBezTo>
                    <a:cubicBezTo>
                      <a:pt x="0" y="13"/>
                      <a:pt x="0" y="11"/>
                      <a:pt x="1"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4" name="Freeform 146"/>
              <p:cNvSpPr>
                <a:spLocks/>
              </p:cNvSpPr>
              <p:nvPr/>
            </p:nvSpPr>
            <p:spPr bwMode="auto">
              <a:xfrm>
                <a:off x="2506" y="3430"/>
                <a:ext cx="45" cy="38"/>
              </a:xfrm>
              <a:custGeom>
                <a:avLst/>
                <a:gdLst>
                  <a:gd name="T0" fmla="*/ 10 w 40"/>
                  <a:gd name="T1" fmla="*/ 1 h 34"/>
                  <a:gd name="T2" fmla="*/ 38 w 40"/>
                  <a:gd name="T3" fmla="*/ 19 h 34"/>
                  <a:gd name="T4" fmla="*/ 39 w 40"/>
                  <a:gd name="T5" fmla="*/ 23 h 34"/>
                  <a:gd name="T6" fmla="*/ 33 w 40"/>
                  <a:gd name="T7" fmla="*/ 32 h 34"/>
                  <a:gd name="T8" fmla="*/ 29 w 40"/>
                  <a:gd name="T9" fmla="*/ 33 h 34"/>
                  <a:gd name="T10" fmla="*/ 1 w 40"/>
                  <a:gd name="T11" fmla="*/ 14 h 34"/>
                  <a:gd name="T12" fmla="*/ 0 w 40"/>
                  <a:gd name="T13" fmla="*/ 11 h 34"/>
                  <a:gd name="T14" fmla="*/ 6 w 40"/>
                  <a:gd name="T15" fmla="*/ 2 h 34"/>
                  <a:gd name="T16" fmla="*/ 10 w 40"/>
                  <a:gd name="T17"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4">
                    <a:moveTo>
                      <a:pt x="10" y="1"/>
                    </a:moveTo>
                    <a:cubicBezTo>
                      <a:pt x="38" y="19"/>
                      <a:pt x="38" y="19"/>
                      <a:pt x="38" y="19"/>
                    </a:cubicBezTo>
                    <a:cubicBezTo>
                      <a:pt x="39" y="20"/>
                      <a:pt x="40" y="22"/>
                      <a:pt x="39" y="23"/>
                    </a:cubicBezTo>
                    <a:cubicBezTo>
                      <a:pt x="33" y="32"/>
                      <a:pt x="33" y="32"/>
                      <a:pt x="33" y="32"/>
                    </a:cubicBezTo>
                    <a:cubicBezTo>
                      <a:pt x="32" y="33"/>
                      <a:pt x="31" y="34"/>
                      <a:pt x="29" y="33"/>
                    </a:cubicBezTo>
                    <a:cubicBezTo>
                      <a:pt x="1" y="14"/>
                      <a:pt x="1" y="14"/>
                      <a:pt x="1" y="14"/>
                    </a:cubicBezTo>
                    <a:cubicBezTo>
                      <a:pt x="0" y="14"/>
                      <a:pt x="0" y="12"/>
                      <a:pt x="0"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5" name="Freeform 147"/>
              <p:cNvSpPr>
                <a:spLocks/>
              </p:cNvSpPr>
              <p:nvPr/>
            </p:nvSpPr>
            <p:spPr bwMode="auto">
              <a:xfrm>
                <a:off x="2494" y="3447"/>
                <a:ext cx="27" cy="26"/>
              </a:xfrm>
              <a:custGeom>
                <a:avLst/>
                <a:gdLst>
                  <a:gd name="T0" fmla="*/ 11 w 24"/>
                  <a:gd name="T1" fmla="*/ 1 h 23"/>
                  <a:gd name="T2" fmla="*/ 22 w 24"/>
                  <a:gd name="T3" fmla="*/ 8 h 23"/>
                  <a:gd name="T4" fmla="*/ 23 w 24"/>
                  <a:gd name="T5" fmla="*/ 12 h 23"/>
                  <a:gd name="T6" fmla="*/ 18 w 24"/>
                  <a:gd name="T7" fmla="*/ 21 h 23"/>
                  <a:gd name="T8" fmla="*/ 14 w 24"/>
                  <a:gd name="T9" fmla="*/ 22 h 23"/>
                  <a:gd name="T10" fmla="*/ 2 w 24"/>
                  <a:gd name="T11" fmla="*/ 14 h 23"/>
                  <a:gd name="T12" fmla="*/ 1 w 24"/>
                  <a:gd name="T13" fmla="*/ 10 h 23"/>
                  <a:gd name="T14" fmla="*/ 7 w 24"/>
                  <a:gd name="T15" fmla="*/ 2 h 23"/>
                  <a:gd name="T16" fmla="*/ 11 w 24"/>
                  <a:gd name="T17"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3">
                    <a:moveTo>
                      <a:pt x="11" y="1"/>
                    </a:moveTo>
                    <a:cubicBezTo>
                      <a:pt x="22" y="8"/>
                      <a:pt x="22" y="8"/>
                      <a:pt x="22" y="8"/>
                    </a:cubicBezTo>
                    <a:cubicBezTo>
                      <a:pt x="24" y="9"/>
                      <a:pt x="24" y="11"/>
                      <a:pt x="23" y="12"/>
                    </a:cubicBezTo>
                    <a:cubicBezTo>
                      <a:pt x="18" y="21"/>
                      <a:pt x="18" y="21"/>
                      <a:pt x="18" y="21"/>
                    </a:cubicBezTo>
                    <a:cubicBezTo>
                      <a:pt x="17" y="22"/>
                      <a:pt x="15" y="23"/>
                      <a:pt x="14" y="22"/>
                    </a:cubicBezTo>
                    <a:cubicBezTo>
                      <a:pt x="2" y="14"/>
                      <a:pt x="2" y="14"/>
                      <a:pt x="2" y="14"/>
                    </a:cubicBezTo>
                    <a:cubicBezTo>
                      <a:pt x="1" y="13"/>
                      <a:pt x="0" y="11"/>
                      <a:pt x="1" y="10"/>
                    </a:cubicBezTo>
                    <a:cubicBezTo>
                      <a:pt x="7" y="2"/>
                      <a:pt x="7" y="2"/>
                      <a:pt x="7" y="2"/>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6" name="Freeform 148"/>
              <p:cNvSpPr>
                <a:spLocks/>
              </p:cNvSpPr>
              <p:nvPr/>
            </p:nvSpPr>
            <p:spPr bwMode="auto">
              <a:xfrm>
                <a:off x="2554" y="3412"/>
                <a:ext cx="23" cy="22"/>
              </a:xfrm>
              <a:custGeom>
                <a:avLst/>
                <a:gdLst>
                  <a:gd name="T0" fmla="*/ 10 w 20"/>
                  <a:gd name="T1" fmla="*/ 1 h 20"/>
                  <a:gd name="T2" fmla="*/ 19 w 20"/>
                  <a:gd name="T3" fmla="*/ 6 h 20"/>
                  <a:gd name="T4" fmla="*/ 20 w 20"/>
                  <a:gd name="T5" fmla="*/ 10 h 20"/>
                  <a:gd name="T6" fmla="*/ 14 w 20"/>
                  <a:gd name="T7" fmla="*/ 19 h 20"/>
                  <a:gd name="T8" fmla="*/ 10 w 20"/>
                  <a:gd name="T9" fmla="*/ 20 h 20"/>
                  <a:gd name="T10" fmla="*/ 2 w 20"/>
                  <a:gd name="T11" fmla="*/ 14 h 20"/>
                  <a:gd name="T12" fmla="*/ 1 w 20"/>
                  <a:gd name="T13" fmla="*/ 10 h 20"/>
                  <a:gd name="T14" fmla="*/ 7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9" y="6"/>
                      <a:pt x="19" y="6"/>
                      <a:pt x="19" y="6"/>
                    </a:cubicBezTo>
                    <a:cubicBezTo>
                      <a:pt x="20" y="7"/>
                      <a:pt x="20" y="9"/>
                      <a:pt x="20" y="10"/>
                    </a:cubicBezTo>
                    <a:cubicBezTo>
                      <a:pt x="14" y="19"/>
                      <a:pt x="14" y="19"/>
                      <a:pt x="14" y="19"/>
                    </a:cubicBezTo>
                    <a:cubicBezTo>
                      <a:pt x="13" y="20"/>
                      <a:pt x="11" y="20"/>
                      <a:pt x="10" y="20"/>
                    </a:cubicBezTo>
                    <a:cubicBezTo>
                      <a:pt x="2" y="14"/>
                      <a:pt x="2" y="14"/>
                      <a:pt x="2" y="14"/>
                    </a:cubicBezTo>
                    <a:cubicBezTo>
                      <a:pt x="0" y="13"/>
                      <a:pt x="0" y="12"/>
                      <a:pt x="1" y="10"/>
                    </a:cubicBezTo>
                    <a:cubicBezTo>
                      <a:pt x="7" y="2"/>
                      <a:pt x="7" y="2"/>
                      <a:pt x="7"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7" name="Freeform 149"/>
              <p:cNvSpPr>
                <a:spLocks/>
              </p:cNvSpPr>
              <p:nvPr/>
            </p:nvSpPr>
            <p:spPr bwMode="auto">
              <a:xfrm>
                <a:off x="2572" y="3423"/>
                <a:ext cx="24" cy="23"/>
              </a:xfrm>
              <a:custGeom>
                <a:avLst/>
                <a:gdLst>
                  <a:gd name="T0" fmla="*/ 11 w 21"/>
                  <a:gd name="T1" fmla="*/ 1 h 21"/>
                  <a:gd name="T2" fmla="*/ 19 w 21"/>
                  <a:gd name="T3" fmla="*/ 7 h 21"/>
                  <a:gd name="T4" fmla="*/ 20 w 21"/>
                  <a:gd name="T5" fmla="*/ 11 h 21"/>
                  <a:gd name="T6" fmla="*/ 14 w 21"/>
                  <a:gd name="T7" fmla="*/ 19 h 21"/>
                  <a:gd name="T8" fmla="*/ 10 w 21"/>
                  <a:gd name="T9" fmla="*/ 20 h 21"/>
                  <a:gd name="T10" fmla="*/ 2 w 21"/>
                  <a:gd name="T11" fmla="*/ 15 h 21"/>
                  <a:gd name="T12" fmla="*/ 1 w 21"/>
                  <a:gd name="T13" fmla="*/ 11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7"/>
                      <a:pt x="19" y="7"/>
                      <a:pt x="19" y="7"/>
                    </a:cubicBezTo>
                    <a:cubicBezTo>
                      <a:pt x="20" y="8"/>
                      <a:pt x="21" y="9"/>
                      <a:pt x="20" y="11"/>
                    </a:cubicBezTo>
                    <a:cubicBezTo>
                      <a:pt x="14" y="19"/>
                      <a:pt x="14" y="19"/>
                      <a:pt x="14" y="19"/>
                    </a:cubicBezTo>
                    <a:cubicBezTo>
                      <a:pt x="13" y="21"/>
                      <a:pt x="12" y="21"/>
                      <a:pt x="10" y="20"/>
                    </a:cubicBezTo>
                    <a:cubicBezTo>
                      <a:pt x="2" y="15"/>
                      <a:pt x="2" y="15"/>
                      <a:pt x="2" y="15"/>
                    </a:cubicBezTo>
                    <a:cubicBezTo>
                      <a:pt x="1" y="14"/>
                      <a:pt x="0" y="12"/>
                      <a:pt x="1" y="11"/>
                    </a:cubicBezTo>
                    <a:cubicBezTo>
                      <a:pt x="7" y="2"/>
                      <a:pt x="7" y="2"/>
                      <a:pt x="7" y="2"/>
                    </a:cubicBezTo>
                    <a:cubicBezTo>
                      <a:pt x="8" y="1"/>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8" name="Freeform 150"/>
              <p:cNvSpPr>
                <a:spLocks/>
              </p:cNvSpPr>
              <p:nvPr/>
            </p:nvSpPr>
            <p:spPr bwMode="auto">
              <a:xfrm>
                <a:off x="2590" y="3435"/>
                <a:ext cx="24" cy="23"/>
              </a:xfrm>
              <a:custGeom>
                <a:avLst/>
                <a:gdLst>
                  <a:gd name="T0" fmla="*/ 11 w 21"/>
                  <a:gd name="T1" fmla="*/ 1 h 20"/>
                  <a:gd name="T2" fmla="*/ 19 w 21"/>
                  <a:gd name="T3" fmla="*/ 6 h 20"/>
                  <a:gd name="T4" fmla="*/ 20 w 21"/>
                  <a:gd name="T5" fmla="*/ 10 h 20"/>
                  <a:gd name="T6" fmla="*/ 14 w 21"/>
                  <a:gd name="T7" fmla="*/ 19 h 20"/>
                  <a:gd name="T8" fmla="*/ 11 w 21"/>
                  <a:gd name="T9" fmla="*/ 20 h 20"/>
                  <a:gd name="T10" fmla="*/ 2 w 21"/>
                  <a:gd name="T11" fmla="*/ 14 h 20"/>
                  <a:gd name="T12" fmla="*/ 1 w 21"/>
                  <a:gd name="T13" fmla="*/ 10 h 20"/>
                  <a:gd name="T14" fmla="*/ 7 w 21"/>
                  <a:gd name="T15" fmla="*/ 2 h 20"/>
                  <a:gd name="T16" fmla="*/ 11 w 2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1"/>
                    </a:moveTo>
                    <a:cubicBezTo>
                      <a:pt x="19" y="6"/>
                      <a:pt x="19" y="6"/>
                      <a:pt x="19" y="6"/>
                    </a:cubicBezTo>
                    <a:cubicBezTo>
                      <a:pt x="21" y="7"/>
                      <a:pt x="21" y="9"/>
                      <a:pt x="20" y="10"/>
                    </a:cubicBezTo>
                    <a:cubicBezTo>
                      <a:pt x="14" y="19"/>
                      <a:pt x="14" y="19"/>
                      <a:pt x="14" y="19"/>
                    </a:cubicBezTo>
                    <a:cubicBezTo>
                      <a:pt x="14" y="20"/>
                      <a:pt x="12" y="20"/>
                      <a:pt x="11" y="20"/>
                    </a:cubicBezTo>
                    <a:cubicBezTo>
                      <a:pt x="2" y="14"/>
                      <a:pt x="2" y="14"/>
                      <a:pt x="2" y="14"/>
                    </a:cubicBezTo>
                    <a:cubicBezTo>
                      <a:pt x="1" y="13"/>
                      <a:pt x="0" y="12"/>
                      <a:pt x="1" y="10"/>
                    </a:cubicBezTo>
                    <a:cubicBezTo>
                      <a:pt x="7" y="2"/>
                      <a:pt x="7" y="2"/>
                      <a:pt x="7" y="2"/>
                    </a:cubicBezTo>
                    <a:cubicBezTo>
                      <a:pt x="8" y="0"/>
                      <a:pt x="10"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9" name="Freeform 151"/>
              <p:cNvSpPr>
                <a:spLocks/>
              </p:cNvSpPr>
              <p:nvPr/>
            </p:nvSpPr>
            <p:spPr bwMode="auto">
              <a:xfrm>
                <a:off x="2609" y="3446"/>
                <a:ext cx="22" cy="24"/>
              </a:xfrm>
              <a:custGeom>
                <a:avLst/>
                <a:gdLst>
                  <a:gd name="T0" fmla="*/ 10 w 20"/>
                  <a:gd name="T1" fmla="*/ 1 h 21"/>
                  <a:gd name="T2" fmla="*/ 18 w 20"/>
                  <a:gd name="T3" fmla="*/ 7 h 21"/>
                  <a:gd name="T4" fmla="*/ 19 w 20"/>
                  <a:gd name="T5" fmla="*/ 11 h 21"/>
                  <a:gd name="T6" fmla="*/ 14 w 20"/>
                  <a:gd name="T7" fmla="*/ 19 h 21"/>
                  <a:gd name="T8" fmla="*/ 10 w 20"/>
                  <a:gd name="T9" fmla="*/ 20 h 21"/>
                  <a:gd name="T10" fmla="*/ 1 w 20"/>
                  <a:gd name="T11" fmla="*/ 15 h 21"/>
                  <a:gd name="T12" fmla="*/ 1 w 20"/>
                  <a:gd name="T13" fmla="*/ 11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8" y="7"/>
                      <a:pt x="18" y="7"/>
                      <a:pt x="18" y="7"/>
                    </a:cubicBezTo>
                    <a:cubicBezTo>
                      <a:pt x="20" y="8"/>
                      <a:pt x="20" y="9"/>
                      <a:pt x="19" y="11"/>
                    </a:cubicBezTo>
                    <a:cubicBezTo>
                      <a:pt x="14" y="19"/>
                      <a:pt x="14" y="19"/>
                      <a:pt x="14" y="19"/>
                    </a:cubicBezTo>
                    <a:cubicBezTo>
                      <a:pt x="13" y="21"/>
                      <a:pt x="11" y="21"/>
                      <a:pt x="10" y="20"/>
                    </a:cubicBezTo>
                    <a:cubicBezTo>
                      <a:pt x="1" y="15"/>
                      <a:pt x="1" y="15"/>
                      <a:pt x="1" y="15"/>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0" name="Freeform 152"/>
              <p:cNvSpPr>
                <a:spLocks/>
              </p:cNvSpPr>
              <p:nvPr/>
            </p:nvSpPr>
            <p:spPr bwMode="auto">
              <a:xfrm>
                <a:off x="2627" y="3459"/>
                <a:ext cx="22" cy="22"/>
              </a:xfrm>
              <a:custGeom>
                <a:avLst/>
                <a:gdLst>
                  <a:gd name="T0" fmla="*/ 10 w 20"/>
                  <a:gd name="T1" fmla="*/ 1 h 20"/>
                  <a:gd name="T2" fmla="*/ 19 w 20"/>
                  <a:gd name="T3" fmla="*/ 6 h 20"/>
                  <a:gd name="T4" fmla="*/ 19 w 20"/>
                  <a:gd name="T5" fmla="*/ 10 h 20"/>
                  <a:gd name="T6" fmla="*/ 14 w 20"/>
                  <a:gd name="T7" fmla="*/ 19 h 20"/>
                  <a:gd name="T8" fmla="*/ 10 w 20"/>
                  <a:gd name="T9" fmla="*/ 20 h 20"/>
                  <a:gd name="T10" fmla="*/ 2 w 20"/>
                  <a:gd name="T11" fmla="*/ 14 h 20"/>
                  <a:gd name="T12" fmla="*/ 1 w 20"/>
                  <a:gd name="T13" fmla="*/ 10 h 20"/>
                  <a:gd name="T14" fmla="*/ 6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9" y="6"/>
                      <a:pt x="19" y="6"/>
                      <a:pt x="19" y="6"/>
                    </a:cubicBezTo>
                    <a:cubicBezTo>
                      <a:pt x="20" y="7"/>
                      <a:pt x="20" y="9"/>
                      <a:pt x="19" y="10"/>
                    </a:cubicBezTo>
                    <a:cubicBezTo>
                      <a:pt x="14" y="19"/>
                      <a:pt x="14" y="19"/>
                      <a:pt x="14" y="19"/>
                    </a:cubicBezTo>
                    <a:cubicBezTo>
                      <a:pt x="13" y="20"/>
                      <a:pt x="11" y="20"/>
                      <a:pt x="10" y="20"/>
                    </a:cubicBezTo>
                    <a:cubicBezTo>
                      <a:pt x="2" y="14"/>
                      <a:pt x="2" y="14"/>
                      <a:pt x="2" y="14"/>
                    </a:cubicBezTo>
                    <a:cubicBezTo>
                      <a:pt x="0" y="13"/>
                      <a:pt x="0" y="11"/>
                      <a:pt x="1"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1" name="Freeform 153"/>
              <p:cNvSpPr>
                <a:spLocks/>
              </p:cNvSpPr>
              <p:nvPr/>
            </p:nvSpPr>
            <p:spPr bwMode="auto">
              <a:xfrm>
                <a:off x="2645" y="3470"/>
                <a:ext cx="23" cy="23"/>
              </a:xfrm>
              <a:custGeom>
                <a:avLst/>
                <a:gdLst>
                  <a:gd name="T0" fmla="*/ 10 w 21"/>
                  <a:gd name="T1" fmla="*/ 1 h 21"/>
                  <a:gd name="T2" fmla="*/ 19 w 21"/>
                  <a:gd name="T3" fmla="*/ 7 h 21"/>
                  <a:gd name="T4" fmla="*/ 20 w 21"/>
                  <a:gd name="T5" fmla="*/ 11 h 21"/>
                  <a:gd name="T6" fmla="*/ 14 w 21"/>
                  <a:gd name="T7" fmla="*/ 19 h 21"/>
                  <a:gd name="T8" fmla="*/ 10 w 21"/>
                  <a:gd name="T9" fmla="*/ 20 h 21"/>
                  <a:gd name="T10" fmla="*/ 2 w 21"/>
                  <a:gd name="T11" fmla="*/ 15 h 21"/>
                  <a:gd name="T12" fmla="*/ 1 w 21"/>
                  <a:gd name="T13" fmla="*/ 11 h 21"/>
                  <a:gd name="T14" fmla="*/ 7 w 21"/>
                  <a:gd name="T15" fmla="*/ 2 h 21"/>
                  <a:gd name="T16" fmla="*/ 10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0" y="1"/>
                    </a:moveTo>
                    <a:cubicBezTo>
                      <a:pt x="19" y="7"/>
                      <a:pt x="19" y="7"/>
                      <a:pt x="19" y="7"/>
                    </a:cubicBezTo>
                    <a:cubicBezTo>
                      <a:pt x="20" y="7"/>
                      <a:pt x="21" y="9"/>
                      <a:pt x="20" y="11"/>
                    </a:cubicBezTo>
                    <a:cubicBezTo>
                      <a:pt x="14" y="19"/>
                      <a:pt x="14" y="19"/>
                      <a:pt x="14" y="19"/>
                    </a:cubicBezTo>
                    <a:cubicBezTo>
                      <a:pt x="13" y="20"/>
                      <a:pt x="11" y="21"/>
                      <a:pt x="10" y="20"/>
                    </a:cubicBezTo>
                    <a:cubicBezTo>
                      <a:pt x="2" y="15"/>
                      <a:pt x="2" y="15"/>
                      <a:pt x="2" y="15"/>
                    </a:cubicBezTo>
                    <a:cubicBezTo>
                      <a:pt x="0" y="14"/>
                      <a:pt x="0" y="12"/>
                      <a:pt x="1" y="11"/>
                    </a:cubicBezTo>
                    <a:cubicBezTo>
                      <a:pt x="7" y="2"/>
                      <a:pt x="7" y="2"/>
                      <a:pt x="7"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2" name="Freeform 154"/>
              <p:cNvSpPr>
                <a:spLocks/>
              </p:cNvSpPr>
              <p:nvPr/>
            </p:nvSpPr>
            <p:spPr bwMode="auto">
              <a:xfrm>
                <a:off x="2663" y="3482"/>
                <a:ext cx="23" cy="22"/>
              </a:xfrm>
              <a:custGeom>
                <a:avLst/>
                <a:gdLst>
                  <a:gd name="T0" fmla="*/ 11 w 21"/>
                  <a:gd name="T1" fmla="*/ 1 h 20"/>
                  <a:gd name="T2" fmla="*/ 19 w 21"/>
                  <a:gd name="T3" fmla="*/ 6 h 20"/>
                  <a:gd name="T4" fmla="*/ 20 w 21"/>
                  <a:gd name="T5" fmla="*/ 10 h 20"/>
                  <a:gd name="T6" fmla="*/ 14 w 21"/>
                  <a:gd name="T7" fmla="*/ 19 h 20"/>
                  <a:gd name="T8" fmla="*/ 10 w 21"/>
                  <a:gd name="T9" fmla="*/ 20 h 20"/>
                  <a:gd name="T10" fmla="*/ 2 w 21"/>
                  <a:gd name="T11" fmla="*/ 14 h 20"/>
                  <a:gd name="T12" fmla="*/ 1 w 21"/>
                  <a:gd name="T13" fmla="*/ 10 h 20"/>
                  <a:gd name="T14" fmla="*/ 7 w 21"/>
                  <a:gd name="T15" fmla="*/ 2 h 20"/>
                  <a:gd name="T16" fmla="*/ 11 w 2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1"/>
                    </a:moveTo>
                    <a:cubicBezTo>
                      <a:pt x="19" y="6"/>
                      <a:pt x="19" y="6"/>
                      <a:pt x="19" y="6"/>
                    </a:cubicBezTo>
                    <a:cubicBezTo>
                      <a:pt x="20" y="7"/>
                      <a:pt x="21" y="9"/>
                      <a:pt x="20" y="10"/>
                    </a:cubicBezTo>
                    <a:cubicBezTo>
                      <a:pt x="14" y="19"/>
                      <a:pt x="14" y="19"/>
                      <a:pt x="14" y="19"/>
                    </a:cubicBezTo>
                    <a:cubicBezTo>
                      <a:pt x="13" y="20"/>
                      <a:pt x="12" y="20"/>
                      <a:pt x="10" y="20"/>
                    </a:cubicBezTo>
                    <a:cubicBezTo>
                      <a:pt x="2" y="14"/>
                      <a:pt x="2" y="14"/>
                      <a:pt x="2" y="14"/>
                    </a:cubicBezTo>
                    <a:cubicBezTo>
                      <a:pt x="1" y="13"/>
                      <a:pt x="0" y="11"/>
                      <a:pt x="1" y="10"/>
                    </a:cubicBezTo>
                    <a:cubicBezTo>
                      <a:pt x="7" y="2"/>
                      <a:pt x="7" y="2"/>
                      <a:pt x="7" y="2"/>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3" name="Freeform 155"/>
              <p:cNvSpPr>
                <a:spLocks/>
              </p:cNvSpPr>
              <p:nvPr/>
            </p:nvSpPr>
            <p:spPr bwMode="auto">
              <a:xfrm>
                <a:off x="2682" y="3493"/>
                <a:ext cx="22" cy="24"/>
              </a:xfrm>
              <a:custGeom>
                <a:avLst/>
                <a:gdLst>
                  <a:gd name="T0" fmla="*/ 10 w 20"/>
                  <a:gd name="T1" fmla="*/ 1 h 21"/>
                  <a:gd name="T2" fmla="*/ 18 w 20"/>
                  <a:gd name="T3" fmla="*/ 7 h 21"/>
                  <a:gd name="T4" fmla="*/ 19 w 20"/>
                  <a:gd name="T5" fmla="*/ 10 h 21"/>
                  <a:gd name="T6" fmla="*/ 13 w 20"/>
                  <a:gd name="T7" fmla="*/ 19 h 21"/>
                  <a:gd name="T8" fmla="*/ 10 w 20"/>
                  <a:gd name="T9" fmla="*/ 20 h 21"/>
                  <a:gd name="T10" fmla="*/ 1 w 20"/>
                  <a:gd name="T11" fmla="*/ 15 h 21"/>
                  <a:gd name="T12" fmla="*/ 0 w 20"/>
                  <a:gd name="T13" fmla="*/ 11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8" y="7"/>
                      <a:pt x="18" y="7"/>
                      <a:pt x="18" y="7"/>
                    </a:cubicBezTo>
                    <a:cubicBezTo>
                      <a:pt x="20" y="7"/>
                      <a:pt x="20" y="9"/>
                      <a:pt x="19" y="10"/>
                    </a:cubicBezTo>
                    <a:cubicBezTo>
                      <a:pt x="13" y="19"/>
                      <a:pt x="13" y="19"/>
                      <a:pt x="13" y="19"/>
                    </a:cubicBezTo>
                    <a:cubicBezTo>
                      <a:pt x="13" y="20"/>
                      <a:pt x="11" y="21"/>
                      <a:pt x="10" y="20"/>
                    </a:cubicBezTo>
                    <a:cubicBezTo>
                      <a:pt x="1" y="15"/>
                      <a:pt x="1" y="15"/>
                      <a:pt x="1" y="15"/>
                    </a:cubicBezTo>
                    <a:cubicBezTo>
                      <a:pt x="0" y="14"/>
                      <a:pt x="0" y="12"/>
                      <a:pt x="0"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4" name="Freeform 156"/>
              <p:cNvSpPr>
                <a:spLocks/>
              </p:cNvSpPr>
              <p:nvPr/>
            </p:nvSpPr>
            <p:spPr bwMode="auto">
              <a:xfrm>
                <a:off x="2700" y="3506"/>
                <a:ext cx="22" cy="22"/>
              </a:xfrm>
              <a:custGeom>
                <a:avLst/>
                <a:gdLst>
                  <a:gd name="T0" fmla="*/ 10 w 20"/>
                  <a:gd name="T1" fmla="*/ 1 h 20"/>
                  <a:gd name="T2" fmla="*/ 18 w 20"/>
                  <a:gd name="T3" fmla="*/ 6 h 20"/>
                  <a:gd name="T4" fmla="*/ 19 w 20"/>
                  <a:gd name="T5" fmla="*/ 10 h 20"/>
                  <a:gd name="T6" fmla="*/ 14 w 20"/>
                  <a:gd name="T7" fmla="*/ 19 h 20"/>
                  <a:gd name="T8" fmla="*/ 10 w 20"/>
                  <a:gd name="T9" fmla="*/ 19 h 20"/>
                  <a:gd name="T10" fmla="*/ 1 w 20"/>
                  <a:gd name="T11" fmla="*/ 14 h 20"/>
                  <a:gd name="T12" fmla="*/ 1 w 20"/>
                  <a:gd name="T13" fmla="*/ 10 h 20"/>
                  <a:gd name="T14" fmla="*/ 6 w 20"/>
                  <a:gd name="T15" fmla="*/ 1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20" y="7"/>
                      <a:pt x="20" y="9"/>
                      <a:pt x="19" y="10"/>
                    </a:cubicBezTo>
                    <a:cubicBezTo>
                      <a:pt x="14" y="19"/>
                      <a:pt x="14" y="19"/>
                      <a:pt x="14" y="19"/>
                    </a:cubicBezTo>
                    <a:cubicBezTo>
                      <a:pt x="13" y="20"/>
                      <a:pt x="11" y="20"/>
                      <a:pt x="10" y="19"/>
                    </a:cubicBezTo>
                    <a:cubicBezTo>
                      <a:pt x="1" y="14"/>
                      <a:pt x="1" y="14"/>
                      <a:pt x="1" y="14"/>
                    </a:cubicBezTo>
                    <a:cubicBezTo>
                      <a:pt x="0" y="13"/>
                      <a:pt x="0" y="11"/>
                      <a:pt x="1" y="10"/>
                    </a:cubicBezTo>
                    <a:cubicBezTo>
                      <a:pt x="6" y="1"/>
                      <a:pt x="6" y="1"/>
                      <a:pt x="6" y="1"/>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5" name="Freeform 157"/>
              <p:cNvSpPr>
                <a:spLocks/>
              </p:cNvSpPr>
              <p:nvPr/>
            </p:nvSpPr>
            <p:spPr bwMode="auto">
              <a:xfrm>
                <a:off x="2717" y="3517"/>
                <a:ext cx="23" cy="23"/>
              </a:xfrm>
              <a:custGeom>
                <a:avLst/>
                <a:gdLst>
                  <a:gd name="T0" fmla="*/ 10 w 20"/>
                  <a:gd name="T1" fmla="*/ 1 h 21"/>
                  <a:gd name="T2" fmla="*/ 19 w 20"/>
                  <a:gd name="T3" fmla="*/ 7 h 21"/>
                  <a:gd name="T4" fmla="*/ 20 w 20"/>
                  <a:gd name="T5" fmla="*/ 10 h 21"/>
                  <a:gd name="T6" fmla="*/ 14 w 20"/>
                  <a:gd name="T7" fmla="*/ 19 h 21"/>
                  <a:gd name="T8" fmla="*/ 10 w 20"/>
                  <a:gd name="T9" fmla="*/ 20 h 21"/>
                  <a:gd name="T10" fmla="*/ 2 w 20"/>
                  <a:gd name="T11" fmla="*/ 15 h 21"/>
                  <a:gd name="T12" fmla="*/ 1 w 20"/>
                  <a:gd name="T13" fmla="*/ 11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9" y="7"/>
                      <a:pt x="19" y="7"/>
                      <a:pt x="19" y="7"/>
                    </a:cubicBezTo>
                    <a:cubicBezTo>
                      <a:pt x="20" y="7"/>
                      <a:pt x="20" y="9"/>
                      <a:pt x="20" y="10"/>
                    </a:cubicBezTo>
                    <a:cubicBezTo>
                      <a:pt x="14" y="19"/>
                      <a:pt x="14" y="19"/>
                      <a:pt x="14" y="19"/>
                    </a:cubicBezTo>
                    <a:cubicBezTo>
                      <a:pt x="13" y="20"/>
                      <a:pt x="11" y="21"/>
                      <a:pt x="10" y="20"/>
                    </a:cubicBezTo>
                    <a:cubicBezTo>
                      <a:pt x="2" y="15"/>
                      <a:pt x="2" y="15"/>
                      <a:pt x="2" y="15"/>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6" name="Freeform 158"/>
              <p:cNvSpPr>
                <a:spLocks/>
              </p:cNvSpPr>
              <p:nvPr/>
            </p:nvSpPr>
            <p:spPr bwMode="auto">
              <a:xfrm>
                <a:off x="2735" y="3529"/>
                <a:ext cx="24" cy="22"/>
              </a:xfrm>
              <a:custGeom>
                <a:avLst/>
                <a:gdLst>
                  <a:gd name="T0" fmla="*/ 10 w 21"/>
                  <a:gd name="T1" fmla="*/ 1 h 20"/>
                  <a:gd name="T2" fmla="*/ 19 w 21"/>
                  <a:gd name="T3" fmla="*/ 6 h 20"/>
                  <a:gd name="T4" fmla="*/ 20 w 21"/>
                  <a:gd name="T5" fmla="*/ 10 h 20"/>
                  <a:gd name="T6" fmla="*/ 14 w 21"/>
                  <a:gd name="T7" fmla="*/ 19 h 20"/>
                  <a:gd name="T8" fmla="*/ 10 w 21"/>
                  <a:gd name="T9" fmla="*/ 19 h 20"/>
                  <a:gd name="T10" fmla="*/ 2 w 21"/>
                  <a:gd name="T11" fmla="*/ 14 h 20"/>
                  <a:gd name="T12" fmla="*/ 1 w 21"/>
                  <a:gd name="T13" fmla="*/ 10 h 20"/>
                  <a:gd name="T14" fmla="*/ 7 w 21"/>
                  <a:gd name="T15" fmla="*/ 1 h 20"/>
                  <a:gd name="T16" fmla="*/ 10 w 2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0" y="1"/>
                    </a:moveTo>
                    <a:cubicBezTo>
                      <a:pt x="19" y="6"/>
                      <a:pt x="19" y="6"/>
                      <a:pt x="19" y="6"/>
                    </a:cubicBezTo>
                    <a:cubicBezTo>
                      <a:pt x="20" y="7"/>
                      <a:pt x="21" y="9"/>
                      <a:pt x="20" y="10"/>
                    </a:cubicBezTo>
                    <a:cubicBezTo>
                      <a:pt x="14" y="19"/>
                      <a:pt x="14" y="19"/>
                      <a:pt x="14" y="19"/>
                    </a:cubicBezTo>
                    <a:cubicBezTo>
                      <a:pt x="13" y="20"/>
                      <a:pt x="12" y="20"/>
                      <a:pt x="10" y="19"/>
                    </a:cubicBezTo>
                    <a:cubicBezTo>
                      <a:pt x="2" y="14"/>
                      <a:pt x="2" y="14"/>
                      <a:pt x="2" y="14"/>
                    </a:cubicBezTo>
                    <a:cubicBezTo>
                      <a:pt x="1" y="13"/>
                      <a:pt x="0" y="11"/>
                      <a:pt x="1" y="10"/>
                    </a:cubicBezTo>
                    <a:cubicBezTo>
                      <a:pt x="7" y="1"/>
                      <a:pt x="7" y="1"/>
                      <a:pt x="7" y="1"/>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7" name="Freeform 159"/>
              <p:cNvSpPr>
                <a:spLocks/>
              </p:cNvSpPr>
              <p:nvPr/>
            </p:nvSpPr>
            <p:spPr bwMode="auto">
              <a:xfrm>
                <a:off x="2753" y="3540"/>
                <a:ext cx="24" cy="24"/>
              </a:xfrm>
              <a:custGeom>
                <a:avLst/>
                <a:gdLst>
                  <a:gd name="T0" fmla="*/ 11 w 21"/>
                  <a:gd name="T1" fmla="*/ 1 h 21"/>
                  <a:gd name="T2" fmla="*/ 19 w 21"/>
                  <a:gd name="T3" fmla="*/ 7 h 21"/>
                  <a:gd name="T4" fmla="*/ 20 w 21"/>
                  <a:gd name="T5" fmla="*/ 10 h 21"/>
                  <a:gd name="T6" fmla="*/ 14 w 21"/>
                  <a:gd name="T7" fmla="*/ 19 h 21"/>
                  <a:gd name="T8" fmla="*/ 10 w 21"/>
                  <a:gd name="T9" fmla="*/ 20 h 21"/>
                  <a:gd name="T10" fmla="*/ 2 w 21"/>
                  <a:gd name="T11" fmla="*/ 14 h 21"/>
                  <a:gd name="T12" fmla="*/ 1 w 21"/>
                  <a:gd name="T13" fmla="*/ 11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7"/>
                      <a:pt x="19" y="7"/>
                      <a:pt x="19" y="7"/>
                    </a:cubicBezTo>
                    <a:cubicBezTo>
                      <a:pt x="20" y="7"/>
                      <a:pt x="21" y="9"/>
                      <a:pt x="20" y="10"/>
                    </a:cubicBezTo>
                    <a:cubicBezTo>
                      <a:pt x="14" y="19"/>
                      <a:pt x="14" y="19"/>
                      <a:pt x="14" y="19"/>
                    </a:cubicBezTo>
                    <a:cubicBezTo>
                      <a:pt x="13" y="20"/>
                      <a:pt x="12" y="21"/>
                      <a:pt x="10" y="20"/>
                    </a:cubicBezTo>
                    <a:cubicBezTo>
                      <a:pt x="2" y="14"/>
                      <a:pt x="2" y="14"/>
                      <a:pt x="2" y="14"/>
                    </a:cubicBezTo>
                    <a:cubicBezTo>
                      <a:pt x="1" y="14"/>
                      <a:pt x="0" y="12"/>
                      <a:pt x="1" y="11"/>
                    </a:cubicBezTo>
                    <a:cubicBezTo>
                      <a:pt x="7" y="2"/>
                      <a:pt x="7" y="2"/>
                      <a:pt x="7" y="2"/>
                    </a:cubicBezTo>
                    <a:cubicBezTo>
                      <a:pt x="8" y="1"/>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8" name="Freeform 160"/>
              <p:cNvSpPr>
                <a:spLocks/>
              </p:cNvSpPr>
              <p:nvPr/>
            </p:nvSpPr>
            <p:spPr bwMode="auto">
              <a:xfrm>
                <a:off x="2548" y="3433"/>
                <a:ext cx="23" cy="22"/>
              </a:xfrm>
              <a:custGeom>
                <a:avLst/>
                <a:gdLst>
                  <a:gd name="T0" fmla="*/ 11 w 21"/>
                  <a:gd name="T1" fmla="*/ 0 h 20"/>
                  <a:gd name="T2" fmla="*/ 19 w 21"/>
                  <a:gd name="T3" fmla="*/ 6 h 20"/>
                  <a:gd name="T4" fmla="*/ 20 w 21"/>
                  <a:gd name="T5" fmla="*/ 10 h 20"/>
                  <a:gd name="T6" fmla="*/ 14 w 21"/>
                  <a:gd name="T7" fmla="*/ 18 h 20"/>
                  <a:gd name="T8" fmla="*/ 11 w 21"/>
                  <a:gd name="T9" fmla="*/ 19 h 20"/>
                  <a:gd name="T10" fmla="*/ 2 w 21"/>
                  <a:gd name="T11" fmla="*/ 14 h 20"/>
                  <a:gd name="T12" fmla="*/ 1 w 21"/>
                  <a:gd name="T13" fmla="*/ 10 h 20"/>
                  <a:gd name="T14" fmla="*/ 7 w 21"/>
                  <a:gd name="T15" fmla="*/ 1 h 20"/>
                  <a:gd name="T16" fmla="*/ 11 w 21"/>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0"/>
                    </a:moveTo>
                    <a:cubicBezTo>
                      <a:pt x="19" y="6"/>
                      <a:pt x="19" y="6"/>
                      <a:pt x="19" y="6"/>
                    </a:cubicBezTo>
                    <a:cubicBezTo>
                      <a:pt x="20" y="7"/>
                      <a:pt x="21" y="8"/>
                      <a:pt x="20" y="10"/>
                    </a:cubicBezTo>
                    <a:cubicBezTo>
                      <a:pt x="14" y="18"/>
                      <a:pt x="14" y="18"/>
                      <a:pt x="14" y="18"/>
                    </a:cubicBezTo>
                    <a:cubicBezTo>
                      <a:pt x="14" y="20"/>
                      <a:pt x="12" y="20"/>
                      <a:pt x="11" y="19"/>
                    </a:cubicBezTo>
                    <a:cubicBezTo>
                      <a:pt x="2" y="14"/>
                      <a:pt x="2" y="14"/>
                      <a:pt x="2" y="14"/>
                    </a:cubicBezTo>
                    <a:cubicBezTo>
                      <a:pt x="1" y="13"/>
                      <a:pt x="0" y="11"/>
                      <a:pt x="1" y="10"/>
                    </a:cubicBezTo>
                    <a:cubicBezTo>
                      <a:pt x="7" y="1"/>
                      <a:pt x="7" y="1"/>
                      <a:pt x="7" y="1"/>
                    </a:cubicBezTo>
                    <a:cubicBezTo>
                      <a:pt x="8" y="0"/>
                      <a:pt x="9"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9" name="Freeform 161"/>
              <p:cNvSpPr>
                <a:spLocks/>
              </p:cNvSpPr>
              <p:nvPr/>
            </p:nvSpPr>
            <p:spPr bwMode="auto">
              <a:xfrm>
                <a:off x="2567" y="3444"/>
                <a:ext cx="22" cy="24"/>
              </a:xfrm>
              <a:custGeom>
                <a:avLst/>
                <a:gdLst>
                  <a:gd name="T0" fmla="*/ 10 w 20"/>
                  <a:gd name="T1" fmla="*/ 1 h 21"/>
                  <a:gd name="T2" fmla="*/ 18 w 20"/>
                  <a:gd name="T3" fmla="*/ 6 h 21"/>
                  <a:gd name="T4" fmla="*/ 19 w 20"/>
                  <a:gd name="T5" fmla="*/ 10 h 21"/>
                  <a:gd name="T6" fmla="*/ 14 w 20"/>
                  <a:gd name="T7" fmla="*/ 19 h 21"/>
                  <a:gd name="T8" fmla="*/ 10 w 20"/>
                  <a:gd name="T9" fmla="*/ 20 h 21"/>
                  <a:gd name="T10" fmla="*/ 1 w 20"/>
                  <a:gd name="T11" fmla="*/ 14 h 21"/>
                  <a:gd name="T12" fmla="*/ 0 w 20"/>
                  <a:gd name="T13" fmla="*/ 10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8" y="6"/>
                      <a:pt x="18" y="6"/>
                      <a:pt x="18" y="6"/>
                    </a:cubicBezTo>
                    <a:cubicBezTo>
                      <a:pt x="20" y="7"/>
                      <a:pt x="20" y="9"/>
                      <a:pt x="19" y="10"/>
                    </a:cubicBezTo>
                    <a:cubicBezTo>
                      <a:pt x="14" y="19"/>
                      <a:pt x="14" y="19"/>
                      <a:pt x="14" y="19"/>
                    </a:cubicBezTo>
                    <a:cubicBezTo>
                      <a:pt x="13" y="20"/>
                      <a:pt x="11" y="21"/>
                      <a:pt x="10" y="20"/>
                    </a:cubicBezTo>
                    <a:cubicBezTo>
                      <a:pt x="1" y="14"/>
                      <a:pt x="1" y="14"/>
                      <a:pt x="1" y="14"/>
                    </a:cubicBezTo>
                    <a:cubicBezTo>
                      <a:pt x="0" y="13"/>
                      <a:pt x="0" y="12"/>
                      <a:pt x="0"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0" name="Freeform 162"/>
              <p:cNvSpPr>
                <a:spLocks/>
              </p:cNvSpPr>
              <p:nvPr/>
            </p:nvSpPr>
            <p:spPr bwMode="auto">
              <a:xfrm>
                <a:off x="2585" y="3455"/>
                <a:ext cx="22" cy="24"/>
              </a:xfrm>
              <a:custGeom>
                <a:avLst/>
                <a:gdLst>
                  <a:gd name="T0" fmla="*/ 10 w 20"/>
                  <a:gd name="T1" fmla="*/ 1 h 21"/>
                  <a:gd name="T2" fmla="*/ 19 w 20"/>
                  <a:gd name="T3" fmla="*/ 7 h 21"/>
                  <a:gd name="T4" fmla="*/ 19 w 20"/>
                  <a:gd name="T5" fmla="*/ 11 h 21"/>
                  <a:gd name="T6" fmla="*/ 14 w 20"/>
                  <a:gd name="T7" fmla="*/ 19 h 21"/>
                  <a:gd name="T8" fmla="*/ 10 w 20"/>
                  <a:gd name="T9" fmla="*/ 20 h 21"/>
                  <a:gd name="T10" fmla="*/ 2 w 20"/>
                  <a:gd name="T11" fmla="*/ 15 h 21"/>
                  <a:gd name="T12" fmla="*/ 1 w 20"/>
                  <a:gd name="T13" fmla="*/ 11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9" y="7"/>
                      <a:pt x="19" y="7"/>
                      <a:pt x="19" y="7"/>
                    </a:cubicBezTo>
                    <a:cubicBezTo>
                      <a:pt x="20" y="8"/>
                      <a:pt x="20" y="9"/>
                      <a:pt x="19" y="11"/>
                    </a:cubicBezTo>
                    <a:cubicBezTo>
                      <a:pt x="14" y="19"/>
                      <a:pt x="14" y="19"/>
                      <a:pt x="14" y="19"/>
                    </a:cubicBezTo>
                    <a:cubicBezTo>
                      <a:pt x="13" y="21"/>
                      <a:pt x="11" y="21"/>
                      <a:pt x="10" y="20"/>
                    </a:cubicBezTo>
                    <a:cubicBezTo>
                      <a:pt x="2" y="15"/>
                      <a:pt x="2" y="15"/>
                      <a:pt x="2" y="15"/>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1" name="Freeform 163"/>
              <p:cNvSpPr>
                <a:spLocks/>
              </p:cNvSpPr>
              <p:nvPr/>
            </p:nvSpPr>
            <p:spPr bwMode="auto">
              <a:xfrm>
                <a:off x="2602" y="3468"/>
                <a:ext cx="23" cy="22"/>
              </a:xfrm>
              <a:custGeom>
                <a:avLst/>
                <a:gdLst>
                  <a:gd name="T0" fmla="*/ 10 w 20"/>
                  <a:gd name="T1" fmla="*/ 1 h 20"/>
                  <a:gd name="T2" fmla="*/ 19 w 20"/>
                  <a:gd name="T3" fmla="*/ 6 h 20"/>
                  <a:gd name="T4" fmla="*/ 20 w 20"/>
                  <a:gd name="T5" fmla="*/ 10 h 20"/>
                  <a:gd name="T6" fmla="*/ 14 w 20"/>
                  <a:gd name="T7" fmla="*/ 19 h 20"/>
                  <a:gd name="T8" fmla="*/ 10 w 20"/>
                  <a:gd name="T9" fmla="*/ 20 h 20"/>
                  <a:gd name="T10" fmla="*/ 2 w 20"/>
                  <a:gd name="T11" fmla="*/ 14 h 20"/>
                  <a:gd name="T12" fmla="*/ 1 w 20"/>
                  <a:gd name="T13" fmla="*/ 10 h 20"/>
                  <a:gd name="T14" fmla="*/ 7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9" y="6"/>
                      <a:pt x="19" y="6"/>
                      <a:pt x="19" y="6"/>
                    </a:cubicBezTo>
                    <a:cubicBezTo>
                      <a:pt x="20" y="7"/>
                      <a:pt x="20" y="9"/>
                      <a:pt x="20" y="10"/>
                    </a:cubicBezTo>
                    <a:cubicBezTo>
                      <a:pt x="14" y="19"/>
                      <a:pt x="14" y="19"/>
                      <a:pt x="14" y="19"/>
                    </a:cubicBezTo>
                    <a:cubicBezTo>
                      <a:pt x="13" y="20"/>
                      <a:pt x="11" y="20"/>
                      <a:pt x="10" y="20"/>
                    </a:cubicBezTo>
                    <a:cubicBezTo>
                      <a:pt x="2" y="14"/>
                      <a:pt x="2" y="14"/>
                      <a:pt x="2" y="14"/>
                    </a:cubicBezTo>
                    <a:cubicBezTo>
                      <a:pt x="0" y="13"/>
                      <a:pt x="0" y="12"/>
                      <a:pt x="1" y="10"/>
                    </a:cubicBezTo>
                    <a:cubicBezTo>
                      <a:pt x="7" y="2"/>
                      <a:pt x="7" y="2"/>
                      <a:pt x="7"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2" name="Freeform 164"/>
              <p:cNvSpPr>
                <a:spLocks/>
              </p:cNvSpPr>
              <p:nvPr/>
            </p:nvSpPr>
            <p:spPr bwMode="auto">
              <a:xfrm>
                <a:off x="2620" y="3479"/>
                <a:ext cx="24" cy="23"/>
              </a:xfrm>
              <a:custGeom>
                <a:avLst/>
                <a:gdLst>
                  <a:gd name="T0" fmla="*/ 11 w 21"/>
                  <a:gd name="T1" fmla="*/ 1 h 21"/>
                  <a:gd name="T2" fmla="*/ 19 w 21"/>
                  <a:gd name="T3" fmla="*/ 7 h 21"/>
                  <a:gd name="T4" fmla="*/ 20 w 21"/>
                  <a:gd name="T5" fmla="*/ 11 h 21"/>
                  <a:gd name="T6" fmla="*/ 14 w 21"/>
                  <a:gd name="T7" fmla="*/ 19 h 21"/>
                  <a:gd name="T8" fmla="*/ 10 w 21"/>
                  <a:gd name="T9" fmla="*/ 20 h 21"/>
                  <a:gd name="T10" fmla="*/ 2 w 21"/>
                  <a:gd name="T11" fmla="*/ 15 h 21"/>
                  <a:gd name="T12" fmla="*/ 1 w 21"/>
                  <a:gd name="T13" fmla="*/ 11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7"/>
                      <a:pt x="19" y="7"/>
                      <a:pt x="19" y="7"/>
                    </a:cubicBezTo>
                    <a:cubicBezTo>
                      <a:pt x="20" y="8"/>
                      <a:pt x="21" y="9"/>
                      <a:pt x="20" y="11"/>
                    </a:cubicBezTo>
                    <a:cubicBezTo>
                      <a:pt x="14" y="19"/>
                      <a:pt x="14" y="19"/>
                      <a:pt x="14" y="19"/>
                    </a:cubicBezTo>
                    <a:cubicBezTo>
                      <a:pt x="13" y="21"/>
                      <a:pt x="12" y="21"/>
                      <a:pt x="10" y="20"/>
                    </a:cubicBezTo>
                    <a:cubicBezTo>
                      <a:pt x="2" y="15"/>
                      <a:pt x="2" y="15"/>
                      <a:pt x="2" y="15"/>
                    </a:cubicBezTo>
                    <a:cubicBezTo>
                      <a:pt x="1" y="14"/>
                      <a:pt x="0" y="12"/>
                      <a:pt x="1" y="11"/>
                    </a:cubicBezTo>
                    <a:cubicBezTo>
                      <a:pt x="7" y="2"/>
                      <a:pt x="7" y="2"/>
                      <a:pt x="7" y="2"/>
                    </a:cubicBezTo>
                    <a:cubicBezTo>
                      <a:pt x="8" y="1"/>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3" name="Freeform 165"/>
              <p:cNvSpPr>
                <a:spLocks/>
              </p:cNvSpPr>
              <p:nvPr/>
            </p:nvSpPr>
            <p:spPr bwMode="auto">
              <a:xfrm>
                <a:off x="2638" y="3491"/>
                <a:ext cx="24" cy="22"/>
              </a:xfrm>
              <a:custGeom>
                <a:avLst/>
                <a:gdLst>
                  <a:gd name="T0" fmla="*/ 11 w 21"/>
                  <a:gd name="T1" fmla="*/ 1 h 20"/>
                  <a:gd name="T2" fmla="*/ 19 w 21"/>
                  <a:gd name="T3" fmla="*/ 6 h 20"/>
                  <a:gd name="T4" fmla="*/ 20 w 21"/>
                  <a:gd name="T5" fmla="*/ 10 h 20"/>
                  <a:gd name="T6" fmla="*/ 14 w 21"/>
                  <a:gd name="T7" fmla="*/ 19 h 20"/>
                  <a:gd name="T8" fmla="*/ 11 w 21"/>
                  <a:gd name="T9" fmla="*/ 20 h 20"/>
                  <a:gd name="T10" fmla="*/ 2 w 21"/>
                  <a:gd name="T11" fmla="*/ 14 h 20"/>
                  <a:gd name="T12" fmla="*/ 1 w 21"/>
                  <a:gd name="T13" fmla="*/ 10 h 20"/>
                  <a:gd name="T14" fmla="*/ 7 w 21"/>
                  <a:gd name="T15" fmla="*/ 2 h 20"/>
                  <a:gd name="T16" fmla="*/ 11 w 2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1"/>
                    </a:moveTo>
                    <a:cubicBezTo>
                      <a:pt x="19" y="6"/>
                      <a:pt x="19" y="6"/>
                      <a:pt x="19" y="6"/>
                    </a:cubicBezTo>
                    <a:cubicBezTo>
                      <a:pt x="21" y="7"/>
                      <a:pt x="21" y="9"/>
                      <a:pt x="20" y="10"/>
                    </a:cubicBezTo>
                    <a:cubicBezTo>
                      <a:pt x="14" y="19"/>
                      <a:pt x="14" y="19"/>
                      <a:pt x="14" y="19"/>
                    </a:cubicBezTo>
                    <a:cubicBezTo>
                      <a:pt x="14" y="20"/>
                      <a:pt x="12" y="20"/>
                      <a:pt x="11" y="20"/>
                    </a:cubicBezTo>
                    <a:cubicBezTo>
                      <a:pt x="2" y="14"/>
                      <a:pt x="2" y="14"/>
                      <a:pt x="2" y="14"/>
                    </a:cubicBezTo>
                    <a:cubicBezTo>
                      <a:pt x="1" y="13"/>
                      <a:pt x="0" y="12"/>
                      <a:pt x="1" y="10"/>
                    </a:cubicBezTo>
                    <a:cubicBezTo>
                      <a:pt x="7" y="2"/>
                      <a:pt x="7" y="2"/>
                      <a:pt x="7" y="2"/>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4" name="Freeform 166"/>
              <p:cNvSpPr>
                <a:spLocks/>
              </p:cNvSpPr>
              <p:nvPr/>
            </p:nvSpPr>
            <p:spPr bwMode="auto">
              <a:xfrm>
                <a:off x="2657" y="3502"/>
                <a:ext cx="23" cy="24"/>
              </a:xfrm>
              <a:custGeom>
                <a:avLst/>
                <a:gdLst>
                  <a:gd name="T0" fmla="*/ 10 w 20"/>
                  <a:gd name="T1" fmla="*/ 1 h 21"/>
                  <a:gd name="T2" fmla="*/ 18 w 20"/>
                  <a:gd name="T3" fmla="*/ 7 h 21"/>
                  <a:gd name="T4" fmla="*/ 19 w 20"/>
                  <a:gd name="T5" fmla="*/ 11 h 21"/>
                  <a:gd name="T6" fmla="*/ 14 w 20"/>
                  <a:gd name="T7" fmla="*/ 19 h 21"/>
                  <a:gd name="T8" fmla="*/ 10 w 20"/>
                  <a:gd name="T9" fmla="*/ 20 h 21"/>
                  <a:gd name="T10" fmla="*/ 1 w 20"/>
                  <a:gd name="T11" fmla="*/ 15 h 21"/>
                  <a:gd name="T12" fmla="*/ 1 w 20"/>
                  <a:gd name="T13" fmla="*/ 11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8" y="7"/>
                      <a:pt x="18" y="7"/>
                      <a:pt x="18" y="7"/>
                    </a:cubicBezTo>
                    <a:cubicBezTo>
                      <a:pt x="20" y="8"/>
                      <a:pt x="20" y="9"/>
                      <a:pt x="19" y="11"/>
                    </a:cubicBezTo>
                    <a:cubicBezTo>
                      <a:pt x="14" y="19"/>
                      <a:pt x="14" y="19"/>
                      <a:pt x="14" y="19"/>
                    </a:cubicBezTo>
                    <a:cubicBezTo>
                      <a:pt x="13" y="21"/>
                      <a:pt x="11" y="21"/>
                      <a:pt x="10" y="20"/>
                    </a:cubicBezTo>
                    <a:cubicBezTo>
                      <a:pt x="1" y="15"/>
                      <a:pt x="1" y="15"/>
                      <a:pt x="1" y="15"/>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5" name="Freeform 167"/>
              <p:cNvSpPr>
                <a:spLocks/>
              </p:cNvSpPr>
              <p:nvPr/>
            </p:nvSpPr>
            <p:spPr bwMode="auto">
              <a:xfrm>
                <a:off x="2675" y="3514"/>
                <a:ext cx="22" cy="23"/>
              </a:xfrm>
              <a:custGeom>
                <a:avLst/>
                <a:gdLst>
                  <a:gd name="T0" fmla="*/ 10 w 20"/>
                  <a:gd name="T1" fmla="*/ 1 h 20"/>
                  <a:gd name="T2" fmla="*/ 19 w 20"/>
                  <a:gd name="T3" fmla="*/ 6 h 20"/>
                  <a:gd name="T4" fmla="*/ 19 w 20"/>
                  <a:gd name="T5" fmla="*/ 10 h 20"/>
                  <a:gd name="T6" fmla="*/ 14 w 20"/>
                  <a:gd name="T7" fmla="*/ 19 h 20"/>
                  <a:gd name="T8" fmla="*/ 10 w 20"/>
                  <a:gd name="T9" fmla="*/ 20 h 20"/>
                  <a:gd name="T10" fmla="*/ 2 w 20"/>
                  <a:gd name="T11" fmla="*/ 14 h 20"/>
                  <a:gd name="T12" fmla="*/ 1 w 20"/>
                  <a:gd name="T13" fmla="*/ 10 h 20"/>
                  <a:gd name="T14" fmla="*/ 6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9" y="6"/>
                      <a:pt x="19" y="6"/>
                      <a:pt x="19" y="6"/>
                    </a:cubicBezTo>
                    <a:cubicBezTo>
                      <a:pt x="20" y="7"/>
                      <a:pt x="20" y="9"/>
                      <a:pt x="19" y="10"/>
                    </a:cubicBezTo>
                    <a:cubicBezTo>
                      <a:pt x="14" y="19"/>
                      <a:pt x="14" y="19"/>
                      <a:pt x="14" y="19"/>
                    </a:cubicBezTo>
                    <a:cubicBezTo>
                      <a:pt x="13" y="20"/>
                      <a:pt x="11" y="20"/>
                      <a:pt x="10" y="20"/>
                    </a:cubicBezTo>
                    <a:cubicBezTo>
                      <a:pt x="2" y="14"/>
                      <a:pt x="2" y="14"/>
                      <a:pt x="2" y="14"/>
                    </a:cubicBezTo>
                    <a:cubicBezTo>
                      <a:pt x="0" y="13"/>
                      <a:pt x="0" y="12"/>
                      <a:pt x="1"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6" name="Freeform 168"/>
              <p:cNvSpPr>
                <a:spLocks/>
              </p:cNvSpPr>
              <p:nvPr/>
            </p:nvSpPr>
            <p:spPr bwMode="auto">
              <a:xfrm>
                <a:off x="2693" y="3526"/>
                <a:ext cx="22" cy="23"/>
              </a:xfrm>
              <a:custGeom>
                <a:avLst/>
                <a:gdLst>
                  <a:gd name="T0" fmla="*/ 10 w 20"/>
                  <a:gd name="T1" fmla="*/ 1 h 21"/>
                  <a:gd name="T2" fmla="*/ 19 w 20"/>
                  <a:gd name="T3" fmla="*/ 7 h 21"/>
                  <a:gd name="T4" fmla="*/ 20 w 20"/>
                  <a:gd name="T5" fmla="*/ 11 h 21"/>
                  <a:gd name="T6" fmla="*/ 14 w 20"/>
                  <a:gd name="T7" fmla="*/ 19 h 21"/>
                  <a:gd name="T8" fmla="*/ 10 w 20"/>
                  <a:gd name="T9" fmla="*/ 20 h 21"/>
                  <a:gd name="T10" fmla="*/ 2 w 20"/>
                  <a:gd name="T11" fmla="*/ 15 h 21"/>
                  <a:gd name="T12" fmla="*/ 1 w 20"/>
                  <a:gd name="T13" fmla="*/ 11 h 21"/>
                  <a:gd name="T14" fmla="*/ 7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9" y="7"/>
                      <a:pt x="19" y="7"/>
                      <a:pt x="19" y="7"/>
                    </a:cubicBezTo>
                    <a:cubicBezTo>
                      <a:pt x="20" y="8"/>
                      <a:pt x="20" y="9"/>
                      <a:pt x="20" y="11"/>
                    </a:cubicBezTo>
                    <a:cubicBezTo>
                      <a:pt x="14" y="19"/>
                      <a:pt x="14" y="19"/>
                      <a:pt x="14" y="19"/>
                    </a:cubicBezTo>
                    <a:cubicBezTo>
                      <a:pt x="13" y="21"/>
                      <a:pt x="11" y="21"/>
                      <a:pt x="10" y="20"/>
                    </a:cubicBezTo>
                    <a:cubicBezTo>
                      <a:pt x="2" y="15"/>
                      <a:pt x="2" y="15"/>
                      <a:pt x="2" y="15"/>
                    </a:cubicBezTo>
                    <a:cubicBezTo>
                      <a:pt x="0" y="14"/>
                      <a:pt x="0" y="12"/>
                      <a:pt x="1" y="11"/>
                    </a:cubicBezTo>
                    <a:cubicBezTo>
                      <a:pt x="7" y="2"/>
                      <a:pt x="7" y="2"/>
                      <a:pt x="7"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7" name="Freeform 169"/>
              <p:cNvSpPr>
                <a:spLocks/>
              </p:cNvSpPr>
              <p:nvPr/>
            </p:nvSpPr>
            <p:spPr bwMode="auto">
              <a:xfrm>
                <a:off x="2711" y="3538"/>
                <a:ext cx="23" cy="22"/>
              </a:xfrm>
              <a:custGeom>
                <a:avLst/>
                <a:gdLst>
                  <a:gd name="T0" fmla="*/ 11 w 21"/>
                  <a:gd name="T1" fmla="*/ 1 h 20"/>
                  <a:gd name="T2" fmla="*/ 19 w 21"/>
                  <a:gd name="T3" fmla="*/ 6 h 20"/>
                  <a:gd name="T4" fmla="*/ 20 w 21"/>
                  <a:gd name="T5" fmla="*/ 10 h 20"/>
                  <a:gd name="T6" fmla="*/ 14 w 21"/>
                  <a:gd name="T7" fmla="*/ 19 h 20"/>
                  <a:gd name="T8" fmla="*/ 10 w 21"/>
                  <a:gd name="T9" fmla="*/ 20 h 20"/>
                  <a:gd name="T10" fmla="*/ 2 w 21"/>
                  <a:gd name="T11" fmla="*/ 14 h 20"/>
                  <a:gd name="T12" fmla="*/ 1 w 21"/>
                  <a:gd name="T13" fmla="*/ 10 h 20"/>
                  <a:gd name="T14" fmla="*/ 7 w 21"/>
                  <a:gd name="T15" fmla="*/ 2 h 20"/>
                  <a:gd name="T16" fmla="*/ 11 w 2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1"/>
                    </a:moveTo>
                    <a:cubicBezTo>
                      <a:pt x="19" y="6"/>
                      <a:pt x="19" y="6"/>
                      <a:pt x="19" y="6"/>
                    </a:cubicBezTo>
                    <a:cubicBezTo>
                      <a:pt x="20" y="7"/>
                      <a:pt x="21" y="9"/>
                      <a:pt x="20" y="10"/>
                    </a:cubicBezTo>
                    <a:cubicBezTo>
                      <a:pt x="14" y="19"/>
                      <a:pt x="14" y="19"/>
                      <a:pt x="14" y="19"/>
                    </a:cubicBezTo>
                    <a:cubicBezTo>
                      <a:pt x="13" y="20"/>
                      <a:pt x="12" y="20"/>
                      <a:pt x="10" y="20"/>
                    </a:cubicBezTo>
                    <a:cubicBezTo>
                      <a:pt x="2" y="14"/>
                      <a:pt x="2" y="14"/>
                      <a:pt x="2" y="14"/>
                    </a:cubicBezTo>
                    <a:cubicBezTo>
                      <a:pt x="1" y="13"/>
                      <a:pt x="0" y="12"/>
                      <a:pt x="1" y="10"/>
                    </a:cubicBezTo>
                    <a:cubicBezTo>
                      <a:pt x="7" y="2"/>
                      <a:pt x="7" y="2"/>
                      <a:pt x="7" y="2"/>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8" name="Freeform 170"/>
              <p:cNvSpPr>
                <a:spLocks/>
              </p:cNvSpPr>
              <p:nvPr/>
            </p:nvSpPr>
            <p:spPr bwMode="auto">
              <a:xfrm>
                <a:off x="2729" y="3549"/>
                <a:ext cx="23" cy="24"/>
              </a:xfrm>
              <a:custGeom>
                <a:avLst/>
                <a:gdLst>
                  <a:gd name="T0" fmla="*/ 11 w 21"/>
                  <a:gd name="T1" fmla="*/ 1 h 21"/>
                  <a:gd name="T2" fmla="*/ 19 w 21"/>
                  <a:gd name="T3" fmla="*/ 7 h 21"/>
                  <a:gd name="T4" fmla="*/ 20 w 21"/>
                  <a:gd name="T5" fmla="*/ 11 h 21"/>
                  <a:gd name="T6" fmla="*/ 14 w 21"/>
                  <a:gd name="T7" fmla="*/ 19 h 21"/>
                  <a:gd name="T8" fmla="*/ 11 w 21"/>
                  <a:gd name="T9" fmla="*/ 20 h 21"/>
                  <a:gd name="T10" fmla="*/ 2 w 21"/>
                  <a:gd name="T11" fmla="*/ 15 h 21"/>
                  <a:gd name="T12" fmla="*/ 1 w 21"/>
                  <a:gd name="T13" fmla="*/ 11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7"/>
                      <a:pt x="19" y="7"/>
                      <a:pt x="19" y="7"/>
                    </a:cubicBezTo>
                    <a:cubicBezTo>
                      <a:pt x="21" y="8"/>
                      <a:pt x="21" y="9"/>
                      <a:pt x="20" y="11"/>
                    </a:cubicBezTo>
                    <a:cubicBezTo>
                      <a:pt x="14" y="19"/>
                      <a:pt x="14" y="19"/>
                      <a:pt x="14" y="19"/>
                    </a:cubicBezTo>
                    <a:cubicBezTo>
                      <a:pt x="14" y="21"/>
                      <a:pt x="12" y="21"/>
                      <a:pt x="11" y="20"/>
                    </a:cubicBezTo>
                    <a:cubicBezTo>
                      <a:pt x="2" y="15"/>
                      <a:pt x="2" y="15"/>
                      <a:pt x="2" y="15"/>
                    </a:cubicBezTo>
                    <a:cubicBezTo>
                      <a:pt x="1" y="14"/>
                      <a:pt x="0" y="12"/>
                      <a:pt x="1" y="11"/>
                    </a:cubicBezTo>
                    <a:cubicBezTo>
                      <a:pt x="7" y="2"/>
                      <a:pt x="7" y="2"/>
                      <a:pt x="7" y="2"/>
                    </a:cubicBezTo>
                    <a:cubicBezTo>
                      <a:pt x="8" y="1"/>
                      <a:pt x="10"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9" name="Freeform 171"/>
              <p:cNvSpPr>
                <a:spLocks/>
              </p:cNvSpPr>
              <p:nvPr/>
            </p:nvSpPr>
            <p:spPr bwMode="auto">
              <a:xfrm>
                <a:off x="2547" y="3456"/>
                <a:ext cx="22" cy="23"/>
              </a:xfrm>
              <a:custGeom>
                <a:avLst/>
                <a:gdLst>
                  <a:gd name="T0" fmla="*/ 10 w 20"/>
                  <a:gd name="T1" fmla="*/ 1 h 20"/>
                  <a:gd name="T2" fmla="*/ 19 w 20"/>
                  <a:gd name="T3" fmla="*/ 6 h 20"/>
                  <a:gd name="T4" fmla="*/ 19 w 20"/>
                  <a:gd name="T5" fmla="*/ 10 h 20"/>
                  <a:gd name="T6" fmla="*/ 14 w 20"/>
                  <a:gd name="T7" fmla="*/ 19 h 20"/>
                  <a:gd name="T8" fmla="*/ 10 w 20"/>
                  <a:gd name="T9" fmla="*/ 19 h 20"/>
                  <a:gd name="T10" fmla="*/ 1 w 20"/>
                  <a:gd name="T11" fmla="*/ 14 h 20"/>
                  <a:gd name="T12" fmla="*/ 1 w 20"/>
                  <a:gd name="T13" fmla="*/ 10 h 20"/>
                  <a:gd name="T14" fmla="*/ 6 w 20"/>
                  <a:gd name="T15" fmla="*/ 1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9" y="6"/>
                      <a:pt x="19" y="6"/>
                      <a:pt x="19" y="6"/>
                    </a:cubicBezTo>
                    <a:cubicBezTo>
                      <a:pt x="20" y="7"/>
                      <a:pt x="20" y="9"/>
                      <a:pt x="19" y="10"/>
                    </a:cubicBezTo>
                    <a:cubicBezTo>
                      <a:pt x="14" y="19"/>
                      <a:pt x="14" y="19"/>
                      <a:pt x="14" y="19"/>
                    </a:cubicBezTo>
                    <a:cubicBezTo>
                      <a:pt x="13" y="20"/>
                      <a:pt x="11" y="20"/>
                      <a:pt x="10" y="19"/>
                    </a:cubicBezTo>
                    <a:cubicBezTo>
                      <a:pt x="1" y="14"/>
                      <a:pt x="1" y="14"/>
                      <a:pt x="1" y="14"/>
                    </a:cubicBezTo>
                    <a:cubicBezTo>
                      <a:pt x="0" y="13"/>
                      <a:pt x="0" y="11"/>
                      <a:pt x="1" y="10"/>
                    </a:cubicBezTo>
                    <a:cubicBezTo>
                      <a:pt x="6" y="1"/>
                      <a:pt x="6" y="1"/>
                      <a:pt x="6" y="1"/>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0" name="Freeform 172"/>
              <p:cNvSpPr>
                <a:spLocks/>
              </p:cNvSpPr>
              <p:nvPr/>
            </p:nvSpPr>
            <p:spPr bwMode="auto">
              <a:xfrm>
                <a:off x="2564" y="3468"/>
                <a:ext cx="23" cy="23"/>
              </a:xfrm>
              <a:custGeom>
                <a:avLst/>
                <a:gdLst>
                  <a:gd name="T0" fmla="*/ 10 w 20"/>
                  <a:gd name="T1" fmla="*/ 1 h 21"/>
                  <a:gd name="T2" fmla="*/ 19 w 20"/>
                  <a:gd name="T3" fmla="*/ 6 h 21"/>
                  <a:gd name="T4" fmla="*/ 20 w 20"/>
                  <a:gd name="T5" fmla="*/ 10 h 21"/>
                  <a:gd name="T6" fmla="*/ 14 w 20"/>
                  <a:gd name="T7" fmla="*/ 19 h 21"/>
                  <a:gd name="T8" fmla="*/ 10 w 20"/>
                  <a:gd name="T9" fmla="*/ 20 h 21"/>
                  <a:gd name="T10" fmla="*/ 2 w 20"/>
                  <a:gd name="T11" fmla="*/ 14 h 21"/>
                  <a:gd name="T12" fmla="*/ 1 w 20"/>
                  <a:gd name="T13" fmla="*/ 11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9" y="6"/>
                      <a:pt x="19" y="6"/>
                      <a:pt x="19" y="6"/>
                    </a:cubicBezTo>
                    <a:cubicBezTo>
                      <a:pt x="20" y="7"/>
                      <a:pt x="20" y="9"/>
                      <a:pt x="20" y="10"/>
                    </a:cubicBezTo>
                    <a:cubicBezTo>
                      <a:pt x="14" y="19"/>
                      <a:pt x="14" y="19"/>
                      <a:pt x="14" y="19"/>
                    </a:cubicBezTo>
                    <a:cubicBezTo>
                      <a:pt x="13" y="20"/>
                      <a:pt x="11" y="21"/>
                      <a:pt x="10" y="20"/>
                    </a:cubicBezTo>
                    <a:cubicBezTo>
                      <a:pt x="2" y="14"/>
                      <a:pt x="2" y="14"/>
                      <a:pt x="2" y="14"/>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1" name="Freeform 173"/>
              <p:cNvSpPr>
                <a:spLocks/>
              </p:cNvSpPr>
              <p:nvPr/>
            </p:nvSpPr>
            <p:spPr bwMode="auto">
              <a:xfrm>
                <a:off x="2582" y="3480"/>
                <a:ext cx="24" cy="22"/>
              </a:xfrm>
              <a:custGeom>
                <a:avLst/>
                <a:gdLst>
                  <a:gd name="T0" fmla="*/ 11 w 21"/>
                  <a:gd name="T1" fmla="*/ 0 h 20"/>
                  <a:gd name="T2" fmla="*/ 19 w 21"/>
                  <a:gd name="T3" fmla="*/ 6 h 20"/>
                  <a:gd name="T4" fmla="*/ 20 w 21"/>
                  <a:gd name="T5" fmla="*/ 10 h 20"/>
                  <a:gd name="T6" fmla="*/ 14 w 21"/>
                  <a:gd name="T7" fmla="*/ 18 h 20"/>
                  <a:gd name="T8" fmla="*/ 10 w 21"/>
                  <a:gd name="T9" fmla="*/ 19 h 20"/>
                  <a:gd name="T10" fmla="*/ 2 w 21"/>
                  <a:gd name="T11" fmla="*/ 14 h 20"/>
                  <a:gd name="T12" fmla="*/ 1 w 21"/>
                  <a:gd name="T13" fmla="*/ 10 h 20"/>
                  <a:gd name="T14" fmla="*/ 7 w 21"/>
                  <a:gd name="T15" fmla="*/ 1 h 20"/>
                  <a:gd name="T16" fmla="*/ 11 w 21"/>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0"/>
                    </a:moveTo>
                    <a:cubicBezTo>
                      <a:pt x="19" y="6"/>
                      <a:pt x="19" y="6"/>
                      <a:pt x="19" y="6"/>
                    </a:cubicBezTo>
                    <a:cubicBezTo>
                      <a:pt x="20" y="7"/>
                      <a:pt x="21" y="9"/>
                      <a:pt x="20" y="10"/>
                    </a:cubicBezTo>
                    <a:cubicBezTo>
                      <a:pt x="14" y="18"/>
                      <a:pt x="14" y="18"/>
                      <a:pt x="14" y="18"/>
                    </a:cubicBezTo>
                    <a:cubicBezTo>
                      <a:pt x="13" y="20"/>
                      <a:pt x="12" y="20"/>
                      <a:pt x="10" y="19"/>
                    </a:cubicBezTo>
                    <a:cubicBezTo>
                      <a:pt x="2" y="14"/>
                      <a:pt x="2" y="14"/>
                      <a:pt x="2" y="14"/>
                    </a:cubicBezTo>
                    <a:cubicBezTo>
                      <a:pt x="1" y="13"/>
                      <a:pt x="0" y="11"/>
                      <a:pt x="1" y="10"/>
                    </a:cubicBezTo>
                    <a:cubicBezTo>
                      <a:pt x="7" y="1"/>
                      <a:pt x="7" y="1"/>
                      <a:pt x="7" y="1"/>
                    </a:cubicBezTo>
                    <a:cubicBezTo>
                      <a:pt x="7" y="0"/>
                      <a:pt x="9"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2" name="Freeform 174"/>
              <p:cNvSpPr>
                <a:spLocks/>
              </p:cNvSpPr>
              <p:nvPr/>
            </p:nvSpPr>
            <p:spPr bwMode="auto">
              <a:xfrm>
                <a:off x="2600" y="3491"/>
                <a:ext cx="24" cy="23"/>
              </a:xfrm>
              <a:custGeom>
                <a:avLst/>
                <a:gdLst>
                  <a:gd name="T0" fmla="*/ 11 w 21"/>
                  <a:gd name="T1" fmla="*/ 1 h 21"/>
                  <a:gd name="T2" fmla="*/ 19 w 21"/>
                  <a:gd name="T3" fmla="*/ 6 h 21"/>
                  <a:gd name="T4" fmla="*/ 20 w 21"/>
                  <a:gd name="T5" fmla="*/ 10 h 21"/>
                  <a:gd name="T6" fmla="*/ 14 w 21"/>
                  <a:gd name="T7" fmla="*/ 19 h 21"/>
                  <a:gd name="T8" fmla="*/ 11 w 21"/>
                  <a:gd name="T9" fmla="*/ 20 h 21"/>
                  <a:gd name="T10" fmla="*/ 2 w 21"/>
                  <a:gd name="T11" fmla="*/ 14 h 21"/>
                  <a:gd name="T12" fmla="*/ 1 w 21"/>
                  <a:gd name="T13" fmla="*/ 10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6"/>
                      <a:pt x="19" y="6"/>
                      <a:pt x="19" y="6"/>
                    </a:cubicBezTo>
                    <a:cubicBezTo>
                      <a:pt x="20" y="7"/>
                      <a:pt x="21" y="9"/>
                      <a:pt x="20" y="10"/>
                    </a:cubicBezTo>
                    <a:cubicBezTo>
                      <a:pt x="14" y="19"/>
                      <a:pt x="14" y="19"/>
                      <a:pt x="14" y="19"/>
                    </a:cubicBezTo>
                    <a:cubicBezTo>
                      <a:pt x="14" y="20"/>
                      <a:pt x="12" y="21"/>
                      <a:pt x="11" y="20"/>
                    </a:cubicBezTo>
                    <a:cubicBezTo>
                      <a:pt x="2" y="14"/>
                      <a:pt x="2" y="14"/>
                      <a:pt x="2" y="14"/>
                    </a:cubicBezTo>
                    <a:cubicBezTo>
                      <a:pt x="1" y="14"/>
                      <a:pt x="0" y="12"/>
                      <a:pt x="1" y="10"/>
                    </a:cubicBezTo>
                    <a:cubicBezTo>
                      <a:pt x="7" y="2"/>
                      <a:pt x="7" y="2"/>
                      <a:pt x="7" y="2"/>
                    </a:cubicBezTo>
                    <a:cubicBezTo>
                      <a:pt x="8" y="1"/>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3" name="Freeform 175"/>
              <p:cNvSpPr>
                <a:spLocks/>
              </p:cNvSpPr>
              <p:nvPr/>
            </p:nvSpPr>
            <p:spPr bwMode="auto">
              <a:xfrm>
                <a:off x="2619" y="3503"/>
                <a:ext cx="23" cy="23"/>
              </a:xfrm>
              <a:custGeom>
                <a:avLst/>
                <a:gdLst>
                  <a:gd name="T0" fmla="*/ 10 w 20"/>
                  <a:gd name="T1" fmla="*/ 0 h 20"/>
                  <a:gd name="T2" fmla="*/ 18 w 20"/>
                  <a:gd name="T3" fmla="*/ 6 h 20"/>
                  <a:gd name="T4" fmla="*/ 19 w 20"/>
                  <a:gd name="T5" fmla="*/ 10 h 20"/>
                  <a:gd name="T6" fmla="*/ 14 w 20"/>
                  <a:gd name="T7" fmla="*/ 18 h 20"/>
                  <a:gd name="T8" fmla="*/ 10 w 20"/>
                  <a:gd name="T9" fmla="*/ 19 h 20"/>
                  <a:gd name="T10" fmla="*/ 1 w 20"/>
                  <a:gd name="T11" fmla="*/ 14 h 20"/>
                  <a:gd name="T12" fmla="*/ 0 w 20"/>
                  <a:gd name="T13" fmla="*/ 10 h 20"/>
                  <a:gd name="T14" fmla="*/ 6 w 20"/>
                  <a:gd name="T15" fmla="*/ 1 h 20"/>
                  <a:gd name="T16" fmla="*/ 10 w 20"/>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0"/>
                    </a:moveTo>
                    <a:cubicBezTo>
                      <a:pt x="18" y="6"/>
                      <a:pt x="18" y="6"/>
                      <a:pt x="18" y="6"/>
                    </a:cubicBezTo>
                    <a:cubicBezTo>
                      <a:pt x="20" y="7"/>
                      <a:pt x="20" y="9"/>
                      <a:pt x="19" y="10"/>
                    </a:cubicBezTo>
                    <a:cubicBezTo>
                      <a:pt x="14" y="18"/>
                      <a:pt x="14" y="18"/>
                      <a:pt x="14" y="18"/>
                    </a:cubicBezTo>
                    <a:cubicBezTo>
                      <a:pt x="13" y="20"/>
                      <a:pt x="11" y="20"/>
                      <a:pt x="10" y="19"/>
                    </a:cubicBezTo>
                    <a:cubicBezTo>
                      <a:pt x="1" y="14"/>
                      <a:pt x="1" y="14"/>
                      <a:pt x="1" y="14"/>
                    </a:cubicBezTo>
                    <a:cubicBezTo>
                      <a:pt x="0" y="13"/>
                      <a:pt x="0" y="11"/>
                      <a:pt x="0"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4" name="Freeform 176"/>
              <p:cNvSpPr>
                <a:spLocks/>
              </p:cNvSpPr>
              <p:nvPr/>
            </p:nvSpPr>
            <p:spPr bwMode="auto">
              <a:xfrm>
                <a:off x="2637" y="3514"/>
                <a:ext cx="22" cy="24"/>
              </a:xfrm>
              <a:custGeom>
                <a:avLst/>
                <a:gdLst>
                  <a:gd name="T0" fmla="*/ 10 w 20"/>
                  <a:gd name="T1" fmla="*/ 1 h 21"/>
                  <a:gd name="T2" fmla="*/ 19 w 20"/>
                  <a:gd name="T3" fmla="*/ 6 h 21"/>
                  <a:gd name="T4" fmla="*/ 19 w 20"/>
                  <a:gd name="T5" fmla="*/ 10 h 21"/>
                  <a:gd name="T6" fmla="*/ 14 w 20"/>
                  <a:gd name="T7" fmla="*/ 19 h 21"/>
                  <a:gd name="T8" fmla="*/ 10 w 20"/>
                  <a:gd name="T9" fmla="*/ 20 h 21"/>
                  <a:gd name="T10" fmla="*/ 1 w 20"/>
                  <a:gd name="T11" fmla="*/ 14 h 21"/>
                  <a:gd name="T12" fmla="*/ 1 w 20"/>
                  <a:gd name="T13" fmla="*/ 10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9" y="6"/>
                      <a:pt x="19" y="6"/>
                      <a:pt x="19" y="6"/>
                    </a:cubicBezTo>
                    <a:cubicBezTo>
                      <a:pt x="20" y="7"/>
                      <a:pt x="20" y="9"/>
                      <a:pt x="19" y="10"/>
                    </a:cubicBezTo>
                    <a:cubicBezTo>
                      <a:pt x="14" y="19"/>
                      <a:pt x="14" y="19"/>
                      <a:pt x="14" y="19"/>
                    </a:cubicBezTo>
                    <a:cubicBezTo>
                      <a:pt x="13" y="20"/>
                      <a:pt x="11" y="21"/>
                      <a:pt x="10" y="20"/>
                    </a:cubicBezTo>
                    <a:cubicBezTo>
                      <a:pt x="1" y="14"/>
                      <a:pt x="1" y="14"/>
                      <a:pt x="1" y="14"/>
                    </a:cubicBezTo>
                    <a:cubicBezTo>
                      <a:pt x="0" y="13"/>
                      <a:pt x="0" y="12"/>
                      <a:pt x="1"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5" name="Freeform 177"/>
              <p:cNvSpPr>
                <a:spLocks/>
              </p:cNvSpPr>
              <p:nvPr/>
            </p:nvSpPr>
            <p:spPr bwMode="auto">
              <a:xfrm>
                <a:off x="2655" y="3527"/>
                <a:ext cx="22" cy="22"/>
              </a:xfrm>
              <a:custGeom>
                <a:avLst/>
                <a:gdLst>
                  <a:gd name="T0" fmla="*/ 10 w 20"/>
                  <a:gd name="T1" fmla="*/ 0 h 20"/>
                  <a:gd name="T2" fmla="*/ 19 w 20"/>
                  <a:gd name="T3" fmla="*/ 6 h 20"/>
                  <a:gd name="T4" fmla="*/ 20 w 20"/>
                  <a:gd name="T5" fmla="*/ 10 h 20"/>
                  <a:gd name="T6" fmla="*/ 14 w 20"/>
                  <a:gd name="T7" fmla="*/ 18 h 20"/>
                  <a:gd name="T8" fmla="*/ 10 w 20"/>
                  <a:gd name="T9" fmla="*/ 19 h 20"/>
                  <a:gd name="T10" fmla="*/ 2 w 20"/>
                  <a:gd name="T11" fmla="*/ 14 h 20"/>
                  <a:gd name="T12" fmla="*/ 1 w 20"/>
                  <a:gd name="T13" fmla="*/ 10 h 20"/>
                  <a:gd name="T14" fmla="*/ 6 w 20"/>
                  <a:gd name="T15" fmla="*/ 1 h 20"/>
                  <a:gd name="T16" fmla="*/ 10 w 20"/>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0"/>
                    </a:moveTo>
                    <a:cubicBezTo>
                      <a:pt x="19" y="6"/>
                      <a:pt x="19" y="6"/>
                      <a:pt x="19" y="6"/>
                    </a:cubicBezTo>
                    <a:cubicBezTo>
                      <a:pt x="20" y="7"/>
                      <a:pt x="20" y="8"/>
                      <a:pt x="20" y="10"/>
                    </a:cubicBezTo>
                    <a:cubicBezTo>
                      <a:pt x="14" y="18"/>
                      <a:pt x="14" y="18"/>
                      <a:pt x="14" y="18"/>
                    </a:cubicBezTo>
                    <a:cubicBezTo>
                      <a:pt x="13" y="20"/>
                      <a:pt x="11" y="20"/>
                      <a:pt x="10" y="19"/>
                    </a:cubicBezTo>
                    <a:cubicBezTo>
                      <a:pt x="2" y="14"/>
                      <a:pt x="2" y="14"/>
                      <a:pt x="2" y="14"/>
                    </a:cubicBezTo>
                    <a:cubicBezTo>
                      <a:pt x="0" y="13"/>
                      <a:pt x="0" y="11"/>
                      <a:pt x="1"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6" name="Freeform 178"/>
              <p:cNvSpPr>
                <a:spLocks/>
              </p:cNvSpPr>
              <p:nvPr/>
            </p:nvSpPr>
            <p:spPr bwMode="auto">
              <a:xfrm>
                <a:off x="2673" y="3538"/>
                <a:ext cx="23" cy="23"/>
              </a:xfrm>
              <a:custGeom>
                <a:avLst/>
                <a:gdLst>
                  <a:gd name="T0" fmla="*/ 11 w 21"/>
                  <a:gd name="T1" fmla="*/ 1 h 21"/>
                  <a:gd name="T2" fmla="*/ 19 w 21"/>
                  <a:gd name="T3" fmla="*/ 6 h 21"/>
                  <a:gd name="T4" fmla="*/ 20 w 21"/>
                  <a:gd name="T5" fmla="*/ 10 h 21"/>
                  <a:gd name="T6" fmla="*/ 14 w 21"/>
                  <a:gd name="T7" fmla="*/ 19 h 21"/>
                  <a:gd name="T8" fmla="*/ 10 w 21"/>
                  <a:gd name="T9" fmla="*/ 20 h 21"/>
                  <a:gd name="T10" fmla="*/ 2 w 21"/>
                  <a:gd name="T11" fmla="*/ 14 h 21"/>
                  <a:gd name="T12" fmla="*/ 1 w 21"/>
                  <a:gd name="T13" fmla="*/ 10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6"/>
                      <a:pt x="19" y="6"/>
                      <a:pt x="19" y="6"/>
                    </a:cubicBezTo>
                    <a:cubicBezTo>
                      <a:pt x="20" y="7"/>
                      <a:pt x="21" y="9"/>
                      <a:pt x="20" y="10"/>
                    </a:cubicBezTo>
                    <a:cubicBezTo>
                      <a:pt x="14" y="19"/>
                      <a:pt x="14" y="19"/>
                      <a:pt x="14" y="19"/>
                    </a:cubicBezTo>
                    <a:cubicBezTo>
                      <a:pt x="13" y="20"/>
                      <a:pt x="12" y="21"/>
                      <a:pt x="10" y="20"/>
                    </a:cubicBezTo>
                    <a:cubicBezTo>
                      <a:pt x="2" y="14"/>
                      <a:pt x="2" y="14"/>
                      <a:pt x="2" y="14"/>
                    </a:cubicBezTo>
                    <a:cubicBezTo>
                      <a:pt x="1" y="13"/>
                      <a:pt x="0" y="12"/>
                      <a:pt x="1" y="10"/>
                    </a:cubicBezTo>
                    <a:cubicBezTo>
                      <a:pt x="7" y="2"/>
                      <a:pt x="7" y="2"/>
                      <a:pt x="7" y="2"/>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7" name="Freeform 179"/>
              <p:cNvSpPr>
                <a:spLocks/>
              </p:cNvSpPr>
              <p:nvPr/>
            </p:nvSpPr>
            <p:spPr bwMode="auto">
              <a:xfrm>
                <a:off x="2691" y="3550"/>
                <a:ext cx="23" cy="23"/>
              </a:xfrm>
              <a:custGeom>
                <a:avLst/>
                <a:gdLst>
                  <a:gd name="T0" fmla="*/ 11 w 21"/>
                  <a:gd name="T1" fmla="*/ 0 h 20"/>
                  <a:gd name="T2" fmla="*/ 19 w 21"/>
                  <a:gd name="T3" fmla="*/ 6 h 20"/>
                  <a:gd name="T4" fmla="*/ 20 w 21"/>
                  <a:gd name="T5" fmla="*/ 10 h 20"/>
                  <a:gd name="T6" fmla="*/ 14 w 21"/>
                  <a:gd name="T7" fmla="*/ 18 h 20"/>
                  <a:gd name="T8" fmla="*/ 11 w 21"/>
                  <a:gd name="T9" fmla="*/ 19 h 20"/>
                  <a:gd name="T10" fmla="*/ 2 w 21"/>
                  <a:gd name="T11" fmla="*/ 14 h 20"/>
                  <a:gd name="T12" fmla="*/ 1 w 21"/>
                  <a:gd name="T13" fmla="*/ 10 h 20"/>
                  <a:gd name="T14" fmla="*/ 7 w 21"/>
                  <a:gd name="T15" fmla="*/ 1 h 20"/>
                  <a:gd name="T16" fmla="*/ 11 w 21"/>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0"/>
                    </a:moveTo>
                    <a:cubicBezTo>
                      <a:pt x="19" y="6"/>
                      <a:pt x="19" y="6"/>
                      <a:pt x="19" y="6"/>
                    </a:cubicBezTo>
                    <a:cubicBezTo>
                      <a:pt x="20" y="7"/>
                      <a:pt x="21" y="8"/>
                      <a:pt x="20" y="10"/>
                    </a:cubicBezTo>
                    <a:cubicBezTo>
                      <a:pt x="14" y="18"/>
                      <a:pt x="14" y="18"/>
                      <a:pt x="14" y="18"/>
                    </a:cubicBezTo>
                    <a:cubicBezTo>
                      <a:pt x="14" y="20"/>
                      <a:pt x="12" y="20"/>
                      <a:pt x="11" y="19"/>
                    </a:cubicBezTo>
                    <a:cubicBezTo>
                      <a:pt x="2" y="14"/>
                      <a:pt x="2" y="14"/>
                      <a:pt x="2" y="14"/>
                    </a:cubicBezTo>
                    <a:cubicBezTo>
                      <a:pt x="1" y="13"/>
                      <a:pt x="0" y="11"/>
                      <a:pt x="1" y="10"/>
                    </a:cubicBezTo>
                    <a:cubicBezTo>
                      <a:pt x="7" y="1"/>
                      <a:pt x="7" y="1"/>
                      <a:pt x="7" y="1"/>
                    </a:cubicBezTo>
                    <a:cubicBezTo>
                      <a:pt x="8" y="0"/>
                      <a:pt x="9"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8" name="Freeform 180"/>
              <p:cNvSpPr>
                <a:spLocks/>
              </p:cNvSpPr>
              <p:nvPr/>
            </p:nvSpPr>
            <p:spPr bwMode="auto">
              <a:xfrm>
                <a:off x="2710" y="3561"/>
                <a:ext cx="22" cy="24"/>
              </a:xfrm>
              <a:custGeom>
                <a:avLst/>
                <a:gdLst>
                  <a:gd name="T0" fmla="*/ 10 w 20"/>
                  <a:gd name="T1" fmla="*/ 1 h 21"/>
                  <a:gd name="T2" fmla="*/ 18 w 20"/>
                  <a:gd name="T3" fmla="*/ 6 h 21"/>
                  <a:gd name="T4" fmla="*/ 19 w 20"/>
                  <a:gd name="T5" fmla="*/ 10 h 21"/>
                  <a:gd name="T6" fmla="*/ 14 w 20"/>
                  <a:gd name="T7" fmla="*/ 19 h 21"/>
                  <a:gd name="T8" fmla="*/ 10 w 20"/>
                  <a:gd name="T9" fmla="*/ 20 h 21"/>
                  <a:gd name="T10" fmla="*/ 1 w 20"/>
                  <a:gd name="T11" fmla="*/ 14 h 21"/>
                  <a:gd name="T12" fmla="*/ 0 w 20"/>
                  <a:gd name="T13" fmla="*/ 10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8" y="6"/>
                      <a:pt x="18" y="6"/>
                      <a:pt x="18" y="6"/>
                    </a:cubicBezTo>
                    <a:cubicBezTo>
                      <a:pt x="20" y="7"/>
                      <a:pt x="20" y="9"/>
                      <a:pt x="19" y="10"/>
                    </a:cubicBezTo>
                    <a:cubicBezTo>
                      <a:pt x="14" y="19"/>
                      <a:pt x="14" y="19"/>
                      <a:pt x="14" y="19"/>
                    </a:cubicBezTo>
                    <a:cubicBezTo>
                      <a:pt x="13" y="20"/>
                      <a:pt x="11" y="21"/>
                      <a:pt x="10" y="20"/>
                    </a:cubicBezTo>
                    <a:cubicBezTo>
                      <a:pt x="1" y="14"/>
                      <a:pt x="1" y="14"/>
                      <a:pt x="1" y="14"/>
                    </a:cubicBezTo>
                    <a:cubicBezTo>
                      <a:pt x="0" y="13"/>
                      <a:pt x="0" y="12"/>
                      <a:pt x="0"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9" name="Freeform 181"/>
              <p:cNvSpPr>
                <a:spLocks/>
              </p:cNvSpPr>
              <p:nvPr/>
            </p:nvSpPr>
            <p:spPr bwMode="auto">
              <a:xfrm>
                <a:off x="2728" y="3574"/>
                <a:ext cx="30" cy="28"/>
              </a:xfrm>
              <a:custGeom>
                <a:avLst/>
                <a:gdLst>
                  <a:gd name="T0" fmla="*/ 10 w 27"/>
                  <a:gd name="T1" fmla="*/ 0 h 25"/>
                  <a:gd name="T2" fmla="*/ 25 w 27"/>
                  <a:gd name="T3" fmla="*/ 10 h 25"/>
                  <a:gd name="T4" fmla="*/ 26 w 27"/>
                  <a:gd name="T5" fmla="*/ 14 h 25"/>
                  <a:gd name="T6" fmla="*/ 21 w 27"/>
                  <a:gd name="T7" fmla="*/ 23 h 25"/>
                  <a:gd name="T8" fmla="*/ 17 w 27"/>
                  <a:gd name="T9" fmla="*/ 24 h 25"/>
                  <a:gd name="T10" fmla="*/ 2 w 27"/>
                  <a:gd name="T11" fmla="*/ 14 h 25"/>
                  <a:gd name="T12" fmla="*/ 1 w 27"/>
                  <a:gd name="T13" fmla="*/ 10 h 25"/>
                  <a:gd name="T14" fmla="*/ 6 w 27"/>
                  <a:gd name="T15" fmla="*/ 1 h 25"/>
                  <a:gd name="T16" fmla="*/ 10 w 27"/>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5">
                    <a:moveTo>
                      <a:pt x="10" y="0"/>
                    </a:moveTo>
                    <a:cubicBezTo>
                      <a:pt x="25" y="10"/>
                      <a:pt x="25" y="10"/>
                      <a:pt x="25" y="10"/>
                    </a:cubicBezTo>
                    <a:cubicBezTo>
                      <a:pt x="27" y="11"/>
                      <a:pt x="27" y="13"/>
                      <a:pt x="26" y="14"/>
                    </a:cubicBezTo>
                    <a:cubicBezTo>
                      <a:pt x="21" y="23"/>
                      <a:pt x="21" y="23"/>
                      <a:pt x="21" y="23"/>
                    </a:cubicBezTo>
                    <a:cubicBezTo>
                      <a:pt x="20" y="24"/>
                      <a:pt x="18" y="25"/>
                      <a:pt x="17" y="24"/>
                    </a:cubicBezTo>
                    <a:cubicBezTo>
                      <a:pt x="2" y="14"/>
                      <a:pt x="2" y="14"/>
                      <a:pt x="2" y="14"/>
                    </a:cubicBezTo>
                    <a:cubicBezTo>
                      <a:pt x="0" y="13"/>
                      <a:pt x="0" y="11"/>
                      <a:pt x="1"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0" name="Freeform 182"/>
              <p:cNvSpPr>
                <a:spLocks/>
              </p:cNvSpPr>
              <p:nvPr/>
            </p:nvSpPr>
            <p:spPr bwMode="auto">
              <a:xfrm>
                <a:off x="2516" y="3462"/>
                <a:ext cx="24" cy="22"/>
              </a:xfrm>
              <a:custGeom>
                <a:avLst/>
                <a:gdLst>
                  <a:gd name="T0" fmla="*/ 10 w 21"/>
                  <a:gd name="T1" fmla="*/ 1 h 20"/>
                  <a:gd name="T2" fmla="*/ 19 w 21"/>
                  <a:gd name="T3" fmla="*/ 6 h 20"/>
                  <a:gd name="T4" fmla="*/ 20 w 21"/>
                  <a:gd name="T5" fmla="*/ 10 h 20"/>
                  <a:gd name="T6" fmla="*/ 14 w 21"/>
                  <a:gd name="T7" fmla="*/ 19 h 20"/>
                  <a:gd name="T8" fmla="*/ 10 w 21"/>
                  <a:gd name="T9" fmla="*/ 19 h 20"/>
                  <a:gd name="T10" fmla="*/ 2 w 21"/>
                  <a:gd name="T11" fmla="*/ 14 h 20"/>
                  <a:gd name="T12" fmla="*/ 1 w 21"/>
                  <a:gd name="T13" fmla="*/ 10 h 20"/>
                  <a:gd name="T14" fmla="*/ 7 w 21"/>
                  <a:gd name="T15" fmla="*/ 1 h 20"/>
                  <a:gd name="T16" fmla="*/ 10 w 2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0" y="1"/>
                    </a:moveTo>
                    <a:cubicBezTo>
                      <a:pt x="19" y="6"/>
                      <a:pt x="19" y="6"/>
                      <a:pt x="19" y="6"/>
                    </a:cubicBezTo>
                    <a:cubicBezTo>
                      <a:pt x="20" y="7"/>
                      <a:pt x="21" y="9"/>
                      <a:pt x="20" y="10"/>
                    </a:cubicBezTo>
                    <a:cubicBezTo>
                      <a:pt x="14" y="19"/>
                      <a:pt x="14" y="19"/>
                      <a:pt x="14" y="19"/>
                    </a:cubicBezTo>
                    <a:cubicBezTo>
                      <a:pt x="13" y="20"/>
                      <a:pt x="12" y="20"/>
                      <a:pt x="10" y="19"/>
                    </a:cubicBezTo>
                    <a:cubicBezTo>
                      <a:pt x="2" y="14"/>
                      <a:pt x="2" y="14"/>
                      <a:pt x="2" y="14"/>
                    </a:cubicBezTo>
                    <a:cubicBezTo>
                      <a:pt x="1" y="13"/>
                      <a:pt x="0" y="11"/>
                      <a:pt x="1" y="10"/>
                    </a:cubicBezTo>
                    <a:cubicBezTo>
                      <a:pt x="7" y="1"/>
                      <a:pt x="7" y="1"/>
                      <a:pt x="7" y="1"/>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1" name="Freeform 183"/>
              <p:cNvSpPr>
                <a:spLocks/>
              </p:cNvSpPr>
              <p:nvPr/>
            </p:nvSpPr>
            <p:spPr bwMode="auto">
              <a:xfrm>
                <a:off x="2534" y="3473"/>
                <a:ext cx="24" cy="24"/>
              </a:xfrm>
              <a:custGeom>
                <a:avLst/>
                <a:gdLst>
                  <a:gd name="T0" fmla="*/ 11 w 21"/>
                  <a:gd name="T1" fmla="*/ 1 h 21"/>
                  <a:gd name="T2" fmla="*/ 19 w 21"/>
                  <a:gd name="T3" fmla="*/ 6 h 21"/>
                  <a:gd name="T4" fmla="*/ 20 w 21"/>
                  <a:gd name="T5" fmla="*/ 10 h 21"/>
                  <a:gd name="T6" fmla="*/ 14 w 21"/>
                  <a:gd name="T7" fmla="*/ 19 h 21"/>
                  <a:gd name="T8" fmla="*/ 10 w 21"/>
                  <a:gd name="T9" fmla="*/ 20 h 21"/>
                  <a:gd name="T10" fmla="*/ 2 w 21"/>
                  <a:gd name="T11" fmla="*/ 14 h 21"/>
                  <a:gd name="T12" fmla="*/ 1 w 21"/>
                  <a:gd name="T13" fmla="*/ 11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6"/>
                      <a:pt x="19" y="6"/>
                      <a:pt x="19" y="6"/>
                    </a:cubicBezTo>
                    <a:cubicBezTo>
                      <a:pt x="20" y="7"/>
                      <a:pt x="21" y="9"/>
                      <a:pt x="20" y="10"/>
                    </a:cubicBezTo>
                    <a:cubicBezTo>
                      <a:pt x="14" y="19"/>
                      <a:pt x="14" y="19"/>
                      <a:pt x="14" y="19"/>
                    </a:cubicBezTo>
                    <a:cubicBezTo>
                      <a:pt x="14" y="20"/>
                      <a:pt x="12" y="21"/>
                      <a:pt x="10" y="20"/>
                    </a:cubicBezTo>
                    <a:cubicBezTo>
                      <a:pt x="2" y="14"/>
                      <a:pt x="2" y="14"/>
                      <a:pt x="2" y="14"/>
                    </a:cubicBezTo>
                    <a:cubicBezTo>
                      <a:pt x="1" y="14"/>
                      <a:pt x="0" y="12"/>
                      <a:pt x="1" y="11"/>
                    </a:cubicBezTo>
                    <a:cubicBezTo>
                      <a:pt x="7" y="2"/>
                      <a:pt x="7" y="2"/>
                      <a:pt x="7" y="2"/>
                    </a:cubicBezTo>
                    <a:cubicBezTo>
                      <a:pt x="8" y="1"/>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2" name="Freeform 184"/>
              <p:cNvSpPr>
                <a:spLocks/>
              </p:cNvSpPr>
              <p:nvPr/>
            </p:nvSpPr>
            <p:spPr bwMode="auto">
              <a:xfrm>
                <a:off x="2553" y="3485"/>
                <a:ext cx="23" cy="23"/>
              </a:xfrm>
              <a:custGeom>
                <a:avLst/>
                <a:gdLst>
                  <a:gd name="T0" fmla="*/ 10 w 20"/>
                  <a:gd name="T1" fmla="*/ 1 h 20"/>
                  <a:gd name="T2" fmla="*/ 18 w 20"/>
                  <a:gd name="T3" fmla="*/ 6 h 20"/>
                  <a:gd name="T4" fmla="*/ 19 w 20"/>
                  <a:gd name="T5" fmla="*/ 10 h 20"/>
                  <a:gd name="T6" fmla="*/ 14 w 20"/>
                  <a:gd name="T7" fmla="*/ 19 h 20"/>
                  <a:gd name="T8" fmla="*/ 10 w 20"/>
                  <a:gd name="T9" fmla="*/ 19 h 20"/>
                  <a:gd name="T10" fmla="*/ 1 w 20"/>
                  <a:gd name="T11" fmla="*/ 14 h 20"/>
                  <a:gd name="T12" fmla="*/ 0 w 20"/>
                  <a:gd name="T13" fmla="*/ 10 h 20"/>
                  <a:gd name="T14" fmla="*/ 6 w 20"/>
                  <a:gd name="T15" fmla="*/ 1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20" y="7"/>
                      <a:pt x="20" y="9"/>
                      <a:pt x="19" y="10"/>
                    </a:cubicBezTo>
                    <a:cubicBezTo>
                      <a:pt x="14" y="19"/>
                      <a:pt x="14" y="19"/>
                      <a:pt x="14" y="19"/>
                    </a:cubicBezTo>
                    <a:cubicBezTo>
                      <a:pt x="13" y="20"/>
                      <a:pt x="11" y="20"/>
                      <a:pt x="10" y="19"/>
                    </a:cubicBezTo>
                    <a:cubicBezTo>
                      <a:pt x="1" y="14"/>
                      <a:pt x="1" y="14"/>
                      <a:pt x="1" y="14"/>
                    </a:cubicBezTo>
                    <a:cubicBezTo>
                      <a:pt x="0" y="13"/>
                      <a:pt x="0" y="11"/>
                      <a:pt x="0" y="10"/>
                    </a:cubicBezTo>
                    <a:cubicBezTo>
                      <a:pt x="6" y="1"/>
                      <a:pt x="6" y="1"/>
                      <a:pt x="6" y="1"/>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3" name="Freeform 185"/>
              <p:cNvSpPr>
                <a:spLocks/>
              </p:cNvSpPr>
              <p:nvPr/>
            </p:nvSpPr>
            <p:spPr bwMode="auto">
              <a:xfrm>
                <a:off x="2571" y="3497"/>
                <a:ext cx="23" cy="23"/>
              </a:xfrm>
              <a:custGeom>
                <a:avLst/>
                <a:gdLst>
                  <a:gd name="T0" fmla="*/ 10 w 20"/>
                  <a:gd name="T1" fmla="*/ 1 h 21"/>
                  <a:gd name="T2" fmla="*/ 19 w 20"/>
                  <a:gd name="T3" fmla="*/ 6 h 21"/>
                  <a:gd name="T4" fmla="*/ 19 w 20"/>
                  <a:gd name="T5" fmla="*/ 10 h 21"/>
                  <a:gd name="T6" fmla="*/ 14 w 20"/>
                  <a:gd name="T7" fmla="*/ 19 h 21"/>
                  <a:gd name="T8" fmla="*/ 10 w 20"/>
                  <a:gd name="T9" fmla="*/ 20 h 21"/>
                  <a:gd name="T10" fmla="*/ 1 w 20"/>
                  <a:gd name="T11" fmla="*/ 14 h 21"/>
                  <a:gd name="T12" fmla="*/ 1 w 20"/>
                  <a:gd name="T13" fmla="*/ 10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9" y="6"/>
                      <a:pt x="19" y="6"/>
                      <a:pt x="19" y="6"/>
                    </a:cubicBezTo>
                    <a:cubicBezTo>
                      <a:pt x="20" y="7"/>
                      <a:pt x="20" y="9"/>
                      <a:pt x="19" y="10"/>
                    </a:cubicBezTo>
                    <a:cubicBezTo>
                      <a:pt x="14" y="19"/>
                      <a:pt x="14" y="19"/>
                      <a:pt x="14" y="19"/>
                    </a:cubicBezTo>
                    <a:cubicBezTo>
                      <a:pt x="13" y="20"/>
                      <a:pt x="11" y="21"/>
                      <a:pt x="10" y="20"/>
                    </a:cubicBezTo>
                    <a:cubicBezTo>
                      <a:pt x="1" y="14"/>
                      <a:pt x="1" y="14"/>
                      <a:pt x="1" y="14"/>
                    </a:cubicBezTo>
                    <a:cubicBezTo>
                      <a:pt x="0" y="14"/>
                      <a:pt x="0" y="12"/>
                      <a:pt x="1" y="10"/>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4" name="Freeform 186"/>
              <p:cNvSpPr>
                <a:spLocks/>
              </p:cNvSpPr>
              <p:nvPr/>
            </p:nvSpPr>
            <p:spPr bwMode="auto">
              <a:xfrm>
                <a:off x="2589" y="3509"/>
                <a:ext cx="22" cy="22"/>
              </a:xfrm>
              <a:custGeom>
                <a:avLst/>
                <a:gdLst>
                  <a:gd name="T0" fmla="*/ 10 w 20"/>
                  <a:gd name="T1" fmla="*/ 0 h 20"/>
                  <a:gd name="T2" fmla="*/ 19 w 20"/>
                  <a:gd name="T3" fmla="*/ 6 h 20"/>
                  <a:gd name="T4" fmla="*/ 20 w 20"/>
                  <a:gd name="T5" fmla="*/ 10 h 20"/>
                  <a:gd name="T6" fmla="*/ 14 w 20"/>
                  <a:gd name="T7" fmla="*/ 18 h 20"/>
                  <a:gd name="T8" fmla="*/ 10 w 20"/>
                  <a:gd name="T9" fmla="*/ 19 h 20"/>
                  <a:gd name="T10" fmla="*/ 2 w 20"/>
                  <a:gd name="T11" fmla="*/ 14 h 20"/>
                  <a:gd name="T12" fmla="*/ 1 w 20"/>
                  <a:gd name="T13" fmla="*/ 10 h 20"/>
                  <a:gd name="T14" fmla="*/ 6 w 20"/>
                  <a:gd name="T15" fmla="*/ 1 h 20"/>
                  <a:gd name="T16" fmla="*/ 10 w 20"/>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0"/>
                    </a:moveTo>
                    <a:cubicBezTo>
                      <a:pt x="19" y="6"/>
                      <a:pt x="19" y="6"/>
                      <a:pt x="19" y="6"/>
                    </a:cubicBezTo>
                    <a:cubicBezTo>
                      <a:pt x="20" y="7"/>
                      <a:pt x="20" y="9"/>
                      <a:pt x="20" y="10"/>
                    </a:cubicBezTo>
                    <a:cubicBezTo>
                      <a:pt x="14" y="18"/>
                      <a:pt x="14" y="18"/>
                      <a:pt x="14" y="18"/>
                    </a:cubicBezTo>
                    <a:cubicBezTo>
                      <a:pt x="13" y="20"/>
                      <a:pt x="11" y="20"/>
                      <a:pt x="10" y="19"/>
                    </a:cubicBezTo>
                    <a:cubicBezTo>
                      <a:pt x="2" y="14"/>
                      <a:pt x="2" y="14"/>
                      <a:pt x="2" y="14"/>
                    </a:cubicBezTo>
                    <a:cubicBezTo>
                      <a:pt x="0" y="13"/>
                      <a:pt x="0" y="11"/>
                      <a:pt x="1"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5" name="Freeform 187"/>
              <p:cNvSpPr>
                <a:spLocks/>
              </p:cNvSpPr>
              <p:nvPr/>
            </p:nvSpPr>
            <p:spPr bwMode="auto">
              <a:xfrm>
                <a:off x="2607" y="3520"/>
                <a:ext cx="23" cy="23"/>
              </a:xfrm>
              <a:custGeom>
                <a:avLst/>
                <a:gdLst>
                  <a:gd name="T0" fmla="*/ 11 w 21"/>
                  <a:gd name="T1" fmla="*/ 1 h 21"/>
                  <a:gd name="T2" fmla="*/ 19 w 21"/>
                  <a:gd name="T3" fmla="*/ 6 h 21"/>
                  <a:gd name="T4" fmla="*/ 20 w 21"/>
                  <a:gd name="T5" fmla="*/ 10 h 21"/>
                  <a:gd name="T6" fmla="*/ 14 w 21"/>
                  <a:gd name="T7" fmla="*/ 19 h 21"/>
                  <a:gd name="T8" fmla="*/ 10 w 21"/>
                  <a:gd name="T9" fmla="*/ 20 h 21"/>
                  <a:gd name="T10" fmla="*/ 2 w 21"/>
                  <a:gd name="T11" fmla="*/ 14 h 21"/>
                  <a:gd name="T12" fmla="*/ 1 w 21"/>
                  <a:gd name="T13" fmla="*/ 10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6"/>
                      <a:pt x="19" y="6"/>
                      <a:pt x="19" y="6"/>
                    </a:cubicBezTo>
                    <a:cubicBezTo>
                      <a:pt x="20" y="7"/>
                      <a:pt x="21" y="9"/>
                      <a:pt x="20" y="10"/>
                    </a:cubicBezTo>
                    <a:cubicBezTo>
                      <a:pt x="14" y="19"/>
                      <a:pt x="14" y="19"/>
                      <a:pt x="14" y="19"/>
                    </a:cubicBezTo>
                    <a:cubicBezTo>
                      <a:pt x="13" y="20"/>
                      <a:pt x="12" y="21"/>
                      <a:pt x="10" y="20"/>
                    </a:cubicBezTo>
                    <a:cubicBezTo>
                      <a:pt x="2" y="14"/>
                      <a:pt x="2" y="14"/>
                      <a:pt x="2" y="14"/>
                    </a:cubicBezTo>
                    <a:cubicBezTo>
                      <a:pt x="1" y="13"/>
                      <a:pt x="0" y="12"/>
                      <a:pt x="1" y="10"/>
                    </a:cubicBezTo>
                    <a:cubicBezTo>
                      <a:pt x="7" y="2"/>
                      <a:pt x="7" y="2"/>
                      <a:pt x="7" y="2"/>
                    </a:cubicBezTo>
                    <a:cubicBezTo>
                      <a:pt x="7" y="1"/>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6" name="Freeform 188"/>
              <p:cNvSpPr>
                <a:spLocks/>
              </p:cNvSpPr>
              <p:nvPr/>
            </p:nvSpPr>
            <p:spPr bwMode="auto">
              <a:xfrm>
                <a:off x="2625" y="3532"/>
                <a:ext cx="23" cy="23"/>
              </a:xfrm>
              <a:custGeom>
                <a:avLst/>
                <a:gdLst>
                  <a:gd name="T0" fmla="*/ 11 w 21"/>
                  <a:gd name="T1" fmla="*/ 0 h 20"/>
                  <a:gd name="T2" fmla="*/ 19 w 21"/>
                  <a:gd name="T3" fmla="*/ 6 h 20"/>
                  <a:gd name="T4" fmla="*/ 20 w 21"/>
                  <a:gd name="T5" fmla="*/ 10 h 20"/>
                  <a:gd name="T6" fmla="*/ 14 w 21"/>
                  <a:gd name="T7" fmla="*/ 18 h 20"/>
                  <a:gd name="T8" fmla="*/ 11 w 21"/>
                  <a:gd name="T9" fmla="*/ 19 h 20"/>
                  <a:gd name="T10" fmla="*/ 2 w 21"/>
                  <a:gd name="T11" fmla="*/ 14 h 20"/>
                  <a:gd name="T12" fmla="*/ 1 w 21"/>
                  <a:gd name="T13" fmla="*/ 10 h 20"/>
                  <a:gd name="T14" fmla="*/ 7 w 21"/>
                  <a:gd name="T15" fmla="*/ 1 h 20"/>
                  <a:gd name="T16" fmla="*/ 11 w 21"/>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0"/>
                    </a:moveTo>
                    <a:cubicBezTo>
                      <a:pt x="19" y="6"/>
                      <a:pt x="19" y="6"/>
                      <a:pt x="19" y="6"/>
                    </a:cubicBezTo>
                    <a:cubicBezTo>
                      <a:pt x="20" y="7"/>
                      <a:pt x="21" y="8"/>
                      <a:pt x="20" y="10"/>
                    </a:cubicBezTo>
                    <a:cubicBezTo>
                      <a:pt x="14" y="18"/>
                      <a:pt x="14" y="18"/>
                      <a:pt x="14" y="18"/>
                    </a:cubicBezTo>
                    <a:cubicBezTo>
                      <a:pt x="14" y="20"/>
                      <a:pt x="12" y="20"/>
                      <a:pt x="11" y="19"/>
                    </a:cubicBezTo>
                    <a:cubicBezTo>
                      <a:pt x="2" y="14"/>
                      <a:pt x="2" y="14"/>
                      <a:pt x="2" y="14"/>
                    </a:cubicBezTo>
                    <a:cubicBezTo>
                      <a:pt x="1" y="13"/>
                      <a:pt x="0" y="11"/>
                      <a:pt x="1" y="10"/>
                    </a:cubicBezTo>
                    <a:cubicBezTo>
                      <a:pt x="7" y="1"/>
                      <a:pt x="7" y="1"/>
                      <a:pt x="7" y="1"/>
                    </a:cubicBezTo>
                    <a:cubicBezTo>
                      <a:pt x="8" y="0"/>
                      <a:pt x="9"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7" name="Freeform 189"/>
              <p:cNvSpPr>
                <a:spLocks/>
              </p:cNvSpPr>
              <p:nvPr/>
            </p:nvSpPr>
            <p:spPr bwMode="auto">
              <a:xfrm>
                <a:off x="2644" y="3543"/>
                <a:ext cx="22" cy="24"/>
              </a:xfrm>
              <a:custGeom>
                <a:avLst/>
                <a:gdLst>
                  <a:gd name="T0" fmla="*/ 10 w 20"/>
                  <a:gd name="T1" fmla="*/ 1 h 21"/>
                  <a:gd name="T2" fmla="*/ 18 w 20"/>
                  <a:gd name="T3" fmla="*/ 6 h 21"/>
                  <a:gd name="T4" fmla="*/ 19 w 20"/>
                  <a:gd name="T5" fmla="*/ 10 h 21"/>
                  <a:gd name="T6" fmla="*/ 14 w 20"/>
                  <a:gd name="T7" fmla="*/ 19 h 21"/>
                  <a:gd name="T8" fmla="*/ 10 w 20"/>
                  <a:gd name="T9" fmla="*/ 20 h 21"/>
                  <a:gd name="T10" fmla="*/ 1 w 20"/>
                  <a:gd name="T11" fmla="*/ 14 h 21"/>
                  <a:gd name="T12" fmla="*/ 0 w 20"/>
                  <a:gd name="T13" fmla="*/ 10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8" y="6"/>
                      <a:pt x="18" y="6"/>
                      <a:pt x="18" y="6"/>
                    </a:cubicBezTo>
                    <a:cubicBezTo>
                      <a:pt x="20" y="7"/>
                      <a:pt x="20" y="9"/>
                      <a:pt x="19" y="10"/>
                    </a:cubicBezTo>
                    <a:cubicBezTo>
                      <a:pt x="14" y="19"/>
                      <a:pt x="14" y="19"/>
                      <a:pt x="14" y="19"/>
                    </a:cubicBezTo>
                    <a:cubicBezTo>
                      <a:pt x="13" y="20"/>
                      <a:pt x="11" y="21"/>
                      <a:pt x="10" y="20"/>
                    </a:cubicBezTo>
                    <a:cubicBezTo>
                      <a:pt x="1" y="14"/>
                      <a:pt x="1" y="14"/>
                      <a:pt x="1" y="14"/>
                    </a:cubicBezTo>
                    <a:cubicBezTo>
                      <a:pt x="0" y="13"/>
                      <a:pt x="0" y="12"/>
                      <a:pt x="0"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8" name="Freeform 190"/>
              <p:cNvSpPr>
                <a:spLocks/>
              </p:cNvSpPr>
              <p:nvPr/>
            </p:nvSpPr>
            <p:spPr bwMode="auto">
              <a:xfrm>
                <a:off x="2662" y="3556"/>
                <a:ext cx="22" cy="22"/>
              </a:xfrm>
              <a:custGeom>
                <a:avLst/>
                <a:gdLst>
                  <a:gd name="T0" fmla="*/ 10 w 20"/>
                  <a:gd name="T1" fmla="*/ 0 h 20"/>
                  <a:gd name="T2" fmla="*/ 19 w 20"/>
                  <a:gd name="T3" fmla="*/ 6 h 20"/>
                  <a:gd name="T4" fmla="*/ 19 w 20"/>
                  <a:gd name="T5" fmla="*/ 10 h 20"/>
                  <a:gd name="T6" fmla="*/ 14 w 20"/>
                  <a:gd name="T7" fmla="*/ 18 h 20"/>
                  <a:gd name="T8" fmla="*/ 10 w 20"/>
                  <a:gd name="T9" fmla="*/ 19 h 20"/>
                  <a:gd name="T10" fmla="*/ 1 w 20"/>
                  <a:gd name="T11" fmla="*/ 14 h 20"/>
                  <a:gd name="T12" fmla="*/ 1 w 20"/>
                  <a:gd name="T13" fmla="*/ 10 h 20"/>
                  <a:gd name="T14" fmla="*/ 6 w 20"/>
                  <a:gd name="T15" fmla="*/ 1 h 20"/>
                  <a:gd name="T16" fmla="*/ 10 w 20"/>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0"/>
                    </a:moveTo>
                    <a:cubicBezTo>
                      <a:pt x="19" y="6"/>
                      <a:pt x="19" y="6"/>
                      <a:pt x="19" y="6"/>
                    </a:cubicBezTo>
                    <a:cubicBezTo>
                      <a:pt x="20" y="7"/>
                      <a:pt x="20" y="8"/>
                      <a:pt x="19" y="10"/>
                    </a:cubicBezTo>
                    <a:cubicBezTo>
                      <a:pt x="14" y="18"/>
                      <a:pt x="14" y="18"/>
                      <a:pt x="14" y="18"/>
                    </a:cubicBezTo>
                    <a:cubicBezTo>
                      <a:pt x="13" y="20"/>
                      <a:pt x="11" y="20"/>
                      <a:pt x="10" y="19"/>
                    </a:cubicBezTo>
                    <a:cubicBezTo>
                      <a:pt x="1" y="14"/>
                      <a:pt x="1" y="14"/>
                      <a:pt x="1" y="14"/>
                    </a:cubicBezTo>
                    <a:cubicBezTo>
                      <a:pt x="0" y="13"/>
                      <a:pt x="0" y="11"/>
                      <a:pt x="1"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9" name="Freeform 191"/>
              <p:cNvSpPr>
                <a:spLocks/>
              </p:cNvSpPr>
              <p:nvPr/>
            </p:nvSpPr>
            <p:spPr bwMode="auto">
              <a:xfrm>
                <a:off x="2680" y="3567"/>
                <a:ext cx="22" cy="23"/>
              </a:xfrm>
              <a:custGeom>
                <a:avLst/>
                <a:gdLst>
                  <a:gd name="T0" fmla="*/ 10 w 20"/>
                  <a:gd name="T1" fmla="*/ 1 h 21"/>
                  <a:gd name="T2" fmla="*/ 19 w 20"/>
                  <a:gd name="T3" fmla="*/ 6 h 21"/>
                  <a:gd name="T4" fmla="*/ 20 w 20"/>
                  <a:gd name="T5" fmla="*/ 10 h 21"/>
                  <a:gd name="T6" fmla="*/ 14 w 20"/>
                  <a:gd name="T7" fmla="*/ 19 h 21"/>
                  <a:gd name="T8" fmla="*/ 10 w 20"/>
                  <a:gd name="T9" fmla="*/ 20 h 21"/>
                  <a:gd name="T10" fmla="*/ 2 w 20"/>
                  <a:gd name="T11" fmla="*/ 14 h 21"/>
                  <a:gd name="T12" fmla="*/ 1 w 20"/>
                  <a:gd name="T13" fmla="*/ 10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9" y="6"/>
                      <a:pt x="19" y="6"/>
                      <a:pt x="19" y="6"/>
                    </a:cubicBezTo>
                    <a:cubicBezTo>
                      <a:pt x="20" y="7"/>
                      <a:pt x="20" y="9"/>
                      <a:pt x="20" y="10"/>
                    </a:cubicBezTo>
                    <a:cubicBezTo>
                      <a:pt x="14" y="19"/>
                      <a:pt x="14" y="19"/>
                      <a:pt x="14" y="19"/>
                    </a:cubicBezTo>
                    <a:cubicBezTo>
                      <a:pt x="13" y="20"/>
                      <a:pt x="11" y="21"/>
                      <a:pt x="10" y="20"/>
                    </a:cubicBezTo>
                    <a:cubicBezTo>
                      <a:pt x="2" y="14"/>
                      <a:pt x="2" y="14"/>
                      <a:pt x="2" y="14"/>
                    </a:cubicBezTo>
                    <a:cubicBezTo>
                      <a:pt x="0" y="13"/>
                      <a:pt x="0" y="12"/>
                      <a:pt x="1"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0" name="Freeform 192"/>
              <p:cNvSpPr>
                <a:spLocks/>
              </p:cNvSpPr>
              <p:nvPr/>
            </p:nvSpPr>
            <p:spPr bwMode="auto">
              <a:xfrm>
                <a:off x="2697" y="3579"/>
                <a:ext cx="32" cy="28"/>
              </a:xfrm>
              <a:custGeom>
                <a:avLst/>
                <a:gdLst>
                  <a:gd name="T0" fmla="*/ 11 w 28"/>
                  <a:gd name="T1" fmla="*/ 0 h 25"/>
                  <a:gd name="T2" fmla="*/ 26 w 28"/>
                  <a:gd name="T3" fmla="*/ 10 h 25"/>
                  <a:gd name="T4" fmla="*/ 27 w 28"/>
                  <a:gd name="T5" fmla="*/ 14 h 25"/>
                  <a:gd name="T6" fmla="*/ 21 w 28"/>
                  <a:gd name="T7" fmla="*/ 23 h 25"/>
                  <a:gd name="T8" fmla="*/ 17 w 28"/>
                  <a:gd name="T9" fmla="*/ 24 h 25"/>
                  <a:gd name="T10" fmla="*/ 2 w 28"/>
                  <a:gd name="T11" fmla="*/ 14 h 25"/>
                  <a:gd name="T12" fmla="*/ 1 w 28"/>
                  <a:gd name="T13" fmla="*/ 10 h 25"/>
                  <a:gd name="T14" fmla="*/ 7 w 28"/>
                  <a:gd name="T15" fmla="*/ 1 h 25"/>
                  <a:gd name="T16" fmla="*/ 11 w 28"/>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5">
                    <a:moveTo>
                      <a:pt x="11" y="0"/>
                    </a:moveTo>
                    <a:cubicBezTo>
                      <a:pt x="26" y="10"/>
                      <a:pt x="26" y="10"/>
                      <a:pt x="26" y="10"/>
                    </a:cubicBezTo>
                    <a:cubicBezTo>
                      <a:pt x="27" y="11"/>
                      <a:pt x="28" y="13"/>
                      <a:pt x="27" y="14"/>
                    </a:cubicBezTo>
                    <a:cubicBezTo>
                      <a:pt x="21" y="23"/>
                      <a:pt x="21" y="23"/>
                      <a:pt x="21" y="23"/>
                    </a:cubicBezTo>
                    <a:cubicBezTo>
                      <a:pt x="20" y="24"/>
                      <a:pt x="19" y="25"/>
                      <a:pt x="17" y="24"/>
                    </a:cubicBezTo>
                    <a:cubicBezTo>
                      <a:pt x="2" y="14"/>
                      <a:pt x="2" y="14"/>
                      <a:pt x="2" y="14"/>
                    </a:cubicBezTo>
                    <a:cubicBezTo>
                      <a:pt x="1" y="13"/>
                      <a:pt x="0" y="11"/>
                      <a:pt x="1" y="10"/>
                    </a:cubicBezTo>
                    <a:cubicBezTo>
                      <a:pt x="7" y="1"/>
                      <a:pt x="7" y="1"/>
                      <a:pt x="7" y="1"/>
                    </a:cubicBezTo>
                    <a:cubicBezTo>
                      <a:pt x="7" y="0"/>
                      <a:pt x="9"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1" name="Freeform 193"/>
              <p:cNvSpPr>
                <a:spLocks/>
              </p:cNvSpPr>
              <p:nvPr/>
            </p:nvSpPr>
            <p:spPr bwMode="auto">
              <a:xfrm>
                <a:off x="2724" y="3596"/>
                <a:ext cx="23" cy="22"/>
              </a:xfrm>
              <a:custGeom>
                <a:avLst/>
                <a:gdLst>
                  <a:gd name="T0" fmla="*/ 10 w 20"/>
                  <a:gd name="T1" fmla="*/ 1 h 20"/>
                  <a:gd name="T2" fmla="*/ 18 w 20"/>
                  <a:gd name="T3" fmla="*/ 6 h 20"/>
                  <a:gd name="T4" fmla="*/ 19 w 20"/>
                  <a:gd name="T5" fmla="*/ 10 h 20"/>
                  <a:gd name="T6" fmla="*/ 13 w 20"/>
                  <a:gd name="T7" fmla="*/ 19 h 20"/>
                  <a:gd name="T8" fmla="*/ 10 w 20"/>
                  <a:gd name="T9" fmla="*/ 19 h 20"/>
                  <a:gd name="T10" fmla="*/ 2 w 20"/>
                  <a:gd name="T11" fmla="*/ 14 h 20"/>
                  <a:gd name="T12" fmla="*/ 1 w 20"/>
                  <a:gd name="T13" fmla="*/ 11 h 20"/>
                  <a:gd name="T14" fmla="*/ 7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20" y="7"/>
                      <a:pt x="20" y="9"/>
                      <a:pt x="19" y="10"/>
                    </a:cubicBezTo>
                    <a:cubicBezTo>
                      <a:pt x="13" y="19"/>
                      <a:pt x="13" y="19"/>
                      <a:pt x="13" y="19"/>
                    </a:cubicBezTo>
                    <a:cubicBezTo>
                      <a:pt x="13" y="20"/>
                      <a:pt x="11" y="20"/>
                      <a:pt x="10" y="19"/>
                    </a:cubicBezTo>
                    <a:cubicBezTo>
                      <a:pt x="2" y="14"/>
                      <a:pt x="2" y="14"/>
                      <a:pt x="2" y="14"/>
                    </a:cubicBezTo>
                    <a:cubicBezTo>
                      <a:pt x="1" y="13"/>
                      <a:pt x="0" y="12"/>
                      <a:pt x="1" y="11"/>
                    </a:cubicBezTo>
                    <a:cubicBezTo>
                      <a:pt x="7" y="2"/>
                      <a:pt x="7" y="2"/>
                      <a:pt x="7" y="2"/>
                    </a:cubicBezTo>
                    <a:cubicBezTo>
                      <a:pt x="8"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2" name="Freeform 194"/>
              <p:cNvSpPr>
                <a:spLocks/>
              </p:cNvSpPr>
              <p:nvPr/>
            </p:nvSpPr>
            <p:spPr bwMode="auto">
              <a:xfrm>
                <a:off x="2542" y="3532"/>
                <a:ext cx="131" cy="113"/>
              </a:xfrm>
              <a:custGeom>
                <a:avLst/>
                <a:gdLst>
                  <a:gd name="T0" fmla="*/ 31 w 117"/>
                  <a:gd name="T1" fmla="*/ 1 h 101"/>
                  <a:gd name="T2" fmla="*/ 115 w 117"/>
                  <a:gd name="T3" fmla="*/ 55 h 101"/>
                  <a:gd name="T4" fmla="*/ 116 w 117"/>
                  <a:gd name="T5" fmla="*/ 59 h 101"/>
                  <a:gd name="T6" fmla="*/ 90 w 117"/>
                  <a:gd name="T7" fmla="*/ 99 h 101"/>
                  <a:gd name="T8" fmla="*/ 86 w 117"/>
                  <a:gd name="T9" fmla="*/ 100 h 101"/>
                  <a:gd name="T10" fmla="*/ 2 w 117"/>
                  <a:gd name="T11" fmla="*/ 46 h 101"/>
                  <a:gd name="T12" fmla="*/ 1 w 117"/>
                  <a:gd name="T13" fmla="*/ 42 h 101"/>
                  <a:gd name="T14" fmla="*/ 27 w 117"/>
                  <a:gd name="T15" fmla="*/ 1 h 101"/>
                  <a:gd name="T16" fmla="*/ 31 w 117"/>
                  <a:gd name="T17" fmla="*/ 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101">
                    <a:moveTo>
                      <a:pt x="31" y="1"/>
                    </a:moveTo>
                    <a:cubicBezTo>
                      <a:pt x="115" y="55"/>
                      <a:pt x="115" y="55"/>
                      <a:pt x="115" y="55"/>
                    </a:cubicBezTo>
                    <a:cubicBezTo>
                      <a:pt x="116" y="56"/>
                      <a:pt x="117" y="58"/>
                      <a:pt x="116" y="59"/>
                    </a:cubicBezTo>
                    <a:cubicBezTo>
                      <a:pt x="90" y="99"/>
                      <a:pt x="90" y="99"/>
                      <a:pt x="90" y="99"/>
                    </a:cubicBezTo>
                    <a:cubicBezTo>
                      <a:pt x="89" y="101"/>
                      <a:pt x="87" y="101"/>
                      <a:pt x="86" y="100"/>
                    </a:cubicBezTo>
                    <a:cubicBezTo>
                      <a:pt x="2" y="46"/>
                      <a:pt x="2" y="46"/>
                      <a:pt x="2" y="46"/>
                    </a:cubicBezTo>
                    <a:cubicBezTo>
                      <a:pt x="0" y="45"/>
                      <a:pt x="0" y="43"/>
                      <a:pt x="1" y="42"/>
                    </a:cubicBezTo>
                    <a:cubicBezTo>
                      <a:pt x="27" y="1"/>
                      <a:pt x="27" y="1"/>
                      <a:pt x="27" y="1"/>
                    </a:cubicBezTo>
                    <a:cubicBezTo>
                      <a:pt x="28" y="0"/>
                      <a:pt x="30" y="0"/>
                      <a:pt x="3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3" name="Freeform 195"/>
              <p:cNvSpPr>
                <a:spLocks/>
              </p:cNvSpPr>
              <p:nvPr/>
            </p:nvSpPr>
            <p:spPr bwMode="auto">
              <a:xfrm>
                <a:off x="2532" y="3585"/>
                <a:ext cx="55" cy="41"/>
              </a:xfrm>
              <a:custGeom>
                <a:avLst/>
                <a:gdLst>
                  <a:gd name="T0" fmla="*/ 7 w 49"/>
                  <a:gd name="T1" fmla="*/ 1 h 37"/>
                  <a:gd name="T2" fmla="*/ 49 w 49"/>
                  <a:gd name="T3" fmla="*/ 28 h 37"/>
                  <a:gd name="T4" fmla="*/ 49 w 49"/>
                  <a:gd name="T5" fmla="*/ 28 h 37"/>
                  <a:gd name="T6" fmla="*/ 43 w 49"/>
                  <a:gd name="T7" fmla="*/ 37 h 37"/>
                  <a:gd name="T8" fmla="*/ 43 w 49"/>
                  <a:gd name="T9" fmla="*/ 37 h 37"/>
                  <a:gd name="T10" fmla="*/ 1 w 49"/>
                  <a:gd name="T11" fmla="*/ 10 h 37"/>
                  <a:gd name="T12" fmla="*/ 1 w 49"/>
                  <a:gd name="T13" fmla="*/ 9 h 37"/>
                  <a:gd name="T14" fmla="*/ 6 w 49"/>
                  <a:gd name="T15" fmla="*/ 1 h 37"/>
                  <a:gd name="T16" fmla="*/ 7 w 49"/>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37">
                    <a:moveTo>
                      <a:pt x="7" y="1"/>
                    </a:moveTo>
                    <a:cubicBezTo>
                      <a:pt x="49" y="28"/>
                      <a:pt x="49" y="28"/>
                      <a:pt x="49" y="28"/>
                    </a:cubicBezTo>
                    <a:cubicBezTo>
                      <a:pt x="49" y="28"/>
                      <a:pt x="49" y="28"/>
                      <a:pt x="49" y="28"/>
                    </a:cubicBezTo>
                    <a:cubicBezTo>
                      <a:pt x="43" y="37"/>
                      <a:pt x="43" y="37"/>
                      <a:pt x="43" y="37"/>
                    </a:cubicBezTo>
                    <a:cubicBezTo>
                      <a:pt x="43" y="37"/>
                      <a:pt x="43" y="37"/>
                      <a:pt x="43" y="37"/>
                    </a:cubicBezTo>
                    <a:cubicBezTo>
                      <a:pt x="1" y="10"/>
                      <a:pt x="1" y="10"/>
                      <a:pt x="1" y="10"/>
                    </a:cubicBezTo>
                    <a:cubicBezTo>
                      <a:pt x="0" y="10"/>
                      <a:pt x="0" y="9"/>
                      <a:pt x="1" y="9"/>
                    </a:cubicBezTo>
                    <a:cubicBezTo>
                      <a:pt x="6" y="1"/>
                      <a:pt x="6" y="1"/>
                      <a:pt x="6" y="1"/>
                    </a:cubicBezTo>
                    <a:cubicBezTo>
                      <a:pt x="6" y="0"/>
                      <a:pt x="7" y="0"/>
                      <a:pt x="7"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4" name="Freeform 196"/>
              <p:cNvSpPr>
                <a:spLocks/>
              </p:cNvSpPr>
              <p:nvPr/>
            </p:nvSpPr>
            <p:spPr bwMode="auto">
              <a:xfrm>
                <a:off x="2583" y="3618"/>
                <a:ext cx="55" cy="42"/>
              </a:xfrm>
              <a:custGeom>
                <a:avLst/>
                <a:gdLst>
                  <a:gd name="T0" fmla="*/ 7 w 49"/>
                  <a:gd name="T1" fmla="*/ 0 h 37"/>
                  <a:gd name="T2" fmla="*/ 49 w 49"/>
                  <a:gd name="T3" fmla="*/ 27 h 37"/>
                  <a:gd name="T4" fmla="*/ 49 w 49"/>
                  <a:gd name="T5" fmla="*/ 28 h 37"/>
                  <a:gd name="T6" fmla="*/ 43 w 49"/>
                  <a:gd name="T7" fmla="*/ 37 h 37"/>
                  <a:gd name="T8" fmla="*/ 43 w 49"/>
                  <a:gd name="T9" fmla="*/ 37 h 37"/>
                  <a:gd name="T10" fmla="*/ 1 w 49"/>
                  <a:gd name="T11" fmla="*/ 10 h 37"/>
                  <a:gd name="T12" fmla="*/ 1 w 49"/>
                  <a:gd name="T13" fmla="*/ 9 h 37"/>
                  <a:gd name="T14" fmla="*/ 6 w 49"/>
                  <a:gd name="T15" fmla="*/ 0 h 37"/>
                  <a:gd name="T16" fmla="*/ 7 w 49"/>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37">
                    <a:moveTo>
                      <a:pt x="7" y="0"/>
                    </a:moveTo>
                    <a:cubicBezTo>
                      <a:pt x="49" y="27"/>
                      <a:pt x="49" y="27"/>
                      <a:pt x="49" y="27"/>
                    </a:cubicBezTo>
                    <a:cubicBezTo>
                      <a:pt x="49" y="28"/>
                      <a:pt x="49" y="28"/>
                      <a:pt x="49" y="28"/>
                    </a:cubicBezTo>
                    <a:cubicBezTo>
                      <a:pt x="43" y="37"/>
                      <a:pt x="43" y="37"/>
                      <a:pt x="43" y="37"/>
                    </a:cubicBezTo>
                    <a:cubicBezTo>
                      <a:pt x="43" y="37"/>
                      <a:pt x="43" y="37"/>
                      <a:pt x="43" y="37"/>
                    </a:cubicBezTo>
                    <a:cubicBezTo>
                      <a:pt x="1" y="10"/>
                      <a:pt x="1" y="10"/>
                      <a:pt x="1" y="10"/>
                    </a:cubicBezTo>
                    <a:cubicBezTo>
                      <a:pt x="1" y="9"/>
                      <a:pt x="0" y="9"/>
                      <a:pt x="1" y="9"/>
                    </a:cubicBezTo>
                    <a:cubicBezTo>
                      <a:pt x="6" y="0"/>
                      <a:pt x="6" y="0"/>
                      <a:pt x="6" y="0"/>
                    </a:cubicBezTo>
                    <a:cubicBezTo>
                      <a:pt x="6" y="0"/>
                      <a:pt x="7" y="0"/>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5" name="Freeform 197"/>
              <p:cNvSpPr>
                <a:spLocks/>
              </p:cNvSpPr>
              <p:nvPr/>
            </p:nvSpPr>
            <p:spPr bwMode="auto">
              <a:xfrm>
                <a:off x="4138" y="732"/>
                <a:ext cx="212" cy="284"/>
              </a:xfrm>
              <a:custGeom>
                <a:avLst/>
                <a:gdLst>
                  <a:gd name="T0" fmla="*/ 108 w 190"/>
                  <a:gd name="T1" fmla="*/ 5 h 254"/>
                  <a:gd name="T2" fmla="*/ 172 w 190"/>
                  <a:gd name="T3" fmla="*/ 32 h 254"/>
                  <a:gd name="T4" fmla="*/ 185 w 190"/>
                  <a:gd name="T5" fmla="*/ 63 h 254"/>
                  <a:gd name="T6" fmla="*/ 114 w 190"/>
                  <a:gd name="T7" fmla="*/ 236 h 254"/>
                  <a:gd name="T8" fmla="*/ 82 w 190"/>
                  <a:gd name="T9" fmla="*/ 249 h 254"/>
                  <a:gd name="T10" fmla="*/ 18 w 190"/>
                  <a:gd name="T11" fmla="*/ 223 h 254"/>
                  <a:gd name="T12" fmla="*/ 5 w 190"/>
                  <a:gd name="T13" fmla="*/ 191 h 254"/>
                  <a:gd name="T14" fmla="*/ 76 w 190"/>
                  <a:gd name="T15" fmla="*/ 18 h 254"/>
                  <a:gd name="T16" fmla="*/ 108 w 190"/>
                  <a:gd name="T17" fmla="*/ 5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54">
                    <a:moveTo>
                      <a:pt x="108" y="5"/>
                    </a:moveTo>
                    <a:cubicBezTo>
                      <a:pt x="172" y="32"/>
                      <a:pt x="172" y="32"/>
                      <a:pt x="172" y="32"/>
                    </a:cubicBezTo>
                    <a:cubicBezTo>
                      <a:pt x="184" y="37"/>
                      <a:pt x="190" y="51"/>
                      <a:pt x="185" y="63"/>
                    </a:cubicBezTo>
                    <a:cubicBezTo>
                      <a:pt x="114" y="236"/>
                      <a:pt x="114" y="236"/>
                      <a:pt x="114" y="236"/>
                    </a:cubicBezTo>
                    <a:cubicBezTo>
                      <a:pt x="109" y="248"/>
                      <a:pt x="95" y="254"/>
                      <a:pt x="82" y="249"/>
                    </a:cubicBezTo>
                    <a:cubicBezTo>
                      <a:pt x="18" y="223"/>
                      <a:pt x="18" y="223"/>
                      <a:pt x="18" y="223"/>
                    </a:cubicBezTo>
                    <a:cubicBezTo>
                      <a:pt x="6" y="218"/>
                      <a:pt x="0" y="204"/>
                      <a:pt x="5" y="191"/>
                    </a:cubicBezTo>
                    <a:cubicBezTo>
                      <a:pt x="76" y="18"/>
                      <a:pt x="76" y="18"/>
                      <a:pt x="76" y="18"/>
                    </a:cubicBezTo>
                    <a:cubicBezTo>
                      <a:pt x="81" y="6"/>
                      <a:pt x="95" y="0"/>
                      <a:pt x="108" y="5"/>
                    </a:cubicBez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6" name="Freeform 198"/>
              <p:cNvSpPr>
                <a:spLocks/>
              </p:cNvSpPr>
              <p:nvPr/>
            </p:nvSpPr>
            <p:spPr bwMode="auto">
              <a:xfrm>
                <a:off x="4156" y="757"/>
                <a:ext cx="180" cy="226"/>
              </a:xfrm>
              <a:custGeom>
                <a:avLst/>
                <a:gdLst>
                  <a:gd name="T0" fmla="*/ 76 w 180"/>
                  <a:gd name="T1" fmla="*/ 0 h 226"/>
                  <a:gd name="T2" fmla="*/ 180 w 180"/>
                  <a:gd name="T3" fmla="*/ 42 h 226"/>
                  <a:gd name="T4" fmla="*/ 104 w 180"/>
                  <a:gd name="T5" fmla="*/ 226 h 226"/>
                  <a:gd name="T6" fmla="*/ 0 w 180"/>
                  <a:gd name="T7" fmla="*/ 184 h 226"/>
                  <a:gd name="T8" fmla="*/ 76 w 180"/>
                  <a:gd name="T9" fmla="*/ 0 h 226"/>
                </a:gdLst>
                <a:ahLst/>
                <a:cxnLst>
                  <a:cxn ang="0">
                    <a:pos x="T0" y="T1"/>
                  </a:cxn>
                  <a:cxn ang="0">
                    <a:pos x="T2" y="T3"/>
                  </a:cxn>
                  <a:cxn ang="0">
                    <a:pos x="T4" y="T5"/>
                  </a:cxn>
                  <a:cxn ang="0">
                    <a:pos x="T6" y="T7"/>
                  </a:cxn>
                  <a:cxn ang="0">
                    <a:pos x="T8" y="T9"/>
                  </a:cxn>
                </a:cxnLst>
                <a:rect l="0" t="0" r="r" b="b"/>
                <a:pathLst>
                  <a:path w="180" h="226">
                    <a:moveTo>
                      <a:pt x="76" y="0"/>
                    </a:moveTo>
                    <a:lnTo>
                      <a:pt x="180" y="42"/>
                    </a:lnTo>
                    <a:lnTo>
                      <a:pt x="104" y="226"/>
                    </a:lnTo>
                    <a:lnTo>
                      <a:pt x="0" y="184"/>
                    </a:lnTo>
                    <a:lnTo>
                      <a:pt x="7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7" name="Freeform 199"/>
              <p:cNvSpPr>
                <a:spLocks/>
              </p:cNvSpPr>
              <p:nvPr/>
            </p:nvSpPr>
            <p:spPr bwMode="auto">
              <a:xfrm>
                <a:off x="4263" y="751"/>
                <a:ext cx="53" cy="25"/>
              </a:xfrm>
              <a:custGeom>
                <a:avLst/>
                <a:gdLst>
                  <a:gd name="T0" fmla="*/ 2 w 47"/>
                  <a:gd name="T1" fmla="*/ 5 h 22"/>
                  <a:gd name="T2" fmla="*/ 44 w 47"/>
                  <a:gd name="T3" fmla="*/ 22 h 22"/>
                  <a:gd name="T4" fmla="*/ 47 w 47"/>
                  <a:gd name="T5" fmla="*/ 21 h 22"/>
                  <a:gd name="T6" fmla="*/ 47 w 47"/>
                  <a:gd name="T7" fmla="*/ 21 h 22"/>
                  <a:gd name="T8" fmla="*/ 46 w 47"/>
                  <a:gd name="T9" fmla="*/ 18 h 22"/>
                  <a:gd name="T10" fmla="*/ 4 w 47"/>
                  <a:gd name="T11" fmla="*/ 1 h 22"/>
                  <a:gd name="T12" fmla="*/ 1 w 47"/>
                  <a:gd name="T13" fmla="*/ 2 h 22"/>
                  <a:gd name="T14" fmla="*/ 1 w 47"/>
                  <a:gd name="T15" fmla="*/ 2 h 22"/>
                  <a:gd name="T16" fmla="*/ 2 w 47"/>
                  <a:gd name="T17"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2">
                    <a:moveTo>
                      <a:pt x="2" y="5"/>
                    </a:moveTo>
                    <a:cubicBezTo>
                      <a:pt x="44" y="22"/>
                      <a:pt x="44" y="22"/>
                      <a:pt x="44" y="22"/>
                    </a:cubicBezTo>
                    <a:cubicBezTo>
                      <a:pt x="45" y="22"/>
                      <a:pt x="46" y="22"/>
                      <a:pt x="47" y="21"/>
                    </a:cubicBezTo>
                    <a:cubicBezTo>
                      <a:pt x="47" y="21"/>
                      <a:pt x="47" y="21"/>
                      <a:pt x="47" y="21"/>
                    </a:cubicBezTo>
                    <a:cubicBezTo>
                      <a:pt x="47" y="20"/>
                      <a:pt x="47" y="18"/>
                      <a:pt x="46" y="18"/>
                    </a:cubicBezTo>
                    <a:cubicBezTo>
                      <a:pt x="4" y="1"/>
                      <a:pt x="4" y="1"/>
                      <a:pt x="4" y="1"/>
                    </a:cubicBezTo>
                    <a:cubicBezTo>
                      <a:pt x="3" y="0"/>
                      <a:pt x="1" y="1"/>
                      <a:pt x="1" y="2"/>
                    </a:cubicBezTo>
                    <a:cubicBezTo>
                      <a:pt x="1" y="2"/>
                      <a:pt x="1" y="2"/>
                      <a:pt x="1" y="2"/>
                    </a:cubicBezTo>
                    <a:cubicBezTo>
                      <a:pt x="0" y="3"/>
                      <a:pt x="1" y="4"/>
                      <a:pt x="2"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8" name="Freeform 200"/>
              <p:cNvSpPr>
                <a:spLocks/>
              </p:cNvSpPr>
              <p:nvPr/>
            </p:nvSpPr>
            <p:spPr bwMode="auto">
              <a:xfrm>
                <a:off x="4157" y="959"/>
                <a:ext cx="88" cy="41"/>
              </a:xfrm>
              <a:custGeom>
                <a:avLst/>
                <a:gdLst>
                  <a:gd name="T0" fmla="*/ 3 w 79"/>
                  <a:gd name="T1" fmla="*/ 7 h 37"/>
                  <a:gd name="T2" fmla="*/ 73 w 79"/>
                  <a:gd name="T3" fmla="*/ 36 h 37"/>
                  <a:gd name="T4" fmla="*/ 78 w 79"/>
                  <a:gd name="T5" fmla="*/ 34 h 37"/>
                  <a:gd name="T6" fmla="*/ 78 w 79"/>
                  <a:gd name="T7" fmla="*/ 34 h 37"/>
                  <a:gd name="T8" fmla="*/ 76 w 79"/>
                  <a:gd name="T9" fmla="*/ 29 h 37"/>
                  <a:gd name="T10" fmla="*/ 5 w 79"/>
                  <a:gd name="T11" fmla="*/ 0 h 37"/>
                  <a:gd name="T12" fmla="*/ 1 w 79"/>
                  <a:gd name="T13" fmla="*/ 2 h 37"/>
                  <a:gd name="T14" fmla="*/ 1 w 79"/>
                  <a:gd name="T15" fmla="*/ 2 h 37"/>
                  <a:gd name="T16" fmla="*/ 3 w 79"/>
                  <a:gd name="T17"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37">
                    <a:moveTo>
                      <a:pt x="3" y="7"/>
                    </a:moveTo>
                    <a:cubicBezTo>
                      <a:pt x="73" y="36"/>
                      <a:pt x="73" y="36"/>
                      <a:pt x="73" y="36"/>
                    </a:cubicBezTo>
                    <a:cubicBezTo>
                      <a:pt x="75" y="37"/>
                      <a:pt x="77" y="36"/>
                      <a:pt x="78" y="34"/>
                    </a:cubicBezTo>
                    <a:cubicBezTo>
                      <a:pt x="78" y="34"/>
                      <a:pt x="78" y="34"/>
                      <a:pt x="78" y="34"/>
                    </a:cubicBezTo>
                    <a:cubicBezTo>
                      <a:pt x="79" y="32"/>
                      <a:pt x="78" y="30"/>
                      <a:pt x="76" y="29"/>
                    </a:cubicBezTo>
                    <a:cubicBezTo>
                      <a:pt x="5" y="0"/>
                      <a:pt x="5" y="0"/>
                      <a:pt x="5" y="0"/>
                    </a:cubicBezTo>
                    <a:cubicBezTo>
                      <a:pt x="4" y="0"/>
                      <a:pt x="2" y="1"/>
                      <a:pt x="1" y="2"/>
                    </a:cubicBezTo>
                    <a:cubicBezTo>
                      <a:pt x="1" y="2"/>
                      <a:pt x="1" y="2"/>
                      <a:pt x="1" y="2"/>
                    </a:cubicBezTo>
                    <a:cubicBezTo>
                      <a:pt x="0" y="4"/>
                      <a:pt x="1" y="6"/>
                      <a:pt x="3"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9" name="Freeform 201"/>
              <p:cNvSpPr>
                <a:spLocks/>
              </p:cNvSpPr>
              <p:nvPr/>
            </p:nvSpPr>
            <p:spPr bwMode="auto">
              <a:xfrm>
                <a:off x="4184" y="962"/>
                <a:ext cx="35" cy="35"/>
              </a:xfrm>
              <a:custGeom>
                <a:avLst/>
                <a:gdLst>
                  <a:gd name="T0" fmla="*/ 21 w 31"/>
                  <a:gd name="T1" fmla="*/ 3 h 31"/>
                  <a:gd name="T2" fmla="*/ 28 w 31"/>
                  <a:gd name="T3" fmla="*/ 20 h 31"/>
                  <a:gd name="T4" fmla="*/ 10 w 31"/>
                  <a:gd name="T5" fmla="*/ 28 h 31"/>
                  <a:gd name="T6" fmla="*/ 3 w 31"/>
                  <a:gd name="T7" fmla="*/ 10 h 31"/>
                  <a:gd name="T8" fmla="*/ 21 w 31"/>
                  <a:gd name="T9" fmla="*/ 3 h 31"/>
                </a:gdLst>
                <a:ahLst/>
                <a:cxnLst>
                  <a:cxn ang="0">
                    <a:pos x="T0" y="T1"/>
                  </a:cxn>
                  <a:cxn ang="0">
                    <a:pos x="T2" y="T3"/>
                  </a:cxn>
                  <a:cxn ang="0">
                    <a:pos x="T4" y="T5"/>
                  </a:cxn>
                  <a:cxn ang="0">
                    <a:pos x="T6" y="T7"/>
                  </a:cxn>
                  <a:cxn ang="0">
                    <a:pos x="T8" y="T9"/>
                  </a:cxn>
                </a:cxnLst>
                <a:rect l="0" t="0" r="r" b="b"/>
                <a:pathLst>
                  <a:path w="31" h="31">
                    <a:moveTo>
                      <a:pt x="21" y="3"/>
                    </a:moveTo>
                    <a:cubicBezTo>
                      <a:pt x="27" y="5"/>
                      <a:pt x="31" y="13"/>
                      <a:pt x="28" y="20"/>
                    </a:cubicBezTo>
                    <a:cubicBezTo>
                      <a:pt x="25" y="27"/>
                      <a:pt x="17" y="31"/>
                      <a:pt x="10" y="28"/>
                    </a:cubicBezTo>
                    <a:cubicBezTo>
                      <a:pt x="3" y="25"/>
                      <a:pt x="0" y="17"/>
                      <a:pt x="3" y="10"/>
                    </a:cubicBezTo>
                    <a:cubicBezTo>
                      <a:pt x="6" y="3"/>
                      <a:pt x="14" y="0"/>
                      <a:pt x="21" y="3"/>
                    </a:cubicBez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40" name="Freeform 202"/>
              <p:cNvSpPr>
                <a:spLocks/>
              </p:cNvSpPr>
              <p:nvPr/>
            </p:nvSpPr>
            <p:spPr bwMode="auto">
              <a:xfrm>
                <a:off x="4189" y="967"/>
                <a:ext cx="24" cy="24"/>
              </a:xfrm>
              <a:custGeom>
                <a:avLst/>
                <a:gdLst>
                  <a:gd name="T0" fmla="*/ 14 w 21"/>
                  <a:gd name="T1" fmla="*/ 2 h 22"/>
                  <a:gd name="T2" fmla="*/ 19 w 21"/>
                  <a:gd name="T3" fmla="*/ 15 h 22"/>
                  <a:gd name="T4" fmla="*/ 7 w 21"/>
                  <a:gd name="T5" fmla="*/ 20 h 22"/>
                  <a:gd name="T6" fmla="*/ 2 w 21"/>
                  <a:gd name="T7" fmla="*/ 8 h 22"/>
                  <a:gd name="T8" fmla="*/ 14 w 21"/>
                  <a:gd name="T9" fmla="*/ 2 h 22"/>
                </a:gdLst>
                <a:ahLst/>
                <a:cxnLst>
                  <a:cxn ang="0">
                    <a:pos x="T0" y="T1"/>
                  </a:cxn>
                  <a:cxn ang="0">
                    <a:pos x="T2" y="T3"/>
                  </a:cxn>
                  <a:cxn ang="0">
                    <a:pos x="T4" y="T5"/>
                  </a:cxn>
                  <a:cxn ang="0">
                    <a:pos x="T6" y="T7"/>
                  </a:cxn>
                  <a:cxn ang="0">
                    <a:pos x="T8" y="T9"/>
                  </a:cxn>
                </a:cxnLst>
                <a:rect l="0" t="0" r="r" b="b"/>
                <a:pathLst>
                  <a:path w="21" h="22">
                    <a:moveTo>
                      <a:pt x="14" y="2"/>
                    </a:moveTo>
                    <a:cubicBezTo>
                      <a:pt x="19" y="4"/>
                      <a:pt x="21" y="10"/>
                      <a:pt x="19" y="15"/>
                    </a:cubicBezTo>
                    <a:cubicBezTo>
                      <a:pt x="17" y="20"/>
                      <a:pt x="12" y="22"/>
                      <a:pt x="7" y="20"/>
                    </a:cubicBezTo>
                    <a:cubicBezTo>
                      <a:pt x="2" y="18"/>
                      <a:pt x="0" y="12"/>
                      <a:pt x="2" y="8"/>
                    </a:cubicBezTo>
                    <a:cubicBezTo>
                      <a:pt x="4" y="3"/>
                      <a:pt x="9" y="0"/>
                      <a:pt x="14"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41" name="Freeform 203"/>
              <p:cNvSpPr>
                <a:spLocks/>
              </p:cNvSpPr>
              <p:nvPr/>
            </p:nvSpPr>
            <p:spPr bwMode="auto">
              <a:xfrm>
                <a:off x="3117" y="671"/>
                <a:ext cx="299" cy="215"/>
              </a:xfrm>
              <a:custGeom>
                <a:avLst/>
                <a:gdLst>
                  <a:gd name="T0" fmla="*/ 299 w 299"/>
                  <a:gd name="T1" fmla="*/ 107 h 215"/>
                  <a:gd name="T2" fmla="*/ 149 w 299"/>
                  <a:gd name="T3" fmla="*/ 215 h 215"/>
                  <a:gd name="T4" fmla="*/ 0 w 299"/>
                  <a:gd name="T5" fmla="*/ 107 h 215"/>
                  <a:gd name="T6" fmla="*/ 149 w 299"/>
                  <a:gd name="T7" fmla="*/ 0 h 215"/>
                  <a:gd name="T8" fmla="*/ 299 w 299"/>
                  <a:gd name="T9" fmla="*/ 107 h 215"/>
                </a:gdLst>
                <a:ahLst/>
                <a:cxnLst>
                  <a:cxn ang="0">
                    <a:pos x="T0" y="T1"/>
                  </a:cxn>
                  <a:cxn ang="0">
                    <a:pos x="T2" y="T3"/>
                  </a:cxn>
                  <a:cxn ang="0">
                    <a:pos x="T4" y="T5"/>
                  </a:cxn>
                  <a:cxn ang="0">
                    <a:pos x="T6" y="T7"/>
                  </a:cxn>
                  <a:cxn ang="0">
                    <a:pos x="T8" y="T9"/>
                  </a:cxn>
                </a:cxnLst>
                <a:rect l="0" t="0" r="r" b="b"/>
                <a:pathLst>
                  <a:path w="299" h="215">
                    <a:moveTo>
                      <a:pt x="299" y="107"/>
                    </a:moveTo>
                    <a:lnTo>
                      <a:pt x="149" y="215"/>
                    </a:lnTo>
                    <a:lnTo>
                      <a:pt x="0" y="107"/>
                    </a:lnTo>
                    <a:lnTo>
                      <a:pt x="149" y="0"/>
                    </a:lnTo>
                    <a:lnTo>
                      <a:pt x="299" y="107"/>
                    </a:lnTo>
                    <a:close/>
                  </a:path>
                </a:pathLst>
              </a:custGeom>
              <a:solidFill>
                <a:srgbClr val="DB9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42" name="Rectangle 204"/>
              <p:cNvSpPr>
                <a:spLocks noChangeArrowheads="1"/>
              </p:cNvSpPr>
              <p:nvPr/>
            </p:nvSpPr>
            <p:spPr bwMode="auto">
              <a:xfrm>
                <a:off x="3158" y="690"/>
                <a:ext cx="216" cy="264"/>
              </a:xfrm>
              <a:prstGeom prst="rect">
                <a:avLst/>
              </a:prstGeom>
              <a:solidFill>
                <a:srgbClr val="FFFDF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3" name="Oval 5"/>
              <p:cNvSpPr>
                <a:spLocks noChangeArrowheads="1"/>
              </p:cNvSpPr>
              <p:nvPr/>
            </p:nvSpPr>
            <p:spPr bwMode="auto">
              <a:xfrm>
                <a:off x="2895" y="1352"/>
                <a:ext cx="1731" cy="1730"/>
              </a:xfrm>
              <a:prstGeom prst="ellips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89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7" name="Rectangle 206"/>
            <p:cNvSpPr>
              <a:spLocks noChangeArrowheads="1"/>
            </p:cNvSpPr>
            <p:nvPr/>
          </p:nvSpPr>
          <p:spPr bwMode="auto">
            <a:xfrm>
              <a:off x="3191" y="726"/>
              <a:ext cx="63" cy="12"/>
            </a:xfrm>
            <a:prstGeom prst="rect">
              <a:avLst/>
            </a:prstGeom>
            <a:solidFill>
              <a:srgbClr val="FFDE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 name="Rectangle 207"/>
            <p:cNvSpPr>
              <a:spLocks noChangeArrowheads="1"/>
            </p:cNvSpPr>
            <p:nvPr/>
          </p:nvSpPr>
          <p:spPr bwMode="auto">
            <a:xfrm>
              <a:off x="3191" y="750"/>
              <a:ext cx="151" cy="12"/>
            </a:xfrm>
            <a:prstGeom prst="rect">
              <a:avLst/>
            </a:prstGeom>
            <a:solidFill>
              <a:srgbClr val="FFDE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 name="Rectangle 208"/>
            <p:cNvSpPr>
              <a:spLocks noChangeArrowheads="1"/>
            </p:cNvSpPr>
            <p:nvPr/>
          </p:nvSpPr>
          <p:spPr bwMode="auto">
            <a:xfrm>
              <a:off x="3191" y="774"/>
              <a:ext cx="151" cy="12"/>
            </a:xfrm>
            <a:prstGeom prst="rect">
              <a:avLst/>
            </a:prstGeom>
            <a:solidFill>
              <a:srgbClr val="FFDE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 name="Rectangle 209"/>
            <p:cNvSpPr>
              <a:spLocks noChangeArrowheads="1"/>
            </p:cNvSpPr>
            <p:nvPr/>
          </p:nvSpPr>
          <p:spPr bwMode="auto">
            <a:xfrm>
              <a:off x="3191" y="797"/>
              <a:ext cx="151" cy="12"/>
            </a:xfrm>
            <a:prstGeom prst="rect">
              <a:avLst/>
            </a:prstGeom>
            <a:solidFill>
              <a:srgbClr val="FFDE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 name="Rectangle 210"/>
            <p:cNvSpPr>
              <a:spLocks noChangeArrowheads="1"/>
            </p:cNvSpPr>
            <p:nvPr/>
          </p:nvSpPr>
          <p:spPr bwMode="auto">
            <a:xfrm>
              <a:off x="3191" y="819"/>
              <a:ext cx="151" cy="14"/>
            </a:xfrm>
            <a:prstGeom prst="rect">
              <a:avLst/>
            </a:prstGeom>
            <a:solidFill>
              <a:srgbClr val="FFDE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 name="Rectangle 211"/>
            <p:cNvSpPr>
              <a:spLocks noChangeArrowheads="1"/>
            </p:cNvSpPr>
            <p:nvPr/>
          </p:nvSpPr>
          <p:spPr bwMode="auto">
            <a:xfrm>
              <a:off x="3191" y="843"/>
              <a:ext cx="151" cy="13"/>
            </a:xfrm>
            <a:prstGeom prst="rect">
              <a:avLst/>
            </a:prstGeom>
            <a:solidFill>
              <a:srgbClr val="FFDE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 name="Rectangle 212"/>
            <p:cNvSpPr>
              <a:spLocks noChangeArrowheads="1"/>
            </p:cNvSpPr>
            <p:nvPr/>
          </p:nvSpPr>
          <p:spPr bwMode="auto">
            <a:xfrm>
              <a:off x="3191" y="866"/>
              <a:ext cx="151" cy="13"/>
            </a:xfrm>
            <a:prstGeom prst="rect">
              <a:avLst/>
            </a:prstGeom>
            <a:solidFill>
              <a:srgbClr val="FFDE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 name="Freeform 213"/>
            <p:cNvSpPr>
              <a:spLocks/>
            </p:cNvSpPr>
            <p:nvPr/>
          </p:nvSpPr>
          <p:spPr bwMode="auto">
            <a:xfrm>
              <a:off x="3117" y="778"/>
              <a:ext cx="299" cy="176"/>
            </a:xfrm>
            <a:custGeom>
              <a:avLst/>
              <a:gdLst>
                <a:gd name="T0" fmla="*/ 0 w 299"/>
                <a:gd name="T1" fmla="*/ 176 h 176"/>
                <a:gd name="T2" fmla="*/ 299 w 299"/>
                <a:gd name="T3" fmla="*/ 176 h 176"/>
                <a:gd name="T4" fmla="*/ 299 w 299"/>
                <a:gd name="T5" fmla="*/ 0 h 176"/>
                <a:gd name="T6" fmla="*/ 149 w 299"/>
                <a:gd name="T7" fmla="*/ 108 h 176"/>
                <a:gd name="T8" fmla="*/ 0 w 299"/>
                <a:gd name="T9" fmla="*/ 0 h 176"/>
                <a:gd name="T10" fmla="*/ 0 w 299"/>
                <a:gd name="T11" fmla="*/ 176 h 176"/>
              </a:gdLst>
              <a:ahLst/>
              <a:cxnLst>
                <a:cxn ang="0">
                  <a:pos x="T0" y="T1"/>
                </a:cxn>
                <a:cxn ang="0">
                  <a:pos x="T2" y="T3"/>
                </a:cxn>
                <a:cxn ang="0">
                  <a:pos x="T4" y="T5"/>
                </a:cxn>
                <a:cxn ang="0">
                  <a:pos x="T6" y="T7"/>
                </a:cxn>
                <a:cxn ang="0">
                  <a:pos x="T8" y="T9"/>
                </a:cxn>
                <a:cxn ang="0">
                  <a:pos x="T10" y="T11"/>
                </a:cxn>
              </a:cxnLst>
              <a:rect l="0" t="0" r="r" b="b"/>
              <a:pathLst>
                <a:path w="299" h="176">
                  <a:moveTo>
                    <a:pt x="0" y="176"/>
                  </a:moveTo>
                  <a:lnTo>
                    <a:pt x="299" y="176"/>
                  </a:lnTo>
                  <a:lnTo>
                    <a:pt x="299" y="0"/>
                  </a:lnTo>
                  <a:lnTo>
                    <a:pt x="149" y="108"/>
                  </a:lnTo>
                  <a:lnTo>
                    <a:pt x="0" y="0"/>
                  </a:lnTo>
                  <a:lnTo>
                    <a:pt x="0" y="176"/>
                  </a:ln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 name="Freeform 214"/>
            <p:cNvSpPr>
              <a:spLocks/>
            </p:cNvSpPr>
            <p:nvPr/>
          </p:nvSpPr>
          <p:spPr bwMode="auto">
            <a:xfrm>
              <a:off x="3117" y="866"/>
              <a:ext cx="299" cy="88"/>
            </a:xfrm>
            <a:custGeom>
              <a:avLst/>
              <a:gdLst>
                <a:gd name="T0" fmla="*/ 0 w 299"/>
                <a:gd name="T1" fmla="*/ 88 h 88"/>
                <a:gd name="T2" fmla="*/ 299 w 299"/>
                <a:gd name="T3" fmla="*/ 88 h 88"/>
                <a:gd name="T4" fmla="*/ 177 w 299"/>
                <a:gd name="T5" fmla="*/ 0 h 88"/>
                <a:gd name="T6" fmla="*/ 122 w 299"/>
                <a:gd name="T7" fmla="*/ 0 h 88"/>
                <a:gd name="T8" fmla="*/ 122 w 299"/>
                <a:gd name="T9" fmla="*/ 0 h 88"/>
                <a:gd name="T10" fmla="*/ 0 w 299"/>
                <a:gd name="T11" fmla="*/ 88 h 88"/>
              </a:gdLst>
              <a:ahLst/>
              <a:cxnLst>
                <a:cxn ang="0">
                  <a:pos x="T0" y="T1"/>
                </a:cxn>
                <a:cxn ang="0">
                  <a:pos x="T2" y="T3"/>
                </a:cxn>
                <a:cxn ang="0">
                  <a:pos x="T4" y="T5"/>
                </a:cxn>
                <a:cxn ang="0">
                  <a:pos x="T6" y="T7"/>
                </a:cxn>
                <a:cxn ang="0">
                  <a:pos x="T8" y="T9"/>
                </a:cxn>
                <a:cxn ang="0">
                  <a:pos x="T10" y="T11"/>
                </a:cxn>
              </a:cxnLst>
              <a:rect l="0" t="0" r="r" b="b"/>
              <a:pathLst>
                <a:path w="299" h="88">
                  <a:moveTo>
                    <a:pt x="0" y="88"/>
                  </a:moveTo>
                  <a:lnTo>
                    <a:pt x="299" y="88"/>
                  </a:lnTo>
                  <a:lnTo>
                    <a:pt x="177" y="0"/>
                  </a:lnTo>
                  <a:lnTo>
                    <a:pt x="122" y="0"/>
                  </a:lnTo>
                  <a:lnTo>
                    <a:pt x="122" y="0"/>
                  </a:lnTo>
                  <a:lnTo>
                    <a:pt x="0" y="88"/>
                  </a:lnTo>
                  <a:close/>
                </a:path>
              </a:pathLst>
            </a:custGeom>
            <a:solidFill>
              <a:srgbClr val="FFCD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 name="Freeform 215"/>
            <p:cNvSpPr>
              <a:spLocks/>
            </p:cNvSpPr>
            <p:nvPr/>
          </p:nvSpPr>
          <p:spPr bwMode="auto">
            <a:xfrm>
              <a:off x="3640" y="3609"/>
              <a:ext cx="194" cy="210"/>
            </a:xfrm>
            <a:custGeom>
              <a:avLst/>
              <a:gdLst>
                <a:gd name="T0" fmla="*/ 118 w 174"/>
                <a:gd name="T1" fmla="*/ 106 h 188"/>
                <a:gd name="T2" fmla="*/ 114 w 174"/>
                <a:gd name="T3" fmla="*/ 103 h 188"/>
                <a:gd name="T4" fmla="*/ 110 w 174"/>
                <a:gd name="T5" fmla="*/ 107 h 188"/>
                <a:gd name="T6" fmla="*/ 110 w 174"/>
                <a:gd name="T7" fmla="*/ 109 h 188"/>
                <a:gd name="T8" fmla="*/ 105 w 174"/>
                <a:gd name="T9" fmla="*/ 122 h 188"/>
                <a:gd name="T10" fmla="*/ 91 w 174"/>
                <a:gd name="T11" fmla="*/ 128 h 188"/>
                <a:gd name="T12" fmla="*/ 89 w 174"/>
                <a:gd name="T13" fmla="*/ 128 h 188"/>
                <a:gd name="T14" fmla="*/ 72 w 174"/>
                <a:gd name="T15" fmla="*/ 122 h 188"/>
                <a:gd name="T16" fmla="*/ 64 w 174"/>
                <a:gd name="T17" fmla="*/ 106 h 188"/>
                <a:gd name="T18" fmla="*/ 63 w 174"/>
                <a:gd name="T19" fmla="*/ 103 h 188"/>
                <a:gd name="T20" fmla="*/ 75 w 174"/>
                <a:gd name="T21" fmla="*/ 74 h 188"/>
                <a:gd name="T22" fmla="*/ 105 w 174"/>
                <a:gd name="T23" fmla="*/ 60 h 188"/>
                <a:gd name="T24" fmla="*/ 110 w 174"/>
                <a:gd name="T25" fmla="*/ 60 h 188"/>
                <a:gd name="T26" fmla="*/ 147 w 174"/>
                <a:gd name="T27" fmla="*/ 74 h 188"/>
                <a:gd name="T28" fmla="*/ 165 w 174"/>
                <a:gd name="T29" fmla="*/ 107 h 188"/>
                <a:gd name="T30" fmla="*/ 165 w 174"/>
                <a:gd name="T31" fmla="*/ 113 h 188"/>
                <a:gd name="T32" fmla="*/ 147 w 174"/>
                <a:gd name="T33" fmla="*/ 158 h 188"/>
                <a:gd name="T34" fmla="*/ 101 w 174"/>
                <a:gd name="T35" fmla="*/ 179 h 188"/>
                <a:gd name="T36" fmla="*/ 93 w 174"/>
                <a:gd name="T37" fmla="*/ 180 h 188"/>
                <a:gd name="T38" fmla="*/ 36 w 174"/>
                <a:gd name="T39" fmla="*/ 158 h 188"/>
                <a:gd name="T40" fmla="*/ 9 w 174"/>
                <a:gd name="T41" fmla="*/ 106 h 188"/>
                <a:gd name="T42" fmla="*/ 8 w 174"/>
                <a:gd name="T43" fmla="*/ 98 h 188"/>
                <a:gd name="T44" fmla="*/ 33 w 174"/>
                <a:gd name="T45" fmla="*/ 38 h 188"/>
                <a:gd name="T46" fmla="*/ 95 w 174"/>
                <a:gd name="T47" fmla="*/ 9 h 188"/>
                <a:gd name="T48" fmla="*/ 105 w 174"/>
                <a:gd name="T49" fmla="*/ 8 h 188"/>
                <a:gd name="T50" fmla="*/ 109 w 174"/>
                <a:gd name="T51" fmla="*/ 4 h 188"/>
                <a:gd name="T52" fmla="*/ 105 w 174"/>
                <a:gd name="T53" fmla="*/ 0 h 188"/>
                <a:gd name="T54" fmla="*/ 95 w 174"/>
                <a:gd name="T55" fmla="*/ 0 h 188"/>
                <a:gd name="T56" fmla="*/ 27 w 174"/>
                <a:gd name="T57" fmla="*/ 32 h 188"/>
                <a:gd name="T58" fmla="*/ 0 w 174"/>
                <a:gd name="T59" fmla="*/ 98 h 188"/>
                <a:gd name="T60" fmla="*/ 0 w 174"/>
                <a:gd name="T61" fmla="*/ 107 h 188"/>
                <a:gd name="T62" fmla="*/ 30 w 174"/>
                <a:gd name="T63" fmla="*/ 165 h 188"/>
                <a:gd name="T64" fmla="*/ 93 w 174"/>
                <a:gd name="T65" fmla="*/ 188 h 188"/>
                <a:gd name="T66" fmla="*/ 101 w 174"/>
                <a:gd name="T67" fmla="*/ 188 h 188"/>
                <a:gd name="T68" fmla="*/ 153 w 174"/>
                <a:gd name="T69" fmla="*/ 164 h 188"/>
                <a:gd name="T70" fmla="*/ 174 w 174"/>
                <a:gd name="T71" fmla="*/ 113 h 188"/>
                <a:gd name="T72" fmla="*/ 173 w 174"/>
                <a:gd name="T73" fmla="*/ 106 h 188"/>
                <a:gd name="T74" fmla="*/ 153 w 174"/>
                <a:gd name="T75" fmla="*/ 67 h 188"/>
                <a:gd name="T76" fmla="*/ 110 w 174"/>
                <a:gd name="T77" fmla="*/ 51 h 188"/>
                <a:gd name="T78" fmla="*/ 104 w 174"/>
                <a:gd name="T79" fmla="*/ 51 h 188"/>
                <a:gd name="T80" fmla="*/ 69 w 174"/>
                <a:gd name="T81" fmla="*/ 68 h 188"/>
                <a:gd name="T82" fmla="*/ 55 w 174"/>
                <a:gd name="T83" fmla="*/ 103 h 188"/>
                <a:gd name="T84" fmla="*/ 55 w 174"/>
                <a:gd name="T85" fmla="*/ 107 h 188"/>
                <a:gd name="T86" fmla="*/ 66 w 174"/>
                <a:gd name="T87" fmla="*/ 128 h 188"/>
                <a:gd name="T88" fmla="*/ 89 w 174"/>
                <a:gd name="T89" fmla="*/ 137 h 188"/>
                <a:gd name="T90" fmla="*/ 92 w 174"/>
                <a:gd name="T91" fmla="*/ 137 h 188"/>
                <a:gd name="T92" fmla="*/ 111 w 174"/>
                <a:gd name="T93" fmla="*/ 128 h 188"/>
                <a:gd name="T94" fmla="*/ 119 w 174"/>
                <a:gd name="T95" fmla="*/ 109 h 188"/>
                <a:gd name="T96" fmla="*/ 118 w 174"/>
                <a:gd name="T97" fmla="*/ 106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4" h="188">
                  <a:moveTo>
                    <a:pt x="118" y="106"/>
                  </a:moveTo>
                  <a:cubicBezTo>
                    <a:pt x="118" y="104"/>
                    <a:pt x="116" y="102"/>
                    <a:pt x="114" y="103"/>
                  </a:cubicBezTo>
                  <a:cubicBezTo>
                    <a:pt x="111" y="103"/>
                    <a:pt x="110" y="105"/>
                    <a:pt x="110" y="107"/>
                  </a:cubicBezTo>
                  <a:cubicBezTo>
                    <a:pt x="110" y="108"/>
                    <a:pt x="110" y="108"/>
                    <a:pt x="110" y="109"/>
                  </a:cubicBezTo>
                  <a:cubicBezTo>
                    <a:pt x="110" y="114"/>
                    <a:pt x="108" y="119"/>
                    <a:pt x="105" y="122"/>
                  </a:cubicBezTo>
                  <a:cubicBezTo>
                    <a:pt x="101" y="125"/>
                    <a:pt x="97" y="128"/>
                    <a:pt x="91" y="128"/>
                  </a:cubicBezTo>
                  <a:cubicBezTo>
                    <a:pt x="90" y="128"/>
                    <a:pt x="90" y="128"/>
                    <a:pt x="89" y="128"/>
                  </a:cubicBezTo>
                  <a:cubicBezTo>
                    <a:pt x="82" y="128"/>
                    <a:pt x="76" y="126"/>
                    <a:pt x="72" y="122"/>
                  </a:cubicBezTo>
                  <a:cubicBezTo>
                    <a:pt x="67" y="118"/>
                    <a:pt x="64" y="112"/>
                    <a:pt x="64" y="106"/>
                  </a:cubicBezTo>
                  <a:cubicBezTo>
                    <a:pt x="63" y="105"/>
                    <a:pt x="63" y="104"/>
                    <a:pt x="63" y="103"/>
                  </a:cubicBezTo>
                  <a:cubicBezTo>
                    <a:pt x="63" y="91"/>
                    <a:pt x="68" y="81"/>
                    <a:pt x="75" y="74"/>
                  </a:cubicBezTo>
                  <a:cubicBezTo>
                    <a:pt x="82" y="66"/>
                    <a:pt x="93" y="61"/>
                    <a:pt x="105" y="60"/>
                  </a:cubicBezTo>
                  <a:cubicBezTo>
                    <a:pt x="106" y="60"/>
                    <a:pt x="108" y="60"/>
                    <a:pt x="110" y="60"/>
                  </a:cubicBezTo>
                  <a:cubicBezTo>
                    <a:pt x="124" y="60"/>
                    <a:pt x="137" y="65"/>
                    <a:pt x="147" y="74"/>
                  </a:cubicBezTo>
                  <a:cubicBezTo>
                    <a:pt x="157" y="82"/>
                    <a:pt x="164" y="94"/>
                    <a:pt x="165" y="107"/>
                  </a:cubicBezTo>
                  <a:cubicBezTo>
                    <a:pt x="165" y="109"/>
                    <a:pt x="165" y="111"/>
                    <a:pt x="165" y="113"/>
                  </a:cubicBezTo>
                  <a:cubicBezTo>
                    <a:pt x="165" y="131"/>
                    <a:pt x="158" y="146"/>
                    <a:pt x="147" y="158"/>
                  </a:cubicBezTo>
                  <a:cubicBezTo>
                    <a:pt x="135" y="170"/>
                    <a:pt x="119" y="178"/>
                    <a:pt x="101" y="179"/>
                  </a:cubicBezTo>
                  <a:cubicBezTo>
                    <a:pt x="98" y="179"/>
                    <a:pt x="96" y="180"/>
                    <a:pt x="93" y="180"/>
                  </a:cubicBezTo>
                  <a:cubicBezTo>
                    <a:pt x="72" y="180"/>
                    <a:pt x="51" y="171"/>
                    <a:pt x="36" y="158"/>
                  </a:cubicBezTo>
                  <a:cubicBezTo>
                    <a:pt x="21" y="145"/>
                    <a:pt x="10" y="127"/>
                    <a:pt x="9" y="106"/>
                  </a:cubicBezTo>
                  <a:cubicBezTo>
                    <a:pt x="8" y="104"/>
                    <a:pt x="8" y="101"/>
                    <a:pt x="8" y="98"/>
                  </a:cubicBezTo>
                  <a:cubicBezTo>
                    <a:pt x="8" y="75"/>
                    <a:pt x="17" y="53"/>
                    <a:pt x="33" y="38"/>
                  </a:cubicBezTo>
                  <a:cubicBezTo>
                    <a:pt x="48" y="22"/>
                    <a:pt x="70" y="11"/>
                    <a:pt x="95" y="9"/>
                  </a:cubicBezTo>
                  <a:cubicBezTo>
                    <a:pt x="99" y="9"/>
                    <a:pt x="102" y="8"/>
                    <a:pt x="105" y="8"/>
                  </a:cubicBezTo>
                  <a:cubicBezTo>
                    <a:pt x="108" y="8"/>
                    <a:pt x="109" y="7"/>
                    <a:pt x="109" y="4"/>
                  </a:cubicBezTo>
                  <a:cubicBezTo>
                    <a:pt x="109" y="2"/>
                    <a:pt x="108" y="0"/>
                    <a:pt x="105" y="0"/>
                  </a:cubicBezTo>
                  <a:cubicBezTo>
                    <a:pt x="102" y="0"/>
                    <a:pt x="98" y="0"/>
                    <a:pt x="95" y="0"/>
                  </a:cubicBezTo>
                  <a:cubicBezTo>
                    <a:pt x="67" y="3"/>
                    <a:pt x="44" y="14"/>
                    <a:pt x="27" y="32"/>
                  </a:cubicBezTo>
                  <a:cubicBezTo>
                    <a:pt x="10" y="49"/>
                    <a:pt x="0" y="72"/>
                    <a:pt x="0" y="98"/>
                  </a:cubicBezTo>
                  <a:cubicBezTo>
                    <a:pt x="0" y="101"/>
                    <a:pt x="0" y="104"/>
                    <a:pt x="0" y="107"/>
                  </a:cubicBezTo>
                  <a:cubicBezTo>
                    <a:pt x="2" y="130"/>
                    <a:pt x="14" y="150"/>
                    <a:pt x="30" y="165"/>
                  </a:cubicBezTo>
                  <a:cubicBezTo>
                    <a:pt x="47" y="179"/>
                    <a:pt x="70" y="188"/>
                    <a:pt x="93" y="188"/>
                  </a:cubicBezTo>
                  <a:cubicBezTo>
                    <a:pt x="96" y="188"/>
                    <a:pt x="99" y="188"/>
                    <a:pt x="101" y="188"/>
                  </a:cubicBezTo>
                  <a:cubicBezTo>
                    <a:pt x="122" y="186"/>
                    <a:pt x="140" y="177"/>
                    <a:pt x="153" y="164"/>
                  </a:cubicBezTo>
                  <a:cubicBezTo>
                    <a:pt x="166" y="151"/>
                    <a:pt x="174" y="133"/>
                    <a:pt x="174" y="113"/>
                  </a:cubicBezTo>
                  <a:cubicBezTo>
                    <a:pt x="174" y="111"/>
                    <a:pt x="173" y="109"/>
                    <a:pt x="173" y="106"/>
                  </a:cubicBezTo>
                  <a:cubicBezTo>
                    <a:pt x="172" y="91"/>
                    <a:pt x="164" y="77"/>
                    <a:pt x="153" y="67"/>
                  </a:cubicBezTo>
                  <a:cubicBezTo>
                    <a:pt x="141" y="57"/>
                    <a:pt x="126" y="51"/>
                    <a:pt x="110" y="51"/>
                  </a:cubicBezTo>
                  <a:cubicBezTo>
                    <a:pt x="108" y="51"/>
                    <a:pt x="106" y="51"/>
                    <a:pt x="104" y="51"/>
                  </a:cubicBezTo>
                  <a:cubicBezTo>
                    <a:pt x="90" y="53"/>
                    <a:pt x="78" y="59"/>
                    <a:pt x="69" y="68"/>
                  </a:cubicBezTo>
                  <a:cubicBezTo>
                    <a:pt x="60" y="77"/>
                    <a:pt x="55" y="89"/>
                    <a:pt x="55" y="103"/>
                  </a:cubicBezTo>
                  <a:cubicBezTo>
                    <a:pt x="55" y="104"/>
                    <a:pt x="55" y="106"/>
                    <a:pt x="55" y="107"/>
                  </a:cubicBezTo>
                  <a:cubicBezTo>
                    <a:pt x="56" y="115"/>
                    <a:pt x="60" y="123"/>
                    <a:pt x="66" y="128"/>
                  </a:cubicBezTo>
                  <a:cubicBezTo>
                    <a:pt x="72" y="134"/>
                    <a:pt x="80" y="137"/>
                    <a:pt x="89" y="137"/>
                  </a:cubicBezTo>
                  <a:cubicBezTo>
                    <a:pt x="90" y="137"/>
                    <a:pt x="91" y="137"/>
                    <a:pt x="92" y="137"/>
                  </a:cubicBezTo>
                  <a:cubicBezTo>
                    <a:pt x="99" y="136"/>
                    <a:pt x="106" y="133"/>
                    <a:pt x="111" y="128"/>
                  </a:cubicBezTo>
                  <a:cubicBezTo>
                    <a:pt x="116" y="123"/>
                    <a:pt x="119" y="116"/>
                    <a:pt x="119" y="109"/>
                  </a:cubicBezTo>
                  <a:cubicBezTo>
                    <a:pt x="119" y="108"/>
                    <a:pt x="118" y="107"/>
                    <a:pt x="118" y="106"/>
                  </a:cubicBezTo>
                  <a:close/>
                </a:path>
              </a:pathLst>
            </a:custGeom>
            <a:solidFill>
              <a:srgbClr val="589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 name="Freeform 216"/>
            <p:cNvSpPr>
              <a:spLocks/>
            </p:cNvSpPr>
            <p:nvPr/>
          </p:nvSpPr>
          <p:spPr bwMode="auto">
            <a:xfrm>
              <a:off x="3643" y="3644"/>
              <a:ext cx="30" cy="30"/>
            </a:xfrm>
            <a:custGeom>
              <a:avLst/>
              <a:gdLst>
                <a:gd name="T0" fmla="*/ 19 w 27"/>
                <a:gd name="T1" fmla="*/ 3 h 27"/>
                <a:gd name="T2" fmla="*/ 3 w 27"/>
                <a:gd name="T3" fmla="*/ 8 h 27"/>
                <a:gd name="T4" fmla="*/ 8 w 27"/>
                <a:gd name="T5" fmla="*/ 24 h 27"/>
                <a:gd name="T6" fmla="*/ 24 w 27"/>
                <a:gd name="T7" fmla="*/ 19 h 27"/>
                <a:gd name="T8" fmla="*/ 19 w 27"/>
                <a:gd name="T9" fmla="*/ 3 h 27"/>
              </a:gdLst>
              <a:ahLst/>
              <a:cxnLst>
                <a:cxn ang="0">
                  <a:pos x="T0" y="T1"/>
                </a:cxn>
                <a:cxn ang="0">
                  <a:pos x="T2" y="T3"/>
                </a:cxn>
                <a:cxn ang="0">
                  <a:pos x="T4" y="T5"/>
                </a:cxn>
                <a:cxn ang="0">
                  <a:pos x="T6" y="T7"/>
                </a:cxn>
                <a:cxn ang="0">
                  <a:pos x="T8" y="T9"/>
                </a:cxn>
              </a:cxnLst>
              <a:rect l="0" t="0" r="r" b="b"/>
              <a:pathLst>
                <a:path w="27" h="27">
                  <a:moveTo>
                    <a:pt x="19" y="3"/>
                  </a:moveTo>
                  <a:cubicBezTo>
                    <a:pt x="13" y="0"/>
                    <a:pt x="6" y="2"/>
                    <a:pt x="3" y="8"/>
                  </a:cubicBezTo>
                  <a:cubicBezTo>
                    <a:pt x="0" y="14"/>
                    <a:pt x="2" y="21"/>
                    <a:pt x="8" y="24"/>
                  </a:cubicBezTo>
                  <a:cubicBezTo>
                    <a:pt x="13" y="27"/>
                    <a:pt x="21" y="25"/>
                    <a:pt x="24" y="19"/>
                  </a:cubicBezTo>
                  <a:cubicBezTo>
                    <a:pt x="27" y="13"/>
                    <a:pt x="24" y="6"/>
                    <a:pt x="19" y="3"/>
                  </a:cubicBez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 name="Freeform 217"/>
            <p:cNvSpPr>
              <a:spLocks/>
            </p:cNvSpPr>
            <p:nvPr/>
          </p:nvSpPr>
          <p:spPr bwMode="auto">
            <a:xfrm>
              <a:off x="3615" y="3583"/>
              <a:ext cx="85" cy="153"/>
            </a:xfrm>
            <a:custGeom>
              <a:avLst/>
              <a:gdLst>
                <a:gd name="T0" fmla="*/ 80 w 85"/>
                <a:gd name="T1" fmla="*/ 0 h 153"/>
                <a:gd name="T2" fmla="*/ 0 w 85"/>
                <a:gd name="T3" fmla="*/ 149 h 153"/>
                <a:gd name="T4" fmla="*/ 6 w 85"/>
                <a:gd name="T5" fmla="*/ 153 h 153"/>
                <a:gd name="T6" fmla="*/ 85 w 85"/>
                <a:gd name="T7" fmla="*/ 3 h 153"/>
                <a:gd name="T8" fmla="*/ 80 w 85"/>
                <a:gd name="T9" fmla="*/ 0 h 153"/>
              </a:gdLst>
              <a:ahLst/>
              <a:cxnLst>
                <a:cxn ang="0">
                  <a:pos x="T0" y="T1"/>
                </a:cxn>
                <a:cxn ang="0">
                  <a:pos x="T2" y="T3"/>
                </a:cxn>
                <a:cxn ang="0">
                  <a:pos x="T4" y="T5"/>
                </a:cxn>
                <a:cxn ang="0">
                  <a:pos x="T6" y="T7"/>
                </a:cxn>
                <a:cxn ang="0">
                  <a:pos x="T8" y="T9"/>
                </a:cxn>
              </a:cxnLst>
              <a:rect l="0" t="0" r="r" b="b"/>
              <a:pathLst>
                <a:path w="85" h="153">
                  <a:moveTo>
                    <a:pt x="80" y="0"/>
                  </a:moveTo>
                  <a:lnTo>
                    <a:pt x="0" y="149"/>
                  </a:lnTo>
                  <a:lnTo>
                    <a:pt x="6" y="153"/>
                  </a:lnTo>
                  <a:lnTo>
                    <a:pt x="85" y="3"/>
                  </a:lnTo>
                  <a:lnTo>
                    <a:pt x="80" y="0"/>
                  </a:ln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 name="Freeform 218"/>
            <p:cNvSpPr>
              <a:spLocks/>
            </p:cNvSpPr>
            <p:nvPr/>
          </p:nvSpPr>
          <p:spPr bwMode="auto">
            <a:xfrm>
              <a:off x="3682" y="3569"/>
              <a:ext cx="31" cy="30"/>
            </a:xfrm>
            <a:custGeom>
              <a:avLst/>
              <a:gdLst>
                <a:gd name="T0" fmla="*/ 19 w 27"/>
                <a:gd name="T1" fmla="*/ 3 h 27"/>
                <a:gd name="T2" fmla="*/ 3 w 27"/>
                <a:gd name="T3" fmla="*/ 8 h 27"/>
                <a:gd name="T4" fmla="*/ 8 w 27"/>
                <a:gd name="T5" fmla="*/ 24 h 27"/>
                <a:gd name="T6" fmla="*/ 24 w 27"/>
                <a:gd name="T7" fmla="*/ 19 h 27"/>
                <a:gd name="T8" fmla="*/ 19 w 27"/>
                <a:gd name="T9" fmla="*/ 3 h 27"/>
              </a:gdLst>
              <a:ahLst/>
              <a:cxnLst>
                <a:cxn ang="0">
                  <a:pos x="T0" y="T1"/>
                </a:cxn>
                <a:cxn ang="0">
                  <a:pos x="T2" y="T3"/>
                </a:cxn>
                <a:cxn ang="0">
                  <a:pos x="T4" y="T5"/>
                </a:cxn>
                <a:cxn ang="0">
                  <a:pos x="T6" y="T7"/>
                </a:cxn>
                <a:cxn ang="0">
                  <a:pos x="T8" y="T9"/>
                </a:cxn>
              </a:cxnLst>
              <a:rect l="0" t="0" r="r" b="b"/>
              <a:pathLst>
                <a:path w="27" h="27">
                  <a:moveTo>
                    <a:pt x="19" y="3"/>
                  </a:moveTo>
                  <a:cubicBezTo>
                    <a:pt x="14" y="0"/>
                    <a:pt x="6" y="2"/>
                    <a:pt x="3" y="8"/>
                  </a:cubicBezTo>
                  <a:cubicBezTo>
                    <a:pt x="0" y="14"/>
                    <a:pt x="3" y="21"/>
                    <a:pt x="8" y="24"/>
                  </a:cubicBezTo>
                  <a:cubicBezTo>
                    <a:pt x="14" y="27"/>
                    <a:pt x="21" y="25"/>
                    <a:pt x="24" y="19"/>
                  </a:cubicBezTo>
                  <a:cubicBezTo>
                    <a:pt x="27" y="13"/>
                    <a:pt x="25" y="6"/>
                    <a:pt x="19" y="3"/>
                  </a:cubicBez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 name="Freeform 219"/>
            <p:cNvSpPr>
              <a:spLocks/>
            </p:cNvSpPr>
            <p:nvPr/>
          </p:nvSpPr>
          <p:spPr bwMode="auto">
            <a:xfrm>
              <a:off x="3603" y="3719"/>
              <a:ext cx="30" cy="30"/>
            </a:xfrm>
            <a:custGeom>
              <a:avLst/>
              <a:gdLst>
                <a:gd name="T0" fmla="*/ 19 w 27"/>
                <a:gd name="T1" fmla="*/ 3 h 27"/>
                <a:gd name="T2" fmla="*/ 3 w 27"/>
                <a:gd name="T3" fmla="*/ 8 h 27"/>
                <a:gd name="T4" fmla="*/ 8 w 27"/>
                <a:gd name="T5" fmla="*/ 24 h 27"/>
                <a:gd name="T6" fmla="*/ 24 w 27"/>
                <a:gd name="T7" fmla="*/ 19 h 27"/>
                <a:gd name="T8" fmla="*/ 19 w 27"/>
                <a:gd name="T9" fmla="*/ 3 h 27"/>
              </a:gdLst>
              <a:ahLst/>
              <a:cxnLst>
                <a:cxn ang="0">
                  <a:pos x="T0" y="T1"/>
                </a:cxn>
                <a:cxn ang="0">
                  <a:pos x="T2" y="T3"/>
                </a:cxn>
                <a:cxn ang="0">
                  <a:pos x="T4" y="T5"/>
                </a:cxn>
                <a:cxn ang="0">
                  <a:pos x="T6" y="T7"/>
                </a:cxn>
                <a:cxn ang="0">
                  <a:pos x="T8" y="T9"/>
                </a:cxn>
              </a:cxnLst>
              <a:rect l="0" t="0" r="r" b="b"/>
              <a:pathLst>
                <a:path w="27" h="27">
                  <a:moveTo>
                    <a:pt x="19" y="3"/>
                  </a:moveTo>
                  <a:cubicBezTo>
                    <a:pt x="13" y="0"/>
                    <a:pt x="6" y="3"/>
                    <a:pt x="3" y="8"/>
                  </a:cubicBezTo>
                  <a:cubicBezTo>
                    <a:pt x="0" y="14"/>
                    <a:pt x="2" y="21"/>
                    <a:pt x="8" y="24"/>
                  </a:cubicBezTo>
                  <a:cubicBezTo>
                    <a:pt x="14" y="27"/>
                    <a:pt x="21" y="25"/>
                    <a:pt x="24" y="19"/>
                  </a:cubicBezTo>
                  <a:cubicBezTo>
                    <a:pt x="27" y="14"/>
                    <a:pt x="25" y="6"/>
                    <a:pt x="19" y="3"/>
                  </a:cubicBez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 name="Freeform 220"/>
            <p:cNvSpPr>
              <a:spLocks/>
            </p:cNvSpPr>
            <p:nvPr/>
          </p:nvSpPr>
          <p:spPr bwMode="auto">
            <a:xfrm>
              <a:off x="3704" y="3788"/>
              <a:ext cx="43" cy="42"/>
            </a:xfrm>
            <a:custGeom>
              <a:avLst/>
              <a:gdLst>
                <a:gd name="T0" fmla="*/ 28 w 39"/>
                <a:gd name="T1" fmla="*/ 4 h 38"/>
                <a:gd name="T2" fmla="*/ 5 w 39"/>
                <a:gd name="T3" fmla="*/ 11 h 38"/>
                <a:gd name="T4" fmla="*/ 12 w 39"/>
                <a:gd name="T5" fmla="*/ 34 h 38"/>
                <a:gd name="T6" fmla="*/ 35 w 39"/>
                <a:gd name="T7" fmla="*/ 27 h 38"/>
                <a:gd name="T8" fmla="*/ 28 w 39"/>
                <a:gd name="T9" fmla="*/ 4 h 38"/>
              </a:gdLst>
              <a:ahLst/>
              <a:cxnLst>
                <a:cxn ang="0">
                  <a:pos x="T0" y="T1"/>
                </a:cxn>
                <a:cxn ang="0">
                  <a:pos x="T2" y="T3"/>
                </a:cxn>
                <a:cxn ang="0">
                  <a:pos x="T4" y="T5"/>
                </a:cxn>
                <a:cxn ang="0">
                  <a:pos x="T6" y="T7"/>
                </a:cxn>
                <a:cxn ang="0">
                  <a:pos x="T8" y="T9"/>
                </a:cxn>
              </a:cxnLst>
              <a:rect l="0" t="0" r="r" b="b"/>
              <a:pathLst>
                <a:path w="39" h="38">
                  <a:moveTo>
                    <a:pt x="28" y="4"/>
                  </a:moveTo>
                  <a:cubicBezTo>
                    <a:pt x="19" y="0"/>
                    <a:pt x="9" y="3"/>
                    <a:pt x="5" y="11"/>
                  </a:cubicBezTo>
                  <a:cubicBezTo>
                    <a:pt x="0" y="19"/>
                    <a:pt x="3" y="30"/>
                    <a:pt x="12" y="34"/>
                  </a:cubicBezTo>
                  <a:cubicBezTo>
                    <a:pt x="20" y="38"/>
                    <a:pt x="30" y="35"/>
                    <a:pt x="35" y="27"/>
                  </a:cubicBezTo>
                  <a:cubicBezTo>
                    <a:pt x="39" y="19"/>
                    <a:pt x="36" y="8"/>
                    <a:pt x="28" y="4"/>
                  </a:cubicBezTo>
                  <a:close/>
                </a:path>
              </a:pathLst>
            </a:custGeom>
            <a:solidFill>
              <a:srgbClr val="589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 name="Freeform 221"/>
            <p:cNvSpPr>
              <a:spLocks/>
            </p:cNvSpPr>
            <p:nvPr/>
          </p:nvSpPr>
          <p:spPr bwMode="auto">
            <a:xfrm>
              <a:off x="3710" y="3794"/>
              <a:ext cx="30" cy="31"/>
            </a:xfrm>
            <a:custGeom>
              <a:avLst/>
              <a:gdLst>
                <a:gd name="T0" fmla="*/ 19 w 27"/>
                <a:gd name="T1" fmla="*/ 3 h 28"/>
                <a:gd name="T2" fmla="*/ 3 w 27"/>
                <a:gd name="T3" fmla="*/ 8 h 28"/>
                <a:gd name="T4" fmla="*/ 8 w 27"/>
                <a:gd name="T5" fmla="*/ 25 h 28"/>
                <a:gd name="T6" fmla="*/ 24 w 27"/>
                <a:gd name="T7" fmla="*/ 20 h 28"/>
                <a:gd name="T8" fmla="*/ 19 w 27"/>
                <a:gd name="T9" fmla="*/ 3 h 28"/>
              </a:gdLst>
              <a:ahLst/>
              <a:cxnLst>
                <a:cxn ang="0">
                  <a:pos x="T0" y="T1"/>
                </a:cxn>
                <a:cxn ang="0">
                  <a:pos x="T2" y="T3"/>
                </a:cxn>
                <a:cxn ang="0">
                  <a:pos x="T4" y="T5"/>
                </a:cxn>
                <a:cxn ang="0">
                  <a:pos x="T6" y="T7"/>
                </a:cxn>
                <a:cxn ang="0">
                  <a:pos x="T8" y="T9"/>
                </a:cxn>
              </a:cxnLst>
              <a:rect l="0" t="0" r="r" b="b"/>
              <a:pathLst>
                <a:path w="27" h="28">
                  <a:moveTo>
                    <a:pt x="19" y="3"/>
                  </a:moveTo>
                  <a:cubicBezTo>
                    <a:pt x="13" y="0"/>
                    <a:pt x="6" y="2"/>
                    <a:pt x="3" y="8"/>
                  </a:cubicBezTo>
                  <a:cubicBezTo>
                    <a:pt x="0" y="14"/>
                    <a:pt x="2" y="22"/>
                    <a:pt x="8" y="25"/>
                  </a:cubicBezTo>
                  <a:cubicBezTo>
                    <a:pt x="14" y="28"/>
                    <a:pt x="21" y="26"/>
                    <a:pt x="24" y="20"/>
                  </a:cubicBezTo>
                  <a:cubicBezTo>
                    <a:pt x="27" y="14"/>
                    <a:pt x="25" y="6"/>
                    <a:pt x="19" y="3"/>
                  </a:cubicBezTo>
                  <a:close/>
                </a:path>
              </a:pathLst>
            </a:custGeom>
            <a:solidFill>
              <a:srgbClr val="FFC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 name="Freeform 222"/>
            <p:cNvSpPr>
              <a:spLocks/>
            </p:cNvSpPr>
            <p:nvPr/>
          </p:nvSpPr>
          <p:spPr bwMode="auto">
            <a:xfrm>
              <a:off x="3767" y="3653"/>
              <a:ext cx="44" cy="43"/>
            </a:xfrm>
            <a:custGeom>
              <a:avLst/>
              <a:gdLst>
                <a:gd name="T0" fmla="*/ 28 w 39"/>
                <a:gd name="T1" fmla="*/ 5 h 39"/>
                <a:gd name="T2" fmla="*/ 5 w 39"/>
                <a:gd name="T3" fmla="*/ 12 h 39"/>
                <a:gd name="T4" fmla="*/ 12 w 39"/>
                <a:gd name="T5" fmla="*/ 35 h 39"/>
                <a:gd name="T6" fmla="*/ 35 w 39"/>
                <a:gd name="T7" fmla="*/ 28 h 39"/>
                <a:gd name="T8" fmla="*/ 28 w 39"/>
                <a:gd name="T9" fmla="*/ 5 h 39"/>
              </a:gdLst>
              <a:ahLst/>
              <a:cxnLst>
                <a:cxn ang="0">
                  <a:pos x="T0" y="T1"/>
                </a:cxn>
                <a:cxn ang="0">
                  <a:pos x="T2" y="T3"/>
                </a:cxn>
                <a:cxn ang="0">
                  <a:pos x="T4" y="T5"/>
                </a:cxn>
                <a:cxn ang="0">
                  <a:pos x="T6" y="T7"/>
                </a:cxn>
                <a:cxn ang="0">
                  <a:pos x="T8" y="T9"/>
                </a:cxn>
              </a:cxnLst>
              <a:rect l="0" t="0" r="r" b="b"/>
              <a:pathLst>
                <a:path w="39" h="39">
                  <a:moveTo>
                    <a:pt x="28" y="5"/>
                  </a:moveTo>
                  <a:cubicBezTo>
                    <a:pt x="19" y="0"/>
                    <a:pt x="9" y="3"/>
                    <a:pt x="5" y="12"/>
                  </a:cubicBezTo>
                  <a:cubicBezTo>
                    <a:pt x="0" y="20"/>
                    <a:pt x="3" y="30"/>
                    <a:pt x="12" y="35"/>
                  </a:cubicBezTo>
                  <a:cubicBezTo>
                    <a:pt x="20" y="39"/>
                    <a:pt x="30" y="36"/>
                    <a:pt x="35" y="28"/>
                  </a:cubicBezTo>
                  <a:cubicBezTo>
                    <a:pt x="39" y="19"/>
                    <a:pt x="36" y="9"/>
                    <a:pt x="28" y="5"/>
                  </a:cubicBezTo>
                  <a:close/>
                </a:path>
              </a:pathLst>
            </a:custGeom>
            <a:solidFill>
              <a:srgbClr val="589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4" name="Freeform 223"/>
            <p:cNvSpPr>
              <a:spLocks/>
            </p:cNvSpPr>
            <p:nvPr/>
          </p:nvSpPr>
          <p:spPr bwMode="auto">
            <a:xfrm>
              <a:off x="3774" y="3660"/>
              <a:ext cx="31" cy="31"/>
            </a:xfrm>
            <a:custGeom>
              <a:avLst/>
              <a:gdLst>
                <a:gd name="T0" fmla="*/ 19 w 28"/>
                <a:gd name="T1" fmla="*/ 3 h 28"/>
                <a:gd name="T2" fmla="*/ 3 w 28"/>
                <a:gd name="T3" fmla="*/ 8 h 28"/>
                <a:gd name="T4" fmla="*/ 8 w 28"/>
                <a:gd name="T5" fmla="*/ 24 h 28"/>
                <a:gd name="T6" fmla="*/ 24 w 28"/>
                <a:gd name="T7" fmla="*/ 19 h 28"/>
                <a:gd name="T8" fmla="*/ 19 w 28"/>
                <a:gd name="T9" fmla="*/ 3 h 28"/>
              </a:gdLst>
              <a:ahLst/>
              <a:cxnLst>
                <a:cxn ang="0">
                  <a:pos x="T0" y="T1"/>
                </a:cxn>
                <a:cxn ang="0">
                  <a:pos x="T2" y="T3"/>
                </a:cxn>
                <a:cxn ang="0">
                  <a:pos x="T4" y="T5"/>
                </a:cxn>
                <a:cxn ang="0">
                  <a:pos x="T6" y="T7"/>
                </a:cxn>
                <a:cxn ang="0">
                  <a:pos x="T8" y="T9"/>
                </a:cxn>
              </a:cxnLst>
              <a:rect l="0" t="0" r="r" b="b"/>
              <a:pathLst>
                <a:path w="28" h="28">
                  <a:moveTo>
                    <a:pt x="19" y="3"/>
                  </a:moveTo>
                  <a:cubicBezTo>
                    <a:pt x="13" y="0"/>
                    <a:pt x="6" y="2"/>
                    <a:pt x="3" y="8"/>
                  </a:cubicBezTo>
                  <a:cubicBezTo>
                    <a:pt x="0" y="14"/>
                    <a:pt x="2" y="21"/>
                    <a:pt x="8" y="24"/>
                  </a:cubicBezTo>
                  <a:cubicBezTo>
                    <a:pt x="14" y="28"/>
                    <a:pt x="21" y="25"/>
                    <a:pt x="24" y="19"/>
                  </a:cubicBezTo>
                  <a:cubicBezTo>
                    <a:pt x="28" y="14"/>
                    <a:pt x="25" y="6"/>
                    <a:pt x="19" y="3"/>
                  </a:cubicBezTo>
                  <a:close/>
                </a:path>
              </a:pathLst>
            </a:custGeom>
            <a:solidFill>
              <a:srgbClr val="FFC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5" name="Freeform 224"/>
            <p:cNvSpPr>
              <a:spLocks/>
            </p:cNvSpPr>
            <p:nvPr/>
          </p:nvSpPr>
          <p:spPr bwMode="auto">
            <a:xfrm>
              <a:off x="3746" y="3709"/>
              <a:ext cx="43" cy="43"/>
            </a:xfrm>
            <a:custGeom>
              <a:avLst/>
              <a:gdLst>
                <a:gd name="T0" fmla="*/ 27 w 38"/>
                <a:gd name="T1" fmla="*/ 4 h 39"/>
                <a:gd name="T2" fmla="*/ 4 w 38"/>
                <a:gd name="T3" fmla="*/ 11 h 39"/>
                <a:gd name="T4" fmla="*/ 11 w 38"/>
                <a:gd name="T5" fmla="*/ 34 h 39"/>
                <a:gd name="T6" fmla="*/ 34 w 38"/>
                <a:gd name="T7" fmla="*/ 27 h 39"/>
                <a:gd name="T8" fmla="*/ 27 w 38"/>
                <a:gd name="T9" fmla="*/ 4 h 39"/>
              </a:gdLst>
              <a:ahLst/>
              <a:cxnLst>
                <a:cxn ang="0">
                  <a:pos x="T0" y="T1"/>
                </a:cxn>
                <a:cxn ang="0">
                  <a:pos x="T2" y="T3"/>
                </a:cxn>
                <a:cxn ang="0">
                  <a:pos x="T4" y="T5"/>
                </a:cxn>
                <a:cxn ang="0">
                  <a:pos x="T6" y="T7"/>
                </a:cxn>
                <a:cxn ang="0">
                  <a:pos x="T8" y="T9"/>
                </a:cxn>
              </a:cxnLst>
              <a:rect l="0" t="0" r="r" b="b"/>
              <a:pathLst>
                <a:path w="38" h="39">
                  <a:moveTo>
                    <a:pt x="27" y="4"/>
                  </a:moveTo>
                  <a:cubicBezTo>
                    <a:pt x="19" y="0"/>
                    <a:pt x="8" y="3"/>
                    <a:pt x="4" y="11"/>
                  </a:cubicBezTo>
                  <a:cubicBezTo>
                    <a:pt x="0" y="20"/>
                    <a:pt x="3" y="30"/>
                    <a:pt x="11" y="34"/>
                  </a:cubicBezTo>
                  <a:cubicBezTo>
                    <a:pt x="19" y="39"/>
                    <a:pt x="30" y="35"/>
                    <a:pt x="34" y="27"/>
                  </a:cubicBezTo>
                  <a:cubicBezTo>
                    <a:pt x="38" y="19"/>
                    <a:pt x="35" y="9"/>
                    <a:pt x="27" y="4"/>
                  </a:cubicBezTo>
                  <a:close/>
                </a:path>
              </a:pathLst>
            </a:custGeom>
            <a:solidFill>
              <a:srgbClr val="589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6" name="Freeform 225"/>
            <p:cNvSpPr>
              <a:spLocks/>
            </p:cNvSpPr>
            <p:nvPr/>
          </p:nvSpPr>
          <p:spPr bwMode="auto">
            <a:xfrm>
              <a:off x="3752" y="3714"/>
              <a:ext cx="31" cy="32"/>
            </a:xfrm>
            <a:custGeom>
              <a:avLst/>
              <a:gdLst>
                <a:gd name="T0" fmla="*/ 20 w 28"/>
                <a:gd name="T1" fmla="*/ 3 h 28"/>
                <a:gd name="T2" fmla="*/ 3 w 28"/>
                <a:gd name="T3" fmla="*/ 9 h 28"/>
                <a:gd name="T4" fmla="*/ 8 w 28"/>
                <a:gd name="T5" fmla="*/ 25 h 28"/>
                <a:gd name="T6" fmla="*/ 25 w 28"/>
                <a:gd name="T7" fmla="*/ 20 h 28"/>
                <a:gd name="T8" fmla="*/ 20 w 28"/>
                <a:gd name="T9" fmla="*/ 3 h 28"/>
              </a:gdLst>
              <a:ahLst/>
              <a:cxnLst>
                <a:cxn ang="0">
                  <a:pos x="T0" y="T1"/>
                </a:cxn>
                <a:cxn ang="0">
                  <a:pos x="T2" y="T3"/>
                </a:cxn>
                <a:cxn ang="0">
                  <a:pos x="T4" y="T5"/>
                </a:cxn>
                <a:cxn ang="0">
                  <a:pos x="T6" y="T7"/>
                </a:cxn>
                <a:cxn ang="0">
                  <a:pos x="T8" y="T9"/>
                </a:cxn>
              </a:cxnLst>
              <a:rect l="0" t="0" r="r" b="b"/>
              <a:pathLst>
                <a:path w="28" h="28">
                  <a:moveTo>
                    <a:pt x="20" y="3"/>
                  </a:moveTo>
                  <a:cubicBezTo>
                    <a:pt x="14" y="0"/>
                    <a:pt x="6" y="3"/>
                    <a:pt x="3" y="9"/>
                  </a:cubicBezTo>
                  <a:cubicBezTo>
                    <a:pt x="0" y="14"/>
                    <a:pt x="2" y="22"/>
                    <a:pt x="8" y="25"/>
                  </a:cubicBezTo>
                  <a:cubicBezTo>
                    <a:pt x="14" y="28"/>
                    <a:pt x="22" y="26"/>
                    <a:pt x="25" y="20"/>
                  </a:cubicBezTo>
                  <a:cubicBezTo>
                    <a:pt x="28" y="14"/>
                    <a:pt x="26" y="7"/>
                    <a:pt x="20" y="3"/>
                  </a:cubicBezTo>
                  <a:close/>
                </a:path>
              </a:pathLst>
            </a:custGeom>
            <a:solidFill>
              <a:srgbClr val="FFC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7" name="Freeform 226"/>
            <p:cNvSpPr>
              <a:spLocks/>
            </p:cNvSpPr>
            <p:nvPr/>
          </p:nvSpPr>
          <p:spPr bwMode="auto">
            <a:xfrm>
              <a:off x="3739" y="3596"/>
              <a:ext cx="44" cy="42"/>
            </a:xfrm>
            <a:custGeom>
              <a:avLst/>
              <a:gdLst>
                <a:gd name="T0" fmla="*/ 27 w 39"/>
                <a:gd name="T1" fmla="*/ 4 h 38"/>
                <a:gd name="T2" fmla="*/ 4 w 39"/>
                <a:gd name="T3" fmla="*/ 11 h 38"/>
                <a:gd name="T4" fmla="*/ 11 w 39"/>
                <a:gd name="T5" fmla="*/ 34 h 38"/>
                <a:gd name="T6" fmla="*/ 34 w 39"/>
                <a:gd name="T7" fmla="*/ 27 h 38"/>
                <a:gd name="T8" fmla="*/ 27 w 39"/>
                <a:gd name="T9" fmla="*/ 4 h 38"/>
              </a:gdLst>
              <a:ahLst/>
              <a:cxnLst>
                <a:cxn ang="0">
                  <a:pos x="T0" y="T1"/>
                </a:cxn>
                <a:cxn ang="0">
                  <a:pos x="T2" y="T3"/>
                </a:cxn>
                <a:cxn ang="0">
                  <a:pos x="T4" y="T5"/>
                </a:cxn>
                <a:cxn ang="0">
                  <a:pos x="T6" y="T7"/>
                </a:cxn>
                <a:cxn ang="0">
                  <a:pos x="T8" y="T9"/>
                </a:cxn>
              </a:cxnLst>
              <a:rect l="0" t="0" r="r" b="b"/>
              <a:pathLst>
                <a:path w="39" h="38">
                  <a:moveTo>
                    <a:pt x="27" y="4"/>
                  </a:moveTo>
                  <a:cubicBezTo>
                    <a:pt x="19" y="0"/>
                    <a:pt x="9" y="3"/>
                    <a:pt x="4" y="11"/>
                  </a:cubicBezTo>
                  <a:cubicBezTo>
                    <a:pt x="0" y="19"/>
                    <a:pt x="3" y="30"/>
                    <a:pt x="11" y="34"/>
                  </a:cubicBezTo>
                  <a:cubicBezTo>
                    <a:pt x="20" y="38"/>
                    <a:pt x="30" y="35"/>
                    <a:pt x="34" y="27"/>
                  </a:cubicBezTo>
                  <a:cubicBezTo>
                    <a:pt x="39" y="19"/>
                    <a:pt x="36" y="8"/>
                    <a:pt x="27" y="4"/>
                  </a:cubicBezTo>
                  <a:close/>
                </a:path>
              </a:pathLst>
            </a:custGeom>
            <a:solidFill>
              <a:srgbClr val="589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8" name="Freeform 227"/>
            <p:cNvSpPr>
              <a:spLocks/>
            </p:cNvSpPr>
            <p:nvPr/>
          </p:nvSpPr>
          <p:spPr bwMode="auto">
            <a:xfrm>
              <a:off x="3746" y="3602"/>
              <a:ext cx="30" cy="31"/>
            </a:xfrm>
            <a:custGeom>
              <a:avLst/>
              <a:gdLst>
                <a:gd name="T0" fmla="*/ 19 w 27"/>
                <a:gd name="T1" fmla="*/ 3 h 28"/>
                <a:gd name="T2" fmla="*/ 3 w 27"/>
                <a:gd name="T3" fmla="*/ 8 h 28"/>
                <a:gd name="T4" fmla="*/ 8 w 27"/>
                <a:gd name="T5" fmla="*/ 25 h 28"/>
                <a:gd name="T6" fmla="*/ 24 w 27"/>
                <a:gd name="T7" fmla="*/ 20 h 28"/>
                <a:gd name="T8" fmla="*/ 19 w 27"/>
                <a:gd name="T9" fmla="*/ 3 h 28"/>
              </a:gdLst>
              <a:ahLst/>
              <a:cxnLst>
                <a:cxn ang="0">
                  <a:pos x="T0" y="T1"/>
                </a:cxn>
                <a:cxn ang="0">
                  <a:pos x="T2" y="T3"/>
                </a:cxn>
                <a:cxn ang="0">
                  <a:pos x="T4" y="T5"/>
                </a:cxn>
                <a:cxn ang="0">
                  <a:pos x="T6" y="T7"/>
                </a:cxn>
                <a:cxn ang="0">
                  <a:pos x="T8" y="T9"/>
                </a:cxn>
              </a:cxnLst>
              <a:rect l="0" t="0" r="r" b="b"/>
              <a:pathLst>
                <a:path w="27" h="28">
                  <a:moveTo>
                    <a:pt x="19" y="3"/>
                  </a:moveTo>
                  <a:cubicBezTo>
                    <a:pt x="13" y="0"/>
                    <a:pt x="6" y="2"/>
                    <a:pt x="3" y="8"/>
                  </a:cubicBezTo>
                  <a:cubicBezTo>
                    <a:pt x="0" y="14"/>
                    <a:pt x="2" y="22"/>
                    <a:pt x="8" y="25"/>
                  </a:cubicBezTo>
                  <a:cubicBezTo>
                    <a:pt x="14" y="28"/>
                    <a:pt x="21" y="26"/>
                    <a:pt x="24" y="20"/>
                  </a:cubicBezTo>
                  <a:cubicBezTo>
                    <a:pt x="27" y="14"/>
                    <a:pt x="25" y="6"/>
                    <a:pt x="19" y="3"/>
                  </a:cubicBezTo>
                  <a:close/>
                </a:path>
              </a:pathLst>
            </a:custGeom>
            <a:solidFill>
              <a:srgbClr val="FFC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9" name="Freeform 228"/>
            <p:cNvSpPr>
              <a:spLocks/>
            </p:cNvSpPr>
            <p:nvPr/>
          </p:nvSpPr>
          <p:spPr bwMode="auto">
            <a:xfrm>
              <a:off x="3799" y="3747"/>
              <a:ext cx="43" cy="43"/>
            </a:xfrm>
            <a:custGeom>
              <a:avLst/>
              <a:gdLst>
                <a:gd name="T0" fmla="*/ 27 w 39"/>
                <a:gd name="T1" fmla="*/ 5 h 39"/>
                <a:gd name="T2" fmla="*/ 4 w 39"/>
                <a:gd name="T3" fmla="*/ 12 h 39"/>
                <a:gd name="T4" fmla="*/ 11 w 39"/>
                <a:gd name="T5" fmla="*/ 35 h 39"/>
                <a:gd name="T6" fmla="*/ 34 w 39"/>
                <a:gd name="T7" fmla="*/ 28 h 39"/>
                <a:gd name="T8" fmla="*/ 27 w 39"/>
                <a:gd name="T9" fmla="*/ 5 h 39"/>
              </a:gdLst>
              <a:ahLst/>
              <a:cxnLst>
                <a:cxn ang="0">
                  <a:pos x="T0" y="T1"/>
                </a:cxn>
                <a:cxn ang="0">
                  <a:pos x="T2" y="T3"/>
                </a:cxn>
                <a:cxn ang="0">
                  <a:pos x="T4" y="T5"/>
                </a:cxn>
                <a:cxn ang="0">
                  <a:pos x="T6" y="T7"/>
                </a:cxn>
                <a:cxn ang="0">
                  <a:pos x="T8" y="T9"/>
                </a:cxn>
              </a:cxnLst>
              <a:rect l="0" t="0" r="r" b="b"/>
              <a:pathLst>
                <a:path w="39" h="39">
                  <a:moveTo>
                    <a:pt x="27" y="5"/>
                  </a:moveTo>
                  <a:cubicBezTo>
                    <a:pt x="19" y="0"/>
                    <a:pt x="9" y="3"/>
                    <a:pt x="4" y="12"/>
                  </a:cubicBezTo>
                  <a:cubicBezTo>
                    <a:pt x="0" y="20"/>
                    <a:pt x="3" y="30"/>
                    <a:pt x="11" y="35"/>
                  </a:cubicBezTo>
                  <a:cubicBezTo>
                    <a:pt x="20" y="39"/>
                    <a:pt x="30" y="36"/>
                    <a:pt x="34" y="28"/>
                  </a:cubicBezTo>
                  <a:cubicBezTo>
                    <a:pt x="39" y="19"/>
                    <a:pt x="36" y="9"/>
                    <a:pt x="27" y="5"/>
                  </a:cubicBezTo>
                  <a:close/>
                </a:path>
              </a:pathLst>
            </a:custGeom>
            <a:solidFill>
              <a:srgbClr val="589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0" name="Freeform 229"/>
            <p:cNvSpPr>
              <a:spLocks/>
            </p:cNvSpPr>
            <p:nvPr/>
          </p:nvSpPr>
          <p:spPr bwMode="auto">
            <a:xfrm>
              <a:off x="3805" y="3753"/>
              <a:ext cx="30" cy="31"/>
            </a:xfrm>
            <a:custGeom>
              <a:avLst/>
              <a:gdLst>
                <a:gd name="T0" fmla="*/ 19 w 27"/>
                <a:gd name="T1" fmla="*/ 3 h 27"/>
                <a:gd name="T2" fmla="*/ 3 w 27"/>
                <a:gd name="T3" fmla="*/ 8 h 27"/>
                <a:gd name="T4" fmla="*/ 8 w 27"/>
                <a:gd name="T5" fmla="*/ 24 h 27"/>
                <a:gd name="T6" fmla="*/ 24 w 27"/>
                <a:gd name="T7" fmla="*/ 19 h 27"/>
                <a:gd name="T8" fmla="*/ 19 w 27"/>
                <a:gd name="T9" fmla="*/ 3 h 27"/>
              </a:gdLst>
              <a:ahLst/>
              <a:cxnLst>
                <a:cxn ang="0">
                  <a:pos x="T0" y="T1"/>
                </a:cxn>
                <a:cxn ang="0">
                  <a:pos x="T2" y="T3"/>
                </a:cxn>
                <a:cxn ang="0">
                  <a:pos x="T4" y="T5"/>
                </a:cxn>
                <a:cxn ang="0">
                  <a:pos x="T6" y="T7"/>
                </a:cxn>
                <a:cxn ang="0">
                  <a:pos x="T8" y="T9"/>
                </a:cxn>
              </a:cxnLst>
              <a:rect l="0" t="0" r="r" b="b"/>
              <a:pathLst>
                <a:path w="27" h="27">
                  <a:moveTo>
                    <a:pt x="19" y="3"/>
                  </a:moveTo>
                  <a:cubicBezTo>
                    <a:pt x="13" y="0"/>
                    <a:pt x="6" y="2"/>
                    <a:pt x="3" y="8"/>
                  </a:cubicBezTo>
                  <a:cubicBezTo>
                    <a:pt x="0" y="14"/>
                    <a:pt x="2" y="21"/>
                    <a:pt x="8" y="24"/>
                  </a:cubicBezTo>
                  <a:cubicBezTo>
                    <a:pt x="14" y="27"/>
                    <a:pt x="21" y="25"/>
                    <a:pt x="24" y="19"/>
                  </a:cubicBezTo>
                  <a:cubicBezTo>
                    <a:pt x="27" y="13"/>
                    <a:pt x="25" y="6"/>
                    <a:pt x="19" y="3"/>
                  </a:cubicBezTo>
                  <a:close/>
                </a:path>
              </a:pathLst>
            </a:custGeom>
            <a:solidFill>
              <a:srgbClr val="FFC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1" name="Freeform 230"/>
            <p:cNvSpPr>
              <a:spLocks noEditPoints="1"/>
            </p:cNvSpPr>
            <p:nvPr/>
          </p:nvSpPr>
          <p:spPr bwMode="auto">
            <a:xfrm>
              <a:off x="3087" y="2807"/>
              <a:ext cx="715" cy="825"/>
            </a:xfrm>
            <a:custGeom>
              <a:avLst/>
              <a:gdLst>
                <a:gd name="T0" fmla="*/ 454 w 640"/>
                <a:gd name="T1" fmla="*/ 280 h 739"/>
                <a:gd name="T2" fmla="*/ 457 w 640"/>
                <a:gd name="T3" fmla="*/ 148 h 739"/>
                <a:gd name="T4" fmla="*/ 454 w 640"/>
                <a:gd name="T5" fmla="*/ 267 h 739"/>
                <a:gd name="T6" fmla="*/ 454 w 640"/>
                <a:gd name="T7" fmla="*/ 345 h 739"/>
                <a:gd name="T8" fmla="*/ 378 w 640"/>
                <a:gd name="T9" fmla="*/ 328 h 739"/>
                <a:gd name="T10" fmla="*/ 376 w 640"/>
                <a:gd name="T11" fmla="*/ 115 h 739"/>
                <a:gd name="T12" fmla="*/ 454 w 640"/>
                <a:gd name="T13" fmla="*/ 146 h 739"/>
                <a:gd name="T14" fmla="*/ 454 w 640"/>
                <a:gd name="T15" fmla="*/ 267 h 739"/>
                <a:gd name="T16" fmla="*/ 362 w 640"/>
                <a:gd name="T17" fmla="*/ 421 h 739"/>
                <a:gd name="T18" fmla="*/ 371 w 640"/>
                <a:gd name="T19" fmla="*/ 588 h 739"/>
                <a:gd name="T20" fmla="*/ 362 w 640"/>
                <a:gd name="T21" fmla="*/ 421 h 739"/>
                <a:gd name="T22" fmla="*/ 454 w 640"/>
                <a:gd name="T23" fmla="*/ 155 h 739"/>
                <a:gd name="T24" fmla="*/ 362 w 640"/>
                <a:gd name="T25" fmla="*/ 231 h 739"/>
                <a:gd name="T26" fmla="*/ 350 w 640"/>
                <a:gd name="T27" fmla="*/ 388 h 739"/>
                <a:gd name="T28" fmla="*/ 357 w 640"/>
                <a:gd name="T29" fmla="*/ 486 h 739"/>
                <a:gd name="T30" fmla="*/ 330 w 640"/>
                <a:gd name="T31" fmla="*/ 423 h 739"/>
                <a:gd name="T32" fmla="*/ 362 w 640"/>
                <a:gd name="T33" fmla="*/ 366 h 739"/>
                <a:gd name="T34" fmla="*/ 330 w 640"/>
                <a:gd name="T35" fmla="*/ 595 h 739"/>
                <a:gd name="T36" fmla="*/ 362 w 640"/>
                <a:gd name="T37" fmla="*/ 602 h 739"/>
                <a:gd name="T38" fmla="*/ 348 w 640"/>
                <a:gd name="T39" fmla="*/ 104 h 739"/>
                <a:gd name="T40" fmla="*/ 358 w 640"/>
                <a:gd name="T41" fmla="*/ 167 h 739"/>
                <a:gd name="T42" fmla="*/ 362 w 640"/>
                <a:gd name="T43" fmla="*/ 235 h 739"/>
                <a:gd name="T44" fmla="*/ 330 w 640"/>
                <a:gd name="T45" fmla="*/ 112 h 739"/>
                <a:gd name="T46" fmla="*/ 296 w 640"/>
                <a:gd name="T47" fmla="*/ 608 h 739"/>
                <a:gd name="T48" fmla="*/ 302 w 640"/>
                <a:gd name="T49" fmla="*/ 593 h 739"/>
                <a:gd name="T50" fmla="*/ 330 w 640"/>
                <a:gd name="T51" fmla="*/ 634 h 739"/>
                <a:gd name="T52" fmla="*/ 296 w 640"/>
                <a:gd name="T53" fmla="*/ 137 h 739"/>
                <a:gd name="T54" fmla="*/ 315 w 640"/>
                <a:gd name="T55" fmla="*/ 189 h 739"/>
                <a:gd name="T56" fmla="*/ 330 w 640"/>
                <a:gd name="T57" fmla="*/ 120 h 739"/>
                <a:gd name="T58" fmla="*/ 296 w 640"/>
                <a:gd name="T59" fmla="*/ 366 h 739"/>
                <a:gd name="T60" fmla="*/ 220 w 640"/>
                <a:gd name="T61" fmla="*/ 728 h 739"/>
                <a:gd name="T62" fmla="*/ 296 w 640"/>
                <a:gd name="T63" fmla="*/ 684 h 739"/>
                <a:gd name="T64" fmla="*/ 220 w 640"/>
                <a:gd name="T65" fmla="*/ 227 h 739"/>
                <a:gd name="T66" fmla="*/ 246 w 640"/>
                <a:gd name="T67" fmla="*/ 119 h 739"/>
                <a:gd name="T68" fmla="*/ 288 w 640"/>
                <a:gd name="T69" fmla="*/ 208 h 739"/>
                <a:gd name="T70" fmla="*/ 296 w 640"/>
                <a:gd name="T71" fmla="*/ 288 h 739"/>
                <a:gd name="T72" fmla="*/ 288 w 640"/>
                <a:gd name="T73" fmla="*/ 360 h 739"/>
                <a:gd name="T74" fmla="*/ 220 w 640"/>
                <a:gd name="T75" fmla="*/ 300 h 739"/>
                <a:gd name="T76" fmla="*/ 76 w 640"/>
                <a:gd name="T77" fmla="*/ 561 h 739"/>
                <a:gd name="T78" fmla="*/ 76 w 640"/>
                <a:gd name="T79" fmla="*/ 375 h 739"/>
                <a:gd name="T80" fmla="*/ 182 w 640"/>
                <a:gd name="T81" fmla="*/ 319 h 739"/>
                <a:gd name="T82" fmla="*/ 87 w 640"/>
                <a:gd name="T83" fmla="*/ 0 h 739"/>
                <a:gd name="T84" fmla="*/ 173 w 640"/>
                <a:gd name="T85" fmla="*/ 230 h 739"/>
                <a:gd name="T86" fmla="*/ 201 w 640"/>
                <a:gd name="T87" fmla="*/ 255 h 739"/>
                <a:gd name="T88" fmla="*/ 184 w 640"/>
                <a:gd name="T89" fmla="*/ 352 h 739"/>
                <a:gd name="T90" fmla="*/ 76 w 640"/>
                <a:gd name="T91" fmla="*/ 398 h 739"/>
                <a:gd name="T92" fmla="*/ 27 w 640"/>
                <a:gd name="T93" fmla="*/ 499 h 739"/>
                <a:gd name="T94" fmla="*/ 76 w 640"/>
                <a:gd name="T95" fmla="*/ 375 h 739"/>
                <a:gd name="T96" fmla="*/ 76 w 640"/>
                <a:gd name="T97" fmla="*/ 439 h 739"/>
                <a:gd name="T98" fmla="*/ 76 w 640"/>
                <a:gd name="T99" fmla="*/ 561 h 739"/>
                <a:gd name="T100" fmla="*/ 76 w 640"/>
                <a:gd name="T101" fmla="*/ 9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0" h="739">
                  <a:moveTo>
                    <a:pt x="636" y="219"/>
                  </a:moveTo>
                  <a:cubicBezTo>
                    <a:pt x="640" y="243"/>
                    <a:pt x="640" y="266"/>
                    <a:pt x="633" y="285"/>
                  </a:cubicBezTo>
                  <a:cubicBezTo>
                    <a:pt x="605" y="361"/>
                    <a:pt x="527" y="350"/>
                    <a:pt x="454" y="345"/>
                  </a:cubicBezTo>
                  <a:cubicBezTo>
                    <a:pt x="454" y="280"/>
                    <a:pt x="454" y="280"/>
                    <a:pt x="454" y="280"/>
                  </a:cubicBezTo>
                  <a:cubicBezTo>
                    <a:pt x="488" y="237"/>
                    <a:pt x="488" y="237"/>
                    <a:pt x="488" y="237"/>
                  </a:cubicBezTo>
                  <a:cubicBezTo>
                    <a:pt x="454" y="209"/>
                    <a:pt x="454" y="209"/>
                    <a:pt x="454" y="209"/>
                  </a:cubicBezTo>
                  <a:cubicBezTo>
                    <a:pt x="454" y="155"/>
                    <a:pt x="454" y="155"/>
                    <a:pt x="454" y="155"/>
                  </a:cubicBezTo>
                  <a:cubicBezTo>
                    <a:pt x="457" y="148"/>
                    <a:pt x="457" y="148"/>
                    <a:pt x="457" y="148"/>
                  </a:cubicBezTo>
                  <a:cubicBezTo>
                    <a:pt x="454" y="152"/>
                    <a:pt x="454" y="152"/>
                    <a:pt x="454" y="152"/>
                  </a:cubicBezTo>
                  <a:cubicBezTo>
                    <a:pt x="454" y="146"/>
                    <a:pt x="454" y="146"/>
                    <a:pt x="454" y="146"/>
                  </a:cubicBezTo>
                  <a:cubicBezTo>
                    <a:pt x="636" y="219"/>
                    <a:pt x="636" y="219"/>
                    <a:pt x="636" y="219"/>
                  </a:cubicBezTo>
                  <a:close/>
                  <a:moveTo>
                    <a:pt x="454" y="267"/>
                  </a:moveTo>
                  <a:cubicBezTo>
                    <a:pt x="470" y="241"/>
                    <a:pt x="470" y="241"/>
                    <a:pt x="470" y="241"/>
                  </a:cubicBezTo>
                  <a:cubicBezTo>
                    <a:pt x="454" y="228"/>
                    <a:pt x="454" y="228"/>
                    <a:pt x="454" y="228"/>
                  </a:cubicBezTo>
                  <a:lnTo>
                    <a:pt x="454" y="267"/>
                  </a:lnTo>
                  <a:close/>
                  <a:moveTo>
                    <a:pt x="454" y="345"/>
                  </a:moveTo>
                  <a:cubicBezTo>
                    <a:pt x="441" y="344"/>
                    <a:pt x="428" y="344"/>
                    <a:pt x="416" y="344"/>
                  </a:cubicBezTo>
                  <a:cubicBezTo>
                    <a:pt x="391" y="344"/>
                    <a:pt x="374" y="353"/>
                    <a:pt x="362" y="366"/>
                  </a:cubicBezTo>
                  <a:cubicBezTo>
                    <a:pt x="362" y="337"/>
                    <a:pt x="362" y="337"/>
                    <a:pt x="362" y="337"/>
                  </a:cubicBezTo>
                  <a:cubicBezTo>
                    <a:pt x="366" y="334"/>
                    <a:pt x="372" y="331"/>
                    <a:pt x="378" y="328"/>
                  </a:cubicBezTo>
                  <a:cubicBezTo>
                    <a:pt x="388" y="273"/>
                    <a:pt x="399" y="190"/>
                    <a:pt x="383" y="134"/>
                  </a:cubicBezTo>
                  <a:cubicBezTo>
                    <a:pt x="376" y="148"/>
                    <a:pt x="368" y="155"/>
                    <a:pt x="362" y="162"/>
                  </a:cubicBezTo>
                  <a:cubicBezTo>
                    <a:pt x="362" y="109"/>
                    <a:pt x="362" y="109"/>
                    <a:pt x="362" y="109"/>
                  </a:cubicBezTo>
                  <a:cubicBezTo>
                    <a:pt x="376" y="115"/>
                    <a:pt x="376" y="115"/>
                    <a:pt x="376" y="115"/>
                  </a:cubicBezTo>
                  <a:cubicBezTo>
                    <a:pt x="376" y="115"/>
                    <a:pt x="376" y="115"/>
                    <a:pt x="376" y="115"/>
                  </a:cubicBezTo>
                  <a:cubicBezTo>
                    <a:pt x="362" y="109"/>
                    <a:pt x="362" y="109"/>
                    <a:pt x="362" y="109"/>
                  </a:cubicBezTo>
                  <a:cubicBezTo>
                    <a:pt x="362" y="109"/>
                    <a:pt x="362" y="109"/>
                    <a:pt x="362" y="109"/>
                  </a:cubicBezTo>
                  <a:cubicBezTo>
                    <a:pt x="454" y="146"/>
                    <a:pt x="454" y="146"/>
                    <a:pt x="454" y="146"/>
                  </a:cubicBezTo>
                  <a:cubicBezTo>
                    <a:pt x="454" y="152"/>
                    <a:pt x="454" y="152"/>
                    <a:pt x="454" y="152"/>
                  </a:cubicBezTo>
                  <a:cubicBezTo>
                    <a:pt x="422" y="201"/>
                    <a:pt x="422" y="201"/>
                    <a:pt x="422" y="201"/>
                  </a:cubicBezTo>
                  <a:cubicBezTo>
                    <a:pt x="454" y="228"/>
                    <a:pt x="454" y="228"/>
                    <a:pt x="454" y="228"/>
                  </a:cubicBezTo>
                  <a:cubicBezTo>
                    <a:pt x="454" y="267"/>
                    <a:pt x="454" y="267"/>
                    <a:pt x="454" y="267"/>
                  </a:cubicBezTo>
                  <a:cubicBezTo>
                    <a:pt x="421" y="323"/>
                    <a:pt x="421" y="323"/>
                    <a:pt x="421" y="323"/>
                  </a:cubicBezTo>
                  <a:cubicBezTo>
                    <a:pt x="454" y="280"/>
                    <a:pt x="454" y="280"/>
                    <a:pt x="454" y="280"/>
                  </a:cubicBezTo>
                  <a:cubicBezTo>
                    <a:pt x="454" y="345"/>
                    <a:pt x="454" y="345"/>
                    <a:pt x="454" y="345"/>
                  </a:cubicBezTo>
                  <a:close/>
                  <a:moveTo>
                    <a:pt x="362" y="421"/>
                  </a:moveTo>
                  <a:cubicBezTo>
                    <a:pt x="367" y="437"/>
                    <a:pt x="369" y="455"/>
                    <a:pt x="370" y="473"/>
                  </a:cubicBezTo>
                  <a:cubicBezTo>
                    <a:pt x="378" y="480"/>
                    <a:pt x="383" y="489"/>
                    <a:pt x="386" y="500"/>
                  </a:cubicBezTo>
                  <a:cubicBezTo>
                    <a:pt x="390" y="513"/>
                    <a:pt x="390" y="529"/>
                    <a:pt x="387" y="544"/>
                  </a:cubicBezTo>
                  <a:cubicBezTo>
                    <a:pt x="385" y="559"/>
                    <a:pt x="379" y="575"/>
                    <a:pt x="371" y="588"/>
                  </a:cubicBezTo>
                  <a:cubicBezTo>
                    <a:pt x="368" y="593"/>
                    <a:pt x="365" y="597"/>
                    <a:pt x="362" y="602"/>
                  </a:cubicBezTo>
                  <a:cubicBezTo>
                    <a:pt x="362" y="565"/>
                    <a:pt x="362" y="565"/>
                    <a:pt x="362" y="565"/>
                  </a:cubicBezTo>
                  <a:cubicBezTo>
                    <a:pt x="373" y="537"/>
                    <a:pt x="374" y="508"/>
                    <a:pt x="362" y="491"/>
                  </a:cubicBezTo>
                  <a:cubicBezTo>
                    <a:pt x="362" y="421"/>
                    <a:pt x="362" y="421"/>
                    <a:pt x="362" y="421"/>
                  </a:cubicBezTo>
                  <a:close/>
                  <a:moveTo>
                    <a:pt x="454" y="155"/>
                  </a:moveTo>
                  <a:cubicBezTo>
                    <a:pt x="439" y="196"/>
                    <a:pt x="439" y="196"/>
                    <a:pt x="439" y="196"/>
                  </a:cubicBezTo>
                  <a:cubicBezTo>
                    <a:pt x="454" y="209"/>
                    <a:pt x="454" y="209"/>
                    <a:pt x="454" y="209"/>
                  </a:cubicBezTo>
                  <a:cubicBezTo>
                    <a:pt x="454" y="155"/>
                    <a:pt x="454" y="155"/>
                    <a:pt x="454" y="155"/>
                  </a:cubicBezTo>
                  <a:close/>
                  <a:moveTo>
                    <a:pt x="362" y="235"/>
                  </a:moveTo>
                  <a:cubicBezTo>
                    <a:pt x="375" y="224"/>
                    <a:pt x="375" y="224"/>
                    <a:pt x="375" y="224"/>
                  </a:cubicBezTo>
                  <a:cubicBezTo>
                    <a:pt x="375" y="224"/>
                    <a:pt x="374" y="224"/>
                    <a:pt x="374" y="225"/>
                  </a:cubicBezTo>
                  <a:cubicBezTo>
                    <a:pt x="369" y="228"/>
                    <a:pt x="365" y="229"/>
                    <a:pt x="362" y="231"/>
                  </a:cubicBezTo>
                  <a:lnTo>
                    <a:pt x="362" y="235"/>
                  </a:lnTo>
                  <a:close/>
                  <a:moveTo>
                    <a:pt x="362" y="366"/>
                  </a:moveTo>
                  <a:cubicBezTo>
                    <a:pt x="357" y="371"/>
                    <a:pt x="353" y="377"/>
                    <a:pt x="349" y="384"/>
                  </a:cubicBezTo>
                  <a:cubicBezTo>
                    <a:pt x="349" y="385"/>
                    <a:pt x="350" y="386"/>
                    <a:pt x="350" y="388"/>
                  </a:cubicBezTo>
                  <a:cubicBezTo>
                    <a:pt x="351" y="390"/>
                    <a:pt x="351" y="392"/>
                    <a:pt x="352" y="395"/>
                  </a:cubicBezTo>
                  <a:cubicBezTo>
                    <a:pt x="356" y="403"/>
                    <a:pt x="359" y="412"/>
                    <a:pt x="362" y="421"/>
                  </a:cubicBezTo>
                  <a:cubicBezTo>
                    <a:pt x="362" y="491"/>
                    <a:pt x="362" y="491"/>
                    <a:pt x="362" y="491"/>
                  </a:cubicBezTo>
                  <a:cubicBezTo>
                    <a:pt x="360" y="489"/>
                    <a:pt x="359" y="488"/>
                    <a:pt x="357" y="486"/>
                  </a:cubicBezTo>
                  <a:cubicBezTo>
                    <a:pt x="354" y="509"/>
                    <a:pt x="345" y="534"/>
                    <a:pt x="333" y="562"/>
                  </a:cubicBezTo>
                  <a:cubicBezTo>
                    <a:pt x="332" y="565"/>
                    <a:pt x="331" y="567"/>
                    <a:pt x="330" y="570"/>
                  </a:cubicBezTo>
                  <a:cubicBezTo>
                    <a:pt x="330" y="499"/>
                    <a:pt x="330" y="499"/>
                    <a:pt x="330" y="499"/>
                  </a:cubicBezTo>
                  <a:cubicBezTo>
                    <a:pt x="335" y="474"/>
                    <a:pt x="336" y="447"/>
                    <a:pt x="330" y="423"/>
                  </a:cubicBezTo>
                  <a:cubicBezTo>
                    <a:pt x="330" y="338"/>
                    <a:pt x="330" y="338"/>
                    <a:pt x="330" y="338"/>
                  </a:cubicBezTo>
                  <a:cubicBezTo>
                    <a:pt x="334" y="345"/>
                    <a:pt x="337" y="352"/>
                    <a:pt x="340" y="359"/>
                  </a:cubicBezTo>
                  <a:cubicBezTo>
                    <a:pt x="346" y="350"/>
                    <a:pt x="353" y="343"/>
                    <a:pt x="362" y="337"/>
                  </a:cubicBezTo>
                  <a:cubicBezTo>
                    <a:pt x="362" y="366"/>
                    <a:pt x="362" y="366"/>
                    <a:pt x="362" y="366"/>
                  </a:cubicBezTo>
                  <a:close/>
                  <a:moveTo>
                    <a:pt x="362" y="602"/>
                  </a:moveTo>
                  <a:cubicBezTo>
                    <a:pt x="362" y="565"/>
                    <a:pt x="362" y="565"/>
                    <a:pt x="362" y="565"/>
                  </a:cubicBezTo>
                  <a:cubicBezTo>
                    <a:pt x="361" y="567"/>
                    <a:pt x="359" y="570"/>
                    <a:pt x="358" y="573"/>
                  </a:cubicBezTo>
                  <a:cubicBezTo>
                    <a:pt x="352" y="586"/>
                    <a:pt x="337" y="598"/>
                    <a:pt x="330" y="595"/>
                  </a:cubicBezTo>
                  <a:cubicBezTo>
                    <a:pt x="330" y="634"/>
                    <a:pt x="330" y="634"/>
                    <a:pt x="330" y="634"/>
                  </a:cubicBezTo>
                  <a:cubicBezTo>
                    <a:pt x="331" y="633"/>
                    <a:pt x="332" y="631"/>
                    <a:pt x="332" y="630"/>
                  </a:cubicBezTo>
                  <a:cubicBezTo>
                    <a:pt x="334" y="627"/>
                    <a:pt x="335" y="625"/>
                    <a:pt x="336" y="622"/>
                  </a:cubicBezTo>
                  <a:cubicBezTo>
                    <a:pt x="346" y="618"/>
                    <a:pt x="354" y="610"/>
                    <a:pt x="362" y="602"/>
                  </a:cubicBezTo>
                  <a:close/>
                  <a:moveTo>
                    <a:pt x="330" y="96"/>
                  </a:moveTo>
                  <a:cubicBezTo>
                    <a:pt x="362" y="109"/>
                    <a:pt x="362" y="109"/>
                    <a:pt x="362" y="109"/>
                  </a:cubicBezTo>
                  <a:cubicBezTo>
                    <a:pt x="362" y="109"/>
                    <a:pt x="362" y="109"/>
                    <a:pt x="362" y="109"/>
                  </a:cubicBezTo>
                  <a:cubicBezTo>
                    <a:pt x="348" y="104"/>
                    <a:pt x="348" y="104"/>
                    <a:pt x="348" y="104"/>
                  </a:cubicBezTo>
                  <a:cubicBezTo>
                    <a:pt x="348" y="104"/>
                    <a:pt x="348" y="104"/>
                    <a:pt x="348" y="104"/>
                  </a:cubicBezTo>
                  <a:cubicBezTo>
                    <a:pt x="362" y="109"/>
                    <a:pt x="362" y="109"/>
                    <a:pt x="362" y="109"/>
                  </a:cubicBezTo>
                  <a:cubicBezTo>
                    <a:pt x="362" y="162"/>
                    <a:pt x="362" y="162"/>
                    <a:pt x="362" y="162"/>
                  </a:cubicBezTo>
                  <a:cubicBezTo>
                    <a:pt x="360" y="164"/>
                    <a:pt x="359" y="165"/>
                    <a:pt x="358" y="167"/>
                  </a:cubicBezTo>
                  <a:cubicBezTo>
                    <a:pt x="361" y="178"/>
                    <a:pt x="351" y="197"/>
                    <a:pt x="344" y="200"/>
                  </a:cubicBezTo>
                  <a:cubicBezTo>
                    <a:pt x="346" y="209"/>
                    <a:pt x="349" y="218"/>
                    <a:pt x="350" y="231"/>
                  </a:cubicBezTo>
                  <a:cubicBezTo>
                    <a:pt x="353" y="232"/>
                    <a:pt x="357" y="232"/>
                    <a:pt x="362" y="231"/>
                  </a:cubicBezTo>
                  <a:cubicBezTo>
                    <a:pt x="362" y="235"/>
                    <a:pt x="362" y="235"/>
                    <a:pt x="362" y="235"/>
                  </a:cubicBezTo>
                  <a:cubicBezTo>
                    <a:pt x="330" y="260"/>
                    <a:pt x="330" y="260"/>
                    <a:pt x="330" y="260"/>
                  </a:cubicBezTo>
                  <a:cubicBezTo>
                    <a:pt x="330" y="120"/>
                    <a:pt x="330" y="120"/>
                    <a:pt x="330" y="120"/>
                  </a:cubicBezTo>
                  <a:cubicBezTo>
                    <a:pt x="331" y="117"/>
                    <a:pt x="332" y="114"/>
                    <a:pt x="333" y="111"/>
                  </a:cubicBezTo>
                  <a:cubicBezTo>
                    <a:pt x="332" y="111"/>
                    <a:pt x="331" y="112"/>
                    <a:pt x="330" y="112"/>
                  </a:cubicBezTo>
                  <a:lnTo>
                    <a:pt x="330" y="96"/>
                  </a:lnTo>
                  <a:close/>
                  <a:moveTo>
                    <a:pt x="330" y="634"/>
                  </a:moveTo>
                  <a:cubicBezTo>
                    <a:pt x="321" y="654"/>
                    <a:pt x="309" y="671"/>
                    <a:pt x="296" y="684"/>
                  </a:cubicBezTo>
                  <a:cubicBezTo>
                    <a:pt x="296" y="608"/>
                    <a:pt x="296" y="608"/>
                    <a:pt x="296" y="608"/>
                  </a:cubicBezTo>
                  <a:cubicBezTo>
                    <a:pt x="297" y="606"/>
                    <a:pt x="298" y="604"/>
                    <a:pt x="299" y="602"/>
                  </a:cubicBezTo>
                  <a:cubicBezTo>
                    <a:pt x="299" y="601"/>
                    <a:pt x="299" y="600"/>
                    <a:pt x="300" y="599"/>
                  </a:cubicBezTo>
                  <a:cubicBezTo>
                    <a:pt x="300" y="600"/>
                    <a:pt x="300" y="600"/>
                    <a:pt x="300" y="600"/>
                  </a:cubicBezTo>
                  <a:cubicBezTo>
                    <a:pt x="301" y="597"/>
                    <a:pt x="301" y="595"/>
                    <a:pt x="302" y="593"/>
                  </a:cubicBezTo>
                  <a:cubicBezTo>
                    <a:pt x="308" y="577"/>
                    <a:pt x="323" y="540"/>
                    <a:pt x="330" y="499"/>
                  </a:cubicBezTo>
                  <a:cubicBezTo>
                    <a:pt x="330" y="570"/>
                    <a:pt x="330" y="570"/>
                    <a:pt x="330" y="570"/>
                  </a:cubicBezTo>
                  <a:cubicBezTo>
                    <a:pt x="324" y="586"/>
                    <a:pt x="326" y="594"/>
                    <a:pt x="330" y="595"/>
                  </a:cubicBezTo>
                  <a:cubicBezTo>
                    <a:pt x="330" y="634"/>
                    <a:pt x="330" y="634"/>
                    <a:pt x="330" y="634"/>
                  </a:cubicBezTo>
                  <a:close/>
                  <a:moveTo>
                    <a:pt x="296" y="83"/>
                  </a:moveTo>
                  <a:cubicBezTo>
                    <a:pt x="330" y="96"/>
                    <a:pt x="330" y="96"/>
                    <a:pt x="330" y="96"/>
                  </a:cubicBezTo>
                  <a:cubicBezTo>
                    <a:pt x="330" y="112"/>
                    <a:pt x="330" y="112"/>
                    <a:pt x="330" y="112"/>
                  </a:cubicBezTo>
                  <a:cubicBezTo>
                    <a:pt x="319" y="119"/>
                    <a:pt x="307" y="127"/>
                    <a:pt x="296" y="137"/>
                  </a:cubicBezTo>
                  <a:cubicBezTo>
                    <a:pt x="296" y="83"/>
                    <a:pt x="296" y="83"/>
                    <a:pt x="296" y="83"/>
                  </a:cubicBezTo>
                  <a:close/>
                  <a:moveTo>
                    <a:pt x="330" y="120"/>
                  </a:moveTo>
                  <a:cubicBezTo>
                    <a:pt x="327" y="135"/>
                    <a:pt x="329" y="144"/>
                    <a:pt x="327" y="154"/>
                  </a:cubicBezTo>
                  <a:cubicBezTo>
                    <a:pt x="317" y="161"/>
                    <a:pt x="311" y="181"/>
                    <a:pt x="315" y="189"/>
                  </a:cubicBezTo>
                  <a:cubicBezTo>
                    <a:pt x="310" y="191"/>
                    <a:pt x="304" y="195"/>
                    <a:pt x="296" y="201"/>
                  </a:cubicBezTo>
                  <a:cubicBezTo>
                    <a:pt x="296" y="288"/>
                    <a:pt x="296" y="288"/>
                    <a:pt x="296" y="288"/>
                  </a:cubicBezTo>
                  <a:cubicBezTo>
                    <a:pt x="330" y="260"/>
                    <a:pt x="330" y="260"/>
                    <a:pt x="330" y="260"/>
                  </a:cubicBezTo>
                  <a:cubicBezTo>
                    <a:pt x="330" y="120"/>
                    <a:pt x="330" y="120"/>
                    <a:pt x="330" y="120"/>
                  </a:cubicBezTo>
                  <a:close/>
                  <a:moveTo>
                    <a:pt x="330" y="338"/>
                  </a:moveTo>
                  <a:cubicBezTo>
                    <a:pt x="330" y="423"/>
                    <a:pt x="330" y="423"/>
                    <a:pt x="330" y="423"/>
                  </a:cubicBezTo>
                  <a:cubicBezTo>
                    <a:pt x="329" y="418"/>
                    <a:pt x="328" y="413"/>
                    <a:pt x="326" y="409"/>
                  </a:cubicBezTo>
                  <a:cubicBezTo>
                    <a:pt x="321" y="395"/>
                    <a:pt x="309" y="376"/>
                    <a:pt x="296" y="366"/>
                  </a:cubicBezTo>
                  <a:cubicBezTo>
                    <a:pt x="296" y="307"/>
                    <a:pt x="296" y="307"/>
                    <a:pt x="296" y="307"/>
                  </a:cubicBezTo>
                  <a:cubicBezTo>
                    <a:pt x="310" y="315"/>
                    <a:pt x="322" y="326"/>
                    <a:pt x="330" y="338"/>
                  </a:cubicBezTo>
                  <a:close/>
                  <a:moveTo>
                    <a:pt x="296" y="684"/>
                  </a:moveTo>
                  <a:cubicBezTo>
                    <a:pt x="274" y="707"/>
                    <a:pt x="248" y="721"/>
                    <a:pt x="220" y="728"/>
                  </a:cubicBezTo>
                  <a:cubicBezTo>
                    <a:pt x="220" y="619"/>
                    <a:pt x="220" y="619"/>
                    <a:pt x="220" y="619"/>
                  </a:cubicBezTo>
                  <a:cubicBezTo>
                    <a:pt x="254" y="629"/>
                    <a:pt x="281" y="636"/>
                    <a:pt x="295" y="609"/>
                  </a:cubicBezTo>
                  <a:cubicBezTo>
                    <a:pt x="296" y="608"/>
                    <a:pt x="296" y="608"/>
                    <a:pt x="296" y="608"/>
                  </a:cubicBezTo>
                  <a:cubicBezTo>
                    <a:pt x="296" y="684"/>
                    <a:pt x="296" y="684"/>
                    <a:pt x="296" y="684"/>
                  </a:cubicBezTo>
                  <a:close/>
                  <a:moveTo>
                    <a:pt x="220" y="52"/>
                  </a:moveTo>
                  <a:cubicBezTo>
                    <a:pt x="296" y="83"/>
                    <a:pt x="296" y="83"/>
                    <a:pt x="296" y="83"/>
                  </a:cubicBezTo>
                  <a:cubicBezTo>
                    <a:pt x="296" y="137"/>
                    <a:pt x="296" y="137"/>
                    <a:pt x="296" y="137"/>
                  </a:cubicBezTo>
                  <a:cubicBezTo>
                    <a:pt x="268" y="163"/>
                    <a:pt x="241" y="197"/>
                    <a:pt x="220" y="227"/>
                  </a:cubicBezTo>
                  <a:cubicBezTo>
                    <a:pt x="220" y="132"/>
                    <a:pt x="220" y="132"/>
                    <a:pt x="220" y="132"/>
                  </a:cubicBezTo>
                  <a:cubicBezTo>
                    <a:pt x="255" y="134"/>
                    <a:pt x="255" y="134"/>
                    <a:pt x="255" y="134"/>
                  </a:cubicBezTo>
                  <a:cubicBezTo>
                    <a:pt x="266" y="71"/>
                    <a:pt x="266" y="71"/>
                    <a:pt x="266" y="71"/>
                  </a:cubicBezTo>
                  <a:cubicBezTo>
                    <a:pt x="246" y="119"/>
                    <a:pt x="246" y="119"/>
                    <a:pt x="246" y="119"/>
                  </a:cubicBezTo>
                  <a:cubicBezTo>
                    <a:pt x="220" y="117"/>
                    <a:pt x="220" y="117"/>
                    <a:pt x="220" y="117"/>
                  </a:cubicBezTo>
                  <a:cubicBezTo>
                    <a:pt x="220" y="52"/>
                    <a:pt x="220" y="52"/>
                    <a:pt x="220" y="52"/>
                  </a:cubicBezTo>
                  <a:close/>
                  <a:moveTo>
                    <a:pt x="296" y="201"/>
                  </a:moveTo>
                  <a:cubicBezTo>
                    <a:pt x="293" y="203"/>
                    <a:pt x="291" y="205"/>
                    <a:pt x="288" y="208"/>
                  </a:cubicBezTo>
                  <a:cubicBezTo>
                    <a:pt x="282" y="207"/>
                    <a:pt x="277" y="201"/>
                    <a:pt x="274" y="187"/>
                  </a:cubicBezTo>
                  <a:cubicBezTo>
                    <a:pt x="274" y="186"/>
                    <a:pt x="273" y="185"/>
                    <a:pt x="273" y="186"/>
                  </a:cubicBezTo>
                  <a:cubicBezTo>
                    <a:pt x="292" y="291"/>
                    <a:pt x="292" y="291"/>
                    <a:pt x="292" y="291"/>
                  </a:cubicBezTo>
                  <a:cubicBezTo>
                    <a:pt x="296" y="288"/>
                    <a:pt x="296" y="288"/>
                    <a:pt x="296" y="288"/>
                  </a:cubicBezTo>
                  <a:cubicBezTo>
                    <a:pt x="296" y="201"/>
                    <a:pt x="296" y="201"/>
                    <a:pt x="296" y="201"/>
                  </a:cubicBezTo>
                  <a:close/>
                  <a:moveTo>
                    <a:pt x="296" y="307"/>
                  </a:moveTo>
                  <a:cubicBezTo>
                    <a:pt x="296" y="366"/>
                    <a:pt x="296" y="366"/>
                    <a:pt x="296" y="366"/>
                  </a:cubicBezTo>
                  <a:cubicBezTo>
                    <a:pt x="293" y="363"/>
                    <a:pt x="291" y="362"/>
                    <a:pt x="288" y="360"/>
                  </a:cubicBezTo>
                  <a:cubicBezTo>
                    <a:pt x="280" y="358"/>
                    <a:pt x="270" y="378"/>
                    <a:pt x="258" y="373"/>
                  </a:cubicBezTo>
                  <a:cubicBezTo>
                    <a:pt x="245" y="368"/>
                    <a:pt x="252" y="347"/>
                    <a:pt x="244" y="343"/>
                  </a:cubicBezTo>
                  <a:cubicBezTo>
                    <a:pt x="237" y="341"/>
                    <a:pt x="229" y="340"/>
                    <a:pt x="220" y="342"/>
                  </a:cubicBezTo>
                  <a:cubicBezTo>
                    <a:pt x="220" y="300"/>
                    <a:pt x="220" y="300"/>
                    <a:pt x="220" y="300"/>
                  </a:cubicBezTo>
                  <a:cubicBezTo>
                    <a:pt x="248" y="291"/>
                    <a:pt x="275" y="295"/>
                    <a:pt x="296" y="307"/>
                  </a:cubicBezTo>
                  <a:close/>
                  <a:moveTo>
                    <a:pt x="220" y="728"/>
                  </a:moveTo>
                  <a:cubicBezTo>
                    <a:pt x="170" y="739"/>
                    <a:pt x="116" y="727"/>
                    <a:pt x="76" y="698"/>
                  </a:cubicBezTo>
                  <a:cubicBezTo>
                    <a:pt x="76" y="561"/>
                    <a:pt x="76" y="561"/>
                    <a:pt x="76" y="561"/>
                  </a:cubicBezTo>
                  <a:cubicBezTo>
                    <a:pt x="81" y="579"/>
                    <a:pt x="90" y="596"/>
                    <a:pt x="101" y="610"/>
                  </a:cubicBezTo>
                  <a:cubicBezTo>
                    <a:pt x="144" y="596"/>
                    <a:pt x="185" y="609"/>
                    <a:pt x="220" y="619"/>
                  </a:cubicBezTo>
                  <a:cubicBezTo>
                    <a:pt x="220" y="728"/>
                    <a:pt x="220" y="728"/>
                    <a:pt x="220" y="728"/>
                  </a:cubicBezTo>
                  <a:close/>
                  <a:moveTo>
                    <a:pt x="76" y="375"/>
                  </a:moveTo>
                  <a:cubicBezTo>
                    <a:pt x="86" y="369"/>
                    <a:pt x="95" y="367"/>
                    <a:pt x="105" y="367"/>
                  </a:cubicBezTo>
                  <a:cubicBezTo>
                    <a:pt x="128" y="346"/>
                    <a:pt x="153" y="329"/>
                    <a:pt x="180" y="320"/>
                  </a:cubicBezTo>
                  <a:cubicBezTo>
                    <a:pt x="180" y="320"/>
                    <a:pt x="180" y="320"/>
                    <a:pt x="180" y="320"/>
                  </a:cubicBezTo>
                  <a:cubicBezTo>
                    <a:pt x="182" y="319"/>
                    <a:pt x="182" y="319"/>
                    <a:pt x="182" y="319"/>
                  </a:cubicBezTo>
                  <a:cubicBezTo>
                    <a:pt x="189" y="293"/>
                    <a:pt x="186" y="267"/>
                    <a:pt x="161" y="242"/>
                  </a:cubicBezTo>
                  <a:cubicBezTo>
                    <a:pt x="135" y="217"/>
                    <a:pt x="102" y="193"/>
                    <a:pt x="76" y="168"/>
                  </a:cubicBezTo>
                  <a:cubicBezTo>
                    <a:pt x="76" y="9"/>
                    <a:pt x="76" y="9"/>
                    <a:pt x="76" y="9"/>
                  </a:cubicBezTo>
                  <a:cubicBezTo>
                    <a:pt x="80" y="5"/>
                    <a:pt x="83" y="2"/>
                    <a:pt x="87" y="0"/>
                  </a:cubicBezTo>
                  <a:cubicBezTo>
                    <a:pt x="220" y="52"/>
                    <a:pt x="220" y="52"/>
                    <a:pt x="220" y="52"/>
                  </a:cubicBezTo>
                  <a:cubicBezTo>
                    <a:pt x="220" y="117"/>
                    <a:pt x="220" y="117"/>
                    <a:pt x="220" y="117"/>
                  </a:cubicBezTo>
                  <a:cubicBezTo>
                    <a:pt x="183" y="115"/>
                    <a:pt x="183" y="115"/>
                    <a:pt x="183" y="115"/>
                  </a:cubicBezTo>
                  <a:cubicBezTo>
                    <a:pt x="173" y="230"/>
                    <a:pt x="173" y="230"/>
                    <a:pt x="173" y="230"/>
                  </a:cubicBezTo>
                  <a:cubicBezTo>
                    <a:pt x="193" y="130"/>
                    <a:pt x="193" y="130"/>
                    <a:pt x="193" y="130"/>
                  </a:cubicBezTo>
                  <a:cubicBezTo>
                    <a:pt x="220" y="132"/>
                    <a:pt x="220" y="132"/>
                    <a:pt x="220" y="132"/>
                  </a:cubicBezTo>
                  <a:cubicBezTo>
                    <a:pt x="220" y="227"/>
                    <a:pt x="220" y="227"/>
                    <a:pt x="220" y="227"/>
                  </a:cubicBezTo>
                  <a:cubicBezTo>
                    <a:pt x="213" y="237"/>
                    <a:pt x="207" y="246"/>
                    <a:pt x="201" y="255"/>
                  </a:cubicBezTo>
                  <a:cubicBezTo>
                    <a:pt x="208" y="271"/>
                    <a:pt x="209" y="287"/>
                    <a:pt x="207" y="305"/>
                  </a:cubicBezTo>
                  <a:cubicBezTo>
                    <a:pt x="211" y="303"/>
                    <a:pt x="216" y="302"/>
                    <a:pt x="220" y="300"/>
                  </a:cubicBezTo>
                  <a:cubicBezTo>
                    <a:pt x="220" y="342"/>
                    <a:pt x="220" y="342"/>
                    <a:pt x="220" y="342"/>
                  </a:cubicBezTo>
                  <a:cubicBezTo>
                    <a:pt x="207" y="343"/>
                    <a:pt x="193" y="348"/>
                    <a:pt x="184" y="352"/>
                  </a:cubicBezTo>
                  <a:cubicBezTo>
                    <a:pt x="125" y="380"/>
                    <a:pt x="90" y="464"/>
                    <a:pt x="76" y="496"/>
                  </a:cubicBezTo>
                  <a:cubicBezTo>
                    <a:pt x="76" y="439"/>
                    <a:pt x="76" y="439"/>
                    <a:pt x="76" y="439"/>
                  </a:cubicBezTo>
                  <a:cubicBezTo>
                    <a:pt x="86" y="419"/>
                    <a:pt x="98" y="402"/>
                    <a:pt x="110" y="386"/>
                  </a:cubicBezTo>
                  <a:cubicBezTo>
                    <a:pt x="98" y="384"/>
                    <a:pt x="87" y="389"/>
                    <a:pt x="76" y="398"/>
                  </a:cubicBezTo>
                  <a:lnTo>
                    <a:pt x="76" y="375"/>
                  </a:lnTo>
                  <a:close/>
                  <a:moveTo>
                    <a:pt x="76" y="698"/>
                  </a:moveTo>
                  <a:cubicBezTo>
                    <a:pt x="28" y="662"/>
                    <a:pt x="0" y="602"/>
                    <a:pt x="20" y="529"/>
                  </a:cubicBezTo>
                  <a:cubicBezTo>
                    <a:pt x="22" y="519"/>
                    <a:pt x="24" y="509"/>
                    <a:pt x="27" y="499"/>
                  </a:cubicBezTo>
                  <a:cubicBezTo>
                    <a:pt x="21" y="484"/>
                    <a:pt x="21" y="467"/>
                    <a:pt x="25" y="450"/>
                  </a:cubicBezTo>
                  <a:cubicBezTo>
                    <a:pt x="29" y="435"/>
                    <a:pt x="35" y="420"/>
                    <a:pt x="44" y="407"/>
                  </a:cubicBezTo>
                  <a:cubicBezTo>
                    <a:pt x="52" y="394"/>
                    <a:pt x="63" y="383"/>
                    <a:pt x="75" y="375"/>
                  </a:cubicBezTo>
                  <a:cubicBezTo>
                    <a:pt x="76" y="375"/>
                    <a:pt x="76" y="375"/>
                    <a:pt x="76" y="375"/>
                  </a:cubicBezTo>
                  <a:cubicBezTo>
                    <a:pt x="76" y="398"/>
                    <a:pt x="76" y="398"/>
                    <a:pt x="76" y="398"/>
                  </a:cubicBezTo>
                  <a:cubicBezTo>
                    <a:pt x="63" y="410"/>
                    <a:pt x="52" y="428"/>
                    <a:pt x="46" y="447"/>
                  </a:cubicBezTo>
                  <a:cubicBezTo>
                    <a:pt x="35" y="481"/>
                    <a:pt x="54" y="497"/>
                    <a:pt x="70" y="455"/>
                  </a:cubicBezTo>
                  <a:cubicBezTo>
                    <a:pt x="72" y="449"/>
                    <a:pt x="74" y="444"/>
                    <a:pt x="76" y="439"/>
                  </a:cubicBezTo>
                  <a:cubicBezTo>
                    <a:pt x="76" y="496"/>
                    <a:pt x="76" y="496"/>
                    <a:pt x="76" y="496"/>
                  </a:cubicBezTo>
                  <a:cubicBezTo>
                    <a:pt x="75" y="499"/>
                    <a:pt x="75" y="500"/>
                    <a:pt x="74" y="502"/>
                  </a:cubicBezTo>
                  <a:cubicBezTo>
                    <a:pt x="73" y="504"/>
                    <a:pt x="73" y="505"/>
                    <a:pt x="72" y="507"/>
                  </a:cubicBezTo>
                  <a:cubicBezTo>
                    <a:pt x="69" y="523"/>
                    <a:pt x="71" y="543"/>
                    <a:pt x="76" y="561"/>
                  </a:cubicBezTo>
                  <a:cubicBezTo>
                    <a:pt x="76" y="698"/>
                    <a:pt x="76" y="698"/>
                    <a:pt x="76" y="698"/>
                  </a:cubicBezTo>
                  <a:close/>
                  <a:moveTo>
                    <a:pt x="76" y="168"/>
                  </a:moveTo>
                  <a:cubicBezTo>
                    <a:pt x="44" y="135"/>
                    <a:pt x="23" y="99"/>
                    <a:pt x="44" y="50"/>
                  </a:cubicBezTo>
                  <a:cubicBezTo>
                    <a:pt x="51" y="35"/>
                    <a:pt x="62" y="21"/>
                    <a:pt x="76" y="9"/>
                  </a:cubicBezTo>
                  <a:lnTo>
                    <a:pt x="76" y="168"/>
                  </a:lnTo>
                  <a:close/>
                </a:path>
              </a:pathLst>
            </a:custGeom>
            <a:solidFill>
              <a:srgbClr val="C71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2" name="Freeform 231"/>
            <p:cNvSpPr>
              <a:spLocks noEditPoints="1"/>
            </p:cNvSpPr>
            <p:nvPr/>
          </p:nvSpPr>
          <p:spPr bwMode="auto">
            <a:xfrm>
              <a:off x="4251" y="2328"/>
              <a:ext cx="929" cy="818"/>
            </a:xfrm>
            <a:custGeom>
              <a:avLst/>
              <a:gdLst>
                <a:gd name="T0" fmla="*/ 633 w 832"/>
                <a:gd name="T1" fmla="*/ 299 h 733"/>
                <a:gd name="T2" fmla="*/ 466 w 832"/>
                <a:gd name="T3" fmla="*/ 688 h 733"/>
                <a:gd name="T4" fmla="*/ 524 w 832"/>
                <a:gd name="T5" fmla="*/ 587 h 733"/>
                <a:gd name="T6" fmla="*/ 583 w 832"/>
                <a:gd name="T7" fmla="*/ 553 h 733"/>
                <a:gd name="T8" fmla="*/ 517 w 832"/>
                <a:gd name="T9" fmla="*/ 321 h 733"/>
                <a:gd name="T10" fmla="*/ 466 w 832"/>
                <a:gd name="T11" fmla="*/ 252 h 733"/>
                <a:gd name="T12" fmla="*/ 390 w 832"/>
                <a:gd name="T13" fmla="*/ 237 h 733"/>
                <a:gd name="T14" fmla="*/ 406 w 832"/>
                <a:gd name="T15" fmla="*/ 257 h 733"/>
                <a:gd name="T16" fmla="*/ 466 w 832"/>
                <a:gd name="T17" fmla="*/ 320 h 733"/>
                <a:gd name="T18" fmla="*/ 374 w 832"/>
                <a:gd name="T19" fmla="*/ 339 h 733"/>
                <a:gd name="T20" fmla="*/ 374 w 832"/>
                <a:gd name="T21" fmla="*/ 287 h 733"/>
                <a:gd name="T22" fmla="*/ 390 w 832"/>
                <a:gd name="T23" fmla="*/ 122 h 733"/>
                <a:gd name="T24" fmla="*/ 374 w 832"/>
                <a:gd name="T25" fmla="*/ 19 h 733"/>
                <a:gd name="T26" fmla="*/ 374 w 832"/>
                <a:gd name="T27" fmla="*/ 621 h 733"/>
                <a:gd name="T28" fmla="*/ 386 w 832"/>
                <a:gd name="T29" fmla="*/ 543 h 733"/>
                <a:gd name="T30" fmla="*/ 466 w 832"/>
                <a:gd name="T31" fmla="*/ 573 h 733"/>
                <a:gd name="T32" fmla="*/ 276 w 832"/>
                <a:gd name="T33" fmla="*/ 473 h 733"/>
                <a:gd name="T34" fmla="*/ 268 w 832"/>
                <a:gd name="T35" fmla="*/ 463 h 733"/>
                <a:gd name="T36" fmla="*/ 329 w 832"/>
                <a:gd name="T37" fmla="*/ 440 h 733"/>
                <a:gd name="T38" fmla="*/ 374 w 832"/>
                <a:gd name="T39" fmla="*/ 339 h 733"/>
                <a:gd name="T40" fmla="*/ 366 w 832"/>
                <a:gd name="T41" fmla="*/ 382 h 733"/>
                <a:gd name="T42" fmla="*/ 374 w 832"/>
                <a:gd name="T43" fmla="*/ 621 h 733"/>
                <a:gd name="T44" fmla="*/ 268 w 832"/>
                <a:gd name="T45" fmla="*/ 54 h 733"/>
                <a:gd name="T46" fmla="*/ 365 w 832"/>
                <a:gd name="T47" fmla="*/ 14 h 733"/>
                <a:gd name="T48" fmla="*/ 374 w 832"/>
                <a:gd name="T49" fmla="*/ 126 h 733"/>
                <a:gd name="T50" fmla="*/ 268 w 832"/>
                <a:gd name="T51" fmla="*/ 54 h 733"/>
                <a:gd name="T52" fmla="*/ 374 w 832"/>
                <a:gd name="T53" fmla="*/ 287 h 733"/>
                <a:gd name="T54" fmla="*/ 374 w 832"/>
                <a:gd name="T55" fmla="*/ 204 h 733"/>
                <a:gd name="T56" fmla="*/ 251 w 832"/>
                <a:gd name="T57" fmla="*/ 474 h 733"/>
                <a:gd name="T58" fmla="*/ 0 w 832"/>
                <a:gd name="T59" fmla="*/ 510 h 733"/>
                <a:gd name="T60" fmla="*/ 268 w 832"/>
                <a:gd name="T61" fmla="*/ 177 h 733"/>
                <a:gd name="T62" fmla="*/ 246 w 832"/>
                <a:gd name="T63" fmla="*/ 447 h 733"/>
                <a:gd name="T64" fmla="*/ 268 w 832"/>
                <a:gd name="T65" fmla="*/ 463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2" h="733">
                  <a:moveTo>
                    <a:pt x="466" y="252"/>
                  </a:moveTo>
                  <a:cubicBezTo>
                    <a:pt x="518" y="250"/>
                    <a:pt x="567" y="261"/>
                    <a:pt x="633" y="299"/>
                  </a:cubicBezTo>
                  <a:cubicBezTo>
                    <a:pt x="832" y="413"/>
                    <a:pt x="775" y="626"/>
                    <a:pt x="667" y="658"/>
                  </a:cubicBezTo>
                  <a:cubicBezTo>
                    <a:pt x="624" y="733"/>
                    <a:pt x="543" y="728"/>
                    <a:pt x="466" y="688"/>
                  </a:cubicBezTo>
                  <a:cubicBezTo>
                    <a:pt x="466" y="573"/>
                    <a:pt x="466" y="573"/>
                    <a:pt x="466" y="573"/>
                  </a:cubicBezTo>
                  <a:cubicBezTo>
                    <a:pt x="486" y="577"/>
                    <a:pt x="505" y="582"/>
                    <a:pt x="524" y="587"/>
                  </a:cubicBezTo>
                  <a:cubicBezTo>
                    <a:pt x="492" y="510"/>
                    <a:pt x="485" y="396"/>
                    <a:pt x="518" y="356"/>
                  </a:cubicBezTo>
                  <a:cubicBezTo>
                    <a:pt x="542" y="480"/>
                    <a:pt x="568" y="528"/>
                    <a:pt x="583" y="553"/>
                  </a:cubicBezTo>
                  <a:cubicBezTo>
                    <a:pt x="558" y="425"/>
                    <a:pt x="532" y="364"/>
                    <a:pt x="531" y="311"/>
                  </a:cubicBezTo>
                  <a:cubicBezTo>
                    <a:pt x="526" y="313"/>
                    <a:pt x="521" y="317"/>
                    <a:pt x="517" y="321"/>
                  </a:cubicBezTo>
                  <a:cubicBezTo>
                    <a:pt x="500" y="319"/>
                    <a:pt x="483" y="318"/>
                    <a:pt x="466" y="320"/>
                  </a:cubicBezTo>
                  <a:lnTo>
                    <a:pt x="466" y="252"/>
                  </a:lnTo>
                  <a:close/>
                  <a:moveTo>
                    <a:pt x="374" y="19"/>
                  </a:moveTo>
                  <a:cubicBezTo>
                    <a:pt x="444" y="67"/>
                    <a:pt x="401" y="159"/>
                    <a:pt x="390" y="237"/>
                  </a:cubicBezTo>
                  <a:cubicBezTo>
                    <a:pt x="386" y="267"/>
                    <a:pt x="396" y="288"/>
                    <a:pt x="412" y="303"/>
                  </a:cubicBezTo>
                  <a:cubicBezTo>
                    <a:pt x="412" y="289"/>
                    <a:pt x="409" y="273"/>
                    <a:pt x="406" y="257"/>
                  </a:cubicBezTo>
                  <a:cubicBezTo>
                    <a:pt x="427" y="254"/>
                    <a:pt x="447" y="252"/>
                    <a:pt x="466" y="252"/>
                  </a:cubicBezTo>
                  <a:cubicBezTo>
                    <a:pt x="466" y="320"/>
                    <a:pt x="466" y="320"/>
                    <a:pt x="466" y="320"/>
                  </a:cubicBezTo>
                  <a:cubicBezTo>
                    <a:pt x="430" y="325"/>
                    <a:pt x="397" y="340"/>
                    <a:pt x="374" y="369"/>
                  </a:cubicBezTo>
                  <a:cubicBezTo>
                    <a:pt x="374" y="339"/>
                    <a:pt x="374" y="339"/>
                    <a:pt x="374" y="339"/>
                  </a:cubicBezTo>
                  <a:cubicBezTo>
                    <a:pt x="382" y="332"/>
                    <a:pt x="390" y="326"/>
                    <a:pt x="400" y="321"/>
                  </a:cubicBezTo>
                  <a:cubicBezTo>
                    <a:pt x="389" y="310"/>
                    <a:pt x="380" y="299"/>
                    <a:pt x="374" y="287"/>
                  </a:cubicBezTo>
                  <a:cubicBezTo>
                    <a:pt x="374" y="204"/>
                    <a:pt x="374" y="204"/>
                    <a:pt x="374" y="204"/>
                  </a:cubicBezTo>
                  <a:cubicBezTo>
                    <a:pt x="381" y="175"/>
                    <a:pt x="388" y="147"/>
                    <a:pt x="390" y="122"/>
                  </a:cubicBezTo>
                  <a:cubicBezTo>
                    <a:pt x="385" y="123"/>
                    <a:pt x="379" y="124"/>
                    <a:pt x="374" y="126"/>
                  </a:cubicBezTo>
                  <a:cubicBezTo>
                    <a:pt x="374" y="19"/>
                    <a:pt x="374" y="19"/>
                    <a:pt x="374" y="19"/>
                  </a:cubicBezTo>
                  <a:close/>
                  <a:moveTo>
                    <a:pt x="466" y="688"/>
                  </a:moveTo>
                  <a:cubicBezTo>
                    <a:pt x="434" y="671"/>
                    <a:pt x="402" y="648"/>
                    <a:pt x="374" y="621"/>
                  </a:cubicBezTo>
                  <a:cubicBezTo>
                    <a:pt x="374" y="526"/>
                    <a:pt x="374" y="526"/>
                    <a:pt x="374" y="526"/>
                  </a:cubicBezTo>
                  <a:cubicBezTo>
                    <a:pt x="378" y="532"/>
                    <a:pt x="382" y="538"/>
                    <a:pt x="386" y="543"/>
                  </a:cubicBezTo>
                  <a:cubicBezTo>
                    <a:pt x="384" y="550"/>
                    <a:pt x="384" y="558"/>
                    <a:pt x="386" y="565"/>
                  </a:cubicBezTo>
                  <a:cubicBezTo>
                    <a:pt x="408" y="563"/>
                    <a:pt x="437" y="567"/>
                    <a:pt x="466" y="573"/>
                  </a:cubicBezTo>
                  <a:lnTo>
                    <a:pt x="466" y="688"/>
                  </a:lnTo>
                  <a:close/>
                  <a:moveTo>
                    <a:pt x="276" y="473"/>
                  </a:moveTo>
                  <a:cubicBezTo>
                    <a:pt x="291" y="469"/>
                    <a:pt x="304" y="465"/>
                    <a:pt x="316" y="459"/>
                  </a:cubicBezTo>
                  <a:cubicBezTo>
                    <a:pt x="300" y="455"/>
                    <a:pt x="285" y="456"/>
                    <a:pt x="268" y="463"/>
                  </a:cubicBezTo>
                  <a:cubicBezTo>
                    <a:pt x="268" y="436"/>
                    <a:pt x="268" y="436"/>
                    <a:pt x="268" y="436"/>
                  </a:cubicBezTo>
                  <a:cubicBezTo>
                    <a:pt x="287" y="432"/>
                    <a:pt x="308" y="434"/>
                    <a:pt x="329" y="440"/>
                  </a:cubicBezTo>
                  <a:cubicBezTo>
                    <a:pt x="329" y="417"/>
                    <a:pt x="335" y="393"/>
                    <a:pt x="348" y="371"/>
                  </a:cubicBezTo>
                  <a:cubicBezTo>
                    <a:pt x="355" y="359"/>
                    <a:pt x="364" y="348"/>
                    <a:pt x="374" y="339"/>
                  </a:cubicBezTo>
                  <a:cubicBezTo>
                    <a:pt x="374" y="369"/>
                    <a:pt x="374" y="369"/>
                    <a:pt x="374" y="369"/>
                  </a:cubicBezTo>
                  <a:cubicBezTo>
                    <a:pt x="371" y="373"/>
                    <a:pt x="368" y="377"/>
                    <a:pt x="366" y="382"/>
                  </a:cubicBezTo>
                  <a:cubicBezTo>
                    <a:pt x="339" y="428"/>
                    <a:pt x="347" y="480"/>
                    <a:pt x="374" y="526"/>
                  </a:cubicBezTo>
                  <a:cubicBezTo>
                    <a:pt x="374" y="621"/>
                    <a:pt x="374" y="621"/>
                    <a:pt x="374" y="621"/>
                  </a:cubicBezTo>
                  <a:cubicBezTo>
                    <a:pt x="325" y="575"/>
                    <a:pt x="286" y="519"/>
                    <a:pt x="276" y="473"/>
                  </a:cubicBezTo>
                  <a:close/>
                  <a:moveTo>
                    <a:pt x="268" y="54"/>
                  </a:moveTo>
                  <a:cubicBezTo>
                    <a:pt x="300" y="0"/>
                    <a:pt x="300" y="0"/>
                    <a:pt x="300" y="0"/>
                  </a:cubicBezTo>
                  <a:cubicBezTo>
                    <a:pt x="324" y="0"/>
                    <a:pt x="347" y="4"/>
                    <a:pt x="365" y="14"/>
                  </a:cubicBezTo>
                  <a:cubicBezTo>
                    <a:pt x="368" y="16"/>
                    <a:pt x="371" y="17"/>
                    <a:pt x="374" y="19"/>
                  </a:cubicBezTo>
                  <a:cubicBezTo>
                    <a:pt x="374" y="126"/>
                    <a:pt x="374" y="126"/>
                    <a:pt x="374" y="126"/>
                  </a:cubicBezTo>
                  <a:cubicBezTo>
                    <a:pt x="335" y="136"/>
                    <a:pt x="300" y="153"/>
                    <a:pt x="268" y="177"/>
                  </a:cubicBezTo>
                  <a:cubicBezTo>
                    <a:pt x="268" y="54"/>
                    <a:pt x="268" y="54"/>
                    <a:pt x="268" y="54"/>
                  </a:cubicBezTo>
                  <a:close/>
                  <a:moveTo>
                    <a:pt x="374" y="204"/>
                  </a:moveTo>
                  <a:cubicBezTo>
                    <a:pt x="374" y="287"/>
                    <a:pt x="374" y="287"/>
                    <a:pt x="374" y="287"/>
                  </a:cubicBezTo>
                  <a:cubicBezTo>
                    <a:pt x="367" y="273"/>
                    <a:pt x="364" y="257"/>
                    <a:pt x="367" y="242"/>
                  </a:cubicBezTo>
                  <a:cubicBezTo>
                    <a:pt x="369" y="229"/>
                    <a:pt x="371" y="217"/>
                    <a:pt x="374" y="204"/>
                  </a:cubicBezTo>
                  <a:close/>
                  <a:moveTo>
                    <a:pt x="268" y="463"/>
                  </a:moveTo>
                  <a:cubicBezTo>
                    <a:pt x="263" y="466"/>
                    <a:pt x="257" y="469"/>
                    <a:pt x="251" y="474"/>
                  </a:cubicBezTo>
                  <a:cubicBezTo>
                    <a:pt x="186" y="523"/>
                    <a:pt x="124" y="610"/>
                    <a:pt x="44" y="560"/>
                  </a:cubicBezTo>
                  <a:cubicBezTo>
                    <a:pt x="26" y="549"/>
                    <a:pt x="12" y="531"/>
                    <a:pt x="0" y="510"/>
                  </a:cubicBezTo>
                  <a:cubicBezTo>
                    <a:pt x="268" y="54"/>
                    <a:pt x="268" y="54"/>
                    <a:pt x="268" y="54"/>
                  </a:cubicBezTo>
                  <a:cubicBezTo>
                    <a:pt x="268" y="177"/>
                    <a:pt x="268" y="177"/>
                    <a:pt x="268" y="177"/>
                  </a:cubicBezTo>
                  <a:cubicBezTo>
                    <a:pt x="169" y="254"/>
                    <a:pt x="114" y="392"/>
                    <a:pt x="146" y="532"/>
                  </a:cubicBezTo>
                  <a:cubicBezTo>
                    <a:pt x="181" y="508"/>
                    <a:pt x="216" y="469"/>
                    <a:pt x="246" y="447"/>
                  </a:cubicBezTo>
                  <a:cubicBezTo>
                    <a:pt x="253" y="442"/>
                    <a:pt x="260" y="438"/>
                    <a:pt x="268" y="436"/>
                  </a:cubicBezTo>
                  <a:lnTo>
                    <a:pt x="268" y="463"/>
                  </a:ln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3" name="Freeform 232"/>
            <p:cNvSpPr>
              <a:spLocks noEditPoints="1"/>
            </p:cNvSpPr>
            <p:nvPr/>
          </p:nvSpPr>
          <p:spPr bwMode="auto">
            <a:xfrm>
              <a:off x="3684" y="2790"/>
              <a:ext cx="757" cy="866"/>
            </a:xfrm>
            <a:custGeom>
              <a:avLst/>
              <a:gdLst>
                <a:gd name="T0" fmla="*/ 605 w 678"/>
                <a:gd name="T1" fmla="*/ 53 h 776"/>
                <a:gd name="T2" fmla="*/ 594 w 678"/>
                <a:gd name="T3" fmla="*/ 246 h 776"/>
                <a:gd name="T4" fmla="*/ 630 w 678"/>
                <a:gd name="T5" fmla="*/ 526 h 776"/>
                <a:gd name="T6" fmla="*/ 457 w 678"/>
                <a:gd name="T7" fmla="*/ 772 h 776"/>
                <a:gd name="T8" fmla="*/ 606 w 678"/>
                <a:gd name="T9" fmla="*/ 532 h 776"/>
                <a:gd name="T10" fmla="*/ 457 w 678"/>
                <a:gd name="T11" fmla="*/ 725 h 776"/>
                <a:gd name="T12" fmla="*/ 547 w 678"/>
                <a:gd name="T13" fmla="*/ 607 h 776"/>
                <a:gd name="T14" fmla="*/ 553 w 678"/>
                <a:gd name="T15" fmla="*/ 493 h 776"/>
                <a:gd name="T16" fmla="*/ 589 w 678"/>
                <a:gd name="T17" fmla="*/ 463 h 776"/>
                <a:gd name="T18" fmla="*/ 457 w 678"/>
                <a:gd name="T19" fmla="*/ 338 h 776"/>
                <a:gd name="T20" fmla="*/ 523 w 678"/>
                <a:gd name="T21" fmla="*/ 146 h 776"/>
                <a:gd name="T22" fmla="*/ 457 w 678"/>
                <a:gd name="T23" fmla="*/ 38 h 776"/>
                <a:gd name="T24" fmla="*/ 457 w 678"/>
                <a:gd name="T25" fmla="*/ 772 h 776"/>
                <a:gd name="T26" fmla="*/ 307 w 678"/>
                <a:gd name="T27" fmla="*/ 641 h 776"/>
                <a:gd name="T28" fmla="*/ 457 w 678"/>
                <a:gd name="T29" fmla="*/ 772 h 776"/>
                <a:gd name="T30" fmla="*/ 457 w 678"/>
                <a:gd name="T31" fmla="*/ 38 h 776"/>
                <a:gd name="T32" fmla="*/ 307 w 678"/>
                <a:gd name="T33" fmla="*/ 169 h 776"/>
                <a:gd name="T34" fmla="*/ 457 w 678"/>
                <a:gd name="T35" fmla="*/ 227 h 776"/>
                <a:gd name="T36" fmla="*/ 367 w 678"/>
                <a:gd name="T37" fmla="*/ 334 h 776"/>
                <a:gd name="T38" fmla="*/ 307 w 678"/>
                <a:gd name="T39" fmla="*/ 346 h 776"/>
                <a:gd name="T40" fmla="*/ 439 w 678"/>
                <a:gd name="T41" fmla="*/ 309 h 776"/>
                <a:gd name="T42" fmla="*/ 457 w 678"/>
                <a:gd name="T43" fmla="*/ 227 h 776"/>
                <a:gd name="T44" fmla="*/ 413 w 678"/>
                <a:gd name="T45" fmla="*/ 605 h 776"/>
                <a:gd name="T46" fmla="*/ 307 w 678"/>
                <a:gd name="T47" fmla="*/ 476 h 776"/>
                <a:gd name="T48" fmla="*/ 309 w 678"/>
                <a:gd name="T49" fmla="*/ 550 h 776"/>
                <a:gd name="T50" fmla="*/ 307 w 678"/>
                <a:gd name="T51" fmla="*/ 581 h 776"/>
                <a:gd name="T52" fmla="*/ 323 w 678"/>
                <a:gd name="T53" fmla="*/ 651 h 776"/>
                <a:gd name="T54" fmla="*/ 380 w 678"/>
                <a:gd name="T55" fmla="*/ 677 h 776"/>
                <a:gd name="T56" fmla="*/ 457 w 678"/>
                <a:gd name="T57" fmla="*/ 725 h 776"/>
                <a:gd name="T58" fmla="*/ 307 w 678"/>
                <a:gd name="T59" fmla="*/ 694 h 776"/>
                <a:gd name="T60" fmla="*/ 284 w 678"/>
                <a:gd name="T61" fmla="*/ 585 h 776"/>
                <a:gd name="T62" fmla="*/ 307 w 678"/>
                <a:gd name="T63" fmla="*/ 639 h 776"/>
                <a:gd name="T64" fmla="*/ 307 w 678"/>
                <a:gd name="T65" fmla="*/ 641 h 776"/>
                <a:gd name="T66" fmla="*/ 284 w 678"/>
                <a:gd name="T67" fmla="*/ 98 h 776"/>
                <a:gd name="T68" fmla="*/ 307 w 678"/>
                <a:gd name="T69" fmla="*/ 169 h 776"/>
                <a:gd name="T70" fmla="*/ 284 w 678"/>
                <a:gd name="T71" fmla="*/ 98 h 776"/>
                <a:gd name="T72" fmla="*/ 307 w 678"/>
                <a:gd name="T73" fmla="*/ 381 h 776"/>
                <a:gd name="T74" fmla="*/ 284 w 678"/>
                <a:gd name="T75" fmla="*/ 328 h 776"/>
                <a:gd name="T76" fmla="*/ 307 w 678"/>
                <a:gd name="T77" fmla="*/ 346 h 776"/>
                <a:gd name="T78" fmla="*/ 307 w 678"/>
                <a:gd name="T79" fmla="*/ 532 h 776"/>
                <a:gd name="T80" fmla="*/ 284 w 678"/>
                <a:gd name="T81" fmla="*/ 509 h 776"/>
                <a:gd name="T82" fmla="*/ 307 w 678"/>
                <a:gd name="T83" fmla="*/ 476 h 776"/>
                <a:gd name="T84" fmla="*/ 280 w 678"/>
                <a:gd name="T85" fmla="*/ 648 h 776"/>
                <a:gd name="T86" fmla="*/ 133 w 678"/>
                <a:gd name="T87" fmla="*/ 408 h 776"/>
                <a:gd name="T88" fmla="*/ 6 w 678"/>
                <a:gd name="T89" fmla="*/ 262 h 776"/>
                <a:gd name="T90" fmla="*/ 284 w 678"/>
                <a:gd name="T91" fmla="*/ 98 h 776"/>
                <a:gd name="T92" fmla="*/ 122 w 678"/>
                <a:gd name="T93" fmla="*/ 279 h 776"/>
                <a:gd name="T94" fmla="*/ 284 w 678"/>
                <a:gd name="T95" fmla="*/ 328 h 776"/>
                <a:gd name="T96" fmla="*/ 279 w 678"/>
                <a:gd name="T97" fmla="*/ 471 h 776"/>
                <a:gd name="T98" fmla="*/ 284 w 678"/>
                <a:gd name="T99" fmla="*/ 471 h 776"/>
                <a:gd name="T100" fmla="*/ 259 w 678"/>
                <a:gd name="T101" fmla="*/ 507 h 776"/>
                <a:gd name="T102" fmla="*/ 284 w 678"/>
                <a:gd name="T103" fmla="*/ 585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8" h="776">
                  <a:moveTo>
                    <a:pt x="564" y="0"/>
                  </a:moveTo>
                  <a:cubicBezTo>
                    <a:pt x="583" y="16"/>
                    <a:pt x="597" y="34"/>
                    <a:pt x="605" y="53"/>
                  </a:cubicBezTo>
                  <a:cubicBezTo>
                    <a:pt x="615" y="80"/>
                    <a:pt x="613" y="104"/>
                    <a:pt x="603" y="124"/>
                  </a:cubicBezTo>
                  <a:cubicBezTo>
                    <a:pt x="669" y="191"/>
                    <a:pt x="559" y="210"/>
                    <a:pt x="594" y="246"/>
                  </a:cubicBezTo>
                  <a:cubicBezTo>
                    <a:pt x="678" y="333"/>
                    <a:pt x="557" y="354"/>
                    <a:pt x="606" y="392"/>
                  </a:cubicBezTo>
                  <a:cubicBezTo>
                    <a:pt x="661" y="435"/>
                    <a:pt x="620" y="480"/>
                    <a:pt x="630" y="526"/>
                  </a:cubicBezTo>
                  <a:cubicBezTo>
                    <a:pt x="652" y="628"/>
                    <a:pt x="631" y="719"/>
                    <a:pt x="515" y="759"/>
                  </a:cubicBezTo>
                  <a:cubicBezTo>
                    <a:pt x="494" y="766"/>
                    <a:pt x="475" y="771"/>
                    <a:pt x="457" y="772"/>
                  </a:cubicBezTo>
                  <a:cubicBezTo>
                    <a:pt x="457" y="735"/>
                    <a:pt x="457" y="735"/>
                    <a:pt x="457" y="735"/>
                  </a:cubicBezTo>
                  <a:cubicBezTo>
                    <a:pt x="545" y="735"/>
                    <a:pt x="625" y="657"/>
                    <a:pt x="606" y="532"/>
                  </a:cubicBezTo>
                  <a:cubicBezTo>
                    <a:pt x="601" y="554"/>
                    <a:pt x="593" y="575"/>
                    <a:pt x="583" y="593"/>
                  </a:cubicBezTo>
                  <a:cubicBezTo>
                    <a:pt x="563" y="677"/>
                    <a:pt x="505" y="719"/>
                    <a:pt x="457" y="725"/>
                  </a:cubicBezTo>
                  <a:cubicBezTo>
                    <a:pt x="457" y="637"/>
                    <a:pt x="457" y="637"/>
                    <a:pt x="457" y="637"/>
                  </a:cubicBezTo>
                  <a:cubicBezTo>
                    <a:pt x="484" y="641"/>
                    <a:pt x="519" y="633"/>
                    <a:pt x="547" y="607"/>
                  </a:cubicBezTo>
                  <a:cubicBezTo>
                    <a:pt x="564" y="580"/>
                    <a:pt x="570" y="544"/>
                    <a:pt x="557" y="503"/>
                  </a:cubicBezTo>
                  <a:cubicBezTo>
                    <a:pt x="556" y="499"/>
                    <a:pt x="555" y="496"/>
                    <a:pt x="553" y="493"/>
                  </a:cubicBezTo>
                  <a:cubicBezTo>
                    <a:pt x="537" y="454"/>
                    <a:pt x="543" y="465"/>
                    <a:pt x="559" y="481"/>
                  </a:cubicBezTo>
                  <a:cubicBezTo>
                    <a:pt x="580" y="502"/>
                    <a:pt x="592" y="492"/>
                    <a:pt x="589" y="463"/>
                  </a:cubicBezTo>
                  <a:cubicBezTo>
                    <a:pt x="584" y="424"/>
                    <a:pt x="553" y="380"/>
                    <a:pt x="522" y="386"/>
                  </a:cubicBezTo>
                  <a:cubicBezTo>
                    <a:pt x="503" y="364"/>
                    <a:pt x="481" y="348"/>
                    <a:pt x="457" y="338"/>
                  </a:cubicBezTo>
                  <a:cubicBezTo>
                    <a:pt x="457" y="227"/>
                    <a:pt x="457" y="227"/>
                    <a:pt x="457" y="227"/>
                  </a:cubicBezTo>
                  <a:cubicBezTo>
                    <a:pt x="492" y="198"/>
                    <a:pt x="506" y="186"/>
                    <a:pt x="523" y="146"/>
                  </a:cubicBezTo>
                  <a:cubicBezTo>
                    <a:pt x="521" y="131"/>
                    <a:pt x="495" y="128"/>
                    <a:pt x="457" y="133"/>
                  </a:cubicBezTo>
                  <a:cubicBezTo>
                    <a:pt x="457" y="38"/>
                    <a:pt x="457" y="38"/>
                    <a:pt x="457" y="38"/>
                  </a:cubicBezTo>
                  <a:lnTo>
                    <a:pt x="564" y="0"/>
                  </a:lnTo>
                  <a:close/>
                  <a:moveTo>
                    <a:pt x="457" y="772"/>
                  </a:moveTo>
                  <a:cubicBezTo>
                    <a:pt x="391" y="776"/>
                    <a:pt x="343" y="745"/>
                    <a:pt x="307" y="694"/>
                  </a:cubicBezTo>
                  <a:cubicBezTo>
                    <a:pt x="307" y="641"/>
                    <a:pt x="307" y="641"/>
                    <a:pt x="307" y="641"/>
                  </a:cubicBezTo>
                  <a:cubicBezTo>
                    <a:pt x="346" y="707"/>
                    <a:pt x="403" y="736"/>
                    <a:pt x="457" y="735"/>
                  </a:cubicBezTo>
                  <a:cubicBezTo>
                    <a:pt x="457" y="772"/>
                    <a:pt x="457" y="772"/>
                    <a:pt x="457" y="772"/>
                  </a:cubicBezTo>
                  <a:close/>
                  <a:moveTo>
                    <a:pt x="307" y="90"/>
                  </a:moveTo>
                  <a:cubicBezTo>
                    <a:pt x="457" y="38"/>
                    <a:pt x="457" y="38"/>
                    <a:pt x="457" y="38"/>
                  </a:cubicBezTo>
                  <a:cubicBezTo>
                    <a:pt x="457" y="133"/>
                    <a:pt x="457" y="133"/>
                    <a:pt x="457" y="133"/>
                  </a:cubicBezTo>
                  <a:cubicBezTo>
                    <a:pt x="415" y="138"/>
                    <a:pt x="360" y="151"/>
                    <a:pt x="307" y="169"/>
                  </a:cubicBezTo>
                  <a:cubicBezTo>
                    <a:pt x="307" y="90"/>
                    <a:pt x="307" y="90"/>
                    <a:pt x="307" y="90"/>
                  </a:cubicBezTo>
                  <a:close/>
                  <a:moveTo>
                    <a:pt x="457" y="227"/>
                  </a:moveTo>
                  <a:cubicBezTo>
                    <a:pt x="457" y="338"/>
                    <a:pt x="457" y="338"/>
                    <a:pt x="457" y="338"/>
                  </a:cubicBezTo>
                  <a:cubicBezTo>
                    <a:pt x="429" y="326"/>
                    <a:pt x="398" y="323"/>
                    <a:pt x="367" y="334"/>
                  </a:cubicBezTo>
                  <a:cubicBezTo>
                    <a:pt x="341" y="343"/>
                    <a:pt x="321" y="360"/>
                    <a:pt x="307" y="381"/>
                  </a:cubicBezTo>
                  <a:cubicBezTo>
                    <a:pt x="307" y="346"/>
                    <a:pt x="307" y="346"/>
                    <a:pt x="307" y="346"/>
                  </a:cubicBezTo>
                  <a:cubicBezTo>
                    <a:pt x="321" y="332"/>
                    <a:pt x="339" y="320"/>
                    <a:pt x="360" y="313"/>
                  </a:cubicBezTo>
                  <a:cubicBezTo>
                    <a:pt x="387" y="303"/>
                    <a:pt x="414" y="303"/>
                    <a:pt x="439" y="309"/>
                  </a:cubicBezTo>
                  <a:cubicBezTo>
                    <a:pt x="428" y="280"/>
                    <a:pt x="417" y="260"/>
                    <a:pt x="454" y="229"/>
                  </a:cubicBezTo>
                  <a:cubicBezTo>
                    <a:pt x="457" y="227"/>
                    <a:pt x="457" y="227"/>
                    <a:pt x="457" y="227"/>
                  </a:cubicBezTo>
                  <a:close/>
                  <a:moveTo>
                    <a:pt x="457" y="637"/>
                  </a:moveTo>
                  <a:cubicBezTo>
                    <a:pt x="432" y="634"/>
                    <a:pt x="414" y="622"/>
                    <a:pt x="413" y="605"/>
                  </a:cubicBezTo>
                  <a:cubicBezTo>
                    <a:pt x="404" y="511"/>
                    <a:pt x="342" y="619"/>
                    <a:pt x="343" y="543"/>
                  </a:cubicBezTo>
                  <a:cubicBezTo>
                    <a:pt x="343" y="509"/>
                    <a:pt x="325" y="486"/>
                    <a:pt x="307" y="476"/>
                  </a:cubicBezTo>
                  <a:cubicBezTo>
                    <a:pt x="307" y="532"/>
                    <a:pt x="307" y="532"/>
                    <a:pt x="307" y="532"/>
                  </a:cubicBezTo>
                  <a:cubicBezTo>
                    <a:pt x="308" y="538"/>
                    <a:pt x="309" y="544"/>
                    <a:pt x="309" y="550"/>
                  </a:cubicBezTo>
                  <a:cubicBezTo>
                    <a:pt x="309" y="553"/>
                    <a:pt x="309" y="560"/>
                    <a:pt x="309" y="569"/>
                  </a:cubicBezTo>
                  <a:cubicBezTo>
                    <a:pt x="309" y="574"/>
                    <a:pt x="308" y="578"/>
                    <a:pt x="307" y="581"/>
                  </a:cubicBezTo>
                  <a:cubicBezTo>
                    <a:pt x="307" y="639"/>
                    <a:pt x="307" y="639"/>
                    <a:pt x="307" y="639"/>
                  </a:cubicBezTo>
                  <a:cubicBezTo>
                    <a:pt x="312" y="643"/>
                    <a:pt x="318" y="647"/>
                    <a:pt x="323" y="651"/>
                  </a:cubicBezTo>
                  <a:cubicBezTo>
                    <a:pt x="333" y="667"/>
                    <a:pt x="347" y="668"/>
                    <a:pt x="360" y="670"/>
                  </a:cubicBezTo>
                  <a:cubicBezTo>
                    <a:pt x="366" y="673"/>
                    <a:pt x="373" y="675"/>
                    <a:pt x="380" y="677"/>
                  </a:cubicBezTo>
                  <a:cubicBezTo>
                    <a:pt x="383" y="680"/>
                    <a:pt x="386" y="684"/>
                    <a:pt x="389" y="691"/>
                  </a:cubicBezTo>
                  <a:cubicBezTo>
                    <a:pt x="398" y="717"/>
                    <a:pt x="425" y="728"/>
                    <a:pt x="457" y="725"/>
                  </a:cubicBezTo>
                  <a:lnTo>
                    <a:pt x="457" y="637"/>
                  </a:lnTo>
                  <a:close/>
                  <a:moveTo>
                    <a:pt x="307" y="694"/>
                  </a:moveTo>
                  <a:cubicBezTo>
                    <a:pt x="298" y="682"/>
                    <a:pt x="291" y="670"/>
                    <a:pt x="284" y="656"/>
                  </a:cubicBezTo>
                  <a:cubicBezTo>
                    <a:pt x="284" y="585"/>
                    <a:pt x="284" y="585"/>
                    <a:pt x="284" y="585"/>
                  </a:cubicBezTo>
                  <a:cubicBezTo>
                    <a:pt x="293" y="593"/>
                    <a:pt x="303" y="591"/>
                    <a:pt x="307" y="581"/>
                  </a:cubicBezTo>
                  <a:cubicBezTo>
                    <a:pt x="307" y="639"/>
                    <a:pt x="307" y="639"/>
                    <a:pt x="307" y="639"/>
                  </a:cubicBezTo>
                  <a:cubicBezTo>
                    <a:pt x="306" y="639"/>
                    <a:pt x="305" y="638"/>
                    <a:pt x="304" y="637"/>
                  </a:cubicBezTo>
                  <a:cubicBezTo>
                    <a:pt x="305" y="639"/>
                    <a:pt x="306" y="640"/>
                    <a:pt x="307" y="641"/>
                  </a:cubicBezTo>
                  <a:cubicBezTo>
                    <a:pt x="307" y="694"/>
                    <a:pt x="307" y="694"/>
                    <a:pt x="307" y="694"/>
                  </a:cubicBezTo>
                  <a:close/>
                  <a:moveTo>
                    <a:pt x="284" y="98"/>
                  </a:moveTo>
                  <a:cubicBezTo>
                    <a:pt x="307" y="90"/>
                    <a:pt x="307" y="90"/>
                    <a:pt x="307" y="90"/>
                  </a:cubicBezTo>
                  <a:cubicBezTo>
                    <a:pt x="307" y="169"/>
                    <a:pt x="307" y="169"/>
                    <a:pt x="307" y="169"/>
                  </a:cubicBezTo>
                  <a:cubicBezTo>
                    <a:pt x="299" y="171"/>
                    <a:pt x="291" y="174"/>
                    <a:pt x="284" y="177"/>
                  </a:cubicBezTo>
                  <a:cubicBezTo>
                    <a:pt x="284" y="98"/>
                    <a:pt x="284" y="98"/>
                    <a:pt x="284" y="98"/>
                  </a:cubicBezTo>
                  <a:close/>
                  <a:moveTo>
                    <a:pt x="307" y="346"/>
                  </a:moveTo>
                  <a:cubicBezTo>
                    <a:pt x="307" y="381"/>
                    <a:pt x="307" y="381"/>
                    <a:pt x="307" y="381"/>
                  </a:cubicBezTo>
                  <a:cubicBezTo>
                    <a:pt x="296" y="397"/>
                    <a:pt x="288" y="415"/>
                    <a:pt x="284" y="435"/>
                  </a:cubicBezTo>
                  <a:cubicBezTo>
                    <a:pt x="284" y="328"/>
                    <a:pt x="284" y="328"/>
                    <a:pt x="284" y="328"/>
                  </a:cubicBezTo>
                  <a:cubicBezTo>
                    <a:pt x="289" y="337"/>
                    <a:pt x="292" y="347"/>
                    <a:pt x="295" y="359"/>
                  </a:cubicBezTo>
                  <a:cubicBezTo>
                    <a:pt x="299" y="355"/>
                    <a:pt x="303" y="350"/>
                    <a:pt x="307" y="346"/>
                  </a:cubicBezTo>
                  <a:close/>
                  <a:moveTo>
                    <a:pt x="307" y="476"/>
                  </a:moveTo>
                  <a:cubicBezTo>
                    <a:pt x="307" y="532"/>
                    <a:pt x="307" y="532"/>
                    <a:pt x="307" y="532"/>
                  </a:cubicBezTo>
                  <a:cubicBezTo>
                    <a:pt x="304" y="517"/>
                    <a:pt x="297" y="506"/>
                    <a:pt x="285" y="509"/>
                  </a:cubicBezTo>
                  <a:cubicBezTo>
                    <a:pt x="284" y="509"/>
                    <a:pt x="284" y="509"/>
                    <a:pt x="284" y="509"/>
                  </a:cubicBezTo>
                  <a:cubicBezTo>
                    <a:pt x="284" y="471"/>
                    <a:pt x="284" y="471"/>
                    <a:pt x="284" y="471"/>
                  </a:cubicBezTo>
                  <a:cubicBezTo>
                    <a:pt x="291" y="470"/>
                    <a:pt x="299" y="472"/>
                    <a:pt x="307" y="476"/>
                  </a:cubicBezTo>
                  <a:close/>
                  <a:moveTo>
                    <a:pt x="284" y="656"/>
                  </a:moveTo>
                  <a:cubicBezTo>
                    <a:pt x="282" y="654"/>
                    <a:pt x="281" y="651"/>
                    <a:pt x="280" y="648"/>
                  </a:cubicBezTo>
                  <a:cubicBezTo>
                    <a:pt x="259" y="606"/>
                    <a:pt x="198" y="597"/>
                    <a:pt x="215" y="528"/>
                  </a:cubicBezTo>
                  <a:cubicBezTo>
                    <a:pt x="229" y="468"/>
                    <a:pt x="122" y="528"/>
                    <a:pt x="133" y="408"/>
                  </a:cubicBezTo>
                  <a:cubicBezTo>
                    <a:pt x="138" y="357"/>
                    <a:pt x="39" y="412"/>
                    <a:pt x="50" y="316"/>
                  </a:cubicBezTo>
                  <a:cubicBezTo>
                    <a:pt x="31" y="306"/>
                    <a:pt x="15" y="289"/>
                    <a:pt x="6" y="262"/>
                  </a:cubicBezTo>
                  <a:cubicBezTo>
                    <a:pt x="0" y="243"/>
                    <a:pt x="1" y="220"/>
                    <a:pt x="6" y="196"/>
                  </a:cubicBezTo>
                  <a:cubicBezTo>
                    <a:pt x="284" y="98"/>
                    <a:pt x="284" y="98"/>
                    <a:pt x="284" y="98"/>
                  </a:cubicBezTo>
                  <a:cubicBezTo>
                    <a:pt x="284" y="177"/>
                    <a:pt x="284" y="177"/>
                    <a:pt x="284" y="177"/>
                  </a:cubicBezTo>
                  <a:cubicBezTo>
                    <a:pt x="188" y="210"/>
                    <a:pt x="105" y="253"/>
                    <a:pt x="122" y="279"/>
                  </a:cubicBezTo>
                  <a:cubicBezTo>
                    <a:pt x="161" y="301"/>
                    <a:pt x="186" y="305"/>
                    <a:pt x="234" y="306"/>
                  </a:cubicBezTo>
                  <a:cubicBezTo>
                    <a:pt x="263" y="307"/>
                    <a:pt x="276" y="315"/>
                    <a:pt x="284" y="328"/>
                  </a:cubicBezTo>
                  <a:cubicBezTo>
                    <a:pt x="284" y="435"/>
                    <a:pt x="284" y="435"/>
                    <a:pt x="284" y="435"/>
                  </a:cubicBezTo>
                  <a:cubicBezTo>
                    <a:pt x="281" y="447"/>
                    <a:pt x="279" y="459"/>
                    <a:pt x="279" y="471"/>
                  </a:cubicBezTo>
                  <a:cubicBezTo>
                    <a:pt x="279" y="471"/>
                    <a:pt x="279" y="472"/>
                    <a:pt x="279" y="472"/>
                  </a:cubicBezTo>
                  <a:cubicBezTo>
                    <a:pt x="280" y="472"/>
                    <a:pt x="282" y="471"/>
                    <a:pt x="284" y="471"/>
                  </a:cubicBezTo>
                  <a:cubicBezTo>
                    <a:pt x="284" y="509"/>
                    <a:pt x="284" y="509"/>
                    <a:pt x="284" y="509"/>
                  </a:cubicBezTo>
                  <a:cubicBezTo>
                    <a:pt x="276" y="511"/>
                    <a:pt x="268" y="510"/>
                    <a:pt x="259" y="507"/>
                  </a:cubicBezTo>
                  <a:cubicBezTo>
                    <a:pt x="257" y="528"/>
                    <a:pt x="262" y="553"/>
                    <a:pt x="274" y="572"/>
                  </a:cubicBezTo>
                  <a:cubicBezTo>
                    <a:pt x="277" y="578"/>
                    <a:pt x="280" y="582"/>
                    <a:pt x="284" y="585"/>
                  </a:cubicBezTo>
                  <a:lnTo>
                    <a:pt x="284" y="656"/>
                  </a:ln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4" name="Freeform 233"/>
            <p:cNvSpPr>
              <a:spLocks noEditPoints="1"/>
            </p:cNvSpPr>
            <p:nvPr/>
          </p:nvSpPr>
          <p:spPr bwMode="auto">
            <a:xfrm>
              <a:off x="4025" y="3288"/>
              <a:ext cx="292" cy="154"/>
            </a:xfrm>
            <a:custGeom>
              <a:avLst/>
              <a:gdLst>
                <a:gd name="T0" fmla="*/ 256 w 261"/>
                <a:gd name="T1" fmla="*/ 49 h 138"/>
                <a:gd name="T2" fmla="*/ 191 w 261"/>
                <a:gd name="T3" fmla="*/ 70 h 138"/>
                <a:gd name="T4" fmla="*/ 184 w 261"/>
                <a:gd name="T5" fmla="*/ 70 h 138"/>
                <a:gd name="T6" fmla="*/ 184 w 261"/>
                <a:gd name="T7" fmla="*/ 59 h 138"/>
                <a:gd name="T8" fmla="*/ 225 w 261"/>
                <a:gd name="T9" fmla="*/ 44 h 138"/>
                <a:gd name="T10" fmla="*/ 194 w 261"/>
                <a:gd name="T11" fmla="*/ 11 h 138"/>
                <a:gd name="T12" fmla="*/ 184 w 261"/>
                <a:gd name="T13" fmla="*/ 10 h 138"/>
                <a:gd name="T14" fmla="*/ 184 w 261"/>
                <a:gd name="T15" fmla="*/ 0 h 138"/>
                <a:gd name="T16" fmla="*/ 206 w 261"/>
                <a:gd name="T17" fmla="*/ 3 h 138"/>
                <a:gd name="T18" fmla="*/ 256 w 261"/>
                <a:gd name="T19" fmla="*/ 49 h 138"/>
                <a:gd name="T20" fmla="*/ 184 w 261"/>
                <a:gd name="T21" fmla="*/ 70 h 138"/>
                <a:gd name="T22" fmla="*/ 146 w 261"/>
                <a:gd name="T23" fmla="*/ 71 h 138"/>
                <a:gd name="T24" fmla="*/ 111 w 261"/>
                <a:gd name="T25" fmla="*/ 82 h 138"/>
                <a:gd name="T26" fmla="*/ 73 w 261"/>
                <a:gd name="T27" fmla="*/ 111 h 138"/>
                <a:gd name="T28" fmla="*/ 62 w 261"/>
                <a:gd name="T29" fmla="*/ 118 h 138"/>
                <a:gd name="T30" fmla="*/ 62 w 261"/>
                <a:gd name="T31" fmla="*/ 104 h 138"/>
                <a:gd name="T32" fmla="*/ 83 w 261"/>
                <a:gd name="T33" fmla="*/ 92 h 138"/>
                <a:gd name="T34" fmla="*/ 89 w 261"/>
                <a:gd name="T35" fmla="*/ 57 h 138"/>
                <a:gd name="T36" fmla="*/ 62 w 261"/>
                <a:gd name="T37" fmla="*/ 52 h 138"/>
                <a:gd name="T38" fmla="*/ 62 w 261"/>
                <a:gd name="T39" fmla="*/ 41 h 138"/>
                <a:gd name="T40" fmla="*/ 81 w 261"/>
                <a:gd name="T41" fmla="*/ 42 h 138"/>
                <a:gd name="T42" fmla="*/ 111 w 261"/>
                <a:gd name="T43" fmla="*/ 59 h 138"/>
                <a:gd name="T44" fmla="*/ 129 w 261"/>
                <a:gd name="T45" fmla="*/ 53 h 138"/>
                <a:gd name="T46" fmla="*/ 142 w 261"/>
                <a:gd name="T47" fmla="*/ 21 h 138"/>
                <a:gd name="T48" fmla="*/ 184 w 261"/>
                <a:gd name="T49" fmla="*/ 0 h 138"/>
                <a:gd name="T50" fmla="*/ 184 w 261"/>
                <a:gd name="T51" fmla="*/ 10 h 138"/>
                <a:gd name="T52" fmla="*/ 145 w 261"/>
                <a:gd name="T53" fmla="*/ 37 h 138"/>
                <a:gd name="T54" fmla="*/ 172 w 261"/>
                <a:gd name="T55" fmla="*/ 61 h 138"/>
                <a:gd name="T56" fmla="*/ 184 w 261"/>
                <a:gd name="T57" fmla="*/ 59 h 138"/>
                <a:gd name="T58" fmla="*/ 184 w 261"/>
                <a:gd name="T59" fmla="*/ 70 h 138"/>
                <a:gd name="T60" fmla="*/ 62 w 261"/>
                <a:gd name="T61" fmla="*/ 118 h 138"/>
                <a:gd name="T62" fmla="*/ 9 w 261"/>
                <a:gd name="T63" fmla="*/ 135 h 138"/>
                <a:gd name="T64" fmla="*/ 20 w 261"/>
                <a:gd name="T65" fmla="*/ 68 h 138"/>
                <a:gd name="T66" fmla="*/ 62 w 261"/>
                <a:gd name="T67" fmla="*/ 41 h 138"/>
                <a:gd name="T68" fmla="*/ 62 w 261"/>
                <a:gd name="T69" fmla="*/ 52 h 138"/>
                <a:gd name="T70" fmla="*/ 34 w 261"/>
                <a:gd name="T71" fmla="*/ 67 h 138"/>
                <a:gd name="T72" fmla="*/ 31 w 261"/>
                <a:gd name="T73" fmla="*/ 112 h 138"/>
                <a:gd name="T74" fmla="*/ 62 w 261"/>
                <a:gd name="T75" fmla="*/ 104 h 138"/>
                <a:gd name="T76" fmla="*/ 62 w 261"/>
                <a:gd name="T77" fmla="*/ 11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1" h="138">
                  <a:moveTo>
                    <a:pt x="256" y="49"/>
                  </a:moveTo>
                  <a:cubicBezTo>
                    <a:pt x="247" y="60"/>
                    <a:pt x="213" y="68"/>
                    <a:pt x="191" y="70"/>
                  </a:cubicBezTo>
                  <a:cubicBezTo>
                    <a:pt x="189" y="70"/>
                    <a:pt x="187" y="70"/>
                    <a:pt x="184" y="70"/>
                  </a:cubicBezTo>
                  <a:cubicBezTo>
                    <a:pt x="184" y="59"/>
                    <a:pt x="184" y="59"/>
                    <a:pt x="184" y="59"/>
                  </a:cubicBezTo>
                  <a:cubicBezTo>
                    <a:pt x="204" y="57"/>
                    <a:pt x="220" y="50"/>
                    <a:pt x="225" y="44"/>
                  </a:cubicBezTo>
                  <a:cubicBezTo>
                    <a:pt x="229" y="38"/>
                    <a:pt x="217" y="16"/>
                    <a:pt x="194" y="11"/>
                  </a:cubicBezTo>
                  <a:cubicBezTo>
                    <a:pt x="191" y="10"/>
                    <a:pt x="188" y="10"/>
                    <a:pt x="184" y="10"/>
                  </a:cubicBezTo>
                  <a:cubicBezTo>
                    <a:pt x="184" y="0"/>
                    <a:pt x="184" y="0"/>
                    <a:pt x="184" y="0"/>
                  </a:cubicBezTo>
                  <a:cubicBezTo>
                    <a:pt x="191" y="0"/>
                    <a:pt x="198" y="1"/>
                    <a:pt x="206" y="3"/>
                  </a:cubicBezTo>
                  <a:cubicBezTo>
                    <a:pt x="240" y="13"/>
                    <a:pt x="261" y="43"/>
                    <a:pt x="256" y="49"/>
                  </a:cubicBezTo>
                  <a:close/>
                  <a:moveTo>
                    <a:pt x="184" y="70"/>
                  </a:moveTo>
                  <a:cubicBezTo>
                    <a:pt x="171" y="71"/>
                    <a:pt x="158" y="70"/>
                    <a:pt x="146" y="71"/>
                  </a:cubicBezTo>
                  <a:cubicBezTo>
                    <a:pt x="133" y="71"/>
                    <a:pt x="122" y="75"/>
                    <a:pt x="111" y="82"/>
                  </a:cubicBezTo>
                  <a:cubicBezTo>
                    <a:pt x="99" y="90"/>
                    <a:pt x="87" y="102"/>
                    <a:pt x="73" y="111"/>
                  </a:cubicBezTo>
                  <a:cubicBezTo>
                    <a:pt x="70" y="113"/>
                    <a:pt x="66" y="116"/>
                    <a:pt x="62" y="118"/>
                  </a:cubicBezTo>
                  <a:cubicBezTo>
                    <a:pt x="62" y="104"/>
                    <a:pt x="62" y="104"/>
                    <a:pt x="62" y="104"/>
                  </a:cubicBezTo>
                  <a:cubicBezTo>
                    <a:pt x="68" y="101"/>
                    <a:pt x="76" y="97"/>
                    <a:pt x="83" y="92"/>
                  </a:cubicBezTo>
                  <a:cubicBezTo>
                    <a:pt x="102" y="78"/>
                    <a:pt x="104" y="66"/>
                    <a:pt x="89" y="57"/>
                  </a:cubicBezTo>
                  <a:cubicBezTo>
                    <a:pt x="81" y="53"/>
                    <a:pt x="71" y="51"/>
                    <a:pt x="62" y="52"/>
                  </a:cubicBezTo>
                  <a:cubicBezTo>
                    <a:pt x="62" y="41"/>
                    <a:pt x="62" y="41"/>
                    <a:pt x="62" y="41"/>
                  </a:cubicBezTo>
                  <a:cubicBezTo>
                    <a:pt x="68" y="40"/>
                    <a:pt x="75" y="41"/>
                    <a:pt x="81" y="42"/>
                  </a:cubicBezTo>
                  <a:cubicBezTo>
                    <a:pt x="93" y="45"/>
                    <a:pt x="103" y="54"/>
                    <a:pt x="111" y="59"/>
                  </a:cubicBezTo>
                  <a:cubicBezTo>
                    <a:pt x="120" y="65"/>
                    <a:pt x="126" y="63"/>
                    <a:pt x="129" y="53"/>
                  </a:cubicBezTo>
                  <a:cubicBezTo>
                    <a:pt x="132" y="44"/>
                    <a:pt x="134" y="31"/>
                    <a:pt x="142" y="21"/>
                  </a:cubicBezTo>
                  <a:cubicBezTo>
                    <a:pt x="151" y="9"/>
                    <a:pt x="167" y="1"/>
                    <a:pt x="184" y="0"/>
                  </a:cubicBezTo>
                  <a:cubicBezTo>
                    <a:pt x="184" y="10"/>
                    <a:pt x="184" y="10"/>
                    <a:pt x="184" y="10"/>
                  </a:cubicBezTo>
                  <a:cubicBezTo>
                    <a:pt x="166" y="10"/>
                    <a:pt x="151" y="23"/>
                    <a:pt x="145" y="37"/>
                  </a:cubicBezTo>
                  <a:cubicBezTo>
                    <a:pt x="139" y="53"/>
                    <a:pt x="148" y="62"/>
                    <a:pt x="172" y="61"/>
                  </a:cubicBezTo>
                  <a:cubicBezTo>
                    <a:pt x="176" y="61"/>
                    <a:pt x="180" y="60"/>
                    <a:pt x="184" y="59"/>
                  </a:cubicBezTo>
                  <a:lnTo>
                    <a:pt x="184" y="70"/>
                  </a:lnTo>
                  <a:close/>
                  <a:moveTo>
                    <a:pt x="62" y="118"/>
                  </a:moveTo>
                  <a:cubicBezTo>
                    <a:pt x="43" y="128"/>
                    <a:pt x="20" y="138"/>
                    <a:pt x="9" y="135"/>
                  </a:cubicBezTo>
                  <a:cubicBezTo>
                    <a:pt x="2" y="133"/>
                    <a:pt x="0" y="97"/>
                    <a:pt x="20" y="68"/>
                  </a:cubicBezTo>
                  <a:cubicBezTo>
                    <a:pt x="31" y="53"/>
                    <a:pt x="46" y="44"/>
                    <a:pt x="62" y="41"/>
                  </a:cubicBezTo>
                  <a:cubicBezTo>
                    <a:pt x="62" y="52"/>
                    <a:pt x="62" y="52"/>
                    <a:pt x="62" y="52"/>
                  </a:cubicBezTo>
                  <a:cubicBezTo>
                    <a:pt x="52" y="53"/>
                    <a:pt x="42" y="58"/>
                    <a:pt x="34" y="67"/>
                  </a:cubicBezTo>
                  <a:cubicBezTo>
                    <a:pt x="20" y="85"/>
                    <a:pt x="23" y="110"/>
                    <a:pt x="31" y="112"/>
                  </a:cubicBezTo>
                  <a:cubicBezTo>
                    <a:pt x="36" y="113"/>
                    <a:pt x="48" y="110"/>
                    <a:pt x="62" y="104"/>
                  </a:cubicBezTo>
                  <a:lnTo>
                    <a:pt x="62" y="118"/>
                  </a:ln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5" name="Freeform 234"/>
            <p:cNvSpPr>
              <a:spLocks noEditPoints="1"/>
            </p:cNvSpPr>
            <p:nvPr/>
          </p:nvSpPr>
          <p:spPr bwMode="auto">
            <a:xfrm>
              <a:off x="2262" y="1747"/>
              <a:ext cx="804" cy="705"/>
            </a:xfrm>
            <a:custGeom>
              <a:avLst/>
              <a:gdLst>
                <a:gd name="T0" fmla="*/ 720 w 720"/>
                <a:gd name="T1" fmla="*/ 32 h 631"/>
                <a:gd name="T2" fmla="*/ 653 w 720"/>
                <a:gd name="T3" fmla="*/ 320 h 631"/>
                <a:gd name="T4" fmla="*/ 644 w 720"/>
                <a:gd name="T5" fmla="*/ 0 h 631"/>
                <a:gd name="T6" fmla="*/ 644 w 720"/>
                <a:gd name="T7" fmla="*/ 309 h 631"/>
                <a:gd name="T8" fmla="*/ 644 w 720"/>
                <a:gd name="T9" fmla="*/ 328 h 631"/>
                <a:gd name="T10" fmla="*/ 618 w 720"/>
                <a:gd name="T11" fmla="*/ 623 h 631"/>
                <a:gd name="T12" fmla="*/ 619 w 720"/>
                <a:gd name="T13" fmla="*/ 306 h 631"/>
                <a:gd name="T14" fmla="*/ 515 w 720"/>
                <a:gd name="T15" fmla="*/ 134 h 631"/>
                <a:gd name="T16" fmla="*/ 608 w 720"/>
                <a:gd name="T17" fmla="*/ 313 h 631"/>
                <a:gd name="T18" fmla="*/ 618 w 720"/>
                <a:gd name="T19" fmla="*/ 623 h 631"/>
                <a:gd name="T20" fmla="*/ 515 w 720"/>
                <a:gd name="T21" fmla="*/ 400 h 631"/>
                <a:gd name="T22" fmla="*/ 515 w 720"/>
                <a:gd name="T23" fmla="*/ 180 h 631"/>
                <a:gd name="T24" fmla="*/ 396 w 720"/>
                <a:gd name="T25" fmla="*/ 157 h 631"/>
                <a:gd name="T26" fmla="*/ 515 w 720"/>
                <a:gd name="T27" fmla="*/ 134 h 631"/>
                <a:gd name="T28" fmla="*/ 472 w 720"/>
                <a:gd name="T29" fmla="*/ 290 h 631"/>
                <a:gd name="T30" fmla="*/ 432 w 720"/>
                <a:gd name="T31" fmla="*/ 361 h 631"/>
                <a:gd name="T32" fmla="*/ 515 w 720"/>
                <a:gd name="T33" fmla="*/ 605 h 631"/>
                <a:gd name="T34" fmla="*/ 381 w 720"/>
                <a:gd name="T35" fmla="*/ 396 h 631"/>
                <a:gd name="T36" fmla="*/ 408 w 720"/>
                <a:gd name="T37" fmla="*/ 285 h 631"/>
                <a:gd name="T38" fmla="*/ 381 w 720"/>
                <a:gd name="T39" fmla="*/ 219 h 631"/>
                <a:gd name="T40" fmla="*/ 352 w 720"/>
                <a:gd name="T41" fmla="*/ 107 h 631"/>
                <a:gd name="T42" fmla="*/ 381 w 720"/>
                <a:gd name="T43" fmla="*/ 219 h 631"/>
                <a:gd name="T44" fmla="*/ 348 w 720"/>
                <a:gd name="T45" fmla="*/ 200 h 631"/>
                <a:gd name="T46" fmla="*/ 349 w 720"/>
                <a:gd name="T47" fmla="*/ 141 h 631"/>
                <a:gd name="T48" fmla="*/ 381 w 720"/>
                <a:gd name="T49" fmla="*/ 396 h 631"/>
                <a:gd name="T50" fmla="*/ 347 w 720"/>
                <a:gd name="T51" fmla="*/ 328 h 631"/>
                <a:gd name="T52" fmla="*/ 381 w 720"/>
                <a:gd name="T53" fmla="*/ 396 h 631"/>
                <a:gd name="T54" fmla="*/ 236 w 720"/>
                <a:gd name="T55" fmla="*/ 81 h 631"/>
                <a:gd name="T56" fmla="*/ 347 w 720"/>
                <a:gd name="T57" fmla="*/ 103 h 631"/>
                <a:gd name="T58" fmla="*/ 234 w 720"/>
                <a:gd name="T59" fmla="*/ 102 h 631"/>
                <a:gd name="T60" fmla="*/ 325 w 720"/>
                <a:gd name="T61" fmla="*/ 417 h 631"/>
                <a:gd name="T62" fmla="*/ 234 w 720"/>
                <a:gd name="T63" fmla="*/ 449 h 631"/>
                <a:gd name="T64" fmla="*/ 234 w 720"/>
                <a:gd name="T65" fmla="*/ 393 h 631"/>
                <a:gd name="T66" fmla="*/ 324 w 720"/>
                <a:gd name="T67" fmla="*/ 348 h 631"/>
                <a:gd name="T68" fmla="*/ 347 w 720"/>
                <a:gd name="T69" fmla="*/ 201 h 631"/>
                <a:gd name="T70" fmla="*/ 347 w 720"/>
                <a:gd name="T71" fmla="*/ 409 h 631"/>
                <a:gd name="T72" fmla="*/ 234 w 720"/>
                <a:gd name="T73" fmla="*/ 117 h 631"/>
                <a:gd name="T74" fmla="*/ 347 w 720"/>
                <a:gd name="T75" fmla="*/ 141 h 631"/>
                <a:gd name="T76" fmla="*/ 19 w 720"/>
                <a:gd name="T77" fmla="*/ 284 h 631"/>
                <a:gd name="T78" fmla="*/ 234 w 720"/>
                <a:gd name="T79" fmla="*/ 102 h 631"/>
                <a:gd name="T80" fmla="*/ 232 w 720"/>
                <a:gd name="T81" fmla="*/ 134 h 631"/>
                <a:gd name="T82" fmla="*/ 173 w 720"/>
                <a:gd name="T83" fmla="*/ 374 h 631"/>
                <a:gd name="T84" fmla="*/ 234 w 720"/>
                <a:gd name="T85" fmla="*/ 393 h 631"/>
                <a:gd name="T86" fmla="*/ 234 w 720"/>
                <a:gd name="T87" fmla="*/ 430 h 631"/>
                <a:gd name="T88" fmla="*/ 184 w 720"/>
                <a:gd name="T89" fmla="*/ 430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0" h="631">
                  <a:moveTo>
                    <a:pt x="644" y="0"/>
                  </a:moveTo>
                  <a:cubicBezTo>
                    <a:pt x="649" y="0"/>
                    <a:pt x="655" y="1"/>
                    <a:pt x="661" y="2"/>
                  </a:cubicBezTo>
                  <a:cubicBezTo>
                    <a:pt x="681" y="5"/>
                    <a:pt x="701" y="17"/>
                    <a:pt x="720" y="32"/>
                  </a:cubicBezTo>
                  <a:cubicBezTo>
                    <a:pt x="644" y="549"/>
                    <a:pt x="644" y="549"/>
                    <a:pt x="644" y="549"/>
                  </a:cubicBezTo>
                  <a:cubicBezTo>
                    <a:pt x="644" y="328"/>
                    <a:pt x="644" y="328"/>
                    <a:pt x="644" y="328"/>
                  </a:cubicBezTo>
                  <a:cubicBezTo>
                    <a:pt x="648" y="328"/>
                    <a:pt x="653" y="325"/>
                    <a:pt x="653" y="320"/>
                  </a:cubicBezTo>
                  <a:cubicBezTo>
                    <a:pt x="654" y="315"/>
                    <a:pt x="650" y="310"/>
                    <a:pt x="645" y="310"/>
                  </a:cubicBezTo>
                  <a:cubicBezTo>
                    <a:pt x="645" y="309"/>
                    <a:pt x="644" y="309"/>
                    <a:pt x="644" y="309"/>
                  </a:cubicBezTo>
                  <a:lnTo>
                    <a:pt x="644" y="0"/>
                  </a:lnTo>
                  <a:close/>
                  <a:moveTo>
                    <a:pt x="618" y="3"/>
                  </a:moveTo>
                  <a:cubicBezTo>
                    <a:pt x="626" y="1"/>
                    <a:pt x="634" y="0"/>
                    <a:pt x="644" y="0"/>
                  </a:cubicBezTo>
                  <a:cubicBezTo>
                    <a:pt x="644" y="309"/>
                    <a:pt x="644" y="309"/>
                    <a:pt x="644" y="309"/>
                  </a:cubicBezTo>
                  <a:cubicBezTo>
                    <a:pt x="639" y="309"/>
                    <a:pt x="635" y="313"/>
                    <a:pt x="634" y="317"/>
                  </a:cubicBezTo>
                  <a:cubicBezTo>
                    <a:pt x="633" y="322"/>
                    <a:pt x="637" y="327"/>
                    <a:pt x="642" y="328"/>
                  </a:cubicBezTo>
                  <a:cubicBezTo>
                    <a:pt x="643" y="328"/>
                    <a:pt x="643" y="328"/>
                    <a:pt x="644" y="328"/>
                  </a:cubicBezTo>
                  <a:cubicBezTo>
                    <a:pt x="644" y="549"/>
                    <a:pt x="644" y="549"/>
                    <a:pt x="644" y="549"/>
                  </a:cubicBezTo>
                  <a:cubicBezTo>
                    <a:pt x="634" y="617"/>
                    <a:pt x="634" y="617"/>
                    <a:pt x="634" y="617"/>
                  </a:cubicBezTo>
                  <a:cubicBezTo>
                    <a:pt x="628" y="619"/>
                    <a:pt x="623" y="621"/>
                    <a:pt x="618" y="623"/>
                  </a:cubicBezTo>
                  <a:cubicBezTo>
                    <a:pt x="618" y="324"/>
                    <a:pt x="618" y="324"/>
                    <a:pt x="618" y="324"/>
                  </a:cubicBezTo>
                  <a:cubicBezTo>
                    <a:pt x="623" y="324"/>
                    <a:pt x="627" y="321"/>
                    <a:pt x="627" y="316"/>
                  </a:cubicBezTo>
                  <a:cubicBezTo>
                    <a:pt x="628" y="311"/>
                    <a:pt x="624" y="307"/>
                    <a:pt x="619" y="306"/>
                  </a:cubicBezTo>
                  <a:cubicBezTo>
                    <a:pt x="619" y="306"/>
                    <a:pt x="618" y="306"/>
                    <a:pt x="618" y="306"/>
                  </a:cubicBezTo>
                  <a:lnTo>
                    <a:pt x="618" y="3"/>
                  </a:lnTo>
                  <a:close/>
                  <a:moveTo>
                    <a:pt x="515" y="134"/>
                  </a:moveTo>
                  <a:cubicBezTo>
                    <a:pt x="543" y="80"/>
                    <a:pt x="567" y="18"/>
                    <a:pt x="618" y="3"/>
                  </a:cubicBezTo>
                  <a:cubicBezTo>
                    <a:pt x="618" y="306"/>
                    <a:pt x="618" y="306"/>
                    <a:pt x="618" y="306"/>
                  </a:cubicBezTo>
                  <a:cubicBezTo>
                    <a:pt x="613" y="306"/>
                    <a:pt x="609" y="309"/>
                    <a:pt x="608" y="313"/>
                  </a:cubicBezTo>
                  <a:cubicBezTo>
                    <a:pt x="607" y="318"/>
                    <a:pt x="611" y="323"/>
                    <a:pt x="616" y="324"/>
                  </a:cubicBezTo>
                  <a:cubicBezTo>
                    <a:pt x="617" y="324"/>
                    <a:pt x="617" y="324"/>
                    <a:pt x="618" y="324"/>
                  </a:cubicBezTo>
                  <a:cubicBezTo>
                    <a:pt x="618" y="623"/>
                    <a:pt x="618" y="623"/>
                    <a:pt x="618" y="623"/>
                  </a:cubicBezTo>
                  <a:cubicBezTo>
                    <a:pt x="600" y="628"/>
                    <a:pt x="584" y="631"/>
                    <a:pt x="568" y="629"/>
                  </a:cubicBezTo>
                  <a:cubicBezTo>
                    <a:pt x="545" y="626"/>
                    <a:pt x="528" y="618"/>
                    <a:pt x="515" y="605"/>
                  </a:cubicBezTo>
                  <a:cubicBezTo>
                    <a:pt x="515" y="400"/>
                    <a:pt x="515" y="400"/>
                    <a:pt x="515" y="400"/>
                  </a:cubicBezTo>
                  <a:cubicBezTo>
                    <a:pt x="558" y="375"/>
                    <a:pt x="581" y="349"/>
                    <a:pt x="599" y="313"/>
                  </a:cubicBezTo>
                  <a:cubicBezTo>
                    <a:pt x="586" y="259"/>
                    <a:pt x="564" y="227"/>
                    <a:pt x="517" y="177"/>
                  </a:cubicBezTo>
                  <a:cubicBezTo>
                    <a:pt x="516" y="178"/>
                    <a:pt x="516" y="179"/>
                    <a:pt x="515" y="180"/>
                  </a:cubicBezTo>
                  <a:lnTo>
                    <a:pt x="515" y="134"/>
                  </a:lnTo>
                  <a:close/>
                  <a:moveTo>
                    <a:pt x="381" y="145"/>
                  </a:moveTo>
                  <a:cubicBezTo>
                    <a:pt x="386" y="149"/>
                    <a:pt x="391" y="153"/>
                    <a:pt x="396" y="157"/>
                  </a:cubicBezTo>
                  <a:cubicBezTo>
                    <a:pt x="413" y="167"/>
                    <a:pt x="427" y="182"/>
                    <a:pt x="440" y="198"/>
                  </a:cubicBezTo>
                  <a:cubicBezTo>
                    <a:pt x="463" y="197"/>
                    <a:pt x="484" y="187"/>
                    <a:pt x="501" y="160"/>
                  </a:cubicBezTo>
                  <a:cubicBezTo>
                    <a:pt x="506" y="151"/>
                    <a:pt x="511" y="143"/>
                    <a:pt x="515" y="134"/>
                  </a:cubicBezTo>
                  <a:cubicBezTo>
                    <a:pt x="515" y="180"/>
                    <a:pt x="515" y="180"/>
                    <a:pt x="515" y="180"/>
                  </a:cubicBezTo>
                  <a:cubicBezTo>
                    <a:pt x="502" y="201"/>
                    <a:pt x="479" y="212"/>
                    <a:pt x="452" y="217"/>
                  </a:cubicBezTo>
                  <a:cubicBezTo>
                    <a:pt x="467" y="243"/>
                    <a:pt x="475" y="271"/>
                    <a:pt x="472" y="290"/>
                  </a:cubicBezTo>
                  <a:cubicBezTo>
                    <a:pt x="472" y="291"/>
                    <a:pt x="472" y="293"/>
                    <a:pt x="472" y="294"/>
                  </a:cubicBezTo>
                  <a:cubicBezTo>
                    <a:pt x="471" y="295"/>
                    <a:pt x="471" y="297"/>
                    <a:pt x="471" y="298"/>
                  </a:cubicBezTo>
                  <a:cubicBezTo>
                    <a:pt x="468" y="317"/>
                    <a:pt x="453" y="341"/>
                    <a:pt x="432" y="361"/>
                  </a:cubicBezTo>
                  <a:cubicBezTo>
                    <a:pt x="457" y="374"/>
                    <a:pt x="476" y="392"/>
                    <a:pt x="482" y="417"/>
                  </a:cubicBezTo>
                  <a:cubicBezTo>
                    <a:pt x="494" y="411"/>
                    <a:pt x="505" y="406"/>
                    <a:pt x="515" y="400"/>
                  </a:cubicBezTo>
                  <a:cubicBezTo>
                    <a:pt x="515" y="605"/>
                    <a:pt x="515" y="605"/>
                    <a:pt x="515" y="605"/>
                  </a:cubicBezTo>
                  <a:cubicBezTo>
                    <a:pt x="476" y="567"/>
                    <a:pt x="476" y="492"/>
                    <a:pt x="461" y="432"/>
                  </a:cubicBezTo>
                  <a:cubicBezTo>
                    <a:pt x="453" y="400"/>
                    <a:pt x="435" y="385"/>
                    <a:pt x="413" y="377"/>
                  </a:cubicBezTo>
                  <a:cubicBezTo>
                    <a:pt x="403" y="384"/>
                    <a:pt x="392" y="391"/>
                    <a:pt x="381" y="396"/>
                  </a:cubicBezTo>
                  <a:cubicBezTo>
                    <a:pt x="381" y="343"/>
                    <a:pt x="381" y="343"/>
                    <a:pt x="381" y="343"/>
                  </a:cubicBezTo>
                  <a:cubicBezTo>
                    <a:pt x="394" y="339"/>
                    <a:pt x="406" y="329"/>
                    <a:pt x="414" y="313"/>
                  </a:cubicBezTo>
                  <a:cubicBezTo>
                    <a:pt x="419" y="303"/>
                    <a:pt x="407" y="295"/>
                    <a:pt x="408" y="285"/>
                  </a:cubicBezTo>
                  <a:cubicBezTo>
                    <a:pt x="410" y="275"/>
                    <a:pt x="424" y="270"/>
                    <a:pt x="422" y="260"/>
                  </a:cubicBezTo>
                  <a:cubicBezTo>
                    <a:pt x="417" y="235"/>
                    <a:pt x="403" y="221"/>
                    <a:pt x="386" y="219"/>
                  </a:cubicBezTo>
                  <a:cubicBezTo>
                    <a:pt x="384" y="219"/>
                    <a:pt x="383" y="219"/>
                    <a:pt x="381" y="219"/>
                  </a:cubicBezTo>
                  <a:lnTo>
                    <a:pt x="381" y="145"/>
                  </a:lnTo>
                  <a:close/>
                  <a:moveTo>
                    <a:pt x="347" y="103"/>
                  </a:moveTo>
                  <a:cubicBezTo>
                    <a:pt x="348" y="104"/>
                    <a:pt x="350" y="106"/>
                    <a:pt x="352" y="107"/>
                  </a:cubicBezTo>
                  <a:cubicBezTo>
                    <a:pt x="359" y="115"/>
                    <a:pt x="365" y="124"/>
                    <a:pt x="367" y="135"/>
                  </a:cubicBezTo>
                  <a:cubicBezTo>
                    <a:pt x="372" y="138"/>
                    <a:pt x="377" y="141"/>
                    <a:pt x="381" y="145"/>
                  </a:cubicBezTo>
                  <a:cubicBezTo>
                    <a:pt x="381" y="219"/>
                    <a:pt x="381" y="219"/>
                    <a:pt x="381" y="219"/>
                  </a:cubicBezTo>
                  <a:cubicBezTo>
                    <a:pt x="366" y="219"/>
                    <a:pt x="354" y="234"/>
                    <a:pt x="347" y="254"/>
                  </a:cubicBezTo>
                  <a:cubicBezTo>
                    <a:pt x="347" y="201"/>
                    <a:pt x="347" y="201"/>
                    <a:pt x="347" y="201"/>
                  </a:cubicBezTo>
                  <a:cubicBezTo>
                    <a:pt x="347" y="201"/>
                    <a:pt x="348" y="200"/>
                    <a:pt x="348" y="200"/>
                  </a:cubicBezTo>
                  <a:cubicBezTo>
                    <a:pt x="356" y="191"/>
                    <a:pt x="354" y="182"/>
                    <a:pt x="347" y="175"/>
                  </a:cubicBezTo>
                  <a:cubicBezTo>
                    <a:pt x="347" y="141"/>
                    <a:pt x="347" y="141"/>
                    <a:pt x="347" y="141"/>
                  </a:cubicBezTo>
                  <a:cubicBezTo>
                    <a:pt x="349" y="141"/>
                    <a:pt x="349" y="141"/>
                    <a:pt x="349" y="141"/>
                  </a:cubicBezTo>
                  <a:cubicBezTo>
                    <a:pt x="349" y="138"/>
                    <a:pt x="348" y="136"/>
                    <a:pt x="347" y="133"/>
                  </a:cubicBezTo>
                  <a:cubicBezTo>
                    <a:pt x="347" y="103"/>
                    <a:pt x="347" y="103"/>
                    <a:pt x="347" y="103"/>
                  </a:cubicBezTo>
                  <a:close/>
                  <a:moveTo>
                    <a:pt x="381" y="396"/>
                  </a:moveTo>
                  <a:cubicBezTo>
                    <a:pt x="375" y="399"/>
                    <a:pt x="368" y="401"/>
                    <a:pt x="361" y="403"/>
                  </a:cubicBezTo>
                  <a:cubicBezTo>
                    <a:pt x="357" y="405"/>
                    <a:pt x="352" y="407"/>
                    <a:pt x="347" y="409"/>
                  </a:cubicBezTo>
                  <a:cubicBezTo>
                    <a:pt x="347" y="328"/>
                    <a:pt x="347" y="328"/>
                    <a:pt x="347" y="328"/>
                  </a:cubicBezTo>
                  <a:cubicBezTo>
                    <a:pt x="351" y="336"/>
                    <a:pt x="357" y="342"/>
                    <a:pt x="364" y="343"/>
                  </a:cubicBezTo>
                  <a:cubicBezTo>
                    <a:pt x="370" y="344"/>
                    <a:pt x="376" y="344"/>
                    <a:pt x="381" y="343"/>
                  </a:cubicBezTo>
                  <a:lnTo>
                    <a:pt x="381" y="396"/>
                  </a:lnTo>
                  <a:close/>
                  <a:moveTo>
                    <a:pt x="234" y="81"/>
                  </a:moveTo>
                  <a:cubicBezTo>
                    <a:pt x="235" y="81"/>
                    <a:pt x="235" y="81"/>
                    <a:pt x="236" y="81"/>
                  </a:cubicBezTo>
                  <a:cubicBezTo>
                    <a:pt x="236" y="81"/>
                    <a:pt x="236" y="81"/>
                    <a:pt x="236" y="81"/>
                  </a:cubicBezTo>
                  <a:cubicBezTo>
                    <a:pt x="246" y="78"/>
                    <a:pt x="257" y="76"/>
                    <a:pt x="268" y="76"/>
                  </a:cubicBezTo>
                  <a:cubicBezTo>
                    <a:pt x="283" y="76"/>
                    <a:pt x="299" y="79"/>
                    <a:pt x="313" y="84"/>
                  </a:cubicBezTo>
                  <a:cubicBezTo>
                    <a:pt x="326" y="88"/>
                    <a:pt x="338" y="95"/>
                    <a:pt x="347" y="103"/>
                  </a:cubicBezTo>
                  <a:cubicBezTo>
                    <a:pt x="347" y="133"/>
                    <a:pt x="347" y="133"/>
                    <a:pt x="347" y="133"/>
                  </a:cubicBezTo>
                  <a:cubicBezTo>
                    <a:pt x="335" y="107"/>
                    <a:pt x="288" y="90"/>
                    <a:pt x="253" y="96"/>
                  </a:cubicBezTo>
                  <a:cubicBezTo>
                    <a:pt x="244" y="97"/>
                    <a:pt x="238" y="99"/>
                    <a:pt x="234" y="102"/>
                  </a:cubicBezTo>
                  <a:cubicBezTo>
                    <a:pt x="234" y="81"/>
                    <a:pt x="234" y="81"/>
                    <a:pt x="234" y="81"/>
                  </a:cubicBezTo>
                  <a:close/>
                  <a:moveTo>
                    <a:pt x="347" y="409"/>
                  </a:moveTo>
                  <a:cubicBezTo>
                    <a:pt x="340" y="412"/>
                    <a:pt x="333" y="415"/>
                    <a:pt x="325" y="417"/>
                  </a:cubicBezTo>
                  <a:cubicBezTo>
                    <a:pt x="320" y="426"/>
                    <a:pt x="312" y="433"/>
                    <a:pt x="303" y="439"/>
                  </a:cubicBezTo>
                  <a:cubicBezTo>
                    <a:pt x="290" y="445"/>
                    <a:pt x="275" y="449"/>
                    <a:pt x="259" y="450"/>
                  </a:cubicBezTo>
                  <a:cubicBezTo>
                    <a:pt x="251" y="450"/>
                    <a:pt x="243" y="450"/>
                    <a:pt x="234" y="449"/>
                  </a:cubicBezTo>
                  <a:cubicBezTo>
                    <a:pt x="234" y="430"/>
                    <a:pt x="234" y="430"/>
                    <a:pt x="234" y="430"/>
                  </a:cubicBezTo>
                  <a:cubicBezTo>
                    <a:pt x="265" y="435"/>
                    <a:pt x="300" y="427"/>
                    <a:pt x="310" y="405"/>
                  </a:cubicBezTo>
                  <a:cubicBezTo>
                    <a:pt x="282" y="399"/>
                    <a:pt x="255" y="394"/>
                    <a:pt x="234" y="393"/>
                  </a:cubicBezTo>
                  <a:cubicBezTo>
                    <a:pt x="234" y="382"/>
                    <a:pt x="234" y="382"/>
                    <a:pt x="234" y="382"/>
                  </a:cubicBezTo>
                  <a:cubicBezTo>
                    <a:pt x="285" y="386"/>
                    <a:pt x="339" y="381"/>
                    <a:pt x="326" y="351"/>
                  </a:cubicBezTo>
                  <a:cubicBezTo>
                    <a:pt x="325" y="350"/>
                    <a:pt x="325" y="349"/>
                    <a:pt x="324" y="348"/>
                  </a:cubicBezTo>
                  <a:cubicBezTo>
                    <a:pt x="315" y="332"/>
                    <a:pt x="308" y="308"/>
                    <a:pt x="319" y="273"/>
                  </a:cubicBezTo>
                  <a:cubicBezTo>
                    <a:pt x="318" y="236"/>
                    <a:pt x="332" y="215"/>
                    <a:pt x="345" y="203"/>
                  </a:cubicBezTo>
                  <a:cubicBezTo>
                    <a:pt x="346" y="202"/>
                    <a:pt x="346" y="202"/>
                    <a:pt x="347" y="201"/>
                  </a:cubicBezTo>
                  <a:cubicBezTo>
                    <a:pt x="347" y="254"/>
                    <a:pt x="347" y="254"/>
                    <a:pt x="347" y="254"/>
                  </a:cubicBezTo>
                  <a:cubicBezTo>
                    <a:pt x="338" y="278"/>
                    <a:pt x="338" y="309"/>
                    <a:pt x="347" y="328"/>
                  </a:cubicBezTo>
                  <a:cubicBezTo>
                    <a:pt x="347" y="409"/>
                    <a:pt x="347" y="409"/>
                    <a:pt x="347" y="409"/>
                  </a:cubicBezTo>
                  <a:close/>
                  <a:moveTo>
                    <a:pt x="347" y="141"/>
                  </a:moveTo>
                  <a:cubicBezTo>
                    <a:pt x="305" y="137"/>
                    <a:pt x="274" y="132"/>
                    <a:pt x="254" y="126"/>
                  </a:cubicBezTo>
                  <a:cubicBezTo>
                    <a:pt x="245" y="123"/>
                    <a:pt x="239" y="120"/>
                    <a:pt x="234" y="117"/>
                  </a:cubicBezTo>
                  <a:cubicBezTo>
                    <a:pt x="234" y="134"/>
                    <a:pt x="234" y="134"/>
                    <a:pt x="234" y="134"/>
                  </a:cubicBezTo>
                  <a:cubicBezTo>
                    <a:pt x="275" y="141"/>
                    <a:pt x="328" y="156"/>
                    <a:pt x="347" y="175"/>
                  </a:cubicBezTo>
                  <a:lnTo>
                    <a:pt x="347" y="141"/>
                  </a:lnTo>
                  <a:close/>
                  <a:moveTo>
                    <a:pt x="184" y="430"/>
                  </a:moveTo>
                  <a:cubicBezTo>
                    <a:pt x="184" y="430"/>
                    <a:pt x="184" y="430"/>
                    <a:pt x="184" y="430"/>
                  </a:cubicBezTo>
                  <a:cubicBezTo>
                    <a:pt x="107" y="412"/>
                    <a:pt x="9" y="370"/>
                    <a:pt x="19" y="284"/>
                  </a:cubicBezTo>
                  <a:cubicBezTo>
                    <a:pt x="17" y="274"/>
                    <a:pt x="16" y="265"/>
                    <a:pt x="16" y="255"/>
                  </a:cubicBezTo>
                  <a:cubicBezTo>
                    <a:pt x="0" y="127"/>
                    <a:pt x="90" y="77"/>
                    <a:pt x="234" y="81"/>
                  </a:cubicBezTo>
                  <a:cubicBezTo>
                    <a:pt x="234" y="102"/>
                    <a:pt x="234" y="102"/>
                    <a:pt x="234" y="102"/>
                  </a:cubicBezTo>
                  <a:cubicBezTo>
                    <a:pt x="226" y="106"/>
                    <a:pt x="227" y="112"/>
                    <a:pt x="234" y="117"/>
                  </a:cubicBezTo>
                  <a:cubicBezTo>
                    <a:pt x="234" y="134"/>
                    <a:pt x="234" y="134"/>
                    <a:pt x="234" y="134"/>
                  </a:cubicBezTo>
                  <a:cubicBezTo>
                    <a:pt x="232" y="134"/>
                    <a:pt x="232" y="134"/>
                    <a:pt x="232" y="134"/>
                  </a:cubicBezTo>
                  <a:cubicBezTo>
                    <a:pt x="217" y="206"/>
                    <a:pt x="164" y="232"/>
                    <a:pt x="133" y="280"/>
                  </a:cubicBezTo>
                  <a:cubicBezTo>
                    <a:pt x="114" y="309"/>
                    <a:pt x="108" y="339"/>
                    <a:pt x="124" y="353"/>
                  </a:cubicBezTo>
                  <a:cubicBezTo>
                    <a:pt x="137" y="363"/>
                    <a:pt x="153" y="370"/>
                    <a:pt x="173" y="374"/>
                  </a:cubicBezTo>
                  <a:cubicBezTo>
                    <a:pt x="174" y="375"/>
                    <a:pt x="175" y="375"/>
                    <a:pt x="177" y="375"/>
                  </a:cubicBezTo>
                  <a:cubicBezTo>
                    <a:pt x="192" y="378"/>
                    <a:pt x="213" y="381"/>
                    <a:pt x="234" y="382"/>
                  </a:cubicBezTo>
                  <a:cubicBezTo>
                    <a:pt x="234" y="393"/>
                    <a:pt x="234" y="393"/>
                    <a:pt x="234" y="393"/>
                  </a:cubicBezTo>
                  <a:cubicBezTo>
                    <a:pt x="225" y="392"/>
                    <a:pt x="216" y="391"/>
                    <a:pt x="209" y="392"/>
                  </a:cubicBezTo>
                  <a:cubicBezTo>
                    <a:pt x="179" y="394"/>
                    <a:pt x="181" y="408"/>
                    <a:pt x="204" y="420"/>
                  </a:cubicBezTo>
                  <a:cubicBezTo>
                    <a:pt x="213" y="425"/>
                    <a:pt x="223" y="428"/>
                    <a:pt x="234" y="430"/>
                  </a:cubicBezTo>
                  <a:cubicBezTo>
                    <a:pt x="234" y="449"/>
                    <a:pt x="234" y="449"/>
                    <a:pt x="234" y="449"/>
                  </a:cubicBezTo>
                  <a:cubicBezTo>
                    <a:pt x="227" y="448"/>
                    <a:pt x="220" y="447"/>
                    <a:pt x="213" y="444"/>
                  </a:cubicBezTo>
                  <a:cubicBezTo>
                    <a:pt x="203" y="441"/>
                    <a:pt x="193" y="436"/>
                    <a:pt x="184" y="430"/>
                  </a:cubicBez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6" name="Freeform 235"/>
            <p:cNvSpPr>
              <a:spLocks noEditPoints="1"/>
            </p:cNvSpPr>
            <p:nvPr/>
          </p:nvSpPr>
          <p:spPr bwMode="auto">
            <a:xfrm>
              <a:off x="2390" y="2334"/>
              <a:ext cx="913" cy="801"/>
            </a:xfrm>
            <a:custGeom>
              <a:avLst/>
              <a:gdLst>
                <a:gd name="T0" fmla="*/ 650 w 817"/>
                <a:gd name="T1" fmla="*/ 390 h 717"/>
                <a:gd name="T2" fmla="*/ 654 w 817"/>
                <a:gd name="T3" fmla="*/ 347 h 717"/>
                <a:gd name="T4" fmla="*/ 817 w 817"/>
                <a:gd name="T5" fmla="*/ 501 h 717"/>
                <a:gd name="T6" fmla="*/ 644 w 817"/>
                <a:gd name="T7" fmla="*/ 302 h 717"/>
                <a:gd name="T8" fmla="*/ 650 w 817"/>
                <a:gd name="T9" fmla="*/ 232 h 717"/>
                <a:gd name="T10" fmla="*/ 646 w 817"/>
                <a:gd name="T11" fmla="*/ 348 h 717"/>
                <a:gd name="T12" fmla="*/ 643 w 817"/>
                <a:gd name="T13" fmla="*/ 387 h 717"/>
                <a:gd name="T14" fmla="*/ 641 w 817"/>
                <a:gd name="T15" fmla="*/ 394 h 717"/>
                <a:gd name="T16" fmla="*/ 649 w 817"/>
                <a:gd name="T17" fmla="*/ 393 h 717"/>
                <a:gd name="T18" fmla="*/ 619 w 817"/>
                <a:gd name="T19" fmla="*/ 440 h 717"/>
                <a:gd name="T20" fmla="*/ 630 w 817"/>
                <a:gd name="T21" fmla="*/ 433 h 717"/>
                <a:gd name="T22" fmla="*/ 620 w 817"/>
                <a:gd name="T23" fmla="*/ 434 h 717"/>
                <a:gd name="T24" fmla="*/ 624 w 817"/>
                <a:gd name="T25" fmla="*/ 265 h 717"/>
                <a:gd name="T26" fmla="*/ 619 w 817"/>
                <a:gd name="T27" fmla="*/ 258 h 717"/>
                <a:gd name="T28" fmla="*/ 636 w 817"/>
                <a:gd name="T29" fmla="*/ 297 h 717"/>
                <a:gd name="T30" fmla="*/ 637 w 817"/>
                <a:gd name="T31" fmla="*/ 308 h 717"/>
                <a:gd name="T32" fmla="*/ 589 w 817"/>
                <a:gd name="T33" fmla="*/ 540 h 717"/>
                <a:gd name="T34" fmla="*/ 591 w 817"/>
                <a:gd name="T35" fmla="*/ 461 h 717"/>
                <a:gd name="T36" fmla="*/ 618 w 817"/>
                <a:gd name="T37" fmla="*/ 439 h 717"/>
                <a:gd name="T38" fmla="*/ 613 w 817"/>
                <a:gd name="T39" fmla="*/ 263 h 717"/>
                <a:gd name="T40" fmla="*/ 617 w 817"/>
                <a:gd name="T41" fmla="*/ 269 h 717"/>
                <a:gd name="T42" fmla="*/ 593 w 817"/>
                <a:gd name="T43" fmla="*/ 230 h 717"/>
                <a:gd name="T44" fmla="*/ 575 w 817"/>
                <a:gd name="T45" fmla="*/ 551 h 717"/>
                <a:gd name="T46" fmla="*/ 589 w 817"/>
                <a:gd name="T47" fmla="*/ 462 h 717"/>
                <a:gd name="T48" fmla="*/ 589 w 817"/>
                <a:gd name="T49" fmla="*/ 471 h 717"/>
                <a:gd name="T50" fmla="*/ 588 w 817"/>
                <a:gd name="T51" fmla="*/ 226 h 717"/>
                <a:gd name="T52" fmla="*/ 586 w 817"/>
                <a:gd name="T53" fmla="*/ 234 h 717"/>
                <a:gd name="T54" fmla="*/ 548 w 817"/>
                <a:gd name="T55" fmla="*/ 212 h 717"/>
                <a:gd name="T56" fmla="*/ 553 w 817"/>
                <a:gd name="T57" fmla="*/ 206 h 717"/>
                <a:gd name="T58" fmla="*/ 548 w 817"/>
                <a:gd name="T59" fmla="*/ 561 h 717"/>
                <a:gd name="T60" fmla="*/ 520 w 817"/>
                <a:gd name="T61" fmla="*/ 25 h 717"/>
                <a:gd name="T62" fmla="*/ 543 w 817"/>
                <a:gd name="T63" fmla="*/ 211 h 717"/>
                <a:gd name="T64" fmla="*/ 520 w 817"/>
                <a:gd name="T65" fmla="*/ 225 h 717"/>
                <a:gd name="T66" fmla="*/ 520 w 817"/>
                <a:gd name="T67" fmla="*/ 434 h 717"/>
                <a:gd name="T68" fmla="*/ 502 w 817"/>
                <a:gd name="T69" fmla="*/ 224 h 717"/>
                <a:gd name="T70" fmla="*/ 506 w 817"/>
                <a:gd name="T71" fmla="*/ 197 h 717"/>
                <a:gd name="T72" fmla="*/ 456 w 817"/>
                <a:gd name="T73" fmla="*/ 657 h 717"/>
                <a:gd name="T74" fmla="*/ 502 w 817"/>
                <a:gd name="T75" fmla="*/ 436 h 717"/>
                <a:gd name="T76" fmla="*/ 500 w 817"/>
                <a:gd name="T77" fmla="*/ 197 h 717"/>
                <a:gd name="T78" fmla="*/ 500 w 817"/>
                <a:gd name="T79" fmla="*/ 204 h 717"/>
                <a:gd name="T80" fmla="*/ 457 w 817"/>
                <a:gd name="T81" fmla="*/ 214 h 717"/>
                <a:gd name="T82" fmla="*/ 458 w 817"/>
                <a:gd name="T83" fmla="*/ 205 h 717"/>
                <a:gd name="T84" fmla="*/ 440 w 817"/>
                <a:gd name="T85" fmla="*/ 661 h 717"/>
                <a:gd name="T86" fmla="*/ 456 w 817"/>
                <a:gd name="T87" fmla="*/ 206 h 717"/>
                <a:gd name="T88" fmla="*/ 455 w 817"/>
                <a:gd name="T89" fmla="*/ 214 h 717"/>
                <a:gd name="T90" fmla="*/ 456 w 817"/>
                <a:gd name="T91" fmla="*/ 358 h 717"/>
                <a:gd name="T92" fmla="*/ 440 w 817"/>
                <a:gd name="T93" fmla="*/ 661 h 717"/>
                <a:gd name="T94" fmla="*/ 432 w 817"/>
                <a:gd name="T95" fmla="*/ 545 h 717"/>
                <a:gd name="T96" fmla="*/ 439 w 817"/>
                <a:gd name="T97" fmla="*/ 15 h 717"/>
                <a:gd name="T98" fmla="*/ 337 w 817"/>
                <a:gd name="T99" fmla="*/ 324 h 717"/>
                <a:gd name="T100" fmla="*/ 337 w 817"/>
                <a:gd name="T101" fmla="*/ 679 h 717"/>
                <a:gd name="T102" fmla="*/ 318 w 817"/>
                <a:gd name="T103" fmla="*/ 223 h 717"/>
                <a:gd name="T104" fmla="*/ 208 w 817"/>
                <a:gd name="T105" fmla="*/ 592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17" h="717">
                  <a:moveTo>
                    <a:pt x="817" y="501"/>
                  </a:moveTo>
                  <a:cubicBezTo>
                    <a:pt x="806" y="523"/>
                    <a:pt x="792" y="542"/>
                    <a:pt x="775" y="553"/>
                  </a:cubicBezTo>
                  <a:cubicBezTo>
                    <a:pt x="729" y="583"/>
                    <a:pt x="689" y="567"/>
                    <a:pt x="650" y="539"/>
                  </a:cubicBezTo>
                  <a:cubicBezTo>
                    <a:pt x="650" y="391"/>
                    <a:pt x="650" y="391"/>
                    <a:pt x="650" y="391"/>
                  </a:cubicBezTo>
                  <a:cubicBezTo>
                    <a:pt x="650" y="391"/>
                    <a:pt x="650" y="391"/>
                    <a:pt x="650" y="391"/>
                  </a:cubicBezTo>
                  <a:cubicBezTo>
                    <a:pt x="650" y="390"/>
                    <a:pt x="650" y="390"/>
                    <a:pt x="650" y="390"/>
                  </a:cubicBezTo>
                  <a:cubicBezTo>
                    <a:pt x="650" y="390"/>
                    <a:pt x="650" y="390"/>
                    <a:pt x="650" y="390"/>
                  </a:cubicBezTo>
                  <a:cubicBezTo>
                    <a:pt x="650" y="388"/>
                    <a:pt x="650" y="387"/>
                    <a:pt x="650" y="387"/>
                  </a:cubicBezTo>
                  <a:cubicBezTo>
                    <a:pt x="650" y="355"/>
                    <a:pt x="650" y="355"/>
                    <a:pt x="650" y="355"/>
                  </a:cubicBezTo>
                  <a:cubicBezTo>
                    <a:pt x="652" y="355"/>
                    <a:pt x="654" y="353"/>
                    <a:pt x="654" y="350"/>
                  </a:cubicBezTo>
                  <a:cubicBezTo>
                    <a:pt x="654" y="349"/>
                    <a:pt x="654" y="349"/>
                    <a:pt x="654" y="349"/>
                  </a:cubicBezTo>
                  <a:cubicBezTo>
                    <a:pt x="654" y="347"/>
                    <a:pt x="654" y="347"/>
                    <a:pt x="654" y="347"/>
                  </a:cubicBezTo>
                  <a:cubicBezTo>
                    <a:pt x="653" y="345"/>
                    <a:pt x="653" y="345"/>
                    <a:pt x="653" y="345"/>
                  </a:cubicBezTo>
                  <a:cubicBezTo>
                    <a:pt x="653" y="344"/>
                    <a:pt x="653" y="344"/>
                    <a:pt x="653" y="344"/>
                  </a:cubicBezTo>
                  <a:cubicBezTo>
                    <a:pt x="653" y="343"/>
                    <a:pt x="653" y="343"/>
                    <a:pt x="653" y="343"/>
                  </a:cubicBezTo>
                  <a:cubicBezTo>
                    <a:pt x="653" y="341"/>
                    <a:pt x="651" y="339"/>
                    <a:pt x="650" y="339"/>
                  </a:cubicBezTo>
                  <a:cubicBezTo>
                    <a:pt x="650" y="232"/>
                    <a:pt x="650" y="232"/>
                    <a:pt x="650" y="232"/>
                  </a:cubicBezTo>
                  <a:lnTo>
                    <a:pt x="817" y="501"/>
                  </a:lnTo>
                  <a:close/>
                  <a:moveTo>
                    <a:pt x="650" y="539"/>
                  </a:moveTo>
                  <a:cubicBezTo>
                    <a:pt x="646" y="537"/>
                    <a:pt x="643" y="534"/>
                    <a:pt x="640" y="532"/>
                  </a:cubicBezTo>
                  <a:cubicBezTo>
                    <a:pt x="640" y="310"/>
                    <a:pt x="640" y="310"/>
                    <a:pt x="640" y="310"/>
                  </a:cubicBezTo>
                  <a:cubicBezTo>
                    <a:pt x="643" y="311"/>
                    <a:pt x="646" y="308"/>
                    <a:pt x="645" y="305"/>
                  </a:cubicBezTo>
                  <a:cubicBezTo>
                    <a:pt x="644" y="304"/>
                    <a:pt x="644" y="304"/>
                    <a:pt x="644" y="304"/>
                  </a:cubicBezTo>
                  <a:cubicBezTo>
                    <a:pt x="644" y="302"/>
                    <a:pt x="644" y="302"/>
                    <a:pt x="644" y="302"/>
                  </a:cubicBezTo>
                  <a:cubicBezTo>
                    <a:pt x="643" y="300"/>
                    <a:pt x="643" y="300"/>
                    <a:pt x="643" y="300"/>
                  </a:cubicBezTo>
                  <a:cubicBezTo>
                    <a:pt x="642" y="299"/>
                    <a:pt x="642" y="299"/>
                    <a:pt x="642" y="299"/>
                  </a:cubicBezTo>
                  <a:cubicBezTo>
                    <a:pt x="642" y="298"/>
                    <a:pt x="642" y="298"/>
                    <a:pt x="642" y="298"/>
                  </a:cubicBezTo>
                  <a:cubicBezTo>
                    <a:pt x="642" y="297"/>
                    <a:pt x="641" y="296"/>
                    <a:pt x="640" y="296"/>
                  </a:cubicBezTo>
                  <a:cubicBezTo>
                    <a:pt x="640" y="216"/>
                    <a:pt x="640" y="216"/>
                    <a:pt x="640" y="216"/>
                  </a:cubicBezTo>
                  <a:cubicBezTo>
                    <a:pt x="650" y="232"/>
                    <a:pt x="650" y="232"/>
                    <a:pt x="650" y="232"/>
                  </a:cubicBezTo>
                  <a:cubicBezTo>
                    <a:pt x="650" y="339"/>
                    <a:pt x="650" y="339"/>
                    <a:pt x="650" y="339"/>
                  </a:cubicBezTo>
                  <a:cubicBezTo>
                    <a:pt x="648" y="339"/>
                    <a:pt x="646" y="340"/>
                    <a:pt x="645" y="343"/>
                  </a:cubicBezTo>
                  <a:cubicBezTo>
                    <a:pt x="645" y="343"/>
                    <a:pt x="645" y="343"/>
                    <a:pt x="645" y="344"/>
                  </a:cubicBezTo>
                  <a:cubicBezTo>
                    <a:pt x="645" y="345"/>
                    <a:pt x="645" y="345"/>
                    <a:pt x="645" y="345"/>
                  </a:cubicBezTo>
                  <a:cubicBezTo>
                    <a:pt x="646" y="346"/>
                    <a:pt x="646" y="346"/>
                    <a:pt x="646" y="346"/>
                  </a:cubicBezTo>
                  <a:cubicBezTo>
                    <a:pt x="646" y="348"/>
                    <a:pt x="646" y="348"/>
                    <a:pt x="646" y="348"/>
                  </a:cubicBezTo>
                  <a:cubicBezTo>
                    <a:pt x="646" y="350"/>
                    <a:pt x="646" y="350"/>
                    <a:pt x="646" y="350"/>
                  </a:cubicBezTo>
                  <a:cubicBezTo>
                    <a:pt x="646" y="351"/>
                    <a:pt x="646" y="351"/>
                    <a:pt x="646" y="351"/>
                  </a:cubicBezTo>
                  <a:cubicBezTo>
                    <a:pt x="646" y="352"/>
                    <a:pt x="646" y="353"/>
                    <a:pt x="647" y="353"/>
                  </a:cubicBezTo>
                  <a:cubicBezTo>
                    <a:pt x="647" y="354"/>
                    <a:pt x="649" y="355"/>
                    <a:pt x="650" y="355"/>
                  </a:cubicBezTo>
                  <a:cubicBezTo>
                    <a:pt x="650" y="387"/>
                    <a:pt x="650" y="387"/>
                    <a:pt x="650" y="387"/>
                  </a:cubicBezTo>
                  <a:cubicBezTo>
                    <a:pt x="648" y="385"/>
                    <a:pt x="645" y="384"/>
                    <a:pt x="643" y="387"/>
                  </a:cubicBezTo>
                  <a:cubicBezTo>
                    <a:pt x="643" y="387"/>
                    <a:pt x="643" y="388"/>
                    <a:pt x="642" y="388"/>
                  </a:cubicBezTo>
                  <a:cubicBezTo>
                    <a:pt x="642" y="388"/>
                    <a:pt x="642" y="388"/>
                    <a:pt x="642" y="388"/>
                  </a:cubicBezTo>
                  <a:cubicBezTo>
                    <a:pt x="642" y="390"/>
                    <a:pt x="642" y="390"/>
                    <a:pt x="642" y="390"/>
                  </a:cubicBezTo>
                  <a:cubicBezTo>
                    <a:pt x="642" y="391"/>
                    <a:pt x="642" y="391"/>
                    <a:pt x="642" y="391"/>
                  </a:cubicBezTo>
                  <a:cubicBezTo>
                    <a:pt x="641" y="393"/>
                    <a:pt x="641" y="393"/>
                    <a:pt x="641" y="393"/>
                  </a:cubicBezTo>
                  <a:cubicBezTo>
                    <a:pt x="641" y="394"/>
                    <a:pt x="641" y="394"/>
                    <a:pt x="641" y="394"/>
                  </a:cubicBezTo>
                  <a:cubicBezTo>
                    <a:pt x="640" y="395"/>
                    <a:pt x="640" y="395"/>
                    <a:pt x="640" y="395"/>
                  </a:cubicBezTo>
                  <a:cubicBezTo>
                    <a:pt x="639" y="399"/>
                    <a:pt x="645" y="402"/>
                    <a:pt x="647" y="398"/>
                  </a:cubicBezTo>
                  <a:cubicBezTo>
                    <a:pt x="648" y="398"/>
                    <a:pt x="648" y="398"/>
                    <a:pt x="648" y="397"/>
                  </a:cubicBezTo>
                  <a:cubicBezTo>
                    <a:pt x="648" y="396"/>
                    <a:pt x="648" y="396"/>
                    <a:pt x="648" y="396"/>
                  </a:cubicBezTo>
                  <a:cubicBezTo>
                    <a:pt x="649" y="395"/>
                    <a:pt x="649" y="395"/>
                    <a:pt x="649" y="395"/>
                  </a:cubicBezTo>
                  <a:cubicBezTo>
                    <a:pt x="649" y="393"/>
                    <a:pt x="649" y="393"/>
                    <a:pt x="649" y="393"/>
                  </a:cubicBezTo>
                  <a:cubicBezTo>
                    <a:pt x="650" y="391"/>
                    <a:pt x="650" y="391"/>
                    <a:pt x="650" y="391"/>
                  </a:cubicBezTo>
                  <a:lnTo>
                    <a:pt x="650" y="539"/>
                  </a:lnTo>
                  <a:close/>
                  <a:moveTo>
                    <a:pt x="640" y="532"/>
                  </a:moveTo>
                  <a:cubicBezTo>
                    <a:pt x="632" y="526"/>
                    <a:pt x="625" y="520"/>
                    <a:pt x="618" y="514"/>
                  </a:cubicBezTo>
                  <a:cubicBezTo>
                    <a:pt x="618" y="439"/>
                    <a:pt x="618" y="439"/>
                    <a:pt x="618" y="439"/>
                  </a:cubicBezTo>
                  <a:cubicBezTo>
                    <a:pt x="618" y="439"/>
                    <a:pt x="619" y="440"/>
                    <a:pt x="619" y="440"/>
                  </a:cubicBezTo>
                  <a:cubicBezTo>
                    <a:pt x="621" y="442"/>
                    <a:pt x="623" y="442"/>
                    <a:pt x="625" y="440"/>
                  </a:cubicBezTo>
                  <a:cubicBezTo>
                    <a:pt x="626" y="439"/>
                    <a:pt x="626" y="439"/>
                    <a:pt x="626" y="439"/>
                  </a:cubicBezTo>
                  <a:cubicBezTo>
                    <a:pt x="627" y="437"/>
                    <a:pt x="627" y="437"/>
                    <a:pt x="627" y="437"/>
                  </a:cubicBezTo>
                  <a:cubicBezTo>
                    <a:pt x="628" y="436"/>
                    <a:pt x="628" y="436"/>
                    <a:pt x="628" y="436"/>
                  </a:cubicBezTo>
                  <a:cubicBezTo>
                    <a:pt x="629" y="434"/>
                    <a:pt x="629" y="434"/>
                    <a:pt x="629" y="434"/>
                  </a:cubicBezTo>
                  <a:cubicBezTo>
                    <a:pt x="630" y="433"/>
                    <a:pt x="630" y="433"/>
                    <a:pt x="630" y="433"/>
                  </a:cubicBezTo>
                  <a:cubicBezTo>
                    <a:pt x="633" y="429"/>
                    <a:pt x="628" y="425"/>
                    <a:pt x="624" y="429"/>
                  </a:cubicBezTo>
                  <a:cubicBezTo>
                    <a:pt x="624" y="429"/>
                    <a:pt x="624" y="429"/>
                    <a:pt x="624" y="429"/>
                  </a:cubicBezTo>
                  <a:cubicBezTo>
                    <a:pt x="623" y="430"/>
                    <a:pt x="623" y="430"/>
                    <a:pt x="623" y="430"/>
                  </a:cubicBezTo>
                  <a:cubicBezTo>
                    <a:pt x="622" y="431"/>
                    <a:pt x="622" y="431"/>
                    <a:pt x="622" y="431"/>
                  </a:cubicBezTo>
                  <a:cubicBezTo>
                    <a:pt x="621" y="433"/>
                    <a:pt x="621" y="433"/>
                    <a:pt x="621" y="433"/>
                  </a:cubicBezTo>
                  <a:cubicBezTo>
                    <a:pt x="620" y="434"/>
                    <a:pt x="620" y="434"/>
                    <a:pt x="620" y="434"/>
                  </a:cubicBezTo>
                  <a:cubicBezTo>
                    <a:pt x="619" y="435"/>
                    <a:pt x="619" y="435"/>
                    <a:pt x="619" y="435"/>
                  </a:cubicBezTo>
                  <a:cubicBezTo>
                    <a:pt x="619" y="436"/>
                    <a:pt x="618" y="436"/>
                    <a:pt x="618" y="436"/>
                  </a:cubicBezTo>
                  <a:cubicBezTo>
                    <a:pt x="618" y="404"/>
                    <a:pt x="618" y="404"/>
                    <a:pt x="618" y="404"/>
                  </a:cubicBezTo>
                  <a:cubicBezTo>
                    <a:pt x="632" y="377"/>
                    <a:pt x="630" y="344"/>
                    <a:pt x="618" y="314"/>
                  </a:cubicBezTo>
                  <a:cubicBezTo>
                    <a:pt x="618" y="270"/>
                    <a:pt x="618" y="270"/>
                    <a:pt x="618" y="270"/>
                  </a:cubicBezTo>
                  <a:cubicBezTo>
                    <a:pt x="621" y="271"/>
                    <a:pt x="626" y="269"/>
                    <a:pt x="624" y="265"/>
                  </a:cubicBezTo>
                  <a:cubicBezTo>
                    <a:pt x="624" y="265"/>
                    <a:pt x="624" y="264"/>
                    <a:pt x="624" y="264"/>
                  </a:cubicBezTo>
                  <a:cubicBezTo>
                    <a:pt x="623" y="264"/>
                    <a:pt x="623" y="264"/>
                    <a:pt x="623" y="264"/>
                  </a:cubicBezTo>
                  <a:cubicBezTo>
                    <a:pt x="622" y="262"/>
                    <a:pt x="622" y="262"/>
                    <a:pt x="622" y="262"/>
                  </a:cubicBezTo>
                  <a:cubicBezTo>
                    <a:pt x="621" y="261"/>
                    <a:pt x="621" y="261"/>
                    <a:pt x="621" y="261"/>
                  </a:cubicBezTo>
                  <a:cubicBezTo>
                    <a:pt x="620" y="260"/>
                    <a:pt x="620" y="260"/>
                    <a:pt x="620" y="260"/>
                  </a:cubicBezTo>
                  <a:cubicBezTo>
                    <a:pt x="619" y="258"/>
                    <a:pt x="619" y="258"/>
                    <a:pt x="619" y="258"/>
                  </a:cubicBezTo>
                  <a:cubicBezTo>
                    <a:pt x="619" y="258"/>
                    <a:pt x="619" y="258"/>
                    <a:pt x="619" y="258"/>
                  </a:cubicBezTo>
                  <a:cubicBezTo>
                    <a:pt x="619" y="258"/>
                    <a:pt x="619" y="257"/>
                    <a:pt x="618" y="257"/>
                  </a:cubicBezTo>
                  <a:cubicBezTo>
                    <a:pt x="618" y="182"/>
                    <a:pt x="618" y="182"/>
                    <a:pt x="618" y="182"/>
                  </a:cubicBezTo>
                  <a:cubicBezTo>
                    <a:pt x="640" y="216"/>
                    <a:pt x="640" y="216"/>
                    <a:pt x="640" y="216"/>
                  </a:cubicBezTo>
                  <a:cubicBezTo>
                    <a:pt x="640" y="296"/>
                    <a:pt x="640" y="296"/>
                    <a:pt x="640" y="296"/>
                  </a:cubicBezTo>
                  <a:cubicBezTo>
                    <a:pt x="638" y="295"/>
                    <a:pt x="637" y="296"/>
                    <a:pt x="636" y="297"/>
                  </a:cubicBezTo>
                  <a:cubicBezTo>
                    <a:pt x="634" y="298"/>
                    <a:pt x="634" y="299"/>
                    <a:pt x="635" y="301"/>
                  </a:cubicBezTo>
                  <a:cubicBezTo>
                    <a:pt x="635" y="302"/>
                    <a:pt x="635" y="302"/>
                    <a:pt x="635" y="302"/>
                  </a:cubicBezTo>
                  <a:cubicBezTo>
                    <a:pt x="636" y="303"/>
                    <a:pt x="636" y="303"/>
                    <a:pt x="636" y="303"/>
                  </a:cubicBezTo>
                  <a:cubicBezTo>
                    <a:pt x="636" y="305"/>
                    <a:pt x="636" y="305"/>
                    <a:pt x="636" y="305"/>
                  </a:cubicBezTo>
                  <a:cubicBezTo>
                    <a:pt x="637" y="307"/>
                    <a:pt x="637" y="307"/>
                    <a:pt x="637" y="307"/>
                  </a:cubicBezTo>
                  <a:cubicBezTo>
                    <a:pt x="637" y="308"/>
                    <a:pt x="637" y="308"/>
                    <a:pt x="637" y="308"/>
                  </a:cubicBezTo>
                  <a:cubicBezTo>
                    <a:pt x="637" y="309"/>
                    <a:pt x="638" y="309"/>
                    <a:pt x="639" y="310"/>
                  </a:cubicBezTo>
                  <a:cubicBezTo>
                    <a:pt x="639" y="310"/>
                    <a:pt x="639" y="310"/>
                    <a:pt x="640" y="310"/>
                  </a:cubicBezTo>
                  <a:lnTo>
                    <a:pt x="640" y="532"/>
                  </a:lnTo>
                  <a:close/>
                  <a:moveTo>
                    <a:pt x="618" y="514"/>
                  </a:moveTo>
                  <a:cubicBezTo>
                    <a:pt x="615" y="512"/>
                    <a:pt x="611" y="509"/>
                    <a:pt x="608" y="506"/>
                  </a:cubicBezTo>
                  <a:cubicBezTo>
                    <a:pt x="605" y="518"/>
                    <a:pt x="599" y="530"/>
                    <a:pt x="589" y="540"/>
                  </a:cubicBezTo>
                  <a:cubicBezTo>
                    <a:pt x="589" y="471"/>
                    <a:pt x="589" y="471"/>
                    <a:pt x="589" y="471"/>
                  </a:cubicBezTo>
                  <a:cubicBezTo>
                    <a:pt x="590" y="471"/>
                    <a:pt x="590" y="471"/>
                    <a:pt x="590" y="471"/>
                  </a:cubicBezTo>
                  <a:cubicBezTo>
                    <a:pt x="592" y="470"/>
                    <a:pt x="592" y="470"/>
                    <a:pt x="592" y="470"/>
                  </a:cubicBezTo>
                  <a:cubicBezTo>
                    <a:pt x="594" y="468"/>
                    <a:pt x="594" y="468"/>
                    <a:pt x="594" y="468"/>
                  </a:cubicBezTo>
                  <a:cubicBezTo>
                    <a:pt x="595" y="467"/>
                    <a:pt x="595" y="467"/>
                    <a:pt x="595" y="467"/>
                  </a:cubicBezTo>
                  <a:cubicBezTo>
                    <a:pt x="599" y="465"/>
                    <a:pt x="596" y="459"/>
                    <a:pt x="591" y="461"/>
                  </a:cubicBezTo>
                  <a:cubicBezTo>
                    <a:pt x="591" y="461"/>
                    <a:pt x="591" y="461"/>
                    <a:pt x="591" y="461"/>
                  </a:cubicBezTo>
                  <a:cubicBezTo>
                    <a:pt x="589" y="462"/>
                    <a:pt x="589" y="462"/>
                    <a:pt x="589" y="462"/>
                  </a:cubicBezTo>
                  <a:cubicBezTo>
                    <a:pt x="589" y="437"/>
                    <a:pt x="589" y="437"/>
                    <a:pt x="589" y="437"/>
                  </a:cubicBezTo>
                  <a:cubicBezTo>
                    <a:pt x="603" y="428"/>
                    <a:pt x="612" y="416"/>
                    <a:pt x="618" y="404"/>
                  </a:cubicBezTo>
                  <a:cubicBezTo>
                    <a:pt x="618" y="436"/>
                    <a:pt x="618" y="436"/>
                    <a:pt x="618" y="436"/>
                  </a:cubicBezTo>
                  <a:cubicBezTo>
                    <a:pt x="618" y="437"/>
                    <a:pt x="618" y="438"/>
                    <a:pt x="618" y="439"/>
                  </a:cubicBezTo>
                  <a:cubicBezTo>
                    <a:pt x="618" y="514"/>
                    <a:pt x="618" y="514"/>
                    <a:pt x="618" y="514"/>
                  </a:cubicBezTo>
                  <a:close/>
                  <a:moveTo>
                    <a:pt x="589" y="136"/>
                  </a:moveTo>
                  <a:cubicBezTo>
                    <a:pt x="618" y="182"/>
                    <a:pt x="618" y="182"/>
                    <a:pt x="618" y="182"/>
                  </a:cubicBezTo>
                  <a:cubicBezTo>
                    <a:pt x="618" y="257"/>
                    <a:pt x="618" y="257"/>
                    <a:pt x="618" y="257"/>
                  </a:cubicBezTo>
                  <a:cubicBezTo>
                    <a:pt x="615" y="255"/>
                    <a:pt x="610" y="259"/>
                    <a:pt x="613" y="262"/>
                  </a:cubicBezTo>
                  <a:cubicBezTo>
                    <a:pt x="613" y="263"/>
                    <a:pt x="613" y="263"/>
                    <a:pt x="613" y="263"/>
                  </a:cubicBezTo>
                  <a:cubicBezTo>
                    <a:pt x="613" y="263"/>
                    <a:pt x="613" y="263"/>
                    <a:pt x="613" y="263"/>
                  </a:cubicBezTo>
                  <a:cubicBezTo>
                    <a:pt x="614" y="264"/>
                    <a:pt x="614" y="264"/>
                    <a:pt x="614" y="264"/>
                  </a:cubicBezTo>
                  <a:cubicBezTo>
                    <a:pt x="615" y="266"/>
                    <a:pt x="615" y="266"/>
                    <a:pt x="615" y="266"/>
                  </a:cubicBezTo>
                  <a:cubicBezTo>
                    <a:pt x="616" y="267"/>
                    <a:pt x="616" y="267"/>
                    <a:pt x="616" y="267"/>
                  </a:cubicBezTo>
                  <a:cubicBezTo>
                    <a:pt x="617" y="268"/>
                    <a:pt x="617" y="268"/>
                    <a:pt x="617" y="268"/>
                  </a:cubicBezTo>
                  <a:cubicBezTo>
                    <a:pt x="617" y="269"/>
                    <a:pt x="617" y="269"/>
                    <a:pt x="617" y="269"/>
                  </a:cubicBezTo>
                  <a:cubicBezTo>
                    <a:pt x="617" y="269"/>
                    <a:pt x="618" y="269"/>
                    <a:pt x="618" y="270"/>
                  </a:cubicBezTo>
                  <a:cubicBezTo>
                    <a:pt x="618" y="314"/>
                    <a:pt x="618" y="314"/>
                    <a:pt x="618" y="314"/>
                  </a:cubicBezTo>
                  <a:cubicBezTo>
                    <a:pt x="612" y="297"/>
                    <a:pt x="602" y="281"/>
                    <a:pt x="589" y="267"/>
                  </a:cubicBezTo>
                  <a:cubicBezTo>
                    <a:pt x="589" y="237"/>
                    <a:pt x="589" y="237"/>
                    <a:pt x="589" y="237"/>
                  </a:cubicBezTo>
                  <a:cubicBezTo>
                    <a:pt x="593" y="237"/>
                    <a:pt x="596" y="233"/>
                    <a:pt x="593" y="230"/>
                  </a:cubicBezTo>
                  <a:cubicBezTo>
                    <a:pt x="593" y="230"/>
                    <a:pt x="593" y="230"/>
                    <a:pt x="593" y="230"/>
                  </a:cubicBezTo>
                  <a:cubicBezTo>
                    <a:pt x="592" y="230"/>
                    <a:pt x="592" y="230"/>
                    <a:pt x="592" y="230"/>
                  </a:cubicBezTo>
                  <a:cubicBezTo>
                    <a:pt x="591" y="228"/>
                    <a:pt x="591" y="228"/>
                    <a:pt x="591" y="228"/>
                  </a:cubicBezTo>
                  <a:cubicBezTo>
                    <a:pt x="589" y="227"/>
                    <a:pt x="589" y="227"/>
                    <a:pt x="589" y="227"/>
                  </a:cubicBezTo>
                  <a:lnTo>
                    <a:pt x="589" y="136"/>
                  </a:lnTo>
                  <a:close/>
                  <a:moveTo>
                    <a:pt x="589" y="540"/>
                  </a:moveTo>
                  <a:cubicBezTo>
                    <a:pt x="585" y="544"/>
                    <a:pt x="581" y="548"/>
                    <a:pt x="575" y="551"/>
                  </a:cubicBezTo>
                  <a:cubicBezTo>
                    <a:pt x="567" y="556"/>
                    <a:pt x="557" y="560"/>
                    <a:pt x="548" y="561"/>
                  </a:cubicBezTo>
                  <a:cubicBezTo>
                    <a:pt x="548" y="436"/>
                    <a:pt x="548" y="436"/>
                    <a:pt x="548" y="436"/>
                  </a:cubicBezTo>
                  <a:cubicBezTo>
                    <a:pt x="556" y="438"/>
                    <a:pt x="564" y="442"/>
                    <a:pt x="572" y="448"/>
                  </a:cubicBezTo>
                  <a:cubicBezTo>
                    <a:pt x="578" y="444"/>
                    <a:pt x="584" y="441"/>
                    <a:pt x="589" y="437"/>
                  </a:cubicBezTo>
                  <a:cubicBezTo>
                    <a:pt x="589" y="462"/>
                    <a:pt x="589" y="462"/>
                    <a:pt x="589" y="462"/>
                  </a:cubicBezTo>
                  <a:cubicBezTo>
                    <a:pt x="589" y="462"/>
                    <a:pt x="589" y="462"/>
                    <a:pt x="589" y="462"/>
                  </a:cubicBezTo>
                  <a:cubicBezTo>
                    <a:pt x="588" y="463"/>
                    <a:pt x="588" y="463"/>
                    <a:pt x="588" y="463"/>
                  </a:cubicBezTo>
                  <a:cubicBezTo>
                    <a:pt x="586" y="464"/>
                    <a:pt x="586" y="464"/>
                    <a:pt x="586" y="464"/>
                  </a:cubicBezTo>
                  <a:cubicBezTo>
                    <a:pt x="584" y="466"/>
                    <a:pt x="584" y="466"/>
                    <a:pt x="584" y="466"/>
                  </a:cubicBezTo>
                  <a:cubicBezTo>
                    <a:pt x="583" y="466"/>
                    <a:pt x="583" y="467"/>
                    <a:pt x="582" y="468"/>
                  </a:cubicBezTo>
                  <a:cubicBezTo>
                    <a:pt x="581" y="471"/>
                    <a:pt x="585" y="474"/>
                    <a:pt x="588" y="472"/>
                  </a:cubicBezTo>
                  <a:cubicBezTo>
                    <a:pt x="589" y="471"/>
                    <a:pt x="589" y="471"/>
                    <a:pt x="589" y="471"/>
                  </a:cubicBezTo>
                  <a:cubicBezTo>
                    <a:pt x="589" y="540"/>
                    <a:pt x="589" y="540"/>
                    <a:pt x="589" y="540"/>
                  </a:cubicBezTo>
                  <a:close/>
                  <a:moveTo>
                    <a:pt x="548" y="69"/>
                  </a:moveTo>
                  <a:cubicBezTo>
                    <a:pt x="589" y="136"/>
                    <a:pt x="589" y="136"/>
                    <a:pt x="589" y="136"/>
                  </a:cubicBezTo>
                  <a:cubicBezTo>
                    <a:pt x="589" y="227"/>
                    <a:pt x="589" y="227"/>
                    <a:pt x="589" y="227"/>
                  </a:cubicBezTo>
                  <a:cubicBezTo>
                    <a:pt x="589" y="227"/>
                    <a:pt x="589" y="227"/>
                    <a:pt x="589" y="227"/>
                  </a:cubicBezTo>
                  <a:cubicBezTo>
                    <a:pt x="588" y="226"/>
                    <a:pt x="588" y="226"/>
                    <a:pt x="588" y="226"/>
                  </a:cubicBezTo>
                  <a:cubicBezTo>
                    <a:pt x="587" y="225"/>
                    <a:pt x="587" y="225"/>
                    <a:pt x="587" y="225"/>
                  </a:cubicBezTo>
                  <a:cubicBezTo>
                    <a:pt x="583" y="223"/>
                    <a:pt x="578" y="227"/>
                    <a:pt x="581" y="231"/>
                  </a:cubicBezTo>
                  <a:cubicBezTo>
                    <a:pt x="581" y="231"/>
                    <a:pt x="581" y="231"/>
                    <a:pt x="582" y="231"/>
                  </a:cubicBezTo>
                  <a:cubicBezTo>
                    <a:pt x="583" y="232"/>
                    <a:pt x="583" y="232"/>
                    <a:pt x="583" y="232"/>
                  </a:cubicBezTo>
                  <a:cubicBezTo>
                    <a:pt x="584" y="233"/>
                    <a:pt x="584" y="233"/>
                    <a:pt x="584" y="233"/>
                  </a:cubicBezTo>
                  <a:cubicBezTo>
                    <a:pt x="586" y="234"/>
                    <a:pt x="586" y="234"/>
                    <a:pt x="586" y="234"/>
                  </a:cubicBezTo>
                  <a:cubicBezTo>
                    <a:pt x="587" y="236"/>
                    <a:pt x="587" y="236"/>
                    <a:pt x="587" y="236"/>
                  </a:cubicBezTo>
                  <a:cubicBezTo>
                    <a:pt x="587" y="236"/>
                    <a:pt x="587" y="236"/>
                    <a:pt x="587" y="236"/>
                  </a:cubicBezTo>
                  <a:cubicBezTo>
                    <a:pt x="588" y="237"/>
                    <a:pt x="589" y="237"/>
                    <a:pt x="589" y="237"/>
                  </a:cubicBezTo>
                  <a:cubicBezTo>
                    <a:pt x="589" y="267"/>
                    <a:pt x="589" y="267"/>
                    <a:pt x="589" y="267"/>
                  </a:cubicBezTo>
                  <a:cubicBezTo>
                    <a:pt x="577" y="254"/>
                    <a:pt x="563" y="242"/>
                    <a:pt x="548" y="234"/>
                  </a:cubicBezTo>
                  <a:cubicBezTo>
                    <a:pt x="548" y="212"/>
                    <a:pt x="548" y="212"/>
                    <a:pt x="548" y="212"/>
                  </a:cubicBezTo>
                  <a:cubicBezTo>
                    <a:pt x="548" y="212"/>
                    <a:pt x="548" y="212"/>
                    <a:pt x="548" y="212"/>
                  </a:cubicBezTo>
                  <a:cubicBezTo>
                    <a:pt x="549" y="213"/>
                    <a:pt x="549" y="213"/>
                    <a:pt x="549" y="213"/>
                  </a:cubicBezTo>
                  <a:cubicBezTo>
                    <a:pt x="550" y="213"/>
                    <a:pt x="550" y="213"/>
                    <a:pt x="550" y="213"/>
                  </a:cubicBezTo>
                  <a:cubicBezTo>
                    <a:pt x="554" y="215"/>
                    <a:pt x="557" y="209"/>
                    <a:pt x="554" y="206"/>
                  </a:cubicBezTo>
                  <a:cubicBezTo>
                    <a:pt x="553" y="206"/>
                    <a:pt x="553" y="206"/>
                    <a:pt x="553" y="206"/>
                  </a:cubicBezTo>
                  <a:cubicBezTo>
                    <a:pt x="553" y="206"/>
                    <a:pt x="553" y="206"/>
                    <a:pt x="553" y="206"/>
                  </a:cubicBezTo>
                  <a:cubicBezTo>
                    <a:pt x="551" y="205"/>
                    <a:pt x="551" y="205"/>
                    <a:pt x="551" y="205"/>
                  </a:cubicBezTo>
                  <a:cubicBezTo>
                    <a:pt x="549" y="205"/>
                    <a:pt x="549" y="205"/>
                    <a:pt x="549" y="205"/>
                  </a:cubicBezTo>
                  <a:cubicBezTo>
                    <a:pt x="548" y="204"/>
                    <a:pt x="548" y="204"/>
                    <a:pt x="548" y="204"/>
                  </a:cubicBezTo>
                  <a:cubicBezTo>
                    <a:pt x="548" y="204"/>
                    <a:pt x="548" y="204"/>
                    <a:pt x="548" y="204"/>
                  </a:cubicBezTo>
                  <a:lnTo>
                    <a:pt x="548" y="69"/>
                  </a:lnTo>
                  <a:close/>
                  <a:moveTo>
                    <a:pt x="548" y="561"/>
                  </a:moveTo>
                  <a:cubicBezTo>
                    <a:pt x="545" y="562"/>
                    <a:pt x="543" y="562"/>
                    <a:pt x="540" y="562"/>
                  </a:cubicBezTo>
                  <a:cubicBezTo>
                    <a:pt x="552" y="589"/>
                    <a:pt x="544" y="622"/>
                    <a:pt x="520" y="642"/>
                  </a:cubicBezTo>
                  <a:cubicBezTo>
                    <a:pt x="520" y="434"/>
                    <a:pt x="520" y="434"/>
                    <a:pt x="520" y="434"/>
                  </a:cubicBezTo>
                  <a:cubicBezTo>
                    <a:pt x="530" y="433"/>
                    <a:pt x="539" y="434"/>
                    <a:pt x="548" y="436"/>
                  </a:cubicBezTo>
                  <a:cubicBezTo>
                    <a:pt x="548" y="561"/>
                    <a:pt x="548" y="561"/>
                    <a:pt x="548" y="561"/>
                  </a:cubicBezTo>
                  <a:close/>
                  <a:moveTo>
                    <a:pt x="520" y="25"/>
                  </a:moveTo>
                  <a:cubicBezTo>
                    <a:pt x="548" y="69"/>
                    <a:pt x="548" y="69"/>
                    <a:pt x="548" y="69"/>
                  </a:cubicBezTo>
                  <a:cubicBezTo>
                    <a:pt x="548" y="204"/>
                    <a:pt x="548" y="204"/>
                    <a:pt x="548" y="204"/>
                  </a:cubicBezTo>
                  <a:cubicBezTo>
                    <a:pt x="546" y="204"/>
                    <a:pt x="546" y="204"/>
                    <a:pt x="546" y="204"/>
                  </a:cubicBezTo>
                  <a:cubicBezTo>
                    <a:pt x="546" y="203"/>
                    <a:pt x="546" y="203"/>
                    <a:pt x="546" y="203"/>
                  </a:cubicBezTo>
                  <a:cubicBezTo>
                    <a:pt x="542" y="202"/>
                    <a:pt x="538" y="207"/>
                    <a:pt x="541" y="210"/>
                  </a:cubicBezTo>
                  <a:cubicBezTo>
                    <a:pt x="542" y="210"/>
                    <a:pt x="542" y="210"/>
                    <a:pt x="543" y="211"/>
                  </a:cubicBezTo>
                  <a:cubicBezTo>
                    <a:pt x="543" y="211"/>
                    <a:pt x="543" y="211"/>
                    <a:pt x="543" y="211"/>
                  </a:cubicBezTo>
                  <a:cubicBezTo>
                    <a:pt x="545" y="211"/>
                    <a:pt x="545" y="211"/>
                    <a:pt x="545" y="211"/>
                  </a:cubicBezTo>
                  <a:cubicBezTo>
                    <a:pt x="546" y="212"/>
                    <a:pt x="546" y="212"/>
                    <a:pt x="546" y="212"/>
                  </a:cubicBezTo>
                  <a:cubicBezTo>
                    <a:pt x="548" y="212"/>
                    <a:pt x="548" y="212"/>
                    <a:pt x="548" y="212"/>
                  </a:cubicBezTo>
                  <a:cubicBezTo>
                    <a:pt x="548" y="234"/>
                    <a:pt x="548" y="234"/>
                    <a:pt x="548" y="234"/>
                  </a:cubicBezTo>
                  <a:cubicBezTo>
                    <a:pt x="539" y="230"/>
                    <a:pt x="530" y="227"/>
                    <a:pt x="520" y="225"/>
                  </a:cubicBezTo>
                  <a:lnTo>
                    <a:pt x="520" y="25"/>
                  </a:lnTo>
                  <a:close/>
                  <a:moveTo>
                    <a:pt x="520" y="642"/>
                  </a:moveTo>
                  <a:cubicBezTo>
                    <a:pt x="518" y="644"/>
                    <a:pt x="515" y="646"/>
                    <a:pt x="512" y="648"/>
                  </a:cubicBezTo>
                  <a:cubicBezTo>
                    <a:pt x="509" y="650"/>
                    <a:pt x="505" y="652"/>
                    <a:pt x="502" y="653"/>
                  </a:cubicBezTo>
                  <a:cubicBezTo>
                    <a:pt x="502" y="436"/>
                    <a:pt x="502" y="436"/>
                    <a:pt x="502" y="436"/>
                  </a:cubicBezTo>
                  <a:cubicBezTo>
                    <a:pt x="508" y="435"/>
                    <a:pt x="514" y="434"/>
                    <a:pt x="520" y="434"/>
                  </a:cubicBezTo>
                  <a:cubicBezTo>
                    <a:pt x="520" y="642"/>
                    <a:pt x="520" y="642"/>
                    <a:pt x="520" y="642"/>
                  </a:cubicBezTo>
                  <a:close/>
                  <a:moveTo>
                    <a:pt x="502" y="0"/>
                  </a:moveTo>
                  <a:cubicBezTo>
                    <a:pt x="503" y="0"/>
                    <a:pt x="504" y="0"/>
                    <a:pt x="504" y="0"/>
                  </a:cubicBezTo>
                  <a:cubicBezTo>
                    <a:pt x="520" y="25"/>
                    <a:pt x="520" y="25"/>
                    <a:pt x="520" y="25"/>
                  </a:cubicBezTo>
                  <a:cubicBezTo>
                    <a:pt x="520" y="225"/>
                    <a:pt x="520" y="225"/>
                    <a:pt x="520" y="225"/>
                  </a:cubicBezTo>
                  <a:cubicBezTo>
                    <a:pt x="514" y="224"/>
                    <a:pt x="508" y="224"/>
                    <a:pt x="502" y="224"/>
                  </a:cubicBezTo>
                  <a:cubicBezTo>
                    <a:pt x="502" y="204"/>
                    <a:pt x="502" y="204"/>
                    <a:pt x="502" y="204"/>
                  </a:cubicBezTo>
                  <a:cubicBezTo>
                    <a:pt x="503" y="204"/>
                    <a:pt x="503" y="204"/>
                    <a:pt x="503" y="204"/>
                  </a:cubicBezTo>
                  <a:cubicBezTo>
                    <a:pt x="505" y="204"/>
                    <a:pt x="505" y="204"/>
                    <a:pt x="505" y="204"/>
                  </a:cubicBezTo>
                  <a:cubicBezTo>
                    <a:pt x="506" y="204"/>
                    <a:pt x="506" y="204"/>
                    <a:pt x="506" y="204"/>
                  </a:cubicBezTo>
                  <a:cubicBezTo>
                    <a:pt x="510" y="204"/>
                    <a:pt x="512" y="198"/>
                    <a:pt x="507" y="197"/>
                  </a:cubicBezTo>
                  <a:cubicBezTo>
                    <a:pt x="507" y="197"/>
                    <a:pt x="507" y="197"/>
                    <a:pt x="506" y="197"/>
                  </a:cubicBezTo>
                  <a:cubicBezTo>
                    <a:pt x="505" y="197"/>
                    <a:pt x="505" y="197"/>
                    <a:pt x="505" y="197"/>
                  </a:cubicBezTo>
                  <a:cubicBezTo>
                    <a:pt x="504" y="197"/>
                    <a:pt x="504" y="197"/>
                    <a:pt x="504" y="197"/>
                  </a:cubicBezTo>
                  <a:cubicBezTo>
                    <a:pt x="502" y="197"/>
                    <a:pt x="502" y="197"/>
                    <a:pt x="502" y="197"/>
                  </a:cubicBezTo>
                  <a:lnTo>
                    <a:pt x="502" y="0"/>
                  </a:lnTo>
                  <a:close/>
                  <a:moveTo>
                    <a:pt x="502" y="653"/>
                  </a:moveTo>
                  <a:cubicBezTo>
                    <a:pt x="487" y="660"/>
                    <a:pt x="471" y="661"/>
                    <a:pt x="456" y="657"/>
                  </a:cubicBezTo>
                  <a:cubicBezTo>
                    <a:pt x="456" y="501"/>
                    <a:pt x="456" y="501"/>
                    <a:pt x="456" y="501"/>
                  </a:cubicBezTo>
                  <a:cubicBezTo>
                    <a:pt x="469" y="467"/>
                    <a:pt x="471" y="431"/>
                    <a:pt x="456" y="397"/>
                  </a:cubicBezTo>
                  <a:cubicBezTo>
                    <a:pt x="456" y="358"/>
                    <a:pt x="456" y="358"/>
                    <a:pt x="456" y="358"/>
                  </a:cubicBezTo>
                  <a:cubicBezTo>
                    <a:pt x="459" y="363"/>
                    <a:pt x="463" y="367"/>
                    <a:pt x="466" y="372"/>
                  </a:cubicBezTo>
                  <a:cubicBezTo>
                    <a:pt x="479" y="394"/>
                    <a:pt x="486" y="417"/>
                    <a:pt x="487" y="440"/>
                  </a:cubicBezTo>
                  <a:cubicBezTo>
                    <a:pt x="492" y="438"/>
                    <a:pt x="497" y="437"/>
                    <a:pt x="502" y="436"/>
                  </a:cubicBezTo>
                  <a:cubicBezTo>
                    <a:pt x="502" y="653"/>
                    <a:pt x="502" y="653"/>
                    <a:pt x="502" y="653"/>
                  </a:cubicBezTo>
                  <a:close/>
                  <a:moveTo>
                    <a:pt x="456" y="7"/>
                  </a:moveTo>
                  <a:cubicBezTo>
                    <a:pt x="470" y="3"/>
                    <a:pt x="485" y="0"/>
                    <a:pt x="502" y="0"/>
                  </a:cubicBezTo>
                  <a:cubicBezTo>
                    <a:pt x="502" y="197"/>
                    <a:pt x="502" y="197"/>
                    <a:pt x="502" y="197"/>
                  </a:cubicBezTo>
                  <a:cubicBezTo>
                    <a:pt x="502" y="197"/>
                    <a:pt x="502" y="197"/>
                    <a:pt x="502" y="197"/>
                  </a:cubicBezTo>
                  <a:cubicBezTo>
                    <a:pt x="500" y="197"/>
                    <a:pt x="500" y="197"/>
                    <a:pt x="500" y="197"/>
                  </a:cubicBezTo>
                  <a:cubicBezTo>
                    <a:pt x="498" y="197"/>
                    <a:pt x="498" y="197"/>
                    <a:pt x="498" y="197"/>
                  </a:cubicBezTo>
                  <a:cubicBezTo>
                    <a:pt x="498" y="197"/>
                    <a:pt x="498" y="197"/>
                    <a:pt x="498" y="197"/>
                  </a:cubicBezTo>
                  <a:cubicBezTo>
                    <a:pt x="494" y="197"/>
                    <a:pt x="493" y="203"/>
                    <a:pt x="497" y="204"/>
                  </a:cubicBezTo>
                  <a:cubicBezTo>
                    <a:pt x="497" y="204"/>
                    <a:pt x="498" y="204"/>
                    <a:pt x="498" y="204"/>
                  </a:cubicBezTo>
                  <a:cubicBezTo>
                    <a:pt x="498" y="204"/>
                    <a:pt x="498" y="204"/>
                    <a:pt x="498" y="204"/>
                  </a:cubicBezTo>
                  <a:cubicBezTo>
                    <a:pt x="500" y="204"/>
                    <a:pt x="500" y="204"/>
                    <a:pt x="500" y="204"/>
                  </a:cubicBezTo>
                  <a:cubicBezTo>
                    <a:pt x="502" y="204"/>
                    <a:pt x="502" y="204"/>
                    <a:pt x="502" y="204"/>
                  </a:cubicBezTo>
                  <a:cubicBezTo>
                    <a:pt x="502" y="204"/>
                    <a:pt x="502" y="204"/>
                    <a:pt x="502" y="204"/>
                  </a:cubicBezTo>
                  <a:cubicBezTo>
                    <a:pt x="502" y="224"/>
                    <a:pt x="502" y="224"/>
                    <a:pt x="502" y="224"/>
                  </a:cubicBezTo>
                  <a:cubicBezTo>
                    <a:pt x="487" y="224"/>
                    <a:pt x="471" y="229"/>
                    <a:pt x="456" y="238"/>
                  </a:cubicBezTo>
                  <a:cubicBezTo>
                    <a:pt x="456" y="214"/>
                    <a:pt x="456" y="214"/>
                    <a:pt x="456" y="214"/>
                  </a:cubicBezTo>
                  <a:cubicBezTo>
                    <a:pt x="457" y="214"/>
                    <a:pt x="457" y="214"/>
                    <a:pt x="457" y="214"/>
                  </a:cubicBezTo>
                  <a:cubicBezTo>
                    <a:pt x="459" y="213"/>
                    <a:pt x="459" y="213"/>
                    <a:pt x="459" y="213"/>
                  </a:cubicBezTo>
                  <a:cubicBezTo>
                    <a:pt x="461" y="212"/>
                    <a:pt x="461" y="212"/>
                    <a:pt x="461" y="212"/>
                  </a:cubicBezTo>
                  <a:cubicBezTo>
                    <a:pt x="461" y="212"/>
                    <a:pt x="461" y="212"/>
                    <a:pt x="461" y="212"/>
                  </a:cubicBezTo>
                  <a:cubicBezTo>
                    <a:pt x="462" y="212"/>
                    <a:pt x="463" y="210"/>
                    <a:pt x="464" y="209"/>
                  </a:cubicBezTo>
                  <a:cubicBezTo>
                    <a:pt x="464" y="206"/>
                    <a:pt x="461" y="204"/>
                    <a:pt x="458" y="205"/>
                  </a:cubicBezTo>
                  <a:cubicBezTo>
                    <a:pt x="458" y="205"/>
                    <a:pt x="458" y="205"/>
                    <a:pt x="458" y="205"/>
                  </a:cubicBezTo>
                  <a:cubicBezTo>
                    <a:pt x="456" y="206"/>
                    <a:pt x="456" y="206"/>
                    <a:pt x="456" y="206"/>
                  </a:cubicBezTo>
                  <a:cubicBezTo>
                    <a:pt x="456" y="206"/>
                    <a:pt x="456" y="206"/>
                    <a:pt x="456" y="206"/>
                  </a:cubicBezTo>
                  <a:lnTo>
                    <a:pt x="456" y="7"/>
                  </a:lnTo>
                  <a:close/>
                  <a:moveTo>
                    <a:pt x="456" y="657"/>
                  </a:moveTo>
                  <a:cubicBezTo>
                    <a:pt x="453" y="657"/>
                    <a:pt x="450" y="656"/>
                    <a:pt x="447" y="655"/>
                  </a:cubicBezTo>
                  <a:cubicBezTo>
                    <a:pt x="445" y="657"/>
                    <a:pt x="442" y="659"/>
                    <a:pt x="440" y="661"/>
                  </a:cubicBezTo>
                  <a:cubicBezTo>
                    <a:pt x="440" y="534"/>
                    <a:pt x="440" y="534"/>
                    <a:pt x="440" y="534"/>
                  </a:cubicBezTo>
                  <a:cubicBezTo>
                    <a:pt x="446" y="523"/>
                    <a:pt x="452" y="512"/>
                    <a:pt x="456" y="501"/>
                  </a:cubicBezTo>
                  <a:cubicBezTo>
                    <a:pt x="456" y="657"/>
                    <a:pt x="456" y="657"/>
                    <a:pt x="456" y="657"/>
                  </a:cubicBezTo>
                  <a:close/>
                  <a:moveTo>
                    <a:pt x="440" y="15"/>
                  </a:moveTo>
                  <a:cubicBezTo>
                    <a:pt x="445" y="12"/>
                    <a:pt x="450" y="9"/>
                    <a:pt x="456" y="7"/>
                  </a:cubicBezTo>
                  <a:cubicBezTo>
                    <a:pt x="456" y="206"/>
                    <a:pt x="456" y="206"/>
                    <a:pt x="456" y="206"/>
                  </a:cubicBezTo>
                  <a:cubicBezTo>
                    <a:pt x="454" y="207"/>
                    <a:pt x="454" y="207"/>
                    <a:pt x="454" y="207"/>
                  </a:cubicBezTo>
                  <a:cubicBezTo>
                    <a:pt x="453" y="207"/>
                    <a:pt x="453" y="207"/>
                    <a:pt x="453" y="207"/>
                  </a:cubicBezTo>
                  <a:cubicBezTo>
                    <a:pt x="451" y="208"/>
                    <a:pt x="451" y="208"/>
                    <a:pt x="451" y="208"/>
                  </a:cubicBezTo>
                  <a:cubicBezTo>
                    <a:pt x="447" y="210"/>
                    <a:pt x="448" y="216"/>
                    <a:pt x="453" y="215"/>
                  </a:cubicBezTo>
                  <a:cubicBezTo>
                    <a:pt x="453" y="215"/>
                    <a:pt x="453" y="215"/>
                    <a:pt x="454" y="215"/>
                  </a:cubicBezTo>
                  <a:cubicBezTo>
                    <a:pt x="455" y="214"/>
                    <a:pt x="455" y="214"/>
                    <a:pt x="455" y="214"/>
                  </a:cubicBezTo>
                  <a:cubicBezTo>
                    <a:pt x="456" y="214"/>
                    <a:pt x="456" y="214"/>
                    <a:pt x="456" y="214"/>
                  </a:cubicBezTo>
                  <a:cubicBezTo>
                    <a:pt x="456" y="238"/>
                    <a:pt x="456" y="238"/>
                    <a:pt x="456" y="238"/>
                  </a:cubicBezTo>
                  <a:cubicBezTo>
                    <a:pt x="453" y="240"/>
                    <a:pt x="449" y="243"/>
                    <a:pt x="446" y="246"/>
                  </a:cubicBezTo>
                  <a:cubicBezTo>
                    <a:pt x="448" y="259"/>
                    <a:pt x="445" y="272"/>
                    <a:pt x="440" y="285"/>
                  </a:cubicBezTo>
                  <a:cubicBezTo>
                    <a:pt x="440" y="15"/>
                    <a:pt x="440" y="15"/>
                    <a:pt x="440" y="15"/>
                  </a:cubicBezTo>
                  <a:close/>
                  <a:moveTo>
                    <a:pt x="456" y="358"/>
                  </a:moveTo>
                  <a:cubicBezTo>
                    <a:pt x="456" y="397"/>
                    <a:pt x="456" y="397"/>
                    <a:pt x="456" y="397"/>
                  </a:cubicBezTo>
                  <a:cubicBezTo>
                    <a:pt x="454" y="392"/>
                    <a:pt x="451" y="388"/>
                    <a:pt x="448" y="383"/>
                  </a:cubicBezTo>
                  <a:cubicBezTo>
                    <a:pt x="446" y="379"/>
                    <a:pt x="443" y="375"/>
                    <a:pt x="440" y="371"/>
                  </a:cubicBezTo>
                  <a:cubicBezTo>
                    <a:pt x="440" y="341"/>
                    <a:pt x="440" y="341"/>
                    <a:pt x="440" y="341"/>
                  </a:cubicBezTo>
                  <a:cubicBezTo>
                    <a:pt x="446" y="346"/>
                    <a:pt x="451" y="352"/>
                    <a:pt x="456" y="358"/>
                  </a:cubicBezTo>
                  <a:close/>
                  <a:moveTo>
                    <a:pt x="440" y="661"/>
                  </a:moveTo>
                  <a:cubicBezTo>
                    <a:pt x="438" y="662"/>
                    <a:pt x="437" y="663"/>
                    <a:pt x="436" y="663"/>
                  </a:cubicBezTo>
                  <a:cubicBezTo>
                    <a:pt x="412" y="678"/>
                    <a:pt x="385" y="678"/>
                    <a:pt x="363" y="666"/>
                  </a:cubicBezTo>
                  <a:cubicBezTo>
                    <a:pt x="355" y="671"/>
                    <a:pt x="346" y="675"/>
                    <a:pt x="337" y="679"/>
                  </a:cubicBezTo>
                  <a:cubicBezTo>
                    <a:pt x="337" y="628"/>
                    <a:pt x="337" y="628"/>
                    <a:pt x="337" y="628"/>
                  </a:cubicBezTo>
                  <a:cubicBezTo>
                    <a:pt x="343" y="634"/>
                    <a:pt x="358" y="634"/>
                    <a:pt x="380" y="624"/>
                  </a:cubicBezTo>
                  <a:cubicBezTo>
                    <a:pt x="414" y="608"/>
                    <a:pt x="443" y="572"/>
                    <a:pt x="432" y="545"/>
                  </a:cubicBezTo>
                  <a:cubicBezTo>
                    <a:pt x="435" y="541"/>
                    <a:pt x="437" y="538"/>
                    <a:pt x="440" y="534"/>
                  </a:cubicBezTo>
                  <a:cubicBezTo>
                    <a:pt x="440" y="661"/>
                    <a:pt x="440" y="661"/>
                    <a:pt x="440" y="661"/>
                  </a:cubicBezTo>
                  <a:close/>
                  <a:moveTo>
                    <a:pt x="337" y="194"/>
                  </a:moveTo>
                  <a:cubicBezTo>
                    <a:pt x="341" y="191"/>
                    <a:pt x="344" y="188"/>
                    <a:pt x="348" y="186"/>
                  </a:cubicBezTo>
                  <a:cubicBezTo>
                    <a:pt x="366" y="174"/>
                    <a:pt x="388" y="172"/>
                    <a:pt x="406" y="178"/>
                  </a:cubicBezTo>
                  <a:cubicBezTo>
                    <a:pt x="391" y="114"/>
                    <a:pt x="378" y="51"/>
                    <a:pt x="439" y="15"/>
                  </a:cubicBezTo>
                  <a:cubicBezTo>
                    <a:pt x="440" y="15"/>
                    <a:pt x="440" y="15"/>
                    <a:pt x="440" y="15"/>
                  </a:cubicBezTo>
                  <a:cubicBezTo>
                    <a:pt x="440" y="285"/>
                    <a:pt x="440" y="285"/>
                    <a:pt x="440" y="285"/>
                  </a:cubicBezTo>
                  <a:cubicBezTo>
                    <a:pt x="434" y="298"/>
                    <a:pt x="424" y="311"/>
                    <a:pt x="413" y="323"/>
                  </a:cubicBezTo>
                  <a:cubicBezTo>
                    <a:pt x="422" y="328"/>
                    <a:pt x="431" y="334"/>
                    <a:pt x="440" y="341"/>
                  </a:cubicBezTo>
                  <a:cubicBezTo>
                    <a:pt x="440" y="371"/>
                    <a:pt x="440" y="371"/>
                    <a:pt x="440" y="371"/>
                  </a:cubicBezTo>
                  <a:cubicBezTo>
                    <a:pt x="415" y="340"/>
                    <a:pt x="378" y="325"/>
                    <a:pt x="337" y="324"/>
                  </a:cubicBezTo>
                  <a:cubicBezTo>
                    <a:pt x="337" y="194"/>
                    <a:pt x="337" y="194"/>
                    <a:pt x="337" y="194"/>
                  </a:cubicBezTo>
                  <a:close/>
                  <a:moveTo>
                    <a:pt x="337" y="615"/>
                  </a:moveTo>
                  <a:cubicBezTo>
                    <a:pt x="341" y="608"/>
                    <a:pt x="348" y="600"/>
                    <a:pt x="360" y="590"/>
                  </a:cubicBezTo>
                  <a:cubicBezTo>
                    <a:pt x="355" y="584"/>
                    <a:pt x="348" y="580"/>
                    <a:pt x="337" y="577"/>
                  </a:cubicBezTo>
                  <a:lnTo>
                    <a:pt x="337" y="615"/>
                  </a:lnTo>
                  <a:close/>
                  <a:moveTo>
                    <a:pt x="337" y="679"/>
                  </a:moveTo>
                  <a:cubicBezTo>
                    <a:pt x="260" y="714"/>
                    <a:pt x="165" y="717"/>
                    <a:pt x="126" y="660"/>
                  </a:cubicBezTo>
                  <a:cubicBezTo>
                    <a:pt x="52" y="632"/>
                    <a:pt x="0" y="431"/>
                    <a:pt x="165" y="335"/>
                  </a:cubicBezTo>
                  <a:cubicBezTo>
                    <a:pt x="167" y="315"/>
                    <a:pt x="179" y="296"/>
                    <a:pt x="199" y="284"/>
                  </a:cubicBezTo>
                  <a:cubicBezTo>
                    <a:pt x="204" y="280"/>
                    <a:pt x="210" y="278"/>
                    <a:pt x="216" y="276"/>
                  </a:cubicBezTo>
                  <a:cubicBezTo>
                    <a:pt x="219" y="257"/>
                    <a:pt x="230" y="238"/>
                    <a:pt x="249" y="227"/>
                  </a:cubicBezTo>
                  <a:cubicBezTo>
                    <a:pt x="271" y="213"/>
                    <a:pt x="297" y="212"/>
                    <a:pt x="318" y="223"/>
                  </a:cubicBezTo>
                  <a:cubicBezTo>
                    <a:pt x="322" y="212"/>
                    <a:pt x="328" y="202"/>
                    <a:pt x="337" y="194"/>
                  </a:cubicBezTo>
                  <a:cubicBezTo>
                    <a:pt x="337" y="324"/>
                    <a:pt x="337" y="324"/>
                    <a:pt x="337" y="324"/>
                  </a:cubicBezTo>
                  <a:cubicBezTo>
                    <a:pt x="324" y="323"/>
                    <a:pt x="310" y="324"/>
                    <a:pt x="296" y="326"/>
                  </a:cubicBezTo>
                  <a:cubicBezTo>
                    <a:pt x="281" y="310"/>
                    <a:pt x="253" y="312"/>
                    <a:pt x="227" y="323"/>
                  </a:cubicBezTo>
                  <a:cubicBezTo>
                    <a:pt x="283" y="377"/>
                    <a:pt x="184" y="429"/>
                    <a:pt x="213" y="454"/>
                  </a:cubicBezTo>
                  <a:cubicBezTo>
                    <a:pt x="280" y="512"/>
                    <a:pt x="250" y="563"/>
                    <a:pt x="208" y="592"/>
                  </a:cubicBezTo>
                  <a:cubicBezTo>
                    <a:pt x="241" y="578"/>
                    <a:pt x="303" y="569"/>
                    <a:pt x="337" y="577"/>
                  </a:cubicBezTo>
                  <a:cubicBezTo>
                    <a:pt x="337" y="615"/>
                    <a:pt x="337" y="615"/>
                    <a:pt x="337" y="615"/>
                  </a:cubicBezTo>
                  <a:cubicBezTo>
                    <a:pt x="335" y="621"/>
                    <a:pt x="335" y="625"/>
                    <a:pt x="337" y="628"/>
                  </a:cubicBezTo>
                  <a:lnTo>
                    <a:pt x="337" y="679"/>
                  </a:lnTo>
                  <a:close/>
                </a:path>
              </a:pathLst>
            </a:custGeom>
            <a:solidFill>
              <a:srgbClr val="003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7" name="Freeform 236"/>
            <p:cNvSpPr>
              <a:spLocks noEditPoints="1"/>
            </p:cNvSpPr>
            <p:nvPr/>
          </p:nvSpPr>
          <p:spPr bwMode="auto">
            <a:xfrm>
              <a:off x="4453" y="1732"/>
              <a:ext cx="889" cy="713"/>
            </a:xfrm>
            <a:custGeom>
              <a:avLst/>
              <a:gdLst>
                <a:gd name="T0" fmla="*/ 483 w 796"/>
                <a:gd name="T1" fmla="*/ 85 h 639"/>
                <a:gd name="T2" fmla="*/ 620 w 796"/>
                <a:gd name="T3" fmla="*/ 115 h 639"/>
                <a:gd name="T4" fmla="*/ 667 w 796"/>
                <a:gd name="T5" fmla="*/ 153 h 639"/>
                <a:gd name="T6" fmla="*/ 706 w 796"/>
                <a:gd name="T7" fmla="*/ 228 h 639"/>
                <a:gd name="T8" fmla="*/ 678 w 796"/>
                <a:gd name="T9" fmla="*/ 335 h 639"/>
                <a:gd name="T10" fmla="*/ 540 w 796"/>
                <a:gd name="T11" fmla="*/ 434 h 639"/>
                <a:gd name="T12" fmla="*/ 511 w 796"/>
                <a:gd name="T13" fmla="*/ 448 h 639"/>
                <a:gd name="T14" fmla="*/ 454 w 796"/>
                <a:gd name="T15" fmla="*/ 453 h 639"/>
                <a:gd name="T16" fmla="*/ 525 w 796"/>
                <a:gd name="T17" fmla="*/ 421 h 639"/>
                <a:gd name="T18" fmla="*/ 460 w 796"/>
                <a:gd name="T19" fmla="*/ 399 h 639"/>
                <a:gd name="T20" fmla="*/ 454 w 796"/>
                <a:gd name="T21" fmla="*/ 383 h 639"/>
                <a:gd name="T22" fmla="*/ 526 w 796"/>
                <a:gd name="T23" fmla="*/ 383 h 639"/>
                <a:gd name="T24" fmla="*/ 601 w 796"/>
                <a:gd name="T25" fmla="*/ 354 h 639"/>
                <a:gd name="T26" fmla="*/ 611 w 796"/>
                <a:gd name="T27" fmla="*/ 308 h 639"/>
                <a:gd name="T28" fmla="*/ 568 w 796"/>
                <a:gd name="T29" fmla="*/ 143 h 639"/>
                <a:gd name="T30" fmla="*/ 483 w 796"/>
                <a:gd name="T31" fmla="*/ 140 h 639"/>
                <a:gd name="T32" fmla="*/ 454 w 796"/>
                <a:gd name="T33" fmla="*/ 132 h 639"/>
                <a:gd name="T34" fmla="*/ 475 w 796"/>
                <a:gd name="T35" fmla="*/ 101 h 639"/>
                <a:gd name="T36" fmla="*/ 454 w 796"/>
                <a:gd name="T37" fmla="*/ 80 h 639"/>
                <a:gd name="T38" fmla="*/ 354 w 796"/>
                <a:gd name="T39" fmla="*/ 140 h 639"/>
                <a:gd name="T40" fmla="*/ 407 w 796"/>
                <a:gd name="T41" fmla="*/ 89 h 639"/>
                <a:gd name="T42" fmla="*/ 454 w 796"/>
                <a:gd name="T43" fmla="*/ 80 h 639"/>
                <a:gd name="T44" fmla="*/ 372 w 796"/>
                <a:gd name="T45" fmla="*/ 151 h 639"/>
                <a:gd name="T46" fmla="*/ 298 w 796"/>
                <a:gd name="T47" fmla="*/ 194 h 639"/>
                <a:gd name="T48" fmla="*/ 422 w 796"/>
                <a:gd name="T49" fmla="*/ 443 h 639"/>
                <a:gd name="T50" fmla="*/ 319 w 796"/>
                <a:gd name="T51" fmla="*/ 380 h 639"/>
                <a:gd name="T52" fmla="*/ 298 w 796"/>
                <a:gd name="T53" fmla="*/ 367 h 639"/>
                <a:gd name="T54" fmla="*/ 298 w 796"/>
                <a:gd name="T55" fmla="*/ 356 h 639"/>
                <a:gd name="T56" fmla="*/ 412 w 796"/>
                <a:gd name="T57" fmla="*/ 406 h 639"/>
                <a:gd name="T58" fmla="*/ 454 w 796"/>
                <a:gd name="T59" fmla="*/ 453 h 639"/>
                <a:gd name="T60" fmla="*/ 420 w 796"/>
                <a:gd name="T61" fmla="*/ 144 h 639"/>
                <a:gd name="T62" fmla="*/ 454 w 796"/>
                <a:gd name="T63" fmla="*/ 147 h 639"/>
                <a:gd name="T64" fmla="*/ 454 w 796"/>
                <a:gd name="T65" fmla="*/ 383 h 639"/>
                <a:gd name="T66" fmla="*/ 454 w 796"/>
                <a:gd name="T67" fmla="*/ 399 h 639"/>
                <a:gd name="T68" fmla="*/ 170 w 796"/>
                <a:gd name="T69" fmla="*/ 74 h 639"/>
                <a:gd name="T70" fmla="*/ 292 w 796"/>
                <a:gd name="T71" fmla="*/ 204 h 639"/>
                <a:gd name="T72" fmla="*/ 298 w 796"/>
                <a:gd name="T73" fmla="*/ 238 h 639"/>
                <a:gd name="T74" fmla="*/ 298 w 796"/>
                <a:gd name="T75" fmla="*/ 312 h 639"/>
                <a:gd name="T76" fmla="*/ 273 w 796"/>
                <a:gd name="T77" fmla="*/ 297 h 639"/>
                <a:gd name="T78" fmla="*/ 237 w 796"/>
                <a:gd name="T79" fmla="*/ 208 h 639"/>
                <a:gd name="T80" fmla="*/ 170 w 796"/>
                <a:gd name="T81" fmla="*/ 257 h 639"/>
                <a:gd name="T82" fmla="*/ 225 w 796"/>
                <a:gd name="T83" fmla="*/ 199 h 639"/>
                <a:gd name="T84" fmla="*/ 170 w 796"/>
                <a:gd name="T85" fmla="*/ 175 h 639"/>
                <a:gd name="T86" fmla="*/ 298 w 796"/>
                <a:gd name="T87" fmla="*/ 389 h 639"/>
                <a:gd name="T88" fmla="*/ 260 w 796"/>
                <a:gd name="T89" fmla="*/ 399 h 639"/>
                <a:gd name="T90" fmla="*/ 170 w 796"/>
                <a:gd name="T91" fmla="*/ 353 h 639"/>
                <a:gd name="T92" fmla="*/ 240 w 796"/>
                <a:gd name="T93" fmla="*/ 448 h 639"/>
                <a:gd name="T94" fmla="*/ 170 w 796"/>
                <a:gd name="T95" fmla="*/ 634 h 639"/>
                <a:gd name="T96" fmla="*/ 298 w 796"/>
                <a:gd name="T97" fmla="*/ 389 h 639"/>
                <a:gd name="T98" fmla="*/ 59 w 796"/>
                <a:gd name="T99" fmla="*/ 10 h 639"/>
                <a:gd name="T100" fmla="*/ 170 w 796"/>
                <a:gd name="T101" fmla="*/ 175 h 639"/>
                <a:gd name="T102" fmla="*/ 143 w 796"/>
                <a:gd name="T103" fmla="*/ 272 h 639"/>
                <a:gd name="T104" fmla="*/ 164 w 796"/>
                <a:gd name="T105" fmla="*/ 361 h 639"/>
                <a:gd name="T106" fmla="*/ 170 w 796"/>
                <a:gd name="T107" fmla="*/ 431 h 639"/>
                <a:gd name="T108" fmla="*/ 158 w 796"/>
                <a:gd name="T109" fmla="*/ 636 h 639"/>
                <a:gd name="T110" fmla="*/ 0 w 796"/>
                <a:gd name="T111" fmla="*/ 41 h 639"/>
                <a:gd name="T112" fmla="*/ 122 w 796"/>
                <a:gd name="T113" fmla="*/ 323 h 639"/>
                <a:gd name="T114" fmla="*/ 170 w 796"/>
                <a:gd name="T115" fmla="*/ 337 h 639"/>
                <a:gd name="T116" fmla="*/ 170 w 796"/>
                <a:gd name="T117" fmla="*/ 280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6" h="639">
                  <a:moveTo>
                    <a:pt x="454" y="80"/>
                  </a:moveTo>
                  <a:cubicBezTo>
                    <a:pt x="464" y="80"/>
                    <a:pt x="474" y="82"/>
                    <a:pt x="483" y="85"/>
                  </a:cubicBezTo>
                  <a:cubicBezTo>
                    <a:pt x="486" y="84"/>
                    <a:pt x="489" y="83"/>
                    <a:pt x="493" y="83"/>
                  </a:cubicBezTo>
                  <a:cubicBezTo>
                    <a:pt x="537" y="79"/>
                    <a:pt x="584" y="92"/>
                    <a:pt x="620" y="115"/>
                  </a:cubicBezTo>
                  <a:cubicBezTo>
                    <a:pt x="643" y="103"/>
                    <a:pt x="671" y="100"/>
                    <a:pt x="700" y="107"/>
                  </a:cubicBezTo>
                  <a:cubicBezTo>
                    <a:pt x="678" y="120"/>
                    <a:pt x="663" y="130"/>
                    <a:pt x="667" y="153"/>
                  </a:cubicBezTo>
                  <a:cubicBezTo>
                    <a:pt x="691" y="150"/>
                    <a:pt x="704" y="142"/>
                    <a:pt x="715" y="119"/>
                  </a:cubicBezTo>
                  <a:cubicBezTo>
                    <a:pt x="738" y="117"/>
                    <a:pt x="770" y="194"/>
                    <a:pt x="706" y="228"/>
                  </a:cubicBezTo>
                  <a:cubicBezTo>
                    <a:pt x="728" y="236"/>
                    <a:pt x="747" y="215"/>
                    <a:pt x="756" y="192"/>
                  </a:cubicBezTo>
                  <a:cubicBezTo>
                    <a:pt x="796" y="270"/>
                    <a:pt x="745" y="350"/>
                    <a:pt x="678" y="335"/>
                  </a:cubicBezTo>
                  <a:cubicBezTo>
                    <a:pt x="673" y="344"/>
                    <a:pt x="667" y="352"/>
                    <a:pt x="661" y="359"/>
                  </a:cubicBezTo>
                  <a:cubicBezTo>
                    <a:pt x="633" y="392"/>
                    <a:pt x="589" y="420"/>
                    <a:pt x="540" y="434"/>
                  </a:cubicBezTo>
                  <a:cubicBezTo>
                    <a:pt x="540" y="434"/>
                    <a:pt x="540" y="434"/>
                    <a:pt x="540" y="434"/>
                  </a:cubicBezTo>
                  <a:cubicBezTo>
                    <a:pt x="531" y="440"/>
                    <a:pt x="522" y="445"/>
                    <a:pt x="511" y="448"/>
                  </a:cubicBezTo>
                  <a:cubicBezTo>
                    <a:pt x="496" y="453"/>
                    <a:pt x="480" y="455"/>
                    <a:pt x="465" y="454"/>
                  </a:cubicBezTo>
                  <a:cubicBezTo>
                    <a:pt x="461" y="454"/>
                    <a:pt x="457" y="454"/>
                    <a:pt x="454" y="453"/>
                  </a:cubicBezTo>
                  <a:cubicBezTo>
                    <a:pt x="454" y="434"/>
                    <a:pt x="454" y="434"/>
                    <a:pt x="454" y="434"/>
                  </a:cubicBezTo>
                  <a:cubicBezTo>
                    <a:pt x="478" y="438"/>
                    <a:pt x="506" y="433"/>
                    <a:pt x="525" y="421"/>
                  </a:cubicBezTo>
                  <a:cubicBezTo>
                    <a:pt x="526" y="420"/>
                    <a:pt x="526" y="420"/>
                    <a:pt x="526" y="419"/>
                  </a:cubicBezTo>
                  <a:cubicBezTo>
                    <a:pt x="537" y="394"/>
                    <a:pt x="467" y="398"/>
                    <a:pt x="460" y="399"/>
                  </a:cubicBezTo>
                  <a:cubicBezTo>
                    <a:pt x="458" y="399"/>
                    <a:pt x="456" y="399"/>
                    <a:pt x="454" y="399"/>
                  </a:cubicBezTo>
                  <a:cubicBezTo>
                    <a:pt x="454" y="383"/>
                    <a:pt x="454" y="383"/>
                    <a:pt x="454" y="383"/>
                  </a:cubicBezTo>
                  <a:cubicBezTo>
                    <a:pt x="471" y="385"/>
                    <a:pt x="494" y="386"/>
                    <a:pt x="521" y="383"/>
                  </a:cubicBezTo>
                  <a:cubicBezTo>
                    <a:pt x="523" y="383"/>
                    <a:pt x="524" y="383"/>
                    <a:pt x="526" y="383"/>
                  </a:cubicBezTo>
                  <a:cubicBezTo>
                    <a:pt x="551" y="379"/>
                    <a:pt x="577" y="369"/>
                    <a:pt x="600" y="355"/>
                  </a:cubicBezTo>
                  <a:cubicBezTo>
                    <a:pt x="600" y="354"/>
                    <a:pt x="601" y="354"/>
                    <a:pt x="601" y="354"/>
                  </a:cubicBezTo>
                  <a:cubicBezTo>
                    <a:pt x="614" y="341"/>
                    <a:pt x="621" y="332"/>
                    <a:pt x="611" y="309"/>
                  </a:cubicBezTo>
                  <a:cubicBezTo>
                    <a:pt x="611" y="308"/>
                    <a:pt x="611" y="308"/>
                    <a:pt x="611" y="308"/>
                  </a:cubicBezTo>
                  <a:cubicBezTo>
                    <a:pt x="566" y="241"/>
                    <a:pt x="563" y="188"/>
                    <a:pt x="583" y="152"/>
                  </a:cubicBezTo>
                  <a:cubicBezTo>
                    <a:pt x="579" y="148"/>
                    <a:pt x="574" y="145"/>
                    <a:pt x="568" y="143"/>
                  </a:cubicBezTo>
                  <a:cubicBezTo>
                    <a:pt x="540" y="136"/>
                    <a:pt x="511" y="134"/>
                    <a:pt x="485" y="139"/>
                  </a:cubicBezTo>
                  <a:cubicBezTo>
                    <a:pt x="484" y="139"/>
                    <a:pt x="483" y="139"/>
                    <a:pt x="483" y="140"/>
                  </a:cubicBezTo>
                  <a:cubicBezTo>
                    <a:pt x="472" y="142"/>
                    <a:pt x="463" y="144"/>
                    <a:pt x="454" y="147"/>
                  </a:cubicBezTo>
                  <a:cubicBezTo>
                    <a:pt x="454" y="132"/>
                    <a:pt x="454" y="132"/>
                    <a:pt x="454" y="132"/>
                  </a:cubicBezTo>
                  <a:cubicBezTo>
                    <a:pt x="471" y="125"/>
                    <a:pt x="486" y="115"/>
                    <a:pt x="476" y="103"/>
                  </a:cubicBezTo>
                  <a:cubicBezTo>
                    <a:pt x="476" y="103"/>
                    <a:pt x="475" y="102"/>
                    <a:pt x="475" y="101"/>
                  </a:cubicBezTo>
                  <a:cubicBezTo>
                    <a:pt x="468" y="100"/>
                    <a:pt x="461" y="99"/>
                    <a:pt x="454" y="99"/>
                  </a:cubicBezTo>
                  <a:lnTo>
                    <a:pt x="454" y="80"/>
                  </a:lnTo>
                  <a:close/>
                  <a:moveTo>
                    <a:pt x="298" y="194"/>
                  </a:moveTo>
                  <a:cubicBezTo>
                    <a:pt x="312" y="173"/>
                    <a:pt x="332" y="155"/>
                    <a:pt x="354" y="140"/>
                  </a:cubicBezTo>
                  <a:cubicBezTo>
                    <a:pt x="356" y="130"/>
                    <a:pt x="362" y="120"/>
                    <a:pt x="369" y="112"/>
                  </a:cubicBezTo>
                  <a:cubicBezTo>
                    <a:pt x="379" y="102"/>
                    <a:pt x="392" y="94"/>
                    <a:pt x="407" y="89"/>
                  </a:cubicBezTo>
                  <a:cubicBezTo>
                    <a:pt x="422" y="83"/>
                    <a:pt x="438" y="80"/>
                    <a:pt x="453" y="80"/>
                  </a:cubicBezTo>
                  <a:cubicBezTo>
                    <a:pt x="454" y="80"/>
                    <a:pt x="454" y="80"/>
                    <a:pt x="454" y="80"/>
                  </a:cubicBezTo>
                  <a:cubicBezTo>
                    <a:pt x="454" y="99"/>
                    <a:pt x="454" y="99"/>
                    <a:pt x="454" y="99"/>
                  </a:cubicBezTo>
                  <a:cubicBezTo>
                    <a:pt x="416" y="99"/>
                    <a:pt x="372" y="121"/>
                    <a:pt x="372" y="151"/>
                  </a:cubicBezTo>
                  <a:cubicBezTo>
                    <a:pt x="336" y="173"/>
                    <a:pt x="309" y="203"/>
                    <a:pt x="298" y="238"/>
                  </a:cubicBezTo>
                  <a:cubicBezTo>
                    <a:pt x="298" y="194"/>
                    <a:pt x="298" y="194"/>
                    <a:pt x="298" y="194"/>
                  </a:cubicBezTo>
                  <a:close/>
                  <a:moveTo>
                    <a:pt x="454" y="453"/>
                  </a:moveTo>
                  <a:cubicBezTo>
                    <a:pt x="442" y="452"/>
                    <a:pt x="431" y="448"/>
                    <a:pt x="422" y="443"/>
                  </a:cubicBezTo>
                  <a:cubicBezTo>
                    <a:pt x="412" y="438"/>
                    <a:pt x="404" y="431"/>
                    <a:pt x="399" y="422"/>
                  </a:cubicBezTo>
                  <a:cubicBezTo>
                    <a:pt x="369" y="413"/>
                    <a:pt x="341" y="400"/>
                    <a:pt x="319" y="380"/>
                  </a:cubicBezTo>
                  <a:cubicBezTo>
                    <a:pt x="312" y="382"/>
                    <a:pt x="304" y="385"/>
                    <a:pt x="298" y="389"/>
                  </a:cubicBezTo>
                  <a:cubicBezTo>
                    <a:pt x="298" y="367"/>
                    <a:pt x="298" y="367"/>
                    <a:pt x="298" y="367"/>
                  </a:cubicBezTo>
                  <a:cubicBezTo>
                    <a:pt x="299" y="366"/>
                    <a:pt x="301" y="365"/>
                    <a:pt x="303" y="364"/>
                  </a:cubicBezTo>
                  <a:cubicBezTo>
                    <a:pt x="301" y="361"/>
                    <a:pt x="299" y="359"/>
                    <a:pt x="298" y="356"/>
                  </a:cubicBezTo>
                  <a:cubicBezTo>
                    <a:pt x="298" y="312"/>
                    <a:pt x="298" y="312"/>
                    <a:pt x="298" y="312"/>
                  </a:cubicBezTo>
                  <a:cubicBezTo>
                    <a:pt x="313" y="361"/>
                    <a:pt x="358" y="392"/>
                    <a:pt x="412" y="406"/>
                  </a:cubicBezTo>
                  <a:cubicBezTo>
                    <a:pt x="417" y="421"/>
                    <a:pt x="434" y="431"/>
                    <a:pt x="454" y="434"/>
                  </a:cubicBezTo>
                  <a:cubicBezTo>
                    <a:pt x="454" y="453"/>
                    <a:pt x="454" y="453"/>
                    <a:pt x="454" y="453"/>
                  </a:cubicBezTo>
                  <a:close/>
                  <a:moveTo>
                    <a:pt x="454" y="132"/>
                  </a:moveTo>
                  <a:cubicBezTo>
                    <a:pt x="439" y="139"/>
                    <a:pt x="423" y="143"/>
                    <a:pt x="420" y="144"/>
                  </a:cubicBezTo>
                  <a:cubicBezTo>
                    <a:pt x="395" y="148"/>
                    <a:pt x="391" y="175"/>
                    <a:pt x="407" y="167"/>
                  </a:cubicBezTo>
                  <a:cubicBezTo>
                    <a:pt x="418" y="161"/>
                    <a:pt x="434" y="153"/>
                    <a:pt x="454" y="147"/>
                  </a:cubicBezTo>
                  <a:cubicBezTo>
                    <a:pt x="454" y="132"/>
                    <a:pt x="454" y="132"/>
                    <a:pt x="454" y="132"/>
                  </a:cubicBezTo>
                  <a:close/>
                  <a:moveTo>
                    <a:pt x="454" y="383"/>
                  </a:moveTo>
                  <a:cubicBezTo>
                    <a:pt x="449" y="382"/>
                    <a:pt x="445" y="381"/>
                    <a:pt x="441" y="381"/>
                  </a:cubicBezTo>
                  <a:cubicBezTo>
                    <a:pt x="424" y="378"/>
                    <a:pt x="433" y="398"/>
                    <a:pt x="454" y="399"/>
                  </a:cubicBezTo>
                  <a:lnTo>
                    <a:pt x="454" y="383"/>
                  </a:lnTo>
                  <a:close/>
                  <a:moveTo>
                    <a:pt x="170" y="74"/>
                  </a:moveTo>
                  <a:cubicBezTo>
                    <a:pt x="188" y="103"/>
                    <a:pt x="203" y="138"/>
                    <a:pt x="220" y="166"/>
                  </a:cubicBezTo>
                  <a:cubicBezTo>
                    <a:pt x="239" y="197"/>
                    <a:pt x="264" y="205"/>
                    <a:pt x="292" y="204"/>
                  </a:cubicBezTo>
                  <a:cubicBezTo>
                    <a:pt x="293" y="201"/>
                    <a:pt x="295" y="197"/>
                    <a:pt x="298" y="194"/>
                  </a:cubicBezTo>
                  <a:cubicBezTo>
                    <a:pt x="298" y="238"/>
                    <a:pt x="298" y="238"/>
                    <a:pt x="298" y="238"/>
                  </a:cubicBezTo>
                  <a:cubicBezTo>
                    <a:pt x="292" y="256"/>
                    <a:pt x="290" y="274"/>
                    <a:pt x="293" y="294"/>
                  </a:cubicBezTo>
                  <a:cubicBezTo>
                    <a:pt x="294" y="300"/>
                    <a:pt x="296" y="306"/>
                    <a:pt x="298" y="312"/>
                  </a:cubicBezTo>
                  <a:cubicBezTo>
                    <a:pt x="298" y="356"/>
                    <a:pt x="298" y="356"/>
                    <a:pt x="298" y="356"/>
                  </a:cubicBezTo>
                  <a:cubicBezTo>
                    <a:pt x="285" y="339"/>
                    <a:pt x="277" y="320"/>
                    <a:pt x="273" y="297"/>
                  </a:cubicBezTo>
                  <a:cubicBezTo>
                    <a:pt x="269" y="272"/>
                    <a:pt x="272" y="248"/>
                    <a:pt x="281" y="226"/>
                  </a:cubicBezTo>
                  <a:cubicBezTo>
                    <a:pt x="266" y="224"/>
                    <a:pt x="250" y="217"/>
                    <a:pt x="237" y="208"/>
                  </a:cubicBezTo>
                  <a:cubicBezTo>
                    <a:pt x="208" y="236"/>
                    <a:pt x="186" y="260"/>
                    <a:pt x="170" y="280"/>
                  </a:cubicBezTo>
                  <a:cubicBezTo>
                    <a:pt x="170" y="257"/>
                    <a:pt x="170" y="257"/>
                    <a:pt x="170" y="257"/>
                  </a:cubicBezTo>
                  <a:cubicBezTo>
                    <a:pt x="188" y="236"/>
                    <a:pt x="206" y="216"/>
                    <a:pt x="221" y="201"/>
                  </a:cubicBezTo>
                  <a:cubicBezTo>
                    <a:pt x="222" y="200"/>
                    <a:pt x="224" y="199"/>
                    <a:pt x="225" y="199"/>
                  </a:cubicBezTo>
                  <a:cubicBezTo>
                    <a:pt x="213" y="188"/>
                    <a:pt x="203" y="175"/>
                    <a:pt x="197" y="162"/>
                  </a:cubicBezTo>
                  <a:cubicBezTo>
                    <a:pt x="188" y="165"/>
                    <a:pt x="179" y="170"/>
                    <a:pt x="170" y="175"/>
                  </a:cubicBezTo>
                  <a:cubicBezTo>
                    <a:pt x="170" y="74"/>
                    <a:pt x="170" y="74"/>
                    <a:pt x="170" y="74"/>
                  </a:cubicBezTo>
                  <a:close/>
                  <a:moveTo>
                    <a:pt x="298" y="389"/>
                  </a:moveTo>
                  <a:cubicBezTo>
                    <a:pt x="298" y="367"/>
                    <a:pt x="298" y="367"/>
                    <a:pt x="298" y="367"/>
                  </a:cubicBezTo>
                  <a:cubicBezTo>
                    <a:pt x="283" y="374"/>
                    <a:pt x="270" y="385"/>
                    <a:pt x="260" y="399"/>
                  </a:cubicBezTo>
                  <a:cubicBezTo>
                    <a:pt x="218" y="374"/>
                    <a:pt x="194" y="355"/>
                    <a:pt x="170" y="337"/>
                  </a:cubicBezTo>
                  <a:cubicBezTo>
                    <a:pt x="170" y="353"/>
                    <a:pt x="170" y="353"/>
                    <a:pt x="170" y="353"/>
                  </a:cubicBezTo>
                  <a:cubicBezTo>
                    <a:pt x="197" y="372"/>
                    <a:pt x="223" y="391"/>
                    <a:pt x="252" y="411"/>
                  </a:cubicBezTo>
                  <a:cubicBezTo>
                    <a:pt x="246" y="422"/>
                    <a:pt x="241" y="434"/>
                    <a:pt x="240" y="448"/>
                  </a:cubicBezTo>
                  <a:cubicBezTo>
                    <a:pt x="221" y="443"/>
                    <a:pt x="194" y="438"/>
                    <a:pt x="170" y="431"/>
                  </a:cubicBezTo>
                  <a:cubicBezTo>
                    <a:pt x="170" y="634"/>
                    <a:pt x="170" y="634"/>
                    <a:pt x="170" y="634"/>
                  </a:cubicBezTo>
                  <a:cubicBezTo>
                    <a:pt x="251" y="614"/>
                    <a:pt x="245" y="514"/>
                    <a:pt x="263" y="438"/>
                  </a:cubicBezTo>
                  <a:cubicBezTo>
                    <a:pt x="269" y="413"/>
                    <a:pt x="281" y="398"/>
                    <a:pt x="298" y="389"/>
                  </a:cubicBezTo>
                  <a:close/>
                  <a:moveTo>
                    <a:pt x="0" y="41"/>
                  </a:moveTo>
                  <a:cubicBezTo>
                    <a:pt x="19" y="25"/>
                    <a:pt x="39" y="14"/>
                    <a:pt x="59" y="10"/>
                  </a:cubicBezTo>
                  <a:cubicBezTo>
                    <a:pt x="114" y="0"/>
                    <a:pt x="145" y="32"/>
                    <a:pt x="170" y="74"/>
                  </a:cubicBezTo>
                  <a:cubicBezTo>
                    <a:pt x="170" y="175"/>
                    <a:pt x="170" y="175"/>
                    <a:pt x="170" y="175"/>
                  </a:cubicBezTo>
                  <a:cubicBezTo>
                    <a:pt x="136" y="197"/>
                    <a:pt x="105" y="227"/>
                    <a:pt x="93" y="240"/>
                  </a:cubicBezTo>
                  <a:cubicBezTo>
                    <a:pt x="112" y="250"/>
                    <a:pt x="131" y="254"/>
                    <a:pt x="143" y="272"/>
                  </a:cubicBezTo>
                  <a:cubicBezTo>
                    <a:pt x="135" y="284"/>
                    <a:pt x="116" y="321"/>
                    <a:pt x="89" y="327"/>
                  </a:cubicBezTo>
                  <a:cubicBezTo>
                    <a:pt x="108" y="328"/>
                    <a:pt x="149" y="344"/>
                    <a:pt x="164" y="361"/>
                  </a:cubicBezTo>
                  <a:cubicBezTo>
                    <a:pt x="155" y="383"/>
                    <a:pt x="133" y="395"/>
                    <a:pt x="121" y="409"/>
                  </a:cubicBezTo>
                  <a:cubicBezTo>
                    <a:pt x="132" y="418"/>
                    <a:pt x="150" y="425"/>
                    <a:pt x="170" y="431"/>
                  </a:cubicBezTo>
                  <a:cubicBezTo>
                    <a:pt x="170" y="634"/>
                    <a:pt x="170" y="634"/>
                    <a:pt x="170" y="634"/>
                  </a:cubicBezTo>
                  <a:cubicBezTo>
                    <a:pt x="167" y="635"/>
                    <a:pt x="162" y="636"/>
                    <a:pt x="158" y="636"/>
                  </a:cubicBezTo>
                  <a:cubicBezTo>
                    <a:pt x="138" y="639"/>
                    <a:pt x="115" y="634"/>
                    <a:pt x="92" y="625"/>
                  </a:cubicBezTo>
                  <a:cubicBezTo>
                    <a:pt x="0" y="41"/>
                    <a:pt x="0" y="41"/>
                    <a:pt x="0" y="41"/>
                  </a:cubicBezTo>
                  <a:close/>
                  <a:moveTo>
                    <a:pt x="170" y="257"/>
                  </a:moveTo>
                  <a:cubicBezTo>
                    <a:pt x="151" y="281"/>
                    <a:pt x="133" y="305"/>
                    <a:pt x="122" y="323"/>
                  </a:cubicBezTo>
                  <a:cubicBezTo>
                    <a:pt x="139" y="333"/>
                    <a:pt x="155" y="343"/>
                    <a:pt x="170" y="353"/>
                  </a:cubicBezTo>
                  <a:cubicBezTo>
                    <a:pt x="170" y="337"/>
                    <a:pt x="170" y="337"/>
                    <a:pt x="170" y="337"/>
                  </a:cubicBezTo>
                  <a:cubicBezTo>
                    <a:pt x="163" y="331"/>
                    <a:pt x="155" y="325"/>
                    <a:pt x="146" y="319"/>
                  </a:cubicBezTo>
                  <a:cubicBezTo>
                    <a:pt x="151" y="308"/>
                    <a:pt x="159" y="295"/>
                    <a:pt x="170" y="280"/>
                  </a:cubicBezTo>
                  <a:lnTo>
                    <a:pt x="170" y="257"/>
                  </a:lnTo>
                  <a:close/>
                </a:path>
              </a:pathLst>
            </a:custGeom>
            <a:solidFill>
              <a:srgbClr val="003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8" name="Freeform 237"/>
            <p:cNvSpPr>
              <a:spLocks noEditPoints="1"/>
            </p:cNvSpPr>
            <p:nvPr/>
          </p:nvSpPr>
          <p:spPr bwMode="auto">
            <a:xfrm>
              <a:off x="3409" y="712"/>
              <a:ext cx="713" cy="750"/>
            </a:xfrm>
            <a:custGeom>
              <a:avLst/>
              <a:gdLst>
                <a:gd name="T0" fmla="*/ 446 w 639"/>
                <a:gd name="T1" fmla="*/ 286 h 672"/>
                <a:gd name="T2" fmla="*/ 450 w 639"/>
                <a:gd name="T3" fmla="*/ 501 h 672"/>
                <a:gd name="T4" fmla="*/ 451 w 639"/>
                <a:gd name="T5" fmla="*/ 495 h 672"/>
                <a:gd name="T6" fmla="*/ 446 w 639"/>
                <a:gd name="T7" fmla="*/ 367 h 672"/>
                <a:gd name="T8" fmla="*/ 443 w 639"/>
                <a:gd name="T9" fmla="*/ 494 h 672"/>
                <a:gd name="T10" fmla="*/ 442 w 639"/>
                <a:gd name="T11" fmla="*/ 500 h 672"/>
                <a:gd name="T12" fmla="*/ 442 w 639"/>
                <a:gd name="T13" fmla="*/ 530 h 672"/>
                <a:gd name="T14" fmla="*/ 438 w 639"/>
                <a:gd name="T15" fmla="*/ 175 h 672"/>
                <a:gd name="T16" fmla="*/ 436 w 639"/>
                <a:gd name="T17" fmla="*/ 523 h 672"/>
                <a:gd name="T18" fmla="*/ 433 w 639"/>
                <a:gd name="T19" fmla="*/ 530 h 672"/>
                <a:gd name="T20" fmla="*/ 430 w 639"/>
                <a:gd name="T21" fmla="*/ 558 h 672"/>
                <a:gd name="T22" fmla="*/ 426 w 639"/>
                <a:gd name="T23" fmla="*/ 34 h 672"/>
                <a:gd name="T24" fmla="*/ 425 w 639"/>
                <a:gd name="T25" fmla="*/ 551 h 672"/>
                <a:gd name="T26" fmla="*/ 423 w 639"/>
                <a:gd name="T27" fmla="*/ 564 h 672"/>
                <a:gd name="T28" fmla="*/ 416 w 639"/>
                <a:gd name="T29" fmla="*/ 586 h 672"/>
                <a:gd name="T30" fmla="*/ 412 w 639"/>
                <a:gd name="T31" fmla="*/ 120 h 672"/>
                <a:gd name="T32" fmla="*/ 412 w 639"/>
                <a:gd name="T33" fmla="*/ 407 h 672"/>
                <a:gd name="T34" fmla="*/ 400 w 639"/>
                <a:gd name="T35" fmla="*/ 611 h 672"/>
                <a:gd name="T36" fmla="*/ 408 w 639"/>
                <a:gd name="T37" fmla="*/ 584 h 672"/>
                <a:gd name="T38" fmla="*/ 376 w 639"/>
                <a:gd name="T39" fmla="*/ 672 h 672"/>
                <a:gd name="T40" fmla="*/ 377 w 639"/>
                <a:gd name="T41" fmla="*/ 630 h 672"/>
                <a:gd name="T42" fmla="*/ 392 w 639"/>
                <a:gd name="T43" fmla="*/ 611 h 672"/>
                <a:gd name="T44" fmla="*/ 395 w 639"/>
                <a:gd name="T45" fmla="*/ 395 h 672"/>
                <a:gd name="T46" fmla="*/ 354 w 639"/>
                <a:gd name="T47" fmla="*/ 663 h 672"/>
                <a:gd name="T48" fmla="*/ 355 w 639"/>
                <a:gd name="T49" fmla="*/ 652 h 672"/>
                <a:gd name="T50" fmla="*/ 372 w 639"/>
                <a:gd name="T51" fmla="*/ 635 h 672"/>
                <a:gd name="T52" fmla="*/ 376 w 639"/>
                <a:gd name="T53" fmla="*/ 430 h 672"/>
                <a:gd name="T54" fmla="*/ 354 w 639"/>
                <a:gd name="T55" fmla="*/ 116 h 672"/>
                <a:gd name="T56" fmla="*/ 286 w 639"/>
                <a:gd name="T57" fmla="*/ 663 h 672"/>
                <a:gd name="T58" fmla="*/ 285 w 639"/>
                <a:gd name="T59" fmla="*/ 602 h 672"/>
                <a:gd name="T60" fmla="*/ 349 w 639"/>
                <a:gd name="T61" fmla="*/ 657 h 672"/>
                <a:gd name="T62" fmla="*/ 354 w 639"/>
                <a:gd name="T63" fmla="*/ 417 h 672"/>
                <a:gd name="T64" fmla="*/ 285 w 639"/>
                <a:gd name="T65" fmla="*/ 11 h 672"/>
                <a:gd name="T66" fmla="*/ 267 w 639"/>
                <a:gd name="T67" fmla="*/ 635 h 672"/>
                <a:gd name="T68" fmla="*/ 285 w 639"/>
                <a:gd name="T69" fmla="*/ 652 h 672"/>
                <a:gd name="T70" fmla="*/ 285 w 639"/>
                <a:gd name="T71" fmla="*/ 672 h 672"/>
                <a:gd name="T72" fmla="*/ 244 w 639"/>
                <a:gd name="T73" fmla="*/ 26 h 672"/>
                <a:gd name="T74" fmla="*/ 248 w 639"/>
                <a:gd name="T75" fmla="*/ 611 h 672"/>
                <a:gd name="T76" fmla="*/ 257 w 639"/>
                <a:gd name="T77" fmla="*/ 635 h 672"/>
                <a:gd name="T78" fmla="*/ 263 w 639"/>
                <a:gd name="T79" fmla="*/ 672 h 672"/>
                <a:gd name="T80" fmla="*/ 244 w 639"/>
                <a:gd name="T81" fmla="*/ 442 h 672"/>
                <a:gd name="T82" fmla="*/ 232 w 639"/>
                <a:gd name="T83" fmla="*/ 586 h 672"/>
                <a:gd name="T84" fmla="*/ 244 w 639"/>
                <a:gd name="T85" fmla="*/ 532 h 672"/>
                <a:gd name="T86" fmla="*/ 243 w 639"/>
                <a:gd name="T87" fmla="*/ 617 h 672"/>
                <a:gd name="T88" fmla="*/ 223 w 639"/>
                <a:gd name="T89" fmla="*/ 585 h 672"/>
                <a:gd name="T90" fmla="*/ 215 w 639"/>
                <a:gd name="T91" fmla="*/ 565 h 672"/>
                <a:gd name="T92" fmla="*/ 213 w 639"/>
                <a:gd name="T93" fmla="*/ 550 h 672"/>
                <a:gd name="T94" fmla="*/ 201 w 639"/>
                <a:gd name="T95" fmla="*/ 463 h 672"/>
                <a:gd name="T96" fmla="*/ 211 w 639"/>
                <a:gd name="T97" fmla="*/ 561 h 672"/>
                <a:gd name="T98" fmla="*/ 205 w 639"/>
                <a:gd name="T99" fmla="*/ 528 h 672"/>
                <a:gd name="T100" fmla="*/ 201 w 639"/>
                <a:gd name="T101" fmla="*/ 378 h 672"/>
                <a:gd name="T102" fmla="*/ 212 w 639"/>
                <a:gd name="T103" fmla="*/ 290 h 672"/>
                <a:gd name="T104" fmla="*/ 198 w 639"/>
                <a:gd name="T105" fmla="*/ 529 h 672"/>
                <a:gd name="T106" fmla="*/ 197 w 639"/>
                <a:gd name="T107" fmla="*/ 500 h 672"/>
                <a:gd name="T108" fmla="*/ 196 w 639"/>
                <a:gd name="T109" fmla="*/ 495 h 672"/>
                <a:gd name="T110" fmla="*/ 201 w 639"/>
                <a:gd name="T111" fmla="*/ 378 h 672"/>
                <a:gd name="T112" fmla="*/ 193 w 639"/>
                <a:gd name="T113" fmla="*/ 489 h 672"/>
                <a:gd name="T114" fmla="*/ 189 w 639"/>
                <a:gd name="T115" fmla="*/ 499 h 672"/>
                <a:gd name="T116" fmla="*/ 177 w 639"/>
                <a:gd name="T117" fmla="*/ 337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9" h="672">
                  <a:moveTo>
                    <a:pt x="446" y="55"/>
                  </a:moveTo>
                  <a:cubicBezTo>
                    <a:pt x="481" y="99"/>
                    <a:pt x="494" y="158"/>
                    <a:pt x="489" y="190"/>
                  </a:cubicBezTo>
                  <a:cubicBezTo>
                    <a:pt x="498" y="201"/>
                    <a:pt x="504" y="215"/>
                    <a:pt x="506" y="231"/>
                  </a:cubicBezTo>
                  <a:cubicBezTo>
                    <a:pt x="508" y="246"/>
                    <a:pt x="508" y="262"/>
                    <a:pt x="505" y="277"/>
                  </a:cubicBezTo>
                  <a:cubicBezTo>
                    <a:pt x="502" y="293"/>
                    <a:pt x="496" y="307"/>
                    <a:pt x="487" y="318"/>
                  </a:cubicBezTo>
                  <a:cubicBezTo>
                    <a:pt x="480" y="327"/>
                    <a:pt x="472" y="334"/>
                    <a:pt x="462" y="337"/>
                  </a:cubicBezTo>
                  <a:cubicBezTo>
                    <a:pt x="458" y="348"/>
                    <a:pt x="452" y="358"/>
                    <a:pt x="446" y="367"/>
                  </a:cubicBezTo>
                  <a:cubicBezTo>
                    <a:pt x="446" y="327"/>
                    <a:pt x="446" y="327"/>
                    <a:pt x="446" y="327"/>
                  </a:cubicBezTo>
                  <a:cubicBezTo>
                    <a:pt x="447" y="326"/>
                    <a:pt x="448" y="324"/>
                    <a:pt x="449" y="322"/>
                  </a:cubicBezTo>
                  <a:cubicBezTo>
                    <a:pt x="474" y="318"/>
                    <a:pt x="489" y="283"/>
                    <a:pt x="488" y="249"/>
                  </a:cubicBezTo>
                  <a:cubicBezTo>
                    <a:pt x="488" y="176"/>
                    <a:pt x="449" y="214"/>
                    <a:pt x="449" y="273"/>
                  </a:cubicBezTo>
                  <a:cubicBezTo>
                    <a:pt x="449" y="278"/>
                    <a:pt x="448" y="282"/>
                    <a:pt x="446" y="286"/>
                  </a:cubicBezTo>
                  <a:cubicBezTo>
                    <a:pt x="446" y="55"/>
                    <a:pt x="446" y="55"/>
                    <a:pt x="446" y="55"/>
                  </a:cubicBezTo>
                  <a:close/>
                  <a:moveTo>
                    <a:pt x="446" y="469"/>
                  </a:moveTo>
                  <a:cubicBezTo>
                    <a:pt x="450" y="470"/>
                    <a:pt x="453" y="472"/>
                    <a:pt x="457" y="474"/>
                  </a:cubicBezTo>
                  <a:cubicBezTo>
                    <a:pt x="533" y="505"/>
                    <a:pt x="639" y="514"/>
                    <a:pt x="637" y="609"/>
                  </a:cubicBezTo>
                  <a:cubicBezTo>
                    <a:pt x="636" y="629"/>
                    <a:pt x="628" y="651"/>
                    <a:pt x="615" y="672"/>
                  </a:cubicBezTo>
                  <a:cubicBezTo>
                    <a:pt x="446" y="672"/>
                    <a:pt x="446" y="672"/>
                    <a:pt x="446" y="672"/>
                  </a:cubicBezTo>
                  <a:cubicBezTo>
                    <a:pt x="446" y="505"/>
                    <a:pt x="446" y="505"/>
                    <a:pt x="446" y="505"/>
                  </a:cubicBezTo>
                  <a:cubicBezTo>
                    <a:pt x="447" y="505"/>
                    <a:pt x="448" y="504"/>
                    <a:pt x="449" y="503"/>
                  </a:cubicBezTo>
                  <a:cubicBezTo>
                    <a:pt x="449" y="503"/>
                    <a:pt x="449" y="502"/>
                    <a:pt x="449" y="502"/>
                  </a:cubicBezTo>
                  <a:cubicBezTo>
                    <a:pt x="449" y="502"/>
                    <a:pt x="449" y="502"/>
                    <a:pt x="449" y="502"/>
                  </a:cubicBezTo>
                  <a:cubicBezTo>
                    <a:pt x="450" y="501"/>
                    <a:pt x="450" y="501"/>
                    <a:pt x="450" y="501"/>
                  </a:cubicBezTo>
                  <a:cubicBezTo>
                    <a:pt x="450" y="501"/>
                    <a:pt x="450" y="501"/>
                    <a:pt x="450" y="501"/>
                  </a:cubicBezTo>
                  <a:cubicBezTo>
                    <a:pt x="450" y="500"/>
                    <a:pt x="450" y="500"/>
                    <a:pt x="450" y="500"/>
                  </a:cubicBezTo>
                  <a:cubicBezTo>
                    <a:pt x="450" y="500"/>
                    <a:pt x="450" y="500"/>
                    <a:pt x="450" y="500"/>
                  </a:cubicBezTo>
                  <a:cubicBezTo>
                    <a:pt x="450" y="499"/>
                    <a:pt x="450" y="499"/>
                    <a:pt x="450" y="499"/>
                  </a:cubicBezTo>
                  <a:cubicBezTo>
                    <a:pt x="450" y="499"/>
                    <a:pt x="450" y="499"/>
                    <a:pt x="450" y="499"/>
                  </a:cubicBezTo>
                  <a:cubicBezTo>
                    <a:pt x="450" y="498"/>
                    <a:pt x="450" y="498"/>
                    <a:pt x="450" y="498"/>
                  </a:cubicBezTo>
                  <a:cubicBezTo>
                    <a:pt x="450" y="498"/>
                    <a:pt x="450" y="498"/>
                    <a:pt x="450" y="498"/>
                  </a:cubicBezTo>
                  <a:cubicBezTo>
                    <a:pt x="450" y="497"/>
                    <a:pt x="450" y="497"/>
                    <a:pt x="450" y="497"/>
                  </a:cubicBezTo>
                  <a:cubicBezTo>
                    <a:pt x="450" y="497"/>
                    <a:pt x="450" y="497"/>
                    <a:pt x="450" y="497"/>
                  </a:cubicBezTo>
                  <a:cubicBezTo>
                    <a:pt x="450" y="496"/>
                    <a:pt x="450" y="496"/>
                    <a:pt x="450" y="496"/>
                  </a:cubicBezTo>
                  <a:cubicBezTo>
                    <a:pt x="450" y="496"/>
                    <a:pt x="450" y="496"/>
                    <a:pt x="450" y="496"/>
                  </a:cubicBezTo>
                  <a:cubicBezTo>
                    <a:pt x="450" y="495"/>
                    <a:pt x="450" y="495"/>
                    <a:pt x="450" y="495"/>
                  </a:cubicBezTo>
                  <a:cubicBezTo>
                    <a:pt x="451" y="495"/>
                    <a:pt x="451" y="495"/>
                    <a:pt x="451" y="495"/>
                  </a:cubicBezTo>
                  <a:cubicBezTo>
                    <a:pt x="451" y="494"/>
                    <a:pt x="451" y="494"/>
                    <a:pt x="451" y="494"/>
                  </a:cubicBezTo>
                  <a:cubicBezTo>
                    <a:pt x="451" y="494"/>
                    <a:pt x="451" y="494"/>
                    <a:pt x="451" y="494"/>
                  </a:cubicBezTo>
                  <a:cubicBezTo>
                    <a:pt x="451" y="491"/>
                    <a:pt x="448" y="489"/>
                    <a:pt x="446" y="489"/>
                  </a:cubicBezTo>
                  <a:lnTo>
                    <a:pt x="446" y="469"/>
                  </a:lnTo>
                  <a:close/>
                  <a:moveTo>
                    <a:pt x="438" y="46"/>
                  </a:moveTo>
                  <a:cubicBezTo>
                    <a:pt x="441" y="49"/>
                    <a:pt x="444" y="52"/>
                    <a:pt x="446" y="55"/>
                  </a:cubicBezTo>
                  <a:cubicBezTo>
                    <a:pt x="446" y="286"/>
                    <a:pt x="446" y="286"/>
                    <a:pt x="446" y="286"/>
                  </a:cubicBezTo>
                  <a:cubicBezTo>
                    <a:pt x="444" y="291"/>
                    <a:pt x="441" y="294"/>
                    <a:pt x="438" y="296"/>
                  </a:cubicBezTo>
                  <a:cubicBezTo>
                    <a:pt x="438" y="256"/>
                    <a:pt x="438" y="256"/>
                    <a:pt x="438" y="256"/>
                  </a:cubicBezTo>
                  <a:cubicBezTo>
                    <a:pt x="445" y="226"/>
                    <a:pt x="446" y="200"/>
                    <a:pt x="438" y="175"/>
                  </a:cubicBezTo>
                  <a:cubicBezTo>
                    <a:pt x="438" y="46"/>
                    <a:pt x="438" y="46"/>
                    <a:pt x="438" y="46"/>
                  </a:cubicBezTo>
                  <a:close/>
                  <a:moveTo>
                    <a:pt x="446" y="367"/>
                  </a:moveTo>
                  <a:cubicBezTo>
                    <a:pt x="444" y="371"/>
                    <a:pt x="441" y="375"/>
                    <a:pt x="438" y="378"/>
                  </a:cubicBezTo>
                  <a:cubicBezTo>
                    <a:pt x="438" y="343"/>
                    <a:pt x="438" y="343"/>
                    <a:pt x="438" y="343"/>
                  </a:cubicBezTo>
                  <a:cubicBezTo>
                    <a:pt x="441" y="338"/>
                    <a:pt x="444" y="333"/>
                    <a:pt x="446" y="327"/>
                  </a:cubicBezTo>
                  <a:cubicBezTo>
                    <a:pt x="446" y="367"/>
                    <a:pt x="446" y="367"/>
                    <a:pt x="446" y="367"/>
                  </a:cubicBezTo>
                  <a:close/>
                  <a:moveTo>
                    <a:pt x="438" y="463"/>
                  </a:moveTo>
                  <a:cubicBezTo>
                    <a:pt x="441" y="465"/>
                    <a:pt x="443" y="467"/>
                    <a:pt x="446" y="469"/>
                  </a:cubicBezTo>
                  <a:cubicBezTo>
                    <a:pt x="446" y="489"/>
                    <a:pt x="446" y="489"/>
                    <a:pt x="446" y="489"/>
                  </a:cubicBezTo>
                  <a:cubicBezTo>
                    <a:pt x="445" y="490"/>
                    <a:pt x="444" y="490"/>
                    <a:pt x="443" y="492"/>
                  </a:cubicBezTo>
                  <a:cubicBezTo>
                    <a:pt x="443" y="492"/>
                    <a:pt x="443" y="493"/>
                    <a:pt x="443" y="493"/>
                  </a:cubicBezTo>
                  <a:cubicBezTo>
                    <a:pt x="443" y="493"/>
                    <a:pt x="443" y="493"/>
                    <a:pt x="443" y="493"/>
                  </a:cubicBezTo>
                  <a:cubicBezTo>
                    <a:pt x="443" y="494"/>
                    <a:pt x="443" y="494"/>
                    <a:pt x="443" y="494"/>
                  </a:cubicBezTo>
                  <a:cubicBezTo>
                    <a:pt x="443" y="494"/>
                    <a:pt x="443" y="494"/>
                    <a:pt x="443" y="494"/>
                  </a:cubicBezTo>
                  <a:cubicBezTo>
                    <a:pt x="443" y="495"/>
                    <a:pt x="443" y="495"/>
                    <a:pt x="443" y="495"/>
                  </a:cubicBezTo>
                  <a:cubicBezTo>
                    <a:pt x="443" y="495"/>
                    <a:pt x="443" y="495"/>
                    <a:pt x="443" y="495"/>
                  </a:cubicBezTo>
                  <a:cubicBezTo>
                    <a:pt x="443" y="496"/>
                    <a:pt x="443" y="496"/>
                    <a:pt x="443" y="496"/>
                  </a:cubicBezTo>
                  <a:cubicBezTo>
                    <a:pt x="443" y="496"/>
                    <a:pt x="443" y="496"/>
                    <a:pt x="443" y="496"/>
                  </a:cubicBezTo>
                  <a:cubicBezTo>
                    <a:pt x="443" y="496"/>
                    <a:pt x="443" y="496"/>
                    <a:pt x="443" y="496"/>
                  </a:cubicBezTo>
                  <a:cubicBezTo>
                    <a:pt x="443" y="497"/>
                    <a:pt x="443" y="497"/>
                    <a:pt x="443" y="497"/>
                  </a:cubicBezTo>
                  <a:cubicBezTo>
                    <a:pt x="443" y="497"/>
                    <a:pt x="443" y="497"/>
                    <a:pt x="443" y="497"/>
                  </a:cubicBezTo>
                  <a:cubicBezTo>
                    <a:pt x="443" y="498"/>
                    <a:pt x="443" y="498"/>
                    <a:pt x="443" y="498"/>
                  </a:cubicBezTo>
                  <a:cubicBezTo>
                    <a:pt x="442" y="498"/>
                    <a:pt x="442" y="498"/>
                    <a:pt x="442" y="498"/>
                  </a:cubicBezTo>
                  <a:cubicBezTo>
                    <a:pt x="442" y="499"/>
                    <a:pt x="442" y="499"/>
                    <a:pt x="442" y="499"/>
                  </a:cubicBezTo>
                  <a:cubicBezTo>
                    <a:pt x="442" y="499"/>
                    <a:pt x="442" y="499"/>
                    <a:pt x="442" y="499"/>
                  </a:cubicBezTo>
                  <a:cubicBezTo>
                    <a:pt x="442" y="500"/>
                    <a:pt x="442" y="500"/>
                    <a:pt x="442" y="500"/>
                  </a:cubicBezTo>
                  <a:cubicBezTo>
                    <a:pt x="442" y="500"/>
                    <a:pt x="442" y="500"/>
                    <a:pt x="442" y="500"/>
                  </a:cubicBezTo>
                  <a:cubicBezTo>
                    <a:pt x="442" y="500"/>
                    <a:pt x="442" y="500"/>
                    <a:pt x="442" y="500"/>
                  </a:cubicBezTo>
                  <a:cubicBezTo>
                    <a:pt x="442" y="503"/>
                    <a:pt x="444" y="505"/>
                    <a:pt x="446" y="505"/>
                  </a:cubicBezTo>
                  <a:cubicBezTo>
                    <a:pt x="446" y="672"/>
                    <a:pt x="446" y="672"/>
                    <a:pt x="446" y="672"/>
                  </a:cubicBezTo>
                  <a:cubicBezTo>
                    <a:pt x="438" y="672"/>
                    <a:pt x="438" y="672"/>
                    <a:pt x="438" y="672"/>
                  </a:cubicBezTo>
                  <a:cubicBezTo>
                    <a:pt x="438" y="535"/>
                    <a:pt x="438" y="535"/>
                    <a:pt x="438" y="535"/>
                  </a:cubicBezTo>
                  <a:cubicBezTo>
                    <a:pt x="439" y="535"/>
                    <a:pt x="440" y="534"/>
                    <a:pt x="440" y="533"/>
                  </a:cubicBezTo>
                  <a:cubicBezTo>
                    <a:pt x="440" y="533"/>
                    <a:pt x="440" y="533"/>
                    <a:pt x="440" y="533"/>
                  </a:cubicBezTo>
                  <a:cubicBezTo>
                    <a:pt x="441" y="532"/>
                    <a:pt x="441" y="532"/>
                    <a:pt x="441" y="532"/>
                  </a:cubicBezTo>
                  <a:cubicBezTo>
                    <a:pt x="441" y="532"/>
                    <a:pt x="441" y="532"/>
                    <a:pt x="441" y="532"/>
                  </a:cubicBezTo>
                  <a:cubicBezTo>
                    <a:pt x="441" y="531"/>
                    <a:pt x="441" y="531"/>
                    <a:pt x="441" y="531"/>
                  </a:cubicBezTo>
                  <a:cubicBezTo>
                    <a:pt x="442" y="530"/>
                    <a:pt x="442" y="530"/>
                    <a:pt x="442" y="530"/>
                  </a:cubicBezTo>
                  <a:cubicBezTo>
                    <a:pt x="442" y="529"/>
                    <a:pt x="442" y="529"/>
                    <a:pt x="442" y="529"/>
                  </a:cubicBezTo>
                  <a:cubicBezTo>
                    <a:pt x="442" y="529"/>
                    <a:pt x="442" y="529"/>
                    <a:pt x="442" y="529"/>
                  </a:cubicBezTo>
                  <a:cubicBezTo>
                    <a:pt x="442" y="528"/>
                    <a:pt x="442" y="528"/>
                    <a:pt x="442" y="528"/>
                  </a:cubicBezTo>
                  <a:cubicBezTo>
                    <a:pt x="443" y="527"/>
                    <a:pt x="443" y="527"/>
                    <a:pt x="443" y="527"/>
                  </a:cubicBezTo>
                  <a:cubicBezTo>
                    <a:pt x="443" y="527"/>
                    <a:pt x="443" y="527"/>
                    <a:pt x="443" y="527"/>
                  </a:cubicBezTo>
                  <a:cubicBezTo>
                    <a:pt x="443" y="526"/>
                    <a:pt x="443" y="526"/>
                    <a:pt x="443" y="526"/>
                  </a:cubicBezTo>
                  <a:cubicBezTo>
                    <a:pt x="443" y="525"/>
                    <a:pt x="443" y="525"/>
                    <a:pt x="443" y="525"/>
                  </a:cubicBezTo>
                  <a:cubicBezTo>
                    <a:pt x="444" y="522"/>
                    <a:pt x="441" y="519"/>
                    <a:pt x="438" y="520"/>
                  </a:cubicBezTo>
                  <a:lnTo>
                    <a:pt x="438" y="463"/>
                  </a:lnTo>
                  <a:close/>
                  <a:moveTo>
                    <a:pt x="426" y="34"/>
                  </a:moveTo>
                  <a:cubicBezTo>
                    <a:pt x="431" y="38"/>
                    <a:pt x="435" y="42"/>
                    <a:pt x="438" y="46"/>
                  </a:cubicBezTo>
                  <a:cubicBezTo>
                    <a:pt x="438" y="175"/>
                    <a:pt x="438" y="175"/>
                    <a:pt x="438" y="175"/>
                  </a:cubicBezTo>
                  <a:cubicBezTo>
                    <a:pt x="435" y="165"/>
                    <a:pt x="432" y="155"/>
                    <a:pt x="426" y="145"/>
                  </a:cubicBezTo>
                  <a:cubicBezTo>
                    <a:pt x="426" y="34"/>
                    <a:pt x="426" y="34"/>
                    <a:pt x="426" y="34"/>
                  </a:cubicBezTo>
                  <a:close/>
                  <a:moveTo>
                    <a:pt x="438" y="378"/>
                  </a:moveTo>
                  <a:cubicBezTo>
                    <a:pt x="435" y="383"/>
                    <a:pt x="431" y="388"/>
                    <a:pt x="426" y="393"/>
                  </a:cubicBezTo>
                  <a:cubicBezTo>
                    <a:pt x="426" y="362"/>
                    <a:pt x="426" y="362"/>
                    <a:pt x="426" y="362"/>
                  </a:cubicBezTo>
                  <a:cubicBezTo>
                    <a:pt x="431" y="356"/>
                    <a:pt x="435" y="350"/>
                    <a:pt x="438" y="343"/>
                  </a:cubicBezTo>
                  <a:cubicBezTo>
                    <a:pt x="438" y="378"/>
                    <a:pt x="438" y="378"/>
                    <a:pt x="438" y="378"/>
                  </a:cubicBezTo>
                  <a:close/>
                  <a:moveTo>
                    <a:pt x="426" y="453"/>
                  </a:moveTo>
                  <a:cubicBezTo>
                    <a:pt x="430" y="457"/>
                    <a:pt x="434" y="460"/>
                    <a:pt x="438" y="463"/>
                  </a:cubicBezTo>
                  <a:cubicBezTo>
                    <a:pt x="438" y="520"/>
                    <a:pt x="438" y="520"/>
                    <a:pt x="438" y="520"/>
                  </a:cubicBezTo>
                  <a:cubicBezTo>
                    <a:pt x="438" y="521"/>
                    <a:pt x="437" y="521"/>
                    <a:pt x="437" y="521"/>
                  </a:cubicBezTo>
                  <a:cubicBezTo>
                    <a:pt x="436" y="522"/>
                    <a:pt x="436" y="522"/>
                    <a:pt x="436" y="523"/>
                  </a:cubicBezTo>
                  <a:cubicBezTo>
                    <a:pt x="436" y="523"/>
                    <a:pt x="436" y="523"/>
                    <a:pt x="436" y="523"/>
                  </a:cubicBezTo>
                  <a:cubicBezTo>
                    <a:pt x="436" y="524"/>
                    <a:pt x="436" y="524"/>
                    <a:pt x="436" y="524"/>
                  </a:cubicBezTo>
                  <a:cubicBezTo>
                    <a:pt x="435" y="525"/>
                    <a:pt x="435" y="525"/>
                    <a:pt x="435" y="525"/>
                  </a:cubicBezTo>
                  <a:cubicBezTo>
                    <a:pt x="435" y="525"/>
                    <a:pt x="435" y="525"/>
                    <a:pt x="435" y="525"/>
                  </a:cubicBezTo>
                  <a:cubicBezTo>
                    <a:pt x="435" y="526"/>
                    <a:pt x="435" y="526"/>
                    <a:pt x="435" y="526"/>
                  </a:cubicBezTo>
                  <a:cubicBezTo>
                    <a:pt x="435" y="527"/>
                    <a:pt x="435" y="527"/>
                    <a:pt x="435" y="527"/>
                  </a:cubicBezTo>
                  <a:cubicBezTo>
                    <a:pt x="435" y="527"/>
                    <a:pt x="435" y="527"/>
                    <a:pt x="435" y="527"/>
                  </a:cubicBezTo>
                  <a:cubicBezTo>
                    <a:pt x="434" y="528"/>
                    <a:pt x="434" y="528"/>
                    <a:pt x="434" y="528"/>
                  </a:cubicBezTo>
                  <a:cubicBezTo>
                    <a:pt x="434" y="529"/>
                    <a:pt x="434" y="529"/>
                    <a:pt x="434" y="529"/>
                  </a:cubicBezTo>
                  <a:cubicBezTo>
                    <a:pt x="434" y="529"/>
                    <a:pt x="434" y="529"/>
                    <a:pt x="434" y="529"/>
                  </a:cubicBezTo>
                  <a:cubicBezTo>
                    <a:pt x="433" y="530"/>
                    <a:pt x="433" y="530"/>
                    <a:pt x="433" y="530"/>
                  </a:cubicBezTo>
                  <a:cubicBezTo>
                    <a:pt x="433" y="530"/>
                    <a:pt x="433" y="530"/>
                    <a:pt x="433" y="530"/>
                  </a:cubicBezTo>
                  <a:cubicBezTo>
                    <a:pt x="433" y="531"/>
                    <a:pt x="433" y="532"/>
                    <a:pt x="433" y="533"/>
                  </a:cubicBezTo>
                  <a:cubicBezTo>
                    <a:pt x="434" y="535"/>
                    <a:pt x="436" y="536"/>
                    <a:pt x="438" y="535"/>
                  </a:cubicBezTo>
                  <a:cubicBezTo>
                    <a:pt x="438" y="672"/>
                    <a:pt x="438" y="672"/>
                    <a:pt x="438" y="672"/>
                  </a:cubicBezTo>
                  <a:cubicBezTo>
                    <a:pt x="426" y="672"/>
                    <a:pt x="426" y="672"/>
                    <a:pt x="426" y="672"/>
                  </a:cubicBezTo>
                  <a:cubicBezTo>
                    <a:pt x="426" y="564"/>
                    <a:pt x="426" y="564"/>
                    <a:pt x="426" y="564"/>
                  </a:cubicBezTo>
                  <a:cubicBezTo>
                    <a:pt x="427" y="564"/>
                    <a:pt x="428" y="563"/>
                    <a:pt x="428" y="562"/>
                  </a:cubicBezTo>
                  <a:cubicBezTo>
                    <a:pt x="428" y="562"/>
                    <a:pt x="428" y="562"/>
                    <a:pt x="428" y="562"/>
                  </a:cubicBezTo>
                  <a:cubicBezTo>
                    <a:pt x="429" y="561"/>
                    <a:pt x="429" y="561"/>
                    <a:pt x="429" y="561"/>
                  </a:cubicBezTo>
                  <a:cubicBezTo>
                    <a:pt x="429" y="560"/>
                    <a:pt x="429" y="560"/>
                    <a:pt x="429" y="560"/>
                  </a:cubicBezTo>
                  <a:cubicBezTo>
                    <a:pt x="429" y="560"/>
                    <a:pt x="429" y="560"/>
                    <a:pt x="429" y="560"/>
                  </a:cubicBezTo>
                  <a:cubicBezTo>
                    <a:pt x="430" y="559"/>
                    <a:pt x="430" y="559"/>
                    <a:pt x="430" y="559"/>
                  </a:cubicBezTo>
                  <a:cubicBezTo>
                    <a:pt x="430" y="558"/>
                    <a:pt x="430" y="558"/>
                    <a:pt x="430" y="558"/>
                  </a:cubicBezTo>
                  <a:cubicBezTo>
                    <a:pt x="431" y="557"/>
                    <a:pt x="431" y="557"/>
                    <a:pt x="431" y="557"/>
                  </a:cubicBezTo>
                  <a:cubicBezTo>
                    <a:pt x="431" y="556"/>
                    <a:pt x="431" y="556"/>
                    <a:pt x="431" y="556"/>
                  </a:cubicBezTo>
                  <a:cubicBezTo>
                    <a:pt x="431" y="556"/>
                    <a:pt x="431" y="556"/>
                    <a:pt x="431" y="556"/>
                  </a:cubicBezTo>
                  <a:cubicBezTo>
                    <a:pt x="431" y="555"/>
                    <a:pt x="431" y="555"/>
                    <a:pt x="431" y="555"/>
                  </a:cubicBezTo>
                  <a:cubicBezTo>
                    <a:pt x="433" y="552"/>
                    <a:pt x="429" y="548"/>
                    <a:pt x="426" y="550"/>
                  </a:cubicBezTo>
                  <a:cubicBezTo>
                    <a:pt x="426" y="453"/>
                    <a:pt x="426" y="453"/>
                    <a:pt x="426" y="453"/>
                  </a:cubicBezTo>
                  <a:close/>
                  <a:moveTo>
                    <a:pt x="438" y="256"/>
                  </a:moveTo>
                  <a:cubicBezTo>
                    <a:pt x="438" y="296"/>
                    <a:pt x="438" y="296"/>
                    <a:pt x="438" y="296"/>
                  </a:cubicBezTo>
                  <a:cubicBezTo>
                    <a:pt x="432" y="301"/>
                    <a:pt x="425" y="299"/>
                    <a:pt x="428" y="290"/>
                  </a:cubicBezTo>
                  <a:cubicBezTo>
                    <a:pt x="432" y="278"/>
                    <a:pt x="436" y="266"/>
                    <a:pt x="438" y="256"/>
                  </a:cubicBezTo>
                  <a:close/>
                  <a:moveTo>
                    <a:pt x="412" y="23"/>
                  </a:moveTo>
                  <a:cubicBezTo>
                    <a:pt x="417" y="27"/>
                    <a:pt x="422" y="30"/>
                    <a:pt x="426" y="34"/>
                  </a:cubicBezTo>
                  <a:cubicBezTo>
                    <a:pt x="426" y="145"/>
                    <a:pt x="426" y="145"/>
                    <a:pt x="426" y="145"/>
                  </a:cubicBezTo>
                  <a:cubicBezTo>
                    <a:pt x="422" y="137"/>
                    <a:pt x="418" y="129"/>
                    <a:pt x="412" y="120"/>
                  </a:cubicBezTo>
                  <a:cubicBezTo>
                    <a:pt x="412" y="23"/>
                    <a:pt x="412" y="23"/>
                    <a:pt x="412" y="23"/>
                  </a:cubicBezTo>
                  <a:close/>
                  <a:moveTo>
                    <a:pt x="426" y="393"/>
                  </a:moveTo>
                  <a:cubicBezTo>
                    <a:pt x="422" y="398"/>
                    <a:pt x="417" y="403"/>
                    <a:pt x="412" y="407"/>
                  </a:cubicBezTo>
                  <a:cubicBezTo>
                    <a:pt x="412" y="380"/>
                    <a:pt x="412" y="380"/>
                    <a:pt x="412" y="380"/>
                  </a:cubicBezTo>
                  <a:cubicBezTo>
                    <a:pt x="417" y="374"/>
                    <a:pt x="422" y="368"/>
                    <a:pt x="426" y="362"/>
                  </a:cubicBezTo>
                  <a:cubicBezTo>
                    <a:pt x="426" y="393"/>
                    <a:pt x="426" y="393"/>
                    <a:pt x="426" y="393"/>
                  </a:cubicBezTo>
                  <a:close/>
                  <a:moveTo>
                    <a:pt x="412" y="425"/>
                  </a:moveTo>
                  <a:cubicBezTo>
                    <a:pt x="415" y="435"/>
                    <a:pt x="419" y="445"/>
                    <a:pt x="426" y="453"/>
                  </a:cubicBezTo>
                  <a:cubicBezTo>
                    <a:pt x="426" y="550"/>
                    <a:pt x="426" y="550"/>
                    <a:pt x="426" y="550"/>
                  </a:cubicBezTo>
                  <a:cubicBezTo>
                    <a:pt x="426" y="550"/>
                    <a:pt x="426" y="551"/>
                    <a:pt x="425" y="551"/>
                  </a:cubicBezTo>
                  <a:cubicBezTo>
                    <a:pt x="425" y="551"/>
                    <a:pt x="425" y="551"/>
                    <a:pt x="425" y="552"/>
                  </a:cubicBezTo>
                  <a:cubicBezTo>
                    <a:pt x="424" y="552"/>
                    <a:pt x="424" y="552"/>
                    <a:pt x="424" y="552"/>
                  </a:cubicBezTo>
                  <a:cubicBezTo>
                    <a:pt x="424" y="553"/>
                    <a:pt x="424" y="553"/>
                    <a:pt x="424" y="553"/>
                  </a:cubicBezTo>
                  <a:cubicBezTo>
                    <a:pt x="424" y="554"/>
                    <a:pt x="424" y="554"/>
                    <a:pt x="424" y="554"/>
                  </a:cubicBezTo>
                  <a:cubicBezTo>
                    <a:pt x="423" y="554"/>
                    <a:pt x="423" y="554"/>
                    <a:pt x="423" y="554"/>
                  </a:cubicBezTo>
                  <a:cubicBezTo>
                    <a:pt x="423" y="555"/>
                    <a:pt x="423" y="555"/>
                    <a:pt x="423" y="555"/>
                  </a:cubicBezTo>
                  <a:cubicBezTo>
                    <a:pt x="423" y="556"/>
                    <a:pt x="423" y="556"/>
                    <a:pt x="423" y="556"/>
                  </a:cubicBezTo>
                  <a:cubicBezTo>
                    <a:pt x="422" y="557"/>
                    <a:pt x="422" y="557"/>
                    <a:pt x="422" y="557"/>
                  </a:cubicBezTo>
                  <a:cubicBezTo>
                    <a:pt x="422" y="558"/>
                    <a:pt x="422" y="558"/>
                    <a:pt x="422" y="558"/>
                  </a:cubicBezTo>
                  <a:cubicBezTo>
                    <a:pt x="422" y="558"/>
                    <a:pt x="422" y="558"/>
                    <a:pt x="422" y="558"/>
                  </a:cubicBezTo>
                  <a:cubicBezTo>
                    <a:pt x="421" y="559"/>
                    <a:pt x="421" y="559"/>
                    <a:pt x="421" y="559"/>
                  </a:cubicBezTo>
                  <a:cubicBezTo>
                    <a:pt x="421" y="561"/>
                    <a:pt x="421" y="563"/>
                    <a:pt x="423" y="564"/>
                  </a:cubicBezTo>
                  <a:cubicBezTo>
                    <a:pt x="424" y="565"/>
                    <a:pt x="425" y="565"/>
                    <a:pt x="426" y="564"/>
                  </a:cubicBezTo>
                  <a:cubicBezTo>
                    <a:pt x="426" y="672"/>
                    <a:pt x="426" y="672"/>
                    <a:pt x="426" y="672"/>
                  </a:cubicBezTo>
                  <a:cubicBezTo>
                    <a:pt x="412" y="672"/>
                    <a:pt x="412" y="672"/>
                    <a:pt x="412" y="672"/>
                  </a:cubicBezTo>
                  <a:cubicBezTo>
                    <a:pt x="412" y="592"/>
                    <a:pt x="412" y="592"/>
                    <a:pt x="412" y="592"/>
                  </a:cubicBezTo>
                  <a:cubicBezTo>
                    <a:pt x="412" y="592"/>
                    <a:pt x="412" y="592"/>
                    <a:pt x="412" y="592"/>
                  </a:cubicBezTo>
                  <a:cubicBezTo>
                    <a:pt x="413" y="591"/>
                    <a:pt x="413" y="591"/>
                    <a:pt x="413" y="591"/>
                  </a:cubicBezTo>
                  <a:cubicBezTo>
                    <a:pt x="414" y="590"/>
                    <a:pt x="414" y="590"/>
                    <a:pt x="414" y="590"/>
                  </a:cubicBezTo>
                  <a:cubicBezTo>
                    <a:pt x="414" y="589"/>
                    <a:pt x="414" y="589"/>
                    <a:pt x="414" y="589"/>
                  </a:cubicBezTo>
                  <a:cubicBezTo>
                    <a:pt x="415" y="588"/>
                    <a:pt x="415" y="588"/>
                    <a:pt x="415" y="588"/>
                  </a:cubicBezTo>
                  <a:cubicBezTo>
                    <a:pt x="415" y="588"/>
                    <a:pt x="415" y="588"/>
                    <a:pt x="415" y="588"/>
                  </a:cubicBezTo>
                  <a:cubicBezTo>
                    <a:pt x="415" y="587"/>
                    <a:pt x="415" y="587"/>
                    <a:pt x="415" y="587"/>
                  </a:cubicBezTo>
                  <a:cubicBezTo>
                    <a:pt x="416" y="586"/>
                    <a:pt x="416" y="586"/>
                    <a:pt x="416" y="586"/>
                  </a:cubicBezTo>
                  <a:cubicBezTo>
                    <a:pt x="416" y="585"/>
                    <a:pt x="416" y="585"/>
                    <a:pt x="416" y="585"/>
                  </a:cubicBezTo>
                  <a:cubicBezTo>
                    <a:pt x="417" y="584"/>
                    <a:pt x="417" y="584"/>
                    <a:pt x="417" y="584"/>
                  </a:cubicBezTo>
                  <a:cubicBezTo>
                    <a:pt x="417" y="584"/>
                    <a:pt x="417" y="584"/>
                    <a:pt x="417" y="584"/>
                  </a:cubicBezTo>
                  <a:cubicBezTo>
                    <a:pt x="418" y="582"/>
                    <a:pt x="418" y="581"/>
                    <a:pt x="417" y="579"/>
                  </a:cubicBezTo>
                  <a:cubicBezTo>
                    <a:pt x="416" y="578"/>
                    <a:pt x="414" y="577"/>
                    <a:pt x="412" y="578"/>
                  </a:cubicBezTo>
                  <a:cubicBezTo>
                    <a:pt x="412" y="489"/>
                    <a:pt x="412" y="489"/>
                    <a:pt x="412" y="489"/>
                  </a:cubicBezTo>
                  <a:cubicBezTo>
                    <a:pt x="413" y="485"/>
                    <a:pt x="414" y="481"/>
                    <a:pt x="415" y="477"/>
                  </a:cubicBezTo>
                  <a:cubicBezTo>
                    <a:pt x="414" y="476"/>
                    <a:pt x="413" y="475"/>
                    <a:pt x="412" y="473"/>
                  </a:cubicBezTo>
                  <a:lnTo>
                    <a:pt x="412" y="425"/>
                  </a:lnTo>
                  <a:close/>
                  <a:moveTo>
                    <a:pt x="395" y="14"/>
                  </a:moveTo>
                  <a:cubicBezTo>
                    <a:pt x="401" y="17"/>
                    <a:pt x="407" y="20"/>
                    <a:pt x="412" y="23"/>
                  </a:cubicBezTo>
                  <a:cubicBezTo>
                    <a:pt x="412" y="120"/>
                    <a:pt x="412" y="120"/>
                    <a:pt x="412" y="120"/>
                  </a:cubicBezTo>
                  <a:cubicBezTo>
                    <a:pt x="410" y="118"/>
                    <a:pt x="409" y="116"/>
                    <a:pt x="407" y="113"/>
                  </a:cubicBezTo>
                  <a:cubicBezTo>
                    <a:pt x="406" y="112"/>
                    <a:pt x="405" y="111"/>
                    <a:pt x="404" y="109"/>
                  </a:cubicBezTo>
                  <a:cubicBezTo>
                    <a:pt x="401" y="111"/>
                    <a:pt x="399" y="112"/>
                    <a:pt x="395" y="113"/>
                  </a:cubicBezTo>
                  <a:cubicBezTo>
                    <a:pt x="395" y="14"/>
                    <a:pt x="395" y="14"/>
                    <a:pt x="395" y="14"/>
                  </a:cubicBezTo>
                  <a:close/>
                  <a:moveTo>
                    <a:pt x="412" y="407"/>
                  </a:moveTo>
                  <a:cubicBezTo>
                    <a:pt x="411" y="408"/>
                    <a:pt x="410" y="409"/>
                    <a:pt x="409" y="409"/>
                  </a:cubicBezTo>
                  <a:cubicBezTo>
                    <a:pt x="410" y="415"/>
                    <a:pt x="411" y="420"/>
                    <a:pt x="412" y="425"/>
                  </a:cubicBezTo>
                  <a:cubicBezTo>
                    <a:pt x="412" y="473"/>
                    <a:pt x="412" y="473"/>
                    <a:pt x="412" y="473"/>
                  </a:cubicBezTo>
                  <a:cubicBezTo>
                    <a:pt x="405" y="465"/>
                    <a:pt x="400" y="456"/>
                    <a:pt x="395" y="445"/>
                  </a:cubicBezTo>
                  <a:cubicBezTo>
                    <a:pt x="395" y="395"/>
                    <a:pt x="395" y="395"/>
                    <a:pt x="395" y="395"/>
                  </a:cubicBezTo>
                  <a:cubicBezTo>
                    <a:pt x="401" y="390"/>
                    <a:pt x="407" y="385"/>
                    <a:pt x="412" y="380"/>
                  </a:cubicBezTo>
                  <a:cubicBezTo>
                    <a:pt x="412" y="407"/>
                    <a:pt x="412" y="407"/>
                    <a:pt x="412" y="407"/>
                  </a:cubicBezTo>
                  <a:close/>
                  <a:moveTo>
                    <a:pt x="412" y="672"/>
                  </a:moveTo>
                  <a:cubicBezTo>
                    <a:pt x="395" y="672"/>
                    <a:pt x="395" y="672"/>
                    <a:pt x="395" y="672"/>
                  </a:cubicBezTo>
                  <a:cubicBezTo>
                    <a:pt x="395" y="618"/>
                    <a:pt x="395" y="618"/>
                    <a:pt x="395" y="618"/>
                  </a:cubicBezTo>
                  <a:cubicBezTo>
                    <a:pt x="396" y="618"/>
                    <a:pt x="396" y="618"/>
                    <a:pt x="396" y="617"/>
                  </a:cubicBezTo>
                  <a:cubicBezTo>
                    <a:pt x="396" y="617"/>
                    <a:pt x="396" y="617"/>
                    <a:pt x="396" y="617"/>
                  </a:cubicBezTo>
                  <a:cubicBezTo>
                    <a:pt x="397" y="616"/>
                    <a:pt x="397" y="616"/>
                    <a:pt x="397" y="616"/>
                  </a:cubicBezTo>
                  <a:cubicBezTo>
                    <a:pt x="398" y="615"/>
                    <a:pt x="398" y="615"/>
                    <a:pt x="398" y="615"/>
                  </a:cubicBezTo>
                  <a:cubicBezTo>
                    <a:pt x="398" y="615"/>
                    <a:pt x="398" y="615"/>
                    <a:pt x="398" y="615"/>
                  </a:cubicBezTo>
                  <a:cubicBezTo>
                    <a:pt x="399" y="614"/>
                    <a:pt x="399" y="614"/>
                    <a:pt x="399" y="614"/>
                  </a:cubicBezTo>
                  <a:cubicBezTo>
                    <a:pt x="399" y="613"/>
                    <a:pt x="399" y="613"/>
                    <a:pt x="399" y="613"/>
                  </a:cubicBezTo>
                  <a:cubicBezTo>
                    <a:pt x="400" y="612"/>
                    <a:pt x="400" y="612"/>
                    <a:pt x="400" y="612"/>
                  </a:cubicBezTo>
                  <a:cubicBezTo>
                    <a:pt x="400" y="611"/>
                    <a:pt x="400" y="611"/>
                    <a:pt x="400" y="611"/>
                  </a:cubicBezTo>
                  <a:cubicBezTo>
                    <a:pt x="401" y="611"/>
                    <a:pt x="401" y="611"/>
                    <a:pt x="401" y="611"/>
                  </a:cubicBezTo>
                  <a:cubicBezTo>
                    <a:pt x="403" y="607"/>
                    <a:pt x="399" y="603"/>
                    <a:pt x="395" y="605"/>
                  </a:cubicBezTo>
                  <a:cubicBezTo>
                    <a:pt x="395" y="532"/>
                    <a:pt x="395" y="532"/>
                    <a:pt x="395" y="532"/>
                  </a:cubicBezTo>
                  <a:cubicBezTo>
                    <a:pt x="403" y="517"/>
                    <a:pt x="408" y="502"/>
                    <a:pt x="412" y="489"/>
                  </a:cubicBezTo>
                  <a:cubicBezTo>
                    <a:pt x="412" y="578"/>
                    <a:pt x="412" y="578"/>
                    <a:pt x="412" y="578"/>
                  </a:cubicBezTo>
                  <a:cubicBezTo>
                    <a:pt x="412" y="579"/>
                    <a:pt x="411" y="579"/>
                    <a:pt x="411" y="580"/>
                  </a:cubicBezTo>
                  <a:cubicBezTo>
                    <a:pt x="410" y="580"/>
                    <a:pt x="410" y="580"/>
                    <a:pt x="410" y="580"/>
                  </a:cubicBezTo>
                  <a:cubicBezTo>
                    <a:pt x="410" y="581"/>
                    <a:pt x="410" y="581"/>
                    <a:pt x="410" y="581"/>
                  </a:cubicBezTo>
                  <a:cubicBezTo>
                    <a:pt x="409" y="582"/>
                    <a:pt x="409" y="582"/>
                    <a:pt x="409" y="582"/>
                  </a:cubicBezTo>
                  <a:cubicBezTo>
                    <a:pt x="409" y="583"/>
                    <a:pt x="409" y="583"/>
                    <a:pt x="409" y="583"/>
                  </a:cubicBezTo>
                  <a:cubicBezTo>
                    <a:pt x="409" y="584"/>
                    <a:pt x="409" y="584"/>
                    <a:pt x="409" y="584"/>
                  </a:cubicBezTo>
                  <a:cubicBezTo>
                    <a:pt x="408" y="584"/>
                    <a:pt x="408" y="584"/>
                    <a:pt x="408" y="584"/>
                  </a:cubicBezTo>
                  <a:cubicBezTo>
                    <a:pt x="408" y="585"/>
                    <a:pt x="408" y="585"/>
                    <a:pt x="408" y="585"/>
                  </a:cubicBezTo>
                  <a:cubicBezTo>
                    <a:pt x="407" y="586"/>
                    <a:pt x="407" y="586"/>
                    <a:pt x="407" y="586"/>
                  </a:cubicBezTo>
                  <a:cubicBezTo>
                    <a:pt x="407" y="586"/>
                    <a:pt x="407" y="586"/>
                    <a:pt x="407" y="586"/>
                  </a:cubicBezTo>
                  <a:cubicBezTo>
                    <a:pt x="405" y="590"/>
                    <a:pt x="409" y="594"/>
                    <a:pt x="412" y="592"/>
                  </a:cubicBezTo>
                  <a:lnTo>
                    <a:pt x="412" y="672"/>
                  </a:lnTo>
                  <a:close/>
                  <a:moveTo>
                    <a:pt x="376" y="7"/>
                  </a:moveTo>
                  <a:cubicBezTo>
                    <a:pt x="383" y="9"/>
                    <a:pt x="389" y="11"/>
                    <a:pt x="395" y="14"/>
                  </a:cubicBezTo>
                  <a:cubicBezTo>
                    <a:pt x="395" y="113"/>
                    <a:pt x="395" y="113"/>
                    <a:pt x="395" y="113"/>
                  </a:cubicBezTo>
                  <a:cubicBezTo>
                    <a:pt x="390" y="114"/>
                    <a:pt x="383" y="116"/>
                    <a:pt x="376" y="116"/>
                  </a:cubicBezTo>
                  <a:cubicBezTo>
                    <a:pt x="376" y="7"/>
                    <a:pt x="376" y="7"/>
                    <a:pt x="376" y="7"/>
                  </a:cubicBezTo>
                  <a:close/>
                  <a:moveTo>
                    <a:pt x="395" y="672"/>
                  </a:moveTo>
                  <a:cubicBezTo>
                    <a:pt x="376" y="672"/>
                    <a:pt x="376" y="672"/>
                    <a:pt x="376" y="672"/>
                  </a:cubicBezTo>
                  <a:cubicBezTo>
                    <a:pt x="376" y="642"/>
                    <a:pt x="376" y="642"/>
                    <a:pt x="376" y="642"/>
                  </a:cubicBezTo>
                  <a:cubicBezTo>
                    <a:pt x="376" y="642"/>
                    <a:pt x="376" y="642"/>
                    <a:pt x="376" y="642"/>
                  </a:cubicBezTo>
                  <a:cubicBezTo>
                    <a:pt x="377" y="641"/>
                    <a:pt x="377" y="641"/>
                    <a:pt x="377" y="641"/>
                  </a:cubicBezTo>
                  <a:cubicBezTo>
                    <a:pt x="377" y="641"/>
                    <a:pt x="377" y="641"/>
                    <a:pt x="377" y="641"/>
                  </a:cubicBezTo>
                  <a:cubicBezTo>
                    <a:pt x="378" y="640"/>
                    <a:pt x="378" y="640"/>
                    <a:pt x="378" y="640"/>
                  </a:cubicBezTo>
                  <a:cubicBezTo>
                    <a:pt x="379" y="639"/>
                    <a:pt x="379" y="639"/>
                    <a:pt x="379" y="639"/>
                  </a:cubicBezTo>
                  <a:cubicBezTo>
                    <a:pt x="379" y="639"/>
                    <a:pt x="379" y="639"/>
                    <a:pt x="379" y="639"/>
                  </a:cubicBezTo>
                  <a:cubicBezTo>
                    <a:pt x="380" y="638"/>
                    <a:pt x="380" y="638"/>
                    <a:pt x="380" y="638"/>
                  </a:cubicBezTo>
                  <a:cubicBezTo>
                    <a:pt x="381" y="637"/>
                    <a:pt x="381" y="637"/>
                    <a:pt x="381" y="637"/>
                  </a:cubicBezTo>
                  <a:cubicBezTo>
                    <a:pt x="381" y="637"/>
                    <a:pt x="381" y="637"/>
                    <a:pt x="381" y="637"/>
                  </a:cubicBezTo>
                  <a:cubicBezTo>
                    <a:pt x="382" y="636"/>
                    <a:pt x="382" y="636"/>
                    <a:pt x="382" y="636"/>
                  </a:cubicBezTo>
                  <a:cubicBezTo>
                    <a:pt x="385" y="632"/>
                    <a:pt x="380" y="627"/>
                    <a:pt x="377" y="630"/>
                  </a:cubicBezTo>
                  <a:cubicBezTo>
                    <a:pt x="377" y="630"/>
                    <a:pt x="376" y="630"/>
                    <a:pt x="376" y="630"/>
                  </a:cubicBezTo>
                  <a:cubicBezTo>
                    <a:pt x="376" y="568"/>
                    <a:pt x="376" y="568"/>
                    <a:pt x="376" y="568"/>
                  </a:cubicBezTo>
                  <a:cubicBezTo>
                    <a:pt x="383" y="556"/>
                    <a:pt x="390" y="544"/>
                    <a:pt x="395" y="532"/>
                  </a:cubicBezTo>
                  <a:cubicBezTo>
                    <a:pt x="395" y="605"/>
                    <a:pt x="395" y="605"/>
                    <a:pt x="395" y="605"/>
                  </a:cubicBezTo>
                  <a:cubicBezTo>
                    <a:pt x="395" y="605"/>
                    <a:pt x="395" y="606"/>
                    <a:pt x="395" y="606"/>
                  </a:cubicBezTo>
                  <a:cubicBezTo>
                    <a:pt x="395" y="606"/>
                    <a:pt x="395" y="606"/>
                    <a:pt x="395" y="606"/>
                  </a:cubicBezTo>
                  <a:cubicBezTo>
                    <a:pt x="394" y="607"/>
                    <a:pt x="394" y="607"/>
                    <a:pt x="394" y="607"/>
                  </a:cubicBezTo>
                  <a:cubicBezTo>
                    <a:pt x="394" y="608"/>
                    <a:pt x="394" y="608"/>
                    <a:pt x="394" y="608"/>
                  </a:cubicBezTo>
                  <a:cubicBezTo>
                    <a:pt x="393" y="608"/>
                    <a:pt x="393" y="608"/>
                    <a:pt x="393" y="608"/>
                  </a:cubicBezTo>
                  <a:cubicBezTo>
                    <a:pt x="393" y="609"/>
                    <a:pt x="393" y="609"/>
                    <a:pt x="393" y="609"/>
                  </a:cubicBezTo>
                  <a:cubicBezTo>
                    <a:pt x="392" y="610"/>
                    <a:pt x="392" y="610"/>
                    <a:pt x="392" y="610"/>
                  </a:cubicBezTo>
                  <a:cubicBezTo>
                    <a:pt x="392" y="611"/>
                    <a:pt x="392" y="611"/>
                    <a:pt x="392" y="611"/>
                  </a:cubicBezTo>
                  <a:cubicBezTo>
                    <a:pt x="391" y="611"/>
                    <a:pt x="391" y="611"/>
                    <a:pt x="391" y="611"/>
                  </a:cubicBezTo>
                  <a:cubicBezTo>
                    <a:pt x="390" y="612"/>
                    <a:pt x="390" y="612"/>
                    <a:pt x="390" y="612"/>
                  </a:cubicBezTo>
                  <a:cubicBezTo>
                    <a:pt x="390" y="612"/>
                    <a:pt x="390" y="612"/>
                    <a:pt x="390" y="612"/>
                  </a:cubicBezTo>
                  <a:cubicBezTo>
                    <a:pt x="388" y="616"/>
                    <a:pt x="392" y="621"/>
                    <a:pt x="395" y="618"/>
                  </a:cubicBezTo>
                  <a:cubicBezTo>
                    <a:pt x="395" y="618"/>
                    <a:pt x="395" y="618"/>
                    <a:pt x="395" y="618"/>
                  </a:cubicBezTo>
                  <a:cubicBezTo>
                    <a:pt x="395" y="672"/>
                    <a:pt x="395" y="672"/>
                    <a:pt x="395" y="672"/>
                  </a:cubicBezTo>
                  <a:close/>
                  <a:moveTo>
                    <a:pt x="395" y="395"/>
                  </a:moveTo>
                  <a:cubicBezTo>
                    <a:pt x="395" y="445"/>
                    <a:pt x="395" y="445"/>
                    <a:pt x="395" y="445"/>
                  </a:cubicBezTo>
                  <a:cubicBezTo>
                    <a:pt x="393" y="438"/>
                    <a:pt x="390" y="431"/>
                    <a:pt x="389" y="424"/>
                  </a:cubicBezTo>
                  <a:cubicBezTo>
                    <a:pt x="385" y="426"/>
                    <a:pt x="381" y="428"/>
                    <a:pt x="376" y="430"/>
                  </a:cubicBezTo>
                  <a:cubicBezTo>
                    <a:pt x="376" y="408"/>
                    <a:pt x="376" y="408"/>
                    <a:pt x="376" y="408"/>
                  </a:cubicBezTo>
                  <a:cubicBezTo>
                    <a:pt x="383" y="404"/>
                    <a:pt x="389" y="400"/>
                    <a:pt x="395" y="395"/>
                  </a:cubicBezTo>
                  <a:close/>
                  <a:moveTo>
                    <a:pt x="376" y="150"/>
                  </a:moveTo>
                  <a:cubicBezTo>
                    <a:pt x="376" y="131"/>
                    <a:pt x="376" y="131"/>
                    <a:pt x="376" y="131"/>
                  </a:cubicBezTo>
                  <a:cubicBezTo>
                    <a:pt x="382" y="129"/>
                    <a:pt x="387" y="126"/>
                    <a:pt x="393" y="122"/>
                  </a:cubicBezTo>
                  <a:cubicBezTo>
                    <a:pt x="394" y="129"/>
                    <a:pt x="388" y="141"/>
                    <a:pt x="376" y="150"/>
                  </a:cubicBezTo>
                  <a:close/>
                  <a:moveTo>
                    <a:pt x="354" y="2"/>
                  </a:moveTo>
                  <a:cubicBezTo>
                    <a:pt x="362" y="3"/>
                    <a:pt x="369" y="5"/>
                    <a:pt x="376" y="7"/>
                  </a:cubicBezTo>
                  <a:cubicBezTo>
                    <a:pt x="376" y="116"/>
                    <a:pt x="376" y="116"/>
                    <a:pt x="376" y="116"/>
                  </a:cubicBezTo>
                  <a:cubicBezTo>
                    <a:pt x="369" y="117"/>
                    <a:pt x="362" y="117"/>
                    <a:pt x="354" y="116"/>
                  </a:cubicBezTo>
                  <a:cubicBezTo>
                    <a:pt x="354" y="2"/>
                    <a:pt x="354" y="2"/>
                    <a:pt x="354" y="2"/>
                  </a:cubicBezTo>
                  <a:close/>
                  <a:moveTo>
                    <a:pt x="376" y="672"/>
                  </a:moveTo>
                  <a:cubicBezTo>
                    <a:pt x="354" y="672"/>
                    <a:pt x="354" y="672"/>
                    <a:pt x="354" y="672"/>
                  </a:cubicBezTo>
                  <a:cubicBezTo>
                    <a:pt x="354" y="663"/>
                    <a:pt x="354" y="663"/>
                    <a:pt x="354" y="663"/>
                  </a:cubicBezTo>
                  <a:cubicBezTo>
                    <a:pt x="354" y="663"/>
                    <a:pt x="354" y="663"/>
                    <a:pt x="354" y="663"/>
                  </a:cubicBezTo>
                  <a:cubicBezTo>
                    <a:pt x="355" y="662"/>
                    <a:pt x="355" y="662"/>
                    <a:pt x="355" y="662"/>
                  </a:cubicBezTo>
                  <a:cubicBezTo>
                    <a:pt x="356" y="661"/>
                    <a:pt x="356" y="661"/>
                    <a:pt x="356" y="661"/>
                  </a:cubicBezTo>
                  <a:cubicBezTo>
                    <a:pt x="357" y="661"/>
                    <a:pt x="357" y="661"/>
                    <a:pt x="357" y="661"/>
                  </a:cubicBezTo>
                  <a:cubicBezTo>
                    <a:pt x="357" y="660"/>
                    <a:pt x="357" y="660"/>
                    <a:pt x="357" y="660"/>
                  </a:cubicBezTo>
                  <a:cubicBezTo>
                    <a:pt x="358" y="660"/>
                    <a:pt x="358" y="660"/>
                    <a:pt x="358" y="660"/>
                  </a:cubicBezTo>
                  <a:cubicBezTo>
                    <a:pt x="359" y="659"/>
                    <a:pt x="359" y="659"/>
                    <a:pt x="359" y="659"/>
                  </a:cubicBezTo>
                  <a:cubicBezTo>
                    <a:pt x="359" y="659"/>
                    <a:pt x="359" y="659"/>
                    <a:pt x="359" y="659"/>
                  </a:cubicBezTo>
                  <a:cubicBezTo>
                    <a:pt x="360" y="658"/>
                    <a:pt x="360" y="658"/>
                    <a:pt x="360" y="658"/>
                  </a:cubicBezTo>
                  <a:cubicBezTo>
                    <a:pt x="363" y="656"/>
                    <a:pt x="360" y="650"/>
                    <a:pt x="356" y="652"/>
                  </a:cubicBezTo>
                  <a:cubicBezTo>
                    <a:pt x="355" y="652"/>
                    <a:pt x="355" y="652"/>
                    <a:pt x="355" y="652"/>
                  </a:cubicBezTo>
                  <a:cubicBezTo>
                    <a:pt x="355" y="652"/>
                    <a:pt x="355" y="652"/>
                    <a:pt x="355" y="652"/>
                  </a:cubicBezTo>
                  <a:cubicBezTo>
                    <a:pt x="354" y="653"/>
                    <a:pt x="354" y="653"/>
                    <a:pt x="354" y="653"/>
                  </a:cubicBezTo>
                  <a:cubicBezTo>
                    <a:pt x="354" y="601"/>
                    <a:pt x="354" y="601"/>
                    <a:pt x="354" y="601"/>
                  </a:cubicBezTo>
                  <a:cubicBezTo>
                    <a:pt x="362" y="591"/>
                    <a:pt x="369" y="580"/>
                    <a:pt x="376" y="568"/>
                  </a:cubicBezTo>
                  <a:cubicBezTo>
                    <a:pt x="376" y="630"/>
                    <a:pt x="376" y="630"/>
                    <a:pt x="376" y="630"/>
                  </a:cubicBezTo>
                  <a:cubicBezTo>
                    <a:pt x="376" y="630"/>
                    <a:pt x="376" y="631"/>
                    <a:pt x="376" y="631"/>
                  </a:cubicBezTo>
                  <a:cubicBezTo>
                    <a:pt x="376" y="631"/>
                    <a:pt x="376" y="631"/>
                    <a:pt x="376" y="631"/>
                  </a:cubicBezTo>
                  <a:cubicBezTo>
                    <a:pt x="375" y="632"/>
                    <a:pt x="375" y="632"/>
                    <a:pt x="375" y="632"/>
                  </a:cubicBezTo>
                  <a:cubicBezTo>
                    <a:pt x="374" y="633"/>
                    <a:pt x="374" y="633"/>
                    <a:pt x="374" y="633"/>
                  </a:cubicBezTo>
                  <a:cubicBezTo>
                    <a:pt x="374" y="633"/>
                    <a:pt x="374" y="633"/>
                    <a:pt x="374" y="633"/>
                  </a:cubicBezTo>
                  <a:cubicBezTo>
                    <a:pt x="373" y="634"/>
                    <a:pt x="373" y="634"/>
                    <a:pt x="373" y="634"/>
                  </a:cubicBezTo>
                  <a:cubicBezTo>
                    <a:pt x="373" y="635"/>
                    <a:pt x="373" y="635"/>
                    <a:pt x="373" y="635"/>
                  </a:cubicBezTo>
                  <a:cubicBezTo>
                    <a:pt x="372" y="635"/>
                    <a:pt x="372" y="635"/>
                    <a:pt x="372" y="635"/>
                  </a:cubicBezTo>
                  <a:cubicBezTo>
                    <a:pt x="371" y="636"/>
                    <a:pt x="371" y="636"/>
                    <a:pt x="371" y="636"/>
                  </a:cubicBezTo>
                  <a:cubicBezTo>
                    <a:pt x="371" y="636"/>
                    <a:pt x="371" y="636"/>
                    <a:pt x="371" y="636"/>
                  </a:cubicBezTo>
                  <a:cubicBezTo>
                    <a:pt x="368" y="639"/>
                    <a:pt x="371" y="644"/>
                    <a:pt x="375" y="643"/>
                  </a:cubicBezTo>
                  <a:cubicBezTo>
                    <a:pt x="376" y="643"/>
                    <a:pt x="376" y="642"/>
                    <a:pt x="376" y="642"/>
                  </a:cubicBezTo>
                  <a:cubicBezTo>
                    <a:pt x="376" y="672"/>
                    <a:pt x="376" y="672"/>
                    <a:pt x="376" y="672"/>
                  </a:cubicBezTo>
                  <a:close/>
                  <a:moveTo>
                    <a:pt x="376" y="131"/>
                  </a:moveTo>
                  <a:cubicBezTo>
                    <a:pt x="376" y="150"/>
                    <a:pt x="376" y="150"/>
                    <a:pt x="376" y="150"/>
                  </a:cubicBezTo>
                  <a:cubicBezTo>
                    <a:pt x="370" y="154"/>
                    <a:pt x="363" y="158"/>
                    <a:pt x="354" y="159"/>
                  </a:cubicBezTo>
                  <a:cubicBezTo>
                    <a:pt x="354" y="130"/>
                    <a:pt x="354" y="130"/>
                    <a:pt x="354" y="130"/>
                  </a:cubicBezTo>
                  <a:cubicBezTo>
                    <a:pt x="361" y="133"/>
                    <a:pt x="368" y="133"/>
                    <a:pt x="376" y="131"/>
                  </a:cubicBezTo>
                  <a:close/>
                  <a:moveTo>
                    <a:pt x="376" y="408"/>
                  </a:moveTo>
                  <a:cubicBezTo>
                    <a:pt x="376" y="430"/>
                    <a:pt x="376" y="430"/>
                    <a:pt x="376" y="430"/>
                  </a:cubicBezTo>
                  <a:cubicBezTo>
                    <a:pt x="369" y="433"/>
                    <a:pt x="362" y="436"/>
                    <a:pt x="354" y="438"/>
                  </a:cubicBezTo>
                  <a:cubicBezTo>
                    <a:pt x="354" y="417"/>
                    <a:pt x="354" y="417"/>
                    <a:pt x="354" y="417"/>
                  </a:cubicBezTo>
                  <a:cubicBezTo>
                    <a:pt x="362" y="414"/>
                    <a:pt x="369" y="411"/>
                    <a:pt x="376" y="408"/>
                  </a:cubicBezTo>
                  <a:close/>
                  <a:moveTo>
                    <a:pt x="354" y="543"/>
                  </a:moveTo>
                  <a:cubicBezTo>
                    <a:pt x="354" y="478"/>
                    <a:pt x="354" y="478"/>
                    <a:pt x="354" y="478"/>
                  </a:cubicBezTo>
                  <a:cubicBezTo>
                    <a:pt x="359" y="474"/>
                    <a:pt x="365" y="472"/>
                    <a:pt x="369" y="474"/>
                  </a:cubicBezTo>
                  <a:cubicBezTo>
                    <a:pt x="379" y="478"/>
                    <a:pt x="369" y="500"/>
                    <a:pt x="369" y="510"/>
                  </a:cubicBezTo>
                  <a:cubicBezTo>
                    <a:pt x="369" y="518"/>
                    <a:pt x="384" y="545"/>
                    <a:pt x="369" y="548"/>
                  </a:cubicBezTo>
                  <a:cubicBezTo>
                    <a:pt x="365" y="549"/>
                    <a:pt x="360" y="547"/>
                    <a:pt x="354" y="543"/>
                  </a:cubicBezTo>
                  <a:close/>
                  <a:moveTo>
                    <a:pt x="285" y="11"/>
                  </a:moveTo>
                  <a:cubicBezTo>
                    <a:pt x="311" y="3"/>
                    <a:pt x="334" y="0"/>
                    <a:pt x="354" y="2"/>
                  </a:cubicBezTo>
                  <a:cubicBezTo>
                    <a:pt x="354" y="116"/>
                    <a:pt x="354" y="116"/>
                    <a:pt x="354" y="116"/>
                  </a:cubicBezTo>
                  <a:cubicBezTo>
                    <a:pt x="347" y="115"/>
                    <a:pt x="339" y="113"/>
                    <a:pt x="332" y="110"/>
                  </a:cubicBezTo>
                  <a:cubicBezTo>
                    <a:pt x="332" y="110"/>
                    <a:pt x="332" y="110"/>
                    <a:pt x="332" y="110"/>
                  </a:cubicBezTo>
                  <a:cubicBezTo>
                    <a:pt x="338" y="119"/>
                    <a:pt x="346" y="127"/>
                    <a:pt x="354" y="130"/>
                  </a:cubicBezTo>
                  <a:cubicBezTo>
                    <a:pt x="354" y="159"/>
                    <a:pt x="354" y="159"/>
                    <a:pt x="354" y="159"/>
                  </a:cubicBezTo>
                  <a:cubicBezTo>
                    <a:pt x="339" y="161"/>
                    <a:pt x="320" y="156"/>
                    <a:pt x="301" y="135"/>
                  </a:cubicBezTo>
                  <a:cubicBezTo>
                    <a:pt x="295" y="127"/>
                    <a:pt x="289" y="121"/>
                    <a:pt x="285" y="115"/>
                  </a:cubicBezTo>
                  <a:cubicBezTo>
                    <a:pt x="285" y="11"/>
                    <a:pt x="285" y="11"/>
                    <a:pt x="285" y="11"/>
                  </a:cubicBezTo>
                  <a:close/>
                  <a:moveTo>
                    <a:pt x="354" y="672"/>
                  </a:moveTo>
                  <a:cubicBezTo>
                    <a:pt x="285" y="672"/>
                    <a:pt x="285" y="672"/>
                    <a:pt x="285" y="672"/>
                  </a:cubicBezTo>
                  <a:cubicBezTo>
                    <a:pt x="285" y="663"/>
                    <a:pt x="285" y="663"/>
                    <a:pt x="285" y="663"/>
                  </a:cubicBezTo>
                  <a:cubicBezTo>
                    <a:pt x="286" y="663"/>
                    <a:pt x="286" y="663"/>
                    <a:pt x="286" y="663"/>
                  </a:cubicBezTo>
                  <a:cubicBezTo>
                    <a:pt x="286" y="663"/>
                    <a:pt x="286" y="663"/>
                    <a:pt x="286" y="663"/>
                  </a:cubicBezTo>
                  <a:cubicBezTo>
                    <a:pt x="288" y="665"/>
                    <a:pt x="291" y="664"/>
                    <a:pt x="292" y="661"/>
                  </a:cubicBezTo>
                  <a:cubicBezTo>
                    <a:pt x="292" y="660"/>
                    <a:pt x="292" y="658"/>
                    <a:pt x="290" y="657"/>
                  </a:cubicBezTo>
                  <a:cubicBezTo>
                    <a:pt x="290" y="657"/>
                    <a:pt x="290" y="657"/>
                    <a:pt x="290" y="657"/>
                  </a:cubicBezTo>
                  <a:cubicBezTo>
                    <a:pt x="289" y="656"/>
                    <a:pt x="289" y="656"/>
                    <a:pt x="289" y="656"/>
                  </a:cubicBezTo>
                  <a:cubicBezTo>
                    <a:pt x="289" y="656"/>
                    <a:pt x="289" y="656"/>
                    <a:pt x="289" y="656"/>
                  </a:cubicBezTo>
                  <a:cubicBezTo>
                    <a:pt x="288" y="655"/>
                    <a:pt x="288" y="655"/>
                    <a:pt x="288" y="655"/>
                  </a:cubicBezTo>
                  <a:cubicBezTo>
                    <a:pt x="287" y="655"/>
                    <a:pt x="287" y="655"/>
                    <a:pt x="287" y="655"/>
                  </a:cubicBezTo>
                  <a:cubicBezTo>
                    <a:pt x="287" y="654"/>
                    <a:pt x="287" y="654"/>
                    <a:pt x="287" y="654"/>
                  </a:cubicBezTo>
                  <a:cubicBezTo>
                    <a:pt x="286" y="653"/>
                    <a:pt x="286" y="653"/>
                    <a:pt x="286" y="653"/>
                  </a:cubicBezTo>
                  <a:cubicBezTo>
                    <a:pt x="285" y="653"/>
                    <a:pt x="285" y="653"/>
                    <a:pt x="285" y="653"/>
                  </a:cubicBezTo>
                  <a:cubicBezTo>
                    <a:pt x="285" y="653"/>
                    <a:pt x="285" y="653"/>
                    <a:pt x="285" y="653"/>
                  </a:cubicBezTo>
                  <a:cubicBezTo>
                    <a:pt x="285" y="602"/>
                    <a:pt x="285" y="602"/>
                    <a:pt x="285" y="602"/>
                  </a:cubicBezTo>
                  <a:cubicBezTo>
                    <a:pt x="297" y="617"/>
                    <a:pt x="308" y="628"/>
                    <a:pt x="320" y="635"/>
                  </a:cubicBezTo>
                  <a:cubicBezTo>
                    <a:pt x="331" y="627"/>
                    <a:pt x="343" y="615"/>
                    <a:pt x="354" y="601"/>
                  </a:cubicBezTo>
                  <a:cubicBezTo>
                    <a:pt x="354" y="653"/>
                    <a:pt x="354" y="653"/>
                    <a:pt x="354" y="653"/>
                  </a:cubicBezTo>
                  <a:cubicBezTo>
                    <a:pt x="354" y="653"/>
                    <a:pt x="354" y="653"/>
                    <a:pt x="354" y="653"/>
                  </a:cubicBezTo>
                  <a:cubicBezTo>
                    <a:pt x="353" y="653"/>
                    <a:pt x="353" y="653"/>
                    <a:pt x="353" y="653"/>
                  </a:cubicBezTo>
                  <a:cubicBezTo>
                    <a:pt x="353" y="654"/>
                    <a:pt x="353" y="654"/>
                    <a:pt x="353" y="654"/>
                  </a:cubicBezTo>
                  <a:cubicBezTo>
                    <a:pt x="352" y="655"/>
                    <a:pt x="352" y="655"/>
                    <a:pt x="352" y="655"/>
                  </a:cubicBezTo>
                  <a:cubicBezTo>
                    <a:pt x="351" y="655"/>
                    <a:pt x="351" y="655"/>
                    <a:pt x="351" y="655"/>
                  </a:cubicBezTo>
                  <a:cubicBezTo>
                    <a:pt x="351" y="656"/>
                    <a:pt x="351" y="656"/>
                    <a:pt x="351" y="656"/>
                  </a:cubicBezTo>
                  <a:cubicBezTo>
                    <a:pt x="350" y="656"/>
                    <a:pt x="350" y="656"/>
                    <a:pt x="350" y="656"/>
                  </a:cubicBezTo>
                  <a:cubicBezTo>
                    <a:pt x="349" y="657"/>
                    <a:pt x="349" y="657"/>
                    <a:pt x="349" y="657"/>
                  </a:cubicBezTo>
                  <a:cubicBezTo>
                    <a:pt x="349" y="657"/>
                    <a:pt x="349" y="657"/>
                    <a:pt x="349" y="657"/>
                  </a:cubicBezTo>
                  <a:cubicBezTo>
                    <a:pt x="346" y="659"/>
                    <a:pt x="348" y="665"/>
                    <a:pt x="353" y="664"/>
                  </a:cubicBezTo>
                  <a:cubicBezTo>
                    <a:pt x="353" y="664"/>
                    <a:pt x="353" y="664"/>
                    <a:pt x="353" y="663"/>
                  </a:cubicBezTo>
                  <a:cubicBezTo>
                    <a:pt x="354" y="663"/>
                    <a:pt x="354" y="663"/>
                    <a:pt x="354" y="663"/>
                  </a:cubicBezTo>
                  <a:cubicBezTo>
                    <a:pt x="354" y="663"/>
                    <a:pt x="354" y="663"/>
                    <a:pt x="354" y="663"/>
                  </a:cubicBezTo>
                  <a:cubicBezTo>
                    <a:pt x="354" y="672"/>
                    <a:pt x="354" y="672"/>
                    <a:pt x="354" y="672"/>
                  </a:cubicBezTo>
                  <a:close/>
                  <a:moveTo>
                    <a:pt x="354" y="417"/>
                  </a:moveTo>
                  <a:cubicBezTo>
                    <a:pt x="354" y="438"/>
                    <a:pt x="354" y="438"/>
                    <a:pt x="354" y="438"/>
                  </a:cubicBezTo>
                  <a:cubicBezTo>
                    <a:pt x="343" y="441"/>
                    <a:pt x="332" y="442"/>
                    <a:pt x="320" y="442"/>
                  </a:cubicBezTo>
                  <a:cubicBezTo>
                    <a:pt x="308" y="442"/>
                    <a:pt x="296" y="441"/>
                    <a:pt x="285" y="438"/>
                  </a:cubicBezTo>
                  <a:cubicBezTo>
                    <a:pt x="285" y="417"/>
                    <a:pt x="285" y="417"/>
                    <a:pt x="285" y="417"/>
                  </a:cubicBezTo>
                  <a:cubicBezTo>
                    <a:pt x="296" y="420"/>
                    <a:pt x="308" y="422"/>
                    <a:pt x="320" y="422"/>
                  </a:cubicBezTo>
                  <a:cubicBezTo>
                    <a:pt x="332" y="422"/>
                    <a:pt x="343" y="420"/>
                    <a:pt x="354" y="417"/>
                  </a:cubicBezTo>
                  <a:close/>
                  <a:moveTo>
                    <a:pt x="354" y="478"/>
                  </a:moveTo>
                  <a:cubicBezTo>
                    <a:pt x="354" y="543"/>
                    <a:pt x="354" y="543"/>
                    <a:pt x="354" y="543"/>
                  </a:cubicBezTo>
                  <a:cubicBezTo>
                    <a:pt x="345" y="537"/>
                    <a:pt x="335" y="528"/>
                    <a:pt x="331" y="523"/>
                  </a:cubicBezTo>
                  <a:cubicBezTo>
                    <a:pt x="325" y="533"/>
                    <a:pt x="314" y="533"/>
                    <a:pt x="308" y="523"/>
                  </a:cubicBezTo>
                  <a:cubicBezTo>
                    <a:pt x="303" y="529"/>
                    <a:pt x="294" y="537"/>
                    <a:pt x="285" y="543"/>
                  </a:cubicBezTo>
                  <a:cubicBezTo>
                    <a:pt x="285" y="478"/>
                    <a:pt x="285" y="478"/>
                    <a:pt x="285" y="478"/>
                  </a:cubicBezTo>
                  <a:cubicBezTo>
                    <a:pt x="293" y="484"/>
                    <a:pt x="300" y="492"/>
                    <a:pt x="307" y="497"/>
                  </a:cubicBezTo>
                  <a:cubicBezTo>
                    <a:pt x="309" y="491"/>
                    <a:pt x="313" y="485"/>
                    <a:pt x="319" y="485"/>
                  </a:cubicBezTo>
                  <a:cubicBezTo>
                    <a:pt x="326" y="485"/>
                    <a:pt x="330" y="491"/>
                    <a:pt x="332" y="497"/>
                  </a:cubicBezTo>
                  <a:cubicBezTo>
                    <a:pt x="337" y="493"/>
                    <a:pt x="346" y="484"/>
                    <a:pt x="354" y="478"/>
                  </a:cubicBezTo>
                  <a:close/>
                  <a:moveTo>
                    <a:pt x="263" y="20"/>
                  </a:moveTo>
                  <a:cubicBezTo>
                    <a:pt x="271" y="17"/>
                    <a:pt x="278" y="14"/>
                    <a:pt x="285" y="11"/>
                  </a:cubicBezTo>
                  <a:cubicBezTo>
                    <a:pt x="285" y="115"/>
                    <a:pt x="285" y="115"/>
                    <a:pt x="285" y="115"/>
                  </a:cubicBezTo>
                  <a:cubicBezTo>
                    <a:pt x="283" y="111"/>
                    <a:pt x="281" y="109"/>
                    <a:pt x="279" y="106"/>
                  </a:cubicBezTo>
                  <a:cubicBezTo>
                    <a:pt x="274" y="104"/>
                    <a:pt x="269" y="103"/>
                    <a:pt x="263" y="102"/>
                  </a:cubicBezTo>
                  <a:cubicBezTo>
                    <a:pt x="263" y="20"/>
                    <a:pt x="263" y="20"/>
                    <a:pt x="263" y="20"/>
                  </a:cubicBezTo>
                  <a:close/>
                  <a:moveTo>
                    <a:pt x="285" y="672"/>
                  </a:moveTo>
                  <a:cubicBezTo>
                    <a:pt x="263" y="672"/>
                    <a:pt x="263" y="672"/>
                    <a:pt x="263" y="672"/>
                  </a:cubicBezTo>
                  <a:cubicBezTo>
                    <a:pt x="263" y="642"/>
                    <a:pt x="263" y="642"/>
                    <a:pt x="263" y="642"/>
                  </a:cubicBezTo>
                  <a:cubicBezTo>
                    <a:pt x="266" y="645"/>
                    <a:pt x="271" y="641"/>
                    <a:pt x="269" y="637"/>
                  </a:cubicBezTo>
                  <a:cubicBezTo>
                    <a:pt x="269" y="637"/>
                    <a:pt x="268" y="636"/>
                    <a:pt x="268" y="636"/>
                  </a:cubicBezTo>
                  <a:cubicBezTo>
                    <a:pt x="268" y="636"/>
                    <a:pt x="268" y="636"/>
                    <a:pt x="268" y="636"/>
                  </a:cubicBezTo>
                  <a:cubicBezTo>
                    <a:pt x="267" y="635"/>
                    <a:pt x="267" y="635"/>
                    <a:pt x="267" y="635"/>
                  </a:cubicBezTo>
                  <a:cubicBezTo>
                    <a:pt x="267" y="635"/>
                    <a:pt x="267" y="635"/>
                    <a:pt x="267" y="635"/>
                  </a:cubicBezTo>
                  <a:cubicBezTo>
                    <a:pt x="266" y="634"/>
                    <a:pt x="266" y="634"/>
                    <a:pt x="266" y="634"/>
                  </a:cubicBezTo>
                  <a:cubicBezTo>
                    <a:pt x="266" y="633"/>
                    <a:pt x="266" y="633"/>
                    <a:pt x="266" y="633"/>
                  </a:cubicBezTo>
                  <a:cubicBezTo>
                    <a:pt x="265" y="633"/>
                    <a:pt x="265" y="633"/>
                    <a:pt x="265" y="633"/>
                  </a:cubicBezTo>
                  <a:cubicBezTo>
                    <a:pt x="264" y="632"/>
                    <a:pt x="264" y="632"/>
                    <a:pt x="264" y="632"/>
                  </a:cubicBezTo>
                  <a:cubicBezTo>
                    <a:pt x="264" y="631"/>
                    <a:pt x="264" y="631"/>
                    <a:pt x="264" y="631"/>
                  </a:cubicBezTo>
                  <a:cubicBezTo>
                    <a:pt x="263" y="631"/>
                    <a:pt x="263" y="631"/>
                    <a:pt x="263" y="631"/>
                  </a:cubicBezTo>
                  <a:cubicBezTo>
                    <a:pt x="263" y="631"/>
                    <a:pt x="263" y="630"/>
                    <a:pt x="263" y="630"/>
                  </a:cubicBezTo>
                  <a:cubicBezTo>
                    <a:pt x="263" y="569"/>
                    <a:pt x="263" y="569"/>
                    <a:pt x="263" y="569"/>
                  </a:cubicBezTo>
                  <a:cubicBezTo>
                    <a:pt x="270" y="580"/>
                    <a:pt x="277" y="592"/>
                    <a:pt x="285" y="602"/>
                  </a:cubicBezTo>
                  <a:cubicBezTo>
                    <a:pt x="285" y="653"/>
                    <a:pt x="285" y="653"/>
                    <a:pt x="285" y="653"/>
                  </a:cubicBezTo>
                  <a:cubicBezTo>
                    <a:pt x="285" y="652"/>
                    <a:pt x="285" y="652"/>
                    <a:pt x="285" y="652"/>
                  </a:cubicBezTo>
                  <a:cubicBezTo>
                    <a:pt x="285" y="652"/>
                    <a:pt x="285" y="652"/>
                    <a:pt x="285" y="652"/>
                  </a:cubicBezTo>
                  <a:cubicBezTo>
                    <a:pt x="281" y="649"/>
                    <a:pt x="276" y="654"/>
                    <a:pt x="280" y="658"/>
                  </a:cubicBezTo>
                  <a:cubicBezTo>
                    <a:pt x="280" y="658"/>
                    <a:pt x="280" y="658"/>
                    <a:pt x="280" y="658"/>
                  </a:cubicBezTo>
                  <a:cubicBezTo>
                    <a:pt x="280" y="659"/>
                    <a:pt x="280" y="659"/>
                    <a:pt x="280" y="659"/>
                  </a:cubicBezTo>
                  <a:cubicBezTo>
                    <a:pt x="281" y="659"/>
                    <a:pt x="281" y="659"/>
                    <a:pt x="281" y="659"/>
                  </a:cubicBezTo>
                  <a:cubicBezTo>
                    <a:pt x="281" y="660"/>
                    <a:pt x="281" y="660"/>
                    <a:pt x="281" y="660"/>
                  </a:cubicBezTo>
                  <a:cubicBezTo>
                    <a:pt x="282" y="660"/>
                    <a:pt x="282" y="660"/>
                    <a:pt x="282" y="660"/>
                  </a:cubicBezTo>
                  <a:cubicBezTo>
                    <a:pt x="283" y="661"/>
                    <a:pt x="283" y="661"/>
                    <a:pt x="283" y="661"/>
                  </a:cubicBezTo>
                  <a:cubicBezTo>
                    <a:pt x="284" y="661"/>
                    <a:pt x="284" y="661"/>
                    <a:pt x="284" y="661"/>
                  </a:cubicBezTo>
                  <a:cubicBezTo>
                    <a:pt x="284" y="662"/>
                    <a:pt x="284" y="662"/>
                    <a:pt x="284" y="662"/>
                  </a:cubicBezTo>
                  <a:cubicBezTo>
                    <a:pt x="285" y="663"/>
                    <a:pt x="285" y="663"/>
                    <a:pt x="285" y="663"/>
                  </a:cubicBezTo>
                  <a:cubicBezTo>
                    <a:pt x="285" y="663"/>
                    <a:pt x="285" y="663"/>
                    <a:pt x="285" y="663"/>
                  </a:cubicBezTo>
                  <a:cubicBezTo>
                    <a:pt x="285" y="672"/>
                    <a:pt x="285" y="672"/>
                    <a:pt x="285" y="672"/>
                  </a:cubicBezTo>
                  <a:close/>
                  <a:moveTo>
                    <a:pt x="285" y="417"/>
                  </a:moveTo>
                  <a:cubicBezTo>
                    <a:pt x="285" y="438"/>
                    <a:pt x="285" y="438"/>
                    <a:pt x="285" y="438"/>
                  </a:cubicBezTo>
                  <a:cubicBezTo>
                    <a:pt x="278" y="436"/>
                    <a:pt x="270" y="433"/>
                    <a:pt x="263" y="430"/>
                  </a:cubicBezTo>
                  <a:cubicBezTo>
                    <a:pt x="263" y="408"/>
                    <a:pt x="263" y="408"/>
                    <a:pt x="263" y="408"/>
                  </a:cubicBezTo>
                  <a:cubicBezTo>
                    <a:pt x="270" y="411"/>
                    <a:pt x="277" y="414"/>
                    <a:pt x="285" y="417"/>
                  </a:cubicBezTo>
                  <a:close/>
                  <a:moveTo>
                    <a:pt x="285" y="478"/>
                  </a:moveTo>
                  <a:cubicBezTo>
                    <a:pt x="285" y="543"/>
                    <a:pt x="285" y="543"/>
                    <a:pt x="285" y="543"/>
                  </a:cubicBezTo>
                  <a:cubicBezTo>
                    <a:pt x="278" y="547"/>
                    <a:pt x="270" y="550"/>
                    <a:pt x="267" y="546"/>
                  </a:cubicBezTo>
                  <a:cubicBezTo>
                    <a:pt x="257" y="538"/>
                    <a:pt x="270" y="519"/>
                    <a:pt x="270" y="510"/>
                  </a:cubicBezTo>
                  <a:cubicBezTo>
                    <a:pt x="270" y="500"/>
                    <a:pt x="260" y="478"/>
                    <a:pt x="270" y="474"/>
                  </a:cubicBezTo>
                  <a:cubicBezTo>
                    <a:pt x="274" y="472"/>
                    <a:pt x="280" y="475"/>
                    <a:pt x="285" y="478"/>
                  </a:cubicBezTo>
                  <a:close/>
                  <a:moveTo>
                    <a:pt x="244" y="26"/>
                  </a:moveTo>
                  <a:cubicBezTo>
                    <a:pt x="247" y="26"/>
                    <a:pt x="250" y="25"/>
                    <a:pt x="253" y="25"/>
                  </a:cubicBezTo>
                  <a:cubicBezTo>
                    <a:pt x="256" y="23"/>
                    <a:pt x="260" y="22"/>
                    <a:pt x="263" y="20"/>
                  </a:cubicBezTo>
                  <a:cubicBezTo>
                    <a:pt x="263" y="102"/>
                    <a:pt x="263" y="102"/>
                    <a:pt x="263" y="102"/>
                  </a:cubicBezTo>
                  <a:cubicBezTo>
                    <a:pt x="257" y="101"/>
                    <a:pt x="250" y="101"/>
                    <a:pt x="244" y="103"/>
                  </a:cubicBezTo>
                  <a:cubicBezTo>
                    <a:pt x="244" y="26"/>
                    <a:pt x="244" y="26"/>
                    <a:pt x="244" y="26"/>
                  </a:cubicBezTo>
                  <a:close/>
                  <a:moveTo>
                    <a:pt x="263" y="672"/>
                  </a:moveTo>
                  <a:cubicBezTo>
                    <a:pt x="244" y="672"/>
                    <a:pt x="244" y="672"/>
                    <a:pt x="244" y="672"/>
                  </a:cubicBezTo>
                  <a:cubicBezTo>
                    <a:pt x="244" y="618"/>
                    <a:pt x="244" y="618"/>
                    <a:pt x="244" y="618"/>
                  </a:cubicBezTo>
                  <a:cubicBezTo>
                    <a:pt x="247" y="620"/>
                    <a:pt x="251" y="617"/>
                    <a:pt x="249" y="613"/>
                  </a:cubicBezTo>
                  <a:cubicBezTo>
                    <a:pt x="249" y="613"/>
                    <a:pt x="249" y="613"/>
                    <a:pt x="249" y="612"/>
                  </a:cubicBezTo>
                  <a:cubicBezTo>
                    <a:pt x="249" y="612"/>
                    <a:pt x="249" y="612"/>
                    <a:pt x="249" y="612"/>
                  </a:cubicBezTo>
                  <a:cubicBezTo>
                    <a:pt x="248" y="611"/>
                    <a:pt x="248" y="611"/>
                    <a:pt x="248" y="611"/>
                  </a:cubicBezTo>
                  <a:cubicBezTo>
                    <a:pt x="248" y="611"/>
                    <a:pt x="248" y="611"/>
                    <a:pt x="248" y="611"/>
                  </a:cubicBezTo>
                  <a:cubicBezTo>
                    <a:pt x="247" y="610"/>
                    <a:pt x="247" y="610"/>
                    <a:pt x="247" y="610"/>
                  </a:cubicBezTo>
                  <a:cubicBezTo>
                    <a:pt x="247" y="609"/>
                    <a:pt x="247" y="609"/>
                    <a:pt x="247" y="609"/>
                  </a:cubicBezTo>
                  <a:cubicBezTo>
                    <a:pt x="246" y="608"/>
                    <a:pt x="246" y="608"/>
                    <a:pt x="246" y="608"/>
                  </a:cubicBezTo>
                  <a:cubicBezTo>
                    <a:pt x="246" y="608"/>
                    <a:pt x="246" y="608"/>
                    <a:pt x="246" y="608"/>
                  </a:cubicBezTo>
                  <a:cubicBezTo>
                    <a:pt x="245" y="607"/>
                    <a:pt x="245" y="607"/>
                    <a:pt x="245" y="607"/>
                  </a:cubicBezTo>
                  <a:cubicBezTo>
                    <a:pt x="245" y="606"/>
                    <a:pt x="245" y="606"/>
                    <a:pt x="245" y="606"/>
                  </a:cubicBezTo>
                  <a:cubicBezTo>
                    <a:pt x="245" y="606"/>
                    <a:pt x="244" y="605"/>
                    <a:pt x="244" y="605"/>
                  </a:cubicBezTo>
                  <a:cubicBezTo>
                    <a:pt x="244" y="532"/>
                    <a:pt x="244" y="532"/>
                    <a:pt x="244" y="532"/>
                  </a:cubicBezTo>
                  <a:cubicBezTo>
                    <a:pt x="250" y="544"/>
                    <a:pt x="256" y="557"/>
                    <a:pt x="263" y="569"/>
                  </a:cubicBezTo>
                  <a:cubicBezTo>
                    <a:pt x="263" y="630"/>
                    <a:pt x="263" y="630"/>
                    <a:pt x="263" y="630"/>
                  </a:cubicBezTo>
                  <a:cubicBezTo>
                    <a:pt x="260" y="628"/>
                    <a:pt x="255" y="631"/>
                    <a:pt x="257" y="635"/>
                  </a:cubicBezTo>
                  <a:cubicBezTo>
                    <a:pt x="257" y="635"/>
                    <a:pt x="257" y="636"/>
                    <a:pt x="258" y="636"/>
                  </a:cubicBezTo>
                  <a:cubicBezTo>
                    <a:pt x="258" y="637"/>
                    <a:pt x="258" y="637"/>
                    <a:pt x="258" y="637"/>
                  </a:cubicBezTo>
                  <a:cubicBezTo>
                    <a:pt x="259" y="637"/>
                    <a:pt x="259" y="637"/>
                    <a:pt x="259" y="637"/>
                  </a:cubicBezTo>
                  <a:cubicBezTo>
                    <a:pt x="259" y="638"/>
                    <a:pt x="259" y="638"/>
                    <a:pt x="259" y="638"/>
                  </a:cubicBezTo>
                  <a:cubicBezTo>
                    <a:pt x="260" y="639"/>
                    <a:pt x="260" y="639"/>
                    <a:pt x="260" y="639"/>
                  </a:cubicBezTo>
                  <a:cubicBezTo>
                    <a:pt x="261" y="639"/>
                    <a:pt x="261" y="639"/>
                    <a:pt x="261" y="639"/>
                  </a:cubicBezTo>
                  <a:cubicBezTo>
                    <a:pt x="261" y="640"/>
                    <a:pt x="261" y="640"/>
                    <a:pt x="261" y="640"/>
                  </a:cubicBezTo>
                  <a:cubicBezTo>
                    <a:pt x="262" y="641"/>
                    <a:pt x="262" y="641"/>
                    <a:pt x="262" y="641"/>
                  </a:cubicBezTo>
                  <a:cubicBezTo>
                    <a:pt x="263" y="641"/>
                    <a:pt x="263" y="641"/>
                    <a:pt x="263" y="641"/>
                  </a:cubicBezTo>
                  <a:cubicBezTo>
                    <a:pt x="263" y="642"/>
                    <a:pt x="263" y="642"/>
                    <a:pt x="263" y="642"/>
                  </a:cubicBezTo>
                  <a:cubicBezTo>
                    <a:pt x="263" y="642"/>
                    <a:pt x="263" y="642"/>
                    <a:pt x="263" y="642"/>
                  </a:cubicBezTo>
                  <a:cubicBezTo>
                    <a:pt x="263" y="672"/>
                    <a:pt x="263" y="672"/>
                    <a:pt x="263" y="672"/>
                  </a:cubicBezTo>
                  <a:close/>
                  <a:moveTo>
                    <a:pt x="263" y="408"/>
                  </a:moveTo>
                  <a:cubicBezTo>
                    <a:pt x="263" y="430"/>
                    <a:pt x="263" y="430"/>
                    <a:pt x="263" y="430"/>
                  </a:cubicBezTo>
                  <a:cubicBezTo>
                    <a:pt x="259" y="428"/>
                    <a:pt x="254" y="426"/>
                    <a:pt x="250" y="423"/>
                  </a:cubicBezTo>
                  <a:cubicBezTo>
                    <a:pt x="248" y="430"/>
                    <a:pt x="246" y="436"/>
                    <a:pt x="244" y="442"/>
                  </a:cubicBezTo>
                  <a:cubicBezTo>
                    <a:pt x="244" y="395"/>
                    <a:pt x="244" y="395"/>
                    <a:pt x="244" y="395"/>
                  </a:cubicBezTo>
                  <a:cubicBezTo>
                    <a:pt x="250" y="400"/>
                    <a:pt x="256" y="404"/>
                    <a:pt x="263" y="408"/>
                  </a:cubicBezTo>
                  <a:close/>
                  <a:moveTo>
                    <a:pt x="227" y="425"/>
                  </a:moveTo>
                  <a:cubicBezTo>
                    <a:pt x="229" y="420"/>
                    <a:pt x="230" y="415"/>
                    <a:pt x="230" y="409"/>
                  </a:cubicBezTo>
                  <a:cubicBezTo>
                    <a:pt x="229" y="409"/>
                    <a:pt x="228" y="408"/>
                    <a:pt x="227" y="407"/>
                  </a:cubicBezTo>
                  <a:cubicBezTo>
                    <a:pt x="227" y="380"/>
                    <a:pt x="227" y="380"/>
                    <a:pt x="227" y="380"/>
                  </a:cubicBezTo>
                  <a:cubicBezTo>
                    <a:pt x="233" y="385"/>
                    <a:pt x="238" y="390"/>
                    <a:pt x="244" y="395"/>
                  </a:cubicBezTo>
                  <a:cubicBezTo>
                    <a:pt x="244" y="442"/>
                    <a:pt x="244" y="442"/>
                    <a:pt x="244" y="442"/>
                  </a:cubicBezTo>
                  <a:cubicBezTo>
                    <a:pt x="240" y="453"/>
                    <a:pt x="234" y="463"/>
                    <a:pt x="227" y="471"/>
                  </a:cubicBezTo>
                  <a:cubicBezTo>
                    <a:pt x="227" y="425"/>
                    <a:pt x="227" y="425"/>
                    <a:pt x="227" y="425"/>
                  </a:cubicBezTo>
                  <a:close/>
                  <a:moveTo>
                    <a:pt x="227" y="29"/>
                  </a:moveTo>
                  <a:cubicBezTo>
                    <a:pt x="233" y="28"/>
                    <a:pt x="238" y="27"/>
                    <a:pt x="244" y="26"/>
                  </a:cubicBezTo>
                  <a:cubicBezTo>
                    <a:pt x="244" y="103"/>
                    <a:pt x="244" y="103"/>
                    <a:pt x="244" y="103"/>
                  </a:cubicBezTo>
                  <a:cubicBezTo>
                    <a:pt x="238" y="104"/>
                    <a:pt x="233" y="106"/>
                    <a:pt x="227" y="110"/>
                  </a:cubicBezTo>
                  <a:cubicBezTo>
                    <a:pt x="227" y="29"/>
                    <a:pt x="227" y="29"/>
                    <a:pt x="227" y="29"/>
                  </a:cubicBezTo>
                  <a:close/>
                  <a:moveTo>
                    <a:pt x="244" y="672"/>
                  </a:moveTo>
                  <a:cubicBezTo>
                    <a:pt x="227" y="672"/>
                    <a:pt x="227" y="672"/>
                    <a:pt x="227" y="672"/>
                  </a:cubicBezTo>
                  <a:cubicBezTo>
                    <a:pt x="227" y="592"/>
                    <a:pt x="227" y="592"/>
                    <a:pt x="227" y="592"/>
                  </a:cubicBezTo>
                  <a:cubicBezTo>
                    <a:pt x="230" y="594"/>
                    <a:pt x="234" y="591"/>
                    <a:pt x="233" y="587"/>
                  </a:cubicBezTo>
                  <a:cubicBezTo>
                    <a:pt x="232" y="586"/>
                    <a:pt x="232" y="586"/>
                    <a:pt x="232" y="586"/>
                  </a:cubicBezTo>
                  <a:cubicBezTo>
                    <a:pt x="232" y="586"/>
                    <a:pt x="232" y="586"/>
                    <a:pt x="232" y="586"/>
                  </a:cubicBezTo>
                  <a:cubicBezTo>
                    <a:pt x="232" y="585"/>
                    <a:pt x="232" y="585"/>
                    <a:pt x="232" y="585"/>
                  </a:cubicBezTo>
                  <a:cubicBezTo>
                    <a:pt x="231" y="584"/>
                    <a:pt x="231" y="584"/>
                    <a:pt x="231" y="584"/>
                  </a:cubicBezTo>
                  <a:cubicBezTo>
                    <a:pt x="231" y="584"/>
                    <a:pt x="231" y="584"/>
                    <a:pt x="231" y="584"/>
                  </a:cubicBezTo>
                  <a:cubicBezTo>
                    <a:pt x="230" y="583"/>
                    <a:pt x="230" y="583"/>
                    <a:pt x="230" y="583"/>
                  </a:cubicBezTo>
                  <a:cubicBezTo>
                    <a:pt x="230" y="582"/>
                    <a:pt x="230" y="582"/>
                    <a:pt x="230" y="582"/>
                  </a:cubicBezTo>
                  <a:cubicBezTo>
                    <a:pt x="229" y="581"/>
                    <a:pt x="229" y="581"/>
                    <a:pt x="229" y="581"/>
                  </a:cubicBezTo>
                  <a:cubicBezTo>
                    <a:pt x="229" y="580"/>
                    <a:pt x="229" y="580"/>
                    <a:pt x="229" y="580"/>
                  </a:cubicBezTo>
                  <a:cubicBezTo>
                    <a:pt x="229" y="580"/>
                    <a:pt x="229" y="580"/>
                    <a:pt x="229" y="580"/>
                  </a:cubicBezTo>
                  <a:cubicBezTo>
                    <a:pt x="228" y="579"/>
                    <a:pt x="228" y="579"/>
                    <a:pt x="227" y="578"/>
                  </a:cubicBezTo>
                  <a:cubicBezTo>
                    <a:pt x="227" y="488"/>
                    <a:pt x="227" y="488"/>
                    <a:pt x="227" y="488"/>
                  </a:cubicBezTo>
                  <a:cubicBezTo>
                    <a:pt x="231" y="501"/>
                    <a:pt x="237" y="516"/>
                    <a:pt x="244" y="532"/>
                  </a:cubicBezTo>
                  <a:cubicBezTo>
                    <a:pt x="244" y="605"/>
                    <a:pt x="244" y="605"/>
                    <a:pt x="244" y="605"/>
                  </a:cubicBezTo>
                  <a:cubicBezTo>
                    <a:pt x="242" y="603"/>
                    <a:pt x="238" y="605"/>
                    <a:pt x="238" y="609"/>
                  </a:cubicBezTo>
                  <a:cubicBezTo>
                    <a:pt x="238" y="610"/>
                    <a:pt x="238" y="610"/>
                    <a:pt x="239" y="611"/>
                  </a:cubicBezTo>
                  <a:cubicBezTo>
                    <a:pt x="239" y="611"/>
                    <a:pt x="239" y="611"/>
                    <a:pt x="239" y="611"/>
                  </a:cubicBezTo>
                  <a:cubicBezTo>
                    <a:pt x="240" y="612"/>
                    <a:pt x="240" y="612"/>
                    <a:pt x="240" y="612"/>
                  </a:cubicBezTo>
                  <a:cubicBezTo>
                    <a:pt x="240" y="613"/>
                    <a:pt x="240" y="613"/>
                    <a:pt x="240" y="613"/>
                  </a:cubicBezTo>
                  <a:cubicBezTo>
                    <a:pt x="241" y="614"/>
                    <a:pt x="241" y="614"/>
                    <a:pt x="241" y="614"/>
                  </a:cubicBezTo>
                  <a:cubicBezTo>
                    <a:pt x="241" y="615"/>
                    <a:pt x="241" y="615"/>
                    <a:pt x="241" y="615"/>
                  </a:cubicBezTo>
                  <a:cubicBezTo>
                    <a:pt x="242" y="615"/>
                    <a:pt x="242" y="615"/>
                    <a:pt x="242" y="615"/>
                  </a:cubicBezTo>
                  <a:cubicBezTo>
                    <a:pt x="242" y="616"/>
                    <a:pt x="242" y="616"/>
                    <a:pt x="242" y="616"/>
                  </a:cubicBezTo>
                  <a:cubicBezTo>
                    <a:pt x="243" y="617"/>
                    <a:pt x="243" y="617"/>
                    <a:pt x="243" y="617"/>
                  </a:cubicBezTo>
                  <a:cubicBezTo>
                    <a:pt x="243" y="617"/>
                    <a:pt x="243" y="617"/>
                    <a:pt x="243" y="617"/>
                  </a:cubicBezTo>
                  <a:cubicBezTo>
                    <a:pt x="243" y="618"/>
                    <a:pt x="244" y="618"/>
                    <a:pt x="244" y="618"/>
                  </a:cubicBezTo>
                  <a:lnTo>
                    <a:pt x="244" y="672"/>
                  </a:lnTo>
                  <a:close/>
                  <a:moveTo>
                    <a:pt x="213" y="453"/>
                  </a:moveTo>
                  <a:cubicBezTo>
                    <a:pt x="220" y="445"/>
                    <a:pt x="225" y="435"/>
                    <a:pt x="227" y="425"/>
                  </a:cubicBezTo>
                  <a:cubicBezTo>
                    <a:pt x="227" y="471"/>
                    <a:pt x="227" y="471"/>
                    <a:pt x="227" y="471"/>
                  </a:cubicBezTo>
                  <a:cubicBezTo>
                    <a:pt x="226" y="472"/>
                    <a:pt x="225" y="473"/>
                    <a:pt x="224" y="475"/>
                  </a:cubicBezTo>
                  <a:cubicBezTo>
                    <a:pt x="225" y="479"/>
                    <a:pt x="226" y="483"/>
                    <a:pt x="227" y="488"/>
                  </a:cubicBezTo>
                  <a:cubicBezTo>
                    <a:pt x="227" y="578"/>
                    <a:pt x="227" y="578"/>
                    <a:pt x="227" y="578"/>
                  </a:cubicBezTo>
                  <a:cubicBezTo>
                    <a:pt x="225" y="576"/>
                    <a:pt x="221" y="579"/>
                    <a:pt x="222" y="583"/>
                  </a:cubicBezTo>
                  <a:cubicBezTo>
                    <a:pt x="222" y="583"/>
                    <a:pt x="222" y="584"/>
                    <a:pt x="222" y="584"/>
                  </a:cubicBezTo>
                  <a:cubicBezTo>
                    <a:pt x="223" y="584"/>
                    <a:pt x="223" y="584"/>
                    <a:pt x="223" y="584"/>
                  </a:cubicBezTo>
                  <a:cubicBezTo>
                    <a:pt x="223" y="585"/>
                    <a:pt x="223" y="585"/>
                    <a:pt x="223" y="585"/>
                  </a:cubicBezTo>
                  <a:cubicBezTo>
                    <a:pt x="223" y="586"/>
                    <a:pt x="223" y="586"/>
                    <a:pt x="223" y="586"/>
                  </a:cubicBezTo>
                  <a:cubicBezTo>
                    <a:pt x="224" y="587"/>
                    <a:pt x="224" y="587"/>
                    <a:pt x="224" y="587"/>
                  </a:cubicBezTo>
                  <a:cubicBezTo>
                    <a:pt x="224" y="588"/>
                    <a:pt x="224" y="588"/>
                    <a:pt x="224" y="588"/>
                  </a:cubicBezTo>
                  <a:cubicBezTo>
                    <a:pt x="225" y="588"/>
                    <a:pt x="225" y="588"/>
                    <a:pt x="225" y="588"/>
                  </a:cubicBezTo>
                  <a:cubicBezTo>
                    <a:pt x="225" y="589"/>
                    <a:pt x="225" y="589"/>
                    <a:pt x="225" y="589"/>
                  </a:cubicBezTo>
                  <a:cubicBezTo>
                    <a:pt x="226" y="590"/>
                    <a:pt x="226" y="590"/>
                    <a:pt x="226" y="590"/>
                  </a:cubicBezTo>
                  <a:cubicBezTo>
                    <a:pt x="226" y="591"/>
                    <a:pt x="226" y="591"/>
                    <a:pt x="226" y="591"/>
                  </a:cubicBezTo>
                  <a:cubicBezTo>
                    <a:pt x="226" y="591"/>
                    <a:pt x="227" y="592"/>
                    <a:pt x="227" y="592"/>
                  </a:cubicBezTo>
                  <a:cubicBezTo>
                    <a:pt x="227" y="672"/>
                    <a:pt x="227" y="672"/>
                    <a:pt x="227" y="672"/>
                  </a:cubicBezTo>
                  <a:cubicBezTo>
                    <a:pt x="213" y="672"/>
                    <a:pt x="213" y="672"/>
                    <a:pt x="213" y="672"/>
                  </a:cubicBezTo>
                  <a:cubicBezTo>
                    <a:pt x="213" y="564"/>
                    <a:pt x="213" y="564"/>
                    <a:pt x="213" y="564"/>
                  </a:cubicBezTo>
                  <a:cubicBezTo>
                    <a:pt x="214" y="565"/>
                    <a:pt x="214" y="565"/>
                    <a:pt x="215" y="565"/>
                  </a:cubicBezTo>
                  <a:cubicBezTo>
                    <a:pt x="218" y="564"/>
                    <a:pt x="219" y="561"/>
                    <a:pt x="218" y="559"/>
                  </a:cubicBezTo>
                  <a:cubicBezTo>
                    <a:pt x="218" y="558"/>
                    <a:pt x="218" y="558"/>
                    <a:pt x="218" y="558"/>
                  </a:cubicBezTo>
                  <a:cubicBezTo>
                    <a:pt x="217" y="558"/>
                    <a:pt x="217" y="558"/>
                    <a:pt x="217" y="558"/>
                  </a:cubicBezTo>
                  <a:cubicBezTo>
                    <a:pt x="217" y="557"/>
                    <a:pt x="217" y="557"/>
                    <a:pt x="217" y="557"/>
                  </a:cubicBezTo>
                  <a:cubicBezTo>
                    <a:pt x="217" y="556"/>
                    <a:pt x="217" y="556"/>
                    <a:pt x="217" y="556"/>
                  </a:cubicBezTo>
                  <a:cubicBezTo>
                    <a:pt x="216" y="555"/>
                    <a:pt x="216" y="555"/>
                    <a:pt x="216" y="555"/>
                  </a:cubicBezTo>
                  <a:cubicBezTo>
                    <a:pt x="216" y="554"/>
                    <a:pt x="216" y="554"/>
                    <a:pt x="216" y="554"/>
                  </a:cubicBezTo>
                  <a:cubicBezTo>
                    <a:pt x="216" y="554"/>
                    <a:pt x="216" y="554"/>
                    <a:pt x="216" y="554"/>
                  </a:cubicBezTo>
                  <a:cubicBezTo>
                    <a:pt x="215" y="553"/>
                    <a:pt x="215" y="553"/>
                    <a:pt x="215" y="553"/>
                  </a:cubicBezTo>
                  <a:cubicBezTo>
                    <a:pt x="215" y="552"/>
                    <a:pt x="215" y="552"/>
                    <a:pt x="215" y="552"/>
                  </a:cubicBezTo>
                  <a:cubicBezTo>
                    <a:pt x="215" y="552"/>
                    <a:pt x="215" y="552"/>
                    <a:pt x="215" y="552"/>
                  </a:cubicBezTo>
                  <a:cubicBezTo>
                    <a:pt x="214" y="551"/>
                    <a:pt x="214" y="550"/>
                    <a:pt x="213" y="550"/>
                  </a:cubicBezTo>
                  <a:cubicBezTo>
                    <a:pt x="213" y="453"/>
                    <a:pt x="213" y="453"/>
                    <a:pt x="213" y="453"/>
                  </a:cubicBezTo>
                  <a:close/>
                  <a:moveTo>
                    <a:pt x="227" y="407"/>
                  </a:moveTo>
                  <a:cubicBezTo>
                    <a:pt x="222" y="403"/>
                    <a:pt x="218" y="398"/>
                    <a:pt x="213" y="393"/>
                  </a:cubicBezTo>
                  <a:cubicBezTo>
                    <a:pt x="213" y="362"/>
                    <a:pt x="213" y="362"/>
                    <a:pt x="213" y="362"/>
                  </a:cubicBezTo>
                  <a:cubicBezTo>
                    <a:pt x="217" y="368"/>
                    <a:pt x="222" y="374"/>
                    <a:pt x="227" y="380"/>
                  </a:cubicBezTo>
                  <a:cubicBezTo>
                    <a:pt x="227" y="407"/>
                    <a:pt x="227" y="407"/>
                    <a:pt x="227" y="407"/>
                  </a:cubicBezTo>
                  <a:close/>
                  <a:moveTo>
                    <a:pt x="213" y="35"/>
                  </a:moveTo>
                  <a:cubicBezTo>
                    <a:pt x="218" y="33"/>
                    <a:pt x="222" y="31"/>
                    <a:pt x="227" y="29"/>
                  </a:cubicBezTo>
                  <a:cubicBezTo>
                    <a:pt x="227" y="110"/>
                    <a:pt x="227" y="110"/>
                    <a:pt x="227" y="110"/>
                  </a:cubicBezTo>
                  <a:cubicBezTo>
                    <a:pt x="222" y="114"/>
                    <a:pt x="218" y="119"/>
                    <a:pt x="213" y="125"/>
                  </a:cubicBezTo>
                  <a:lnTo>
                    <a:pt x="213" y="35"/>
                  </a:lnTo>
                  <a:close/>
                  <a:moveTo>
                    <a:pt x="201" y="463"/>
                  </a:moveTo>
                  <a:cubicBezTo>
                    <a:pt x="206" y="460"/>
                    <a:pt x="210" y="457"/>
                    <a:pt x="213" y="453"/>
                  </a:cubicBezTo>
                  <a:cubicBezTo>
                    <a:pt x="213" y="550"/>
                    <a:pt x="213" y="550"/>
                    <a:pt x="213" y="550"/>
                  </a:cubicBezTo>
                  <a:cubicBezTo>
                    <a:pt x="211" y="549"/>
                    <a:pt x="207" y="551"/>
                    <a:pt x="208" y="555"/>
                  </a:cubicBezTo>
                  <a:cubicBezTo>
                    <a:pt x="208" y="555"/>
                    <a:pt x="208" y="555"/>
                    <a:pt x="208" y="555"/>
                  </a:cubicBezTo>
                  <a:cubicBezTo>
                    <a:pt x="208" y="556"/>
                    <a:pt x="208" y="556"/>
                    <a:pt x="208" y="556"/>
                  </a:cubicBezTo>
                  <a:cubicBezTo>
                    <a:pt x="208" y="556"/>
                    <a:pt x="208" y="556"/>
                    <a:pt x="208" y="556"/>
                  </a:cubicBezTo>
                  <a:cubicBezTo>
                    <a:pt x="209" y="557"/>
                    <a:pt x="209" y="557"/>
                    <a:pt x="209" y="557"/>
                  </a:cubicBezTo>
                  <a:cubicBezTo>
                    <a:pt x="209" y="558"/>
                    <a:pt x="209" y="558"/>
                    <a:pt x="209" y="558"/>
                  </a:cubicBezTo>
                  <a:cubicBezTo>
                    <a:pt x="210" y="559"/>
                    <a:pt x="210" y="559"/>
                    <a:pt x="210" y="559"/>
                  </a:cubicBezTo>
                  <a:cubicBezTo>
                    <a:pt x="210" y="560"/>
                    <a:pt x="210" y="560"/>
                    <a:pt x="210" y="560"/>
                  </a:cubicBezTo>
                  <a:cubicBezTo>
                    <a:pt x="210" y="560"/>
                    <a:pt x="210" y="560"/>
                    <a:pt x="210" y="560"/>
                  </a:cubicBezTo>
                  <a:cubicBezTo>
                    <a:pt x="211" y="561"/>
                    <a:pt x="211" y="561"/>
                    <a:pt x="211" y="561"/>
                  </a:cubicBezTo>
                  <a:cubicBezTo>
                    <a:pt x="211" y="562"/>
                    <a:pt x="211" y="562"/>
                    <a:pt x="211" y="562"/>
                  </a:cubicBezTo>
                  <a:cubicBezTo>
                    <a:pt x="211" y="562"/>
                    <a:pt x="211" y="562"/>
                    <a:pt x="211" y="562"/>
                  </a:cubicBezTo>
                  <a:cubicBezTo>
                    <a:pt x="212" y="563"/>
                    <a:pt x="212" y="564"/>
                    <a:pt x="213" y="564"/>
                  </a:cubicBezTo>
                  <a:cubicBezTo>
                    <a:pt x="213" y="672"/>
                    <a:pt x="213" y="672"/>
                    <a:pt x="213" y="672"/>
                  </a:cubicBezTo>
                  <a:cubicBezTo>
                    <a:pt x="201" y="672"/>
                    <a:pt x="201" y="672"/>
                    <a:pt x="201" y="672"/>
                  </a:cubicBezTo>
                  <a:cubicBezTo>
                    <a:pt x="201" y="535"/>
                    <a:pt x="201" y="535"/>
                    <a:pt x="201" y="535"/>
                  </a:cubicBezTo>
                  <a:cubicBezTo>
                    <a:pt x="202" y="536"/>
                    <a:pt x="202" y="536"/>
                    <a:pt x="203" y="536"/>
                  </a:cubicBezTo>
                  <a:cubicBezTo>
                    <a:pt x="205" y="535"/>
                    <a:pt x="207" y="533"/>
                    <a:pt x="206" y="530"/>
                  </a:cubicBezTo>
                  <a:cubicBezTo>
                    <a:pt x="206" y="530"/>
                    <a:pt x="206" y="530"/>
                    <a:pt x="206" y="530"/>
                  </a:cubicBezTo>
                  <a:cubicBezTo>
                    <a:pt x="206" y="529"/>
                    <a:pt x="206" y="529"/>
                    <a:pt x="206" y="529"/>
                  </a:cubicBezTo>
                  <a:cubicBezTo>
                    <a:pt x="205" y="529"/>
                    <a:pt x="205" y="529"/>
                    <a:pt x="205" y="529"/>
                  </a:cubicBezTo>
                  <a:cubicBezTo>
                    <a:pt x="205" y="528"/>
                    <a:pt x="205" y="528"/>
                    <a:pt x="205" y="528"/>
                  </a:cubicBezTo>
                  <a:cubicBezTo>
                    <a:pt x="205" y="527"/>
                    <a:pt x="205" y="527"/>
                    <a:pt x="205" y="527"/>
                  </a:cubicBezTo>
                  <a:cubicBezTo>
                    <a:pt x="205" y="527"/>
                    <a:pt x="205" y="527"/>
                    <a:pt x="205" y="527"/>
                  </a:cubicBezTo>
                  <a:cubicBezTo>
                    <a:pt x="204" y="526"/>
                    <a:pt x="204" y="526"/>
                    <a:pt x="204" y="526"/>
                  </a:cubicBezTo>
                  <a:cubicBezTo>
                    <a:pt x="204" y="525"/>
                    <a:pt x="204" y="525"/>
                    <a:pt x="204" y="525"/>
                  </a:cubicBezTo>
                  <a:cubicBezTo>
                    <a:pt x="204" y="525"/>
                    <a:pt x="204" y="525"/>
                    <a:pt x="204" y="525"/>
                  </a:cubicBezTo>
                  <a:cubicBezTo>
                    <a:pt x="204" y="524"/>
                    <a:pt x="204" y="524"/>
                    <a:pt x="204" y="524"/>
                  </a:cubicBezTo>
                  <a:cubicBezTo>
                    <a:pt x="203" y="523"/>
                    <a:pt x="203" y="523"/>
                    <a:pt x="203" y="523"/>
                  </a:cubicBezTo>
                  <a:cubicBezTo>
                    <a:pt x="203" y="523"/>
                    <a:pt x="203" y="523"/>
                    <a:pt x="203" y="523"/>
                  </a:cubicBezTo>
                  <a:cubicBezTo>
                    <a:pt x="203" y="522"/>
                    <a:pt x="202" y="521"/>
                    <a:pt x="201" y="520"/>
                  </a:cubicBezTo>
                  <a:cubicBezTo>
                    <a:pt x="201" y="463"/>
                    <a:pt x="201" y="463"/>
                    <a:pt x="201" y="463"/>
                  </a:cubicBezTo>
                  <a:close/>
                  <a:moveTo>
                    <a:pt x="213" y="393"/>
                  </a:moveTo>
                  <a:cubicBezTo>
                    <a:pt x="209" y="388"/>
                    <a:pt x="205" y="383"/>
                    <a:pt x="201" y="378"/>
                  </a:cubicBezTo>
                  <a:cubicBezTo>
                    <a:pt x="201" y="343"/>
                    <a:pt x="201" y="343"/>
                    <a:pt x="201" y="343"/>
                  </a:cubicBezTo>
                  <a:cubicBezTo>
                    <a:pt x="205" y="350"/>
                    <a:pt x="209" y="356"/>
                    <a:pt x="213" y="362"/>
                  </a:cubicBezTo>
                  <a:cubicBezTo>
                    <a:pt x="213" y="393"/>
                    <a:pt x="213" y="393"/>
                    <a:pt x="213" y="393"/>
                  </a:cubicBezTo>
                  <a:close/>
                  <a:moveTo>
                    <a:pt x="201" y="42"/>
                  </a:moveTo>
                  <a:cubicBezTo>
                    <a:pt x="205" y="39"/>
                    <a:pt x="209" y="37"/>
                    <a:pt x="213" y="35"/>
                  </a:cubicBezTo>
                  <a:cubicBezTo>
                    <a:pt x="213" y="125"/>
                    <a:pt x="213" y="125"/>
                    <a:pt x="213" y="125"/>
                  </a:cubicBezTo>
                  <a:cubicBezTo>
                    <a:pt x="211" y="128"/>
                    <a:pt x="210" y="131"/>
                    <a:pt x="208" y="134"/>
                  </a:cubicBezTo>
                  <a:cubicBezTo>
                    <a:pt x="205" y="139"/>
                    <a:pt x="203" y="145"/>
                    <a:pt x="201" y="150"/>
                  </a:cubicBezTo>
                  <a:cubicBezTo>
                    <a:pt x="201" y="42"/>
                    <a:pt x="201" y="42"/>
                    <a:pt x="201" y="42"/>
                  </a:cubicBezTo>
                  <a:close/>
                  <a:moveTo>
                    <a:pt x="201" y="296"/>
                  </a:moveTo>
                  <a:cubicBezTo>
                    <a:pt x="201" y="256"/>
                    <a:pt x="201" y="256"/>
                    <a:pt x="201" y="256"/>
                  </a:cubicBezTo>
                  <a:cubicBezTo>
                    <a:pt x="204" y="268"/>
                    <a:pt x="208" y="280"/>
                    <a:pt x="212" y="290"/>
                  </a:cubicBezTo>
                  <a:cubicBezTo>
                    <a:pt x="215" y="299"/>
                    <a:pt x="208" y="301"/>
                    <a:pt x="201" y="296"/>
                  </a:cubicBezTo>
                  <a:close/>
                  <a:moveTo>
                    <a:pt x="193" y="469"/>
                  </a:moveTo>
                  <a:cubicBezTo>
                    <a:pt x="196" y="467"/>
                    <a:pt x="199" y="465"/>
                    <a:pt x="201" y="463"/>
                  </a:cubicBezTo>
                  <a:cubicBezTo>
                    <a:pt x="201" y="520"/>
                    <a:pt x="201" y="520"/>
                    <a:pt x="201" y="520"/>
                  </a:cubicBezTo>
                  <a:cubicBezTo>
                    <a:pt x="199" y="519"/>
                    <a:pt x="195" y="522"/>
                    <a:pt x="196" y="525"/>
                  </a:cubicBezTo>
                  <a:cubicBezTo>
                    <a:pt x="196" y="525"/>
                    <a:pt x="196" y="525"/>
                    <a:pt x="196" y="525"/>
                  </a:cubicBezTo>
                  <a:cubicBezTo>
                    <a:pt x="196" y="526"/>
                    <a:pt x="196" y="526"/>
                    <a:pt x="196" y="526"/>
                  </a:cubicBezTo>
                  <a:cubicBezTo>
                    <a:pt x="197" y="527"/>
                    <a:pt x="197" y="527"/>
                    <a:pt x="197" y="527"/>
                  </a:cubicBezTo>
                  <a:cubicBezTo>
                    <a:pt x="197" y="527"/>
                    <a:pt x="197" y="527"/>
                    <a:pt x="197" y="527"/>
                  </a:cubicBezTo>
                  <a:cubicBezTo>
                    <a:pt x="197" y="528"/>
                    <a:pt x="197" y="528"/>
                    <a:pt x="197" y="528"/>
                  </a:cubicBezTo>
                  <a:cubicBezTo>
                    <a:pt x="197" y="529"/>
                    <a:pt x="197" y="529"/>
                    <a:pt x="197" y="529"/>
                  </a:cubicBezTo>
                  <a:cubicBezTo>
                    <a:pt x="198" y="529"/>
                    <a:pt x="198" y="529"/>
                    <a:pt x="198" y="529"/>
                  </a:cubicBezTo>
                  <a:cubicBezTo>
                    <a:pt x="198" y="530"/>
                    <a:pt x="198" y="530"/>
                    <a:pt x="198" y="530"/>
                  </a:cubicBezTo>
                  <a:cubicBezTo>
                    <a:pt x="198" y="531"/>
                    <a:pt x="198" y="531"/>
                    <a:pt x="198" y="531"/>
                  </a:cubicBezTo>
                  <a:cubicBezTo>
                    <a:pt x="198" y="532"/>
                    <a:pt x="198" y="532"/>
                    <a:pt x="198" y="532"/>
                  </a:cubicBezTo>
                  <a:cubicBezTo>
                    <a:pt x="199" y="532"/>
                    <a:pt x="199" y="532"/>
                    <a:pt x="199" y="532"/>
                  </a:cubicBezTo>
                  <a:cubicBezTo>
                    <a:pt x="199" y="533"/>
                    <a:pt x="199" y="533"/>
                    <a:pt x="199" y="533"/>
                  </a:cubicBezTo>
                  <a:cubicBezTo>
                    <a:pt x="199" y="533"/>
                    <a:pt x="199" y="533"/>
                    <a:pt x="199" y="533"/>
                  </a:cubicBezTo>
                  <a:cubicBezTo>
                    <a:pt x="199" y="534"/>
                    <a:pt x="200" y="535"/>
                    <a:pt x="201" y="535"/>
                  </a:cubicBezTo>
                  <a:cubicBezTo>
                    <a:pt x="201" y="672"/>
                    <a:pt x="201" y="672"/>
                    <a:pt x="201" y="672"/>
                  </a:cubicBezTo>
                  <a:cubicBezTo>
                    <a:pt x="193" y="672"/>
                    <a:pt x="193" y="672"/>
                    <a:pt x="193" y="672"/>
                  </a:cubicBezTo>
                  <a:cubicBezTo>
                    <a:pt x="193" y="505"/>
                    <a:pt x="193" y="505"/>
                    <a:pt x="193" y="505"/>
                  </a:cubicBezTo>
                  <a:cubicBezTo>
                    <a:pt x="195" y="505"/>
                    <a:pt x="197" y="504"/>
                    <a:pt x="197" y="502"/>
                  </a:cubicBezTo>
                  <a:cubicBezTo>
                    <a:pt x="197" y="501"/>
                    <a:pt x="197" y="501"/>
                    <a:pt x="197" y="500"/>
                  </a:cubicBezTo>
                  <a:cubicBezTo>
                    <a:pt x="197" y="500"/>
                    <a:pt x="197" y="500"/>
                    <a:pt x="197" y="500"/>
                  </a:cubicBezTo>
                  <a:cubicBezTo>
                    <a:pt x="197" y="500"/>
                    <a:pt x="197" y="500"/>
                    <a:pt x="197" y="500"/>
                  </a:cubicBezTo>
                  <a:cubicBezTo>
                    <a:pt x="197" y="499"/>
                    <a:pt x="197" y="499"/>
                    <a:pt x="197" y="499"/>
                  </a:cubicBezTo>
                  <a:cubicBezTo>
                    <a:pt x="197" y="499"/>
                    <a:pt x="197" y="499"/>
                    <a:pt x="197" y="499"/>
                  </a:cubicBezTo>
                  <a:cubicBezTo>
                    <a:pt x="197" y="498"/>
                    <a:pt x="197" y="498"/>
                    <a:pt x="197" y="498"/>
                  </a:cubicBezTo>
                  <a:cubicBezTo>
                    <a:pt x="197" y="498"/>
                    <a:pt x="197" y="498"/>
                    <a:pt x="197" y="498"/>
                  </a:cubicBezTo>
                  <a:cubicBezTo>
                    <a:pt x="197" y="497"/>
                    <a:pt x="197" y="497"/>
                    <a:pt x="197" y="497"/>
                  </a:cubicBezTo>
                  <a:cubicBezTo>
                    <a:pt x="197" y="497"/>
                    <a:pt x="197" y="497"/>
                    <a:pt x="197" y="497"/>
                  </a:cubicBezTo>
                  <a:cubicBezTo>
                    <a:pt x="197" y="496"/>
                    <a:pt x="197" y="496"/>
                    <a:pt x="197" y="496"/>
                  </a:cubicBezTo>
                  <a:cubicBezTo>
                    <a:pt x="197" y="496"/>
                    <a:pt x="197" y="496"/>
                    <a:pt x="197" y="496"/>
                  </a:cubicBezTo>
                  <a:cubicBezTo>
                    <a:pt x="197" y="496"/>
                    <a:pt x="197" y="496"/>
                    <a:pt x="197" y="496"/>
                  </a:cubicBezTo>
                  <a:cubicBezTo>
                    <a:pt x="196" y="495"/>
                    <a:pt x="196" y="495"/>
                    <a:pt x="196" y="495"/>
                  </a:cubicBezTo>
                  <a:cubicBezTo>
                    <a:pt x="196" y="495"/>
                    <a:pt x="196" y="495"/>
                    <a:pt x="196" y="495"/>
                  </a:cubicBezTo>
                  <a:cubicBezTo>
                    <a:pt x="196" y="494"/>
                    <a:pt x="196" y="494"/>
                    <a:pt x="196" y="494"/>
                  </a:cubicBezTo>
                  <a:cubicBezTo>
                    <a:pt x="196" y="494"/>
                    <a:pt x="196" y="494"/>
                    <a:pt x="196" y="494"/>
                  </a:cubicBezTo>
                  <a:cubicBezTo>
                    <a:pt x="196" y="493"/>
                    <a:pt x="196" y="493"/>
                    <a:pt x="196" y="493"/>
                  </a:cubicBezTo>
                  <a:cubicBezTo>
                    <a:pt x="196" y="493"/>
                    <a:pt x="196" y="493"/>
                    <a:pt x="196" y="493"/>
                  </a:cubicBezTo>
                  <a:cubicBezTo>
                    <a:pt x="196" y="491"/>
                    <a:pt x="195" y="490"/>
                    <a:pt x="193" y="489"/>
                  </a:cubicBezTo>
                  <a:cubicBezTo>
                    <a:pt x="193" y="469"/>
                    <a:pt x="193" y="469"/>
                    <a:pt x="193" y="469"/>
                  </a:cubicBezTo>
                  <a:close/>
                  <a:moveTo>
                    <a:pt x="201" y="378"/>
                  </a:moveTo>
                  <a:cubicBezTo>
                    <a:pt x="198" y="375"/>
                    <a:pt x="196" y="371"/>
                    <a:pt x="193" y="367"/>
                  </a:cubicBezTo>
                  <a:cubicBezTo>
                    <a:pt x="193" y="327"/>
                    <a:pt x="193" y="327"/>
                    <a:pt x="193" y="327"/>
                  </a:cubicBezTo>
                  <a:cubicBezTo>
                    <a:pt x="196" y="333"/>
                    <a:pt x="198" y="338"/>
                    <a:pt x="201" y="343"/>
                  </a:cubicBezTo>
                  <a:cubicBezTo>
                    <a:pt x="201" y="378"/>
                    <a:pt x="201" y="378"/>
                    <a:pt x="201" y="378"/>
                  </a:cubicBezTo>
                  <a:close/>
                  <a:moveTo>
                    <a:pt x="193" y="47"/>
                  </a:moveTo>
                  <a:cubicBezTo>
                    <a:pt x="196" y="45"/>
                    <a:pt x="198" y="43"/>
                    <a:pt x="201" y="42"/>
                  </a:cubicBezTo>
                  <a:cubicBezTo>
                    <a:pt x="201" y="150"/>
                    <a:pt x="201" y="150"/>
                    <a:pt x="201" y="150"/>
                  </a:cubicBezTo>
                  <a:cubicBezTo>
                    <a:pt x="190" y="184"/>
                    <a:pt x="193" y="223"/>
                    <a:pt x="201" y="256"/>
                  </a:cubicBezTo>
                  <a:cubicBezTo>
                    <a:pt x="201" y="296"/>
                    <a:pt x="201" y="296"/>
                    <a:pt x="201" y="296"/>
                  </a:cubicBezTo>
                  <a:cubicBezTo>
                    <a:pt x="198" y="293"/>
                    <a:pt x="195" y="289"/>
                    <a:pt x="193" y="285"/>
                  </a:cubicBezTo>
                  <a:lnTo>
                    <a:pt x="193" y="47"/>
                  </a:lnTo>
                  <a:close/>
                  <a:moveTo>
                    <a:pt x="24" y="672"/>
                  </a:moveTo>
                  <a:cubicBezTo>
                    <a:pt x="11" y="651"/>
                    <a:pt x="3" y="629"/>
                    <a:pt x="3" y="609"/>
                  </a:cubicBezTo>
                  <a:cubicBezTo>
                    <a:pt x="0" y="514"/>
                    <a:pt x="107" y="505"/>
                    <a:pt x="182" y="474"/>
                  </a:cubicBezTo>
                  <a:cubicBezTo>
                    <a:pt x="186" y="472"/>
                    <a:pt x="190" y="470"/>
                    <a:pt x="193" y="469"/>
                  </a:cubicBezTo>
                  <a:cubicBezTo>
                    <a:pt x="193" y="489"/>
                    <a:pt x="193" y="489"/>
                    <a:pt x="193" y="489"/>
                  </a:cubicBezTo>
                  <a:cubicBezTo>
                    <a:pt x="193" y="489"/>
                    <a:pt x="192" y="489"/>
                    <a:pt x="192" y="489"/>
                  </a:cubicBezTo>
                  <a:cubicBezTo>
                    <a:pt x="190" y="490"/>
                    <a:pt x="189" y="492"/>
                    <a:pt x="189" y="494"/>
                  </a:cubicBezTo>
                  <a:cubicBezTo>
                    <a:pt x="189" y="494"/>
                    <a:pt x="189" y="494"/>
                    <a:pt x="189" y="494"/>
                  </a:cubicBezTo>
                  <a:cubicBezTo>
                    <a:pt x="189" y="495"/>
                    <a:pt x="189" y="495"/>
                    <a:pt x="189" y="495"/>
                  </a:cubicBezTo>
                  <a:cubicBezTo>
                    <a:pt x="189" y="495"/>
                    <a:pt x="189" y="495"/>
                    <a:pt x="189" y="495"/>
                  </a:cubicBezTo>
                  <a:cubicBezTo>
                    <a:pt x="189" y="496"/>
                    <a:pt x="189" y="496"/>
                    <a:pt x="189" y="496"/>
                  </a:cubicBezTo>
                  <a:cubicBezTo>
                    <a:pt x="189" y="496"/>
                    <a:pt x="189" y="496"/>
                    <a:pt x="189" y="496"/>
                  </a:cubicBezTo>
                  <a:cubicBezTo>
                    <a:pt x="189" y="497"/>
                    <a:pt x="189" y="497"/>
                    <a:pt x="189" y="497"/>
                  </a:cubicBezTo>
                  <a:cubicBezTo>
                    <a:pt x="189" y="497"/>
                    <a:pt x="189" y="497"/>
                    <a:pt x="189" y="497"/>
                  </a:cubicBezTo>
                  <a:cubicBezTo>
                    <a:pt x="189" y="498"/>
                    <a:pt x="189" y="498"/>
                    <a:pt x="189" y="498"/>
                  </a:cubicBezTo>
                  <a:cubicBezTo>
                    <a:pt x="189" y="498"/>
                    <a:pt x="189" y="498"/>
                    <a:pt x="189" y="498"/>
                  </a:cubicBezTo>
                  <a:cubicBezTo>
                    <a:pt x="189" y="499"/>
                    <a:pt x="189" y="499"/>
                    <a:pt x="189" y="499"/>
                  </a:cubicBezTo>
                  <a:cubicBezTo>
                    <a:pt x="189" y="499"/>
                    <a:pt x="189" y="499"/>
                    <a:pt x="189" y="499"/>
                  </a:cubicBezTo>
                  <a:cubicBezTo>
                    <a:pt x="190" y="500"/>
                    <a:pt x="190" y="500"/>
                    <a:pt x="190" y="500"/>
                  </a:cubicBezTo>
                  <a:cubicBezTo>
                    <a:pt x="190" y="500"/>
                    <a:pt x="190" y="500"/>
                    <a:pt x="190" y="500"/>
                  </a:cubicBezTo>
                  <a:cubicBezTo>
                    <a:pt x="190" y="501"/>
                    <a:pt x="190" y="501"/>
                    <a:pt x="190" y="501"/>
                  </a:cubicBezTo>
                  <a:cubicBezTo>
                    <a:pt x="190" y="501"/>
                    <a:pt x="190" y="501"/>
                    <a:pt x="190" y="501"/>
                  </a:cubicBezTo>
                  <a:cubicBezTo>
                    <a:pt x="190" y="502"/>
                    <a:pt x="190" y="502"/>
                    <a:pt x="190" y="502"/>
                  </a:cubicBezTo>
                  <a:cubicBezTo>
                    <a:pt x="190" y="502"/>
                    <a:pt x="190" y="502"/>
                    <a:pt x="190" y="502"/>
                  </a:cubicBezTo>
                  <a:cubicBezTo>
                    <a:pt x="190" y="504"/>
                    <a:pt x="192" y="505"/>
                    <a:pt x="193" y="505"/>
                  </a:cubicBezTo>
                  <a:cubicBezTo>
                    <a:pt x="193" y="672"/>
                    <a:pt x="193" y="672"/>
                    <a:pt x="193" y="672"/>
                  </a:cubicBezTo>
                  <a:cubicBezTo>
                    <a:pt x="24" y="672"/>
                    <a:pt x="24" y="672"/>
                    <a:pt x="24" y="672"/>
                  </a:cubicBezTo>
                  <a:close/>
                  <a:moveTo>
                    <a:pt x="193" y="367"/>
                  </a:moveTo>
                  <a:cubicBezTo>
                    <a:pt x="187" y="358"/>
                    <a:pt x="182" y="348"/>
                    <a:pt x="177" y="337"/>
                  </a:cubicBezTo>
                  <a:cubicBezTo>
                    <a:pt x="167" y="334"/>
                    <a:pt x="159" y="327"/>
                    <a:pt x="152" y="318"/>
                  </a:cubicBezTo>
                  <a:cubicBezTo>
                    <a:pt x="144" y="307"/>
                    <a:pt x="138" y="293"/>
                    <a:pt x="135" y="277"/>
                  </a:cubicBezTo>
                  <a:cubicBezTo>
                    <a:pt x="132" y="262"/>
                    <a:pt x="131" y="246"/>
                    <a:pt x="133" y="231"/>
                  </a:cubicBezTo>
                  <a:cubicBezTo>
                    <a:pt x="136" y="216"/>
                    <a:pt x="141" y="202"/>
                    <a:pt x="149" y="191"/>
                  </a:cubicBezTo>
                  <a:cubicBezTo>
                    <a:pt x="142" y="158"/>
                    <a:pt x="148" y="85"/>
                    <a:pt x="193" y="47"/>
                  </a:cubicBezTo>
                  <a:cubicBezTo>
                    <a:pt x="193" y="285"/>
                    <a:pt x="193" y="285"/>
                    <a:pt x="193" y="285"/>
                  </a:cubicBezTo>
                  <a:cubicBezTo>
                    <a:pt x="192" y="281"/>
                    <a:pt x="191" y="278"/>
                    <a:pt x="191" y="273"/>
                  </a:cubicBezTo>
                  <a:cubicBezTo>
                    <a:pt x="190" y="212"/>
                    <a:pt x="151" y="177"/>
                    <a:pt x="151" y="250"/>
                  </a:cubicBezTo>
                  <a:cubicBezTo>
                    <a:pt x="151" y="283"/>
                    <a:pt x="165" y="318"/>
                    <a:pt x="191" y="322"/>
                  </a:cubicBezTo>
                  <a:cubicBezTo>
                    <a:pt x="192" y="324"/>
                    <a:pt x="192" y="326"/>
                    <a:pt x="193" y="327"/>
                  </a:cubicBezTo>
                  <a:lnTo>
                    <a:pt x="193" y="367"/>
                  </a:ln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9" name="Freeform 238"/>
            <p:cNvSpPr>
              <a:spLocks noEditPoints="1"/>
            </p:cNvSpPr>
            <p:nvPr/>
          </p:nvSpPr>
          <p:spPr bwMode="auto">
            <a:xfrm>
              <a:off x="3620" y="928"/>
              <a:ext cx="289" cy="99"/>
            </a:xfrm>
            <a:custGeom>
              <a:avLst/>
              <a:gdLst>
                <a:gd name="T0" fmla="*/ 202 w 259"/>
                <a:gd name="T1" fmla="*/ 0 h 89"/>
                <a:gd name="T2" fmla="*/ 253 w 259"/>
                <a:gd name="T3" fmla="*/ 8 h 89"/>
                <a:gd name="T4" fmla="*/ 259 w 259"/>
                <a:gd name="T5" fmla="*/ 17 h 89"/>
                <a:gd name="T6" fmla="*/ 256 w 259"/>
                <a:gd name="T7" fmla="*/ 40 h 89"/>
                <a:gd name="T8" fmla="*/ 254 w 259"/>
                <a:gd name="T9" fmla="*/ 40 h 89"/>
                <a:gd name="T10" fmla="*/ 246 w 259"/>
                <a:gd name="T11" fmla="*/ 52 h 89"/>
                <a:gd name="T12" fmla="*/ 195 w 259"/>
                <a:gd name="T13" fmla="*/ 89 h 89"/>
                <a:gd name="T14" fmla="*/ 195 w 259"/>
                <a:gd name="T15" fmla="*/ 72 h 89"/>
                <a:gd name="T16" fmla="*/ 228 w 259"/>
                <a:gd name="T17" fmla="*/ 53 h 89"/>
                <a:gd name="T18" fmla="*/ 229 w 259"/>
                <a:gd name="T19" fmla="*/ 25 h 89"/>
                <a:gd name="T20" fmla="*/ 195 w 259"/>
                <a:gd name="T21" fmla="*/ 17 h 89"/>
                <a:gd name="T22" fmla="*/ 64 w 259"/>
                <a:gd name="T23" fmla="*/ 0 h 89"/>
                <a:gd name="T24" fmla="*/ 112 w 259"/>
                <a:gd name="T25" fmla="*/ 8 h 89"/>
                <a:gd name="T26" fmla="*/ 147 w 259"/>
                <a:gd name="T27" fmla="*/ 8 h 89"/>
                <a:gd name="T28" fmla="*/ 195 w 259"/>
                <a:gd name="T29" fmla="*/ 0 h 89"/>
                <a:gd name="T30" fmla="*/ 191 w 259"/>
                <a:gd name="T31" fmla="*/ 18 h 89"/>
                <a:gd name="T32" fmla="*/ 159 w 259"/>
                <a:gd name="T33" fmla="*/ 34 h 89"/>
                <a:gd name="T34" fmla="*/ 165 w 259"/>
                <a:gd name="T35" fmla="*/ 59 h 89"/>
                <a:gd name="T36" fmla="*/ 195 w 259"/>
                <a:gd name="T37" fmla="*/ 72 h 89"/>
                <a:gd name="T38" fmla="*/ 195 w 259"/>
                <a:gd name="T39" fmla="*/ 89 h 89"/>
                <a:gd name="T40" fmla="*/ 142 w 259"/>
                <a:gd name="T41" fmla="*/ 56 h 89"/>
                <a:gd name="T42" fmla="*/ 129 w 259"/>
                <a:gd name="T43" fmla="*/ 39 h 89"/>
                <a:gd name="T44" fmla="*/ 116 w 259"/>
                <a:gd name="T45" fmla="*/ 56 h 89"/>
                <a:gd name="T46" fmla="*/ 64 w 259"/>
                <a:gd name="T47" fmla="*/ 89 h 89"/>
                <a:gd name="T48" fmla="*/ 64 w 259"/>
                <a:gd name="T49" fmla="*/ 72 h 89"/>
                <a:gd name="T50" fmla="*/ 94 w 259"/>
                <a:gd name="T51" fmla="*/ 59 h 89"/>
                <a:gd name="T52" fmla="*/ 100 w 259"/>
                <a:gd name="T53" fmla="*/ 34 h 89"/>
                <a:gd name="T54" fmla="*/ 68 w 259"/>
                <a:gd name="T55" fmla="*/ 18 h 89"/>
                <a:gd name="T56" fmla="*/ 64 w 259"/>
                <a:gd name="T57" fmla="*/ 0 h 89"/>
                <a:gd name="T58" fmla="*/ 64 w 259"/>
                <a:gd name="T59" fmla="*/ 0 h 89"/>
                <a:gd name="T60" fmla="*/ 43 w 259"/>
                <a:gd name="T61" fmla="*/ 18 h 89"/>
                <a:gd name="T62" fmla="*/ 27 w 259"/>
                <a:gd name="T63" fmla="*/ 37 h 89"/>
                <a:gd name="T64" fmla="*/ 42 w 259"/>
                <a:gd name="T65" fmla="*/ 66 h 89"/>
                <a:gd name="T66" fmla="*/ 64 w 259"/>
                <a:gd name="T67" fmla="*/ 72 h 89"/>
                <a:gd name="T68" fmla="*/ 26 w 259"/>
                <a:gd name="T69" fmla="*/ 76 h 89"/>
                <a:gd name="T70" fmla="*/ 4 w 259"/>
                <a:gd name="T71" fmla="*/ 40 h 89"/>
                <a:gd name="T72" fmla="*/ 3 w 259"/>
                <a:gd name="T73" fmla="*/ 40 h 89"/>
                <a:gd name="T74" fmla="*/ 0 w 259"/>
                <a:gd name="T75" fmla="*/ 24 h 89"/>
                <a:gd name="T76" fmla="*/ 2 w 259"/>
                <a:gd name="T77" fmla="*/ 10 h 89"/>
                <a:gd name="T78" fmla="*/ 20 w 259"/>
                <a:gd name="T79" fmla="*/ 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9" h="89">
                  <a:moveTo>
                    <a:pt x="195" y="0"/>
                  </a:moveTo>
                  <a:cubicBezTo>
                    <a:pt x="198" y="0"/>
                    <a:pt x="200" y="0"/>
                    <a:pt x="202" y="0"/>
                  </a:cubicBezTo>
                  <a:cubicBezTo>
                    <a:pt x="213" y="0"/>
                    <a:pt x="228" y="3"/>
                    <a:pt x="239" y="5"/>
                  </a:cubicBezTo>
                  <a:cubicBezTo>
                    <a:pt x="246" y="7"/>
                    <a:pt x="251" y="8"/>
                    <a:pt x="253" y="8"/>
                  </a:cubicBezTo>
                  <a:cubicBezTo>
                    <a:pt x="255" y="7"/>
                    <a:pt x="256" y="8"/>
                    <a:pt x="257" y="10"/>
                  </a:cubicBezTo>
                  <a:cubicBezTo>
                    <a:pt x="258" y="12"/>
                    <a:pt x="258" y="14"/>
                    <a:pt x="259" y="17"/>
                  </a:cubicBezTo>
                  <a:cubicBezTo>
                    <a:pt x="259" y="19"/>
                    <a:pt x="259" y="21"/>
                    <a:pt x="259" y="24"/>
                  </a:cubicBezTo>
                  <a:cubicBezTo>
                    <a:pt x="259" y="31"/>
                    <a:pt x="258" y="39"/>
                    <a:pt x="256" y="40"/>
                  </a:cubicBezTo>
                  <a:cubicBezTo>
                    <a:pt x="256" y="40"/>
                    <a:pt x="256" y="40"/>
                    <a:pt x="256" y="40"/>
                  </a:cubicBezTo>
                  <a:cubicBezTo>
                    <a:pt x="255" y="40"/>
                    <a:pt x="255" y="40"/>
                    <a:pt x="254" y="40"/>
                  </a:cubicBezTo>
                  <a:cubicBezTo>
                    <a:pt x="254" y="40"/>
                    <a:pt x="254" y="40"/>
                    <a:pt x="254" y="40"/>
                  </a:cubicBezTo>
                  <a:cubicBezTo>
                    <a:pt x="252" y="41"/>
                    <a:pt x="249" y="42"/>
                    <a:pt x="246" y="52"/>
                  </a:cubicBezTo>
                  <a:cubicBezTo>
                    <a:pt x="244" y="59"/>
                    <a:pt x="241" y="68"/>
                    <a:pt x="233" y="76"/>
                  </a:cubicBezTo>
                  <a:cubicBezTo>
                    <a:pt x="225" y="84"/>
                    <a:pt x="214" y="89"/>
                    <a:pt x="195" y="89"/>
                  </a:cubicBezTo>
                  <a:cubicBezTo>
                    <a:pt x="195" y="72"/>
                    <a:pt x="195" y="72"/>
                    <a:pt x="195" y="72"/>
                  </a:cubicBezTo>
                  <a:cubicBezTo>
                    <a:pt x="195" y="72"/>
                    <a:pt x="195" y="72"/>
                    <a:pt x="195" y="72"/>
                  </a:cubicBezTo>
                  <a:cubicBezTo>
                    <a:pt x="204" y="72"/>
                    <a:pt x="211" y="69"/>
                    <a:pt x="217" y="66"/>
                  </a:cubicBezTo>
                  <a:cubicBezTo>
                    <a:pt x="222" y="62"/>
                    <a:pt x="226" y="58"/>
                    <a:pt x="228" y="53"/>
                  </a:cubicBezTo>
                  <a:cubicBezTo>
                    <a:pt x="231" y="48"/>
                    <a:pt x="232" y="42"/>
                    <a:pt x="232" y="37"/>
                  </a:cubicBezTo>
                  <a:cubicBezTo>
                    <a:pt x="232" y="33"/>
                    <a:pt x="231" y="29"/>
                    <a:pt x="229" y="25"/>
                  </a:cubicBezTo>
                  <a:cubicBezTo>
                    <a:pt x="227" y="22"/>
                    <a:pt x="222" y="20"/>
                    <a:pt x="216" y="18"/>
                  </a:cubicBezTo>
                  <a:cubicBezTo>
                    <a:pt x="210" y="17"/>
                    <a:pt x="203" y="17"/>
                    <a:pt x="195" y="17"/>
                  </a:cubicBezTo>
                  <a:lnTo>
                    <a:pt x="195" y="0"/>
                  </a:lnTo>
                  <a:close/>
                  <a:moveTo>
                    <a:pt x="64" y="0"/>
                  </a:moveTo>
                  <a:cubicBezTo>
                    <a:pt x="71" y="0"/>
                    <a:pt x="80" y="1"/>
                    <a:pt x="89" y="3"/>
                  </a:cubicBezTo>
                  <a:cubicBezTo>
                    <a:pt x="98" y="4"/>
                    <a:pt x="107" y="6"/>
                    <a:pt x="112" y="8"/>
                  </a:cubicBezTo>
                  <a:cubicBezTo>
                    <a:pt x="117" y="11"/>
                    <a:pt x="123" y="12"/>
                    <a:pt x="129" y="12"/>
                  </a:cubicBezTo>
                  <a:cubicBezTo>
                    <a:pt x="135" y="12"/>
                    <a:pt x="141" y="11"/>
                    <a:pt x="147" y="8"/>
                  </a:cubicBezTo>
                  <a:cubicBezTo>
                    <a:pt x="152" y="6"/>
                    <a:pt x="161" y="4"/>
                    <a:pt x="170" y="3"/>
                  </a:cubicBezTo>
                  <a:cubicBezTo>
                    <a:pt x="179" y="1"/>
                    <a:pt x="188" y="0"/>
                    <a:pt x="195" y="0"/>
                  </a:cubicBezTo>
                  <a:cubicBezTo>
                    <a:pt x="195" y="17"/>
                    <a:pt x="195" y="17"/>
                    <a:pt x="195" y="17"/>
                  </a:cubicBezTo>
                  <a:cubicBezTo>
                    <a:pt x="194" y="17"/>
                    <a:pt x="192" y="18"/>
                    <a:pt x="191" y="18"/>
                  </a:cubicBezTo>
                  <a:cubicBezTo>
                    <a:pt x="182" y="19"/>
                    <a:pt x="174" y="20"/>
                    <a:pt x="168" y="23"/>
                  </a:cubicBezTo>
                  <a:cubicBezTo>
                    <a:pt x="162" y="26"/>
                    <a:pt x="159" y="29"/>
                    <a:pt x="159" y="34"/>
                  </a:cubicBezTo>
                  <a:cubicBezTo>
                    <a:pt x="159" y="35"/>
                    <a:pt x="159" y="36"/>
                    <a:pt x="159" y="38"/>
                  </a:cubicBezTo>
                  <a:cubicBezTo>
                    <a:pt x="159" y="44"/>
                    <a:pt x="161" y="52"/>
                    <a:pt x="165" y="59"/>
                  </a:cubicBezTo>
                  <a:cubicBezTo>
                    <a:pt x="170" y="65"/>
                    <a:pt x="178" y="71"/>
                    <a:pt x="190" y="72"/>
                  </a:cubicBezTo>
                  <a:cubicBezTo>
                    <a:pt x="191" y="72"/>
                    <a:pt x="193" y="72"/>
                    <a:pt x="195" y="72"/>
                  </a:cubicBezTo>
                  <a:cubicBezTo>
                    <a:pt x="195" y="89"/>
                    <a:pt x="195" y="89"/>
                    <a:pt x="195" y="89"/>
                  </a:cubicBezTo>
                  <a:cubicBezTo>
                    <a:pt x="195" y="89"/>
                    <a:pt x="195" y="89"/>
                    <a:pt x="195" y="89"/>
                  </a:cubicBezTo>
                  <a:cubicBezTo>
                    <a:pt x="161" y="89"/>
                    <a:pt x="150" y="70"/>
                    <a:pt x="144" y="60"/>
                  </a:cubicBezTo>
                  <a:cubicBezTo>
                    <a:pt x="144" y="58"/>
                    <a:pt x="143" y="57"/>
                    <a:pt x="142" y="56"/>
                  </a:cubicBezTo>
                  <a:cubicBezTo>
                    <a:pt x="141" y="54"/>
                    <a:pt x="140" y="51"/>
                    <a:pt x="138" y="48"/>
                  </a:cubicBezTo>
                  <a:cubicBezTo>
                    <a:pt x="136" y="43"/>
                    <a:pt x="135" y="39"/>
                    <a:pt x="129" y="39"/>
                  </a:cubicBezTo>
                  <a:cubicBezTo>
                    <a:pt x="124" y="39"/>
                    <a:pt x="122" y="43"/>
                    <a:pt x="120" y="48"/>
                  </a:cubicBezTo>
                  <a:cubicBezTo>
                    <a:pt x="119" y="51"/>
                    <a:pt x="118" y="54"/>
                    <a:pt x="116" y="56"/>
                  </a:cubicBezTo>
                  <a:cubicBezTo>
                    <a:pt x="116" y="57"/>
                    <a:pt x="115" y="58"/>
                    <a:pt x="115" y="60"/>
                  </a:cubicBezTo>
                  <a:cubicBezTo>
                    <a:pt x="109" y="70"/>
                    <a:pt x="98" y="89"/>
                    <a:pt x="64" y="89"/>
                  </a:cubicBezTo>
                  <a:cubicBezTo>
                    <a:pt x="64" y="89"/>
                    <a:pt x="64" y="89"/>
                    <a:pt x="64" y="89"/>
                  </a:cubicBezTo>
                  <a:cubicBezTo>
                    <a:pt x="64" y="72"/>
                    <a:pt x="64" y="72"/>
                    <a:pt x="64" y="72"/>
                  </a:cubicBezTo>
                  <a:cubicBezTo>
                    <a:pt x="66" y="72"/>
                    <a:pt x="67" y="72"/>
                    <a:pt x="69" y="72"/>
                  </a:cubicBezTo>
                  <a:cubicBezTo>
                    <a:pt x="81" y="71"/>
                    <a:pt x="89" y="65"/>
                    <a:pt x="94" y="59"/>
                  </a:cubicBezTo>
                  <a:cubicBezTo>
                    <a:pt x="98" y="52"/>
                    <a:pt x="100" y="44"/>
                    <a:pt x="100" y="38"/>
                  </a:cubicBezTo>
                  <a:cubicBezTo>
                    <a:pt x="100" y="36"/>
                    <a:pt x="100" y="35"/>
                    <a:pt x="100" y="34"/>
                  </a:cubicBezTo>
                  <a:cubicBezTo>
                    <a:pt x="100" y="29"/>
                    <a:pt x="96" y="26"/>
                    <a:pt x="91" y="23"/>
                  </a:cubicBezTo>
                  <a:cubicBezTo>
                    <a:pt x="85" y="20"/>
                    <a:pt x="77" y="19"/>
                    <a:pt x="68" y="18"/>
                  </a:cubicBezTo>
                  <a:cubicBezTo>
                    <a:pt x="66" y="18"/>
                    <a:pt x="65" y="17"/>
                    <a:pt x="64" y="17"/>
                  </a:cubicBezTo>
                  <a:lnTo>
                    <a:pt x="64" y="0"/>
                  </a:lnTo>
                  <a:close/>
                  <a:moveTo>
                    <a:pt x="57" y="0"/>
                  </a:moveTo>
                  <a:cubicBezTo>
                    <a:pt x="58" y="0"/>
                    <a:pt x="61" y="0"/>
                    <a:pt x="64" y="0"/>
                  </a:cubicBezTo>
                  <a:cubicBezTo>
                    <a:pt x="64" y="17"/>
                    <a:pt x="64" y="17"/>
                    <a:pt x="64" y="17"/>
                  </a:cubicBezTo>
                  <a:cubicBezTo>
                    <a:pt x="56" y="17"/>
                    <a:pt x="49" y="17"/>
                    <a:pt x="43" y="18"/>
                  </a:cubicBezTo>
                  <a:cubicBezTo>
                    <a:pt x="36" y="20"/>
                    <a:pt x="32" y="22"/>
                    <a:pt x="30" y="25"/>
                  </a:cubicBezTo>
                  <a:cubicBezTo>
                    <a:pt x="28" y="29"/>
                    <a:pt x="27" y="33"/>
                    <a:pt x="27" y="37"/>
                  </a:cubicBezTo>
                  <a:cubicBezTo>
                    <a:pt x="27" y="42"/>
                    <a:pt x="28" y="48"/>
                    <a:pt x="30" y="53"/>
                  </a:cubicBezTo>
                  <a:cubicBezTo>
                    <a:pt x="33" y="58"/>
                    <a:pt x="37" y="62"/>
                    <a:pt x="42" y="66"/>
                  </a:cubicBezTo>
                  <a:cubicBezTo>
                    <a:pt x="48" y="69"/>
                    <a:pt x="55" y="72"/>
                    <a:pt x="63" y="72"/>
                  </a:cubicBezTo>
                  <a:cubicBezTo>
                    <a:pt x="64" y="72"/>
                    <a:pt x="64" y="72"/>
                    <a:pt x="64" y="72"/>
                  </a:cubicBezTo>
                  <a:cubicBezTo>
                    <a:pt x="64" y="89"/>
                    <a:pt x="64" y="89"/>
                    <a:pt x="64" y="89"/>
                  </a:cubicBezTo>
                  <a:cubicBezTo>
                    <a:pt x="45" y="89"/>
                    <a:pt x="33" y="84"/>
                    <a:pt x="26" y="76"/>
                  </a:cubicBezTo>
                  <a:cubicBezTo>
                    <a:pt x="18" y="68"/>
                    <a:pt x="15" y="59"/>
                    <a:pt x="13" y="52"/>
                  </a:cubicBezTo>
                  <a:cubicBezTo>
                    <a:pt x="9" y="42"/>
                    <a:pt x="6" y="41"/>
                    <a:pt x="4" y="40"/>
                  </a:cubicBezTo>
                  <a:cubicBezTo>
                    <a:pt x="4" y="40"/>
                    <a:pt x="4" y="40"/>
                    <a:pt x="4" y="40"/>
                  </a:cubicBezTo>
                  <a:cubicBezTo>
                    <a:pt x="4" y="40"/>
                    <a:pt x="4" y="40"/>
                    <a:pt x="3" y="40"/>
                  </a:cubicBezTo>
                  <a:cubicBezTo>
                    <a:pt x="3" y="40"/>
                    <a:pt x="3" y="40"/>
                    <a:pt x="3" y="40"/>
                  </a:cubicBezTo>
                  <a:cubicBezTo>
                    <a:pt x="1" y="39"/>
                    <a:pt x="0" y="31"/>
                    <a:pt x="0" y="24"/>
                  </a:cubicBezTo>
                  <a:cubicBezTo>
                    <a:pt x="0" y="21"/>
                    <a:pt x="0" y="19"/>
                    <a:pt x="0" y="17"/>
                  </a:cubicBezTo>
                  <a:cubicBezTo>
                    <a:pt x="1" y="14"/>
                    <a:pt x="1" y="12"/>
                    <a:pt x="2" y="10"/>
                  </a:cubicBezTo>
                  <a:cubicBezTo>
                    <a:pt x="3" y="8"/>
                    <a:pt x="4" y="7"/>
                    <a:pt x="6" y="8"/>
                  </a:cubicBezTo>
                  <a:cubicBezTo>
                    <a:pt x="8" y="8"/>
                    <a:pt x="13" y="7"/>
                    <a:pt x="20" y="5"/>
                  </a:cubicBezTo>
                  <a:cubicBezTo>
                    <a:pt x="31" y="3"/>
                    <a:pt x="45" y="0"/>
                    <a:pt x="57" y="0"/>
                  </a:cubicBez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0" name="Freeform 239"/>
            <p:cNvSpPr>
              <a:spLocks noEditPoints="1"/>
            </p:cNvSpPr>
            <p:nvPr/>
          </p:nvSpPr>
          <p:spPr bwMode="auto">
            <a:xfrm>
              <a:off x="2564" y="978"/>
              <a:ext cx="963" cy="870"/>
            </a:xfrm>
            <a:custGeom>
              <a:avLst/>
              <a:gdLst>
                <a:gd name="T0" fmla="*/ 571 w 862"/>
                <a:gd name="T1" fmla="*/ 120 h 779"/>
                <a:gd name="T2" fmla="*/ 601 w 862"/>
                <a:gd name="T3" fmla="*/ 182 h 779"/>
                <a:gd name="T4" fmla="*/ 599 w 862"/>
                <a:gd name="T5" fmla="*/ 281 h 779"/>
                <a:gd name="T6" fmla="*/ 613 w 862"/>
                <a:gd name="T7" fmla="*/ 349 h 779"/>
                <a:gd name="T8" fmla="*/ 862 w 862"/>
                <a:gd name="T9" fmla="*/ 398 h 779"/>
                <a:gd name="T10" fmla="*/ 544 w 862"/>
                <a:gd name="T11" fmla="*/ 666 h 779"/>
                <a:gd name="T12" fmla="*/ 694 w 862"/>
                <a:gd name="T13" fmla="*/ 460 h 779"/>
                <a:gd name="T14" fmla="*/ 609 w 862"/>
                <a:gd name="T15" fmla="*/ 376 h 779"/>
                <a:gd name="T16" fmla="*/ 544 w 862"/>
                <a:gd name="T17" fmla="*/ 137 h 779"/>
                <a:gd name="T18" fmla="*/ 544 w 862"/>
                <a:gd name="T19" fmla="*/ 137 h 779"/>
                <a:gd name="T20" fmla="*/ 528 w 862"/>
                <a:gd name="T21" fmla="*/ 355 h 779"/>
                <a:gd name="T22" fmla="*/ 446 w 862"/>
                <a:gd name="T23" fmla="*/ 437 h 779"/>
                <a:gd name="T24" fmla="*/ 474 w 862"/>
                <a:gd name="T25" fmla="*/ 397 h 779"/>
                <a:gd name="T26" fmla="*/ 446 w 862"/>
                <a:gd name="T27" fmla="*/ 128 h 779"/>
                <a:gd name="T28" fmla="*/ 544 w 862"/>
                <a:gd name="T29" fmla="*/ 666 h 779"/>
                <a:gd name="T30" fmla="*/ 446 w 862"/>
                <a:gd name="T31" fmla="*/ 633 h 779"/>
                <a:gd name="T32" fmla="*/ 544 w 862"/>
                <a:gd name="T33" fmla="*/ 608 h 779"/>
                <a:gd name="T34" fmla="*/ 446 w 862"/>
                <a:gd name="T35" fmla="*/ 172 h 779"/>
                <a:gd name="T36" fmla="*/ 446 w 862"/>
                <a:gd name="T37" fmla="*/ 172 h 779"/>
                <a:gd name="T38" fmla="*/ 446 w 862"/>
                <a:gd name="T39" fmla="*/ 74 h 779"/>
                <a:gd name="T40" fmla="*/ 444 w 862"/>
                <a:gd name="T41" fmla="*/ 128 h 779"/>
                <a:gd name="T42" fmla="*/ 446 w 862"/>
                <a:gd name="T43" fmla="*/ 159 h 779"/>
                <a:gd name="T44" fmla="*/ 433 w 862"/>
                <a:gd name="T45" fmla="*/ 156 h 779"/>
                <a:gd name="T46" fmla="*/ 366 w 862"/>
                <a:gd name="T47" fmla="*/ 144 h 779"/>
                <a:gd name="T48" fmla="*/ 446 w 862"/>
                <a:gd name="T49" fmla="*/ 749 h 779"/>
                <a:gd name="T50" fmla="*/ 410 w 862"/>
                <a:gd name="T51" fmla="*/ 779 h 779"/>
                <a:gd name="T52" fmla="*/ 366 w 862"/>
                <a:gd name="T53" fmla="*/ 588 h 779"/>
                <a:gd name="T54" fmla="*/ 413 w 862"/>
                <a:gd name="T55" fmla="*/ 487 h 779"/>
                <a:gd name="T56" fmla="*/ 366 w 862"/>
                <a:gd name="T57" fmla="*/ 423 h 779"/>
                <a:gd name="T58" fmla="*/ 446 w 862"/>
                <a:gd name="T59" fmla="*/ 437 h 779"/>
                <a:gd name="T60" fmla="*/ 427 w 862"/>
                <a:gd name="T61" fmla="*/ 529 h 779"/>
                <a:gd name="T62" fmla="*/ 446 w 862"/>
                <a:gd name="T63" fmla="*/ 633 h 779"/>
                <a:gd name="T64" fmla="*/ 339 w 862"/>
                <a:gd name="T65" fmla="*/ 500 h 779"/>
                <a:gd name="T66" fmla="*/ 240 w 862"/>
                <a:gd name="T67" fmla="*/ 486 h 779"/>
                <a:gd name="T68" fmla="*/ 184 w 862"/>
                <a:gd name="T69" fmla="*/ 445 h 779"/>
                <a:gd name="T70" fmla="*/ 366 w 862"/>
                <a:gd name="T71" fmla="*/ 26 h 779"/>
                <a:gd name="T72" fmla="*/ 359 w 862"/>
                <a:gd name="T73" fmla="*/ 147 h 779"/>
                <a:gd name="T74" fmla="*/ 339 w 862"/>
                <a:gd name="T75" fmla="*/ 156 h 779"/>
                <a:gd name="T76" fmla="*/ 240 w 862"/>
                <a:gd name="T77" fmla="*/ 169 h 779"/>
                <a:gd name="T78" fmla="*/ 222 w 862"/>
                <a:gd name="T79" fmla="*/ 285 h 779"/>
                <a:gd name="T80" fmla="*/ 243 w 862"/>
                <a:gd name="T81" fmla="*/ 328 h 779"/>
                <a:gd name="T82" fmla="*/ 312 w 862"/>
                <a:gd name="T83" fmla="*/ 404 h 779"/>
                <a:gd name="T84" fmla="*/ 366 w 862"/>
                <a:gd name="T85" fmla="*/ 500 h 779"/>
                <a:gd name="T86" fmla="*/ 366 w 862"/>
                <a:gd name="T87" fmla="*/ 757 h 779"/>
                <a:gd name="T88" fmla="*/ 366 w 862"/>
                <a:gd name="T89" fmla="*/ 588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62" h="779">
                  <a:moveTo>
                    <a:pt x="544" y="137"/>
                  </a:moveTo>
                  <a:cubicBezTo>
                    <a:pt x="557" y="140"/>
                    <a:pt x="566" y="135"/>
                    <a:pt x="571" y="120"/>
                  </a:cubicBezTo>
                  <a:cubicBezTo>
                    <a:pt x="590" y="135"/>
                    <a:pt x="578" y="180"/>
                    <a:pt x="555" y="207"/>
                  </a:cubicBezTo>
                  <a:cubicBezTo>
                    <a:pt x="570" y="208"/>
                    <a:pt x="581" y="204"/>
                    <a:pt x="601" y="182"/>
                  </a:cubicBezTo>
                  <a:cubicBezTo>
                    <a:pt x="612" y="238"/>
                    <a:pt x="582" y="266"/>
                    <a:pt x="563" y="282"/>
                  </a:cubicBezTo>
                  <a:cubicBezTo>
                    <a:pt x="570" y="287"/>
                    <a:pt x="582" y="291"/>
                    <a:pt x="599" y="281"/>
                  </a:cubicBezTo>
                  <a:cubicBezTo>
                    <a:pt x="598" y="303"/>
                    <a:pt x="588" y="328"/>
                    <a:pt x="573" y="352"/>
                  </a:cubicBezTo>
                  <a:cubicBezTo>
                    <a:pt x="585" y="354"/>
                    <a:pt x="598" y="354"/>
                    <a:pt x="613" y="349"/>
                  </a:cubicBezTo>
                  <a:cubicBezTo>
                    <a:pt x="691" y="324"/>
                    <a:pt x="778" y="262"/>
                    <a:pt x="837" y="336"/>
                  </a:cubicBezTo>
                  <a:cubicBezTo>
                    <a:pt x="850" y="352"/>
                    <a:pt x="858" y="374"/>
                    <a:pt x="862" y="398"/>
                  </a:cubicBezTo>
                  <a:cubicBezTo>
                    <a:pt x="857" y="405"/>
                    <a:pt x="857" y="405"/>
                    <a:pt x="857" y="405"/>
                  </a:cubicBezTo>
                  <a:cubicBezTo>
                    <a:pt x="544" y="666"/>
                    <a:pt x="544" y="666"/>
                    <a:pt x="544" y="666"/>
                  </a:cubicBezTo>
                  <a:cubicBezTo>
                    <a:pt x="544" y="608"/>
                    <a:pt x="544" y="608"/>
                    <a:pt x="544" y="608"/>
                  </a:cubicBezTo>
                  <a:cubicBezTo>
                    <a:pt x="610" y="578"/>
                    <a:pt x="663" y="525"/>
                    <a:pt x="694" y="460"/>
                  </a:cubicBezTo>
                  <a:cubicBezTo>
                    <a:pt x="720" y="405"/>
                    <a:pt x="718" y="359"/>
                    <a:pt x="708" y="337"/>
                  </a:cubicBezTo>
                  <a:cubicBezTo>
                    <a:pt x="678" y="348"/>
                    <a:pt x="644" y="365"/>
                    <a:pt x="609" y="376"/>
                  </a:cubicBezTo>
                  <a:cubicBezTo>
                    <a:pt x="588" y="382"/>
                    <a:pt x="566" y="377"/>
                    <a:pt x="544" y="365"/>
                  </a:cubicBezTo>
                  <a:lnTo>
                    <a:pt x="544" y="137"/>
                  </a:lnTo>
                  <a:close/>
                  <a:moveTo>
                    <a:pt x="446" y="74"/>
                  </a:moveTo>
                  <a:cubicBezTo>
                    <a:pt x="486" y="103"/>
                    <a:pt x="521" y="132"/>
                    <a:pt x="544" y="137"/>
                  </a:cubicBezTo>
                  <a:cubicBezTo>
                    <a:pt x="544" y="365"/>
                    <a:pt x="544" y="365"/>
                    <a:pt x="544" y="365"/>
                  </a:cubicBezTo>
                  <a:cubicBezTo>
                    <a:pt x="539" y="362"/>
                    <a:pt x="534" y="358"/>
                    <a:pt x="528" y="355"/>
                  </a:cubicBezTo>
                  <a:cubicBezTo>
                    <a:pt x="520" y="377"/>
                    <a:pt x="507" y="397"/>
                    <a:pt x="488" y="413"/>
                  </a:cubicBezTo>
                  <a:cubicBezTo>
                    <a:pt x="475" y="424"/>
                    <a:pt x="461" y="432"/>
                    <a:pt x="446" y="437"/>
                  </a:cubicBezTo>
                  <a:cubicBezTo>
                    <a:pt x="446" y="415"/>
                    <a:pt x="446" y="415"/>
                    <a:pt x="446" y="415"/>
                  </a:cubicBezTo>
                  <a:cubicBezTo>
                    <a:pt x="456" y="411"/>
                    <a:pt x="465" y="405"/>
                    <a:pt x="474" y="397"/>
                  </a:cubicBezTo>
                  <a:cubicBezTo>
                    <a:pt x="521" y="358"/>
                    <a:pt x="527" y="297"/>
                    <a:pt x="509" y="238"/>
                  </a:cubicBezTo>
                  <a:cubicBezTo>
                    <a:pt x="536" y="206"/>
                    <a:pt x="490" y="133"/>
                    <a:pt x="446" y="128"/>
                  </a:cubicBezTo>
                  <a:cubicBezTo>
                    <a:pt x="446" y="74"/>
                    <a:pt x="446" y="74"/>
                    <a:pt x="446" y="74"/>
                  </a:cubicBezTo>
                  <a:close/>
                  <a:moveTo>
                    <a:pt x="544" y="666"/>
                  </a:moveTo>
                  <a:cubicBezTo>
                    <a:pt x="446" y="749"/>
                    <a:pt x="446" y="749"/>
                    <a:pt x="446" y="749"/>
                  </a:cubicBezTo>
                  <a:cubicBezTo>
                    <a:pt x="446" y="633"/>
                    <a:pt x="446" y="633"/>
                    <a:pt x="446" y="633"/>
                  </a:cubicBezTo>
                  <a:cubicBezTo>
                    <a:pt x="460" y="633"/>
                    <a:pt x="475" y="631"/>
                    <a:pt x="491" y="627"/>
                  </a:cubicBezTo>
                  <a:cubicBezTo>
                    <a:pt x="509" y="622"/>
                    <a:pt x="527" y="616"/>
                    <a:pt x="544" y="608"/>
                  </a:cubicBezTo>
                  <a:cubicBezTo>
                    <a:pt x="544" y="666"/>
                    <a:pt x="544" y="666"/>
                    <a:pt x="544" y="666"/>
                  </a:cubicBezTo>
                  <a:close/>
                  <a:moveTo>
                    <a:pt x="446" y="172"/>
                  </a:moveTo>
                  <a:cubicBezTo>
                    <a:pt x="456" y="184"/>
                    <a:pt x="453" y="175"/>
                    <a:pt x="446" y="159"/>
                  </a:cubicBezTo>
                  <a:lnTo>
                    <a:pt x="446" y="172"/>
                  </a:lnTo>
                  <a:close/>
                  <a:moveTo>
                    <a:pt x="366" y="26"/>
                  </a:moveTo>
                  <a:cubicBezTo>
                    <a:pt x="394" y="38"/>
                    <a:pt x="421" y="56"/>
                    <a:pt x="446" y="74"/>
                  </a:cubicBezTo>
                  <a:cubicBezTo>
                    <a:pt x="446" y="128"/>
                    <a:pt x="446" y="128"/>
                    <a:pt x="446" y="128"/>
                  </a:cubicBezTo>
                  <a:cubicBezTo>
                    <a:pt x="445" y="128"/>
                    <a:pt x="445" y="128"/>
                    <a:pt x="444" y="128"/>
                  </a:cubicBezTo>
                  <a:cubicBezTo>
                    <a:pt x="438" y="134"/>
                    <a:pt x="441" y="146"/>
                    <a:pt x="446" y="157"/>
                  </a:cubicBezTo>
                  <a:cubicBezTo>
                    <a:pt x="446" y="159"/>
                    <a:pt x="446" y="159"/>
                    <a:pt x="446" y="159"/>
                  </a:cubicBezTo>
                  <a:cubicBezTo>
                    <a:pt x="446" y="172"/>
                    <a:pt x="446" y="172"/>
                    <a:pt x="446" y="172"/>
                  </a:cubicBezTo>
                  <a:cubicBezTo>
                    <a:pt x="443" y="169"/>
                    <a:pt x="439" y="164"/>
                    <a:pt x="433" y="156"/>
                  </a:cubicBezTo>
                  <a:cubicBezTo>
                    <a:pt x="425" y="146"/>
                    <a:pt x="416" y="137"/>
                    <a:pt x="406" y="129"/>
                  </a:cubicBezTo>
                  <a:cubicBezTo>
                    <a:pt x="396" y="133"/>
                    <a:pt x="382" y="137"/>
                    <a:pt x="366" y="144"/>
                  </a:cubicBezTo>
                  <a:cubicBezTo>
                    <a:pt x="366" y="26"/>
                    <a:pt x="366" y="26"/>
                    <a:pt x="366" y="26"/>
                  </a:cubicBezTo>
                  <a:close/>
                  <a:moveTo>
                    <a:pt x="446" y="749"/>
                  </a:moveTo>
                  <a:cubicBezTo>
                    <a:pt x="422" y="769"/>
                    <a:pt x="422" y="769"/>
                    <a:pt x="422" y="769"/>
                  </a:cubicBezTo>
                  <a:cubicBezTo>
                    <a:pt x="410" y="779"/>
                    <a:pt x="410" y="779"/>
                    <a:pt x="410" y="779"/>
                  </a:cubicBezTo>
                  <a:cubicBezTo>
                    <a:pt x="393" y="774"/>
                    <a:pt x="378" y="766"/>
                    <a:pt x="366" y="757"/>
                  </a:cubicBezTo>
                  <a:cubicBezTo>
                    <a:pt x="366" y="588"/>
                    <a:pt x="366" y="588"/>
                    <a:pt x="366" y="588"/>
                  </a:cubicBezTo>
                  <a:cubicBezTo>
                    <a:pt x="379" y="567"/>
                    <a:pt x="392" y="546"/>
                    <a:pt x="403" y="526"/>
                  </a:cubicBezTo>
                  <a:cubicBezTo>
                    <a:pt x="410" y="512"/>
                    <a:pt x="413" y="499"/>
                    <a:pt x="413" y="487"/>
                  </a:cubicBezTo>
                  <a:cubicBezTo>
                    <a:pt x="397" y="493"/>
                    <a:pt x="381" y="498"/>
                    <a:pt x="366" y="500"/>
                  </a:cubicBezTo>
                  <a:cubicBezTo>
                    <a:pt x="366" y="423"/>
                    <a:pt x="366" y="423"/>
                    <a:pt x="366" y="423"/>
                  </a:cubicBezTo>
                  <a:cubicBezTo>
                    <a:pt x="394" y="428"/>
                    <a:pt x="421" y="427"/>
                    <a:pt x="446" y="415"/>
                  </a:cubicBezTo>
                  <a:cubicBezTo>
                    <a:pt x="446" y="437"/>
                    <a:pt x="446" y="437"/>
                    <a:pt x="446" y="437"/>
                  </a:cubicBezTo>
                  <a:cubicBezTo>
                    <a:pt x="438" y="440"/>
                    <a:pt x="430" y="442"/>
                    <a:pt x="422" y="443"/>
                  </a:cubicBezTo>
                  <a:cubicBezTo>
                    <a:pt x="436" y="473"/>
                    <a:pt x="441" y="504"/>
                    <a:pt x="427" y="529"/>
                  </a:cubicBezTo>
                  <a:cubicBezTo>
                    <a:pt x="410" y="560"/>
                    <a:pt x="389" y="589"/>
                    <a:pt x="374" y="617"/>
                  </a:cubicBezTo>
                  <a:cubicBezTo>
                    <a:pt x="387" y="626"/>
                    <a:pt x="412" y="634"/>
                    <a:pt x="446" y="633"/>
                  </a:cubicBezTo>
                  <a:lnTo>
                    <a:pt x="446" y="749"/>
                  </a:lnTo>
                  <a:close/>
                  <a:moveTo>
                    <a:pt x="339" y="500"/>
                  </a:moveTo>
                  <a:cubicBezTo>
                    <a:pt x="351" y="485"/>
                    <a:pt x="350" y="473"/>
                    <a:pt x="346" y="465"/>
                  </a:cubicBezTo>
                  <a:cubicBezTo>
                    <a:pt x="327" y="481"/>
                    <a:pt x="294" y="506"/>
                    <a:pt x="240" y="486"/>
                  </a:cubicBezTo>
                  <a:cubicBezTo>
                    <a:pt x="266" y="470"/>
                    <a:pt x="271" y="459"/>
                    <a:pt x="274" y="445"/>
                  </a:cubicBezTo>
                  <a:cubicBezTo>
                    <a:pt x="243" y="463"/>
                    <a:pt x="196" y="467"/>
                    <a:pt x="184" y="445"/>
                  </a:cubicBezTo>
                  <a:cubicBezTo>
                    <a:pt x="286" y="433"/>
                    <a:pt x="0" y="181"/>
                    <a:pt x="201" y="73"/>
                  </a:cubicBezTo>
                  <a:cubicBezTo>
                    <a:pt x="250" y="0"/>
                    <a:pt x="309" y="1"/>
                    <a:pt x="366" y="26"/>
                  </a:cubicBezTo>
                  <a:cubicBezTo>
                    <a:pt x="366" y="144"/>
                    <a:pt x="366" y="144"/>
                    <a:pt x="366" y="144"/>
                  </a:cubicBezTo>
                  <a:cubicBezTo>
                    <a:pt x="364" y="145"/>
                    <a:pt x="361" y="146"/>
                    <a:pt x="359" y="147"/>
                  </a:cubicBezTo>
                  <a:cubicBezTo>
                    <a:pt x="348" y="136"/>
                    <a:pt x="332" y="126"/>
                    <a:pt x="294" y="124"/>
                  </a:cubicBezTo>
                  <a:cubicBezTo>
                    <a:pt x="303" y="129"/>
                    <a:pt x="322" y="138"/>
                    <a:pt x="339" y="156"/>
                  </a:cubicBezTo>
                  <a:cubicBezTo>
                    <a:pt x="310" y="171"/>
                    <a:pt x="285" y="192"/>
                    <a:pt x="264" y="218"/>
                  </a:cubicBezTo>
                  <a:cubicBezTo>
                    <a:pt x="250" y="198"/>
                    <a:pt x="244" y="179"/>
                    <a:pt x="240" y="169"/>
                  </a:cubicBezTo>
                  <a:cubicBezTo>
                    <a:pt x="236" y="206"/>
                    <a:pt x="243" y="223"/>
                    <a:pt x="252" y="235"/>
                  </a:cubicBezTo>
                  <a:cubicBezTo>
                    <a:pt x="238" y="256"/>
                    <a:pt x="230" y="275"/>
                    <a:pt x="222" y="285"/>
                  </a:cubicBezTo>
                  <a:cubicBezTo>
                    <a:pt x="229" y="296"/>
                    <a:pt x="236" y="306"/>
                    <a:pt x="244" y="315"/>
                  </a:cubicBezTo>
                  <a:cubicBezTo>
                    <a:pt x="273" y="346"/>
                    <a:pt x="263" y="341"/>
                    <a:pt x="243" y="328"/>
                  </a:cubicBezTo>
                  <a:cubicBezTo>
                    <a:pt x="232" y="322"/>
                    <a:pt x="221" y="316"/>
                    <a:pt x="214" y="322"/>
                  </a:cubicBezTo>
                  <a:cubicBezTo>
                    <a:pt x="209" y="366"/>
                    <a:pt x="275" y="426"/>
                    <a:pt x="312" y="404"/>
                  </a:cubicBezTo>
                  <a:cubicBezTo>
                    <a:pt x="329" y="413"/>
                    <a:pt x="348" y="420"/>
                    <a:pt x="366" y="423"/>
                  </a:cubicBezTo>
                  <a:cubicBezTo>
                    <a:pt x="366" y="500"/>
                    <a:pt x="366" y="500"/>
                    <a:pt x="366" y="500"/>
                  </a:cubicBezTo>
                  <a:cubicBezTo>
                    <a:pt x="356" y="501"/>
                    <a:pt x="347" y="501"/>
                    <a:pt x="339" y="500"/>
                  </a:cubicBezTo>
                  <a:close/>
                  <a:moveTo>
                    <a:pt x="366" y="757"/>
                  </a:moveTo>
                  <a:cubicBezTo>
                    <a:pt x="361" y="753"/>
                    <a:pt x="356" y="749"/>
                    <a:pt x="353" y="745"/>
                  </a:cubicBezTo>
                  <a:cubicBezTo>
                    <a:pt x="307" y="694"/>
                    <a:pt x="334" y="641"/>
                    <a:pt x="366" y="588"/>
                  </a:cubicBezTo>
                  <a:lnTo>
                    <a:pt x="366" y="757"/>
                  </a:ln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1" name="Freeform 240"/>
            <p:cNvSpPr>
              <a:spLocks noEditPoints="1"/>
            </p:cNvSpPr>
            <p:nvPr/>
          </p:nvSpPr>
          <p:spPr bwMode="auto">
            <a:xfrm>
              <a:off x="3959" y="986"/>
              <a:ext cx="868" cy="892"/>
            </a:xfrm>
            <a:custGeom>
              <a:avLst/>
              <a:gdLst>
                <a:gd name="T0" fmla="*/ 625 w 777"/>
                <a:gd name="T1" fmla="*/ 49 h 799"/>
                <a:gd name="T2" fmla="*/ 740 w 777"/>
                <a:gd name="T3" fmla="*/ 333 h 799"/>
                <a:gd name="T4" fmla="*/ 640 w 777"/>
                <a:gd name="T5" fmla="*/ 510 h 799"/>
                <a:gd name="T6" fmla="*/ 607 w 777"/>
                <a:gd name="T7" fmla="*/ 409 h 799"/>
                <a:gd name="T8" fmla="*/ 629 w 777"/>
                <a:gd name="T9" fmla="*/ 338 h 799"/>
                <a:gd name="T10" fmla="*/ 607 w 777"/>
                <a:gd name="T11" fmla="*/ 392 h 799"/>
                <a:gd name="T12" fmla="*/ 575 w 777"/>
                <a:gd name="T13" fmla="*/ 6 h 799"/>
                <a:gd name="T14" fmla="*/ 607 w 777"/>
                <a:gd name="T15" fmla="*/ 392 h 799"/>
                <a:gd name="T16" fmla="*/ 575 w 777"/>
                <a:gd name="T17" fmla="*/ 367 h 799"/>
                <a:gd name="T18" fmla="*/ 575 w 777"/>
                <a:gd name="T19" fmla="*/ 6 h 799"/>
                <a:gd name="T20" fmla="*/ 599 w 777"/>
                <a:gd name="T21" fmla="*/ 559 h 799"/>
                <a:gd name="T22" fmla="*/ 575 w 777"/>
                <a:gd name="T23" fmla="*/ 415 h 799"/>
                <a:gd name="T24" fmla="*/ 584 w 777"/>
                <a:gd name="T25" fmla="*/ 422 h 799"/>
                <a:gd name="T26" fmla="*/ 607 w 777"/>
                <a:gd name="T27" fmla="*/ 561 h 799"/>
                <a:gd name="T28" fmla="*/ 484 w 777"/>
                <a:gd name="T29" fmla="*/ 24 h 799"/>
                <a:gd name="T30" fmla="*/ 575 w 777"/>
                <a:gd name="T31" fmla="*/ 344 h 799"/>
                <a:gd name="T32" fmla="*/ 550 w 777"/>
                <a:gd name="T33" fmla="*/ 238 h 799"/>
                <a:gd name="T34" fmla="*/ 491 w 777"/>
                <a:gd name="T35" fmla="*/ 121 h 799"/>
                <a:gd name="T36" fmla="*/ 462 w 777"/>
                <a:gd name="T37" fmla="*/ 42 h 799"/>
                <a:gd name="T38" fmla="*/ 544 w 777"/>
                <a:gd name="T39" fmla="*/ 593 h 799"/>
                <a:gd name="T40" fmla="*/ 517 w 777"/>
                <a:gd name="T41" fmla="*/ 763 h 799"/>
                <a:gd name="T42" fmla="*/ 462 w 777"/>
                <a:gd name="T43" fmla="*/ 632 h 799"/>
                <a:gd name="T44" fmla="*/ 462 w 777"/>
                <a:gd name="T45" fmla="*/ 588 h 799"/>
                <a:gd name="T46" fmla="*/ 532 w 777"/>
                <a:gd name="T47" fmla="*/ 430 h 799"/>
                <a:gd name="T48" fmla="*/ 575 w 777"/>
                <a:gd name="T49" fmla="*/ 367 h 799"/>
                <a:gd name="T50" fmla="*/ 575 w 777"/>
                <a:gd name="T51" fmla="*/ 415 h 799"/>
                <a:gd name="T52" fmla="*/ 0 w 777"/>
                <a:gd name="T53" fmla="*/ 428 h 799"/>
                <a:gd name="T54" fmla="*/ 134 w 777"/>
                <a:gd name="T55" fmla="*/ 334 h 799"/>
                <a:gd name="T56" fmla="*/ 200 w 777"/>
                <a:gd name="T57" fmla="*/ 253 h 799"/>
                <a:gd name="T58" fmla="*/ 305 w 777"/>
                <a:gd name="T59" fmla="*/ 114 h 799"/>
                <a:gd name="T60" fmla="*/ 462 w 777"/>
                <a:gd name="T61" fmla="*/ 42 h 799"/>
                <a:gd name="T62" fmla="*/ 424 w 777"/>
                <a:gd name="T63" fmla="*/ 177 h 799"/>
                <a:gd name="T64" fmla="*/ 378 w 777"/>
                <a:gd name="T65" fmla="*/ 163 h 799"/>
                <a:gd name="T66" fmla="*/ 387 w 777"/>
                <a:gd name="T67" fmla="*/ 418 h 799"/>
                <a:gd name="T68" fmla="*/ 462 w 777"/>
                <a:gd name="T69" fmla="*/ 588 h 799"/>
                <a:gd name="T70" fmla="*/ 446 w 777"/>
                <a:gd name="T71" fmla="*/ 466 h 799"/>
                <a:gd name="T72" fmla="*/ 328 w 777"/>
                <a:gd name="T73" fmla="*/ 371 h 799"/>
                <a:gd name="T74" fmla="*/ 168 w 777"/>
                <a:gd name="T75" fmla="*/ 366 h 799"/>
                <a:gd name="T76" fmla="*/ 462 w 777"/>
                <a:gd name="T77" fmla="*/ 798 h 799"/>
                <a:gd name="T78" fmla="*/ 0 w 777"/>
                <a:gd name="T79" fmla="*/ 428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77" h="799">
                  <a:moveTo>
                    <a:pt x="607" y="19"/>
                  </a:moveTo>
                  <a:cubicBezTo>
                    <a:pt x="618" y="26"/>
                    <a:pt x="624" y="36"/>
                    <a:pt x="625" y="49"/>
                  </a:cubicBezTo>
                  <a:cubicBezTo>
                    <a:pt x="702" y="33"/>
                    <a:pt x="777" y="160"/>
                    <a:pt x="758" y="217"/>
                  </a:cubicBezTo>
                  <a:cubicBezTo>
                    <a:pt x="737" y="276"/>
                    <a:pt x="708" y="290"/>
                    <a:pt x="740" y="333"/>
                  </a:cubicBezTo>
                  <a:cubicBezTo>
                    <a:pt x="771" y="377"/>
                    <a:pt x="731" y="456"/>
                    <a:pt x="679" y="461"/>
                  </a:cubicBezTo>
                  <a:cubicBezTo>
                    <a:pt x="628" y="467"/>
                    <a:pt x="622" y="471"/>
                    <a:pt x="640" y="510"/>
                  </a:cubicBezTo>
                  <a:cubicBezTo>
                    <a:pt x="657" y="547"/>
                    <a:pt x="637" y="563"/>
                    <a:pt x="607" y="561"/>
                  </a:cubicBezTo>
                  <a:cubicBezTo>
                    <a:pt x="607" y="409"/>
                    <a:pt x="607" y="409"/>
                    <a:pt x="607" y="409"/>
                  </a:cubicBezTo>
                  <a:cubicBezTo>
                    <a:pt x="619" y="400"/>
                    <a:pt x="630" y="388"/>
                    <a:pt x="637" y="375"/>
                  </a:cubicBezTo>
                  <a:cubicBezTo>
                    <a:pt x="645" y="362"/>
                    <a:pt x="659" y="324"/>
                    <a:pt x="629" y="338"/>
                  </a:cubicBezTo>
                  <a:cubicBezTo>
                    <a:pt x="629" y="338"/>
                    <a:pt x="629" y="339"/>
                    <a:pt x="629" y="339"/>
                  </a:cubicBezTo>
                  <a:cubicBezTo>
                    <a:pt x="647" y="372"/>
                    <a:pt x="629" y="385"/>
                    <a:pt x="607" y="392"/>
                  </a:cubicBezTo>
                  <a:lnTo>
                    <a:pt x="607" y="19"/>
                  </a:lnTo>
                  <a:close/>
                  <a:moveTo>
                    <a:pt x="575" y="6"/>
                  </a:moveTo>
                  <a:cubicBezTo>
                    <a:pt x="588" y="8"/>
                    <a:pt x="599" y="12"/>
                    <a:pt x="607" y="19"/>
                  </a:cubicBezTo>
                  <a:cubicBezTo>
                    <a:pt x="607" y="392"/>
                    <a:pt x="607" y="392"/>
                    <a:pt x="607" y="392"/>
                  </a:cubicBezTo>
                  <a:cubicBezTo>
                    <a:pt x="596" y="396"/>
                    <a:pt x="583" y="398"/>
                    <a:pt x="575" y="401"/>
                  </a:cubicBezTo>
                  <a:cubicBezTo>
                    <a:pt x="575" y="367"/>
                    <a:pt x="575" y="367"/>
                    <a:pt x="575" y="367"/>
                  </a:cubicBezTo>
                  <a:cubicBezTo>
                    <a:pt x="584" y="363"/>
                    <a:pt x="585" y="357"/>
                    <a:pt x="575" y="344"/>
                  </a:cubicBezTo>
                  <a:cubicBezTo>
                    <a:pt x="575" y="6"/>
                    <a:pt x="575" y="6"/>
                    <a:pt x="575" y="6"/>
                  </a:cubicBezTo>
                  <a:close/>
                  <a:moveTo>
                    <a:pt x="607" y="561"/>
                  </a:moveTo>
                  <a:cubicBezTo>
                    <a:pt x="605" y="560"/>
                    <a:pt x="602" y="560"/>
                    <a:pt x="599" y="559"/>
                  </a:cubicBezTo>
                  <a:cubicBezTo>
                    <a:pt x="591" y="558"/>
                    <a:pt x="583" y="557"/>
                    <a:pt x="575" y="557"/>
                  </a:cubicBezTo>
                  <a:cubicBezTo>
                    <a:pt x="575" y="415"/>
                    <a:pt x="575" y="415"/>
                    <a:pt x="575" y="415"/>
                  </a:cubicBezTo>
                  <a:cubicBezTo>
                    <a:pt x="575" y="415"/>
                    <a:pt x="576" y="415"/>
                    <a:pt x="576" y="415"/>
                  </a:cubicBezTo>
                  <a:cubicBezTo>
                    <a:pt x="579" y="418"/>
                    <a:pt x="582" y="420"/>
                    <a:pt x="584" y="422"/>
                  </a:cubicBezTo>
                  <a:cubicBezTo>
                    <a:pt x="592" y="419"/>
                    <a:pt x="600" y="415"/>
                    <a:pt x="607" y="409"/>
                  </a:cubicBezTo>
                  <a:lnTo>
                    <a:pt x="607" y="561"/>
                  </a:lnTo>
                  <a:close/>
                  <a:moveTo>
                    <a:pt x="462" y="42"/>
                  </a:moveTo>
                  <a:cubicBezTo>
                    <a:pt x="468" y="37"/>
                    <a:pt x="475" y="31"/>
                    <a:pt x="484" y="24"/>
                  </a:cubicBezTo>
                  <a:cubicBezTo>
                    <a:pt x="509" y="6"/>
                    <a:pt x="545" y="0"/>
                    <a:pt x="575" y="6"/>
                  </a:cubicBezTo>
                  <a:cubicBezTo>
                    <a:pt x="575" y="344"/>
                    <a:pt x="575" y="344"/>
                    <a:pt x="575" y="344"/>
                  </a:cubicBezTo>
                  <a:cubicBezTo>
                    <a:pt x="572" y="340"/>
                    <a:pt x="567" y="334"/>
                    <a:pt x="561" y="328"/>
                  </a:cubicBezTo>
                  <a:cubicBezTo>
                    <a:pt x="511" y="275"/>
                    <a:pt x="620" y="292"/>
                    <a:pt x="550" y="238"/>
                  </a:cubicBezTo>
                  <a:cubicBezTo>
                    <a:pt x="509" y="206"/>
                    <a:pt x="492" y="157"/>
                    <a:pt x="495" y="119"/>
                  </a:cubicBezTo>
                  <a:cubicBezTo>
                    <a:pt x="494" y="120"/>
                    <a:pt x="493" y="120"/>
                    <a:pt x="491" y="121"/>
                  </a:cubicBezTo>
                  <a:cubicBezTo>
                    <a:pt x="481" y="126"/>
                    <a:pt x="471" y="132"/>
                    <a:pt x="462" y="139"/>
                  </a:cubicBezTo>
                  <a:cubicBezTo>
                    <a:pt x="462" y="42"/>
                    <a:pt x="462" y="42"/>
                    <a:pt x="462" y="42"/>
                  </a:cubicBezTo>
                  <a:close/>
                  <a:moveTo>
                    <a:pt x="575" y="557"/>
                  </a:moveTo>
                  <a:cubicBezTo>
                    <a:pt x="551" y="558"/>
                    <a:pt x="534" y="570"/>
                    <a:pt x="544" y="593"/>
                  </a:cubicBezTo>
                  <a:cubicBezTo>
                    <a:pt x="553" y="616"/>
                    <a:pt x="549" y="638"/>
                    <a:pt x="524" y="648"/>
                  </a:cubicBezTo>
                  <a:cubicBezTo>
                    <a:pt x="543" y="687"/>
                    <a:pt x="549" y="725"/>
                    <a:pt x="517" y="763"/>
                  </a:cubicBezTo>
                  <a:cubicBezTo>
                    <a:pt x="504" y="778"/>
                    <a:pt x="484" y="790"/>
                    <a:pt x="462" y="798"/>
                  </a:cubicBezTo>
                  <a:cubicBezTo>
                    <a:pt x="462" y="632"/>
                    <a:pt x="462" y="632"/>
                    <a:pt x="462" y="632"/>
                  </a:cubicBezTo>
                  <a:cubicBezTo>
                    <a:pt x="470" y="631"/>
                    <a:pt x="479" y="628"/>
                    <a:pt x="486" y="624"/>
                  </a:cubicBezTo>
                  <a:cubicBezTo>
                    <a:pt x="479" y="612"/>
                    <a:pt x="470" y="600"/>
                    <a:pt x="462" y="588"/>
                  </a:cubicBezTo>
                  <a:cubicBezTo>
                    <a:pt x="462" y="445"/>
                    <a:pt x="462" y="445"/>
                    <a:pt x="462" y="445"/>
                  </a:cubicBezTo>
                  <a:cubicBezTo>
                    <a:pt x="485" y="446"/>
                    <a:pt x="509" y="440"/>
                    <a:pt x="532" y="430"/>
                  </a:cubicBezTo>
                  <a:cubicBezTo>
                    <a:pt x="507" y="401"/>
                    <a:pt x="519" y="378"/>
                    <a:pt x="546" y="374"/>
                  </a:cubicBezTo>
                  <a:cubicBezTo>
                    <a:pt x="559" y="371"/>
                    <a:pt x="569" y="370"/>
                    <a:pt x="575" y="367"/>
                  </a:cubicBezTo>
                  <a:cubicBezTo>
                    <a:pt x="575" y="401"/>
                    <a:pt x="575" y="401"/>
                    <a:pt x="575" y="401"/>
                  </a:cubicBezTo>
                  <a:cubicBezTo>
                    <a:pt x="567" y="404"/>
                    <a:pt x="564" y="407"/>
                    <a:pt x="575" y="415"/>
                  </a:cubicBezTo>
                  <a:lnTo>
                    <a:pt x="575" y="557"/>
                  </a:lnTo>
                  <a:close/>
                  <a:moveTo>
                    <a:pt x="0" y="428"/>
                  </a:moveTo>
                  <a:cubicBezTo>
                    <a:pt x="4" y="403"/>
                    <a:pt x="11" y="382"/>
                    <a:pt x="23" y="365"/>
                  </a:cubicBezTo>
                  <a:cubicBezTo>
                    <a:pt x="53" y="326"/>
                    <a:pt x="92" y="324"/>
                    <a:pt x="134" y="334"/>
                  </a:cubicBezTo>
                  <a:cubicBezTo>
                    <a:pt x="134" y="311"/>
                    <a:pt x="152" y="304"/>
                    <a:pt x="175" y="307"/>
                  </a:cubicBezTo>
                  <a:cubicBezTo>
                    <a:pt x="208" y="313"/>
                    <a:pt x="218" y="288"/>
                    <a:pt x="200" y="253"/>
                  </a:cubicBezTo>
                  <a:cubicBezTo>
                    <a:pt x="183" y="218"/>
                    <a:pt x="208" y="176"/>
                    <a:pt x="255" y="178"/>
                  </a:cubicBezTo>
                  <a:cubicBezTo>
                    <a:pt x="301" y="181"/>
                    <a:pt x="302" y="160"/>
                    <a:pt x="305" y="114"/>
                  </a:cubicBezTo>
                  <a:cubicBezTo>
                    <a:pt x="307" y="69"/>
                    <a:pt x="364" y="40"/>
                    <a:pt x="400" y="59"/>
                  </a:cubicBezTo>
                  <a:cubicBezTo>
                    <a:pt x="430" y="74"/>
                    <a:pt x="436" y="65"/>
                    <a:pt x="462" y="42"/>
                  </a:cubicBezTo>
                  <a:cubicBezTo>
                    <a:pt x="462" y="139"/>
                    <a:pt x="462" y="139"/>
                    <a:pt x="462" y="139"/>
                  </a:cubicBezTo>
                  <a:cubicBezTo>
                    <a:pt x="447" y="150"/>
                    <a:pt x="434" y="163"/>
                    <a:pt x="424" y="177"/>
                  </a:cubicBezTo>
                  <a:cubicBezTo>
                    <a:pt x="399" y="211"/>
                    <a:pt x="405" y="200"/>
                    <a:pt x="411" y="178"/>
                  </a:cubicBezTo>
                  <a:cubicBezTo>
                    <a:pt x="419" y="148"/>
                    <a:pt x="401" y="144"/>
                    <a:pt x="378" y="163"/>
                  </a:cubicBezTo>
                  <a:cubicBezTo>
                    <a:pt x="348" y="188"/>
                    <a:pt x="329" y="236"/>
                    <a:pt x="349" y="260"/>
                  </a:cubicBezTo>
                  <a:cubicBezTo>
                    <a:pt x="332" y="319"/>
                    <a:pt x="340" y="380"/>
                    <a:pt x="387" y="418"/>
                  </a:cubicBezTo>
                  <a:cubicBezTo>
                    <a:pt x="410" y="436"/>
                    <a:pt x="435" y="445"/>
                    <a:pt x="462" y="445"/>
                  </a:cubicBezTo>
                  <a:cubicBezTo>
                    <a:pt x="462" y="588"/>
                    <a:pt x="462" y="588"/>
                    <a:pt x="462" y="588"/>
                  </a:cubicBezTo>
                  <a:cubicBezTo>
                    <a:pt x="452" y="574"/>
                    <a:pt x="443" y="561"/>
                    <a:pt x="434" y="546"/>
                  </a:cubicBezTo>
                  <a:cubicBezTo>
                    <a:pt x="415" y="515"/>
                    <a:pt x="426" y="490"/>
                    <a:pt x="446" y="466"/>
                  </a:cubicBezTo>
                  <a:cubicBezTo>
                    <a:pt x="420" y="464"/>
                    <a:pt x="395" y="454"/>
                    <a:pt x="373" y="436"/>
                  </a:cubicBezTo>
                  <a:cubicBezTo>
                    <a:pt x="351" y="418"/>
                    <a:pt x="336" y="396"/>
                    <a:pt x="328" y="371"/>
                  </a:cubicBezTo>
                  <a:cubicBezTo>
                    <a:pt x="309" y="395"/>
                    <a:pt x="287" y="412"/>
                    <a:pt x="252" y="400"/>
                  </a:cubicBezTo>
                  <a:cubicBezTo>
                    <a:pt x="223" y="390"/>
                    <a:pt x="194" y="376"/>
                    <a:pt x="168" y="366"/>
                  </a:cubicBezTo>
                  <a:cubicBezTo>
                    <a:pt x="111" y="412"/>
                    <a:pt x="346" y="649"/>
                    <a:pt x="462" y="632"/>
                  </a:cubicBezTo>
                  <a:cubicBezTo>
                    <a:pt x="462" y="798"/>
                    <a:pt x="462" y="798"/>
                    <a:pt x="462" y="798"/>
                  </a:cubicBezTo>
                  <a:cubicBezTo>
                    <a:pt x="461" y="799"/>
                    <a:pt x="461" y="799"/>
                    <a:pt x="461" y="799"/>
                  </a:cubicBezTo>
                  <a:lnTo>
                    <a:pt x="0" y="428"/>
                  </a:lnTo>
                  <a:close/>
                </a:path>
              </a:pathLst>
            </a:custGeom>
            <a:solidFill>
              <a:srgbClr val="C71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2" name="Freeform 241"/>
            <p:cNvSpPr>
              <a:spLocks noEditPoints="1"/>
            </p:cNvSpPr>
            <p:nvPr/>
          </p:nvSpPr>
          <p:spPr bwMode="auto">
            <a:xfrm>
              <a:off x="2929" y="1380"/>
              <a:ext cx="1674" cy="1663"/>
            </a:xfrm>
            <a:custGeom>
              <a:avLst/>
              <a:gdLst>
                <a:gd name="T0" fmla="*/ 750 w 1499"/>
                <a:gd name="T1" fmla="*/ 0 h 1490"/>
                <a:gd name="T2" fmla="*/ 1499 w 1499"/>
                <a:gd name="T3" fmla="*/ 750 h 1490"/>
                <a:gd name="T4" fmla="*/ 750 w 1499"/>
                <a:gd name="T5" fmla="*/ 1490 h 1490"/>
                <a:gd name="T6" fmla="*/ 750 w 1499"/>
                <a:gd name="T7" fmla="*/ 1464 h 1490"/>
                <a:gd name="T8" fmla="*/ 1474 w 1499"/>
                <a:gd name="T9" fmla="*/ 750 h 1490"/>
                <a:gd name="T10" fmla="*/ 750 w 1499"/>
                <a:gd name="T11" fmla="*/ 26 h 1490"/>
                <a:gd name="T12" fmla="*/ 750 w 1499"/>
                <a:gd name="T13" fmla="*/ 0 h 1490"/>
                <a:gd name="T14" fmla="*/ 750 w 1499"/>
                <a:gd name="T15" fmla="*/ 1490 h 1490"/>
                <a:gd name="T16" fmla="*/ 0 w 1499"/>
                <a:gd name="T17" fmla="*/ 750 h 1490"/>
                <a:gd name="T18" fmla="*/ 750 w 1499"/>
                <a:gd name="T19" fmla="*/ 0 h 1490"/>
                <a:gd name="T20" fmla="*/ 750 w 1499"/>
                <a:gd name="T21" fmla="*/ 26 h 1490"/>
                <a:gd name="T22" fmla="*/ 25 w 1499"/>
                <a:gd name="T23" fmla="*/ 750 h 1490"/>
                <a:gd name="T24" fmla="*/ 750 w 1499"/>
                <a:gd name="T25" fmla="*/ 1464 h 1490"/>
                <a:gd name="T26" fmla="*/ 750 w 1499"/>
                <a:gd name="T2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9" h="1490">
                  <a:moveTo>
                    <a:pt x="750" y="0"/>
                  </a:moveTo>
                  <a:cubicBezTo>
                    <a:pt x="1164" y="0"/>
                    <a:pt x="1499" y="336"/>
                    <a:pt x="1499" y="750"/>
                  </a:cubicBezTo>
                  <a:cubicBezTo>
                    <a:pt x="1499" y="1243"/>
                    <a:pt x="1125" y="1490"/>
                    <a:pt x="750" y="1490"/>
                  </a:cubicBezTo>
                  <a:cubicBezTo>
                    <a:pt x="750" y="1464"/>
                    <a:pt x="750" y="1464"/>
                    <a:pt x="750" y="1464"/>
                  </a:cubicBezTo>
                  <a:cubicBezTo>
                    <a:pt x="1112" y="1464"/>
                    <a:pt x="1474" y="1226"/>
                    <a:pt x="1474" y="750"/>
                  </a:cubicBezTo>
                  <a:cubicBezTo>
                    <a:pt x="1474" y="350"/>
                    <a:pt x="1150" y="26"/>
                    <a:pt x="750" y="26"/>
                  </a:cubicBezTo>
                  <a:lnTo>
                    <a:pt x="750" y="0"/>
                  </a:lnTo>
                  <a:close/>
                  <a:moveTo>
                    <a:pt x="750" y="1490"/>
                  </a:moveTo>
                  <a:cubicBezTo>
                    <a:pt x="375" y="1490"/>
                    <a:pt x="0" y="1243"/>
                    <a:pt x="0" y="750"/>
                  </a:cubicBezTo>
                  <a:cubicBezTo>
                    <a:pt x="0" y="336"/>
                    <a:pt x="336" y="0"/>
                    <a:pt x="750" y="0"/>
                  </a:cubicBezTo>
                  <a:cubicBezTo>
                    <a:pt x="750" y="26"/>
                    <a:pt x="750" y="26"/>
                    <a:pt x="750" y="26"/>
                  </a:cubicBezTo>
                  <a:cubicBezTo>
                    <a:pt x="350" y="26"/>
                    <a:pt x="25" y="350"/>
                    <a:pt x="25" y="750"/>
                  </a:cubicBezTo>
                  <a:cubicBezTo>
                    <a:pt x="25" y="1226"/>
                    <a:pt x="388" y="1464"/>
                    <a:pt x="750" y="1464"/>
                  </a:cubicBezTo>
                  <a:lnTo>
                    <a:pt x="750" y="149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245" name="TextBox 244"/>
          <p:cNvSpPr txBox="1"/>
          <p:nvPr/>
        </p:nvSpPr>
        <p:spPr>
          <a:xfrm>
            <a:off x="4702177" y="3501057"/>
            <a:ext cx="2470548" cy="584775"/>
          </a:xfrm>
          <a:prstGeom prst="rect">
            <a:avLst/>
          </a:prstGeom>
          <a:noFill/>
        </p:spPr>
        <p:txBody>
          <a:bodyPr wrap="none" rtlCol="0">
            <a:spAutoFit/>
          </a:bodyPr>
          <a:lstStyle/>
          <a:p>
            <a:pPr fontAlgn="auto">
              <a:spcBef>
                <a:spcPts val="0"/>
              </a:spcBef>
              <a:spcAft>
                <a:spcPts val="0"/>
              </a:spcAft>
            </a:pPr>
            <a:r>
              <a:rPr lang="ar-JO" sz="3200" b="1" u="sng" dirty="0">
                <a:solidFill>
                  <a:srgbClr val="FFFF00"/>
                </a:solidFill>
              </a:rPr>
              <a:t>الفصل الافتراضي</a:t>
            </a:r>
            <a:endParaRPr lang="en-IN" sz="3200" b="1" dirty="0">
              <a:solidFill>
                <a:srgbClr val="FFFF00"/>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48" name="Rectangle 247"/>
          <p:cNvSpPr/>
          <p:nvPr/>
        </p:nvSpPr>
        <p:spPr>
          <a:xfrm>
            <a:off x="286317" y="2078596"/>
            <a:ext cx="3048227" cy="1384995"/>
          </a:xfrm>
          <a:prstGeom prst="rect">
            <a:avLst/>
          </a:prstGeom>
        </p:spPr>
        <p:txBody>
          <a:bodyPr wrap="square">
            <a:spAutoFit/>
          </a:bodyPr>
          <a:lstStyle/>
          <a:p>
            <a:pPr lvl="0" algn="ctr" rtl="1"/>
            <a:r>
              <a:rPr lang="ar-JO" sz="2800" b="1" dirty="0"/>
              <a:t>خاصية استخدام برامج الأفلام التعليمية </a:t>
            </a:r>
            <a:r>
              <a:rPr lang="en-US" sz="2800" b="1" dirty="0"/>
              <a:t>Video Clips</a:t>
            </a:r>
            <a:r>
              <a:rPr lang="ar-JO" sz="2800" b="1" dirty="0"/>
              <a:t>.</a:t>
            </a:r>
            <a:endParaRPr lang="en-US" sz="2800" b="1" dirty="0"/>
          </a:p>
        </p:txBody>
      </p:sp>
      <p:sp>
        <p:nvSpPr>
          <p:cNvPr id="251" name="Rectangle 250"/>
          <p:cNvSpPr/>
          <p:nvPr/>
        </p:nvSpPr>
        <p:spPr>
          <a:xfrm>
            <a:off x="114301" y="4510299"/>
            <a:ext cx="3387727" cy="954107"/>
          </a:xfrm>
          <a:prstGeom prst="rect">
            <a:avLst/>
          </a:prstGeom>
        </p:spPr>
        <p:txBody>
          <a:bodyPr wrap="square">
            <a:spAutoFit/>
          </a:bodyPr>
          <a:lstStyle/>
          <a:p>
            <a:pPr algn="ctr" fontAlgn="auto">
              <a:spcBef>
                <a:spcPts val="0"/>
              </a:spcBef>
              <a:spcAft>
                <a:spcPts val="0"/>
              </a:spcAft>
            </a:pPr>
            <a:r>
              <a:rPr lang="ar-JO" sz="2800" b="1" dirty="0"/>
              <a:t>خاصية تسجيل المحاضرات (الصوتية والكتابية)</a:t>
            </a:r>
            <a:endParaRPr lang="en-IN" sz="28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54" name="Rectangle 253"/>
          <p:cNvSpPr/>
          <p:nvPr/>
        </p:nvSpPr>
        <p:spPr>
          <a:xfrm>
            <a:off x="8378827" y="2039556"/>
            <a:ext cx="3435349" cy="1384995"/>
          </a:xfrm>
          <a:prstGeom prst="rect">
            <a:avLst/>
          </a:prstGeom>
        </p:spPr>
        <p:txBody>
          <a:bodyPr wrap="square">
            <a:spAutoFit/>
          </a:bodyPr>
          <a:lstStyle/>
          <a:p>
            <a:pPr algn="ctr" fontAlgn="auto">
              <a:spcBef>
                <a:spcPts val="0"/>
              </a:spcBef>
              <a:spcAft>
                <a:spcPts val="0"/>
              </a:spcAft>
            </a:pPr>
            <a:r>
              <a:rPr lang="ar-JO" sz="2800" b="1" dirty="0"/>
              <a:t>خاصية استخدام برامج العرض الإلكتروني </a:t>
            </a:r>
            <a:r>
              <a:rPr lang="en-US" sz="2800" b="1" dirty="0"/>
              <a:t>Power Point Slides</a:t>
            </a:r>
            <a:r>
              <a:rPr lang="ar-JO" sz="2800" b="1" dirty="0"/>
              <a:t>.</a:t>
            </a:r>
            <a:endParaRPr lang="en-IN" sz="28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57" name="Rectangle 256"/>
          <p:cNvSpPr/>
          <p:nvPr/>
        </p:nvSpPr>
        <p:spPr>
          <a:xfrm>
            <a:off x="8248651" y="4810947"/>
            <a:ext cx="3756024" cy="954107"/>
          </a:xfrm>
          <a:prstGeom prst="rect">
            <a:avLst/>
          </a:prstGeom>
        </p:spPr>
        <p:txBody>
          <a:bodyPr wrap="square">
            <a:spAutoFit/>
          </a:bodyPr>
          <a:lstStyle/>
          <a:p>
            <a:pPr lvl="0" algn="ctr" rtl="1"/>
            <a:r>
              <a:rPr lang="ar-JO" sz="2800" b="1" dirty="0"/>
              <a:t>خاصية توجيه أوامر المتابعة لما يعرضه المدرس للطلبة.</a:t>
            </a:r>
            <a:endParaRPr lang="en-US" sz="2800" b="1" dirty="0"/>
          </a:p>
        </p:txBody>
      </p:sp>
      <p:sp>
        <p:nvSpPr>
          <p:cNvPr id="259" name="TextBox 258"/>
          <p:cNvSpPr txBox="1"/>
          <p:nvPr/>
        </p:nvSpPr>
        <p:spPr>
          <a:xfrm>
            <a:off x="4529110" y="341418"/>
            <a:ext cx="6824690" cy="707886"/>
          </a:xfrm>
          <a:prstGeom prst="rect">
            <a:avLst/>
          </a:prstGeom>
          <a:noFill/>
        </p:spPr>
        <p:txBody>
          <a:bodyPr wrap="square" rtlCol="0">
            <a:spAutoFit/>
          </a:bodyPr>
          <a:lstStyle/>
          <a:p>
            <a:pPr algn="r" rtl="1"/>
            <a:r>
              <a:rPr lang="ar-JO" sz="4000" b="1" u="sng" dirty="0"/>
              <a:t>3- خصائص الفصل الافتراضي </a:t>
            </a:r>
            <a:endParaRPr lang="en-US" sz="4000" u="sng" dirty="0"/>
          </a:p>
        </p:txBody>
      </p:sp>
      <p:sp>
        <p:nvSpPr>
          <p:cNvPr id="24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3449967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heel(1)">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45"/>
                                        </p:tgtEl>
                                        <p:attrNameLst>
                                          <p:attrName>style.visibility</p:attrName>
                                        </p:attrNameLst>
                                      </p:cBhvr>
                                      <p:to>
                                        <p:strVal val="visible"/>
                                      </p:to>
                                    </p:set>
                                    <p:animEffect transition="in" filter="fade">
                                      <p:cBhvr>
                                        <p:cTn id="11" dur="500"/>
                                        <p:tgtEl>
                                          <p:spTgt spid="245"/>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248"/>
                                        </p:tgtEl>
                                        <p:attrNameLst>
                                          <p:attrName>style.visibility</p:attrName>
                                        </p:attrNameLst>
                                      </p:cBhvr>
                                      <p:to>
                                        <p:strVal val="visible"/>
                                      </p:to>
                                    </p:set>
                                    <p:animEffect transition="in" filter="wipe(up)">
                                      <p:cBhvr>
                                        <p:cTn id="15" dur="500"/>
                                        <p:tgtEl>
                                          <p:spTgt spid="248"/>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251"/>
                                        </p:tgtEl>
                                        <p:attrNameLst>
                                          <p:attrName>style.visibility</p:attrName>
                                        </p:attrNameLst>
                                      </p:cBhvr>
                                      <p:to>
                                        <p:strVal val="visible"/>
                                      </p:to>
                                    </p:set>
                                    <p:animEffect transition="in" filter="wipe(up)">
                                      <p:cBhvr>
                                        <p:cTn id="19" dur="500"/>
                                        <p:tgtEl>
                                          <p:spTgt spid="251"/>
                                        </p:tgtEl>
                                      </p:cBhvr>
                                    </p:animEffect>
                                  </p:childTnLst>
                                </p:cTn>
                              </p:par>
                            </p:childTnLst>
                          </p:cTn>
                        </p:par>
                        <p:par>
                          <p:cTn id="20" fill="hold">
                            <p:stCondLst>
                              <p:cond delay="2000"/>
                            </p:stCondLst>
                            <p:childTnLst>
                              <p:par>
                                <p:cTn id="21" presetID="22" presetClass="entr" presetSubtype="1" fill="hold" grpId="0" nodeType="afterEffect">
                                  <p:stCondLst>
                                    <p:cond delay="0"/>
                                  </p:stCondLst>
                                  <p:childTnLst>
                                    <p:set>
                                      <p:cBhvr>
                                        <p:cTn id="22" dur="1" fill="hold">
                                          <p:stCondLst>
                                            <p:cond delay="0"/>
                                          </p:stCondLst>
                                        </p:cTn>
                                        <p:tgtEl>
                                          <p:spTgt spid="254"/>
                                        </p:tgtEl>
                                        <p:attrNameLst>
                                          <p:attrName>style.visibility</p:attrName>
                                        </p:attrNameLst>
                                      </p:cBhvr>
                                      <p:to>
                                        <p:strVal val="visible"/>
                                      </p:to>
                                    </p:set>
                                    <p:animEffect transition="in" filter="wipe(up)">
                                      <p:cBhvr>
                                        <p:cTn id="23" dur="500"/>
                                        <p:tgtEl>
                                          <p:spTgt spid="254"/>
                                        </p:tgtEl>
                                      </p:cBhvr>
                                    </p:animEffect>
                                  </p:childTnLst>
                                </p:cTn>
                              </p:par>
                            </p:childTnLst>
                          </p:cTn>
                        </p:par>
                        <p:par>
                          <p:cTn id="24" fill="hold">
                            <p:stCondLst>
                              <p:cond delay="2500"/>
                            </p:stCondLst>
                            <p:childTnLst>
                              <p:par>
                                <p:cTn id="25" presetID="22" presetClass="entr" presetSubtype="1" fill="hold" grpId="0" nodeType="afterEffect">
                                  <p:stCondLst>
                                    <p:cond delay="0"/>
                                  </p:stCondLst>
                                  <p:childTnLst>
                                    <p:set>
                                      <p:cBhvr>
                                        <p:cTn id="26" dur="1" fill="hold">
                                          <p:stCondLst>
                                            <p:cond delay="0"/>
                                          </p:stCondLst>
                                        </p:cTn>
                                        <p:tgtEl>
                                          <p:spTgt spid="257"/>
                                        </p:tgtEl>
                                        <p:attrNameLst>
                                          <p:attrName>style.visibility</p:attrName>
                                        </p:attrNameLst>
                                      </p:cBhvr>
                                      <p:to>
                                        <p:strVal val="visible"/>
                                      </p:to>
                                    </p:set>
                                    <p:animEffect transition="in" filter="wipe(up)">
                                      <p:cBhvr>
                                        <p:cTn id="27" dur="500"/>
                                        <p:tgtEl>
                                          <p:spTgt spid="257"/>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59"/>
                                        </p:tgtEl>
                                        <p:attrNameLst>
                                          <p:attrName>style.visibility</p:attrName>
                                        </p:attrNameLst>
                                      </p:cBhvr>
                                      <p:to>
                                        <p:strVal val="visible"/>
                                      </p:to>
                                    </p:set>
                                    <p:animEffect transition="in" filter="fade">
                                      <p:cBhvr>
                                        <p:cTn id="31" dur="500"/>
                                        <p:tgtEl>
                                          <p:spTgt spid="2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 grpId="0"/>
      <p:bldP spid="248" grpId="0"/>
      <p:bldP spid="251" grpId="0"/>
      <p:bldP spid="254" grpId="0"/>
      <p:bldP spid="257" grpId="0"/>
      <p:bldP spid="259"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5450802" y="1757771"/>
            <a:ext cx="645416" cy="640547"/>
            <a:chOff x="6585105" y="2601913"/>
            <a:chExt cx="775069" cy="769222"/>
          </a:xfrm>
        </p:grpSpPr>
        <p:sp>
          <p:nvSpPr>
            <p:cNvPr id="6" name="Freeform 5"/>
            <p:cNvSpPr>
              <a:spLocks/>
            </p:cNvSpPr>
            <p:nvPr/>
          </p:nvSpPr>
          <p:spPr bwMode="auto">
            <a:xfrm>
              <a:off x="6585105" y="2601913"/>
              <a:ext cx="775069" cy="769222"/>
            </a:xfrm>
            <a:custGeom>
              <a:avLst/>
              <a:gdLst>
                <a:gd name="T0" fmla="*/ 195 w 390"/>
                <a:gd name="T1" fmla="*/ 0 h 389"/>
                <a:gd name="T2" fmla="*/ 195 w 390"/>
                <a:gd name="T3" fmla="*/ 194 h 389"/>
                <a:gd name="T4" fmla="*/ 28 w 390"/>
                <a:gd name="T5" fmla="*/ 94 h 389"/>
                <a:gd name="T6" fmla="*/ 0 w 390"/>
                <a:gd name="T7" fmla="*/ 194 h 389"/>
                <a:gd name="T8" fmla="*/ 195 w 390"/>
                <a:gd name="T9" fmla="*/ 389 h 389"/>
                <a:gd name="T10" fmla="*/ 390 w 390"/>
                <a:gd name="T11" fmla="*/ 194 h 389"/>
                <a:gd name="T12" fmla="*/ 195 w 390"/>
                <a:gd name="T13" fmla="*/ 0 h 389"/>
              </a:gdLst>
              <a:ahLst/>
              <a:cxnLst>
                <a:cxn ang="0">
                  <a:pos x="T0" y="T1"/>
                </a:cxn>
                <a:cxn ang="0">
                  <a:pos x="T2" y="T3"/>
                </a:cxn>
                <a:cxn ang="0">
                  <a:pos x="T4" y="T5"/>
                </a:cxn>
                <a:cxn ang="0">
                  <a:pos x="T6" y="T7"/>
                </a:cxn>
                <a:cxn ang="0">
                  <a:pos x="T8" y="T9"/>
                </a:cxn>
                <a:cxn ang="0">
                  <a:pos x="T10" y="T11"/>
                </a:cxn>
                <a:cxn ang="0">
                  <a:pos x="T12" y="T13"/>
                </a:cxn>
              </a:cxnLst>
              <a:rect l="0" t="0" r="r" b="b"/>
              <a:pathLst>
                <a:path w="390" h="389">
                  <a:moveTo>
                    <a:pt x="195" y="0"/>
                  </a:moveTo>
                  <a:cubicBezTo>
                    <a:pt x="195" y="194"/>
                    <a:pt x="195" y="194"/>
                    <a:pt x="195" y="194"/>
                  </a:cubicBezTo>
                  <a:cubicBezTo>
                    <a:pt x="28" y="94"/>
                    <a:pt x="28" y="94"/>
                    <a:pt x="28" y="94"/>
                  </a:cubicBezTo>
                  <a:cubicBezTo>
                    <a:pt x="11" y="123"/>
                    <a:pt x="0" y="158"/>
                    <a:pt x="0" y="194"/>
                  </a:cubicBezTo>
                  <a:cubicBezTo>
                    <a:pt x="0" y="302"/>
                    <a:pt x="88" y="389"/>
                    <a:pt x="195" y="389"/>
                  </a:cubicBezTo>
                  <a:cubicBezTo>
                    <a:pt x="303" y="389"/>
                    <a:pt x="390" y="302"/>
                    <a:pt x="390" y="194"/>
                  </a:cubicBezTo>
                  <a:cubicBezTo>
                    <a:pt x="390" y="87"/>
                    <a:pt x="303" y="0"/>
                    <a:pt x="195"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 name="Oval 6"/>
            <p:cNvSpPr>
              <a:spLocks noChangeArrowheads="1"/>
            </p:cNvSpPr>
            <p:nvPr/>
          </p:nvSpPr>
          <p:spPr bwMode="auto">
            <a:xfrm>
              <a:off x="6666120" y="2680422"/>
              <a:ext cx="612204" cy="60969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fontAlgn="auto">
                <a:spcBef>
                  <a:spcPts val="0"/>
                </a:spcBef>
                <a:spcAft>
                  <a:spcPts val="0"/>
                </a:spcAft>
              </a:pPr>
              <a:r>
                <a:rPr lang="en-IN" dirty="0">
                  <a:solidFill>
                    <a:prstClr val="white"/>
                  </a:solidFill>
                  <a:latin typeface="FontAwesome" pitchFamily="50" charset="0"/>
                </a:rPr>
                <a:t></a:t>
              </a:r>
            </a:p>
          </p:txBody>
        </p:sp>
      </p:grpSp>
      <p:grpSp>
        <p:nvGrpSpPr>
          <p:cNvPr id="28" name="Group 13"/>
          <p:cNvGrpSpPr>
            <a:grpSpLocks noChangeAspect="1"/>
          </p:cNvGrpSpPr>
          <p:nvPr/>
        </p:nvGrpSpPr>
        <p:grpSpPr bwMode="auto">
          <a:xfrm>
            <a:off x="181382" y="314325"/>
            <a:ext cx="4994275" cy="6362700"/>
            <a:chOff x="353" y="312"/>
            <a:chExt cx="3146" cy="4008"/>
          </a:xfrm>
        </p:grpSpPr>
        <p:sp>
          <p:nvSpPr>
            <p:cNvPr id="30" name="Freeform 14"/>
            <p:cNvSpPr>
              <a:spLocks/>
            </p:cNvSpPr>
            <p:nvPr/>
          </p:nvSpPr>
          <p:spPr bwMode="auto">
            <a:xfrm>
              <a:off x="1395" y="2235"/>
              <a:ext cx="1209" cy="2085"/>
            </a:xfrm>
            <a:custGeom>
              <a:avLst/>
              <a:gdLst>
                <a:gd name="T0" fmla="*/ 258 w 725"/>
                <a:gd name="T1" fmla="*/ 1251 h 1251"/>
                <a:gd name="T2" fmla="*/ 285 w 725"/>
                <a:gd name="T3" fmla="*/ 700 h 1251"/>
                <a:gd name="T4" fmla="*/ 0 w 725"/>
                <a:gd name="T5" fmla="*/ 315 h 1251"/>
                <a:gd name="T6" fmla="*/ 46 w 725"/>
                <a:gd name="T7" fmla="*/ 273 h 1251"/>
                <a:gd name="T8" fmla="*/ 314 w 725"/>
                <a:gd name="T9" fmla="*/ 578 h 1251"/>
                <a:gd name="T10" fmla="*/ 344 w 725"/>
                <a:gd name="T11" fmla="*/ 0 h 1251"/>
                <a:gd name="T12" fmla="*/ 412 w 725"/>
                <a:gd name="T13" fmla="*/ 0 h 1251"/>
                <a:gd name="T14" fmla="*/ 440 w 725"/>
                <a:gd name="T15" fmla="*/ 377 h 1251"/>
                <a:gd name="T16" fmla="*/ 675 w 725"/>
                <a:gd name="T17" fmla="*/ 126 h 1251"/>
                <a:gd name="T18" fmla="*/ 725 w 725"/>
                <a:gd name="T19" fmla="*/ 193 h 1251"/>
                <a:gd name="T20" fmla="*/ 478 w 725"/>
                <a:gd name="T21" fmla="*/ 490 h 1251"/>
                <a:gd name="T22" fmla="*/ 461 w 725"/>
                <a:gd name="T23" fmla="*/ 788 h 1251"/>
                <a:gd name="T24" fmla="*/ 507 w 725"/>
                <a:gd name="T25" fmla="*/ 1245 h 1251"/>
                <a:gd name="T26" fmla="*/ 258 w 725"/>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5" h="1251">
                  <a:moveTo>
                    <a:pt x="258" y="1251"/>
                  </a:moveTo>
                  <a:cubicBezTo>
                    <a:pt x="258" y="1251"/>
                    <a:pt x="323" y="826"/>
                    <a:pt x="285" y="700"/>
                  </a:cubicBezTo>
                  <a:cubicBezTo>
                    <a:pt x="0" y="315"/>
                    <a:pt x="0" y="315"/>
                    <a:pt x="0" y="315"/>
                  </a:cubicBezTo>
                  <a:cubicBezTo>
                    <a:pt x="46" y="273"/>
                    <a:pt x="46" y="273"/>
                    <a:pt x="46" y="273"/>
                  </a:cubicBezTo>
                  <a:cubicBezTo>
                    <a:pt x="314" y="578"/>
                    <a:pt x="314" y="578"/>
                    <a:pt x="314" y="578"/>
                  </a:cubicBezTo>
                  <a:cubicBezTo>
                    <a:pt x="344" y="0"/>
                    <a:pt x="344" y="0"/>
                    <a:pt x="344" y="0"/>
                  </a:cubicBezTo>
                  <a:cubicBezTo>
                    <a:pt x="412" y="0"/>
                    <a:pt x="412" y="0"/>
                    <a:pt x="412" y="0"/>
                  </a:cubicBezTo>
                  <a:cubicBezTo>
                    <a:pt x="440" y="377"/>
                    <a:pt x="440" y="377"/>
                    <a:pt x="440" y="377"/>
                  </a:cubicBezTo>
                  <a:cubicBezTo>
                    <a:pt x="675" y="126"/>
                    <a:pt x="675" y="126"/>
                    <a:pt x="675" y="126"/>
                  </a:cubicBezTo>
                  <a:cubicBezTo>
                    <a:pt x="725" y="193"/>
                    <a:pt x="725" y="193"/>
                    <a:pt x="725" y="193"/>
                  </a:cubicBezTo>
                  <a:cubicBezTo>
                    <a:pt x="478" y="490"/>
                    <a:pt x="478" y="490"/>
                    <a:pt x="478" y="490"/>
                  </a:cubicBezTo>
                  <a:cubicBezTo>
                    <a:pt x="478" y="490"/>
                    <a:pt x="436" y="490"/>
                    <a:pt x="461" y="788"/>
                  </a:cubicBezTo>
                  <a:cubicBezTo>
                    <a:pt x="486" y="1085"/>
                    <a:pt x="507" y="1245"/>
                    <a:pt x="507" y="1245"/>
                  </a:cubicBezTo>
                  <a:lnTo>
                    <a:pt x="258" y="1251"/>
                  </a:lnTo>
                  <a:close/>
                </a:path>
              </a:pathLst>
            </a:custGeom>
            <a:solidFill>
              <a:srgbClr val="A27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1" name="Oval 15"/>
            <p:cNvSpPr>
              <a:spLocks noChangeArrowheads="1"/>
            </p:cNvSpPr>
            <p:nvPr/>
          </p:nvSpPr>
          <p:spPr bwMode="auto">
            <a:xfrm>
              <a:off x="965" y="312"/>
              <a:ext cx="2049" cy="2048"/>
            </a:xfrm>
            <a:prstGeom prst="ellipse">
              <a:avLst/>
            </a:prstGeom>
            <a:solidFill>
              <a:schemeClr val="accent6">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2" name="Oval 16"/>
            <p:cNvSpPr>
              <a:spLocks noChangeArrowheads="1"/>
            </p:cNvSpPr>
            <p:nvPr/>
          </p:nvSpPr>
          <p:spPr bwMode="auto">
            <a:xfrm>
              <a:off x="1124" y="472"/>
              <a:ext cx="1730" cy="173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3" name="Oval 17"/>
            <p:cNvSpPr>
              <a:spLocks noChangeArrowheads="1"/>
            </p:cNvSpPr>
            <p:nvPr/>
          </p:nvSpPr>
          <p:spPr bwMode="auto">
            <a:xfrm>
              <a:off x="2309" y="1685"/>
              <a:ext cx="1190" cy="1190"/>
            </a:xfrm>
            <a:prstGeom prst="ellipse">
              <a:avLst/>
            </a:prstGeom>
            <a:solidFill>
              <a:srgbClr val="E935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4" name="Oval 18"/>
            <p:cNvSpPr>
              <a:spLocks noChangeArrowheads="1"/>
            </p:cNvSpPr>
            <p:nvPr/>
          </p:nvSpPr>
          <p:spPr bwMode="auto">
            <a:xfrm>
              <a:off x="2441" y="1815"/>
              <a:ext cx="927" cy="928"/>
            </a:xfrm>
            <a:prstGeom prst="ellipse">
              <a:avLst/>
            </a:prstGeom>
            <a:solidFill>
              <a:srgbClr val="F266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5" name="Oval 19"/>
            <p:cNvSpPr>
              <a:spLocks noChangeArrowheads="1"/>
            </p:cNvSpPr>
            <p:nvPr/>
          </p:nvSpPr>
          <p:spPr bwMode="auto">
            <a:xfrm>
              <a:off x="353" y="1753"/>
              <a:ext cx="1518" cy="1515"/>
            </a:xfrm>
            <a:prstGeom prst="ellipse">
              <a:avLst/>
            </a:pr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6" name="Oval 20"/>
            <p:cNvSpPr>
              <a:spLocks noChangeArrowheads="1"/>
            </p:cNvSpPr>
            <p:nvPr/>
          </p:nvSpPr>
          <p:spPr bwMode="auto">
            <a:xfrm>
              <a:off x="492" y="1892"/>
              <a:ext cx="1240" cy="124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27" name="Freeform 6"/>
          <p:cNvSpPr>
            <a:spLocks/>
          </p:cNvSpPr>
          <p:nvPr/>
        </p:nvSpPr>
        <p:spPr bwMode="auto">
          <a:xfrm>
            <a:off x="0" y="5545205"/>
            <a:ext cx="12192000" cy="1377950"/>
          </a:xfrm>
          <a:custGeom>
            <a:avLst/>
            <a:gdLst>
              <a:gd name="T0" fmla="*/ 3200 w 3200"/>
              <a:gd name="T1" fmla="*/ 66 h 423"/>
              <a:gd name="T2" fmla="*/ 1743 w 3200"/>
              <a:gd name="T3" fmla="*/ 212 h 423"/>
              <a:gd name="T4" fmla="*/ 0 w 3200"/>
              <a:gd name="T5" fmla="*/ 175 h 423"/>
              <a:gd name="T6" fmla="*/ 0 w 3200"/>
              <a:gd name="T7" fmla="*/ 404 h 423"/>
              <a:gd name="T8" fmla="*/ 3200 w 3200"/>
              <a:gd name="T9" fmla="*/ 404 h 423"/>
              <a:gd name="T10" fmla="*/ 3200 w 3200"/>
              <a:gd name="T11" fmla="*/ 66 h 423"/>
            </a:gdLst>
            <a:ahLst/>
            <a:cxnLst>
              <a:cxn ang="0">
                <a:pos x="T0" y="T1"/>
              </a:cxn>
              <a:cxn ang="0">
                <a:pos x="T2" y="T3"/>
              </a:cxn>
              <a:cxn ang="0">
                <a:pos x="T4" y="T5"/>
              </a:cxn>
              <a:cxn ang="0">
                <a:pos x="T6" y="T7"/>
              </a:cxn>
              <a:cxn ang="0">
                <a:pos x="T8" y="T9"/>
              </a:cxn>
              <a:cxn ang="0">
                <a:pos x="T10" y="T11"/>
              </a:cxn>
            </a:cxnLst>
            <a:rect l="0" t="0" r="r" b="b"/>
            <a:pathLst>
              <a:path w="3200" h="423">
                <a:moveTo>
                  <a:pt x="3200" y="66"/>
                </a:moveTo>
                <a:cubicBezTo>
                  <a:pt x="3200" y="66"/>
                  <a:pt x="2831" y="0"/>
                  <a:pt x="1743" y="212"/>
                </a:cubicBezTo>
                <a:cubicBezTo>
                  <a:pt x="655" y="423"/>
                  <a:pt x="0" y="175"/>
                  <a:pt x="0" y="175"/>
                </a:cubicBezTo>
                <a:cubicBezTo>
                  <a:pt x="0" y="404"/>
                  <a:pt x="0" y="404"/>
                  <a:pt x="0" y="404"/>
                </a:cubicBezTo>
                <a:cubicBezTo>
                  <a:pt x="3200" y="404"/>
                  <a:pt x="3200" y="404"/>
                  <a:pt x="3200" y="404"/>
                </a:cubicBezTo>
                <a:lnTo>
                  <a:pt x="3200" y="66"/>
                </a:lnTo>
                <a:close/>
              </a:path>
            </a:pathLst>
          </a:custGeom>
          <a:gradFill flip="none" rotWithShape="1">
            <a:gsLst>
              <a:gs pos="0">
                <a:schemeClr val="accent1">
                  <a:lumMod val="89000"/>
                </a:schemeClr>
              </a:gs>
              <a:gs pos="23000">
                <a:schemeClr val="accent1">
                  <a:lumMod val="89000"/>
                </a:schemeClr>
              </a:gs>
              <a:gs pos="69000">
                <a:schemeClr val="accent1">
                  <a:lumMod val="75000"/>
                </a:schemeClr>
              </a:gs>
              <a:gs pos="97000">
                <a:schemeClr val="accent1">
                  <a:lumMod val="70000"/>
                </a:schemeClr>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6" name="TextBox 45"/>
          <p:cNvSpPr txBox="1"/>
          <p:nvPr/>
        </p:nvSpPr>
        <p:spPr>
          <a:xfrm>
            <a:off x="4529110" y="341418"/>
            <a:ext cx="6824690" cy="707886"/>
          </a:xfrm>
          <a:prstGeom prst="rect">
            <a:avLst/>
          </a:prstGeom>
          <a:noFill/>
        </p:spPr>
        <p:txBody>
          <a:bodyPr wrap="square" rtlCol="0">
            <a:spAutoFit/>
          </a:bodyPr>
          <a:lstStyle/>
          <a:p>
            <a:pPr algn="r" rtl="1"/>
            <a:r>
              <a:rPr lang="ar-JO" sz="4000" b="1" u="sng" dirty="0"/>
              <a:t>4. سلبيات الفصول الافتراضية </a:t>
            </a:r>
            <a:endParaRPr lang="en-US" sz="4000" u="sng" dirty="0"/>
          </a:p>
        </p:txBody>
      </p:sp>
      <p:grpSp>
        <p:nvGrpSpPr>
          <p:cNvPr id="81" name="Group 80"/>
          <p:cNvGrpSpPr/>
          <p:nvPr/>
        </p:nvGrpSpPr>
        <p:grpSpPr>
          <a:xfrm>
            <a:off x="5471286" y="2920698"/>
            <a:ext cx="735134" cy="690623"/>
            <a:chOff x="7374933" y="3550467"/>
            <a:chExt cx="735134" cy="690623"/>
          </a:xfrm>
        </p:grpSpPr>
        <p:sp>
          <p:nvSpPr>
            <p:cNvPr id="8" name="Freeform 7"/>
            <p:cNvSpPr>
              <a:spLocks/>
            </p:cNvSpPr>
            <p:nvPr/>
          </p:nvSpPr>
          <p:spPr bwMode="auto">
            <a:xfrm>
              <a:off x="7374933" y="3550467"/>
              <a:ext cx="735134" cy="690623"/>
            </a:xfrm>
            <a:custGeom>
              <a:avLst/>
              <a:gdLst>
                <a:gd name="T0" fmla="*/ 399 w 444"/>
                <a:gd name="T1" fmla="*/ 116 h 419"/>
                <a:gd name="T2" fmla="*/ 222 w 444"/>
                <a:gd name="T3" fmla="*/ 197 h 419"/>
                <a:gd name="T4" fmla="*/ 243 w 444"/>
                <a:gd name="T5" fmla="*/ 4 h 419"/>
                <a:gd name="T6" fmla="*/ 141 w 444"/>
                <a:gd name="T7" fmla="*/ 21 h 419"/>
                <a:gd name="T8" fmla="*/ 45 w 444"/>
                <a:gd name="T9" fmla="*/ 279 h 419"/>
                <a:gd name="T10" fmla="*/ 304 w 444"/>
                <a:gd name="T11" fmla="*/ 374 h 419"/>
                <a:gd name="T12" fmla="*/ 399 w 444"/>
                <a:gd name="T13" fmla="*/ 116 h 419"/>
              </a:gdLst>
              <a:ahLst/>
              <a:cxnLst>
                <a:cxn ang="0">
                  <a:pos x="T0" y="T1"/>
                </a:cxn>
                <a:cxn ang="0">
                  <a:pos x="T2" y="T3"/>
                </a:cxn>
                <a:cxn ang="0">
                  <a:pos x="T4" y="T5"/>
                </a:cxn>
                <a:cxn ang="0">
                  <a:pos x="T6" y="T7"/>
                </a:cxn>
                <a:cxn ang="0">
                  <a:pos x="T8" y="T9"/>
                </a:cxn>
                <a:cxn ang="0">
                  <a:pos x="T10" y="T11"/>
                </a:cxn>
                <a:cxn ang="0">
                  <a:pos x="T12" y="T13"/>
                </a:cxn>
              </a:cxnLst>
              <a:rect l="0" t="0" r="r" b="b"/>
              <a:pathLst>
                <a:path w="444" h="419">
                  <a:moveTo>
                    <a:pt x="399" y="116"/>
                  </a:moveTo>
                  <a:cubicBezTo>
                    <a:pt x="222" y="197"/>
                    <a:pt x="222" y="197"/>
                    <a:pt x="222" y="197"/>
                  </a:cubicBezTo>
                  <a:cubicBezTo>
                    <a:pt x="243" y="4"/>
                    <a:pt x="243" y="4"/>
                    <a:pt x="243" y="4"/>
                  </a:cubicBezTo>
                  <a:cubicBezTo>
                    <a:pt x="209" y="0"/>
                    <a:pt x="174" y="5"/>
                    <a:pt x="141" y="21"/>
                  </a:cubicBezTo>
                  <a:cubicBezTo>
                    <a:pt x="43" y="66"/>
                    <a:pt x="0" y="181"/>
                    <a:pt x="45" y="279"/>
                  </a:cubicBezTo>
                  <a:cubicBezTo>
                    <a:pt x="90" y="377"/>
                    <a:pt x="206" y="419"/>
                    <a:pt x="304" y="374"/>
                  </a:cubicBezTo>
                  <a:cubicBezTo>
                    <a:pt x="401" y="329"/>
                    <a:pt x="444" y="214"/>
                    <a:pt x="399" y="116"/>
                  </a:cubicBezTo>
                  <a:close/>
                </a:path>
              </a:pathLst>
            </a:custGeom>
            <a:solidFill>
              <a:schemeClr val="accent6">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 name="Freeform 8"/>
            <p:cNvSpPr>
              <a:spLocks/>
            </p:cNvSpPr>
            <p:nvPr/>
          </p:nvSpPr>
          <p:spPr bwMode="auto">
            <a:xfrm>
              <a:off x="7452828" y="3586632"/>
              <a:ext cx="579344" cy="578649"/>
            </a:xfrm>
            <a:custGeom>
              <a:avLst/>
              <a:gdLst>
                <a:gd name="T0" fmla="*/ 239 w 350"/>
                <a:gd name="T1" fmla="*/ 315 h 351"/>
                <a:gd name="T2" fmla="*/ 35 w 350"/>
                <a:gd name="T3" fmla="*/ 240 h 351"/>
                <a:gd name="T4" fmla="*/ 111 w 350"/>
                <a:gd name="T5" fmla="*/ 36 h 351"/>
                <a:gd name="T6" fmla="*/ 315 w 350"/>
                <a:gd name="T7" fmla="*/ 111 h 351"/>
                <a:gd name="T8" fmla="*/ 239 w 350"/>
                <a:gd name="T9" fmla="*/ 315 h 351"/>
              </a:gdLst>
              <a:ahLst/>
              <a:cxnLst>
                <a:cxn ang="0">
                  <a:pos x="T0" y="T1"/>
                </a:cxn>
                <a:cxn ang="0">
                  <a:pos x="T2" y="T3"/>
                </a:cxn>
                <a:cxn ang="0">
                  <a:pos x="T4" y="T5"/>
                </a:cxn>
                <a:cxn ang="0">
                  <a:pos x="T6" y="T7"/>
                </a:cxn>
                <a:cxn ang="0">
                  <a:pos x="T8" y="T9"/>
                </a:cxn>
              </a:cxnLst>
              <a:rect l="0" t="0" r="r" b="b"/>
              <a:pathLst>
                <a:path w="350" h="351">
                  <a:moveTo>
                    <a:pt x="239" y="315"/>
                  </a:moveTo>
                  <a:cubicBezTo>
                    <a:pt x="162" y="351"/>
                    <a:pt x="71" y="317"/>
                    <a:pt x="35" y="240"/>
                  </a:cubicBezTo>
                  <a:cubicBezTo>
                    <a:pt x="0" y="163"/>
                    <a:pt x="34" y="71"/>
                    <a:pt x="111" y="36"/>
                  </a:cubicBezTo>
                  <a:cubicBezTo>
                    <a:pt x="188" y="0"/>
                    <a:pt x="279" y="34"/>
                    <a:pt x="315" y="111"/>
                  </a:cubicBezTo>
                  <a:cubicBezTo>
                    <a:pt x="350" y="188"/>
                    <a:pt x="317" y="280"/>
                    <a:pt x="239" y="315"/>
                  </a:cubicBezTo>
                  <a:close/>
                </a:path>
              </a:pathLst>
            </a:custGeom>
            <a:solidFill>
              <a:srgbClr val="00B0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endParaRPr>
            </a:p>
          </p:txBody>
        </p:sp>
        <p:sp>
          <p:nvSpPr>
            <p:cNvPr id="79" name="Rectangle 78"/>
            <p:cNvSpPr/>
            <p:nvPr/>
          </p:nvSpPr>
          <p:spPr>
            <a:xfrm>
              <a:off x="7549813" y="3670748"/>
              <a:ext cx="399468" cy="369332"/>
            </a:xfrm>
            <a:prstGeom prst="rect">
              <a:avLst/>
            </a:prstGeom>
          </p:spPr>
          <p:txBody>
            <a:bodyPr wrap="none">
              <a:spAutoFit/>
            </a:bodyPr>
            <a:lstStyle/>
            <a:p>
              <a:pPr fontAlgn="auto">
                <a:spcBef>
                  <a:spcPts val="0"/>
                </a:spcBef>
                <a:spcAft>
                  <a:spcPts val="0"/>
                </a:spcAft>
              </a:pPr>
              <a:r>
                <a:rPr lang="en-IN" smtClean="0">
                  <a:solidFill>
                    <a:prstClr val="white"/>
                  </a:solidFill>
                  <a:latin typeface="FontAwesome" pitchFamily="50" charset="0"/>
                </a:rPr>
                <a:t></a:t>
              </a:r>
              <a:endParaRPr lang="en-IN" dirty="0">
                <a:solidFill>
                  <a:prstClr val="white"/>
                </a:solidFill>
                <a:latin typeface="FontAwesome" pitchFamily="50" charset="0"/>
              </a:endParaRPr>
            </a:p>
          </p:txBody>
        </p:sp>
      </p:grpSp>
      <p:grpSp>
        <p:nvGrpSpPr>
          <p:cNvPr id="82" name="Group 81"/>
          <p:cNvGrpSpPr/>
          <p:nvPr/>
        </p:nvGrpSpPr>
        <p:grpSpPr>
          <a:xfrm>
            <a:off x="5504384" y="4298004"/>
            <a:ext cx="671844" cy="710096"/>
            <a:chOff x="7385365" y="4261954"/>
            <a:chExt cx="671844" cy="710096"/>
          </a:xfrm>
        </p:grpSpPr>
        <p:grpSp>
          <p:nvGrpSpPr>
            <p:cNvPr id="12" name="Group 11"/>
            <p:cNvGrpSpPr/>
            <p:nvPr/>
          </p:nvGrpSpPr>
          <p:grpSpPr>
            <a:xfrm>
              <a:off x="7385365" y="4261954"/>
              <a:ext cx="671844" cy="710096"/>
              <a:chOff x="6543345" y="4339971"/>
              <a:chExt cx="806806" cy="852742"/>
            </a:xfrm>
          </p:grpSpPr>
          <p:sp>
            <p:nvSpPr>
              <p:cNvPr id="10" name="Freeform 9"/>
              <p:cNvSpPr>
                <a:spLocks/>
              </p:cNvSpPr>
              <p:nvPr/>
            </p:nvSpPr>
            <p:spPr bwMode="auto">
              <a:xfrm>
                <a:off x="6543345" y="4339971"/>
                <a:ext cx="806806" cy="852742"/>
              </a:xfrm>
              <a:custGeom>
                <a:avLst/>
                <a:gdLst>
                  <a:gd name="T0" fmla="*/ 349 w 406"/>
                  <a:gd name="T1" fmla="*/ 358 h 431"/>
                  <a:gd name="T2" fmla="*/ 216 w 406"/>
                  <a:gd name="T3" fmla="*/ 216 h 431"/>
                  <a:gd name="T4" fmla="*/ 406 w 406"/>
                  <a:gd name="T5" fmla="*/ 175 h 431"/>
                  <a:gd name="T6" fmla="*/ 358 w 406"/>
                  <a:gd name="T7" fmla="*/ 83 h 431"/>
                  <a:gd name="T8" fmla="*/ 83 w 406"/>
                  <a:gd name="T9" fmla="*/ 73 h 431"/>
                  <a:gd name="T10" fmla="*/ 74 w 406"/>
                  <a:gd name="T11" fmla="*/ 349 h 431"/>
                  <a:gd name="T12" fmla="*/ 349 w 406"/>
                  <a:gd name="T13" fmla="*/ 358 h 431"/>
                </a:gdLst>
                <a:ahLst/>
                <a:cxnLst>
                  <a:cxn ang="0">
                    <a:pos x="T0" y="T1"/>
                  </a:cxn>
                  <a:cxn ang="0">
                    <a:pos x="T2" y="T3"/>
                  </a:cxn>
                  <a:cxn ang="0">
                    <a:pos x="T4" y="T5"/>
                  </a:cxn>
                  <a:cxn ang="0">
                    <a:pos x="T6" y="T7"/>
                  </a:cxn>
                  <a:cxn ang="0">
                    <a:pos x="T8" y="T9"/>
                  </a:cxn>
                  <a:cxn ang="0">
                    <a:pos x="T10" y="T11"/>
                  </a:cxn>
                  <a:cxn ang="0">
                    <a:pos x="T12" y="T13"/>
                  </a:cxn>
                </a:cxnLst>
                <a:rect l="0" t="0" r="r" b="b"/>
                <a:pathLst>
                  <a:path w="406" h="431">
                    <a:moveTo>
                      <a:pt x="349" y="358"/>
                    </a:moveTo>
                    <a:cubicBezTo>
                      <a:pt x="216" y="216"/>
                      <a:pt x="216" y="216"/>
                      <a:pt x="216" y="216"/>
                    </a:cubicBezTo>
                    <a:cubicBezTo>
                      <a:pt x="406" y="175"/>
                      <a:pt x="406" y="175"/>
                      <a:pt x="406" y="175"/>
                    </a:cubicBezTo>
                    <a:cubicBezTo>
                      <a:pt x="399" y="141"/>
                      <a:pt x="383" y="109"/>
                      <a:pt x="358" y="83"/>
                    </a:cubicBezTo>
                    <a:cubicBezTo>
                      <a:pt x="285" y="4"/>
                      <a:pt x="162" y="0"/>
                      <a:pt x="83" y="73"/>
                    </a:cubicBezTo>
                    <a:cubicBezTo>
                      <a:pt x="5" y="147"/>
                      <a:pt x="0" y="270"/>
                      <a:pt x="74" y="349"/>
                    </a:cubicBezTo>
                    <a:cubicBezTo>
                      <a:pt x="147" y="427"/>
                      <a:pt x="270" y="431"/>
                      <a:pt x="349" y="358"/>
                    </a:cubicBezTo>
                    <a:close/>
                  </a:path>
                </a:pathLst>
              </a:custGeom>
              <a:solidFill>
                <a:srgbClr val="E935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 name="Freeform 10"/>
              <p:cNvSpPr>
                <a:spLocks/>
              </p:cNvSpPr>
              <p:nvPr/>
            </p:nvSpPr>
            <p:spPr bwMode="auto">
              <a:xfrm>
                <a:off x="6634382" y="4429337"/>
                <a:ext cx="678185" cy="674844"/>
              </a:xfrm>
              <a:custGeom>
                <a:avLst/>
                <a:gdLst>
                  <a:gd name="T0" fmla="*/ 58 w 341"/>
                  <a:gd name="T1" fmla="*/ 276 h 341"/>
                  <a:gd name="T2" fmla="*/ 65 w 341"/>
                  <a:gd name="T3" fmla="*/ 58 h 341"/>
                  <a:gd name="T4" fmla="*/ 283 w 341"/>
                  <a:gd name="T5" fmla="*/ 66 h 341"/>
                  <a:gd name="T6" fmla="*/ 275 w 341"/>
                  <a:gd name="T7" fmla="*/ 283 h 341"/>
                  <a:gd name="T8" fmla="*/ 58 w 341"/>
                  <a:gd name="T9" fmla="*/ 276 h 341"/>
                </a:gdLst>
                <a:ahLst/>
                <a:cxnLst>
                  <a:cxn ang="0">
                    <a:pos x="T0" y="T1"/>
                  </a:cxn>
                  <a:cxn ang="0">
                    <a:pos x="T2" y="T3"/>
                  </a:cxn>
                  <a:cxn ang="0">
                    <a:pos x="T4" y="T5"/>
                  </a:cxn>
                  <a:cxn ang="0">
                    <a:pos x="T6" y="T7"/>
                  </a:cxn>
                  <a:cxn ang="0">
                    <a:pos x="T8" y="T9"/>
                  </a:cxn>
                </a:cxnLst>
                <a:rect l="0" t="0" r="r" b="b"/>
                <a:pathLst>
                  <a:path w="341" h="341">
                    <a:moveTo>
                      <a:pt x="58" y="276"/>
                    </a:moveTo>
                    <a:cubicBezTo>
                      <a:pt x="0" y="214"/>
                      <a:pt x="3" y="116"/>
                      <a:pt x="65" y="58"/>
                    </a:cubicBezTo>
                    <a:cubicBezTo>
                      <a:pt x="127" y="0"/>
                      <a:pt x="225" y="3"/>
                      <a:pt x="283" y="66"/>
                    </a:cubicBezTo>
                    <a:cubicBezTo>
                      <a:pt x="341" y="128"/>
                      <a:pt x="337" y="225"/>
                      <a:pt x="275" y="283"/>
                    </a:cubicBezTo>
                    <a:cubicBezTo>
                      <a:pt x="213" y="341"/>
                      <a:pt x="116" y="338"/>
                      <a:pt x="58" y="276"/>
                    </a:cubicBezTo>
                    <a:close/>
                  </a:path>
                </a:pathLst>
              </a:custGeom>
              <a:solidFill>
                <a:srgbClr val="F266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80" name="Rectangle 79"/>
            <p:cNvSpPr/>
            <p:nvPr/>
          </p:nvSpPr>
          <p:spPr>
            <a:xfrm>
              <a:off x="7584444" y="4436326"/>
              <a:ext cx="316112" cy="369332"/>
            </a:xfrm>
            <a:prstGeom prst="rect">
              <a:avLst/>
            </a:prstGeom>
          </p:spPr>
          <p:txBody>
            <a:bodyPr wrap="none">
              <a:spAutoFit/>
            </a:bodyPr>
            <a:lstStyle/>
            <a:p>
              <a:pPr fontAlgn="auto">
                <a:spcBef>
                  <a:spcPts val="0"/>
                </a:spcBef>
                <a:spcAft>
                  <a:spcPts val="0"/>
                </a:spcAft>
              </a:pPr>
              <a:r>
                <a:rPr lang="en-IN" dirty="0">
                  <a:solidFill>
                    <a:prstClr val="white"/>
                  </a:solidFill>
                  <a:latin typeface="FontAwesome" pitchFamily="50" charset="0"/>
                </a:rPr>
                <a:t></a:t>
              </a:r>
            </a:p>
          </p:txBody>
        </p:sp>
      </p:grpSp>
      <p:sp>
        <p:nvSpPr>
          <p:cNvPr id="83" name="Rectangle 82"/>
          <p:cNvSpPr/>
          <p:nvPr/>
        </p:nvSpPr>
        <p:spPr>
          <a:xfrm>
            <a:off x="6220739" y="1587533"/>
            <a:ext cx="5509245" cy="954107"/>
          </a:xfrm>
          <a:prstGeom prst="rect">
            <a:avLst/>
          </a:prstGeom>
        </p:spPr>
        <p:txBody>
          <a:bodyPr wrap="square">
            <a:spAutoFit/>
          </a:bodyPr>
          <a:lstStyle/>
          <a:p>
            <a:pPr lvl="0" algn="ctr" rtl="1"/>
            <a:r>
              <a:rPr lang="ar-JO" sz="2800" b="1" dirty="0"/>
              <a:t>تحتاج إلى أن يكون المعلم ذو قدرات ومؤهلات معرفية عالية.</a:t>
            </a:r>
            <a:endParaRPr lang="en-US" sz="2800" b="1" dirty="0"/>
          </a:p>
        </p:txBody>
      </p:sp>
      <p:sp>
        <p:nvSpPr>
          <p:cNvPr id="84" name="Rectangle 83"/>
          <p:cNvSpPr/>
          <p:nvPr/>
        </p:nvSpPr>
        <p:spPr>
          <a:xfrm>
            <a:off x="5773162" y="3028984"/>
            <a:ext cx="5481838" cy="523220"/>
          </a:xfrm>
          <a:prstGeom prst="rect">
            <a:avLst/>
          </a:prstGeom>
        </p:spPr>
        <p:txBody>
          <a:bodyPr wrap="square">
            <a:spAutoFit/>
          </a:bodyPr>
          <a:lstStyle/>
          <a:p>
            <a:pPr lvl="0" algn="ctr" rtl="1"/>
            <a:r>
              <a:rPr lang="ar-JO" sz="2800" b="1" dirty="0"/>
              <a:t>ضرورة توفر شبكة الانترنت.</a:t>
            </a:r>
            <a:endParaRPr lang="en-US" sz="2800" b="1" dirty="0"/>
          </a:p>
        </p:txBody>
      </p:sp>
      <p:sp>
        <p:nvSpPr>
          <p:cNvPr id="85" name="Rectangle 84"/>
          <p:cNvSpPr/>
          <p:nvPr/>
        </p:nvSpPr>
        <p:spPr>
          <a:xfrm>
            <a:off x="6220739" y="4261499"/>
            <a:ext cx="5577053" cy="1384995"/>
          </a:xfrm>
          <a:prstGeom prst="rect">
            <a:avLst/>
          </a:prstGeom>
        </p:spPr>
        <p:txBody>
          <a:bodyPr wrap="square">
            <a:spAutoFit/>
          </a:bodyPr>
          <a:lstStyle/>
          <a:p>
            <a:pPr lvl="0" algn="ctr" rtl="1"/>
            <a:r>
              <a:rPr lang="ar-JO" sz="2800" b="1" dirty="0"/>
              <a:t>تحتاج إلى جهد كبير من قبل المعلمين لتحضير وإعداد المادة التعليمية ووضعها داخل الفصول الافتراضية.</a:t>
            </a:r>
            <a:endParaRPr lang="en-US" sz="2800" b="1" dirty="0"/>
          </a:p>
        </p:txBody>
      </p:sp>
      <p:sp>
        <p:nvSpPr>
          <p:cNvPr id="2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9431624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wipe(down)">
                                      <p:cBhvr>
                                        <p:cTn id="11" dur="500"/>
                                        <p:tgtEl>
                                          <p:spTgt spid="27"/>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28"/>
                                        </p:tgtEl>
                                        <p:attrNameLst>
                                          <p:attrName>style.visibility</p:attrName>
                                        </p:attrNameLst>
                                      </p:cBhvr>
                                      <p:to>
                                        <p:strVal val="visible"/>
                                      </p:to>
                                    </p:set>
                                    <p:animEffect transition="in" filter="wipe(down)">
                                      <p:cBhvr>
                                        <p:cTn id="15" dur="500"/>
                                        <p:tgtEl>
                                          <p:spTgt spid="28"/>
                                        </p:tgtEl>
                                      </p:cBhvr>
                                    </p:animEffect>
                                  </p:childTnLst>
                                </p:cTn>
                              </p:par>
                            </p:childTnLst>
                          </p:cTn>
                        </p:par>
                        <p:par>
                          <p:cTn id="16" fill="hold">
                            <p:stCondLst>
                              <p:cond delay="1500"/>
                            </p:stCondLst>
                            <p:childTnLst>
                              <p:par>
                                <p:cTn id="17" presetID="21" presetClass="entr" presetSubtype="1" fill="hold"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heel(1)">
                                      <p:cBhvr>
                                        <p:cTn id="19" dur="500"/>
                                        <p:tgtEl>
                                          <p:spTgt spid="1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83"/>
                                        </p:tgtEl>
                                        <p:attrNameLst>
                                          <p:attrName>style.visibility</p:attrName>
                                        </p:attrNameLst>
                                      </p:cBhvr>
                                      <p:to>
                                        <p:strVal val="visible"/>
                                      </p:to>
                                    </p:set>
                                    <p:animEffect transition="in" filter="fade">
                                      <p:cBhvr>
                                        <p:cTn id="23" dur="500"/>
                                        <p:tgtEl>
                                          <p:spTgt spid="83"/>
                                        </p:tgtEl>
                                      </p:cBhvr>
                                    </p:animEffect>
                                  </p:childTnLst>
                                </p:cTn>
                              </p:par>
                            </p:childTnLst>
                          </p:cTn>
                        </p:par>
                        <p:par>
                          <p:cTn id="24" fill="hold">
                            <p:stCondLst>
                              <p:cond delay="2500"/>
                            </p:stCondLst>
                            <p:childTnLst>
                              <p:par>
                                <p:cTn id="25" presetID="21" presetClass="entr" presetSubtype="1" fill="hold" nodeType="after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wheel(1)">
                                      <p:cBhvr>
                                        <p:cTn id="27" dur="500"/>
                                        <p:tgtEl>
                                          <p:spTgt spid="81"/>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84"/>
                                        </p:tgtEl>
                                        <p:attrNameLst>
                                          <p:attrName>style.visibility</p:attrName>
                                        </p:attrNameLst>
                                      </p:cBhvr>
                                      <p:to>
                                        <p:strVal val="visible"/>
                                      </p:to>
                                    </p:set>
                                    <p:animEffect transition="in" filter="fade">
                                      <p:cBhvr>
                                        <p:cTn id="31" dur="500"/>
                                        <p:tgtEl>
                                          <p:spTgt spid="84"/>
                                        </p:tgtEl>
                                      </p:cBhvr>
                                    </p:animEffect>
                                  </p:childTnLst>
                                </p:cTn>
                              </p:par>
                            </p:childTnLst>
                          </p:cTn>
                        </p:par>
                        <p:par>
                          <p:cTn id="32" fill="hold">
                            <p:stCondLst>
                              <p:cond delay="3500"/>
                            </p:stCondLst>
                            <p:childTnLst>
                              <p:par>
                                <p:cTn id="33" presetID="21" presetClass="entr" presetSubtype="1" fill="hold" nodeType="afterEffect">
                                  <p:stCondLst>
                                    <p:cond delay="0"/>
                                  </p:stCondLst>
                                  <p:childTnLst>
                                    <p:set>
                                      <p:cBhvr>
                                        <p:cTn id="34" dur="1" fill="hold">
                                          <p:stCondLst>
                                            <p:cond delay="0"/>
                                          </p:stCondLst>
                                        </p:cTn>
                                        <p:tgtEl>
                                          <p:spTgt spid="82"/>
                                        </p:tgtEl>
                                        <p:attrNameLst>
                                          <p:attrName>style.visibility</p:attrName>
                                        </p:attrNameLst>
                                      </p:cBhvr>
                                      <p:to>
                                        <p:strVal val="visible"/>
                                      </p:to>
                                    </p:set>
                                    <p:animEffect transition="in" filter="wheel(1)">
                                      <p:cBhvr>
                                        <p:cTn id="35" dur="500"/>
                                        <p:tgtEl>
                                          <p:spTgt spid="82"/>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85"/>
                                        </p:tgtEl>
                                        <p:attrNameLst>
                                          <p:attrName>style.visibility</p:attrName>
                                        </p:attrNameLst>
                                      </p:cBhvr>
                                      <p:to>
                                        <p:strVal val="visible"/>
                                      </p:to>
                                    </p:set>
                                    <p:animEffect transition="in" filter="fade">
                                      <p:cBhvr>
                                        <p:cTn id="39"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46" grpId="0"/>
      <p:bldP spid="83" grpId="0"/>
      <p:bldP spid="84" grpId="0"/>
      <p:bldP spid="85"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4"/>
          <p:cNvGrpSpPr>
            <a:grpSpLocks noChangeAspect="1"/>
          </p:cNvGrpSpPr>
          <p:nvPr/>
        </p:nvGrpSpPr>
        <p:grpSpPr bwMode="auto">
          <a:xfrm>
            <a:off x="3471863" y="1429657"/>
            <a:ext cx="5175250" cy="5008563"/>
            <a:chOff x="2187" y="672"/>
            <a:chExt cx="3260" cy="3155"/>
          </a:xfrm>
        </p:grpSpPr>
        <p:sp>
          <p:nvSpPr>
            <p:cNvPr id="5" name="AutoShape 3"/>
            <p:cNvSpPr>
              <a:spLocks noChangeAspect="1" noChangeArrowheads="1" noTextEdit="1"/>
            </p:cNvSpPr>
            <p:nvPr/>
          </p:nvSpPr>
          <p:spPr bwMode="auto">
            <a:xfrm>
              <a:off x="2187" y="672"/>
              <a:ext cx="3260" cy="3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nvGrpSpPr>
            <p:cNvPr id="6" name="Group 205"/>
            <p:cNvGrpSpPr>
              <a:grpSpLocks/>
            </p:cNvGrpSpPr>
            <p:nvPr/>
          </p:nvGrpSpPr>
          <p:grpSpPr bwMode="auto">
            <a:xfrm>
              <a:off x="2186" y="671"/>
              <a:ext cx="3260" cy="3067"/>
              <a:chOff x="2186" y="671"/>
              <a:chExt cx="3260" cy="3067"/>
            </a:xfrm>
          </p:grpSpPr>
          <p:sp>
            <p:nvSpPr>
              <p:cNvPr id="44" name="Freeform 6"/>
              <p:cNvSpPr>
                <a:spLocks/>
              </p:cNvSpPr>
              <p:nvPr/>
            </p:nvSpPr>
            <p:spPr bwMode="auto">
              <a:xfrm>
                <a:off x="4939" y="2218"/>
                <a:ext cx="507" cy="432"/>
              </a:xfrm>
              <a:custGeom>
                <a:avLst/>
                <a:gdLst>
                  <a:gd name="T0" fmla="*/ 404 w 507"/>
                  <a:gd name="T1" fmla="*/ 0 h 432"/>
                  <a:gd name="T2" fmla="*/ 507 w 507"/>
                  <a:gd name="T3" fmla="*/ 286 h 432"/>
                  <a:gd name="T4" fmla="*/ 104 w 507"/>
                  <a:gd name="T5" fmla="*/ 432 h 432"/>
                  <a:gd name="T6" fmla="*/ 0 w 507"/>
                  <a:gd name="T7" fmla="*/ 148 h 432"/>
                  <a:gd name="T8" fmla="*/ 404 w 507"/>
                  <a:gd name="T9" fmla="*/ 0 h 432"/>
                </a:gdLst>
                <a:ahLst/>
                <a:cxnLst>
                  <a:cxn ang="0">
                    <a:pos x="T0" y="T1"/>
                  </a:cxn>
                  <a:cxn ang="0">
                    <a:pos x="T2" y="T3"/>
                  </a:cxn>
                  <a:cxn ang="0">
                    <a:pos x="T4" y="T5"/>
                  </a:cxn>
                  <a:cxn ang="0">
                    <a:pos x="T6" y="T7"/>
                  </a:cxn>
                  <a:cxn ang="0">
                    <a:pos x="T8" y="T9"/>
                  </a:cxn>
                </a:cxnLst>
                <a:rect l="0" t="0" r="r" b="b"/>
                <a:pathLst>
                  <a:path w="507" h="432">
                    <a:moveTo>
                      <a:pt x="404" y="0"/>
                    </a:moveTo>
                    <a:lnTo>
                      <a:pt x="507" y="286"/>
                    </a:lnTo>
                    <a:lnTo>
                      <a:pt x="104" y="432"/>
                    </a:lnTo>
                    <a:lnTo>
                      <a:pt x="0" y="148"/>
                    </a:lnTo>
                    <a:lnTo>
                      <a:pt x="404"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5" name="Freeform 7"/>
              <p:cNvSpPr>
                <a:spLocks/>
              </p:cNvSpPr>
              <p:nvPr/>
            </p:nvSpPr>
            <p:spPr bwMode="auto">
              <a:xfrm>
                <a:off x="4929" y="2214"/>
                <a:ext cx="508" cy="432"/>
              </a:xfrm>
              <a:custGeom>
                <a:avLst/>
                <a:gdLst>
                  <a:gd name="T0" fmla="*/ 404 w 508"/>
                  <a:gd name="T1" fmla="*/ 0 h 432"/>
                  <a:gd name="T2" fmla="*/ 508 w 508"/>
                  <a:gd name="T3" fmla="*/ 286 h 432"/>
                  <a:gd name="T4" fmla="*/ 104 w 508"/>
                  <a:gd name="T5" fmla="*/ 432 h 432"/>
                  <a:gd name="T6" fmla="*/ 0 w 508"/>
                  <a:gd name="T7" fmla="*/ 146 h 432"/>
                  <a:gd name="T8" fmla="*/ 404 w 508"/>
                  <a:gd name="T9" fmla="*/ 0 h 432"/>
                </a:gdLst>
                <a:ahLst/>
                <a:cxnLst>
                  <a:cxn ang="0">
                    <a:pos x="T0" y="T1"/>
                  </a:cxn>
                  <a:cxn ang="0">
                    <a:pos x="T2" y="T3"/>
                  </a:cxn>
                  <a:cxn ang="0">
                    <a:pos x="T4" y="T5"/>
                  </a:cxn>
                  <a:cxn ang="0">
                    <a:pos x="T6" y="T7"/>
                  </a:cxn>
                  <a:cxn ang="0">
                    <a:pos x="T8" y="T9"/>
                  </a:cxn>
                </a:cxnLst>
                <a:rect l="0" t="0" r="r" b="b"/>
                <a:pathLst>
                  <a:path w="508" h="432">
                    <a:moveTo>
                      <a:pt x="404" y="0"/>
                    </a:moveTo>
                    <a:lnTo>
                      <a:pt x="508" y="286"/>
                    </a:lnTo>
                    <a:lnTo>
                      <a:pt x="104" y="432"/>
                    </a:lnTo>
                    <a:lnTo>
                      <a:pt x="0" y="146"/>
                    </a:lnTo>
                    <a:lnTo>
                      <a:pt x="40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6" name="Freeform 8"/>
              <p:cNvSpPr>
                <a:spLocks/>
              </p:cNvSpPr>
              <p:nvPr/>
            </p:nvSpPr>
            <p:spPr bwMode="auto">
              <a:xfrm>
                <a:off x="5310" y="2303"/>
                <a:ext cx="57" cy="141"/>
              </a:xfrm>
              <a:custGeom>
                <a:avLst/>
                <a:gdLst>
                  <a:gd name="T0" fmla="*/ 6 w 57"/>
                  <a:gd name="T1" fmla="*/ 0 h 141"/>
                  <a:gd name="T2" fmla="*/ 57 w 57"/>
                  <a:gd name="T3" fmla="*/ 139 h 141"/>
                  <a:gd name="T4" fmla="*/ 50 w 57"/>
                  <a:gd name="T5" fmla="*/ 141 h 141"/>
                  <a:gd name="T6" fmla="*/ 0 w 57"/>
                  <a:gd name="T7" fmla="*/ 2 h 141"/>
                  <a:gd name="T8" fmla="*/ 6 w 57"/>
                  <a:gd name="T9" fmla="*/ 0 h 141"/>
                </a:gdLst>
                <a:ahLst/>
                <a:cxnLst>
                  <a:cxn ang="0">
                    <a:pos x="T0" y="T1"/>
                  </a:cxn>
                  <a:cxn ang="0">
                    <a:pos x="T2" y="T3"/>
                  </a:cxn>
                  <a:cxn ang="0">
                    <a:pos x="T4" y="T5"/>
                  </a:cxn>
                  <a:cxn ang="0">
                    <a:pos x="T6" y="T7"/>
                  </a:cxn>
                  <a:cxn ang="0">
                    <a:pos x="T8" y="T9"/>
                  </a:cxn>
                </a:cxnLst>
                <a:rect l="0" t="0" r="r" b="b"/>
                <a:pathLst>
                  <a:path w="57" h="141">
                    <a:moveTo>
                      <a:pt x="6" y="0"/>
                    </a:moveTo>
                    <a:lnTo>
                      <a:pt x="57" y="139"/>
                    </a:lnTo>
                    <a:lnTo>
                      <a:pt x="50" y="141"/>
                    </a:lnTo>
                    <a:lnTo>
                      <a:pt x="0" y="2"/>
                    </a:lnTo>
                    <a:lnTo>
                      <a:pt x="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7" name="Freeform 9"/>
              <p:cNvSpPr>
                <a:spLocks/>
              </p:cNvSpPr>
              <p:nvPr/>
            </p:nvSpPr>
            <p:spPr bwMode="auto">
              <a:xfrm>
                <a:off x="5274" y="2262"/>
                <a:ext cx="91" cy="235"/>
              </a:xfrm>
              <a:custGeom>
                <a:avLst/>
                <a:gdLst>
                  <a:gd name="T0" fmla="*/ 8 w 91"/>
                  <a:gd name="T1" fmla="*/ 0 h 235"/>
                  <a:gd name="T2" fmla="*/ 91 w 91"/>
                  <a:gd name="T3" fmla="*/ 233 h 235"/>
                  <a:gd name="T4" fmla="*/ 85 w 91"/>
                  <a:gd name="T5" fmla="*/ 235 h 235"/>
                  <a:gd name="T6" fmla="*/ 0 w 91"/>
                  <a:gd name="T7" fmla="*/ 3 h 235"/>
                  <a:gd name="T8" fmla="*/ 8 w 91"/>
                  <a:gd name="T9" fmla="*/ 0 h 235"/>
                </a:gdLst>
                <a:ahLst/>
                <a:cxnLst>
                  <a:cxn ang="0">
                    <a:pos x="T0" y="T1"/>
                  </a:cxn>
                  <a:cxn ang="0">
                    <a:pos x="T2" y="T3"/>
                  </a:cxn>
                  <a:cxn ang="0">
                    <a:pos x="T4" y="T5"/>
                  </a:cxn>
                  <a:cxn ang="0">
                    <a:pos x="T6" y="T7"/>
                  </a:cxn>
                  <a:cxn ang="0">
                    <a:pos x="T8" y="T9"/>
                  </a:cxn>
                </a:cxnLst>
                <a:rect l="0" t="0" r="r" b="b"/>
                <a:pathLst>
                  <a:path w="91" h="235">
                    <a:moveTo>
                      <a:pt x="8" y="0"/>
                    </a:moveTo>
                    <a:lnTo>
                      <a:pt x="91" y="233"/>
                    </a:lnTo>
                    <a:lnTo>
                      <a:pt x="85" y="235"/>
                    </a:lnTo>
                    <a:lnTo>
                      <a:pt x="0" y="3"/>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8" name="Freeform 10"/>
              <p:cNvSpPr>
                <a:spLocks/>
              </p:cNvSpPr>
              <p:nvPr/>
            </p:nvSpPr>
            <p:spPr bwMode="auto">
              <a:xfrm>
                <a:off x="5262" y="2266"/>
                <a:ext cx="91" cy="236"/>
              </a:xfrm>
              <a:custGeom>
                <a:avLst/>
                <a:gdLst>
                  <a:gd name="T0" fmla="*/ 7 w 91"/>
                  <a:gd name="T1" fmla="*/ 0 h 236"/>
                  <a:gd name="T2" fmla="*/ 91 w 91"/>
                  <a:gd name="T3" fmla="*/ 234 h 236"/>
                  <a:gd name="T4" fmla="*/ 84 w 91"/>
                  <a:gd name="T5" fmla="*/ 236 h 236"/>
                  <a:gd name="T6" fmla="*/ 0 w 91"/>
                  <a:gd name="T7" fmla="*/ 4 h 236"/>
                  <a:gd name="T8" fmla="*/ 7 w 91"/>
                  <a:gd name="T9" fmla="*/ 0 h 236"/>
                </a:gdLst>
                <a:ahLst/>
                <a:cxnLst>
                  <a:cxn ang="0">
                    <a:pos x="T0" y="T1"/>
                  </a:cxn>
                  <a:cxn ang="0">
                    <a:pos x="T2" y="T3"/>
                  </a:cxn>
                  <a:cxn ang="0">
                    <a:pos x="T4" y="T5"/>
                  </a:cxn>
                  <a:cxn ang="0">
                    <a:pos x="T6" y="T7"/>
                  </a:cxn>
                  <a:cxn ang="0">
                    <a:pos x="T8" y="T9"/>
                  </a:cxn>
                </a:cxnLst>
                <a:rect l="0" t="0" r="r" b="b"/>
                <a:pathLst>
                  <a:path w="91" h="236">
                    <a:moveTo>
                      <a:pt x="7" y="0"/>
                    </a:moveTo>
                    <a:lnTo>
                      <a:pt x="91" y="234"/>
                    </a:lnTo>
                    <a:lnTo>
                      <a:pt x="84" y="236"/>
                    </a:lnTo>
                    <a:lnTo>
                      <a:pt x="0" y="4"/>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9" name="Freeform 11"/>
              <p:cNvSpPr>
                <a:spLocks/>
              </p:cNvSpPr>
              <p:nvPr/>
            </p:nvSpPr>
            <p:spPr bwMode="auto">
              <a:xfrm>
                <a:off x="5249" y="2271"/>
                <a:ext cx="92" cy="235"/>
              </a:xfrm>
              <a:custGeom>
                <a:avLst/>
                <a:gdLst>
                  <a:gd name="T0" fmla="*/ 7 w 92"/>
                  <a:gd name="T1" fmla="*/ 0 h 235"/>
                  <a:gd name="T2" fmla="*/ 92 w 92"/>
                  <a:gd name="T3" fmla="*/ 233 h 235"/>
                  <a:gd name="T4" fmla="*/ 85 w 92"/>
                  <a:gd name="T5" fmla="*/ 235 h 235"/>
                  <a:gd name="T6" fmla="*/ 0 w 92"/>
                  <a:gd name="T7" fmla="*/ 3 h 235"/>
                  <a:gd name="T8" fmla="*/ 7 w 92"/>
                  <a:gd name="T9" fmla="*/ 0 h 235"/>
                </a:gdLst>
                <a:ahLst/>
                <a:cxnLst>
                  <a:cxn ang="0">
                    <a:pos x="T0" y="T1"/>
                  </a:cxn>
                  <a:cxn ang="0">
                    <a:pos x="T2" y="T3"/>
                  </a:cxn>
                  <a:cxn ang="0">
                    <a:pos x="T4" y="T5"/>
                  </a:cxn>
                  <a:cxn ang="0">
                    <a:pos x="T6" y="T7"/>
                  </a:cxn>
                  <a:cxn ang="0">
                    <a:pos x="T8" y="T9"/>
                  </a:cxn>
                </a:cxnLst>
                <a:rect l="0" t="0" r="r" b="b"/>
                <a:pathLst>
                  <a:path w="92" h="235">
                    <a:moveTo>
                      <a:pt x="7" y="0"/>
                    </a:moveTo>
                    <a:lnTo>
                      <a:pt x="92" y="233"/>
                    </a:lnTo>
                    <a:lnTo>
                      <a:pt x="85" y="235"/>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0" name="Freeform 12"/>
              <p:cNvSpPr>
                <a:spLocks/>
              </p:cNvSpPr>
              <p:nvPr/>
            </p:nvSpPr>
            <p:spPr bwMode="auto">
              <a:xfrm>
                <a:off x="5237" y="2275"/>
                <a:ext cx="92" cy="236"/>
              </a:xfrm>
              <a:custGeom>
                <a:avLst/>
                <a:gdLst>
                  <a:gd name="T0" fmla="*/ 7 w 92"/>
                  <a:gd name="T1" fmla="*/ 0 h 236"/>
                  <a:gd name="T2" fmla="*/ 92 w 92"/>
                  <a:gd name="T3" fmla="*/ 234 h 236"/>
                  <a:gd name="T4" fmla="*/ 85 w 92"/>
                  <a:gd name="T5" fmla="*/ 236 h 236"/>
                  <a:gd name="T6" fmla="*/ 0 w 92"/>
                  <a:gd name="T7" fmla="*/ 4 h 236"/>
                  <a:gd name="T8" fmla="*/ 7 w 92"/>
                  <a:gd name="T9" fmla="*/ 0 h 236"/>
                </a:gdLst>
                <a:ahLst/>
                <a:cxnLst>
                  <a:cxn ang="0">
                    <a:pos x="T0" y="T1"/>
                  </a:cxn>
                  <a:cxn ang="0">
                    <a:pos x="T2" y="T3"/>
                  </a:cxn>
                  <a:cxn ang="0">
                    <a:pos x="T4" y="T5"/>
                  </a:cxn>
                  <a:cxn ang="0">
                    <a:pos x="T6" y="T7"/>
                  </a:cxn>
                  <a:cxn ang="0">
                    <a:pos x="T8" y="T9"/>
                  </a:cxn>
                </a:cxnLst>
                <a:rect l="0" t="0" r="r" b="b"/>
                <a:pathLst>
                  <a:path w="92" h="236">
                    <a:moveTo>
                      <a:pt x="7" y="0"/>
                    </a:moveTo>
                    <a:lnTo>
                      <a:pt x="92" y="234"/>
                    </a:lnTo>
                    <a:lnTo>
                      <a:pt x="85" y="236"/>
                    </a:lnTo>
                    <a:lnTo>
                      <a:pt x="0" y="4"/>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1" name="Freeform 13"/>
              <p:cNvSpPr>
                <a:spLocks/>
              </p:cNvSpPr>
              <p:nvPr/>
            </p:nvSpPr>
            <p:spPr bwMode="auto">
              <a:xfrm>
                <a:off x="5225" y="2280"/>
                <a:ext cx="91" cy="235"/>
              </a:xfrm>
              <a:custGeom>
                <a:avLst/>
                <a:gdLst>
                  <a:gd name="T0" fmla="*/ 6 w 91"/>
                  <a:gd name="T1" fmla="*/ 0 h 235"/>
                  <a:gd name="T2" fmla="*/ 91 w 91"/>
                  <a:gd name="T3" fmla="*/ 233 h 235"/>
                  <a:gd name="T4" fmla="*/ 84 w 91"/>
                  <a:gd name="T5" fmla="*/ 235 h 235"/>
                  <a:gd name="T6" fmla="*/ 0 w 91"/>
                  <a:gd name="T7" fmla="*/ 3 h 235"/>
                  <a:gd name="T8" fmla="*/ 6 w 91"/>
                  <a:gd name="T9" fmla="*/ 0 h 235"/>
                </a:gdLst>
                <a:ahLst/>
                <a:cxnLst>
                  <a:cxn ang="0">
                    <a:pos x="T0" y="T1"/>
                  </a:cxn>
                  <a:cxn ang="0">
                    <a:pos x="T2" y="T3"/>
                  </a:cxn>
                  <a:cxn ang="0">
                    <a:pos x="T4" y="T5"/>
                  </a:cxn>
                  <a:cxn ang="0">
                    <a:pos x="T6" y="T7"/>
                  </a:cxn>
                  <a:cxn ang="0">
                    <a:pos x="T8" y="T9"/>
                  </a:cxn>
                </a:cxnLst>
                <a:rect l="0" t="0" r="r" b="b"/>
                <a:pathLst>
                  <a:path w="91" h="235">
                    <a:moveTo>
                      <a:pt x="6" y="0"/>
                    </a:moveTo>
                    <a:lnTo>
                      <a:pt x="91" y="233"/>
                    </a:lnTo>
                    <a:lnTo>
                      <a:pt x="84" y="235"/>
                    </a:lnTo>
                    <a:lnTo>
                      <a:pt x="0" y="3"/>
                    </a:lnTo>
                    <a:lnTo>
                      <a:pt x="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2" name="Freeform 14"/>
              <p:cNvSpPr>
                <a:spLocks/>
              </p:cNvSpPr>
              <p:nvPr/>
            </p:nvSpPr>
            <p:spPr bwMode="auto">
              <a:xfrm>
                <a:off x="5212" y="2284"/>
                <a:ext cx="92" cy="237"/>
              </a:xfrm>
              <a:custGeom>
                <a:avLst/>
                <a:gdLst>
                  <a:gd name="T0" fmla="*/ 7 w 92"/>
                  <a:gd name="T1" fmla="*/ 0 h 237"/>
                  <a:gd name="T2" fmla="*/ 92 w 92"/>
                  <a:gd name="T3" fmla="*/ 233 h 237"/>
                  <a:gd name="T4" fmla="*/ 84 w 92"/>
                  <a:gd name="T5" fmla="*/ 237 h 237"/>
                  <a:gd name="T6" fmla="*/ 0 w 92"/>
                  <a:gd name="T7" fmla="*/ 3 h 237"/>
                  <a:gd name="T8" fmla="*/ 7 w 92"/>
                  <a:gd name="T9" fmla="*/ 0 h 237"/>
                </a:gdLst>
                <a:ahLst/>
                <a:cxnLst>
                  <a:cxn ang="0">
                    <a:pos x="T0" y="T1"/>
                  </a:cxn>
                  <a:cxn ang="0">
                    <a:pos x="T2" y="T3"/>
                  </a:cxn>
                  <a:cxn ang="0">
                    <a:pos x="T4" y="T5"/>
                  </a:cxn>
                  <a:cxn ang="0">
                    <a:pos x="T6" y="T7"/>
                  </a:cxn>
                  <a:cxn ang="0">
                    <a:pos x="T8" y="T9"/>
                  </a:cxn>
                </a:cxnLst>
                <a:rect l="0" t="0" r="r" b="b"/>
                <a:pathLst>
                  <a:path w="92" h="237">
                    <a:moveTo>
                      <a:pt x="7" y="0"/>
                    </a:moveTo>
                    <a:lnTo>
                      <a:pt x="92" y="233"/>
                    </a:lnTo>
                    <a:lnTo>
                      <a:pt x="84" y="237"/>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3" name="Freeform 15"/>
              <p:cNvSpPr>
                <a:spLocks/>
              </p:cNvSpPr>
              <p:nvPr/>
            </p:nvSpPr>
            <p:spPr bwMode="auto">
              <a:xfrm>
                <a:off x="5199" y="2289"/>
                <a:ext cx="93" cy="236"/>
              </a:xfrm>
              <a:custGeom>
                <a:avLst/>
                <a:gdLst>
                  <a:gd name="T0" fmla="*/ 8 w 93"/>
                  <a:gd name="T1" fmla="*/ 0 h 236"/>
                  <a:gd name="T2" fmla="*/ 93 w 93"/>
                  <a:gd name="T3" fmla="*/ 233 h 236"/>
                  <a:gd name="T4" fmla="*/ 85 w 93"/>
                  <a:gd name="T5" fmla="*/ 236 h 236"/>
                  <a:gd name="T6" fmla="*/ 0 w 93"/>
                  <a:gd name="T7" fmla="*/ 3 h 236"/>
                  <a:gd name="T8" fmla="*/ 8 w 93"/>
                  <a:gd name="T9" fmla="*/ 0 h 236"/>
                </a:gdLst>
                <a:ahLst/>
                <a:cxnLst>
                  <a:cxn ang="0">
                    <a:pos x="T0" y="T1"/>
                  </a:cxn>
                  <a:cxn ang="0">
                    <a:pos x="T2" y="T3"/>
                  </a:cxn>
                  <a:cxn ang="0">
                    <a:pos x="T4" y="T5"/>
                  </a:cxn>
                  <a:cxn ang="0">
                    <a:pos x="T6" y="T7"/>
                  </a:cxn>
                  <a:cxn ang="0">
                    <a:pos x="T8" y="T9"/>
                  </a:cxn>
                </a:cxnLst>
                <a:rect l="0" t="0" r="r" b="b"/>
                <a:pathLst>
                  <a:path w="93" h="236">
                    <a:moveTo>
                      <a:pt x="8" y="0"/>
                    </a:moveTo>
                    <a:lnTo>
                      <a:pt x="93" y="233"/>
                    </a:lnTo>
                    <a:lnTo>
                      <a:pt x="85" y="236"/>
                    </a:lnTo>
                    <a:lnTo>
                      <a:pt x="0" y="3"/>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4" name="Freeform 16"/>
              <p:cNvSpPr>
                <a:spLocks/>
              </p:cNvSpPr>
              <p:nvPr/>
            </p:nvSpPr>
            <p:spPr bwMode="auto">
              <a:xfrm>
                <a:off x="5187" y="2294"/>
                <a:ext cx="91" cy="236"/>
              </a:xfrm>
              <a:custGeom>
                <a:avLst/>
                <a:gdLst>
                  <a:gd name="T0" fmla="*/ 8 w 91"/>
                  <a:gd name="T1" fmla="*/ 0 h 236"/>
                  <a:gd name="T2" fmla="*/ 91 w 91"/>
                  <a:gd name="T3" fmla="*/ 232 h 236"/>
                  <a:gd name="T4" fmla="*/ 85 w 91"/>
                  <a:gd name="T5" fmla="*/ 236 h 236"/>
                  <a:gd name="T6" fmla="*/ 0 w 91"/>
                  <a:gd name="T7" fmla="*/ 2 h 236"/>
                  <a:gd name="T8" fmla="*/ 8 w 91"/>
                  <a:gd name="T9" fmla="*/ 0 h 236"/>
                </a:gdLst>
                <a:ahLst/>
                <a:cxnLst>
                  <a:cxn ang="0">
                    <a:pos x="T0" y="T1"/>
                  </a:cxn>
                  <a:cxn ang="0">
                    <a:pos x="T2" y="T3"/>
                  </a:cxn>
                  <a:cxn ang="0">
                    <a:pos x="T4" y="T5"/>
                  </a:cxn>
                  <a:cxn ang="0">
                    <a:pos x="T6" y="T7"/>
                  </a:cxn>
                  <a:cxn ang="0">
                    <a:pos x="T8" y="T9"/>
                  </a:cxn>
                </a:cxnLst>
                <a:rect l="0" t="0" r="r" b="b"/>
                <a:pathLst>
                  <a:path w="91" h="236">
                    <a:moveTo>
                      <a:pt x="8" y="0"/>
                    </a:moveTo>
                    <a:lnTo>
                      <a:pt x="91" y="232"/>
                    </a:lnTo>
                    <a:lnTo>
                      <a:pt x="85" y="236"/>
                    </a:lnTo>
                    <a:lnTo>
                      <a:pt x="0" y="2"/>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5" name="Freeform 17"/>
              <p:cNvSpPr>
                <a:spLocks/>
              </p:cNvSpPr>
              <p:nvPr/>
            </p:nvSpPr>
            <p:spPr bwMode="auto">
              <a:xfrm>
                <a:off x="5175" y="2299"/>
                <a:ext cx="49" cy="118"/>
              </a:xfrm>
              <a:custGeom>
                <a:avLst/>
                <a:gdLst>
                  <a:gd name="T0" fmla="*/ 7 w 49"/>
                  <a:gd name="T1" fmla="*/ 0 h 118"/>
                  <a:gd name="T2" fmla="*/ 49 w 49"/>
                  <a:gd name="T3" fmla="*/ 116 h 118"/>
                  <a:gd name="T4" fmla="*/ 42 w 49"/>
                  <a:gd name="T5" fmla="*/ 118 h 118"/>
                  <a:gd name="T6" fmla="*/ 0 w 49"/>
                  <a:gd name="T7" fmla="*/ 2 h 118"/>
                  <a:gd name="T8" fmla="*/ 7 w 49"/>
                  <a:gd name="T9" fmla="*/ 0 h 118"/>
                </a:gdLst>
                <a:ahLst/>
                <a:cxnLst>
                  <a:cxn ang="0">
                    <a:pos x="T0" y="T1"/>
                  </a:cxn>
                  <a:cxn ang="0">
                    <a:pos x="T2" y="T3"/>
                  </a:cxn>
                  <a:cxn ang="0">
                    <a:pos x="T4" y="T5"/>
                  </a:cxn>
                  <a:cxn ang="0">
                    <a:pos x="T6" y="T7"/>
                  </a:cxn>
                  <a:cxn ang="0">
                    <a:pos x="T8" y="T9"/>
                  </a:cxn>
                </a:cxnLst>
                <a:rect l="0" t="0" r="r" b="b"/>
                <a:pathLst>
                  <a:path w="49" h="118">
                    <a:moveTo>
                      <a:pt x="7" y="0"/>
                    </a:moveTo>
                    <a:lnTo>
                      <a:pt x="49" y="116"/>
                    </a:lnTo>
                    <a:lnTo>
                      <a:pt x="42" y="118"/>
                    </a:lnTo>
                    <a:lnTo>
                      <a:pt x="0" y="2"/>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6" name="Freeform 18"/>
              <p:cNvSpPr>
                <a:spLocks/>
              </p:cNvSpPr>
              <p:nvPr/>
            </p:nvSpPr>
            <p:spPr bwMode="auto">
              <a:xfrm>
                <a:off x="5150" y="2490"/>
                <a:ext cx="73" cy="72"/>
              </a:xfrm>
              <a:custGeom>
                <a:avLst/>
                <a:gdLst>
                  <a:gd name="T0" fmla="*/ 60 w 65"/>
                  <a:gd name="T1" fmla="*/ 23 h 65"/>
                  <a:gd name="T2" fmla="*/ 43 w 65"/>
                  <a:gd name="T3" fmla="*/ 60 h 65"/>
                  <a:gd name="T4" fmla="*/ 6 w 65"/>
                  <a:gd name="T5" fmla="*/ 42 h 65"/>
                  <a:gd name="T6" fmla="*/ 23 w 65"/>
                  <a:gd name="T7" fmla="*/ 6 h 65"/>
                  <a:gd name="T8" fmla="*/ 60 w 65"/>
                  <a:gd name="T9" fmla="*/ 23 h 65"/>
                </a:gdLst>
                <a:ahLst/>
                <a:cxnLst>
                  <a:cxn ang="0">
                    <a:pos x="T0" y="T1"/>
                  </a:cxn>
                  <a:cxn ang="0">
                    <a:pos x="T2" y="T3"/>
                  </a:cxn>
                  <a:cxn ang="0">
                    <a:pos x="T4" y="T5"/>
                  </a:cxn>
                  <a:cxn ang="0">
                    <a:pos x="T6" y="T7"/>
                  </a:cxn>
                  <a:cxn ang="0">
                    <a:pos x="T8" y="T9"/>
                  </a:cxn>
                </a:cxnLst>
                <a:rect l="0" t="0" r="r" b="b"/>
                <a:pathLst>
                  <a:path w="65" h="65">
                    <a:moveTo>
                      <a:pt x="60" y="23"/>
                    </a:moveTo>
                    <a:cubicBezTo>
                      <a:pt x="65" y="38"/>
                      <a:pt x="58" y="54"/>
                      <a:pt x="43" y="60"/>
                    </a:cubicBezTo>
                    <a:cubicBezTo>
                      <a:pt x="28" y="65"/>
                      <a:pt x="11" y="57"/>
                      <a:pt x="6" y="42"/>
                    </a:cubicBezTo>
                    <a:cubicBezTo>
                      <a:pt x="0" y="27"/>
                      <a:pt x="8" y="11"/>
                      <a:pt x="23" y="6"/>
                    </a:cubicBezTo>
                    <a:cubicBezTo>
                      <a:pt x="38" y="0"/>
                      <a:pt x="54" y="8"/>
                      <a:pt x="60" y="23"/>
                    </a:cubicBezTo>
                    <a:close/>
                  </a:path>
                </a:pathLst>
              </a:custGeom>
              <a:solidFill>
                <a:srgbClr val="4C8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7" name="Freeform 19"/>
              <p:cNvSpPr>
                <a:spLocks/>
              </p:cNvSpPr>
              <p:nvPr/>
            </p:nvSpPr>
            <p:spPr bwMode="auto">
              <a:xfrm>
                <a:off x="5156" y="2504"/>
                <a:ext cx="31" cy="22"/>
              </a:xfrm>
              <a:custGeom>
                <a:avLst/>
                <a:gdLst>
                  <a:gd name="T0" fmla="*/ 0 w 28"/>
                  <a:gd name="T1" fmla="*/ 13 h 20"/>
                  <a:gd name="T2" fmla="*/ 7 w 28"/>
                  <a:gd name="T3" fmla="*/ 0 h 20"/>
                  <a:gd name="T4" fmla="*/ 28 w 28"/>
                  <a:gd name="T5" fmla="*/ 20 h 20"/>
                  <a:gd name="T6" fmla="*/ 0 w 28"/>
                  <a:gd name="T7" fmla="*/ 13 h 20"/>
                </a:gdLst>
                <a:ahLst/>
                <a:cxnLst>
                  <a:cxn ang="0">
                    <a:pos x="T0" y="T1"/>
                  </a:cxn>
                  <a:cxn ang="0">
                    <a:pos x="T2" y="T3"/>
                  </a:cxn>
                  <a:cxn ang="0">
                    <a:pos x="T4" y="T5"/>
                  </a:cxn>
                  <a:cxn ang="0">
                    <a:pos x="T6" y="T7"/>
                  </a:cxn>
                </a:cxnLst>
                <a:rect l="0" t="0" r="r" b="b"/>
                <a:pathLst>
                  <a:path w="28" h="20">
                    <a:moveTo>
                      <a:pt x="0" y="13"/>
                    </a:moveTo>
                    <a:cubicBezTo>
                      <a:pt x="1" y="8"/>
                      <a:pt x="3" y="4"/>
                      <a:pt x="7" y="0"/>
                    </a:cubicBezTo>
                    <a:cubicBezTo>
                      <a:pt x="28" y="20"/>
                      <a:pt x="28" y="20"/>
                      <a:pt x="28" y="20"/>
                    </a:cubicBezTo>
                    <a:lnTo>
                      <a:pt x="0" y="13"/>
                    </a:lnTo>
                    <a:close/>
                  </a:path>
                </a:pathLst>
              </a:custGeom>
              <a:solidFill>
                <a:srgbClr val="9ACA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8" name="Freeform 20"/>
              <p:cNvSpPr>
                <a:spLocks/>
              </p:cNvSpPr>
              <p:nvPr/>
            </p:nvSpPr>
            <p:spPr bwMode="auto">
              <a:xfrm>
                <a:off x="5163" y="2492"/>
                <a:ext cx="41" cy="34"/>
              </a:xfrm>
              <a:custGeom>
                <a:avLst/>
                <a:gdLst>
                  <a:gd name="T0" fmla="*/ 0 w 36"/>
                  <a:gd name="T1" fmla="*/ 11 h 31"/>
                  <a:gd name="T2" fmla="*/ 11 w 36"/>
                  <a:gd name="T3" fmla="*/ 4 h 31"/>
                  <a:gd name="T4" fmla="*/ 36 w 36"/>
                  <a:gd name="T5" fmla="*/ 6 h 31"/>
                  <a:gd name="T6" fmla="*/ 21 w 36"/>
                  <a:gd name="T7" fmla="*/ 31 h 31"/>
                  <a:gd name="T8" fmla="*/ 0 w 36"/>
                  <a:gd name="T9" fmla="*/ 11 h 31"/>
                </a:gdLst>
                <a:ahLst/>
                <a:cxnLst>
                  <a:cxn ang="0">
                    <a:pos x="T0" y="T1"/>
                  </a:cxn>
                  <a:cxn ang="0">
                    <a:pos x="T2" y="T3"/>
                  </a:cxn>
                  <a:cxn ang="0">
                    <a:pos x="T4" y="T5"/>
                  </a:cxn>
                  <a:cxn ang="0">
                    <a:pos x="T6" y="T7"/>
                  </a:cxn>
                  <a:cxn ang="0">
                    <a:pos x="T8" y="T9"/>
                  </a:cxn>
                </a:cxnLst>
                <a:rect l="0" t="0" r="r" b="b"/>
                <a:pathLst>
                  <a:path w="36" h="31">
                    <a:moveTo>
                      <a:pt x="0" y="11"/>
                    </a:moveTo>
                    <a:cubicBezTo>
                      <a:pt x="3" y="8"/>
                      <a:pt x="7" y="5"/>
                      <a:pt x="11" y="4"/>
                    </a:cubicBezTo>
                    <a:cubicBezTo>
                      <a:pt x="20" y="0"/>
                      <a:pt x="29" y="2"/>
                      <a:pt x="36" y="6"/>
                    </a:cubicBezTo>
                    <a:cubicBezTo>
                      <a:pt x="21" y="31"/>
                      <a:pt x="21" y="31"/>
                      <a:pt x="21" y="31"/>
                    </a:cubicBezTo>
                    <a:lnTo>
                      <a:pt x="0" y="11"/>
                    </a:lnTo>
                    <a:close/>
                  </a:path>
                </a:pathLst>
              </a:custGeom>
              <a:solidFill>
                <a:srgbClr val="87BB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9" name="Freeform 21"/>
              <p:cNvSpPr>
                <a:spLocks/>
              </p:cNvSpPr>
              <p:nvPr/>
            </p:nvSpPr>
            <p:spPr bwMode="auto">
              <a:xfrm>
                <a:off x="5187" y="2499"/>
                <a:ext cx="30" cy="27"/>
              </a:xfrm>
              <a:custGeom>
                <a:avLst/>
                <a:gdLst>
                  <a:gd name="T0" fmla="*/ 15 w 27"/>
                  <a:gd name="T1" fmla="*/ 0 h 25"/>
                  <a:gd name="T2" fmla="*/ 27 w 27"/>
                  <a:gd name="T3" fmla="*/ 15 h 25"/>
                  <a:gd name="T4" fmla="*/ 0 w 27"/>
                  <a:gd name="T5" fmla="*/ 25 h 25"/>
                  <a:gd name="T6" fmla="*/ 15 w 27"/>
                  <a:gd name="T7" fmla="*/ 0 h 25"/>
                </a:gdLst>
                <a:ahLst/>
                <a:cxnLst>
                  <a:cxn ang="0">
                    <a:pos x="T0" y="T1"/>
                  </a:cxn>
                  <a:cxn ang="0">
                    <a:pos x="T2" y="T3"/>
                  </a:cxn>
                  <a:cxn ang="0">
                    <a:pos x="T4" y="T5"/>
                  </a:cxn>
                  <a:cxn ang="0">
                    <a:pos x="T6" y="T7"/>
                  </a:cxn>
                </a:cxnLst>
                <a:rect l="0" t="0" r="r" b="b"/>
                <a:pathLst>
                  <a:path w="27" h="25">
                    <a:moveTo>
                      <a:pt x="15" y="0"/>
                    </a:moveTo>
                    <a:cubicBezTo>
                      <a:pt x="20" y="3"/>
                      <a:pt x="25" y="8"/>
                      <a:pt x="27" y="15"/>
                    </a:cubicBezTo>
                    <a:cubicBezTo>
                      <a:pt x="0" y="25"/>
                      <a:pt x="0" y="25"/>
                      <a:pt x="0" y="25"/>
                    </a:cubicBezTo>
                    <a:lnTo>
                      <a:pt x="15" y="0"/>
                    </a:lnTo>
                    <a:close/>
                  </a:path>
                </a:pathLst>
              </a:custGeom>
              <a:solidFill>
                <a:srgbClr val="73A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0" name="Freeform 22"/>
              <p:cNvSpPr>
                <a:spLocks/>
              </p:cNvSpPr>
              <p:nvPr/>
            </p:nvSpPr>
            <p:spPr bwMode="auto">
              <a:xfrm>
                <a:off x="5187" y="2515"/>
                <a:ext cx="33" cy="25"/>
              </a:xfrm>
              <a:custGeom>
                <a:avLst/>
                <a:gdLst>
                  <a:gd name="T0" fmla="*/ 27 w 30"/>
                  <a:gd name="T1" fmla="*/ 0 h 22"/>
                  <a:gd name="T2" fmla="*/ 0 w 30"/>
                  <a:gd name="T3" fmla="*/ 10 h 22"/>
                  <a:gd name="T4" fmla="*/ 26 w 30"/>
                  <a:gd name="T5" fmla="*/ 22 h 22"/>
                  <a:gd name="T6" fmla="*/ 27 w 30"/>
                  <a:gd name="T7" fmla="*/ 0 h 22"/>
                </a:gdLst>
                <a:ahLst/>
                <a:cxnLst>
                  <a:cxn ang="0">
                    <a:pos x="T0" y="T1"/>
                  </a:cxn>
                  <a:cxn ang="0">
                    <a:pos x="T2" y="T3"/>
                  </a:cxn>
                  <a:cxn ang="0">
                    <a:pos x="T4" y="T5"/>
                  </a:cxn>
                  <a:cxn ang="0">
                    <a:pos x="T6" y="T7"/>
                  </a:cxn>
                </a:cxnLst>
                <a:rect l="0" t="0" r="r" b="b"/>
                <a:pathLst>
                  <a:path w="30" h="22">
                    <a:moveTo>
                      <a:pt x="27" y="0"/>
                    </a:moveTo>
                    <a:cubicBezTo>
                      <a:pt x="0" y="10"/>
                      <a:pt x="0" y="10"/>
                      <a:pt x="0" y="10"/>
                    </a:cubicBezTo>
                    <a:cubicBezTo>
                      <a:pt x="26" y="22"/>
                      <a:pt x="26" y="22"/>
                      <a:pt x="26" y="22"/>
                    </a:cubicBezTo>
                    <a:cubicBezTo>
                      <a:pt x="29" y="15"/>
                      <a:pt x="30" y="7"/>
                      <a:pt x="27" y="0"/>
                    </a:cubicBezTo>
                    <a:close/>
                  </a:path>
                </a:pathLst>
              </a:custGeom>
              <a:solidFill>
                <a:srgbClr val="609D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1" name="Freeform 23"/>
              <p:cNvSpPr>
                <a:spLocks/>
              </p:cNvSpPr>
              <p:nvPr/>
            </p:nvSpPr>
            <p:spPr bwMode="auto">
              <a:xfrm>
                <a:off x="5074" y="2336"/>
                <a:ext cx="54" cy="140"/>
              </a:xfrm>
              <a:custGeom>
                <a:avLst/>
                <a:gdLst>
                  <a:gd name="T0" fmla="*/ 3 w 54"/>
                  <a:gd name="T1" fmla="*/ 0 h 140"/>
                  <a:gd name="T2" fmla="*/ 54 w 54"/>
                  <a:gd name="T3" fmla="*/ 139 h 140"/>
                  <a:gd name="T4" fmla="*/ 50 w 54"/>
                  <a:gd name="T5" fmla="*/ 140 h 140"/>
                  <a:gd name="T6" fmla="*/ 0 w 54"/>
                  <a:gd name="T7" fmla="*/ 2 h 140"/>
                  <a:gd name="T8" fmla="*/ 3 w 54"/>
                  <a:gd name="T9" fmla="*/ 0 h 140"/>
                </a:gdLst>
                <a:ahLst/>
                <a:cxnLst>
                  <a:cxn ang="0">
                    <a:pos x="T0" y="T1"/>
                  </a:cxn>
                  <a:cxn ang="0">
                    <a:pos x="T2" y="T3"/>
                  </a:cxn>
                  <a:cxn ang="0">
                    <a:pos x="T4" y="T5"/>
                  </a:cxn>
                  <a:cxn ang="0">
                    <a:pos x="T6" y="T7"/>
                  </a:cxn>
                  <a:cxn ang="0">
                    <a:pos x="T8" y="T9"/>
                  </a:cxn>
                </a:cxnLst>
                <a:rect l="0" t="0" r="r" b="b"/>
                <a:pathLst>
                  <a:path w="54" h="140">
                    <a:moveTo>
                      <a:pt x="3" y="0"/>
                    </a:moveTo>
                    <a:lnTo>
                      <a:pt x="54" y="139"/>
                    </a:lnTo>
                    <a:lnTo>
                      <a:pt x="50" y="140"/>
                    </a:lnTo>
                    <a:lnTo>
                      <a:pt x="0" y="2"/>
                    </a:lnTo>
                    <a:lnTo>
                      <a:pt x="3"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2" name="Freeform 24"/>
              <p:cNvSpPr>
                <a:spLocks/>
              </p:cNvSpPr>
              <p:nvPr/>
            </p:nvSpPr>
            <p:spPr bwMode="auto">
              <a:xfrm>
                <a:off x="5077" y="2309"/>
                <a:ext cx="84" cy="51"/>
              </a:xfrm>
              <a:custGeom>
                <a:avLst/>
                <a:gdLst>
                  <a:gd name="T0" fmla="*/ 75 w 84"/>
                  <a:gd name="T1" fmla="*/ 0 h 51"/>
                  <a:gd name="T2" fmla="*/ 84 w 84"/>
                  <a:gd name="T3" fmla="*/ 24 h 51"/>
                  <a:gd name="T4" fmla="*/ 9 w 84"/>
                  <a:gd name="T5" fmla="*/ 51 h 51"/>
                  <a:gd name="T6" fmla="*/ 0 w 84"/>
                  <a:gd name="T7" fmla="*/ 27 h 51"/>
                  <a:gd name="T8" fmla="*/ 75 w 84"/>
                  <a:gd name="T9" fmla="*/ 0 h 51"/>
                </a:gdLst>
                <a:ahLst/>
                <a:cxnLst>
                  <a:cxn ang="0">
                    <a:pos x="T0" y="T1"/>
                  </a:cxn>
                  <a:cxn ang="0">
                    <a:pos x="T2" y="T3"/>
                  </a:cxn>
                  <a:cxn ang="0">
                    <a:pos x="T4" y="T5"/>
                  </a:cxn>
                  <a:cxn ang="0">
                    <a:pos x="T6" y="T7"/>
                  </a:cxn>
                  <a:cxn ang="0">
                    <a:pos x="T8" y="T9"/>
                  </a:cxn>
                </a:cxnLst>
                <a:rect l="0" t="0" r="r" b="b"/>
                <a:pathLst>
                  <a:path w="84" h="51">
                    <a:moveTo>
                      <a:pt x="75" y="0"/>
                    </a:moveTo>
                    <a:lnTo>
                      <a:pt x="84" y="24"/>
                    </a:lnTo>
                    <a:lnTo>
                      <a:pt x="9" y="51"/>
                    </a:lnTo>
                    <a:lnTo>
                      <a:pt x="0" y="27"/>
                    </a:lnTo>
                    <a:lnTo>
                      <a:pt x="75" y="0"/>
                    </a:lnTo>
                    <a:close/>
                  </a:path>
                </a:pathLst>
              </a:custGeom>
              <a:solidFill>
                <a:srgbClr val="4C8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3" name="Freeform 25"/>
              <p:cNvSpPr>
                <a:spLocks/>
              </p:cNvSpPr>
              <p:nvPr/>
            </p:nvSpPr>
            <p:spPr bwMode="auto">
              <a:xfrm>
                <a:off x="5089" y="2348"/>
                <a:ext cx="54" cy="41"/>
              </a:xfrm>
              <a:custGeom>
                <a:avLst/>
                <a:gdLst>
                  <a:gd name="T0" fmla="*/ 45 w 54"/>
                  <a:gd name="T1" fmla="*/ 0 h 41"/>
                  <a:gd name="T2" fmla="*/ 54 w 54"/>
                  <a:gd name="T3" fmla="*/ 24 h 41"/>
                  <a:gd name="T4" fmla="*/ 8 w 54"/>
                  <a:gd name="T5" fmla="*/ 41 h 41"/>
                  <a:gd name="T6" fmla="*/ 0 w 54"/>
                  <a:gd name="T7" fmla="*/ 17 h 41"/>
                  <a:gd name="T8" fmla="*/ 45 w 54"/>
                  <a:gd name="T9" fmla="*/ 0 h 41"/>
                </a:gdLst>
                <a:ahLst/>
                <a:cxnLst>
                  <a:cxn ang="0">
                    <a:pos x="T0" y="T1"/>
                  </a:cxn>
                  <a:cxn ang="0">
                    <a:pos x="T2" y="T3"/>
                  </a:cxn>
                  <a:cxn ang="0">
                    <a:pos x="T4" y="T5"/>
                  </a:cxn>
                  <a:cxn ang="0">
                    <a:pos x="T6" y="T7"/>
                  </a:cxn>
                  <a:cxn ang="0">
                    <a:pos x="T8" y="T9"/>
                  </a:cxn>
                </a:cxnLst>
                <a:rect l="0" t="0" r="r" b="b"/>
                <a:pathLst>
                  <a:path w="54" h="41">
                    <a:moveTo>
                      <a:pt x="45" y="0"/>
                    </a:moveTo>
                    <a:lnTo>
                      <a:pt x="54" y="24"/>
                    </a:lnTo>
                    <a:lnTo>
                      <a:pt x="8" y="41"/>
                    </a:lnTo>
                    <a:lnTo>
                      <a:pt x="0" y="17"/>
                    </a:lnTo>
                    <a:lnTo>
                      <a:pt x="45" y="0"/>
                    </a:lnTo>
                    <a:close/>
                  </a:path>
                </a:pathLst>
              </a:custGeom>
              <a:solidFill>
                <a:srgbClr val="609D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4" name="Freeform 26"/>
              <p:cNvSpPr>
                <a:spLocks/>
              </p:cNvSpPr>
              <p:nvPr/>
            </p:nvSpPr>
            <p:spPr bwMode="auto">
              <a:xfrm>
                <a:off x="5099" y="2382"/>
                <a:ext cx="39" cy="36"/>
              </a:xfrm>
              <a:custGeom>
                <a:avLst/>
                <a:gdLst>
                  <a:gd name="T0" fmla="*/ 30 w 39"/>
                  <a:gd name="T1" fmla="*/ 0 h 36"/>
                  <a:gd name="T2" fmla="*/ 39 w 39"/>
                  <a:gd name="T3" fmla="*/ 25 h 36"/>
                  <a:gd name="T4" fmla="*/ 8 w 39"/>
                  <a:gd name="T5" fmla="*/ 36 h 36"/>
                  <a:gd name="T6" fmla="*/ 0 w 39"/>
                  <a:gd name="T7" fmla="*/ 10 h 36"/>
                  <a:gd name="T8" fmla="*/ 30 w 39"/>
                  <a:gd name="T9" fmla="*/ 0 h 36"/>
                </a:gdLst>
                <a:ahLst/>
                <a:cxnLst>
                  <a:cxn ang="0">
                    <a:pos x="T0" y="T1"/>
                  </a:cxn>
                  <a:cxn ang="0">
                    <a:pos x="T2" y="T3"/>
                  </a:cxn>
                  <a:cxn ang="0">
                    <a:pos x="T4" y="T5"/>
                  </a:cxn>
                  <a:cxn ang="0">
                    <a:pos x="T6" y="T7"/>
                  </a:cxn>
                  <a:cxn ang="0">
                    <a:pos x="T8" y="T9"/>
                  </a:cxn>
                </a:cxnLst>
                <a:rect l="0" t="0" r="r" b="b"/>
                <a:pathLst>
                  <a:path w="39" h="36">
                    <a:moveTo>
                      <a:pt x="30" y="0"/>
                    </a:moveTo>
                    <a:lnTo>
                      <a:pt x="39" y="25"/>
                    </a:lnTo>
                    <a:lnTo>
                      <a:pt x="8" y="36"/>
                    </a:lnTo>
                    <a:lnTo>
                      <a:pt x="0" y="10"/>
                    </a:lnTo>
                    <a:lnTo>
                      <a:pt x="30" y="0"/>
                    </a:lnTo>
                    <a:close/>
                  </a:path>
                </a:pathLst>
              </a:custGeom>
              <a:solidFill>
                <a:srgbClr val="73A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5" name="Freeform 27"/>
              <p:cNvSpPr>
                <a:spLocks/>
              </p:cNvSpPr>
              <p:nvPr/>
            </p:nvSpPr>
            <p:spPr bwMode="auto">
              <a:xfrm>
                <a:off x="5109" y="2405"/>
                <a:ext cx="53" cy="41"/>
              </a:xfrm>
              <a:custGeom>
                <a:avLst/>
                <a:gdLst>
                  <a:gd name="T0" fmla="*/ 44 w 53"/>
                  <a:gd name="T1" fmla="*/ 0 h 41"/>
                  <a:gd name="T2" fmla="*/ 53 w 53"/>
                  <a:gd name="T3" fmla="*/ 24 h 41"/>
                  <a:gd name="T4" fmla="*/ 9 w 53"/>
                  <a:gd name="T5" fmla="*/ 41 h 41"/>
                  <a:gd name="T6" fmla="*/ 0 w 53"/>
                  <a:gd name="T7" fmla="*/ 16 h 41"/>
                  <a:gd name="T8" fmla="*/ 44 w 53"/>
                  <a:gd name="T9" fmla="*/ 0 h 41"/>
                </a:gdLst>
                <a:ahLst/>
                <a:cxnLst>
                  <a:cxn ang="0">
                    <a:pos x="T0" y="T1"/>
                  </a:cxn>
                  <a:cxn ang="0">
                    <a:pos x="T2" y="T3"/>
                  </a:cxn>
                  <a:cxn ang="0">
                    <a:pos x="T4" y="T5"/>
                  </a:cxn>
                  <a:cxn ang="0">
                    <a:pos x="T6" y="T7"/>
                  </a:cxn>
                  <a:cxn ang="0">
                    <a:pos x="T8" y="T9"/>
                  </a:cxn>
                </a:cxnLst>
                <a:rect l="0" t="0" r="r" b="b"/>
                <a:pathLst>
                  <a:path w="53" h="41">
                    <a:moveTo>
                      <a:pt x="44" y="0"/>
                    </a:moveTo>
                    <a:lnTo>
                      <a:pt x="53" y="24"/>
                    </a:lnTo>
                    <a:lnTo>
                      <a:pt x="9" y="41"/>
                    </a:lnTo>
                    <a:lnTo>
                      <a:pt x="0" y="16"/>
                    </a:lnTo>
                    <a:lnTo>
                      <a:pt x="44" y="0"/>
                    </a:lnTo>
                    <a:close/>
                  </a:path>
                </a:pathLst>
              </a:custGeom>
              <a:solidFill>
                <a:srgbClr val="87BB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6" name="Freeform 28"/>
              <p:cNvSpPr>
                <a:spLocks/>
              </p:cNvSpPr>
              <p:nvPr/>
            </p:nvSpPr>
            <p:spPr bwMode="auto">
              <a:xfrm>
                <a:off x="5119" y="2438"/>
                <a:ext cx="41" cy="37"/>
              </a:xfrm>
              <a:custGeom>
                <a:avLst/>
                <a:gdLst>
                  <a:gd name="T0" fmla="*/ 32 w 41"/>
                  <a:gd name="T1" fmla="*/ 0 h 37"/>
                  <a:gd name="T2" fmla="*/ 41 w 41"/>
                  <a:gd name="T3" fmla="*/ 25 h 37"/>
                  <a:gd name="T4" fmla="*/ 9 w 41"/>
                  <a:gd name="T5" fmla="*/ 37 h 37"/>
                  <a:gd name="T6" fmla="*/ 0 w 41"/>
                  <a:gd name="T7" fmla="*/ 12 h 37"/>
                  <a:gd name="T8" fmla="*/ 32 w 41"/>
                  <a:gd name="T9" fmla="*/ 0 h 37"/>
                </a:gdLst>
                <a:ahLst/>
                <a:cxnLst>
                  <a:cxn ang="0">
                    <a:pos x="T0" y="T1"/>
                  </a:cxn>
                  <a:cxn ang="0">
                    <a:pos x="T2" y="T3"/>
                  </a:cxn>
                  <a:cxn ang="0">
                    <a:pos x="T4" y="T5"/>
                  </a:cxn>
                  <a:cxn ang="0">
                    <a:pos x="T6" y="T7"/>
                  </a:cxn>
                  <a:cxn ang="0">
                    <a:pos x="T8" y="T9"/>
                  </a:cxn>
                </a:cxnLst>
                <a:rect l="0" t="0" r="r" b="b"/>
                <a:pathLst>
                  <a:path w="41" h="37">
                    <a:moveTo>
                      <a:pt x="32" y="0"/>
                    </a:moveTo>
                    <a:lnTo>
                      <a:pt x="41" y="25"/>
                    </a:lnTo>
                    <a:lnTo>
                      <a:pt x="9" y="37"/>
                    </a:lnTo>
                    <a:lnTo>
                      <a:pt x="0" y="12"/>
                    </a:lnTo>
                    <a:lnTo>
                      <a:pt x="32" y="0"/>
                    </a:lnTo>
                    <a:close/>
                  </a:path>
                </a:pathLst>
              </a:custGeom>
              <a:solidFill>
                <a:srgbClr val="9ACA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7" name="Freeform 29"/>
              <p:cNvSpPr>
                <a:spLocks/>
              </p:cNvSpPr>
              <p:nvPr/>
            </p:nvSpPr>
            <p:spPr bwMode="auto">
              <a:xfrm>
                <a:off x="5138" y="2511"/>
                <a:ext cx="7" cy="13"/>
              </a:xfrm>
              <a:custGeom>
                <a:avLst/>
                <a:gdLst>
                  <a:gd name="T0" fmla="*/ 3 w 7"/>
                  <a:gd name="T1" fmla="*/ 0 h 13"/>
                  <a:gd name="T2" fmla="*/ 7 w 7"/>
                  <a:gd name="T3" fmla="*/ 12 h 13"/>
                  <a:gd name="T4" fmla="*/ 4 w 7"/>
                  <a:gd name="T5" fmla="*/ 13 h 13"/>
                  <a:gd name="T6" fmla="*/ 0 w 7"/>
                  <a:gd name="T7" fmla="*/ 1 h 13"/>
                  <a:gd name="T8" fmla="*/ 3 w 7"/>
                  <a:gd name="T9" fmla="*/ 0 h 13"/>
                </a:gdLst>
                <a:ahLst/>
                <a:cxnLst>
                  <a:cxn ang="0">
                    <a:pos x="T0" y="T1"/>
                  </a:cxn>
                  <a:cxn ang="0">
                    <a:pos x="T2" y="T3"/>
                  </a:cxn>
                  <a:cxn ang="0">
                    <a:pos x="T4" y="T5"/>
                  </a:cxn>
                  <a:cxn ang="0">
                    <a:pos x="T6" y="T7"/>
                  </a:cxn>
                  <a:cxn ang="0">
                    <a:pos x="T8" y="T9"/>
                  </a:cxn>
                </a:cxnLst>
                <a:rect l="0" t="0" r="r" b="b"/>
                <a:pathLst>
                  <a:path w="7" h="13">
                    <a:moveTo>
                      <a:pt x="3" y="0"/>
                    </a:moveTo>
                    <a:lnTo>
                      <a:pt x="7" y="12"/>
                    </a:lnTo>
                    <a:lnTo>
                      <a:pt x="4" y="13"/>
                    </a:lnTo>
                    <a:lnTo>
                      <a:pt x="0" y="1"/>
                    </a:lnTo>
                    <a:lnTo>
                      <a:pt x="3"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8" name="Freeform 30"/>
              <p:cNvSpPr>
                <a:spLocks/>
              </p:cNvSpPr>
              <p:nvPr/>
            </p:nvSpPr>
            <p:spPr bwMode="auto">
              <a:xfrm>
                <a:off x="5144" y="2529"/>
                <a:ext cx="17" cy="38"/>
              </a:xfrm>
              <a:custGeom>
                <a:avLst/>
                <a:gdLst>
                  <a:gd name="T0" fmla="*/ 4 w 17"/>
                  <a:gd name="T1" fmla="*/ 0 h 38"/>
                  <a:gd name="T2" fmla="*/ 17 w 17"/>
                  <a:gd name="T3" fmla="*/ 36 h 38"/>
                  <a:gd name="T4" fmla="*/ 14 w 17"/>
                  <a:gd name="T5" fmla="*/ 38 h 38"/>
                  <a:gd name="T6" fmla="*/ 0 w 17"/>
                  <a:gd name="T7" fmla="*/ 1 h 38"/>
                  <a:gd name="T8" fmla="*/ 4 w 17"/>
                  <a:gd name="T9" fmla="*/ 0 h 38"/>
                </a:gdLst>
                <a:ahLst/>
                <a:cxnLst>
                  <a:cxn ang="0">
                    <a:pos x="T0" y="T1"/>
                  </a:cxn>
                  <a:cxn ang="0">
                    <a:pos x="T2" y="T3"/>
                  </a:cxn>
                  <a:cxn ang="0">
                    <a:pos x="T4" y="T5"/>
                  </a:cxn>
                  <a:cxn ang="0">
                    <a:pos x="T6" y="T7"/>
                  </a:cxn>
                  <a:cxn ang="0">
                    <a:pos x="T8" y="T9"/>
                  </a:cxn>
                </a:cxnLst>
                <a:rect l="0" t="0" r="r" b="b"/>
                <a:pathLst>
                  <a:path w="17" h="38">
                    <a:moveTo>
                      <a:pt x="4" y="0"/>
                    </a:moveTo>
                    <a:lnTo>
                      <a:pt x="17" y="36"/>
                    </a:lnTo>
                    <a:lnTo>
                      <a:pt x="14" y="38"/>
                    </a:lnTo>
                    <a:lnTo>
                      <a:pt x="0" y="1"/>
                    </a:lnTo>
                    <a:lnTo>
                      <a:pt x="4"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9" name="Freeform 31"/>
              <p:cNvSpPr>
                <a:spLocks/>
              </p:cNvSpPr>
              <p:nvPr/>
            </p:nvSpPr>
            <p:spPr bwMode="auto">
              <a:xfrm>
                <a:off x="5056" y="2341"/>
                <a:ext cx="46" cy="109"/>
              </a:xfrm>
              <a:custGeom>
                <a:avLst/>
                <a:gdLst>
                  <a:gd name="T0" fmla="*/ 7 w 46"/>
                  <a:gd name="T1" fmla="*/ 0 h 109"/>
                  <a:gd name="T2" fmla="*/ 46 w 46"/>
                  <a:gd name="T3" fmla="*/ 107 h 109"/>
                  <a:gd name="T4" fmla="*/ 38 w 46"/>
                  <a:gd name="T5" fmla="*/ 109 h 109"/>
                  <a:gd name="T6" fmla="*/ 0 w 46"/>
                  <a:gd name="T7" fmla="*/ 3 h 109"/>
                  <a:gd name="T8" fmla="*/ 7 w 46"/>
                  <a:gd name="T9" fmla="*/ 0 h 109"/>
                </a:gdLst>
                <a:ahLst/>
                <a:cxnLst>
                  <a:cxn ang="0">
                    <a:pos x="T0" y="T1"/>
                  </a:cxn>
                  <a:cxn ang="0">
                    <a:pos x="T2" y="T3"/>
                  </a:cxn>
                  <a:cxn ang="0">
                    <a:pos x="T4" y="T5"/>
                  </a:cxn>
                  <a:cxn ang="0">
                    <a:pos x="T6" y="T7"/>
                  </a:cxn>
                  <a:cxn ang="0">
                    <a:pos x="T8" y="T9"/>
                  </a:cxn>
                </a:cxnLst>
                <a:rect l="0" t="0" r="r" b="b"/>
                <a:pathLst>
                  <a:path w="46" h="109">
                    <a:moveTo>
                      <a:pt x="7" y="0"/>
                    </a:moveTo>
                    <a:lnTo>
                      <a:pt x="46" y="107"/>
                    </a:lnTo>
                    <a:lnTo>
                      <a:pt x="38" y="109"/>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0" name="Freeform 32"/>
              <p:cNvSpPr>
                <a:spLocks/>
              </p:cNvSpPr>
              <p:nvPr/>
            </p:nvSpPr>
            <p:spPr bwMode="auto">
              <a:xfrm>
                <a:off x="5044" y="2346"/>
                <a:ext cx="46" cy="109"/>
              </a:xfrm>
              <a:custGeom>
                <a:avLst/>
                <a:gdLst>
                  <a:gd name="T0" fmla="*/ 7 w 46"/>
                  <a:gd name="T1" fmla="*/ 0 h 109"/>
                  <a:gd name="T2" fmla="*/ 46 w 46"/>
                  <a:gd name="T3" fmla="*/ 107 h 109"/>
                  <a:gd name="T4" fmla="*/ 38 w 46"/>
                  <a:gd name="T5" fmla="*/ 109 h 109"/>
                  <a:gd name="T6" fmla="*/ 0 w 46"/>
                  <a:gd name="T7" fmla="*/ 3 h 109"/>
                  <a:gd name="T8" fmla="*/ 7 w 46"/>
                  <a:gd name="T9" fmla="*/ 0 h 109"/>
                </a:gdLst>
                <a:ahLst/>
                <a:cxnLst>
                  <a:cxn ang="0">
                    <a:pos x="T0" y="T1"/>
                  </a:cxn>
                  <a:cxn ang="0">
                    <a:pos x="T2" y="T3"/>
                  </a:cxn>
                  <a:cxn ang="0">
                    <a:pos x="T4" y="T5"/>
                  </a:cxn>
                  <a:cxn ang="0">
                    <a:pos x="T6" y="T7"/>
                  </a:cxn>
                  <a:cxn ang="0">
                    <a:pos x="T8" y="T9"/>
                  </a:cxn>
                </a:cxnLst>
                <a:rect l="0" t="0" r="r" b="b"/>
                <a:pathLst>
                  <a:path w="46" h="109">
                    <a:moveTo>
                      <a:pt x="7" y="0"/>
                    </a:moveTo>
                    <a:lnTo>
                      <a:pt x="46" y="107"/>
                    </a:lnTo>
                    <a:lnTo>
                      <a:pt x="38" y="109"/>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1" name="Freeform 33"/>
              <p:cNvSpPr>
                <a:spLocks/>
              </p:cNvSpPr>
              <p:nvPr/>
            </p:nvSpPr>
            <p:spPr bwMode="auto">
              <a:xfrm>
                <a:off x="5030" y="2350"/>
                <a:ext cx="46" cy="109"/>
              </a:xfrm>
              <a:custGeom>
                <a:avLst/>
                <a:gdLst>
                  <a:gd name="T0" fmla="*/ 8 w 46"/>
                  <a:gd name="T1" fmla="*/ 0 h 109"/>
                  <a:gd name="T2" fmla="*/ 46 w 46"/>
                  <a:gd name="T3" fmla="*/ 107 h 109"/>
                  <a:gd name="T4" fmla="*/ 40 w 46"/>
                  <a:gd name="T5" fmla="*/ 109 h 109"/>
                  <a:gd name="T6" fmla="*/ 0 w 46"/>
                  <a:gd name="T7" fmla="*/ 3 h 109"/>
                  <a:gd name="T8" fmla="*/ 8 w 46"/>
                  <a:gd name="T9" fmla="*/ 0 h 109"/>
                </a:gdLst>
                <a:ahLst/>
                <a:cxnLst>
                  <a:cxn ang="0">
                    <a:pos x="T0" y="T1"/>
                  </a:cxn>
                  <a:cxn ang="0">
                    <a:pos x="T2" y="T3"/>
                  </a:cxn>
                  <a:cxn ang="0">
                    <a:pos x="T4" y="T5"/>
                  </a:cxn>
                  <a:cxn ang="0">
                    <a:pos x="T6" y="T7"/>
                  </a:cxn>
                  <a:cxn ang="0">
                    <a:pos x="T8" y="T9"/>
                  </a:cxn>
                </a:cxnLst>
                <a:rect l="0" t="0" r="r" b="b"/>
                <a:pathLst>
                  <a:path w="46" h="109">
                    <a:moveTo>
                      <a:pt x="8" y="0"/>
                    </a:moveTo>
                    <a:lnTo>
                      <a:pt x="46" y="107"/>
                    </a:lnTo>
                    <a:lnTo>
                      <a:pt x="40" y="109"/>
                    </a:lnTo>
                    <a:lnTo>
                      <a:pt x="0" y="3"/>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2" name="Freeform 34"/>
              <p:cNvSpPr>
                <a:spLocks/>
              </p:cNvSpPr>
              <p:nvPr/>
            </p:nvSpPr>
            <p:spPr bwMode="auto">
              <a:xfrm>
                <a:off x="5018" y="2354"/>
                <a:ext cx="46" cy="110"/>
              </a:xfrm>
              <a:custGeom>
                <a:avLst/>
                <a:gdLst>
                  <a:gd name="T0" fmla="*/ 8 w 46"/>
                  <a:gd name="T1" fmla="*/ 0 h 110"/>
                  <a:gd name="T2" fmla="*/ 46 w 46"/>
                  <a:gd name="T3" fmla="*/ 108 h 110"/>
                  <a:gd name="T4" fmla="*/ 39 w 46"/>
                  <a:gd name="T5" fmla="*/ 110 h 110"/>
                  <a:gd name="T6" fmla="*/ 0 w 46"/>
                  <a:gd name="T7" fmla="*/ 4 h 110"/>
                  <a:gd name="T8" fmla="*/ 8 w 46"/>
                  <a:gd name="T9" fmla="*/ 0 h 110"/>
                </a:gdLst>
                <a:ahLst/>
                <a:cxnLst>
                  <a:cxn ang="0">
                    <a:pos x="T0" y="T1"/>
                  </a:cxn>
                  <a:cxn ang="0">
                    <a:pos x="T2" y="T3"/>
                  </a:cxn>
                  <a:cxn ang="0">
                    <a:pos x="T4" y="T5"/>
                  </a:cxn>
                  <a:cxn ang="0">
                    <a:pos x="T6" y="T7"/>
                  </a:cxn>
                  <a:cxn ang="0">
                    <a:pos x="T8" y="T9"/>
                  </a:cxn>
                </a:cxnLst>
                <a:rect l="0" t="0" r="r" b="b"/>
                <a:pathLst>
                  <a:path w="46" h="110">
                    <a:moveTo>
                      <a:pt x="8" y="0"/>
                    </a:moveTo>
                    <a:lnTo>
                      <a:pt x="46" y="108"/>
                    </a:lnTo>
                    <a:lnTo>
                      <a:pt x="39" y="110"/>
                    </a:lnTo>
                    <a:lnTo>
                      <a:pt x="0" y="4"/>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3" name="Freeform 35"/>
              <p:cNvSpPr>
                <a:spLocks/>
              </p:cNvSpPr>
              <p:nvPr/>
            </p:nvSpPr>
            <p:spPr bwMode="auto">
              <a:xfrm>
                <a:off x="5006" y="2359"/>
                <a:ext cx="46" cy="109"/>
              </a:xfrm>
              <a:custGeom>
                <a:avLst/>
                <a:gdLst>
                  <a:gd name="T0" fmla="*/ 7 w 46"/>
                  <a:gd name="T1" fmla="*/ 0 h 109"/>
                  <a:gd name="T2" fmla="*/ 46 w 46"/>
                  <a:gd name="T3" fmla="*/ 107 h 109"/>
                  <a:gd name="T4" fmla="*/ 39 w 46"/>
                  <a:gd name="T5" fmla="*/ 109 h 109"/>
                  <a:gd name="T6" fmla="*/ 0 w 46"/>
                  <a:gd name="T7" fmla="*/ 3 h 109"/>
                  <a:gd name="T8" fmla="*/ 7 w 46"/>
                  <a:gd name="T9" fmla="*/ 0 h 109"/>
                </a:gdLst>
                <a:ahLst/>
                <a:cxnLst>
                  <a:cxn ang="0">
                    <a:pos x="T0" y="T1"/>
                  </a:cxn>
                  <a:cxn ang="0">
                    <a:pos x="T2" y="T3"/>
                  </a:cxn>
                  <a:cxn ang="0">
                    <a:pos x="T4" y="T5"/>
                  </a:cxn>
                  <a:cxn ang="0">
                    <a:pos x="T6" y="T7"/>
                  </a:cxn>
                  <a:cxn ang="0">
                    <a:pos x="T8" y="T9"/>
                  </a:cxn>
                </a:cxnLst>
                <a:rect l="0" t="0" r="r" b="b"/>
                <a:pathLst>
                  <a:path w="46" h="109">
                    <a:moveTo>
                      <a:pt x="7" y="0"/>
                    </a:moveTo>
                    <a:lnTo>
                      <a:pt x="46" y="107"/>
                    </a:lnTo>
                    <a:lnTo>
                      <a:pt x="39" y="109"/>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4" name="Freeform 36"/>
              <p:cNvSpPr>
                <a:spLocks/>
              </p:cNvSpPr>
              <p:nvPr/>
            </p:nvSpPr>
            <p:spPr bwMode="auto">
              <a:xfrm>
                <a:off x="4994" y="2363"/>
                <a:ext cx="45" cy="111"/>
              </a:xfrm>
              <a:custGeom>
                <a:avLst/>
                <a:gdLst>
                  <a:gd name="T0" fmla="*/ 6 w 45"/>
                  <a:gd name="T1" fmla="*/ 0 h 111"/>
                  <a:gd name="T2" fmla="*/ 45 w 45"/>
                  <a:gd name="T3" fmla="*/ 108 h 111"/>
                  <a:gd name="T4" fmla="*/ 39 w 45"/>
                  <a:gd name="T5" fmla="*/ 111 h 111"/>
                  <a:gd name="T6" fmla="*/ 0 w 45"/>
                  <a:gd name="T7" fmla="*/ 4 h 111"/>
                  <a:gd name="T8" fmla="*/ 6 w 45"/>
                  <a:gd name="T9" fmla="*/ 0 h 111"/>
                </a:gdLst>
                <a:ahLst/>
                <a:cxnLst>
                  <a:cxn ang="0">
                    <a:pos x="T0" y="T1"/>
                  </a:cxn>
                  <a:cxn ang="0">
                    <a:pos x="T2" y="T3"/>
                  </a:cxn>
                  <a:cxn ang="0">
                    <a:pos x="T4" y="T5"/>
                  </a:cxn>
                  <a:cxn ang="0">
                    <a:pos x="T6" y="T7"/>
                  </a:cxn>
                  <a:cxn ang="0">
                    <a:pos x="T8" y="T9"/>
                  </a:cxn>
                </a:cxnLst>
                <a:rect l="0" t="0" r="r" b="b"/>
                <a:pathLst>
                  <a:path w="45" h="111">
                    <a:moveTo>
                      <a:pt x="6" y="0"/>
                    </a:moveTo>
                    <a:lnTo>
                      <a:pt x="45" y="108"/>
                    </a:lnTo>
                    <a:lnTo>
                      <a:pt x="39" y="111"/>
                    </a:lnTo>
                    <a:lnTo>
                      <a:pt x="0" y="4"/>
                    </a:lnTo>
                    <a:lnTo>
                      <a:pt x="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5" name="Freeform 37"/>
              <p:cNvSpPr>
                <a:spLocks/>
              </p:cNvSpPr>
              <p:nvPr/>
            </p:nvSpPr>
            <p:spPr bwMode="auto">
              <a:xfrm>
                <a:off x="4981" y="2368"/>
                <a:ext cx="46" cy="110"/>
              </a:xfrm>
              <a:custGeom>
                <a:avLst/>
                <a:gdLst>
                  <a:gd name="T0" fmla="*/ 7 w 46"/>
                  <a:gd name="T1" fmla="*/ 0 h 110"/>
                  <a:gd name="T2" fmla="*/ 46 w 46"/>
                  <a:gd name="T3" fmla="*/ 107 h 110"/>
                  <a:gd name="T4" fmla="*/ 39 w 46"/>
                  <a:gd name="T5" fmla="*/ 110 h 110"/>
                  <a:gd name="T6" fmla="*/ 0 w 46"/>
                  <a:gd name="T7" fmla="*/ 3 h 110"/>
                  <a:gd name="T8" fmla="*/ 7 w 46"/>
                  <a:gd name="T9" fmla="*/ 0 h 110"/>
                </a:gdLst>
                <a:ahLst/>
                <a:cxnLst>
                  <a:cxn ang="0">
                    <a:pos x="T0" y="T1"/>
                  </a:cxn>
                  <a:cxn ang="0">
                    <a:pos x="T2" y="T3"/>
                  </a:cxn>
                  <a:cxn ang="0">
                    <a:pos x="T4" y="T5"/>
                  </a:cxn>
                  <a:cxn ang="0">
                    <a:pos x="T6" y="T7"/>
                  </a:cxn>
                  <a:cxn ang="0">
                    <a:pos x="T8" y="T9"/>
                  </a:cxn>
                </a:cxnLst>
                <a:rect l="0" t="0" r="r" b="b"/>
                <a:pathLst>
                  <a:path w="46" h="110">
                    <a:moveTo>
                      <a:pt x="7" y="0"/>
                    </a:moveTo>
                    <a:lnTo>
                      <a:pt x="46" y="107"/>
                    </a:lnTo>
                    <a:lnTo>
                      <a:pt x="39" y="110"/>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6" name="Freeform 38"/>
              <p:cNvSpPr>
                <a:spLocks/>
              </p:cNvSpPr>
              <p:nvPr/>
            </p:nvSpPr>
            <p:spPr bwMode="auto">
              <a:xfrm>
                <a:off x="4969" y="2372"/>
                <a:ext cx="26" cy="57"/>
              </a:xfrm>
              <a:custGeom>
                <a:avLst/>
                <a:gdLst>
                  <a:gd name="T0" fmla="*/ 7 w 26"/>
                  <a:gd name="T1" fmla="*/ 0 h 57"/>
                  <a:gd name="T2" fmla="*/ 26 w 26"/>
                  <a:gd name="T3" fmla="*/ 54 h 57"/>
                  <a:gd name="T4" fmla="*/ 19 w 26"/>
                  <a:gd name="T5" fmla="*/ 57 h 57"/>
                  <a:gd name="T6" fmla="*/ 0 w 26"/>
                  <a:gd name="T7" fmla="*/ 4 h 57"/>
                  <a:gd name="T8" fmla="*/ 7 w 26"/>
                  <a:gd name="T9" fmla="*/ 0 h 57"/>
                </a:gdLst>
                <a:ahLst/>
                <a:cxnLst>
                  <a:cxn ang="0">
                    <a:pos x="T0" y="T1"/>
                  </a:cxn>
                  <a:cxn ang="0">
                    <a:pos x="T2" y="T3"/>
                  </a:cxn>
                  <a:cxn ang="0">
                    <a:pos x="T4" y="T5"/>
                  </a:cxn>
                  <a:cxn ang="0">
                    <a:pos x="T6" y="T7"/>
                  </a:cxn>
                  <a:cxn ang="0">
                    <a:pos x="T8" y="T9"/>
                  </a:cxn>
                </a:cxnLst>
                <a:rect l="0" t="0" r="r" b="b"/>
                <a:pathLst>
                  <a:path w="26" h="57">
                    <a:moveTo>
                      <a:pt x="7" y="0"/>
                    </a:moveTo>
                    <a:lnTo>
                      <a:pt x="26" y="54"/>
                    </a:lnTo>
                    <a:lnTo>
                      <a:pt x="19" y="57"/>
                    </a:lnTo>
                    <a:lnTo>
                      <a:pt x="0" y="4"/>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7" name="Freeform 39"/>
              <p:cNvSpPr>
                <a:spLocks/>
              </p:cNvSpPr>
              <p:nvPr/>
            </p:nvSpPr>
            <p:spPr bwMode="auto">
              <a:xfrm>
                <a:off x="5102" y="2467"/>
                <a:ext cx="46" cy="110"/>
              </a:xfrm>
              <a:custGeom>
                <a:avLst/>
                <a:gdLst>
                  <a:gd name="T0" fmla="*/ 7 w 46"/>
                  <a:gd name="T1" fmla="*/ 0 h 110"/>
                  <a:gd name="T2" fmla="*/ 46 w 46"/>
                  <a:gd name="T3" fmla="*/ 107 h 110"/>
                  <a:gd name="T4" fmla="*/ 38 w 46"/>
                  <a:gd name="T5" fmla="*/ 110 h 110"/>
                  <a:gd name="T6" fmla="*/ 0 w 46"/>
                  <a:gd name="T7" fmla="*/ 2 h 110"/>
                  <a:gd name="T8" fmla="*/ 7 w 46"/>
                  <a:gd name="T9" fmla="*/ 0 h 110"/>
                </a:gdLst>
                <a:ahLst/>
                <a:cxnLst>
                  <a:cxn ang="0">
                    <a:pos x="T0" y="T1"/>
                  </a:cxn>
                  <a:cxn ang="0">
                    <a:pos x="T2" y="T3"/>
                  </a:cxn>
                  <a:cxn ang="0">
                    <a:pos x="T4" y="T5"/>
                  </a:cxn>
                  <a:cxn ang="0">
                    <a:pos x="T6" y="T7"/>
                  </a:cxn>
                  <a:cxn ang="0">
                    <a:pos x="T8" y="T9"/>
                  </a:cxn>
                </a:cxnLst>
                <a:rect l="0" t="0" r="r" b="b"/>
                <a:pathLst>
                  <a:path w="46" h="110">
                    <a:moveTo>
                      <a:pt x="7" y="0"/>
                    </a:moveTo>
                    <a:lnTo>
                      <a:pt x="46" y="107"/>
                    </a:lnTo>
                    <a:lnTo>
                      <a:pt x="38" y="110"/>
                    </a:lnTo>
                    <a:lnTo>
                      <a:pt x="0" y="2"/>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8" name="Freeform 40"/>
              <p:cNvSpPr>
                <a:spLocks/>
              </p:cNvSpPr>
              <p:nvPr/>
            </p:nvSpPr>
            <p:spPr bwMode="auto">
              <a:xfrm>
                <a:off x="5089" y="2472"/>
                <a:ext cx="46" cy="109"/>
              </a:xfrm>
              <a:custGeom>
                <a:avLst/>
                <a:gdLst>
                  <a:gd name="T0" fmla="*/ 7 w 46"/>
                  <a:gd name="T1" fmla="*/ 0 h 109"/>
                  <a:gd name="T2" fmla="*/ 46 w 46"/>
                  <a:gd name="T3" fmla="*/ 107 h 109"/>
                  <a:gd name="T4" fmla="*/ 39 w 46"/>
                  <a:gd name="T5" fmla="*/ 109 h 109"/>
                  <a:gd name="T6" fmla="*/ 0 w 46"/>
                  <a:gd name="T7" fmla="*/ 3 h 109"/>
                  <a:gd name="T8" fmla="*/ 7 w 46"/>
                  <a:gd name="T9" fmla="*/ 0 h 109"/>
                </a:gdLst>
                <a:ahLst/>
                <a:cxnLst>
                  <a:cxn ang="0">
                    <a:pos x="T0" y="T1"/>
                  </a:cxn>
                  <a:cxn ang="0">
                    <a:pos x="T2" y="T3"/>
                  </a:cxn>
                  <a:cxn ang="0">
                    <a:pos x="T4" y="T5"/>
                  </a:cxn>
                  <a:cxn ang="0">
                    <a:pos x="T6" y="T7"/>
                  </a:cxn>
                  <a:cxn ang="0">
                    <a:pos x="T8" y="T9"/>
                  </a:cxn>
                </a:cxnLst>
                <a:rect l="0" t="0" r="r" b="b"/>
                <a:pathLst>
                  <a:path w="46" h="109">
                    <a:moveTo>
                      <a:pt x="7" y="0"/>
                    </a:moveTo>
                    <a:lnTo>
                      <a:pt x="46" y="107"/>
                    </a:lnTo>
                    <a:lnTo>
                      <a:pt x="39" y="109"/>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9" name="Freeform 41"/>
              <p:cNvSpPr>
                <a:spLocks/>
              </p:cNvSpPr>
              <p:nvPr/>
            </p:nvSpPr>
            <p:spPr bwMode="auto">
              <a:xfrm>
                <a:off x="5076" y="2476"/>
                <a:ext cx="46" cy="110"/>
              </a:xfrm>
              <a:custGeom>
                <a:avLst/>
                <a:gdLst>
                  <a:gd name="T0" fmla="*/ 8 w 46"/>
                  <a:gd name="T1" fmla="*/ 0 h 110"/>
                  <a:gd name="T2" fmla="*/ 46 w 46"/>
                  <a:gd name="T3" fmla="*/ 107 h 110"/>
                  <a:gd name="T4" fmla="*/ 39 w 46"/>
                  <a:gd name="T5" fmla="*/ 110 h 110"/>
                  <a:gd name="T6" fmla="*/ 0 w 46"/>
                  <a:gd name="T7" fmla="*/ 4 h 110"/>
                  <a:gd name="T8" fmla="*/ 8 w 46"/>
                  <a:gd name="T9" fmla="*/ 0 h 110"/>
                </a:gdLst>
                <a:ahLst/>
                <a:cxnLst>
                  <a:cxn ang="0">
                    <a:pos x="T0" y="T1"/>
                  </a:cxn>
                  <a:cxn ang="0">
                    <a:pos x="T2" y="T3"/>
                  </a:cxn>
                  <a:cxn ang="0">
                    <a:pos x="T4" y="T5"/>
                  </a:cxn>
                  <a:cxn ang="0">
                    <a:pos x="T6" y="T7"/>
                  </a:cxn>
                  <a:cxn ang="0">
                    <a:pos x="T8" y="T9"/>
                  </a:cxn>
                </a:cxnLst>
                <a:rect l="0" t="0" r="r" b="b"/>
                <a:pathLst>
                  <a:path w="46" h="110">
                    <a:moveTo>
                      <a:pt x="8" y="0"/>
                    </a:moveTo>
                    <a:lnTo>
                      <a:pt x="46" y="107"/>
                    </a:lnTo>
                    <a:lnTo>
                      <a:pt x="39" y="110"/>
                    </a:lnTo>
                    <a:lnTo>
                      <a:pt x="0" y="4"/>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0" name="Freeform 42"/>
              <p:cNvSpPr>
                <a:spLocks/>
              </p:cNvSpPr>
              <p:nvPr/>
            </p:nvSpPr>
            <p:spPr bwMode="auto">
              <a:xfrm>
                <a:off x="5064" y="2481"/>
                <a:ext cx="46" cy="109"/>
              </a:xfrm>
              <a:custGeom>
                <a:avLst/>
                <a:gdLst>
                  <a:gd name="T0" fmla="*/ 8 w 46"/>
                  <a:gd name="T1" fmla="*/ 0 h 109"/>
                  <a:gd name="T2" fmla="*/ 46 w 46"/>
                  <a:gd name="T3" fmla="*/ 107 h 109"/>
                  <a:gd name="T4" fmla="*/ 39 w 46"/>
                  <a:gd name="T5" fmla="*/ 109 h 109"/>
                  <a:gd name="T6" fmla="*/ 0 w 46"/>
                  <a:gd name="T7" fmla="*/ 3 h 109"/>
                  <a:gd name="T8" fmla="*/ 8 w 46"/>
                  <a:gd name="T9" fmla="*/ 0 h 109"/>
                </a:gdLst>
                <a:ahLst/>
                <a:cxnLst>
                  <a:cxn ang="0">
                    <a:pos x="T0" y="T1"/>
                  </a:cxn>
                  <a:cxn ang="0">
                    <a:pos x="T2" y="T3"/>
                  </a:cxn>
                  <a:cxn ang="0">
                    <a:pos x="T4" y="T5"/>
                  </a:cxn>
                  <a:cxn ang="0">
                    <a:pos x="T6" y="T7"/>
                  </a:cxn>
                  <a:cxn ang="0">
                    <a:pos x="T8" y="T9"/>
                  </a:cxn>
                </a:cxnLst>
                <a:rect l="0" t="0" r="r" b="b"/>
                <a:pathLst>
                  <a:path w="46" h="109">
                    <a:moveTo>
                      <a:pt x="8" y="0"/>
                    </a:moveTo>
                    <a:lnTo>
                      <a:pt x="46" y="107"/>
                    </a:lnTo>
                    <a:lnTo>
                      <a:pt x="39" y="109"/>
                    </a:lnTo>
                    <a:lnTo>
                      <a:pt x="0" y="3"/>
                    </a:lnTo>
                    <a:lnTo>
                      <a:pt x="8"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1" name="Freeform 43"/>
              <p:cNvSpPr>
                <a:spLocks/>
              </p:cNvSpPr>
              <p:nvPr/>
            </p:nvSpPr>
            <p:spPr bwMode="auto">
              <a:xfrm>
                <a:off x="5052" y="2485"/>
                <a:ext cx="45" cy="110"/>
              </a:xfrm>
              <a:custGeom>
                <a:avLst/>
                <a:gdLst>
                  <a:gd name="T0" fmla="*/ 6 w 45"/>
                  <a:gd name="T1" fmla="*/ 0 h 110"/>
                  <a:gd name="T2" fmla="*/ 45 w 45"/>
                  <a:gd name="T3" fmla="*/ 107 h 110"/>
                  <a:gd name="T4" fmla="*/ 39 w 45"/>
                  <a:gd name="T5" fmla="*/ 110 h 110"/>
                  <a:gd name="T6" fmla="*/ 0 w 45"/>
                  <a:gd name="T7" fmla="*/ 3 h 110"/>
                  <a:gd name="T8" fmla="*/ 6 w 45"/>
                  <a:gd name="T9" fmla="*/ 0 h 110"/>
                </a:gdLst>
                <a:ahLst/>
                <a:cxnLst>
                  <a:cxn ang="0">
                    <a:pos x="T0" y="T1"/>
                  </a:cxn>
                  <a:cxn ang="0">
                    <a:pos x="T2" y="T3"/>
                  </a:cxn>
                  <a:cxn ang="0">
                    <a:pos x="T4" y="T5"/>
                  </a:cxn>
                  <a:cxn ang="0">
                    <a:pos x="T6" y="T7"/>
                  </a:cxn>
                  <a:cxn ang="0">
                    <a:pos x="T8" y="T9"/>
                  </a:cxn>
                </a:cxnLst>
                <a:rect l="0" t="0" r="r" b="b"/>
                <a:pathLst>
                  <a:path w="45" h="110">
                    <a:moveTo>
                      <a:pt x="6" y="0"/>
                    </a:moveTo>
                    <a:lnTo>
                      <a:pt x="45" y="107"/>
                    </a:lnTo>
                    <a:lnTo>
                      <a:pt x="39" y="110"/>
                    </a:lnTo>
                    <a:lnTo>
                      <a:pt x="0" y="3"/>
                    </a:lnTo>
                    <a:lnTo>
                      <a:pt x="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2" name="Freeform 44"/>
              <p:cNvSpPr>
                <a:spLocks/>
              </p:cNvSpPr>
              <p:nvPr/>
            </p:nvSpPr>
            <p:spPr bwMode="auto">
              <a:xfrm>
                <a:off x="5039" y="2490"/>
                <a:ext cx="46" cy="109"/>
              </a:xfrm>
              <a:custGeom>
                <a:avLst/>
                <a:gdLst>
                  <a:gd name="T0" fmla="*/ 7 w 46"/>
                  <a:gd name="T1" fmla="*/ 0 h 109"/>
                  <a:gd name="T2" fmla="*/ 46 w 46"/>
                  <a:gd name="T3" fmla="*/ 107 h 109"/>
                  <a:gd name="T4" fmla="*/ 39 w 46"/>
                  <a:gd name="T5" fmla="*/ 109 h 109"/>
                  <a:gd name="T6" fmla="*/ 0 w 46"/>
                  <a:gd name="T7" fmla="*/ 3 h 109"/>
                  <a:gd name="T8" fmla="*/ 7 w 46"/>
                  <a:gd name="T9" fmla="*/ 0 h 109"/>
                </a:gdLst>
                <a:ahLst/>
                <a:cxnLst>
                  <a:cxn ang="0">
                    <a:pos x="T0" y="T1"/>
                  </a:cxn>
                  <a:cxn ang="0">
                    <a:pos x="T2" y="T3"/>
                  </a:cxn>
                  <a:cxn ang="0">
                    <a:pos x="T4" y="T5"/>
                  </a:cxn>
                  <a:cxn ang="0">
                    <a:pos x="T6" y="T7"/>
                  </a:cxn>
                  <a:cxn ang="0">
                    <a:pos x="T8" y="T9"/>
                  </a:cxn>
                </a:cxnLst>
                <a:rect l="0" t="0" r="r" b="b"/>
                <a:pathLst>
                  <a:path w="46" h="109">
                    <a:moveTo>
                      <a:pt x="7" y="0"/>
                    </a:moveTo>
                    <a:lnTo>
                      <a:pt x="46" y="107"/>
                    </a:lnTo>
                    <a:lnTo>
                      <a:pt x="39" y="109"/>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3" name="Freeform 45"/>
              <p:cNvSpPr>
                <a:spLocks/>
              </p:cNvSpPr>
              <p:nvPr/>
            </p:nvSpPr>
            <p:spPr bwMode="auto">
              <a:xfrm>
                <a:off x="5027" y="2494"/>
                <a:ext cx="46" cy="111"/>
              </a:xfrm>
              <a:custGeom>
                <a:avLst/>
                <a:gdLst>
                  <a:gd name="T0" fmla="*/ 7 w 46"/>
                  <a:gd name="T1" fmla="*/ 0 h 111"/>
                  <a:gd name="T2" fmla="*/ 46 w 46"/>
                  <a:gd name="T3" fmla="*/ 107 h 111"/>
                  <a:gd name="T4" fmla="*/ 39 w 46"/>
                  <a:gd name="T5" fmla="*/ 111 h 111"/>
                  <a:gd name="T6" fmla="*/ 0 w 46"/>
                  <a:gd name="T7" fmla="*/ 3 h 111"/>
                  <a:gd name="T8" fmla="*/ 7 w 46"/>
                  <a:gd name="T9" fmla="*/ 0 h 111"/>
                </a:gdLst>
                <a:ahLst/>
                <a:cxnLst>
                  <a:cxn ang="0">
                    <a:pos x="T0" y="T1"/>
                  </a:cxn>
                  <a:cxn ang="0">
                    <a:pos x="T2" y="T3"/>
                  </a:cxn>
                  <a:cxn ang="0">
                    <a:pos x="T4" y="T5"/>
                  </a:cxn>
                  <a:cxn ang="0">
                    <a:pos x="T6" y="T7"/>
                  </a:cxn>
                  <a:cxn ang="0">
                    <a:pos x="T8" y="T9"/>
                  </a:cxn>
                </a:cxnLst>
                <a:rect l="0" t="0" r="r" b="b"/>
                <a:pathLst>
                  <a:path w="46" h="111">
                    <a:moveTo>
                      <a:pt x="7" y="0"/>
                    </a:moveTo>
                    <a:lnTo>
                      <a:pt x="46" y="107"/>
                    </a:lnTo>
                    <a:lnTo>
                      <a:pt x="39" y="111"/>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4" name="Freeform 46"/>
              <p:cNvSpPr>
                <a:spLocks/>
              </p:cNvSpPr>
              <p:nvPr/>
            </p:nvSpPr>
            <p:spPr bwMode="auto">
              <a:xfrm>
                <a:off x="5015" y="2499"/>
                <a:ext cx="33" cy="78"/>
              </a:xfrm>
              <a:custGeom>
                <a:avLst/>
                <a:gdLst>
                  <a:gd name="T0" fmla="*/ 7 w 33"/>
                  <a:gd name="T1" fmla="*/ 0 h 78"/>
                  <a:gd name="T2" fmla="*/ 33 w 33"/>
                  <a:gd name="T3" fmla="*/ 75 h 78"/>
                  <a:gd name="T4" fmla="*/ 27 w 33"/>
                  <a:gd name="T5" fmla="*/ 78 h 78"/>
                  <a:gd name="T6" fmla="*/ 0 w 33"/>
                  <a:gd name="T7" fmla="*/ 3 h 78"/>
                  <a:gd name="T8" fmla="*/ 7 w 33"/>
                  <a:gd name="T9" fmla="*/ 0 h 78"/>
                </a:gdLst>
                <a:ahLst/>
                <a:cxnLst>
                  <a:cxn ang="0">
                    <a:pos x="T0" y="T1"/>
                  </a:cxn>
                  <a:cxn ang="0">
                    <a:pos x="T2" y="T3"/>
                  </a:cxn>
                  <a:cxn ang="0">
                    <a:pos x="T4" y="T5"/>
                  </a:cxn>
                  <a:cxn ang="0">
                    <a:pos x="T6" y="T7"/>
                  </a:cxn>
                  <a:cxn ang="0">
                    <a:pos x="T8" y="T9"/>
                  </a:cxn>
                </a:cxnLst>
                <a:rect l="0" t="0" r="r" b="b"/>
                <a:pathLst>
                  <a:path w="33" h="78">
                    <a:moveTo>
                      <a:pt x="7" y="0"/>
                    </a:moveTo>
                    <a:lnTo>
                      <a:pt x="33" y="75"/>
                    </a:lnTo>
                    <a:lnTo>
                      <a:pt x="27" y="78"/>
                    </a:lnTo>
                    <a:lnTo>
                      <a:pt x="0" y="3"/>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5" name="Freeform 47"/>
              <p:cNvSpPr>
                <a:spLocks/>
              </p:cNvSpPr>
              <p:nvPr/>
            </p:nvSpPr>
            <p:spPr bwMode="auto">
              <a:xfrm>
                <a:off x="2186" y="2279"/>
                <a:ext cx="285" cy="294"/>
              </a:xfrm>
              <a:custGeom>
                <a:avLst/>
                <a:gdLst>
                  <a:gd name="T0" fmla="*/ 233 w 255"/>
                  <a:gd name="T1" fmla="*/ 203 h 264"/>
                  <a:gd name="T2" fmla="*/ 255 w 255"/>
                  <a:gd name="T3" fmla="*/ 264 h 264"/>
                  <a:gd name="T4" fmla="*/ 195 w 255"/>
                  <a:gd name="T5" fmla="*/ 239 h 264"/>
                  <a:gd name="T6" fmla="*/ 6 w 255"/>
                  <a:gd name="T7" fmla="*/ 42 h 264"/>
                  <a:gd name="T8" fmla="*/ 6 w 255"/>
                  <a:gd name="T9" fmla="*/ 22 h 264"/>
                  <a:gd name="T10" fmla="*/ 23 w 255"/>
                  <a:gd name="T11" fmla="*/ 6 h 264"/>
                  <a:gd name="T12" fmla="*/ 43 w 255"/>
                  <a:gd name="T13" fmla="*/ 6 h 264"/>
                  <a:gd name="T14" fmla="*/ 233 w 255"/>
                  <a:gd name="T15" fmla="*/ 203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264">
                    <a:moveTo>
                      <a:pt x="233" y="203"/>
                    </a:moveTo>
                    <a:cubicBezTo>
                      <a:pt x="255" y="264"/>
                      <a:pt x="255" y="264"/>
                      <a:pt x="255" y="264"/>
                    </a:cubicBezTo>
                    <a:cubicBezTo>
                      <a:pt x="195" y="239"/>
                      <a:pt x="195" y="239"/>
                      <a:pt x="195" y="239"/>
                    </a:cubicBezTo>
                    <a:cubicBezTo>
                      <a:pt x="6" y="42"/>
                      <a:pt x="6" y="42"/>
                      <a:pt x="6" y="42"/>
                    </a:cubicBezTo>
                    <a:cubicBezTo>
                      <a:pt x="0" y="36"/>
                      <a:pt x="0" y="27"/>
                      <a:pt x="6" y="22"/>
                    </a:cubicBezTo>
                    <a:cubicBezTo>
                      <a:pt x="23" y="6"/>
                      <a:pt x="23" y="6"/>
                      <a:pt x="23" y="6"/>
                    </a:cubicBezTo>
                    <a:cubicBezTo>
                      <a:pt x="29" y="0"/>
                      <a:pt x="38" y="0"/>
                      <a:pt x="43" y="6"/>
                    </a:cubicBezTo>
                    <a:lnTo>
                      <a:pt x="233" y="203"/>
                    </a:ln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6" name="Freeform 48"/>
              <p:cNvSpPr>
                <a:spLocks/>
              </p:cNvSpPr>
              <p:nvPr/>
            </p:nvSpPr>
            <p:spPr bwMode="auto">
              <a:xfrm>
                <a:off x="2202" y="2279"/>
                <a:ext cx="269" cy="294"/>
              </a:xfrm>
              <a:custGeom>
                <a:avLst/>
                <a:gdLst>
                  <a:gd name="T0" fmla="*/ 219 w 241"/>
                  <a:gd name="T1" fmla="*/ 203 h 264"/>
                  <a:gd name="T2" fmla="*/ 241 w 241"/>
                  <a:gd name="T3" fmla="*/ 264 h 264"/>
                  <a:gd name="T4" fmla="*/ 198 w 241"/>
                  <a:gd name="T5" fmla="*/ 219 h 264"/>
                  <a:gd name="T6" fmla="*/ 0 w 241"/>
                  <a:gd name="T7" fmla="*/ 14 h 264"/>
                  <a:gd name="T8" fmla="*/ 9 w 241"/>
                  <a:gd name="T9" fmla="*/ 6 h 264"/>
                  <a:gd name="T10" fmla="*/ 29 w 241"/>
                  <a:gd name="T11" fmla="*/ 6 h 264"/>
                  <a:gd name="T12" fmla="*/ 219 w 241"/>
                  <a:gd name="T13" fmla="*/ 203 h 264"/>
                </a:gdLst>
                <a:ahLst/>
                <a:cxnLst>
                  <a:cxn ang="0">
                    <a:pos x="T0" y="T1"/>
                  </a:cxn>
                  <a:cxn ang="0">
                    <a:pos x="T2" y="T3"/>
                  </a:cxn>
                  <a:cxn ang="0">
                    <a:pos x="T4" y="T5"/>
                  </a:cxn>
                  <a:cxn ang="0">
                    <a:pos x="T6" y="T7"/>
                  </a:cxn>
                  <a:cxn ang="0">
                    <a:pos x="T8" y="T9"/>
                  </a:cxn>
                  <a:cxn ang="0">
                    <a:pos x="T10" y="T11"/>
                  </a:cxn>
                  <a:cxn ang="0">
                    <a:pos x="T12" y="T13"/>
                  </a:cxn>
                </a:cxnLst>
                <a:rect l="0" t="0" r="r" b="b"/>
                <a:pathLst>
                  <a:path w="241" h="264">
                    <a:moveTo>
                      <a:pt x="219" y="203"/>
                    </a:moveTo>
                    <a:cubicBezTo>
                      <a:pt x="241" y="264"/>
                      <a:pt x="241" y="264"/>
                      <a:pt x="241" y="264"/>
                    </a:cubicBezTo>
                    <a:cubicBezTo>
                      <a:pt x="198" y="219"/>
                      <a:pt x="198" y="219"/>
                      <a:pt x="198" y="219"/>
                    </a:cubicBezTo>
                    <a:cubicBezTo>
                      <a:pt x="0" y="14"/>
                      <a:pt x="0" y="14"/>
                      <a:pt x="0" y="14"/>
                    </a:cubicBezTo>
                    <a:cubicBezTo>
                      <a:pt x="9" y="6"/>
                      <a:pt x="9" y="6"/>
                      <a:pt x="9" y="6"/>
                    </a:cubicBezTo>
                    <a:cubicBezTo>
                      <a:pt x="15" y="0"/>
                      <a:pt x="24" y="0"/>
                      <a:pt x="29" y="6"/>
                    </a:cubicBezTo>
                    <a:lnTo>
                      <a:pt x="219" y="203"/>
                    </a:lnTo>
                    <a:close/>
                  </a:path>
                </a:pathLst>
              </a:custGeom>
              <a:solidFill>
                <a:srgbClr val="FFD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7" name="Freeform 49"/>
              <p:cNvSpPr>
                <a:spLocks/>
              </p:cNvSpPr>
              <p:nvPr/>
            </p:nvSpPr>
            <p:spPr bwMode="auto">
              <a:xfrm>
                <a:off x="2208" y="2302"/>
                <a:ext cx="263" cy="271"/>
              </a:xfrm>
              <a:custGeom>
                <a:avLst/>
                <a:gdLst>
                  <a:gd name="T0" fmla="*/ 213 w 235"/>
                  <a:gd name="T1" fmla="*/ 182 h 243"/>
                  <a:gd name="T2" fmla="*/ 235 w 235"/>
                  <a:gd name="T3" fmla="*/ 243 h 243"/>
                  <a:gd name="T4" fmla="*/ 175 w 235"/>
                  <a:gd name="T5" fmla="*/ 218 h 243"/>
                  <a:gd name="T6" fmla="*/ 0 w 235"/>
                  <a:gd name="T7" fmla="*/ 36 h 243"/>
                  <a:gd name="T8" fmla="*/ 38 w 235"/>
                  <a:gd name="T9" fmla="*/ 0 h 243"/>
                  <a:gd name="T10" fmla="*/ 213 w 235"/>
                  <a:gd name="T11" fmla="*/ 182 h 243"/>
                </a:gdLst>
                <a:ahLst/>
                <a:cxnLst>
                  <a:cxn ang="0">
                    <a:pos x="T0" y="T1"/>
                  </a:cxn>
                  <a:cxn ang="0">
                    <a:pos x="T2" y="T3"/>
                  </a:cxn>
                  <a:cxn ang="0">
                    <a:pos x="T4" y="T5"/>
                  </a:cxn>
                  <a:cxn ang="0">
                    <a:pos x="T6" y="T7"/>
                  </a:cxn>
                  <a:cxn ang="0">
                    <a:pos x="T8" y="T9"/>
                  </a:cxn>
                  <a:cxn ang="0">
                    <a:pos x="T10" y="T11"/>
                  </a:cxn>
                </a:cxnLst>
                <a:rect l="0" t="0" r="r" b="b"/>
                <a:pathLst>
                  <a:path w="235" h="243">
                    <a:moveTo>
                      <a:pt x="213" y="182"/>
                    </a:moveTo>
                    <a:cubicBezTo>
                      <a:pt x="235" y="243"/>
                      <a:pt x="235" y="243"/>
                      <a:pt x="235" y="243"/>
                    </a:cubicBezTo>
                    <a:cubicBezTo>
                      <a:pt x="175" y="218"/>
                      <a:pt x="175" y="218"/>
                      <a:pt x="175" y="218"/>
                    </a:cubicBezTo>
                    <a:cubicBezTo>
                      <a:pt x="0" y="36"/>
                      <a:pt x="0" y="36"/>
                      <a:pt x="0" y="36"/>
                    </a:cubicBezTo>
                    <a:cubicBezTo>
                      <a:pt x="11" y="21"/>
                      <a:pt x="24" y="9"/>
                      <a:pt x="38" y="0"/>
                    </a:cubicBezTo>
                    <a:lnTo>
                      <a:pt x="213" y="182"/>
                    </a:lnTo>
                    <a:close/>
                  </a:path>
                </a:pathLst>
              </a:custGeom>
              <a:solidFill>
                <a:srgbClr val="C0F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8" name="Freeform 50"/>
              <p:cNvSpPr>
                <a:spLocks/>
              </p:cNvSpPr>
              <p:nvPr/>
            </p:nvSpPr>
            <p:spPr bwMode="auto">
              <a:xfrm>
                <a:off x="2227" y="2302"/>
                <a:ext cx="244" cy="271"/>
              </a:xfrm>
              <a:custGeom>
                <a:avLst/>
                <a:gdLst>
                  <a:gd name="T0" fmla="*/ 196 w 218"/>
                  <a:gd name="T1" fmla="*/ 182 h 243"/>
                  <a:gd name="T2" fmla="*/ 218 w 218"/>
                  <a:gd name="T3" fmla="*/ 243 h 243"/>
                  <a:gd name="T4" fmla="*/ 175 w 218"/>
                  <a:gd name="T5" fmla="*/ 198 h 243"/>
                  <a:gd name="T6" fmla="*/ 0 w 218"/>
                  <a:gd name="T7" fmla="*/ 16 h 243"/>
                  <a:gd name="T8" fmla="*/ 21 w 218"/>
                  <a:gd name="T9" fmla="*/ 0 h 243"/>
                  <a:gd name="T10" fmla="*/ 196 w 218"/>
                  <a:gd name="T11" fmla="*/ 182 h 243"/>
                </a:gdLst>
                <a:ahLst/>
                <a:cxnLst>
                  <a:cxn ang="0">
                    <a:pos x="T0" y="T1"/>
                  </a:cxn>
                  <a:cxn ang="0">
                    <a:pos x="T2" y="T3"/>
                  </a:cxn>
                  <a:cxn ang="0">
                    <a:pos x="T4" y="T5"/>
                  </a:cxn>
                  <a:cxn ang="0">
                    <a:pos x="T6" y="T7"/>
                  </a:cxn>
                  <a:cxn ang="0">
                    <a:pos x="T8" y="T9"/>
                  </a:cxn>
                  <a:cxn ang="0">
                    <a:pos x="T10" y="T11"/>
                  </a:cxn>
                </a:cxnLst>
                <a:rect l="0" t="0" r="r" b="b"/>
                <a:pathLst>
                  <a:path w="218" h="243">
                    <a:moveTo>
                      <a:pt x="196" y="182"/>
                    </a:moveTo>
                    <a:cubicBezTo>
                      <a:pt x="218" y="243"/>
                      <a:pt x="218" y="243"/>
                      <a:pt x="218" y="243"/>
                    </a:cubicBezTo>
                    <a:cubicBezTo>
                      <a:pt x="175" y="198"/>
                      <a:pt x="175" y="198"/>
                      <a:pt x="175" y="198"/>
                    </a:cubicBezTo>
                    <a:cubicBezTo>
                      <a:pt x="0" y="16"/>
                      <a:pt x="0" y="16"/>
                      <a:pt x="0" y="16"/>
                    </a:cubicBezTo>
                    <a:cubicBezTo>
                      <a:pt x="7" y="10"/>
                      <a:pt x="13" y="5"/>
                      <a:pt x="21" y="0"/>
                    </a:cubicBezTo>
                    <a:lnTo>
                      <a:pt x="196" y="1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9" name="Freeform 51"/>
              <p:cNvSpPr>
                <a:spLocks/>
              </p:cNvSpPr>
              <p:nvPr/>
            </p:nvSpPr>
            <p:spPr bwMode="auto">
              <a:xfrm>
                <a:off x="2222" y="2315"/>
                <a:ext cx="249" cy="258"/>
              </a:xfrm>
              <a:custGeom>
                <a:avLst/>
                <a:gdLst>
                  <a:gd name="T0" fmla="*/ 201 w 223"/>
                  <a:gd name="T1" fmla="*/ 170 h 231"/>
                  <a:gd name="T2" fmla="*/ 223 w 223"/>
                  <a:gd name="T3" fmla="*/ 231 h 231"/>
                  <a:gd name="T4" fmla="*/ 163 w 223"/>
                  <a:gd name="T5" fmla="*/ 206 h 231"/>
                  <a:gd name="T6" fmla="*/ 0 w 223"/>
                  <a:gd name="T7" fmla="*/ 36 h 231"/>
                  <a:gd name="T8" fmla="*/ 37 w 223"/>
                  <a:gd name="T9" fmla="*/ 0 h 231"/>
                  <a:gd name="T10" fmla="*/ 201 w 223"/>
                  <a:gd name="T11" fmla="*/ 170 h 231"/>
                </a:gdLst>
                <a:ahLst/>
                <a:cxnLst>
                  <a:cxn ang="0">
                    <a:pos x="T0" y="T1"/>
                  </a:cxn>
                  <a:cxn ang="0">
                    <a:pos x="T2" y="T3"/>
                  </a:cxn>
                  <a:cxn ang="0">
                    <a:pos x="T4" y="T5"/>
                  </a:cxn>
                  <a:cxn ang="0">
                    <a:pos x="T6" y="T7"/>
                  </a:cxn>
                  <a:cxn ang="0">
                    <a:pos x="T8" y="T9"/>
                  </a:cxn>
                  <a:cxn ang="0">
                    <a:pos x="T10" y="T11"/>
                  </a:cxn>
                </a:cxnLst>
                <a:rect l="0" t="0" r="r" b="b"/>
                <a:pathLst>
                  <a:path w="223" h="231">
                    <a:moveTo>
                      <a:pt x="201" y="170"/>
                    </a:moveTo>
                    <a:cubicBezTo>
                      <a:pt x="223" y="231"/>
                      <a:pt x="223" y="231"/>
                      <a:pt x="223" y="231"/>
                    </a:cubicBezTo>
                    <a:cubicBezTo>
                      <a:pt x="163" y="206"/>
                      <a:pt x="163" y="206"/>
                      <a:pt x="163" y="206"/>
                    </a:cubicBezTo>
                    <a:cubicBezTo>
                      <a:pt x="0" y="36"/>
                      <a:pt x="0" y="36"/>
                      <a:pt x="0" y="36"/>
                    </a:cubicBezTo>
                    <a:cubicBezTo>
                      <a:pt x="11" y="21"/>
                      <a:pt x="23" y="9"/>
                      <a:pt x="37" y="0"/>
                    </a:cubicBezTo>
                    <a:lnTo>
                      <a:pt x="201" y="170"/>
                    </a:lnTo>
                    <a:close/>
                  </a:path>
                </a:pathLst>
              </a:custGeom>
              <a:solidFill>
                <a:srgbClr val="C71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0" name="Freeform 52"/>
              <p:cNvSpPr>
                <a:spLocks/>
              </p:cNvSpPr>
              <p:nvPr/>
            </p:nvSpPr>
            <p:spPr bwMode="auto">
              <a:xfrm>
                <a:off x="2241" y="2315"/>
                <a:ext cx="227" cy="256"/>
              </a:xfrm>
              <a:custGeom>
                <a:avLst/>
                <a:gdLst>
                  <a:gd name="T0" fmla="*/ 182 w 204"/>
                  <a:gd name="T1" fmla="*/ 169 h 229"/>
                  <a:gd name="T2" fmla="*/ 204 w 204"/>
                  <a:gd name="T3" fmla="*/ 229 h 229"/>
                  <a:gd name="T4" fmla="*/ 162 w 204"/>
                  <a:gd name="T5" fmla="*/ 185 h 229"/>
                  <a:gd name="T6" fmla="*/ 0 w 204"/>
                  <a:gd name="T7" fmla="*/ 16 h 229"/>
                  <a:gd name="T8" fmla="*/ 20 w 204"/>
                  <a:gd name="T9" fmla="*/ 0 h 229"/>
                  <a:gd name="T10" fmla="*/ 182 w 204"/>
                  <a:gd name="T11" fmla="*/ 169 h 229"/>
                </a:gdLst>
                <a:ahLst/>
                <a:cxnLst>
                  <a:cxn ang="0">
                    <a:pos x="T0" y="T1"/>
                  </a:cxn>
                  <a:cxn ang="0">
                    <a:pos x="T2" y="T3"/>
                  </a:cxn>
                  <a:cxn ang="0">
                    <a:pos x="T4" y="T5"/>
                  </a:cxn>
                  <a:cxn ang="0">
                    <a:pos x="T6" y="T7"/>
                  </a:cxn>
                  <a:cxn ang="0">
                    <a:pos x="T8" y="T9"/>
                  </a:cxn>
                  <a:cxn ang="0">
                    <a:pos x="T10" y="T11"/>
                  </a:cxn>
                </a:cxnLst>
                <a:rect l="0" t="0" r="r" b="b"/>
                <a:pathLst>
                  <a:path w="204" h="229">
                    <a:moveTo>
                      <a:pt x="182" y="169"/>
                    </a:moveTo>
                    <a:cubicBezTo>
                      <a:pt x="204" y="229"/>
                      <a:pt x="204" y="229"/>
                      <a:pt x="204" y="229"/>
                    </a:cubicBezTo>
                    <a:cubicBezTo>
                      <a:pt x="162" y="185"/>
                      <a:pt x="162" y="185"/>
                      <a:pt x="162" y="185"/>
                    </a:cubicBezTo>
                    <a:cubicBezTo>
                      <a:pt x="0" y="16"/>
                      <a:pt x="0" y="16"/>
                      <a:pt x="0" y="16"/>
                    </a:cubicBezTo>
                    <a:cubicBezTo>
                      <a:pt x="6" y="10"/>
                      <a:pt x="13" y="5"/>
                      <a:pt x="20" y="0"/>
                    </a:cubicBezTo>
                    <a:lnTo>
                      <a:pt x="182" y="169"/>
                    </a:lnTo>
                    <a:close/>
                  </a:path>
                </a:pathLst>
              </a:custGeom>
              <a:solidFill>
                <a:srgbClr val="E876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1" name="Freeform 53"/>
              <p:cNvSpPr>
                <a:spLocks/>
              </p:cNvSpPr>
              <p:nvPr/>
            </p:nvSpPr>
            <p:spPr bwMode="auto">
              <a:xfrm>
                <a:off x="2404" y="2505"/>
                <a:ext cx="67" cy="68"/>
              </a:xfrm>
              <a:custGeom>
                <a:avLst/>
                <a:gdLst>
                  <a:gd name="T0" fmla="*/ 38 w 60"/>
                  <a:gd name="T1" fmla="*/ 0 h 61"/>
                  <a:gd name="T2" fmla="*/ 60 w 60"/>
                  <a:gd name="T3" fmla="*/ 61 h 61"/>
                  <a:gd name="T4" fmla="*/ 0 w 60"/>
                  <a:gd name="T5" fmla="*/ 36 h 61"/>
                  <a:gd name="T6" fmla="*/ 17 w 60"/>
                  <a:gd name="T7" fmla="*/ 16 h 61"/>
                  <a:gd name="T8" fmla="*/ 38 w 60"/>
                  <a:gd name="T9" fmla="*/ 0 h 61"/>
                </a:gdLst>
                <a:ahLst/>
                <a:cxnLst>
                  <a:cxn ang="0">
                    <a:pos x="T0" y="T1"/>
                  </a:cxn>
                  <a:cxn ang="0">
                    <a:pos x="T2" y="T3"/>
                  </a:cxn>
                  <a:cxn ang="0">
                    <a:pos x="T4" y="T5"/>
                  </a:cxn>
                  <a:cxn ang="0">
                    <a:pos x="T6" y="T7"/>
                  </a:cxn>
                  <a:cxn ang="0">
                    <a:pos x="T8" y="T9"/>
                  </a:cxn>
                </a:cxnLst>
                <a:rect l="0" t="0" r="r" b="b"/>
                <a:pathLst>
                  <a:path w="60" h="61">
                    <a:moveTo>
                      <a:pt x="38" y="0"/>
                    </a:moveTo>
                    <a:cubicBezTo>
                      <a:pt x="60" y="61"/>
                      <a:pt x="60" y="61"/>
                      <a:pt x="60" y="61"/>
                    </a:cubicBezTo>
                    <a:cubicBezTo>
                      <a:pt x="0" y="36"/>
                      <a:pt x="0" y="36"/>
                      <a:pt x="0" y="36"/>
                    </a:cubicBezTo>
                    <a:cubicBezTo>
                      <a:pt x="5" y="29"/>
                      <a:pt x="11" y="23"/>
                      <a:pt x="17" y="16"/>
                    </a:cubicBezTo>
                    <a:cubicBezTo>
                      <a:pt x="24" y="10"/>
                      <a:pt x="31" y="4"/>
                      <a:pt x="38" y="0"/>
                    </a:cubicBezTo>
                    <a:close/>
                  </a:path>
                </a:pathLst>
              </a:custGeom>
              <a:solidFill>
                <a:srgbClr val="8CCB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2" name="Freeform 54"/>
              <p:cNvSpPr>
                <a:spLocks/>
              </p:cNvSpPr>
              <p:nvPr/>
            </p:nvSpPr>
            <p:spPr bwMode="auto">
              <a:xfrm>
                <a:off x="2423" y="2505"/>
                <a:ext cx="48" cy="68"/>
              </a:xfrm>
              <a:custGeom>
                <a:avLst/>
                <a:gdLst>
                  <a:gd name="T0" fmla="*/ 21 w 43"/>
                  <a:gd name="T1" fmla="*/ 0 h 61"/>
                  <a:gd name="T2" fmla="*/ 43 w 43"/>
                  <a:gd name="T3" fmla="*/ 61 h 61"/>
                  <a:gd name="T4" fmla="*/ 0 w 43"/>
                  <a:gd name="T5" fmla="*/ 16 h 61"/>
                  <a:gd name="T6" fmla="*/ 21 w 43"/>
                  <a:gd name="T7" fmla="*/ 0 h 61"/>
                </a:gdLst>
                <a:ahLst/>
                <a:cxnLst>
                  <a:cxn ang="0">
                    <a:pos x="T0" y="T1"/>
                  </a:cxn>
                  <a:cxn ang="0">
                    <a:pos x="T2" y="T3"/>
                  </a:cxn>
                  <a:cxn ang="0">
                    <a:pos x="T4" y="T5"/>
                  </a:cxn>
                  <a:cxn ang="0">
                    <a:pos x="T6" y="T7"/>
                  </a:cxn>
                </a:cxnLst>
                <a:rect l="0" t="0" r="r" b="b"/>
                <a:pathLst>
                  <a:path w="43" h="61">
                    <a:moveTo>
                      <a:pt x="21" y="0"/>
                    </a:moveTo>
                    <a:cubicBezTo>
                      <a:pt x="43" y="61"/>
                      <a:pt x="43" y="61"/>
                      <a:pt x="43" y="61"/>
                    </a:cubicBezTo>
                    <a:cubicBezTo>
                      <a:pt x="0" y="16"/>
                      <a:pt x="0" y="16"/>
                      <a:pt x="0" y="16"/>
                    </a:cubicBezTo>
                    <a:cubicBezTo>
                      <a:pt x="7" y="10"/>
                      <a:pt x="14" y="4"/>
                      <a:pt x="2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3" name="Freeform 55"/>
              <p:cNvSpPr>
                <a:spLocks/>
              </p:cNvSpPr>
              <p:nvPr/>
            </p:nvSpPr>
            <p:spPr bwMode="auto">
              <a:xfrm>
                <a:off x="2448" y="2551"/>
                <a:ext cx="23" cy="22"/>
              </a:xfrm>
              <a:custGeom>
                <a:avLst/>
                <a:gdLst>
                  <a:gd name="T0" fmla="*/ 12 w 20"/>
                  <a:gd name="T1" fmla="*/ 0 h 20"/>
                  <a:gd name="T2" fmla="*/ 20 w 20"/>
                  <a:gd name="T3" fmla="*/ 20 h 20"/>
                  <a:gd name="T4" fmla="*/ 0 w 20"/>
                  <a:gd name="T5" fmla="*/ 11 h 20"/>
                  <a:gd name="T6" fmla="*/ 6 w 20"/>
                  <a:gd name="T7" fmla="*/ 5 h 20"/>
                  <a:gd name="T8" fmla="*/ 12 w 20"/>
                  <a:gd name="T9" fmla="*/ 0 h 20"/>
                </a:gdLst>
                <a:ahLst/>
                <a:cxnLst>
                  <a:cxn ang="0">
                    <a:pos x="T0" y="T1"/>
                  </a:cxn>
                  <a:cxn ang="0">
                    <a:pos x="T2" y="T3"/>
                  </a:cxn>
                  <a:cxn ang="0">
                    <a:pos x="T4" y="T5"/>
                  </a:cxn>
                  <a:cxn ang="0">
                    <a:pos x="T6" y="T7"/>
                  </a:cxn>
                  <a:cxn ang="0">
                    <a:pos x="T8" y="T9"/>
                  </a:cxn>
                </a:cxnLst>
                <a:rect l="0" t="0" r="r" b="b"/>
                <a:pathLst>
                  <a:path w="20" h="20">
                    <a:moveTo>
                      <a:pt x="12" y="0"/>
                    </a:moveTo>
                    <a:cubicBezTo>
                      <a:pt x="20" y="20"/>
                      <a:pt x="20" y="20"/>
                      <a:pt x="20" y="20"/>
                    </a:cubicBezTo>
                    <a:cubicBezTo>
                      <a:pt x="0" y="11"/>
                      <a:pt x="0" y="11"/>
                      <a:pt x="0" y="11"/>
                    </a:cubicBezTo>
                    <a:cubicBezTo>
                      <a:pt x="2" y="9"/>
                      <a:pt x="4" y="7"/>
                      <a:pt x="6" y="5"/>
                    </a:cubicBezTo>
                    <a:cubicBezTo>
                      <a:pt x="8" y="3"/>
                      <a:pt x="10" y="1"/>
                      <a:pt x="12" y="0"/>
                    </a:cubicBez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4" name="Freeform 56"/>
              <p:cNvSpPr>
                <a:spLocks noEditPoints="1"/>
              </p:cNvSpPr>
              <p:nvPr/>
            </p:nvSpPr>
            <p:spPr bwMode="auto">
              <a:xfrm>
                <a:off x="2193" y="1220"/>
                <a:ext cx="279" cy="248"/>
              </a:xfrm>
              <a:custGeom>
                <a:avLst/>
                <a:gdLst>
                  <a:gd name="T0" fmla="*/ 125 w 250"/>
                  <a:gd name="T1" fmla="*/ 0 h 222"/>
                  <a:gd name="T2" fmla="*/ 192 w 250"/>
                  <a:gd name="T3" fmla="*/ 23 h 222"/>
                  <a:gd name="T4" fmla="*/ 214 w 250"/>
                  <a:gd name="T5" fmla="*/ 178 h 222"/>
                  <a:gd name="T6" fmla="*/ 125 w 250"/>
                  <a:gd name="T7" fmla="*/ 222 h 222"/>
                  <a:gd name="T8" fmla="*/ 125 w 250"/>
                  <a:gd name="T9" fmla="*/ 201 h 222"/>
                  <a:gd name="T10" fmla="*/ 197 w 250"/>
                  <a:gd name="T11" fmla="*/ 165 h 222"/>
                  <a:gd name="T12" fmla="*/ 197 w 250"/>
                  <a:gd name="T13" fmla="*/ 165 h 222"/>
                  <a:gd name="T14" fmla="*/ 179 w 250"/>
                  <a:gd name="T15" fmla="*/ 39 h 222"/>
                  <a:gd name="T16" fmla="*/ 125 w 250"/>
                  <a:gd name="T17" fmla="*/ 21 h 222"/>
                  <a:gd name="T18" fmla="*/ 125 w 250"/>
                  <a:gd name="T19" fmla="*/ 0 h 222"/>
                  <a:gd name="T20" fmla="*/ 36 w 250"/>
                  <a:gd name="T21" fmla="*/ 45 h 222"/>
                  <a:gd name="T22" fmla="*/ 125 w 250"/>
                  <a:gd name="T23" fmla="*/ 0 h 222"/>
                  <a:gd name="T24" fmla="*/ 125 w 250"/>
                  <a:gd name="T25" fmla="*/ 21 h 222"/>
                  <a:gd name="T26" fmla="*/ 53 w 250"/>
                  <a:gd name="T27" fmla="*/ 57 h 222"/>
                  <a:gd name="T28" fmla="*/ 71 w 250"/>
                  <a:gd name="T29" fmla="*/ 183 h 222"/>
                  <a:gd name="T30" fmla="*/ 125 w 250"/>
                  <a:gd name="T31" fmla="*/ 201 h 222"/>
                  <a:gd name="T32" fmla="*/ 125 w 250"/>
                  <a:gd name="T33" fmla="*/ 222 h 222"/>
                  <a:gd name="T34" fmla="*/ 58 w 250"/>
                  <a:gd name="T35" fmla="*/ 200 h 222"/>
                  <a:gd name="T36" fmla="*/ 36 w 250"/>
                  <a:gd name="T37" fmla="*/ 4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0" h="222">
                    <a:moveTo>
                      <a:pt x="125" y="0"/>
                    </a:moveTo>
                    <a:cubicBezTo>
                      <a:pt x="148" y="0"/>
                      <a:pt x="172" y="8"/>
                      <a:pt x="192" y="23"/>
                    </a:cubicBezTo>
                    <a:cubicBezTo>
                      <a:pt x="241" y="59"/>
                      <a:pt x="250" y="129"/>
                      <a:pt x="214" y="178"/>
                    </a:cubicBezTo>
                    <a:cubicBezTo>
                      <a:pt x="192" y="207"/>
                      <a:pt x="159" y="222"/>
                      <a:pt x="125" y="222"/>
                    </a:cubicBezTo>
                    <a:cubicBezTo>
                      <a:pt x="125" y="201"/>
                      <a:pt x="125" y="201"/>
                      <a:pt x="125" y="201"/>
                    </a:cubicBezTo>
                    <a:cubicBezTo>
                      <a:pt x="152" y="201"/>
                      <a:pt x="179" y="189"/>
                      <a:pt x="197" y="165"/>
                    </a:cubicBezTo>
                    <a:cubicBezTo>
                      <a:pt x="197" y="165"/>
                      <a:pt x="197" y="165"/>
                      <a:pt x="197" y="165"/>
                    </a:cubicBezTo>
                    <a:cubicBezTo>
                      <a:pt x="227" y="126"/>
                      <a:pt x="219" y="69"/>
                      <a:pt x="179" y="39"/>
                    </a:cubicBezTo>
                    <a:cubicBezTo>
                      <a:pt x="163" y="27"/>
                      <a:pt x="144" y="21"/>
                      <a:pt x="125" y="21"/>
                    </a:cubicBezTo>
                    <a:lnTo>
                      <a:pt x="125" y="0"/>
                    </a:lnTo>
                    <a:close/>
                    <a:moveTo>
                      <a:pt x="36" y="45"/>
                    </a:moveTo>
                    <a:cubicBezTo>
                      <a:pt x="58" y="16"/>
                      <a:pt x="91" y="0"/>
                      <a:pt x="125" y="0"/>
                    </a:cubicBezTo>
                    <a:cubicBezTo>
                      <a:pt x="125" y="21"/>
                      <a:pt x="125" y="21"/>
                      <a:pt x="125" y="21"/>
                    </a:cubicBezTo>
                    <a:cubicBezTo>
                      <a:pt x="98" y="21"/>
                      <a:pt x="71" y="33"/>
                      <a:pt x="53" y="57"/>
                    </a:cubicBezTo>
                    <a:cubicBezTo>
                      <a:pt x="23" y="97"/>
                      <a:pt x="31" y="153"/>
                      <a:pt x="71" y="183"/>
                    </a:cubicBezTo>
                    <a:cubicBezTo>
                      <a:pt x="87" y="196"/>
                      <a:pt x="106" y="201"/>
                      <a:pt x="125" y="201"/>
                    </a:cubicBezTo>
                    <a:cubicBezTo>
                      <a:pt x="125" y="222"/>
                      <a:pt x="125" y="222"/>
                      <a:pt x="125" y="222"/>
                    </a:cubicBezTo>
                    <a:cubicBezTo>
                      <a:pt x="102" y="222"/>
                      <a:pt x="78" y="215"/>
                      <a:pt x="58" y="200"/>
                    </a:cubicBezTo>
                    <a:cubicBezTo>
                      <a:pt x="9" y="163"/>
                      <a:pt x="0" y="94"/>
                      <a:pt x="36" y="45"/>
                    </a:cubicBez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5" name="Freeform 57"/>
              <p:cNvSpPr>
                <a:spLocks/>
              </p:cNvSpPr>
              <p:nvPr/>
            </p:nvSpPr>
            <p:spPr bwMode="auto">
              <a:xfrm>
                <a:off x="2410" y="1398"/>
                <a:ext cx="117" cy="98"/>
              </a:xfrm>
              <a:custGeom>
                <a:avLst/>
                <a:gdLst>
                  <a:gd name="T0" fmla="*/ 96 w 117"/>
                  <a:gd name="T1" fmla="*/ 98 h 98"/>
                  <a:gd name="T2" fmla="*/ 117 w 117"/>
                  <a:gd name="T3" fmla="*/ 71 h 98"/>
                  <a:gd name="T4" fmla="*/ 20 w 117"/>
                  <a:gd name="T5" fmla="*/ 0 h 98"/>
                  <a:gd name="T6" fmla="*/ 0 w 117"/>
                  <a:gd name="T7" fmla="*/ 26 h 98"/>
                  <a:gd name="T8" fmla="*/ 96 w 117"/>
                  <a:gd name="T9" fmla="*/ 98 h 98"/>
                </a:gdLst>
                <a:ahLst/>
                <a:cxnLst>
                  <a:cxn ang="0">
                    <a:pos x="T0" y="T1"/>
                  </a:cxn>
                  <a:cxn ang="0">
                    <a:pos x="T2" y="T3"/>
                  </a:cxn>
                  <a:cxn ang="0">
                    <a:pos x="T4" y="T5"/>
                  </a:cxn>
                  <a:cxn ang="0">
                    <a:pos x="T6" y="T7"/>
                  </a:cxn>
                  <a:cxn ang="0">
                    <a:pos x="T8" y="T9"/>
                  </a:cxn>
                </a:cxnLst>
                <a:rect l="0" t="0" r="r" b="b"/>
                <a:pathLst>
                  <a:path w="117" h="98">
                    <a:moveTo>
                      <a:pt x="96" y="98"/>
                    </a:moveTo>
                    <a:lnTo>
                      <a:pt x="117" y="71"/>
                    </a:lnTo>
                    <a:lnTo>
                      <a:pt x="20" y="0"/>
                    </a:lnTo>
                    <a:lnTo>
                      <a:pt x="0" y="26"/>
                    </a:lnTo>
                    <a:lnTo>
                      <a:pt x="96" y="98"/>
                    </a:ln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6" name="Freeform 58"/>
              <p:cNvSpPr>
                <a:spLocks/>
              </p:cNvSpPr>
              <p:nvPr/>
            </p:nvSpPr>
            <p:spPr bwMode="auto">
              <a:xfrm>
                <a:off x="2442" y="1419"/>
                <a:ext cx="152" cy="129"/>
              </a:xfrm>
              <a:custGeom>
                <a:avLst/>
                <a:gdLst>
                  <a:gd name="T0" fmla="*/ 94 w 136"/>
                  <a:gd name="T1" fmla="*/ 108 h 116"/>
                  <a:gd name="T2" fmla="*/ 128 w 136"/>
                  <a:gd name="T3" fmla="*/ 103 h 116"/>
                  <a:gd name="T4" fmla="*/ 123 w 136"/>
                  <a:gd name="T5" fmla="*/ 69 h 116"/>
                  <a:gd name="T6" fmla="*/ 42 w 136"/>
                  <a:gd name="T7" fmla="*/ 8 h 116"/>
                  <a:gd name="T8" fmla="*/ 8 w 136"/>
                  <a:gd name="T9" fmla="*/ 13 h 116"/>
                  <a:gd name="T10" fmla="*/ 13 w 136"/>
                  <a:gd name="T11" fmla="*/ 47 h 116"/>
                  <a:gd name="T12" fmla="*/ 94 w 136"/>
                  <a:gd name="T13" fmla="*/ 108 h 116"/>
                </a:gdLst>
                <a:ahLst/>
                <a:cxnLst>
                  <a:cxn ang="0">
                    <a:pos x="T0" y="T1"/>
                  </a:cxn>
                  <a:cxn ang="0">
                    <a:pos x="T2" y="T3"/>
                  </a:cxn>
                  <a:cxn ang="0">
                    <a:pos x="T4" y="T5"/>
                  </a:cxn>
                  <a:cxn ang="0">
                    <a:pos x="T6" y="T7"/>
                  </a:cxn>
                  <a:cxn ang="0">
                    <a:pos x="T8" y="T9"/>
                  </a:cxn>
                  <a:cxn ang="0">
                    <a:pos x="T10" y="T11"/>
                  </a:cxn>
                  <a:cxn ang="0">
                    <a:pos x="T12" y="T13"/>
                  </a:cxn>
                </a:cxnLst>
                <a:rect l="0" t="0" r="r" b="b"/>
                <a:pathLst>
                  <a:path w="136" h="116">
                    <a:moveTo>
                      <a:pt x="94" y="108"/>
                    </a:moveTo>
                    <a:cubicBezTo>
                      <a:pt x="105" y="116"/>
                      <a:pt x="120" y="114"/>
                      <a:pt x="128" y="103"/>
                    </a:cubicBezTo>
                    <a:cubicBezTo>
                      <a:pt x="136" y="92"/>
                      <a:pt x="134" y="77"/>
                      <a:pt x="123" y="69"/>
                    </a:cubicBezTo>
                    <a:cubicBezTo>
                      <a:pt x="42" y="8"/>
                      <a:pt x="42" y="8"/>
                      <a:pt x="42" y="8"/>
                    </a:cubicBezTo>
                    <a:cubicBezTo>
                      <a:pt x="31" y="0"/>
                      <a:pt x="16" y="2"/>
                      <a:pt x="8" y="13"/>
                    </a:cubicBezTo>
                    <a:cubicBezTo>
                      <a:pt x="0" y="24"/>
                      <a:pt x="2" y="39"/>
                      <a:pt x="13" y="47"/>
                    </a:cubicBezTo>
                    <a:lnTo>
                      <a:pt x="94" y="108"/>
                    </a:ln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7" name="Freeform 59"/>
              <p:cNvSpPr>
                <a:spLocks/>
              </p:cNvSpPr>
              <p:nvPr/>
            </p:nvSpPr>
            <p:spPr bwMode="auto">
              <a:xfrm>
                <a:off x="2441" y="1420"/>
                <a:ext cx="87" cy="77"/>
              </a:xfrm>
              <a:custGeom>
                <a:avLst/>
                <a:gdLst>
                  <a:gd name="T0" fmla="*/ 65 w 87"/>
                  <a:gd name="T1" fmla="*/ 77 h 77"/>
                  <a:gd name="T2" fmla="*/ 87 w 87"/>
                  <a:gd name="T3" fmla="*/ 49 h 77"/>
                  <a:gd name="T4" fmla="*/ 21 w 87"/>
                  <a:gd name="T5" fmla="*/ 0 h 77"/>
                  <a:gd name="T6" fmla="*/ 0 w 87"/>
                  <a:gd name="T7" fmla="*/ 28 h 77"/>
                  <a:gd name="T8" fmla="*/ 65 w 87"/>
                  <a:gd name="T9" fmla="*/ 77 h 77"/>
                </a:gdLst>
                <a:ahLst/>
                <a:cxnLst>
                  <a:cxn ang="0">
                    <a:pos x="T0" y="T1"/>
                  </a:cxn>
                  <a:cxn ang="0">
                    <a:pos x="T2" y="T3"/>
                  </a:cxn>
                  <a:cxn ang="0">
                    <a:pos x="T4" y="T5"/>
                  </a:cxn>
                  <a:cxn ang="0">
                    <a:pos x="T6" y="T7"/>
                  </a:cxn>
                  <a:cxn ang="0">
                    <a:pos x="T8" y="T9"/>
                  </a:cxn>
                </a:cxnLst>
                <a:rect l="0" t="0" r="r" b="b"/>
                <a:pathLst>
                  <a:path w="87" h="77">
                    <a:moveTo>
                      <a:pt x="65" y="77"/>
                    </a:moveTo>
                    <a:lnTo>
                      <a:pt x="87" y="49"/>
                    </a:lnTo>
                    <a:lnTo>
                      <a:pt x="21" y="0"/>
                    </a:lnTo>
                    <a:lnTo>
                      <a:pt x="0" y="28"/>
                    </a:lnTo>
                    <a:lnTo>
                      <a:pt x="65" y="77"/>
                    </a:lnTo>
                    <a:close/>
                  </a:path>
                </a:pathLst>
              </a:custGeom>
              <a:solidFill>
                <a:srgbClr val="FFCD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8" name="Freeform 60"/>
              <p:cNvSpPr>
                <a:spLocks/>
              </p:cNvSpPr>
              <p:nvPr/>
            </p:nvSpPr>
            <p:spPr bwMode="auto">
              <a:xfrm>
                <a:off x="2441" y="1418"/>
                <a:ext cx="157" cy="134"/>
              </a:xfrm>
              <a:custGeom>
                <a:avLst/>
                <a:gdLst>
                  <a:gd name="T0" fmla="*/ 97 w 141"/>
                  <a:gd name="T1" fmla="*/ 112 h 120"/>
                  <a:gd name="T2" fmla="*/ 133 w 141"/>
                  <a:gd name="T3" fmla="*/ 107 h 120"/>
                  <a:gd name="T4" fmla="*/ 128 w 141"/>
                  <a:gd name="T5" fmla="*/ 71 h 120"/>
                  <a:gd name="T6" fmla="*/ 41 w 141"/>
                  <a:gd name="T7" fmla="*/ 6 h 120"/>
                  <a:gd name="T8" fmla="*/ 19 w 141"/>
                  <a:gd name="T9" fmla="*/ 2 h 120"/>
                  <a:gd name="T10" fmla="*/ 0 w 141"/>
                  <a:gd name="T11" fmla="*/ 27 h 120"/>
                  <a:gd name="T12" fmla="*/ 10 w 141"/>
                  <a:gd name="T13" fmla="*/ 47 h 120"/>
                  <a:gd name="T14" fmla="*/ 97 w 141"/>
                  <a:gd name="T15" fmla="*/ 112 h 1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1" h="120">
                    <a:moveTo>
                      <a:pt x="97" y="112"/>
                    </a:moveTo>
                    <a:cubicBezTo>
                      <a:pt x="108" y="120"/>
                      <a:pt x="124" y="118"/>
                      <a:pt x="133" y="107"/>
                    </a:cubicBezTo>
                    <a:cubicBezTo>
                      <a:pt x="141" y="96"/>
                      <a:pt x="139" y="80"/>
                      <a:pt x="128" y="71"/>
                    </a:cubicBezTo>
                    <a:cubicBezTo>
                      <a:pt x="41" y="6"/>
                      <a:pt x="41" y="6"/>
                      <a:pt x="41" y="6"/>
                    </a:cubicBezTo>
                    <a:cubicBezTo>
                      <a:pt x="35" y="1"/>
                      <a:pt x="27" y="0"/>
                      <a:pt x="19" y="2"/>
                    </a:cubicBezTo>
                    <a:cubicBezTo>
                      <a:pt x="0" y="27"/>
                      <a:pt x="0" y="27"/>
                      <a:pt x="0" y="27"/>
                    </a:cubicBezTo>
                    <a:cubicBezTo>
                      <a:pt x="0" y="35"/>
                      <a:pt x="4" y="42"/>
                      <a:pt x="10" y="47"/>
                    </a:cubicBezTo>
                    <a:lnTo>
                      <a:pt x="97" y="112"/>
                    </a:ln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9" name="Freeform 61"/>
              <p:cNvSpPr>
                <a:spLocks/>
              </p:cNvSpPr>
              <p:nvPr/>
            </p:nvSpPr>
            <p:spPr bwMode="auto">
              <a:xfrm>
                <a:off x="4666" y="3334"/>
                <a:ext cx="100" cy="298"/>
              </a:xfrm>
              <a:custGeom>
                <a:avLst/>
                <a:gdLst>
                  <a:gd name="T0" fmla="*/ 86 w 100"/>
                  <a:gd name="T1" fmla="*/ 0 h 298"/>
                  <a:gd name="T2" fmla="*/ 0 w 100"/>
                  <a:gd name="T3" fmla="*/ 3 h 298"/>
                  <a:gd name="T4" fmla="*/ 14 w 100"/>
                  <a:gd name="T5" fmla="*/ 298 h 298"/>
                  <a:gd name="T6" fmla="*/ 100 w 100"/>
                  <a:gd name="T7" fmla="*/ 293 h 298"/>
                  <a:gd name="T8" fmla="*/ 86 w 100"/>
                  <a:gd name="T9" fmla="*/ 0 h 298"/>
                </a:gdLst>
                <a:ahLst/>
                <a:cxnLst>
                  <a:cxn ang="0">
                    <a:pos x="T0" y="T1"/>
                  </a:cxn>
                  <a:cxn ang="0">
                    <a:pos x="T2" y="T3"/>
                  </a:cxn>
                  <a:cxn ang="0">
                    <a:pos x="T4" y="T5"/>
                  </a:cxn>
                  <a:cxn ang="0">
                    <a:pos x="T6" y="T7"/>
                  </a:cxn>
                  <a:cxn ang="0">
                    <a:pos x="T8" y="T9"/>
                  </a:cxn>
                </a:cxnLst>
                <a:rect l="0" t="0" r="r" b="b"/>
                <a:pathLst>
                  <a:path w="100" h="298">
                    <a:moveTo>
                      <a:pt x="86" y="0"/>
                    </a:moveTo>
                    <a:lnTo>
                      <a:pt x="0" y="3"/>
                    </a:lnTo>
                    <a:lnTo>
                      <a:pt x="14" y="298"/>
                    </a:lnTo>
                    <a:lnTo>
                      <a:pt x="100" y="293"/>
                    </a:lnTo>
                    <a:lnTo>
                      <a:pt x="86"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0" name="Freeform 62"/>
              <p:cNvSpPr>
                <a:spLocks/>
              </p:cNvSpPr>
              <p:nvPr/>
            </p:nvSpPr>
            <p:spPr bwMode="auto">
              <a:xfrm>
                <a:off x="4669" y="3386"/>
                <a:ext cx="88" cy="56"/>
              </a:xfrm>
              <a:custGeom>
                <a:avLst/>
                <a:gdLst>
                  <a:gd name="T0" fmla="*/ 86 w 88"/>
                  <a:gd name="T1" fmla="*/ 0 h 56"/>
                  <a:gd name="T2" fmla="*/ 0 w 88"/>
                  <a:gd name="T3" fmla="*/ 5 h 56"/>
                  <a:gd name="T4" fmla="*/ 2 w 88"/>
                  <a:gd name="T5" fmla="*/ 56 h 56"/>
                  <a:gd name="T6" fmla="*/ 88 w 88"/>
                  <a:gd name="T7" fmla="*/ 51 h 56"/>
                  <a:gd name="T8" fmla="*/ 86 w 88"/>
                  <a:gd name="T9" fmla="*/ 0 h 56"/>
                </a:gdLst>
                <a:ahLst/>
                <a:cxnLst>
                  <a:cxn ang="0">
                    <a:pos x="T0" y="T1"/>
                  </a:cxn>
                  <a:cxn ang="0">
                    <a:pos x="T2" y="T3"/>
                  </a:cxn>
                  <a:cxn ang="0">
                    <a:pos x="T4" y="T5"/>
                  </a:cxn>
                  <a:cxn ang="0">
                    <a:pos x="T6" y="T7"/>
                  </a:cxn>
                  <a:cxn ang="0">
                    <a:pos x="T8" y="T9"/>
                  </a:cxn>
                </a:cxnLst>
                <a:rect l="0" t="0" r="r" b="b"/>
                <a:pathLst>
                  <a:path w="88" h="56">
                    <a:moveTo>
                      <a:pt x="86" y="0"/>
                    </a:moveTo>
                    <a:lnTo>
                      <a:pt x="0" y="5"/>
                    </a:lnTo>
                    <a:lnTo>
                      <a:pt x="2" y="56"/>
                    </a:lnTo>
                    <a:lnTo>
                      <a:pt x="88" y="51"/>
                    </a:lnTo>
                    <a:lnTo>
                      <a:pt x="86" y="0"/>
                    </a:lnTo>
                    <a:close/>
                  </a:path>
                </a:pathLst>
              </a:custGeom>
              <a:solidFill>
                <a:srgbClr val="C71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1" name="Freeform 63"/>
              <p:cNvSpPr>
                <a:spLocks/>
              </p:cNvSpPr>
              <p:nvPr/>
            </p:nvSpPr>
            <p:spPr bwMode="auto">
              <a:xfrm>
                <a:off x="4672" y="3451"/>
                <a:ext cx="88" cy="55"/>
              </a:xfrm>
              <a:custGeom>
                <a:avLst/>
                <a:gdLst>
                  <a:gd name="T0" fmla="*/ 86 w 88"/>
                  <a:gd name="T1" fmla="*/ 0 h 55"/>
                  <a:gd name="T2" fmla="*/ 0 w 88"/>
                  <a:gd name="T3" fmla="*/ 3 h 55"/>
                  <a:gd name="T4" fmla="*/ 2 w 88"/>
                  <a:gd name="T5" fmla="*/ 55 h 55"/>
                  <a:gd name="T6" fmla="*/ 88 w 88"/>
                  <a:gd name="T7" fmla="*/ 51 h 55"/>
                  <a:gd name="T8" fmla="*/ 86 w 88"/>
                  <a:gd name="T9" fmla="*/ 0 h 55"/>
                </a:gdLst>
                <a:ahLst/>
                <a:cxnLst>
                  <a:cxn ang="0">
                    <a:pos x="T0" y="T1"/>
                  </a:cxn>
                  <a:cxn ang="0">
                    <a:pos x="T2" y="T3"/>
                  </a:cxn>
                  <a:cxn ang="0">
                    <a:pos x="T4" y="T5"/>
                  </a:cxn>
                  <a:cxn ang="0">
                    <a:pos x="T6" y="T7"/>
                  </a:cxn>
                  <a:cxn ang="0">
                    <a:pos x="T8" y="T9"/>
                  </a:cxn>
                </a:cxnLst>
                <a:rect l="0" t="0" r="r" b="b"/>
                <a:pathLst>
                  <a:path w="88" h="55">
                    <a:moveTo>
                      <a:pt x="86" y="0"/>
                    </a:moveTo>
                    <a:lnTo>
                      <a:pt x="0" y="3"/>
                    </a:lnTo>
                    <a:lnTo>
                      <a:pt x="2" y="55"/>
                    </a:lnTo>
                    <a:lnTo>
                      <a:pt x="88" y="51"/>
                    </a:lnTo>
                    <a:lnTo>
                      <a:pt x="86" y="0"/>
                    </a:lnTo>
                    <a:close/>
                  </a:path>
                </a:pathLst>
              </a:custGeom>
              <a:solidFill>
                <a:srgbClr val="D231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2" name="Freeform 64"/>
              <p:cNvSpPr>
                <a:spLocks/>
              </p:cNvSpPr>
              <p:nvPr/>
            </p:nvSpPr>
            <p:spPr bwMode="auto">
              <a:xfrm>
                <a:off x="4674" y="3514"/>
                <a:ext cx="90" cy="55"/>
              </a:xfrm>
              <a:custGeom>
                <a:avLst/>
                <a:gdLst>
                  <a:gd name="T0" fmla="*/ 87 w 90"/>
                  <a:gd name="T1" fmla="*/ 0 h 55"/>
                  <a:gd name="T2" fmla="*/ 0 w 90"/>
                  <a:gd name="T3" fmla="*/ 5 h 55"/>
                  <a:gd name="T4" fmla="*/ 2 w 90"/>
                  <a:gd name="T5" fmla="*/ 55 h 55"/>
                  <a:gd name="T6" fmla="*/ 90 w 90"/>
                  <a:gd name="T7" fmla="*/ 52 h 55"/>
                  <a:gd name="T8" fmla="*/ 87 w 90"/>
                  <a:gd name="T9" fmla="*/ 0 h 55"/>
                </a:gdLst>
                <a:ahLst/>
                <a:cxnLst>
                  <a:cxn ang="0">
                    <a:pos x="T0" y="T1"/>
                  </a:cxn>
                  <a:cxn ang="0">
                    <a:pos x="T2" y="T3"/>
                  </a:cxn>
                  <a:cxn ang="0">
                    <a:pos x="T4" y="T5"/>
                  </a:cxn>
                  <a:cxn ang="0">
                    <a:pos x="T6" y="T7"/>
                  </a:cxn>
                  <a:cxn ang="0">
                    <a:pos x="T8" y="T9"/>
                  </a:cxn>
                </a:cxnLst>
                <a:rect l="0" t="0" r="r" b="b"/>
                <a:pathLst>
                  <a:path w="90" h="55">
                    <a:moveTo>
                      <a:pt x="87" y="0"/>
                    </a:moveTo>
                    <a:lnTo>
                      <a:pt x="0" y="5"/>
                    </a:lnTo>
                    <a:lnTo>
                      <a:pt x="2" y="55"/>
                    </a:lnTo>
                    <a:lnTo>
                      <a:pt x="90" y="52"/>
                    </a:lnTo>
                    <a:lnTo>
                      <a:pt x="87" y="0"/>
                    </a:lnTo>
                    <a:close/>
                  </a:path>
                </a:pathLst>
              </a:custGeom>
              <a:solidFill>
                <a:srgbClr val="DD51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3" name="Freeform 65"/>
              <p:cNvSpPr>
                <a:spLocks/>
              </p:cNvSpPr>
              <p:nvPr/>
            </p:nvSpPr>
            <p:spPr bwMode="auto">
              <a:xfrm>
                <a:off x="4678" y="3578"/>
                <a:ext cx="88" cy="56"/>
              </a:xfrm>
              <a:custGeom>
                <a:avLst/>
                <a:gdLst>
                  <a:gd name="T0" fmla="*/ 86 w 88"/>
                  <a:gd name="T1" fmla="*/ 0 h 56"/>
                  <a:gd name="T2" fmla="*/ 0 w 88"/>
                  <a:gd name="T3" fmla="*/ 5 h 56"/>
                  <a:gd name="T4" fmla="*/ 2 w 88"/>
                  <a:gd name="T5" fmla="*/ 56 h 56"/>
                  <a:gd name="T6" fmla="*/ 88 w 88"/>
                  <a:gd name="T7" fmla="*/ 51 h 56"/>
                  <a:gd name="T8" fmla="*/ 86 w 88"/>
                  <a:gd name="T9" fmla="*/ 0 h 56"/>
                </a:gdLst>
                <a:ahLst/>
                <a:cxnLst>
                  <a:cxn ang="0">
                    <a:pos x="T0" y="T1"/>
                  </a:cxn>
                  <a:cxn ang="0">
                    <a:pos x="T2" y="T3"/>
                  </a:cxn>
                  <a:cxn ang="0">
                    <a:pos x="T4" y="T5"/>
                  </a:cxn>
                  <a:cxn ang="0">
                    <a:pos x="T6" y="T7"/>
                  </a:cxn>
                  <a:cxn ang="0">
                    <a:pos x="T8" y="T9"/>
                  </a:cxn>
                </a:cxnLst>
                <a:rect l="0" t="0" r="r" b="b"/>
                <a:pathLst>
                  <a:path w="88" h="56">
                    <a:moveTo>
                      <a:pt x="86" y="0"/>
                    </a:moveTo>
                    <a:lnTo>
                      <a:pt x="0" y="5"/>
                    </a:lnTo>
                    <a:lnTo>
                      <a:pt x="2" y="56"/>
                    </a:lnTo>
                    <a:lnTo>
                      <a:pt x="88" y="51"/>
                    </a:lnTo>
                    <a:lnTo>
                      <a:pt x="86" y="0"/>
                    </a:lnTo>
                    <a:close/>
                  </a:path>
                </a:pathLst>
              </a:custGeom>
              <a:solidFill>
                <a:srgbClr val="E872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4" name="Freeform 66"/>
              <p:cNvSpPr>
                <a:spLocks/>
              </p:cNvSpPr>
              <p:nvPr/>
            </p:nvSpPr>
            <p:spPr bwMode="auto">
              <a:xfrm>
                <a:off x="4664" y="3329"/>
                <a:ext cx="174" cy="307"/>
              </a:xfrm>
              <a:custGeom>
                <a:avLst/>
                <a:gdLst>
                  <a:gd name="T0" fmla="*/ 83 w 174"/>
                  <a:gd name="T1" fmla="*/ 0 h 307"/>
                  <a:gd name="T2" fmla="*/ 0 w 174"/>
                  <a:gd name="T3" fmla="*/ 27 h 307"/>
                  <a:gd name="T4" fmla="*/ 92 w 174"/>
                  <a:gd name="T5" fmla="*/ 307 h 307"/>
                  <a:gd name="T6" fmla="*/ 174 w 174"/>
                  <a:gd name="T7" fmla="*/ 280 h 307"/>
                  <a:gd name="T8" fmla="*/ 83 w 174"/>
                  <a:gd name="T9" fmla="*/ 0 h 307"/>
                </a:gdLst>
                <a:ahLst/>
                <a:cxnLst>
                  <a:cxn ang="0">
                    <a:pos x="T0" y="T1"/>
                  </a:cxn>
                  <a:cxn ang="0">
                    <a:pos x="T2" y="T3"/>
                  </a:cxn>
                  <a:cxn ang="0">
                    <a:pos x="T4" y="T5"/>
                  </a:cxn>
                  <a:cxn ang="0">
                    <a:pos x="T6" y="T7"/>
                  </a:cxn>
                  <a:cxn ang="0">
                    <a:pos x="T8" y="T9"/>
                  </a:cxn>
                </a:cxnLst>
                <a:rect l="0" t="0" r="r" b="b"/>
                <a:pathLst>
                  <a:path w="174" h="307">
                    <a:moveTo>
                      <a:pt x="83" y="0"/>
                    </a:moveTo>
                    <a:lnTo>
                      <a:pt x="0" y="27"/>
                    </a:lnTo>
                    <a:lnTo>
                      <a:pt x="92" y="307"/>
                    </a:lnTo>
                    <a:lnTo>
                      <a:pt x="174" y="280"/>
                    </a:lnTo>
                    <a:lnTo>
                      <a:pt x="83"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5" name="Freeform 67"/>
              <p:cNvSpPr>
                <a:spLocks/>
              </p:cNvSpPr>
              <p:nvPr/>
            </p:nvSpPr>
            <p:spPr bwMode="auto">
              <a:xfrm>
                <a:off x="4681" y="3380"/>
                <a:ext cx="98" cy="75"/>
              </a:xfrm>
              <a:custGeom>
                <a:avLst/>
                <a:gdLst>
                  <a:gd name="T0" fmla="*/ 81 w 98"/>
                  <a:gd name="T1" fmla="*/ 0 h 75"/>
                  <a:gd name="T2" fmla="*/ 0 w 98"/>
                  <a:gd name="T3" fmla="*/ 27 h 75"/>
                  <a:gd name="T4" fmla="*/ 16 w 98"/>
                  <a:gd name="T5" fmla="*/ 75 h 75"/>
                  <a:gd name="T6" fmla="*/ 98 w 98"/>
                  <a:gd name="T7" fmla="*/ 48 h 75"/>
                  <a:gd name="T8" fmla="*/ 81 w 98"/>
                  <a:gd name="T9" fmla="*/ 0 h 75"/>
                </a:gdLst>
                <a:ahLst/>
                <a:cxnLst>
                  <a:cxn ang="0">
                    <a:pos x="T0" y="T1"/>
                  </a:cxn>
                  <a:cxn ang="0">
                    <a:pos x="T2" y="T3"/>
                  </a:cxn>
                  <a:cxn ang="0">
                    <a:pos x="T4" y="T5"/>
                  </a:cxn>
                  <a:cxn ang="0">
                    <a:pos x="T6" y="T7"/>
                  </a:cxn>
                  <a:cxn ang="0">
                    <a:pos x="T8" y="T9"/>
                  </a:cxn>
                </a:cxnLst>
                <a:rect l="0" t="0" r="r" b="b"/>
                <a:pathLst>
                  <a:path w="98" h="75">
                    <a:moveTo>
                      <a:pt x="81" y="0"/>
                    </a:moveTo>
                    <a:lnTo>
                      <a:pt x="0" y="27"/>
                    </a:lnTo>
                    <a:lnTo>
                      <a:pt x="16" y="75"/>
                    </a:lnTo>
                    <a:lnTo>
                      <a:pt x="98" y="48"/>
                    </a:lnTo>
                    <a:lnTo>
                      <a:pt x="81" y="0"/>
                    </a:lnTo>
                    <a:close/>
                  </a:path>
                </a:pathLst>
              </a:custGeom>
              <a:solidFill>
                <a:srgbClr val="003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6" name="Freeform 68"/>
              <p:cNvSpPr>
                <a:spLocks/>
              </p:cNvSpPr>
              <p:nvPr/>
            </p:nvSpPr>
            <p:spPr bwMode="auto">
              <a:xfrm>
                <a:off x="4701" y="3441"/>
                <a:ext cx="98" cy="76"/>
              </a:xfrm>
              <a:custGeom>
                <a:avLst/>
                <a:gdLst>
                  <a:gd name="T0" fmla="*/ 82 w 98"/>
                  <a:gd name="T1" fmla="*/ 0 h 76"/>
                  <a:gd name="T2" fmla="*/ 0 w 98"/>
                  <a:gd name="T3" fmla="*/ 27 h 76"/>
                  <a:gd name="T4" fmla="*/ 16 w 98"/>
                  <a:gd name="T5" fmla="*/ 76 h 76"/>
                  <a:gd name="T6" fmla="*/ 98 w 98"/>
                  <a:gd name="T7" fmla="*/ 49 h 76"/>
                  <a:gd name="T8" fmla="*/ 82 w 98"/>
                  <a:gd name="T9" fmla="*/ 0 h 76"/>
                </a:gdLst>
                <a:ahLst/>
                <a:cxnLst>
                  <a:cxn ang="0">
                    <a:pos x="T0" y="T1"/>
                  </a:cxn>
                  <a:cxn ang="0">
                    <a:pos x="T2" y="T3"/>
                  </a:cxn>
                  <a:cxn ang="0">
                    <a:pos x="T4" y="T5"/>
                  </a:cxn>
                  <a:cxn ang="0">
                    <a:pos x="T6" y="T7"/>
                  </a:cxn>
                  <a:cxn ang="0">
                    <a:pos x="T8" y="T9"/>
                  </a:cxn>
                </a:cxnLst>
                <a:rect l="0" t="0" r="r" b="b"/>
                <a:pathLst>
                  <a:path w="98" h="76">
                    <a:moveTo>
                      <a:pt x="82" y="0"/>
                    </a:moveTo>
                    <a:lnTo>
                      <a:pt x="0" y="27"/>
                    </a:lnTo>
                    <a:lnTo>
                      <a:pt x="16" y="76"/>
                    </a:lnTo>
                    <a:lnTo>
                      <a:pt x="98" y="49"/>
                    </a:lnTo>
                    <a:lnTo>
                      <a:pt x="82" y="0"/>
                    </a:lnTo>
                    <a:close/>
                  </a:path>
                </a:pathLst>
              </a:custGeom>
              <a:solidFill>
                <a:srgbClr val="0C4F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7" name="Freeform 69"/>
              <p:cNvSpPr>
                <a:spLocks/>
              </p:cNvSpPr>
              <p:nvPr/>
            </p:nvSpPr>
            <p:spPr bwMode="auto">
              <a:xfrm>
                <a:off x="4721" y="3501"/>
                <a:ext cx="98" cy="76"/>
              </a:xfrm>
              <a:custGeom>
                <a:avLst/>
                <a:gdLst>
                  <a:gd name="T0" fmla="*/ 82 w 98"/>
                  <a:gd name="T1" fmla="*/ 0 h 76"/>
                  <a:gd name="T2" fmla="*/ 0 w 98"/>
                  <a:gd name="T3" fmla="*/ 28 h 76"/>
                  <a:gd name="T4" fmla="*/ 16 w 98"/>
                  <a:gd name="T5" fmla="*/ 76 h 76"/>
                  <a:gd name="T6" fmla="*/ 98 w 98"/>
                  <a:gd name="T7" fmla="*/ 49 h 76"/>
                  <a:gd name="T8" fmla="*/ 82 w 98"/>
                  <a:gd name="T9" fmla="*/ 0 h 76"/>
                </a:gdLst>
                <a:ahLst/>
                <a:cxnLst>
                  <a:cxn ang="0">
                    <a:pos x="T0" y="T1"/>
                  </a:cxn>
                  <a:cxn ang="0">
                    <a:pos x="T2" y="T3"/>
                  </a:cxn>
                  <a:cxn ang="0">
                    <a:pos x="T4" y="T5"/>
                  </a:cxn>
                  <a:cxn ang="0">
                    <a:pos x="T6" y="T7"/>
                  </a:cxn>
                  <a:cxn ang="0">
                    <a:pos x="T8" y="T9"/>
                  </a:cxn>
                </a:cxnLst>
                <a:rect l="0" t="0" r="r" b="b"/>
                <a:pathLst>
                  <a:path w="98" h="76">
                    <a:moveTo>
                      <a:pt x="82" y="0"/>
                    </a:moveTo>
                    <a:lnTo>
                      <a:pt x="0" y="28"/>
                    </a:lnTo>
                    <a:lnTo>
                      <a:pt x="16" y="76"/>
                    </a:lnTo>
                    <a:lnTo>
                      <a:pt x="98" y="49"/>
                    </a:lnTo>
                    <a:lnTo>
                      <a:pt x="82" y="0"/>
                    </a:lnTo>
                    <a:close/>
                  </a:path>
                </a:pathLst>
              </a:custGeom>
              <a:solidFill>
                <a:srgbClr val="176E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8" name="Freeform 70"/>
              <p:cNvSpPr>
                <a:spLocks/>
              </p:cNvSpPr>
              <p:nvPr/>
            </p:nvSpPr>
            <p:spPr bwMode="auto">
              <a:xfrm>
                <a:off x="4741" y="3562"/>
                <a:ext cx="97" cy="76"/>
              </a:xfrm>
              <a:custGeom>
                <a:avLst/>
                <a:gdLst>
                  <a:gd name="T0" fmla="*/ 82 w 97"/>
                  <a:gd name="T1" fmla="*/ 0 h 76"/>
                  <a:gd name="T2" fmla="*/ 0 w 97"/>
                  <a:gd name="T3" fmla="*/ 27 h 76"/>
                  <a:gd name="T4" fmla="*/ 16 w 97"/>
                  <a:gd name="T5" fmla="*/ 76 h 76"/>
                  <a:gd name="T6" fmla="*/ 97 w 97"/>
                  <a:gd name="T7" fmla="*/ 50 h 76"/>
                  <a:gd name="T8" fmla="*/ 82 w 97"/>
                  <a:gd name="T9" fmla="*/ 0 h 76"/>
                </a:gdLst>
                <a:ahLst/>
                <a:cxnLst>
                  <a:cxn ang="0">
                    <a:pos x="T0" y="T1"/>
                  </a:cxn>
                  <a:cxn ang="0">
                    <a:pos x="T2" y="T3"/>
                  </a:cxn>
                  <a:cxn ang="0">
                    <a:pos x="T4" y="T5"/>
                  </a:cxn>
                  <a:cxn ang="0">
                    <a:pos x="T6" y="T7"/>
                  </a:cxn>
                  <a:cxn ang="0">
                    <a:pos x="T8" y="T9"/>
                  </a:cxn>
                </a:cxnLst>
                <a:rect l="0" t="0" r="r" b="b"/>
                <a:pathLst>
                  <a:path w="97" h="76">
                    <a:moveTo>
                      <a:pt x="82" y="0"/>
                    </a:moveTo>
                    <a:lnTo>
                      <a:pt x="0" y="27"/>
                    </a:lnTo>
                    <a:lnTo>
                      <a:pt x="16" y="76"/>
                    </a:lnTo>
                    <a:lnTo>
                      <a:pt x="97" y="50"/>
                    </a:lnTo>
                    <a:lnTo>
                      <a:pt x="82" y="0"/>
                    </a:ln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9" name="Freeform 71"/>
              <p:cNvSpPr>
                <a:spLocks/>
              </p:cNvSpPr>
              <p:nvPr/>
            </p:nvSpPr>
            <p:spPr bwMode="auto">
              <a:xfrm>
                <a:off x="4667" y="3327"/>
                <a:ext cx="236" cy="294"/>
              </a:xfrm>
              <a:custGeom>
                <a:avLst/>
                <a:gdLst>
                  <a:gd name="T0" fmla="*/ 72 w 236"/>
                  <a:gd name="T1" fmla="*/ 0 h 294"/>
                  <a:gd name="T2" fmla="*/ 0 w 236"/>
                  <a:gd name="T3" fmla="*/ 48 h 294"/>
                  <a:gd name="T4" fmla="*/ 164 w 236"/>
                  <a:gd name="T5" fmla="*/ 294 h 294"/>
                  <a:gd name="T6" fmla="*/ 236 w 236"/>
                  <a:gd name="T7" fmla="*/ 246 h 294"/>
                  <a:gd name="T8" fmla="*/ 72 w 236"/>
                  <a:gd name="T9" fmla="*/ 0 h 294"/>
                </a:gdLst>
                <a:ahLst/>
                <a:cxnLst>
                  <a:cxn ang="0">
                    <a:pos x="T0" y="T1"/>
                  </a:cxn>
                  <a:cxn ang="0">
                    <a:pos x="T2" y="T3"/>
                  </a:cxn>
                  <a:cxn ang="0">
                    <a:pos x="T4" y="T5"/>
                  </a:cxn>
                  <a:cxn ang="0">
                    <a:pos x="T6" y="T7"/>
                  </a:cxn>
                  <a:cxn ang="0">
                    <a:pos x="T8" y="T9"/>
                  </a:cxn>
                </a:cxnLst>
                <a:rect l="0" t="0" r="r" b="b"/>
                <a:pathLst>
                  <a:path w="236" h="294">
                    <a:moveTo>
                      <a:pt x="72" y="0"/>
                    </a:moveTo>
                    <a:lnTo>
                      <a:pt x="0" y="48"/>
                    </a:lnTo>
                    <a:lnTo>
                      <a:pt x="164" y="294"/>
                    </a:lnTo>
                    <a:lnTo>
                      <a:pt x="236" y="246"/>
                    </a:lnTo>
                    <a:lnTo>
                      <a:pt x="72"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0" name="Freeform 72"/>
              <p:cNvSpPr>
                <a:spLocks/>
              </p:cNvSpPr>
              <p:nvPr/>
            </p:nvSpPr>
            <p:spPr bwMode="auto">
              <a:xfrm>
                <a:off x="4697" y="3372"/>
                <a:ext cx="100" cy="90"/>
              </a:xfrm>
              <a:custGeom>
                <a:avLst/>
                <a:gdLst>
                  <a:gd name="T0" fmla="*/ 72 w 100"/>
                  <a:gd name="T1" fmla="*/ 0 h 90"/>
                  <a:gd name="T2" fmla="*/ 0 w 100"/>
                  <a:gd name="T3" fmla="*/ 48 h 90"/>
                  <a:gd name="T4" fmla="*/ 29 w 100"/>
                  <a:gd name="T5" fmla="*/ 90 h 90"/>
                  <a:gd name="T6" fmla="*/ 100 w 100"/>
                  <a:gd name="T7" fmla="*/ 42 h 90"/>
                  <a:gd name="T8" fmla="*/ 72 w 100"/>
                  <a:gd name="T9" fmla="*/ 0 h 90"/>
                </a:gdLst>
                <a:ahLst/>
                <a:cxnLst>
                  <a:cxn ang="0">
                    <a:pos x="T0" y="T1"/>
                  </a:cxn>
                  <a:cxn ang="0">
                    <a:pos x="T2" y="T3"/>
                  </a:cxn>
                  <a:cxn ang="0">
                    <a:pos x="T4" y="T5"/>
                  </a:cxn>
                  <a:cxn ang="0">
                    <a:pos x="T6" y="T7"/>
                  </a:cxn>
                  <a:cxn ang="0">
                    <a:pos x="T8" y="T9"/>
                  </a:cxn>
                </a:cxnLst>
                <a:rect l="0" t="0" r="r" b="b"/>
                <a:pathLst>
                  <a:path w="100" h="90">
                    <a:moveTo>
                      <a:pt x="72" y="0"/>
                    </a:moveTo>
                    <a:lnTo>
                      <a:pt x="0" y="48"/>
                    </a:lnTo>
                    <a:lnTo>
                      <a:pt x="29" y="90"/>
                    </a:lnTo>
                    <a:lnTo>
                      <a:pt x="100" y="42"/>
                    </a:lnTo>
                    <a:lnTo>
                      <a:pt x="72" y="0"/>
                    </a:ln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1" name="Freeform 73"/>
              <p:cNvSpPr>
                <a:spLocks/>
              </p:cNvSpPr>
              <p:nvPr/>
            </p:nvSpPr>
            <p:spPr bwMode="auto">
              <a:xfrm>
                <a:off x="4732" y="3425"/>
                <a:ext cx="101" cy="91"/>
              </a:xfrm>
              <a:custGeom>
                <a:avLst/>
                <a:gdLst>
                  <a:gd name="T0" fmla="*/ 73 w 101"/>
                  <a:gd name="T1" fmla="*/ 0 h 91"/>
                  <a:gd name="T2" fmla="*/ 0 w 101"/>
                  <a:gd name="T3" fmla="*/ 48 h 91"/>
                  <a:gd name="T4" fmla="*/ 29 w 101"/>
                  <a:gd name="T5" fmla="*/ 91 h 91"/>
                  <a:gd name="T6" fmla="*/ 101 w 101"/>
                  <a:gd name="T7" fmla="*/ 43 h 91"/>
                  <a:gd name="T8" fmla="*/ 73 w 101"/>
                  <a:gd name="T9" fmla="*/ 0 h 91"/>
                </a:gdLst>
                <a:ahLst/>
                <a:cxnLst>
                  <a:cxn ang="0">
                    <a:pos x="T0" y="T1"/>
                  </a:cxn>
                  <a:cxn ang="0">
                    <a:pos x="T2" y="T3"/>
                  </a:cxn>
                  <a:cxn ang="0">
                    <a:pos x="T4" y="T5"/>
                  </a:cxn>
                  <a:cxn ang="0">
                    <a:pos x="T6" y="T7"/>
                  </a:cxn>
                  <a:cxn ang="0">
                    <a:pos x="T8" y="T9"/>
                  </a:cxn>
                </a:cxnLst>
                <a:rect l="0" t="0" r="r" b="b"/>
                <a:pathLst>
                  <a:path w="101" h="91">
                    <a:moveTo>
                      <a:pt x="73" y="0"/>
                    </a:moveTo>
                    <a:lnTo>
                      <a:pt x="0" y="48"/>
                    </a:lnTo>
                    <a:lnTo>
                      <a:pt x="29" y="91"/>
                    </a:lnTo>
                    <a:lnTo>
                      <a:pt x="101" y="43"/>
                    </a:lnTo>
                    <a:lnTo>
                      <a:pt x="73" y="0"/>
                    </a:lnTo>
                    <a:close/>
                  </a:path>
                </a:pathLst>
              </a:custGeom>
              <a:solidFill>
                <a:srgbClr val="FFB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2" name="Freeform 74"/>
              <p:cNvSpPr>
                <a:spLocks/>
              </p:cNvSpPr>
              <p:nvPr/>
            </p:nvSpPr>
            <p:spPr bwMode="auto">
              <a:xfrm>
                <a:off x="4768" y="3478"/>
                <a:ext cx="100" cy="90"/>
              </a:xfrm>
              <a:custGeom>
                <a:avLst/>
                <a:gdLst>
                  <a:gd name="T0" fmla="*/ 71 w 100"/>
                  <a:gd name="T1" fmla="*/ 0 h 90"/>
                  <a:gd name="T2" fmla="*/ 0 w 100"/>
                  <a:gd name="T3" fmla="*/ 48 h 90"/>
                  <a:gd name="T4" fmla="*/ 28 w 100"/>
                  <a:gd name="T5" fmla="*/ 90 h 90"/>
                  <a:gd name="T6" fmla="*/ 100 w 100"/>
                  <a:gd name="T7" fmla="*/ 43 h 90"/>
                  <a:gd name="T8" fmla="*/ 71 w 100"/>
                  <a:gd name="T9" fmla="*/ 0 h 90"/>
                </a:gdLst>
                <a:ahLst/>
                <a:cxnLst>
                  <a:cxn ang="0">
                    <a:pos x="T0" y="T1"/>
                  </a:cxn>
                  <a:cxn ang="0">
                    <a:pos x="T2" y="T3"/>
                  </a:cxn>
                  <a:cxn ang="0">
                    <a:pos x="T4" y="T5"/>
                  </a:cxn>
                  <a:cxn ang="0">
                    <a:pos x="T6" y="T7"/>
                  </a:cxn>
                  <a:cxn ang="0">
                    <a:pos x="T8" y="T9"/>
                  </a:cxn>
                </a:cxnLst>
                <a:rect l="0" t="0" r="r" b="b"/>
                <a:pathLst>
                  <a:path w="100" h="90">
                    <a:moveTo>
                      <a:pt x="71" y="0"/>
                    </a:moveTo>
                    <a:lnTo>
                      <a:pt x="0" y="48"/>
                    </a:lnTo>
                    <a:lnTo>
                      <a:pt x="28" y="90"/>
                    </a:lnTo>
                    <a:lnTo>
                      <a:pt x="100" y="43"/>
                    </a:lnTo>
                    <a:lnTo>
                      <a:pt x="71" y="0"/>
                    </a:lnTo>
                    <a:close/>
                  </a:path>
                </a:pathLst>
              </a:custGeom>
              <a:solidFill>
                <a:srgbClr val="FFCA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3" name="Freeform 75"/>
              <p:cNvSpPr>
                <a:spLocks/>
              </p:cNvSpPr>
              <p:nvPr/>
            </p:nvSpPr>
            <p:spPr bwMode="auto">
              <a:xfrm>
                <a:off x="4804" y="3531"/>
                <a:ext cx="100" cy="91"/>
              </a:xfrm>
              <a:custGeom>
                <a:avLst/>
                <a:gdLst>
                  <a:gd name="T0" fmla="*/ 71 w 100"/>
                  <a:gd name="T1" fmla="*/ 0 h 91"/>
                  <a:gd name="T2" fmla="*/ 0 w 100"/>
                  <a:gd name="T3" fmla="*/ 48 h 91"/>
                  <a:gd name="T4" fmla="*/ 28 w 100"/>
                  <a:gd name="T5" fmla="*/ 91 h 91"/>
                  <a:gd name="T6" fmla="*/ 100 w 100"/>
                  <a:gd name="T7" fmla="*/ 43 h 91"/>
                  <a:gd name="T8" fmla="*/ 71 w 100"/>
                  <a:gd name="T9" fmla="*/ 0 h 91"/>
                </a:gdLst>
                <a:ahLst/>
                <a:cxnLst>
                  <a:cxn ang="0">
                    <a:pos x="T0" y="T1"/>
                  </a:cxn>
                  <a:cxn ang="0">
                    <a:pos x="T2" y="T3"/>
                  </a:cxn>
                  <a:cxn ang="0">
                    <a:pos x="T4" y="T5"/>
                  </a:cxn>
                  <a:cxn ang="0">
                    <a:pos x="T6" y="T7"/>
                  </a:cxn>
                  <a:cxn ang="0">
                    <a:pos x="T8" y="T9"/>
                  </a:cxn>
                </a:cxnLst>
                <a:rect l="0" t="0" r="r" b="b"/>
                <a:pathLst>
                  <a:path w="100" h="91">
                    <a:moveTo>
                      <a:pt x="71" y="0"/>
                    </a:moveTo>
                    <a:lnTo>
                      <a:pt x="0" y="48"/>
                    </a:lnTo>
                    <a:lnTo>
                      <a:pt x="28" y="91"/>
                    </a:lnTo>
                    <a:lnTo>
                      <a:pt x="100" y="43"/>
                    </a:lnTo>
                    <a:lnTo>
                      <a:pt x="71" y="0"/>
                    </a:lnTo>
                    <a:close/>
                  </a:path>
                </a:pathLst>
              </a:custGeom>
              <a:solidFill>
                <a:srgbClr val="FFD8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4" name="Freeform 76"/>
              <p:cNvSpPr>
                <a:spLocks/>
              </p:cNvSpPr>
              <p:nvPr/>
            </p:nvSpPr>
            <p:spPr bwMode="auto">
              <a:xfrm>
                <a:off x="4675" y="3327"/>
                <a:ext cx="279" cy="258"/>
              </a:xfrm>
              <a:custGeom>
                <a:avLst/>
                <a:gdLst>
                  <a:gd name="T0" fmla="*/ 57 w 279"/>
                  <a:gd name="T1" fmla="*/ 0 h 258"/>
                  <a:gd name="T2" fmla="*/ 0 w 279"/>
                  <a:gd name="T3" fmla="*/ 66 h 258"/>
                  <a:gd name="T4" fmla="*/ 224 w 279"/>
                  <a:gd name="T5" fmla="*/ 258 h 258"/>
                  <a:gd name="T6" fmla="*/ 279 w 279"/>
                  <a:gd name="T7" fmla="*/ 192 h 258"/>
                  <a:gd name="T8" fmla="*/ 57 w 279"/>
                  <a:gd name="T9" fmla="*/ 0 h 258"/>
                </a:gdLst>
                <a:ahLst/>
                <a:cxnLst>
                  <a:cxn ang="0">
                    <a:pos x="T0" y="T1"/>
                  </a:cxn>
                  <a:cxn ang="0">
                    <a:pos x="T2" y="T3"/>
                  </a:cxn>
                  <a:cxn ang="0">
                    <a:pos x="T4" y="T5"/>
                  </a:cxn>
                  <a:cxn ang="0">
                    <a:pos x="T6" y="T7"/>
                  </a:cxn>
                  <a:cxn ang="0">
                    <a:pos x="T8" y="T9"/>
                  </a:cxn>
                </a:cxnLst>
                <a:rect l="0" t="0" r="r" b="b"/>
                <a:pathLst>
                  <a:path w="279" h="258">
                    <a:moveTo>
                      <a:pt x="57" y="0"/>
                    </a:moveTo>
                    <a:lnTo>
                      <a:pt x="0" y="66"/>
                    </a:lnTo>
                    <a:lnTo>
                      <a:pt x="224" y="258"/>
                    </a:lnTo>
                    <a:lnTo>
                      <a:pt x="279" y="192"/>
                    </a:lnTo>
                    <a:lnTo>
                      <a:pt x="57"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5" name="Freeform 77"/>
              <p:cNvSpPr>
                <a:spLocks/>
              </p:cNvSpPr>
              <p:nvPr/>
            </p:nvSpPr>
            <p:spPr bwMode="auto">
              <a:xfrm>
                <a:off x="4715" y="3362"/>
                <a:ext cx="97" cy="99"/>
              </a:xfrm>
              <a:custGeom>
                <a:avLst/>
                <a:gdLst>
                  <a:gd name="T0" fmla="*/ 57 w 97"/>
                  <a:gd name="T1" fmla="*/ 0 h 99"/>
                  <a:gd name="T2" fmla="*/ 0 w 97"/>
                  <a:gd name="T3" fmla="*/ 65 h 99"/>
                  <a:gd name="T4" fmla="*/ 40 w 97"/>
                  <a:gd name="T5" fmla="*/ 99 h 99"/>
                  <a:gd name="T6" fmla="*/ 97 w 97"/>
                  <a:gd name="T7" fmla="*/ 33 h 99"/>
                  <a:gd name="T8" fmla="*/ 57 w 97"/>
                  <a:gd name="T9" fmla="*/ 0 h 99"/>
                </a:gdLst>
                <a:ahLst/>
                <a:cxnLst>
                  <a:cxn ang="0">
                    <a:pos x="T0" y="T1"/>
                  </a:cxn>
                  <a:cxn ang="0">
                    <a:pos x="T2" y="T3"/>
                  </a:cxn>
                  <a:cxn ang="0">
                    <a:pos x="T4" y="T5"/>
                  </a:cxn>
                  <a:cxn ang="0">
                    <a:pos x="T6" y="T7"/>
                  </a:cxn>
                  <a:cxn ang="0">
                    <a:pos x="T8" y="T9"/>
                  </a:cxn>
                </a:cxnLst>
                <a:rect l="0" t="0" r="r" b="b"/>
                <a:pathLst>
                  <a:path w="97" h="99">
                    <a:moveTo>
                      <a:pt x="57" y="0"/>
                    </a:moveTo>
                    <a:lnTo>
                      <a:pt x="0" y="65"/>
                    </a:lnTo>
                    <a:lnTo>
                      <a:pt x="40" y="99"/>
                    </a:lnTo>
                    <a:lnTo>
                      <a:pt x="97" y="33"/>
                    </a:lnTo>
                    <a:lnTo>
                      <a:pt x="57" y="0"/>
                    </a:ln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6" name="Freeform 78"/>
              <p:cNvSpPr>
                <a:spLocks/>
              </p:cNvSpPr>
              <p:nvPr/>
            </p:nvSpPr>
            <p:spPr bwMode="auto">
              <a:xfrm>
                <a:off x="4765" y="3404"/>
                <a:ext cx="95" cy="98"/>
              </a:xfrm>
              <a:custGeom>
                <a:avLst/>
                <a:gdLst>
                  <a:gd name="T0" fmla="*/ 55 w 95"/>
                  <a:gd name="T1" fmla="*/ 0 h 98"/>
                  <a:gd name="T2" fmla="*/ 0 w 95"/>
                  <a:gd name="T3" fmla="*/ 65 h 98"/>
                  <a:gd name="T4" fmla="*/ 38 w 95"/>
                  <a:gd name="T5" fmla="*/ 98 h 98"/>
                  <a:gd name="T6" fmla="*/ 95 w 95"/>
                  <a:gd name="T7" fmla="*/ 33 h 98"/>
                  <a:gd name="T8" fmla="*/ 55 w 95"/>
                  <a:gd name="T9" fmla="*/ 0 h 98"/>
                </a:gdLst>
                <a:ahLst/>
                <a:cxnLst>
                  <a:cxn ang="0">
                    <a:pos x="T0" y="T1"/>
                  </a:cxn>
                  <a:cxn ang="0">
                    <a:pos x="T2" y="T3"/>
                  </a:cxn>
                  <a:cxn ang="0">
                    <a:pos x="T4" y="T5"/>
                  </a:cxn>
                  <a:cxn ang="0">
                    <a:pos x="T6" y="T7"/>
                  </a:cxn>
                  <a:cxn ang="0">
                    <a:pos x="T8" y="T9"/>
                  </a:cxn>
                </a:cxnLst>
                <a:rect l="0" t="0" r="r" b="b"/>
                <a:pathLst>
                  <a:path w="95" h="98">
                    <a:moveTo>
                      <a:pt x="55" y="0"/>
                    </a:moveTo>
                    <a:lnTo>
                      <a:pt x="0" y="65"/>
                    </a:lnTo>
                    <a:lnTo>
                      <a:pt x="38" y="98"/>
                    </a:lnTo>
                    <a:lnTo>
                      <a:pt x="95" y="33"/>
                    </a:lnTo>
                    <a:lnTo>
                      <a:pt x="55" y="0"/>
                    </a:lnTo>
                    <a:close/>
                  </a:path>
                </a:pathLst>
              </a:custGeom>
              <a:solidFill>
                <a:srgbClr val="3B9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7" name="Freeform 79"/>
              <p:cNvSpPr>
                <a:spLocks/>
              </p:cNvSpPr>
              <p:nvPr/>
            </p:nvSpPr>
            <p:spPr bwMode="auto">
              <a:xfrm>
                <a:off x="4813" y="3445"/>
                <a:ext cx="95" cy="100"/>
              </a:xfrm>
              <a:custGeom>
                <a:avLst/>
                <a:gdLst>
                  <a:gd name="T0" fmla="*/ 57 w 95"/>
                  <a:gd name="T1" fmla="*/ 0 h 100"/>
                  <a:gd name="T2" fmla="*/ 0 w 95"/>
                  <a:gd name="T3" fmla="*/ 66 h 100"/>
                  <a:gd name="T4" fmla="*/ 39 w 95"/>
                  <a:gd name="T5" fmla="*/ 100 h 100"/>
                  <a:gd name="T6" fmla="*/ 95 w 95"/>
                  <a:gd name="T7" fmla="*/ 34 h 100"/>
                  <a:gd name="T8" fmla="*/ 57 w 95"/>
                  <a:gd name="T9" fmla="*/ 0 h 100"/>
                </a:gdLst>
                <a:ahLst/>
                <a:cxnLst>
                  <a:cxn ang="0">
                    <a:pos x="T0" y="T1"/>
                  </a:cxn>
                  <a:cxn ang="0">
                    <a:pos x="T2" y="T3"/>
                  </a:cxn>
                  <a:cxn ang="0">
                    <a:pos x="T4" y="T5"/>
                  </a:cxn>
                  <a:cxn ang="0">
                    <a:pos x="T6" y="T7"/>
                  </a:cxn>
                  <a:cxn ang="0">
                    <a:pos x="T8" y="T9"/>
                  </a:cxn>
                </a:cxnLst>
                <a:rect l="0" t="0" r="r" b="b"/>
                <a:pathLst>
                  <a:path w="95" h="100">
                    <a:moveTo>
                      <a:pt x="57" y="0"/>
                    </a:moveTo>
                    <a:lnTo>
                      <a:pt x="0" y="66"/>
                    </a:lnTo>
                    <a:lnTo>
                      <a:pt x="39" y="100"/>
                    </a:lnTo>
                    <a:lnTo>
                      <a:pt x="95" y="34"/>
                    </a:lnTo>
                    <a:lnTo>
                      <a:pt x="57" y="0"/>
                    </a:lnTo>
                    <a:close/>
                  </a:path>
                </a:pathLst>
              </a:custGeom>
              <a:solidFill>
                <a:srgbClr val="53AD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8" name="Freeform 80"/>
              <p:cNvSpPr>
                <a:spLocks/>
              </p:cNvSpPr>
              <p:nvPr/>
            </p:nvSpPr>
            <p:spPr bwMode="auto">
              <a:xfrm>
                <a:off x="4861" y="3488"/>
                <a:ext cx="96" cy="98"/>
              </a:xfrm>
              <a:custGeom>
                <a:avLst/>
                <a:gdLst>
                  <a:gd name="T0" fmla="*/ 57 w 96"/>
                  <a:gd name="T1" fmla="*/ 0 h 98"/>
                  <a:gd name="T2" fmla="*/ 0 w 96"/>
                  <a:gd name="T3" fmla="*/ 64 h 98"/>
                  <a:gd name="T4" fmla="*/ 39 w 96"/>
                  <a:gd name="T5" fmla="*/ 98 h 98"/>
                  <a:gd name="T6" fmla="*/ 96 w 96"/>
                  <a:gd name="T7" fmla="*/ 33 h 98"/>
                  <a:gd name="T8" fmla="*/ 57 w 96"/>
                  <a:gd name="T9" fmla="*/ 0 h 98"/>
                </a:gdLst>
                <a:ahLst/>
                <a:cxnLst>
                  <a:cxn ang="0">
                    <a:pos x="T0" y="T1"/>
                  </a:cxn>
                  <a:cxn ang="0">
                    <a:pos x="T2" y="T3"/>
                  </a:cxn>
                  <a:cxn ang="0">
                    <a:pos x="T4" y="T5"/>
                  </a:cxn>
                  <a:cxn ang="0">
                    <a:pos x="T6" y="T7"/>
                  </a:cxn>
                  <a:cxn ang="0">
                    <a:pos x="T8" y="T9"/>
                  </a:cxn>
                </a:cxnLst>
                <a:rect l="0" t="0" r="r" b="b"/>
                <a:pathLst>
                  <a:path w="96" h="98">
                    <a:moveTo>
                      <a:pt x="57" y="0"/>
                    </a:moveTo>
                    <a:lnTo>
                      <a:pt x="0" y="64"/>
                    </a:lnTo>
                    <a:lnTo>
                      <a:pt x="39" y="98"/>
                    </a:lnTo>
                    <a:lnTo>
                      <a:pt x="96" y="33"/>
                    </a:lnTo>
                    <a:lnTo>
                      <a:pt x="57" y="0"/>
                    </a:lnTo>
                    <a:close/>
                  </a:path>
                </a:pathLst>
              </a:custGeom>
              <a:solidFill>
                <a:srgbClr val="6BBD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9" name="Freeform 81"/>
              <p:cNvSpPr>
                <a:spLocks/>
              </p:cNvSpPr>
              <p:nvPr/>
            </p:nvSpPr>
            <p:spPr bwMode="auto">
              <a:xfrm>
                <a:off x="4618" y="3261"/>
                <a:ext cx="120" cy="98"/>
              </a:xfrm>
              <a:custGeom>
                <a:avLst/>
                <a:gdLst>
                  <a:gd name="T0" fmla="*/ 101 w 107"/>
                  <a:gd name="T1" fmla="*/ 85 h 88"/>
                  <a:gd name="T2" fmla="*/ 40 w 107"/>
                  <a:gd name="T3" fmla="*/ 12 h 88"/>
                  <a:gd name="T4" fmla="*/ 7 w 107"/>
                  <a:gd name="T5" fmla="*/ 22 h 88"/>
                  <a:gd name="T6" fmla="*/ 23 w 107"/>
                  <a:gd name="T7" fmla="*/ 46 h 88"/>
                  <a:gd name="T8" fmla="*/ 42 w 107"/>
                  <a:gd name="T9" fmla="*/ 66 h 88"/>
                  <a:gd name="T10" fmla="*/ 39 w 107"/>
                  <a:gd name="T11" fmla="*/ 70 h 88"/>
                  <a:gd name="T12" fmla="*/ 17 w 107"/>
                  <a:gd name="T13" fmla="*/ 47 h 88"/>
                  <a:gd name="T14" fmla="*/ 1 w 107"/>
                  <a:gd name="T15" fmla="*/ 20 h 88"/>
                  <a:gd name="T16" fmla="*/ 23 w 107"/>
                  <a:gd name="T17" fmla="*/ 2 h 88"/>
                  <a:gd name="T18" fmla="*/ 73 w 107"/>
                  <a:gd name="T19" fmla="*/ 30 h 88"/>
                  <a:gd name="T20" fmla="*/ 106 w 107"/>
                  <a:gd name="T21" fmla="*/ 83 h 88"/>
                  <a:gd name="T22" fmla="*/ 101 w 107"/>
                  <a:gd name="T23" fmla="*/ 8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88">
                    <a:moveTo>
                      <a:pt x="101" y="85"/>
                    </a:moveTo>
                    <a:cubicBezTo>
                      <a:pt x="91" y="54"/>
                      <a:pt x="70" y="27"/>
                      <a:pt x="40" y="12"/>
                    </a:cubicBezTo>
                    <a:cubicBezTo>
                      <a:pt x="29" y="7"/>
                      <a:pt x="2" y="0"/>
                      <a:pt x="7" y="22"/>
                    </a:cubicBezTo>
                    <a:cubicBezTo>
                      <a:pt x="9" y="31"/>
                      <a:pt x="17" y="39"/>
                      <a:pt x="23" y="46"/>
                    </a:cubicBezTo>
                    <a:cubicBezTo>
                      <a:pt x="29" y="53"/>
                      <a:pt x="35" y="60"/>
                      <a:pt x="42" y="66"/>
                    </a:cubicBezTo>
                    <a:cubicBezTo>
                      <a:pt x="45" y="69"/>
                      <a:pt x="41" y="72"/>
                      <a:pt x="39" y="70"/>
                    </a:cubicBezTo>
                    <a:cubicBezTo>
                      <a:pt x="31" y="64"/>
                      <a:pt x="23" y="55"/>
                      <a:pt x="17" y="47"/>
                    </a:cubicBezTo>
                    <a:cubicBezTo>
                      <a:pt x="10" y="40"/>
                      <a:pt x="3" y="30"/>
                      <a:pt x="1" y="20"/>
                    </a:cubicBezTo>
                    <a:cubicBezTo>
                      <a:pt x="0" y="7"/>
                      <a:pt x="10" y="0"/>
                      <a:pt x="23" y="2"/>
                    </a:cubicBezTo>
                    <a:cubicBezTo>
                      <a:pt x="42" y="4"/>
                      <a:pt x="60" y="16"/>
                      <a:pt x="73" y="30"/>
                    </a:cubicBezTo>
                    <a:cubicBezTo>
                      <a:pt x="89" y="44"/>
                      <a:pt x="100" y="63"/>
                      <a:pt x="106" y="83"/>
                    </a:cubicBezTo>
                    <a:cubicBezTo>
                      <a:pt x="107" y="87"/>
                      <a:pt x="102" y="88"/>
                      <a:pt x="101" y="85"/>
                    </a:cubicBezTo>
                    <a:close/>
                  </a:path>
                </a:pathLst>
              </a:custGeom>
              <a:solidFill>
                <a:srgbClr val="C71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0" name="Freeform 82"/>
              <p:cNvSpPr>
                <a:spLocks/>
              </p:cNvSpPr>
              <p:nvPr/>
            </p:nvSpPr>
            <p:spPr bwMode="auto">
              <a:xfrm>
                <a:off x="4980" y="1411"/>
                <a:ext cx="31" cy="48"/>
              </a:xfrm>
              <a:custGeom>
                <a:avLst/>
                <a:gdLst>
                  <a:gd name="T0" fmla="*/ 27 w 28"/>
                  <a:gd name="T1" fmla="*/ 18 h 43"/>
                  <a:gd name="T2" fmla="*/ 4 w 28"/>
                  <a:gd name="T3" fmla="*/ 42 h 43"/>
                  <a:gd name="T4" fmla="*/ 2 w 28"/>
                  <a:gd name="T5" fmla="*/ 41 h 43"/>
                  <a:gd name="T6" fmla="*/ 1 w 28"/>
                  <a:gd name="T7" fmla="*/ 30 h 43"/>
                  <a:gd name="T8" fmla="*/ 2 w 28"/>
                  <a:gd name="T9" fmla="*/ 25 h 43"/>
                  <a:gd name="T10" fmla="*/ 24 w 28"/>
                  <a:gd name="T11" fmla="*/ 1 h 43"/>
                  <a:gd name="T12" fmla="*/ 26 w 28"/>
                  <a:gd name="T13" fmla="*/ 2 h 43"/>
                  <a:gd name="T14" fmla="*/ 28 w 28"/>
                  <a:gd name="T15" fmla="*/ 14 h 43"/>
                  <a:gd name="T16" fmla="*/ 27 w 28"/>
                  <a:gd name="T17" fmla="*/ 1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43">
                    <a:moveTo>
                      <a:pt x="27" y="18"/>
                    </a:moveTo>
                    <a:cubicBezTo>
                      <a:pt x="4" y="42"/>
                      <a:pt x="4" y="42"/>
                      <a:pt x="4" y="42"/>
                    </a:cubicBezTo>
                    <a:cubicBezTo>
                      <a:pt x="4" y="43"/>
                      <a:pt x="3" y="43"/>
                      <a:pt x="2" y="41"/>
                    </a:cubicBezTo>
                    <a:cubicBezTo>
                      <a:pt x="1" y="30"/>
                      <a:pt x="1" y="30"/>
                      <a:pt x="1" y="30"/>
                    </a:cubicBezTo>
                    <a:cubicBezTo>
                      <a:pt x="0" y="28"/>
                      <a:pt x="1" y="26"/>
                      <a:pt x="2" y="25"/>
                    </a:cubicBezTo>
                    <a:cubicBezTo>
                      <a:pt x="24" y="1"/>
                      <a:pt x="24" y="1"/>
                      <a:pt x="24" y="1"/>
                    </a:cubicBezTo>
                    <a:cubicBezTo>
                      <a:pt x="25" y="0"/>
                      <a:pt x="26" y="1"/>
                      <a:pt x="26" y="2"/>
                    </a:cubicBezTo>
                    <a:cubicBezTo>
                      <a:pt x="28" y="14"/>
                      <a:pt x="28" y="14"/>
                      <a:pt x="28" y="14"/>
                    </a:cubicBezTo>
                    <a:cubicBezTo>
                      <a:pt x="28" y="16"/>
                      <a:pt x="27" y="18"/>
                      <a:pt x="27" y="18"/>
                    </a:cubicBezTo>
                    <a:close/>
                  </a:path>
                </a:pathLst>
              </a:custGeom>
              <a:solidFill>
                <a:srgbClr val="F693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1" name="Freeform 83"/>
              <p:cNvSpPr>
                <a:spLocks/>
              </p:cNvSpPr>
              <p:nvPr/>
            </p:nvSpPr>
            <p:spPr bwMode="auto">
              <a:xfrm>
                <a:off x="4956" y="1424"/>
                <a:ext cx="52" cy="54"/>
              </a:xfrm>
              <a:custGeom>
                <a:avLst/>
                <a:gdLst>
                  <a:gd name="T0" fmla="*/ 45 w 47"/>
                  <a:gd name="T1" fmla="*/ 14 h 48"/>
                  <a:gd name="T2" fmla="*/ 15 w 47"/>
                  <a:gd name="T3" fmla="*/ 47 h 48"/>
                  <a:gd name="T4" fmla="*/ 10 w 47"/>
                  <a:gd name="T5" fmla="*/ 47 h 48"/>
                  <a:gd name="T6" fmla="*/ 1 w 47"/>
                  <a:gd name="T7" fmla="*/ 39 h 48"/>
                  <a:gd name="T8" fmla="*/ 1 w 47"/>
                  <a:gd name="T9" fmla="*/ 34 h 48"/>
                  <a:gd name="T10" fmla="*/ 31 w 47"/>
                  <a:gd name="T11" fmla="*/ 1 h 48"/>
                  <a:gd name="T12" fmla="*/ 36 w 47"/>
                  <a:gd name="T13" fmla="*/ 1 h 48"/>
                  <a:gd name="T14" fmla="*/ 45 w 47"/>
                  <a:gd name="T15" fmla="*/ 9 h 48"/>
                  <a:gd name="T16" fmla="*/ 45 w 47"/>
                  <a:gd name="T17"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8">
                    <a:moveTo>
                      <a:pt x="45" y="14"/>
                    </a:moveTo>
                    <a:cubicBezTo>
                      <a:pt x="15" y="47"/>
                      <a:pt x="15" y="47"/>
                      <a:pt x="15" y="47"/>
                    </a:cubicBezTo>
                    <a:cubicBezTo>
                      <a:pt x="14" y="48"/>
                      <a:pt x="12" y="48"/>
                      <a:pt x="10" y="47"/>
                    </a:cubicBezTo>
                    <a:cubicBezTo>
                      <a:pt x="1" y="39"/>
                      <a:pt x="1" y="39"/>
                      <a:pt x="1" y="39"/>
                    </a:cubicBezTo>
                    <a:cubicBezTo>
                      <a:pt x="0" y="37"/>
                      <a:pt x="0" y="35"/>
                      <a:pt x="1" y="34"/>
                    </a:cubicBezTo>
                    <a:cubicBezTo>
                      <a:pt x="31" y="1"/>
                      <a:pt x="31" y="1"/>
                      <a:pt x="31" y="1"/>
                    </a:cubicBezTo>
                    <a:cubicBezTo>
                      <a:pt x="33" y="0"/>
                      <a:pt x="35" y="0"/>
                      <a:pt x="36" y="1"/>
                    </a:cubicBezTo>
                    <a:cubicBezTo>
                      <a:pt x="45" y="9"/>
                      <a:pt x="45" y="9"/>
                      <a:pt x="45" y="9"/>
                    </a:cubicBezTo>
                    <a:cubicBezTo>
                      <a:pt x="46" y="11"/>
                      <a:pt x="47" y="13"/>
                      <a:pt x="45"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2" name="Freeform 84"/>
              <p:cNvSpPr>
                <a:spLocks/>
              </p:cNvSpPr>
              <p:nvPr/>
            </p:nvSpPr>
            <p:spPr bwMode="auto">
              <a:xfrm>
                <a:off x="4843" y="1429"/>
                <a:ext cx="162" cy="170"/>
              </a:xfrm>
              <a:custGeom>
                <a:avLst/>
                <a:gdLst>
                  <a:gd name="T0" fmla="*/ 139 w 145"/>
                  <a:gd name="T1" fmla="*/ 38 h 152"/>
                  <a:gd name="T2" fmla="*/ 36 w 145"/>
                  <a:gd name="T3" fmla="*/ 148 h 152"/>
                  <a:gd name="T4" fmla="*/ 26 w 145"/>
                  <a:gd name="T5" fmla="*/ 149 h 152"/>
                  <a:gd name="T6" fmla="*/ 3 w 145"/>
                  <a:gd name="T7" fmla="*/ 128 h 152"/>
                  <a:gd name="T8" fmla="*/ 3 w 145"/>
                  <a:gd name="T9" fmla="*/ 117 h 152"/>
                  <a:gd name="T10" fmla="*/ 105 w 145"/>
                  <a:gd name="T11" fmla="*/ 7 h 152"/>
                  <a:gd name="T12" fmla="*/ 124 w 145"/>
                  <a:gd name="T13" fmla="*/ 5 h 152"/>
                  <a:gd name="T14" fmla="*/ 139 w 145"/>
                  <a:gd name="T15" fmla="*/ 19 h 152"/>
                  <a:gd name="T16" fmla="*/ 139 w 145"/>
                  <a:gd name="T17" fmla="*/ 3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52">
                    <a:moveTo>
                      <a:pt x="139" y="38"/>
                    </a:moveTo>
                    <a:cubicBezTo>
                      <a:pt x="36" y="148"/>
                      <a:pt x="36" y="148"/>
                      <a:pt x="36" y="148"/>
                    </a:cubicBezTo>
                    <a:cubicBezTo>
                      <a:pt x="34" y="152"/>
                      <a:pt x="29" y="152"/>
                      <a:pt x="26" y="149"/>
                    </a:cubicBezTo>
                    <a:cubicBezTo>
                      <a:pt x="3" y="128"/>
                      <a:pt x="3" y="128"/>
                      <a:pt x="3" y="128"/>
                    </a:cubicBezTo>
                    <a:cubicBezTo>
                      <a:pt x="0" y="125"/>
                      <a:pt x="0" y="121"/>
                      <a:pt x="3" y="117"/>
                    </a:cubicBezTo>
                    <a:cubicBezTo>
                      <a:pt x="105" y="7"/>
                      <a:pt x="105" y="7"/>
                      <a:pt x="105" y="7"/>
                    </a:cubicBezTo>
                    <a:cubicBezTo>
                      <a:pt x="111" y="0"/>
                      <a:pt x="122" y="3"/>
                      <a:pt x="124" y="5"/>
                    </a:cubicBezTo>
                    <a:cubicBezTo>
                      <a:pt x="139" y="19"/>
                      <a:pt x="139" y="19"/>
                      <a:pt x="139" y="19"/>
                    </a:cubicBezTo>
                    <a:cubicBezTo>
                      <a:pt x="141" y="20"/>
                      <a:pt x="145" y="31"/>
                      <a:pt x="139"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3" name="Freeform 85"/>
              <p:cNvSpPr>
                <a:spLocks/>
              </p:cNvSpPr>
              <p:nvPr/>
            </p:nvSpPr>
            <p:spPr bwMode="auto">
              <a:xfrm>
                <a:off x="4843" y="1433"/>
                <a:ext cx="157" cy="165"/>
              </a:xfrm>
              <a:custGeom>
                <a:avLst/>
                <a:gdLst>
                  <a:gd name="T0" fmla="*/ 139 w 141"/>
                  <a:gd name="T1" fmla="*/ 42 h 147"/>
                  <a:gd name="T2" fmla="*/ 45 w 141"/>
                  <a:gd name="T3" fmla="*/ 145 h 147"/>
                  <a:gd name="T4" fmla="*/ 37 w 141"/>
                  <a:gd name="T5" fmla="*/ 145 h 147"/>
                  <a:gd name="T6" fmla="*/ 2 w 141"/>
                  <a:gd name="T7" fmla="*/ 113 h 147"/>
                  <a:gd name="T8" fmla="*/ 2 w 141"/>
                  <a:gd name="T9" fmla="*/ 105 h 147"/>
                  <a:gd name="T10" fmla="*/ 97 w 141"/>
                  <a:gd name="T11" fmla="*/ 3 h 147"/>
                  <a:gd name="T12" fmla="*/ 105 w 141"/>
                  <a:gd name="T13" fmla="*/ 2 h 147"/>
                  <a:gd name="T14" fmla="*/ 139 w 141"/>
                  <a:gd name="T15" fmla="*/ 34 h 147"/>
                  <a:gd name="T16" fmla="*/ 139 w 141"/>
                  <a:gd name="T17" fmla="*/ 4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47">
                    <a:moveTo>
                      <a:pt x="139" y="42"/>
                    </a:moveTo>
                    <a:cubicBezTo>
                      <a:pt x="45" y="145"/>
                      <a:pt x="45" y="145"/>
                      <a:pt x="45" y="145"/>
                    </a:cubicBezTo>
                    <a:cubicBezTo>
                      <a:pt x="43" y="147"/>
                      <a:pt x="39" y="147"/>
                      <a:pt x="37" y="145"/>
                    </a:cubicBezTo>
                    <a:cubicBezTo>
                      <a:pt x="2" y="113"/>
                      <a:pt x="2" y="113"/>
                      <a:pt x="2" y="113"/>
                    </a:cubicBezTo>
                    <a:cubicBezTo>
                      <a:pt x="0" y="111"/>
                      <a:pt x="0" y="108"/>
                      <a:pt x="2" y="105"/>
                    </a:cubicBezTo>
                    <a:cubicBezTo>
                      <a:pt x="97" y="3"/>
                      <a:pt x="97" y="3"/>
                      <a:pt x="97" y="3"/>
                    </a:cubicBezTo>
                    <a:cubicBezTo>
                      <a:pt x="99" y="0"/>
                      <a:pt x="103" y="0"/>
                      <a:pt x="105" y="2"/>
                    </a:cubicBezTo>
                    <a:cubicBezTo>
                      <a:pt x="139" y="34"/>
                      <a:pt x="139" y="34"/>
                      <a:pt x="139" y="34"/>
                    </a:cubicBezTo>
                    <a:cubicBezTo>
                      <a:pt x="141" y="36"/>
                      <a:pt x="141" y="40"/>
                      <a:pt x="139" y="42"/>
                    </a:cubicBezTo>
                    <a:close/>
                  </a:path>
                </a:pathLst>
              </a:custGeom>
              <a:solidFill>
                <a:srgbClr val="FBD4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4" name="Freeform 86"/>
              <p:cNvSpPr>
                <a:spLocks/>
              </p:cNvSpPr>
              <p:nvPr/>
            </p:nvSpPr>
            <p:spPr bwMode="auto">
              <a:xfrm>
                <a:off x="4847" y="1438"/>
                <a:ext cx="150" cy="155"/>
              </a:xfrm>
              <a:custGeom>
                <a:avLst/>
                <a:gdLst>
                  <a:gd name="T0" fmla="*/ 150 w 150"/>
                  <a:gd name="T1" fmla="*/ 45 h 155"/>
                  <a:gd name="T2" fmla="*/ 47 w 150"/>
                  <a:gd name="T3" fmla="*/ 155 h 155"/>
                  <a:gd name="T4" fmla="*/ 0 w 150"/>
                  <a:gd name="T5" fmla="*/ 112 h 155"/>
                  <a:gd name="T6" fmla="*/ 102 w 150"/>
                  <a:gd name="T7" fmla="*/ 0 h 155"/>
                  <a:gd name="T8" fmla="*/ 150 w 150"/>
                  <a:gd name="T9" fmla="*/ 45 h 155"/>
                </a:gdLst>
                <a:ahLst/>
                <a:cxnLst>
                  <a:cxn ang="0">
                    <a:pos x="T0" y="T1"/>
                  </a:cxn>
                  <a:cxn ang="0">
                    <a:pos x="T2" y="T3"/>
                  </a:cxn>
                  <a:cxn ang="0">
                    <a:pos x="T4" y="T5"/>
                  </a:cxn>
                  <a:cxn ang="0">
                    <a:pos x="T6" y="T7"/>
                  </a:cxn>
                  <a:cxn ang="0">
                    <a:pos x="T8" y="T9"/>
                  </a:cxn>
                </a:cxnLst>
                <a:rect l="0" t="0" r="r" b="b"/>
                <a:pathLst>
                  <a:path w="150" h="155">
                    <a:moveTo>
                      <a:pt x="150" y="45"/>
                    </a:moveTo>
                    <a:lnTo>
                      <a:pt x="47" y="155"/>
                    </a:lnTo>
                    <a:lnTo>
                      <a:pt x="0" y="112"/>
                    </a:lnTo>
                    <a:lnTo>
                      <a:pt x="102" y="0"/>
                    </a:lnTo>
                    <a:lnTo>
                      <a:pt x="150" y="45"/>
                    </a:lnTo>
                    <a:close/>
                  </a:path>
                </a:pathLst>
              </a:custGeom>
              <a:solidFill>
                <a:srgbClr val="F693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5" name="Freeform 87"/>
              <p:cNvSpPr>
                <a:spLocks/>
              </p:cNvSpPr>
              <p:nvPr/>
            </p:nvSpPr>
            <p:spPr bwMode="auto">
              <a:xfrm>
                <a:off x="5000" y="1335"/>
                <a:ext cx="92" cy="92"/>
              </a:xfrm>
              <a:custGeom>
                <a:avLst/>
                <a:gdLst>
                  <a:gd name="T0" fmla="*/ 80 w 82"/>
                  <a:gd name="T1" fmla="*/ 42 h 82"/>
                  <a:gd name="T2" fmla="*/ 44 w 82"/>
                  <a:gd name="T3" fmla="*/ 80 h 82"/>
                  <a:gd name="T4" fmla="*/ 37 w 82"/>
                  <a:gd name="T5" fmla="*/ 80 h 82"/>
                  <a:gd name="T6" fmla="*/ 2 w 82"/>
                  <a:gd name="T7" fmla="*/ 49 h 82"/>
                  <a:gd name="T8" fmla="*/ 2 w 82"/>
                  <a:gd name="T9" fmla="*/ 41 h 82"/>
                  <a:gd name="T10" fmla="*/ 37 w 82"/>
                  <a:gd name="T11" fmla="*/ 3 h 82"/>
                  <a:gd name="T12" fmla="*/ 45 w 82"/>
                  <a:gd name="T13" fmla="*/ 2 h 82"/>
                  <a:gd name="T14" fmla="*/ 79 w 82"/>
                  <a:gd name="T15" fmla="*/ 34 h 82"/>
                  <a:gd name="T16" fmla="*/ 80 w 82"/>
                  <a:gd name="T17" fmla="*/ 4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82">
                    <a:moveTo>
                      <a:pt x="80" y="42"/>
                    </a:moveTo>
                    <a:cubicBezTo>
                      <a:pt x="44" y="80"/>
                      <a:pt x="44" y="80"/>
                      <a:pt x="44" y="80"/>
                    </a:cubicBezTo>
                    <a:cubicBezTo>
                      <a:pt x="42" y="82"/>
                      <a:pt x="39" y="82"/>
                      <a:pt x="37" y="80"/>
                    </a:cubicBezTo>
                    <a:cubicBezTo>
                      <a:pt x="2" y="49"/>
                      <a:pt x="2" y="49"/>
                      <a:pt x="2" y="49"/>
                    </a:cubicBezTo>
                    <a:cubicBezTo>
                      <a:pt x="0" y="46"/>
                      <a:pt x="0" y="43"/>
                      <a:pt x="2" y="41"/>
                    </a:cubicBezTo>
                    <a:cubicBezTo>
                      <a:pt x="37" y="3"/>
                      <a:pt x="37" y="3"/>
                      <a:pt x="37" y="3"/>
                    </a:cubicBezTo>
                    <a:cubicBezTo>
                      <a:pt x="39" y="1"/>
                      <a:pt x="43" y="0"/>
                      <a:pt x="45" y="2"/>
                    </a:cubicBezTo>
                    <a:cubicBezTo>
                      <a:pt x="79" y="34"/>
                      <a:pt x="79" y="34"/>
                      <a:pt x="79" y="34"/>
                    </a:cubicBezTo>
                    <a:cubicBezTo>
                      <a:pt x="82" y="36"/>
                      <a:pt x="82" y="40"/>
                      <a:pt x="80" y="42"/>
                    </a:cubicBezTo>
                    <a:close/>
                  </a:path>
                </a:pathLst>
              </a:custGeom>
              <a:solidFill>
                <a:srgbClr val="FBD4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6" name="Freeform 88"/>
              <p:cNvSpPr>
                <a:spLocks/>
              </p:cNvSpPr>
              <p:nvPr/>
            </p:nvSpPr>
            <p:spPr bwMode="auto">
              <a:xfrm>
                <a:off x="5011" y="1335"/>
                <a:ext cx="80" cy="81"/>
              </a:xfrm>
              <a:custGeom>
                <a:avLst/>
                <a:gdLst>
                  <a:gd name="T0" fmla="*/ 36 w 71"/>
                  <a:gd name="T1" fmla="*/ 70 h 72"/>
                  <a:gd name="T2" fmla="*/ 70 w 71"/>
                  <a:gd name="T3" fmla="*/ 34 h 72"/>
                  <a:gd name="T4" fmla="*/ 69 w 71"/>
                  <a:gd name="T5" fmla="*/ 28 h 72"/>
                  <a:gd name="T6" fmla="*/ 42 w 71"/>
                  <a:gd name="T7" fmla="*/ 2 h 72"/>
                  <a:gd name="T8" fmla="*/ 35 w 71"/>
                  <a:gd name="T9" fmla="*/ 2 h 72"/>
                  <a:gd name="T10" fmla="*/ 2 w 71"/>
                  <a:gd name="T11" fmla="*/ 39 h 72"/>
                  <a:gd name="T12" fmla="*/ 2 w 71"/>
                  <a:gd name="T13" fmla="*/ 45 h 72"/>
                  <a:gd name="T14" fmla="*/ 30 w 71"/>
                  <a:gd name="T15" fmla="*/ 71 h 72"/>
                  <a:gd name="T16" fmla="*/ 36 w 71"/>
                  <a:gd name="T17"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72">
                    <a:moveTo>
                      <a:pt x="36" y="70"/>
                    </a:moveTo>
                    <a:cubicBezTo>
                      <a:pt x="70" y="34"/>
                      <a:pt x="70" y="34"/>
                      <a:pt x="70" y="34"/>
                    </a:cubicBezTo>
                    <a:cubicBezTo>
                      <a:pt x="71" y="32"/>
                      <a:pt x="71" y="29"/>
                      <a:pt x="69" y="28"/>
                    </a:cubicBezTo>
                    <a:cubicBezTo>
                      <a:pt x="42" y="2"/>
                      <a:pt x="42" y="2"/>
                      <a:pt x="42" y="2"/>
                    </a:cubicBezTo>
                    <a:cubicBezTo>
                      <a:pt x="40" y="0"/>
                      <a:pt x="37" y="1"/>
                      <a:pt x="35" y="2"/>
                    </a:cubicBezTo>
                    <a:cubicBezTo>
                      <a:pt x="2" y="39"/>
                      <a:pt x="2" y="39"/>
                      <a:pt x="2" y="39"/>
                    </a:cubicBezTo>
                    <a:cubicBezTo>
                      <a:pt x="0" y="41"/>
                      <a:pt x="0" y="43"/>
                      <a:pt x="2" y="45"/>
                    </a:cubicBezTo>
                    <a:cubicBezTo>
                      <a:pt x="30" y="71"/>
                      <a:pt x="30" y="71"/>
                      <a:pt x="30" y="71"/>
                    </a:cubicBezTo>
                    <a:cubicBezTo>
                      <a:pt x="31" y="72"/>
                      <a:pt x="34" y="72"/>
                      <a:pt x="36" y="70"/>
                    </a:cubicBezTo>
                    <a:close/>
                  </a:path>
                </a:pathLst>
              </a:custGeom>
              <a:solidFill>
                <a:srgbClr val="F693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7" name="Freeform 89"/>
              <p:cNvSpPr>
                <a:spLocks/>
              </p:cNvSpPr>
              <p:nvPr/>
            </p:nvSpPr>
            <p:spPr bwMode="auto">
              <a:xfrm>
                <a:off x="5111" y="1506"/>
                <a:ext cx="33" cy="42"/>
              </a:xfrm>
              <a:custGeom>
                <a:avLst/>
                <a:gdLst>
                  <a:gd name="T0" fmla="*/ 28 w 30"/>
                  <a:gd name="T1" fmla="*/ 18 h 38"/>
                  <a:gd name="T2" fmla="*/ 1 w 30"/>
                  <a:gd name="T3" fmla="*/ 37 h 38"/>
                  <a:gd name="T4" fmla="*/ 0 w 30"/>
                  <a:gd name="T5" fmla="*/ 36 h 38"/>
                  <a:gd name="T6" fmla="*/ 0 w 30"/>
                  <a:gd name="T7" fmla="*/ 24 h 38"/>
                  <a:gd name="T8" fmla="*/ 2 w 30"/>
                  <a:gd name="T9" fmla="*/ 20 h 38"/>
                  <a:gd name="T10" fmla="*/ 29 w 30"/>
                  <a:gd name="T11" fmla="*/ 1 h 38"/>
                  <a:gd name="T12" fmla="*/ 30 w 30"/>
                  <a:gd name="T13" fmla="*/ 2 h 38"/>
                  <a:gd name="T14" fmla="*/ 30 w 30"/>
                  <a:gd name="T15" fmla="*/ 14 h 38"/>
                  <a:gd name="T16" fmla="*/ 28 w 30"/>
                  <a:gd name="T17"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8">
                    <a:moveTo>
                      <a:pt x="28" y="18"/>
                    </a:moveTo>
                    <a:cubicBezTo>
                      <a:pt x="1" y="37"/>
                      <a:pt x="1" y="37"/>
                      <a:pt x="1" y="37"/>
                    </a:cubicBezTo>
                    <a:cubicBezTo>
                      <a:pt x="0" y="38"/>
                      <a:pt x="0" y="37"/>
                      <a:pt x="0" y="36"/>
                    </a:cubicBezTo>
                    <a:cubicBezTo>
                      <a:pt x="0" y="24"/>
                      <a:pt x="0" y="24"/>
                      <a:pt x="0" y="24"/>
                    </a:cubicBezTo>
                    <a:cubicBezTo>
                      <a:pt x="0" y="22"/>
                      <a:pt x="1" y="20"/>
                      <a:pt x="2" y="20"/>
                    </a:cubicBezTo>
                    <a:cubicBezTo>
                      <a:pt x="29" y="1"/>
                      <a:pt x="29" y="1"/>
                      <a:pt x="29" y="1"/>
                    </a:cubicBezTo>
                    <a:cubicBezTo>
                      <a:pt x="30" y="0"/>
                      <a:pt x="30" y="1"/>
                      <a:pt x="30" y="2"/>
                    </a:cubicBezTo>
                    <a:cubicBezTo>
                      <a:pt x="30" y="14"/>
                      <a:pt x="30" y="14"/>
                      <a:pt x="30" y="14"/>
                    </a:cubicBezTo>
                    <a:cubicBezTo>
                      <a:pt x="30" y="15"/>
                      <a:pt x="29" y="17"/>
                      <a:pt x="28" y="18"/>
                    </a:cubicBezTo>
                    <a:close/>
                  </a:path>
                </a:pathLst>
              </a:custGeom>
              <a:solidFill>
                <a:srgbClr val="BD1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8" name="Freeform 90"/>
              <p:cNvSpPr>
                <a:spLocks/>
              </p:cNvSpPr>
              <p:nvPr/>
            </p:nvSpPr>
            <p:spPr bwMode="auto">
              <a:xfrm>
                <a:off x="5082" y="1515"/>
                <a:ext cx="57" cy="49"/>
              </a:xfrm>
              <a:custGeom>
                <a:avLst/>
                <a:gdLst>
                  <a:gd name="T0" fmla="*/ 49 w 51"/>
                  <a:gd name="T1" fmla="*/ 17 h 44"/>
                  <a:gd name="T2" fmla="*/ 13 w 51"/>
                  <a:gd name="T3" fmla="*/ 43 h 44"/>
                  <a:gd name="T4" fmla="*/ 8 w 51"/>
                  <a:gd name="T5" fmla="*/ 42 h 44"/>
                  <a:gd name="T6" fmla="*/ 1 w 51"/>
                  <a:gd name="T7" fmla="*/ 32 h 44"/>
                  <a:gd name="T8" fmla="*/ 2 w 51"/>
                  <a:gd name="T9" fmla="*/ 28 h 44"/>
                  <a:gd name="T10" fmla="*/ 38 w 51"/>
                  <a:gd name="T11" fmla="*/ 1 h 44"/>
                  <a:gd name="T12" fmla="*/ 42 w 51"/>
                  <a:gd name="T13" fmla="*/ 2 h 44"/>
                  <a:gd name="T14" fmla="*/ 50 w 51"/>
                  <a:gd name="T15" fmla="*/ 12 h 44"/>
                  <a:gd name="T16" fmla="*/ 49 w 51"/>
                  <a:gd name="T17" fmla="*/ 1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44">
                    <a:moveTo>
                      <a:pt x="49" y="17"/>
                    </a:moveTo>
                    <a:cubicBezTo>
                      <a:pt x="13" y="43"/>
                      <a:pt x="13" y="43"/>
                      <a:pt x="13" y="43"/>
                    </a:cubicBezTo>
                    <a:cubicBezTo>
                      <a:pt x="11" y="44"/>
                      <a:pt x="9" y="44"/>
                      <a:pt x="8" y="42"/>
                    </a:cubicBezTo>
                    <a:cubicBezTo>
                      <a:pt x="1" y="32"/>
                      <a:pt x="1" y="32"/>
                      <a:pt x="1" y="32"/>
                    </a:cubicBezTo>
                    <a:cubicBezTo>
                      <a:pt x="0" y="31"/>
                      <a:pt x="0" y="29"/>
                      <a:pt x="2" y="28"/>
                    </a:cubicBezTo>
                    <a:cubicBezTo>
                      <a:pt x="38" y="1"/>
                      <a:pt x="38" y="1"/>
                      <a:pt x="38" y="1"/>
                    </a:cubicBezTo>
                    <a:cubicBezTo>
                      <a:pt x="39" y="0"/>
                      <a:pt x="41" y="1"/>
                      <a:pt x="42" y="2"/>
                    </a:cubicBezTo>
                    <a:cubicBezTo>
                      <a:pt x="50" y="12"/>
                      <a:pt x="50" y="12"/>
                      <a:pt x="50" y="12"/>
                    </a:cubicBezTo>
                    <a:cubicBezTo>
                      <a:pt x="51" y="14"/>
                      <a:pt x="51" y="16"/>
                      <a:pt x="49"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9" name="Freeform 91"/>
              <p:cNvSpPr>
                <a:spLocks/>
              </p:cNvSpPr>
              <p:nvPr/>
            </p:nvSpPr>
            <p:spPr bwMode="auto">
              <a:xfrm>
                <a:off x="4951" y="1515"/>
                <a:ext cx="179" cy="148"/>
              </a:xfrm>
              <a:custGeom>
                <a:avLst/>
                <a:gdLst>
                  <a:gd name="T0" fmla="*/ 153 w 160"/>
                  <a:gd name="T1" fmla="*/ 43 h 133"/>
                  <a:gd name="T2" fmla="*/ 31 w 160"/>
                  <a:gd name="T3" fmla="*/ 131 h 133"/>
                  <a:gd name="T4" fmla="*/ 20 w 160"/>
                  <a:gd name="T5" fmla="*/ 129 h 133"/>
                  <a:gd name="T6" fmla="*/ 3 w 160"/>
                  <a:gd name="T7" fmla="*/ 104 h 133"/>
                  <a:gd name="T8" fmla="*/ 4 w 160"/>
                  <a:gd name="T9" fmla="*/ 94 h 133"/>
                  <a:gd name="T10" fmla="*/ 126 w 160"/>
                  <a:gd name="T11" fmla="*/ 6 h 133"/>
                  <a:gd name="T12" fmla="*/ 146 w 160"/>
                  <a:gd name="T13" fmla="*/ 7 h 133"/>
                  <a:gd name="T14" fmla="*/ 157 w 160"/>
                  <a:gd name="T15" fmla="*/ 24 h 133"/>
                  <a:gd name="T16" fmla="*/ 153 w 160"/>
                  <a:gd name="T17" fmla="*/ 4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133">
                    <a:moveTo>
                      <a:pt x="153" y="43"/>
                    </a:moveTo>
                    <a:cubicBezTo>
                      <a:pt x="31" y="131"/>
                      <a:pt x="31" y="131"/>
                      <a:pt x="31" y="131"/>
                    </a:cubicBezTo>
                    <a:cubicBezTo>
                      <a:pt x="28" y="133"/>
                      <a:pt x="23" y="132"/>
                      <a:pt x="20" y="129"/>
                    </a:cubicBezTo>
                    <a:cubicBezTo>
                      <a:pt x="3" y="104"/>
                      <a:pt x="3" y="104"/>
                      <a:pt x="3" y="104"/>
                    </a:cubicBezTo>
                    <a:cubicBezTo>
                      <a:pt x="0" y="101"/>
                      <a:pt x="1" y="96"/>
                      <a:pt x="4" y="94"/>
                    </a:cubicBezTo>
                    <a:cubicBezTo>
                      <a:pt x="126" y="6"/>
                      <a:pt x="126" y="6"/>
                      <a:pt x="126" y="6"/>
                    </a:cubicBezTo>
                    <a:cubicBezTo>
                      <a:pt x="133" y="0"/>
                      <a:pt x="144" y="5"/>
                      <a:pt x="146" y="7"/>
                    </a:cubicBezTo>
                    <a:cubicBezTo>
                      <a:pt x="157" y="24"/>
                      <a:pt x="157" y="24"/>
                      <a:pt x="157" y="24"/>
                    </a:cubicBezTo>
                    <a:cubicBezTo>
                      <a:pt x="159" y="26"/>
                      <a:pt x="160" y="37"/>
                      <a:pt x="153"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0" name="Freeform 92"/>
              <p:cNvSpPr>
                <a:spLocks/>
              </p:cNvSpPr>
              <p:nvPr/>
            </p:nvSpPr>
            <p:spPr bwMode="auto">
              <a:xfrm>
                <a:off x="4953" y="1517"/>
                <a:ext cx="171" cy="148"/>
              </a:xfrm>
              <a:custGeom>
                <a:avLst/>
                <a:gdLst>
                  <a:gd name="T0" fmla="*/ 150 w 153"/>
                  <a:gd name="T1" fmla="*/ 49 h 132"/>
                  <a:gd name="T2" fmla="*/ 37 w 153"/>
                  <a:gd name="T3" fmla="*/ 130 h 132"/>
                  <a:gd name="T4" fmla="*/ 29 w 153"/>
                  <a:gd name="T5" fmla="*/ 129 h 132"/>
                  <a:gd name="T6" fmla="*/ 2 w 153"/>
                  <a:gd name="T7" fmla="*/ 91 h 132"/>
                  <a:gd name="T8" fmla="*/ 3 w 153"/>
                  <a:gd name="T9" fmla="*/ 84 h 132"/>
                  <a:gd name="T10" fmla="*/ 117 w 153"/>
                  <a:gd name="T11" fmla="*/ 2 h 132"/>
                  <a:gd name="T12" fmla="*/ 124 w 153"/>
                  <a:gd name="T13" fmla="*/ 3 h 132"/>
                  <a:gd name="T14" fmla="*/ 152 w 153"/>
                  <a:gd name="T15" fmla="*/ 41 h 132"/>
                  <a:gd name="T16" fmla="*/ 150 w 153"/>
                  <a:gd name="T17" fmla="*/ 4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32">
                    <a:moveTo>
                      <a:pt x="150" y="49"/>
                    </a:moveTo>
                    <a:cubicBezTo>
                      <a:pt x="37" y="130"/>
                      <a:pt x="37" y="130"/>
                      <a:pt x="37" y="130"/>
                    </a:cubicBezTo>
                    <a:cubicBezTo>
                      <a:pt x="35" y="132"/>
                      <a:pt x="31" y="132"/>
                      <a:pt x="29" y="129"/>
                    </a:cubicBezTo>
                    <a:cubicBezTo>
                      <a:pt x="2" y="91"/>
                      <a:pt x="2" y="91"/>
                      <a:pt x="2" y="91"/>
                    </a:cubicBezTo>
                    <a:cubicBezTo>
                      <a:pt x="0" y="89"/>
                      <a:pt x="1" y="85"/>
                      <a:pt x="3" y="84"/>
                    </a:cubicBezTo>
                    <a:cubicBezTo>
                      <a:pt x="117" y="2"/>
                      <a:pt x="117" y="2"/>
                      <a:pt x="117" y="2"/>
                    </a:cubicBezTo>
                    <a:cubicBezTo>
                      <a:pt x="119" y="0"/>
                      <a:pt x="122" y="1"/>
                      <a:pt x="124" y="3"/>
                    </a:cubicBezTo>
                    <a:cubicBezTo>
                      <a:pt x="152" y="41"/>
                      <a:pt x="152" y="41"/>
                      <a:pt x="152" y="41"/>
                    </a:cubicBezTo>
                    <a:cubicBezTo>
                      <a:pt x="153" y="43"/>
                      <a:pt x="153" y="47"/>
                      <a:pt x="150" y="49"/>
                    </a:cubicBezTo>
                    <a:close/>
                  </a:path>
                </a:pathLst>
              </a:custGeom>
              <a:solidFill>
                <a:srgbClr val="F48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1" name="Freeform 93"/>
              <p:cNvSpPr>
                <a:spLocks/>
              </p:cNvSpPr>
              <p:nvPr/>
            </p:nvSpPr>
            <p:spPr bwMode="auto">
              <a:xfrm>
                <a:off x="4959" y="1521"/>
                <a:ext cx="160" cy="140"/>
              </a:xfrm>
              <a:custGeom>
                <a:avLst/>
                <a:gdLst>
                  <a:gd name="T0" fmla="*/ 160 w 160"/>
                  <a:gd name="T1" fmla="*/ 52 h 140"/>
                  <a:gd name="T2" fmla="*/ 38 w 160"/>
                  <a:gd name="T3" fmla="*/ 140 h 140"/>
                  <a:gd name="T4" fmla="*/ 0 w 160"/>
                  <a:gd name="T5" fmla="*/ 88 h 140"/>
                  <a:gd name="T6" fmla="*/ 123 w 160"/>
                  <a:gd name="T7" fmla="*/ 0 h 140"/>
                  <a:gd name="T8" fmla="*/ 160 w 160"/>
                  <a:gd name="T9" fmla="*/ 52 h 140"/>
                </a:gdLst>
                <a:ahLst/>
                <a:cxnLst>
                  <a:cxn ang="0">
                    <a:pos x="T0" y="T1"/>
                  </a:cxn>
                  <a:cxn ang="0">
                    <a:pos x="T2" y="T3"/>
                  </a:cxn>
                  <a:cxn ang="0">
                    <a:pos x="T4" y="T5"/>
                  </a:cxn>
                  <a:cxn ang="0">
                    <a:pos x="T6" y="T7"/>
                  </a:cxn>
                  <a:cxn ang="0">
                    <a:pos x="T8" y="T9"/>
                  </a:cxn>
                </a:cxnLst>
                <a:rect l="0" t="0" r="r" b="b"/>
                <a:pathLst>
                  <a:path w="160" h="140">
                    <a:moveTo>
                      <a:pt x="160" y="52"/>
                    </a:moveTo>
                    <a:lnTo>
                      <a:pt x="38" y="140"/>
                    </a:lnTo>
                    <a:lnTo>
                      <a:pt x="0" y="88"/>
                    </a:lnTo>
                    <a:lnTo>
                      <a:pt x="123" y="0"/>
                    </a:lnTo>
                    <a:lnTo>
                      <a:pt x="160" y="52"/>
                    </a:lnTo>
                    <a:close/>
                  </a:path>
                </a:pathLst>
              </a:custGeom>
              <a:solidFill>
                <a:srgbClr val="BD1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2" name="Freeform 94"/>
              <p:cNvSpPr>
                <a:spLocks/>
              </p:cNvSpPr>
              <p:nvPr/>
            </p:nvSpPr>
            <p:spPr bwMode="auto">
              <a:xfrm>
                <a:off x="5142" y="1439"/>
                <a:ext cx="91" cy="90"/>
              </a:xfrm>
              <a:custGeom>
                <a:avLst/>
                <a:gdLst>
                  <a:gd name="T0" fmla="*/ 78 w 81"/>
                  <a:gd name="T1" fmla="*/ 48 h 81"/>
                  <a:gd name="T2" fmla="*/ 36 w 81"/>
                  <a:gd name="T3" fmla="*/ 79 h 81"/>
                  <a:gd name="T4" fmla="*/ 29 w 81"/>
                  <a:gd name="T5" fmla="*/ 78 h 81"/>
                  <a:gd name="T6" fmla="*/ 1 w 81"/>
                  <a:gd name="T7" fmla="*/ 40 h 81"/>
                  <a:gd name="T8" fmla="*/ 2 w 81"/>
                  <a:gd name="T9" fmla="*/ 32 h 81"/>
                  <a:gd name="T10" fmla="*/ 45 w 81"/>
                  <a:gd name="T11" fmla="*/ 2 h 81"/>
                  <a:gd name="T12" fmla="*/ 52 w 81"/>
                  <a:gd name="T13" fmla="*/ 3 h 81"/>
                  <a:gd name="T14" fmla="*/ 80 w 81"/>
                  <a:gd name="T15" fmla="*/ 41 h 81"/>
                  <a:gd name="T16" fmla="*/ 78 w 81"/>
                  <a:gd name="T17" fmla="*/ 4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81">
                    <a:moveTo>
                      <a:pt x="78" y="48"/>
                    </a:moveTo>
                    <a:cubicBezTo>
                      <a:pt x="36" y="79"/>
                      <a:pt x="36" y="79"/>
                      <a:pt x="36" y="79"/>
                    </a:cubicBezTo>
                    <a:cubicBezTo>
                      <a:pt x="34" y="81"/>
                      <a:pt x="30" y="80"/>
                      <a:pt x="29" y="78"/>
                    </a:cubicBezTo>
                    <a:cubicBezTo>
                      <a:pt x="1" y="40"/>
                      <a:pt x="1" y="40"/>
                      <a:pt x="1" y="40"/>
                    </a:cubicBezTo>
                    <a:cubicBezTo>
                      <a:pt x="0" y="37"/>
                      <a:pt x="0" y="34"/>
                      <a:pt x="2" y="32"/>
                    </a:cubicBezTo>
                    <a:cubicBezTo>
                      <a:pt x="45" y="2"/>
                      <a:pt x="45" y="2"/>
                      <a:pt x="45" y="2"/>
                    </a:cubicBezTo>
                    <a:cubicBezTo>
                      <a:pt x="47" y="0"/>
                      <a:pt x="50" y="0"/>
                      <a:pt x="52" y="3"/>
                    </a:cubicBezTo>
                    <a:cubicBezTo>
                      <a:pt x="80" y="41"/>
                      <a:pt x="80" y="41"/>
                      <a:pt x="80" y="41"/>
                    </a:cubicBezTo>
                    <a:cubicBezTo>
                      <a:pt x="81" y="43"/>
                      <a:pt x="81" y="47"/>
                      <a:pt x="78" y="48"/>
                    </a:cubicBezTo>
                    <a:close/>
                  </a:path>
                </a:pathLst>
              </a:custGeom>
              <a:solidFill>
                <a:srgbClr val="F48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3" name="Freeform 95"/>
              <p:cNvSpPr>
                <a:spLocks/>
              </p:cNvSpPr>
              <p:nvPr/>
            </p:nvSpPr>
            <p:spPr bwMode="auto">
              <a:xfrm>
                <a:off x="5153" y="1440"/>
                <a:ext cx="81" cy="78"/>
              </a:xfrm>
              <a:custGeom>
                <a:avLst/>
                <a:gdLst>
                  <a:gd name="T0" fmla="*/ 29 w 72"/>
                  <a:gd name="T1" fmla="*/ 69 h 70"/>
                  <a:gd name="T2" fmla="*/ 70 w 72"/>
                  <a:gd name="T3" fmla="*/ 39 h 70"/>
                  <a:gd name="T4" fmla="*/ 71 w 72"/>
                  <a:gd name="T5" fmla="*/ 33 h 70"/>
                  <a:gd name="T6" fmla="*/ 49 w 72"/>
                  <a:gd name="T7" fmla="*/ 3 h 70"/>
                  <a:gd name="T8" fmla="*/ 43 w 72"/>
                  <a:gd name="T9" fmla="*/ 2 h 70"/>
                  <a:gd name="T10" fmla="*/ 2 w 72"/>
                  <a:gd name="T11" fmla="*/ 31 h 70"/>
                  <a:gd name="T12" fmla="*/ 1 w 72"/>
                  <a:gd name="T13" fmla="*/ 37 h 70"/>
                  <a:gd name="T14" fmla="*/ 23 w 72"/>
                  <a:gd name="T15" fmla="*/ 68 h 70"/>
                  <a:gd name="T16" fmla="*/ 29 w 72"/>
                  <a:gd name="T17"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70">
                    <a:moveTo>
                      <a:pt x="29" y="69"/>
                    </a:moveTo>
                    <a:cubicBezTo>
                      <a:pt x="70" y="39"/>
                      <a:pt x="70" y="39"/>
                      <a:pt x="70" y="39"/>
                    </a:cubicBezTo>
                    <a:cubicBezTo>
                      <a:pt x="72" y="38"/>
                      <a:pt x="72" y="35"/>
                      <a:pt x="71" y="33"/>
                    </a:cubicBezTo>
                    <a:cubicBezTo>
                      <a:pt x="49" y="3"/>
                      <a:pt x="49" y="3"/>
                      <a:pt x="49" y="3"/>
                    </a:cubicBezTo>
                    <a:cubicBezTo>
                      <a:pt x="47" y="1"/>
                      <a:pt x="45" y="0"/>
                      <a:pt x="43" y="2"/>
                    </a:cubicBezTo>
                    <a:cubicBezTo>
                      <a:pt x="2" y="31"/>
                      <a:pt x="2" y="31"/>
                      <a:pt x="2" y="31"/>
                    </a:cubicBezTo>
                    <a:cubicBezTo>
                      <a:pt x="0" y="32"/>
                      <a:pt x="0" y="35"/>
                      <a:pt x="1" y="37"/>
                    </a:cubicBezTo>
                    <a:cubicBezTo>
                      <a:pt x="23" y="68"/>
                      <a:pt x="23" y="68"/>
                      <a:pt x="23" y="68"/>
                    </a:cubicBezTo>
                    <a:cubicBezTo>
                      <a:pt x="25" y="70"/>
                      <a:pt x="27" y="70"/>
                      <a:pt x="29" y="69"/>
                    </a:cubicBezTo>
                    <a:close/>
                  </a:path>
                </a:pathLst>
              </a:custGeom>
              <a:solidFill>
                <a:srgbClr val="BD1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4" name="Freeform 96"/>
              <p:cNvSpPr>
                <a:spLocks/>
              </p:cNvSpPr>
              <p:nvPr/>
            </p:nvSpPr>
            <p:spPr bwMode="auto">
              <a:xfrm>
                <a:off x="2418" y="3322"/>
                <a:ext cx="454" cy="416"/>
              </a:xfrm>
              <a:custGeom>
                <a:avLst/>
                <a:gdLst>
                  <a:gd name="T0" fmla="*/ 128 w 406"/>
                  <a:gd name="T1" fmla="*/ 2 h 372"/>
                  <a:gd name="T2" fmla="*/ 402 w 406"/>
                  <a:gd name="T3" fmla="*/ 179 h 372"/>
                  <a:gd name="T4" fmla="*/ 404 w 406"/>
                  <a:gd name="T5" fmla="*/ 190 h 372"/>
                  <a:gd name="T6" fmla="*/ 289 w 406"/>
                  <a:gd name="T7" fmla="*/ 367 h 372"/>
                  <a:gd name="T8" fmla="*/ 279 w 406"/>
                  <a:gd name="T9" fmla="*/ 369 h 372"/>
                  <a:gd name="T10" fmla="*/ 5 w 406"/>
                  <a:gd name="T11" fmla="*/ 192 h 372"/>
                  <a:gd name="T12" fmla="*/ 3 w 406"/>
                  <a:gd name="T13" fmla="*/ 182 h 372"/>
                  <a:gd name="T14" fmla="*/ 118 w 406"/>
                  <a:gd name="T15" fmla="*/ 4 h 372"/>
                  <a:gd name="T16" fmla="*/ 128 w 406"/>
                  <a:gd name="T17" fmla="*/ 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6" h="372">
                    <a:moveTo>
                      <a:pt x="128" y="2"/>
                    </a:moveTo>
                    <a:cubicBezTo>
                      <a:pt x="402" y="179"/>
                      <a:pt x="402" y="179"/>
                      <a:pt x="402" y="179"/>
                    </a:cubicBezTo>
                    <a:cubicBezTo>
                      <a:pt x="405" y="181"/>
                      <a:pt x="406" y="186"/>
                      <a:pt x="404" y="190"/>
                    </a:cubicBezTo>
                    <a:cubicBezTo>
                      <a:pt x="289" y="367"/>
                      <a:pt x="289" y="367"/>
                      <a:pt x="289" y="367"/>
                    </a:cubicBezTo>
                    <a:cubicBezTo>
                      <a:pt x="287" y="371"/>
                      <a:pt x="282" y="372"/>
                      <a:pt x="279" y="369"/>
                    </a:cubicBezTo>
                    <a:cubicBezTo>
                      <a:pt x="5" y="192"/>
                      <a:pt x="5" y="192"/>
                      <a:pt x="5" y="192"/>
                    </a:cubicBezTo>
                    <a:cubicBezTo>
                      <a:pt x="1" y="190"/>
                      <a:pt x="0" y="185"/>
                      <a:pt x="3" y="182"/>
                    </a:cubicBezTo>
                    <a:cubicBezTo>
                      <a:pt x="118" y="4"/>
                      <a:pt x="118" y="4"/>
                      <a:pt x="118" y="4"/>
                    </a:cubicBezTo>
                    <a:cubicBezTo>
                      <a:pt x="120" y="1"/>
                      <a:pt x="125" y="0"/>
                      <a:pt x="128" y="2"/>
                    </a:cubicBez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5" name="Freeform 97"/>
              <p:cNvSpPr>
                <a:spLocks/>
              </p:cNvSpPr>
              <p:nvPr/>
            </p:nvSpPr>
            <p:spPr bwMode="auto">
              <a:xfrm>
                <a:off x="2568" y="3334"/>
                <a:ext cx="24" cy="22"/>
              </a:xfrm>
              <a:custGeom>
                <a:avLst/>
                <a:gdLst>
                  <a:gd name="T0" fmla="*/ 7 w 22"/>
                  <a:gd name="T1" fmla="*/ 0 h 20"/>
                  <a:gd name="T2" fmla="*/ 22 w 22"/>
                  <a:gd name="T3" fmla="*/ 10 h 20"/>
                  <a:gd name="T4" fmla="*/ 17 w 22"/>
                  <a:gd name="T5" fmla="*/ 19 h 20"/>
                  <a:gd name="T6" fmla="*/ 14 w 22"/>
                  <a:gd name="T7" fmla="*/ 20 h 20"/>
                  <a:gd name="T8" fmla="*/ 1 w 22"/>
                  <a:gd name="T9" fmla="*/ 12 h 20"/>
                  <a:gd name="T10" fmla="*/ 1 w 22"/>
                  <a:gd name="T11" fmla="*/ 9 h 20"/>
                  <a:gd name="T12" fmla="*/ 7 w 2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2" h="20">
                    <a:moveTo>
                      <a:pt x="7" y="0"/>
                    </a:moveTo>
                    <a:cubicBezTo>
                      <a:pt x="22" y="10"/>
                      <a:pt x="22" y="10"/>
                      <a:pt x="22" y="10"/>
                    </a:cubicBezTo>
                    <a:cubicBezTo>
                      <a:pt x="17" y="19"/>
                      <a:pt x="17" y="19"/>
                      <a:pt x="17" y="19"/>
                    </a:cubicBezTo>
                    <a:cubicBezTo>
                      <a:pt x="16" y="20"/>
                      <a:pt x="15" y="20"/>
                      <a:pt x="14" y="20"/>
                    </a:cubicBezTo>
                    <a:cubicBezTo>
                      <a:pt x="1" y="12"/>
                      <a:pt x="1" y="12"/>
                      <a:pt x="1" y="12"/>
                    </a:cubicBezTo>
                    <a:cubicBezTo>
                      <a:pt x="0" y="11"/>
                      <a:pt x="0" y="10"/>
                      <a:pt x="1" y="9"/>
                    </a:cubicBez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6" name="Freeform 98"/>
              <p:cNvSpPr>
                <a:spLocks/>
              </p:cNvSpPr>
              <p:nvPr/>
            </p:nvSpPr>
            <p:spPr bwMode="auto">
              <a:xfrm>
                <a:off x="2828" y="3502"/>
                <a:ext cx="25" cy="23"/>
              </a:xfrm>
              <a:custGeom>
                <a:avLst/>
                <a:gdLst>
                  <a:gd name="T0" fmla="*/ 7 w 22"/>
                  <a:gd name="T1" fmla="*/ 0 h 20"/>
                  <a:gd name="T2" fmla="*/ 22 w 22"/>
                  <a:gd name="T3" fmla="*/ 10 h 20"/>
                  <a:gd name="T4" fmla="*/ 17 w 22"/>
                  <a:gd name="T5" fmla="*/ 19 h 20"/>
                  <a:gd name="T6" fmla="*/ 14 w 22"/>
                  <a:gd name="T7" fmla="*/ 20 h 20"/>
                  <a:gd name="T8" fmla="*/ 1 w 22"/>
                  <a:gd name="T9" fmla="*/ 11 h 20"/>
                  <a:gd name="T10" fmla="*/ 1 w 22"/>
                  <a:gd name="T11" fmla="*/ 9 h 20"/>
                  <a:gd name="T12" fmla="*/ 7 w 2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2" h="20">
                    <a:moveTo>
                      <a:pt x="7" y="0"/>
                    </a:moveTo>
                    <a:cubicBezTo>
                      <a:pt x="22" y="10"/>
                      <a:pt x="22" y="10"/>
                      <a:pt x="22" y="10"/>
                    </a:cubicBezTo>
                    <a:cubicBezTo>
                      <a:pt x="17" y="19"/>
                      <a:pt x="17" y="19"/>
                      <a:pt x="17" y="19"/>
                    </a:cubicBezTo>
                    <a:cubicBezTo>
                      <a:pt x="16" y="20"/>
                      <a:pt x="15" y="20"/>
                      <a:pt x="14" y="20"/>
                    </a:cubicBezTo>
                    <a:cubicBezTo>
                      <a:pt x="1" y="11"/>
                      <a:pt x="1" y="11"/>
                      <a:pt x="1" y="11"/>
                    </a:cubicBezTo>
                    <a:cubicBezTo>
                      <a:pt x="0" y="11"/>
                      <a:pt x="0" y="10"/>
                      <a:pt x="1" y="9"/>
                    </a:cubicBez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7" name="Freeform 99"/>
              <p:cNvSpPr>
                <a:spLocks/>
              </p:cNvSpPr>
              <p:nvPr/>
            </p:nvSpPr>
            <p:spPr bwMode="auto">
              <a:xfrm>
                <a:off x="2557" y="3239"/>
                <a:ext cx="387" cy="284"/>
              </a:xfrm>
              <a:custGeom>
                <a:avLst/>
                <a:gdLst>
                  <a:gd name="T0" fmla="*/ 13 w 347"/>
                  <a:gd name="T1" fmla="*/ 5 h 255"/>
                  <a:gd name="T2" fmla="*/ 339 w 347"/>
                  <a:gd name="T3" fmla="*/ 216 h 255"/>
                  <a:gd name="T4" fmla="*/ 341 w 347"/>
                  <a:gd name="T5" fmla="*/ 229 h 255"/>
                  <a:gd name="T6" fmla="*/ 286 w 347"/>
                  <a:gd name="T7" fmla="*/ 255 h 255"/>
                  <a:gd name="T8" fmla="*/ 0 w 347"/>
                  <a:gd name="T9" fmla="*/ 70 h 255"/>
                  <a:gd name="T10" fmla="*/ 0 w 347"/>
                  <a:gd name="T11" fmla="*/ 15 h 255"/>
                  <a:gd name="T12" fmla="*/ 13 w 347"/>
                  <a:gd name="T13" fmla="*/ 5 h 255"/>
                </a:gdLst>
                <a:ahLst/>
                <a:cxnLst>
                  <a:cxn ang="0">
                    <a:pos x="T0" y="T1"/>
                  </a:cxn>
                  <a:cxn ang="0">
                    <a:pos x="T2" y="T3"/>
                  </a:cxn>
                  <a:cxn ang="0">
                    <a:pos x="T4" y="T5"/>
                  </a:cxn>
                  <a:cxn ang="0">
                    <a:pos x="T6" y="T7"/>
                  </a:cxn>
                  <a:cxn ang="0">
                    <a:pos x="T8" y="T9"/>
                  </a:cxn>
                  <a:cxn ang="0">
                    <a:pos x="T10" y="T11"/>
                  </a:cxn>
                  <a:cxn ang="0">
                    <a:pos x="T12" y="T13"/>
                  </a:cxn>
                </a:cxnLst>
                <a:rect l="0" t="0" r="r" b="b"/>
                <a:pathLst>
                  <a:path w="347" h="255">
                    <a:moveTo>
                      <a:pt x="13" y="5"/>
                    </a:moveTo>
                    <a:cubicBezTo>
                      <a:pt x="339" y="216"/>
                      <a:pt x="339" y="216"/>
                      <a:pt x="339" y="216"/>
                    </a:cubicBezTo>
                    <a:cubicBezTo>
                      <a:pt x="347" y="221"/>
                      <a:pt x="347" y="226"/>
                      <a:pt x="341" y="229"/>
                    </a:cubicBezTo>
                    <a:cubicBezTo>
                      <a:pt x="286" y="255"/>
                      <a:pt x="286" y="255"/>
                      <a:pt x="286" y="255"/>
                    </a:cubicBezTo>
                    <a:cubicBezTo>
                      <a:pt x="0" y="70"/>
                      <a:pt x="0" y="70"/>
                      <a:pt x="0" y="70"/>
                    </a:cubicBezTo>
                    <a:cubicBezTo>
                      <a:pt x="0" y="15"/>
                      <a:pt x="0" y="15"/>
                      <a:pt x="0" y="15"/>
                    </a:cubicBezTo>
                    <a:cubicBezTo>
                      <a:pt x="0" y="3"/>
                      <a:pt x="4" y="0"/>
                      <a:pt x="13" y="5"/>
                    </a:cubicBez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8" name="Freeform 100"/>
              <p:cNvSpPr>
                <a:spLocks/>
              </p:cNvSpPr>
              <p:nvPr/>
            </p:nvSpPr>
            <p:spPr bwMode="auto">
              <a:xfrm>
                <a:off x="2571" y="3265"/>
                <a:ext cx="344" cy="245"/>
              </a:xfrm>
              <a:custGeom>
                <a:avLst/>
                <a:gdLst>
                  <a:gd name="T0" fmla="*/ 344 w 344"/>
                  <a:gd name="T1" fmla="*/ 223 h 245"/>
                  <a:gd name="T2" fmla="*/ 298 w 344"/>
                  <a:gd name="T3" fmla="*/ 245 h 245"/>
                  <a:gd name="T4" fmla="*/ 0 w 344"/>
                  <a:gd name="T5" fmla="*/ 52 h 245"/>
                  <a:gd name="T6" fmla="*/ 1 w 344"/>
                  <a:gd name="T7" fmla="*/ 0 h 245"/>
                  <a:gd name="T8" fmla="*/ 344 w 344"/>
                  <a:gd name="T9" fmla="*/ 223 h 245"/>
                </a:gdLst>
                <a:ahLst/>
                <a:cxnLst>
                  <a:cxn ang="0">
                    <a:pos x="T0" y="T1"/>
                  </a:cxn>
                  <a:cxn ang="0">
                    <a:pos x="T2" y="T3"/>
                  </a:cxn>
                  <a:cxn ang="0">
                    <a:pos x="T4" y="T5"/>
                  </a:cxn>
                  <a:cxn ang="0">
                    <a:pos x="T6" y="T7"/>
                  </a:cxn>
                  <a:cxn ang="0">
                    <a:pos x="T8" y="T9"/>
                  </a:cxn>
                </a:cxnLst>
                <a:rect l="0" t="0" r="r" b="b"/>
                <a:pathLst>
                  <a:path w="344" h="245">
                    <a:moveTo>
                      <a:pt x="344" y="223"/>
                    </a:moveTo>
                    <a:lnTo>
                      <a:pt x="298" y="245"/>
                    </a:lnTo>
                    <a:lnTo>
                      <a:pt x="0" y="52"/>
                    </a:lnTo>
                    <a:lnTo>
                      <a:pt x="1" y="0"/>
                    </a:lnTo>
                    <a:lnTo>
                      <a:pt x="344" y="223"/>
                    </a:ln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9" name="Freeform 101"/>
              <p:cNvSpPr>
                <a:spLocks/>
              </p:cNvSpPr>
              <p:nvPr/>
            </p:nvSpPr>
            <p:spPr bwMode="auto">
              <a:xfrm>
                <a:off x="2566" y="3244"/>
                <a:ext cx="373" cy="243"/>
              </a:xfrm>
              <a:custGeom>
                <a:avLst/>
                <a:gdLst>
                  <a:gd name="T0" fmla="*/ 3 w 334"/>
                  <a:gd name="T1" fmla="*/ 0 h 217"/>
                  <a:gd name="T2" fmla="*/ 333 w 334"/>
                  <a:gd name="T3" fmla="*/ 214 h 217"/>
                  <a:gd name="T4" fmla="*/ 333 w 334"/>
                  <a:gd name="T5" fmla="*/ 216 h 217"/>
                  <a:gd name="T6" fmla="*/ 333 w 334"/>
                  <a:gd name="T7" fmla="*/ 216 h 217"/>
                  <a:gd name="T8" fmla="*/ 331 w 334"/>
                  <a:gd name="T9" fmla="*/ 217 h 217"/>
                  <a:gd name="T10" fmla="*/ 1 w 334"/>
                  <a:gd name="T11" fmla="*/ 3 h 217"/>
                  <a:gd name="T12" fmla="*/ 0 w 334"/>
                  <a:gd name="T13" fmla="*/ 1 h 217"/>
                  <a:gd name="T14" fmla="*/ 0 w 334"/>
                  <a:gd name="T15" fmla="*/ 1 h 217"/>
                  <a:gd name="T16" fmla="*/ 3 w 334"/>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4" h="217">
                    <a:moveTo>
                      <a:pt x="3" y="0"/>
                    </a:moveTo>
                    <a:cubicBezTo>
                      <a:pt x="333" y="214"/>
                      <a:pt x="333" y="214"/>
                      <a:pt x="333" y="214"/>
                    </a:cubicBezTo>
                    <a:cubicBezTo>
                      <a:pt x="334" y="214"/>
                      <a:pt x="334" y="215"/>
                      <a:pt x="333" y="216"/>
                    </a:cubicBezTo>
                    <a:cubicBezTo>
                      <a:pt x="333" y="216"/>
                      <a:pt x="333" y="216"/>
                      <a:pt x="333" y="216"/>
                    </a:cubicBezTo>
                    <a:cubicBezTo>
                      <a:pt x="333" y="217"/>
                      <a:pt x="332" y="217"/>
                      <a:pt x="331" y="217"/>
                    </a:cubicBezTo>
                    <a:cubicBezTo>
                      <a:pt x="1" y="3"/>
                      <a:pt x="1" y="3"/>
                      <a:pt x="1" y="3"/>
                    </a:cubicBezTo>
                    <a:cubicBezTo>
                      <a:pt x="0" y="2"/>
                      <a:pt x="0" y="1"/>
                      <a:pt x="0" y="1"/>
                    </a:cubicBezTo>
                    <a:cubicBezTo>
                      <a:pt x="0" y="1"/>
                      <a:pt x="0" y="1"/>
                      <a:pt x="0" y="1"/>
                    </a:cubicBezTo>
                    <a:cubicBezTo>
                      <a:pt x="1" y="0"/>
                      <a:pt x="2"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0" name="Freeform 102"/>
              <p:cNvSpPr>
                <a:spLocks/>
              </p:cNvSpPr>
              <p:nvPr/>
            </p:nvSpPr>
            <p:spPr bwMode="auto">
              <a:xfrm>
                <a:off x="2571" y="3326"/>
                <a:ext cx="26" cy="27"/>
              </a:xfrm>
              <a:custGeom>
                <a:avLst/>
                <a:gdLst>
                  <a:gd name="T0" fmla="*/ 11 w 23"/>
                  <a:gd name="T1" fmla="*/ 0 h 24"/>
                  <a:gd name="T2" fmla="*/ 22 w 23"/>
                  <a:gd name="T3" fmla="*/ 8 h 24"/>
                  <a:gd name="T4" fmla="*/ 23 w 23"/>
                  <a:gd name="T5" fmla="*/ 10 h 24"/>
                  <a:gd name="T6" fmla="*/ 14 w 23"/>
                  <a:gd name="T7" fmla="*/ 23 h 24"/>
                  <a:gd name="T8" fmla="*/ 12 w 23"/>
                  <a:gd name="T9" fmla="*/ 24 h 24"/>
                  <a:gd name="T10" fmla="*/ 1 w 23"/>
                  <a:gd name="T11" fmla="*/ 16 h 24"/>
                  <a:gd name="T12" fmla="*/ 0 w 23"/>
                  <a:gd name="T13" fmla="*/ 14 h 24"/>
                  <a:gd name="T14" fmla="*/ 9 w 23"/>
                  <a:gd name="T15" fmla="*/ 1 h 24"/>
                  <a:gd name="T16" fmla="*/ 11 w 23"/>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4">
                    <a:moveTo>
                      <a:pt x="11" y="0"/>
                    </a:moveTo>
                    <a:cubicBezTo>
                      <a:pt x="22" y="8"/>
                      <a:pt x="22" y="8"/>
                      <a:pt x="22" y="8"/>
                    </a:cubicBezTo>
                    <a:cubicBezTo>
                      <a:pt x="23" y="8"/>
                      <a:pt x="23" y="9"/>
                      <a:pt x="23" y="10"/>
                    </a:cubicBezTo>
                    <a:cubicBezTo>
                      <a:pt x="14" y="23"/>
                      <a:pt x="14" y="23"/>
                      <a:pt x="14" y="23"/>
                    </a:cubicBezTo>
                    <a:cubicBezTo>
                      <a:pt x="14" y="24"/>
                      <a:pt x="13" y="24"/>
                      <a:pt x="12" y="24"/>
                    </a:cubicBezTo>
                    <a:cubicBezTo>
                      <a:pt x="1" y="16"/>
                      <a:pt x="1" y="16"/>
                      <a:pt x="1" y="16"/>
                    </a:cubicBezTo>
                    <a:cubicBezTo>
                      <a:pt x="0" y="16"/>
                      <a:pt x="0" y="15"/>
                      <a:pt x="0" y="14"/>
                    </a:cubicBezTo>
                    <a:cubicBezTo>
                      <a:pt x="9" y="1"/>
                      <a:pt x="9" y="1"/>
                      <a:pt x="9" y="1"/>
                    </a:cubicBezTo>
                    <a:cubicBezTo>
                      <a:pt x="9" y="0"/>
                      <a:pt x="10" y="0"/>
                      <a:pt x="11" y="0"/>
                    </a:cubicBez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1" name="Freeform 103"/>
              <p:cNvSpPr>
                <a:spLocks/>
              </p:cNvSpPr>
              <p:nvPr/>
            </p:nvSpPr>
            <p:spPr bwMode="auto">
              <a:xfrm>
                <a:off x="2831" y="3494"/>
                <a:ext cx="26" cy="27"/>
              </a:xfrm>
              <a:custGeom>
                <a:avLst/>
                <a:gdLst>
                  <a:gd name="T0" fmla="*/ 11 w 23"/>
                  <a:gd name="T1" fmla="*/ 0 h 24"/>
                  <a:gd name="T2" fmla="*/ 22 w 23"/>
                  <a:gd name="T3" fmla="*/ 7 h 24"/>
                  <a:gd name="T4" fmla="*/ 23 w 23"/>
                  <a:gd name="T5" fmla="*/ 10 h 24"/>
                  <a:gd name="T6" fmla="*/ 14 w 23"/>
                  <a:gd name="T7" fmla="*/ 23 h 24"/>
                  <a:gd name="T8" fmla="*/ 12 w 23"/>
                  <a:gd name="T9" fmla="*/ 23 h 24"/>
                  <a:gd name="T10" fmla="*/ 1 w 23"/>
                  <a:gd name="T11" fmla="*/ 16 h 24"/>
                  <a:gd name="T12" fmla="*/ 0 w 23"/>
                  <a:gd name="T13" fmla="*/ 14 h 24"/>
                  <a:gd name="T14" fmla="*/ 9 w 23"/>
                  <a:gd name="T15" fmla="*/ 1 h 24"/>
                  <a:gd name="T16" fmla="*/ 11 w 23"/>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4">
                    <a:moveTo>
                      <a:pt x="11" y="0"/>
                    </a:moveTo>
                    <a:cubicBezTo>
                      <a:pt x="22" y="7"/>
                      <a:pt x="22" y="7"/>
                      <a:pt x="22" y="7"/>
                    </a:cubicBezTo>
                    <a:cubicBezTo>
                      <a:pt x="23" y="8"/>
                      <a:pt x="23" y="9"/>
                      <a:pt x="23" y="10"/>
                    </a:cubicBezTo>
                    <a:cubicBezTo>
                      <a:pt x="14" y="23"/>
                      <a:pt x="14" y="23"/>
                      <a:pt x="14" y="23"/>
                    </a:cubicBezTo>
                    <a:cubicBezTo>
                      <a:pt x="14" y="24"/>
                      <a:pt x="13" y="24"/>
                      <a:pt x="12" y="23"/>
                    </a:cubicBezTo>
                    <a:cubicBezTo>
                      <a:pt x="1" y="16"/>
                      <a:pt x="1" y="16"/>
                      <a:pt x="1" y="16"/>
                    </a:cubicBezTo>
                    <a:cubicBezTo>
                      <a:pt x="0" y="16"/>
                      <a:pt x="0" y="15"/>
                      <a:pt x="0" y="14"/>
                    </a:cubicBezTo>
                    <a:cubicBezTo>
                      <a:pt x="9" y="1"/>
                      <a:pt x="9" y="1"/>
                      <a:pt x="9" y="1"/>
                    </a:cubicBezTo>
                    <a:cubicBezTo>
                      <a:pt x="9" y="0"/>
                      <a:pt x="10" y="0"/>
                      <a:pt x="11" y="0"/>
                    </a:cubicBez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2" name="Freeform 104"/>
              <p:cNvSpPr>
                <a:spLocks/>
              </p:cNvSpPr>
              <p:nvPr/>
            </p:nvSpPr>
            <p:spPr bwMode="auto">
              <a:xfrm>
                <a:off x="2816" y="3535"/>
                <a:ext cx="20" cy="19"/>
              </a:xfrm>
              <a:custGeom>
                <a:avLst/>
                <a:gdLst>
                  <a:gd name="T0" fmla="*/ 8 w 18"/>
                  <a:gd name="T1" fmla="*/ 1 h 17"/>
                  <a:gd name="T2" fmla="*/ 17 w 18"/>
                  <a:gd name="T3" fmla="*/ 6 h 17"/>
                  <a:gd name="T4" fmla="*/ 17 w 18"/>
                  <a:gd name="T5" fmla="*/ 9 h 17"/>
                  <a:gd name="T6" fmla="*/ 13 w 18"/>
                  <a:gd name="T7" fmla="*/ 16 h 17"/>
                  <a:gd name="T8" fmla="*/ 10 w 18"/>
                  <a:gd name="T9" fmla="*/ 17 h 17"/>
                  <a:gd name="T10" fmla="*/ 1 w 18"/>
                  <a:gd name="T11" fmla="*/ 11 h 17"/>
                  <a:gd name="T12" fmla="*/ 1 w 18"/>
                  <a:gd name="T13" fmla="*/ 8 h 17"/>
                  <a:gd name="T14" fmla="*/ 5 w 18"/>
                  <a:gd name="T15" fmla="*/ 1 h 17"/>
                  <a:gd name="T16" fmla="*/ 8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8" y="1"/>
                    </a:moveTo>
                    <a:cubicBezTo>
                      <a:pt x="17" y="6"/>
                      <a:pt x="17" y="6"/>
                      <a:pt x="17" y="6"/>
                    </a:cubicBezTo>
                    <a:cubicBezTo>
                      <a:pt x="18" y="7"/>
                      <a:pt x="18" y="8"/>
                      <a:pt x="17" y="9"/>
                    </a:cubicBezTo>
                    <a:cubicBezTo>
                      <a:pt x="13" y="16"/>
                      <a:pt x="13" y="16"/>
                      <a:pt x="13" y="16"/>
                    </a:cubicBezTo>
                    <a:cubicBezTo>
                      <a:pt x="13" y="17"/>
                      <a:pt x="11" y="17"/>
                      <a:pt x="10" y="17"/>
                    </a:cubicBezTo>
                    <a:cubicBezTo>
                      <a:pt x="1" y="11"/>
                      <a:pt x="1" y="11"/>
                      <a:pt x="1" y="11"/>
                    </a:cubicBezTo>
                    <a:cubicBezTo>
                      <a:pt x="0" y="10"/>
                      <a:pt x="0" y="9"/>
                      <a:pt x="1" y="8"/>
                    </a:cubicBezTo>
                    <a:cubicBezTo>
                      <a:pt x="5" y="1"/>
                      <a:pt x="5" y="1"/>
                      <a:pt x="5" y="1"/>
                    </a:cubicBezTo>
                    <a:cubicBezTo>
                      <a:pt x="6"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3" name="Freeform 105"/>
              <p:cNvSpPr>
                <a:spLocks/>
              </p:cNvSpPr>
              <p:nvPr/>
            </p:nvSpPr>
            <p:spPr bwMode="auto">
              <a:xfrm>
                <a:off x="2805" y="3549"/>
                <a:ext cx="22" cy="22"/>
              </a:xfrm>
              <a:custGeom>
                <a:avLst/>
                <a:gdLst>
                  <a:gd name="T0" fmla="*/ 10 w 20"/>
                  <a:gd name="T1" fmla="*/ 0 h 20"/>
                  <a:gd name="T2" fmla="*/ 18 w 20"/>
                  <a:gd name="T3" fmla="*/ 6 h 20"/>
                  <a:gd name="T4" fmla="*/ 19 w 20"/>
                  <a:gd name="T5" fmla="*/ 9 h 20"/>
                  <a:gd name="T6" fmla="*/ 13 w 20"/>
                  <a:gd name="T7" fmla="*/ 18 h 20"/>
                  <a:gd name="T8" fmla="*/ 10 w 20"/>
                  <a:gd name="T9" fmla="*/ 19 h 20"/>
                  <a:gd name="T10" fmla="*/ 2 w 20"/>
                  <a:gd name="T11" fmla="*/ 14 h 20"/>
                  <a:gd name="T12" fmla="*/ 1 w 20"/>
                  <a:gd name="T13" fmla="*/ 10 h 20"/>
                  <a:gd name="T14" fmla="*/ 7 w 20"/>
                  <a:gd name="T15" fmla="*/ 1 h 20"/>
                  <a:gd name="T16" fmla="*/ 10 w 20"/>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0"/>
                    </a:moveTo>
                    <a:cubicBezTo>
                      <a:pt x="18" y="6"/>
                      <a:pt x="18" y="6"/>
                      <a:pt x="18" y="6"/>
                    </a:cubicBezTo>
                    <a:cubicBezTo>
                      <a:pt x="19" y="6"/>
                      <a:pt x="20" y="8"/>
                      <a:pt x="19" y="9"/>
                    </a:cubicBezTo>
                    <a:cubicBezTo>
                      <a:pt x="13" y="18"/>
                      <a:pt x="13" y="18"/>
                      <a:pt x="13" y="18"/>
                    </a:cubicBezTo>
                    <a:cubicBezTo>
                      <a:pt x="13" y="19"/>
                      <a:pt x="11" y="20"/>
                      <a:pt x="10" y="19"/>
                    </a:cubicBezTo>
                    <a:cubicBezTo>
                      <a:pt x="2" y="14"/>
                      <a:pt x="2" y="14"/>
                      <a:pt x="2" y="14"/>
                    </a:cubicBezTo>
                    <a:cubicBezTo>
                      <a:pt x="0" y="13"/>
                      <a:pt x="0" y="11"/>
                      <a:pt x="1" y="10"/>
                    </a:cubicBezTo>
                    <a:cubicBezTo>
                      <a:pt x="7" y="1"/>
                      <a:pt x="7" y="1"/>
                      <a:pt x="7"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4" name="Freeform 106"/>
              <p:cNvSpPr>
                <a:spLocks/>
              </p:cNvSpPr>
              <p:nvPr/>
            </p:nvSpPr>
            <p:spPr bwMode="auto">
              <a:xfrm>
                <a:off x="2793" y="3566"/>
                <a:ext cx="23" cy="22"/>
              </a:xfrm>
              <a:custGeom>
                <a:avLst/>
                <a:gdLst>
                  <a:gd name="T0" fmla="*/ 10 w 20"/>
                  <a:gd name="T1" fmla="*/ 1 h 20"/>
                  <a:gd name="T2" fmla="*/ 18 w 20"/>
                  <a:gd name="T3" fmla="*/ 6 h 20"/>
                  <a:gd name="T4" fmla="*/ 19 w 20"/>
                  <a:gd name="T5" fmla="*/ 10 h 20"/>
                  <a:gd name="T6" fmla="*/ 13 w 20"/>
                  <a:gd name="T7" fmla="*/ 19 h 20"/>
                  <a:gd name="T8" fmla="*/ 9 w 20"/>
                  <a:gd name="T9" fmla="*/ 20 h 20"/>
                  <a:gd name="T10" fmla="*/ 1 w 20"/>
                  <a:gd name="T11" fmla="*/ 14 h 20"/>
                  <a:gd name="T12" fmla="*/ 1 w 20"/>
                  <a:gd name="T13" fmla="*/ 11 h 20"/>
                  <a:gd name="T14" fmla="*/ 6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19" y="7"/>
                      <a:pt x="20" y="9"/>
                      <a:pt x="19" y="10"/>
                    </a:cubicBezTo>
                    <a:cubicBezTo>
                      <a:pt x="13" y="19"/>
                      <a:pt x="13" y="19"/>
                      <a:pt x="13" y="19"/>
                    </a:cubicBezTo>
                    <a:cubicBezTo>
                      <a:pt x="12" y="20"/>
                      <a:pt x="11" y="20"/>
                      <a:pt x="9" y="20"/>
                    </a:cubicBezTo>
                    <a:cubicBezTo>
                      <a:pt x="1" y="14"/>
                      <a:pt x="1" y="14"/>
                      <a:pt x="1" y="14"/>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5" name="Freeform 107"/>
              <p:cNvSpPr>
                <a:spLocks/>
              </p:cNvSpPr>
              <p:nvPr/>
            </p:nvSpPr>
            <p:spPr bwMode="auto">
              <a:xfrm>
                <a:off x="2782" y="3584"/>
                <a:ext cx="23" cy="22"/>
              </a:xfrm>
              <a:custGeom>
                <a:avLst/>
                <a:gdLst>
                  <a:gd name="T0" fmla="*/ 10 w 20"/>
                  <a:gd name="T1" fmla="*/ 1 h 20"/>
                  <a:gd name="T2" fmla="*/ 18 w 20"/>
                  <a:gd name="T3" fmla="*/ 6 h 20"/>
                  <a:gd name="T4" fmla="*/ 19 w 20"/>
                  <a:gd name="T5" fmla="*/ 10 h 20"/>
                  <a:gd name="T6" fmla="*/ 13 w 20"/>
                  <a:gd name="T7" fmla="*/ 19 h 20"/>
                  <a:gd name="T8" fmla="*/ 9 w 20"/>
                  <a:gd name="T9" fmla="*/ 19 h 20"/>
                  <a:gd name="T10" fmla="*/ 1 w 20"/>
                  <a:gd name="T11" fmla="*/ 14 h 20"/>
                  <a:gd name="T12" fmla="*/ 1 w 20"/>
                  <a:gd name="T13" fmla="*/ 10 h 20"/>
                  <a:gd name="T14" fmla="*/ 6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19" y="7"/>
                      <a:pt x="20" y="8"/>
                      <a:pt x="19" y="10"/>
                    </a:cubicBezTo>
                    <a:cubicBezTo>
                      <a:pt x="13" y="19"/>
                      <a:pt x="13" y="19"/>
                      <a:pt x="13" y="19"/>
                    </a:cubicBezTo>
                    <a:cubicBezTo>
                      <a:pt x="12" y="20"/>
                      <a:pt x="11" y="20"/>
                      <a:pt x="9" y="19"/>
                    </a:cubicBezTo>
                    <a:cubicBezTo>
                      <a:pt x="1" y="14"/>
                      <a:pt x="1" y="14"/>
                      <a:pt x="1" y="14"/>
                    </a:cubicBezTo>
                    <a:cubicBezTo>
                      <a:pt x="0" y="13"/>
                      <a:pt x="0" y="12"/>
                      <a:pt x="1"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6" name="Freeform 108"/>
              <p:cNvSpPr>
                <a:spLocks/>
              </p:cNvSpPr>
              <p:nvPr/>
            </p:nvSpPr>
            <p:spPr bwMode="auto">
              <a:xfrm>
                <a:off x="2771" y="3602"/>
                <a:ext cx="21" cy="22"/>
              </a:xfrm>
              <a:custGeom>
                <a:avLst/>
                <a:gdLst>
                  <a:gd name="T0" fmla="*/ 10 w 19"/>
                  <a:gd name="T1" fmla="*/ 0 h 20"/>
                  <a:gd name="T2" fmla="*/ 18 w 19"/>
                  <a:gd name="T3" fmla="*/ 6 h 20"/>
                  <a:gd name="T4" fmla="*/ 19 w 19"/>
                  <a:gd name="T5" fmla="*/ 9 h 20"/>
                  <a:gd name="T6" fmla="*/ 13 w 19"/>
                  <a:gd name="T7" fmla="*/ 18 h 20"/>
                  <a:gd name="T8" fmla="*/ 9 w 19"/>
                  <a:gd name="T9" fmla="*/ 19 h 20"/>
                  <a:gd name="T10" fmla="*/ 1 w 19"/>
                  <a:gd name="T11" fmla="*/ 14 h 20"/>
                  <a:gd name="T12" fmla="*/ 0 w 19"/>
                  <a:gd name="T13" fmla="*/ 10 h 20"/>
                  <a:gd name="T14" fmla="*/ 6 w 19"/>
                  <a:gd name="T15" fmla="*/ 1 h 20"/>
                  <a:gd name="T16" fmla="*/ 10 w 19"/>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0">
                    <a:moveTo>
                      <a:pt x="10" y="0"/>
                    </a:moveTo>
                    <a:cubicBezTo>
                      <a:pt x="18" y="6"/>
                      <a:pt x="18" y="6"/>
                      <a:pt x="18" y="6"/>
                    </a:cubicBezTo>
                    <a:cubicBezTo>
                      <a:pt x="19" y="6"/>
                      <a:pt x="19" y="8"/>
                      <a:pt x="19" y="9"/>
                    </a:cubicBezTo>
                    <a:cubicBezTo>
                      <a:pt x="13" y="18"/>
                      <a:pt x="13" y="18"/>
                      <a:pt x="13" y="18"/>
                    </a:cubicBezTo>
                    <a:cubicBezTo>
                      <a:pt x="12" y="19"/>
                      <a:pt x="10" y="20"/>
                      <a:pt x="9" y="19"/>
                    </a:cubicBezTo>
                    <a:cubicBezTo>
                      <a:pt x="1" y="14"/>
                      <a:pt x="1" y="14"/>
                      <a:pt x="1" y="14"/>
                    </a:cubicBezTo>
                    <a:cubicBezTo>
                      <a:pt x="0" y="13"/>
                      <a:pt x="0" y="11"/>
                      <a:pt x="0"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7" name="Freeform 109"/>
              <p:cNvSpPr>
                <a:spLocks/>
              </p:cNvSpPr>
              <p:nvPr/>
            </p:nvSpPr>
            <p:spPr bwMode="auto">
              <a:xfrm>
                <a:off x="2759" y="3618"/>
                <a:ext cx="22" cy="23"/>
              </a:xfrm>
              <a:custGeom>
                <a:avLst/>
                <a:gdLst>
                  <a:gd name="T0" fmla="*/ 11 w 20"/>
                  <a:gd name="T1" fmla="*/ 1 h 20"/>
                  <a:gd name="T2" fmla="*/ 19 w 20"/>
                  <a:gd name="T3" fmla="*/ 6 h 20"/>
                  <a:gd name="T4" fmla="*/ 19 w 20"/>
                  <a:gd name="T5" fmla="*/ 10 h 20"/>
                  <a:gd name="T6" fmla="*/ 14 w 20"/>
                  <a:gd name="T7" fmla="*/ 19 h 20"/>
                  <a:gd name="T8" fmla="*/ 10 w 20"/>
                  <a:gd name="T9" fmla="*/ 20 h 20"/>
                  <a:gd name="T10" fmla="*/ 2 w 20"/>
                  <a:gd name="T11" fmla="*/ 14 h 20"/>
                  <a:gd name="T12" fmla="*/ 1 w 20"/>
                  <a:gd name="T13" fmla="*/ 11 h 20"/>
                  <a:gd name="T14" fmla="*/ 7 w 20"/>
                  <a:gd name="T15" fmla="*/ 2 h 20"/>
                  <a:gd name="T16" fmla="*/ 11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1" y="1"/>
                    </a:moveTo>
                    <a:cubicBezTo>
                      <a:pt x="19" y="6"/>
                      <a:pt x="19" y="6"/>
                      <a:pt x="19" y="6"/>
                    </a:cubicBezTo>
                    <a:cubicBezTo>
                      <a:pt x="20" y="7"/>
                      <a:pt x="20" y="9"/>
                      <a:pt x="19" y="10"/>
                    </a:cubicBezTo>
                    <a:cubicBezTo>
                      <a:pt x="14" y="19"/>
                      <a:pt x="14" y="19"/>
                      <a:pt x="14" y="19"/>
                    </a:cubicBezTo>
                    <a:cubicBezTo>
                      <a:pt x="13" y="20"/>
                      <a:pt x="11" y="20"/>
                      <a:pt x="10" y="20"/>
                    </a:cubicBezTo>
                    <a:cubicBezTo>
                      <a:pt x="2" y="14"/>
                      <a:pt x="2" y="14"/>
                      <a:pt x="2" y="14"/>
                    </a:cubicBezTo>
                    <a:cubicBezTo>
                      <a:pt x="1" y="14"/>
                      <a:pt x="0" y="12"/>
                      <a:pt x="1" y="11"/>
                    </a:cubicBezTo>
                    <a:cubicBezTo>
                      <a:pt x="7" y="2"/>
                      <a:pt x="7" y="2"/>
                      <a:pt x="7" y="2"/>
                    </a:cubicBezTo>
                    <a:cubicBezTo>
                      <a:pt x="8" y="1"/>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8" name="Freeform 110"/>
              <p:cNvSpPr>
                <a:spLocks/>
              </p:cNvSpPr>
              <p:nvPr/>
            </p:nvSpPr>
            <p:spPr bwMode="auto">
              <a:xfrm>
                <a:off x="2798" y="3523"/>
                <a:ext cx="20" cy="19"/>
              </a:xfrm>
              <a:custGeom>
                <a:avLst/>
                <a:gdLst>
                  <a:gd name="T0" fmla="*/ 8 w 18"/>
                  <a:gd name="T1" fmla="*/ 0 h 17"/>
                  <a:gd name="T2" fmla="*/ 17 w 18"/>
                  <a:gd name="T3" fmla="*/ 6 h 17"/>
                  <a:gd name="T4" fmla="*/ 18 w 18"/>
                  <a:gd name="T5" fmla="*/ 9 h 17"/>
                  <a:gd name="T6" fmla="*/ 14 w 18"/>
                  <a:gd name="T7" fmla="*/ 16 h 17"/>
                  <a:gd name="T8" fmla="*/ 11 w 18"/>
                  <a:gd name="T9" fmla="*/ 16 h 17"/>
                  <a:gd name="T10" fmla="*/ 2 w 18"/>
                  <a:gd name="T11" fmla="*/ 11 h 17"/>
                  <a:gd name="T12" fmla="*/ 1 w 18"/>
                  <a:gd name="T13" fmla="*/ 8 h 17"/>
                  <a:gd name="T14" fmla="*/ 5 w 18"/>
                  <a:gd name="T15" fmla="*/ 1 h 17"/>
                  <a:gd name="T16" fmla="*/ 8 w 18"/>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8" y="0"/>
                    </a:moveTo>
                    <a:cubicBezTo>
                      <a:pt x="17" y="6"/>
                      <a:pt x="17" y="6"/>
                      <a:pt x="17" y="6"/>
                    </a:cubicBezTo>
                    <a:cubicBezTo>
                      <a:pt x="18" y="7"/>
                      <a:pt x="18" y="8"/>
                      <a:pt x="18" y="9"/>
                    </a:cubicBezTo>
                    <a:cubicBezTo>
                      <a:pt x="14" y="16"/>
                      <a:pt x="14" y="16"/>
                      <a:pt x="14" y="16"/>
                    </a:cubicBezTo>
                    <a:cubicBezTo>
                      <a:pt x="13" y="17"/>
                      <a:pt x="12" y="17"/>
                      <a:pt x="11" y="16"/>
                    </a:cubicBezTo>
                    <a:cubicBezTo>
                      <a:pt x="2" y="11"/>
                      <a:pt x="2" y="11"/>
                      <a:pt x="2" y="11"/>
                    </a:cubicBezTo>
                    <a:cubicBezTo>
                      <a:pt x="1" y="10"/>
                      <a:pt x="0" y="9"/>
                      <a:pt x="1" y="8"/>
                    </a:cubicBezTo>
                    <a:cubicBezTo>
                      <a:pt x="5" y="1"/>
                      <a:pt x="5" y="1"/>
                      <a:pt x="5" y="1"/>
                    </a:cubicBezTo>
                    <a:cubicBezTo>
                      <a:pt x="6"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9" name="Freeform 111"/>
              <p:cNvSpPr>
                <a:spLocks/>
              </p:cNvSpPr>
              <p:nvPr/>
            </p:nvSpPr>
            <p:spPr bwMode="auto">
              <a:xfrm>
                <a:off x="2771" y="3527"/>
                <a:ext cx="38" cy="33"/>
              </a:xfrm>
              <a:custGeom>
                <a:avLst/>
                <a:gdLst>
                  <a:gd name="T0" fmla="*/ 10 w 34"/>
                  <a:gd name="T1" fmla="*/ 1 h 30"/>
                  <a:gd name="T2" fmla="*/ 32 w 34"/>
                  <a:gd name="T3" fmla="*/ 15 h 30"/>
                  <a:gd name="T4" fmla="*/ 33 w 34"/>
                  <a:gd name="T5" fmla="*/ 19 h 30"/>
                  <a:gd name="T6" fmla="*/ 28 w 34"/>
                  <a:gd name="T7" fmla="*/ 28 h 30"/>
                  <a:gd name="T8" fmla="*/ 24 w 34"/>
                  <a:gd name="T9" fmla="*/ 29 h 30"/>
                  <a:gd name="T10" fmla="*/ 2 w 34"/>
                  <a:gd name="T11" fmla="*/ 14 h 30"/>
                  <a:gd name="T12" fmla="*/ 1 w 34"/>
                  <a:gd name="T13" fmla="*/ 10 h 30"/>
                  <a:gd name="T14" fmla="*/ 6 w 34"/>
                  <a:gd name="T15" fmla="*/ 2 h 30"/>
                  <a:gd name="T16" fmla="*/ 10 w 34"/>
                  <a:gd name="T17"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0">
                    <a:moveTo>
                      <a:pt x="10" y="1"/>
                    </a:moveTo>
                    <a:cubicBezTo>
                      <a:pt x="32" y="15"/>
                      <a:pt x="32" y="15"/>
                      <a:pt x="32" y="15"/>
                    </a:cubicBezTo>
                    <a:cubicBezTo>
                      <a:pt x="34" y="16"/>
                      <a:pt x="34" y="18"/>
                      <a:pt x="33" y="19"/>
                    </a:cubicBezTo>
                    <a:cubicBezTo>
                      <a:pt x="28" y="28"/>
                      <a:pt x="28" y="28"/>
                      <a:pt x="28" y="28"/>
                    </a:cubicBezTo>
                    <a:cubicBezTo>
                      <a:pt x="27" y="29"/>
                      <a:pt x="25" y="30"/>
                      <a:pt x="24" y="29"/>
                    </a:cubicBezTo>
                    <a:cubicBezTo>
                      <a:pt x="2" y="14"/>
                      <a:pt x="2" y="14"/>
                      <a:pt x="2" y="14"/>
                    </a:cubicBezTo>
                    <a:cubicBezTo>
                      <a:pt x="0" y="14"/>
                      <a:pt x="0" y="12"/>
                      <a:pt x="1" y="10"/>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0" name="Freeform 112"/>
              <p:cNvSpPr>
                <a:spLocks/>
              </p:cNvSpPr>
              <p:nvPr/>
            </p:nvSpPr>
            <p:spPr bwMode="auto">
              <a:xfrm>
                <a:off x="2771" y="3551"/>
                <a:ext cx="27" cy="26"/>
              </a:xfrm>
              <a:custGeom>
                <a:avLst/>
                <a:gdLst>
                  <a:gd name="T0" fmla="*/ 10 w 24"/>
                  <a:gd name="T1" fmla="*/ 1 h 23"/>
                  <a:gd name="T2" fmla="*/ 22 w 24"/>
                  <a:gd name="T3" fmla="*/ 9 h 23"/>
                  <a:gd name="T4" fmla="*/ 23 w 24"/>
                  <a:gd name="T5" fmla="*/ 13 h 23"/>
                  <a:gd name="T6" fmla="*/ 18 w 24"/>
                  <a:gd name="T7" fmla="*/ 22 h 23"/>
                  <a:gd name="T8" fmla="*/ 14 w 24"/>
                  <a:gd name="T9" fmla="*/ 22 h 23"/>
                  <a:gd name="T10" fmla="*/ 2 w 24"/>
                  <a:gd name="T11" fmla="*/ 15 h 23"/>
                  <a:gd name="T12" fmla="*/ 1 w 24"/>
                  <a:gd name="T13" fmla="*/ 11 h 23"/>
                  <a:gd name="T14" fmla="*/ 6 w 24"/>
                  <a:gd name="T15" fmla="*/ 2 h 23"/>
                  <a:gd name="T16" fmla="*/ 10 w 24"/>
                  <a:gd name="T17"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3">
                    <a:moveTo>
                      <a:pt x="10" y="1"/>
                    </a:moveTo>
                    <a:cubicBezTo>
                      <a:pt x="22" y="9"/>
                      <a:pt x="22" y="9"/>
                      <a:pt x="22" y="9"/>
                    </a:cubicBezTo>
                    <a:cubicBezTo>
                      <a:pt x="24" y="10"/>
                      <a:pt x="24" y="12"/>
                      <a:pt x="23" y="13"/>
                    </a:cubicBezTo>
                    <a:cubicBezTo>
                      <a:pt x="18" y="22"/>
                      <a:pt x="18" y="22"/>
                      <a:pt x="18" y="22"/>
                    </a:cubicBezTo>
                    <a:cubicBezTo>
                      <a:pt x="17" y="23"/>
                      <a:pt x="15" y="23"/>
                      <a:pt x="14" y="22"/>
                    </a:cubicBezTo>
                    <a:cubicBezTo>
                      <a:pt x="2" y="15"/>
                      <a:pt x="2" y="15"/>
                      <a:pt x="2" y="15"/>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1" name="Freeform 113"/>
              <p:cNvSpPr>
                <a:spLocks/>
              </p:cNvSpPr>
              <p:nvPr/>
            </p:nvSpPr>
            <p:spPr bwMode="auto">
              <a:xfrm>
                <a:off x="2747" y="3560"/>
                <a:ext cx="40" cy="35"/>
              </a:xfrm>
              <a:custGeom>
                <a:avLst/>
                <a:gdLst>
                  <a:gd name="T0" fmla="*/ 10 w 36"/>
                  <a:gd name="T1" fmla="*/ 1 h 31"/>
                  <a:gd name="T2" fmla="*/ 34 w 36"/>
                  <a:gd name="T3" fmla="*/ 17 h 31"/>
                  <a:gd name="T4" fmla="*/ 35 w 36"/>
                  <a:gd name="T5" fmla="*/ 21 h 31"/>
                  <a:gd name="T6" fmla="*/ 29 w 36"/>
                  <a:gd name="T7" fmla="*/ 29 h 31"/>
                  <a:gd name="T8" fmla="*/ 26 w 36"/>
                  <a:gd name="T9" fmla="*/ 30 h 31"/>
                  <a:gd name="T10" fmla="*/ 2 w 36"/>
                  <a:gd name="T11" fmla="*/ 15 h 31"/>
                  <a:gd name="T12" fmla="*/ 1 w 36"/>
                  <a:gd name="T13" fmla="*/ 11 h 31"/>
                  <a:gd name="T14" fmla="*/ 6 w 36"/>
                  <a:gd name="T15" fmla="*/ 2 h 31"/>
                  <a:gd name="T16" fmla="*/ 10 w 36"/>
                  <a:gd name="T1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1">
                    <a:moveTo>
                      <a:pt x="10" y="1"/>
                    </a:moveTo>
                    <a:cubicBezTo>
                      <a:pt x="34" y="17"/>
                      <a:pt x="34" y="17"/>
                      <a:pt x="34" y="17"/>
                    </a:cubicBezTo>
                    <a:cubicBezTo>
                      <a:pt x="36" y="18"/>
                      <a:pt x="36" y="19"/>
                      <a:pt x="35" y="21"/>
                    </a:cubicBezTo>
                    <a:cubicBezTo>
                      <a:pt x="29" y="29"/>
                      <a:pt x="29" y="29"/>
                      <a:pt x="29" y="29"/>
                    </a:cubicBezTo>
                    <a:cubicBezTo>
                      <a:pt x="29" y="31"/>
                      <a:pt x="27" y="31"/>
                      <a:pt x="26" y="30"/>
                    </a:cubicBezTo>
                    <a:cubicBezTo>
                      <a:pt x="2" y="15"/>
                      <a:pt x="2" y="15"/>
                      <a:pt x="2" y="15"/>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2" name="Freeform 114"/>
              <p:cNvSpPr>
                <a:spLocks/>
              </p:cNvSpPr>
              <p:nvPr/>
            </p:nvSpPr>
            <p:spPr bwMode="auto">
              <a:xfrm>
                <a:off x="2753" y="3590"/>
                <a:ext cx="23" cy="23"/>
              </a:xfrm>
              <a:custGeom>
                <a:avLst/>
                <a:gdLst>
                  <a:gd name="T0" fmla="*/ 10 w 20"/>
                  <a:gd name="T1" fmla="*/ 0 h 20"/>
                  <a:gd name="T2" fmla="*/ 18 w 20"/>
                  <a:gd name="T3" fmla="*/ 5 h 20"/>
                  <a:gd name="T4" fmla="*/ 19 w 20"/>
                  <a:gd name="T5" fmla="*/ 9 h 20"/>
                  <a:gd name="T6" fmla="*/ 13 w 20"/>
                  <a:gd name="T7" fmla="*/ 18 h 20"/>
                  <a:gd name="T8" fmla="*/ 10 w 20"/>
                  <a:gd name="T9" fmla="*/ 19 h 20"/>
                  <a:gd name="T10" fmla="*/ 2 w 20"/>
                  <a:gd name="T11" fmla="*/ 14 h 20"/>
                  <a:gd name="T12" fmla="*/ 1 w 20"/>
                  <a:gd name="T13" fmla="*/ 10 h 20"/>
                  <a:gd name="T14" fmla="*/ 7 w 20"/>
                  <a:gd name="T15" fmla="*/ 1 h 20"/>
                  <a:gd name="T16" fmla="*/ 10 w 20"/>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0"/>
                    </a:moveTo>
                    <a:cubicBezTo>
                      <a:pt x="18" y="5"/>
                      <a:pt x="18" y="5"/>
                      <a:pt x="18" y="5"/>
                    </a:cubicBezTo>
                    <a:cubicBezTo>
                      <a:pt x="19" y="6"/>
                      <a:pt x="20" y="8"/>
                      <a:pt x="19" y="9"/>
                    </a:cubicBezTo>
                    <a:cubicBezTo>
                      <a:pt x="13" y="18"/>
                      <a:pt x="13" y="18"/>
                      <a:pt x="13" y="18"/>
                    </a:cubicBezTo>
                    <a:cubicBezTo>
                      <a:pt x="12" y="19"/>
                      <a:pt x="11" y="20"/>
                      <a:pt x="10" y="19"/>
                    </a:cubicBezTo>
                    <a:cubicBezTo>
                      <a:pt x="2" y="14"/>
                      <a:pt x="2" y="14"/>
                      <a:pt x="2" y="14"/>
                    </a:cubicBezTo>
                    <a:cubicBezTo>
                      <a:pt x="0" y="13"/>
                      <a:pt x="0" y="11"/>
                      <a:pt x="1" y="10"/>
                    </a:cubicBezTo>
                    <a:cubicBezTo>
                      <a:pt x="7" y="1"/>
                      <a:pt x="7" y="1"/>
                      <a:pt x="7"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3" name="Freeform 115"/>
              <p:cNvSpPr>
                <a:spLocks/>
              </p:cNvSpPr>
              <p:nvPr/>
            </p:nvSpPr>
            <p:spPr bwMode="auto">
              <a:xfrm>
                <a:off x="2742" y="3607"/>
                <a:ext cx="22" cy="22"/>
              </a:xfrm>
              <a:custGeom>
                <a:avLst/>
                <a:gdLst>
                  <a:gd name="T0" fmla="*/ 10 w 20"/>
                  <a:gd name="T1" fmla="*/ 1 h 20"/>
                  <a:gd name="T2" fmla="*/ 18 w 20"/>
                  <a:gd name="T3" fmla="*/ 6 h 20"/>
                  <a:gd name="T4" fmla="*/ 19 w 20"/>
                  <a:gd name="T5" fmla="*/ 10 h 20"/>
                  <a:gd name="T6" fmla="*/ 13 w 20"/>
                  <a:gd name="T7" fmla="*/ 19 h 20"/>
                  <a:gd name="T8" fmla="*/ 9 w 20"/>
                  <a:gd name="T9" fmla="*/ 20 h 20"/>
                  <a:gd name="T10" fmla="*/ 1 w 20"/>
                  <a:gd name="T11" fmla="*/ 14 h 20"/>
                  <a:gd name="T12" fmla="*/ 1 w 20"/>
                  <a:gd name="T13" fmla="*/ 11 h 20"/>
                  <a:gd name="T14" fmla="*/ 6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19" y="7"/>
                      <a:pt x="20" y="9"/>
                      <a:pt x="19" y="10"/>
                    </a:cubicBezTo>
                    <a:cubicBezTo>
                      <a:pt x="13" y="19"/>
                      <a:pt x="13" y="19"/>
                      <a:pt x="13" y="19"/>
                    </a:cubicBezTo>
                    <a:cubicBezTo>
                      <a:pt x="12" y="20"/>
                      <a:pt x="11" y="20"/>
                      <a:pt x="9" y="20"/>
                    </a:cubicBezTo>
                    <a:cubicBezTo>
                      <a:pt x="1" y="14"/>
                      <a:pt x="1" y="14"/>
                      <a:pt x="1" y="14"/>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4" name="Freeform 116"/>
              <p:cNvSpPr>
                <a:spLocks/>
              </p:cNvSpPr>
              <p:nvPr/>
            </p:nvSpPr>
            <p:spPr bwMode="auto">
              <a:xfrm>
                <a:off x="2782" y="3512"/>
                <a:ext cx="19" cy="19"/>
              </a:xfrm>
              <a:custGeom>
                <a:avLst/>
                <a:gdLst>
                  <a:gd name="T0" fmla="*/ 8 w 17"/>
                  <a:gd name="T1" fmla="*/ 1 h 17"/>
                  <a:gd name="T2" fmla="*/ 16 w 17"/>
                  <a:gd name="T3" fmla="*/ 6 h 17"/>
                  <a:gd name="T4" fmla="*/ 16 w 17"/>
                  <a:gd name="T5" fmla="*/ 9 h 17"/>
                  <a:gd name="T6" fmla="*/ 12 w 17"/>
                  <a:gd name="T7" fmla="*/ 16 h 17"/>
                  <a:gd name="T8" fmla="*/ 9 w 17"/>
                  <a:gd name="T9" fmla="*/ 16 h 17"/>
                  <a:gd name="T10" fmla="*/ 1 w 17"/>
                  <a:gd name="T11" fmla="*/ 11 h 17"/>
                  <a:gd name="T12" fmla="*/ 1 w 17"/>
                  <a:gd name="T13" fmla="*/ 8 h 17"/>
                  <a:gd name="T14" fmla="*/ 5 w 17"/>
                  <a:gd name="T15" fmla="*/ 2 h 17"/>
                  <a:gd name="T16" fmla="*/ 8 w 17"/>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8" y="1"/>
                    </a:moveTo>
                    <a:cubicBezTo>
                      <a:pt x="16" y="6"/>
                      <a:pt x="16" y="6"/>
                      <a:pt x="16" y="6"/>
                    </a:cubicBezTo>
                    <a:cubicBezTo>
                      <a:pt x="17" y="7"/>
                      <a:pt x="17" y="8"/>
                      <a:pt x="16" y="9"/>
                    </a:cubicBezTo>
                    <a:cubicBezTo>
                      <a:pt x="12" y="16"/>
                      <a:pt x="12" y="16"/>
                      <a:pt x="12" y="16"/>
                    </a:cubicBezTo>
                    <a:cubicBezTo>
                      <a:pt x="11" y="17"/>
                      <a:pt x="10" y="17"/>
                      <a:pt x="9" y="16"/>
                    </a:cubicBezTo>
                    <a:cubicBezTo>
                      <a:pt x="1" y="11"/>
                      <a:pt x="1" y="11"/>
                      <a:pt x="1" y="11"/>
                    </a:cubicBezTo>
                    <a:cubicBezTo>
                      <a:pt x="0" y="11"/>
                      <a:pt x="0" y="9"/>
                      <a:pt x="1" y="8"/>
                    </a:cubicBezTo>
                    <a:cubicBezTo>
                      <a:pt x="5" y="2"/>
                      <a:pt x="5" y="2"/>
                      <a:pt x="5" y="2"/>
                    </a:cubicBezTo>
                    <a:cubicBezTo>
                      <a:pt x="6" y="1"/>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5" name="Freeform 117"/>
              <p:cNvSpPr>
                <a:spLocks/>
              </p:cNvSpPr>
              <p:nvPr/>
            </p:nvSpPr>
            <p:spPr bwMode="auto">
              <a:xfrm>
                <a:off x="2766" y="3502"/>
                <a:ext cx="18" cy="18"/>
              </a:xfrm>
              <a:custGeom>
                <a:avLst/>
                <a:gdLst>
                  <a:gd name="T0" fmla="*/ 8 w 17"/>
                  <a:gd name="T1" fmla="*/ 1 h 16"/>
                  <a:gd name="T2" fmla="*/ 16 w 17"/>
                  <a:gd name="T3" fmla="*/ 6 h 16"/>
                  <a:gd name="T4" fmla="*/ 17 w 17"/>
                  <a:gd name="T5" fmla="*/ 9 h 16"/>
                  <a:gd name="T6" fmla="*/ 12 w 17"/>
                  <a:gd name="T7" fmla="*/ 15 h 16"/>
                  <a:gd name="T8" fmla="*/ 9 w 17"/>
                  <a:gd name="T9" fmla="*/ 16 h 16"/>
                  <a:gd name="T10" fmla="*/ 2 w 17"/>
                  <a:gd name="T11" fmla="*/ 11 h 16"/>
                  <a:gd name="T12" fmla="*/ 1 w 17"/>
                  <a:gd name="T13" fmla="*/ 8 h 16"/>
                  <a:gd name="T14" fmla="*/ 5 w 17"/>
                  <a:gd name="T15" fmla="*/ 1 h 16"/>
                  <a:gd name="T16" fmla="*/ 8 w 17"/>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8" y="1"/>
                    </a:moveTo>
                    <a:cubicBezTo>
                      <a:pt x="16" y="6"/>
                      <a:pt x="16" y="6"/>
                      <a:pt x="16" y="6"/>
                    </a:cubicBezTo>
                    <a:cubicBezTo>
                      <a:pt x="17" y="6"/>
                      <a:pt x="17" y="8"/>
                      <a:pt x="17" y="9"/>
                    </a:cubicBezTo>
                    <a:cubicBezTo>
                      <a:pt x="12" y="15"/>
                      <a:pt x="12" y="15"/>
                      <a:pt x="12" y="15"/>
                    </a:cubicBezTo>
                    <a:cubicBezTo>
                      <a:pt x="12" y="16"/>
                      <a:pt x="10" y="16"/>
                      <a:pt x="9" y="16"/>
                    </a:cubicBezTo>
                    <a:cubicBezTo>
                      <a:pt x="2" y="11"/>
                      <a:pt x="2" y="11"/>
                      <a:pt x="2" y="11"/>
                    </a:cubicBezTo>
                    <a:cubicBezTo>
                      <a:pt x="1" y="10"/>
                      <a:pt x="0" y="9"/>
                      <a:pt x="1" y="8"/>
                    </a:cubicBezTo>
                    <a:cubicBezTo>
                      <a:pt x="5" y="1"/>
                      <a:pt x="5" y="1"/>
                      <a:pt x="5" y="1"/>
                    </a:cubicBezTo>
                    <a:cubicBezTo>
                      <a:pt x="6"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6" name="Freeform 118"/>
              <p:cNvSpPr>
                <a:spLocks/>
              </p:cNvSpPr>
              <p:nvPr/>
            </p:nvSpPr>
            <p:spPr bwMode="auto">
              <a:xfrm>
                <a:off x="2750" y="3492"/>
                <a:ext cx="19" cy="18"/>
              </a:xfrm>
              <a:custGeom>
                <a:avLst/>
                <a:gdLst>
                  <a:gd name="T0" fmla="*/ 8 w 17"/>
                  <a:gd name="T1" fmla="*/ 0 h 16"/>
                  <a:gd name="T2" fmla="*/ 15 w 17"/>
                  <a:gd name="T3" fmla="*/ 5 h 16"/>
                  <a:gd name="T4" fmla="*/ 16 w 17"/>
                  <a:gd name="T5" fmla="*/ 8 h 16"/>
                  <a:gd name="T6" fmla="*/ 12 w 17"/>
                  <a:gd name="T7" fmla="*/ 15 h 16"/>
                  <a:gd name="T8" fmla="*/ 9 w 17"/>
                  <a:gd name="T9" fmla="*/ 15 h 16"/>
                  <a:gd name="T10" fmla="*/ 1 w 17"/>
                  <a:gd name="T11" fmla="*/ 10 h 16"/>
                  <a:gd name="T12" fmla="*/ 0 w 17"/>
                  <a:gd name="T13" fmla="*/ 7 h 16"/>
                  <a:gd name="T14" fmla="*/ 5 w 17"/>
                  <a:gd name="T15" fmla="*/ 1 h 16"/>
                  <a:gd name="T16" fmla="*/ 8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8" y="0"/>
                    </a:moveTo>
                    <a:cubicBezTo>
                      <a:pt x="15" y="5"/>
                      <a:pt x="15" y="5"/>
                      <a:pt x="15" y="5"/>
                    </a:cubicBezTo>
                    <a:cubicBezTo>
                      <a:pt x="16" y="6"/>
                      <a:pt x="17" y="7"/>
                      <a:pt x="16" y="8"/>
                    </a:cubicBezTo>
                    <a:cubicBezTo>
                      <a:pt x="12" y="15"/>
                      <a:pt x="12" y="15"/>
                      <a:pt x="12" y="15"/>
                    </a:cubicBezTo>
                    <a:cubicBezTo>
                      <a:pt x="11" y="16"/>
                      <a:pt x="10" y="16"/>
                      <a:pt x="9" y="15"/>
                    </a:cubicBezTo>
                    <a:cubicBezTo>
                      <a:pt x="1" y="10"/>
                      <a:pt x="1" y="10"/>
                      <a:pt x="1" y="10"/>
                    </a:cubicBezTo>
                    <a:cubicBezTo>
                      <a:pt x="0" y="10"/>
                      <a:pt x="0" y="8"/>
                      <a:pt x="0" y="7"/>
                    </a:cubicBezTo>
                    <a:cubicBezTo>
                      <a:pt x="5" y="1"/>
                      <a:pt x="5" y="1"/>
                      <a:pt x="5" y="1"/>
                    </a:cubicBezTo>
                    <a:cubicBezTo>
                      <a:pt x="5"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7" name="Freeform 119"/>
              <p:cNvSpPr>
                <a:spLocks/>
              </p:cNvSpPr>
              <p:nvPr/>
            </p:nvSpPr>
            <p:spPr bwMode="auto">
              <a:xfrm>
                <a:off x="2733" y="3481"/>
                <a:ext cx="19" cy="19"/>
              </a:xfrm>
              <a:custGeom>
                <a:avLst/>
                <a:gdLst>
                  <a:gd name="T0" fmla="*/ 8 w 17"/>
                  <a:gd name="T1" fmla="*/ 1 h 17"/>
                  <a:gd name="T2" fmla="*/ 16 w 17"/>
                  <a:gd name="T3" fmla="*/ 6 h 17"/>
                  <a:gd name="T4" fmla="*/ 16 w 17"/>
                  <a:gd name="T5" fmla="*/ 9 h 17"/>
                  <a:gd name="T6" fmla="*/ 12 w 17"/>
                  <a:gd name="T7" fmla="*/ 15 h 17"/>
                  <a:gd name="T8" fmla="*/ 9 w 17"/>
                  <a:gd name="T9" fmla="*/ 16 h 17"/>
                  <a:gd name="T10" fmla="*/ 1 w 17"/>
                  <a:gd name="T11" fmla="*/ 11 h 17"/>
                  <a:gd name="T12" fmla="*/ 1 w 17"/>
                  <a:gd name="T13" fmla="*/ 8 h 17"/>
                  <a:gd name="T14" fmla="*/ 5 w 17"/>
                  <a:gd name="T15" fmla="*/ 1 h 17"/>
                  <a:gd name="T16" fmla="*/ 8 w 17"/>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8" y="1"/>
                    </a:moveTo>
                    <a:cubicBezTo>
                      <a:pt x="16" y="6"/>
                      <a:pt x="16" y="6"/>
                      <a:pt x="16" y="6"/>
                    </a:cubicBezTo>
                    <a:cubicBezTo>
                      <a:pt x="17" y="6"/>
                      <a:pt x="17" y="8"/>
                      <a:pt x="16" y="9"/>
                    </a:cubicBezTo>
                    <a:cubicBezTo>
                      <a:pt x="12" y="15"/>
                      <a:pt x="12" y="15"/>
                      <a:pt x="12" y="15"/>
                    </a:cubicBezTo>
                    <a:cubicBezTo>
                      <a:pt x="11" y="16"/>
                      <a:pt x="10" y="17"/>
                      <a:pt x="9" y="16"/>
                    </a:cubicBezTo>
                    <a:cubicBezTo>
                      <a:pt x="1" y="11"/>
                      <a:pt x="1" y="11"/>
                      <a:pt x="1" y="11"/>
                    </a:cubicBezTo>
                    <a:cubicBezTo>
                      <a:pt x="0" y="10"/>
                      <a:pt x="0" y="9"/>
                      <a:pt x="1" y="8"/>
                    </a:cubicBezTo>
                    <a:cubicBezTo>
                      <a:pt x="5" y="1"/>
                      <a:pt x="5" y="1"/>
                      <a:pt x="5" y="1"/>
                    </a:cubicBezTo>
                    <a:cubicBezTo>
                      <a:pt x="6"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8" name="Freeform 120"/>
              <p:cNvSpPr>
                <a:spLocks/>
              </p:cNvSpPr>
              <p:nvPr/>
            </p:nvSpPr>
            <p:spPr bwMode="auto">
              <a:xfrm>
                <a:off x="2716" y="3471"/>
                <a:ext cx="19" cy="18"/>
              </a:xfrm>
              <a:custGeom>
                <a:avLst/>
                <a:gdLst>
                  <a:gd name="T0" fmla="*/ 8 w 17"/>
                  <a:gd name="T1" fmla="*/ 0 h 16"/>
                  <a:gd name="T2" fmla="*/ 16 w 17"/>
                  <a:gd name="T3" fmla="*/ 5 h 16"/>
                  <a:gd name="T4" fmla="*/ 17 w 17"/>
                  <a:gd name="T5" fmla="*/ 8 h 16"/>
                  <a:gd name="T6" fmla="*/ 12 w 17"/>
                  <a:gd name="T7" fmla="*/ 15 h 16"/>
                  <a:gd name="T8" fmla="*/ 9 w 17"/>
                  <a:gd name="T9" fmla="*/ 15 h 16"/>
                  <a:gd name="T10" fmla="*/ 2 w 17"/>
                  <a:gd name="T11" fmla="*/ 10 h 16"/>
                  <a:gd name="T12" fmla="*/ 1 w 17"/>
                  <a:gd name="T13" fmla="*/ 7 h 16"/>
                  <a:gd name="T14" fmla="*/ 5 w 17"/>
                  <a:gd name="T15" fmla="*/ 1 h 16"/>
                  <a:gd name="T16" fmla="*/ 8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8" y="0"/>
                    </a:moveTo>
                    <a:cubicBezTo>
                      <a:pt x="16" y="5"/>
                      <a:pt x="16" y="5"/>
                      <a:pt x="16" y="5"/>
                    </a:cubicBezTo>
                    <a:cubicBezTo>
                      <a:pt x="17" y="6"/>
                      <a:pt x="17" y="7"/>
                      <a:pt x="17" y="8"/>
                    </a:cubicBezTo>
                    <a:cubicBezTo>
                      <a:pt x="12" y="15"/>
                      <a:pt x="12" y="15"/>
                      <a:pt x="12" y="15"/>
                    </a:cubicBezTo>
                    <a:cubicBezTo>
                      <a:pt x="12" y="16"/>
                      <a:pt x="10" y="16"/>
                      <a:pt x="9" y="15"/>
                    </a:cubicBezTo>
                    <a:cubicBezTo>
                      <a:pt x="2" y="10"/>
                      <a:pt x="2" y="10"/>
                      <a:pt x="2" y="10"/>
                    </a:cubicBezTo>
                    <a:cubicBezTo>
                      <a:pt x="1" y="10"/>
                      <a:pt x="0" y="8"/>
                      <a:pt x="1" y="7"/>
                    </a:cubicBezTo>
                    <a:cubicBezTo>
                      <a:pt x="5" y="1"/>
                      <a:pt x="5" y="1"/>
                      <a:pt x="5" y="1"/>
                    </a:cubicBezTo>
                    <a:cubicBezTo>
                      <a:pt x="6"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9" name="Freeform 121"/>
              <p:cNvSpPr>
                <a:spLocks/>
              </p:cNvSpPr>
              <p:nvPr/>
            </p:nvSpPr>
            <p:spPr bwMode="auto">
              <a:xfrm>
                <a:off x="2701" y="3460"/>
                <a:ext cx="19" cy="19"/>
              </a:xfrm>
              <a:custGeom>
                <a:avLst/>
                <a:gdLst>
                  <a:gd name="T0" fmla="*/ 8 w 17"/>
                  <a:gd name="T1" fmla="*/ 1 h 17"/>
                  <a:gd name="T2" fmla="*/ 15 w 17"/>
                  <a:gd name="T3" fmla="*/ 6 h 17"/>
                  <a:gd name="T4" fmla="*/ 16 w 17"/>
                  <a:gd name="T5" fmla="*/ 9 h 17"/>
                  <a:gd name="T6" fmla="*/ 12 w 17"/>
                  <a:gd name="T7" fmla="*/ 15 h 17"/>
                  <a:gd name="T8" fmla="*/ 9 w 17"/>
                  <a:gd name="T9" fmla="*/ 16 h 17"/>
                  <a:gd name="T10" fmla="*/ 1 w 17"/>
                  <a:gd name="T11" fmla="*/ 11 h 17"/>
                  <a:gd name="T12" fmla="*/ 0 w 17"/>
                  <a:gd name="T13" fmla="*/ 8 h 17"/>
                  <a:gd name="T14" fmla="*/ 5 w 17"/>
                  <a:gd name="T15" fmla="*/ 1 h 17"/>
                  <a:gd name="T16" fmla="*/ 8 w 17"/>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8" y="1"/>
                    </a:moveTo>
                    <a:cubicBezTo>
                      <a:pt x="15" y="6"/>
                      <a:pt x="15" y="6"/>
                      <a:pt x="15" y="6"/>
                    </a:cubicBezTo>
                    <a:cubicBezTo>
                      <a:pt x="16" y="6"/>
                      <a:pt x="17" y="8"/>
                      <a:pt x="16" y="9"/>
                    </a:cubicBezTo>
                    <a:cubicBezTo>
                      <a:pt x="12" y="15"/>
                      <a:pt x="12" y="15"/>
                      <a:pt x="12" y="15"/>
                    </a:cubicBezTo>
                    <a:cubicBezTo>
                      <a:pt x="11" y="16"/>
                      <a:pt x="10" y="17"/>
                      <a:pt x="9" y="16"/>
                    </a:cubicBezTo>
                    <a:cubicBezTo>
                      <a:pt x="1" y="11"/>
                      <a:pt x="1" y="11"/>
                      <a:pt x="1" y="11"/>
                    </a:cubicBezTo>
                    <a:cubicBezTo>
                      <a:pt x="0" y="10"/>
                      <a:pt x="0" y="9"/>
                      <a:pt x="0" y="8"/>
                    </a:cubicBezTo>
                    <a:cubicBezTo>
                      <a:pt x="5" y="1"/>
                      <a:pt x="5" y="1"/>
                      <a:pt x="5" y="1"/>
                    </a:cubicBezTo>
                    <a:cubicBezTo>
                      <a:pt x="5"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0" name="Freeform 122"/>
              <p:cNvSpPr>
                <a:spLocks/>
              </p:cNvSpPr>
              <p:nvPr/>
            </p:nvSpPr>
            <p:spPr bwMode="auto">
              <a:xfrm>
                <a:off x="2684" y="3450"/>
                <a:ext cx="19" cy="18"/>
              </a:xfrm>
              <a:custGeom>
                <a:avLst/>
                <a:gdLst>
                  <a:gd name="T0" fmla="*/ 8 w 17"/>
                  <a:gd name="T1" fmla="*/ 0 h 16"/>
                  <a:gd name="T2" fmla="*/ 16 w 17"/>
                  <a:gd name="T3" fmla="*/ 5 h 16"/>
                  <a:gd name="T4" fmla="*/ 16 w 17"/>
                  <a:gd name="T5" fmla="*/ 8 h 16"/>
                  <a:gd name="T6" fmla="*/ 12 w 17"/>
                  <a:gd name="T7" fmla="*/ 15 h 16"/>
                  <a:gd name="T8" fmla="*/ 9 w 17"/>
                  <a:gd name="T9" fmla="*/ 15 h 16"/>
                  <a:gd name="T10" fmla="*/ 1 w 17"/>
                  <a:gd name="T11" fmla="*/ 10 h 16"/>
                  <a:gd name="T12" fmla="*/ 1 w 17"/>
                  <a:gd name="T13" fmla="*/ 7 h 16"/>
                  <a:gd name="T14" fmla="*/ 5 w 17"/>
                  <a:gd name="T15" fmla="*/ 1 h 16"/>
                  <a:gd name="T16" fmla="*/ 8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8" y="0"/>
                    </a:moveTo>
                    <a:cubicBezTo>
                      <a:pt x="16" y="5"/>
                      <a:pt x="16" y="5"/>
                      <a:pt x="16" y="5"/>
                    </a:cubicBezTo>
                    <a:cubicBezTo>
                      <a:pt x="17" y="6"/>
                      <a:pt x="17" y="7"/>
                      <a:pt x="16" y="8"/>
                    </a:cubicBezTo>
                    <a:cubicBezTo>
                      <a:pt x="12" y="15"/>
                      <a:pt x="12" y="15"/>
                      <a:pt x="12" y="15"/>
                    </a:cubicBezTo>
                    <a:cubicBezTo>
                      <a:pt x="11" y="16"/>
                      <a:pt x="10" y="16"/>
                      <a:pt x="9" y="15"/>
                    </a:cubicBezTo>
                    <a:cubicBezTo>
                      <a:pt x="1" y="10"/>
                      <a:pt x="1" y="10"/>
                      <a:pt x="1" y="10"/>
                    </a:cubicBezTo>
                    <a:cubicBezTo>
                      <a:pt x="0" y="10"/>
                      <a:pt x="0" y="8"/>
                      <a:pt x="1" y="7"/>
                    </a:cubicBezTo>
                    <a:cubicBezTo>
                      <a:pt x="5" y="1"/>
                      <a:pt x="5" y="1"/>
                      <a:pt x="5" y="1"/>
                    </a:cubicBezTo>
                    <a:cubicBezTo>
                      <a:pt x="6"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1" name="Freeform 123"/>
              <p:cNvSpPr>
                <a:spLocks/>
              </p:cNvSpPr>
              <p:nvPr/>
            </p:nvSpPr>
            <p:spPr bwMode="auto">
              <a:xfrm>
                <a:off x="2667" y="3439"/>
                <a:ext cx="19" cy="19"/>
              </a:xfrm>
              <a:custGeom>
                <a:avLst/>
                <a:gdLst>
                  <a:gd name="T0" fmla="*/ 8 w 17"/>
                  <a:gd name="T1" fmla="*/ 1 h 17"/>
                  <a:gd name="T2" fmla="*/ 16 w 17"/>
                  <a:gd name="T3" fmla="*/ 6 h 17"/>
                  <a:gd name="T4" fmla="*/ 17 w 17"/>
                  <a:gd name="T5" fmla="*/ 9 h 17"/>
                  <a:gd name="T6" fmla="*/ 12 w 17"/>
                  <a:gd name="T7" fmla="*/ 15 h 17"/>
                  <a:gd name="T8" fmla="*/ 9 w 17"/>
                  <a:gd name="T9" fmla="*/ 16 h 17"/>
                  <a:gd name="T10" fmla="*/ 2 w 17"/>
                  <a:gd name="T11" fmla="*/ 11 h 17"/>
                  <a:gd name="T12" fmla="*/ 1 w 17"/>
                  <a:gd name="T13" fmla="*/ 8 h 17"/>
                  <a:gd name="T14" fmla="*/ 5 w 17"/>
                  <a:gd name="T15" fmla="*/ 1 h 17"/>
                  <a:gd name="T16" fmla="*/ 8 w 17"/>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8" y="1"/>
                    </a:moveTo>
                    <a:cubicBezTo>
                      <a:pt x="16" y="6"/>
                      <a:pt x="16" y="6"/>
                      <a:pt x="16" y="6"/>
                    </a:cubicBezTo>
                    <a:cubicBezTo>
                      <a:pt x="17" y="6"/>
                      <a:pt x="17" y="8"/>
                      <a:pt x="17" y="9"/>
                    </a:cubicBezTo>
                    <a:cubicBezTo>
                      <a:pt x="12" y="15"/>
                      <a:pt x="12" y="15"/>
                      <a:pt x="12" y="15"/>
                    </a:cubicBezTo>
                    <a:cubicBezTo>
                      <a:pt x="12" y="16"/>
                      <a:pt x="10" y="17"/>
                      <a:pt x="9" y="16"/>
                    </a:cubicBezTo>
                    <a:cubicBezTo>
                      <a:pt x="2" y="11"/>
                      <a:pt x="2" y="11"/>
                      <a:pt x="2" y="11"/>
                    </a:cubicBezTo>
                    <a:cubicBezTo>
                      <a:pt x="1" y="10"/>
                      <a:pt x="0" y="9"/>
                      <a:pt x="1" y="8"/>
                    </a:cubicBezTo>
                    <a:cubicBezTo>
                      <a:pt x="5" y="1"/>
                      <a:pt x="5" y="1"/>
                      <a:pt x="5" y="1"/>
                    </a:cubicBezTo>
                    <a:cubicBezTo>
                      <a:pt x="6"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2" name="Freeform 124"/>
              <p:cNvSpPr>
                <a:spLocks/>
              </p:cNvSpPr>
              <p:nvPr/>
            </p:nvSpPr>
            <p:spPr bwMode="auto">
              <a:xfrm>
                <a:off x="2652" y="3428"/>
                <a:ext cx="19" cy="18"/>
              </a:xfrm>
              <a:custGeom>
                <a:avLst/>
                <a:gdLst>
                  <a:gd name="T0" fmla="*/ 8 w 17"/>
                  <a:gd name="T1" fmla="*/ 0 h 16"/>
                  <a:gd name="T2" fmla="*/ 15 w 17"/>
                  <a:gd name="T3" fmla="*/ 5 h 16"/>
                  <a:gd name="T4" fmla="*/ 16 w 17"/>
                  <a:gd name="T5" fmla="*/ 8 h 16"/>
                  <a:gd name="T6" fmla="*/ 12 w 17"/>
                  <a:gd name="T7" fmla="*/ 15 h 16"/>
                  <a:gd name="T8" fmla="*/ 9 w 17"/>
                  <a:gd name="T9" fmla="*/ 15 h 16"/>
                  <a:gd name="T10" fmla="*/ 1 w 17"/>
                  <a:gd name="T11" fmla="*/ 10 h 16"/>
                  <a:gd name="T12" fmla="*/ 0 w 17"/>
                  <a:gd name="T13" fmla="*/ 7 h 16"/>
                  <a:gd name="T14" fmla="*/ 5 w 17"/>
                  <a:gd name="T15" fmla="*/ 1 h 16"/>
                  <a:gd name="T16" fmla="*/ 8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8" y="0"/>
                    </a:moveTo>
                    <a:cubicBezTo>
                      <a:pt x="15" y="5"/>
                      <a:pt x="15" y="5"/>
                      <a:pt x="15" y="5"/>
                    </a:cubicBezTo>
                    <a:cubicBezTo>
                      <a:pt x="16" y="6"/>
                      <a:pt x="17" y="7"/>
                      <a:pt x="16" y="8"/>
                    </a:cubicBezTo>
                    <a:cubicBezTo>
                      <a:pt x="12" y="15"/>
                      <a:pt x="12" y="15"/>
                      <a:pt x="12" y="15"/>
                    </a:cubicBezTo>
                    <a:cubicBezTo>
                      <a:pt x="11" y="16"/>
                      <a:pt x="10" y="16"/>
                      <a:pt x="9" y="15"/>
                    </a:cubicBezTo>
                    <a:cubicBezTo>
                      <a:pt x="1" y="10"/>
                      <a:pt x="1" y="10"/>
                      <a:pt x="1" y="10"/>
                    </a:cubicBezTo>
                    <a:cubicBezTo>
                      <a:pt x="0" y="10"/>
                      <a:pt x="0" y="8"/>
                      <a:pt x="0" y="7"/>
                    </a:cubicBezTo>
                    <a:cubicBezTo>
                      <a:pt x="5" y="1"/>
                      <a:pt x="5" y="1"/>
                      <a:pt x="5" y="1"/>
                    </a:cubicBezTo>
                    <a:cubicBezTo>
                      <a:pt x="5"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3" name="Freeform 125"/>
              <p:cNvSpPr>
                <a:spLocks/>
              </p:cNvSpPr>
              <p:nvPr/>
            </p:nvSpPr>
            <p:spPr bwMode="auto">
              <a:xfrm>
                <a:off x="2635" y="3417"/>
                <a:ext cx="19" cy="19"/>
              </a:xfrm>
              <a:custGeom>
                <a:avLst/>
                <a:gdLst>
                  <a:gd name="T0" fmla="*/ 8 w 17"/>
                  <a:gd name="T1" fmla="*/ 1 h 17"/>
                  <a:gd name="T2" fmla="*/ 16 w 17"/>
                  <a:gd name="T3" fmla="*/ 6 h 17"/>
                  <a:gd name="T4" fmla="*/ 16 w 17"/>
                  <a:gd name="T5" fmla="*/ 9 h 17"/>
                  <a:gd name="T6" fmla="*/ 12 w 17"/>
                  <a:gd name="T7" fmla="*/ 15 h 17"/>
                  <a:gd name="T8" fmla="*/ 9 w 17"/>
                  <a:gd name="T9" fmla="*/ 16 h 17"/>
                  <a:gd name="T10" fmla="*/ 1 w 17"/>
                  <a:gd name="T11" fmla="*/ 11 h 17"/>
                  <a:gd name="T12" fmla="*/ 1 w 17"/>
                  <a:gd name="T13" fmla="*/ 8 h 17"/>
                  <a:gd name="T14" fmla="*/ 5 w 17"/>
                  <a:gd name="T15" fmla="*/ 1 h 17"/>
                  <a:gd name="T16" fmla="*/ 8 w 17"/>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8" y="1"/>
                    </a:moveTo>
                    <a:cubicBezTo>
                      <a:pt x="16" y="6"/>
                      <a:pt x="16" y="6"/>
                      <a:pt x="16" y="6"/>
                    </a:cubicBezTo>
                    <a:cubicBezTo>
                      <a:pt x="17" y="6"/>
                      <a:pt x="17" y="8"/>
                      <a:pt x="16" y="9"/>
                    </a:cubicBezTo>
                    <a:cubicBezTo>
                      <a:pt x="12" y="15"/>
                      <a:pt x="12" y="15"/>
                      <a:pt x="12" y="15"/>
                    </a:cubicBezTo>
                    <a:cubicBezTo>
                      <a:pt x="11" y="16"/>
                      <a:pt x="10" y="17"/>
                      <a:pt x="9" y="16"/>
                    </a:cubicBezTo>
                    <a:cubicBezTo>
                      <a:pt x="1" y="11"/>
                      <a:pt x="1" y="11"/>
                      <a:pt x="1" y="11"/>
                    </a:cubicBezTo>
                    <a:cubicBezTo>
                      <a:pt x="0" y="10"/>
                      <a:pt x="0" y="9"/>
                      <a:pt x="1" y="8"/>
                    </a:cubicBezTo>
                    <a:cubicBezTo>
                      <a:pt x="5" y="1"/>
                      <a:pt x="5" y="1"/>
                      <a:pt x="5" y="1"/>
                    </a:cubicBezTo>
                    <a:cubicBezTo>
                      <a:pt x="6"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4" name="Freeform 126"/>
              <p:cNvSpPr>
                <a:spLocks/>
              </p:cNvSpPr>
              <p:nvPr/>
            </p:nvSpPr>
            <p:spPr bwMode="auto">
              <a:xfrm>
                <a:off x="2618" y="3407"/>
                <a:ext cx="19" cy="18"/>
              </a:xfrm>
              <a:custGeom>
                <a:avLst/>
                <a:gdLst>
                  <a:gd name="T0" fmla="*/ 8 w 17"/>
                  <a:gd name="T1" fmla="*/ 0 h 16"/>
                  <a:gd name="T2" fmla="*/ 16 w 17"/>
                  <a:gd name="T3" fmla="*/ 5 h 16"/>
                  <a:gd name="T4" fmla="*/ 17 w 17"/>
                  <a:gd name="T5" fmla="*/ 8 h 16"/>
                  <a:gd name="T6" fmla="*/ 12 w 17"/>
                  <a:gd name="T7" fmla="*/ 15 h 16"/>
                  <a:gd name="T8" fmla="*/ 9 w 17"/>
                  <a:gd name="T9" fmla="*/ 15 h 16"/>
                  <a:gd name="T10" fmla="*/ 2 w 17"/>
                  <a:gd name="T11" fmla="*/ 10 h 16"/>
                  <a:gd name="T12" fmla="*/ 1 w 17"/>
                  <a:gd name="T13" fmla="*/ 7 h 16"/>
                  <a:gd name="T14" fmla="*/ 5 w 17"/>
                  <a:gd name="T15" fmla="*/ 1 h 16"/>
                  <a:gd name="T16" fmla="*/ 8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8" y="0"/>
                    </a:moveTo>
                    <a:cubicBezTo>
                      <a:pt x="16" y="5"/>
                      <a:pt x="16" y="5"/>
                      <a:pt x="16" y="5"/>
                    </a:cubicBezTo>
                    <a:cubicBezTo>
                      <a:pt x="17" y="6"/>
                      <a:pt x="17" y="7"/>
                      <a:pt x="17" y="8"/>
                    </a:cubicBezTo>
                    <a:cubicBezTo>
                      <a:pt x="12" y="15"/>
                      <a:pt x="12" y="15"/>
                      <a:pt x="12" y="15"/>
                    </a:cubicBezTo>
                    <a:cubicBezTo>
                      <a:pt x="12" y="16"/>
                      <a:pt x="10" y="16"/>
                      <a:pt x="9" y="15"/>
                    </a:cubicBezTo>
                    <a:cubicBezTo>
                      <a:pt x="2" y="10"/>
                      <a:pt x="2" y="10"/>
                      <a:pt x="2" y="10"/>
                    </a:cubicBezTo>
                    <a:cubicBezTo>
                      <a:pt x="1" y="10"/>
                      <a:pt x="0" y="8"/>
                      <a:pt x="1" y="7"/>
                    </a:cubicBezTo>
                    <a:cubicBezTo>
                      <a:pt x="5" y="1"/>
                      <a:pt x="5" y="1"/>
                      <a:pt x="5" y="1"/>
                    </a:cubicBezTo>
                    <a:cubicBezTo>
                      <a:pt x="6"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5" name="Freeform 127"/>
              <p:cNvSpPr>
                <a:spLocks/>
              </p:cNvSpPr>
              <p:nvPr/>
            </p:nvSpPr>
            <p:spPr bwMode="auto">
              <a:xfrm>
                <a:off x="2602" y="3396"/>
                <a:ext cx="19" cy="19"/>
              </a:xfrm>
              <a:custGeom>
                <a:avLst/>
                <a:gdLst>
                  <a:gd name="T0" fmla="*/ 8 w 17"/>
                  <a:gd name="T1" fmla="*/ 1 h 17"/>
                  <a:gd name="T2" fmla="*/ 15 w 17"/>
                  <a:gd name="T3" fmla="*/ 6 h 17"/>
                  <a:gd name="T4" fmla="*/ 16 w 17"/>
                  <a:gd name="T5" fmla="*/ 9 h 17"/>
                  <a:gd name="T6" fmla="*/ 12 w 17"/>
                  <a:gd name="T7" fmla="*/ 15 h 17"/>
                  <a:gd name="T8" fmla="*/ 9 w 17"/>
                  <a:gd name="T9" fmla="*/ 16 h 17"/>
                  <a:gd name="T10" fmla="*/ 1 w 17"/>
                  <a:gd name="T11" fmla="*/ 11 h 17"/>
                  <a:gd name="T12" fmla="*/ 0 w 17"/>
                  <a:gd name="T13" fmla="*/ 8 h 17"/>
                  <a:gd name="T14" fmla="*/ 5 w 17"/>
                  <a:gd name="T15" fmla="*/ 1 h 17"/>
                  <a:gd name="T16" fmla="*/ 8 w 17"/>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8" y="1"/>
                    </a:moveTo>
                    <a:cubicBezTo>
                      <a:pt x="15" y="6"/>
                      <a:pt x="15" y="6"/>
                      <a:pt x="15" y="6"/>
                    </a:cubicBezTo>
                    <a:cubicBezTo>
                      <a:pt x="16" y="6"/>
                      <a:pt x="17" y="8"/>
                      <a:pt x="16" y="9"/>
                    </a:cubicBezTo>
                    <a:cubicBezTo>
                      <a:pt x="12" y="15"/>
                      <a:pt x="12" y="15"/>
                      <a:pt x="12" y="15"/>
                    </a:cubicBezTo>
                    <a:cubicBezTo>
                      <a:pt x="11" y="16"/>
                      <a:pt x="10" y="17"/>
                      <a:pt x="9" y="16"/>
                    </a:cubicBezTo>
                    <a:cubicBezTo>
                      <a:pt x="1" y="11"/>
                      <a:pt x="1" y="11"/>
                      <a:pt x="1" y="11"/>
                    </a:cubicBezTo>
                    <a:cubicBezTo>
                      <a:pt x="0" y="10"/>
                      <a:pt x="0" y="9"/>
                      <a:pt x="0" y="8"/>
                    </a:cubicBezTo>
                    <a:cubicBezTo>
                      <a:pt x="5" y="1"/>
                      <a:pt x="5" y="1"/>
                      <a:pt x="5" y="1"/>
                    </a:cubicBezTo>
                    <a:cubicBezTo>
                      <a:pt x="5"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6" name="Freeform 128"/>
              <p:cNvSpPr>
                <a:spLocks/>
              </p:cNvSpPr>
              <p:nvPr/>
            </p:nvSpPr>
            <p:spPr bwMode="auto">
              <a:xfrm>
                <a:off x="2586" y="3386"/>
                <a:ext cx="19" cy="18"/>
              </a:xfrm>
              <a:custGeom>
                <a:avLst/>
                <a:gdLst>
                  <a:gd name="T0" fmla="*/ 8 w 17"/>
                  <a:gd name="T1" fmla="*/ 0 h 16"/>
                  <a:gd name="T2" fmla="*/ 16 w 17"/>
                  <a:gd name="T3" fmla="*/ 5 h 16"/>
                  <a:gd name="T4" fmla="*/ 16 w 17"/>
                  <a:gd name="T5" fmla="*/ 8 h 16"/>
                  <a:gd name="T6" fmla="*/ 12 w 17"/>
                  <a:gd name="T7" fmla="*/ 15 h 16"/>
                  <a:gd name="T8" fmla="*/ 9 w 17"/>
                  <a:gd name="T9" fmla="*/ 15 h 16"/>
                  <a:gd name="T10" fmla="*/ 1 w 17"/>
                  <a:gd name="T11" fmla="*/ 11 h 16"/>
                  <a:gd name="T12" fmla="*/ 1 w 17"/>
                  <a:gd name="T13" fmla="*/ 8 h 16"/>
                  <a:gd name="T14" fmla="*/ 5 w 17"/>
                  <a:gd name="T15" fmla="*/ 1 h 16"/>
                  <a:gd name="T16" fmla="*/ 8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8" y="0"/>
                    </a:moveTo>
                    <a:cubicBezTo>
                      <a:pt x="16" y="5"/>
                      <a:pt x="16" y="5"/>
                      <a:pt x="16" y="5"/>
                    </a:cubicBezTo>
                    <a:cubicBezTo>
                      <a:pt x="17" y="6"/>
                      <a:pt x="17" y="7"/>
                      <a:pt x="16" y="8"/>
                    </a:cubicBezTo>
                    <a:cubicBezTo>
                      <a:pt x="12" y="15"/>
                      <a:pt x="12" y="15"/>
                      <a:pt x="12" y="15"/>
                    </a:cubicBezTo>
                    <a:cubicBezTo>
                      <a:pt x="11" y="16"/>
                      <a:pt x="10" y="16"/>
                      <a:pt x="9" y="15"/>
                    </a:cubicBezTo>
                    <a:cubicBezTo>
                      <a:pt x="1" y="11"/>
                      <a:pt x="1" y="11"/>
                      <a:pt x="1" y="11"/>
                    </a:cubicBezTo>
                    <a:cubicBezTo>
                      <a:pt x="0" y="10"/>
                      <a:pt x="0" y="9"/>
                      <a:pt x="1" y="8"/>
                    </a:cubicBezTo>
                    <a:cubicBezTo>
                      <a:pt x="5" y="1"/>
                      <a:pt x="5" y="1"/>
                      <a:pt x="5" y="1"/>
                    </a:cubicBezTo>
                    <a:cubicBezTo>
                      <a:pt x="6"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7" name="Freeform 129"/>
              <p:cNvSpPr>
                <a:spLocks/>
              </p:cNvSpPr>
              <p:nvPr/>
            </p:nvSpPr>
            <p:spPr bwMode="auto">
              <a:xfrm>
                <a:off x="2569" y="3375"/>
                <a:ext cx="19" cy="19"/>
              </a:xfrm>
              <a:custGeom>
                <a:avLst/>
                <a:gdLst>
                  <a:gd name="T0" fmla="*/ 8 w 17"/>
                  <a:gd name="T1" fmla="*/ 1 h 17"/>
                  <a:gd name="T2" fmla="*/ 16 w 17"/>
                  <a:gd name="T3" fmla="*/ 6 h 17"/>
                  <a:gd name="T4" fmla="*/ 17 w 17"/>
                  <a:gd name="T5" fmla="*/ 9 h 17"/>
                  <a:gd name="T6" fmla="*/ 12 w 17"/>
                  <a:gd name="T7" fmla="*/ 15 h 17"/>
                  <a:gd name="T8" fmla="*/ 9 w 17"/>
                  <a:gd name="T9" fmla="*/ 16 h 17"/>
                  <a:gd name="T10" fmla="*/ 2 w 17"/>
                  <a:gd name="T11" fmla="*/ 11 h 17"/>
                  <a:gd name="T12" fmla="*/ 1 w 17"/>
                  <a:gd name="T13" fmla="*/ 8 h 17"/>
                  <a:gd name="T14" fmla="*/ 5 w 17"/>
                  <a:gd name="T15" fmla="*/ 1 h 17"/>
                  <a:gd name="T16" fmla="*/ 8 w 17"/>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8" y="1"/>
                    </a:moveTo>
                    <a:cubicBezTo>
                      <a:pt x="16" y="6"/>
                      <a:pt x="16" y="6"/>
                      <a:pt x="16" y="6"/>
                    </a:cubicBezTo>
                    <a:cubicBezTo>
                      <a:pt x="17" y="6"/>
                      <a:pt x="17" y="8"/>
                      <a:pt x="17" y="9"/>
                    </a:cubicBezTo>
                    <a:cubicBezTo>
                      <a:pt x="12" y="15"/>
                      <a:pt x="12" y="15"/>
                      <a:pt x="12" y="15"/>
                    </a:cubicBezTo>
                    <a:cubicBezTo>
                      <a:pt x="12" y="16"/>
                      <a:pt x="10" y="17"/>
                      <a:pt x="9" y="16"/>
                    </a:cubicBezTo>
                    <a:cubicBezTo>
                      <a:pt x="2" y="11"/>
                      <a:pt x="2" y="11"/>
                      <a:pt x="2" y="11"/>
                    </a:cubicBezTo>
                    <a:cubicBezTo>
                      <a:pt x="1" y="10"/>
                      <a:pt x="0" y="9"/>
                      <a:pt x="1" y="8"/>
                    </a:cubicBezTo>
                    <a:cubicBezTo>
                      <a:pt x="5" y="1"/>
                      <a:pt x="5" y="1"/>
                      <a:pt x="5" y="1"/>
                    </a:cubicBezTo>
                    <a:cubicBezTo>
                      <a:pt x="6" y="0"/>
                      <a:pt x="7" y="0"/>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8" name="Freeform 130"/>
              <p:cNvSpPr>
                <a:spLocks/>
              </p:cNvSpPr>
              <p:nvPr/>
            </p:nvSpPr>
            <p:spPr bwMode="auto">
              <a:xfrm>
                <a:off x="2551" y="3364"/>
                <a:ext cx="20" cy="19"/>
              </a:xfrm>
              <a:custGeom>
                <a:avLst/>
                <a:gdLst>
                  <a:gd name="T0" fmla="*/ 8 w 18"/>
                  <a:gd name="T1" fmla="*/ 0 h 17"/>
                  <a:gd name="T2" fmla="*/ 17 w 18"/>
                  <a:gd name="T3" fmla="*/ 6 h 17"/>
                  <a:gd name="T4" fmla="*/ 17 w 18"/>
                  <a:gd name="T5" fmla="*/ 9 h 17"/>
                  <a:gd name="T6" fmla="*/ 13 w 18"/>
                  <a:gd name="T7" fmla="*/ 15 h 17"/>
                  <a:gd name="T8" fmla="*/ 10 w 18"/>
                  <a:gd name="T9" fmla="*/ 16 h 17"/>
                  <a:gd name="T10" fmla="*/ 1 w 18"/>
                  <a:gd name="T11" fmla="*/ 10 h 17"/>
                  <a:gd name="T12" fmla="*/ 1 w 18"/>
                  <a:gd name="T13" fmla="*/ 7 h 17"/>
                  <a:gd name="T14" fmla="*/ 5 w 18"/>
                  <a:gd name="T15" fmla="*/ 1 h 17"/>
                  <a:gd name="T16" fmla="*/ 8 w 18"/>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8" y="0"/>
                    </a:moveTo>
                    <a:cubicBezTo>
                      <a:pt x="17" y="6"/>
                      <a:pt x="17" y="6"/>
                      <a:pt x="17" y="6"/>
                    </a:cubicBezTo>
                    <a:cubicBezTo>
                      <a:pt x="18" y="7"/>
                      <a:pt x="18" y="8"/>
                      <a:pt x="17" y="9"/>
                    </a:cubicBezTo>
                    <a:cubicBezTo>
                      <a:pt x="13" y="15"/>
                      <a:pt x="13" y="15"/>
                      <a:pt x="13" y="15"/>
                    </a:cubicBezTo>
                    <a:cubicBezTo>
                      <a:pt x="12" y="16"/>
                      <a:pt x="11" y="17"/>
                      <a:pt x="10" y="16"/>
                    </a:cubicBezTo>
                    <a:cubicBezTo>
                      <a:pt x="1" y="10"/>
                      <a:pt x="1" y="10"/>
                      <a:pt x="1" y="10"/>
                    </a:cubicBezTo>
                    <a:cubicBezTo>
                      <a:pt x="0" y="10"/>
                      <a:pt x="0" y="8"/>
                      <a:pt x="1" y="7"/>
                    </a:cubicBezTo>
                    <a:cubicBezTo>
                      <a:pt x="5" y="1"/>
                      <a:pt x="5" y="1"/>
                      <a:pt x="5" y="1"/>
                    </a:cubicBezTo>
                    <a:cubicBezTo>
                      <a:pt x="5" y="0"/>
                      <a:pt x="7"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9" name="Freeform 131"/>
              <p:cNvSpPr>
                <a:spLocks/>
              </p:cNvSpPr>
              <p:nvPr/>
            </p:nvSpPr>
            <p:spPr bwMode="auto">
              <a:xfrm>
                <a:off x="2753" y="3516"/>
                <a:ext cx="23" cy="22"/>
              </a:xfrm>
              <a:custGeom>
                <a:avLst/>
                <a:gdLst>
                  <a:gd name="T0" fmla="*/ 11 w 20"/>
                  <a:gd name="T1" fmla="*/ 1 h 20"/>
                  <a:gd name="T2" fmla="*/ 18 w 20"/>
                  <a:gd name="T3" fmla="*/ 6 h 20"/>
                  <a:gd name="T4" fmla="*/ 19 w 20"/>
                  <a:gd name="T5" fmla="*/ 10 h 20"/>
                  <a:gd name="T6" fmla="*/ 13 w 20"/>
                  <a:gd name="T7" fmla="*/ 18 h 20"/>
                  <a:gd name="T8" fmla="*/ 10 w 20"/>
                  <a:gd name="T9" fmla="*/ 19 h 20"/>
                  <a:gd name="T10" fmla="*/ 2 w 20"/>
                  <a:gd name="T11" fmla="*/ 14 h 20"/>
                  <a:gd name="T12" fmla="*/ 1 w 20"/>
                  <a:gd name="T13" fmla="*/ 11 h 20"/>
                  <a:gd name="T14" fmla="*/ 7 w 20"/>
                  <a:gd name="T15" fmla="*/ 2 h 20"/>
                  <a:gd name="T16" fmla="*/ 11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1" y="1"/>
                    </a:moveTo>
                    <a:cubicBezTo>
                      <a:pt x="18" y="6"/>
                      <a:pt x="18" y="6"/>
                      <a:pt x="18" y="6"/>
                    </a:cubicBezTo>
                    <a:cubicBezTo>
                      <a:pt x="20" y="7"/>
                      <a:pt x="20" y="8"/>
                      <a:pt x="19" y="10"/>
                    </a:cubicBezTo>
                    <a:cubicBezTo>
                      <a:pt x="13" y="18"/>
                      <a:pt x="13" y="18"/>
                      <a:pt x="13" y="18"/>
                    </a:cubicBezTo>
                    <a:cubicBezTo>
                      <a:pt x="13" y="20"/>
                      <a:pt x="11" y="20"/>
                      <a:pt x="10" y="19"/>
                    </a:cubicBezTo>
                    <a:cubicBezTo>
                      <a:pt x="2" y="14"/>
                      <a:pt x="2" y="14"/>
                      <a:pt x="2" y="14"/>
                    </a:cubicBezTo>
                    <a:cubicBezTo>
                      <a:pt x="1" y="13"/>
                      <a:pt x="0" y="12"/>
                      <a:pt x="1" y="11"/>
                    </a:cubicBezTo>
                    <a:cubicBezTo>
                      <a:pt x="7" y="2"/>
                      <a:pt x="7" y="2"/>
                      <a:pt x="7" y="2"/>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0" name="Freeform 132"/>
              <p:cNvSpPr>
                <a:spLocks/>
              </p:cNvSpPr>
              <p:nvPr/>
            </p:nvSpPr>
            <p:spPr bwMode="auto">
              <a:xfrm>
                <a:off x="2735" y="3504"/>
                <a:ext cx="23" cy="23"/>
              </a:xfrm>
              <a:custGeom>
                <a:avLst/>
                <a:gdLst>
                  <a:gd name="T0" fmla="*/ 11 w 20"/>
                  <a:gd name="T1" fmla="*/ 1 h 20"/>
                  <a:gd name="T2" fmla="*/ 19 w 20"/>
                  <a:gd name="T3" fmla="*/ 6 h 20"/>
                  <a:gd name="T4" fmla="*/ 19 w 20"/>
                  <a:gd name="T5" fmla="*/ 9 h 20"/>
                  <a:gd name="T6" fmla="*/ 13 w 20"/>
                  <a:gd name="T7" fmla="*/ 18 h 20"/>
                  <a:gd name="T8" fmla="*/ 10 w 20"/>
                  <a:gd name="T9" fmla="*/ 19 h 20"/>
                  <a:gd name="T10" fmla="*/ 2 w 20"/>
                  <a:gd name="T11" fmla="*/ 14 h 20"/>
                  <a:gd name="T12" fmla="*/ 1 w 20"/>
                  <a:gd name="T13" fmla="*/ 10 h 20"/>
                  <a:gd name="T14" fmla="*/ 7 w 20"/>
                  <a:gd name="T15" fmla="*/ 1 h 20"/>
                  <a:gd name="T16" fmla="*/ 11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1" y="1"/>
                    </a:moveTo>
                    <a:cubicBezTo>
                      <a:pt x="19" y="6"/>
                      <a:pt x="19" y="6"/>
                      <a:pt x="19" y="6"/>
                    </a:cubicBezTo>
                    <a:cubicBezTo>
                      <a:pt x="20" y="6"/>
                      <a:pt x="20" y="8"/>
                      <a:pt x="19" y="9"/>
                    </a:cubicBezTo>
                    <a:cubicBezTo>
                      <a:pt x="13" y="18"/>
                      <a:pt x="13" y="18"/>
                      <a:pt x="13" y="18"/>
                    </a:cubicBezTo>
                    <a:cubicBezTo>
                      <a:pt x="13" y="19"/>
                      <a:pt x="11" y="20"/>
                      <a:pt x="10" y="19"/>
                    </a:cubicBezTo>
                    <a:cubicBezTo>
                      <a:pt x="2" y="14"/>
                      <a:pt x="2" y="14"/>
                      <a:pt x="2" y="14"/>
                    </a:cubicBezTo>
                    <a:cubicBezTo>
                      <a:pt x="1" y="13"/>
                      <a:pt x="0" y="11"/>
                      <a:pt x="1" y="10"/>
                    </a:cubicBezTo>
                    <a:cubicBezTo>
                      <a:pt x="7" y="1"/>
                      <a:pt x="7" y="1"/>
                      <a:pt x="7" y="1"/>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1" name="Freeform 133"/>
              <p:cNvSpPr>
                <a:spLocks/>
              </p:cNvSpPr>
              <p:nvPr/>
            </p:nvSpPr>
            <p:spPr bwMode="auto">
              <a:xfrm>
                <a:off x="2719" y="3492"/>
                <a:ext cx="21" cy="22"/>
              </a:xfrm>
              <a:custGeom>
                <a:avLst/>
                <a:gdLst>
                  <a:gd name="T0" fmla="*/ 10 w 19"/>
                  <a:gd name="T1" fmla="*/ 1 h 20"/>
                  <a:gd name="T2" fmla="*/ 18 w 19"/>
                  <a:gd name="T3" fmla="*/ 6 h 20"/>
                  <a:gd name="T4" fmla="*/ 18 w 19"/>
                  <a:gd name="T5" fmla="*/ 10 h 20"/>
                  <a:gd name="T6" fmla="*/ 13 w 19"/>
                  <a:gd name="T7" fmla="*/ 19 h 20"/>
                  <a:gd name="T8" fmla="*/ 9 w 19"/>
                  <a:gd name="T9" fmla="*/ 20 h 20"/>
                  <a:gd name="T10" fmla="*/ 1 w 19"/>
                  <a:gd name="T11" fmla="*/ 15 h 20"/>
                  <a:gd name="T12" fmla="*/ 0 w 19"/>
                  <a:gd name="T13" fmla="*/ 11 h 20"/>
                  <a:gd name="T14" fmla="*/ 6 w 19"/>
                  <a:gd name="T15" fmla="*/ 2 h 20"/>
                  <a:gd name="T16" fmla="*/ 10 w 19"/>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0">
                    <a:moveTo>
                      <a:pt x="10" y="1"/>
                    </a:moveTo>
                    <a:cubicBezTo>
                      <a:pt x="18" y="6"/>
                      <a:pt x="18" y="6"/>
                      <a:pt x="18" y="6"/>
                    </a:cubicBezTo>
                    <a:cubicBezTo>
                      <a:pt x="19" y="7"/>
                      <a:pt x="19" y="9"/>
                      <a:pt x="18" y="10"/>
                    </a:cubicBezTo>
                    <a:cubicBezTo>
                      <a:pt x="13" y="19"/>
                      <a:pt x="13" y="19"/>
                      <a:pt x="13" y="19"/>
                    </a:cubicBezTo>
                    <a:cubicBezTo>
                      <a:pt x="12" y="20"/>
                      <a:pt x="10" y="20"/>
                      <a:pt x="9" y="20"/>
                    </a:cubicBezTo>
                    <a:cubicBezTo>
                      <a:pt x="1" y="15"/>
                      <a:pt x="1" y="15"/>
                      <a:pt x="1" y="15"/>
                    </a:cubicBezTo>
                    <a:cubicBezTo>
                      <a:pt x="0" y="14"/>
                      <a:pt x="0" y="12"/>
                      <a:pt x="0"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2" name="Freeform 134"/>
              <p:cNvSpPr>
                <a:spLocks/>
              </p:cNvSpPr>
              <p:nvPr/>
            </p:nvSpPr>
            <p:spPr bwMode="auto">
              <a:xfrm>
                <a:off x="2701" y="3481"/>
                <a:ext cx="21" cy="22"/>
              </a:xfrm>
              <a:custGeom>
                <a:avLst/>
                <a:gdLst>
                  <a:gd name="T0" fmla="*/ 10 w 19"/>
                  <a:gd name="T1" fmla="*/ 1 h 20"/>
                  <a:gd name="T2" fmla="*/ 18 w 19"/>
                  <a:gd name="T3" fmla="*/ 6 h 20"/>
                  <a:gd name="T4" fmla="*/ 18 w 19"/>
                  <a:gd name="T5" fmla="*/ 10 h 20"/>
                  <a:gd name="T6" fmla="*/ 13 w 19"/>
                  <a:gd name="T7" fmla="*/ 19 h 20"/>
                  <a:gd name="T8" fmla="*/ 9 w 19"/>
                  <a:gd name="T9" fmla="*/ 19 h 20"/>
                  <a:gd name="T10" fmla="*/ 1 w 19"/>
                  <a:gd name="T11" fmla="*/ 14 h 20"/>
                  <a:gd name="T12" fmla="*/ 0 w 19"/>
                  <a:gd name="T13" fmla="*/ 11 h 20"/>
                  <a:gd name="T14" fmla="*/ 6 w 19"/>
                  <a:gd name="T15" fmla="*/ 2 h 20"/>
                  <a:gd name="T16" fmla="*/ 10 w 19"/>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0">
                    <a:moveTo>
                      <a:pt x="10" y="1"/>
                    </a:moveTo>
                    <a:cubicBezTo>
                      <a:pt x="18" y="6"/>
                      <a:pt x="18" y="6"/>
                      <a:pt x="18" y="6"/>
                    </a:cubicBezTo>
                    <a:cubicBezTo>
                      <a:pt x="19" y="7"/>
                      <a:pt x="19" y="8"/>
                      <a:pt x="18" y="10"/>
                    </a:cubicBezTo>
                    <a:cubicBezTo>
                      <a:pt x="13" y="19"/>
                      <a:pt x="13" y="19"/>
                      <a:pt x="13" y="19"/>
                    </a:cubicBezTo>
                    <a:cubicBezTo>
                      <a:pt x="12" y="20"/>
                      <a:pt x="10" y="20"/>
                      <a:pt x="9" y="19"/>
                    </a:cubicBezTo>
                    <a:cubicBezTo>
                      <a:pt x="1" y="14"/>
                      <a:pt x="1" y="14"/>
                      <a:pt x="1" y="14"/>
                    </a:cubicBezTo>
                    <a:cubicBezTo>
                      <a:pt x="0" y="14"/>
                      <a:pt x="0" y="12"/>
                      <a:pt x="0" y="11"/>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3" name="Freeform 135"/>
              <p:cNvSpPr>
                <a:spLocks/>
              </p:cNvSpPr>
              <p:nvPr/>
            </p:nvSpPr>
            <p:spPr bwMode="auto">
              <a:xfrm>
                <a:off x="2683" y="3470"/>
                <a:ext cx="21" cy="22"/>
              </a:xfrm>
              <a:custGeom>
                <a:avLst/>
                <a:gdLst>
                  <a:gd name="T0" fmla="*/ 10 w 19"/>
                  <a:gd name="T1" fmla="*/ 1 h 20"/>
                  <a:gd name="T2" fmla="*/ 18 w 19"/>
                  <a:gd name="T3" fmla="*/ 6 h 20"/>
                  <a:gd name="T4" fmla="*/ 19 w 19"/>
                  <a:gd name="T5" fmla="*/ 9 h 20"/>
                  <a:gd name="T6" fmla="*/ 13 w 19"/>
                  <a:gd name="T7" fmla="*/ 18 h 20"/>
                  <a:gd name="T8" fmla="*/ 9 w 19"/>
                  <a:gd name="T9" fmla="*/ 19 h 20"/>
                  <a:gd name="T10" fmla="*/ 1 w 19"/>
                  <a:gd name="T11" fmla="*/ 14 h 20"/>
                  <a:gd name="T12" fmla="*/ 0 w 19"/>
                  <a:gd name="T13" fmla="*/ 10 h 20"/>
                  <a:gd name="T14" fmla="*/ 6 w 19"/>
                  <a:gd name="T15" fmla="*/ 1 h 20"/>
                  <a:gd name="T16" fmla="*/ 10 w 19"/>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0">
                    <a:moveTo>
                      <a:pt x="10" y="1"/>
                    </a:moveTo>
                    <a:cubicBezTo>
                      <a:pt x="18" y="6"/>
                      <a:pt x="18" y="6"/>
                      <a:pt x="18" y="6"/>
                    </a:cubicBezTo>
                    <a:cubicBezTo>
                      <a:pt x="19" y="7"/>
                      <a:pt x="19" y="8"/>
                      <a:pt x="19" y="9"/>
                    </a:cubicBezTo>
                    <a:cubicBezTo>
                      <a:pt x="13" y="18"/>
                      <a:pt x="13" y="18"/>
                      <a:pt x="13" y="18"/>
                    </a:cubicBezTo>
                    <a:cubicBezTo>
                      <a:pt x="12" y="20"/>
                      <a:pt x="10" y="20"/>
                      <a:pt x="9" y="19"/>
                    </a:cubicBezTo>
                    <a:cubicBezTo>
                      <a:pt x="1" y="14"/>
                      <a:pt x="1" y="14"/>
                      <a:pt x="1" y="14"/>
                    </a:cubicBezTo>
                    <a:cubicBezTo>
                      <a:pt x="0" y="13"/>
                      <a:pt x="0" y="12"/>
                      <a:pt x="0" y="10"/>
                    </a:cubicBezTo>
                    <a:cubicBezTo>
                      <a:pt x="6" y="1"/>
                      <a:pt x="6" y="1"/>
                      <a:pt x="6" y="1"/>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4" name="Freeform 136"/>
              <p:cNvSpPr>
                <a:spLocks/>
              </p:cNvSpPr>
              <p:nvPr/>
            </p:nvSpPr>
            <p:spPr bwMode="auto">
              <a:xfrm>
                <a:off x="2665" y="3459"/>
                <a:ext cx="21" cy="22"/>
              </a:xfrm>
              <a:custGeom>
                <a:avLst/>
                <a:gdLst>
                  <a:gd name="T0" fmla="*/ 10 w 19"/>
                  <a:gd name="T1" fmla="*/ 0 h 20"/>
                  <a:gd name="T2" fmla="*/ 18 w 19"/>
                  <a:gd name="T3" fmla="*/ 5 h 20"/>
                  <a:gd name="T4" fmla="*/ 19 w 19"/>
                  <a:gd name="T5" fmla="*/ 9 h 20"/>
                  <a:gd name="T6" fmla="*/ 13 w 19"/>
                  <a:gd name="T7" fmla="*/ 18 h 20"/>
                  <a:gd name="T8" fmla="*/ 9 w 19"/>
                  <a:gd name="T9" fmla="*/ 19 h 20"/>
                  <a:gd name="T10" fmla="*/ 1 w 19"/>
                  <a:gd name="T11" fmla="*/ 14 h 20"/>
                  <a:gd name="T12" fmla="*/ 1 w 19"/>
                  <a:gd name="T13" fmla="*/ 10 h 20"/>
                  <a:gd name="T14" fmla="*/ 6 w 19"/>
                  <a:gd name="T15" fmla="*/ 1 h 20"/>
                  <a:gd name="T16" fmla="*/ 10 w 19"/>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0">
                    <a:moveTo>
                      <a:pt x="10" y="0"/>
                    </a:moveTo>
                    <a:cubicBezTo>
                      <a:pt x="18" y="5"/>
                      <a:pt x="18" y="5"/>
                      <a:pt x="18" y="5"/>
                    </a:cubicBezTo>
                    <a:cubicBezTo>
                      <a:pt x="19" y="6"/>
                      <a:pt x="19" y="8"/>
                      <a:pt x="19" y="9"/>
                    </a:cubicBezTo>
                    <a:cubicBezTo>
                      <a:pt x="13" y="18"/>
                      <a:pt x="13" y="18"/>
                      <a:pt x="13" y="18"/>
                    </a:cubicBezTo>
                    <a:cubicBezTo>
                      <a:pt x="12" y="19"/>
                      <a:pt x="10" y="20"/>
                      <a:pt x="9" y="19"/>
                    </a:cubicBezTo>
                    <a:cubicBezTo>
                      <a:pt x="1" y="14"/>
                      <a:pt x="1" y="14"/>
                      <a:pt x="1" y="14"/>
                    </a:cubicBezTo>
                    <a:cubicBezTo>
                      <a:pt x="0" y="13"/>
                      <a:pt x="0" y="11"/>
                      <a:pt x="1"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5" name="Freeform 137"/>
              <p:cNvSpPr>
                <a:spLocks/>
              </p:cNvSpPr>
              <p:nvPr/>
            </p:nvSpPr>
            <p:spPr bwMode="auto">
              <a:xfrm>
                <a:off x="2647" y="3446"/>
                <a:ext cx="22" cy="23"/>
              </a:xfrm>
              <a:custGeom>
                <a:avLst/>
                <a:gdLst>
                  <a:gd name="T0" fmla="*/ 10 w 20"/>
                  <a:gd name="T1" fmla="*/ 1 h 20"/>
                  <a:gd name="T2" fmla="*/ 18 w 20"/>
                  <a:gd name="T3" fmla="*/ 6 h 20"/>
                  <a:gd name="T4" fmla="*/ 19 w 20"/>
                  <a:gd name="T5" fmla="*/ 10 h 20"/>
                  <a:gd name="T6" fmla="*/ 13 w 20"/>
                  <a:gd name="T7" fmla="*/ 19 h 20"/>
                  <a:gd name="T8" fmla="*/ 9 w 20"/>
                  <a:gd name="T9" fmla="*/ 20 h 20"/>
                  <a:gd name="T10" fmla="*/ 1 w 20"/>
                  <a:gd name="T11" fmla="*/ 14 h 20"/>
                  <a:gd name="T12" fmla="*/ 1 w 20"/>
                  <a:gd name="T13" fmla="*/ 11 h 20"/>
                  <a:gd name="T14" fmla="*/ 6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19" y="7"/>
                      <a:pt x="20" y="9"/>
                      <a:pt x="19" y="10"/>
                    </a:cubicBezTo>
                    <a:cubicBezTo>
                      <a:pt x="13" y="19"/>
                      <a:pt x="13" y="19"/>
                      <a:pt x="13" y="19"/>
                    </a:cubicBezTo>
                    <a:cubicBezTo>
                      <a:pt x="12" y="20"/>
                      <a:pt x="11" y="20"/>
                      <a:pt x="9" y="20"/>
                    </a:cubicBezTo>
                    <a:cubicBezTo>
                      <a:pt x="1" y="14"/>
                      <a:pt x="1" y="14"/>
                      <a:pt x="1" y="14"/>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6" name="Freeform 138"/>
              <p:cNvSpPr>
                <a:spLocks/>
              </p:cNvSpPr>
              <p:nvPr/>
            </p:nvSpPr>
            <p:spPr bwMode="auto">
              <a:xfrm>
                <a:off x="2629" y="3435"/>
                <a:ext cx="23" cy="23"/>
              </a:xfrm>
              <a:custGeom>
                <a:avLst/>
                <a:gdLst>
                  <a:gd name="T0" fmla="*/ 10 w 20"/>
                  <a:gd name="T1" fmla="*/ 1 h 20"/>
                  <a:gd name="T2" fmla="*/ 18 w 20"/>
                  <a:gd name="T3" fmla="*/ 6 h 20"/>
                  <a:gd name="T4" fmla="*/ 19 w 20"/>
                  <a:gd name="T5" fmla="*/ 9 h 20"/>
                  <a:gd name="T6" fmla="*/ 13 w 20"/>
                  <a:gd name="T7" fmla="*/ 18 h 20"/>
                  <a:gd name="T8" fmla="*/ 9 w 20"/>
                  <a:gd name="T9" fmla="*/ 19 h 20"/>
                  <a:gd name="T10" fmla="*/ 2 w 20"/>
                  <a:gd name="T11" fmla="*/ 14 h 20"/>
                  <a:gd name="T12" fmla="*/ 1 w 20"/>
                  <a:gd name="T13" fmla="*/ 11 h 20"/>
                  <a:gd name="T14" fmla="*/ 7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19" y="7"/>
                      <a:pt x="20" y="8"/>
                      <a:pt x="19" y="9"/>
                    </a:cubicBezTo>
                    <a:cubicBezTo>
                      <a:pt x="13" y="18"/>
                      <a:pt x="13" y="18"/>
                      <a:pt x="13" y="18"/>
                    </a:cubicBezTo>
                    <a:cubicBezTo>
                      <a:pt x="12" y="20"/>
                      <a:pt x="11" y="20"/>
                      <a:pt x="9" y="19"/>
                    </a:cubicBezTo>
                    <a:cubicBezTo>
                      <a:pt x="2" y="14"/>
                      <a:pt x="2" y="14"/>
                      <a:pt x="2" y="14"/>
                    </a:cubicBezTo>
                    <a:cubicBezTo>
                      <a:pt x="0" y="13"/>
                      <a:pt x="0" y="12"/>
                      <a:pt x="1" y="11"/>
                    </a:cubicBezTo>
                    <a:cubicBezTo>
                      <a:pt x="7" y="2"/>
                      <a:pt x="7" y="2"/>
                      <a:pt x="7"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7" name="Freeform 139"/>
              <p:cNvSpPr>
                <a:spLocks/>
              </p:cNvSpPr>
              <p:nvPr/>
            </p:nvSpPr>
            <p:spPr bwMode="auto">
              <a:xfrm>
                <a:off x="2611" y="3424"/>
                <a:ext cx="23" cy="22"/>
              </a:xfrm>
              <a:custGeom>
                <a:avLst/>
                <a:gdLst>
                  <a:gd name="T0" fmla="*/ 10 w 20"/>
                  <a:gd name="T1" fmla="*/ 0 h 20"/>
                  <a:gd name="T2" fmla="*/ 18 w 20"/>
                  <a:gd name="T3" fmla="*/ 6 h 20"/>
                  <a:gd name="T4" fmla="*/ 19 w 20"/>
                  <a:gd name="T5" fmla="*/ 9 h 20"/>
                  <a:gd name="T6" fmla="*/ 13 w 20"/>
                  <a:gd name="T7" fmla="*/ 18 h 20"/>
                  <a:gd name="T8" fmla="*/ 10 w 20"/>
                  <a:gd name="T9" fmla="*/ 19 h 20"/>
                  <a:gd name="T10" fmla="*/ 2 w 20"/>
                  <a:gd name="T11" fmla="*/ 14 h 20"/>
                  <a:gd name="T12" fmla="*/ 1 w 20"/>
                  <a:gd name="T13" fmla="*/ 10 h 20"/>
                  <a:gd name="T14" fmla="*/ 7 w 20"/>
                  <a:gd name="T15" fmla="*/ 1 h 20"/>
                  <a:gd name="T16" fmla="*/ 10 w 20"/>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0"/>
                    </a:moveTo>
                    <a:cubicBezTo>
                      <a:pt x="18" y="6"/>
                      <a:pt x="18" y="6"/>
                      <a:pt x="18" y="6"/>
                    </a:cubicBezTo>
                    <a:cubicBezTo>
                      <a:pt x="19" y="6"/>
                      <a:pt x="20" y="8"/>
                      <a:pt x="19" y="9"/>
                    </a:cubicBezTo>
                    <a:cubicBezTo>
                      <a:pt x="13" y="18"/>
                      <a:pt x="13" y="18"/>
                      <a:pt x="13" y="18"/>
                    </a:cubicBezTo>
                    <a:cubicBezTo>
                      <a:pt x="12" y="19"/>
                      <a:pt x="11" y="20"/>
                      <a:pt x="10" y="19"/>
                    </a:cubicBezTo>
                    <a:cubicBezTo>
                      <a:pt x="2" y="14"/>
                      <a:pt x="2" y="14"/>
                      <a:pt x="2" y="14"/>
                    </a:cubicBezTo>
                    <a:cubicBezTo>
                      <a:pt x="0" y="13"/>
                      <a:pt x="0" y="11"/>
                      <a:pt x="1" y="10"/>
                    </a:cubicBezTo>
                    <a:cubicBezTo>
                      <a:pt x="7" y="1"/>
                      <a:pt x="7" y="1"/>
                      <a:pt x="7"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8" name="Freeform 140"/>
              <p:cNvSpPr>
                <a:spLocks/>
              </p:cNvSpPr>
              <p:nvPr/>
            </p:nvSpPr>
            <p:spPr bwMode="auto">
              <a:xfrm>
                <a:off x="2594" y="3412"/>
                <a:ext cx="22" cy="22"/>
              </a:xfrm>
              <a:custGeom>
                <a:avLst/>
                <a:gdLst>
                  <a:gd name="T0" fmla="*/ 10 w 20"/>
                  <a:gd name="T1" fmla="*/ 1 h 20"/>
                  <a:gd name="T2" fmla="*/ 18 w 20"/>
                  <a:gd name="T3" fmla="*/ 6 h 20"/>
                  <a:gd name="T4" fmla="*/ 19 w 20"/>
                  <a:gd name="T5" fmla="*/ 10 h 20"/>
                  <a:gd name="T6" fmla="*/ 13 w 20"/>
                  <a:gd name="T7" fmla="*/ 19 h 20"/>
                  <a:gd name="T8" fmla="*/ 10 w 20"/>
                  <a:gd name="T9" fmla="*/ 20 h 20"/>
                  <a:gd name="T10" fmla="*/ 2 w 20"/>
                  <a:gd name="T11" fmla="*/ 15 h 20"/>
                  <a:gd name="T12" fmla="*/ 1 w 20"/>
                  <a:gd name="T13" fmla="*/ 11 h 20"/>
                  <a:gd name="T14" fmla="*/ 7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19" y="7"/>
                      <a:pt x="20" y="9"/>
                      <a:pt x="19" y="10"/>
                    </a:cubicBezTo>
                    <a:cubicBezTo>
                      <a:pt x="13" y="19"/>
                      <a:pt x="13" y="19"/>
                      <a:pt x="13" y="19"/>
                    </a:cubicBezTo>
                    <a:cubicBezTo>
                      <a:pt x="12" y="20"/>
                      <a:pt x="11" y="20"/>
                      <a:pt x="10" y="20"/>
                    </a:cubicBezTo>
                    <a:cubicBezTo>
                      <a:pt x="2" y="15"/>
                      <a:pt x="2" y="15"/>
                      <a:pt x="2" y="15"/>
                    </a:cubicBezTo>
                    <a:cubicBezTo>
                      <a:pt x="1" y="14"/>
                      <a:pt x="0" y="12"/>
                      <a:pt x="1" y="11"/>
                    </a:cubicBezTo>
                    <a:cubicBezTo>
                      <a:pt x="7" y="2"/>
                      <a:pt x="7" y="2"/>
                      <a:pt x="7" y="2"/>
                    </a:cubicBezTo>
                    <a:cubicBezTo>
                      <a:pt x="8"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9" name="Freeform 141"/>
              <p:cNvSpPr>
                <a:spLocks/>
              </p:cNvSpPr>
              <p:nvPr/>
            </p:nvSpPr>
            <p:spPr bwMode="auto">
              <a:xfrm>
                <a:off x="2576" y="3401"/>
                <a:ext cx="22" cy="22"/>
              </a:xfrm>
              <a:custGeom>
                <a:avLst/>
                <a:gdLst>
                  <a:gd name="T0" fmla="*/ 10 w 20"/>
                  <a:gd name="T1" fmla="*/ 1 h 20"/>
                  <a:gd name="T2" fmla="*/ 18 w 20"/>
                  <a:gd name="T3" fmla="*/ 6 h 20"/>
                  <a:gd name="T4" fmla="*/ 19 w 20"/>
                  <a:gd name="T5" fmla="*/ 10 h 20"/>
                  <a:gd name="T6" fmla="*/ 13 w 20"/>
                  <a:gd name="T7" fmla="*/ 19 h 20"/>
                  <a:gd name="T8" fmla="*/ 10 w 20"/>
                  <a:gd name="T9" fmla="*/ 19 h 20"/>
                  <a:gd name="T10" fmla="*/ 2 w 20"/>
                  <a:gd name="T11" fmla="*/ 14 h 20"/>
                  <a:gd name="T12" fmla="*/ 1 w 20"/>
                  <a:gd name="T13" fmla="*/ 11 h 20"/>
                  <a:gd name="T14" fmla="*/ 7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20" y="7"/>
                      <a:pt x="20" y="8"/>
                      <a:pt x="19" y="10"/>
                    </a:cubicBezTo>
                    <a:cubicBezTo>
                      <a:pt x="13" y="19"/>
                      <a:pt x="13" y="19"/>
                      <a:pt x="13" y="19"/>
                    </a:cubicBezTo>
                    <a:cubicBezTo>
                      <a:pt x="13" y="20"/>
                      <a:pt x="11" y="20"/>
                      <a:pt x="10" y="19"/>
                    </a:cubicBezTo>
                    <a:cubicBezTo>
                      <a:pt x="2" y="14"/>
                      <a:pt x="2" y="14"/>
                      <a:pt x="2" y="14"/>
                    </a:cubicBezTo>
                    <a:cubicBezTo>
                      <a:pt x="1" y="13"/>
                      <a:pt x="0" y="12"/>
                      <a:pt x="1" y="11"/>
                    </a:cubicBezTo>
                    <a:cubicBezTo>
                      <a:pt x="7" y="2"/>
                      <a:pt x="7" y="2"/>
                      <a:pt x="7" y="2"/>
                    </a:cubicBezTo>
                    <a:cubicBezTo>
                      <a:pt x="8"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0" name="Freeform 142"/>
              <p:cNvSpPr>
                <a:spLocks/>
              </p:cNvSpPr>
              <p:nvPr/>
            </p:nvSpPr>
            <p:spPr bwMode="auto">
              <a:xfrm>
                <a:off x="2558" y="3389"/>
                <a:ext cx="22" cy="23"/>
              </a:xfrm>
              <a:custGeom>
                <a:avLst/>
                <a:gdLst>
                  <a:gd name="T0" fmla="*/ 11 w 20"/>
                  <a:gd name="T1" fmla="*/ 1 h 20"/>
                  <a:gd name="T2" fmla="*/ 18 w 20"/>
                  <a:gd name="T3" fmla="*/ 6 h 20"/>
                  <a:gd name="T4" fmla="*/ 19 w 20"/>
                  <a:gd name="T5" fmla="*/ 9 h 20"/>
                  <a:gd name="T6" fmla="*/ 13 w 20"/>
                  <a:gd name="T7" fmla="*/ 18 h 20"/>
                  <a:gd name="T8" fmla="*/ 10 w 20"/>
                  <a:gd name="T9" fmla="*/ 19 h 20"/>
                  <a:gd name="T10" fmla="*/ 2 w 20"/>
                  <a:gd name="T11" fmla="*/ 14 h 20"/>
                  <a:gd name="T12" fmla="*/ 1 w 20"/>
                  <a:gd name="T13" fmla="*/ 10 h 20"/>
                  <a:gd name="T14" fmla="*/ 7 w 20"/>
                  <a:gd name="T15" fmla="*/ 1 h 20"/>
                  <a:gd name="T16" fmla="*/ 11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1" y="1"/>
                    </a:moveTo>
                    <a:cubicBezTo>
                      <a:pt x="18" y="6"/>
                      <a:pt x="18" y="6"/>
                      <a:pt x="18" y="6"/>
                    </a:cubicBezTo>
                    <a:cubicBezTo>
                      <a:pt x="20" y="6"/>
                      <a:pt x="20" y="8"/>
                      <a:pt x="19" y="9"/>
                    </a:cubicBezTo>
                    <a:cubicBezTo>
                      <a:pt x="13" y="18"/>
                      <a:pt x="13" y="18"/>
                      <a:pt x="13" y="18"/>
                    </a:cubicBezTo>
                    <a:cubicBezTo>
                      <a:pt x="13" y="19"/>
                      <a:pt x="11" y="20"/>
                      <a:pt x="10" y="19"/>
                    </a:cubicBezTo>
                    <a:cubicBezTo>
                      <a:pt x="2" y="14"/>
                      <a:pt x="2" y="14"/>
                      <a:pt x="2" y="14"/>
                    </a:cubicBezTo>
                    <a:cubicBezTo>
                      <a:pt x="1" y="13"/>
                      <a:pt x="0" y="12"/>
                      <a:pt x="1" y="10"/>
                    </a:cubicBezTo>
                    <a:cubicBezTo>
                      <a:pt x="7" y="1"/>
                      <a:pt x="7" y="1"/>
                      <a:pt x="7" y="1"/>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1" name="Freeform 143"/>
              <p:cNvSpPr>
                <a:spLocks/>
              </p:cNvSpPr>
              <p:nvPr/>
            </p:nvSpPr>
            <p:spPr bwMode="auto">
              <a:xfrm>
                <a:off x="2540" y="3377"/>
                <a:ext cx="22" cy="22"/>
              </a:xfrm>
              <a:custGeom>
                <a:avLst/>
                <a:gdLst>
                  <a:gd name="T0" fmla="*/ 10 w 20"/>
                  <a:gd name="T1" fmla="*/ 1 h 20"/>
                  <a:gd name="T2" fmla="*/ 18 w 20"/>
                  <a:gd name="T3" fmla="*/ 6 h 20"/>
                  <a:gd name="T4" fmla="*/ 19 w 20"/>
                  <a:gd name="T5" fmla="*/ 10 h 20"/>
                  <a:gd name="T6" fmla="*/ 13 w 20"/>
                  <a:gd name="T7" fmla="*/ 19 h 20"/>
                  <a:gd name="T8" fmla="*/ 10 w 20"/>
                  <a:gd name="T9" fmla="*/ 20 h 20"/>
                  <a:gd name="T10" fmla="*/ 1 w 20"/>
                  <a:gd name="T11" fmla="*/ 14 h 20"/>
                  <a:gd name="T12" fmla="*/ 1 w 20"/>
                  <a:gd name="T13" fmla="*/ 11 h 20"/>
                  <a:gd name="T14" fmla="*/ 6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19" y="7"/>
                      <a:pt x="20" y="9"/>
                      <a:pt x="19" y="10"/>
                    </a:cubicBezTo>
                    <a:cubicBezTo>
                      <a:pt x="13" y="19"/>
                      <a:pt x="13" y="19"/>
                      <a:pt x="13" y="19"/>
                    </a:cubicBezTo>
                    <a:cubicBezTo>
                      <a:pt x="12" y="20"/>
                      <a:pt x="11" y="20"/>
                      <a:pt x="10" y="20"/>
                    </a:cubicBezTo>
                    <a:cubicBezTo>
                      <a:pt x="1" y="14"/>
                      <a:pt x="1" y="14"/>
                      <a:pt x="1" y="14"/>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2" name="Freeform 144"/>
              <p:cNvSpPr>
                <a:spLocks/>
              </p:cNvSpPr>
              <p:nvPr/>
            </p:nvSpPr>
            <p:spPr bwMode="auto">
              <a:xfrm>
                <a:off x="2529" y="3395"/>
                <a:ext cx="31" cy="29"/>
              </a:xfrm>
              <a:custGeom>
                <a:avLst/>
                <a:gdLst>
                  <a:gd name="T0" fmla="*/ 10 w 28"/>
                  <a:gd name="T1" fmla="*/ 1 h 26"/>
                  <a:gd name="T2" fmla="*/ 27 w 28"/>
                  <a:gd name="T3" fmla="*/ 11 h 26"/>
                  <a:gd name="T4" fmla="*/ 28 w 28"/>
                  <a:gd name="T5" fmla="*/ 15 h 26"/>
                  <a:gd name="T6" fmla="*/ 22 w 28"/>
                  <a:gd name="T7" fmla="*/ 24 h 26"/>
                  <a:gd name="T8" fmla="*/ 18 w 28"/>
                  <a:gd name="T9" fmla="*/ 25 h 26"/>
                  <a:gd name="T10" fmla="*/ 1 w 28"/>
                  <a:gd name="T11" fmla="*/ 14 h 26"/>
                  <a:gd name="T12" fmla="*/ 1 w 28"/>
                  <a:gd name="T13" fmla="*/ 10 h 26"/>
                  <a:gd name="T14" fmla="*/ 6 w 28"/>
                  <a:gd name="T15" fmla="*/ 2 h 26"/>
                  <a:gd name="T16" fmla="*/ 10 w 28"/>
                  <a:gd name="T17"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6">
                    <a:moveTo>
                      <a:pt x="10" y="1"/>
                    </a:moveTo>
                    <a:cubicBezTo>
                      <a:pt x="27" y="11"/>
                      <a:pt x="27" y="11"/>
                      <a:pt x="27" y="11"/>
                    </a:cubicBezTo>
                    <a:cubicBezTo>
                      <a:pt x="28" y="12"/>
                      <a:pt x="28" y="14"/>
                      <a:pt x="28" y="15"/>
                    </a:cubicBezTo>
                    <a:cubicBezTo>
                      <a:pt x="22" y="24"/>
                      <a:pt x="22" y="24"/>
                      <a:pt x="22" y="24"/>
                    </a:cubicBezTo>
                    <a:cubicBezTo>
                      <a:pt x="21" y="25"/>
                      <a:pt x="19" y="26"/>
                      <a:pt x="18" y="25"/>
                    </a:cubicBezTo>
                    <a:cubicBezTo>
                      <a:pt x="1" y="14"/>
                      <a:pt x="1" y="14"/>
                      <a:pt x="1" y="14"/>
                    </a:cubicBezTo>
                    <a:cubicBezTo>
                      <a:pt x="0" y="13"/>
                      <a:pt x="0" y="11"/>
                      <a:pt x="1"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3" name="Freeform 145"/>
              <p:cNvSpPr>
                <a:spLocks/>
              </p:cNvSpPr>
              <p:nvPr/>
            </p:nvSpPr>
            <p:spPr bwMode="auto">
              <a:xfrm>
                <a:off x="2518" y="3413"/>
                <a:ext cx="34" cy="30"/>
              </a:xfrm>
              <a:custGeom>
                <a:avLst/>
                <a:gdLst>
                  <a:gd name="T0" fmla="*/ 10 w 31"/>
                  <a:gd name="T1" fmla="*/ 0 h 27"/>
                  <a:gd name="T2" fmla="*/ 30 w 31"/>
                  <a:gd name="T3" fmla="*/ 13 h 27"/>
                  <a:gd name="T4" fmla="*/ 30 w 31"/>
                  <a:gd name="T5" fmla="*/ 17 h 27"/>
                  <a:gd name="T6" fmla="*/ 25 w 31"/>
                  <a:gd name="T7" fmla="*/ 26 h 27"/>
                  <a:gd name="T8" fmla="*/ 21 w 31"/>
                  <a:gd name="T9" fmla="*/ 26 h 27"/>
                  <a:gd name="T10" fmla="*/ 1 w 31"/>
                  <a:gd name="T11" fmla="*/ 14 h 27"/>
                  <a:gd name="T12" fmla="*/ 1 w 31"/>
                  <a:gd name="T13" fmla="*/ 10 h 27"/>
                  <a:gd name="T14" fmla="*/ 6 w 31"/>
                  <a:gd name="T15" fmla="*/ 1 h 27"/>
                  <a:gd name="T16" fmla="*/ 10 w 31"/>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7">
                    <a:moveTo>
                      <a:pt x="10" y="0"/>
                    </a:moveTo>
                    <a:cubicBezTo>
                      <a:pt x="30" y="13"/>
                      <a:pt x="30" y="13"/>
                      <a:pt x="30" y="13"/>
                    </a:cubicBezTo>
                    <a:cubicBezTo>
                      <a:pt x="31" y="14"/>
                      <a:pt x="31" y="16"/>
                      <a:pt x="30" y="17"/>
                    </a:cubicBezTo>
                    <a:cubicBezTo>
                      <a:pt x="25" y="26"/>
                      <a:pt x="25" y="26"/>
                      <a:pt x="25" y="26"/>
                    </a:cubicBezTo>
                    <a:cubicBezTo>
                      <a:pt x="24" y="27"/>
                      <a:pt x="22" y="27"/>
                      <a:pt x="21" y="26"/>
                    </a:cubicBezTo>
                    <a:cubicBezTo>
                      <a:pt x="1" y="14"/>
                      <a:pt x="1" y="14"/>
                      <a:pt x="1" y="14"/>
                    </a:cubicBezTo>
                    <a:cubicBezTo>
                      <a:pt x="0" y="13"/>
                      <a:pt x="0" y="11"/>
                      <a:pt x="1"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4" name="Freeform 146"/>
              <p:cNvSpPr>
                <a:spLocks/>
              </p:cNvSpPr>
              <p:nvPr/>
            </p:nvSpPr>
            <p:spPr bwMode="auto">
              <a:xfrm>
                <a:off x="2506" y="3430"/>
                <a:ext cx="45" cy="38"/>
              </a:xfrm>
              <a:custGeom>
                <a:avLst/>
                <a:gdLst>
                  <a:gd name="T0" fmla="*/ 10 w 40"/>
                  <a:gd name="T1" fmla="*/ 1 h 34"/>
                  <a:gd name="T2" fmla="*/ 38 w 40"/>
                  <a:gd name="T3" fmla="*/ 19 h 34"/>
                  <a:gd name="T4" fmla="*/ 39 w 40"/>
                  <a:gd name="T5" fmla="*/ 23 h 34"/>
                  <a:gd name="T6" fmla="*/ 33 w 40"/>
                  <a:gd name="T7" fmla="*/ 32 h 34"/>
                  <a:gd name="T8" fmla="*/ 29 w 40"/>
                  <a:gd name="T9" fmla="*/ 33 h 34"/>
                  <a:gd name="T10" fmla="*/ 1 w 40"/>
                  <a:gd name="T11" fmla="*/ 14 h 34"/>
                  <a:gd name="T12" fmla="*/ 0 w 40"/>
                  <a:gd name="T13" fmla="*/ 11 h 34"/>
                  <a:gd name="T14" fmla="*/ 6 w 40"/>
                  <a:gd name="T15" fmla="*/ 2 h 34"/>
                  <a:gd name="T16" fmla="*/ 10 w 40"/>
                  <a:gd name="T17"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4">
                    <a:moveTo>
                      <a:pt x="10" y="1"/>
                    </a:moveTo>
                    <a:cubicBezTo>
                      <a:pt x="38" y="19"/>
                      <a:pt x="38" y="19"/>
                      <a:pt x="38" y="19"/>
                    </a:cubicBezTo>
                    <a:cubicBezTo>
                      <a:pt x="39" y="20"/>
                      <a:pt x="40" y="22"/>
                      <a:pt x="39" y="23"/>
                    </a:cubicBezTo>
                    <a:cubicBezTo>
                      <a:pt x="33" y="32"/>
                      <a:pt x="33" y="32"/>
                      <a:pt x="33" y="32"/>
                    </a:cubicBezTo>
                    <a:cubicBezTo>
                      <a:pt x="32" y="33"/>
                      <a:pt x="31" y="34"/>
                      <a:pt x="29" y="33"/>
                    </a:cubicBezTo>
                    <a:cubicBezTo>
                      <a:pt x="1" y="14"/>
                      <a:pt x="1" y="14"/>
                      <a:pt x="1" y="14"/>
                    </a:cubicBezTo>
                    <a:cubicBezTo>
                      <a:pt x="0" y="14"/>
                      <a:pt x="0" y="12"/>
                      <a:pt x="0"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5" name="Freeform 147"/>
              <p:cNvSpPr>
                <a:spLocks/>
              </p:cNvSpPr>
              <p:nvPr/>
            </p:nvSpPr>
            <p:spPr bwMode="auto">
              <a:xfrm>
                <a:off x="2494" y="3447"/>
                <a:ext cx="27" cy="26"/>
              </a:xfrm>
              <a:custGeom>
                <a:avLst/>
                <a:gdLst>
                  <a:gd name="T0" fmla="*/ 11 w 24"/>
                  <a:gd name="T1" fmla="*/ 1 h 23"/>
                  <a:gd name="T2" fmla="*/ 22 w 24"/>
                  <a:gd name="T3" fmla="*/ 8 h 23"/>
                  <a:gd name="T4" fmla="*/ 23 w 24"/>
                  <a:gd name="T5" fmla="*/ 12 h 23"/>
                  <a:gd name="T6" fmla="*/ 18 w 24"/>
                  <a:gd name="T7" fmla="*/ 21 h 23"/>
                  <a:gd name="T8" fmla="*/ 14 w 24"/>
                  <a:gd name="T9" fmla="*/ 22 h 23"/>
                  <a:gd name="T10" fmla="*/ 2 w 24"/>
                  <a:gd name="T11" fmla="*/ 14 h 23"/>
                  <a:gd name="T12" fmla="*/ 1 w 24"/>
                  <a:gd name="T13" fmla="*/ 10 h 23"/>
                  <a:gd name="T14" fmla="*/ 7 w 24"/>
                  <a:gd name="T15" fmla="*/ 2 h 23"/>
                  <a:gd name="T16" fmla="*/ 11 w 24"/>
                  <a:gd name="T17"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3">
                    <a:moveTo>
                      <a:pt x="11" y="1"/>
                    </a:moveTo>
                    <a:cubicBezTo>
                      <a:pt x="22" y="8"/>
                      <a:pt x="22" y="8"/>
                      <a:pt x="22" y="8"/>
                    </a:cubicBezTo>
                    <a:cubicBezTo>
                      <a:pt x="24" y="9"/>
                      <a:pt x="24" y="11"/>
                      <a:pt x="23" y="12"/>
                    </a:cubicBezTo>
                    <a:cubicBezTo>
                      <a:pt x="18" y="21"/>
                      <a:pt x="18" y="21"/>
                      <a:pt x="18" y="21"/>
                    </a:cubicBezTo>
                    <a:cubicBezTo>
                      <a:pt x="17" y="22"/>
                      <a:pt x="15" y="23"/>
                      <a:pt x="14" y="22"/>
                    </a:cubicBezTo>
                    <a:cubicBezTo>
                      <a:pt x="2" y="14"/>
                      <a:pt x="2" y="14"/>
                      <a:pt x="2" y="14"/>
                    </a:cubicBezTo>
                    <a:cubicBezTo>
                      <a:pt x="1" y="13"/>
                      <a:pt x="0" y="11"/>
                      <a:pt x="1" y="10"/>
                    </a:cubicBezTo>
                    <a:cubicBezTo>
                      <a:pt x="7" y="2"/>
                      <a:pt x="7" y="2"/>
                      <a:pt x="7" y="2"/>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6" name="Freeform 148"/>
              <p:cNvSpPr>
                <a:spLocks/>
              </p:cNvSpPr>
              <p:nvPr/>
            </p:nvSpPr>
            <p:spPr bwMode="auto">
              <a:xfrm>
                <a:off x="2554" y="3412"/>
                <a:ext cx="23" cy="22"/>
              </a:xfrm>
              <a:custGeom>
                <a:avLst/>
                <a:gdLst>
                  <a:gd name="T0" fmla="*/ 10 w 20"/>
                  <a:gd name="T1" fmla="*/ 1 h 20"/>
                  <a:gd name="T2" fmla="*/ 19 w 20"/>
                  <a:gd name="T3" fmla="*/ 6 h 20"/>
                  <a:gd name="T4" fmla="*/ 20 w 20"/>
                  <a:gd name="T5" fmla="*/ 10 h 20"/>
                  <a:gd name="T6" fmla="*/ 14 w 20"/>
                  <a:gd name="T7" fmla="*/ 19 h 20"/>
                  <a:gd name="T8" fmla="*/ 10 w 20"/>
                  <a:gd name="T9" fmla="*/ 20 h 20"/>
                  <a:gd name="T10" fmla="*/ 2 w 20"/>
                  <a:gd name="T11" fmla="*/ 14 h 20"/>
                  <a:gd name="T12" fmla="*/ 1 w 20"/>
                  <a:gd name="T13" fmla="*/ 10 h 20"/>
                  <a:gd name="T14" fmla="*/ 7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9" y="6"/>
                      <a:pt x="19" y="6"/>
                      <a:pt x="19" y="6"/>
                    </a:cubicBezTo>
                    <a:cubicBezTo>
                      <a:pt x="20" y="7"/>
                      <a:pt x="20" y="9"/>
                      <a:pt x="20" y="10"/>
                    </a:cubicBezTo>
                    <a:cubicBezTo>
                      <a:pt x="14" y="19"/>
                      <a:pt x="14" y="19"/>
                      <a:pt x="14" y="19"/>
                    </a:cubicBezTo>
                    <a:cubicBezTo>
                      <a:pt x="13" y="20"/>
                      <a:pt x="11" y="20"/>
                      <a:pt x="10" y="20"/>
                    </a:cubicBezTo>
                    <a:cubicBezTo>
                      <a:pt x="2" y="14"/>
                      <a:pt x="2" y="14"/>
                      <a:pt x="2" y="14"/>
                    </a:cubicBezTo>
                    <a:cubicBezTo>
                      <a:pt x="0" y="13"/>
                      <a:pt x="0" y="12"/>
                      <a:pt x="1" y="10"/>
                    </a:cubicBezTo>
                    <a:cubicBezTo>
                      <a:pt x="7" y="2"/>
                      <a:pt x="7" y="2"/>
                      <a:pt x="7"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7" name="Freeform 149"/>
              <p:cNvSpPr>
                <a:spLocks/>
              </p:cNvSpPr>
              <p:nvPr/>
            </p:nvSpPr>
            <p:spPr bwMode="auto">
              <a:xfrm>
                <a:off x="2572" y="3423"/>
                <a:ext cx="24" cy="23"/>
              </a:xfrm>
              <a:custGeom>
                <a:avLst/>
                <a:gdLst>
                  <a:gd name="T0" fmla="*/ 11 w 21"/>
                  <a:gd name="T1" fmla="*/ 1 h 21"/>
                  <a:gd name="T2" fmla="*/ 19 w 21"/>
                  <a:gd name="T3" fmla="*/ 7 h 21"/>
                  <a:gd name="T4" fmla="*/ 20 w 21"/>
                  <a:gd name="T5" fmla="*/ 11 h 21"/>
                  <a:gd name="T6" fmla="*/ 14 w 21"/>
                  <a:gd name="T7" fmla="*/ 19 h 21"/>
                  <a:gd name="T8" fmla="*/ 10 w 21"/>
                  <a:gd name="T9" fmla="*/ 20 h 21"/>
                  <a:gd name="T10" fmla="*/ 2 w 21"/>
                  <a:gd name="T11" fmla="*/ 15 h 21"/>
                  <a:gd name="T12" fmla="*/ 1 w 21"/>
                  <a:gd name="T13" fmla="*/ 11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7"/>
                      <a:pt x="19" y="7"/>
                      <a:pt x="19" y="7"/>
                    </a:cubicBezTo>
                    <a:cubicBezTo>
                      <a:pt x="20" y="8"/>
                      <a:pt x="21" y="9"/>
                      <a:pt x="20" y="11"/>
                    </a:cubicBezTo>
                    <a:cubicBezTo>
                      <a:pt x="14" y="19"/>
                      <a:pt x="14" y="19"/>
                      <a:pt x="14" y="19"/>
                    </a:cubicBezTo>
                    <a:cubicBezTo>
                      <a:pt x="13" y="21"/>
                      <a:pt x="12" y="21"/>
                      <a:pt x="10" y="20"/>
                    </a:cubicBezTo>
                    <a:cubicBezTo>
                      <a:pt x="2" y="15"/>
                      <a:pt x="2" y="15"/>
                      <a:pt x="2" y="15"/>
                    </a:cubicBezTo>
                    <a:cubicBezTo>
                      <a:pt x="1" y="14"/>
                      <a:pt x="0" y="12"/>
                      <a:pt x="1" y="11"/>
                    </a:cubicBezTo>
                    <a:cubicBezTo>
                      <a:pt x="7" y="2"/>
                      <a:pt x="7" y="2"/>
                      <a:pt x="7" y="2"/>
                    </a:cubicBezTo>
                    <a:cubicBezTo>
                      <a:pt x="8" y="1"/>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8" name="Freeform 150"/>
              <p:cNvSpPr>
                <a:spLocks/>
              </p:cNvSpPr>
              <p:nvPr/>
            </p:nvSpPr>
            <p:spPr bwMode="auto">
              <a:xfrm>
                <a:off x="2590" y="3435"/>
                <a:ext cx="24" cy="23"/>
              </a:xfrm>
              <a:custGeom>
                <a:avLst/>
                <a:gdLst>
                  <a:gd name="T0" fmla="*/ 11 w 21"/>
                  <a:gd name="T1" fmla="*/ 1 h 20"/>
                  <a:gd name="T2" fmla="*/ 19 w 21"/>
                  <a:gd name="T3" fmla="*/ 6 h 20"/>
                  <a:gd name="T4" fmla="*/ 20 w 21"/>
                  <a:gd name="T5" fmla="*/ 10 h 20"/>
                  <a:gd name="T6" fmla="*/ 14 w 21"/>
                  <a:gd name="T7" fmla="*/ 19 h 20"/>
                  <a:gd name="T8" fmla="*/ 11 w 21"/>
                  <a:gd name="T9" fmla="*/ 20 h 20"/>
                  <a:gd name="T10" fmla="*/ 2 w 21"/>
                  <a:gd name="T11" fmla="*/ 14 h 20"/>
                  <a:gd name="T12" fmla="*/ 1 w 21"/>
                  <a:gd name="T13" fmla="*/ 10 h 20"/>
                  <a:gd name="T14" fmla="*/ 7 w 21"/>
                  <a:gd name="T15" fmla="*/ 2 h 20"/>
                  <a:gd name="T16" fmla="*/ 11 w 2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1"/>
                    </a:moveTo>
                    <a:cubicBezTo>
                      <a:pt x="19" y="6"/>
                      <a:pt x="19" y="6"/>
                      <a:pt x="19" y="6"/>
                    </a:cubicBezTo>
                    <a:cubicBezTo>
                      <a:pt x="21" y="7"/>
                      <a:pt x="21" y="9"/>
                      <a:pt x="20" y="10"/>
                    </a:cubicBezTo>
                    <a:cubicBezTo>
                      <a:pt x="14" y="19"/>
                      <a:pt x="14" y="19"/>
                      <a:pt x="14" y="19"/>
                    </a:cubicBezTo>
                    <a:cubicBezTo>
                      <a:pt x="14" y="20"/>
                      <a:pt x="12" y="20"/>
                      <a:pt x="11" y="20"/>
                    </a:cubicBezTo>
                    <a:cubicBezTo>
                      <a:pt x="2" y="14"/>
                      <a:pt x="2" y="14"/>
                      <a:pt x="2" y="14"/>
                    </a:cubicBezTo>
                    <a:cubicBezTo>
                      <a:pt x="1" y="13"/>
                      <a:pt x="0" y="12"/>
                      <a:pt x="1" y="10"/>
                    </a:cubicBezTo>
                    <a:cubicBezTo>
                      <a:pt x="7" y="2"/>
                      <a:pt x="7" y="2"/>
                      <a:pt x="7" y="2"/>
                    </a:cubicBezTo>
                    <a:cubicBezTo>
                      <a:pt x="8" y="0"/>
                      <a:pt x="10"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9" name="Freeform 151"/>
              <p:cNvSpPr>
                <a:spLocks/>
              </p:cNvSpPr>
              <p:nvPr/>
            </p:nvSpPr>
            <p:spPr bwMode="auto">
              <a:xfrm>
                <a:off x="2609" y="3446"/>
                <a:ext cx="22" cy="24"/>
              </a:xfrm>
              <a:custGeom>
                <a:avLst/>
                <a:gdLst>
                  <a:gd name="T0" fmla="*/ 10 w 20"/>
                  <a:gd name="T1" fmla="*/ 1 h 21"/>
                  <a:gd name="T2" fmla="*/ 18 w 20"/>
                  <a:gd name="T3" fmla="*/ 7 h 21"/>
                  <a:gd name="T4" fmla="*/ 19 w 20"/>
                  <a:gd name="T5" fmla="*/ 11 h 21"/>
                  <a:gd name="T6" fmla="*/ 14 w 20"/>
                  <a:gd name="T7" fmla="*/ 19 h 21"/>
                  <a:gd name="T8" fmla="*/ 10 w 20"/>
                  <a:gd name="T9" fmla="*/ 20 h 21"/>
                  <a:gd name="T10" fmla="*/ 1 w 20"/>
                  <a:gd name="T11" fmla="*/ 15 h 21"/>
                  <a:gd name="T12" fmla="*/ 1 w 20"/>
                  <a:gd name="T13" fmla="*/ 11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8" y="7"/>
                      <a:pt x="18" y="7"/>
                      <a:pt x="18" y="7"/>
                    </a:cubicBezTo>
                    <a:cubicBezTo>
                      <a:pt x="20" y="8"/>
                      <a:pt x="20" y="9"/>
                      <a:pt x="19" y="11"/>
                    </a:cubicBezTo>
                    <a:cubicBezTo>
                      <a:pt x="14" y="19"/>
                      <a:pt x="14" y="19"/>
                      <a:pt x="14" y="19"/>
                    </a:cubicBezTo>
                    <a:cubicBezTo>
                      <a:pt x="13" y="21"/>
                      <a:pt x="11" y="21"/>
                      <a:pt x="10" y="20"/>
                    </a:cubicBezTo>
                    <a:cubicBezTo>
                      <a:pt x="1" y="15"/>
                      <a:pt x="1" y="15"/>
                      <a:pt x="1" y="15"/>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0" name="Freeform 152"/>
              <p:cNvSpPr>
                <a:spLocks/>
              </p:cNvSpPr>
              <p:nvPr/>
            </p:nvSpPr>
            <p:spPr bwMode="auto">
              <a:xfrm>
                <a:off x="2627" y="3459"/>
                <a:ext cx="22" cy="22"/>
              </a:xfrm>
              <a:custGeom>
                <a:avLst/>
                <a:gdLst>
                  <a:gd name="T0" fmla="*/ 10 w 20"/>
                  <a:gd name="T1" fmla="*/ 1 h 20"/>
                  <a:gd name="T2" fmla="*/ 19 w 20"/>
                  <a:gd name="T3" fmla="*/ 6 h 20"/>
                  <a:gd name="T4" fmla="*/ 19 w 20"/>
                  <a:gd name="T5" fmla="*/ 10 h 20"/>
                  <a:gd name="T6" fmla="*/ 14 w 20"/>
                  <a:gd name="T7" fmla="*/ 19 h 20"/>
                  <a:gd name="T8" fmla="*/ 10 w 20"/>
                  <a:gd name="T9" fmla="*/ 20 h 20"/>
                  <a:gd name="T10" fmla="*/ 2 w 20"/>
                  <a:gd name="T11" fmla="*/ 14 h 20"/>
                  <a:gd name="T12" fmla="*/ 1 w 20"/>
                  <a:gd name="T13" fmla="*/ 10 h 20"/>
                  <a:gd name="T14" fmla="*/ 6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9" y="6"/>
                      <a:pt x="19" y="6"/>
                      <a:pt x="19" y="6"/>
                    </a:cubicBezTo>
                    <a:cubicBezTo>
                      <a:pt x="20" y="7"/>
                      <a:pt x="20" y="9"/>
                      <a:pt x="19" y="10"/>
                    </a:cubicBezTo>
                    <a:cubicBezTo>
                      <a:pt x="14" y="19"/>
                      <a:pt x="14" y="19"/>
                      <a:pt x="14" y="19"/>
                    </a:cubicBezTo>
                    <a:cubicBezTo>
                      <a:pt x="13" y="20"/>
                      <a:pt x="11" y="20"/>
                      <a:pt x="10" y="20"/>
                    </a:cubicBezTo>
                    <a:cubicBezTo>
                      <a:pt x="2" y="14"/>
                      <a:pt x="2" y="14"/>
                      <a:pt x="2" y="14"/>
                    </a:cubicBezTo>
                    <a:cubicBezTo>
                      <a:pt x="0" y="13"/>
                      <a:pt x="0" y="11"/>
                      <a:pt x="1"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1" name="Freeform 153"/>
              <p:cNvSpPr>
                <a:spLocks/>
              </p:cNvSpPr>
              <p:nvPr/>
            </p:nvSpPr>
            <p:spPr bwMode="auto">
              <a:xfrm>
                <a:off x="2645" y="3470"/>
                <a:ext cx="23" cy="23"/>
              </a:xfrm>
              <a:custGeom>
                <a:avLst/>
                <a:gdLst>
                  <a:gd name="T0" fmla="*/ 10 w 21"/>
                  <a:gd name="T1" fmla="*/ 1 h 21"/>
                  <a:gd name="T2" fmla="*/ 19 w 21"/>
                  <a:gd name="T3" fmla="*/ 7 h 21"/>
                  <a:gd name="T4" fmla="*/ 20 w 21"/>
                  <a:gd name="T5" fmla="*/ 11 h 21"/>
                  <a:gd name="T6" fmla="*/ 14 w 21"/>
                  <a:gd name="T7" fmla="*/ 19 h 21"/>
                  <a:gd name="T8" fmla="*/ 10 w 21"/>
                  <a:gd name="T9" fmla="*/ 20 h 21"/>
                  <a:gd name="T10" fmla="*/ 2 w 21"/>
                  <a:gd name="T11" fmla="*/ 15 h 21"/>
                  <a:gd name="T12" fmla="*/ 1 w 21"/>
                  <a:gd name="T13" fmla="*/ 11 h 21"/>
                  <a:gd name="T14" fmla="*/ 7 w 21"/>
                  <a:gd name="T15" fmla="*/ 2 h 21"/>
                  <a:gd name="T16" fmla="*/ 10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0" y="1"/>
                    </a:moveTo>
                    <a:cubicBezTo>
                      <a:pt x="19" y="7"/>
                      <a:pt x="19" y="7"/>
                      <a:pt x="19" y="7"/>
                    </a:cubicBezTo>
                    <a:cubicBezTo>
                      <a:pt x="20" y="7"/>
                      <a:pt x="21" y="9"/>
                      <a:pt x="20" y="11"/>
                    </a:cubicBezTo>
                    <a:cubicBezTo>
                      <a:pt x="14" y="19"/>
                      <a:pt x="14" y="19"/>
                      <a:pt x="14" y="19"/>
                    </a:cubicBezTo>
                    <a:cubicBezTo>
                      <a:pt x="13" y="20"/>
                      <a:pt x="11" y="21"/>
                      <a:pt x="10" y="20"/>
                    </a:cubicBezTo>
                    <a:cubicBezTo>
                      <a:pt x="2" y="15"/>
                      <a:pt x="2" y="15"/>
                      <a:pt x="2" y="15"/>
                    </a:cubicBezTo>
                    <a:cubicBezTo>
                      <a:pt x="0" y="14"/>
                      <a:pt x="0" y="12"/>
                      <a:pt x="1" y="11"/>
                    </a:cubicBezTo>
                    <a:cubicBezTo>
                      <a:pt x="7" y="2"/>
                      <a:pt x="7" y="2"/>
                      <a:pt x="7"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2" name="Freeform 154"/>
              <p:cNvSpPr>
                <a:spLocks/>
              </p:cNvSpPr>
              <p:nvPr/>
            </p:nvSpPr>
            <p:spPr bwMode="auto">
              <a:xfrm>
                <a:off x="2663" y="3482"/>
                <a:ext cx="23" cy="22"/>
              </a:xfrm>
              <a:custGeom>
                <a:avLst/>
                <a:gdLst>
                  <a:gd name="T0" fmla="*/ 11 w 21"/>
                  <a:gd name="T1" fmla="*/ 1 h 20"/>
                  <a:gd name="T2" fmla="*/ 19 w 21"/>
                  <a:gd name="T3" fmla="*/ 6 h 20"/>
                  <a:gd name="T4" fmla="*/ 20 w 21"/>
                  <a:gd name="T5" fmla="*/ 10 h 20"/>
                  <a:gd name="T6" fmla="*/ 14 w 21"/>
                  <a:gd name="T7" fmla="*/ 19 h 20"/>
                  <a:gd name="T8" fmla="*/ 10 w 21"/>
                  <a:gd name="T9" fmla="*/ 20 h 20"/>
                  <a:gd name="T10" fmla="*/ 2 w 21"/>
                  <a:gd name="T11" fmla="*/ 14 h 20"/>
                  <a:gd name="T12" fmla="*/ 1 w 21"/>
                  <a:gd name="T13" fmla="*/ 10 h 20"/>
                  <a:gd name="T14" fmla="*/ 7 w 21"/>
                  <a:gd name="T15" fmla="*/ 2 h 20"/>
                  <a:gd name="T16" fmla="*/ 11 w 2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1"/>
                    </a:moveTo>
                    <a:cubicBezTo>
                      <a:pt x="19" y="6"/>
                      <a:pt x="19" y="6"/>
                      <a:pt x="19" y="6"/>
                    </a:cubicBezTo>
                    <a:cubicBezTo>
                      <a:pt x="20" y="7"/>
                      <a:pt x="21" y="9"/>
                      <a:pt x="20" y="10"/>
                    </a:cubicBezTo>
                    <a:cubicBezTo>
                      <a:pt x="14" y="19"/>
                      <a:pt x="14" y="19"/>
                      <a:pt x="14" y="19"/>
                    </a:cubicBezTo>
                    <a:cubicBezTo>
                      <a:pt x="13" y="20"/>
                      <a:pt x="12" y="20"/>
                      <a:pt x="10" y="20"/>
                    </a:cubicBezTo>
                    <a:cubicBezTo>
                      <a:pt x="2" y="14"/>
                      <a:pt x="2" y="14"/>
                      <a:pt x="2" y="14"/>
                    </a:cubicBezTo>
                    <a:cubicBezTo>
                      <a:pt x="1" y="13"/>
                      <a:pt x="0" y="11"/>
                      <a:pt x="1" y="10"/>
                    </a:cubicBezTo>
                    <a:cubicBezTo>
                      <a:pt x="7" y="2"/>
                      <a:pt x="7" y="2"/>
                      <a:pt x="7" y="2"/>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3" name="Freeform 155"/>
              <p:cNvSpPr>
                <a:spLocks/>
              </p:cNvSpPr>
              <p:nvPr/>
            </p:nvSpPr>
            <p:spPr bwMode="auto">
              <a:xfrm>
                <a:off x="2682" y="3493"/>
                <a:ext cx="22" cy="24"/>
              </a:xfrm>
              <a:custGeom>
                <a:avLst/>
                <a:gdLst>
                  <a:gd name="T0" fmla="*/ 10 w 20"/>
                  <a:gd name="T1" fmla="*/ 1 h 21"/>
                  <a:gd name="T2" fmla="*/ 18 w 20"/>
                  <a:gd name="T3" fmla="*/ 7 h 21"/>
                  <a:gd name="T4" fmla="*/ 19 w 20"/>
                  <a:gd name="T5" fmla="*/ 10 h 21"/>
                  <a:gd name="T6" fmla="*/ 13 w 20"/>
                  <a:gd name="T7" fmla="*/ 19 h 21"/>
                  <a:gd name="T8" fmla="*/ 10 w 20"/>
                  <a:gd name="T9" fmla="*/ 20 h 21"/>
                  <a:gd name="T10" fmla="*/ 1 w 20"/>
                  <a:gd name="T11" fmla="*/ 15 h 21"/>
                  <a:gd name="T12" fmla="*/ 0 w 20"/>
                  <a:gd name="T13" fmla="*/ 11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8" y="7"/>
                      <a:pt x="18" y="7"/>
                      <a:pt x="18" y="7"/>
                    </a:cubicBezTo>
                    <a:cubicBezTo>
                      <a:pt x="20" y="7"/>
                      <a:pt x="20" y="9"/>
                      <a:pt x="19" y="10"/>
                    </a:cubicBezTo>
                    <a:cubicBezTo>
                      <a:pt x="13" y="19"/>
                      <a:pt x="13" y="19"/>
                      <a:pt x="13" y="19"/>
                    </a:cubicBezTo>
                    <a:cubicBezTo>
                      <a:pt x="13" y="20"/>
                      <a:pt x="11" y="21"/>
                      <a:pt x="10" y="20"/>
                    </a:cubicBezTo>
                    <a:cubicBezTo>
                      <a:pt x="1" y="15"/>
                      <a:pt x="1" y="15"/>
                      <a:pt x="1" y="15"/>
                    </a:cubicBezTo>
                    <a:cubicBezTo>
                      <a:pt x="0" y="14"/>
                      <a:pt x="0" y="12"/>
                      <a:pt x="0"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4" name="Freeform 156"/>
              <p:cNvSpPr>
                <a:spLocks/>
              </p:cNvSpPr>
              <p:nvPr/>
            </p:nvSpPr>
            <p:spPr bwMode="auto">
              <a:xfrm>
                <a:off x="2700" y="3506"/>
                <a:ext cx="22" cy="22"/>
              </a:xfrm>
              <a:custGeom>
                <a:avLst/>
                <a:gdLst>
                  <a:gd name="T0" fmla="*/ 10 w 20"/>
                  <a:gd name="T1" fmla="*/ 1 h 20"/>
                  <a:gd name="T2" fmla="*/ 18 w 20"/>
                  <a:gd name="T3" fmla="*/ 6 h 20"/>
                  <a:gd name="T4" fmla="*/ 19 w 20"/>
                  <a:gd name="T5" fmla="*/ 10 h 20"/>
                  <a:gd name="T6" fmla="*/ 14 w 20"/>
                  <a:gd name="T7" fmla="*/ 19 h 20"/>
                  <a:gd name="T8" fmla="*/ 10 w 20"/>
                  <a:gd name="T9" fmla="*/ 19 h 20"/>
                  <a:gd name="T10" fmla="*/ 1 w 20"/>
                  <a:gd name="T11" fmla="*/ 14 h 20"/>
                  <a:gd name="T12" fmla="*/ 1 w 20"/>
                  <a:gd name="T13" fmla="*/ 10 h 20"/>
                  <a:gd name="T14" fmla="*/ 6 w 20"/>
                  <a:gd name="T15" fmla="*/ 1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20" y="7"/>
                      <a:pt x="20" y="9"/>
                      <a:pt x="19" y="10"/>
                    </a:cubicBezTo>
                    <a:cubicBezTo>
                      <a:pt x="14" y="19"/>
                      <a:pt x="14" y="19"/>
                      <a:pt x="14" y="19"/>
                    </a:cubicBezTo>
                    <a:cubicBezTo>
                      <a:pt x="13" y="20"/>
                      <a:pt x="11" y="20"/>
                      <a:pt x="10" y="19"/>
                    </a:cubicBezTo>
                    <a:cubicBezTo>
                      <a:pt x="1" y="14"/>
                      <a:pt x="1" y="14"/>
                      <a:pt x="1" y="14"/>
                    </a:cubicBezTo>
                    <a:cubicBezTo>
                      <a:pt x="0" y="13"/>
                      <a:pt x="0" y="11"/>
                      <a:pt x="1" y="10"/>
                    </a:cubicBezTo>
                    <a:cubicBezTo>
                      <a:pt x="6" y="1"/>
                      <a:pt x="6" y="1"/>
                      <a:pt x="6" y="1"/>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5" name="Freeform 157"/>
              <p:cNvSpPr>
                <a:spLocks/>
              </p:cNvSpPr>
              <p:nvPr/>
            </p:nvSpPr>
            <p:spPr bwMode="auto">
              <a:xfrm>
                <a:off x="2717" y="3517"/>
                <a:ext cx="23" cy="23"/>
              </a:xfrm>
              <a:custGeom>
                <a:avLst/>
                <a:gdLst>
                  <a:gd name="T0" fmla="*/ 10 w 20"/>
                  <a:gd name="T1" fmla="*/ 1 h 21"/>
                  <a:gd name="T2" fmla="*/ 19 w 20"/>
                  <a:gd name="T3" fmla="*/ 7 h 21"/>
                  <a:gd name="T4" fmla="*/ 20 w 20"/>
                  <a:gd name="T5" fmla="*/ 10 h 21"/>
                  <a:gd name="T6" fmla="*/ 14 w 20"/>
                  <a:gd name="T7" fmla="*/ 19 h 21"/>
                  <a:gd name="T8" fmla="*/ 10 w 20"/>
                  <a:gd name="T9" fmla="*/ 20 h 21"/>
                  <a:gd name="T10" fmla="*/ 2 w 20"/>
                  <a:gd name="T11" fmla="*/ 15 h 21"/>
                  <a:gd name="T12" fmla="*/ 1 w 20"/>
                  <a:gd name="T13" fmla="*/ 11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9" y="7"/>
                      <a:pt x="19" y="7"/>
                      <a:pt x="19" y="7"/>
                    </a:cubicBezTo>
                    <a:cubicBezTo>
                      <a:pt x="20" y="7"/>
                      <a:pt x="20" y="9"/>
                      <a:pt x="20" y="10"/>
                    </a:cubicBezTo>
                    <a:cubicBezTo>
                      <a:pt x="14" y="19"/>
                      <a:pt x="14" y="19"/>
                      <a:pt x="14" y="19"/>
                    </a:cubicBezTo>
                    <a:cubicBezTo>
                      <a:pt x="13" y="20"/>
                      <a:pt x="11" y="21"/>
                      <a:pt x="10" y="20"/>
                    </a:cubicBezTo>
                    <a:cubicBezTo>
                      <a:pt x="2" y="15"/>
                      <a:pt x="2" y="15"/>
                      <a:pt x="2" y="15"/>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6" name="Freeform 158"/>
              <p:cNvSpPr>
                <a:spLocks/>
              </p:cNvSpPr>
              <p:nvPr/>
            </p:nvSpPr>
            <p:spPr bwMode="auto">
              <a:xfrm>
                <a:off x="2735" y="3529"/>
                <a:ext cx="24" cy="22"/>
              </a:xfrm>
              <a:custGeom>
                <a:avLst/>
                <a:gdLst>
                  <a:gd name="T0" fmla="*/ 10 w 21"/>
                  <a:gd name="T1" fmla="*/ 1 h 20"/>
                  <a:gd name="T2" fmla="*/ 19 w 21"/>
                  <a:gd name="T3" fmla="*/ 6 h 20"/>
                  <a:gd name="T4" fmla="*/ 20 w 21"/>
                  <a:gd name="T5" fmla="*/ 10 h 20"/>
                  <a:gd name="T6" fmla="*/ 14 w 21"/>
                  <a:gd name="T7" fmla="*/ 19 h 20"/>
                  <a:gd name="T8" fmla="*/ 10 w 21"/>
                  <a:gd name="T9" fmla="*/ 19 h 20"/>
                  <a:gd name="T10" fmla="*/ 2 w 21"/>
                  <a:gd name="T11" fmla="*/ 14 h 20"/>
                  <a:gd name="T12" fmla="*/ 1 w 21"/>
                  <a:gd name="T13" fmla="*/ 10 h 20"/>
                  <a:gd name="T14" fmla="*/ 7 w 21"/>
                  <a:gd name="T15" fmla="*/ 1 h 20"/>
                  <a:gd name="T16" fmla="*/ 10 w 2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0" y="1"/>
                    </a:moveTo>
                    <a:cubicBezTo>
                      <a:pt x="19" y="6"/>
                      <a:pt x="19" y="6"/>
                      <a:pt x="19" y="6"/>
                    </a:cubicBezTo>
                    <a:cubicBezTo>
                      <a:pt x="20" y="7"/>
                      <a:pt x="21" y="9"/>
                      <a:pt x="20" y="10"/>
                    </a:cubicBezTo>
                    <a:cubicBezTo>
                      <a:pt x="14" y="19"/>
                      <a:pt x="14" y="19"/>
                      <a:pt x="14" y="19"/>
                    </a:cubicBezTo>
                    <a:cubicBezTo>
                      <a:pt x="13" y="20"/>
                      <a:pt x="12" y="20"/>
                      <a:pt x="10" y="19"/>
                    </a:cubicBezTo>
                    <a:cubicBezTo>
                      <a:pt x="2" y="14"/>
                      <a:pt x="2" y="14"/>
                      <a:pt x="2" y="14"/>
                    </a:cubicBezTo>
                    <a:cubicBezTo>
                      <a:pt x="1" y="13"/>
                      <a:pt x="0" y="11"/>
                      <a:pt x="1" y="10"/>
                    </a:cubicBezTo>
                    <a:cubicBezTo>
                      <a:pt x="7" y="1"/>
                      <a:pt x="7" y="1"/>
                      <a:pt x="7" y="1"/>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7" name="Freeform 159"/>
              <p:cNvSpPr>
                <a:spLocks/>
              </p:cNvSpPr>
              <p:nvPr/>
            </p:nvSpPr>
            <p:spPr bwMode="auto">
              <a:xfrm>
                <a:off x="2753" y="3540"/>
                <a:ext cx="24" cy="24"/>
              </a:xfrm>
              <a:custGeom>
                <a:avLst/>
                <a:gdLst>
                  <a:gd name="T0" fmla="*/ 11 w 21"/>
                  <a:gd name="T1" fmla="*/ 1 h 21"/>
                  <a:gd name="T2" fmla="*/ 19 w 21"/>
                  <a:gd name="T3" fmla="*/ 7 h 21"/>
                  <a:gd name="T4" fmla="*/ 20 w 21"/>
                  <a:gd name="T5" fmla="*/ 10 h 21"/>
                  <a:gd name="T6" fmla="*/ 14 w 21"/>
                  <a:gd name="T7" fmla="*/ 19 h 21"/>
                  <a:gd name="T8" fmla="*/ 10 w 21"/>
                  <a:gd name="T9" fmla="*/ 20 h 21"/>
                  <a:gd name="T10" fmla="*/ 2 w 21"/>
                  <a:gd name="T11" fmla="*/ 14 h 21"/>
                  <a:gd name="T12" fmla="*/ 1 w 21"/>
                  <a:gd name="T13" fmla="*/ 11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7"/>
                      <a:pt x="19" y="7"/>
                      <a:pt x="19" y="7"/>
                    </a:cubicBezTo>
                    <a:cubicBezTo>
                      <a:pt x="20" y="7"/>
                      <a:pt x="21" y="9"/>
                      <a:pt x="20" y="10"/>
                    </a:cubicBezTo>
                    <a:cubicBezTo>
                      <a:pt x="14" y="19"/>
                      <a:pt x="14" y="19"/>
                      <a:pt x="14" y="19"/>
                    </a:cubicBezTo>
                    <a:cubicBezTo>
                      <a:pt x="13" y="20"/>
                      <a:pt x="12" y="21"/>
                      <a:pt x="10" y="20"/>
                    </a:cubicBezTo>
                    <a:cubicBezTo>
                      <a:pt x="2" y="14"/>
                      <a:pt x="2" y="14"/>
                      <a:pt x="2" y="14"/>
                    </a:cubicBezTo>
                    <a:cubicBezTo>
                      <a:pt x="1" y="14"/>
                      <a:pt x="0" y="12"/>
                      <a:pt x="1" y="11"/>
                    </a:cubicBezTo>
                    <a:cubicBezTo>
                      <a:pt x="7" y="2"/>
                      <a:pt x="7" y="2"/>
                      <a:pt x="7" y="2"/>
                    </a:cubicBezTo>
                    <a:cubicBezTo>
                      <a:pt x="8" y="1"/>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8" name="Freeform 160"/>
              <p:cNvSpPr>
                <a:spLocks/>
              </p:cNvSpPr>
              <p:nvPr/>
            </p:nvSpPr>
            <p:spPr bwMode="auto">
              <a:xfrm>
                <a:off x="2548" y="3433"/>
                <a:ext cx="23" cy="22"/>
              </a:xfrm>
              <a:custGeom>
                <a:avLst/>
                <a:gdLst>
                  <a:gd name="T0" fmla="*/ 11 w 21"/>
                  <a:gd name="T1" fmla="*/ 0 h 20"/>
                  <a:gd name="T2" fmla="*/ 19 w 21"/>
                  <a:gd name="T3" fmla="*/ 6 h 20"/>
                  <a:gd name="T4" fmla="*/ 20 w 21"/>
                  <a:gd name="T5" fmla="*/ 10 h 20"/>
                  <a:gd name="T6" fmla="*/ 14 w 21"/>
                  <a:gd name="T7" fmla="*/ 18 h 20"/>
                  <a:gd name="T8" fmla="*/ 11 w 21"/>
                  <a:gd name="T9" fmla="*/ 19 h 20"/>
                  <a:gd name="T10" fmla="*/ 2 w 21"/>
                  <a:gd name="T11" fmla="*/ 14 h 20"/>
                  <a:gd name="T12" fmla="*/ 1 w 21"/>
                  <a:gd name="T13" fmla="*/ 10 h 20"/>
                  <a:gd name="T14" fmla="*/ 7 w 21"/>
                  <a:gd name="T15" fmla="*/ 1 h 20"/>
                  <a:gd name="T16" fmla="*/ 11 w 21"/>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0"/>
                    </a:moveTo>
                    <a:cubicBezTo>
                      <a:pt x="19" y="6"/>
                      <a:pt x="19" y="6"/>
                      <a:pt x="19" y="6"/>
                    </a:cubicBezTo>
                    <a:cubicBezTo>
                      <a:pt x="20" y="7"/>
                      <a:pt x="21" y="8"/>
                      <a:pt x="20" y="10"/>
                    </a:cubicBezTo>
                    <a:cubicBezTo>
                      <a:pt x="14" y="18"/>
                      <a:pt x="14" y="18"/>
                      <a:pt x="14" y="18"/>
                    </a:cubicBezTo>
                    <a:cubicBezTo>
                      <a:pt x="14" y="20"/>
                      <a:pt x="12" y="20"/>
                      <a:pt x="11" y="19"/>
                    </a:cubicBezTo>
                    <a:cubicBezTo>
                      <a:pt x="2" y="14"/>
                      <a:pt x="2" y="14"/>
                      <a:pt x="2" y="14"/>
                    </a:cubicBezTo>
                    <a:cubicBezTo>
                      <a:pt x="1" y="13"/>
                      <a:pt x="0" y="11"/>
                      <a:pt x="1" y="10"/>
                    </a:cubicBezTo>
                    <a:cubicBezTo>
                      <a:pt x="7" y="1"/>
                      <a:pt x="7" y="1"/>
                      <a:pt x="7" y="1"/>
                    </a:cubicBezTo>
                    <a:cubicBezTo>
                      <a:pt x="8" y="0"/>
                      <a:pt x="9"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9" name="Freeform 161"/>
              <p:cNvSpPr>
                <a:spLocks/>
              </p:cNvSpPr>
              <p:nvPr/>
            </p:nvSpPr>
            <p:spPr bwMode="auto">
              <a:xfrm>
                <a:off x="2567" y="3444"/>
                <a:ext cx="22" cy="24"/>
              </a:xfrm>
              <a:custGeom>
                <a:avLst/>
                <a:gdLst>
                  <a:gd name="T0" fmla="*/ 10 w 20"/>
                  <a:gd name="T1" fmla="*/ 1 h 21"/>
                  <a:gd name="T2" fmla="*/ 18 w 20"/>
                  <a:gd name="T3" fmla="*/ 6 h 21"/>
                  <a:gd name="T4" fmla="*/ 19 w 20"/>
                  <a:gd name="T5" fmla="*/ 10 h 21"/>
                  <a:gd name="T6" fmla="*/ 14 w 20"/>
                  <a:gd name="T7" fmla="*/ 19 h 21"/>
                  <a:gd name="T8" fmla="*/ 10 w 20"/>
                  <a:gd name="T9" fmla="*/ 20 h 21"/>
                  <a:gd name="T10" fmla="*/ 1 w 20"/>
                  <a:gd name="T11" fmla="*/ 14 h 21"/>
                  <a:gd name="T12" fmla="*/ 0 w 20"/>
                  <a:gd name="T13" fmla="*/ 10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8" y="6"/>
                      <a:pt x="18" y="6"/>
                      <a:pt x="18" y="6"/>
                    </a:cubicBezTo>
                    <a:cubicBezTo>
                      <a:pt x="20" y="7"/>
                      <a:pt x="20" y="9"/>
                      <a:pt x="19" y="10"/>
                    </a:cubicBezTo>
                    <a:cubicBezTo>
                      <a:pt x="14" y="19"/>
                      <a:pt x="14" y="19"/>
                      <a:pt x="14" y="19"/>
                    </a:cubicBezTo>
                    <a:cubicBezTo>
                      <a:pt x="13" y="20"/>
                      <a:pt x="11" y="21"/>
                      <a:pt x="10" y="20"/>
                    </a:cubicBezTo>
                    <a:cubicBezTo>
                      <a:pt x="1" y="14"/>
                      <a:pt x="1" y="14"/>
                      <a:pt x="1" y="14"/>
                    </a:cubicBezTo>
                    <a:cubicBezTo>
                      <a:pt x="0" y="13"/>
                      <a:pt x="0" y="12"/>
                      <a:pt x="0"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0" name="Freeform 162"/>
              <p:cNvSpPr>
                <a:spLocks/>
              </p:cNvSpPr>
              <p:nvPr/>
            </p:nvSpPr>
            <p:spPr bwMode="auto">
              <a:xfrm>
                <a:off x="2585" y="3455"/>
                <a:ext cx="22" cy="24"/>
              </a:xfrm>
              <a:custGeom>
                <a:avLst/>
                <a:gdLst>
                  <a:gd name="T0" fmla="*/ 10 w 20"/>
                  <a:gd name="T1" fmla="*/ 1 h 21"/>
                  <a:gd name="T2" fmla="*/ 19 w 20"/>
                  <a:gd name="T3" fmla="*/ 7 h 21"/>
                  <a:gd name="T4" fmla="*/ 19 w 20"/>
                  <a:gd name="T5" fmla="*/ 11 h 21"/>
                  <a:gd name="T6" fmla="*/ 14 w 20"/>
                  <a:gd name="T7" fmla="*/ 19 h 21"/>
                  <a:gd name="T8" fmla="*/ 10 w 20"/>
                  <a:gd name="T9" fmla="*/ 20 h 21"/>
                  <a:gd name="T10" fmla="*/ 2 w 20"/>
                  <a:gd name="T11" fmla="*/ 15 h 21"/>
                  <a:gd name="T12" fmla="*/ 1 w 20"/>
                  <a:gd name="T13" fmla="*/ 11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9" y="7"/>
                      <a:pt x="19" y="7"/>
                      <a:pt x="19" y="7"/>
                    </a:cubicBezTo>
                    <a:cubicBezTo>
                      <a:pt x="20" y="8"/>
                      <a:pt x="20" y="9"/>
                      <a:pt x="19" y="11"/>
                    </a:cubicBezTo>
                    <a:cubicBezTo>
                      <a:pt x="14" y="19"/>
                      <a:pt x="14" y="19"/>
                      <a:pt x="14" y="19"/>
                    </a:cubicBezTo>
                    <a:cubicBezTo>
                      <a:pt x="13" y="21"/>
                      <a:pt x="11" y="21"/>
                      <a:pt x="10" y="20"/>
                    </a:cubicBezTo>
                    <a:cubicBezTo>
                      <a:pt x="2" y="15"/>
                      <a:pt x="2" y="15"/>
                      <a:pt x="2" y="15"/>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1" name="Freeform 163"/>
              <p:cNvSpPr>
                <a:spLocks/>
              </p:cNvSpPr>
              <p:nvPr/>
            </p:nvSpPr>
            <p:spPr bwMode="auto">
              <a:xfrm>
                <a:off x="2602" y="3468"/>
                <a:ext cx="23" cy="22"/>
              </a:xfrm>
              <a:custGeom>
                <a:avLst/>
                <a:gdLst>
                  <a:gd name="T0" fmla="*/ 10 w 20"/>
                  <a:gd name="T1" fmla="*/ 1 h 20"/>
                  <a:gd name="T2" fmla="*/ 19 w 20"/>
                  <a:gd name="T3" fmla="*/ 6 h 20"/>
                  <a:gd name="T4" fmla="*/ 20 w 20"/>
                  <a:gd name="T5" fmla="*/ 10 h 20"/>
                  <a:gd name="T6" fmla="*/ 14 w 20"/>
                  <a:gd name="T7" fmla="*/ 19 h 20"/>
                  <a:gd name="T8" fmla="*/ 10 w 20"/>
                  <a:gd name="T9" fmla="*/ 20 h 20"/>
                  <a:gd name="T10" fmla="*/ 2 w 20"/>
                  <a:gd name="T11" fmla="*/ 14 h 20"/>
                  <a:gd name="T12" fmla="*/ 1 w 20"/>
                  <a:gd name="T13" fmla="*/ 10 h 20"/>
                  <a:gd name="T14" fmla="*/ 7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9" y="6"/>
                      <a:pt x="19" y="6"/>
                      <a:pt x="19" y="6"/>
                    </a:cubicBezTo>
                    <a:cubicBezTo>
                      <a:pt x="20" y="7"/>
                      <a:pt x="20" y="9"/>
                      <a:pt x="20" y="10"/>
                    </a:cubicBezTo>
                    <a:cubicBezTo>
                      <a:pt x="14" y="19"/>
                      <a:pt x="14" y="19"/>
                      <a:pt x="14" y="19"/>
                    </a:cubicBezTo>
                    <a:cubicBezTo>
                      <a:pt x="13" y="20"/>
                      <a:pt x="11" y="20"/>
                      <a:pt x="10" y="20"/>
                    </a:cubicBezTo>
                    <a:cubicBezTo>
                      <a:pt x="2" y="14"/>
                      <a:pt x="2" y="14"/>
                      <a:pt x="2" y="14"/>
                    </a:cubicBezTo>
                    <a:cubicBezTo>
                      <a:pt x="0" y="13"/>
                      <a:pt x="0" y="12"/>
                      <a:pt x="1" y="10"/>
                    </a:cubicBezTo>
                    <a:cubicBezTo>
                      <a:pt x="7" y="2"/>
                      <a:pt x="7" y="2"/>
                      <a:pt x="7"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2" name="Freeform 164"/>
              <p:cNvSpPr>
                <a:spLocks/>
              </p:cNvSpPr>
              <p:nvPr/>
            </p:nvSpPr>
            <p:spPr bwMode="auto">
              <a:xfrm>
                <a:off x="2620" y="3479"/>
                <a:ext cx="24" cy="23"/>
              </a:xfrm>
              <a:custGeom>
                <a:avLst/>
                <a:gdLst>
                  <a:gd name="T0" fmla="*/ 11 w 21"/>
                  <a:gd name="T1" fmla="*/ 1 h 21"/>
                  <a:gd name="T2" fmla="*/ 19 w 21"/>
                  <a:gd name="T3" fmla="*/ 7 h 21"/>
                  <a:gd name="T4" fmla="*/ 20 w 21"/>
                  <a:gd name="T5" fmla="*/ 11 h 21"/>
                  <a:gd name="T6" fmla="*/ 14 w 21"/>
                  <a:gd name="T7" fmla="*/ 19 h 21"/>
                  <a:gd name="T8" fmla="*/ 10 w 21"/>
                  <a:gd name="T9" fmla="*/ 20 h 21"/>
                  <a:gd name="T10" fmla="*/ 2 w 21"/>
                  <a:gd name="T11" fmla="*/ 15 h 21"/>
                  <a:gd name="T12" fmla="*/ 1 w 21"/>
                  <a:gd name="T13" fmla="*/ 11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7"/>
                      <a:pt x="19" y="7"/>
                      <a:pt x="19" y="7"/>
                    </a:cubicBezTo>
                    <a:cubicBezTo>
                      <a:pt x="20" y="8"/>
                      <a:pt x="21" y="9"/>
                      <a:pt x="20" y="11"/>
                    </a:cubicBezTo>
                    <a:cubicBezTo>
                      <a:pt x="14" y="19"/>
                      <a:pt x="14" y="19"/>
                      <a:pt x="14" y="19"/>
                    </a:cubicBezTo>
                    <a:cubicBezTo>
                      <a:pt x="13" y="21"/>
                      <a:pt x="12" y="21"/>
                      <a:pt x="10" y="20"/>
                    </a:cubicBezTo>
                    <a:cubicBezTo>
                      <a:pt x="2" y="15"/>
                      <a:pt x="2" y="15"/>
                      <a:pt x="2" y="15"/>
                    </a:cubicBezTo>
                    <a:cubicBezTo>
                      <a:pt x="1" y="14"/>
                      <a:pt x="0" y="12"/>
                      <a:pt x="1" y="11"/>
                    </a:cubicBezTo>
                    <a:cubicBezTo>
                      <a:pt x="7" y="2"/>
                      <a:pt x="7" y="2"/>
                      <a:pt x="7" y="2"/>
                    </a:cubicBezTo>
                    <a:cubicBezTo>
                      <a:pt x="8" y="1"/>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3" name="Freeform 165"/>
              <p:cNvSpPr>
                <a:spLocks/>
              </p:cNvSpPr>
              <p:nvPr/>
            </p:nvSpPr>
            <p:spPr bwMode="auto">
              <a:xfrm>
                <a:off x="2638" y="3491"/>
                <a:ext cx="24" cy="22"/>
              </a:xfrm>
              <a:custGeom>
                <a:avLst/>
                <a:gdLst>
                  <a:gd name="T0" fmla="*/ 11 w 21"/>
                  <a:gd name="T1" fmla="*/ 1 h 20"/>
                  <a:gd name="T2" fmla="*/ 19 w 21"/>
                  <a:gd name="T3" fmla="*/ 6 h 20"/>
                  <a:gd name="T4" fmla="*/ 20 w 21"/>
                  <a:gd name="T5" fmla="*/ 10 h 20"/>
                  <a:gd name="T6" fmla="*/ 14 w 21"/>
                  <a:gd name="T7" fmla="*/ 19 h 20"/>
                  <a:gd name="T8" fmla="*/ 11 w 21"/>
                  <a:gd name="T9" fmla="*/ 20 h 20"/>
                  <a:gd name="T10" fmla="*/ 2 w 21"/>
                  <a:gd name="T11" fmla="*/ 14 h 20"/>
                  <a:gd name="T12" fmla="*/ 1 w 21"/>
                  <a:gd name="T13" fmla="*/ 10 h 20"/>
                  <a:gd name="T14" fmla="*/ 7 w 21"/>
                  <a:gd name="T15" fmla="*/ 2 h 20"/>
                  <a:gd name="T16" fmla="*/ 11 w 2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1"/>
                    </a:moveTo>
                    <a:cubicBezTo>
                      <a:pt x="19" y="6"/>
                      <a:pt x="19" y="6"/>
                      <a:pt x="19" y="6"/>
                    </a:cubicBezTo>
                    <a:cubicBezTo>
                      <a:pt x="21" y="7"/>
                      <a:pt x="21" y="9"/>
                      <a:pt x="20" y="10"/>
                    </a:cubicBezTo>
                    <a:cubicBezTo>
                      <a:pt x="14" y="19"/>
                      <a:pt x="14" y="19"/>
                      <a:pt x="14" y="19"/>
                    </a:cubicBezTo>
                    <a:cubicBezTo>
                      <a:pt x="14" y="20"/>
                      <a:pt x="12" y="20"/>
                      <a:pt x="11" y="20"/>
                    </a:cubicBezTo>
                    <a:cubicBezTo>
                      <a:pt x="2" y="14"/>
                      <a:pt x="2" y="14"/>
                      <a:pt x="2" y="14"/>
                    </a:cubicBezTo>
                    <a:cubicBezTo>
                      <a:pt x="1" y="13"/>
                      <a:pt x="0" y="12"/>
                      <a:pt x="1" y="10"/>
                    </a:cubicBezTo>
                    <a:cubicBezTo>
                      <a:pt x="7" y="2"/>
                      <a:pt x="7" y="2"/>
                      <a:pt x="7" y="2"/>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4" name="Freeform 166"/>
              <p:cNvSpPr>
                <a:spLocks/>
              </p:cNvSpPr>
              <p:nvPr/>
            </p:nvSpPr>
            <p:spPr bwMode="auto">
              <a:xfrm>
                <a:off x="2657" y="3502"/>
                <a:ext cx="23" cy="24"/>
              </a:xfrm>
              <a:custGeom>
                <a:avLst/>
                <a:gdLst>
                  <a:gd name="T0" fmla="*/ 10 w 20"/>
                  <a:gd name="T1" fmla="*/ 1 h 21"/>
                  <a:gd name="T2" fmla="*/ 18 w 20"/>
                  <a:gd name="T3" fmla="*/ 7 h 21"/>
                  <a:gd name="T4" fmla="*/ 19 w 20"/>
                  <a:gd name="T5" fmla="*/ 11 h 21"/>
                  <a:gd name="T6" fmla="*/ 14 w 20"/>
                  <a:gd name="T7" fmla="*/ 19 h 21"/>
                  <a:gd name="T8" fmla="*/ 10 w 20"/>
                  <a:gd name="T9" fmla="*/ 20 h 21"/>
                  <a:gd name="T10" fmla="*/ 1 w 20"/>
                  <a:gd name="T11" fmla="*/ 15 h 21"/>
                  <a:gd name="T12" fmla="*/ 1 w 20"/>
                  <a:gd name="T13" fmla="*/ 11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8" y="7"/>
                      <a:pt x="18" y="7"/>
                      <a:pt x="18" y="7"/>
                    </a:cubicBezTo>
                    <a:cubicBezTo>
                      <a:pt x="20" y="8"/>
                      <a:pt x="20" y="9"/>
                      <a:pt x="19" y="11"/>
                    </a:cubicBezTo>
                    <a:cubicBezTo>
                      <a:pt x="14" y="19"/>
                      <a:pt x="14" y="19"/>
                      <a:pt x="14" y="19"/>
                    </a:cubicBezTo>
                    <a:cubicBezTo>
                      <a:pt x="13" y="21"/>
                      <a:pt x="11" y="21"/>
                      <a:pt x="10" y="20"/>
                    </a:cubicBezTo>
                    <a:cubicBezTo>
                      <a:pt x="1" y="15"/>
                      <a:pt x="1" y="15"/>
                      <a:pt x="1" y="15"/>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5" name="Freeform 167"/>
              <p:cNvSpPr>
                <a:spLocks/>
              </p:cNvSpPr>
              <p:nvPr/>
            </p:nvSpPr>
            <p:spPr bwMode="auto">
              <a:xfrm>
                <a:off x="2675" y="3514"/>
                <a:ext cx="22" cy="23"/>
              </a:xfrm>
              <a:custGeom>
                <a:avLst/>
                <a:gdLst>
                  <a:gd name="T0" fmla="*/ 10 w 20"/>
                  <a:gd name="T1" fmla="*/ 1 h 20"/>
                  <a:gd name="T2" fmla="*/ 19 w 20"/>
                  <a:gd name="T3" fmla="*/ 6 h 20"/>
                  <a:gd name="T4" fmla="*/ 19 w 20"/>
                  <a:gd name="T5" fmla="*/ 10 h 20"/>
                  <a:gd name="T6" fmla="*/ 14 w 20"/>
                  <a:gd name="T7" fmla="*/ 19 h 20"/>
                  <a:gd name="T8" fmla="*/ 10 w 20"/>
                  <a:gd name="T9" fmla="*/ 20 h 20"/>
                  <a:gd name="T10" fmla="*/ 2 w 20"/>
                  <a:gd name="T11" fmla="*/ 14 h 20"/>
                  <a:gd name="T12" fmla="*/ 1 w 20"/>
                  <a:gd name="T13" fmla="*/ 10 h 20"/>
                  <a:gd name="T14" fmla="*/ 6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9" y="6"/>
                      <a:pt x="19" y="6"/>
                      <a:pt x="19" y="6"/>
                    </a:cubicBezTo>
                    <a:cubicBezTo>
                      <a:pt x="20" y="7"/>
                      <a:pt x="20" y="9"/>
                      <a:pt x="19" y="10"/>
                    </a:cubicBezTo>
                    <a:cubicBezTo>
                      <a:pt x="14" y="19"/>
                      <a:pt x="14" y="19"/>
                      <a:pt x="14" y="19"/>
                    </a:cubicBezTo>
                    <a:cubicBezTo>
                      <a:pt x="13" y="20"/>
                      <a:pt x="11" y="20"/>
                      <a:pt x="10" y="20"/>
                    </a:cubicBezTo>
                    <a:cubicBezTo>
                      <a:pt x="2" y="14"/>
                      <a:pt x="2" y="14"/>
                      <a:pt x="2" y="14"/>
                    </a:cubicBezTo>
                    <a:cubicBezTo>
                      <a:pt x="0" y="13"/>
                      <a:pt x="0" y="12"/>
                      <a:pt x="1"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6" name="Freeform 168"/>
              <p:cNvSpPr>
                <a:spLocks/>
              </p:cNvSpPr>
              <p:nvPr/>
            </p:nvSpPr>
            <p:spPr bwMode="auto">
              <a:xfrm>
                <a:off x="2693" y="3526"/>
                <a:ext cx="22" cy="23"/>
              </a:xfrm>
              <a:custGeom>
                <a:avLst/>
                <a:gdLst>
                  <a:gd name="T0" fmla="*/ 10 w 20"/>
                  <a:gd name="T1" fmla="*/ 1 h 21"/>
                  <a:gd name="T2" fmla="*/ 19 w 20"/>
                  <a:gd name="T3" fmla="*/ 7 h 21"/>
                  <a:gd name="T4" fmla="*/ 20 w 20"/>
                  <a:gd name="T5" fmla="*/ 11 h 21"/>
                  <a:gd name="T6" fmla="*/ 14 w 20"/>
                  <a:gd name="T7" fmla="*/ 19 h 21"/>
                  <a:gd name="T8" fmla="*/ 10 w 20"/>
                  <a:gd name="T9" fmla="*/ 20 h 21"/>
                  <a:gd name="T10" fmla="*/ 2 w 20"/>
                  <a:gd name="T11" fmla="*/ 15 h 21"/>
                  <a:gd name="T12" fmla="*/ 1 w 20"/>
                  <a:gd name="T13" fmla="*/ 11 h 21"/>
                  <a:gd name="T14" fmla="*/ 7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9" y="7"/>
                      <a:pt x="19" y="7"/>
                      <a:pt x="19" y="7"/>
                    </a:cubicBezTo>
                    <a:cubicBezTo>
                      <a:pt x="20" y="8"/>
                      <a:pt x="20" y="9"/>
                      <a:pt x="20" y="11"/>
                    </a:cubicBezTo>
                    <a:cubicBezTo>
                      <a:pt x="14" y="19"/>
                      <a:pt x="14" y="19"/>
                      <a:pt x="14" y="19"/>
                    </a:cubicBezTo>
                    <a:cubicBezTo>
                      <a:pt x="13" y="21"/>
                      <a:pt x="11" y="21"/>
                      <a:pt x="10" y="20"/>
                    </a:cubicBezTo>
                    <a:cubicBezTo>
                      <a:pt x="2" y="15"/>
                      <a:pt x="2" y="15"/>
                      <a:pt x="2" y="15"/>
                    </a:cubicBezTo>
                    <a:cubicBezTo>
                      <a:pt x="0" y="14"/>
                      <a:pt x="0" y="12"/>
                      <a:pt x="1" y="11"/>
                    </a:cubicBezTo>
                    <a:cubicBezTo>
                      <a:pt x="7" y="2"/>
                      <a:pt x="7" y="2"/>
                      <a:pt x="7"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7" name="Freeform 169"/>
              <p:cNvSpPr>
                <a:spLocks/>
              </p:cNvSpPr>
              <p:nvPr/>
            </p:nvSpPr>
            <p:spPr bwMode="auto">
              <a:xfrm>
                <a:off x="2711" y="3538"/>
                <a:ext cx="23" cy="22"/>
              </a:xfrm>
              <a:custGeom>
                <a:avLst/>
                <a:gdLst>
                  <a:gd name="T0" fmla="*/ 11 w 21"/>
                  <a:gd name="T1" fmla="*/ 1 h 20"/>
                  <a:gd name="T2" fmla="*/ 19 w 21"/>
                  <a:gd name="T3" fmla="*/ 6 h 20"/>
                  <a:gd name="T4" fmla="*/ 20 w 21"/>
                  <a:gd name="T5" fmla="*/ 10 h 20"/>
                  <a:gd name="T6" fmla="*/ 14 w 21"/>
                  <a:gd name="T7" fmla="*/ 19 h 20"/>
                  <a:gd name="T8" fmla="*/ 10 w 21"/>
                  <a:gd name="T9" fmla="*/ 20 h 20"/>
                  <a:gd name="T10" fmla="*/ 2 w 21"/>
                  <a:gd name="T11" fmla="*/ 14 h 20"/>
                  <a:gd name="T12" fmla="*/ 1 w 21"/>
                  <a:gd name="T13" fmla="*/ 10 h 20"/>
                  <a:gd name="T14" fmla="*/ 7 w 21"/>
                  <a:gd name="T15" fmla="*/ 2 h 20"/>
                  <a:gd name="T16" fmla="*/ 11 w 2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1"/>
                    </a:moveTo>
                    <a:cubicBezTo>
                      <a:pt x="19" y="6"/>
                      <a:pt x="19" y="6"/>
                      <a:pt x="19" y="6"/>
                    </a:cubicBezTo>
                    <a:cubicBezTo>
                      <a:pt x="20" y="7"/>
                      <a:pt x="21" y="9"/>
                      <a:pt x="20" y="10"/>
                    </a:cubicBezTo>
                    <a:cubicBezTo>
                      <a:pt x="14" y="19"/>
                      <a:pt x="14" y="19"/>
                      <a:pt x="14" y="19"/>
                    </a:cubicBezTo>
                    <a:cubicBezTo>
                      <a:pt x="13" y="20"/>
                      <a:pt x="12" y="20"/>
                      <a:pt x="10" y="20"/>
                    </a:cubicBezTo>
                    <a:cubicBezTo>
                      <a:pt x="2" y="14"/>
                      <a:pt x="2" y="14"/>
                      <a:pt x="2" y="14"/>
                    </a:cubicBezTo>
                    <a:cubicBezTo>
                      <a:pt x="1" y="13"/>
                      <a:pt x="0" y="12"/>
                      <a:pt x="1" y="10"/>
                    </a:cubicBezTo>
                    <a:cubicBezTo>
                      <a:pt x="7" y="2"/>
                      <a:pt x="7" y="2"/>
                      <a:pt x="7" y="2"/>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8" name="Freeform 170"/>
              <p:cNvSpPr>
                <a:spLocks/>
              </p:cNvSpPr>
              <p:nvPr/>
            </p:nvSpPr>
            <p:spPr bwMode="auto">
              <a:xfrm>
                <a:off x="2729" y="3549"/>
                <a:ext cx="23" cy="24"/>
              </a:xfrm>
              <a:custGeom>
                <a:avLst/>
                <a:gdLst>
                  <a:gd name="T0" fmla="*/ 11 w 21"/>
                  <a:gd name="T1" fmla="*/ 1 h 21"/>
                  <a:gd name="T2" fmla="*/ 19 w 21"/>
                  <a:gd name="T3" fmla="*/ 7 h 21"/>
                  <a:gd name="T4" fmla="*/ 20 w 21"/>
                  <a:gd name="T5" fmla="*/ 11 h 21"/>
                  <a:gd name="T6" fmla="*/ 14 w 21"/>
                  <a:gd name="T7" fmla="*/ 19 h 21"/>
                  <a:gd name="T8" fmla="*/ 11 w 21"/>
                  <a:gd name="T9" fmla="*/ 20 h 21"/>
                  <a:gd name="T10" fmla="*/ 2 w 21"/>
                  <a:gd name="T11" fmla="*/ 15 h 21"/>
                  <a:gd name="T12" fmla="*/ 1 w 21"/>
                  <a:gd name="T13" fmla="*/ 11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7"/>
                      <a:pt x="19" y="7"/>
                      <a:pt x="19" y="7"/>
                    </a:cubicBezTo>
                    <a:cubicBezTo>
                      <a:pt x="21" y="8"/>
                      <a:pt x="21" y="9"/>
                      <a:pt x="20" y="11"/>
                    </a:cubicBezTo>
                    <a:cubicBezTo>
                      <a:pt x="14" y="19"/>
                      <a:pt x="14" y="19"/>
                      <a:pt x="14" y="19"/>
                    </a:cubicBezTo>
                    <a:cubicBezTo>
                      <a:pt x="14" y="21"/>
                      <a:pt x="12" y="21"/>
                      <a:pt x="11" y="20"/>
                    </a:cubicBezTo>
                    <a:cubicBezTo>
                      <a:pt x="2" y="15"/>
                      <a:pt x="2" y="15"/>
                      <a:pt x="2" y="15"/>
                    </a:cubicBezTo>
                    <a:cubicBezTo>
                      <a:pt x="1" y="14"/>
                      <a:pt x="0" y="12"/>
                      <a:pt x="1" y="11"/>
                    </a:cubicBezTo>
                    <a:cubicBezTo>
                      <a:pt x="7" y="2"/>
                      <a:pt x="7" y="2"/>
                      <a:pt x="7" y="2"/>
                    </a:cubicBezTo>
                    <a:cubicBezTo>
                      <a:pt x="8" y="1"/>
                      <a:pt x="10"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9" name="Freeform 171"/>
              <p:cNvSpPr>
                <a:spLocks/>
              </p:cNvSpPr>
              <p:nvPr/>
            </p:nvSpPr>
            <p:spPr bwMode="auto">
              <a:xfrm>
                <a:off x="2547" y="3456"/>
                <a:ext cx="22" cy="23"/>
              </a:xfrm>
              <a:custGeom>
                <a:avLst/>
                <a:gdLst>
                  <a:gd name="T0" fmla="*/ 10 w 20"/>
                  <a:gd name="T1" fmla="*/ 1 h 20"/>
                  <a:gd name="T2" fmla="*/ 19 w 20"/>
                  <a:gd name="T3" fmla="*/ 6 h 20"/>
                  <a:gd name="T4" fmla="*/ 19 w 20"/>
                  <a:gd name="T5" fmla="*/ 10 h 20"/>
                  <a:gd name="T6" fmla="*/ 14 w 20"/>
                  <a:gd name="T7" fmla="*/ 19 h 20"/>
                  <a:gd name="T8" fmla="*/ 10 w 20"/>
                  <a:gd name="T9" fmla="*/ 19 h 20"/>
                  <a:gd name="T10" fmla="*/ 1 w 20"/>
                  <a:gd name="T11" fmla="*/ 14 h 20"/>
                  <a:gd name="T12" fmla="*/ 1 w 20"/>
                  <a:gd name="T13" fmla="*/ 10 h 20"/>
                  <a:gd name="T14" fmla="*/ 6 w 20"/>
                  <a:gd name="T15" fmla="*/ 1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9" y="6"/>
                      <a:pt x="19" y="6"/>
                      <a:pt x="19" y="6"/>
                    </a:cubicBezTo>
                    <a:cubicBezTo>
                      <a:pt x="20" y="7"/>
                      <a:pt x="20" y="9"/>
                      <a:pt x="19" y="10"/>
                    </a:cubicBezTo>
                    <a:cubicBezTo>
                      <a:pt x="14" y="19"/>
                      <a:pt x="14" y="19"/>
                      <a:pt x="14" y="19"/>
                    </a:cubicBezTo>
                    <a:cubicBezTo>
                      <a:pt x="13" y="20"/>
                      <a:pt x="11" y="20"/>
                      <a:pt x="10" y="19"/>
                    </a:cubicBezTo>
                    <a:cubicBezTo>
                      <a:pt x="1" y="14"/>
                      <a:pt x="1" y="14"/>
                      <a:pt x="1" y="14"/>
                    </a:cubicBezTo>
                    <a:cubicBezTo>
                      <a:pt x="0" y="13"/>
                      <a:pt x="0" y="11"/>
                      <a:pt x="1" y="10"/>
                    </a:cubicBezTo>
                    <a:cubicBezTo>
                      <a:pt x="6" y="1"/>
                      <a:pt x="6" y="1"/>
                      <a:pt x="6" y="1"/>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0" name="Freeform 172"/>
              <p:cNvSpPr>
                <a:spLocks/>
              </p:cNvSpPr>
              <p:nvPr/>
            </p:nvSpPr>
            <p:spPr bwMode="auto">
              <a:xfrm>
                <a:off x="2564" y="3468"/>
                <a:ext cx="23" cy="23"/>
              </a:xfrm>
              <a:custGeom>
                <a:avLst/>
                <a:gdLst>
                  <a:gd name="T0" fmla="*/ 10 w 20"/>
                  <a:gd name="T1" fmla="*/ 1 h 21"/>
                  <a:gd name="T2" fmla="*/ 19 w 20"/>
                  <a:gd name="T3" fmla="*/ 6 h 21"/>
                  <a:gd name="T4" fmla="*/ 20 w 20"/>
                  <a:gd name="T5" fmla="*/ 10 h 21"/>
                  <a:gd name="T6" fmla="*/ 14 w 20"/>
                  <a:gd name="T7" fmla="*/ 19 h 21"/>
                  <a:gd name="T8" fmla="*/ 10 w 20"/>
                  <a:gd name="T9" fmla="*/ 20 h 21"/>
                  <a:gd name="T10" fmla="*/ 2 w 20"/>
                  <a:gd name="T11" fmla="*/ 14 h 21"/>
                  <a:gd name="T12" fmla="*/ 1 w 20"/>
                  <a:gd name="T13" fmla="*/ 11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9" y="6"/>
                      <a:pt x="19" y="6"/>
                      <a:pt x="19" y="6"/>
                    </a:cubicBezTo>
                    <a:cubicBezTo>
                      <a:pt x="20" y="7"/>
                      <a:pt x="20" y="9"/>
                      <a:pt x="20" y="10"/>
                    </a:cubicBezTo>
                    <a:cubicBezTo>
                      <a:pt x="14" y="19"/>
                      <a:pt x="14" y="19"/>
                      <a:pt x="14" y="19"/>
                    </a:cubicBezTo>
                    <a:cubicBezTo>
                      <a:pt x="13" y="20"/>
                      <a:pt x="11" y="21"/>
                      <a:pt x="10" y="20"/>
                    </a:cubicBezTo>
                    <a:cubicBezTo>
                      <a:pt x="2" y="14"/>
                      <a:pt x="2" y="14"/>
                      <a:pt x="2" y="14"/>
                    </a:cubicBezTo>
                    <a:cubicBezTo>
                      <a:pt x="0" y="14"/>
                      <a:pt x="0" y="12"/>
                      <a:pt x="1" y="11"/>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1" name="Freeform 173"/>
              <p:cNvSpPr>
                <a:spLocks/>
              </p:cNvSpPr>
              <p:nvPr/>
            </p:nvSpPr>
            <p:spPr bwMode="auto">
              <a:xfrm>
                <a:off x="2582" y="3480"/>
                <a:ext cx="24" cy="22"/>
              </a:xfrm>
              <a:custGeom>
                <a:avLst/>
                <a:gdLst>
                  <a:gd name="T0" fmla="*/ 11 w 21"/>
                  <a:gd name="T1" fmla="*/ 0 h 20"/>
                  <a:gd name="T2" fmla="*/ 19 w 21"/>
                  <a:gd name="T3" fmla="*/ 6 h 20"/>
                  <a:gd name="T4" fmla="*/ 20 w 21"/>
                  <a:gd name="T5" fmla="*/ 10 h 20"/>
                  <a:gd name="T6" fmla="*/ 14 w 21"/>
                  <a:gd name="T7" fmla="*/ 18 h 20"/>
                  <a:gd name="T8" fmla="*/ 10 w 21"/>
                  <a:gd name="T9" fmla="*/ 19 h 20"/>
                  <a:gd name="T10" fmla="*/ 2 w 21"/>
                  <a:gd name="T11" fmla="*/ 14 h 20"/>
                  <a:gd name="T12" fmla="*/ 1 w 21"/>
                  <a:gd name="T13" fmla="*/ 10 h 20"/>
                  <a:gd name="T14" fmla="*/ 7 w 21"/>
                  <a:gd name="T15" fmla="*/ 1 h 20"/>
                  <a:gd name="T16" fmla="*/ 11 w 21"/>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0"/>
                    </a:moveTo>
                    <a:cubicBezTo>
                      <a:pt x="19" y="6"/>
                      <a:pt x="19" y="6"/>
                      <a:pt x="19" y="6"/>
                    </a:cubicBezTo>
                    <a:cubicBezTo>
                      <a:pt x="20" y="7"/>
                      <a:pt x="21" y="9"/>
                      <a:pt x="20" y="10"/>
                    </a:cubicBezTo>
                    <a:cubicBezTo>
                      <a:pt x="14" y="18"/>
                      <a:pt x="14" y="18"/>
                      <a:pt x="14" y="18"/>
                    </a:cubicBezTo>
                    <a:cubicBezTo>
                      <a:pt x="13" y="20"/>
                      <a:pt x="12" y="20"/>
                      <a:pt x="10" y="19"/>
                    </a:cubicBezTo>
                    <a:cubicBezTo>
                      <a:pt x="2" y="14"/>
                      <a:pt x="2" y="14"/>
                      <a:pt x="2" y="14"/>
                    </a:cubicBezTo>
                    <a:cubicBezTo>
                      <a:pt x="1" y="13"/>
                      <a:pt x="0" y="11"/>
                      <a:pt x="1" y="10"/>
                    </a:cubicBezTo>
                    <a:cubicBezTo>
                      <a:pt x="7" y="1"/>
                      <a:pt x="7" y="1"/>
                      <a:pt x="7" y="1"/>
                    </a:cubicBezTo>
                    <a:cubicBezTo>
                      <a:pt x="7" y="0"/>
                      <a:pt x="9"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2" name="Freeform 174"/>
              <p:cNvSpPr>
                <a:spLocks/>
              </p:cNvSpPr>
              <p:nvPr/>
            </p:nvSpPr>
            <p:spPr bwMode="auto">
              <a:xfrm>
                <a:off x="2600" y="3491"/>
                <a:ext cx="24" cy="23"/>
              </a:xfrm>
              <a:custGeom>
                <a:avLst/>
                <a:gdLst>
                  <a:gd name="T0" fmla="*/ 11 w 21"/>
                  <a:gd name="T1" fmla="*/ 1 h 21"/>
                  <a:gd name="T2" fmla="*/ 19 w 21"/>
                  <a:gd name="T3" fmla="*/ 6 h 21"/>
                  <a:gd name="T4" fmla="*/ 20 w 21"/>
                  <a:gd name="T5" fmla="*/ 10 h 21"/>
                  <a:gd name="T6" fmla="*/ 14 w 21"/>
                  <a:gd name="T7" fmla="*/ 19 h 21"/>
                  <a:gd name="T8" fmla="*/ 11 w 21"/>
                  <a:gd name="T9" fmla="*/ 20 h 21"/>
                  <a:gd name="T10" fmla="*/ 2 w 21"/>
                  <a:gd name="T11" fmla="*/ 14 h 21"/>
                  <a:gd name="T12" fmla="*/ 1 w 21"/>
                  <a:gd name="T13" fmla="*/ 10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6"/>
                      <a:pt x="19" y="6"/>
                      <a:pt x="19" y="6"/>
                    </a:cubicBezTo>
                    <a:cubicBezTo>
                      <a:pt x="20" y="7"/>
                      <a:pt x="21" y="9"/>
                      <a:pt x="20" y="10"/>
                    </a:cubicBezTo>
                    <a:cubicBezTo>
                      <a:pt x="14" y="19"/>
                      <a:pt x="14" y="19"/>
                      <a:pt x="14" y="19"/>
                    </a:cubicBezTo>
                    <a:cubicBezTo>
                      <a:pt x="14" y="20"/>
                      <a:pt x="12" y="21"/>
                      <a:pt x="11" y="20"/>
                    </a:cubicBezTo>
                    <a:cubicBezTo>
                      <a:pt x="2" y="14"/>
                      <a:pt x="2" y="14"/>
                      <a:pt x="2" y="14"/>
                    </a:cubicBezTo>
                    <a:cubicBezTo>
                      <a:pt x="1" y="14"/>
                      <a:pt x="0" y="12"/>
                      <a:pt x="1" y="10"/>
                    </a:cubicBezTo>
                    <a:cubicBezTo>
                      <a:pt x="7" y="2"/>
                      <a:pt x="7" y="2"/>
                      <a:pt x="7" y="2"/>
                    </a:cubicBezTo>
                    <a:cubicBezTo>
                      <a:pt x="8" y="1"/>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3" name="Freeform 175"/>
              <p:cNvSpPr>
                <a:spLocks/>
              </p:cNvSpPr>
              <p:nvPr/>
            </p:nvSpPr>
            <p:spPr bwMode="auto">
              <a:xfrm>
                <a:off x="2619" y="3503"/>
                <a:ext cx="23" cy="23"/>
              </a:xfrm>
              <a:custGeom>
                <a:avLst/>
                <a:gdLst>
                  <a:gd name="T0" fmla="*/ 10 w 20"/>
                  <a:gd name="T1" fmla="*/ 0 h 20"/>
                  <a:gd name="T2" fmla="*/ 18 w 20"/>
                  <a:gd name="T3" fmla="*/ 6 h 20"/>
                  <a:gd name="T4" fmla="*/ 19 w 20"/>
                  <a:gd name="T5" fmla="*/ 10 h 20"/>
                  <a:gd name="T6" fmla="*/ 14 w 20"/>
                  <a:gd name="T7" fmla="*/ 18 h 20"/>
                  <a:gd name="T8" fmla="*/ 10 w 20"/>
                  <a:gd name="T9" fmla="*/ 19 h 20"/>
                  <a:gd name="T10" fmla="*/ 1 w 20"/>
                  <a:gd name="T11" fmla="*/ 14 h 20"/>
                  <a:gd name="T12" fmla="*/ 0 w 20"/>
                  <a:gd name="T13" fmla="*/ 10 h 20"/>
                  <a:gd name="T14" fmla="*/ 6 w 20"/>
                  <a:gd name="T15" fmla="*/ 1 h 20"/>
                  <a:gd name="T16" fmla="*/ 10 w 20"/>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0"/>
                    </a:moveTo>
                    <a:cubicBezTo>
                      <a:pt x="18" y="6"/>
                      <a:pt x="18" y="6"/>
                      <a:pt x="18" y="6"/>
                    </a:cubicBezTo>
                    <a:cubicBezTo>
                      <a:pt x="20" y="7"/>
                      <a:pt x="20" y="9"/>
                      <a:pt x="19" y="10"/>
                    </a:cubicBezTo>
                    <a:cubicBezTo>
                      <a:pt x="14" y="18"/>
                      <a:pt x="14" y="18"/>
                      <a:pt x="14" y="18"/>
                    </a:cubicBezTo>
                    <a:cubicBezTo>
                      <a:pt x="13" y="20"/>
                      <a:pt x="11" y="20"/>
                      <a:pt x="10" y="19"/>
                    </a:cubicBezTo>
                    <a:cubicBezTo>
                      <a:pt x="1" y="14"/>
                      <a:pt x="1" y="14"/>
                      <a:pt x="1" y="14"/>
                    </a:cubicBezTo>
                    <a:cubicBezTo>
                      <a:pt x="0" y="13"/>
                      <a:pt x="0" y="11"/>
                      <a:pt x="0"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4" name="Freeform 176"/>
              <p:cNvSpPr>
                <a:spLocks/>
              </p:cNvSpPr>
              <p:nvPr/>
            </p:nvSpPr>
            <p:spPr bwMode="auto">
              <a:xfrm>
                <a:off x="2637" y="3514"/>
                <a:ext cx="22" cy="24"/>
              </a:xfrm>
              <a:custGeom>
                <a:avLst/>
                <a:gdLst>
                  <a:gd name="T0" fmla="*/ 10 w 20"/>
                  <a:gd name="T1" fmla="*/ 1 h 21"/>
                  <a:gd name="T2" fmla="*/ 19 w 20"/>
                  <a:gd name="T3" fmla="*/ 6 h 21"/>
                  <a:gd name="T4" fmla="*/ 19 w 20"/>
                  <a:gd name="T5" fmla="*/ 10 h 21"/>
                  <a:gd name="T6" fmla="*/ 14 w 20"/>
                  <a:gd name="T7" fmla="*/ 19 h 21"/>
                  <a:gd name="T8" fmla="*/ 10 w 20"/>
                  <a:gd name="T9" fmla="*/ 20 h 21"/>
                  <a:gd name="T10" fmla="*/ 1 w 20"/>
                  <a:gd name="T11" fmla="*/ 14 h 21"/>
                  <a:gd name="T12" fmla="*/ 1 w 20"/>
                  <a:gd name="T13" fmla="*/ 10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9" y="6"/>
                      <a:pt x="19" y="6"/>
                      <a:pt x="19" y="6"/>
                    </a:cubicBezTo>
                    <a:cubicBezTo>
                      <a:pt x="20" y="7"/>
                      <a:pt x="20" y="9"/>
                      <a:pt x="19" y="10"/>
                    </a:cubicBezTo>
                    <a:cubicBezTo>
                      <a:pt x="14" y="19"/>
                      <a:pt x="14" y="19"/>
                      <a:pt x="14" y="19"/>
                    </a:cubicBezTo>
                    <a:cubicBezTo>
                      <a:pt x="13" y="20"/>
                      <a:pt x="11" y="21"/>
                      <a:pt x="10" y="20"/>
                    </a:cubicBezTo>
                    <a:cubicBezTo>
                      <a:pt x="1" y="14"/>
                      <a:pt x="1" y="14"/>
                      <a:pt x="1" y="14"/>
                    </a:cubicBezTo>
                    <a:cubicBezTo>
                      <a:pt x="0" y="13"/>
                      <a:pt x="0" y="12"/>
                      <a:pt x="1"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5" name="Freeform 177"/>
              <p:cNvSpPr>
                <a:spLocks/>
              </p:cNvSpPr>
              <p:nvPr/>
            </p:nvSpPr>
            <p:spPr bwMode="auto">
              <a:xfrm>
                <a:off x="2655" y="3527"/>
                <a:ext cx="22" cy="22"/>
              </a:xfrm>
              <a:custGeom>
                <a:avLst/>
                <a:gdLst>
                  <a:gd name="T0" fmla="*/ 10 w 20"/>
                  <a:gd name="T1" fmla="*/ 0 h 20"/>
                  <a:gd name="T2" fmla="*/ 19 w 20"/>
                  <a:gd name="T3" fmla="*/ 6 h 20"/>
                  <a:gd name="T4" fmla="*/ 20 w 20"/>
                  <a:gd name="T5" fmla="*/ 10 h 20"/>
                  <a:gd name="T6" fmla="*/ 14 w 20"/>
                  <a:gd name="T7" fmla="*/ 18 h 20"/>
                  <a:gd name="T8" fmla="*/ 10 w 20"/>
                  <a:gd name="T9" fmla="*/ 19 h 20"/>
                  <a:gd name="T10" fmla="*/ 2 w 20"/>
                  <a:gd name="T11" fmla="*/ 14 h 20"/>
                  <a:gd name="T12" fmla="*/ 1 w 20"/>
                  <a:gd name="T13" fmla="*/ 10 h 20"/>
                  <a:gd name="T14" fmla="*/ 6 w 20"/>
                  <a:gd name="T15" fmla="*/ 1 h 20"/>
                  <a:gd name="T16" fmla="*/ 10 w 20"/>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0"/>
                    </a:moveTo>
                    <a:cubicBezTo>
                      <a:pt x="19" y="6"/>
                      <a:pt x="19" y="6"/>
                      <a:pt x="19" y="6"/>
                    </a:cubicBezTo>
                    <a:cubicBezTo>
                      <a:pt x="20" y="7"/>
                      <a:pt x="20" y="8"/>
                      <a:pt x="20" y="10"/>
                    </a:cubicBezTo>
                    <a:cubicBezTo>
                      <a:pt x="14" y="18"/>
                      <a:pt x="14" y="18"/>
                      <a:pt x="14" y="18"/>
                    </a:cubicBezTo>
                    <a:cubicBezTo>
                      <a:pt x="13" y="20"/>
                      <a:pt x="11" y="20"/>
                      <a:pt x="10" y="19"/>
                    </a:cubicBezTo>
                    <a:cubicBezTo>
                      <a:pt x="2" y="14"/>
                      <a:pt x="2" y="14"/>
                      <a:pt x="2" y="14"/>
                    </a:cubicBezTo>
                    <a:cubicBezTo>
                      <a:pt x="0" y="13"/>
                      <a:pt x="0" y="11"/>
                      <a:pt x="1"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6" name="Freeform 178"/>
              <p:cNvSpPr>
                <a:spLocks/>
              </p:cNvSpPr>
              <p:nvPr/>
            </p:nvSpPr>
            <p:spPr bwMode="auto">
              <a:xfrm>
                <a:off x="2673" y="3538"/>
                <a:ext cx="23" cy="23"/>
              </a:xfrm>
              <a:custGeom>
                <a:avLst/>
                <a:gdLst>
                  <a:gd name="T0" fmla="*/ 11 w 21"/>
                  <a:gd name="T1" fmla="*/ 1 h 21"/>
                  <a:gd name="T2" fmla="*/ 19 w 21"/>
                  <a:gd name="T3" fmla="*/ 6 h 21"/>
                  <a:gd name="T4" fmla="*/ 20 w 21"/>
                  <a:gd name="T5" fmla="*/ 10 h 21"/>
                  <a:gd name="T6" fmla="*/ 14 w 21"/>
                  <a:gd name="T7" fmla="*/ 19 h 21"/>
                  <a:gd name="T8" fmla="*/ 10 w 21"/>
                  <a:gd name="T9" fmla="*/ 20 h 21"/>
                  <a:gd name="T10" fmla="*/ 2 w 21"/>
                  <a:gd name="T11" fmla="*/ 14 h 21"/>
                  <a:gd name="T12" fmla="*/ 1 w 21"/>
                  <a:gd name="T13" fmla="*/ 10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6"/>
                      <a:pt x="19" y="6"/>
                      <a:pt x="19" y="6"/>
                    </a:cubicBezTo>
                    <a:cubicBezTo>
                      <a:pt x="20" y="7"/>
                      <a:pt x="21" y="9"/>
                      <a:pt x="20" y="10"/>
                    </a:cubicBezTo>
                    <a:cubicBezTo>
                      <a:pt x="14" y="19"/>
                      <a:pt x="14" y="19"/>
                      <a:pt x="14" y="19"/>
                    </a:cubicBezTo>
                    <a:cubicBezTo>
                      <a:pt x="13" y="20"/>
                      <a:pt x="12" y="21"/>
                      <a:pt x="10" y="20"/>
                    </a:cubicBezTo>
                    <a:cubicBezTo>
                      <a:pt x="2" y="14"/>
                      <a:pt x="2" y="14"/>
                      <a:pt x="2" y="14"/>
                    </a:cubicBezTo>
                    <a:cubicBezTo>
                      <a:pt x="1" y="13"/>
                      <a:pt x="0" y="12"/>
                      <a:pt x="1" y="10"/>
                    </a:cubicBezTo>
                    <a:cubicBezTo>
                      <a:pt x="7" y="2"/>
                      <a:pt x="7" y="2"/>
                      <a:pt x="7" y="2"/>
                    </a:cubicBezTo>
                    <a:cubicBezTo>
                      <a:pt x="8" y="0"/>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7" name="Freeform 179"/>
              <p:cNvSpPr>
                <a:spLocks/>
              </p:cNvSpPr>
              <p:nvPr/>
            </p:nvSpPr>
            <p:spPr bwMode="auto">
              <a:xfrm>
                <a:off x="2691" y="3550"/>
                <a:ext cx="23" cy="23"/>
              </a:xfrm>
              <a:custGeom>
                <a:avLst/>
                <a:gdLst>
                  <a:gd name="T0" fmla="*/ 11 w 21"/>
                  <a:gd name="T1" fmla="*/ 0 h 20"/>
                  <a:gd name="T2" fmla="*/ 19 w 21"/>
                  <a:gd name="T3" fmla="*/ 6 h 20"/>
                  <a:gd name="T4" fmla="*/ 20 w 21"/>
                  <a:gd name="T5" fmla="*/ 10 h 20"/>
                  <a:gd name="T6" fmla="*/ 14 w 21"/>
                  <a:gd name="T7" fmla="*/ 18 h 20"/>
                  <a:gd name="T8" fmla="*/ 11 w 21"/>
                  <a:gd name="T9" fmla="*/ 19 h 20"/>
                  <a:gd name="T10" fmla="*/ 2 w 21"/>
                  <a:gd name="T11" fmla="*/ 14 h 20"/>
                  <a:gd name="T12" fmla="*/ 1 w 21"/>
                  <a:gd name="T13" fmla="*/ 10 h 20"/>
                  <a:gd name="T14" fmla="*/ 7 w 21"/>
                  <a:gd name="T15" fmla="*/ 1 h 20"/>
                  <a:gd name="T16" fmla="*/ 11 w 21"/>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0"/>
                    </a:moveTo>
                    <a:cubicBezTo>
                      <a:pt x="19" y="6"/>
                      <a:pt x="19" y="6"/>
                      <a:pt x="19" y="6"/>
                    </a:cubicBezTo>
                    <a:cubicBezTo>
                      <a:pt x="20" y="7"/>
                      <a:pt x="21" y="8"/>
                      <a:pt x="20" y="10"/>
                    </a:cubicBezTo>
                    <a:cubicBezTo>
                      <a:pt x="14" y="18"/>
                      <a:pt x="14" y="18"/>
                      <a:pt x="14" y="18"/>
                    </a:cubicBezTo>
                    <a:cubicBezTo>
                      <a:pt x="14" y="20"/>
                      <a:pt x="12" y="20"/>
                      <a:pt x="11" y="19"/>
                    </a:cubicBezTo>
                    <a:cubicBezTo>
                      <a:pt x="2" y="14"/>
                      <a:pt x="2" y="14"/>
                      <a:pt x="2" y="14"/>
                    </a:cubicBezTo>
                    <a:cubicBezTo>
                      <a:pt x="1" y="13"/>
                      <a:pt x="0" y="11"/>
                      <a:pt x="1" y="10"/>
                    </a:cubicBezTo>
                    <a:cubicBezTo>
                      <a:pt x="7" y="1"/>
                      <a:pt x="7" y="1"/>
                      <a:pt x="7" y="1"/>
                    </a:cubicBezTo>
                    <a:cubicBezTo>
                      <a:pt x="8" y="0"/>
                      <a:pt x="9"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8" name="Freeform 180"/>
              <p:cNvSpPr>
                <a:spLocks/>
              </p:cNvSpPr>
              <p:nvPr/>
            </p:nvSpPr>
            <p:spPr bwMode="auto">
              <a:xfrm>
                <a:off x="2710" y="3561"/>
                <a:ext cx="22" cy="24"/>
              </a:xfrm>
              <a:custGeom>
                <a:avLst/>
                <a:gdLst>
                  <a:gd name="T0" fmla="*/ 10 w 20"/>
                  <a:gd name="T1" fmla="*/ 1 h 21"/>
                  <a:gd name="T2" fmla="*/ 18 w 20"/>
                  <a:gd name="T3" fmla="*/ 6 h 21"/>
                  <a:gd name="T4" fmla="*/ 19 w 20"/>
                  <a:gd name="T5" fmla="*/ 10 h 21"/>
                  <a:gd name="T6" fmla="*/ 14 w 20"/>
                  <a:gd name="T7" fmla="*/ 19 h 21"/>
                  <a:gd name="T8" fmla="*/ 10 w 20"/>
                  <a:gd name="T9" fmla="*/ 20 h 21"/>
                  <a:gd name="T10" fmla="*/ 1 w 20"/>
                  <a:gd name="T11" fmla="*/ 14 h 21"/>
                  <a:gd name="T12" fmla="*/ 0 w 20"/>
                  <a:gd name="T13" fmla="*/ 10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8" y="6"/>
                      <a:pt x="18" y="6"/>
                      <a:pt x="18" y="6"/>
                    </a:cubicBezTo>
                    <a:cubicBezTo>
                      <a:pt x="20" y="7"/>
                      <a:pt x="20" y="9"/>
                      <a:pt x="19" y="10"/>
                    </a:cubicBezTo>
                    <a:cubicBezTo>
                      <a:pt x="14" y="19"/>
                      <a:pt x="14" y="19"/>
                      <a:pt x="14" y="19"/>
                    </a:cubicBezTo>
                    <a:cubicBezTo>
                      <a:pt x="13" y="20"/>
                      <a:pt x="11" y="21"/>
                      <a:pt x="10" y="20"/>
                    </a:cubicBezTo>
                    <a:cubicBezTo>
                      <a:pt x="1" y="14"/>
                      <a:pt x="1" y="14"/>
                      <a:pt x="1" y="14"/>
                    </a:cubicBezTo>
                    <a:cubicBezTo>
                      <a:pt x="0" y="13"/>
                      <a:pt x="0" y="12"/>
                      <a:pt x="0"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9" name="Freeform 181"/>
              <p:cNvSpPr>
                <a:spLocks/>
              </p:cNvSpPr>
              <p:nvPr/>
            </p:nvSpPr>
            <p:spPr bwMode="auto">
              <a:xfrm>
                <a:off x="2728" y="3574"/>
                <a:ext cx="30" cy="28"/>
              </a:xfrm>
              <a:custGeom>
                <a:avLst/>
                <a:gdLst>
                  <a:gd name="T0" fmla="*/ 10 w 27"/>
                  <a:gd name="T1" fmla="*/ 0 h 25"/>
                  <a:gd name="T2" fmla="*/ 25 w 27"/>
                  <a:gd name="T3" fmla="*/ 10 h 25"/>
                  <a:gd name="T4" fmla="*/ 26 w 27"/>
                  <a:gd name="T5" fmla="*/ 14 h 25"/>
                  <a:gd name="T6" fmla="*/ 21 w 27"/>
                  <a:gd name="T7" fmla="*/ 23 h 25"/>
                  <a:gd name="T8" fmla="*/ 17 w 27"/>
                  <a:gd name="T9" fmla="*/ 24 h 25"/>
                  <a:gd name="T10" fmla="*/ 2 w 27"/>
                  <a:gd name="T11" fmla="*/ 14 h 25"/>
                  <a:gd name="T12" fmla="*/ 1 w 27"/>
                  <a:gd name="T13" fmla="*/ 10 h 25"/>
                  <a:gd name="T14" fmla="*/ 6 w 27"/>
                  <a:gd name="T15" fmla="*/ 1 h 25"/>
                  <a:gd name="T16" fmla="*/ 10 w 27"/>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5">
                    <a:moveTo>
                      <a:pt x="10" y="0"/>
                    </a:moveTo>
                    <a:cubicBezTo>
                      <a:pt x="25" y="10"/>
                      <a:pt x="25" y="10"/>
                      <a:pt x="25" y="10"/>
                    </a:cubicBezTo>
                    <a:cubicBezTo>
                      <a:pt x="27" y="11"/>
                      <a:pt x="27" y="13"/>
                      <a:pt x="26" y="14"/>
                    </a:cubicBezTo>
                    <a:cubicBezTo>
                      <a:pt x="21" y="23"/>
                      <a:pt x="21" y="23"/>
                      <a:pt x="21" y="23"/>
                    </a:cubicBezTo>
                    <a:cubicBezTo>
                      <a:pt x="20" y="24"/>
                      <a:pt x="18" y="25"/>
                      <a:pt x="17" y="24"/>
                    </a:cubicBezTo>
                    <a:cubicBezTo>
                      <a:pt x="2" y="14"/>
                      <a:pt x="2" y="14"/>
                      <a:pt x="2" y="14"/>
                    </a:cubicBezTo>
                    <a:cubicBezTo>
                      <a:pt x="0" y="13"/>
                      <a:pt x="0" y="11"/>
                      <a:pt x="1"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0" name="Freeform 182"/>
              <p:cNvSpPr>
                <a:spLocks/>
              </p:cNvSpPr>
              <p:nvPr/>
            </p:nvSpPr>
            <p:spPr bwMode="auto">
              <a:xfrm>
                <a:off x="2516" y="3462"/>
                <a:ext cx="24" cy="22"/>
              </a:xfrm>
              <a:custGeom>
                <a:avLst/>
                <a:gdLst>
                  <a:gd name="T0" fmla="*/ 10 w 21"/>
                  <a:gd name="T1" fmla="*/ 1 h 20"/>
                  <a:gd name="T2" fmla="*/ 19 w 21"/>
                  <a:gd name="T3" fmla="*/ 6 h 20"/>
                  <a:gd name="T4" fmla="*/ 20 w 21"/>
                  <a:gd name="T5" fmla="*/ 10 h 20"/>
                  <a:gd name="T6" fmla="*/ 14 w 21"/>
                  <a:gd name="T7" fmla="*/ 19 h 20"/>
                  <a:gd name="T8" fmla="*/ 10 w 21"/>
                  <a:gd name="T9" fmla="*/ 19 h 20"/>
                  <a:gd name="T10" fmla="*/ 2 w 21"/>
                  <a:gd name="T11" fmla="*/ 14 h 20"/>
                  <a:gd name="T12" fmla="*/ 1 w 21"/>
                  <a:gd name="T13" fmla="*/ 10 h 20"/>
                  <a:gd name="T14" fmla="*/ 7 w 21"/>
                  <a:gd name="T15" fmla="*/ 1 h 20"/>
                  <a:gd name="T16" fmla="*/ 10 w 2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0" y="1"/>
                    </a:moveTo>
                    <a:cubicBezTo>
                      <a:pt x="19" y="6"/>
                      <a:pt x="19" y="6"/>
                      <a:pt x="19" y="6"/>
                    </a:cubicBezTo>
                    <a:cubicBezTo>
                      <a:pt x="20" y="7"/>
                      <a:pt x="21" y="9"/>
                      <a:pt x="20" y="10"/>
                    </a:cubicBezTo>
                    <a:cubicBezTo>
                      <a:pt x="14" y="19"/>
                      <a:pt x="14" y="19"/>
                      <a:pt x="14" y="19"/>
                    </a:cubicBezTo>
                    <a:cubicBezTo>
                      <a:pt x="13" y="20"/>
                      <a:pt x="12" y="20"/>
                      <a:pt x="10" y="19"/>
                    </a:cubicBezTo>
                    <a:cubicBezTo>
                      <a:pt x="2" y="14"/>
                      <a:pt x="2" y="14"/>
                      <a:pt x="2" y="14"/>
                    </a:cubicBezTo>
                    <a:cubicBezTo>
                      <a:pt x="1" y="13"/>
                      <a:pt x="0" y="11"/>
                      <a:pt x="1" y="10"/>
                    </a:cubicBezTo>
                    <a:cubicBezTo>
                      <a:pt x="7" y="1"/>
                      <a:pt x="7" y="1"/>
                      <a:pt x="7" y="1"/>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1" name="Freeform 183"/>
              <p:cNvSpPr>
                <a:spLocks/>
              </p:cNvSpPr>
              <p:nvPr/>
            </p:nvSpPr>
            <p:spPr bwMode="auto">
              <a:xfrm>
                <a:off x="2534" y="3473"/>
                <a:ext cx="24" cy="24"/>
              </a:xfrm>
              <a:custGeom>
                <a:avLst/>
                <a:gdLst>
                  <a:gd name="T0" fmla="*/ 11 w 21"/>
                  <a:gd name="T1" fmla="*/ 1 h 21"/>
                  <a:gd name="T2" fmla="*/ 19 w 21"/>
                  <a:gd name="T3" fmla="*/ 6 h 21"/>
                  <a:gd name="T4" fmla="*/ 20 w 21"/>
                  <a:gd name="T5" fmla="*/ 10 h 21"/>
                  <a:gd name="T6" fmla="*/ 14 w 21"/>
                  <a:gd name="T7" fmla="*/ 19 h 21"/>
                  <a:gd name="T8" fmla="*/ 10 w 21"/>
                  <a:gd name="T9" fmla="*/ 20 h 21"/>
                  <a:gd name="T10" fmla="*/ 2 w 21"/>
                  <a:gd name="T11" fmla="*/ 14 h 21"/>
                  <a:gd name="T12" fmla="*/ 1 w 21"/>
                  <a:gd name="T13" fmla="*/ 11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6"/>
                      <a:pt x="19" y="6"/>
                      <a:pt x="19" y="6"/>
                    </a:cubicBezTo>
                    <a:cubicBezTo>
                      <a:pt x="20" y="7"/>
                      <a:pt x="21" y="9"/>
                      <a:pt x="20" y="10"/>
                    </a:cubicBezTo>
                    <a:cubicBezTo>
                      <a:pt x="14" y="19"/>
                      <a:pt x="14" y="19"/>
                      <a:pt x="14" y="19"/>
                    </a:cubicBezTo>
                    <a:cubicBezTo>
                      <a:pt x="14" y="20"/>
                      <a:pt x="12" y="21"/>
                      <a:pt x="10" y="20"/>
                    </a:cubicBezTo>
                    <a:cubicBezTo>
                      <a:pt x="2" y="14"/>
                      <a:pt x="2" y="14"/>
                      <a:pt x="2" y="14"/>
                    </a:cubicBezTo>
                    <a:cubicBezTo>
                      <a:pt x="1" y="14"/>
                      <a:pt x="0" y="12"/>
                      <a:pt x="1" y="11"/>
                    </a:cubicBezTo>
                    <a:cubicBezTo>
                      <a:pt x="7" y="2"/>
                      <a:pt x="7" y="2"/>
                      <a:pt x="7" y="2"/>
                    </a:cubicBezTo>
                    <a:cubicBezTo>
                      <a:pt x="8" y="1"/>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2" name="Freeform 184"/>
              <p:cNvSpPr>
                <a:spLocks/>
              </p:cNvSpPr>
              <p:nvPr/>
            </p:nvSpPr>
            <p:spPr bwMode="auto">
              <a:xfrm>
                <a:off x="2553" y="3485"/>
                <a:ext cx="23" cy="23"/>
              </a:xfrm>
              <a:custGeom>
                <a:avLst/>
                <a:gdLst>
                  <a:gd name="T0" fmla="*/ 10 w 20"/>
                  <a:gd name="T1" fmla="*/ 1 h 20"/>
                  <a:gd name="T2" fmla="*/ 18 w 20"/>
                  <a:gd name="T3" fmla="*/ 6 h 20"/>
                  <a:gd name="T4" fmla="*/ 19 w 20"/>
                  <a:gd name="T5" fmla="*/ 10 h 20"/>
                  <a:gd name="T6" fmla="*/ 14 w 20"/>
                  <a:gd name="T7" fmla="*/ 19 h 20"/>
                  <a:gd name="T8" fmla="*/ 10 w 20"/>
                  <a:gd name="T9" fmla="*/ 19 h 20"/>
                  <a:gd name="T10" fmla="*/ 1 w 20"/>
                  <a:gd name="T11" fmla="*/ 14 h 20"/>
                  <a:gd name="T12" fmla="*/ 0 w 20"/>
                  <a:gd name="T13" fmla="*/ 10 h 20"/>
                  <a:gd name="T14" fmla="*/ 6 w 20"/>
                  <a:gd name="T15" fmla="*/ 1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20" y="7"/>
                      <a:pt x="20" y="9"/>
                      <a:pt x="19" y="10"/>
                    </a:cubicBezTo>
                    <a:cubicBezTo>
                      <a:pt x="14" y="19"/>
                      <a:pt x="14" y="19"/>
                      <a:pt x="14" y="19"/>
                    </a:cubicBezTo>
                    <a:cubicBezTo>
                      <a:pt x="13" y="20"/>
                      <a:pt x="11" y="20"/>
                      <a:pt x="10" y="19"/>
                    </a:cubicBezTo>
                    <a:cubicBezTo>
                      <a:pt x="1" y="14"/>
                      <a:pt x="1" y="14"/>
                      <a:pt x="1" y="14"/>
                    </a:cubicBezTo>
                    <a:cubicBezTo>
                      <a:pt x="0" y="13"/>
                      <a:pt x="0" y="11"/>
                      <a:pt x="0" y="10"/>
                    </a:cubicBezTo>
                    <a:cubicBezTo>
                      <a:pt x="6" y="1"/>
                      <a:pt x="6" y="1"/>
                      <a:pt x="6" y="1"/>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3" name="Freeform 185"/>
              <p:cNvSpPr>
                <a:spLocks/>
              </p:cNvSpPr>
              <p:nvPr/>
            </p:nvSpPr>
            <p:spPr bwMode="auto">
              <a:xfrm>
                <a:off x="2571" y="3497"/>
                <a:ext cx="23" cy="23"/>
              </a:xfrm>
              <a:custGeom>
                <a:avLst/>
                <a:gdLst>
                  <a:gd name="T0" fmla="*/ 10 w 20"/>
                  <a:gd name="T1" fmla="*/ 1 h 21"/>
                  <a:gd name="T2" fmla="*/ 19 w 20"/>
                  <a:gd name="T3" fmla="*/ 6 h 21"/>
                  <a:gd name="T4" fmla="*/ 19 w 20"/>
                  <a:gd name="T5" fmla="*/ 10 h 21"/>
                  <a:gd name="T6" fmla="*/ 14 w 20"/>
                  <a:gd name="T7" fmla="*/ 19 h 21"/>
                  <a:gd name="T8" fmla="*/ 10 w 20"/>
                  <a:gd name="T9" fmla="*/ 20 h 21"/>
                  <a:gd name="T10" fmla="*/ 1 w 20"/>
                  <a:gd name="T11" fmla="*/ 14 h 21"/>
                  <a:gd name="T12" fmla="*/ 1 w 20"/>
                  <a:gd name="T13" fmla="*/ 10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9" y="6"/>
                      <a:pt x="19" y="6"/>
                      <a:pt x="19" y="6"/>
                    </a:cubicBezTo>
                    <a:cubicBezTo>
                      <a:pt x="20" y="7"/>
                      <a:pt x="20" y="9"/>
                      <a:pt x="19" y="10"/>
                    </a:cubicBezTo>
                    <a:cubicBezTo>
                      <a:pt x="14" y="19"/>
                      <a:pt x="14" y="19"/>
                      <a:pt x="14" y="19"/>
                    </a:cubicBezTo>
                    <a:cubicBezTo>
                      <a:pt x="13" y="20"/>
                      <a:pt x="11" y="21"/>
                      <a:pt x="10" y="20"/>
                    </a:cubicBezTo>
                    <a:cubicBezTo>
                      <a:pt x="1" y="14"/>
                      <a:pt x="1" y="14"/>
                      <a:pt x="1" y="14"/>
                    </a:cubicBezTo>
                    <a:cubicBezTo>
                      <a:pt x="0" y="14"/>
                      <a:pt x="0" y="12"/>
                      <a:pt x="1" y="10"/>
                    </a:cubicBezTo>
                    <a:cubicBezTo>
                      <a:pt x="6" y="2"/>
                      <a:pt x="6" y="2"/>
                      <a:pt x="6" y="2"/>
                    </a:cubicBezTo>
                    <a:cubicBezTo>
                      <a:pt x="7" y="1"/>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4" name="Freeform 186"/>
              <p:cNvSpPr>
                <a:spLocks/>
              </p:cNvSpPr>
              <p:nvPr/>
            </p:nvSpPr>
            <p:spPr bwMode="auto">
              <a:xfrm>
                <a:off x="2589" y="3509"/>
                <a:ext cx="22" cy="22"/>
              </a:xfrm>
              <a:custGeom>
                <a:avLst/>
                <a:gdLst>
                  <a:gd name="T0" fmla="*/ 10 w 20"/>
                  <a:gd name="T1" fmla="*/ 0 h 20"/>
                  <a:gd name="T2" fmla="*/ 19 w 20"/>
                  <a:gd name="T3" fmla="*/ 6 h 20"/>
                  <a:gd name="T4" fmla="*/ 20 w 20"/>
                  <a:gd name="T5" fmla="*/ 10 h 20"/>
                  <a:gd name="T6" fmla="*/ 14 w 20"/>
                  <a:gd name="T7" fmla="*/ 18 h 20"/>
                  <a:gd name="T8" fmla="*/ 10 w 20"/>
                  <a:gd name="T9" fmla="*/ 19 h 20"/>
                  <a:gd name="T10" fmla="*/ 2 w 20"/>
                  <a:gd name="T11" fmla="*/ 14 h 20"/>
                  <a:gd name="T12" fmla="*/ 1 w 20"/>
                  <a:gd name="T13" fmla="*/ 10 h 20"/>
                  <a:gd name="T14" fmla="*/ 6 w 20"/>
                  <a:gd name="T15" fmla="*/ 1 h 20"/>
                  <a:gd name="T16" fmla="*/ 10 w 20"/>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0"/>
                    </a:moveTo>
                    <a:cubicBezTo>
                      <a:pt x="19" y="6"/>
                      <a:pt x="19" y="6"/>
                      <a:pt x="19" y="6"/>
                    </a:cubicBezTo>
                    <a:cubicBezTo>
                      <a:pt x="20" y="7"/>
                      <a:pt x="20" y="9"/>
                      <a:pt x="20" y="10"/>
                    </a:cubicBezTo>
                    <a:cubicBezTo>
                      <a:pt x="14" y="18"/>
                      <a:pt x="14" y="18"/>
                      <a:pt x="14" y="18"/>
                    </a:cubicBezTo>
                    <a:cubicBezTo>
                      <a:pt x="13" y="20"/>
                      <a:pt x="11" y="20"/>
                      <a:pt x="10" y="19"/>
                    </a:cubicBezTo>
                    <a:cubicBezTo>
                      <a:pt x="2" y="14"/>
                      <a:pt x="2" y="14"/>
                      <a:pt x="2" y="14"/>
                    </a:cubicBezTo>
                    <a:cubicBezTo>
                      <a:pt x="0" y="13"/>
                      <a:pt x="0" y="11"/>
                      <a:pt x="1"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5" name="Freeform 187"/>
              <p:cNvSpPr>
                <a:spLocks/>
              </p:cNvSpPr>
              <p:nvPr/>
            </p:nvSpPr>
            <p:spPr bwMode="auto">
              <a:xfrm>
                <a:off x="2607" y="3520"/>
                <a:ext cx="23" cy="23"/>
              </a:xfrm>
              <a:custGeom>
                <a:avLst/>
                <a:gdLst>
                  <a:gd name="T0" fmla="*/ 11 w 21"/>
                  <a:gd name="T1" fmla="*/ 1 h 21"/>
                  <a:gd name="T2" fmla="*/ 19 w 21"/>
                  <a:gd name="T3" fmla="*/ 6 h 21"/>
                  <a:gd name="T4" fmla="*/ 20 w 21"/>
                  <a:gd name="T5" fmla="*/ 10 h 21"/>
                  <a:gd name="T6" fmla="*/ 14 w 21"/>
                  <a:gd name="T7" fmla="*/ 19 h 21"/>
                  <a:gd name="T8" fmla="*/ 10 w 21"/>
                  <a:gd name="T9" fmla="*/ 20 h 21"/>
                  <a:gd name="T10" fmla="*/ 2 w 21"/>
                  <a:gd name="T11" fmla="*/ 14 h 21"/>
                  <a:gd name="T12" fmla="*/ 1 w 21"/>
                  <a:gd name="T13" fmla="*/ 10 h 21"/>
                  <a:gd name="T14" fmla="*/ 7 w 21"/>
                  <a:gd name="T15" fmla="*/ 2 h 21"/>
                  <a:gd name="T16" fmla="*/ 11 w 21"/>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11" y="1"/>
                    </a:moveTo>
                    <a:cubicBezTo>
                      <a:pt x="19" y="6"/>
                      <a:pt x="19" y="6"/>
                      <a:pt x="19" y="6"/>
                    </a:cubicBezTo>
                    <a:cubicBezTo>
                      <a:pt x="20" y="7"/>
                      <a:pt x="21" y="9"/>
                      <a:pt x="20" y="10"/>
                    </a:cubicBezTo>
                    <a:cubicBezTo>
                      <a:pt x="14" y="19"/>
                      <a:pt x="14" y="19"/>
                      <a:pt x="14" y="19"/>
                    </a:cubicBezTo>
                    <a:cubicBezTo>
                      <a:pt x="13" y="20"/>
                      <a:pt x="12" y="21"/>
                      <a:pt x="10" y="20"/>
                    </a:cubicBezTo>
                    <a:cubicBezTo>
                      <a:pt x="2" y="14"/>
                      <a:pt x="2" y="14"/>
                      <a:pt x="2" y="14"/>
                    </a:cubicBezTo>
                    <a:cubicBezTo>
                      <a:pt x="1" y="13"/>
                      <a:pt x="0" y="12"/>
                      <a:pt x="1" y="10"/>
                    </a:cubicBezTo>
                    <a:cubicBezTo>
                      <a:pt x="7" y="2"/>
                      <a:pt x="7" y="2"/>
                      <a:pt x="7" y="2"/>
                    </a:cubicBezTo>
                    <a:cubicBezTo>
                      <a:pt x="7" y="1"/>
                      <a:pt x="9" y="0"/>
                      <a:pt x="1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6" name="Freeform 188"/>
              <p:cNvSpPr>
                <a:spLocks/>
              </p:cNvSpPr>
              <p:nvPr/>
            </p:nvSpPr>
            <p:spPr bwMode="auto">
              <a:xfrm>
                <a:off x="2625" y="3532"/>
                <a:ext cx="23" cy="23"/>
              </a:xfrm>
              <a:custGeom>
                <a:avLst/>
                <a:gdLst>
                  <a:gd name="T0" fmla="*/ 11 w 21"/>
                  <a:gd name="T1" fmla="*/ 0 h 20"/>
                  <a:gd name="T2" fmla="*/ 19 w 21"/>
                  <a:gd name="T3" fmla="*/ 6 h 20"/>
                  <a:gd name="T4" fmla="*/ 20 w 21"/>
                  <a:gd name="T5" fmla="*/ 10 h 20"/>
                  <a:gd name="T6" fmla="*/ 14 w 21"/>
                  <a:gd name="T7" fmla="*/ 18 h 20"/>
                  <a:gd name="T8" fmla="*/ 11 w 21"/>
                  <a:gd name="T9" fmla="*/ 19 h 20"/>
                  <a:gd name="T10" fmla="*/ 2 w 21"/>
                  <a:gd name="T11" fmla="*/ 14 h 20"/>
                  <a:gd name="T12" fmla="*/ 1 w 21"/>
                  <a:gd name="T13" fmla="*/ 10 h 20"/>
                  <a:gd name="T14" fmla="*/ 7 w 21"/>
                  <a:gd name="T15" fmla="*/ 1 h 20"/>
                  <a:gd name="T16" fmla="*/ 11 w 21"/>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0">
                    <a:moveTo>
                      <a:pt x="11" y="0"/>
                    </a:moveTo>
                    <a:cubicBezTo>
                      <a:pt x="19" y="6"/>
                      <a:pt x="19" y="6"/>
                      <a:pt x="19" y="6"/>
                    </a:cubicBezTo>
                    <a:cubicBezTo>
                      <a:pt x="20" y="7"/>
                      <a:pt x="21" y="8"/>
                      <a:pt x="20" y="10"/>
                    </a:cubicBezTo>
                    <a:cubicBezTo>
                      <a:pt x="14" y="18"/>
                      <a:pt x="14" y="18"/>
                      <a:pt x="14" y="18"/>
                    </a:cubicBezTo>
                    <a:cubicBezTo>
                      <a:pt x="14" y="20"/>
                      <a:pt x="12" y="20"/>
                      <a:pt x="11" y="19"/>
                    </a:cubicBezTo>
                    <a:cubicBezTo>
                      <a:pt x="2" y="14"/>
                      <a:pt x="2" y="14"/>
                      <a:pt x="2" y="14"/>
                    </a:cubicBezTo>
                    <a:cubicBezTo>
                      <a:pt x="1" y="13"/>
                      <a:pt x="0" y="11"/>
                      <a:pt x="1" y="10"/>
                    </a:cubicBezTo>
                    <a:cubicBezTo>
                      <a:pt x="7" y="1"/>
                      <a:pt x="7" y="1"/>
                      <a:pt x="7" y="1"/>
                    </a:cubicBezTo>
                    <a:cubicBezTo>
                      <a:pt x="8" y="0"/>
                      <a:pt x="9"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7" name="Freeform 189"/>
              <p:cNvSpPr>
                <a:spLocks/>
              </p:cNvSpPr>
              <p:nvPr/>
            </p:nvSpPr>
            <p:spPr bwMode="auto">
              <a:xfrm>
                <a:off x="2644" y="3543"/>
                <a:ext cx="22" cy="24"/>
              </a:xfrm>
              <a:custGeom>
                <a:avLst/>
                <a:gdLst>
                  <a:gd name="T0" fmla="*/ 10 w 20"/>
                  <a:gd name="T1" fmla="*/ 1 h 21"/>
                  <a:gd name="T2" fmla="*/ 18 w 20"/>
                  <a:gd name="T3" fmla="*/ 6 h 21"/>
                  <a:gd name="T4" fmla="*/ 19 w 20"/>
                  <a:gd name="T5" fmla="*/ 10 h 21"/>
                  <a:gd name="T6" fmla="*/ 14 w 20"/>
                  <a:gd name="T7" fmla="*/ 19 h 21"/>
                  <a:gd name="T8" fmla="*/ 10 w 20"/>
                  <a:gd name="T9" fmla="*/ 20 h 21"/>
                  <a:gd name="T10" fmla="*/ 1 w 20"/>
                  <a:gd name="T11" fmla="*/ 14 h 21"/>
                  <a:gd name="T12" fmla="*/ 0 w 20"/>
                  <a:gd name="T13" fmla="*/ 10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8" y="6"/>
                      <a:pt x="18" y="6"/>
                      <a:pt x="18" y="6"/>
                    </a:cubicBezTo>
                    <a:cubicBezTo>
                      <a:pt x="20" y="7"/>
                      <a:pt x="20" y="9"/>
                      <a:pt x="19" y="10"/>
                    </a:cubicBezTo>
                    <a:cubicBezTo>
                      <a:pt x="14" y="19"/>
                      <a:pt x="14" y="19"/>
                      <a:pt x="14" y="19"/>
                    </a:cubicBezTo>
                    <a:cubicBezTo>
                      <a:pt x="13" y="20"/>
                      <a:pt x="11" y="21"/>
                      <a:pt x="10" y="20"/>
                    </a:cubicBezTo>
                    <a:cubicBezTo>
                      <a:pt x="1" y="14"/>
                      <a:pt x="1" y="14"/>
                      <a:pt x="1" y="14"/>
                    </a:cubicBezTo>
                    <a:cubicBezTo>
                      <a:pt x="0" y="13"/>
                      <a:pt x="0" y="12"/>
                      <a:pt x="0"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8" name="Freeform 190"/>
              <p:cNvSpPr>
                <a:spLocks/>
              </p:cNvSpPr>
              <p:nvPr/>
            </p:nvSpPr>
            <p:spPr bwMode="auto">
              <a:xfrm>
                <a:off x="2662" y="3556"/>
                <a:ext cx="22" cy="22"/>
              </a:xfrm>
              <a:custGeom>
                <a:avLst/>
                <a:gdLst>
                  <a:gd name="T0" fmla="*/ 10 w 20"/>
                  <a:gd name="T1" fmla="*/ 0 h 20"/>
                  <a:gd name="T2" fmla="*/ 19 w 20"/>
                  <a:gd name="T3" fmla="*/ 6 h 20"/>
                  <a:gd name="T4" fmla="*/ 19 w 20"/>
                  <a:gd name="T5" fmla="*/ 10 h 20"/>
                  <a:gd name="T6" fmla="*/ 14 w 20"/>
                  <a:gd name="T7" fmla="*/ 18 h 20"/>
                  <a:gd name="T8" fmla="*/ 10 w 20"/>
                  <a:gd name="T9" fmla="*/ 19 h 20"/>
                  <a:gd name="T10" fmla="*/ 1 w 20"/>
                  <a:gd name="T11" fmla="*/ 14 h 20"/>
                  <a:gd name="T12" fmla="*/ 1 w 20"/>
                  <a:gd name="T13" fmla="*/ 10 h 20"/>
                  <a:gd name="T14" fmla="*/ 6 w 20"/>
                  <a:gd name="T15" fmla="*/ 1 h 20"/>
                  <a:gd name="T16" fmla="*/ 10 w 20"/>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0"/>
                    </a:moveTo>
                    <a:cubicBezTo>
                      <a:pt x="19" y="6"/>
                      <a:pt x="19" y="6"/>
                      <a:pt x="19" y="6"/>
                    </a:cubicBezTo>
                    <a:cubicBezTo>
                      <a:pt x="20" y="7"/>
                      <a:pt x="20" y="8"/>
                      <a:pt x="19" y="10"/>
                    </a:cubicBezTo>
                    <a:cubicBezTo>
                      <a:pt x="14" y="18"/>
                      <a:pt x="14" y="18"/>
                      <a:pt x="14" y="18"/>
                    </a:cubicBezTo>
                    <a:cubicBezTo>
                      <a:pt x="13" y="20"/>
                      <a:pt x="11" y="20"/>
                      <a:pt x="10" y="19"/>
                    </a:cubicBezTo>
                    <a:cubicBezTo>
                      <a:pt x="1" y="14"/>
                      <a:pt x="1" y="14"/>
                      <a:pt x="1" y="14"/>
                    </a:cubicBezTo>
                    <a:cubicBezTo>
                      <a:pt x="0" y="13"/>
                      <a:pt x="0" y="11"/>
                      <a:pt x="1" y="10"/>
                    </a:cubicBezTo>
                    <a:cubicBezTo>
                      <a:pt x="6" y="1"/>
                      <a:pt x="6" y="1"/>
                      <a:pt x="6" y="1"/>
                    </a:cubicBezTo>
                    <a:cubicBezTo>
                      <a:pt x="7" y="0"/>
                      <a:pt x="9"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9" name="Freeform 191"/>
              <p:cNvSpPr>
                <a:spLocks/>
              </p:cNvSpPr>
              <p:nvPr/>
            </p:nvSpPr>
            <p:spPr bwMode="auto">
              <a:xfrm>
                <a:off x="2680" y="3567"/>
                <a:ext cx="22" cy="23"/>
              </a:xfrm>
              <a:custGeom>
                <a:avLst/>
                <a:gdLst>
                  <a:gd name="T0" fmla="*/ 10 w 20"/>
                  <a:gd name="T1" fmla="*/ 1 h 21"/>
                  <a:gd name="T2" fmla="*/ 19 w 20"/>
                  <a:gd name="T3" fmla="*/ 6 h 21"/>
                  <a:gd name="T4" fmla="*/ 20 w 20"/>
                  <a:gd name="T5" fmla="*/ 10 h 21"/>
                  <a:gd name="T6" fmla="*/ 14 w 20"/>
                  <a:gd name="T7" fmla="*/ 19 h 21"/>
                  <a:gd name="T8" fmla="*/ 10 w 20"/>
                  <a:gd name="T9" fmla="*/ 20 h 21"/>
                  <a:gd name="T10" fmla="*/ 2 w 20"/>
                  <a:gd name="T11" fmla="*/ 14 h 21"/>
                  <a:gd name="T12" fmla="*/ 1 w 20"/>
                  <a:gd name="T13" fmla="*/ 10 h 21"/>
                  <a:gd name="T14" fmla="*/ 6 w 20"/>
                  <a:gd name="T15" fmla="*/ 2 h 21"/>
                  <a:gd name="T16" fmla="*/ 10 w 20"/>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10" y="1"/>
                    </a:moveTo>
                    <a:cubicBezTo>
                      <a:pt x="19" y="6"/>
                      <a:pt x="19" y="6"/>
                      <a:pt x="19" y="6"/>
                    </a:cubicBezTo>
                    <a:cubicBezTo>
                      <a:pt x="20" y="7"/>
                      <a:pt x="20" y="9"/>
                      <a:pt x="20" y="10"/>
                    </a:cubicBezTo>
                    <a:cubicBezTo>
                      <a:pt x="14" y="19"/>
                      <a:pt x="14" y="19"/>
                      <a:pt x="14" y="19"/>
                    </a:cubicBezTo>
                    <a:cubicBezTo>
                      <a:pt x="13" y="20"/>
                      <a:pt x="11" y="21"/>
                      <a:pt x="10" y="20"/>
                    </a:cubicBezTo>
                    <a:cubicBezTo>
                      <a:pt x="2" y="14"/>
                      <a:pt x="2" y="14"/>
                      <a:pt x="2" y="14"/>
                    </a:cubicBezTo>
                    <a:cubicBezTo>
                      <a:pt x="0" y="13"/>
                      <a:pt x="0" y="12"/>
                      <a:pt x="1" y="10"/>
                    </a:cubicBezTo>
                    <a:cubicBezTo>
                      <a:pt x="6" y="2"/>
                      <a:pt x="6" y="2"/>
                      <a:pt x="6" y="2"/>
                    </a:cubicBezTo>
                    <a:cubicBezTo>
                      <a:pt x="7"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0" name="Freeform 192"/>
              <p:cNvSpPr>
                <a:spLocks/>
              </p:cNvSpPr>
              <p:nvPr/>
            </p:nvSpPr>
            <p:spPr bwMode="auto">
              <a:xfrm>
                <a:off x="2697" y="3579"/>
                <a:ext cx="32" cy="28"/>
              </a:xfrm>
              <a:custGeom>
                <a:avLst/>
                <a:gdLst>
                  <a:gd name="T0" fmla="*/ 11 w 28"/>
                  <a:gd name="T1" fmla="*/ 0 h 25"/>
                  <a:gd name="T2" fmla="*/ 26 w 28"/>
                  <a:gd name="T3" fmla="*/ 10 h 25"/>
                  <a:gd name="T4" fmla="*/ 27 w 28"/>
                  <a:gd name="T5" fmla="*/ 14 h 25"/>
                  <a:gd name="T6" fmla="*/ 21 w 28"/>
                  <a:gd name="T7" fmla="*/ 23 h 25"/>
                  <a:gd name="T8" fmla="*/ 17 w 28"/>
                  <a:gd name="T9" fmla="*/ 24 h 25"/>
                  <a:gd name="T10" fmla="*/ 2 w 28"/>
                  <a:gd name="T11" fmla="*/ 14 h 25"/>
                  <a:gd name="T12" fmla="*/ 1 w 28"/>
                  <a:gd name="T13" fmla="*/ 10 h 25"/>
                  <a:gd name="T14" fmla="*/ 7 w 28"/>
                  <a:gd name="T15" fmla="*/ 1 h 25"/>
                  <a:gd name="T16" fmla="*/ 11 w 28"/>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5">
                    <a:moveTo>
                      <a:pt x="11" y="0"/>
                    </a:moveTo>
                    <a:cubicBezTo>
                      <a:pt x="26" y="10"/>
                      <a:pt x="26" y="10"/>
                      <a:pt x="26" y="10"/>
                    </a:cubicBezTo>
                    <a:cubicBezTo>
                      <a:pt x="27" y="11"/>
                      <a:pt x="28" y="13"/>
                      <a:pt x="27" y="14"/>
                    </a:cubicBezTo>
                    <a:cubicBezTo>
                      <a:pt x="21" y="23"/>
                      <a:pt x="21" y="23"/>
                      <a:pt x="21" y="23"/>
                    </a:cubicBezTo>
                    <a:cubicBezTo>
                      <a:pt x="20" y="24"/>
                      <a:pt x="19" y="25"/>
                      <a:pt x="17" y="24"/>
                    </a:cubicBezTo>
                    <a:cubicBezTo>
                      <a:pt x="2" y="14"/>
                      <a:pt x="2" y="14"/>
                      <a:pt x="2" y="14"/>
                    </a:cubicBezTo>
                    <a:cubicBezTo>
                      <a:pt x="1" y="13"/>
                      <a:pt x="0" y="11"/>
                      <a:pt x="1" y="10"/>
                    </a:cubicBezTo>
                    <a:cubicBezTo>
                      <a:pt x="7" y="1"/>
                      <a:pt x="7" y="1"/>
                      <a:pt x="7" y="1"/>
                    </a:cubicBezTo>
                    <a:cubicBezTo>
                      <a:pt x="7" y="0"/>
                      <a:pt x="9" y="0"/>
                      <a:pt x="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1" name="Freeform 193"/>
              <p:cNvSpPr>
                <a:spLocks/>
              </p:cNvSpPr>
              <p:nvPr/>
            </p:nvSpPr>
            <p:spPr bwMode="auto">
              <a:xfrm>
                <a:off x="2724" y="3596"/>
                <a:ext cx="23" cy="22"/>
              </a:xfrm>
              <a:custGeom>
                <a:avLst/>
                <a:gdLst>
                  <a:gd name="T0" fmla="*/ 10 w 20"/>
                  <a:gd name="T1" fmla="*/ 1 h 20"/>
                  <a:gd name="T2" fmla="*/ 18 w 20"/>
                  <a:gd name="T3" fmla="*/ 6 h 20"/>
                  <a:gd name="T4" fmla="*/ 19 w 20"/>
                  <a:gd name="T5" fmla="*/ 10 h 20"/>
                  <a:gd name="T6" fmla="*/ 13 w 20"/>
                  <a:gd name="T7" fmla="*/ 19 h 20"/>
                  <a:gd name="T8" fmla="*/ 10 w 20"/>
                  <a:gd name="T9" fmla="*/ 19 h 20"/>
                  <a:gd name="T10" fmla="*/ 2 w 20"/>
                  <a:gd name="T11" fmla="*/ 14 h 20"/>
                  <a:gd name="T12" fmla="*/ 1 w 20"/>
                  <a:gd name="T13" fmla="*/ 11 h 20"/>
                  <a:gd name="T14" fmla="*/ 7 w 20"/>
                  <a:gd name="T15" fmla="*/ 2 h 20"/>
                  <a:gd name="T16" fmla="*/ 10 w 20"/>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0" y="1"/>
                    </a:moveTo>
                    <a:cubicBezTo>
                      <a:pt x="18" y="6"/>
                      <a:pt x="18" y="6"/>
                      <a:pt x="18" y="6"/>
                    </a:cubicBezTo>
                    <a:cubicBezTo>
                      <a:pt x="20" y="7"/>
                      <a:pt x="20" y="9"/>
                      <a:pt x="19" y="10"/>
                    </a:cubicBezTo>
                    <a:cubicBezTo>
                      <a:pt x="13" y="19"/>
                      <a:pt x="13" y="19"/>
                      <a:pt x="13" y="19"/>
                    </a:cubicBezTo>
                    <a:cubicBezTo>
                      <a:pt x="13" y="20"/>
                      <a:pt x="11" y="20"/>
                      <a:pt x="10" y="19"/>
                    </a:cubicBezTo>
                    <a:cubicBezTo>
                      <a:pt x="2" y="14"/>
                      <a:pt x="2" y="14"/>
                      <a:pt x="2" y="14"/>
                    </a:cubicBezTo>
                    <a:cubicBezTo>
                      <a:pt x="1" y="13"/>
                      <a:pt x="0" y="12"/>
                      <a:pt x="1" y="11"/>
                    </a:cubicBezTo>
                    <a:cubicBezTo>
                      <a:pt x="7" y="2"/>
                      <a:pt x="7" y="2"/>
                      <a:pt x="7" y="2"/>
                    </a:cubicBezTo>
                    <a:cubicBezTo>
                      <a:pt x="8" y="0"/>
                      <a:pt x="9" y="0"/>
                      <a:pt x="1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2" name="Freeform 194"/>
              <p:cNvSpPr>
                <a:spLocks/>
              </p:cNvSpPr>
              <p:nvPr/>
            </p:nvSpPr>
            <p:spPr bwMode="auto">
              <a:xfrm>
                <a:off x="2542" y="3532"/>
                <a:ext cx="131" cy="113"/>
              </a:xfrm>
              <a:custGeom>
                <a:avLst/>
                <a:gdLst>
                  <a:gd name="T0" fmla="*/ 31 w 117"/>
                  <a:gd name="T1" fmla="*/ 1 h 101"/>
                  <a:gd name="T2" fmla="*/ 115 w 117"/>
                  <a:gd name="T3" fmla="*/ 55 h 101"/>
                  <a:gd name="T4" fmla="*/ 116 w 117"/>
                  <a:gd name="T5" fmla="*/ 59 h 101"/>
                  <a:gd name="T6" fmla="*/ 90 w 117"/>
                  <a:gd name="T7" fmla="*/ 99 h 101"/>
                  <a:gd name="T8" fmla="*/ 86 w 117"/>
                  <a:gd name="T9" fmla="*/ 100 h 101"/>
                  <a:gd name="T10" fmla="*/ 2 w 117"/>
                  <a:gd name="T11" fmla="*/ 46 h 101"/>
                  <a:gd name="T12" fmla="*/ 1 w 117"/>
                  <a:gd name="T13" fmla="*/ 42 h 101"/>
                  <a:gd name="T14" fmla="*/ 27 w 117"/>
                  <a:gd name="T15" fmla="*/ 1 h 101"/>
                  <a:gd name="T16" fmla="*/ 31 w 117"/>
                  <a:gd name="T17" fmla="*/ 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101">
                    <a:moveTo>
                      <a:pt x="31" y="1"/>
                    </a:moveTo>
                    <a:cubicBezTo>
                      <a:pt x="115" y="55"/>
                      <a:pt x="115" y="55"/>
                      <a:pt x="115" y="55"/>
                    </a:cubicBezTo>
                    <a:cubicBezTo>
                      <a:pt x="116" y="56"/>
                      <a:pt x="117" y="58"/>
                      <a:pt x="116" y="59"/>
                    </a:cubicBezTo>
                    <a:cubicBezTo>
                      <a:pt x="90" y="99"/>
                      <a:pt x="90" y="99"/>
                      <a:pt x="90" y="99"/>
                    </a:cubicBezTo>
                    <a:cubicBezTo>
                      <a:pt x="89" y="101"/>
                      <a:pt x="87" y="101"/>
                      <a:pt x="86" y="100"/>
                    </a:cubicBezTo>
                    <a:cubicBezTo>
                      <a:pt x="2" y="46"/>
                      <a:pt x="2" y="46"/>
                      <a:pt x="2" y="46"/>
                    </a:cubicBezTo>
                    <a:cubicBezTo>
                      <a:pt x="0" y="45"/>
                      <a:pt x="0" y="43"/>
                      <a:pt x="1" y="42"/>
                    </a:cubicBezTo>
                    <a:cubicBezTo>
                      <a:pt x="27" y="1"/>
                      <a:pt x="27" y="1"/>
                      <a:pt x="27" y="1"/>
                    </a:cubicBezTo>
                    <a:cubicBezTo>
                      <a:pt x="28" y="0"/>
                      <a:pt x="30" y="0"/>
                      <a:pt x="3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3" name="Freeform 195"/>
              <p:cNvSpPr>
                <a:spLocks/>
              </p:cNvSpPr>
              <p:nvPr/>
            </p:nvSpPr>
            <p:spPr bwMode="auto">
              <a:xfrm>
                <a:off x="2532" y="3585"/>
                <a:ext cx="55" cy="41"/>
              </a:xfrm>
              <a:custGeom>
                <a:avLst/>
                <a:gdLst>
                  <a:gd name="T0" fmla="*/ 7 w 49"/>
                  <a:gd name="T1" fmla="*/ 1 h 37"/>
                  <a:gd name="T2" fmla="*/ 49 w 49"/>
                  <a:gd name="T3" fmla="*/ 28 h 37"/>
                  <a:gd name="T4" fmla="*/ 49 w 49"/>
                  <a:gd name="T5" fmla="*/ 28 h 37"/>
                  <a:gd name="T6" fmla="*/ 43 w 49"/>
                  <a:gd name="T7" fmla="*/ 37 h 37"/>
                  <a:gd name="T8" fmla="*/ 43 w 49"/>
                  <a:gd name="T9" fmla="*/ 37 h 37"/>
                  <a:gd name="T10" fmla="*/ 1 w 49"/>
                  <a:gd name="T11" fmla="*/ 10 h 37"/>
                  <a:gd name="T12" fmla="*/ 1 w 49"/>
                  <a:gd name="T13" fmla="*/ 9 h 37"/>
                  <a:gd name="T14" fmla="*/ 6 w 49"/>
                  <a:gd name="T15" fmla="*/ 1 h 37"/>
                  <a:gd name="T16" fmla="*/ 7 w 49"/>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37">
                    <a:moveTo>
                      <a:pt x="7" y="1"/>
                    </a:moveTo>
                    <a:cubicBezTo>
                      <a:pt x="49" y="28"/>
                      <a:pt x="49" y="28"/>
                      <a:pt x="49" y="28"/>
                    </a:cubicBezTo>
                    <a:cubicBezTo>
                      <a:pt x="49" y="28"/>
                      <a:pt x="49" y="28"/>
                      <a:pt x="49" y="28"/>
                    </a:cubicBezTo>
                    <a:cubicBezTo>
                      <a:pt x="43" y="37"/>
                      <a:pt x="43" y="37"/>
                      <a:pt x="43" y="37"/>
                    </a:cubicBezTo>
                    <a:cubicBezTo>
                      <a:pt x="43" y="37"/>
                      <a:pt x="43" y="37"/>
                      <a:pt x="43" y="37"/>
                    </a:cubicBezTo>
                    <a:cubicBezTo>
                      <a:pt x="1" y="10"/>
                      <a:pt x="1" y="10"/>
                      <a:pt x="1" y="10"/>
                    </a:cubicBezTo>
                    <a:cubicBezTo>
                      <a:pt x="0" y="10"/>
                      <a:pt x="0" y="9"/>
                      <a:pt x="1" y="9"/>
                    </a:cubicBezTo>
                    <a:cubicBezTo>
                      <a:pt x="6" y="1"/>
                      <a:pt x="6" y="1"/>
                      <a:pt x="6" y="1"/>
                    </a:cubicBezTo>
                    <a:cubicBezTo>
                      <a:pt x="6" y="0"/>
                      <a:pt x="7" y="0"/>
                      <a:pt x="7"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4" name="Freeform 196"/>
              <p:cNvSpPr>
                <a:spLocks/>
              </p:cNvSpPr>
              <p:nvPr/>
            </p:nvSpPr>
            <p:spPr bwMode="auto">
              <a:xfrm>
                <a:off x="2583" y="3618"/>
                <a:ext cx="55" cy="42"/>
              </a:xfrm>
              <a:custGeom>
                <a:avLst/>
                <a:gdLst>
                  <a:gd name="T0" fmla="*/ 7 w 49"/>
                  <a:gd name="T1" fmla="*/ 0 h 37"/>
                  <a:gd name="T2" fmla="*/ 49 w 49"/>
                  <a:gd name="T3" fmla="*/ 27 h 37"/>
                  <a:gd name="T4" fmla="*/ 49 w 49"/>
                  <a:gd name="T5" fmla="*/ 28 h 37"/>
                  <a:gd name="T6" fmla="*/ 43 w 49"/>
                  <a:gd name="T7" fmla="*/ 37 h 37"/>
                  <a:gd name="T8" fmla="*/ 43 w 49"/>
                  <a:gd name="T9" fmla="*/ 37 h 37"/>
                  <a:gd name="T10" fmla="*/ 1 w 49"/>
                  <a:gd name="T11" fmla="*/ 10 h 37"/>
                  <a:gd name="T12" fmla="*/ 1 w 49"/>
                  <a:gd name="T13" fmla="*/ 9 h 37"/>
                  <a:gd name="T14" fmla="*/ 6 w 49"/>
                  <a:gd name="T15" fmla="*/ 0 h 37"/>
                  <a:gd name="T16" fmla="*/ 7 w 49"/>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37">
                    <a:moveTo>
                      <a:pt x="7" y="0"/>
                    </a:moveTo>
                    <a:cubicBezTo>
                      <a:pt x="49" y="27"/>
                      <a:pt x="49" y="27"/>
                      <a:pt x="49" y="27"/>
                    </a:cubicBezTo>
                    <a:cubicBezTo>
                      <a:pt x="49" y="28"/>
                      <a:pt x="49" y="28"/>
                      <a:pt x="49" y="28"/>
                    </a:cubicBezTo>
                    <a:cubicBezTo>
                      <a:pt x="43" y="37"/>
                      <a:pt x="43" y="37"/>
                      <a:pt x="43" y="37"/>
                    </a:cubicBezTo>
                    <a:cubicBezTo>
                      <a:pt x="43" y="37"/>
                      <a:pt x="43" y="37"/>
                      <a:pt x="43" y="37"/>
                    </a:cubicBezTo>
                    <a:cubicBezTo>
                      <a:pt x="1" y="10"/>
                      <a:pt x="1" y="10"/>
                      <a:pt x="1" y="10"/>
                    </a:cubicBezTo>
                    <a:cubicBezTo>
                      <a:pt x="1" y="9"/>
                      <a:pt x="0" y="9"/>
                      <a:pt x="1" y="9"/>
                    </a:cubicBezTo>
                    <a:cubicBezTo>
                      <a:pt x="6" y="0"/>
                      <a:pt x="6" y="0"/>
                      <a:pt x="6" y="0"/>
                    </a:cubicBezTo>
                    <a:cubicBezTo>
                      <a:pt x="6" y="0"/>
                      <a:pt x="7" y="0"/>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5" name="Freeform 197"/>
              <p:cNvSpPr>
                <a:spLocks/>
              </p:cNvSpPr>
              <p:nvPr/>
            </p:nvSpPr>
            <p:spPr bwMode="auto">
              <a:xfrm>
                <a:off x="4138" y="732"/>
                <a:ext cx="212" cy="284"/>
              </a:xfrm>
              <a:custGeom>
                <a:avLst/>
                <a:gdLst>
                  <a:gd name="T0" fmla="*/ 108 w 190"/>
                  <a:gd name="T1" fmla="*/ 5 h 254"/>
                  <a:gd name="T2" fmla="*/ 172 w 190"/>
                  <a:gd name="T3" fmla="*/ 32 h 254"/>
                  <a:gd name="T4" fmla="*/ 185 w 190"/>
                  <a:gd name="T5" fmla="*/ 63 h 254"/>
                  <a:gd name="T6" fmla="*/ 114 w 190"/>
                  <a:gd name="T7" fmla="*/ 236 h 254"/>
                  <a:gd name="T8" fmla="*/ 82 w 190"/>
                  <a:gd name="T9" fmla="*/ 249 h 254"/>
                  <a:gd name="T10" fmla="*/ 18 w 190"/>
                  <a:gd name="T11" fmla="*/ 223 h 254"/>
                  <a:gd name="T12" fmla="*/ 5 w 190"/>
                  <a:gd name="T13" fmla="*/ 191 h 254"/>
                  <a:gd name="T14" fmla="*/ 76 w 190"/>
                  <a:gd name="T15" fmla="*/ 18 h 254"/>
                  <a:gd name="T16" fmla="*/ 108 w 190"/>
                  <a:gd name="T17" fmla="*/ 5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54">
                    <a:moveTo>
                      <a:pt x="108" y="5"/>
                    </a:moveTo>
                    <a:cubicBezTo>
                      <a:pt x="172" y="32"/>
                      <a:pt x="172" y="32"/>
                      <a:pt x="172" y="32"/>
                    </a:cubicBezTo>
                    <a:cubicBezTo>
                      <a:pt x="184" y="37"/>
                      <a:pt x="190" y="51"/>
                      <a:pt x="185" y="63"/>
                    </a:cubicBezTo>
                    <a:cubicBezTo>
                      <a:pt x="114" y="236"/>
                      <a:pt x="114" y="236"/>
                      <a:pt x="114" y="236"/>
                    </a:cubicBezTo>
                    <a:cubicBezTo>
                      <a:pt x="109" y="248"/>
                      <a:pt x="95" y="254"/>
                      <a:pt x="82" y="249"/>
                    </a:cubicBezTo>
                    <a:cubicBezTo>
                      <a:pt x="18" y="223"/>
                      <a:pt x="18" y="223"/>
                      <a:pt x="18" y="223"/>
                    </a:cubicBezTo>
                    <a:cubicBezTo>
                      <a:pt x="6" y="218"/>
                      <a:pt x="0" y="204"/>
                      <a:pt x="5" y="191"/>
                    </a:cubicBezTo>
                    <a:cubicBezTo>
                      <a:pt x="76" y="18"/>
                      <a:pt x="76" y="18"/>
                      <a:pt x="76" y="18"/>
                    </a:cubicBezTo>
                    <a:cubicBezTo>
                      <a:pt x="81" y="6"/>
                      <a:pt x="95" y="0"/>
                      <a:pt x="108" y="5"/>
                    </a:cubicBez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6" name="Freeform 198"/>
              <p:cNvSpPr>
                <a:spLocks/>
              </p:cNvSpPr>
              <p:nvPr/>
            </p:nvSpPr>
            <p:spPr bwMode="auto">
              <a:xfrm>
                <a:off x="4156" y="757"/>
                <a:ext cx="180" cy="226"/>
              </a:xfrm>
              <a:custGeom>
                <a:avLst/>
                <a:gdLst>
                  <a:gd name="T0" fmla="*/ 76 w 180"/>
                  <a:gd name="T1" fmla="*/ 0 h 226"/>
                  <a:gd name="T2" fmla="*/ 180 w 180"/>
                  <a:gd name="T3" fmla="*/ 42 h 226"/>
                  <a:gd name="T4" fmla="*/ 104 w 180"/>
                  <a:gd name="T5" fmla="*/ 226 h 226"/>
                  <a:gd name="T6" fmla="*/ 0 w 180"/>
                  <a:gd name="T7" fmla="*/ 184 h 226"/>
                  <a:gd name="T8" fmla="*/ 76 w 180"/>
                  <a:gd name="T9" fmla="*/ 0 h 226"/>
                </a:gdLst>
                <a:ahLst/>
                <a:cxnLst>
                  <a:cxn ang="0">
                    <a:pos x="T0" y="T1"/>
                  </a:cxn>
                  <a:cxn ang="0">
                    <a:pos x="T2" y="T3"/>
                  </a:cxn>
                  <a:cxn ang="0">
                    <a:pos x="T4" y="T5"/>
                  </a:cxn>
                  <a:cxn ang="0">
                    <a:pos x="T6" y="T7"/>
                  </a:cxn>
                  <a:cxn ang="0">
                    <a:pos x="T8" y="T9"/>
                  </a:cxn>
                </a:cxnLst>
                <a:rect l="0" t="0" r="r" b="b"/>
                <a:pathLst>
                  <a:path w="180" h="226">
                    <a:moveTo>
                      <a:pt x="76" y="0"/>
                    </a:moveTo>
                    <a:lnTo>
                      <a:pt x="180" y="42"/>
                    </a:lnTo>
                    <a:lnTo>
                      <a:pt x="104" y="226"/>
                    </a:lnTo>
                    <a:lnTo>
                      <a:pt x="0" y="184"/>
                    </a:lnTo>
                    <a:lnTo>
                      <a:pt x="7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7" name="Freeform 199"/>
              <p:cNvSpPr>
                <a:spLocks/>
              </p:cNvSpPr>
              <p:nvPr/>
            </p:nvSpPr>
            <p:spPr bwMode="auto">
              <a:xfrm>
                <a:off x="4263" y="751"/>
                <a:ext cx="53" cy="25"/>
              </a:xfrm>
              <a:custGeom>
                <a:avLst/>
                <a:gdLst>
                  <a:gd name="T0" fmla="*/ 2 w 47"/>
                  <a:gd name="T1" fmla="*/ 5 h 22"/>
                  <a:gd name="T2" fmla="*/ 44 w 47"/>
                  <a:gd name="T3" fmla="*/ 22 h 22"/>
                  <a:gd name="T4" fmla="*/ 47 w 47"/>
                  <a:gd name="T5" fmla="*/ 21 h 22"/>
                  <a:gd name="T6" fmla="*/ 47 w 47"/>
                  <a:gd name="T7" fmla="*/ 21 h 22"/>
                  <a:gd name="T8" fmla="*/ 46 w 47"/>
                  <a:gd name="T9" fmla="*/ 18 h 22"/>
                  <a:gd name="T10" fmla="*/ 4 w 47"/>
                  <a:gd name="T11" fmla="*/ 1 h 22"/>
                  <a:gd name="T12" fmla="*/ 1 w 47"/>
                  <a:gd name="T13" fmla="*/ 2 h 22"/>
                  <a:gd name="T14" fmla="*/ 1 w 47"/>
                  <a:gd name="T15" fmla="*/ 2 h 22"/>
                  <a:gd name="T16" fmla="*/ 2 w 47"/>
                  <a:gd name="T17"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2">
                    <a:moveTo>
                      <a:pt x="2" y="5"/>
                    </a:moveTo>
                    <a:cubicBezTo>
                      <a:pt x="44" y="22"/>
                      <a:pt x="44" y="22"/>
                      <a:pt x="44" y="22"/>
                    </a:cubicBezTo>
                    <a:cubicBezTo>
                      <a:pt x="45" y="22"/>
                      <a:pt x="46" y="22"/>
                      <a:pt x="47" y="21"/>
                    </a:cubicBezTo>
                    <a:cubicBezTo>
                      <a:pt x="47" y="21"/>
                      <a:pt x="47" y="21"/>
                      <a:pt x="47" y="21"/>
                    </a:cubicBezTo>
                    <a:cubicBezTo>
                      <a:pt x="47" y="20"/>
                      <a:pt x="47" y="18"/>
                      <a:pt x="46" y="18"/>
                    </a:cubicBezTo>
                    <a:cubicBezTo>
                      <a:pt x="4" y="1"/>
                      <a:pt x="4" y="1"/>
                      <a:pt x="4" y="1"/>
                    </a:cubicBezTo>
                    <a:cubicBezTo>
                      <a:pt x="3" y="0"/>
                      <a:pt x="1" y="1"/>
                      <a:pt x="1" y="2"/>
                    </a:cubicBezTo>
                    <a:cubicBezTo>
                      <a:pt x="1" y="2"/>
                      <a:pt x="1" y="2"/>
                      <a:pt x="1" y="2"/>
                    </a:cubicBezTo>
                    <a:cubicBezTo>
                      <a:pt x="0" y="3"/>
                      <a:pt x="1" y="4"/>
                      <a:pt x="2"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8" name="Freeform 200"/>
              <p:cNvSpPr>
                <a:spLocks/>
              </p:cNvSpPr>
              <p:nvPr/>
            </p:nvSpPr>
            <p:spPr bwMode="auto">
              <a:xfrm>
                <a:off x="4157" y="959"/>
                <a:ext cx="88" cy="41"/>
              </a:xfrm>
              <a:custGeom>
                <a:avLst/>
                <a:gdLst>
                  <a:gd name="T0" fmla="*/ 3 w 79"/>
                  <a:gd name="T1" fmla="*/ 7 h 37"/>
                  <a:gd name="T2" fmla="*/ 73 w 79"/>
                  <a:gd name="T3" fmla="*/ 36 h 37"/>
                  <a:gd name="T4" fmla="*/ 78 w 79"/>
                  <a:gd name="T5" fmla="*/ 34 h 37"/>
                  <a:gd name="T6" fmla="*/ 78 w 79"/>
                  <a:gd name="T7" fmla="*/ 34 h 37"/>
                  <a:gd name="T8" fmla="*/ 76 w 79"/>
                  <a:gd name="T9" fmla="*/ 29 h 37"/>
                  <a:gd name="T10" fmla="*/ 5 w 79"/>
                  <a:gd name="T11" fmla="*/ 0 h 37"/>
                  <a:gd name="T12" fmla="*/ 1 w 79"/>
                  <a:gd name="T13" fmla="*/ 2 h 37"/>
                  <a:gd name="T14" fmla="*/ 1 w 79"/>
                  <a:gd name="T15" fmla="*/ 2 h 37"/>
                  <a:gd name="T16" fmla="*/ 3 w 79"/>
                  <a:gd name="T17"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37">
                    <a:moveTo>
                      <a:pt x="3" y="7"/>
                    </a:moveTo>
                    <a:cubicBezTo>
                      <a:pt x="73" y="36"/>
                      <a:pt x="73" y="36"/>
                      <a:pt x="73" y="36"/>
                    </a:cubicBezTo>
                    <a:cubicBezTo>
                      <a:pt x="75" y="37"/>
                      <a:pt x="77" y="36"/>
                      <a:pt x="78" y="34"/>
                    </a:cubicBezTo>
                    <a:cubicBezTo>
                      <a:pt x="78" y="34"/>
                      <a:pt x="78" y="34"/>
                      <a:pt x="78" y="34"/>
                    </a:cubicBezTo>
                    <a:cubicBezTo>
                      <a:pt x="79" y="32"/>
                      <a:pt x="78" y="30"/>
                      <a:pt x="76" y="29"/>
                    </a:cubicBezTo>
                    <a:cubicBezTo>
                      <a:pt x="5" y="0"/>
                      <a:pt x="5" y="0"/>
                      <a:pt x="5" y="0"/>
                    </a:cubicBezTo>
                    <a:cubicBezTo>
                      <a:pt x="4" y="0"/>
                      <a:pt x="2" y="1"/>
                      <a:pt x="1" y="2"/>
                    </a:cubicBezTo>
                    <a:cubicBezTo>
                      <a:pt x="1" y="2"/>
                      <a:pt x="1" y="2"/>
                      <a:pt x="1" y="2"/>
                    </a:cubicBezTo>
                    <a:cubicBezTo>
                      <a:pt x="0" y="4"/>
                      <a:pt x="1" y="6"/>
                      <a:pt x="3"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9" name="Freeform 201"/>
              <p:cNvSpPr>
                <a:spLocks/>
              </p:cNvSpPr>
              <p:nvPr/>
            </p:nvSpPr>
            <p:spPr bwMode="auto">
              <a:xfrm>
                <a:off x="4184" y="962"/>
                <a:ext cx="35" cy="35"/>
              </a:xfrm>
              <a:custGeom>
                <a:avLst/>
                <a:gdLst>
                  <a:gd name="T0" fmla="*/ 21 w 31"/>
                  <a:gd name="T1" fmla="*/ 3 h 31"/>
                  <a:gd name="T2" fmla="*/ 28 w 31"/>
                  <a:gd name="T3" fmla="*/ 20 h 31"/>
                  <a:gd name="T4" fmla="*/ 10 w 31"/>
                  <a:gd name="T5" fmla="*/ 28 h 31"/>
                  <a:gd name="T6" fmla="*/ 3 w 31"/>
                  <a:gd name="T7" fmla="*/ 10 h 31"/>
                  <a:gd name="T8" fmla="*/ 21 w 31"/>
                  <a:gd name="T9" fmla="*/ 3 h 31"/>
                </a:gdLst>
                <a:ahLst/>
                <a:cxnLst>
                  <a:cxn ang="0">
                    <a:pos x="T0" y="T1"/>
                  </a:cxn>
                  <a:cxn ang="0">
                    <a:pos x="T2" y="T3"/>
                  </a:cxn>
                  <a:cxn ang="0">
                    <a:pos x="T4" y="T5"/>
                  </a:cxn>
                  <a:cxn ang="0">
                    <a:pos x="T6" y="T7"/>
                  </a:cxn>
                  <a:cxn ang="0">
                    <a:pos x="T8" y="T9"/>
                  </a:cxn>
                </a:cxnLst>
                <a:rect l="0" t="0" r="r" b="b"/>
                <a:pathLst>
                  <a:path w="31" h="31">
                    <a:moveTo>
                      <a:pt x="21" y="3"/>
                    </a:moveTo>
                    <a:cubicBezTo>
                      <a:pt x="27" y="5"/>
                      <a:pt x="31" y="13"/>
                      <a:pt x="28" y="20"/>
                    </a:cubicBezTo>
                    <a:cubicBezTo>
                      <a:pt x="25" y="27"/>
                      <a:pt x="17" y="31"/>
                      <a:pt x="10" y="28"/>
                    </a:cubicBezTo>
                    <a:cubicBezTo>
                      <a:pt x="3" y="25"/>
                      <a:pt x="0" y="17"/>
                      <a:pt x="3" y="10"/>
                    </a:cubicBezTo>
                    <a:cubicBezTo>
                      <a:pt x="6" y="3"/>
                      <a:pt x="14" y="0"/>
                      <a:pt x="21" y="3"/>
                    </a:cubicBez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40" name="Freeform 202"/>
              <p:cNvSpPr>
                <a:spLocks/>
              </p:cNvSpPr>
              <p:nvPr/>
            </p:nvSpPr>
            <p:spPr bwMode="auto">
              <a:xfrm>
                <a:off x="4189" y="967"/>
                <a:ext cx="24" cy="24"/>
              </a:xfrm>
              <a:custGeom>
                <a:avLst/>
                <a:gdLst>
                  <a:gd name="T0" fmla="*/ 14 w 21"/>
                  <a:gd name="T1" fmla="*/ 2 h 22"/>
                  <a:gd name="T2" fmla="*/ 19 w 21"/>
                  <a:gd name="T3" fmla="*/ 15 h 22"/>
                  <a:gd name="T4" fmla="*/ 7 w 21"/>
                  <a:gd name="T5" fmla="*/ 20 h 22"/>
                  <a:gd name="T6" fmla="*/ 2 w 21"/>
                  <a:gd name="T7" fmla="*/ 8 h 22"/>
                  <a:gd name="T8" fmla="*/ 14 w 21"/>
                  <a:gd name="T9" fmla="*/ 2 h 22"/>
                </a:gdLst>
                <a:ahLst/>
                <a:cxnLst>
                  <a:cxn ang="0">
                    <a:pos x="T0" y="T1"/>
                  </a:cxn>
                  <a:cxn ang="0">
                    <a:pos x="T2" y="T3"/>
                  </a:cxn>
                  <a:cxn ang="0">
                    <a:pos x="T4" y="T5"/>
                  </a:cxn>
                  <a:cxn ang="0">
                    <a:pos x="T6" y="T7"/>
                  </a:cxn>
                  <a:cxn ang="0">
                    <a:pos x="T8" y="T9"/>
                  </a:cxn>
                </a:cxnLst>
                <a:rect l="0" t="0" r="r" b="b"/>
                <a:pathLst>
                  <a:path w="21" h="22">
                    <a:moveTo>
                      <a:pt x="14" y="2"/>
                    </a:moveTo>
                    <a:cubicBezTo>
                      <a:pt x="19" y="4"/>
                      <a:pt x="21" y="10"/>
                      <a:pt x="19" y="15"/>
                    </a:cubicBezTo>
                    <a:cubicBezTo>
                      <a:pt x="17" y="20"/>
                      <a:pt x="12" y="22"/>
                      <a:pt x="7" y="20"/>
                    </a:cubicBezTo>
                    <a:cubicBezTo>
                      <a:pt x="2" y="18"/>
                      <a:pt x="0" y="12"/>
                      <a:pt x="2" y="8"/>
                    </a:cubicBezTo>
                    <a:cubicBezTo>
                      <a:pt x="4" y="3"/>
                      <a:pt x="9" y="0"/>
                      <a:pt x="14"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41" name="Freeform 203"/>
              <p:cNvSpPr>
                <a:spLocks/>
              </p:cNvSpPr>
              <p:nvPr/>
            </p:nvSpPr>
            <p:spPr bwMode="auto">
              <a:xfrm>
                <a:off x="3117" y="671"/>
                <a:ext cx="299" cy="215"/>
              </a:xfrm>
              <a:custGeom>
                <a:avLst/>
                <a:gdLst>
                  <a:gd name="T0" fmla="*/ 299 w 299"/>
                  <a:gd name="T1" fmla="*/ 107 h 215"/>
                  <a:gd name="T2" fmla="*/ 149 w 299"/>
                  <a:gd name="T3" fmla="*/ 215 h 215"/>
                  <a:gd name="T4" fmla="*/ 0 w 299"/>
                  <a:gd name="T5" fmla="*/ 107 h 215"/>
                  <a:gd name="T6" fmla="*/ 149 w 299"/>
                  <a:gd name="T7" fmla="*/ 0 h 215"/>
                  <a:gd name="T8" fmla="*/ 299 w 299"/>
                  <a:gd name="T9" fmla="*/ 107 h 215"/>
                </a:gdLst>
                <a:ahLst/>
                <a:cxnLst>
                  <a:cxn ang="0">
                    <a:pos x="T0" y="T1"/>
                  </a:cxn>
                  <a:cxn ang="0">
                    <a:pos x="T2" y="T3"/>
                  </a:cxn>
                  <a:cxn ang="0">
                    <a:pos x="T4" y="T5"/>
                  </a:cxn>
                  <a:cxn ang="0">
                    <a:pos x="T6" y="T7"/>
                  </a:cxn>
                  <a:cxn ang="0">
                    <a:pos x="T8" y="T9"/>
                  </a:cxn>
                </a:cxnLst>
                <a:rect l="0" t="0" r="r" b="b"/>
                <a:pathLst>
                  <a:path w="299" h="215">
                    <a:moveTo>
                      <a:pt x="299" y="107"/>
                    </a:moveTo>
                    <a:lnTo>
                      <a:pt x="149" y="215"/>
                    </a:lnTo>
                    <a:lnTo>
                      <a:pt x="0" y="107"/>
                    </a:lnTo>
                    <a:lnTo>
                      <a:pt x="149" y="0"/>
                    </a:lnTo>
                    <a:lnTo>
                      <a:pt x="299" y="107"/>
                    </a:lnTo>
                    <a:close/>
                  </a:path>
                </a:pathLst>
              </a:custGeom>
              <a:solidFill>
                <a:srgbClr val="DB9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42" name="Rectangle 204"/>
              <p:cNvSpPr>
                <a:spLocks noChangeArrowheads="1"/>
              </p:cNvSpPr>
              <p:nvPr/>
            </p:nvSpPr>
            <p:spPr bwMode="auto">
              <a:xfrm>
                <a:off x="3158" y="690"/>
                <a:ext cx="216" cy="264"/>
              </a:xfrm>
              <a:prstGeom prst="rect">
                <a:avLst/>
              </a:prstGeom>
              <a:solidFill>
                <a:srgbClr val="FFFDF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3" name="Oval 5"/>
              <p:cNvSpPr>
                <a:spLocks noChangeArrowheads="1"/>
              </p:cNvSpPr>
              <p:nvPr/>
            </p:nvSpPr>
            <p:spPr bwMode="auto">
              <a:xfrm>
                <a:off x="2895" y="1352"/>
                <a:ext cx="1731" cy="1730"/>
              </a:xfrm>
              <a:prstGeom prst="ellips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89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7" name="Rectangle 206"/>
            <p:cNvSpPr>
              <a:spLocks noChangeArrowheads="1"/>
            </p:cNvSpPr>
            <p:nvPr/>
          </p:nvSpPr>
          <p:spPr bwMode="auto">
            <a:xfrm>
              <a:off x="3191" y="726"/>
              <a:ext cx="63" cy="12"/>
            </a:xfrm>
            <a:prstGeom prst="rect">
              <a:avLst/>
            </a:prstGeom>
            <a:solidFill>
              <a:srgbClr val="FFDE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 name="Rectangle 207"/>
            <p:cNvSpPr>
              <a:spLocks noChangeArrowheads="1"/>
            </p:cNvSpPr>
            <p:nvPr/>
          </p:nvSpPr>
          <p:spPr bwMode="auto">
            <a:xfrm>
              <a:off x="3191" y="750"/>
              <a:ext cx="151" cy="12"/>
            </a:xfrm>
            <a:prstGeom prst="rect">
              <a:avLst/>
            </a:prstGeom>
            <a:solidFill>
              <a:srgbClr val="FFDE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 name="Rectangle 208"/>
            <p:cNvSpPr>
              <a:spLocks noChangeArrowheads="1"/>
            </p:cNvSpPr>
            <p:nvPr/>
          </p:nvSpPr>
          <p:spPr bwMode="auto">
            <a:xfrm>
              <a:off x="3191" y="774"/>
              <a:ext cx="151" cy="12"/>
            </a:xfrm>
            <a:prstGeom prst="rect">
              <a:avLst/>
            </a:prstGeom>
            <a:solidFill>
              <a:srgbClr val="FFDE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 name="Rectangle 209"/>
            <p:cNvSpPr>
              <a:spLocks noChangeArrowheads="1"/>
            </p:cNvSpPr>
            <p:nvPr/>
          </p:nvSpPr>
          <p:spPr bwMode="auto">
            <a:xfrm>
              <a:off x="3191" y="797"/>
              <a:ext cx="151" cy="12"/>
            </a:xfrm>
            <a:prstGeom prst="rect">
              <a:avLst/>
            </a:prstGeom>
            <a:solidFill>
              <a:srgbClr val="FFDE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 name="Rectangle 210"/>
            <p:cNvSpPr>
              <a:spLocks noChangeArrowheads="1"/>
            </p:cNvSpPr>
            <p:nvPr/>
          </p:nvSpPr>
          <p:spPr bwMode="auto">
            <a:xfrm>
              <a:off x="3191" y="819"/>
              <a:ext cx="151" cy="14"/>
            </a:xfrm>
            <a:prstGeom prst="rect">
              <a:avLst/>
            </a:prstGeom>
            <a:solidFill>
              <a:srgbClr val="FFDE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 name="Rectangle 211"/>
            <p:cNvSpPr>
              <a:spLocks noChangeArrowheads="1"/>
            </p:cNvSpPr>
            <p:nvPr/>
          </p:nvSpPr>
          <p:spPr bwMode="auto">
            <a:xfrm>
              <a:off x="3191" y="843"/>
              <a:ext cx="151" cy="13"/>
            </a:xfrm>
            <a:prstGeom prst="rect">
              <a:avLst/>
            </a:prstGeom>
            <a:solidFill>
              <a:srgbClr val="FFDE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 name="Rectangle 212"/>
            <p:cNvSpPr>
              <a:spLocks noChangeArrowheads="1"/>
            </p:cNvSpPr>
            <p:nvPr/>
          </p:nvSpPr>
          <p:spPr bwMode="auto">
            <a:xfrm>
              <a:off x="3191" y="866"/>
              <a:ext cx="151" cy="13"/>
            </a:xfrm>
            <a:prstGeom prst="rect">
              <a:avLst/>
            </a:prstGeom>
            <a:solidFill>
              <a:srgbClr val="FFDE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 name="Freeform 213"/>
            <p:cNvSpPr>
              <a:spLocks/>
            </p:cNvSpPr>
            <p:nvPr/>
          </p:nvSpPr>
          <p:spPr bwMode="auto">
            <a:xfrm>
              <a:off x="3117" y="778"/>
              <a:ext cx="299" cy="176"/>
            </a:xfrm>
            <a:custGeom>
              <a:avLst/>
              <a:gdLst>
                <a:gd name="T0" fmla="*/ 0 w 299"/>
                <a:gd name="T1" fmla="*/ 176 h 176"/>
                <a:gd name="T2" fmla="*/ 299 w 299"/>
                <a:gd name="T3" fmla="*/ 176 h 176"/>
                <a:gd name="T4" fmla="*/ 299 w 299"/>
                <a:gd name="T5" fmla="*/ 0 h 176"/>
                <a:gd name="T6" fmla="*/ 149 w 299"/>
                <a:gd name="T7" fmla="*/ 108 h 176"/>
                <a:gd name="T8" fmla="*/ 0 w 299"/>
                <a:gd name="T9" fmla="*/ 0 h 176"/>
                <a:gd name="T10" fmla="*/ 0 w 299"/>
                <a:gd name="T11" fmla="*/ 176 h 176"/>
              </a:gdLst>
              <a:ahLst/>
              <a:cxnLst>
                <a:cxn ang="0">
                  <a:pos x="T0" y="T1"/>
                </a:cxn>
                <a:cxn ang="0">
                  <a:pos x="T2" y="T3"/>
                </a:cxn>
                <a:cxn ang="0">
                  <a:pos x="T4" y="T5"/>
                </a:cxn>
                <a:cxn ang="0">
                  <a:pos x="T6" y="T7"/>
                </a:cxn>
                <a:cxn ang="0">
                  <a:pos x="T8" y="T9"/>
                </a:cxn>
                <a:cxn ang="0">
                  <a:pos x="T10" y="T11"/>
                </a:cxn>
              </a:cxnLst>
              <a:rect l="0" t="0" r="r" b="b"/>
              <a:pathLst>
                <a:path w="299" h="176">
                  <a:moveTo>
                    <a:pt x="0" y="176"/>
                  </a:moveTo>
                  <a:lnTo>
                    <a:pt x="299" y="176"/>
                  </a:lnTo>
                  <a:lnTo>
                    <a:pt x="299" y="0"/>
                  </a:lnTo>
                  <a:lnTo>
                    <a:pt x="149" y="108"/>
                  </a:lnTo>
                  <a:lnTo>
                    <a:pt x="0" y="0"/>
                  </a:lnTo>
                  <a:lnTo>
                    <a:pt x="0" y="176"/>
                  </a:ln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 name="Freeform 214"/>
            <p:cNvSpPr>
              <a:spLocks/>
            </p:cNvSpPr>
            <p:nvPr/>
          </p:nvSpPr>
          <p:spPr bwMode="auto">
            <a:xfrm>
              <a:off x="3117" y="866"/>
              <a:ext cx="299" cy="88"/>
            </a:xfrm>
            <a:custGeom>
              <a:avLst/>
              <a:gdLst>
                <a:gd name="T0" fmla="*/ 0 w 299"/>
                <a:gd name="T1" fmla="*/ 88 h 88"/>
                <a:gd name="T2" fmla="*/ 299 w 299"/>
                <a:gd name="T3" fmla="*/ 88 h 88"/>
                <a:gd name="T4" fmla="*/ 177 w 299"/>
                <a:gd name="T5" fmla="*/ 0 h 88"/>
                <a:gd name="T6" fmla="*/ 122 w 299"/>
                <a:gd name="T7" fmla="*/ 0 h 88"/>
                <a:gd name="T8" fmla="*/ 122 w 299"/>
                <a:gd name="T9" fmla="*/ 0 h 88"/>
                <a:gd name="T10" fmla="*/ 0 w 299"/>
                <a:gd name="T11" fmla="*/ 88 h 88"/>
              </a:gdLst>
              <a:ahLst/>
              <a:cxnLst>
                <a:cxn ang="0">
                  <a:pos x="T0" y="T1"/>
                </a:cxn>
                <a:cxn ang="0">
                  <a:pos x="T2" y="T3"/>
                </a:cxn>
                <a:cxn ang="0">
                  <a:pos x="T4" y="T5"/>
                </a:cxn>
                <a:cxn ang="0">
                  <a:pos x="T6" y="T7"/>
                </a:cxn>
                <a:cxn ang="0">
                  <a:pos x="T8" y="T9"/>
                </a:cxn>
                <a:cxn ang="0">
                  <a:pos x="T10" y="T11"/>
                </a:cxn>
              </a:cxnLst>
              <a:rect l="0" t="0" r="r" b="b"/>
              <a:pathLst>
                <a:path w="299" h="88">
                  <a:moveTo>
                    <a:pt x="0" y="88"/>
                  </a:moveTo>
                  <a:lnTo>
                    <a:pt x="299" y="88"/>
                  </a:lnTo>
                  <a:lnTo>
                    <a:pt x="177" y="0"/>
                  </a:lnTo>
                  <a:lnTo>
                    <a:pt x="122" y="0"/>
                  </a:lnTo>
                  <a:lnTo>
                    <a:pt x="122" y="0"/>
                  </a:lnTo>
                  <a:lnTo>
                    <a:pt x="0" y="88"/>
                  </a:lnTo>
                  <a:close/>
                </a:path>
              </a:pathLst>
            </a:custGeom>
            <a:solidFill>
              <a:srgbClr val="FFCD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 name="Freeform 215"/>
            <p:cNvSpPr>
              <a:spLocks/>
            </p:cNvSpPr>
            <p:nvPr/>
          </p:nvSpPr>
          <p:spPr bwMode="auto">
            <a:xfrm>
              <a:off x="3640" y="3609"/>
              <a:ext cx="194" cy="210"/>
            </a:xfrm>
            <a:custGeom>
              <a:avLst/>
              <a:gdLst>
                <a:gd name="T0" fmla="*/ 118 w 174"/>
                <a:gd name="T1" fmla="*/ 106 h 188"/>
                <a:gd name="T2" fmla="*/ 114 w 174"/>
                <a:gd name="T3" fmla="*/ 103 h 188"/>
                <a:gd name="T4" fmla="*/ 110 w 174"/>
                <a:gd name="T5" fmla="*/ 107 h 188"/>
                <a:gd name="T6" fmla="*/ 110 w 174"/>
                <a:gd name="T7" fmla="*/ 109 h 188"/>
                <a:gd name="T8" fmla="*/ 105 w 174"/>
                <a:gd name="T9" fmla="*/ 122 h 188"/>
                <a:gd name="T10" fmla="*/ 91 w 174"/>
                <a:gd name="T11" fmla="*/ 128 h 188"/>
                <a:gd name="T12" fmla="*/ 89 w 174"/>
                <a:gd name="T13" fmla="*/ 128 h 188"/>
                <a:gd name="T14" fmla="*/ 72 w 174"/>
                <a:gd name="T15" fmla="*/ 122 h 188"/>
                <a:gd name="T16" fmla="*/ 64 w 174"/>
                <a:gd name="T17" fmla="*/ 106 h 188"/>
                <a:gd name="T18" fmla="*/ 63 w 174"/>
                <a:gd name="T19" fmla="*/ 103 h 188"/>
                <a:gd name="T20" fmla="*/ 75 w 174"/>
                <a:gd name="T21" fmla="*/ 74 h 188"/>
                <a:gd name="T22" fmla="*/ 105 w 174"/>
                <a:gd name="T23" fmla="*/ 60 h 188"/>
                <a:gd name="T24" fmla="*/ 110 w 174"/>
                <a:gd name="T25" fmla="*/ 60 h 188"/>
                <a:gd name="T26" fmla="*/ 147 w 174"/>
                <a:gd name="T27" fmla="*/ 74 h 188"/>
                <a:gd name="T28" fmla="*/ 165 w 174"/>
                <a:gd name="T29" fmla="*/ 107 h 188"/>
                <a:gd name="T30" fmla="*/ 165 w 174"/>
                <a:gd name="T31" fmla="*/ 113 h 188"/>
                <a:gd name="T32" fmla="*/ 147 w 174"/>
                <a:gd name="T33" fmla="*/ 158 h 188"/>
                <a:gd name="T34" fmla="*/ 101 w 174"/>
                <a:gd name="T35" fmla="*/ 179 h 188"/>
                <a:gd name="T36" fmla="*/ 93 w 174"/>
                <a:gd name="T37" fmla="*/ 180 h 188"/>
                <a:gd name="T38" fmla="*/ 36 w 174"/>
                <a:gd name="T39" fmla="*/ 158 h 188"/>
                <a:gd name="T40" fmla="*/ 9 w 174"/>
                <a:gd name="T41" fmla="*/ 106 h 188"/>
                <a:gd name="T42" fmla="*/ 8 w 174"/>
                <a:gd name="T43" fmla="*/ 98 h 188"/>
                <a:gd name="T44" fmla="*/ 33 w 174"/>
                <a:gd name="T45" fmla="*/ 38 h 188"/>
                <a:gd name="T46" fmla="*/ 95 w 174"/>
                <a:gd name="T47" fmla="*/ 9 h 188"/>
                <a:gd name="T48" fmla="*/ 105 w 174"/>
                <a:gd name="T49" fmla="*/ 8 h 188"/>
                <a:gd name="T50" fmla="*/ 109 w 174"/>
                <a:gd name="T51" fmla="*/ 4 h 188"/>
                <a:gd name="T52" fmla="*/ 105 w 174"/>
                <a:gd name="T53" fmla="*/ 0 h 188"/>
                <a:gd name="T54" fmla="*/ 95 w 174"/>
                <a:gd name="T55" fmla="*/ 0 h 188"/>
                <a:gd name="T56" fmla="*/ 27 w 174"/>
                <a:gd name="T57" fmla="*/ 32 h 188"/>
                <a:gd name="T58" fmla="*/ 0 w 174"/>
                <a:gd name="T59" fmla="*/ 98 h 188"/>
                <a:gd name="T60" fmla="*/ 0 w 174"/>
                <a:gd name="T61" fmla="*/ 107 h 188"/>
                <a:gd name="T62" fmla="*/ 30 w 174"/>
                <a:gd name="T63" fmla="*/ 165 h 188"/>
                <a:gd name="T64" fmla="*/ 93 w 174"/>
                <a:gd name="T65" fmla="*/ 188 h 188"/>
                <a:gd name="T66" fmla="*/ 101 w 174"/>
                <a:gd name="T67" fmla="*/ 188 h 188"/>
                <a:gd name="T68" fmla="*/ 153 w 174"/>
                <a:gd name="T69" fmla="*/ 164 h 188"/>
                <a:gd name="T70" fmla="*/ 174 w 174"/>
                <a:gd name="T71" fmla="*/ 113 h 188"/>
                <a:gd name="T72" fmla="*/ 173 w 174"/>
                <a:gd name="T73" fmla="*/ 106 h 188"/>
                <a:gd name="T74" fmla="*/ 153 w 174"/>
                <a:gd name="T75" fmla="*/ 67 h 188"/>
                <a:gd name="T76" fmla="*/ 110 w 174"/>
                <a:gd name="T77" fmla="*/ 51 h 188"/>
                <a:gd name="T78" fmla="*/ 104 w 174"/>
                <a:gd name="T79" fmla="*/ 51 h 188"/>
                <a:gd name="T80" fmla="*/ 69 w 174"/>
                <a:gd name="T81" fmla="*/ 68 h 188"/>
                <a:gd name="T82" fmla="*/ 55 w 174"/>
                <a:gd name="T83" fmla="*/ 103 h 188"/>
                <a:gd name="T84" fmla="*/ 55 w 174"/>
                <a:gd name="T85" fmla="*/ 107 h 188"/>
                <a:gd name="T86" fmla="*/ 66 w 174"/>
                <a:gd name="T87" fmla="*/ 128 h 188"/>
                <a:gd name="T88" fmla="*/ 89 w 174"/>
                <a:gd name="T89" fmla="*/ 137 h 188"/>
                <a:gd name="T90" fmla="*/ 92 w 174"/>
                <a:gd name="T91" fmla="*/ 137 h 188"/>
                <a:gd name="T92" fmla="*/ 111 w 174"/>
                <a:gd name="T93" fmla="*/ 128 h 188"/>
                <a:gd name="T94" fmla="*/ 119 w 174"/>
                <a:gd name="T95" fmla="*/ 109 h 188"/>
                <a:gd name="T96" fmla="*/ 118 w 174"/>
                <a:gd name="T97" fmla="*/ 106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4" h="188">
                  <a:moveTo>
                    <a:pt x="118" y="106"/>
                  </a:moveTo>
                  <a:cubicBezTo>
                    <a:pt x="118" y="104"/>
                    <a:pt x="116" y="102"/>
                    <a:pt x="114" y="103"/>
                  </a:cubicBezTo>
                  <a:cubicBezTo>
                    <a:pt x="111" y="103"/>
                    <a:pt x="110" y="105"/>
                    <a:pt x="110" y="107"/>
                  </a:cubicBezTo>
                  <a:cubicBezTo>
                    <a:pt x="110" y="108"/>
                    <a:pt x="110" y="108"/>
                    <a:pt x="110" y="109"/>
                  </a:cubicBezTo>
                  <a:cubicBezTo>
                    <a:pt x="110" y="114"/>
                    <a:pt x="108" y="119"/>
                    <a:pt x="105" y="122"/>
                  </a:cubicBezTo>
                  <a:cubicBezTo>
                    <a:pt x="101" y="125"/>
                    <a:pt x="97" y="128"/>
                    <a:pt x="91" y="128"/>
                  </a:cubicBezTo>
                  <a:cubicBezTo>
                    <a:pt x="90" y="128"/>
                    <a:pt x="90" y="128"/>
                    <a:pt x="89" y="128"/>
                  </a:cubicBezTo>
                  <a:cubicBezTo>
                    <a:pt x="82" y="128"/>
                    <a:pt x="76" y="126"/>
                    <a:pt x="72" y="122"/>
                  </a:cubicBezTo>
                  <a:cubicBezTo>
                    <a:pt x="67" y="118"/>
                    <a:pt x="64" y="112"/>
                    <a:pt x="64" y="106"/>
                  </a:cubicBezTo>
                  <a:cubicBezTo>
                    <a:pt x="63" y="105"/>
                    <a:pt x="63" y="104"/>
                    <a:pt x="63" y="103"/>
                  </a:cubicBezTo>
                  <a:cubicBezTo>
                    <a:pt x="63" y="91"/>
                    <a:pt x="68" y="81"/>
                    <a:pt x="75" y="74"/>
                  </a:cubicBezTo>
                  <a:cubicBezTo>
                    <a:pt x="82" y="66"/>
                    <a:pt x="93" y="61"/>
                    <a:pt x="105" y="60"/>
                  </a:cubicBezTo>
                  <a:cubicBezTo>
                    <a:pt x="106" y="60"/>
                    <a:pt x="108" y="60"/>
                    <a:pt x="110" y="60"/>
                  </a:cubicBezTo>
                  <a:cubicBezTo>
                    <a:pt x="124" y="60"/>
                    <a:pt x="137" y="65"/>
                    <a:pt x="147" y="74"/>
                  </a:cubicBezTo>
                  <a:cubicBezTo>
                    <a:pt x="157" y="82"/>
                    <a:pt x="164" y="94"/>
                    <a:pt x="165" y="107"/>
                  </a:cubicBezTo>
                  <a:cubicBezTo>
                    <a:pt x="165" y="109"/>
                    <a:pt x="165" y="111"/>
                    <a:pt x="165" y="113"/>
                  </a:cubicBezTo>
                  <a:cubicBezTo>
                    <a:pt x="165" y="131"/>
                    <a:pt x="158" y="146"/>
                    <a:pt x="147" y="158"/>
                  </a:cubicBezTo>
                  <a:cubicBezTo>
                    <a:pt x="135" y="170"/>
                    <a:pt x="119" y="178"/>
                    <a:pt x="101" y="179"/>
                  </a:cubicBezTo>
                  <a:cubicBezTo>
                    <a:pt x="98" y="179"/>
                    <a:pt x="96" y="180"/>
                    <a:pt x="93" y="180"/>
                  </a:cubicBezTo>
                  <a:cubicBezTo>
                    <a:pt x="72" y="180"/>
                    <a:pt x="51" y="171"/>
                    <a:pt x="36" y="158"/>
                  </a:cubicBezTo>
                  <a:cubicBezTo>
                    <a:pt x="21" y="145"/>
                    <a:pt x="10" y="127"/>
                    <a:pt x="9" y="106"/>
                  </a:cubicBezTo>
                  <a:cubicBezTo>
                    <a:pt x="8" y="104"/>
                    <a:pt x="8" y="101"/>
                    <a:pt x="8" y="98"/>
                  </a:cubicBezTo>
                  <a:cubicBezTo>
                    <a:pt x="8" y="75"/>
                    <a:pt x="17" y="53"/>
                    <a:pt x="33" y="38"/>
                  </a:cubicBezTo>
                  <a:cubicBezTo>
                    <a:pt x="48" y="22"/>
                    <a:pt x="70" y="11"/>
                    <a:pt x="95" y="9"/>
                  </a:cubicBezTo>
                  <a:cubicBezTo>
                    <a:pt x="99" y="9"/>
                    <a:pt x="102" y="8"/>
                    <a:pt x="105" y="8"/>
                  </a:cubicBezTo>
                  <a:cubicBezTo>
                    <a:pt x="108" y="8"/>
                    <a:pt x="109" y="7"/>
                    <a:pt x="109" y="4"/>
                  </a:cubicBezTo>
                  <a:cubicBezTo>
                    <a:pt x="109" y="2"/>
                    <a:pt x="108" y="0"/>
                    <a:pt x="105" y="0"/>
                  </a:cubicBezTo>
                  <a:cubicBezTo>
                    <a:pt x="102" y="0"/>
                    <a:pt x="98" y="0"/>
                    <a:pt x="95" y="0"/>
                  </a:cubicBezTo>
                  <a:cubicBezTo>
                    <a:pt x="67" y="3"/>
                    <a:pt x="44" y="14"/>
                    <a:pt x="27" y="32"/>
                  </a:cubicBezTo>
                  <a:cubicBezTo>
                    <a:pt x="10" y="49"/>
                    <a:pt x="0" y="72"/>
                    <a:pt x="0" y="98"/>
                  </a:cubicBezTo>
                  <a:cubicBezTo>
                    <a:pt x="0" y="101"/>
                    <a:pt x="0" y="104"/>
                    <a:pt x="0" y="107"/>
                  </a:cubicBezTo>
                  <a:cubicBezTo>
                    <a:pt x="2" y="130"/>
                    <a:pt x="14" y="150"/>
                    <a:pt x="30" y="165"/>
                  </a:cubicBezTo>
                  <a:cubicBezTo>
                    <a:pt x="47" y="179"/>
                    <a:pt x="70" y="188"/>
                    <a:pt x="93" y="188"/>
                  </a:cubicBezTo>
                  <a:cubicBezTo>
                    <a:pt x="96" y="188"/>
                    <a:pt x="99" y="188"/>
                    <a:pt x="101" y="188"/>
                  </a:cubicBezTo>
                  <a:cubicBezTo>
                    <a:pt x="122" y="186"/>
                    <a:pt x="140" y="177"/>
                    <a:pt x="153" y="164"/>
                  </a:cubicBezTo>
                  <a:cubicBezTo>
                    <a:pt x="166" y="151"/>
                    <a:pt x="174" y="133"/>
                    <a:pt x="174" y="113"/>
                  </a:cubicBezTo>
                  <a:cubicBezTo>
                    <a:pt x="174" y="111"/>
                    <a:pt x="173" y="109"/>
                    <a:pt x="173" y="106"/>
                  </a:cubicBezTo>
                  <a:cubicBezTo>
                    <a:pt x="172" y="91"/>
                    <a:pt x="164" y="77"/>
                    <a:pt x="153" y="67"/>
                  </a:cubicBezTo>
                  <a:cubicBezTo>
                    <a:pt x="141" y="57"/>
                    <a:pt x="126" y="51"/>
                    <a:pt x="110" y="51"/>
                  </a:cubicBezTo>
                  <a:cubicBezTo>
                    <a:pt x="108" y="51"/>
                    <a:pt x="106" y="51"/>
                    <a:pt x="104" y="51"/>
                  </a:cubicBezTo>
                  <a:cubicBezTo>
                    <a:pt x="90" y="53"/>
                    <a:pt x="78" y="59"/>
                    <a:pt x="69" y="68"/>
                  </a:cubicBezTo>
                  <a:cubicBezTo>
                    <a:pt x="60" y="77"/>
                    <a:pt x="55" y="89"/>
                    <a:pt x="55" y="103"/>
                  </a:cubicBezTo>
                  <a:cubicBezTo>
                    <a:pt x="55" y="104"/>
                    <a:pt x="55" y="106"/>
                    <a:pt x="55" y="107"/>
                  </a:cubicBezTo>
                  <a:cubicBezTo>
                    <a:pt x="56" y="115"/>
                    <a:pt x="60" y="123"/>
                    <a:pt x="66" y="128"/>
                  </a:cubicBezTo>
                  <a:cubicBezTo>
                    <a:pt x="72" y="134"/>
                    <a:pt x="80" y="137"/>
                    <a:pt x="89" y="137"/>
                  </a:cubicBezTo>
                  <a:cubicBezTo>
                    <a:pt x="90" y="137"/>
                    <a:pt x="91" y="137"/>
                    <a:pt x="92" y="137"/>
                  </a:cubicBezTo>
                  <a:cubicBezTo>
                    <a:pt x="99" y="136"/>
                    <a:pt x="106" y="133"/>
                    <a:pt x="111" y="128"/>
                  </a:cubicBezTo>
                  <a:cubicBezTo>
                    <a:pt x="116" y="123"/>
                    <a:pt x="119" y="116"/>
                    <a:pt x="119" y="109"/>
                  </a:cubicBezTo>
                  <a:cubicBezTo>
                    <a:pt x="119" y="108"/>
                    <a:pt x="118" y="107"/>
                    <a:pt x="118" y="106"/>
                  </a:cubicBezTo>
                  <a:close/>
                </a:path>
              </a:pathLst>
            </a:custGeom>
            <a:solidFill>
              <a:srgbClr val="589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 name="Freeform 216"/>
            <p:cNvSpPr>
              <a:spLocks/>
            </p:cNvSpPr>
            <p:nvPr/>
          </p:nvSpPr>
          <p:spPr bwMode="auto">
            <a:xfrm>
              <a:off x="3643" y="3644"/>
              <a:ext cx="30" cy="30"/>
            </a:xfrm>
            <a:custGeom>
              <a:avLst/>
              <a:gdLst>
                <a:gd name="T0" fmla="*/ 19 w 27"/>
                <a:gd name="T1" fmla="*/ 3 h 27"/>
                <a:gd name="T2" fmla="*/ 3 w 27"/>
                <a:gd name="T3" fmla="*/ 8 h 27"/>
                <a:gd name="T4" fmla="*/ 8 w 27"/>
                <a:gd name="T5" fmla="*/ 24 h 27"/>
                <a:gd name="T6" fmla="*/ 24 w 27"/>
                <a:gd name="T7" fmla="*/ 19 h 27"/>
                <a:gd name="T8" fmla="*/ 19 w 27"/>
                <a:gd name="T9" fmla="*/ 3 h 27"/>
              </a:gdLst>
              <a:ahLst/>
              <a:cxnLst>
                <a:cxn ang="0">
                  <a:pos x="T0" y="T1"/>
                </a:cxn>
                <a:cxn ang="0">
                  <a:pos x="T2" y="T3"/>
                </a:cxn>
                <a:cxn ang="0">
                  <a:pos x="T4" y="T5"/>
                </a:cxn>
                <a:cxn ang="0">
                  <a:pos x="T6" y="T7"/>
                </a:cxn>
                <a:cxn ang="0">
                  <a:pos x="T8" y="T9"/>
                </a:cxn>
              </a:cxnLst>
              <a:rect l="0" t="0" r="r" b="b"/>
              <a:pathLst>
                <a:path w="27" h="27">
                  <a:moveTo>
                    <a:pt x="19" y="3"/>
                  </a:moveTo>
                  <a:cubicBezTo>
                    <a:pt x="13" y="0"/>
                    <a:pt x="6" y="2"/>
                    <a:pt x="3" y="8"/>
                  </a:cubicBezTo>
                  <a:cubicBezTo>
                    <a:pt x="0" y="14"/>
                    <a:pt x="2" y="21"/>
                    <a:pt x="8" y="24"/>
                  </a:cubicBezTo>
                  <a:cubicBezTo>
                    <a:pt x="13" y="27"/>
                    <a:pt x="21" y="25"/>
                    <a:pt x="24" y="19"/>
                  </a:cubicBezTo>
                  <a:cubicBezTo>
                    <a:pt x="27" y="13"/>
                    <a:pt x="24" y="6"/>
                    <a:pt x="19" y="3"/>
                  </a:cubicBez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 name="Freeform 217"/>
            <p:cNvSpPr>
              <a:spLocks/>
            </p:cNvSpPr>
            <p:nvPr/>
          </p:nvSpPr>
          <p:spPr bwMode="auto">
            <a:xfrm>
              <a:off x="3615" y="3583"/>
              <a:ext cx="85" cy="153"/>
            </a:xfrm>
            <a:custGeom>
              <a:avLst/>
              <a:gdLst>
                <a:gd name="T0" fmla="*/ 80 w 85"/>
                <a:gd name="T1" fmla="*/ 0 h 153"/>
                <a:gd name="T2" fmla="*/ 0 w 85"/>
                <a:gd name="T3" fmla="*/ 149 h 153"/>
                <a:gd name="T4" fmla="*/ 6 w 85"/>
                <a:gd name="T5" fmla="*/ 153 h 153"/>
                <a:gd name="T6" fmla="*/ 85 w 85"/>
                <a:gd name="T7" fmla="*/ 3 h 153"/>
                <a:gd name="T8" fmla="*/ 80 w 85"/>
                <a:gd name="T9" fmla="*/ 0 h 153"/>
              </a:gdLst>
              <a:ahLst/>
              <a:cxnLst>
                <a:cxn ang="0">
                  <a:pos x="T0" y="T1"/>
                </a:cxn>
                <a:cxn ang="0">
                  <a:pos x="T2" y="T3"/>
                </a:cxn>
                <a:cxn ang="0">
                  <a:pos x="T4" y="T5"/>
                </a:cxn>
                <a:cxn ang="0">
                  <a:pos x="T6" y="T7"/>
                </a:cxn>
                <a:cxn ang="0">
                  <a:pos x="T8" y="T9"/>
                </a:cxn>
              </a:cxnLst>
              <a:rect l="0" t="0" r="r" b="b"/>
              <a:pathLst>
                <a:path w="85" h="153">
                  <a:moveTo>
                    <a:pt x="80" y="0"/>
                  </a:moveTo>
                  <a:lnTo>
                    <a:pt x="0" y="149"/>
                  </a:lnTo>
                  <a:lnTo>
                    <a:pt x="6" y="153"/>
                  </a:lnTo>
                  <a:lnTo>
                    <a:pt x="85" y="3"/>
                  </a:lnTo>
                  <a:lnTo>
                    <a:pt x="80" y="0"/>
                  </a:ln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 name="Freeform 218"/>
            <p:cNvSpPr>
              <a:spLocks/>
            </p:cNvSpPr>
            <p:nvPr/>
          </p:nvSpPr>
          <p:spPr bwMode="auto">
            <a:xfrm>
              <a:off x="3682" y="3569"/>
              <a:ext cx="31" cy="30"/>
            </a:xfrm>
            <a:custGeom>
              <a:avLst/>
              <a:gdLst>
                <a:gd name="T0" fmla="*/ 19 w 27"/>
                <a:gd name="T1" fmla="*/ 3 h 27"/>
                <a:gd name="T2" fmla="*/ 3 w 27"/>
                <a:gd name="T3" fmla="*/ 8 h 27"/>
                <a:gd name="T4" fmla="*/ 8 w 27"/>
                <a:gd name="T5" fmla="*/ 24 h 27"/>
                <a:gd name="T6" fmla="*/ 24 w 27"/>
                <a:gd name="T7" fmla="*/ 19 h 27"/>
                <a:gd name="T8" fmla="*/ 19 w 27"/>
                <a:gd name="T9" fmla="*/ 3 h 27"/>
              </a:gdLst>
              <a:ahLst/>
              <a:cxnLst>
                <a:cxn ang="0">
                  <a:pos x="T0" y="T1"/>
                </a:cxn>
                <a:cxn ang="0">
                  <a:pos x="T2" y="T3"/>
                </a:cxn>
                <a:cxn ang="0">
                  <a:pos x="T4" y="T5"/>
                </a:cxn>
                <a:cxn ang="0">
                  <a:pos x="T6" y="T7"/>
                </a:cxn>
                <a:cxn ang="0">
                  <a:pos x="T8" y="T9"/>
                </a:cxn>
              </a:cxnLst>
              <a:rect l="0" t="0" r="r" b="b"/>
              <a:pathLst>
                <a:path w="27" h="27">
                  <a:moveTo>
                    <a:pt x="19" y="3"/>
                  </a:moveTo>
                  <a:cubicBezTo>
                    <a:pt x="14" y="0"/>
                    <a:pt x="6" y="2"/>
                    <a:pt x="3" y="8"/>
                  </a:cubicBezTo>
                  <a:cubicBezTo>
                    <a:pt x="0" y="14"/>
                    <a:pt x="3" y="21"/>
                    <a:pt x="8" y="24"/>
                  </a:cubicBezTo>
                  <a:cubicBezTo>
                    <a:pt x="14" y="27"/>
                    <a:pt x="21" y="25"/>
                    <a:pt x="24" y="19"/>
                  </a:cubicBezTo>
                  <a:cubicBezTo>
                    <a:pt x="27" y="13"/>
                    <a:pt x="25" y="6"/>
                    <a:pt x="19" y="3"/>
                  </a:cubicBez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 name="Freeform 219"/>
            <p:cNvSpPr>
              <a:spLocks/>
            </p:cNvSpPr>
            <p:nvPr/>
          </p:nvSpPr>
          <p:spPr bwMode="auto">
            <a:xfrm>
              <a:off x="3603" y="3719"/>
              <a:ext cx="30" cy="30"/>
            </a:xfrm>
            <a:custGeom>
              <a:avLst/>
              <a:gdLst>
                <a:gd name="T0" fmla="*/ 19 w 27"/>
                <a:gd name="T1" fmla="*/ 3 h 27"/>
                <a:gd name="T2" fmla="*/ 3 w 27"/>
                <a:gd name="T3" fmla="*/ 8 h 27"/>
                <a:gd name="T4" fmla="*/ 8 w 27"/>
                <a:gd name="T5" fmla="*/ 24 h 27"/>
                <a:gd name="T6" fmla="*/ 24 w 27"/>
                <a:gd name="T7" fmla="*/ 19 h 27"/>
                <a:gd name="T8" fmla="*/ 19 w 27"/>
                <a:gd name="T9" fmla="*/ 3 h 27"/>
              </a:gdLst>
              <a:ahLst/>
              <a:cxnLst>
                <a:cxn ang="0">
                  <a:pos x="T0" y="T1"/>
                </a:cxn>
                <a:cxn ang="0">
                  <a:pos x="T2" y="T3"/>
                </a:cxn>
                <a:cxn ang="0">
                  <a:pos x="T4" y="T5"/>
                </a:cxn>
                <a:cxn ang="0">
                  <a:pos x="T6" y="T7"/>
                </a:cxn>
                <a:cxn ang="0">
                  <a:pos x="T8" y="T9"/>
                </a:cxn>
              </a:cxnLst>
              <a:rect l="0" t="0" r="r" b="b"/>
              <a:pathLst>
                <a:path w="27" h="27">
                  <a:moveTo>
                    <a:pt x="19" y="3"/>
                  </a:moveTo>
                  <a:cubicBezTo>
                    <a:pt x="13" y="0"/>
                    <a:pt x="6" y="3"/>
                    <a:pt x="3" y="8"/>
                  </a:cubicBezTo>
                  <a:cubicBezTo>
                    <a:pt x="0" y="14"/>
                    <a:pt x="2" y="21"/>
                    <a:pt x="8" y="24"/>
                  </a:cubicBezTo>
                  <a:cubicBezTo>
                    <a:pt x="14" y="27"/>
                    <a:pt x="21" y="25"/>
                    <a:pt x="24" y="19"/>
                  </a:cubicBezTo>
                  <a:cubicBezTo>
                    <a:pt x="27" y="14"/>
                    <a:pt x="25" y="6"/>
                    <a:pt x="19" y="3"/>
                  </a:cubicBez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 name="Freeform 220"/>
            <p:cNvSpPr>
              <a:spLocks/>
            </p:cNvSpPr>
            <p:nvPr/>
          </p:nvSpPr>
          <p:spPr bwMode="auto">
            <a:xfrm>
              <a:off x="3704" y="3788"/>
              <a:ext cx="43" cy="42"/>
            </a:xfrm>
            <a:custGeom>
              <a:avLst/>
              <a:gdLst>
                <a:gd name="T0" fmla="*/ 28 w 39"/>
                <a:gd name="T1" fmla="*/ 4 h 38"/>
                <a:gd name="T2" fmla="*/ 5 w 39"/>
                <a:gd name="T3" fmla="*/ 11 h 38"/>
                <a:gd name="T4" fmla="*/ 12 w 39"/>
                <a:gd name="T5" fmla="*/ 34 h 38"/>
                <a:gd name="T6" fmla="*/ 35 w 39"/>
                <a:gd name="T7" fmla="*/ 27 h 38"/>
                <a:gd name="T8" fmla="*/ 28 w 39"/>
                <a:gd name="T9" fmla="*/ 4 h 38"/>
              </a:gdLst>
              <a:ahLst/>
              <a:cxnLst>
                <a:cxn ang="0">
                  <a:pos x="T0" y="T1"/>
                </a:cxn>
                <a:cxn ang="0">
                  <a:pos x="T2" y="T3"/>
                </a:cxn>
                <a:cxn ang="0">
                  <a:pos x="T4" y="T5"/>
                </a:cxn>
                <a:cxn ang="0">
                  <a:pos x="T6" y="T7"/>
                </a:cxn>
                <a:cxn ang="0">
                  <a:pos x="T8" y="T9"/>
                </a:cxn>
              </a:cxnLst>
              <a:rect l="0" t="0" r="r" b="b"/>
              <a:pathLst>
                <a:path w="39" h="38">
                  <a:moveTo>
                    <a:pt x="28" y="4"/>
                  </a:moveTo>
                  <a:cubicBezTo>
                    <a:pt x="19" y="0"/>
                    <a:pt x="9" y="3"/>
                    <a:pt x="5" y="11"/>
                  </a:cubicBezTo>
                  <a:cubicBezTo>
                    <a:pt x="0" y="19"/>
                    <a:pt x="3" y="30"/>
                    <a:pt x="12" y="34"/>
                  </a:cubicBezTo>
                  <a:cubicBezTo>
                    <a:pt x="20" y="38"/>
                    <a:pt x="30" y="35"/>
                    <a:pt x="35" y="27"/>
                  </a:cubicBezTo>
                  <a:cubicBezTo>
                    <a:pt x="39" y="19"/>
                    <a:pt x="36" y="8"/>
                    <a:pt x="28" y="4"/>
                  </a:cubicBezTo>
                  <a:close/>
                </a:path>
              </a:pathLst>
            </a:custGeom>
            <a:solidFill>
              <a:srgbClr val="589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 name="Freeform 221"/>
            <p:cNvSpPr>
              <a:spLocks/>
            </p:cNvSpPr>
            <p:nvPr/>
          </p:nvSpPr>
          <p:spPr bwMode="auto">
            <a:xfrm>
              <a:off x="3710" y="3794"/>
              <a:ext cx="30" cy="31"/>
            </a:xfrm>
            <a:custGeom>
              <a:avLst/>
              <a:gdLst>
                <a:gd name="T0" fmla="*/ 19 w 27"/>
                <a:gd name="T1" fmla="*/ 3 h 28"/>
                <a:gd name="T2" fmla="*/ 3 w 27"/>
                <a:gd name="T3" fmla="*/ 8 h 28"/>
                <a:gd name="T4" fmla="*/ 8 w 27"/>
                <a:gd name="T5" fmla="*/ 25 h 28"/>
                <a:gd name="T6" fmla="*/ 24 w 27"/>
                <a:gd name="T7" fmla="*/ 20 h 28"/>
                <a:gd name="T8" fmla="*/ 19 w 27"/>
                <a:gd name="T9" fmla="*/ 3 h 28"/>
              </a:gdLst>
              <a:ahLst/>
              <a:cxnLst>
                <a:cxn ang="0">
                  <a:pos x="T0" y="T1"/>
                </a:cxn>
                <a:cxn ang="0">
                  <a:pos x="T2" y="T3"/>
                </a:cxn>
                <a:cxn ang="0">
                  <a:pos x="T4" y="T5"/>
                </a:cxn>
                <a:cxn ang="0">
                  <a:pos x="T6" y="T7"/>
                </a:cxn>
                <a:cxn ang="0">
                  <a:pos x="T8" y="T9"/>
                </a:cxn>
              </a:cxnLst>
              <a:rect l="0" t="0" r="r" b="b"/>
              <a:pathLst>
                <a:path w="27" h="28">
                  <a:moveTo>
                    <a:pt x="19" y="3"/>
                  </a:moveTo>
                  <a:cubicBezTo>
                    <a:pt x="13" y="0"/>
                    <a:pt x="6" y="2"/>
                    <a:pt x="3" y="8"/>
                  </a:cubicBezTo>
                  <a:cubicBezTo>
                    <a:pt x="0" y="14"/>
                    <a:pt x="2" y="22"/>
                    <a:pt x="8" y="25"/>
                  </a:cubicBezTo>
                  <a:cubicBezTo>
                    <a:pt x="14" y="28"/>
                    <a:pt x="21" y="26"/>
                    <a:pt x="24" y="20"/>
                  </a:cubicBezTo>
                  <a:cubicBezTo>
                    <a:pt x="27" y="14"/>
                    <a:pt x="25" y="6"/>
                    <a:pt x="19" y="3"/>
                  </a:cubicBezTo>
                  <a:close/>
                </a:path>
              </a:pathLst>
            </a:custGeom>
            <a:solidFill>
              <a:srgbClr val="FFC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 name="Freeform 222"/>
            <p:cNvSpPr>
              <a:spLocks/>
            </p:cNvSpPr>
            <p:nvPr/>
          </p:nvSpPr>
          <p:spPr bwMode="auto">
            <a:xfrm>
              <a:off x="3767" y="3653"/>
              <a:ext cx="44" cy="43"/>
            </a:xfrm>
            <a:custGeom>
              <a:avLst/>
              <a:gdLst>
                <a:gd name="T0" fmla="*/ 28 w 39"/>
                <a:gd name="T1" fmla="*/ 5 h 39"/>
                <a:gd name="T2" fmla="*/ 5 w 39"/>
                <a:gd name="T3" fmla="*/ 12 h 39"/>
                <a:gd name="T4" fmla="*/ 12 w 39"/>
                <a:gd name="T5" fmla="*/ 35 h 39"/>
                <a:gd name="T6" fmla="*/ 35 w 39"/>
                <a:gd name="T7" fmla="*/ 28 h 39"/>
                <a:gd name="T8" fmla="*/ 28 w 39"/>
                <a:gd name="T9" fmla="*/ 5 h 39"/>
              </a:gdLst>
              <a:ahLst/>
              <a:cxnLst>
                <a:cxn ang="0">
                  <a:pos x="T0" y="T1"/>
                </a:cxn>
                <a:cxn ang="0">
                  <a:pos x="T2" y="T3"/>
                </a:cxn>
                <a:cxn ang="0">
                  <a:pos x="T4" y="T5"/>
                </a:cxn>
                <a:cxn ang="0">
                  <a:pos x="T6" y="T7"/>
                </a:cxn>
                <a:cxn ang="0">
                  <a:pos x="T8" y="T9"/>
                </a:cxn>
              </a:cxnLst>
              <a:rect l="0" t="0" r="r" b="b"/>
              <a:pathLst>
                <a:path w="39" h="39">
                  <a:moveTo>
                    <a:pt x="28" y="5"/>
                  </a:moveTo>
                  <a:cubicBezTo>
                    <a:pt x="19" y="0"/>
                    <a:pt x="9" y="3"/>
                    <a:pt x="5" y="12"/>
                  </a:cubicBezTo>
                  <a:cubicBezTo>
                    <a:pt x="0" y="20"/>
                    <a:pt x="3" y="30"/>
                    <a:pt x="12" y="35"/>
                  </a:cubicBezTo>
                  <a:cubicBezTo>
                    <a:pt x="20" y="39"/>
                    <a:pt x="30" y="36"/>
                    <a:pt x="35" y="28"/>
                  </a:cubicBezTo>
                  <a:cubicBezTo>
                    <a:pt x="39" y="19"/>
                    <a:pt x="36" y="9"/>
                    <a:pt x="28" y="5"/>
                  </a:cubicBezTo>
                  <a:close/>
                </a:path>
              </a:pathLst>
            </a:custGeom>
            <a:solidFill>
              <a:srgbClr val="589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4" name="Freeform 223"/>
            <p:cNvSpPr>
              <a:spLocks/>
            </p:cNvSpPr>
            <p:nvPr/>
          </p:nvSpPr>
          <p:spPr bwMode="auto">
            <a:xfrm>
              <a:off x="3774" y="3660"/>
              <a:ext cx="31" cy="31"/>
            </a:xfrm>
            <a:custGeom>
              <a:avLst/>
              <a:gdLst>
                <a:gd name="T0" fmla="*/ 19 w 28"/>
                <a:gd name="T1" fmla="*/ 3 h 28"/>
                <a:gd name="T2" fmla="*/ 3 w 28"/>
                <a:gd name="T3" fmla="*/ 8 h 28"/>
                <a:gd name="T4" fmla="*/ 8 w 28"/>
                <a:gd name="T5" fmla="*/ 24 h 28"/>
                <a:gd name="T6" fmla="*/ 24 w 28"/>
                <a:gd name="T7" fmla="*/ 19 h 28"/>
                <a:gd name="T8" fmla="*/ 19 w 28"/>
                <a:gd name="T9" fmla="*/ 3 h 28"/>
              </a:gdLst>
              <a:ahLst/>
              <a:cxnLst>
                <a:cxn ang="0">
                  <a:pos x="T0" y="T1"/>
                </a:cxn>
                <a:cxn ang="0">
                  <a:pos x="T2" y="T3"/>
                </a:cxn>
                <a:cxn ang="0">
                  <a:pos x="T4" y="T5"/>
                </a:cxn>
                <a:cxn ang="0">
                  <a:pos x="T6" y="T7"/>
                </a:cxn>
                <a:cxn ang="0">
                  <a:pos x="T8" y="T9"/>
                </a:cxn>
              </a:cxnLst>
              <a:rect l="0" t="0" r="r" b="b"/>
              <a:pathLst>
                <a:path w="28" h="28">
                  <a:moveTo>
                    <a:pt x="19" y="3"/>
                  </a:moveTo>
                  <a:cubicBezTo>
                    <a:pt x="13" y="0"/>
                    <a:pt x="6" y="2"/>
                    <a:pt x="3" y="8"/>
                  </a:cubicBezTo>
                  <a:cubicBezTo>
                    <a:pt x="0" y="14"/>
                    <a:pt x="2" y="21"/>
                    <a:pt x="8" y="24"/>
                  </a:cubicBezTo>
                  <a:cubicBezTo>
                    <a:pt x="14" y="28"/>
                    <a:pt x="21" y="25"/>
                    <a:pt x="24" y="19"/>
                  </a:cubicBezTo>
                  <a:cubicBezTo>
                    <a:pt x="28" y="14"/>
                    <a:pt x="25" y="6"/>
                    <a:pt x="19" y="3"/>
                  </a:cubicBezTo>
                  <a:close/>
                </a:path>
              </a:pathLst>
            </a:custGeom>
            <a:solidFill>
              <a:srgbClr val="FFC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5" name="Freeform 224"/>
            <p:cNvSpPr>
              <a:spLocks/>
            </p:cNvSpPr>
            <p:nvPr/>
          </p:nvSpPr>
          <p:spPr bwMode="auto">
            <a:xfrm>
              <a:off x="3746" y="3709"/>
              <a:ext cx="43" cy="43"/>
            </a:xfrm>
            <a:custGeom>
              <a:avLst/>
              <a:gdLst>
                <a:gd name="T0" fmla="*/ 27 w 38"/>
                <a:gd name="T1" fmla="*/ 4 h 39"/>
                <a:gd name="T2" fmla="*/ 4 w 38"/>
                <a:gd name="T3" fmla="*/ 11 h 39"/>
                <a:gd name="T4" fmla="*/ 11 w 38"/>
                <a:gd name="T5" fmla="*/ 34 h 39"/>
                <a:gd name="T6" fmla="*/ 34 w 38"/>
                <a:gd name="T7" fmla="*/ 27 h 39"/>
                <a:gd name="T8" fmla="*/ 27 w 38"/>
                <a:gd name="T9" fmla="*/ 4 h 39"/>
              </a:gdLst>
              <a:ahLst/>
              <a:cxnLst>
                <a:cxn ang="0">
                  <a:pos x="T0" y="T1"/>
                </a:cxn>
                <a:cxn ang="0">
                  <a:pos x="T2" y="T3"/>
                </a:cxn>
                <a:cxn ang="0">
                  <a:pos x="T4" y="T5"/>
                </a:cxn>
                <a:cxn ang="0">
                  <a:pos x="T6" y="T7"/>
                </a:cxn>
                <a:cxn ang="0">
                  <a:pos x="T8" y="T9"/>
                </a:cxn>
              </a:cxnLst>
              <a:rect l="0" t="0" r="r" b="b"/>
              <a:pathLst>
                <a:path w="38" h="39">
                  <a:moveTo>
                    <a:pt x="27" y="4"/>
                  </a:moveTo>
                  <a:cubicBezTo>
                    <a:pt x="19" y="0"/>
                    <a:pt x="8" y="3"/>
                    <a:pt x="4" y="11"/>
                  </a:cubicBezTo>
                  <a:cubicBezTo>
                    <a:pt x="0" y="20"/>
                    <a:pt x="3" y="30"/>
                    <a:pt x="11" y="34"/>
                  </a:cubicBezTo>
                  <a:cubicBezTo>
                    <a:pt x="19" y="39"/>
                    <a:pt x="30" y="35"/>
                    <a:pt x="34" y="27"/>
                  </a:cubicBezTo>
                  <a:cubicBezTo>
                    <a:pt x="38" y="19"/>
                    <a:pt x="35" y="9"/>
                    <a:pt x="27" y="4"/>
                  </a:cubicBezTo>
                  <a:close/>
                </a:path>
              </a:pathLst>
            </a:custGeom>
            <a:solidFill>
              <a:srgbClr val="589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6" name="Freeform 225"/>
            <p:cNvSpPr>
              <a:spLocks/>
            </p:cNvSpPr>
            <p:nvPr/>
          </p:nvSpPr>
          <p:spPr bwMode="auto">
            <a:xfrm>
              <a:off x="3752" y="3714"/>
              <a:ext cx="31" cy="32"/>
            </a:xfrm>
            <a:custGeom>
              <a:avLst/>
              <a:gdLst>
                <a:gd name="T0" fmla="*/ 20 w 28"/>
                <a:gd name="T1" fmla="*/ 3 h 28"/>
                <a:gd name="T2" fmla="*/ 3 w 28"/>
                <a:gd name="T3" fmla="*/ 9 h 28"/>
                <a:gd name="T4" fmla="*/ 8 w 28"/>
                <a:gd name="T5" fmla="*/ 25 h 28"/>
                <a:gd name="T6" fmla="*/ 25 w 28"/>
                <a:gd name="T7" fmla="*/ 20 h 28"/>
                <a:gd name="T8" fmla="*/ 20 w 28"/>
                <a:gd name="T9" fmla="*/ 3 h 28"/>
              </a:gdLst>
              <a:ahLst/>
              <a:cxnLst>
                <a:cxn ang="0">
                  <a:pos x="T0" y="T1"/>
                </a:cxn>
                <a:cxn ang="0">
                  <a:pos x="T2" y="T3"/>
                </a:cxn>
                <a:cxn ang="0">
                  <a:pos x="T4" y="T5"/>
                </a:cxn>
                <a:cxn ang="0">
                  <a:pos x="T6" y="T7"/>
                </a:cxn>
                <a:cxn ang="0">
                  <a:pos x="T8" y="T9"/>
                </a:cxn>
              </a:cxnLst>
              <a:rect l="0" t="0" r="r" b="b"/>
              <a:pathLst>
                <a:path w="28" h="28">
                  <a:moveTo>
                    <a:pt x="20" y="3"/>
                  </a:moveTo>
                  <a:cubicBezTo>
                    <a:pt x="14" y="0"/>
                    <a:pt x="6" y="3"/>
                    <a:pt x="3" y="9"/>
                  </a:cubicBezTo>
                  <a:cubicBezTo>
                    <a:pt x="0" y="14"/>
                    <a:pt x="2" y="22"/>
                    <a:pt x="8" y="25"/>
                  </a:cubicBezTo>
                  <a:cubicBezTo>
                    <a:pt x="14" y="28"/>
                    <a:pt x="22" y="26"/>
                    <a:pt x="25" y="20"/>
                  </a:cubicBezTo>
                  <a:cubicBezTo>
                    <a:pt x="28" y="14"/>
                    <a:pt x="26" y="7"/>
                    <a:pt x="20" y="3"/>
                  </a:cubicBezTo>
                  <a:close/>
                </a:path>
              </a:pathLst>
            </a:custGeom>
            <a:solidFill>
              <a:srgbClr val="FFC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7" name="Freeform 226"/>
            <p:cNvSpPr>
              <a:spLocks/>
            </p:cNvSpPr>
            <p:nvPr/>
          </p:nvSpPr>
          <p:spPr bwMode="auto">
            <a:xfrm>
              <a:off x="3739" y="3596"/>
              <a:ext cx="44" cy="42"/>
            </a:xfrm>
            <a:custGeom>
              <a:avLst/>
              <a:gdLst>
                <a:gd name="T0" fmla="*/ 27 w 39"/>
                <a:gd name="T1" fmla="*/ 4 h 38"/>
                <a:gd name="T2" fmla="*/ 4 w 39"/>
                <a:gd name="T3" fmla="*/ 11 h 38"/>
                <a:gd name="T4" fmla="*/ 11 w 39"/>
                <a:gd name="T5" fmla="*/ 34 h 38"/>
                <a:gd name="T6" fmla="*/ 34 w 39"/>
                <a:gd name="T7" fmla="*/ 27 h 38"/>
                <a:gd name="T8" fmla="*/ 27 w 39"/>
                <a:gd name="T9" fmla="*/ 4 h 38"/>
              </a:gdLst>
              <a:ahLst/>
              <a:cxnLst>
                <a:cxn ang="0">
                  <a:pos x="T0" y="T1"/>
                </a:cxn>
                <a:cxn ang="0">
                  <a:pos x="T2" y="T3"/>
                </a:cxn>
                <a:cxn ang="0">
                  <a:pos x="T4" y="T5"/>
                </a:cxn>
                <a:cxn ang="0">
                  <a:pos x="T6" y="T7"/>
                </a:cxn>
                <a:cxn ang="0">
                  <a:pos x="T8" y="T9"/>
                </a:cxn>
              </a:cxnLst>
              <a:rect l="0" t="0" r="r" b="b"/>
              <a:pathLst>
                <a:path w="39" h="38">
                  <a:moveTo>
                    <a:pt x="27" y="4"/>
                  </a:moveTo>
                  <a:cubicBezTo>
                    <a:pt x="19" y="0"/>
                    <a:pt x="9" y="3"/>
                    <a:pt x="4" y="11"/>
                  </a:cubicBezTo>
                  <a:cubicBezTo>
                    <a:pt x="0" y="19"/>
                    <a:pt x="3" y="30"/>
                    <a:pt x="11" y="34"/>
                  </a:cubicBezTo>
                  <a:cubicBezTo>
                    <a:pt x="20" y="38"/>
                    <a:pt x="30" y="35"/>
                    <a:pt x="34" y="27"/>
                  </a:cubicBezTo>
                  <a:cubicBezTo>
                    <a:pt x="39" y="19"/>
                    <a:pt x="36" y="8"/>
                    <a:pt x="27" y="4"/>
                  </a:cubicBezTo>
                  <a:close/>
                </a:path>
              </a:pathLst>
            </a:custGeom>
            <a:solidFill>
              <a:srgbClr val="589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8" name="Freeform 227"/>
            <p:cNvSpPr>
              <a:spLocks/>
            </p:cNvSpPr>
            <p:nvPr/>
          </p:nvSpPr>
          <p:spPr bwMode="auto">
            <a:xfrm>
              <a:off x="3746" y="3602"/>
              <a:ext cx="30" cy="31"/>
            </a:xfrm>
            <a:custGeom>
              <a:avLst/>
              <a:gdLst>
                <a:gd name="T0" fmla="*/ 19 w 27"/>
                <a:gd name="T1" fmla="*/ 3 h 28"/>
                <a:gd name="T2" fmla="*/ 3 w 27"/>
                <a:gd name="T3" fmla="*/ 8 h 28"/>
                <a:gd name="T4" fmla="*/ 8 w 27"/>
                <a:gd name="T5" fmla="*/ 25 h 28"/>
                <a:gd name="T6" fmla="*/ 24 w 27"/>
                <a:gd name="T7" fmla="*/ 20 h 28"/>
                <a:gd name="T8" fmla="*/ 19 w 27"/>
                <a:gd name="T9" fmla="*/ 3 h 28"/>
              </a:gdLst>
              <a:ahLst/>
              <a:cxnLst>
                <a:cxn ang="0">
                  <a:pos x="T0" y="T1"/>
                </a:cxn>
                <a:cxn ang="0">
                  <a:pos x="T2" y="T3"/>
                </a:cxn>
                <a:cxn ang="0">
                  <a:pos x="T4" y="T5"/>
                </a:cxn>
                <a:cxn ang="0">
                  <a:pos x="T6" y="T7"/>
                </a:cxn>
                <a:cxn ang="0">
                  <a:pos x="T8" y="T9"/>
                </a:cxn>
              </a:cxnLst>
              <a:rect l="0" t="0" r="r" b="b"/>
              <a:pathLst>
                <a:path w="27" h="28">
                  <a:moveTo>
                    <a:pt x="19" y="3"/>
                  </a:moveTo>
                  <a:cubicBezTo>
                    <a:pt x="13" y="0"/>
                    <a:pt x="6" y="2"/>
                    <a:pt x="3" y="8"/>
                  </a:cubicBezTo>
                  <a:cubicBezTo>
                    <a:pt x="0" y="14"/>
                    <a:pt x="2" y="22"/>
                    <a:pt x="8" y="25"/>
                  </a:cubicBezTo>
                  <a:cubicBezTo>
                    <a:pt x="14" y="28"/>
                    <a:pt x="21" y="26"/>
                    <a:pt x="24" y="20"/>
                  </a:cubicBezTo>
                  <a:cubicBezTo>
                    <a:pt x="27" y="14"/>
                    <a:pt x="25" y="6"/>
                    <a:pt x="19" y="3"/>
                  </a:cubicBezTo>
                  <a:close/>
                </a:path>
              </a:pathLst>
            </a:custGeom>
            <a:solidFill>
              <a:srgbClr val="FFC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9" name="Freeform 228"/>
            <p:cNvSpPr>
              <a:spLocks/>
            </p:cNvSpPr>
            <p:nvPr/>
          </p:nvSpPr>
          <p:spPr bwMode="auto">
            <a:xfrm>
              <a:off x="3799" y="3747"/>
              <a:ext cx="43" cy="43"/>
            </a:xfrm>
            <a:custGeom>
              <a:avLst/>
              <a:gdLst>
                <a:gd name="T0" fmla="*/ 27 w 39"/>
                <a:gd name="T1" fmla="*/ 5 h 39"/>
                <a:gd name="T2" fmla="*/ 4 w 39"/>
                <a:gd name="T3" fmla="*/ 12 h 39"/>
                <a:gd name="T4" fmla="*/ 11 w 39"/>
                <a:gd name="T5" fmla="*/ 35 h 39"/>
                <a:gd name="T6" fmla="*/ 34 w 39"/>
                <a:gd name="T7" fmla="*/ 28 h 39"/>
                <a:gd name="T8" fmla="*/ 27 w 39"/>
                <a:gd name="T9" fmla="*/ 5 h 39"/>
              </a:gdLst>
              <a:ahLst/>
              <a:cxnLst>
                <a:cxn ang="0">
                  <a:pos x="T0" y="T1"/>
                </a:cxn>
                <a:cxn ang="0">
                  <a:pos x="T2" y="T3"/>
                </a:cxn>
                <a:cxn ang="0">
                  <a:pos x="T4" y="T5"/>
                </a:cxn>
                <a:cxn ang="0">
                  <a:pos x="T6" y="T7"/>
                </a:cxn>
                <a:cxn ang="0">
                  <a:pos x="T8" y="T9"/>
                </a:cxn>
              </a:cxnLst>
              <a:rect l="0" t="0" r="r" b="b"/>
              <a:pathLst>
                <a:path w="39" h="39">
                  <a:moveTo>
                    <a:pt x="27" y="5"/>
                  </a:moveTo>
                  <a:cubicBezTo>
                    <a:pt x="19" y="0"/>
                    <a:pt x="9" y="3"/>
                    <a:pt x="4" y="12"/>
                  </a:cubicBezTo>
                  <a:cubicBezTo>
                    <a:pt x="0" y="20"/>
                    <a:pt x="3" y="30"/>
                    <a:pt x="11" y="35"/>
                  </a:cubicBezTo>
                  <a:cubicBezTo>
                    <a:pt x="20" y="39"/>
                    <a:pt x="30" y="36"/>
                    <a:pt x="34" y="28"/>
                  </a:cubicBezTo>
                  <a:cubicBezTo>
                    <a:pt x="39" y="19"/>
                    <a:pt x="36" y="9"/>
                    <a:pt x="27" y="5"/>
                  </a:cubicBezTo>
                  <a:close/>
                </a:path>
              </a:pathLst>
            </a:custGeom>
            <a:solidFill>
              <a:srgbClr val="589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0" name="Freeform 229"/>
            <p:cNvSpPr>
              <a:spLocks/>
            </p:cNvSpPr>
            <p:nvPr/>
          </p:nvSpPr>
          <p:spPr bwMode="auto">
            <a:xfrm>
              <a:off x="3805" y="3753"/>
              <a:ext cx="30" cy="31"/>
            </a:xfrm>
            <a:custGeom>
              <a:avLst/>
              <a:gdLst>
                <a:gd name="T0" fmla="*/ 19 w 27"/>
                <a:gd name="T1" fmla="*/ 3 h 27"/>
                <a:gd name="T2" fmla="*/ 3 w 27"/>
                <a:gd name="T3" fmla="*/ 8 h 27"/>
                <a:gd name="T4" fmla="*/ 8 w 27"/>
                <a:gd name="T5" fmla="*/ 24 h 27"/>
                <a:gd name="T6" fmla="*/ 24 w 27"/>
                <a:gd name="T7" fmla="*/ 19 h 27"/>
                <a:gd name="T8" fmla="*/ 19 w 27"/>
                <a:gd name="T9" fmla="*/ 3 h 27"/>
              </a:gdLst>
              <a:ahLst/>
              <a:cxnLst>
                <a:cxn ang="0">
                  <a:pos x="T0" y="T1"/>
                </a:cxn>
                <a:cxn ang="0">
                  <a:pos x="T2" y="T3"/>
                </a:cxn>
                <a:cxn ang="0">
                  <a:pos x="T4" y="T5"/>
                </a:cxn>
                <a:cxn ang="0">
                  <a:pos x="T6" y="T7"/>
                </a:cxn>
                <a:cxn ang="0">
                  <a:pos x="T8" y="T9"/>
                </a:cxn>
              </a:cxnLst>
              <a:rect l="0" t="0" r="r" b="b"/>
              <a:pathLst>
                <a:path w="27" h="27">
                  <a:moveTo>
                    <a:pt x="19" y="3"/>
                  </a:moveTo>
                  <a:cubicBezTo>
                    <a:pt x="13" y="0"/>
                    <a:pt x="6" y="2"/>
                    <a:pt x="3" y="8"/>
                  </a:cubicBezTo>
                  <a:cubicBezTo>
                    <a:pt x="0" y="14"/>
                    <a:pt x="2" y="21"/>
                    <a:pt x="8" y="24"/>
                  </a:cubicBezTo>
                  <a:cubicBezTo>
                    <a:pt x="14" y="27"/>
                    <a:pt x="21" y="25"/>
                    <a:pt x="24" y="19"/>
                  </a:cubicBezTo>
                  <a:cubicBezTo>
                    <a:pt x="27" y="13"/>
                    <a:pt x="25" y="6"/>
                    <a:pt x="19" y="3"/>
                  </a:cubicBezTo>
                  <a:close/>
                </a:path>
              </a:pathLst>
            </a:custGeom>
            <a:solidFill>
              <a:srgbClr val="FFC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1" name="Freeform 230"/>
            <p:cNvSpPr>
              <a:spLocks noEditPoints="1"/>
            </p:cNvSpPr>
            <p:nvPr/>
          </p:nvSpPr>
          <p:spPr bwMode="auto">
            <a:xfrm>
              <a:off x="3087" y="2807"/>
              <a:ext cx="715" cy="825"/>
            </a:xfrm>
            <a:custGeom>
              <a:avLst/>
              <a:gdLst>
                <a:gd name="T0" fmla="*/ 454 w 640"/>
                <a:gd name="T1" fmla="*/ 280 h 739"/>
                <a:gd name="T2" fmla="*/ 457 w 640"/>
                <a:gd name="T3" fmla="*/ 148 h 739"/>
                <a:gd name="T4" fmla="*/ 454 w 640"/>
                <a:gd name="T5" fmla="*/ 267 h 739"/>
                <a:gd name="T6" fmla="*/ 454 w 640"/>
                <a:gd name="T7" fmla="*/ 345 h 739"/>
                <a:gd name="T8" fmla="*/ 378 w 640"/>
                <a:gd name="T9" fmla="*/ 328 h 739"/>
                <a:gd name="T10" fmla="*/ 376 w 640"/>
                <a:gd name="T11" fmla="*/ 115 h 739"/>
                <a:gd name="T12" fmla="*/ 454 w 640"/>
                <a:gd name="T13" fmla="*/ 146 h 739"/>
                <a:gd name="T14" fmla="*/ 454 w 640"/>
                <a:gd name="T15" fmla="*/ 267 h 739"/>
                <a:gd name="T16" fmla="*/ 362 w 640"/>
                <a:gd name="T17" fmla="*/ 421 h 739"/>
                <a:gd name="T18" fmla="*/ 371 w 640"/>
                <a:gd name="T19" fmla="*/ 588 h 739"/>
                <a:gd name="T20" fmla="*/ 362 w 640"/>
                <a:gd name="T21" fmla="*/ 421 h 739"/>
                <a:gd name="T22" fmla="*/ 454 w 640"/>
                <a:gd name="T23" fmla="*/ 155 h 739"/>
                <a:gd name="T24" fmla="*/ 362 w 640"/>
                <a:gd name="T25" fmla="*/ 231 h 739"/>
                <a:gd name="T26" fmla="*/ 350 w 640"/>
                <a:gd name="T27" fmla="*/ 388 h 739"/>
                <a:gd name="T28" fmla="*/ 357 w 640"/>
                <a:gd name="T29" fmla="*/ 486 h 739"/>
                <a:gd name="T30" fmla="*/ 330 w 640"/>
                <a:gd name="T31" fmla="*/ 423 h 739"/>
                <a:gd name="T32" fmla="*/ 362 w 640"/>
                <a:gd name="T33" fmla="*/ 366 h 739"/>
                <a:gd name="T34" fmla="*/ 330 w 640"/>
                <a:gd name="T35" fmla="*/ 595 h 739"/>
                <a:gd name="T36" fmla="*/ 362 w 640"/>
                <a:gd name="T37" fmla="*/ 602 h 739"/>
                <a:gd name="T38" fmla="*/ 348 w 640"/>
                <a:gd name="T39" fmla="*/ 104 h 739"/>
                <a:gd name="T40" fmla="*/ 358 w 640"/>
                <a:gd name="T41" fmla="*/ 167 h 739"/>
                <a:gd name="T42" fmla="*/ 362 w 640"/>
                <a:gd name="T43" fmla="*/ 235 h 739"/>
                <a:gd name="T44" fmla="*/ 330 w 640"/>
                <a:gd name="T45" fmla="*/ 112 h 739"/>
                <a:gd name="T46" fmla="*/ 296 w 640"/>
                <a:gd name="T47" fmla="*/ 608 h 739"/>
                <a:gd name="T48" fmla="*/ 302 w 640"/>
                <a:gd name="T49" fmla="*/ 593 h 739"/>
                <a:gd name="T50" fmla="*/ 330 w 640"/>
                <a:gd name="T51" fmla="*/ 634 h 739"/>
                <a:gd name="T52" fmla="*/ 296 w 640"/>
                <a:gd name="T53" fmla="*/ 137 h 739"/>
                <a:gd name="T54" fmla="*/ 315 w 640"/>
                <a:gd name="T55" fmla="*/ 189 h 739"/>
                <a:gd name="T56" fmla="*/ 330 w 640"/>
                <a:gd name="T57" fmla="*/ 120 h 739"/>
                <a:gd name="T58" fmla="*/ 296 w 640"/>
                <a:gd name="T59" fmla="*/ 366 h 739"/>
                <a:gd name="T60" fmla="*/ 220 w 640"/>
                <a:gd name="T61" fmla="*/ 728 h 739"/>
                <a:gd name="T62" fmla="*/ 296 w 640"/>
                <a:gd name="T63" fmla="*/ 684 h 739"/>
                <a:gd name="T64" fmla="*/ 220 w 640"/>
                <a:gd name="T65" fmla="*/ 227 h 739"/>
                <a:gd name="T66" fmla="*/ 246 w 640"/>
                <a:gd name="T67" fmla="*/ 119 h 739"/>
                <a:gd name="T68" fmla="*/ 288 w 640"/>
                <a:gd name="T69" fmla="*/ 208 h 739"/>
                <a:gd name="T70" fmla="*/ 296 w 640"/>
                <a:gd name="T71" fmla="*/ 288 h 739"/>
                <a:gd name="T72" fmla="*/ 288 w 640"/>
                <a:gd name="T73" fmla="*/ 360 h 739"/>
                <a:gd name="T74" fmla="*/ 220 w 640"/>
                <a:gd name="T75" fmla="*/ 300 h 739"/>
                <a:gd name="T76" fmla="*/ 76 w 640"/>
                <a:gd name="T77" fmla="*/ 561 h 739"/>
                <a:gd name="T78" fmla="*/ 76 w 640"/>
                <a:gd name="T79" fmla="*/ 375 h 739"/>
                <a:gd name="T80" fmla="*/ 182 w 640"/>
                <a:gd name="T81" fmla="*/ 319 h 739"/>
                <a:gd name="T82" fmla="*/ 87 w 640"/>
                <a:gd name="T83" fmla="*/ 0 h 739"/>
                <a:gd name="T84" fmla="*/ 173 w 640"/>
                <a:gd name="T85" fmla="*/ 230 h 739"/>
                <a:gd name="T86" fmla="*/ 201 w 640"/>
                <a:gd name="T87" fmla="*/ 255 h 739"/>
                <a:gd name="T88" fmla="*/ 184 w 640"/>
                <a:gd name="T89" fmla="*/ 352 h 739"/>
                <a:gd name="T90" fmla="*/ 76 w 640"/>
                <a:gd name="T91" fmla="*/ 398 h 739"/>
                <a:gd name="T92" fmla="*/ 27 w 640"/>
                <a:gd name="T93" fmla="*/ 499 h 739"/>
                <a:gd name="T94" fmla="*/ 76 w 640"/>
                <a:gd name="T95" fmla="*/ 375 h 739"/>
                <a:gd name="T96" fmla="*/ 76 w 640"/>
                <a:gd name="T97" fmla="*/ 439 h 739"/>
                <a:gd name="T98" fmla="*/ 76 w 640"/>
                <a:gd name="T99" fmla="*/ 561 h 739"/>
                <a:gd name="T100" fmla="*/ 76 w 640"/>
                <a:gd name="T101" fmla="*/ 9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0" h="739">
                  <a:moveTo>
                    <a:pt x="636" y="219"/>
                  </a:moveTo>
                  <a:cubicBezTo>
                    <a:pt x="640" y="243"/>
                    <a:pt x="640" y="266"/>
                    <a:pt x="633" y="285"/>
                  </a:cubicBezTo>
                  <a:cubicBezTo>
                    <a:pt x="605" y="361"/>
                    <a:pt x="527" y="350"/>
                    <a:pt x="454" y="345"/>
                  </a:cubicBezTo>
                  <a:cubicBezTo>
                    <a:pt x="454" y="280"/>
                    <a:pt x="454" y="280"/>
                    <a:pt x="454" y="280"/>
                  </a:cubicBezTo>
                  <a:cubicBezTo>
                    <a:pt x="488" y="237"/>
                    <a:pt x="488" y="237"/>
                    <a:pt x="488" y="237"/>
                  </a:cubicBezTo>
                  <a:cubicBezTo>
                    <a:pt x="454" y="209"/>
                    <a:pt x="454" y="209"/>
                    <a:pt x="454" y="209"/>
                  </a:cubicBezTo>
                  <a:cubicBezTo>
                    <a:pt x="454" y="155"/>
                    <a:pt x="454" y="155"/>
                    <a:pt x="454" y="155"/>
                  </a:cubicBezTo>
                  <a:cubicBezTo>
                    <a:pt x="457" y="148"/>
                    <a:pt x="457" y="148"/>
                    <a:pt x="457" y="148"/>
                  </a:cubicBezTo>
                  <a:cubicBezTo>
                    <a:pt x="454" y="152"/>
                    <a:pt x="454" y="152"/>
                    <a:pt x="454" y="152"/>
                  </a:cubicBezTo>
                  <a:cubicBezTo>
                    <a:pt x="454" y="146"/>
                    <a:pt x="454" y="146"/>
                    <a:pt x="454" y="146"/>
                  </a:cubicBezTo>
                  <a:cubicBezTo>
                    <a:pt x="636" y="219"/>
                    <a:pt x="636" y="219"/>
                    <a:pt x="636" y="219"/>
                  </a:cubicBezTo>
                  <a:close/>
                  <a:moveTo>
                    <a:pt x="454" y="267"/>
                  </a:moveTo>
                  <a:cubicBezTo>
                    <a:pt x="470" y="241"/>
                    <a:pt x="470" y="241"/>
                    <a:pt x="470" y="241"/>
                  </a:cubicBezTo>
                  <a:cubicBezTo>
                    <a:pt x="454" y="228"/>
                    <a:pt x="454" y="228"/>
                    <a:pt x="454" y="228"/>
                  </a:cubicBezTo>
                  <a:lnTo>
                    <a:pt x="454" y="267"/>
                  </a:lnTo>
                  <a:close/>
                  <a:moveTo>
                    <a:pt x="454" y="345"/>
                  </a:moveTo>
                  <a:cubicBezTo>
                    <a:pt x="441" y="344"/>
                    <a:pt x="428" y="344"/>
                    <a:pt x="416" y="344"/>
                  </a:cubicBezTo>
                  <a:cubicBezTo>
                    <a:pt x="391" y="344"/>
                    <a:pt x="374" y="353"/>
                    <a:pt x="362" y="366"/>
                  </a:cubicBezTo>
                  <a:cubicBezTo>
                    <a:pt x="362" y="337"/>
                    <a:pt x="362" y="337"/>
                    <a:pt x="362" y="337"/>
                  </a:cubicBezTo>
                  <a:cubicBezTo>
                    <a:pt x="366" y="334"/>
                    <a:pt x="372" y="331"/>
                    <a:pt x="378" y="328"/>
                  </a:cubicBezTo>
                  <a:cubicBezTo>
                    <a:pt x="388" y="273"/>
                    <a:pt x="399" y="190"/>
                    <a:pt x="383" y="134"/>
                  </a:cubicBezTo>
                  <a:cubicBezTo>
                    <a:pt x="376" y="148"/>
                    <a:pt x="368" y="155"/>
                    <a:pt x="362" y="162"/>
                  </a:cubicBezTo>
                  <a:cubicBezTo>
                    <a:pt x="362" y="109"/>
                    <a:pt x="362" y="109"/>
                    <a:pt x="362" y="109"/>
                  </a:cubicBezTo>
                  <a:cubicBezTo>
                    <a:pt x="376" y="115"/>
                    <a:pt x="376" y="115"/>
                    <a:pt x="376" y="115"/>
                  </a:cubicBezTo>
                  <a:cubicBezTo>
                    <a:pt x="376" y="115"/>
                    <a:pt x="376" y="115"/>
                    <a:pt x="376" y="115"/>
                  </a:cubicBezTo>
                  <a:cubicBezTo>
                    <a:pt x="362" y="109"/>
                    <a:pt x="362" y="109"/>
                    <a:pt x="362" y="109"/>
                  </a:cubicBezTo>
                  <a:cubicBezTo>
                    <a:pt x="362" y="109"/>
                    <a:pt x="362" y="109"/>
                    <a:pt x="362" y="109"/>
                  </a:cubicBezTo>
                  <a:cubicBezTo>
                    <a:pt x="454" y="146"/>
                    <a:pt x="454" y="146"/>
                    <a:pt x="454" y="146"/>
                  </a:cubicBezTo>
                  <a:cubicBezTo>
                    <a:pt x="454" y="152"/>
                    <a:pt x="454" y="152"/>
                    <a:pt x="454" y="152"/>
                  </a:cubicBezTo>
                  <a:cubicBezTo>
                    <a:pt x="422" y="201"/>
                    <a:pt x="422" y="201"/>
                    <a:pt x="422" y="201"/>
                  </a:cubicBezTo>
                  <a:cubicBezTo>
                    <a:pt x="454" y="228"/>
                    <a:pt x="454" y="228"/>
                    <a:pt x="454" y="228"/>
                  </a:cubicBezTo>
                  <a:cubicBezTo>
                    <a:pt x="454" y="267"/>
                    <a:pt x="454" y="267"/>
                    <a:pt x="454" y="267"/>
                  </a:cubicBezTo>
                  <a:cubicBezTo>
                    <a:pt x="421" y="323"/>
                    <a:pt x="421" y="323"/>
                    <a:pt x="421" y="323"/>
                  </a:cubicBezTo>
                  <a:cubicBezTo>
                    <a:pt x="454" y="280"/>
                    <a:pt x="454" y="280"/>
                    <a:pt x="454" y="280"/>
                  </a:cubicBezTo>
                  <a:cubicBezTo>
                    <a:pt x="454" y="345"/>
                    <a:pt x="454" y="345"/>
                    <a:pt x="454" y="345"/>
                  </a:cubicBezTo>
                  <a:close/>
                  <a:moveTo>
                    <a:pt x="362" y="421"/>
                  </a:moveTo>
                  <a:cubicBezTo>
                    <a:pt x="367" y="437"/>
                    <a:pt x="369" y="455"/>
                    <a:pt x="370" y="473"/>
                  </a:cubicBezTo>
                  <a:cubicBezTo>
                    <a:pt x="378" y="480"/>
                    <a:pt x="383" y="489"/>
                    <a:pt x="386" y="500"/>
                  </a:cubicBezTo>
                  <a:cubicBezTo>
                    <a:pt x="390" y="513"/>
                    <a:pt x="390" y="529"/>
                    <a:pt x="387" y="544"/>
                  </a:cubicBezTo>
                  <a:cubicBezTo>
                    <a:pt x="385" y="559"/>
                    <a:pt x="379" y="575"/>
                    <a:pt x="371" y="588"/>
                  </a:cubicBezTo>
                  <a:cubicBezTo>
                    <a:pt x="368" y="593"/>
                    <a:pt x="365" y="597"/>
                    <a:pt x="362" y="602"/>
                  </a:cubicBezTo>
                  <a:cubicBezTo>
                    <a:pt x="362" y="565"/>
                    <a:pt x="362" y="565"/>
                    <a:pt x="362" y="565"/>
                  </a:cubicBezTo>
                  <a:cubicBezTo>
                    <a:pt x="373" y="537"/>
                    <a:pt x="374" y="508"/>
                    <a:pt x="362" y="491"/>
                  </a:cubicBezTo>
                  <a:cubicBezTo>
                    <a:pt x="362" y="421"/>
                    <a:pt x="362" y="421"/>
                    <a:pt x="362" y="421"/>
                  </a:cubicBezTo>
                  <a:close/>
                  <a:moveTo>
                    <a:pt x="454" y="155"/>
                  </a:moveTo>
                  <a:cubicBezTo>
                    <a:pt x="439" y="196"/>
                    <a:pt x="439" y="196"/>
                    <a:pt x="439" y="196"/>
                  </a:cubicBezTo>
                  <a:cubicBezTo>
                    <a:pt x="454" y="209"/>
                    <a:pt x="454" y="209"/>
                    <a:pt x="454" y="209"/>
                  </a:cubicBezTo>
                  <a:cubicBezTo>
                    <a:pt x="454" y="155"/>
                    <a:pt x="454" y="155"/>
                    <a:pt x="454" y="155"/>
                  </a:cubicBezTo>
                  <a:close/>
                  <a:moveTo>
                    <a:pt x="362" y="235"/>
                  </a:moveTo>
                  <a:cubicBezTo>
                    <a:pt x="375" y="224"/>
                    <a:pt x="375" y="224"/>
                    <a:pt x="375" y="224"/>
                  </a:cubicBezTo>
                  <a:cubicBezTo>
                    <a:pt x="375" y="224"/>
                    <a:pt x="374" y="224"/>
                    <a:pt x="374" y="225"/>
                  </a:cubicBezTo>
                  <a:cubicBezTo>
                    <a:pt x="369" y="228"/>
                    <a:pt x="365" y="229"/>
                    <a:pt x="362" y="231"/>
                  </a:cubicBezTo>
                  <a:lnTo>
                    <a:pt x="362" y="235"/>
                  </a:lnTo>
                  <a:close/>
                  <a:moveTo>
                    <a:pt x="362" y="366"/>
                  </a:moveTo>
                  <a:cubicBezTo>
                    <a:pt x="357" y="371"/>
                    <a:pt x="353" y="377"/>
                    <a:pt x="349" y="384"/>
                  </a:cubicBezTo>
                  <a:cubicBezTo>
                    <a:pt x="349" y="385"/>
                    <a:pt x="350" y="386"/>
                    <a:pt x="350" y="388"/>
                  </a:cubicBezTo>
                  <a:cubicBezTo>
                    <a:pt x="351" y="390"/>
                    <a:pt x="351" y="392"/>
                    <a:pt x="352" y="395"/>
                  </a:cubicBezTo>
                  <a:cubicBezTo>
                    <a:pt x="356" y="403"/>
                    <a:pt x="359" y="412"/>
                    <a:pt x="362" y="421"/>
                  </a:cubicBezTo>
                  <a:cubicBezTo>
                    <a:pt x="362" y="491"/>
                    <a:pt x="362" y="491"/>
                    <a:pt x="362" y="491"/>
                  </a:cubicBezTo>
                  <a:cubicBezTo>
                    <a:pt x="360" y="489"/>
                    <a:pt x="359" y="488"/>
                    <a:pt x="357" y="486"/>
                  </a:cubicBezTo>
                  <a:cubicBezTo>
                    <a:pt x="354" y="509"/>
                    <a:pt x="345" y="534"/>
                    <a:pt x="333" y="562"/>
                  </a:cubicBezTo>
                  <a:cubicBezTo>
                    <a:pt x="332" y="565"/>
                    <a:pt x="331" y="567"/>
                    <a:pt x="330" y="570"/>
                  </a:cubicBezTo>
                  <a:cubicBezTo>
                    <a:pt x="330" y="499"/>
                    <a:pt x="330" y="499"/>
                    <a:pt x="330" y="499"/>
                  </a:cubicBezTo>
                  <a:cubicBezTo>
                    <a:pt x="335" y="474"/>
                    <a:pt x="336" y="447"/>
                    <a:pt x="330" y="423"/>
                  </a:cubicBezTo>
                  <a:cubicBezTo>
                    <a:pt x="330" y="338"/>
                    <a:pt x="330" y="338"/>
                    <a:pt x="330" y="338"/>
                  </a:cubicBezTo>
                  <a:cubicBezTo>
                    <a:pt x="334" y="345"/>
                    <a:pt x="337" y="352"/>
                    <a:pt x="340" y="359"/>
                  </a:cubicBezTo>
                  <a:cubicBezTo>
                    <a:pt x="346" y="350"/>
                    <a:pt x="353" y="343"/>
                    <a:pt x="362" y="337"/>
                  </a:cubicBezTo>
                  <a:cubicBezTo>
                    <a:pt x="362" y="366"/>
                    <a:pt x="362" y="366"/>
                    <a:pt x="362" y="366"/>
                  </a:cubicBezTo>
                  <a:close/>
                  <a:moveTo>
                    <a:pt x="362" y="602"/>
                  </a:moveTo>
                  <a:cubicBezTo>
                    <a:pt x="362" y="565"/>
                    <a:pt x="362" y="565"/>
                    <a:pt x="362" y="565"/>
                  </a:cubicBezTo>
                  <a:cubicBezTo>
                    <a:pt x="361" y="567"/>
                    <a:pt x="359" y="570"/>
                    <a:pt x="358" y="573"/>
                  </a:cubicBezTo>
                  <a:cubicBezTo>
                    <a:pt x="352" y="586"/>
                    <a:pt x="337" y="598"/>
                    <a:pt x="330" y="595"/>
                  </a:cubicBezTo>
                  <a:cubicBezTo>
                    <a:pt x="330" y="634"/>
                    <a:pt x="330" y="634"/>
                    <a:pt x="330" y="634"/>
                  </a:cubicBezTo>
                  <a:cubicBezTo>
                    <a:pt x="331" y="633"/>
                    <a:pt x="332" y="631"/>
                    <a:pt x="332" y="630"/>
                  </a:cubicBezTo>
                  <a:cubicBezTo>
                    <a:pt x="334" y="627"/>
                    <a:pt x="335" y="625"/>
                    <a:pt x="336" y="622"/>
                  </a:cubicBezTo>
                  <a:cubicBezTo>
                    <a:pt x="346" y="618"/>
                    <a:pt x="354" y="610"/>
                    <a:pt x="362" y="602"/>
                  </a:cubicBezTo>
                  <a:close/>
                  <a:moveTo>
                    <a:pt x="330" y="96"/>
                  </a:moveTo>
                  <a:cubicBezTo>
                    <a:pt x="362" y="109"/>
                    <a:pt x="362" y="109"/>
                    <a:pt x="362" y="109"/>
                  </a:cubicBezTo>
                  <a:cubicBezTo>
                    <a:pt x="362" y="109"/>
                    <a:pt x="362" y="109"/>
                    <a:pt x="362" y="109"/>
                  </a:cubicBezTo>
                  <a:cubicBezTo>
                    <a:pt x="348" y="104"/>
                    <a:pt x="348" y="104"/>
                    <a:pt x="348" y="104"/>
                  </a:cubicBezTo>
                  <a:cubicBezTo>
                    <a:pt x="348" y="104"/>
                    <a:pt x="348" y="104"/>
                    <a:pt x="348" y="104"/>
                  </a:cubicBezTo>
                  <a:cubicBezTo>
                    <a:pt x="362" y="109"/>
                    <a:pt x="362" y="109"/>
                    <a:pt x="362" y="109"/>
                  </a:cubicBezTo>
                  <a:cubicBezTo>
                    <a:pt x="362" y="162"/>
                    <a:pt x="362" y="162"/>
                    <a:pt x="362" y="162"/>
                  </a:cubicBezTo>
                  <a:cubicBezTo>
                    <a:pt x="360" y="164"/>
                    <a:pt x="359" y="165"/>
                    <a:pt x="358" y="167"/>
                  </a:cubicBezTo>
                  <a:cubicBezTo>
                    <a:pt x="361" y="178"/>
                    <a:pt x="351" y="197"/>
                    <a:pt x="344" y="200"/>
                  </a:cubicBezTo>
                  <a:cubicBezTo>
                    <a:pt x="346" y="209"/>
                    <a:pt x="349" y="218"/>
                    <a:pt x="350" y="231"/>
                  </a:cubicBezTo>
                  <a:cubicBezTo>
                    <a:pt x="353" y="232"/>
                    <a:pt x="357" y="232"/>
                    <a:pt x="362" y="231"/>
                  </a:cubicBezTo>
                  <a:cubicBezTo>
                    <a:pt x="362" y="235"/>
                    <a:pt x="362" y="235"/>
                    <a:pt x="362" y="235"/>
                  </a:cubicBezTo>
                  <a:cubicBezTo>
                    <a:pt x="330" y="260"/>
                    <a:pt x="330" y="260"/>
                    <a:pt x="330" y="260"/>
                  </a:cubicBezTo>
                  <a:cubicBezTo>
                    <a:pt x="330" y="120"/>
                    <a:pt x="330" y="120"/>
                    <a:pt x="330" y="120"/>
                  </a:cubicBezTo>
                  <a:cubicBezTo>
                    <a:pt x="331" y="117"/>
                    <a:pt x="332" y="114"/>
                    <a:pt x="333" y="111"/>
                  </a:cubicBezTo>
                  <a:cubicBezTo>
                    <a:pt x="332" y="111"/>
                    <a:pt x="331" y="112"/>
                    <a:pt x="330" y="112"/>
                  </a:cubicBezTo>
                  <a:lnTo>
                    <a:pt x="330" y="96"/>
                  </a:lnTo>
                  <a:close/>
                  <a:moveTo>
                    <a:pt x="330" y="634"/>
                  </a:moveTo>
                  <a:cubicBezTo>
                    <a:pt x="321" y="654"/>
                    <a:pt x="309" y="671"/>
                    <a:pt x="296" y="684"/>
                  </a:cubicBezTo>
                  <a:cubicBezTo>
                    <a:pt x="296" y="608"/>
                    <a:pt x="296" y="608"/>
                    <a:pt x="296" y="608"/>
                  </a:cubicBezTo>
                  <a:cubicBezTo>
                    <a:pt x="297" y="606"/>
                    <a:pt x="298" y="604"/>
                    <a:pt x="299" y="602"/>
                  </a:cubicBezTo>
                  <a:cubicBezTo>
                    <a:pt x="299" y="601"/>
                    <a:pt x="299" y="600"/>
                    <a:pt x="300" y="599"/>
                  </a:cubicBezTo>
                  <a:cubicBezTo>
                    <a:pt x="300" y="600"/>
                    <a:pt x="300" y="600"/>
                    <a:pt x="300" y="600"/>
                  </a:cubicBezTo>
                  <a:cubicBezTo>
                    <a:pt x="301" y="597"/>
                    <a:pt x="301" y="595"/>
                    <a:pt x="302" y="593"/>
                  </a:cubicBezTo>
                  <a:cubicBezTo>
                    <a:pt x="308" y="577"/>
                    <a:pt x="323" y="540"/>
                    <a:pt x="330" y="499"/>
                  </a:cubicBezTo>
                  <a:cubicBezTo>
                    <a:pt x="330" y="570"/>
                    <a:pt x="330" y="570"/>
                    <a:pt x="330" y="570"/>
                  </a:cubicBezTo>
                  <a:cubicBezTo>
                    <a:pt x="324" y="586"/>
                    <a:pt x="326" y="594"/>
                    <a:pt x="330" y="595"/>
                  </a:cubicBezTo>
                  <a:cubicBezTo>
                    <a:pt x="330" y="634"/>
                    <a:pt x="330" y="634"/>
                    <a:pt x="330" y="634"/>
                  </a:cubicBezTo>
                  <a:close/>
                  <a:moveTo>
                    <a:pt x="296" y="83"/>
                  </a:moveTo>
                  <a:cubicBezTo>
                    <a:pt x="330" y="96"/>
                    <a:pt x="330" y="96"/>
                    <a:pt x="330" y="96"/>
                  </a:cubicBezTo>
                  <a:cubicBezTo>
                    <a:pt x="330" y="112"/>
                    <a:pt x="330" y="112"/>
                    <a:pt x="330" y="112"/>
                  </a:cubicBezTo>
                  <a:cubicBezTo>
                    <a:pt x="319" y="119"/>
                    <a:pt x="307" y="127"/>
                    <a:pt x="296" y="137"/>
                  </a:cubicBezTo>
                  <a:cubicBezTo>
                    <a:pt x="296" y="83"/>
                    <a:pt x="296" y="83"/>
                    <a:pt x="296" y="83"/>
                  </a:cubicBezTo>
                  <a:close/>
                  <a:moveTo>
                    <a:pt x="330" y="120"/>
                  </a:moveTo>
                  <a:cubicBezTo>
                    <a:pt x="327" y="135"/>
                    <a:pt x="329" y="144"/>
                    <a:pt x="327" y="154"/>
                  </a:cubicBezTo>
                  <a:cubicBezTo>
                    <a:pt x="317" y="161"/>
                    <a:pt x="311" y="181"/>
                    <a:pt x="315" y="189"/>
                  </a:cubicBezTo>
                  <a:cubicBezTo>
                    <a:pt x="310" y="191"/>
                    <a:pt x="304" y="195"/>
                    <a:pt x="296" y="201"/>
                  </a:cubicBezTo>
                  <a:cubicBezTo>
                    <a:pt x="296" y="288"/>
                    <a:pt x="296" y="288"/>
                    <a:pt x="296" y="288"/>
                  </a:cubicBezTo>
                  <a:cubicBezTo>
                    <a:pt x="330" y="260"/>
                    <a:pt x="330" y="260"/>
                    <a:pt x="330" y="260"/>
                  </a:cubicBezTo>
                  <a:cubicBezTo>
                    <a:pt x="330" y="120"/>
                    <a:pt x="330" y="120"/>
                    <a:pt x="330" y="120"/>
                  </a:cubicBezTo>
                  <a:close/>
                  <a:moveTo>
                    <a:pt x="330" y="338"/>
                  </a:moveTo>
                  <a:cubicBezTo>
                    <a:pt x="330" y="423"/>
                    <a:pt x="330" y="423"/>
                    <a:pt x="330" y="423"/>
                  </a:cubicBezTo>
                  <a:cubicBezTo>
                    <a:pt x="329" y="418"/>
                    <a:pt x="328" y="413"/>
                    <a:pt x="326" y="409"/>
                  </a:cubicBezTo>
                  <a:cubicBezTo>
                    <a:pt x="321" y="395"/>
                    <a:pt x="309" y="376"/>
                    <a:pt x="296" y="366"/>
                  </a:cubicBezTo>
                  <a:cubicBezTo>
                    <a:pt x="296" y="307"/>
                    <a:pt x="296" y="307"/>
                    <a:pt x="296" y="307"/>
                  </a:cubicBezTo>
                  <a:cubicBezTo>
                    <a:pt x="310" y="315"/>
                    <a:pt x="322" y="326"/>
                    <a:pt x="330" y="338"/>
                  </a:cubicBezTo>
                  <a:close/>
                  <a:moveTo>
                    <a:pt x="296" y="684"/>
                  </a:moveTo>
                  <a:cubicBezTo>
                    <a:pt x="274" y="707"/>
                    <a:pt x="248" y="721"/>
                    <a:pt x="220" y="728"/>
                  </a:cubicBezTo>
                  <a:cubicBezTo>
                    <a:pt x="220" y="619"/>
                    <a:pt x="220" y="619"/>
                    <a:pt x="220" y="619"/>
                  </a:cubicBezTo>
                  <a:cubicBezTo>
                    <a:pt x="254" y="629"/>
                    <a:pt x="281" y="636"/>
                    <a:pt x="295" y="609"/>
                  </a:cubicBezTo>
                  <a:cubicBezTo>
                    <a:pt x="296" y="608"/>
                    <a:pt x="296" y="608"/>
                    <a:pt x="296" y="608"/>
                  </a:cubicBezTo>
                  <a:cubicBezTo>
                    <a:pt x="296" y="684"/>
                    <a:pt x="296" y="684"/>
                    <a:pt x="296" y="684"/>
                  </a:cubicBezTo>
                  <a:close/>
                  <a:moveTo>
                    <a:pt x="220" y="52"/>
                  </a:moveTo>
                  <a:cubicBezTo>
                    <a:pt x="296" y="83"/>
                    <a:pt x="296" y="83"/>
                    <a:pt x="296" y="83"/>
                  </a:cubicBezTo>
                  <a:cubicBezTo>
                    <a:pt x="296" y="137"/>
                    <a:pt x="296" y="137"/>
                    <a:pt x="296" y="137"/>
                  </a:cubicBezTo>
                  <a:cubicBezTo>
                    <a:pt x="268" y="163"/>
                    <a:pt x="241" y="197"/>
                    <a:pt x="220" y="227"/>
                  </a:cubicBezTo>
                  <a:cubicBezTo>
                    <a:pt x="220" y="132"/>
                    <a:pt x="220" y="132"/>
                    <a:pt x="220" y="132"/>
                  </a:cubicBezTo>
                  <a:cubicBezTo>
                    <a:pt x="255" y="134"/>
                    <a:pt x="255" y="134"/>
                    <a:pt x="255" y="134"/>
                  </a:cubicBezTo>
                  <a:cubicBezTo>
                    <a:pt x="266" y="71"/>
                    <a:pt x="266" y="71"/>
                    <a:pt x="266" y="71"/>
                  </a:cubicBezTo>
                  <a:cubicBezTo>
                    <a:pt x="246" y="119"/>
                    <a:pt x="246" y="119"/>
                    <a:pt x="246" y="119"/>
                  </a:cubicBezTo>
                  <a:cubicBezTo>
                    <a:pt x="220" y="117"/>
                    <a:pt x="220" y="117"/>
                    <a:pt x="220" y="117"/>
                  </a:cubicBezTo>
                  <a:cubicBezTo>
                    <a:pt x="220" y="52"/>
                    <a:pt x="220" y="52"/>
                    <a:pt x="220" y="52"/>
                  </a:cubicBezTo>
                  <a:close/>
                  <a:moveTo>
                    <a:pt x="296" y="201"/>
                  </a:moveTo>
                  <a:cubicBezTo>
                    <a:pt x="293" y="203"/>
                    <a:pt x="291" y="205"/>
                    <a:pt x="288" y="208"/>
                  </a:cubicBezTo>
                  <a:cubicBezTo>
                    <a:pt x="282" y="207"/>
                    <a:pt x="277" y="201"/>
                    <a:pt x="274" y="187"/>
                  </a:cubicBezTo>
                  <a:cubicBezTo>
                    <a:pt x="274" y="186"/>
                    <a:pt x="273" y="185"/>
                    <a:pt x="273" y="186"/>
                  </a:cubicBezTo>
                  <a:cubicBezTo>
                    <a:pt x="292" y="291"/>
                    <a:pt x="292" y="291"/>
                    <a:pt x="292" y="291"/>
                  </a:cubicBezTo>
                  <a:cubicBezTo>
                    <a:pt x="296" y="288"/>
                    <a:pt x="296" y="288"/>
                    <a:pt x="296" y="288"/>
                  </a:cubicBezTo>
                  <a:cubicBezTo>
                    <a:pt x="296" y="201"/>
                    <a:pt x="296" y="201"/>
                    <a:pt x="296" y="201"/>
                  </a:cubicBezTo>
                  <a:close/>
                  <a:moveTo>
                    <a:pt x="296" y="307"/>
                  </a:moveTo>
                  <a:cubicBezTo>
                    <a:pt x="296" y="366"/>
                    <a:pt x="296" y="366"/>
                    <a:pt x="296" y="366"/>
                  </a:cubicBezTo>
                  <a:cubicBezTo>
                    <a:pt x="293" y="363"/>
                    <a:pt x="291" y="362"/>
                    <a:pt x="288" y="360"/>
                  </a:cubicBezTo>
                  <a:cubicBezTo>
                    <a:pt x="280" y="358"/>
                    <a:pt x="270" y="378"/>
                    <a:pt x="258" y="373"/>
                  </a:cubicBezTo>
                  <a:cubicBezTo>
                    <a:pt x="245" y="368"/>
                    <a:pt x="252" y="347"/>
                    <a:pt x="244" y="343"/>
                  </a:cubicBezTo>
                  <a:cubicBezTo>
                    <a:pt x="237" y="341"/>
                    <a:pt x="229" y="340"/>
                    <a:pt x="220" y="342"/>
                  </a:cubicBezTo>
                  <a:cubicBezTo>
                    <a:pt x="220" y="300"/>
                    <a:pt x="220" y="300"/>
                    <a:pt x="220" y="300"/>
                  </a:cubicBezTo>
                  <a:cubicBezTo>
                    <a:pt x="248" y="291"/>
                    <a:pt x="275" y="295"/>
                    <a:pt x="296" y="307"/>
                  </a:cubicBezTo>
                  <a:close/>
                  <a:moveTo>
                    <a:pt x="220" y="728"/>
                  </a:moveTo>
                  <a:cubicBezTo>
                    <a:pt x="170" y="739"/>
                    <a:pt x="116" y="727"/>
                    <a:pt x="76" y="698"/>
                  </a:cubicBezTo>
                  <a:cubicBezTo>
                    <a:pt x="76" y="561"/>
                    <a:pt x="76" y="561"/>
                    <a:pt x="76" y="561"/>
                  </a:cubicBezTo>
                  <a:cubicBezTo>
                    <a:pt x="81" y="579"/>
                    <a:pt x="90" y="596"/>
                    <a:pt x="101" y="610"/>
                  </a:cubicBezTo>
                  <a:cubicBezTo>
                    <a:pt x="144" y="596"/>
                    <a:pt x="185" y="609"/>
                    <a:pt x="220" y="619"/>
                  </a:cubicBezTo>
                  <a:cubicBezTo>
                    <a:pt x="220" y="728"/>
                    <a:pt x="220" y="728"/>
                    <a:pt x="220" y="728"/>
                  </a:cubicBezTo>
                  <a:close/>
                  <a:moveTo>
                    <a:pt x="76" y="375"/>
                  </a:moveTo>
                  <a:cubicBezTo>
                    <a:pt x="86" y="369"/>
                    <a:pt x="95" y="367"/>
                    <a:pt x="105" y="367"/>
                  </a:cubicBezTo>
                  <a:cubicBezTo>
                    <a:pt x="128" y="346"/>
                    <a:pt x="153" y="329"/>
                    <a:pt x="180" y="320"/>
                  </a:cubicBezTo>
                  <a:cubicBezTo>
                    <a:pt x="180" y="320"/>
                    <a:pt x="180" y="320"/>
                    <a:pt x="180" y="320"/>
                  </a:cubicBezTo>
                  <a:cubicBezTo>
                    <a:pt x="182" y="319"/>
                    <a:pt x="182" y="319"/>
                    <a:pt x="182" y="319"/>
                  </a:cubicBezTo>
                  <a:cubicBezTo>
                    <a:pt x="189" y="293"/>
                    <a:pt x="186" y="267"/>
                    <a:pt x="161" y="242"/>
                  </a:cubicBezTo>
                  <a:cubicBezTo>
                    <a:pt x="135" y="217"/>
                    <a:pt x="102" y="193"/>
                    <a:pt x="76" y="168"/>
                  </a:cubicBezTo>
                  <a:cubicBezTo>
                    <a:pt x="76" y="9"/>
                    <a:pt x="76" y="9"/>
                    <a:pt x="76" y="9"/>
                  </a:cubicBezTo>
                  <a:cubicBezTo>
                    <a:pt x="80" y="5"/>
                    <a:pt x="83" y="2"/>
                    <a:pt x="87" y="0"/>
                  </a:cubicBezTo>
                  <a:cubicBezTo>
                    <a:pt x="220" y="52"/>
                    <a:pt x="220" y="52"/>
                    <a:pt x="220" y="52"/>
                  </a:cubicBezTo>
                  <a:cubicBezTo>
                    <a:pt x="220" y="117"/>
                    <a:pt x="220" y="117"/>
                    <a:pt x="220" y="117"/>
                  </a:cubicBezTo>
                  <a:cubicBezTo>
                    <a:pt x="183" y="115"/>
                    <a:pt x="183" y="115"/>
                    <a:pt x="183" y="115"/>
                  </a:cubicBezTo>
                  <a:cubicBezTo>
                    <a:pt x="173" y="230"/>
                    <a:pt x="173" y="230"/>
                    <a:pt x="173" y="230"/>
                  </a:cubicBezTo>
                  <a:cubicBezTo>
                    <a:pt x="193" y="130"/>
                    <a:pt x="193" y="130"/>
                    <a:pt x="193" y="130"/>
                  </a:cubicBezTo>
                  <a:cubicBezTo>
                    <a:pt x="220" y="132"/>
                    <a:pt x="220" y="132"/>
                    <a:pt x="220" y="132"/>
                  </a:cubicBezTo>
                  <a:cubicBezTo>
                    <a:pt x="220" y="227"/>
                    <a:pt x="220" y="227"/>
                    <a:pt x="220" y="227"/>
                  </a:cubicBezTo>
                  <a:cubicBezTo>
                    <a:pt x="213" y="237"/>
                    <a:pt x="207" y="246"/>
                    <a:pt x="201" y="255"/>
                  </a:cubicBezTo>
                  <a:cubicBezTo>
                    <a:pt x="208" y="271"/>
                    <a:pt x="209" y="287"/>
                    <a:pt x="207" y="305"/>
                  </a:cubicBezTo>
                  <a:cubicBezTo>
                    <a:pt x="211" y="303"/>
                    <a:pt x="216" y="302"/>
                    <a:pt x="220" y="300"/>
                  </a:cubicBezTo>
                  <a:cubicBezTo>
                    <a:pt x="220" y="342"/>
                    <a:pt x="220" y="342"/>
                    <a:pt x="220" y="342"/>
                  </a:cubicBezTo>
                  <a:cubicBezTo>
                    <a:pt x="207" y="343"/>
                    <a:pt x="193" y="348"/>
                    <a:pt x="184" y="352"/>
                  </a:cubicBezTo>
                  <a:cubicBezTo>
                    <a:pt x="125" y="380"/>
                    <a:pt x="90" y="464"/>
                    <a:pt x="76" y="496"/>
                  </a:cubicBezTo>
                  <a:cubicBezTo>
                    <a:pt x="76" y="439"/>
                    <a:pt x="76" y="439"/>
                    <a:pt x="76" y="439"/>
                  </a:cubicBezTo>
                  <a:cubicBezTo>
                    <a:pt x="86" y="419"/>
                    <a:pt x="98" y="402"/>
                    <a:pt x="110" y="386"/>
                  </a:cubicBezTo>
                  <a:cubicBezTo>
                    <a:pt x="98" y="384"/>
                    <a:pt x="87" y="389"/>
                    <a:pt x="76" y="398"/>
                  </a:cubicBezTo>
                  <a:lnTo>
                    <a:pt x="76" y="375"/>
                  </a:lnTo>
                  <a:close/>
                  <a:moveTo>
                    <a:pt x="76" y="698"/>
                  </a:moveTo>
                  <a:cubicBezTo>
                    <a:pt x="28" y="662"/>
                    <a:pt x="0" y="602"/>
                    <a:pt x="20" y="529"/>
                  </a:cubicBezTo>
                  <a:cubicBezTo>
                    <a:pt x="22" y="519"/>
                    <a:pt x="24" y="509"/>
                    <a:pt x="27" y="499"/>
                  </a:cubicBezTo>
                  <a:cubicBezTo>
                    <a:pt x="21" y="484"/>
                    <a:pt x="21" y="467"/>
                    <a:pt x="25" y="450"/>
                  </a:cubicBezTo>
                  <a:cubicBezTo>
                    <a:pt x="29" y="435"/>
                    <a:pt x="35" y="420"/>
                    <a:pt x="44" y="407"/>
                  </a:cubicBezTo>
                  <a:cubicBezTo>
                    <a:pt x="52" y="394"/>
                    <a:pt x="63" y="383"/>
                    <a:pt x="75" y="375"/>
                  </a:cubicBezTo>
                  <a:cubicBezTo>
                    <a:pt x="76" y="375"/>
                    <a:pt x="76" y="375"/>
                    <a:pt x="76" y="375"/>
                  </a:cubicBezTo>
                  <a:cubicBezTo>
                    <a:pt x="76" y="398"/>
                    <a:pt x="76" y="398"/>
                    <a:pt x="76" y="398"/>
                  </a:cubicBezTo>
                  <a:cubicBezTo>
                    <a:pt x="63" y="410"/>
                    <a:pt x="52" y="428"/>
                    <a:pt x="46" y="447"/>
                  </a:cubicBezTo>
                  <a:cubicBezTo>
                    <a:pt x="35" y="481"/>
                    <a:pt x="54" y="497"/>
                    <a:pt x="70" y="455"/>
                  </a:cubicBezTo>
                  <a:cubicBezTo>
                    <a:pt x="72" y="449"/>
                    <a:pt x="74" y="444"/>
                    <a:pt x="76" y="439"/>
                  </a:cubicBezTo>
                  <a:cubicBezTo>
                    <a:pt x="76" y="496"/>
                    <a:pt x="76" y="496"/>
                    <a:pt x="76" y="496"/>
                  </a:cubicBezTo>
                  <a:cubicBezTo>
                    <a:pt x="75" y="499"/>
                    <a:pt x="75" y="500"/>
                    <a:pt x="74" y="502"/>
                  </a:cubicBezTo>
                  <a:cubicBezTo>
                    <a:pt x="73" y="504"/>
                    <a:pt x="73" y="505"/>
                    <a:pt x="72" y="507"/>
                  </a:cubicBezTo>
                  <a:cubicBezTo>
                    <a:pt x="69" y="523"/>
                    <a:pt x="71" y="543"/>
                    <a:pt x="76" y="561"/>
                  </a:cubicBezTo>
                  <a:cubicBezTo>
                    <a:pt x="76" y="698"/>
                    <a:pt x="76" y="698"/>
                    <a:pt x="76" y="698"/>
                  </a:cubicBezTo>
                  <a:close/>
                  <a:moveTo>
                    <a:pt x="76" y="168"/>
                  </a:moveTo>
                  <a:cubicBezTo>
                    <a:pt x="44" y="135"/>
                    <a:pt x="23" y="99"/>
                    <a:pt x="44" y="50"/>
                  </a:cubicBezTo>
                  <a:cubicBezTo>
                    <a:pt x="51" y="35"/>
                    <a:pt x="62" y="21"/>
                    <a:pt x="76" y="9"/>
                  </a:cubicBezTo>
                  <a:lnTo>
                    <a:pt x="76" y="168"/>
                  </a:lnTo>
                  <a:close/>
                </a:path>
              </a:pathLst>
            </a:custGeom>
            <a:solidFill>
              <a:srgbClr val="C71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2" name="Freeform 231"/>
            <p:cNvSpPr>
              <a:spLocks noEditPoints="1"/>
            </p:cNvSpPr>
            <p:nvPr/>
          </p:nvSpPr>
          <p:spPr bwMode="auto">
            <a:xfrm>
              <a:off x="4251" y="2328"/>
              <a:ext cx="929" cy="818"/>
            </a:xfrm>
            <a:custGeom>
              <a:avLst/>
              <a:gdLst>
                <a:gd name="T0" fmla="*/ 633 w 832"/>
                <a:gd name="T1" fmla="*/ 299 h 733"/>
                <a:gd name="T2" fmla="*/ 466 w 832"/>
                <a:gd name="T3" fmla="*/ 688 h 733"/>
                <a:gd name="T4" fmla="*/ 524 w 832"/>
                <a:gd name="T5" fmla="*/ 587 h 733"/>
                <a:gd name="T6" fmla="*/ 583 w 832"/>
                <a:gd name="T7" fmla="*/ 553 h 733"/>
                <a:gd name="T8" fmla="*/ 517 w 832"/>
                <a:gd name="T9" fmla="*/ 321 h 733"/>
                <a:gd name="T10" fmla="*/ 466 w 832"/>
                <a:gd name="T11" fmla="*/ 252 h 733"/>
                <a:gd name="T12" fmla="*/ 390 w 832"/>
                <a:gd name="T13" fmla="*/ 237 h 733"/>
                <a:gd name="T14" fmla="*/ 406 w 832"/>
                <a:gd name="T15" fmla="*/ 257 h 733"/>
                <a:gd name="T16" fmla="*/ 466 w 832"/>
                <a:gd name="T17" fmla="*/ 320 h 733"/>
                <a:gd name="T18" fmla="*/ 374 w 832"/>
                <a:gd name="T19" fmla="*/ 339 h 733"/>
                <a:gd name="T20" fmla="*/ 374 w 832"/>
                <a:gd name="T21" fmla="*/ 287 h 733"/>
                <a:gd name="T22" fmla="*/ 390 w 832"/>
                <a:gd name="T23" fmla="*/ 122 h 733"/>
                <a:gd name="T24" fmla="*/ 374 w 832"/>
                <a:gd name="T25" fmla="*/ 19 h 733"/>
                <a:gd name="T26" fmla="*/ 374 w 832"/>
                <a:gd name="T27" fmla="*/ 621 h 733"/>
                <a:gd name="T28" fmla="*/ 386 w 832"/>
                <a:gd name="T29" fmla="*/ 543 h 733"/>
                <a:gd name="T30" fmla="*/ 466 w 832"/>
                <a:gd name="T31" fmla="*/ 573 h 733"/>
                <a:gd name="T32" fmla="*/ 276 w 832"/>
                <a:gd name="T33" fmla="*/ 473 h 733"/>
                <a:gd name="T34" fmla="*/ 268 w 832"/>
                <a:gd name="T35" fmla="*/ 463 h 733"/>
                <a:gd name="T36" fmla="*/ 329 w 832"/>
                <a:gd name="T37" fmla="*/ 440 h 733"/>
                <a:gd name="T38" fmla="*/ 374 w 832"/>
                <a:gd name="T39" fmla="*/ 339 h 733"/>
                <a:gd name="T40" fmla="*/ 366 w 832"/>
                <a:gd name="T41" fmla="*/ 382 h 733"/>
                <a:gd name="T42" fmla="*/ 374 w 832"/>
                <a:gd name="T43" fmla="*/ 621 h 733"/>
                <a:gd name="T44" fmla="*/ 268 w 832"/>
                <a:gd name="T45" fmla="*/ 54 h 733"/>
                <a:gd name="T46" fmla="*/ 365 w 832"/>
                <a:gd name="T47" fmla="*/ 14 h 733"/>
                <a:gd name="T48" fmla="*/ 374 w 832"/>
                <a:gd name="T49" fmla="*/ 126 h 733"/>
                <a:gd name="T50" fmla="*/ 268 w 832"/>
                <a:gd name="T51" fmla="*/ 54 h 733"/>
                <a:gd name="T52" fmla="*/ 374 w 832"/>
                <a:gd name="T53" fmla="*/ 287 h 733"/>
                <a:gd name="T54" fmla="*/ 374 w 832"/>
                <a:gd name="T55" fmla="*/ 204 h 733"/>
                <a:gd name="T56" fmla="*/ 251 w 832"/>
                <a:gd name="T57" fmla="*/ 474 h 733"/>
                <a:gd name="T58" fmla="*/ 0 w 832"/>
                <a:gd name="T59" fmla="*/ 510 h 733"/>
                <a:gd name="T60" fmla="*/ 268 w 832"/>
                <a:gd name="T61" fmla="*/ 177 h 733"/>
                <a:gd name="T62" fmla="*/ 246 w 832"/>
                <a:gd name="T63" fmla="*/ 447 h 733"/>
                <a:gd name="T64" fmla="*/ 268 w 832"/>
                <a:gd name="T65" fmla="*/ 463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2" h="733">
                  <a:moveTo>
                    <a:pt x="466" y="252"/>
                  </a:moveTo>
                  <a:cubicBezTo>
                    <a:pt x="518" y="250"/>
                    <a:pt x="567" y="261"/>
                    <a:pt x="633" y="299"/>
                  </a:cubicBezTo>
                  <a:cubicBezTo>
                    <a:pt x="832" y="413"/>
                    <a:pt x="775" y="626"/>
                    <a:pt x="667" y="658"/>
                  </a:cubicBezTo>
                  <a:cubicBezTo>
                    <a:pt x="624" y="733"/>
                    <a:pt x="543" y="728"/>
                    <a:pt x="466" y="688"/>
                  </a:cubicBezTo>
                  <a:cubicBezTo>
                    <a:pt x="466" y="573"/>
                    <a:pt x="466" y="573"/>
                    <a:pt x="466" y="573"/>
                  </a:cubicBezTo>
                  <a:cubicBezTo>
                    <a:pt x="486" y="577"/>
                    <a:pt x="505" y="582"/>
                    <a:pt x="524" y="587"/>
                  </a:cubicBezTo>
                  <a:cubicBezTo>
                    <a:pt x="492" y="510"/>
                    <a:pt x="485" y="396"/>
                    <a:pt x="518" y="356"/>
                  </a:cubicBezTo>
                  <a:cubicBezTo>
                    <a:pt x="542" y="480"/>
                    <a:pt x="568" y="528"/>
                    <a:pt x="583" y="553"/>
                  </a:cubicBezTo>
                  <a:cubicBezTo>
                    <a:pt x="558" y="425"/>
                    <a:pt x="532" y="364"/>
                    <a:pt x="531" y="311"/>
                  </a:cubicBezTo>
                  <a:cubicBezTo>
                    <a:pt x="526" y="313"/>
                    <a:pt x="521" y="317"/>
                    <a:pt x="517" y="321"/>
                  </a:cubicBezTo>
                  <a:cubicBezTo>
                    <a:pt x="500" y="319"/>
                    <a:pt x="483" y="318"/>
                    <a:pt x="466" y="320"/>
                  </a:cubicBezTo>
                  <a:lnTo>
                    <a:pt x="466" y="252"/>
                  </a:lnTo>
                  <a:close/>
                  <a:moveTo>
                    <a:pt x="374" y="19"/>
                  </a:moveTo>
                  <a:cubicBezTo>
                    <a:pt x="444" y="67"/>
                    <a:pt x="401" y="159"/>
                    <a:pt x="390" y="237"/>
                  </a:cubicBezTo>
                  <a:cubicBezTo>
                    <a:pt x="386" y="267"/>
                    <a:pt x="396" y="288"/>
                    <a:pt x="412" y="303"/>
                  </a:cubicBezTo>
                  <a:cubicBezTo>
                    <a:pt x="412" y="289"/>
                    <a:pt x="409" y="273"/>
                    <a:pt x="406" y="257"/>
                  </a:cubicBezTo>
                  <a:cubicBezTo>
                    <a:pt x="427" y="254"/>
                    <a:pt x="447" y="252"/>
                    <a:pt x="466" y="252"/>
                  </a:cubicBezTo>
                  <a:cubicBezTo>
                    <a:pt x="466" y="320"/>
                    <a:pt x="466" y="320"/>
                    <a:pt x="466" y="320"/>
                  </a:cubicBezTo>
                  <a:cubicBezTo>
                    <a:pt x="430" y="325"/>
                    <a:pt x="397" y="340"/>
                    <a:pt x="374" y="369"/>
                  </a:cubicBezTo>
                  <a:cubicBezTo>
                    <a:pt x="374" y="339"/>
                    <a:pt x="374" y="339"/>
                    <a:pt x="374" y="339"/>
                  </a:cubicBezTo>
                  <a:cubicBezTo>
                    <a:pt x="382" y="332"/>
                    <a:pt x="390" y="326"/>
                    <a:pt x="400" y="321"/>
                  </a:cubicBezTo>
                  <a:cubicBezTo>
                    <a:pt x="389" y="310"/>
                    <a:pt x="380" y="299"/>
                    <a:pt x="374" y="287"/>
                  </a:cubicBezTo>
                  <a:cubicBezTo>
                    <a:pt x="374" y="204"/>
                    <a:pt x="374" y="204"/>
                    <a:pt x="374" y="204"/>
                  </a:cubicBezTo>
                  <a:cubicBezTo>
                    <a:pt x="381" y="175"/>
                    <a:pt x="388" y="147"/>
                    <a:pt x="390" y="122"/>
                  </a:cubicBezTo>
                  <a:cubicBezTo>
                    <a:pt x="385" y="123"/>
                    <a:pt x="379" y="124"/>
                    <a:pt x="374" y="126"/>
                  </a:cubicBezTo>
                  <a:cubicBezTo>
                    <a:pt x="374" y="19"/>
                    <a:pt x="374" y="19"/>
                    <a:pt x="374" y="19"/>
                  </a:cubicBezTo>
                  <a:close/>
                  <a:moveTo>
                    <a:pt x="466" y="688"/>
                  </a:moveTo>
                  <a:cubicBezTo>
                    <a:pt x="434" y="671"/>
                    <a:pt x="402" y="648"/>
                    <a:pt x="374" y="621"/>
                  </a:cubicBezTo>
                  <a:cubicBezTo>
                    <a:pt x="374" y="526"/>
                    <a:pt x="374" y="526"/>
                    <a:pt x="374" y="526"/>
                  </a:cubicBezTo>
                  <a:cubicBezTo>
                    <a:pt x="378" y="532"/>
                    <a:pt x="382" y="538"/>
                    <a:pt x="386" y="543"/>
                  </a:cubicBezTo>
                  <a:cubicBezTo>
                    <a:pt x="384" y="550"/>
                    <a:pt x="384" y="558"/>
                    <a:pt x="386" y="565"/>
                  </a:cubicBezTo>
                  <a:cubicBezTo>
                    <a:pt x="408" y="563"/>
                    <a:pt x="437" y="567"/>
                    <a:pt x="466" y="573"/>
                  </a:cubicBezTo>
                  <a:lnTo>
                    <a:pt x="466" y="688"/>
                  </a:lnTo>
                  <a:close/>
                  <a:moveTo>
                    <a:pt x="276" y="473"/>
                  </a:moveTo>
                  <a:cubicBezTo>
                    <a:pt x="291" y="469"/>
                    <a:pt x="304" y="465"/>
                    <a:pt x="316" y="459"/>
                  </a:cubicBezTo>
                  <a:cubicBezTo>
                    <a:pt x="300" y="455"/>
                    <a:pt x="285" y="456"/>
                    <a:pt x="268" y="463"/>
                  </a:cubicBezTo>
                  <a:cubicBezTo>
                    <a:pt x="268" y="436"/>
                    <a:pt x="268" y="436"/>
                    <a:pt x="268" y="436"/>
                  </a:cubicBezTo>
                  <a:cubicBezTo>
                    <a:pt x="287" y="432"/>
                    <a:pt x="308" y="434"/>
                    <a:pt x="329" y="440"/>
                  </a:cubicBezTo>
                  <a:cubicBezTo>
                    <a:pt x="329" y="417"/>
                    <a:pt x="335" y="393"/>
                    <a:pt x="348" y="371"/>
                  </a:cubicBezTo>
                  <a:cubicBezTo>
                    <a:pt x="355" y="359"/>
                    <a:pt x="364" y="348"/>
                    <a:pt x="374" y="339"/>
                  </a:cubicBezTo>
                  <a:cubicBezTo>
                    <a:pt x="374" y="369"/>
                    <a:pt x="374" y="369"/>
                    <a:pt x="374" y="369"/>
                  </a:cubicBezTo>
                  <a:cubicBezTo>
                    <a:pt x="371" y="373"/>
                    <a:pt x="368" y="377"/>
                    <a:pt x="366" y="382"/>
                  </a:cubicBezTo>
                  <a:cubicBezTo>
                    <a:pt x="339" y="428"/>
                    <a:pt x="347" y="480"/>
                    <a:pt x="374" y="526"/>
                  </a:cubicBezTo>
                  <a:cubicBezTo>
                    <a:pt x="374" y="621"/>
                    <a:pt x="374" y="621"/>
                    <a:pt x="374" y="621"/>
                  </a:cubicBezTo>
                  <a:cubicBezTo>
                    <a:pt x="325" y="575"/>
                    <a:pt x="286" y="519"/>
                    <a:pt x="276" y="473"/>
                  </a:cubicBezTo>
                  <a:close/>
                  <a:moveTo>
                    <a:pt x="268" y="54"/>
                  </a:moveTo>
                  <a:cubicBezTo>
                    <a:pt x="300" y="0"/>
                    <a:pt x="300" y="0"/>
                    <a:pt x="300" y="0"/>
                  </a:cubicBezTo>
                  <a:cubicBezTo>
                    <a:pt x="324" y="0"/>
                    <a:pt x="347" y="4"/>
                    <a:pt x="365" y="14"/>
                  </a:cubicBezTo>
                  <a:cubicBezTo>
                    <a:pt x="368" y="16"/>
                    <a:pt x="371" y="17"/>
                    <a:pt x="374" y="19"/>
                  </a:cubicBezTo>
                  <a:cubicBezTo>
                    <a:pt x="374" y="126"/>
                    <a:pt x="374" y="126"/>
                    <a:pt x="374" y="126"/>
                  </a:cubicBezTo>
                  <a:cubicBezTo>
                    <a:pt x="335" y="136"/>
                    <a:pt x="300" y="153"/>
                    <a:pt x="268" y="177"/>
                  </a:cubicBezTo>
                  <a:cubicBezTo>
                    <a:pt x="268" y="54"/>
                    <a:pt x="268" y="54"/>
                    <a:pt x="268" y="54"/>
                  </a:cubicBezTo>
                  <a:close/>
                  <a:moveTo>
                    <a:pt x="374" y="204"/>
                  </a:moveTo>
                  <a:cubicBezTo>
                    <a:pt x="374" y="287"/>
                    <a:pt x="374" y="287"/>
                    <a:pt x="374" y="287"/>
                  </a:cubicBezTo>
                  <a:cubicBezTo>
                    <a:pt x="367" y="273"/>
                    <a:pt x="364" y="257"/>
                    <a:pt x="367" y="242"/>
                  </a:cubicBezTo>
                  <a:cubicBezTo>
                    <a:pt x="369" y="229"/>
                    <a:pt x="371" y="217"/>
                    <a:pt x="374" y="204"/>
                  </a:cubicBezTo>
                  <a:close/>
                  <a:moveTo>
                    <a:pt x="268" y="463"/>
                  </a:moveTo>
                  <a:cubicBezTo>
                    <a:pt x="263" y="466"/>
                    <a:pt x="257" y="469"/>
                    <a:pt x="251" y="474"/>
                  </a:cubicBezTo>
                  <a:cubicBezTo>
                    <a:pt x="186" y="523"/>
                    <a:pt x="124" y="610"/>
                    <a:pt x="44" y="560"/>
                  </a:cubicBezTo>
                  <a:cubicBezTo>
                    <a:pt x="26" y="549"/>
                    <a:pt x="12" y="531"/>
                    <a:pt x="0" y="510"/>
                  </a:cubicBezTo>
                  <a:cubicBezTo>
                    <a:pt x="268" y="54"/>
                    <a:pt x="268" y="54"/>
                    <a:pt x="268" y="54"/>
                  </a:cubicBezTo>
                  <a:cubicBezTo>
                    <a:pt x="268" y="177"/>
                    <a:pt x="268" y="177"/>
                    <a:pt x="268" y="177"/>
                  </a:cubicBezTo>
                  <a:cubicBezTo>
                    <a:pt x="169" y="254"/>
                    <a:pt x="114" y="392"/>
                    <a:pt x="146" y="532"/>
                  </a:cubicBezTo>
                  <a:cubicBezTo>
                    <a:pt x="181" y="508"/>
                    <a:pt x="216" y="469"/>
                    <a:pt x="246" y="447"/>
                  </a:cubicBezTo>
                  <a:cubicBezTo>
                    <a:pt x="253" y="442"/>
                    <a:pt x="260" y="438"/>
                    <a:pt x="268" y="436"/>
                  </a:cubicBezTo>
                  <a:lnTo>
                    <a:pt x="268" y="463"/>
                  </a:ln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3" name="Freeform 232"/>
            <p:cNvSpPr>
              <a:spLocks noEditPoints="1"/>
            </p:cNvSpPr>
            <p:nvPr/>
          </p:nvSpPr>
          <p:spPr bwMode="auto">
            <a:xfrm>
              <a:off x="3684" y="2790"/>
              <a:ext cx="757" cy="866"/>
            </a:xfrm>
            <a:custGeom>
              <a:avLst/>
              <a:gdLst>
                <a:gd name="T0" fmla="*/ 605 w 678"/>
                <a:gd name="T1" fmla="*/ 53 h 776"/>
                <a:gd name="T2" fmla="*/ 594 w 678"/>
                <a:gd name="T3" fmla="*/ 246 h 776"/>
                <a:gd name="T4" fmla="*/ 630 w 678"/>
                <a:gd name="T5" fmla="*/ 526 h 776"/>
                <a:gd name="T6" fmla="*/ 457 w 678"/>
                <a:gd name="T7" fmla="*/ 772 h 776"/>
                <a:gd name="T8" fmla="*/ 606 w 678"/>
                <a:gd name="T9" fmla="*/ 532 h 776"/>
                <a:gd name="T10" fmla="*/ 457 w 678"/>
                <a:gd name="T11" fmla="*/ 725 h 776"/>
                <a:gd name="T12" fmla="*/ 547 w 678"/>
                <a:gd name="T13" fmla="*/ 607 h 776"/>
                <a:gd name="T14" fmla="*/ 553 w 678"/>
                <a:gd name="T15" fmla="*/ 493 h 776"/>
                <a:gd name="T16" fmla="*/ 589 w 678"/>
                <a:gd name="T17" fmla="*/ 463 h 776"/>
                <a:gd name="T18" fmla="*/ 457 w 678"/>
                <a:gd name="T19" fmla="*/ 338 h 776"/>
                <a:gd name="T20" fmla="*/ 523 w 678"/>
                <a:gd name="T21" fmla="*/ 146 h 776"/>
                <a:gd name="T22" fmla="*/ 457 w 678"/>
                <a:gd name="T23" fmla="*/ 38 h 776"/>
                <a:gd name="T24" fmla="*/ 457 w 678"/>
                <a:gd name="T25" fmla="*/ 772 h 776"/>
                <a:gd name="T26" fmla="*/ 307 w 678"/>
                <a:gd name="T27" fmla="*/ 641 h 776"/>
                <a:gd name="T28" fmla="*/ 457 w 678"/>
                <a:gd name="T29" fmla="*/ 772 h 776"/>
                <a:gd name="T30" fmla="*/ 457 w 678"/>
                <a:gd name="T31" fmla="*/ 38 h 776"/>
                <a:gd name="T32" fmla="*/ 307 w 678"/>
                <a:gd name="T33" fmla="*/ 169 h 776"/>
                <a:gd name="T34" fmla="*/ 457 w 678"/>
                <a:gd name="T35" fmla="*/ 227 h 776"/>
                <a:gd name="T36" fmla="*/ 367 w 678"/>
                <a:gd name="T37" fmla="*/ 334 h 776"/>
                <a:gd name="T38" fmla="*/ 307 w 678"/>
                <a:gd name="T39" fmla="*/ 346 h 776"/>
                <a:gd name="T40" fmla="*/ 439 w 678"/>
                <a:gd name="T41" fmla="*/ 309 h 776"/>
                <a:gd name="T42" fmla="*/ 457 w 678"/>
                <a:gd name="T43" fmla="*/ 227 h 776"/>
                <a:gd name="T44" fmla="*/ 413 w 678"/>
                <a:gd name="T45" fmla="*/ 605 h 776"/>
                <a:gd name="T46" fmla="*/ 307 w 678"/>
                <a:gd name="T47" fmla="*/ 476 h 776"/>
                <a:gd name="T48" fmla="*/ 309 w 678"/>
                <a:gd name="T49" fmla="*/ 550 h 776"/>
                <a:gd name="T50" fmla="*/ 307 w 678"/>
                <a:gd name="T51" fmla="*/ 581 h 776"/>
                <a:gd name="T52" fmla="*/ 323 w 678"/>
                <a:gd name="T53" fmla="*/ 651 h 776"/>
                <a:gd name="T54" fmla="*/ 380 w 678"/>
                <a:gd name="T55" fmla="*/ 677 h 776"/>
                <a:gd name="T56" fmla="*/ 457 w 678"/>
                <a:gd name="T57" fmla="*/ 725 h 776"/>
                <a:gd name="T58" fmla="*/ 307 w 678"/>
                <a:gd name="T59" fmla="*/ 694 h 776"/>
                <a:gd name="T60" fmla="*/ 284 w 678"/>
                <a:gd name="T61" fmla="*/ 585 h 776"/>
                <a:gd name="T62" fmla="*/ 307 w 678"/>
                <a:gd name="T63" fmla="*/ 639 h 776"/>
                <a:gd name="T64" fmla="*/ 307 w 678"/>
                <a:gd name="T65" fmla="*/ 641 h 776"/>
                <a:gd name="T66" fmla="*/ 284 w 678"/>
                <a:gd name="T67" fmla="*/ 98 h 776"/>
                <a:gd name="T68" fmla="*/ 307 w 678"/>
                <a:gd name="T69" fmla="*/ 169 h 776"/>
                <a:gd name="T70" fmla="*/ 284 w 678"/>
                <a:gd name="T71" fmla="*/ 98 h 776"/>
                <a:gd name="T72" fmla="*/ 307 w 678"/>
                <a:gd name="T73" fmla="*/ 381 h 776"/>
                <a:gd name="T74" fmla="*/ 284 w 678"/>
                <a:gd name="T75" fmla="*/ 328 h 776"/>
                <a:gd name="T76" fmla="*/ 307 w 678"/>
                <a:gd name="T77" fmla="*/ 346 h 776"/>
                <a:gd name="T78" fmla="*/ 307 w 678"/>
                <a:gd name="T79" fmla="*/ 532 h 776"/>
                <a:gd name="T80" fmla="*/ 284 w 678"/>
                <a:gd name="T81" fmla="*/ 509 h 776"/>
                <a:gd name="T82" fmla="*/ 307 w 678"/>
                <a:gd name="T83" fmla="*/ 476 h 776"/>
                <a:gd name="T84" fmla="*/ 280 w 678"/>
                <a:gd name="T85" fmla="*/ 648 h 776"/>
                <a:gd name="T86" fmla="*/ 133 w 678"/>
                <a:gd name="T87" fmla="*/ 408 h 776"/>
                <a:gd name="T88" fmla="*/ 6 w 678"/>
                <a:gd name="T89" fmla="*/ 262 h 776"/>
                <a:gd name="T90" fmla="*/ 284 w 678"/>
                <a:gd name="T91" fmla="*/ 98 h 776"/>
                <a:gd name="T92" fmla="*/ 122 w 678"/>
                <a:gd name="T93" fmla="*/ 279 h 776"/>
                <a:gd name="T94" fmla="*/ 284 w 678"/>
                <a:gd name="T95" fmla="*/ 328 h 776"/>
                <a:gd name="T96" fmla="*/ 279 w 678"/>
                <a:gd name="T97" fmla="*/ 471 h 776"/>
                <a:gd name="T98" fmla="*/ 284 w 678"/>
                <a:gd name="T99" fmla="*/ 471 h 776"/>
                <a:gd name="T100" fmla="*/ 259 w 678"/>
                <a:gd name="T101" fmla="*/ 507 h 776"/>
                <a:gd name="T102" fmla="*/ 284 w 678"/>
                <a:gd name="T103" fmla="*/ 585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8" h="776">
                  <a:moveTo>
                    <a:pt x="564" y="0"/>
                  </a:moveTo>
                  <a:cubicBezTo>
                    <a:pt x="583" y="16"/>
                    <a:pt x="597" y="34"/>
                    <a:pt x="605" y="53"/>
                  </a:cubicBezTo>
                  <a:cubicBezTo>
                    <a:pt x="615" y="80"/>
                    <a:pt x="613" y="104"/>
                    <a:pt x="603" y="124"/>
                  </a:cubicBezTo>
                  <a:cubicBezTo>
                    <a:pt x="669" y="191"/>
                    <a:pt x="559" y="210"/>
                    <a:pt x="594" y="246"/>
                  </a:cubicBezTo>
                  <a:cubicBezTo>
                    <a:pt x="678" y="333"/>
                    <a:pt x="557" y="354"/>
                    <a:pt x="606" y="392"/>
                  </a:cubicBezTo>
                  <a:cubicBezTo>
                    <a:pt x="661" y="435"/>
                    <a:pt x="620" y="480"/>
                    <a:pt x="630" y="526"/>
                  </a:cubicBezTo>
                  <a:cubicBezTo>
                    <a:pt x="652" y="628"/>
                    <a:pt x="631" y="719"/>
                    <a:pt x="515" y="759"/>
                  </a:cubicBezTo>
                  <a:cubicBezTo>
                    <a:pt x="494" y="766"/>
                    <a:pt x="475" y="771"/>
                    <a:pt x="457" y="772"/>
                  </a:cubicBezTo>
                  <a:cubicBezTo>
                    <a:pt x="457" y="735"/>
                    <a:pt x="457" y="735"/>
                    <a:pt x="457" y="735"/>
                  </a:cubicBezTo>
                  <a:cubicBezTo>
                    <a:pt x="545" y="735"/>
                    <a:pt x="625" y="657"/>
                    <a:pt x="606" y="532"/>
                  </a:cubicBezTo>
                  <a:cubicBezTo>
                    <a:pt x="601" y="554"/>
                    <a:pt x="593" y="575"/>
                    <a:pt x="583" y="593"/>
                  </a:cubicBezTo>
                  <a:cubicBezTo>
                    <a:pt x="563" y="677"/>
                    <a:pt x="505" y="719"/>
                    <a:pt x="457" y="725"/>
                  </a:cubicBezTo>
                  <a:cubicBezTo>
                    <a:pt x="457" y="637"/>
                    <a:pt x="457" y="637"/>
                    <a:pt x="457" y="637"/>
                  </a:cubicBezTo>
                  <a:cubicBezTo>
                    <a:pt x="484" y="641"/>
                    <a:pt x="519" y="633"/>
                    <a:pt x="547" y="607"/>
                  </a:cubicBezTo>
                  <a:cubicBezTo>
                    <a:pt x="564" y="580"/>
                    <a:pt x="570" y="544"/>
                    <a:pt x="557" y="503"/>
                  </a:cubicBezTo>
                  <a:cubicBezTo>
                    <a:pt x="556" y="499"/>
                    <a:pt x="555" y="496"/>
                    <a:pt x="553" y="493"/>
                  </a:cubicBezTo>
                  <a:cubicBezTo>
                    <a:pt x="537" y="454"/>
                    <a:pt x="543" y="465"/>
                    <a:pt x="559" y="481"/>
                  </a:cubicBezTo>
                  <a:cubicBezTo>
                    <a:pt x="580" y="502"/>
                    <a:pt x="592" y="492"/>
                    <a:pt x="589" y="463"/>
                  </a:cubicBezTo>
                  <a:cubicBezTo>
                    <a:pt x="584" y="424"/>
                    <a:pt x="553" y="380"/>
                    <a:pt x="522" y="386"/>
                  </a:cubicBezTo>
                  <a:cubicBezTo>
                    <a:pt x="503" y="364"/>
                    <a:pt x="481" y="348"/>
                    <a:pt x="457" y="338"/>
                  </a:cubicBezTo>
                  <a:cubicBezTo>
                    <a:pt x="457" y="227"/>
                    <a:pt x="457" y="227"/>
                    <a:pt x="457" y="227"/>
                  </a:cubicBezTo>
                  <a:cubicBezTo>
                    <a:pt x="492" y="198"/>
                    <a:pt x="506" y="186"/>
                    <a:pt x="523" y="146"/>
                  </a:cubicBezTo>
                  <a:cubicBezTo>
                    <a:pt x="521" y="131"/>
                    <a:pt x="495" y="128"/>
                    <a:pt x="457" y="133"/>
                  </a:cubicBezTo>
                  <a:cubicBezTo>
                    <a:pt x="457" y="38"/>
                    <a:pt x="457" y="38"/>
                    <a:pt x="457" y="38"/>
                  </a:cubicBezTo>
                  <a:lnTo>
                    <a:pt x="564" y="0"/>
                  </a:lnTo>
                  <a:close/>
                  <a:moveTo>
                    <a:pt x="457" y="772"/>
                  </a:moveTo>
                  <a:cubicBezTo>
                    <a:pt x="391" y="776"/>
                    <a:pt x="343" y="745"/>
                    <a:pt x="307" y="694"/>
                  </a:cubicBezTo>
                  <a:cubicBezTo>
                    <a:pt x="307" y="641"/>
                    <a:pt x="307" y="641"/>
                    <a:pt x="307" y="641"/>
                  </a:cubicBezTo>
                  <a:cubicBezTo>
                    <a:pt x="346" y="707"/>
                    <a:pt x="403" y="736"/>
                    <a:pt x="457" y="735"/>
                  </a:cubicBezTo>
                  <a:cubicBezTo>
                    <a:pt x="457" y="772"/>
                    <a:pt x="457" y="772"/>
                    <a:pt x="457" y="772"/>
                  </a:cubicBezTo>
                  <a:close/>
                  <a:moveTo>
                    <a:pt x="307" y="90"/>
                  </a:moveTo>
                  <a:cubicBezTo>
                    <a:pt x="457" y="38"/>
                    <a:pt x="457" y="38"/>
                    <a:pt x="457" y="38"/>
                  </a:cubicBezTo>
                  <a:cubicBezTo>
                    <a:pt x="457" y="133"/>
                    <a:pt x="457" y="133"/>
                    <a:pt x="457" y="133"/>
                  </a:cubicBezTo>
                  <a:cubicBezTo>
                    <a:pt x="415" y="138"/>
                    <a:pt x="360" y="151"/>
                    <a:pt x="307" y="169"/>
                  </a:cubicBezTo>
                  <a:cubicBezTo>
                    <a:pt x="307" y="90"/>
                    <a:pt x="307" y="90"/>
                    <a:pt x="307" y="90"/>
                  </a:cubicBezTo>
                  <a:close/>
                  <a:moveTo>
                    <a:pt x="457" y="227"/>
                  </a:moveTo>
                  <a:cubicBezTo>
                    <a:pt x="457" y="338"/>
                    <a:pt x="457" y="338"/>
                    <a:pt x="457" y="338"/>
                  </a:cubicBezTo>
                  <a:cubicBezTo>
                    <a:pt x="429" y="326"/>
                    <a:pt x="398" y="323"/>
                    <a:pt x="367" y="334"/>
                  </a:cubicBezTo>
                  <a:cubicBezTo>
                    <a:pt x="341" y="343"/>
                    <a:pt x="321" y="360"/>
                    <a:pt x="307" y="381"/>
                  </a:cubicBezTo>
                  <a:cubicBezTo>
                    <a:pt x="307" y="346"/>
                    <a:pt x="307" y="346"/>
                    <a:pt x="307" y="346"/>
                  </a:cubicBezTo>
                  <a:cubicBezTo>
                    <a:pt x="321" y="332"/>
                    <a:pt x="339" y="320"/>
                    <a:pt x="360" y="313"/>
                  </a:cubicBezTo>
                  <a:cubicBezTo>
                    <a:pt x="387" y="303"/>
                    <a:pt x="414" y="303"/>
                    <a:pt x="439" y="309"/>
                  </a:cubicBezTo>
                  <a:cubicBezTo>
                    <a:pt x="428" y="280"/>
                    <a:pt x="417" y="260"/>
                    <a:pt x="454" y="229"/>
                  </a:cubicBezTo>
                  <a:cubicBezTo>
                    <a:pt x="457" y="227"/>
                    <a:pt x="457" y="227"/>
                    <a:pt x="457" y="227"/>
                  </a:cubicBezTo>
                  <a:close/>
                  <a:moveTo>
                    <a:pt x="457" y="637"/>
                  </a:moveTo>
                  <a:cubicBezTo>
                    <a:pt x="432" y="634"/>
                    <a:pt x="414" y="622"/>
                    <a:pt x="413" y="605"/>
                  </a:cubicBezTo>
                  <a:cubicBezTo>
                    <a:pt x="404" y="511"/>
                    <a:pt x="342" y="619"/>
                    <a:pt x="343" y="543"/>
                  </a:cubicBezTo>
                  <a:cubicBezTo>
                    <a:pt x="343" y="509"/>
                    <a:pt x="325" y="486"/>
                    <a:pt x="307" y="476"/>
                  </a:cubicBezTo>
                  <a:cubicBezTo>
                    <a:pt x="307" y="532"/>
                    <a:pt x="307" y="532"/>
                    <a:pt x="307" y="532"/>
                  </a:cubicBezTo>
                  <a:cubicBezTo>
                    <a:pt x="308" y="538"/>
                    <a:pt x="309" y="544"/>
                    <a:pt x="309" y="550"/>
                  </a:cubicBezTo>
                  <a:cubicBezTo>
                    <a:pt x="309" y="553"/>
                    <a:pt x="309" y="560"/>
                    <a:pt x="309" y="569"/>
                  </a:cubicBezTo>
                  <a:cubicBezTo>
                    <a:pt x="309" y="574"/>
                    <a:pt x="308" y="578"/>
                    <a:pt x="307" y="581"/>
                  </a:cubicBezTo>
                  <a:cubicBezTo>
                    <a:pt x="307" y="639"/>
                    <a:pt x="307" y="639"/>
                    <a:pt x="307" y="639"/>
                  </a:cubicBezTo>
                  <a:cubicBezTo>
                    <a:pt x="312" y="643"/>
                    <a:pt x="318" y="647"/>
                    <a:pt x="323" y="651"/>
                  </a:cubicBezTo>
                  <a:cubicBezTo>
                    <a:pt x="333" y="667"/>
                    <a:pt x="347" y="668"/>
                    <a:pt x="360" y="670"/>
                  </a:cubicBezTo>
                  <a:cubicBezTo>
                    <a:pt x="366" y="673"/>
                    <a:pt x="373" y="675"/>
                    <a:pt x="380" y="677"/>
                  </a:cubicBezTo>
                  <a:cubicBezTo>
                    <a:pt x="383" y="680"/>
                    <a:pt x="386" y="684"/>
                    <a:pt x="389" y="691"/>
                  </a:cubicBezTo>
                  <a:cubicBezTo>
                    <a:pt x="398" y="717"/>
                    <a:pt x="425" y="728"/>
                    <a:pt x="457" y="725"/>
                  </a:cubicBezTo>
                  <a:lnTo>
                    <a:pt x="457" y="637"/>
                  </a:lnTo>
                  <a:close/>
                  <a:moveTo>
                    <a:pt x="307" y="694"/>
                  </a:moveTo>
                  <a:cubicBezTo>
                    <a:pt x="298" y="682"/>
                    <a:pt x="291" y="670"/>
                    <a:pt x="284" y="656"/>
                  </a:cubicBezTo>
                  <a:cubicBezTo>
                    <a:pt x="284" y="585"/>
                    <a:pt x="284" y="585"/>
                    <a:pt x="284" y="585"/>
                  </a:cubicBezTo>
                  <a:cubicBezTo>
                    <a:pt x="293" y="593"/>
                    <a:pt x="303" y="591"/>
                    <a:pt x="307" y="581"/>
                  </a:cubicBezTo>
                  <a:cubicBezTo>
                    <a:pt x="307" y="639"/>
                    <a:pt x="307" y="639"/>
                    <a:pt x="307" y="639"/>
                  </a:cubicBezTo>
                  <a:cubicBezTo>
                    <a:pt x="306" y="639"/>
                    <a:pt x="305" y="638"/>
                    <a:pt x="304" y="637"/>
                  </a:cubicBezTo>
                  <a:cubicBezTo>
                    <a:pt x="305" y="639"/>
                    <a:pt x="306" y="640"/>
                    <a:pt x="307" y="641"/>
                  </a:cubicBezTo>
                  <a:cubicBezTo>
                    <a:pt x="307" y="694"/>
                    <a:pt x="307" y="694"/>
                    <a:pt x="307" y="694"/>
                  </a:cubicBezTo>
                  <a:close/>
                  <a:moveTo>
                    <a:pt x="284" y="98"/>
                  </a:moveTo>
                  <a:cubicBezTo>
                    <a:pt x="307" y="90"/>
                    <a:pt x="307" y="90"/>
                    <a:pt x="307" y="90"/>
                  </a:cubicBezTo>
                  <a:cubicBezTo>
                    <a:pt x="307" y="169"/>
                    <a:pt x="307" y="169"/>
                    <a:pt x="307" y="169"/>
                  </a:cubicBezTo>
                  <a:cubicBezTo>
                    <a:pt x="299" y="171"/>
                    <a:pt x="291" y="174"/>
                    <a:pt x="284" y="177"/>
                  </a:cubicBezTo>
                  <a:cubicBezTo>
                    <a:pt x="284" y="98"/>
                    <a:pt x="284" y="98"/>
                    <a:pt x="284" y="98"/>
                  </a:cubicBezTo>
                  <a:close/>
                  <a:moveTo>
                    <a:pt x="307" y="346"/>
                  </a:moveTo>
                  <a:cubicBezTo>
                    <a:pt x="307" y="381"/>
                    <a:pt x="307" y="381"/>
                    <a:pt x="307" y="381"/>
                  </a:cubicBezTo>
                  <a:cubicBezTo>
                    <a:pt x="296" y="397"/>
                    <a:pt x="288" y="415"/>
                    <a:pt x="284" y="435"/>
                  </a:cubicBezTo>
                  <a:cubicBezTo>
                    <a:pt x="284" y="328"/>
                    <a:pt x="284" y="328"/>
                    <a:pt x="284" y="328"/>
                  </a:cubicBezTo>
                  <a:cubicBezTo>
                    <a:pt x="289" y="337"/>
                    <a:pt x="292" y="347"/>
                    <a:pt x="295" y="359"/>
                  </a:cubicBezTo>
                  <a:cubicBezTo>
                    <a:pt x="299" y="355"/>
                    <a:pt x="303" y="350"/>
                    <a:pt x="307" y="346"/>
                  </a:cubicBezTo>
                  <a:close/>
                  <a:moveTo>
                    <a:pt x="307" y="476"/>
                  </a:moveTo>
                  <a:cubicBezTo>
                    <a:pt x="307" y="532"/>
                    <a:pt x="307" y="532"/>
                    <a:pt x="307" y="532"/>
                  </a:cubicBezTo>
                  <a:cubicBezTo>
                    <a:pt x="304" y="517"/>
                    <a:pt x="297" y="506"/>
                    <a:pt x="285" y="509"/>
                  </a:cubicBezTo>
                  <a:cubicBezTo>
                    <a:pt x="284" y="509"/>
                    <a:pt x="284" y="509"/>
                    <a:pt x="284" y="509"/>
                  </a:cubicBezTo>
                  <a:cubicBezTo>
                    <a:pt x="284" y="471"/>
                    <a:pt x="284" y="471"/>
                    <a:pt x="284" y="471"/>
                  </a:cubicBezTo>
                  <a:cubicBezTo>
                    <a:pt x="291" y="470"/>
                    <a:pt x="299" y="472"/>
                    <a:pt x="307" y="476"/>
                  </a:cubicBezTo>
                  <a:close/>
                  <a:moveTo>
                    <a:pt x="284" y="656"/>
                  </a:moveTo>
                  <a:cubicBezTo>
                    <a:pt x="282" y="654"/>
                    <a:pt x="281" y="651"/>
                    <a:pt x="280" y="648"/>
                  </a:cubicBezTo>
                  <a:cubicBezTo>
                    <a:pt x="259" y="606"/>
                    <a:pt x="198" y="597"/>
                    <a:pt x="215" y="528"/>
                  </a:cubicBezTo>
                  <a:cubicBezTo>
                    <a:pt x="229" y="468"/>
                    <a:pt x="122" y="528"/>
                    <a:pt x="133" y="408"/>
                  </a:cubicBezTo>
                  <a:cubicBezTo>
                    <a:pt x="138" y="357"/>
                    <a:pt x="39" y="412"/>
                    <a:pt x="50" y="316"/>
                  </a:cubicBezTo>
                  <a:cubicBezTo>
                    <a:pt x="31" y="306"/>
                    <a:pt x="15" y="289"/>
                    <a:pt x="6" y="262"/>
                  </a:cubicBezTo>
                  <a:cubicBezTo>
                    <a:pt x="0" y="243"/>
                    <a:pt x="1" y="220"/>
                    <a:pt x="6" y="196"/>
                  </a:cubicBezTo>
                  <a:cubicBezTo>
                    <a:pt x="284" y="98"/>
                    <a:pt x="284" y="98"/>
                    <a:pt x="284" y="98"/>
                  </a:cubicBezTo>
                  <a:cubicBezTo>
                    <a:pt x="284" y="177"/>
                    <a:pt x="284" y="177"/>
                    <a:pt x="284" y="177"/>
                  </a:cubicBezTo>
                  <a:cubicBezTo>
                    <a:pt x="188" y="210"/>
                    <a:pt x="105" y="253"/>
                    <a:pt x="122" y="279"/>
                  </a:cubicBezTo>
                  <a:cubicBezTo>
                    <a:pt x="161" y="301"/>
                    <a:pt x="186" y="305"/>
                    <a:pt x="234" y="306"/>
                  </a:cubicBezTo>
                  <a:cubicBezTo>
                    <a:pt x="263" y="307"/>
                    <a:pt x="276" y="315"/>
                    <a:pt x="284" y="328"/>
                  </a:cubicBezTo>
                  <a:cubicBezTo>
                    <a:pt x="284" y="435"/>
                    <a:pt x="284" y="435"/>
                    <a:pt x="284" y="435"/>
                  </a:cubicBezTo>
                  <a:cubicBezTo>
                    <a:pt x="281" y="447"/>
                    <a:pt x="279" y="459"/>
                    <a:pt x="279" y="471"/>
                  </a:cubicBezTo>
                  <a:cubicBezTo>
                    <a:pt x="279" y="471"/>
                    <a:pt x="279" y="472"/>
                    <a:pt x="279" y="472"/>
                  </a:cubicBezTo>
                  <a:cubicBezTo>
                    <a:pt x="280" y="472"/>
                    <a:pt x="282" y="471"/>
                    <a:pt x="284" y="471"/>
                  </a:cubicBezTo>
                  <a:cubicBezTo>
                    <a:pt x="284" y="509"/>
                    <a:pt x="284" y="509"/>
                    <a:pt x="284" y="509"/>
                  </a:cubicBezTo>
                  <a:cubicBezTo>
                    <a:pt x="276" y="511"/>
                    <a:pt x="268" y="510"/>
                    <a:pt x="259" y="507"/>
                  </a:cubicBezTo>
                  <a:cubicBezTo>
                    <a:pt x="257" y="528"/>
                    <a:pt x="262" y="553"/>
                    <a:pt x="274" y="572"/>
                  </a:cubicBezTo>
                  <a:cubicBezTo>
                    <a:pt x="277" y="578"/>
                    <a:pt x="280" y="582"/>
                    <a:pt x="284" y="585"/>
                  </a:cubicBezTo>
                  <a:lnTo>
                    <a:pt x="284" y="656"/>
                  </a:ln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4" name="Freeform 233"/>
            <p:cNvSpPr>
              <a:spLocks noEditPoints="1"/>
            </p:cNvSpPr>
            <p:nvPr/>
          </p:nvSpPr>
          <p:spPr bwMode="auto">
            <a:xfrm>
              <a:off x="4025" y="3288"/>
              <a:ext cx="292" cy="154"/>
            </a:xfrm>
            <a:custGeom>
              <a:avLst/>
              <a:gdLst>
                <a:gd name="T0" fmla="*/ 256 w 261"/>
                <a:gd name="T1" fmla="*/ 49 h 138"/>
                <a:gd name="T2" fmla="*/ 191 w 261"/>
                <a:gd name="T3" fmla="*/ 70 h 138"/>
                <a:gd name="T4" fmla="*/ 184 w 261"/>
                <a:gd name="T5" fmla="*/ 70 h 138"/>
                <a:gd name="T6" fmla="*/ 184 w 261"/>
                <a:gd name="T7" fmla="*/ 59 h 138"/>
                <a:gd name="T8" fmla="*/ 225 w 261"/>
                <a:gd name="T9" fmla="*/ 44 h 138"/>
                <a:gd name="T10" fmla="*/ 194 w 261"/>
                <a:gd name="T11" fmla="*/ 11 h 138"/>
                <a:gd name="T12" fmla="*/ 184 w 261"/>
                <a:gd name="T13" fmla="*/ 10 h 138"/>
                <a:gd name="T14" fmla="*/ 184 w 261"/>
                <a:gd name="T15" fmla="*/ 0 h 138"/>
                <a:gd name="T16" fmla="*/ 206 w 261"/>
                <a:gd name="T17" fmla="*/ 3 h 138"/>
                <a:gd name="T18" fmla="*/ 256 w 261"/>
                <a:gd name="T19" fmla="*/ 49 h 138"/>
                <a:gd name="T20" fmla="*/ 184 w 261"/>
                <a:gd name="T21" fmla="*/ 70 h 138"/>
                <a:gd name="T22" fmla="*/ 146 w 261"/>
                <a:gd name="T23" fmla="*/ 71 h 138"/>
                <a:gd name="T24" fmla="*/ 111 w 261"/>
                <a:gd name="T25" fmla="*/ 82 h 138"/>
                <a:gd name="T26" fmla="*/ 73 w 261"/>
                <a:gd name="T27" fmla="*/ 111 h 138"/>
                <a:gd name="T28" fmla="*/ 62 w 261"/>
                <a:gd name="T29" fmla="*/ 118 h 138"/>
                <a:gd name="T30" fmla="*/ 62 w 261"/>
                <a:gd name="T31" fmla="*/ 104 h 138"/>
                <a:gd name="T32" fmla="*/ 83 w 261"/>
                <a:gd name="T33" fmla="*/ 92 h 138"/>
                <a:gd name="T34" fmla="*/ 89 w 261"/>
                <a:gd name="T35" fmla="*/ 57 h 138"/>
                <a:gd name="T36" fmla="*/ 62 w 261"/>
                <a:gd name="T37" fmla="*/ 52 h 138"/>
                <a:gd name="T38" fmla="*/ 62 w 261"/>
                <a:gd name="T39" fmla="*/ 41 h 138"/>
                <a:gd name="T40" fmla="*/ 81 w 261"/>
                <a:gd name="T41" fmla="*/ 42 h 138"/>
                <a:gd name="T42" fmla="*/ 111 w 261"/>
                <a:gd name="T43" fmla="*/ 59 h 138"/>
                <a:gd name="T44" fmla="*/ 129 w 261"/>
                <a:gd name="T45" fmla="*/ 53 h 138"/>
                <a:gd name="T46" fmla="*/ 142 w 261"/>
                <a:gd name="T47" fmla="*/ 21 h 138"/>
                <a:gd name="T48" fmla="*/ 184 w 261"/>
                <a:gd name="T49" fmla="*/ 0 h 138"/>
                <a:gd name="T50" fmla="*/ 184 w 261"/>
                <a:gd name="T51" fmla="*/ 10 h 138"/>
                <a:gd name="T52" fmla="*/ 145 w 261"/>
                <a:gd name="T53" fmla="*/ 37 h 138"/>
                <a:gd name="T54" fmla="*/ 172 w 261"/>
                <a:gd name="T55" fmla="*/ 61 h 138"/>
                <a:gd name="T56" fmla="*/ 184 w 261"/>
                <a:gd name="T57" fmla="*/ 59 h 138"/>
                <a:gd name="T58" fmla="*/ 184 w 261"/>
                <a:gd name="T59" fmla="*/ 70 h 138"/>
                <a:gd name="T60" fmla="*/ 62 w 261"/>
                <a:gd name="T61" fmla="*/ 118 h 138"/>
                <a:gd name="T62" fmla="*/ 9 w 261"/>
                <a:gd name="T63" fmla="*/ 135 h 138"/>
                <a:gd name="T64" fmla="*/ 20 w 261"/>
                <a:gd name="T65" fmla="*/ 68 h 138"/>
                <a:gd name="T66" fmla="*/ 62 w 261"/>
                <a:gd name="T67" fmla="*/ 41 h 138"/>
                <a:gd name="T68" fmla="*/ 62 w 261"/>
                <a:gd name="T69" fmla="*/ 52 h 138"/>
                <a:gd name="T70" fmla="*/ 34 w 261"/>
                <a:gd name="T71" fmla="*/ 67 h 138"/>
                <a:gd name="T72" fmla="*/ 31 w 261"/>
                <a:gd name="T73" fmla="*/ 112 h 138"/>
                <a:gd name="T74" fmla="*/ 62 w 261"/>
                <a:gd name="T75" fmla="*/ 104 h 138"/>
                <a:gd name="T76" fmla="*/ 62 w 261"/>
                <a:gd name="T77" fmla="*/ 11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1" h="138">
                  <a:moveTo>
                    <a:pt x="256" y="49"/>
                  </a:moveTo>
                  <a:cubicBezTo>
                    <a:pt x="247" y="60"/>
                    <a:pt x="213" y="68"/>
                    <a:pt x="191" y="70"/>
                  </a:cubicBezTo>
                  <a:cubicBezTo>
                    <a:pt x="189" y="70"/>
                    <a:pt x="187" y="70"/>
                    <a:pt x="184" y="70"/>
                  </a:cubicBezTo>
                  <a:cubicBezTo>
                    <a:pt x="184" y="59"/>
                    <a:pt x="184" y="59"/>
                    <a:pt x="184" y="59"/>
                  </a:cubicBezTo>
                  <a:cubicBezTo>
                    <a:pt x="204" y="57"/>
                    <a:pt x="220" y="50"/>
                    <a:pt x="225" y="44"/>
                  </a:cubicBezTo>
                  <a:cubicBezTo>
                    <a:pt x="229" y="38"/>
                    <a:pt x="217" y="16"/>
                    <a:pt x="194" y="11"/>
                  </a:cubicBezTo>
                  <a:cubicBezTo>
                    <a:pt x="191" y="10"/>
                    <a:pt x="188" y="10"/>
                    <a:pt x="184" y="10"/>
                  </a:cubicBezTo>
                  <a:cubicBezTo>
                    <a:pt x="184" y="0"/>
                    <a:pt x="184" y="0"/>
                    <a:pt x="184" y="0"/>
                  </a:cubicBezTo>
                  <a:cubicBezTo>
                    <a:pt x="191" y="0"/>
                    <a:pt x="198" y="1"/>
                    <a:pt x="206" y="3"/>
                  </a:cubicBezTo>
                  <a:cubicBezTo>
                    <a:pt x="240" y="13"/>
                    <a:pt x="261" y="43"/>
                    <a:pt x="256" y="49"/>
                  </a:cubicBezTo>
                  <a:close/>
                  <a:moveTo>
                    <a:pt x="184" y="70"/>
                  </a:moveTo>
                  <a:cubicBezTo>
                    <a:pt x="171" y="71"/>
                    <a:pt x="158" y="70"/>
                    <a:pt x="146" y="71"/>
                  </a:cubicBezTo>
                  <a:cubicBezTo>
                    <a:pt x="133" y="71"/>
                    <a:pt x="122" y="75"/>
                    <a:pt x="111" y="82"/>
                  </a:cubicBezTo>
                  <a:cubicBezTo>
                    <a:pt x="99" y="90"/>
                    <a:pt x="87" y="102"/>
                    <a:pt x="73" y="111"/>
                  </a:cubicBezTo>
                  <a:cubicBezTo>
                    <a:pt x="70" y="113"/>
                    <a:pt x="66" y="116"/>
                    <a:pt x="62" y="118"/>
                  </a:cubicBezTo>
                  <a:cubicBezTo>
                    <a:pt x="62" y="104"/>
                    <a:pt x="62" y="104"/>
                    <a:pt x="62" y="104"/>
                  </a:cubicBezTo>
                  <a:cubicBezTo>
                    <a:pt x="68" y="101"/>
                    <a:pt x="76" y="97"/>
                    <a:pt x="83" y="92"/>
                  </a:cubicBezTo>
                  <a:cubicBezTo>
                    <a:pt x="102" y="78"/>
                    <a:pt x="104" y="66"/>
                    <a:pt x="89" y="57"/>
                  </a:cubicBezTo>
                  <a:cubicBezTo>
                    <a:pt x="81" y="53"/>
                    <a:pt x="71" y="51"/>
                    <a:pt x="62" y="52"/>
                  </a:cubicBezTo>
                  <a:cubicBezTo>
                    <a:pt x="62" y="41"/>
                    <a:pt x="62" y="41"/>
                    <a:pt x="62" y="41"/>
                  </a:cubicBezTo>
                  <a:cubicBezTo>
                    <a:pt x="68" y="40"/>
                    <a:pt x="75" y="41"/>
                    <a:pt x="81" y="42"/>
                  </a:cubicBezTo>
                  <a:cubicBezTo>
                    <a:pt x="93" y="45"/>
                    <a:pt x="103" y="54"/>
                    <a:pt x="111" y="59"/>
                  </a:cubicBezTo>
                  <a:cubicBezTo>
                    <a:pt x="120" y="65"/>
                    <a:pt x="126" y="63"/>
                    <a:pt x="129" y="53"/>
                  </a:cubicBezTo>
                  <a:cubicBezTo>
                    <a:pt x="132" y="44"/>
                    <a:pt x="134" y="31"/>
                    <a:pt x="142" y="21"/>
                  </a:cubicBezTo>
                  <a:cubicBezTo>
                    <a:pt x="151" y="9"/>
                    <a:pt x="167" y="1"/>
                    <a:pt x="184" y="0"/>
                  </a:cubicBezTo>
                  <a:cubicBezTo>
                    <a:pt x="184" y="10"/>
                    <a:pt x="184" y="10"/>
                    <a:pt x="184" y="10"/>
                  </a:cubicBezTo>
                  <a:cubicBezTo>
                    <a:pt x="166" y="10"/>
                    <a:pt x="151" y="23"/>
                    <a:pt x="145" y="37"/>
                  </a:cubicBezTo>
                  <a:cubicBezTo>
                    <a:pt x="139" y="53"/>
                    <a:pt x="148" y="62"/>
                    <a:pt x="172" y="61"/>
                  </a:cubicBezTo>
                  <a:cubicBezTo>
                    <a:pt x="176" y="61"/>
                    <a:pt x="180" y="60"/>
                    <a:pt x="184" y="59"/>
                  </a:cubicBezTo>
                  <a:lnTo>
                    <a:pt x="184" y="70"/>
                  </a:lnTo>
                  <a:close/>
                  <a:moveTo>
                    <a:pt x="62" y="118"/>
                  </a:moveTo>
                  <a:cubicBezTo>
                    <a:pt x="43" y="128"/>
                    <a:pt x="20" y="138"/>
                    <a:pt x="9" y="135"/>
                  </a:cubicBezTo>
                  <a:cubicBezTo>
                    <a:pt x="2" y="133"/>
                    <a:pt x="0" y="97"/>
                    <a:pt x="20" y="68"/>
                  </a:cubicBezTo>
                  <a:cubicBezTo>
                    <a:pt x="31" y="53"/>
                    <a:pt x="46" y="44"/>
                    <a:pt x="62" y="41"/>
                  </a:cubicBezTo>
                  <a:cubicBezTo>
                    <a:pt x="62" y="52"/>
                    <a:pt x="62" y="52"/>
                    <a:pt x="62" y="52"/>
                  </a:cubicBezTo>
                  <a:cubicBezTo>
                    <a:pt x="52" y="53"/>
                    <a:pt x="42" y="58"/>
                    <a:pt x="34" y="67"/>
                  </a:cubicBezTo>
                  <a:cubicBezTo>
                    <a:pt x="20" y="85"/>
                    <a:pt x="23" y="110"/>
                    <a:pt x="31" y="112"/>
                  </a:cubicBezTo>
                  <a:cubicBezTo>
                    <a:pt x="36" y="113"/>
                    <a:pt x="48" y="110"/>
                    <a:pt x="62" y="104"/>
                  </a:cubicBezTo>
                  <a:lnTo>
                    <a:pt x="62" y="118"/>
                  </a:ln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5" name="Freeform 234"/>
            <p:cNvSpPr>
              <a:spLocks noEditPoints="1"/>
            </p:cNvSpPr>
            <p:nvPr/>
          </p:nvSpPr>
          <p:spPr bwMode="auto">
            <a:xfrm>
              <a:off x="2262" y="1747"/>
              <a:ext cx="804" cy="705"/>
            </a:xfrm>
            <a:custGeom>
              <a:avLst/>
              <a:gdLst>
                <a:gd name="T0" fmla="*/ 720 w 720"/>
                <a:gd name="T1" fmla="*/ 32 h 631"/>
                <a:gd name="T2" fmla="*/ 653 w 720"/>
                <a:gd name="T3" fmla="*/ 320 h 631"/>
                <a:gd name="T4" fmla="*/ 644 w 720"/>
                <a:gd name="T5" fmla="*/ 0 h 631"/>
                <a:gd name="T6" fmla="*/ 644 w 720"/>
                <a:gd name="T7" fmla="*/ 309 h 631"/>
                <a:gd name="T8" fmla="*/ 644 w 720"/>
                <a:gd name="T9" fmla="*/ 328 h 631"/>
                <a:gd name="T10" fmla="*/ 618 w 720"/>
                <a:gd name="T11" fmla="*/ 623 h 631"/>
                <a:gd name="T12" fmla="*/ 619 w 720"/>
                <a:gd name="T13" fmla="*/ 306 h 631"/>
                <a:gd name="T14" fmla="*/ 515 w 720"/>
                <a:gd name="T15" fmla="*/ 134 h 631"/>
                <a:gd name="T16" fmla="*/ 608 w 720"/>
                <a:gd name="T17" fmla="*/ 313 h 631"/>
                <a:gd name="T18" fmla="*/ 618 w 720"/>
                <a:gd name="T19" fmla="*/ 623 h 631"/>
                <a:gd name="T20" fmla="*/ 515 w 720"/>
                <a:gd name="T21" fmla="*/ 400 h 631"/>
                <a:gd name="T22" fmla="*/ 515 w 720"/>
                <a:gd name="T23" fmla="*/ 180 h 631"/>
                <a:gd name="T24" fmla="*/ 396 w 720"/>
                <a:gd name="T25" fmla="*/ 157 h 631"/>
                <a:gd name="T26" fmla="*/ 515 w 720"/>
                <a:gd name="T27" fmla="*/ 134 h 631"/>
                <a:gd name="T28" fmla="*/ 472 w 720"/>
                <a:gd name="T29" fmla="*/ 290 h 631"/>
                <a:gd name="T30" fmla="*/ 432 w 720"/>
                <a:gd name="T31" fmla="*/ 361 h 631"/>
                <a:gd name="T32" fmla="*/ 515 w 720"/>
                <a:gd name="T33" fmla="*/ 605 h 631"/>
                <a:gd name="T34" fmla="*/ 381 w 720"/>
                <a:gd name="T35" fmla="*/ 396 h 631"/>
                <a:gd name="T36" fmla="*/ 408 w 720"/>
                <a:gd name="T37" fmla="*/ 285 h 631"/>
                <a:gd name="T38" fmla="*/ 381 w 720"/>
                <a:gd name="T39" fmla="*/ 219 h 631"/>
                <a:gd name="T40" fmla="*/ 352 w 720"/>
                <a:gd name="T41" fmla="*/ 107 h 631"/>
                <a:gd name="T42" fmla="*/ 381 w 720"/>
                <a:gd name="T43" fmla="*/ 219 h 631"/>
                <a:gd name="T44" fmla="*/ 348 w 720"/>
                <a:gd name="T45" fmla="*/ 200 h 631"/>
                <a:gd name="T46" fmla="*/ 349 w 720"/>
                <a:gd name="T47" fmla="*/ 141 h 631"/>
                <a:gd name="T48" fmla="*/ 381 w 720"/>
                <a:gd name="T49" fmla="*/ 396 h 631"/>
                <a:gd name="T50" fmla="*/ 347 w 720"/>
                <a:gd name="T51" fmla="*/ 328 h 631"/>
                <a:gd name="T52" fmla="*/ 381 w 720"/>
                <a:gd name="T53" fmla="*/ 396 h 631"/>
                <a:gd name="T54" fmla="*/ 236 w 720"/>
                <a:gd name="T55" fmla="*/ 81 h 631"/>
                <a:gd name="T56" fmla="*/ 347 w 720"/>
                <a:gd name="T57" fmla="*/ 103 h 631"/>
                <a:gd name="T58" fmla="*/ 234 w 720"/>
                <a:gd name="T59" fmla="*/ 102 h 631"/>
                <a:gd name="T60" fmla="*/ 325 w 720"/>
                <a:gd name="T61" fmla="*/ 417 h 631"/>
                <a:gd name="T62" fmla="*/ 234 w 720"/>
                <a:gd name="T63" fmla="*/ 449 h 631"/>
                <a:gd name="T64" fmla="*/ 234 w 720"/>
                <a:gd name="T65" fmla="*/ 393 h 631"/>
                <a:gd name="T66" fmla="*/ 324 w 720"/>
                <a:gd name="T67" fmla="*/ 348 h 631"/>
                <a:gd name="T68" fmla="*/ 347 w 720"/>
                <a:gd name="T69" fmla="*/ 201 h 631"/>
                <a:gd name="T70" fmla="*/ 347 w 720"/>
                <a:gd name="T71" fmla="*/ 409 h 631"/>
                <a:gd name="T72" fmla="*/ 234 w 720"/>
                <a:gd name="T73" fmla="*/ 117 h 631"/>
                <a:gd name="T74" fmla="*/ 347 w 720"/>
                <a:gd name="T75" fmla="*/ 141 h 631"/>
                <a:gd name="T76" fmla="*/ 19 w 720"/>
                <a:gd name="T77" fmla="*/ 284 h 631"/>
                <a:gd name="T78" fmla="*/ 234 w 720"/>
                <a:gd name="T79" fmla="*/ 102 h 631"/>
                <a:gd name="T80" fmla="*/ 232 w 720"/>
                <a:gd name="T81" fmla="*/ 134 h 631"/>
                <a:gd name="T82" fmla="*/ 173 w 720"/>
                <a:gd name="T83" fmla="*/ 374 h 631"/>
                <a:gd name="T84" fmla="*/ 234 w 720"/>
                <a:gd name="T85" fmla="*/ 393 h 631"/>
                <a:gd name="T86" fmla="*/ 234 w 720"/>
                <a:gd name="T87" fmla="*/ 430 h 631"/>
                <a:gd name="T88" fmla="*/ 184 w 720"/>
                <a:gd name="T89" fmla="*/ 430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0" h="631">
                  <a:moveTo>
                    <a:pt x="644" y="0"/>
                  </a:moveTo>
                  <a:cubicBezTo>
                    <a:pt x="649" y="0"/>
                    <a:pt x="655" y="1"/>
                    <a:pt x="661" y="2"/>
                  </a:cubicBezTo>
                  <a:cubicBezTo>
                    <a:pt x="681" y="5"/>
                    <a:pt x="701" y="17"/>
                    <a:pt x="720" y="32"/>
                  </a:cubicBezTo>
                  <a:cubicBezTo>
                    <a:pt x="644" y="549"/>
                    <a:pt x="644" y="549"/>
                    <a:pt x="644" y="549"/>
                  </a:cubicBezTo>
                  <a:cubicBezTo>
                    <a:pt x="644" y="328"/>
                    <a:pt x="644" y="328"/>
                    <a:pt x="644" y="328"/>
                  </a:cubicBezTo>
                  <a:cubicBezTo>
                    <a:pt x="648" y="328"/>
                    <a:pt x="653" y="325"/>
                    <a:pt x="653" y="320"/>
                  </a:cubicBezTo>
                  <a:cubicBezTo>
                    <a:pt x="654" y="315"/>
                    <a:pt x="650" y="310"/>
                    <a:pt x="645" y="310"/>
                  </a:cubicBezTo>
                  <a:cubicBezTo>
                    <a:pt x="645" y="309"/>
                    <a:pt x="644" y="309"/>
                    <a:pt x="644" y="309"/>
                  </a:cubicBezTo>
                  <a:lnTo>
                    <a:pt x="644" y="0"/>
                  </a:lnTo>
                  <a:close/>
                  <a:moveTo>
                    <a:pt x="618" y="3"/>
                  </a:moveTo>
                  <a:cubicBezTo>
                    <a:pt x="626" y="1"/>
                    <a:pt x="634" y="0"/>
                    <a:pt x="644" y="0"/>
                  </a:cubicBezTo>
                  <a:cubicBezTo>
                    <a:pt x="644" y="309"/>
                    <a:pt x="644" y="309"/>
                    <a:pt x="644" y="309"/>
                  </a:cubicBezTo>
                  <a:cubicBezTo>
                    <a:pt x="639" y="309"/>
                    <a:pt x="635" y="313"/>
                    <a:pt x="634" y="317"/>
                  </a:cubicBezTo>
                  <a:cubicBezTo>
                    <a:pt x="633" y="322"/>
                    <a:pt x="637" y="327"/>
                    <a:pt x="642" y="328"/>
                  </a:cubicBezTo>
                  <a:cubicBezTo>
                    <a:pt x="643" y="328"/>
                    <a:pt x="643" y="328"/>
                    <a:pt x="644" y="328"/>
                  </a:cubicBezTo>
                  <a:cubicBezTo>
                    <a:pt x="644" y="549"/>
                    <a:pt x="644" y="549"/>
                    <a:pt x="644" y="549"/>
                  </a:cubicBezTo>
                  <a:cubicBezTo>
                    <a:pt x="634" y="617"/>
                    <a:pt x="634" y="617"/>
                    <a:pt x="634" y="617"/>
                  </a:cubicBezTo>
                  <a:cubicBezTo>
                    <a:pt x="628" y="619"/>
                    <a:pt x="623" y="621"/>
                    <a:pt x="618" y="623"/>
                  </a:cubicBezTo>
                  <a:cubicBezTo>
                    <a:pt x="618" y="324"/>
                    <a:pt x="618" y="324"/>
                    <a:pt x="618" y="324"/>
                  </a:cubicBezTo>
                  <a:cubicBezTo>
                    <a:pt x="623" y="324"/>
                    <a:pt x="627" y="321"/>
                    <a:pt x="627" y="316"/>
                  </a:cubicBezTo>
                  <a:cubicBezTo>
                    <a:pt x="628" y="311"/>
                    <a:pt x="624" y="307"/>
                    <a:pt x="619" y="306"/>
                  </a:cubicBezTo>
                  <a:cubicBezTo>
                    <a:pt x="619" y="306"/>
                    <a:pt x="618" y="306"/>
                    <a:pt x="618" y="306"/>
                  </a:cubicBezTo>
                  <a:lnTo>
                    <a:pt x="618" y="3"/>
                  </a:lnTo>
                  <a:close/>
                  <a:moveTo>
                    <a:pt x="515" y="134"/>
                  </a:moveTo>
                  <a:cubicBezTo>
                    <a:pt x="543" y="80"/>
                    <a:pt x="567" y="18"/>
                    <a:pt x="618" y="3"/>
                  </a:cubicBezTo>
                  <a:cubicBezTo>
                    <a:pt x="618" y="306"/>
                    <a:pt x="618" y="306"/>
                    <a:pt x="618" y="306"/>
                  </a:cubicBezTo>
                  <a:cubicBezTo>
                    <a:pt x="613" y="306"/>
                    <a:pt x="609" y="309"/>
                    <a:pt x="608" y="313"/>
                  </a:cubicBezTo>
                  <a:cubicBezTo>
                    <a:pt x="607" y="318"/>
                    <a:pt x="611" y="323"/>
                    <a:pt x="616" y="324"/>
                  </a:cubicBezTo>
                  <a:cubicBezTo>
                    <a:pt x="617" y="324"/>
                    <a:pt x="617" y="324"/>
                    <a:pt x="618" y="324"/>
                  </a:cubicBezTo>
                  <a:cubicBezTo>
                    <a:pt x="618" y="623"/>
                    <a:pt x="618" y="623"/>
                    <a:pt x="618" y="623"/>
                  </a:cubicBezTo>
                  <a:cubicBezTo>
                    <a:pt x="600" y="628"/>
                    <a:pt x="584" y="631"/>
                    <a:pt x="568" y="629"/>
                  </a:cubicBezTo>
                  <a:cubicBezTo>
                    <a:pt x="545" y="626"/>
                    <a:pt x="528" y="618"/>
                    <a:pt x="515" y="605"/>
                  </a:cubicBezTo>
                  <a:cubicBezTo>
                    <a:pt x="515" y="400"/>
                    <a:pt x="515" y="400"/>
                    <a:pt x="515" y="400"/>
                  </a:cubicBezTo>
                  <a:cubicBezTo>
                    <a:pt x="558" y="375"/>
                    <a:pt x="581" y="349"/>
                    <a:pt x="599" y="313"/>
                  </a:cubicBezTo>
                  <a:cubicBezTo>
                    <a:pt x="586" y="259"/>
                    <a:pt x="564" y="227"/>
                    <a:pt x="517" y="177"/>
                  </a:cubicBezTo>
                  <a:cubicBezTo>
                    <a:pt x="516" y="178"/>
                    <a:pt x="516" y="179"/>
                    <a:pt x="515" y="180"/>
                  </a:cubicBezTo>
                  <a:lnTo>
                    <a:pt x="515" y="134"/>
                  </a:lnTo>
                  <a:close/>
                  <a:moveTo>
                    <a:pt x="381" y="145"/>
                  </a:moveTo>
                  <a:cubicBezTo>
                    <a:pt x="386" y="149"/>
                    <a:pt x="391" y="153"/>
                    <a:pt x="396" y="157"/>
                  </a:cubicBezTo>
                  <a:cubicBezTo>
                    <a:pt x="413" y="167"/>
                    <a:pt x="427" y="182"/>
                    <a:pt x="440" y="198"/>
                  </a:cubicBezTo>
                  <a:cubicBezTo>
                    <a:pt x="463" y="197"/>
                    <a:pt x="484" y="187"/>
                    <a:pt x="501" y="160"/>
                  </a:cubicBezTo>
                  <a:cubicBezTo>
                    <a:pt x="506" y="151"/>
                    <a:pt x="511" y="143"/>
                    <a:pt x="515" y="134"/>
                  </a:cubicBezTo>
                  <a:cubicBezTo>
                    <a:pt x="515" y="180"/>
                    <a:pt x="515" y="180"/>
                    <a:pt x="515" y="180"/>
                  </a:cubicBezTo>
                  <a:cubicBezTo>
                    <a:pt x="502" y="201"/>
                    <a:pt x="479" y="212"/>
                    <a:pt x="452" y="217"/>
                  </a:cubicBezTo>
                  <a:cubicBezTo>
                    <a:pt x="467" y="243"/>
                    <a:pt x="475" y="271"/>
                    <a:pt x="472" y="290"/>
                  </a:cubicBezTo>
                  <a:cubicBezTo>
                    <a:pt x="472" y="291"/>
                    <a:pt x="472" y="293"/>
                    <a:pt x="472" y="294"/>
                  </a:cubicBezTo>
                  <a:cubicBezTo>
                    <a:pt x="471" y="295"/>
                    <a:pt x="471" y="297"/>
                    <a:pt x="471" y="298"/>
                  </a:cubicBezTo>
                  <a:cubicBezTo>
                    <a:pt x="468" y="317"/>
                    <a:pt x="453" y="341"/>
                    <a:pt x="432" y="361"/>
                  </a:cubicBezTo>
                  <a:cubicBezTo>
                    <a:pt x="457" y="374"/>
                    <a:pt x="476" y="392"/>
                    <a:pt x="482" y="417"/>
                  </a:cubicBezTo>
                  <a:cubicBezTo>
                    <a:pt x="494" y="411"/>
                    <a:pt x="505" y="406"/>
                    <a:pt x="515" y="400"/>
                  </a:cubicBezTo>
                  <a:cubicBezTo>
                    <a:pt x="515" y="605"/>
                    <a:pt x="515" y="605"/>
                    <a:pt x="515" y="605"/>
                  </a:cubicBezTo>
                  <a:cubicBezTo>
                    <a:pt x="476" y="567"/>
                    <a:pt x="476" y="492"/>
                    <a:pt x="461" y="432"/>
                  </a:cubicBezTo>
                  <a:cubicBezTo>
                    <a:pt x="453" y="400"/>
                    <a:pt x="435" y="385"/>
                    <a:pt x="413" y="377"/>
                  </a:cubicBezTo>
                  <a:cubicBezTo>
                    <a:pt x="403" y="384"/>
                    <a:pt x="392" y="391"/>
                    <a:pt x="381" y="396"/>
                  </a:cubicBezTo>
                  <a:cubicBezTo>
                    <a:pt x="381" y="343"/>
                    <a:pt x="381" y="343"/>
                    <a:pt x="381" y="343"/>
                  </a:cubicBezTo>
                  <a:cubicBezTo>
                    <a:pt x="394" y="339"/>
                    <a:pt x="406" y="329"/>
                    <a:pt x="414" y="313"/>
                  </a:cubicBezTo>
                  <a:cubicBezTo>
                    <a:pt x="419" y="303"/>
                    <a:pt x="407" y="295"/>
                    <a:pt x="408" y="285"/>
                  </a:cubicBezTo>
                  <a:cubicBezTo>
                    <a:pt x="410" y="275"/>
                    <a:pt x="424" y="270"/>
                    <a:pt x="422" y="260"/>
                  </a:cubicBezTo>
                  <a:cubicBezTo>
                    <a:pt x="417" y="235"/>
                    <a:pt x="403" y="221"/>
                    <a:pt x="386" y="219"/>
                  </a:cubicBezTo>
                  <a:cubicBezTo>
                    <a:pt x="384" y="219"/>
                    <a:pt x="383" y="219"/>
                    <a:pt x="381" y="219"/>
                  </a:cubicBezTo>
                  <a:lnTo>
                    <a:pt x="381" y="145"/>
                  </a:lnTo>
                  <a:close/>
                  <a:moveTo>
                    <a:pt x="347" y="103"/>
                  </a:moveTo>
                  <a:cubicBezTo>
                    <a:pt x="348" y="104"/>
                    <a:pt x="350" y="106"/>
                    <a:pt x="352" y="107"/>
                  </a:cubicBezTo>
                  <a:cubicBezTo>
                    <a:pt x="359" y="115"/>
                    <a:pt x="365" y="124"/>
                    <a:pt x="367" y="135"/>
                  </a:cubicBezTo>
                  <a:cubicBezTo>
                    <a:pt x="372" y="138"/>
                    <a:pt x="377" y="141"/>
                    <a:pt x="381" y="145"/>
                  </a:cubicBezTo>
                  <a:cubicBezTo>
                    <a:pt x="381" y="219"/>
                    <a:pt x="381" y="219"/>
                    <a:pt x="381" y="219"/>
                  </a:cubicBezTo>
                  <a:cubicBezTo>
                    <a:pt x="366" y="219"/>
                    <a:pt x="354" y="234"/>
                    <a:pt x="347" y="254"/>
                  </a:cubicBezTo>
                  <a:cubicBezTo>
                    <a:pt x="347" y="201"/>
                    <a:pt x="347" y="201"/>
                    <a:pt x="347" y="201"/>
                  </a:cubicBezTo>
                  <a:cubicBezTo>
                    <a:pt x="347" y="201"/>
                    <a:pt x="348" y="200"/>
                    <a:pt x="348" y="200"/>
                  </a:cubicBezTo>
                  <a:cubicBezTo>
                    <a:pt x="356" y="191"/>
                    <a:pt x="354" y="182"/>
                    <a:pt x="347" y="175"/>
                  </a:cubicBezTo>
                  <a:cubicBezTo>
                    <a:pt x="347" y="141"/>
                    <a:pt x="347" y="141"/>
                    <a:pt x="347" y="141"/>
                  </a:cubicBezTo>
                  <a:cubicBezTo>
                    <a:pt x="349" y="141"/>
                    <a:pt x="349" y="141"/>
                    <a:pt x="349" y="141"/>
                  </a:cubicBezTo>
                  <a:cubicBezTo>
                    <a:pt x="349" y="138"/>
                    <a:pt x="348" y="136"/>
                    <a:pt x="347" y="133"/>
                  </a:cubicBezTo>
                  <a:cubicBezTo>
                    <a:pt x="347" y="103"/>
                    <a:pt x="347" y="103"/>
                    <a:pt x="347" y="103"/>
                  </a:cubicBezTo>
                  <a:close/>
                  <a:moveTo>
                    <a:pt x="381" y="396"/>
                  </a:moveTo>
                  <a:cubicBezTo>
                    <a:pt x="375" y="399"/>
                    <a:pt x="368" y="401"/>
                    <a:pt x="361" y="403"/>
                  </a:cubicBezTo>
                  <a:cubicBezTo>
                    <a:pt x="357" y="405"/>
                    <a:pt x="352" y="407"/>
                    <a:pt x="347" y="409"/>
                  </a:cubicBezTo>
                  <a:cubicBezTo>
                    <a:pt x="347" y="328"/>
                    <a:pt x="347" y="328"/>
                    <a:pt x="347" y="328"/>
                  </a:cubicBezTo>
                  <a:cubicBezTo>
                    <a:pt x="351" y="336"/>
                    <a:pt x="357" y="342"/>
                    <a:pt x="364" y="343"/>
                  </a:cubicBezTo>
                  <a:cubicBezTo>
                    <a:pt x="370" y="344"/>
                    <a:pt x="376" y="344"/>
                    <a:pt x="381" y="343"/>
                  </a:cubicBezTo>
                  <a:lnTo>
                    <a:pt x="381" y="396"/>
                  </a:lnTo>
                  <a:close/>
                  <a:moveTo>
                    <a:pt x="234" y="81"/>
                  </a:moveTo>
                  <a:cubicBezTo>
                    <a:pt x="235" y="81"/>
                    <a:pt x="235" y="81"/>
                    <a:pt x="236" y="81"/>
                  </a:cubicBezTo>
                  <a:cubicBezTo>
                    <a:pt x="236" y="81"/>
                    <a:pt x="236" y="81"/>
                    <a:pt x="236" y="81"/>
                  </a:cubicBezTo>
                  <a:cubicBezTo>
                    <a:pt x="246" y="78"/>
                    <a:pt x="257" y="76"/>
                    <a:pt x="268" y="76"/>
                  </a:cubicBezTo>
                  <a:cubicBezTo>
                    <a:pt x="283" y="76"/>
                    <a:pt x="299" y="79"/>
                    <a:pt x="313" y="84"/>
                  </a:cubicBezTo>
                  <a:cubicBezTo>
                    <a:pt x="326" y="88"/>
                    <a:pt x="338" y="95"/>
                    <a:pt x="347" y="103"/>
                  </a:cubicBezTo>
                  <a:cubicBezTo>
                    <a:pt x="347" y="133"/>
                    <a:pt x="347" y="133"/>
                    <a:pt x="347" y="133"/>
                  </a:cubicBezTo>
                  <a:cubicBezTo>
                    <a:pt x="335" y="107"/>
                    <a:pt x="288" y="90"/>
                    <a:pt x="253" y="96"/>
                  </a:cubicBezTo>
                  <a:cubicBezTo>
                    <a:pt x="244" y="97"/>
                    <a:pt x="238" y="99"/>
                    <a:pt x="234" y="102"/>
                  </a:cubicBezTo>
                  <a:cubicBezTo>
                    <a:pt x="234" y="81"/>
                    <a:pt x="234" y="81"/>
                    <a:pt x="234" y="81"/>
                  </a:cubicBezTo>
                  <a:close/>
                  <a:moveTo>
                    <a:pt x="347" y="409"/>
                  </a:moveTo>
                  <a:cubicBezTo>
                    <a:pt x="340" y="412"/>
                    <a:pt x="333" y="415"/>
                    <a:pt x="325" y="417"/>
                  </a:cubicBezTo>
                  <a:cubicBezTo>
                    <a:pt x="320" y="426"/>
                    <a:pt x="312" y="433"/>
                    <a:pt x="303" y="439"/>
                  </a:cubicBezTo>
                  <a:cubicBezTo>
                    <a:pt x="290" y="445"/>
                    <a:pt x="275" y="449"/>
                    <a:pt x="259" y="450"/>
                  </a:cubicBezTo>
                  <a:cubicBezTo>
                    <a:pt x="251" y="450"/>
                    <a:pt x="243" y="450"/>
                    <a:pt x="234" y="449"/>
                  </a:cubicBezTo>
                  <a:cubicBezTo>
                    <a:pt x="234" y="430"/>
                    <a:pt x="234" y="430"/>
                    <a:pt x="234" y="430"/>
                  </a:cubicBezTo>
                  <a:cubicBezTo>
                    <a:pt x="265" y="435"/>
                    <a:pt x="300" y="427"/>
                    <a:pt x="310" y="405"/>
                  </a:cubicBezTo>
                  <a:cubicBezTo>
                    <a:pt x="282" y="399"/>
                    <a:pt x="255" y="394"/>
                    <a:pt x="234" y="393"/>
                  </a:cubicBezTo>
                  <a:cubicBezTo>
                    <a:pt x="234" y="382"/>
                    <a:pt x="234" y="382"/>
                    <a:pt x="234" y="382"/>
                  </a:cubicBezTo>
                  <a:cubicBezTo>
                    <a:pt x="285" y="386"/>
                    <a:pt x="339" y="381"/>
                    <a:pt x="326" y="351"/>
                  </a:cubicBezTo>
                  <a:cubicBezTo>
                    <a:pt x="325" y="350"/>
                    <a:pt x="325" y="349"/>
                    <a:pt x="324" y="348"/>
                  </a:cubicBezTo>
                  <a:cubicBezTo>
                    <a:pt x="315" y="332"/>
                    <a:pt x="308" y="308"/>
                    <a:pt x="319" y="273"/>
                  </a:cubicBezTo>
                  <a:cubicBezTo>
                    <a:pt x="318" y="236"/>
                    <a:pt x="332" y="215"/>
                    <a:pt x="345" y="203"/>
                  </a:cubicBezTo>
                  <a:cubicBezTo>
                    <a:pt x="346" y="202"/>
                    <a:pt x="346" y="202"/>
                    <a:pt x="347" y="201"/>
                  </a:cubicBezTo>
                  <a:cubicBezTo>
                    <a:pt x="347" y="254"/>
                    <a:pt x="347" y="254"/>
                    <a:pt x="347" y="254"/>
                  </a:cubicBezTo>
                  <a:cubicBezTo>
                    <a:pt x="338" y="278"/>
                    <a:pt x="338" y="309"/>
                    <a:pt x="347" y="328"/>
                  </a:cubicBezTo>
                  <a:cubicBezTo>
                    <a:pt x="347" y="409"/>
                    <a:pt x="347" y="409"/>
                    <a:pt x="347" y="409"/>
                  </a:cubicBezTo>
                  <a:close/>
                  <a:moveTo>
                    <a:pt x="347" y="141"/>
                  </a:moveTo>
                  <a:cubicBezTo>
                    <a:pt x="305" y="137"/>
                    <a:pt x="274" y="132"/>
                    <a:pt x="254" y="126"/>
                  </a:cubicBezTo>
                  <a:cubicBezTo>
                    <a:pt x="245" y="123"/>
                    <a:pt x="239" y="120"/>
                    <a:pt x="234" y="117"/>
                  </a:cubicBezTo>
                  <a:cubicBezTo>
                    <a:pt x="234" y="134"/>
                    <a:pt x="234" y="134"/>
                    <a:pt x="234" y="134"/>
                  </a:cubicBezTo>
                  <a:cubicBezTo>
                    <a:pt x="275" y="141"/>
                    <a:pt x="328" y="156"/>
                    <a:pt x="347" y="175"/>
                  </a:cubicBezTo>
                  <a:lnTo>
                    <a:pt x="347" y="141"/>
                  </a:lnTo>
                  <a:close/>
                  <a:moveTo>
                    <a:pt x="184" y="430"/>
                  </a:moveTo>
                  <a:cubicBezTo>
                    <a:pt x="184" y="430"/>
                    <a:pt x="184" y="430"/>
                    <a:pt x="184" y="430"/>
                  </a:cubicBezTo>
                  <a:cubicBezTo>
                    <a:pt x="107" y="412"/>
                    <a:pt x="9" y="370"/>
                    <a:pt x="19" y="284"/>
                  </a:cubicBezTo>
                  <a:cubicBezTo>
                    <a:pt x="17" y="274"/>
                    <a:pt x="16" y="265"/>
                    <a:pt x="16" y="255"/>
                  </a:cubicBezTo>
                  <a:cubicBezTo>
                    <a:pt x="0" y="127"/>
                    <a:pt x="90" y="77"/>
                    <a:pt x="234" y="81"/>
                  </a:cubicBezTo>
                  <a:cubicBezTo>
                    <a:pt x="234" y="102"/>
                    <a:pt x="234" y="102"/>
                    <a:pt x="234" y="102"/>
                  </a:cubicBezTo>
                  <a:cubicBezTo>
                    <a:pt x="226" y="106"/>
                    <a:pt x="227" y="112"/>
                    <a:pt x="234" y="117"/>
                  </a:cubicBezTo>
                  <a:cubicBezTo>
                    <a:pt x="234" y="134"/>
                    <a:pt x="234" y="134"/>
                    <a:pt x="234" y="134"/>
                  </a:cubicBezTo>
                  <a:cubicBezTo>
                    <a:pt x="232" y="134"/>
                    <a:pt x="232" y="134"/>
                    <a:pt x="232" y="134"/>
                  </a:cubicBezTo>
                  <a:cubicBezTo>
                    <a:pt x="217" y="206"/>
                    <a:pt x="164" y="232"/>
                    <a:pt x="133" y="280"/>
                  </a:cubicBezTo>
                  <a:cubicBezTo>
                    <a:pt x="114" y="309"/>
                    <a:pt x="108" y="339"/>
                    <a:pt x="124" y="353"/>
                  </a:cubicBezTo>
                  <a:cubicBezTo>
                    <a:pt x="137" y="363"/>
                    <a:pt x="153" y="370"/>
                    <a:pt x="173" y="374"/>
                  </a:cubicBezTo>
                  <a:cubicBezTo>
                    <a:pt x="174" y="375"/>
                    <a:pt x="175" y="375"/>
                    <a:pt x="177" y="375"/>
                  </a:cubicBezTo>
                  <a:cubicBezTo>
                    <a:pt x="192" y="378"/>
                    <a:pt x="213" y="381"/>
                    <a:pt x="234" y="382"/>
                  </a:cubicBezTo>
                  <a:cubicBezTo>
                    <a:pt x="234" y="393"/>
                    <a:pt x="234" y="393"/>
                    <a:pt x="234" y="393"/>
                  </a:cubicBezTo>
                  <a:cubicBezTo>
                    <a:pt x="225" y="392"/>
                    <a:pt x="216" y="391"/>
                    <a:pt x="209" y="392"/>
                  </a:cubicBezTo>
                  <a:cubicBezTo>
                    <a:pt x="179" y="394"/>
                    <a:pt x="181" y="408"/>
                    <a:pt x="204" y="420"/>
                  </a:cubicBezTo>
                  <a:cubicBezTo>
                    <a:pt x="213" y="425"/>
                    <a:pt x="223" y="428"/>
                    <a:pt x="234" y="430"/>
                  </a:cubicBezTo>
                  <a:cubicBezTo>
                    <a:pt x="234" y="449"/>
                    <a:pt x="234" y="449"/>
                    <a:pt x="234" y="449"/>
                  </a:cubicBezTo>
                  <a:cubicBezTo>
                    <a:pt x="227" y="448"/>
                    <a:pt x="220" y="447"/>
                    <a:pt x="213" y="444"/>
                  </a:cubicBezTo>
                  <a:cubicBezTo>
                    <a:pt x="203" y="441"/>
                    <a:pt x="193" y="436"/>
                    <a:pt x="184" y="430"/>
                  </a:cubicBez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6" name="Freeform 235"/>
            <p:cNvSpPr>
              <a:spLocks noEditPoints="1"/>
            </p:cNvSpPr>
            <p:nvPr/>
          </p:nvSpPr>
          <p:spPr bwMode="auto">
            <a:xfrm>
              <a:off x="2390" y="2334"/>
              <a:ext cx="913" cy="801"/>
            </a:xfrm>
            <a:custGeom>
              <a:avLst/>
              <a:gdLst>
                <a:gd name="T0" fmla="*/ 650 w 817"/>
                <a:gd name="T1" fmla="*/ 390 h 717"/>
                <a:gd name="T2" fmla="*/ 654 w 817"/>
                <a:gd name="T3" fmla="*/ 347 h 717"/>
                <a:gd name="T4" fmla="*/ 817 w 817"/>
                <a:gd name="T5" fmla="*/ 501 h 717"/>
                <a:gd name="T6" fmla="*/ 644 w 817"/>
                <a:gd name="T7" fmla="*/ 302 h 717"/>
                <a:gd name="T8" fmla="*/ 650 w 817"/>
                <a:gd name="T9" fmla="*/ 232 h 717"/>
                <a:gd name="T10" fmla="*/ 646 w 817"/>
                <a:gd name="T11" fmla="*/ 348 h 717"/>
                <a:gd name="T12" fmla="*/ 643 w 817"/>
                <a:gd name="T13" fmla="*/ 387 h 717"/>
                <a:gd name="T14" fmla="*/ 641 w 817"/>
                <a:gd name="T15" fmla="*/ 394 h 717"/>
                <a:gd name="T16" fmla="*/ 649 w 817"/>
                <a:gd name="T17" fmla="*/ 393 h 717"/>
                <a:gd name="T18" fmla="*/ 619 w 817"/>
                <a:gd name="T19" fmla="*/ 440 h 717"/>
                <a:gd name="T20" fmla="*/ 630 w 817"/>
                <a:gd name="T21" fmla="*/ 433 h 717"/>
                <a:gd name="T22" fmla="*/ 620 w 817"/>
                <a:gd name="T23" fmla="*/ 434 h 717"/>
                <a:gd name="T24" fmla="*/ 624 w 817"/>
                <a:gd name="T25" fmla="*/ 265 h 717"/>
                <a:gd name="T26" fmla="*/ 619 w 817"/>
                <a:gd name="T27" fmla="*/ 258 h 717"/>
                <a:gd name="T28" fmla="*/ 636 w 817"/>
                <a:gd name="T29" fmla="*/ 297 h 717"/>
                <a:gd name="T30" fmla="*/ 637 w 817"/>
                <a:gd name="T31" fmla="*/ 308 h 717"/>
                <a:gd name="T32" fmla="*/ 589 w 817"/>
                <a:gd name="T33" fmla="*/ 540 h 717"/>
                <a:gd name="T34" fmla="*/ 591 w 817"/>
                <a:gd name="T35" fmla="*/ 461 h 717"/>
                <a:gd name="T36" fmla="*/ 618 w 817"/>
                <a:gd name="T37" fmla="*/ 439 h 717"/>
                <a:gd name="T38" fmla="*/ 613 w 817"/>
                <a:gd name="T39" fmla="*/ 263 h 717"/>
                <a:gd name="T40" fmla="*/ 617 w 817"/>
                <a:gd name="T41" fmla="*/ 269 h 717"/>
                <a:gd name="T42" fmla="*/ 593 w 817"/>
                <a:gd name="T43" fmla="*/ 230 h 717"/>
                <a:gd name="T44" fmla="*/ 575 w 817"/>
                <a:gd name="T45" fmla="*/ 551 h 717"/>
                <a:gd name="T46" fmla="*/ 589 w 817"/>
                <a:gd name="T47" fmla="*/ 462 h 717"/>
                <a:gd name="T48" fmla="*/ 589 w 817"/>
                <a:gd name="T49" fmla="*/ 471 h 717"/>
                <a:gd name="T50" fmla="*/ 588 w 817"/>
                <a:gd name="T51" fmla="*/ 226 h 717"/>
                <a:gd name="T52" fmla="*/ 586 w 817"/>
                <a:gd name="T53" fmla="*/ 234 h 717"/>
                <a:gd name="T54" fmla="*/ 548 w 817"/>
                <a:gd name="T55" fmla="*/ 212 h 717"/>
                <a:gd name="T56" fmla="*/ 553 w 817"/>
                <a:gd name="T57" fmla="*/ 206 h 717"/>
                <a:gd name="T58" fmla="*/ 548 w 817"/>
                <a:gd name="T59" fmla="*/ 561 h 717"/>
                <a:gd name="T60" fmla="*/ 520 w 817"/>
                <a:gd name="T61" fmla="*/ 25 h 717"/>
                <a:gd name="T62" fmla="*/ 543 w 817"/>
                <a:gd name="T63" fmla="*/ 211 h 717"/>
                <a:gd name="T64" fmla="*/ 520 w 817"/>
                <a:gd name="T65" fmla="*/ 225 h 717"/>
                <a:gd name="T66" fmla="*/ 520 w 817"/>
                <a:gd name="T67" fmla="*/ 434 h 717"/>
                <a:gd name="T68" fmla="*/ 502 w 817"/>
                <a:gd name="T69" fmla="*/ 224 h 717"/>
                <a:gd name="T70" fmla="*/ 506 w 817"/>
                <a:gd name="T71" fmla="*/ 197 h 717"/>
                <a:gd name="T72" fmla="*/ 456 w 817"/>
                <a:gd name="T73" fmla="*/ 657 h 717"/>
                <a:gd name="T74" fmla="*/ 502 w 817"/>
                <a:gd name="T75" fmla="*/ 436 h 717"/>
                <a:gd name="T76" fmla="*/ 500 w 817"/>
                <a:gd name="T77" fmla="*/ 197 h 717"/>
                <a:gd name="T78" fmla="*/ 500 w 817"/>
                <a:gd name="T79" fmla="*/ 204 h 717"/>
                <a:gd name="T80" fmla="*/ 457 w 817"/>
                <a:gd name="T81" fmla="*/ 214 h 717"/>
                <a:gd name="T82" fmla="*/ 458 w 817"/>
                <a:gd name="T83" fmla="*/ 205 h 717"/>
                <a:gd name="T84" fmla="*/ 440 w 817"/>
                <a:gd name="T85" fmla="*/ 661 h 717"/>
                <a:gd name="T86" fmla="*/ 456 w 817"/>
                <a:gd name="T87" fmla="*/ 206 h 717"/>
                <a:gd name="T88" fmla="*/ 455 w 817"/>
                <a:gd name="T89" fmla="*/ 214 h 717"/>
                <a:gd name="T90" fmla="*/ 456 w 817"/>
                <a:gd name="T91" fmla="*/ 358 h 717"/>
                <a:gd name="T92" fmla="*/ 440 w 817"/>
                <a:gd name="T93" fmla="*/ 661 h 717"/>
                <a:gd name="T94" fmla="*/ 432 w 817"/>
                <a:gd name="T95" fmla="*/ 545 h 717"/>
                <a:gd name="T96" fmla="*/ 439 w 817"/>
                <a:gd name="T97" fmla="*/ 15 h 717"/>
                <a:gd name="T98" fmla="*/ 337 w 817"/>
                <a:gd name="T99" fmla="*/ 324 h 717"/>
                <a:gd name="T100" fmla="*/ 337 w 817"/>
                <a:gd name="T101" fmla="*/ 679 h 717"/>
                <a:gd name="T102" fmla="*/ 318 w 817"/>
                <a:gd name="T103" fmla="*/ 223 h 717"/>
                <a:gd name="T104" fmla="*/ 208 w 817"/>
                <a:gd name="T105" fmla="*/ 592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17" h="717">
                  <a:moveTo>
                    <a:pt x="817" y="501"/>
                  </a:moveTo>
                  <a:cubicBezTo>
                    <a:pt x="806" y="523"/>
                    <a:pt x="792" y="542"/>
                    <a:pt x="775" y="553"/>
                  </a:cubicBezTo>
                  <a:cubicBezTo>
                    <a:pt x="729" y="583"/>
                    <a:pt x="689" y="567"/>
                    <a:pt x="650" y="539"/>
                  </a:cubicBezTo>
                  <a:cubicBezTo>
                    <a:pt x="650" y="391"/>
                    <a:pt x="650" y="391"/>
                    <a:pt x="650" y="391"/>
                  </a:cubicBezTo>
                  <a:cubicBezTo>
                    <a:pt x="650" y="391"/>
                    <a:pt x="650" y="391"/>
                    <a:pt x="650" y="391"/>
                  </a:cubicBezTo>
                  <a:cubicBezTo>
                    <a:pt x="650" y="390"/>
                    <a:pt x="650" y="390"/>
                    <a:pt x="650" y="390"/>
                  </a:cubicBezTo>
                  <a:cubicBezTo>
                    <a:pt x="650" y="390"/>
                    <a:pt x="650" y="390"/>
                    <a:pt x="650" y="390"/>
                  </a:cubicBezTo>
                  <a:cubicBezTo>
                    <a:pt x="650" y="388"/>
                    <a:pt x="650" y="387"/>
                    <a:pt x="650" y="387"/>
                  </a:cubicBezTo>
                  <a:cubicBezTo>
                    <a:pt x="650" y="355"/>
                    <a:pt x="650" y="355"/>
                    <a:pt x="650" y="355"/>
                  </a:cubicBezTo>
                  <a:cubicBezTo>
                    <a:pt x="652" y="355"/>
                    <a:pt x="654" y="353"/>
                    <a:pt x="654" y="350"/>
                  </a:cubicBezTo>
                  <a:cubicBezTo>
                    <a:pt x="654" y="349"/>
                    <a:pt x="654" y="349"/>
                    <a:pt x="654" y="349"/>
                  </a:cubicBezTo>
                  <a:cubicBezTo>
                    <a:pt x="654" y="347"/>
                    <a:pt x="654" y="347"/>
                    <a:pt x="654" y="347"/>
                  </a:cubicBezTo>
                  <a:cubicBezTo>
                    <a:pt x="653" y="345"/>
                    <a:pt x="653" y="345"/>
                    <a:pt x="653" y="345"/>
                  </a:cubicBezTo>
                  <a:cubicBezTo>
                    <a:pt x="653" y="344"/>
                    <a:pt x="653" y="344"/>
                    <a:pt x="653" y="344"/>
                  </a:cubicBezTo>
                  <a:cubicBezTo>
                    <a:pt x="653" y="343"/>
                    <a:pt x="653" y="343"/>
                    <a:pt x="653" y="343"/>
                  </a:cubicBezTo>
                  <a:cubicBezTo>
                    <a:pt x="653" y="341"/>
                    <a:pt x="651" y="339"/>
                    <a:pt x="650" y="339"/>
                  </a:cubicBezTo>
                  <a:cubicBezTo>
                    <a:pt x="650" y="232"/>
                    <a:pt x="650" y="232"/>
                    <a:pt x="650" y="232"/>
                  </a:cubicBezTo>
                  <a:lnTo>
                    <a:pt x="817" y="501"/>
                  </a:lnTo>
                  <a:close/>
                  <a:moveTo>
                    <a:pt x="650" y="539"/>
                  </a:moveTo>
                  <a:cubicBezTo>
                    <a:pt x="646" y="537"/>
                    <a:pt x="643" y="534"/>
                    <a:pt x="640" y="532"/>
                  </a:cubicBezTo>
                  <a:cubicBezTo>
                    <a:pt x="640" y="310"/>
                    <a:pt x="640" y="310"/>
                    <a:pt x="640" y="310"/>
                  </a:cubicBezTo>
                  <a:cubicBezTo>
                    <a:pt x="643" y="311"/>
                    <a:pt x="646" y="308"/>
                    <a:pt x="645" y="305"/>
                  </a:cubicBezTo>
                  <a:cubicBezTo>
                    <a:pt x="644" y="304"/>
                    <a:pt x="644" y="304"/>
                    <a:pt x="644" y="304"/>
                  </a:cubicBezTo>
                  <a:cubicBezTo>
                    <a:pt x="644" y="302"/>
                    <a:pt x="644" y="302"/>
                    <a:pt x="644" y="302"/>
                  </a:cubicBezTo>
                  <a:cubicBezTo>
                    <a:pt x="643" y="300"/>
                    <a:pt x="643" y="300"/>
                    <a:pt x="643" y="300"/>
                  </a:cubicBezTo>
                  <a:cubicBezTo>
                    <a:pt x="642" y="299"/>
                    <a:pt x="642" y="299"/>
                    <a:pt x="642" y="299"/>
                  </a:cubicBezTo>
                  <a:cubicBezTo>
                    <a:pt x="642" y="298"/>
                    <a:pt x="642" y="298"/>
                    <a:pt x="642" y="298"/>
                  </a:cubicBezTo>
                  <a:cubicBezTo>
                    <a:pt x="642" y="297"/>
                    <a:pt x="641" y="296"/>
                    <a:pt x="640" y="296"/>
                  </a:cubicBezTo>
                  <a:cubicBezTo>
                    <a:pt x="640" y="216"/>
                    <a:pt x="640" y="216"/>
                    <a:pt x="640" y="216"/>
                  </a:cubicBezTo>
                  <a:cubicBezTo>
                    <a:pt x="650" y="232"/>
                    <a:pt x="650" y="232"/>
                    <a:pt x="650" y="232"/>
                  </a:cubicBezTo>
                  <a:cubicBezTo>
                    <a:pt x="650" y="339"/>
                    <a:pt x="650" y="339"/>
                    <a:pt x="650" y="339"/>
                  </a:cubicBezTo>
                  <a:cubicBezTo>
                    <a:pt x="648" y="339"/>
                    <a:pt x="646" y="340"/>
                    <a:pt x="645" y="343"/>
                  </a:cubicBezTo>
                  <a:cubicBezTo>
                    <a:pt x="645" y="343"/>
                    <a:pt x="645" y="343"/>
                    <a:pt x="645" y="344"/>
                  </a:cubicBezTo>
                  <a:cubicBezTo>
                    <a:pt x="645" y="345"/>
                    <a:pt x="645" y="345"/>
                    <a:pt x="645" y="345"/>
                  </a:cubicBezTo>
                  <a:cubicBezTo>
                    <a:pt x="646" y="346"/>
                    <a:pt x="646" y="346"/>
                    <a:pt x="646" y="346"/>
                  </a:cubicBezTo>
                  <a:cubicBezTo>
                    <a:pt x="646" y="348"/>
                    <a:pt x="646" y="348"/>
                    <a:pt x="646" y="348"/>
                  </a:cubicBezTo>
                  <a:cubicBezTo>
                    <a:pt x="646" y="350"/>
                    <a:pt x="646" y="350"/>
                    <a:pt x="646" y="350"/>
                  </a:cubicBezTo>
                  <a:cubicBezTo>
                    <a:pt x="646" y="351"/>
                    <a:pt x="646" y="351"/>
                    <a:pt x="646" y="351"/>
                  </a:cubicBezTo>
                  <a:cubicBezTo>
                    <a:pt x="646" y="352"/>
                    <a:pt x="646" y="353"/>
                    <a:pt x="647" y="353"/>
                  </a:cubicBezTo>
                  <a:cubicBezTo>
                    <a:pt x="647" y="354"/>
                    <a:pt x="649" y="355"/>
                    <a:pt x="650" y="355"/>
                  </a:cubicBezTo>
                  <a:cubicBezTo>
                    <a:pt x="650" y="387"/>
                    <a:pt x="650" y="387"/>
                    <a:pt x="650" y="387"/>
                  </a:cubicBezTo>
                  <a:cubicBezTo>
                    <a:pt x="648" y="385"/>
                    <a:pt x="645" y="384"/>
                    <a:pt x="643" y="387"/>
                  </a:cubicBezTo>
                  <a:cubicBezTo>
                    <a:pt x="643" y="387"/>
                    <a:pt x="643" y="388"/>
                    <a:pt x="642" y="388"/>
                  </a:cubicBezTo>
                  <a:cubicBezTo>
                    <a:pt x="642" y="388"/>
                    <a:pt x="642" y="388"/>
                    <a:pt x="642" y="388"/>
                  </a:cubicBezTo>
                  <a:cubicBezTo>
                    <a:pt x="642" y="390"/>
                    <a:pt x="642" y="390"/>
                    <a:pt x="642" y="390"/>
                  </a:cubicBezTo>
                  <a:cubicBezTo>
                    <a:pt x="642" y="391"/>
                    <a:pt x="642" y="391"/>
                    <a:pt x="642" y="391"/>
                  </a:cubicBezTo>
                  <a:cubicBezTo>
                    <a:pt x="641" y="393"/>
                    <a:pt x="641" y="393"/>
                    <a:pt x="641" y="393"/>
                  </a:cubicBezTo>
                  <a:cubicBezTo>
                    <a:pt x="641" y="394"/>
                    <a:pt x="641" y="394"/>
                    <a:pt x="641" y="394"/>
                  </a:cubicBezTo>
                  <a:cubicBezTo>
                    <a:pt x="640" y="395"/>
                    <a:pt x="640" y="395"/>
                    <a:pt x="640" y="395"/>
                  </a:cubicBezTo>
                  <a:cubicBezTo>
                    <a:pt x="639" y="399"/>
                    <a:pt x="645" y="402"/>
                    <a:pt x="647" y="398"/>
                  </a:cubicBezTo>
                  <a:cubicBezTo>
                    <a:pt x="648" y="398"/>
                    <a:pt x="648" y="398"/>
                    <a:pt x="648" y="397"/>
                  </a:cubicBezTo>
                  <a:cubicBezTo>
                    <a:pt x="648" y="396"/>
                    <a:pt x="648" y="396"/>
                    <a:pt x="648" y="396"/>
                  </a:cubicBezTo>
                  <a:cubicBezTo>
                    <a:pt x="649" y="395"/>
                    <a:pt x="649" y="395"/>
                    <a:pt x="649" y="395"/>
                  </a:cubicBezTo>
                  <a:cubicBezTo>
                    <a:pt x="649" y="393"/>
                    <a:pt x="649" y="393"/>
                    <a:pt x="649" y="393"/>
                  </a:cubicBezTo>
                  <a:cubicBezTo>
                    <a:pt x="650" y="391"/>
                    <a:pt x="650" y="391"/>
                    <a:pt x="650" y="391"/>
                  </a:cubicBezTo>
                  <a:lnTo>
                    <a:pt x="650" y="539"/>
                  </a:lnTo>
                  <a:close/>
                  <a:moveTo>
                    <a:pt x="640" y="532"/>
                  </a:moveTo>
                  <a:cubicBezTo>
                    <a:pt x="632" y="526"/>
                    <a:pt x="625" y="520"/>
                    <a:pt x="618" y="514"/>
                  </a:cubicBezTo>
                  <a:cubicBezTo>
                    <a:pt x="618" y="439"/>
                    <a:pt x="618" y="439"/>
                    <a:pt x="618" y="439"/>
                  </a:cubicBezTo>
                  <a:cubicBezTo>
                    <a:pt x="618" y="439"/>
                    <a:pt x="619" y="440"/>
                    <a:pt x="619" y="440"/>
                  </a:cubicBezTo>
                  <a:cubicBezTo>
                    <a:pt x="621" y="442"/>
                    <a:pt x="623" y="442"/>
                    <a:pt x="625" y="440"/>
                  </a:cubicBezTo>
                  <a:cubicBezTo>
                    <a:pt x="626" y="439"/>
                    <a:pt x="626" y="439"/>
                    <a:pt x="626" y="439"/>
                  </a:cubicBezTo>
                  <a:cubicBezTo>
                    <a:pt x="627" y="437"/>
                    <a:pt x="627" y="437"/>
                    <a:pt x="627" y="437"/>
                  </a:cubicBezTo>
                  <a:cubicBezTo>
                    <a:pt x="628" y="436"/>
                    <a:pt x="628" y="436"/>
                    <a:pt x="628" y="436"/>
                  </a:cubicBezTo>
                  <a:cubicBezTo>
                    <a:pt x="629" y="434"/>
                    <a:pt x="629" y="434"/>
                    <a:pt x="629" y="434"/>
                  </a:cubicBezTo>
                  <a:cubicBezTo>
                    <a:pt x="630" y="433"/>
                    <a:pt x="630" y="433"/>
                    <a:pt x="630" y="433"/>
                  </a:cubicBezTo>
                  <a:cubicBezTo>
                    <a:pt x="633" y="429"/>
                    <a:pt x="628" y="425"/>
                    <a:pt x="624" y="429"/>
                  </a:cubicBezTo>
                  <a:cubicBezTo>
                    <a:pt x="624" y="429"/>
                    <a:pt x="624" y="429"/>
                    <a:pt x="624" y="429"/>
                  </a:cubicBezTo>
                  <a:cubicBezTo>
                    <a:pt x="623" y="430"/>
                    <a:pt x="623" y="430"/>
                    <a:pt x="623" y="430"/>
                  </a:cubicBezTo>
                  <a:cubicBezTo>
                    <a:pt x="622" y="431"/>
                    <a:pt x="622" y="431"/>
                    <a:pt x="622" y="431"/>
                  </a:cubicBezTo>
                  <a:cubicBezTo>
                    <a:pt x="621" y="433"/>
                    <a:pt x="621" y="433"/>
                    <a:pt x="621" y="433"/>
                  </a:cubicBezTo>
                  <a:cubicBezTo>
                    <a:pt x="620" y="434"/>
                    <a:pt x="620" y="434"/>
                    <a:pt x="620" y="434"/>
                  </a:cubicBezTo>
                  <a:cubicBezTo>
                    <a:pt x="619" y="435"/>
                    <a:pt x="619" y="435"/>
                    <a:pt x="619" y="435"/>
                  </a:cubicBezTo>
                  <a:cubicBezTo>
                    <a:pt x="619" y="436"/>
                    <a:pt x="618" y="436"/>
                    <a:pt x="618" y="436"/>
                  </a:cubicBezTo>
                  <a:cubicBezTo>
                    <a:pt x="618" y="404"/>
                    <a:pt x="618" y="404"/>
                    <a:pt x="618" y="404"/>
                  </a:cubicBezTo>
                  <a:cubicBezTo>
                    <a:pt x="632" y="377"/>
                    <a:pt x="630" y="344"/>
                    <a:pt x="618" y="314"/>
                  </a:cubicBezTo>
                  <a:cubicBezTo>
                    <a:pt x="618" y="270"/>
                    <a:pt x="618" y="270"/>
                    <a:pt x="618" y="270"/>
                  </a:cubicBezTo>
                  <a:cubicBezTo>
                    <a:pt x="621" y="271"/>
                    <a:pt x="626" y="269"/>
                    <a:pt x="624" y="265"/>
                  </a:cubicBezTo>
                  <a:cubicBezTo>
                    <a:pt x="624" y="265"/>
                    <a:pt x="624" y="264"/>
                    <a:pt x="624" y="264"/>
                  </a:cubicBezTo>
                  <a:cubicBezTo>
                    <a:pt x="623" y="264"/>
                    <a:pt x="623" y="264"/>
                    <a:pt x="623" y="264"/>
                  </a:cubicBezTo>
                  <a:cubicBezTo>
                    <a:pt x="622" y="262"/>
                    <a:pt x="622" y="262"/>
                    <a:pt x="622" y="262"/>
                  </a:cubicBezTo>
                  <a:cubicBezTo>
                    <a:pt x="621" y="261"/>
                    <a:pt x="621" y="261"/>
                    <a:pt x="621" y="261"/>
                  </a:cubicBezTo>
                  <a:cubicBezTo>
                    <a:pt x="620" y="260"/>
                    <a:pt x="620" y="260"/>
                    <a:pt x="620" y="260"/>
                  </a:cubicBezTo>
                  <a:cubicBezTo>
                    <a:pt x="619" y="258"/>
                    <a:pt x="619" y="258"/>
                    <a:pt x="619" y="258"/>
                  </a:cubicBezTo>
                  <a:cubicBezTo>
                    <a:pt x="619" y="258"/>
                    <a:pt x="619" y="258"/>
                    <a:pt x="619" y="258"/>
                  </a:cubicBezTo>
                  <a:cubicBezTo>
                    <a:pt x="619" y="258"/>
                    <a:pt x="619" y="257"/>
                    <a:pt x="618" y="257"/>
                  </a:cubicBezTo>
                  <a:cubicBezTo>
                    <a:pt x="618" y="182"/>
                    <a:pt x="618" y="182"/>
                    <a:pt x="618" y="182"/>
                  </a:cubicBezTo>
                  <a:cubicBezTo>
                    <a:pt x="640" y="216"/>
                    <a:pt x="640" y="216"/>
                    <a:pt x="640" y="216"/>
                  </a:cubicBezTo>
                  <a:cubicBezTo>
                    <a:pt x="640" y="296"/>
                    <a:pt x="640" y="296"/>
                    <a:pt x="640" y="296"/>
                  </a:cubicBezTo>
                  <a:cubicBezTo>
                    <a:pt x="638" y="295"/>
                    <a:pt x="637" y="296"/>
                    <a:pt x="636" y="297"/>
                  </a:cubicBezTo>
                  <a:cubicBezTo>
                    <a:pt x="634" y="298"/>
                    <a:pt x="634" y="299"/>
                    <a:pt x="635" y="301"/>
                  </a:cubicBezTo>
                  <a:cubicBezTo>
                    <a:pt x="635" y="302"/>
                    <a:pt x="635" y="302"/>
                    <a:pt x="635" y="302"/>
                  </a:cubicBezTo>
                  <a:cubicBezTo>
                    <a:pt x="636" y="303"/>
                    <a:pt x="636" y="303"/>
                    <a:pt x="636" y="303"/>
                  </a:cubicBezTo>
                  <a:cubicBezTo>
                    <a:pt x="636" y="305"/>
                    <a:pt x="636" y="305"/>
                    <a:pt x="636" y="305"/>
                  </a:cubicBezTo>
                  <a:cubicBezTo>
                    <a:pt x="637" y="307"/>
                    <a:pt x="637" y="307"/>
                    <a:pt x="637" y="307"/>
                  </a:cubicBezTo>
                  <a:cubicBezTo>
                    <a:pt x="637" y="308"/>
                    <a:pt x="637" y="308"/>
                    <a:pt x="637" y="308"/>
                  </a:cubicBezTo>
                  <a:cubicBezTo>
                    <a:pt x="637" y="309"/>
                    <a:pt x="638" y="309"/>
                    <a:pt x="639" y="310"/>
                  </a:cubicBezTo>
                  <a:cubicBezTo>
                    <a:pt x="639" y="310"/>
                    <a:pt x="639" y="310"/>
                    <a:pt x="640" y="310"/>
                  </a:cubicBezTo>
                  <a:lnTo>
                    <a:pt x="640" y="532"/>
                  </a:lnTo>
                  <a:close/>
                  <a:moveTo>
                    <a:pt x="618" y="514"/>
                  </a:moveTo>
                  <a:cubicBezTo>
                    <a:pt x="615" y="512"/>
                    <a:pt x="611" y="509"/>
                    <a:pt x="608" y="506"/>
                  </a:cubicBezTo>
                  <a:cubicBezTo>
                    <a:pt x="605" y="518"/>
                    <a:pt x="599" y="530"/>
                    <a:pt x="589" y="540"/>
                  </a:cubicBezTo>
                  <a:cubicBezTo>
                    <a:pt x="589" y="471"/>
                    <a:pt x="589" y="471"/>
                    <a:pt x="589" y="471"/>
                  </a:cubicBezTo>
                  <a:cubicBezTo>
                    <a:pt x="590" y="471"/>
                    <a:pt x="590" y="471"/>
                    <a:pt x="590" y="471"/>
                  </a:cubicBezTo>
                  <a:cubicBezTo>
                    <a:pt x="592" y="470"/>
                    <a:pt x="592" y="470"/>
                    <a:pt x="592" y="470"/>
                  </a:cubicBezTo>
                  <a:cubicBezTo>
                    <a:pt x="594" y="468"/>
                    <a:pt x="594" y="468"/>
                    <a:pt x="594" y="468"/>
                  </a:cubicBezTo>
                  <a:cubicBezTo>
                    <a:pt x="595" y="467"/>
                    <a:pt x="595" y="467"/>
                    <a:pt x="595" y="467"/>
                  </a:cubicBezTo>
                  <a:cubicBezTo>
                    <a:pt x="599" y="465"/>
                    <a:pt x="596" y="459"/>
                    <a:pt x="591" y="461"/>
                  </a:cubicBezTo>
                  <a:cubicBezTo>
                    <a:pt x="591" y="461"/>
                    <a:pt x="591" y="461"/>
                    <a:pt x="591" y="461"/>
                  </a:cubicBezTo>
                  <a:cubicBezTo>
                    <a:pt x="589" y="462"/>
                    <a:pt x="589" y="462"/>
                    <a:pt x="589" y="462"/>
                  </a:cubicBezTo>
                  <a:cubicBezTo>
                    <a:pt x="589" y="437"/>
                    <a:pt x="589" y="437"/>
                    <a:pt x="589" y="437"/>
                  </a:cubicBezTo>
                  <a:cubicBezTo>
                    <a:pt x="603" y="428"/>
                    <a:pt x="612" y="416"/>
                    <a:pt x="618" y="404"/>
                  </a:cubicBezTo>
                  <a:cubicBezTo>
                    <a:pt x="618" y="436"/>
                    <a:pt x="618" y="436"/>
                    <a:pt x="618" y="436"/>
                  </a:cubicBezTo>
                  <a:cubicBezTo>
                    <a:pt x="618" y="437"/>
                    <a:pt x="618" y="438"/>
                    <a:pt x="618" y="439"/>
                  </a:cubicBezTo>
                  <a:cubicBezTo>
                    <a:pt x="618" y="514"/>
                    <a:pt x="618" y="514"/>
                    <a:pt x="618" y="514"/>
                  </a:cubicBezTo>
                  <a:close/>
                  <a:moveTo>
                    <a:pt x="589" y="136"/>
                  </a:moveTo>
                  <a:cubicBezTo>
                    <a:pt x="618" y="182"/>
                    <a:pt x="618" y="182"/>
                    <a:pt x="618" y="182"/>
                  </a:cubicBezTo>
                  <a:cubicBezTo>
                    <a:pt x="618" y="257"/>
                    <a:pt x="618" y="257"/>
                    <a:pt x="618" y="257"/>
                  </a:cubicBezTo>
                  <a:cubicBezTo>
                    <a:pt x="615" y="255"/>
                    <a:pt x="610" y="259"/>
                    <a:pt x="613" y="262"/>
                  </a:cubicBezTo>
                  <a:cubicBezTo>
                    <a:pt x="613" y="263"/>
                    <a:pt x="613" y="263"/>
                    <a:pt x="613" y="263"/>
                  </a:cubicBezTo>
                  <a:cubicBezTo>
                    <a:pt x="613" y="263"/>
                    <a:pt x="613" y="263"/>
                    <a:pt x="613" y="263"/>
                  </a:cubicBezTo>
                  <a:cubicBezTo>
                    <a:pt x="614" y="264"/>
                    <a:pt x="614" y="264"/>
                    <a:pt x="614" y="264"/>
                  </a:cubicBezTo>
                  <a:cubicBezTo>
                    <a:pt x="615" y="266"/>
                    <a:pt x="615" y="266"/>
                    <a:pt x="615" y="266"/>
                  </a:cubicBezTo>
                  <a:cubicBezTo>
                    <a:pt x="616" y="267"/>
                    <a:pt x="616" y="267"/>
                    <a:pt x="616" y="267"/>
                  </a:cubicBezTo>
                  <a:cubicBezTo>
                    <a:pt x="617" y="268"/>
                    <a:pt x="617" y="268"/>
                    <a:pt x="617" y="268"/>
                  </a:cubicBezTo>
                  <a:cubicBezTo>
                    <a:pt x="617" y="269"/>
                    <a:pt x="617" y="269"/>
                    <a:pt x="617" y="269"/>
                  </a:cubicBezTo>
                  <a:cubicBezTo>
                    <a:pt x="617" y="269"/>
                    <a:pt x="618" y="269"/>
                    <a:pt x="618" y="270"/>
                  </a:cubicBezTo>
                  <a:cubicBezTo>
                    <a:pt x="618" y="314"/>
                    <a:pt x="618" y="314"/>
                    <a:pt x="618" y="314"/>
                  </a:cubicBezTo>
                  <a:cubicBezTo>
                    <a:pt x="612" y="297"/>
                    <a:pt x="602" y="281"/>
                    <a:pt x="589" y="267"/>
                  </a:cubicBezTo>
                  <a:cubicBezTo>
                    <a:pt x="589" y="237"/>
                    <a:pt x="589" y="237"/>
                    <a:pt x="589" y="237"/>
                  </a:cubicBezTo>
                  <a:cubicBezTo>
                    <a:pt x="593" y="237"/>
                    <a:pt x="596" y="233"/>
                    <a:pt x="593" y="230"/>
                  </a:cubicBezTo>
                  <a:cubicBezTo>
                    <a:pt x="593" y="230"/>
                    <a:pt x="593" y="230"/>
                    <a:pt x="593" y="230"/>
                  </a:cubicBezTo>
                  <a:cubicBezTo>
                    <a:pt x="592" y="230"/>
                    <a:pt x="592" y="230"/>
                    <a:pt x="592" y="230"/>
                  </a:cubicBezTo>
                  <a:cubicBezTo>
                    <a:pt x="591" y="228"/>
                    <a:pt x="591" y="228"/>
                    <a:pt x="591" y="228"/>
                  </a:cubicBezTo>
                  <a:cubicBezTo>
                    <a:pt x="589" y="227"/>
                    <a:pt x="589" y="227"/>
                    <a:pt x="589" y="227"/>
                  </a:cubicBezTo>
                  <a:lnTo>
                    <a:pt x="589" y="136"/>
                  </a:lnTo>
                  <a:close/>
                  <a:moveTo>
                    <a:pt x="589" y="540"/>
                  </a:moveTo>
                  <a:cubicBezTo>
                    <a:pt x="585" y="544"/>
                    <a:pt x="581" y="548"/>
                    <a:pt x="575" y="551"/>
                  </a:cubicBezTo>
                  <a:cubicBezTo>
                    <a:pt x="567" y="556"/>
                    <a:pt x="557" y="560"/>
                    <a:pt x="548" y="561"/>
                  </a:cubicBezTo>
                  <a:cubicBezTo>
                    <a:pt x="548" y="436"/>
                    <a:pt x="548" y="436"/>
                    <a:pt x="548" y="436"/>
                  </a:cubicBezTo>
                  <a:cubicBezTo>
                    <a:pt x="556" y="438"/>
                    <a:pt x="564" y="442"/>
                    <a:pt x="572" y="448"/>
                  </a:cubicBezTo>
                  <a:cubicBezTo>
                    <a:pt x="578" y="444"/>
                    <a:pt x="584" y="441"/>
                    <a:pt x="589" y="437"/>
                  </a:cubicBezTo>
                  <a:cubicBezTo>
                    <a:pt x="589" y="462"/>
                    <a:pt x="589" y="462"/>
                    <a:pt x="589" y="462"/>
                  </a:cubicBezTo>
                  <a:cubicBezTo>
                    <a:pt x="589" y="462"/>
                    <a:pt x="589" y="462"/>
                    <a:pt x="589" y="462"/>
                  </a:cubicBezTo>
                  <a:cubicBezTo>
                    <a:pt x="588" y="463"/>
                    <a:pt x="588" y="463"/>
                    <a:pt x="588" y="463"/>
                  </a:cubicBezTo>
                  <a:cubicBezTo>
                    <a:pt x="586" y="464"/>
                    <a:pt x="586" y="464"/>
                    <a:pt x="586" y="464"/>
                  </a:cubicBezTo>
                  <a:cubicBezTo>
                    <a:pt x="584" y="466"/>
                    <a:pt x="584" y="466"/>
                    <a:pt x="584" y="466"/>
                  </a:cubicBezTo>
                  <a:cubicBezTo>
                    <a:pt x="583" y="466"/>
                    <a:pt x="583" y="467"/>
                    <a:pt x="582" y="468"/>
                  </a:cubicBezTo>
                  <a:cubicBezTo>
                    <a:pt x="581" y="471"/>
                    <a:pt x="585" y="474"/>
                    <a:pt x="588" y="472"/>
                  </a:cubicBezTo>
                  <a:cubicBezTo>
                    <a:pt x="589" y="471"/>
                    <a:pt x="589" y="471"/>
                    <a:pt x="589" y="471"/>
                  </a:cubicBezTo>
                  <a:cubicBezTo>
                    <a:pt x="589" y="540"/>
                    <a:pt x="589" y="540"/>
                    <a:pt x="589" y="540"/>
                  </a:cubicBezTo>
                  <a:close/>
                  <a:moveTo>
                    <a:pt x="548" y="69"/>
                  </a:moveTo>
                  <a:cubicBezTo>
                    <a:pt x="589" y="136"/>
                    <a:pt x="589" y="136"/>
                    <a:pt x="589" y="136"/>
                  </a:cubicBezTo>
                  <a:cubicBezTo>
                    <a:pt x="589" y="227"/>
                    <a:pt x="589" y="227"/>
                    <a:pt x="589" y="227"/>
                  </a:cubicBezTo>
                  <a:cubicBezTo>
                    <a:pt x="589" y="227"/>
                    <a:pt x="589" y="227"/>
                    <a:pt x="589" y="227"/>
                  </a:cubicBezTo>
                  <a:cubicBezTo>
                    <a:pt x="588" y="226"/>
                    <a:pt x="588" y="226"/>
                    <a:pt x="588" y="226"/>
                  </a:cubicBezTo>
                  <a:cubicBezTo>
                    <a:pt x="587" y="225"/>
                    <a:pt x="587" y="225"/>
                    <a:pt x="587" y="225"/>
                  </a:cubicBezTo>
                  <a:cubicBezTo>
                    <a:pt x="583" y="223"/>
                    <a:pt x="578" y="227"/>
                    <a:pt x="581" y="231"/>
                  </a:cubicBezTo>
                  <a:cubicBezTo>
                    <a:pt x="581" y="231"/>
                    <a:pt x="581" y="231"/>
                    <a:pt x="582" y="231"/>
                  </a:cubicBezTo>
                  <a:cubicBezTo>
                    <a:pt x="583" y="232"/>
                    <a:pt x="583" y="232"/>
                    <a:pt x="583" y="232"/>
                  </a:cubicBezTo>
                  <a:cubicBezTo>
                    <a:pt x="584" y="233"/>
                    <a:pt x="584" y="233"/>
                    <a:pt x="584" y="233"/>
                  </a:cubicBezTo>
                  <a:cubicBezTo>
                    <a:pt x="586" y="234"/>
                    <a:pt x="586" y="234"/>
                    <a:pt x="586" y="234"/>
                  </a:cubicBezTo>
                  <a:cubicBezTo>
                    <a:pt x="587" y="236"/>
                    <a:pt x="587" y="236"/>
                    <a:pt x="587" y="236"/>
                  </a:cubicBezTo>
                  <a:cubicBezTo>
                    <a:pt x="587" y="236"/>
                    <a:pt x="587" y="236"/>
                    <a:pt x="587" y="236"/>
                  </a:cubicBezTo>
                  <a:cubicBezTo>
                    <a:pt x="588" y="237"/>
                    <a:pt x="589" y="237"/>
                    <a:pt x="589" y="237"/>
                  </a:cubicBezTo>
                  <a:cubicBezTo>
                    <a:pt x="589" y="267"/>
                    <a:pt x="589" y="267"/>
                    <a:pt x="589" y="267"/>
                  </a:cubicBezTo>
                  <a:cubicBezTo>
                    <a:pt x="577" y="254"/>
                    <a:pt x="563" y="242"/>
                    <a:pt x="548" y="234"/>
                  </a:cubicBezTo>
                  <a:cubicBezTo>
                    <a:pt x="548" y="212"/>
                    <a:pt x="548" y="212"/>
                    <a:pt x="548" y="212"/>
                  </a:cubicBezTo>
                  <a:cubicBezTo>
                    <a:pt x="548" y="212"/>
                    <a:pt x="548" y="212"/>
                    <a:pt x="548" y="212"/>
                  </a:cubicBezTo>
                  <a:cubicBezTo>
                    <a:pt x="549" y="213"/>
                    <a:pt x="549" y="213"/>
                    <a:pt x="549" y="213"/>
                  </a:cubicBezTo>
                  <a:cubicBezTo>
                    <a:pt x="550" y="213"/>
                    <a:pt x="550" y="213"/>
                    <a:pt x="550" y="213"/>
                  </a:cubicBezTo>
                  <a:cubicBezTo>
                    <a:pt x="554" y="215"/>
                    <a:pt x="557" y="209"/>
                    <a:pt x="554" y="206"/>
                  </a:cubicBezTo>
                  <a:cubicBezTo>
                    <a:pt x="553" y="206"/>
                    <a:pt x="553" y="206"/>
                    <a:pt x="553" y="206"/>
                  </a:cubicBezTo>
                  <a:cubicBezTo>
                    <a:pt x="553" y="206"/>
                    <a:pt x="553" y="206"/>
                    <a:pt x="553" y="206"/>
                  </a:cubicBezTo>
                  <a:cubicBezTo>
                    <a:pt x="551" y="205"/>
                    <a:pt x="551" y="205"/>
                    <a:pt x="551" y="205"/>
                  </a:cubicBezTo>
                  <a:cubicBezTo>
                    <a:pt x="549" y="205"/>
                    <a:pt x="549" y="205"/>
                    <a:pt x="549" y="205"/>
                  </a:cubicBezTo>
                  <a:cubicBezTo>
                    <a:pt x="548" y="204"/>
                    <a:pt x="548" y="204"/>
                    <a:pt x="548" y="204"/>
                  </a:cubicBezTo>
                  <a:cubicBezTo>
                    <a:pt x="548" y="204"/>
                    <a:pt x="548" y="204"/>
                    <a:pt x="548" y="204"/>
                  </a:cubicBezTo>
                  <a:lnTo>
                    <a:pt x="548" y="69"/>
                  </a:lnTo>
                  <a:close/>
                  <a:moveTo>
                    <a:pt x="548" y="561"/>
                  </a:moveTo>
                  <a:cubicBezTo>
                    <a:pt x="545" y="562"/>
                    <a:pt x="543" y="562"/>
                    <a:pt x="540" y="562"/>
                  </a:cubicBezTo>
                  <a:cubicBezTo>
                    <a:pt x="552" y="589"/>
                    <a:pt x="544" y="622"/>
                    <a:pt x="520" y="642"/>
                  </a:cubicBezTo>
                  <a:cubicBezTo>
                    <a:pt x="520" y="434"/>
                    <a:pt x="520" y="434"/>
                    <a:pt x="520" y="434"/>
                  </a:cubicBezTo>
                  <a:cubicBezTo>
                    <a:pt x="530" y="433"/>
                    <a:pt x="539" y="434"/>
                    <a:pt x="548" y="436"/>
                  </a:cubicBezTo>
                  <a:cubicBezTo>
                    <a:pt x="548" y="561"/>
                    <a:pt x="548" y="561"/>
                    <a:pt x="548" y="561"/>
                  </a:cubicBezTo>
                  <a:close/>
                  <a:moveTo>
                    <a:pt x="520" y="25"/>
                  </a:moveTo>
                  <a:cubicBezTo>
                    <a:pt x="548" y="69"/>
                    <a:pt x="548" y="69"/>
                    <a:pt x="548" y="69"/>
                  </a:cubicBezTo>
                  <a:cubicBezTo>
                    <a:pt x="548" y="204"/>
                    <a:pt x="548" y="204"/>
                    <a:pt x="548" y="204"/>
                  </a:cubicBezTo>
                  <a:cubicBezTo>
                    <a:pt x="546" y="204"/>
                    <a:pt x="546" y="204"/>
                    <a:pt x="546" y="204"/>
                  </a:cubicBezTo>
                  <a:cubicBezTo>
                    <a:pt x="546" y="203"/>
                    <a:pt x="546" y="203"/>
                    <a:pt x="546" y="203"/>
                  </a:cubicBezTo>
                  <a:cubicBezTo>
                    <a:pt x="542" y="202"/>
                    <a:pt x="538" y="207"/>
                    <a:pt x="541" y="210"/>
                  </a:cubicBezTo>
                  <a:cubicBezTo>
                    <a:pt x="542" y="210"/>
                    <a:pt x="542" y="210"/>
                    <a:pt x="543" y="211"/>
                  </a:cubicBezTo>
                  <a:cubicBezTo>
                    <a:pt x="543" y="211"/>
                    <a:pt x="543" y="211"/>
                    <a:pt x="543" y="211"/>
                  </a:cubicBezTo>
                  <a:cubicBezTo>
                    <a:pt x="545" y="211"/>
                    <a:pt x="545" y="211"/>
                    <a:pt x="545" y="211"/>
                  </a:cubicBezTo>
                  <a:cubicBezTo>
                    <a:pt x="546" y="212"/>
                    <a:pt x="546" y="212"/>
                    <a:pt x="546" y="212"/>
                  </a:cubicBezTo>
                  <a:cubicBezTo>
                    <a:pt x="548" y="212"/>
                    <a:pt x="548" y="212"/>
                    <a:pt x="548" y="212"/>
                  </a:cubicBezTo>
                  <a:cubicBezTo>
                    <a:pt x="548" y="234"/>
                    <a:pt x="548" y="234"/>
                    <a:pt x="548" y="234"/>
                  </a:cubicBezTo>
                  <a:cubicBezTo>
                    <a:pt x="539" y="230"/>
                    <a:pt x="530" y="227"/>
                    <a:pt x="520" y="225"/>
                  </a:cubicBezTo>
                  <a:lnTo>
                    <a:pt x="520" y="25"/>
                  </a:lnTo>
                  <a:close/>
                  <a:moveTo>
                    <a:pt x="520" y="642"/>
                  </a:moveTo>
                  <a:cubicBezTo>
                    <a:pt x="518" y="644"/>
                    <a:pt x="515" y="646"/>
                    <a:pt x="512" y="648"/>
                  </a:cubicBezTo>
                  <a:cubicBezTo>
                    <a:pt x="509" y="650"/>
                    <a:pt x="505" y="652"/>
                    <a:pt x="502" y="653"/>
                  </a:cubicBezTo>
                  <a:cubicBezTo>
                    <a:pt x="502" y="436"/>
                    <a:pt x="502" y="436"/>
                    <a:pt x="502" y="436"/>
                  </a:cubicBezTo>
                  <a:cubicBezTo>
                    <a:pt x="508" y="435"/>
                    <a:pt x="514" y="434"/>
                    <a:pt x="520" y="434"/>
                  </a:cubicBezTo>
                  <a:cubicBezTo>
                    <a:pt x="520" y="642"/>
                    <a:pt x="520" y="642"/>
                    <a:pt x="520" y="642"/>
                  </a:cubicBezTo>
                  <a:close/>
                  <a:moveTo>
                    <a:pt x="502" y="0"/>
                  </a:moveTo>
                  <a:cubicBezTo>
                    <a:pt x="503" y="0"/>
                    <a:pt x="504" y="0"/>
                    <a:pt x="504" y="0"/>
                  </a:cubicBezTo>
                  <a:cubicBezTo>
                    <a:pt x="520" y="25"/>
                    <a:pt x="520" y="25"/>
                    <a:pt x="520" y="25"/>
                  </a:cubicBezTo>
                  <a:cubicBezTo>
                    <a:pt x="520" y="225"/>
                    <a:pt x="520" y="225"/>
                    <a:pt x="520" y="225"/>
                  </a:cubicBezTo>
                  <a:cubicBezTo>
                    <a:pt x="514" y="224"/>
                    <a:pt x="508" y="224"/>
                    <a:pt x="502" y="224"/>
                  </a:cubicBezTo>
                  <a:cubicBezTo>
                    <a:pt x="502" y="204"/>
                    <a:pt x="502" y="204"/>
                    <a:pt x="502" y="204"/>
                  </a:cubicBezTo>
                  <a:cubicBezTo>
                    <a:pt x="503" y="204"/>
                    <a:pt x="503" y="204"/>
                    <a:pt x="503" y="204"/>
                  </a:cubicBezTo>
                  <a:cubicBezTo>
                    <a:pt x="505" y="204"/>
                    <a:pt x="505" y="204"/>
                    <a:pt x="505" y="204"/>
                  </a:cubicBezTo>
                  <a:cubicBezTo>
                    <a:pt x="506" y="204"/>
                    <a:pt x="506" y="204"/>
                    <a:pt x="506" y="204"/>
                  </a:cubicBezTo>
                  <a:cubicBezTo>
                    <a:pt x="510" y="204"/>
                    <a:pt x="512" y="198"/>
                    <a:pt x="507" y="197"/>
                  </a:cubicBezTo>
                  <a:cubicBezTo>
                    <a:pt x="507" y="197"/>
                    <a:pt x="507" y="197"/>
                    <a:pt x="506" y="197"/>
                  </a:cubicBezTo>
                  <a:cubicBezTo>
                    <a:pt x="505" y="197"/>
                    <a:pt x="505" y="197"/>
                    <a:pt x="505" y="197"/>
                  </a:cubicBezTo>
                  <a:cubicBezTo>
                    <a:pt x="504" y="197"/>
                    <a:pt x="504" y="197"/>
                    <a:pt x="504" y="197"/>
                  </a:cubicBezTo>
                  <a:cubicBezTo>
                    <a:pt x="502" y="197"/>
                    <a:pt x="502" y="197"/>
                    <a:pt x="502" y="197"/>
                  </a:cubicBezTo>
                  <a:lnTo>
                    <a:pt x="502" y="0"/>
                  </a:lnTo>
                  <a:close/>
                  <a:moveTo>
                    <a:pt x="502" y="653"/>
                  </a:moveTo>
                  <a:cubicBezTo>
                    <a:pt x="487" y="660"/>
                    <a:pt x="471" y="661"/>
                    <a:pt x="456" y="657"/>
                  </a:cubicBezTo>
                  <a:cubicBezTo>
                    <a:pt x="456" y="501"/>
                    <a:pt x="456" y="501"/>
                    <a:pt x="456" y="501"/>
                  </a:cubicBezTo>
                  <a:cubicBezTo>
                    <a:pt x="469" y="467"/>
                    <a:pt x="471" y="431"/>
                    <a:pt x="456" y="397"/>
                  </a:cubicBezTo>
                  <a:cubicBezTo>
                    <a:pt x="456" y="358"/>
                    <a:pt x="456" y="358"/>
                    <a:pt x="456" y="358"/>
                  </a:cubicBezTo>
                  <a:cubicBezTo>
                    <a:pt x="459" y="363"/>
                    <a:pt x="463" y="367"/>
                    <a:pt x="466" y="372"/>
                  </a:cubicBezTo>
                  <a:cubicBezTo>
                    <a:pt x="479" y="394"/>
                    <a:pt x="486" y="417"/>
                    <a:pt x="487" y="440"/>
                  </a:cubicBezTo>
                  <a:cubicBezTo>
                    <a:pt x="492" y="438"/>
                    <a:pt x="497" y="437"/>
                    <a:pt x="502" y="436"/>
                  </a:cubicBezTo>
                  <a:cubicBezTo>
                    <a:pt x="502" y="653"/>
                    <a:pt x="502" y="653"/>
                    <a:pt x="502" y="653"/>
                  </a:cubicBezTo>
                  <a:close/>
                  <a:moveTo>
                    <a:pt x="456" y="7"/>
                  </a:moveTo>
                  <a:cubicBezTo>
                    <a:pt x="470" y="3"/>
                    <a:pt x="485" y="0"/>
                    <a:pt x="502" y="0"/>
                  </a:cubicBezTo>
                  <a:cubicBezTo>
                    <a:pt x="502" y="197"/>
                    <a:pt x="502" y="197"/>
                    <a:pt x="502" y="197"/>
                  </a:cubicBezTo>
                  <a:cubicBezTo>
                    <a:pt x="502" y="197"/>
                    <a:pt x="502" y="197"/>
                    <a:pt x="502" y="197"/>
                  </a:cubicBezTo>
                  <a:cubicBezTo>
                    <a:pt x="500" y="197"/>
                    <a:pt x="500" y="197"/>
                    <a:pt x="500" y="197"/>
                  </a:cubicBezTo>
                  <a:cubicBezTo>
                    <a:pt x="498" y="197"/>
                    <a:pt x="498" y="197"/>
                    <a:pt x="498" y="197"/>
                  </a:cubicBezTo>
                  <a:cubicBezTo>
                    <a:pt x="498" y="197"/>
                    <a:pt x="498" y="197"/>
                    <a:pt x="498" y="197"/>
                  </a:cubicBezTo>
                  <a:cubicBezTo>
                    <a:pt x="494" y="197"/>
                    <a:pt x="493" y="203"/>
                    <a:pt x="497" y="204"/>
                  </a:cubicBezTo>
                  <a:cubicBezTo>
                    <a:pt x="497" y="204"/>
                    <a:pt x="498" y="204"/>
                    <a:pt x="498" y="204"/>
                  </a:cubicBezTo>
                  <a:cubicBezTo>
                    <a:pt x="498" y="204"/>
                    <a:pt x="498" y="204"/>
                    <a:pt x="498" y="204"/>
                  </a:cubicBezTo>
                  <a:cubicBezTo>
                    <a:pt x="500" y="204"/>
                    <a:pt x="500" y="204"/>
                    <a:pt x="500" y="204"/>
                  </a:cubicBezTo>
                  <a:cubicBezTo>
                    <a:pt x="502" y="204"/>
                    <a:pt x="502" y="204"/>
                    <a:pt x="502" y="204"/>
                  </a:cubicBezTo>
                  <a:cubicBezTo>
                    <a:pt x="502" y="204"/>
                    <a:pt x="502" y="204"/>
                    <a:pt x="502" y="204"/>
                  </a:cubicBezTo>
                  <a:cubicBezTo>
                    <a:pt x="502" y="224"/>
                    <a:pt x="502" y="224"/>
                    <a:pt x="502" y="224"/>
                  </a:cubicBezTo>
                  <a:cubicBezTo>
                    <a:pt x="487" y="224"/>
                    <a:pt x="471" y="229"/>
                    <a:pt x="456" y="238"/>
                  </a:cubicBezTo>
                  <a:cubicBezTo>
                    <a:pt x="456" y="214"/>
                    <a:pt x="456" y="214"/>
                    <a:pt x="456" y="214"/>
                  </a:cubicBezTo>
                  <a:cubicBezTo>
                    <a:pt x="457" y="214"/>
                    <a:pt x="457" y="214"/>
                    <a:pt x="457" y="214"/>
                  </a:cubicBezTo>
                  <a:cubicBezTo>
                    <a:pt x="459" y="213"/>
                    <a:pt x="459" y="213"/>
                    <a:pt x="459" y="213"/>
                  </a:cubicBezTo>
                  <a:cubicBezTo>
                    <a:pt x="461" y="212"/>
                    <a:pt x="461" y="212"/>
                    <a:pt x="461" y="212"/>
                  </a:cubicBezTo>
                  <a:cubicBezTo>
                    <a:pt x="461" y="212"/>
                    <a:pt x="461" y="212"/>
                    <a:pt x="461" y="212"/>
                  </a:cubicBezTo>
                  <a:cubicBezTo>
                    <a:pt x="462" y="212"/>
                    <a:pt x="463" y="210"/>
                    <a:pt x="464" y="209"/>
                  </a:cubicBezTo>
                  <a:cubicBezTo>
                    <a:pt x="464" y="206"/>
                    <a:pt x="461" y="204"/>
                    <a:pt x="458" y="205"/>
                  </a:cubicBezTo>
                  <a:cubicBezTo>
                    <a:pt x="458" y="205"/>
                    <a:pt x="458" y="205"/>
                    <a:pt x="458" y="205"/>
                  </a:cubicBezTo>
                  <a:cubicBezTo>
                    <a:pt x="456" y="206"/>
                    <a:pt x="456" y="206"/>
                    <a:pt x="456" y="206"/>
                  </a:cubicBezTo>
                  <a:cubicBezTo>
                    <a:pt x="456" y="206"/>
                    <a:pt x="456" y="206"/>
                    <a:pt x="456" y="206"/>
                  </a:cubicBezTo>
                  <a:lnTo>
                    <a:pt x="456" y="7"/>
                  </a:lnTo>
                  <a:close/>
                  <a:moveTo>
                    <a:pt x="456" y="657"/>
                  </a:moveTo>
                  <a:cubicBezTo>
                    <a:pt x="453" y="657"/>
                    <a:pt x="450" y="656"/>
                    <a:pt x="447" y="655"/>
                  </a:cubicBezTo>
                  <a:cubicBezTo>
                    <a:pt x="445" y="657"/>
                    <a:pt x="442" y="659"/>
                    <a:pt x="440" y="661"/>
                  </a:cubicBezTo>
                  <a:cubicBezTo>
                    <a:pt x="440" y="534"/>
                    <a:pt x="440" y="534"/>
                    <a:pt x="440" y="534"/>
                  </a:cubicBezTo>
                  <a:cubicBezTo>
                    <a:pt x="446" y="523"/>
                    <a:pt x="452" y="512"/>
                    <a:pt x="456" y="501"/>
                  </a:cubicBezTo>
                  <a:cubicBezTo>
                    <a:pt x="456" y="657"/>
                    <a:pt x="456" y="657"/>
                    <a:pt x="456" y="657"/>
                  </a:cubicBezTo>
                  <a:close/>
                  <a:moveTo>
                    <a:pt x="440" y="15"/>
                  </a:moveTo>
                  <a:cubicBezTo>
                    <a:pt x="445" y="12"/>
                    <a:pt x="450" y="9"/>
                    <a:pt x="456" y="7"/>
                  </a:cubicBezTo>
                  <a:cubicBezTo>
                    <a:pt x="456" y="206"/>
                    <a:pt x="456" y="206"/>
                    <a:pt x="456" y="206"/>
                  </a:cubicBezTo>
                  <a:cubicBezTo>
                    <a:pt x="454" y="207"/>
                    <a:pt x="454" y="207"/>
                    <a:pt x="454" y="207"/>
                  </a:cubicBezTo>
                  <a:cubicBezTo>
                    <a:pt x="453" y="207"/>
                    <a:pt x="453" y="207"/>
                    <a:pt x="453" y="207"/>
                  </a:cubicBezTo>
                  <a:cubicBezTo>
                    <a:pt x="451" y="208"/>
                    <a:pt x="451" y="208"/>
                    <a:pt x="451" y="208"/>
                  </a:cubicBezTo>
                  <a:cubicBezTo>
                    <a:pt x="447" y="210"/>
                    <a:pt x="448" y="216"/>
                    <a:pt x="453" y="215"/>
                  </a:cubicBezTo>
                  <a:cubicBezTo>
                    <a:pt x="453" y="215"/>
                    <a:pt x="453" y="215"/>
                    <a:pt x="454" y="215"/>
                  </a:cubicBezTo>
                  <a:cubicBezTo>
                    <a:pt x="455" y="214"/>
                    <a:pt x="455" y="214"/>
                    <a:pt x="455" y="214"/>
                  </a:cubicBezTo>
                  <a:cubicBezTo>
                    <a:pt x="456" y="214"/>
                    <a:pt x="456" y="214"/>
                    <a:pt x="456" y="214"/>
                  </a:cubicBezTo>
                  <a:cubicBezTo>
                    <a:pt x="456" y="238"/>
                    <a:pt x="456" y="238"/>
                    <a:pt x="456" y="238"/>
                  </a:cubicBezTo>
                  <a:cubicBezTo>
                    <a:pt x="453" y="240"/>
                    <a:pt x="449" y="243"/>
                    <a:pt x="446" y="246"/>
                  </a:cubicBezTo>
                  <a:cubicBezTo>
                    <a:pt x="448" y="259"/>
                    <a:pt x="445" y="272"/>
                    <a:pt x="440" y="285"/>
                  </a:cubicBezTo>
                  <a:cubicBezTo>
                    <a:pt x="440" y="15"/>
                    <a:pt x="440" y="15"/>
                    <a:pt x="440" y="15"/>
                  </a:cubicBezTo>
                  <a:close/>
                  <a:moveTo>
                    <a:pt x="456" y="358"/>
                  </a:moveTo>
                  <a:cubicBezTo>
                    <a:pt x="456" y="397"/>
                    <a:pt x="456" y="397"/>
                    <a:pt x="456" y="397"/>
                  </a:cubicBezTo>
                  <a:cubicBezTo>
                    <a:pt x="454" y="392"/>
                    <a:pt x="451" y="388"/>
                    <a:pt x="448" y="383"/>
                  </a:cubicBezTo>
                  <a:cubicBezTo>
                    <a:pt x="446" y="379"/>
                    <a:pt x="443" y="375"/>
                    <a:pt x="440" y="371"/>
                  </a:cubicBezTo>
                  <a:cubicBezTo>
                    <a:pt x="440" y="341"/>
                    <a:pt x="440" y="341"/>
                    <a:pt x="440" y="341"/>
                  </a:cubicBezTo>
                  <a:cubicBezTo>
                    <a:pt x="446" y="346"/>
                    <a:pt x="451" y="352"/>
                    <a:pt x="456" y="358"/>
                  </a:cubicBezTo>
                  <a:close/>
                  <a:moveTo>
                    <a:pt x="440" y="661"/>
                  </a:moveTo>
                  <a:cubicBezTo>
                    <a:pt x="438" y="662"/>
                    <a:pt x="437" y="663"/>
                    <a:pt x="436" y="663"/>
                  </a:cubicBezTo>
                  <a:cubicBezTo>
                    <a:pt x="412" y="678"/>
                    <a:pt x="385" y="678"/>
                    <a:pt x="363" y="666"/>
                  </a:cubicBezTo>
                  <a:cubicBezTo>
                    <a:pt x="355" y="671"/>
                    <a:pt x="346" y="675"/>
                    <a:pt x="337" y="679"/>
                  </a:cubicBezTo>
                  <a:cubicBezTo>
                    <a:pt x="337" y="628"/>
                    <a:pt x="337" y="628"/>
                    <a:pt x="337" y="628"/>
                  </a:cubicBezTo>
                  <a:cubicBezTo>
                    <a:pt x="343" y="634"/>
                    <a:pt x="358" y="634"/>
                    <a:pt x="380" y="624"/>
                  </a:cubicBezTo>
                  <a:cubicBezTo>
                    <a:pt x="414" y="608"/>
                    <a:pt x="443" y="572"/>
                    <a:pt x="432" y="545"/>
                  </a:cubicBezTo>
                  <a:cubicBezTo>
                    <a:pt x="435" y="541"/>
                    <a:pt x="437" y="538"/>
                    <a:pt x="440" y="534"/>
                  </a:cubicBezTo>
                  <a:cubicBezTo>
                    <a:pt x="440" y="661"/>
                    <a:pt x="440" y="661"/>
                    <a:pt x="440" y="661"/>
                  </a:cubicBezTo>
                  <a:close/>
                  <a:moveTo>
                    <a:pt x="337" y="194"/>
                  </a:moveTo>
                  <a:cubicBezTo>
                    <a:pt x="341" y="191"/>
                    <a:pt x="344" y="188"/>
                    <a:pt x="348" y="186"/>
                  </a:cubicBezTo>
                  <a:cubicBezTo>
                    <a:pt x="366" y="174"/>
                    <a:pt x="388" y="172"/>
                    <a:pt x="406" y="178"/>
                  </a:cubicBezTo>
                  <a:cubicBezTo>
                    <a:pt x="391" y="114"/>
                    <a:pt x="378" y="51"/>
                    <a:pt x="439" y="15"/>
                  </a:cubicBezTo>
                  <a:cubicBezTo>
                    <a:pt x="440" y="15"/>
                    <a:pt x="440" y="15"/>
                    <a:pt x="440" y="15"/>
                  </a:cubicBezTo>
                  <a:cubicBezTo>
                    <a:pt x="440" y="285"/>
                    <a:pt x="440" y="285"/>
                    <a:pt x="440" y="285"/>
                  </a:cubicBezTo>
                  <a:cubicBezTo>
                    <a:pt x="434" y="298"/>
                    <a:pt x="424" y="311"/>
                    <a:pt x="413" y="323"/>
                  </a:cubicBezTo>
                  <a:cubicBezTo>
                    <a:pt x="422" y="328"/>
                    <a:pt x="431" y="334"/>
                    <a:pt x="440" y="341"/>
                  </a:cubicBezTo>
                  <a:cubicBezTo>
                    <a:pt x="440" y="371"/>
                    <a:pt x="440" y="371"/>
                    <a:pt x="440" y="371"/>
                  </a:cubicBezTo>
                  <a:cubicBezTo>
                    <a:pt x="415" y="340"/>
                    <a:pt x="378" y="325"/>
                    <a:pt x="337" y="324"/>
                  </a:cubicBezTo>
                  <a:cubicBezTo>
                    <a:pt x="337" y="194"/>
                    <a:pt x="337" y="194"/>
                    <a:pt x="337" y="194"/>
                  </a:cubicBezTo>
                  <a:close/>
                  <a:moveTo>
                    <a:pt x="337" y="615"/>
                  </a:moveTo>
                  <a:cubicBezTo>
                    <a:pt x="341" y="608"/>
                    <a:pt x="348" y="600"/>
                    <a:pt x="360" y="590"/>
                  </a:cubicBezTo>
                  <a:cubicBezTo>
                    <a:pt x="355" y="584"/>
                    <a:pt x="348" y="580"/>
                    <a:pt x="337" y="577"/>
                  </a:cubicBezTo>
                  <a:lnTo>
                    <a:pt x="337" y="615"/>
                  </a:lnTo>
                  <a:close/>
                  <a:moveTo>
                    <a:pt x="337" y="679"/>
                  </a:moveTo>
                  <a:cubicBezTo>
                    <a:pt x="260" y="714"/>
                    <a:pt x="165" y="717"/>
                    <a:pt x="126" y="660"/>
                  </a:cubicBezTo>
                  <a:cubicBezTo>
                    <a:pt x="52" y="632"/>
                    <a:pt x="0" y="431"/>
                    <a:pt x="165" y="335"/>
                  </a:cubicBezTo>
                  <a:cubicBezTo>
                    <a:pt x="167" y="315"/>
                    <a:pt x="179" y="296"/>
                    <a:pt x="199" y="284"/>
                  </a:cubicBezTo>
                  <a:cubicBezTo>
                    <a:pt x="204" y="280"/>
                    <a:pt x="210" y="278"/>
                    <a:pt x="216" y="276"/>
                  </a:cubicBezTo>
                  <a:cubicBezTo>
                    <a:pt x="219" y="257"/>
                    <a:pt x="230" y="238"/>
                    <a:pt x="249" y="227"/>
                  </a:cubicBezTo>
                  <a:cubicBezTo>
                    <a:pt x="271" y="213"/>
                    <a:pt x="297" y="212"/>
                    <a:pt x="318" y="223"/>
                  </a:cubicBezTo>
                  <a:cubicBezTo>
                    <a:pt x="322" y="212"/>
                    <a:pt x="328" y="202"/>
                    <a:pt x="337" y="194"/>
                  </a:cubicBezTo>
                  <a:cubicBezTo>
                    <a:pt x="337" y="324"/>
                    <a:pt x="337" y="324"/>
                    <a:pt x="337" y="324"/>
                  </a:cubicBezTo>
                  <a:cubicBezTo>
                    <a:pt x="324" y="323"/>
                    <a:pt x="310" y="324"/>
                    <a:pt x="296" y="326"/>
                  </a:cubicBezTo>
                  <a:cubicBezTo>
                    <a:pt x="281" y="310"/>
                    <a:pt x="253" y="312"/>
                    <a:pt x="227" y="323"/>
                  </a:cubicBezTo>
                  <a:cubicBezTo>
                    <a:pt x="283" y="377"/>
                    <a:pt x="184" y="429"/>
                    <a:pt x="213" y="454"/>
                  </a:cubicBezTo>
                  <a:cubicBezTo>
                    <a:pt x="280" y="512"/>
                    <a:pt x="250" y="563"/>
                    <a:pt x="208" y="592"/>
                  </a:cubicBezTo>
                  <a:cubicBezTo>
                    <a:pt x="241" y="578"/>
                    <a:pt x="303" y="569"/>
                    <a:pt x="337" y="577"/>
                  </a:cubicBezTo>
                  <a:cubicBezTo>
                    <a:pt x="337" y="615"/>
                    <a:pt x="337" y="615"/>
                    <a:pt x="337" y="615"/>
                  </a:cubicBezTo>
                  <a:cubicBezTo>
                    <a:pt x="335" y="621"/>
                    <a:pt x="335" y="625"/>
                    <a:pt x="337" y="628"/>
                  </a:cubicBezTo>
                  <a:lnTo>
                    <a:pt x="337" y="679"/>
                  </a:lnTo>
                  <a:close/>
                </a:path>
              </a:pathLst>
            </a:custGeom>
            <a:solidFill>
              <a:srgbClr val="003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7" name="Freeform 236"/>
            <p:cNvSpPr>
              <a:spLocks noEditPoints="1"/>
            </p:cNvSpPr>
            <p:nvPr/>
          </p:nvSpPr>
          <p:spPr bwMode="auto">
            <a:xfrm>
              <a:off x="4453" y="1732"/>
              <a:ext cx="889" cy="713"/>
            </a:xfrm>
            <a:custGeom>
              <a:avLst/>
              <a:gdLst>
                <a:gd name="T0" fmla="*/ 483 w 796"/>
                <a:gd name="T1" fmla="*/ 85 h 639"/>
                <a:gd name="T2" fmla="*/ 620 w 796"/>
                <a:gd name="T3" fmla="*/ 115 h 639"/>
                <a:gd name="T4" fmla="*/ 667 w 796"/>
                <a:gd name="T5" fmla="*/ 153 h 639"/>
                <a:gd name="T6" fmla="*/ 706 w 796"/>
                <a:gd name="T7" fmla="*/ 228 h 639"/>
                <a:gd name="T8" fmla="*/ 678 w 796"/>
                <a:gd name="T9" fmla="*/ 335 h 639"/>
                <a:gd name="T10" fmla="*/ 540 w 796"/>
                <a:gd name="T11" fmla="*/ 434 h 639"/>
                <a:gd name="T12" fmla="*/ 511 w 796"/>
                <a:gd name="T13" fmla="*/ 448 h 639"/>
                <a:gd name="T14" fmla="*/ 454 w 796"/>
                <a:gd name="T15" fmla="*/ 453 h 639"/>
                <a:gd name="T16" fmla="*/ 525 w 796"/>
                <a:gd name="T17" fmla="*/ 421 h 639"/>
                <a:gd name="T18" fmla="*/ 460 w 796"/>
                <a:gd name="T19" fmla="*/ 399 h 639"/>
                <a:gd name="T20" fmla="*/ 454 w 796"/>
                <a:gd name="T21" fmla="*/ 383 h 639"/>
                <a:gd name="T22" fmla="*/ 526 w 796"/>
                <a:gd name="T23" fmla="*/ 383 h 639"/>
                <a:gd name="T24" fmla="*/ 601 w 796"/>
                <a:gd name="T25" fmla="*/ 354 h 639"/>
                <a:gd name="T26" fmla="*/ 611 w 796"/>
                <a:gd name="T27" fmla="*/ 308 h 639"/>
                <a:gd name="T28" fmla="*/ 568 w 796"/>
                <a:gd name="T29" fmla="*/ 143 h 639"/>
                <a:gd name="T30" fmla="*/ 483 w 796"/>
                <a:gd name="T31" fmla="*/ 140 h 639"/>
                <a:gd name="T32" fmla="*/ 454 w 796"/>
                <a:gd name="T33" fmla="*/ 132 h 639"/>
                <a:gd name="T34" fmla="*/ 475 w 796"/>
                <a:gd name="T35" fmla="*/ 101 h 639"/>
                <a:gd name="T36" fmla="*/ 454 w 796"/>
                <a:gd name="T37" fmla="*/ 80 h 639"/>
                <a:gd name="T38" fmla="*/ 354 w 796"/>
                <a:gd name="T39" fmla="*/ 140 h 639"/>
                <a:gd name="T40" fmla="*/ 407 w 796"/>
                <a:gd name="T41" fmla="*/ 89 h 639"/>
                <a:gd name="T42" fmla="*/ 454 w 796"/>
                <a:gd name="T43" fmla="*/ 80 h 639"/>
                <a:gd name="T44" fmla="*/ 372 w 796"/>
                <a:gd name="T45" fmla="*/ 151 h 639"/>
                <a:gd name="T46" fmla="*/ 298 w 796"/>
                <a:gd name="T47" fmla="*/ 194 h 639"/>
                <a:gd name="T48" fmla="*/ 422 w 796"/>
                <a:gd name="T49" fmla="*/ 443 h 639"/>
                <a:gd name="T50" fmla="*/ 319 w 796"/>
                <a:gd name="T51" fmla="*/ 380 h 639"/>
                <a:gd name="T52" fmla="*/ 298 w 796"/>
                <a:gd name="T53" fmla="*/ 367 h 639"/>
                <a:gd name="T54" fmla="*/ 298 w 796"/>
                <a:gd name="T55" fmla="*/ 356 h 639"/>
                <a:gd name="T56" fmla="*/ 412 w 796"/>
                <a:gd name="T57" fmla="*/ 406 h 639"/>
                <a:gd name="T58" fmla="*/ 454 w 796"/>
                <a:gd name="T59" fmla="*/ 453 h 639"/>
                <a:gd name="T60" fmla="*/ 420 w 796"/>
                <a:gd name="T61" fmla="*/ 144 h 639"/>
                <a:gd name="T62" fmla="*/ 454 w 796"/>
                <a:gd name="T63" fmla="*/ 147 h 639"/>
                <a:gd name="T64" fmla="*/ 454 w 796"/>
                <a:gd name="T65" fmla="*/ 383 h 639"/>
                <a:gd name="T66" fmla="*/ 454 w 796"/>
                <a:gd name="T67" fmla="*/ 399 h 639"/>
                <a:gd name="T68" fmla="*/ 170 w 796"/>
                <a:gd name="T69" fmla="*/ 74 h 639"/>
                <a:gd name="T70" fmla="*/ 292 w 796"/>
                <a:gd name="T71" fmla="*/ 204 h 639"/>
                <a:gd name="T72" fmla="*/ 298 w 796"/>
                <a:gd name="T73" fmla="*/ 238 h 639"/>
                <a:gd name="T74" fmla="*/ 298 w 796"/>
                <a:gd name="T75" fmla="*/ 312 h 639"/>
                <a:gd name="T76" fmla="*/ 273 w 796"/>
                <a:gd name="T77" fmla="*/ 297 h 639"/>
                <a:gd name="T78" fmla="*/ 237 w 796"/>
                <a:gd name="T79" fmla="*/ 208 h 639"/>
                <a:gd name="T80" fmla="*/ 170 w 796"/>
                <a:gd name="T81" fmla="*/ 257 h 639"/>
                <a:gd name="T82" fmla="*/ 225 w 796"/>
                <a:gd name="T83" fmla="*/ 199 h 639"/>
                <a:gd name="T84" fmla="*/ 170 w 796"/>
                <a:gd name="T85" fmla="*/ 175 h 639"/>
                <a:gd name="T86" fmla="*/ 298 w 796"/>
                <a:gd name="T87" fmla="*/ 389 h 639"/>
                <a:gd name="T88" fmla="*/ 260 w 796"/>
                <a:gd name="T89" fmla="*/ 399 h 639"/>
                <a:gd name="T90" fmla="*/ 170 w 796"/>
                <a:gd name="T91" fmla="*/ 353 h 639"/>
                <a:gd name="T92" fmla="*/ 240 w 796"/>
                <a:gd name="T93" fmla="*/ 448 h 639"/>
                <a:gd name="T94" fmla="*/ 170 w 796"/>
                <a:gd name="T95" fmla="*/ 634 h 639"/>
                <a:gd name="T96" fmla="*/ 298 w 796"/>
                <a:gd name="T97" fmla="*/ 389 h 639"/>
                <a:gd name="T98" fmla="*/ 59 w 796"/>
                <a:gd name="T99" fmla="*/ 10 h 639"/>
                <a:gd name="T100" fmla="*/ 170 w 796"/>
                <a:gd name="T101" fmla="*/ 175 h 639"/>
                <a:gd name="T102" fmla="*/ 143 w 796"/>
                <a:gd name="T103" fmla="*/ 272 h 639"/>
                <a:gd name="T104" fmla="*/ 164 w 796"/>
                <a:gd name="T105" fmla="*/ 361 h 639"/>
                <a:gd name="T106" fmla="*/ 170 w 796"/>
                <a:gd name="T107" fmla="*/ 431 h 639"/>
                <a:gd name="T108" fmla="*/ 158 w 796"/>
                <a:gd name="T109" fmla="*/ 636 h 639"/>
                <a:gd name="T110" fmla="*/ 0 w 796"/>
                <a:gd name="T111" fmla="*/ 41 h 639"/>
                <a:gd name="T112" fmla="*/ 122 w 796"/>
                <a:gd name="T113" fmla="*/ 323 h 639"/>
                <a:gd name="T114" fmla="*/ 170 w 796"/>
                <a:gd name="T115" fmla="*/ 337 h 639"/>
                <a:gd name="T116" fmla="*/ 170 w 796"/>
                <a:gd name="T117" fmla="*/ 280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6" h="639">
                  <a:moveTo>
                    <a:pt x="454" y="80"/>
                  </a:moveTo>
                  <a:cubicBezTo>
                    <a:pt x="464" y="80"/>
                    <a:pt x="474" y="82"/>
                    <a:pt x="483" y="85"/>
                  </a:cubicBezTo>
                  <a:cubicBezTo>
                    <a:pt x="486" y="84"/>
                    <a:pt x="489" y="83"/>
                    <a:pt x="493" y="83"/>
                  </a:cubicBezTo>
                  <a:cubicBezTo>
                    <a:pt x="537" y="79"/>
                    <a:pt x="584" y="92"/>
                    <a:pt x="620" y="115"/>
                  </a:cubicBezTo>
                  <a:cubicBezTo>
                    <a:pt x="643" y="103"/>
                    <a:pt x="671" y="100"/>
                    <a:pt x="700" y="107"/>
                  </a:cubicBezTo>
                  <a:cubicBezTo>
                    <a:pt x="678" y="120"/>
                    <a:pt x="663" y="130"/>
                    <a:pt x="667" y="153"/>
                  </a:cubicBezTo>
                  <a:cubicBezTo>
                    <a:pt x="691" y="150"/>
                    <a:pt x="704" y="142"/>
                    <a:pt x="715" y="119"/>
                  </a:cubicBezTo>
                  <a:cubicBezTo>
                    <a:pt x="738" y="117"/>
                    <a:pt x="770" y="194"/>
                    <a:pt x="706" y="228"/>
                  </a:cubicBezTo>
                  <a:cubicBezTo>
                    <a:pt x="728" y="236"/>
                    <a:pt x="747" y="215"/>
                    <a:pt x="756" y="192"/>
                  </a:cubicBezTo>
                  <a:cubicBezTo>
                    <a:pt x="796" y="270"/>
                    <a:pt x="745" y="350"/>
                    <a:pt x="678" y="335"/>
                  </a:cubicBezTo>
                  <a:cubicBezTo>
                    <a:pt x="673" y="344"/>
                    <a:pt x="667" y="352"/>
                    <a:pt x="661" y="359"/>
                  </a:cubicBezTo>
                  <a:cubicBezTo>
                    <a:pt x="633" y="392"/>
                    <a:pt x="589" y="420"/>
                    <a:pt x="540" y="434"/>
                  </a:cubicBezTo>
                  <a:cubicBezTo>
                    <a:pt x="540" y="434"/>
                    <a:pt x="540" y="434"/>
                    <a:pt x="540" y="434"/>
                  </a:cubicBezTo>
                  <a:cubicBezTo>
                    <a:pt x="531" y="440"/>
                    <a:pt x="522" y="445"/>
                    <a:pt x="511" y="448"/>
                  </a:cubicBezTo>
                  <a:cubicBezTo>
                    <a:pt x="496" y="453"/>
                    <a:pt x="480" y="455"/>
                    <a:pt x="465" y="454"/>
                  </a:cubicBezTo>
                  <a:cubicBezTo>
                    <a:pt x="461" y="454"/>
                    <a:pt x="457" y="454"/>
                    <a:pt x="454" y="453"/>
                  </a:cubicBezTo>
                  <a:cubicBezTo>
                    <a:pt x="454" y="434"/>
                    <a:pt x="454" y="434"/>
                    <a:pt x="454" y="434"/>
                  </a:cubicBezTo>
                  <a:cubicBezTo>
                    <a:pt x="478" y="438"/>
                    <a:pt x="506" y="433"/>
                    <a:pt x="525" y="421"/>
                  </a:cubicBezTo>
                  <a:cubicBezTo>
                    <a:pt x="526" y="420"/>
                    <a:pt x="526" y="420"/>
                    <a:pt x="526" y="419"/>
                  </a:cubicBezTo>
                  <a:cubicBezTo>
                    <a:pt x="537" y="394"/>
                    <a:pt x="467" y="398"/>
                    <a:pt x="460" y="399"/>
                  </a:cubicBezTo>
                  <a:cubicBezTo>
                    <a:pt x="458" y="399"/>
                    <a:pt x="456" y="399"/>
                    <a:pt x="454" y="399"/>
                  </a:cubicBezTo>
                  <a:cubicBezTo>
                    <a:pt x="454" y="383"/>
                    <a:pt x="454" y="383"/>
                    <a:pt x="454" y="383"/>
                  </a:cubicBezTo>
                  <a:cubicBezTo>
                    <a:pt x="471" y="385"/>
                    <a:pt x="494" y="386"/>
                    <a:pt x="521" y="383"/>
                  </a:cubicBezTo>
                  <a:cubicBezTo>
                    <a:pt x="523" y="383"/>
                    <a:pt x="524" y="383"/>
                    <a:pt x="526" y="383"/>
                  </a:cubicBezTo>
                  <a:cubicBezTo>
                    <a:pt x="551" y="379"/>
                    <a:pt x="577" y="369"/>
                    <a:pt x="600" y="355"/>
                  </a:cubicBezTo>
                  <a:cubicBezTo>
                    <a:pt x="600" y="354"/>
                    <a:pt x="601" y="354"/>
                    <a:pt x="601" y="354"/>
                  </a:cubicBezTo>
                  <a:cubicBezTo>
                    <a:pt x="614" y="341"/>
                    <a:pt x="621" y="332"/>
                    <a:pt x="611" y="309"/>
                  </a:cubicBezTo>
                  <a:cubicBezTo>
                    <a:pt x="611" y="308"/>
                    <a:pt x="611" y="308"/>
                    <a:pt x="611" y="308"/>
                  </a:cubicBezTo>
                  <a:cubicBezTo>
                    <a:pt x="566" y="241"/>
                    <a:pt x="563" y="188"/>
                    <a:pt x="583" y="152"/>
                  </a:cubicBezTo>
                  <a:cubicBezTo>
                    <a:pt x="579" y="148"/>
                    <a:pt x="574" y="145"/>
                    <a:pt x="568" y="143"/>
                  </a:cubicBezTo>
                  <a:cubicBezTo>
                    <a:pt x="540" y="136"/>
                    <a:pt x="511" y="134"/>
                    <a:pt x="485" y="139"/>
                  </a:cubicBezTo>
                  <a:cubicBezTo>
                    <a:pt x="484" y="139"/>
                    <a:pt x="483" y="139"/>
                    <a:pt x="483" y="140"/>
                  </a:cubicBezTo>
                  <a:cubicBezTo>
                    <a:pt x="472" y="142"/>
                    <a:pt x="463" y="144"/>
                    <a:pt x="454" y="147"/>
                  </a:cubicBezTo>
                  <a:cubicBezTo>
                    <a:pt x="454" y="132"/>
                    <a:pt x="454" y="132"/>
                    <a:pt x="454" y="132"/>
                  </a:cubicBezTo>
                  <a:cubicBezTo>
                    <a:pt x="471" y="125"/>
                    <a:pt x="486" y="115"/>
                    <a:pt x="476" y="103"/>
                  </a:cubicBezTo>
                  <a:cubicBezTo>
                    <a:pt x="476" y="103"/>
                    <a:pt x="475" y="102"/>
                    <a:pt x="475" y="101"/>
                  </a:cubicBezTo>
                  <a:cubicBezTo>
                    <a:pt x="468" y="100"/>
                    <a:pt x="461" y="99"/>
                    <a:pt x="454" y="99"/>
                  </a:cubicBezTo>
                  <a:lnTo>
                    <a:pt x="454" y="80"/>
                  </a:lnTo>
                  <a:close/>
                  <a:moveTo>
                    <a:pt x="298" y="194"/>
                  </a:moveTo>
                  <a:cubicBezTo>
                    <a:pt x="312" y="173"/>
                    <a:pt x="332" y="155"/>
                    <a:pt x="354" y="140"/>
                  </a:cubicBezTo>
                  <a:cubicBezTo>
                    <a:pt x="356" y="130"/>
                    <a:pt x="362" y="120"/>
                    <a:pt x="369" y="112"/>
                  </a:cubicBezTo>
                  <a:cubicBezTo>
                    <a:pt x="379" y="102"/>
                    <a:pt x="392" y="94"/>
                    <a:pt x="407" y="89"/>
                  </a:cubicBezTo>
                  <a:cubicBezTo>
                    <a:pt x="422" y="83"/>
                    <a:pt x="438" y="80"/>
                    <a:pt x="453" y="80"/>
                  </a:cubicBezTo>
                  <a:cubicBezTo>
                    <a:pt x="454" y="80"/>
                    <a:pt x="454" y="80"/>
                    <a:pt x="454" y="80"/>
                  </a:cubicBezTo>
                  <a:cubicBezTo>
                    <a:pt x="454" y="99"/>
                    <a:pt x="454" y="99"/>
                    <a:pt x="454" y="99"/>
                  </a:cubicBezTo>
                  <a:cubicBezTo>
                    <a:pt x="416" y="99"/>
                    <a:pt x="372" y="121"/>
                    <a:pt x="372" y="151"/>
                  </a:cubicBezTo>
                  <a:cubicBezTo>
                    <a:pt x="336" y="173"/>
                    <a:pt x="309" y="203"/>
                    <a:pt x="298" y="238"/>
                  </a:cubicBezTo>
                  <a:cubicBezTo>
                    <a:pt x="298" y="194"/>
                    <a:pt x="298" y="194"/>
                    <a:pt x="298" y="194"/>
                  </a:cubicBezTo>
                  <a:close/>
                  <a:moveTo>
                    <a:pt x="454" y="453"/>
                  </a:moveTo>
                  <a:cubicBezTo>
                    <a:pt x="442" y="452"/>
                    <a:pt x="431" y="448"/>
                    <a:pt x="422" y="443"/>
                  </a:cubicBezTo>
                  <a:cubicBezTo>
                    <a:pt x="412" y="438"/>
                    <a:pt x="404" y="431"/>
                    <a:pt x="399" y="422"/>
                  </a:cubicBezTo>
                  <a:cubicBezTo>
                    <a:pt x="369" y="413"/>
                    <a:pt x="341" y="400"/>
                    <a:pt x="319" y="380"/>
                  </a:cubicBezTo>
                  <a:cubicBezTo>
                    <a:pt x="312" y="382"/>
                    <a:pt x="304" y="385"/>
                    <a:pt x="298" y="389"/>
                  </a:cubicBezTo>
                  <a:cubicBezTo>
                    <a:pt x="298" y="367"/>
                    <a:pt x="298" y="367"/>
                    <a:pt x="298" y="367"/>
                  </a:cubicBezTo>
                  <a:cubicBezTo>
                    <a:pt x="299" y="366"/>
                    <a:pt x="301" y="365"/>
                    <a:pt x="303" y="364"/>
                  </a:cubicBezTo>
                  <a:cubicBezTo>
                    <a:pt x="301" y="361"/>
                    <a:pt x="299" y="359"/>
                    <a:pt x="298" y="356"/>
                  </a:cubicBezTo>
                  <a:cubicBezTo>
                    <a:pt x="298" y="312"/>
                    <a:pt x="298" y="312"/>
                    <a:pt x="298" y="312"/>
                  </a:cubicBezTo>
                  <a:cubicBezTo>
                    <a:pt x="313" y="361"/>
                    <a:pt x="358" y="392"/>
                    <a:pt x="412" y="406"/>
                  </a:cubicBezTo>
                  <a:cubicBezTo>
                    <a:pt x="417" y="421"/>
                    <a:pt x="434" y="431"/>
                    <a:pt x="454" y="434"/>
                  </a:cubicBezTo>
                  <a:cubicBezTo>
                    <a:pt x="454" y="453"/>
                    <a:pt x="454" y="453"/>
                    <a:pt x="454" y="453"/>
                  </a:cubicBezTo>
                  <a:close/>
                  <a:moveTo>
                    <a:pt x="454" y="132"/>
                  </a:moveTo>
                  <a:cubicBezTo>
                    <a:pt x="439" y="139"/>
                    <a:pt x="423" y="143"/>
                    <a:pt x="420" y="144"/>
                  </a:cubicBezTo>
                  <a:cubicBezTo>
                    <a:pt x="395" y="148"/>
                    <a:pt x="391" y="175"/>
                    <a:pt x="407" y="167"/>
                  </a:cubicBezTo>
                  <a:cubicBezTo>
                    <a:pt x="418" y="161"/>
                    <a:pt x="434" y="153"/>
                    <a:pt x="454" y="147"/>
                  </a:cubicBezTo>
                  <a:cubicBezTo>
                    <a:pt x="454" y="132"/>
                    <a:pt x="454" y="132"/>
                    <a:pt x="454" y="132"/>
                  </a:cubicBezTo>
                  <a:close/>
                  <a:moveTo>
                    <a:pt x="454" y="383"/>
                  </a:moveTo>
                  <a:cubicBezTo>
                    <a:pt x="449" y="382"/>
                    <a:pt x="445" y="381"/>
                    <a:pt x="441" y="381"/>
                  </a:cubicBezTo>
                  <a:cubicBezTo>
                    <a:pt x="424" y="378"/>
                    <a:pt x="433" y="398"/>
                    <a:pt x="454" y="399"/>
                  </a:cubicBezTo>
                  <a:lnTo>
                    <a:pt x="454" y="383"/>
                  </a:lnTo>
                  <a:close/>
                  <a:moveTo>
                    <a:pt x="170" y="74"/>
                  </a:moveTo>
                  <a:cubicBezTo>
                    <a:pt x="188" y="103"/>
                    <a:pt x="203" y="138"/>
                    <a:pt x="220" y="166"/>
                  </a:cubicBezTo>
                  <a:cubicBezTo>
                    <a:pt x="239" y="197"/>
                    <a:pt x="264" y="205"/>
                    <a:pt x="292" y="204"/>
                  </a:cubicBezTo>
                  <a:cubicBezTo>
                    <a:pt x="293" y="201"/>
                    <a:pt x="295" y="197"/>
                    <a:pt x="298" y="194"/>
                  </a:cubicBezTo>
                  <a:cubicBezTo>
                    <a:pt x="298" y="238"/>
                    <a:pt x="298" y="238"/>
                    <a:pt x="298" y="238"/>
                  </a:cubicBezTo>
                  <a:cubicBezTo>
                    <a:pt x="292" y="256"/>
                    <a:pt x="290" y="274"/>
                    <a:pt x="293" y="294"/>
                  </a:cubicBezTo>
                  <a:cubicBezTo>
                    <a:pt x="294" y="300"/>
                    <a:pt x="296" y="306"/>
                    <a:pt x="298" y="312"/>
                  </a:cubicBezTo>
                  <a:cubicBezTo>
                    <a:pt x="298" y="356"/>
                    <a:pt x="298" y="356"/>
                    <a:pt x="298" y="356"/>
                  </a:cubicBezTo>
                  <a:cubicBezTo>
                    <a:pt x="285" y="339"/>
                    <a:pt x="277" y="320"/>
                    <a:pt x="273" y="297"/>
                  </a:cubicBezTo>
                  <a:cubicBezTo>
                    <a:pt x="269" y="272"/>
                    <a:pt x="272" y="248"/>
                    <a:pt x="281" y="226"/>
                  </a:cubicBezTo>
                  <a:cubicBezTo>
                    <a:pt x="266" y="224"/>
                    <a:pt x="250" y="217"/>
                    <a:pt x="237" y="208"/>
                  </a:cubicBezTo>
                  <a:cubicBezTo>
                    <a:pt x="208" y="236"/>
                    <a:pt x="186" y="260"/>
                    <a:pt x="170" y="280"/>
                  </a:cubicBezTo>
                  <a:cubicBezTo>
                    <a:pt x="170" y="257"/>
                    <a:pt x="170" y="257"/>
                    <a:pt x="170" y="257"/>
                  </a:cubicBezTo>
                  <a:cubicBezTo>
                    <a:pt x="188" y="236"/>
                    <a:pt x="206" y="216"/>
                    <a:pt x="221" y="201"/>
                  </a:cubicBezTo>
                  <a:cubicBezTo>
                    <a:pt x="222" y="200"/>
                    <a:pt x="224" y="199"/>
                    <a:pt x="225" y="199"/>
                  </a:cubicBezTo>
                  <a:cubicBezTo>
                    <a:pt x="213" y="188"/>
                    <a:pt x="203" y="175"/>
                    <a:pt x="197" y="162"/>
                  </a:cubicBezTo>
                  <a:cubicBezTo>
                    <a:pt x="188" y="165"/>
                    <a:pt x="179" y="170"/>
                    <a:pt x="170" y="175"/>
                  </a:cubicBezTo>
                  <a:cubicBezTo>
                    <a:pt x="170" y="74"/>
                    <a:pt x="170" y="74"/>
                    <a:pt x="170" y="74"/>
                  </a:cubicBezTo>
                  <a:close/>
                  <a:moveTo>
                    <a:pt x="298" y="389"/>
                  </a:moveTo>
                  <a:cubicBezTo>
                    <a:pt x="298" y="367"/>
                    <a:pt x="298" y="367"/>
                    <a:pt x="298" y="367"/>
                  </a:cubicBezTo>
                  <a:cubicBezTo>
                    <a:pt x="283" y="374"/>
                    <a:pt x="270" y="385"/>
                    <a:pt x="260" y="399"/>
                  </a:cubicBezTo>
                  <a:cubicBezTo>
                    <a:pt x="218" y="374"/>
                    <a:pt x="194" y="355"/>
                    <a:pt x="170" y="337"/>
                  </a:cubicBezTo>
                  <a:cubicBezTo>
                    <a:pt x="170" y="353"/>
                    <a:pt x="170" y="353"/>
                    <a:pt x="170" y="353"/>
                  </a:cubicBezTo>
                  <a:cubicBezTo>
                    <a:pt x="197" y="372"/>
                    <a:pt x="223" y="391"/>
                    <a:pt x="252" y="411"/>
                  </a:cubicBezTo>
                  <a:cubicBezTo>
                    <a:pt x="246" y="422"/>
                    <a:pt x="241" y="434"/>
                    <a:pt x="240" y="448"/>
                  </a:cubicBezTo>
                  <a:cubicBezTo>
                    <a:pt x="221" y="443"/>
                    <a:pt x="194" y="438"/>
                    <a:pt x="170" y="431"/>
                  </a:cubicBezTo>
                  <a:cubicBezTo>
                    <a:pt x="170" y="634"/>
                    <a:pt x="170" y="634"/>
                    <a:pt x="170" y="634"/>
                  </a:cubicBezTo>
                  <a:cubicBezTo>
                    <a:pt x="251" y="614"/>
                    <a:pt x="245" y="514"/>
                    <a:pt x="263" y="438"/>
                  </a:cubicBezTo>
                  <a:cubicBezTo>
                    <a:pt x="269" y="413"/>
                    <a:pt x="281" y="398"/>
                    <a:pt x="298" y="389"/>
                  </a:cubicBezTo>
                  <a:close/>
                  <a:moveTo>
                    <a:pt x="0" y="41"/>
                  </a:moveTo>
                  <a:cubicBezTo>
                    <a:pt x="19" y="25"/>
                    <a:pt x="39" y="14"/>
                    <a:pt x="59" y="10"/>
                  </a:cubicBezTo>
                  <a:cubicBezTo>
                    <a:pt x="114" y="0"/>
                    <a:pt x="145" y="32"/>
                    <a:pt x="170" y="74"/>
                  </a:cubicBezTo>
                  <a:cubicBezTo>
                    <a:pt x="170" y="175"/>
                    <a:pt x="170" y="175"/>
                    <a:pt x="170" y="175"/>
                  </a:cubicBezTo>
                  <a:cubicBezTo>
                    <a:pt x="136" y="197"/>
                    <a:pt x="105" y="227"/>
                    <a:pt x="93" y="240"/>
                  </a:cubicBezTo>
                  <a:cubicBezTo>
                    <a:pt x="112" y="250"/>
                    <a:pt x="131" y="254"/>
                    <a:pt x="143" y="272"/>
                  </a:cubicBezTo>
                  <a:cubicBezTo>
                    <a:pt x="135" y="284"/>
                    <a:pt x="116" y="321"/>
                    <a:pt x="89" y="327"/>
                  </a:cubicBezTo>
                  <a:cubicBezTo>
                    <a:pt x="108" y="328"/>
                    <a:pt x="149" y="344"/>
                    <a:pt x="164" y="361"/>
                  </a:cubicBezTo>
                  <a:cubicBezTo>
                    <a:pt x="155" y="383"/>
                    <a:pt x="133" y="395"/>
                    <a:pt x="121" y="409"/>
                  </a:cubicBezTo>
                  <a:cubicBezTo>
                    <a:pt x="132" y="418"/>
                    <a:pt x="150" y="425"/>
                    <a:pt x="170" y="431"/>
                  </a:cubicBezTo>
                  <a:cubicBezTo>
                    <a:pt x="170" y="634"/>
                    <a:pt x="170" y="634"/>
                    <a:pt x="170" y="634"/>
                  </a:cubicBezTo>
                  <a:cubicBezTo>
                    <a:pt x="167" y="635"/>
                    <a:pt x="162" y="636"/>
                    <a:pt x="158" y="636"/>
                  </a:cubicBezTo>
                  <a:cubicBezTo>
                    <a:pt x="138" y="639"/>
                    <a:pt x="115" y="634"/>
                    <a:pt x="92" y="625"/>
                  </a:cubicBezTo>
                  <a:cubicBezTo>
                    <a:pt x="0" y="41"/>
                    <a:pt x="0" y="41"/>
                    <a:pt x="0" y="41"/>
                  </a:cubicBezTo>
                  <a:close/>
                  <a:moveTo>
                    <a:pt x="170" y="257"/>
                  </a:moveTo>
                  <a:cubicBezTo>
                    <a:pt x="151" y="281"/>
                    <a:pt x="133" y="305"/>
                    <a:pt x="122" y="323"/>
                  </a:cubicBezTo>
                  <a:cubicBezTo>
                    <a:pt x="139" y="333"/>
                    <a:pt x="155" y="343"/>
                    <a:pt x="170" y="353"/>
                  </a:cubicBezTo>
                  <a:cubicBezTo>
                    <a:pt x="170" y="337"/>
                    <a:pt x="170" y="337"/>
                    <a:pt x="170" y="337"/>
                  </a:cubicBezTo>
                  <a:cubicBezTo>
                    <a:pt x="163" y="331"/>
                    <a:pt x="155" y="325"/>
                    <a:pt x="146" y="319"/>
                  </a:cubicBezTo>
                  <a:cubicBezTo>
                    <a:pt x="151" y="308"/>
                    <a:pt x="159" y="295"/>
                    <a:pt x="170" y="280"/>
                  </a:cubicBezTo>
                  <a:lnTo>
                    <a:pt x="170" y="257"/>
                  </a:lnTo>
                  <a:close/>
                </a:path>
              </a:pathLst>
            </a:custGeom>
            <a:solidFill>
              <a:srgbClr val="003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8" name="Freeform 237"/>
            <p:cNvSpPr>
              <a:spLocks noEditPoints="1"/>
            </p:cNvSpPr>
            <p:nvPr/>
          </p:nvSpPr>
          <p:spPr bwMode="auto">
            <a:xfrm>
              <a:off x="3409" y="712"/>
              <a:ext cx="713" cy="750"/>
            </a:xfrm>
            <a:custGeom>
              <a:avLst/>
              <a:gdLst>
                <a:gd name="T0" fmla="*/ 446 w 639"/>
                <a:gd name="T1" fmla="*/ 286 h 672"/>
                <a:gd name="T2" fmla="*/ 450 w 639"/>
                <a:gd name="T3" fmla="*/ 501 h 672"/>
                <a:gd name="T4" fmla="*/ 451 w 639"/>
                <a:gd name="T5" fmla="*/ 495 h 672"/>
                <a:gd name="T6" fmla="*/ 446 w 639"/>
                <a:gd name="T7" fmla="*/ 367 h 672"/>
                <a:gd name="T8" fmla="*/ 443 w 639"/>
                <a:gd name="T9" fmla="*/ 494 h 672"/>
                <a:gd name="T10" fmla="*/ 442 w 639"/>
                <a:gd name="T11" fmla="*/ 500 h 672"/>
                <a:gd name="T12" fmla="*/ 442 w 639"/>
                <a:gd name="T13" fmla="*/ 530 h 672"/>
                <a:gd name="T14" fmla="*/ 438 w 639"/>
                <a:gd name="T15" fmla="*/ 175 h 672"/>
                <a:gd name="T16" fmla="*/ 436 w 639"/>
                <a:gd name="T17" fmla="*/ 523 h 672"/>
                <a:gd name="T18" fmla="*/ 433 w 639"/>
                <a:gd name="T19" fmla="*/ 530 h 672"/>
                <a:gd name="T20" fmla="*/ 430 w 639"/>
                <a:gd name="T21" fmla="*/ 558 h 672"/>
                <a:gd name="T22" fmla="*/ 426 w 639"/>
                <a:gd name="T23" fmla="*/ 34 h 672"/>
                <a:gd name="T24" fmla="*/ 425 w 639"/>
                <a:gd name="T25" fmla="*/ 551 h 672"/>
                <a:gd name="T26" fmla="*/ 423 w 639"/>
                <a:gd name="T27" fmla="*/ 564 h 672"/>
                <a:gd name="T28" fmla="*/ 416 w 639"/>
                <a:gd name="T29" fmla="*/ 586 h 672"/>
                <a:gd name="T30" fmla="*/ 412 w 639"/>
                <a:gd name="T31" fmla="*/ 120 h 672"/>
                <a:gd name="T32" fmla="*/ 412 w 639"/>
                <a:gd name="T33" fmla="*/ 407 h 672"/>
                <a:gd name="T34" fmla="*/ 400 w 639"/>
                <a:gd name="T35" fmla="*/ 611 h 672"/>
                <a:gd name="T36" fmla="*/ 408 w 639"/>
                <a:gd name="T37" fmla="*/ 584 h 672"/>
                <a:gd name="T38" fmla="*/ 376 w 639"/>
                <a:gd name="T39" fmla="*/ 672 h 672"/>
                <a:gd name="T40" fmla="*/ 377 w 639"/>
                <a:gd name="T41" fmla="*/ 630 h 672"/>
                <a:gd name="T42" fmla="*/ 392 w 639"/>
                <a:gd name="T43" fmla="*/ 611 h 672"/>
                <a:gd name="T44" fmla="*/ 395 w 639"/>
                <a:gd name="T45" fmla="*/ 395 h 672"/>
                <a:gd name="T46" fmla="*/ 354 w 639"/>
                <a:gd name="T47" fmla="*/ 663 h 672"/>
                <a:gd name="T48" fmla="*/ 355 w 639"/>
                <a:gd name="T49" fmla="*/ 652 h 672"/>
                <a:gd name="T50" fmla="*/ 372 w 639"/>
                <a:gd name="T51" fmla="*/ 635 h 672"/>
                <a:gd name="T52" fmla="*/ 376 w 639"/>
                <a:gd name="T53" fmla="*/ 430 h 672"/>
                <a:gd name="T54" fmla="*/ 354 w 639"/>
                <a:gd name="T55" fmla="*/ 116 h 672"/>
                <a:gd name="T56" fmla="*/ 286 w 639"/>
                <a:gd name="T57" fmla="*/ 663 h 672"/>
                <a:gd name="T58" fmla="*/ 285 w 639"/>
                <a:gd name="T59" fmla="*/ 602 h 672"/>
                <a:gd name="T60" fmla="*/ 349 w 639"/>
                <a:gd name="T61" fmla="*/ 657 h 672"/>
                <a:gd name="T62" fmla="*/ 354 w 639"/>
                <a:gd name="T63" fmla="*/ 417 h 672"/>
                <a:gd name="T64" fmla="*/ 285 w 639"/>
                <a:gd name="T65" fmla="*/ 11 h 672"/>
                <a:gd name="T66" fmla="*/ 267 w 639"/>
                <a:gd name="T67" fmla="*/ 635 h 672"/>
                <a:gd name="T68" fmla="*/ 285 w 639"/>
                <a:gd name="T69" fmla="*/ 652 h 672"/>
                <a:gd name="T70" fmla="*/ 285 w 639"/>
                <a:gd name="T71" fmla="*/ 672 h 672"/>
                <a:gd name="T72" fmla="*/ 244 w 639"/>
                <a:gd name="T73" fmla="*/ 26 h 672"/>
                <a:gd name="T74" fmla="*/ 248 w 639"/>
                <a:gd name="T75" fmla="*/ 611 h 672"/>
                <a:gd name="T76" fmla="*/ 257 w 639"/>
                <a:gd name="T77" fmla="*/ 635 h 672"/>
                <a:gd name="T78" fmla="*/ 263 w 639"/>
                <a:gd name="T79" fmla="*/ 672 h 672"/>
                <a:gd name="T80" fmla="*/ 244 w 639"/>
                <a:gd name="T81" fmla="*/ 442 h 672"/>
                <a:gd name="T82" fmla="*/ 232 w 639"/>
                <a:gd name="T83" fmla="*/ 586 h 672"/>
                <a:gd name="T84" fmla="*/ 244 w 639"/>
                <a:gd name="T85" fmla="*/ 532 h 672"/>
                <a:gd name="T86" fmla="*/ 243 w 639"/>
                <a:gd name="T87" fmla="*/ 617 h 672"/>
                <a:gd name="T88" fmla="*/ 223 w 639"/>
                <a:gd name="T89" fmla="*/ 585 h 672"/>
                <a:gd name="T90" fmla="*/ 215 w 639"/>
                <a:gd name="T91" fmla="*/ 565 h 672"/>
                <a:gd name="T92" fmla="*/ 213 w 639"/>
                <a:gd name="T93" fmla="*/ 550 h 672"/>
                <a:gd name="T94" fmla="*/ 201 w 639"/>
                <a:gd name="T95" fmla="*/ 463 h 672"/>
                <a:gd name="T96" fmla="*/ 211 w 639"/>
                <a:gd name="T97" fmla="*/ 561 h 672"/>
                <a:gd name="T98" fmla="*/ 205 w 639"/>
                <a:gd name="T99" fmla="*/ 528 h 672"/>
                <a:gd name="T100" fmla="*/ 201 w 639"/>
                <a:gd name="T101" fmla="*/ 378 h 672"/>
                <a:gd name="T102" fmla="*/ 212 w 639"/>
                <a:gd name="T103" fmla="*/ 290 h 672"/>
                <a:gd name="T104" fmla="*/ 198 w 639"/>
                <a:gd name="T105" fmla="*/ 529 h 672"/>
                <a:gd name="T106" fmla="*/ 197 w 639"/>
                <a:gd name="T107" fmla="*/ 500 h 672"/>
                <a:gd name="T108" fmla="*/ 196 w 639"/>
                <a:gd name="T109" fmla="*/ 495 h 672"/>
                <a:gd name="T110" fmla="*/ 201 w 639"/>
                <a:gd name="T111" fmla="*/ 378 h 672"/>
                <a:gd name="T112" fmla="*/ 193 w 639"/>
                <a:gd name="T113" fmla="*/ 489 h 672"/>
                <a:gd name="T114" fmla="*/ 189 w 639"/>
                <a:gd name="T115" fmla="*/ 499 h 672"/>
                <a:gd name="T116" fmla="*/ 177 w 639"/>
                <a:gd name="T117" fmla="*/ 337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9" h="672">
                  <a:moveTo>
                    <a:pt x="446" y="55"/>
                  </a:moveTo>
                  <a:cubicBezTo>
                    <a:pt x="481" y="99"/>
                    <a:pt x="494" y="158"/>
                    <a:pt x="489" y="190"/>
                  </a:cubicBezTo>
                  <a:cubicBezTo>
                    <a:pt x="498" y="201"/>
                    <a:pt x="504" y="215"/>
                    <a:pt x="506" y="231"/>
                  </a:cubicBezTo>
                  <a:cubicBezTo>
                    <a:pt x="508" y="246"/>
                    <a:pt x="508" y="262"/>
                    <a:pt x="505" y="277"/>
                  </a:cubicBezTo>
                  <a:cubicBezTo>
                    <a:pt x="502" y="293"/>
                    <a:pt x="496" y="307"/>
                    <a:pt x="487" y="318"/>
                  </a:cubicBezTo>
                  <a:cubicBezTo>
                    <a:pt x="480" y="327"/>
                    <a:pt x="472" y="334"/>
                    <a:pt x="462" y="337"/>
                  </a:cubicBezTo>
                  <a:cubicBezTo>
                    <a:pt x="458" y="348"/>
                    <a:pt x="452" y="358"/>
                    <a:pt x="446" y="367"/>
                  </a:cubicBezTo>
                  <a:cubicBezTo>
                    <a:pt x="446" y="327"/>
                    <a:pt x="446" y="327"/>
                    <a:pt x="446" y="327"/>
                  </a:cubicBezTo>
                  <a:cubicBezTo>
                    <a:pt x="447" y="326"/>
                    <a:pt x="448" y="324"/>
                    <a:pt x="449" y="322"/>
                  </a:cubicBezTo>
                  <a:cubicBezTo>
                    <a:pt x="474" y="318"/>
                    <a:pt x="489" y="283"/>
                    <a:pt x="488" y="249"/>
                  </a:cubicBezTo>
                  <a:cubicBezTo>
                    <a:pt x="488" y="176"/>
                    <a:pt x="449" y="214"/>
                    <a:pt x="449" y="273"/>
                  </a:cubicBezTo>
                  <a:cubicBezTo>
                    <a:pt x="449" y="278"/>
                    <a:pt x="448" y="282"/>
                    <a:pt x="446" y="286"/>
                  </a:cubicBezTo>
                  <a:cubicBezTo>
                    <a:pt x="446" y="55"/>
                    <a:pt x="446" y="55"/>
                    <a:pt x="446" y="55"/>
                  </a:cubicBezTo>
                  <a:close/>
                  <a:moveTo>
                    <a:pt x="446" y="469"/>
                  </a:moveTo>
                  <a:cubicBezTo>
                    <a:pt x="450" y="470"/>
                    <a:pt x="453" y="472"/>
                    <a:pt x="457" y="474"/>
                  </a:cubicBezTo>
                  <a:cubicBezTo>
                    <a:pt x="533" y="505"/>
                    <a:pt x="639" y="514"/>
                    <a:pt x="637" y="609"/>
                  </a:cubicBezTo>
                  <a:cubicBezTo>
                    <a:pt x="636" y="629"/>
                    <a:pt x="628" y="651"/>
                    <a:pt x="615" y="672"/>
                  </a:cubicBezTo>
                  <a:cubicBezTo>
                    <a:pt x="446" y="672"/>
                    <a:pt x="446" y="672"/>
                    <a:pt x="446" y="672"/>
                  </a:cubicBezTo>
                  <a:cubicBezTo>
                    <a:pt x="446" y="505"/>
                    <a:pt x="446" y="505"/>
                    <a:pt x="446" y="505"/>
                  </a:cubicBezTo>
                  <a:cubicBezTo>
                    <a:pt x="447" y="505"/>
                    <a:pt x="448" y="504"/>
                    <a:pt x="449" y="503"/>
                  </a:cubicBezTo>
                  <a:cubicBezTo>
                    <a:pt x="449" y="503"/>
                    <a:pt x="449" y="502"/>
                    <a:pt x="449" y="502"/>
                  </a:cubicBezTo>
                  <a:cubicBezTo>
                    <a:pt x="449" y="502"/>
                    <a:pt x="449" y="502"/>
                    <a:pt x="449" y="502"/>
                  </a:cubicBezTo>
                  <a:cubicBezTo>
                    <a:pt x="450" y="501"/>
                    <a:pt x="450" y="501"/>
                    <a:pt x="450" y="501"/>
                  </a:cubicBezTo>
                  <a:cubicBezTo>
                    <a:pt x="450" y="501"/>
                    <a:pt x="450" y="501"/>
                    <a:pt x="450" y="501"/>
                  </a:cubicBezTo>
                  <a:cubicBezTo>
                    <a:pt x="450" y="500"/>
                    <a:pt x="450" y="500"/>
                    <a:pt x="450" y="500"/>
                  </a:cubicBezTo>
                  <a:cubicBezTo>
                    <a:pt x="450" y="500"/>
                    <a:pt x="450" y="500"/>
                    <a:pt x="450" y="500"/>
                  </a:cubicBezTo>
                  <a:cubicBezTo>
                    <a:pt x="450" y="499"/>
                    <a:pt x="450" y="499"/>
                    <a:pt x="450" y="499"/>
                  </a:cubicBezTo>
                  <a:cubicBezTo>
                    <a:pt x="450" y="499"/>
                    <a:pt x="450" y="499"/>
                    <a:pt x="450" y="499"/>
                  </a:cubicBezTo>
                  <a:cubicBezTo>
                    <a:pt x="450" y="498"/>
                    <a:pt x="450" y="498"/>
                    <a:pt x="450" y="498"/>
                  </a:cubicBezTo>
                  <a:cubicBezTo>
                    <a:pt x="450" y="498"/>
                    <a:pt x="450" y="498"/>
                    <a:pt x="450" y="498"/>
                  </a:cubicBezTo>
                  <a:cubicBezTo>
                    <a:pt x="450" y="497"/>
                    <a:pt x="450" y="497"/>
                    <a:pt x="450" y="497"/>
                  </a:cubicBezTo>
                  <a:cubicBezTo>
                    <a:pt x="450" y="497"/>
                    <a:pt x="450" y="497"/>
                    <a:pt x="450" y="497"/>
                  </a:cubicBezTo>
                  <a:cubicBezTo>
                    <a:pt x="450" y="496"/>
                    <a:pt x="450" y="496"/>
                    <a:pt x="450" y="496"/>
                  </a:cubicBezTo>
                  <a:cubicBezTo>
                    <a:pt x="450" y="496"/>
                    <a:pt x="450" y="496"/>
                    <a:pt x="450" y="496"/>
                  </a:cubicBezTo>
                  <a:cubicBezTo>
                    <a:pt x="450" y="495"/>
                    <a:pt x="450" y="495"/>
                    <a:pt x="450" y="495"/>
                  </a:cubicBezTo>
                  <a:cubicBezTo>
                    <a:pt x="451" y="495"/>
                    <a:pt x="451" y="495"/>
                    <a:pt x="451" y="495"/>
                  </a:cubicBezTo>
                  <a:cubicBezTo>
                    <a:pt x="451" y="494"/>
                    <a:pt x="451" y="494"/>
                    <a:pt x="451" y="494"/>
                  </a:cubicBezTo>
                  <a:cubicBezTo>
                    <a:pt x="451" y="494"/>
                    <a:pt x="451" y="494"/>
                    <a:pt x="451" y="494"/>
                  </a:cubicBezTo>
                  <a:cubicBezTo>
                    <a:pt x="451" y="491"/>
                    <a:pt x="448" y="489"/>
                    <a:pt x="446" y="489"/>
                  </a:cubicBezTo>
                  <a:lnTo>
                    <a:pt x="446" y="469"/>
                  </a:lnTo>
                  <a:close/>
                  <a:moveTo>
                    <a:pt x="438" y="46"/>
                  </a:moveTo>
                  <a:cubicBezTo>
                    <a:pt x="441" y="49"/>
                    <a:pt x="444" y="52"/>
                    <a:pt x="446" y="55"/>
                  </a:cubicBezTo>
                  <a:cubicBezTo>
                    <a:pt x="446" y="286"/>
                    <a:pt x="446" y="286"/>
                    <a:pt x="446" y="286"/>
                  </a:cubicBezTo>
                  <a:cubicBezTo>
                    <a:pt x="444" y="291"/>
                    <a:pt x="441" y="294"/>
                    <a:pt x="438" y="296"/>
                  </a:cubicBezTo>
                  <a:cubicBezTo>
                    <a:pt x="438" y="256"/>
                    <a:pt x="438" y="256"/>
                    <a:pt x="438" y="256"/>
                  </a:cubicBezTo>
                  <a:cubicBezTo>
                    <a:pt x="445" y="226"/>
                    <a:pt x="446" y="200"/>
                    <a:pt x="438" y="175"/>
                  </a:cubicBezTo>
                  <a:cubicBezTo>
                    <a:pt x="438" y="46"/>
                    <a:pt x="438" y="46"/>
                    <a:pt x="438" y="46"/>
                  </a:cubicBezTo>
                  <a:close/>
                  <a:moveTo>
                    <a:pt x="446" y="367"/>
                  </a:moveTo>
                  <a:cubicBezTo>
                    <a:pt x="444" y="371"/>
                    <a:pt x="441" y="375"/>
                    <a:pt x="438" y="378"/>
                  </a:cubicBezTo>
                  <a:cubicBezTo>
                    <a:pt x="438" y="343"/>
                    <a:pt x="438" y="343"/>
                    <a:pt x="438" y="343"/>
                  </a:cubicBezTo>
                  <a:cubicBezTo>
                    <a:pt x="441" y="338"/>
                    <a:pt x="444" y="333"/>
                    <a:pt x="446" y="327"/>
                  </a:cubicBezTo>
                  <a:cubicBezTo>
                    <a:pt x="446" y="367"/>
                    <a:pt x="446" y="367"/>
                    <a:pt x="446" y="367"/>
                  </a:cubicBezTo>
                  <a:close/>
                  <a:moveTo>
                    <a:pt x="438" y="463"/>
                  </a:moveTo>
                  <a:cubicBezTo>
                    <a:pt x="441" y="465"/>
                    <a:pt x="443" y="467"/>
                    <a:pt x="446" y="469"/>
                  </a:cubicBezTo>
                  <a:cubicBezTo>
                    <a:pt x="446" y="489"/>
                    <a:pt x="446" y="489"/>
                    <a:pt x="446" y="489"/>
                  </a:cubicBezTo>
                  <a:cubicBezTo>
                    <a:pt x="445" y="490"/>
                    <a:pt x="444" y="490"/>
                    <a:pt x="443" y="492"/>
                  </a:cubicBezTo>
                  <a:cubicBezTo>
                    <a:pt x="443" y="492"/>
                    <a:pt x="443" y="493"/>
                    <a:pt x="443" y="493"/>
                  </a:cubicBezTo>
                  <a:cubicBezTo>
                    <a:pt x="443" y="493"/>
                    <a:pt x="443" y="493"/>
                    <a:pt x="443" y="493"/>
                  </a:cubicBezTo>
                  <a:cubicBezTo>
                    <a:pt x="443" y="494"/>
                    <a:pt x="443" y="494"/>
                    <a:pt x="443" y="494"/>
                  </a:cubicBezTo>
                  <a:cubicBezTo>
                    <a:pt x="443" y="494"/>
                    <a:pt x="443" y="494"/>
                    <a:pt x="443" y="494"/>
                  </a:cubicBezTo>
                  <a:cubicBezTo>
                    <a:pt x="443" y="495"/>
                    <a:pt x="443" y="495"/>
                    <a:pt x="443" y="495"/>
                  </a:cubicBezTo>
                  <a:cubicBezTo>
                    <a:pt x="443" y="495"/>
                    <a:pt x="443" y="495"/>
                    <a:pt x="443" y="495"/>
                  </a:cubicBezTo>
                  <a:cubicBezTo>
                    <a:pt x="443" y="496"/>
                    <a:pt x="443" y="496"/>
                    <a:pt x="443" y="496"/>
                  </a:cubicBezTo>
                  <a:cubicBezTo>
                    <a:pt x="443" y="496"/>
                    <a:pt x="443" y="496"/>
                    <a:pt x="443" y="496"/>
                  </a:cubicBezTo>
                  <a:cubicBezTo>
                    <a:pt x="443" y="496"/>
                    <a:pt x="443" y="496"/>
                    <a:pt x="443" y="496"/>
                  </a:cubicBezTo>
                  <a:cubicBezTo>
                    <a:pt x="443" y="497"/>
                    <a:pt x="443" y="497"/>
                    <a:pt x="443" y="497"/>
                  </a:cubicBezTo>
                  <a:cubicBezTo>
                    <a:pt x="443" y="497"/>
                    <a:pt x="443" y="497"/>
                    <a:pt x="443" y="497"/>
                  </a:cubicBezTo>
                  <a:cubicBezTo>
                    <a:pt x="443" y="498"/>
                    <a:pt x="443" y="498"/>
                    <a:pt x="443" y="498"/>
                  </a:cubicBezTo>
                  <a:cubicBezTo>
                    <a:pt x="442" y="498"/>
                    <a:pt x="442" y="498"/>
                    <a:pt x="442" y="498"/>
                  </a:cubicBezTo>
                  <a:cubicBezTo>
                    <a:pt x="442" y="499"/>
                    <a:pt x="442" y="499"/>
                    <a:pt x="442" y="499"/>
                  </a:cubicBezTo>
                  <a:cubicBezTo>
                    <a:pt x="442" y="499"/>
                    <a:pt x="442" y="499"/>
                    <a:pt x="442" y="499"/>
                  </a:cubicBezTo>
                  <a:cubicBezTo>
                    <a:pt x="442" y="500"/>
                    <a:pt x="442" y="500"/>
                    <a:pt x="442" y="500"/>
                  </a:cubicBezTo>
                  <a:cubicBezTo>
                    <a:pt x="442" y="500"/>
                    <a:pt x="442" y="500"/>
                    <a:pt x="442" y="500"/>
                  </a:cubicBezTo>
                  <a:cubicBezTo>
                    <a:pt x="442" y="500"/>
                    <a:pt x="442" y="500"/>
                    <a:pt x="442" y="500"/>
                  </a:cubicBezTo>
                  <a:cubicBezTo>
                    <a:pt x="442" y="503"/>
                    <a:pt x="444" y="505"/>
                    <a:pt x="446" y="505"/>
                  </a:cubicBezTo>
                  <a:cubicBezTo>
                    <a:pt x="446" y="672"/>
                    <a:pt x="446" y="672"/>
                    <a:pt x="446" y="672"/>
                  </a:cubicBezTo>
                  <a:cubicBezTo>
                    <a:pt x="438" y="672"/>
                    <a:pt x="438" y="672"/>
                    <a:pt x="438" y="672"/>
                  </a:cubicBezTo>
                  <a:cubicBezTo>
                    <a:pt x="438" y="535"/>
                    <a:pt x="438" y="535"/>
                    <a:pt x="438" y="535"/>
                  </a:cubicBezTo>
                  <a:cubicBezTo>
                    <a:pt x="439" y="535"/>
                    <a:pt x="440" y="534"/>
                    <a:pt x="440" y="533"/>
                  </a:cubicBezTo>
                  <a:cubicBezTo>
                    <a:pt x="440" y="533"/>
                    <a:pt x="440" y="533"/>
                    <a:pt x="440" y="533"/>
                  </a:cubicBezTo>
                  <a:cubicBezTo>
                    <a:pt x="441" y="532"/>
                    <a:pt x="441" y="532"/>
                    <a:pt x="441" y="532"/>
                  </a:cubicBezTo>
                  <a:cubicBezTo>
                    <a:pt x="441" y="532"/>
                    <a:pt x="441" y="532"/>
                    <a:pt x="441" y="532"/>
                  </a:cubicBezTo>
                  <a:cubicBezTo>
                    <a:pt x="441" y="531"/>
                    <a:pt x="441" y="531"/>
                    <a:pt x="441" y="531"/>
                  </a:cubicBezTo>
                  <a:cubicBezTo>
                    <a:pt x="442" y="530"/>
                    <a:pt x="442" y="530"/>
                    <a:pt x="442" y="530"/>
                  </a:cubicBezTo>
                  <a:cubicBezTo>
                    <a:pt x="442" y="529"/>
                    <a:pt x="442" y="529"/>
                    <a:pt x="442" y="529"/>
                  </a:cubicBezTo>
                  <a:cubicBezTo>
                    <a:pt x="442" y="529"/>
                    <a:pt x="442" y="529"/>
                    <a:pt x="442" y="529"/>
                  </a:cubicBezTo>
                  <a:cubicBezTo>
                    <a:pt x="442" y="528"/>
                    <a:pt x="442" y="528"/>
                    <a:pt x="442" y="528"/>
                  </a:cubicBezTo>
                  <a:cubicBezTo>
                    <a:pt x="443" y="527"/>
                    <a:pt x="443" y="527"/>
                    <a:pt x="443" y="527"/>
                  </a:cubicBezTo>
                  <a:cubicBezTo>
                    <a:pt x="443" y="527"/>
                    <a:pt x="443" y="527"/>
                    <a:pt x="443" y="527"/>
                  </a:cubicBezTo>
                  <a:cubicBezTo>
                    <a:pt x="443" y="526"/>
                    <a:pt x="443" y="526"/>
                    <a:pt x="443" y="526"/>
                  </a:cubicBezTo>
                  <a:cubicBezTo>
                    <a:pt x="443" y="525"/>
                    <a:pt x="443" y="525"/>
                    <a:pt x="443" y="525"/>
                  </a:cubicBezTo>
                  <a:cubicBezTo>
                    <a:pt x="444" y="522"/>
                    <a:pt x="441" y="519"/>
                    <a:pt x="438" y="520"/>
                  </a:cubicBezTo>
                  <a:lnTo>
                    <a:pt x="438" y="463"/>
                  </a:lnTo>
                  <a:close/>
                  <a:moveTo>
                    <a:pt x="426" y="34"/>
                  </a:moveTo>
                  <a:cubicBezTo>
                    <a:pt x="431" y="38"/>
                    <a:pt x="435" y="42"/>
                    <a:pt x="438" y="46"/>
                  </a:cubicBezTo>
                  <a:cubicBezTo>
                    <a:pt x="438" y="175"/>
                    <a:pt x="438" y="175"/>
                    <a:pt x="438" y="175"/>
                  </a:cubicBezTo>
                  <a:cubicBezTo>
                    <a:pt x="435" y="165"/>
                    <a:pt x="432" y="155"/>
                    <a:pt x="426" y="145"/>
                  </a:cubicBezTo>
                  <a:cubicBezTo>
                    <a:pt x="426" y="34"/>
                    <a:pt x="426" y="34"/>
                    <a:pt x="426" y="34"/>
                  </a:cubicBezTo>
                  <a:close/>
                  <a:moveTo>
                    <a:pt x="438" y="378"/>
                  </a:moveTo>
                  <a:cubicBezTo>
                    <a:pt x="435" y="383"/>
                    <a:pt x="431" y="388"/>
                    <a:pt x="426" y="393"/>
                  </a:cubicBezTo>
                  <a:cubicBezTo>
                    <a:pt x="426" y="362"/>
                    <a:pt x="426" y="362"/>
                    <a:pt x="426" y="362"/>
                  </a:cubicBezTo>
                  <a:cubicBezTo>
                    <a:pt x="431" y="356"/>
                    <a:pt x="435" y="350"/>
                    <a:pt x="438" y="343"/>
                  </a:cubicBezTo>
                  <a:cubicBezTo>
                    <a:pt x="438" y="378"/>
                    <a:pt x="438" y="378"/>
                    <a:pt x="438" y="378"/>
                  </a:cubicBezTo>
                  <a:close/>
                  <a:moveTo>
                    <a:pt x="426" y="453"/>
                  </a:moveTo>
                  <a:cubicBezTo>
                    <a:pt x="430" y="457"/>
                    <a:pt x="434" y="460"/>
                    <a:pt x="438" y="463"/>
                  </a:cubicBezTo>
                  <a:cubicBezTo>
                    <a:pt x="438" y="520"/>
                    <a:pt x="438" y="520"/>
                    <a:pt x="438" y="520"/>
                  </a:cubicBezTo>
                  <a:cubicBezTo>
                    <a:pt x="438" y="521"/>
                    <a:pt x="437" y="521"/>
                    <a:pt x="437" y="521"/>
                  </a:cubicBezTo>
                  <a:cubicBezTo>
                    <a:pt x="436" y="522"/>
                    <a:pt x="436" y="522"/>
                    <a:pt x="436" y="523"/>
                  </a:cubicBezTo>
                  <a:cubicBezTo>
                    <a:pt x="436" y="523"/>
                    <a:pt x="436" y="523"/>
                    <a:pt x="436" y="523"/>
                  </a:cubicBezTo>
                  <a:cubicBezTo>
                    <a:pt x="436" y="524"/>
                    <a:pt x="436" y="524"/>
                    <a:pt x="436" y="524"/>
                  </a:cubicBezTo>
                  <a:cubicBezTo>
                    <a:pt x="435" y="525"/>
                    <a:pt x="435" y="525"/>
                    <a:pt x="435" y="525"/>
                  </a:cubicBezTo>
                  <a:cubicBezTo>
                    <a:pt x="435" y="525"/>
                    <a:pt x="435" y="525"/>
                    <a:pt x="435" y="525"/>
                  </a:cubicBezTo>
                  <a:cubicBezTo>
                    <a:pt x="435" y="526"/>
                    <a:pt x="435" y="526"/>
                    <a:pt x="435" y="526"/>
                  </a:cubicBezTo>
                  <a:cubicBezTo>
                    <a:pt x="435" y="527"/>
                    <a:pt x="435" y="527"/>
                    <a:pt x="435" y="527"/>
                  </a:cubicBezTo>
                  <a:cubicBezTo>
                    <a:pt x="435" y="527"/>
                    <a:pt x="435" y="527"/>
                    <a:pt x="435" y="527"/>
                  </a:cubicBezTo>
                  <a:cubicBezTo>
                    <a:pt x="434" y="528"/>
                    <a:pt x="434" y="528"/>
                    <a:pt x="434" y="528"/>
                  </a:cubicBezTo>
                  <a:cubicBezTo>
                    <a:pt x="434" y="529"/>
                    <a:pt x="434" y="529"/>
                    <a:pt x="434" y="529"/>
                  </a:cubicBezTo>
                  <a:cubicBezTo>
                    <a:pt x="434" y="529"/>
                    <a:pt x="434" y="529"/>
                    <a:pt x="434" y="529"/>
                  </a:cubicBezTo>
                  <a:cubicBezTo>
                    <a:pt x="433" y="530"/>
                    <a:pt x="433" y="530"/>
                    <a:pt x="433" y="530"/>
                  </a:cubicBezTo>
                  <a:cubicBezTo>
                    <a:pt x="433" y="530"/>
                    <a:pt x="433" y="530"/>
                    <a:pt x="433" y="530"/>
                  </a:cubicBezTo>
                  <a:cubicBezTo>
                    <a:pt x="433" y="531"/>
                    <a:pt x="433" y="532"/>
                    <a:pt x="433" y="533"/>
                  </a:cubicBezTo>
                  <a:cubicBezTo>
                    <a:pt x="434" y="535"/>
                    <a:pt x="436" y="536"/>
                    <a:pt x="438" y="535"/>
                  </a:cubicBezTo>
                  <a:cubicBezTo>
                    <a:pt x="438" y="672"/>
                    <a:pt x="438" y="672"/>
                    <a:pt x="438" y="672"/>
                  </a:cubicBezTo>
                  <a:cubicBezTo>
                    <a:pt x="426" y="672"/>
                    <a:pt x="426" y="672"/>
                    <a:pt x="426" y="672"/>
                  </a:cubicBezTo>
                  <a:cubicBezTo>
                    <a:pt x="426" y="564"/>
                    <a:pt x="426" y="564"/>
                    <a:pt x="426" y="564"/>
                  </a:cubicBezTo>
                  <a:cubicBezTo>
                    <a:pt x="427" y="564"/>
                    <a:pt x="428" y="563"/>
                    <a:pt x="428" y="562"/>
                  </a:cubicBezTo>
                  <a:cubicBezTo>
                    <a:pt x="428" y="562"/>
                    <a:pt x="428" y="562"/>
                    <a:pt x="428" y="562"/>
                  </a:cubicBezTo>
                  <a:cubicBezTo>
                    <a:pt x="429" y="561"/>
                    <a:pt x="429" y="561"/>
                    <a:pt x="429" y="561"/>
                  </a:cubicBezTo>
                  <a:cubicBezTo>
                    <a:pt x="429" y="560"/>
                    <a:pt x="429" y="560"/>
                    <a:pt x="429" y="560"/>
                  </a:cubicBezTo>
                  <a:cubicBezTo>
                    <a:pt x="429" y="560"/>
                    <a:pt x="429" y="560"/>
                    <a:pt x="429" y="560"/>
                  </a:cubicBezTo>
                  <a:cubicBezTo>
                    <a:pt x="430" y="559"/>
                    <a:pt x="430" y="559"/>
                    <a:pt x="430" y="559"/>
                  </a:cubicBezTo>
                  <a:cubicBezTo>
                    <a:pt x="430" y="558"/>
                    <a:pt x="430" y="558"/>
                    <a:pt x="430" y="558"/>
                  </a:cubicBezTo>
                  <a:cubicBezTo>
                    <a:pt x="431" y="557"/>
                    <a:pt x="431" y="557"/>
                    <a:pt x="431" y="557"/>
                  </a:cubicBezTo>
                  <a:cubicBezTo>
                    <a:pt x="431" y="556"/>
                    <a:pt x="431" y="556"/>
                    <a:pt x="431" y="556"/>
                  </a:cubicBezTo>
                  <a:cubicBezTo>
                    <a:pt x="431" y="556"/>
                    <a:pt x="431" y="556"/>
                    <a:pt x="431" y="556"/>
                  </a:cubicBezTo>
                  <a:cubicBezTo>
                    <a:pt x="431" y="555"/>
                    <a:pt x="431" y="555"/>
                    <a:pt x="431" y="555"/>
                  </a:cubicBezTo>
                  <a:cubicBezTo>
                    <a:pt x="433" y="552"/>
                    <a:pt x="429" y="548"/>
                    <a:pt x="426" y="550"/>
                  </a:cubicBezTo>
                  <a:cubicBezTo>
                    <a:pt x="426" y="453"/>
                    <a:pt x="426" y="453"/>
                    <a:pt x="426" y="453"/>
                  </a:cubicBezTo>
                  <a:close/>
                  <a:moveTo>
                    <a:pt x="438" y="256"/>
                  </a:moveTo>
                  <a:cubicBezTo>
                    <a:pt x="438" y="296"/>
                    <a:pt x="438" y="296"/>
                    <a:pt x="438" y="296"/>
                  </a:cubicBezTo>
                  <a:cubicBezTo>
                    <a:pt x="432" y="301"/>
                    <a:pt x="425" y="299"/>
                    <a:pt x="428" y="290"/>
                  </a:cubicBezTo>
                  <a:cubicBezTo>
                    <a:pt x="432" y="278"/>
                    <a:pt x="436" y="266"/>
                    <a:pt x="438" y="256"/>
                  </a:cubicBezTo>
                  <a:close/>
                  <a:moveTo>
                    <a:pt x="412" y="23"/>
                  </a:moveTo>
                  <a:cubicBezTo>
                    <a:pt x="417" y="27"/>
                    <a:pt x="422" y="30"/>
                    <a:pt x="426" y="34"/>
                  </a:cubicBezTo>
                  <a:cubicBezTo>
                    <a:pt x="426" y="145"/>
                    <a:pt x="426" y="145"/>
                    <a:pt x="426" y="145"/>
                  </a:cubicBezTo>
                  <a:cubicBezTo>
                    <a:pt x="422" y="137"/>
                    <a:pt x="418" y="129"/>
                    <a:pt x="412" y="120"/>
                  </a:cubicBezTo>
                  <a:cubicBezTo>
                    <a:pt x="412" y="23"/>
                    <a:pt x="412" y="23"/>
                    <a:pt x="412" y="23"/>
                  </a:cubicBezTo>
                  <a:close/>
                  <a:moveTo>
                    <a:pt x="426" y="393"/>
                  </a:moveTo>
                  <a:cubicBezTo>
                    <a:pt x="422" y="398"/>
                    <a:pt x="417" y="403"/>
                    <a:pt x="412" y="407"/>
                  </a:cubicBezTo>
                  <a:cubicBezTo>
                    <a:pt x="412" y="380"/>
                    <a:pt x="412" y="380"/>
                    <a:pt x="412" y="380"/>
                  </a:cubicBezTo>
                  <a:cubicBezTo>
                    <a:pt x="417" y="374"/>
                    <a:pt x="422" y="368"/>
                    <a:pt x="426" y="362"/>
                  </a:cubicBezTo>
                  <a:cubicBezTo>
                    <a:pt x="426" y="393"/>
                    <a:pt x="426" y="393"/>
                    <a:pt x="426" y="393"/>
                  </a:cubicBezTo>
                  <a:close/>
                  <a:moveTo>
                    <a:pt x="412" y="425"/>
                  </a:moveTo>
                  <a:cubicBezTo>
                    <a:pt x="415" y="435"/>
                    <a:pt x="419" y="445"/>
                    <a:pt x="426" y="453"/>
                  </a:cubicBezTo>
                  <a:cubicBezTo>
                    <a:pt x="426" y="550"/>
                    <a:pt x="426" y="550"/>
                    <a:pt x="426" y="550"/>
                  </a:cubicBezTo>
                  <a:cubicBezTo>
                    <a:pt x="426" y="550"/>
                    <a:pt x="426" y="551"/>
                    <a:pt x="425" y="551"/>
                  </a:cubicBezTo>
                  <a:cubicBezTo>
                    <a:pt x="425" y="551"/>
                    <a:pt x="425" y="551"/>
                    <a:pt x="425" y="552"/>
                  </a:cubicBezTo>
                  <a:cubicBezTo>
                    <a:pt x="424" y="552"/>
                    <a:pt x="424" y="552"/>
                    <a:pt x="424" y="552"/>
                  </a:cubicBezTo>
                  <a:cubicBezTo>
                    <a:pt x="424" y="553"/>
                    <a:pt x="424" y="553"/>
                    <a:pt x="424" y="553"/>
                  </a:cubicBezTo>
                  <a:cubicBezTo>
                    <a:pt x="424" y="554"/>
                    <a:pt x="424" y="554"/>
                    <a:pt x="424" y="554"/>
                  </a:cubicBezTo>
                  <a:cubicBezTo>
                    <a:pt x="423" y="554"/>
                    <a:pt x="423" y="554"/>
                    <a:pt x="423" y="554"/>
                  </a:cubicBezTo>
                  <a:cubicBezTo>
                    <a:pt x="423" y="555"/>
                    <a:pt x="423" y="555"/>
                    <a:pt x="423" y="555"/>
                  </a:cubicBezTo>
                  <a:cubicBezTo>
                    <a:pt x="423" y="556"/>
                    <a:pt x="423" y="556"/>
                    <a:pt x="423" y="556"/>
                  </a:cubicBezTo>
                  <a:cubicBezTo>
                    <a:pt x="422" y="557"/>
                    <a:pt x="422" y="557"/>
                    <a:pt x="422" y="557"/>
                  </a:cubicBezTo>
                  <a:cubicBezTo>
                    <a:pt x="422" y="558"/>
                    <a:pt x="422" y="558"/>
                    <a:pt x="422" y="558"/>
                  </a:cubicBezTo>
                  <a:cubicBezTo>
                    <a:pt x="422" y="558"/>
                    <a:pt x="422" y="558"/>
                    <a:pt x="422" y="558"/>
                  </a:cubicBezTo>
                  <a:cubicBezTo>
                    <a:pt x="421" y="559"/>
                    <a:pt x="421" y="559"/>
                    <a:pt x="421" y="559"/>
                  </a:cubicBezTo>
                  <a:cubicBezTo>
                    <a:pt x="421" y="561"/>
                    <a:pt x="421" y="563"/>
                    <a:pt x="423" y="564"/>
                  </a:cubicBezTo>
                  <a:cubicBezTo>
                    <a:pt x="424" y="565"/>
                    <a:pt x="425" y="565"/>
                    <a:pt x="426" y="564"/>
                  </a:cubicBezTo>
                  <a:cubicBezTo>
                    <a:pt x="426" y="672"/>
                    <a:pt x="426" y="672"/>
                    <a:pt x="426" y="672"/>
                  </a:cubicBezTo>
                  <a:cubicBezTo>
                    <a:pt x="412" y="672"/>
                    <a:pt x="412" y="672"/>
                    <a:pt x="412" y="672"/>
                  </a:cubicBezTo>
                  <a:cubicBezTo>
                    <a:pt x="412" y="592"/>
                    <a:pt x="412" y="592"/>
                    <a:pt x="412" y="592"/>
                  </a:cubicBezTo>
                  <a:cubicBezTo>
                    <a:pt x="412" y="592"/>
                    <a:pt x="412" y="592"/>
                    <a:pt x="412" y="592"/>
                  </a:cubicBezTo>
                  <a:cubicBezTo>
                    <a:pt x="413" y="591"/>
                    <a:pt x="413" y="591"/>
                    <a:pt x="413" y="591"/>
                  </a:cubicBezTo>
                  <a:cubicBezTo>
                    <a:pt x="414" y="590"/>
                    <a:pt x="414" y="590"/>
                    <a:pt x="414" y="590"/>
                  </a:cubicBezTo>
                  <a:cubicBezTo>
                    <a:pt x="414" y="589"/>
                    <a:pt x="414" y="589"/>
                    <a:pt x="414" y="589"/>
                  </a:cubicBezTo>
                  <a:cubicBezTo>
                    <a:pt x="415" y="588"/>
                    <a:pt x="415" y="588"/>
                    <a:pt x="415" y="588"/>
                  </a:cubicBezTo>
                  <a:cubicBezTo>
                    <a:pt x="415" y="588"/>
                    <a:pt x="415" y="588"/>
                    <a:pt x="415" y="588"/>
                  </a:cubicBezTo>
                  <a:cubicBezTo>
                    <a:pt x="415" y="587"/>
                    <a:pt x="415" y="587"/>
                    <a:pt x="415" y="587"/>
                  </a:cubicBezTo>
                  <a:cubicBezTo>
                    <a:pt x="416" y="586"/>
                    <a:pt x="416" y="586"/>
                    <a:pt x="416" y="586"/>
                  </a:cubicBezTo>
                  <a:cubicBezTo>
                    <a:pt x="416" y="585"/>
                    <a:pt x="416" y="585"/>
                    <a:pt x="416" y="585"/>
                  </a:cubicBezTo>
                  <a:cubicBezTo>
                    <a:pt x="417" y="584"/>
                    <a:pt x="417" y="584"/>
                    <a:pt x="417" y="584"/>
                  </a:cubicBezTo>
                  <a:cubicBezTo>
                    <a:pt x="417" y="584"/>
                    <a:pt x="417" y="584"/>
                    <a:pt x="417" y="584"/>
                  </a:cubicBezTo>
                  <a:cubicBezTo>
                    <a:pt x="418" y="582"/>
                    <a:pt x="418" y="581"/>
                    <a:pt x="417" y="579"/>
                  </a:cubicBezTo>
                  <a:cubicBezTo>
                    <a:pt x="416" y="578"/>
                    <a:pt x="414" y="577"/>
                    <a:pt x="412" y="578"/>
                  </a:cubicBezTo>
                  <a:cubicBezTo>
                    <a:pt x="412" y="489"/>
                    <a:pt x="412" y="489"/>
                    <a:pt x="412" y="489"/>
                  </a:cubicBezTo>
                  <a:cubicBezTo>
                    <a:pt x="413" y="485"/>
                    <a:pt x="414" y="481"/>
                    <a:pt x="415" y="477"/>
                  </a:cubicBezTo>
                  <a:cubicBezTo>
                    <a:pt x="414" y="476"/>
                    <a:pt x="413" y="475"/>
                    <a:pt x="412" y="473"/>
                  </a:cubicBezTo>
                  <a:lnTo>
                    <a:pt x="412" y="425"/>
                  </a:lnTo>
                  <a:close/>
                  <a:moveTo>
                    <a:pt x="395" y="14"/>
                  </a:moveTo>
                  <a:cubicBezTo>
                    <a:pt x="401" y="17"/>
                    <a:pt x="407" y="20"/>
                    <a:pt x="412" y="23"/>
                  </a:cubicBezTo>
                  <a:cubicBezTo>
                    <a:pt x="412" y="120"/>
                    <a:pt x="412" y="120"/>
                    <a:pt x="412" y="120"/>
                  </a:cubicBezTo>
                  <a:cubicBezTo>
                    <a:pt x="410" y="118"/>
                    <a:pt x="409" y="116"/>
                    <a:pt x="407" y="113"/>
                  </a:cubicBezTo>
                  <a:cubicBezTo>
                    <a:pt x="406" y="112"/>
                    <a:pt x="405" y="111"/>
                    <a:pt x="404" y="109"/>
                  </a:cubicBezTo>
                  <a:cubicBezTo>
                    <a:pt x="401" y="111"/>
                    <a:pt x="399" y="112"/>
                    <a:pt x="395" y="113"/>
                  </a:cubicBezTo>
                  <a:cubicBezTo>
                    <a:pt x="395" y="14"/>
                    <a:pt x="395" y="14"/>
                    <a:pt x="395" y="14"/>
                  </a:cubicBezTo>
                  <a:close/>
                  <a:moveTo>
                    <a:pt x="412" y="407"/>
                  </a:moveTo>
                  <a:cubicBezTo>
                    <a:pt x="411" y="408"/>
                    <a:pt x="410" y="409"/>
                    <a:pt x="409" y="409"/>
                  </a:cubicBezTo>
                  <a:cubicBezTo>
                    <a:pt x="410" y="415"/>
                    <a:pt x="411" y="420"/>
                    <a:pt x="412" y="425"/>
                  </a:cubicBezTo>
                  <a:cubicBezTo>
                    <a:pt x="412" y="473"/>
                    <a:pt x="412" y="473"/>
                    <a:pt x="412" y="473"/>
                  </a:cubicBezTo>
                  <a:cubicBezTo>
                    <a:pt x="405" y="465"/>
                    <a:pt x="400" y="456"/>
                    <a:pt x="395" y="445"/>
                  </a:cubicBezTo>
                  <a:cubicBezTo>
                    <a:pt x="395" y="395"/>
                    <a:pt x="395" y="395"/>
                    <a:pt x="395" y="395"/>
                  </a:cubicBezTo>
                  <a:cubicBezTo>
                    <a:pt x="401" y="390"/>
                    <a:pt x="407" y="385"/>
                    <a:pt x="412" y="380"/>
                  </a:cubicBezTo>
                  <a:cubicBezTo>
                    <a:pt x="412" y="407"/>
                    <a:pt x="412" y="407"/>
                    <a:pt x="412" y="407"/>
                  </a:cubicBezTo>
                  <a:close/>
                  <a:moveTo>
                    <a:pt x="412" y="672"/>
                  </a:moveTo>
                  <a:cubicBezTo>
                    <a:pt x="395" y="672"/>
                    <a:pt x="395" y="672"/>
                    <a:pt x="395" y="672"/>
                  </a:cubicBezTo>
                  <a:cubicBezTo>
                    <a:pt x="395" y="618"/>
                    <a:pt x="395" y="618"/>
                    <a:pt x="395" y="618"/>
                  </a:cubicBezTo>
                  <a:cubicBezTo>
                    <a:pt x="396" y="618"/>
                    <a:pt x="396" y="618"/>
                    <a:pt x="396" y="617"/>
                  </a:cubicBezTo>
                  <a:cubicBezTo>
                    <a:pt x="396" y="617"/>
                    <a:pt x="396" y="617"/>
                    <a:pt x="396" y="617"/>
                  </a:cubicBezTo>
                  <a:cubicBezTo>
                    <a:pt x="397" y="616"/>
                    <a:pt x="397" y="616"/>
                    <a:pt x="397" y="616"/>
                  </a:cubicBezTo>
                  <a:cubicBezTo>
                    <a:pt x="398" y="615"/>
                    <a:pt x="398" y="615"/>
                    <a:pt x="398" y="615"/>
                  </a:cubicBezTo>
                  <a:cubicBezTo>
                    <a:pt x="398" y="615"/>
                    <a:pt x="398" y="615"/>
                    <a:pt x="398" y="615"/>
                  </a:cubicBezTo>
                  <a:cubicBezTo>
                    <a:pt x="399" y="614"/>
                    <a:pt x="399" y="614"/>
                    <a:pt x="399" y="614"/>
                  </a:cubicBezTo>
                  <a:cubicBezTo>
                    <a:pt x="399" y="613"/>
                    <a:pt x="399" y="613"/>
                    <a:pt x="399" y="613"/>
                  </a:cubicBezTo>
                  <a:cubicBezTo>
                    <a:pt x="400" y="612"/>
                    <a:pt x="400" y="612"/>
                    <a:pt x="400" y="612"/>
                  </a:cubicBezTo>
                  <a:cubicBezTo>
                    <a:pt x="400" y="611"/>
                    <a:pt x="400" y="611"/>
                    <a:pt x="400" y="611"/>
                  </a:cubicBezTo>
                  <a:cubicBezTo>
                    <a:pt x="401" y="611"/>
                    <a:pt x="401" y="611"/>
                    <a:pt x="401" y="611"/>
                  </a:cubicBezTo>
                  <a:cubicBezTo>
                    <a:pt x="403" y="607"/>
                    <a:pt x="399" y="603"/>
                    <a:pt x="395" y="605"/>
                  </a:cubicBezTo>
                  <a:cubicBezTo>
                    <a:pt x="395" y="532"/>
                    <a:pt x="395" y="532"/>
                    <a:pt x="395" y="532"/>
                  </a:cubicBezTo>
                  <a:cubicBezTo>
                    <a:pt x="403" y="517"/>
                    <a:pt x="408" y="502"/>
                    <a:pt x="412" y="489"/>
                  </a:cubicBezTo>
                  <a:cubicBezTo>
                    <a:pt x="412" y="578"/>
                    <a:pt x="412" y="578"/>
                    <a:pt x="412" y="578"/>
                  </a:cubicBezTo>
                  <a:cubicBezTo>
                    <a:pt x="412" y="579"/>
                    <a:pt x="411" y="579"/>
                    <a:pt x="411" y="580"/>
                  </a:cubicBezTo>
                  <a:cubicBezTo>
                    <a:pt x="410" y="580"/>
                    <a:pt x="410" y="580"/>
                    <a:pt x="410" y="580"/>
                  </a:cubicBezTo>
                  <a:cubicBezTo>
                    <a:pt x="410" y="581"/>
                    <a:pt x="410" y="581"/>
                    <a:pt x="410" y="581"/>
                  </a:cubicBezTo>
                  <a:cubicBezTo>
                    <a:pt x="409" y="582"/>
                    <a:pt x="409" y="582"/>
                    <a:pt x="409" y="582"/>
                  </a:cubicBezTo>
                  <a:cubicBezTo>
                    <a:pt x="409" y="583"/>
                    <a:pt x="409" y="583"/>
                    <a:pt x="409" y="583"/>
                  </a:cubicBezTo>
                  <a:cubicBezTo>
                    <a:pt x="409" y="584"/>
                    <a:pt x="409" y="584"/>
                    <a:pt x="409" y="584"/>
                  </a:cubicBezTo>
                  <a:cubicBezTo>
                    <a:pt x="408" y="584"/>
                    <a:pt x="408" y="584"/>
                    <a:pt x="408" y="584"/>
                  </a:cubicBezTo>
                  <a:cubicBezTo>
                    <a:pt x="408" y="585"/>
                    <a:pt x="408" y="585"/>
                    <a:pt x="408" y="585"/>
                  </a:cubicBezTo>
                  <a:cubicBezTo>
                    <a:pt x="407" y="586"/>
                    <a:pt x="407" y="586"/>
                    <a:pt x="407" y="586"/>
                  </a:cubicBezTo>
                  <a:cubicBezTo>
                    <a:pt x="407" y="586"/>
                    <a:pt x="407" y="586"/>
                    <a:pt x="407" y="586"/>
                  </a:cubicBezTo>
                  <a:cubicBezTo>
                    <a:pt x="405" y="590"/>
                    <a:pt x="409" y="594"/>
                    <a:pt x="412" y="592"/>
                  </a:cubicBezTo>
                  <a:lnTo>
                    <a:pt x="412" y="672"/>
                  </a:lnTo>
                  <a:close/>
                  <a:moveTo>
                    <a:pt x="376" y="7"/>
                  </a:moveTo>
                  <a:cubicBezTo>
                    <a:pt x="383" y="9"/>
                    <a:pt x="389" y="11"/>
                    <a:pt x="395" y="14"/>
                  </a:cubicBezTo>
                  <a:cubicBezTo>
                    <a:pt x="395" y="113"/>
                    <a:pt x="395" y="113"/>
                    <a:pt x="395" y="113"/>
                  </a:cubicBezTo>
                  <a:cubicBezTo>
                    <a:pt x="390" y="114"/>
                    <a:pt x="383" y="116"/>
                    <a:pt x="376" y="116"/>
                  </a:cubicBezTo>
                  <a:cubicBezTo>
                    <a:pt x="376" y="7"/>
                    <a:pt x="376" y="7"/>
                    <a:pt x="376" y="7"/>
                  </a:cubicBezTo>
                  <a:close/>
                  <a:moveTo>
                    <a:pt x="395" y="672"/>
                  </a:moveTo>
                  <a:cubicBezTo>
                    <a:pt x="376" y="672"/>
                    <a:pt x="376" y="672"/>
                    <a:pt x="376" y="672"/>
                  </a:cubicBezTo>
                  <a:cubicBezTo>
                    <a:pt x="376" y="642"/>
                    <a:pt x="376" y="642"/>
                    <a:pt x="376" y="642"/>
                  </a:cubicBezTo>
                  <a:cubicBezTo>
                    <a:pt x="376" y="642"/>
                    <a:pt x="376" y="642"/>
                    <a:pt x="376" y="642"/>
                  </a:cubicBezTo>
                  <a:cubicBezTo>
                    <a:pt x="377" y="641"/>
                    <a:pt x="377" y="641"/>
                    <a:pt x="377" y="641"/>
                  </a:cubicBezTo>
                  <a:cubicBezTo>
                    <a:pt x="377" y="641"/>
                    <a:pt x="377" y="641"/>
                    <a:pt x="377" y="641"/>
                  </a:cubicBezTo>
                  <a:cubicBezTo>
                    <a:pt x="378" y="640"/>
                    <a:pt x="378" y="640"/>
                    <a:pt x="378" y="640"/>
                  </a:cubicBezTo>
                  <a:cubicBezTo>
                    <a:pt x="379" y="639"/>
                    <a:pt x="379" y="639"/>
                    <a:pt x="379" y="639"/>
                  </a:cubicBezTo>
                  <a:cubicBezTo>
                    <a:pt x="379" y="639"/>
                    <a:pt x="379" y="639"/>
                    <a:pt x="379" y="639"/>
                  </a:cubicBezTo>
                  <a:cubicBezTo>
                    <a:pt x="380" y="638"/>
                    <a:pt x="380" y="638"/>
                    <a:pt x="380" y="638"/>
                  </a:cubicBezTo>
                  <a:cubicBezTo>
                    <a:pt x="381" y="637"/>
                    <a:pt x="381" y="637"/>
                    <a:pt x="381" y="637"/>
                  </a:cubicBezTo>
                  <a:cubicBezTo>
                    <a:pt x="381" y="637"/>
                    <a:pt x="381" y="637"/>
                    <a:pt x="381" y="637"/>
                  </a:cubicBezTo>
                  <a:cubicBezTo>
                    <a:pt x="382" y="636"/>
                    <a:pt x="382" y="636"/>
                    <a:pt x="382" y="636"/>
                  </a:cubicBezTo>
                  <a:cubicBezTo>
                    <a:pt x="385" y="632"/>
                    <a:pt x="380" y="627"/>
                    <a:pt x="377" y="630"/>
                  </a:cubicBezTo>
                  <a:cubicBezTo>
                    <a:pt x="377" y="630"/>
                    <a:pt x="376" y="630"/>
                    <a:pt x="376" y="630"/>
                  </a:cubicBezTo>
                  <a:cubicBezTo>
                    <a:pt x="376" y="568"/>
                    <a:pt x="376" y="568"/>
                    <a:pt x="376" y="568"/>
                  </a:cubicBezTo>
                  <a:cubicBezTo>
                    <a:pt x="383" y="556"/>
                    <a:pt x="390" y="544"/>
                    <a:pt x="395" y="532"/>
                  </a:cubicBezTo>
                  <a:cubicBezTo>
                    <a:pt x="395" y="605"/>
                    <a:pt x="395" y="605"/>
                    <a:pt x="395" y="605"/>
                  </a:cubicBezTo>
                  <a:cubicBezTo>
                    <a:pt x="395" y="605"/>
                    <a:pt x="395" y="606"/>
                    <a:pt x="395" y="606"/>
                  </a:cubicBezTo>
                  <a:cubicBezTo>
                    <a:pt x="395" y="606"/>
                    <a:pt x="395" y="606"/>
                    <a:pt x="395" y="606"/>
                  </a:cubicBezTo>
                  <a:cubicBezTo>
                    <a:pt x="394" y="607"/>
                    <a:pt x="394" y="607"/>
                    <a:pt x="394" y="607"/>
                  </a:cubicBezTo>
                  <a:cubicBezTo>
                    <a:pt x="394" y="608"/>
                    <a:pt x="394" y="608"/>
                    <a:pt x="394" y="608"/>
                  </a:cubicBezTo>
                  <a:cubicBezTo>
                    <a:pt x="393" y="608"/>
                    <a:pt x="393" y="608"/>
                    <a:pt x="393" y="608"/>
                  </a:cubicBezTo>
                  <a:cubicBezTo>
                    <a:pt x="393" y="609"/>
                    <a:pt x="393" y="609"/>
                    <a:pt x="393" y="609"/>
                  </a:cubicBezTo>
                  <a:cubicBezTo>
                    <a:pt x="392" y="610"/>
                    <a:pt x="392" y="610"/>
                    <a:pt x="392" y="610"/>
                  </a:cubicBezTo>
                  <a:cubicBezTo>
                    <a:pt x="392" y="611"/>
                    <a:pt x="392" y="611"/>
                    <a:pt x="392" y="611"/>
                  </a:cubicBezTo>
                  <a:cubicBezTo>
                    <a:pt x="391" y="611"/>
                    <a:pt x="391" y="611"/>
                    <a:pt x="391" y="611"/>
                  </a:cubicBezTo>
                  <a:cubicBezTo>
                    <a:pt x="390" y="612"/>
                    <a:pt x="390" y="612"/>
                    <a:pt x="390" y="612"/>
                  </a:cubicBezTo>
                  <a:cubicBezTo>
                    <a:pt x="390" y="612"/>
                    <a:pt x="390" y="612"/>
                    <a:pt x="390" y="612"/>
                  </a:cubicBezTo>
                  <a:cubicBezTo>
                    <a:pt x="388" y="616"/>
                    <a:pt x="392" y="621"/>
                    <a:pt x="395" y="618"/>
                  </a:cubicBezTo>
                  <a:cubicBezTo>
                    <a:pt x="395" y="618"/>
                    <a:pt x="395" y="618"/>
                    <a:pt x="395" y="618"/>
                  </a:cubicBezTo>
                  <a:cubicBezTo>
                    <a:pt x="395" y="672"/>
                    <a:pt x="395" y="672"/>
                    <a:pt x="395" y="672"/>
                  </a:cubicBezTo>
                  <a:close/>
                  <a:moveTo>
                    <a:pt x="395" y="395"/>
                  </a:moveTo>
                  <a:cubicBezTo>
                    <a:pt x="395" y="445"/>
                    <a:pt x="395" y="445"/>
                    <a:pt x="395" y="445"/>
                  </a:cubicBezTo>
                  <a:cubicBezTo>
                    <a:pt x="393" y="438"/>
                    <a:pt x="390" y="431"/>
                    <a:pt x="389" y="424"/>
                  </a:cubicBezTo>
                  <a:cubicBezTo>
                    <a:pt x="385" y="426"/>
                    <a:pt x="381" y="428"/>
                    <a:pt x="376" y="430"/>
                  </a:cubicBezTo>
                  <a:cubicBezTo>
                    <a:pt x="376" y="408"/>
                    <a:pt x="376" y="408"/>
                    <a:pt x="376" y="408"/>
                  </a:cubicBezTo>
                  <a:cubicBezTo>
                    <a:pt x="383" y="404"/>
                    <a:pt x="389" y="400"/>
                    <a:pt x="395" y="395"/>
                  </a:cubicBezTo>
                  <a:close/>
                  <a:moveTo>
                    <a:pt x="376" y="150"/>
                  </a:moveTo>
                  <a:cubicBezTo>
                    <a:pt x="376" y="131"/>
                    <a:pt x="376" y="131"/>
                    <a:pt x="376" y="131"/>
                  </a:cubicBezTo>
                  <a:cubicBezTo>
                    <a:pt x="382" y="129"/>
                    <a:pt x="387" y="126"/>
                    <a:pt x="393" y="122"/>
                  </a:cubicBezTo>
                  <a:cubicBezTo>
                    <a:pt x="394" y="129"/>
                    <a:pt x="388" y="141"/>
                    <a:pt x="376" y="150"/>
                  </a:cubicBezTo>
                  <a:close/>
                  <a:moveTo>
                    <a:pt x="354" y="2"/>
                  </a:moveTo>
                  <a:cubicBezTo>
                    <a:pt x="362" y="3"/>
                    <a:pt x="369" y="5"/>
                    <a:pt x="376" y="7"/>
                  </a:cubicBezTo>
                  <a:cubicBezTo>
                    <a:pt x="376" y="116"/>
                    <a:pt x="376" y="116"/>
                    <a:pt x="376" y="116"/>
                  </a:cubicBezTo>
                  <a:cubicBezTo>
                    <a:pt x="369" y="117"/>
                    <a:pt x="362" y="117"/>
                    <a:pt x="354" y="116"/>
                  </a:cubicBezTo>
                  <a:cubicBezTo>
                    <a:pt x="354" y="2"/>
                    <a:pt x="354" y="2"/>
                    <a:pt x="354" y="2"/>
                  </a:cubicBezTo>
                  <a:close/>
                  <a:moveTo>
                    <a:pt x="376" y="672"/>
                  </a:moveTo>
                  <a:cubicBezTo>
                    <a:pt x="354" y="672"/>
                    <a:pt x="354" y="672"/>
                    <a:pt x="354" y="672"/>
                  </a:cubicBezTo>
                  <a:cubicBezTo>
                    <a:pt x="354" y="663"/>
                    <a:pt x="354" y="663"/>
                    <a:pt x="354" y="663"/>
                  </a:cubicBezTo>
                  <a:cubicBezTo>
                    <a:pt x="354" y="663"/>
                    <a:pt x="354" y="663"/>
                    <a:pt x="354" y="663"/>
                  </a:cubicBezTo>
                  <a:cubicBezTo>
                    <a:pt x="355" y="662"/>
                    <a:pt x="355" y="662"/>
                    <a:pt x="355" y="662"/>
                  </a:cubicBezTo>
                  <a:cubicBezTo>
                    <a:pt x="356" y="661"/>
                    <a:pt x="356" y="661"/>
                    <a:pt x="356" y="661"/>
                  </a:cubicBezTo>
                  <a:cubicBezTo>
                    <a:pt x="357" y="661"/>
                    <a:pt x="357" y="661"/>
                    <a:pt x="357" y="661"/>
                  </a:cubicBezTo>
                  <a:cubicBezTo>
                    <a:pt x="357" y="660"/>
                    <a:pt x="357" y="660"/>
                    <a:pt x="357" y="660"/>
                  </a:cubicBezTo>
                  <a:cubicBezTo>
                    <a:pt x="358" y="660"/>
                    <a:pt x="358" y="660"/>
                    <a:pt x="358" y="660"/>
                  </a:cubicBezTo>
                  <a:cubicBezTo>
                    <a:pt x="359" y="659"/>
                    <a:pt x="359" y="659"/>
                    <a:pt x="359" y="659"/>
                  </a:cubicBezTo>
                  <a:cubicBezTo>
                    <a:pt x="359" y="659"/>
                    <a:pt x="359" y="659"/>
                    <a:pt x="359" y="659"/>
                  </a:cubicBezTo>
                  <a:cubicBezTo>
                    <a:pt x="360" y="658"/>
                    <a:pt x="360" y="658"/>
                    <a:pt x="360" y="658"/>
                  </a:cubicBezTo>
                  <a:cubicBezTo>
                    <a:pt x="363" y="656"/>
                    <a:pt x="360" y="650"/>
                    <a:pt x="356" y="652"/>
                  </a:cubicBezTo>
                  <a:cubicBezTo>
                    <a:pt x="355" y="652"/>
                    <a:pt x="355" y="652"/>
                    <a:pt x="355" y="652"/>
                  </a:cubicBezTo>
                  <a:cubicBezTo>
                    <a:pt x="355" y="652"/>
                    <a:pt x="355" y="652"/>
                    <a:pt x="355" y="652"/>
                  </a:cubicBezTo>
                  <a:cubicBezTo>
                    <a:pt x="354" y="653"/>
                    <a:pt x="354" y="653"/>
                    <a:pt x="354" y="653"/>
                  </a:cubicBezTo>
                  <a:cubicBezTo>
                    <a:pt x="354" y="601"/>
                    <a:pt x="354" y="601"/>
                    <a:pt x="354" y="601"/>
                  </a:cubicBezTo>
                  <a:cubicBezTo>
                    <a:pt x="362" y="591"/>
                    <a:pt x="369" y="580"/>
                    <a:pt x="376" y="568"/>
                  </a:cubicBezTo>
                  <a:cubicBezTo>
                    <a:pt x="376" y="630"/>
                    <a:pt x="376" y="630"/>
                    <a:pt x="376" y="630"/>
                  </a:cubicBezTo>
                  <a:cubicBezTo>
                    <a:pt x="376" y="630"/>
                    <a:pt x="376" y="631"/>
                    <a:pt x="376" y="631"/>
                  </a:cubicBezTo>
                  <a:cubicBezTo>
                    <a:pt x="376" y="631"/>
                    <a:pt x="376" y="631"/>
                    <a:pt x="376" y="631"/>
                  </a:cubicBezTo>
                  <a:cubicBezTo>
                    <a:pt x="375" y="632"/>
                    <a:pt x="375" y="632"/>
                    <a:pt x="375" y="632"/>
                  </a:cubicBezTo>
                  <a:cubicBezTo>
                    <a:pt x="374" y="633"/>
                    <a:pt x="374" y="633"/>
                    <a:pt x="374" y="633"/>
                  </a:cubicBezTo>
                  <a:cubicBezTo>
                    <a:pt x="374" y="633"/>
                    <a:pt x="374" y="633"/>
                    <a:pt x="374" y="633"/>
                  </a:cubicBezTo>
                  <a:cubicBezTo>
                    <a:pt x="373" y="634"/>
                    <a:pt x="373" y="634"/>
                    <a:pt x="373" y="634"/>
                  </a:cubicBezTo>
                  <a:cubicBezTo>
                    <a:pt x="373" y="635"/>
                    <a:pt x="373" y="635"/>
                    <a:pt x="373" y="635"/>
                  </a:cubicBezTo>
                  <a:cubicBezTo>
                    <a:pt x="372" y="635"/>
                    <a:pt x="372" y="635"/>
                    <a:pt x="372" y="635"/>
                  </a:cubicBezTo>
                  <a:cubicBezTo>
                    <a:pt x="371" y="636"/>
                    <a:pt x="371" y="636"/>
                    <a:pt x="371" y="636"/>
                  </a:cubicBezTo>
                  <a:cubicBezTo>
                    <a:pt x="371" y="636"/>
                    <a:pt x="371" y="636"/>
                    <a:pt x="371" y="636"/>
                  </a:cubicBezTo>
                  <a:cubicBezTo>
                    <a:pt x="368" y="639"/>
                    <a:pt x="371" y="644"/>
                    <a:pt x="375" y="643"/>
                  </a:cubicBezTo>
                  <a:cubicBezTo>
                    <a:pt x="376" y="643"/>
                    <a:pt x="376" y="642"/>
                    <a:pt x="376" y="642"/>
                  </a:cubicBezTo>
                  <a:cubicBezTo>
                    <a:pt x="376" y="672"/>
                    <a:pt x="376" y="672"/>
                    <a:pt x="376" y="672"/>
                  </a:cubicBezTo>
                  <a:close/>
                  <a:moveTo>
                    <a:pt x="376" y="131"/>
                  </a:moveTo>
                  <a:cubicBezTo>
                    <a:pt x="376" y="150"/>
                    <a:pt x="376" y="150"/>
                    <a:pt x="376" y="150"/>
                  </a:cubicBezTo>
                  <a:cubicBezTo>
                    <a:pt x="370" y="154"/>
                    <a:pt x="363" y="158"/>
                    <a:pt x="354" y="159"/>
                  </a:cubicBezTo>
                  <a:cubicBezTo>
                    <a:pt x="354" y="130"/>
                    <a:pt x="354" y="130"/>
                    <a:pt x="354" y="130"/>
                  </a:cubicBezTo>
                  <a:cubicBezTo>
                    <a:pt x="361" y="133"/>
                    <a:pt x="368" y="133"/>
                    <a:pt x="376" y="131"/>
                  </a:cubicBezTo>
                  <a:close/>
                  <a:moveTo>
                    <a:pt x="376" y="408"/>
                  </a:moveTo>
                  <a:cubicBezTo>
                    <a:pt x="376" y="430"/>
                    <a:pt x="376" y="430"/>
                    <a:pt x="376" y="430"/>
                  </a:cubicBezTo>
                  <a:cubicBezTo>
                    <a:pt x="369" y="433"/>
                    <a:pt x="362" y="436"/>
                    <a:pt x="354" y="438"/>
                  </a:cubicBezTo>
                  <a:cubicBezTo>
                    <a:pt x="354" y="417"/>
                    <a:pt x="354" y="417"/>
                    <a:pt x="354" y="417"/>
                  </a:cubicBezTo>
                  <a:cubicBezTo>
                    <a:pt x="362" y="414"/>
                    <a:pt x="369" y="411"/>
                    <a:pt x="376" y="408"/>
                  </a:cubicBezTo>
                  <a:close/>
                  <a:moveTo>
                    <a:pt x="354" y="543"/>
                  </a:moveTo>
                  <a:cubicBezTo>
                    <a:pt x="354" y="478"/>
                    <a:pt x="354" y="478"/>
                    <a:pt x="354" y="478"/>
                  </a:cubicBezTo>
                  <a:cubicBezTo>
                    <a:pt x="359" y="474"/>
                    <a:pt x="365" y="472"/>
                    <a:pt x="369" y="474"/>
                  </a:cubicBezTo>
                  <a:cubicBezTo>
                    <a:pt x="379" y="478"/>
                    <a:pt x="369" y="500"/>
                    <a:pt x="369" y="510"/>
                  </a:cubicBezTo>
                  <a:cubicBezTo>
                    <a:pt x="369" y="518"/>
                    <a:pt x="384" y="545"/>
                    <a:pt x="369" y="548"/>
                  </a:cubicBezTo>
                  <a:cubicBezTo>
                    <a:pt x="365" y="549"/>
                    <a:pt x="360" y="547"/>
                    <a:pt x="354" y="543"/>
                  </a:cubicBezTo>
                  <a:close/>
                  <a:moveTo>
                    <a:pt x="285" y="11"/>
                  </a:moveTo>
                  <a:cubicBezTo>
                    <a:pt x="311" y="3"/>
                    <a:pt x="334" y="0"/>
                    <a:pt x="354" y="2"/>
                  </a:cubicBezTo>
                  <a:cubicBezTo>
                    <a:pt x="354" y="116"/>
                    <a:pt x="354" y="116"/>
                    <a:pt x="354" y="116"/>
                  </a:cubicBezTo>
                  <a:cubicBezTo>
                    <a:pt x="347" y="115"/>
                    <a:pt x="339" y="113"/>
                    <a:pt x="332" y="110"/>
                  </a:cubicBezTo>
                  <a:cubicBezTo>
                    <a:pt x="332" y="110"/>
                    <a:pt x="332" y="110"/>
                    <a:pt x="332" y="110"/>
                  </a:cubicBezTo>
                  <a:cubicBezTo>
                    <a:pt x="338" y="119"/>
                    <a:pt x="346" y="127"/>
                    <a:pt x="354" y="130"/>
                  </a:cubicBezTo>
                  <a:cubicBezTo>
                    <a:pt x="354" y="159"/>
                    <a:pt x="354" y="159"/>
                    <a:pt x="354" y="159"/>
                  </a:cubicBezTo>
                  <a:cubicBezTo>
                    <a:pt x="339" y="161"/>
                    <a:pt x="320" y="156"/>
                    <a:pt x="301" y="135"/>
                  </a:cubicBezTo>
                  <a:cubicBezTo>
                    <a:pt x="295" y="127"/>
                    <a:pt x="289" y="121"/>
                    <a:pt x="285" y="115"/>
                  </a:cubicBezTo>
                  <a:cubicBezTo>
                    <a:pt x="285" y="11"/>
                    <a:pt x="285" y="11"/>
                    <a:pt x="285" y="11"/>
                  </a:cubicBezTo>
                  <a:close/>
                  <a:moveTo>
                    <a:pt x="354" y="672"/>
                  </a:moveTo>
                  <a:cubicBezTo>
                    <a:pt x="285" y="672"/>
                    <a:pt x="285" y="672"/>
                    <a:pt x="285" y="672"/>
                  </a:cubicBezTo>
                  <a:cubicBezTo>
                    <a:pt x="285" y="663"/>
                    <a:pt x="285" y="663"/>
                    <a:pt x="285" y="663"/>
                  </a:cubicBezTo>
                  <a:cubicBezTo>
                    <a:pt x="286" y="663"/>
                    <a:pt x="286" y="663"/>
                    <a:pt x="286" y="663"/>
                  </a:cubicBezTo>
                  <a:cubicBezTo>
                    <a:pt x="286" y="663"/>
                    <a:pt x="286" y="663"/>
                    <a:pt x="286" y="663"/>
                  </a:cubicBezTo>
                  <a:cubicBezTo>
                    <a:pt x="288" y="665"/>
                    <a:pt x="291" y="664"/>
                    <a:pt x="292" y="661"/>
                  </a:cubicBezTo>
                  <a:cubicBezTo>
                    <a:pt x="292" y="660"/>
                    <a:pt x="292" y="658"/>
                    <a:pt x="290" y="657"/>
                  </a:cubicBezTo>
                  <a:cubicBezTo>
                    <a:pt x="290" y="657"/>
                    <a:pt x="290" y="657"/>
                    <a:pt x="290" y="657"/>
                  </a:cubicBezTo>
                  <a:cubicBezTo>
                    <a:pt x="289" y="656"/>
                    <a:pt x="289" y="656"/>
                    <a:pt x="289" y="656"/>
                  </a:cubicBezTo>
                  <a:cubicBezTo>
                    <a:pt x="289" y="656"/>
                    <a:pt x="289" y="656"/>
                    <a:pt x="289" y="656"/>
                  </a:cubicBezTo>
                  <a:cubicBezTo>
                    <a:pt x="288" y="655"/>
                    <a:pt x="288" y="655"/>
                    <a:pt x="288" y="655"/>
                  </a:cubicBezTo>
                  <a:cubicBezTo>
                    <a:pt x="287" y="655"/>
                    <a:pt x="287" y="655"/>
                    <a:pt x="287" y="655"/>
                  </a:cubicBezTo>
                  <a:cubicBezTo>
                    <a:pt x="287" y="654"/>
                    <a:pt x="287" y="654"/>
                    <a:pt x="287" y="654"/>
                  </a:cubicBezTo>
                  <a:cubicBezTo>
                    <a:pt x="286" y="653"/>
                    <a:pt x="286" y="653"/>
                    <a:pt x="286" y="653"/>
                  </a:cubicBezTo>
                  <a:cubicBezTo>
                    <a:pt x="285" y="653"/>
                    <a:pt x="285" y="653"/>
                    <a:pt x="285" y="653"/>
                  </a:cubicBezTo>
                  <a:cubicBezTo>
                    <a:pt x="285" y="653"/>
                    <a:pt x="285" y="653"/>
                    <a:pt x="285" y="653"/>
                  </a:cubicBezTo>
                  <a:cubicBezTo>
                    <a:pt x="285" y="602"/>
                    <a:pt x="285" y="602"/>
                    <a:pt x="285" y="602"/>
                  </a:cubicBezTo>
                  <a:cubicBezTo>
                    <a:pt x="297" y="617"/>
                    <a:pt x="308" y="628"/>
                    <a:pt x="320" y="635"/>
                  </a:cubicBezTo>
                  <a:cubicBezTo>
                    <a:pt x="331" y="627"/>
                    <a:pt x="343" y="615"/>
                    <a:pt x="354" y="601"/>
                  </a:cubicBezTo>
                  <a:cubicBezTo>
                    <a:pt x="354" y="653"/>
                    <a:pt x="354" y="653"/>
                    <a:pt x="354" y="653"/>
                  </a:cubicBezTo>
                  <a:cubicBezTo>
                    <a:pt x="354" y="653"/>
                    <a:pt x="354" y="653"/>
                    <a:pt x="354" y="653"/>
                  </a:cubicBezTo>
                  <a:cubicBezTo>
                    <a:pt x="353" y="653"/>
                    <a:pt x="353" y="653"/>
                    <a:pt x="353" y="653"/>
                  </a:cubicBezTo>
                  <a:cubicBezTo>
                    <a:pt x="353" y="654"/>
                    <a:pt x="353" y="654"/>
                    <a:pt x="353" y="654"/>
                  </a:cubicBezTo>
                  <a:cubicBezTo>
                    <a:pt x="352" y="655"/>
                    <a:pt x="352" y="655"/>
                    <a:pt x="352" y="655"/>
                  </a:cubicBezTo>
                  <a:cubicBezTo>
                    <a:pt x="351" y="655"/>
                    <a:pt x="351" y="655"/>
                    <a:pt x="351" y="655"/>
                  </a:cubicBezTo>
                  <a:cubicBezTo>
                    <a:pt x="351" y="656"/>
                    <a:pt x="351" y="656"/>
                    <a:pt x="351" y="656"/>
                  </a:cubicBezTo>
                  <a:cubicBezTo>
                    <a:pt x="350" y="656"/>
                    <a:pt x="350" y="656"/>
                    <a:pt x="350" y="656"/>
                  </a:cubicBezTo>
                  <a:cubicBezTo>
                    <a:pt x="349" y="657"/>
                    <a:pt x="349" y="657"/>
                    <a:pt x="349" y="657"/>
                  </a:cubicBezTo>
                  <a:cubicBezTo>
                    <a:pt x="349" y="657"/>
                    <a:pt x="349" y="657"/>
                    <a:pt x="349" y="657"/>
                  </a:cubicBezTo>
                  <a:cubicBezTo>
                    <a:pt x="346" y="659"/>
                    <a:pt x="348" y="665"/>
                    <a:pt x="353" y="664"/>
                  </a:cubicBezTo>
                  <a:cubicBezTo>
                    <a:pt x="353" y="664"/>
                    <a:pt x="353" y="664"/>
                    <a:pt x="353" y="663"/>
                  </a:cubicBezTo>
                  <a:cubicBezTo>
                    <a:pt x="354" y="663"/>
                    <a:pt x="354" y="663"/>
                    <a:pt x="354" y="663"/>
                  </a:cubicBezTo>
                  <a:cubicBezTo>
                    <a:pt x="354" y="663"/>
                    <a:pt x="354" y="663"/>
                    <a:pt x="354" y="663"/>
                  </a:cubicBezTo>
                  <a:cubicBezTo>
                    <a:pt x="354" y="672"/>
                    <a:pt x="354" y="672"/>
                    <a:pt x="354" y="672"/>
                  </a:cubicBezTo>
                  <a:close/>
                  <a:moveTo>
                    <a:pt x="354" y="417"/>
                  </a:moveTo>
                  <a:cubicBezTo>
                    <a:pt x="354" y="438"/>
                    <a:pt x="354" y="438"/>
                    <a:pt x="354" y="438"/>
                  </a:cubicBezTo>
                  <a:cubicBezTo>
                    <a:pt x="343" y="441"/>
                    <a:pt x="332" y="442"/>
                    <a:pt x="320" y="442"/>
                  </a:cubicBezTo>
                  <a:cubicBezTo>
                    <a:pt x="308" y="442"/>
                    <a:pt x="296" y="441"/>
                    <a:pt x="285" y="438"/>
                  </a:cubicBezTo>
                  <a:cubicBezTo>
                    <a:pt x="285" y="417"/>
                    <a:pt x="285" y="417"/>
                    <a:pt x="285" y="417"/>
                  </a:cubicBezTo>
                  <a:cubicBezTo>
                    <a:pt x="296" y="420"/>
                    <a:pt x="308" y="422"/>
                    <a:pt x="320" y="422"/>
                  </a:cubicBezTo>
                  <a:cubicBezTo>
                    <a:pt x="332" y="422"/>
                    <a:pt x="343" y="420"/>
                    <a:pt x="354" y="417"/>
                  </a:cubicBezTo>
                  <a:close/>
                  <a:moveTo>
                    <a:pt x="354" y="478"/>
                  </a:moveTo>
                  <a:cubicBezTo>
                    <a:pt x="354" y="543"/>
                    <a:pt x="354" y="543"/>
                    <a:pt x="354" y="543"/>
                  </a:cubicBezTo>
                  <a:cubicBezTo>
                    <a:pt x="345" y="537"/>
                    <a:pt x="335" y="528"/>
                    <a:pt x="331" y="523"/>
                  </a:cubicBezTo>
                  <a:cubicBezTo>
                    <a:pt x="325" y="533"/>
                    <a:pt x="314" y="533"/>
                    <a:pt x="308" y="523"/>
                  </a:cubicBezTo>
                  <a:cubicBezTo>
                    <a:pt x="303" y="529"/>
                    <a:pt x="294" y="537"/>
                    <a:pt x="285" y="543"/>
                  </a:cubicBezTo>
                  <a:cubicBezTo>
                    <a:pt x="285" y="478"/>
                    <a:pt x="285" y="478"/>
                    <a:pt x="285" y="478"/>
                  </a:cubicBezTo>
                  <a:cubicBezTo>
                    <a:pt x="293" y="484"/>
                    <a:pt x="300" y="492"/>
                    <a:pt x="307" y="497"/>
                  </a:cubicBezTo>
                  <a:cubicBezTo>
                    <a:pt x="309" y="491"/>
                    <a:pt x="313" y="485"/>
                    <a:pt x="319" y="485"/>
                  </a:cubicBezTo>
                  <a:cubicBezTo>
                    <a:pt x="326" y="485"/>
                    <a:pt x="330" y="491"/>
                    <a:pt x="332" y="497"/>
                  </a:cubicBezTo>
                  <a:cubicBezTo>
                    <a:pt x="337" y="493"/>
                    <a:pt x="346" y="484"/>
                    <a:pt x="354" y="478"/>
                  </a:cubicBezTo>
                  <a:close/>
                  <a:moveTo>
                    <a:pt x="263" y="20"/>
                  </a:moveTo>
                  <a:cubicBezTo>
                    <a:pt x="271" y="17"/>
                    <a:pt x="278" y="14"/>
                    <a:pt x="285" y="11"/>
                  </a:cubicBezTo>
                  <a:cubicBezTo>
                    <a:pt x="285" y="115"/>
                    <a:pt x="285" y="115"/>
                    <a:pt x="285" y="115"/>
                  </a:cubicBezTo>
                  <a:cubicBezTo>
                    <a:pt x="283" y="111"/>
                    <a:pt x="281" y="109"/>
                    <a:pt x="279" y="106"/>
                  </a:cubicBezTo>
                  <a:cubicBezTo>
                    <a:pt x="274" y="104"/>
                    <a:pt x="269" y="103"/>
                    <a:pt x="263" y="102"/>
                  </a:cubicBezTo>
                  <a:cubicBezTo>
                    <a:pt x="263" y="20"/>
                    <a:pt x="263" y="20"/>
                    <a:pt x="263" y="20"/>
                  </a:cubicBezTo>
                  <a:close/>
                  <a:moveTo>
                    <a:pt x="285" y="672"/>
                  </a:moveTo>
                  <a:cubicBezTo>
                    <a:pt x="263" y="672"/>
                    <a:pt x="263" y="672"/>
                    <a:pt x="263" y="672"/>
                  </a:cubicBezTo>
                  <a:cubicBezTo>
                    <a:pt x="263" y="642"/>
                    <a:pt x="263" y="642"/>
                    <a:pt x="263" y="642"/>
                  </a:cubicBezTo>
                  <a:cubicBezTo>
                    <a:pt x="266" y="645"/>
                    <a:pt x="271" y="641"/>
                    <a:pt x="269" y="637"/>
                  </a:cubicBezTo>
                  <a:cubicBezTo>
                    <a:pt x="269" y="637"/>
                    <a:pt x="268" y="636"/>
                    <a:pt x="268" y="636"/>
                  </a:cubicBezTo>
                  <a:cubicBezTo>
                    <a:pt x="268" y="636"/>
                    <a:pt x="268" y="636"/>
                    <a:pt x="268" y="636"/>
                  </a:cubicBezTo>
                  <a:cubicBezTo>
                    <a:pt x="267" y="635"/>
                    <a:pt x="267" y="635"/>
                    <a:pt x="267" y="635"/>
                  </a:cubicBezTo>
                  <a:cubicBezTo>
                    <a:pt x="267" y="635"/>
                    <a:pt x="267" y="635"/>
                    <a:pt x="267" y="635"/>
                  </a:cubicBezTo>
                  <a:cubicBezTo>
                    <a:pt x="266" y="634"/>
                    <a:pt x="266" y="634"/>
                    <a:pt x="266" y="634"/>
                  </a:cubicBezTo>
                  <a:cubicBezTo>
                    <a:pt x="266" y="633"/>
                    <a:pt x="266" y="633"/>
                    <a:pt x="266" y="633"/>
                  </a:cubicBezTo>
                  <a:cubicBezTo>
                    <a:pt x="265" y="633"/>
                    <a:pt x="265" y="633"/>
                    <a:pt x="265" y="633"/>
                  </a:cubicBezTo>
                  <a:cubicBezTo>
                    <a:pt x="264" y="632"/>
                    <a:pt x="264" y="632"/>
                    <a:pt x="264" y="632"/>
                  </a:cubicBezTo>
                  <a:cubicBezTo>
                    <a:pt x="264" y="631"/>
                    <a:pt x="264" y="631"/>
                    <a:pt x="264" y="631"/>
                  </a:cubicBezTo>
                  <a:cubicBezTo>
                    <a:pt x="263" y="631"/>
                    <a:pt x="263" y="631"/>
                    <a:pt x="263" y="631"/>
                  </a:cubicBezTo>
                  <a:cubicBezTo>
                    <a:pt x="263" y="631"/>
                    <a:pt x="263" y="630"/>
                    <a:pt x="263" y="630"/>
                  </a:cubicBezTo>
                  <a:cubicBezTo>
                    <a:pt x="263" y="569"/>
                    <a:pt x="263" y="569"/>
                    <a:pt x="263" y="569"/>
                  </a:cubicBezTo>
                  <a:cubicBezTo>
                    <a:pt x="270" y="580"/>
                    <a:pt x="277" y="592"/>
                    <a:pt x="285" y="602"/>
                  </a:cubicBezTo>
                  <a:cubicBezTo>
                    <a:pt x="285" y="653"/>
                    <a:pt x="285" y="653"/>
                    <a:pt x="285" y="653"/>
                  </a:cubicBezTo>
                  <a:cubicBezTo>
                    <a:pt x="285" y="652"/>
                    <a:pt x="285" y="652"/>
                    <a:pt x="285" y="652"/>
                  </a:cubicBezTo>
                  <a:cubicBezTo>
                    <a:pt x="285" y="652"/>
                    <a:pt x="285" y="652"/>
                    <a:pt x="285" y="652"/>
                  </a:cubicBezTo>
                  <a:cubicBezTo>
                    <a:pt x="281" y="649"/>
                    <a:pt x="276" y="654"/>
                    <a:pt x="280" y="658"/>
                  </a:cubicBezTo>
                  <a:cubicBezTo>
                    <a:pt x="280" y="658"/>
                    <a:pt x="280" y="658"/>
                    <a:pt x="280" y="658"/>
                  </a:cubicBezTo>
                  <a:cubicBezTo>
                    <a:pt x="280" y="659"/>
                    <a:pt x="280" y="659"/>
                    <a:pt x="280" y="659"/>
                  </a:cubicBezTo>
                  <a:cubicBezTo>
                    <a:pt x="281" y="659"/>
                    <a:pt x="281" y="659"/>
                    <a:pt x="281" y="659"/>
                  </a:cubicBezTo>
                  <a:cubicBezTo>
                    <a:pt x="281" y="660"/>
                    <a:pt x="281" y="660"/>
                    <a:pt x="281" y="660"/>
                  </a:cubicBezTo>
                  <a:cubicBezTo>
                    <a:pt x="282" y="660"/>
                    <a:pt x="282" y="660"/>
                    <a:pt x="282" y="660"/>
                  </a:cubicBezTo>
                  <a:cubicBezTo>
                    <a:pt x="283" y="661"/>
                    <a:pt x="283" y="661"/>
                    <a:pt x="283" y="661"/>
                  </a:cubicBezTo>
                  <a:cubicBezTo>
                    <a:pt x="284" y="661"/>
                    <a:pt x="284" y="661"/>
                    <a:pt x="284" y="661"/>
                  </a:cubicBezTo>
                  <a:cubicBezTo>
                    <a:pt x="284" y="662"/>
                    <a:pt x="284" y="662"/>
                    <a:pt x="284" y="662"/>
                  </a:cubicBezTo>
                  <a:cubicBezTo>
                    <a:pt x="285" y="663"/>
                    <a:pt x="285" y="663"/>
                    <a:pt x="285" y="663"/>
                  </a:cubicBezTo>
                  <a:cubicBezTo>
                    <a:pt x="285" y="663"/>
                    <a:pt x="285" y="663"/>
                    <a:pt x="285" y="663"/>
                  </a:cubicBezTo>
                  <a:cubicBezTo>
                    <a:pt x="285" y="672"/>
                    <a:pt x="285" y="672"/>
                    <a:pt x="285" y="672"/>
                  </a:cubicBezTo>
                  <a:close/>
                  <a:moveTo>
                    <a:pt x="285" y="417"/>
                  </a:moveTo>
                  <a:cubicBezTo>
                    <a:pt x="285" y="438"/>
                    <a:pt x="285" y="438"/>
                    <a:pt x="285" y="438"/>
                  </a:cubicBezTo>
                  <a:cubicBezTo>
                    <a:pt x="278" y="436"/>
                    <a:pt x="270" y="433"/>
                    <a:pt x="263" y="430"/>
                  </a:cubicBezTo>
                  <a:cubicBezTo>
                    <a:pt x="263" y="408"/>
                    <a:pt x="263" y="408"/>
                    <a:pt x="263" y="408"/>
                  </a:cubicBezTo>
                  <a:cubicBezTo>
                    <a:pt x="270" y="411"/>
                    <a:pt x="277" y="414"/>
                    <a:pt x="285" y="417"/>
                  </a:cubicBezTo>
                  <a:close/>
                  <a:moveTo>
                    <a:pt x="285" y="478"/>
                  </a:moveTo>
                  <a:cubicBezTo>
                    <a:pt x="285" y="543"/>
                    <a:pt x="285" y="543"/>
                    <a:pt x="285" y="543"/>
                  </a:cubicBezTo>
                  <a:cubicBezTo>
                    <a:pt x="278" y="547"/>
                    <a:pt x="270" y="550"/>
                    <a:pt x="267" y="546"/>
                  </a:cubicBezTo>
                  <a:cubicBezTo>
                    <a:pt x="257" y="538"/>
                    <a:pt x="270" y="519"/>
                    <a:pt x="270" y="510"/>
                  </a:cubicBezTo>
                  <a:cubicBezTo>
                    <a:pt x="270" y="500"/>
                    <a:pt x="260" y="478"/>
                    <a:pt x="270" y="474"/>
                  </a:cubicBezTo>
                  <a:cubicBezTo>
                    <a:pt x="274" y="472"/>
                    <a:pt x="280" y="475"/>
                    <a:pt x="285" y="478"/>
                  </a:cubicBezTo>
                  <a:close/>
                  <a:moveTo>
                    <a:pt x="244" y="26"/>
                  </a:moveTo>
                  <a:cubicBezTo>
                    <a:pt x="247" y="26"/>
                    <a:pt x="250" y="25"/>
                    <a:pt x="253" y="25"/>
                  </a:cubicBezTo>
                  <a:cubicBezTo>
                    <a:pt x="256" y="23"/>
                    <a:pt x="260" y="22"/>
                    <a:pt x="263" y="20"/>
                  </a:cubicBezTo>
                  <a:cubicBezTo>
                    <a:pt x="263" y="102"/>
                    <a:pt x="263" y="102"/>
                    <a:pt x="263" y="102"/>
                  </a:cubicBezTo>
                  <a:cubicBezTo>
                    <a:pt x="257" y="101"/>
                    <a:pt x="250" y="101"/>
                    <a:pt x="244" y="103"/>
                  </a:cubicBezTo>
                  <a:cubicBezTo>
                    <a:pt x="244" y="26"/>
                    <a:pt x="244" y="26"/>
                    <a:pt x="244" y="26"/>
                  </a:cubicBezTo>
                  <a:close/>
                  <a:moveTo>
                    <a:pt x="263" y="672"/>
                  </a:moveTo>
                  <a:cubicBezTo>
                    <a:pt x="244" y="672"/>
                    <a:pt x="244" y="672"/>
                    <a:pt x="244" y="672"/>
                  </a:cubicBezTo>
                  <a:cubicBezTo>
                    <a:pt x="244" y="618"/>
                    <a:pt x="244" y="618"/>
                    <a:pt x="244" y="618"/>
                  </a:cubicBezTo>
                  <a:cubicBezTo>
                    <a:pt x="247" y="620"/>
                    <a:pt x="251" y="617"/>
                    <a:pt x="249" y="613"/>
                  </a:cubicBezTo>
                  <a:cubicBezTo>
                    <a:pt x="249" y="613"/>
                    <a:pt x="249" y="613"/>
                    <a:pt x="249" y="612"/>
                  </a:cubicBezTo>
                  <a:cubicBezTo>
                    <a:pt x="249" y="612"/>
                    <a:pt x="249" y="612"/>
                    <a:pt x="249" y="612"/>
                  </a:cubicBezTo>
                  <a:cubicBezTo>
                    <a:pt x="248" y="611"/>
                    <a:pt x="248" y="611"/>
                    <a:pt x="248" y="611"/>
                  </a:cubicBezTo>
                  <a:cubicBezTo>
                    <a:pt x="248" y="611"/>
                    <a:pt x="248" y="611"/>
                    <a:pt x="248" y="611"/>
                  </a:cubicBezTo>
                  <a:cubicBezTo>
                    <a:pt x="247" y="610"/>
                    <a:pt x="247" y="610"/>
                    <a:pt x="247" y="610"/>
                  </a:cubicBezTo>
                  <a:cubicBezTo>
                    <a:pt x="247" y="609"/>
                    <a:pt x="247" y="609"/>
                    <a:pt x="247" y="609"/>
                  </a:cubicBezTo>
                  <a:cubicBezTo>
                    <a:pt x="246" y="608"/>
                    <a:pt x="246" y="608"/>
                    <a:pt x="246" y="608"/>
                  </a:cubicBezTo>
                  <a:cubicBezTo>
                    <a:pt x="246" y="608"/>
                    <a:pt x="246" y="608"/>
                    <a:pt x="246" y="608"/>
                  </a:cubicBezTo>
                  <a:cubicBezTo>
                    <a:pt x="245" y="607"/>
                    <a:pt x="245" y="607"/>
                    <a:pt x="245" y="607"/>
                  </a:cubicBezTo>
                  <a:cubicBezTo>
                    <a:pt x="245" y="606"/>
                    <a:pt x="245" y="606"/>
                    <a:pt x="245" y="606"/>
                  </a:cubicBezTo>
                  <a:cubicBezTo>
                    <a:pt x="245" y="606"/>
                    <a:pt x="244" y="605"/>
                    <a:pt x="244" y="605"/>
                  </a:cubicBezTo>
                  <a:cubicBezTo>
                    <a:pt x="244" y="532"/>
                    <a:pt x="244" y="532"/>
                    <a:pt x="244" y="532"/>
                  </a:cubicBezTo>
                  <a:cubicBezTo>
                    <a:pt x="250" y="544"/>
                    <a:pt x="256" y="557"/>
                    <a:pt x="263" y="569"/>
                  </a:cubicBezTo>
                  <a:cubicBezTo>
                    <a:pt x="263" y="630"/>
                    <a:pt x="263" y="630"/>
                    <a:pt x="263" y="630"/>
                  </a:cubicBezTo>
                  <a:cubicBezTo>
                    <a:pt x="260" y="628"/>
                    <a:pt x="255" y="631"/>
                    <a:pt x="257" y="635"/>
                  </a:cubicBezTo>
                  <a:cubicBezTo>
                    <a:pt x="257" y="635"/>
                    <a:pt x="257" y="636"/>
                    <a:pt x="258" y="636"/>
                  </a:cubicBezTo>
                  <a:cubicBezTo>
                    <a:pt x="258" y="637"/>
                    <a:pt x="258" y="637"/>
                    <a:pt x="258" y="637"/>
                  </a:cubicBezTo>
                  <a:cubicBezTo>
                    <a:pt x="259" y="637"/>
                    <a:pt x="259" y="637"/>
                    <a:pt x="259" y="637"/>
                  </a:cubicBezTo>
                  <a:cubicBezTo>
                    <a:pt x="259" y="638"/>
                    <a:pt x="259" y="638"/>
                    <a:pt x="259" y="638"/>
                  </a:cubicBezTo>
                  <a:cubicBezTo>
                    <a:pt x="260" y="639"/>
                    <a:pt x="260" y="639"/>
                    <a:pt x="260" y="639"/>
                  </a:cubicBezTo>
                  <a:cubicBezTo>
                    <a:pt x="261" y="639"/>
                    <a:pt x="261" y="639"/>
                    <a:pt x="261" y="639"/>
                  </a:cubicBezTo>
                  <a:cubicBezTo>
                    <a:pt x="261" y="640"/>
                    <a:pt x="261" y="640"/>
                    <a:pt x="261" y="640"/>
                  </a:cubicBezTo>
                  <a:cubicBezTo>
                    <a:pt x="262" y="641"/>
                    <a:pt x="262" y="641"/>
                    <a:pt x="262" y="641"/>
                  </a:cubicBezTo>
                  <a:cubicBezTo>
                    <a:pt x="263" y="641"/>
                    <a:pt x="263" y="641"/>
                    <a:pt x="263" y="641"/>
                  </a:cubicBezTo>
                  <a:cubicBezTo>
                    <a:pt x="263" y="642"/>
                    <a:pt x="263" y="642"/>
                    <a:pt x="263" y="642"/>
                  </a:cubicBezTo>
                  <a:cubicBezTo>
                    <a:pt x="263" y="642"/>
                    <a:pt x="263" y="642"/>
                    <a:pt x="263" y="642"/>
                  </a:cubicBezTo>
                  <a:cubicBezTo>
                    <a:pt x="263" y="672"/>
                    <a:pt x="263" y="672"/>
                    <a:pt x="263" y="672"/>
                  </a:cubicBezTo>
                  <a:close/>
                  <a:moveTo>
                    <a:pt x="263" y="408"/>
                  </a:moveTo>
                  <a:cubicBezTo>
                    <a:pt x="263" y="430"/>
                    <a:pt x="263" y="430"/>
                    <a:pt x="263" y="430"/>
                  </a:cubicBezTo>
                  <a:cubicBezTo>
                    <a:pt x="259" y="428"/>
                    <a:pt x="254" y="426"/>
                    <a:pt x="250" y="423"/>
                  </a:cubicBezTo>
                  <a:cubicBezTo>
                    <a:pt x="248" y="430"/>
                    <a:pt x="246" y="436"/>
                    <a:pt x="244" y="442"/>
                  </a:cubicBezTo>
                  <a:cubicBezTo>
                    <a:pt x="244" y="395"/>
                    <a:pt x="244" y="395"/>
                    <a:pt x="244" y="395"/>
                  </a:cubicBezTo>
                  <a:cubicBezTo>
                    <a:pt x="250" y="400"/>
                    <a:pt x="256" y="404"/>
                    <a:pt x="263" y="408"/>
                  </a:cubicBezTo>
                  <a:close/>
                  <a:moveTo>
                    <a:pt x="227" y="425"/>
                  </a:moveTo>
                  <a:cubicBezTo>
                    <a:pt x="229" y="420"/>
                    <a:pt x="230" y="415"/>
                    <a:pt x="230" y="409"/>
                  </a:cubicBezTo>
                  <a:cubicBezTo>
                    <a:pt x="229" y="409"/>
                    <a:pt x="228" y="408"/>
                    <a:pt x="227" y="407"/>
                  </a:cubicBezTo>
                  <a:cubicBezTo>
                    <a:pt x="227" y="380"/>
                    <a:pt x="227" y="380"/>
                    <a:pt x="227" y="380"/>
                  </a:cubicBezTo>
                  <a:cubicBezTo>
                    <a:pt x="233" y="385"/>
                    <a:pt x="238" y="390"/>
                    <a:pt x="244" y="395"/>
                  </a:cubicBezTo>
                  <a:cubicBezTo>
                    <a:pt x="244" y="442"/>
                    <a:pt x="244" y="442"/>
                    <a:pt x="244" y="442"/>
                  </a:cubicBezTo>
                  <a:cubicBezTo>
                    <a:pt x="240" y="453"/>
                    <a:pt x="234" y="463"/>
                    <a:pt x="227" y="471"/>
                  </a:cubicBezTo>
                  <a:cubicBezTo>
                    <a:pt x="227" y="425"/>
                    <a:pt x="227" y="425"/>
                    <a:pt x="227" y="425"/>
                  </a:cubicBezTo>
                  <a:close/>
                  <a:moveTo>
                    <a:pt x="227" y="29"/>
                  </a:moveTo>
                  <a:cubicBezTo>
                    <a:pt x="233" y="28"/>
                    <a:pt x="238" y="27"/>
                    <a:pt x="244" y="26"/>
                  </a:cubicBezTo>
                  <a:cubicBezTo>
                    <a:pt x="244" y="103"/>
                    <a:pt x="244" y="103"/>
                    <a:pt x="244" y="103"/>
                  </a:cubicBezTo>
                  <a:cubicBezTo>
                    <a:pt x="238" y="104"/>
                    <a:pt x="233" y="106"/>
                    <a:pt x="227" y="110"/>
                  </a:cubicBezTo>
                  <a:cubicBezTo>
                    <a:pt x="227" y="29"/>
                    <a:pt x="227" y="29"/>
                    <a:pt x="227" y="29"/>
                  </a:cubicBezTo>
                  <a:close/>
                  <a:moveTo>
                    <a:pt x="244" y="672"/>
                  </a:moveTo>
                  <a:cubicBezTo>
                    <a:pt x="227" y="672"/>
                    <a:pt x="227" y="672"/>
                    <a:pt x="227" y="672"/>
                  </a:cubicBezTo>
                  <a:cubicBezTo>
                    <a:pt x="227" y="592"/>
                    <a:pt x="227" y="592"/>
                    <a:pt x="227" y="592"/>
                  </a:cubicBezTo>
                  <a:cubicBezTo>
                    <a:pt x="230" y="594"/>
                    <a:pt x="234" y="591"/>
                    <a:pt x="233" y="587"/>
                  </a:cubicBezTo>
                  <a:cubicBezTo>
                    <a:pt x="232" y="586"/>
                    <a:pt x="232" y="586"/>
                    <a:pt x="232" y="586"/>
                  </a:cubicBezTo>
                  <a:cubicBezTo>
                    <a:pt x="232" y="586"/>
                    <a:pt x="232" y="586"/>
                    <a:pt x="232" y="586"/>
                  </a:cubicBezTo>
                  <a:cubicBezTo>
                    <a:pt x="232" y="585"/>
                    <a:pt x="232" y="585"/>
                    <a:pt x="232" y="585"/>
                  </a:cubicBezTo>
                  <a:cubicBezTo>
                    <a:pt x="231" y="584"/>
                    <a:pt x="231" y="584"/>
                    <a:pt x="231" y="584"/>
                  </a:cubicBezTo>
                  <a:cubicBezTo>
                    <a:pt x="231" y="584"/>
                    <a:pt x="231" y="584"/>
                    <a:pt x="231" y="584"/>
                  </a:cubicBezTo>
                  <a:cubicBezTo>
                    <a:pt x="230" y="583"/>
                    <a:pt x="230" y="583"/>
                    <a:pt x="230" y="583"/>
                  </a:cubicBezTo>
                  <a:cubicBezTo>
                    <a:pt x="230" y="582"/>
                    <a:pt x="230" y="582"/>
                    <a:pt x="230" y="582"/>
                  </a:cubicBezTo>
                  <a:cubicBezTo>
                    <a:pt x="229" y="581"/>
                    <a:pt x="229" y="581"/>
                    <a:pt x="229" y="581"/>
                  </a:cubicBezTo>
                  <a:cubicBezTo>
                    <a:pt x="229" y="580"/>
                    <a:pt x="229" y="580"/>
                    <a:pt x="229" y="580"/>
                  </a:cubicBezTo>
                  <a:cubicBezTo>
                    <a:pt x="229" y="580"/>
                    <a:pt x="229" y="580"/>
                    <a:pt x="229" y="580"/>
                  </a:cubicBezTo>
                  <a:cubicBezTo>
                    <a:pt x="228" y="579"/>
                    <a:pt x="228" y="579"/>
                    <a:pt x="227" y="578"/>
                  </a:cubicBezTo>
                  <a:cubicBezTo>
                    <a:pt x="227" y="488"/>
                    <a:pt x="227" y="488"/>
                    <a:pt x="227" y="488"/>
                  </a:cubicBezTo>
                  <a:cubicBezTo>
                    <a:pt x="231" y="501"/>
                    <a:pt x="237" y="516"/>
                    <a:pt x="244" y="532"/>
                  </a:cubicBezTo>
                  <a:cubicBezTo>
                    <a:pt x="244" y="605"/>
                    <a:pt x="244" y="605"/>
                    <a:pt x="244" y="605"/>
                  </a:cubicBezTo>
                  <a:cubicBezTo>
                    <a:pt x="242" y="603"/>
                    <a:pt x="238" y="605"/>
                    <a:pt x="238" y="609"/>
                  </a:cubicBezTo>
                  <a:cubicBezTo>
                    <a:pt x="238" y="610"/>
                    <a:pt x="238" y="610"/>
                    <a:pt x="239" y="611"/>
                  </a:cubicBezTo>
                  <a:cubicBezTo>
                    <a:pt x="239" y="611"/>
                    <a:pt x="239" y="611"/>
                    <a:pt x="239" y="611"/>
                  </a:cubicBezTo>
                  <a:cubicBezTo>
                    <a:pt x="240" y="612"/>
                    <a:pt x="240" y="612"/>
                    <a:pt x="240" y="612"/>
                  </a:cubicBezTo>
                  <a:cubicBezTo>
                    <a:pt x="240" y="613"/>
                    <a:pt x="240" y="613"/>
                    <a:pt x="240" y="613"/>
                  </a:cubicBezTo>
                  <a:cubicBezTo>
                    <a:pt x="241" y="614"/>
                    <a:pt x="241" y="614"/>
                    <a:pt x="241" y="614"/>
                  </a:cubicBezTo>
                  <a:cubicBezTo>
                    <a:pt x="241" y="615"/>
                    <a:pt x="241" y="615"/>
                    <a:pt x="241" y="615"/>
                  </a:cubicBezTo>
                  <a:cubicBezTo>
                    <a:pt x="242" y="615"/>
                    <a:pt x="242" y="615"/>
                    <a:pt x="242" y="615"/>
                  </a:cubicBezTo>
                  <a:cubicBezTo>
                    <a:pt x="242" y="616"/>
                    <a:pt x="242" y="616"/>
                    <a:pt x="242" y="616"/>
                  </a:cubicBezTo>
                  <a:cubicBezTo>
                    <a:pt x="243" y="617"/>
                    <a:pt x="243" y="617"/>
                    <a:pt x="243" y="617"/>
                  </a:cubicBezTo>
                  <a:cubicBezTo>
                    <a:pt x="243" y="617"/>
                    <a:pt x="243" y="617"/>
                    <a:pt x="243" y="617"/>
                  </a:cubicBezTo>
                  <a:cubicBezTo>
                    <a:pt x="243" y="618"/>
                    <a:pt x="244" y="618"/>
                    <a:pt x="244" y="618"/>
                  </a:cubicBezTo>
                  <a:lnTo>
                    <a:pt x="244" y="672"/>
                  </a:lnTo>
                  <a:close/>
                  <a:moveTo>
                    <a:pt x="213" y="453"/>
                  </a:moveTo>
                  <a:cubicBezTo>
                    <a:pt x="220" y="445"/>
                    <a:pt x="225" y="435"/>
                    <a:pt x="227" y="425"/>
                  </a:cubicBezTo>
                  <a:cubicBezTo>
                    <a:pt x="227" y="471"/>
                    <a:pt x="227" y="471"/>
                    <a:pt x="227" y="471"/>
                  </a:cubicBezTo>
                  <a:cubicBezTo>
                    <a:pt x="226" y="472"/>
                    <a:pt x="225" y="473"/>
                    <a:pt x="224" y="475"/>
                  </a:cubicBezTo>
                  <a:cubicBezTo>
                    <a:pt x="225" y="479"/>
                    <a:pt x="226" y="483"/>
                    <a:pt x="227" y="488"/>
                  </a:cubicBezTo>
                  <a:cubicBezTo>
                    <a:pt x="227" y="578"/>
                    <a:pt x="227" y="578"/>
                    <a:pt x="227" y="578"/>
                  </a:cubicBezTo>
                  <a:cubicBezTo>
                    <a:pt x="225" y="576"/>
                    <a:pt x="221" y="579"/>
                    <a:pt x="222" y="583"/>
                  </a:cubicBezTo>
                  <a:cubicBezTo>
                    <a:pt x="222" y="583"/>
                    <a:pt x="222" y="584"/>
                    <a:pt x="222" y="584"/>
                  </a:cubicBezTo>
                  <a:cubicBezTo>
                    <a:pt x="223" y="584"/>
                    <a:pt x="223" y="584"/>
                    <a:pt x="223" y="584"/>
                  </a:cubicBezTo>
                  <a:cubicBezTo>
                    <a:pt x="223" y="585"/>
                    <a:pt x="223" y="585"/>
                    <a:pt x="223" y="585"/>
                  </a:cubicBezTo>
                  <a:cubicBezTo>
                    <a:pt x="223" y="586"/>
                    <a:pt x="223" y="586"/>
                    <a:pt x="223" y="586"/>
                  </a:cubicBezTo>
                  <a:cubicBezTo>
                    <a:pt x="224" y="587"/>
                    <a:pt x="224" y="587"/>
                    <a:pt x="224" y="587"/>
                  </a:cubicBezTo>
                  <a:cubicBezTo>
                    <a:pt x="224" y="588"/>
                    <a:pt x="224" y="588"/>
                    <a:pt x="224" y="588"/>
                  </a:cubicBezTo>
                  <a:cubicBezTo>
                    <a:pt x="225" y="588"/>
                    <a:pt x="225" y="588"/>
                    <a:pt x="225" y="588"/>
                  </a:cubicBezTo>
                  <a:cubicBezTo>
                    <a:pt x="225" y="589"/>
                    <a:pt x="225" y="589"/>
                    <a:pt x="225" y="589"/>
                  </a:cubicBezTo>
                  <a:cubicBezTo>
                    <a:pt x="226" y="590"/>
                    <a:pt x="226" y="590"/>
                    <a:pt x="226" y="590"/>
                  </a:cubicBezTo>
                  <a:cubicBezTo>
                    <a:pt x="226" y="591"/>
                    <a:pt x="226" y="591"/>
                    <a:pt x="226" y="591"/>
                  </a:cubicBezTo>
                  <a:cubicBezTo>
                    <a:pt x="226" y="591"/>
                    <a:pt x="227" y="592"/>
                    <a:pt x="227" y="592"/>
                  </a:cubicBezTo>
                  <a:cubicBezTo>
                    <a:pt x="227" y="672"/>
                    <a:pt x="227" y="672"/>
                    <a:pt x="227" y="672"/>
                  </a:cubicBezTo>
                  <a:cubicBezTo>
                    <a:pt x="213" y="672"/>
                    <a:pt x="213" y="672"/>
                    <a:pt x="213" y="672"/>
                  </a:cubicBezTo>
                  <a:cubicBezTo>
                    <a:pt x="213" y="564"/>
                    <a:pt x="213" y="564"/>
                    <a:pt x="213" y="564"/>
                  </a:cubicBezTo>
                  <a:cubicBezTo>
                    <a:pt x="214" y="565"/>
                    <a:pt x="214" y="565"/>
                    <a:pt x="215" y="565"/>
                  </a:cubicBezTo>
                  <a:cubicBezTo>
                    <a:pt x="218" y="564"/>
                    <a:pt x="219" y="561"/>
                    <a:pt x="218" y="559"/>
                  </a:cubicBezTo>
                  <a:cubicBezTo>
                    <a:pt x="218" y="558"/>
                    <a:pt x="218" y="558"/>
                    <a:pt x="218" y="558"/>
                  </a:cubicBezTo>
                  <a:cubicBezTo>
                    <a:pt x="217" y="558"/>
                    <a:pt x="217" y="558"/>
                    <a:pt x="217" y="558"/>
                  </a:cubicBezTo>
                  <a:cubicBezTo>
                    <a:pt x="217" y="557"/>
                    <a:pt x="217" y="557"/>
                    <a:pt x="217" y="557"/>
                  </a:cubicBezTo>
                  <a:cubicBezTo>
                    <a:pt x="217" y="556"/>
                    <a:pt x="217" y="556"/>
                    <a:pt x="217" y="556"/>
                  </a:cubicBezTo>
                  <a:cubicBezTo>
                    <a:pt x="216" y="555"/>
                    <a:pt x="216" y="555"/>
                    <a:pt x="216" y="555"/>
                  </a:cubicBezTo>
                  <a:cubicBezTo>
                    <a:pt x="216" y="554"/>
                    <a:pt x="216" y="554"/>
                    <a:pt x="216" y="554"/>
                  </a:cubicBezTo>
                  <a:cubicBezTo>
                    <a:pt x="216" y="554"/>
                    <a:pt x="216" y="554"/>
                    <a:pt x="216" y="554"/>
                  </a:cubicBezTo>
                  <a:cubicBezTo>
                    <a:pt x="215" y="553"/>
                    <a:pt x="215" y="553"/>
                    <a:pt x="215" y="553"/>
                  </a:cubicBezTo>
                  <a:cubicBezTo>
                    <a:pt x="215" y="552"/>
                    <a:pt x="215" y="552"/>
                    <a:pt x="215" y="552"/>
                  </a:cubicBezTo>
                  <a:cubicBezTo>
                    <a:pt x="215" y="552"/>
                    <a:pt x="215" y="552"/>
                    <a:pt x="215" y="552"/>
                  </a:cubicBezTo>
                  <a:cubicBezTo>
                    <a:pt x="214" y="551"/>
                    <a:pt x="214" y="550"/>
                    <a:pt x="213" y="550"/>
                  </a:cubicBezTo>
                  <a:cubicBezTo>
                    <a:pt x="213" y="453"/>
                    <a:pt x="213" y="453"/>
                    <a:pt x="213" y="453"/>
                  </a:cubicBezTo>
                  <a:close/>
                  <a:moveTo>
                    <a:pt x="227" y="407"/>
                  </a:moveTo>
                  <a:cubicBezTo>
                    <a:pt x="222" y="403"/>
                    <a:pt x="218" y="398"/>
                    <a:pt x="213" y="393"/>
                  </a:cubicBezTo>
                  <a:cubicBezTo>
                    <a:pt x="213" y="362"/>
                    <a:pt x="213" y="362"/>
                    <a:pt x="213" y="362"/>
                  </a:cubicBezTo>
                  <a:cubicBezTo>
                    <a:pt x="217" y="368"/>
                    <a:pt x="222" y="374"/>
                    <a:pt x="227" y="380"/>
                  </a:cubicBezTo>
                  <a:cubicBezTo>
                    <a:pt x="227" y="407"/>
                    <a:pt x="227" y="407"/>
                    <a:pt x="227" y="407"/>
                  </a:cubicBezTo>
                  <a:close/>
                  <a:moveTo>
                    <a:pt x="213" y="35"/>
                  </a:moveTo>
                  <a:cubicBezTo>
                    <a:pt x="218" y="33"/>
                    <a:pt x="222" y="31"/>
                    <a:pt x="227" y="29"/>
                  </a:cubicBezTo>
                  <a:cubicBezTo>
                    <a:pt x="227" y="110"/>
                    <a:pt x="227" y="110"/>
                    <a:pt x="227" y="110"/>
                  </a:cubicBezTo>
                  <a:cubicBezTo>
                    <a:pt x="222" y="114"/>
                    <a:pt x="218" y="119"/>
                    <a:pt x="213" y="125"/>
                  </a:cubicBezTo>
                  <a:lnTo>
                    <a:pt x="213" y="35"/>
                  </a:lnTo>
                  <a:close/>
                  <a:moveTo>
                    <a:pt x="201" y="463"/>
                  </a:moveTo>
                  <a:cubicBezTo>
                    <a:pt x="206" y="460"/>
                    <a:pt x="210" y="457"/>
                    <a:pt x="213" y="453"/>
                  </a:cubicBezTo>
                  <a:cubicBezTo>
                    <a:pt x="213" y="550"/>
                    <a:pt x="213" y="550"/>
                    <a:pt x="213" y="550"/>
                  </a:cubicBezTo>
                  <a:cubicBezTo>
                    <a:pt x="211" y="549"/>
                    <a:pt x="207" y="551"/>
                    <a:pt x="208" y="555"/>
                  </a:cubicBezTo>
                  <a:cubicBezTo>
                    <a:pt x="208" y="555"/>
                    <a:pt x="208" y="555"/>
                    <a:pt x="208" y="555"/>
                  </a:cubicBezTo>
                  <a:cubicBezTo>
                    <a:pt x="208" y="556"/>
                    <a:pt x="208" y="556"/>
                    <a:pt x="208" y="556"/>
                  </a:cubicBezTo>
                  <a:cubicBezTo>
                    <a:pt x="208" y="556"/>
                    <a:pt x="208" y="556"/>
                    <a:pt x="208" y="556"/>
                  </a:cubicBezTo>
                  <a:cubicBezTo>
                    <a:pt x="209" y="557"/>
                    <a:pt x="209" y="557"/>
                    <a:pt x="209" y="557"/>
                  </a:cubicBezTo>
                  <a:cubicBezTo>
                    <a:pt x="209" y="558"/>
                    <a:pt x="209" y="558"/>
                    <a:pt x="209" y="558"/>
                  </a:cubicBezTo>
                  <a:cubicBezTo>
                    <a:pt x="210" y="559"/>
                    <a:pt x="210" y="559"/>
                    <a:pt x="210" y="559"/>
                  </a:cubicBezTo>
                  <a:cubicBezTo>
                    <a:pt x="210" y="560"/>
                    <a:pt x="210" y="560"/>
                    <a:pt x="210" y="560"/>
                  </a:cubicBezTo>
                  <a:cubicBezTo>
                    <a:pt x="210" y="560"/>
                    <a:pt x="210" y="560"/>
                    <a:pt x="210" y="560"/>
                  </a:cubicBezTo>
                  <a:cubicBezTo>
                    <a:pt x="211" y="561"/>
                    <a:pt x="211" y="561"/>
                    <a:pt x="211" y="561"/>
                  </a:cubicBezTo>
                  <a:cubicBezTo>
                    <a:pt x="211" y="562"/>
                    <a:pt x="211" y="562"/>
                    <a:pt x="211" y="562"/>
                  </a:cubicBezTo>
                  <a:cubicBezTo>
                    <a:pt x="211" y="562"/>
                    <a:pt x="211" y="562"/>
                    <a:pt x="211" y="562"/>
                  </a:cubicBezTo>
                  <a:cubicBezTo>
                    <a:pt x="212" y="563"/>
                    <a:pt x="212" y="564"/>
                    <a:pt x="213" y="564"/>
                  </a:cubicBezTo>
                  <a:cubicBezTo>
                    <a:pt x="213" y="672"/>
                    <a:pt x="213" y="672"/>
                    <a:pt x="213" y="672"/>
                  </a:cubicBezTo>
                  <a:cubicBezTo>
                    <a:pt x="201" y="672"/>
                    <a:pt x="201" y="672"/>
                    <a:pt x="201" y="672"/>
                  </a:cubicBezTo>
                  <a:cubicBezTo>
                    <a:pt x="201" y="535"/>
                    <a:pt x="201" y="535"/>
                    <a:pt x="201" y="535"/>
                  </a:cubicBezTo>
                  <a:cubicBezTo>
                    <a:pt x="202" y="536"/>
                    <a:pt x="202" y="536"/>
                    <a:pt x="203" y="536"/>
                  </a:cubicBezTo>
                  <a:cubicBezTo>
                    <a:pt x="205" y="535"/>
                    <a:pt x="207" y="533"/>
                    <a:pt x="206" y="530"/>
                  </a:cubicBezTo>
                  <a:cubicBezTo>
                    <a:pt x="206" y="530"/>
                    <a:pt x="206" y="530"/>
                    <a:pt x="206" y="530"/>
                  </a:cubicBezTo>
                  <a:cubicBezTo>
                    <a:pt x="206" y="529"/>
                    <a:pt x="206" y="529"/>
                    <a:pt x="206" y="529"/>
                  </a:cubicBezTo>
                  <a:cubicBezTo>
                    <a:pt x="205" y="529"/>
                    <a:pt x="205" y="529"/>
                    <a:pt x="205" y="529"/>
                  </a:cubicBezTo>
                  <a:cubicBezTo>
                    <a:pt x="205" y="528"/>
                    <a:pt x="205" y="528"/>
                    <a:pt x="205" y="528"/>
                  </a:cubicBezTo>
                  <a:cubicBezTo>
                    <a:pt x="205" y="527"/>
                    <a:pt x="205" y="527"/>
                    <a:pt x="205" y="527"/>
                  </a:cubicBezTo>
                  <a:cubicBezTo>
                    <a:pt x="205" y="527"/>
                    <a:pt x="205" y="527"/>
                    <a:pt x="205" y="527"/>
                  </a:cubicBezTo>
                  <a:cubicBezTo>
                    <a:pt x="204" y="526"/>
                    <a:pt x="204" y="526"/>
                    <a:pt x="204" y="526"/>
                  </a:cubicBezTo>
                  <a:cubicBezTo>
                    <a:pt x="204" y="525"/>
                    <a:pt x="204" y="525"/>
                    <a:pt x="204" y="525"/>
                  </a:cubicBezTo>
                  <a:cubicBezTo>
                    <a:pt x="204" y="525"/>
                    <a:pt x="204" y="525"/>
                    <a:pt x="204" y="525"/>
                  </a:cubicBezTo>
                  <a:cubicBezTo>
                    <a:pt x="204" y="524"/>
                    <a:pt x="204" y="524"/>
                    <a:pt x="204" y="524"/>
                  </a:cubicBezTo>
                  <a:cubicBezTo>
                    <a:pt x="203" y="523"/>
                    <a:pt x="203" y="523"/>
                    <a:pt x="203" y="523"/>
                  </a:cubicBezTo>
                  <a:cubicBezTo>
                    <a:pt x="203" y="523"/>
                    <a:pt x="203" y="523"/>
                    <a:pt x="203" y="523"/>
                  </a:cubicBezTo>
                  <a:cubicBezTo>
                    <a:pt x="203" y="522"/>
                    <a:pt x="202" y="521"/>
                    <a:pt x="201" y="520"/>
                  </a:cubicBezTo>
                  <a:cubicBezTo>
                    <a:pt x="201" y="463"/>
                    <a:pt x="201" y="463"/>
                    <a:pt x="201" y="463"/>
                  </a:cubicBezTo>
                  <a:close/>
                  <a:moveTo>
                    <a:pt x="213" y="393"/>
                  </a:moveTo>
                  <a:cubicBezTo>
                    <a:pt x="209" y="388"/>
                    <a:pt x="205" y="383"/>
                    <a:pt x="201" y="378"/>
                  </a:cubicBezTo>
                  <a:cubicBezTo>
                    <a:pt x="201" y="343"/>
                    <a:pt x="201" y="343"/>
                    <a:pt x="201" y="343"/>
                  </a:cubicBezTo>
                  <a:cubicBezTo>
                    <a:pt x="205" y="350"/>
                    <a:pt x="209" y="356"/>
                    <a:pt x="213" y="362"/>
                  </a:cubicBezTo>
                  <a:cubicBezTo>
                    <a:pt x="213" y="393"/>
                    <a:pt x="213" y="393"/>
                    <a:pt x="213" y="393"/>
                  </a:cubicBezTo>
                  <a:close/>
                  <a:moveTo>
                    <a:pt x="201" y="42"/>
                  </a:moveTo>
                  <a:cubicBezTo>
                    <a:pt x="205" y="39"/>
                    <a:pt x="209" y="37"/>
                    <a:pt x="213" y="35"/>
                  </a:cubicBezTo>
                  <a:cubicBezTo>
                    <a:pt x="213" y="125"/>
                    <a:pt x="213" y="125"/>
                    <a:pt x="213" y="125"/>
                  </a:cubicBezTo>
                  <a:cubicBezTo>
                    <a:pt x="211" y="128"/>
                    <a:pt x="210" y="131"/>
                    <a:pt x="208" y="134"/>
                  </a:cubicBezTo>
                  <a:cubicBezTo>
                    <a:pt x="205" y="139"/>
                    <a:pt x="203" y="145"/>
                    <a:pt x="201" y="150"/>
                  </a:cubicBezTo>
                  <a:cubicBezTo>
                    <a:pt x="201" y="42"/>
                    <a:pt x="201" y="42"/>
                    <a:pt x="201" y="42"/>
                  </a:cubicBezTo>
                  <a:close/>
                  <a:moveTo>
                    <a:pt x="201" y="296"/>
                  </a:moveTo>
                  <a:cubicBezTo>
                    <a:pt x="201" y="256"/>
                    <a:pt x="201" y="256"/>
                    <a:pt x="201" y="256"/>
                  </a:cubicBezTo>
                  <a:cubicBezTo>
                    <a:pt x="204" y="268"/>
                    <a:pt x="208" y="280"/>
                    <a:pt x="212" y="290"/>
                  </a:cubicBezTo>
                  <a:cubicBezTo>
                    <a:pt x="215" y="299"/>
                    <a:pt x="208" y="301"/>
                    <a:pt x="201" y="296"/>
                  </a:cubicBezTo>
                  <a:close/>
                  <a:moveTo>
                    <a:pt x="193" y="469"/>
                  </a:moveTo>
                  <a:cubicBezTo>
                    <a:pt x="196" y="467"/>
                    <a:pt x="199" y="465"/>
                    <a:pt x="201" y="463"/>
                  </a:cubicBezTo>
                  <a:cubicBezTo>
                    <a:pt x="201" y="520"/>
                    <a:pt x="201" y="520"/>
                    <a:pt x="201" y="520"/>
                  </a:cubicBezTo>
                  <a:cubicBezTo>
                    <a:pt x="199" y="519"/>
                    <a:pt x="195" y="522"/>
                    <a:pt x="196" y="525"/>
                  </a:cubicBezTo>
                  <a:cubicBezTo>
                    <a:pt x="196" y="525"/>
                    <a:pt x="196" y="525"/>
                    <a:pt x="196" y="525"/>
                  </a:cubicBezTo>
                  <a:cubicBezTo>
                    <a:pt x="196" y="526"/>
                    <a:pt x="196" y="526"/>
                    <a:pt x="196" y="526"/>
                  </a:cubicBezTo>
                  <a:cubicBezTo>
                    <a:pt x="197" y="527"/>
                    <a:pt x="197" y="527"/>
                    <a:pt x="197" y="527"/>
                  </a:cubicBezTo>
                  <a:cubicBezTo>
                    <a:pt x="197" y="527"/>
                    <a:pt x="197" y="527"/>
                    <a:pt x="197" y="527"/>
                  </a:cubicBezTo>
                  <a:cubicBezTo>
                    <a:pt x="197" y="528"/>
                    <a:pt x="197" y="528"/>
                    <a:pt x="197" y="528"/>
                  </a:cubicBezTo>
                  <a:cubicBezTo>
                    <a:pt x="197" y="529"/>
                    <a:pt x="197" y="529"/>
                    <a:pt x="197" y="529"/>
                  </a:cubicBezTo>
                  <a:cubicBezTo>
                    <a:pt x="198" y="529"/>
                    <a:pt x="198" y="529"/>
                    <a:pt x="198" y="529"/>
                  </a:cubicBezTo>
                  <a:cubicBezTo>
                    <a:pt x="198" y="530"/>
                    <a:pt x="198" y="530"/>
                    <a:pt x="198" y="530"/>
                  </a:cubicBezTo>
                  <a:cubicBezTo>
                    <a:pt x="198" y="531"/>
                    <a:pt x="198" y="531"/>
                    <a:pt x="198" y="531"/>
                  </a:cubicBezTo>
                  <a:cubicBezTo>
                    <a:pt x="198" y="532"/>
                    <a:pt x="198" y="532"/>
                    <a:pt x="198" y="532"/>
                  </a:cubicBezTo>
                  <a:cubicBezTo>
                    <a:pt x="199" y="532"/>
                    <a:pt x="199" y="532"/>
                    <a:pt x="199" y="532"/>
                  </a:cubicBezTo>
                  <a:cubicBezTo>
                    <a:pt x="199" y="533"/>
                    <a:pt x="199" y="533"/>
                    <a:pt x="199" y="533"/>
                  </a:cubicBezTo>
                  <a:cubicBezTo>
                    <a:pt x="199" y="533"/>
                    <a:pt x="199" y="533"/>
                    <a:pt x="199" y="533"/>
                  </a:cubicBezTo>
                  <a:cubicBezTo>
                    <a:pt x="199" y="534"/>
                    <a:pt x="200" y="535"/>
                    <a:pt x="201" y="535"/>
                  </a:cubicBezTo>
                  <a:cubicBezTo>
                    <a:pt x="201" y="672"/>
                    <a:pt x="201" y="672"/>
                    <a:pt x="201" y="672"/>
                  </a:cubicBezTo>
                  <a:cubicBezTo>
                    <a:pt x="193" y="672"/>
                    <a:pt x="193" y="672"/>
                    <a:pt x="193" y="672"/>
                  </a:cubicBezTo>
                  <a:cubicBezTo>
                    <a:pt x="193" y="505"/>
                    <a:pt x="193" y="505"/>
                    <a:pt x="193" y="505"/>
                  </a:cubicBezTo>
                  <a:cubicBezTo>
                    <a:pt x="195" y="505"/>
                    <a:pt x="197" y="504"/>
                    <a:pt x="197" y="502"/>
                  </a:cubicBezTo>
                  <a:cubicBezTo>
                    <a:pt x="197" y="501"/>
                    <a:pt x="197" y="501"/>
                    <a:pt x="197" y="500"/>
                  </a:cubicBezTo>
                  <a:cubicBezTo>
                    <a:pt x="197" y="500"/>
                    <a:pt x="197" y="500"/>
                    <a:pt x="197" y="500"/>
                  </a:cubicBezTo>
                  <a:cubicBezTo>
                    <a:pt x="197" y="500"/>
                    <a:pt x="197" y="500"/>
                    <a:pt x="197" y="500"/>
                  </a:cubicBezTo>
                  <a:cubicBezTo>
                    <a:pt x="197" y="499"/>
                    <a:pt x="197" y="499"/>
                    <a:pt x="197" y="499"/>
                  </a:cubicBezTo>
                  <a:cubicBezTo>
                    <a:pt x="197" y="499"/>
                    <a:pt x="197" y="499"/>
                    <a:pt x="197" y="499"/>
                  </a:cubicBezTo>
                  <a:cubicBezTo>
                    <a:pt x="197" y="498"/>
                    <a:pt x="197" y="498"/>
                    <a:pt x="197" y="498"/>
                  </a:cubicBezTo>
                  <a:cubicBezTo>
                    <a:pt x="197" y="498"/>
                    <a:pt x="197" y="498"/>
                    <a:pt x="197" y="498"/>
                  </a:cubicBezTo>
                  <a:cubicBezTo>
                    <a:pt x="197" y="497"/>
                    <a:pt x="197" y="497"/>
                    <a:pt x="197" y="497"/>
                  </a:cubicBezTo>
                  <a:cubicBezTo>
                    <a:pt x="197" y="497"/>
                    <a:pt x="197" y="497"/>
                    <a:pt x="197" y="497"/>
                  </a:cubicBezTo>
                  <a:cubicBezTo>
                    <a:pt x="197" y="496"/>
                    <a:pt x="197" y="496"/>
                    <a:pt x="197" y="496"/>
                  </a:cubicBezTo>
                  <a:cubicBezTo>
                    <a:pt x="197" y="496"/>
                    <a:pt x="197" y="496"/>
                    <a:pt x="197" y="496"/>
                  </a:cubicBezTo>
                  <a:cubicBezTo>
                    <a:pt x="197" y="496"/>
                    <a:pt x="197" y="496"/>
                    <a:pt x="197" y="496"/>
                  </a:cubicBezTo>
                  <a:cubicBezTo>
                    <a:pt x="196" y="495"/>
                    <a:pt x="196" y="495"/>
                    <a:pt x="196" y="495"/>
                  </a:cubicBezTo>
                  <a:cubicBezTo>
                    <a:pt x="196" y="495"/>
                    <a:pt x="196" y="495"/>
                    <a:pt x="196" y="495"/>
                  </a:cubicBezTo>
                  <a:cubicBezTo>
                    <a:pt x="196" y="494"/>
                    <a:pt x="196" y="494"/>
                    <a:pt x="196" y="494"/>
                  </a:cubicBezTo>
                  <a:cubicBezTo>
                    <a:pt x="196" y="494"/>
                    <a:pt x="196" y="494"/>
                    <a:pt x="196" y="494"/>
                  </a:cubicBezTo>
                  <a:cubicBezTo>
                    <a:pt x="196" y="493"/>
                    <a:pt x="196" y="493"/>
                    <a:pt x="196" y="493"/>
                  </a:cubicBezTo>
                  <a:cubicBezTo>
                    <a:pt x="196" y="493"/>
                    <a:pt x="196" y="493"/>
                    <a:pt x="196" y="493"/>
                  </a:cubicBezTo>
                  <a:cubicBezTo>
                    <a:pt x="196" y="491"/>
                    <a:pt x="195" y="490"/>
                    <a:pt x="193" y="489"/>
                  </a:cubicBezTo>
                  <a:cubicBezTo>
                    <a:pt x="193" y="469"/>
                    <a:pt x="193" y="469"/>
                    <a:pt x="193" y="469"/>
                  </a:cubicBezTo>
                  <a:close/>
                  <a:moveTo>
                    <a:pt x="201" y="378"/>
                  </a:moveTo>
                  <a:cubicBezTo>
                    <a:pt x="198" y="375"/>
                    <a:pt x="196" y="371"/>
                    <a:pt x="193" y="367"/>
                  </a:cubicBezTo>
                  <a:cubicBezTo>
                    <a:pt x="193" y="327"/>
                    <a:pt x="193" y="327"/>
                    <a:pt x="193" y="327"/>
                  </a:cubicBezTo>
                  <a:cubicBezTo>
                    <a:pt x="196" y="333"/>
                    <a:pt x="198" y="338"/>
                    <a:pt x="201" y="343"/>
                  </a:cubicBezTo>
                  <a:cubicBezTo>
                    <a:pt x="201" y="378"/>
                    <a:pt x="201" y="378"/>
                    <a:pt x="201" y="378"/>
                  </a:cubicBezTo>
                  <a:close/>
                  <a:moveTo>
                    <a:pt x="193" y="47"/>
                  </a:moveTo>
                  <a:cubicBezTo>
                    <a:pt x="196" y="45"/>
                    <a:pt x="198" y="43"/>
                    <a:pt x="201" y="42"/>
                  </a:cubicBezTo>
                  <a:cubicBezTo>
                    <a:pt x="201" y="150"/>
                    <a:pt x="201" y="150"/>
                    <a:pt x="201" y="150"/>
                  </a:cubicBezTo>
                  <a:cubicBezTo>
                    <a:pt x="190" y="184"/>
                    <a:pt x="193" y="223"/>
                    <a:pt x="201" y="256"/>
                  </a:cubicBezTo>
                  <a:cubicBezTo>
                    <a:pt x="201" y="296"/>
                    <a:pt x="201" y="296"/>
                    <a:pt x="201" y="296"/>
                  </a:cubicBezTo>
                  <a:cubicBezTo>
                    <a:pt x="198" y="293"/>
                    <a:pt x="195" y="289"/>
                    <a:pt x="193" y="285"/>
                  </a:cubicBezTo>
                  <a:lnTo>
                    <a:pt x="193" y="47"/>
                  </a:lnTo>
                  <a:close/>
                  <a:moveTo>
                    <a:pt x="24" y="672"/>
                  </a:moveTo>
                  <a:cubicBezTo>
                    <a:pt x="11" y="651"/>
                    <a:pt x="3" y="629"/>
                    <a:pt x="3" y="609"/>
                  </a:cubicBezTo>
                  <a:cubicBezTo>
                    <a:pt x="0" y="514"/>
                    <a:pt x="107" y="505"/>
                    <a:pt x="182" y="474"/>
                  </a:cubicBezTo>
                  <a:cubicBezTo>
                    <a:pt x="186" y="472"/>
                    <a:pt x="190" y="470"/>
                    <a:pt x="193" y="469"/>
                  </a:cubicBezTo>
                  <a:cubicBezTo>
                    <a:pt x="193" y="489"/>
                    <a:pt x="193" y="489"/>
                    <a:pt x="193" y="489"/>
                  </a:cubicBezTo>
                  <a:cubicBezTo>
                    <a:pt x="193" y="489"/>
                    <a:pt x="192" y="489"/>
                    <a:pt x="192" y="489"/>
                  </a:cubicBezTo>
                  <a:cubicBezTo>
                    <a:pt x="190" y="490"/>
                    <a:pt x="189" y="492"/>
                    <a:pt x="189" y="494"/>
                  </a:cubicBezTo>
                  <a:cubicBezTo>
                    <a:pt x="189" y="494"/>
                    <a:pt x="189" y="494"/>
                    <a:pt x="189" y="494"/>
                  </a:cubicBezTo>
                  <a:cubicBezTo>
                    <a:pt x="189" y="495"/>
                    <a:pt x="189" y="495"/>
                    <a:pt x="189" y="495"/>
                  </a:cubicBezTo>
                  <a:cubicBezTo>
                    <a:pt x="189" y="495"/>
                    <a:pt x="189" y="495"/>
                    <a:pt x="189" y="495"/>
                  </a:cubicBezTo>
                  <a:cubicBezTo>
                    <a:pt x="189" y="496"/>
                    <a:pt x="189" y="496"/>
                    <a:pt x="189" y="496"/>
                  </a:cubicBezTo>
                  <a:cubicBezTo>
                    <a:pt x="189" y="496"/>
                    <a:pt x="189" y="496"/>
                    <a:pt x="189" y="496"/>
                  </a:cubicBezTo>
                  <a:cubicBezTo>
                    <a:pt x="189" y="497"/>
                    <a:pt x="189" y="497"/>
                    <a:pt x="189" y="497"/>
                  </a:cubicBezTo>
                  <a:cubicBezTo>
                    <a:pt x="189" y="497"/>
                    <a:pt x="189" y="497"/>
                    <a:pt x="189" y="497"/>
                  </a:cubicBezTo>
                  <a:cubicBezTo>
                    <a:pt x="189" y="498"/>
                    <a:pt x="189" y="498"/>
                    <a:pt x="189" y="498"/>
                  </a:cubicBezTo>
                  <a:cubicBezTo>
                    <a:pt x="189" y="498"/>
                    <a:pt x="189" y="498"/>
                    <a:pt x="189" y="498"/>
                  </a:cubicBezTo>
                  <a:cubicBezTo>
                    <a:pt x="189" y="499"/>
                    <a:pt x="189" y="499"/>
                    <a:pt x="189" y="499"/>
                  </a:cubicBezTo>
                  <a:cubicBezTo>
                    <a:pt x="189" y="499"/>
                    <a:pt x="189" y="499"/>
                    <a:pt x="189" y="499"/>
                  </a:cubicBezTo>
                  <a:cubicBezTo>
                    <a:pt x="190" y="500"/>
                    <a:pt x="190" y="500"/>
                    <a:pt x="190" y="500"/>
                  </a:cubicBezTo>
                  <a:cubicBezTo>
                    <a:pt x="190" y="500"/>
                    <a:pt x="190" y="500"/>
                    <a:pt x="190" y="500"/>
                  </a:cubicBezTo>
                  <a:cubicBezTo>
                    <a:pt x="190" y="501"/>
                    <a:pt x="190" y="501"/>
                    <a:pt x="190" y="501"/>
                  </a:cubicBezTo>
                  <a:cubicBezTo>
                    <a:pt x="190" y="501"/>
                    <a:pt x="190" y="501"/>
                    <a:pt x="190" y="501"/>
                  </a:cubicBezTo>
                  <a:cubicBezTo>
                    <a:pt x="190" y="502"/>
                    <a:pt x="190" y="502"/>
                    <a:pt x="190" y="502"/>
                  </a:cubicBezTo>
                  <a:cubicBezTo>
                    <a:pt x="190" y="502"/>
                    <a:pt x="190" y="502"/>
                    <a:pt x="190" y="502"/>
                  </a:cubicBezTo>
                  <a:cubicBezTo>
                    <a:pt x="190" y="504"/>
                    <a:pt x="192" y="505"/>
                    <a:pt x="193" y="505"/>
                  </a:cubicBezTo>
                  <a:cubicBezTo>
                    <a:pt x="193" y="672"/>
                    <a:pt x="193" y="672"/>
                    <a:pt x="193" y="672"/>
                  </a:cubicBezTo>
                  <a:cubicBezTo>
                    <a:pt x="24" y="672"/>
                    <a:pt x="24" y="672"/>
                    <a:pt x="24" y="672"/>
                  </a:cubicBezTo>
                  <a:close/>
                  <a:moveTo>
                    <a:pt x="193" y="367"/>
                  </a:moveTo>
                  <a:cubicBezTo>
                    <a:pt x="187" y="358"/>
                    <a:pt x="182" y="348"/>
                    <a:pt x="177" y="337"/>
                  </a:cubicBezTo>
                  <a:cubicBezTo>
                    <a:pt x="167" y="334"/>
                    <a:pt x="159" y="327"/>
                    <a:pt x="152" y="318"/>
                  </a:cubicBezTo>
                  <a:cubicBezTo>
                    <a:pt x="144" y="307"/>
                    <a:pt x="138" y="293"/>
                    <a:pt x="135" y="277"/>
                  </a:cubicBezTo>
                  <a:cubicBezTo>
                    <a:pt x="132" y="262"/>
                    <a:pt x="131" y="246"/>
                    <a:pt x="133" y="231"/>
                  </a:cubicBezTo>
                  <a:cubicBezTo>
                    <a:pt x="136" y="216"/>
                    <a:pt x="141" y="202"/>
                    <a:pt x="149" y="191"/>
                  </a:cubicBezTo>
                  <a:cubicBezTo>
                    <a:pt x="142" y="158"/>
                    <a:pt x="148" y="85"/>
                    <a:pt x="193" y="47"/>
                  </a:cubicBezTo>
                  <a:cubicBezTo>
                    <a:pt x="193" y="285"/>
                    <a:pt x="193" y="285"/>
                    <a:pt x="193" y="285"/>
                  </a:cubicBezTo>
                  <a:cubicBezTo>
                    <a:pt x="192" y="281"/>
                    <a:pt x="191" y="278"/>
                    <a:pt x="191" y="273"/>
                  </a:cubicBezTo>
                  <a:cubicBezTo>
                    <a:pt x="190" y="212"/>
                    <a:pt x="151" y="177"/>
                    <a:pt x="151" y="250"/>
                  </a:cubicBezTo>
                  <a:cubicBezTo>
                    <a:pt x="151" y="283"/>
                    <a:pt x="165" y="318"/>
                    <a:pt x="191" y="322"/>
                  </a:cubicBezTo>
                  <a:cubicBezTo>
                    <a:pt x="192" y="324"/>
                    <a:pt x="192" y="326"/>
                    <a:pt x="193" y="327"/>
                  </a:cubicBezTo>
                  <a:lnTo>
                    <a:pt x="193" y="367"/>
                  </a:ln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9" name="Freeform 238"/>
            <p:cNvSpPr>
              <a:spLocks noEditPoints="1"/>
            </p:cNvSpPr>
            <p:nvPr/>
          </p:nvSpPr>
          <p:spPr bwMode="auto">
            <a:xfrm>
              <a:off x="3620" y="928"/>
              <a:ext cx="289" cy="99"/>
            </a:xfrm>
            <a:custGeom>
              <a:avLst/>
              <a:gdLst>
                <a:gd name="T0" fmla="*/ 202 w 259"/>
                <a:gd name="T1" fmla="*/ 0 h 89"/>
                <a:gd name="T2" fmla="*/ 253 w 259"/>
                <a:gd name="T3" fmla="*/ 8 h 89"/>
                <a:gd name="T4" fmla="*/ 259 w 259"/>
                <a:gd name="T5" fmla="*/ 17 h 89"/>
                <a:gd name="T6" fmla="*/ 256 w 259"/>
                <a:gd name="T7" fmla="*/ 40 h 89"/>
                <a:gd name="T8" fmla="*/ 254 w 259"/>
                <a:gd name="T9" fmla="*/ 40 h 89"/>
                <a:gd name="T10" fmla="*/ 246 w 259"/>
                <a:gd name="T11" fmla="*/ 52 h 89"/>
                <a:gd name="T12" fmla="*/ 195 w 259"/>
                <a:gd name="T13" fmla="*/ 89 h 89"/>
                <a:gd name="T14" fmla="*/ 195 w 259"/>
                <a:gd name="T15" fmla="*/ 72 h 89"/>
                <a:gd name="T16" fmla="*/ 228 w 259"/>
                <a:gd name="T17" fmla="*/ 53 h 89"/>
                <a:gd name="T18" fmla="*/ 229 w 259"/>
                <a:gd name="T19" fmla="*/ 25 h 89"/>
                <a:gd name="T20" fmla="*/ 195 w 259"/>
                <a:gd name="T21" fmla="*/ 17 h 89"/>
                <a:gd name="T22" fmla="*/ 64 w 259"/>
                <a:gd name="T23" fmla="*/ 0 h 89"/>
                <a:gd name="T24" fmla="*/ 112 w 259"/>
                <a:gd name="T25" fmla="*/ 8 h 89"/>
                <a:gd name="T26" fmla="*/ 147 w 259"/>
                <a:gd name="T27" fmla="*/ 8 h 89"/>
                <a:gd name="T28" fmla="*/ 195 w 259"/>
                <a:gd name="T29" fmla="*/ 0 h 89"/>
                <a:gd name="T30" fmla="*/ 191 w 259"/>
                <a:gd name="T31" fmla="*/ 18 h 89"/>
                <a:gd name="T32" fmla="*/ 159 w 259"/>
                <a:gd name="T33" fmla="*/ 34 h 89"/>
                <a:gd name="T34" fmla="*/ 165 w 259"/>
                <a:gd name="T35" fmla="*/ 59 h 89"/>
                <a:gd name="T36" fmla="*/ 195 w 259"/>
                <a:gd name="T37" fmla="*/ 72 h 89"/>
                <a:gd name="T38" fmla="*/ 195 w 259"/>
                <a:gd name="T39" fmla="*/ 89 h 89"/>
                <a:gd name="T40" fmla="*/ 142 w 259"/>
                <a:gd name="T41" fmla="*/ 56 h 89"/>
                <a:gd name="T42" fmla="*/ 129 w 259"/>
                <a:gd name="T43" fmla="*/ 39 h 89"/>
                <a:gd name="T44" fmla="*/ 116 w 259"/>
                <a:gd name="T45" fmla="*/ 56 h 89"/>
                <a:gd name="T46" fmla="*/ 64 w 259"/>
                <a:gd name="T47" fmla="*/ 89 h 89"/>
                <a:gd name="T48" fmla="*/ 64 w 259"/>
                <a:gd name="T49" fmla="*/ 72 h 89"/>
                <a:gd name="T50" fmla="*/ 94 w 259"/>
                <a:gd name="T51" fmla="*/ 59 h 89"/>
                <a:gd name="T52" fmla="*/ 100 w 259"/>
                <a:gd name="T53" fmla="*/ 34 h 89"/>
                <a:gd name="T54" fmla="*/ 68 w 259"/>
                <a:gd name="T55" fmla="*/ 18 h 89"/>
                <a:gd name="T56" fmla="*/ 64 w 259"/>
                <a:gd name="T57" fmla="*/ 0 h 89"/>
                <a:gd name="T58" fmla="*/ 64 w 259"/>
                <a:gd name="T59" fmla="*/ 0 h 89"/>
                <a:gd name="T60" fmla="*/ 43 w 259"/>
                <a:gd name="T61" fmla="*/ 18 h 89"/>
                <a:gd name="T62" fmla="*/ 27 w 259"/>
                <a:gd name="T63" fmla="*/ 37 h 89"/>
                <a:gd name="T64" fmla="*/ 42 w 259"/>
                <a:gd name="T65" fmla="*/ 66 h 89"/>
                <a:gd name="T66" fmla="*/ 64 w 259"/>
                <a:gd name="T67" fmla="*/ 72 h 89"/>
                <a:gd name="T68" fmla="*/ 26 w 259"/>
                <a:gd name="T69" fmla="*/ 76 h 89"/>
                <a:gd name="T70" fmla="*/ 4 w 259"/>
                <a:gd name="T71" fmla="*/ 40 h 89"/>
                <a:gd name="T72" fmla="*/ 3 w 259"/>
                <a:gd name="T73" fmla="*/ 40 h 89"/>
                <a:gd name="T74" fmla="*/ 0 w 259"/>
                <a:gd name="T75" fmla="*/ 24 h 89"/>
                <a:gd name="T76" fmla="*/ 2 w 259"/>
                <a:gd name="T77" fmla="*/ 10 h 89"/>
                <a:gd name="T78" fmla="*/ 20 w 259"/>
                <a:gd name="T79" fmla="*/ 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9" h="89">
                  <a:moveTo>
                    <a:pt x="195" y="0"/>
                  </a:moveTo>
                  <a:cubicBezTo>
                    <a:pt x="198" y="0"/>
                    <a:pt x="200" y="0"/>
                    <a:pt x="202" y="0"/>
                  </a:cubicBezTo>
                  <a:cubicBezTo>
                    <a:pt x="213" y="0"/>
                    <a:pt x="228" y="3"/>
                    <a:pt x="239" y="5"/>
                  </a:cubicBezTo>
                  <a:cubicBezTo>
                    <a:pt x="246" y="7"/>
                    <a:pt x="251" y="8"/>
                    <a:pt x="253" y="8"/>
                  </a:cubicBezTo>
                  <a:cubicBezTo>
                    <a:pt x="255" y="7"/>
                    <a:pt x="256" y="8"/>
                    <a:pt x="257" y="10"/>
                  </a:cubicBezTo>
                  <a:cubicBezTo>
                    <a:pt x="258" y="12"/>
                    <a:pt x="258" y="14"/>
                    <a:pt x="259" y="17"/>
                  </a:cubicBezTo>
                  <a:cubicBezTo>
                    <a:pt x="259" y="19"/>
                    <a:pt x="259" y="21"/>
                    <a:pt x="259" y="24"/>
                  </a:cubicBezTo>
                  <a:cubicBezTo>
                    <a:pt x="259" y="31"/>
                    <a:pt x="258" y="39"/>
                    <a:pt x="256" y="40"/>
                  </a:cubicBezTo>
                  <a:cubicBezTo>
                    <a:pt x="256" y="40"/>
                    <a:pt x="256" y="40"/>
                    <a:pt x="256" y="40"/>
                  </a:cubicBezTo>
                  <a:cubicBezTo>
                    <a:pt x="255" y="40"/>
                    <a:pt x="255" y="40"/>
                    <a:pt x="254" y="40"/>
                  </a:cubicBezTo>
                  <a:cubicBezTo>
                    <a:pt x="254" y="40"/>
                    <a:pt x="254" y="40"/>
                    <a:pt x="254" y="40"/>
                  </a:cubicBezTo>
                  <a:cubicBezTo>
                    <a:pt x="252" y="41"/>
                    <a:pt x="249" y="42"/>
                    <a:pt x="246" y="52"/>
                  </a:cubicBezTo>
                  <a:cubicBezTo>
                    <a:pt x="244" y="59"/>
                    <a:pt x="241" y="68"/>
                    <a:pt x="233" y="76"/>
                  </a:cubicBezTo>
                  <a:cubicBezTo>
                    <a:pt x="225" y="84"/>
                    <a:pt x="214" y="89"/>
                    <a:pt x="195" y="89"/>
                  </a:cubicBezTo>
                  <a:cubicBezTo>
                    <a:pt x="195" y="72"/>
                    <a:pt x="195" y="72"/>
                    <a:pt x="195" y="72"/>
                  </a:cubicBezTo>
                  <a:cubicBezTo>
                    <a:pt x="195" y="72"/>
                    <a:pt x="195" y="72"/>
                    <a:pt x="195" y="72"/>
                  </a:cubicBezTo>
                  <a:cubicBezTo>
                    <a:pt x="204" y="72"/>
                    <a:pt x="211" y="69"/>
                    <a:pt x="217" y="66"/>
                  </a:cubicBezTo>
                  <a:cubicBezTo>
                    <a:pt x="222" y="62"/>
                    <a:pt x="226" y="58"/>
                    <a:pt x="228" y="53"/>
                  </a:cubicBezTo>
                  <a:cubicBezTo>
                    <a:pt x="231" y="48"/>
                    <a:pt x="232" y="42"/>
                    <a:pt x="232" y="37"/>
                  </a:cubicBezTo>
                  <a:cubicBezTo>
                    <a:pt x="232" y="33"/>
                    <a:pt x="231" y="29"/>
                    <a:pt x="229" y="25"/>
                  </a:cubicBezTo>
                  <a:cubicBezTo>
                    <a:pt x="227" y="22"/>
                    <a:pt x="222" y="20"/>
                    <a:pt x="216" y="18"/>
                  </a:cubicBezTo>
                  <a:cubicBezTo>
                    <a:pt x="210" y="17"/>
                    <a:pt x="203" y="17"/>
                    <a:pt x="195" y="17"/>
                  </a:cubicBezTo>
                  <a:lnTo>
                    <a:pt x="195" y="0"/>
                  </a:lnTo>
                  <a:close/>
                  <a:moveTo>
                    <a:pt x="64" y="0"/>
                  </a:moveTo>
                  <a:cubicBezTo>
                    <a:pt x="71" y="0"/>
                    <a:pt x="80" y="1"/>
                    <a:pt x="89" y="3"/>
                  </a:cubicBezTo>
                  <a:cubicBezTo>
                    <a:pt x="98" y="4"/>
                    <a:pt x="107" y="6"/>
                    <a:pt x="112" y="8"/>
                  </a:cubicBezTo>
                  <a:cubicBezTo>
                    <a:pt x="117" y="11"/>
                    <a:pt x="123" y="12"/>
                    <a:pt x="129" y="12"/>
                  </a:cubicBezTo>
                  <a:cubicBezTo>
                    <a:pt x="135" y="12"/>
                    <a:pt x="141" y="11"/>
                    <a:pt x="147" y="8"/>
                  </a:cubicBezTo>
                  <a:cubicBezTo>
                    <a:pt x="152" y="6"/>
                    <a:pt x="161" y="4"/>
                    <a:pt x="170" y="3"/>
                  </a:cubicBezTo>
                  <a:cubicBezTo>
                    <a:pt x="179" y="1"/>
                    <a:pt x="188" y="0"/>
                    <a:pt x="195" y="0"/>
                  </a:cubicBezTo>
                  <a:cubicBezTo>
                    <a:pt x="195" y="17"/>
                    <a:pt x="195" y="17"/>
                    <a:pt x="195" y="17"/>
                  </a:cubicBezTo>
                  <a:cubicBezTo>
                    <a:pt x="194" y="17"/>
                    <a:pt x="192" y="18"/>
                    <a:pt x="191" y="18"/>
                  </a:cubicBezTo>
                  <a:cubicBezTo>
                    <a:pt x="182" y="19"/>
                    <a:pt x="174" y="20"/>
                    <a:pt x="168" y="23"/>
                  </a:cubicBezTo>
                  <a:cubicBezTo>
                    <a:pt x="162" y="26"/>
                    <a:pt x="159" y="29"/>
                    <a:pt x="159" y="34"/>
                  </a:cubicBezTo>
                  <a:cubicBezTo>
                    <a:pt x="159" y="35"/>
                    <a:pt x="159" y="36"/>
                    <a:pt x="159" y="38"/>
                  </a:cubicBezTo>
                  <a:cubicBezTo>
                    <a:pt x="159" y="44"/>
                    <a:pt x="161" y="52"/>
                    <a:pt x="165" y="59"/>
                  </a:cubicBezTo>
                  <a:cubicBezTo>
                    <a:pt x="170" y="65"/>
                    <a:pt x="178" y="71"/>
                    <a:pt x="190" y="72"/>
                  </a:cubicBezTo>
                  <a:cubicBezTo>
                    <a:pt x="191" y="72"/>
                    <a:pt x="193" y="72"/>
                    <a:pt x="195" y="72"/>
                  </a:cubicBezTo>
                  <a:cubicBezTo>
                    <a:pt x="195" y="89"/>
                    <a:pt x="195" y="89"/>
                    <a:pt x="195" y="89"/>
                  </a:cubicBezTo>
                  <a:cubicBezTo>
                    <a:pt x="195" y="89"/>
                    <a:pt x="195" y="89"/>
                    <a:pt x="195" y="89"/>
                  </a:cubicBezTo>
                  <a:cubicBezTo>
                    <a:pt x="161" y="89"/>
                    <a:pt x="150" y="70"/>
                    <a:pt x="144" y="60"/>
                  </a:cubicBezTo>
                  <a:cubicBezTo>
                    <a:pt x="144" y="58"/>
                    <a:pt x="143" y="57"/>
                    <a:pt x="142" y="56"/>
                  </a:cubicBezTo>
                  <a:cubicBezTo>
                    <a:pt x="141" y="54"/>
                    <a:pt x="140" y="51"/>
                    <a:pt x="138" y="48"/>
                  </a:cubicBezTo>
                  <a:cubicBezTo>
                    <a:pt x="136" y="43"/>
                    <a:pt x="135" y="39"/>
                    <a:pt x="129" y="39"/>
                  </a:cubicBezTo>
                  <a:cubicBezTo>
                    <a:pt x="124" y="39"/>
                    <a:pt x="122" y="43"/>
                    <a:pt x="120" y="48"/>
                  </a:cubicBezTo>
                  <a:cubicBezTo>
                    <a:pt x="119" y="51"/>
                    <a:pt x="118" y="54"/>
                    <a:pt x="116" y="56"/>
                  </a:cubicBezTo>
                  <a:cubicBezTo>
                    <a:pt x="116" y="57"/>
                    <a:pt x="115" y="58"/>
                    <a:pt x="115" y="60"/>
                  </a:cubicBezTo>
                  <a:cubicBezTo>
                    <a:pt x="109" y="70"/>
                    <a:pt x="98" y="89"/>
                    <a:pt x="64" y="89"/>
                  </a:cubicBezTo>
                  <a:cubicBezTo>
                    <a:pt x="64" y="89"/>
                    <a:pt x="64" y="89"/>
                    <a:pt x="64" y="89"/>
                  </a:cubicBezTo>
                  <a:cubicBezTo>
                    <a:pt x="64" y="72"/>
                    <a:pt x="64" y="72"/>
                    <a:pt x="64" y="72"/>
                  </a:cubicBezTo>
                  <a:cubicBezTo>
                    <a:pt x="66" y="72"/>
                    <a:pt x="67" y="72"/>
                    <a:pt x="69" y="72"/>
                  </a:cubicBezTo>
                  <a:cubicBezTo>
                    <a:pt x="81" y="71"/>
                    <a:pt x="89" y="65"/>
                    <a:pt x="94" y="59"/>
                  </a:cubicBezTo>
                  <a:cubicBezTo>
                    <a:pt x="98" y="52"/>
                    <a:pt x="100" y="44"/>
                    <a:pt x="100" y="38"/>
                  </a:cubicBezTo>
                  <a:cubicBezTo>
                    <a:pt x="100" y="36"/>
                    <a:pt x="100" y="35"/>
                    <a:pt x="100" y="34"/>
                  </a:cubicBezTo>
                  <a:cubicBezTo>
                    <a:pt x="100" y="29"/>
                    <a:pt x="96" y="26"/>
                    <a:pt x="91" y="23"/>
                  </a:cubicBezTo>
                  <a:cubicBezTo>
                    <a:pt x="85" y="20"/>
                    <a:pt x="77" y="19"/>
                    <a:pt x="68" y="18"/>
                  </a:cubicBezTo>
                  <a:cubicBezTo>
                    <a:pt x="66" y="18"/>
                    <a:pt x="65" y="17"/>
                    <a:pt x="64" y="17"/>
                  </a:cubicBezTo>
                  <a:lnTo>
                    <a:pt x="64" y="0"/>
                  </a:lnTo>
                  <a:close/>
                  <a:moveTo>
                    <a:pt x="57" y="0"/>
                  </a:moveTo>
                  <a:cubicBezTo>
                    <a:pt x="58" y="0"/>
                    <a:pt x="61" y="0"/>
                    <a:pt x="64" y="0"/>
                  </a:cubicBezTo>
                  <a:cubicBezTo>
                    <a:pt x="64" y="17"/>
                    <a:pt x="64" y="17"/>
                    <a:pt x="64" y="17"/>
                  </a:cubicBezTo>
                  <a:cubicBezTo>
                    <a:pt x="56" y="17"/>
                    <a:pt x="49" y="17"/>
                    <a:pt x="43" y="18"/>
                  </a:cubicBezTo>
                  <a:cubicBezTo>
                    <a:pt x="36" y="20"/>
                    <a:pt x="32" y="22"/>
                    <a:pt x="30" y="25"/>
                  </a:cubicBezTo>
                  <a:cubicBezTo>
                    <a:pt x="28" y="29"/>
                    <a:pt x="27" y="33"/>
                    <a:pt x="27" y="37"/>
                  </a:cubicBezTo>
                  <a:cubicBezTo>
                    <a:pt x="27" y="42"/>
                    <a:pt x="28" y="48"/>
                    <a:pt x="30" y="53"/>
                  </a:cubicBezTo>
                  <a:cubicBezTo>
                    <a:pt x="33" y="58"/>
                    <a:pt x="37" y="62"/>
                    <a:pt x="42" y="66"/>
                  </a:cubicBezTo>
                  <a:cubicBezTo>
                    <a:pt x="48" y="69"/>
                    <a:pt x="55" y="72"/>
                    <a:pt x="63" y="72"/>
                  </a:cubicBezTo>
                  <a:cubicBezTo>
                    <a:pt x="64" y="72"/>
                    <a:pt x="64" y="72"/>
                    <a:pt x="64" y="72"/>
                  </a:cubicBezTo>
                  <a:cubicBezTo>
                    <a:pt x="64" y="89"/>
                    <a:pt x="64" y="89"/>
                    <a:pt x="64" y="89"/>
                  </a:cubicBezTo>
                  <a:cubicBezTo>
                    <a:pt x="45" y="89"/>
                    <a:pt x="33" y="84"/>
                    <a:pt x="26" y="76"/>
                  </a:cubicBezTo>
                  <a:cubicBezTo>
                    <a:pt x="18" y="68"/>
                    <a:pt x="15" y="59"/>
                    <a:pt x="13" y="52"/>
                  </a:cubicBezTo>
                  <a:cubicBezTo>
                    <a:pt x="9" y="42"/>
                    <a:pt x="6" y="41"/>
                    <a:pt x="4" y="40"/>
                  </a:cubicBezTo>
                  <a:cubicBezTo>
                    <a:pt x="4" y="40"/>
                    <a:pt x="4" y="40"/>
                    <a:pt x="4" y="40"/>
                  </a:cubicBezTo>
                  <a:cubicBezTo>
                    <a:pt x="4" y="40"/>
                    <a:pt x="4" y="40"/>
                    <a:pt x="3" y="40"/>
                  </a:cubicBezTo>
                  <a:cubicBezTo>
                    <a:pt x="3" y="40"/>
                    <a:pt x="3" y="40"/>
                    <a:pt x="3" y="40"/>
                  </a:cubicBezTo>
                  <a:cubicBezTo>
                    <a:pt x="1" y="39"/>
                    <a:pt x="0" y="31"/>
                    <a:pt x="0" y="24"/>
                  </a:cubicBezTo>
                  <a:cubicBezTo>
                    <a:pt x="0" y="21"/>
                    <a:pt x="0" y="19"/>
                    <a:pt x="0" y="17"/>
                  </a:cubicBezTo>
                  <a:cubicBezTo>
                    <a:pt x="1" y="14"/>
                    <a:pt x="1" y="12"/>
                    <a:pt x="2" y="10"/>
                  </a:cubicBezTo>
                  <a:cubicBezTo>
                    <a:pt x="3" y="8"/>
                    <a:pt x="4" y="7"/>
                    <a:pt x="6" y="8"/>
                  </a:cubicBezTo>
                  <a:cubicBezTo>
                    <a:pt x="8" y="8"/>
                    <a:pt x="13" y="7"/>
                    <a:pt x="20" y="5"/>
                  </a:cubicBezTo>
                  <a:cubicBezTo>
                    <a:pt x="31" y="3"/>
                    <a:pt x="45" y="0"/>
                    <a:pt x="57" y="0"/>
                  </a:cubicBezTo>
                  <a:close/>
                </a:path>
              </a:pathLst>
            </a:custGeom>
            <a:solidFill>
              <a:srgbClr val="238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0" name="Freeform 239"/>
            <p:cNvSpPr>
              <a:spLocks noEditPoints="1"/>
            </p:cNvSpPr>
            <p:nvPr/>
          </p:nvSpPr>
          <p:spPr bwMode="auto">
            <a:xfrm>
              <a:off x="2564" y="978"/>
              <a:ext cx="963" cy="870"/>
            </a:xfrm>
            <a:custGeom>
              <a:avLst/>
              <a:gdLst>
                <a:gd name="T0" fmla="*/ 571 w 862"/>
                <a:gd name="T1" fmla="*/ 120 h 779"/>
                <a:gd name="T2" fmla="*/ 601 w 862"/>
                <a:gd name="T3" fmla="*/ 182 h 779"/>
                <a:gd name="T4" fmla="*/ 599 w 862"/>
                <a:gd name="T5" fmla="*/ 281 h 779"/>
                <a:gd name="T6" fmla="*/ 613 w 862"/>
                <a:gd name="T7" fmla="*/ 349 h 779"/>
                <a:gd name="T8" fmla="*/ 862 w 862"/>
                <a:gd name="T9" fmla="*/ 398 h 779"/>
                <a:gd name="T10" fmla="*/ 544 w 862"/>
                <a:gd name="T11" fmla="*/ 666 h 779"/>
                <a:gd name="T12" fmla="*/ 694 w 862"/>
                <a:gd name="T13" fmla="*/ 460 h 779"/>
                <a:gd name="T14" fmla="*/ 609 w 862"/>
                <a:gd name="T15" fmla="*/ 376 h 779"/>
                <a:gd name="T16" fmla="*/ 544 w 862"/>
                <a:gd name="T17" fmla="*/ 137 h 779"/>
                <a:gd name="T18" fmla="*/ 544 w 862"/>
                <a:gd name="T19" fmla="*/ 137 h 779"/>
                <a:gd name="T20" fmla="*/ 528 w 862"/>
                <a:gd name="T21" fmla="*/ 355 h 779"/>
                <a:gd name="T22" fmla="*/ 446 w 862"/>
                <a:gd name="T23" fmla="*/ 437 h 779"/>
                <a:gd name="T24" fmla="*/ 474 w 862"/>
                <a:gd name="T25" fmla="*/ 397 h 779"/>
                <a:gd name="T26" fmla="*/ 446 w 862"/>
                <a:gd name="T27" fmla="*/ 128 h 779"/>
                <a:gd name="T28" fmla="*/ 544 w 862"/>
                <a:gd name="T29" fmla="*/ 666 h 779"/>
                <a:gd name="T30" fmla="*/ 446 w 862"/>
                <a:gd name="T31" fmla="*/ 633 h 779"/>
                <a:gd name="T32" fmla="*/ 544 w 862"/>
                <a:gd name="T33" fmla="*/ 608 h 779"/>
                <a:gd name="T34" fmla="*/ 446 w 862"/>
                <a:gd name="T35" fmla="*/ 172 h 779"/>
                <a:gd name="T36" fmla="*/ 446 w 862"/>
                <a:gd name="T37" fmla="*/ 172 h 779"/>
                <a:gd name="T38" fmla="*/ 446 w 862"/>
                <a:gd name="T39" fmla="*/ 74 h 779"/>
                <a:gd name="T40" fmla="*/ 444 w 862"/>
                <a:gd name="T41" fmla="*/ 128 h 779"/>
                <a:gd name="T42" fmla="*/ 446 w 862"/>
                <a:gd name="T43" fmla="*/ 159 h 779"/>
                <a:gd name="T44" fmla="*/ 433 w 862"/>
                <a:gd name="T45" fmla="*/ 156 h 779"/>
                <a:gd name="T46" fmla="*/ 366 w 862"/>
                <a:gd name="T47" fmla="*/ 144 h 779"/>
                <a:gd name="T48" fmla="*/ 446 w 862"/>
                <a:gd name="T49" fmla="*/ 749 h 779"/>
                <a:gd name="T50" fmla="*/ 410 w 862"/>
                <a:gd name="T51" fmla="*/ 779 h 779"/>
                <a:gd name="T52" fmla="*/ 366 w 862"/>
                <a:gd name="T53" fmla="*/ 588 h 779"/>
                <a:gd name="T54" fmla="*/ 413 w 862"/>
                <a:gd name="T55" fmla="*/ 487 h 779"/>
                <a:gd name="T56" fmla="*/ 366 w 862"/>
                <a:gd name="T57" fmla="*/ 423 h 779"/>
                <a:gd name="T58" fmla="*/ 446 w 862"/>
                <a:gd name="T59" fmla="*/ 437 h 779"/>
                <a:gd name="T60" fmla="*/ 427 w 862"/>
                <a:gd name="T61" fmla="*/ 529 h 779"/>
                <a:gd name="T62" fmla="*/ 446 w 862"/>
                <a:gd name="T63" fmla="*/ 633 h 779"/>
                <a:gd name="T64" fmla="*/ 339 w 862"/>
                <a:gd name="T65" fmla="*/ 500 h 779"/>
                <a:gd name="T66" fmla="*/ 240 w 862"/>
                <a:gd name="T67" fmla="*/ 486 h 779"/>
                <a:gd name="T68" fmla="*/ 184 w 862"/>
                <a:gd name="T69" fmla="*/ 445 h 779"/>
                <a:gd name="T70" fmla="*/ 366 w 862"/>
                <a:gd name="T71" fmla="*/ 26 h 779"/>
                <a:gd name="T72" fmla="*/ 359 w 862"/>
                <a:gd name="T73" fmla="*/ 147 h 779"/>
                <a:gd name="T74" fmla="*/ 339 w 862"/>
                <a:gd name="T75" fmla="*/ 156 h 779"/>
                <a:gd name="T76" fmla="*/ 240 w 862"/>
                <a:gd name="T77" fmla="*/ 169 h 779"/>
                <a:gd name="T78" fmla="*/ 222 w 862"/>
                <a:gd name="T79" fmla="*/ 285 h 779"/>
                <a:gd name="T80" fmla="*/ 243 w 862"/>
                <a:gd name="T81" fmla="*/ 328 h 779"/>
                <a:gd name="T82" fmla="*/ 312 w 862"/>
                <a:gd name="T83" fmla="*/ 404 h 779"/>
                <a:gd name="T84" fmla="*/ 366 w 862"/>
                <a:gd name="T85" fmla="*/ 500 h 779"/>
                <a:gd name="T86" fmla="*/ 366 w 862"/>
                <a:gd name="T87" fmla="*/ 757 h 779"/>
                <a:gd name="T88" fmla="*/ 366 w 862"/>
                <a:gd name="T89" fmla="*/ 588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62" h="779">
                  <a:moveTo>
                    <a:pt x="544" y="137"/>
                  </a:moveTo>
                  <a:cubicBezTo>
                    <a:pt x="557" y="140"/>
                    <a:pt x="566" y="135"/>
                    <a:pt x="571" y="120"/>
                  </a:cubicBezTo>
                  <a:cubicBezTo>
                    <a:pt x="590" y="135"/>
                    <a:pt x="578" y="180"/>
                    <a:pt x="555" y="207"/>
                  </a:cubicBezTo>
                  <a:cubicBezTo>
                    <a:pt x="570" y="208"/>
                    <a:pt x="581" y="204"/>
                    <a:pt x="601" y="182"/>
                  </a:cubicBezTo>
                  <a:cubicBezTo>
                    <a:pt x="612" y="238"/>
                    <a:pt x="582" y="266"/>
                    <a:pt x="563" y="282"/>
                  </a:cubicBezTo>
                  <a:cubicBezTo>
                    <a:pt x="570" y="287"/>
                    <a:pt x="582" y="291"/>
                    <a:pt x="599" y="281"/>
                  </a:cubicBezTo>
                  <a:cubicBezTo>
                    <a:pt x="598" y="303"/>
                    <a:pt x="588" y="328"/>
                    <a:pt x="573" y="352"/>
                  </a:cubicBezTo>
                  <a:cubicBezTo>
                    <a:pt x="585" y="354"/>
                    <a:pt x="598" y="354"/>
                    <a:pt x="613" y="349"/>
                  </a:cubicBezTo>
                  <a:cubicBezTo>
                    <a:pt x="691" y="324"/>
                    <a:pt x="778" y="262"/>
                    <a:pt x="837" y="336"/>
                  </a:cubicBezTo>
                  <a:cubicBezTo>
                    <a:pt x="850" y="352"/>
                    <a:pt x="858" y="374"/>
                    <a:pt x="862" y="398"/>
                  </a:cubicBezTo>
                  <a:cubicBezTo>
                    <a:pt x="857" y="405"/>
                    <a:pt x="857" y="405"/>
                    <a:pt x="857" y="405"/>
                  </a:cubicBezTo>
                  <a:cubicBezTo>
                    <a:pt x="544" y="666"/>
                    <a:pt x="544" y="666"/>
                    <a:pt x="544" y="666"/>
                  </a:cubicBezTo>
                  <a:cubicBezTo>
                    <a:pt x="544" y="608"/>
                    <a:pt x="544" y="608"/>
                    <a:pt x="544" y="608"/>
                  </a:cubicBezTo>
                  <a:cubicBezTo>
                    <a:pt x="610" y="578"/>
                    <a:pt x="663" y="525"/>
                    <a:pt x="694" y="460"/>
                  </a:cubicBezTo>
                  <a:cubicBezTo>
                    <a:pt x="720" y="405"/>
                    <a:pt x="718" y="359"/>
                    <a:pt x="708" y="337"/>
                  </a:cubicBezTo>
                  <a:cubicBezTo>
                    <a:pt x="678" y="348"/>
                    <a:pt x="644" y="365"/>
                    <a:pt x="609" y="376"/>
                  </a:cubicBezTo>
                  <a:cubicBezTo>
                    <a:pt x="588" y="382"/>
                    <a:pt x="566" y="377"/>
                    <a:pt x="544" y="365"/>
                  </a:cubicBezTo>
                  <a:lnTo>
                    <a:pt x="544" y="137"/>
                  </a:lnTo>
                  <a:close/>
                  <a:moveTo>
                    <a:pt x="446" y="74"/>
                  </a:moveTo>
                  <a:cubicBezTo>
                    <a:pt x="486" y="103"/>
                    <a:pt x="521" y="132"/>
                    <a:pt x="544" y="137"/>
                  </a:cubicBezTo>
                  <a:cubicBezTo>
                    <a:pt x="544" y="365"/>
                    <a:pt x="544" y="365"/>
                    <a:pt x="544" y="365"/>
                  </a:cubicBezTo>
                  <a:cubicBezTo>
                    <a:pt x="539" y="362"/>
                    <a:pt x="534" y="358"/>
                    <a:pt x="528" y="355"/>
                  </a:cubicBezTo>
                  <a:cubicBezTo>
                    <a:pt x="520" y="377"/>
                    <a:pt x="507" y="397"/>
                    <a:pt x="488" y="413"/>
                  </a:cubicBezTo>
                  <a:cubicBezTo>
                    <a:pt x="475" y="424"/>
                    <a:pt x="461" y="432"/>
                    <a:pt x="446" y="437"/>
                  </a:cubicBezTo>
                  <a:cubicBezTo>
                    <a:pt x="446" y="415"/>
                    <a:pt x="446" y="415"/>
                    <a:pt x="446" y="415"/>
                  </a:cubicBezTo>
                  <a:cubicBezTo>
                    <a:pt x="456" y="411"/>
                    <a:pt x="465" y="405"/>
                    <a:pt x="474" y="397"/>
                  </a:cubicBezTo>
                  <a:cubicBezTo>
                    <a:pt x="521" y="358"/>
                    <a:pt x="527" y="297"/>
                    <a:pt x="509" y="238"/>
                  </a:cubicBezTo>
                  <a:cubicBezTo>
                    <a:pt x="536" y="206"/>
                    <a:pt x="490" y="133"/>
                    <a:pt x="446" y="128"/>
                  </a:cubicBezTo>
                  <a:cubicBezTo>
                    <a:pt x="446" y="74"/>
                    <a:pt x="446" y="74"/>
                    <a:pt x="446" y="74"/>
                  </a:cubicBezTo>
                  <a:close/>
                  <a:moveTo>
                    <a:pt x="544" y="666"/>
                  </a:moveTo>
                  <a:cubicBezTo>
                    <a:pt x="446" y="749"/>
                    <a:pt x="446" y="749"/>
                    <a:pt x="446" y="749"/>
                  </a:cubicBezTo>
                  <a:cubicBezTo>
                    <a:pt x="446" y="633"/>
                    <a:pt x="446" y="633"/>
                    <a:pt x="446" y="633"/>
                  </a:cubicBezTo>
                  <a:cubicBezTo>
                    <a:pt x="460" y="633"/>
                    <a:pt x="475" y="631"/>
                    <a:pt x="491" y="627"/>
                  </a:cubicBezTo>
                  <a:cubicBezTo>
                    <a:pt x="509" y="622"/>
                    <a:pt x="527" y="616"/>
                    <a:pt x="544" y="608"/>
                  </a:cubicBezTo>
                  <a:cubicBezTo>
                    <a:pt x="544" y="666"/>
                    <a:pt x="544" y="666"/>
                    <a:pt x="544" y="666"/>
                  </a:cubicBezTo>
                  <a:close/>
                  <a:moveTo>
                    <a:pt x="446" y="172"/>
                  </a:moveTo>
                  <a:cubicBezTo>
                    <a:pt x="456" y="184"/>
                    <a:pt x="453" y="175"/>
                    <a:pt x="446" y="159"/>
                  </a:cubicBezTo>
                  <a:lnTo>
                    <a:pt x="446" y="172"/>
                  </a:lnTo>
                  <a:close/>
                  <a:moveTo>
                    <a:pt x="366" y="26"/>
                  </a:moveTo>
                  <a:cubicBezTo>
                    <a:pt x="394" y="38"/>
                    <a:pt x="421" y="56"/>
                    <a:pt x="446" y="74"/>
                  </a:cubicBezTo>
                  <a:cubicBezTo>
                    <a:pt x="446" y="128"/>
                    <a:pt x="446" y="128"/>
                    <a:pt x="446" y="128"/>
                  </a:cubicBezTo>
                  <a:cubicBezTo>
                    <a:pt x="445" y="128"/>
                    <a:pt x="445" y="128"/>
                    <a:pt x="444" y="128"/>
                  </a:cubicBezTo>
                  <a:cubicBezTo>
                    <a:pt x="438" y="134"/>
                    <a:pt x="441" y="146"/>
                    <a:pt x="446" y="157"/>
                  </a:cubicBezTo>
                  <a:cubicBezTo>
                    <a:pt x="446" y="159"/>
                    <a:pt x="446" y="159"/>
                    <a:pt x="446" y="159"/>
                  </a:cubicBezTo>
                  <a:cubicBezTo>
                    <a:pt x="446" y="172"/>
                    <a:pt x="446" y="172"/>
                    <a:pt x="446" y="172"/>
                  </a:cubicBezTo>
                  <a:cubicBezTo>
                    <a:pt x="443" y="169"/>
                    <a:pt x="439" y="164"/>
                    <a:pt x="433" y="156"/>
                  </a:cubicBezTo>
                  <a:cubicBezTo>
                    <a:pt x="425" y="146"/>
                    <a:pt x="416" y="137"/>
                    <a:pt x="406" y="129"/>
                  </a:cubicBezTo>
                  <a:cubicBezTo>
                    <a:pt x="396" y="133"/>
                    <a:pt x="382" y="137"/>
                    <a:pt x="366" y="144"/>
                  </a:cubicBezTo>
                  <a:cubicBezTo>
                    <a:pt x="366" y="26"/>
                    <a:pt x="366" y="26"/>
                    <a:pt x="366" y="26"/>
                  </a:cubicBezTo>
                  <a:close/>
                  <a:moveTo>
                    <a:pt x="446" y="749"/>
                  </a:moveTo>
                  <a:cubicBezTo>
                    <a:pt x="422" y="769"/>
                    <a:pt x="422" y="769"/>
                    <a:pt x="422" y="769"/>
                  </a:cubicBezTo>
                  <a:cubicBezTo>
                    <a:pt x="410" y="779"/>
                    <a:pt x="410" y="779"/>
                    <a:pt x="410" y="779"/>
                  </a:cubicBezTo>
                  <a:cubicBezTo>
                    <a:pt x="393" y="774"/>
                    <a:pt x="378" y="766"/>
                    <a:pt x="366" y="757"/>
                  </a:cubicBezTo>
                  <a:cubicBezTo>
                    <a:pt x="366" y="588"/>
                    <a:pt x="366" y="588"/>
                    <a:pt x="366" y="588"/>
                  </a:cubicBezTo>
                  <a:cubicBezTo>
                    <a:pt x="379" y="567"/>
                    <a:pt x="392" y="546"/>
                    <a:pt x="403" y="526"/>
                  </a:cubicBezTo>
                  <a:cubicBezTo>
                    <a:pt x="410" y="512"/>
                    <a:pt x="413" y="499"/>
                    <a:pt x="413" y="487"/>
                  </a:cubicBezTo>
                  <a:cubicBezTo>
                    <a:pt x="397" y="493"/>
                    <a:pt x="381" y="498"/>
                    <a:pt x="366" y="500"/>
                  </a:cubicBezTo>
                  <a:cubicBezTo>
                    <a:pt x="366" y="423"/>
                    <a:pt x="366" y="423"/>
                    <a:pt x="366" y="423"/>
                  </a:cubicBezTo>
                  <a:cubicBezTo>
                    <a:pt x="394" y="428"/>
                    <a:pt x="421" y="427"/>
                    <a:pt x="446" y="415"/>
                  </a:cubicBezTo>
                  <a:cubicBezTo>
                    <a:pt x="446" y="437"/>
                    <a:pt x="446" y="437"/>
                    <a:pt x="446" y="437"/>
                  </a:cubicBezTo>
                  <a:cubicBezTo>
                    <a:pt x="438" y="440"/>
                    <a:pt x="430" y="442"/>
                    <a:pt x="422" y="443"/>
                  </a:cubicBezTo>
                  <a:cubicBezTo>
                    <a:pt x="436" y="473"/>
                    <a:pt x="441" y="504"/>
                    <a:pt x="427" y="529"/>
                  </a:cubicBezTo>
                  <a:cubicBezTo>
                    <a:pt x="410" y="560"/>
                    <a:pt x="389" y="589"/>
                    <a:pt x="374" y="617"/>
                  </a:cubicBezTo>
                  <a:cubicBezTo>
                    <a:pt x="387" y="626"/>
                    <a:pt x="412" y="634"/>
                    <a:pt x="446" y="633"/>
                  </a:cubicBezTo>
                  <a:lnTo>
                    <a:pt x="446" y="749"/>
                  </a:lnTo>
                  <a:close/>
                  <a:moveTo>
                    <a:pt x="339" y="500"/>
                  </a:moveTo>
                  <a:cubicBezTo>
                    <a:pt x="351" y="485"/>
                    <a:pt x="350" y="473"/>
                    <a:pt x="346" y="465"/>
                  </a:cubicBezTo>
                  <a:cubicBezTo>
                    <a:pt x="327" y="481"/>
                    <a:pt x="294" y="506"/>
                    <a:pt x="240" y="486"/>
                  </a:cubicBezTo>
                  <a:cubicBezTo>
                    <a:pt x="266" y="470"/>
                    <a:pt x="271" y="459"/>
                    <a:pt x="274" y="445"/>
                  </a:cubicBezTo>
                  <a:cubicBezTo>
                    <a:pt x="243" y="463"/>
                    <a:pt x="196" y="467"/>
                    <a:pt x="184" y="445"/>
                  </a:cubicBezTo>
                  <a:cubicBezTo>
                    <a:pt x="286" y="433"/>
                    <a:pt x="0" y="181"/>
                    <a:pt x="201" y="73"/>
                  </a:cubicBezTo>
                  <a:cubicBezTo>
                    <a:pt x="250" y="0"/>
                    <a:pt x="309" y="1"/>
                    <a:pt x="366" y="26"/>
                  </a:cubicBezTo>
                  <a:cubicBezTo>
                    <a:pt x="366" y="144"/>
                    <a:pt x="366" y="144"/>
                    <a:pt x="366" y="144"/>
                  </a:cubicBezTo>
                  <a:cubicBezTo>
                    <a:pt x="364" y="145"/>
                    <a:pt x="361" y="146"/>
                    <a:pt x="359" y="147"/>
                  </a:cubicBezTo>
                  <a:cubicBezTo>
                    <a:pt x="348" y="136"/>
                    <a:pt x="332" y="126"/>
                    <a:pt x="294" y="124"/>
                  </a:cubicBezTo>
                  <a:cubicBezTo>
                    <a:pt x="303" y="129"/>
                    <a:pt x="322" y="138"/>
                    <a:pt x="339" y="156"/>
                  </a:cubicBezTo>
                  <a:cubicBezTo>
                    <a:pt x="310" y="171"/>
                    <a:pt x="285" y="192"/>
                    <a:pt x="264" y="218"/>
                  </a:cubicBezTo>
                  <a:cubicBezTo>
                    <a:pt x="250" y="198"/>
                    <a:pt x="244" y="179"/>
                    <a:pt x="240" y="169"/>
                  </a:cubicBezTo>
                  <a:cubicBezTo>
                    <a:pt x="236" y="206"/>
                    <a:pt x="243" y="223"/>
                    <a:pt x="252" y="235"/>
                  </a:cubicBezTo>
                  <a:cubicBezTo>
                    <a:pt x="238" y="256"/>
                    <a:pt x="230" y="275"/>
                    <a:pt x="222" y="285"/>
                  </a:cubicBezTo>
                  <a:cubicBezTo>
                    <a:pt x="229" y="296"/>
                    <a:pt x="236" y="306"/>
                    <a:pt x="244" y="315"/>
                  </a:cubicBezTo>
                  <a:cubicBezTo>
                    <a:pt x="273" y="346"/>
                    <a:pt x="263" y="341"/>
                    <a:pt x="243" y="328"/>
                  </a:cubicBezTo>
                  <a:cubicBezTo>
                    <a:pt x="232" y="322"/>
                    <a:pt x="221" y="316"/>
                    <a:pt x="214" y="322"/>
                  </a:cubicBezTo>
                  <a:cubicBezTo>
                    <a:pt x="209" y="366"/>
                    <a:pt x="275" y="426"/>
                    <a:pt x="312" y="404"/>
                  </a:cubicBezTo>
                  <a:cubicBezTo>
                    <a:pt x="329" y="413"/>
                    <a:pt x="348" y="420"/>
                    <a:pt x="366" y="423"/>
                  </a:cubicBezTo>
                  <a:cubicBezTo>
                    <a:pt x="366" y="500"/>
                    <a:pt x="366" y="500"/>
                    <a:pt x="366" y="500"/>
                  </a:cubicBezTo>
                  <a:cubicBezTo>
                    <a:pt x="356" y="501"/>
                    <a:pt x="347" y="501"/>
                    <a:pt x="339" y="500"/>
                  </a:cubicBezTo>
                  <a:close/>
                  <a:moveTo>
                    <a:pt x="366" y="757"/>
                  </a:moveTo>
                  <a:cubicBezTo>
                    <a:pt x="361" y="753"/>
                    <a:pt x="356" y="749"/>
                    <a:pt x="353" y="745"/>
                  </a:cubicBezTo>
                  <a:cubicBezTo>
                    <a:pt x="307" y="694"/>
                    <a:pt x="334" y="641"/>
                    <a:pt x="366" y="588"/>
                  </a:cubicBezTo>
                  <a:lnTo>
                    <a:pt x="366" y="757"/>
                  </a:lnTo>
                  <a:close/>
                </a:path>
              </a:pathLst>
            </a:custGeom>
            <a:solidFill>
              <a:srgbClr val="FFA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1" name="Freeform 240"/>
            <p:cNvSpPr>
              <a:spLocks noEditPoints="1"/>
            </p:cNvSpPr>
            <p:nvPr/>
          </p:nvSpPr>
          <p:spPr bwMode="auto">
            <a:xfrm>
              <a:off x="3959" y="986"/>
              <a:ext cx="868" cy="892"/>
            </a:xfrm>
            <a:custGeom>
              <a:avLst/>
              <a:gdLst>
                <a:gd name="T0" fmla="*/ 625 w 777"/>
                <a:gd name="T1" fmla="*/ 49 h 799"/>
                <a:gd name="T2" fmla="*/ 740 w 777"/>
                <a:gd name="T3" fmla="*/ 333 h 799"/>
                <a:gd name="T4" fmla="*/ 640 w 777"/>
                <a:gd name="T5" fmla="*/ 510 h 799"/>
                <a:gd name="T6" fmla="*/ 607 w 777"/>
                <a:gd name="T7" fmla="*/ 409 h 799"/>
                <a:gd name="T8" fmla="*/ 629 w 777"/>
                <a:gd name="T9" fmla="*/ 338 h 799"/>
                <a:gd name="T10" fmla="*/ 607 w 777"/>
                <a:gd name="T11" fmla="*/ 392 h 799"/>
                <a:gd name="T12" fmla="*/ 575 w 777"/>
                <a:gd name="T13" fmla="*/ 6 h 799"/>
                <a:gd name="T14" fmla="*/ 607 w 777"/>
                <a:gd name="T15" fmla="*/ 392 h 799"/>
                <a:gd name="T16" fmla="*/ 575 w 777"/>
                <a:gd name="T17" fmla="*/ 367 h 799"/>
                <a:gd name="T18" fmla="*/ 575 w 777"/>
                <a:gd name="T19" fmla="*/ 6 h 799"/>
                <a:gd name="T20" fmla="*/ 599 w 777"/>
                <a:gd name="T21" fmla="*/ 559 h 799"/>
                <a:gd name="T22" fmla="*/ 575 w 777"/>
                <a:gd name="T23" fmla="*/ 415 h 799"/>
                <a:gd name="T24" fmla="*/ 584 w 777"/>
                <a:gd name="T25" fmla="*/ 422 h 799"/>
                <a:gd name="T26" fmla="*/ 607 w 777"/>
                <a:gd name="T27" fmla="*/ 561 h 799"/>
                <a:gd name="T28" fmla="*/ 484 w 777"/>
                <a:gd name="T29" fmla="*/ 24 h 799"/>
                <a:gd name="T30" fmla="*/ 575 w 777"/>
                <a:gd name="T31" fmla="*/ 344 h 799"/>
                <a:gd name="T32" fmla="*/ 550 w 777"/>
                <a:gd name="T33" fmla="*/ 238 h 799"/>
                <a:gd name="T34" fmla="*/ 491 w 777"/>
                <a:gd name="T35" fmla="*/ 121 h 799"/>
                <a:gd name="T36" fmla="*/ 462 w 777"/>
                <a:gd name="T37" fmla="*/ 42 h 799"/>
                <a:gd name="T38" fmla="*/ 544 w 777"/>
                <a:gd name="T39" fmla="*/ 593 h 799"/>
                <a:gd name="T40" fmla="*/ 517 w 777"/>
                <a:gd name="T41" fmla="*/ 763 h 799"/>
                <a:gd name="T42" fmla="*/ 462 w 777"/>
                <a:gd name="T43" fmla="*/ 632 h 799"/>
                <a:gd name="T44" fmla="*/ 462 w 777"/>
                <a:gd name="T45" fmla="*/ 588 h 799"/>
                <a:gd name="T46" fmla="*/ 532 w 777"/>
                <a:gd name="T47" fmla="*/ 430 h 799"/>
                <a:gd name="T48" fmla="*/ 575 w 777"/>
                <a:gd name="T49" fmla="*/ 367 h 799"/>
                <a:gd name="T50" fmla="*/ 575 w 777"/>
                <a:gd name="T51" fmla="*/ 415 h 799"/>
                <a:gd name="T52" fmla="*/ 0 w 777"/>
                <a:gd name="T53" fmla="*/ 428 h 799"/>
                <a:gd name="T54" fmla="*/ 134 w 777"/>
                <a:gd name="T55" fmla="*/ 334 h 799"/>
                <a:gd name="T56" fmla="*/ 200 w 777"/>
                <a:gd name="T57" fmla="*/ 253 h 799"/>
                <a:gd name="T58" fmla="*/ 305 w 777"/>
                <a:gd name="T59" fmla="*/ 114 h 799"/>
                <a:gd name="T60" fmla="*/ 462 w 777"/>
                <a:gd name="T61" fmla="*/ 42 h 799"/>
                <a:gd name="T62" fmla="*/ 424 w 777"/>
                <a:gd name="T63" fmla="*/ 177 h 799"/>
                <a:gd name="T64" fmla="*/ 378 w 777"/>
                <a:gd name="T65" fmla="*/ 163 h 799"/>
                <a:gd name="T66" fmla="*/ 387 w 777"/>
                <a:gd name="T67" fmla="*/ 418 h 799"/>
                <a:gd name="T68" fmla="*/ 462 w 777"/>
                <a:gd name="T69" fmla="*/ 588 h 799"/>
                <a:gd name="T70" fmla="*/ 446 w 777"/>
                <a:gd name="T71" fmla="*/ 466 h 799"/>
                <a:gd name="T72" fmla="*/ 328 w 777"/>
                <a:gd name="T73" fmla="*/ 371 h 799"/>
                <a:gd name="T74" fmla="*/ 168 w 777"/>
                <a:gd name="T75" fmla="*/ 366 h 799"/>
                <a:gd name="T76" fmla="*/ 462 w 777"/>
                <a:gd name="T77" fmla="*/ 798 h 799"/>
                <a:gd name="T78" fmla="*/ 0 w 777"/>
                <a:gd name="T79" fmla="*/ 428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77" h="799">
                  <a:moveTo>
                    <a:pt x="607" y="19"/>
                  </a:moveTo>
                  <a:cubicBezTo>
                    <a:pt x="618" y="26"/>
                    <a:pt x="624" y="36"/>
                    <a:pt x="625" y="49"/>
                  </a:cubicBezTo>
                  <a:cubicBezTo>
                    <a:pt x="702" y="33"/>
                    <a:pt x="777" y="160"/>
                    <a:pt x="758" y="217"/>
                  </a:cubicBezTo>
                  <a:cubicBezTo>
                    <a:pt x="737" y="276"/>
                    <a:pt x="708" y="290"/>
                    <a:pt x="740" y="333"/>
                  </a:cubicBezTo>
                  <a:cubicBezTo>
                    <a:pt x="771" y="377"/>
                    <a:pt x="731" y="456"/>
                    <a:pt x="679" y="461"/>
                  </a:cubicBezTo>
                  <a:cubicBezTo>
                    <a:pt x="628" y="467"/>
                    <a:pt x="622" y="471"/>
                    <a:pt x="640" y="510"/>
                  </a:cubicBezTo>
                  <a:cubicBezTo>
                    <a:pt x="657" y="547"/>
                    <a:pt x="637" y="563"/>
                    <a:pt x="607" y="561"/>
                  </a:cubicBezTo>
                  <a:cubicBezTo>
                    <a:pt x="607" y="409"/>
                    <a:pt x="607" y="409"/>
                    <a:pt x="607" y="409"/>
                  </a:cubicBezTo>
                  <a:cubicBezTo>
                    <a:pt x="619" y="400"/>
                    <a:pt x="630" y="388"/>
                    <a:pt x="637" y="375"/>
                  </a:cubicBezTo>
                  <a:cubicBezTo>
                    <a:pt x="645" y="362"/>
                    <a:pt x="659" y="324"/>
                    <a:pt x="629" y="338"/>
                  </a:cubicBezTo>
                  <a:cubicBezTo>
                    <a:pt x="629" y="338"/>
                    <a:pt x="629" y="339"/>
                    <a:pt x="629" y="339"/>
                  </a:cubicBezTo>
                  <a:cubicBezTo>
                    <a:pt x="647" y="372"/>
                    <a:pt x="629" y="385"/>
                    <a:pt x="607" y="392"/>
                  </a:cubicBezTo>
                  <a:lnTo>
                    <a:pt x="607" y="19"/>
                  </a:lnTo>
                  <a:close/>
                  <a:moveTo>
                    <a:pt x="575" y="6"/>
                  </a:moveTo>
                  <a:cubicBezTo>
                    <a:pt x="588" y="8"/>
                    <a:pt x="599" y="12"/>
                    <a:pt x="607" y="19"/>
                  </a:cubicBezTo>
                  <a:cubicBezTo>
                    <a:pt x="607" y="392"/>
                    <a:pt x="607" y="392"/>
                    <a:pt x="607" y="392"/>
                  </a:cubicBezTo>
                  <a:cubicBezTo>
                    <a:pt x="596" y="396"/>
                    <a:pt x="583" y="398"/>
                    <a:pt x="575" y="401"/>
                  </a:cubicBezTo>
                  <a:cubicBezTo>
                    <a:pt x="575" y="367"/>
                    <a:pt x="575" y="367"/>
                    <a:pt x="575" y="367"/>
                  </a:cubicBezTo>
                  <a:cubicBezTo>
                    <a:pt x="584" y="363"/>
                    <a:pt x="585" y="357"/>
                    <a:pt x="575" y="344"/>
                  </a:cubicBezTo>
                  <a:cubicBezTo>
                    <a:pt x="575" y="6"/>
                    <a:pt x="575" y="6"/>
                    <a:pt x="575" y="6"/>
                  </a:cubicBezTo>
                  <a:close/>
                  <a:moveTo>
                    <a:pt x="607" y="561"/>
                  </a:moveTo>
                  <a:cubicBezTo>
                    <a:pt x="605" y="560"/>
                    <a:pt x="602" y="560"/>
                    <a:pt x="599" y="559"/>
                  </a:cubicBezTo>
                  <a:cubicBezTo>
                    <a:pt x="591" y="558"/>
                    <a:pt x="583" y="557"/>
                    <a:pt x="575" y="557"/>
                  </a:cubicBezTo>
                  <a:cubicBezTo>
                    <a:pt x="575" y="415"/>
                    <a:pt x="575" y="415"/>
                    <a:pt x="575" y="415"/>
                  </a:cubicBezTo>
                  <a:cubicBezTo>
                    <a:pt x="575" y="415"/>
                    <a:pt x="576" y="415"/>
                    <a:pt x="576" y="415"/>
                  </a:cubicBezTo>
                  <a:cubicBezTo>
                    <a:pt x="579" y="418"/>
                    <a:pt x="582" y="420"/>
                    <a:pt x="584" y="422"/>
                  </a:cubicBezTo>
                  <a:cubicBezTo>
                    <a:pt x="592" y="419"/>
                    <a:pt x="600" y="415"/>
                    <a:pt x="607" y="409"/>
                  </a:cubicBezTo>
                  <a:lnTo>
                    <a:pt x="607" y="561"/>
                  </a:lnTo>
                  <a:close/>
                  <a:moveTo>
                    <a:pt x="462" y="42"/>
                  </a:moveTo>
                  <a:cubicBezTo>
                    <a:pt x="468" y="37"/>
                    <a:pt x="475" y="31"/>
                    <a:pt x="484" y="24"/>
                  </a:cubicBezTo>
                  <a:cubicBezTo>
                    <a:pt x="509" y="6"/>
                    <a:pt x="545" y="0"/>
                    <a:pt x="575" y="6"/>
                  </a:cubicBezTo>
                  <a:cubicBezTo>
                    <a:pt x="575" y="344"/>
                    <a:pt x="575" y="344"/>
                    <a:pt x="575" y="344"/>
                  </a:cubicBezTo>
                  <a:cubicBezTo>
                    <a:pt x="572" y="340"/>
                    <a:pt x="567" y="334"/>
                    <a:pt x="561" y="328"/>
                  </a:cubicBezTo>
                  <a:cubicBezTo>
                    <a:pt x="511" y="275"/>
                    <a:pt x="620" y="292"/>
                    <a:pt x="550" y="238"/>
                  </a:cubicBezTo>
                  <a:cubicBezTo>
                    <a:pt x="509" y="206"/>
                    <a:pt x="492" y="157"/>
                    <a:pt x="495" y="119"/>
                  </a:cubicBezTo>
                  <a:cubicBezTo>
                    <a:pt x="494" y="120"/>
                    <a:pt x="493" y="120"/>
                    <a:pt x="491" y="121"/>
                  </a:cubicBezTo>
                  <a:cubicBezTo>
                    <a:pt x="481" y="126"/>
                    <a:pt x="471" y="132"/>
                    <a:pt x="462" y="139"/>
                  </a:cubicBezTo>
                  <a:cubicBezTo>
                    <a:pt x="462" y="42"/>
                    <a:pt x="462" y="42"/>
                    <a:pt x="462" y="42"/>
                  </a:cubicBezTo>
                  <a:close/>
                  <a:moveTo>
                    <a:pt x="575" y="557"/>
                  </a:moveTo>
                  <a:cubicBezTo>
                    <a:pt x="551" y="558"/>
                    <a:pt x="534" y="570"/>
                    <a:pt x="544" y="593"/>
                  </a:cubicBezTo>
                  <a:cubicBezTo>
                    <a:pt x="553" y="616"/>
                    <a:pt x="549" y="638"/>
                    <a:pt x="524" y="648"/>
                  </a:cubicBezTo>
                  <a:cubicBezTo>
                    <a:pt x="543" y="687"/>
                    <a:pt x="549" y="725"/>
                    <a:pt x="517" y="763"/>
                  </a:cubicBezTo>
                  <a:cubicBezTo>
                    <a:pt x="504" y="778"/>
                    <a:pt x="484" y="790"/>
                    <a:pt x="462" y="798"/>
                  </a:cubicBezTo>
                  <a:cubicBezTo>
                    <a:pt x="462" y="632"/>
                    <a:pt x="462" y="632"/>
                    <a:pt x="462" y="632"/>
                  </a:cubicBezTo>
                  <a:cubicBezTo>
                    <a:pt x="470" y="631"/>
                    <a:pt x="479" y="628"/>
                    <a:pt x="486" y="624"/>
                  </a:cubicBezTo>
                  <a:cubicBezTo>
                    <a:pt x="479" y="612"/>
                    <a:pt x="470" y="600"/>
                    <a:pt x="462" y="588"/>
                  </a:cubicBezTo>
                  <a:cubicBezTo>
                    <a:pt x="462" y="445"/>
                    <a:pt x="462" y="445"/>
                    <a:pt x="462" y="445"/>
                  </a:cubicBezTo>
                  <a:cubicBezTo>
                    <a:pt x="485" y="446"/>
                    <a:pt x="509" y="440"/>
                    <a:pt x="532" y="430"/>
                  </a:cubicBezTo>
                  <a:cubicBezTo>
                    <a:pt x="507" y="401"/>
                    <a:pt x="519" y="378"/>
                    <a:pt x="546" y="374"/>
                  </a:cubicBezTo>
                  <a:cubicBezTo>
                    <a:pt x="559" y="371"/>
                    <a:pt x="569" y="370"/>
                    <a:pt x="575" y="367"/>
                  </a:cubicBezTo>
                  <a:cubicBezTo>
                    <a:pt x="575" y="401"/>
                    <a:pt x="575" y="401"/>
                    <a:pt x="575" y="401"/>
                  </a:cubicBezTo>
                  <a:cubicBezTo>
                    <a:pt x="567" y="404"/>
                    <a:pt x="564" y="407"/>
                    <a:pt x="575" y="415"/>
                  </a:cubicBezTo>
                  <a:lnTo>
                    <a:pt x="575" y="557"/>
                  </a:lnTo>
                  <a:close/>
                  <a:moveTo>
                    <a:pt x="0" y="428"/>
                  </a:moveTo>
                  <a:cubicBezTo>
                    <a:pt x="4" y="403"/>
                    <a:pt x="11" y="382"/>
                    <a:pt x="23" y="365"/>
                  </a:cubicBezTo>
                  <a:cubicBezTo>
                    <a:pt x="53" y="326"/>
                    <a:pt x="92" y="324"/>
                    <a:pt x="134" y="334"/>
                  </a:cubicBezTo>
                  <a:cubicBezTo>
                    <a:pt x="134" y="311"/>
                    <a:pt x="152" y="304"/>
                    <a:pt x="175" y="307"/>
                  </a:cubicBezTo>
                  <a:cubicBezTo>
                    <a:pt x="208" y="313"/>
                    <a:pt x="218" y="288"/>
                    <a:pt x="200" y="253"/>
                  </a:cubicBezTo>
                  <a:cubicBezTo>
                    <a:pt x="183" y="218"/>
                    <a:pt x="208" y="176"/>
                    <a:pt x="255" y="178"/>
                  </a:cubicBezTo>
                  <a:cubicBezTo>
                    <a:pt x="301" y="181"/>
                    <a:pt x="302" y="160"/>
                    <a:pt x="305" y="114"/>
                  </a:cubicBezTo>
                  <a:cubicBezTo>
                    <a:pt x="307" y="69"/>
                    <a:pt x="364" y="40"/>
                    <a:pt x="400" y="59"/>
                  </a:cubicBezTo>
                  <a:cubicBezTo>
                    <a:pt x="430" y="74"/>
                    <a:pt x="436" y="65"/>
                    <a:pt x="462" y="42"/>
                  </a:cubicBezTo>
                  <a:cubicBezTo>
                    <a:pt x="462" y="139"/>
                    <a:pt x="462" y="139"/>
                    <a:pt x="462" y="139"/>
                  </a:cubicBezTo>
                  <a:cubicBezTo>
                    <a:pt x="447" y="150"/>
                    <a:pt x="434" y="163"/>
                    <a:pt x="424" y="177"/>
                  </a:cubicBezTo>
                  <a:cubicBezTo>
                    <a:pt x="399" y="211"/>
                    <a:pt x="405" y="200"/>
                    <a:pt x="411" y="178"/>
                  </a:cubicBezTo>
                  <a:cubicBezTo>
                    <a:pt x="419" y="148"/>
                    <a:pt x="401" y="144"/>
                    <a:pt x="378" y="163"/>
                  </a:cubicBezTo>
                  <a:cubicBezTo>
                    <a:pt x="348" y="188"/>
                    <a:pt x="329" y="236"/>
                    <a:pt x="349" y="260"/>
                  </a:cubicBezTo>
                  <a:cubicBezTo>
                    <a:pt x="332" y="319"/>
                    <a:pt x="340" y="380"/>
                    <a:pt x="387" y="418"/>
                  </a:cubicBezTo>
                  <a:cubicBezTo>
                    <a:pt x="410" y="436"/>
                    <a:pt x="435" y="445"/>
                    <a:pt x="462" y="445"/>
                  </a:cubicBezTo>
                  <a:cubicBezTo>
                    <a:pt x="462" y="588"/>
                    <a:pt x="462" y="588"/>
                    <a:pt x="462" y="588"/>
                  </a:cubicBezTo>
                  <a:cubicBezTo>
                    <a:pt x="452" y="574"/>
                    <a:pt x="443" y="561"/>
                    <a:pt x="434" y="546"/>
                  </a:cubicBezTo>
                  <a:cubicBezTo>
                    <a:pt x="415" y="515"/>
                    <a:pt x="426" y="490"/>
                    <a:pt x="446" y="466"/>
                  </a:cubicBezTo>
                  <a:cubicBezTo>
                    <a:pt x="420" y="464"/>
                    <a:pt x="395" y="454"/>
                    <a:pt x="373" y="436"/>
                  </a:cubicBezTo>
                  <a:cubicBezTo>
                    <a:pt x="351" y="418"/>
                    <a:pt x="336" y="396"/>
                    <a:pt x="328" y="371"/>
                  </a:cubicBezTo>
                  <a:cubicBezTo>
                    <a:pt x="309" y="395"/>
                    <a:pt x="287" y="412"/>
                    <a:pt x="252" y="400"/>
                  </a:cubicBezTo>
                  <a:cubicBezTo>
                    <a:pt x="223" y="390"/>
                    <a:pt x="194" y="376"/>
                    <a:pt x="168" y="366"/>
                  </a:cubicBezTo>
                  <a:cubicBezTo>
                    <a:pt x="111" y="412"/>
                    <a:pt x="346" y="649"/>
                    <a:pt x="462" y="632"/>
                  </a:cubicBezTo>
                  <a:cubicBezTo>
                    <a:pt x="462" y="798"/>
                    <a:pt x="462" y="798"/>
                    <a:pt x="462" y="798"/>
                  </a:cubicBezTo>
                  <a:cubicBezTo>
                    <a:pt x="461" y="799"/>
                    <a:pt x="461" y="799"/>
                    <a:pt x="461" y="799"/>
                  </a:cubicBezTo>
                  <a:lnTo>
                    <a:pt x="0" y="428"/>
                  </a:lnTo>
                  <a:close/>
                </a:path>
              </a:pathLst>
            </a:custGeom>
            <a:solidFill>
              <a:srgbClr val="C71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2" name="Freeform 241"/>
            <p:cNvSpPr>
              <a:spLocks noEditPoints="1"/>
            </p:cNvSpPr>
            <p:nvPr/>
          </p:nvSpPr>
          <p:spPr bwMode="auto">
            <a:xfrm>
              <a:off x="2929" y="1380"/>
              <a:ext cx="1674" cy="1663"/>
            </a:xfrm>
            <a:custGeom>
              <a:avLst/>
              <a:gdLst>
                <a:gd name="T0" fmla="*/ 750 w 1499"/>
                <a:gd name="T1" fmla="*/ 0 h 1490"/>
                <a:gd name="T2" fmla="*/ 1499 w 1499"/>
                <a:gd name="T3" fmla="*/ 750 h 1490"/>
                <a:gd name="T4" fmla="*/ 750 w 1499"/>
                <a:gd name="T5" fmla="*/ 1490 h 1490"/>
                <a:gd name="T6" fmla="*/ 750 w 1499"/>
                <a:gd name="T7" fmla="*/ 1464 h 1490"/>
                <a:gd name="T8" fmla="*/ 1474 w 1499"/>
                <a:gd name="T9" fmla="*/ 750 h 1490"/>
                <a:gd name="T10" fmla="*/ 750 w 1499"/>
                <a:gd name="T11" fmla="*/ 26 h 1490"/>
                <a:gd name="T12" fmla="*/ 750 w 1499"/>
                <a:gd name="T13" fmla="*/ 0 h 1490"/>
                <a:gd name="T14" fmla="*/ 750 w 1499"/>
                <a:gd name="T15" fmla="*/ 1490 h 1490"/>
                <a:gd name="T16" fmla="*/ 0 w 1499"/>
                <a:gd name="T17" fmla="*/ 750 h 1490"/>
                <a:gd name="T18" fmla="*/ 750 w 1499"/>
                <a:gd name="T19" fmla="*/ 0 h 1490"/>
                <a:gd name="T20" fmla="*/ 750 w 1499"/>
                <a:gd name="T21" fmla="*/ 26 h 1490"/>
                <a:gd name="T22" fmla="*/ 25 w 1499"/>
                <a:gd name="T23" fmla="*/ 750 h 1490"/>
                <a:gd name="T24" fmla="*/ 750 w 1499"/>
                <a:gd name="T25" fmla="*/ 1464 h 1490"/>
                <a:gd name="T26" fmla="*/ 750 w 1499"/>
                <a:gd name="T2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9" h="1490">
                  <a:moveTo>
                    <a:pt x="750" y="0"/>
                  </a:moveTo>
                  <a:cubicBezTo>
                    <a:pt x="1164" y="0"/>
                    <a:pt x="1499" y="336"/>
                    <a:pt x="1499" y="750"/>
                  </a:cubicBezTo>
                  <a:cubicBezTo>
                    <a:pt x="1499" y="1243"/>
                    <a:pt x="1125" y="1490"/>
                    <a:pt x="750" y="1490"/>
                  </a:cubicBezTo>
                  <a:cubicBezTo>
                    <a:pt x="750" y="1464"/>
                    <a:pt x="750" y="1464"/>
                    <a:pt x="750" y="1464"/>
                  </a:cubicBezTo>
                  <a:cubicBezTo>
                    <a:pt x="1112" y="1464"/>
                    <a:pt x="1474" y="1226"/>
                    <a:pt x="1474" y="750"/>
                  </a:cubicBezTo>
                  <a:cubicBezTo>
                    <a:pt x="1474" y="350"/>
                    <a:pt x="1150" y="26"/>
                    <a:pt x="750" y="26"/>
                  </a:cubicBezTo>
                  <a:lnTo>
                    <a:pt x="750" y="0"/>
                  </a:lnTo>
                  <a:close/>
                  <a:moveTo>
                    <a:pt x="750" y="1490"/>
                  </a:moveTo>
                  <a:cubicBezTo>
                    <a:pt x="375" y="1490"/>
                    <a:pt x="0" y="1243"/>
                    <a:pt x="0" y="750"/>
                  </a:cubicBezTo>
                  <a:cubicBezTo>
                    <a:pt x="0" y="336"/>
                    <a:pt x="336" y="0"/>
                    <a:pt x="750" y="0"/>
                  </a:cubicBezTo>
                  <a:cubicBezTo>
                    <a:pt x="750" y="26"/>
                    <a:pt x="750" y="26"/>
                    <a:pt x="750" y="26"/>
                  </a:cubicBezTo>
                  <a:cubicBezTo>
                    <a:pt x="350" y="26"/>
                    <a:pt x="25" y="350"/>
                    <a:pt x="25" y="750"/>
                  </a:cubicBezTo>
                  <a:cubicBezTo>
                    <a:pt x="25" y="1226"/>
                    <a:pt x="388" y="1464"/>
                    <a:pt x="750" y="1464"/>
                  </a:cubicBezTo>
                  <a:lnTo>
                    <a:pt x="750" y="149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245" name="TextBox 244"/>
          <p:cNvSpPr txBox="1"/>
          <p:nvPr/>
        </p:nvSpPr>
        <p:spPr>
          <a:xfrm>
            <a:off x="4702177" y="3501057"/>
            <a:ext cx="2470548" cy="584775"/>
          </a:xfrm>
          <a:prstGeom prst="rect">
            <a:avLst/>
          </a:prstGeom>
          <a:noFill/>
        </p:spPr>
        <p:txBody>
          <a:bodyPr wrap="none" rtlCol="0">
            <a:spAutoFit/>
          </a:bodyPr>
          <a:lstStyle/>
          <a:p>
            <a:pPr fontAlgn="auto">
              <a:spcBef>
                <a:spcPts val="0"/>
              </a:spcBef>
              <a:spcAft>
                <a:spcPts val="0"/>
              </a:spcAft>
            </a:pPr>
            <a:r>
              <a:rPr lang="ar-JO" sz="3200" b="1" u="sng" dirty="0">
                <a:solidFill>
                  <a:srgbClr val="FFFF00"/>
                </a:solidFill>
              </a:rPr>
              <a:t>الفصل الافتراضي</a:t>
            </a:r>
            <a:endParaRPr lang="en-IN" sz="3200" b="1" dirty="0">
              <a:solidFill>
                <a:srgbClr val="FFFF00"/>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48" name="Rectangle 247"/>
          <p:cNvSpPr/>
          <p:nvPr/>
        </p:nvSpPr>
        <p:spPr>
          <a:xfrm>
            <a:off x="286317" y="2078596"/>
            <a:ext cx="3048227" cy="1384995"/>
          </a:xfrm>
          <a:prstGeom prst="rect">
            <a:avLst/>
          </a:prstGeom>
        </p:spPr>
        <p:txBody>
          <a:bodyPr wrap="square">
            <a:spAutoFit/>
          </a:bodyPr>
          <a:lstStyle/>
          <a:p>
            <a:pPr lvl="0" algn="ctr" rtl="1"/>
            <a:r>
              <a:rPr lang="ar-JO" sz="2800" b="1" dirty="0"/>
              <a:t>وجود نظام إدارة ومتابعة لنظام الفصول الافتراضية.</a:t>
            </a:r>
            <a:endParaRPr lang="en-US" sz="2800" b="1" dirty="0"/>
          </a:p>
        </p:txBody>
      </p:sp>
      <p:sp>
        <p:nvSpPr>
          <p:cNvPr id="251" name="Rectangle 250"/>
          <p:cNvSpPr/>
          <p:nvPr/>
        </p:nvSpPr>
        <p:spPr>
          <a:xfrm>
            <a:off x="114301" y="4510299"/>
            <a:ext cx="3387727" cy="954107"/>
          </a:xfrm>
          <a:prstGeom prst="rect">
            <a:avLst/>
          </a:prstGeom>
        </p:spPr>
        <p:txBody>
          <a:bodyPr wrap="square">
            <a:spAutoFit/>
          </a:bodyPr>
          <a:lstStyle/>
          <a:p>
            <a:pPr lvl="0" algn="ctr" rtl="1"/>
            <a:r>
              <a:rPr lang="ar-JO" sz="2800" b="1" dirty="0"/>
              <a:t>ضرورة معرفة الطالب باستخدام الحاسب الآلي.</a:t>
            </a:r>
            <a:endParaRPr lang="en-US" sz="2800" b="1" dirty="0"/>
          </a:p>
        </p:txBody>
      </p:sp>
      <p:sp>
        <p:nvSpPr>
          <p:cNvPr id="254" name="Rectangle 253"/>
          <p:cNvSpPr/>
          <p:nvPr/>
        </p:nvSpPr>
        <p:spPr>
          <a:xfrm>
            <a:off x="8378827" y="2039556"/>
            <a:ext cx="3435349" cy="954107"/>
          </a:xfrm>
          <a:prstGeom prst="rect">
            <a:avLst/>
          </a:prstGeom>
        </p:spPr>
        <p:txBody>
          <a:bodyPr wrap="square">
            <a:spAutoFit/>
          </a:bodyPr>
          <a:lstStyle/>
          <a:p>
            <a:pPr lvl="0" algn="ctr" rtl="1"/>
            <a:r>
              <a:rPr lang="ar-JO" sz="2800" b="1" dirty="0"/>
              <a:t>قد تتعرض أحياناً إلى حدوث أعطال فنية أثناء الدرس.</a:t>
            </a:r>
            <a:endParaRPr lang="en-US" sz="2800" b="1" dirty="0"/>
          </a:p>
        </p:txBody>
      </p:sp>
      <p:sp>
        <p:nvSpPr>
          <p:cNvPr id="257" name="Rectangle 256"/>
          <p:cNvSpPr/>
          <p:nvPr/>
        </p:nvSpPr>
        <p:spPr>
          <a:xfrm>
            <a:off x="8516939" y="4810947"/>
            <a:ext cx="3487736" cy="954107"/>
          </a:xfrm>
          <a:prstGeom prst="rect">
            <a:avLst/>
          </a:prstGeom>
        </p:spPr>
        <p:txBody>
          <a:bodyPr wrap="square">
            <a:spAutoFit/>
          </a:bodyPr>
          <a:lstStyle/>
          <a:p>
            <a:pPr lvl="0" algn="ctr" rtl="1"/>
            <a:r>
              <a:rPr lang="ar-JO" sz="2800" b="1" dirty="0"/>
              <a:t>تؤدي إلى استخدام المتعلم للانشغال عن الدرس.</a:t>
            </a:r>
            <a:endParaRPr lang="en-US" sz="2800" b="1" dirty="0"/>
          </a:p>
        </p:txBody>
      </p:sp>
      <p:sp>
        <p:nvSpPr>
          <p:cNvPr id="259" name="TextBox 258"/>
          <p:cNvSpPr txBox="1"/>
          <p:nvPr/>
        </p:nvSpPr>
        <p:spPr>
          <a:xfrm>
            <a:off x="4529110" y="341418"/>
            <a:ext cx="6824690" cy="707886"/>
          </a:xfrm>
          <a:prstGeom prst="rect">
            <a:avLst/>
          </a:prstGeom>
          <a:noFill/>
        </p:spPr>
        <p:txBody>
          <a:bodyPr wrap="square" rtlCol="0">
            <a:spAutoFit/>
          </a:bodyPr>
          <a:lstStyle/>
          <a:p>
            <a:pPr algn="r" rtl="1"/>
            <a:r>
              <a:rPr lang="ar-JO" sz="4000" b="1" u="sng" dirty="0"/>
              <a:t>4. سلبيات الفصول الافتراضية </a:t>
            </a:r>
            <a:endParaRPr lang="en-US" sz="4000" u="sng" dirty="0"/>
          </a:p>
        </p:txBody>
      </p:sp>
      <p:sp>
        <p:nvSpPr>
          <p:cNvPr id="24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89081860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heel(1)">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45"/>
                                        </p:tgtEl>
                                        <p:attrNameLst>
                                          <p:attrName>style.visibility</p:attrName>
                                        </p:attrNameLst>
                                      </p:cBhvr>
                                      <p:to>
                                        <p:strVal val="visible"/>
                                      </p:to>
                                    </p:set>
                                    <p:animEffect transition="in" filter="fade">
                                      <p:cBhvr>
                                        <p:cTn id="11" dur="500"/>
                                        <p:tgtEl>
                                          <p:spTgt spid="245"/>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248"/>
                                        </p:tgtEl>
                                        <p:attrNameLst>
                                          <p:attrName>style.visibility</p:attrName>
                                        </p:attrNameLst>
                                      </p:cBhvr>
                                      <p:to>
                                        <p:strVal val="visible"/>
                                      </p:to>
                                    </p:set>
                                    <p:animEffect transition="in" filter="wipe(up)">
                                      <p:cBhvr>
                                        <p:cTn id="15" dur="500"/>
                                        <p:tgtEl>
                                          <p:spTgt spid="248"/>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251"/>
                                        </p:tgtEl>
                                        <p:attrNameLst>
                                          <p:attrName>style.visibility</p:attrName>
                                        </p:attrNameLst>
                                      </p:cBhvr>
                                      <p:to>
                                        <p:strVal val="visible"/>
                                      </p:to>
                                    </p:set>
                                    <p:animEffect transition="in" filter="wipe(up)">
                                      <p:cBhvr>
                                        <p:cTn id="19" dur="500"/>
                                        <p:tgtEl>
                                          <p:spTgt spid="251"/>
                                        </p:tgtEl>
                                      </p:cBhvr>
                                    </p:animEffect>
                                  </p:childTnLst>
                                </p:cTn>
                              </p:par>
                            </p:childTnLst>
                          </p:cTn>
                        </p:par>
                        <p:par>
                          <p:cTn id="20" fill="hold">
                            <p:stCondLst>
                              <p:cond delay="2000"/>
                            </p:stCondLst>
                            <p:childTnLst>
                              <p:par>
                                <p:cTn id="21" presetID="22" presetClass="entr" presetSubtype="1" fill="hold" grpId="0" nodeType="afterEffect">
                                  <p:stCondLst>
                                    <p:cond delay="0"/>
                                  </p:stCondLst>
                                  <p:childTnLst>
                                    <p:set>
                                      <p:cBhvr>
                                        <p:cTn id="22" dur="1" fill="hold">
                                          <p:stCondLst>
                                            <p:cond delay="0"/>
                                          </p:stCondLst>
                                        </p:cTn>
                                        <p:tgtEl>
                                          <p:spTgt spid="254"/>
                                        </p:tgtEl>
                                        <p:attrNameLst>
                                          <p:attrName>style.visibility</p:attrName>
                                        </p:attrNameLst>
                                      </p:cBhvr>
                                      <p:to>
                                        <p:strVal val="visible"/>
                                      </p:to>
                                    </p:set>
                                    <p:animEffect transition="in" filter="wipe(up)">
                                      <p:cBhvr>
                                        <p:cTn id="23" dur="500"/>
                                        <p:tgtEl>
                                          <p:spTgt spid="254"/>
                                        </p:tgtEl>
                                      </p:cBhvr>
                                    </p:animEffect>
                                  </p:childTnLst>
                                </p:cTn>
                              </p:par>
                            </p:childTnLst>
                          </p:cTn>
                        </p:par>
                        <p:par>
                          <p:cTn id="24" fill="hold">
                            <p:stCondLst>
                              <p:cond delay="2500"/>
                            </p:stCondLst>
                            <p:childTnLst>
                              <p:par>
                                <p:cTn id="25" presetID="22" presetClass="entr" presetSubtype="1" fill="hold" grpId="0" nodeType="afterEffect">
                                  <p:stCondLst>
                                    <p:cond delay="0"/>
                                  </p:stCondLst>
                                  <p:childTnLst>
                                    <p:set>
                                      <p:cBhvr>
                                        <p:cTn id="26" dur="1" fill="hold">
                                          <p:stCondLst>
                                            <p:cond delay="0"/>
                                          </p:stCondLst>
                                        </p:cTn>
                                        <p:tgtEl>
                                          <p:spTgt spid="257"/>
                                        </p:tgtEl>
                                        <p:attrNameLst>
                                          <p:attrName>style.visibility</p:attrName>
                                        </p:attrNameLst>
                                      </p:cBhvr>
                                      <p:to>
                                        <p:strVal val="visible"/>
                                      </p:to>
                                    </p:set>
                                    <p:animEffect transition="in" filter="wipe(up)">
                                      <p:cBhvr>
                                        <p:cTn id="27" dur="500"/>
                                        <p:tgtEl>
                                          <p:spTgt spid="257"/>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59"/>
                                        </p:tgtEl>
                                        <p:attrNameLst>
                                          <p:attrName>style.visibility</p:attrName>
                                        </p:attrNameLst>
                                      </p:cBhvr>
                                      <p:to>
                                        <p:strVal val="visible"/>
                                      </p:to>
                                    </p:set>
                                    <p:animEffect transition="in" filter="fade">
                                      <p:cBhvr>
                                        <p:cTn id="31" dur="500"/>
                                        <p:tgtEl>
                                          <p:spTgt spid="2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 grpId="0"/>
      <p:bldP spid="248" grpId="0"/>
      <p:bldP spid="251" grpId="0"/>
      <p:bldP spid="254" grpId="0"/>
      <p:bldP spid="257" grpId="0"/>
      <p:bldP spid="259"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21" name="Group 3220"/>
          <p:cNvGrpSpPr/>
          <p:nvPr/>
        </p:nvGrpSpPr>
        <p:grpSpPr>
          <a:xfrm>
            <a:off x="8026959" y="1353046"/>
            <a:ext cx="3265488" cy="5226050"/>
            <a:chOff x="4314825" y="843456"/>
            <a:chExt cx="3265488" cy="5226050"/>
          </a:xfrm>
        </p:grpSpPr>
        <p:sp>
          <p:nvSpPr>
            <p:cNvPr id="3192" name="Freeform 150"/>
            <p:cNvSpPr>
              <a:spLocks/>
            </p:cNvSpPr>
            <p:nvPr/>
          </p:nvSpPr>
          <p:spPr bwMode="auto">
            <a:xfrm>
              <a:off x="6057900" y="2889744"/>
              <a:ext cx="928688" cy="1362075"/>
            </a:xfrm>
            <a:custGeom>
              <a:avLst/>
              <a:gdLst>
                <a:gd name="T0" fmla="*/ 293 w 433"/>
                <a:gd name="T1" fmla="*/ 94 h 635"/>
                <a:gd name="T2" fmla="*/ 334 w 433"/>
                <a:gd name="T3" fmla="*/ 80 h 635"/>
                <a:gd name="T4" fmla="*/ 401 w 433"/>
                <a:gd name="T5" fmla="*/ 118 h 635"/>
                <a:gd name="T6" fmla="*/ 433 w 433"/>
                <a:gd name="T7" fmla="*/ 118 h 635"/>
                <a:gd name="T8" fmla="*/ 433 w 433"/>
                <a:gd name="T9" fmla="*/ 0 h 635"/>
                <a:gd name="T10" fmla="*/ 0 w 433"/>
                <a:gd name="T11" fmla="*/ 0 h 635"/>
                <a:gd name="T12" fmla="*/ 0 w 433"/>
                <a:gd name="T13" fmla="*/ 463 h 635"/>
                <a:gd name="T14" fmla="*/ 158 w 433"/>
                <a:gd name="T15" fmla="*/ 463 h 635"/>
                <a:gd name="T16" fmla="*/ 169 w 433"/>
                <a:gd name="T17" fmla="*/ 474 h 635"/>
                <a:gd name="T18" fmla="*/ 169 w 433"/>
                <a:gd name="T19" fmla="*/ 528 h 635"/>
                <a:gd name="T20" fmla="*/ 165 w 433"/>
                <a:gd name="T21" fmla="*/ 537 h 635"/>
                <a:gd name="T22" fmla="*/ 129 w 433"/>
                <a:gd name="T23" fmla="*/ 586 h 635"/>
                <a:gd name="T24" fmla="*/ 141 w 433"/>
                <a:gd name="T25" fmla="*/ 619 h 635"/>
                <a:gd name="T26" fmla="*/ 183 w 433"/>
                <a:gd name="T27" fmla="*/ 635 h 635"/>
                <a:gd name="T28" fmla="*/ 250 w 433"/>
                <a:gd name="T29" fmla="*/ 594 h 635"/>
                <a:gd name="T30" fmla="*/ 210 w 433"/>
                <a:gd name="T31" fmla="*/ 533 h 635"/>
                <a:gd name="T32" fmla="*/ 204 w 433"/>
                <a:gd name="T33" fmla="*/ 524 h 635"/>
                <a:gd name="T34" fmla="*/ 204 w 433"/>
                <a:gd name="T35" fmla="*/ 471 h 635"/>
                <a:gd name="T36" fmla="*/ 215 w 433"/>
                <a:gd name="T37" fmla="*/ 460 h 635"/>
                <a:gd name="T38" fmla="*/ 433 w 433"/>
                <a:gd name="T39" fmla="*/ 460 h 635"/>
                <a:gd name="T40" fmla="*/ 433 w 433"/>
                <a:gd name="T41" fmla="*/ 199 h 635"/>
                <a:gd name="T42" fmla="*/ 410 w 433"/>
                <a:gd name="T43" fmla="*/ 199 h 635"/>
                <a:gd name="T44" fmla="*/ 338 w 433"/>
                <a:gd name="T45" fmla="*/ 243 h 635"/>
                <a:gd name="T46" fmla="*/ 270 w 433"/>
                <a:gd name="T47" fmla="*/ 161 h 635"/>
                <a:gd name="T48" fmla="*/ 293 w 433"/>
                <a:gd name="T49" fmla="*/ 94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3" h="635">
                  <a:moveTo>
                    <a:pt x="293" y="94"/>
                  </a:moveTo>
                  <a:cubicBezTo>
                    <a:pt x="304" y="84"/>
                    <a:pt x="318" y="79"/>
                    <a:pt x="334" y="80"/>
                  </a:cubicBezTo>
                  <a:cubicBezTo>
                    <a:pt x="360" y="81"/>
                    <a:pt x="391" y="108"/>
                    <a:pt x="401" y="118"/>
                  </a:cubicBezTo>
                  <a:cubicBezTo>
                    <a:pt x="433" y="118"/>
                    <a:pt x="433" y="118"/>
                    <a:pt x="433" y="118"/>
                  </a:cubicBezTo>
                  <a:cubicBezTo>
                    <a:pt x="433" y="0"/>
                    <a:pt x="433" y="0"/>
                    <a:pt x="433" y="0"/>
                  </a:cubicBezTo>
                  <a:cubicBezTo>
                    <a:pt x="0" y="0"/>
                    <a:pt x="0" y="0"/>
                    <a:pt x="0" y="0"/>
                  </a:cubicBezTo>
                  <a:cubicBezTo>
                    <a:pt x="0" y="463"/>
                    <a:pt x="0" y="463"/>
                    <a:pt x="0" y="463"/>
                  </a:cubicBezTo>
                  <a:cubicBezTo>
                    <a:pt x="158" y="463"/>
                    <a:pt x="158" y="463"/>
                    <a:pt x="158" y="463"/>
                  </a:cubicBezTo>
                  <a:cubicBezTo>
                    <a:pt x="164" y="463"/>
                    <a:pt x="169" y="468"/>
                    <a:pt x="169" y="474"/>
                  </a:cubicBezTo>
                  <a:cubicBezTo>
                    <a:pt x="169" y="528"/>
                    <a:pt x="169" y="528"/>
                    <a:pt x="169" y="528"/>
                  </a:cubicBezTo>
                  <a:cubicBezTo>
                    <a:pt x="169" y="532"/>
                    <a:pt x="168" y="535"/>
                    <a:pt x="165" y="537"/>
                  </a:cubicBezTo>
                  <a:cubicBezTo>
                    <a:pt x="156" y="544"/>
                    <a:pt x="130" y="568"/>
                    <a:pt x="129" y="586"/>
                  </a:cubicBezTo>
                  <a:cubicBezTo>
                    <a:pt x="129" y="598"/>
                    <a:pt x="133" y="611"/>
                    <a:pt x="141" y="619"/>
                  </a:cubicBezTo>
                  <a:cubicBezTo>
                    <a:pt x="151" y="630"/>
                    <a:pt x="166" y="635"/>
                    <a:pt x="183" y="635"/>
                  </a:cubicBezTo>
                  <a:cubicBezTo>
                    <a:pt x="207" y="635"/>
                    <a:pt x="248" y="630"/>
                    <a:pt x="250" y="594"/>
                  </a:cubicBezTo>
                  <a:cubicBezTo>
                    <a:pt x="253" y="560"/>
                    <a:pt x="210" y="533"/>
                    <a:pt x="210" y="533"/>
                  </a:cubicBezTo>
                  <a:cubicBezTo>
                    <a:pt x="206" y="531"/>
                    <a:pt x="204" y="527"/>
                    <a:pt x="204" y="524"/>
                  </a:cubicBezTo>
                  <a:cubicBezTo>
                    <a:pt x="204" y="471"/>
                    <a:pt x="204" y="471"/>
                    <a:pt x="204" y="471"/>
                  </a:cubicBezTo>
                  <a:cubicBezTo>
                    <a:pt x="204" y="465"/>
                    <a:pt x="209" y="460"/>
                    <a:pt x="215" y="460"/>
                  </a:cubicBezTo>
                  <a:cubicBezTo>
                    <a:pt x="433" y="460"/>
                    <a:pt x="433" y="460"/>
                    <a:pt x="433" y="460"/>
                  </a:cubicBezTo>
                  <a:cubicBezTo>
                    <a:pt x="433" y="199"/>
                    <a:pt x="433" y="199"/>
                    <a:pt x="433" y="199"/>
                  </a:cubicBezTo>
                  <a:cubicBezTo>
                    <a:pt x="410" y="199"/>
                    <a:pt x="410" y="199"/>
                    <a:pt x="410" y="199"/>
                  </a:cubicBezTo>
                  <a:cubicBezTo>
                    <a:pt x="399" y="211"/>
                    <a:pt x="368" y="243"/>
                    <a:pt x="338" y="243"/>
                  </a:cubicBezTo>
                  <a:cubicBezTo>
                    <a:pt x="305" y="243"/>
                    <a:pt x="270" y="222"/>
                    <a:pt x="270" y="161"/>
                  </a:cubicBezTo>
                  <a:cubicBezTo>
                    <a:pt x="270" y="124"/>
                    <a:pt x="282" y="104"/>
                    <a:pt x="293" y="9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3" name="Freeform 151"/>
            <p:cNvSpPr>
              <a:spLocks/>
            </p:cNvSpPr>
            <p:nvPr/>
          </p:nvSpPr>
          <p:spPr bwMode="auto">
            <a:xfrm>
              <a:off x="5078413" y="2889744"/>
              <a:ext cx="931863" cy="992188"/>
            </a:xfrm>
            <a:custGeom>
              <a:avLst/>
              <a:gdLst>
                <a:gd name="T0" fmla="*/ 435 w 435"/>
                <a:gd name="T1" fmla="*/ 0 h 463"/>
                <a:gd name="T2" fmla="*/ 2 w 435"/>
                <a:gd name="T3" fmla="*/ 0 h 463"/>
                <a:gd name="T4" fmla="*/ 2 w 435"/>
                <a:gd name="T5" fmla="*/ 113 h 463"/>
                <a:gd name="T6" fmla="*/ 32 w 435"/>
                <a:gd name="T7" fmla="*/ 113 h 463"/>
                <a:gd name="T8" fmla="*/ 104 w 435"/>
                <a:gd name="T9" fmla="*/ 70 h 463"/>
                <a:gd name="T10" fmla="*/ 166 w 435"/>
                <a:gd name="T11" fmla="*/ 154 h 463"/>
                <a:gd name="T12" fmla="*/ 145 w 435"/>
                <a:gd name="T13" fmla="*/ 219 h 463"/>
                <a:gd name="T14" fmla="*/ 100 w 435"/>
                <a:gd name="T15" fmla="*/ 234 h 463"/>
                <a:gd name="T16" fmla="*/ 34 w 435"/>
                <a:gd name="T17" fmla="*/ 192 h 463"/>
                <a:gd name="T18" fmla="*/ 0 w 435"/>
                <a:gd name="T19" fmla="*/ 192 h 463"/>
                <a:gd name="T20" fmla="*/ 0 w 435"/>
                <a:gd name="T21" fmla="*/ 442 h 463"/>
                <a:gd name="T22" fmla="*/ 9 w 435"/>
                <a:gd name="T23" fmla="*/ 463 h 463"/>
                <a:gd name="T24" fmla="*/ 435 w 435"/>
                <a:gd name="T25" fmla="*/ 463 h 463"/>
                <a:gd name="T26" fmla="*/ 435 w 435"/>
                <a:gd name="T2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5" h="463">
                  <a:moveTo>
                    <a:pt x="435" y="0"/>
                  </a:moveTo>
                  <a:cubicBezTo>
                    <a:pt x="2" y="0"/>
                    <a:pt x="2" y="0"/>
                    <a:pt x="2" y="0"/>
                  </a:cubicBezTo>
                  <a:cubicBezTo>
                    <a:pt x="2" y="113"/>
                    <a:pt x="2" y="113"/>
                    <a:pt x="2" y="113"/>
                  </a:cubicBezTo>
                  <a:cubicBezTo>
                    <a:pt x="32" y="113"/>
                    <a:pt x="32" y="113"/>
                    <a:pt x="32" y="113"/>
                  </a:cubicBezTo>
                  <a:cubicBezTo>
                    <a:pt x="40" y="99"/>
                    <a:pt x="61" y="69"/>
                    <a:pt x="104" y="70"/>
                  </a:cubicBezTo>
                  <a:cubicBezTo>
                    <a:pt x="166" y="72"/>
                    <a:pt x="166" y="134"/>
                    <a:pt x="166" y="154"/>
                  </a:cubicBezTo>
                  <a:cubicBezTo>
                    <a:pt x="166" y="184"/>
                    <a:pt x="159" y="205"/>
                    <a:pt x="145" y="219"/>
                  </a:cubicBezTo>
                  <a:cubicBezTo>
                    <a:pt x="134" y="229"/>
                    <a:pt x="119" y="234"/>
                    <a:pt x="100" y="234"/>
                  </a:cubicBezTo>
                  <a:cubicBezTo>
                    <a:pt x="63" y="233"/>
                    <a:pt x="42" y="209"/>
                    <a:pt x="34" y="192"/>
                  </a:cubicBezTo>
                  <a:cubicBezTo>
                    <a:pt x="0" y="192"/>
                    <a:pt x="0" y="192"/>
                    <a:pt x="0" y="192"/>
                  </a:cubicBezTo>
                  <a:cubicBezTo>
                    <a:pt x="0" y="442"/>
                    <a:pt x="0" y="442"/>
                    <a:pt x="0" y="442"/>
                  </a:cubicBezTo>
                  <a:cubicBezTo>
                    <a:pt x="4" y="449"/>
                    <a:pt x="7" y="456"/>
                    <a:pt x="9" y="463"/>
                  </a:cubicBezTo>
                  <a:cubicBezTo>
                    <a:pt x="435" y="463"/>
                    <a:pt x="435" y="463"/>
                    <a:pt x="435" y="463"/>
                  </a:cubicBezTo>
                  <a:lnTo>
                    <a:pt x="435"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4" name="Freeform 152"/>
            <p:cNvSpPr>
              <a:spLocks/>
            </p:cNvSpPr>
            <p:nvPr/>
          </p:nvSpPr>
          <p:spPr bwMode="auto">
            <a:xfrm>
              <a:off x="5081588" y="843456"/>
              <a:ext cx="2389188" cy="1320800"/>
            </a:xfrm>
            <a:custGeom>
              <a:avLst/>
              <a:gdLst>
                <a:gd name="T0" fmla="*/ 0 w 1114"/>
                <a:gd name="T1" fmla="*/ 445 h 616"/>
                <a:gd name="T2" fmla="*/ 186 w 1114"/>
                <a:gd name="T3" fmla="*/ 445 h 616"/>
                <a:gd name="T4" fmla="*/ 197 w 1114"/>
                <a:gd name="T5" fmla="*/ 456 h 616"/>
                <a:gd name="T6" fmla="*/ 197 w 1114"/>
                <a:gd name="T7" fmla="*/ 511 h 616"/>
                <a:gd name="T8" fmla="*/ 192 w 1114"/>
                <a:gd name="T9" fmla="*/ 521 h 616"/>
                <a:gd name="T10" fmla="*/ 161 w 1114"/>
                <a:gd name="T11" fmla="*/ 565 h 616"/>
                <a:gd name="T12" fmla="*/ 213 w 1114"/>
                <a:gd name="T13" fmla="*/ 616 h 616"/>
                <a:gd name="T14" fmla="*/ 279 w 1114"/>
                <a:gd name="T15" fmla="*/ 571 h 616"/>
                <a:gd name="T16" fmla="*/ 240 w 1114"/>
                <a:gd name="T17" fmla="*/ 519 h 616"/>
                <a:gd name="T18" fmla="*/ 233 w 1114"/>
                <a:gd name="T19" fmla="*/ 508 h 616"/>
                <a:gd name="T20" fmla="*/ 234 w 1114"/>
                <a:gd name="T21" fmla="*/ 458 h 616"/>
                <a:gd name="T22" fmla="*/ 245 w 1114"/>
                <a:gd name="T23" fmla="*/ 448 h 616"/>
                <a:gd name="T24" fmla="*/ 647 w 1114"/>
                <a:gd name="T25" fmla="*/ 448 h 616"/>
                <a:gd name="T26" fmla="*/ 647 w 1114"/>
                <a:gd name="T27" fmla="*/ 412 h 616"/>
                <a:gd name="T28" fmla="*/ 605 w 1114"/>
                <a:gd name="T29" fmla="*/ 339 h 616"/>
                <a:gd name="T30" fmla="*/ 683 w 1114"/>
                <a:gd name="T31" fmla="*/ 279 h 616"/>
                <a:gd name="T32" fmla="*/ 767 w 1114"/>
                <a:gd name="T33" fmla="*/ 338 h 616"/>
                <a:gd name="T34" fmla="*/ 728 w 1114"/>
                <a:gd name="T35" fmla="*/ 413 h 616"/>
                <a:gd name="T36" fmla="*/ 728 w 1114"/>
                <a:gd name="T37" fmla="*/ 446 h 616"/>
                <a:gd name="T38" fmla="*/ 1114 w 1114"/>
                <a:gd name="T39" fmla="*/ 446 h 616"/>
                <a:gd name="T40" fmla="*/ 952 w 1114"/>
                <a:gd name="T41" fmla="*/ 204 h 616"/>
                <a:gd name="T42" fmla="*/ 460 w 1114"/>
                <a:gd name="T43" fmla="*/ 2 h 616"/>
                <a:gd name="T44" fmla="*/ 0 w 1114"/>
                <a:gd name="T45" fmla="*/ 148 h 616"/>
                <a:gd name="T46" fmla="*/ 0 w 1114"/>
                <a:gd name="T47" fmla="*/ 44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4" h="616">
                  <a:moveTo>
                    <a:pt x="0" y="445"/>
                  </a:moveTo>
                  <a:cubicBezTo>
                    <a:pt x="186" y="445"/>
                    <a:pt x="186" y="445"/>
                    <a:pt x="186" y="445"/>
                  </a:cubicBezTo>
                  <a:cubicBezTo>
                    <a:pt x="192" y="445"/>
                    <a:pt x="197" y="449"/>
                    <a:pt x="197" y="456"/>
                  </a:cubicBezTo>
                  <a:cubicBezTo>
                    <a:pt x="197" y="511"/>
                    <a:pt x="197" y="511"/>
                    <a:pt x="197" y="511"/>
                  </a:cubicBezTo>
                  <a:cubicBezTo>
                    <a:pt x="197" y="515"/>
                    <a:pt x="196" y="519"/>
                    <a:pt x="192" y="521"/>
                  </a:cubicBezTo>
                  <a:cubicBezTo>
                    <a:pt x="184" y="526"/>
                    <a:pt x="161" y="546"/>
                    <a:pt x="161" y="565"/>
                  </a:cubicBezTo>
                  <a:cubicBezTo>
                    <a:pt x="161" y="591"/>
                    <a:pt x="179" y="616"/>
                    <a:pt x="213" y="616"/>
                  </a:cubicBezTo>
                  <a:cubicBezTo>
                    <a:pt x="249" y="616"/>
                    <a:pt x="278" y="597"/>
                    <a:pt x="279" y="571"/>
                  </a:cubicBezTo>
                  <a:cubicBezTo>
                    <a:pt x="280" y="534"/>
                    <a:pt x="240" y="519"/>
                    <a:pt x="240" y="519"/>
                  </a:cubicBezTo>
                  <a:cubicBezTo>
                    <a:pt x="235" y="517"/>
                    <a:pt x="232" y="513"/>
                    <a:pt x="233" y="508"/>
                  </a:cubicBezTo>
                  <a:cubicBezTo>
                    <a:pt x="234" y="458"/>
                    <a:pt x="234" y="458"/>
                    <a:pt x="234" y="458"/>
                  </a:cubicBezTo>
                  <a:cubicBezTo>
                    <a:pt x="234" y="452"/>
                    <a:pt x="239" y="448"/>
                    <a:pt x="245" y="448"/>
                  </a:cubicBezTo>
                  <a:cubicBezTo>
                    <a:pt x="647" y="448"/>
                    <a:pt x="647" y="448"/>
                    <a:pt x="647" y="448"/>
                  </a:cubicBezTo>
                  <a:cubicBezTo>
                    <a:pt x="647" y="412"/>
                    <a:pt x="647" y="412"/>
                    <a:pt x="647" y="412"/>
                  </a:cubicBezTo>
                  <a:cubicBezTo>
                    <a:pt x="634" y="404"/>
                    <a:pt x="605" y="380"/>
                    <a:pt x="605" y="339"/>
                  </a:cubicBezTo>
                  <a:cubicBezTo>
                    <a:pt x="605" y="298"/>
                    <a:pt x="646" y="279"/>
                    <a:pt x="683" y="279"/>
                  </a:cubicBezTo>
                  <a:cubicBezTo>
                    <a:pt x="722" y="279"/>
                    <a:pt x="767" y="294"/>
                    <a:pt x="767" y="338"/>
                  </a:cubicBezTo>
                  <a:cubicBezTo>
                    <a:pt x="767" y="378"/>
                    <a:pt x="739" y="404"/>
                    <a:pt x="728" y="413"/>
                  </a:cubicBezTo>
                  <a:cubicBezTo>
                    <a:pt x="728" y="446"/>
                    <a:pt x="728" y="446"/>
                    <a:pt x="728" y="446"/>
                  </a:cubicBezTo>
                  <a:cubicBezTo>
                    <a:pt x="1114" y="446"/>
                    <a:pt x="1114" y="446"/>
                    <a:pt x="1114" y="446"/>
                  </a:cubicBezTo>
                  <a:cubicBezTo>
                    <a:pt x="1078" y="356"/>
                    <a:pt x="1025" y="265"/>
                    <a:pt x="952" y="204"/>
                  </a:cubicBezTo>
                  <a:cubicBezTo>
                    <a:pt x="809" y="83"/>
                    <a:pt x="677" y="5"/>
                    <a:pt x="460" y="2"/>
                  </a:cubicBezTo>
                  <a:cubicBezTo>
                    <a:pt x="326" y="0"/>
                    <a:pt x="149" y="37"/>
                    <a:pt x="0" y="148"/>
                  </a:cubicBezTo>
                  <a:lnTo>
                    <a:pt x="0" y="44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5" name="Freeform 153"/>
            <p:cNvSpPr>
              <a:spLocks/>
            </p:cNvSpPr>
            <p:nvPr/>
          </p:nvSpPr>
          <p:spPr bwMode="auto">
            <a:xfrm>
              <a:off x="6057900" y="1489569"/>
              <a:ext cx="1281113" cy="1352550"/>
            </a:xfrm>
            <a:custGeom>
              <a:avLst/>
              <a:gdLst>
                <a:gd name="T0" fmla="*/ 433 w 597"/>
                <a:gd name="T1" fmla="*/ 422 h 631"/>
                <a:gd name="T2" fmla="*/ 445 w 597"/>
                <a:gd name="T3" fmla="*/ 411 h 631"/>
                <a:gd name="T4" fmla="*/ 492 w 597"/>
                <a:gd name="T5" fmla="*/ 411 h 631"/>
                <a:gd name="T6" fmla="*/ 501 w 597"/>
                <a:gd name="T7" fmla="*/ 415 h 631"/>
                <a:gd name="T8" fmla="*/ 556 w 597"/>
                <a:gd name="T9" fmla="*/ 451 h 631"/>
                <a:gd name="T10" fmla="*/ 597 w 597"/>
                <a:gd name="T11" fmla="*/ 389 h 631"/>
                <a:gd name="T12" fmla="*/ 557 w 597"/>
                <a:gd name="T13" fmla="*/ 334 h 631"/>
                <a:gd name="T14" fmla="*/ 499 w 597"/>
                <a:gd name="T15" fmla="*/ 374 h 631"/>
                <a:gd name="T16" fmla="*/ 491 w 597"/>
                <a:gd name="T17" fmla="*/ 377 h 631"/>
                <a:gd name="T18" fmla="*/ 441 w 597"/>
                <a:gd name="T19" fmla="*/ 377 h 631"/>
                <a:gd name="T20" fmla="*/ 430 w 597"/>
                <a:gd name="T21" fmla="*/ 366 h 631"/>
                <a:gd name="T22" fmla="*/ 430 w 597"/>
                <a:gd name="T23" fmla="*/ 167 h 631"/>
                <a:gd name="T24" fmla="*/ 261 w 597"/>
                <a:gd name="T25" fmla="*/ 167 h 631"/>
                <a:gd name="T26" fmla="*/ 250 w 597"/>
                <a:gd name="T27" fmla="*/ 156 h 631"/>
                <a:gd name="T28" fmla="*/ 250 w 597"/>
                <a:gd name="T29" fmla="*/ 107 h 631"/>
                <a:gd name="T30" fmla="*/ 256 w 597"/>
                <a:gd name="T31" fmla="*/ 98 h 631"/>
                <a:gd name="T32" fmla="*/ 290 w 597"/>
                <a:gd name="T33" fmla="*/ 37 h 631"/>
                <a:gd name="T34" fmla="*/ 228 w 597"/>
                <a:gd name="T35" fmla="*/ 0 h 631"/>
                <a:gd name="T36" fmla="*/ 172 w 597"/>
                <a:gd name="T37" fmla="*/ 38 h 631"/>
                <a:gd name="T38" fmla="*/ 208 w 597"/>
                <a:gd name="T39" fmla="*/ 96 h 631"/>
                <a:gd name="T40" fmla="*/ 214 w 597"/>
                <a:gd name="T41" fmla="*/ 105 h 631"/>
                <a:gd name="T42" fmla="*/ 214 w 597"/>
                <a:gd name="T43" fmla="*/ 158 h 631"/>
                <a:gd name="T44" fmla="*/ 203 w 597"/>
                <a:gd name="T45" fmla="*/ 169 h 631"/>
                <a:gd name="T46" fmla="*/ 0 w 597"/>
                <a:gd name="T47" fmla="*/ 169 h 631"/>
                <a:gd name="T48" fmla="*/ 0 w 597"/>
                <a:gd name="T49" fmla="*/ 631 h 631"/>
                <a:gd name="T50" fmla="*/ 433 w 597"/>
                <a:gd name="T51" fmla="*/ 631 h 631"/>
                <a:gd name="T52" fmla="*/ 433 w 597"/>
                <a:gd name="T53" fmla="*/ 422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7" h="631">
                  <a:moveTo>
                    <a:pt x="433" y="422"/>
                  </a:moveTo>
                  <a:cubicBezTo>
                    <a:pt x="433" y="416"/>
                    <a:pt x="438" y="411"/>
                    <a:pt x="445" y="411"/>
                  </a:cubicBezTo>
                  <a:cubicBezTo>
                    <a:pt x="492" y="411"/>
                    <a:pt x="492" y="411"/>
                    <a:pt x="492" y="411"/>
                  </a:cubicBezTo>
                  <a:cubicBezTo>
                    <a:pt x="496" y="411"/>
                    <a:pt x="499" y="413"/>
                    <a:pt x="501" y="415"/>
                  </a:cubicBezTo>
                  <a:cubicBezTo>
                    <a:pt x="509" y="425"/>
                    <a:pt x="533" y="451"/>
                    <a:pt x="556" y="451"/>
                  </a:cubicBezTo>
                  <a:cubicBezTo>
                    <a:pt x="587" y="451"/>
                    <a:pt x="597" y="419"/>
                    <a:pt x="597" y="389"/>
                  </a:cubicBezTo>
                  <a:cubicBezTo>
                    <a:pt x="597" y="356"/>
                    <a:pt x="583" y="336"/>
                    <a:pt x="557" y="334"/>
                  </a:cubicBezTo>
                  <a:cubicBezTo>
                    <a:pt x="540" y="333"/>
                    <a:pt x="513" y="358"/>
                    <a:pt x="499" y="374"/>
                  </a:cubicBezTo>
                  <a:cubicBezTo>
                    <a:pt x="497" y="376"/>
                    <a:pt x="494" y="377"/>
                    <a:pt x="491" y="377"/>
                  </a:cubicBezTo>
                  <a:cubicBezTo>
                    <a:pt x="441" y="377"/>
                    <a:pt x="441" y="377"/>
                    <a:pt x="441" y="377"/>
                  </a:cubicBezTo>
                  <a:cubicBezTo>
                    <a:pt x="435" y="377"/>
                    <a:pt x="430" y="372"/>
                    <a:pt x="430" y="366"/>
                  </a:cubicBezTo>
                  <a:cubicBezTo>
                    <a:pt x="430" y="167"/>
                    <a:pt x="430" y="167"/>
                    <a:pt x="430" y="167"/>
                  </a:cubicBezTo>
                  <a:cubicBezTo>
                    <a:pt x="261" y="167"/>
                    <a:pt x="261" y="167"/>
                    <a:pt x="261" y="167"/>
                  </a:cubicBezTo>
                  <a:cubicBezTo>
                    <a:pt x="255" y="167"/>
                    <a:pt x="250" y="162"/>
                    <a:pt x="250" y="156"/>
                  </a:cubicBezTo>
                  <a:cubicBezTo>
                    <a:pt x="250" y="107"/>
                    <a:pt x="250" y="107"/>
                    <a:pt x="250" y="107"/>
                  </a:cubicBezTo>
                  <a:cubicBezTo>
                    <a:pt x="250" y="103"/>
                    <a:pt x="252" y="100"/>
                    <a:pt x="256" y="98"/>
                  </a:cubicBezTo>
                  <a:cubicBezTo>
                    <a:pt x="256" y="97"/>
                    <a:pt x="290" y="75"/>
                    <a:pt x="290" y="37"/>
                  </a:cubicBezTo>
                  <a:cubicBezTo>
                    <a:pt x="290" y="2"/>
                    <a:pt x="238" y="0"/>
                    <a:pt x="228" y="0"/>
                  </a:cubicBezTo>
                  <a:cubicBezTo>
                    <a:pt x="207" y="0"/>
                    <a:pt x="172" y="8"/>
                    <a:pt x="172" y="38"/>
                  </a:cubicBezTo>
                  <a:cubicBezTo>
                    <a:pt x="172" y="76"/>
                    <a:pt x="206" y="95"/>
                    <a:pt x="208" y="96"/>
                  </a:cubicBezTo>
                  <a:cubicBezTo>
                    <a:pt x="211" y="97"/>
                    <a:pt x="214" y="101"/>
                    <a:pt x="214" y="105"/>
                  </a:cubicBezTo>
                  <a:cubicBezTo>
                    <a:pt x="214" y="158"/>
                    <a:pt x="214" y="158"/>
                    <a:pt x="214" y="158"/>
                  </a:cubicBezTo>
                  <a:cubicBezTo>
                    <a:pt x="214" y="164"/>
                    <a:pt x="209" y="169"/>
                    <a:pt x="203" y="169"/>
                  </a:cubicBezTo>
                  <a:cubicBezTo>
                    <a:pt x="0" y="169"/>
                    <a:pt x="0" y="169"/>
                    <a:pt x="0" y="169"/>
                  </a:cubicBezTo>
                  <a:cubicBezTo>
                    <a:pt x="0" y="631"/>
                    <a:pt x="0" y="631"/>
                    <a:pt x="0" y="631"/>
                  </a:cubicBezTo>
                  <a:cubicBezTo>
                    <a:pt x="433" y="631"/>
                    <a:pt x="433" y="631"/>
                    <a:pt x="433" y="631"/>
                  </a:cubicBezTo>
                  <a:lnTo>
                    <a:pt x="433" y="42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6" name="Freeform 154"/>
            <p:cNvSpPr>
              <a:spLocks/>
            </p:cNvSpPr>
            <p:nvPr/>
          </p:nvSpPr>
          <p:spPr bwMode="auto">
            <a:xfrm>
              <a:off x="6684963" y="1851519"/>
              <a:ext cx="895350" cy="1943100"/>
            </a:xfrm>
            <a:custGeom>
              <a:avLst/>
              <a:gdLst>
                <a:gd name="T0" fmla="*/ 160 w 418"/>
                <a:gd name="T1" fmla="*/ 0 h 906"/>
                <a:gd name="T2" fmla="*/ 160 w 418"/>
                <a:gd name="T3" fmla="*/ 186 h 906"/>
                <a:gd name="T4" fmla="*/ 194 w 418"/>
                <a:gd name="T5" fmla="*/ 186 h 906"/>
                <a:gd name="T6" fmla="*/ 266 w 418"/>
                <a:gd name="T7" fmla="*/ 143 h 906"/>
                <a:gd name="T8" fmla="*/ 328 w 418"/>
                <a:gd name="T9" fmla="*/ 220 h 906"/>
                <a:gd name="T10" fmla="*/ 264 w 418"/>
                <a:gd name="T11" fmla="*/ 304 h 906"/>
                <a:gd name="T12" fmla="*/ 195 w 418"/>
                <a:gd name="T13" fmla="*/ 264 h 906"/>
                <a:gd name="T14" fmla="*/ 164 w 418"/>
                <a:gd name="T15" fmla="*/ 264 h 906"/>
                <a:gd name="T16" fmla="*/ 164 w 418"/>
                <a:gd name="T17" fmla="*/ 613 h 906"/>
                <a:gd name="T18" fmla="*/ 153 w 418"/>
                <a:gd name="T19" fmla="*/ 624 h 906"/>
                <a:gd name="T20" fmla="*/ 105 w 418"/>
                <a:gd name="T21" fmla="*/ 624 h 906"/>
                <a:gd name="T22" fmla="*/ 97 w 418"/>
                <a:gd name="T23" fmla="*/ 621 h 906"/>
                <a:gd name="T24" fmla="*/ 40 w 418"/>
                <a:gd name="T25" fmla="*/ 586 h 906"/>
                <a:gd name="T26" fmla="*/ 16 w 418"/>
                <a:gd name="T27" fmla="*/ 594 h 906"/>
                <a:gd name="T28" fmla="*/ 0 w 418"/>
                <a:gd name="T29" fmla="*/ 645 h 906"/>
                <a:gd name="T30" fmla="*/ 46 w 418"/>
                <a:gd name="T31" fmla="*/ 705 h 906"/>
                <a:gd name="T32" fmla="*/ 104 w 418"/>
                <a:gd name="T33" fmla="*/ 665 h 906"/>
                <a:gd name="T34" fmla="*/ 113 w 418"/>
                <a:gd name="T35" fmla="*/ 661 h 906"/>
                <a:gd name="T36" fmla="*/ 153 w 418"/>
                <a:gd name="T37" fmla="*/ 661 h 906"/>
                <a:gd name="T38" fmla="*/ 164 w 418"/>
                <a:gd name="T39" fmla="*/ 672 h 906"/>
                <a:gd name="T40" fmla="*/ 164 w 418"/>
                <a:gd name="T41" fmla="*/ 906 h 906"/>
                <a:gd name="T42" fmla="*/ 318 w 418"/>
                <a:gd name="T43" fmla="*/ 573 h 906"/>
                <a:gd name="T44" fmla="*/ 418 w 418"/>
                <a:gd name="T45" fmla="*/ 210 h 906"/>
                <a:gd name="T46" fmla="*/ 376 w 418"/>
                <a:gd name="T47" fmla="*/ 0 h 906"/>
                <a:gd name="T48" fmla="*/ 160 w 418"/>
                <a:gd name="T49" fmla="*/ 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8" h="906">
                  <a:moveTo>
                    <a:pt x="160" y="0"/>
                  </a:moveTo>
                  <a:cubicBezTo>
                    <a:pt x="160" y="186"/>
                    <a:pt x="160" y="186"/>
                    <a:pt x="160" y="186"/>
                  </a:cubicBezTo>
                  <a:cubicBezTo>
                    <a:pt x="194" y="186"/>
                    <a:pt x="194" y="186"/>
                    <a:pt x="194" y="186"/>
                  </a:cubicBezTo>
                  <a:cubicBezTo>
                    <a:pt x="205" y="174"/>
                    <a:pt x="238" y="142"/>
                    <a:pt x="266" y="143"/>
                  </a:cubicBezTo>
                  <a:cubicBezTo>
                    <a:pt x="296" y="145"/>
                    <a:pt x="328" y="166"/>
                    <a:pt x="328" y="220"/>
                  </a:cubicBezTo>
                  <a:cubicBezTo>
                    <a:pt x="328" y="271"/>
                    <a:pt x="303" y="304"/>
                    <a:pt x="264" y="304"/>
                  </a:cubicBezTo>
                  <a:cubicBezTo>
                    <a:pt x="232" y="304"/>
                    <a:pt x="205" y="275"/>
                    <a:pt x="195" y="264"/>
                  </a:cubicBezTo>
                  <a:cubicBezTo>
                    <a:pt x="164" y="264"/>
                    <a:pt x="164" y="264"/>
                    <a:pt x="164" y="264"/>
                  </a:cubicBezTo>
                  <a:cubicBezTo>
                    <a:pt x="164" y="613"/>
                    <a:pt x="164" y="613"/>
                    <a:pt x="164" y="613"/>
                  </a:cubicBezTo>
                  <a:cubicBezTo>
                    <a:pt x="164" y="619"/>
                    <a:pt x="159" y="624"/>
                    <a:pt x="153" y="624"/>
                  </a:cubicBezTo>
                  <a:cubicBezTo>
                    <a:pt x="105" y="624"/>
                    <a:pt x="105" y="624"/>
                    <a:pt x="105" y="624"/>
                  </a:cubicBezTo>
                  <a:cubicBezTo>
                    <a:pt x="102" y="624"/>
                    <a:pt x="99" y="623"/>
                    <a:pt x="97" y="621"/>
                  </a:cubicBezTo>
                  <a:cubicBezTo>
                    <a:pt x="88" y="611"/>
                    <a:pt x="59" y="587"/>
                    <a:pt x="40" y="586"/>
                  </a:cubicBezTo>
                  <a:cubicBezTo>
                    <a:pt x="31" y="585"/>
                    <a:pt x="22" y="588"/>
                    <a:pt x="16" y="594"/>
                  </a:cubicBezTo>
                  <a:cubicBezTo>
                    <a:pt x="5" y="604"/>
                    <a:pt x="0" y="622"/>
                    <a:pt x="0" y="645"/>
                  </a:cubicBezTo>
                  <a:cubicBezTo>
                    <a:pt x="0" y="683"/>
                    <a:pt x="16" y="705"/>
                    <a:pt x="46" y="705"/>
                  </a:cubicBezTo>
                  <a:cubicBezTo>
                    <a:pt x="66" y="705"/>
                    <a:pt x="96" y="675"/>
                    <a:pt x="104" y="665"/>
                  </a:cubicBezTo>
                  <a:cubicBezTo>
                    <a:pt x="106" y="662"/>
                    <a:pt x="109" y="661"/>
                    <a:pt x="113" y="661"/>
                  </a:cubicBezTo>
                  <a:cubicBezTo>
                    <a:pt x="153" y="661"/>
                    <a:pt x="153" y="661"/>
                    <a:pt x="153" y="661"/>
                  </a:cubicBezTo>
                  <a:cubicBezTo>
                    <a:pt x="159" y="661"/>
                    <a:pt x="164" y="666"/>
                    <a:pt x="164" y="672"/>
                  </a:cubicBezTo>
                  <a:cubicBezTo>
                    <a:pt x="164" y="906"/>
                    <a:pt x="164" y="906"/>
                    <a:pt x="164" y="906"/>
                  </a:cubicBezTo>
                  <a:cubicBezTo>
                    <a:pt x="207" y="808"/>
                    <a:pt x="270" y="669"/>
                    <a:pt x="318" y="573"/>
                  </a:cubicBezTo>
                  <a:cubicBezTo>
                    <a:pt x="393" y="422"/>
                    <a:pt x="418" y="329"/>
                    <a:pt x="418" y="210"/>
                  </a:cubicBezTo>
                  <a:cubicBezTo>
                    <a:pt x="418" y="156"/>
                    <a:pt x="404" y="79"/>
                    <a:pt x="376" y="0"/>
                  </a:cubicBezTo>
                  <a:lnTo>
                    <a:pt x="16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7" name="Freeform 155"/>
            <p:cNvSpPr>
              <a:spLocks/>
            </p:cNvSpPr>
            <p:nvPr/>
          </p:nvSpPr>
          <p:spPr bwMode="auto">
            <a:xfrm>
              <a:off x="5116513" y="3923206"/>
              <a:ext cx="1862138" cy="768350"/>
            </a:xfrm>
            <a:custGeom>
              <a:avLst/>
              <a:gdLst>
                <a:gd name="T0" fmla="*/ 665 w 868"/>
                <a:gd name="T1" fmla="*/ 0 h 358"/>
                <a:gd name="T2" fmla="*/ 665 w 868"/>
                <a:gd name="T3" fmla="*/ 36 h 358"/>
                <a:gd name="T4" fmla="*/ 712 w 868"/>
                <a:gd name="T5" fmla="*/ 114 h 358"/>
                <a:gd name="T6" fmla="*/ 622 w 868"/>
                <a:gd name="T7" fmla="*/ 175 h 358"/>
                <a:gd name="T8" fmla="*/ 564 w 868"/>
                <a:gd name="T9" fmla="*/ 153 h 358"/>
                <a:gd name="T10" fmla="*/ 546 w 868"/>
                <a:gd name="T11" fmla="*/ 103 h 358"/>
                <a:gd name="T12" fmla="*/ 586 w 868"/>
                <a:gd name="T13" fmla="*/ 41 h 358"/>
                <a:gd name="T14" fmla="*/ 586 w 868"/>
                <a:gd name="T15" fmla="*/ 3 h 358"/>
                <a:gd name="T16" fmla="*/ 0 w 868"/>
                <a:gd name="T17" fmla="*/ 3 h 358"/>
                <a:gd name="T18" fmla="*/ 26 w 868"/>
                <a:gd name="T19" fmla="*/ 104 h 358"/>
                <a:gd name="T20" fmla="*/ 167 w 868"/>
                <a:gd name="T21" fmla="*/ 358 h 358"/>
                <a:gd name="T22" fmla="*/ 700 w 868"/>
                <a:gd name="T23" fmla="*/ 358 h 358"/>
                <a:gd name="T24" fmla="*/ 821 w 868"/>
                <a:gd name="T25" fmla="*/ 241 h 358"/>
                <a:gd name="T26" fmla="*/ 845 w 868"/>
                <a:gd name="T27" fmla="*/ 51 h 358"/>
                <a:gd name="T28" fmla="*/ 868 w 868"/>
                <a:gd name="T29" fmla="*/ 0 h 358"/>
                <a:gd name="T30" fmla="*/ 665 w 868"/>
                <a:gd name="T31" fmla="*/ 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8" h="358">
                  <a:moveTo>
                    <a:pt x="665" y="0"/>
                  </a:moveTo>
                  <a:cubicBezTo>
                    <a:pt x="665" y="36"/>
                    <a:pt x="665" y="36"/>
                    <a:pt x="665" y="36"/>
                  </a:cubicBezTo>
                  <a:cubicBezTo>
                    <a:pt x="679" y="46"/>
                    <a:pt x="715" y="75"/>
                    <a:pt x="712" y="114"/>
                  </a:cubicBezTo>
                  <a:cubicBezTo>
                    <a:pt x="709" y="152"/>
                    <a:pt x="675" y="175"/>
                    <a:pt x="622" y="175"/>
                  </a:cubicBezTo>
                  <a:cubicBezTo>
                    <a:pt x="592" y="175"/>
                    <a:pt x="574" y="163"/>
                    <a:pt x="564" y="153"/>
                  </a:cubicBezTo>
                  <a:cubicBezTo>
                    <a:pt x="552" y="139"/>
                    <a:pt x="545" y="121"/>
                    <a:pt x="546" y="103"/>
                  </a:cubicBezTo>
                  <a:cubicBezTo>
                    <a:pt x="548" y="77"/>
                    <a:pt x="575" y="51"/>
                    <a:pt x="586" y="41"/>
                  </a:cubicBezTo>
                  <a:cubicBezTo>
                    <a:pt x="586" y="3"/>
                    <a:pt x="586" y="3"/>
                    <a:pt x="586" y="3"/>
                  </a:cubicBezTo>
                  <a:cubicBezTo>
                    <a:pt x="0" y="3"/>
                    <a:pt x="0" y="3"/>
                    <a:pt x="0" y="3"/>
                  </a:cubicBezTo>
                  <a:cubicBezTo>
                    <a:pt x="16" y="45"/>
                    <a:pt x="26" y="81"/>
                    <a:pt x="26" y="104"/>
                  </a:cubicBezTo>
                  <a:cubicBezTo>
                    <a:pt x="18" y="303"/>
                    <a:pt x="126" y="358"/>
                    <a:pt x="167" y="358"/>
                  </a:cubicBezTo>
                  <a:cubicBezTo>
                    <a:pt x="315" y="358"/>
                    <a:pt x="651" y="358"/>
                    <a:pt x="700" y="358"/>
                  </a:cubicBezTo>
                  <a:cubicBezTo>
                    <a:pt x="750" y="358"/>
                    <a:pt x="799" y="291"/>
                    <a:pt x="821" y="241"/>
                  </a:cubicBezTo>
                  <a:cubicBezTo>
                    <a:pt x="844" y="190"/>
                    <a:pt x="829" y="88"/>
                    <a:pt x="845" y="51"/>
                  </a:cubicBezTo>
                  <a:cubicBezTo>
                    <a:pt x="849" y="43"/>
                    <a:pt x="857" y="25"/>
                    <a:pt x="868" y="0"/>
                  </a:cubicBezTo>
                  <a:lnTo>
                    <a:pt x="665"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8" name="Freeform 156"/>
            <p:cNvSpPr>
              <a:spLocks/>
            </p:cNvSpPr>
            <p:nvPr/>
          </p:nvSpPr>
          <p:spPr bwMode="auto">
            <a:xfrm>
              <a:off x="4314825" y="1197469"/>
              <a:ext cx="1071563" cy="2535238"/>
            </a:xfrm>
            <a:custGeom>
              <a:avLst/>
              <a:gdLst>
                <a:gd name="T0" fmla="*/ 334 w 500"/>
                <a:gd name="T1" fmla="*/ 970 h 1182"/>
                <a:gd name="T2" fmla="*/ 345 w 500"/>
                <a:gd name="T3" fmla="*/ 959 h 1182"/>
                <a:gd name="T4" fmla="*/ 398 w 500"/>
                <a:gd name="T5" fmla="*/ 959 h 1182"/>
                <a:gd name="T6" fmla="*/ 409 w 500"/>
                <a:gd name="T7" fmla="*/ 967 h 1182"/>
                <a:gd name="T8" fmla="*/ 457 w 500"/>
                <a:gd name="T9" fmla="*/ 1001 h 1182"/>
                <a:gd name="T10" fmla="*/ 486 w 500"/>
                <a:gd name="T11" fmla="*/ 992 h 1182"/>
                <a:gd name="T12" fmla="*/ 500 w 500"/>
                <a:gd name="T13" fmla="*/ 943 h 1182"/>
                <a:gd name="T14" fmla="*/ 460 w 500"/>
                <a:gd name="T15" fmla="*/ 881 h 1182"/>
                <a:gd name="T16" fmla="*/ 405 w 500"/>
                <a:gd name="T17" fmla="*/ 917 h 1182"/>
                <a:gd name="T18" fmla="*/ 395 w 500"/>
                <a:gd name="T19" fmla="*/ 924 h 1182"/>
                <a:gd name="T20" fmla="*/ 347 w 500"/>
                <a:gd name="T21" fmla="*/ 924 h 1182"/>
                <a:gd name="T22" fmla="*/ 336 w 500"/>
                <a:gd name="T23" fmla="*/ 913 h 1182"/>
                <a:gd name="T24" fmla="*/ 336 w 500"/>
                <a:gd name="T25" fmla="*/ 783 h 1182"/>
                <a:gd name="T26" fmla="*/ 334 w 500"/>
                <a:gd name="T27" fmla="*/ 778 h 1182"/>
                <a:gd name="T28" fmla="*/ 336 w 500"/>
                <a:gd name="T29" fmla="*/ 772 h 1182"/>
                <a:gd name="T30" fmla="*/ 336 w 500"/>
                <a:gd name="T31" fmla="*/ 0 h 1182"/>
                <a:gd name="T32" fmla="*/ 134 w 500"/>
                <a:gd name="T33" fmla="*/ 281 h 1182"/>
                <a:gd name="T34" fmla="*/ 221 w 500"/>
                <a:gd name="T35" fmla="*/ 959 h 1182"/>
                <a:gd name="T36" fmla="*/ 334 w 500"/>
                <a:gd name="T37" fmla="*/ 1182 h 1182"/>
                <a:gd name="T38" fmla="*/ 334 w 500"/>
                <a:gd name="T39" fmla="*/ 970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0" h="1182">
                  <a:moveTo>
                    <a:pt x="334" y="970"/>
                  </a:moveTo>
                  <a:cubicBezTo>
                    <a:pt x="334" y="964"/>
                    <a:pt x="339" y="959"/>
                    <a:pt x="345" y="959"/>
                  </a:cubicBezTo>
                  <a:cubicBezTo>
                    <a:pt x="398" y="959"/>
                    <a:pt x="398" y="959"/>
                    <a:pt x="398" y="959"/>
                  </a:cubicBezTo>
                  <a:cubicBezTo>
                    <a:pt x="403" y="959"/>
                    <a:pt x="407" y="963"/>
                    <a:pt x="409" y="967"/>
                  </a:cubicBezTo>
                  <a:cubicBezTo>
                    <a:pt x="409" y="969"/>
                    <a:pt x="418" y="999"/>
                    <a:pt x="457" y="1001"/>
                  </a:cubicBezTo>
                  <a:cubicBezTo>
                    <a:pt x="470" y="1001"/>
                    <a:pt x="479" y="998"/>
                    <a:pt x="486" y="992"/>
                  </a:cubicBezTo>
                  <a:cubicBezTo>
                    <a:pt x="495" y="983"/>
                    <a:pt x="500" y="966"/>
                    <a:pt x="500" y="943"/>
                  </a:cubicBezTo>
                  <a:cubicBezTo>
                    <a:pt x="500" y="907"/>
                    <a:pt x="493" y="882"/>
                    <a:pt x="460" y="881"/>
                  </a:cubicBezTo>
                  <a:cubicBezTo>
                    <a:pt x="420" y="880"/>
                    <a:pt x="406" y="916"/>
                    <a:pt x="405" y="917"/>
                  </a:cubicBezTo>
                  <a:cubicBezTo>
                    <a:pt x="403" y="921"/>
                    <a:pt x="399" y="924"/>
                    <a:pt x="395" y="924"/>
                  </a:cubicBezTo>
                  <a:cubicBezTo>
                    <a:pt x="347" y="924"/>
                    <a:pt x="347" y="924"/>
                    <a:pt x="347" y="924"/>
                  </a:cubicBezTo>
                  <a:cubicBezTo>
                    <a:pt x="341" y="924"/>
                    <a:pt x="336" y="919"/>
                    <a:pt x="336" y="913"/>
                  </a:cubicBezTo>
                  <a:cubicBezTo>
                    <a:pt x="336" y="783"/>
                    <a:pt x="336" y="783"/>
                    <a:pt x="336" y="783"/>
                  </a:cubicBezTo>
                  <a:cubicBezTo>
                    <a:pt x="335" y="782"/>
                    <a:pt x="334" y="780"/>
                    <a:pt x="334" y="778"/>
                  </a:cubicBezTo>
                  <a:cubicBezTo>
                    <a:pt x="334" y="776"/>
                    <a:pt x="335" y="774"/>
                    <a:pt x="336" y="772"/>
                  </a:cubicBezTo>
                  <a:cubicBezTo>
                    <a:pt x="336" y="0"/>
                    <a:pt x="336" y="0"/>
                    <a:pt x="336" y="0"/>
                  </a:cubicBezTo>
                  <a:cubicBezTo>
                    <a:pt x="254" y="67"/>
                    <a:pt x="182" y="159"/>
                    <a:pt x="134" y="281"/>
                  </a:cubicBezTo>
                  <a:cubicBezTo>
                    <a:pt x="0" y="619"/>
                    <a:pt x="191" y="899"/>
                    <a:pt x="221" y="959"/>
                  </a:cubicBezTo>
                  <a:cubicBezTo>
                    <a:pt x="238" y="992"/>
                    <a:pt x="290" y="1088"/>
                    <a:pt x="334" y="1182"/>
                  </a:cubicBezTo>
                  <a:lnTo>
                    <a:pt x="334" y="97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9" name="Freeform 157"/>
            <p:cNvSpPr>
              <a:spLocks/>
            </p:cNvSpPr>
            <p:nvPr/>
          </p:nvSpPr>
          <p:spPr bwMode="auto">
            <a:xfrm>
              <a:off x="5081588" y="1845169"/>
              <a:ext cx="928688" cy="996950"/>
            </a:xfrm>
            <a:custGeom>
              <a:avLst/>
              <a:gdLst>
                <a:gd name="T0" fmla="*/ 433 w 433"/>
                <a:gd name="T1" fmla="*/ 3 h 465"/>
                <a:gd name="T2" fmla="*/ 256 w 433"/>
                <a:gd name="T3" fmla="*/ 3 h 465"/>
                <a:gd name="T4" fmla="*/ 255 w 433"/>
                <a:gd name="T5" fmla="*/ 34 h 465"/>
                <a:gd name="T6" fmla="*/ 301 w 433"/>
                <a:gd name="T7" fmla="*/ 105 h 465"/>
                <a:gd name="T8" fmla="*/ 213 w 433"/>
                <a:gd name="T9" fmla="*/ 172 h 465"/>
                <a:gd name="T10" fmla="*/ 139 w 433"/>
                <a:gd name="T11" fmla="*/ 98 h 465"/>
                <a:gd name="T12" fmla="*/ 175 w 433"/>
                <a:gd name="T13" fmla="*/ 39 h 465"/>
                <a:gd name="T14" fmla="*/ 175 w 433"/>
                <a:gd name="T15" fmla="*/ 0 h 465"/>
                <a:gd name="T16" fmla="*/ 0 w 433"/>
                <a:gd name="T17" fmla="*/ 0 h 465"/>
                <a:gd name="T18" fmla="*/ 0 w 433"/>
                <a:gd name="T19" fmla="*/ 465 h 465"/>
                <a:gd name="T20" fmla="*/ 433 w 433"/>
                <a:gd name="T21" fmla="*/ 465 h 465"/>
                <a:gd name="T22" fmla="*/ 433 w 433"/>
                <a:gd name="T23" fmla="*/ 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3" h="465">
                  <a:moveTo>
                    <a:pt x="433" y="3"/>
                  </a:moveTo>
                  <a:cubicBezTo>
                    <a:pt x="256" y="3"/>
                    <a:pt x="256" y="3"/>
                    <a:pt x="256" y="3"/>
                  </a:cubicBezTo>
                  <a:cubicBezTo>
                    <a:pt x="255" y="34"/>
                    <a:pt x="255" y="34"/>
                    <a:pt x="255" y="34"/>
                  </a:cubicBezTo>
                  <a:cubicBezTo>
                    <a:pt x="270" y="42"/>
                    <a:pt x="302" y="63"/>
                    <a:pt x="301" y="105"/>
                  </a:cubicBezTo>
                  <a:cubicBezTo>
                    <a:pt x="300" y="142"/>
                    <a:pt x="261" y="172"/>
                    <a:pt x="213" y="172"/>
                  </a:cubicBezTo>
                  <a:cubicBezTo>
                    <a:pt x="165" y="172"/>
                    <a:pt x="139" y="134"/>
                    <a:pt x="139" y="98"/>
                  </a:cubicBezTo>
                  <a:cubicBezTo>
                    <a:pt x="139" y="70"/>
                    <a:pt x="164" y="47"/>
                    <a:pt x="175" y="39"/>
                  </a:cubicBezTo>
                  <a:cubicBezTo>
                    <a:pt x="175" y="0"/>
                    <a:pt x="175" y="0"/>
                    <a:pt x="175" y="0"/>
                  </a:cubicBezTo>
                  <a:cubicBezTo>
                    <a:pt x="0" y="0"/>
                    <a:pt x="0" y="0"/>
                    <a:pt x="0" y="0"/>
                  </a:cubicBezTo>
                  <a:cubicBezTo>
                    <a:pt x="0" y="465"/>
                    <a:pt x="0" y="465"/>
                    <a:pt x="0" y="465"/>
                  </a:cubicBezTo>
                  <a:cubicBezTo>
                    <a:pt x="433" y="465"/>
                    <a:pt x="433" y="465"/>
                    <a:pt x="433" y="465"/>
                  </a:cubicBezTo>
                  <a:lnTo>
                    <a:pt x="433" y="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211" name="Freeform 169"/>
            <p:cNvSpPr>
              <a:spLocks/>
            </p:cNvSpPr>
            <p:nvPr/>
          </p:nvSpPr>
          <p:spPr bwMode="auto">
            <a:xfrm>
              <a:off x="5348288" y="4691556"/>
              <a:ext cx="1376363" cy="1262063"/>
            </a:xfrm>
            <a:custGeom>
              <a:avLst/>
              <a:gdLst>
                <a:gd name="T0" fmla="*/ 7 w 642"/>
                <a:gd name="T1" fmla="*/ 0 h 589"/>
                <a:gd name="T2" fmla="*/ 627 w 642"/>
                <a:gd name="T3" fmla="*/ 0 h 589"/>
                <a:gd name="T4" fmla="*/ 627 w 642"/>
                <a:gd name="T5" fmla="*/ 51 h 589"/>
                <a:gd name="T6" fmla="*/ 642 w 642"/>
                <a:gd name="T7" fmla="*/ 82 h 589"/>
                <a:gd name="T8" fmla="*/ 612 w 642"/>
                <a:gd name="T9" fmla="*/ 129 h 589"/>
                <a:gd name="T10" fmla="*/ 637 w 642"/>
                <a:gd name="T11" fmla="*/ 171 h 589"/>
                <a:gd name="T12" fmla="*/ 612 w 642"/>
                <a:gd name="T13" fmla="*/ 225 h 589"/>
                <a:gd name="T14" fmla="*/ 635 w 642"/>
                <a:gd name="T15" fmla="*/ 261 h 589"/>
                <a:gd name="T16" fmla="*/ 612 w 642"/>
                <a:gd name="T17" fmla="*/ 306 h 589"/>
                <a:gd name="T18" fmla="*/ 635 w 642"/>
                <a:gd name="T19" fmla="*/ 347 h 589"/>
                <a:gd name="T20" fmla="*/ 610 w 642"/>
                <a:gd name="T21" fmla="*/ 394 h 589"/>
                <a:gd name="T22" fmla="*/ 626 w 642"/>
                <a:gd name="T23" fmla="*/ 424 h 589"/>
                <a:gd name="T24" fmla="*/ 575 w 642"/>
                <a:gd name="T25" fmla="*/ 495 h 589"/>
                <a:gd name="T26" fmla="*/ 467 w 642"/>
                <a:gd name="T27" fmla="*/ 589 h 589"/>
                <a:gd name="T28" fmla="*/ 174 w 642"/>
                <a:gd name="T29" fmla="*/ 589 h 589"/>
                <a:gd name="T30" fmla="*/ 39 w 642"/>
                <a:gd name="T31" fmla="*/ 476 h 589"/>
                <a:gd name="T32" fmla="*/ 32 w 642"/>
                <a:gd name="T33" fmla="*/ 429 h 589"/>
                <a:gd name="T34" fmla="*/ 2 w 642"/>
                <a:gd name="T35" fmla="*/ 389 h 589"/>
                <a:gd name="T36" fmla="*/ 26 w 642"/>
                <a:gd name="T37" fmla="*/ 355 h 589"/>
                <a:gd name="T38" fmla="*/ 2 w 642"/>
                <a:gd name="T39" fmla="*/ 295 h 589"/>
                <a:gd name="T40" fmla="*/ 23 w 642"/>
                <a:gd name="T41" fmla="*/ 258 h 589"/>
                <a:gd name="T42" fmla="*/ 5 w 642"/>
                <a:gd name="T43" fmla="*/ 214 h 589"/>
                <a:gd name="T44" fmla="*/ 24 w 642"/>
                <a:gd name="T45" fmla="*/ 168 h 589"/>
                <a:gd name="T46" fmla="*/ 2 w 642"/>
                <a:gd name="T47" fmla="*/ 120 h 589"/>
                <a:gd name="T48" fmla="*/ 7 w 642"/>
                <a:gd name="T49" fmla="*/ 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2" h="589">
                  <a:moveTo>
                    <a:pt x="7" y="0"/>
                  </a:moveTo>
                  <a:cubicBezTo>
                    <a:pt x="627" y="0"/>
                    <a:pt x="627" y="0"/>
                    <a:pt x="627" y="0"/>
                  </a:cubicBezTo>
                  <a:cubicBezTo>
                    <a:pt x="627" y="51"/>
                    <a:pt x="627" y="51"/>
                    <a:pt x="627" y="51"/>
                  </a:cubicBezTo>
                  <a:cubicBezTo>
                    <a:pt x="627" y="51"/>
                    <a:pt x="642" y="62"/>
                    <a:pt x="642" y="82"/>
                  </a:cubicBezTo>
                  <a:cubicBezTo>
                    <a:pt x="642" y="101"/>
                    <a:pt x="612" y="115"/>
                    <a:pt x="612" y="129"/>
                  </a:cubicBezTo>
                  <a:cubicBezTo>
                    <a:pt x="612" y="144"/>
                    <a:pt x="637" y="152"/>
                    <a:pt x="637" y="171"/>
                  </a:cubicBezTo>
                  <a:cubicBezTo>
                    <a:pt x="637" y="190"/>
                    <a:pt x="610" y="206"/>
                    <a:pt x="612" y="225"/>
                  </a:cubicBezTo>
                  <a:cubicBezTo>
                    <a:pt x="613" y="244"/>
                    <a:pt x="637" y="246"/>
                    <a:pt x="635" y="261"/>
                  </a:cubicBezTo>
                  <a:cubicBezTo>
                    <a:pt x="634" y="277"/>
                    <a:pt x="612" y="292"/>
                    <a:pt x="612" y="306"/>
                  </a:cubicBezTo>
                  <a:cubicBezTo>
                    <a:pt x="612" y="320"/>
                    <a:pt x="635" y="331"/>
                    <a:pt x="635" y="347"/>
                  </a:cubicBezTo>
                  <a:cubicBezTo>
                    <a:pt x="635" y="363"/>
                    <a:pt x="612" y="378"/>
                    <a:pt x="610" y="394"/>
                  </a:cubicBezTo>
                  <a:cubicBezTo>
                    <a:pt x="608" y="409"/>
                    <a:pt x="626" y="413"/>
                    <a:pt x="626" y="424"/>
                  </a:cubicBezTo>
                  <a:cubicBezTo>
                    <a:pt x="626" y="435"/>
                    <a:pt x="618" y="459"/>
                    <a:pt x="575" y="495"/>
                  </a:cubicBezTo>
                  <a:cubicBezTo>
                    <a:pt x="532" y="532"/>
                    <a:pt x="467" y="589"/>
                    <a:pt x="467" y="589"/>
                  </a:cubicBezTo>
                  <a:cubicBezTo>
                    <a:pt x="174" y="589"/>
                    <a:pt x="174" y="589"/>
                    <a:pt x="174" y="589"/>
                  </a:cubicBezTo>
                  <a:cubicBezTo>
                    <a:pt x="39" y="476"/>
                    <a:pt x="39" y="476"/>
                    <a:pt x="39" y="476"/>
                  </a:cubicBezTo>
                  <a:cubicBezTo>
                    <a:pt x="35" y="462"/>
                    <a:pt x="35" y="438"/>
                    <a:pt x="32" y="429"/>
                  </a:cubicBezTo>
                  <a:cubicBezTo>
                    <a:pt x="29" y="419"/>
                    <a:pt x="2" y="405"/>
                    <a:pt x="2" y="389"/>
                  </a:cubicBezTo>
                  <a:cubicBezTo>
                    <a:pt x="2" y="373"/>
                    <a:pt x="26" y="366"/>
                    <a:pt x="26" y="355"/>
                  </a:cubicBezTo>
                  <a:cubicBezTo>
                    <a:pt x="26" y="344"/>
                    <a:pt x="0" y="316"/>
                    <a:pt x="2" y="295"/>
                  </a:cubicBezTo>
                  <a:cubicBezTo>
                    <a:pt x="3" y="274"/>
                    <a:pt x="21" y="269"/>
                    <a:pt x="23" y="258"/>
                  </a:cubicBezTo>
                  <a:cubicBezTo>
                    <a:pt x="24" y="247"/>
                    <a:pt x="5" y="230"/>
                    <a:pt x="5" y="214"/>
                  </a:cubicBezTo>
                  <a:cubicBezTo>
                    <a:pt x="5" y="198"/>
                    <a:pt x="24" y="182"/>
                    <a:pt x="24" y="168"/>
                  </a:cubicBezTo>
                  <a:cubicBezTo>
                    <a:pt x="24" y="153"/>
                    <a:pt x="3" y="144"/>
                    <a:pt x="2" y="120"/>
                  </a:cubicBezTo>
                  <a:cubicBezTo>
                    <a:pt x="0" y="96"/>
                    <a:pt x="7" y="0"/>
                    <a:pt x="7"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212" name="Freeform 170"/>
            <p:cNvSpPr>
              <a:spLocks/>
            </p:cNvSpPr>
            <p:nvPr/>
          </p:nvSpPr>
          <p:spPr bwMode="auto">
            <a:xfrm>
              <a:off x="5734050" y="5993306"/>
              <a:ext cx="569913" cy="76200"/>
            </a:xfrm>
            <a:custGeom>
              <a:avLst/>
              <a:gdLst>
                <a:gd name="T0" fmla="*/ 0 w 266"/>
                <a:gd name="T1" fmla="*/ 0 h 36"/>
                <a:gd name="T2" fmla="*/ 266 w 266"/>
                <a:gd name="T3" fmla="*/ 0 h 36"/>
                <a:gd name="T4" fmla="*/ 223 w 266"/>
                <a:gd name="T5" fmla="*/ 36 h 36"/>
                <a:gd name="T6" fmla="*/ 50 w 266"/>
                <a:gd name="T7" fmla="*/ 36 h 36"/>
                <a:gd name="T8" fmla="*/ 0 w 266"/>
                <a:gd name="T9" fmla="*/ 0 h 36"/>
              </a:gdLst>
              <a:ahLst/>
              <a:cxnLst>
                <a:cxn ang="0">
                  <a:pos x="T0" y="T1"/>
                </a:cxn>
                <a:cxn ang="0">
                  <a:pos x="T2" y="T3"/>
                </a:cxn>
                <a:cxn ang="0">
                  <a:pos x="T4" y="T5"/>
                </a:cxn>
                <a:cxn ang="0">
                  <a:pos x="T6" y="T7"/>
                </a:cxn>
                <a:cxn ang="0">
                  <a:pos x="T8" y="T9"/>
                </a:cxn>
              </a:cxnLst>
              <a:rect l="0" t="0" r="r" b="b"/>
              <a:pathLst>
                <a:path w="266" h="36">
                  <a:moveTo>
                    <a:pt x="0" y="0"/>
                  </a:moveTo>
                  <a:cubicBezTo>
                    <a:pt x="266" y="0"/>
                    <a:pt x="266" y="0"/>
                    <a:pt x="266" y="0"/>
                  </a:cubicBezTo>
                  <a:cubicBezTo>
                    <a:pt x="266" y="0"/>
                    <a:pt x="237" y="36"/>
                    <a:pt x="223" y="36"/>
                  </a:cubicBezTo>
                  <a:cubicBezTo>
                    <a:pt x="209" y="36"/>
                    <a:pt x="62" y="36"/>
                    <a:pt x="50" y="36"/>
                  </a:cubicBezTo>
                  <a:cubicBezTo>
                    <a:pt x="37" y="36"/>
                    <a:pt x="0" y="0"/>
                    <a:pt x="0"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grpSp>
      <p:sp>
        <p:nvSpPr>
          <p:cNvPr id="13" name="TextBox 12"/>
          <p:cNvSpPr txBox="1"/>
          <p:nvPr/>
        </p:nvSpPr>
        <p:spPr>
          <a:xfrm>
            <a:off x="8026959" y="4198287"/>
            <a:ext cx="88012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4" name="TextBox 13"/>
          <p:cNvSpPr txBox="1"/>
          <p:nvPr/>
        </p:nvSpPr>
        <p:spPr>
          <a:xfrm>
            <a:off x="8017293"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6" name="TextBox 15"/>
          <p:cNvSpPr txBox="1"/>
          <p:nvPr/>
        </p:nvSpPr>
        <p:spPr>
          <a:xfrm>
            <a:off x="8691980"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7" name="TextBox 16"/>
          <p:cNvSpPr txBox="1"/>
          <p:nvPr/>
        </p:nvSpPr>
        <p:spPr>
          <a:xfrm>
            <a:off x="8691980"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8" name="TextBox 17"/>
          <p:cNvSpPr txBox="1"/>
          <p:nvPr/>
        </p:nvSpPr>
        <p:spPr>
          <a:xfrm>
            <a:off x="7906501"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20" name="TextBox 19"/>
          <p:cNvSpPr txBox="1"/>
          <p:nvPr/>
        </p:nvSpPr>
        <p:spPr>
          <a:xfrm>
            <a:off x="7093702" y="2230671"/>
            <a:ext cx="623888" cy="477054"/>
          </a:xfrm>
          <a:prstGeom prst="rect">
            <a:avLst/>
          </a:prstGeom>
          <a:noFill/>
          <a:ln>
            <a:noFill/>
          </a:ln>
        </p:spPr>
        <p:txBody>
          <a:bodyPr wrap="square" rtlCol="0">
            <a:spAutoFit/>
          </a:bodyPr>
          <a:lstStyle/>
          <a:p>
            <a:pPr algn="ctr" fontAlgn="auto">
              <a:spcBef>
                <a:spcPts val="0"/>
              </a:spcBef>
              <a:spcAft>
                <a:spcPts val="0"/>
              </a:spcAft>
            </a:pPr>
            <a:r>
              <a:rPr lang="en-US" sz="2500" dirty="0" smtClean="0">
                <a:solidFill>
                  <a:prstClr val="white"/>
                </a:solidFill>
                <a:latin typeface="FontAwesome" pitchFamily="2" charset="0"/>
              </a:rPr>
              <a:t></a:t>
            </a:r>
            <a:endParaRPr lang="en-US" sz="2500" dirty="0">
              <a:solidFill>
                <a:prstClr val="white"/>
              </a:solidFill>
              <a:latin typeface="Calibri Light" panose="020F0302020204030204"/>
            </a:endParaRPr>
          </a:p>
        </p:txBody>
      </p:sp>
      <p:sp>
        <p:nvSpPr>
          <p:cNvPr id="23" name="TextBox 22"/>
          <p:cNvSpPr txBox="1"/>
          <p:nvPr/>
        </p:nvSpPr>
        <p:spPr>
          <a:xfrm>
            <a:off x="601662" y="2519974"/>
            <a:ext cx="7496593" cy="2062103"/>
          </a:xfrm>
          <a:prstGeom prst="rect">
            <a:avLst/>
          </a:prstGeom>
          <a:noFill/>
        </p:spPr>
        <p:txBody>
          <a:bodyPr wrap="square" rtlCol="0">
            <a:spAutoFit/>
          </a:bodyPr>
          <a:lstStyle/>
          <a:p>
            <a:pPr algn="ctr" rtl="1"/>
            <a:r>
              <a:rPr lang="ar-JO" sz="3200" b="1" dirty="0"/>
              <a:t>نظراً لحداثة مصطلح المدرسة الافتراضية شأنه في ذلك شأن الكثير من المصطلحات التعليمية الجديدة المعتمدة على توظيف التكنولوجيا في التعليم، وهنا يمكن التمييز بين نوعين من التعريفات التي تناولت هذا المفهوم:</a:t>
            </a:r>
            <a:endParaRPr lang="en-US" sz="3200" b="1" dirty="0"/>
          </a:p>
        </p:txBody>
      </p:sp>
      <p:sp>
        <p:nvSpPr>
          <p:cNvPr id="30" name="Title 2"/>
          <p:cNvSpPr txBox="1">
            <a:spLocks/>
          </p:cNvSpPr>
          <p:nvPr/>
        </p:nvSpPr>
        <p:spPr>
          <a:xfrm>
            <a:off x="1104900" y="201126"/>
            <a:ext cx="10670333" cy="830923"/>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r" rtl="1"/>
            <a:r>
              <a:rPr lang="ar-JO" sz="4000" u="sng" dirty="0" smtClean="0">
                <a:solidFill>
                  <a:schemeClr val="accent2"/>
                </a:solidFill>
              </a:rPr>
              <a:t>ب</a:t>
            </a:r>
            <a:r>
              <a:rPr lang="ar-SA" sz="4000" u="sng" dirty="0" smtClean="0">
                <a:solidFill>
                  <a:schemeClr val="accent2"/>
                </a:solidFill>
              </a:rPr>
              <a:t> </a:t>
            </a:r>
            <a:r>
              <a:rPr lang="ar-JO" sz="4000" u="sng" dirty="0" smtClean="0">
                <a:solidFill>
                  <a:schemeClr val="accent2"/>
                </a:solidFill>
              </a:rPr>
              <a:t>- </a:t>
            </a:r>
            <a:r>
              <a:rPr lang="ar-JO" sz="4000" u="sng" dirty="0">
                <a:solidFill>
                  <a:schemeClr val="accent2"/>
                </a:solidFill>
              </a:rPr>
              <a:t>المدرسة الافتراضية </a:t>
            </a:r>
            <a:r>
              <a:rPr lang="en-US" sz="4000" u="sng" dirty="0">
                <a:solidFill>
                  <a:schemeClr val="accent2"/>
                </a:solidFill>
              </a:rPr>
              <a:t>Virtual School</a:t>
            </a:r>
          </a:p>
        </p:txBody>
      </p:sp>
      <p:sp>
        <p:nvSpPr>
          <p:cNvPr id="2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0030916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750"/>
                            </p:stCondLst>
                            <p:childTnLst>
                              <p:par>
                                <p:cTn id="9" presetID="10" presetClass="entr" presetSubtype="0" fill="hold" nodeType="afterEffect">
                                  <p:stCondLst>
                                    <p:cond delay="250"/>
                                  </p:stCondLst>
                                  <p:childTnLst>
                                    <p:set>
                                      <p:cBhvr>
                                        <p:cTn id="10" dur="1" fill="hold">
                                          <p:stCondLst>
                                            <p:cond delay="0"/>
                                          </p:stCondLst>
                                        </p:cTn>
                                        <p:tgtEl>
                                          <p:spTgt spid="3221"/>
                                        </p:tgtEl>
                                        <p:attrNameLst>
                                          <p:attrName>style.visibility</p:attrName>
                                        </p:attrNameLst>
                                      </p:cBhvr>
                                      <p:to>
                                        <p:strVal val="visible"/>
                                      </p:to>
                                    </p:set>
                                    <p:animEffect transition="in" filter="fade">
                                      <p:cBhvr>
                                        <p:cTn id="11" dur="500"/>
                                        <p:tgtEl>
                                          <p:spTgt spid="3221"/>
                                        </p:tgtEl>
                                      </p:cBhvr>
                                    </p:animEffect>
                                  </p:childTnLst>
                                </p:cTn>
                              </p:par>
                            </p:childTnLst>
                          </p:cTn>
                        </p:par>
                        <p:par>
                          <p:cTn id="12" fill="hold">
                            <p:stCondLst>
                              <p:cond delay="1500"/>
                            </p:stCondLst>
                            <p:childTnLst>
                              <p:par>
                                <p:cTn id="13" presetID="10" presetClass="entr" presetSubtype="0" fill="hold" grpId="0" nodeType="afterEffect">
                                  <p:stCondLst>
                                    <p:cond delay="25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30"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971223" y="461896"/>
            <a:ext cx="3406814" cy="868070"/>
          </a:xfrm>
        </p:spPr>
        <p:txBody>
          <a:bodyPr>
            <a:noAutofit/>
          </a:bodyPr>
          <a:lstStyle/>
          <a:p>
            <a:pPr algn="r" rtl="1"/>
            <a:r>
              <a:rPr lang="ar-JO" u="sng" dirty="0">
                <a:solidFill>
                  <a:srgbClr val="2E75B6"/>
                </a:solidFill>
              </a:rPr>
              <a:t>النوع الأول</a:t>
            </a:r>
            <a:endParaRPr lang="en-AU" u="sng" dirty="0">
              <a:solidFill>
                <a:srgbClr val="2E75B6"/>
              </a:solidFill>
            </a:endParaRPr>
          </a:p>
        </p:txBody>
      </p:sp>
      <p:grpSp>
        <p:nvGrpSpPr>
          <p:cNvPr id="9" name="Group 8"/>
          <p:cNvGrpSpPr/>
          <p:nvPr/>
        </p:nvGrpSpPr>
        <p:grpSpPr>
          <a:xfrm flipH="1">
            <a:off x="8194609" y="1618627"/>
            <a:ext cx="2036505" cy="4117068"/>
            <a:chOff x="7018338" y="1674638"/>
            <a:chExt cx="2282826" cy="4615039"/>
          </a:xfrm>
        </p:grpSpPr>
        <p:sp>
          <p:nvSpPr>
            <p:cNvPr id="10" name="Freeform 9"/>
            <p:cNvSpPr>
              <a:spLocks/>
            </p:cNvSpPr>
            <p:nvPr/>
          </p:nvSpPr>
          <p:spPr bwMode="auto">
            <a:xfrm>
              <a:off x="8302626" y="1674638"/>
              <a:ext cx="998538" cy="4549189"/>
            </a:xfrm>
            <a:custGeom>
              <a:avLst/>
              <a:gdLst>
                <a:gd name="connsiteX0" fmla="*/ 85632 w 998538"/>
                <a:gd name="connsiteY0" fmla="*/ 846282 h 4549189"/>
                <a:gd name="connsiteX1" fmla="*/ 85632 w 998538"/>
                <a:gd name="connsiteY1" fmla="*/ 846283 h 4549189"/>
                <a:gd name="connsiteX2" fmla="*/ 85632 w 998538"/>
                <a:gd name="connsiteY2" fmla="*/ 846282 h 4549189"/>
                <a:gd name="connsiteX3" fmla="*/ 88070 w 998538"/>
                <a:gd name="connsiteY3" fmla="*/ 789505 h 4549189"/>
                <a:gd name="connsiteX4" fmla="*/ 101322 w 998538"/>
                <a:gd name="connsiteY4" fmla="*/ 814904 h 4549189"/>
                <a:gd name="connsiteX5" fmla="*/ 85632 w 998538"/>
                <a:gd name="connsiteY5" fmla="*/ 846282 h 4549189"/>
                <a:gd name="connsiteX6" fmla="*/ 86851 w 998538"/>
                <a:gd name="connsiteY6" fmla="*/ 817893 h 4549189"/>
                <a:gd name="connsiteX7" fmla="*/ 89433 w 998538"/>
                <a:gd name="connsiteY7" fmla="*/ 757738 h 4549189"/>
                <a:gd name="connsiteX8" fmla="*/ 89433 w 998538"/>
                <a:gd name="connsiteY8" fmla="*/ 757739 h 4549189"/>
                <a:gd name="connsiteX9" fmla="*/ 89433 w 998538"/>
                <a:gd name="connsiteY9" fmla="*/ 757738 h 4549189"/>
                <a:gd name="connsiteX10" fmla="*/ 0 w 998538"/>
                <a:gd name="connsiteY10" fmla="*/ 0 h 4549189"/>
                <a:gd name="connsiteX11" fmla="*/ 3918 w 998538"/>
                <a:gd name="connsiteY11" fmla="*/ 0 h 4549189"/>
                <a:gd name="connsiteX12" fmla="*/ 69769 w 998538"/>
                <a:gd name="connsiteY12" fmla="*/ 0 h 4549189"/>
                <a:gd name="connsiteX13" fmla="*/ 84859 w 998538"/>
                <a:gd name="connsiteY13" fmla="*/ 16463 h 4549189"/>
                <a:gd name="connsiteX14" fmla="*/ 101322 w 998538"/>
                <a:gd name="connsiteY14" fmla="*/ 32925 h 4549189"/>
                <a:gd name="connsiteX15" fmla="*/ 101322 w 998538"/>
                <a:gd name="connsiteY15" fmla="*/ 80942 h 4549189"/>
                <a:gd name="connsiteX16" fmla="*/ 117785 w 998538"/>
                <a:gd name="connsiteY16" fmla="*/ 97405 h 4549189"/>
                <a:gd name="connsiteX17" fmla="*/ 134247 w 998538"/>
                <a:gd name="connsiteY17" fmla="*/ 130330 h 4549189"/>
                <a:gd name="connsiteX18" fmla="*/ 200098 w 998538"/>
                <a:gd name="connsiteY18" fmla="*/ 179718 h 4549189"/>
                <a:gd name="connsiteX19" fmla="*/ 231651 w 998538"/>
                <a:gd name="connsiteY19" fmla="*/ 227735 h 4549189"/>
                <a:gd name="connsiteX20" fmla="*/ 231651 w 998538"/>
                <a:gd name="connsiteY20" fmla="*/ 260660 h 4549189"/>
                <a:gd name="connsiteX21" fmla="*/ 231651 w 998538"/>
                <a:gd name="connsiteY21" fmla="*/ 293585 h 4549189"/>
                <a:gd name="connsiteX22" fmla="*/ 215189 w 998538"/>
                <a:gd name="connsiteY22" fmla="*/ 277123 h 4549189"/>
                <a:gd name="connsiteX23" fmla="*/ 231651 w 998538"/>
                <a:gd name="connsiteY23" fmla="*/ 423915 h 4549189"/>
                <a:gd name="connsiteX24" fmla="*/ 167173 w 998538"/>
                <a:gd name="connsiteY24" fmla="*/ 651648 h 4549189"/>
                <a:gd name="connsiteX25" fmla="*/ 150710 w 998538"/>
                <a:gd name="connsiteY25" fmla="*/ 684574 h 4549189"/>
                <a:gd name="connsiteX26" fmla="*/ 134247 w 998538"/>
                <a:gd name="connsiteY26" fmla="*/ 684574 h 4549189"/>
                <a:gd name="connsiteX27" fmla="*/ 134247 w 998538"/>
                <a:gd name="connsiteY27" fmla="*/ 717499 h 4549189"/>
                <a:gd name="connsiteX28" fmla="*/ 264577 w 998538"/>
                <a:gd name="connsiteY28" fmla="*/ 783350 h 4549189"/>
                <a:gd name="connsiteX29" fmla="*/ 346890 w 998538"/>
                <a:gd name="connsiteY29" fmla="*/ 783350 h 4549189"/>
                <a:gd name="connsiteX30" fmla="*/ 394907 w 998538"/>
                <a:gd name="connsiteY30" fmla="*/ 798441 h 4549189"/>
                <a:gd name="connsiteX31" fmla="*/ 427832 w 998538"/>
                <a:gd name="connsiteY31" fmla="*/ 814904 h 4549189"/>
                <a:gd name="connsiteX32" fmla="*/ 477220 w 998538"/>
                <a:gd name="connsiteY32" fmla="*/ 1011084 h 4549189"/>
                <a:gd name="connsiteX33" fmla="*/ 493683 w 998538"/>
                <a:gd name="connsiteY33" fmla="*/ 1157876 h 4549189"/>
                <a:gd name="connsiteX34" fmla="*/ 493683 w 998538"/>
                <a:gd name="connsiteY34" fmla="*/ 1223727 h 4549189"/>
                <a:gd name="connsiteX35" fmla="*/ 493683 w 998538"/>
                <a:gd name="connsiteY35" fmla="*/ 1271743 h 4549189"/>
                <a:gd name="connsiteX36" fmla="*/ 427832 w 998538"/>
                <a:gd name="connsiteY36" fmla="*/ 1370519 h 4549189"/>
                <a:gd name="connsiteX37" fmla="*/ 411369 w 998538"/>
                <a:gd name="connsiteY37" fmla="*/ 1484386 h 4549189"/>
                <a:gd name="connsiteX38" fmla="*/ 361981 w 998538"/>
                <a:gd name="connsiteY38" fmla="*/ 1565327 h 4549189"/>
                <a:gd name="connsiteX39" fmla="*/ 346890 w 998538"/>
                <a:gd name="connsiteY39" fmla="*/ 1598253 h 4549189"/>
                <a:gd name="connsiteX40" fmla="*/ 330427 w 998538"/>
                <a:gd name="connsiteY40" fmla="*/ 1614715 h 4549189"/>
                <a:gd name="connsiteX41" fmla="*/ 281039 w 998538"/>
                <a:gd name="connsiteY41" fmla="*/ 1647641 h 4549189"/>
                <a:gd name="connsiteX42" fmla="*/ 248114 w 998538"/>
                <a:gd name="connsiteY42" fmla="*/ 1662732 h 4549189"/>
                <a:gd name="connsiteX43" fmla="*/ 264577 w 998538"/>
                <a:gd name="connsiteY43" fmla="*/ 1794433 h 4549189"/>
                <a:gd name="connsiteX44" fmla="*/ 264577 w 998538"/>
                <a:gd name="connsiteY44" fmla="*/ 1941225 h 4549189"/>
                <a:gd name="connsiteX45" fmla="*/ 313965 w 998538"/>
                <a:gd name="connsiteY45" fmla="*/ 2201884 h 4549189"/>
                <a:gd name="connsiteX46" fmla="*/ 361981 w 998538"/>
                <a:gd name="connsiteY46" fmla="*/ 2479006 h 4549189"/>
                <a:gd name="connsiteX47" fmla="*/ 411369 w 998538"/>
                <a:gd name="connsiteY47" fmla="*/ 2967399 h 4549189"/>
                <a:gd name="connsiteX48" fmla="*/ 394907 w 998538"/>
                <a:gd name="connsiteY48" fmla="*/ 2967399 h 4549189"/>
                <a:gd name="connsiteX49" fmla="*/ 444295 w 998538"/>
                <a:gd name="connsiteY49" fmla="*/ 3114191 h 4549189"/>
                <a:gd name="connsiteX50" fmla="*/ 477220 w 998538"/>
                <a:gd name="connsiteY50" fmla="*/ 3212967 h 4549189"/>
                <a:gd name="connsiteX51" fmla="*/ 477220 w 998538"/>
                <a:gd name="connsiteY51" fmla="*/ 3277446 h 4549189"/>
                <a:gd name="connsiteX52" fmla="*/ 558162 w 998538"/>
                <a:gd name="connsiteY52" fmla="*/ 3620419 h 4549189"/>
                <a:gd name="connsiteX53" fmla="*/ 672028 w 998538"/>
                <a:gd name="connsiteY53" fmla="*/ 3994945 h 4549189"/>
                <a:gd name="connsiteX54" fmla="*/ 704954 w 998538"/>
                <a:gd name="connsiteY54" fmla="*/ 4060796 h 4549189"/>
                <a:gd name="connsiteX55" fmla="*/ 835284 w 998538"/>
                <a:gd name="connsiteY55" fmla="*/ 4354380 h 4549189"/>
                <a:gd name="connsiteX56" fmla="*/ 884672 w 998538"/>
                <a:gd name="connsiteY56" fmla="*/ 4354380 h 4549189"/>
                <a:gd name="connsiteX57" fmla="*/ 901134 w 998538"/>
                <a:gd name="connsiteY57" fmla="*/ 4370843 h 4549189"/>
                <a:gd name="connsiteX58" fmla="*/ 917597 w 998538"/>
                <a:gd name="connsiteY58" fmla="*/ 4387306 h 4549189"/>
                <a:gd name="connsiteX59" fmla="*/ 917597 w 998538"/>
                <a:gd name="connsiteY59" fmla="*/ 4402397 h 4549189"/>
                <a:gd name="connsiteX60" fmla="*/ 949150 w 998538"/>
                <a:gd name="connsiteY60" fmla="*/ 4451785 h 4549189"/>
                <a:gd name="connsiteX61" fmla="*/ 982075 w 998538"/>
                <a:gd name="connsiteY61" fmla="*/ 4468247 h 4549189"/>
                <a:gd name="connsiteX62" fmla="*/ 982075 w 998538"/>
                <a:gd name="connsiteY62" fmla="*/ 4484710 h 4549189"/>
                <a:gd name="connsiteX63" fmla="*/ 998538 w 998538"/>
                <a:gd name="connsiteY63" fmla="*/ 4517635 h 4549189"/>
                <a:gd name="connsiteX64" fmla="*/ 982075 w 998538"/>
                <a:gd name="connsiteY64" fmla="*/ 4534098 h 4549189"/>
                <a:gd name="connsiteX65" fmla="*/ 965613 w 998538"/>
                <a:gd name="connsiteY65" fmla="*/ 4549189 h 4549189"/>
                <a:gd name="connsiteX66" fmla="*/ 868209 w 998538"/>
                <a:gd name="connsiteY66" fmla="*/ 4549189 h 4549189"/>
                <a:gd name="connsiteX67" fmla="*/ 785896 w 998538"/>
                <a:gd name="connsiteY67" fmla="*/ 4549189 h 4549189"/>
                <a:gd name="connsiteX68" fmla="*/ 770804 w 998538"/>
                <a:gd name="connsiteY68" fmla="*/ 4549189 h 4549189"/>
                <a:gd name="connsiteX69" fmla="*/ 754342 w 998538"/>
                <a:gd name="connsiteY69" fmla="*/ 4534098 h 4549189"/>
                <a:gd name="connsiteX70" fmla="*/ 721416 w 998538"/>
                <a:gd name="connsiteY70" fmla="*/ 4451785 h 4549189"/>
                <a:gd name="connsiteX71" fmla="*/ 704954 w 998538"/>
                <a:gd name="connsiteY71" fmla="*/ 4418859 h 4549189"/>
                <a:gd name="connsiteX72" fmla="*/ 655566 w 998538"/>
                <a:gd name="connsiteY72" fmla="*/ 4354380 h 4549189"/>
                <a:gd name="connsiteX73" fmla="*/ 640475 w 998538"/>
                <a:gd name="connsiteY73" fmla="*/ 4321455 h 4549189"/>
                <a:gd name="connsiteX74" fmla="*/ 624013 w 998538"/>
                <a:gd name="connsiteY74" fmla="*/ 4321455 h 4549189"/>
                <a:gd name="connsiteX75" fmla="*/ 607550 w 998538"/>
                <a:gd name="connsiteY75" fmla="*/ 4354380 h 4549189"/>
                <a:gd name="connsiteX76" fmla="*/ 624013 w 998538"/>
                <a:gd name="connsiteY76" fmla="*/ 4468247 h 4549189"/>
                <a:gd name="connsiteX77" fmla="*/ 574625 w 998538"/>
                <a:gd name="connsiteY77" fmla="*/ 4451785 h 4549189"/>
                <a:gd name="connsiteX78" fmla="*/ 558162 w 998538"/>
                <a:gd name="connsiteY78" fmla="*/ 4354380 h 4549189"/>
                <a:gd name="connsiteX79" fmla="*/ 525236 w 998538"/>
                <a:gd name="connsiteY79" fmla="*/ 4288529 h 4549189"/>
                <a:gd name="connsiteX80" fmla="*/ 508773 w 998538"/>
                <a:gd name="connsiteY80" fmla="*/ 4240514 h 4549189"/>
                <a:gd name="connsiteX81" fmla="*/ 493683 w 998538"/>
                <a:gd name="connsiteY81" fmla="*/ 4224051 h 4549189"/>
                <a:gd name="connsiteX82" fmla="*/ 508773 w 998538"/>
                <a:gd name="connsiteY82" fmla="*/ 4207588 h 4549189"/>
                <a:gd name="connsiteX83" fmla="*/ 525236 w 998538"/>
                <a:gd name="connsiteY83" fmla="*/ 4207588 h 4549189"/>
                <a:gd name="connsiteX84" fmla="*/ 525236 w 998538"/>
                <a:gd name="connsiteY84" fmla="*/ 4158200 h 4549189"/>
                <a:gd name="connsiteX85" fmla="*/ 525236 w 998538"/>
                <a:gd name="connsiteY85" fmla="*/ 4125275 h 4549189"/>
                <a:gd name="connsiteX86" fmla="*/ 558162 w 998538"/>
                <a:gd name="connsiteY86" fmla="*/ 4110184 h 4549189"/>
                <a:gd name="connsiteX87" fmla="*/ 558162 w 998538"/>
                <a:gd name="connsiteY87" fmla="*/ 4093721 h 4549189"/>
                <a:gd name="connsiteX88" fmla="*/ 558162 w 998538"/>
                <a:gd name="connsiteY88" fmla="*/ 4077258 h 4549189"/>
                <a:gd name="connsiteX89" fmla="*/ 541698 w 998538"/>
                <a:gd name="connsiteY89" fmla="*/ 4044333 h 4549189"/>
                <a:gd name="connsiteX90" fmla="*/ 394907 w 998538"/>
                <a:gd name="connsiteY90" fmla="*/ 3767211 h 4549189"/>
                <a:gd name="connsiteX91" fmla="*/ 297502 w 998538"/>
                <a:gd name="connsiteY91" fmla="*/ 3571031 h 4549189"/>
                <a:gd name="connsiteX92" fmla="*/ 248114 w 998538"/>
                <a:gd name="connsiteY92" fmla="*/ 3457164 h 4549189"/>
                <a:gd name="connsiteX93" fmla="*/ 248114 w 998538"/>
                <a:gd name="connsiteY93" fmla="*/ 3359759 h 4549189"/>
                <a:gd name="connsiteX94" fmla="*/ 231651 w 998538"/>
                <a:gd name="connsiteY94" fmla="*/ 3326834 h 4549189"/>
                <a:gd name="connsiteX95" fmla="*/ 150710 w 998538"/>
                <a:gd name="connsiteY95" fmla="*/ 3180042 h 4549189"/>
                <a:gd name="connsiteX96" fmla="*/ 101322 w 998538"/>
                <a:gd name="connsiteY96" fmla="*/ 3082638 h 4549189"/>
                <a:gd name="connsiteX97" fmla="*/ 101322 w 998538"/>
                <a:gd name="connsiteY97" fmla="*/ 3033249 h 4549189"/>
                <a:gd name="connsiteX98" fmla="*/ 101322 w 998538"/>
                <a:gd name="connsiteY98" fmla="*/ 3000324 h 4549189"/>
                <a:gd name="connsiteX99" fmla="*/ 0 w 998538"/>
                <a:gd name="connsiteY99" fmla="*/ 3000324 h 4549189"/>
                <a:gd name="connsiteX100" fmla="*/ 0 w 998538"/>
                <a:gd name="connsiteY100" fmla="*/ 2563071 h 4549189"/>
                <a:gd name="connsiteX101" fmla="*/ 3917 w 998538"/>
                <a:gd name="connsiteY101" fmla="*/ 2543485 h 4549189"/>
                <a:gd name="connsiteX102" fmla="*/ 36843 w 998538"/>
                <a:gd name="connsiteY102" fmla="*/ 2446081 h 4549189"/>
                <a:gd name="connsiteX103" fmla="*/ 84859 w 998538"/>
                <a:gd name="connsiteY103" fmla="*/ 2332214 h 4549189"/>
                <a:gd name="connsiteX104" fmla="*/ 167173 w 998538"/>
                <a:gd name="connsiteY104" fmla="*/ 2119571 h 4549189"/>
                <a:gd name="connsiteX105" fmla="*/ 101322 w 998538"/>
                <a:gd name="connsiteY105" fmla="*/ 2185421 h 4549189"/>
                <a:gd name="connsiteX106" fmla="*/ 69768 w 998538"/>
                <a:gd name="connsiteY106" fmla="*/ 2234809 h 4549189"/>
                <a:gd name="connsiteX107" fmla="*/ 53305 w 998538"/>
                <a:gd name="connsiteY107" fmla="*/ 2282826 h 4549189"/>
                <a:gd name="connsiteX108" fmla="*/ 3917 w 998538"/>
                <a:gd name="connsiteY108" fmla="*/ 2413155 h 4549189"/>
                <a:gd name="connsiteX109" fmla="*/ 0 w 998538"/>
                <a:gd name="connsiteY109" fmla="*/ 2424907 h 4549189"/>
                <a:gd name="connsiteX110" fmla="*/ 0 w 998538"/>
                <a:gd name="connsiteY110" fmla="*/ 1976855 h 4549189"/>
                <a:gd name="connsiteX111" fmla="*/ 20380 w 998538"/>
                <a:gd name="connsiteY111" fmla="*/ 1972779 h 4549189"/>
                <a:gd name="connsiteX112" fmla="*/ 215189 w 998538"/>
                <a:gd name="connsiteY112" fmla="*/ 1941225 h 4549189"/>
                <a:gd name="connsiteX113" fmla="*/ 20380 w 998538"/>
                <a:gd name="connsiteY113" fmla="*/ 1941225 h 4549189"/>
                <a:gd name="connsiteX114" fmla="*/ 0 w 998538"/>
                <a:gd name="connsiteY114" fmla="*/ 1941225 h 4549189"/>
                <a:gd name="connsiteX115" fmla="*/ 0 w 998538"/>
                <a:gd name="connsiteY115" fmla="*/ 1670674 h 4549189"/>
                <a:gd name="connsiteX116" fmla="*/ 36843 w 998538"/>
                <a:gd name="connsiteY116" fmla="*/ 1662732 h 4549189"/>
                <a:gd name="connsiteX117" fmla="*/ 183635 w 998538"/>
                <a:gd name="connsiteY117" fmla="*/ 1647641 h 4549189"/>
                <a:gd name="connsiteX118" fmla="*/ 36844 w 998538"/>
                <a:gd name="connsiteY118" fmla="*/ 1647641 h 4549189"/>
                <a:gd name="connsiteX119" fmla="*/ 0 w 998538"/>
                <a:gd name="connsiteY119" fmla="*/ 1650875 h 4549189"/>
                <a:gd name="connsiteX120" fmla="*/ 0 w 998538"/>
                <a:gd name="connsiteY120" fmla="*/ 1397945 h 4549189"/>
                <a:gd name="connsiteX121" fmla="*/ 53306 w 998538"/>
                <a:gd name="connsiteY121" fmla="*/ 1402072 h 4549189"/>
                <a:gd name="connsiteX122" fmla="*/ 53306 w 998538"/>
                <a:gd name="connsiteY122" fmla="*/ 1402073 h 4549189"/>
                <a:gd name="connsiteX123" fmla="*/ 231651 w 998538"/>
                <a:gd name="connsiteY123" fmla="*/ 1385610 h 4549189"/>
                <a:gd name="connsiteX124" fmla="*/ 264577 w 998538"/>
                <a:gd name="connsiteY124" fmla="*/ 1238817 h 4549189"/>
                <a:gd name="connsiteX125" fmla="*/ 281039 w 998538"/>
                <a:gd name="connsiteY125" fmla="*/ 1207264 h 4549189"/>
                <a:gd name="connsiteX126" fmla="*/ 297502 w 998538"/>
                <a:gd name="connsiteY126" fmla="*/ 1141414 h 4549189"/>
                <a:gd name="connsiteX127" fmla="*/ 313965 w 998538"/>
                <a:gd name="connsiteY127" fmla="*/ 1011084 h 4549189"/>
                <a:gd name="connsiteX128" fmla="*/ 330427 w 998538"/>
                <a:gd name="connsiteY128" fmla="*/ 913680 h 4549189"/>
                <a:gd name="connsiteX129" fmla="*/ 297502 w 998538"/>
                <a:gd name="connsiteY129" fmla="*/ 978158 h 4549189"/>
                <a:gd name="connsiteX130" fmla="*/ 281039 w 998538"/>
                <a:gd name="connsiteY130" fmla="*/ 1027546 h 4549189"/>
                <a:gd name="connsiteX131" fmla="*/ 281039 w 998538"/>
                <a:gd name="connsiteY131" fmla="*/ 1060472 h 4549189"/>
                <a:gd name="connsiteX132" fmla="*/ 297502 w 998538"/>
                <a:gd name="connsiteY132" fmla="*/ 1108488 h 4549189"/>
                <a:gd name="connsiteX133" fmla="*/ 281039 w 998538"/>
                <a:gd name="connsiteY133" fmla="*/ 1141414 h 4549189"/>
                <a:gd name="connsiteX134" fmla="*/ 248114 w 998538"/>
                <a:gd name="connsiteY134" fmla="*/ 1207264 h 4549189"/>
                <a:gd name="connsiteX135" fmla="*/ 215189 w 998538"/>
                <a:gd name="connsiteY135" fmla="*/ 1271743 h 4549189"/>
                <a:gd name="connsiteX136" fmla="*/ 200098 w 998538"/>
                <a:gd name="connsiteY136" fmla="*/ 1354056 h 4549189"/>
                <a:gd name="connsiteX137" fmla="*/ 150710 w 998538"/>
                <a:gd name="connsiteY137" fmla="*/ 1354056 h 4549189"/>
                <a:gd name="connsiteX138" fmla="*/ 101322 w 998538"/>
                <a:gd name="connsiteY138" fmla="*/ 1354056 h 4549189"/>
                <a:gd name="connsiteX139" fmla="*/ 84859 w 998538"/>
                <a:gd name="connsiteY139" fmla="*/ 1370519 h 4549189"/>
                <a:gd name="connsiteX140" fmla="*/ 53306 w 998538"/>
                <a:gd name="connsiteY140" fmla="*/ 1385609 h 4549189"/>
                <a:gd name="connsiteX141" fmla="*/ 53305 w 998538"/>
                <a:gd name="connsiteY141" fmla="*/ 1385610 h 4549189"/>
                <a:gd name="connsiteX142" fmla="*/ 53305 w 998538"/>
                <a:gd name="connsiteY142" fmla="*/ 1385609 h 4549189"/>
                <a:gd name="connsiteX143" fmla="*/ 0 w 998538"/>
                <a:gd name="connsiteY143" fmla="*/ 1385609 h 4549189"/>
                <a:gd name="connsiteX144" fmla="*/ 0 w 998538"/>
                <a:gd name="connsiteY144" fmla="*/ 990628 h 4549189"/>
                <a:gd name="connsiteX145" fmla="*/ 84859 w 998538"/>
                <a:gd name="connsiteY145" fmla="*/ 913679 h 4549189"/>
                <a:gd name="connsiteX146" fmla="*/ 101322 w 998538"/>
                <a:gd name="connsiteY146" fmla="*/ 897217 h 4549189"/>
                <a:gd name="connsiteX147" fmla="*/ 134247 w 998538"/>
                <a:gd name="connsiteY147" fmla="*/ 864292 h 4549189"/>
                <a:gd name="connsiteX148" fmla="*/ 134247 w 998538"/>
                <a:gd name="connsiteY148" fmla="*/ 814904 h 4549189"/>
                <a:gd name="connsiteX149" fmla="*/ 134247 w 998538"/>
                <a:gd name="connsiteY149" fmla="*/ 783350 h 4549189"/>
                <a:gd name="connsiteX150" fmla="*/ 101322 w 998538"/>
                <a:gd name="connsiteY150" fmla="*/ 733962 h 4549189"/>
                <a:gd name="connsiteX151" fmla="*/ 89433 w 998538"/>
                <a:gd name="connsiteY151" fmla="*/ 757738 h 4549189"/>
                <a:gd name="connsiteX152" fmla="*/ 91459 w 998538"/>
                <a:gd name="connsiteY152" fmla="*/ 710556 h 4549189"/>
                <a:gd name="connsiteX153" fmla="*/ 117785 w 998538"/>
                <a:gd name="connsiteY153" fmla="*/ 97406 h 4549189"/>
                <a:gd name="connsiteX154" fmla="*/ 117784 w 998538"/>
                <a:gd name="connsiteY154" fmla="*/ 97407 h 4549189"/>
                <a:gd name="connsiteX155" fmla="*/ 91459 w 998538"/>
                <a:gd name="connsiteY155" fmla="*/ 710556 h 4549189"/>
                <a:gd name="connsiteX156" fmla="*/ 89433 w 998538"/>
                <a:gd name="connsiteY156" fmla="*/ 757738 h 4549189"/>
                <a:gd name="connsiteX157" fmla="*/ 88070 w 998538"/>
                <a:gd name="connsiteY157" fmla="*/ 789505 h 4549189"/>
                <a:gd name="connsiteX158" fmla="*/ 88070 w 998538"/>
                <a:gd name="connsiteY158" fmla="*/ 789504 h 4549189"/>
                <a:gd name="connsiteX159" fmla="*/ 86851 w 998538"/>
                <a:gd name="connsiteY159" fmla="*/ 817893 h 4549189"/>
                <a:gd name="connsiteX160" fmla="*/ 85632 w 998538"/>
                <a:gd name="connsiteY160" fmla="*/ 846282 h 4549189"/>
                <a:gd name="connsiteX161" fmla="*/ 84859 w 998538"/>
                <a:gd name="connsiteY161" fmla="*/ 864292 h 4549189"/>
                <a:gd name="connsiteX162" fmla="*/ 84859 w 998538"/>
                <a:gd name="connsiteY162" fmla="*/ 864281 h 4549189"/>
                <a:gd name="connsiteX163" fmla="*/ 84859 w 998538"/>
                <a:gd name="connsiteY163" fmla="*/ 864292 h 4549189"/>
                <a:gd name="connsiteX164" fmla="*/ 20380 w 998538"/>
                <a:gd name="connsiteY164" fmla="*/ 897217 h 4549189"/>
                <a:gd name="connsiteX165" fmla="*/ 0 w 998538"/>
                <a:gd name="connsiteY165" fmla="*/ 917031 h 4549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998538" h="4549189">
                  <a:moveTo>
                    <a:pt x="85632" y="846282"/>
                  </a:moveTo>
                  <a:lnTo>
                    <a:pt x="85632" y="846283"/>
                  </a:lnTo>
                  <a:lnTo>
                    <a:pt x="85632" y="846282"/>
                  </a:lnTo>
                  <a:close/>
                  <a:moveTo>
                    <a:pt x="88070" y="789505"/>
                  </a:moveTo>
                  <a:lnTo>
                    <a:pt x="101322" y="814904"/>
                  </a:lnTo>
                  <a:lnTo>
                    <a:pt x="85632" y="846282"/>
                  </a:lnTo>
                  <a:lnTo>
                    <a:pt x="86851" y="817893"/>
                  </a:lnTo>
                  <a:close/>
                  <a:moveTo>
                    <a:pt x="89433" y="757738"/>
                  </a:moveTo>
                  <a:lnTo>
                    <a:pt x="89433" y="757739"/>
                  </a:lnTo>
                  <a:lnTo>
                    <a:pt x="89433" y="757738"/>
                  </a:lnTo>
                  <a:close/>
                  <a:moveTo>
                    <a:pt x="0" y="0"/>
                  </a:moveTo>
                  <a:lnTo>
                    <a:pt x="3918" y="0"/>
                  </a:lnTo>
                  <a:lnTo>
                    <a:pt x="69769" y="0"/>
                  </a:lnTo>
                  <a:lnTo>
                    <a:pt x="84859" y="16463"/>
                  </a:lnTo>
                  <a:lnTo>
                    <a:pt x="101322" y="32925"/>
                  </a:lnTo>
                  <a:lnTo>
                    <a:pt x="101322" y="80942"/>
                  </a:lnTo>
                  <a:lnTo>
                    <a:pt x="117785" y="97405"/>
                  </a:lnTo>
                  <a:lnTo>
                    <a:pt x="134247" y="130330"/>
                  </a:lnTo>
                  <a:lnTo>
                    <a:pt x="200098" y="179718"/>
                  </a:lnTo>
                  <a:lnTo>
                    <a:pt x="231651" y="227735"/>
                  </a:lnTo>
                  <a:lnTo>
                    <a:pt x="231651" y="260660"/>
                  </a:lnTo>
                  <a:lnTo>
                    <a:pt x="231651" y="293585"/>
                  </a:lnTo>
                  <a:lnTo>
                    <a:pt x="215189" y="277123"/>
                  </a:lnTo>
                  <a:lnTo>
                    <a:pt x="231651" y="423915"/>
                  </a:lnTo>
                  <a:lnTo>
                    <a:pt x="167173" y="651648"/>
                  </a:lnTo>
                  <a:lnTo>
                    <a:pt x="150710" y="684574"/>
                  </a:lnTo>
                  <a:lnTo>
                    <a:pt x="134247" y="684574"/>
                  </a:lnTo>
                  <a:lnTo>
                    <a:pt x="134247" y="717499"/>
                  </a:lnTo>
                  <a:lnTo>
                    <a:pt x="264577" y="783350"/>
                  </a:lnTo>
                  <a:lnTo>
                    <a:pt x="346890" y="783350"/>
                  </a:lnTo>
                  <a:lnTo>
                    <a:pt x="394907" y="798441"/>
                  </a:lnTo>
                  <a:lnTo>
                    <a:pt x="427832" y="814904"/>
                  </a:lnTo>
                  <a:lnTo>
                    <a:pt x="477220" y="1011084"/>
                  </a:lnTo>
                  <a:lnTo>
                    <a:pt x="493683" y="1157876"/>
                  </a:lnTo>
                  <a:lnTo>
                    <a:pt x="493683" y="1223727"/>
                  </a:lnTo>
                  <a:lnTo>
                    <a:pt x="493683" y="1271743"/>
                  </a:lnTo>
                  <a:lnTo>
                    <a:pt x="427832" y="1370519"/>
                  </a:lnTo>
                  <a:lnTo>
                    <a:pt x="411369" y="1484386"/>
                  </a:lnTo>
                  <a:lnTo>
                    <a:pt x="361981" y="1565327"/>
                  </a:lnTo>
                  <a:lnTo>
                    <a:pt x="346890" y="1598253"/>
                  </a:lnTo>
                  <a:lnTo>
                    <a:pt x="330427" y="1614715"/>
                  </a:lnTo>
                  <a:lnTo>
                    <a:pt x="281039" y="1647641"/>
                  </a:lnTo>
                  <a:lnTo>
                    <a:pt x="248114" y="1662732"/>
                  </a:lnTo>
                  <a:lnTo>
                    <a:pt x="264577" y="1794433"/>
                  </a:lnTo>
                  <a:lnTo>
                    <a:pt x="264577" y="1941225"/>
                  </a:lnTo>
                  <a:lnTo>
                    <a:pt x="313965" y="2201884"/>
                  </a:lnTo>
                  <a:lnTo>
                    <a:pt x="361981" y="2479006"/>
                  </a:lnTo>
                  <a:lnTo>
                    <a:pt x="411369" y="2967399"/>
                  </a:lnTo>
                  <a:lnTo>
                    <a:pt x="394907" y="2967399"/>
                  </a:lnTo>
                  <a:lnTo>
                    <a:pt x="444295" y="3114191"/>
                  </a:lnTo>
                  <a:lnTo>
                    <a:pt x="477220" y="3212967"/>
                  </a:lnTo>
                  <a:lnTo>
                    <a:pt x="477220" y="3277446"/>
                  </a:lnTo>
                  <a:lnTo>
                    <a:pt x="558162" y="3620419"/>
                  </a:lnTo>
                  <a:lnTo>
                    <a:pt x="672028" y="3994945"/>
                  </a:lnTo>
                  <a:lnTo>
                    <a:pt x="704954" y="4060796"/>
                  </a:lnTo>
                  <a:lnTo>
                    <a:pt x="835284" y="4354380"/>
                  </a:lnTo>
                  <a:lnTo>
                    <a:pt x="884672" y="4354380"/>
                  </a:lnTo>
                  <a:lnTo>
                    <a:pt x="901134" y="4370843"/>
                  </a:lnTo>
                  <a:lnTo>
                    <a:pt x="917597" y="4387306"/>
                  </a:lnTo>
                  <a:lnTo>
                    <a:pt x="917597" y="4402397"/>
                  </a:lnTo>
                  <a:lnTo>
                    <a:pt x="949150" y="4451785"/>
                  </a:lnTo>
                  <a:lnTo>
                    <a:pt x="982075" y="4468247"/>
                  </a:lnTo>
                  <a:lnTo>
                    <a:pt x="982075" y="4484710"/>
                  </a:lnTo>
                  <a:lnTo>
                    <a:pt x="998538" y="4517635"/>
                  </a:lnTo>
                  <a:lnTo>
                    <a:pt x="982075" y="4534098"/>
                  </a:lnTo>
                  <a:lnTo>
                    <a:pt x="965613" y="4549189"/>
                  </a:lnTo>
                  <a:lnTo>
                    <a:pt x="868209" y="4549189"/>
                  </a:lnTo>
                  <a:lnTo>
                    <a:pt x="785896" y="4549189"/>
                  </a:lnTo>
                  <a:lnTo>
                    <a:pt x="770804" y="4549189"/>
                  </a:lnTo>
                  <a:lnTo>
                    <a:pt x="754342" y="4534098"/>
                  </a:lnTo>
                  <a:lnTo>
                    <a:pt x="721416" y="4451785"/>
                  </a:lnTo>
                  <a:lnTo>
                    <a:pt x="704954" y="4418859"/>
                  </a:lnTo>
                  <a:lnTo>
                    <a:pt x="655566" y="4354380"/>
                  </a:lnTo>
                  <a:lnTo>
                    <a:pt x="640475" y="4321455"/>
                  </a:lnTo>
                  <a:lnTo>
                    <a:pt x="624013" y="4321455"/>
                  </a:lnTo>
                  <a:lnTo>
                    <a:pt x="607550" y="4354380"/>
                  </a:lnTo>
                  <a:lnTo>
                    <a:pt x="624013" y="4468247"/>
                  </a:lnTo>
                  <a:lnTo>
                    <a:pt x="574625" y="4451785"/>
                  </a:lnTo>
                  <a:lnTo>
                    <a:pt x="558162" y="4354380"/>
                  </a:lnTo>
                  <a:lnTo>
                    <a:pt x="525236" y="4288529"/>
                  </a:lnTo>
                  <a:lnTo>
                    <a:pt x="508773" y="4240514"/>
                  </a:lnTo>
                  <a:lnTo>
                    <a:pt x="493683" y="4224051"/>
                  </a:lnTo>
                  <a:lnTo>
                    <a:pt x="508773" y="4207588"/>
                  </a:lnTo>
                  <a:lnTo>
                    <a:pt x="525236" y="4207588"/>
                  </a:lnTo>
                  <a:lnTo>
                    <a:pt x="525236" y="4158200"/>
                  </a:lnTo>
                  <a:lnTo>
                    <a:pt x="525236" y="4125275"/>
                  </a:lnTo>
                  <a:lnTo>
                    <a:pt x="558162" y="4110184"/>
                  </a:lnTo>
                  <a:lnTo>
                    <a:pt x="558162" y="4093721"/>
                  </a:lnTo>
                  <a:lnTo>
                    <a:pt x="558162" y="4077258"/>
                  </a:lnTo>
                  <a:lnTo>
                    <a:pt x="541698" y="4044333"/>
                  </a:lnTo>
                  <a:lnTo>
                    <a:pt x="394907" y="3767211"/>
                  </a:lnTo>
                  <a:lnTo>
                    <a:pt x="297502" y="3571031"/>
                  </a:lnTo>
                  <a:lnTo>
                    <a:pt x="248114" y="3457164"/>
                  </a:lnTo>
                  <a:lnTo>
                    <a:pt x="248114" y="3359759"/>
                  </a:lnTo>
                  <a:lnTo>
                    <a:pt x="231651" y="3326834"/>
                  </a:lnTo>
                  <a:lnTo>
                    <a:pt x="150710" y="3180042"/>
                  </a:lnTo>
                  <a:lnTo>
                    <a:pt x="101322" y="3082638"/>
                  </a:lnTo>
                  <a:lnTo>
                    <a:pt x="101322" y="3033249"/>
                  </a:lnTo>
                  <a:lnTo>
                    <a:pt x="101322" y="3000324"/>
                  </a:lnTo>
                  <a:lnTo>
                    <a:pt x="0" y="3000324"/>
                  </a:lnTo>
                  <a:lnTo>
                    <a:pt x="0" y="2563071"/>
                  </a:lnTo>
                  <a:lnTo>
                    <a:pt x="3917" y="2543485"/>
                  </a:lnTo>
                  <a:lnTo>
                    <a:pt x="36843" y="2446081"/>
                  </a:lnTo>
                  <a:lnTo>
                    <a:pt x="84859" y="2332214"/>
                  </a:lnTo>
                  <a:lnTo>
                    <a:pt x="167173" y="2119571"/>
                  </a:lnTo>
                  <a:lnTo>
                    <a:pt x="101322" y="2185421"/>
                  </a:lnTo>
                  <a:lnTo>
                    <a:pt x="69768" y="2234809"/>
                  </a:lnTo>
                  <a:lnTo>
                    <a:pt x="53305" y="2282826"/>
                  </a:lnTo>
                  <a:lnTo>
                    <a:pt x="3917" y="2413155"/>
                  </a:lnTo>
                  <a:lnTo>
                    <a:pt x="0" y="2424907"/>
                  </a:lnTo>
                  <a:lnTo>
                    <a:pt x="0" y="1976855"/>
                  </a:lnTo>
                  <a:lnTo>
                    <a:pt x="20380" y="1972779"/>
                  </a:lnTo>
                  <a:lnTo>
                    <a:pt x="215189" y="1941225"/>
                  </a:lnTo>
                  <a:lnTo>
                    <a:pt x="20380" y="1941225"/>
                  </a:lnTo>
                  <a:lnTo>
                    <a:pt x="0" y="1941225"/>
                  </a:lnTo>
                  <a:lnTo>
                    <a:pt x="0" y="1670674"/>
                  </a:lnTo>
                  <a:lnTo>
                    <a:pt x="36843" y="1662732"/>
                  </a:lnTo>
                  <a:lnTo>
                    <a:pt x="183635" y="1647641"/>
                  </a:lnTo>
                  <a:lnTo>
                    <a:pt x="36844" y="1647641"/>
                  </a:lnTo>
                  <a:lnTo>
                    <a:pt x="0" y="1650875"/>
                  </a:lnTo>
                  <a:lnTo>
                    <a:pt x="0" y="1397945"/>
                  </a:lnTo>
                  <a:lnTo>
                    <a:pt x="53306" y="1402072"/>
                  </a:lnTo>
                  <a:lnTo>
                    <a:pt x="53306" y="1402073"/>
                  </a:lnTo>
                  <a:lnTo>
                    <a:pt x="231651" y="1385610"/>
                  </a:lnTo>
                  <a:lnTo>
                    <a:pt x="264577" y="1238817"/>
                  </a:lnTo>
                  <a:lnTo>
                    <a:pt x="281039" y="1207264"/>
                  </a:lnTo>
                  <a:lnTo>
                    <a:pt x="297502" y="1141414"/>
                  </a:lnTo>
                  <a:lnTo>
                    <a:pt x="313965" y="1011084"/>
                  </a:lnTo>
                  <a:lnTo>
                    <a:pt x="330427" y="913680"/>
                  </a:lnTo>
                  <a:lnTo>
                    <a:pt x="297502" y="978158"/>
                  </a:lnTo>
                  <a:lnTo>
                    <a:pt x="281039" y="1027546"/>
                  </a:lnTo>
                  <a:lnTo>
                    <a:pt x="281039" y="1060472"/>
                  </a:lnTo>
                  <a:lnTo>
                    <a:pt x="297502" y="1108488"/>
                  </a:lnTo>
                  <a:lnTo>
                    <a:pt x="281039" y="1141414"/>
                  </a:lnTo>
                  <a:lnTo>
                    <a:pt x="248114" y="1207264"/>
                  </a:lnTo>
                  <a:lnTo>
                    <a:pt x="215189" y="1271743"/>
                  </a:lnTo>
                  <a:lnTo>
                    <a:pt x="200098" y="1354056"/>
                  </a:lnTo>
                  <a:lnTo>
                    <a:pt x="150710" y="1354056"/>
                  </a:lnTo>
                  <a:lnTo>
                    <a:pt x="101322" y="1354056"/>
                  </a:lnTo>
                  <a:lnTo>
                    <a:pt x="84859" y="1370519"/>
                  </a:lnTo>
                  <a:lnTo>
                    <a:pt x="53306" y="1385609"/>
                  </a:lnTo>
                  <a:lnTo>
                    <a:pt x="53305" y="1385610"/>
                  </a:lnTo>
                  <a:lnTo>
                    <a:pt x="53305" y="1385609"/>
                  </a:lnTo>
                  <a:lnTo>
                    <a:pt x="0" y="1385609"/>
                  </a:lnTo>
                  <a:lnTo>
                    <a:pt x="0" y="990628"/>
                  </a:lnTo>
                  <a:lnTo>
                    <a:pt x="84859" y="913679"/>
                  </a:lnTo>
                  <a:lnTo>
                    <a:pt x="101322" y="897217"/>
                  </a:lnTo>
                  <a:lnTo>
                    <a:pt x="134247" y="864292"/>
                  </a:lnTo>
                  <a:lnTo>
                    <a:pt x="134247" y="814904"/>
                  </a:lnTo>
                  <a:lnTo>
                    <a:pt x="134247" y="783350"/>
                  </a:lnTo>
                  <a:lnTo>
                    <a:pt x="101322" y="733962"/>
                  </a:lnTo>
                  <a:lnTo>
                    <a:pt x="89433" y="757738"/>
                  </a:lnTo>
                  <a:lnTo>
                    <a:pt x="91459" y="710556"/>
                  </a:lnTo>
                  <a:lnTo>
                    <a:pt x="117785" y="97406"/>
                  </a:lnTo>
                  <a:lnTo>
                    <a:pt x="117784" y="97407"/>
                  </a:lnTo>
                  <a:lnTo>
                    <a:pt x="91459" y="710556"/>
                  </a:lnTo>
                  <a:lnTo>
                    <a:pt x="89433" y="757738"/>
                  </a:lnTo>
                  <a:lnTo>
                    <a:pt x="88070" y="789505"/>
                  </a:lnTo>
                  <a:lnTo>
                    <a:pt x="88070" y="789504"/>
                  </a:lnTo>
                  <a:lnTo>
                    <a:pt x="86851" y="817893"/>
                  </a:lnTo>
                  <a:lnTo>
                    <a:pt x="85632" y="846282"/>
                  </a:lnTo>
                  <a:lnTo>
                    <a:pt x="84859" y="864292"/>
                  </a:lnTo>
                  <a:lnTo>
                    <a:pt x="84859" y="864281"/>
                  </a:lnTo>
                  <a:lnTo>
                    <a:pt x="84859" y="864292"/>
                  </a:lnTo>
                  <a:lnTo>
                    <a:pt x="20380" y="897217"/>
                  </a:lnTo>
                  <a:lnTo>
                    <a:pt x="0" y="917031"/>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endParaRPr>
            </a:p>
          </p:txBody>
        </p:sp>
        <p:sp>
          <p:nvSpPr>
            <p:cNvPr id="11" name="Freeform 10"/>
            <p:cNvSpPr>
              <a:spLocks/>
            </p:cNvSpPr>
            <p:nvPr/>
          </p:nvSpPr>
          <p:spPr bwMode="auto">
            <a:xfrm>
              <a:off x="7018338" y="1674638"/>
              <a:ext cx="1284288" cy="4615039"/>
            </a:xfrm>
            <a:custGeom>
              <a:avLst/>
              <a:gdLst>
                <a:gd name="connsiteX0" fmla="*/ 504857 w 1284288"/>
                <a:gd name="connsiteY0" fmla="*/ 1500849 h 4615039"/>
                <a:gd name="connsiteX1" fmla="*/ 717499 w 1284288"/>
                <a:gd name="connsiteY1" fmla="*/ 1565327 h 4615039"/>
                <a:gd name="connsiteX2" fmla="*/ 814904 w 1284288"/>
                <a:gd name="connsiteY2" fmla="*/ 1598253 h 4615039"/>
                <a:gd name="connsiteX3" fmla="*/ 831366 w 1284288"/>
                <a:gd name="connsiteY3" fmla="*/ 1598253 h 4615039"/>
                <a:gd name="connsiteX4" fmla="*/ 847829 w 1284288"/>
                <a:gd name="connsiteY4" fmla="*/ 1581790 h 4615039"/>
                <a:gd name="connsiteX5" fmla="*/ 847829 w 1284288"/>
                <a:gd name="connsiteY5" fmla="*/ 1565327 h 4615039"/>
                <a:gd name="connsiteX6" fmla="*/ 847829 w 1284288"/>
                <a:gd name="connsiteY6" fmla="*/ 1548864 h 4615039"/>
                <a:gd name="connsiteX7" fmla="*/ 733962 w 1284288"/>
                <a:gd name="connsiteY7" fmla="*/ 1548864 h 4615039"/>
                <a:gd name="connsiteX8" fmla="*/ 913680 w 1284288"/>
                <a:gd name="connsiteY8" fmla="*/ 1044009 h 4615039"/>
                <a:gd name="connsiteX9" fmla="*/ 897217 w 1284288"/>
                <a:gd name="connsiteY9" fmla="*/ 1157875 h 4615039"/>
                <a:gd name="connsiteX10" fmla="*/ 913680 w 1284288"/>
                <a:gd name="connsiteY10" fmla="*/ 1255280 h 4615039"/>
                <a:gd name="connsiteX11" fmla="*/ 928770 w 1284288"/>
                <a:gd name="connsiteY11" fmla="*/ 1288205 h 4615039"/>
                <a:gd name="connsiteX12" fmla="*/ 961696 w 1284288"/>
                <a:gd name="connsiteY12" fmla="*/ 1337593 h 4615039"/>
                <a:gd name="connsiteX13" fmla="*/ 961696 w 1284288"/>
                <a:gd name="connsiteY13" fmla="*/ 1337594 h 4615039"/>
                <a:gd name="connsiteX14" fmla="*/ 978158 w 1284288"/>
                <a:gd name="connsiteY14" fmla="*/ 1370519 h 4615039"/>
                <a:gd name="connsiteX15" fmla="*/ 1044009 w 1284288"/>
                <a:gd name="connsiteY15" fmla="*/ 1370519 h 4615039"/>
                <a:gd name="connsiteX16" fmla="*/ 1027546 w 1284288"/>
                <a:gd name="connsiteY16" fmla="*/ 1354056 h 4615039"/>
                <a:gd name="connsiteX17" fmla="*/ 978158 w 1284288"/>
                <a:gd name="connsiteY17" fmla="*/ 1288205 h 4615039"/>
                <a:gd name="connsiteX18" fmla="*/ 978158 w 1284288"/>
                <a:gd name="connsiteY18" fmla="*/ 1288205 h 4615039"/>
                <a:gd name="connsiteX19" fmla="*/ 945233 w 1284288"/>
                <a:gd name="connsiteY19" fmla="*/ 1238817 h 4615039"/>
                <a:gd name="connsiteX20" fmla="*/ 928770 w 1284288"/>
                <a:gd name="connsiteY20" fmla="*/ 1190801 h 4615039"/>
                <a:gd name="connsiteX21" fmla="*/ 913680 w 1284288"/>
                <a:gd name="connsiteY21" fmla="*/ 1076934 h 4615039"/>
                <a:gd name="connsiteX22" fmla="*/ 897216 w 1284288"/>
                <a:gd name="connsiteY22" fmla="*/ 798440 h 4615039"/>
                <a:gd name="connsiteX23" fmla="*/ 897216 w 1284288"/>
                <a:gd name="connsiteY23" fmla="*/ 831366 h 4615039"/>
                <a:gd name="connsiteX24" fmla="*/ 880754 w 1284288"/>
                <a:gd name="connsiteY24" fmla="*/ 814903 h 4615039"/>
                <a:gd name="connsiteX25" fmla="*/ 227734 w 1284288"/>
                <a:gd name="connsiteY25" fmla="*/ 636557 h 4615039"/>
                <a:gd name="connsiteX26" fmla="*/ 260659 w 1284288"/>
                <a:gd name="connsiteY26" fmla="*/ 636557 h 4615039"/>
                <a:gd name="connsiteX27" fmla="*/ 277122 w 1284288"/>
                <a:gd name="connsiteY27" fmla="*/ 1271743 h 4615039"/>
                <a:gd name="connsiteX28" fmla="*/ 212643 w 1284288"/>
                <a:gd name="connsiteY28" fmla="*/ 1354056 h 4615039"/>
                <a:gd name="connsiteX29" fmla="*/ 179717 w 1284288"/>
                <a:gd name="connsiteY29" fmla="*/ 1321131 h 4615039"/>
                <a:gd name="connsiteX30" fmla="*/ 146792 w 1284288"/>
                <a:gd name="connsiteY30" fmla="*/ 1190801 h 4615039"/>
                <a:gd name="connsiteX31" fmla="*/ 130329 w 1284288"/>
                <a:gd name="connsiteY31" fmla="*/ 1174338 h 4615039"/>
                <a:gd name="connsiteX32" fmla="*/ 113867 w 1284288"/>
                <a:gd name="connsiteY32" fmla="*/ 1157875 h 4615039"/>
                <a:gd name="connsiteX33" fmla="*/ 97404 w 1284288"/>
                <a:gd name="connsiteY33" fmla="*/ 1157875 h 4615039"/>
                <a:gd name="connsiteX34" fmla="*/ 80941 w 1284288"/>
                <a:gd name="connsiteY34" fmla="*/ 1174338 h 4615039"/>
                <a:gd name="connsiteX35" fmla="*/ 80941 w 1284288"/>
                <a:gd name="connsiteY35" fmla="*/ 1190801 h 4615039"/>
                <a:gd name="connsiteX36" fmla="*/ 113867 w 1284288"/>
                <a:gd name="connsiteY36" fmla="*/ 1223726 h 4615039"/>
                <a:gd name="connsiteX37" fmla="*/ 130329 w 1284288"/>
                <a:gd name="connsiteY37" fmla="*/ 1238817 h 4615039"/>
                <a:gd name="connsiteX38" fmla="*/ 163255 w 1284288"/>
                <a:gd name="connsiteY38" fmla="*/ 1321131 h 4615039"/>
                <a:gd name="connsiteX39" fmla="*/ 179717 w 1284288"/>
                <a:gd name="connsiteY39" fmla="*/ 1370519 h 4615039"/>
                <a:gd name="connsiteX40" fmla="*/ 97404 w 1284288"/>
                <a:gd name="connsiteY40" fmla="*/ 1451460 h 4615039"/>
                <a:gd name="connsiteX41" fmla="*/ 80941 w 1284288"/>
                <a:gd name="connsiteY41" fmla="*/ 1385609 h 4615039"/>
                <a:gd name="connsiteX42" fmla="*/ 49388 w 1284288"/>
                <a:gd name="connsiteY42" fmla="*/ 1385609 h 4615039"/>
                <a:gd name="connsiteX43" fmla="*/ 0 w 1284288"/>
                <a:gd name="connsiteY43" fmla="*/ 684574 h 4615039"/>
                <a:gd name="connsiteX44" fmla="*/ 1174339 w 1284288"/>
                <a:gd name="connsiteY44" fmla="*/ 0 h 4615039"/>
                <a:gd name="connsiteX45" fmla="*/ 1284288 w 1284288"/>
                <a:gd name="connsiteY45" fmla="*/ 0 h 4615039"/>
                <a:gd name="connsiteX46" fmla="*/ 1284288 w 1284288"/>
                <a:gd name="connsiteY46" fmla="*/ 917031 h 4615039"/>
                <a:gd name="connsiteX47" fmla="*/ 1255280 w 1284288"/>
                <a:gd name="connsiteY47" fmla="*/ 945233 h 4615039"/>
                <a:gd name="connsiteX48" fmla="*/ 1222355 w 1284288"/>
                <a:gd name="connsiteY48" fmla="*/ 1011084 h 4615039"/>
                <a:gd name="connsiteX49" fmla="*/ 1124950 w 1284288"/>
                <a:gd name="connsiteY49" fmla="*/ 897217 h 4615039"/>
                <a:gd name="connsiteX50" fmla="*/ 1124951 w 1284288"/>
                <a:gd name="connsiteY50" fmla="*/ 897216 h 4615039"/>
                <a:gd name="connsiteX51" fmla="*/ 1108488 w 1284288"/>
                <a:gd name="connsiteY51" fmla="*/ 880754 h 4615039"/>
                <a:gd name="connsiteX52" fmla="*/ 1092026 w 1284288"/>
                <a:gd name="connsiteY52" fmla="*/ 847828 h 4615039"/>
                <a:gd name="connsiteX53" fmla="*/ 1092026 w 1284288"/>
                <a:gd name="connsiteY53" fmla="*/ 798440 h 4615039"/>
                <a:gd name="connsiteX54" fmla="*/ 1124951 w 1284288"/>
                <a:gd name="connsiteY54" fmla="*/ 733962 h 4615039"/>
                <a:gd name="connsiteX55" fmla="*/ 1157876 w 1284288"/>
                <a:gd name="connsiteY55" fmla="*/ 651648 h 4615039"/>
                <a:gd name="connsiteX56" fmla="*/ 1124951 w 1284288"/>
                <a:gd name="connsiteY56" fmla="*/ 701036 h 4615039"/>
                <a:gd name="connsiteX57" fmla="*/ 1075563 w 1284288"/>
                <a:gd name="connsiteY57" fmla="*/ 750424 h 4615039"/>
                <a:gd name="connsiteX58" fmla="*/ 1060473 w 1284288"/>
                <a:gd name="connsiteY58" fmla="*/ 814903 h 4615039"/>
                <a:gd name="connsiteX59" fmla="*/ 1060473 w 1284288"/>
                <a:gd name="connsiteY59" fmla="*/ 847828 h 4615039"/>
                <a:gd name="connsiteX60" fmla="*/ 1060473 w 1284288"/>
                <a:gd name="connsiteY60" fmla="*/ 880754 h 4615039"/>
                <a:gd name="connsiteX61" fmla="*/ 1092026 w 1284288"/>
                <a:gd name="connsiteY61" fmla="*/ 945233 h 4615039"/>
                <a:gd name="connsiteX62" fmla="*/ 1207264 w 1284288"/>
                <a:gd name="connsiteY62" fmla="*/ 1060472 h 4615039"/>
                <a:gd name="connsiteX63" fmla="*/ 1284288 w 1284288"/>
                <a:gd name="connsiteY63" fmla="*/ 990628 h 4615039"/>
                <a:gd name="connsiteX64" fmla="*/ 1284288 w 1284288"/>
                <a:gd name="connsiteY64" fmla="*/ 1385609 h 4615039"/>
                <a:gd name="connsiteX65" fmla="*/ 1207264 w 1284288"/>
                <a:gd name="connsiteY65" fmla="*/ 1385609 h 4615039"/>
                <a:gd name="connsiteX66" fmla="*/ 1124951 w 1284288"/>
                <a:gd name="connsiteY66" fmla="*/ 1385609 h 4615039"/>
                <a:gd name="connsiteX67" fmla="*/ 1284288 w 1284288"/>
                <a:gd name="connsiteY67" fmla="*/ 1397945 h 4615039"/>
                <a:gd name="connsiteX68" fmla="*/ 1284288 w 1284288"/>
                <a:gd name="connsiteY68" fmla="*/ 1650875 h 4615039"/>
                <a:gd name="connsiteX69" fmla="*/ 961696 w 1284288"/>
                <a:gd name="connsiteY69" fmla="*/ 1679194 h 4615039"/>
                <a:gd name="connsiteX70" fmla="*/ 961696 w 1284288"/>
                <a:gd name="connsiteY70" fmla="*/ 1532402 h 4615039"/>
                <a:gd name="connsiteX71" fmla="*/ 928770 w 1284288"/>
                <a:gd name="connsiteY71" fmla="*/ 1712120 h 4615039"/>
                <a:gd name="connsiteX72" fmla="*/ 978158 w 1284288"/>
                <a:gd name="connsiteY72" fmla="*/ 1712120 h 4615039"/>
                <a:gd name="connsiteX73" fmla="*/ 1027546 w 1284288"/>
                <a:gd name="connsiteY73" fmla="*/ 1712120 h 4615039"/>
                <a:gd name="connsiteX74" fmla="*/ 1092026 w 1284288"/>
                <a:gd name="connsiteY74" fmla="*/ 1712120 h 4615039"/>
                <a:gd name="connsiteX75" fmla="*/ 1284288 w 1284288"/>
                <a:gd name="connsiteY75" fmla="*/ 1670674 h 4615039"/>
                <a:gd name="connsiteX76" fmla="*/ 1284288 w 1284288"/>
                <a:gd name="connsiteY76" fmla="*/ 1941225 h 4615039"/>
                <a:gd name="connsiteX77" fmla="*/ 1238818 w 1284288"/>
                <a:gd name="connsiteY77" fmla="*/ 1941225 h 4615039"/>
                <a:gd name="connsiteX78" fmla="*/ 1157876 w 1284288"/>
                <a:gd name="connsiteY78" fmla="*/ 1941225 h 4615039"/>
                <a:gd name="connsiteX79" fmla="*/ 978158 w 1284288"/>
                <a:gd name="connsiteY79" fmla="*/ 1908300 h 4615039"/>
                <a:gd name="connsiteX80" fmla="*/ 783350 w 1284288"/>
                <a:gd name="connsiteY80" fmla="*/ 1842449 h 4615039"/>
                <a:gd name="connsiteX81" fmla="*/ 978158 w 1284288"/>
                <a:gd name="connsiteY81" fmla="*/ 1941225 h 4615039"/>
                <a:gd name="connsiteX82" fmla="*/ 1222355 w 1284288"/>
                <a:gd name="connsiteY82" fmla="*/ 1989242 h 4615039"/>
                <a:gd name="connsiteX83" fmla="*/ 1284288 w 1284288"/>
                <a:gd name="connsiteY83" fmla="*/ 1976855 h 4615039"/>
                <a:gd name="connsiteX84" fmla="*/ 1284288 w 1284288"/>
                <a:gd name="connsiteY84" fmla="*/ 2424906 h 4615039"/>
                <a:gd name="connsiteX85" fmla="*/ 1255280 w 1284288"/>
                <a:gd name="connsiteY85" fmla="*/ 2511931 h 4615039"/>
                <a:gd name="connsiteX86" fmla="*/ 1207264 w 1284288"/>
                <a:gd name="connsiteY86" fmla="*/ 2935846 h 4615039"/>
                <a:gd name="connsiteX87" fmla="*/ 1238817 w 1284288"/>
                <a:gd name="connsiteY87" fmla="*/ 2902920 h 4615039"/>
                <a:gd name="connsiteX88" fmla="*/ 1255280 w 1284288"/>
                <a:gd name="connsiteY88" fmla="*/ 2886458 h 4615039"/>
                <a:gd name="connsiteX89" fmla="*/ 1255280 w 1284288"/>
                <a:gd name="connsiteY89" fmla="*/ 2853532 h 4615039"/>
                <a:gd name="connsiteX90" fmla="*/ 1271743 w 1284288"/>
                <a:gd name="connsiteY90" fmla="*/ 2625799 h 4615039"/>
                <a:gd name="connsiteX91" fmla="*/ 1284288 w 1284288"/>
                <a:gd name="connsiteY91" fmla="*/ 2563070 h 4615039"/>
                <a:gd name="connsiteX92" fmla="*/ 1284288 w 1284288"/>
                <a:gd name="connsiteY92" fmla="*/ 3000324 h 4615039"/>
                <a:gd name="connsiteX93" fmla="*/ 1255280 w 1284288"/>
                <a:gd name="connsiteY93" fmla="*/ 3000324 h 4615039"/>
                <a:gd name="connsiteX94" fmla="*/ 1207264 w 1284288"/>
                <a:gd name="connsiteY94" fmla="*/ 3000324 h 4615039"/>
                <a:gd name="connsiteX95" fmla="*/ 1190802 w 1284288"/>
                <a:gd name="connsiteY95" fmla="*/ 3066175 h 4615039"/>
                <a:gd name="connsiteX96" fmla="*/ 1108488 w 1284288"/>
                <a:gd name="connsiteY96" fmla="*/ 3016787 h 4615039"/>
                <a:gd name="connsiteX97" fmla="*/ 1108488 w 1284288"/>
                <a:gd name="connsiteY97" fmla="*/ 3114191 h 4615039"/>
                <a:gd name="connsiteX98" fmla="*/ 1092026 w 1284288"/>
                <a:gd name="connsiteY98" fmla="*/ 3260983 h 4615039"/>
                <a:gd name="connsiteX99" fmla="*/ 1092026 w 1284288"/>
                <a:gd name="connsiteY99" fmla="*/ 3424239 h 4615039"/>
                <a:gd name="connsiteX100" fmla="*/ 1075563 w 1284288"/>
                <a:gd name="connsiteY100" fmla="*/ 3684898 h 4615039"/>
                <a:gd name="connsiteX101" fmla="*/ 1075563 w 1284288"/>
                <a:gd name="connsiteY101" fmla="*/ 4027870 h 4615039"/>
                <a:gd name="connsiteX102" fmla="*/ 1092026 w 1284288"/>
                <a:gd name="connsiteY102" fmla="*/ 4060796 h 4615039"/>
                <a:gd name="connsiteX103" fmla="*/ 1108488 w 1284288"/>
                <a:gd name="connsiteY103" fmla="*/ 4093721 h 4615039"/>
                <a:gd name="connsiteX104" fmla="*/ 1108488 w 1284288"/>
                <a:gd name="connsiteY104" fmla="*/ 4125275 h 4615039"/>
                <a:gd name="connsiteX105" fmla="*/ 1124951 w 1284288"/>
                <a:gd name="connsiteY105" fmla="*/ 4272067 h 4615039"/>
                <a:gd name="connsiteX106" fmla="*/ 1157876 w 1284288"/>
                <a:gd name="connsiteY106" fmla="*/ 4402397 h 4615039"/>
                <a:gd name="connsiteX107" fmla="*/ 1174339 w 1284288"/>
                <a:gd name="connsiteY107" fmla="*/ 4418859 h 4615039"/>
                <a:gd name="connsiteX108" fmla="*/ 1174339 w 1284288"/>
                <a:gd name="connsiteY108" fmla="*/ 4484710 h 4615039"/>
                <a:gd name="connsiteX109" fmla="*/ 1190802 w 1284288"/>
                <a:gd name="connsiteY109" fmla="*/ 4534098 h 4615039"/>
                <a:gd name="connsiteX110" fmla="*/ 1207264 w 1284288"/>
                <a:gd name="connsiteY110" fmla="*/ 4565651 h 4615039"/>
                <a:gd name="connsiteX111" fmla="*/ 1190802 w 1284288"/>
                <a:gd name="connsiteY111" fmla="*/ 4582114 h 4615039"/>
                <a:gd name="connsiteX112" fmla="*/ 1157876 w 1284288"/>
                <a:gd name="connsiteY112" fmla="*/ 4615039 h 4615039"/>
                <a:gd name="connsiteX113" fmla="*/ 1075563 w 1284288"/>
                <a:gd name="connsiteY113" fmla="*/ 4615039 h 4615039"/>
                <a:gd name="connsiteX114" fmla="*/ 1027546 w 1284288"/>
                <a:gd name="connsiteY114" fmla="*/ 4582114 h 4615039"/>
                <a:gd name="connsiteX115" fmla="*/ 978158 w 1284288"/>
                <a:gd name="connsiteY115" fmla="*/ 4549189 h 4615039"/>
                <a:gd name="connsiteX116" fmla="*/ 961696 w 1284288"/>
                <a:gd name="connsiteY116" fmla="*/ 4501173 h 4615039"/>
                <a:gd name="connsiteX117" fmla="*/ 945233 w 1284288"/>
                <a:gd name="connsiteY117" fmla="*/ 4224051 h 4615039"/>
                <a:gd name="connsiteX118" fmla="*/ 961696 w 1284288"/>
                <a:gd name="connsiteY118" fmla="*/ 4060796 h 4615039"/>
                <a:gd name="connsiteX119" fmla="*/ 880754 w 1284288"/>
                <a:gd name="connsiteY119" fmla="*/ 3831689 h 4615039"/>
                <a:gd name="connsiteX120" fmla="*/ 814903 w 1284288"/>
                <a:gd name="connsiteY120" fmla="*/ 3554568 h 4615039"/>
                <a:gd name="connsiteX121" fmla="*/ 798440 w 1284288"/>
                <a:gd name="connsiteY121" fmla="*/ 3473627 h 4615039"/>
                <a:gd name="connsiteX122" fmla="*/ 798440 w 1284288"/>
                <a:gd name="connsiteY122" fmla="*/ 3391313 h 4615039"/>
                <a:gd name="connsiteX123" fmla="*/ 814903 w 1284288"/>
                <a:gd name="connsiteY123" fmla="*/ 3212967 h 4615039"/>
                <a:gd name="connsiteX124" fmla="*/ 798440 w 1284288"/>
                <a:gd name="connsiteY124" fmla="*/ 2952308 h 4615039"/>
                <a:gd name="connsiteX125" fmla="*/ 537781 w 1284288"/>
                <a:gd name="connsiteY125" fmla="*/ 2869995 h 4615039"/>
                <a:gd name="connsiteX126" fmla="*/ 603632 w 1284288"/>
                <a:gd name="connsiteY126" fmla="*/ 2527022 h 4615039"/>
                <a:gd name="connsiteX127" fmla="*/ 651648 w 1284288"/>
                <a:gd name="connsiteY127" fmla="*/ 2201884 h 4615039"/>
                <a:gd name="connsiteX128" fmla="*/ 651648 w 1284288"/>
                <a:gd name="connsiteY128" fmla="*/ 2201882 h 4615039"/>
                <a:gd name="connsiteX129" fmla="*/ 668111 w 1284288"/>
                <a:gd name="connsiteY129" fmla="*/ 2103108 h 4615039"/>
                <a:gd name="connsiteX130" fmla="*/ 701036 w 1284288"/>
                <a:gd name="connsiteY130" fmla="*/ 1941225 h 4615039"/>
                <a:gd name="connsiteX131" fmla="*/ 717499 w 1284288"/>
                <a:gd name="connsiteY131" fmla="*/ 1825986 h 4615039"/>
                <a:gd name="connsiteX132" fmla="*/ 798440 w 1284288"/>
                <a:gd name="connsiteY132" fmla="*/ 1712120 h 4615039"/>
                <a:gd name="connsiteX133" fmla="*/ 374527 w 1284288"/>
                <a:gd name="connsiteY133" fmla="*/ 1695657 h 4615039"/>
                <a:gd name="connsiteX134" fmla="*/ 358064 w 1284288"/>
                <a:gd name="connsiteY134" fmla="*/ 1662732 h 4615039"/>
                <a:gd name="connsiteX135" fmla="*/ 326510 w 1284288"/>
                <a:gd name="connsiteY135" fmla="*/ 1565328 h 4615039"/>
                <a:gd name="connsiteX136" fmla="*/ 293585 w 1284288"/>
                <a:gd name="connsiteY136" fmla="*/ 1532402 h 4615039"/>
                <a:gd name="connsiteX137" fmla="*/ 212644 w 1284288"/>
                <a:gd name="connsiteY137" fmla="*/ 1515939 h 4615039"/>
                <a:gd name="connsiteX138" fmla="*/ 113868 w 1284288"/>
                <a:gd name="connsiteY138" fmla="*/ 1467923 h 4615039"/>
                <a:gd name="connsiteX139" fmla="*/ 97405 w 1284288"/>
                <a:gd name="connsiteY139" fmla="*/ 1467923 h 4615039"/>
                <a:gd name="connsiteX140" fmla="*/ 97405 w 1284288"/>
                <a:gd name="connsiteY140" fmla="*/ 1451461 h 4615039"/>
                <a:gd name="connsiteX141" fmla="*/ 179718 w 1284288"/>
                <a:gd name="connsiteY141" fmla="*/ 1370519 h 4615039"/>
                <a:gd name="connsiteX142" fmla="*/ 227734 w 1284288"/>
                <a:gd name="connsiteY142" fmla="*/ 1418535 h 4615039"/>
                <a:gd name="connsiteX143" fmla="*/ 260659 w 1284288"/>
                <a:gd name="connsiteY143" fmla="*/ 1418535 h 4615039"/>
                <a:gd name="connsiteX144" fmla="*/ 277122 w 1284288"/>
                <a:gd name="connsiteY144" fmla="*/ 1434998 h 4615039"/>
                <a:gd name="connsiteX145" fmla="*/ 277122 w 1284288"/>
                <a:gd name="connsiteY145" fmla="*/ 1418535 h 4615039"/>
                <a:gd name="connsiteX146" fmla="*/ 277122 w 1284288"/>
                <a:gd name="connsiteY146" fmla="*/ 1402073 h 4615039"/>
                <a:gd name="connsiteX147" fmla="*/ 212644 w 1284288"/>
                <a:gd name="connsiteY147" fmla="*/ 1354056 h 4615039"/>
                <a:gd name="connsiteX148" fmla="*/ 277122 w 1284288"/>
                <a:gd name="connsiteY148" fmla="*/ 1271743 h 4615039"/>
                <a:gd name="connsiteX149" fmla="*/ 277122 w 1284288"/>
                <a:gd name="connsiteY149" fmla="*/ 1337593 h 4615039"/>
                <a:gd name="connsiteX150" fmla="*/ 587170 w 1284288"/>
                <a:gd name="connsiteY150" fmla="*/ 1402073 h 4615039"/>
                <a:gd name="connsiteX151" fmla="*/ 620094 w 1284288"/>
                <a:gd name="connsiteY151" fmla="*/ 1385611 h 4615039"/>
                <a:gd name="connsiteX152" fmla="*/ 620095 w 1284288"/>
                <a:gd name="connsiteY152" fmla="*/ 1385610 h 4615039"/>
                <a:gd name="connsiteX153" fmla="*/ 684574 w 1284288"/>
                <a:gd name="connsiteY153" fmla="*/ 1370519 h 4615039"/>
                <a:gd name="connsiteX154" fmla="*/ 717499 w 1284288"/>
                <a:gd name="connsiteY154" fmla="*/ 1354056 h 4615039"/>
                <a:gd name="connsiteX155" fmla="*/ 750425 w 1284288"/>
                <a:gd name="connsiteY155" fmla="*/ 1354056 h 4615039"/>
                <a:gd name="connsiteX156" fmla="*/ 798440 w 1284288"/>
                <a:gd name="connsiteY156" fmla="*/ 1370519 h 4615039"/>
                <a:gd name="connsiteX157" fmla="*/ 766887 w 1284288"/>
                <a:gd name="connsiteY157" fmla="*/ 1027546 h 4615039"/>
                <a:gd name="connsiteX158" fmla="*/ 766887 w 1284288"/>
                <a:gd name="connsiteY158" fmla="*/ 994621 h 4615039"/>
                <a:gd name="connsiteX159" fmla="*/ 783350 w 1284288"/>
                <a:gd name="connsiteY159" fmla="*/ 930142 h 4615039"/>
                <a:gd name="connsiteX160" fmla="*/ 847829 w 1284288"/>
                <a:gd name="connsiteY160" fmla="*/ 880754 h 4615039"/>
                <a:gd name="connsiteX161" fmla="*/ 913680 w 1284288"/>
                <a:gd name="connsiteY161" fmla="*/ 847828 h 4615039"/>
                <a:gd name="connsiteX162" fmla="*/ 1060473 w 1284288"/>
                <a:gd name="connsiteY162" fmla="*/ 717499 h 4615039"/>
                <a:gd name="connsiteX163" fmla="*/ 1092026 w 1284288"/>
                <a:gd name="connsiteY163" fmla="*/ 668111 h 4615039"/>
                <a:gd name="connsiteX164" fmla="*/ 1124951 w 1284288"/>
                <a:gd name="connsiteY164" fmla="*/ 636557 h 4615039"/>
                <a:gd name="connsiteX165" fmla="*/ 1124951 w 1284288"/>
                <a:gd name="connsiteY165" fmla="*/ 620094 h 4615039"/>
                <a:gd name="connsiteX166" fmla="*/ 1141414 w 1284288"/>
                <a:gd name="connsiteY166" fmla="*/ 603632 h 4615039"/>
                <a:gd name="connsiteX167" fmla="*/ 1124951 w 1284288"/>
                <a:gd name="connsiteY167" fmla="*/ 570706 h 4615039"/>
                <a:gd name="connsiteX168" fmla="*/ 1108488 w 1284288"/>
                <a:gd name="connsiteY168" fmla="*/ 521318 h 4615039"/>
                <a:gd name="connsiteX169" fmla="*/ 1075563 w 1284288"/>
                <a:gd name="connsiteY169" fmla="*/ 504856 h 4615039"/>
                <a:gd name="connsiteX170" fmla="*/ 1075563 w 1284288"/>
                <a:gd name="connsiteY170" fmla="*/ 537781 h 4615039"/>
                <a:gd name="connsiteX171" fmla="*/ 1060473 w 1284288"/>
                <a:gd name="connsiteY171" fmla="*/ 570706 h 4615039"/>
                <a:gd name="connsiteX172" fmla="*/ 1060473 w 1284288"/>
                <a:gd name="connsiteY172" fmla="*/ 620094 h 4615039"/>
                <a:gd name="connsiteX173" fmla="*/ 1060473 w 1284288"/>
                <a:gd name="connsiteY173" fmla="*/ 684574 h 4615039"/>
                <a:gd name="connsiteX174" fmla="*/ 1027547 w 1284288"/>
                <a:gd name="connsiteY174" fmla="*/ 717499 h 4615039"/>
                <a:gd name="connsiteX175" fmla="*/ 994622 w 1284288"/>
                <a:gd name="connsiteY175" fmla="*/ 750424 h 4615039"/>
                <a:gd name="connsiteX176" fmla="*/ 945233 w 1284288"/>
                <a:gd name="connsiteY176" fmla="*/ 783350 h 4615039"/>
                <a:gd name="connsiteX177" fmla="*/ 897217 w 1284288"/>
                <a:gd name="connsiteY177" fmla="*/ 798440 h 4615039"/>
                <a:gd name="connsiteX178" fmla="*/ 880755 w 1284288"/>
                <a:gd name="connsiteY178" fmla="*/ 668111 h 4615039"/>
                <a:gd name="connsiteX179" fmla="*/ 897217 w 1284288"/>
                <a:gd name="connsiteY179" fmla="*/ 603632 h 4615039"/>
                <a:gd name="connsiteX180" fmla="*/ 913680 w 1284288"/>
                <a:gd name="connsiteY180" fmla="*/ 570706 h 4615039"/>
                <a:gd name="connsiteX181" fmla="*/ 945233 w 1284288"/>
                <a:gd name="connsiteY181" fmla="*/ 554244 h 4615039"/>
                <a:gd name="connsiteX182" fmla="*/ 978159 w 1284288"/>
                <a:gd name="connsiteY182" fmla="*/ 521318 h 4615039"/>
                <a:gd name="connsiteX183" fmla="*/ 978159 w 1284288"/>
                <a:gd name="connsiteY183" fmla="*/ 489765 h 4615039"/>
                <a:gd name="connsiteX184" fmla="*/ 945233 w 1284288"/>
                <a:gd name="connsiteY184" fmla="*/ 473303 h 4615039"/>
                <a:gd name="connsiteX185" fmla="*/ 928770 w 1284288"/>
                <a:gd name="connsiteY185" fmla="*/ 504856 h 4615039"/>
                <a:gd name="connsiteX186" fmla="*/ 913680 w 1284288"/>
                <a:gd name="connsiteY186" fmla="*/ 456840 h 4615039"/>
                <a:gd name="connsiteX187" fmla="*/ 913680 w 1284288"/>
                <a:gd name="connsiteY187" fmla="*/ 374527 h 4615039"/>
                <a:gd name="connsiteX188" fmla="*/ 913680 w 1284288"/>
                <a:gd name="connsiteY188" fmla="*/ 326510 h 4615039"/>
                <a:gd name="connsiteX189" fmla="*/ 880755 w 1284288"/>
                <a:gd name="connsiteY189" fmla="*/ 359435 h 4615039"/>
                <a:gd name="connsiteX190" fmla="*/ 847829 w 1284288"/>
                <a:gd name="connsiteY190" fmla="*/ 390989 h 4615039"/>
                <a:gd name="connsiteX191" fmla="*/ 814904 w 1284288"/>
                <a:gd name="connsiteY191" fmla="*/ 440377 h 4615039"/>
                <a:gd name="connsiteX192" fmla="*/ 847829 w 1284288"/>
                <a:gd name="connsiteY192" fmla="*/ 359435 h 4615039"/>
                <a:gd name="connsiteX193" fmla="*/ 880755 w 1284288"/>
                <a:gd name="connsiteY193" fmla="*/ 260659 h 4615039"/>
                <a:gd name="connsiteX194" fmla="*/ 897217 w 1284288"/>
                <a:gd name="connsiteY194" fmla="*/ 227734 h 4615039"/>
                <a:gd name="connsiteX195" fmla="*/ 913680 w 1284288"/>
                <a:gd name="connsiteY195" fmla="*/ 212644 h 4615039"/>
                <a:gd name="connsiteX196" fmla="*/ 913680 w 1284288"/>
                <a:gd name="connsiteY196" fmla="*/ 196181 h 4615039"/>
                <a:gd name="connsiteX197" fmla="*/ 897217 w 1284288"/>
                <a:gd name="connsiteY197" fmla="*/ 196181 h 4615039"/>
                <a:gd name="connsiteX198" fmla="*/ 847829 w 1284288"/>
                <a:gd name="connsiteY198" fmla="*/ 196181 h 4615039"/>
                <a:gd name="connsiteX199" fmla="*/ 897217 w 1284288"/>
                <a:gd name="connsiteY199" fmla="*/ 163256 h 4615039"/>
                <a:gd name="connsiteX200" fmla="*/ 945233 w 1284288"/>
                <a:gd name="connsiteY200" fmla="*/ 146793 h 4615039"/>
                <a:gd name="connsiteX201" fmla="*/ 978159 w 1284288"/>
                <a:gd name="connsiteY201" fmla="*/ 146793 h 4615039"/>
                <a:gd name="connsiteX202" fmla="*/ 1011085 w 1284288"/>
                <a:gd name="connsiteY202" fmla="*/ 179718 h 4615039"/>
                <a:gd name="connsiteX203" fmla="*/ 1060473 w 1284288"/>
                <a:gd name="connsiteY203" fmla="*/ 97405 h 4615039"/>
                <a:gd name="connsiteX204" fmla="*/ 1108488 w 1284288"/>
                <a:gd name="connsiteY204" fmla="*/ 65851 h 4615039"/>
                <a:gd name="connsiteX205" fmla="*/ 1157876 w 1284288"/>
                <a:gd name="connsiteY205" fmla="*/ 49388 h 4615039"/>
                <a:gd name="connsiteX206" fmla="*/ 1174339 w 1284288"/>
                <a:gd name="connsiteY206" fmla="*/ 32926 h 4615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284288" h="4615039">
                  <a:moveTo>
                    <a:pt x="504857" y="1500849"/>
                  </a:moveTo>
                  <a:lnTo>
                    <a:pt x="717499" y="1565327"/>
                  </a:lnTo>
                  <a:lnTo>
                    <a:pt x="814904" y="1598253"/>
                  </a:lnTo>
                  <a:lnTo>
                    <a:pt x="831366" y="1598253"/>
                  </a:lnTo>
                  <a:lnTo>
                    <a:pt x="847829" y="1581790"/>
                  </a:lnTo>
                  <a:lnTo>
                    <a:pt x="847829" y="1565327"/>
                  </a:lnTo>
                  <a:lnTo>
                    <a:pt x="847829" y="1548864"/>
                  </a:lnTo>
                  <a:lnTo>
                    <a:pt x="733962" y="1548864"/>
                  </a:lnTo>
                  <a:close/>
                  <a:moveTo>
                    <a:pt x="913680" y="1044009"/>
                  </a:moveTo>
                  <a:lnTo>
                    <a:pt x="897217" y="1157875"/>
                  </a:lnTo>
                  <a:lnTo>
                    <a:pt x="913680" y="1255280"/>
                  </a:lnTo>
                  <a:lnTo>
                    <a:pt x="928770" y="1288205"/>
                  </a:lnTo>
                  <a:lnTo>
                    <a:pt x="961696" y="1337593"/>
                  </a:lnTo>
                  <a:lnTo>
                    <a:pt x="961696" y="1337594"/>
                  </a:lnTo>
                  <a:lnTo>
                    <a:pt x="978158" y="1370519"/>
                  </a:lnTo>
                  <a:lnTo>
                    <a:pt x="1044009" y="1370519"/>
                  </a:lnTo>
                  <a:lnTo>
                    <a:pt x="1027546" y="1354056"/>
                  </a:lnTo>
                  <a:lnTo>
                    <a:pt x="978158" y="1288205"/>
                  </a:lnTo>
                  <a:lnTo>
                    <a:pt x="978158" y="1288205"/>
                  </a:lnTo>
                  <a:lnTo>
                    <a:pt x="945233" y="1238817"/>
                  </a:lnTo>
                  <a:lnTo>
                    <a:pt x="928770" y="1190801"/>
                  </a:lnTo>
                  <a:lnTo>
                    <a:pt x="913680" y="1076934"/>
                  </a:lnTo>
                  <a:close/>
                  <a:moveTo>
                    <a:pt x="897216" y="798440"/>
                  </a:moveTo>
                  <a:lnTo>
                    <a:pt x="897216" y="831366"/>
                  </a:lnTo>
                  <a:lnTo>
                    <a:pt x="880754" y="814903"/>
                  </a:lnTo>
                  <a:close/>
                  <a:moveTo>
                    <a:pt x="227734" y="636557"/>
                  </a:moveTo>
                  <a:lnTo>
                    <a:pt x="260659" y="636557"/>
                  </a:lnTo>
                  <a:lnTo>
                    <a:pt x="277122" y="1271743"/>
                  </a:lnTo>
                  <a:lnTo>
                    <a:pt x="212643" y="1354056"/>
                  </a:lnTo>
                  <a:lnTo>
                    <a:pt x="179717" y="1321131"/>
                  </a:lnTo>
                  <a:lnTo>
                    <a:pt x="146792" y="1190801"/>
                  </a:lnTo>
                  <a:lnTo>
                    <a:pt x="130329" y="1174338"/>
                  </a:lnTo>
                  <a:lnTo>
                    <a:pt x="113867" y="1157875"/>
                  </a:lnTo>
                  <a:lnTo>
                    <a:pt x="97404" y="1157875"/>
                  </a:lnTo>
                  <a:lnTo>
                    <a:pt x="80941" y="1174338"/>
                  </a:lnTo>
                  <a:lnTo>
                    <a:pt x="80941" y="1190801"/>
                  </a:lnTo>
                  <a:lnTo>
                    <a:pt x="113867" y="1223726"/>
                  </a:lnTo>
                  <a:lnTo>
                    <a:pt x="130329" y="1238817"/>
                  </a:lnTo>
                  <a:lnTo>
                    <a:pt x="163255" y="1321131"/>
                  </a:lnTo>
                  <a:lnTo>
                    <a:pt x="179717" y="1370519"/>
                  </a:lnTo>
                  <a:lnTo>
                    <a:pt x="97404" y="1451460"/>
                  </a:lnTo>
                  <a:lnTo>
                    <a:pt x="80941" y="1385609"/>
                  </a:lnTo>
                  <a:lnTo>
                    <a:pt x="49388" y="1385609"/>
                  </a:lnTo>
                  <a:lnTo>
                    <a:pt x="0" y="684574"/>
                  </a:lnTo>
                  <a:close/>
                  <a:moveTo>
                    <a:pt x="1174339" y="0"/>
                  </a:moveTo>
                  <a:lnTo>
                    <a:pt x="1284288" y="0"/>
                  </a:lnTo>
                  <a:lnTo>
                    <a:pt x="1284288" y="917031"/>
                  </a:lnTo>
                  <a:lnTo>
                    <a:pt x="1255280" y="945233"/>
                  </a:lnTo>
                  <a:lnTo>
                    <a:pt x="1222355" y="1011084"/>
                  </a:lnTo>
                  <a:lnTo>
                    <a:pt x="1124950" y="897217"/>
                  </a:lnTo>
                  <a:lnTo>
                    <a:pt x="1124951" y="897216"/>
                  </a:lnTo>
                  <a:lnTo>
                    <a:pt x="1108488" y="880754"/>
                  </a:lnTo>
                  <a:lnTo>
                    <a:pt x="1092026" y="847828"/>
                  </a:lnTo>
                  <a:lnTo>
                    <a:pt x="1092026" y="798440"/>
                  </a:lnTo>
                  <a:lnTo>
                    <a:pt x="1124951" y="733962"/>
                  </a:lnTo>
                  <a:lnTo>
                    <a:pt x="1157876" y="651648"/>
                  </a:lnTo>
                  <a:lnTo>
                    <a:pt x="1124951" y="701036"/>
                  </a:lnTo>
                  <a:lnTo>
                    <a:pt x="1075563" y="750424"/>
                  </a:lnTo>
                  <a:lnTo>
                    <a:pt x="1060473" y="814903"/>
                  </a:lnTo>
                  <a:lnTo>
                    <a:pt x="1060473" y="847828"/>
                  </a:lnTo>
                  <a:lnTo>
                    <a:pt x="1060473" y="880754"/>
                  </a:lnTo>
                  <a:lnTo>
                    <a:pt x="1092026" y="945233"/>
                  </a:lnTo>
                  <a:lnTo>
                    <a:pt x="1207264" y="1060472"/>
                  </a:lnTo>
                  <a:lnTo>
                    <a:pt x="1284288" y="990628"/>
                  </a:lnTo>
                  <a:lnTo>
                    <a:pt x="1284288" y="1385609"/>
                  </a:lnTo>
                  <a:lnTo>
                    <a:pt x="1207264" y="1385609"/>
                  </a:lnTo>
                  <a:lnTo>
                    <a:pt x="1124951" y="1385609"/>
                  </a:lnTo>
                  <a:lnTo>
                    <a:pt x="1284288" y="1397945"/>
                  </a:lnTo>
                  <a:lnTo>
                    <a:pt x="1284288" y="1650875"/>
                  </a:lnTo>
                  <a:lnTo>
                    <a:pt x="961696" y="1679194"/>
                  </a:lnTo>
                  <a:lnTo>
                    <a:pt x="961696" y="1532402"/>
                  </a:lnTo>
                  <a:lnTo>
                    <a:pt x="928770" y="1712120"/>
                  </a:lnTo>
                  <a:lnTo>
                    <a:pt x="978158" y="1712120"/>
                  </a:lnTo>
                  <a:lnTo>
                    <a:pt x="1027546" y="1712120"/>
                  </a:lnTo>
                  <a:lnTo>
                    <a:pt x="1092026" y="1712120"/>
                  </a:lnTo>
                  <a:lnTo>
                    <a:pt x="1284288" y="1670674"/>
                  </a:lnTo>
                  <a:lnTo>
                    <a:pt x="1284288" y="1941225"/>
                  </a:lnTo>
                  <a:lnTo>
                    <a:pt x="1238818" y="1941225"/>
                  </a:lnTo>
                  <a:lnTo>
                    <a:pt x="1157876" y="1941225"/>
                  </a:lnTo>
                  <a:lnTo>
                    <a:pt x="978158" y="1908300"/>
                  </a:lnTo>
                  <a:lnTo>
                    <a:pt x="783350" y="1842449"/>
                  </a:lnTo>
                  <a:lnTo>
                    <a:pt x="978158" y="1941225"/>
                  </a:lnTo>
                  <a:lnTo>
                    <a:pt x="1222355" y="1989242"/>
                  </a:lnTo>
                  <a:lnTo>
                    <a:pt x="1284288" y="1976855"/>
                  </a:lnTo>
                  <a:lnTo>
                    <a:pt x="1284288" y="2424906"/>
                  </a:lnTo>
                  <a:lnTo>
                    <a:pt x="1255280" y="2511931"/>
                  </a:lnTo>
                  <a:lnTo>
                    <a:pt x="1207264" y="2935846"/>
                  </a:lnTo>
                  <a:lnTo>
                    <a:pt x="1238817" y="2902920"/>
                  </a:lnTo>
                  <a:lnTo>
                    <a:pt x="1255280" y="2886458"/>
                  </a:lnTo>
                  <a:lnTo>
                    <a:pt x="1255280" y="2853532"/>
                  </a:lnTo>
                  <a:lnTo>
                    <a:pt x="1271743" y="2625799"/>
                  </a:lnTo>
                  <a:lnTo>
                    <a:pt x="1284288" y="2563070"/>
                  </a:lnTo>
                  <a:lnTo>
                    <a:pt x="1284288" y="3000324"/>
                  </a:lnTo>
                  <a:lnTo>
                    <a:pt x="1255280" y="3000324"/>
                  </a:lnTo>
                  <a:lnTo>
                    <a:pt x="1207264" y="3000324"/>
                  </a:lnTo>
                  <a:lnTo>
                    <a:pt x="1190802" y="3066175"/>
                  </a:lnTo>
                  <a:lnTo>
                    <a:pt x="1108488" y="3016787"/>
                  </a:lnTo>
                  <a:lnTo>
                    <a:pt x="1108488" y="3114191"/>
                  </a:lnTo>
                  <a:lnTo>
                    <a:pt x="1092026" y="3260983"/>
                  </a:lnTo>
                  <a:lnTo>
                    <a:pt x="1092026" y="3424239"/>
                  </a:lnTo>
                  <a:lnTo>
                    <a:pt x="1075563" y="3684898"/>
                  </a:lnTo>
                  <a:lnTo>
                    <a:pt x="1075563" y="4027870"/>
                  </a:lnTo>
                  <a:lnTo>
                    <a:pt x="1092026" y="4060796"/>
                  </a:lnTo>
                  <a:lnTo>
                    <a:pt x="1108488" y="4093721"/>
                  </a:lnTo>
                  <a:lnTo>
                    <a:pt x="1108488" y="4125275"/>
                  </a:lnTo>
                  <a:lnTo>
                    <a:pt x="1124951" y="4272067"/>
                  </a:lnTo>
                  <a:lnTo>
                    <a:pt x="1157876" y="4402397"/>
                  </a:lnTo>
                  <a:lnTo>
                    <a:pt x="1174339" y="4418859"/>
                  </a:lnTo>
                  <a:lnTo>
                    <a:pt x="1174339" y="4484710"/>
                  </a:lnTo>
                  <a:lnTo>
                    <a:pt x="1190802" y="4534098"/>
                  </a:lnTo>
                  <a:lnTo>
                    <a:pt x="1207264" y="4565651"/>
                  </a:lnTo>
                  <a:lnTo>
                    <a:pt x="1190802" y="4582114"/>
                  </a:lnTo>
                  <a:lnTo>
                    <a:pt x="1157876" y="4615039"/>
                  </a:lnTo>
                  <a:lnTo>
                    <a:pt x="1075563" y="4615039"/>
                  </a:lnTo>
                  <a:lnTo>
                    <a:pt x="1027546" y="4582114"/>
                  </a:lnTo>
                  <a:lnTo>
                    <a:pt x="978158" y="4549189"/>
                  </a:lnTo>
                  <a:lnTo>
                    <a:pt x="961696" y="4501173"/>
                  </a:lnTo>
                  <a:lnTo>
                    <a:pt x="945233" y="4224051"/>
                  </a:lnTo>
                  <a:lnTo>
                    <a:pt x="961696" y="4060796"/>
                  </a:lnTo>
                  <a:lnTo>
                    <a:pt x="880754" y="3831689"/>
                  </a:lnTo>
                  <a:lnTo>
                    <a:pt x="814903" y="3554568"/>
                  </a:lnTo>
                  <a:lnTo>
                    <a:pt x="798440" y="3473627"/>
                  </a:lnTo>
                  <a:lnTo>
                    <a:pt x="798440" y="3391313"/>
                  </a:lnTo>
                  <a:lnTo>
                    <a:pt x="814903" y="3212967"/>
                  </a:lnTo>
                  <a:lnTo>
                    <a:pt x="798440" y="2952308"/>
                  </a:lnTo>
                  <a:lnTo>
                    <a:pt x="537781" y="2869995"/>
                  </a:lnTo>
                  <a:lnTo>
                    <a:pt x="603632" y="2527022"/>
                  </a:lnTo>
                  <a:lnTo>
                    <a:pt x="651648" y="2201884"/>
                  </a:lnTo>
                  <a:lnTo>
                    <a:pt x="651648" y="2201882"/>
                  </a:lnTo>
                  <a:lnTo>
                    <a:pt x="668111" y="2103108"/>
                  </a:lnTo>
                  <a:lnTo>
                    <a:pt x="701036" y="1941225"/>
                  </a:lnTo>
                  <a:lnTo>
                    <a:pt x="717499" y="1825986"/>
                  </a:lnTo>
                  <a:lnTo>
                    <a:pt x="798440" y="1712120"/>
                  </a:lnTo>
                  <a:lnTo>
                    <a:pt x="374527" y="1695657"/>
                  </a:lnTo>
                  <a:lnTo>
                    <a:pt x="358064" y="1662732"/>
                  </a:lnTo>
                  <a:lnTo>
                    <a:pt x="326510" y="1565328"/>
                  </a:lnTo>
                  <a:lnTo>
                    <a:pt x="293585" y="1532402"/>
                  </a:lnTo>
                  <a:lnTo>
                    <a:pt x="212644" y="1515939"/>
                  </a:lnTo>
                  <a:lnTo>
                    <a:pt x="113868" y="1467923"/>
                  </a:lnTo>
                  <a:lnTo>
                    <a:pt x="97405" y="1467923"/>
                  </a:lnTo>
                  <a:lnTo>
                    <a:pt x="97405" y="1451461"/>
                  </a:lnTo>
                  <a:lnTo>
                    <a:pt x="179718" y="1370519"/>
                  </a:lnTo>
                  <a:lnTo>
                    <a:pt x="227734" y="1418535"/>
                  </a:lnTo>
                  <a:lnTo>
                    <a:pt x="260659" y="1418535"/>
                  </a:lnTo>
                  <a:lnTo>
                    <a:pt x="277122" y="1434998"/>
                  </a:lnTo>
                  <a:lnTo>
                    <a:pt x="277122" y="1418535"/>
                  </a:lnTo>
                  <a:lnTo>
                    <a:pt x="277122" y="1402073"/>
                  </a:lnTo>
                  <a:lnTo>
                    <a:pt x="212644" y="1354056"/>
                  </a:lnTo>
                  <a:lnTo>
                    <a:pt x="277122" y="1271743"/>
                  </a:lnTo>
                  <a:lnTo>
                    <a:pt x="277122" y="1337593"/>
                  </a:lnTo>
                  <a:lnTo>
                    <a:pt x="587170" y="1402073"/>
                  </a:lnTo>
                  <a:lnTo>
                    <a:pt x="620094" y="1385611"/>
                  </a:lnTo>
                  <a:lnTo>
                    <a:pt x="620095" y="1385610"/>
                  </a:lnTo>
                  <a:lnTo>
                    <a:pt x="684574" y="1370519"/>
                  </a:lnTo>
                  <a:lnTo>
                    <a:pt x="717499" y="1354056"/>
                  </a:lnTo>
                  <a:lnTo>
                    <a:pt x="750425" y="1354056"/>
                  </a:lnTo>
                  <a:lnTo>
                    <a:pt x="798440" y="1370519"/>
                  </a:lnTo>
                  <a:lnTo>
                    <a:pt x="766887" y="1027546"/>
                  </a:lnTo>
                  <a:lnTo>
                    <a:pt x="766887" y="994621"/>
                  </a:lnTo>
                  <a:lnTo>
                    <a:pt x="783350" y="930142"/>
                  </a:lnTo>
                  <a:lnTo>
                    <a:pt x="847829" y="880754"/>
                  </a:lnTo>
                  <a:lnTo>
                    <a:pt x="913680" y="847828"/>
                  </a:lnTo>
                  <a:lnTo>
                    <a:pt x="1060473" y="717499"/>
                  </a:lnTo>
                  <a:lnTo>
                    <a:pt x="1092026" y="668111"/>
                  </a:lnTo>
                  <a:lnTo>
                    <a:pt x="1124951" y="636557"/>
                  </a:lnTo>
                  <a:lnTo>
                    <a:pt x="1124951" y="620094"/>
                  </a:lnTo>
                  <a:lnTo>
                    <a:pt x="1141414" y="603632"/>
                  </a:lnTo>
                  <a:lnTo>
                    <a:pt x="1124951" y="570706"/>
                  </a:lnTo>
                  <a:lnTo>
                    <a:pt x="1108488" y="521318"/>
                  </a:lnTo>
                  <a:lnTo>
                    <a:pt x="1075563" y="504856"/>
                  </a:lnTo>
                  <a:lnTo>
                    <a:pt x="1075563" y="537781"/>
                  </a:lnTo>
                  <a:lnTo>
                    <a:pt x="1060473" y="570706"/>
                  </a:lnTo>
                  <a:lnTo>
                    <a:pt x="1060473" y="620094"/>
                  </a:lnTo>
                  <a:lnTo>
                    <a:pt x="1060473" y="684574"/>
                  </a:lnTo>
                  <a:lnTo>
                    <a:pt x="1027547" y="717499"/>
                  </a:lnTo>
                  <a:lnTo>
                    <a:pt x="994622" y="750424"/>
                  </a:lnTo>
                  <a:lnTo>
                    <a:pt x="945233" y="783350"/>
                  </a:lnTo>
                  <a:lnTo>
                    <a:pt x="897217" y="798440"/>
                  </a:lnTo>
                  <a:lnTo>
                    <a:pt x="880755" y="668111"/>
                  </a:lnTo>
                  <a:lnTo>
                    <a:pt x="897217" y="603632"/>
                  </a:lnTo>
                  <a:lnTo>
                    <a:pt x="913680" y="570706"/>
                  </a:lnTo>
                  <a:lnTo>
                    <a:pt x="945233" y="554244"/>
                  </a:lnTo>
                  <a:lnTo>
                    <a:pt x="978159" y="521318"/>
                  </a:lnTo>
                  <a:lnTo>
                    <a:pt x="978159" y="489765"/>
                  </a:lnTo>
                  <a:lnTo>
                    <a:pt x="945233" y="473303"/>
                  </a:lnTo>
                  <a:lnTo>
                    <a:pt x="928770" y="504856"/>
                  </a:lnTo>
                  <a:lnTo>
                    <a:pt x="913680" y="456840"/>
                  </a:lnTo>
                  <a:lnTo>
                    <a:pt x="913680" y="374527"/>
                  </a:lnTo>
                  <a:lnTo>
                    <a:pt x="913680" y="326510"/>
                  </a:lnTo>
                  <a:lnTo>
                    <a:pt x="880755" y="359435"/>
                  </a:lnTo>
                  <a:lnTo>
                    <a:pt x="847829" y="390989"/>
                  </a:lnTo>
                  <a:lnTo>
                    <a:pt x="814904" y="440377"/>
                  </a:lnTo>
                  <a:lnTo>
                    <a:pt x="847829" y="359435"/>
                  </a:lnTo>
                  <a:lnTo>
                    <a:pt x="880755" y="260659"/>
                  </a:lnTo>
                  <a:lnTo>
                    <a:pt x="897217" y="227734"/>
                  </a:lnTo>
                  <a:lnTo>
                    <a:pt x="913680" y="212644"/>
                  </a:lnTo>
                  <a:lnTo>
                    <a:pt x="913680" y="196181"/>
                  </a:lnTo>
                  <a:lnTo>
                    <a:pt x="897217" y="196181"/>
                  </a:lnTo>
                  <a:lnTo>
                    <a:pt x="847829" y="196181"/>
                  </a:lnTo>
                  <a:lnTo>
                    <a:pt x="897217" y="163256"/>
                  </a:lnTo>
                  <a:lnTo>
                    <a:pt x="945233" y="146793"/>
                  </a:lnTo>
                  <a:lnTo>
                    <a:pt x="978159" y="146793"/>
                  </a:lnTo>
                  <a:lnTo>
                    <a:pt x="1011085" y="179718"/>
                  </a:lnTo>
                  <a:lnTo>
                    <a:pt x="1060473" y="97405"/>
                  </a:lnTo>
                  <a:lnTo>
                    <a:pt x="1108488" y="65851"/>
                  </a:lnTo>
                  <a:lnTo>
                    <a:pt x="1157876" y="49388"/>
                  </a:lnTo>
                  <a:lnTo>
                    <a:pt x="1174339" y="32926"/>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endParaRPr>
            </a:p>
          </p:txBody>
        </p:sp>
      </p:grpSp>
      <p:sp>
        <p:nvSpPr>
          <p:cNvPr id="48" name="TextBox 47"/>
          <p:cNvSpPr txBox="1"/>
          <p:nvPr/>
        </p:nvSpPr>
        <p:spPr>
          <a:xfrm>
            <a:off x="550397" y="3231532"/>
            <a:ext cx="5561201" cy="1569660"/>
          </a:xfrm>
          <a:prstGeom prst="rect">
            <a:avLst/>
          </a:prstGeom>
          <a:noFill/>
        </p:spPr>
        <p:txBody>
          <a:bodyPr wrap="square" rtlCol="0">
            <a:spAutoFit/>
          </a:bodyPr>
          <a:lstStyle/>
          <a:p>
            <a:pPr algn="r" fontAlgn="auto">
              <a:spcBef>
                <a:spcPts val="0"/>
              </a:spcBef>
              <a:spcAft>
                <a:spcPts val="0"/>
              </a:spcAft>
            </a:pPr>
            <a:r>
              <a:rPr lang="ar-JO" sz="3200" b="1" dirty="0"/>
              <a:t>يرى أن المدرسة الافتراضية هي طريقة لنقل محتوى المادة إلى المتعلم باستخدام تقنيات التعليم الحديثة. </a:t>
            </a:r>
            <a:endParaRPr lang="en-US" sz="3200" b="1" dirty="0">
              <a:solidFill>
                <a:prstClr val="white">
                  <a:lumMod val="65000"/>
                </a:prstClr>
              </a:solidFill>
              <a:latin typeface="Roboto Lt"/>
            </a:endParaRPr>
          </a:p>
        </p:txBody>
      </p:sp>
      <p:cxnSp>
        <p:nvCxnSpPr>
          <p:cNvPr id="66" name="Straight Connector 65"/>
          <p:cNvCxnSpPr>
            <a:stCxn id="32" idx="6"/>
          </p:cNvCxnSpPr>
          <p:nvPr/>
        </p:nvCxnSpPr>
        <p:spPr>
          <a:xfrm flipV="1">
            <a:off x="7458763" y="3757200"/>
            <a:ext cx="1181243" cy="17930"/>
          </a:xfrm>
          <a:prstGeom prst="line">
            <a:avLst/>
          </a:prstGeom>
          <a:ln w="12700">
            <a:solidFill>
              <a:schemeClr val="bg1">
                <a:lumMod val="75000"/>
              </a:schemeClr>
            </a:solidFill>
            <a:prstDash val="dash"/>
            <a:headEnd type="oval"/>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6556995" y="3324246"/>
            <a:ext cx="901768" cy="901768"/>
            <a:chOff x="2670537" y="3643987"/>
            <a:chExt cx="901768" cy="901768"/>
          </a:xfrm>
        </p:grpSpPr>
        <p:sp>
          <p:nvSpPr>
            <p:cNvPr id="32" name="Oval 31"/>
            <p:cNvSpPr/>
            <p:nvPr/>
          </p:nvSpPr>
          <p:spPr>
            <a:xfrm>
              <a:off x="2670537" y="3643987"/>
              <a:ext cx="901768" cy="9017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70" name="Freeform 37"/>
            <p:cNvSpPr>
              <a:spLocks noEditPoints="1"/>
            </p:cNvSpPr>
            <p:nvPr/>
          </p:nvSpPr>
          <p:spPr bwMode="auto">
            <a:xfrm>
              <a:off x="2933962" y="3908360"/>
              <a:ext cx="369725" cy="367162"/>
            </a:xfrm>
            <a:custGeom>
              <a:avLst/>
              <a:gdLst>
                <a:gd name="T0" fmla="*/ 0 w 120"/>
                <a:gd name="T1" fmla="*/ 60 h 120"/>
                <a:gd name="T2" fmla="*/ 120 w 120"/>
                <a:gd name="T3" fmla="*/ 60 h 120"/>
                <a:gd name="T4" fmla="*/ 83 w 120"/>
                <a:gd name="T5" fmla="*/ 24 h 120"/>
                <a:gd name="T6" fmla="*/ 86 w 120"/>
                <a:gd name="T7" fmla="*/ 14 h 120"/>
                <a:gd name="T8" fmla="*/ 86 w 120"/>
                <a:gd name="T9" fmla="*/ 28 h 120"/>
                <a:gd name="T10" fmla="*/ 47 w 120"/>
                <a:gd name="T11" fmla="*/ 77 h 120"/>
                <a:gd name="T12" fmla="*/ 41 w 120"/>
                <a:gd name="T13" fmla="*/ 88 h 120"/>
                <a:gd name="T14" fmla="*/ 38 w 120"/>
                <a:gd name="T15" fmla="*/ 95 h 120"/>
                <a:gd name="T16" fmla="*/ 37 w 120"/>
                <a:gd name="T17" fmla="*/ 110 h 120"/>
                <a:gd name="T18" fmla="*/ 31 w 120"/>
                <a:gd name="T19" fmla="*/ 99 h 120"/>
                <a:gd name="T20" fmla="*/ 26 w 120"/>
                <a:gd name="T21" fmla="*/ 89 h 120"/>
                <a:gd name="T22" fmla="*/ 17 w 120"/>
                <a:gd name="T23" fmla="*/ 82 h 120"/>
                <a:gd name="T24" fmla="*/ 16 w 120"/>
                <a:gd name="T25" fmla="*/ 68 h 120"/>
                <a:gd name="T26" fmla="*/ 15 w 120"/>
                <a:gd name="T27" fmla="*/ 60 h 120"/>
                <a:gd name="T28" fmla="*/ 10 w 120"/>
                <a:gd name="T29" fmla="*/ 54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8 w 120"/>
                <a:gd name="T49" fmla="*/ 43 h 120"/>
                <a:gd name="T50" fmla="*/ 33 w 120"/>
                <a:gd name="T51" fmla="*/ 49 h 120"/>
                <a:gd name="T52" fmla="*/ 29 w 120"/>
                <a:gd name="T53" fmla="*/ 51 h 120"/>
                <a:gd name="T54" fmla="*/ 21 w 120"/>
                <a:gd name="T55" fmla="*/ 49 h 120"/>
                <a:gd name="T56" fmla="*/ 15 w 120"/>
                <a:gd name="T57" fmla="*/ 54 h 120"/>
                <a:gd name="T58" fmla="*/ 16 w 120"/>
                <a:gd name="T59" fmla="*/ 58 h 120"/>
                <a:gd name="T60" fmla="*/ 27 w 120"/>
                <a:gd name="T61" fmla="*/ 62 h 120"/>
                <a:gd name="T62" fmla="*/ 41 w 120"/>
                <a:gd name="T63" fmla="*/ 66 h 120"/>
                <a:gd name="T64" fmla="*/ 47 w 120"/>
                <a:gd name="T65" fmla="*/ 77 h 120"/>
                <a:gd name="T66" fmla="*/ 55 w 120"/>
                <a:gd name="T67" fmla="*/ 21 h 120"/>
                <a:gd name="T68" fmla="*/ 44 w 120"/>
                <a:gd name="T69" fmla="*/ 15 h 120"/>
                <a:gd name="T70" fmla="*/ 63 w 120"/>
                <a:gd name="T71" fmla="*/ 10 h 120"/>
                <a:gd name="T72" fmla="*/ 107 w 120"/>
                <a:gd name="T73" fmla="*/ 62 h 120"/>
                <a:gd name="T74" fmla="*/ 92 w 120"/>
                <a:gd name="T75" fmla="*/ 102 h 120"/>
                <a:gd name="T76" fmla="*/ 91 w 120"/>
                <a:gd name="T77" fmla="*/ 92 h 120"/>
                <a:gd name="T78" fmla="*/ 84 w 120"/>
                <a:gd name="T79" fmla="*/ 81 h 120"/>
                <a:gd name="T80" fmla="*/ 66 w 120"/>
                <a:gd name="T81" fmla="*/ 67 h 120"/>
                <a:gd name="T82" fmla="*/ 97 w 120"/>
                <a:gd name="T83" fmla="*/ 56 h 120"/>
                <a:gd name="T84" fmla="*/ 105 w 120"/>
                <a:gd name="T85" fmla="*/ 49 h 120"/>
                <a:gd name="T86" fmla="*/ 93 w 120"/>
                <a:gd name="T87" fmla="*/ 39 h 120"/>
                <a:gd name="T88" fmla="*/ 91 w 120"/>
                <a:gd name="T89" fmla="*/ 52 h 120"/>
                <a:gd name="T90" fmla="*/ 79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3" y="24"/>
                  </a:moveTo>
                  <a:cubicBezTo>
                    <a:pt x="87" y="21"/>
                    <a:pt x="87" y="21"/>
                    <a:pt x="87" y="21"/>
                  </a:cubicBezTo>
                  <a:cubicBezTo>
                    <a:pt x="87" y="21"/>
                    <a:pt x="85" y="17"/>
                    <a:pt x="86" y="14"/>
                  </a:cubicBezTo>
                  <a:cubicBezTo>
                    <a:pt x="87" y="14"/>
                    <a:pt x="91" y="16"/>
                    <a:pt x="94" y="20"/>
                  </a:cubicBezTo>
                  <a:cubicBezTo>
                    <a:pt x="92" y="29"/>
                    <a:pt x="86" y="28"/>
                    <a:pt x="86" y="28"/>
                  </a:cubicBezTo>
                  <a:cubicBezTo>
                    <a:pt x="86" y="28"/>
                    <a:pt x="82" y="28"/>
                    <a:pt x="83" y="24"/>
                  </a:cubicBezTo>
                  <a:close/>
                  <a:moveTo>
                    <a:pt x="47" y="77"/>
                  </a:moveTo>
                  <a:cubicBezTo>
                    <a:pt x="46" y="78"/>
                    <a:pt x="45" y="81"/>
                    <a:pt x="44" y="84"/>
                  </a:cubicBezTo>
                  <a:cubicBezTo>
                    <a:pt x="43" y="86"/>
                    <a:pt x="42" y="87"/>
                    <a:pt x="41" y="88"/>
                  </a:cubicBezTo>
                  <a:cubicBezTo>
                    <a:pt x="39" y="89"/>
                    <a:pt x="39" y="91"/>
                    <a:pt x="39" y="91"/>
                  </a:cubicBezTo>
                  <a:cubicBezTo>
                    <a:pt x="38" y="95"/>
                    <a:pt x="38" y="95"/>
                    <a:pt x="38" y="95"/>
                  </a:cubicBezTo>
                  <a:cubicBezTo>
                    <a:pt x="38" y="95"/>
                    <a:pt x="39" y="99"/>
                    <a:pt x="40" y="100"/>
                  </a:cubicBezTo>
                  <a:cubicBezTo>
                    <a:pt x="40" y="102"/>
                    <a:pt x="37" y="110"/>
                    <a:pt x="37" y="110"/>
                  </a:cubicBezTo>
                  <a:cubicBezTo>
                    <a:pt x="34" y="109"/>
                    <a:pt x="33" y="106"/>
                    <a:pt x="32" y="104"/>
                  </a:cubicBezTo>
                  <a:cubicBezTo>
                    <a:pt x="32" y="102"/>
                    <a:pt x="30" y="101"/>
                    <a:pt x="31" y="99"/>
                  </a:cubicBezTo>
                  <a:cubicBezTo>
                    <a:pt x="31" y="96"/>
                    <a:pt x="29" y="95"/>
                    <a:pt x="28" y="94"/>
                  </a:cubicBezTo>
                  <a:cubicBezTo>
                    <a:pt x="27" y="92"/>
                    <a:pt x="26" y="90"/>
                    <a:pt x="26" y="89"/>
                  </a:cubicBezTo>
                  <a:cubicBezTo>
                    <a:pt x="26" y="88"/>
                    <a:pt x="23" y="86"/>
                    <a:pt x="23" y="86"/>
                  </a:cubicBezTo>
                  <a:cubicBezTo>
                    <a:pt x="23" y="86"/>
                    <a:pt x="18" y="83"/>
                    <a:pt x="17" y="82"/>
                  </a:cubicBezTo>
                  <a:cubicBezTo>
                    <a:pt x="16" y="81"/>
                    <a:pt x="15" y="77"/>
                    <a:pt x="15" y="75"/>
                  </a:cubicBezTo>
                  <a:cubicBezTo>
                    <a:pt x="15" y="73"/>
                    <a:pt x="16" y="68"/>
                    <a:pt x="16" y="68"/>
                  </a:cubicBezTo>
                  <a:cubicBezTo>
                    <a:pt x="16" y="68"/>
                    <a:pt x="18" y="66"/>
                    <a:pt x="17" y="65"/>
                  </a:cubicBezTo>
                  <a:cubicBezTo>
                    <a:pt x="15" y="64"/>
                    <a:pt x="15" y="60"/>
                    <a:pt x="15" y="60"/>
                  </a:cubicBezTo>
                  <a:cubicBezTo>
                    <a:pt x="13" y="58"/>
                    <a:pt x="13" y="58"/>
                    <a:pt x="13" y="58"/>
                  </a:cubicBezTo>
                  <a:cubicBezTo>
                    <a:pt x="13" y="58"/>
                    <a:pt x="11" y="55"/>
                    <a:pt x="10" y="54"/>
                  </a:cubicBezTo>
                  <a:cubicBezTo>
                    <a:pt x="10" y="52"/>
                    <a:pt x="10" y="51"/>
                    <a:pt x="11" y="50"/>
                  </a:cubicBezTo>
                  <a:cubicBezTo>
                    <a:pt x="11" y="49"/>
                    <a:pt x="10" y="46"/>
                    <a:pt x="10" y="45"/>
                  </a:cubicBezTo>
                  <a:cubicBezTo>
                    <a:pt x="20" y="20"/>
                    <a:pt x="37" y="15"/>
                    <a:pt x="37" y="15"/>
                  </a:cubicBezTo>
                  <a:cubicBezTo>
                    <a:pt x="38" y="20"/>
                    <a:pt x="38" y="20"/>
                    <a:pt x="38" y="20"/>
                  </a:cubicBezTo>
                  <a:cubicBezTo>
                    <a:pt x="38" y="20"/>
                    <a:pt x="35" y="21"/>
                    <a:pt x="34" y="21"/>
                  </a:cubicBezTo>
                  <a:cubicBezTo>
                    <a:pt x="32" y="20"/>
                    <a:pt x="31" y="20"/>
                    <a:pt x="31" y="20"/>
                  </a:cubicBezTo>
                  <a:cubicBezTo>
                    <a:pt x="29" y="23"/>
                    <a:pt x="29" y="23"/>
                    <a:pt x="29" y="23"/>
                  </a:cubicBezTo>
                  <a:cubicBezTo>
                    <a:pt x="29" y="23"/>
                    <a:pt x="28" y="25"/>
                    <a:pt x="28" y="26"/>
                  </a:cubicBezTo>
                  <a:cubicBezTo>
                    <a:pt x="28" y="27"/>
                    <a:pt x="29" y="29"/>
                    <a:pt x="29" y="29"/>
                  </a:cubicBezTo>
                  <a:cubicBezTo>
                    <a:pt x="29" y="29"/>
                    <a:pt x="32" y="29"/>
                    <a:pt x="32" y="28"/>
                  </a:cubicBezTo>
                  <a:cubicBezTo>
                    <a:pt x="32" y="27"/>
                    <a:pt x="32" y="26"/>
                    <a:pt x="32" y="26"/>
                  </a:cubicBezTo>
                  <a:cubicBezTo>
                    <a:pt x="31" y="24"/>
                    <a:pt x="31" y="24"/>
                    <a:pt x="31" y="24"/>
                  </a:cubicBezTo>
                  <a:cubicBezTo>
                    <a:pt x="31" y="24"/>
                    <a:pt x="34" y="23"/>
                    <a:pt x="40" y="24"/>
                  </a:cubicBezTo>
                  <a:cubicBezTo>
                    <a:pt x="47" y="24"/>
                    <a:pt x="44" y="29"/>
                    <a:pt x="47" y="30"/>
                  </a:cubicBezTo>
                  <a:cubicBezTo>
                    <a:pt x="50" y="31"/>
                    <a:pt x="45" y="35"/>
                    <a:pt x="44" y="37"/>
                  </a:cubicBezTo>
                  <a:cubicBezTo>
                    <a:pt x="43" y="39"/>
                    <a:pt x="41" y="34"/>
                    <a:pt x="41" y="34"/>
                  </a:cubicBezTo>
                  <a:cubicBezTo>
                    <a:pt x="41" y="34"/>
                    <a:pt x="43" y="32"/>
                    <a:pt x="40" y="32"/>
                  </a:cubicBezTo>
                  <a:cubicBezTo>
                    <a:pt x="37" y="31"/>
                    <a:pt x="35" y="36"/>
                    <a:pt x="37" y="36"/>
                  </a:cubicBezTo>
                  <a:cubicBezTo>
                    <a:pt x="38" y="36"/>
                    <a:pt x="40" y="38"/>
                    <a:pt x="39" y="39"/>
                  </a:cubicBezTo>
                  <a:cubicBezTo>
                    <a:pt x="39" y="40"/>
                    <a:pt x="39" y="40"/>
                    <a:pt x="38" y="43"/>
                  </a:cubicBezTo>
                  <a:cubicBezTo>
                    <a:pt x="36" y="46"/>
                    <a:pt x="34" y="48"/>
                    <a:pt x="34" y="48"/>
                  </a:cubicBezTo>
                  <a:cubicBezTo>
                    <a:pt x="34" y="48"/>
                    <a:pt x="32" y="47"/>
                    <a:pt x="33" y="49"/>
                  </a:cubicBezTo>
                  <a:cubicBezTo>
                    <a:pt x="34" y="51"/>
                    <a:pt x="33" y="54"/>
                    <a:pt x="33" y="55"/>
                  </a:cubicBezTo>
                  <a:cubicBezTo>
                    <a:pt x="33" y="57"/>
                    <a:pt x="29" y="54"/>
                    <a:pt x="29" y="51"/>
                  </a:cubicBezTo>
                  <a:cubicBezTo>
                    <a:pt x="28" y="48"/>
                    <a:pt x="25" y="51"/>
                    <a:pt x="24" y="51"/>
                  </a:cubicBezTo>
                  <a:cubicBezTo>
                    <a:pt x="23" y="51"/>
                    <a:pt x="21" y="50"/>
                    <a:pt x="21" y="49"/>
                  </a:cubicBezTo>
                  <a:cubicBezTo>
                    <a:pt x="20" y="48"/>
                    <a:pt x="15" y="52"/>
                    <a:pt x="14" y="52"/>
                  </a:cubicBezTo>
                  <a:cubicBezTo>
                    <a:pt x="13" y="53"/>
                    <a:pt x="13" y="55"/>
                    <a:pt x="15" y="54"/>
                  </a:cubicBezTo>
                  <a:cubicBezTo>
                    <a:pt x="17" y="53"/>
                    <a:pt x="19" y="54"/>
                    <a:pt x="19" y="56"/>
                  </a:cubicBezTo>
                  <a:cubicBezTo>
                    <a:pt x="18" y="58"/>
                    <a:pt x="16" y="57"/>
                    <a:pt x="16" y="58"/>
                  </a:cubicBezTo>
                  <a:cubicBezTo>
                    <a:pt x="17" y="60"/>
                    <a:pt x="19" y="61"/>
                    <a:pt x="19" y="63"/>
                  </a:cubicBezTo>
                  <a:cubicBezTo>
                    <a:pt x="20" y="65"/>
                    <a:pt x="25" y="63"/>
                    <a:pt x="27" y="62"/>
                  </a:cubicBezTo>
                  <a:cubicBezTo>
                    <a:pt x="28" y="62"/>
                    <a:pt x="33" y="61"/>
                    <a:pt x="33" y="63"/>
                  </a:cubicBezTo>
                  <a:cubicBezTo>
                    <a:pt x="34" y="65"/>
                    <a:pt x="39" y="66"/>
                    <a:pt x="41" y="66"/>
                  </a:cubicBezTo>
                  <a:cubicBezTo>
                    <a:pt x="43" y="67"/>
                    <a:pt x="46" y="67"/>
                    <a:pt x="49" y="69"/>
                  </a:cubicBezTo>
                  <a:cubicBezTo>
                    <a:pt x="51" y="72"/>
                    <a:pt x="47" y="76"/>
                    <a:pt x="47" y="77"/>
                  </a:cubicBezTo>
                  <a:close/>
                  <a:moveTo>
                    <a:pt x="59" y="14"/>
                  </a:moveTo>
                  <a:cubicBezTo>
                    <a:pt x="58" y="17"/>
                    <a:pt x="54" y="20"/>
                    <a:pt x="55" y="21"/>
                  </a:cubicBezTo>
                  <a:cubicBezTo>
                    <a:pt x="55" y="22"/>
                    <a:pt x="55" y="27"/>
                    <a:pt x="51" y="23"/>
                  </a:cubicBezTo>
                  <a:cubicBezTo>
                    <a:pt x="47" y="19"/>
                    <a:pt x="43" y="18"/>
                    <a:pt x="44" y="15"/>
                  </a:cubicBezTo>
                  <a:cubicBezTo>
                    <a:pt x="44" y="14"/>
                    <a:pt x="48" y="14"/>
                    <a:pt x="48" y="13"/>
                  </a:cubicBezTo>
                  <a:cubicBezTo>
                    <a:pt x="53" y="7"/>
                    <a:pt x="62" y="8"/>
                    <a:pt x="63" y="10"/>
                  </a:cubicBezTo>
                  <a:cubicBezTo>
                    <a:pt x="61" y="12"/>
                    <a:pt x="59" y="11"/>
                    <a:pt x="59" y="14"/>
                  </a:cubicBezTo>
                  <a:close/>
                  <a:moveTo>
                    <a:pt x="107" y="62"/>
                  </a:moveTo>
                  <a:cubicBezTo>
                    <a:pt x="107" y="62"/>
                    <a:pt x="109" y="65"/>
                    <a:pt x="112" y="65"/>
                  </a:cubicBezTo>
                  <a:cubicBezTo>
                    <a:pt x="110" y="87"/>
                    <a:pt x="92" y="102"/>
                    <a:pt x="92" y="102"/>
                  </a:cubicBezTo>
                  <a:cubicBezTo>
                    <a:pt x="89" y="99"/>
                    <a:pt x="90" y="96"/>
                    <a:pt x="90" y="96"/>
                  </a:cubicBezTo>
                  <a:cubicBezTo>
                    <a:pt x="91" y="92"/>
                    <a:pt x="91" y="92"/>
                    <a:pt x="91" y="92"/>
                  </a:cubicBezTo>
                  <a:cubicBezTo>
                    <a:pt x="91" y="85"/>
                    <a:pt x="91" y="85"/>
                    <a:pt x="91" y="85"/>
                  </a:cubicBezTo>
                  <a:cubicBezTo>
                    <a:pt x="91" y="85"/>
                    <a:pt x="91" y="77"/>
                    <a:pt x="84" y="81"/>
                  </a:cubicBezTo>
                  <a:cubicBezTo>
                    <a:pt x="77" y="83"/>
                    <a:pt x="80" y="83"/>
                    <a:pt x="72" y="83"/>
                  </a:cubicBezTo>
                  <a:cubicBezTo>
                    <a:pt x="64" y="84"/>
                    <a:pt x="66" y="67"/>
                    <a:pt x="66" y="67"/>
                  </a:cubicBezTo>
                  <a:cubicBezTo>
                    <a:pt x="66" y="43"/>
                    <a:pt x="84" y="61"/>
                    <a:pt x="84" y="61"/>
                  </a:cubicBezTo>
                  <a:cubicBezTo>
                    <a:pt x="95" y="69"/>
                    <a:pt x="97" y="56"/>
                    <a:pt x="97" y="56"/>
                  </a:cubicBezTo>
                  <a:cubicBezTo>
                    <a:pt x="104" y="53"/>
                    <a:pt x="104" y="53"/>
                    <a:pt x="104" y="53"/>
                  </a:cubicBezTo>
                  <a:cubicBezTo>
                    <a:pt x="105" y="49"/>
                    <a:pt x="105" y="49"/>
                    <a:pt x="105" y="49"/>
                  </a:cubicBezTo>
                  <a:cubicBezTo>
                    <a:pt x="104" y="44"/>
                    <a:pt x="104" y="44"/>
                    <a:pt x="104" y="44"/>
                  </a:cubicBezTo>
                  <a:cubicBezTo>
                    <a:pt x="93" y="39"/>
                    <a:pt x="93" y="39"/>
                    <a:pt x="93" y="39"/>
                  </a:cubicBezTo>
                  <a:cubicBezTo>
                    <a:pt x="93" y="39"/>
                    <a:pt x="91" y="43"/>
                    <a:pt x="94" y="48"/>
                  </a:cubicBezTo>
                  <a:cubicBezTo>
                    <a:pt x="94" y="48"/>
                    <a:pt x="93" y="53"/>
                    <a:pt x="91" y="52"/>
                  </a:cubicBezTo>
                  <a:cubicBezTo>
                    <a:pt x="84" y="48"/>
                    <a:pt x="84" y="48"/>
                    <a:pt x="84" y="48"/>
                  </a:cubicBezTo>
                  <a:cubicBezTo>
                    <a:pt x="84" y="48"/>
                    <a:pt x="82" y="47"/>
                    <a:pt x="79" y="49"/>
                  </a:cubicBezTo>
                  <a:cubicBezTo>
                    <a:pt x="75" y="52"/>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1"/>
                    <a:pt x="86" y="37"/>
                    <a:pt x="90" y="36"/>
                  </a:cubicBezTo>
                  <a:cubicBezTo>
                    <a:pt x="94" y="36"/>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grpSp>
      <p:sp>
        <p:nvSpPr>
          <p:cNvPr id="1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3502617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childTnLst>
                          </p:cTn>
                        </p:par>
                        <p:par>
                          <p:cTn id="10" fill="hold">
                            <p:stCondLst>
                              <p:cond delay="500"/>
                            </p:stCondLst>
                            <p:childTnLst>
                              <p:par>
                                <p:cTn id="11" presetID="22" presetClass="entr" presetSubtype="2" fill="hold" nodeType="afterEffect">
                                  <p:stCondLst>
                                    <p:cond delay="0"/>
                                  </p:stCondLst>
                                  <p:childTnLst>
                                    <p:set>
                                      <p:cBhvr>
                                        <p:cTn id="12" dur="1" fill="hold">
                                          <p:stCondLst>
                                            <p:cond delay="0"/>
                                          </p:stCondLst>
                                        </p:cTn>
                                        <p:tgtEl>
                                          <p:spTgt spid="66"/>
                                        </p:tgtEl>
                                        <p:attrNameLst>
                                          <p:attrName>style.visibility</p:attrName>
                                        </p:attrNameLst>
                                      </p:cBhvr>
                                      <p:to>
                                        <p:strVal val="visible"/>
                                      </p:to>
                                    </p:set>
                                    <p:animEffect transition="in" filter="wipe(right)">
                                      <p:cBhvr>
                                        <p:cTn id="13" dur="500"/>
                                        <p:tgtEl>
                                          <p:spTgt spid="66"/>
                                        </p:tgtEl>
                                      </p:cBhvr>
                                    </p:animEffect>
                                  </p:childTnLst>
                                </p:cTn>
                              </p:par>
                              <p:par>
                                <p:cTn id="14" presetID="10" presetClass="entr" presetSubtype="0" fill="hold" nodeType="with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childTnLst>
                          </p:cTn>
                        </p:par>
                        <p:par>
                          <p:cTn id="17" fill="hold">
                            <p:stCondLst>
                              <p:cond delay="1000"/>
                            </p:stCondLst>
                            <p:childTnLst>
                              <p:par>
                                <p:cTn id="18" presetID="1" presetClass="entr" presetSubtype="0" fill="hold" grpId="0" nodeType="afterEffect">
                                  <p:stCondLst>
                                    <p:cond delay="0"/>
                                  </p:stCondLst>
                                  <p:childTnLst>
                                    <p:set>
                                      <p:cBhvr>
                                        <p:cTn id="19" dur="1" fill="hold">
                                          <p:stCondLst>
                                            <p:cond delay="0"/>
                                          </p:stCondLst>
                                        </p:cTn>
                                        <p:tgtEl>
                                          <p:spTgt spid="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971223" y="461896"/>
            <a:ext cx="3406814" cy="868070"/>
          </a:xfrm>
        </p:spPr>
        <p:txBody>
          <a:bodyPr>
            <a:noAutofit/>
          </a:bodyPr>
          <a:lstStyle/>
          <a:p>
            <a:pPr algn="r" rtl="1"/>
            <a:r>
              <a:rPr lang="ar-JO" u="sng" dirty="0">
                <a:solidFill>
                  <a:srgbClr val="C55A11"/>
                </a:solidFill>
              </a:rPr>
              <a:t>النوع الثاني</a:t>
            </a:r>
            <a:endParaRPr lang="en-AU" u="sng" dirty="0">
              <a:solidFill>
                <a:srgbClr val="C55A11"/>
              </a:solidFill>
            </a:endParaRPr>
          </a:p>
        </p:txBody>
      </p:sp>
      <p:grpSp>
        <p:nvGrpSpPr>
          <p:cNvPr id="12" name="Group 11"/>
          <p:cNvGrpSpPr/>
          <p:nvPr/>
        </p:nvGrpSpPr>
        <p:grpSpPr>
          <a:xfrm>
            <a:off x="2862236" y="1627044"/>
            <a:ext cx="1293649" cy="4252686"/>
            <a:chOff x="7897842" y="1905789"/>
            <a:chExt cx="1293649" cy="4252686"/>
          </a:xfrm>
        </p:grpSpPr>
        <p:sp>
          <p:nvSpPr>
            <p:cNvPr id="13" name="Freeform 12"/>
            <p:cNvSpPr>
              <a:spLocks/>
            </p:cNvSpPr>
            <p:nvPr/>
          </p:nvSpPr>
          <p:spPr bwMode="auto">
            <a:xfrm>
              <a:off x="8544666" y="1920659"/>
              <a:ext cx="646825" cy="4237816"/>
            </a:xfrm>
            <a:custGeom>
              <a:avLst/>
              <a:gdLst>
                <a:gd name="connsiteX0" fmla="*/ 498130 w 646825"/>
                <a:gd name="connsiteY0" fmla="*/ 907041 h 4237816"/>
                <a:gd name="connsiteX1" fmla="*/ 483260 w 646825"/>
                <a:gd name="connsiteY1" fmla="*/ 936780 h 4237816"/>
                <a:gd name="connsiteX2" fmla="*/ 468391 w 646825"/>
                <a:gd name="connsiteY2" fmla="*/ 981389 h 4237816"/>
                <a:gd name="connsiteX3" fmla="*/ 455872 w 646825"/>
                <a:gd name="connsiteY3" fmla="*/ 1031477 h 4237816"/>
                <a:gd name="connsiteX4" fmla="*/ 453521 w 646825"/>
                <a:gd name="connsiteY4" fmla="*/ 1085476 h 4237816"/>
                <a:gd name="connsiteX5" fmla="*/ 438652 w 646825"/>
                <a:gd name="connsiteY5" fmla="*/ 1085476 h 4237816"/>
                <a:gd name="connsiteX6" fmla="*/ 423782 w 646825"/>
                <a:gd name="connsiteY6" fmla="*/ 1144954 h 4237816"/>
                <a:gd name="connsiteX7" fmla="*/ 394043 w 646825"/>
                <a:gd name="connsiteY7" fmla="*/ 1234171 h 4237816"/>
                <a:gd name="connsiteX8" fmla="*/ 364304 w 646825"/>
                <a:gd name="connsiteY8" fmla="*/ 1353127 h 4237816"/>
                <a:gd name="connsiteX9" fmla="*/ 394043 w 646825"/>
                <a:gd name="connsiteY9" fmla="*/ 1724865 h 4237816"/>
                <a:gd name="connsiteX10" fmla="*/ 394043 w 646825"/>
                <a:gd name="connsiteY10" fmla="*/ 2066865 h 4237816"/>
                <a:gd name="connsiteX11" fmla="*/ 408912 w 646825"/>
                <a:gd name="connsiteY11" fmla="*/ 2081734 h 4237816"/>
                <a:gd name="connsiteX12" fmla="*/ 423782 w 646825"/>
                <a:gd name="connsiteY12" fmla="*/ 2126343 h 4237816"/>
                <a:gd name="connsiteX13" fmla="*/ 438652 w 646825"/>
                <a:gd name="connsiteY13" fmla="*/ 1784343 h 4237816"/>
                <a:gd name="connsiteX14" fmla="*/ 319695 w 646825"/>
                <a:gd name="connsiteY14" fmla="*/ 728607 h 4237816"/>
                <a:gd name="connsiteX15" fmla="*/ 334565 w 646825"/>
                <a:gd name="connsiteY15" fmla="*/ 788085 h 4237816"/>
                <a:gd name="connsiteX16" fmla="*/ 349434 w 646825"/>
                <a:gd name="connsiteY16" fmla="*/ 788085 h 4237816"/>
                <a:gd name="connsiteX17" fmla="*/ 334565 w 646825"/>
                <a:gd name="connsiteY17" fmla="*/ 802954 h 4237816"/>
                <a:gd name="connsiteX18" fmla="*/ 289956 w 646825"/>
                <a:gd name="connsiteY18" fmla="*/ 802954 h 4237816"/>
                <a:gd name="connsiteX19" fmla="*/ 319695 w 646825"/>
                <a:gd name="connsiteY19" fmla="*/ 847563 h 4237816"/>
                <a:gd name="connsiteX20" fmla="*/ 364304 w 646825"/>
                <a:gd name="connsiteY20" fmla="*/ 892172 h 4237816"/>
                <a:gd name="connsiteX21" fmla="*/ 304826 w 646825"/>
                <a:gd name="connsiteY21" fmla="*/ 966519 h 4237816"/>
                <a:gd name="connsiteX22" fmla="*/ 141261 w 646825"/>
                <a:gd name="connsiteY22" fmla="*/ 1204432 h 4237816"/>
                <a:gd name="connsiteX23" fmla="*/ 185870 w 646825"/>
                <a:gd name="connsiteY23" fmla="*/ 1159823 h 4237816"/>
                <a:gd name="connsiteX24" fmla="*/ 275087 w 646825"/>
                <a:gd name="connsiteY24" fmla="*/ 1070606 h 4237816"/>
                <a:gd name="connsiteX25" fmla="*/ 394043 w 646825"/>
                <a:gd name="connsiteY25" fmla="*/ 921911 h 4237816"/>
                <a:gd name="connsiteX26" fmla="*/ 364304 w 646825"/>
                <a:gd name="connsiteY26" fmla="*/ 832693 h 4237816"/>
                <a:gd name="connsiteX27" fmla="*/ 394043 w 646825"/>
                <a:gd name="connsiteY27" fmla="*/ 788085 h 4237816"/>
                <a:gd name="connsiteX28" fmla="*/ 349434 w 646825"/>
                <a:gd name="connsiteY28" fmla="*/ 743476 h 4237816"/>
                <a:gd name="connsiteX29" fmla="*/ 141261 w 646825"/>
                <a:gd name="connsiteY29" fmla="*/ 594781 h 4237816"/>
                <a:gd name="connsiteX30" fmla="*/ 126392 w 646825"/>
                <a:gd name="connsiteY30" fmla="*/ 624520 h 4237816"/>
                <a:gd name="connsiteX31" fmla="*/ 81783 w 646825"/>
                <a:gd name="connsiteY31" fmla="*/ 654259 h 4237816"/>
                <a:gd name="connsiteX32" fmla="*/ 37174 w 646825"/>
                <a:gd name="connsiteY32" fmla="*/ 698868 h 4237816"/>
                <a:gd name="connsiteX33" fmla="*/ 96652 w 646825"/>
                <a:gd name="connsiteY33" fmla="*/ 788085 h 4237816"/>
                <a:gd name="connsiteX34" fmla="*/ 66913 w 646825"/>
                <a:gd name="connsiteY34" fmla="*/ 1293649 h 4237816"/>
                <a:gd name="connsiteX35" fmla="*/ 96652 w 646825"/>
                <a:gd name="connsiteY35" fmla="*/ 1501822 h 4237816"/>
                <a:gd name="connsiteX36" fmla="*/ 126392 w 646825"/>
                <a:gd name="connsiteY36" fmla="*/ 1739735 h 4237816"/>
                <a:gd name="connsiteX37" fmla="*/ 126392 w 646825"/>
                <a:gd name="connsiteY37" fmla="*/ 1799213 h 4237816"/>
                <a:gd name="connsiteX38" fmla="*/ 185870 w 646825"/>
                <a:gd name="connsiteY38" fmla="*/ 2215560 h 4237816"/>
                <a:gd name="connsiteX39" fmla="*/ 275087 w 646825"/>
                <a:gd name="connsiteY39" fmla="*/ 2334516 h 4237816"/>
                <a:gd name="connsiteX40" fmla="*/ 245348 w 646825"/>
                <a:gd name="connsiteY40" fmla="*/ 2230429 h 4237816"/>
                <a:gd name="connsiteX41" fmla="*/ 200739 w 646825"/>
                <a:gd name="connsiteY41" fmla="*/ 2037126 h 4237816"/>
                <a:gd name="connsiteX42" fmla="*/ 171000 w 646825"/>
                <a:gd name="connsiteY42" fmla="*/ 1769474 h 4237816"/>
                <a:gd name="connsiteX43" fmla="*/ 156131 w 646825"/>
                <a:gd name="connsiteY43" fmla="*/ 1650518 h 4237816"/>
                <a:gd name="connsiteX44" fmla="*/ 141261 w 646825"/>
                <a:gd name="connsiteY44" fmla="*/ 1472083 h 4237816"/>
                <a:gd name="connsiteX45" fmla="*/ 111522 w 646825"/>
                <a:gd name="connsiteY45" fmla="*/ 1308518 h 4237816"/>
                <a:gd name="connsiteX46" fmla="*/ 111522 w 646825"/>
                <a:gd name="connsiteY46" fmla="*/ 1144954 h 4237816"/>
                <a:gd name="connsiteX47" fmla="*/ 111522 w 646825"/>
                <a:gd name="connsiteY47" fmla="*/ 907041 h 4237816"/>
                <a:gd name="connsiteX48" fmla="*/ 0 w 646825"/>
                <a:gd name="connsiteY48" fmla="*/ 0 h 4237816"/>
                <a:gd name="connsiteX49" fmla="*/ 7435 w 646825"/>
                <a:gd name="connsiteY49" fmla="*/ 0 h 4237816"/>
                <a:gd name="connsiteX50" fmla="*/ 52044 w 646825"/>
                <a:gd name="connsiteY50" fmla="*/ 29739 h 4237816"/>
                <a:gd name="connsiteX51" fmla="*/ 111522 w 646825"/>
                <a:gd name="connsiteY51" fmla="*/ 89217 h 4237816"/>
                <a:gd name="connsiteX52" fmla="*/ 141261 w 646825"/>
                <a:gd name="connsiteY52" fmla="*/ 237912 h 4237816"/>
                <a:gd name="connsiteX53" fmla="*/ 141261 w 646825"/>
                <a:gd name="connsiteY53" fmla="*/ 282521 h 4237816"/>
                <a:gd name="connsiteX54" fmla="*/ 156131 w 646825"/>
                <a:gd name="connsiteY54" fmla="*/ 282521 h 4237816"/>
                <a:gd name="connsiteX55" fmla="*/ 156131 w 646825"/>
                <a:gd name="connsiteY55" fmla="*/ 297390 h 4237816"/>
                <a:gd name="connsiteX56" fmla="*/ 156131 w 646825"/>
                <a:gd name="connsiteY56" fmla="*/ 356868 h 4237816"/>
                <a:gd name="connsiteX57" fmla="*/ 156131 w 646825"/>
                <a:gd name="connsiteY57" fmla="*/ 401477 h 4237816"/>
                <a:gd name="connsiteX58" fmla="*/ 141261 w 646825"/>
                <a:gd name="connsiteY58" fmla="*/ 416347 h 4237816"/>
                <a:gd name="connsiteX59" fmla="*/ 111522 w 646825"/>
                <a:gd name="connsiteY59" fmla="*/ 431216 h 4237816"/>
                <a:gd name="connsiteX60" fmla="*/ 111522 w 646825"/>
                <a:gd name="connsiteY60" fmla="*/ 490694 h 4237816"/>
                <a:gd name="connsiteX61" fmla="*/ 111522 w 646825"/>
                <a:gd name="connsiteY61" fmla="*/ 550172 h 4237816"/>
                <a:gd name="connsiteX62" fmla="*/ 141261 w 646825"/>
                <a:gd name="connsiteY62" fmla="*/ 565042 h 4237816"/>
                <a:gd name="connsiteX63" fmla="*/ 275087 w 646825"/>
                <a:gd name="connsiteY63" fmla="*/ 669129 h 4237816"/>
                <a:gd name="connsiteX64" fmla="*/ 364304 w 646825"/>
                <a:gd name="connsiteY64" fmla="*/ 698868 h 4237816"/>
                <a:gd name="connsiteX65" fmla="*/ 468391 w 646825"/>
                <a:gd name="connsiteY65" fmla="*/ 743476 h 4237816"/>
                <a:gd name="connsiteX66" fmla="*/ 572477 w 646825"/>
                <a:gd name="connsiteY66" fmla="*/ 788085 h 4237816"/>
                <a:gd name="connsiteX67" fmla="*/ 572477 w 646825"/>
                <a:gd name="connsiteY67" fmla="*/ 1011128 h 4237816"/>
                <a:gd name="connsiteX68" fmla="*/ 602216 w 646825"/>
                <a:gd name="connsiteY68" fmla="*/ 1040867 h 4237816"/>
                <a:gd name="connsiteX69" fmla="*/ 617086 w 646825"/>
                <a:gd name="connsiteY69" fmla="*/ 1353127 h 4237816"/>
                <a:gd name="connsiteX70" fmla="*/ 646825 w 646825"/>
                <a:gd name="connsiteY70" fmla="*/ 1665387 h 4237816"/>
                <a:gd name="connsiteX71" fmla="*/ 646825 w 646825"/>
                <a:gd name="connsiteY71" fmla="*/ 2170951 h 4237816"/>
                <a:gd name="connsiteX72" fmla="*/ 602216 w 646825"/>
                <a:gd name="connsiteY72" fmla="*/ 2170951 h 4237816"/>
                <a:gd name="connsiteX73" fmla="*/ 557608 w 646825"/>
                <a:gd name="connsiteY73" fmla="*/ 2215560 h 4237816"/>
                <a:gd name="connsiteX74" fmla="*/ 557608 w 646825"/>
                <a:gd name="connsiteY74" fmla="*/ 2260168 h 4237816"/>
                <a:gd name="connsiteX75" fmla="*/ 542738 w 646825"/>
                <a:gd name="connsiteY75" fmla="*/ 2304777 h 4237816"/>
                <a:gd name="connsiteX76" fmla="*/ 527869 w 646825"/>
                <a:gd name="connsiteY76" fmla="*/ 2334516 h 4237816"/>
                <a:gd name="connsiteX77" fmla="*/ 498130 w 646825"/>
                <a:gd name="connsiteY77" fmla="*/ 2379125 h 4237816"/>
                <a:gd name="connsiteX78" fmla="*/ 468391 w 646825"/>
                <a:gd name="connsiteY78" fmla="*/ 2393994 h 4237816"/>
                <a:gd name="connsiteX79" fmla="*/ 438652 w 646825"/>
                <a:gd name="connsiteY79" fmla="*/ 2393994 h 4237816"/>
                <a:gd name="connsiteX80" fmla="*/ 394043 w 646825"/>
                <a:gd name="connsiteY80" fmla="*/ 2393994 h 4237816"/>
                <a:gd name="connsiteX81" fmla="*/ 349434 w 646825"/>
                <a:gd name="connsiteY81" fmla="*/ 2453472 h 4237816"/>
                <a:gd name="connsiteX82" fmla="*/ 349434 w 646825"/>
                <a:gd name="connsiteY82" fmla="*/ 2617037 h 4237816"/>
                <a:gd name="connsiteX83" fmla="*/ 304826 w 646825"/>
                <a:gd name="connsiteY83" fmla="*/ 2914428 h 4237816"/>
                <a:gd name="connsiteX84" fmla="*/ 260217 w 646825"/>
                <a:gd name="connsiteY84" fmla="*/ 3315905 h 4237816"/>
                <a:gd name="connsiteX85" fmla="*/ 245348 w 646825"/>
                <a:gd name="connsiteY85" fmla="*/ 3330775 h 4237816"/>
                <a:gd name="connsiteX86" fmla="*/ 230478 w 646825"/>
                <a:gd name="connsiteY86" fmla="*/ 3419992 h 4237816"/>
                <a:gd name="connsiteX87" fmla="*/ 215609 w 646825"/>
                <a:gd name="connsiteY87" fmla="*/ 3613296 h 4237816"/>
                <a:gd name="connsiteX88" fmla="*/ 200739 w 646825"/>
                <a:gd name="connsiteY88" fmla="*/ 3866078 h 4237816"/>
                <a:gd name="connsiteX89" fmla="*/ 141261 w 646825"/>
                <a:gd name="connsiteY89" fmla="*/ 4059382 h 4237816"/>
                <a:gd name="connsiteX90" fmla="*/ 96652 w 646825"/>
                <a:gd name="connsiteY90" fmla="*/ 4089121 h 4237816"/>
                <a:gd name="connsiteX91" fmla="*/ 126392 w 646825"/>
                <a:gd name="connsiteY91" fmla="*/ 4193208 h 4237816"/>
                <a:gd name="connsiteX92" fmla="*/ 66913 w 646825"/>
                <a:gd name="connsiteY92" fmla="*/ 4237816 h 4237816"/>
                <a:gd name="connsiteX93" fmla="*/ 0 w 646825"/>
                <a:gd name="connsiteY93" fmla="*/ 4237816 h 4237816"/>
                <a:gd name="connsiteX94" fmla="*/ 0 w 646825"/>
                <a:gd name="connsiteY94" fmla="*/ 2743429 h 4237816"/>
                <a:gd name="connsiteX95" fmla="*/ 7435 w 646825"/>
                <a:gd name="connsiteY95" fmla="*/ 2721124 h 4237816"/>
                <a:gd name="connsiteX96" fmla="*/ 22305 w 646825"/>
                <a:gd name="connsiteY96" fmla="*/ 2631907 h 4237816"/>
                <a:gd name="connsiteX97" fmla="*/ 22305 w 646825"/>
                <a:gd name="connsiteY97" fmla="*/ 2527820 h 4237816"/>
                <a:gd name="connsiteX98" fmla="*/ 7435 w 646825"/>
                <a:gd name="connsiteY98" fmla="*/ 2349386 h 4237816"/>
                <a:gd name="connsiteX99" fmla="*/ 7435 w 646825"/>
                <a:gd name="connsiteY99" fmla="*/ 2304777 h 4237816"/>
                <a:gd name="connsiteX100" fmla="*/ 22305 w 646825"/>
                <a:gd name="connsiteY100" fmla="*/ 2289908 h 4237816"/>
                <a:gd name="connsiteX101" fmla="*/ 52044 w 646825"/>
                <a:gd name="connsiteY101" fmla="*/ 2260168 h 4237816"/>
                <a:gd name="connsiteX102" fmla="*/ 81783 w 646825"/>
                <a:gd name="connsiteY102" fmla="*/ 2245299 h 4237816"/>
                <a:gd name="connsiteX103" fmla="*/ 96652 w 646825"/>
                <a:gd name="connsiteY103" fmla="*/ 2260168 h 4237816"/>
                <a:gd name="connsiteX104" fmla="*/ 171000 w 646825"/>
                <a:gd name="connsiteY104" fmla="*/ 2260168 h 4237816"/>
                <a:gd name="connsiteX105" fmla="*/ 171000 w 646825"/>
                <a:gd name="connsiteY105" fmla="*/ 2230429 h 4237816"/>
                <a:gd name="connsiteX106" fmla="*/ 156131 w 646825"/>
                <a:gd name="connsiteY106" fmla="*/ 2215560 h 4237816"/>
                <a:gd name="connsiteX107" fmla="*/ 126392 w 646825"/>
                <a:gd name="connsiteY107" fmla="*/ 2200690 h 4237816"/>
                <a:gd name="connsiteX108" fmla="*/ 37174 w 646825"/>
                <a:gd name="connsiteY108" fmla="*/ 2230429 h 4237816"/>
                <a:gd name="connsiteX109" fmla="*/ 0 w 646825"/>
                <a:gd name="connsiteY109" fmla="*/ 2249016 h 4237816"/>
                <a:gd name="connsiteX110" fmla="*/ 0 w 646825"/>
                <a:gd name="connsiteY110" fmla="*/ 669129 h 4237816"/>
                <a:gd name="connsiteX111" fmla="*/ 7435 w 646825"/>
                <a:gd name="connsiteY111" fmla="*/ 669129 h 4237816"/>
                <a:gd name="connsiteX112" fmla="*/ 37174 w 646825"/>
                <a:gd name="connsiteY112" fmla="*/ 639390 h 4237816"/>
                <a:gd name="connsiteX113" fmla="*/ 66913 w 646825"/>
                <a:gd name="connsiteY113" fmla="*/ 609650 h 4237816"/>
                <a:gd name="connsiteX114" fmla="*/ 96652 w 646825"/>
                <a:gd name="connsiteY114" fmla="*/ 579911 h 4237816"/>
                <a:gd name="connsiteX115" fmla="*/ 66913 w 646825"/>
                <a:gd name="connsiteY115" fmla="*/ 535303 h 4237816"/>
                <a:gd name="connsiteX116" fmla="*/ 52044 w 646825"/>
                <a:gd name="connsiteY116" fmla="*/ 565042 h 4237816"/>
                <a:gd name="connsiteX117" fmla="*/ 22305 w 646825"/>
                <a:gd name="connsiteY117" fmla="*/ 594781 h 4237816"/>
                <a:gd name="connsiteX118" fmla="*/ 0 w 646825"/>
                <a:gd name="connsiteY118" fmla="*/ 605933 h 423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646825" h="4237816">
                  <a:moveTo>
                    <a:pt x="498130" y="907041"/>
                  </a:moveTo>
                  <a:lnTo>
                    <a:pt x="483260" y="936780"/>
                  </a:lnTo>
                  <a:lnTo>
                    <a:pt x="468391" y="981389"/>
                  </a:lnTo>
                  <a:lnTo>
                    <a:pt x="455872" y="1031477"/>
                  </a:lnTo>
                  <a:lnTo>
                    <a:pt x="453521" y="1085476"/>
                  </a:lnTo>
                  <a:lnTo>
                    <a:pt x="438652" y="1085476"/>
                  </a:lnTo>
                  <a:lnTo>
                    <a:pt x="423782" y="1144954"/>
                  </a:lnTo>
                  <a:lnTo>
                    <a:pt x="394043" y="1234171"/>
                  </a:lnTo>
                  <a:lnTo>
                    <a:pt x="364304" y="1353127"/>
                  </a:lnTo>
                  <a:lnTo>
                    <a:pt x="394043" y="1724865"/>
                  </a:lnTo>
                  <a:lnTo>
                    <a:pt x="394043" y="2066865"/>
                  </a:lnTo>
                  <a:lnTo>
                    <a:pt x="408912" y="2081734"/>
                  </a:lnTo>
                  <a:lnTo>
                    <a:pt x="423782" y="2126343"/>
                  </a:lnTo>
                  <a:lnTo>
                    <a:pt x="438652" y="1784343"/>
                  </a:lnTo>
                  <a:close/>
                  <a:moveTo>
                    <a:pt x="319695" y="728607"/>
                  </a:moveTo>
                  <a:lnTo>
                    <a:pt x="334565" y="788085"/>
                  </a:lnTo>
                  <a:lnTo>
                    <a:pt x="349434" y="788085"/>
                  </a:lnTo>
                  <a:lnTo>
                    <a:pt x="334565" y="802954"/>
                  </a:lnTo>
                  <a:lnTo>
                    <a:pt x="289956" y="802954"/>
                  </a:lnTo>
                  <a:lnTo>
                    <a:pt x="319695" y="847563"/>
                  </a:lnTo>
                  <a:lnTo>
                    <a:pt x="364304" y="892172"/>
                  </a:lnTo>
                  <a:lnTo>
                    <a:pt x="304826" y="966519"/>
                  </a:lnTo>
                  <a:lnTo>
                    <a:pt x="141261" y="1204432"/>
                  </a:lnTo>
                  <a:lnTo>
                    <a:pt x="185870" y="1159823"/>
                  </a:lnTo>
                  <a:lnTo>
                    <a:pt x="275087" y="1070606"/>
                  </a:lnTo>
                  <a:lnTo>
                    <a:pt x="394043" y="921911"/>
                  </a:lnTo>
                  <a:lnTo>
                    <a:pt x="364304" y="832693"/>
                  </a:lnTo>
                  <a:lnTo>
                    <a:pt x="394043" y="788085"/>
                  </a:lnTo>
                  <a:lnTo>
                    <a:pt x="349434" y="743476"/>
                  </a:lnTo>
                  <a:close/>
                  <a:moveTo>
                    <a:pt x="141261" y="594781"/>
                  </a:moveTo>
                  <a:lnTo>
                    <a:pt x="126392" y="624520"/>
                  </a:lnTo>
                  <a:lnTo>
                    <a:pt x="81783" y="654259"/>
                  </a:lnTo>
                  <a:lnTo>
                    <a:pt x="37174" y="698868"/>
                  </a:lnTo>
                  <a:lnTo>
                    <a:pt x="96652" y="788085"/>
                  </a:lnTo>
                  <a:lnTo>
                    <a:pt x="66913" y="1293649"/>
                  </a:lnTo>
                  <a:lnTo>
                    <a:pt x="96652" y="1501822"/>
                  </a:lnTo>
                  <a:lnTo>
                    <a:pt x="126392" y="1739735"/>
                  </a:lnTo>
                  <a:lnTo>
                    <a:pt x="126392" y="1799213"/>
                  </a:lnTo>
                  <a:lnTo>
                    <a:pt x="185870" y="2215560"/>
                  </a:lnTo>
                  <a:lnTo>
                    <a:pt x="275087" y="2334516"/>
                  </a:lnTo>
                  <a:lnTo>
                    <a:pt x="245348" y="2230429"/>
                  </a:lnTo>
                  <a:lnTo>
                    <a:pt x="200739" y="2037126"/>
                  </a:lnTo>
                  <a:lnTo>
                    <a:pt x="171000" y="1769474"/>
                  </a:lnTo>
                  <a:lnTo>
                    <a:pt x="156131" y="1650518"/>
                  </a:lnTo>
                  <a:lnTo>
                    <a:pt x="141261" y="1472083"/>
                  </a:lnTo>
                  <a:lnTo>
                    <a:pt x="111522" y="1308518"/>
                  </a:lnTo>
                  <a:lnTo>
                    <a:pt x="111522" y="1144954"/>
                  </a:lnTo>
                  <a:lnTo>
                    <a:pt x="111522" y="907041"/>
                  </a:lnTo>
                  <a:close/>
                  <a:moveTo>
                    <a:pt x="0" y="0"/>
                  </a:moveTo>
                  <a:lnTo>
                    <a:pt x="7435" y="0"/>
                  </a:lnTo>
                  <a:lnTo>
                    <a:pt x="52044" y="29739"/>
                  </a:lnTo>
                  <a:lnTo>
                    <a:pt x="111522" y="89217"/>
                  </a:lnTo>
                  <a:lnTo>
                    <a:pt x="141261" y="237912"/>
                  </a:lnTo>
                  <a:lnTo>
                    <a:pt x="141261" y="282521"/>
                  </a:lnTo>
                  <a:lnTo>
                    <a:pt x="156131" y="282521"/>
                  </a:lnTo>
                  <a:lnTo>
                    <a:pt x="156131" y="297390"/>
                  </a:lnTo>
                  <a:lnTo>
                    <a:pt x="156131" y="356868"/>
                  </a:lnTo>
                  <a:lnTo>
                    <a:pt x="156131" y="401477"/>
                  </a:lnTo>
                  <a:lnTo>
                    <a:pt x="141261" y="416347"/>
                  </a:lnTo>
                  <a:lnTo>
                    <a:pt x="111522" y="431216"/>
                  </a:lnTo>
                  <a:lnTo>
                    <a:pt x="111522" y="490694"/>
                  </a:lnTo>
                  <a:lnTo>
                    <a:pt x="111522" y="550172"/>
                  </a:lnTo>
                  <a:lnTo>
                    <a:pt x="141261" y="565042"/>
                  </a:lnTo>
                  <a:lnTo>
                    <a:pt x="275087" y="669129"/>
                  </a:lnTo>
                  <a:lnTo>
                    <a:pt x="364304" y="698868"/>
                  </a:lnTo>
                  <a:lnTo>
                    <a:pt x="468391" y="743476"/>
                  </a:lnTo>
                  <a:lnTo>
                    <a:pt x="572477" y="788085"/>
                  </a:lnTo>
                  <a:lnTo>
                    <a:pt x="572477" y="1011128"/>
                  </a:lnTo>
                  <a:lnTo>
                    <a:pt x="602216" y="1040867"/>
                  </a:lnTo>
                  <a:lnTo>
                    <a:pt x="617086" y="1353127"/>
                  </a:lnTo>
                  <a:lnTo>
                    <a:pt x="646825" y="1665387"/>
                  </a:lnTo>
                  <a:lnTo>
                    <a:pt x="646825" y="2170951"/>
                  </a:lnTo>
                  <a:lnTo>
                    <a:pt x="602216" y="2170951"/>
                  </a:lnTo>
                  <a:lnTo>
                    <a:pt x="557608" y="2215560"/>
                  </a:lnTo>
                  <a:lnTo>
                    <a:pt x="557608" y="2260168"/>
                  </a:lnTo>
                  <a:lnTo>
                    <a:pt x="542738" y="2304777"/>
                  </a:lnTo>
                  <a:lnTo>
                    <a:pt x="527869" y="2334516"/>
                  </a:lnTo>
                  <a:lnTo>
                    <a:pt x="498130" y="2379125"/>
                  </a:lnTo>
                  <a:lnTo>
                    <a:pt x="468391" y="2393994"/>
                  </a:lnTo>
                  <a:lnTo>
                    <a:pt x="438652" y="2393994"/>
                  </a:lnTo>
                  <a:lnTo>
                    <a:pt x="394043" y="2393994"/>
                  </a:lnTo>
                  <a:lnTo>
                    <a:pt x="349434" y="2453472"/>
                  </a:lnTo>
                  <a:lnTo>
                    <a:pt x="349434" y="2617037"/>
                  </a:lnTo>
                  <a:lnTo>
                    <a:pt x="304826" y="2914428"/>
                  </a:lnTo>
                  <a:lnTo>
                    <a:pt x="260217" y="3315905"/>
                  </a:lnTo>
                  <a:lnTo>
                    <a:pt x="245348" y="3330775"/>
                  </a:lnTo>
                  <a:lnTo>
                    <a:pt x="230478" y="3419992"/>
                  </a:lnTo>
                  <a:lnTo>
                    <a:pt x="215609" y="3613296"/>
                  </a:lnTo>
                  <a:lnTo>
                    <a:pt x="200739" y="3866078"/>
                  </a:lnTo>
                  <a:lnTo>
                    <a:pt x="141261" y="4059382"/>
                  </a:lnTo>
                  <a:lnTo>
                    <a:pt x="96652" y="4089121"/>
                  </a:lnTo>
                  <a:lnTo>
                    <a:pt x="126392" y="4193208"/>
                  </a:lnTo>
                  <a:lnTo>
                    <a:pt x="66913" y="4237816"/>
                  </a:lnTo>
                  <a:lnTo>
                    <a:pt x="0" y="4237816"/>
                  </a:lnTo>
                  <a:lnTo>
                    <a:pt x="0" y="2743429"/>
                  </a:lnTo>
                  <a:lnTo>
                    <a:pt x="7435" y="2721124"/>
                  </a:lnTo>
                  <a:lnTo>
                    <a:pt x="22305" y="2631907"/>
                  </a:lnTo>
                  <a:lnTo>
                    <a:pt x="22305" y="2527820"/>
                  </a:lnTo>
                  <a:lnTo>
                    <a:pt x="7435" y="2349386"/>
                  </a:lnTo>
                  <a:lnTo>
                    <a:pt x="7435" y="2304777"/>
                  </a:lnTo>
                  <a:lnTo>
                    <a:pt x="22305" y="2289908"/>
                  </a:lnTo>
                  <a:lnTo>
                    <a:pt x="52044" y="2260168"/>
                  </a:lnTo>
                  <a:lnTo>
                    <a:pt x="81783" y="2245299"/>
                  </a:lnTo>
                  <a:lnTo>
                    <a:pt x="96652" y="2260168"/>
                  </a:lnTo>
                  <a:lnTo>
                    <a:pt x="171000" y="2260168"/>
                  </a:lnTo>
                  <a:lnTo>
                    <a:pt x="171000" y="2230429"/>
                  </a:lnTo>
                  <a:lnTo>
                    <a:pt x="156131" y="2215560"/>
                  </a:lnTo>
                  <a:lnTo>
                    <a:pt x="126392" y="2200690"/>
                  </a:lnTo>
                  <a:lnTo>
                    <a:pt x="37174" y="2230429"/>
                  </a:lnTo>
                  <a:lnTo>
                    <a:pt x="0" y="2249016"/>
                  </a:lnTo>
                  <a:lnTo>
                    <a:pt x="0" y="669129"/>
                  </a:lnTo>
                  <a:lnTo>
                    <a:pt x="7435" y="669129"/>
                  </a:lnTo>
                  <a:lnTo>
                    <a:pt x="37174" y="639390"/>
                  </a:lnTo>
                  <a:lnTo>
                    <a:pt x="66913" y="609650"/>
                  </a:lnTo>
                  <a:lnTo>
                    <a:pt x="96652" y="579911"/>
                  </a:lnTo>
                  <a:lnTo>
                    <a:pt x="66913" y="535303"/>
                  </a:lnTo>
                  <a:lnTo>
                    <a:pt x="52044" y="565042"/>
                  </a:lnTo>
                  <a:lnTo>
                    <a:pt x="22305" y="594781"/>
                  </a:lnTo>
                  <a:lnTo>
                    <a:pt x="0" y="605933"/>
                  </a:ln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endParaRPr>
            </a:p>
          </p:txBody>
        </p:sp>
        <p:sp>
          <p:nvSpPr>
            <p:cNvPr id="14" name="Freeform 13"/>
            <p:cNvSpPr>
              <a:spLocks/>
            </p:cNvSpPr>
            <p:nvPr/>
          </p:nvSpPr>
          <p:spPr bwMode="auto">
            <a:xfrm>
              <a:off x="7897842" y="1905789"/>
              <a:ext cx="646824" cy="4252686"/>
            </a:xfrm>
            <a:custGeom>
              <a:avLst/>
              <a:gdLst>
                <a:gd name="connsiteX0" fmla="*/ 208174 w 646824"/>
                <a:gd name="connsiteY0" fmla="*/ 1070606 h 4252686"/>
                <a:gd name="connsiteX1" fmla="*/ 193304 w 646824"/>
                <a:gd name="connsiteY1" fmla="*/ 1427475 h 4252686"/>
                <a:gd name="connsiteX2" fmla="*/ 133826 w 646824"/>
                <a:gd name="connsiteY2" fmla="*/ 1486953 h 4252686"/>
                <a:gd name="connsiteX3" fmla="*/ 193304 w 646824"/>
                <a:gd name="connsiteY3" fmla="*/ 1561301 h 4252686"/>
                <a:gd name="connsiteX4" fmla="*/ 208174 w 646824"/>
                <a:gd name="connsiteY4" fmla="*/ 1605910 h 4252686"/>
                <a:gd name="connsiteX5" fmla="*/ 223043 w 646824"/>
                <a:gd name="connsiteY5" fmla="*/ 1620779 h 4252686"/>
                <a:gd name="connsiteX6" fmla="*/ 223043 w 646824"/>
                <a:gd name="connsiteY6" fmla="*/ 1605910 h 4252686"/>
                <a:gd name="connsiteX7" fmla="*/ 237913 w 646824"/>
                <a:gd name="connsiteY7" fmla="*/ 1546431 h 4252686"/>
                <a:gd name="connsiteX8" fmla="*/ 237913 w 646824"/>
                <a:gd name="connsiteY8" fmla="*/ 1472084 h 4252686"/>
                <a:gd name="connsiteX9" fmla="*/ 223043 w 646824"/>
                <a:gd name="connsiteY9" fmla="*/ 1204432 h 4252686"/>
                <a:gd name="connsiteX10" fmla="*/ 446086 w 646824"/>
                <a:gd name="connsiteY10" fmla="*/ 654260 h 4252686"/>
                <a:gd name="connsiteX11" fmla="*/ 297391 w 646824"/>
                <a:gd name="connsiteY11" fmla="*/ 802955 h 4252686"/>
                <a:gd name="connsiteX12" fmla="*/ 371738 w 646824"/>
                <a:gd name="connsiteY12" fmla="*/ 847563 h 4252686"/>
                <a:gd name="connsiteX13" fmla="*/ 297391 w 646824"/>
                <a:gd name="connsiteY13" fmla="*/ 907042 h 4252686"/>
                <a:gd name="connsiteX14" fmla="*/ 401478 w 646824"/>
                <a:gd name="connsiteY14" fmla="*/ 1115215 h 4252686"/>
                <a:gd name="connsiteX15" fmla="*/ 505564 w 646824"/>
                <a:gd name="connsiteY15" fmla="*/ 1308519 h 4252686"/>
                <a:gd name="connsiteX16" fmla="*/ 490695 w 646824"/>
                <a:gd name="connsiteY16" fmla="*/ 1412606 h 4252686"/>
                <a:gd name="connsiteX17" fmla="*/ 475825 w 646824"/>
                <a:gd name="connsiteY17" fmla="*/ 1472084 h 4252686"/>
                <a:gd name="connsiteX18" fmla="*/ 446086 w 646824"/>
                <a:gd name="connsiteY18" fmla="*/ 1516692 h 4252686"/>
                <a:gd name="connsiteX19" fmla="*/ 446086 w 646824"/>
                <a:gd name="connsiteY19" fmla="*/ 1576171 h 4252686"/>
                <a:gd name="connsiteX20" fmla="*/ 446086 w 646824"/>
                <a:gd name="connsiteY20" fmla="*/ 1695127 h 4252686"/>
                <a:gd name="connsiteX21" fmla="*/ 446086 w 646824"/>
                <a:gd name="connsiteY21" fmla="*/ 1873561 h 4252686"/>
                <a:gd name="connsiteX22" fmla="*/ 416347 w 646824"/>
                <a:gd name="connsiteY22" fmla="*/ 1947909 h 4252686"/>
                <a:gd name="connsiteX23" fmla="*/ 401478 w 646824"/>
                <a:gd name="connsiteY23" fmla="*/ 2037126 h 4252686"/>
                <a:gd name="connsiteX24" fmla="*/ 401478 w 646824"/>
                <a:gd name="connsiteY24" fmla="*/ 2141213 h 4252686"/>
                <a:gd name="connsiteX25" fmla="*/ 386608 w 646824"/>
                <a:gd name="connsiteY25" fmla="*/ 2245299 h 4252686"/>
                <a:gd name="connsiteX26" fmla="*/ 297391 w 646824"/>
                <a:gd name="connsiteY26" fmla="*/ 2438603 h 4252686"/>
                <a:gd name="connsiteX27" fmla="*/ 356869 w 646824"/>
                <a:gd name="connsiteY27" fmla="*/ 2408864 h 4252686"/>
                <a:gd name="connsiteX28" fmla="*/ 371738 w 646824"/>
                <a:gd name="connsiteY28" fmla="*/ 2393995 h 4252686"/>
                <a:gd name="connsiteX29" fmla="*/ 386608 w 646824"/>
                <a:gd name="connsiteY29" fmla="*/ 2364256 h 4252686"/>
                <a:gd name="connsiteX30" fmla="*/ 416347 w 646824"/>
                <a:gd name="connsiteY30" fmla="*/ 2245299 h 4252686"/>
                <a:gd name="connsiteX31" fmla="*/ 475825 w 646824"/>
                <a:gd name="connsiteY31" fmla="*/ 1888431 h 4252686"/>
                <a:gd name="connsiteX32" fmla="*/ 520434 w 646824"/>
                <a:gd name="connsiteY32" fmla="*/ 1397736 h 4252686"/>
                <a:gd name="connsiteX33" fmla="*/ 565042 w 646824"/>
                <a:gd name="connsiteY33" fmla="*/ 817824 h 4252686"/>
                <a:gd name="connsiteX34" fmla="*/ 594781 w 646824"/>
                <a:gd name="connsiteY34" fmla="*/ 713738 h 4252686"/>
                <a:gd name="connsiteX35" fmla="*/ 520434 w 646824"/>
                <a:gd name="connsiteY35" fmla="*/ 669129 h 4252686"/>
                <a:gd name="connsiteX36" fmla="*/ 550173 w 646824"/>
                <a:gd name="connsiteY36" fmla="*/ 758346 h 4252686"/>
                <a:gd name="connsiteX37" fmla="*/ 535303 w 646824"/>
                <a:gd name="connsiteY37" fmla="*/ 847563 h 4252686"/>
                <a:gd name="connsiteX38" fmla="*/ 520434 w 646824"/>
                <a:gd name="connsiteY38" fmla="*/ 981389 h 4252686"/>
                <a:gd name="connsiteX39" fmla="*/ 520434 w 646824"/>
                <a:gd name="connsiteY39" fmla="*/ 1040867 h 4252686"/>
                <a:gd name="connsiteX40" fmla="*/ 520434 w 646824"/>
                <a:gd name="connsiteY40" fmla="*/ 1115215 h 4252686"/>
                <a:gd name="connsiteX41" fmla="*/ 505564 w 646824"/>
                <a:gd name="connsiteY41" fmla="*/ 1219302 h 4252686"/>
                <a:gd name="connsiteX42" fmla="*/ 431217 w 646824"/>
                <a:gd name="connsiteY42" fmla="*/ 1070606 h 4252686"/>
                <a:gd name="connsiteX43" fmla="*/ 356869 w 646824"/>
                <a:gd name="connsiteY43" fmla="*/ 921911 h 4252686"/>
                <a:gd name="connsiteX44" fmla="*/ 386608 w 646824"/>
                <a:gd name="connsiteY44" fmla="*/ 877303 h 4252686"/>
                <a:gd name="connsiteX45" fmla="*/ 416347 w 646824"/>
                <a:gd name="connsiteY45" fmla="*/ 847563 h 4252686"/>
                <a:gd name="connsiteX46" fmla="*/ 416347 w 646824"/>
                <a:gd name="connsiteY46" fmla="*/ 832694 h 4252686"/>
                <a:gd name="connsiteX47" fmla="*/ 386608 w 646824"/>
                <a:gd name="connsiteY47" fmla="*/ 802955 h 4252686"/>
                <a:gd name="connsiteX48" fmla="*/ 371738 w 646824"/>
                <a:gd name="connsiteY48" fmla="*/ 773216 h 4252686"/>
                <a:gd name="connsiteX49" fmla="*/ 520434 w 646824"/>
                <a:gd name="connsiteY49" fmla="*/ 0 h 4252686"/>
                <a:gd name="connsiteX50" fmla="*/ 550173 w 646824"/>
                <a:gd name="connsiteY50" fmla="*/ 0 h 4252686"/>
                <a:gd name="connsiteX51" fmla="*/ 609651 w 646824"/>
                <a:gd name="connsiteY51" fmla="*/ 14870 h 4252686"/>
                <a:gd name="connsiteX52" fmla="*/ 646824 w 646824"/>
                <a:gd name="connsiteY52" fmla="*/ 14870 h 4252686"/>
                <a:gd name="connsiteX53" fmla="*/ 646824 w 646824"/>
                <a:gd name="connsiteY53" fmla="*/ 620803 h 4252686"/>
                <a:gd name="connsiteX54" fmla="*/ 639390 w 646824"/>
                <a:gd name="connsiteY54" fmla="*/ 624520 h 4252686"/>
                <a:gd name="connsiteX55" fmla="*/ 579912 w 646824"/>
                <a:gd name="connsiteY55" fmla="*/ 639390 h 4252686"/>
                <a:gd name="connsiteX56" fmla="*/ 550173 w 646824"/>
                <a:gd name="connsiteY56" fmla="*/ 639390 h 4252686"/>
                <a:gd name="connsiteX57" fmla="*/ 505564 w 646824"/>
                <a:gd name="connsiteY57" fmla="*/ 609651 h 4252686"/>
                <a:gd name="connsiteX58" fmla="*/ 550173 w 646824"/>
                <a:gd name="connsiteY58" fmla="*/ 654260 h 4252686"/>
                <a:gd name="connsiteX59" fmla="*/ 579912 w 646824"/>
                <a:gd name="connsiteY59" fmla="*/ 669129 h 4252686"/>
                <a:gd name="connsiteX60" fmla="*/ 609651 w 646824"/>
                <a:gd name="connsiteY60" fmla="*/ 683999 h 4252686"/>
                <a:gd name="connsiteX61" fmla="*/ 646824 w 646824"/>
                <a:gd name="connsiteY61" fmla="*/ 683999 h 4252686"/>
                <a:gd name="connsiteX62" fmla="*/ 646824 w 646824"/>
                <a:gd name="connsiteY62" fmla="*/ 2263886 h 4252686"/>
                <a:gd name="connsiteX63" fmla="*/ 624520 w 646824"/>
                <a:gd name="connsiteY63" fmla="*/ 2275038 h 4252686"/>
                <a:gd name="connsiteX64" fmla="*/ 550173 w 646824"/>
                <a:gd name="connsiteY64" fmla="*/ 2230430 h 4252686"/>
                <a:gd name="connsiteX65" fmla="*/ 609651 w 646824"/>
                <a:gd name="connsiteY65" fmla="*/ 2334517 h 4252686"/>
                <a:gd name="connsiteX66" fmla="*/ 609651 w 646824"/>
                <a:gd name="connsiteY66" fmla="*/ 2572429 h 4252686"/>
                <a:gd name="connsiteX67" fmla="*/ 609651 w 646824"/>
                <a:gd name="connsiteY67" fmla="*/ 2587299 h 4252686"/>
                <a:gd name="connsiteX68" fmla="*/ 609651 w 646824"/>
                <a:gd name="connsiteY68" fmla="*/ 2631907 h 4252686"/>
                <a:gd name="connsiteX69" fmla="*/ 594781 w 646824"/>
                <a:gd name="connsiteY69" fmla="*/ 2691385 h 4252686"/>
                <a:gd name="connsiteX70" fmla="*/ 565042 w 646824"/>
                <a:gd name="connsiteY70" fmla="*/ 2750863 h 4252686"/>
                <a:gd name="connsiteX71" fmla="*/ 535303 w 646824"/>
                <a:gd name="connsiteY71" fmla="*/ 2780603 h 4252686"/>
                <a:gd name="connsiteX72" fmla="*/ 535303 w 646824"/>
                <a:gd name="connsiteY72" fmla="*/ 2825211 h 4252686"/>
                <a:gd name="connsiteX73" fmla="*/ 535303 w 646824"/>
                <a:gd name="connsiteY73" fmla="*/ 2884689 h 4252686"/>
                <a:gd name="connsiteX74" fmla="*/ 535303 w 646824"/>
                <a:gd name="connsiteY74" fmla="*/ 2914428 h 4252686"/>
                <a:gd name="connsiteX75" fmla="*/ 579912 w 646824"/>
                <a:gd name="connsiteY75" fmla="*/ 3048254 h 4252686"/>
                <a:gd name="connsiteX76" fmla="*/ 579912 w 646824"/>
                <a:gd name="connsiteY76" fmla="*/ 3137471 h 4252686"/>
                <a:gd name="connsiteX77" fmla="*/ 579912 w 646824"/>
                <a:gd name="connsiteY77" fmla="*/ 3286167 h 4252686"/>
                <a:gd name="connsiteX78" fmla="*/ 550173 w 646824"/>
                <a:gd name="connsiteY78" fmla="*/ 3449731 h 4252686"/>
                <a:gd name="connsiteX79" fmla="*/ 639390 w 646824"/>
                <a:gd name="connsiteY79" fmla="*/ 3196949 h 4252686"/>
                <a:gd name="connsiteX80" fmla="*/ 624520 w 646824"/>
                <a:gd name="connsiteY80" fmla="*/ 3018515 h 4252686"/>
                <a:gd name="connsiteX81" fmla="*/ 624520 w 646824"/>
                <a:gd name="connsiteY81" fmla="*/ 2914428 h 4252686"/>
                <a:gd name="connsiteX82" fmla="*/ 624520 w 646824"/>
                <a:gd name="connsiteY82" fmla="*/ 2825211 h 4252686"/>
                <a:gd name="connsiteX83" fmla="*/ 646824 w 646824"/>
                <a:gd name="connsiteY83" fmla="*/ 2758299 h 4252686"/>
                <a:gd name="connsiteX84" fmla="*/ 646824 w 646824"/>
                <a:gd name="connsiteY84" fmla="*/ 4252686 h 4252686"/>
                <a:gd name="connsiteX85" fmla="*/ 624520 w 646824"/>
                <a:gd name="connsiteY85" fmla="*/ 4252686 h 4252686"/>
                <a:gd name="connsiteX86" fmla="*/ 565042 w 646824"/>
                <a:gd name="connsiteY86" fmla="*/ 4237817 h 4252686"/>
                <a:gd name="connsiteX87" fmla="*/ 520434 w 646824"/>
                <a:gd name="connsiteY87" fmla="*/ 4222947 h 4252686"/>
                <a:gd name="connsiteX88" fmla="*/ 505564 w 646824"/>
                <a:gd name="connsiteY88" fmla="*/ 4208078 h 4252686"/>
                <a:gd name="connsiteX89" fmla="*/ 535303 w 646824"/>
                <a:gd name="connsiteY89" fmla="*/ 4133730 h 4252686"/>
                <a:gd name="connsiteX90" fmla="*/ 535303 w 646824"/>
                <a:gd name="connsiteY90" fmla="*/ 4089121 h 4252686"/>
                <a:gd name="connsiteX91" fmla="*/ 535303 w 646824"/>
                <a:gd name="connsiteY91" fmla="*/ 4074252 h 4252686"/>
                <a:gd name="connsiteX92" fmla="*/ 520434 w 646824"/>
                <a:gd name="connsiteY92" fmla="*/ 4044513 h 4252686"/>
                <a:gd name="connsiteX93" fmla="*/ 490695 w 646824"/>
                <a:gd name="connsiteY93" fmla="*/ 3970165 h 4252686"/>
                <a:gd name="connsiteX94" fmla="*/ 475825 w 646824"/>
                <a:gd name="connsiteY94" fmla="*/ 3895817 h 4252686"/>
                <a:gd name="connsiteX95" fmla="*/ 520434 w 646824"/>
                <a:gd name="connsiteY95" fmla="*/ 3643035 h 4252686"/>
                <a:gd name="connsiteX96" fmla="*/ 490695 w 646824"/>
                <a:gd name="connsiteY96" fmla="*/ 3568688 h 4252686"/>
                <a:gd name="connsiteX97" fmla="*/ 475825 w 646824"/>
                <a:gd name="connsiteY97" fmla="*/ 3449731 h 4252686"/>
                <a:gd name="connsiteX98" fmla="*/ 446086 w 646824"/>
                <a:gd name="connsiteY98" fmla="*/ 3390253 h 4252686"/>
                <a:gd name="connsiteX99" fmla="*/ 401478 w 646824"/>
                <a:gd name="connsiteY99" fmla="*/ 3286167 h 4252686"/>
                <a:gd name="connsiteX100" fmla="*/ 371738 w 646824"/>
                <a:gd name="connsiteY100" fmla="*/ 3167210 h 4252686"/>
                <a:gd name="connsiteX101" fmla="*/ 341999 w 646824"/>
                <a:gd name="connsiteY101" fmla="*/ 3063124 h 4252686"/>
                <a:gd name="connsiteX102" fmla="*/ 312260 w 646824"/>
                <a:gd name="connsiteY102" fmla="*/ 3003645 h 4252686"/>
                <a:gd name="connsiteX103" fmla="*/ 297391 w 646824"/>
                <a:gd name="connsiteY103" fmla="*/ 2988776 h 4252686"/>
                <a:gd name="connsiteX104" fmla="*/ 282521 w 646824"/>
                <a:gd name="connsiteY104" fmla="*/ 2944167 h 4252686"/>
                <a:gd name="connsiteX105" fmla="*/ 267652 w 646824"/>
                <a:gd name="connsiteY105" fmla="*/ 2825211 h 4252686"/>
                <a:gd name="connsiteX106" fmla="*/ 267652 w 646824"/>
                <a:gd name="connsiteY106" fmla="*/ 2676516 h 4252686"/>
                <a:gd name="connsiteX107" fmla="*/ 223043 w 646824"/>
                <a:gd name="connsiteY107" fmla="*/ 2423734 h 4252686"/>
                <a:gd name="connsiteX108" fmla="*/ 223043 w 646824"/>
                <a:gd name="connsiteY108" fmla="*/ 2408864 h 4252686"/>
                <a:gd name="connsiteX109" fmla="*/ 148696 w 646824"/>
                <a:gd name="connsiteY109" fmla="*/ 2364256 h 4252686"/>
                <a:gd name="connsiteX110" fmla="*/ 118956 w 646824"/>
                <a:gd name="connsiteY110" fmla="*/ 2319647 h 4252686"/>
                <a:gd name="connsiteX111" fmla="*/ 89217 w 646824"/>
                <a:gd name="connsiteY111" fmla="*/ 2275038 h 4252686"/>
                <a:gd name="connsiteX112" fmla="*/ 89217 w 646824"/>
                <a:gd name="connsiteY112" fmla="*/ 2200691 h 4252686"/>
                <a:gd name="connsiteX113" fmla="*/ 44609 w 646824"/>
                <a:gd name="connsiteY113" fmla="*/ 2200691 h 4252686"/>
                <a:gd name="connsiteX114" fmla="*/ 29739 w 646824"/>
                <a:gd name="connsiteY114" fmla="*/ 1918170 h 4252686"/>
                <a:gd name="connsiteX115" fmla="*/ 0 w 646824"/>
                <a:gd name="connsiteY115" fmla="*/ 1680257 h 4252686"/>
                <a:gd name="connsiteX116" fmla="*/ 14870 w 646824"/>
                <a:gd name="connsiteY116" fmla="*/ 1620779 h 4252686"/>
                <a:gd name="connsiteX117" fmla="*/ 29739 w 646824"/>
                <a:gd name="connsiteY117" fmla="*/ 1531562 h 4252686"/>
                <a:gd name="connsiteX118" fmla="*/ 14870 w 646824"/>
                <a:gd name="connsiteY118" fmla="*/ 1412606 h 4252686"/>
                <a:gd name="connsiteX119" fmla="*/ 14870 w 646824"/>
                <a:gd name="connsiteY119" fmla="*/ 1338258 h 4252686"/>
                <a:gd name="connsiteX120" fmla="*/ 14870 w 646824"/>
                <a:gd name="connsiteY120" fmla="*/ 1249041 h 4252686"/>
                <a:gd name="connsiteX121" fmla="*/ 44609 w 646824"/>
                <a:gd name="connsiteY121" fmla="*/ 1040867 h 4252686"/>
                <a:gd name="connsiteX122" fmla="*/ 74348 w 646824"/>
                <a:gd name="connsiteY122" fmla="*/ 788085 h 4252686"/>
                <a:gd name="connsiteX123" fmla="*/ 386608 w 646824"/>
                <a:gd name="connsiteY123" fmla="*/ 669129 h 4252686"/>
                <a:gd name="connsiteX124" fmla="*/ 490695 w 646824"/>
                <a:gd name="connsiteY124" fmla="*/ 594781 h 4252686"/>
                <a:gd name="connsiteX125" fmla="*/ 490695 w 646824"/>
                <a:gd name="connsiteY125" fmla="*/ 579912 h 4252686"/>
                <a:gd name="connsiteX126" fmla="*/ 490695 w 646824"/>
                <a:gd name="connsiteY126" fmla="*/ 565042 h 4252686"/>
                <a:gd name="connsiteX127" fmla="*/ 460956 w 646824"/>
                <a:gd name="connsiteY127" fmla="*/ 520434 h 4252686"/>
                <a:gd name="connsiteX128" fmla="*/ 431217 w 646824"/>
                <a:gd name="connsiteY128" fmla="*/ 475825 h 4252686"/>
                <a:gd name="connsiteX129" fmla="*/ 416347 w 646824"/>
                <a:gd name="connsiteY129" fmla="*/ 460956 h 4252686"/>
                <a:gd name="connsiteX130" fmla="*/ 401478 w 646824"/>
                <a:gd name="connsiteY130" fmla="*/ 460956 h 4252686"/>
                <a:gd name="connsiteX131" fmla="*/ 386608 w 646824"/>
                <a:gd name="connsiteY131" fmla="*/ 416347 h 4252686"/>
                <a:gd name="connsiteX132" fmla="*/ 356869 w 646824"/>
                <a:gd name="connsiteY132" fmla="*/ 356869 h 4252686"/>
                <a:gd name="connsiteX133" fmla="*/ 386608 w 646824"/>
                <a:gd name="connsiteY133" fmla="*/ 341999 h 4252686"/>
                <a:gd name="connsiteX134" fmla="*/ 401478 w 646824"/>
                <a:gd name="connsiteY134" fmla="*/ 341999 h 4252686"/>
                <a:gd name="connsiteX135" fmla="*/ 386608 w 646824"/>
                <a:gd name="connsiteY135" fmla="*/ 327130 h 4252686"/>
                <a:gd name="connsiteX136" fmla="*/ 371738 w 646824"/>
                <a:gd name="connsiteY136" fmla="*/ 327130 h 4252686"/>
                <a:gd name="connsiteX137" fmla="*/ 371738 w 646824"/>
                <a:gd name="connsiteY137" fmla="*/ 297391 h 4252686"/>
                <a:gd name="connsiteX138" fmla="*/ 371738 w 646824"/>
                <a:gd name="connsiteY138" fmla="*/ 223043 h 4252686"/>
                <a:gd name="connsiteX139" fmla="*/ 371738 w 646824"/>
                <a:gd name="connsiteY139" fmla="*/ 133826 h 4252686"/>
                <a:gd name="connsiteX140" fmla="*/ 416347 w 646824"/>
                <a:gd name="connsiteY140" fmla="*/ 74348 h 4252686"/>
                <a:gd name="connsiteX141" fmla="*/ 490695 w 646824"/>
                <a:gd name="connsiteY141" fmla="*/ 14870 h 425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646824" h="4252686">
                  <a:moveTo>
                    <a:pt x="208174" y="1070606"/>
                  </a:moveTo>
                  <a:lnTo>
                    <a:pt x="193304" y="1427475"/>
                  </a:lnTo>
                  <a:lnTo>
                    <a:pt x="133826" y="1486953"/>
                  </a:lnTo>
                  <a:lnTo>
                    <a:pt x="193304" y="1561301"/>
                  </a:lnTo>
                  <a:lnTo>
                    <a:pt x="208174" y="1605910"/>
                  </a:lnTo>
                  <a:lnTo>
                    <a:pt x="223043" y="1620779"/>
                  </a:lnTo>
                  <a:lnTo>
                    <a:pt x="223043" y="1605910"/>
                  </a:lnTo>
                  <a:lnTo>
                    <a:pt x="237913" y="1546431"/>
                  </a:lnTo>
                  <a:lnTo>
                    <a:pt x="237913" y="1472084"/>
                  </a:lnTo>
                  <a:lnTo>
                    <a:pt x="223043" y="1204432"/>
                  </a:lnTo>
                  <a:close/>
                  <a:moveTo>
                    <a:pt x="446086" y="654260"/>
                  </a:moveTo>
                  <a:lnTo>
                    <a:pt x="297391" y="802955"/>
                  </a:lnTo>
                  <a:lnTo>
                    <a:pt x="371738" y="847563"/>
                  </a:lnTo>
                  <a:lnTo>
                    <a:pt x="297391" y="907042"/>
                  </a:lnTo>
                  <a:lnTo>
                    <a:pt x="401478" y="1115215"/>
                  </a:lnTo>
                  <a:lnTo>
                    <a:pt x="505564" y="1308519"/>
                  </a:lnTo>
                  <a:lnTo>
                    <a:pt x="490695" y="1412606"/>
                  </a:lnTo>
                  <a:lnTo>
                    <a:pt x="475825" y="1472084"/>
                  </a:lnTo>
                  <a:lnTo>
                    <a:pt x="446086" y="1516692"/>
                  </a:lnTo>
                  <a:lnTo>
                    <a:pt x="446086" y="1576171"/>
                  </a:lnTo>
                  <a:lnTo>
                    <a:pt x="446086" y="1695127"/>
                  </a:lnTo>
                  <a:lnTo>
                    <a:pt x="446086" y="1873561"/>
                  </a:lnTo>
                  <a:lnTo>
                    <a:pt x="416347" y="1947909"/>
                  </a:lnTo>
                  <a:lnTo>
                    <a:pt x="401478" y="2037126"/>
                  </a:lnTo>
                  <a:lnTo>
                    <a:pt x="401478" y="2141213"/>
                  </a:lnTo>
                  <a:lnTo>
                    <a:pt x="386608" y="2245299"/>
                  </a:lnTo>
                  <a:lnTo>
                    <a:pt x="297391" y="2438603"/>
                  </a:lnTo>
                  <a:lnTo>
                    <a:pt x="356869" y="2408864"/>
                  </a:lnTo>
                  <a:lnTo>
                    <a:pt x="371738" y="2393995"/>
                  </a:lnTo>
                  <a:lnTo>
                    <a:pt x="386608" y="2364256"/>
                  </a:lnTo>
                  <a:lnTo>
                    <a:pt x="416347" y="2245299"/>
                  </a:lnTo>
                  <a:lnTo>
                    <a:pt x="475825" y="1888431"/>
                  </a:lnTo>
                  <a:lnTo>
                    <a:pt x="520434" y="1397736"/>
                  </a:lnTo>
                  <a:lnTo>
                    <a:pt x="565042" y="817824"/>
                  </a:lnTo>
                  <a:lnTo>
                    <a:pt x="594781" y="713738"/>
                  </a:lnTo>
                  <a:lnTo>
                    <a:pt x="520434" y="669129"/>
                  </a:lnTo>
                  <a:lnTo>
                    <a:pt x="550173" y="758346"/>
                  </a:lnTo>
                  <a:lnTo>
                    <a:pt x="535303" y="847563"/>
                  </a:lnTo>
                  <a:lnTo>
                    <a:pt x="520434" y="981389"/>
                  </a:lnTo>
                  <a:lnTo>
                    <a:pt x="520434" y="1040867"/>
                  </a:lnTo>
                  <a:lnTo>
                    <a:pt x="520434" y="1115215"/>
                  </a:lnTo>
                  <a:lnTo>
                    <a:pt x="505564" y="1219302"/>
                  </a:lnTo>
                  <a:lnTo>
                    <a:pt x="431217" y="1070606"/>
                  </a:lnTo>
                  <a:lnTo>
                    <a:pt x="356869" y="921911"/>
                  </a:lnTo>
                  <a:lnTo>
                    <a:pt x="386608" y="877303"/>
                  </a:lnTo>
                  <a:lnTo>
                    <a:pt x="416347" y="847563"/>
                  </a:lnTo>
                  <a:lnTo>
                    <a:pt x="416347" y="832694"/>
                  </a:lnTo>
                  <a:lnTo>
                    <a:pt x="386608" y="802955"/>
                  </a:lnTo>
                  <a:lnTo>
                    <a:pt x="371738" y="773216"/>
                  </a:lnTo>
                  <a:close/>
                  <a:moveTo>
                    <a:pt x="520434" y="0"/>
                  </a:moveTo>
                  <a:lnTo>
                    <a:pt x="550173" y="0"/>
                  </a:lnTo>
                  <a:lnTo>
                    <a:pt x="609651" y="14870"/>
                  </a:lnTo>
                  <a:lnTo>
                    <a:pt x="646824" y="14870"/>
                  </a:lnTo>
                  <a:lnTo>
                    <a:pt x="646824" y="620803"/>
                  </a:lnTo>
                  <a:lnTo>
                    <a:pt x="639390" y="624520"/>
                  </a:lnTo>
                  <a:lnTo>
                    <a:pt x="579912" y="639390"/>
                  </a:lnTo>
                  <a:lnTo>
                    <a:pt x="550173" y="639390"/>
                  </a:lnTo>
                  <a:lnTo>
                    <a:pt x="505564" y="609651"/>
                  </a:lnTo>
                  <a:lnTo>
                    <a:pt x="550173" y="654260"/>
                  </a:lnTo>
                  <a:lnTo>
                    <a:pt x="579912" y="669129"/>
                  </a:lnTo>
                  <a:lnTo>
                    <a:pt x="609651" y="683999"/>
                  </a:lnTo>
                  <a:lnTo>
                    <a:pt x="646824" y="683999"/>
                  </a:lnTo>
                  <a:lnTo>
                    <a:pt x="646824" y="2263886"/>
                  </a:lnTo>
                  <a:lnTo>
                    <a:pt x="624520" y="2275038"/>
                  </a:lnTo>
                  <a:lnTo>
                    <a:pt x="550173" y="2230430"/>
                  </a:lnTo>
                  <a:lnTo>
                    <a:pt x="609651" y="2334517"/>
                  </a:lnTo>
                  <a:lnTo>
                    <a:pt x="609651" y="2572429"/>
                  </a:lnTo>
                  <a:lnTo>
                    <a:pt x="609651" y="2587299"/>
                  </a:lnTo>
                  <a:lnTo>
                    <a:pt x="609651" y="2631907"/>
                  </a:lnTo>
                  <a:lnTo>
                    <a:pt x="594781" y="2691385"/>
                  </a:lnTo>
                  <a:lnTo>
                    <a:pt x="565042" y="2750863"/>
                  </a:lnTo>
                  <a:lnTo>
                    <a:pt x="535303" y="2780603"/>
                  </a:lnTo>
                  <a:lnTo>
                    <a:pt x="535303" y="2825211"/>
                  </a:lnTo>
                  <a:lnTo>
                    <a:pt x="535303" y="2884689"/>
                  </a:lnTo>
                  <a:lnTo>
                    <a:pt x="535303" y="2914428"/>
                  </a:lnTo>
                  <a:lnTo>
                    <a:pt x="579912" y="3048254"/>
                  </a:lnTo>
                  <a:lnTo>
                    <a:pt x="579912" y="3137471"/>
                  </a:lnTo>
                  <a:lnTo>
                    <a:pt x="579912" y="3286167"/>
                  </a:lnTo>
                  <a:lnTo>
                    <a:pt x="550173" y="3449731"/>
                  </a:lnTo>
                  <a:lnTo>
                    <a:pt x="639390" y="3196949"/>
                  </a:lnTo>
                  <a:lnTo>
                    <a:pt x="624520" y="3018515"/>
                  </a:lnTo>
                  <a:lnTo>
                    <a:pt x="624520" y="2914428"/>
                  </a:lnTo>
                  <a:lnTo>
                    <a:pt x="624520" y="2825211"/>
                  </a:lnTo>
                  <a:lnTo>
                    <a:pt x="646824" y="2758299"/>
                  </a:lnTo>
                  <a:lnTo>
                    <a:pt x="646824" y="4252686"/>
                  </a:lnTo>
                  <a:lnTo>
                    <a:pt x="624520" y="4252686"/>
                  </a:lnTo>
                  <a:lnTo>
                    <a:pt x="565042" y="4237817"/>
                  </a:lnTo>
                  <a:lnTo>
                    <a:pt x="520434" y="4222947"/>
                  </a:lnTo>
                  <a:lnTo>
                    <a:pt x="505564" y="4208078"/>
                  </a:lnTo>
                  <a:lnTo>
                    <a:pt x="535303" y="4133730"/>
                  </a:lnTo>
                  <a:lnTo>
                    <a:pt x="535303" y="4089121"/>
                  </a:lnTo>
                  <a:lnTo>
                    <a:pt x="535303" y="4074252"/>
                  </a:lnTo>
                  <a:lnTo>
                    <a:pt x="520434" y="4044513"/>
                  </a:lnTo>
                  <a:lnTo>
                    <a:pt x="490695" y="3970165"/>
                  </a:lnTo>
                  <a:lnTo>
                    <a:pt x="475825" y="3895817"/>
                  </a:lnTo>
                  <a:lnTo>
                    <a:pt x="520434" y="3643035"/>
                  </a:lnTo>
                  <a:lnTo>
                    <a:pt x="490695" y="3568688"/>
                  </a:lnTo>
                  <a:lnTo>
                    <a:pt x="475825" y="3449731"/>
                  </a:lnTo>
                  <a:lnTo>
                    <a:pt x="446086" y="3390253"/>
                  </a:lnTo>
                  <a:lnTo>
                    <a:pt x="401478" y="3286167"/>
                  </a:lnTo>
                  <a:lnTo>
                    <a:pt x="371738" y="3167210"/>
                  </a:lnTo>
                  <a:lnTo>
                    <a:pt x="341999" y="3063124"/>
                  </a:lnTo>
                  <a:lnTo>
                    <a:pt x="312260" y="3003645"/>
                  </a:lnTo>
                  <a:lnTo>
                    <a:pt x="297391" y="2988776"/>
                  </a:lnTo>
                  <a:lnTo>
                    <a:pt x="282521" y="2944167"/>
                  </a:lnTo>
                  <a:lnTo>
                    <a:pt x="267652" y="2825211"/>
                  </a:lnTo>
                  <a:lnTo>
                    <a:pt x="267652" y="2676516"/>
                  </a:lnTo>
                  <a:lnTo>
                    <a:pt x="223043" y="2423734"/>
                  </a:lnTo>
                  <a:lnTo>
                    <a:pt x="223043" y="2408864"/>
                  </a:lnTo>
                  <a:lnTo>
                    <a:pt x="148696" y="2364256"/>
                  </a:lnTo>
                  <a:lnTo>
                    <a:pt x="118956" y="2319647"/>
                  </a:lnTo>
                  <a:lnTo>
                    <a:pt x="89217" y="2275038"/>
                  </a:lnTo>
                  <a:lnTo>
                    <a:pt x="89217" y="2200691"/>
                  </a:lnTo>
                  <a:lnTo>
                    <a:pt x="44609" y="2200691"/>
                  </a:lnTo>
                  <a:lnTo>
                    <a:pt x="29739" y="1918170"/>
                  </a:lnTo>
                  <a:lnTo>
                    <a:pt x="0" y="1680257"/>
                  </a:lnTo>
                  <a:lnTo>
                    <a:pt x="14870" y="1620779"/>
                  </a:lnTo>
                  <a:lnTo>
                    <a:pt x="29739" y="1531562"/>
                  </a:lnTo>
                  <a:lnTo>
                    <a:pt x="14870" y="1412606"/>
                  </a:lnTo>
                  <a:lnTo>
                    <a:pt x="14870" y="1338258"/>
                  </a:lnTo>
                  <a:lnTo>
                    <a:pt x="14870" y="1249041"/>
                  </a:lnTo>
                  <a:lnTo>
                    <a:pt x="44609" y="1040867"/>
                  </a:lnTo>
                  <a:lnTo>
                    <a:pt x="74348" y="788085"/>
                  </a:lnTo>
                  <a:lnTo>
                    <a:pt x="386608" y="669129"/>
                  </a:lnTo>
                  <a:lnTo>
                    <a:pt x="490695" y="594781"/>
                  </a:lnTo>
                  <a:lnTo>
                    <a:pt x="490695" y="579912"/>
                  </a:lnTo>
                  <a:lnTo>
                    <a:pt x="490695" y="565042"/>
                  </a:lnTo>
                  <a:lnTo>
                    <a:pt x="460956" y="520434"/>
                  </a:lnTo>
                  <a:lnTo>
                    <a:pt x="431217" y="475825"/>
                  </a:lnTo>
                  <a:lnTo>
                    <a:pt x="416347" y="460956"/>
                  </a:lnTo>
                  <a:lnTo>
                    <a:pt x="401478" y="460956"/>
                  </a:lnTo>
                  <a:lnTo>
                    <a:pt x="386608" y="416347"/>
                  </a:lnTo>
                  <a:lnTo>
                    <a:pt x="356869" y="356869"/>
                  </a:lnTo>
                  <a:lnTo>
                    <a:pt x="386608" y="341999"/>
                  </a:lnTo>
                  <a:lnTo>
                    <a:pt x="401478" y="341999"/>
                  </a:lnTo>
                  <a:lnTo>
                    <a:pt x="386608" y="327130"/>
                  </a:lnTo>
                  <a:lnTo>
                    <a:pt x="371738" y="327130"/>
                  </a:lnTo>
                  <a:lnTo>
                    <a:pt x="371738" y="297391"/>
                  </a:lnTo>
                  <a:lnTo>
                    <a:pt x="371738" y="223043"/>
                  </a:lnTo>
                  <a:lnTo>
                    <a:pt x="371738" y="133826"/>
                  </a:lnTo>
                  <a:lnTo>
                    <a:pt x="416347" y="74348"/>
                  </a:lnTo>
                  <a:lnTo>
                    <a:pt x="490695" y="1487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endParaRPr>
            </a:p>
          </p:txBody>
        </p:sp>
      </p:grpSp>
      <p:grpSp>
        <p:nvGrpSpPr>
          <p:cNvPr id="21" name="Group 20"/>
          <p:cNvGrpSpPr/>
          <p:nvPr/>
        </p:nvGrpSpPr>
        <p:grpSpPr>
          <a:xfrm>
            <a:off x="5024924" y="3511880"/>
            <a:ext cx="901768" cy="901768"/>
            <a:chOff x="7644430" y="3691775"/>
            <a:chExt cx="901768" cy="901768"/>
          </a:xfrm>
        </p:grpSpPr>
        <p:sp>
          <p:nvSpPr>
            <p:cNvPr id="22" name="Oval 21"/>
            <p:cNvSpPr/>
            <p:nvPr/>
          </p:nvSpPr>
          <p:spPr>
            <a:xfrm>
              <a:off x="7644430" y="3691775"/>
              <a:ext cx="901768" cy="9017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grpSp>
          <p:nvGrpSpPr>
            <p:cNvPr id="23" name="Group 22"/>
            <p:cNvGrpSpPr/>
            <p:nvPr/>
          </p:nvGrpSpPr>
          <p:grpSpPr>
            <a:xfrm>
              <a:off x="7907783" y="3967092"/>
              <a:ext cx="375061" cy="374912"/>
              <a:chOff x="0" y="1588"/>
              <a:chExt cx="4016375" cy="4014787"/>
            </a:xfrm>
            <a:solidFill>
              <a:schemeClr val="bg1"/>
            </a:solidFill>
          </p:grpSpPr>
          <p:sp>
            <p:nvSpPr>
              <p:cNvPr id="24" name="Freeform 48"/>
              <p:cNvSpPr>
                <a:spLocks noEditPoints="1"/>
              </p:cNvSpPr>
              <p:nvPr/>
            </p:nvSpPr>
            <p:spPr bwMode="auto">
              <a:xfrm>
                <a:off x="0" y="1588"/>
                <a:ext cx="4016375" cy="4014787"/>
              </a:xfrm>
              <a:custGeom>
                <a:avLst/>
                <a:gdLst>
                  <a:gd name="T0" fmla="*/ 690 w 1068"/>
                  <a:gd name="T1" fmla="*/ 335 h 1068"/>
                  <a:gd name="T2" fmla="*/ 534 w 1068"/>
                  <a:gd name="T3" fmla="*/ 0 h 1068"/>
                  <a:gd name="T4" fmla="*/ 301 w 1068"/>
                  <a:gd name="T5" fmla="*/ 342 h 1068"/>
                  <a:gd name="T6" fmla="*/ 267 w 1068"/>
                  <a:gd name="T7" fmla="*/ 360 h 1068"/>
                  <a:gd name="T8" fmla="*/ 100 w 1068"/>
                  <a:gd name="T9" fmla="*/ 334 h 1068"/>
                  <a:gd name="T10" fmla="*/ 0 w 1068"/>
                  <a:gd name="T11" fmla="*/ 968 h 1068"/>
                  <a:gd name="T12" fmla="*/ 201 w 1068"/>
                  <a:gd name="T13" fmla="*/ 1068 h 1068"/>
                  <a:gd name="T14" fmla="*/ 291 w 1068"/>
                  <a:gd name="T15" fmla="*/ 1011 h 1068"/>
                  <a:gd name="T16" fmla="*/ 301 w 1068"/>
                  <a:gd name="T17" fmla="*/ 1013 h 1068"/>
                  <a:gd name="T18" fmla="*/ 635 w 1068"/>
                  <a:gd name="T19" fmla="*/ 1068 h 1068"/>
                  <a:gd name="T20" fmla="*/ 937 w 1068"/>
                  <a:gd name="T21" fmla="*/ 1004 h 1068"/>
                  <a:gd name="T22" fmla="*/ 952 w 1068"/>
                  <a:gd name="T23" fmla="*/ 909 h 1068"/>
                  <a:gd name="T24" fmla="*/ 1007 w 1068"/>
                  <a:gd name="T25" fmla="*/ 732 h 1068"/>
                  <a:gd name="T26" fmla="*/ 1039 w 1068"/>
                  <a:gd name="T27" fmla="*/ 560 h 1068"/>
                  <a:gd name="T28" fmla="*/ 1068 w 1068"/>
                  <a:gd name="T29" fmla="*/ 481 h 1068"/>
                  <a:gd name="T30" fmla="*/ 974 w 1068"/>
                  <a:gd name="T31" fmla="*/ 349 h 1068"/>
                  <a:gd name="T32" fmla="*/ 201 w 1068"/>
                  <a:gd name="T33" fmla="*/ 1001 h 1068"/>
                  <a:gd name="T34" fmla="*/ 67 w 1068"/>
                  <a:gd name="T35" fmla="*/ 968 h 1068"/>
                  <a:gd name="T36" fmla="*/ 100 w 1068"/>
                  <a:gd name="T37" fmla="*/ 401 h 1068"/>
                  <a:gd name="T38" fmla="*/ 234 w 1068"/>
                  <a:gd name="T39" fmla="*/ 434 h 1068"/>
                  <a:gd name="T40" fmla="*/ 1001 w 1068"/>
                  <a:gd name="T41" fmla="*/ 485 h 1068"/>
                  <a:gd name="T42" fmla="*/ 868 w 1068"/>
                  <a:gd name="T43" fmla="*/ 534 h 1068"/>
                  <a:gd name="T44" fmla="*/ 868 w 1068"/>
                  <a:gd name="T45" fmla="*/ 567 h 1068"/>
                  <a:gd name="T46" fmla="*/ 986 w 1068"/>
                  <a:gd name="T47" fmla="*/ 629 h 1068"/>
                  <a:gd name="T48" fmla="*/ 835 w 1068"/>
                  <a:gd name="T49" fmla="*/ 701 h 1068"/>
                  <a:gd name="T50" fmla="*/ 835 w 1068"/>
                  <a:gd name="T51" fmla="*/ 734 h 1068"/>
                  <a:gd name="T52" fmla="*/ 944 w 1068"/>
                  <a:gd name="T53" fmla="*/ 803 h 1068"/>
                  <a:gd name="T54" fmla="*/ 801 w 1068"/>
                  <a:gd name="T55" fmla="*/ 868 h 1068"/>
                  <a:gd name="T56" fmla="*/ 801 w 1068"/>
                  <a:gd name="T57" fmla="*/ 901 h 1068"/>
                  <a:gd name="T58" fmla="*/ 888 w 1068"/>
                  <a:gd name="T59" fmla="*/ 948 h 1068"/>
                  <a:gd name="T60" fmla="*/ 818 w 1068"/>
                  <a:gd name="T61" fmla="*/ 1001 h 1068"/>
                  <a:gd name="T62" fmla="*/ 450 w 1068"/>
                  <a:gd name="T63" fmla="*/ 980 h 1068"/>
                  <a:gd name="T64" fmla="*/ 268 w 1068"/>
                  <a:gd name="T65" fmla="*/ 914 h 1068"/>
                  <a:gd name="T66" fmla="*/ 294 w 1068"/>
                  <a:gd name="T67" fmla="*/ 418 h 1068"/>
                  <a:gd name="T68" fmla="*/ 501 w 1068"/>
                  <a:gd name="T69" fmla="*/ 100 h 1068"/>
                  <a:gd name="T70" fmla="*/ 632 w 1068"/>
                  <a:gd name="T71" fmla="*/ 225 h 1068"/>
                  <a:gd name="T72" fmla="*/ 962 w 1068"/>
                  <a:gd name="T73" fmla="*/ 413 h 1068"/>
                  <a:gd name="T74" fmla="*/ 1001 w 1068"/>
                  <a:gd name="T75" fmla="*/ 485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8" h="1068">
                    <a:moveTo>
                      <a:pt x="974" y="349"/>
                    </a:moveTo>
                    <a:cubicBezTo>
                      <a:pt x="932" y="339"/>
                      <a:pt x="834" y="339"/>
                      <a:pt x="690" y="335"/>
                    </a:cubicBezTo>
                    <a:cubicBezTo>
                      <a:pt x="697" y="304"/>
                      <a:pt x="699" y="275"/>
                      <a:pt x="699" y="225"/>
                    </a:cubicBezTo>
                    <a:cubicBezTo>
                      <a:pt x="699" y="105"/>
                      <a:pt x="611" y="0"/>
                      <a:pt x="534" y="0"/>
                    </a:cubicBezTo>
                    <a:cubicBezTo>
                      <a:pt x="480" y="0"/>
                      <a:pt x="435" y="45"/>
                      <a:pt x="434" y="99"/>
                    </a:cubicBezTo>
                    <a:cubicBezTo>
                      <a:pt x="433" y="167"/>
                      <a:pt x="413" y="283"/>
                      <a:pt x="301" y="342"/>
                    </a:cubicBezTo>
                    <a:cubicBezTo>
                      <a:pt x="292" y="346"/>
                      <a:pt x="269" y="357"/>
                      <a:pt x="265" y="359"/>
                    </a:cubicBezTo>
                    <a:cubicBezTo>
                      <a:pt x="267" y="360"/>
                      <a:pt x="267" y="360"/>
                      <a:pt x="267" y="360"/>
                    </a:cubicBezTo>
                    <a:cubicBezTo>
                      <a:pt x="250" y="345"/>
                      <a:pt x="225" y="334"/>
                      <a:pt x="201" y="334"/>
                    </a:cubicBezTo>
                    <a:cubicBezTo>
                      <a:pt x="100" y="334"/>
                      <a:pt x="100" y="334"/>
                      <a:pt x="100" y="334"/>
                    </a:cubicBezTo>
                    <a:cubicBezTo>
                      <a:pt x="45" y="334"/>
                      <a:pt x="0" y="379"/>
                      <a:pt x="0" y="434"/>
                    </a:cubicBezTo>
                    <a:cubicBezTo>
                      <a:pt x="0" y="968"/>
                      <a:pt x="0" y="968"/>
                      <a:pt x="0" y="968"/>
                    </a:cubicBezTo>
                    <a:cubicBezTo>
                      <a:pt x="0" y="1023"/>
                      <a:pt x="45" y="1068"/>
                      <a:pt x="100" y="1068"/>
                    </a:cubicBezTo>
                    <a:cubicBezTo>
                      <a:pt x="201" y="1068"/>
                      <a:pt x="201" y="1068"/>
                      <a:pt x="201" y="1068"/>
                    </a:cubicBezTo>
                    <a:cubicBezTo>
                      <a:pt x="240" y="1068"/>
                      <a:pt x="273" y="1044"/>
                      <a:pt x="290" y="1010"/>
                    </a:cubicBezTo>
                    <a:cubicBezTo>
                      <a:pt x="290" y="1011"/>
                      <a:pt x="291" y="1011"/>
                      <a:pt x="291" y="1011"/>
                    </a:cubicBezTo>
                    <a:cubicBezTo>
                      <a:pt x="293" y="1011"/>
                      <a:pt x="296" y="1012"/>
                      <a:pt x="299" y="1013"/>
                    </a:cubicBezTo>
                    <a:cubicBezTo>
                      <a:pt x="300" y="1013"/>
                      <a:pt x="300" y="1013"/>
                      <a:pt x="301" y="1013"/>
                    </a:cubicBezTo>
                    <a:cubicBezTo>
                      <a:pt x="320" y="1018"/>
                      <a:pt x="357" y="1027"/>
                      <a:pt x="436" y="1045"/>
                    </a:cubicBezTo>
                    <a:cubicBezTo>
                      <a:pt x="453" y="1049"/>
                      <a:pt x="542" y="1068"/>
                      <a:pt x="635" y="1068"/>
                    </a:cubicBezTo>
                    <a:cubicBezTo>
                      <a:pt x="818" y="1068"/>
                      <a:pt x="818" y="1068"/>
                      <a:pt x="818" y="1068"/>
                    </a:cubicBezTo>
                    <a:cubicBezTo>
                      <a:pt x="873" y="1068"/>
                      <a:pt x="913" y="1047"/>
                      <a:pt x="937" y="1004"/>
                    </a:cubicBezTo>
                    <a:cubicBezTo>
                      <a:pt x="938" y="1003"/>
                      <a:pt x="945" y="988"/>
                      <a:pt x="952" y="968"/>
                    </a:cubicBezTo>
                    <a:cubicBezTo>
                      <a:pt x="956" y="952"/>
                      <a:pt x="958" y="931"/>
                      <a:pt x="952" y="909"/>
                    </a:cubicBezTo>
                    <a:cubicBezTo>
                      <a:pt x="988" y="884"/>
                      <a:pt x="1000" y="847"/>
                      <a:pt x="1007" y="823"/>
                    </a:cubicBezTo>
                    <a:cubicBezTo>
                      <a:pt x="1020" y="783"/>
                      <a:pt x="1016" y="753"/>
                      <a:pt x="1007" y="732"/>
                    </a:cubicBezTo>
                    <a:cubicBezTo>
                      <a:pt x="1027" y="713"/>
                      <a:pt x="1045" y="684"/>
                      <a:pt x="1052" y="640"/>
                    </a:cubicBezTo>
                    <a:cubicBezTo>
                      <a:pt x="1056" y="612"/>
                      <a:pt x="1052" y="584"/>
                      <a:pt x="1039" y="560"/>
                    </a:cubicBezTo>
                    <a:cubicBezTo>
                      <a:pt x="1058" y="539"/>
                      <a:pt x="1066" y="513"/>
                      <a:pt x="1067" y="488"/>
                    </a:cubicBezTo>
                    <a:cubicBezTo>
                      <a:pt x="1068" y="481"/>
                      <a:pt x="1068" y="481"/>
                      <a:pt x="1068" y="481"/>
                    </a:cubicBezTo>
                    <a:cubicBezTo>
                      <a:pt x="1068" y="476"/>
                      <a:pt x="1068" y="474"/>
                      <a:pt x="1068" y="464"/>
                    </a:cubicBezTo>
                    <a:cubicBezTo>
                      <a:pt x="1068" y="422"/>
                      <a:pt x="1039" y="368"/>
                      <a:pt x="974" y="349"/>
                    </a:cubicBezTo>
                    <a:close/>
                    <a:moveTo>
                      <a:pt x="234" y="968"/>
                    </a:moveTo>
                    <a:cubicBezTo>
                      <a:pt x="234" y="986"/>
                      <a:pt x="219" y="1001"/>
                      <a:pt x="201" y="1001"/>
                    </a:cubicBezTo>
                    <a:cubicBezTo>
                      <a:pt x="100" y="1001"/>
                      <a:pt x="100" y="1001"/>
                      <a:pt x="100" y="1001"/>
                    </a:cubicBezTo>
                    <a:cubicBezTo>
                      <a:pt x="82" y="1001"/>
                      <a:pt x="67" y="986"/>
                      <a:pt x="67" y="968"/>
                    </a:cubicBezTo>
                    <a:cubicBezTo>
                      <a:pt x="67" y="434"/>
                      <a:pt x="67" y="434"/>
                      <a:pt x="67" y="434"/>
                    </a:cubicBezTo>
                    <a:cubicBezTo>
                      <a:pt x="67" y="415"/>
                      <a:pt x="82" y="401"/>
                      <a:pt x="100" y="401"/>
                    </a:cubicBezTo>
                    <a:cubicBezTo>
                      <a:pt x="201" y="401"/>
                      <a:pt x="201" y="401"/>
                      <a:pt x="201" y="401"/>
                    </a:cubicBezTo>
                    <a:cubicBezTo>
                      <a:pt x="219" y="401"/>
                      <a:pt x="234" y="415"/>
                      <a:pt x="234" y="434"/>
                    </a:cubicBezTo>
                    <a:lnTo>
                      <a:pt x="234" y="968"/>
                    </a:lnTo>
                    <a:close/>
                    <a:moveTo>
                      <a:pt x="1001" y="485"/>
                    </a:moveTo>
                    <a:cubicBezTo>
                      <a:pt x="1000" y="502"/>
                      <a:pt x="993" y="534"/>
                      <a:pt x="935" y="534"/>
                    </a:cubicBezTo>
                    <a:cubicBezTo>
                      <a:pt x="885" y="534"/>
                      <a:pt x="868" y="534"/>
                      <a:pt x="868" y="534"/>
                    </a:cubicBezTo>
                    <a:cubicBezTo>
                      <a:pt x="859" y="534"/>
                      <a:pt x="851" y="541"/>
                      <a:pt x="851" y="551"/>
                    </a:cubicBezTo>
                    <a:cubicBezTo>
                      <a:pt x="851" y="560"/>
                      <a:pt x="859" y="567"/>
                      <a:pt x="868" y="567"/>
                    </a:cubicBezTo>
                    <a:cubicBezTo>
                      <a:pt x="868" y="567"/>
                      <a:pt x="883" y="567"/>
                      <a:pt x="933" y="567"/>
                    </a:cubicBezTo>
                    <a:cubicBezTo>
                      <a:pt x="983" y="567"/>
                      <a:pt x="989" y="609"/>
                      <a:pt x="986" y="629"/>
                    </a:cubicBezTo>
                    <a:cubicBezTo>
                      <a:pt x="982" y="654"/>
                      <a:pt x="970" y="701"/>
                      <a:pt x="914" y="701"/>
                    </a:cubicBezTo>
                    <a:cubicBezTo>
                      <a:pt x="858" y="701"/>
                      <a:pt x="835" y="701"/>
                      <a:pt x="835" y="701"/>
                    </a:cubicBezTo>
                    <a:cubicBezTo>
                      <a:pt x="825" y="701"/>
                      <a:pt x="818" y="708"/>
                      <a:pt x="818" y="718"/>
                    </a:cubicBezTo>
                    <a:cubicBezTo>
                      <a:pt x="818" y="727"/>
                      <a:pt x="825" y="734"/>
                      <a:pt x="835" y="734"/>
                    </a:cubicBezTo>
                    <a:cubicBezTo>
                      <a:pt x="835" y="734"/>
                      <a:pt x="874" y="734"/>
                      <a:pt x="900" y="734"/>
                    </a:cubicBezTo>
                    <a:cubicBezTo>
                      <a:pt x="957" y="734"/>
                      <a:pt x="952" y="777"/>
                      <a:pt x="944" y="803"/>
                    </a:cubicBezTo>
                    <a:cubicBezTo>
                      <a:pt x="933" y="837"/>
                      <a:pt x="926" y="868"/>
                      <a:pt x="856" y="868"/>
                    </a:cubicBezTo>
                    <a:cubicBezTo>
                      <a:pt x="831" y="868"/>
                      <a:pt x="801" y="868"/>
                      <a:pt x="801" y="868"/>
                    </a:cubicBezTo>
                    <a:cubicBezTo>
                      <a:pt x="792" y="868"/>
                      <a:pt x="784" y="875"/>
                      <a:pt x="784" y="884"/>
                    </a:cubicBezTo>
                    <a:cubicBezTo>
                      <a:pt x="784" y="894"/>
                      <a:pt x="792" y="901"/>
                      <a:pt x="801" y="901"/>
                    </a:cubicBezTo>
                    <a:cubicBezTo>
                      <a:pt x="801" y="901"/>
                      <a:pt x="824" y="901"/>
                      <a:pt x="853" y="901"/>
                    </a:cubicBezTo>
                    <a:cubicBezTo>
                      <a:pt x="890" y="901"/>
                      <a:pt x="892" y="936"/>
                      <a:pt x="888" y="948"/>
                    </a:cubicBezTo>
                    <a:cubicBezTo>
                      <a:pt x="884" y="962"/>
                      <a:pt x="879" y="972"/>
                      <a:pt x="878" y="972"/>
                    </a:cubicBezTo>
                    <a:cubicBezTo>
                      <a:pt x="868" y="990"/>
                      <a:pt x="852" y="1001"/>
                      <a:pt x="818" y="1001"/>
                    </a:cubicBezTo>
                    <a:cubicBezTo>
                      <a:pt x="635" y="1001"/>
                      <a:pt x="635" y="1001"/>
                      <a:pt x="635" y="1001"/>
                    </a:cubicBezTo>
                    <a:cubicBezTo>
                      <a:pt x="544" y="1001"/>
                      <a:pt x="453" y="980"/>
                      <a:pt x="450" y="980"/>
                    </a:cubicBezTo>
                    <a:cubicBezTo>
                      <a:pt x="312" y="948"/>
                      <a:pt x="304" y="946"/>
                      <a:pt x="296" y="943"/>
                    </a:cubicBezTo>
                    <a:cubicBezTo>
                      <a:pt x="296" y="943"/>
                      <a:pt x="268" y="938"/>
                      <a:pt x="268" y="914"/>
                    </a:cubicBezTo>
                    <a:cubicBezTo>
                      <a:pt x="267" y="453"/>
                      <a:pt x="267" y="453"/>
                      <a:pt x="267" y="453"/>
                    </a:cubicBezTo>
                    <a:cubicBezTo>
                      <a:pt x="267" y="437"/>
                      <a:pt x="277" y="423"/>
                      <a:pt x="294" y="418"/>
                    </a:cubicBezTo>
                    <a:cubicBezTo>
                      <a:pt x="296" y="417"/>
                      <a:pt x="299" y="416"/>
                      <a:pt x="301" y="415"/>
                    </a:cubicBezTo>
                    <a:cubicBezTo>
                      <a:pt x="453" y="352"/>
                      <a:pt x="500" y="214"/>
                      <a:pt x="501" y="100"/>
                    </a:cubicBezTo>
                    <a:cubicBezTo>
                      <a:pt x="501" y="84"/>
                      <a:pt x="513" y="67"/>
                      <a:pt x="534" y="67"/>
                    </a:cubicBezTo>
                    <a:cubicBezTo>
                      <a:pt x="570" y="67"/>
                      <a:pt x="632" y="138"/>
                      <a:pt x="632" y="225"/>
                    </a:cubicBezTo>
                    <a:cubicBezTo>
                      <a:pt x="632" y="304"/>
                      <a:pt x="629" y="318"/>
                      <a:pt x="601" y="401"/>
                    </a:cubicBezTo>
                    <a:cubicBezTo>
                      <a:pt x="935" y="401"/>
                      <a:pt x="932" y="405"/>
                      <a:pt x="962" y="413"/>
                    </a:cubicBezTo>
                    <a:cubicBezTo>
                      <a:pt x="998" y="423"/>
                      <a:pt x="1002" y="454"/>
                      <a:pt x="1002" y="464"/>
                    </a:cubicBezTo>
                    <a:cubicBezTo>
                      <a:pt x="1002" y="476"/>
                      <a:pt x="1001" y="474"/>
                      <a:pt x="1001" y="48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sp>
            <p:nvSpPr>
              <p:cNvPr id="25" name="Freeform 49"/>
              <p:cNvSpPr>
                <a:spLocks noEditPoints="1"/>
              </p:cNvSpPr>
              <p:nvPr/>
            </p:nvSpPr>
            <p:spPr bwMode="auto">
              <a:xfrm>
                <a:off x="376238" y="3263900"/>
                <a:ext cx="379413" cy="376237"/>
              </a:xfrm>
              <a:custGeom>
                <a:avLst/>
                <a:gdLst>
                  <a:gd name="T0" fmla="*/ 50 w 101"/>
                  <a:gd name="T1" fmla="*/ 0 h 100"/>
                  <a:gd name="T2" fmla="*/ 0 w 101"/>
                  <a:gd name="T3" fmla="*/ 50 h 100"/>
                  <a:gd name="T4" fmla="*/ 50 w 101"/>
                  <a:gd name="T5" fmla="*/ 100 h 100"/>
                  <a:gd name="T6" fmla="*/ 101 w 101"/>
                  <a:gd name="T7" fmla="*/ 50 h 100"/>
                  <a:gd name="T8" fmla="*/ 50 w 101"/>
                  <a:gd name="T9" fmla="*/ 0 h 100"/>
                  <a:gd name="T10" fmla="*/ 50 w 101"/>
                  <a:gd name="T11" fmla="*/ 67 h 100"/>
                  <a:gd name="T12" fmla="*/ 34 w 101"/>
                  <a:gd name="T13" fmla="*/ 50 h 100"/>
                  <a:gd name="T14" fmla="*/ 50 w 101"/>
                  <a:gd name="T15" fmla="*/ 33 h 100"/>
                  <a:gd name="T16" fmla="*/ 67 w 101"/>
                  <a:gd name="T17" fmla="*/ 50 h 100"/>
                  <a:gd name="T18" fmla="*/ 50 w 101"/>
                  <a:gd name="T19" fmla="*/ 6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23" y="0"/>
                      <a:pt x="0" y="22"/>
                      <a:pt x="0" y="50"/>
                    </a:cubicBezTo>
                    <a:cubicBezTo>
                      <a:pt x="0" y="77"/>
                      <a:pt x="23" y="100"/>
                      <a:pt x="50" y="100"/>
                    </a:cubicBezTo>
                    <a:cubicBezTo>
                      <a:pt x="78" y="100"/>
                      <a:pt x="101" y="77"/>
                      <a:pt x="101" y="50"/>
                    </a:cubicBezTo>
                    <a:cubicBezTo>
                      <a:pt x="101" y="22"/>
                      <a:pt x="78" y="0"/>
                      <a:pt x="50" y="0"/>
                    </a:cubicBezTo>
                    <a:close/>
                    <a:moveTo>
                      <a:pt x="50" y="67"/>
                    </a:moveTo>
                    <a:cubicBezTo>
                      <a:pt x="41" y="67"/>
                      <a:pt x="34" y="59"/>
                      <a:pt x="34" y="50"/>
                    </a:cubicBezTo>
                    <a:cubicBezTo>
                      <a:pt x="34" y="41"/>
                      <a:pt x="41" y="33"/>
                      <a:pt x="50" y="33"/>
                    </a:cubicBezTo>
                    <a:cubicBezTo>
                      <a:pt x="60" y="33"/>
                      <a:pt x="67" y="41"/>
                      <a:pt x="67" y="50"/>
                    </a:cubicBezTo>
                    <a:cubicBezTo>
                      <a:pt x="67" y="59"/>
                      <a:pt x="60" y="67"/>
                      <a:pt x="50" y="6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grpSp>
      </p:grpSp>
      <p:sp>
        <p:nvSpPr>
          <p:cNvPr id="39" name="TextBox 38"/>
          <p:cNvSpPr txBox="1"/>
          <p:nvPr/>
        </p:nvSpPr>
        <p:spPr>
          <a:xfrm>
            <a:off x="6462310" y="3342145"/>
            <a:ext cx="4758140" cy="1569660"/>
          </a:xfrm>
          <a:prstGeom prst="rect">
            <a:avLst/>
          </a:prstGeom>
          <a:noFill/>
        </p:spPr>
        <p:txBody>
          <a:bodyPr wrap="square" rtlCol="0">
            <a:spAutoFit/>
          </a:bodyPr>
          <a:lstStyle/>
          <a:p>
            <a:pPr fontAlgn="auto">
              <a:spcBef>
                <a:spcPts val="0"/>
              </a:spcBef>
              <a:spcAft>
                <a:spcPts val="0"/>
              </a:spcAft>
            </a:pPr>
            <a:r>
              <a:rPr lang="ar-JO" sz="3200" b="1" dirty="0"/>
              <a:t>يرى أن المدرسة الافتراضية هي منظومة متكاملة في العملية التربوية</a:t>
            </a:r>
            <a:endParaRPr lang="en-US" sz="3200" b="1" dirty="0">
              <a:solidFill>
                <a:prstClr val="white">
                  <a:lumMod val="65000"/>
                </a:prstClr>
              </a:solidFill>
              <a:latin typeface="Roboto Lt"/>
            </a:endParaRPr>
          </a:p>
        </p:txBody>
      </p:sp>
      <p:cxnSp>
        <p:nvCxnSpPr>
          <p:cNvPr id="67" name="Straight Connector 66"/>
          <p:cNvCxnSpPr/>
          <p:nvPr/>
        </p:nvCxnSpPr>
        <p:spPr>
          <a:xfrm>
            <a:off x="4369824" y="3977764"/>
            <a:ext cx="582542" cy="0"/>
          </a:xfrm>
          <a:prstGeom prst="line">
            <a:avLst/>
          </a:prstGeom>
          <a:ln w="12700">
            <a:solidFill>
              <a:schemeClr val="bg1">
                <a:lumMod val="75000"/>
              </a:schemeClr>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05970960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animEffect transition="in" filter="fade">
                                      <p:cBhvr>
                                        <p:cTn id="9" dur="500"/>
                                        <p:tgtEl>
                                          <p:spTgt spid="12"/>
                                        </p:tgtEl>
                                      </p:cBhvr>
                                    </p:animEffect>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67"/>
                                        </p:tgtEl>
                                        <p:attrNameLst>
                                          <p:attrName>style.visibility</p:attrName>
                                        </p:attrNameLst>
                                      </p:cBhvr>
                                      <p:to>
                                        <p:strVal val="visible"/>
                                      </p:to>
                                    </p:set>
                                    <p:animEffect transition="in" filter="wipe(left)">
                                      <p:cBhvr>
                                        <p:cTn id="13" dur="500"/>
                                        <p:tgtEl>
                                          <p:spTgt spid="67"/>
                                        </p:tgtEl>
                                      </p:cBhvr>
                                    </p:animEffect>
                                  </p:childTnLst>
                                </p:cTn>
                              </p:par>
                              <p:par>
                                <p:cTn id="14" presetID="10" presetClass="entr" presetSubtype="0" fill="hold"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childTnLst>
                          </p:cTn>
                        </p:par>
                        <p:par>
                          <p:cTn id="17" fill="hold">
                            <p:stCondLst>
                              <p:cond delay="1000"/>
                            </p:stCondLst>
                            <p:childTnLst>
                              <p:par>
                                <p:cTn id="18" presetID="1" presetClass="entr" presetSubtype="0" fill="hold" grpId="0" nodeType="afterEffect">
                                  <p:stCondLst>
                                    <p:cond delay="0"/>
                                  </p:stCondLst>
                                  <p:childTnLst>
                                    <p:set>
                                      <p:cBhvr>
                                        <p:cTn id="19"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0" y="461896"/>
            <a:ext cx="9854037" cy="868070"/>
          </a:xfrm>
        </p:spPr>
        <p:txBody>
          <a:bodyPr>
            <a:noAutofit/>
          </a:bodyPr>
          <a:lstStyle/>
          <a:p>
            <a:pPr algn="r" rtl="1"/>
            <a:r>
              <a:rPr lang="ar-JO" dirty="0"/>
              <a:t>ما هي المتطلبات الرئيسة للمدارس الافتراضية؟</a:t>
            </a:r>
            <a:endParaRPr lang="en-US" dirty="0"/>
          </a:p>
        </p:txBody>
      </p:sp>
      <p:grpSp>
        <p:nvGrpSpPr>
          <p:cNvPr id="9" name="Group 8"/>
          <p:cNvGrpSpPr/>
          <p:nvPr/>
        </p:nvGrpSpPr>
        <p:grpSpPr>
          <a:xfrm flipH="1">
            <a:off x="6461059" y="1953368"/>
            <a:ext cx="2036505" cy="4117068"/>
            <a:chOff x="7018338" y="1674638"/>
            <a:chExt cx="2282826" cy="4615039"/>
          </a:xfrm>
        </p:grpSpPr>
        <p:sp>
          <p:nvSpPr>
            <p:cNvPr id="10" name="Freeform 9"/>
            <p:cNvSpPr>
              <a:spLocks/>
            </p:cNvSpPr>
            <p:nvPr/>
          </p:nvSpPr>
          <p:spPr bwMode="auto">
            <a:xfrm>
              <a:off x="8302626" y="1674638"/>
              <a:ext cx="998538" cy="4549189"/>
            </a:xfrm>
            <a:custGeom>
              <a:avLst/>
              <a:gdLst>
                <a:gd name="connsiteX0" fmla="*/ 85632 w 998538"/>
                <a:gd name="connsiteY0" fmla="*/ 846282 h 4549189"/>
                <a:gd name="connsiteX1" fmla="*/ 85632 w 998538"/>
                <a:gd name="connsiteY1" fmla="*/ 846283 h 4549189"/>
                <a:gd name="connsiteX2" fmla="*/ 85632 w 998538"/>
                <a:gd name="connsiteY2" fmla="*/ 846282 h 4549189"/>
                <a:gd name="connsiteX3" fmla="*/ 88070 w 998538"/>
                <a:gd name="connsiteY3" fmla="*/ 789505 h 4549189"/>
                <a:gd name="connsiteX4" fmla="*/ 101322 w 998538"/>
                <a:gd name="connsiteY4" fmla="*/ 814904 h 4549189"/>
                <a:gd name="connsiteX5" fmla="*/ 85632 w 998538"/>
                <a:gd name="connsiteY5" fmla="*/ 846282 h 4549189"/>
                <a:gd name="connsiteX6" fmla="*/ 86851 w 998538"/>
                <a:gd name="connsiteY6" fmla="*/ 817893 h 4549189"/>
                <a:gd name="connsiteX7" fmla="*/ 89433 w 998538"/>
                <a:gd name="connsiteY7" fmla="*/ 757738 h 4549189"/>
                <a:gd name="connsiteX8" fmla="*/ 89433 w 998538"/>
                <a:gd name="connsiteY8" fmla="*/ 757739 h 4549189"/>
                <a:gd name="connsiteX9" fmla="*/ 89433 w 998538"/>
                <a:gd name="connsiteY9" fmla="*/ 757738 h 4549189"/>
                <a:gd name="connsiteX10" fmla="*/ 0 w 998538"/>
                <a:gd name="connsiteY10" fmla="*/ 0 h 4549189"/>
                <a:gd name="connsiteX11" fmla="*/ 3918 w 998538"/>
                <a:gd name="connsiteY11" fmla="*/ 0 h 4549189"/>
                <a:gd name="connsiteX12" fmla="*/ 69769 w 998538"/>
                <a:gd name="connsiteY12" fmla="*/ 0 h 4549189"/>
                <a:gd name="connsiteX13" fmla="*/ 84859 w 998538"/>
                <a:gd name="connsiteY13" fmla="*/ 16463 h 4549189"/>
                <a:gd name="connsiteX14" fmla="*/ 101322 w 998538"/>
                <a:gd name="connsiteY14" fmla="*/ 32925 h 4549189"/>
                <a:gd name="connsiteX15" fmla="*/ 101322 w 998538"/>
                <a:gd name="connsiteY15" fmla="*/ 80942 h 4549189"/>
                <a:gd name="connsiteX16" fmla="*/ 117785 w 998538"/>
                <a:gd name="connsiteY16" fmla="*/ 97405 h 4549189"/>
                <a:gd name="connsiteX17" fmla="*/ 134247 w 998538"/>
                <a:gd name="connsiteY17" fmla="*/ 130330 h 4549189"/>
                <a:gd name="connsiteX18" fmla="*/ 200098 w 998538"/>
                <a:gd name="connsiteY18" fmla="*/ 179718 h 4549189"/>
                <a:gd name="connsiteX19" fmla="*/ 231651 w 998538"/>
                <a:gd name="connsiteY19" fmla="*/ 227735 h 4549189"/>
                <a:gd name="connsiteX20" fmla="*/ 231651 w 998538"/>
                <a:gd name="connsiteY20" fmla="*/ 260660 h 4549189"/>
                <a:gd name="connsiteX21" fmla="*/ 231651 w 998538"/>
                <a:gd name="connsiteY21" fmla="*/ 293585 h 4549189"/>
                <a:gd name="connsiteX22" fmla="*/ 215189 w 998538"/>
                <a:gd name="connsiteY22" fmla="*/ 277123 h 4549189"/>
                <a:gd name="connsiteX23" fmla="*/ 231651 w 998538"/>
                <a:gd name="connsiteY23" fmla="*/ 423915 h 4549189"/>
                <a:gd name="connsiteX24" fmla="*/ 167173 w 998538"/>
                <a:gd name="connsiteY24" fmla="*/ 651648 h 4549189"/>
                <a:gd name="connsiteX25" fmla="*/ 150710 w 998538"/>
                <a:gd name="connsiteY25" fmla="*/ 684574 h 4549189"/>
                <a:gd name="connsiteX26" fmla="*/ 134247 w 998538"/>
                <a:gd name="connsiteY26" fmla="*/ 684574 h 4549189"/>
                <a:gd name="connsiteX27" fmla="*/ 134247 w 998538"/>
                <a:gd name="connsiteY27" fmla="*/ 717499 h 4549189"/>
                <a:gd name="connsiteX28" fmla="*/ 264577 w 998538"/>
                <a:gd name="connsiteY28" fmla="*/ 783350 h 4549189"/>
                <a:gd name="connsiteX29" fmla="*/ 346890 w 998538"/>
                <a:gd name="connsiteY29" fmla="*/ 783350 h 4549189"/>
                <a:gd name="connsiteX30" fmla="*/ 394907 w 998538"/>
                <a:gd name="connsiteY30" fmla="*/ 798441 h 4549189"/>
                <a:gd name="connsiteX31" fmla="*/ 427832 w 998538"/>
                <a:gd name="connsiteY31" fmla="*/ 814904 h 4549189"/>
                <a:gd name="connsiteX32" fmla="*/ 477220 w 998538"/>
                <a:gd name="connsiteY32" fmla="*/ 1011084 h 4549189"/>
                <a:gd name="connsiteX33" fmla="*/ 493683 w 998538"/>
                <a:gd name="connsiteY33" fmla="*/ 1157876 h 4549189"/>
                <a:gd name="connsiteX34" fmla="*/ 493683 w 998538"/>
                <a:gd name="connsiteY34" fmla="*/ 1223727 h 4549189"/>
                <a:gd name="connsiteX35" fmla="*/ 493683 w 998538"/>
                <a:gd name="connsiteY35" fmla="*/ 1271743 h 4549189"/>
                <a:gd name="connsiteX36" fmla="*/ 427832 w 998538"/>
                <a:gd name="connsiteY36" fmla="*/ 1370519 h 4549189"/>
                <a:gd name="connsiteX37" fmla="*/ 411369 w 998538"/>
                <a:gd name="connsiteY37" fmla="*/ 1484386 h 4549189"/>
                <a:gd name="connsiteX38" fmla="*/ 361981 w 998538"/>
                <a:gd name="connsiteY38" fmla="*/ 1565327 h 4549189"/>
                <a:gd name="connsiteX39" fmla="*/ 346890 w 998538"/>
                <a:gd name="connsiteY39" fmla="*/ 1598253 h 4549189"/>
                <a:gd name="connsiteX40" fmla="*/ 330427 w 998538"/>
                <a:gd name="connsiteY40" fmla="*/ 1614715 h 4549189"/>
                <a:gd name="connsiteX41" fmla="*/ 281039 w 998538"/>
                <a:gd name="connsiteY41" fmla="*/ 1647641 h 4549189"/>
                <a:gd name="connsiteX42" fmla="*/ 248114 w 998538"/>
                <a:gd name="connsiteY42" fmla="*/ 1662732 h 4549189"/>
                <a:gd name="connsiteX43" fmla="*/ 264577 w 998538"/>
                <a:gd name="connsiteY43" fmla="*/ 1794433 h 4549189"/>
                <a:gd name="connsiteX44" fmla="*/ 264577 w 998538"/>
                <a:gd name="connsiteY44" fmla="*/ 1941225 h 4549189"/>
                <a:gd name="connsiteX45" fmla="*/ 313965 w 998538"/>
                <a:gd name="connsiteY45" fmla="*/ 2201884 h 4549189"/>
                <a:gd name="connsiteX46" fmla="*/ 361981 w 998538"/>
                <a:gd name="connsiteY46" fmla="*/ 2479006 h 4549189"/>
                <a:gd name="connsiteX47" fmla="*/ 411369 w 998538"/>
                <a:gd name="connsiteY47" fmla="*/ 2967399 h 4549189"/>
                <a:gd name="connsiteX48" fmla="*/ 394907 w 998538"/>
                <a:gd name="connsiteY48" fmla="*/ 2967399 h 4549189"/>
                <a:gd name="connsiteX49" fmla="*/ 444295 w 998538"/>
                <a:gd name="connsiteY49" fmla="*/ 3114191 h 4549189"/>
                <a:gd name="connsiteX50" fmla="*/ 477220 w 998538"/>
                <a:gd name="connsiteY50" fmla="*/ 3212967 h 4549189"/>
                <a:gd name="connsiteX51" fmla="*/ 477220 w 998538"/>
                <a:gd name="connsiteY51" fmla="*/ 3277446 h 4549189"/>
                <a:gd name="connsiteX52" fmla="*/ 558162 w 998538"/>
                <a:gd name="connsiteY52" fmla="*/ 3620419 h 4549189"/>
                <a:gd name="connsiteX53" fmla="*/ 672028 w 998538"/>
                <a:gd name="connsiteY53" fmla="*/ 3994945 h 4549189"/>
                <a:gd name="connsiteX54" fmla="*/ 704954 w 998538"/>
                <a:gd name="connsiteY54" fmla="*/ 4060796 h 4549189"/>
                <a:gd name="connsiteX55" fmla="*/ 835284 w 998538"/>
                <a:gd name="connsiteY55" fmla="*/ 4354380 h 4549189"/>
                <a:gd name="connsiteX56" fmla="*/ 884672 w 998538"/>
                <a:gd name="connsiteY56" fmla="*/ 4354380 h 4549189"/>
                <a:gd name="connsiteX57" fmla="*/ 901134 w 998538"/>
                <a:gd name="connsiteY57" fmla="*/ 4370843 h 4549189"/>
                <a:gd name="connsiteX58" fmla="*/ 917597 w 998538"/>
                <a:gd name="connsiteY58" fmla="*/ 4387306 h 4549189"/>
                <a:gd name="connsiteX59" fmla="*/ 917597 w 998538"/>
                <a:gd name="connsiteY59" fmla="*/ 4402397 h 4549189"/>
                <a:gd name="connsiteX60" fmla="*/ 949150 w 998538"/>
                <a:gd name="connsiteY60" fmla="*/ 4451785 h 4549189"/>
                <a:gd name="connsiteX61" fmla="*/ 982075 w 998538"/>
                <a:gd name="connsiteY61" fmla="*/ 4468247 h 4549189"/>
                <a:gd name="connsiteX62" fmla="*/ 982075 w 998538"/>
                <a:gd name="connsiteY62" fmla="*/ 4484710 h 4549189"/>
                <a:gd name="connsiteX63" fmla="*/ 998538 w 998538"/>
                <a:gd name="connsiteY63" fmla="*/ 4517635 h 4549189"/>
                <a:gd name="connsiteX64" fmla="*/ 982075 w 998538"/>
                <a:gd name="connsiteY64" fmla="*/ 4534098 h 4549189"/>
                <a:gd name="connsiteX65" fmla="*/ 965613 w 998538"/>
                <a:gd name="connsiteY65" fmla="*/ 4549189 h 4549189"/>
                <a:gd name="connsiteX66" fmla="*/ 868209 w 998538"/>
                <a:gd name="connsiteY66" fmla="*/ 4549189 h 4549189"/>
                <a:gd name="connsiteX67" fmla="*/ 785896 w 998538"/>
                <a:gd name="connsiteY67" fmla="*/ 4549189 h 4549189"/>
                <a:gd name="connsiteX68" fmla="*/ 770804 w 998538"/>
                <a:gd name="connsiteY68" fmla="*/ 4549189 h 4549189"/>
                <a:gd name="connsiteX69" fmla="*/ 754342 w 998538"/>
                <a:gd name="connsiteY69" fmla="*/ 4534098 h 4549189"/>
                <a:gd name="connsiteX70" fmla="*/ 721416 w 998538"/>
                <a:gd name="connsiteY70" fmla="*/ 4451785 h 4549189"/>
                <a:gd name="connsiteX71" fmla="*/ 704954 w 998538"/>
                <a:gd name="connsiteY71" fmla="*/ 4418859 h 4549189"/>
                <a:gd name="connsiteX72" fmla="*/ 655566 w 998538"/>
                <a:gd name="connsiteY72" fmla="*/ 4354380 h 4549189"/>
                <a:gd name="connsiteX73" fmla="*/ 640475 w 998538"/>
                <a:gd name="connsiteY73" fmla="*/ 4321455 h 4549189"/>
                <a:gd name="connsiteX74" fmla="*/ 624013 w 998538"/>
                <a:gd name="connsiteY74" fmla="*/ 4321455 h 4549189"/>
                <a:gd name="connsiteX75" fmla="*/ 607550 w 998538"/>
                <a:gd name="connsiteY75" fmla="*/ 4354380 h 4549189"/>
                <a:gd name="connsiteX76" fmla="*/ 624013 w 998538"/>
                <a:gd name="connsiteY76" fmla="*/ 4468247 h 4549189"/>
                <a:gd name="connsiteX77" fmla="*/ 574625 w 998538"/>
                <a:gd name="connsiteY77" fmla="*/ 4451785 h 4549189"/>
                <a:gd name="connsiteX78" fmla="*/ 558162 w 998538"/>
                <a:gd name="connsiteY78" fmla="*/ 4354380 h 4549189"/>
                <a:gd name="connsiteX79" fmla="*/ 525236 w 998538"/>
                <a:gd name="connsiteY79" fmla="*/ 4288529 h 4549189"/>
                <a:gd name="connsiteX80" fmla="*/ 508773 w 998538"/>
                <a:gd name="connsiteY80" fmla="*/ 4240514 h 4549189"/>
                <a:gd name="connsiteX81" fmla="*/ 493683 w 998538"/>
                <a:gd name="connsiteY81" fmla="*/ 4224051 h 4549189"/>
                <a:gd name="connsiteX82" fmla="*/ 508773 w 998538"/>
                <a:gd name="connsiteY82" fmla="*/ 4207588 h 4549189"/>
                <a:gd name="connsiteX83" fmla="*/ 525236 w 998538"/>
                <a:gd name="connsiteY83" fmla="*/ 4207588 h 4549189"/>
                <a:gd name="connsiteX84" fmla="*/ 525236 w 998538"/>
                <a:gd name="connsiteY84" fmla="*/ 4158200 h 4549189"/>
                <a:gd name="connsiteX85" fmla="*/ 525236 w 998538"/>
                <a:gd name="connsiteY85" fmla="*/ 4125275 h 4549189"/>
                <a:gd name="connsiteX86" fmla="*/ 558162 w 998538"/>
                <a:gd name="connsiteY86" fmla="*/ 4110184 h 4549189"/>
                <a:gd name="connsiteX87" fmla="*/ 558162 w 998538"/>
                <a:gd name="connsiteY87" fmla="*/ 4093721 h 4549189"/>
                <a:gd name="connsiteX88" fmla="*/ 558162 w 998538"/>
                <a:gd name="connsiteY88" fmla="*/ 4077258 h 4549189"/>
                <a:gd name="connsiteX89" fmla="*/ 541698 w 998538"/>
                <a:gd name="connsiteY89" fmla="*/ 4044333 h 4549189"/>
                <a:gd name="connsiteX90" fmla="*/ 394907 w 998538"/>
                <a:gd name="connsiteY90" fmla="*/ 3767211 h 4549189"/>
                <a:gd name="connsiteX91" fmla="*/ 297502 w 998538"/>
                <a:gd name="connsiteY91" fmla="*/ 3571031 h 4549189"/>
                <a:gd name="connsiteX92" fmla="*/ 248114 w 998538"/>
                <a:gd name="connsiteY92" fmla="*/ 3457164 h 4549189"/>
                <a:gd name="connsiteX93" fmla="*/ 248114 w 998538"/>
                <a:gd name="connsiteY93" fmla="*/ 3359759 h 4549189"/>
                <a:gd name="connsiteX94" fmla="*/ 231651 w 998538"/>
                <a:gd name="connsiteY94" fmla="*/ 3326834 h 4549189"/>
                <a:gd name="connsiteX95" fmla="*/ 150710 w 998538"/>
                <a:gd name="connsiteY95" fmla="*/ 3180042 h 4549189"/>
                <a:gd name="connsiteX96" fmla="*/ 101322 w 998538"/>
                <a:gd name="connsiteY96" fmla="*/ 3082638 h 4549189"/>
                <a:gd name="connsiteX97" fmla="*/ 101322 w 998538"/>
                <a:gd name="connsiteY97" fmla="*/ 3033249 h 4549189"/>
                <a:gd name="connsiteX98" fmla="*/ 101322 w 998538"/>
                <a:gd name="connsiteY98" fmla="*/ 3000324 h 4549189"/>
                <a:gd name="connsiteX99" fmla="*/ 0 w 998538"/>
                <a:gd name="connsiteY99" fmla="*/ 3000324 h 4549189"/>
                <a:gd name="connsiteX100" fmla="*/ 0 w 998538"/>
                <a:gd name="connsiteY100" fmla="*/ 2563071 h 4549189"/>
                <a:gd name="connsiteX101" fmla="*/ 3917 w 998538"/>
                <a:gd name="connsiteY101" fmla="*/ 2543485 h 4549189"/>
                <a:gd name="connsiteX102" fmla="*/ 36843 w 998538"/>
                <a:gd name="connsiteY102" fmla="*/ 2446081 h 4549189"/>
                <a:gd name="connsiteX103" fmla="*/ 84859 w 998538"/>
                <a:gd name="connsiteY103" fmla="*/ 2332214 h 4549189"/>
                <a:gd name="connsiteX104" fmla="*/ 167173 w 998538"/>
                <a:gd name="connsiteY104" fmla="*/ 2119571 h 4549189"/>
                <a:gd name="connsiteX105" fmla="*/ 101322 w 998538"/>
                <a:gd name="connsiteY105" fmla="*/ 2185421 h 4549189"/>
                <a:gd name="connsiteX106" fmla="*/ 69768 w 998538"/>
                <a:gd name="connsiteY106" fmla="*/ 2234809 h 4549189"/>
                <a:gd name="connsiteX107" fmla="*/ 53305 w 998538"/>
                <a:gd name="connsiteY107" fmla="*/ 2282826 h 4549189"/>
                <a:gd name="connsiteX108" fmla="*/ 3917 w 998538"/>
                <a:gd name="connsiteY108" fmla="*/ 2413155 h 4549189"/>
                <a:gd name="connsiteX109" fmla="*/ 0 w 998538"/>
                <a:gd name="connsiteY109" fmla="*/ 2424907 h 4549189"/>
                <a:gd name="connsiteX110" fmla="*/ 0 w 998538"/>
                <a:gd name="connsiteY110" fmla="*/ 1976855 h 4549189"/>
                <a:gd name="connsiteX111" fmla="*/ 20380 w 998538"/>
                <a:gd name="connsiteY111" fmla="*/ 1972779 h 4549189"/>
                <a:gd name="connsiteX112" fmla="*/ 215189 w 998538"/>
                <a:gd name="connsiteY112" fmla="*/ 1941225 h 4549189"/>
                <a:gd name="connsiteX113" fmla="*/ 20380 w 998538"/>
                <a:gd name="connsiteY113" fmla="*/ 1941225 h 4549189"/>
                <a:gd name="connsiteX114" fmla="*/ 0 w 998538"/>
                <a:gd name="connsiteY114" fmla="*/ 1941225 h 4549189"/>
                <a:gd name="connsiteX115" fmla="*/ 0 w 998538"/>
                <a:gd name="connsiteY115" fmla="*/ 1670674 h 4549189"/>
                <a:gd name="connsiteX116" fmla="*/ 36843 w 998538"/>
                <a:gd name="connsiteY116" fmla="*/ 1662732 h 4549189"/>
                <a:gd name="connsiteX117" fmla="*/ 183635 w 998538"/>
                <a:gd name="connsiteY117" fmla="*/ 1647641 h 4549189"/>
                <a:gd name="connsiteX118" fmla="*/ 36844 w 998538"/>
                <a:gd name="connsiteY118" fmla="*/ 1647641 h 4549189"/>
                <a:gd name="connsiteX119" fmla="*/ 0 w 998538"/>
                <a:gd name="connsiteY119" fmla="*/ 1650875 h 4549189"/>
                <a:gd name="connsiteX120" fmla="*/ 0 w 998538"/>
                <a:gd name="connsiteY120" fmla="*/ 1397945 h 4549189"/>
                <a:gd name="connsiteX121" fmla="*/ 53306 w 998538"/>
                <a:gd name="connsiteY121" fmla="*/ 1402072 h 4549189"/>
                <a:gd name="connsiteX122" fmla="*/ 53306 w 998538"/>
                <a:gd name="connsiteY122" fmla="*/ 1402073 h 4549189"/>
                <a:gd name="connsiteX123" fmla="*/ 231651 w 998538"/>
                <a:gd name="connsiteY123" fmla="*/ 1385610 h 4549189"/>
                <a:gd name="connsiteX124" fmla="*/ 264577 w 998538"/>
                <a:gd name="connsiteY124" fmla="*/ 1238817 h 4549189"/>
                <a:gd name="connsiteX125" fmla="*/ 281039 w 998538"/>
                <a:gd name="connsiteY125" fmla="*/ 1207264 h 4549189"/>
                <a:gd name="connsiteX126" fmla="*/ 297502 w 998538"/>
                <a:gd name="connsiteY126" fmla="*/ 1141414 h 4549189"/>
                <a:gd name="connsiteX127" fmla="*/ 313965 w 998538"/>
                <a:gd name="connsiteY127" fmla="*/ 1011084 h 4549189"/>
                <a:gd name="connsiteX128" fmla="*/ 330427 w 998538"/>
                <a:gd name="connsiteY128" fmla="*/ 913680 h 4549189"/>
                <a:gd name="connsiteX129" fmla="*/ 297502 w 998538"/>
                <a:gd name="connsiteY129" fmla="*/ 978158 h 4549189"/>
                <a:gd name="connsiteX130" fmla="*/ 281039 w 998538"/>
                <a:gd name="connsiteY130" fmla="*/ 1027546 h 4549189"/>
                <a:gd name="connsiteX131" fmla="*/ 281039 w 998538"/>
                <a:gd name="connsiteY131" fmla="*/ 1060472 h 4549189"/>
                <a:gd name="connsiteX132" fmla="*/ 297502 w 998538"/>
                <a:gd name="connsiteY132" fmla="*/ 1108488 h 4549189"/>
                <a:gd name="connsiteX133" fmla="*/ 281039 w 998538"/>
                <a:gd name="connsiteY133" fmla="*/ 1141414 h 4549189"/>
                <a:gd name="connsiteX134" fmla="*/ 248114 w 998538"/>
                <a:gd name="connsiteY134" fmla="*/ 1207264 h 4549189"/>
                <a:gd name="connsiteX135" fmla="*/ 215189 w 998538"/>
                <a:gd name="connsiteY135" fmla="*/ 1271743 h 4549189"/>
                <a:gd name="connsiteX136" fmla="*/ 200098 w 998538"/>
                <a:gd name="connsiteY136" fmla="*/ 1354056 h 4549189"/>
                <a:gd name="connsiteX137" fmla="*/ 150710 w 998538"/>
                <a:gd name="connsiteY137" fmla="*/ 1354056 h 4549189"/>
                <a:gd name="connsiteX138" fmla="*/ 101322 w 998538"/>
                <a:gd name="connsiteY138" fmla="*/ 1354056 h 4549189"/>
                <a:gd name="connsiteX139" fmla="*/ 84859 w 998538"/>
                <a:gd name="connsiteY139" fmla="*/ 1370519 h 4549189"/>
                <a:gd name="connsiteX140" fmla="*/ 53306 w 998538"/>
                <a:gd name="connsiteY140" fmla="*/ 1385609 h 4549189"/>
                <a:gd name="connsiteX141" fmla="*/ 53305 w 998538"/>
                <a:gd name="connsiteY141" fmla="*/ 1385610 h 4549189"/>
                <a:gd name="connsiteX142" fmla="*/ 53305 w 998538"/>
                <a:gd name="connsiteY142" fmla="*/ 1385609 h 4549189"/>
                <a:gd name="connsiteX143" fmla="*/ 0 w 998538"/>
                <a:gd name="connsiteY143" fmla="*/ 1385609 h 4549189"/>
                <a:gd name="connsiteX144" fmla="*/ 0 w 998538"/>
                <a:gd name="connsiteY144" fmla="*/ 990628 h 4549189"/>
                <a:gd name="connsiteX145" fmla="*/ 84859 w 998538"/>
                <a:gd name="connsiteY145" fmla="*/ 913679 h 4549189"/>
                <a:gd name="connsiteX146" fmla="*/ 101322 w 998538"/>
                <a:gd name="connsiteY146" fmla="*/ 897217 h 4549189"/>
                <a:gd name="connsiteX147" fmla="*/ 134247 w 998538"/>
                <a:gd name="connsiteY147" fmla="*/ 864292 h 4549189"/>
                <a:gd name="connsiteX148" fmla="*/ 134247 w 998538"/>
                <a:gd name="connsiteY148" fmla="*/ 814904 h 4549189"/>
                <a:gd name="connsiteX149" fmla="*/ 134247 w 998538"/>
                <a:gd name="connsiteY149" fmla="*/ 783350 h 4549189"/>
                <a:gd name="connsiteX150" fmla="*/ 101322 w 998538"/>
                <a:gd name="connsiteY150" fmla="*/ 733962 h 4549189"/>
                <a:gd name="connsiteX151" fmla="*/ 89433 w 998538"/>
                <a:gd name="connsiteY151" fmla="*/ 757738 h 4549189"/>
                <a:gd name="connsiteX152" fmla="*/ 91459 w 998538"/>
                <a:gd name="connsiteY152" fmla="*/ 710556 h 4549189"/>
                <a:gd name="connsiteX153" fmla="*/ 117785 w 998538"/>
                <a:gd name="connsiteY153" fmla="*/ 97406 h 4549189"/>
                <a:gd name="connsiteX154" fmla="*/ 117784 w 998538"/>
                <a:gd name="connsiteY154" fmla="*/ 97407 h 4549189"/>
                <a:gd name="connsiteX155" fmla="*/ 91459 w 998538"/>
                <a:gd name="connsiteY155" fmla="*/ 710556 h 4549189"/>
                <a:gd name="connsiteX156" fmla="*/ 89433 w 998538"/>
                <a:gd name="connsiteY156" fmla="*/ 757738 h 4549189"/>
                <a:gd name="connsiteX157" fmla="*/ 88070 w 998538"/>
                <a:gd name="connsiteY157" fmla="*/ 789505 h 4549189"/>
                <a:gd name="connsiteX158" fmla="*/ 88070 w 998538"/>
                <a:gd name="connsiteY158" fmla="*/ 789504 h 4549189"/>
                <a:gd name="connsiteX159" fmla="*/ 86851 w 998538"/>
                <a:gd name="connsiteY159" fmla="*/ 817893 h 4549189"/>
                <a:gd name="connsiteX160" fmla="*/ 85632 w 998538"/>
                <a:gd name="connsiteY160" fmla="*/ 846282 h 4549189"/>
                <a:gd name="connsiteX161" fmla="*/ 84859 w 998538"/>
                <a:gd name="connsiteY161" fmla="*/ 864292 h 4549189"/>
                <a:gd name="connsiteX162" fmla="*/ 84859 w 998538"/>
                <a:gd name="connsiteY162" fmla="*/ 864281 h 4549189"/>
                <a:gd name="connsiteX163" fmla="*/ 84859 w 998538"/>
                <a:gd name="connsiteY163" fmla="*/ 864292 h 4549189"/>
                <a:gd name="connsiteX164" fmla="*/ 20380 w 998538"/>
                <a:gd name="connsiteY164" fmla="*/ 897217 h 4549189"/>
                <a:gd name="connsiteX165" fmla="*/ 0 w 998538"/>
                <a:gd name="connsiteY165" fmla="*/ 917031 h 4549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998538" h="4549189">
                  <a:moveTo>
                    <a:pt x="85632" y="846282"/>
                  </a:moveTo>
                  <a:lnTo>
                    <a:pt x="85632" y="846283"/>
                  </a:lnTo>
                  <a:lnTo>
                    <a:pt x="85632" y="846282"/>
                  </a:lnTo>
                  <a:close/>
                  <a:moveTo>
                    <a:pt x="88070" y="789505"/>
                  </a:moveTo>
                  <a:lnTo>
                    <a:pt x="101322" y="814904"/>
                  </a:lnTo>
                  <a:lnTo>
                    <a:pt x="85632" y="846282"/>
                  </a:lnTo>
                  <a:lnTo>
                    <a:pt x="86851" y="817893"/>
                  </a:lnTo>
                  <a:close/>
                  <a:moveTo>
                    <a:pt x="89433" y="757738"/>
                  </a:moveTo>
                  <a:lnTo>
                    <a:pt x="89433" y="757739"/>
                  </a:lnTo>
                  <a:lnTo>
                    <a:pt x="89433" y="757738"/>
                  </a:lnTo>
                  <a:close/>
                  <a:moveTo>
                    <a:pt x="0" y="0"/>
                  </a:moveTo>
                  <a:lnTo>
                    <a:pt x="3918" y="0"/>
                  </a:lnTo>
                  <a:lnTo>
                    <a:pt x="69769" y="0"/>
                  </a:lnTo>
                  <a:lnTo>
                    <a:pt x="84859" y="16463"/>
                  </a:lnTo>
                  <a:lnTo>
                    <a:pt x="101322" y="32925"/>
                  </a:lnTo>
                  <a:lnTo>
                    <a:pt x="101322" y="80942"/>
                  </a:lnTo>
                  <a:lnTo>
                    <a:pt x="117785" y="97405"/>
                  </a:lnTo>
                  <a:lnTo>
                    <a:pt x="134247" y="130330"/>
                  </a:lnTo>
                  <a:lnTo>
                    <a:pt x="200098" y="179718"/>
                  </a:lnTo>
                  <a:lnTo>
                    <a:pt x="231651" y="227735"/>
                  </a:lnTo>
                  <a:lnTo>
                    <a:pt x="231651" y="260660"/>
                  </a:lnTo>
                  <a:lnTo>
                    <a:pt x="231651" y="293585"/>
                  </a:lnTo>
                  <a:lnTo>
                    <a:pt x="215189" y="277123"/>
                  </a:lnTo>
                  <a:lnTo>
                    <a:pt x="231651" y="423915"/>
                  </a:lnTo>
                  <a:lnTo>
                    <a:pt x="167173" y="651648"/>
                  </a:lnTo>
                  <a:lnTo>
                    <a:pt x="150710" y="684574"/>
                  </a:lnTo>
                  <a:lnTo>
                    <a:pt x="134247" y="684574"/>
                  </a:lnTo>
                  <a:lnTo>
                    <a:pt x="134247" y="717499"/>
                  </a:lnTo>
                  <a:lnTo>
                    <a:pt x="264577" y="783350"/>
                  </a:lnTo>
                  <a:lnTo>
                    <a:pt x="346890" y="783350"/>
                  </a:lnTo>
                  <a:lnTo>
                    <a:pt x="394907" y="798441"/>
                  </a:lnTo>
                  <a:lnTo>
                    <a:pt x="427832" y="814904"/>
                  </a:lnTo>
                  <a:lnTo>
                    <a:pt x="477220" y="1011084"/>
                  </a:lnTo>
                  <a:lnTo>
                    <a:pt x="493683" y="1157876"/>
                  </a:lnTo>
                  <a:lnTo>
                    <a:pt x="493683" y="1223727"/>
                  </a:lnTo>
                  <a:lnTo>
                    <a:pt x="493683" y="1271743"/>
                  </a:lnTo>
                  <a:lnTo>
                    <a:pt x="427832" y="1370519"/>
                  </a:lnTo>
                  <a:lnTo>
                    <a:pt x="411369" y="1484386"/>
                  </a:lnTo>
                  <a:lnTo>
                    <a:pt x="361981" y="1565327"/>
                  </a:lnTo>
                  <a:lnTo>
                    <a:pt x="346890" y="1598253"/>
                  </a:lnTo>
                  <a:lnTo>
                    <a:pt x="330427" y="1614715"/>
                  </a:lnTo>
                  <a:lnTo>
                    <a:pt x="281039" y="1647641"/>
                  </a:lnTo>
                  <a:lnTo>
                    <a:pt x="248114" y="1662732"/>
                  </a:lnTo>
                  <a:lnTo>
                    <a:pt x="264577" y="1794433"/>
                  </a:lnTo>
                  <a:lnTo>
                    <a:pt x="264577" y="1941225"/>
                  </a:lnTo>
                  <a:lnTo>
                    <a:pt x="313965" y="2201884"/>
                  </a:lnTo>
                  <a:lnTo>
                    <a:pt x="361981" y="2479006"/>
                  </a:lnTo>
                  <a:lnTo>
                    <a:pt x="411369" y="2967399"/>
                  </a:lnTo>
                  <a:lnTo>
                    <a:pt x="394907" y="2967399"/>
                  </a:lnTo>
                  <a:lnTo>
                    <a:pt x="444295" y="3114191"/>
                  </a:lnTo>
                  <a:lnTo>
                    <a:pt x="477220" y="3212967"/>
                  </a:lnTo>
                  <a:lnTo>
                    <a:pt x="477220" y="3277446"/>
                  </a:lnTo>
                  <a:lnTo>
                    <a:pt x="558162" y="3620419"/>
                  </a:lnTo>
                  <a:lnTo>
                    <a:pt x="672028" y="3994945"/>
                  </a:lnTo>
                  <a:lnTo>
                    <a:pt x="704954" y="4060796"/>
                  </a:lnTo>
                  <a:lnTo>
                    <a:pt x="835284" y="4354380"/>
                  </a:lnTo>
                  <a:lnTo>
                    <a:pt x="884672" y="4354380"/>
                  </a:lnTo>
                  <a:lnTo>
                    <a:pt x="901134" y="4370843"/>
                  </a:lnTo>
                  <a:lnTo>
                    <a:pt x="917597" y="4387306"/>
                  </a:lnTo>
                  <a:lnTo>
                    <a:pt x="917597" y="4402397"/>
                  </a:lnTo>
                  <a:lnTo>
                    <a:pt x="949150" y="4451785"/>
                  </a:lnTo>
                  <a:lnTo>
                    <a:pt x="982075" y="4468247"/>
                  </a:lnTo>
                  <a:lnTo>
                    <a:pt x="982075" y="4484710"/>
                  </a:lnTo>
                  <a:lnTo>
                    <a:pt x="998538" y="4517635"/>
                  </a:lnTo>
                  <a:lnTo>
                    <a:pt x="982075" y="4534098"/>
                  </a:lnTo>
                  <a:lnTo>
                    <a:pt x="965613" y="4549189"/>
                  </a:lnTo>
                  <a:lnTo>
                    <a:pt x="868209" y="4549189"/>
                  </a:lnTo>
                  <a:lnTo>
                    <a:pt x="785896" y="4549189"/>
                  </a:lnTo>
                  <a:lnTo>
                    <a:pt x="770804" y="4549189"/>
                  </a:lnTo>
                  <a:lnTo>
                    <a:pt x="754342" y="4534098"/>
                  </a:lnTo>
                  <a:lnTo>
                    <a:pt x="721416" y="4451785"/>
                  </a:lnTo>
                  <a:lnTo>
                    <a:pt x="704954" y="4418859"/>
                  </a:lnTo>
                  <a:lnTo>
                    <a:pt x="655566" y="4354380"/>
                  </a:lnTo>
                  <a:lnTo>
                    <a:pt x="640475" y="4321455"/>
                  </a:lnTo>
                  <a:lnTo>
                    <a:pt x="624013" y="4321455"/>
                  </a:lnTo>
                  <a:lnTo>
                    <a:pt x="607550" y="4354380"/>
                  </a:lnTo>
                  <a:lnTo>
                    <a:pt x="624013" y="4468247"/>
                  </a:lnTo>
                  <a:lnTo>
                    <a:pt x="574625" y="4451785"/>
                  </a:lnTo>
                  <a:lnTo>
                    <a:pt x="558162" y="4354380"/>
                  </a:lnTo>
                  <a:lnTo>
                    <a:pt x="525236" y="4288529"/>
                  </a:lnTo>
                  <a:lnTo>
                    <a:pt x="508773" y="4240514"/>
                  </a:lnTo>
                  <a:lnTo>
                    <a:pt x="493683" y="4224051"/>
                  </a:lnTo>
                  <a:lnTo>
                    <a:pt x="508773" y="4207588"/>
                  </a:lnTo>
                  <a:lnTo>
                    <a:pt x="525236" y="4207588"/>
                  </a:lnTo>
                  <a:lnTo>
                    <a:pt x="525236" y="4158200"/>
                  </a:lnTo>
                  <a:lnTo>
                    <a:pt x="525236" y="4125275"/>
                  </a:lnTo>
                  <a:lnTo>
                    <a:pt x="558162" y="4110184"/>
                  </a:lnTo>
                  <a:lnTo>
                    <a:pt x="558162" y="4093721"/>
                  </a:lnTo>
                  <a:lnTo>
                    <a:pt x="558162" y="4077258"/>
                  </a:lnTo>
                  <a:lnTo>
                    <a:pt x="541698" y="4044333"/>
                  </a:lnTo>
                  <a:lnTo>
                    <a:pt x="394907" y="3767211"/>
                  </a:lnTo>
                  <a:lnTo>
                    <a:pt x="297502" y="3571031"/>
                  </a:lnTo>
                  <a:lnTo>
                    <a:pt x="248114" y="3457164"/>
                  </a:lnTo>
                  <a:lnTo>
                    <a:pt x="248114" y="3359759"/>
                  </a:lnTo>
                  <a:lnTo>
                    <a:pt x="231651" y="3326834"/>
                  </a:lnTo>
                  <a:lnTo>
                    <a:pt x="150710" y="3180042"/>
                  </a:lnTo>
                  <a:lnTo>
                    <a:pt x="101322" y="3082638"/>
                  </a:lnTo>
                  <a:lnTo>
                    <a:pt x="101322" y="3033249"/>
                  </a:lnTo>
                  <a:lnTo>
                    <a:pt x="101322" y="3000324"/>
                  </a:lnTo>
                  <a:lnTo>
                    <a:pt x="0" y="3000324"/>
                  </a:lnTo>
                  <a:lnTo>
                    <a:pt x="0" y="2563071"/>
                  </a:lnTo>
                  <a:lnTo>
                    <a:pt x="3917" y="2543485"/>
                  </a:lnTo>
                  <a:lnTo>
                    <a:pt x="36843" y="2446081"/>
                  </a:lnTo>
                  <a:lnTo>
                    <a:pt x="84859" y="2332214"/>
                  </a:lnTo>
                  <a:lnTo>
                    <a:pt x="167173" y="2119571"/>
                  </a:lnTo>
                  <a:lnTo>
                    <a:pt x="101322" y="2185421"/>
                  </a:lnTo>
                  <a:lnTo>
                    <a:pt x="69768" y="2234809"/>
                  </a:lnTo>
                  <a:lnTo>
                    <a:pt x="53305" y="2282826"/>
                  </a:lnTo>
                  <a:lnTo>
                    <a:pt x="3917" y="2413155"/>
                  </a:lnTo>
                  <a:lnTo>
                    <a:pt x="0" y="2424907"/>
                  </a:lnTo>
                  <a:lnTo>
                    <a:pt x="0" y="1976855"/>
                  </a:lnTo>
                  <a:lnTo>
                    <a:pt x="20380" y="1972779"/>
                  </a:lnTo>
                  <a:lnTo>
                    <a:pt x="215189" y="1941225"/>
                  </a:lnTo>
                  <a:lnTo>
                    <a:pt x="20380" y="1941225"/>
                  </a:lnTo>
                  <a:lnTo>
                    <a:pt x="0" y="1941225"/>
                  </a:lnTo>
                  <a:lnTo>
                    <a:pt x="0" y="1670674"/>
                  </a:lnTo>
                  <a:lnTo>
                    <a:pt x="36843" y="1662732"/>
                  </a:lnTo>
                  <a:lnTo>
                    <a:pt x="183635" y="1647641"/>
                  </a:lnTo>
                  <a:lnTo>
                    <a:pt x="36844" y="1647641"/>
                  </a:lnTo>
                  <a:lnTo>
                    <a:pt x="0" y="1650875"/>
                  </a:lnTo>
                  <a:lnTo>
                    <a:pt x="0" y="1397945"/>
                  </a:lnTo>
                  <a:lnTo>
                    <a:pt x="53306" y="1402072"/>
                  </a:lnTo>
                  <a:lnTo>
                    <a:pt x="53306" y="1402073"/>
                  </a:lnTo>
                  <a:lnTo>
                    <a:pt x="231651" y="1385610"/>
                  </a:lnTo>
                  <a:lnTo>
                    <a:pt x="264577" y="1238817"/>
                  </a:lnTo>
                  <a:lnTo>
                    <a:pt x="281039" y="1207264"/>
                  </a:lnTo>
                  <a:lnTo>
                    <a:pt x="297502" y="1141414"/>
                  </a:lnTo>
                  <a:lnTo>
                    <a:pt x="313965" y="1011084"/>
                  </a:lnTo>
                  <a:lnTo>
                    <a:pt x="330427" y="913680"/>
                  </a:lnTo>
                  <a:lnTo>
                    <a:pt x="297502" y="978158"/>
                  </a:lnTo>
                  <a:lnTo>
                    <a:pt x="281039" y="1027546"/>
                  </a:lnTo>
                  <a:lnTo>
                    <a:pt x="281039" y="1060472"/>
                  </a:lnTo>
                  <a:lnTo>
                    <a:pt x="297502" y="1108488"/>
                  </a:lnTo>
                  <a:lnTo>
                    <a:pt x="281039" y="1141414"/>
                  </a:lnTo>
                  <a:lnTo>
                    <a:pt x="248114" y="1207264"/>
                  </a:lnTo>
                  <a:lnTo>
                    <a:pt x="215189" y="1271743"/>
                  </a:lnTo>
                  <a:lnTo>
                    <a:pt x="200098" y="1354056"/>
                  </a:lnTo>
                  <a:lnTo>
                    <a:pt x="150710" y="1354056"/>
                  </a:lnTo>
                  <a:lnTo>
                    <a:pt x="101322" y="1354056"/>
                  </a:lnTo>
                  <a:lnTo>
                    <a:pt x="84859" y="1370519"/>
                  </a:lnTo>
                  <a:lnTo>
                    <a:pt x="53306" y="1385609"/>
                  </a:lnTo>
                  <a:lnTo>
                    <a:pt x="53305" y="1385610"/>
                  </a:lnTo>
                  <a:lnTo>
                    <a:pt x="53305" y="1385609"/>
                  </a:lnTo>
                  <a:lnTo>
                    <a:pt x="0" y="1385609"/>
                  </a:lnTo>
                  <a:lnTo>
                    <a:pt x="0" y="990628"/>
                  </a:lnTo>
                  <a:lnTo>
                    <a:pt x="84859" y="913679"/>
                  </a:lnTo>
                  <a:lnTo>
                    <a:pt x="101322" y="897217"/>
                  </a:lnTo>
                  <a:lnTo>
                    <a:pt x="134247" y="864292"/>
                  </a:lnTo>
                  <a:lnTo>
                    <a:pt x="134247" y="814904"/>
                  </a:lnTo>
                  <a:lnTo>
                    <a:pt x="134247" y="783350"/>
                  </a:lnTo>
                  <a:lnTo>
                    <a:pt x="101322" y="733962"/>
                  </a:lnTo>
                  <a:lnTo>
                    <a:pt x="89433" y="757738"/>
                  </a:lnTo>
                  <a:lnTo>
                    <a:pt x="91459" y="710556"/>
                  </a:lnTo>
                  <a:lnTo>
                    <a:pt x="117785" y="97406"/>
                  </a:lnTo>
                  <a:lnTo>
                    <a:pt x="117784" y="97407"/>
                  </a:lnTo>
                  <a:lnTo>
                    <a:pt x="91459" y="710556"/>
                  </a:lnTo>
                  <a:lnTo>
                    <a:pt x="89433" y="757738"/>
                  </a:lnTo>
                  <a:lnTo>
                    <a:pt x="88070" y="789505"/>
                  </a:lnTo>
                  <a:lnTo>
                    <a:pt x="88070" y="789504"/>
                  </a:lnTo>
                  <a:lnTo>
                    <a:pt x="86851" y="817893"/>
                  </a:lnTo>
                  <a:lnTo>
                    <a:pt x="85632" y="846282"/>
                  </a:lnTo>
                  <a:lnTo>
                    <a:pt x="84859" y="864292"/>
                  </a:lnTo>
                  <a:lnTo>
                    <a:pt x="84859" y="864281"/>
                  </a:lnTo>
                  <a:lnTo>
                    <a:pt x="84859" y="864292"/>
                  </a:lnTo>
                  <a:lnTo>
                    <a:pt x="20380" y="897217"/>
                  </a:lnTo>
                  <a:lnTo>
                    <a:pt x="0" y="917031"/>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endParaRPr>
            </a:p>
          </p:txBody>
        </p:sp>
        <p:sp>
          <p:nvSpPr>
            <p:cNvPr id="11" name="Freeform 10"/>
            <p:cNvSpPr>
              <a:spLocks/>
            </p:cNvSpPr>
            <p:nvPr/>
          </p:nvSpPr>
          <p:spPr bwMode="auto">
            <a:xfrm>
              <a:off x="7018338" y="1674638"/>
              <a:ext cx="1284288" cy="4615039"/>
            </a:xfrm>
            <a:custGeom>
              <a:avLst/>
              <a:gdLst>
                <a:gd name="connsiteX0" fmla="*/ 504857 w 1284288"/>
                <a:gd name="connsiteY0" fmla="*/ 1500849 h 4615039"/>
                <a:gd name="connsiteX1" fmla="*/ 717499 w 1284288"/>
                <a:gd name="connsiteY1" fmla="*/ 1565327 h 4615039"/>
                <a:gd name="connsiteX2" fmla="*/ 814904 w 1284288"/>
                <a:gd name="connsiteY2" fmla="*/ 1598253 h 4615039"/>
                <a:gd name="connsiteX3" fmla="*/ 831366 w 1284288"/>
                <a:gd name="connsiteY3" fmla="*/ 1598253 h 4615039"/>
                <a:gd name="connsiteX4" fmla="*/ 847829 w 1284288"/>
                <a:gd name="connsiteY4" fmla="*/ 1581790 h 4615039"/>
                <a:gd name="connsiteX5" fmla="*/ 847829 w 1284288"/>
                <a:gd name="connsiteY5" fmla="*/ 1565327 h 4615039"/>
                <a:gd name="connsiteX6" fmla="*/ 847829 w 1284288"/>
                <a:gd name="connsiteY6" fmla="*/ 1548864 h 4615039"/>
                <a:gd name="connsiteX7" fmla="*/ 733962 w 1284288"/>
                <a:gd name="connsiteY7" fmla="*/ 1548864 h 4615039"/>
                <a:gd name="connsiteX8" fmla="*/ 913680 w 1284288"/>
                <a:gd name="connsiteY8" fmla="*/ 1044009 h 4615039"/>
                <a:gd name="connsiteX9" fmla="*/ 897217 w 1284288"/>
                <a:gd name="connsiteY9" fmla="*/ 1157875 h 4615039"/>
                <a:gd name="connsiteX10" fmla="*/ 913680 w 1284288"/>
                <a:gd name="connsiteY10" fmla="*/ 1255280 h 4615039"/>
                <a:gd name="connsiteX11" fmla="*/ 928770 w 1284288"/>
                <a:gd name="connsiteY11" fmla="*/ 1288205 h 4615039"/>
                <a:gd name="connsiteX12" fmla="*/ 961696 w 1284288"/>
                <a:gd name="connsiteY12" fmla="*/ 1337593 h 4615039"/>
                <a:gd name="connsiteX13" fmla="*/ 961696 w 1284288"/>
                <a:gd name="connsiteY13" fmla="*/ 1337594 h 4615039"/>
                <a:gd name="connsiteX14" fmla="*/ 978158 w 1284288"/>
                <a:gd name="connsiteY14" fmla="*/ 1370519 h 4615039"/>
                <a:gd name="connsiteX15" fmla="*/ 1044009 w 1284288"/>
                <a:gd name="connsiteY15" fmla="*/ 1370519 h 4615039"/>
                <a:gd name="connsiteX16" fmla="*/ 1027546 w 1284288"/>
                <a:gd name="connsiteY16" fmla="*/ 1354056 h 4615039"/>
                <a:gd name="connsiteX17" fmla="*/ 978158 w 1284288"/>
                <a:gd name="connsiteY17" fmla="*/ 1288205 h 4615039"/>
                <a:gd name="connsiteX18" fmla="*/ 978158 w 1284288"/>
                <a:gd name="connsiteY18" fmla="*/ 1288205 h 4615039"/>
                <a:gd name="connsiteX19" fmla="*/ 945233 w 1284288"/>
                <a:gd name="connsiteY19" fmla="*/ 1238817 h 4615039"/>
                <a:gd name="connsiteX20" fmla="*/ 928770 w 1284288"/>
                <a:gd name="connsiteY20" fmla="*/ 1190801 h 4615039"/>
                <a:gd name="connsiteX21" fmla="*/ 913680 w 1284288"/>
                <a:gd name="connsiteY21" fmla="*/ 1076934 h 4615039"/>
                <a:gd name="connsiteX22" fmla="*/ 897216 w 1284288"/>
                <a:gd name="connsiteY22" fmla="*/ 798440 h 4615039"/>
                <a:gd name="connsiteX23" fmla="*/ 897216 w 1284288"/>
                <a:gd name="connsiteY23" fmla="*/ 831366 h 4615039"/>
                <a:gd name="connsiteX24" fmla="*/ 880754 w 1284288"/>
                <a:gd name="connsiteY24" fmla="*/ 814903 h 4615039"/>
                <a:gd name="connsiteX25" fmla="*/ 227734 w 1284288"/>
                <a:gd name="connsiteY25" fmla="*/ 636557 h 4615039"/>
                <a:gd name="connsiteX26" fmla="*/ 260659 w 1284288"/>
                <a:gd name="connsiteY26" fmla="*/ 636557 h 4615039"/>
                <a:gd name="connsiteX27" fmla="*/ 277122 w 1284288"/>
                <a:gd name="connsiteY27" fmla="*/ 1271743 h 4615039"/>
                <a:gd name="connsiteX28" fmla="*/ 212643 w 1284288"/>
                <a:gd name="connsiteY28" fmla="*/ 1354056 h 4615039"/>
                <a:gd name="connsiteX29" fmla="*/ 179717 w 1284288"/>
                <a:gd name="connsiteY29" fmla="*/ 1321131 h 4615039"/>
                <a:gd name="connsiteX30" fmla="*/ 146792 w 1284288"/>
                <a:gd name="connsiteY30" fmla="*/ 1190801 h 4615039"/>
                <a:gd name="connsiteX31" fmla="*/ 130329 w 1284288"/>
                <a:gd name="connsiteY31" fmla="*/ 1174338 h 4615039"/>
                <a:gd name="connsiteX32" fmla="*/ 113867 w 1284288"/>
                <a:gd name="connsiteY32" fmla="*/ 1157875 h 4615039"/>
                <a:gd name="connsiteX33" fmla="*/ 97404 w 1284288"/>
                <a:gd name="connsiteY33" fmla="*/ 1157875 h 4615039"/>
                <a:gd name="connsiteX34" fmla="*/ 80941 w 1284288"/>
                <a:gd name="connsiteY34" fmla="*/ 1174338 h 4615039"/>
                <a:gd name="connsiteX35" fmla="*/ 80941 w 1284288"/>
                <a:gd name="connsiteY35" fmla="*/ 1190801 h 4615039"/>
                <a:gd name="connsiteX36" fmla="*/ 113867 w 1284288"/>
                <a:gd name="connsiteY36" fmla="*/ 1223726 h 4615039"/>
                <a:gd name="connsiteX37" fmla="*/ 130329 w 1284288"/>
                <a:gd name="connsiteY37" fmla="*/ 1238817 h 4615039"/>
                <a:gd name="connsiteX38" fmla="*/ 163255 w 1284288"/>
                <a:gd name="connsiteY38" fmla="*/ 1321131 h 4615039"/>
                <a:gd name="connsiteX39" fmla="*/ 179717 w 1284288"/>
                <a:gd name="connsiteY39" fmla="*/ 1370519 h 4615039"/>
                <a:gd name="connsiteX40" fmla="*/ 97404 w 1284288"/>
                <a:gd name="connsiteY40" fmla="*/ 1451460 h 4615039"/>
                <a:gd name="connsiteX41" fmla="*/ 80941 w 1284288"/>
                <a:gd name="connsiteY41" fmla="*/ 1385609 h 4615039"/>
                <a:gd name="connsiteX42" fmla="*/ 49388 w 1284288"/>
                <a:gd name="connsiteY42" fmla="*/ 1385609 h 4615039"/>
                <a:gd name="connsiteX43" fmla="*/ 0 w 1284288"/>
                <a:gd name="connsiteY43" fmla="*/ 684574 h 4615039"/>
                <a:gd name="connsiteX44" fmla="*/ 1174339 w 1284288"/>
                <a:gd name="connsiteY44" fmla="*/ 0 h 4615039"/>
                <a:gd name="connsiteX45" fmla="*/ 1284288 w 1284288"/>
                <a:gd name="connsiteY45" fmla="*/ 0 h 4615039"/>
                <a:gd name="connsiteX46" fmla="*/ 1284288 w 1284288"/>
                <a:gd name="connsiteY46" fmla="*/ 917031 h 4615039"/>
                <a:gd name="connsiteX47" fmla="*/ 1255280 w 1284288"/>
                <a:gd name="connsiteY47" fmla="*/ 945233 h 4615039"/>
                <a:gd name="connsiteX48" fmla="*/ 1222355 w 1284288"/>
                <a:gd name="connsiteY48" fmla="*/ 1011084 h 4615039"/>
                <a:gd name="connsiteX49" fmla="*/ 1124950 w 1284288"/>
                <a:gd name="connsiteY49" fmla="*/ 897217 h 4615039"/>
                <a:gd name="connsiteX50" fmla="*/ 1124951 w 1284288"/>
                <a:gd name="connsiteY50" fmla="*/ 897216 h 4615039"/>
                <a:gd name="connsiteX51" fmla="*/ 1108488 w 1284288"/>
                <a:gd name="connsiteY51" fmla="*/ 880754 h 4615039"/>
                <a:gd name="connsiteX52" fmla="*/ 1092026 w 1284288"/>
                <a:gd name="connsiteY52" fmla="*/ 847828 h 4615039"/>
                <a:gd name="connsiteX53" fmla="*/ 1092026 w 1284288"/>
                <a:gd name="connsiteY53" fmla="*/ 798440 h 4615039"/>
                <a:gd name="connsiteX54" fmla="*/ 1124951 w 1284288"/>
                <a:gd name="connsiteY54" fmla="*/ 733962 h 4615039"/>
                <a:gd name="connsiteX55" fmla="*/ 1157876 w 1284288"/>
                <a:gd name="connsiteY55" fmla="*/ 651648 h 4615039"/>
                <a:gd name="connsiteX56" fmla="*/ 1124951 w 1284288"/>
                <a:gd name="connsiteY56" fmla="*/ 701036 h 4615039"/>
                <a:gd name="connsiteX57" fmla="*/ 1075563 w 1284288"/>
                <a:gd name="connsiteY57" fmla="*/ 750424 h 4615039"/>
                <a:gd name="connsiteX58" fmla="*/ 1060473 w 1284288"/>
                <a:gd name="connsiteY58" fmla="*/ 814903 h 4615039"/>
                <a:gd name="connsiteX59" fmla="*/ 1060473 w 1284288"/>
                <a:gd name="connsiteY59" fmla="*/ 847828 h 4615039"/>
                <a:gd name="connsiteX60" fmla="*/ 1060473 w 1284288"/>
                <a:gd name="connsiteY60" fmla="*/ 880754 h 4615039"/>
                <a:gd name="connsiteX61" fmla="*/ 1092026 w 1284288"/>
                <a:gd name="connsiteY61" fmla="*/ 945233 h 4615039"/>
                <a:gd name="connsiteX62" fmla="*/ 1207264 w 1284288"/>
                <a:gd name="connsiteY62" fmla="*/ 1060472 h 4615039"/>
                <a:gd name="connsiteX63" fmla="*/ 1284288 w 1284288"/>
                <a:gd name="connsiteY63" fmla="*/ 990628 h 4615039"/>
                <a:gd name="connsiteX64" fmla="*/ 1284288 w 1284288"/>
                <a:gd name="connsiteY64" fmla="*/ 1385609 h 4615039"/>
                <a:gd name="connsiteX65" fmla="*/ 1207264 w 1284288"/>
                <a:gd name="connsiteY65" fmla="*/ 1385609 h 4615039"/>
                <a:gd name="connsiteX66" fmla="*/ 1124951 w 1284288"/>
                <a:gd name="connsiteY66" fmla="*/ 1385609 h 4615039"/>
                <a:gd name="connsiteX67" fmla="*/ 1284288 w 1284288"/>
                <a:gd name="connsiteY67" fmla="*/ 1397945 h 4615039"/>
                <a:gd name="connsiteX68" fmla="*/ 1284288 w 1284288"/>
                <a:gd name="connsiteY68" fmla="*/ 1650875 h 4615039"/>
                <a:gd name="connsiteX69" fmla="*/ 961696 w 1284288"/>
                <a:gd name="connsiteY69" fmla="*/ 1679194 h 4615039"/>
                <a:gd name="connsiteX70" fmla="*/ 961696 w 1284288"/>
                <a:gd name="connsiteY70" fmla="*/ 1532402 h 4615039"/>
                <a:gd name="connsiteX71" fmla="*/ 928770 w 1284288"/>
                <a:gd name="connsiteY71" fmla="*/ 1712120 h 4615039"/>
                <a:gd name="connsiteX72" fmla="*/ 978158 w 1284288"/>
                <a:gd name="connsiteY72" fmla="*/ 1712120 h 4615039"/>
                <a:gd name="connsiteX73" fmla="*/ 1027546 w 1284288"/>
                <a:gd name="connsiteY73" fmla="*/ 1712120 h 4615039"/>
                <a:gd name="connsiteX74" fmla="*/ 1092026 w 1284288"/>
                <a:gd name="connsiteY74" fmla="*/ 1712120 h 4615039"/>
                <a:gd name="connsiteX75" fmla="*/ 1284288 w 1284288"/>
                <a:gd name="connsiteY75" fmla="*/ 1670674 h 4615039"/>
                <a:gd name="connsiteX76" fmla="*/ 1284288 w 1284288"/>
                <a:gd name="connsiteY76" fmla="*/ 1941225 h 4615039"/>
                <a:gd name="connsiteX77" fmla="*/ 1238818 w 1284288"/>
                <a:gd name="connsiteY77" fmla="*/ 1941225 h 4615039"/>
                <a:gd name="connsiteX78" fmla="*/ 1157876 w 1284288"/>
                <a:gd name="connsiteY78" fmla="*/ 1941225 h 4615039"/>
                <a:gd name="connsiteX79" fmla="*/ 978158 w 1284288"/>
                <a:gd name="connsiteY79" fmla="*/ 1908300 h 4615039"/>
                <a:gd name="connsiteX80" fmla="*/ 783350 w 1284288"/>
                <a:gd name="connsiteY80" fmla="*/ 1842449 h 4615039"/>
                <a:gd name="connsiteX81" fmla="*/ 978158 w 1284288"/>
                <a:gd name="connsiteY81" fmla="*/ 1941225 h 4615039"/>
                <a:gd name="connsiteX82" fmla="*/ 1222355 w 1284288"/>
                <a:gd name="connsiteY82" fmla="*/ 1989242 h 4615039"/>
                <a:gd name="connsiteX83" fmla="*/ 1284288 w 1284288"/>
                <a:gd name="connsiteY83" fmla="*/ 1976855 h 4615039"/>
                <a:gd name="connsiteX84" fmla="*/ 1284288 w 1284288"/>
                <a:gd name="connsiteY84" fmla="*/ 2424906 h 4615039"/>
                <a:gd name="connsiteX85" fmla="*/ 1255280 w 1284288"/>
                <a:gd name="connsiteY85" fmla="*/ 2511931 h 4615039"/>
                <a:gd name="connsiteX86" fmla="*/ 1207264 w 1284288"/>
                <a:gd name="connsiteY86" fmla="*/ 2935846 h 4615039"/>
                <a:gd name="connsiteX87" fmla="*/ 1238817 w 1284288"/>
                <a:gd name="connsiteY87" fmla="*/ 2902920 h 4615039"/>
                <a:gd name="connsiteX88" fmla="*/ 1255280 w 1284288"/>
                <a:gd name="connsiteY88" fmla="*/ 2886458 h 4615039"/>
                <a:gd name="connsiteX89" fmla="*/ 1255280 w 1284288"/>
                <a:gd name="connsiteY89" fmla="*/ 2853532 h 4615039"/>
                <a:gd name="connsiteX90" fmla="*/ 1271743 w 1284288"/>
                <a:gd name="connsiteY90" fmla="*/ 2625799 h 4615039"/>
                <a:gd name="connsiteX91" fmla="*/ 1284288 w 1284288"/>
                <a:gd name="connsiteY91" fmla="*/ 2563070 h 4615039"/>
                <a:gd name="connsiteX92" fmla="*/ 1284288 w 1284288"/>
                <a:gd name="connsiteY92" fmla="*/ 3000324 h 4615039"/>
                <a:gd name="connsiteX93" fmla="*/ 1255280 w 1284288"/>
                <a:gd name="connsiteY93" fmla="*/ 3000324 h 4615039"/>
                <a:gd name="connsiteX94" fmla="*/ 1207264 w 1284288"/>
                <a:gd name="connsiteY94" fmla="*/ 3000324 h 4615039"/>
                <a:gd name="connsiteX95" fmla="*/ 1190802 w 1284288"/>
                <a:gd name="connsiteY95" fmla="*/ 3066175 h 4615039"/>
                <a:gd name="connsiteX96" fmla="*/ 1108488 w 1284288"/>
                <a:gd name="connsiteY96" fmla="*/ 3016787 h 4615039"/>
                <a:gd name="connsiteX97" fmla="*/ 1108488 w 1284288"/>
                <a:gd name="connsiteY97" fmla="*/ 3114191 h 4615039"/>
                <a:gd name="connsiteX98" fmla="*/ 1092026 w 1284288"/>
                <a:gd name="connsiteY98" fmla="*/ 3260983 h 4615039"/>
                <a:gd name="connsiteX99" fmla="*/ 1092026 w 1284288"/>
                <a:gd name="connsiteY99" fmla="*/ 3424239 h 4615039"/>
                <a:gd name="connsiteX100" fmla="*/ 1075563 w 1284288"/>
                <a:gd name="connsiteY100" fmla="*/ 3684898 h 4615039"/>
                <a:gd name="connsiteX101" fmla="*/ 1075563 w 1284288"/>
                <a:gd name="connsiteY101" fmla="*/ 4027870 h 4615039"/>
                <a:gd name="connsiteX102" fmla="*/ 1092026 w 1284288"/>
                <a:gd name="connsiteY102" fmla="*/ 4060796 h 4615039"/>
                <a:gd name="connsiteX103" fmla="*/ 1108488 w 1284288"/>
                <a:gd name="connsiteY103" fmla="*/ 4093721 h 4615039"/>
                <a:gd name="connsiteX104" fmla="*/ 1108488 w 1284288"/>
                <a:gd name="connsiteY104" fmla="*/ 4125275 h 4615039"/>
                <a:gd name="connsiteX105" fmla="*/ 1124951 w 1284288"/>
                <a:gd name="connsiteY105" fmla="*/ 4272067 h 4615039"/>
                <a:gd name="connsiteX106" fmla="*/ 1157876 w 1284288"/>
                <a:gd name="connsiteY106" fmla="*/ 4402397 h 4615039"/>
                <a:gd name="connsiteX107" fmla="*/ 1174339 w 1284288"/>
                <a:gd name="connsiteY107" fmla="*/ 4418859 h 4615039"/>
                <a:gd name="connsiteX108" fmla="*/ 1174339 w 1284288"/>
                <a:gd name="connsiteY108" fmla="*/ 4484710 h 4615039"/>
                <a:gd name="connsiteX109" fmla="*/ 1190802 w 1284288"/>
                <a:gd name="connsiteY109" fmla="*/ 4534098 h 4615039"/>
                <a:gd name="connsiteX110" fmla="*/ 1207264 w 1284288"/>
                <a:gd name="connsiteY110" fmla="*/ 4565651 h 4615039"/>
                <a:gd name="connsiteX111" fmla="*/ 1190802 w 1284288"/>
                <a:gd name="connsiteY111" fmla="*/ 4582114 h 4615039"/>
                <a:gd name="connsiteX112" fmla="*/ 1157876 w 1284288"/>
                <a:gd name="connsiteY112" fmla="*/ 4615039 h 4615039"/>
                <a:gd name="connsiteX113" fmla="*/ 1075563 w 1284288"/>
                <a:gd name="connsiteY113" fmla="*/ 4615039 h 4615039"/>
                <a:gd name="connsiteX114" fmla="*/ 1027546 w 1284288"/>
                <a:gd name="connsiteY114" fmla="*/ 4582114 h 4615039"/>
                <a:gd name="connsiteX115" fmla="*/ 978158 w 1284288"/>
                <a:gd name="connsiteY115" fmla="*/ 4549189 h 4615039"/>
                <a:gd name="connsiteX116" fmla="*/ 961696 w 1284288"/>
                <a:gd name="connsiteY116" fmla="*/ 4501173 h 4615039"/>
                <a:gd name="connsiteX117" fmla="*/ 945233 w 1284288"/>
                <a:gd name="connsiteY117" fmla="*/ 4224051 h 4615039"/>
                <a:gd name="connsiteX118" fmla="*/ 961696 w 1284288"/>
                <a:gd name="connsiteY118" fmla="*/ 4060796 h 4615039"/>
                <a:gd name="connsiteX119" fmla="*/ 880754 w 1284288"/>
                <a:gd name="connsiteY119" fmla="*/ 3831689 h 4615039"/>
                <a:gd name="connsiteX120" fmla="*/ 814903 w 1284288"/>
                <a:gd name="connsiteY120" fmla="*/ 3554568 h 4615039"/>
                <a:gd name="connsiteX121" fmla="*/ 798440 w 1284288"/>
                <a:gd name="connsiteY121" fmla="*/ 3473627 h 4615039"/>
                <a:gd name="connsiteX122" fmla="*/ 798440 w 1284288"/>
                <a:gd name="connsiteY122" fmla="*/ 3391313 h 4615039"/>
                <a:gd name="connsiteX123" fmla="*/ 814903 w 1284288"/>
                <a:gd name="connsiteY123" fmla="*/ 3212967 h 4615039"/>
                <a:gd name="connsiteX124" fmla="*/ 798440 w 1284288"/>
                <a:gd name="connsiteY124" fmla="*/ 2952308 h 4615039"/>
                <a:gd name="connsiteX125" fmla="*/ 537781 w 1284288"/>
                <a:gd name="connsiteY125" fmla="*/ 2869995 h 4615039"/>
                <a:gd name="connsiteX126" fmla="*/ 603632 w 1284288"/>
                <a:gd name="connsiteY126" fmla="*/ 2527022 h 4615039"/>
                <a:gd name="connsiteX127" fmla="*/ 651648 w 1284288"/>
                <a:gd name="connsiteY127" fmla="*/ 2201884 h 4615039"/>
                <a:gd name="connsiteX128" fmla="*/ 651648 w 1284288"/>
                <a:gd name="connsiteY128" fmla="*/ 2201882 h 4615039"/>
                <a:gd name="connsiteX129" fmla="*/ 668111 w 1284288"/>
                <a:gd name="connsiteY129" fmla="*/ 2103108 h 4615039"/>
                <a:gd name="connsiteX130" fmla="*/ 701036 w 1284288"/>
                <a:gd name="connsiteY130" fmla="*/ 1941225 h 4615039"/>
                <a:gd name="connsiteX131" fmla="*/ 717499 w 1284288"/>
                <a:gd name="connsiteY131" fmla="*/ 1825986 h 4615039"/>
                <a:gd name="connsiteX132" fmla="*/ 798440 w 1284288"/>
                <a:gd name="connsiteY132" fmla="*/ 1712120 h 4615039"/>
                <a:gd name="connsiteX133" fmla="*/ 374527 w 1284288"/>
                <a:gd name="connsiteY133" fmla="*/ 1695657 h 4615039"/>
                <a:gd name="connsiteX134" fmla="*/ 358064 w 1284288"/>
                <a:gd name="connsiteY134" fmla="*/ 1662732 h 4615039"/>
                <a:gd name="connsiteX135" fmla="*/ 326510 w 1284288"/>
                <a:gd name="connsiteY135" fmla="*/ 1565328 h 4615039"/>
                <a:gd name="connsiteX136" fmla="*/ 293585 w 1284288"/>
                <a:gd name="connsiteY136" fmla="*/ 1532402 h 4615039"/>
                <a:gd name="connsiteX137" fmla="*/ 212644 w 1284288"/>
                <a:gd name="connsiteY137" fmla="*/ 1515939 h 4615039"/>
                <a:gd name="connsiteX138" fmla="*/ 113868 w 1284288"/>
                <a:gd name="connsiteY138" fmla="*/ 1467923 h 4615039"/>
                <a:gd name="connsiteX139" fmla="*/ 97405 w 1284288"/>
                <a:gd name="connsiteY139" fmla="*/ 1467923 h 4615039"/>
                <a:gd name="connsiteX140" fmla="*/ 97405 w 1284288"/>
                <a:gd name="connsiteY140" fmla="*/ 1451461 h 4615039"/>
                <a:gd name="connsiteX141" fmla="*/ 179718 w 1284288"/>
                <a:gd name="connsiteY141" fmla="*/ 1370519 h 4615039"/>
                <a:gd name="connsiteX142" fmla="*/ 227734 w 1284288"/>
                <a:gd name="connsiteY142" fmla="*/ 1418535 h 4615039"/>
                <a:gd name="connsiteX143" fmla="*/ 260659 w 1284288"/>
                <a:gd name="connsiteY143" fmla="*/ 1418535 h 4615039"/>
                <a:gd name="connsiteX144" fmla="*/ 277122 w 1284288"/>
                <a:gd name="connsiteY144" fmla="*/ 1434998 h 4615039"/>
                <a:gd name="connsiteX145" fmla="*/ 277122 w 1284288"/>
                <a:gd name="connsiteY145" fmla="*/ 1418535 h 4615039"/>
                <a:gd name="connsiteX146" fmla="*/ 277122 w 1284288"/>
                <a:gd name="connsiteY146" fmla="*/ 1402073 h 4615039"/>
                <a:gd name="connsiteX147" fmla="*/ 212644 w 1284288"/>
                <a:gd name="connsiteY147" fmla="*/ 1354056 h 4615039"/>
                <a:gd name="connsiteX148" fmla="*/ 277122 w 1284288"/>
                <a:gd name="connsiteY148" fmla="*/ 1271743 h 4615039"/>
                <a:gd name="connsiteX149" fmla="*/ 277122 w 1284288"/>
                <a:gd name="connsiteY149" fmla="*/ 1337593 h 4615039"/>
                <a:gd name="connsiteX150" fmla="*/ 587170 w 1284288"/>
                <a:gd name="connsiteY150" fmla="*/ 1402073 h 4615039"/>
                <a:gd name="connsiteX151" fmla="*/ 620094 w 1284288"/>
                <a:gd name="connsiteY151" fmla="*/ 1385611 h 4615039"/>
                <a:gd name="connsiteX152" fmla="*/ 620095 w 1284288"/>
                <a:gd name="connsiteY152" fmla="*/ 1385610 h 4615039"/>
                <a:gd name="connsiteX153" fmla="*/ 684574 w 1284288"/>
                <a:gd name="connsiteY153" fmla="*/ 1370519 h 4615039"/>
                <a:gd name="connsiteX154" fmla="*/ 717499 w 1284288"/>
                <a:gd name="connsiteY154" fmla="*/ 1354056 h 4615039"/>
                <a:gd name="connsiteX155" fmla="*/ 750425 w 1284288"/>
                <a:gd name="connsiteY155" fmla="*/ 1354056 h 4615039"/>
                <a:gd name="connsiteX156" fmla="*/ 798440 w 1284288"/>
                <a:gd name="connsiteY156" fmla="*/ 1370519 h 4615039"/>
                <a:gd name="connsiteX157" fmla="*/ 766887 w 1284288"/>
                <a:gd name="connsiteY157" fmla="*/ 1027546 h 4615039"/>
                <a:gd name="connsiteX158" fmla="*/ 766887 w 1284288"/>
                <a:gd name="connsiteY158" fmla="*/ 994621 h 4615039"/>
                <a:gd name="connsiteX159" fmla="*/ 783350 w 1284288"/>
                <a:gd name="connsiteY159" fmla="*/ 930142 h 4615039"/>
                <a:gd name="connsiteX160" fmla="*/ 847829 w 1284288"/>
                <a:gd name="connsiteY160" fmla="*/ 880754 h 4615039"/>
                <a:gd name="connsiteX161" fmla="*/ 913680 w 1284288"/>
                <a:gd name="connsiteY161" fmla="*/ 847828 h 4615039"/>
                <a:gd name="connsiteX162" fmla="*/ 1060473 w 1284288"/>
                <a:gd name="connsiteY162" fmla="*/ 717499 h 4615039"/>
                <a:gd name="connsiteX163" fmla="*/ 1092026 w 1284288"/>
                <a:gd name="connsiteY163" fmla="*/ 668111 h 4615039"/>
                <a:gd name="connsiteX164" fmla="*/ 1124951 w 1284288"/>
                <a:gd name="connsiteY164" fmla="*/ 636557 h 4615039"/>
                <a:gd name="connsiteX165" fmla="*/ 1124951 w 1284288"/>
                <a:gd name="connsiteY165" fmla="*/ 620094 h 4615039"/>
                <a:gd name="connsiteX166" fmla="*/ 1141414 w 1284288"/>
                <a:gd name="connsiteY166" fmla="*/ 603632 h 4615039"/>
                <a:gd name="connsiteX167" fmla="*/ 1124951 w 1284288"/>
                <a:gd name="connsiteY167" fmla="*/ 570706 h 4615039"/>
                <a:gd name="connsiteX168" fmla="*/ 1108488 w 1284288"/>
                <a:gd name="connsiteY168" fmla="*/ 521318 h 4615039"/>
                <a:gd name="connsiteX169" fmla="*/ 1075563 w 1284288"/>
                <a:gd name="connsiteY169" fmla="*/ 504856 h 4615039"/>
                <a:gd name="connsiteX170" fmla="*/ 1075563 w 1284288"/>
                <a:gd name="connsiteY170" fmla="*/ 537781 h 4615039"/>
                <a:gd name="connsiteX171" fmla="*/ 1060473 w 1284288"/>
                <a:gd name="connsiteY171" fmla="*/ 570706 h 4615039"/>
                <a:gd name="connsiteX172" fmla="*/ 1060473 w 1284288"/>
                <a:gd name="connsiteY172" fmla="*/ 620094 h 4615039"/>
                <a:gd name="connsiteX173" fmla="*/ 1060473 w 1284288"/>
                <a:gd name="connsiteY173" fmla="*/ 684574 h 4615039"/>
                <a:gd name="connsiteX174" fmla="*/ 1027547 w 1284288"/>
                <a:gd name="connsiteY174" fmla="*/ 717499 h 4615039"/>
                <a:gd name="connsiteX175" fmla="*/ 994622 w 1284288"/>
                <a:gd name="connsiteY175" fmla="*/ 750424 h 4615039"/>
                <a:gd name="connsiteX176" fmla="*/ 945233 w 1284288"/>
                <a:gd name="connsiteY176" fmla="*/ 783350 h 4615039"/>
                <a:gd name="connsiteX177" fmla="*/ 897217 w 1284288"/>
                <a:gd name="connsiteY177" fmla="*/ 798440 h 4615039"/>
                <a:gd name="connsiteX178" fmla="*/ 880755 w 1284288"/>
                <a:gd name="connsiteY178" fmla="*/ 668111 h 4615039"/>
                <a:gd name="connsiteX179" fmla="*/ 897217 w 1284288"/>
                <a:gd name="connsiteY179" fmla="*/ 603632 h 4615039"/>
                <a:gd name="connsiteX180" fmla="*/ 913680 w 1284288"/>
                <a:gd name="connsiteY180" fmla="*/ 570706 h 4615039"/>
                <a:gd name="connsiteX181" fmla="*/ 945233 w 1284288"/>
                <a:gd name="connsiteY181" fmla="*/ 554244 h 4615039"/>
                <a:gd name="connsiteX182" fmla="*/ 978159 w 1284288"/>
                <a:gd name="connsiteY182" fmla="*/ 521318 h 4615039"/>
                <a:gd name="connsiteX183" fmla="*/ 978159 w 1284288"/>
                <a:gd name="connsiteY183" fmla="*/ 489765 h 4615039"/>
                <a:gd name="connsiteX184" fmla="*/ 945233 w 1284288"/>
                <a:gd name="connsiteY184" fmla="*/ 473303 h 4615039"/>
                <a:gd name="connsiteX185" fmla="*/ 928770 w 1284288"/>
                <a:gd name="connsiteY185" fmla="*/ 504856 h 4615039"/>
                <a:gd name="connsiteX186" fmla="*/ 913680 w 1284288"/>
                <a:gd name="connsiteY186" fmla="*/ 456840 h 4615039"/>
                <a:gd name="connsiteX187" fmla="*/ 913680 w 1284288"/>
                <a:gd name="connsiteY187" fmla="*/ 374527 h 4615039"/>
                <a:gd name="connsiteX188" fmla="*/ 913680 w 1284288"/>
                <a:gd name="connsiteY188" fmla="*/ 326510 h 4615039"/>
                <a:gd name="connsiteX189" fmla="*/ 880755 w 1284288"/>
                <a:gd name="connsiteY189" fmla="*/ 359435 h 4615039"/>
                <a:gd name="connsiteX190" fmla="*/ 847829 w 1284288"/>
                <a:gd name="connsiteY190" fmla="*/ 390989 h 4615039"/>
                <a:gd name="connsiteX191" fmla="*/ 814904 w 1284288"/>
                <a:gd name="connsiteY191" fmla="*/ 440377 h 4615039"/>
                <a:gd name="connsiteX192" fmla="*/ 847829 w 1284288"/>
                <a:gd name="connsiteY192" fmla="*/ 359435 h 4615039"/>
                <a:gd name="connsiteX193" fmla="*/ 880755 w 1284288"/>
                <a:gd name="connsiteY193" fmla="*/ 260659 h 4615039"/>
                <a:gd name="connsiteX194" fmla="*/ 897217 w 1284288"/>
                <a:gd name="connsiteY194" fmla="*/ 227734 h 4615039"/>
                <a:gd name="connsiteX195" fmla="*/ 913680 w 1284288"/>
                <a:gd name="connsiteY195" fmla="*/ 212644 h 4615039"/>
                <a:gd name="connsiteX196" fmla="*/ 913680 w 1284288"/>
                <a:gd name="connsiteY196" fmla="*/ 196181 h 4615039"/>
                <a:gd name="connsiteX197" fmla="*/ 897217 w 1284288"/>
                <a:gd name="connsiteY197" fmla="*/ 196181 h 4615039"/>
                <a:gd name="connsiteX198" fmla="*/ 847829 w 1284288"/>
                <a:gd name="connsiteY198" fmla="*/ 196181 h 4615039"/>
                <a:gd name="connsiteX199" fmla="*/ 897217 w 1284288"/>
                <a:gd name="connsiteY199" fmla="*/ 163256 h 4615039"/>
                <a:gd name="connsiteX200" fmla="*/ 945233 w 1284288"/>
                <a:gd name="connsiteY200" fmla="*/ 146793 h 4615039"/>
                <a:gd name="connsiteX201" fmla="*/ 978159 w 1284288"/>
                <a:gd name="connsiteY201" fmla="*/ 146793 h 4615039"/>
                <a:gd name="connsiteX202" fmla="*/ 1011085 w 1284288"/>
                <a:gd name="connsiteY202" fmla="*/ 179718 h 4615039"/>
                <a:gd name="connsiteX203" fmla="*/ 1060473 w 1284288"/>
                <a:gd name="connsiteY203" fmla="*/ 97405 h 4615039"/>
                <a:gd name="connsiteX204" fmla="*/ 1108488 w 1284288"/>
                <a:gd name="connsiteY204" fmla="*/ 65851 h 4615039"/>
                <a:gd name="connsiteX205" fmla="*/ 1157876 w 1284288"/>
                <a:gd name="connsiteY205" fmla="*/ 49388 h 4615039"/>
                <a:gd name="connsiteX206" fmla="*/ 1174339 w 1284288"/>
                <a:gd name="connsiteY206" fmla="*/ 32926 h 4615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284288" h="4615039">
                  <a:moveTo>
                    <a:pt x="504857" y="1500849"/>
                  </a:moveTo>
                  <a:lnTo>
                    <a:pt x="717499" y="1565327"/>
                  </a:lnTo>
                  <a:lnTo>
                    <a:pt x="814904" y="1598253"/>
                  </a:lnTo>
                  <a:lnTo>
                    <a:pt x="831366" y="1598253"/>
                  </a:lnTo>
                  <a:lnTo>
                    <a:pt x="847829" y="1581790"/>
                  </a:lnTo>
                  <a:lnTo>
                    <a:pt x="847829" y="1565327"/>
                  </a:lnTo>
                  <a:lnTo>
                    <a:pt x="847829" y="1548864"/>
                  </a:lnTo>
                  <a:lnTo>
                    <a:pt x="733962" y="1548864"/>
                  </a:lnTo>
                  <a:close/>
                  <a:moveTo>
                    <a:pt x="913680" y="1044009"/>
                  </a:moveTo>
                  <a:lnTo>
                    <a:pt x="897217" y="1157875"/>
                  </a:lnTo>
                  <a:lnTo>
                    <a:pt x="913680" y="1255280"/>
                  </a:lnTo>
                  <a:lnTo>
                    <a:pt x="928770" y="1288205"/>
                  </a:lnTo>
                  <a:lnTo>
                    <a:pt x="961696" y="1337593"/>
                  </a:lnTo>
                  <a:lnTo>
                    <a:pt x="961696" y="1337594"/>
                  </a:lnTo>
                  <a:lnTo>
                    <a:pt x="978158" y="1370519"/>
                  </a:lnTo>
                  <a:lnTo>
                    <a:pt x="1044009" y="1370519"/>
                  </a:lnTo>
                  <a:lnTo>
                    <a:pt x="1027546" y="1354056"/>
                  </a:lnTo>
                  <a:lnTo>
                    <a:pt x="978158" y="1288205"/>
                  </a:lnTo>
                  <a:lnTo>
                    <a:pt x="978158" y="1288205"/>
                  </a:lnTo>
                  <a:lnTo>
                    <a:pt x="945233" y="1238817"/>
                  </a:lnTo>
                  <a:lnTo>
                    <a:pt x="928770" y="1190801"/>
                  </a:lnTo>
                  <a:lnTo>
                    <a:pt x="913680" y="1076934"/>
                  </a:lnTo>
                  <a:close/>
                  <a:moveTo>
                    <a:pt x="897216" y="798440"/>
                  </a:moveTo>
                  <a:lnTo>
                    <a:pt x="897216" y="831366"/>
                  </a:lnTo>
                  <a:lnTo>
                    <a:pt x="880754" y="814903"/>
                  </a:lnTo>
                  <a:close/>
                  <a:moveTo>
                    <a:pt x="227734" y="636557"/>
                  </a:moveTo>
                  <a:lnTo>
                    <a:pt x="260659" y="636557"/>
                  </a:lnTo>
                  <a:lnTo>
                    <a:pt x="277122" y="1271743"/>
                  </a:lnTo>
                  <a:lnTo>
                    <a:pt x="212643" y="1354056"/>
                  </a:lnTo>
                  <a:lnTo>
                    <a:pt x="179717" y="1321131"/>
                  </a:lnTo>
                  <a:lnTo>
                    <a:pt x="146792" y="1190801"/>
                  </a:lnTo>
                  <a:lnTo>
                    <a:pt x="130329" y="1174338"/>
                  </a:lnTo>
                  <a:lnTo>
                    <a:pt x="113867" y="1157875"/>
                  </a:lnTo>
                  <a:lnTo>
                    <a:pt x="97404" y="1157875"/>
                  </a:lnTo>
                  <a:lnTo>
                    <a:pt x="80941" y="1174338"/>
                  </a:lnTo>
                  <a:lnTo>
                    <a:pt x="80941" y="1190801"/>
                  </a:lnTo>
                  <a:lnTo>
                    <a:pt x="113867" y="1223726"/>
                  </a:lnTo>
                  <a:lnTo>
                    <a:pt x="130329" y="1238817"/>
                  </a:lnTo>
                  <a:lnTo>
                    <a:pt x="163255" y="1321131"/>
                  </a:lnTo>
                  <a:lnTo>
                    <a:pt x="179717" y="1370519"/>
                  </a:lnTo>
                  <a:lnTo>
                    <a:pt x="97404" y="1451460"/>
                  </a:lnTo>
                  <a:lnTo>
                    <a:pt x="80941" y="1385609"/>
                  </a:lnTo>
                  <a:lnTo>
                    <a:pt x="49388" y="1385609"/>
                  </a:lnTo>
                  <a:lnTo>
                    <a:pt x="0" y="684574"/>
                  </a:lnTo>
                  <a:close/>
                  <a:moveTo>
                    <a:pt x="1174339" y="0"/>
                  </a:moveTo>
                  <a:lnTo>
                    <a:pt x="1284288" y="0"/>
                  </a:lnTo>
                  <a:lnTo>
                    <a:pt x="1284288" y="917031"/>
                  </a:lnTo>
                  <a:lnTo>
                    <a:pt x="1255280" y="945233"/>
                  </a:lnTo>
                  <a:lnTo>
                    <a:pt x="1222355" y="1011084"/>
                  </a:lnTo>
                  <a:lnTo>
                    <a:pt x="1124950" y="897217"/>
                  </a:lnTo>
                  <a:lnTo>
                    <a:pt x="1124951" y="897216"/>
                  </a:lnTo>
                  <a:lnTo>
                    <a:pt x="1108488" y="880754"/>
                  </a:lnTo>
                  <a:lnTo>
                    <a:pt x="1092026" y="847828"/>
                  </a:lnTo>
                  <a:lnTo>
                    <a:pt x="1092026" y="798440"/>
                  </a:lnTo>
                  <a:lnTo>
                    <a:pt x="1124951" y="733962"/>
                  </a:lnTo>
                  <a:lnTo>
                    <a:pt x="1157876" y="651648"/>
                  </a:lnTo>
                  <a:lnTo>
                    <a:pt x="1124951" y="701036"/>
                  </a:lnTo>
                  <a:lnTo>
                    <a:pt x="1075563" y="750424"/>
                  </a:lnTo>
                  <a:lnTo>
                    <a:pt x="1060473" y="814903"/>
                  </a:lnTo>
                  <a:lnTo>
                    <a:pt x="1060473" y="847828"/>
                  </a:lnTo>
                  <a:lnTo>
                    <a:pt x="1060473" y="880754"/>
                  </a:lnTo>
                  <a:lnTo>
                    <a:pt x="1092026" y="945233"/>
                  </a:lnTo>
                  <a:lnTo>
                    <a:pt x="1207264" y="1060472"/>
                  </a:lnTo>
                  <a:lnTo>
                    <a:pt x="1284288" y="990628"/>
                  </a:lnTo>
                  <a:lnTo>
                    <a:pt x="1284288" y="1385609"/>
                  </a:lnTo>
                  <a:lnTo>
                    <a:pt x="1207264" y="1385609"/>
                  </a:lnTo>
                  <a:lnTo>
                    <a:pt x="1124951" y="1385609"/>
                  </a:lnTo>
                  <a:lnTo>
                    <a:pt x="1284288" y="1397945"/>
                  </a:lnTo>
                  <a:lnTo>
                    <a:pt x="1284288" y="1650875"/>
                  </a:lnTo>
                  <a:lnTo>
                    <a:pt x="961696" y="1679194"/>
                  </a:lnTo>
                  <a:lnTo>
                    <a:pt x="961696" y="1532402"/>
                  </a:lnTo>
                  <a:lnTo>
                    <a:pt x="928770" y="1712120"/>
                  </a:lnTo>
                  <a:lnTo>
                    <a:pt x="978158" y="1712120"/>
                  </a:lnTo>
                  <a:lnTo>
                    <a:pt x="1027546" y="1712120"/>
                  </a:lnTo>
                  <a:lnTo>
                    <a:pt x="1092026" y="1712120"/>
                  </a:lnTo>
                  <a:lnTo>
                    <a:pt x="1284288" y="1670674"/>
                  </a:lnTo>
                  <a:lnTo>
                    <a:pt x="1284288" y="1941225"/>
                  </a:lnTo>
                  <a:lnTo>
                    <a:pt x="1238818" y="1941225"/>
                  </a:lnTo>
                  <a:lnTo>
                    <a:pt x="1157876" y="1941225"/>
                  </a:lnTo>
                  <a:lnTo>
                    <a:pt x="978158" y="1908300"/>
                  </a:lnTo>
                  <a:lnTo>
                    <a:pt x="783350" y="1842449"/>
                  </a:lnTo>
                  <a:lnTo>
                    <a:pt x="978158" y="1941225"/>
                  </a:lnTo>
                  <a:lnTo>
                    <a:pt x="1222355" y="1989242"/>
                  </a:lnTo>
                  <a:lnTo>
                    <a:pt x="1284288" y="1976855"/>
                  </a:lnTo>
                  <a:lnTo>
                    <a:pt x="1284288" y="2424906"/>
                  </a:lnTo>
                  <a:lnTo>
                    <a:pt x="1255280" y="2511931"/>
                  </a:lnTo>
                  <a:lnTo>
                    <a:pt x="1207264" y="2935846"/>
                  </a:lnTo>
                  <a:lnTo>
                    <a:pt x="1238817" y="2902920"/>
                  </a:lnTo>
                  <a:lnTo>
                    <a:pt x="1255280" y="2886458"/>
                  </a:lnTo>
                  <a:lnTo>
                    <a:pt x="1255280" y="2853532"/>
                  </a:lnTo>
                  <a:lnTo>
                    <a:pt x="1271743" y="2625799"/>
                  </a:lnTo>
                  <a:lnTo>
                    <a:pt x="1284288" y="2563070"/>
                  </a:lnTo>
                  <a:lnTo>
                    <a:pt x="1284288" y="3000324"/>
                  </a:lnTo>
                  <a:lnTo>
                    <a:pt x="1255280" y="3000324"/>
                  </a:lnTo>
                  <a:lnTo>
                    <a:pt x="1207264" y="3000324"/>
                  </a:lnTo>
                  <a:lnTo>
                    <a:pt x="1190802" y="3066175"/>
                  </a:lnTo>
                  <a:lnTo>
                    <a:pt x="1108488" y="3016787"/>
                  </a:lnTo>
                  <a:lnTo>
                    <a:pt x="1108488" y="3114191"/>
                  </a:lnTo>
                  <a:lnTo>
                    <a:pt x="1092026" y="3260983"/>
                  </a:lnTo>
                  <a:lnTo>
                    <a:pt x="1092026" y="3424239"/>
                  </a:lnTo>
                  <a:lnTo>
                    <a:pt x="1075563" y="3684898"/>
                  </a:lnTo>
                  <a:lnTo>
                    <a:pt x="1075563" y="4027870"/>
                  </a:lnTo>
                  <a:lnTo>
                    <a:pt x="1092026" y="4060796"/>
                  </a:lnTo>
                  <a:lnTo>
                    <a:pt x="1108488" y="4093721"/>
                  </a:lnTo>
                  <a:lnTo>
                    <a:pt x="1108488" y="4125275"/>
                  </a:lnTo>
                  <a:lnTo>
                    <a:pt x="1124951" y="4272067"/>
                  </a:lnTo>
                  <a:lnTo>
                    <a:pt x="1157876" y="4402397"/>
                  </a:lnTo>
                  <a:lnTo>
                    <a:pt x="1174339" y="4418859"/>
                  </a:lnTo>
                  <a:lnTo>
                    <a:pt x="1174339" y="4484710"/>
                  </a:lnTo>
                  <a:lnTo>
                    <a:pt x="1190802" y="4534098"/>
                  </a:lnTo>
                  <a:lnTo>
                    <a:pt x="1207264" y="4565651"/>
                  </a:lnTo>
                  <a:lnTo>
                    <a:pt x="1190802" y="4582114"/>
                  </a:lnTo>
                  <a:lnTo>
                    <a:pt x="1157876" y="4615039"/>
                  </a:lnTo>
                  <a:lnTo>
                    <a:pt x="1075563" y="4615039"/>
                  </a:lnTo>
                  <a:lnTo>
                    <a:pt x="1027546" y="4582114"/>
                  </a:lnTo>
                  <a:lnTo>
                    <a:pt x="978158" y="4549189"/>
                  </a:lnTo>
                  <a:lnTo>
                    <a:pt x="961696" y="4501173"/>
                  </a:lnTo>
                  <a:lnTo>
                    <a:pt x="945233" y="4224051"/>
                  </a:lnTo>
                  <a:lnTo>
                    <a:pt x="961696" y="4060796"/>
                  </a:lnTo>
                  <a:lnTo>
                    <a:pt x="880754" y="3831689"/>
                  </a:lnTo>
                  <a:lnTo>
                    <a:pt x="814903" y="3554568"/>
                  </a:lnTo>
                  <a:lnTo>
                    <a:pt x="798440" y="3473627"/>
                  </a:lnTo>
                  <a:lnTo>
                    <a:pt x="798440" y="3391313"/>
                  </a:lnTo>
                  <a:lnTo>
                    <a:pt x="814903" y="3212967"/>
                  </a:lnTo>
                  <a:lnTo>
                    <a:pt x="798440" y="2952308"/>
                  </a:lnTo>
                  <a:lnTo>
                    <a:pt x="537781" y="2869995"/>
                  </a:lnTo>
                  <a:lnTo>
                    <a:pt x="603632" y="2527022"/>
                  </a:lnTo>
                  <a:lnTo>
                    <a:pt x="651648" y="2201884"/>
                  </a:lnTo>
                  <a:lnTo>
                    <a:pt x="651648" y="2201882"/>
                  </a:lnTo>
                  <a:lnTo>
                    <a:pt x="668111" y="2103108"/>
                  </a:lnTo>
                  <a:lnTo>
                    <a:pt x="701036" y="1941225"/>
                  </a:lnTo>
                  <a:lnTo>
                    <a:pt x="717499" y="1825986"/>
                  </a:lnTo>
                  <a:lnTo>
                    <a:pt x="798440" y="1712120"/>
                  </a:lnTo>
                  <a:lnTo>
                    <a:pt x="374527" y="1695657"/>
                  </a:lnTo>
                  <a:lnTo>
                    <a:pt x="358064" y="1662732"/>
                  </a:lnTo>
                  <a:lnTo>
                    <a:pt x="326510" y="1565328"/>
                  </a:lnTo>
                  <a:lnTo>
                    <a:pt x="293585" y="1532402"/>
                  </a:lnTo>
                  <a:lnTo>
                    <a:pt x="212644" y="1515939"/>
                  </a:lnTo>
                  <a:lnTo>
                    <a:pt x="113868" y="1467923"/>
                  </a:lnTo>
                  <a:lnTo>
                    <a:pt x="97405" y="1467923"/>
                  </a:lnTo>
                  <a:lnTo>
                    <a:pt x="97405" y="1451461"/>
                  </a:lnTo>
                  <a:lnTo>
                    <a:pt x="179718" y="1370519"/>
                  </a:lnTo>
                  <a:lnTo>
                    <a:pt x="227734" y="1418535"/>
                  </a:lnTo>
                  <a:lnTo>
                    <a:pt x="260659" y="1418535"/>
                  </a:lnTo>
                  <a:lnTo>
                    <a:pt x="277122" y="1434998"/>
                  </a:lnTo>
                  <a:lnTo>
                    <a:pt x="277122" y="1418535"/>
                  </a:lnTo>
                  <a:lnTo>
                    <a:pt x="277122" y="1402073"/>
                  </a:lnTo>
                  <a:lnTo>
                    <a:pt x="212644" y="1354056"/>
                  </a:lnTo>
                  <a:lnTo>
                    <a:pt x="277122" y="1271743"/>
                  </a:lnTo>
                  <a:lnTo>
                    <a:pt x="277122" y="1337593"/>
                  </a:lnTo>
                  <a:lnTo>
                    <a:pt x="587170" y="1402073"/>
                  </a:lnTo>
                  <a:lnTo>
                    <a:pt x="620094" y="1385611"/>
                  </a:lnTo>
                  <a:lnTo>
                    <a:pt x="620095" y="1385610"/>
                  </a:lnTo>
                  <a:lnTo>
                    <a:pt x="684574" y="1370519"/>
                  </a:lnTo>
                  <a:lnTo>
                    <a:pt x="717499" y="1354056"/>
                  </a:lnTo>
                  <a:lnTo>
                    <a:pt x="750425" y="1354056"/>
                  </a:lnTo>
                  <a:lnTo>
                    <a:pt x="798440" y="1370519"/>
                  </a:lnTo>
                  <a:lnTo>
                    <a:pt x="766887" y="1027546"/>
                  </a:lnTo>
                  <a:lnTo>
                    <a:pt x="766887" y="994621"/>
                  </a:lnTo>
                  <a:lnTo>
                    <a:pt x="783350" y="930142"/>
                  </a:lnTo>
                  <a:lnTo>
                    <a:pt x="847829" y="880754"/>
                  </a:lnTo>
                  <a:lnTo>
                    <a:pt x="913680" y="847828"/>
                  </a:lnTo>
                  <a:lnTo>
                    <a:pt x="1060473" y="717499"/>
                  </a:lnTo>
                  <a:lnTo>
                    <a:pt x="1092026" y="668111"/>
                  </a:lnTo>
                  <a:lnTo>
                    <a:pt x="1124951" y="636557"/>
                  </a:lnTo>
                  <a:lnTo>
                    <a:pt x="1124951" y="620094"/>
                  </a:lnTo>
                  <a:lnTo>
                    <a:pt x="1141414" y="603632"/>
                  </a:lnTo>
                  <a:lnTo>
                    <a:pt x="1124951" y="570706"/>
                  </a:lnTo>
                  <a:lnTo>
                    <a:pt x="1108488" y="521318"/>
                  </a:lnTo>
                  <a:lnTo>
                    <a:pt x="1075563" y="504856"/>
                  </a:lnTo>
                  <a:lnTo>
                    <a:pt x="1075563" y="537781"/>
                  </a:lnTo>
                  <a:lnTo>
                    <a:pt x="1060473" y="570706"/>
                  </a:lnTo>
                  <a:lnTo>
                    <a:pt x="1060473" y="620094"/>
                  </a:lnTo>
                  <a:lnTo>
                    <a:pt x="1060473" y="684574"/>
                  </a:lnTo>
                  <a:lnTo>
                    <a:pt x="1027547" y="717499"/>
                  </a:lnTo>
                  <a:lnTo>
                    <a:pt x="994622" y="750424"/>
                  </a:lnTo>
                  <a:lnTo>
                    <a:pt x="945233" y="783350"/>
                  </a:lnTo>
                  <a:lnTo>
                    <a:pt x="897217" y="798440"/>
                  </a:lnTo>
                  <a:lnTo>
                    <a:pt x="880755" y="668111"/>
                  </a:lnTo>
                  <a:lnTo>
                    <a:pt x="897217" y="603632"/>
                  </a:lnTo>
                  <a:lnTo>
                    <a:pt x="913680" y="570706"/>
                  </a:lnTo>
                  <a:lnTo>
                    <a:pt x="945233" y="554244"/>
                  </a:lnTo>
                  <a:lnTo>
                    <a:pt x="978159" y="521318"/>
                  </a:lnTo>
                  <a:lnTo>
                    <a:pt x="978159" y="489765"/>
                  </a:lnTo>
                  <a:lnTo>
                    <a:pt x="945233" y="473303"/>
                  </a:lnTo>
                  <a:lnTo>
                    <a:pt x="928770" y="504856"/>
                  </a:lnTo>
                  <a:lnTo>
                    <a:pt x="913680" y="456840"/>
                  </a:lnTo>
                  <a:lnTo>
                    <a:pt x="913680" y="374527"/>
                  </a:lnTo>
                  <a:lnTo>
                    <a:pt x="913680" y="326510"/>
                  </a:lnTo>
                  <a:lnTo>
                    <a:pt x="880755" y="359435"/>
                  </a:lnTo>
                  <a:lnTo>
                    <a:pt x="847829" y="390989"/>
                  </a:lnTo>
                  <a:lnTo>
                    <a:pt x="814904" y="440377"/>
                  </a:lnTo>
                  <a:lnTo>
                    <a:pt x="847829" y="359435"/>
                  </a:lnTo>
                  <a:lnTo>
                    <a:pt x="880755" y="260659"/>
                  </a:lnTo>
                  <a:lnTo>
                    <a:pt x="897217" y="227734"/>
                  </a:lnTo>
                  <a:lnTo>
                    <a:pt x="913680" y="212644"/>
                  </a:lnTo>
                  <a:lnTo>
                    <a:pt x="913680" y="196181"/>
                  </a:lnTo>
                  <a:lnTo>
                    <a:pt x="897217" y="196181"/>
                  </a:lnTo>
                  <a:lnTo>
                    <a:pt x="847829" y="196181"/>
                  </a:lnTo>
                  <a:lnTo>
                    <a:pt x="897217" y="163256"/>
                  </a:lnTo>
                  <a:lnTo>
                    <a:pt x="945233" y="146793"/>
                  </a:lnTo>
                  <a:lnTo>
                    <a:pt x="978159" y="146793"/>
                  </a:lnTo>
                  <a:lnTo>
                    <a:pt x="1011085" y="179718"/>
                  </a:lnTo>
                  <a:lnTo>
                    <a:pt x="1060473" y="97405"/>
                  </a:lnTo>
                  <a:lnTo>
                    <a:pt x="1108488" y="65851"/>
                  </a:lnTo>
                  <a:lnTo>
                    <a:pt x="1157876" y="49388"/>
                  </a:lnTo>
                  <a:lnTo>
                    <a:pt x="1174339" y="32926"/>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endParaRPr>
            </a:p>
          </p:txBody>
        </p:sp>
      </p:grpSp>
      <p:grpSp>
        <p:nvGrpSpPr>
          <p:cNvPr id="12" name="Group 11"/>
          <p:cNvGrpSpPr/>
          <p:nvPr/>
        </p:nvGrpSpPr>
        <p:grpSpPr>
          <a:xfrm>
            <a:off x="4329086" y="1868551"/>
            <a:ext cx="1293649" cy="4252686"/>
            <a:chOff x="7897842" y="1905789"/>
            <a:chExt cx="1293649" cy="4252686"/>
          </a:xfrm>
        </p:grpSpPr>
        <p:sp>
          <p:nvSpPr>
            <p:cNvPr id="13" name="Freeform 12"/>
            <p:cNvSpPr>
              <a:spLocks/>
            </p:cNvSpPr>
            <p:nvPr/>
          </p:nvSpPr>
          <p:spPr bwMode="auto">
            <a:xfrm>
              <a:off x="8544666" y="1920659"/>
              <a:ext cx="646825" cy="4237816"/>
            </a:xfrm>
            <a:custGeom>
              <a:avLst/>
              <a:gdLst>
                <a:gd name="connsiteX0" fmla="*/ 498130 w 646825"/>
                <a:gd name="connsiteY0" fmla="*/ 907041 h 4237816"/>
                <a:gd name="connsiteX1" fmla="*/ 483260 w 646825"/>
                <a:gd name="connsiteY1" fmla="*/ 936780 h 4237816"/>
                <a:gd name="connsiteX2" fmla="*/ 468391 w 646825"/>
                <a:gd name="connsiteY2" fmla="*/ 981389 h 4237816"/>
                <a:gd name="connsiteX3" fmla="*/ 455872 w 646825"/>
                <a:gd name="connsiteY3" fmla="*/ 1031477 h 4237816"/>
                <a:gd name="connsiteX4" fmla="*/ 453521 w 646825"/>
                <a:gd name="connsiteY4" fmla="*/ 1085476 h 4237816"/>
                <a:gd name="connsiteX5" fmla="*/ 438652 w 646825"/>
                <a:gd name="connsiteY5" fmla="*/ 1085476 h 4237816"/>
                <a:gd name="connsiteX6" fmla="*/ 423782 w 646825"/>
                <a:gd name="connsiteY6" fmla="*/ 1144954 h 4237816"/>
                <a:gd name="connsiteX7" fmla="*/ 394043 w 646825"/>
                <a:gd name="connsiteY7" fmla="*/ 1234171 h 4237816"/>
                <a:gd name="connsiteX8" fmla="*/ 364304 w 646825"/>
                <a:gd name="connsiteY8" fmla="*/ 1353127 h 4237816"/>
                <a:gd name="connsiteX9" fmla="*/ 394043 w 646825"/>
                <a:gd name="connsiteY9" fmla="*/ 1724865 h 4237816"/>
                <a:gd name="connsiteX10" fmla="*/ 394043 w 646825"/>
                <a:gd name="connsiteY10" fmla="*/ 2066865 h 4237816"/>
                <a:gd name="connsiteX11" fmla="*/ 408912 w 646825"/>
                <a:gd name="connsiteY11" fmla="*/ 2081734 h 4237816"/>
                <a:gd name="connsiteX12" fmla="*/ 423782 w 646825"/>
                <a:gd name="connsiteY12" fmla="*/ 2126343 h 4237816"/>
                <a:gd name="connsiteX13" fmla="*/ 438652 w 646825"/>
                <a:gd name="connsiteY13" fmla="*/ 1784343 h 4237816"/>
                <a:gd name="connsiteX14" fmla="*/ 319695 w 646825"/>
                <a:gd name="connsiteY14" fmla="*/ 728607 h 4237816"/>
                <a:gd name="connsiteX15" fmla="*/ 334565 w 646825"/>
                <a:gd name="connsiteY15" fmla="*/ 788085 h 4237816"/>
                <a:gd name="connsiteX16" fmla="*/ 349434 w 646825"/>
                <a:gd name="connsiteY16" fmla="*/ 788085 h 4237816"/>
                <a:gd name="connsiteX17" fmla="*/ 334565 w 646825"/>
                <a:gd name="connsiteY17" fmla="*/ 802954 h 4237816"/>
                <a:gd name="connsiteX18" fmla="*/ 289956 w 646825"/>
                <a:gd name="connsiteY18" fmla="*/ 802954 h 4237816"/>
                <a:gd name="connsiteX19" fmla="*/ 319695 w 646825"/>
                <a:gd name="connsiteY19" fmla="*/ 847563 h 4237816"/>
                <a:gd name="connsiteX20" fmla="*/ 364304 w 646825"/>
                <a:gd name="connsiteY20" fmla="*/ 892172 h 4237816"/>
                <a:gd name="connsiteX21" fmla="*/ 304826 w 646825"/>
                <a:gd name="connsiteY21" fmla="*/ 966519 h 4237816"/>
                <a:gd name="connsiteX22" fmla="*/ 141261 w 646825"/>
                <a:gd name="connsiteY22" fmla="*/ 1204432 h 4237816"/>
                <a:gd name="connsiteX23" fmla="*/ 185870 w 646825"/>
                <a:gd name="connsiteY23" fmla="*/ 1159823 h 4237816"/>
                <a:gd name="connsiteX24" fmla="*/ 275087 w 646825"/>
                <a:gd name="connsiteY24" fmla="*/ 1070606 h 4237816"/>
                <a:gd name="connsiteX25" fmla="*/ 394043 w 646825"/>
                <a:gd name="connsiteY25" fmla="*/ 921911 h 4237816"/>
                <a:gd name="connsiteX26" fmla="*/ 364304 w 646825"/>
                <a:gd name="connsiteY26" fmla="*/ 832693 h 4237816"/>
                <a:gd name="connsiteX27" fmla="*/ 394043 w 646825"/>
                <a:gd name="connsiteY27" fmla="*/ 788085 h 4237816"/>
                <a:gd name="connsiteX28" fmla="*/ 349434 w 646825"/>
                <a:gd name="connsiteY28" fmla="*/ 743476 h 4237816"/>
                <a:gd name="connsiteX29" fmla="*/ 141261 w 646825"/>
                <a:gd name="connsiteY29" fmla="*/ 594781 h 4237816"/>
                <a:gd name="connsiteX30" fmla="*/ 126392 w 646825"/>
                <a:gd name="connsiteY30" fmla="*/ 624520 h 4237816"/>
                <a:gd name="connsiteX31" fmla="*/ 81783 w 646825"/>
                <a:gd name="connsiteY31" fmla="*/ 654259 h 4237816"/>
                <a:gd name="connsiteX32" fmla="*/ 37174 w 646825"/>
                <a:gd name="connsiteY32" fmla="*/ 698868 h 4237816"/>
                <a:gd name="connsiteX33" fmla="*/ 96652 w 646825"/>
                <a:gd name="connsiteY33" fmla="*/ 788085 h 4237816"/>
                <a:gd name="connsiteX34" fmla="*/ 66913 w 646825"/>
                <a:gd name="connsiteY34" fmla="*/ 1293649 h 4237816"/>
                <a:gd name="connsiteX35" fmla="*/ 96652 w 646825"/>
                <a:gd name="connsiteY35" fmla="*/ 1501822 h 4237816"/>
                <a:gd name="connsiteX36" fmla="*/ 126392 w 646825"/>
                <a:gd name="connsiteY36" fmla="*/ 1739735 h 4237816"/>
                <a:gd name="connsiteX37" fmla="*/ 126392 w 646825"/>
                <a:gd name="connsiteY37" fmla="*/ 1799213 h 4237816"/>
                <a:gd name="connsiteX38" fmla="*/ 185870 w 646825"/>
                <a:gd name="connsiteY38" fmla="*/ 2215560 h 4237816"/>
                <a:gd name="connsiteX39" fmla="*/ 275087 w 646825"/>
                <a:gd name="connsiteY39" fmla="*/ 2334516 h 4237816"/>
                <a:gd name="connsiteX40" fmla="*/ 245348 w 646825"/>
                <a:gd name="connsiteY40" fmla="*/ 2230429 h 4237816"/>
                <a:gd name="connsiteX41" fmla="*/ 200739 w 646825"/>
                <a:gd name="connsiteY41" fmla="*/ 2037126 h 4237816"/>
                <a:gd name="connsiteX42" fmla="*/ 171000 w 646825"/>
                <a:gd name="connsiteY42" fmla="*/ 1769474 h 4237816"/>
                <a:gd name="connsiteX43" fmla="*/ 156131 w 646825"/>
                <a:gd name="connsiteY43" fmla="*/ 1650518 h 4237816"/>
                <a:gd name="connsiteX44" fmla="*/ 141261 w 646825"/>
                <a:gd name="connsiteY44" fmla="*/ 1472083 h 4237816"/>
                <a:gd name="connsiteX45" fmla="*/ 111522 w 646825"/>
                <a:gd name="connsiteY45" fmla="*/ 1308518 h 4237816"/>
                <a:gd name="connsiteX46" fmla="*/ 111522 w 646825"/>
                <a:gd name="connsiteY46" fmla="*/ 1144954 h 4237816"/>
                <a:gd name="connsiteX47" fmla="*/ 111522 w 646825"/>
                <a:gd name="connsiteY47" fmla="*/ 907041 h 4237816"/>
                <a:gd name="connsiteX48" fmla="*/ 0 w 646825"/>
                <a:gd name="connsiteY48" fmla="*/ 0 h 4237816"/>
                <a:gd name="connsiteX49" fmla="*/ 7435 w 646825"/>
                <a:gd name="connsiteY49" fmla="*/ 0 h 4237816"/>
                <a:gd name="connsiteX50" fmla="*/ 52044 w 646825"/>
                <a:gd name="connsiteY50" fmla="*/ 29739 h 4237816"/>
                <a:gd name="connsiteX51" fmla="*/ 111522 w 646825"/>
                <a:gd name="connsiteY51" fmla="*/ 89217 h 4237816"/>
                <a:gd name="connsiteX52" fmla="*/ 141261 w 646825"/>
                <a:gd name="connsiteY52" fmla="*/ 237912 h 4237816"/>
                <a:gd name="connsiteX53" fmla="*/ 141261 w 646825"/>
                <a:gd name="connsiteY53" fmla="*/ 282521 h 4237816"/>
                <a:gd name="connsiteX54" fmla="*/ 156131 w 646825"/>
                <a:gd name="connsiteY54" fmla="*/ 282521 h 4237816"/>
                <a:gd name="connsiteX55" fmla="*/ 156131 w 646825"/>
                <a:gd name="connsiteY55" fmla="*/ 297390 h 4237816"/>
                <a:gd name="connsiteX56" fmla="*/ 156131 w 646825"/>
                <a:gd name="connsiteY56" fmla="*/ 356868 h 4237816"/>
                <a:gd name="connsiteX57" fmla="*/ 156131 w 646825"/>
                <a:gd name="connsiteY57" fmla="*/ 401477 h 4237816"/>
                <a:gd name="connsiteX58" fmla="*/ 141261 w 646825"/>
                <a:gd name="connsiteY58" fmla="*/ 416347 h 4237816"/>
                <a:gd name="connsiteX59" fmla="*/ 111522 w 646825"/>
                <a:gd name="connsiteY59" fmla="*/ 431216 h 4237816"/>
                <a:gd name="connsiteX60" fmla="*/ 111522 w 646825"/>
                <a:gd name="connsiteY60" fmla="*/ 490694 h 4237816"/>
                <a:gd name="connsiteX61" fmla="*/ 111522 w 646825"/>
                <a:gd name="connsiteY61" fmla="*/ 550172 h 4237816"/>
                <a:gd name="connsiteX62" fmla="*/ 141261 w 646825"/>
                <a:gd name="connsiteY62" fmla="*/ 565042 h 4237816"/>
                <a:gd name="connsiteX63" fmla="*/ 275087 w 646825"/>
                <a:gd name="connsiteY63" fmla="*/ 669129 h 4237816"/>
                <a:gd name="connsiteX64" fmla="*/ 364304 w 646825"/>
                <a:gd name="connsiteY64" fmla="*/ 698868 h 4237816"/>
                <a:gd name="connsiteX65" fmla="*/ 468391 w 646825"/>
                <a:gd name="connsiteY65" fmla="*/ 743476 h 4237816"/>
                <a:gd name="connsiteX66" fmla="*/ 572477 w 646825"/>
                <a:gd name="connsiteY66" fmla="*/ 788085 h 4237816"/>
                <a:gd name="connsiteX67" fmla="*/ 572477 w 646825"/>
                <a:gd name="connsiteY67" fmla="*/ 1011128 h 4237816"/>
                <a:gd name="connsiteX68" fmla="*/ 602216 w 646825"/>
                <a:gd name="connsiteY68" fmla="*/ 1040867 h 4237816"/>
                <a:gd name="connsiteX69" fmla="*/ 617086 w 646825"/>
                <a:gd name="connsiteY69" fmla="*/ 1353127 h 4237816"/>
                <a:gd name="connsiteX70" fmla="*/ 646825 w 646825"/>
                <a:gd name="connsiteY70" fmla="*/ 1665387 h 4237816"/>
                <a:gd name="connsiteX71" fmla="*/ 646825 w 646825"/>
                <a:gd name="connsiteY71" fmla="*/ 2170951 h 4237816"/>
                <a:gd name="connsiteX72" fmla="*/ 602216 w 646825"/>
                <a:gd name="connsiteY72" fmla="*/ 2170951 h 4237816"/>
                <a:gd name="connsiteX73" fmla="*/ 557608 w 646825"/>
                <a:gd name="connsiteY73" fmla="*/ 2215560 h 4237816"/>
                <a:gd name="connsiteX74" fmla="*/ 557608 w 646825"/>
                <a:gd name="connsiteY74" fmla="*/ 2260168 h 4237816"/>
                <a:gd name="connsiteX75" fmla="*/ 542738 w 646825"/>
                <a:gd name="connsiteY75" fmla="*/ 2304777 h 4237816"/>
                <a:gd name="connsiteX76" fmla="*/ 527869 w 646825"/>
                <a:gd name="connsiteY76" fmla="*/ 2334516 h 4237816"/>
                <a:gd name="connsiteX77" fmla="*/ 498130 w 646825"/>
                <a:gd name="connsiteY77" fmla="*/ 2379125 h 4237816"/>
                <a:gd name="connsiteX78" fmla="*/ 468391 w 646825"/>
                <a:gd name="connsiteY78" fmla="*/ 2393994 h 4237816"/>
                <a:gd name="connsiteX79" fmla="*/ 438652 w 646825"/>
                <a:gd name="connsiteY79" fmla="*/ 2393994 h 4237816"/>
                <a:gd name="connsiteX80" fmla="*/ 394043 w 646825"/>
                <a:gd name="connsiteY80" fmla="*/ 2393994 h 4237816"/>
                <a:gd name="connsiteX81" fmla="*/ 349434 w 646825"/>
                <a:gd name="connsiteY81" fmla="*/ 2453472 h 4237816"/>
                <a:gd name="connsiteX82" fmla="*/ 349434 w 646825"/>
                <a:gd name="connsiteY82" fmla="*/ 2617037 h 4237816"/>
                <a:gd name="connsiteX83" fmla="*/ 304826 w 646825"/>
                <a:gd name="connsiteY83" fmla="*/ 2914428 h 4237816"/>
                <a:gd name="connsiteX84" fmla="*/ 260217 w 646825"/>
                <a:gd name="connsiteY84" fmla="*/ 3315905 h 4237816"/>
                <a:gd name="connsiteX85" fmla="*/ 245348 w 646825"/>
                <a:gd name="connsiteY85" fmla="*/ 3330775 h 4237816"/>
                <a:gd name="connsiteX86" fmla="*/ 230478 w 646825"/>
                <a:gd name="connsiteY86" fmla="*/ 3419992 h 4237816"/>
                <a:gd name="connsiteX87" fmla="*/ 215609 w 646825"/>
                <a:gd name="connsiteY87" fmla="*/ 3613296 h 4237816"/>
                <a:gd name="connsiteX88" fmla="*/ 200739 w 646825"/>
                <a:gd name="connsiteY88" fmla="*/ 3866078 h 4237816"/>
                <a:gd name="connsiteX89" fmla="*/ 141261 w 646825"/>
                <a:gd name="connsiteY89" fmla="*/ 4059382 h 4237816"/>
                <a:gd name="connsiteX90" fmla="*/ 96652 w 646825"/>
                <a:gd name="connsiteY90" fmla="*/ 4089121 h 4237816"/>
                <a:gd name="connsiteX91" fmla="*/ 126392 w 646825"/>
                <a:gd name="connsiteY91" fmla="*/ 4193208 h 4237816"/>
                <a:gd name="connsiteX92" fmla="*/ 66913 w 646825"/>
                <a:gd name="connsiteY92" fmla="*/ 4237816 h 4237816"/>
                <a:gd name="connsiteX93" fmla="*/ 0 w 646825"/>
                <a:gd name="connsiteY93" fmla="*/ 4237816 h 4237816"/>
                <a:gd name="connsiteX94" fmla="*/ 0 w 646825"/>
                <a:gd name="connsiteY94" fmla="*/ 2743429 h 4237816"/>
                <a:gd name="connsiteX95" fmla="*/ 7435 w 646825"/>
                <a:gd name="connsiteY95" fmla="*/ 2721124 h 4237816"/>
                <a:gd name="connsiteX96" fmla="*/ 22305 w 646825"/>
                <a:gd name="connsiteY96" fmla="*/ 2631907 h 4237816"/>
                <a:gd name="connsiteX97" fmla="*/ 22305 w 646825"/>
                <a:gd name="connsiteY97" fmla="*/ 2527820 h 4237816"/>
                <a:gd name="connsiteX98" fmla="*/ 7435 w 646825"/>
                <a:gd name="connsiteY98" fmla="*/ 2349386 h 4237816"/>
                <a:gd name="connsiteX99" fmla="*/ 7435 w 646825"/>
                <a:gd name="connsiteY99" fmla="*/ 2304777 h 4237816"/>
                <a:gd name="connsiteX100" fmla="*/ 22305 w 646825"/>
                <a:gd name="connsiteY100" fmla="*/ 2289908 h 4237816"/>
                <a:gd name="connsiteX101" fmla="*/ 52044 w 646825"/>
                <a:gd name="connsiteY101" fmla="*/ 2260168 h 4237816"/>
                <a:gd name="connsiteX102" fmla="*/ 81783 w 646825"/>
                <a:gd name="connsiteY102" fmla="*/ 2245299 h 4237816"/>
                <a:gd name="connsiteX103" fmla="*/ 96652 w 646825"/>
                <a:gd name="connsiteY103" fmla="*/ 2260168 h 4237816"/>
                <a:gd name="connsiteX104" fmla="*/ 171000 w 646825"/>
                <a:gd name="connsiteY104" fmla="*/ 2260168 h 4237816"/>
                <a:gd name="connsiteX105" fmla="*/ 171000 w 646825"/>
                <a:gd name="connsiteY105" fmla="*/ 2230429 h 4237816"/>
                <a:gd name="connsiteX106" fmla="*/ 156131 w 646825"/>
                <a:gd name="connsiteY106" fmla="*/ 2215560 h 4237816"/>
                <a:gd name="connsiteX107" fmla="*/ 126392 w 646825"/>
                <a:gd name="connsiteY107" fmla="*/ 2200690 h 4237816"/>
                <a:gd name="connsiteX108" fmla="*/ 37174 w 646825"/>
                <a:gd name="connsiteY108" fmla="*/ 2230429 h 4237816"/>
                <a:gd name="connsiteX109" fmla="*/ 0 w 646825"/>
                <a:gd name="connsiteY109" fmla="*/ 2249016 h 4237816"/>
                <a:gd name="connsiteX110" fmla="*/ 0 w 646825"/>
                <a:gd name="connsiteY110" fmla="*/ 669129 h 4237816"/>
                <a:gd name="connsiteX111" fmla="*/ 7435 w 646825"/>
                <a:gd name="connsiteY111" fmla="*/ 669129 h 4237816"/>
                <a:gd name="connsiteX112" fmla="*/ 37174 w 646825"/>
                <a:gd name="connsiteY112" fmla="*/ 639390 h 4237816"/>
                <a:gd name="connsiteX113" fmla="*/ 66913 w 646825"/>
                <a:gd name="connsiteY113" fmla="*/ 609650 h 4237816"/>
                <a:gd name="connsiteX114" fmla="*/ 96652 w 646825"/>
                <a:gd name="connsiteY114" fmla="*/ 579911 h 4237816"/>
                <a:gd name="connsiteX115" fmla="*/ 66913 w 646825"/>
                <a:gd name="connsiteY115" fmla="*/ 535303 h 4237816"/>
                <a:gd name="connsiteX116" fmla="*/ 52044 w 646825"/>
                <a:gd name="connsiteY116" fmla="*/ 565042 h 4237816"/>
                <a:gd name="connsiteX117" fmla="*/ 22305 w 646825"/>
                <a:gd name="connsiteY117" fmla="*/ 594781 h 4237816"/>
                <a:gd name="connsiteX118" fmla="*/ 0 w 646825"/>
                <a:gd name="connsiteY118" fmla="*/ 605933 h 423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646825" h="4237816">
                  <a:moveTo>
                    <a:pt x="498130" y="907041"/>
                  </a:moveTo>
                  <a:lnTo>
                    <a:pt x="483260" y="936780"/>
                  </a:lnTo>
                  <a:lnTo>
                    <a:pt x="468391" y="981389"/>
                  </a:lnTo>
                  <a:lnTo>
                    <a:pt x="455872" y="1031477"/>
                  </a:lnTo>
                  <a:lnTo>
                    <a:pt x="453521" y="1085476"/>
                  </a:lnTo>
                  <a:lnTo>
                    <a:pt x="438652" y="1085476"/>
                  </a:lnTo>
                  <a:lnTo>
                    <a:pt x="423782" y="1144954"/>
                  </a:lnTo>
                  <a:lnTo>
                    <a:pt x="394043" y="1234171"/>
                  </a:lnTo>
                  <a:lnTo>
                    <a:pt x="364304" y="1353127"/>
                  </a:lnTo>
                  <a:lnTo>
                    <a:pt x="394043" y="1724865"/>
                  </a:lnTo>
                  <a:lnTo>
                    <a:pt x="394043" y="2066865"/>
                  </a:lnTo>
                  <a:lnTo>
                    <a:pt x="408912" y="2081734"/>
                  </a:lnTo>
                  <a:lnTo>
                    <a:pt x="423782" y="2126343"/>
                  </a:lnTo>
                  <a:lnTo>
                    <a:pt x="438652" y="1784343"/>
                  </a:lnTo>
                  <a:close/>
                  <a:moveTo>
                    <a:pt x="319695" y="728607"/>
                  </a:moveTo>
                  <a:lnTo>
                    <a:pt x="334565" y="788085"/>
                  </a:lnTo>
                  <a:lnTo>
                    <a:pt x="349434" y="788085"/>
                  </a:lnTo>
                  <a:lnTo>
                    <a:pt x="334565" y="802954"/>
                  </a:lnTo>
                  <a:lnTo>
                    <a:pt x="289956" y="802954"/>
                  </a:lnTo>
                  <a:lnTo>
                    <a:pt x="319695" y="847563"/>
                  </a:lnTo>
                  <a:lnTo>
                    <a:pt x="364304" y="892172"/>
                  </a:lnTo>
                  <a:lnTo>
                    <a:pt x="304826" y="966519"/>
                  </a:lnTo>
                  <a:lnTo>
                    <a:pt x="141261" y="1204432"/>
                  </a:lnTo>
                  <a:lnTo>
                    <a:pt x="185870" y="1159823"/>
                  </a:lnTo>
                  <a:lnTo>
                    <a:pt x="275087" y="1070606"/>
                  </a:lnTo>
                  <a:lnTo>
                    <a:pt x="394043" y="921911"/>
                  </a:lnTo>
                  <a:lnTo>
                    <a:pt x="364304" y="832693"/>
                  </a:lnTo>
                  <a:lnTo>
                    <a:pt x="394043" y="788085"/>
                  </a:lnTo>
                  <a:lnTo>
                    <a:pt x="349434" y="743476"/>
                  </a:lnTo>
                  <a:close/>
                  <a:moveTo>
                    <a:pt x="141261" y="594781"/>
                  </a:moveTo>
                  <a:lnTo>
                    <a:pt x="126392" y="624520"/>
                  </a:lnTo>
                  <a:lnTo>
                    <a:pt x="81783" y="654259"/>
                  </a:lnTo>
                  <a:lnTo>
                    <a:pt x="37174" y="698868"/>
                  </a:lnTo>
                  <a:lnTo>
                    <a:pt x="96652" y="788085"/>
                  </a:lnTo>
                  <a:lnTo>
                    <a:pt x="66913" y="1293649"/>
                  </a:lnTo>
                  <a:lnTo>
                    <a:pt x="96652" y="1501822"/>
                  </a:lnTo>
                  <a:lnTo>
                    <a:pt x="126392" y="1739735"/>
                  </a:lnTo>
                  <a:lnTo>
                    <a:pt x="126392" y="1799213"/>
                  </a:lnTo>
                  <a:lnTo>
                    <a:pt x="185870" y="2215560"/>
                  </a:lnTo>
                  <a:lnTo>
                    <a:pt x="275087" y="2334516"/>
                  </a:lnTo>
                  <a:lnTo>
                    <a:pt x="245348" y="2230429"/>
                  </a:lnTo>
                  <a:lnTo>
                    <a:pt x="200739" y="2037126"/>
                  </a:lnTo>
                  <a:lnTo>
                    <a:pt x="171000" y="1769474"/>
                  </a:lnTo>
                  <a:lnTo>
                    <a:pt x="156131" y="1650518"/>
                  </a:lnTo>
                  <a:lnTo>
                    <a:pt x="141261" y="1472083"/>
                  </a:lnTo>
                  <a:lnTo>
                    <a:pt x="111522" y="1308518"/>
                  </a:lnTo>
                  <a:lnTo>
                    <a:pt x="111522" y="1144954"/>
                  </a:lnTo>
                  <a:lnTo>
                    <a:pt x="111522" y="907041"/>
                  </a:lnTo>
                  <a:close/>
                  <a:moveTo>
                    <a:pt x="0" y="0"/>
                  </a:moveTo>
                  <a:lnTo>
                    <a:pt x="7435" y="0"/>
                  </a:lnTo>
                  <a:lnTo>
                    <a:pt x="52044" y="29739"/>
                  </a:lnTo>
                  <a:lnTo>
                    <a:pt x="111522" y="89217"/>
                  </a:lnTo>
                  <a:lnTo>
                    <a:pt x="141261" y="237912"/>
                  </a:lnTo>
                  <a:lnTo>
                    <a:pt x="141261" y="282521"/>
                  </a:lnTo>
                  <a:lnTo>
                    <a:pt x="156131" y="282521"/>
                  </a:lnTo>
                  <a:lnTo>
                    <a:pt x="156131" y="297390"/>
                  </a:lnTo>
                  <a:lnTo>
                    <a:pt x="156131" y="356868"/>
                  </a:lnTo>
                  <a:lnTo>
                    <a:pt x="156131" y="401477"/>
                  </a:lnTo>
                  <a:lnTo>
                    <a:pt x="141261" y="416347"/>
                  </a:lnTo>
                  <a:lnTo>
                    <a:pt x="111522" y="431216"/>
                  </a:lnTo>
                  <a:lnTo>
                    <a:pt x="111522" y="490694"/>
                  </a:lnTo>
                  <a:lnTo>
                    <a:pt x="111522" y="550172"/>
                  </a:lnTo>
                  <a:lnTo>
                    <a:pt x="141261" y="565042"/>
                  </a:lnTo>
                  <a:lnTo>
                    <a:pt x="275087" y="669129"/>
                  </a:lnTo>
                  <a:lnTo>
                    <a:pt x="364304" y="698868"/>
                  </a:lnTo>
                  <a:lnTo>
                    <a:pt x="468391" y="743476"/>
                  </a:lnTo>
                  <a:lnTo>
                    <a:pt x="572477" y="788085"/>
                  </a:lnTo>
                  <a:lnTo>
                    <a:pt x="572477" y="1011128"/>
                  </a:lnTo>
                  <a:lnTo>
                    <a:pt x="602216" y="1040867"/>
                  </a:lnTo>
                  <a:lnTo>
                    <a:pt x="617086" y="1353127"/>
                  </a:lnTo>
                  <a:lnTo>
                    <a:pt x="646825" y="1665387"/>
                  </a:lnTo>
                  <a:lnTo>
                    <a:pt x="646825" y="2170951"/>
                  </a:lnTo>
                  <a:lnTo>
                    <a:pt x="602216" y="2170951"/>
                  </a:lnTo>
                  <a:lnTo>
                    <a:pt x="557608" y="2215560"/>
                  </a:lnTo>
                  <a:lnTo>
                    <a:pt x="557608" y="2260168"/>
                  </a:lnTo>
                  <a:lnTo>
                    <a:pt x="542738" y="2304777"/>
                  </a:lnTo>
                  <a:lnTo>
                    <a:pt x="527869" y="2334516"/>
                  </a:lnTo>
                  <a:lnTo>
                    <a:pt x="498130" y="2379125"/>
                  </a:lnTo>
                  <a:lnTo>
                    <a:pt x="468391" y="2393994"/>
                  </a:lnTo>
                  <a:lnTo>
                    <a:pt x="438652" y="2393994"/>
                  </a:lnTo>
                  <a:lnTo>
                    <a:pt x="394043" y="2393994"/>
                  </a:lnTo>
                  <a:lnTo>
                    <a:pt x="349434" y="2453472"/>
                  </a:lnTo>
                  <a:lnTo>
                    <a:pt x="349434" y="2617037"/>
                  </a:lnTo>
                  <a:lnTo>
                    <a:pt x="304826" y="2914428"/>
                  </a:lnTo>
                  <a:lnTo>
                    <a:pt x="260217" y="3315905"/>
                  </a:lnTo>
                  <a:lnTo>
                    <a:pt x="245348" y="3330775"/>
                  </a:lnTo>
                  <a:lnTo>
                    <a:pt x="230478" y="3419992"/>
                  </a:lnTo>
                  <a:lnTo>
                    <a:pt x="215609" y="3613296"/>
                  </a:lnTo>
                  <a:lnTo>
                    <a:pt x="200739" y="3866078"/>
                  </a:lnTo>
                  <a:lnTo>
                    <a:pt x="141261" y="4059382"/>
                  </a:lnTo>
                  <a:lnTo>
                    <a:pt x="96652" y="4089121"/>
                  </a:lnTo>
                  <a:lnTo>
                    <a:pt x="126392" y="4193208"/>
                  </a:lnTo>
                  <a:lnTo>
                    <a:pt x="66913" y="4237816"/>
                  </a:lnTo>
                  <a:lnTo>
                    <a:pt x="0" y="4237816"/>
                  </a:lnTo>
                  <a:lnTo>
                    <a:pt x="0" y="2743429"/>
                  </a:lnTo>
                  <a:lnTo>
                    <a:pt x="7435" y="2721124"/>
                  </a:lnTo>
                  <a:lnTo>
                    <a:pt x="22305" y="2631907"/>
                  </a:lnTo>
                  <a:lnTo>
                    <a:pt x="22305" y="2527820"/>
                  </a:lnTo>
                  <a:lnTo>
                    <a:pt x="7435" y="2349386"/>
                  </a:lnTo>
                  <a:lnTo>
                    <a:pt x="7435" y="2304777"/>
                  </a:lnTo>
                  <a:lnTo>
                    <a:pt x="22305" y="2289908"/>
                  </a:lnTo>
                  <a:lnTo>
                    <a:pt x="52044" y="2260168"/>
                  </a:lnTo>
                  <a:lnTo>
                    <a:pt x="81783" y="2245299"/>
                  </a:lnTo>
                  <a:lnTo>
                    <a:pt x="96652" y="2260168"/>
                  </a:lnTo>
                  <a:lnTo>
                    <a:pt x="171000" y="2260168"/>
                  </a:lnTo>
                  <a:lnTo>
                    <a:pt x="171000" y="2230429"/>
                  </a:lnTo>
                  <a:lnTo>
                    <a:pt x="156131" y="2215560"/>
                  </a:lnTo>
                  <a:lnTo>
                    <a:pt x="126392" y="2200690"/>
                  </a:lnTo>
                  <a:lnTo>
                    <a:pt x="37174" y="2230429"/>
                  </a:lnTo>
                  <a:lnTo>
                    <a:pt x="0" y="2249016"/>
                  </a:lnTo>
                  <a:lnTo>
                    <a:pt x="0" y="669129"/>
                  </a:lnTo>
                  <a:lnTo>
                    <a:pt x="7435" y="669129"/>
                  </a:lnTo>
                  <a:lnTo>
                    <a:pt x="37174" y="639390"/>
                  </a:lnTo>
                  <a:lnTo>
                    <a:pt x="66913" y="609650"/>
                  </a:lnTo>
                  <a:lnTo>
                    <a:pt x="96652" y="579911"/>
                  </a:lnTo>
                  <a:lnTo>
                    <a:pt x="66913" y="535303"/>
                  </a:lnTo>
                  <a:lnTo>
                    <a:pt x="52044" y="565042"/>
                  </a:lnTo>
                  <a:lnTo>
                    <a:pt x="22305" y="594781"/>
                  </a:lnTo>
                  <a:lnTo>
                    <a:pt x="0" y="605933"/>
                  </a:ln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endParaRPr>
            </a:p>
          </p:txBody>
        </p:sp>
        <p:sp>
          <p:nvSpPr>
            <p:cNvPr id="14" name="Freeform 13"/>
            <p:cNvSpPr>
              <a:spLocks/>
            </p:cNvSpPr>
            <p:nvPr/>
          </p:nvSpPr>
          <p:spPr bwMode="auto">
            <a:xfrm>
              <a:off x="7897842" y="1905789"/>
              <a:ext cx="646824" cy="4252686"/>
            </a:xfrm>
            <a:custGeom>
              <a:avLst/>
              <a:gdLst>
                <a:gd name="connsiteX0" fmla="*/ 208174 w 646824"/>
                <a:gd name="connsiteY0" fmla="*/ 1070606 h 4252686"/>
                <a:gd name="connsiteX1" fmla="*/ 193304 w 646824"/>
                <a:gd name="connsiteY1" fmla="*/ 1427475 h 4252686"/>
                <a:gd name="connsiteX2" fmla="*/ 133826 w 646824"/>
                <a:gd name="connsiteY2" fmla="*/ 1486953 h 4252686"/>
                <a:gd name="connsiteX3" fmla="*/ 193304 w 646824"/>
                <a:gd name="connsiteY3" fmla="*/ 1561301 h 4252686"/>
                <a:gd name="connsiteX4" fmla="*/ 208174 w 646824"/>
                <a:gd name="connsiteY4" fmla="*/ 1605910 h 4252686"/>
                <a:gd name="connsiteX5" fmla="*/ 223043 w 646824"/>
                <a:gd name="connsiteY5" fmla="*/ 1620779 h 4252686"/>
                <a:gd name="connsiteX6" fmla="*/ 223043 w 646824"/>
                <a:gd name="connsiteY6" fmla="*/ 1605910 h 4252686"/>
                <a:gd name="connsiteX7" fmla="*/ 237913 w 646824"/>
                <a:gd name="connsiteY7" fmla="*/ 1546431 h 4252686"/>
                <a:gd name="connsiteX8" fmla="*/ 237913 w 646824"/>
                <a:gd name="connsiteY8" fmla="*/ 1472084 h 4252686"/>
                <a:gd name="connsiteX9" fmla="*/ 223043 w 646824"/>
                <a:gd name="connsiteY9" fmla="*/ 1204432 h 4252686"/>
                <a:gd name="connsiteX10" fmla="*/ 446086 w 646824"/>
                <a:gd name="connsiteY10" fmla="*/ 654260 h 4252686"/>
                <a:gd name="connsiteX11" fmla="*/ 297391 w 646824"/>
                <a:gd name="connsiteY11" fmla="*/ 802955 h 4252686"/>
                <a:gd name="connsiteX12" fmla="*/ 371738 w 646824"/>
                <a:gd name="connsiteY12" fmla="*/ 847563 h 4252686"/>
                <a:gd name="connsiteX13" fmla="*/ 297391 w 646824"/>
                <a:gd name="connsiteY13" fmla="*/ 907042 h 4252686"/>
                <a:gd name="connsiteX14" fmla="*/ 401478 w 646824"/>
                <a:gd name="connsiteY14" fmla="*/ 1115215 h 4252686"/>
                <a:gd name="connsiteX15" fmla="*/ 505564 w 646824"/>
                <a:gd name="connsiteY15" fmla="*/ 1308519 h 4252686"/>
                <a:gd name="connsiteX16" fmla="*/ 490695 w 646824"/>
                <a:gd name="connsiteY16" fmla="*/ 1412606 h 4252686"/>
                <a:gd name="connsiteX17" fmla="*/ 475825 w 646824"/>
                <a:gd name="connsiteY17" fmla="*/ 1472084 h 4252686"/>
                <a:gd name="connsiteX18" fmla="*/ 446086 w 646824"/>
                <a:gd name="connsiteY18" fmla="*/ 1516692 h 4252686"/>
                <a:gd name="connsiteX19" fmla="*/ 446086 w 646824"/>
                <a:gd name="connsiteY19" fmla="*/ 1576171 h 4252686"/>
                <a:gd name="connsiteX20" fmla="*/ 446086 w 646824"/>
                <a:gd name="connsiteY20" fmla="*/ 1695127 h 4252686"/>
                <a:gd name="connsiteX21" fmla="*/ 446086 w 646824"/>
                <a:gd name="connsiteY21" fmla="*/ 1873561 h 4252686"/>
                <a:gd name="connsiteX22" fmla="*/ 416347 w 646824"/>
                <a:gd name="connsiteY22" fmla="*/ 1947909 h 4252686"/>
                <a:gd name="connsiteX23" fmla="*/ 401478 w 646824"/>
                <a:gd name="connsiteY23" fmla="*/ 2037126 h 4252686"/>
                <a:gd name="connsiteX24" fmla="*/ 401478 w 646824"/>
                <a:gd name="connsiteY24" fmla="*/ 2141213 h 4252686"/>
                <a:gd name="connsiteX25" fmla="*/ 386608 w 646824"/>
                <a:gd name="connsiteY25" fmla="*/ 2245299 h 4252686"/>
                <a:gd name="connsiteX26" fmla="*/ 297391 w 646824"/>
                <a:gd name="connsiteY26" fmla="*/ 2438603 h 4252686"/>
                <a:gd name="connsiteX27" fmla="*/ 356869 w 646824"/>
                <a:gd name="connsiteY27" fmla="*/ 2408864 h 4252686"/>
                <a:gd name="connsiteX28" fmla="*/ 371738 w 646824"/>
                <a:gd name="connsiteY28" fmla="*/ 2393995 h 4252686"/>
                <a:gd name="connsiteX29" fmla="*/ 386608 w 646824"/>
                <a:gd name="connsiteY29" fmla="*/ 2364256 h 4252686"/>
                <a:gd name="connsiteX30" fmla="*/ 416347 w 646824"/>
                <a:gd name="connsiteY30" fmla="*/ 2245299 h 4252686"/>
                <a:gd name="connsiteX31" fmla="*/ 475825 w 646824"/>
                <a:gd name="connsiteY31" fmla="*/ 1888431 h 4252686"/>
                <a:gd name="connsiteX32" fmla="*/ 520434 w 646824"/>
                <a:gd name="connsiteY32" fmla="*/ 1397736 h 4252686"/>
                <a:gd name="connsiteX33" fmla="*/ 565042 w 646824"/>
                <a:gd name="connsiteY33" fmla="*/ 817824 h 4252686"/>
                <a:gd name="connsiteX34" fmla="*/ 594781 w 646824"/>
                <a:gd name="connsiteY34" fmla="*/ 713738 h 4252686"/>
                <a:gd name="connsiteX35" fmla="*/ 520434 w 646824"/>
                <a:gd name="connsiteY35" fmla="*/ 669129 h 4252686"/>
                <a:gd name="connsiteX36" fmla="*/ 550173 w 646824"/>
                <a:gd name="connsiteY36" fmla="*/ 758346 h 4252686"/>
                <a:gd name="connsiteX37" fmla="*/ 535303 w 646824"/>
                <a:gd name="connsiteY37" fmla="*/ 847563 h 4252686"/>
                <a:gd name="connsiteX38" fmla="*/ 520434 w 646824"/>
                <a:gd name="connsiteY38" fmla="*/ 981389 h 4252686"/>
                <a:gd name="connsiteX39" fmla="*/ 520434 w 646824"/>
                <a:gd name="connsiteY39" fmla="*/ 1040867 h 4252686"/>
                <a:gd name="connsiteX40" fmla="*/ 520434 w 646824"/>
                <a:gd name="connsiteY40" fmla="*/ 1115215 h 4252686"/>
                <a:gd name="connsiteX41" fmla="*/ 505564 w 646824"/>
                <a:gd name="connsiteY41" fmla="*/ 1219302 h 4252686"/>
                <a:gd name="connsiteX42" fmla="*/ 431217 w 646824"/>
                <a:gd name="connsiteY42" fmla="*/ 1070606 h 4252686"/>
                <a:gd name="connsiteX43" fmla="*/ 356869 w 646824"/>
                <a:gd name="connsiteY43" fmla="*/ 921911 h 4252686"/>
                <a:gd name="connsiteX44" fmla="*/ 386608 w 646824"/>
                <a:gd name="connsiteY44" fmla="*/ 877303 h 4252686"/>
                <a:gd name="connsiteX45" fmla="*/ 416347 w 646824"/>
                <a:gd name="connsiteY45" fmla="*/ 847563 h 4252686"/>
                <a:gd name="connsiteX46" fmla="*/ 416347 w 646824"/>
                <a:gd name="connsiteY46" fmla="*/ 832694 h 4252686"/>
                <a:gd name="connsiteX47" fmla="*/ 386608 w 646824"/>
                <a:gd name="connsiteY47" fmla="*/ 802955 h 4252686"/>
                <a:gd name="connsiteX48" fmla="*/ 371738 w 646824"/>
                <a:gd name="connsiteY48" fmla="*/ 773216 h 4252686"/>
                <a:gd name="connsiteX49" fmla="*/ 520434 w 646824"/>
                <a:gd name="connsiteY49" fmla="*/ 0 h 4252686"/>
                <a:gd name="connsiteX50" fmla="*/ 550173 w 646824"/>
                <a:gd name="connsiteY50" fmla="*/ 0 h 4252686"/>
                <a:gd name="connsiteX51" fmla="*/ 609651 w 646824"/>
                <a:gd name="connsiteY51" fmla="*/ 14870 h 4252686"/>
                <a:gd name="connsiteX52" fmla="*/ 646824 w 646824"/>
                <a:gd name="connsiteY52" fmla="*/ 14870 h 4252686"/>
                <a:gd name="connsiteX53" fmla="*/ 646824 w 646824"/>
                <a:gd name="connsiteY53" fmla="*/ 620803 h 4252686"/>
                <a:gd name="connsiteX54" fmla="*/ 639390 w 646824"/>
                <a:gd name="connsiteY54" fmla="*/ 624520 h 4252686"/>
                <a:gd name="connsiteX55" fmla="*/ 579912 w 646824"/>
                <a:gd name="connsiteY55" fmla="*/ 639390 h 4252686"/>
                <a:gd name="connsiteX56" fmla="*/ 550173 w 646824"/>
                <a:gd name="connsiteY56" fmla="*/ 639390 h 4252686"/>
                <a:gd name="connsiteX57" fmla="*/ 505564 w 646824"/>
                <a:gd name="connsiteY57" fmla="*/ 609651 h 4252686"/>
                <a:gd name="connsiteX58" fmla="*/ 550173 w 646824"/>
                <a:gd name="connsiteY58" fmla="*/ 654260 h 4252686"/>
                <a:gd name="connsiteX59" fmla="*/ 579912 w 646824"/>
                <a:gd name="connsiteY59" fmla="*/ 669129 h 4252686"/>
                <a:gd name="connsiteX60" fmla="*/ 609651 w 646824"/>
                <a:gd name="connsiteY60" fmla="*/ 683999 h 4252686"/>
                <a:gd name="connsiteX61" fmla="*/ 646824 w 646824"/>
                <a:gd name="connsiteY61" fmla="*/ 683999 h 4252686"/>
                <a:gd name="connsiteX62" fmla="*/ 646824 w 646824"/>
                <a:gd name="connsiteY62" fmla="*/ 2263886 h 4252686"/>
                <a:gd name="connsiteX63" fmla="*/ 624520 w 646824"/>
                <a:gd name="connsiteY63" fmla="*/ 2275038 h 4252686"/>
                <a:gd name="connsiteX64" fmla="*/ 550173 w 646824"/>
                <a:gd name="connsiteY64" fmla="*/ 2230430 h 4252686"/>
                <a:gd name="connsiteX65" fmla="*/ 609651 w 646824"/>
                <a:gd name="connsiteY65" fmla="*/ 2334517 h 4252686"/>
                <a:gd name="connsiteX66" fmla="*/ 609651 w 646824"/>
                <a:gd name="connsiteY66" fmla="*/ 2572429 h 4252686"/>
                <a:gd name="connsiteX67" fmla="*/ 609651 w 646824"/>
                <a:gd name="connsiteY67" fmla="*/ 2587299 h 4252686"/>
                <a:gd name="connsiteX68" fmla="*/ 609651 w 646824"/>
                <a:gd name="connsiteY68" fmla="*/ 2631907 h 4252686"/>
                <a:gd name="connsiteX69" fmla="*/ 594781 w 646824"/>
                <a:gd name="connsiteY69" fmla="*/ 2691385 h 4252686"/>
                <a:gd name="connsiteX70" fmla="*/ 565042 w 646824"/>
                <a:gd name="connsiteY70" fmla="*/ 2750863 h 4252686"/>
                <a:gd name="connsiteX71" fmla="*/ 535303 w 646824"/>
                <a:gd name="connsiteY71" fmla="*/ 2780603 h 4252686"/>
                <a:gd name="connsiteX72" fmla="*/ 535303 w 646824"/>
                <a:gd name="connsiteY72" fmla="*/ 2825211 h 4252686"/>
                <a:gd name="connsiteX73" fmla="*/ 535303 w 646824"/>
                <a:gd name="connsiteY73" fmla="*/ 2884689 h 4252686"/>
                <a:gd name="connsiteX74" fmla="*/ 535303 w 646824"/>
                <a:gd name="connsiteY74" fmla="*/ 2914428 h 4252686"/>
                <a:gd name="connsiteX75" fmla="*/ 579912 w 646824"/>
                <a:gd name="connsiteY75" fmla="*/ 3048254 h 4252686"/>
                <a:gd name="connsiteX76" fmla="*/ 579912 w 646824"/>
                <a:gd name="connsiteY76" fmla="*/ 3137471 h 4252686"/>
                <a:gd name="connsiteX77" fmla="*/ 579912 w 646824"/>
                <a:gd name="connsiteY77" fmla="*/ 3286167 h 4252686"/>
                <a:gd name="connsiteX78" fmla="*/ 550173 w 646824"/>
                <a:gd name="connsiteY78" fmla="*/ 3449731 h 4252686"/>
                <a:gd name="connsiteX79" fmla="*/ 639390 w 646824"/>
                <a:gd name="connsiteY79" fmla="*/ 3196949 h 4252686"/>
                <a:gd name="connsiteX80" fmla="*/ 624520 w 646824"/>
                <a:gd name="connsiteY80" fmla="*/ 3018515 h 4252686"/>
                <a:gd name="connsiteX81" fmla="*/ 624520 w 646824"/>
                <a:gd name="connsiteY81" fmla="*/ 2914428 h 4252686"/>
                <a:gd name="connsiteX82" fmla="*/ 624520 w 646824"/>
                <a:gd name="connsiteY82" fmla="*/ 2825211 h 4252686"/>
                <a:gd name="connsiteX83" fmla="*/ 646824 w 646824"/>
                <a:gd name="connsiteY83" fmla="*/ 2758299 h 4252686"/>
                <a:gd name="connsiteX84" fmla="*/ 646824 w 646824"/>
                <a:gd name="connsiteY84" fmla="*/ 4252686 h 4252686"/>
                <a:gd name="connsiteX85" fmla="*/ 624520 w 646824"/>
                <a:gd name="connsiteY85" fmla="*/ 4252686 h 4252686"/>
                <a:gd name="connsiteX86" fmla="*/ 565042 w 646824"/>
                <a:gd name="connsiteY86" fmla="*/ 4237817 h 4252686"/>
                <a:gd name="connsiteX87" fmla="*/ 520434 w 646824"/>
                <a:gd name="connsiteY87" fmla="*/ 4222947 h 4252686"/>
                <a:gd name="connsiteX88" fmla="*/ 505564 w 646824"/>
                <a:gd name="connsiteY88" fmla="*/ 4208078 h 4252686"/>
                <a:gd name="connsiteX89" fmla="*/ 535303 w 646824"/>
                <a:gd name="connsiteY89" fmla="*/ 4133730 h 4252686"/>
                <a:gd name="connsiteX90" fmla="*/ 535303 w 646824"/>
                <a:gd name="connsiteY90" fmla="*/ 4089121 h 4252686"/>
                <a:gd name="connsiteX91" fmla="*/ 535303 w 646824"/>
                <a:gd name="connsiteY91" fmla="*/ 4074252 h 4252686"/>
                <a:gd name="connsiteX92" fmla="*/ 520434 w 646824"/>
                <a:gd name="connsiteY92" fmla="*/ 4044513 h 4252686"/>
                <a:gd name="connsiteX93" fmla="*/ 490695 w 646824"/>
                <a:gd name="connsiteY93" fmla="*/ 3970165 h 4252686"/>
                <a:gd name="connsiteX94" fmla="*/ 475825 w 646824"/>
                <a:gd name="connsiteY94" fmla="*/ 3895817 h 4252686"/>
                <a:gd name="connsiteX95" fmla="*/ 520434 w 646824"/>
                <a:gd name="connsiteY95" fmla="*/ 3643035 h 4252686"/>
                <a:gd name="connsiteX96" fmla="*/ 490695 w 646824"/>
                <a:gd name="connsiteY96" fmla="*/ 3568688 h 4252686"/>
                <a:gd name="connsiteX97" fmla="*/ 475825 w 646824"/>
                <a:gd name="connsiteY97" fmla="*/ 3449731 h 4252686"/>
                <a:gd name="connsiteX98" fmla="*/ 446086 w 646824"/>
                <a:gd name="connsiteY98" fmla="*/ 3390253 h 4252686"/>
                <a:gd name="connsiteX99" fmla="*/ 401478 w 646824"/>
                <a:gd name="connsiteY99" fmla="*/ 3286167 h 4252686"/>
                <a:gd name="connsiteX100" fmla="*/ 371738 w 646824"/>
                <a:gd name="connsiteY100" fmla="*/ 3167210 h 4252686"/>
                <a:gd name="connsiteX101" fmla="*/ 341999 w 646824"/>
                <a:gd name="connsiteY101" fmla="*/ 3063124 h 4252686"/>
                <a:gd name="connsiteX102" fmla="*/ 312260 w 646824"/>
                <a:gd name="connsiteY102" fmla="*/ 3003645 h 4252686"/>
                <a:gd name="connsiteX103" fmla="*/ 297391 w 646824"/>
                <a:gd name="connsiteY103" fmla="*/ 2988776 h 4252686"/>
                <a:gd name="connsiteX104" fmla="*/ 282521 w 646824"/>
                <a:gd name="connsiteY104" fmla="*/ 2944167 h 4252686"/>
                <a:gd name="connsiteX105" fmla="*/ 267652 w 646824"/>
                <a:gd name="connsiteY105" fmla="*/ 2825211 h 4252686"/>
                <a:gd name="connsiteX106" fmla="*/ 267652 w 646824"/>
                <a:gd name="connsiteY106" fmla="*/ 2676516 h 4252686"/>
                <a:gd name="connsiteX107" fmla="*/ 223043 w 646824"/>
                <a:gd name="connsiteY107" fmla="*/ 2423734 h 4252686"/>
                <a:gd name="connsiteX108" fmla="*/ 223043 w 646824"/>
                <a:gd name="connsiteY108" fmla="*/ 2408864 h 4252686"/>
                <a:gd name="connsiteX109" fmla="*/ 148696 w 646824"/>
                <a:gd name="connsiteY109" fmla="*/ 2364256 h 4252686"/>
                <a:gd name="connsiteX110" fmla="*/ 118956 w 646824"/>
                <a:gd name="connsiteY110" fmla="*/ 2319647 h 4252686"/>
                <a:gd name="connsiteX111" fmla="*/ 89217 w 646824"/>
                <a:gd name="connsiteY111" fmla="*/ 2275038 h 4252686"/>
                <a:gd name="connsiteX112" fmla="*/ 89217 w 646824"/>
                <a:gd name="connsiteY112" fmla="*/ 2200691 h 4252686"/>
                <a:gd name="connsiteX113" fmla="*/ 44609 w 646824"/>
                <a:gd name="connsiteY113" fmla="*/ 2200691 h 4252686"/>
                <a:gd name="connsiteX114" fmla="*/ 29739 w 646824"/>
                <a:gd name="connsiteY114" fmla="*/ 1918170 h 4252686"/>
                <a:gd name="connsiteX115" fmla="*/ 0 w 646824"/>
                <a:gd name="connsiteY115" fmla="*/ 1680257 h 4252686"/>
                <a:gd name="connsiteX116" fmla="*/ 14870 w 646824"/>
                <a:gd name="connsiteY116" fmla="*/ 1620779 h 4252686"/>
                <a:gd name="connsiteX117" fmla="*/ 29739 w 646824"/>
                <a:gd name="connsiteY117" fmla="*/ 1531562 h 4252686"/>
                <a:gd name="connsiteX118" fmla="*/ 14870 w 646824"/>
                <a:gd name="connsiteY118" fmla="*/ 1412606 h 4252686"/>
                <a:gd name="connsiteX119" fmla="*/ 14870 w 646824"/>
                <a:gd name="connsiteY119" fmla="*/ 1338258 h 4252686"/>
                <a:gd name="connsiteX120" fmla="*/ 14870 w 646824"/>
                <a:gd name="connsiteY120" fmla="*/ 1249041 h 4252686"/>
                <a:gd name="connsiteX121" fmla="*/ 44609 w 646824"/>
                <a:gd name="connsiteY121" fmla="*/ 1040867 h 4252686"/>
                <a:gd name="connsiteX122" fmla="*/ 74348 w 646824"/>
                <a:gd name="connsiteY122" fmla="*/ 788085 h 4252686"/>
                <a:gd name="connsiteX123" fmla="*/ 386608 w 646824"/>
                <a:gd name="connsiteY123" fmla="*/ 669129 h 4252686"/>
                <a:gd name="connsiteX124" fmla="*/ 490695 w 646824"/>
                <a:gd name="connsiteY124" fmla="*/ 594781 h 4252686"/>
                <a:gd name="connsiteX125" fmla="*/ 490695 w 646824"/>
                <a:gd name="connsiteY125" fmla="*/ 579912 h 4252686"/>
                <a:gd name="connsiteX126" fmla="*/ 490695 w 646824"/>
                <a:gd name="connsiteY126" fmla="*/ 565042 h 4252686"/>
                <a:gd name="connsiteX127" fmla="*/ 460956 w 646824"/>
                <a:gd name="connsiteY127" fmla="*/ 520434 h 4252686"/>
                <a:gd name="connsiteX128" fmla="*/ 431217 w 646824"/>
                <a:gd name="connsiteY128" fmla="*/ 475825 h 4252686"/>
                <a:gd name="connsiteX129" fmla="*/ 416347 w 646824"/>
                <a:gd name="connsiteY129" fmla="*/ 460956 h 4252686"/>
                <a:gd name="connsiteX130" fmla="*/ 401478 w 646824"/>
                <a:gd name="connsiteY130" fmla="*/ 460956 h 4252686"/>
                <a:gd name="connsiteX131" fmla="*/ 386608 w 646824"/>
                <a:gd name="connsiteY131" fmla="*/ 416347 h 4252686"/>
                <a:gd name="connsiteX132" fmla="*/ 356869 w 646824"/>
                <a:gd name="connsiteY132" fmla="*/ 356869 h 4252686"/>
                <a:gd name="connsiteX133" fmla="*/ 386608 w 646824"/>
                <a:gd name="connsiteY133" fmla="*/ 341999 h 4252686"/>
                <a:gd name="connsiteX134" fmla="*/ 401478 w 646824"/>
                <a:gd name="connsiteY134" fmla="*/ 341999 h 4252686"/>
                <a:gd name="connsiteX135" fmla="*/ 386608 w 646824"/>
                <a:gd name="connsiteY135" fmla="*/ 327130 h 4252686"/>
                <a:gd name="connsiteX136" fmla="*/ 371738 w 646824"/>
                <a:gd name="connsiteY136" fmla="*/ 327130 h 4252686"/>
                <a:gd name="connsiteX137" fmla="*/ 371738 w 646824"/>
                <a:gd name="connsiteY137" fmla="*/ 297391 h 4252686"/>
                <a:gd name="connsiteX138" fmla="*/ 371738 w 646824"/>
                <a:gd name="connsiteY138" fmla="*/ 223043 h 4252686"/>
                <a:gd name="connsiteX139" fmla="*/ 371738 w 646824"/>
                <a:gd name="connsiteY139" fmla="*/ 133826 h 4252686"/>
                <a:gd name="connsiteX140" fmla="*/ 416347 w 646824"/>
                <a:gd name="connsiteY140" fmla="*/ 74348 h 4252686"/>
                <a:gd name="connsiteX141" fmla="*/ 490695 w 646824"/>
                <a:gd name="connsiteY141" fmla="*/ 14870 h 425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646824" h="4252686">
                  <a:moveTo>
                    <a:pt x="208174" y="1070606"/>
                  </a:moveTo>
                  <a:lnTo>
                    <a:pt x="193304" y="1427475"/>
                  </a:lnTo>
                  <a:lnTo>
                    <a:pt x="133826" y="1486953"/>
                  </a:lnTo>
                  <a:lnTo>
                    <a:pt x="193304" y="1561301"/>
                  </a:lnTo>
                  <a:lnTo>
                    <a:pt x="208174" y="1605910"/>
                  </a:lnTo>
                  <a:lnTo>
                    <a:pt x="223043" y="1620779"/>
                  </a:lnTo>
                  <a:lnTo>
                    <a:pt x="223043" y="1605910"/>
                  </a:lnTo>
                  <a:lnTo>
                    <a:pt x="237913" y="1546431"/>
                  </a:lnTo>
                  <a:lnTo>
                    <a:pt x="237913" y="1472084"/>
                  </a:lnTo>
                  <a:lnTo>
                    <a:pt x="223043" y="1204432"/>
                  </a:lnTo>
                  <a:close/>
                  <a:moveTo>
                    <a:pt x="446086" y="654260"/>
                  </a:moveTo>
                  <a:lnTo>
                    <a:pt x="297391" y="802955"/>
                  </a:lnTo>
                  <a:lnTo>
                    <a:pt x="371738" y="847563"/>
                  </a:lnTo>
                  <a:lnTo>
                    <a:pt x="297391" y="907042"/>
                  </a:lnTo>
                  <a:lnTo>
                    <a:pt x="401478" y="1115215"/>
                  </a:lnTo>
                  <a:lnTo>
                    <a:pt x="505564" y="1308519"/>
                  </a:lnTo>
                  <a:lnTo>
                    <a:pt x="490695" y="1412606"/>
                  </a:lnTo>
                  <a:lnTo>
                    <a:pt x="475825" y="1472084"/>
                  </a:lnTo>
                  <a:lnTo>
                    <a:pt x="446086" y="1516692"/>
                  </a:lnTo>
                  <a:lnTo>
                    <a:pt x="446086" y="1576171"/>
                  </a:lnTo>
                  <a:lnTo>
                    <a:pt x="446086" y="1695127"/>
                  </a:lnTo>
                  <a:lnTo>
                    <a:pt x="446086" y="1873561"/>
                  </a:lnTo>
                  <a:lnTo>
                    <a:pt x="416347" y="1947909"/>
                  </a:lnTo>
                  <a:lnTo>
                    <a:pt x="401478" y="2037126"/>
                  </a:lnTo>
                  <a:lnTo>
                    <a:pt x="401478" y="2141213"/>
                  </a:lnTo>
                  <a:lnTo>
                    <a:pt x="386608" y="2245299"/>
                  </a:lnTo>
                  <a:lnTo>
                    <a:pt x="297391" y="2438603"/>
                  </a:lnTo>
                  <a:lnTo>
                    <a:pt x="356869" y="2408864"/>
                  </a:lnTo>
                  <a:lnTo>
                    <a:pt x="371738" y="2393995"/>
                  </a:lnTo>
                  <a:lnTo>
                    <a:pt x="386608" y="2364256"/>
                  </a:lnTo>
                  <a:lnTo>
                    <a:pt x="416347" y="2245299"/>
                  </a:lnTo>
                  <a:lnTo>
                    <a:pt x="475825" y="1888431"/>
                  </a:lnTo>
                  <a:lnTo>
                    <a:pt x="520434" y="1397736"/>
                  </a:lnTo>
                  <a:lnTo>
                    <a:pt x="565042" y="817824"/>
                  </a:lnTo>
                  <a:lnTo>
                    <a:pt x="594781" y="713738"/>
                  </a:lnTo>
                  <a:lnTo>
                    <a:pt x="520434" y="669129"/>
                  </a:lnTo>
                  <a:lnTo>
                    <a:pt x="550173" y="758346"/>
                  </a:lnTo>
                  <a:lnTo>
                    <a:pt x="535303" y="847563"/>
                  </a:lnTo>
                  <a:lnTo>
                    <a:pt x="520434" y="981389"/>
                  </a:lnTo>
                  <a:lnTo>
                    <a:pt x="520434" y="1040867"/>
                  </a:lnTo>
                  <a:lnTo>
                    <a:pt x="520434" y="1115215"/>
                  </a:lnTo>
                  <a:lnTo>
                    <a:pt x="505564" y="1219302"/>
                  </a:lnTo>
                  <a:lnTo>
                    <a:pt x="431217" y="1070606"/>
                  </a:lnTo>
                  <a:lnTo>
                    <a:pt x="356869" y="921911"/>
                  </a:lnTo>
                  <a:lnTo>
                    <a:pt x="386608" y="877303"/>
                  </a:lnTo>
                  <a:lnTo>
                    <a:pt x="416347" y="847563"/>
                  </a:lnTo>
                  <a:lnTo>
                    <a:pt x="416347" y="832694"/>
                  </a:lnTo>
                  <a:lnTo>
                    <a:pt x="386608" y="802955"/>
                  </a:lnTo>
                  <a:lnTo>
                    <a:pt x="371738" y="773216"/>
                  </a:lnTo>
                  <a:close/>
                  <a:moveTo>
                    <a:pt x="520434" y="0"/>
                  </a:moveTo>
                  <a:lnTo>
                    <a:pt x="550173" y="0"/>
                  </a:lnTo>
                  <a:lnTo>
                    <a:pt x="609651" y="14870"/>
                  </a:lnTo>
                  <a:lnTo>
                    <a:pt x="646824" y="14870"/>
                  </a:lnTo>
                  <a:lnTo>
                    <a:pt x="646824" y="620803"/>
                  </a:lnTo>
                  <a:lnTo>
                    <a:pt x="639390" y="624520"/>
                  </a:lnTo>
                  <a:lnTo>
                    <a:pt x="579912" y="639390"/>
                  </a:lnTo>
                  <a:lnTo>
                    <a:pt x="550173" y="639390"/>
                  </a:lnTo>
                  <a:lnTo>
                    <a:pt x="505564" y="609651"/>
                  </a:lnTo>
                  <a:lnTo>
                    <a:pt x="550173" y="654260"/>
                  </a:lnTo>
                  <a:lnTo>
                    <a:pt x="579912" y="669129"/>
                  </a:lnTo>
                  <a:lnTo>
                    <a:pt x="609651" y="683999"/>
                  </a:lnTo>
                  <a:lnTo>
                    <a:pt x="646824" y="683999"/>
                  </a:lnTo>
                  <a:lnTo>
                    <a:pt x="646824" y="2263886"/>
                  </a:lnTo>
                  <a:lnTo>
                    <a:pt x="624520" y="2275038"/>
                  </a:lnTo>
                  <a:lnTo>
                    <a:pt x="550173" y="2230430"/>
                  </a:lnTo>
                  <a:lnTo>
                    <a:pt x="609651" y="2334517"/>
                  </a:lnTo>
                  <a:lnTo>
                    <a:pt x="609651" y="2572429"/>
                  </a:lnTo>
                  <a:lnTo>
                    <a:pt x="609651" y="2587299"/>
                  </a:lnTo>
                  <a:lnTo>
                    <a:pt x="609651" y="2631907"/>
                  </a:lnTo>
                  <a:lnTo>
                    <a:pt x="594781" y="2691385"/>
                  </a:lnTo>
                  <a:lnTo>
                    <a:pt x="565042" y="2750863"/>
                  </a:lnTo>
                  <a:lnTo>
                    <a:pt x="535303" y="2780603"/>
                  </a:lnTo>
                  <a:lnTo>
                    <a:pt x="535303" y="2825211"/>
                  </a:lnTo>
                  <a:lnTo>
                    <a:pt x="535303" y="2884689"/>
                  </a:lnTo>
                  <a:lnTo>
                    <a:pt x="535303" y="2914428"/>
                  </a:lnTo>
                  <a:lnTo>
                    <a:pt x="579912" y="3048254"/>
                  </a:lnTo>
                  <a:lnTo>
                    <a:pt x="579912" y="3137471"/>
                  </a:lnTo>
                  <a:lnTo>
                    <a:pt x="579912" y="3286167"/>
                  </a:lnTo>
                  <a:lnTo>
                    <a:pt x="550173" y="3449731"/>
                  </a:lnTo>
                  <a:lnTo>
                    <a:pt x="639390" y="3196949"/>
                  </a:lnTo>
                  <a:lnTo>
                    <a:pt x="624520" y="3018515"/>
                  </a:lnTo>
                  <a:lnTo>
                    <a:pt x="624520" y="2914428"/>
                  </a:lnTo>
                  <a:lnTo>
                    <a:pt x="624520" y="2825211"/>
                  </a:lnTo>
                  <a:lnTo>
                    <a:pt x="646824" y="2758299"/>
                  </a:lnTo>
                  <a:lnTo>
                    <a:pt x="646824" y="4252686"/>
                  </a:lnTo>
                  <a:lnTo>
                    <a:pt x="624520" y="4252686"/>
                  </a:lnTo>
                  <a:lnTo>
                    <a:pt x="565042" y="4237817"/>
                  </a:lnTo>
                  <a:lnTo>
                    <a:pt x="520434" y="4222947"/>
                  </a:lnTo>
                  <a:lnTo>
                    <a:pt x="505564" y="4208078"/>
                  </a:lnTo>
                  <a:lnTo>
                    <a:pt x="535303" y="4133730"/>
                  </a:lnTo>
                  <a:lnTo>
                    <a:pt x="535303" y="4089121"/>
                  </a:lnTo>
                  <a:lnTo>
                    <a:pt x="535303" y="4074252"/>
                  </a:lnTo>
                  <a:lnTo>
                    <a:pt x="520434" y="4044513"/>
                  </a:lnTo>
                  <a:lnTo>
                    <a:pt x="490695" y="3970165"/>
                  </a:lnTo>
                  <a:lnTo>
                    <a:pt x="475825" y="3895817"/>
                  </a:lnTo>
                  <a:lnTo>
                    <a:pt x="520434" y="3643035"/>
                  </a:lnTo>
                  <a:lnTo>
                    <a:pt x="490695" y="3568688"/>
                  </a:lnTo>
                  <a:lnTo>
                    <a:pt x="475825" y="3449731"/>
                  </a:lnTo>
                  <a:lnTo>
                    <a:pt x="446086" y="3390253"/>
                  </a:lnTo>
                  <a:lnTo>
                    <a:pt x="401478" y="3286167"/>
                  </a:lnTo>
                  <a:lnTo>
                    <a:pt x="371738" y="3167210"/>
                  </a:lnTo>
                  <a:lnTo>
                    <a:pt x="341999" y="3063124"/>
                  </a:lnTo>
                  <a:lnTo>
                    <a:pt x="312260" y="3003645"/>
                  </a:lnTo>
                  <a:lnTo>
                    <a:pt x="297391" y="2988776"/>
                  </a:lnTo>
                  <a:lnTo>
                    <a:pt x="282521" y="2944167"/>
                  </a:lnTo>
                  <a:lnTo>
                    <a:pt x="267652" y="2825211"/>
                  </a:lnTo>
                  <a:lnTo>
                    <a:pt x="267652" y="2676516"/>
                  </a:lnTo>
                  <a:lnTo>
                    <a:pt x="223043" y="2423734"/>
                  </a:lnTo>
                  <a:lnTo>
                    <a:pt x="223043" y="2408864"/>
                  </a:lnTo>
                  <a:lnTo>
                    <a:pt x="148696" y="2364256"/>
                  </a:lnTo>
                  <a:lnTo>
                    <a:pt x="118956" y="2319647"/>
                  </a:lnTo>
                  <a:lnTo>
                    <a:pt x="89217" y="2275038"/>
                  </a:lnTo>
                  <a:lnTo>
                    <a:pt x="89217" y="2200691"/>
                  </a:lnTo>
                  <a:lnTo>
                    <a:pt x="44609" y="2200691"/>
                  </a:lnTo>
                  <a:lnTo>
                    <a:pt x="29739" y="1918170"/>
                  </a:lnTo>
                  <a:lnTo>
                    <a:pt x="0" y="1680257"/>
                  </a:lnTo>
                  <a:lnTo>
                    <a:pt x="14870" y="1620779"/>
                  </a:lnTo>
                  <a:lnTo>
                    <a:pt x="29739" y="1531562"/>
                  </a:lnTo>
                  <a:lnTo>
                    <a:pt x="14870" y="1412606"/>
                  </a:lnTo>
                  <a:lnTo>
                    <a:pt x="14870" y="1338258"/>
                  </a:lnTo>
                  <a:lnTo>
                    <a:pt x="14870" y="1249041"/>
                  </a:lnTo>
                  <a:lnTo>
                    <a:pt x="44609" y="1040867"/>
                  </a:lnTo>
                  <a:lnTo>
                    <a:pt x="74348" y="788085"/>
                  </a:lnTo>
                  <a:lnTo>
                    <a:pt x="386608" y="669129"/>
                  </a:lnTo>
                  <a:lnTo>
                    <a:pt x="490695" y="594781"/>
                  </a:lnTo>
                  <a:lnTo>
                    <a:pt x="490695" y="579912"/>
                  </a:lnTo>
                  <a:lnTo>
                    <a:pt x="490695" y="565042"/>
                  </a:lnTo>
                  <a:lnTo>
                    <a:pt x="460956" y="520434"/>
                  </a:lnTo>
                  <a:lnTo>
                    <a:pt x="431217" y="475825"/>
                  </a:lnTo>
                  <a:lnTo>
                    <a:pt x="416347" y="460956"/>
                  </a:lnTo>
                  <a:lnTo>
                    <a:pt x="401478" y="460956"/>
                  </a:lnTo>
                  <a:lnTo>
                    <a:pt x="386608" y="416347"/>
                  </a:lnTo>
                  <a:lnTo>
                    <a:pt x="356869" y="356869"/>
                  </a:lnTo>
                  <a:lnTo>
                    <a:pt x="386608" y="341999"/>
                  </a:lnTo>
                  <a:lnTo>
                    <a:pt x="401478" y="341999"/>
                  </a:lnTo>
                  <a:lnTo>
                    <a:pt x="386608" y="327130"/>
                  </a:lnTo>
                  <a:lnTo>
                    <a:pt x="371738" y="327130"/>
                  </a:lnTo>
                  <a:lnTo>
                    <a:pt x="371738" y="297391"/>
                  </a:lnTo>
                  <a:lnTo>
                    <a:pt x="371738" y="223043"/>
                  </a:lnTo>
                  <a:lnTo>
                    <a:pt x="371738" y="133826"/>
                  </a:lnTo>
                  <a:lnTo>
                    <a:pt x="416347" y="74348"/>
                  </a:lnTo>
                  <a:lnTo>
                    <a:pt x="490695" y="1487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endParaRPr>
            </a:p>
          </p:txBody>
        </p:sp>
      </p:grpSp>
      <p:grpSp>
        <p:nvGrpSpPr>
          <p:cNvPr id="21" name="Group 20"/>
          <p:cNvGrpSpPr/>
          <p:nvPr/>
        </p:nvGrpSpPr>
        <p:grpSpPr>
          <a:xfrm>
            <a:off x="8866226" y="3591438"/>
            <a:ext cx="901768" cy="901768"/>
            <a:chOff x="7644430" y="3691775"/>
            <a:chExt cx="901768" cy="901768"/>
          </a:xfrm>
        </p:grpSpPr>
        <p:sp>
          <p:nvSpPr>
            <p:cNvPr id="22" name="Oval 21"/>
            <p:cNvSpPr/>
            <p:nvPr/>
          </p:nvSpPr>
          <p:spPr>
            <a:xfrm>
              <a:off x="7644430" y="3691775"/>
              <a:ext cx="901768" cy="9017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grpSp>
          <p:nvGrpSpPr>
            <p:cNvPr id="23" name="Group 22"/>
            <p:cNvGrpSpPr/>
            <p:nvPr/>
          </p:nvGrpSpPr>
          <p:grpSpPr>
            <a:xfrm>
              <a:off x="7907783" y="3967092"/>
              <a:ext cx="375061" cy="374912"/>
              <a:chOff x="0" y="1588"/>
              <a:chExt cx="4016375" cy="4014787"/>
            </a:xfrm>
            <a:solidFill>
              <a:schemeClr val="bg1"/>
            </a:solidFill>
          </p:grpSpPr>
          <p:sp>
            <p:nvSpPr>
              <p:cNvPr id="24" name="Freeform 48"/>
              <p:cNvSpPr>
                <a:spLocks noEditPoints="1"/>
              </p:cNvSpPr>
              <p:nvPr/>
            </p:nvSpPr>
            <p:spPr bwMode="auto">
              <a:xfrm>
                <a:off x="0" y="1588"/>
                <a:ext cx="4016375" cy="4014787"/>
              </a:xfrm>
              <a:custGeom>
                <a:avLst/>
                <a:gdLst>
                  <a:gd name="T0" fmla="*/ 690 w 1068"/>
                  <a:gd name="T1" fmla="*/ 335 h 1068"/>
                  <a:gd name="T2" fmla="*/ 534 w 1068"/>
                  <a:gd name="T3" fmla="*/ 0 h 1068"/>
                  <a:gd name="T4" fmla="*/ 301 w 1068"/>
                  <a:gd name="T5" fmla="*/ 342 h 1068"/>
                  <a:gd name="T6" fmla="*/ 267 w 1068"/>
                  <a:gd name="T7" fmla="*/ 360 h 1068"/>
                  <a:gd name="T8" fmla="*/ 100 w 1068"/>
                  <a:gd name="T9" fmla="*/ 334 h 1068"/>
                  <a:gd name="T10" fmla="*/ 0 w 1068"/>
                  <a:gd name="T11" fmla="*/ 968 h 1068"/>
                  <a:gd name="T12" fmla="*/ 201 w 1068"/>
                  <a:gd name="T13" fmla="*/ 1068 h 1068"/>
                  <a:gd name="T14" fmla="*/ 291 w 1068"/>
                  <a:gd name="T15" fmla="*/ 1011 h 1068"/>
                  <a:gd name="T16" fmla="*/ 301 w 1068"/>
                  <a:gd name="T17" fmla="*/ 1013 h 1068"/>
                  <a:gd name="T18" fmla="*/ 635 w 1068"/>
                  <a:gd name="T19" fmla="*/ 1068 h 1068"/>
                  <a:gd name="T20" fmla="*/ 937 w 1068"/>
                  <a:gd name="T21" fmla="*/ 1004 h 1068"/>
                  <a:gd name="T22" fmla="*/ 952 w 1068"/>
                  <a:gd name="T23" fmla="*/ 909 h 1068"/>
                  <a:gd name="T24" fmla="*/ 1007 w 1068"/>
                  <a:gd name="T25" fmla="*/ 732 h 1068"/>
                  <a:gd name="T26" fmla="*/ 1039 w 1068"/>
                  <a:gd name="T27" fmla="*/ 560 h 1068"/>
                  <a:gd name="T28" fmla="*/ 1068 w 1068"/>
                  <a:gd name="T29" fmla="*/ 481 h 1068"/>
                  <a:gd name="T30" fmla="*/ 974 w 1068"/>
                  <a:gd name="T31" fmla="*/ 349 h 1068"/>
                  <a:gd name="T32" fmla="*/ 201 w 1068"/>
                  <a:gd name="T33" fmla="*/ 1001 h 1068"/>
                  <a:gd name="T34" fmla="*/ 67 w 1068"/>
                  <a:gd name="T35" fmla="*/ 968 h 1068"/>
                  <a:gd name="T36" fmla="*/ 100 w 1068"/>
                  <a:gd name="T37" fmla="*/ 401 h 1068"/>
                  <a:gd name="T38" fmla="*/ 234 w 1068"/>
                  <a:gd name="T39" fmla="*/ 434 h 1068"/>
                  <a:gd name="T40" fmla="*/ 1001 w 1068"/>
                  <a:gd name="T41" fmla="*/ 485 h 1068"/>
                  <a:gd name="T42" fmla="*/ 868 w 1068"/>
                  <a:gd name="T43" fmla="*/ 534 h 1068"/>
                  <a:gd name="T44" fmla="*/ 868 w 1068"/>
                  <a:gd name="T45" fmla="*/ 567 h 1068"/>
                  <a:gd name="T46" fmla="*/ 986 w 1068"/>
                  <a:gd name="T47" fmla="*/ 629 h 1068"/>
                  <a:gd name="T48" fmla="*/ 835 w 1068"/>
                  <a:gd name="T49" fmla="*/ 701 h 1068"/>
                  <a:gd name="T50" fmla="*/ 835 w 1068"/>
                  <a:gd name="T51" fmla="*/ 734 h 1068"/>
                  <a:gd name="T52" fmla="*/ 944 w 1068"/>
                  <a:gd name="T53" fmla="*/ 803 h 1068"/>
                  <a:gd name="T54" fmla="*/ 801 w 1068"/>
                  <a:gd name="T55" fmla="*/ 868 h 1068"/>
                  <a:gd name="T56" fmla="*/ 801 w 1068"/>
                  <a:gd name="T57" fmla="*/ 901 h 1068"/>
                  <a:gd name="T58" fmla="*/ 888 w 1068"/>
                  <a:gd name="T59" fmla="*/ 948 h 1068"/>
                  <a:gd name="T60" fmla="*/ 818 w 1068"/>
                  <a:gd name="T61" fmla="*/ 1001 h 1068"/>
                  <a:gd name="T62" fmla="*/ 450 w 1068"/>
                  <a:gd name="T63" fmla="*/ 980 h 1068"/>
                  <a:gd name="T64" fmla="*/ 268 w 1068"/>
                  <a:gd name="T65" fmla="*/ 914 h 1068"/>
                  <a:gd name="T66" fmla="*/ 294 w 1068"/>
                  <a:gd name="T67" fmla="*/ 418 h 1068"/>
                  <a:gd name="T68" fmla="*/ 501 w 1068"/>
                  <a:gd name="T69" fmla="*/ 100 h 1068"/>
                  <a:gd name="T70" fmla="*/ 632 w 1068"/>
                  <a:gd name="T71" fmla="*/ 225 h 1068"/>
                  <a:gd name="T72" fmla="*/ 962 w 1068"/>
                  <a:gd name="T73" fmla="*/ 413 h 1068"/>
                  <a:gd name="T74" fmla="*/ 1001 w 1068"/>
                  <a:gd name="T75" fmla="*/ 485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8" h="1068">
                    <a:moveTo>
                      <a:pt x="974" y="349"/>
                    </a:moveTo>
                    <a:cubicBezTo>
                      <a:pt x="932" y="339"/>
                      <a:pt x="834" y="339"/>
                      <a:pt x="690" y="335"/>
                    </a:cubicBezTo>
                    <a:cubicBezTo>
                      <a:pt x="697" y="304"/>
                      <a:pt x="699" y="275"/>
                      <a:pt x="699" y="225"/>
                    </a:cubicBezTo>
                    <a:cubicBezTo>
                      <a:pt x="699" y="105"/>
                      <a:pt x="611" y="0"/>
                      <a:pt x="534" y="0"/>
                    </a:cubicBezTo>
                    <a:cubicBezTo>
                      <a:pt x="480" y="0"/>
                      <a:pt x="435" y="45"/>
                      <a:pt x="434" y="99"/>
                    </a:cubicBezTo>
                    <a:cubicBezTo>
                      <a:pt x="433" y="167"/>
                      <a:pt x="413" y="283"/>
                      <a:pt x="301" y="342"/>
                    </a:cubicBezTo>
                    <a:cubicBezTo>
                      <a:pt x="292" y="346"/>
                      <a:pt x="269" y="357"/>
                      <a:pt x="265" y="359"/>
                    </a:cubicBezTo>
                    <a:cubicBezTo>
                      <a:pt x="267" y="360"/>
                      <a:pt x="267" y="360"/>
                      <a:pt x="267" y="360"/>
                    </a:cubicBezTo>
                    <a:cubicBezTo>
                      <a:pt x="250" y="345"/>
                      <a:pt x="225" y="334"/>
                      <a:pt x="201" y="334"/>
                    </a:cubicBezTo>
                    <a:cubicBezTo>
                      <a:pt x="100" y="334"/>
                      <a:pt x="100" y="334"/>
                      <a:pt x="100" y="334"/>
                    </a:cubicBezTo>
                    <a:cubicBezTo>
                      <a:pt x="45" y="334"/>
                      <a:pt x="0" y="379"/>
                      <a:pt x="0" y="434"/>
                    </a:cubicBezTo>
                    <a:cubicBezTo>
                      <a:pt x="0" y="968"/>
                      <a:pt x="0" y="968"/>
                      <a:pt x="0" y="968"/>
                    </a:cubicBezTo>
                    <a:cubicBezTo>
                      <a:pt x="0" y="1023"/>
                      <a:pt x="45" y="1068"/>
                      <a:pt x="100" y="1068"/>
                    </a:cubicBezTo>
                    <a:cubicBezTo>
                      <a:pt x="201" y="1068"/>
                      <a:pt x="201" y="1068"/>
                      <a:pt x="201" y="1068"/>
                    </a:cubicBezTo>
                    <a:cubicBezTo>
                      <a:pt x="240" y="1068"/>
                      <a:pt x="273" y="1044"/>
                      <a:pt x="290" y="1010"/>
                    </a:cubicBezTo>
                    <a:cubicBezTo>
                      <a:pt x="290" y="1011"/>
                      <a:pt x="291" y="1011"/>
                      <a:pt x="291" y="1011"/>
                    </a:cubicBezTo>
                    <a:cubicBezTo>
                      <a:pt x="293" y="1011"/>
                      <a:pt x="296" y="1012"/>
                      <a:pt x="299" y="1013"/>
                    </a:cubicBezTo>
                    <a:cubicBezTo>
                      <a:pt x="300" y="1013"/>
                      <a:pt x="300" y="1013"/>
                      <a:pt x="301" y="1013"/>
                    </a:cubicBezTo>
                    <a:cubicBezTo>
                      <a:pt x="320" y="1018"/>
                      <a:pt x="357" y="1027"/>
                      <a:pt x="436" y="1045"/>
                    </a:cubicBezTo>
                    <a:cubicBezTo>
                      <a:pt x="453" y="1049"/>
                      <a:pt x="542" y="1068"/>
                      <a:pt x="635" y="1068"/>
                    </a:cubicBezTo>
                    <a:cubicBezTo>
                      <a:pt x="818" y="1068"/>
                      <a:pt x="818" y="1068"/>
                      <a:pt x="818" y="1068"/>
                    </a:cubicBezTo>
                    <a:cubicBezTo>
                      <a:pt x="873" y="1068"/>
                      <a:pt x="913" y="1047"/>
                      <a:pt x="937" y="1004"/>
                    </a:cubicBezTo>
                    <a:cubicBezTo>
                      <a:pt x="938" y="1003"/>
                      <a:pt x="945" y="988"/>
                      <a:pt x="952" y="968"/>
                    </a:cubicBezTo>
                    <a:cubicBezTo>
                      <a:pt x="956" y="952"/>
                      <a:pt x="958" y="931"/>
                      <a:pt x="952" y="909"/>
                    </a:cubicBezTo>
                    <a:cubicBezTo>
                      <a:pt x="988" y="884"/>
                      <a:pt x="1000" y="847"/>
                      <a:pt x="1007" y="823"/>
                    </a:cubicBezTo>
                    <a:cubicBezTo>
                      <a:pt x="1020" y="783"/>
                      <a:pt x="1016" y="753"/>
                      <a:pt x="1007" y="732"/>
                    </a:cubicBezTo>
                    <a:cubicBezTo>
                      <a:pt x="1027" y="713"/>
                      <a:pt x="1045" y="684"/>
                      <a:pt x="1052" y="640"/>
                    </a:cubicBezTo>
                    <a:cubicBezTo>
                      <a:pt x="1056" y="612"/>
                      <a:pt x="1052" y="584"/>
                      <a:pt x="1039" y="560"/>
                    </a:cubicBezTo>
                    <a:cubicBezTo>
                      <a:pt x="1058" y="539"/>
                      <a:pt x="1066" y="513"/>
                      <a:pt x="1067" y="488"/>
                    </a:cubicBezTo>
                    <a:cubicBezTo>
                      <a:pt x="1068" y="481"/>
                      <a:pt x="1068" y="481"/>
                      <a:pt x="1068" y="481"/>
                    </a:cubicBezTo>
                    <a:cubicBezTo>
                      <a:pt x="1068" y="476"/>
                      <a:pt x="1068" y="474"/>
                      <a:pt x="1068" y="464"/>
                    </a:cubicBezTo>
                    <a:cubicBezTo>
                      <a:pt x="1068" y="422"/>
                      <a:pt x="1039" y="368"/>
                      <a:pt x="974" y="349"/>
                    </a:cubicBezTo>
                    <a:close/>
                    <a:moveTo>
                      <a:pt x="234" y="968"/>
                    </a:moveTo>
                    <a:cubicBezTo>
                      <a:pt x="234" y="986"/>
                      <a:pt x="219" y="1001"/>
                      <a:pt x="201" y="1001"/>
                    </a:cubicBezTo>
                    <a:cubicBezTo>
                      <a:pt x="100" y="1001"/>
                      <a:pt x="100" y="1001"/>
                      <a:pt x="100" y="1001"/>
                    </a:cubicBezTo>
                    <a:cubicBezTo>
                      <a:pt x="82" y="1001"/>
                      <a:pt x="67" y="986"/>
                      <a:pt x="67" y="968"/>
                    </a:cubicBezTo>
                    <a:cubicBezTo>
                      <a:pt x="67" y="434"/>
                      <a:pt x="67" y="434"/>
                      <a:pt x="67" y="434"/>
                    </a:cubicBezTo>
                    <a:cubicBezTo>
                      <a:pt x="67" y="415"/>
                      <a:pt x="82" y="401"/>
                      <a:pt x="100" y="401"/>
                    </a:cubicBezTo>
                    <a:cubicBezTo>
                      <a:pt x="201" y="401"/>
                      <a:pt x="201" y="401"/>
                      <a:pt x="201" y="401"/>
                    </a:cubicBezTo>
                    <a:cubicBezTo>
                      <a:pt x="219" y="401"/>
                      <a:pt x="234" y="415"/>
                      <a:pt x="234" y="434"/>
                    </a:cubicBezTo>
                    <a:lnTo>
                      <a:pt x="234" y="968"/>
                    </a:lnTo>
                    <a:close/>
                    <a:moveTo>
                      <a:pt x="1001" y="485"/>
                    </a:moveTo>
                    <a:cubicBezTo>
                      <a:pt x="1000" y="502"/>
                      <a:pt x="993" y="534"/>
                      <a:pt x="935" y="534"/>
                    </a:cubicBezTo>
                    <a:cubicBezTo>
                      <a:pt x="885" y="534"/>
                      <a:pt x="868" y="534"/>
                      <a:pt x="868" y="534"/>
                    </a:cubicBezTo>
                    <a:cubicBezTo>
                      <a:pt x="859" y="534"/>
                      <a:pt x="851" y="541"/>
                      <a:pt x="851" y="551"/>
                    </a:cubicBezTo>
                    <a:cubicBezTo>
                      <a:pt x="851" y="560"/>
                      <a:pt x="859" y="567"/>
                      <a:pt x="868" y="567"/>
                    </a:cubicBezTo>
                    <a:cubicBezTo>
                      <a:pt x="868" y="567"/>
                      <a:pt x="883" y="567"/>
                      <a:pt x="933" y="567"/>
                    </a:cubicBezTo>
                    <a:cubicBezTo>
                      <a:pt x="983" y="567"/>
                      <a:pt x="989" y="609"/>
                      <a:pt x="986" y="629"/>
                    </a:cubicBezTo>
                    <a:cubicBezTo>
                      <a:pt x="982" y="654"/>
                      <a:pt x="970" y="701"/>
                      <a:pt x="914" y="701"/>
                    </a:cubicBezTo>
                    <a:cubicBezTo>
                      <a:pt x="858" y="701"/>
                      <a:pt x="835" y="701"/>
                      <a:pt x="835" y="701"/>
                    </a:cubicBezTo>
                    <a:cubicBezTo>
                      <a:pt x="825" y="701"/>
                      <a:pt x="818" y="708"/>
                      <a:pt x="818" y="718"/>
                    </a:cubicBezTo>
                    <a:cubicBezTo>
                      <a:pt x="818" y="727"/>
                      <a:pt x="825" y="734"/>
                      <a:pt x="835" y="734"/>
                    </a:cubicBezTo>
                    <a:cubicBezTo>
                      <a:pt x="835" y="734"/>
                      <a:pt x="874" y="734"/>
                      <a:pt x="900" y="734"/>
                    </a:cubicBezTo>
                    <a:cubicBezTo>
                      <a:pt x="957" y="734"/>
                      <a:pt x="952" y="777"/>
                      <a:pt x="944" y="803"/>
                    </a:cubicBezTo>
                    <a:cubicBezTo>
                      <a:pt x="933" y="837"/>
                      <a:pt x="926" y="868"/>
                      <a:pt x="856" y="868"/>
                    </a:cubicBezTo>
                    <a:cubicBezTo>
                      <a:pt x="831" y="868"/>
                      <a:pt x="801" y="868"/>
                      <a:pt x="801" y="868"/>
                    </a:cubicBezTo>
                    <a:cubicBezTo>
                      <a:pt x="792" y="868"/>
                      <a:pt x="784" y="875"/>
                      <a:pt x="784" y="884"/>
                    </a:cubicBezTo>
                    <a:cubicBezTo>
                      <a:pt x="784" y="894"/>
                      <a:pt x="792" y="901"/>
                      <a:pt x="801" y="901"/>
                    </a:cubicBezTo>
                    <a:cubicBezTo>
                      <a:pt x="801" y="901"/>
                      <a:pt x="824" y="901"/>
                      <a:pt x="853" y="901"/>
                    </a:cubicBezTo>
                    <a:cubicBezTo>
                      <a:pt x="890" y="901"/>
                      <a:pt x="892" y="936"/>
                      <a:pt x="888" y="948"/>
                    </a:cubicBezTo>
                    <a:cubicBezTo>
                      <a:pt x="884" y="962"/>
                      <a:pt x="879" y="972"/>
                      <a:pt x="878" y="972"/>
                    </a:cubicBezTo>
                    <a:cubicBezTo>
                      <a:pt x="868" y="990"/>
                      <a:pt x="852" y="1001"/>
                      <a:pt x="818" y="1001"/>
                    </a:cubicBezTo>
                    <a:cubicBezTo>
                      <a:pt x="635" y="1001"/>
                      <a:pt x="635" y="1001"/>
                      <a:pt x="635" y="1001"/>
                    </a:cubicBezTo>
                    <a:cubicBezTo>
                      <a:pt x="544" y="1001"/>
                      <a:pt x="453" y="980"/>
                      <a:pt x="450" y="980"/>
                    </a:cubicBezTo>
                    <a:cubicBezTo>
                      <a:pt x="312" y="948"/>
                      <a:pt x="304" y="946"/>
                      <a:pt x="296" y="943"/>
                    </a:cubicBezTo>
                    <a:cubicBezTo>
                      <a:pt x="296" y="943"/>
                      <a:pt x="268" y="938"/>
                      <a:pt x="268" y="914"/>
                    </a:cubicBezTo>
                    <a:cubicBezTo>
                      <a:pt x="267" y="453"/>
                      <a:pt x="267" y="453"/>
                      <a:pt x="267" y="453"/>
                    </a:cubicBezTo>
                    <a:cubicBezTo>
                      <a:pt x="267" y="437"/>
                      <a:pt x="277" y="423"/>
                      <a:pt x="294" y="418"/>
                    </a:cubicBezTo>
                    <a:cubicBezTo>
                      <a:pt x="296" y="417"/>
                      <a:pt x="299" y="416"/>
                      <a:pt x="301" y="415"/>
                    </a:cubicBezTo>
                    <a:cubicBezTo>
                      <a:pt x="453" y="352"/>
                      <a:pt x="500" y="214"/>
                      <a:pt x="501" y="100"/>
                    </a:cubicBezTo>
                    <a:cubicBezTo>
                      <a:pt x="501" y="84"/>
                      <a:pt x="513" y="67"/>
                      <a:pt x="534" y="67"/>
                    </a:cubicBezTo>
                    <a:cubicBezTo>
                      <a:pt x="570" y="67"/>
                      <a:pt x="632" y="138"/>
                      <a:pt x="632" y="225"/>
                    </a:cubicBezTo>
                    <a:cubicBezTo>
                      <a:pt x="632" y="304"/>
                      <a:pt x="629" y="318"/>
                      <a:pt x="601" y="401"/>
                    </a:cubicBezTo>
                    <a:cubicBezTo>
                      <a:pt x="935" y="401"/>
                      <a:pt x="932" y="405"/>
                      <a:pt x="962" y="413"/>
                    </a:cubicBezTo>
                    <a:cubicBezTo>
                      <a:pt x="998" y="423"/>
                      <a:pt x="1002" y="454"/>
                      <a:pt x="1002" y="464"/>
                    </a:cubicBezTo>
                    <a:cubicBezTo>
                      <a:pt x="1002" y="476"/>
                      <a:pt x="1001" y="474"/>
                      <a:pt x="1001" y="48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sp>
            <p:nvSpPr>
              <p:cNvPr id="25" name="Freeform 49"/>
              <p:cNvSpPr>
                <a:spLocks noEditPoints="1"/>
              </p:cNvSpPr>
              <p:nvPr/>
            </p:nvSpPr>
            <p:spPr bwMode="auto">
              <a:xfrm>
                <a:off x="376238" y="3263900"/>
                <a:ext cx="379413" cy="376237"/>
              </a:xfrm>
              <a:custGeom>
                <a:avLst/>
                <a:gdLst>
                  <a:gd name="T0" fmla="*/ 50 w 101"/>
                  <a:gd name="T1" fmla="*/ 0 h 100"/>
                  <a:gd name="T2" fmla="*/ 0 w 101"/>
                  <a:gd name="T3" fmla="*/ 50 h 100"/>
                  <a:gd name="T4" fmla="*/ 50 w 101"/>
                  <a:gd name="T5" fmla="*/ 100 h 100"/>
                  <a:gd name="T6" fmla="*/ 101 w 101"/>
                  <a:gd name="T7" fmla="*/ 50 h 100"/>
                  <a:gd name="T8" fmla="*/ 50 w 101"/>
                  <a:gd name="T9" fmla="*/ 0 h 100"/>
                  <a:gd name="T10" fmla="*/ 50 w 101"/>
                  <a:gd name="T11" fmla="*/ 67 h 100"/>
                  <a:gd name="T12" fmla="*/ 34 w 101"/>
                  <a:gd name="T13" fmla="*/ 50 h 100"/>
                  <a:gd name="T14" fmla="*/ 50 w 101"/>
                  <a:gd name="T15" fmla="*/ 33 h 100"/>
                  <a:gd name="T16" fmla="*/ 67 w 101"/>
                  <a:gd name="T17" fmla="*/ 50 h 100"/>
                  <a:gd name="T18" fmla="*/ 50 w 101"/>
                  <a:gd name="T19" fmla="*/ 6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23" y="0"/>
                      <a:pt x="0" y="22"/>
                      <a:pt x="0" y="50"/>
                    </a:cubicBezTo>
                    <a:cubicBezTo>
                      <a:pt x="0" y="77"/>
                      <a:pt x="23" y="100"/>
                      <a:pt x="50" y="100"/>
                    </a:cubicBezTo>
                    <a:cubicBezTo>
                      <a:pt x="78" y="100"/>
                      <a:pt x="101" y="77"/>
                      <a:pt x="101" y="50"/>
                    </a:cubicBezTo>
                    <a:cubicBezTo>
                      <a:pt x="101" y="22"/>
                      <a:pt x="78" y="0"/>
                      <a:pt x="50" y="0"/>
                    </a:cubicBezTo>
                    <a:close/>
                    <a:moveTo>
                      <a:pt x="50" y="67"/>
                    </a:moveTo>
                    <a:cubicBezTo>
                      <a:pt x="41" y="67"/>
                      <a:pt x="34" y="59"/>
                      <a:pt x="34" y="50"/>
                    </a:cubicBezTo>
                    <a:cubicBezTo>
                      <a:pt x="34" y="41"/>
                      <a:pt x="41" y="33"/>
                      <a:pt x="50" y="33"/>
                    </a:cubicBezTo>
                    <a:cubicBezTo>
                      <a:pt x="60" y="33"/>
                      <a:pt x="67" y="41"/>
                      <a:pt x="67" y="50"/>
                    </a:cubicBezTo>
                    <a:cubicBezTo>
                      <a:pt x="67" y="59"/>
                      <a:pt x="60" y="67"/>
                      <a:pt x="50" y="6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grpSp>
      </p:grpSp>
      <p:sp>
        <p:nvSpPr>
          <p:cNvPr id="39" name="TextBox 38"/>
          <p:cNvSpPr txBox="1"/>
          <p:nvPr/>
        </p:nvSpPr>
        <p:spPr>
          <a:xfrm>
            <a:off x="9767994" y="3298592"/>
            <a:ext cx="2264846" cy="1815882"/>
          </a:xfrm>
          <a:prstGeom prst="rect">
            <a:avLst/>
          </a:prstGeom>
          <a:noFill/>
        </p:spPr>
        <p:txBody>
          <a:bodyPr wrap="square" rtlCol="0">
            <a:spAutoFit/>
          </a:bodyPr>
          <a:lstStyle/>
          <a:p>
            <a:pPr algn="ctr" fontAlgn="auto">
              <a:spcBef>
                <a:spcPts val="0"/>
              </a:spcBef>
              <a:spcAft>
                <a:spcPts val="0"/>
              </a:spcAft>
            </a:pPr>
            <a:r>
              <a:rPr lang="ar-JO" sz="2800" b="1" dirty="0"/>
              <a:t>أجهزة حاسوب مربوطة بشبكة داخلية وبشبكة الانترنت</a:t>
            </a:r>
            <a:endParaRPr lang="en-US" sz="2800" b="1" dirty="0">
              <a:solidFill>
                <a:prstClr val="white">
                  <a:lumMod val="65000"/>
                </a:prstClr>
              </a:solidFill>
              <a:latin typeface="Roboto Lt"/>
            </a:endParaRPr>
          </a:p>
        </p:txBody>
      </p:sp>
      <p:sp>
        <p:nvSpPr>
          <p:cNvPr id="48" name="TextBox 47"/>
          <p:cNvSpPr txBox="1"/>
          <p:nvPr/>
        </p:nvSpPr>
        <p:spPr>
          <a:xfrm>
            <a:off x="623142" y="3903181"/>
            <a:ext cx="1847113" cy="523220"/>
          </a:xfrm>
          <a:prstGeom prst="rect">
            <a:avLst/>
          </a:prstGeom>
          <a:noFill/>
        </p:spPr>
        <p:txBody>
          <a:bodyPr wrap="square" rtlCol="0">
            <a:spAutoFit/>
          </a:bodyPr>
          <a:lstStyle/>
          <a:p>
            <a:pPr algn="ctr" rtl="1"/>
            <a:r>
              <a:rPr lang="ar-JO" sz="2800" b="1" dirty="0"/>
              <a:t>البنية التحتية</a:t>
            </a:r>
            <a:endParaRPr lang="en-US" sz="2800" b="1" dirty="0"/>
          </a:p>
        </p:txBody>
      </p:sp>
      <p:cxnSp>
        <p:nvCxnSpPr>
          <p:cNvPr id="66" name="Straight Connector 65"/>
          <p:cNvCxnSpPr/>
          <p:nvPr/>
        </p:nvCxnSpPr>
        <p:spPr>
          <a:xfrm>
            <a:off x="3642203" y="4109871"/>
            <a:ext cx="582542" cy="0"/>
          </a:xfrm>
          <a:prstGeom prst="line">
            <a:avLst/>
          </a:prstGeom>
          <a:ln w="12700">
            <a:solidFill>
              <a:schemeClr val="bg1">
                <a:lumMod val="75000"/>
              </a:schemeClr>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8211126" y="4057322"/>
            <a:ext cx="582542" cy="0"/>
          </a:xfrm>
          <a:prstGeom prst="line">
            <a:avLst/>
          </a:prstGeom>
          <a:ln w="12700">
            <a:solidFill>
              <a:schemeClr val="bg1">
                <a:lumMod val="75000"/>
              </a:schemeClr>
            </a:solidFill>
            <a:prstDash val="dash"/>
            <a:headEnd type="none"/>
            <a:tailEnd type="oval"/>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2670537" y="3643987"/>
            <a:ext cx="901768" cy="901768"/>
            <a:chOff x="2670537" y="3643987"/>
            <a:chExt cx="901768" cy="901768"/>
          </a:xfrm>
        </p:grpSpPr>
        <p:sp>
          <p:nvSpPr>
            <p:cNvPr id="32" name="Oval 31"/>
            <p:cNvSpPr/>
            <p:nvPr/>
          </p:nvSpPr>
          <p:spPr>
            <a:xfrm>
              <a:off x="2670537" y="3643987"/>
              <a:ext cx="901768" cy="9017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70" name="Freeform 37"/>
            <p:cNvSpPr>
              <a:spLocks noEditPoints="1"/>
            </p:cNvSpPr>
            <p:nvPr/>
          </p:nvSpPr>
          <p:spPr bwMode="auto">
            <a:xfrm>
              <a:off x="2933962" y="3908360"/>
              <a:ext cx="369725" cy="367162"/>
            </a:xfrm>
            <a:custGeom>
              <a:avLst/>
              <a:gdLst>
                <a:gd name="T0" fmla="*/ 0 w 120"/>
                <a:gd name="T1" fmla="*/ 60 h 120"/>
                <a:gd name="T2" fmla="*/ 120 w 120"/>
                <a:gd name="T3" fmla="*/ 60 h 120"/>
                <a:gd name="T4" fmla="*/ 83 w 120"/>
                <a:gd name="T5" fmla="*/ 24 h 120"/>
                <a:gd name="T6" fmla="*/ 86 w 120"/>
                <a:gd name="T7" fmla="*/ 14 h 120"/>
                <a:gd name="T8" fmla="*/ 86 w 120"/>
                <a:gd name="T9" fmla="*/ 28 h 120"/>
                <a:gd name="T10" fmla="*/ 47 w 120"/>
                <a:gd name="T11" fmla="*/ 77 h 120"/>
                <a:gd name="T12" fmla="*/ 41 w 120"/>
                <a:gd name="T13" fmla="*/ 88 h 120"/>
                <a:gd name="T14" fmla="*/ 38 w 120"/>
                <a:gd name="T15" fmla="*/ 95 h 120"/>
                <a:gd name="T16" fmla="*/ 37 w 120"/>
                <a:gd name="T17" fmla="*/ 110 h 120"/>
                <a:gd name="T18" fmla="*/ 31 w 120"/>
                <a:gd name="T19" fmla="*/ 99 h 120"/>
                <a:gd name="T20" fmla="*/ 26 w 120"/>
                <a:gd name="T21" fmla="*/ 89 h 120"/>
                <a:gd name="T22" fmla="*/ 17 w 120"/>
                <a:gd name="T23" fmla="*/ 82 h 120"/>
                <a:gd name="T24" fmla="*/ 16 w 120"/>
                <a:gd name="T25" fmla="*/ 68 h 120"/>
                <a:gd name="T26" fmla="*/ 15 w 120"/>
                <a:gd name="T27" fmla="*/ 60 h 120"/>
                <a:gd name="T28" fmla="*/ 10 w 120"/>
                <a:gd name="T29" fmla="*/ 54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8 w 120"/>
                <a:gd name="T49" fmla="*/ 43 h 120"/>
                <a:gd name="T50" fmla="*/ 33 w 120"/>
                <a:gd name="T51" fmla="*/ 49 h 120"/>
                <a:gd name="T52" fmla="*/ 29 w 120"/>
                <a:gd name="T53" fmla="*/ 51 h 120"/>
                <a:gd name="T54" fmla="*/ 21 w 120"/>
                <a:gd name="T55" fmla="*/ 49 h 120"/>
                <a:gd name="T56" fmla="*/ 15 w 120"/>
                <a:gd name="T57" fmla="*/ 54 h 120"/>
                <a:gd name="T58" fmla="*/ 16 w 120"/>
                <a:gd name="T59" fmla="*/ 58 h 120"/>
                <a:gd name="T60" fmla="*/ 27 w 120"/>
                <a:gd name="T61" fmla="*/ 62 h 120"/>
                <a:gd name="T62" fmla="*/ 41 w 120"/>
                <a:gd name="T63" fmla="*/ 66 h 120"/>
                <a:gd name="T64" fmla="*/ 47 w 120"/>
                <a:gd name="T65" fmla="*/ 77 h 120"/>
                <a:gd name="T66" fmla="*/ 55 w 120"/>
                <a:gd name="T67" fmla="*/ 21 h 120"/>
                <a:gd name="T68" fmla="*/ 44 w 120"/>
                <a:gd name="T69" fmla="*/ 15 h 120"/>
                <a:gd name="T70" fmla="*/ 63 w 120"/>
                <a:gd name="T71" fmla="*/ 10 h 120"/>
                <a:gd name="T72" fmla="*/ 107 w 120"/>
                <a:gd name="T73" fmla="*/ 62 h 120"/>
                <a:gd name="T74" fmla="*/ 92 w 120"/>
                <a:gd name="T75" fmla="*/ 102 h 120"/>
                <a:gd name="T76" fmla="*/ 91 w 120"/>
                <a:gd name="T77" fmla="*/ 92 h 120"/>
                <a:gd name="T78" fmla="*/ 84 w 120"/>
                <a:gd name="T79" fmla="*/ 81 h 120"/>
                <a:gd name="T80" fmla="*/ 66 w 120"/>
                <a:gd name="T81" fmla="*/ 67 h 120"/>
                <a:gd name="T82" fmla="*/ 97 w 120"/>
                <a:gd name="T83" fmla="*/ 56 h 120"/>
                <a:gd name="T84" fmla="*/ 105 w 120"/>
                <a:gd name="T85" fmla="*/ 49 h 120"/>
                <a:gd name="T86" fmla="*/ 93 w 120"/>
                <a:gd name="T87" fmla="*/ 39 h 120"/>
                <a:gd name="T88" fmla="*/ 91 w 120"/>
                <a:gd name="T89" fmla="*/ 52 h 120"/>
                <a:gd name="T90" fmla="*/ 79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3" y="24"/>
                  </a:moveTo>
                  <a:cubicBezTo>
                    <a:pt x="87" y="21"/>
                    <a:pt x="87" y="21"/>
                    <a:pt x="87" y="21"/>
                  </a:cubicBezTo>
                  <a:cubicBezTo>
                    <a:pt x="87" y="21"/>
                    <a:pt x="85" y="17"/>
                    <a:pt x="86" y="14"/>
                  </a:cubicBezTo>
                  <a:cubicBezTo>
                    <a:pt x="87" y="14"/>
                    <a:pt x="91" y="16"/>
                    <a:pt x="94" y="20"/>
                  </a:cubicBezTo>
                  <a:cubicBezTo>
                    <a:pt x="92" y="29"/>
                    <a:pt x="86" y="28"/>
                    <a:pt x="86" y="28"/>
                  </a:cubicBezTo>
                  <a:cubicBezTo>
                    <a:pt x="86" y="28"/>
                    <a:pt x="82" y="28"/>
                    <a:pt x="83" y="24"/>
                  </a:cubicBezTo>
                  <a:close/>
                  <a:moveTo>
                    <a:pt x="47" y="77"/>
                  </a:moveTo>
                  <a:cubicBezTo>
                    <a:pt x="46" y="78"/>
                    <a:pt x="45" y="81"/>
                    <a:pt x="44" y="84"/>
                  </a:cubicBezTo>
                  <a:cubicBezTo>
                    <a:pt x="43" y="86"/>
                    <a:pt x="42" y="87"/>
                    <a:pt x="41" y="88"/>
                  </a:cubicBezTo>
                  <a:cubicBezTo>
                    <a:pt x="39" y="89"/>
                    <a:pt x="39" y="91"/>
                    <a:pt x="39" y="91"/>
                  </a:cubicBezTo>
                  <a:cubicBezTo>
                    <a:pt x="38" y="95"/>
                    <a:pt x="38" y="95"/>
                    <a:pt x="38" y="95"/>
                  </a:cubicBezTo>
                  <a:cubicBezTo>
                    <a:pt x="38" y="95"/>
                    <a:pt x="39" y="99"/>
                    <a:pt x="40" y="100"/>
                  </a:cubicBezTo>
                  <a:cubicBezTo>
                    <a:pt x="40" y="102"/>
                    <a:pt x="37" y="110"/>
                    <a:pt x="37" y="110"/>
                  </a:cubicBezTo>
                  <a:cubicBezTo>
                    <a:pt x="34" y="109"/>
                    <a:pt x="33" y="106"/>
                    <a:pt x="32" y="104"/>
                  </a:cubicBezTo>
                  <a:cubicBezTo>
                    <a:pt x="32" y="102"/>
                    <a:pt x="30" y="101"/>
                    <a:pt x="31" y="99"/>
                  </a:cubicBezTo>
                  <a:cubicBezTo>
                    <a:pt x="31" y="96"/>
                    <a:pt x="29" y="95"/>
                    <a:pt x="28" y="94"/>
                  </a:cubicBezTo>
                  <a:cubicBezTo>
                    <a:pt x="27" y="92"/>
                    <a:pt x="26" y="90"/>
                    <a:pt x="26" y="89"/>
                  </a:cubicBezTo>
                  <a:cubicBezTo>
                    <a:pt x="26" y="88"/>
                    <a:pt x="23" y="86"/>
                    <a:pt x="23" y="86"/>
                  </a:cubicBezTo>
                  <a:cubicBezTo>
                    <a:pt x="23" y="86"/>
                    <a:pt x="18" y="83"/>
                    <a:pt x="17" y="82"/>
                  </a:cubicBezTo>
                  <a:cubicBezTo>
                    <a:pt x="16" y="81"/>
                    <a:pt x="15" y="77"/>
                    <a:pt x="15" y="75"/>
                  </a:cubicBezTo>
                  <a:cubicBezTo>
                    <a:pt x="15" y="73"/>
                    <a:pt x="16" y="68"/>
                    <a:pt x="16" y="68"/>
                  </a:cubicBezTo>
                  <a:cubicBezTo>
                    <a:pt x="16" y="68"/>
                    <a:pt x="18" y="66"/>
                    <a:pt x="17" y="65"/>
                  </a:cubicBezTo>
                  <a:cubicBezTo>
                    <a:pt x="15" y="64"/>
                    <a:pt x="15" y="60"/>
                    <a:pt x="15" y="60"/>
                  </a:cubicBezTo>
                  <a:cubicBezTo>
                    <a:pt x="13" y="58"/>
                    <a:pt x="13" y="58"/>
                    <a:pt x="13" y="58"/>
                  </a:cubicBezTo>
                  <a:cubicBezTo>
                    <a:pt x="13" y="58"/>
                    <a:pt x="11" y="55"/>
                    <a:pt x="10" y="54"/>
                  </a:cubicBezTo>
                  <a:cubicBezTo>
                    <a:pt x="10" y="52"/>
                    <a:pt x="10" y="51"/>
                    <a:pt x="11" y="50"/>
                  </a:cubicBezTo>
                  <a:cubicBezTo>
                    <a:pt x="11" y="49"/>
                    <a:pt x="10" y="46"/>
                    <a:pt x="10" y="45"/>
                  </a:cubicBezTo>
                  <a:cubicBezTo>
                    <a:pt x="20" y="20"/>
                    <a:pt x="37" y="15"/>
                    <a:pt x="37" y="15"/>
                  </a:cubicBezTo>
                  <a:cubicBezTo>
                    <a:pt x="38" y="20"/>
                    <a:pt x="38" y="20"/>
                    <a:pt x="38" y="20"/>
                  </a:cubicBezTo>
                  <a:cubicBezTo>
                    <a:pt x="38" y="20"/>
                    <a:pt x="35" y="21"/>
                    <a:pt x="34" y="21"/>
                  </a:cubicBezTo>
                  <a:cubicBezTo>
                    <a:pt x="32" y="20"/>
                    <a:pt x="31" y="20"/>
                    <a:pt x="31" y="20"/>
                  </a:cubicBezTo>
                  <a:cubicBezTo>
                    <a:pt x="29" y="23"/>
                    <a:pt x="29" y="23"/>
                    <a:pt x="29" y="23"/>
                  </a:cubicBezTo>
                  <a:cubicBezTo>
                    <a:pt x="29" y="23"/>
                    <a:pt x="28" y="25"/>
                    <a:pt x="28" y="26"/>
                  </a:cubicBezTo>
                  <a:cubicBezTo>
                    <a:pt x="28" y="27"/>
                    <a:pt x="29" y="29"/>
                    <a:pt x="29" y="29"/>
                  </a:cubicBezTo>
                  <a:cubicBezTo>
                    <a:pt x="29" y="29"/>
                    <a:pt x="32" y="29"/>
                    <a:pt x="32" y="28"/>
                  </a:cubicBezTo>
                  <a:cubicBezTo>
                    <a:pt x="32" y="27"/>
                    <a:pt x="32" y="26"/>
                    <a:pt x="32" y="26"/>
                  </a:cubicBezTo>
                  <a:cubicBezTo>
                    <a:pt x="31" y="24"/>
                    <a:pt x="31" y="24"/>
                    <a:pt x="31" y="24"/>
                  </a:cubicBezTo>
                  <a:cubicBezTo>
                    <a:pt x="31" y="24"/>
                    <a:pt x="34" y="23"/>
                    <a:pt x="40" y="24"/>
                  </a:cubicBezTo>
                  <a:cubicBezTo>
                    <a:pt x="47" y="24"/>
                    <a:pt x="44" y="29"/>
                    <a:pt x="47" y="30"/>
                  </a:cubicBezTo>
                  <a:cubicBezTo>
                    <a:pt x="50" y="31"/>
                    <a:pt x="45" y="35"/>
                    <a:pt x="44" y="37"/>
                  </a:cubicBezTo>
                  <a:cubicBezTo>
                    <a:pt x="43" y="39"/>
                    <a:pt x="41" y="34"/>
                    <a:pt x="41" y="34"/>
                  </a:cubicBezTo>
                  <a:cubicBezTo>
                    <a:pt x="41" y="34"/>
                    <a:pt x="43" y="32"/>
                    <a:pt x="40" y="32"/>
                  </a:cubicBezTo>
                  <a:cubicBezTo>
                    <a:pt x="37" y="31"/>
                    <a:pt x="35" y="36"/>
                    <a:pt x="37" y="36"/>
                  </a:cubicBezTo>
                  <a:cubicBezTo>
                    <a:pt x="38" y="36"/>
                    <a:pt x="40" y="38"/>
                    <a:pt x="39" y="39"/>
                  </a:cubicBezTo>
                  <a:cubicBezTo>
                    <a:pt x="39" y="40"/>
                    <a:pt x="39" y="40"/>
                    <a:pt x="38" y="43"/>
                  </a:cubicBezTo>
                  <a:cubicBezTo>
                    <a:pt x="36" y="46"/>
                    <a:pt x="34" y="48"/>
                    <a:pt x="34" y="48"/>
                  </a:cubicBezTo>
                  <a:cubicBezTo>
                    <a:pt x="34" y="48"/>
                    <a:pt x="32" y="47"/>
                    <a:pt x="33" y="49"/>
                  </a:cubicBezTo>
                  <a:cubicBezTo>
                    <a:pt x="34" y="51"/>
                    <a:pt x="33" y="54"/>
                    <a:pt x="33" y="55"/>
                  </a:cubicBezTo>
                  <a:cubicBezTo>
                    <a:pt x="33" y="57"/>
                    <a:pt x="29" y="54"/>
                    <a:pt x="29" y="51"/>
                  </a:cubicBezTo>
                  <a:cubicBezTo>
                    <a:pt x="28" y="48"/>
                    <a:pt x="25" y="51"/>
                    <a:pt x="24" y="51"/>
                  </a:cubicBezTo>
                  <a:cubicBezTo>
                    <a:pt x="23" y="51"/>
                    <a:pt x="21" y="50"/>
                    <a:pt x="21" y="49"/>
                  </a:cubicBezTo>
                  <a:cubicBezTo>
                    <a:pt x="20" y="48"/>
                    <a:pt x="15" y="52"/>
                    <a:pt x="14" y="52"/>
                  </a:cubicBezTo>
                  <a:cubicBezTo>
                    <a:pt x="13" y="53"/>
                    <a:pt x="13" y="55"/>
                    <a:pt x="15" y="54"/>
                  </a:cubicBezTo>
                  <a:cubicBezTo>
                    <a:pt x="17" y="53"/>
                    <a:pt x="19" y="54"/>
                    <a:pt x="19" y="56"/>
                  </a:cubicBezTo>
                  <a:cubicBezTo>
                    <a:pt x="18" y="58"/>
                    <a:pt x="16" y="57"/>
                    <a:pt x="16" y="58"/>
                  </a:cubicBezTo>
                  <a:cubicBezTo>
                    <a:pt x="17" y="60"/>
                    <a:pt x="19" y="61"/>
                    <a:pt x="19" y="63"/>
                  </a:cubicBezTo>
                  <a:cubicBezTo>
                    <a:pt x="20" y="65"/>
                    <a:pt x="25" y="63"/>
                    <a:pt x="27" y="62"/>
                  </a:cubicBezTo>
                  <a:cubicBezTo>
                    <a:pt x="28" y="62"/>
                    <a:pt x="33" y="61"/>
                    <a:pt x="33" y="63"/>
                  </a:cubicBezTo>
                  <a:cubicBezTo>
                    <a:pt x="34" y="65"/>
                    <a:pt x="39" y="66"/>
                    <a:pt x="41" y="66"/>
                  </a:cubicBezTo>
                  <a:cubicBezTo>
                    <a:pt x="43" y="67"/>
                    <a:pt x="46" y="67"/>
                    <a:pt x="49" y="69"/>
                  </a:cubicBezTo>
                  <a:cubicBezTo>
                    <a:pt x="51" y="72"/>
                    <a:pt x="47" y="76"/>
                    <a:pt x="47" y="77"/>
                  </a:cubicBezTo>
                  <a:close/>
                  <a:moveTo>
                    <a:pt x="59" y="14"/>
                  </a:moveTo>
                  <a:cubicBezTo>
                    <a:pt x="58" y="17"/>
                    <a:pt x="54" y="20"/>
                    <a:pt x="55" y="21"/>
                  </a:cubicBezTo>
                  <a:cubicBezTo>
                    <a:pt x="55" y="22"/>
                    <a:pt x="55" y="27"/>
                    <a:pt x="51" y="23"/>
                  </a:cubicBezTo>
                  <a:cubicBezTo>
                    <a:pt x="47" y="19"/>
                    <a:pt x="43" y="18"/>
                    <a:pt x="44" y="15"/>
                  </a:cubicBezTo>
                  <a:cubicBezTo>
                    <a:pt x="44" y="14"/>
                    <a:pt x="48" y="14"/>
                    <a:pt x="48" y="13"/>
                  </a:cubicBezTo>
                  <a:cubicBezTo>
                    <a:pt x="53" y="7"/>
                    <a:pt x="62" y="8"/>
                    <a:pt x="63" y="10"/>
                  </a:cubicBezTo>
                  <a:cubicBezTo>
                    <a:pt x="61" y="12"/>
                    <a:pt x="59" y="11"/>
                    <a:pt x="59" y="14"/>
                  </a:cubicBezTo>
                  <a:close/>
                  <a:moveTo>
                    <a:pt x="107" y="62"/>
                  </a:moveTo>
                  <a:cubicBezTo>
                    <a:pt x="107" y="62"/>
                    <a:pt x="109" y="65"/>
                    <a:pt x="112" y="65"/>
                  </a:cubicBezTo>
                  <a:cubicBezTo>
                    <a:pt x="110" y="87"/>
                    <a:pt x="92" y="102"/>
                    <a:pt x="92" y="102"/>
                  </a:cubicBezTo>
                  <a:cubicBezTo>
                    <a:pt x="89" y="99"/>
                    <a:pt x="90" y="96"/>
                    <a:pt x="90" y="96"/>
                  </a:cubicBezTo>
                  <a:cubicBezTo>
                    <a:pt x="91" y="92"/>
                    <a:pt x="91" y="92"/>
                    <a:pt x="91" y="92"/>
                  </a:cubicBezTo>
                  <a:cubicBezTo>
                    <a:pt x="91" y="85"/>
                    <a:pt x="91" y="85"/>
                    <a:pt x="91" y="85"/>
                  </a:cubicBezTo>
                  <a:cubicBezTo>
                    <a:pt x="91" y="85"/>
                    <a:pt x="91" y="77"/>
                    <a:pt x="84" y="81"/>
                  </a:cubicBezTo>
                  <a:cubicBezTo>
                    <a:pt x="77" y="83"/>
                    <a:pt x="80" y="83"/>
                    <a:pt x="72" y="83"/>
                  </a:cubicBezTo>
                  <a:cubicBezTo>
                    <a:pt x="64" y="84"/>
                    <a:pt x="66" y="67"/>
                    <a:pt x="66" y="67"/>
                  </a:cubicBezTo>
                  <a:cubicBezTo>
                    <a:pt x="66" y="43"/>
                    <a:pt x="84" y="61"/>
                    <a:pt x="84" y="61"/>
                  </a:cubicBezTo>
                  <a:cubicBezTo>
                    <a:pt x="95" y="69"/>
                    <a:pt x="97" y="56"/>
                    <a:pt x="97" y="56"/>
                  </a:cubicBezTo>
                  <a:cubicBezTo>
                    <a:pt x="104" y="53"/>
                    <a:pt x="104" y="53"/>
                    <a:pt x="104" y="53"/>
                  </a:cubicBezTo>
                  <a:cubicBezTo>
                    <a:pt x="105" y="49"/>
                    <a:pt x="105" y="49"/>
                    <a:pt x="105" y="49"/>
                  </a:cubicBezTo>
                  <a:cubicBezTo>
                    <a:pt x="104" y="44"/>
                    <a:pt x="104" y="44"/>
                    <a:pt x="104" y="44"/>
                  </a:cubicBezTo>
                  <a:cubicBezTo>
                    <a:pt x="93" y="39"/>
                    <a:pt x="93" y="39"/>
                    <a:pt x="93" y="39"/>
                  </a:cubicBezTo>
                  <a:cubicBezTo>
                    <a:pt x="93" y="39"/>
                    <a:pt x="91" y="43"/>
                    <a:pt x="94" y="48"/>
                  </a:cubicBezTo>
                  <a:cubicBezTo>
                    <a:pt x="94" y="48"/>
                    <a:pt x="93" y="53"/>
                    <a:pt x="91" y="52"/>
                  </a:cubicBezTo>
                  <a:cubicBezTo>
                    <a:pt x="84" y="48"/>
                    <a:pt x="84" y="48"/>
                    <a:pt x="84" y="48"/>
                  </a:cubicBezTo>
                  <a:cubicBezTo>
                    <a:pt x="84" y="48"/>
                    <a:pt x="82" y="47"/>
                    <a:pt x="79" y="49"/>
                  </a:cubicBezTo>
                  <a:cubicBezTo>
                    <a:pt x="75" y="52"/>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1"/>
                    <a:pt x="86" y="37"/>
                    <a:pt x="90" y="36"/>
                  </a:cubicBezTo>
                  <a:cubicBezTo>
                    <a:pt x="94" y="36"/>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gr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94704964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animEffect transition="in" filter="fade">
                                      <p:cBhvr>
                                        <p:cTn id="9" dur="500"/>
                                        <p:tgtEl>
                                          <p:spTgt spid="12"/>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Effect transition="in" filter="fade">
                                      <p:cBhvr>
                                        <p:cTn id="15" dur="500"/>
                                        <p:tgtEl>
                                          <p:spTgt spid="9"/>
                                        </p:tgtEl>
                                      </p:cBhvr>
                                    </p:animEffect>
                                  </p:childTnLst>
                                </p:cTn>
                              </p:par>
                            </p:childTnLst>
                          </p:cTn>
                        </p:par>
                        <p:par>
                          <p:cTn id="16" fill="hold">
                            <p:stCondLst>
                              <p:cond delay="1000"/>
                            </p:stCondLst>
                            <p:childTnLst>
                              <p:par>
                                <p:cTn id="17" presetID="22" presetClass="entr" presetSubtype="2" fill="hold" nodeType="afterEffect">
                                  <p:stCondLst>
                                    <p:cond delay="0"/>
                                  </p:stCondLst>
                                  <p:childTnLst>
                                    <p:set>
                                      <p:cBhvr>
                                        <p:cTn id="18" dur="1" fill="hold">
                                          <p:stCondLst>
                                            <p:cond delay="0"/>
                                          </p:stCondLst>
                                        </p:cTn>
                                        <p:tgtEl>
                                          <p:spTgt spid="66"/>
                                        </p:tgtEl>
                                        <p:attrNameLst>
                                          <p:attrName>style.visibility</p:attrName>
                                        </p:attrNameLst>
                                      </p:cBhvr>
                                      <p:to>
                                        <p:strVal val="visible"/>
                                      </p:to>
                                    </p:set>
                                    <p:animEffect transition="in" filter="wipe(right)">
                                      <p:cBhvr>
                                        <p:cTn id="19" dur="500"/>
                                        <p:tgtEl>
                                          <p:spTgt spid="66"/>
                                        </p:tgtEl>
                                      </p:cBhvr>
                                    </p:animEffect>
                                  </p:childTnLst>
                                </p:cTn>
                              </p:par>
                              <p:par>
                                <p:cTn id="20" presetID="10" presetClass="entr" presetSubtype="0" fill="hold" nodeType="with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childTnLst>
                          </p:cTn>
                        </p:par>
                        <p:par>
                          <p:cTn id="23" fill="hold">
                            <p:stCondLst>
                              <p:cond delay="1500"/>
                            </p:stCondLst>
                            <p:childTnLst>
                              <p:par>
                                <p:cTn id="24" presetID="22" presetClass="entr" presetSubtype="8" fill="hold" nodeType="afterEffect">
                                  <p:stCondLst>
                                    <p:cond delay="0"/>
                                  </p:stCondLst>
                                  <p:childTnLst>
                                    <p:set>
                                      <p:cBhvr>
                                        <p:cTn id="25" dur="1" fill="hold">
                                          <p:stCondLst>
                                            <p:cond delay="0"/>
                                          </p:stCondLst>
                                        </p:cTn>
                                        <p:tgtEl>
                                          <p:spTgt spid="67"/>
                                        </p:tgtEl>
                                        <p:attrNameLst>
                                          <p:attrName>style.visibility</p:attrName>
                                        </p:attrNameLst>
                                      </p:cBhvr>
                                      <p:to>
                                        <p:strVal val="visible"/>
                                      </p:to>
                                    </p:set>
                                    <p:animEffect transition="in" filter="wipe(left)">
                                      <p:cBhvr>
                                        <p:cTn id="26" dur="500"/>
                                        <p:tgtEl>
                                          <p:spTgt spid="67"/>
                                        </p:tgtEl>
                                      </p:cBhvr>
                                    </p:animEffect>
                                  </p:childTnLst>
                                </p:cTn>
                              </p:par>
                              <p:par>
                                <p:cTn id="27" presetID="10" presetClass="entr" presetSubtype="0" fill="hold" nodeType="withEffect">
                                  <p:stCondLst>
                                    <p:cond delay="0"/>
                                  </p:stCondLst>
                                  <p:childTnLst>
                                    <p:set>
                                      <p:cBhvr>
                                        <p:cTn id="28" dur="1" fill="hold">
                                          <p:stCondLst>
                                            <p:cond delay="0"/>
                                          </p:stCondLst>
                                        </p:cTn>
                                        <p:tgtEl>
                                          <p:spTgt spid="21"/>
                                        </p:tgtEl>
                                        <p:attrNameLst>
                                          <p:attrName>style.visibility</p:attrName>
                                        </p:attrNameLst>
                                      </p:cBhvr>
                                      <p:to>
                                        <p:strVal val="visible"/>
                                      </p:to>
                                    </p:set>
                                    <p:animEffect transition="in" filter="fade">
                                      <p:cBhvr>
                                        <p:cTn id="29" dur="500"/>
                                        <p:tgtEl>
                                          <p:spTgt spid="21"/>
                                        </p:tgtEl>
                                      </p:cBhvr>
                                    </p:animEffect>
                                  </p:childTnLst>
                                </p:cTn>
                              </p:par>
                            </p:childTnLst>
                          </p:cTn>
                        </p:par>
                        <p:par>
                          <p:cTn id="30" fill="hold">
                            <p:stCondLst>
                              <p:cond delay="2000"/>
                            </p:stCondLst>
                            <p:childTnLst>
                              <p:par>
                                <p:cTn id="31" presetID="10" presetClass="entr" presetSubtype="0" fill="hold" grpId="0" nodeType="after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500"/>
                                        <p:tgtEl>
                                          <p:spTgt spid="39"/>
                                        </p:tgtEl>
                                      </p:cBhvr>
                                    </p:animEffect>
                                  </p:childTnLst>
                                </p:cTn>
                              </p:par>
                            </p:childTnLst>
                          </p:cTn>
                        </p:par>
                        <p:par>
                          <p:cTn id="34" fill="hold">
                            <p:stCondLst>
                              <p:cond delay="2500"/>
                            </p:stCondLst>
                            <p:childTnLst>
                              <p:par>
                                <p:cTn id="35" presetID="10" presetClass="entr" presetSubtype="0" fill="hold" grpId="0" nodeType="after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fade">
                                      <p:cBhvr>
                                        <p:cTn id="3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8"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flipH="1">
            <a:off x="6461059" y="1953368"/>
            <a:ext cx="2036505" cy="4117068"/>
            <a:chOff x="7018338" y="1674638"/>
            <a:chExt cx="2282826" cy="4615039"/>
          </a:xfrm>
        </p:grpSpPr>
        <p:sp>
          <p:nvSpPr>
            <p:cNvPr id="10" name="Freeform 9"/>
            <p:cNvSpPr>
              <a:spLocks/>
            </p:cNvSpPr>
            <p:nvPr/>
          </p:nvSpPr>
          <p:spPr bwMode="auto">
            <a:xfrm>
              <a:off x="8302626" y="1674638"/>
              <a:ext cx="998538" cy="4549189"/>
            </a:xfrm>
            <a:custGeom>
              <a:avLst/>
              <a:gdLst>
                <a:gd name="connsiteX0" fmla="*/ 85632 w 998538"/>
                <a:gd name="connsiteY0" fmla="*/ 846282 h 4549189"/>
                <a:gd name="connsiteX1" fmla="*/ 85632 w 998538"/>
                <a:gd name="connsiteY1" fmla="*/ 846283 h 4549189"/>
                <a:gd name="connsiteX2" fmla="*/ 85632 w 998538"/>
                <a:gd name="connsiteY2" fmla="*/ 846282 h 4549189"/>
                <a:gd name="connsiteX3" fmla="*/ 88070 w 998538"/>
                <a:gd name="connsiteY3" fmla="*/ 789505 h 4549189"/>
                <a:gd name="connsiteX4" fmla="*/ 101322 w 998538"/>
                <a:gd name="connsiteY4" fmla="*/ 814904 h 4549189"/>
                <a:gd name="connsiteX5" fmla="*/ 85632 w 998538"/>
                <a:gd name="connsiteY5" fmla="*/ 846282 h 4549189"/>
                <a:gd name="connsiteX6" fmla="*/ 86851 w 998538"/>
                <a:gd name="connsiteY6" fmla="*/ 817893 h 4549189"/>
                <a:gd name="connsiteX7" fmla="*/ 89433 w 998538"/>
                <a:gd name="connsiteY7" fmla="*/ 757738 h 4549189"/>
                <a:gd name="connsiteX8" fmla="*/ 89433 w 998538"/>
                <a:gd name="connsiteY8" fmla="*/ 757739 h 4549189"/>
                <a:gd name="connsiteX9" fmla="*/ 89433 w 998538"/>
                <a:gd name="connsiteY9" fmla="*/ 757738 h 4549189"/>
                <a:gd name="connsiteX10" fmla="*/ 0 w 998538"/>
                <a:gd name="connsiteY10" fmla="*/ 0 h 4549189"/>
                <a:gd name="connsiteX11" fmla="*/ 3918 w 998538"/>
                <a:gd name="connsiteY11" fmla="*/ 0 h 4549189"/>
                <a:gd name="connsiteX12" fmla="*/ 69769 w 998538"/>
                <a:gd name="connsiteY12" fmla="*/ 0 h 4549189"/>
                <a:gd name="connsiteX13" fmla="*/ 84859 w 998538"/>
                <a:gd name="connsiteY13" fmla="*/ 16463 h 4549189"/>
                <a:gd name="connsiteX14" fmla="*/ 101322 w 998538"/>
                <a:gd name="connsiteY14" fmla="*/ 32925 h 4549189"/>
                <a:gd name="connsiteX15" fmla="*/ 101322 w 998538"/>
                <a:gd name="connsiteY15" fmla="*/ 80942 h 4549189"/>
                <a:gd name="connsiteX16" fmla="*/ 117785 w 998538"/>
                <a:gd name="connsiteY16" fmla="*/ 97405 h 4549189"/>
                <a:gd name="connsiteX17" fmla="*/ 134247 w 998538"/>
                <a:gd name="connsiteY17" fmla="*/ 130330 h 4549189"/>
                <a:gd name="connsiteX18" fmla="*/ 200098 w 998538"/>
                <a:gd name="connsiteY18" fmla="*/ 179718 h 4549189"/>
                <a:gd name="connsiteX19" fmla="*/ 231651 w 998538"/>
                <a:gd name="connsiteY19" fmla="*/ 227735 h 4549189"/>
                <a:gd name="connsiteX20" fmla="*/ 231651 w 998538"/>
                <a:gd name="connsiteY20" fmla="*/ 260660 h 4549189"/>
                <a:gd name="connsiteX21" fmla="*/ 231651 w 998538"/>
                <a:gd name="connsiteY21" fmla="*/ 293585 h 4549189"/>
                <a:gd name="connsiteX22" fmla="*/ 215189 w 998538"/>
                <a:gd name="connsiteY22" fmla="*/ 277123 h 4549189"/>
                <a:gd name="connsiteX23" fmla="*/ 231651 w 998538"/>
                <a:gd name="connsiteY23" fmla="*/ 423915 h 4549189"/>
                <a:gd name="connsiteX24" fmla="*/ 167173 w 998538"/>
                <a:gd name="connsiteY24" fmla="*/ 651648 h 4549189"/>
                <a:gd name="connsiteX25" fmla="*/ 150710 w 998538"/>
                <a:gd name="connsiteY25" fmla="*/ 684574 h 4549189"/>
                <a:gd name="connsiteX26" fmla="*/ 134247 w 998538"/>
                <a:gd name="connsiteY26" fmla="*/ 684574 h 4549189"/>
                <a:gd name="connsiteX27" fmla="*/ 134247 w 998538"/>
                <a:gd name="connsiteY27" fmla="*/ 717499 h 4549189"/>
                <a:gd name="connsiteX28" fmla="*/ 264577 w 998538"/>
                <a:gd name="connsiteY28" fmla="*/ 783350 h 4549189"/>
                <a:gd name="connsiteX29" fmla="*/ 346890 w 998538"/>
                <a:gd name="connsiteY29" fmla="*/ 783350 h 4549189"/>
                <a:gd name="connsiteX30" fmla="*/ 394907 w 998538"/>
                <a:gd name="connsiteY30" fmla="*/ 798441 h 4549189"/>
                <a:gd name="connsiteX31" fmla="*/ 427832 w 998538"/>
                <a:gd name="connsiteY31" fmla="*/ 814904 h 4549189"/>
                <a:gd name="connsiteX32" fmla="*/ 477220 w 998538"/>
                <a:gd name="connsiteY32" fmla="*/ 1011084 h 4549189"/>
                <a:gd name="connsiteX33" fmla="*/ 493683 w 998538"/>
                <a:gd name="connsiteY33" fmla="*/ 1157876 h 4549189"/>
                <a:gd name="connsiteX34" fmla="*/ 493683 w 998538"/>
                <a:gd name="connsiteY34" fmla="*/ 1223727 h 4549189"/>
                <a:gd name="connsiteX35" fmla="*/ 493683 w 998538"/>
                <a:gd name="connsiteY35" fmla="*/ 1271743 h 4549189"/>
                <a:gd name="connsiteX36" fmla="*/ 427832 w 998538"/>
                <a:gd name="connsiteY36" fmla="*/ 1370519 h 4549189"/>
                <a:gd name="connsiteX37" fmla="*/ 411369 w 998538"/>
                <a:gd name="connsiteY37" fmla="*/ 1484386 h 4549189"/>
                <a:gd name="connsiteX38" fmla="*/ 361981 w 998538"/>
                <a:gd name="connsiteY38" fmla="*/ 1565327 h 4549189"/>
                <a:gd name="connsiteX39" fmla="*/ 346890 w 998538"/>
                <a:gd name="connsiteY39" fmla="*/ 1598253 h 4549189"/>
                <a:gd name="connsiteX40" fmla="*/ 330427 w 998538"/>
                <a:gd name="connsiteY40" fmla="*/ 1614715 h 4549189"/>
                <a:gd name="connsiteX41" fmla="*/ 281039 w 998538"/>
                <a:gd name="connsiteY41" fmla="*/ 1647641 h 4549189"/>
                <a:gd name="connsiteX42" fmla="*/ 248114 w 998538"/>
                <a:gd name="connsiteY42" fmla="*/ 1662732 h 4549189"/>
                <a:gd name="connsiteX43" fmla="*/ 264577 w 998538"/>
                <a:gd name="connsiteY43" fmla="*/ 1794433 h 4549189"/>
                <a:gd name="connsiteX44" fmla="*/ 264577 w 998538"/>
                <a:gd name="connsiteY44" fmla="*/ 1941225 h 4549189"/>
                <a:gd name="connsiteX45" fmla="*/ 313965 w 998538"/>
                <a:gd name="connsiteY45" fmla="*/ 2201884 h 4549189"/>
                <a:gd name="connsiteX46" fmla="*/ 361981 w 998538"/>
                <a:gd name="connsiteY46" fmla="*/ 2479006 h 4549189"/>
                <a:gd name="connsiteX47" fmla="*/ 411369 w 998538"/>
                <a:gd name="connsiteY47" fmla="*/ 2967399 h 4549189"/>
                <a:gd name="connsiteX48" fmla="*/ 394907 w 998538"/>
                <a:gd name="connsiteY48" fmla="*/ 2967399 h 4549189"/>
                <a:gd name="connsiteX49" fmla="*/ 444295 w 998538"/>
                <a:gd name="connsiteY49" fmla="*/ 3114191 h 4549189"/>
                <a:gd name="connsiteX50" fmla="*/ 477220 w 998538"/>
                <a:gd name="connsiteY50" fmla="*/ 3212967 h 4549189"/>
                <a:gd name="connsiteX51" fmla="*/ 477220 w 998538"/>
                <a:gd name="connsiteY51" fmla="*/ 3277446 h 4549189"/>
                <a:gd name="connsiteX52" fmla="*/ 558162 w 998538"/>
                <a:gd name="connsiteY52" fmla="*/ 3620419 h 4549189"/>
                <a:gd name="connsiteX53" fmla="*/ 672028 w 998538"/>
                <a:gd name="connsiteY53" fmla="*/ 3994945 h 4549189"/>
                <a:gd name="connsiteX54" fmla="*/ 704954 w 998538"/>
                <a:gd name="connsiteY54" fmla="*/ 4060796 h 4549189"/>
                <a:gd name="connsiteX55" fmla="*/ 835284 w 998538"/>
                <a:gd name="connsiteY55" fmla="*/ 4354380 h 4549189"/>
                <a:gd name="connsiteX56" fmla="*/ 884672 w 998538"/>
                <a:gd name="connsiteY56" fmla="*/ 4354380 h 4549189"/>
                <a:gd name="connsiteX57" fmla="*/ 901134 w 998538"/>
                <a:gd name="connsiteY57" fmla="*/ 4370843 h 4549189"/>
                <a:gd name="connsiteX58" fmla="*/ 917597 w 998538"/>
                <a:gd name="connsiteY58" fmla="*/ 4387306 h 4549189"/>
                <a:gd name="connsiteX59" fmla="*/ 917597 w 998538"/>
                <a:gd name="connsiteY59" fmla="*/ 4402397 h 4549189"/>
                <a:gd name="connsiteX60" fmla="*/ 949150 w 998538"/>
                <a:gd name="connsiteY60" fmla="*/ 4451785 h 4549189"/>
                <a:gd name="connsiteX61" fmla="*/ 982075 w 998538"/>
                <a:gd name="connsiteY61" fmla="*/ 4468247 h 4549189"/>
                <a:gd name="connsiteX62" fmla="*/ 982075 w 998538"/>
                <a:gd name="connsiteY62" fmla="*/ 4484710 h 4549189"/>
                <a:gd name="connsiteX63" fmla="*/ 998538 w 998538"/>
                <a:gd name="connsiteY63" fmla="*/ 4517635 h 4549189"/>
                <a:gd name="connsiteX64" fmla="*/ 982075 w 998538"/>
                <a:gd name="connsiteY64" fmla="*/ 4534098 h 4549189"/>
                <a:gd name="connsiteX65" fmla="*/ 965613 w 998538"/>
                <a:gd name="connsiteY65" fmla="*/ 4549189 h 4549189"/>
                <a:gd name="connsiteX66" fmla="*/ 868209 w 998538"/>
                <a:gd name="connsiteY66" fmla="*/ 4549189 h 4549189"/>
                <a:gd name="connsiteX67" fmla="*/ 785896 w 998538"/>
                <a:gd name="connsiteY67" fmla="*/ 4549189 h 4549189"/>
                <a:gd name="connsiteX68" fmla="*/ 770804 w 998538"/>
                <a:gd name="connsiteY68" fmla="*/ 4549189 h 4549189"/>
                <a:gd name="connsiteX69" fmla="*/ 754342 w 998538"/>
                <a:gd name="connsiteY69" fmla="*/ 4534098 h 4549189"/>
                <a:gd name="connsiteX70" fmla="*/ 721416 w 998538"/>
                <a:gd name="connsiteY70" fmla="*/ 4451785 h 4549189"/>
                <a:gd name="connsiteX71" fmla="*/ 704954 w 998538"/>
                <a:gd name="connsiteY71" fmla="*/ 4418859 h 4549189"/>
                <a:gd name="connsiteX72" fmla="*/ 655566 w 998538"/>
                <a:gd name="connsiteY72" fmla="*/ 4354380 h 4549189"/>
                <a:gd name="connsiteX73" fmla="*/ 640475 w 998538"/>
                <a:gd name="connsiteY73" fmla="*/ 4321455 h 4549189"/>
                <a:gd name="connsiteX74" fmla="*/ 624013 w 998538"/>
                <a:gd name="connsiteY74" fmla="*/ 4321455 h 4549189"/>
                <a:gd name="connsiteX75" fmla="*/ 607550 w 998538"/>
                <a:gd name="connsiteY75" fmla="*/ 4354380 h 4549189"/>
                <a:gd name="connsiteX76" fmla="*/ 624013 w 998538"/>
                <a:gd name="connsiteY76" fmla="*/ 4468247 h 4549189"/>
                <a:gd name="connsiteX77" fmla="*/ 574625 w 998538"/>
                <a:gd name="connsiteY77" fmla="*/ 4451785 h 4549189"/>
                <a:gd name="connsiteX78" fmla="*/ 558162 w 998538"/>
                <a:gd name="connsiteY78" fmla="*/ 4354380 h 4549189"/>
                <a:gd name="connsiteX79" fmla="*/ 525236 w 998538"/>
                <a:gd name="connsiteY79" fmla="*/ 4288529 h 4549189"/>
                <a:gd name="connsiteX80" fmla="*/ 508773 w 998538"/>
                <a:gd name="connsiteY80" fmla="*/ 4240514 h 4549189"/>
                <a:gd name="connsiteX81" fmla="*/ 493683 w 998538"/>
                <a:gd name="connsiteY81" fmla="*/ 4224051 h 4549189"/>
                <a:gd name="connsiteX82" fmla="*/ 508773 w 998538"/>
                <a:gd name="connsiteY82" fmla="*/ 4207588 h 4549189"/>
                <a:gd name="connsiteX83" fmla="*/ 525236 w 998538"/>
                <a:gd name="connsiteY83" fmla="*/ 4207588 h 4549189"/>
                <a:gd name="connsiteX84" fmla="*/ 525236 w 998538"/>
                <a:gd name="connsiteY84" fmla="*/ 4158200 h 4549189"/>
                <a:gd name="connsiteX85" fmla="*/ 525236 w 998538"/>
                <a:gd name="connsiteY85" fmla="*/ 4125275 h 4549189"/>
                <a:gd name="connsiteX86" fmla="*/ 558162 w 998538"/>
                <a:gd name="connsiteY86" fmla="*/ 4110184 h 4549189"/>
                <a:gd name="connsiteX87" fmla="*/ 558162 w 998538"/>
                <a:gd name="connsiteY87" fmla="*/ 4093721 h 4549189"/>
                <a:gd name="connsiteX88" fmla="*/ 558162 w 998538"/>
                <a:gd name="connsiteY88" fmla="*/ 4077258 h 4549189"/>
                <a:gd name="connsiteX89" fmla="*/ 541698 w 998538"/>
                <a:gd name="connsiteY89" fmla="*/ 4044333 h 4549189"/>
                <a:gd name="connsiteX90" fmla="*/ 394907 w 998538"/>
                <a:gd name="connsiteY90" fmla="*/ 3767211 h 4549189"/>
                <a:gd name="connsiteX91" fmla="*/ 297502 w 998538"/>
                <a:gd name="connsiteY91" fmla="*/ 3571031 h 4549189"/>
                <a:gd name="connsiteX92" fmla="*/ 248114 w 998538"/>
                <a:gd name="connsiteY92" fmla="*/ 3457164 h 4549189"/>
                <a:gd name="connsiteX93" fmla="*/ 248114 w 998538"/>
                <a:gd name="connsiteY93" fmla="*/ 3359759 h 4549189"/>
                <a:gd name="connsiteX94" fmla="*/ 231651 w 998538"/>
                <a:gd name="connsiteY94" fmla="*/ 3326834 h 4549189"/>
                <a:gd name="connsiteX95" fmla="*/ 150710 w 998538"/>
                <a:gd name="connsiteY95" fmla="*/ 3180042 h 4549189"/>
                <a:gd name="connsiteX96" fmla="*/ 101322 w 998538"/>
                <a:gd name="connsiteY96" fmla="*/ 3082638 h 4549189"/>
                <a:gd name="connsiteX97" fmla="*/ 101322 w 998538"/>
                <a:gd name="connsiteY97" fmla="*/ 3033249 h 4549189"/>
                <a:gd name="connsiteX98" fmla="*/ 101322 w 998538"/>
                <a:gd name="connsiteY98" fmla="*/ 3000324 h 4549189"/>
                <a:gd name="connsiteX99" fmla="*/ 0 w 998538"/>
                <a:gd name="connsiteY99" fmla="*/ 3000324 h 4549189"/>
                <a:gd name="connsiteX100" fmla="*/ 0 w 998538"/>
                <a:gd name="connsiteY100" fmla="*/ 2563071 h 4549189"/>
                <a:gd name="connsiteX101" fmla="*/ 3917 w 998538"/>
                <a:gd name="connsiteY101" fmla="*/ 2543485 h 4549189"/>
                <a:gd name="connsiteX102" fmla="*/ 36843 w 998538"/>
                <a:gd name="connsiteY102" fmla="*/ 2446081 h 4549189"/>
                <a:gd name="connsiteX103" fmla="*/ 84859 w 998538"/>
                <a:gd name="connsiteY103" fmla="*/ 2332214 h 4549189"/>
                <a:gd name="connsiteX104" fmla="*/ 167173 w 998538"/>
                <a:gd name="connsiteY104" fmla="*/ 2119571 h 4549189"/>
                <a:gd name="connsiteX105" fmla="*/ 101322 w 998538"/>
                <a:gd name="connsiteY105" fmla="*/ 2185421 h 4549189"/>
                <a:gd name="connsiteX106" fmla="*/ 69768 w 998538"/>
                <a:gd name="connsiteY106" fmla="*/ 2234809 h 4549189"/>
                <a:gd name="connsiteX107" fmla="*/ 53305 w 998538"/>
                <a:gd name="connsiteY107" fmla="*/ 2282826 h 4549189"/>
                <a:gd name="connsiteX108" fmla="*/ 3917 w 998538"/>
                <a:gd name="connsiteY108" fmla="*/ 2413155 h 4549189"/>
                <a:gd name="connsiteX109" fmla="*/ 0 w 998538"/>
                <a:gd name="connsiteY109" fmla="*/ 2424907 h 4549189"/>
                <a:gd name="connsiteX110" fmla="*/ 0 w 998538"/>
                <a:gd name="connsiteY110" fmla="*/ 1976855 h 4549189"/>
                <a:gd name="connsiteX111" fmla="*/ 20380 w 998538"/>
                <a:gd name="connsiteY111" fmla="*/ 1972779 h 4549189"/>
                <a:gd name="connsiteX112" fmla="*/ 215189 w 998538"/>
                <a:gd name="connsiteY112" fmla="*/ 1941225 h 4549189"/>
                <a:gd name="connsiteX113" fmla="*/ 20380 w 998538"/>
                <a:gd name="connsiteY113" fmla="*/ 1941225 h 4549189"/>
                <a:gd name="connsiteX114" fmla="*/ 0 w 998538"/>
                <a:gd name="connsiteY114" fmla="*/ 1941225 h 4549189"/>
                <a:gd name="connsiteX115" fmla="*/ 0 w 998538"/>
                <a:gd name="connsiteY115" fmla="*/ 1670674 h 4549189"/>
                <a:gd name="connsiteX116" fmla="*/ 36843 w 998538"/>
                <a:gd name="connsiteY116" fmla="*/ 1662732 h 4549189"/>
                <a:gd name="connsiteX117" fmla="*/ 183635 w 998538"/>
                <a:gd name="connsiteY117" fmla="*/ 1647641 h 4549189"/>
                <a:gd name="connsiteX118" fmla="*/ 36844 w 998538"/>
                <a:gd name="connsiteY118" fmla="*/ 1647641 h 4549189"/>
                <a:gd name="connsiteX119" fmla="*/ 0 w 998538"/>
                <a:gd name="connsiteY119" fmla="*/ 1650875 h 4549189"/>
                <a:gd name="connsiteX120" fmla="*/ 0 w 998538"/>
                <a:gd name="connsiteY120" fmla="*/ 1397945 h 4549189"/>
                <a:gd name="connsiteX121" fmla="*/ 53306 w 998538"/>
                <a:gd name="connsiteY121" fmla="*/ 1402072 h 4549189"/>
                <a:gd name="connsiteX122" fmla="*/ 53306 w 998538"/>
                <a:gd name="connsiteY122" fmla="*/ 1402073 h 4549189"/>
                <a:gd name="connsiteX123" fmla="*/ 231651 w 998538"/>
                <a:gd name="connsiteY123" fmla="*/ 1385610 h 4549189"/>
                <a:gd name="connsiteX124" fmla="*/ 264577 w 998538"/>
                <a:gd name="connsiteY124" fmla="*/ 1238817 h 4549189"/>
                <a:gd name="connsiteX125" fmla="*/ 281039 w 998538"/>
                <a:gd name="connsiteY125" fmla="*/ 1207264 h 4549189"/>
                <a:gd name="connsiteX126" fmla="*/ 297502 w 998538"/>
                <a:gd name="connsiteY126" fmla="*/ 1141414 h 4549189"/>
                <a:gd name="connsiteX127" fmla="*/ 313965 w 998538"/>
                <a:gd name="connsiteY127" fmla="*/ 1011084 h 4549189"/>
                <a:gd name="connsiteX128" fmla="*/ 330427 w 998538"/>
                <a:gd name="connsiteY128" fmla="*/ 913680 h 4549189"/>
                <a:gd name="connsiteX129" fmla="*/ 297502 w 998538"/>
                <a:gd name="connsiteY129" fmla="*/ 978158 h 4549189"/>
                <a:gd name="connsiteX130" fmla="*/ 281039 w 998538"/>
                <a:gd name="connsiteY130" fmla="*/ 1027546 h 4549189"/>
                <a:gd name="connsiteX131" fmla="*/ 281039 w 998538"/>
                <a:gd name="connsiteY131" fmla="*/ 1060472 h 4549189"/>
                <a:gd name="connsiteX132" fmla="*/ 297502 w 998538"/>
                <a:gd name="connsiteY132" fmla="*/ 1108488 h 4549189"/>
                <a:gd name="connsiteX133" fmla="*/ 281039 w 998538"/>
                <a:gd name="connsiteY133" fmla="*/ 1141414 h 4549189"/>
                <a:gd name="connsiteX134" fmla="*/ 248114 w 998538"/>
                <a:gd name="connsiteY134" fmla="*/ 1207264 h 4549189"/>
                <a:gd name="connsiteX135" fmla="*/ 215189 w 998538"/>
                <a:gd name="connsiteY135" fmla="*/ 1271743 h 4549189"/>
                <a:gd name="connsiteX136" fmla="*/ 200098 w 998538"/>
                <a:gd name="connsiteY136" fmla="*/ 1354056 h 4549189"/>
                <a:gd name="connsiteX137" fmla="*/ 150710 w 998538"/>
                <a:gd name="connsiteY137" fmla="*/ 1354056 h 4549189"/>
                <a:gd name="connsiteX138" fmla="*/ 101322 w 998538"/>
                <a:gd name="connsiteY138" fmla="*/ 1354056 h 4549189"/>
                <a:gd name="connsiteX139" fmla="*/ 84859 w 998538"/>
                <a:gd name="connsiteY139" fmla="*/ 1370519 h 4549189"/>
                <a:gd name="connsiteX140" fmla="*/ 53306 w 998538"/>
                <a:gd name="connsiteY140" fmla="*/ 1385609 h 4549189"/>
                <a:gd name="connsiteX141" fmla="*/ 53305 w 998538"/>
                <a:gd name="connsiteY141" fmla="*/ 1385610 h 4549189"/>
                <a:gd name="connsiteX142" fmla="*/ 53305 w 998538"/>
                <a:gd name="connsiteY142" fmla="*/ 1385609 h 4549189"/>
                <a:gd name="connsiteX143" fmla="*/ 0 w 998538"/>
                <a:gd name="connsiteY143" fmla="*/ 1385609 h 4549189"/>
                <a:gd name="connsiteX144" fmla="*/ 0 w 998538"/>
                <a:gd name="connsiteY144" fmla="*/ 990628 h 4549189"/>
                <a:gd name="connsiteX145" fmla="*/ 84859 w 998538"/>
                <a:gd name="connsiteY145" fmla="*/ 913679 h 4549189"/>
                <a:gd name="connsiteX146" fmla="*/ 101322 w 998538"/>
                <a:gd name="connsiteY146" fmla="*/ 897217 h 4549189"/>
                <a:gd name="connsiteX147" fmla="*/ 134247 w 998538"/>
                <a:gd name="connsiteY147" fmla="*/ 864292 h 4549189"/>
                <a:gd name="connsiteX148" fmla="*/ 134247 w 998538"/>
                <a:gd name="connsiteY148" fmla="*/ 814904 h 4549189"/>
                <a:gd name="connsiteX149" fmla="*/ 134247 w 998538"/>
                <a:gd name="connsiteY149" fmla="*/ 783350 h 4549189"/>
                <a:gd name="connsiteX150" fmla="*/ 101322 w 998538"/>
                <a:gd name="connsiteY150" fmla="*/ 733962 h 4549189"/>
                <a:gd name="connsiteX151" fmla="*/ 89433 w 998538"/>
                <a:gd name="connsiteY151" fmla="*/ 757738 h 4549189"/>
                <a:gd name="connsiteX152" fmla="*/ 91459 w 998538"/>
                <a:gd name="connsiteY152" fmla="*/ 710556 h 4549189"/>
                <a:gd name="connsiteX153" fmla="*/ 117785 w 998538"/>
                <a:gd name="connsiteY153" fmla="*/ 97406 h 4549189"/>
                <a:gd name="connsiteX154" fmla="*/ 117784 w 998538"/>
                <a:gd name="connsiteY154" fmla="*/ 97407 h 4549189"/>
                <a:gd name="connsiteX155" fmla="*/ 91459 w 998538"/>
                <a:gd name="connsiteY155" fmla="*/ 710556 h 4549189"/>
                <a:gd name="connsiteX156" fmla="*/ 89433 w 998538"/>
                <a:gd name="connsiteY156" fmla="*/ 757738 h 4549189"/>
                <a:gd name="connsiteX157" fmla="*/ 88070 w 998538"/>
                <a:gd name="connsiteY157" fmla="*/ 789505 h 4549189"/>
                <a:gd name="connsiteX158" fmla="*/ 88070 w 998538"/>
                <a:gd name="connsiteY158" fmla="*/ 789504 h 4549189"/>
                <a:gd name="connsiteX159" fmla="*/ 86851 w 998538"/>
                <a:gd name="connsiteY159" fmla="*/ 817893 h 4549189"/>
                <a:gd name="connsiteX160" fmla="*/ 85632 w 998538"/>
                <a:gd name="connsiteY160" fmla="*/ 846282 h 4549189"/>
                <a:gd name="connsiteX161" fmla="*/ 84859 w 998538"/>
                <a:gd name="connsiteY161" fmla="*/ 864292 h 4549189"/>
                <a:gd name="connsiteX162" fmla="*/ 84859 w 998538"/>
                <a:gd name="connsiteY162" fmla="*/ 864281 h 4549189"/>
                <a:gd name="connsiteX163" fmla="*/ 84859 w 998538"/>
                <a:gd name="connsiteY163" fmla="*/ 864292 h 4549189"/>
                <a:gd name="connsiteX164" fmla="*/ 20380 w 998538"/>
                <a:gd name="connsiteY164" fmla="*/ 897217 h 4549189"/>
                <a:gd name="connsiteX165" fmla="*/ 0 w 998538"/>
                <a:gd name="connsiteY165" fmla="*/ 917031 h 4549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998538" h="4549189">
                  <a:moveTo>
                    <a:pt x="85632" y="846282"/>
                  </a:moveTo>
                  <a:lnTo>
                    <a:pt x="85632" y="846283"/>
                  </a:lnTo>
                  <a:lnTo>
                    <a:pt x="85632" y="846282"/>
                  </a:lnTo>
                  <a:close/>
                  <a:moveTo>
                    <a:pt x="88070" y="789505"/>
                  </a:moveTo>
                  <a:lnTo>
                    <a:pt x="101322" y="814904"/>
                  </a:lnTo>
                  <a:lnTo>
                    <a:pt x="85632" y="846282"/>
                  </a:lnTo>
                  <a:lnTo>
                    <a:pt x="86851" y="817893"/>
                  </a:lnTo>
                  <a:close/>
                  <a:moveTo>
                    <a:pt x="89433" y="757738"/>
                  </a:moveTo>
                  <a:lnTo>
                    <a:pt x="89433" y="757739"/>
                  </a:lnTo>
                  <a:lnTo>
                    <a:pt x="89433" y="757738"/>
                  </a:lnTo>
                  <a:close/>
                  <a:moveTo>
                    <a:pt x="0" y="0"/>
                  </a:moveTo>
                  <a:lnTo>
                    <a:pt x="3918" y="0"/>
                  </a:lnTo>
                  <a:lnTo>
                    <a:pt x="69769" y="0"/>
                  </a:lnTo>
                  <a:lnTo>
                    <a:pt x="84859" y="16463"/>
                  </a:lnTo>
                  <a:lnTo>
                    <a:pt x="101322" y="32925"/>
                  </a:lnTo>
                  <a:lnTo>
                    <a:pt x="101322" y="80942"/>
                  </a:lnTo>
                  <a:lnTo>
                    <a:pt x="117785" y="97405"/>
                  </a:lnTo>
                  <a:lnTo>
                    <a:pt x="134247" y="130330"/>
                  </a:lnTo>
                  <a:lnTo>
                    <a:pt x="200098" y="179718"/>
                  </a:lnTo>
                  <a:lnTo>
                    <a:pt x="231651" y="227735"/>
                  </a:lnTo>
                  <a:lnTo>
                    <a:pt x="231651" y="260660"/>
                  </a:lnTo>
                  <a:lnTo>
                    <a:pt x="231651" y="293585"/>
                  </a:lnTo>
                  <a:lnTo>
                    <a:pt x="215189" y="277123"/>
                  </a:lnTo>
                  <a:lnTo>
                    <a:pt x="231651" y="423915"/>
                  </a:lnTo>
                  <a:lnTo>
                    <a:pt x="167173" y="651648"/>
                  </a:lnTo>
                  <a:lnTo>
                    <a:pt x="150710" y="684574"/>
                  </a:lnTo>
                  <a:lnTo>
                    <a:pt x="134247" y="684574"/>
                  </a:lnTo>
                  <a:lnTo>
                    <a:pt x="134247" y="717499"/>
                  </a:lnTo>
                  <a:lnTo>
                    <a:pt x="264577" y="783350"/>
                  </a:lnTo>
                  <a:lnTo>
                    <a:pt x="346890" y="783350"/>
                  </a:lnTo>
                  <a:lnTo>
                    <a:pt x="394907" y="798441"/>
                  </a:lnTo>
                  <a:lnTo>
                    <a:pt x="427832" y="814904"/>
                  </a:lnTo>
                  <a:lnTo>
                    <a:pt x="477220" y="1011084"/>
                  </a:lnTo>
                  <a:lnTo>
                    <a:pt x="493683" y="1157876"/>
                  </a:lnTo>
                  <a:lnTo>
                    <a:pt x="493683" y="1223727"/>
                  </a:lnTo>
                  <a:lnTo>
                    <a:pt x="493683" y="1271743"/>
                  </a:lnTo>
                  <a:lnTo>
                    <a:pt x="427832" y="1370519"/>
                  </a:lnTo>
                  <a:lnTo>
                    <a:pt x="411369" y="1484386"/>
                  </a:lnTo>
                  <a:lnTo>
                    <a:pt x="361981" y="1565327"/>
                  </a:lnTo>
                  <a:lnTo>
                    <a:pt x="346890" y="1598253"/>
                  </a:lnTo>
                  <a:lnTo>
                    <a:pt x="330427" y="1614715"/>
                  </a:lnTo>
                  <a:lnTo>
                    <a:pt x="281039" y="1647641"/>
                  </a:lnTo>
                  <a:lnTo>
                    <a:pt x="248114" y="1662732"/>
                  </a:lnTo>
                  <a:lnTo>
                    <a:pt x="264577" y="1794433"/>
                  </a:lnTo>
                  <a:lnTo>
                    <a:pt x="264577" y="1941225"/>
                  </a:lnTo>
                  <a:lnTo>
                    <a:pt x="313965" y="2201884"/>
                  </a:lnTo>
                  <a:lnTo>
                    <a:pt x="361981" y="2479006"/>
                  </a:lnTo>
                  <a:lnTo>
                    <a:pt x="411369" y="2967399"/>
                  </a:lnTo>
                  <a:lnTo>
                    <a:pt x="394907" y="2967399"/>
                  </a:lnTo>
                  <a:lnTo>
                    <a:pt x="444295" y="3114191"/>
                  </a:lnTo>
                  <a:lnTo>
                    <a:pt x="477220" y="3212967"/>
                  </a:lnTo>
                  <a:lnTo>
                    <a:pt x="477220" y="3277446"/>
                  </a:lnTo>
                  <a:lnTo>
                    <a:pt x="558162" y="3620419"/>
                  </a:lnTo>
                  <a:lnTo>
                    <a:pt x="672028" y="3994945"/>
                  </a:lnTo>
                  <a:lnTo>
                    <a:pt x="704954" y="4060796"/>
                  </a:lnTo>
                  <a:lnTo>
                    <a:pt x="835284" y="4354380"/>
                  </a:lnTo>
                  <a:lnTo>
                    <a:pt x="884672" y="4354380"/>
                  </a:lnTo>
                  <a:lnTo>
                    <a:pt x="901134" y="4370843"/>
                  </a:lnTo>
                  <a:lnTo>
                    <a:pt x="917597" y="4387306"/>
                  </a:lnTo>
                  <a:lnTo>
                    <a:pt x="917597" y="4402397"/>
                  </a:lnTo>
                  <a:lnTo>
                    <a:pt x="949150" y="4451785"/>
                  </a:lnTo>
                  <a:lnTo>
                    <a:pt x="982075" y="4468247"/>
                  </a:lnTo>
                  <a:lnTo>
                    <a:pt x="982075" y="4484710"/>
                  </a:lnTo>
                  <a:lnTo>
                    <a:pt x="998538" y="4517635"/>
                  </a:lnTo>
                  <a:lnTo>
                    <a:pt x="982075" y="4534098"/>
                  </a:lnTo>
                  <a:lnTo>
                    <a:pt x="965613" y="4549189"/>
                  </a:lnTo>
                  <a:lnTo>
                    <a:pt x="868209" y="4549189"/>
                  </a:lnTo>
                  <a:lnTo>
                    <a:pt x="785896" y="4549189"/>
                  </a:lnTo>
                  <a:lnTo>
                    <a:pt x="770804" y="4549189"/>
                  </a:lnTo>
                  <a:lnTo>
                    <a:pt x="754342" y="4534098"/>
                  </a:lnTo>
                  <a:lnTo>
                    <a:pt x="721416" y="4451785"/>
                  </a:lnTo>
                  <a:lnTo>
                    <a:pt x="704954" y="4418859"/>
                  </a:lnTo>
                  <a:lnTo>
                    <a:pt x="655566" y="4354380"/>
                  </a:lnTo>
                  <a:lnTo>
                    <a:pt x="640475" y="4321455"/>
                  </a:lnTo>
                  <a:lnTo>
                    <a:pt x="624013" y="4321455"/>
                  </a:lnTo>
                  <a:lnTo>
                    <a:pt x="607550" y="4354380"/>
                  </a:lnTo>
                  <a:lnTo>
                    <a:pt x="624013" y="4468247"/>
                  </a:lnTo>
                  <a:lnTo>
                    <a:pt x="574625" y="4451785"/>
                  </a:lnTo>
                  <a:lnTo>
                    <a:pt x="558162" y="4354380"/>
                  </a:lnTo>
                  <a:lnTo>
                    <a:pt x="525236" y="4288529"/>
                  </a:lnTo>
                  <a:lnTo>
                    <a:pt x="508773" y="4240514"/>
                  </a:lnTo>
                  <a:lnTo>
                    <a:pt x="493683" y="4224051"/>
                  </a:lnTo>
                  <a:lnTo>
                    <a:pt x="508773" y="4207588"/>
                  </a:lnTo>
                  <a:lnTo>
                    <a:pt x="525236" y="4207588"/>
                  </a:lnTo>
                  <a:lnTo>
                    <a:pt x="525236" y="4158200"/>
                  </a:lnTo>
                  <a:lnTo>
                    <a:pt x="525236" y="4125275"/>
                  </a:lnTo>
                  <a:lnTo>
                    <a:pt x="558162" y="4110184"/>
                  </a:lnTo>
                  <a:lnTo>
                    <a:pt x="558162" y="4093721"/>
                  </a:lnTo>
                  <a:lnTo>
                    <a:pt x="558162" y="4077258"/>
                  </a:lnTo>
                  <a:lnTo>
                    <a:pt x="541698" y="4044333"/>
                  </a:lnTo>
                  <a:lnTo>
                    <a:pt x="394907" y="3767211"/>
                  </a:lnTo>
                  <a:lnTo>
                    <a:pt x="297502" y="3571031"/>
                  </a:lnTo>
                  <a:lnTo>
                    <a:pt x="248114" y="3457164"/>
                  </a:lnTo>
                  <a:lnTo>
                    <a:pt x="248114" y="3359759"/>
                  </a:lnTo>
                  <a:lnTo>
                    <a:pt x="231651" y="3326834"/>
                  </a:lnTo>
                  <a:lnTo>
                    <a:pt x="150710" y="3180042"/>
                  </a:lnTo>
                  <a:lnTo>
                    <a:pt x="101322" y="3082638"/>
                  </a:lnTo>
                  <a:lnTo>
                    <a:pt x="101322" y="3033249"/>
                  </a:lnTo>
                  <a:lnTo>
                    <a:pt x="101322" y="3000324"/>
                  </a:lnTo>
                  <a:lnTo>
                    <a:pt x="0" y="3000324"/>
                  </a:lnTo>
                  <a:lnTo>
                    <a:pt x="0" y="2563071"/>
                  </a:lnTo>
                  <a:lnTo>
                    <a:pt x="3917" y="2543485"/>
                  </a:lnTo>
                  <a:lnTo>
                    <a:pt x="36843" y="2446081"/>
                  </a:lnTo>
                  <a:lnTo>
                    <a:pt x="84859" y="2332214"/>
                  </a:lnTo>
                  <a:lnTo>
                    <a:pt x="167173" y="2119571"/>
                  </a:lnTo>
                  <a:lnTo>
                    <a:pt x="101322" y="2185421"/>
                  </a:lnTo>
                  <a:lnTo>
                    <a:pt x="69768" y="2234809"/>
                  </a:lnTo>
                  <a:lnTo>
                    <a:pt x="53305" y="2282826"/>
                  </a:lnTo>
                  <a:lnTo>
                    <a:pt x="3917" y="2413155"/>
                  </a:lnTo>
                  <a:lnTo>
                    <a:pt x="0" y="2424907"/>
                  </a:lnTo>
                  <a:lnTo>
                    <a:pt x="0" y="1976855"/>
                  </a:lnTo>
                  <a:lnTo>
                    <a:pt x="20380" y="1972779"/>
                  </a:lnTo>
                  <a:lnTo>
                    <a:pt x="215189" y="1941225"/>
                  </a:lnTo>
                  <a:lnTo>
                    <a:pt x="20380" y="1941225"/>
                  </a:lnTo>
                  <a:lnTo>
                    <a:pt x="0" y="1941225"/>
                  </a:lnTo>
                  <a:lnTo>
                    <a:pt x="0" y="1670674"/>
                  </a:lnTo>
                  <a:lnTo>
                    <a:pt x="36843" y="1662732"/>
                  </a:lnTo>
                  <a:lnTo>
                    <a:pt x="183635" y="1647641"/>
                  </a:lnTo>
                  <a:lnTo>
                    <a:pt x="36844" y="1647641"/>
                  </a:lnTo>
                  <a:lnTo>
                    <a:pt x="0" y="1650875"/>
                  </a:lnTo>
                  <a:lnTo>
                    <a:pt x="0" y="1397945"/>
                  </a:lnTo>
                  <a:lnTo>
                    <a:pt x="53306" y="1402072"/>
                  </a:lnTo>
                  <a:lnTo>
                    <a:pt x="53306" y="1402073"/>
                  </a:lnTo>
                  <a:lnTo>
                    <a:pt x="231651" y="1385610"/>
                  </a:lnTo>
                  <a:lnTo>
                    <a:pt x="264577" y="1238817"/>
                  </a:lnTo>
                  <a:lnTo>
                    <a:pt x="281039" y="1207264"/>
                  </a:lnTo>
                  <a:lnTo>
                    <a:pt x="297502" y="1141414"/>
                  </a:lnTo>
                  <a:lnTo>
                    <a:pt x="313965" y="1011084"/>
                  </a:lnTo>
                  <a:lnTo>
                    <a:pt x="330427" y="913680"/>
                  </a:lnTo>
                  <a:lnTo>
                    <a:pt x="297502" y="978158"/>
                  </a:lnTo>
                  <a:lnTo>
                    <a:pt x="281039" y="1027546"/>
                  </a:lnTo>
                  <a:lnTo>
                    <a:pt x="281039" y="1060472"/>
                  </a:lnTo>
                  <a:lnTo>
                    <a:pt x="297502" y="1108488"/>
                  </a:lnTo>
                  <a:lnTo>
                    <a:pt x="281039" y="1141414"/>
                  </a:lnTo>
                  <a:lnTo>
                    <a:pt x="248114" y="1207264"/>
                  </a:lnTo>
                  <a:lnTo>
                    <a:pt x="215189" y="1271743"/>
                  </a:lnTo>
                  <a:lnTo>
                    <a:pt x="200098" y="1354056"/>
                  </a:lnTo>
                  <a:lnTo>
                    <a:pt x="150710" y="1354056"/>
                  </a:lnTo>
                  <a:lnTo>
                    <a:pt x="101322" y="1354056"/>
                  </a:lnTo>
                  <a:lnTo>
                    <a:pt x="84859" y="1370519"/>
                  </a:lnTo>
                  <a:lnTo>
                    <a:pt x="53306" y="1385609"/>
                  </a:lnTo>
                  <a:lnTo>
                    <a:pt x="53305" y="1385610"/>
                  </a:lnTo>
                  <a:lnTo>
                    <a:pt x="53305" y="1385609"/>
                  </a:lnTo>
                  <a:lnTo>
                    <a:pt x="0" y="1385609"/>
                  </a:lnTo>
                  <a:lnTo>
                    <a:pt x="0" y="990628"/>
                  </a:lnTo>
                  <a:lnTo>
                    <a:pt x="84859" y="913679"/>
                  </a:lnTo>
                  <a:lnTo>
                    <a:pt x="101322" y="897217"/>
                  </a:lnTo>
                  <a:lnTo>
                    <a:pt x="134247" y="864292"/>
                  </a:lnTo>
                  <a:lnTo>
                    <a:pt x="134247" y="814904"/>
                  </a:lnTo>
                  <a:lnTo>
                    <a:pt x="134247" y="783350"/>
                  </a:lnTo>
                  <a:lnTo>
                    <a:pt x="101322" y="733962"/>
                  </a:lnTo>
                  <a:lnTo>
                    <a:pt x="89433" y="757738"/>
                  </a:lnTo>
                  <a:lnTo>
                    <a:pt x="91459" y="710556"/>
                  </a:lnTo>
                  <a:lnTo>
                    <a:pt x="117785" y="97406"/>
                  </a:lnTo>
                  <a:lnTo>
                    <a:pt x="117784" y="97407"/>
                  </a:lnTo>
                  <a:lnTo>
                    <a:pt x="91459" y="710556"/>
                  </a:lnTo>
                  <a:lnTo>
                    <a:pt x="89433" y="757738"/>
                  </a:lnTo>
                  <a:lnTo>
                    <a:pt x="88070" y="789505"/>
                  </a:lnTo>
                  <a:lnTo>
                    <a:pt x="88070" y="789504"/>
                  </a:lnTo>
                  <a:lnTo>
                    <a:pt x="86851" y="817893"/>
                  </a:lnTo>
                  <a:lnTo>
                    <a:pt x="85632" y="846282"/>
                  </a:lnTo>
                  <a:lnTo>
                    <a:pt x="84859" y="864292"/>
                  </a:lnTo>
                  <a:lnTo>
                    <a:pt x="84859" y="864281"/>
                  </a:lnTo>
                  <a:lnTo>
                    <a:pt x="84859" y="864292"/>
                  </a:lnTo>
                  <a:lnTo>
                    <a:pt x="20380" y="897217"/>
                  </a:lnTo>
                  <a:lnTo>
                    <a:pt x="0" y="917031"/>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endParaRPr>
            </a:p>
          </p:txBody>
        </p:sp>
        <p:sp>
          <p:nvSpPr>
            <p:cNvPr id="11" name="Freeform 10"/>
            <p:cNvSpPr>
              <a:spLocks/>
            </p:cNvSpPr>
            <p:nvPr/>
          </p:nvSpPr>
          <p:spPr bwMode="auto">
            <a:xfrm>
              <a:off x="7018338" y="1674638"/>
              <a:ext cx="1284288" cy="4615039"/>
            </a:xfrm>
            <a:custGeom>
              <a:avLst/>
              <a:gdLst>
                <a:gd name="connsiteX0" fmla="*/ 504857 w 1284288"/>
                <a:gd name="connsiteY0" fmla="*/ 1500849 h 4615039"/>
                <a:gd name="connsiteX1" fmla="*/ 717499 w 1284288"/>
                <a:gd name="connsiteY1" fmla="*/ 1565327 h 4615039"/>
                <a:gd name="connsiteX2" fmla="*/ 814904 w 1284288"/>
                <a:gd name="connsiteY2" fmla="*/ 1598253 h 4615039"/>
                <a:gd name="connsiteX3" fmla="*/ 831366 w 1284288"/>
                <a:gd name="connsiteY3" fmla="*/ 1598253 h 4615039"/>
                <a:gd name="connsiteX4" fmla="*/ 847829 w 1284288"/>
                <a:gd name="connsiteY4" fmla="*/ 1581790 h 4615039"/>
                <a:gd name="connsiteX5" fmla="*/ 847829 w 1284288"/>
                <a:gd name="connsiteY5" fmla="*/ 1565327 h 4615039"/>
                <a:gd name="connsiteX6" fmla="*/ 847829 w 1284288"/>
                <a:gd name="connsiteY6" fmla="*/ 1548864 h 4615039"/>
                <a:gd name="connsiteX7" fmla="*/ 733962 w 1284288"/>
                <a:gd name="connsiteY7" fmla="*/ 1548864 h 4615039"/>
                <a:gd name="connsiteX8" fmla="*/ 913680 w 1284288"/>
                <a:gd name="connsiteY8" fmla="*/ 1044009 h 4615039"/>
                <a:gd name="connsiteX9" fmla="*/ 897217 w 1284288"/>
                <a:gd name="connsiteY9" fmla="*/ 1157875 h 4615039"/>
                <a:gd name="connsiteX10" fmla="*/ 913680 w 1284288"/>
                <a:gd name="connsiteY10" fmla="*/ 1255280 h 4615039"/>
                <a:gd name="connsiteX11" fmla="*/ 928770 w 1284288"/>
                <a:gd name="connsiteY11" fmla="*/ 1288205 h 4615039"/>
                <a:gd name="connsiteX12" fmla="*/ 961696 w 1284288"/>
                <a:gd name="connsiteY12" fmla="*/ 1337593 h 4615039"/>
                <a:gd name="connsiteX13" fmla="*/ 961696 w 1284288"/>
                <a:gd name="connsiteY13" fmla="*/ 1337594 h 4615039"/>
                <a:gd name="connsiteX14" fmla="*/ 978158 w 1284288"/>
                <a:gd name="connsiteY14" fmla="*/ 1370519 h 4615039"/>
                <a:gd name="connsiteX15" fmla="*/ 1044009 w 1284288"/>
                <a:gd name="connsiteY15" fmla="*/ 1370519 h 4615039"/>
                <a:gd name="connsiteX16" fmla="*/ 1027546 w 1284288"/>
                <a:gd name="connsiteY16" fmla="*/ 1354056 h 4615039"/>
                <a:gd name="connsiteX17" fmla="*/ 978158 w 1284288"/>
                <a:gd name="connsiteY17" fmla="*/ 1288205 h 4615039"/>
                <a:gd name="connsiteX18" fmla="*/ 978158 w 1284288"/>
                <a:gd name="connsiteY18" fmla="*/ 1288205 h 4615039"/>
                <a:gd name="connsiteX19" fmla="*/ 945233 w 1284288"/>
                <a:gd name="connsiteY19" fmla="*/ 1238817 h 4615039"/>
                <a:gd name="connsiteX20" fmla="*/ 928770 w 1284288"/>
                <a:gd name="connsiteY20" fmla="*/ 1190801 h 4615039"/>
                <a:gd name="connsiteX21" fmla="*/ 913680 w 1284288"/>
                <a:gd name="connsiteY21" fmla="*/ 1076934 h 4615039"/>
                <a:gd name="connsiteX22" fmla="*/ 897216 w 1284288"/>
                <a:gd name="connsiteY22" fmla="*/ 798440 h 4615039"/>
                <a:gd name="connsiteX23" fmla="*/ 897216 w 1284288"/>
                <a:gd name="connsiteY23" fmla="*/ 831366 h 4615039"/>
                <a:gd name="connsiteX24" fmla="*/ 880754 w 1284288"/>
                <a:gd name="connsiteY24" fmla="*/ 814903 h 4615039"/>
                <a:gd name="connsiteX25" fmla="*/ 227734 w 1284288"/>
                <a:gd name="connsiteY25" fmla="*/ 636557 h 4615039"/>
                <a:gd name="connsiteX26" fmla="*/ 260659 w 1284288"/>
                <a:gd name="connsiteY26" fmla="*/ 636557 h 4615039"/>
                <a:gd name="connsiteX27" fmla="*/ 277122 w 1284288"/>
                <a:gd name="connsiteY27" fmla="*/ 1271743 h 4615039"/>
                <a:gd name="connsiteX28" fmla="*/ 212643 w 1284288"/>
                <a:gd name="connsiteY28" fmla="*/ 1354056 h 4615039"/>
                <a:gd name="connsiteX29" fmla="*/ 179717 w 1284288"/>
                <a:gd name="connsiteY29" fmla="*/ 1321131 h 4615039"/>
                <a:gd name="connsiteX30" fmla="*/ 146792 w 1284288"/>
                <a:gd name="connsiteY30" fmla="*/ 1190801 h 4615039"/>
                <a:gd name="connsiteX31" fmla="*/ 130329 w 1284288"/>
                <a:gd name="connsiteY31" fmla="*/ 1174338 h 4615039"/>
                <a:gd name="connsiteX32" fmla="*/ 113867 w 1284288"/>
                <a:gd name="connsiteY32" fmla="*/ 1157875 h 4615039"/>
                <a:gd name="connsiteX33" fmla="*/ 97404 w 1284288"/>
                <a:gd name="connsiteY33" fmla="*/ 1157875 h 4615039"/>
                <a:gd name="connsiteX34" fmla="*/ 80941 w 1284288"/>
                <a:gd name="connsiteY34" fmla="*/ 1174338 h 4615039"/>
                <a:gd name="connsiteX35" fmla="*/ 80941 w 1284288"/>
                <a:gd name="connsiteY35" fmla="*/ 1190801 h 4615039"/>
                <a:gd name="connsiteX36" fmla="*/ 113867 w 1284288"/>
                <a:gd name="connsiteY36" fmla="*/ 1223726 h 4615039"/>
                <a:gd name="connsiteX37" fmla="*/ 130329 w 1284288"/>
                <a:gd name="connsiteY37" fmla="*/ 1238817 h 4615039"/>
                <a:gd name="connsiteX38" fmla="*/ 163255 w 1284288"/>
                <a:gd name="connsiteY38" fmla="*/ 1321131 h 4615039"/>
                <a:gd name="connsiteX39" fmla="*/ 179717 w 1284288"/>
                <a:gd name="connsiteY39" fmla="*/ 1370519 h 4615039"/>
                <a:gd name="connsiteX40" fmla="*/ 97404 w 1284288"/>
                <a:gd name="connsiteY40" fmla="*/ 1451460 h 4615039"/>
                <a:gd name="connsiteX41" fmla="*/ 80941 w 1284288"/>
                <a:gd name="connsiteY41" fmla="*/ 1385609 h 4615039"/>
                <a:gd name="connsiteX42" fmla="*/ 49388 w 1284288"/>
                <a:gd name="connsiteY42" fmla="*/ 1385609 h 4615039"/>
                <a:gd name="connsiteX43" fmla="*/ 0 w 1284288"/>
                <a:gd name="connsiteY43" fmla="*/ 684574 h 4615039"/>
                <a:gd name="connsiteX44" fmla="*/ 1174339 w 1284288"/>
                <a:gd name="connsiteY44" fmla="*/ 0 h 4615039"/>
                <a:gd name="connsiteX45" fmla="*/ 1284288 w 1284288"/>
                <a:gd name="connsiteY45" fmla="*/ 0 h 4615039"/>
                <a:gd name="connsiteX46" fmla="*/ 1284288 w 1284288"/>
                <a:gd name="connsiteY46" fmla="*/ 917031 h 4615039"/>
                <a:gd name="connsiteX47" fmla="*/ 1255280 w 1284288"/>
                <a:gd name="connsiteY47" fmla="*/ 945233 h 4615039"/>
                <a:gd name="connsiteX48" fmla="*/ 1222355 w 1284288"/>
                <a:gd name="connsiteY48" fmla="*/ 1011084 h 4615039"/>
                <a:gd name="connsiteX49" fmla="*/ 1124950 w 1284288"/>
                <a:gd name="connsiteY49" fmla="*/ 897217 h 4615039"/>
                <a:gd name="connsiteX50" fmla="*/ 1124951 w 1284288"/>
                <a:gd name="connsiteY50" fmla="*/ 897216 h 4615039"/>
                <a:gd name="connsiteX51" fmla="*/ 1108488 w 1284288"/>
                <a:gd name="connsiteY51" fmla="*/ 880754 h 4615039"/>
                <a:gd name="connsiteX52" fmla="*/ 1092026 w 1284288"/>
                <a:gd name="connsiteY52" fmla="*/ 847828 h 4615039"/>
                <a:gd name="connsiteX53" fmla="*/ 1092026 w 1284288"/>
                <a:gd name="connsiteY53" fmla="*/ 798440 h 4615039"/>
                <a:gd name="connsiteX54" fmla="*/ 1124951 w 1284288"/>
                <a:gd name="connsiteY54" fmla="*/ 733962 h 4615039"/>
                <a:gd name="connsiteX55" fmla="*/ 1157876 w 1284288"/>
                <a:gd name="connsiteY55" fmla="*/ 651648 h 4615039"/>
                <a:gd name="connsiteX56" fmla="*/ 1124951 w 1284288"/>
                <a:gd name="connsiteY56" fmla="*/ 701036 h 4615039"/>
                <a:gd name="connsiteX57" fmla="*/ 1075563 w 1284288"/>
                <a:gd name="connsiteY57" fmla="*/ 750424 h 4615039"/>
                <a:gd name="connsiteX58" fmla="*/ 1060473 w 1284288"/>
                <a:gd name="connsiteY58" fmla="*/ 814903 h 4615039"/>
                <a:gd name="connsiteX59" fmla="*/ 1060473 w 1284288"/>
                <a:gd name="connsiteY59" fmla="*/ 847828 h 4615039"/>
                <a:gd name="connsiteX60" fmla="*/ 1060473 w 1284288"/>
                <a:gd name="connsiteY60" fmla="*/ 880754 h 4615039"/>
                <a:gd name="connsiteX61" fmla="*/ 1092026 w 1284288"/>
                <a:gd name="connsiteY61" fmla="*/ 945233 h 4615039"/>
                <a:gd name="connsiteX62" fmla="*/ 1207264 w 1284288"/>
                <a:gd name="connsiteY62" fmla="*/ 1060472 h 4615039"/>
                <a:gd name="connsiteX63" fmla="*/ 1284288 w 1284288"/>
                <a:gd name="connsiteY63" fmla="*/ 990628 h 4615039"/>
                <a:gd name="connsiteX64" fmla="*/ 1284288 w 1284288"/>
                <a:gd name="connsiteY64" fmla="*/ 1385609 h 4615039"/>
                <a:gd name="connsiteX65" fmla="*/ 1207264 w 1284288"/>
                <a:gd name="connsiteY65" fmla="*/ 1385609 h 4615039"/>
                <a:gd name="connsiteX66" fmla="*/ 1124951 w 1284288"/>
                <a:gd name="connsiteY66" fmla="*/ 1385609 h 4615039"/>
                <a:gd name="connsiteX67" fmla="*/ 1284288 w 1284288"/>
                <a:gd name="connsiteY67" fmla="*/ 1397945 h 4615039"/>
                <a:gd name="connsiteX68" fmla="*/ 1284288 w 1284288"/>
                <a:gd name="connsiteY68" fmla="*/ 1650875 h 4615039"/>
                <a:gd name="connsiteX69" fmla="*/ 961696 w 1284288"/>
                <a:gd name="connsiteY69" fmla="*/ 1679194 h 4615039"/>
                <a:gd name="connsiteX70" fmla="*/ 961696 w 1284288"/>
                <a:gd name="connsiteY70" fmla="*/ 1532402 h 4615039"/>
                <a:gd name="connsiteX71" fmla="*/ 928770 w 1284288"/>
                <a:gd name="connsiteY71" fmla="*/ 1712120 h 4615039"/>
                <a:gd name="connsiteX72" fmla="*/ 978158 w 1284288"/>
                <a:gd name="connsiteY72" fmla="*/ 1712120 h 4615039"/>
                <a:gd name="connsiteX73" fmla="*/ 1027546 w 1284288"/>
                <a:gd name="connsiteY73" fmla="*/ 1712120 h 4615039"/>
                <a:gd name="connsiteX74" fmla="*/ 1092026 w 1284288"/>
                <a:gd name="connsiteY74" fmla="*/ 1712120 h 4615039"/>
                <a:gd name="connsiteX75" fmla="*/ 1284288 w 1284288"/>
                <a:gd name="connsiteY75" fmla="*/ 1670674 h 4615039"/>
                <a:gd name="connsiteX76" fmla="*/ 1284288 w 1284288"/>
                <a:gd name="connsiteY76" fmla="*/ 1941225 h 4615039"/>
                <a:gd name="connsiteX77" fmla="*/ 1238818 w 1284288"/>
                <a:gd name="connsiteY77" fmla="*/ 1941225 h 4615039"/>
                <a:gd name="connsiteX78" fmla="*/ 1157876 w 1284288"/>
                <a:gd name="connsiteY78" fmla="*/ 1941225 h 4615039"/>
                <a:gd name="connsiteX79" fmla="*/ 978158 w 1284288"/>
                <a:gd name="connsiteY79" fmla="*/ 1908300 h 4615039"/>
                <a:gd name="connsiteX80" fmla="*/ 783350 w 1284288"/>
                <a:gd name="connsiteY80" fmla="*/ 1842449 h 4615039"/>
                <a:gd name="connsiteX81" fmla="*/ 978158 w 1284288"/>
                <a:gd name="connsiteY81" fmla="*/ 1941225 h 4615039"/>
                <a:gd name="connsiteX82" fmla="*/ 1222355 w 1284288"/>
                <a:gd name="connsiteY82" fmla="*/ 1989242 h 4615039"/>
                <a:gd name="connsiteX83" fmla="*/ 1284288 w 1284288"/>
                <a:gd name="connsiteY83" fmla="*/ 1976855 h 4615039"/>
                <a:gd name="connsiteX84" fmla="*/ 1284288 w 1284288"/>
                <a:gd name="connsiteY84" fmla="*/ 2424906 h 4615039"/>
                <a:gd name="connsiteX85" fmla="*/ 1255280 w 1284288"/>
                <a:gd name="connsiteY85" fmla="*/ 2511931 h 4615039"/>
                <a:gd name="connsiteX86" fmla="*/ 1207264 w 1284288"/>
                <a:gd name="connsiteY86" fmla="*/ 2935846 h 4615039"/>
                <a:gd name="connsiteX87" fmla="*/ 1238817 w 1284288"/>
                <a:gd name="connsiteY87" fmla="*/ 2902920 h 4615039"/>
                <a:gd name="connsiteX88" fmla="*/ 1255280 w 1284288"/>
                <a:gd name="connsiteY88" fmla="*/ 2886458 h 4615039"/>
                <a:gd name="connsiteX89" fmla="*/ 1255280 w 1284288"/>
                <a:gd name="connsiteY89" fmla="*/ 2853532 h 4615039"/>
                <a:gd name="connsiteX90" fmla="*/ 1271743 w 1284288"/>
                <a:gd name="connsiteY90" fmla="*/ 2625799 h 4615039"/>
                <a:gd name="connsiteX91" fmla="*/ 1284288 w 1284288"/>
                <a:gd name="connsiteY91" fmla="*/ 2563070 h 4615039"/>
                <a:gd name="connsiteX92" fmla="*/ 1284288 w 1284288"/>
                <a:gd name="connsiteY92" fmla="*/ 3000324 h 4615039"/>
                <a:gd name="connsiteX93" fmla="*/ 1255280 w 1284288"/>
                <a:gd name="connsiteY93" fmla="*/ 3000324 h 4615039"/>
                <a:gd name="connsiteX94" fmla="*/ 1207264 w 1284288"/>
                <a:gd name="connsiteY94" fmla="*/ 3000324 h 4615039"/>
                <a:gd name="connsiteX95" fmla="*/ 1190802 w 1284288"/>
                <a:gd name="connsiteY95" fmla="*/ 3066175 h 4615039"/>
                <a:gd name="connsiteX96" fmla="*/ 1108488 w 1284288"/>
                <a:gd name="connsiteY96" fmla="*/ 3016787 h 4615039"/>
                <a:gd name="connsiteX97" fmla="*/ 1108488 w 1284288"/>
                <a:gd name="connsiteY97" fmla="*/ 3114191 h 4615039"/>
                <a:gd name="connsiteX98" fmla="*/ 1092026 w 1284288"/>
                <a:gd name="connsiteY98" fmla="*/ 3260983 h 4615039"/>
                <a:gd name="connsiteX99" fmla="*/ 1092026 w 1284288"/>
                <a:gd name="connsiteY99" fmla="*/ 3424239 h 4615039"/>
                <a:gd name="connsiteX100" fmla="*/ 1075563 w 1284288"/>
                <a:gd name="connsiteY100" fmla="*/ 3684898 h 4615039"/>
                <a:gd name="connsiteX101" fmla="*/ 1075563 w 1284288"/>
                <a:gd name="connsiteY101" fmla="*/ 4027870 h 4615039"/>
                <a:gd name="connsiteX102" fmla="*/ 1092026 w 1284288"/>
                <a:gd name="connsiteY102" fmla="*/ 4060796 h 4615039"/>
                <a:gd name="connsiteX103" fmla="*/ 1108488 w 1284288"/>
                <a:gd name="connsiteY103" fmla="*/ 4093721 h 4615039"/>
                <a:gd name="connsiteX104" fmla="*/ 1108488 w 1284288"/>
                <a:gd name="connsiteY104" fmla="*/ 4125275 h 4615039"/>
                <a:gd name="connsiteX105" fmla="*/ 1124951 w 1284288"/>
                <a:gd name="connsiteY105" fmla="*/ 4272067 h 4615039"/>
                <a:gd name="connsiteX106" fmla="*/ 1157876 w 1284288"/>
                <a:gd name="connsiteY106" fmla="*/ 4402397 h 4615039"/>
                <a:gd name="connsiteX107" fmla="*/ 1174339 w 1284288"/>
                <a:gd name="connsiteY107" fmla="*/ 4418859 h 4615039"/>
                <a:gd name="connsiteX108" fmla="*/ 1174339 w 1284288"/>
                <a:gd name="connsiteY108" fmla="*/ 4484710 h 4615039"/>
                <a:gd name="connsiteX109" fmla="*/ 1190802 w 1284288"/>
                <a:gd name="connsiteY109" fmla="*/ 4534098 h 4615039"/>
                <a:gd name="connsiteX110" fmla="*/ 1207264 w 1284288"/>
                <a:gd name="connsiteY110" fmla="*/ 4565651 h 4615039"/>
                <a:gd name="connsiteX111" fmla="*/ 1190802 w 1284288"/>
                <a:gd name="connsiteY111" fmla="*/ 4582114 h 4615039"/>
                <a:gd name="connsiteX112" fmla="*/ 1157876 w 1284288"/>
                <a:gd name="connsiteY112" fmla="*/ 4615039 h 4615039"/>
                <a:gd name="connsiteX113" fmla="*/ 1075563 w 1284288"/>
                <a:gd name="connsiteY113" fmla="*/ 4615039 h 4615039"/>
                <a:gd name="connsiteX114" fmla="*/ 1027546 w 1284288"/>
                <a:gd name="connsiteY114" fmla="*/ 4582114 h 4615039"/>
                <a:gd name="connsiteX115" fmla="*/ 978158 w 1284288"/>
                <a:gd name="connsiteY115" fmla="*/ 4549189 h 4615039"/>
                <a:gd name="connsiteX116" fmla="*/ 961696 w 1284288"/>
                <a:gd name="connsiteY116" fmla="*/ 4501173 h 4615039"/>
                <a:gd name="connsiteX117" fmla="*/ 945233 w 1284288"/>
                <a:gd name="connsiteY117" fmla="*/ 4224051 h 4615039"/>
                <a:gd name="connsiteX118" fmla="*/ 961696 w 1284288"/>
                <a:gd name="connsiteY118" fmla="*/ 4060796 h 4615039"/>
                <a:gd name="connsiteX119" fmla="*/ 880754 w 1284288"/>
                <a:gd name="connsiteY119" fmla="*/ 3831689 h 4615039"/>
                <a:gd name="connsiteX120" fmla="*/ 814903 w 1284288"/>
                <a:gd name="connsiteY120" fmla="*/ 3554568 h 4615039"/>
                <a:gd name="connsiteX121" fmla="*/ 798440 w 1284288"/>
                <a:gd name="connsiteY121" fmla="*/ 3473627 h 4615039"/>
                <a:gd name="connsiteX122" fmla="*/ 798440 w 1284288"/>
                <a:gd name="connsiteY122" fmla="*/ 3391313 h 4615039"/>
                <a:gd name="connsiteX123" fmla="*/ 814903 w 1284288"/>
                <a:gd name="connsiteY123" fmla="*/ 3212967 h 4615039"/>
                <a:gd name="connsiteX124" fmla="*/ 798440 w 1284288"/>
                <a:gd name="connsiteY124" fmla="*/ 2952308 h 4615039"/>
                <a:gd name="connsiteX125" fmla="*/ 537781 w 1284288"/>
                <a:gd name="connsiteY125" fmla="*/ 2869995 h 4615039"/>
                <a:gd name="connsiteX126" fmla="*/ 603632 w 1284288"/>
                <a:gd name="connsiteY126" fmla="*/ 2527022 h 4615039"/>
                <a:gd name="connsiteX127" fmla="*/ 651648 w 1284288"/>
                <a:gd name="connsiteY127" fmla="*/ 2201884 h 4615039"/>
                <a:gd name="connsiteX128" fmla="*/ 651648 w 1284288"/>
                <a:gd name="connsiteY128" fmla="*/ 2201882 h 4615039"/>
                <a:gd name="connsiteX129" fmla="*/ 668111 w 1284288"/>
                <a:gd name="connsiteY129" fmla="*/ 2103108 h 4615039"/>
                <a:gd name="connsiteX130" fmla="*/ 701036 w 1284288"/>
                <a:gd name="connsiteY130" fmla="*/ 1941225 h 4615039"/>
                <a:gd name="connsiteX131" fmla="*/ 717499 w 1284288"/>
                <a:gd name="connsiteY131" fmla="*/ 1825986 h 4615039"/>
                <a:gd name="connsiteX132" fmla="*/ 798440 w 1284288"/>
                <a:gd name="connsiteY132" fmla="*/ 1712120 h 4615039"/>
                <a:gd name="connsiteX133" fmla="*/ 374527 w 1284288"/>
                <a:gd name="connsiteY133" fmla="*/ 1695657 h 4615039"/>
                <a:gd name="connsiteX134" fmla="*/ 358064 w 1284288"/>
                <a:gd name="connsiteY134" fmla="*/ 1662732 h 4615039"/>
                <a:gd name="connsiteX135" fmla="*/ 326510 w 1284288"/>
                <a:gd name="connsiteY135" fmla="*/ 1565328 h 4615039"/>
                <a:gd name="connsiteX136" fmla="*/ 293585 w 1284288"/>
                <a:gd name="connsiteY136" fmla="*/ 1532402 h 4615039"/>
                <a:gd name="connsiteX137" fmla="*/ 212644 w 1284288"/>
                <a:gd name="connsiteY137" fmla="*/ 1515939 h 4615039"/>
                <a:gd name="connsiteX138" fmla="*/ 113868 w 1284288"/>
                <a:gd name="connsiteY138" fmla="*/ 1467923 h 4615039"/>
                <a:gd name="connsiteX139" fmla="*/ 97405 w 1284288"/>
                <a:gd name="connsiteY139" fmla="*/ 1467923 h 4615039"/>
                <a:gd name="connsiteX140" fmla="*/ 97405 w 1284288"/>
                <a:gd name="connsiteY140" fmla="*/ 1451461 h 4615039"/>
                <a:gd name="connsiteX141" fmla="*/ 179718 w 1284288"/>
                <a:gd name="connsiteY141" fmla="*/ 1370519 h 4615039"/>
                <a:gd name="connsiteX142" fmla="*/ 227734 w 1284288"/>
                <a:gd name="connsiteY142" fmla="*/ 1418535 h 4615039"/>
                <a:gd name="connsiteX143" fmla="*/ 260659 w 1284288"/>
                <a:gd name="connsiteY143" fmla="*/ 1418535 h 4615039"/>
                <a:gd name="connsiteX144" fmla="*/ 277122 w 1284288"/>
                <a:gd name="connsiteY144" fmla="*/ 1434998 h 4615039"/>
                <a:gd name="connsiteX145" fmla="*/ 277122 w 1284288"/>
                <a:gd name="connsiteY145" fmla="*/ 1418535 h 4615039"/>
                <a:gd name="connsiteX146" fmla="*/ 277122 w 1284288"/>
                <a:gd name="connsiteY146" fmla="*/ 1402073 h 4615039"/>
                <a:gd name="connsiteX147" fmla="*/ 212644 w 1284288"/>
                <a:gd name="connsiteY147" fmla="*/ 1354056 h 4615039"/>
                <a:gd name="connsiteX148" fmla="*/ 277122 w 1284288"/>
                <a:gd name="connsiteY148" fmla="*/ 1271743 h 4615039"/>
                <a:gd name="connsiteX149" fmla="*/ 277122 w 1284288"/>
                <a:gd name="connsiteY149" fmla="*/ 1337593 h 4615039"/>
                <a:gd name="connsiteX150" fmla="*/ 587170 w 1284288"/>
                <a:gd name="connsiteY150" fmla="*/ 1402073 h 4615039"/>
                <a:gd name="connsiteX151" fmla="*/ 620094 w 1284288"/>
                <a:gd name="connsiteY151" fmla="*/ 1385611 h 4615039"/>
                <a:gd name="connsiteX152" fmla="*/ 620095 w 1284288"/>
                <a:gd name="connsiteY152" fmla="*/ 1385610 h 4615039"/>
                <a:gd name="connsiteX153" fmla="*/ 684574 w 1284288"/>
                <a:gd name="connsiteY153" fmla="*/ 1370519 h 4615039"/>
                <a:gd name="connsiteX154" fmla="*/ 717499 w 1284288"/>
                <a:gd name="connsiteY154" fmla="*/ 1354056 h 4615039"/>
                <a:gd name="connsiteX155" fmla="*/ 750425 w 1284288"/>
                <a:gd name="connsiteY155" fmla="*/ 1354056 h 4615039"/>
                <a:gd name="connsiteX156" fmla="*/ 798440 w 1284288"/>
                <a:gd name="connsiteY156" fmla="*/ 1370519 h 4615039"/>
                <a:gd name="connsiteX157" fmla="*/ 766887 w 1284288"/>
                <a:gd name="connsiteY157" fmla="*/ 1027546 h 4615039"/>
                <a:gd name="connsiteX158" fmla="*/ 766887 w 1284288"/>
                <a:gd name="connsiteY158" fmla="*/ 994621 h 4615039"/>
                <a:gd name="connsiteX159" fmla="*/ 783350 w 1284288"/>
                <a:gd name="connsiteY159" fmla="*/ 930142 h 4615039"/>
                <a:gd name="connsiteX160" fmla="*/ 847829 w 1284288"/>
                <a:gd name="connsiteY160" fmla="*/ 880754 h 4615039"/>
                <a:gd name="connsiteX161" fmla="*/ 913680 w 1284288"/>
                <a:gd name="connsiteY161" fmla="*/ 847828 h 4615039"/>
                <a:gd name="connsiteX162" fmla="*/ 1060473 w 1284288"/>
                <a:gd name="connsiteY162" fmla="*/ 717499 h 4615039"/>
                <a:gd name="connsiteX163" fmla="*/ 1092026 w 1284288"/>
                <a:gd name="connsiteY163" fmla="*/ 668111 h 4615039"/>
                <a:gd name="connsiteX164" fmla="*/ 1124951 w 1284288"/>
                <a:gd name="connsiteY164" fmla="*/ 636557 h 4615039"/>
                <a:gd name="connsiteX165" fmla="*/ 1124951 w 1284288"/>
                <a:gd name="connsiteY165" fmla="*/ 620094 h 4615039"/>
                <a:gd name="connsiteX166" fmla="*/ 1141414 w 1284288"/>
                <a:gd name="connsiteY166" fmla="*/ 603632 h 4615039"/>
                <a:gd name="connsiteX167" fmla="*/ 1124951 w 1284288"/>
                <a:gd name="connsiteY167" fmla="*/ 570706 h 4615039"/>
                <a:gd name="connsiteX168" fmla="*/ 1108488 w 1284288"/>
                <a:gd name="connsiteY168" fmla="*/ 521318 h 4615039"/>
                <a:gd name="connsiteX169" fmla="*/ 1075563 w 1284288"/>
                <a:gd name="connsiteY169" fmla="*/ 504856 h 4615039"/>
                <a:gd name="connsiteX170" fmla="*/ 1075563 w 1284288"/>
                <a:gd name="connsiteY170" fmla="*/ 537781 h 4615039"/>
                <a:gd name="connsiteX171" fmla="*/ 1060473 w 1284288"/>
                <a:gd name="connsiteY171" fmla="*/ 570706 h 4615039"/>
                <a:gd name="connsiteX172" fmla="*/ 1060473 w 1284288"/>
                <a:gd name="connsiteY172" fmla="*/ 620094 h 4615039"/>
                <a:gd name="connsiteX173" fmla="*/ 1060473 w 1284288"/>
                <a:gd name="connsiteY173" fmla="*/ 684574 h 4615039"/>
                <a:gd name="connsiteX174" fmla="*/ 1027547 w 1284288"/>
                <a:gd name="connsiteY174" fmla="*/ 717499 h 4615039"/>
                <a:gd name="connsiteX175" fmla="*/ 994622 w 1284288"/>
                <a:gd name="connsiteY175" fmla="*/ 750424 h 4615039"/>
                <a:gd name="connsiteX176" fmla="*/ 945233 w 1284288"/>
                <a:gd name="connsiteY176" fmla="*/ 783350 h 4615039"/>
                <a:gd name="connsiteX177" fmla="*/ 897217 w 1284288"/>
                <a:gd name="connsiteY177" fmla="*/ 798440 h 4615039"/>
                <a:gd name="connsiteX178" fmla="*/ 880755 w 1284288"/>
                <a:gd name="connsiteY178" fmla="*/ 668111 h 4615039"/>
                <a:gd name="connsiteX179" fmla="*/ 897217 w 1284288"/>
                <a:gd name="connsiteY179" fmla="*/ 603632 h 4615039"/>
                <a:gd name="connsiteX180" fmla="*/ 913680 w 1284288"/>
                <a:gd name="connsiteY180" fmla="*/ 570706 h 4615039"/>
                <a:gd name="connsiteX181" fmla="*/ 945233 w 1284288"/>
                <a:gd name="connsiteY181" fmla="*/ 554244 h 4615039"/>
                <a:gd name="connsiteX182" fmla="*/ 978159 w 1284288"/>
                <a:gd name="connsiteY182" fmla="*/ 521318 h 4615039"/>
                <a:gd name="connsiteX183" fmla="*/ 978159 w 1284288"/>
                <a:gd name="connsiteY183" fmla="*/ 489765 h 4615039"/>
                <a:gd name="connsiteX184" fmla="*/ 945233 w 1284288"/>
                <a:gd name="connsiteY184" fmla="*/ 473303 h 4615039"/>
                <a:gd name="connsiteX185" fmla="*/ 928770 w 1284288"/>
                <a:gd name="connsiteY185" fmla="*/ 504856 h 4615039"/>
                <a:gd name="connsiteX186" fmla="*/ 913680 w 1284288"/>
                <a:gd name="connsiteY186" fmla="*/ 456840 h 4615039"/>
                <a:gd name="connsiteX187" fmla="*/ 913680 w 1284288"/>
                <a:gd name="connsiteY187" fmla="*/ 374527 h 4615039"/>
                <a:gd name="connsiteX188" fmla="*/ 913680 w 1284288"/>
                <a:gd name="connsiteY188" fmla="*/ 326510 h 4615039"/>
                <a:gd name="connsiteX189" fmla="*/ 880755 w 1284288"/>
                <a:gd name="connsiteY189" fmla="*/ 359435 h 4615039"/>
                <a:gd name="connsiteX190" fmla="*/ 847829 w 1284288"/>
                <a:gd name="connsiteY190" fmla="*/ 390989 h 4615039"/>
                <a:gd name="connsiteX191" fmla="*/ 814904 w 1284288"/>
                <a:gd name="connsiteY191" fmla="*/ 440377 h 4615039"/>
                <a:gd name="connsiteX192" fmla="*/ 847829 w 1284288"/>
                <a:gd name="connsiteY192" fmla="*/ 359435 h 4615039"/>
                <a:gd name="connsiteX193" fmla="*/ 880755 w 1284288"/>
                <a:gd name="connsiteY193" fmla="*/ 260659 h 4615039"/>
                <a:gd name="connsiteX194" fmla="*/ 897217 w 1284288"/>
                <a:gd name="connsiteY194" fmla="*/ 227734 h 4615039"/>
                <a:gd name="connsiteX195" fmla="*/ 913680 w 1284288"/>
                <a:gd name="connsiteY195" fmla="*/ 212644 h 4615039"/>
                <a:gd name="connsiteX196" fmla="*/ 913680 w 1284288"/>
                <a:gd name="connsiteY196" fmla="*/ 196181 h 4615039"/>
                <a:gd name="connsiteX197" fmla="*/ 897217 w 1284288"/>
                <a:gd name="connsiteY197" fmla="*/ 196181 h 4615039"/>
                <a:gd name="connsiteX198" fmla="*/ 847829 w 1284288"/>
                <a:gd name="connsiteY198" fmla="*/ 196181 h 4615039"/>
                <a:gd name="connsiteX199" fmla="*/ 897217 w 1284288"/>
                <a:gd name="connsiteY199" fmla="*/ 163256 h 4615039"/>
                <a:gd name="connsiteX200" fmla="*/ 945233 w 1284288"/>
                <a:gd name="connsiteY200" fmla="*/ 146793 h 4615039"/>
                <a:gd name="connsiteX201" fmla="*/ 978159 w 1284288"/>
                <a:gd name="connsiteY201" fmla="*/ 146793 h 4615039"/>
                <a:gd name="connsiteX202" fmla="*/ 1011085 w 1284288"/>
                <a:gd name="connsiteY202" fmla="*/ 179718 h 4615039"/>
                <a:gd name="connsiteX203" fmla="*/ 1060473 w 1284288"/>
                <a:gd name="connsiteY203" fmla="*/ 97405 h 4615039"/>
                <a:gd name="connsiteX204" fmla="*/ 1108488 w 1284288"/>
                <a:gd name="connsiteY204" fmla="*/ 65851 h 4615039"/>
                <a:gd name="connsiteX205" fmla="*/ 1157876 w 1284288"/>
                <a:gd name="connsiteY205" fmla="*/ 49388 h 4615039"/>
                <a:gd name="connsiteX206" fmla="*/ 1174339 w 1284288"/>
                <a:gd name="connsiteY206" fmla="*/ 32926 h 4615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284288" h="4615039">
                  <a:moveTo>
                    <a:pt x="504857" y="1500849"/>
                  </a:moveTo>
                  <a:lnTo>
                    <a:pt x="717499" y="1565327"/>
                  </a:lnTo>
                  <a:lnTo>
                    <a:pt x="814904" y="1598253"/>
                  </a:lnTo>
                  <a:lnTo>
                    <a:pt x="831366" y="1598253"/>
                  </a:lnTo>
                  <a:lnTo>
                    <a:pt x="847829" y="1581790"/>
                  </a:lnTo>
                  <a:lnTo>
                    <a:pt x="847829" y="1565327"/>
                  </a:lnTo>
                  <a:lnTo>
                    <a:pt x="847829" y="1548864"/>
                  </a:lnTo>
                  <a:lnTo>
                    <a:pt x="733962" y="1548864"/>
                  </a:lnTo>
                  <a:close/>
                  <a:moveTo>
                    <a:pt x="913680" y="1044009"/>
                  </a:moveTo>
                  <a:lnTo>
                    <a:pt x="897217" y="1157875"/>
                  </a:lnTo>
                  <a:lnTo>
                    <a:pt x="913680" y="1255280"/>
                  </a:lnTo>
                  <a:lnTo>
                    <a:pt x="928770" y="1288205"/>
                  </a:lnTo>
                  <a:lnTo>
                    <a:pt x="961696" y="1337593"/>
                  </a:lnTo>
                  <a:lnTo>
                    <a:pt x="961696" y="1337594"/>
                  </a:lnTo>
                  <a:lnTo>
                    <a:pt x="978158" y="1370519"/>
                  </a:lnTo>
                  <a:lnTo>
                    <a:pt x="1044009" y="1370519"/>
                  </a:lnTo>
                  <a:lnTo>
                    <a:pt x="1027546" y="1354056"/>
                  </a:lnTo>
                  <a:lnTo>
                    <a:pt x="978158" y="1288205"/>
                  </a:lnTo>
                  <a:lnTo>
                    <a:pt x="978158" y="1288205"/>
                  </a:lnTo>
                  <a:lnTo>
                    <a:pt x="945233" y="1238817"/>
                  </a:lnTo>
                  <a:lnTo>
                    <a:pt x="928770" y="1190801"/>
                  </a:lnTo>
                  <a:lnTo>
                    <a:pt x="913680" y="1076934"/>
                  </a:lnTo>
                  <a:close/>
                  <a:moveTo>
                    <a:pt x="897216" y="798440"/>
                  </a:moveTo>
                  <a:lnTo>
                    <a:pt x="897216" y="831366"/>
                  </a:lnTo>
                  <a:lnTo>
                    <a:pt x="880754" y="814903"/>
                  </a:lnTo>
                  <a:close/>
                  <a:moveTo>
                    <a:pt x="227734" y="636557"/>
                  </a:moveTo>
                  <a:lnTo>
                    <a:pt x="260659" y="636557"/>
                  </a:lnTo>
                  <a:lnTo>
                    <a:pt x="277122" y="1271743"/>
                  </a:lnTo>
                  <a:lnTo>
                    <a:pt x="212643" y="1354056"/>
                  </a:lnTo>
                  <a:lnTo>
                    <a:pt x="179717" y="1321131"/>
                  </a:lnTo>
                  <a:lnTo>
                    <a:pt x="146792" y="1190801"/>
                  </a:lnTo>
                  <a:lnTo>
                    <a:pt x="130329" y="1174338"/>
                  </a:lnTo>
                  <a:lnTo>
                    <a:pt x="113867" y="1157875"/>
                  </a:lnTo>
                  <a:lnTo>
                    <a:pt x="97404" y="1157875"/>
                  </a:lnTo>
                  <a:lnTo>
                    <a:pt x="80941" y="1174338"/>
                  </a:lnTo>
                  <a:lnTo>
                    <a:pt x="80941" y="1190801"/>
                  </a:lnTo>
                  <a:lnTo>
                    <a:pt x="113867" y="1223726"/>
                  </a:lnTo>
                  <a:lnTo>
                    <a:pt x="130329" y="1238817"/>
                  </a:lnTo>
                  <a:lnTo>
                    <a:pt x="163255" y="1321131"/>
                  </a:lnTo>
                  <a:lnTo>
                    <a:pt x="179717" y="1370519"/>
                  </a:lnTo>
                  <a:lnTo>
                    <a:pt x="97404" y="1451460"/>
                  </a:lnTo>
                  <a:lnTo>
                    <a:pt x="80941" y="1385609"/>
                  </a:lnTo>
                  <a:lnTo>
                    <a:pt x="49388" y="1385609"/>
                  </a:lnTo>
                  <a:lnTo>
                    <a:pt x="0" y="684574"/>
                  </a:lnTo>
                  <a:close/>
                  <a:moveTo>
                    <a:pt x="1174339" y="0"/>
                  </a:moveTo>
                  <a:lnTo>
                    <a:pt x="1284288" y="0"/>
                  </a:lnTo>
                  <a:lnTo>
                    <a:pt x="1284288" y="917031"/>
                  </a:lnTo>
                  <a:lnTo>
                    <a:pt x="1255280" y="945233"/>
                  </a:lnTo>
                  <a:lnTo>
                    <a:pt x="1222355" y="1011084"/>
                  </a:lnTo>
                  <a:lnTo>
                    <a:pt x="1124950" y="897217"/>
                  </a:lnTo>
                  <a:lnTo>
                    <a:pt x="1124951" y="897216"/>
                  </a:lnTo>
                  <a:lnTo>
                    <a:pt x="1108488" y="880754"/>
                  </a:lnTo>
                  <a:lnTo>
                    <a:pt x="1092026" y="847828"/>
                  </a:lnTo>
                  <a:lnTo>
                    <a:pt x="1092026" y="798440"/>
                  </a:lnTo>
                  <a:lnTo>
                    <a:pt x="1124951" y="733962"/>
                  </a:lnTo>
                  <a:lnTo>
                    <a:pt x="1157876" y="651648"/>
                  </a:lnTo>
                  <a:lnTo>
                    <a:pt x="1124951" y="701036"/>
                  </a:lnTo>
                  <a:lnTo>
                    <a:pt x="1075563" y="750424"/>
                  </a:lnTo>
                  <a:lnTo>
                    <a:pt x="1060473" y="814903"/>
                  </a:lnTo>
                  <a:lnTo>
                    <a:pt x="1060473" y="847828"/>
                  </a:lnTo>
                  <a:lnTo>
                    <a:pt x="1060473" y="880754"/>
                  </a:lnTo>
                  <a:lnTo>
                    <a:pt x="1092026" y="945233"/>
                  </a:lnTo>
                  <a:lnTo>
                    <a:pt x="1207264" y="1060472"/>
                  </a:lnTo>
                  <a:lnTo>
                    <a:pt x="1284288" y="990628"/>
                  </a:lnTo>
                  <a:lnTo>
                    <a:pt x="1284288" y="1385609"/>
                  </a:lnTo>
                  <a:lnTo>
                    <a:pt x="1207264" y="1385609"/>
                  </a:lnTo>
                  <a:lnTo>
                    <a:pt x="1124951" y="1385609"/>
                  </a:lnTo>
                  <a:lnTo>
                    <a:pt x="1284288" y="1397945"/>
                  </a:lnTo>
                  <a:lnTo>
                    <a:pt x="1284288" y="1650875"/>
                  </a:lnTo>
                  <a:lnTo>
                    <a:pt x="961696" y="1679194"/>
                  </a:lnTo>
                  <a:lnTo>
                    <a:pt x="961696" y="1532402"/>
                  </a:lnTo>
                  <a:lnTo>
                    <a:pt x="928770" y="1712120"/>
                  </a:lnTo>
                  <a:lnTo>
                    <a:pt x="978158" y="1712120"/>
                  </a:lnTo>
                  <a:lnTo>
                    <a:pt x="1027546" y="1712120"/>
                  </a:lnTo>
                  <a:lnTo>
                    <a:pt x="1092026" y="1712120"/>
                  </a:lnTo>
                  <a:lnTo>
                    <a:pt x="1284288" y="1670674"/>
                  </a:lnTo>
                  <a:lnTo>
                    <a:pt x="1284288" y="1941225"/>
                  </a:lnTo>
                  <a:lnTo>
                    <a:pt x="1238818" y="1941225"/>
                  </a:lnTo>
                  <a:lnTo>
                    <a:pt x="1157876" y="1941225"/>
                  </a:lnTo>
                  <a:lnTo>
                    <a:pt x="978158" y="1908300"/>
                  </a:lnTo>
                  <a:lnTo>
                    <a:pt x="783350" y="1842449"/>
                  </a:lnTo>
                  <a:lnTo>
                    <a:pt x="978158" y="1941225"/>
                  </a:lnTo>
                  <a:lnTo>
                    <a:pt x="1222355" y="1989242"/>
                  </a:lnTo>
                  <a:lnTo>
                    <a:pt x="1284288" y="1976855"/>
                  </a:lnTo>
                  <a:lnTo>
                    <a:pt x="1284288" y="2424906"/>
                  </a:lnTo>
                  <a:lnTo>
                    <a:pt x="1255280" y="2511931"/>
                  </a:lnTo>
                  <a:lnTo>
                    <a:pt x="1207264" y="2935846"/>
                  </a:lnTo>
                  <a:lnTo>
                    <a:pt x="1238817" y="2902920"/>
                  </a:lnTo>
                  <a:lnTo>
                    <a:pt x="1255280" y="2886458"/>
                  </a:lnTo>
                  <a:lnTo>
                    <a:pt x="1255280" y="2853532"/>
                  </a:lnTo>
                  <a:lnTo>
                    <a:pt x="1271743" y="2625799"/>
                  </a:lnTo>
                  <a:lnTo>
                    <a:pt x="1284288" y="2563070"/>
                  </a:lnTo>
                  <a:lnTo>
                    <a:pt x="1284288" y="3000324"/>
                  </a:lnTo>
                  <a:lnTo>
                    <a:pt x="1255280" y="3000324"/>
                  </a:lnTo>
                  <a:lnTo>
                    <a:pt x="1207264" y="3000324"/>
                  </a:lnTo>
                  <a:lnTo>
                    <a:pt x="1190802" y="3066175"/>
                  </a:lnTo>
                  <a:lnTo>
                    <a:pt x="1108488" y="3016787"/>
                  </a:lnTo>
                  <a:lnTo>
                    <a:pt x="1108488" y="3114191"/>
                  </a:lnTo>
                  <a:lnTo>
                    <a:pt x="1092026" y="3260983"/>
                  </a:lnTo>
                  <a:lnTo>
                    <a:pt x="1092026" y="3424239"/>
                  </a:lnTo>
                  <a:lnTo>
                    <a:pt x="1075563" y="3684898"/>
                  </a:lnTo>
                  <a:lnTo>
                    <a:pt x="1075563" y="4027870"/>
                  </a:lnTo>
                  <a:lnTo>
                    <a:pt x="1092026" y="4060796"/>
                  </a:lnTo>
                  <a:lnTo>
                    <a:pt x="1108488" y="4093721"/>
                  </a:lnTo>
                  <a:lnTo>
                    <a:pt x="1108488" y="4125275"/>
                  </a:lnTo>
                  <a:lnTo>
                    <a:pt x="1124951" y="4272067"/>
                  </a:lnTo>
                  <a:lnTo>
                    <a:pt x="1157876" y="4402397"/>
                  </a:lnTo>
                  <a:lnTo>
                    <a:pt x="1174339" y="4418859"/>
                  </a:lnTo>
                  <a:lnTo>
                    <a:pt x="1174339" y="4484710"/>
                  </a:lnTo>
                  <a:lnTo>
                    <a:pt x="1190802" y="4534098"/>
                  </a:lnTo>
                  <a:lnTo>
                    <a:pt x="1207264" y="4565651"/>
                  </a:lnTo>
                  <a:lnTo>
                    <a:pt x="1190802" y="4582114"/>
                  </a:lnTo>
                  <a:lnTo>
                    <a:pt x="1157876" y="4615039"/>
                  </a:lnTo>
                  <a:lnTo>
                    <a:pt x="1075563" y="4615039"/>
                  </a:lnTo>
                  <a:lnTo>
                    <a:pt x="1027546" y="4582114"/>
                  </a:lnTo>
                  <a:lnTo>
                    <a:pt x="978158" y="4549189"/>
                  </a:lnTo>
                  <a:lnTo>
                    <a:pt x="961696" y="4501173"/>
                  </a:lnTo>
                  <a:lnTo>
                    <a:pt x="945233" y="4224051"/>
                  </a:lnTo>
                  <a:lnTo>
                    <a:pt x="961696" y="4060796"/>
                  </a:lnTo>
                  <a:lnTo>
                    <a:pt x="880754" y="3831689"/>
                  </a:lnTo>
                  <a:lnTo>
                    <a:pt x="814903" y="3554568"/>
                  </a:lnTo>
                  <a:lnTo>
                    <a:pt x="798440" y="3473627"/>
                  </a:lnTo>
                  <a:lnTo>
                    <a:pt x="798440" y="3391313"/>
                  </a:lnTo>
                  <a:lnTo>
                    <a:pt x="814903" y="3212967"/>
                  </a:lnTo>
                  <a:lnTo>
                    <a:pt x="798440" y="2952308"/>
                  </a:lnTo>
                  <a:lnTo>
                    <a:pt x="537781" y="2869995"/>
                  </a:lnTo>
                  <a:lnTo>
                    <a:pt x="603632" y="2527022"/>
                  </a:lnTo>
                  <a:lnTo>
                    <a:pt x="651648" y="2201884"/>
                  </a:lnTo>
                  <a:lnTo>
                    <a:pt x="651648" y="2201882"/>
                  </a:lnTo>
                  <a:lnTo>
                    <a:pt x="668111" y="2103108"/>
                  </a:lnTo>
                  <a:lnTo>
                    <a:pt x="701036" y="1941225"/>
                  </a:lnTo>
                  <a:lnTo>
                    <a:pt x="717499" y="1825986"/>
                  </a:lnTo>
                  <a:lnTo>
                    <a:pt x="798440" y="1712120"/>
                  </a:lnTo>
                  <a:lnTo>
                    <a:pt x="374527" y="1695657"/>
                  </a:lnTo>
                  <a:lnTo>
                    <a:pt x="358064" y="1662732"/>
                  </a:lnTo>
                  <a:lnTo>
                    <a:pt x="326510" y="1565328"/>
                  </a:lnTo>
                  <a:lnTo>
                    <a:pt x="293585" y="1532402"/>
                  </a:lnTo>
                  <a:lnTo>
                    <a:pt x="212644" y="1515939"/>
                  </a:lnTo>
                  <a:lnTo>
                    <a:pt x="113868" y="1467923"/>
                  </a:lnTo>
                  <a:lnTo>
                    <a:pt x="97405" y="1467923"/>
                  </a:lnTo>
                  <a:lnTo>
                    <a:pt x="97405" y="1451461"/>
                  </a:lnTo>
                  <a:lnTo>
                    <a:pt x="179718" y="1370519"/>
                  </a:lnTo>
                  <a:lnTo>
                    <a:pt x="227734" y="1418535"/>
                  </a:lnTo>
                  <a:lnTo>
                    <a:pt x="260659" y="1418535"/>
                  </a:lnTo>
                  <a:lnTo>
                    <a:pt x="277122" y="1434998"/>
                  </a:lnTo>
                  <a:lnTo>
                    <a:pt x="277122" y="1418535"/>
                  </a:lnTo>
                  <a:lnTo>
                    <a:pt x="277122" y="1402073"/>
                  </a:lnTo>
                  <a:lnTo>
                    <a:pt x="212644" y="1354056"/>
                  </a:lnTo>
                  <a:lnTo>
                    <a:pt x="277122" y="1271743"/>
                  </a:lnTo>
                  <a:lnTo>
                    <a:pt x="277122" y="1337593"/>
                  </a:lnTo>
                  <a:lnTo>
                    <a:pt x="587170" y="1402073"/>
                  </a:lnTo>
                  <a:lnTo>
                    <a:pt x="620094" y="1385611"/>
                  </a:lnTo>
                  <a:lnTo>
                    <a:pt x="620095" y="1385610"/>
                  </a:lnTo>
                  <a:lnTo>
                    <a:pt x="684574" y="1370519"/>
                  </a:lnTo>
                  <a:lnTo>
                    <a:pt x="717499" y="1354056"/>
                  </a:lnTo>
                  <a:lnTo>
                    <a:pt x="750425" y="1354056"/>
                  </a:lnTo>
                  <a:lnTo>
                    <a:pt x="798440" y="1370519"/>
                  </a:lnTo>
                  <a:lnTo>
                    <a:pt x="766887" y="1027546"/>
                  </a:lnTo>
                  <a:lnTo>
                    <a:pt x="766887" y="994621"/>
                  </a:lnTo>
                  <a:lnTo>
                    <a:pt x="783350" y="930142"/>
                  </a:lnTo>
                  <a:lnTo>
                    <a:pt x="847829" y="880754"/>
                  </a:lnTo>
                  <a:lnTo>
                    <a:pt x="913680" y="847828"/>
                  </a:lnTo>
                  <a:lnTo>
                    <a:pt x="1060473" y="717499"/>
                  </a:lnTo>
                  <a:lnTo>
                    <a:pt x="1092026" y="668111"/>
                  </a:lnTo>
                  <a:lnTo>
                    <a:pt x="1124951" y="636557"/>
                  </a:lnTo>
                  <a:lnTo>
                    <a:pt x="1124951" y="620094"/>
                  </a:lnTo>
                  <a:lnTo>
                    <a:pt x="1141414" y="603632"/>
                  </a:lnTo>
                  <a:lnTo>
                    <a:pt x="1124951" y="570706"/>
                  </a:lnTo>
                  <a:lnTo>
                    <a:pt x="1108488" y="521318"/>
                  </a:lnTo>
                  <a:lnTo>
                    <a:pt x="1075563" y="504856"/>
                  </a:lnTo>
                  <a:lnTo>
                    <a:pt x="1075563" y="537781"/>
                  </a:lnTo>
                  <a:lnTo>
                    <a:pt x="1060473" y="570706"/>
                  </a:lnTo>
                  <a:lnTo>
                    <a:pt x="1060473" y="620094"/>
                  </a:lnTo>
                  <a:lnTo>
                    <a:pt x="1060473" y="684574"/>
                  </a:lnTo>
                  <a:lnTo>
                    <a:pt x="1027547" y="717499"/>
                  </a:lnTo>
                  <a:lnTo>
                    <a:pt x="994622" y="750424"/>
                  </a:lnTo>
                  <a:lnTo>
                    <a:pt x="945233" y="783350"/>
                  </a:lnTo>
                  <a:lnTo>
                    <a:pt x="897217" y="798440"/>
                  </a:lnTo>
                  <a:lnTo>
                    <a:pt x="880755" y="668111"/>
                  </a:lnTo>
                  <a:lnTo>
                    <a:pt x="897217" y="603632"/>
                  </a:lnTo>
                  <a:lnTo>
                    <a:pt x="913680" y="570706"/>
                  </a:lnTo>
                  <a:lnTo>
                    <a:pt x="945233" y="554244"/>
                  </a:lnTo>
                  <a:lnTo>
                    <a:pt x="978159" y="521318"/>
                  </a:lnTo>
                  <a:lnTo>
                    <a:pt x="978159" y="489765"/>
                  </a:lnTo>
                  <a:lnTo>
                    <a:pt x="945233" y="473303"/>
                  </a:lnTo>
                  <a:lnTo>
                    <a:pt x="928770" y="504856"/>
                  </a:lnTo>
                  <a:lnTo>
                    <a:pt x="913680" y="456840"/>
                  </a:lnTo>
                  <a:lnTo>
                    <a:pt x="913680" y="374527"/>
                  </a:lnTo>
                  <a:lnTo>
                    <a:pt x="913680" y="326510"/>
                  </a:lnTo>
                  <a:lnTo>
                    <a:pt x="880755" y="359435"/>
                  </a:lnTo>
                  <a:lnTo>
                    <a:pt x="847829" y="390989"/>
                  </a:lnTo>
                  <a:lnTo>
                    <a:pt x="814904" y="440377"/>
                  </a:lnTo>
                  <a:lnTo>
                    <a:pt x="847829" y="359435"/>
                  </a:lnTo>
                  <a:lnTo>
                    <a:pt x="880755" y="260659"/>
                  </a:lnTo>
                  <a:lnTo>
                    <a:pt x="897217" y="227734"/>
                  </a:lnTo>
                  <a:lnTo>
                    <a:pt x="913680" y="212644"/>
                  </a:lnTo>
                  <a:lnTo>
                    <a:pt x="913680" y="196181"/>
                  </a:lnTo>
                  <a:lnTo>
                    <a:pt x="897217" y="196181"/>
                  </a:lnTo>
                  <a:lnTo>
                    <a:pt x="847829" y="196181"/>
                  </a:lnTo>
                  <a:lnTo>
                    <a:pt x="897217" y="163256"/>
                  </a:lnTo>
                  <a:lnTo>
                    <a:pt x="945233" y="146793"/>
                  </a:lnTo>
                  <a:lnTo>
                    <a:pt x="978159" y="146793"/>
                  </a:lnTo>
                  <a:lnTo>
                    <a:pt x="1011085" y="179718"/>
                  </a:lnTo>
                  <a:lnTo>
                    <a:pt x="1060473" y="97405"/>
                  </a:lnTo>
                  <a:lnTo>
                    <a:pt x="1108488" y="65851"/>
                  </a:lnTo>
                  <a:lnTo>
                    <a:pt x="1157876" y="49388"/>
                  </a:lnTo>
                  <a:lnTo>
                    <a:pt x="1174339" y="32926"/>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endParaRPr>
            </a:p>
          </p:txBody>
        </p:sp>
      </p:grpSp>
      <p:grpSp>
        <p:nvGrpSpPr>
          <p:cNvPr id="12" name="Group 11"/>
          <p:cNvGrpSpPr/>
          <p:nvPr/>
        </p:nvGrpSpPr>
        <p:grpSpPr>
          <a:xfrm>
            <a:off x="4329086" y="1868551"/>
            <a:ext cx="1293649" cy="4252686"/>
            <a:chOff x="7897842" y="1905789"/>
            <a:chExt cx="1293649" cy="4252686"/>
          </a:xfrm>
        </p:grpSpPr>
        <p:sp>
          <p:nvSpPr>
            <p:cNvPr id="13" name="Freeform 12"/>
            <p:cNvSpPr>
              <a:spLocks/>
            </p:cNvSpPr>
            <p:nvPr/>
          </p:nvSpPr>
          <p:spPr bwMode="auto">
            <a:xfrm>
              <a:off x="8544666" y="1920659"/>
              <a:ext cx="646825" cy="4237816"/>
            </a:xfrm>
            <a:custGeom>
              <a:avLst/>
              <a:gdLst>
                <a:gd name="connsiteX0" fmla="*/ 498130 w 646825"/>
                <a:gd name="connsiteY0" fmla="*/ 907041 h 4237816"/>
                <a:gd name="connsiteX1" fmla="*/ 483260 w 646825"/>
                <a:gd name="connsiteY1" fmla="*/ 936780 h 4237816"/>
                <a:gd name="connsiteX2" fmla="*/ 468391 w 646825"/>
                <a:gd name="connsiteY2" fmla="*/ 981389 h 4237816"/>
                <a:gd name="connsiteX3" fmla="*/ 455872 w 646825"/>
                <a:gd name="connsiteY3" fmla="*/ 1031477 h 4237816"/>
                <a:gd name="connsiteX4" fmla="*/ 453521 w 646825"/>
                <a:gd name="connsiteY4" fmla="*/ 1085476 h 4237816"/>
                <a:gd name="connsiteX5" fmla="*/ 438652 w 646825"/>
                <a:gd name="connsiteY5" fmla="*/ 1085476 h 4237816"/>
                <a:gd name="connsiteX6" fmla="*/ 423782 w 646825"/>
                <a:gd name="connsiteY6" fmla="*/ 1144954 h 4237816"/>
                <a:gd name="connsiteX7" fmla="*/ 394043 w 646825"/>
                <a:gd name="connsiteY7" fmla="*/ 1234171 h 4237816"/>
                <a:gd name="connsiteX8" fmla="*/ 364304 w 646825"/>
                <a:gd name="connsiteY8" fmla="*/ 1353127 h 4237816"/>
                <a:gd name="connsiteX9" fmla="*/ 394043 w 646825"/>
                <a:gd name="connsiteY9" fmla="*/ 1724865 h 4237816"/>
                <a:gd name="connsiteX10" fmla="*/ 394043 w 646825"/>
                <a:gd name="connsiteY10" fmla="*/ 2066865 h 4237816"/>
                <a:gd name="connsiteX11" fmla="*/ 408912 w 646825"/>
                <a:gd name="connsiteY11" fmla="*/ 2081734 h 4237816"/>
                <a:gd name="connsiteX12" fmla="*/ 423782 w 646825"/>
                <a:gd name="connsiteY12" fmla="*/ 2126343 h 4237816"/>
                <a:gd name="connsiteX13" fmla="*/ 438652 w 646825"/>
                <a:gd name="connsiteY13" fmla="*/ 1784343 h 4237816"/>
                <a:gd name="connsiteX14" fmla="*/ 319695 w 646825"/>
                <a:gd name="connsiteY14" fmla="*/ 728607 h 4237816"/>
                <a:gd name="connsiteX15" fmla="*/ 334565 w 646825"/>
                <a:gd name="connsiteY15" fmla="*/ 788085 h 4237816"/>
                <a:gd name="connsiteX16" fmla="*/ 349434 w 646825"/>
                <a:gd name="connsiteY16" fmla="*/ 788085 h 4237816"/>
                <a:gd name="connsiteX17" fmla="*/ 334565 w 646825"/>
                <a:gd name="connsiteY17" fmla="*/ 802954 h 4237816"/>
                <a:gd name="connsiteX18" fmla="*/ 289956 w 646825"/>
                <a:gd name="connsiteY18" fmla="*/ 802954 h 4237816"/>
                <a:gd name="connsiteX19" fmla="*/ 319695 w 646825"/>
                <a:gd name="connsiteY19" fmla="*/ 847563 h 4237816"/>
                <a:gd name="connsiteX20" fmla="*/ 364304 w 646825"/>
                <a:gd name="connsiteY20" fmla="*/ 892172 h 4237816"/>
                <a:gd name="connsiteX21" fmla="*/ 304826 w 646825"/>
                <a:gd name="connsiteY21" fmla="*/ 966519 h 4237816"/>
                <a:gd name="connsiteX22" fmla="*/ 141261 w 646825"/>
                <a:gd name="connsiteY22" fmla="*/ 1204432 h 4237816"/>
                <a:gd name="connsiteX23" fmla="*/ 185870 w 646825"/>
                <a:gd name="connsiteY23" fmla="*/ 1159823 h 4237816"/>
                <a:gd name="connsiteX24" fmla="*/ 275087 w 646825"/>
                <a:gd name="connsiteY24" fmla="*/ 1070606 h 4237816"/>
                <a:gd name="connsiteX25" fmla="*/ 394043 w 646825"/>
                <a:gd name="connsiteY25" fmla="*/ 921911 h 4237816"/>
                <a:gd name="connsiteX26" fmla="*/ 364304 w 646825"/>
                <a:gd name="connsiteY26" fmla="*/ 832693 h 4237816"/>
                <a:gd name="connsiteX27" fmla="*/ 394043 w 646825"/>
                <a:gd name="connsiteY27" fmla="*/ 788085 h 4237816"/>
                <a:gd name="connsiteX28" fmla="*/ 349434 w 646825"/>
                <a:gd name="connsiteY28" fmla="*/ 743476 h 4237816"/>
                <a:gd name="connsiteX29" fmla="*/ 141261 w 646825"/>
                <a:gd name="connsiteY29" fmla="*/ 594781 h 4237816"/>
                <a:gd name="connsiteX30" fmla="*/ 126392 w 646825"/>
                <a:gd name="connsiteY30" fmla="*/ 624520 h 4237816"/>
                <a:gd name="connsiteX31" fmla="*/ 81783 w 646825"/>
                <a:gd name="connsiteY31" fmla="*/ 654259 h 4237816"/>
                <a:gd name="connsiteX32" fmla="*/ 37174 w 646825"/>
                <a:gd name="connsiteY32" fmla="*/ 698868 h 4237816"/>
                <a:gd name="connsiteX33" fmla="*/ 96652 w 646825"/>
                <a:gd name="connsiteY33" fmla="*/ 788085 h 4237816"/>
                <a:gd name="connsiteX34" fmla="*/ 66913 w 646825"/>
                <a:gd name="connsiteY34" fmla="*/ 1293649 h 4237816"/>
                <a:gd name="connsiteX35" fmla="*/ 96652 w 646825"/>
                <a:gd name="connsiteY35" fmla="*/ 1501822 h 4237816"/>
                <a:gd name="connsiteX36" fmla="*/ 126392 w 646825"/>
                <a:gd name="connsiteY36" fmla="*/ 1739735 h 4237816"/>
                <a:gd name="connsiteX37" fmla="*/ 126392 w 646825"/>
                <a:gd name="connsiteY37" fmla="*/ 1799213 h 4237816"/>
                <a:gd name="connsiteX38" fmla="*/ 185870 w 646825"/>
                <a:gd name="connsiteY38" fmla="*/ 2215560 h 4237816"/>
                <a:gd name="connsiteX39" fmla="*/ 275087 w 646825"/>
                <a:gd name="connsiteY39" fmla="*/ 2334516 h 4237816"/>
                <a:gd name="connsiteX40" fmla="*/ 245348 w 646825"/>
                <a:gd name="connsiteY40" fmla="*/ 2230429 h 4237816"/>
                <a:gd name="connsiteX41" fmla="*/ 200739 w 646825"/>
                <a:gd name="connsiteY41" fmla="*/ 2037126 h 4237816"/>
                <a:gd name="connsiteX42" fmla="*/ 171000 w 646825"/>
                <a:gd name="connsiteY42" fmla="*/ 1769474 h 4237816"/>
                <a:gd name="connsiteX43" fmla="*/ 156131 w 646825"/>
                <a:gd name="connsiteY43" fmla="*/ 1650518 h 4237816"/>
                <a:gd name="connsiteX44" fmla="*/ 141261 w 646825"/>
                <a:gd name="connsiteY44" fmla="*/ 1472083 h 4237816"/>
                <a:gd name="connsiteX45" fmla="*/ 111522 w 646825"/>
                <a:gd name="connsiteY45" fmla="*/ 1308518 h 4237816"/>
                <a:gd name="connsiteX46" fmla="*/ 111522 w 646825"/>
                <a:gd name="connsiteY46" fmla="*/ 1144954 h 4237816"/>
                <a:gd name="connsiteX47" fmla="*/ 111522 w 646825"/>
                <a:gd name="connsiteY47" fmla="*/ 907041 h 4237816"/>
                <a:gd name="connsiteX48" fmla="*/ 0 w 646825"/>
                <a:gd name="connsiteY48" fmla="*/ 0 h 4237816"/>
                <a:gd name="connsiteX49" fmla="*/ 7435 w 646825"/>
                <a:gd name="connsiteY49" fmla="*/ 0 h 4237816"/>
                <a:gd name="connsiteX50" fmla="*/ 52044 w 646825"/>
                <a:gd name="connsiteY50" fmla="*/ 29739 h 4237816"/>
                <a:gd name="connsiteX51" fmla="*/ 111522 w 646825"/>
                <a:gd name="connsiteY51" fmla="*/ 89217 h 4237816"/>
                <a:gd name="connsiteX52" fmla="*/ 141261 w 646825"/>
                <a:gd name="connsiteY52" fmla="*/ 237912 h 4237816"/>
                <a:gd name="connsiteX53" fmla="*/ 141261 w 646825"/>
                <a:gd name="connsiteY53" fmla="*/ 282521 h 4237816"/>
                <a:gd name="connsiteX54" fmla="*/ 156131 w 646825"/>
                <a:gd name="connsiteY54" fmla="*/ 282521 h 4237816"/>
                <a:gd name="connsiteX55" fmla="*/ 156131 w 646825"/>
                <a:gd name="connsiteY55" fmla="*/ 297390 h 4237816"/>
                <a:gd name="connsiteX56" fmla="*/ 156131 w 646825"/>
                <a:gd name="connsiteY56" fmla="*/ 356868 h 4237816"/>
                <a:gd name="connsiteX57" fmla="*/ 156131 w 646825"/>
                <a:gd name="connsiteY57" fmla="*/ 401477 h 4237816"/>
                <a:gd name="connsiteX58" fmla="*/ 141261 w 646825"/>
                <a:gd name="connsiteY58" fmla="*/ 416347 h 4237816"/>
                <a:gd name="connsiteX59" fmla="*/ 111522 w 646825"/>
                <a:gd name="connsiteY59" fmla="*/ 431216 h 4237816"/>
                <a:gd name="connsiteX60" fmla="*/ 111522 w 646825"/>
                <a:gd name="connsiteY60" fmla="*/ 490694 h 4237816"/>
                <a:gd name="connsiteX61" fmla="*/ 111522 w 646825"/>
                <a:gd name="connsiteY61" fmla="*/ 550172 h 4237816"/>
                <a:gd name="connsiteX62" fmla="*/ 141261 w 646825"/>
                <a:gd name="connsiteY62" fmla="*/ 565042 h 4237816"/>
                <a:gd name="connsiteX63" fmla="*/ 275087 w 646825"/>
                <a:gd name="connsiteY63" fmla="*/ 669129 h 4237816"/>
                <a:gd name="connsiteX64" fmla="*/ 364304 w 646825"/>
                <a:gd name="connsiteY64" fmla="*/ 698868 h 4237816"/>
                <a:gd name="connsiteX65" fmla="*/ 468391 w 646825"/>
                <a:gd name="connsiteY65" fmla="*/ 743476 h 4237816"/>
                <a:gd name="connsiteX66" fmla="*/ 572477 w 646825"/>
                <a:gd name="connsiteY66" fmla="*/ 788085 h 4237816"/>
                <a:gd name="connsiteX67" fmla="*/ 572477 w 646825"/>
                <a:gd name="connsiteY67" fmla="*/ 1011128 h 4237816"/>
                <a:gd name="connsiteX68" fmla="*/ 602216 w 646825"/>
                <a:gd name="connsiteY68" fmla="*/ 1040867 h 4237816"/>
                <a:gd name="connsiteX69" fmla="*/ 617086 w 646825"/>
                <a:gd name="connsiteY69" fmla="*/ 1353127 h 4237816"/>
                <a:gd name="connsiteX70" fmla="*/ 646825 w 646825"/>
                <a:gd name="connsiteY70" fmla="*/ 1665387 h 4237816"/>
                <a:gd name="connsiteX71" fmla="*/ 646825 w 646825"/>
                <a:gd name="connsiteY71" fmla="*/ 2170951 h 4237816"/>
                <a:gd name="connsiteX72" fmla="*/ 602216 w 646825"/>
                <a:gd name="connsiteY72" fmla="*/ 2170951 h 4237816"/>
                <a:gd name="connsiteX73" fmla="*/ 557608 w 646825"/>
                <a:gd name="connsiteY73" fmla="*/ 2215560 h 4237816"/>
                <a:gd name="connsiteX74" fmla="*/ 557608 w 646825"/>
                <a:gd name="connsiteY74" fmla="*/ 2260168 h 4237816"/>
                <a:gd name="connsiteX75" fmla="*/ 542738 w 646825"/>
                <a:gd name="connsiteY75" fmla="*/ 2304777 h 4237816"/>
                <a:gd name="connsiteX76" fmla="*/ 527869 w 646825"/>
                <a:gd name="connsiteY76" fmla="*/ 2334516 h 4237816"/>
                <a:gd name="connsiteX77" fmla="*/ 498130 w 646825"/>
                <a:gd name="connsiteY77" fmla="*/ 2379125 h 4237816"/>
                <a:gd name="connsiteX78" fmla="*/ 468391 w 646825"/>
                <a:gd name="connsiteY78" fmla="*/ 2393994 h 4237816"/>
                <a:gd name="connsiteX79" fmla="*/ 438652 w 646825"/>
                <a:gd name="connsiteY79" fmla="*/ 2393994 h 4237816"/>
                <a:gd name="connsiteX80" fmla="*/ 394043 w 646825"/>
                <a:gd name="connsiteY80" fmla="*/ 2393994 h 4237816"/>
                <a:gd name="connsiteX81" fmla="*/ 349434 w 646825"/>
                <a:gd name="connsiteY81" fmla="*/ 2453472 h 4237816"/>
                <a:gd name="connsiteX82" fmla="*/ 349434 w 646825"/>
                <a:gd name="connsiteY82" fmla="*/ 2617037 h 4237816"/>
                <a:gd name="connsiteX83" fmla="*/ 304826 w 646825"/>
                <a:gd name="connsiteY83" fmla="*/ 2914428 h 4237816"/>
                <a:gd name="connsiteX84" fmla="*/ 260217 w 646825"/>
                <a:gd name="connsiteY84" fmla="*/ 3315905 h 4237816"/>
                <a:gd name="connsiteX85" fmla="*/ 245348 w 646825"/>
                <a:gd name="connsiteY85" fmla="*/ 3330775 h 4237816"/>
                <a:gd name="connsiteX86" fmla="*/ 230478 w 646825"/>
                <a:gd name="connsiteY86" fmla="*/ 3419992 h 4237816"/>
                <a:gd name="connsiteX87" fmla="*/ 215609 w 646825"/>
                <a:gd name="connsiteY87" fmla="*/ 3613296 h 4237816"/>
                <a:gd name="connsiteX88" fmla="*/ 200739 w 646825"/>
                <a:gd name="connsiteY88" fmla="*/ 3866078 h 4237816"/>
                <a:gd name="connsiteX89" fmla="*/ 141261 w 646825"/>
                <a:gd name="connsiteY89" fmla="*/ 4059382 h 4237816"/>
                <a:gd name="connsiteX90" fmla="*/ 96652 w 646825"/>
                <a:gd name="connsiteY90" fmla="*/ 4089121 h 4237816"/>
                <a:gd name="connsiteX91" fmla="*/ 126392 w 646825"/>
                <a:gd name="connsiteY91" fmla="*/ 4193208 h 4237816"/>
                <a:gd name="connsiteX92" fmla="*/ 66913 w 646825"/>
                <a:gd name="connsiteY92" fmla="*/ 4237816 h 4237816"/>
                <a:gd name="connsiteX93" fmla="*/ 0 w 646825"/>
                <a:gd name="connsiteY93" fmla="*/ 4237816 h 4237816"/>
                <a:gd name="connsiteX94" fmla="*/ 0 w 646825"/>
                <a:gd name="connsiteY94" fmla="*/ 2743429 h 4237816"/>
                <a:gd name="connsiteX95" fmla="*/ 7435 w 646825"/>
                <a:gd name="connsiteY95" fmla="*/ 2721124 h 4237816"/>
                <a:gd name="connsiteX96" fmla="*/ 22305 w 646825"/>
                <a:gd name="connsiteY96" fmla="*/ 2631907 h 4237816"/>
                <a:gd name="connsiteX97" fmla="*/ 22305 w 646825"/>
                <a:gd name="connsiteY97" fmla="*/ 2527820 h 4237816"/>
                <a:gd name="connsiteX98" fmla="*/ 7435 w 646825"/>
                <a:gd name="connsiteY98" fmla="*/ 2349386 h 4237816"/>
                <a:gd name="connsiteX99" fmla="*/ 7435 w 646825"/>
                <a:gd name="connsiteY99" fmla="*/ 2304777 h 4237816"/>
                <a:gd name="connsiteX100" fmla="*/ 22305 w 646825"/>
                <a:gd name="connsiteY100" fmla="*/ 2289908 h 4237816"/>
                <a:gd name="connsiteX101" fmla="*/ 52044 w 646825"/>
                <a:gd name="connsiteY101" fmla="*/ 2260168 h 4237816"/>
                <a:gd name="connsiteX102" fmla="*/ 81783 w 646825"/>
                <a:gd name="connsiteY102" fmla="*/ 2245299 h 4237816"/>
                <a:gd name="connsiteX103" fmla="*/ 96652 w 646825"/>
                <a:gd name="connsiteY103" fmla="*/ 2260168 h 4237816"/>
                <a:gd name="connsiteX104" fmla="*/ 171000 w 646825"/>
                <a:gd name="connsiteY104" fmla="*/ 2260168 h 4237816"/>
                <a:gd name="connsiteX105" fmla="*/ 171000 w 646825"/>
                <a:gd name="connsiteY105" fmla="*/ 2230429 h 4237816"/>
                <a:gd name="connsiteX106" fmla="*/ 156131 w 646825"/>
                <a:gd name="connsiteY106" fmla="*/ 2215560 h 4237816"/>
                <a:gd name="connsiteX107" fmla="*/ 126392 w 646825"/>
                <a:gd name="connsiteY107" fmla="*/ 2200690 h 4237816"/>
                <a:gd name="connsiteX108" fmla="*/ 37174 w 646825"/>
                <a:gd name="connsiteY108" fmla="*/ 2230429 h 4237816"/>
                <a:gd name="connsiteX109" fmla="*/ 0 w 646825"/>
                <a:gd name="connsiteY109" fmla="*/ 2249016 h 4237816"/>
                <a:gd name="connsiteX110" fmla="*/ 0 w 646825"/>
                <a:gd name="connsiteY110" fmla="*/ 669129 h 4237816"/>
                <a:gd name="connsiteX111" fmla="*/ 7435 w 646825"/>
                <a:gd name="connsiteY111" fmla="*/ 669129 h 4237816"/>
                <a:gd name="connsiteX112" fmla="*/ 37174 w 646825"/>
                <a:gd name="connsiteY112" fmla="*/ 639390 h 4237816"/>
                <a:gd name="connsiteX113" fmla="*/ 66913 w 646825"/>
                <a:gd name="connsiteY113" fmla="*/ 609650 h 4237816"/>
                <a:gd name="connsiteX114" fmla="*/ 96652 w 646825"/>
                <a:gd name="connsiteY114" fmla="*/ 579911 h 4237816"/>
                <a:gd name="connsiteX115" fmla="*/ 66913 w 646825"/>
                <a:gd name="connsiteY115" fmla="*/ 535303 h 4237816"/>
                <a:gd name="connsiteX116" fmla="*/ 52044 w 646825"/>
                <a:gd name="connsiteY116" fmla="*/ 565042 h 4237816"/>
                <a:gd name="connsiteX117" fmla="*/ 22305 w 646825"/>
                <a:gd name="connsiteY117" fmla="*/ 594781 h 4237816"/>
                <a:gd name="connsiteX118" fmla="*/ 0 w 646825"/>
                <a:gd name="connsiteY118" fmla="*/ 605933 h 423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646825" h="4237816">
                  <a:moveTo>
                    <a:pt x="498130" y="907041"/>
                  </a:moveTo>
                  <a:lnTo>
                    <a:pt x="483260" y="936780"/>
                  </a:lnTo>
                  <a:lnTo>
                    <a:pt x="468391" y="981389"/>
                  </a:lnTo>
                  <a:lnTo>
                    <a:pt x="455872" y="1031477"/>
                  </a:lnTo>
                  <a:lnTo>
                    <a:pt x="453521" y="1085476"/>
                  </a:lnTo>
                  <a:lnTo>
                    <a:pt x="438652" y="1085476"/>
                  </a:lnTo>
                  <a:lnTo>
                    <a:pt x="423782" y="1144954"/>
                  </a:lnTo>
                  <a:lnTo>
                    <a:pt x="394043" y="1234171"/>
                  </a:lnTo>
                  <a:lnTo>
                    <a:pt x="364304" y="1353127"/>
                  </a:lnTo>
                  <a:lnTo>
                    <a:pt x="394043" y="1724865"/>
                  </a:lnTo>
                  <a:lnTo>
                    <a:pt x="394043" y="2066865"/>
                  </a:lnTo>
                  <a:lnTo>
                    <a:pt x="408912" y="2081734"/>
                  </a:lnTo>
                  <a:lnTo>
                    <a:pt x="423782" y="2126343"/>
                  </a:lnTo>
                  <a:lnTo>
                    <a:pt x="438652" y="1784343"/>
                  </a:lnTo>
                  <a:close/>
                  <a:moveTo>
                    <a:pt x="319695" y="728607"/>
                  </a:moveTo>
                  <a:lnTo>
                    <a:pt x="334565" y="788085"/>
                  </a:lnTo>
                  <a:lnTo>
                    <a:pt x="349434" y="788085"/>
                  </a:lnTo>
                  <a:lnTo>
                    <a:pt x="334565" y="802954"/>
                  </a:lnTo>
                  <a:lnTo>
                    <a:pt x="289956" y="802954"/>
                  </a:lnTo>
                  <a:lnTo>
                    <a:pt x="319695" y="847563"/>
                  </a:lnTo>
                  <a:lnTo>
                    <a:pt x="364304" y="892172"/>
                  </a:lnTo>
                  <a:lnTo>
                    <a:pt x="304826" y="966519"/>
                  </a:lnTo>
                  <a:lnTo>
                    <a:pt x="141261" y="1204432"/>
                  </a:lnTo>
                  <a:lnTo>
                    <a:pt x="185870" y="1159823"/>
                  </a:lnTo>
                  <a:lnTo>
                    <a:pt x="275087" y="1070606"/>
                  </a:lnTo>
                  <a:lnTo>
                    <a:pt x="394043" y="921911"/>
                  </a:lnTo>
                  <a:lnTo>
                    <a:pt x="364304" y="832693"/>
                  </a:lnTo>
                  <a:lnTo>
                    <a:pt x="394043" y="788085"/>
                  </a:lnTo>
                  <a:lnTo>
                    <a:pt x="349434" y="743476"/>
                  </a:lnTo>
                  <a:close/>
                  <a:moveTo>
                    <a:pt x="141261" y="594781"/>
                  </a:moveTo>
                  <a:lnTo>
                    <a:pt x="126392" y="624520"/>
                  </a:lnTo>
                  <a:lnTo>
                    <a:pt x="81783" y="654259"/>
                  </a:lnTo>
                  <a:lnTo>
                    <a:pt x="37174" y="698868"/>
                  </a:lnTo>
                  <a:lnTo>
                    <a:pt x="96652" y="788085"/>
                  </a:lnTo>
                  <a:lnTo>
                    <a:pt x="66913" y="1293649"/>
                  </a:lnTo>
                  <a:lnTo>
                    <a:pt x="96652" y="1501822"/>
                  </a:lnTo>
                  <a:lnTo>
                    <a:pt x="126392" y="1739735"/>
                  </a:lnTo>
                  <a:lnTo>
                    <a:pt x="126392" y="1799213"/>
                  </a:lnTo>
                  <a:lnTo>
                    <a:pt x="185870" y="2215560"/>
                  </a:lnTo>
                  <a:lnTo>
                    <a:pt x="275087" y="2334516"/>
                  </a:lnTo>
                  <a:lnTo>
                    <a:pt x="245348" y="2230429"/>
                  </a:lnTo>
                  <a:lnTo>
                    <a:pt x="200739" y="2037126"/>
                  </a:lnTo>
                  <a:lnTo>
                    <a:pt x="171000" y="1769474"/>
                  </a:lnTo>
                  <a:lnTo>
                    <a:pt x="156131" y="1650518"/>
                  </a:lnTo>
                  <a:lnTo>
                    <a:pt x="141261" y="1472083"/>
                  </a:lnTo>
                  <a:lnTo>
                    <a:pt x="111522" y="1308518"/>
                  </a:lnTo>
                  <a:lnTo>
                    <a:pt x="111522" y="1144954"/>
                  </a:lnTo>
                  <a:lnTo>
                    <a:pt x="111522" y="907041"/>
                  </a:lnTo>
                  <a:close/>
                  <a:moveTo>
                    <a:pt x="0" y="0"/>
                  </a:moveTo>
                  <a:lnTo>
                    <a:pt x="7435" y="0"/>
                  </a:lnTo>
                  <a:lnTo>
                    <a:pt x="52044" y="29739"/>
                  </a:lnTo>
                  <a:lnTo>
                    <a:pt x="111522" y="89217"/>
                  </a:lnTo>
                  <a:lnTo>
                    <a:pt x="141261" y="237912"/>
                  </a:lnTo>
                  <a:lnTo>
                    <a:pt x="141261" y="282521"/>
                  </a:lnTo>
                  <a:lnTo>
                    <a:pt x="156131" y="282521"/>
                  </a:lnTo>
                  <a:lnTo>
                    <a:pt x="156131" y="297390"/>
                  </a:lnTo>
                  <a:lnTo>
                    <a:pt x="156131" y="356868"/>
                  </a:lnTo>
                  <a:lnTo>
                    <a:pt x="156131" y="401477"/>
                  </a:lnTo>
                  <a:lnTo>
                    <a:pt x="141261" y="416347"/>
                  </a:lnTo>
                  <a:lnTo>
                    <a:pt x="111522" y="431216"/>
                  </a:lnTo>
                  <a:lnTo>
                    <a:pt x="111522" y="490694"/>
                  </a:lnTo>
                  <a:lnTo>
                    <a:pt x="111522" y="550172"/>
                  </a:lnTo>
                  <a:lnTo>
                    <a:pt x="141261" y="565042"/>
                  </a:lnTo>
                  <a:lnTo>
                    <a:pt x="275087" y="669129"/>
                  </a:lnTo>
                  <a:lnTo>
                    <a:pt x="364304" y="698868"/>
                  </a:lnTo>
                  <a:lnTo>
                    <a:pt x="468391" y="743476"/>
                  </a:lnTo>
                  <a:lnTo>
                    <a:pt x="572477" y="788085"/>
                  </a:lnTo>
                  <a:lnTo>
                    <a:pt x="572477" y="1011128"/>
                  </a:lnTo>
                  <a:lnTo>
                    <a:pt x="602216" y="1040867"/>
                  </a:lnTo>
                  <a:lnTo>
                    <a:pt x="617086" y="1353127"/>
                  </a:lnTo>
                  <a:lnTo>
                    <a:pt x="646825" y="1665387"/>
                  </a:lnTo>
                  <a:lnTo>
                    <a:pt x="646825" y="2170951"/>
                  </a:lnTo>
                  <a:lnTo>
                    <a:pt x="602216" y="2170951"/>
                  </a:lnTo>
                  <a:lnTo>
                    <a:pt x="557608" y="2215560"/>
                  </a:lnTo>
                  <a:lnTo>
                    <a:pt x="557608" y="2260168"/>
                  </a:lnTo>
                  <a:lnTo>
                    <a:pt x="542738" y="2304777"/>
                  </a:lnTo>
                  <a:lnTo>
                    <a:pt x="527869" y="2334516"/>
                  </a:lnTo>
                  <a:lnTo>
                    <a:pt x="498130" y="2379125"/>
                  </a:lnTo>
                  <a:lnTo>
                    <a:pt x="468391" y="2393994"/>
                  </a:lnTo>
                  <a:lnTo>
                    <a:pt x="438652" y="2393994"/>
                  </a:lnTo>
                  <a:lnTo>
                    <a:pt x="394043" y="2393994"/>
                  </a:lnTo>
                  <a:lnTo>
                    <a:pt x="349434" y="2453472"/>
                  </a:lnTo>
                  <a:lnTo>
                    <a:pt x="349434" y="2617037"/>
                  </a:lnTo>
                  <a:lnTo>
                    <a:pt x="304826" y="2914428"/>
                  </a:lnTo>
                  <a:lnTo>
                    <a:pt x="260217" y="3315905"/>
                  </a:lnTo>
                  <a:lnTo>
                    <a:pt x="245348" y="3330775"/>
                  </a:lnTo>
                  <a:lnTo>
                    <a:pt x="230478" y="3419992"/>
                  </a:lnTo>
                  <a:lnTo>
                    <a:pt x="215609" y="3613296"/>
                  </a:lnTo>
                  <a:lnTo>
                    <a:pt x="200739" y="3866078"/>
                  </a:lnTo>
                  <a:lnTo>
                    <a:pt x="141261" y="4059382"/>
                  </a:lnTo>
                  <a:lnTo>
                    <a:pt x="96652" y="4089121"/>
                  </a:lnTo>
                  <a:lnTo>
                    <a:pt x="126392" y="4193208"/>
                  </a:lnTo>
                  <a:lnTo>
                    <a:pt x="66913" y="4237816"/>
                  </a:lnTo>
                  <a:lnTo>
                    <a:pt x="0" y="4237816"/>
                  </a:lnTo>
                  <a:lnTo>
                    <a:pt x="0" y="2743429"/>
                  </a:lnTo>
                  <a:lnTo>
                    <a:pt x="7435" y="2721124"/>
                  </a:lnTo>
                  <a:lnTo>
                    <a:pt x="22305" y="2631907"/>
                  </a:lnTo>
                  <a:lnTo>
                    <a:pt x="22305" y="2527820"/>
                  </a:lnTo>
                  <a:lnTo>
                    <a:pt x="7435" y="2349386"/>
                  </a:lnTo>
                  <a:lnTo>
                    <a:pt x="7435" y="2304777"/>
                  </a:lnTo>
                  <a:lnTo>
                    <a:pt x="22305" y="2289908"/>
                  </a:lnTo>
                  <a:lnTo>
                    <a:pt x="52044" y="2260168"/>
                  </a:lnTo>
                  <a:lnTo>
                    <a:pt x="81783" y="2245299"/>
                  </a:lnTo>
                  <a:lnTo>
                    <a:pt x="96652" y="2260168"/>
                  </a:lnTo>
                  <a:lnTo>
                    <a:pt x="171000" y="2260168"/>
                  </a:lnTo>
                  <a:lnTo>
                    <a:pt x="171000" y="2230429"/>
                  </a:lnTo>
                  <a:lnTo>
                    <a:pt x="156131" y="2215560"/>
                  </a:lnTo>
                  <a:lnTo>
                    <a:pt x="126392" y="2200690"/>
                  </a:lnTo>
                  <a:lnTo>
                    <a:pt x="37174" y="2230429"/>
                  </a:lnTo>
                  <a:lnTo>
                    <a:pt x="0" y="2249016"/>
                  </a:lnTo>
                  <a:lnTo>
                    <a:pt x="0" y="669129"/>
                  </a:lnTo>
                  <a:lnTo>
                    <a:pt x="7435" y="669129"/>
                  </a:lnTo>
                  <a:lnTo>
                    <a:pt x="37174" y="639390"/>
                  </a:lnTo>
                  <a:lnTo>
                    <a:pt x="66913" y="609650"/>
                  </a:lnTo>
                  <a:lnTo>
                    <a:pt x="96652" y="579911"/>
                  </a:lnTo>
                  <a:lnTo>
                    <a:pt x="66913" y="535303"/>
                  </a:lnTo>
                  <a:lnTo>
                    <a:pt x="52044" y="565042"/>
                  </a:lnTo>
                  <a:lnTo>
                    <a:pt x="22305" y="594781"/>
                  </a:lnTo>
                  <a:lnTo>
                    <a:pt x="0" y="605933"/>
                  </a:ln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endParaRPr>
            </a:p>
          </p:txBody>
        </p:sp>
        <p:sp>
          <p:nvSpPr>
            <p:cNvPr id="14" name="Freeform 13"/>
            <p:cNvSpPr>
              <a:spLocks/>
            </p:cNvSpPr>
            <p:nvPr/>
          </p:nvSpPr>
          <p:spPr bwMode="auto">
            <a:xfrm>
              <a:off x="7897842" y="1905789"/>
              <a:ext cx="646824" cy="4252686"/>
            </a:xfrm>
            <a:custGeom>
              <a:avLst/>
              <a:gdLst>
                <a:gd name="connsiteX0" fmla="*/ 208174 w 646824"/>
                <a:gd name="connsiteY0" fmla="*/ 1070606 h 4252686"/>
                <a:gd name="connsiteX1" fmla="*/ 193304 w 646824"/>
                <a:gd name="connsiteY1" fmla="*/ 1427475 h 4252686"/>
                <a:gd name="connsiteX2" fmla="*/ 133826 w 646824"/>
                <a:gd name="connsiteY2" fmla="*/ 1486953 h 4252686"/>
                <a:gd name="connsiteX3" fmla="*/ 193304 w 646824"/>
                <a:gd name="connsiteY3" fmla="*/ 1561301 h 4252686"/>
                <a:gd name="connsiteX4" fmla="*/ 208174 w 646824"/>
                <a:gd name="connsiteY4" fmla="*/ 1605910 h 4252686"/>
                <a:gd name="connsiteX5" fmla="*/ 223043 w 646824"/>
                <a:gd name="connsiteY5" fmla="*/ 1620779 h 4252686"/>
                <a:gd name="connsiteX6" fmla="*/ 223043 w 646824"/>
                <a:gd name="connsiteY6" fmla="*/ 1605910 h 4252686"/>
                <a:gd name="connsiteX7" fmla="*/ 237913 w 646824"/>
                <a:gd name="connsiteY7" fmla="*/ 1546431 h 4252686"/>
                <a:gd name="connsiteX8" fmla="*/ 237913 w 646824"/>
                <a:gd name="connsiteY8" fmla="*/ 1472084 h 4252686"/>
                <a:gd name="connsiteX9" fmla="*/ 223043 w 646824"/>
                <a:gd name="connsiteY9" fmla="*/ 1204432 h 4252686"/>
                <a:gd name="connsiteX10" fmla="*/ 446086 w 646824"/>
                <a:gd name="connsiteY10" fmla="*/ 654260 h 4252686"/>
                <a:gd name="connsiteX11" fmla="*/ 297391 w 646824"/>
                <a:gd name="connsiteY11" fmla="*/ 802955 h 4252686"/>
                <a:gd name="connsiteX12" fmla="*/ 371738 w 646824"/>
                <a:gd name="connsiteY12" fmla="*/ 847563 h 4252686"/>
                <a:gd name="connsiteX13" fmla="*/ 297391 w 646824"/>
                <a:gd name="connsiteY13" fmla="*/ 907042 h 4252686"/>
                <a:gd name="connsiteX14" fmla="*/ 401478 w 646824"/>
                <a:gd name="connsiteY14" fmla="*/ 1115215 h 4252686"/>
                <a:gd name="connsiteX15" fmla="*/ 505564 w 646824"/>
                <a:gd name="connsiteY15" fmla="*/ 1308519 h 4252686"/>
                <a:gd name="connsiteX16" fmla="*/ 490695 w 646824"/>
                <a:gd name="connsiteY16" fmla="*/ 1412606 h 4252686"/>
                <a:gd name="connsiteX17" fmla="*/ 475825 w 646824"/>
                <a:gd name="connsiteY17" fmla="*/ 1472084 h 4252686"/>
                <a:gd name="connsiteX18" fmla="*/ 446086 w 646824"/>
                <a:gd name="connsiteY18" fmla="*/ 1516692 h 4252686"/>
                <a:gd name="connsiteX19" fmla="*/ 446086 w 646824"/>
                <a:gd name="connsiteY19" fmla="*/ 1576171 h 4252686"/>
                <a:gd name="connsiteX20" fmla="*/ 446086 w 646824"/>
                <a:gd name="connsiteY20" fmla="*/ 1695127 h 4252686"/>
                <a:gd name="connsiteX21" fmla="*/ 446086 w 646824"/>
                <a:gd name="connsiteY21" fmla="*/ 1873561 h 4252686"/>
                <a:gd name="connsiteX22" fmla="*/ 416347 w 646824"/>
                <a:gd name="connsiteY22" fmla="*/ 1947909 h 4252686"/>
                <a:gd name="connsiteX23" fmla="*/ 401478 w 646824"/>
                <a:gd name="connsiteY23" fmla="*/ 2037126 h 4252686"/>
                <a:gd name="connsiteX24" fmla="*/ 401478 w 646824"/>
                <a:gd name="connsiteY24" fmla="*/ 2141213 h 4252686"/>
                <a:gd name="connsiteX25" fmla="*/ 386608 w 646824"/>
                <a:gd name="connsiteY25" fmla="*/ 2245299 h 4252686"/>
                <a:gd name="connsiteX26" fmla="*/ 297391 w 646824"/>
                <a:gd name="connsiteY26" fmla="*/ 2438603 h 4252686"/>
                <a:gd name="connsiteX27" fmla="*/ 356869 w 646824"/>
                <a:gd name="connsiteY27" fmla="*/ 2408864 h 4252686"/>
                <a:gd name="connsiteX28" fmla="*/ 371738 w 646824"/>
                <a:gd name="connsiteY28" fmla="*/ 2393995 h 4252686"/>
                <a:gd name="connsiteX29" fmla="*/ 386608 w 646824"/>
                <a:gd name="connsiteY29" fmla="*/ 2364256 h 4252686"/>
                <a:gd name="connsiteX30" fmla="*/ 416347 w 646824"/>
                <a:gd name="connsiteY30" fmla="*/ 2245299 h 4252686"/>
                <a:gd name="connsiteX31" fmla="*/ 475825 w 646824"/>
                <a:gd name="connsiteY31" fmla="*/ 1888431 h 4252686"/>
                <a:gd name="connsiteX32" fmla="*/ 520434 w 646824"/>
                <a:gd name="connsiteY32" fmla="*/ 1397736 h 4252686"/>
                <a:gd name="connsiteX33" fmla="*/ 565042 w 646824"/>
                <a:gd name="connsiteY33" fmla="*/ 817824 h 4252686"/>
                <a:gd name="connsiteX34" fmla="*/ 594781 w 646824"/>
                <a:gd name="connsiteY34" fmla="*/ 713738 h 4252686"/>
                <a:gd name="connsiteX35" fmla="*/ 520434 w 646824"/>
                <a:gd name="connsiteY35" fmla="*/ 669129 h 4252686"/>
                <a:gd name="connsiteX36" fmla="*/ 550173 w 646824"/>
                <a:gd name="connsiteY36" fmla="*/ 758346 h 4252686"/>
                <a:gd name="connsiteX37" fmla="*/ 535303 w 646824"/>
                <a:gd name="connsiteY37" fmla="*/ 847563 h 4252686"/>
                <a:gd name="connsiteX38" fmla="*/ 520434 w 646824"/>
                <a:gd name="connsiteY38" fmla="*/ 981389 h 4252686"/>
                <a:gd name="connsiteX39" fmla="*/ 520434 w 646824"/>
                <a:gd name="connsiteY39" fmla="*/ 1040867 h 4252686"/>
                <a:gd name="connsiteX40" fmla="*/ 520434 w 646824"/>
                <a:gd name="connsiteY40" fmla="*/ 1115215 h 4252686"/>
                <a:gd name="connsiteX41" fmla="*/ 505564 w 646824"/>
                <a:gd name="connsiteY41" fmla="*/ 1219302 h 4252686"/>
                <a:gd name="connsiteX42" fmla="*/ 431217 w 646824"/>
                <a:gd name="connsiteY42" fmla="*/ 1070606 h 4252686"/>
                <a:gd name="connsiteX43" fmla="*/ 356869 w 646824"/>
                <a:gd name="connsiteY43" fmla="*/ 921911 h 4252686"/>
                <a:gd name="connsiteX44" fmla="*/ 386608 w 646824"/>
                <a:gd name="connsiteY44" fmla="*/ 877303 h 4252686"/>
                <a:gd name="connsiteX45" fmla="*/ 416347 w 646824"/>
                <a:gd name="connsiteY45" fmla="*/ 847563 h 4252686"/>
                <a:gd name="connsiteX46" fmla="*/ 416347 w 646824"/>
                <a:gd name="connsiteY46" fmla="*/ 832694 h 4252686"/>
                <a:gd name="connsiteX47" fmla="*/ 386608 w 646824"/>
                <a:gd name="connsiteY47" fmla="*/ 802955 h 4252686"/>
                <a:gd name="connsiteX48" fmla="*/ 371738 w 646824"/>
                <a:gd name="connsiteY48" fmla="*/ 773216 h 4252686"/>
                <a:gd name="connsiteX49" fmla="*/ 520434 w 646824"/>
                <a:gd name="connsiteY49" fmla="*/ 0 h 4252686"/>
                <a:gd name="connsiteX50" fmla="*/ 550173 w 646824"/>
                <a:gd name="connsiteY50" fmla="*/ 0 h 4252686"/>
                <a:gd name="connsiteX51" fmla="*/ 609651 w 646824"/>
                <a:gd name="connsiteY51" fmla="*/ 14870 h 4252686"/>
                <a:gd name="connsiteX52" fmla="*/ 646824 w 646824"/>
                <a:gd name="connsiteY52" fmla="*/ 14870 h 4252686"/>
                <a:gd name="connsiteX53" fmla="*/ 646824 w 646824"/>
                <a:gd name="connsiteY53" fmla="*/ 620803 h 4252686"/>
                <a:gd name="connsiteX54" fmla="*/ 639390 w 646824"/>
                <a:gd name="connsiteY54" fmla="*/ 624520 h 4252686"/>
                <a:gd name="connsiteX55" fmla="*/ 579912 w 646824"/>
                <a:gd name="connsiteY55" fmla="*/ 639390 h 4252686"/>
                <a:gd name="connsiteX56" fmla="*/ 550173 w 646824"/>
                <a:gd name="connsiteY56" fmla="*/ 639390 h 4252686"/>
                <a:gd name="connsiteX57" fmla="*/ 505564 w 646824"/>
                <a:gd name="connsiteY57" fmla="*/ 609651 h 4252686"/>
                <a:gd name="connsiteX58" fmla="*/ 550173 w 646824"/>
                <a:gd name="connsiteY58" fmla="*/ 654260 h 4252686"/>
                <a:gd name="connsiteX59" fmla="*/ 579912 w 646824"/>
                <a:gd name="connsiteY59" fmla="*/ 669129 h 4252686"/>
                <a:gd name="connsiteX60" fmla="*/ 609651 w 646824"/>
                <a:gd name="connsiteY60" fmla="*/ 683999 h 4252686"/>
                <a:gd name="connsiteX61" fmla="*/ 646824 w 646824"/>
                <a:gd name="connsiteY61" fmla="*/ 683999 h 4252686"/>
                <a:gd name="connsiteX62" fmla="*/ 646824 w 646824"/>
                <a:gd name="connsiteY62" fmla="*/ 2263886 h 4252686"/>
                <a:gd name="connsiteX63" fmla="*/ 624520 w 646824"/>
                <a:gd name="connsiteY63" fmla="*/ 2275038 h 4252686"/>
                <a:gd name="connsiteX64" fmla="*/ 550173 w 646824"/>
                <a:gd name="connsiteY64" fmla="*/ 2230430 h 4252686"/>
                <a:gd name="connsiteX65" fmla="*/ 609651 w 646824"/>
                <a:gd name="connsiteY65" fmla="*/ 2334517 h 4252686"/>
                <a:gd name="connsiteX66" fmla="*/ 609651 w 646824"/>
                <a:gd name="connsiteY66" fmla="*/ 2572429 h 4252686"/>
                <a:gd name="connsiteX67" fmla="*/ 609651 w 646824"/>
                <a:gd name="connsiteY67" fmla="*/ 2587299 h 4252686"/>
                <a:gd name="connsiteX68" fmla="*/ 609651 w 646824"/>
                <a:gd name="connsiteY68" fmla="*/ 2631907 h 4252686"/>
                <a:gd name="connsiteX69" fmla="*/ 594781 w 646824"/>
                <a:gd name="connsiteY69" fmla="*/ 2691385 h 4252686"/>
                <a:gd name="connsiteX70" fmla="*/ 565042 w 646824"/>
                <a:gd name="connsiteY70" fmla="*/ 2750863 h 4252686"/>
                <a:gd name="connsiteX71" fmla="*/ 535303 w 646824"/>
                <a:gd name="connsiteY71" fmla="*/ 2780603 h 4252686"/>
                <a:gd name="connsiteX72" fmla="*/ 535303 w 646824"/>
                <a:gd name="connsiteY72" fmla="*/ 2825211 h 4252686"/>
                <a:gd name="connsiteX73" fmla="*/ 535303 w 646824"/>
                <a:gd name="connsiteY73" fmla="*/ 2884689 h 4252686"/>
                <a:gd name="connsiteX74" fmla="*/ 535303 w 646824"/>
                <a:gd name="connsiteY74" fmla="*/ 2914428 h 4252686"/>
                <a:gd name="connsiteX75" fmla="*/ 579912 w 646824"/>
                <a:gd name="connsiteY75" fmla="*/ 3048254 h 4252686"/>
                <a:gd name="connsiteX76" fmla="*/ 579912 w 646824"/>
                <a:gd name="connsiteY76" fmla="*/ 3137471 h 4252686"/>
                <a:gd name="connsiteX77" fmla="*/ 579912 w 646824"/>
                <a:gd name="connsiteY77" fmla="*/ 3286167 h 4252686"/>
                <a:gd name="connsiteX78" fmla="*/ 550173 w 646824"/>
                <a:gd name="connsiteY78" fmla="*/ 3449731 h 4252686"/>
                <a:gd name="connsiteX79" fmla="*/ 639390 w 646824"/>
                <a:gd name="connsiteY79" fmla="*/ 3196949 h 4252686"/>
                <a:gd name="connsiteX80" fmla="*/ 624520 w 646824"/>
                <a:gd name="connsiteY80" fmla="*/ 3018515 h 4252686"/>
                <a:gd name="connsiteX81" fmla="*/ 624520 w 646824"/>
                <a:gd name="connsiteY81" fmla="*/ 2914428 h 4252686"/>
                <a:gd name="connsiteX82" fmla="*/ 624520 w 646824"/>
                <a:gd name="connsiteY82" fmla="*/ 2825211 h 4252686"/>
                <a:gd name="connsiteX83" fmla="*/ 646824 w 646824"/>
                <a:gd name="connsiteY83" fmla="*/ 2758299 h 4252686"/>
                <a:gd name="connsiteX84" fmla="*/ 646824 w 646824"/>
                <a:gd name="connsiteY84" fmla="*/ 4252686 h 4252686"/>
                <a:gd name="connsiteX85" fmla="*/ 624520 w 646824"/>
                <a:gd name="connsiteY85" fmla="*/ 4252686 h 4252686"/>
                <a:gd name="connsiteX86" fmla="*/ 565042 w 646824"/>
                <a:gd name="connsiteY86" fmla="*/ 4237817 h 4252686"/>
                <a:gd name="connsiteX87" fmla="*/ 520434 w 646824"/>
                <a:gd name="connsiteY87" fmla="*/ 4222947 h 4252686"/>
                <a:gd name="connsiteX88" fmla="*/ 505564 w 646824"/>
                <a:gd name="connsiteY88" fmla="*/ 4208078 h 4252686"/>
                <a:gd name="connsiteX89" fmla="*/ 535303 w 646824"/>
                <a:gd name="connsiteY89" fmla="*/ 4133730 h 4252686"/>
                <a:gd name="connsiteX90" fmla="*/ 535303 w 646824"/>
                <a:gd name="connsiteY90" fmla="*/ 4089121 h 4252686"/>
                <a:gd name="connsiteX91" fmla="*/ 535303 w 646824"/>
                <a:gd name="connsiteY91" fmla="*/ 4074252 h 4252686"/>
                <a:gd name="connsiteX92" fmla="*/ 520434 w 646824"/>
                <a:gd name="connsiteY92" fmla="*/ 4044513 h 4252686"/>
                <a:gd name="connsiteX93" fmla="*/ 490695 w 646824"/>
                <a:gd name="connsiteY93" fmla="*/ 3970165 h 4252686"/>
                <a:gd name="connsiteX94" fmla="*/ 475825 w 646824"/>
                <a:gd name="connsiteY94" fmla="*/ 3895817 h 4252686"/>
                <a:gd name="connsiteX95" fmla="*/ 520434 w 646824"/>
                <a:gd name="connsiteY95" fmla="*/ 3643035 h 4252686"/>
                <a:gd name="connsiteX96" fmla="*/ 490695 w 646824"/>
                <a:gd name="connsiteY96" fmla="*/ 3568688 h 4252686"/>
                <a:gd name="connsiteX97" fmla="*/ 475825 w 646824"/>
                <a:gd name="connsiteY97" fmla="*/ 3449731 h 4252686"/>
                <a:gd name="connsiteX98" fmla="*/ 446086 w 646824"/>
                <a:gd name="connsiteY98" fmla="*/ 3390253 h 4252686"/>
                <a:gd name="connsiteX99" fmla="*/ 401478 w 646824"/>
                <a:gd name="connsiteY99" fmla="*/ 3286167 h 4252686"/>
                <a:gd name="connsiteX100" fmla="*/ 371738 w 646824"/>
                <a:gd name="connsiteY100" fmla="*/ 3167210 h 4252686"/>
                <a:gd name="connsiteX101" fmla="*/ 341999 w 646824"/>
                <a:gd name="connsiteY101" fmla="*/ 3063124 h 4252686"/>
                <a:gd name="connsiteX102" fmla="*/ 312260 w 646824"/>
                <a:gd name="connsiteY102" fmla="*/ 3003645 h 4252686"/>
                <a:gd name="connsiteX103" fmla="*/ 297391 w 646824"/>
                <a:gd name="connsiteY103" fmla="*/ 2988776 h 4252686"/>
                <a:gd name="connsiteX104" fmla="*/ 282521 w 646824"/>
                <a:gd name="connsiteY104" fmla="*/ 2944167 h 4252686"/>
                <a:gd name="connsiteX105" fmla="*/ 267652 w 646824"/>
                <a:gd name="connsiteY105" fmla="*/ 2825211 h 4252686"/>
                <a:gd name="connsiteX106" fmla="*/ 267652 w 646824"/>
                <a:gd name="connsiteY106" fmla="*/ 2676516 h 4252686"/>
                <a:gd name="connsiteX107" fmla="*/ 223043 w 646824"/>
                <a:gd name="connsiteY107" fmla="*/ 2423734 h 4252686"/>
                <a:gd name="connsiteX108" fmla="*/ 223043 w 646824"/>
                <a:gd name="connsiteY108" fmla="*/ 2408864 h 4252686"/>
                <a:gd name="connsiteX109" fmla="*/ 148696 w 646824"/>
                <a:gd name="connsiteY109" fmla="*/ 2364256 h 4252686"/>
                <a:gd name="connsiteX110" fmla="*/ 118956 w 646824"/>
                <a:gd name="connsiteY110" fmla="*/ 2319647 h 4252686"/>
                <a:gd name="connsiteX111" fmla="*/ 89217 w 646824"/>
                <a:gd name="connsiteY111" fmla="*/ 2275038 h 4252686"/>
                <a:gd name="connsiteX112" fmla="*/ 89217 w 646824"/>
                <a:gd name="connsiteY112" fmla="*/ 2200691 h 4252686"/>
                <a:gd name="connsiteX113" fmla="*/ 44609 w 646824"/>
                <a:gd name="connsiteY113" fmla="*/ 2200691 h 4252686"/>
                <a:gd name="connsiteX114" fmla="*/ 29739 w 646824"/>
                <a:gd name="connsiteY114" fmla="*/ 1918170 h 4252686"/>
                <a:gd name="connsiteX115" fmla="*/ 0 w 646824"/>
                <a:gd name="connsiteY115" fmla="*/ 1680257 h 4252686"/>
                <a:gd name="connsiteX116" fmla="*/ 14870 w 646824"/>
                <a:gd name="connsiteY116" fmla="*/ 1620779 h 4252686"/>
                <a:gd name="connsiteX117" fmla="*/ 29739 w 646824"/>
                <a:gd name="connsiteY117" fmla="*/ 1531562 h 4252686"/>
                <a:gd name="connsiteX118" fmla="*/ 14870 w 646824"/>
                <a:gd name="connsiteY118" fmla="*/ 1412606 h 4252686"/>
                <a:gd name="connsiteX119" fmla="*/ 14870 w 646824"/>
                <a:gd name="connsiteY119" fmla="*/ 1338258 h 4252686"/>
                <a:gd name="connsiteX120" fmla="*/ 14870 w 646824"/>
                <a:gd name="connsiteY120" fmla="*/ 1249041 h 4252686"/>
                <a:gd name="connsiteX121" fmla="*/ 44609 w 646824"/>
                <a:gd name="connsiteY121" fmla="*/ 1040867 h 4252686"/>
                <a:gd name="connsiteX122" fmla="*/ 74348 w 646824"/>
                <a:gd name="connsiteY122" fmla="*/ 788085 h 4252686"/>
                <a:gd name="connsiteX123" fmla="*/ 386608 w 646824"/>
                <a:gd name="connsiteY123" fmla="*/ 669129 h 4252686"/>
                <a:gd name="connsiteX124" fmla="*/ 490695 w 646824"/>
                <a:gd name="connsiteY124" fmla="*/ 594781 h 4252686"/>
                <a:gd name="connsiteX125" fmla="*/ 490695 w 646824"/>
                <a:gd name="connsiteY125" fmla="*/ 579912 h 4252686"/>
                <a:gd name="connsiteX126" fmla="*/ 490695 w 646824"/>
                <a:gd name="connsiteY126" fmla="*/ 565042 h 4252686"/>
                <a:gd name="connsiteX127" fmla="*/ 460956 w 646824"/>
                <a:gd name="connsiteY127" fmla="*/ 520434 h 4252686"/>
                <a:gd name="connsiteX128" fmla="*/ 431217 w 646824"/>
                <a:gd name="connsiteY128" fmla="*/ 475825 h 4252686"/>
                <a:gd name="connsiteX129" fmla="*/ 416347 w 646824"/>
                <a:gd name="connsiteY129" fmla="*/ 460956 h 4252686"/>
                <a:gd name="connsiteX130" fmla="*/ 401478 w 646824"/>
                <a:gd name="connsiteY130" fmla="*/ 460956 h 4252686"/>
                <a:gd name="connsiteX131" fmla="*/ 386608 w 646824"/>
                <a:gd name="connsiteY131" fmla="*/ 416347 h 4252686"/>
                <a:gd name="connsiteX132" fmla="*/ 356869 w 646824"/>
                <a:gd name="connsiteY132" fmla="*/ 356869 h 4252686"/>
                <a:gd name="connsiteX133" fmla="*/ 386608 w 646824"/>
                <a:gd name="connsiteY133" fmla="*/ 341999 h 4252686"/>
                <a:gd name="connsiteX134" fmla="*/ 401478 w 646824"/>
                <a:gd name="connsiteY134" fmla="*/ 341999 h 4252686"/>
                <a:gd name="connsiteX135" fmla="*/ 386608 w 646824"/>
                <a:gd name="connsiteY135" fmla="*/ 327130 h 4252686"/>
                <a:gd name="connsiteX136" fmla="*/ 371738 w 646824"/>
                <a:gd name="connsiteY136" fmla="*/ 327130 h 4252686"/>
                <a:gd name="connsiteX137" fmla="*/ 371738 w 646824"/>
                <a:gd name="connsiteY137" fmla="*/ 297391 h 4252686"/>
                <a:gd name="connsiteX138" fmla="*/ 371738 w 646824"/>
                <a:gd name="connsiteY138" fmla="*/ 223043 h 4252686"/>
                <a:gd name="connsiteX139" fmla="*/ 371738 w 646824"/>
                <a:gd name="connsiteY139" fmla="*/ 133826 h 4252686"/>
                <a:gd name="connsiteX140" fmla="*/ 416347 w 646824"/>
                <a:gd name="connsiteY140" fmla="*/ 74348 h 4252686"/>
                <a:gd name="connsiteX141" fmla="*/ 490695 w 646824"/>
                <a:gd name="connsiteY141" fmla="*/ 14870 h 425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646824" h="4252686">
                  <a:moveTo>
                    <a:pt x="208174" y="1070606"/>
                  </a:moveTo>
                  <a:lnTo>
                    <a:pt x="193304" y="1427475"/>
                  </a:lnTo>
                  <a:lnTo>
                    <a:pt x="133826" y="1486953"/>
                  </a:lnTo>
                  <a:lnTo>
                    <a:pt x="193304" y="1561301"/>
                  </a:lnTo>
                  <a:lnTo>
                    <a:pt x="208174" y="1605910"/>
                  </a:lnTo>
                  <a:lnTo>
                    <a:pt x="223043" y="1620779"/>
                  </a:lnTo>
                  <a:lnTo>
                    <a:pt x="223043" y="1605910"/>
                  </a:lnTo>
                  <a:lnTo>
                    <a:pt x="237913" y="1546431"/>
                  </a:lnTo>
                  <a:lnTo>
                    <a:pt x="237913" y="1472084"/>
                  </a:lnTo>
                  <a:lnTo>
                    <a:pt x="223043" y="1204432"/>
                  </a:lnTo>
                  <a:close/>
                  <a:moveTo>
                    <a:pt x="446086" y="654260"/>
                  </a:moveTo>
                  <a:lnTo>
                    <a:pt x="297391" y="802955"/>
                  </a:lnTo>
                  <a:lnTo>
                    <a:pt x="371738" y="847563"/>
                  </a:lnTo>
                  <a:lnTo>
                    <a:pt x="297391" y="907042"/>
                  </a:lnTo>
                  <a:lnTo>
                    <a:pt x="401478" y="1115215"/>
                  </a:lnTo>
                  <a:lnTo>
                    <a:pt x="505564" y="1308519"/>
                  </a:lnTo>
                  <a:lnTo>
                    <a:pt x="490695" y="1412606"/>
                  </a:lnTo>
                  <a:lnTo>
                    <a:pt x="475825" y="1472084"/>
                  </a:lnTo>
                  <a:lnTo>
                    <a:pt x="446086" y="1516692"/>
                  </a:lnTo>
                  <a:lnTo>
                    <a:pt x="446086" y="1576171"/>
                  </a:lnTo>
                  <a:lnTo>
                    <a:pt x="446086" y="1695127"/>
                  </a:lnTo>
                  <a:lnTo>
                    <a:pt x="446086" y="1873561"/>
                  </a:lnTo>
                  <a:lnTo>
                    <a:pt x="416347" y="1947909"/>
                  </a:lnTo>
                  <a:lnTo>
                    <a:pt x="401478" y="2037126"/>
                  </a:lnTo>
                  <a:lnTo>
                    <a:pt x="401478" y="2141213"/>
                  </a:lnTo>
                  <a:lnTo>
                    <a:pt x="386608" y="2245299"/>
                  </a:lnTo>
                  <a:lnTo>
                    <a:pt x="297391" y="2438603"/>
                  </a:lnTo>
                  <a:lnTo>
                    <a:pt x="356869" y="2408864"/>
                  </a:lnTo>
                  <a:lnTo>
                    <a:pt x="371738" y="2393995"/>
                  </a:lnTo>
                  <a:lnTo>
                    <a:pt x="386608" y="2364256"/>
                  </a:lnTo>
                  <a:lnTo>
                    <a:pt x="416347" y="2245299"/>
                  </a:lnTo>
                  <a:lnTo>
                    <a:pt x="475825" y="1888431"/>
                  </a:lnTo>
                  <a:lnTo>
                    <a:pt x="520434" y="1397736"/>
                  </a:lnTo>
                  <a:lnTo>
                    <a:pt x="565042" y="817824"/>
                  </a:lnTo>
                  <a:lnTo>
                    <a:pt x="594781" y="713738"/>
                  </a:lnTo>
                  <a:lnTo>
                    <a:pt x="520434" y="669129"/>
                  </a:lnTo>
                  <a:lnTo>
                    <a:pt x="550173" y="758346"/>
                  </a:lnTo>
                  <a:lnTo>
                    <a:pt x="535303" y="847563"/>
                  </a:lnTo>
                  <a:lnTo>
                    <a:pt x="520434" y="981389"/>
                  </a:lnTo>
                  <a:lnTo>
                    <a:pt x="520434" y="1040867"/>
                  </a:lnTo>
                  <a:lnTo>
                    <a:pt x="520434" y="1115215"/>
                  </a:lnTo>
                  <a:lnTo>
                    <a:pt x="505564" y="1219302"/>
                  </a:lnTo>
                  <a:lnTo>
                    <a:pt x="431217" y="1070606"/>
                  </a:lnTo>
                  <a:lnTo>
                    <a:pt x="356869" y="921911"/>
                  </a:lnTo>
                  <a:lnTo>
                    <a:pt x="386608" y="877303"/>
                  </a:lnTo>
                  <a:lnTo>
                    <a:pt x="416347" y="847563"/>
                  </a:lnTo>
                  <a:lnTo>
                    <a:pt x="416347" y="832694"/>
                  </a:lnTo>
                  <a:lnTo>
                    <a:pt x="386608" y="802955"/>
                  </a:lnTo>
                  <a:lnTo>
                    <a:pt x="371738" y="773216"/>
                  </a:lnTo>
                  <a:close/>
                  <a:moveTo>
                    <a:pt x="520434" y="0"/>
                  </a:moveTo>
                  <a:lnTo>
                    <a:pt x="550173" y="0"/>
                  </a:lnTo>
                  <a:lnTo>
                    <a:pt x="609651" y="14870"/>
                  </a:lnTo>
                  <a:lnTo>
                    <a:pt x="646824" y="14870"/>
                  </a:lnTo>
                  <a:lnTo>
                    <a:pt x="646824" y="620803"/>
                  </a:lnTo>
                  <a:lnTo>
                    <a:pt x="639390" y="624520"/>
                  </a:lnTo>
                  <a:lnTo>
                    <a:pt x="579912" y="639390"/>
                  </a:lnTo>
                  <a:lnTo>
                    <a:pt x="550173" y="639390"/>
                  </a:lnTo>
                  <a:lnTo>
                    <a:pt x="505564" y="609651"/>
                  </a:lnTo>
                  <a:lnTo>
                    <a:pt x="550173" y="654260"/>
                  </a:lnTo>
                  <a:lnTo>
                    <a:pt x="579912" y="669129"/>
                  </a:lnTo>
                  <a:lnTo>
                    <a:pt x="609651" y="683999"/>
                  </a:lnTo>
                  <a:lnTo>
                    <a:pt x="646824" y="683999"/>
                  </a:lnTo>
                  <a:lnTo>
                    <a:pt x="646824" y="2263886"/>
                  </a:lnTo>
                  <a:lnTo>
                    <a:pt x="624520" y="2275038"/>
                  </a:lnTo>
                  <a:lnTo>
                    <a:pt x="550173" y="2230430"/>
                  </a:lnTo>
                  <a:lnTo>
                    <a:pt x="609651" y="2334517"/>
                  </a:lnTo>
                  <a:lnTo>
                    <a:pt x="609651" y="2572429"/>
                  </a:lnTo>
                  <a:lnTo>
                    <a:pt x="609651" y="2587299"/>
                  </a:lnTo>
                  <a:lnTo>
                    <a:pt x="609651" y="2631907"/>
                  </a:lnTo>
                  <a:lnTo>
                    <a:pt x="594781" y="2691385"/>
                  </a:lnTo>
                  <a:lnTo>
                    <a:pt x="565042" y="2750863"/>
                  </a:lnTo>
                  <a:lnTo>
                    <a:pt x="535303" y="2780603"/>
                  </a:lnTo>
                  <a:lnTo>
                    <a:pt x="535303" y="2825211"/>
                  </a:lnTo>
                  <a:lnTo>
                    <a:pt x="535303" y="2884689"/>
                  </a:lnTo>
                  <a:lnTo>
                    <a:pt x="535303" y="2914428"/>
                  </a:lnTo>
                  <a:lnTo>
                    <a:pt x="579912" y="3048254"/>
                  </a:lnTo>
                  <a:lnTo>
                    <a:pt x="579912" y="3137471"/>
                  </a:lnTo>
                  <a:lnTo>
                    <a:pt x="579912" y="3286167"/>
                  </a:lnTo>
                  <a:lnTo>
                    <a:pt x="550173" y="3449731"/>
                  </a:lnTo>
                  <a:lnTo>
                    <a:pt x="639390" y="3196949"/>
                  </a:lnTo>
                  <a:lnTo>
                    <a:pt x="624520" y="3018515"/>
                  </a:lnTo>
                  <a:lnTo>
                    <a:pt x="624520" y="2914428"/>
                  </a:lnTo>
                  <a:lnTo>
                    <a:pt x="624520" y="2825211"/>
                  </a:lnTo>
                  <a:lnTo>
                    <a:pt x="646824" y="2758299"/>
                  </a:lnTo>
                  <a:lnTo>
                    <a:pt x="646824" y="4252686"/>
                  </a:lnTo>
                  <a:lnTo>
                    <a:pt x="624520" y="4252686"/>
                  </a:lnTo>
                  <a:lnTo>
                    <a:pt x="565042" y="4237817"/>
                  </a:lnTo>
                  <a:lnTo>
                    <a:pt x="520434" y="4222947"/>
                  </a:lnTo>
                  <a:lnTo>
                    <a:pt x="505564" y="4208078"/>
                  </a:lnTo>
                  <a:lnTo>
                    <a:pt x="535303" y="4133730"/>
                  </a:lnTo>
                  <a:lnTo>
                    <a:pt x="535303" y="4089121"/>
                  </a:lnTo>
                  <a:lnTo>
                    <a:pt x="535303" y="4074252"/>
                  </a:lnTo>
                  <a:lnTo>
                    <a:pt x="520434" y="4044513"/>
                  </a:lnTo>
                  <a:lnTo>
                    <a:pt x="490695" y="3970165"/>
                  </a:lnTo>
                  <a:lnTo>
                    <a:pt x="475825" y="3895817"/>
                  </a:lnTo>
                  <a:lnTo>
                    <a:pt x="520434" y="3643035"/>
                  </a:lnTo>
                  <a:lnTo>
                    <a:pt x="490695" y="3568688"/>
                  </a:lnTo>
                  <a:lnTo>
                    <a:pt x="475825" y="3449731"/>
                  </a:lnTo>
                  <a:lnTo>
                    <a:pt x="446086" y="3390253"/>
                  </a:lnTo>
                  <a:lnTo>
                    <a:pt x="401478" y="3286167"/>
                  </a:lnTo>
                  <a:lnTo>
                    <a:pt x="371738" y="3167210"/>
                  </a:lnTo>
                  <a:lnTo>
                    <a:pt x="341999" y="3063124"/>
                  </a:lnTo>
                  <a:lnTo>
                    <a:pt x="312260" y="3003645"/>
                  </a:lnTo>
                  <a:lnTo>
                    <a:pt x="297391" y="2988776"/>
                  </a:lnTo>
                  <a:lnTo>
                    <a:pt x="282521" y="2944167"/>
                  </a:lnTo>
                  <a:lnTo>
                    <a:pt x="267652" y="2825211"/>
                  </a:lnTo>
                  <a:lnTo>
                    <a:pt x="267652" y="2676516"/>
                  </a:lnTo>
                  <a:lnTo>
                    <a:pt x="223043" y="2423734"/>
                  </a:lnTo>
                  <a:lnTo>
                    <a:pt x="223043" y="2408864"/>
                  </a:lnTo>
                  <a:lnTo>
                    <a:pt x="148696" y="2364256"/>
                  </a:lnTo>
                  <a:lnTo>
                    <a:pt x="118956" y="2319647"/>
                  </a:lnTo>
                  <a:lnTo>
                    <a:pt x="89217" y="2275038"/>
                  </a:lnTo>
                  <a:lnTo>
                    <a:pt x="89217" y="2200691"/>
                  </a:lnTo>
                  <a:lnTo>
                    <a:pt x="44609" y="2200691"/>
                  </a:lnTo>
                  <a:lnTo>
                    <a:pt x="29739" y="1918170"/>
                  </a:lnTo>
                  <a:lnTo>
                    <a:pt x="0" y="1680257"/>
                  </a:lnTo>
                  <a:lnTo>
                    <a:pt x="14870" y="1620779"/>
                  </a:lnTo>
                  <a:lnTo>
                    <a:pt x="29739" y="1531562"/>
                  </a:lnTo>
                  <a:lnTo>
                    <a:pt x="14870" y="1412606"/>
                  </a:lnTo>
                  <a:lnTo>
                    <a:pt x="14870" y="1338258"/>
                  </a:lnTo>
                  <a:lnTo>
                    <a:pt x="14870" y="1249041"/>
                  </a:lnTo>
                  <a:lnTo>
                    <a:pt x="44609" y="1040867"/>
                  </a:lnTo>
                  <a:lnTo>
                    <a:pt x="74348" y="788085"/>
                  </a:lnTo>
                  <a:lnTo>
                    <a:pt x="386608" y="669129"/>
                  </a:lnTo>
                  <a:lnTo>
                    <a:pt x="490695" y="594781"/>
                  </a:lnTo>
                  <a:lnTo>
                    <a:pt x="490695" y="579912"/>
                  </a:lnTo>
                  <a:lnTo>
                    <a:pt x="490695" y="565042"/>
                  </a:lnTo>
                  <a:lnTo>
                    <a:pt x="460956" y="520434"/>
                  </a:lnTo>
                  <a:lnTo>
                    <a:pt x="431217" y="475825"/>
                  </a:lnTo>
                  <a:lnTo>
                    <a:pt x="416347" y="460956"/>
                  </a:lnTo>
                  <a:lnTo>
                    <a:pt x="401478" y="460956"/>
                  </a:lnTo>
                  <a:lnTo>
                    <a:pt x="386608" y="416347"/>
                  </a:lnTo>
                  <a:lnTo>
                    <a:pt x="356869" y="356869"/>
                  </a:lnTo>
                  <a:lnTo>
                    <a:pt x="386608" y="341999"/>
                  </a:lnTo>
                  <a:lnTo>
                    <a:pt x="401478" y="341999"/>
                  </a:lnTo>
                  <a:lnTo>
                    <a:pt x="386608" y="327130"/>
                  </a:lnTo>
                  <a:lnTo>
                    <a:pt x="371738" y="327130"/>
                  </a:lnTo>
                  <a:lnTo>
                    <a:pt x="371738" y="297391"/>
                  </a:lnTo>
                  <a:lnTo>
                    <a:pt x="371738" y="223043"/>
                  </a:lnTo>
                  <a:lnTo>
                    <a:pt x="371738" y="133826"/>
                  </a:lnTo>
                  <a:lnTo>
                    <a:pt x="416347" y="74348"/>
                  </a:lnTo>
                  <a:lnTo>
                    <a:pt x="490695" y="1487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Roboto Lt"/>
              </a:endParaRPr>
            </a:p>
          </p:txBody>
        </p:sp>
      </p:grpSp>
      <p:sp>
        <p:nvSpPr>
          <p:cNvPr id="42" name="TextBox 41"/>
          <p:cNvSpPr txBox="1"/>
          <p:nvPr/>
        </p:nvSpPr>
        <p:spPr>
          <a:xfrm>
            <a:off x="9517832" y="3193345"/>
            <a:ext cx="2483668" cy="1815882"/>
          </a:xfrm>
          <a:prstGeom prst="rect">
            <a:avLst/>
          </a:prstGeom>
          <a:noFill/>
        </p:spPr>
        <p:txBody>
          <a:bodyPr wrap="square" rtlCol="0">
            <a:spAutoFit/>
          </a:bodyPr>
          <a:lstStyle/>
          <a:p>
            <a:pPr algn="ctr" fontAlgn="auto">
              <a:spcBef>
                <a:spcPts val="0"/>
              </a:spcBef>
              <a:spcAft>
                <a:spcPts val="0"/>
              </a:spcAft>
            </a:pPr>
            <a:r>
              <a:rPr lang="ar-JO" sz="2800" b="1" dirty="0"/>
              <a:t>توفر كوادر بشرية مؤهلة ومدربة وخاصة من معلمين ومشرفين</a:t>
            </a:r>
            <a:endParaRPr lang="en-US" sz="2800" b="1" dirty="0">
              <a:solidFill>
                <a:prstClr val="white">
                  <a:lumMod val="65000"/>
                </a:prstClr>
              </a:solidFill>
              <a:latin typeface="Roboto Lt"/>
            </a:endParaRPr>
          </a:p>
        </p:txBody>
      </p:sp>
      <p:sp>
        <p:nvSpPr>
          <p:cNvPr id="45" name="TextBox 44"/>
          <p:cNvSpPr txBox="1"/>
          <p:nvPr/>
        </p:nvSpPr>
        <p:spPr>
          <a:xfrm>
            <a:off x="437378" y="1758961"/>
            <a:ext cx="2174896" cy="1815882"/>
          </a:xfrm>
          <a:prstGeom prst="rect">
            <a:avLst/>
          </a:prstGeom>
          <a:noFill/>
        </p:spPr>
        <p:txBody>
          <a:bodyPr wrap="square" rtlCol="0">
            <a:spAutoFit/>
          </a:bodyPr>
          <a:lstStyle/>
          <a:p>
            <a:pPr algn="ctr" fontAlgn="auto">
              <a:spcBef>
                <a:spcPts val="0"/>
              </a:spcBef>
              <a:spcAft>
                <a:spcPts val="0"/>
              </a:spcAft>
            </a:pPr>
            <a:r>
              <a:rPr lang="ar-JO" sz="2800" b="1" dirty="0"/>
              <a:t>مراكز تكنولوجية من أجل نشر تكنولوجيا المعلومات</a:t>
            </a:r>
            <a:endParaRPr lang="en-US" sz="2800" b="1" dirty="0">
              <a:solidFill>
                <a:prstClr val="white">
                  <a:lumMod val="65000"/>
                </a:prstClr>
              </a:solidFill>
              <a:latin typeface="Roboto Lt"/>
            </a:endParaRPr>
          </a:p>
        </p:txBody>
      </p:sp>
      <p:sp>
        <p:nvSpPr>
          <p:cNvPr id="51" name="TextBox 50"/>
          <p:cNvSpPr txBox="1"/>
          <p:nvPr/>
        </p:nvSpPr>
        <p:spPr>
          <a:xfrm>
            <a:off x="135529" y="4354337"/>
            <a:ext cx="2218572" cy="1815882"/>
          </a:xfrm>
          <a:prstGeom prst="rect">
            <a:avLst/>
          </a:prstGeom>
          <a:noFill/>
        </p:spPr>
        <p:txBody>
          <a:bodyPr wrap="square" rtlCol="0">
            <a:spAutoFit/>
          </a:bodyPr>
          <a:lstStyle/>
          <a:p>
            <a:pPr algn="r" fontAlgn="auto">
              <a:spcBef>
                <a:spcPts val="0"/>
              </a:spcBef>
              <a:spcAft>
                <a:spcPts val="0"/>
              </a:spcAft>
            </a:pPr>
            <a:r>
              <a:rPr lang="ar-JO" sz="2800" b="1" dirty="0"/>
              <a:t>ربط المدارس مع بعضها البعض ومع مديريات التربية والتعليم</a:t>
            </a:r>
            <a:endParaRPr lang="en-US" sz="2800" b="1" dirty="0">
              <a:solidFill>
                <a:prstClr val="white">
                  <a:lumMod val="65000"/>
                </a:prstClr>
              </a:solidFill>
              <a:latin typeface="Roboto Lt"/>
            </a:endParaRPr>
          </a:p>
        </p:txBody>
      </p:sp>
      <p:grpSp>
        <p:nvGrpSpPr>
          <p:cNvPr id="52" name="Group 51"/>
          <p:cNvGrpSpPr/>
          <p:nvPr/>
        </p:nvGrpSpPr>
        <p:grpSpPr>
          <a:xfrm>
            <a:off x="2732491" y="4648813"/>
            <a:ext cx="901768" cy="901768"/>
            <a:chOff x="3942860" y="5126403"/>
            <a:chExt cx="901768" cy="901768"/>
          </a:xfrm>
        </p:grpSpPr>
        <p:sp>
          <p:nvSpPr>
            <p:cNvPr id="53" name="Oval 52"/>
            <p:cNvSpPr/>
            <p:nvPr/>
          </p:nvSpPr>
          <p:spPr>
            <a:xfrm>
              <a:off x="3942860" y="5126403"/>
              <a:ext cx="901768" cy="9017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grpSp>
          <p:nvGrpSpPr>
            <p:cNvPr id="54" name="Group 53"/>
            <p:cNvGrpSpPr/>
            <p:nvPr/>
          </p:nvGrpSpPr>
          <p:grpSpPr>
            <a:xfrm>
              <a:off x="4157569" y="5352357"/>
              <a:ext cx="451851" cy="449859"/>
              <a:chOff x="-365126" y="-2462213"/>
              <a:chExt cx="4321176" cy="4302126"/>
            </a:xfrm>
            <a:solidFill>
              <a:schemeClr val="bg1"/>
            </a:solidFill>
          </p:grpSpPr>
          <p:sp>
            <p:nvSpPr>
              <p:cNvPr id="55" name="Freeform 5"/>
              <p:cNvSpPr>
                <a:spLocks noEditPoints="1"/>
              </p:cNvSpPr>
              <p:nvPr/>
            </p:nvSpPr>
            <p:spPr bwMode="auto">
              <a:xfrm>
                <a:off x="-365126" y="-2058988"/>
                <a:ext cx="3937000" cy="3898901"/>
              </a:xfrm>
              <a:custGeom>
                <a:avLst/>
                <a:gdLst>
                  <a:gd name="T0" fmla="*/ 744 w 1047"/>
                  <a:gd name="T1" fmla="*/ 26 h 1037"/>
                  <a:gd name="T2" fmla="*/ 681 w 1047"/>
                  <a:gd name="T3" fmla="*/ 0 h 1037"/>
                  <a:gd name="T4" fmla="*/ 618 w 1047"/>
                  <a:gd name="T5" fmla="*/ 26 h 1037"/>
                  <a:gd name="T6" fmla="*/ 568 w 1047"/>
                  <a:gd name="T7" fmla="*/ 77 h 1037"/>
                  <a:gd name="T8" fmla="*/ 541 w 1047"/>
                  <a:gd name="T9" fmla="*/ 140 h 1037"/>
                  <a:gd name="T10" fmla="*/ 555 w 1047"/>
                  <a:gd name="T11" fmla="*/ 187 h 1037"/>
                  <a:gd name="T12" fmla="*/ 69 w 1047"/>
                  <a:gd name="T13" fmla="*/ 382 h 1037"/>
                  <a:gd name="T14" fmla="*/ 7 w 1047"/>
                  <a:gd name="T15" fmla="*/ 460 h 1037"/>
                  <a:gd name="T16" fmla="*/ 37 w 1047"/>
                  <a:gd name="T17" fmla="*/ 556 h 1037"/>
                  <a:gd name="T18" fmla="*/ 491 w 1047"/>
                  <a:gd name="T19" fmla="*/ 1006 h 1037"/>
                  <a:gd name="T20" fmla="*/ 565 w 1047"/>
                  <a:gd name="T21" fmla="*/ 1037 h 1037"/>
                  <a:gd name="T22" fmla="*/ 567 w 1047"/>
                  <a:gd name="T23" fmla="*/ 1037 h 1037"/>
                  <a:gd name="T24" fmla="*/ 589 w 1047"/>
                  <a:gd name="T25" fmla="*/ 1035 h 1037"/>
                  <a:gd name="T26" fmla="*/ 667 w 1047"/>
                  <a:gd name="T27" fmla="*/ 969 h 1037"/>
                  <a:gd name="T28" fmla="*/ 858 w 1047"/>
                  <a:gd name="T29" fmla="*/ 491 h 1037"/>
                  <a:gd name="T30" fmla="*/ 907 w 1047"/>
                  <a:gd name="T31" fmla="*/ 506 h 1037"/>
                  <a:gd name="T32" fmla="*/ 970 w 1047"/>
                  <a:gd name="T33" fmla="*/ 480 h 1037"/>
                  <a:gd name="T34" fmla="*/ 1020 w 1047"/>
                  <a:gd name="T35" fmla="*/ 429 h 1037"/>
                  <a:gd name="T36" fmla="*/ 1047 w 1047"/>
                  <a:gd name="T37" fmla="*/ 366 h 1037"/>
                  <a:gd name="T38" fmla="*/ 1021 w 1047"/>
                  <a:gd name="T39" fmla="*/ 303 h 1037"/>
                  <a:gd name="T40" fmla="*/ 744 w 1047"/>
                  <a:gd name="T41" fmla="*/ 26 h 1037"/>
                  <a:gd name="T42" fmla="*/ 601 w 1047"/>
                  <a:gd name="T43" fmla="*/ 943 h 1037"/>
                  <a:gd name="T44" fmla="*/ 575 w 1047"/>
                  <a:gd name="T45" fmla="*/ 965 h 1037"/>
                  <a:gd name="T46" fmla="*/ 566 w 1047"/>
                  <a:gd name="T47" fmla="*/ 966 h 1037"/>
                  <a:gd name="T48" fmla="*/ 542 w 1047"/>
                  <a:gd name="T49" fmla="*/ 955 h 1037"/>
                  <a:gd name="T50" fmla="*/ 87 w 1047"/>
                  <a:gd name="T51" fmla="*/ 505 h 1037"/>
                  <a:gd name="T52" fmla="*/ 77 w 1047"/>
                  <a:gd name="T53" fmla="*/ 473 h 1037"/>
                  <a:gd name="T54" fmla="*/ 98 w 1047"/>
                  <a:gd name="T55" fmla="*/ 447 h 1037"/>
                  <a:gd name="T56" fmla="*/ 320 w 1047"/>
                  <a:gd name="T57" fmla="*/ 358 h 1037"/>
                  <a:gd name="T58" fmla="*/ 770 w 1047"/>
                  <a:gd name="T59" fmla="*/ 520 h 1037"/>
                  <a:gd name="T60" fmla="*/ 601 w 1047"/>
                  <a:gd name="T61" fmla="*/ 943 h 1037"/>
                  <a:gd name="T62" fmla="*/ 970 w 1047"/>
                  <a:gd name="T63" fmla="*/ 378 h 1037"/>
                  <a:gd name="T64" fmla="*/ 919 w 1047"/>
                  <a:gd name="T65" fmla="*/ 429 h 1037"/>
                  <a:gd name="T66" fmla="*/ 894 w 1047"/>
                  <a:gd name="T67" fmla="*/ 429 h 1037"/>
                  <a:gd name="T68" fmla="*/ 831 w 1047"/>
                  <a:gd name="T69" fmla="*/ 366 h 1037"/>
                  <a:gd name="T70" fmla="*/ 780 w 1047"/>
                  <a:gd name="T71" fmla="*/ 494 h 1037"/>
                  <a:gd name="T72" fmla="*/ 784 w 1047"/>
                  <a:gd name="T73" fmla="*/ 483 h 1037"/>
                  <a:gd name="T74" fmla="*/ 468 w 1047"/>
                  <a:gd name="T75" fmla="*/ 350 h 1037"/>
                  <a:gd name="T76" fmla="*/ 376 w 1047"/>
                  <a:gd name="T77" fmla="*/ 336 h 1037"/>
                  <a:gd name="T78" fmla="*/ 679 w 1047"/>
                  <a:gd name="T79" fmla="*/ 214 h 1037"/>
                  <a:gd name="T80" fmla="*/ 618 w 1047"/>
                  <a:gd name="T81" fmla="*/ 153 h 1037"/>
                  <a:gd name="T82" fmla="*/ 618 w 1047"/>
                  <a:gd name="T83" fmla="*/ 128 h 1037"/>
                  <a:gd name="T84" fmla="*/ 669 w 1047"/>
                  <a:gd name="T85" fmla="*/ 77 h 1037"/>
                  <a:gd name="T86" fmla="*/ 694 w 1047"/>
                  <a:gd name="T87" fmla="*/ 77 h 1037"/>
                  <a:gd name="T88" fmla="*/ 970 w 1047"/>
                  <a:gd name="T89" fmla="*/ 353 h 1037"/>
                  <a:gd name="T90" fmla="*/ 970 w 1047"/>
                  <a:gd name="T91" fmla="*/ 378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7" h="1037">
                    <a:moveTo>
                      <a:pt x="744" y="26"/>
                    </a:moveTo>
                    <a:cubicBezTo>
                      <a:pt x="727" y="10"/>
                      <a:pt x="705" y="0"/>
                      <a:pt x="681" y="0"/>
                    </a:cubicBezTo>
                    <a:cubicBezTo>
                      <a:pt x="657" y="0"/>
                      <a:pt x="635" y="10"/>
                      <a:pt x="618" y="26"/>
                    </a:cubicBezTo>
                    <a:cubicBezTo>
                      <a:pt x="568" y="77"/>
                      <a:pt x="568" y="77"/>
                      <a:pt x="568" y="77"/>
                    </a:cubicBezTo>
                    <a:cubicBezTo>
                      <a:pt x="551" y="94"/>
                      <a:pt x="541" y="116"/>
                      <a:pt x="541" y="140"/>
                    </a:cubicBezTo>
                    <a:cubicBezTo>
                      <a:pt x="541" y="157"/>
                      <a:pt x="546" y="173"/>
                      <a:pt x="555" y="187"/>
                    </a:cubicBezTo>
                    <a:cubicBezTo>
                      <a:pt x="69" y="382"/>
                      <a:pt x="69" y="382"/>
                      <a:pt x="69" y="382"/>
                    </a:cubicBezTo>
                    <a:cubicBezTo>
                      <a:pt x="37" y="396"/>
                      <a:pt x="13" y="425"/>
                      <a:pt x="7" y="460"/>
                    </a:cubicBezTo>
                    <a:cubicBezTo>
                      <a:pt x="0" y="495"/>
                      <a:pt x="11" y="531"/>
                      <a:pt x="37" y="556"/>
                    </a:cubicBezTo>
                    <a:cubicBezTo>
                      <a:pt x="491" y="1006"/>
                      <a:pt x="491" y="1006"/>
                      <a:pt x="491" y="1006"/>
                    </a:cubicBezTo>
                    <a:cubicBezTo>
                      <a:pt x="511" y="1025"/>
                      <a:pt x="537" y="1036"/>
                      <a:pt x="565" y="1037"/>
                    </a:cubicBezTo>
                    <a:cubicBezTo>
                      <a:pt x="565" y="1037"/>
                      <a:pt x="567" y="1037"/>
                      <a:pt x="567" y="1037"/>
                    </a:cubicBezTo>
                    <a:cubicBezTo>
                      <a:pt x="575" y="1037"/>
                      <a:pt x="582" y="1036"/>
                      <a:pt x="589" y="1035"/>
                    </a:cubicBezTo>
                    <a:cubicBezTo>
                      <a:pt x="625" y="1027"/>
                      <a:pt x="654" y="1003"/>
                      <a:pt x="667" y="969"/>
                    </a:cubicBezTo>
                    <a:cubicBezTo>
                      <a:pt x="858" y="491"/>
                      <a:pt x="858" y="491"/>
                      <a:pt x="858" y="491"/>
                    </a:cubicBezTo>
                    <a:cubicBezTo>
                      <a:pt x="872" y="501"/>
                      <a:pt x="889" y="506"/>
                      <a:pt x="907" y="506"/>
                    </a:cubicBezTo>
                    <a:cubicBezTo>
                      <a:pt x="931" y="506"/>
                      <a:pt x="953" y="496"/>
                      <a:pt x="970" y="480"/>
                    </a:cubicBezTo>
                    <a:cubicBezTo>
                      <a:pt x="1020" y="429"/>
                      <a:pt x="1020" y="429"/>
                      <a:pt x="1020" y="429"/>
                    </a:cubicBezTo>
                    <a:cubicBezTo>
                      <a:pt x="1037" y="412"/>
                      <a:pt x="1047" y="390"/>
                      <a:pt x="1047" y="366"/>
                    </a:cubicBezTo>
                    <a:cubicBezTo>
                      <a:pt x="1047" y="342"/>
                      <a:pt x="1037" y="319"/>
                      <a:pt x="1021" y="303"/>
                    </a:cubicBezTo>
                    <a:lnTo>
                      <a:pt x="744" y="26"/>
                    </a:lnTo>
                    <a:close/>
                    <a:moveTo>
                      <a:pt x="601" y="943"/>
                    </a:moveTo>
                    <a:cubicBezTo>
                      <a:pt x="596" y="954"/>
                      <a:pt x="586" y="962"/>
                      <a:pt x="575" y="965"/>
                    </a:cubicBezTo>
                    <a:cubicBezTo>
                      <a:pt x="572" y="965"/>
                      <a:pt x="569" y="966"/>
                      <a:pt x="566" y="966"/>
                    </a:cubicBezTo>
                    <a:cubicBezTo>
                      <a:pt x="557" y="965"/>
                      <a:pt x="549" y="962"/>
                      <a:pt x="542" y="955"/>
                    </a:cubicBezTo>
                    <a:cubicBezTo>
                      <a:pt x="87" y="505"/>
                      <a:pt x="87" y="505"/>
                      <a:pt x="87" y="505"/>
                    </a:cubicBezTo>
                    <a:cubicBezTo>
                      <a:pt x="79" y="497"/>
                      <a:pt x="75" y="485"/>
                      <a:pt x="77" y="473"/>
                    </a:cubicBezTo>
                    <a:cubicBezTo>
                      <a:pt x="79" y="462"/>
                      <a:pt x="87" y="452"/>
                      <a:pt x="98" y="447"/>
                    </a:cubicBezTo>
                    <a:cubicBezTo>
                      <a:pt x="320" y="358"/>
                      <a:pt x="320" y="358"/>
                      <a:pt x="320" y="358"/>
                    </a:cubicBezTo>
                    <a:cubicBezTo>
                      <a:pt x="470" y="408"/>
                      <a:pt x="620" y="360"/>
                      <a:pt x="770" y="520"/>
                    </a:cubicBezTo>
                    <a:lnTo>
                      <a:pt x="601" y="943"/>
                    </a:lnTo>
                    <a:close/>
                    <a:moveTo>
                      <a:pt x="970" y="378"/>
                    </a:moveTo>
                    <a:cubicBezTo>
                      <a:pt x="919" y="429"/>
                      <a:pt x="919" y="429"/>
                      <a:pt x="919" y="429"/>
                    </a:cubicBezTo>
                    <a:cubicBezTo>
                      <a:pt x="912" y="436"/>
                      <a:pt x="901" y="436"/>
                      <a:pt x="894" y="429"/>
                    </a:cubicBezTo>
                    <a:cubicBezTo>
                      <a:pt x="831" y="366"/>
                      <a:pt x="831" y="366"/>
                      <a:pt x="831" y="366"/>
                    </a:cubicBezTo>
                    <a:cubicBezTo>
                      <a:pt x="780" y="494"/>
                      <a:pt x="780" y="494"/>
                      <a:pt x="780" y="494"/>
                    </a:cubicBezTo>
                    <a:cubicBezTo>
                      <a:pt x="784" y="483"/>
                      <a:pt x="784" y="483"/>
                      <a:pt x="784" y="483"/>
                    </a:cubicBezTo>
                    <a:cubicBezTo>
                      <a:pt x="676" y="376"/>
                      <a:pt x="567" y="362"/>
                      <a:pt x="468" y="350"/>
                    </a:cubicBezTo>
                    <a:cubicBezTo>
                      <a:pt x="437" y="346"/>
                      <a:pt x="406" y="342"/>
                      <a:pt x="376" y="336"/>
                    </a:cubicBezTo>
                    <a:cubicBezTo>
                      <a:pt x="679" y="214"/>
                      <a:pt x="679" y="214"/>
                      <a:pt x="679" y="214"/>
                    </a:cubicBezTo>
                    <a:cubicBezTo>
                      <a:pt x="618" y="153"/>
                      <a:pt x="618" y="153"/>
                      <a:pt x="618" y="153"/>
                    </a:cubicBezTo>
                    <a:cubicBezTo>
                      <a:pt x="611" y="146"/>
                      <a:pt x="611" y="135"/>
                      <a:pt x="618" y="128"/>
                    </a:cubicBezTo>
                    <a:cubicBezTo>
                      <a:pt x="669" y="77"/>
                      <a:pt x="669" y="77"/>
                      <a:pt x="669" y="77"/>
                    </a:cubicBezTo>
                    <a:cubicBezTo>
                      <a:pt x="676" y="70"/>
                      <a:pt x="687" y="70"/>
                      <a:pt x="694" y="77"/>
                    </a:cubicBezTo>
                    <a:cubicBezTo>
                      <a:pt x="970" y="353"/>
                      <a:pt x="970" y="353"/>
                      <a:pt x="970" y="353"/>
                    </a:cubicBezTo>
                    <a:cubicBezTo>
                      <a:pt x="977" y="360"/>
                      <a:pt x="977" y="372"/>
                      <a:pt x="970" y="37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sp>
            <p:nvSpPr>
              <p:cNvPr id="56" name="Freeform 6"/>
              <p:cNvSpPr>
                <a:spLocks noEditPoints="1"/>
              </p:cNvSpPr>
              <p:nvPr/>
            </p:nvSpPr>
            <p:spPr bwMode="auto">
              <a:xfrm>
                <a:off x="1536700" y="-311150"/>
                <a:ext cx="669925" cy="673100"/>
              </a:xfrm>
              <a:custGeom>
                <a:avLst/>
                <a:gdLst>
                  <a:gd name="T0" fmla="*/ 89 w 178"/>
                  <a:gd name="T1" fmla="*/ 179 h 179"/>
                  <a:gd name="T2" fmla="*/ 178 w 178"/>
                  <a:gd name="T3" fmla="*/ 89 h 179"/>
                  <a:gd name="T4" fmla="*/ 89 w 178"/>
                  <a:gd name="T5" fmla="*/ 0 h 179"/>
                  <a:gd name="T6" fmla="*/ 0 w 178"/>
                  <a:gd name="T7" fmla="*/ 89 h 179"/>
                  <a:gd name="T8" fmla="*/ 89 w 178"/>
                  <a:gd name="T9" fmla="*/ 179 h 179"/>
                  <a:gd name="T10" fmla="*/ 89 w 178"/>
                  <a:gd name="T11" fmla="*/ 36 h 179"/>
                  <a:gd name="T12" fmla="*/ 143 w 178"/>
                  <a:gd name="T13" fmla="*/ 89 h 179"/>
                  <a:gd name="T14" fmla="*/ 89 w 178"/>
                  <a:gd name="T15" fmla="*/ 143 h 179"/>
                  <a:gd name="T16" fmla="*/ 35 w 178"/>
                  <a:gd name="T17" fmla="*/ 89 h 179"/>
                  <a:gd name="T18" fmla="*/ 89 w 178"/>
                  <a:gd name="T19" fmla="*/ 3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8" h="179">
                    <a:moveTo>
                      <a:pt x="89" y="179"/>
                    </a:moveTo>
                    <a:cubicBezTo>
                      <a:pt x="138" y="179"/>
                      <a:pt x="178" y="139"/>
                      <a:pt x="178" y="89"/>
                    </a:cubicBezTo>
                    <a:cubicBezTo>
                      <a:pt x="178" y="40"/>
                      <a:pt x="138" y="0"/>
                      <a:pt x="89" y="0"/>
                    </a:cubicBezTo>
                    <a:cubicBezTo>
                      <a:pt x="40" y="0"/>
                      <a:pt x="0" y="40"/>
                      <a:pt x="0" y="89"/>
                    </a:cubicBezTo>
                    <a:cubicBezTo>
                      <a:pt x="0" y="139"/>
                      <a:pt x="40" y="179"/>
                      <a:pt x="89" y="179"/>
                    </a:cubicBezTo>
                    <a:close/>
                    <a:moveTo>
                      <a:pt x="89" y="36"/>
                    </a:moveTo>
                    <a:cubicBezTo>
                      <a:pt x="119" y="36"/>
                      <a:pt x="143" y="60"/>
                      <a:pt x="143" y="89"/>
                    </a:cubicBezTo>
                    <a:cubicBezTo>
                      <a:pt x="143" y="119"/>
                      <a:pt x="119" y="143"/>
                      <a:pt x="89" y="143"/>
                    </a:cubicBezTo>
                    <a:cubicBezTo>
                      <a:pt x="59" y="143"/>
                      <a:pt x="35" y="119"/>
                      <a:pt x="35" y="89"/>
                    </a:cubicBezTo>
                    <a:cubicBezTo>
                      <a:pt x="35" y="60"/>
                      <a:pt x="59" y="36"/>
                      <a:pt x="89" y="3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sp>
            <p:nvSpPr>
              <p:cNvPr id="57" name="Freeform 7"/>
              <p:cNvSpPr>
                <a:spLocks noEditPoints="1"/>
              </p:cNvSpPr>
              <p:nvPr/>
            </p:nvSpPr>
            <p:spPr bwMode="auto">
              <a:xfrm>
                <a:off x="3282950" y="-2462213"/>
                <a:ext cx="673100" cy="673100"/>
              </a:xfrm>
              <a:custGeom>
                <a:avLst/>
                <a:gdLst>
                  <a:gd name="T0" fmla="*/ 90 w 179"/>
                  <a:gd name="T1" fmla="*/ 0 h 179"/>
                  <a:gd name="T2" fmla="*/ 0 w 179"/>
                  <a:gd name="T3" fmla="*/ 89 h 179"/>
                  <a:gd name="T4" fmla="*/ 90 w 179"/>
                  <a:gd name="T5" fmla="*/ 179 h 179"/>
                  <a:gd name="T6" fmla="*/ 179 w 179"/>
                  <a:gd name="T7" fmla="*/ 89 h 179"/>
                  <a:gd name="T8" fmla="*/ 90 w 179"/>
                  <a:gd name="T9" fmla="*/ 0 h 179"/>
                  <a:gd name="T10" fmla="*/ 90 w 179"/>
                  <a:gd name="T11" fmla="*/ 143 h 179"/>
                  <a:gd name="T12" fmla="*/ 36 w 179"/>
                  <a:gd name="T13" fmla="*/ 89 h 179"/>
                  <a:gd name="T14" fmla="*/ 90 w 179"/>
                  <a:gd name="T15" fmla="*/ 36 h 179"/>
                  <a:gd name="T16" fmla="*/ 143 w 179"/>
                  <a:gd name="T17" fmla="*/ 89 h 179"/>
                  <a:gd name="T18" fmla="*/ 90 w 179"/>
                  <a:gd name="T19" fmla="*/ 14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9" h="179">
                    <a:moveTo>
                      <a:pt x="90" y="0"/>
                    </a:moveTo>
                    <a:cubicBezTo>
                      <a:pt x="40" y="0"/>
                      <a:pt x="0" y="40"/>
                      <a:pt x="0" y="89"/>
                    </a:cubicBezTo>
                    <a:cubicBezTo>
                      <a:pt x="0" y="139"/>
                      <a:pt x="40" y="179"/>
                      <a:pt x="90" y="179"/>
                    </a:cubicBezTo>
                    <a:cubicBezTo>
                      <a:pt x="139" y="179"/>
                      <a:pt x="179" y="139"/>
                      <a:pt x="179" y="89"/>
                    </a:cubicBezTo>
                    <a:cubicBezTo>
                      <a:pt x="179" y="40"/>
                      <a:pt x="139" y="0"/>
                      <a:pt x="90" y="0"/>
                    </a:cubicBezTo>
                    <a:close/>
                    <a:moveTo>
                      <a:pt x="90" y="143"/>
                    </a:moveTo>
                    <a:cubicBezTo>
                      <a:pt x="60" y="143"/>
                      <a:pt x="36" y="119"/>
                      <a:pt x="36" y="89"/>
                    </a:cubicBezTo>
                    <a:cubicBezTo>
                      <a:pt x="36" y="60"/>
                      <a:pt x="60" y="36"/>
                      <a:pt x="90" y="36"/>
                    </a:cubicBezTo>
                    <a:cubicBezTo>
                      <a:pt x="119" y="36"/>
                      <a:pt x="143" y="60"/>
                      <a:pt x="143" y="89"/>
                    </a:cubicBezTo>
                    <a:cubicBezTo>
                      <a:pt x="143" y="119"/>
                      <a:pt x="119" y="143"/>
                      <a:pt x="90" y="14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sp>
            <p:nvSpPr>
              <p:cNvPr id="58" name="Freeform 8"/>
              <p:cNvSpPr>
                <a:spLocks noEditPoints="1"/>
              </p:cNvSpPr>
              <p:nvPr/>
            </p:nvSpPr>
            <p:spPr bwMode="auto">
              <a:xfrm>
                <a:off x="728662" y="-446088"/>
                <a:ext cx="538163" cy="536575"/>
              </a:xfrm>
              <a:custGeom>
                <a:avLst/>
                <a:gdLst>
                  <a:gd name="T0" fmla="*/ 0 w 143"/>
                  <a:gd name="T1" fmla="*/ 72 h 143"/>
                  <a:gd name="T2" fmla="*/ 72 w 143"/>
                  <a:gd name="T3" fmla="*/ 143 h 143"/>
                  <a:gd name="T4" fmla="*/ 143 w 143"/>
                  <a:gd name="T5" fmla="*/ 72 h 143"/>
                  <a:gd name="T6" fmla="*/ 72 w 143"/>
                  <a:gd name="T7" fmla="*/ 0 h 143"/>
                  <a:gd name="T8" fmla="*/ 0 w 143"/>
                  <a:gd name="T9" fmla="*/ 72 h 143"/>
                  <a:gd name="T10" fmla="*/ 72 w 143"/>
                  <a:gd name="T11" fmla="*/ 36 h 143"/>
                  <a:gd name="T12" fmla="*/ 107 w 143"/>
                  <a:gd name="T13" fmla="*/ 72 h 143"/>
                  <a:gd name="T14" fmla="*/ 72 w 143"/>
                  <a:gd name="T15" fmla="*/ 108 h 143"/>
                  <a:gd name="T16" fmla="*/ 36 w 143"/>
                  <a:gd name="T17" fmla="*/ 72 h 143"/>
                  <a:gd name="T18" fmla="*/ 72 w 143"/>
                  <a:gd name="T19" fmla="*/ 3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3" h="143">
                    <a:moveTo>
                      <a:pt x="0" y="72"/>
                    </a:moveTo>
                    <a:cubicBezTo>
                      <a:pt x="0" y="111"/>
                      <a:pt x="32" y="143"/>
                      <a:pt x="72" y="143"/>
                    </a:cubicBezTo>
                    <a:cubicBezTo>
                      <a:pt x="111" y="143"/>
                      <a:pt x="143" y="111"/>
                      <a:pt x="143" y="72"/>
                    </a:cubicBezTo>
                    <a:cubicBezTo>
                      <a:pt x="143" y="32"/>
                      <a:pt x="111" y="0"/>
                      <a:pt x="72" y="0"/>
                    </a:cubicBezTo>
                    <a:cubicBezTo>
                      <a:pt x="32" y="0"/>
                      <a:pt x="0" y="32"/>
                      <a:pt x="0" y="72"/>
                    </a:cubicBezTo>
                    <a:close/>
                    <a:moveTo>
                      <a:pt x="72" y="36"/>
                    </a:moveTo>
                    <a:cubicBezTo>
                      <a:pt x="91" y="36"/>
                      <a:pt x="107" y="52"/>
                      <a:pt x="107" y="72"/>
                    </a:cubicBezTo>
                    <a:cubicBezTo>
                      <a:pt x="107" y="92"/>
                      <a:pt x="91" y="108"/>
                      <a:pt x="72" y="108"/>
                    </a:cubicBezTo>
                    <a:cubicBezTo>
                      <a:pt x="52" y="108"/>
                      <a:pt x="36" y="92"/>
                      <a:pt x="36" y="72"/>
                    </a:cubicBezTo>
                    <a:cubicBezTo>
                      <a:pt x="36" y="52"/>
                      <a:pt x="52" y="36"/>
                      <a:pt x="72" y="3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sp>
            <p:nvSpPr>
              <p:cNvPr id="59" name="Oval 9"/>
              <p:cNvSpPr>
                <a:spLocks noChangeArrowheads="1"/>
              </p:cNvSpPr>
              <p:nvPr/>
            </p:nvSpPr>
            <p:spPr bwMode="auto">
              <a:xfrm>
                <a:off x="1266825" y="496888"/>
                <a:ext cx="269875" cy="266700"/>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sp>
            <p:nvSpPr>
              <p:cNvPr id="60" name="Oval 10"/>
              <p:cNvSpPr>
                <a:spLocks noChangeArrowheads="1"/>
              </p:cNvSpPr>
              <p:nvPr/>
            </p:nvSpPr>
            <p:spPr bwMode="auto">
              <a:xfrm>
                <a:off x="3417887" y="-1522413"/>
                <a:ext cx="269875" cy="271463"/>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grpSp>
      </p:grpSp>
      <p:grpSp>
        <p:nvGrpSpPr>
          <p:cNvPr id="61" name="Group 60"/>
          <p:cNvGrpSpPr/>
          <p:nvPr/>
        </p:nvGrpSpPr>
        <p:grpSpPr>
          <a:xfrm>
            <a:off x="8616064" y="3531645"/>
            <a:ext cx="901768" cy="901768"/>
            <a:chOff x="7644430" y="5126403"/>
            <a:chExt cx="901768" cy="901768"/>
          </a:xfrm>
        </p:grpSpPr>
        <p:sp>
          <p:nvSpPr>
            <p:cNvPr id="62" name="Oval 61"/>
            <p:cNvSpPr/>
            <p:nvPr/>
          </p:nvSpPr>
          <p:spPr>
            <a:xfrm>
              <a:off x="7644430" y="5126403"/>
              <a:ext cx="901768" cy="90176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63" name="Freeform 14"/>
            <p:cNvSpPr>
              <a:spLocks noEditPoints="1"/>
            </p:cNvSpPr>
            <p:nvPr/>
          </p:nvSpPr>
          <p:spPr bwMode="auto">
            <a:xfrm>
              <a:off x="7919646" y="5350076"/>
              <a:ext cx="426462" cy="426201"/>
            </a:xfrm>
            <a:custGeom>
              <a:avLst/>
              <a:gdLst>
                <a:gd name="T0" fmla="*/ 434 w 688"/>
                <a:gd name="T1" fmla="*/ 77 h 688"/>
                <a:gd name="T2" fmla="*/ 284 w 688"/>
                <a:gd name="T3" fmla="*/ 194 h 688"/>
                <a:gd name="T4" fmla="*/ 175 w 688"/>
                <a:gd name="T5" fmla="*/ 194 h 688"/>
                <a:gd name="T6" fmla="*/ 0 w 688"/>
                <a:gd name="T7" fmla="*/ 301 h 688"/>
                <a:gd name="T8" fmla="*/ 129 w 688"/>
                <a:gd name="T9" fmla="*/ 452 h 688"/>
                <a:gd name="T10" fmla="*/ 172 w 688"/>
                <a:gd name="T11" fmla="*/ 688 h 688"/>
                <a:gd name="T12" fmla="*/ 301 w 688"/>
                <a:gd name="T13" fmla="*/ 645 h 688"/>
                <a:gd name="T14" fmla="*/ 279 w 688"/>
                <a:gd name="T15" fmla="*/ 581 h 688"/>
                <a:gd name="T16" fmla="*/ 280 w 688"/>
                <a:gd name="T17" fmla="*/ 429 h 688"/>
                <a:gd name="T18" fmla="*/ 283 w 688"/>
                <a:gd name="T19" fmla="*/ 418 h 688"/>
                <a:gd name="T20" fmla="*/ 290 w 688"/>
                <a:gd name="T21" fmla="*/ 412 h 688"/>
                <a:gd name="T22" fmla="*/ 296 w 688"/>
                <a:gd name="T23" fmla="*/ 410 h 688"/>
                <a:gd name="T24" fmla="*/ 434 w 688"/>
                <a:gd name="T25" fmla="*/ 525 h 688"/>
                <a:gd name="T26" fmla="*/ 688 w 688"/>
                <a:gd name="T27" fmla="*/ 301 h 688"/>
                <a:gd name="T28" fmla="*/ 430 w 688"/>
                <a:gd name="T29" fmla="*/ 301 h 688"/>
                <a:gd name="T30" fmla="*/ 495 w 688"/>
                <a:gd name="T31" fmla="*/ 237 h 688"/>
                <a:gd name="T32" fmla="*/ 495 w 688"/>
                <a:gd name="T33" fmla="*/ 366 h 688"/>
                <a:gd name="T34" fmla="*/ 430 w 688"/>
                <a:gd name="T35" fmla="*/ 301 h 688"/>
                <a:gd name="T36" fmla="*/ 86 w 688"/>
                <a:gd name="T37" fmla="*/ 237 h 688"/>
                <a:gd name="T38" fmla="*/ 215 w 688"/>
                <a:gd name="T39" fmla="*/ 301 h 688"/>
                <a:gd name="T40" fmla="*/ 86 w 688"/>
                <a:gd name="T41" fmla="*/ 366 h 688"/>
                <a:gd name="T42" fmla="*/ 258 w 688"/>
                <a:gd name="T43" fmla="*/ 645 h 688"/>
                <a:gd name="T44" fmla="*/ 172 w 688"/>
                <a:gd name="T45" fmla="*/ 452 h 688"/>
                <a:gd name="T46" fmla="*/ 175 w 688"/>
                <a:gd name="T47" fmla="*/ 409 h 688"/>
                <a:gd name="T48" fmla="*/ 240 w 688"/>
                <a:gd name="T49" fmla="*/ 409 h 688"/>
                <a:gd name="T50" fmla="*/ 236 w 688"/>
                <a:gd name="T51" fmla="*/ 581 h 688"/>
                <a:gd name="T52" fmla="*/ 258 w 688"/>
                <a:gd name="T53" fmla="*/ 627 h 688"/>
                <a:gd name="T54" fmla="*/ 284 w 688"/>
                <a:gd name="T55" fmla="*/ 366 h 688"/>
                <a:gd name="T56" fmla="*/ 280 w 688"/>
                <a:gd name="T57" fmla="*/ 366 h 688"/>
                <a:gd name="T58" fmla="*/ 280 w 688"/>
                <a:gd name="T59" fmla="*/ 237 h 688"/>
                <a:gd name="T60" fmla="*/ 396 w 688"/>
                <a:gd name="T61" fmla="*/ 193 h 688"/>
                <a:gd name="T62" fmla="*/ 396 w 688"/>
                <a:gd name="T63" fmla="*/ 409 h 688"/>
                <a:gd name="T64" fmla="*/ 538 w 688"/>
                <a:gd name="T65" fmla="*/ 559 h 688"/>
                <a:gd name="T66" fmla="*/ 495 w 688"/>
                <a:gd name="T67" fmla="*/ 409 h 688"/>
                <a:gd name="T68" fmla="*/ 495 w 688"/>
                <a:gd name="T69" fmla="*/ 194 h 688"/>
                <a:gd name="T70" fmla="*/ 538 w 688"/>
                <a:gd name="T71" fmla="*/ 43 h 688"/>
                <a:gd name="T72" fmla="*/ 538 w 688"/>
                <a:gd name="T73" fmla="*/ 559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688">
                  <a:moveTo>
                    <a:pt x="538" y="0"/>
                  </a:moveTo>
                  <a:cubicBezTo>
                    <a:pt x="493" y="0"/>
                    <a:pt x="459" y="30"/>
                    <a:pt x="434" y="77"/>
                  </a:cubicBezTo>
                  <a:cubicBezTo>
                    <a:pt x="433" y="77"/>
                    <a:pt x="433" y="77"/>
                    <a:pt x="433" y="77"/>
                  </a:cubicBezTo>
                  <a:cubicBezTo>
                    <a:pt x="397" y="148"/>
                    <a:pt x="343" y="194"/>
                    <a:pt x="284" y="194"/>
                  </a:cubicBezTo>
                  <a:cubicBezTo>
                    <a:pt x="270" y="194"/>
                    <a:pt x="270" y="194"/>
                    <a:pt x="270" y="194"/>
                  </a:cubicBezTo>
                  <a:cubicBezTo>
                    <a:pt x="175" y="194"/>
                    <a:pt x="175" y="194"/>
                    <a:pt x="175" y="194"/>
                  </a:cubicBezTo>
                  <a:cubicBezTo>
                    <a:pt x="86" y="194"/>
                    <a:pt x="86" y="194"/>
                    <a:pt x="86" y="194"/>
                  </a:cubicBezTo>
                  <a:cubicBezTo>
                    <a:pt x="38" y="194"/>
                    <a:pt x="0" y="241"/>
                    <a:pt x="0" y="301"/>
                  </a:cubicBezTo>
                  <a:cubicBezTo>
                    <a:pt x="0" y="361"/>
                    <a:pt x="38" y="409"/>
                    <a:pt x="86" y="409"/>
                  </a:cubicBezTo>
                  <a:cubicBezTo>
                    <a:pt x="110" y="409"/>
                    <a:pt x="129" y="428"/>
                    <a:pt x="129" y="452"/>
                  </a:cubicBezTo>
                  <a:cubicBezTo>
                    <a:pt x="129" y="645"/>
                    <a:pt x="129" y="645"/>
                    <a:pt x="129" y="645"/>
                  </a:cubicBezTo>
                  <a:cubicBezTo>
                    <a:pt x="129" y="669"/>
                    <a:pt x="148" y="688"/>
                    <a:pt x="172" y="688"/>
                  </a:cubicBezTo>
                  <a:cubicBezTo>
                    <a:pt x="258" y="688"/>
                    <a:pt x="258" y="688"/>
                    <a:pt x="258" y="688"/>
                  </a:cubicBezTo>
                  <a:cubicBezTo>
                    <a:pt x="282" y="688"/>
                    <a:pt x="301" y="669"/>
                    <a:pt x="301" y="645"/>
                  </a:cubicBezTo>
                  <a:cubicBezTo>
                    <a:pt x="301" y="624"/>
                    <a:pt x="301" y="624"/>
                    <a:pt x="301" y="624"/>
                  </a:cubicBezTo>
                  <a:cubicBezTo>
                    <a:pt x="301" y="602"/>
                    <a:pt x="279" y="592"/>
                    <a:pt x="279" y="581"/>
                  </a:cubicBezTo>
                  <a:cubicBezTo>
                    <a:pt x="279" y="430"/>
                    <a:pt x="279" y="430"/>
                    <a:pt x="279" y="430"/>
                  </a:cubicBezTo>
                  <a:cubicBezTo>
                    <a:pt x="279" y="429"/>
                    <a:pt x="280" y="429"/>
                    <a:pt x="280" y="429"/>
                  </a:cubicBezTo>
                  <a:cubicBezTo>
                    <a:pt x="280" y="426"/>
                    <a:pt x="281" y="423"/>
                    <a:pt x="282" y="420"/>
                  </a:cubicBezTo>
                  <a:cubicBezTo>
                    <a:pt x="283" y="419"/>
                    <a:pt x="283" y="419"/>
                    <a:pt x="283" y="418"/>
                  </a:cubicBezTo>
                  <a:cubicBezTo>
                    <a:pt x="285" y="416"/>
                    <a:pt x="287" y="414"/>
                    <a:pt x="290" y="412"/>
                  </a:cubicBezTo>
                  <a:cubicBezTo>
                    <a:pt x="290" y="412"/>
                    <a:pt x="290" y="412"/>
                    <a:pt x="290" y="412"/>
                  </a:cubicBezTo>
                  <a:cubicBezTo>
                    <a:pt x="290" y="412"/>
                    <a:pt x="290" y="412"/>
                    <a:pt x="291" y="412"/>
                  </a:cubicBezTo>
                  <a:cubicBezTo>
                    <a:pt x="292" y="411"/>
                    <a:pt x="294" y="410"/>
                    <a:pt x="296" y="410"/>
                  </a:cubicBezTo>
                  <a:cubicBezTo>
                    <a:pt x="350" y="416"/>
                    <a:pt x="400" y="459"/>
                    <a:pt x="433" y="525"/>
                  </a:cubicBezTo>
                  <a:cubicBezTo>
                    <a:pt x="434" y="525"/>
                    <a:pt x="434" y="525"/>
                    <a:pt x="434" y="525"/>
                  </a:cubicBezTo>
                  <a:cubicBezTo>
                    <a:pt x="459" y="572"/>
                    <a:pt x="493" y="602"/>
                    <a:pt x="538" y="602"/>
                  </a:cubicBezTo>
                  <a:cubicBezTo>
                    <a:pt x="636" y="602"/>
                    <a:pt x="688" y="451"/>
                    <a:pt x="688" y="301"/>
                  </a:cubicBezTo>
                  <a:cubicBezTo>
                    <a:pt x="688" y="151"/>
                    <a:pt x="636" y="0"/>
                    <a:pt x="538" y="0"/>
                  </a:cubicBezTo>
                  <a:close/>
                  <a:moveTo>
                    <a:pt x="430" y="301"/>
                  </a:moveTo>
                  <a:cubicBezTo>
                    <a:pt x="430" y="279"/>
                    <a:pt x="431" y="257"/>
                    <a:pt x="434" y="237"/>
                  </a:cubicBezTo>
                  <a:cubicBezTo>
                    <a:pt x="495" y="237"/>
                    <a:pt x="495" y="237"/>
                    <a:pt x="495" y="237"/>
                  </a:cubicBezTo>
                  <a:cubicBezTo>
                    <a:pt x="518" y="237"/>
                    <a:pt x="538" y="265"/>
                    <a:pt x="538" y="301"/>
                  </a:cubicBezTo>
                  <a:cubicBezTo>
                    <a:pt x="538" y="337"/>
                    <a:pt x="518" y="366"/>
                    <a:pt x="495" y="366"/>
                  </a:cubicBezTo>
                  <a:cubicBezTo>
                    <a:pt x="434" y="366"/>
                    <a:pt x="434" y="366"/>
                    <a:pt x="434" y="366"/>
                  </a:cubicBezTo>
                  <a:cubicBezTo>
                    <a:pt x="431" y="345"/>
                    <a:pt x="430" y="323"/>
                    <a:pt x="430" y="301"/>
                  </a:cubicBezTo>
                  <a:close/>
                  <a:moveTo>
                    <a:pt x="43" y="301"/>
                  </a:moveTo>
                  <a:cubicBezTo>
                    <a:pt x="43" y="265"/>
                    <a:pt x="62" y="237"/>
                    <a:pt x="86" y="237"/>
                  </a:cubicBezTo>
                  <a:cubicBezTo>
                    <a:pt x="237" y="237"/>
                    <a:pt x="237" y="237"/>
                    <a:pt x="237" y="237"/>
                  </a:cubicBezTo>
                  <a:cubicBezTo>
                    <a:pt x="223" y="252"/>
                    <a:pt x="215" y="275"/>
                    <a:pt x="215" y="301"/>
                  </a:cubicBezTo>
                  <a:cubicBezTo>
                    <a:pt x="215" y="327"/>
                    <a:pt x="223" y="350"/>
                    <a:pt x="237" y="366"/>
                  </a:cubicBezTo>
                  <a:cubicBezTo>
                    <a:pt x="86" y="366"/>
                    <a:pt x="86" y="366"/>
                    <a:pt x="86" y="366"/>
                  </a:cubicBezTo>
                  <a:cubicBezTo>
                    <a:pt x="62" y="366"/>
                    <a:pt x="43" y="337"/>
                    <a:pt x="43" y="301"/>
                  </a:cubicBezTo>
                  <a:close/>
                  <a:moveTo>
                    <a:pt x="258" y="645"/>
                  </a:moveTo>
                  <a:cubicBezTo>
                    <a:pt x="172" y="645"/>
                    <a:pt x="172" y="645"/>
                    <a:pt x="172" y="645"/>
                  </a:cubicBezTo>
                  <a:cubicBezTo>
                    <a:pt x="172" y="452"/>
                    <a:pt x="172" y="452"/>
                    <a:pt x="172" y="452"/>
                  </a:cubicBezTo>
                  <a:cubicBezTo>
                    <a:pt x="172" y="436"/>
                    <a:pt x="168" y="421"/>
                    <a:pt x="160" y="409"/>
                  </a:cubicBezTo>
                  <a:cubicBezTo>
                    <a:pt x="175" y="409"/>
                    <a:pt x="175" y="409"/>
                    <a:pt x="175" y="409"/>
                  </a:cubicBezTo>
                  <a:cubicBezTo>
                    <a:pt x="175" y="409"/>
                    <a:pt x="175" y="409"/>
                    <a:pt x="175" y="409"/>
                  </a:cubicBezTo>
                  <a:cubicBezTo>
                    <a:pt x="240" y="409"/>
                    <a:pt x="240" y="409"/>
                    <a:pt x="240" y="409"/>
                  </a:cubicBezTo>
                  <a:cubicBezTo>
                    <a:pt x="238" y="415"/>
                    <a:pt x="236" y="423"/>
                    <a:pt x="236" y="430"/>
                  </a:cubicBezTo>
                  <a:cubicBezTo>
                    <a:pt x="236" y="581"/>
                    <a:pt x="236" y="581"/>
                    <a:pt x="236" y="581"/>
                  </a:cubicBezTo>
                  <a:cubicBezTo>
                    <a:pt x="236" y="601"/>
                    <a:pt x="248" y="615"/>
                    <a:pt x="255" y="623"/>
                  </a:cubicBezTo>
                  <a:cubicBezTo>
                    <a:pt x="256" y="624"/>
                    <a:pt x="257" y="626"/>
                    <a:pt x="258" y="627"/>
                  </a:cubicBezTo>
                  <a:lnTo>
                    <a:pt x="258" y="645"/>
                  </a:lnTo>
                  <a:close/>
                  <a:moveTo>
                    <a:pt x="284" y="366"/>
                  </a:moveTo>
                  <a:cubicBezTo>
                    <a:pt x="280" y="366"/>
                    <a:pt x="280" y="366"/>
                    <a:pt x="280" y="366"/>
                  </a:cubicBezTo>
                  <a:cubicBezTo>
                    <a:pt x="280" y="366"/>
                    <a:pt x="280" y="366"/>
                    <a:pt x="280" y="366"/>
                  </a:cubicBezTo>
                  <a:cubicBezTo>
                    <a:pt x="256" y="366"/>
                    <a:pt x="237" y="337"/>
                    <a:pt x="237" y="301"/>
                  </a:cubicBezTo>
                  <a:cubicBezTo>
                    <a:pt x="237" y="265"/>
                    <a:pt x="256" y="237"/>
                    <a:pt x="280" y="237"/>
                  </a:cubicBezTo>
                  <a:cubicBezTo>
                    <a:pt x="284" y="237"/>
                    <a:pt x="284" y="237"/>
                    <a:pt x="284" y="237"/>
                  </a:cubicBezTo>
                  <a:cubicBezTo>
                    <a:pt x="325" y="237"/>
                    <a:pt x="363" y="221"/>
                    <a:pt x="396" y="193"/>
                  </a:cubicBezTo>
                  <a:cubicBezTo>
                    <a:pt x="390" y="228"/>
                    <a:pt x="387" y="264"/>
                    <a:pt x="387" y="301"/>
                  </a:cubicBezTo>
                  <a:cubicBezTo>
                    <a:pt x="387" y="338"/>
                    <a:pt x="390" y="375"/>
                    <a:pt x="396" y="409"/>
                  </a:cubicBezTo>
                  <a:cubicBezTo>
                    <a:pt x="363" y="382"/>
                    <a:pt x="325" y="366"/>
                    <a:pt x="284" y="366"/>
                  </a:cubicBezTo>
                  <a:close/>
                  <a:moveTo>
                    <a:pt x="538" y="559"/>
                  </a:moveTo>
                  <a:cubicBezTo>
                    <a:pt x="494" y="559"/>
                    <a:pt x="457" y="497"/>
                    <a:pt x="440" y="409"/>
                  </a:cubicBezTo>
                  <a:cubicBezTo>
                    <a:pt x="495" y="409"/>
                    <a:pt x="495" y="409"/>
                    <a:pt x="495" y="409"/>
                  </a:cubicBezTo>
                  <a:cubicBezTo>
                    <a:pt x="543" y="409"/>
                    <a:pt x="581" y="361"/>
                    <a:pt x="581" y="301"/>
                  </a:cubicBezTo>
                  <a:cubicBezTo>
                    <a:pt x="581" y="241"/>
                    <a:pt x="543" y="194"/>
                    <a:pt x="495" y="194"/>
                  </a:cubicBezTo>
                  <a:cubicBezTo>
                    <a:pt x="440" y="194"/>
                    <a:pt x="440" y="194"/>
                    <a:pt x="440" y="194"/>
                  </a:cubicBezTo>
                  <a:cubicBezTo>
                    <a:pt x="457" y="105"/>
                    <a:pt x="494" y="43"/>
                    <a:pt x="538" y="43"/>
                  </a:cubicBezTo>
                  <a:cubicBezTo>
                    <a:pt x="597" y="43"/>
                    <a:pt x="645" y="159"/>
                    <a:pt x="645" y="301"/>
                  </a:cubicBezTo>
                  <a:cubicBezTo>
                    <a:pt x="645" y="443"/>
                    <a:pt x="597" y="559"/>
                    <a:pt x="538" y="55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grpSp>
      <p:cxnSp>
        <p:nvCxnSpPr>
          <p:cNvPr id="64" name="Straight Connector 63"/>
          <p:cNvCxnSpPr/>
          <p:nvPr/>
        </p:nvCxnSpPr>
        <p:spPr>
          <a:xfrm>
            <a:off x="3642203" y="2663972"/>
            <a:ext cx="582542" cy="0"/>
          </a:xfrm>
          <a:prstGeom prst="line">
            <a:avLst/>
          </a:prstGeom>
          <a:ln w="12700">
            <a:solidFill>
              <a:schemeClr val="bg1">
                <a:lumMod val="75000"/>
              </a:schemeClr>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4157" y="5120779"/>
            <a:ext cx="582542" cy="0"/>
          </a:xfrm>
          <a:prstGeom prst="line">
            <a:avLst/>
          </a:prstGeom>
          <a:ln w="12700">
            <a:solidFill>
              <a:schemeClr val="bg1">
                <a:lumMod val="75000"/>
              </a:schemeClr>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7960964" y="4003611"/>
            <a:ext cx="582542" cy="0"/>
          </a:xfrm>
          <a:prstGeom prst="line">
            <a:avLst/>
          </a:prstGeom>
          <a:ln w="12700">
            <a:solidFill>
              <a:schemeClr val="bg1">
                <a:lumMod val="75000"/>
              </a:schemeClr>
            </a:solidFill>
            <a:prstDash val="dash"/>
            <a:headEnd type="none"/>
            <a:tailEnd type="oval"/>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2670537" y="2209359"/>
            <a:ext cx="901768" cy="901768"/>
            <a:chOff x="2670537" y="2209359"/>
            <a:chExt cx="901768" cy="901768"/>
          </a:xfrm>
        </p:grpSpPr>
        <p:sp>
          <p:nvSpPr>
            <p:cNvPr id="27" name="Oval 26"/>
            <p:cNvSpPr/>
            <p:nvPr/>
          </p:nvSpPr>
          <p:spPr>
            <a:xfrm>
              <a:off x="2670537" y="2209359"/>
              <a:ext cx="901768" cy="9017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grpSp>
          <p:nvGrpSpPr>
            <p:cNvPr id="18" name="Group 17"/>
            <p:cNvGrpSpPr/>
            <p:nvPr/>
          </p:nvGrpSpPr>
          <p:grpSpPr>
            <a:xfrm>
              <a:off x="2939009" y="2416653"/>
              <a:ext cx="344442" cy="500499"/>
              <a:chOff x="-1587" y="-1587"/>
              <a:chExt cx="4211637" cy="6119812"/>
            </a:xfrm>
            <a:solidFill>
              <a:schemeClr val="bg1"/>
            </a:solidFill>
          </p:grpSpPr>
          <p:sp>
            <p:nvSpPr>
              <p:cNvPr id="19" name="Freeform 39"/>
              <p:cNvSpPr>
                <a:spLocks noEditPoints="1"/>
              </p:cNvSpPr>
              <p:nvPr/>
            </p:nvSpPr>
            <p:spPr bwMode="auto">
              <a:xfrm>
                <a:off x="-1587" y="-1587"/>
                <a:ext cx="4211637" cy="6119812"/>
              </a:xfrm>
              <a:custGeom>
                <a:avLst/>
                <a:gdLst>
                  <a:gd name="T0" fmla="*/ 560 w 1120"/>
                  <a:gd name="T1" fmla="*/ 0 h 1629"/>
                  <a:gd name="T2" fmla="*/ 0 w 1120"/>
                  <a:gd name="T3" fmla="*/ 560 h 1629"/>
                  <a:gd name="T4" fmla="*/ 256 w 1120"/>
                  <a:gd name="T5" fmla="*/ 1174 h 1629"/>
                  <a:gd name="T6" fmla="*/ 560 w 1120"/>
                  <a:gd name="T7" fmla="*/ 1629 h 1629"/>
                  <a:gd name="T8" fmla="*/ 864 w 1120"/>
                  <a:gd name="T9" fmla="*/ 1175 h 1629"/>
                  <a:gd name="T10" fmla="*/ 1120 w 1120"/>
                  <a:gd name="T11" fmla="*/ 560 h 1629"/>
                  <a:gd name="T12" fmla="*/ 560 w 1120"/>
                  <a:gd name="T13" fmla="*/ 0 h 1629"/>
                  <a:gd name="T14" fmla="*/ 692 w 1120"/>
                  <a:gd name="T15" fmla="*/ 1383 h 1629"/>
                  <a:gd name="T16" fmla="*/ 440 w 1120"/>
                  <a:gd name="T17" fmla="*/ 1415 h 1629"/>
                  <a:gd name="T18" fmla="*/ 409 w 1120"/>
                  <a:gd name="T19" fmla="*/ 1319 h 1629"/>
                  <a:gd name="T20" fmla="*/ 409 w 1120"/>
                  <a:gd name="T21" fmla="*/ 1317 h 1629"/>
                  <a:gd name="T22" fmla="*/ 724 w 1120"/>
                  <a:gd name="T23" fmla="*/ 1278 h 1629"/>
                  <a:gd name="T24" fmla="*/ 710 w 1120"/>
                  <a:gd name="T25" fmla="*/ 1323 h 1629"/>
                  <a:gd name="T26" fmla="*/ 692 w 1120"/>
                  <a:gd name="T27" fmla="*/ 1383 h 1629"/>
                  <a:gd name="T28" fmla="*/ 394 w 1120"/>
                  <a:gd name="T29" fmla="*/ 1268 h 1629"/>
                  <a:gd name="T30" fmla="*/ 363 w 1120"/>
                  <a:gd name="T31" fmla="*/ 1171 h 1629"/>
                  <a:gd name="T32" fmla="*/ 758 w 1120"/>
                  <a:gd name="T33" fmla="*/ 1171 h 1629"/>
                  <a:gd name="T34" fmla="*/ 740 w 1120"/>
                  <a:gd name="T35" fmla="*/ 1225 h 1629"/>
                  <a:gd name="T36" fmla="*/ 394 w 1120"/>
                  <a:gd name="T37" fmla="*/ 1268 h 1629"/>
                  <a:gd name="T38" fmla="*/ 560 w 1120"/>
                  <a:gd name="T39" fmla="*/ 1527 h 1629"/>
                  <a:gd name="T40" fmla="*/ 458 w 1120"/>
                  <a:gd name="T41" fmla="*/ 1464 h 1629"/>
                  <a:gd name="T42" fmla="*/ 674 w 1120"/>
                  <a:gd name="T43" fmla="*/ 1437 h 1629"/>
                  <a:gd name="T44" fmla="*/ 560 w 1120"/>
                  <a:gd name="T45" fmla="*/ 1527 h 1629"/>
                  <a:gd name="T46" fmla="*/ 798 w 1120"/>
                  <a:gd name="T47" fmla="*/ 1069 h 1629"/>
                  <a:gd name="T48" fmla="*/ 323 w 1120"/>
                  <a:gd name="T49" fmla="*/ 1069 h 1629"/>
                  <a:gd name="T50" fmla="*/ 237 w 1120"/>
                  <a:gd name="T51" fmla="*/ 905 h 1629"/>
                  <a:gd name="T52" fmla="*/ 102 w 1120"/>
                  <a:gd name="T53" fmla="*/ 560 h 1629"/>
                  <a:gd name="T54" fmla="*/ 560 w 1120"/>
                  <a:gd name="T55" fmla="*/ 102 h 1629"/>
                  <a:gd name="T56" fmla="*/ 1018 w 1120"/>
                  <a:gd name="T57" fmla="*/ 560 h 1629"/>
                  <a:gd name="T58" fmla="*/ 883 w 1120"/>
                  <a:gd name="T59" fmla="*/ 906 h 1629"/>
                  <a:gd name="T60" fmla="*/ 798 w 1120"/>
                  <a:gd name="T61" fmla="*/ 106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0" h="1629">
                    <a:moveTo>
                      <a:pt x="560" y="0"/>
                    </a:moveTo>
                    <a:cubicBezTo>
                      <a:pt x="251" y="0"/>
                      <a:pt x="0" y="251"/>
                      <a:pt x="0" y="560"/>
                    </a:cubicBezTo>
                    <a:cubicBezTo>
                      <a:pt x="0" y="765"/>
                      <a:pt x="188" y="983"/>
                      <a:pt x="256" y="1174"/>
                    </a:cubicBezTo>
                    <a:cubicBezTo>
                      <a:pt x="358" y="1459"/>
                      <a:pt x="347" y="1629"/>
                      <a:pt x="560" y="1629"/>
                    </a:cubicBezTo>
                    <a:cubicBezTo>
                      <a:pt x="776" y="1629"/>
                      <a:pt x="762" y="1459"/>
                      <a:pt x="864" y="1175"/>
                    </a:cubicBezTo>
                    <a:cubicBezTo>
                      <a:pt x="932" y="983"/>
                      <a:pt x="1120" y="764"/>
                      <a:pt x="1120" y="560"/>
                    </a:cubicBezTo>
                    <a:cubicBezTo>
                      <a:pt x="1120" y="251"/>
                      <a:pt x="869" y="0"/>
                      <a:pt x="560" y="0"/>
                    </a:cubicBezTo>
                    <a:close/>
                    <a:moveTo>
                      <a:pt x="692" y="1383"/>
                    </a:moveTo>
                    <a:cubicBezTo>
                      <a:pt x="440" y="1415"/>
                      <a:pt x="440" y="1415"/>
                      <a:pt x="440" y="1415"/>
                    </a:cubicBezTo>
                    <a:cubicBezTo>
                      <a:pt x="431" y="1389"/>
                      <a:pt x="421" y="1358"/>
                      <a:pt x="409" y="1319"/>
                    </a:cubicBezTo>
                    <a:cubicBezTo>
                      <a:pt x="409" y="1318"/>
                      <a:pt x="409" y="1318"/>
                      <a:pt x="409" y="1317"/>
                    </a:cubicBezTo>
                    <a:cubicBezTo>
                      <a:pt x="724" y="1278"/>
                      <a:pt x="724" y="1278"/>
                      <a:pt x="724" y="1278"/>
                    </a:cubicBezTo>
                    <a:cubicBezTo>
                      <a:pt x="719" y="1293"/>
                      <a:pt x="714" y="1309"/>
                      <a:pt x="710" y="1323"/>
                    </a:cubicBezTo>
                    <a:cubicBezTo>
                      <a:pt x="704" y="1346"/>
                      <a:pt x="698" y="1365"/>
                      <a:pt x="692" y="1383"/>
                    </a:cubicBezTo>
                    <a:close/>
                    <a:moveTo>
                      <a:pt x="394" y="1268"/>
                    </a:moveTo>
                    <a:cubicBezTo>
                      <a:pt x="385" y="1237"/>
                      <a:pt x="374" y="1205"/>
                      <a:pt x="363" y="1171"/>
                    </a:cubicBezTo>
                    <a:cubicBezTo>
                      <a:pt x="758" y="1171"/>
                      <a:pt x="758" y="1171"/>
                      <a:pt x="758" y="1171"/>
                    </a:cubicBezTo>
                    <a:cubicBezTo>
                      <a:pt x="752" y="1189"/>
                      <a:pt x="745" y="1208"/>
                      <a:pt x="740" y="1225"/>
                    </a:cubicBezTo>
                    <a:lnTo>
                      <a:pt x="394" y="1268"/>
                    </a:lnTo>
                    <a:close/>
                    <a:moveTo>
                      <a:pt x="560" y="1527"/>
                    </a:moveTo>
                    <a:cubicBezTo>
                      <a:pt x="508" y="1527"/>
                      <a:pt x="485" y="1521"/>
                      <a:pt x="458" y="1464"/>
                    </a:cubicBezTo>
                    <a:cubicBezTo>
                      <a:pt x="674" y="1437"/>
                      <a:pt x="674" y="1437"/>
                      <a:pt x="674" y="1437"/>
                    </a:cubicBezTo>
                    <a:cubicBezTo>
                      <a:pt x="643" y="1521"/>
                      <a:pt x="620" y="1527"/>
                      <a:pt x="560" y="1527"/>
                    </a:cubicBezTo>
                    <a:close/>
                    <a:moveTo>
                      <a:pt x="798" y="1069"/>
                    </a:moveTo>
                    <a:cubicBezTo>
                      <a:pt x="323" y="1069"/>
                      <a:pt x="323" y="1069"/>
                      <a:pt x="323" y="1069"/>
                    </a:cubicBezTo>
                    <a:cubicBezTo>
                      <a:pt x="297" y="1014"/>
                      <a:pt x="267" y="959"/>
                      <a:pt x="237" y="905"/>
                    </a:cubicBezTo>
                    <a:cubicBezTo>
                      <a:pt x="170" y="786"/>
                      <a:pt x="102" y="664"/>
                      <a:pt x="102" y="560"/>
                    </a:cubicBezTo>
                    <a:cubicBezTo>
                      <a:pt x="102" y="307"/>
                      <a:pt x="307" y="102"/>
                      <a:pt x="560" y="102"/>
                    </a:cubicBezTo>
                    <a:cubicBezTo>
                      <a:pt x="813" y="102"/>
                      <a:pt x="1018" y="307"/>
                      <a:pt x="1018" y="560"/>
                    </a:cubicBezTo>
                    <a:cubicBezTo>
                      <a:pt x="1018" y="663"/>
                      <a:pt x="949" y="786"/>
                      <a:pt x="883" y="906"/>
                    </a:cubicBezTo>
                    <a:cubicBezTo>
                      <a:pt x="853" y="960"/>
                      <a:pt x="823" y="1014"/>
                      <a:pt x="798" y="106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sp>
            <p:nvSpPr>
              <p:cNvPr id="20" name="Freeform 40"/>
              <p:cNvSpPr>
                <a:spLocks/>
              </p:cNvSpPr>
              <p:nvPr/>
            </p:nvSpPr>
            <p:spPr bwMode="auto">
              <a:xfrm>
                <a:off x="957263" y="955675"/>
                <a:ext cx="1239837" cy="1239837"/>
              </a:xfrm>
              <a:custGeom>
                <a:avLst/>
                <a:gdLst>
                  <a:gd name="T0" fmla="*/ 305 w 330"/>
                  <a:gd name="T1" fmla="*/ 0 h 330"/>
                  <a:gd name="T2" fmla="*/ 0 w 330"/>
                  <a:gd name="T3" fmla="*/ 305 h 330"/>
                  <a:gd name="T4" fmla="*/ 25 w 330"/>
                  <a:gd name="T5" fmla="*/ 330 h 330"/>
                  <a:gd name="T6" fmla="*/ 50 w 330"/>
                  <a:gd name="T7" fmla="*/ 305 h 330"/>
                  <a:gd name="T8" fmla="*/ 305 w 330"/>
                  <a:gd name="T9" fmla="*/ 50 h 330"/>
                  <a:gd name="T10" fmla="*/ 330 w 330"/>
                  <a:gd name="T11" fmla="*/ 25 h 330"/>
                  <a:gd name="T12" fmla="*/ 305 w 330"/>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305" y="0"/>
                    </a:moveTo>
                    <a:cubicBezTo>
                      <a:pt x="137" y="0"/>
                      <a:pt x="0" y="137"/>
                      <a:pt x="0" y="305"/>
                    </a:cubicBezTo>
                    <a:cubicBezTo>
                      <a:pt x="0" y="319"/>
                      <a:pt x="11" y="330"/>
                      <a:pt x="25" y="330"/>
                    </a:cubicBezTo>
                    <a:cubicBezTo>
                      <a:pt x="39" y="330"/>
                      <a:pt x="50" y="319"/>
                      <a:pt x="50" y="305"/>
                    </a:cubicBezTo>
                    <a:cubicBezTo>
                      <a:pt x="50" y="165"/>
                      <a:pt x="165" y="50"/>
                      <a:pt x="305" y="50"/>
                    </a:cubicBezTo>
                    <a:cubicBezTo>
                      <a:pt x="319" y="50"/>
                      <a:pt x="330" y="39"/>
                      <a:pt x="330" y="25"/>
                    </a:cubicBezTo>
                    <a:cubicBezTo>
                      <a:pt x="330" y="11"/>
                      <a:pt x="319" y="0"/>
                      <a:pt x="305"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endParaRPr>
              </a:p>
            </p:txBody>
          </p:sp>
        </p:grpSp>
      </p:grpSp>
      <p:sp>
        <p:nvSpPr>
          <p:cNvPr id="84" name="Title 1"/>
          <p:cNvSpPr>
            <a:spLocks noGrp="1"/>
          </p:cNvSpPr>
          <p:nvPr>
            <p:ph type="title"/>
          </p:nvPr>
        </p:nvSpPr>
        <p:spPr>
          <a:xfrm>
            <a:off x="1524000" y="461896"/>
            <a:ext cx="9854037" cy="868070"/>
          </a:xfrm>
        </p:spPr>
        <p:txBody>
          <a:bodyPr>
            <a:noAutofit/>
          </a:bodyPr>
          <a:lstStyle/>
          <a:p>
            <a:pPr algn="r" rtl="1"/>
            <a:r>
              <a:rPr lang="ar-JO" dirty="0"/>
              <a:t>ما هي المتطلبات الرئيسة للمدارس الافتراضية؟</a:t>
            </a:r>
            <a:endParaRPr lang="en-US" dirty="0"/>
          </a:p>
        </p:txBody>
      </p:sp>
      <p:sp>
        <p:nvSpPr>
          <p:cNvPr id="3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20430422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animEffect transition="in" filter="fade">
                                      <p:cBhvr>
                                        <p:cTn id="9" dur="500"/>
                                        <p:tgtEl>
                                          <p:spTgt spid="12"/>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Effect transition="in" filter="fade">
                                      <p:cBhvr>
                                        <p:cTn id="15" dur="500"/>
                                        <p:tgtEl>
                                          <p:spTgt spid="9"/>
                                        </p:tgtEl>
                                      </p:cBhvr>
                                    </p:animEffect>
                                  </p:childTnLst>
                                </p:cTn>
                              </p:par>
                            </p:childTnLst>
                          </p:cTn>
                        </p:par>
                        <p:par>
                          <p:cTn id="16" fill="hold">
                            <p:stCondLst>
                              <p:cond delay="1000"/>
                            </p:stCondLst>
                            <p:childTnLst>
                              <p:par>
                                <p:cTn id="17" presetID="22" presetClass="entr" presetSubtype="2" fill="hold" nodeType="afterEffect">
                                  <p:stCondLst>
                                    <p:cond delay="0"/>
                                  </p:stCondLst>
                                  <p:childTnLst>
                                    <p:set>
                                      <p:cBhvr>
                                        <p:cTn id="18" dur="1" fill="hold">
                                          <p:stCondLst>
                                            <p:cond delay="0"/>
                                          </p:stCondLst>
                                        </p:cTn>
                                        <p:tgtEl>
                                          <p:spTgt spid="64"/>
                                        </p:tgtEl>
                                        <p:attrNameLst>
                                          <p:attrName>style.visibility</p:attrName>
                                        </p:attrNameLst>
                                      </p:cBhvr>
                                      <p:to>
                                        <p:strVal val="visible"/>
                                      </p:to>
                                    </p:set>
                                    <p:animEffect transition="in" filter="wipe(right)">
                                      <p:cBhvr>
                                        <p:cTn id="19" dur="500"/>
                                        <p:tgtEl>
                                          <p:spTgt spid="64"/>
                                        </p:tgtEl>
                                      </p:cBhvr>
                                    </p:animEffect>
                                  </p:childTnLst>
                                </p:cTn>
                              </p:par>
                              <p:par>
                                <p:cTn id="20" presetID="10" presetClass="entr" presetSubtype="0" fill="hold" nodeType="with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500"/>
                                        <p:tgtEl>
                                          <p:spTgt spid="4"/>
                                        </p:tgtEl>
                                      </p:cBhvr>
                                    </p:animEffect>
                                  </p:childTnLst>
                                </p:cTn>
                              </p:par>
                            </p:childTnLst>
                          </p:cTn>
                        </p:par>
                        <p:par>
                          <p:cTn id="23" fill="hold">
                            <p:stCondLst>
                              <p:cond delay="1500"/>
                            </p:stCondLst>
                            <p:childTnLst>
                              <p:par>
                                <p:cTn id="24" presetID="22" presetClass="entr" presetSubtype="2" fill="hold" nodeType="afterEffect">
                                  <p:stCondLst>
                                    <p:cond delay="0"/>
                                  </p:stCondLst>
                                  <p:childTnLst>
                                    <p:set>
                                      <p:cBhvr>
                                        <p:cTn id="25" dur="1" fill="hold">
                                          <p:stCondLst>
                                            <p:cond delay="0"/>
                                          </p:stCondLst>
                                        </p:cTn>
                                        <p:tgtEl>
                                          <p:spTgt spid="68"/>
                                        </p:tgtEl>
                                        <p:attrNameLst>
                                          <p:attrName>style.visibility</p:attrName>
                                        </p:attrNameLst>
                                      </p:cBhvr>
                                      <p:to>
                                        <p:strVal val="visible"/>
                                      </p:to>
                                    </p:set>
                                    <p:animEffect transition="in" filter="wipe(right)">
                                      <p:cBhvr>
                                        <p:cTn id="26" dur="500"/>
                                        <p:tgtEl>
                                          <p:spTgt spid="68"/>
                                        </p:tgtEl>
                                      </p:cBhvr>
                                    </p:animEffect>
                                  </p:childTnLst>
                                </p:cTn>
                              </p:par>
                              <p:par>
                                <p:cTn id="27" presetID="10" presetClass="entr" presetSubtype="0" fill="hold" nodeType="with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fade">
                                      <p:cBhvr>
                                        <p:cTn id="29" dur="500"/>
                                        <p:tgtEl>
                                          <p:spTgt spid="52"/>
                                        </p:tgtEl>
                                      </p:cBhvr>
                                    </p:animEffect>
                                  </p:childTnLst>
                                </p:cTn>
                              </p:par>
                            </p:childTnLst>
                          </p:cTn>
                        </p:par>
                        <p:par>
                          <p:cTn id="30" fill="hold">
                            <p:stCondLst>
                              <p:cond delay="2000"/>
                            </p:stCondLst>
                            <p:childTnLst>
                              <p:par>
                                <p:cTn id="31" presetID="22" presetClass="entr" presetSubtype="8" fill="hold" nodeType="afterEffect">
                                  <p:stCondLst>
                                    <p:cond delay="0"/>
                                  </p:stCondLst>
                                  <p:childTnLst>
                                    <p:set>
                                      <p:cBhvr>
                                        <p:cTn id="32" dur="1" fill="hold">
                                          <p:stCondLst>
                                            <p:cond delay="0"/>
                                          </p:stCondLst>
                                        </p:cTn>
                                        <p:tgtEl>
                                          <p:spTgt spid="69"/>
                                        </p:tgtEl>
                                        <p:attrNameLst>
                                          <p:attrName>style.visibility</p:attrName>
                                        </p:attrNameLst>
                                      </p:cBhvr>
                                      <p:to>
                                        <p:strVal val="visible"/>
                                      </p:to>
                                    </p:set>
                                    <p:animEffect transition="in" filter="wipe(left)">
                                      <p:cBhvr>
                                        <p:cTn id="33" dur="500"/>
                                        <p:tgtEl>
                                          <p:spTgt spid="69"/>
                                        </p:tgtEl>
                                      </p:cBhvr>
                                    </p:animEffect>
                                  </p:childTnLst>
                                </p:cTn>
                              </p:par>
                              <p:par>
                                <p:cTn id="34" presetID="10" presetClass="entr" presetSubtype="0" fill="hold" nodeType="withEffect">
                                  <p:stCondLst>
                                    <p:cond delay="0"/>
                                  </p:stCondLst>
                                  <p:childTnLst>
                                    <p:set>
                                      <p:cBhvr>
                                        <p:cTn id="35" dur="1" fill="hold">
                                          <p:stCondLst>
                                            <p:cond delay="0"/>
                                          </p:stCondLst>
                                        </p:cTn>
                                        <p:tgtEl>
                                          <p:spTgt spid="61"/>
                                        </p:tgtEl>
                                        <p:attrNameLst>
                                          <p:attrName>style.visibility</p:attrName>
                                        </p:attrNameLst>
                                      </p:cBhvr>
                                      <p:to>
                                        <p:strVal val="visible"/>
                                      </p:to>
                                    </p:set>
                                    <p:animEffect transition="in" filter="fade">
                                      <p:cBhvr>
                                        <p:cTn id="36" dur="500"/>
                                        <p:tgtEl>
                                          <p:spTgt spid="61"/>
                                        </p:tgtEl>
                                      </p:cBhvr>
                                    </p:animEffect>
                                  </p:childTnLst>
                                </p:cTn>
                              </p:par>
                            </p:childTnLst>
                          </p:cTn>
                        </p:par>
                        <p:par>
                          <p:cTn id="37" fill="hold">
                            <p:stCondLst>
                              <p:cond delay="2500"/>
                            </p:stCondLst>
                            <p:childTnLst>
                              <p:par>
                                <p:cTn id="38" presetID="10" presetClass="entr" presetSubtype="0" fill="hold" grpId="0" nodeType="afterEffect">
                                  <p:stCondLst>
                                    <p:cond delay="0"/>
                                  </p:stCondLst>
                                  <p:childTnLst>
                                    <p:set>
                                      <p:cBhvr>
                                        <p:cTn id="39" dur="1" fill="hold">
                                          <p:stCondLst>
                                            <p:cond delay="0"/>
                                          </p:stCondLst>
                                        </p:cTn>
                                        <p:tgtEl>
                                          <p:spTgt spid="42"/>
                                        </p:tgtEl>
                                        <p:attrNameLst>
                                          <p:attrName>style.visibility</p:attrName>
                                        </p:attrNameLst>
                                      </p:cBhvr>
                                      <p:to>
                                        <p:strVal val="visible"/>
                                      </p:to>
                                    </p:set>
                                    <p:animEffect transition="in" filter="fade">
                                      <p:cBhvr>
                                        <p:cTn id="40" dur="500"/>
                                        <p:tgtEl>
                                          <p:spTgt spid="42"/>
                                        </p:tgtEl>
                                      </p:cBhvr>
                                    </p:animEffect>
                                  </p:childTnLst>
                                </p:cTn>
                              </p:par>
                            </p:childTnLst>
                          </p:cTn>
                        </p:par>
                        <p:par>
                          <p:cTn id="41" fill="hold">
                            <p:stCondLst>
                              <p:cond delay="3000"/>
                            </p:stCondLst>
                            <p:childTnLst>
                              <p:par>
                                <p:cTn id="42" presetID="10" presetClass="entr" presetSubtype="0" fill="hold" grpId="0" nodeType="afterEffect">
                                  <p:stCondLst>
                                    <p:cond delay="0"/>
                                  </p:stCondLst>
                                  <p:childTnLst>
                                    <p:set>
                                      <p:cBhvr>
                                        <p:cTn id="43" dur="1" fill="hold">
                                          <p:stCondLst>
                                            <p:cond delay="0"/>
                                          </p:stCondLst>
                                        </p:cTn>
                                        <p:tgtEl>
                                          <p:spTgt spid="45"/>
                                        </p:tgtEl>
                                        <p:attrNameLst>
                                          <p:attrName>style.visibility</p:attrName>
                                        </p:attrNameLst>
                                      </p:cBhvr>
                                      <p:to>
                                        <p:strVal val="visible"/>
                                      </p:to>
                                    </p:set>
                                    <p:animEffect transition="in" filter="fade">
                                      <p:cBhvr>
                                        <p:cTn id="44" dur="500"/>
                                        <p:tgtEl>
                                          <p:spTgt spid="45"/>
                                        </p:tgtEl>
                                      </p:cBhvr>
                                    </p:animEffect>
                                  </p:childTnLst>
                                </p:cTn>
                              </p:par>
                            </p:childTnLst>
                          </p:cTn>
                        </p:par>
                        <p:par>
                          <p:cTn id="45" fill="hold">
                            <p:stCondLst>
                              <p:cond delay="3500"/>
                            </p:stCondLst>
                            <p:childTnLst>
                              <p:par>
                                <p:cTn id="46" presetID="10" presetClass="entr" presetSubtype="0" fill="hold" grpId="0" nodeType="afterEffect">
                                  <p:stCondLst>
                                    <p:cond delay="0"/>
                                  </p:stCondLst>
                                  <p:childTnLst>
                                    <p:set>
                                      <p:cBhvr>
                                        <p:cTn id="47" dur="1" fill="hold">
                                          <p:stCondLst>
                                            <p:cond delay="0"/>
                                          </p:stCondLst>
                                        </p:cTn>
                                        <p:tgtEl>
                                          <p:spTgt spid="51"/>
                                        </p:tgtEl>
                                        <p:attrNameLst>
                                          <p:attrName>style.visibility</p:attrName>
                                        </p:attrNameLst>
                                      </p:cBhvr>
                                      <p:to>
                                        <p:strVal val="visible"/>
                                      </p:to>
                                    </p:set>
                                    <p:animEffect transition="in" filter="fade">
                                      <p:cBhvr>
                                        <p:cTn id="48"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5" grpId="0"/>
      <p:bldP spid="51"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21" name="Group 3220"/>
          <p:cNvGrpSpPr/>
          <p:nvPr/>
        </p:nvGrpSpPr>
        <p:grpSpPr>
          <a:xfrm>
            <a:off x="8026959" y="1353046"/>
            <a:ext cx="3265488" cy="5226050"/>
            <a:chOff x="4314825" y="843456"/>
            <a:chExt cx="3265488" cy="5226050"/>
          </a:xfrm>
        </p:grpSpPr>
        <p:sp>
          <p:nvSpPr>
            <p:cNvPr id="3192" name="Freeform 150"/>
            <p:cNvSpPr>
              <a:spLocks/>
            </p:cNvSpPr>
            <p:nvPr/>
          </p:nvSpPr>
          <p:spPr bwMode="auto">
            <a:xfrm>
              <a:off x="6057900" y="2889744"/>
              <a:ext cx="928688" cy="1362075"/>
            </a:xfrm>
            <a:custGeom>
              <a:avLst/>
              <a:gdLst>
                <a:gd name="T0" fmla="*/ 293 w 433"/>
                <a:gd name="T1" fmla="*/ 94 h 635"/>
                <a:gd name="T2" fmla="*/ 334 w 433"/>
                <a:gd name="T3" fmla="*/ 80 h 635"/>
                <a:gd name="T4" fmla="*/ 401 w 433"/>
                <a:gd name="T5" fmla="*/ 118 h 635"/>
                <a:gd name="T6" fmla="*/ 433 w 433"/>
                <a:gd name="T7" fmla="*/ 118 h 635"/>
                <a:gd name="T8" fmla="*/ 433 w 433"/>
                <a:gd name="T9" fmla="*/ 0 h 635"/>
                <a:gd name="T10" fmla="*/ 0 w 433"/>
                <a:gd name="T11" fmla="*/ 0 h 635"/>
                <a:gd name="T12" fmla="*/ 0 w 433"/>
                <a:gd name="T13" fmla="*/ 463 h 635"/>
                <a:gd name="T14" fmla="*/ 158 w 433"/>
                <a:gd name="T15" fmla="*/ 463 h 635"/>
                <a:gd name="T16" fmla="*/ 169 w 433"/>
                <a:gd name="T17" fmla="*/ 474 h 635"/>
                <a:gd name="T18" fmla="*/ 169 w 433"/>
                <a:gd name="T19" fmla="*/ 528 h 635"/>
                <a:gd name="T20" fmla="*/ 165 w 433"/>
                <a:gd name="T21" fmla="*/ 537 h 635"/>
                <a:gd name="T22" fmla="*/ 129 w 433"/>
                <a:gd name="T23" fmla="*/ 586 h 635"/>
                <a:gd name="T24" fmla="*/ 141 w 433"/>
                <a:gd name="T25" fmla="*/ 619 h 635"/>
                <a:gd name="T26" fmla="*/ 183 w 433"/>
                <a:gd name="T27" fmla="*/ 635 h 635"/>
                <a:gd name="T28" fmla="*/ 250 w 433"/>
                <a:gd name="T29" fmla="*/ 594 h 635"/>
                <a:gd name="T30" fmla="*/ 210 w 433"/>
                <a:gd name="T31" fmla="*/ 533 h 635"/>
                <a:gd name="T32" fmla="*/ 204 w 433"/>
                <a:gd name="T33" fmla="*/ 524 h 635"/>
                <a:gd name="T34" fmla="*/ 204 w 433"/>
                <a:gd name="T35" fmla="*/ 471 h 635"/>
                <a:gd name="T36" fmla="*/ 215 w 433"/>
                <a:gd name="T37" fmla="*/ 460 h 635"/>
                <a:gd name="T38" fmla="*/ 433 w 433"/>
                <a:gd name="T39" fmla="*/ 460 h 635"/>
                <a:gd name="T40" fmla="*/ 433 w 433"/>
                <a:gd name="T41" fmla="*/ 199 h 635"/>
                <a:gd name="T42" fmla="*/ 410 w 433"/>
                <a:gd name="T43" fmla="*/ 199 h 635"/>
                <a:gd name="T44" fmla="*/ 338 w 433"/>
                <a:gd name="T45" fmla="*/ 243 h 635"/>
                <a:gd name="T46" fmla="*/ 270 w 433"/>
                <a:gd name="T47" fmla="*/ 161 h 635"/>
                <a:gd name="T48" fmla="*/ 293 w 433"/>
                <a:gd name="T49" fmla="*/ 94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3" h="635">
                  <a:moveTo>
                    <a:pt x="293" y="94"/>
                  </a:moveTo>
                  <a:cubicBezTo>
                    <a:pt x="304" y="84"/>
                    <a:pt x="318" y="79"/>
                    <a:pt x="334" y="80"/>
                  </a:cubicBezTo>
                  <a:cubicBezTo>
                    <a:pt x="360" y="81"/>
                    <a:pt x="391" y="108"/>
                    <a:pt x="401" y="118"/>
                  </a:cubicBezTo>
                  <a:cubicBezTo>
                    <a:pt x="433" y="118"/>
                    <a:pt x="433" y="118"/>
                    <a:pt x="433" y="118"/>
                  </a:cubicBezTo>
                  <a:cubicBezTo>
                    <a:pt x="433" y="0"/>
                    <a:pt x="433" y="0"/>
                    <a:pt x="433" y="0"/>
                  </a:cubicBezTo>
                  <a:cubicBezTo>
                    <a:pt x="0" y="0"/>
                    <a:pt x="0" y="0"/>
                    <a:pt x="0" y="0"/>
                  </a:cubicBezTo>
                  <a:cubicBezTo>
                    <a:pt x="0" y="463"/>
                    <a:pt x="0" y="463"/>
                    <a:pt x="0" y="463"/>
                  </a:cubicBezTo>
                  <a:cubicBezTo>
                    <a:pt x="158" y="463"/>
                    <a:pt x="158" y="463"/>
                    <a:pt x="158" y="463"/>
                  </a:cubicBezTo>
                  <a:cubicBezTo>
                    <a:pt x="164" y="463"/>
                    <a:pt x="169" y="468"/>
                    <a:pt x="169" y="474"/>
                  </a:cubicBezTo>
                  <a:cubicBezTo>
                    <a:pt x="169" y="528"/>
                    <a:pt x="169" y="528"/>
                    <a:pt x="169" y="528"/>
                  </a:cubicBezTo>
                  <a:cubicBezTo>
                    <a:pt x="169" y="532"/>
                    <a:pt x="168" y="535"/>
                    <a:pt x="165" y="537"/>
                  </a:cubicBezTo>
                  <a:cubicBezTo>
                    <a:pt x="156" y="544"/>
                    <a:pt x="130" y="568"/>
                    <a:pt x="129" y="586"/>
                  </a:cubicBezTo>
                  <a:cubicBezTo>
                    <a:pt x="129" y="598"/>
                    <a:pt x="133" y="611"/>
                    <a:pt x="141" y="619"/>
                  </a:cubicBezTo>
                  <a:cubicBezTo>
                    <a:pt x="151" y="630"/>
                    <a:pt x="166" y="635"/>
                    <a:pt x="183" y="635"/>
                  </a:cubicBezTo>
                  <a:cubicBezTo>
                    <a:pt x="207" y="635"/>
                    <a:pt x="248" y="630"/>
                    <a:pt x="250" y="594"/>
                  </a:cubicBezTo>
                  <a:cubicBezTo>
                    <a:pt x="253" y="560"/>
                    <a:pt x="210" y="533"/>
                    <a:pt x="210" y="533"/>
                  </a:cubicBezTo>
                  <a:cubicBezTo>
                    <a:pt x="206" y="531"/>
                    <a:pt x="204" y="527"/>
                    <a:pt x="204" y="524"/>
                  </a:cubicBezTo>
                  <a:cubicBezTo>
                    <a:pt x="204" y="471"/>
                    <a:pt x="204" y="471"/>
                    <a:pt x="204" y="471"/>
                  </a:cubicBezTo>
                  <a:cubicBezTo>
                    <a:pt x="204" y="465"/>
                    <a:pt x="209" y="460"/>
                    <a:pt x="215" y="460"/>
                  </a:cubicBezTo>
                  <a:cubicBezTo>
                    <a:pt x="433" y="460"/>
                    <a:pt x="433" y="460"/>
                    <a:pt x="433" y="460"/>
                  </a:cubicBezTo>
                  <a:cubicBezTo>
                    <a:pt x="433" y="199"/>
                    <a:pt x="433" y="199"/>
                    <a:pt x="433" y="199"/>
                  </a:cubicBezTo>
                  <a:cubicBezTo>
                    <a:pt x="410" y="199"/>
                    <a:pt x="410" y="199"/>
                    <a:pt x="410" y="199"/>
                  </a:cubicBezTo>
                  <a:cubicBezTo>
                    <a:pt x="399" y="211"/>
                    <a:pt x="368" y="243"/>
                    <a:pt x="338" y="243"/>
                  </a:cubicBezTo>
                  <a:cubicBezTo>
                    <a:pt x="305" y="243"/>
                    <a:pt x="270" y="222"/>
                    <a:pt x="270" y="161"/>
                  </a:cubicBezTo>
                  <a:cubicBezTo>
                    <a:pt x="270" y="124"/>
                    <a:pt x="282" y="104"/>
                    <a:pt x="293" y="9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3" name="Freeform 151"/>
            <p:cNvSpPr>
              <a:spLocks/>
            </p:cNvSpPr>
            <p:nvPr/>
          </p:nvSpPr>
          <p:spPr bwMode="auto">
            <a:xfrm>
              <a:off x="5078413" y="2889744"/>
              <a:ext cx="931863" cy="992188"/>
            </a:xfrm>
            <a:custGeom>
              <a:avLst/>
              <a:gdLst>
                <a:gd name="T0" fmla="*/ 435 w 435"/>
                <a:gd name="T1" fmla="*/ 0 h 463"/>
                <a:gd name="T2" fmla="*/ 2 w 435"/>
                <a:gd name="T3" fmla="*/ 0 h 463"/>
                <a:gd name="T4" fmla="*/ 2 w 435"/>
                <a:gd name="T5" fmla="*/ 113 h 463"/>
                <a:gd name="T6" fmla="*/ 32 w 435"/>
                <a:gd name="T7" fmla="*/ 113 h 463"/>
                <a:gd name="T8" fmla="*/ 104 w 435"/>
                <a:gd name="T9" fmla="*/ 70 h 463"/>
                <a:gd name="T10" fmla="*/ 166 w 435"/>
                <a:gd name="T11" fmla="*/ 154 h 463"/>
                <a:gd name="T12" fmla="*/ 145 w 435"/>
                <a:gd name="T13" fmla="*/ 219 h 463"/>
                <a:gd name="T14" fmla="*/ 100 w 435"/>
                <a:gd name="T15" fmla="*/ 234 h 463"/>
                <a:gd name="T16" fmla="*/ 34 w 435"/>
                <a:gd name="T17" fmla="*/ 192 h 463"/>
                <a:gd name="T18" fmla="*/ 0 w 435"/>
                <a:gd name="T19" fmla="*/ 192 h 463"/>
                <a:gd name="T20" fmla="*/ 0 w 435"/>
                <a:gd name="T21" fmla="*/ 442 h 463"/>
                <a:gd name="T22" fmla="*/ 9 w 435"/>
                <a:gd name="T23" fmla="*/ 463 h 463"/>
                <a:gd name="T24" fmla="*/ 435 w 435"/>
                <a:gd name="T25" fmla="*/ 463 h 463"/>
                <a:gd name="T26" fmla="*/ 435 w 435"/>
                <a:gd name="T2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5" h="463">
                  <a:moveTo>
                    <a:pt x="435" y="0"/>
                  </a:moveTo>
                  <a:cubicBezTo>
                    <a:pt x="2" y="0"/>
                    <a:pt x="2" y="0"/>
                    <a:pt x="2" y="0"/>
                  </a:cubicBezTo>
                  <a:cubicBezTo>
                    <a:pt x="2" y="113"/>
                    <a:pt x="2" y="113"/>
                    <a:pt x="2" y="113"/>
                  </a:cubicBezTo>
                  <a:cubicBezTo>
                    <a:pt x="32" y="113"/>
                    <a:pt x="32" y="113"/>
                    <a:pt x="32" y="113"/>
                  </a:cubicBezTo>
                  <a:cubicBezTo>
                    <a:pt x="40" y="99"/>
                    <a:pt x="61" y="69"/>
                    <a:pt x="104" y="70"/>
                  </a:cubicBezTo>
                  <a:cubicBezTo>
                    <a:pt x="166" y="72"/>
                    <a:pt x="166" y="134"/>
                    <a:pt x="166" y="154"/>
                  </a:cubicBezTo>
                  <a:cubicBezTo>
                    <a:pt x="166" y="184"/>
                    <a:pt x="159" y="205"/>
                    <a:pt x="145" y="219"/>
                  </a:cubicBezTo>
                  <a:cubicBezTo>
                    <a:pt x="134" y="229"/>
                    <a:pt x="119" y="234"/>
                    <a:pt x="100" y="234"/>
                  </a:cubicBezTo>
                  <a:cubicBezTo>
                    <a:pt x="63" y="233"/>
                    <a:pt x="42" y="209"/>
                    <a:pt x="34" y="192"/>
                  </a:cubicBezTo>
                  <a:cubicBezTo>
                    <a:pt x="0" y="192"/>
                    <a:pt x="0" y="192"/>
                    <a:pt x="0" y="192"/>
                  </a:cubicBezTo>
                  <a:cubicBezTo>
                    <a:pt x="0" y="442"/>
                    <a:pt x="0" y="442"/>
                    <a:pt x="0" y="442"/>
                  </a:cubicBezTo>
                  <a:cubicBezTo>
                    <a:pt x="4" y="449"/>
                    <a:pt x="7" y="456"/>
                    <a:pt x="9" y="463"/>
                  </a:cubicBezTo>
                  <a:cubicBezTo>
                    <a:pt x="435" y="463"/>
                    <a:pt x="435" y="463"/>
                    <a:pt x="435" y="463"/>
                  </a:cubicBezTo>
                  <a:lnTo>
                    <a:pt x="435"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4" name="Freeform 152"/>
            <p:cNvSpPr>
              <a:spLocks/>
            </p:cNvSpPr>
            <p:nvPr/>
          </p:nvSpPr>
          <p:spPr bwMode="auto">
            <a:xfrm>
              <a:off x="5081588" y="843456"/>
              <a:ext cx="2389188" cy="1320800"/>
            </a:xfrm>
            <a:custGeom>
              <a:avLst/>
              <a:gdLst>
                <a:gd name="T0" fmla="*/ 0 w 1114"/>
                <a:gd name="T1" fmla="*/ 445 h 616"/>
                <a:gd name="T2" fmla="*/ 186 w 1114"/>
                <a:gd name="T3" fmla="*/ 445 h 616"/>
                <a:gd name="T4" fmla="*/ 197 w 1114"/>
                <a:gd name="T5" fmla="*/ 456 h 616"/>
                <a:gd name="T6" fmla="*/ 197 w 1114"/>
                <a:gd name="T7" fmla="*/ 511 h 616"/>
                <a:gd name="T8" fmla="*/ 192 w 1114"/>
                <a:gd name="T9" fmla="*/ 521 h 616"/>
                <a:gd name="T10" fmla="*/ 161 w 1114"/>
                <a:gd name="T11" fmla="*/ 565 h 616"/>
                <a:gd name="T12" fmla="*/ 213 w 1114"/>
                <a:gd name="T13" fmla="*/ 616 h 616"/>
                <a:gd name="T14" fmla="*/ 279 w 1114"/>
                <a:gd name="T15" fmla="*/ 571 h 616"/>
                <a:gd name="T16" fmla="*/ 240 w 1114"/>
                <a:gd name="T17" fmla="*/ 519 h 616"/>
                <a:gd name="T18" fmla="*/ 233 w 1114"/>
                <a:gd name="T19" fmla="*/ 508 h 616"/>
                <a:gd name="T20" fmla="*/ 234 w 1114"/>
                <a:gd name="T21" fmla="*/ 458 h 616"/>
                <a:gd name="T22" fmla="*/ 245 w 1114"/>
                <a:gd name="T23" fmla="*/ 448 h 616"/>
                <a:gd name="T24" fmla="*/ 647 w 1114"/>
                <a:gd name="T25" fmla="*/ 448 h 616"/>
                <a:gd name="T26" fmla="*/ 647 w 1114"/>
                <a:gd name="T27" fmla="*/ 412 h 616"/>
                <a:gd name="T28" fmla="*/ 605 w 1114"/>
                <a:gd name="T29" fmla="*/ 339 h 616"/>
                <a:gd name="T30" fmla="*/ 683 w 1114"/>
                <a:gd name="T31" fmla="*/ 279 h 616"/>
                <a:gd name="T32" fmla="*/ 767 w 1114"/>
                <a:gd name="T33" fmla="*/ 338 h 616"/>
                <a:gd name="T34" fmla="*/ 728 w 1114"/>
                <a:gd name="T35" fmla="*/ 413 h 616"/>
                <a:gd name="T36" fmla="*/ 728 w 1114"/>
                <a:gd name="T37" fmla="*/ 446 h 616"/>
                <a:gd name="T38" fmla="*/ 1114 w 1114"/>
                <a:gd name="T39" fmla="*/ 446 h 616"/>
                <a:gd name="T40" fmla="*/ 952 w 1114"/>
                <a:gd name="T41" fmla="*/ 204 h 616"/>
                <a:gd name="T42" fmla="*/ 460 w 1114"/>
                <a:gd name="T43" fmla="*/ 2 h 616"/>
                <a:gd name="T44" fmla="*/ 0 w 1114"/>
                <a:gd name="T45" fmla="*/ 148 h 616"/>
                <a:gd name="T46" fmla="*/ 0 w 1114"/>
                <a:gd name="T47" fmla="*/ 44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4" h="616">
                  <a:moveTo>
                    <a:pt x="0" y="445"/>
                  </a:moveTo>
                  <a:cubicBezTo>
                    <a:pt x="186" y="445"/>
                    <a:pt x="186" y="445"/>
                    <a:pt x="186" y="445"/>
                  </a:cubicBezTo>
                  <a:cubicBezTo>
                    <a:pt x="192" y="445"/>
                    <a:pt x="197" y="449"/>
                    <a:pt x="197" y="456"/>
                  </a:cubicBezTo>
                  <a:cubicBezTo>
                    <a:pt x="197" y="511"/>
                    <a:pt x="197" y="511"/>
                    <a:pt x="197" y="511"/>
                  </a:cubicBezTo>
                  <a:cubicBezTo>
                    <a:pt x="197" y="515"/>
                    <a:pt x="196" y="519"/>
                    <a:pt x="192" y="521"/>
                  </a:cubicBezTo>
                  <a:cubicBezTo>
                    <a:pt x="184" y="526"/>
                    <a:pt x="161" y="546"/>
                    <a:pt x="161" y="565"/>
                  </a:cubicBezTo>
                  <a:cubicBezTo>
                    <a:pt x="161" y="591"/>
                    <a:pt x="179" y="616"/>
                    <a:pt x="213" y="616"/>
                  </a:cubicBezTo>
                  <a:cubicBezTo>
                    <a:pt x="249" y="616"/>
                    <a:pt x="278" y="597"/>
                    <a:pt x="279" y="571"/>
                  </a:cubicBezTo>
                  <a:cubicBezTo>
                    <a:pt x="280" y="534"/>
                    <a:pt x="240" y="519"/>
                    <a:pt x="240" y="519"/>
                  </a:cubicBezTo>
                  <a:cubicBezTo>
                    <a:pt x="235" y="517"/>
                    <a:pt x="232" y="513"/>
                    <a:pt x="233" y="508"/>
                  </a:cubicBezTo>
                  <a:cubicBezTo>
                    <a:pt x="234" y="458"/>
                    <a:pt x="234" y="458"/>
                    <a:pt x="234" y="458"/>
                  </a:cubicBezTo>
                  <a:cubicBezTo>
                    <a:pt x="234" y="452"/>
                    <a:pt x="239" y="448"/>
                    <a:pt x="245" y="448"/>
                  </a:cubicBezTo>
                  <a:cubicBezTo>
                    <a:pt x="647" y="448"/>
                    <a:pt x="647" y="448"/>
                    <a:pt x="647" y="448"/>
                  </a:cubicBezTo>
                  <a:cubicBezTo>
                    <a:pt x="647" y="412"/>
                    <a:pt x="647" y="412"/>
                    <a:pt x="647" y="412"/>
                  </a:cubicBezTo>
                  <a:cubicBezTo>
                    <a:pt x="634" y="404"/>
                    <a:pt x="605" y="380"/>
                    <a:pt x="605" y="339"/>
                  </a:cubicBezTo>
                  <a:cubicBezTo>
                    <a:pt x="605" y="298"/>
                    <a:pt x="646" y="279"/>
                    <a:pt x="683" y="279"/>
                  </a:cubicBezTo>
                  <a:cubicBezTo>
                    <a:pt x="722" y="279"/>
                    <a:pt x="767" y="294"/>
                    <a:pt x="767" y="338"/>
                  </a:cubicBezTo>
                  <a:cubicBezTo>
                    <a:pt x="767" y="378"/>
                    <a:pt x="739" y="404"/>
                    <a:pt x="728" y="413"/>
                  </a:cubicBezTo>
                  <a:cubicBezTo>
                    <a:pt x="728" y="446"/>
                    <a:pt x="728" y="446"/>
                    <a:pt x="728" y="446"/>
                  </a:cubicBezTo>
                  <a:cubicBezTo>
                    <a:pt x="1114" y="446"/>
                    <a:pt x="1114" y="446"/>
                    <a:pt x="1114" y="446"/>
                  </a:cubicBezTo>
                  <a:cubicBezTo>
                    <a:pt x="1078" y="356"/>
                    <a:pt x="1025" y="265"/>
                    <a:pt x="952" y="204"/>
                  </a:cubicBezTo>
                  <a:cubicBezTo>
                    <a:pt x="809" y="83"/>
                    <a:pt x="677" y="5"/>
                    <a:pt x="460" y="2"/>
                  </a:cubicBezTo>
                  <a:cubicBezTo>
                    <a:pt x="326" y="0"/>
                    <a:pt x="149" y="37"/>
                    <a:pt x="0" y="148"/>
                  </a:cubicBezTo>
                  <a:lnTo>
                    <a:pt x="0" y="44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5" name="Freeform 153"/>
            <p:cNvSpPr>
              <a:spLocks/>
            </p:cNvSpPr>
            <p:nvPr/>
          </p:nvSpPr>
          <p:spPr bwMode="auto">
            <a:xfrm>
              <a:off x="6057900" y="1489569"/>
              <a:ext cx="1281113" cy="1352550"/>
            </a:xfrm>
            <a:custGeom>
              <a:avLst/>
              <a:gdLst>
                <a:gd name="T0" fmla="*/ 433 w 597"/>
                <a:gd name="T1" fmla="*/ 422 h 631"/>
                <a:gd name="T2" fmla="*/ 445 w 597"/>
                <a:gd name="T3" fmla="*/ 411 h 631"/>
                <a:gd name="T4" fmla="*/ 492 w 597"/>
                <a:gd name="T5" fmla="*/ 411 h 631"/>
                <a:gd name="T6" fmla="*/ 501 w 597"/>
                <a:gd name="T7" fmla="*/ 415 h 631"/>
                <a:gd name="T8" fmla="*/ 556 w 597"/>
                <a:gd name="T9" fmla="*/ 451 h 631"/>
                <a:gd name="T10" fmla="*/ 597 w 597"/>
                <a:gd name="T11" fmla="*/ 389 h 631"/>
                <a:gd name="T12" fmla="*/ 557 w 597"/>
                <a:gd name="T13" fmla="*/ 334 h 631"/>
                <a:gd name="T14" fmla="*/ 499 w 597"/>
                <a:gd name="T15" fmla="*/ 374 h 631"/>
                <a:gd name="T16" fmla="*/ 491 w 597"/>
                <a:gd name="T17" fmla="*/ 377 h 631"/>
                <a:gd name="T18" fmla="*/ 441 w 597"/>
                <a:gd name="T19" fmla="*/ 377 h 631"/>
                <a:gd name="T20" fmla="*/ 430 w 597"/>
                <a:gd name="T21" fmla="*/ 366 h 631"/>
                <a:gd name="T22" fmla="*/ 430 w 597"/>
                <a:gd name="T23" fmla="*/ 167 h 631"/>
                <a:gd name="T24" fmla="*/ 261 w 597"/>
                <a:gd name="T25" fmla="*/ 167 h 631"/>
                <a:gd name="T26" fmla="*/ 250 w 597"/>
                <a:gd name="T27" fmla="*/ 156 h 631"/>
                <a:gd name="T28" fmla="*/ 250 w 597"/>
                <a:gd name="T29" fmla="*/ 107 h 631"/>
                <a:gd name="T30" fmla="*/ 256 w 597"/>
                <a:gd name="T31" fmla="*/ 98 h 631"/>
                <a:gd name="T32" fmla="*/ 290 w 597"/>
                <a:gd name="T33" fmla="*/ 37 h 631"/>
                <a:gd name="T34" fmla="*/ 228 w 597"/>
                <a:gd name="T35" fmla="*/ 0 h 631"/>
                <a:gd name="T36" fmla="*/ 172 w 597"/>
                <a:gd name="T37" fmla="*/ 38 h 631"/>
                <a:gd name="T38" fmla="*/ 208 w 597"/>
                <a:gd name="T39" fmla="*/ 96 h 631"/>
                <a:gd name="T40" fmla="*/ 214 w 597"/>
                <a:gd name="T41" fmla="*/ 105 h 631"/>
                <a:gd name="T42" fmla="*/ 214 w 597"/>
                <a:gd name="T43" fmla="*/ 158 h 631"/>
                <a:gd name="T44" fmla="*/ 203 w 597"/>
                <a:gd name="T45" fmla="*/ 169 h 631"/>
                <a:gd name="T46" fmla="*/ 0 w 597"/>
                <a:gd name="T47" fmla="*/ 169 h 631"/>
                <a:gd name="T48" fmla="*/ 0 w 597"/>
                <a:gd name="T49" fmla="*/ 631 h 631"/>
                <a:gd name="T50" fmla="*/ 433 w 597"/>
                <a:gd name="T51" fmla="*/ 631 h 631"/>
                <a:gd name="T52" fmla="*/ 433 w 597"/>
                <a:gd name="T53" fmla="*/ 422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7" h="631">
                  <a:moveTo>
                    <a:pt x="433" y="422"/>
                  </a:moveTo>
                  <a:cubicBezTo>
                    <a:pt x="433" y="416"/>
                    <a:pt x="438" y="411"/>
                    <a:pt x="445" y="411"/>
                  </a:cubicBezTo>
                  <a:cubicBezTo>
                    <a:pt x="492" y="411"/>
                    <a:pt x="492" y="411"/>
                    <a:pt x="492" y="411"/>
                  </a:cubicBezTo>
                  <a:cubicBezTo>
                    <a:pt x="496" y="411"/>
                    <a:pt x="499" y="413"/>
                    <a:pt x="501" y="415"/>
                  </a:cubicBezTo>
                  <a:cubicBezTo>
                    <a:pt x="509" y="425"/>
                    <a:pt x="533" y="451"/>
                    <a:pt x="556" y="451"/>
                  </a:cubicBezTo>
                  <a:cubicBezTo>
                    <a:pt x="587" y="451"/>
                    <a:pt x="597" y="419"/>
                    <a:pt x="597" y="389"/>
                  </a:cubicBezTo>
                  <a:cubicBezTo>
                    <a:pt x="597" y="356"/>
                    <a:pt x="583" y="336"/>
                    <a:pt x="557" y="334"/>
                  </a:cubicBezTo>
                  <a:cubicBezTo>
                    <a:pt x="540" y="333"/>
                    <a:pt x="513" y="358"/>
                    <a:pt x="499" y="374"/>
                  </a:cubicBezTo>
                  <a:cubicBezTo>
                    <a:pt x="497" y="376"/>
                    <a:pt x="494" y="377"/>
                    <a:pt x="491" y="377"/>
                  </a:cubicBezTo>
                  <a:cubicBezTo>
                    <a:pt x="441" y="377"/>
                    <a:pt x="441" y="377"/>
                    <a:pt x="441" y="377"/>
                  </a:cubicBezTo>
                  <a:cubicBezTo>
                    <a:pt x="435" y="377"/>
                    <a:pt x="430" y="372"/>
                    <a:pt x="430" y="366"/>
                  </a:cubicBezTo>
                  <a:cubicBezTo>
                    <a:pt x="430" y="167"/>
                    <a:pt x="430" y="167"/>
                    <a:pt x="430" y="167"/>
                  </a:cubicBezTo>
                  <a:cubicBezTo>
                    <a:pt x="261" y="167"/>
                    <a:pt x="261" y="167"/>
                    <a:pt x="261" y="167"/>
                  </a:cubicBezTo>
                  <a:cubicBezTo>
                    <a:pt x="255" y="167"/>
                    <a:pt x="250" y="162"/>
                    <a:pt x="250" y="156"/>
                  </a:cubicBezTo>
                  <a:cubicBezTo>
                    <a:pt x="250" y="107"/>
                    <a:pt x="250" y="107"/>
                    <a:pt x="250" y="107"/>
                  </a:cubicBezTo>
                  <a:cubicBezTo>
                    <a:pt x="250" y="103"/>
                    <a:pt x="252" y="100"/>
                    <a:pt x="256" y="98"/>
                  </a:cubicBezTo>
                  <a:cubicBezTo>
                    <a:pt x="256" y="97"/>
                    <a:pt x="290" y="75"/>
                    <a:pt x="290" y="37"/>
                  </a:cubicBezTo>
                  <a:cubicBezTo>
                    <a:pt x="290" y="2"/>
                    <a:pt x="238" y="0"/>
                    <a:pt x="228" y="0"/>
                  </a:cubicBezTo>
                  <a:cubicBezTo>
                    <a:pt x="207" y="0"/>
                    <a:pt x="172" y="8"/>
                    <a:pt x="172" y="38"/>
                  </a:cubicBezTo>
                  <a:cubicBezTo>
                    <a:pt x="172" y="76"/>
                    <a:pt x="206" y="95"/>
                    <a:pt x="208" y="96"/>
                  </a:cubicBezTo>
                  <a:cubicBezTo>
                    <a:pt x="211" y="97"/>
                    <a:pt x="214" y="101"/>
                    <a:pt x="214" y="105"/>
                  </a:cubicBezTo>
                  <a:cubicBezTo>
                    <a:pt x="214" y="158"/>
                    <a:pt x="214" y="158"/>
                    <a:pt x="214" y="158"/>
                  </a:cubicBezTo>
                  <a:cubicBezTo>
                    <a:pt x="214" y="164"/>
                    <a:pt x="209" y="169"/>
                    <a:pt x="203" y="169"/>
                  </a:cubicBezTo>
                  <a:cubicBezTo>
                    <a:pt x="0" y="169"/>
                    <a:pt x="0" y="169"/>
                    <a:pt x="0" y="169"/>
                  </a:cubicBezTo>
                  <a:cubicBezTo>
                    <a:pt x="0" y="631"/>
                    <a:pt x="0" y="631"/>
                    <a:pt x="0" y="631"/>
                  </a:cubicBezTo>
                  <a:cubicBezTo>
                    <a:pt x="433" y="631"/>
                    <a:pt x="433" y="631"/>
                    <a:pt x="433" y="631"/>
                  </a:cubicBezTo>
                  <a:lnTo>
                    <a:pt x="433" y="42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6" name="Freeform 154"/>
            <p:cNvSpPr>
              <a:spLocks/>
            </p:cNvSpPr>
            <p:nvPr/>
          </p:nvSpPr>
          <p:spPr bwMode="auto">
            <a:xfrm>
              <a:off x="6684963" y="1851519"/>
              <a:ext cx="895350" cy="1943100"/>
            </a:xfrm>
            <a:custGeom>
              <a:avLst/>
              <a:gdLst>
                <a:gd name="T0" fmla="*/ 160 w 418"/>
                <a:gd name="T1" fmla="*/ 0 h 906"/>
                <a:gd name="T2" fmla="*/ 160 w 418"/>
                <a:gd name="T3" fmla="*/ 186 h 906"/>
                <a:gd name="T4" fmla="*/ 194 w 418"/>
                <a:gd name="T5" fmla="*/ 186 h 906"/>
                <a:gd name="T6" fmla="*/ 266 w 418"/>
                <a:gd name="T7" fmla="*/ 143 h 906"/>
                <a:gd name="T8" fmla="*/ 328 w 418"/>
                <a:gd name="T9" fmla="*/ 220 h 906"/>
                <a:gd name="T10" fmla="*/ 264 w 418"/>
                <a:gd name="T11" fmla="*/ 304 h 906"/>
                <a:gd name="T12" fmla="*/ 195 w 418"/>
                <a:gd name="T13" fmla="*/ 264 h 906"/>
                <a:gd name="T14" fmla="*/ 164 w 418"/>
                <a:gd name="T15" fmla="*/ 264 h 906"/>
                <a:gd name="T16" fmla="*/ 164 w 418"/>
                <a:gd name="T17" fmla="*/ 613 h 906"/>
                <a:gd name="T18" fmla="*/ 153 w 418"/>
                <a:gd name="T19" fmla="*/ 624 h 906"/>
                <a:gd name="T20" fmla="*/ 105 w 418"/>
                <a:gd name="T21" fmla="*/ 624 h 906"/>
                <a:gd name="T22" fmla="*/ 97 w 418"/>
                <a:gd name="T23" fmla="*/ 621 h 906"/>
                <a:gd name="T24" fmla="*/ 40 w 418"/>
                <a:gd name="T25" fmla="*/ 586 h 906"/>
                <a:gd name="T26" fmla="*/ 16 w 418"/>
                <a:gd name="T27" fmla="*/ 594 h 906"/>
                <a:gd name="T28" fmla="*/ 0 w 418"/>
                <a:gd name="T29" fmla="*/ 645 h 906"/>
                <a:gd name="T30" fmla="*/ 46 w 418"/>
                <a:gd name="T31" fmla="*/ 705 h 906"/>
                <a:gd name="T32" fmla="*/ 104 w 418"/>
                <a:gd name="T33" fmla="*/ 665 h 906"/>
                <a:gd name="T34" fmla="*/ 113 w 418"/>
                <a:gd name="T35" fmla="*/ 661 h 906"/>
                <a:gd name="T36" fmla="*/ 153 w 418"/>
                <a:gd name="T37" fmla="*/ 661 h 906"/>
                <a:gd name="T38" fmla="*/ 164 w 418"/>
                <a:gd name="T39" fmla="*/ 672 h 906"/>
                <a:gd name="T40" fmla="*/ 164 w 418"/>
                <a:gd name="T41" fmla="*/ 906 h 906"/>
                <a:gd name="T42" fmla="*/ 318 w 418"/>
                <a:gd name="T43" fmla="*/ 573 h 906"/>
                <a:gd name="T44" fmla="*/ 418 w 418"/>
                <a:gd name="T45" fmla="*/ 210 h 906"/>
                <a:gd name="T46" fmla="*/ 376 w 418"/>
                <a:gd name="T47" fmla="*/ 0 h 906"/>
                <a:gd name="T48" fmla="*/ 160 w 418"/>
                <a:gd name="T49" fmla="*/ 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8" h="906">
                  <a:moveTo>
                    <a:pt x="160" y="0"/>
                  </a:moveTo>
                  <a:cubicBezTo>
                    <a:pt x="160" y="186"/>
                    <a:pt x="160" y="186"/>
                    <a:pt x="160" y="186"/>
                  </a:cubicBezTo>
                  <a:cubicBezTo>
                    <a:pt x="194" y="186"/>
                    <a:pt x="194" y="186"/>
                    <a:pt x="194" y="186"/>
                  </a:cubicBezTo>
                  <a:cubicBezTo>
                    <a:pt x="205" y="174"/>
                    <a:pt x="238" y="142"/>
                    <a:pt x="266" y="143"/>
                  </a:cubicBezTo>
                  <a:cubicBezTo>
                    <a:pt x="296" y="145"/>
                    <a:pt x="328" y="166"/>
                    <a:pt x="328" y="220"/>
                  </a:cubicBezTo>
                  <a:cubicBezTo>
                    <a:pt x="328" y="271"/>
                    <a:pt x="303" y="304"/>
                    <a:pt x="264" y="304"/>
                  </a:cubicBezTo>
                  <a:cubicBezTo>
                    <a:pt x="232" y="304"/>
                    <a:pt x="205" y="275"/>
                    <a:pt x="195" y="264"/>
                  </a:cubicBezTo>
                  <a:cubicBezTo>
                    <a:pt x="164" y="264"/>
                    <a:pt x="164" y="264"/>
                    <a:pt x="164" y="264"/>
                  </a:cubicBezTo>
                  <a:cubicBezTo>
                    <a:pt x="164" y="613"/>
                    <a:pt x="164" y="613"/>
                    <a:pt x="164" y="613"/>
                  </a:cubicBezTo>
                  <a:cubicBezTo>
                    <a:pt x="164" y="619"/>
                    <a:pt x="159" y="624"/>
                    <a:pt x="153" y="624"/>
                  </a:cubicBezTo>
                  <a:cubicBezTo>
                    <a:pt x="105" y="624"/>
                    <a:pt x="105" y="624"/>
                    <a:pt x="105" y="624"/>
                  </a:cubicBezTo>
                  <a:cubicBezTo>
                    <a:pt x="102" y="624"/>
                    <a:pt x="99" y="623"/>
                    <a:pt x="97" y="621"/>
                  </a:cubicBezTo>
                  <a:cubicBezTo>
                    <a:pt x="88" y="611"/>
                    <a:pt x="59" y="587"/>
                    <a:pt x="40" y="586"/>
                  </a:cubicBezTo>
                  <a:cubicBezTo>
                    <a:pt x="31" y="585"/>
                    <a:pt x="22" y="588"/>
                    <a:pt x="16" y="594"/>
                  </a:cubicBezTo>
                  <a:cubicBezTo>
                    <a:pt x="5" y="604"/>
                    <a:pt x="0" y="622"/>
                    <a:pt x="0" y="645"/>
                  </a:cubicBezTo>
                  <a:cubicBezTo>
                    <a:pt x="0" y="683"/>
                    <a:pt x="16" y="705"/>
                    <a:pt x="46" y="705"/>
                  </a:cubicBezTo>
                  <a:cubicBezTo>
                    <a:pt x="66" y="705"/>
                    <a:pt x="96" y="675"/>
                    <a:pt x="104" y="665"/>
                  </a:cubicBezTo>
                  <a:cubicBezTo>
                    <a:pt x="106" y="662"/>
                    <a:pt x="109" y="661"/>
                    <a:pt x="113" y="661"/>
                  </a:cubicBezTo>
                  <a:cubicBezTo>
                    <a:pt x="153" y="661"/>
                    <a:pt x="153" y="661"/>
                    <a:pt x="153" y="661"/>
                  </a:cubicBezTo>
                  <a:cubicBezTo>
                    <a:pt x="159" y="661"/>
                    <a:pt x="164" y="666"/>
                    <a:pt x="164" y="672"/>
                  </a:cubicBezTo>
                  <a:cubicBezTo>
                    <a:pt x="164" y="906"/>
                    <a:pt x="164" y="906"/>
                    <a:pt x="164" y="906"/>
                  </a:cubicBezTo>
                  <a:cubicBezTo>
                    <a:pt x="207" y="808"/>
                    <a:pt x="270" y="669"/>
                    <a:pt x="318" y="573"/>
                  </a:cubicBezTo>
                  <a:cubicBezTo>
                    <a:pt x="393" y="422"/>
                    <a:pt x="418" y="329"/>
                    <a:pt x="418" y="210"/>
                  </a:cubicBezTo>
                  <a:cubicBezTo>
                    <a:pt x="418" y="156"/>
                    <a:pt x="404" y="79"/>
                    <a:pt x="376" y="0"/>
                  </a:cubicBezTo>
                  <a:lnTo>
                    <a:pt x="16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7" name="Freeform 155"/>
            <p:cNvSpPr>
              <a:spLocks/>
            </p:cNvSpPr>
            <p:nvPr/>
          </p:nvSpPr>
          <p:spPr bwMode="auto">
            <a:xfrm>
              <a:off x="5116513" y="3923206"/>
              <a:ext cx="1862138" cy="768350"/>
            </a:xfrm>
            <a:custGeom>
              <a:avLst/>
              <a:gdLst>
                <a:gd name="T0" fmla="*/ 665 w 868"/>
                <a:gd name="T1" fmla="*/ 0 h 358"/>
                <a:gd name="T2" fmla="*/ 665 w 868"/>
                <a:gd name="T3" fmla="*/ 36 h 358"/>
                <a:gd name="T4" fmla="*/ 712 w 868"/>
                <a:gd name="T5" fmla="*/ 114 h 358"/>
                <a:gd name="T6" fmla="*/ 622 w 868"/>
                <a:gd name="T7" fmla="*/ 175 h 358"/>
                <a:gd name="T8" fmla="*/ 564 w 868"/>
                <a:gd name="T9" fmla="*/ 153 h 358"/>
                <a:gd name="T10" fmla="*/ 546 w 868"/>
                <a:gd name="T11" fmla="*/ 103 h 358"/>
                <a:gd name="T12" fmla="*/ 586 w 868"/>
                <a:gd name="T13" fmla="*/ 41 h 358"/>
                <a:gd name="T14" fmla="*/ 586 w 868"/>
                <a:gd name="T15" fmla="*/ 3 h 358"/>
                <a:gd name="T16" fmla="*/ 0 w 868"/>
                <a:gd name="T17" fmla="*/ 3 h 358"/>
                <a:gd name="T18" fmla="*/ 26 w 868"/>
                <a:gd name="T19" fmla="*/ 104 h 358"/>
                <a:gd name="T20" fmla="*/ 167 w 868"/>
                <a:gd name="T21" fmla="*/ 358 h 358"/>
                <a:gd name="T22" fmla="*/ 700 w 868"/>
                <a:gd name="T23" fmla="*/ 358 h 358"/>
                <a:gd name="T24" fmla="*/ 821 w 868"/>
                <a:gd name="T25" fmla="*/ 241 h 358"/>
                <a:gd name="T26" fmla="*/ 845 w 868"/>
                <a:gd name="T27" fmla="*/ 51 h 358"/>
                <a:gd name="T28" fmla="*/ 868 w 868"/>
                <a:gd name="T29" fmla="*/ 0 h 358"/>
                <a:gd name="T30" fmla="*/ 665 w 868"/>
                <a:gd name="T31" fmla="*/ 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8" h="358">
                  <a:moveTo>
                    <a:pt x="665" y="0"/>
                  </a:moveTo>
                  <a:cubicBezTo>
                    <a:pt x="665" y="36"/>
                    <a:pt x="665" y="36"/>
                    <a:pt x="665" y="36"/>
                  </a:cubicBezTo>
                  <a:cubicBezTo>
                    <a:pt x="679" y="46"/>
                    <a:pt x="715" y="75"/>
                    <a:pt x="712" y="114"/>
                  </a:cubicBezTo>
                  <a:cubicBezTo>
                    <a:pt x="709" y="152"/>
                    <a:pt x="675" y="175"/>
                    <a:pt x="622" y="175"/>
                  </a:cubicBezTo>
                  <a:cubicBezTo>
                    <a:pt x="592" y="175"/>
                    <a:pt x="574" y="163"/>
                    <a:pt x="564" y="153"/>
                  </a:cubicBezTo>
                  <a:cubicBezTo>
                    <a:pt x="552" y="139"/>
                    <a:pt x="545" y="121"/>
                    <a:pt x="546" y="103"/>
                  </a:cubicBezTo>
                  <a:cubicBezTo>
                    <a:pt x="548" y="77"/>
                    <a:pt x="575" y="51"/>
                    <a:pt x="586" y="41"/>
                  </a:cubicBezTo>
                  <a:cubicBezTo>
                    <a:pt x="586" y="3"/>
                    <a:pt x="586" y="3"/>
                    <a:pt x="586" y="3"/>
                  </a:cubicBezTo>
                  <a:cubicBezTo>
                    <a:pt x="0" y="3"/>
                    <a:pt x="0" y="3"/>
                    <a:pt x="0" y="3"/>
                  </a:cubicBezTo>
                  <a:cubicBezTo>
                    <a:pt x="16" y="45"/>
                    <a:pt x="26" y="81"/>
                    <a:pt x="26" y="104"/>
                  </a:cubicBezTo>
                  <a:cubicBezTo>
                    <a:pt x="18" y="303"/>
                    <a:pt x="126" y="358"/>
                    <a:pt x="167" y="358"/>
                  </a:cubicBezTo>
                  <a:cubicBezTo>
                    <a:pt x="315" y="358"/>
                    <a:pt x="651" y="358"/>
                    <a:pt x="700" y="358"/>
                  </a:cubicBezTo>
                  <a:cubicBezTo>
                    <a:pt x="750" y="358"/>
                    <a:pt x="799" y="291"/>
                    <a:pt x="821" y="241"/>
                  </a:cubicBezTo>
                  <a:cubicBezTo>
                    <a:pt x="844" y="190"/>
                    <a:pt x="829" y="88"/>
                    <a:pt x="845" y="51"/>
                  </a:cubicBezTo>
                  <a:cubicBezTo>
                    <a:pt x="849" y="43"/>
                    <a:pt x="857" y="25"/>
                    <a:pt x="868" y="0"/>
                  </a:cubicBezTo>
                  <a:lnTo>
                    <a:pt x="665"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8" name="Freeform 156"/>
            <p:cNvSpPr>
              <a:spLocks/>
            </p:cNvSpPr>
            <p:nvPr/>
          </p:nvSpPr>
          <p:spPr bwMode="auto">
            <a:xfrm>
              <a:off x="4314825" y="1197469"/>
              <a:ext cx="1071563" cy="2535238"/>
            </a:xfrm>
            <a:custGeom>
              <a:avLst/>
              <a:gdLst>
                <a:gd name="T0" fmla="*/ 334 w 500"/>
                <a:gd name="T1" fmla="*/ 970 h 1182"/>
                <a:gd name="T2" fmla="*/ 345 w 500"/>
                <a:gd name="T3" fmla="*/ 959 h 1182"/>
                <a:gd name="T4" fmla="*/ 398 w 500"/>
                <a:gd name="T5" fmla="*/ 959 h 1182"/>
                <a:gd name="T6" fmla="*/ 409 w 500"/>
                <a:gd name="T7" fmla="*/ 967 h 1182"/>
                <a:gd name="T8" fmla="*/ 457 w 500"/>
                <a:gd name="T9" fmla="*/ 1001 h 1182"/>
                <a:gd name="T10" fmla="*/ 486 w 500"/>
                <a:gd name="T11" fmla="*/ 992 h 1182"/>
                <a:gd name="T12" fmla="*/ 500 w 500"/>
                <a:gd name="T13" fmla="*/ 943 h 1182"/>
                <a:gd name="T14" fmla="*/ 460 w 500"/>
                <a:gd name="T15" fmla="*/ 881 h 1182"/>
                <a:gd name="T16" fmla="*/ 405 w 500"/>
                <a:gd name="T17" fmla="*/ 917 h 1182"/>
                <a:gd name="T18" fmla="*/ 395 w 500"/>
                <a:gd name="T19" fmla="*/ 924 h 1182"/>
                <a:gd name="T20" fmla="*/ 347 w 500"/>
                <a:gd name="T21" fmla="*/ 924 h 1182"/>
                <a:gd name="T22" fmla="*/ 336 w 500"/>
                <a:gd name="T23" fmla="*/ 913 h 1182"/>
                <a:gd name="T24" fmla="*/ 336 w 500"/>
                <a:gd name="T25" fmla="*/ 783 h 1182"/>
                <a:gd name="T26" fmla="*/ 334 w 500"/>
                <a:gd name="T27" fmla="*/ 778 h 1182"/>
                <a:gd name="T28" fmla="*/ 336 w 500"/>
                <a:gd name="T29" fmla="*/ 772 h 1182"/>
                <a:gd name="T30" fmla="*/ 336 w 500"/>
                <a:gd name="T31" fmla="*/ 0 h 1182"/>
                <a:gd name="T32" fmla="*/ 134 w 500"/>
                <a:gd name="T33" fmla="*/ 281 h 1182"/>
                <a:gd name="T34" fmla="*/ 221 w 500"/>
                <a:gd name="T35" fmla="*/ 959 h 1182"/>
                <a:gd name="T36" fmla="*/ 334 w 500"/>
                <a:gd name="T37" fmla="*/ 1182 h 1182"/>
                <a:gd name="T38" fmla="*/ 334 w 500"/>
                <a:gd name="T39" fmla="*/ 970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0" h="1182">
                  <a:moveTo>
                    <a:pt x="334" y="970"/>
                  </a:moveTo>
                  <a:cubicBezTo>
                    <a:pt x="334" y="964"/>
                    <a:pt x="339" y="959"/>
                    <a:pt x="345" y="959"/>
                  </a:cubicBezTo>
                  <a:cubicBezTo>
                    <a:pt x="398" y="959"/>
                    <a:pt x="398" y="959"/>
                    <a:pt x="398" y="959"/>
                  </a:cubicBezTo>
                  <a:cubicBezTo>
                    <a:pt x="403" y="959"/>
                    <a:pt x="407" y="963"/>
                    <a:pt x="409" y="967"/>
                  </a:cubicBezTo>
                  <a:cubicBezTo>
                    <a:pt x="409" y="969"/>
                    <a:pt x="418" y="999"/>
                    <a:pt x="457" y="1001"/>
                  </a:cubicBezTo>
                  <a:cubicBezTo>
                    <a:pt x="470" y="1001"/>
                    <a:pt x="479" y="998"/>
                    <a:pt x="486" y="992"/>
                  </a:cubicBezTo>
                  <a:cubicBezTo>
                    <a:pt x="495" y="983"/>
                    <a:pt x="500" y="966"/>
                    <a:pt x="500" y="943"/>
                  </a:cubicBezTo>
                  <a:cubicBezTo>
                    <a:pt x="500" y="907"/>
                    <a:pt x="493" y="882"/>
                    <a:pt x="460" y="881"/>
                  </a:cubicBezTo>
                  <a:cubicBezTo>
                    <a:pt x="420" y="880"/>
                    <a:pt x="406" y="916"/>
                    <a:pt x="405" y="917"/>
                  </a:cubicBezTo>
                  <a:cubicBezTo>
                    <a:pt x="403" y="921"/>
                    <a:pt x="399" y="924"/>
                    <a:pt x="395" y="924"/>
                  </a:cubicBezTo>
                  <a:cubicBezTo>
                    <a:pt x="347" y="924"/>
                    <a:pt x="347" y="924"/>
                    <a:pt x="347" y="924"/>
                  </a:cubicBezTo>
                  <a:cubicBezTo>
                    <a:pt x="341" y="924"/>
                    <a:pt x="336" y="919"/>
                    <a:pt x="336" y="913"/>
                  </a:cubicBezTo>
                  <a:cubicBezTo>
                    <a:pt x="336" y="783"/>
                    <a:pt x="336" y="783"/>
                    <a:pt x="336" y="783"/>
                  </a:cubicBezTo>
                  <a:cubicBezTo>
                    <a:pt x="335" y="782"/>
                    <a:pt x="334" y="780"/>
                    <a:pt x="334" y="778"/>
                  </a:cubicBezTo>
                  <a:cubicBezTo>
                    <a:pt x="334" y="776"/>
                    <a:pt x="335" y="774"/>
                    <a:pt x="336" y="772"/>
                  </a:cubicBezTo>
                  <a:cubicBezTo>
                    <a:pt x="336" y="0"/>
                    <a:pt x="336" y="0"/>
                    <a:pt x="336" y="0"/>
                  </a:cubicBezTo>
                  <a:cubicBezTo>
                    <a:pt x="254" y="67"/>
                    <a:pt x="182" y="159"/>
                    <a:pt x="134" y="281"/>
                  </a:cubicBezTo>
                  <a:cubicBezTo>
                    <a:pt x="0" y="619"/>
                    <a:pt x="191" y="899"/>
                    <a:pt x="221" y="959"/>
                  </a:cubicBezTo>
                  <a:cubicBezTo>
                    <a:pt x="238" y="992"/>
                    <a:pt x="290" y="1088"/>
                    <a:pt x="334" y="1182"/>
                  </a:cubicBezTo>
                  <a:lnTo>
                    <a:pt x="334" y="97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9" name="Freeform 157"/>
            <p:cNvSpPr>
              <a:spLocks/>
            </p:cNvSpPr>
            <p:nvPr/>
          </p:nvSpPr>
          <p:spPr bwMode="auto">
            <a:xfrm>
              <a:off x="5081588" y="1845169"/>
              <a:ext cx="928688" cy="996950"/>
            </a:xfrm>
            <a:custGeom>
              <a:avLst/>
              <a:gdLst>
                <a:gd name="T0" fmla="*/ 433 w 433"/>
                <a:gd name="T1" fmla="*/ 3 h 465"/>
                <a:gd name="T2" fmla="*/ 256 w 433"/>
                <a:gd name="T3" fmla="*/ 3 h 465"/>
                <a:gd name="T4" fmla="*/ 255 w 433"/>
                <a:gd name="T5" fmla="*/ 34 h 465"/>
                <a:gd name="T6" fmla="*/ 301 w 433"/>
                <a:gd name="T7" fmla="*/ 105 h 465"/>
                <a:gd name="T8" fmla="*/ 213 w 433"/>
                <a:gd name="T9" fmla="*/ 172 h 465"/>
                <a:gd name="T10" fmla="*/ 139 w 433"/>
                <a:gd name="T11" fmla="*/ 98 h 465"/>
                <a:gd name="T12" fmla="*/ 175 w 433"/>
                <a:gd name="T13" fmla="*/ 39 h 465"/>
                <a:gd name="T14" fmla="*/ 175 w 433"/>
                <a:gd name="T15" fmla="*/ 0 h 465"/>
                <a:gd name="T16" fmla="*/ 0 w 433"/>
                <a:gd name="T17" fmla="*/ 0 h 465"/>
                <a:gd name="T18" fmla="*/ 0 w 433"/>
                <a:gd name="T19" fmla="*/ 465 h 465"/>
                <a:gd name="T20" fmla="*/ 433 w 433"/>
                <a:gd name="T21" fmla="*/ 465 h 465"/>
                <a:gd name="T22" fmla="*/ 433 w 433"/>
                <a:gd name="T23" fmla="*/ 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3" h="465">
                  <a:moveTo>
                    <a:pt x="433" y="3"/>
                  </a:moveTo>
                  <a:cubicBezTo>
                    <a:pt x="256" y="3"/>
                    <a:pt x="256" y="3"/>
                    <a:pt x="256" y="3"/>
                  </a:cubicBezTo>
                  <a:cubicBezTo>
                    <a:pt x="255" y="34"/>
                    <a:pt x="255" y="34"/>
                    <a:pt x="255" y="34"/>
                  </a:cubicBezTo>
                  <a:cubicBezTo>
                    <a:pt x="270" y="42"/>
                    <a:pt x="302" y="63"/>
                    <a:pt x="301" y="105"/>
                  </a:cubicBezTo>
                  <a:cubicBezTo>
                    <a:pt x="300" y="142"/>
                    <a:pt x="261" y="172"/>
                    <a:pt x="213" y="172"/>
                  </a:cubicBezTo>
                  <a:cubicBezTo>
                    <a:pt x="165" y="172"/>
                    <a:pt x="139" y="134"/>
                    <a:pt x="139" y="98"/>
                  </a:cubicBezTo>
                  <a:cubicBezTo>
                    <a:pt x="139" y="70"/>
                    <a:pt x="164" y="47"/>
                    <a:pt x="175" y="39"/>
                  </a:cubicBezTo>
                  <a:cubicBezTo>
                    <a:pt x="175" y="0"/>
                    <a:pt x="175" y="0"/>
                    <a:pt x="175" y="0"/>
                  </a:cubicBezTo>
                  <a:cubicBezTo>
                    <a:pt x="0" y="0"/>
                    <a:pt x="0" y="0"/>
                    <a:pt x="0" y="0"/>
                  </a:cubicBezTo>
                  <a:cubicBezTo>
                    <a:pt x="0" y="465"/>
                    <a:pt x="0" y="465"/>
                    <a:pt x="0" y="465"/>
                  </a:cubicBezTo>
                  <a:cubicBezTo>
                    <a:pt x="433" y="465"/>
                    <a:pt x="433" y="465"/>
                    <a:pt x="433" y="465"/>
                  </a:cubicBezTo>
                  <a:lnTo>
                    <a:pt x="433" y="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211" name="Freeform 169"/>
            <p:cNvSpPr>
              <a:spLocks/>
            </p:cNvSpPr>
            <p:nvPr/>
          </p:nvSpPr>
          <p:spPr bwMode="auto">
            <a:xfrm>
              <a:off x="5348288" y="4691556"/>
              <a:ext cx="1376363" cy="1262063"/>
            </a:xfrm>
            <a:custGeom>
              <a:avLst/>
              <a:gdLst>
                <a:gd name="T0" fmla="*/ 7 w 642"/>
                <a:gd name="T1" fmla="*/ 0 h 589"/>
                <a:gd name="T2" fmla="*/ 627 w 642"/>
                <a:gd name="T3" fmla="*/ 0 h 589"/>
                <a:gd name="T4" fmla="*/ 627 w 642"/>
                <a:gd name="T5" fmla="*/ 51 h 589"/>
                <a:gd name="T6" fmla="*/ 642 w 642"/>
                <a:gd name="T7" fmla="*/ 82 h 589"/>
                <a:gd name="T8" fmla="*/ 612 w 642"/>
                <a:gd name="T9" fmla="*/ 129 h 589"/>
                <a:gd name="T10" fmla="*/ 637 w 642"/>
                <a:gd name="T11" fmla="*/ 171 h 589"/>
                <a:gd name="T12" fmla="*/ 612 w 642"/>
                <a:gd name="T13" fmla="*/ 225 h 589"/>
                <a:gd name="T14" fmla="*/ 635 w 642"/>
                <a:gd name="T15" fmla="*/ 261 h 589"/>
                <a:gd name="T16" fmla="*/ 612 w 642"/>
                <a:gd name="T17" fmla="*/ 306 h 589"/>
                <a:gd name="T18" fmla="*/ 635 w 642"/>
                <a:gd name="T19" fmla="*/ 347 h 589"/>
                <a:gd name="T20" fmla="*/ 610 w 642"/>
                <a:gd name="T21" fmla="*/ 394 h 589"/>
                <a:gd name="T22" fmla="*/ 626 w 642"/>
                <a:gd name="T23" fmla="*/ 424 h 589"/>
                <a:gd name="T24" fmla="*/ 575 w 642"/>
                <a:gd name="T25" fmla="*/ 495 h 589"/>
                <a:gd name="T26" fmla="*/ 467 w 642"/>
                <a:gd name="T27" fmla="*/ 589 h 589"/>
                <a:gd name="T28" fmla="*/ 174 w 642"/>
                <a:gd name="T29" fmla="*/ 589 h 589"/>
                <a:gd name="T30" fmla="*/ 39 w 642"/>
                <a:gd name="T31" fmla="*/ 476 h 589"/>
                <a:gd name="T32" fmla="*/ 32 w 642"/>
                <a:gd name="T33" fmla="*/ 429 h 589"/>
                <a:gd name="T34" fmla="*/ 2 w 642"/>
                <a:gd name="T35" fmla="*/ 389 h 589"/>
                <a:gd name="T36" fmla="*/ 26 w 642"/>
                <a:gd name="T37" fmla="*/ 355 h 589"/>
                <a:gd name="T38" fmla="*/ 2 w 642"/>
                <a:gd name="T39" fmla="*/ 295 h 589"/>
                <a:gd name="T40" fmla="*/ 23 w 642"/>
                <a:gd name="T41" fmla="*/ 258 h 589"/>
                <a:gd name="T42" fmla="*/ 5 w 642"/>
                <a:gd name="T43" fmla="*/ 214 h 589"/>
                <a:gd name="T44" fmla="*/ 24 w 642"/>
                <a:gd name="T45" fmla="*/ 168 h 589"/>
                <a:gd name="T46" fmla="*/ 2 w 642"/>
                <a:gd name="T47" fmla="*/ 120 h 589"/>
                <a:gd name="T48" fmla="*/ 7 w 642"/>
                <a:gd name="T49" fmla="*/ 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2" h="589">
                  <a:moveTo>
                    <a:pt x="7" y="0"/>
                  </a:moveTo>
                  <a:cubicBezTo>
                    <a:pt x="627" y="0"/>
                    <a:pt x="627" y="0"/>
                    <a:pt x="627" y="0"/>
                  </a:cubicBezTo>
                  <a:cubicBezTo>
                    <a:pt x="627" y="51"/>
                    <a:pt x="627" y="51"/>
                    <a:pt x="627" y="51"/>
                  </a:cubicBezTo>
                  <a:cubicBezTo>
                    <a:pt x="627" y="51"/>
                    <a:pt x="642" y="62"/>
                    <a:pt x="642" y="82"/>
                  </a:cubicBezTo>
                  <a:cubicBezTo>
                    <a:pt x="642" y="101"/>
                    <a:pt x="612" y="115"/>
                    <a:pt x="612" y="129"/>
                  </a:cubicBezTo>
                  <a:cubicBezTo>
                    <a:pt x="612" y="144"/>
                    <a:pt x="637" y="152"/>
                    <a:pt x="637" y="171"/>
                  </a:cubicBezTo>
                  <a:cubicBezTo>
                    <a:pt x="637" y="190"/>
                    <a:pt x="610" y="206"/>
                    <a:pt x="612" y="225"/>
                  </a:cubicBezTo>
                  <a:cubicBezTo>
                    <a:pt x="613" y="244"/>
                    <a:pt x="637" y="246"/>
                    <a:pt x="635" y="261"/>
                  </a:cubicBezTo>
                  <a:cubicBezTo>
                    <a:pt x="634" y="277"/>
                    <a:pt x="612" y="292"/>
                    <a:pt x="612" y="306"/>
                  </a:cubicBezTo>
                  <a:cubicBezTo>
                    <a:pt x="612" y="320"/>
                    <a:pt x="635" y="331"/>
                    <a:pt x="635" y="347"/>
                  </a:cubicBezTo>
                  <a:cubicBezTo>
                    <a:pt x="635" y="363"/>
                    <a:pt x="612" y="378"/>
                    <a:pt x="610" y="394"/>
                  </a:cubicBezTo>
                  <a:cubicBezTo>
                    <a:pt x="608" y="409"/>
                    <a:pt x="626" y="413"/>
                    <a:pt x="626" y="424"/>
                  </a:cubicBezTo>
                  <a:cubicBezTo>
                    <a:pt x="626" y="435"/>
                    <a:pt x="618" y="459"/>
                    <a:pt x="575" y="495"/>
                  </a:cubicBezTo>
                  <a:cubicBezTo>
                    <a:pt x="532" y="532"/>
                    <a:pt x="467" y="589"/>
                    <a:pt x="467" y="589"/>
                  </a:cubicBezTo>
                  <a:cubicBezTo>
                    <a:pt x="174" y="589"/>
                    <a:pt x="174" y="589"/>
                    <a:pt x="174" y="589"/>
                  </a:cubicBezTo>
                  <a:cubicBezTo>
                    <a:pt x="39" y="476"/>
                    <a:pt x="39" y="476"/>
                    <a:pt x="39" y="476"/>
                  </a:cubicBezTo>
                  <a:cubicBezTo>
                    <a:pt x="35" y="462"/>
                    <a:pt x="35" y="438"/>
                    <a:pt x="32" y="429"/>
                  </a:cubicBezTo>
                  <a:cubicBezTo>
                    <a:pt x="29" y="419"/>
                    <a:pt x="2" y="405"/>
                    <a:pt x="2" y="389"/>
                  </a:cubicBezTo>
                  <a:cubicBezTo>
                    <a:pt x="2" y="373"/>
                    <a:pt x="26" y="366"/>
                    <a:pt x="26" y="355"/>
                  </a:cubicBezTo>
                  <a:cubicBezTo>
                    <a:pt x="26" y="344"/>
                    <a:pt x="0" y="316"/>
                    <a:pt x="2" y="295"/>
                  </a:cubicBezTo>
                  <a:cubicBezTo>
                    <a:pt x="3" y="274"/>
                    <a:pt x="21" y="269"/>
                    <a:pt x="23" y="258"/>
                  </a:cubicBezTo>
                  <a:cubicBezTo>
                    <a:pt x="24" y="247"/>
                    <a:pt x="5" y="230"/>
                    <a:pt x="5" y="214"/>
                  </a:cubicBezTo>
                  <a:cubicBezTo>
                    <a:pt x="5" y="198"/>
                    <a:pt x="24" y="182"/>
                    <a:pt x="24" y="168"/>
                  </a:cubicBezTo>
                  <a:cubicBezTo>
                    <a:pt x="24" y="153"/>
                    <a:pt x="3" y="144"/>
                    <a:pt x="2" y="120"/>
                  </a:cubicBezTo>
                  <a:cubicBezTo>
                    <a:pt x="0" y="96"/>
                    <a:pt x="7" y="0"/>
                    <a:pt x="7"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212" name="Freeform 170"/>
            <p:cNvSpPr>
              <a:spLocks/>
            </p:cNvSpPr>
            <p:nvPr/>
          </p:nvSpPr>
          <p:spPr bwMode="auto">
            <a:xfrm>
              <a:off x="5734050" y="5993306"/>
              <a:ext cx="569913" cy="76200"/>
            </a:xfrm>
            <a:custGeom>
              <a:avLst/>
              <a:gdLst>
                <a:gd name="T0" fmla="*/ 0 w 266"/>
                <a:gd name="T1" fmla="*/ 0 h 36"/>
                <a:gd name="T2" fmla="*/ 266 w 266"/>
                <a:gd name="T3" fmla="*/ 0 h 36"/>
                <a:gd name="T4" fmla="*/ 223 w 266"/>
                <a:gd name="T5" fmla="*/ 36 h 36"/>
                <a:gd name="T6" fmla="*/ 50 w 266"/>
                <a:gd name="T7" fmla="*/ 36 h 36"/>
                <a:gd name="T8" fmla="*/ 0 w 266"/>
                <a:gd name="T9" fmla="*/ 0 h 36"/>
              </a:gdLst>
              <a:ahLst/>
              <a:cxnLst>
                <a:cxn ang="0">
                  <a:pos x="T0" y="T1"/>
                </a:cxn>
                <a:cxn ang="0">
                  <a:pos x="T2" y="T3"/>
                </a:cxn>
                <a:cxn ang="0">
                  <a:pos x="T4" y="T5"/>
                </a:cxn>
                <a:cxn ang="0">
                  <a:pos x="T6" y="T7"/>
                </a:cxn>
                <a:cxn ang="0">
                  <a:pos x="T8" y="T9"/>
                </a:cxn>
              </a:cxnLst>
              <a:rect l="0" t="0" r="r" b="b"/>
              <a:pathLst>
                <a:path w="266" h="36">
                  <a:moveTo>
                    <a:pt x="0" y="0"/>
                  </a:moveTo>
                  <a:cubicBezTo>
                    <a:pt x="266" y="0"/>
                    <a:pt x="266" y="0"/>
                    <a:pt x="266" y="0"/>
                  </a:cubicBezTo>
                  <a:cubicBezTo>
                    <a:pt x="266" y="0"/>
                    <a:pt x="237" y="36"/>
                    <a:pt x="223" y="36"/>
                  </a:cubicBezTo>
                  <a:cubicBezTo>
                    <a:pt x="209" y="36"/>
                    <a:pt x="62" y="36"/>
                    <a:pt x="50" y="36"/>
                  </a:cubicBezTo>
                  <a:cubicBezTo>
                    <a:pt x="37" y="36"/>
                    <a:pt x="0" y="0"/>
                    <a:pt x="0"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grpSp>
      <p:sp>
        <p:nvSpPr>
          <p:cNvPr id="13" name="TextBox 12"/>
          <p:cNvSpPr txBox="1"/>
          <p:nvPr/>
        </p:nvSpPr>
        <p:spPr>
          <a:xfrm>
            <a:off x="8026959" y="4198287"/>
            <a:ext cx="88012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4" name="TextBox 13"/>
          <p:cNvSpPr txBox="1"/>
          <p:nvPr/>
        </p:nvSpPr>
        <p:spPr>
          <a:xfrm>
            <a:off x="8017293"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6" name="TextBox 15"/>
          <p:cNvSpPr txBox="1"/>
          <p:nvPr/>
        </p:nvSpPr>
        <p:spPr>
          <a:xfrm>
            <a:off x="8691980"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7" name="TextBox 16"/>
          <p:cNvSpPr txBox="1"/>
          <p:nvPr/>
        </p:nvSpPr>
        <p:spPr>
          <a:xfrm>
            <a:off x="8691980"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8" name="TextBox 17"/>
          <p:cNvSpPr txBox="1"/>
          <p:nvPr/>
        </p:nvSpPr>
        <p:spPr>
          <a:xfrm>
            <a:off x="7906501"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20" name="TextBox 19"/>
          <p:cNvSpPr txBox="1"/>
          <p:nvPr/>
        </p:nvSpPr>
        <p:spPr>
          <a:xfrm>
            <a:off x="7093702" y="2230671"/>
            <a:ext cx="623888" cy="477054"/>
          </a:xfrm>
          <a:prstGeom prst="rect">
            <a:avLst/>
          </a:prstGeom>
          <a:noFill/>
          <a:ln>
            <a:noFill/>
          </a:ln>
        </p:spPr>
        <p:txBody>
          <a:bodyPr wrap="square" rtlCol="0">
            <a:spAutoFit/>
          </a:bodyPr>
          <a:lstStyle/>
          <a:p>
            <a:pPr algn="ctr" fontAlgn="auto">
              <a:spcBef>
                <a:spcPts val="0"/>
              </a:spcBef>
              <a:spcAft>
                <a:spcPts val="0"/>
              </a:spcAft>
            </a:pPr>
            <a:r>
              <a:rPr lang="en-US" sz="2500" dirty="0" smtClean="0">
                <a:solidFill>
                  <a:prstClr val="white"/>
                </a:solidFill>
                <a:latin typeface="FontAwesome" pitchFamily="2" charset="0"/>
              </a:rPr>
              <a:t></a:t>
            </a:r>
            <a:endParaRPr lang="en-US" sz="2500" dirty="0">
              <a:solidFill>
                <a:prstClr val="white"/>
              </a:solidFill>
              <a:latin typeface="Calibri Light" panose="020F0302020204030204"/>
            </a:endParaRPr>
          </a:p>
        </p:txBody>
      </p:sp>
      <p:sp>
        <p:nvSpPr>
          <p:cNvPr id="23" name="TextBox 22"/>
          <p:cNvSpPr txBox="1"/>
          <p:nvPr/>
        </p:nvSpPr>
        <p:spPr>
          <a:xfrm>
            <a:off x="601662" y="2519974"/>
            <a:ext cx="7496593" cy="2616101"/>
          </a:xfrm>
          <a:prstGeom prst="rect">
            <a:avLst/>
          </a:prstGeom>
          <a:noFill/>
        </p:spPr>
        <p:txBody>
          <a:bodyPr wrap="square" rtlCol="0">
            <a:spAutoFit/>
          </a:bodyPr>
          <a:lstStyle/>
          <a:p>
            <a:pPr marL="514350" indent="-514350" algn="r" rtl="1">
              <a:buFont typeface="+mj-lt"/>
              <a:buAutoNum type="arabicPeriod"/>
            </a:pPr>
            <a:r>
              <a:rPr lang="ar-JO" sz="3600" b="1" u="sng" dirty="0"/>
              <a:t>. ما المقصود بالجامعة الافتراضية</a:t>
            </a:r>
            <a:r>
              <a:rPr lang="ar-JO" sz="3200" b="1" dirty="0" smtClean="0"/>
              <a:t>؟</a:t>
            </a:r>
            <a:endParaRPr lang="ar-SA" sz="3200" b="1" dirty="0" smtClean="0"/>
          </a:p>
          <a:p>
            <a:pPr algn="r" rtl="1"/>
            <a:endParaRPr lang="en-US" sz="3200" dirty="0"/>
          </a:p>
          <a:p>
            <a:pPr rtl="1"/>
            <a:r>
              <a:rPr lang="ar-JO" sz="3200" b="1" dirty="0"/>
              <a:t>تعد جامعة جوتر في دنفر كلورادو، أول جامعة افتراضيه متكاملة ومقبولة في العالم، وقد نجحت في تقديم أكثر من 600 مادة دراسة بالاعتماد على شبكة الإنترنت</a:t>
            </a:r>
            <a:endParaRPr lang="en-US" sz="3200" b="1" dirty="0"/>
          </a:p>
        </p:txBody>
      </p:sp>
      <p:sp>
        <p:nvSpPr>
          <p:cNvPr id="30" name="Title 2"/>
          <p:cNvSpPr txBox="1">
            <a:spLocks/>
          </p:cNvSpPr>
          <p:nvPr/>
        </p:nvSpPr>
        <p:spPr>
          <a:xfrm>
            <a:off x="1104900" y="201126"/>
            <a:ext cx="10670333" cy="830923"/>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r" rtl="1"/>
            <a:r>
              <a:rPr lang="ar-JO" sz="4000" u="sng" dirty="0">
                <a:solidFill>
                  <a:schemeClr val="accent2"/>
                </a:solidFill>
              </a:rPr>
              <a:t>ج- الجامعة الافتراضية </a:t>
            </a:r>
            <a:r>
              <a:rPr lang="en-US" sz="4000" u="sng" dirty="0">
                <a:solidFill>
                  <a:schemeClr val="accent2"/>
                </a:solidFill>
              </a:rPr>
              <a:t>virtual university </a:t>
            </a:r>
          </a:p>
        </p:txBody>
      </p:sp>
      <p:sp>
        <p:nvSpPr>
          <p:cNvPr id="2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99779455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750"/>
                            </p:stCondLst>
                            <p:childTnLst>
                              <p:par>
                                <p:cTn id="9" presetID="10" presetClass="entr" presetSubtype="0" fill="hold" nodeType="afterEffect">
                                  <p:stCondLst>
                                    <p:cond delay="250"/>
                                  </p:stCondLst>
                                  <p:childTnLst>
                                    <p:set>
                                      <p:cBhvr>
                                        <p:cTn id="10" dur="1" fill="hold">
                                          <p:stCondLst>
                                            <p:cond delay="0"/>
                                          </p:stCondLst>
                                        </p:cTn>
                                        <p:tgtEl>
                                          <p:spTgt spid="3221"/>
                                        </p:tgtEl>
                                        <p:attrNameLst>
                                          <p:attrName>style.visibility</p:attrName>
                                        </p:attrNameLst>
                                      </p:cBhvr>
                                      <p:to>
                                        <p:strVal val="visible"/>
                                      </p:to>
                                    </p:set>
                                    <p:animEffect transition="in" filter="fade">
                                      <p:cBhvr>
                                        <p:cTn id="11" dur="500"/>
                                        <p:tgtEl>
                                          <p:spTgt spid="3221"/>
                                        </p:tgtEl>
                                      </p:cBhvr>
                                    </p:animEffect>
                                  </p:childTnLst>
                                </p:cTn>
                              </p:par>
                            </p:childTnLst>
                          </p:cTn>
                        </p:par>
                        <p:par>
                          <p:cTn id="12" fill="hold">
                            <p:stCondLst>
                              <p:cond delay="1500"/>
                            </p:stCondLst>
                            <p:childTnLst>
                              <p:par>
                                <p:cTn id="13" presetID="10" presetClass="entr" presetSubtype="0" fill="hold" grpId="0" nodeType="afterEffect">
                                  <p:stCondLst>
                                    <p:cond delay="25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30"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7093702" y="2230671"/>
            <a:ext cx="623888" cy="477054"/>
          </a:xfrm>
          <a:prstGeom prst="rect">
            <a:avLst/>
          </a:prstGeom>
          <a:noFill/>
          <a:ln>
            <a:noFill/>
          </a:ln>
        </p:spPr>
        <p:txBody>
          <a:bodyPr wrap="square" rtlCol="0">
            <a:spAutoFit/>
          </a:bodyPr>
          <a:lstStyle/>
          <a:p>
            <a:pPr algn="ctr" fontAlgn="auto">
              <a:spcBef>
                <a:spcPts val="0"/>
              </a:spcBef>
              <a:spcAft>
                <a:spcPts val="0"/>
              </a:spcAft>
            </a:pPr>
            <a:r>
              <a:rPr lang="en-US" sz="2500" dirty="0" smtClean="0">
                <a:solidFill>
                  <a:prstClr val="white"/>
                </a:solidFill>
                <a:latin typeface="FontAwesome" pitchFamily="2" charset="0"/>
              </a:rPr>
              <a:t></a:t>
            </a:r>
            <a:endParaRPr lang="en-US" sz="2500" dirty="0">
              <a:solidFill>
                <a:prstClr val="white"/>
              </a:solidFill>
              <a:latin typeface="Calibri Light" panose="020F0302020204030204"/>
            </a:endParaRPr>
          </a:p>
        </p:txBody>
      </p:sp>
      <p:sp>
        <p:nvSpPr>
          <p:cNvPr id="23" name="TextBox 22"/>
          <p:cNvSpPr txBox="1"/>
          <p:nvPr/>
        </p:nvSpPr>
        <p:spPr>
          <a:xfrm>
            <a:off x="3943822" y="2266642"/>
            <a:ext cx="7831412" cy="2554545"/>
          </a:xfrm>
          <a:prstGeom prst="rect">
            <a:avLst/>
          </a:prstGeom>
          <a:noFill/>
        </p:spPr>
        <p:txBody>
          <a:bodyPr wrap="square" rtlCol="0">
            <a:spAutoFit/>
          </a:bodyPr>
          <a:lstStyle/>
          <a:p>
            <a:pPr algn="ctr" rtl="1"/>
            <a:r>
              <a:rPr lang="ar-JO" sz="3200" b="1" dirty="0" smtClean="0"/>
              <a:t>فقد </a:t>
            </a:r>
            <a:r>
              <a:rPr lang="ar-JO" sz="3200" b="1" dirty="0"/>
              <a:t>عرفها (العريني، 2002) على أنها : "مؤسسة أكاديمية تهدف إلى تأمين أعلى مستويات التعليم العالي للطلاب في أماكن إقامتهم بوساطة الشبكة العالمية، وذلك عن طريق إنشاء بيئة تعليمية إلكترونية متكاملة تعتمد على شبكة متطورة". </a:t>
            </a:r>
            <a:endParaRPr lang="en-US" sz="3200" b="1" dirty="0"/>
          </a:p>
        </p:txBody>
      </p:sp>
      <p:sp>
        <p:nvSpPr>
          <p:cNvPr id="30" name="Title 2"/>
          <p:cNvSpPr txBox="1">
            <a:spLocks/>
          </p:cNvSpPr>
          <p:nvPr/>
        </p:nvSpPr>
        <p:spPr>
          <a:xfrm>
            <a:off x="1104900" y="201126"/>
            <a:ext cx="10670333" cy="830923"/>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r" rtl="1"/>
            <a:r>
              <a:rPr lang="ar-JO" sz="4000" u="sng" dirty="0">
                <a:solidFill>
                  <a:schemeClr val="accent2"/>
                </a:solidFill>
              </a:rPr>
              <a:t>ج- الجامعة الافتراضية </a:t>
            </a:r>
            <a:r>
              <a:rPr lang="en-US" sz="4000" u="sng" dirty="0">
                <a:solidFill>
                  <a:schemeClr val="accent2"/>
                </a:solidFill>
              </a:rPr>
              <a:t>virtual university </a:t>
            </a:r>
          </a:p>
        </p:txBody>
      </p:sp>
      <p:grpSp>
        <p:nvGrpSpPr>
          <p:cNvPr id="21" name="Group 20"/>
          <p:cNvGrpSpPr>
            <a:grpSpLocks noChangeAspect="1"/>
          </p:cNvGrpSpPr>
          <p:nvPr/>
        </p:nvGrpSpPr>
        <p:grpSpPr>
          <a:xfrm>
            <a:off x="491480" y="1313329"/>
            <a:ext cx="3474618" cy="4803720"/>
            <a:chOff x="1270242" y="2227041"/>
            <a:chExt cx="2976954" cy="4115691"/>
          </a:xfrm>
        </p:grpSpPr>
        <p:grpSp>
          <p:nvGrpSpPr>
            <p:cNvPr id="22" name="Group 21"/>
            <p:cNvGrpSpPr/>
            <p:nvPr/>
          </p:nvGrpSpPr>
          <p:grpSpPr>
            <a:xfrm flipH="1">
              <a:off x="1437626" y="2230502"/>
              <a:ext cx="2634844" cy="4112230"/>
              <a:chOff x="-6707188" y="-431800"/>
              <a:chExt cx="5697538" cy="9431338"/>
            </a:xfrm>
            <a:solidFill>
              <a:srgbClr val="ED7D31"/>
            </a:solidFill>
          </p:grpSpPr>
          <p:sp>
            <p:nvSpPr>
              <p:cNvPr id="246" name="Freeform 5"/>
              <p:cNvSpPr>
                <a:spLocks/>
              </p:cNvSpPr>
              <p:nvPr/>
            </p:nvSpPr>
            <p:spPr bwMode="auto">
              <a:xfrm>
                <a:off x="-5016500" y="7881938"/>
                <a:ext cx="474663" cy="404813"/>
              </a:xfrm>
              <a:custGeom>
                <a:avLst/>
                <a:gdLst>
                  <a:gd name="T0" fmla="*/ 31 w 299"/>
                  <a:gd name="T1" fmla="*/ 255 h 255"/>
                  <a:gd name="T2" fmla="*/ 83 w 299"/>
                  <a:gd name="T3" fmla="*/ 198 h 255"/>
                  <a:gd name="T4" fmla="*/ 299 w 299"/>
                  <a:gd name="T5" fmla="*/ 198 h 255"/>
                  <a:gd name="T6" fmla="*/ 299 w 299"/>
                  <a:gd name="T7" fmla="*/ 139 h 255"/>
                  <a:gd name="T8" fmla="*/ 105 w 299"/>
                  <a:gd name="T9" fmla="*/ 139 h 255"/>
                  <a:gd name="T10" fmla="*/ 93 w 299"/>
                  <a:gd name="T11" fmla="*/ 139 h 255"/>
                  <a:gd name="T12" fmla="*/ 93 w 299"/>
                  <a:gd name="T13" fmla="*/ 130 h 255"/>
                  <a:gd name="T14" fmla="*/ 93 w 299"/>
                  <a:gd name="T15" fmla="*/ 0 h 255"/>
                  <a:gd name="T16" fmla="*/ 0 w 299"/>
                  <a:gd name="T17" fmla="*/ 0 h 255"/>
                  <a:gd name="T18" fmla="*/ 0 w 299"/>
                  <a:gd name="T19" fmla="*/ 198 h 255"/>
                  <a:gd name="T20" fmla="*/ 31 w 299"/>
                  <a:gd name="T21" fmla="*/ 198 h 255"/>
                  <a:gd name="T22" fmla="*/ 31 w 299"/>
                  <a:gd name="T23"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9" h="255">
                    <a:moveTo>
                      <a:pt x="31" y="255"/>
                    </a:moveTo>
                    <a:lnTo>
                      <a:pt x="83" y="198"/>
                    </a:lnTo>
                    <a:lnTo>
                      <a:pt x="299" y="198"/>
                    </a:lnTo>
                    <a:lnTo>
                      <a:pt x="299" y="139"/>
                    </a:lnTo>
                    <a:lnTo>
                      <a:pt x="105" y="139"/>
                    </a:lnTo>
                    <a:lnTo>
                      <a:pt x="93" y="139"/>
                    </a:lnTo>
                    <a:lnTo>
                      <a:pt x="93" y="130"/>
                    </a:lnTo>
                    <a:lnTo>
                      <a:pt x="93" y="0"/>
                    </a:lnTo>
                    <a:lnTo>
                      <a:pt x="0" y="0"/>
                    </a:lnTo>
                    <a:lnTo>
                      <a:pt x="0" y="198"/>
                    </a:lnTo>
                    <a:lnTo>
                      <a:pt x="31" y="198"/>
                    </a:lnTo>
                    <a:lnTo>
                      <a:pt x="31" y="2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47" name="Freeform 6"/>
              <p:cNvSpPr>
                <a:spLocks/>
              </p:cNvSpPr>
              <p:nvPr/>
            </p:nvSpPr>
            <p:spPr bwMode="auto">
              <a:xfrm>
                <a:off x="-4849813" y="7756525"/>
                <a:ext cx="492125" cy="425450"/>
              </a:xfrm>
              <a:custGeom>
                <a:avLst/>
                <a:gdLst>
                  <a:gd name="T0" fmla="*/ 310 w 310"/>
                  <a:gd name="T1" fmla="*/ 0 h 268"/>
                  <a:gd name="T2" fmla="*/ 0 w 310"/>
                  <a:gd name="T3" fmla="*/ 0 h 268"/>
                  <a:gd name="T4" fmla="*/ 0 w 310"/>
                  <a:gd name="T5" fmla="*/ 79 h 268"/>
                  <a:gd name="T6" fmla="*/ 0 w 310"/>
                  <a:gd name="T7" fmla="*/ 209 h 268"/>
                  <a:gd name="T8" fmla="*/ 194 w 310"/>
                  <a:gd name="T9" fmla="*/ 209 h 268"/>
                  <a:gd name="T10" fmla="*/ 222 w 310"/>
                  <a:gd name="T11" fmla="*/ 209 h 268"/>
                  <a:gd name="T12" fmla="*/ 277 w 310"/>
                  <a:gd name="T13" fmla="*/ 268 h 268"/>
                  <a:gd name="T14" fmla="*/ 277 w 310"/>
                  <a:gd name="T15" fmla="*/ 209 h 268"/>
                  <a:gd name="T16" fmla="*/ 310 w 310"/>
                  <a:gd name="T17" fmla="*/ 209 h 268"/>
                  <a:gd name="T18" fmla="*/ 310 w 310"/>
                  <a:gd name="T1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268">
                    <a:moveTo>
                      <a:pt x="310" y="0"/>
                    </a:moveTo>
                    <a:lnTo>
                      <a:pt x="0" y="0"/>
                    </a:lnTo>
                    <a:lnTo>
                      <a:pt x="0" y="79"/>
                    </a:lnTo>
                    <a:lnTo>
                      <a:pt x="0" y="209"/>
                    </a:lnTo>
                    <a:lnTo>
                      <a:pt x="194" y="209"/>
                    </a:lnTo>
                    <a:lnTo>
                      <a:pt x="222" y="209"/>
                    </a:lnTo>
                    <a:lnTo>
                      <a:pt x="277" y="268"/>
                    </a:lnTo>
                    <a:lnTo>
                      <a:pt x="277" y="209"/>
                    </a:lnTo>
                    <a:lnTo>
                      <a:pt x="310" y="209"/>
                    </a:lnTo>
                    <a:lnTo>
                      <a:pt x="3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48" name="Freeform 7"/>
              <p:cNvSpPr>
                <a:spLocks/>
              </p:cNvSpPr>
              <p:nvPr/>
            </p:nvSpPr>
            <p:spPr bwMode="auto">
              <a:xfrm>
                <a:off x="-6127750" y="3248025"/>
                <a:ext cx="577850" cy="574675"/>
              </a:xfrm>
              <a:custGeom>
                <a:avLst/>
                <a:gdLst>
                  <a:gd name="T0" fmla="*/ 151 w 154"/>
                  <a:gd name="T1" fmla="*/ 59 h 153"/>
                  <a:gd name="T2" fmla="*/ 120 w 154"/>
                  <a:gd name="T3" fmla="*/ 72 h 153"/>
                  <a:gd name="T4" fmla="*/ 108 w 154"/>
                  <a:gd name="T5" fmla="*/ 72 h 153"/>
                  <a:gd name="T6" fmla="*/ 102 w 154"/>
                  <a:gd name="T7" fmla="*/ 57 h 153"/>
                  <a:gd name="T8" fmla="*/ 111 w 154"/>
                  <a:gd name="T9" fmla="*/ 49 h 153"/>
                  <a:gd name="T10" fmla="*/ 142 w 154"/>
                  <a:gd name="T11" fmla="*/ 36 h 153"/>
                  <a:gd name="T12" fmla="*/ 128 w 154"/>
                  <a:gd name="T13" fmla="*/ 19 h 153"/>
                  <a:gd name="T14" fmla="*/ 108 w 154"/>
                  <a:gd name="T15" fmla="*/ 11 h 153"/>
                  <a:gd name="T16" fmla="*/ 105 w 154"/>
                  <a:gd name="T17" fmla="*/ 35 h 153"/>
                  <a:gd name="T18" fmla="*/ 90 w 154"/>
                  <a:gd name="T19" fmla="*/ 57 h 153"/>
                  <a:gd name="T20" fmla="*/ 92 w 154"/>
                  <a:gd name="T21" fmla="*/ 34 h 153"/>
                  <a:gd name="T22" fmla="*/ 81 w 154"/>
                  <a:gd name="T23" fmla="*/ 27 h 153"/>
                  <a:gd name="T24" fmla="*/ 81 w 154"/>
                  <a:gd name="T25" fmla="*/ 15 h 153"/>
                  <a:gd name="T26" fmla="*/ 73 w 154"/>
                  <a:gd name="T27" fmla="*/ 15 h 153"/>
                  <a:gd name="T28" fmla="*/ 73 w 154"/>
                  <a:gd name="T29" fmla="*/ 27 h 153"/>
                  <a:gd name="T30" fmla="*/ 62 w 154"/>
                  <a:gd name="T31" fmla="*/ 34 h 153"/>
                  <a:gd name="T32" fmla="*/ 63 w 154"/>
                  <a:gd name="T33" fmla="*/ 57 h 153"/>
                  <a:gd name="T34" fmla="*/ 49 w 154"/>
                  <a:gd name="T35" fmla="*/ 35 h 153"/>
                  <a:gd name="T36" fmla="*/ 45 w 154"/>
                  <a:gd name="T37" fmla="*/ 11 h 153"/>
                  <a:gd name="T38" fmla="*/ 25 w 154"/>
                  <a:gd name="T39" fmla="*/ 19 h 153"/>
                  <a:gd name="T40" fmla="*/ 12 w 154"/>
                  <a:gd name="T41" fmla="*/ 36 h 153"/>
                  <a:gd name="T42" fmla="*/ 43 w 154"/>
                  <a:gd name="T43" fmla="*/ 49 h 153"/>
                  <a:gd name="T44" fmla="*/ 51 w 154"/>
                  <a:gd name="T45" fmla="*/ 57 h 153"/>
                  <a:gd name="T46" fmla="*/ 45 w 154"/>
                  <a:gd name="T47" fmla="*/ 72 h 153"/>
                  <a:gd name="T48" fmla="*/ 33 w 154"/>
                  <a:gd name="T49" fmla="*/ 72 h 153"/>
                  <a:gd name="T50" fmla="*/ 2 w 154"/>
                  <a:gd name="T51" fmla="*/ 59 h 153"/>
                  <a:gd name="T52" fmla="*/ 0 w 154"/>
                  <a:gd name="T53" fmla="*/ 81 h 153"/>
                  <a:gd name="T54" fmla="*/ 8 w 154"/>
                  <a:gd name="T55" fmla="*/ 100 h 153"/>
                  <a:gd name="T56" fmla="*/ 28 w 154"/>
                  <a:gd name="T57" fmla="*/ 86 h 153"/>
                  <a:gd name="T58" fmla="*/ 54 w 154"/>
                  <a:gd name="T59" fmla="*/ 81 h 153"/>
                  <a:gd name="T60" fmla="*/ 36 w 154"/>
                  <a:gd name="T61" fmla="*/ 96 h 153"/>
                  <a:gd name="T62" fmla="*/ 39 w 154"/>
                  <a:gd name="T63" fmla="*/ 108 h 153"/>
                  <a:gd name="T64" fmla="*/ 31 w 154"/>
                  <a:gd name="T65" fmla="*/ 116 h 153"/>
                  <a:gd name="T66" fmla="*/ 37 w 154"/>
                  <a:gd name="T67" fmla="*/ 122 h 153"/>
                  <a:gd name="T68" fmla="*/ 45 w 154"/>
                  <a:gd name="T69" fmla="*/ 114 h 153"/>
                  <a:gd name="T70" fmla="*/ 57 w 154"/>
                  <a:gd name="T71" fmla="*/ 117 h 153"/>
                  <a:gd name="T72" fmla="*/ 73 w 154"/>
                  <a:gd name="T73" fmla="*/ 100 h 153"/>
                  <a:gd name="T74" fmla="*/ 68 w 154"/>
                  <a:gd name="T75" fmla="*/ 125 h 153"/>
                  <a:gd name="T76" fmla="*/ 53 w 154"/>
                  <a:gd name="T77" fmla="*/ 145 h 153"/>
                  <a:gd name="T78" fmla="*/ 73 w 154"/>
                  <a:gd name="T79" fmla="*/ 153 h 153"/>
                  <a:gd name="T80" fmla="*/ 94 w 154"/>
                  <a:gd name="T81" fmla="*/ 151 h 153"/>
                  <a:gd name="T82" fmla="*/ 81 w 154"/>
                  <a:gd name="T83" fmla="*/ 120 h 153"/>
                  <a:gd name="T84" fmla="*/ 81 w 154"/>
                  <a:gd name="T85" fmla="*/ 108 h 153"/>
                  <a:gd name="T86" fmla="*/ 96 w 154"/>
                  <a:gd name="T87" fmla="*/ 102 h 153"/>
                  <a:gd name="T88" fmla="*/ 105 w 154"/>
                  <a:gd name="T89" fmla="*/ 110 h 153"/>
                  <a:gd name="T90" fmla="*/ 117 w 154"/>
                  <a:gd name="T91" fmla="*/ 141 h 153"/>
                  <a:gd name="T92" fmla="*/ 134 w 154"/>
                  <a:gd name="T93" fmla="*/ 128 h 153"/>
                  <a:gd name="T94" fmla="*/ 142 w 154"/>
                  <a:gd name="T95" fmla="*/ 108 h 153"/>
                  <a:gd name="T96" fmla="*/ 118 w 154"/>
                  <a:gd name="T97" fmla="*/ 104 h 153"/>
                  <a:gd name="T98" fmla="*/ 96 w 154"/>
                  <a:gd name="T99" fmla="*/ 90 h 153"/>
                  <a:gd name="T100" fmla="*/ 119 w 154"/>
                  <a:gd name="T101" fmla="*/ 92 h 153"/>
                  <a:gd name="T102" fmla="*/ 126 w 154"/>
                  <a:gd name="T103" fmla="*/ 81 h 153"/>
                  <a:gd name="T104" fmla="*/ 138 w 154"/>
                  <a:gd name="T10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4" h="153">
                    <a:moveTo>
                      <a:pt x="154" y="72"/>
                    </a:moveTo>
                    <a:cubicBezTo>
                      <a:pt x="138" y="72"/>
                      <a:pt x="138" y="72"/>
                      <a:pt x="138" y="72"/>
                    </a:cubicBezTo>
                    <a:cubicBezTo>
                      <a:pt x="151" y="59"/>
                      <a:pt x="151" y="59"/>
                      <a:pt x="151" y="59"/>
                    </a:cubicBezTo>
                    <a:cubicBezTo>
                      <a:pt x="145" y="53"/>
                      <a:pt x="145" y="53"/>
                      <a:pt x="145" y="53"/>
                    </a:cubicBezTo>
                    <a:cubicBezTo>
                      <a:pt x="126" y="72"/>
                      <a:pt x="126" y="72"/>
                      <a:pt x="126" y="72"/>
                    </a:cubicBezTo>
                    <a:cubicBezTo>
                      <a:pt x="120" y="72"/>
                      <a:pt x="120" y="72"/>
                      <a:pt x="120" y="72"/>
                    </a:cubicBezTo>
                    <a:cubicBezTo>
                      <a:pt x="125" y="67"/>
                      <a:pt x="125" y="67"/>
                      <a:pt x="125" y="67"/>
                    </a:cubicBezTo>
                    <a:cubicBezTo>
                      <a:pt x="119" y="61"/>
                      <a:pt x="119" y="61"/>
                      <a:pt x="119" y="61"/>
                    </a:cubicBezTo>
                    <a:cubicBezTo>
                      <a:pt x="108" y="72"/>
                      <a:pt x="108" y="72"/>
                      <a:pt x="108" y="72"/>
                    </a:cubicBezTo>
                    <a:cubicBezTo>
                      <a:pt x="100" y="72"/>
                      <a:pt x="100" y="72"/>
                      <a:pt x="100" y="72"/>
                    </a:cubicBezTo>
                    <a:cubicBezTo>
                      <a:pt x="99" y="69"/>
                      <a:pt x="98" y="66"/>
                      <a:pt x="96" y="63"/>
                    </a:cubicBezTo>
                    <a:cubicBezTo>
                      <a:pt x="102" y="57"/>
                      <a:pt x="102" y="57"/>
                      <a:pt x="102" y="57"/>
                    </a:cubicBezTo>
                    <a:cubicBezTo>
                      <a:pt x="118" y="57"/>
                      <a:pt x="118" y="57"/>
                      <a:pt x="118" y="57"/>
                    </a:cubicBezTo>
                    <a:cubicBezTo>
                      <a:pt x="118" y="49"/>
                      <a:pt x="118" y="49"/>
                      <a:pt x="118" y="49"/>
                    </a:cubicBezTo>
                    <a:cubicBezTo>
                      <a:pt x="111" y="49"/>
                      <a:pt x="111" y="49"/>
                      <a:pt x="111" y="49"/>
                    </a:cubicBezTo>
                    <a:cubicBezTo>
                      <a:pt x="114" y="45"/>
                      <a:pt x="114" y="45"/>
                      <a:pt x="114" y="45"/>
                    </a:cubicBezTo>
                    <a:cubicBezTo>
                      <a:pt x="142" y="45"/>
                      <a:pt x="142" y="45"/>
                      <a:pt x="142" y="45"/>
                    </a:cubicBezTo>
                    <a:cubicBezTo>
                      <a:pt x="142" y="36"/>
                      <a:pt x="142" y="36"/>
                      <a:pt x="142" y="36"/>
                    </a:cubicBezTo>
                    <a:cubicBezTo>
                      <a:pt x="123" y="36"/>
                      <a:pt x="123" y="36"/>
                      <a:pt x="123" y="36"/>
                    </a:cubicBezTo>
                    <a:cubicBezTo>
                      <a:pt x="134" y="25"/>
                      <a:pt x="134" y="25"/>
                      <a:pt x="134" y="25"/>
                    </a:cubicBezTo>
                    <a:cubicBezTo>
                      <a:pt x="128" y="19"/>
                      <a:pt x="128" y="19"/>
                      <a:pt x="128" y="19"/>
                    </a:cubicBezTo>
                    <a:cubicBezTo>
                      <a:pt x="117" y="30"/>
                      <a:pt x="117" y="30"/>
                      <a:pt x="117" y="30"/>
                    </a:cubicBezTo>
                    <a:cubicBezTo>
                      <a:pt x="117" y="11"/>
                      <a:pt x="117" y="11"/>
                      <a:pt x="117" y="11"/>
                    </a:cubicBezTo>
                    <a:cubicBezTo>
                      <a:pt x="108" y="11"/>
                      <a:pt x="108" y="11"/>
                      <a:pt x="108" y="11"/>
                    </a:cubicBezTo>
                    <a:cubicBezTo>
                      <a:pt x="108" y="39"/>
                      <a:pt x="108" y="39"/>
                      <a:pt x="108" y="39"/>
                    </a:cubicBezTo>
                    <a:cubicBezTo>
                      <a:pt x="105" y="43"/>
                      <a:pt x="105" y="43"/>
                      <a:pt x="105" y="43"/>
                    </a:cubicBezTo>
                    <a:cubicBezTo>
                      <a:pt x="105" y="35"/>
                      <a:pt x="105" y="35"/>
                      <a:pt x="105" y="35"/>
                    </a:cubicBezTo>
                    <a:cubicBezTo>
                      <a:pt x="96" y="35"/>
                      <a:pt x="96" y="35"/>
                      <a:pt x="96" y="35"/>
                    </a:cubicBezTo>
                    <a:cubicBezTo>
                      <a:pt x="96" y="51"/>
                      <a:pt x="96" y="51"/>
                      <a:pt x="96" y="51"/>
                    </a:cubicBezTo>
                    <a:cubicBezTo>
                      <a:pt x="90" y="57"/>
                      <a:pt x="90" y="57"/>
                      <a:pt x="90" y="57"/>
                    </a:cubicBezTo>
                    <a:cubicBezTo>
                      <a:pt x="87" y="55"/>
                      <a:pt x="84" y="54"/>
                      <a:pt x="81" y="53"/>
                    </a:cubicBezTo>
                    <a:cubicBezTo>
                      <a:pt x="81" y="45"/>
                      <a:pt x="81" y="45"/>
                      <a:pt x="81" y="45"/>
                    </a:cubicBezTo>
                    <a:cubicBezTo>
                      <a:pt x="92" y="34"/>
                      <a:pt x="92" y="34"/>
                      <a:pt x="92" y="34"/>
                    </a:cubicBezTo>
                    <a:cubicBezTo>
                      <a:pt x="86" y="28"/>
                      <a:pt x="86" y="28"/>
                      <a:pt x="86" y="28"/>
                    </a:cubicBezTo>
                    <a:cubicBezTo>
                      <a:pt x="81" y="33"/>
                      <a:pt x="81" y="33"/>
                      <a:pt x="81" y="33"/>
                    </a:cubicBezTo>
                    <a:cubicBezTo>
                      <a:pt x="81" y="27"/>
                      <a:pt x="81" y="27"/>
                      <a:pt x="81" y="27"/>
                    </a:cubicBezTo>
                    <a:cubicBezTo>
                      <a:pt x="100" y="8"/>
                      <a:pt x="100" y="8"/>
                      <a:pt x="100" y="8"/>
                    </a:cubicBezTo>
                    <a:cubicBezTo>
                      <a:pt x="94" y="2"/>
                      <a:pt x="94" y="2"/>
                      <a:pt x="94" y="2"/>
                    </a:cubicBezTo>
                    <a:cubicBezTo>
                      <a:pt x="81" y="15"/>
                      <a:pt x="81" y="15"/>
                      <a:pt x="81" y="15"/>
                    </a:cubicBezTo>
                    <a:cubicBezTo>
                      <a:pt x="81" y="0"/>
                      <a:pt x="81" y="0"/>
                      <a:pt x="81" y="0"/>
                    </a:cubicBezTo>
                    <a:cubicBezTo>
                      <a:pt x="73" y="0"/>
                      <a:pt x="73" y="0"/>
                      <a:pt x="73" y="0"/>
                    </a:cubicBezTo>
                    <a:cubicBezTo>
                      <a:pt x="73" y="15"/>
                      <a:pt x="73" y="15"/>
                      <a:pt x="73" y="15"/>
                    </a:cubicBezTo>
                    <a:cubicBezTo>
                      <a:pt x="59" y="2"/>
                      <a:pt x="59" y="2"/>
                      <a:pt x="59" y="2"/>
                    </a:cubicBezTo>
                    <a:cubicBezTo>
                      <a:pt x="53" y="8"/>
                      <a:pt x="53" y="8"/>
                      <a:pt x="53" y="8"/>
                    </a:cubicBezTo>
                    <a:cubicBezTo>
                      <a:pt x="73" y="27"/>
                      <a:pt x="73" y="27"/>
                      <a:pt x="73" y="27"/>
                    </a:cubicBezTo>
                    <a:cubicBezTo>
                      <a:pt x="73" y="33"/>
                      <a:pt x="73" y="33"/>
                      <a:pt x="73" y="33"/>
                    </a:cubicBezTo>
                    <a:cubicBezTo>
                      <a:pt x="68" y="28"/>
                      <a:pt x="68" y="28"/>
                      <a:pt x="68" y="28"/>
                    </a:cubicBezTo>
                    <a:cubicBezTo>
                      <a:pt x="62" y="34"/>
                      <a:pt x="62" y="34"/>
                      <a:pt x="62" y="34"/>
                    </a:cubicBezTo>
                    <a:cubicBezTo>
                      <a:pt x="73" y="45"/>
                      <a:pt x="73" y="45"/>
                      <a:pt x="73" y="45"/>
                    </a:cubicBezTo>
                    <a:cubicBezTo>
                      <a:pt x="73" y="53"/>
                      <a:pt x="73" y="53"/>
                      <a:pt x="73" y="53"/>
                    </a:cubicBezTo>
                    <a:cubicBezTo>
                      <a:pt x="69" y="54"/>
                      <a:pt x="66" y="55"/>
                      <a:pt x="63" y="57"/>
                    </a:cubicBezTo>
                    <a:cubicBezTo>
                      <a:pt x="57" y="51"/>
                      <a:pt x="57" y="51"/>
                      <a:pt x="57" y="51"/>
                    </a:cubicBezTo>
                    <a:cubicBezTo>
                      <a:pt x="57" y="35"/>
                      <a:pt x="57" y="35"/>
                      <a:pt x="57" y="35"/>
                    </a:cubicBezTo>
                    <a:cubicBezTo>
                      <a:pt x="49" y="35"/>
                      <a:pt x="49" y="35"/>
                      <a:pt x="49" y="35"/>
                    </a:cubicBezTo>
                    <a:cubicBezTo>
                      <a:pt x="49" y="43"/>
                      <a:pt x="49" y="43"/>
                      <a:pt x="49" y="43"/>
                    </a:cubicBezTo>
                    <a:cubicBezTo>
                      <a:pt x="45" y="39"/>
                      <a:pt x="45" y="39"/>
                      <a:pt x="45" y="39"/>
                    </a:cubicBezTo>
                    <a:cubicBezTo>
                      <a:pt x="45" y="11"/>
                      <a:pt x="45" y="11"/>
                      <a:pt x="45" y="11"/>
                    </a:cubicBezTo>
                    <a:cubicBezTo>
                      <a:pt x="37" y="11"/>
                      <a:pt x="37" y="11"/>
                      <a:pt x="37" y="11"/>
                    </a:cubicBezTo>
                    <a:cubicBezTo>
                      <a:pt x="37" y="30"/>
                      <a:pt x="37" y="30"/>
                      <a:pt x="37" y="30"/>
                    </a:cubicBezTo>
                    <a:cubicBezTo>
                      <a:pt x="25" y="19"/>
                      <a:pt x="25" y="19"/>
                      <a:pt x="25" y="19"/>
                    </a:cubicBezTo>
                    <a:cubicBezTo>
                      <a:pt x="19" y="25"/>
                      <a:pt x="19" y="25"/>
                      <a:pt x="19" y="25"/>
                    </a:cubicBezTo>
                    <a:cubicBezTo>
                      <a:pt x="31" y="36"/>
                      <a:pt x="31" y="36"/>
                      <a:pt x="31" y="36"/>
                    </a:cubicBezTo>
                    <a:cubicBezTo>
                      <a:pt x="12" y="36"/>
                      <a:pt x="12" y="36"/>
                      <a:pt x="12" y="36"/>
                    </a:cubicBezTo>
                    <a:cubicBezTo>
                      <a:pt x="12" y="45"/>
                      <a:pt x="12" y="45"/>
                      <a:pt x="12" y="45"/>
                    </a:cubicBezTo>
                    <a:cubicBezTo>
                      <a:pt x="39" y="45"/>
                      <a:pt x="39" y="45"/>
                      <a:pt x="39" y="45"/>
                    </a:cubicBezTo>
                    <a:cubicBezTo>
                      <a:pt x="43" y="49"/>
                      <a:pt x="43" y="49"/>
                      <a:pt x="43" y="49"/>
                    </a:cubicBezTo>
                    <a:cubicBezTo>
                      <a:pt x="36" y="49"/>
                      <a:pt x="36" y="49"/>
                      <a:pt x="36" y="49"/>
                    </a:cubicBezTo>
                    <a:cubicBezTo>
                      <a:pt x="36" y="57"/>
                      <a:pt x="36" y="57"/>
                      <a:pt x="36" y="57"/>
                    </a:cubicBezTo>
                    <a:cubicBezTo>
                      <a:pt x="51" y="57"/>
                      <a:pt x="51" y="57"/>
                      <a:pt x="51" y="57"/>
                    </a:cubicBezTo>
                    <a:cubicBezTo>
                      <a:pt x="57" y="63"/>
                      <a:pt x="57" y="63"/>
                      <a:pt x="57" y="63"/>
                    </a:cubicBezTo>
                    <a:cubicBezTo>
                      <a:pt x="55" y="66"/>
                      <a:pt x="54" y="69"/>
                      <a:pt x="54" y="72"/>
                    </a:cubicBezTo>
                    <a:cubicBezTo>
                      <a:pt x="45" y="72"/>
                      <a:pt x="45" y="72"/>
                      <a:pt x="45" y="72"/>
                    </a:cubicBezTo>
                    <a:cubicBezTo>
                      <a:pt x="34" y="61"/>
                      <a:pt x="34" y="61"/>
                      <a:pt x="34" y="61"/>
                    </a:cubicBezTo>
                    <a:cubicBezTo>
                      <a:pt x="28" y="67"/>
                      <a:pt x="28" y="67"/>
                      <a:pt x="28" y="67"/>
                    </a:cubicBezTo>
                    <a:cubicBezTo>
                      <a:pt x="33" y="72"/>
                      <a:pt x="33" y="72"/>
                      <a:pt x="33" y="72"/>
                    </a:cubicBezTo>
                    <a:cubicBezTo>
                      <a:pt x="28" y="72"/>
                      <a:pt x="28" y="72"/>
                      <a:pt x="28" y="72"/>
                    </a:cubicBezTo>
                    <a:cubicBezTo>
                      <a:pt x="8" y="53"/>
                      <a:pt x="8" y="53"/>
                      <a:pt x="8" y="53"/>
                    </a:cubicBezTo>
                    <a:cubicBezTo>
                      <a:pt x="2" y="59"/>
                      <a:pt x="2" y="59"/>
                      <a:pt x="2" y="59"/>
                    </a:cubicBezTo>
                    <a:cubicBezTo>
                      <a:pt x="16" y="72"/>
                      <a:pt x="16" y="72"/>
                      <a:pt x="16" y="72"/>
                    </a:cubicBezTo>
                    <a:cubicBezTo>
                      <a:pt x="0" y="72"/>
                      <a:pt x="0" y="72"/>
                      <a:pt x="0" y="72"/>
                    </a:cubicBezTo>
                    <a:cubicBezTo>
                      <a:pt x="0" y="81"/>
                      <a:pt x="0" y="81"/>
                      <a:pt x="0" y="81"/>
                    </a:cubicBezTo>
                    <a:cubicBezTo>
                      <a:pt x="16" y="81"/>
                      <a:pt x="16" y="81"/>
                      <a:pt x="16" y="81"/>
                    </a:cubicBezTo>
                    <a:cubicBezTo>
                      <a:pt x="2" y="94"/>
                      <a:pt x="2" y="94"/>
                      <a:pt x="2" y="94"/>
                    </a:cubicBezTo>
                    <a:cubicBezTo>
                      <a:pt x="8" y="100"/>
                      <a:pt x="8" y="100"/>
                      <a:pt x="8" y="100"/>
                    </a:cubicBezTo>
                    <a:cubicBezTo>
                      <a:pt x="28" y="81"/>
                      <a:pt x="28" y="81"/>
                      <a:pt x="28" y="81"/>
                    </a:cubicBezTo>
                    <a:cubicBezTo>
                      <a:pt x="33" y="81"/>
                      <a:pt x="33" y="81"/>
                      <a:pt x="33" y="81"/>
                    </a:cubicBezTo>
                    <a:cubicBezTo>
                      <a:pt x="28" y="86"/>
                      <a:pt x="28" y="86"/>
                      <a:pt x="28" y="86"/>
                    </a:cubicBezTo>
                    <a:cubicBezTo>
                      <a:pt x="34" y="92"/>
                      <a:pt x="34" y="92"/>
                      <a:pt x="34" y="92"/>
                    </a:cubicBezTo>
                    <a:cubicBezTo>
                      <a:pt x="45" y="81"/>
                      <a:pt x="45" y="81"/>
                      <a:pt x="45" y="81"/>
                    </a:cubicBezTo>
                    <a:cubicBezTo>
                      <a:pt x="54" y="81"/>
                      <a:pt x="54" y="81"/>
                      <a:pt x="54" y="81"/>
                    </a:cubicBezTo>
                    <a:cubicBezTo>
                      <a:pt x="54" y="84"/>
                      <a:pt x="55" y="87"/>
                      <a:pt x="57" y="90"/>
                    </a:cubicBezTo>
                    <a:cubicBezTo>
                      <a:pt x="51" y="96"/>
                      <a:pt x="51" y="96"/>
                      <a:pt x="51" y="96"/>
                    </a:cubicBezTo>
                    <a:cubicBezTo>
                      <a:pt x="36" y="96"/>
                      <a:pt x="36" y="96"/>
                      <a:pt x="36" y="96"/>
                    </a:cubicBezTo>
                    <a:cubicBezTo>
                      <a:pt x="36" y="104"/>
                      <a:pt x="36" y="104"/>
                      <a:pt x="36" y="104"/>
                    </a:cubicBezTo>
                    <a:cubicBezTo>
                      <a:pt x="43" y="104"/>
                      <a:pt x="43" y="104"/>
                      <a:pt x="43" y="104"/>
                    </a:cubicBezTo>
                    <a:cubicBezTo>
                      <a:pt x="39" y="108"/>
                      <a:pt x="39" y="108"/>
                      <a:pt x="39" y="108"/>
                    </a:cubicBezTo>
                    <a:cubicBezTo>
                      <a:pt x="12" y="108"/>
                      <a:pt x="12" y="108"/>
                      <a:pt x="12" y="108"/>
                    </a:cubicBezTo>
                    <a:cubicBezTo>
                      <a:pt x="12" y="116"/>
                      <a:pt x="12" y="116"/>
                      <a:pt x="12" y="116"/>
                    </a:cubicBezTo>
                    <a:cubicBezTo>
                      <a:pt x="31" y="116"/>
                      <a:pt x="31" y="116"/>
                      <a:pt x="31" y="116"/>
                    </a:cubicBezTo>
                    <a:cubicBezTo>
                      <a:pt x="19" y="128"/>
                      <a:pt x="19" y="128"/>
                      <a:pt x="19" y="128"/>
                    </a:cubicBezTo>
                    <a:cubicBezTo>
                      <a:pt x="25" y="134"/>
                      <a:pt x="25" y="134"/>
                      <a:pt x="25" y="134"/>
                    </a:cubicBezTo>
                    <a:cubicBezTo>
                      <a:pt x="37" y="122"/>
                      <a:pt x="37" y="122"/>
                      <a:pt x="37" y="122"/>
                    </a:cubicBezTo>
                    <a:cubicBezTo>
                      <a:pt x="37" y="141"/>
                      <a:pt x="37" y="141"/>
                      <a:pt x="37" y="141"/>
                    </a:cubicBezTo>
                    <a:cubicBezTo>
                      <a:pt x="45" y="141"/>
                      <a:pt x="45" y="141"/>
                      <a:pt x="45" y="141"/>
                    </a:cubicBezTo>
                    <a:cubicBezTo>
                      <a:pt x="45" y="114"/>
                      <a:pt x="45" y="114"/>
                      <a:pt x="45" y="114"/>
                    </a:cubicBezTo>
                    <a:cubicBezTo>
                      <a:pt x="49" y="110"/>
                      <a:pt x="49" y="110"/>
                      <a:pt x="49" y="110"/>
                    </a:cubicBezTo>
                    <a:cubicBezTo>
                      <a:pt x="49" y="117"/>
                      <a:pt x="49" y="117"/>
                      <a:pt x="49" y="117"/>
                    </a:cubicBezTo>
                    <a:cubicBezTo>
                      <a:pt x="57" y="117"/>
                      <a:pt x="57" y="117"/>
                      <a:pt x="57" y="117"/>
                    </a:cubicBezTo>
                    <a:cubicBezTo>
                      <a:pt x="57" y="102"/>
                      <a:pt x="57" y="102"/>
                      <a:pt x="57" y="102"/>
                    </a:cubicBezTo>
                    <a:cubicBezTo>
                      <a:pt x="63" y="96"/>
                      <a:pt x="63" y="96"/>
                      <a:pt x="63" y="96"/>
                    </a:cubicBezTo>
                    <a:cubicBezTo>
                      <a:pt x="66" y="98"/>
                      <a:pt x="69" y="99"/>
                      <a:pt x="73" y="100"/>
                    </a:cubicBezTo>
                    <a:cubicBezTo>
                      <a:pt x="73" y="108"/>
                      <a:pt x="73" y="108"/>
                      <a:pt x="73" y="108"/>
                    </a:cubicBezTo>
                    <a:cubicBezTo>
                      <a:pt x="62" y="119"/>
                      <a:pt x="62" y="119"/>
                      <a:pt x="62" y="119"/>
                    </a:cubicBezTo>
                    <a:cubicBezTo>
                      <a:pt x="68" y="125"/>
                      <a:pt x="68" y="125"/>
                      <a:pt x="68" y="125"/>
                    </a:cubicBezTo>
                    <a:cubicBezTo>
                      <a:pt x="73" y="120"/>
                      <a:pt x="73" y="120"/>
                      <a:pt x="73" y="120"/>
                    </a:cubicBezTo>
                    <a:cubicBezTo>
                      <a:pt x="73" y="125"/>
                      <a:pt x="73" y="125"/>
                      <a:pt x="73" y="125"/>
                    </a:cubicBezTo>
                    <a:cubicBezTo>
                      <a:pt x="53" y="145"/>
                      <a:pt x="53" y="145"/>
                      <a:pt x="53" y="145"/>
                    </a:cubicBezTo>
                    <a:cubicBezTo>
                      <a:pt x="59" y="151"/>
                      <a:pt x="59" y="151"/>
                      <a:pt x="59" y="151"/>
                    </a:cubicBezTo>
                    <a:cubicBezTo>
                      <a:pt x="73" y="137"/>
                      <a:pt x="73" y="137"/>
                      <a:pt x="73" y="137"/>
                    </a:cubicBezTo>
                    <a:cubicBezTo>
                      <a:pt x="73" y="153"/>
                      <a:pt x="73" y="153"/>
                      <a:pt x="73" y="153"/>
                    </a:cubicBezTo>
                    <a:cubicBezTo>
                      <a:pt x="81" y="153"/>
                      <a:pt x="81" y="153"/>
                      <a:pt x="81" y="153"/>
                    </a:cubicBezTo>
                    <a:cubicBezTo>
                      <a:pt x="81" y="137"/>
                      <a:pt x="81" y="137"/>
                      <a:pt x="81" y="137"/>
                    </a:cubicBezTo>
                    <a:cubicBezTo>
                      <a:pt x="94" y="151"/>
                      <a:pt x="94" y="151"/>
                      <a:pt x="94" y="151"/>
                    </a:cubicBezTo>
                    <a:cubicBezTo>
                      <a:pt x="100" y="145"/>
                      <a:pt x="100" y="145"/>
                      <a:pt x="100" y="145"/>
                    </a:cubicBezTo>
                    <a:cubicBezTo>
                      <a:pt x="81" y="125"/>
                      <a:pt x="81" y="125"/>
                      <a:pt x="81" y="125"/>
                    </a:cubicBezTo>
                    <a:cubicBezTo>
                      <a:pt x="81" y="120"/>
                      <a:pt x="81" y="120"/>
                      <a:pt x="81" y="120"/>
                    </a:cubicBezTo>
                    <a:cubicBezTo>
                      <a:pt x="86" y="125"/>
                      <a:pt x="86" y="125"/>
                      <a:pt x="86" y="125"/>
                    </a:cubicBezTo>
                    <a:cubicBezTo>
                      <a:pt x="92" y="119"/>
                      <a:pt x="92" y="119"/>
                      <a:pt x="92" y="119"/>
                    </a:cubicBezTo>
                    <a:cubicBezTo>
                      <a:pt x="81" y="108"/>
                      <a:pt x="81" y="108"/>
                      <a:pt x="81" y="108"/>
                    </a:cubicBezTo>
                    <a:cubicBezTo>
                      <a:pt x="81" y="100"/>
                      <a:pt x="81" y="100"/>
                      <a:pt x="81" y="100"/>
                    </a:cubicBezTo>
                    <a:cubicBezTo>
                      <a:pt x="84" y="99"/>
                      <a:pt x="87" y="98"/>
                      <a:pt x="90" y="96"/>
                    </a:cubicBezTo>
                    <a:cubicBezTo>
                      <a:pt x="96" y="102"/>
                      <a:pt x="96" y="102"/>
                      <a:pt x="96" y="102"/>
                    </a:cubicBezTo>
                    <a:cubicBezTo>
                      <a:pt x="96" y="117"/>
                      <a:pt x="96" y="117"/>
                      <a:pt x="96" y="117"/>
                    </a:cubicBezTo>
                    <a:cubicBezTo>
                      <a:pt x="105" y="117"/>
                      <a:pt x="105" y="117"/>
                      <a:pt x="105" y="117"/>
                    </a:cubicBezTo>
                    <a:cubicBezTo>
                      <a:pt x="105" y="110"/>
                      <a:pt x="105" y="110"/>
                      <a:pt x="105" y="110"/>
                    </a:cubicBezTo>
                    <a:cubicBezTo>
                      <a:pt x="108" y="114"/>
                      <a:pt x="108" y="114"/>
                      <a:pt x="108" y="114"/>
                    </a:cubicBezTo>
                    <a:cubicBezTo>
                      <a:pt x="108" y="141"/>
                      <a:pt x="108" y="141"/>
                      <a:pt x="108" y="141"/>
                    </a:cubicBezTo>
                    <a:cubicBezTo>
                      <a:pt x="117" y="141"/>
                      <a:pt x="117" y="141"/>
                      <a:pt x="117" y="141"/>
                    </a:cubicBezTo>
                    <a:cubicBezTo>
                      <a:pt x="117" y="122"/>
                      <a:pt x="117" y="122"/>
                      <a:pt x="117" y="122"/>
                    </a:cubicBezTo>
                    <a:cubicBezTo>
                      <a:pt x="128" y="134"/>
                      <a:pt x="128" y="134"/>
                      <a:pt x="128" y="134"/>
                    </a:cubicBezTo>
                    <a:cubicBezTo>
                      <a:pt x="134" y="128"/>
                      <a:pt x="134" y="128"/>
                      <a:pt x="134" y="128"/>
                    </a:cubicBezTo>
                    <a:cubicBezTo>
                      <a:pt x="123" y="116"/>
                      <a:pt x="123" y="116"/>
                      <a:pt x="123" y="116"/>
                    </a:cubicBezTo>
                    <a:cubicBezTo>
                      <a:pt x="142" y="116"/>
                      <a:pt x="142" y="116"/>
                      <a:pt x="142" y="116"/>
                    </a:cubicBezTo>
                    <a:cubicBezTo>
                      <a:pt x="142" y="108"/>
                      <a:pt x="142" y="108"/>
                      <a:pt x="142" y="108"/>
                    </a:cubicBezTo>
                    <a:cubicBezTo>
                      <a:pt x="114" y="108"/>
                      <a:pt x="114" y="108"/>
                      <a:pt x="114" y="108"/>
                    </a:cubicBezTo>
                    <a:cubicBezTo>
                      <a:pt x="111" y="104"/>
                      <a:pt x="111" y="104"/>
                      <a:pt x="111" y="104"/>
                    </a:cubicBezTo>
                    <a:cubicBezTo>
                      <a:pt x="118" y="104"/>
                      <a:pt x="118" y="104"/>
                      <a:pt x="118" y="104"/>
                    </a:cubicBezTo>
                    <a:cubicBezTo>
                      <a:pt x="118" y="96"/>
                      <a:pt x="118" y="96"/>
                      <a:pt x="118" y="96"/>
                    </a:cubicBezTo>
                    <a:cubicBezTo>
                      <a:pt x="102" y="96"/>
                      <a:pt x="102" y="96"/>
                      <a:pt x="102" y="96"/>
                    </a:cubicBezTo>
                    <a:cubicBezTo>
                      <a:pt x="96" y="90"/>
                      <a:pt x="96" y="90"/>
                      <a:pt x="96" y="90"/>
                    </a:cubicBezTo>
                    <a:cubicBezTo>
                      <a:pt x="98" y="87"/>
                      <a:pt x="99" y="84"/>
                      <a:pt x="100" y="81"/>
                    </a:cubicBezTo>
                    <a:cubicBezTo>
                      <a:pt x="108" y="81"/>
                      <a:pt x="108" y="81"/>
                      <a:pt x="108" y="81"/>
                    </a:cubicBezTo>
                    <a:cubicBezTo>
                      <a:pt x="119" y="92"/>
                      <a:pt x="119" y="92"/>
                      <a:pt x="119" y="92"/>
                    </a:cubicBezTo>
                    <a:cubicBezTo>
                      <a:pt x="125" y="86"/>
                      <a:pt x="125" y="86"/>
                      <a:pt x="125" y="86"/>
                    </a:cubicBezTo>
                    <a:cubicBezTo>
                      <a:pt x="120" y="81"/>
                      <a:pt x="120" y="81"/>
                      <a:pt x="120" y="81"/>
                    </a:cubicBezTo>
                    <a:cubicBezTo>
                      <a:pt x="126" y="81"/>
                      <a:pt x="126" y="81"/>
                      <a:pt x="126" y="81"/>
                    </a:cubicBezTo>
                    <a:cubicBezTo>
                      <a:pt x="145" y="100"/>
                      <a:pt x="145" y="100"/>
                      <a:pt x="145" y="100"/>
                    </a:cubicBezTo>
                    <a:cubicBezTo>
                      <a:pt x="151" y="94"/>
                      <a:pt x="151" y="94"/>
                      <a:pt x="151" y="94"/>
                    </a:cubicBezTo>
                    <a:cubicBezTo>
                      <a:pt x="138" y="81"/>
                      <a:pt x="138" y="81"/>
                      <a:pt x="138" y="81"/>
                    </a:cubicBezTo>
                    <a:cubicBezTo>
                      <a:pt x="154" y="81"/>
                      <a:pt x="154" y="81"/>
                      <a:pt x="154" y="81"/>
                    </a:cubicBezTo>
                    <a:lnTo>
                      <a:pt x="154"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49" name="Oval 8"/>
              <p:cNvSpPr>
                <a:spLocks noChangeArrowheads="1"/>
              </p:cNvSpPr>
              <p:nvPr/>
            </p:nvSpPr>
            <p:spPr bwMode="auto">
              <a:xfrm>
                <a:off x="-2798763" y="7035800"/>
                <a:ext cx="434975" cy="4365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50" name="Rectangle 9"/>
              <p:cNvSpPr>
                <a:spLocks noChangeArrowheads="1"/>
              </p:cNvSpPr>
              <p:nvPr/>
            </p:nvSpPr>
            <p:spPr bwMode="auto">
              <a:xfrm>
                <a:off x="-2606675" y="6927850"/>
                <a:ext cx="52388"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51" name="Rectangle 10"/>
              <p:cNvSpPr>
                <a:spLocks noChangeArrowheads="1"/>
              </p:cNvSpPr>
              <p:nvPr/>
            </p:nvSpPr>
            <p:spPr bwMode="auto">
              <a:xfrm>
                <a:off x="-2333625" y="7224713"/>
                <a:ext cx="79375"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52" name="Rectangle 11"/>
              <p:cNvSpPr>
                <a:spLocks noChangeArrowheads="1"/>
              </p:cNvSpPr>
              <p:nvPr/>
            </p:nvSpPr>
            <p:spPr bwMode="auto">
              <a:xfrm>
                <a:off x="-2606675" y="7502525"/>
                <a:ext cx="52388"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53" name="Rectangle 12"/>
              <p:cNvSpPr>
                <a:spLocks noChangeArrowheads="1"/>
              </p:cNvSpPr>
              <p:nvPr/>
            </p:nvSpPr>
            <p:spPr bwMode="auto">
              <a:xfrm>
                <a:off x="-2908300" y="7224713"/>
                <a:ext cx="79375"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54" name="Freeform 13"/>
              <p:cNvSpPr>
                <a:spLocks/>
              </p:cNvSpPr>
              <p:nvPr/>
            </p:nvSpPr>
            <p:spPr bwMode="auto">
              <a:xfrm>
                <a:off x="-2422525" y="7002463"/>
                <a:ext cx="93663" cy="93663"/>
              </a:xfrm>
              <a:custGeom>
                <a:avLst/>
                <a:gdLst>
                  <a:gd name="T0" fmla="*/ 59 w 59"/>
                  <a:gd name="T1" fmla="*/ 24 h 59"/>
                  <a:gd name="T2" fmla="*/ 23 w 59"/>
                  <a:gd name="T3" fmla="*/ 59 h 59"/>
                  <a:gd name="T4" fmla="*/ 0 w 59"/>
                  <a:gd name="T5" fmla="*/ 33 h 59"/>
                  <a:gd name="T6" fmla="*/ 33 w 59"/>
                  <a:gd name="T7" fmla="*/ 0 h 59"/>
                  <a:gd name="T8" fmla="*/ 59 w 59"/>
                  <a:gd name="T9" fmla="*/ 24 h 59"/>
                </a:gdLst>
                <a:ahLst/>
                <a:cxnLst>
                  <a:cxn ang="0">
                    <a:pos x="T0" y="T1"/>
                  </a:cxn>
                  <a:cxn ang="0">
                    <a:pos x="T2" y="T3"/>
                  </a:cxn>
                  <a:cxn ang="0">
                    <a:pos x="T4" y="T5"/>
                  </a:cxn>
                  <a:cxn ang="0">
                    <a:pos x="T6" y="T7"/>
                  </a:cxn>
                  <a:cxn ang="0">
                    <a:pos x="T8" y="T9"/>
                  </a:cxn>
                </a:cxnLst>
                <a:rect l="0" t="0" r="r" b="b"/>
                <a:pathLst>
                  <a:path w="59" h="59">
                    <a:moveTo>
                      <a:pt x="59" y="24"/>
                    </a:moveTo>
                    <a:lnTo>
                      <a:pt x="23" y="59"/>
                    </a:lnTo>
                    <a:lnTo>
                      <a:pt x="0" y="33"/>
                    </a:lnTo>
                    <a:lnTo>
                      <a:pt x="33" y="0"/>
                    </a:lnTo>
                    <a:lnTo>
                      <a:pt x="59"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55" name="Freeform 14"/>
              <p:cNvSpPr>
                <a:spLocks/>
              </p:cNvSpPr>
              <p:nvPr/>
            </p:nvSpPr>
            <p:spPr bwMode="auto">
              <a:xfrm>
                <a:off x="-2422525" y="7408863"/>
                <a:ext cx="93663" cy="93663"/>
              </a:xfrm>
              <a:custGeom>
                <a:avLst/>
                <a:gdLst>
                  <a:gd name="T0" fmla="*/ 23 w 59"/>
                  <a:gd name="T1" fmla="*/ 0 h 59"/>
                  <a:gd name="T2" fmla="*/ 59 w 59"/>
                  <a:gd name="T3" fmla="*/ 35 h 59"/>
                  <a:gd name="T4" fmla="*/ 33 w 59"/>
                  <a:gd name="T5" fmla="*/ 59 h 59"/>
                  <a:gd name="T6" fmla="*/ 0 w 59"/>
                  <a:gd name="T7" fmla="*/ 26 h 59"/>
                  <a:gd name="T8" fmla="*/ 23 w 59"/>
                  <a:gd name="T9" fmla="*/ 0 h 59"/>
                </a:gdLst>
                <a:ahLst/>
                <a:cxnLst>
                  <a:cxn ang="0">
                    <a:pos x="T0" y="T1"/>
                  </a:cxn>
                  <a:cxn ang="0">
                    <a:pos x="T2" y="T3"/>
                  </a:cxn>
                  <a:cxn ang="0">
                    <a:pos x="T4" y="T5"/>
                  </a:cxn>
                  <a:cxn ang="0">
                    <a:pos x="T6" y="T7"/>
                  </a:cxn>
                  <a:cxn ang="0">
                    <a:pos x="T8" y="T9"/>
                  </a:cxn>
                </a:cxnLst>
                <a:rect l="0" t="0" r="r" b="b"/>
                <a:pathLst>
                  <a:path w="59" h="59">
                    <a:moveTo>
                      <a:pt x="23" y="0"/>
                    </a:moveTo>
                    <a:lnTo>
                      <a:pt x="59" y="35"/>
                    </a:lnTo>
                    <a:lnTo>
                      <a:pt x="33" y="59"/>
                    </a:lnTo>
                    <a:lnTo>
                      <a:pt x="0" y="26"/>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56" name="Freeform 15"/>
              <p:cNvSpPr>
                <a:spLocks/>
              </p:cNvSpPr>
              <p:nvPr/>
            </p:nvSpPr>
            <p:spPr bwMode="auto">
              <a:xfrm>
                <a:off x="-2832100" y="7408863"/>
                <a:ext cx="93663" cy="93663"/>
              </a:xfrm>
              <a:custGeom>
                <a:avLst/>
                <a:gdLst>
                  <a:gd name="T0" fmla="*/ 35 w 59"/>
                  <a:gd name="T1" fmla="*/ 0 h 59"/>
                  <a:gd name="T2" fmla="*/ 59 w 59"/>
                  <a:gd name="T3" fmla="*/ 26 h 59"/>
                  <a:gd name="T4" fmla="*/ 26 w 59"/>
                  <a:gd name="T5" fmla="*/ 59 h 59"/>
                  <a:gd name="T6" fmla="*/ 0 w 59"/>
                  <a:gd name="T7" fmla="*/ 35 h 59"/>
                  <a:gd name="T8" fmla="*/ 35 w 59"/>
                  <a:gd name="T9" fmla="*/ 0 h 59"/>
                </a:gdLst>
                <a:ahLst/>
                <a:cxnLst>
                  <a:cxn ang="0">
                    <a:pos x="T0" y="T1"/>
                  </a:cxn>
                  <a:cxn ang="0">
                    <a:pos x="T2" y="T3"/>
                  </a:cxn>
                  <a:cxn ang="0">
                    <a:pos x="T4" y="T5"/>
                  </a:cxn>
                  <a:cxn ang="0">
                    <a:pos x="T6" y="T7"/>
                  </a:cxn>
                  <a:cxn ang="0">
                    <a:pos x="T8" y="T9"/>
                  </a:cxn>
                </a:cxnLst>
                <a:rect l="0" t="0" r="r" b="b"/>
                <a:pathLst>
                  <a:path w="59" h="59">
                    <a:moveTo>
                      <a:pt x="35" y="0"/>
                    </a:moveTo>
                    <a:lnTo>
                      <a:pt x="59" y="26"/>
                    </a:lnTo>
                    <a:lnTo>
                      <a:pt x="26" y="59"/>
                    </a:lnTo>
                    <a:lnTo>
                      <a:pt x="0" y="35"/>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57" name="Freeform 16"/>
              <p:cNvSpPr>
                <a:spLocks/>
              </p:cNvSpPr>
              <p:nvPr/>
            </p:nvSpPr>
            <p:spPr bwMode="auto">
              <a:xfrm>
                <a:off x="-2832100" y="7002463"/>
                <a:ext cx="93663" cy="93663"/>
              </a:xfrm>
              <a:custGeom>
                <a:avLst/>
                <a:gdLst>
                  <a:gd name="T0" fmla="*/ 59 w 59"/>
                  <a:gd name="T1" fmla="*/ 33 h 59"/>
                  <a:gd name="T2" fmla="*/ 35 w 59"/>
                  <a:gd name="T3" fmla="*/ 59 h 59"/>
                  <a:gd name="T4" fmla="*/ 0 w 59"/>
                  <a:gd name="T5" fmla="*/ 24 h 59"/>
                  <a:gd name="T6" fmla="*/ 26 w 59"/>
                  <a:gd name="T7" fmla="*/ 0 h 59"/>
                  <a:gd name="T8" fmla="*/ 59 w 59"/>
                  <a:gd name="T9" fmla="*/ 33 h 59"/>
                </a:gdLst>
                <a:ahLst/>
                <a:cxnLst>
                  <a:cxn ang="0">
                    <a:pos x="T0" y="T1"/>
                  </a:cxn>
                  <a:cxn ang="0">
                    <a:pos x="T2" y="T3"/>
                  </a:cxn>
                  <a:cxn ang="0">
                    <a:pos x="T4" y="T5"/>
                  </a:cxn>
                  <a:cxn ang="0">
                    <a:pos x="T6" y="T7"/>
                  </a:cxn>
                  <a:cxn ang="0">
                    <a:pos x="T8" y="T9"/>
                  </a:cxn>
                </a:cxnLst>
                <a:rect l="0" t="0" r="r" b="b"/>
                <a:pathLst>
                  <a:path w="59" h="59">
                    <a:moveTo>
                      <a:pt x="59" y="33"/>
                    </a:moveTo>
                    <a:lnTo>
                      <a:pt x="35" y="59"/>
                    </a:lnTo>
                    <a:lnTo>
                      <a:pt x="0" y="24"/>
                    </a:lnTo>
                    <a:lnTo>
                      <a:pt x="26" y="0"/>
                    </a:lnTo>
                    <a:lnTo>
                      <a:pt x="5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58" name="Freeform 17"/>
              <p:cNvSpPr>
                <a:spLocks/>
              </p:cNvSpPr>
              <p:nvPr/>
            </p:nvSpPr>
            <p:spPr bwMode="auto">
              <a:xfrm>
                <a:off x="-2513013" y="6938963"/>
                <a:ext cx="82550" cy="93663"/>
              </a:xfrm>
              <a:custGeom>
                <a:avLst/>
                <a:gdLst>
                  <a:gd name="T0" fmla="*/ 52 w 52"/>
                  <a:gd name="T1" fmla="*/ 14 h 59"/>
                  <a:gd name="T2" fmla="*/ 33 w 52"/>
                  <a:gd name="T3" fmla="*/ 59 h 59"/>
                  <a:gd name="T4" fmla="*/ 0 w 52"/>
                  <a:gd name="T5" fmla="*/ 45 h 59"/>
                  <a:gd name="T6" fmla="*/ 19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9"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59" name="Freeform 18"/>
              <p:cNvSpPr>
                <a:spLocks/>
              </p:cNvSpPr>
              <p:nvPr/>
            </p:nvSpPr>
            <p:spPr bwMode="auto">
              <a:xfrm>
                <a:off x="-2359025" y="7321550"/>
                <a:ext cx="90488" cy="79375"/>
              </a:xfrm>
              <a:custGeom>
                <a:avLst/>
                <a:gdLst>
                  <a:gd name="T0" fmla="*/ 12 w 57"/>
                  <a:gd name="T1" fmla="*/ 0 h 50"/>
                  <a:gd name="T2" fmla="*/ 57 w 57"/>
                  <a:gd name="T3" fmla="*/ 19 h 50"/>
                  <a:gd name="T4" fmla="*/ 45 w 57"/>
                  <a:gd name="T5" fmla="*/ 50 h 50"/>
                  <a:gd name="T6" fmla="*/ 0 w 57"/>
                  <a:gd name="T7" fmla="*/ 33 h 50"/>
                  <a:gd name="T8" fmla="*/ 12 w 57"/>
                  <a:gd name="T9" fmla="*/ 0 h 50"/>
                </a:gdLst>
                <a:ahLst/>
                <a:cxnLst>
                  <a:cxn ang="0">
                    <a:pos x="T0" y="T1"/>
                  </a:cxn>
                  <a:cxn ang="0">
                    <a:pos x="T2" y="T3"/>
                  </a:cxn>
                  <a:cxn ang="0">
                    <a:pos x="T4" y="T5"/>
                  </a:cxn>
                  <a:cxn ang="0">
                    <a:pos x="T6" y="T7"/>
                  </a:cxn>
                  <a:cxn ang="0">
                    <a:pos x="T8" y="T9"/>
                  </a:cxn>
                </a:cxnLst>
                <a:rect l="0" t="0" r="r" b="b"/>
                <a:pathLst>
                  <a:path w="57" h="50">
                    <a:moveTo>
                      <a:pt x="12" y="0"/>
                    </a:moveTo>
                    <a:lnTo>
                      <a:pt x="57" y="19"/>
                    </a:lnTo>
                    <a:lnTo>
                      <a:pt x="45" y="50"/>
                    </a:lnTo>
                    <a:lnTo>
                      <a:pt x="0" y="3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60" name="Freeform 19"/>
              <p:cNvSpPr>
                <a:spLocks/>
              </p:cNvSpPr>
              <p:nvPr/>
            </p:nvSpPr>
            <p:spPr bwMode="auto">
              <a:xfrm>
                <a:off x="-2730500" y="7472363"/>
                <a:ext cx="82550" cy="93663"/>
              </a:xfrm>
              <a:custGeom>
                <a:avLst/>
                <a:gdLst>
                  <a:gd name="T0" fmla="*/ 52 w 52"/>
                  <a:gd name="T1" fmla="*/ 14 h 59"/>
                  <a:gd name="T2" fmla="*/ 33 w 52"/>
                  <a:gd name="T3" fmla="*/ 59 h 59"/>
                  <a:gd name="T4" fmla="*/ 0 w 52"/>
                  <a:gd name="T5" fmla="*/ 45 h 59"/>
                  <a:gd name="T6" fmla="*/ 18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8"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61" name="Freeform 20"/>
              <p:cNvSpPr>
                <a:spLocks/>
              </p:cNvSpPr>
              <p:nvPr/>
            </p:nvSpPr>
            <p:spPr bwMode="auto">
              <a:xfrm>
                <a:off x="-2892425" y="7104063"/>
                <a:ext cx="90488" cy="79375"/>
              </a:xfrm>
              <a:custGeom>
                <a:avLst/>
                <a:gdLst>
                  <a:gd name="T0" fmla="*/ 45 w 57"/>
                  <a:gd name="T1" fmla="*/ 50 h 50"/>
                  <a:gd name="T2" fmla="*/ 0 w 57"/>
                  <a:gd name="T3" fmla="*/ 31 h 50"/>
                  <a:gd name="T4" fmla="*/ 12 w 57"/>
                  <a:gd name="T5" fmla="*/ 0 h 50"/>
                  <a:gd name="T6" fmla="*/ 57 w 57"/>
                  <a:gd name="T7" fmla="*/ 19 h 50"/>
                  <a:gd name="T8" fmla="*/ 45 w 57"/>
                  <a:gd name="T9" fmla="*/ 50 h 50"/>
                </a:gdLst>
                <a:ahLst/>
                <a:cxnLst>
                  <a:cxn ang="0">
                    <a:pos x="T0" y="T1"/>
                  </a:cxn>
                  <a:cxn ang="0">
                    <a:pos x="T2" y="T3"/>
                  </a:cxn>
                  <a:cxn ang="0">
                    <a:pos x="T4" y="T5"/>
                  </a:cxn>
                  <a:cxn ang="0">
                    <a:pos x="T6" y="T7"/>
                  </a:cxn>
                  <a:cxn ang="0">
                    <a:pos x="T8" y="T9"/>
                  </a:cxn>
                </a:cxnLst>
                <a:rect l="0" t="0" r="r" b="b"/>
                <a:pathLst>
                  <a:path w="57" h="50">
                    <a:moveTo>
                      <a:pt x="45" y="50"/>
                    </a:moveTo>
                    <a:lnTo>
                      <a:pt x="0" y="31"/>
                    </a:lnTo>
                    <a:lnTo>
                      <a:pt x="12" y="0"/>
                    </a:lnTo>
                    <a:lnTo>
                      <a:pt x="57" y="19"/>
                    </a:lnTo>
                    <a:lnTo>
                      <a:pt x="4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62" name="Freeform 21"/>
              <p:cNvSpPr>
                <a:spLocks/>
              </p:cNvSpPr>
              <p:nvPr/>
            </p:nvSpPr>
            <p:spPr bwMode="auto">
              <a:xfrm>
                <a:off x="-2363788" y="7100888"/>
                <a:ext cx="95250" cy="82550"/>
              </a:xfrm>
              <a:custGeom>
                <a:avLst/>
                <a:gdLst>
                  <a:gd name="T0" fmla="*/ 0 w 60"/>
                  <a:gd name="T1" fmla="*/ 18 h 52"/>
                  <a:gd name="T2" fmla="*/ 45 w 60"/>
                  <a:gd name="T3" fmla="*/ 0 h 52"/>
                  <a:gd name="T4" fmla="*/ 60 w 60"/>
                  <a:gd name="T5" fmla="*/ 33 h 52"/>
                  <a:gd name="T6" fmla="*/ 15 w 60"/>
                  <a:gd name="T7" fmla="*/ 52 h 52"/>
                  <a:gd name="T8" fmla="*/ 0 w 60"/>
                  <a:gd name="T9" fmla="*/ 18 h 52"/>
                </a:gdLst>
                <a:ahLst/>
                <a:cxnLst>
                  <a:cxn ang="0">
                    <a:pos x="T0" y="T1"/>
                  </a:cxn>
                  <a:cxn ang="0">
                    <a:pos x="T2" y="T3"/>
                  </a:cxn>
                  <a:cxn ang="0">
                    <a:pos x="T4" y="T5"/>
                  </a:cxn>
                  <a:cxn ang="0">
                    <a:pos x="T6" y="T7"/>
                  </a:cxn>
                  <a:cxn ang="0">
                    <a:pos x="T8" y="T9"/>
                  </a:cxn>
                </a:cxnLst>
                <a:rect l="0" t="0" r="r" b="b"/>
                <a:pathLst>
                  <a:path w="60" h="52">
                    <a:moveTo>
                      <a:pt x="0" y="18"/>
                    </a:moveTo>
                    <a:lnTo>
                      <a:pt x="45" y="0"/>
                    </a:lnTo>
                    <a:lnTo>
                      <a:pt x="60" y="33"/>
                    </a:lnTo>
                    <a:lnTo>
                      <a:pt x="15" y="52"/>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63" name="Freeform 22"/>
              <p:cNvSpPr>
                <a:spLocks/>
              </p:cNvSpPr>
              <p:nvPr/>
            </p:nvSpPr>
            <p:spPr bwMode="auto">
              <a:xfrm>
                <a:off x="-2509838" y="7472363"/>
                <a:ext cx="79375" cy="93663"/>
              </a:xfrm>
              <a:custGeom>
                <a:avLst/>
                <a:gdLst>
                  <a:gd name="T0" fmla="*/ 50 w 50"/>
                  <a:gd name="T1" fmla="*/ 45 h 59"/>
                  <a:gd name="T2" fmla="*/ 19 w 50"/>
                  <a:gd name="T3" fmla="*/ 59 h 59"/>
                  <a:gd name="T4" fmla="*/ 0 w 50"/>
                  <a:gd name="T5" fmla="*/ 14 h 59"/>
                  <a:gd name="T6" fmla="*/ 31 w 50"/>
                  <a:gd name="T7" fmla="*/ 0 h 59"/>
                  <a:gd name="T8" fmla="*/ 50 w 50"/>
                  <a:gd name="T9" fmla="*/ 45 h 59"/>
                </a:gdLst>
                <a:ahLst/>
                <a:cxnLst>
                  <a:cxn ang="0">
                    <a:pos x="T0" y="T1"/>
                  </a:cxn>
                  <a:cxn ang="0">
                    <a:pos x="T2" y="T3"/>
                  </a:cxn>
                  <a:cxn ang="0">
                    <a:pos x="T4" y="T5"/>
                  </a:cxn>
                  <a:cxn ang="0">
                    <a:pos x="T6" y="T7"/>
                  </a:cxn>
                  <a:cxn ang="0">
                    <a:pos x="T8" y="T9"/>
                  </a:cxn>
                </a:cxnLst>
                <a:rect l="0" t="0" r="r" b="b"/>
                <a:pathLst>
                  <a:path w="50" h="59">
                    <a:moveTo>
                      <a:pt x="50" y="45"/>
                    </a:moveTo>
                    <a:lnTo>
                      <a:pt x="19" y="59"/>
                    </a:lnTo>
                    <a:lnTo>
                      <a:pt x="0" y="14"/>
                    </a:lnTo>
                    <a:lnTo>
                      <a:pt x="31" y="0"/>
                    </a:lnTo>
                    <a:lnTo>
                      <a:pt x="50"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64" name="Freeform 23"/>
              <p:cNvSpPr>
                <a:spLocks/>
              </p:cNvSpPr>
              <p:nvPr/>
            </p:nvSpPr>
            <p:spPr bwMode="auto">
              <a:xfrm>
                <a:off x="-2892425" y="7321550"/>
                <a:ext cx="93663" cy="82550"/>
              </a:xfrm>
              <a:custGeom>
                <a:avLst/>
                <a:gdLst>
                  <a:gd name="T0" fmla="*/ 59 w 59"/>
                  <a:gd name="T1" fmla="*/ 33 h 52"/>
                  <a:gd name="T2" fmla="*/ 14 w 59"/>
                  <a:gd name="T3" fmla="*/ 52 h 52"/>
                  <a:gd name="T4" fmla="*/ 0 w 59"/>
                  <a:gd name="T5" fmla="*/ 19 h 52"/>
                  <a:gd name="T6" fmla="*/ 45 w 59"/>
                  <a:gd name="T7" fmla="*/ 0 h 52"/>
                  <a:gd name="T8" fmla="*/ 59 w 59"/>
                  <a:gd name="T9" fmla="*/ 33 h 52"/>
                </a:gdLst>
                <a:ahLst/>
                <a:cxnLst>
                  <a:cxn ang="0">
                    <a:pos x="T0" y="T1"/>
                  </a:cxn>
                  <a:cxn ang="0">
                    <a:pos x="T2" y="T3"/>
                  </a:cxn>
                  <a:cxn ang="0">
                    <a:pos x="T4" y="T5"/>
                  </a:cxn>
                  <a:cxn ang="0">
                    <a:pos x="T6" y="T7"/>
                  </a:cxn>
                  <a:cxn ang="0">
                    <a:pos x="T8" y="T9"/>
                  </a:cxn>
                </a:cxnLst>
                <a:rect l="0" t="0" r="r" b="b"/>
                <a:pathLst>
                  <a:path w="59" h="52">
                    <a:moveTo>
                      <a:pt x="59" y="33"/>
                    </a:moveTo>
                    <a:lnTo>
                      <a:pt x="14" y="52"/>
                    </a:lnTo>
                    <a:lnTo>
                      <a:pt x="0" y="19"/>
                    </a:lnTo>
                    <a:lnTo>
                      <a:pt x="45" y="0"/>
                    </a:lnTo>
                    <a:lnTo>
                      <a:pt x="5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65" name="Freeform 24"/>
              <p:cNvSpPr>
                <a:spLocks/>
              </p:cNvSpPr>
              <p:nvPr/>
            </p:nvSpPr>
            <p:spPr bwMode="auto">
              <a:xfrm>
                <a:off x="-2730500" y="6938963"/>
                <a:ext cx="77788" cy="93663"/>
              </a:xfrm>
              <a:custGeom>
                <a:avLst/>
                <a:gdLst>
                  <a:gd name="T0" fmla="*/ 49 w 49"/>
                  <a:gd name="T1" fmla="*/ 45 h 59"/>
                  <a:gd name="T2" fmla="*/ 18 w 49"/>
                  <a:gd name="T3" fmla="*/ 59 h 59"/>
                  <a:gd name="T4" fmla="*/ 0 w 49"/>
                  <a:gd name="T5" fmla="*/ 14 h 59"/>
                  <a:gd name="T6" fmla="*/ 30 w 49"/>
                  <a:gd name="T7" fmla="*/ 0 h 59"/>
                  <a:gd name="T8" fmla="*/ 49 w 49"/>
                  <a:gd name="T9" fmla="*/ 45 h 59"/>
                </a:gdLst>
                <a:ahLst/>
                <a:cxnLst>
                  <a:cxn ang="0">
                    <a:pos x="T0" y="T1"/>
                  </a:cxn>
                  <a:cxn ang="0">
                    <a:pos x="T2" y="T3"/>
                  </a:cxn>
                  <a:cxn ang="0">
                    <a:pos x="T4" y="T5"/>
                  </a:cxn>
                  <a:cxn ang="0">
                    <a:pos x="T6" y="T7"/>
                  </a:cxn>
                  <a:cxn ang="0">
                    <a:pos x="T8" y="T9"/>
                  </a:cxn>
                </a:cxnLst>
                <a:rect l="0" t="0" r="r" b="b"/>
                <a:pathLst>
                  <a:path w="49" h="59">
                    <a:moveTo>
                      <a:pt x="49" y="45"/>
                    </a:moveTo>
                    <a:lnTo>
                      <a:pt x="18" y="59"/>
                    </a:lnTo>
                    <a:lnTo>
                      <a:pt x="0" y="14"/>
                    </a:lnTo>
                    <a:lnTo>
                      <a:pt x="30" y="0"/>
                    </a:lnTo>
                    <a:lnTo>
                      <a:pt x="49"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66" name="Freeform 25"/>
              <p:cNvSpPr>
                <a:spLocks/>
              </p:cNvSpPr>
              <p:nvPr/>
            </p:nvSpPr>
            <p:spPr bwMode="auto">
              <a:xfrm>
                <a:off x="-2193925" y="3438525"/>
                <a:ext cx="465138" cy="417513"/>
              </a:xfrm>
              <a:custGeom>
                <a:avLst/>
                <a:gdLst>
                  <a:gd name="T0" fmla="*/ 13 w 124"/>
                  <a:gd name="T1" fmla="*/ 11 h 111"/>
                  <a:gd name="T2" fmla="*/ 1 w 124"/>
                  <a:gd name="T3" fmla="*/ 33 h 111"/>
                  <a:gd name="T4" fmla="*/ 0 w 124"/>
                  <a:gd name="T5" fmla="*/ 40 h 111"/>
                  <a:gd name="T6" fmla="*/ 0 w 124"/>
                  <a:gd name="T7" fmla="*/ 41 h 111"/>
                  <a:gd name="T8" fmla="*/ 0 w 124"/>
                  <a:gd name="T9" fmla="*/ 47 h 111"/>
                  <a:gd name="T10" fmla="*/ 1 w 124"/>
                  <a:gd name="T11" fmla="*/ 52 h 111"/>
                  <a:gd name="T12" fmla="*/ 5 w 124"/>
                  <a:gd name="T13" fmla="*/ 72 h 111"/>
                  <a:gd name="T14" fmla="*/ 19 w 124"/>
                  <a:gd name="T15" fmla="*/ 97 h 111"/>
                  <a:gd name="T16" fmla="*/ 19 w 124"/>
                  <a:gd name="T17" fmla="*/ 97 h 111"/>
                  <a:gd name="T18" fmla="*/ 27 w 124"/>
                  <a:gd name="T19" fmla="*/ 106 h 111"/>
                  <a:gd name="T20" fmla="*/ 30 w 124"/>
                  <a:gd name="T21" fmla="*/ 108 h 111"/>
                  <a:gd name="T22" fmla="*/ 43 w 124"/>
                  <a:gd name="T23" fmla="*/ 110 h 111"/>
                  <a:gd name="T24" fmla="*/ 44 w 124"/>
                  <a:gd name="T25" fmla="*/ 109 h 111"/>
                  <a:gd name="T26" fmla="*/ 50 w 124"/>
                  <a:gd name="T27" fmla="*/ 107 h 111"/>
                  <a:gd name="T28" fmla="*/ 54 w 124"/>
                  <a:gd name="T29" fmla="*/ 106 h 111"/>
                  <a:gd name="T30" fmla="*/ 62 w 124"/>
                  <a:gd name="T31" fmla="*/ 105 h 111"/>
                  <a:gd name="T32" fmla="*/ 62 w 124"/>
                  <a:gd name="T33" fmla="*/ 105 h 111"/>
                  <a:gd name="T34" fmla="*/ 70 w 124"/>
                  <a:gd name="T35" fmla="*/ 106 h 111"/>
                  <a:gd name="T36" fmla="*/ 74 w 124"/>
                  <a:gd name="T37" fmla="*/ 107 h 111"/>
                  <a:gd name="T38" fmla="*/ 81 w 124"/>
                  <a:gd name="T39" fmla="*/ 109 h 111"/>
                  <a:gd name="T40" fmla="*/ 81 w 124"/>
                  <a:gd name="T41" fmla="*/ 110 h 111"/>
                  <a:gd name="T42" fmla="*/ 94 w 124"/>
                  <a:gd name="T43" fmla="*/ 108 h 111"/>
                  <a:gd name="T44" fmla="*/ 97 w 124"/>
                  <a:gd name="T45" fmla="*/ 106 h 111"/>
                  <a:gd name="T46" fmla="*/ 105 w 124"/>
                  <a:gd name="T47" fmla="*/ 97 h 111"/>
                  <a:gd name="T48" fmla="*/ 105 w 124"/>
                  <a:gd name="T49" fmla="*/ 97 h 111"/>
                  <a:gd name="T50" fmla="*/ 119 w 124"/>
                  <a:gd name="T51" fmla="*/ 72 h 111"/>
                  <a:gd name="T52" fmla="*/ 124 w 124"/>
                  <a:gd name="T53" fmla="*/ 52 h 111"/>
                  <a:gd name="T54" fmla="*/ 124 w 124"/>
                  <a:gd name="T55" fmla="*/ 47 h 111"/>
                  <a:gd name="T56" fmla="*/ 124 w 124"/>
                  <a:gd name="T57" fmla="*/ 41 h 111"/>
                  <a:gd name="T58" fmla="*/ 124 w 124"/>
                  <a:gd name="T59" fmla="*/ 40 h 111"/>
                  <a:gd name="T60" fmla="*/ 123 w 124"/>
                  <a:gd name="T61" fmla="*/ 33 h 111"/>
                  <a:gd name="T62" fmla="*/ 111 w 124"/>
                  <a:gd name="T63" fmla="*/ 11 h 111"/>
                  <a:gd name="T64" fmla="*/ 109 w 124"/>
                  <a:gd name="T65" fmla="*/ 8 h 111"/>
                  <a:gd name="T66" fmla="*/ 91 w 124"/>
                  <a:gd name="T67" fmla="*/ 1 h 111"/>
                  <a:gd name="T68" fmla="*/ 72 w 124"/>
                  <a:gd name="T69" fmla="*/ 3 h 111"/>
                  <a:gd name="T70" fmla="*/ 62 w 124"/>
                  <a:gd name="T71" fmla="*/ 7 h 111"/>
                  <a:gd name="T72" fmla="*/ 52 w 124"/>
                  <a:gd name="T73" fmla="*/ 3 h 111"/>
                  <a:gd name="T74" fmla="*/ 33 w 124"/>
                  <a:gd name="T75" fmla="*/ 1 h 111"/>
                  <a:gd name="T76" fmla="*/ 15 w 124"/>
                  <a:gd name="T77" fmla="*/ 8 h 111"/>
                  <a:gd name="T78" fmla="*/ 13 w 124"/>
                  <a:gd name="T79" fmla="*/ 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11">
                    <a:moveTo>
                      <a:pt x="13" y="11"/>
                    </a:moveTo>
                    <a:cubicBezTo>
                      <a:pt x="6" y="17"/>
                      <a:pt x="3" y="25"/>
                      <a:pt x="1" y="33"/>
                    </a:cubicBezTo>
                    <a:cubicBezTo>
                      <a:pt x="1" y="36"/>
                      <a:pt x="1" y="38"/>
                      <a:pt x="0" y="40"/>
                    </a:cubicBezTo>
                    <a:cubicBezTo>
                      <a:pt x="0" y="40"/>
                      <a:pt x="0" y="41"/>
                      <a:pt x="0" y="41"/>
                    </a:cubicBezTo>
                    <a:cubicBezTo>
                      <a:pt x="0" y="43"/>
                      <a:pt x="0" y="45"/>
                      <a:pt x="0" y="47"/>
                    </a:cubicBezTo>
                    <a:cubicBezTo>
                      <a:pt x="0" y="49"/>
                      <a:pt x="0" y="50"/>
                      <a:pt x="1" y="52"/>
                    </a:cubicBezTo>
                    <a:cubicBezTo>
                      <a:pt x="1" y="59"/>
                      <a:pt x="3" y="65"/>
                      <a:pt x="5" y="72"/>
                    </a:cubicBezTo>
                    <a:cubicBezTo>
                      <a:pt x="8" y="81"/>
                      <a:pt x="13" y="89"/>
                      <a:pt x="19" y="97"/>
                    </a:cubicBezTo>
                    <a:cubicBezTo>
                      <a:pt x="19" y="97"/>
                      <a:pt x="19" y="97"/>
                      <a:pt x="19" y="97"/>
                    </a:cubicBezTo>
                    <a:cubicBezTo>
                      <a:pt x="22" y="101"/>
                      <a:pt x="24" y="104"/>
                      <a:pt x="27" y="106"/>
                    </a:cubicBezTo>
                    <a:cubicBezTo>
                      <a:pt x="28" y="107"/>
                      <a:pt x="29" y="107"/>
                      <a:pt x="30" y="108"/>
                    </a:cubicBezTo>
                    <a:cubicBezTo>
                      <a:pt x="34" y="111"/>
                      <a:pt x="38" y="111"/>
                      <a:pt x="43" y="110"/>
                    </a:cubicBezTo>
                    <a:cubicBezTo>
                      <a:pt x="43" y="110"/>
                      <a:pt x="43" y="110"/>
                      <a:pt x="44" y="109"/>
                    </a:cubicBezTo>
                    <a:cubicBezTo>
                      <a:pt x="46" y="109"/>
                      <a:pt x="48" y="108"/>
                      <a:pt x="50" y="107"/>
                    </a:cubicBezTo>
                    <a:cubicBezTo>
                      <a:pt x="51" y="107"/>
                      <a:pt x="53" y="106"/>
                      <a:pt x="54" y="106"/>
                    </a:cubicBezTo>
                    <a:cubicBezTo>
                      <a:pt x="57" y="105"/>
                      <a:pt x="62" y="105"/>
                      <a:pt x="62" y="105"/>
                    </a:cubicBezTo>
                    <a:cubicBezTo>
                      <a:pt x="62" y="105"/>
                      <a:pt x="62" y="105"/>
                      <a:pt x="62" y="105"/>
                    </a:cubicBezTo>
                    <a:cubicBezTo>
                      <a:pt x="65" y="105"/>
                      <a:pt x="67" y="105"/>
                      <a:pt x="70" y="106"/>
                    </a:cubicBezTo>
                    <a:cubicBezTo>
                      <a:pt x="71" y="106"/>
                      <a:pt x="73" y="107"/>
                      <a:pt x="74" y="107"/>
                    </a:cubicBezTo>
                    <a:cubicBezTo>
                      <a:pt x="76" y="108"/>
                      <a:pt x="78" y="109"/>
                      <a:pt x="81" y="109"/>
                    </a:cubicBezTo>
                    <a:cubicBezTo>
                      <a:pt x="81" y="110"/>
                      <a:pt x="81" y="110"/>
                      <a:pt x="81" y="110"/>
                    </a:cubicBezTo>
                    <a:cubicBezTo>
                      <a:pt x="86" y="111"/>
                      <a:pt x="90" y="111"/>
                      <a:pt x="94" y="108"/>
                    </a:cubicBezTo>
                    <a:cubicBezTo>
                      <a:pt x="95" y="107"/>
                      <a:pt x="96" y="107"/>
                      <a:pt x="97" y="106"/>
                    </a:cubicBezTo>
                    <a:cubicBezTo>
                      <a:pt x="100" y="104"/>
                      <a:pt x="102" y="101"/>
                      <a:pt x="105" y="97"/>
                    </a:cubicBezTo>
                    <a:cubicBezTo>
                      <a:pt x="105" y="97"/>
                      <a:pt x="105" y="97"/>
                      <a:pt x="105" y="97"/>
                    </a:cubicBezTo>
                    <a:cubicBezTo>
                      <a:pt x="111" y="89"/>
                      <a:pt x="116" y="81"/>
                      <a:pt x="119" y="72"/>
                    </a:cubicBezTo>
                    <a:cubicBezTo>
                      <a:pt x="121" y="65"/>
                      <a:pt x="123" y="59"/>
                      <a:pt x="124" y="52"/>
                    </a:cubicBezTo>
                    <a:cubicBezTo>
                      <a:pt x="124" y="50"/>
                      <a:pt x="124" y="49"/>
                      <a:pt x="124" y="47"/>
                    </a:cubicBezTo>
                    <a:cubicBezTo>
                      <a:pt x="124" y="45"/>
                      <a:pt x="124" y="43"/>
                      <a:pt x="124" y="41"/>
                    </a:cubicBezTo>
                    <a:cubicBezTo>
                      <a:pt x="124" y="41"/>
                      <a:pt x="124" y="40"/>
                      <a:pt x="124" y="40"/>
                    </a:cubicBezTo>
                    <a:cubicBezTo>
                      <a:pt x="124" y="38"/>
                      <a:pt x="123" y="36"/>
                      <a:pt x="123" y="33"/>
                    </a:cubicBezTo>
                    <a:cubicBezTo>
                      <a:pt x="121" y="25"/>
                      <a:pt x="118" y="17"/>
                      <a:pt x="111" y="11"/>
                    </a:cubicBezTo>
                    <a:cubicBezTo>
                      <a:pt x="110" y="10"/>
                      <a:pt x="110" y="9"/>
                      <a:pt x="109" y="8"/>
                    </a:cubicBezTo>
                    <a:cubicBezTo>
                      <a:pt x="104" y="4"/>
                      <a:pt x="98" y="2"/>
                      <a:pt x="91" y="1"/>
                    </a:cubicBezTo>
                    <a:cubicBezTo>
                      <a:pt x="84" y="0"/>
                      <a:pt x="78" y="1"/>
                      <a:pt x="72" y="3"/>
                    </a:cubicBezTo>
                    <a:cubicBezTo>
                      <a:pt x="69" y="4"/>
                      <a:pt x="62" y="7"/>
                      <a:pt x="62" y="7"/>
                    </a:cubicBezTo>
                    <a:cubicBezTo>
                      <a:pt x="62" y="7"/>
                      <a:pt x="55" y="4"/>
                      <a:pt x="52" y="3"/>
                    </a:cubicBezTo>
                    <a:cubicBezTo>
                      <a:pt x="46" y="1"/>
                      <a:pt x="40" y="0"/>
                      <a:pt x="33" y="1"/>
                    </a:cubicBezTo>
                    <a:cubicBezTo>
                      <a:pt x="26" y="2"/>
                      <a:pt x="20" y="4"/>
                      <a:pt x="15" y="8"/>
                    </a:cubicBezTo>
                    <a:cubicBezTo>
                      <a:pt x="14" y="9"/>
                      <a:pt x="14" y="10"/>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67" name="Freeform 26"/>
              <p:cNvSpPr>
                <a:spLocks/>
              </p:cNvSpPr>
              <p:nvPr/>
            </p:nvSpPr>
            <p:spPr bwMode="auto">
              <a:xfrm>
                <a:off x="-2070100" y="3308350"/>
                <a:ext cx="109538" cy="127000"/>
              </a:xfrm>
              <a:custGeom>
                <a:avLst/>
                <a:gdLst>
                  <a:gd name="T0" fmla="*/ 9 w 29"/>
                  <a:gd name="T1" fmla="*/ 25 h 34"/>
                  <a:gd name="T2" fmla="*/ 21 w 29"/>
                  <a:gd name="T3" fmla="*/ 33 h 34"/>
                  <a:gd name="T4" fmla="*/ 28 w 29"/>
                  <a:gd name="T5" fmla="*/ 34 h 34"/>
                  <a:gd name="T6" fmla="*/ 29 w 29"/>
                  <a:gd name="T7" fmla="*/ 33 h 34"/>
                  <a:gd name="T8" fmla="*/ 23 w 29"/>
                  <a:gd name="T9" fmla="*/ 13 h 34"/>
                  <a:gd name="T10" fmla="*/ 2 w 29"/>
                  <a:gd name="T11" fmla="*/ 1 h 34"/>
                  <a:gd name="T12" fmla="*/ 1 w 29"/>
                  <a:gd name="T13" fmla="*/ 0 h 34"/>
                  <a:gd name="T14" fmla="*/ 0 w 29"/>
                  <a:gd name="T15" fmla="*/ 0 h 34"/>
                  <a:gd name="T16" fmla="*/ 0 w 29"/>
                  <a:gd name="T17" fmla="*/ 9 h 34"/>
                  <a:gd name="T18" fmla="*/ 9 w 29"/>
                  <a:gd name="T19"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4">
                    <a:moveTo>
                      <a:pt x="9" y="25"/>
                    </a:moveTo>
                    <a:cubicBezTo>
                      <a:pt x="12" y="29"/>
                      <a:pt x="16" y="32"/>
                      <a:pt x="21" y="33"/>
                    </a:cubicBezTo>
                    <a:cubicBezTo>
                      <a:pt x="23" y="34"/>
                      <a:pt x="26" y="34"/>
                      <a:pt x="28" y="34"/>
                    </a:cubicBezTo>
                    <a:cubicBezTo>
                      <a:pt x="29" y="34"/>
                      <a:pt x="29" y="34"/>
                      <a:pt x="29" y="33"/>
                    </a:cubicBezTo>
                    <a:cubicBezTo>
                      <a:pt x="29" y="26"/>
                      <a:pt x="27" y="19"/>
                      <a:pt x="23" y="13"/>
                    </a:cubicBezTo>
                    <a:cubicBezTo>
                      <a:pt x="18" y="6"/>
                      <a:pt x="11" y="2"/>
                      <a:pt x="2" y="1"/>
                    </a:cubicBezTo>
                    <a:cubicBezTo>
                      <a:pt x="2" y="1"/>
                      <a:pt x="1" y="1"/>
                      <a:pt x="1" y="0"/>
                    </a:cubicBezTo>
                    <a:cubicBezTo>
                      <a:pt x="1" y="0"/>
                      <a:pt x="0" y="0"/>
                      <a:pt x="0" y="0"/>
                    </a:cubicBezTo>
                    <a:cubicBezTo>
                      <a:pt x="0" y="3"/>
                      <a:pt x="0" y="6"/>
                      <a:pt x="0" y="9"/>
                    </a:cubicBezTo>
                    <a:cubicBezTo>
                      <a:pt x="1" y="15"/>
                      <a:pt x="4" y="21"/>
                      <a:pt x="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68" name="Freeform 27"/>
              <p:cNvSpPr>
                <a:spLocks noEditPoints="1"/>
              </p:cNvSpPr>
              <p:nvPr/>
            </p:nvSpPr>
            <p:spPr bwMode="auto">
              <a:xfrm>
                <a:off x="-5324475" y="3683000"/>
                <a:ext cx="255588" cy="533400"/>
              </a:xfrm>
              <a:custGeom>
                <a:avLst/>
                <a:gdLst>
                  <a:gd name="T0" fmla="*/ 34 w 68"/>
                  <a:gd name="T1" fmla="*/ 122 h 142"/>
                  <a:gd name="T2" fmla="*/ 67 w 68"/>
                  <a:gd name="T3" fmla="*/ 138 h 142"/>
                  <a:gd name="T4" fmla="*/ 68 w 68"/>
                  <a:gd name="T5" fmla="*/ 138 h 142"/>
                  <a:gd name="T6" fmla="*/ 68 w 68"/>
                  <a:gd name="T7" fmla="*/ 31 h 142"/>
                  <a:gd name="T8" fmla="*/ 66 w 68"/>
                  <a:gd name="T9" fmla="*/ 15 h 142"/>
                  <a:gd name="T10" fmla="*/ 34 w 68"/>
                  <a:gd name="T11" fmla="*/ 0 h 142"/>
                  <a:gd name="T12" fmla="*/ 34 w 68"/>
                  <a:gd name="T13" fmla="*/ 19 h 142"/>
                  <a:gd name="T14" fmla="*/ 57 w 68"/>
                  <a:gd name="T15" fmla="*/ 23 h 142"/>
                  <a:gd name="T16" fmla="*/ 58 w 68"/>
                  <a:gd name="T17" fmla="*/ 26 h 142"/>
                  <a:gd name="T18" fmla="*/ 56 w 68"/>
                  <a:gd name="T19" fmla="*/ 27 h 142"/>
                  <a:gd name="T20" fmla="*/ 55 w 68"/>
                  <a:gd name="T21" fmla="*/ 27 h 142"/>
                  <a:gd name="T22" fmla="*/ 51 w 68"/>
                  <a:gd name="T23" fmla="*/ 25 h 142"/>
                  <a:gd name="T24" fmla="*/ 34 w 68"/>
                  <a:gd name="T25" fmla="*/ 23 h 142"/>
                  <a:gd name="T26" fmla="*/ 34 w 68"/>
                  <a:gd name="T27" fmla="*/ 38 h 142"/>
                  <a:gd name="T28" fmla="*/ 57 w 68"/>
                  <a:gd name="T29" fmla="*/ 43 h 142"/>
                  <a:gd name="T30" fmla="*/ 58 w 68"/>
                  <a:gd name="T31" fmla="*/ 45 h 142"/>
                  <a:gd name="T32" fmla="*/ 56 w 68"/>
                  <a:gd name="T33" fmla="*/ 46 h 142"/>
                  <a:gd name="T34" fmla="*/ 55 w 68"/>
                  <a:gd name="T35" fmla="*/ 46 h 142"/>
                  <a:gd name="T36" fmla="*/ 51 w 68"/>
                  <a:gd name="T37" fmla="*/ 44 h 142"/>
                  <a:gd name="T38" fmla="*/ 34 w 68"/>
                  <a:gd name="T39" fmla="*/ 42 h 142"/>
                  <a:gd name="T40" fmla="*/ 34 w 68"/>
                  <a:gd name="T41" fmla="*/ 57 h 142"/>
                  <a:gd name="T42" fmla="*/ 57 w 68"/>
                  <a:gd name="T43" fmla="*/ 62 h 142"/>
                  <a:gd name="T44" fmla="*/ 58 w 68"/>
                  <a:gd name="T45" fmla="*/ 64 h 142"/>
                  <a:gd name="T46" fmla="*/ 56 w 68"/>
                  <a:gd name="T47" fmla="*/ 65 h 142"/>
                  <a:gd name="T48" fmla="*/ 55 w 68"/>
                  <a:gd name="T49" fmla="*/ 65 h 142"/>
                  <a:gd name="T50" fmla="*/ 51 w 68"/>
                  <a:gd name="T51" fmla="*/ 63 h 142"/>
                  <a:gd name="T52" fmla="*/ 34 w 68"/>
                  <a:gd name="T53" fmla="*/ 61 h 142"/>
                  <a:gd name="T54" fmla="*/ 34 w 68"/>
                  <a:gd name="T55" fmla="*/ 122 h 142"/>
                  <a:gd name="T56" fmla="*/ 1 w 68"/>
                  <a:gd name="T57" fmla="*/ 138 h 142"/>
                  <a:gd name="T58" fmla="*/ 34 w 68"/>
                  <a:gd name="T59" fmla="*/ 122 h 142"/>
                  <a:gd name="T60" fmla="*/ 34 w 68"/>
                  <a:gd name="T61" fmla="*/ 61 h 142"/>
                  <a:gd name="T62" fmla="*/ 17 w 68"/>
                  <a:gd name="T63" fmla="*/ 63 h 142"/>
                  <a:gd name="T64" fmla="*/ 13 w 68"/>
                  <a:gd name="T65" fmla="*/ 65 h 142"/>
                  <a:gd name="T66" fmla="*/ 10 w 68"/>
                  <a:gd name="T67" fmla="*/ 64 h 142"/>
                  <a:gd name="T68" fmla="*/ 11 w 68"/>
                  <a:gd name="T69" fmla="*/ 62 h 142"/>
                  <a:gd name="T70" fmla="*/ 11 w 68"/>
                  <a:gd name="T71" fmla="*/ 62 h 142"/>
                  <a:gd name="T72" fmla="*/ 34 w 68"/>
                  <a:gd name="T73" fmla="*/ 57 h 142"/>
                  <a:gd name="T74" fmla="*/ 34 w 68"/>
                  <a:gd name="T75" fmla="*/ 42 h 142"/>
                  <a:gd name="T76" fmla="*/ 17 w 68"/>
                  <a:gd name="T77" fmla="*/ 44 h 142"/>
                  <a:gd name="T78" fmla="*/ 13 w 68"/>
                  <a:gd name="T79" fmla="*/ 46 h 142"/>
                  <a:gd name="T80" fmla="*/ 10 w 68"/>
                  <a:gd name="T81" fmla="*/ 45 h 142"/>
                  <a:gd name="T82" fmla="*/ 11 w 68"/>
                  <a:gd name="T83" fmla="*/ 43 h 142"/>
                  <a:gd name="T84" fmla="*/ 11 w 68"/>
                  <a:gd name="T85" fmla="*/ 43 h 142"/>
                  <a:gd name="T86" fmla="*/ 34 w 68"/>
                  <a:gd name="T87" fmla="*/ 38 h 142"/>
                  <a:gd name="T88" fmla="*/ 34 w 68"/>
                  <a:gd name="T89" fmla="*/ 23 h 142"/>
                  <a:gd name="T90" fmla="*/ 17 w 68"/>
                  <a:gd name="T91" fmla="*/ 25 h 142"/>
                  <a:gd name="T92" fmla="*/ 13 w 68"/>
                  <a:gd name="T93" fmla="*/ 27 h 142"/>
                  <a:gd name="T94" fmla="*/ 10 w 68"/>
                  <a:gd name="T95" fmla="*/ 26 h 142"/>
                  <a:gd name="T96" fmla="*/ 11 w 68"/>
                  <a:gd name="T97" fmla="*/ 23 h 142"/>
                  <a:gd name="T98" fmla="*/ 11 w 68"/>
                  <a:gd name="T99" fmla="*/ 23 h 142"/>
                  <a:gd name="T100" fmla="*/ 34 w 68"/>
                  <a:gd name="T101" fmla="*/ 19 h 142"/>
                  <a:gd name="T102" fmla="*/ 34 w 68"/>
                  <a:gd name="T103" fmla="*/ 0 h 142"/>
                  <a:gd name="T104" fmla="*/ 2 w 68"/>
                  <a:gd name="T105" fmla="*/ 15 h 142"/>
                  <a:gd name="T106" fmla="*/ 0 w 68"/>
                  <a:gd name="T107" fmla="*/ 31 h 142"/>
                  <a:gd name="T108" fmla="*/ 0 w 68"/>
                  <a:gd name="T109" fmla="*/ 138 h 142"/>
                  <a:gd name="T110" fmla="*/ 1 w 68"/>
                  <a:gd name="T111" fmla="*/ 13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 h="142">
                    <a:moveTo>
                      <a:pt x="34" y="122"/>
                    </a:moveTo>
                    <a:cubicBezTo>
                      <a:pt x="50" y="122"/>
                      <a:pt x="63" y="126"/>
                      <a:pt x="67" y="138"/>
                    </a:cubicBezTo>
                    <a:cubicBezTo>
                      <a:pt x="68" y="142"/>
                      <a:pt x="68" y="142"/>
                      <a:pt x="68" y="138"/>
                    </a:cubicBezTo>
                    <a:cubicBezTo>
                      <a:pt x="68" y="116"/>
                      <a:pt x="68" y="53"/>
                      <a:pt x="68" y="31"/>
                    </a:cubicBezTo>
                    <a:cubicBezTo>
                      <a:pt x="68" y="26"/>
                      <a:pt x="68" y="19"/>
                      <a:pt x="66" y="15"/>
                    </a:cubicBezTo>
                    <a:cubicBezTo>
                      <a:pt x="62" y="3"/>
                      <a:pt x="49" y="0"/>
                      <a:pt x="34" y="0"/>
                    </a:cubicBezTo>
                    <a:cubicBezTo>
                      <a:pt x="34" y="19"/>
                      <a:pt x="34" y="19"/>
                      <a:pt x="34" y="19"/>
                    </a:cubicBezTo>
                    <a:cubicBezTo>
                      <a:pt x="44" y="19"/>
                      <a:pt x="51" y="21"/>
                      <a:pt x="57" y="23"/>
                    </a:cubicBezTo>
                    <a:cubicBezTo>
                      <a:pt x="58" y="24"/>
                      <a:pt x="58" y="25"/>
                      <a:pt x="58" y="26"/>
                    </a:cubicBezTo>
                    <a:cubicBezTo>
                      <a:pt x="58" y="27"/>
                      <a:pt x="57" y="27"/>
                      <a:pt x="56" y="27"/>
                    </a:cubicBezTo>
                    <a:cubicBezTo>
                      <a:pt x="56" y="27"/>
                      <a:pt x="56" y="27"/>
                      <a:pt x="55" y="27"/>
                    </a:cubicBezTo>
                    <a:cubicBezTo>
                      <a:pt x="54" y="26"/>
                      <a:pt x="52" y="26"/>
                      <a:pt x="51" y="25"/>
                    </a:cubicBezTo>
                    <a:cubicBezTo>
                      <a:pt x="46" y="24"/>
                      <a:pt x="41" y="23"/>
                      <a:pt x="34" y="23"/>
                    </a:cubicBezTo>
                    <a:cubicBezTo>
                      <a:pt x="34" y="38"/>
                      <a:pt x="34" y="38"/>
                      <a:pt x="34" y="38"/>
                    </a:cubicBezTo>
                    <a:cubicBezTo>
                      <a:pt x="44" y="38"/>
                      <a:pt x="51" y="40"/>
                      <a:pt x="57" y="43"/>
                    </a:cubicBezTo>
                    <a:cubicBezTo>
                      <a:pt x="58" y="43"/>
                      <a:pt x="58" y="44"/>
                      <a:pt x="58" y="45"/>
                    </a:cubicBezTo>
                    <a:cubicBezTo>
                      <a:pt x="58" y="46"/>
                      <a:pt x="57" y="46"/>
                      <a:pt x="56" y="46"/>
                    </a:cubicBezTo>
                    <a:cubicBezTo>
                      <a:pt x="56" y="46"/>
                      <a:pt x="56" y="46"/>
                      <a:pt x="55" y="46"/>
                    </a:cubicBezTo>
                    <a:cubicBezTo>
                      <a:pt x="54" y="45"/>
                      <a:pt x="52" y="45"/>
                      <a:pt x="51" y="44"/>
                    </a:cubicBezTo>
                    <a:cubicBezTo>
                      <a:pt x="46" y="43"/>
                      <a:pt x="41" y="42"/>
                      <a:pt x="34" y="42"/>
                    </a:cubicBezTo>
                    <a:cubicBezTo>
                      <a:pt x="34" y="57"/>
                      <a:pt x="34" y="57"/>
                      <a:pt x="34" y="57"/>
                    </a:cubicBezTo>
                    <a:cubicBezTo>
                      <a:pt x="44" y="57"/>
                      <a:pt x="51" y="59"/>
                      <a:pt x="57" y="62"/>
                    </a:cubicBezTo>
                    <a:cubicBezTo>
                      <a:pt x="58" y="62"/>
                      <a:pt x="58" y="63"/>
                      <a:pt x="58" y="64"/>
                    </a:cubicBezTo>
                    <a:cubicBezTo>
                      <a:pt x="58" y="65"/>
                      <a:pt x="57" y="65"/>
                      <a:pt x="56" y="65"/>
                    </a:cubicBezTo>
                    <a:cubicBezTo>
                      <a:pt x="56" y="65"/>
                      <a:pt x="56" y="65"/>
                      <a:pt x="55" y="65"/>
                    </a:cubicBezTo>
                    <a:cubicBezTo>
                      <a:pt x="54" y="64"/>
                      <a:pt x="52" y="64"/>
                      <a:pt x="51" y="63"/>
                    </a:cubicBezTo>
                    <a:cubicBezTo>
                      <a:pt x="46" y="62"/>
                      <a:pt x="41" y="61"/>
                      <a:pt x="34" y="61"/>
                    </a:cubicBezTo>
                    <a:lnTo>
                      <a:pt x="34" y="122"/>
                    </a:lnTo>
                    <a:close/>
                    <a:moveTo>
                      <a:pt x="1" y="138"/>
                    </a:moveTo>
                    <a:cubicBezTo>
                      <a:pt x="5" y="126"/>
                      <a:pt x="18" y="122"/>
                      <a:pt x="34" y="122"/>
                    </a:cubicBezTo>
                    <a:cubicBezTo>
                      <a:pt x="34" y="61"/>
                      <a:pt x="34" y="61"/>
                      <a:pt x="34" y="61"/>
                    </a:cubicBezTo>
                    <a:cubicBezTo>
                      <a:pt x="27" y="61"/>
                      <a:pt x="22" y="62"/>
                      <a:pt x="17" y="63"/>
                    </a:cubicBezTo>
                    <a:cubicBezTo>
                      <a:pt x="16" y="64"/>
                      <a:pt x="14" y="64"/>
                      <a:pt x="13" y="65"/>
                    </a:cubicBezTo>
                    <a:cubicBezTo>
                      <a:pt x="12" y="66"/>
                      <a:pt x="10" y="65"/>
                      <a:pt x="10" y="64"/>
                    </a:cubicBezTo>
                    <a:cubicBezTo>
                      <a:pt x="9" y="63"/>
                      <a:pt x="10" y="62"/>
                      <a:pt x="11" y="62"/>
                    </a:cubicBezTo>
                    <a:cubicBezTo>
                      <a:pt x="11" y="62"/>
                      <a:pt x="11" y="62"/>
                      <a:pt x="11" y="62"/>
                    </a:cubicBezTo>
                    <a:cubicBezTo>
                      <a:pt x="17" y="59"/>
                      <a:pt x="24" y="57"/>
                      <a:pt x="34" y="57"/>
                    </a:cubicBezTo>
                    <a:cubicBezTo>
                      <a:pt x="34" y="42"/>
                      <a:pt x="34" y="42"/>
                      <a:pt x="34" y="42"/>
                    </a:cubicBezTo>
                    <a:cubicBezTo>
                      <a:pt x="27" y="42"/>
                      <a:pt x="22" y="43"/>
                      <a:pt x="17" y="44"/>
                    </a:cubicBezTo>
                    <a:cubicBezTo>
                      <a:pt x="16" y="45"/>
                      <a:pt x="14" y="45"/>
                      <a:pt x="13" y="46"/>
                    </a:cubicBezTo>
                    <a:cubicBezTo>
                      <a:pt x="12" y="47"/>
                      <a:pt x="10" y="46"/>
                      <a:pt x="10" y="45"/>
                    </a:cubicBezTo>
                    <a:cubicBezTo>
                      <a:pt x="9" y="44"/>
                      <a:pt x="10" y="43"/>
                      <a:pt x="11" y="43"/>
                    </a:cubicBezTo>
                    <a:cubicBezTo>
                      <a:pt x="11" y="43"/>
                      <a:pt x="11" y="43"/>
                      <a:pt x="11" y="43"/>
                    </a:cubicBezTo>
                    <a:cubicBezTo>
                      <a:pt x="17" y="40"/>
                      <a:pt x="24" y="38"/>
                      <a:pt x="34" y="38"/>
                    </a:cubicBezTo>
                    <a:cubicBezTo>
                      <a:pt x="34" y="23"/>
                      <a:pt x="34" y="23"/>
                      <a:pt x="34" y="23"/>
                    </a:cubicBezTo>
                    <a:cubicBezTo>
                      <a:pt x="27" y="23"/>
                      <a:pt x="22" y="24"/>
                      <a:pt x="17" y="25"/>
                    </a:cubicBezTo>
                    <a:cubicBezTo>
                      <a:pt x="15" y="26"/>
                      <a:pt x="14" y="26"/>
                      <a:pt x="13" y="27"/>
                    </a:cubicBezTo>
                    <a:cubicBezTo>
                      <a:pt x="12" y="27"/>
                      <a:pt x="10" y="27"/>
                      <a:pt x="10" y="26"/>
                    </a:cubicBezTo>
                    <a:cubicBezTo>
                      <a:pt x="9" y="25"/>
                      <a:pt x="10" y="24"/>
                      <a:pt x="11" y="23"/>
                    </a:cubicBezTo>
                    <a:cubicBezTo>
                      <a:pt x="11" y="23"/>
                      <a:pt x="11" y="23"/>
                      <a:pt x="11" y="23"/>
                    </a:cubicBezTo>
                    <a:cubicBezTo>
                      <a:pt x="17" y="21"/>
                      <a:pt x="24" y="19"/>
                      <a:pt x="34" y="19"/>
                    </a:cubicBezTo>
                    <a:cubicBezTo>
                      <a:pt x="34" y="0"/>
                      <a:pt x="34" y="0"/>
                      <a:pt x="34" y="0"/>
                    </a:cubicBezTo>
                    <a:cubicBezTo>
                      <a:pt x="19" y="0"/>
                      <a:pt x="6" y="3"/>
                      <a:pt x="2" y="15"/>
                    </a:cubicBezTo>
                    <a:cubicBezTo>
                      <a:pt x="0" y="19"/>
                      <a:pt x="0" y="26"/>
                      <a:pt x="0" y="31"/>
                    </a:cubicBezTo>
                    <a:cubicBezTo>
                      <a:pt x="0" y="53"/>
                      <a:pt x="0" y="116"/>
                      <a:pt x="0" y="138"/>
                    </a:cubicBezTo>
                    <a:cubicBezTo>
                      <a:pt x="0" y="142"/>
                      <a:pt x="0" y="142"/>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69" name="Freeform 28"/>
              <p:cNvSpPr>
                <a:spLocks noEditPoints="1"/>
              </p:cNvSpPr>
              <p:nvPr/>
            </p:nvSpPr>
            <p:spPr bwMode="auto">
              <a:xfrm>
                <a:off x="-5045075" y="3683000"/>
                <a:ext cx="250825" cy="533400"/>
              </a:xfrm>
              <a:custGeom>
                <a:avLst/>
                <a:gdLst>
                  <a:gd name="T0" fmla="*/ 67 w 67"/>
                  <a:gd name="T1" fmla="*/ 138 h 142"/>
                  <a:gd name="T2" fmla="*/ 66 w 67"/>
                  <a:gd name="T3" fmla="*/ 15 h 142"/>
                  <a:gd name="T4" fmla="*/ 33 w 67"/>
                  <a:gd name="T5" fmla="*/ 19 h 142"/>
                  <a:gd name="T6" fmla="*/ 57 w 67"/>
                  <a:gd name="T7" fmla="*/ 26 h 142"/>
                  <a:gd name="T8" fmla="*/ 56 w 67"/>
                  <a:gd name="T9" fmla="*/ 27 h 142"/>
                  <a:gd name="T10" fmla="*/ 50 w 67"/>
                  <a:gd name="T11" fmla="*/ 25 h 142"/>
                  <a:gd name="T12" fmla="*/ 33 w 67"/>
                  <a:gd name="T13" fmla="*/ 38 h 142"/>
                  <a:gd name="T14" fmla="*/ 57 w 67"/>
                  <a:gd name="T15" fmla="*/ 45 h 142"/>
                  <a:gd name="T16" fmla="*/ 56 w 67"/>
                  <a:gd name="T17" fmla="*/ 46 h 142"/>
                  <a:gd name="T18" fmla="*/ 50 w 67"/>
                  <a:gd name="T19" fmla="*/ 44 h 142"/>
                  <a:gd name="T20" fmla="*/ 33 w 67"/>
                  <a:gd name="T21" fmla="*/ 57 h 142"/>
                  <a:gd name="T22" fmla="*/ 57 w 67"/>
                  <a:gd name="T23" fmla="*/ 64 h 142"/>
                  <a:gd name="T24" fmla="*/ 56 w 67"/>
                  <a:gd name="T25" fmla="*/ 65 h 142"/>
                  <a:gd name="T26" fmla="*/ 50 w 67"/>
                  <a:gd name="T27" fmla="*/ 63 h 142"/>
                  <a:gd name="T28" fmla="*/ 33 w 67"/>
                  <a:gd name="T29" fmla="*/ 122 h 142"/>
                  <a:gd name="T30" fmla="*/ 66 w 67"/>
                  <a:gd name="T31" fmla="*/ 138 h 142"/>
                  <a:gd name="T32" fmla="*/ 33 w 67"/>
                  <a:gd name="T33" fmla="*/ 0 h 142"/>
                  <a:gd name="T34" fmla="*/ 0 w 67"/>
                  <a:gd name="T35" fmla="*/ 31 h 142"/>
                  <a:gd name="T36" fmla="*/ 1 w 67"/>
                  <a:gd name="T37" fmla="*/ 138 h 142"/>
                  <a:gd name="T38" fmla="*/ 33 w 67"/>
                  <a:gd name="T39" fmla="*/ 61 h 142"/>
                  <a:gd name="T40" fmla="*/ 17 w 67"/>
                  <a:gd name="T41" fmla="*/ 63 h 142"/>
                  <a:gd name="T42" fmla="*/ 9 w 67"/>
                  <a:gd name="T43" fmla="*/ 64 h 142"/>
                  <a:gd name="T44" fmla="*/ 33 w 67"/>
                  <a:gd name="T45" fmla="*/ 57 h 142"/>
                  <a:gd name="T46" fmla="*/ 33 w 67"/>
                  <a:gd name="T47" fmla="*/ 42 h 142"/>
                  <a:gd name="T48" fmla="*/ 17 w 67"/>
                  <a:gd name="T49" fmla="*/ 44 h 142"/>
                  <a:gd name="T50" fmla="*/ 9 w 67"/>
                  <a:gd name="T51" fmla="*/ 45 h 142"/>
                  <a:gd name="T52" fmla="*/ 33 w 67"/>
                  <a:gd name="T53" fmla="*/ 38 h 142"/>
                  <a:gd name="T54" fmla="*/ 33 w 67"/>
                  <a:gd name="T55" fmla="*/ 23 h 142"/>
                  <a:gd name="T56" fmla="*/ 17 w 67"/>
                  <a:gd name="T57" fmla="*/ 25 h 142"/>
                  <a:gd name="T58" fmla="*/ 9 w 67"/>
                  <a:gd name="T59" fmla="*/ 26 h 142"/>
                  <a:gd name="T60" fmla="*/ 33 w 67"/>
                  <a:gd name="T61" fmla="*/ 19 h 142"/>
                  <a:gd name="T62" fmla="*/ 33 w 67"/>
                  <a:gd name="T63"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142">
                    <a:moveTo>
                      <a:pt x="66" y="138"/>
                    </a:moveTo>
                    <a:cubicBezTo>
                      <a:pt x="67" y="142"/>
                      <a:pt x="67" y="142"/>
                      <a:pt x="67" y="138"/>
                    </a:cubicBezTo>
                    <a:cubicBezTo>
                      <a:pt x="67" y="116"/>
                      <a:pt x="67" y="53"/>
                      <a:pt x="67" y="31"/>
                    </a:cubicBezTo>
                    <a:cubicBezTo>
                      <a:pt x="67" y="26"/>
                      <a:pt x="67" y="19"/>
                      <a:pt x="66" y="15"/>
                    </a:cubicBezTo>
                    <a:cubicBezTo>
                      <a:pt x="62" y="3"/>
                      <a:pt x="49" y="0"/>
                      <a:pt x="33" y="0"/>
                    </a:cubicBezTo>
                    <a:cubicBezTo>
                      <a:pt x="33" y="19"/>
                      <a:pt x="33" y="19"/>
                      <a:pt x="33" y="19"/>
                    </a:cubicBezTo>
                    <a:cubicBezTo>
                      <a:pt x="43" y="19"/>
                      <a:pt x="51" y="21"/>
                      <a:pt x="57" y="23"/>
                    </a:cubicBezTo>
                    <a:cubicBezTo>
                      <a:pt x="58" y="24"/>
                      <a:pt x="58" y="25"/>
                      <a:pt x="57" y="26"/>
                    </a:cubicBezTo>
                    <a:cubicBezTo>
                      <a:pt x="57" y="26"/>
                      <a:pt x="57" y="26"/>
                      <a:pt x="57" y="26"/>
                    </a:cubicBezTo>
                    <a:cubicBezTo>
                      <a:pt x="57" y="27"/>
                      <a:pt x="56" y="27"/>
                      <a:pt x="56" y="27"/>
                    </a:cubicBezTo>
                    <a:cubicBezTo>
                      <a:pt x="55" y="27"/>
                      <a:pt x="55" y="27"/>
                      <a:pt x="55" y="27"/>
                    </a:cubicBezTo>
                    <a:cubicBezTo>
                      <a:pt x="53" y="26"/>
                      <a:pt x="52" y="26"/>
                      <a:pt x="50" y="25"/>
                    </a:cubicBezTo>
                    <a:cubicBezTo>
                      <a:pt x="46" y="24"/>
                      <a:pt x="40" y="23"/>
                      <a:pt x="33" y="23"/>
                    </a:cubicBezTo>
                    <a:cubicBezTo>
                      <a:pt x="33" y="38"/>
                      <a:pt x="33" y="38"/>
                      <a:pt x="33" y="38"/>
                    </a:cubicBezTo>
                    <a:cubicBezTo>
                      <a:pt x="43" y="38"/>
                      <a:pt x="51" y="40"/>
                      <a:pt x="57" y="43"/>
                    </a:cubicBezTo>
                    <a:cubicBezTo>
                      <a:pt x="58" y="43"/>
                      <a:pt x="58" y="44"/>
                      <a:pt x="57" y="45"/>
                    </a:cubicBezTo>
                    <a:cubicBezTo>
                      <a:pt x="57" y="45"/>
                      <a:pt x="57" y="45"/>
                      <a:pt x="57" y="45"/>
                    </a:cubicBezTo>
                    <a:cubicBezTo>
                      <a:pt x="57" y="46"/>
                      <a:pt x="56" y="46"/>
                      <a:pt x="56" y="46"/>
                    </a:cubicBezTo>
                    <a:cubicBezTo>
                      <a:pt x="55" y="46"/>
                      <a:pt x="55" y="46"/>
                      <a:pt x="55" y="46"/>
                    </a:cubicBezTo>
                    <a:cubicBezTo>
                      <a:pt x="53" y="45"/>
                      <a:pt x="52" y="45"/>
                      <a:pt x="50" y="44"/>
                    </a:cubicBezTo>
                    <a:cubicBezTo>
                      <a:pt x="46" y="43"/>
                      <a:pt x="40" y="42"/>
                      <a:pt x="33" y="42"/>
                    </a:cubicBezTo>
                    <a:cubicBezTo>
                      <a:pt x="33" y="57"/>
                      <a:pt x="33" y="57"/>
                      <a:pt x="33" y="57"/>
                    </a:cubicBezTo>
                    <a:cubicBezTo>
                      <a:pt x="43" y="57"/>
                      <a:pt x="51" y="59"/>
                      <a:pt x="57" y="62"/>
                    </a:cubicBezTo>
                    <a:cubicBezTo>
                      <a:pt x="58" y="62"/>
                      <a:pt x="58" y="63"/>
                      <a:pt x="57" y="64"/>
                    </a:cubicBezTo>
                    <a:cubicBezTo>
                      <a:pt x="57" y="64"/>
                      <a:pt x="57" y="64"/>
                      <a:pt x="57" y="64"/>
                    </a:cubicBezTo>
                    <a:cubicBezTo>
                      <a:pt x="57" y="65"/>
                      <a:pt x="56" y="65"/>
                      <a:pt x="56" y="65"/>
                    </a:cubicBezTo>
                    <a:cubicBezTo>
                      <a:pt x="55" y="65"/>
                      <a:pt x="55" y="65"/>
                      <a:pt x="55" y="65"/>
                    </a:cubicBezTo>
                    <a:cubicBezTo>
                      <a:pt x="53" y="64"/>
                      <a:pt x="52" y="64"/>
                      <a:pt x="50" y="63"/>
                    </a:cubicBezTo>
                    <a:cubicBezTo>
                      <a:pt x="46" y="62"/>
                      <a:pt x="40" y="61"/>
                      <a:pt x="33" y="61"/>
                    </a:cubicBezTo>
                    <a:cubicBezTo>
                      <a:pt x="33" y="122"/>
                      <a:pt x="33" y="122"/>
                      <a:pt x="33" y="122"/>
                    </a:cubicBezTo>
                    <a:cubicBezTo>
                      <a:pt x="33" y="122"/>
                      <a:pt x="33" y="122"/>
                      <a:pt x="33" y="122"/>
                    </a:cubicBezTo>
                    <a:cubicBezTo>
                      <a:pt x="49" y="122"/>
                      <a:pt x="62" y="126"/>
                      <a:pt x="66" y="138"/>
                    </a:cubicBezTo>
                    <a:close/>
                    <a:moveTo>
                      <a:pt x="33" y="0"/>
                    </a:moveTo>
                    <a:cubicBezTo>
                      <a:pt x="33" y="0"/>
                      <a:pt x="33" y="0"/>
                      <a:pt x="33" y="0"/>
                    </a:cubicBezTo>
                    <a:cubicBezTo>
                      <a:pt x="18" y="0"/>
                      <a:pt x="5" y="3"/>
                      <a:pt x="1" y="15"/>
                    </a:cubicBezTo>
                    <a:cubicBezTo>
                      <a:pt x="0" y="19"/>
                      <a:pt x="0" y="26"/>
                      <a:pt x="0" y="31"/>
                    </a:cubicBezTo>
                    <a:cubicBezTo>
                      <a:pt x="0" y="53"/>
                      <a:pt x="0" y="116"/>
                      <a:pt x="0" y="138"/>
                    </a:cubicBezTo>
                    <a:cubicBezTo>
                      <a:pt x="0" y="142"/>
                      <a:pt x="0" y="142"/>
                      <a:pt x="1" y="138"/>
                    </a:cubicBezTo>
                    <a:cubicBezTo>
                      <a:pt x="5" y="126"/>
                      <a:pt x="18" y="122"/>
                      <a:pt x="33" y="122"/>
                    </a:cubicBezTo>
                    <a:cubicBezTo>
                      <a:pt x="33" y="61"/>
                      <a:pt x="33" y="61"/>
                      <a:pt x="33" y="61"/>
                    </a:cubicBezTo>
                    <a:cubicBezTo>
                      <a:pt x="33" y="61"/>
                      <a:pt x="33" y="61"/>
                      <a:pt x="33" y="61"/>
                    </a:cubicBezTo>
                    <a:cubicBezTo>
                      <a:pt x="27" y="61"/>
                      <a:pt x="21" y="62"/>
                      <a:pt x="17" y="63"/>
                    </a:cubicBezTo>
                    <a:cubicBezTo>
                      <a:pt x="15" y="64"/>
                      <a:pt x="13" y="64"/>
                      <a:pt x="12" y="65"/>
                    </a:cubicBezTo>
                    <a:cubicBezTo>
                      <a:pt x="11" y="66"/>
                      <a:pt x="10" y="65"/>
                      <a:pt x="9" y="64"/>
                    </a:cubicBezTo>
                    <a:cubicBezTo>
                      <a:pt x="9" y="63"/>
                      <a:pt x="9" y="62"/>
                      <a:pt x="10" y="62"/>
                    </a:cubicBezTo>
                    <a:cubicBezTo>
                      <a:pt x="16" y="59"/>
                      <a:pt x="24" y="57"/>
                      <a:pt x="33" y="57"/>
                    </a:cubicBezTo>
                    <a:cubicBezTo>
                      <a:pt x="33" y="57"/>
                      <a:pt x="33" y="57"/>
                      <a:pt x="33" y="57"/>
                    </a:cubicBezTo>
                    <a:cubicBezTo>
                      <a:pt x="33" y="42"/>
                      <a:pt x="33" y="42"/>
                      <a:pt x="33" y="42"/>
                    </a:cubicBezTo>
                    <a:cubicBezTo>
                      <a:pt x="33" y="42"/>
                      <a:pt x="33" y="42"/>
                      <a:pt x="33" y="42"/>
                    </a:cubicBezTo>
                    <a:cubicBezTo>
                      <a:pt x="27" y="42"/>
                      <a:pt x="21" y="43"/>
                      <a:pt x="17" y="44"/>
                    </a:cubicBezTo>
                    <a:cubicBezTo>
                      <a:pt x="15" y="45"/>
                      <a:pt x="13" y="45"/>
                      <a:pt x="12" y="46"/>
                    </a:cubicBezTo>
                    <a:cubicBezTo>
                      <a:pt x="11" y="47"/>
                      <a:pt x="10" y="46"/>
                      <a:pt x="9" y="45"/>
                    </a:cubicBezTo>
                    <a:cubicBezTo>
                      <a:pt x="9" y="44"/>
                      <a:pt x="9" y="43"/>
                      <a:pt x="10" y="43"/>
                    </a:cubicBezTo>
                    <a:cubicBezTo>
                      <a:pt x="16" y="40"/>
                      <a:pt x="24" y="38"/>
                      <a:pt x="33" y="38"/>
                    </a:cubicBezTo>
                    <a:cubicBezTo>
                      <a:pt x="33" y="38"/>
                      <a:pt x="33" y="38"/>
                      <a:pt x="33" y="38"/>
                    </a:cubicBezTo>
                    <a:cubicBezTo>
                      <a:pt x="33" y="23"/>
                      <a:pt x="33" y="23"/>
                      <a:pt x="33" y="23"/>
                    </a:cubicBezTo>
                    <a:cubicBezTo>
                      <a:pt x="33" y="23"/>
                      <a:pt x="33" y="23"/>
                      <a:pt x="33" y="23"/>
                    </a:cubicBezTo>
                    <a:cubicBezTo>
                      <a:pt x="27" y="23"/>
                      <a:pt x="21" y="24"/>
                      <a:pt x="17" y="25"/>
                    </a:cubicBezTo>
                    <a:cubicBezTo>
                      <a:pt x="15" y="26"/>
                      <a:pt x="13" y="26"/>
                      <a:pt x="12" y="27"/>
                    </a:cubicBezTo>
                    <a:cubicBezTo>
                      <a:pt x="11" y="27"/>
                      <a:pt x="10" y="27"/>
                      <a:pt x="9" y="26"/>
                    </a:cubicBezTo>
                    <a:cubicBezTo>
                      <a:pt x="9" y="25"/>
                      <a:pt x="9" y="24"/>
                      <a:pt x="10" y="23"/>
                    </a:cubicBezTo>
                    <a:cubicBezTo>
                      <a:pt x="16" y="21"/>
                      <a:pt x="24" y="19"/>
                      <a:pt x="33" y="19"/>
                    </a:cubicBezTo>
                    <a:cubicBezTo>
                      <a:pt x="33" y="19"/>
                      <a:pt x="33" y="19"/>
                      <a:pt x="33" y="19"/>
                    </a:cubicBez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70" name="Freeform 29"/>
              <p:cNvSpPr>
                <a:spLocks/>
              </p:cNvSpPr>
              <p:nvPr/>
            </p:nvSpPr>
            <p:spPr bwMode="auto">
              <a:xfrm>
                <a:off x="-3678238" y="7881938"/>
                <a:ext cx="288925" cy="555625"/>
              </a:xfrm>
              <a:custGeom>
                <a:avLst/>
                <a:gdLst>
                  <a:gd name="T0" fmla="*/ 77 w 77"/>
                  <a:gd name="T1" fmla="*/ 109 h 148"/>
                  <a:gd name="T2" fmla="*/ 77 w 77"/>
                  <a:gd name="T3" fmla="*/ 35 h 148"/>
                  <a:gd name="T4" fmla="*/ 45 w 77"/>
                  <a:gd name="T5" fmla="*/ 0 h 148"/>
                  <a:gd name="T6" fmla="*/ 31 w 77"/>
                  <a:gd name="T7" fmla="*/ 0 h 148"/>
                  <a:gd name="T8" fmla="*/ 0 w 77"/>
                  <a:gd name="T9" fmla="*/ 35 h 148"/>
                  <a:gd name="T10" fmla="*/ 0 w 77"/>
                  <a:gd name="T11" fmla="*/ 118 h 148"/>
                  <a:gd name="T12" fmla="*/ 29 w 77"/>
                  <a:gd name="T13" fmla="*/ 148 h 148"/>
                  <a:gd name="T14" fmla="*/ 30 w 77"/>
                  <a:gd name="T15" fmla="*/ 148 h 148"/>
                  <a:gd name="T16" fmla="*/ 60 w 77"/>
                  <a:gd name="T17" fmla="*/ 118 h 148"/>
                  <a:gd name="T18" fmla="*/ 60 w 77"/>
                  <a:gd name="T19" fmla="*/ 61 h 148"/>
                  <a:gd name="T20" fmla="*/ 40 w 77"/>
                  <a:gd name="T21" fmla="*/ 39 h 148"/>
                  <a:gd name="T22" fmla="*/ 37 w 77"/>
                  <a:gd name="T23" fmla="*/ 39 h 148"/>
                  <a:gd name="T24" fmla="*/ 17 w 77"/>
                  <a:gd name="T25" fmla="*/ 61 h 148"/>
                  <a:gd name="T26" fmla="*/ 17 w 77"/>
                  <a:gd name="T27" fmla="*/ 109 h 148"/>
                  <a:gd name="T28" fmla="*/ 29 w 77"/>
                  <a:gd name="T29" fmla="*/ 109 h 148"/>
                  <a:gd name="T30" fmla="*/ 29 w 77"/>
                  <a:gd name="T31" fmla="*/ 61 h 148"/>
                  <a:gd name="T32" fmla="*/ 37 w 77"/>
                  <a:gd name="T33" fmla="*/ 51 h 148"/>
                  <a:gd name="T34" fmla="*/ 40 w 77"/>
                  <a:gd name="T35" fmla="*/ 51 h 148"/>
                  <a:gd name="T36" fmla="*/ 49 w 77"/>
                  <a:gd name="T37" fmla="*/ 61 h 148"/>
                  <a:gd name="T38" fmla="*/ 49 w 77"/>
                  <a:gd name="T39" fmla="*/ 118 h 148"/>
                  <a:gd name="T40" fmla="*/ 30 w 77"/>
                  <a:gd name="T41" fmla="*/ 137 h 148"/>
                  <a:gd name="T42" fmla="*/ 16 w 77"/>
                  <a:gd name="T43" fmla="*/ 130 h 148"/>
                  <a:gd name="T44" fmla="*/ 11 w 77"/>
                  <a:gd name="T45" fmla="*/ 112 h 148"/>
                  <a:gd name="T46" fmla="*/ 11 w 77"/>
                  <a:gd name="T47" fmla="*/ 35 h 148"/>
                  <a:gd name="T48" fmla="*/ 31 w 77"/>
                  <a:gd name="T49" fmla="*/ 11 h 148"/>
                  <a:gd name="T50" fmla="*/ 45 w 77"/>
                  <a:gd name="T51" fmla="*/ 11 h 148"/>
                  <a:gd name="T52" fmla="*/ 66 w 77"/>
                  <a:gd name="T53" fmla="*/ 35 h 148"/>
                  <a:gd name="T54" fmla="*/ 66 w 77"/>
                  <a:gd name="T55" fmla="*/ 109 h 148"/>
                  <a:gd name="T56" fmla="*/ 77 w 77"/>
                  <a:gd name="T57" fmla="*/ 10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148">
                    <a:moveTo>
                      <a:pt x="77" y="109"/>
                    </a:moveTo>
                    <a:cubicBezTo>
                      <a:pt x="77" y="35"/>
                      <a:pt x="77" y="35"/>
                      <a:pt x="77" y="35"/>
                    </a:cubicBezTo>
                    <a:cubicBezTo>
                      <a:pt x="77" y="14"/>
                      <a:pt x="64" y="0"/>
                      <a:pt x="45" y="0"/>
                    </a:cubicBezTo>
                    <a:cubicBezTo>
                      <a:pt x="31" y="0"/>
                      <a:pt x="31" y="0"/>
                      <a:pt x="31" y="0"/>
                    </a:cubicBezTo>
                    <a:cubicBezTo>
                      <a:pt x="12" y="0"/>
                      <a:pt x="0" y="14"/>
                      <a:pt x="0" y="35"/>
                    </a:cubicBezTo>
                    <a:cubicBezTo>
                      <a:pt x="0" y="35"/>
                      <a:pt x="0" y="118"/>
                      <a:pt x="0" y="118"/>
                    </a:cubicBezTo>
                    <a:cubicBezTo>
                      <a:pt x="0" y="134"/>
                      <a:pt x="13" y="148"/>
                      <a:pt x="29" y="148"/>
                    </a:cubicBezTo>
                    <a:cubicBezTo>
                      <a:pt x="30" y="148"/>
                      <a:pt x="30" y="148"/>
                      <a:pt x="30" y="148"/>
                    </a:cubicBezTo>
                    <a:cubicBezTo>
                      <a:pt x="47" y="148"/>
                      <a:pt x="60" y="135"/>
                      <a:pt x="60" y="118"/>
                    </a:cubicBezTo>
                    <a:cubicBezTo>
                      <a:pt x="60" y="61"/>
                      <a:pt x="60" y="61"/>
                      <a:pt x="60" y="61"/>
                    </a:cubicBezTo>
                    <a:cubicBezTo>
                      <a:pt x="60" y="49"/>
                      <a:pt x="51" y="39"/>
                      <a:pt x="40" y="39"/>
                    </a:cubicBezTo>
                    <a:cubicBezTo>
                      <a:pt x="37" y="39"/>
                      <a:pt x="37" y="39"/>
                      <a:pt x="37" y="39"/>
                    </a:cubicBezTo>
                    <a:cubicBezTo>
                      <a:pt x="26" y="39"/>
                      <a:pt x="17" y="49"/>
                      <a:pt x="17" y="61"/>
                    </a:cubicBezTo>
                    <a:cubicBezTo>
                      <a:pt x="17" y="109"/>
                      <a:pt x="17" y="109"/>
                      <a:pt x="17" y="109"/>
                    </a:cubicBezTo>
                    <a:cubicBezTo>
                      <a:pt x="29" y="109"/>
                      <a:pt x="29" y="109"/>
                      <a:pt x="29" y="109"/>
                    </a:cubicBezTo>
                    <a:cubicBezTo>
                      <a:pt x="29" y="61"/>
                      <a:pt x="29" y="61"/>
                      <a:pt x="29" y="61"/>
                    </a:cubicBezTo>
                    <a:cubicBezTo>
                      <a:pt x="29" y="56"/>
                      <a:pt x="31" y="51"/>
                      <a:pt x="37" y="51"/>
                    </a:cubicBezTo>
                    <a:cubicBezTo>
                      <a:pt x="40" y="51"/>
                      <a:pt x="40" y="51"/>
                      <a:pt x="40" y="51"/>
                    </a:cubicBezTo>
                    <a:cubicBezTo>
                      <a:pt x="45" y="51"/>
                      <a:pt x="49" y="55"/>
                      <a:pt x="49" y="61"/>
                    </a:cubicBezTo>
                    <a:cubicBezTo>
                      <a:pt x="49" y="118"/>
                      <a:pt x="49" y="118"/>
                      <a:pt x="49" y="118"/>
                    </a:cubicBezTo>
                    <a:cubicBezTo>
                      <a:pt x="49" y="128"/>
                      <a:pt x="41" y="137"/>
                      <a:pt x="30" y="137"/>
                    </a:cubicBezTo>
                    <a:cubicBezTo>
                      <a:pt x="24" y="137"/>
                      <a:pt x="19" y="134"/>
                      <a:pt x="16" y="130"/>
                    </a:cubicBezTo>
                    <a:cubicBezTo>
                      <a:pt x="13" y="127"/>
                      <a:pt x="11" y="121"/>
                      <a:pt x="11" y="112"/>
                    </a:cubicBezTo>
                    <a:cubicBezTo>
                      <a:pt x="11" y="35"/>
                      <a:pt x="11" y="35"/>
                      <a:pt x="11" y="35"/>
                    </a:cubicBezTo>
                    <a:cubicBezTo>
                      <a:pt x="11" y="17"/>
                      <a:pt x="21" y="11"/>
                      <a:pt x="31" y="11"/>
                    </a:cubicBezTo>
                    <a:cubicBezTo>
                      <a:pt x="45" y="11"/>
                      <a:pt x="45" y="11"/>
                      <a:pt x="45" y="11"/>
                    </a:cubicBezTo>
                    <a:cubicBezTo>
                      <a:pt x="60" y="11"/>
                      <a:pt x="66" y="23"/>
                      <a:pt x="66" y="35"/>
                    </a:cubicBezTo>
                    <a:cubicBezTo>
                      <a:pt x="66" y="109"/>
                      <a:pt x="66" y="109"/>
                      <a:pt x="66" y="109"/>
                    </a:cubicBezTo>
                    <a:lnTo>
                      <a:pt x="77"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71" name="Freeform 30"/>
              <p:cNvSpPr>
                <a:spLocks/>
              </p:cNvSpPr>
              <p:nvPr/>
            </p:nvSpPr>
            <p:spPr bwMode="auto">
              <a:xfrm>
                <a:off x="-4321175" y="4551363"/>
                <a:ext cx="312738" cy="311150"/>
              </a:xfrm>
              <a:custGeom>
                <a:avLst/>
                <a:gdLst>
                  <a:gd name="T0" fmla="*/ 39 w 83"/>
                  <a:gd name="T1" fmla="*/ 83 h 83"/>
                  <a:gd name="T2" fmla="*/ 41 w 83"/>
                  <a:gd name="T3" fmla="*/ 83 h 83"/>
                  <a:gd name="T4" fmla="*/ 83 w 83"/>
                  <a:gd name="T5" fmla="*/ 42 h 83"/>
                  <a:gd name="T6" fmla="*/ 41 w 83"/>
                  <a:gd name="T7" fmla="*/ 0 h 83"/>
                  <a:gd name="T8" fmla="*/ 0 w 83"/>
                  <a:gd name="T9" fmla="*/ 41 h 83"/>
                  <a:gd name="T10" fmla="*/ 23 w 83"/>
                  <a:gd name="T11" fmla="*/ 55 h 83"/>
                  <a:gd name="T12" fmla="*/ 39 w 83"/>
                  <a:gd name="T13" fmla="*/ 83 h 83"/>
                </a:gdLst>
                <a:ahLst/>
                <a:cxnLst>
                  <a:cxn ang="0">
                    <a:pos x="T0" y="T1"/>
                  </a:cxn>
                  <a:cxn ang="0">
                    <a:pos x="T2" y="T3"/>
                  </a:cxn>
                  <a:cxn ang="0">
                    <a:pos x="T4" y="T5"/>
                  </a:cxn>
                  <a:cxn ang="0">
                    <a:pos x="T6" y="T7"/>
                  </a:cxn>
                  <a:cxn ang="0">
                    <a:pos x="T8" y="T9"/>
                  </a:cxn>
                  <a:cxn ang="0">
                    <a:pos x="T10" y="T11"/>
                  </a:cxn>
                  <a:cxn ang="0">
                    <a:pos x="T12" y="T13"/>
                  </a:cxn>
                </a:cxnLst>
                <a:rect l="0" t="0" r="r" b="b"/>
                <a:pathLst>
                  <a:path w="83" h="83">
                    <a:moveTo>
                      <a:pt x="39" y="83"/>
                    </a:moveTo>
                    <a:cubicBezTo>
                      <a:pt x="40" y="83"/>
                      <a:pt x="40" y="83"/>
                      <a:pt x="41" y="83"/>
                    </a:cubicBezTo>
                    <a:cubicBezTo>
                      <a:pt x="64" y="83"/>
                      <a:pt x="83" y="65"/>
                      <a:pt x="83" y="42"/>
                    </a:cubicBezTo>
                    <a:cubicBezTo>
                      <a:pt x="83" y="19"/>
                      <a:pt x="64" y="0"/>
                      <a:pt x="41" y="0"/>
                    </a:cubicBezTo>
                    <a:cubicBezTo>
                      <a:pt x="19" y="0"/>
                      <a:pt x="0" y="18"/>
                      <a:pt x="0" y="41"/>
                    </a:cubicBezTo>
                    <a:cubicBezTo>
                      <a:pt x="8" y="44"/>
                      <a:pt x="16" y="49"/>
                      <a:pt x="23" y="55"/>
                    </a:cubicBezTo>
                    <a:cubicBezTo>
                      <a:pt x="31" y="63"/>
                      <a:pt x="36" y="73"/>
                      <a:pt x="39"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72" name="Freeform 31"/>
              <p:cNvSpPr>
                <a:spLocks/>
              </p:cNvSpPr>
              <p:nvPr/>
            </p:nvSpPr>
            <p:spPr bwMode="auto">
              <a:xfrm>
                <a:off x="-4208463" y="4464050"/>
                <a:ext cx="87313" cy="68263"/>
              </a:xfrm>
              <a:custGeom>
                <a:avLst/>
                <a:gdLst>
                  <a:gd name="T0" fmla="*/ 55 w 55"/>
                  <a:gd name="T1" fmla="*/ 43 h 43"/>
                  <a:gd name="T2" fmla="*/ 26 w 55"/>
                  <a:gd name="T3" fmla="*/ 0 h 43"/>
                  <a:gd name="T4" fmla="*/ 0 w 55"/>
                  <a:gd name="T5" fmla="*/ 43 h 43"/>
                  <a:gd name="T6" fmla="*/ 55 w 55"/>
                  <a:gd name="T7" fmla="*/ 43 h 43"/>
                </a:gdLst>
                <a:ahLst/>
                <a:cxnLst>
                  <a:cxn ang="0">
                    <a:pos x="T0" y="T1"/>
                  </a:cxn>
                  <a:cxn ang="0">
                    <a:pos x="T2" y="T3"/>
                  </a:cxn>
                  <a:cxn ang="0">
                    <a:pos x="T4" y="T5"/>
                  </a:cxn>
                  <a:cxn ang="0">
                    <a:pos x="T6" y="T7"/>
                  </a:cxn>
                </a:cxnLst>
                <a:rect l="0" t="0" r="r" b="b"/>
                <a:pathLst>
                  <a:path w="55" h="43">
                    <a:moveTo>
                      <a:pt x="55" y="43"/>
                    </a:moveTo>
                    <a:lnTo>
                      <a:pt x="26" y="0"/>
                    </a:lnTo>
                    <a:lnTo>
                      <a:pt x="0" y="43"/>
                    </a:lnTo>
                    <a:lnTo>
                      <a:pt x="55"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73" name="Freeform 32"/>
              <p:cNvSpPr>
                <a:spLocks/>
              </p:cNvSpPr>
              <p:nvPr/>
            </p:nvSpPr>
            <p:spPr bwMode="auto">
              <a:xfrm>
                <a:off x="-3989388" y="4664075"/>
                <a:ext cx="66675" cy="88900"/>
              </a:xfrm>
              <a:custGeom>
                <a:avLst/>
                <a:gdLst>
                  <a:gd name="T0" fmla="*/ 0 w 42"/>
                  <a:gd name="T1" fmla="*/ 56 h 56"/>
                  <a:gd name="T2" fmla="*/ 42 w 42"/>
                  <a:gd name="T3" fmla="*/ 28 h 56"/>
                  <a:gd name="T4" fmla="*/ 0 w 42"/>
                  <a:gd name="T5" fmla="*/ 0 h 56"/>
                  <a:gd name="T6" fmla="*/ 0 w 42"/>
                  <a:gd name="T7" fmla="*/ 56 h 56"/>
                </a:gdLst>
                <a:ahLst/>
                <a:cxnLst>
                  <a:cxn ang="0">
                    <a:pos x="T0" y="T1"/>
                  </a:cxn>
                  <a:cxn ang="0">
                    <a:pos x="T2" y="T3"/>
                  </a:cxn>
                  <a:cxn ang="0">
                    <a:pos x="T4" y="T5"/>
                  </a:cxn>
                  <a:cxn ang="0">
                    <a:pos x="T6" y="T7"/>
                  </a:cxn>
                </a:cxnLst>
                <a:rect l="0" t="0" r="r" b="b"/>
                <a:pathLst>
                  <a:path w="42" h="56">
                    <a:moveTo>
                      <a:pt x="0" y="56"/>
                    </a:moveTo>
                    <a:lnTo>
                      <a:pt x="42" y="28"/>
                    </a:lnTo>
                    <a:lnTo>
                      <a:pt x="0" y="0"/>
                    </a:lnTo>
                    <a:lnTo>
                      <a:pt x="0"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74" name="Freeform 33"/>
              <p:cNvSpPr>
                <a:spLocks/>
              </p:cNvSpPr>
              <p:nvPr/>
            </p:nvSpPr>
            <p:spPr bwMode="auto">
              <a:xfrm>
                <a:off x="-4384675" y="4664075"/>
                <a:ext cx="41275" cy="33338"/>
              </a:xfrm>
              <a:custGeom>
                <a:avLst/>
                <a:gdLst>
                  <a:gd name="T0" fmla="*/ 11 w 11"/>
                  <a:gd name="T1" fmla="*/ 0 h 9"/>
                  <a:gd name="T2" fmla="*/ 0 w 11"/>
                  <a:gd name="T3" fmla="*/ 8 h 9"/>
                  <a:gd name="T4" fmla="*/ 11 w 11"/>
                  <a:gd name="T5" fmla="*/ 9 h 9"/>
                  <a:gd name="T6" fmla="*/ 11 w 11"/>
                  <a:gd name="T7" fmla="*/ 0 h 9"/>
                </a:gdLst>
                <a:ahLst/>
                <a:cxnLst>
                  <a:cxn ang="0">
                    <a:pos x="T0" y="T1"/>
                  </a:cxn>
                  <a:cxn ang="0">
                    <a:pos x="T2" y="T3"/>
                  </a:cxn>
                  <a:cxn ang="0">
                    <a:pos x="T4" y="T5"/>
                  </a:cxn>
                  <a:cxn ang="0">
                    <a:pos x="T6" y="T7"/>
                  </a:cxn>
                </a:cxnLst>
                <a:rect l="0" t="0" r="r" b="b"/>
                <a:pathLst>
                  <a:path w="11" h="9">
                    <a:moveTo>
                      <a:pt x="11" y="0"/>
                    </a:moveTo>
                    <a:cubicBezTo>
                      <a:pt x="0" y="8"/>
                      <a:pt x="0" y="8"/>
                      <a:pt x="0" y="8"/>
                    </a:cubicBezTo>
                    <a:cubicBezTo>
                      <a:pt x="4" y="8"/>
                      <a:pt x="8" y="8"/>
                      <a:pt x="11" y="9"/>
                    </a:cubicBezTo>
                    <a:lnTo>
                      <a:pt x="1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75" name="Freeform 34"/>
              <p:cNvSpPr>
                <a:spLocks/>
              </p:cNvSpPr>
              <p:nvPr/>
            </p:nvSpPr>
            <p:spPr bwMode="auto">
              <a:xfrm>
                <a:off x="-4071938" y="4535488"/>
                <a:ext cx="77788" cy="79375"/>
              </a:xfrm>
              <a:custGeom>
                <a:avLst/>
                <a:gdLst>
                  <a:gd name="T0" fmla="*/ 0 w 49"/>
                  <a:gd name="T1" fmla="*/ 12 h 50"/>
                  <a:gd name="T2" fmla="*/ 37 w 49"/>
                  <a:gd name="T3" fmla="*/ 50 h 50"/>
                  <a:gd name="T4" fmla="*/ 49 w 49"/>
                  <a:gd name="T5" fmla="*/ 0 h 50"/>
                  <a:gd name="T6" fmla="*/ 0 w 49"/>
                  <a:gd name="T7" fmla="*/ 12 h 50"/>
                </a:gdLst>
                <a:ahLst/>
                <a:cxnLst>
                  <a:cxn ang="0">
                    <a:pos x="T0" y="T1"/>
                  </a:cxn>
                  <a:cxn ang="0">
                    <a:pos x="T2" y="T3"/>
                  </a:cxn>
                  <a:cxn ang="0">
                    <a:pos x="T4" y="T5"/>
                  </a:cxn>
                  <a:cxn ang="0">
                    <a:pos x="T6" y="T7"/>
                  </a:cxn>
                </a:cxnLst>
                <a:rect l="0" t="0" r="r" b="b"/>
                <a:pathLst>
                  <a:path w="49" h="50">
                    <a:moveTo>
                      <a:pt x="0" y="12"/>
                    </a:moveTo>
                    <a:lnTo>
                      <a:pt x="37" y="50"/>
                    </a:lnTo>
                    <a:lnTo>
                      <a:pt x="49"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76" name="Freeform 35"/>
              <p:cNvSpPr>
                <a:spLocks/>
              </p:cNvSpPr>
              <p:nvPr/>
            </p:nvSpPr>
            <p:spPr bwMode="auto">
              <a:xfrm>
                <a:off x="-4071938" y="4802188"/>
                <a:ext cx="77788" cy="79375"/>
              </a:xfrm>
              <a:custGeom>
                <a:avLst/>
                <a:gdLst>
                  <a:gd name="T0" fmla="*/ 37 w 49"/>
                  <a:gd name="T1" fmla="*/ 0 h 50"/>
                  <a:gd name="T2" fmla="*/ 0 w 49"/>
                  <a:gd name="T3" fmla="*/ 38 h 50"/>
                  <a:gd name="T4" fmla="*/ 49 w 49"/>
                  <a:gd name="T5" fmla="*/ 50 h 50"/>
                  <a:gd name="T6" fmla="*/ 37 w 49"/>
                  <a:gd name="T7" fmla="*/ 0 h 50"/>
                </a:gdLst>
                <a:ahLst/>
                <a:cxnLst>
                  <a:cxn ang="0">
                    <a:pos x="T0" y="T1"/>
                  </a:cxn>
                  <a:cxn ang="0">
                    <a:pos x="T2" y="T3"/>
                  </a:cxn>
                  <a:cxn ang="0">
                    <a:pos x="T4" y="T5"/>
                  </a:cxn>
                  <a:cxn ang="0">
                    <a:pos x="T6" y="T7"/>
                  </a:cxn>
                </a:cxnLst>
                <a:rect l="0" t="0" r="r" b="b"/>
                <a:pathLst>
                  <a:path w="49" h="50">
                    <a:moveTo>
                      <a:pt x="37" y="0"/>
                    </a:moveTo>
                    <a:lnTo>
                      <a:pt x="0" y="38"/>
                    </a:lnTo>
                    <a:lnTo>
                      <a:pt x="49" y="50"/>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77" name="Freeform 36"/>
              <p:cNvSpPr>
                <a:spLocks/>
              </p:cNvSpPr>
              <p:nvPr/>
            </p:nvSpPr>
            <p:spPr bwMode="auto">
              <a:xfrm>
                <a:off x="-4340225" y="4535488"/>
                <a:ext cx="79375" cy="79375"/>
              </a:xfrm>
              <a:custGeom>
                <a:avLst/>
                <a:gdLst>
                  <a:gd name="T0" fmla="*/ 12 w 50"/>
                  <a:gd name="T1" fmla="*/ 50 h 50"/>
                  <a:gd name="T2" fmla="*/ 50 w 50"/>
                  <a:gd name="T3" fmla="*/ 12 h 50"/>
                  <a:gd name="T4" fmla="*/ 0 w 50"/>
                  <a:gd name="T5" fmla="*/ 0 h 50"/>
                  <a:gd name="T6" fmla="*/ 12 w 50"/>
                  <a:gd name="T7" fmla="*/ 50 h 50"/>
                </a:gdLst>
                <a:ahLst/>
                <a:cxnLst>
                  <a:cxn ang="0">
                    <a:pos x="T0" y="T1"/>
                  </a:cxn>
                  <a:cxn ang="0">
                    <a:pos x="T2" y="T3"/>
                  </a:cxn>
                  <a:cxn ang="0">
                    <a:pos x="T4" y="T5"/>
                  </a:cxn>
                  <a:cxn ang="0">
                    <a:pos x="T6" y="T7"/>
                  </a:cxn>
                </a:cxnLst>
                <a:rect l="0" t="0" r="r" b="b"/>
                <a:pathLst>
                  <a:path w="50" h="50">
                    <a:moveTo>
                      <a:pt x="12" y="50"/>
                    </a:moveTo>
                    <a:lnTo>
                      <a:pt x="50" y="12"/>
                    </a:lnTo>
                    <a:lnTo>
                      <a:pt x="0" y="0"/>
                    </a:lnTo>
                    <a:lnTo>
                      <a:pt x="12"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78" name="Freeform 37"/>
              <p:cNvSpPr>
                <a:spLocks/>
              </p:cNvSpPr>
              <p:nvPr/>
            </p:nvSpPr>
            <p:spPr bwMode="auto">
              <a:xfrm>
                <a:off x="-4670425" y="4711700"/>
                <a:ext cx="684213" cy="417513"/>
              </a:xfrm>
              <a:custGeom>
                <a:avLst/>
                <a:gdLst>
                  <a:gd name="T0" fmla="*/ 149 w 182"/>
                  <a:gd name="T1" fmla="*/ 47 h 111"/>
                  <a:gd name="T2" fmla="*/ 145 w 182"/>
                  <a:gd name="T3" fmla="*/ 47 h 111"/>
                  <a:gd name="T4" fmla="*/ 129 w 182"/>
                  <a:gd name="T5" fmla="*/ 54 h 111"/>
                  <a:gd name="T6" fmla="*/ 128 w 182"/>
                  <a:gd name="T7" fmla="*/ 46 h 111"/>
                  <a:gd name="T8" fmla="*/ 126 w 182"/>
                  <a:gd name="T9" fmla="*/ 40 h 111"/>
                  <a:gd name="T10" fmla="*/ 93 w 182"/>
                  <a:gd name="T11" fmla="*/ 4 h 111"/>
                  <a:gd name="T12" fmla="*/ 87 w 182"/>
                  <a:gd name="T13" fmla="*/ 2 h 111"/>
                  <a:gd name="T14" fmla="*/ 73 w 182"/>
                  <a:gd name="T15" fmla="*/ 0 h 111"/>
                  <a:gd name="T16" fmla="*/ 71 w 182"/>
                  <a:gd name="T17" fmla="*/ 0 h 111"/>
                  <a:gd name="T18" fmla="*/ 17 w 182"/>
                  <a:gd name="T19" fmla="*/ 56 h 111"/>
                  <a:gd name="T20" fmla="*/ 20 w 182"/>
                  <a:gd name="T21" fmla="*/ 72 h 111"/>
                  <a:gd name="T22" fmla="*/ 0 w 182"/>
                  <a:gd name="T23" fmla="*/ 92 h 111"/>
                  <a:gd name="T24" fmla="*/ 20 w 182"/>
                  <a:gd name="T25" fmla="*/ 111 h 111"/>
                  <a:gd name="T26" fmla="*/ 73 w 182"/>
                  <a:gd name="T27" fmla="*/ 111 h 111"/>
                  <a:gd name="T28" fmla="*/ 75 w 182"/>
                  <a:gd name="T29" fmla="*/ 111 h 111"/>
                  <a:gd name="T30" fmla="*/ 149 w 182"/>
                  <a:gd name="T31" fmla="*/ 111 h 111"/>
                  <a:gd name="T32" fmla="*/ 182 w 182"/>
                  <a:gd name="T33" fmla="*/ 79 h 111"/>
                  <a:gd name="T34" fmla="*/ 149 w 182"/>
                  <a:gd name="T35" fmla="*/ 4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2" h="111">
                    <a:moveTo>
                      <a:pt x="149" y="47"/>
                    </a:moveTo>
                    <a:cubicBezTo>
                      <a:pt x="148" y="47"/>
                      <a:pt x="146" y="47"/>
                      <a:pt x="145" y="47"/>
                    </a:cubicBezTo>
                    <a:cubicBezTo>
                      <a:pt x="139" y="48"/>
                      <a:pt x="133" y="51"/>
                      <a:pt x="129" y="54"/>
                    </a:cubicBezTo>
                    <a:cubicBezTo>
                      <a:pt x="129" y="51"/>
                      <a:pt x="128" y="49"/>
                      <a:pt x="128" y="46"/>
                    </a:cubicBezTo>
                    <a:cubicBezTo>
                      <a:pt x="127" y="44"/>
                      <a:pt x="127" y="42"/>
                      <a:pt x="126" y="40"/>
                    </a:cubicBezTo>
                    <a:cubicBezTo>
                      <a:pt x="121" y="23"/>
                      <a:pt x="109" y="10"/>
                      <a:pt x="93" y="4"/>
                    </a:cubicBezTo>
                    <a:cubicBezTo>
                      <a:pt x="91" y="3"/>
                      <a:pt x="89" y="2"/>
                      <a:pt x="87" y="2"/>
                    </a:cubicBezTo>
                    <a:cubicBezTo>
                      <a:pt x="83" y="0"/>
                      <a:pt x="78" y="0"/>
                      <a:pt x="73" y="0"/>
                    </a:cubicBezTo>
                    <a:cubicBezTo>
                      <a:pt x="72" y="0"/>
                      <a:pt x="71" y="0"/>
                      <a:pt x="71" y="0"/>
                    </a:cubicBezTo>
                    <a:cubicBezTo>
                      <a:pt x="41" y="1"/>
                      <a:pt x="17" y="26"/>
                      <a:pt x="17" y="56"/>
                    </a:cubicBezTo>
                    <a:cubicBezTo>
                      <a:pt x="17" y="61"/>
                      <a:pt x="18" y="67"/>
                      <a:pt x="20" y="72"/>
                    </a:cubicBezTo>
                    <a:cubicBezTo>
                      <a:pt x="9" y="72"/>
                      <a:pt x="0" y="81"/>
                      <a:pt x="0" y="92"/>
                    </a:cubicBezTo>
                    <a:cubicBezTo>
                      <a:pt x="0" y="102"/>
                      <a:pt x="9" y="111"/>
                      <a:pt x="20" y="111"/>
                    </a:cubicBezTo>
                    <a:cubicBezTo>
                      <a:pt x="73" y="111"/>
                      <a:pt x="73" y="111"/>
                      <a:pt x="73" y="111"/>
                    </a:cubicBezTo>
                    <a:cubicBezTo>
                      <a:pt x="75" y="111"/>
                      <a:pt x="75" y="111"/>
                      <a:pt x="75" y="111"/>
                    </a:cubicBezTo>
                    <a:cubicBezTo>
                      <a:pt x="149" y="111"/>
                      <a:pt x="149" y="111"/>
                      <a:pt x="149" y="111"/>
                    </a:cubicBezTo>
                    <a:cubicBezTo>
                      <a:pt x="167" y="111"/>
                      <a:pt x="182" y="97"/>
                      <a:pt x="182" y="79"/>
                    </a:cubicBezTo>
                    <a:cubicBezTo>
                      <a:pt x="182" y="61"/>
                      <a:pt x="167" y="47"/>
                      <a:pt x="149"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79" name="Freeform 38"/>
              <p:cNvSpPr>
                <a:spLocks/>
              </p:cNvSpPr>
              <p:nvPr/>
            </p:nvSpPr>
            <p:spPr bwMode="auto">
              <a:xfrm>
                <a:off x="-5305425" y="5665788"/>
                <a:ext cx="473075" cy="288925"/>
              </a:xfrm>
              <a:custGeom>
                <a:avLst/>
                <a:gdLst>
                  <a:gd name="T0" fmla="*/ 14 w 126"/>
                  <a:gd name="T1" fmla="*/ 77 h 77"/>
                  <a:gd name="T2" fmla="*/ 46 w 126"/>
                  <a:gd name="T3" fmla="*/ 77 h 77"/>
                  <a:gd name="T4" fmla="*/ 89 w 126"/>
                  <a:gd name="T5" fmla="*/ 51 h 77"/>
                  <a:gd name="T6" fmla="*/ 123 w 126"/>
                  <a:gd name="T7" fmla="*/ 65 h 77"/>
                  <a:gd name="T8" fmla="*/ 123 w 126"/>
                  <a:gd name="T9" fmla="*/ 65 h 77"/>
                  <a:gd name="T10" fmla="*/ 126 w 126"/>
                  <a:gd name="T11" fmla="*/ 55 h 77"/>
                  <a:gd name="T12" fmla="*/ 104 w 126"/>
                  <a:gd name="T13" fmla="*/ 32 h 77"/>
                  <a:gd name="T14" fmla="*/ 89 w 126"/>
                  <a:gd name="T15" fmla="*/ 38 h 77"/>
                  <a:gd name="T16" fmla="*/ 51 w 126"/>
                  <a:gd name="T17" fmla="*/ 0 h 77"/>
                  <a:gd name="T18" fmla="*/ 12 w 126"/>
                  <a:gd name="T19" fmla="*/ 38 h 77"/>
                  <a:gd name="T20" fmla="*/ 14 w 126"/>
                  <a:gd name="T21" fmla="*/ 50 h 77"/>
                  <a:gd name="T22" fmla="*/ 0 w 126"/>
                  <a:gd name="T23" fmla="*/ 63 h 77"/>
                  <a:gd name="T24" fmla="*/ 14 w 126"/>
                  <a:gd name="T2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77">
                    <a:moveTo>
                      <a:pt x="14" y="77"/>
                    </a:moveTo>
                    <a:cubicBezTo>
                      <a:pt x="46" y="77"/>
                      <a:pt x="46" y="77"/>
                      <a:pt x="46" y="77"/>
                    </a:cubicBezTo>
                    <a:cubicBezTo>
                      <a:pt x="54" y="62"/>
                      <a:pt x="70" y="51"/>
                      <a:pt x="89" y="51"/>
                    </a:cubicBezTo>
                    <a:cubicBezTo>
                      <a:pt x="102" y="51"/>
                      <a:pt x="114" y="56"/>
                      <a:pt x="123" y="65"/>
                    </a:cubicBezTo>
                    <a:cubicBezTo>
                      <a:pt x="123" y="65"/>
                      <a:pt x="123" y="65"/>
                      <a:pt x="123" y="65"/>
                    </a:cubicBezTo>
                    <a:cubicBezTo>
                      <a:pt x="125" y="62"/>
                      <a:pt x="126" y="59"/>
                      <a:pt x="126" y="55"/>
                    </a:cubicBezTo>
                    <a:cubicBezTo>
                      <a:pt x="126" y="42"/>
                      <a:pt x="116" y="32"/>
                      <a:pt x="104" y="32"/>
                    </a:cubicBezTo>
                    <a:cubicBezTo>
                      <a:pt x="98" y="32"/>
                      <a:pt x="93" y="34"/>
                      <a:pt x="89" y="38"/>
                    </a:cubicBezTo>
                    <a:cubicBezTo>
                      <a:pt x="89" y="16"/>
                      <a:pt x="72" y="0"/>
                      <a:pt x="51" y="0"/>
                    </a:cubicBezTo>
                    <a:cubicBezTo>
                      <a:pt x="29" y="0"/>
                      <a:pt x="12" y="17"/>
                      <a:pt x="12" y="38"/>
                    </a:cubicBezTo>
                    <a:cubicBezTo>
                      <a:pt x="12" y="42"/>
                      <a:pt x="13" y="46"/>
                      <a:pt x="14" y="50"/>
                    </a:cubicBezTo>
                    <a:cubicBezTo>
                      <a:pt x="6" y="50"/>
                      <a:pt x="0" y="56"/>
                      <a:pt x="0" y="63"/>
                    </a:cubicBezTo>
                    <a:cubicBezTo>
                      <a:pt x="0" y="71"/>
                      <a:pt x="6" y="77"/>
                      <a:pt x="14"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80" name="Freeform 39"/>
              <p:cNvSpPr>
                <a:spLocks/>
              </p:cNvSpPr>
              <p:nvPr/>
            </p:nvSpPr>
            <p:spPr bwMode="auto">
              <a:xfrm>
                <a:off x="-5184775" y="5872163"/>
                <a:ext cx="536575" cy="330200"/>
              </a:xfrm>
              <a:custGeom>
                <a:avLst/>
                <a:gdLst>
                  <a:gd name="T0" fmla="*/ 117 w 143"/>
                  <a:gd name="T1" fmla="*/ 38 h 88"/>
                  <a:gd name="T2" fmla="*/ 101 w 143"/>
                  <a:gd name="T3" fmla="*/ 44 h 88"/>
                  <a:gd name="T4" fmla="*/ 89 w 143"/>
                  <a:gd name="T5" fmla="*/ 14 h 88"/>
                  <a:gd name="T6" fmla="*/ 57 w 143"/>
                  <a:gd name="T7" fmla="*/ 0 h 88"/>
                  <a:gd name="T8" fmla="*/ 19 w 143"/>
                  <a:gd name="T9" fmla="*/ 22 h 88"/>
                  <a:gd name="T10" fmla="*/ 13 w 143"/>
                  <a:gd name="T11" fmla="*/ 44 h 88"/>
                  <a:gd name="T12" fmla="*/ 15 w 143"/>
                  <a:gd name="T13" fmla="*/ 57 h 88"/>
                  <a:gd name="T14" fmla="*/ 0 w 143"/>
                  <a:gd name="T15" fmla="*/ 73 h 88"/>
                  <a:gd name="T16" fmla="*/ 15 w 143"/>
                  <a:gd name="T17" fmla="*/ 88 h 88"/>
                  <a:gd name="T18" fmla="*/ 57 w 143"/>
                  <a:gd name="T19" fmla="*/ 88 h 88"/>
                  <a:gd name="T20" fmla="*/ 59 w 143"/>
                  <a:gd name="T21" fmla="*/ 88 h 88"/>
                  <a:gd name="T22" fmla="*/ 117 w 143"/>
                  <a:gd name="T23" fmla="*/ 88 h 88"/>
                  <a:gd name="T24" fmla="*/ 143 w 143"/>
                  <a:gd name="T25" fmla="*/ 63 h 88"/>
                  <a:gd name="T26" fmla="*/ 117 w 143"/>
                  <a:gd name="T27" fmla="*/ 3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88">
                    <a:moveTo>
                      <a:pt x="117" y="38"/>
                    </a:moveTo>
                    <a:cubicBezTo>
                      <a:pt x="111" y="38"/>
                      <a:pt x="105" y="40"/>
                      <a:pt x="101" y="44"/>
                    </a:cubicBezTo>
                    <a:cubicBezTo>
                      <a:pt x="101" y="32"/>
                      <a:pt x="96" y="22"/>
                      <a:pt x="89" y="14"/>
                    </a:cubicBezTo>
                    <a:cubicBezTo>
                      <a:pt x="81" y="6"/>
                      <a:pt x="69" y="0"/>
                      <a:pt x="57" y="0"/>
                    </a:cubicBezTo>
                    <a:cubicBezTo>
                      <a:pt x="41" y="0"/>
                      <a:pt x="27" y="9"/>
                      <a:pt x="19" y="22"/>
                    </a:cubicBezTo>
                    <a:cubicBezTo>
                      <a:pt x="15" y="29"/>
                      <a:pt x="13" y="36"/>
                      <a:pt x="13" y="44"/>
                    </a:cubicBezTo>
                    <a:cubicBezTo>
                      <a:pt x="13" y="49"/>
                      <a:pt x="13" y="53"/>
                      <a:pt x="15" y="57"/>
                    </a:cubicBezTo>
                    <a:cubicBezTo>
                      <a:pt x="6" y="58"/>
                      <a:pt x="0" y="64"/>
                      <a:pt x="0" y="73"/>
                    </a:cubicBezTo>
                    <a:cubicBezTo>
                      <a:pt x="0" y="81"/>
                      <a:pt x="6" y="88"/>
                      <a:pt x="15" y="88"/>
                    </a:cubicBezTo>
                    <a:cubicBezTo>
                      <a:pt x="57" y="88"/>
                      <a:pt x="57" y="88"/>
                      <a:pt x="57" y="88"/>
                    </a:cubicBezTo>
                    <a:cubicBezTo>
                      <a:pt x="59" y="88"/>
                      <a:pt x="59" y="88"/>
                      <a:pt x="59" y="88"/>
                    </a:cubicBezTo>
                    <a:cubicBezTo>
                      <a:pt x="117" y="88"/>
                      <a:pt x="117" y="88"/>
                      <a:pt x="117" y="88"/>
                    </a:cubicBezTo>
                    <a:cubicBezTo>
                      <a:pt x="131" y="88"/>
                      <a:pt x="143" y="77"/>
                      <a:pt x="143" y="63"/>
                    </a:cubicBezTo>
                    <a:cubicBezTo>
                      <a:pt x="143" y="49"/>
                      <a:pt x="131" y="38"/>
                      <a:pt x="11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81" name="Freeform 40"/>
              <p:cNvSpPr>
                <a:spLocks/>
              </p:cNvSpPr>
              <p:nvPr/>
            </p:nvSpPr>
            <p:spPr bwMode="auto">
              <a:xfrm>
                <a:off x="-2963863" y="1122363"/>
                <a:ext cx="49213" cy="500063"/>
              </a:xfrm>
              <a:custGeom>
                <a:avLst/>
                <a:gdLst>
                  <a:gd name="T0" fmla="*/ 0 w 13"/>
                  <a:gd name="T1" fmla="*/ 0 h 133"/>
                  <a:gd name="T2" fmla="*/ 0 w 13"/>
                  <a:gd name="T3" fmla="*/ 133 h 133"/>
                  <a:gd name="T4" fmla="*/ 13 w 13"/>
                  <a:gd name="T5" fmla="*/ 133 h 133"/>
                  <a:gd name="T6" fmla="*/ 13 w 13"/>
                  <a:gd name="T7" fmla="*/ 0 h 133"/>
                  <a:gd name="T8" fmla="*/ 7 w 13"/>
                  <a:gd name="T9" fmla="*/ 1 h 133"/>
                  <a:gd name="T10" fmla="*/ 0 w 13"/>
                  <a:gd name="T11" fmla="*/ 0 h 133"/>
                </a:gdLst>
                <a:ahLst/>
                <a:cxnLst>
                  <a:cxn ang="0">
                    <a:pos x="T0" y="T1"/>
                  </a:cxn>
                  <a:cxn ang="0">
                    <a:pos x="T2" y="T3"/>
                  </a:cxn>
                  <a:cxn ang="0">
                    <a:pos x="T4" y="T5"/>
                  </a:cxn>
                  <a:cxn ang="0">
                    <a:pos x="T6" y="T7"/>
                  </a:cxn>
                  <a:cxn ang="0">
                    <a:pos x="T8" y="T9"/>
                  </a:cxn>
                  <a:cxn ang="0">
                    <a:pos x="T10" y="T11"/>
                  </a:cxn>
                </a:cxnLst>
                <a:rect l="0" t="0" r="r" b="b"/>
                <a:pathLst>
                  <a:path w="13" h="133">
                    <a:moveTo>
                      <a:pt x="0" y="0"/>
                    </a:moveTo>
                    <a:cubicBezTo>
                      <a:pt x="0" y="133"/>
                      <a:pt x="0" y="133"/>
                      <a:pt x="0" y="133"/>
                    </a:cubicBezTo>
                    <a:cubicBezTo>
                      <a:pt x="13" y="133"/>
                      <a:pt x="13" y="133"/>
                      <a:pt x="13" y="133"/>
                    </a:cubicBezTo>
                    <a:cubicBezTo>
                      <a:pt x="13" y="0"/>
                      <a:pt x="13" y="0"/>
                      <a:pt x="13" y="0"/>
                    </a:cubicBezTo>
                    <a:cubicBezTo>
                      <a:pt x="11" y="1"/>
                      <a:pt x="9" y="1"/>
                      <a:pt x="7" y="1"/>
                    </a:cubicBezTo>
                    <a:cubicBezTo>
                      <a:pt x="4" y="1"/>
                      <a:pt x="2"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82" name="Oval 41"/>
              <p:cNvSpPr>
                <a:spLocks noChangeArrowheads="1"/>
              </p:cNvSpPr>
              <p:nvPr/>
            </p:nvSpPr>
            <p:spPr bwMode="auto">
              <a:xfrm>
                <a:off x="-2979738" y="1031875"/>
                <a:ext cx="79375"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83" name="Rectangle 42"/>
              <p:cNvSpPr>
                <a:spLocks noChangeArrowheads="1"/>
              </p:cNvSpPr>
              <p:nvPr/>
            </p:nvSpPr>
            <p:spPr bwMode="auto">
              <a:xfrm>
                <a:off x="-2881313" y="1127125"/>
                <a:ext cx="431800" cy="3063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84" name="Rectangle 43"/>
              <p:cNvSpPr>
                <a:spLocks noChangeArrowheads="1"/>
              </p:cNvSpPr>
              <p:nvPr/>
            </p:nvSpPr>
            <p:spPr bwMode="auto">
              <a:xfrm>
                <a:off x="-1811338" y="168275"/>
                <a:ext cx="952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85" name="Freeform 44"/>
              <p:cNvSpPr>
                <a:spLocks noEditPoints="1"/>
              </p:cNvSpPr>
              <p:nvPr/>
            </p:nvSpPr>
            <p:spPr bwMode="auto">
              <a:xfrm>
                <a:off x="-2166938" y="220663"/>
                <a:ext cx="514350" cy="368300"/>
              </a:xfrm>
              <a:custGeom>
                <a:avLst/>
                <a:gdLst>
                  <a:gd name="T0" fmla="*/ 69 w 137"/>
                  <a:gd name="T1" fmla="*/ 98 h 98"/>
                  <a:gd name="T2" fmla="*/ 137 w 137"/>
                  <a:gd name="T3" fmla="*/ 98 h 98"/>
                  <a:gd name="T4" fmla="*/ 137 w 137"/>
                  <a:gd name="T5" fmla="*/ 0 h 98"/>
                  <a:gd name="T6" fmla="*/ 69 w 137"/>
                  <a:gd name="T7" fmla="*/ 0 h 98"/>
                  <a:gd name="T8" fmla="*/ 69 w 137"/>
                  <a:gd name="T9" fmla="*/ 11 h 98"/>
                  <a:gd name="T10" fmla="*/ 69 w 137"/>
                  <a:gd name="T11" fmla="*/ 11 h 98"/>
                  <a:gd name="T12" fmla="*/ 107 w 137"/>
                  <a:gd name="T13" fmla="*/ 49 h 98"/>
                  <a:gd name="T14" fmla="*/ 69 w 137"/>
                  <a:gd name="T15" fmla="*/ 87 h 98"/>
                  <a:gd name="T16" fmla="*/ 69 w 137"/>
                  <a:gd name="T17" fmla="*/ 98 h 98"/>
                  <a:gd name="T18" fmla="*/ 0 w 137"/>
                  <a:gd name="T19" fmla="*/ 98 h 98"/>
                  <a:gd name="T20" fmla="*/ 69 w 137"/>
                  <a:gd name="T21" fmla="*/ 98 h 98"/>
                  <a:gd name="T22" fmla="*/ 69 w 137"/>
                  <a:gd name="T23" fmla="*/ 87 h 98"/>
                  <a:gd name="T24" fmla="*/ 31 w 137"/>
                  <a:gd name="T25" fmla="*/ 49 h 98"/>
                  <a:gd name="T26" fmla="*/ 69 w 137"/>
                  <a:gd name="T27" fmla="*/ 11 h 98"/>
                  <a:gd name="T28" fmla="*/ 69 w 137"/>
                  <a:gd name="T29" fmla="*/ 0 h 98"/>
                  <a:gd name="T30" fmla="*/ 0 w 137"/>
                  <a:gd name="T31" fmla="*/ 0 h 98"/>
                  <a:gd name="T32" fmla="*/ 0 w 137"/>
                  <a:gd name="T33" fmla="*/ 98 h 98"/>
                  <a:gd name="T34" fmla="*/ 69 w 137"/>
                  <a:gd name="T35" fmla="*/ 11 h 98"/>
                  <a:gd name="T36" fmla="*/ 69 w 137"/>
                  <a:gd name="T37" fmla="*/ 1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98">
                    <a:moveTo>
                      <a:pt x="69" y="98"/>
                    </a:moveTo>
                    <a:cubicBezTo>
                      <a:pt x="137" y="98"/>
                      <a:pt x="137" y="98"/>
                      <a:pt x="137" y="98"/>
                    </a:cubicBezTo>
                    <a:cubicBezTo>
                      <a:pt x="137" y="0"/>
                      <a:pt x="137" y="0"/>
                      <a:pt x="137" y="0"/>
                    </a:cubicBezTo>
                    <a:cubicBezTo>
                      <a:pt x="69" y="0"/>
                      <a:pt x="69" y="0"/>
                      <a:pt x="69" y="0"/>
                    </a:cubicBezTo>
                    <a:cubicBezTo>
                      <a:pt x="69" y="11"/>
                      <a:pt x="69" y="11"/>
                      <a:pt x="69" y="11"/>
                    </a:cubicBezTo>
                    <a:cubicBezTo>
                      <a:pt x="69" y="11"/>
                      <a:pt x="69" y="11"/>
                      <a:pt x="69" y="11"/>
                    </a:cubicBezTo>
                    <a:cubicBezTo>
                      <a:pt x="90" y="11"/>
                      <a:pt x="107" y="28"/>
                      <a:pt x="107" y="49"/>
                    </a:cubicBezTo>
                    <a:cubicBezTo>
                      <a:pt x="107" y="70"/>
                      <a:pt x="90" y="87"/>
                      <a:pt x="69" y="87"/>
                    </a:cubicBezTo>
                    <a:lnTo>
                      <a:pt x="69" y="98"/>
                    </a:lnTo>
                    <a:close/>
                    <a:moveTo>
                      <a:pt x="0" y="98"/>
                    </a:moveTo>
                    <a:cubicBezTo>
                      <a:pt x="69" y="98"/>
                      <a:pt x="69" y="98"/>
                      <a:pt x="69" y="98"/>
                    </a:cubicBezTo>
                    <a:cubicBezTo>
                      <a:pt x="69" y="87"/>
                      <a:pt x="69" y="87"/>
                      <a:pt x="69" y="87"/>
                    </a:cubicBezTo>
                    <a:cubicBezTo>
                      <a:pt x="48" y="87"/>
                      <a:pt x="31" y="70"/>
                      <a:pt x="31" y="49"/>
                    </a:cubicBezTo>
                    <a:cubicBezTo>
                      <a:pt x="31" y="28"/>
                      <a:pt x="48" y="11"/>
                      <a:pt x="69" y="11"/>
                    </a:cubicBezTo>
                    <a:cubicBezTo>
                      <a:pt x="69" y="0"/>
                      <a:pt x="69" y="0"/>
                      <a:pt x="69" y="0"/>
                    </a:cubicBezTo>
                    <a:cubicBezTo>
                      <a:pt x="0" y="0"/>
                      <a:pt x="0" y="0"/>
                      <a:pt x="0" y="0"/>
                    </a:cubicBezTo>
                    <a:cubicBezTo>
                      <a:pt x="0" y="98"/>
                      <a:pt x="0" y="98"/>
                      <a:pt x="0" y="98"/>
                    </a:cubicBezTo>
                    <a:close/>
                    <a:moveTo>
                      <a:pt x="69" y="11"/>
                    </a:moveTo>
                    <a:cubicBezTo>
                      <a:pt x="69" y="11"/>
                      <a:pt x="69" y="11"/>
                      <a:pt x="6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86" name="Oval 45"/>
              <p:cNvSpPr>
                <a:spLocks noChangeArrowheads="1"/>
              </p:cNvSpPr>
              <p:nvPr/>
            </p:nvSpPr>
            <p:spPr bwMode="auto">
              <a:xfrm>
                <a:off x="-2006600" y="307975"/>
                <a:ext cx="192088" cy="1952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87" name="Rectangle 46"/>
              <p:cNvSpPr>
                <a:spLocks noChangeArrowheads="1"/>
              </p:cNvSpPr>
              <p:nvPr/>
            </p:nvSpPr>
            <p:spPr bwMode="auto">
              <a:xfrm>
                <a:off x="-2509838" y="7775575"/>
                <a:ext cx="673100" cy="428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88" name="Freeform 47"/>
              <p:cNvSpPr>
                <a:spLocks/>
              </p:cNvSpPr>
              <p:nvPr/>
            </p:nvSpPr>
            <p:spPr bwMode="auto">
              <a:xfrm>
                <a:off x="-2457450" y="8264525"/>
                <a:ext cx="106363" cy="66675"/>
              </a:xfrm>
              <a:custGeom>
                <a:avLst/>
                <a:gdLst>
                  <a:gd name="T0" fmla="*/ 2 w 28"/>
                  <a:gd name="T1" fmla="*/ 18 h 18"/>
                  <a:gd name="T2" fmla="*/ 3 w 28"/>
                  <a:gd name="T3" fmla="*/ 18 h 18"/>
                  <a:gd name="T4" fmla="*/ 26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3" y="18"/>
                      <a:pt x="3" y="18"/>
                    </a:cubicBezTo>
                    <a:cubicBezTo>
                      <a:pt x="26" y="18"/>
                      <a:pt x="26" y="18"/>
                      <a:pt x="26" y="18"/>
                    </a:cubicBezTo>
                    <a:cubicBezTo>
                      <a:pt x="26" y="18"/>
                      <a:pt x="26" y="18"/>
                      <a:pt x="26" y="18"/>
                    </a:cubicBezTo>
                    <a:cubicBezTo>
                      <a:pt x="27" y="17"/>
                      <a:pt x="28"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2" y="17"/>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89" name="Freeform 48"/>
              <p:cNvSpPr>
                <a:spLocks/>
              </p:cNvSpPr>
              <p:nvPr/>
            </p:nvSpPr>
            <p:spPr bwMode="auto">
              <a:xfrm>
                <a:off x="-2227263" y="8264525"/>
                <a:ext cx="104775" cy="66675"/>
              </a:xfrm>
              <a:custGeom>
                <a:avLst/>
                <a:gdLst>
                  <a:gd name="T0" fmla="*/ 2 w 28"/>
                  <a:gd name="T1" fmla="*/ 18 h 18"/>
                  <a:gd name="T2" fmla="*/ 3 w 28"/>
                  <a:gd name="T3" fmla="*/ 18 h 18"/>
                  <a:gd name="T4" fmla="*/ 25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2" y="18"/>
                      <a:pt x="3" y="18"/>
                    </a:cubicBezTo>
                    <a:cubicBezTo>
                      <a:pt x="25" y="18"/>
                      <a:pt x="25" y="18"/>
                      <a:pt x="25" y="18"/>
                    </a:cubicBezTo>
                    <a:cubicBezTo>
                      <a:pt x="26" y="18"/>
                      <a:pt x="26" y="18"/>
                      <a:pt x="26" y="18"/>
                    </a:cubicBezTo>
                    <a:cubicBezTo>
                      <a:pt x="27" y="17"/>
                      <a:pt x="27"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1" y="17"/>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90" name="Freeform 49"/>
              <p:cNvSpPr>
                <a:spLocks/>
              </p:cNvSpPr>
              <p:nvPr/>
            </p:nvSpPr>
            <p:spPr bwMode="auto">
              <a:xfrm>
                <a:off x="-1995488" y="8264525"/>
                <a:ext cx="106363" cy="66675"/>
              </a:xfrm>
              <a:custGeom>
                <a:avLst/>
                <a:gdLst>
                  <a:gd name="T0" fmla="*/ 2 w 28"/>
                  <a:gd name="T1" fmla="*/ 18 h 18"/>
                  <a:gd name="T2" fmla="*/ 24 w 28"/>
                  <a:gd name="T3" fmla="*/ 18 h 18"/>
                  <a:gd name="T4" fmla="*/ 25 w 28"/>
                  <a:gd name="T5" fmla="*/ 18 h 18"/>
                  <a:gd name="T6" fmla="*/ 28 w 28"/>
                  <a:gd name="T7" fmla="*/ 15 h 18"/>
                  <a:gd name="T8" fmla="*/ 28 w 28"/>
                  <a:gd name="T9" fmla="*/ 14 h 18"/>
                  <a:gd name="T10" fmla="*/ 14 w 28"/>
                  <a:gd name="T11" fmla="*/ 0 h 18"/>
                  <a:gd name="T12" fmla="*/ 0 w 28"/>
                  <a:gd name="T13" fmla="*/ 14 h 18"/>
                  <a:gd name="T14" fmla="*/ 0 w 28"/>
                  <a:gd name="T15" fmla="*/ 17 h 18"/>
                  <a:gd name="T16" fmla="*/ 1 w 28"/>
                  <a:gd name="T17" fmla="*/ 18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4" y="18"/>
                      <a:pt x="24" y="18"/>
                      <a:pt x="24" y="18"/>
                    </a:cubicBezTo>
                    <a:cubicBezTo>
                      <a:pt x="25" y="18"/>
                      <a:pt x="25" y="18"/>
                      <a:pt x="25" y="18"/>
                    </a:cubicBezTo>
                    <a:cubicBezTo>
                      <a:pt x="26" y="17"/>
                      <a:pt x="27" y="16"/>
                      <a:pt x="28" y="15"/>
                    </a:cubicBezTo>
                    <a:cubicBezTo>
                      <a:pt x="28" y="15"/>
                      <a:pt x="28" y="14"/>
                      <a:pt x="28" y="14"/>
                    </a:cubicBezTo>
                    <a:cubicBezTo>
                      <a:pt x="28" y="6"/>
                      <a:pt x="22" y="0"/>
                      <a:pt x="14" y="0"/>
                    </a:cubicBezTo>
                    <a:cubicBezTo>
                      <a:pt x="6" y="0"/>
                      <a:pt x="0" y="6"/>
                      <a:pt x="0" y="14"/>
                    </a:cubicBezTo>
                    <a:cubicBezTo>
                      <a:pt x="0" y="15"/>
                      <a:pt x="0" y="16"/>
                      <a:pt x="0" y="17"/>
                    </a:cubicBezTo>
                    <a:cubicBezTo>
                      <a:pt x="0" y="17"/>
                      <a:pt x="1" y="17"/>
                      <a:pt x="1" y="18"/>
                    </a:cubicBezTo>
                    <a:cubicBezTo>
                      <a:pt x="1" y="18"/>
                      <a:pt x="1" y="18"/>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91" name="Freeform 50"/>
              <p:cNvSpPr>
                <a:spLocks/>
              </p:cNvSpPr>
              <p:nvPr/>
            </p:nvSpPr>
            <p:spPr bwMode="auto">
              <a:xfrm>
                <a:off x="-2513013" y="8331200"/>
                <a:ext cx="217488" cy="71438"/>
              </a:xfrm>
              <a:custGeom>
                <a:avLst/>
                <a:gdLst>
                  <a:gd name="T0" fmla="*/ 8 w 58"/>
                  <a:gd name="T1" fmla="*/ 0 h 19"/>
                  <a:gd name="T2" fmla="*/ 4 w 58"/>
                  <a:gd name="T3" fmla="*/ 1 h 19"/>
                  <a:gd name="T4" fmla="*/ 3 w 58"/>
                  <a:gd name="T5" fmla="*/ 12 h 19"/>
                  <a:gd name="T6" fmla="*/ 18 w 58"/>
                  <a:gd name="T7" fmla="*/ 19 h 19"/>
                  <a:gd name="T8" fmla="*/ 41 w 58"/>
                  <a:gd name="T9" fmla="*/ 19 h 19"/>
                  <a:gd name="T10" fmla="*/ 56 w 58"/>
                  <a:gd name="T11" fmla="*/ 12 h 19"/>
                  <a:gd name="T12" fmla="*/ 55 w 58"/>
                  <a:gd name="T13" fmla="*/ 1 h 19"/>
                  <a:gd name="T14" fmla="*/ 50 w 58"/>
                  <a:gd name="T15" fmla="*/ 0 h 19"/>
                  <a:gd name="T16" fmla="*/ 44 w 58"/>
                  <a:gd name="T17" fmla="*/ 2 h 19"/>
                  <a:gd name="T18" fmla="*/ 41 w 58"/>
                  <a:gd name="T19" fmla="*/ 4 h 19"/>
                  <a:gd name="T20" fmla="*/ 41 w 58"/>
                  <a:gd name="T21" fmla="*/ 4 h 19"/>
                  <a:gd name="T22" fmla="*/ 18 w 58"/>
                  <a:gd name="T23" fmla="*/ 4 h 19"/>
                  <a:gd name="T24" fmla="*/ 17 w 58"/>
                  <a:gd name="T25" fmla="*/ 4 h 19"/>
                  <a:gd name="T26" fmla="*/ 14 w 58"/>
                  <a:gd name="T27" fmla="*/ 2 h 19"/>
                  <a:gd name="T28" fmla="*/ 8 w 5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8" y="0"/>
                    </a:moveTo>
                    <a:cubicBezTo>
                      <a:pt x="7" y="0"/>
                      <a:pt x="5" y="0"/>
                      <a:pt x="4" y="1"/>
                    </a:cubicBezTo>
                    <a:cubicBezTo>
                      <a:pt x="1" y="4"/>
                      <a:pt x="0" y="9"/>
                      <a:pt x="3" y="12"/>
                    </a:cubicBezTo>
                    <a:cubicBezTo>
                      <a:pt x="7" y="16"/>
                      <a:pt x="12" y="19"/>
                      <a:pt x="18" y="19"/>
                    </a:cubicBezTo>
                    <a:cubicBezTo>
                      <a:pt x="41" y="19"/>
                      <a:pt x="41" y="19"/>
                      <a:pt x="41" y="19"/>
                    </a:cubicBezTo>
                    <a:cubicBezTo>
                      <a:pt x="46" y="19"/>
                      <a:pt x="52" y="16"/>
                      <a:pt x="56" y="12"/>
                    </a:cubicBezTo>
                    <a:cubicBezTo>
                      <a:pt x="58" y="9"/>
                      <a:pt x="58" y="4"/>
                      <a:pt x="55" y="1"/>
                    </a:cubicBezTo>
                    <a:cubicBezTo>
                      <a:pt x="53" y="0"/>
                      <a:pt x="52" y="0"/>
                      <a:pt x="50" y="0"/>
                    </a:cubicBezTo>
                    <a:cubicBezTo>
                      <a:pt x="48" y="0"/>
                      <a:pt x="46" y="1"/>
                      <a:pt x="44" y="2"/>
                    </a:cubicBezTo>
                    <a:cubicBezTo>
                      <a:pt x="43" y="3"/>
                      <a:pt x="42" y="4"/>
                      <a:pt x="41" y="4"/>
                    </a:cubicBezTo>
                    <a:cubicBezTo>
                      <a:pt x="41" y="4"/>
                      <a:pt x="41" y="4"/>
                      <a:pt x="41" y="4"/>
                    </a:cubicBezTo>
                    <a:cubicBezTo>
                      <a:pt x="18" y="4"/>
                      <a:pt x="18" y="4"/>
                      <a:pt x="18" y="4"/>
                    </a:cubicBezTo>
                    <a:cubicBezTo>
                      <a:pt x="18" y="4"/>
                      <a:pt x="18" y="4"/>
                      <a:pt x="17" y="4"/>
                    </a:cubicBezTo>
                    <a:cubicBezTo>
                      <a:pt x="16" y="4"/>
                      <a:pt x="15" y="3"/>
                      <a:pt x="14" y="2"/>
                    </a:cubicBezTo>
                    <a:cubicBezTo>
                      <a:pt x="13" y="1"/>
                      <a:pt x="11"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92" name="Freeform 51"/>
              <p:cNvSpPr>
                <a:spLocks/>
              </p:cNvSpPr>
              <p:nvPr/>
            </p:nvSpPr>
            <p:spPr bwMode="auto">
              <a:xfrm>
                <a:off x="-2284413" y="8331200"/>
                <a:ext cx="217488" cy="71438"/>
              </a:xfrm>
              <a:custGeom>
                <a:avLst/>
                <a:gdLst>
                  <a:gd name="T0" fmla="*/ 13 w 58"/>
                  <a:gd name="T1" fmla="*/ 2 h 19"/>
                  <a:gd name="T2" fmla="*/ 13 w 58"/>
                  <a:gd name="T3" fmla="*/ 2 h 19"/>
                  <a:gd name="T4" fmla="*/ 13 w 58"/>
                  <a:gd name="T5" fmla="*/ 1 h 19"/>
                  <a:gd name="T6" fmla="*/ 13 w 58"/>
                  <a:gd name="T7" fmla="*/ 1 h 19"/>
                  <a:gd name="T8" fmla="*/ 12 w 58"/>
                  <a:gd name="T9" fmla="*/ 1 h 19"/>
                  <a:gd name="T10" fmla="*/ 12 w 58"/>
                  <a:gd name="T11" fmla="*/ 1 h 19"/>
                  <a:gd name="T12" fmla="*/ 12 w 58"/>
                  <a:gd name="T13" fmla="*/ 0 h 19"/>
                  <a:gd name="T14" fmla="*/ 11 w 58"/>
                  <a:gd name="T15" fmla="*/ 0 h 19"/>
                  <a:gd name="T16" fmla="*/ 11 w 58"/>
                  <a:gd name="T17" fmla="*/ 0 h 19"/>
                  <a:gd name="T18" fmla="*/ 11 w 58"/>
                  <a:gd name="T19" fmla="*/ 0 h 19"/>
                  <a:gd name="T20" fmla="*/ 10 w 58"/>
                  <a:gd name="T21" fmla="*/ 0 h 19"/>
                  <a:gd name="T22" fmla="*/ 10 w 58"/>
                  <a:gd name="T23" fmla="*/ 0 h 19"/>
                  <a:gd name="T24" fmla="*/ 9 w 58"/>
                  <a:gd name="T25" fmla="*/ 0 h 19"/>
                  <a:gd name="T26" fmla="*/ 9 w 58"/>
                  <a:gd name="T27" fmla="*/ 0 h 19"/>
                  <a:gd name="T28" fmla="*/ 9 w 58"/>
                  <a:gd name="T29" fmla="*/ 0 h 19"/>
                  <a:gd name="T30" fmla="*/ 8 w 58"/>
                  <a:gd name="T31" fmla="*/ 0 h 19"/>
                  <a:gd name="T32" fmla="*/ 8 w 58"/>
                  <a:gd name="T33" fmla="*/ 0 h 19"/>
                  <a:gd name="T34" fmla="*/ 7 w 58"/>
                  <a:gd name="T35" fmla="*/ 0 h 19"/>
                  <a:gd name="T36" fmla="*/ 7 w 58"/>
                  <a:gd name="T37" fmla="*/ 0 h 19"/>
                  <a:gd name="T38" fmla="*/ 6 w 58"/>
                  <a:gd name="T39" fmla="*/ 0 h 19"/>
                  <a:gd name="T40" fmla="*/ 6 w 58"/>
                  <a:gd name="T41" fmla="*/ 0 h 19"/>
                  <a:gd name="T42" fmla="*/ 5 w 58"/>
                  <a:gd name="T43" fmla="*/ 1 h 19"/>
                  <a:gd name="T44" fmla="*/ 5 w 58"/>
                  <a:gd name="T45" fmla="*/ 1 h 19"/>
                  <a:gd name="T46" fmla="*/ 4 w 58"/>
                  <a:gd name="T47" fmla="*/ 1 h 19"/>
                  <a:gd name="T48" fmla="*/ 3 w 58"/>
                  <a:gd name="T49" fmla="*/ 12 h 19"/>
                  <a:gd name="T50" fmla="*/ 18 w 58"/>
                  <a:gd name="T51" fmla="*/ 19 h 19"/>
                  <a:gd name="T52" fmla="*/ 40 w 58"/>
                  <a:gd name="T53" fmla="*/ 19 h 19"/>
                  <a:gd name="T54" fmla="*/ 56 w 58"/>
                  <a:gd name="T55" fmla="*/ 12 h 19"/>
                  <a:gd name="T56" fmla="*/ 55 w 58"/>
                  <a:gd name="T57" fmla="*/ 1 h 19"/>
                  <a:gd name="T58" fmla="*/ 54 w 58"/>
                  <a:gd name="T59" fmla="*/ 1 h 19"/>
                  <a:gd name="T60" fmla="*/ 53 w 58"/>
                  <a:gd name="T61" fmla="*/ 1 h 19"/>
                  <a:gd name="T62" fmla="*/ 52 w 58"/>
                  <a:gd name="T63" fmla="*/ 0 h 19"/>
                  <a:gd name="T64" fmla="*/ 52 w 58"/>
                  <a:gd name="T65" fmla="*/ 0 h 19"/>
                  <a:gd name="T66" fmla="*/ 51 w 58"/>
                  <a:gd name="T67" fmla="*/ 0 h 19"/>
                  <a:gd name="T68" fmla="*/ 51 w 58"/>
                  <a:gd name="T69" fmla="*/ 0 h 19"/>
                  <a:gd name="T70" fmla="*/ 50 w 58"/>
                  <a:gd name="T71" fmla="*/ 0 h 19"/>
                  <a:gd name="T72" fmla="*/ 50 w 58"/>
                  <a:gd name="T73" fmla="*/ 0 h 19"/>
                  <a:gd name="T74" fmla="*/ 50 w 58"/>
                  <a:gd name="T75" fmla="*/ 0 h 19"/>
                  <a:gd name="T76" fmla="*/ 49 w 58"/>
                  <a:gd name="T77" fmla="*/ 0 h 19"/>
                  <a:gd name="T78" fmla="*/ 49 w 58"/>
                  <a:gd name="T79" fmla="*/ 0 h 19"/>
                  <a:gd name="T80" fmla="*/ 48 w 58"/>
                  <a:gd name="T81" fmla="*/ 0 h 19"/>
                  <a:gd name="T82" fmla="*/ 48 w 58"/>
                  <a:gd name="T83" fmla="*/ 0 h 19"/>
                  <a:gd name="T84" fmla="*/ 48 w 58"/>
                  <a:gd name="T85" fmla="*/ 0 h 19"/>
                  <a:gd name="T86" fmla="*/ 47 w 58"/>
                  <a:gd name="T87" fmla="*/ 0 h 19"/>
                  <a:gd name="T88" fmla="*/ 47 w 58"/>
                  <a:gd name="T89" fmla="*/ 0 h 19"/>
                  <a:gd name="T90" fmla="*/ 47 w 58"/>
                  <a:gd name="T91" fmla="*/ 0 h 19"/>
                  <a:gd name="T92" fmla="*/ 46 w 58"/>
                  <a:gd name="T93" fmla="*/ 1 h 19"/>
                  <a:gd name="T94" fmla="*/ 46 w 58"/>
                  <a:gd name="T95" fmla="*/ 1 h 19"/>
                  <a:gd name="T96" fmla="*/ 46 w 58"/>
                  <a:gd name="T97" fmla="*/ 1 h 19"/>
                  <a:gd name="T98" fmla="*/ 45 w 58"/>
                  <a:gd name="T99" fmla="*/ 1 h 19"/>
                  <a:gd name="T100" fmla="*/ 45 w 58"/>
                  <a:gd name="T101" fmla="*/ 2 h 19"/>
                  <a:gd name="T102" fmla="*/ 45 w 58"/>
                  <a:gd name="T103" fmla="*/ 2 h 19"/>
                  <a:gd name="T104" fmla="*/ 44 w 58"/>
                  <a:gd name="T105" fmla="*/ 2 h 19"/>
                  <a:gd name="T106" fmla="*/ 41 w 58"/>
                  <a:gd name="T107" fmla="*/ 4 h 19"/>
                  <a:gd name="T108" fmla="*/ 40 w 58"/>
                  <a:gd name="T109" fmla="*/ 4 h 19"/>
                  <a:gd name="T110" fmla="*/ 18 w 58"/>
                  <a:gd name="T111" fmla="*/ 4 h 19"/>
                  <a:gd name="T112" fmla="*/ 17 w 58"/>
                  <a:gd name="T113" fmla="*/ 4 h 19"/>
                  <a:gd name="T114" fmla="*/ 14 w 58"/>
                  <a:gd name="T115" fmla="*/ 2 h 19"/>
                  <a:gd name="T116" fmla="*/ 13 w 58"/>
                  <a:gd name="T117"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 h="19">
                    <a:moveTo>
                      <a:pt x="13" y="2"/>
                    </a:moveTo>
                    <a:cubicBezTo>
                      <a:pt x="13" y="2"/>
                      <a:pt x="13" y="2"/>
                      <a:pt x="13" y="2"/>
                    </a:cubicBezTo>
                    <a:cubicBezTo>
                      <a:pt x="13" y="1"/>
                      <a:pt x="13" y="1"/>
                      <a:pt x="13" y="1"/>
                    </a:cubicBezTo>
                    <a:cubicBezTo>
                      <a:pt x="13" y="1"/>
                      <a:pt x="13" y="1"/>
                      <a:pt x="13" y="1"/>
                    </a:cubicBezTo>
                    <a:cubicBezTo>
                      <a:pt x="12" y="1"/>
                      <a:pt x="12" y="1"/>
                      <a:pt x="12" y="1"/>
                    </a:cubicBezTo>
                    <a:cubicBezTo>
                      <a:pt x="12" y="1"/>
                      <a:pt x="12" y="1"/>
                      <a:pt x="12" y="1"/>
                    </a:cubicBezTo>
                    <a:cubicBezTo>
                      <a:pt x="12" y="1"/>
                      <a:pt x="12" y="0"/>
                      <a:pt x="12"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9" y="0"/>
                    </a:cubicBezTo>
                    <a:cubicBezTo>
                      <a:pt x="9" y="0"/>
                      <a:pt x="9" y="0"/>
                      <a:pt x="9" y="0"/>
                    </a:cubicBezTo>
                    <a:cubicBezTo>
                      <a:pt x="9" y="0"/>
                      <a:pt x="9" y="0"/>
                      <a:pt x="9" y="0"/>
                    </a:cubicBezTo>
                    <a:cubicBezTo>
                      <a:pt x="8" y="0"/>
                      <a:pt x="8" y="0"/>
                      <a:pt x="8" y="0"/>
                    </a:cubicBezTo>
                    <a:cubicBezTo>
                      <a:pt x="8" y="0"/>
                      <a:pt x="8" y="0"/>
                      <a:pt x="8" y="0"/>
                    </a:cubicBezTo>
                    <a:cubicBezTo>
                      <a:pt x="8" y="0"/>
                      <a:pt x="8" y="0"/>
                      <a:pt x="7" y="0"/>
                    </a:cubicBezTo>
                    <a:cubicBezTo>
                      <a:pt x="7" y="0"/>
                      <a:pt x="7" y="0"/>
                      <a:pt x="7" y="0"/>
                    </a:cubicBezTo>
                    <a:cubicBezTo>
                      <a:pt x="7" y="0"/>
                      <a:pt x="6" y="0"/>
                      <a:pt x="6" y="0"/>
                    </a:cubicBezTo>
                    <a:cubicBezTo>
                      <a:pt x="6" y="0"/>
                      <a:pt x="6" y="0"/>
                      <a:pt x="6" y="0"/>
                    </a:cubicBezTo>
                    <a:cubicBezTo>
                      <a:pt x="5" y="0"/>
                      <a:pt x="5" y="0"/>
                      <a:pt x="5" y="1"/>
                    </a:cubicBezTo>
                    <a:cubicBezTo>
                      <a:pt x="5" y="1"/>
                      <a:pt x="5" y="1"/>
                      <a:pt x="5" y="1"/>
                    </a:cubicBezTo>
                    <a:cubicBezTo>
                      <a:pt x="4" y="1"/>
                      <a:pt x="4" y="1"/>
                      <a:pt x="4" y="1"/>
                    </a:cubicBezTo>
                    <a:cubicBezTo>
                      <a:pt x="1" y="4"/>
                      <a:pt x="0" y="9"/>
                      <a:pt x="3" y="12"/>
                    </a:cubicBezTo>
                    <a:cubicBezTo>
                      <a:pt x="6" y="16"/>
                      <a:pt x="12" y="19"/>
                      <a:pt x="18" y="19"/>
                    </a:cubicBezTo>
                    <a:cubicBezTo>
                      <a:pt x="40" y="19"/>
                      <a:pt x="40" y="19"/>
                      <a:pt x="40" y="19"/>
                    </a:cubicBezTo>
                    <a:cubicBezTo>
                      <a:pt x="46" y="19"/>
                      <a:pt x="52" y="16"/>
                      <a:pt x="56" y="12"/>
                    </a:cubicBezTo>
                    <a:cubicBezTo>
                      <a:pt x="58" y="9"/>
                      <a:pt x="58" y="4"/>
                      <a:pt x="55" y="1"/>
                    </a:cubicBezTo>
                    <a:cubicBezTo>
                      <a:pt x="54" y="1"/>
                      <a:pt x="54" y="1"/>
                      <a:pt x="54" y="1"/>
                    </a:cubicBezTo>
                    <a:cubicBezTo>
                      <a:pt x="54" y="1"/>
                      <a:pt x="53" y="1"/>
                      <a:pt x="53" y="1"/>
                    </a:cubicBezTo>
                    <a:cubicBezTo>
                      <a:pt x="53" y="0"/>
                      <a:pt x="53" y="0"/>
                      <a:pt x="52" y="0"/>
                    </a:cubicBezTo>
                    <a:cubicBezTo>
                      <a:pt x="52" y="0"/>
                      <a:pt x="52" y="0"/>
                      <a:pt x="52" y="0"/>
                    </a:cubicBezTo>
                    <a:cubicBezTo>
                      <a:pt x="52" y="0"/>
                      <a:pt x="52" y="0"/>
                      <a:pt x="51" y="0"/>
                    </a:cubicBezTo>
                    <a:cubicBezTo>
                      <a:pt x="51" y="0"/>
                      <a:pt x="51" y="0"/>
                      <a:pt x="51" y="0"/>
                    </a:cubicBezTo>
                    <a:cubicBezTo>
                      <a:pt x="51" y="0"/>
                      <a:pt x="50" y="0"/>
                      <a:pt x="50" y="0"/>
                    </a:cubicBezTo>
                    <a:cubicBezTo>
                      <a:pt x="50" y="0"/>
                      <a:pt x="50" y="0"/>
                      <a:pt x="50" y="0"/>
                    </a:cubicBezTo>
                    <a:cubicBezTo>
                      <a:pt x="50" y="0"/>
                      <a:pt x="50" y="0"/>
                      <a:pt x="50" y="0"/>
                    </a:cubicBezTo>
                    <a:cubicBezTo>
                      <a:pt x="49" y="0"/>
                      <a:pt x="49" y="0"/>
                      <a:pt x="49" y="0"/>
                    </a:cubicBezTo>
                    <a:cubicBezTo>
                      <a:pt x="49" y="0"/>
                      <a:pt x="49" y="0"/>
                      <a:pt x="49" y="0"/>
                    </a:cubicBezTo>
                    <a:cubicBezTo>
                      <a:pt x="49" y="0"/>
                      <a:pt x="49" y="0"/>
                      <a:pt x="48" y="0"/>
                    </a:cubicBezTo>
                    <a:cubicBezTo>
                      <a:pt x="48" y="0"/>
                      <a:pt x="48" y="0"/>
                      <a:pt x="48" y="0"/>
                    </a:cubicBezTo>
                    <a:cubicBezTo>
                      <a:pt x="48" y="0"/>
                      <a:pt x="48" y="0"/>
                      <a:pt x="48" y="0"/>
                    </a:cubicBezTo>
                    <a:cubicBezTo>
                      <a:pt x="48" y="0"/>
                      <a:pt x="47" y="0"/>
                      <a:pt x="47" y="0"/>
                    </a:cubicBezTo>
                    <a:cubicBezTo>
                      <a:pt x="47" y="0"/>
                      <a:pt x="47" y="0"/>
                      <a:pt x="47" y="0"/>
                    </a:cubicBezTo>
                    <a:cubicBezTo>
                      <a:pt x="47" y="0"/>
                      <a:pt x="47" y="0"/>
                      <a:pt x="47" y="0"/>
                    </a:cubicBezTo>
                    <a:cubicBezTo>
                      <a:pt x="47" y="0"/>
                      <a:pt x="46" y="1"/>
                      <a:pt x="46" y="1"/>
                    </a:cubicBezTo>
                    <a:cubicBezTo>
                      <a:pt x="46" y="1"/>
                      <a:pt x="46" y="1"/>
                      <a:pt x="46" y="1"/>
                    </a:cubicBezTo>
                    <a:cubicBezTo>
                      <a:pt x="46" y="1"/>
                      <a:pt x="46" y="1"/>
                      <a:pt x="46" y="1"/>
                    </a:cubicBezTo>
                    <a:cubicBezTo>
                      <a:pt x="46" y="1"/>
                      <a:pt x="45" y="1"/>
                      <a:pt x="45" y="1"/>
                    </a:cubicBezTo>
                    <a:cubicBezTo>
                      <a:pt x="45" y="1"/>
                      <a:pt x="45" y="1"/>
                      <a:pt x="45" y="2"/>
                    </a:cubicBezTo>
                    <a:cubicBezTo>
                      <a:pt x="45" y="2"/>
                      <a:pt x="45" y="2"/>
                      <a:pt x="45" y="2"/>
                    </a:cubicBezTo>
                    <a:cubicBezTo>
                      <a:pt x="45" y="2"/>
                      <a:pt x="44" y="2"/>
                      <a:pt x="44" y="2"/>
                    </a:cubicBezTo>
                    <a:cubicBezTo>
                      <a:pt x="43" y="3"/>
                      <a:pt x="42" y="4"/>
                      <a:pt x="41" y="4"/>
                    </a:cubicBezTo>
                    <a:cubicBezTo>
                      <a:pt x="41" y="4"/>
                      <a:pt x="41" y="4"/>
                      <a:pt x="40" y="4"/>
                    </a:cubicBezTo>
                    <a:cubicBezTo>
                      <a:pt x="18" y="4"/>
                      <a:pt x="18" y="4"/>
                      <a:pt x="18" y="4"/>
                    </a:cubicBezTo>
                    <a:cubicBezTo>
                      <a:pt x="18" y="4"/>
                      <a:pt x="17" y="4"/>
                      <a:pt x="17" y="4"/>
                    </a:cubicBezTo>
                    <a:cubicBezTo>
                      <a:pt x="16" y="4"/>
                      <a:pt x="15" y="3"/>
                      <a:pt x="14" y="2"/>
                    </a:cubicBezTo>
                    <a:cubicBezTo>
                      <a:pt x="14" y="2"/>
                      <a:pt x="14" y="2"/>
                      <a:pt x="1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93" name="Freeform 52"/>
              <p:cNvSpPr>
                <a:spLocks/>
              </p:cNvSpPr>
              <p:nvPr/>
            </p:nvSpPr>
            <p:spPr bwMode="auto">
              <a:xfrm>
                <a:off x="-2054225" y="8331200"/>
                <a:ext cx="217488" cy="71438"/>
              </a:xfrm>
              <a:custGeom>
                <a:avLst/>
                <a:gdLst>
                  <a:gd name="T0" fmla="*/ 14 w 58"/>
                  <a:gd name="T1" fmla="*/ 2 h 19"/>
                  <a:gd name="T2" fmla="*/ 8 w 58"/>
                  <a:gd name="T3" fmla="*/ 0 h 19"/>
                  <a:gd name="T4" fmla="*/ 3 w 58"/>
                  <a:gd name="T5" fmla="*/ 1 h 19"/>
                  <a:gd name="T6" fmla="*/ 3 w 58"/>
                  <a:gd name="T7" fmla="*/ 12 h 19"/>
                  <a:gd name="T8" fmla="*/ 18 w 58"/>
                  <a:gd name="T9" fmla="*/ 19 h 19"/>
                  <a:gd name="T10" fmla="*/ 40 w 58"/>
                  <a:gd name="T11" fmla="*/ 19 h 19"/>
                  <a:gd name="T12" fmla="*/ 55 w 58"/>
                  <a:gd name="T13" fmla="*/ 12 h 19"/>
                  <a:gd name="T14" fmla="*/ 54 w 58"/>
                  <a:gd name="T15" fmla="*/ 1 h 19"/>
                  <a:gd name="T16" fmla="*/ 50 w 58"/>
                  <a:gd name="T17" fmla="*/ 0 h 19"/>
                  <a:gd name="T18" fmla="*/ 44 w 58"/>
                  <a:gd name="T19" fmla="*/ 2 h 19"/>
                  <a:gd name="T20" fmla="*/ 42 w 58"/>
                  <a:gd name="T21" fmla="*/ 4 h 19"/>
                  <a:gd name="T22" fmla="*/ 40 w 58"/>
                  <a:gd name="T23" fmla="*/ 4 h 19"/>
                  <a:gd name="T24" fmla="*/ 18 w 58"/>
                  <a:gd name="T25" fmla="*/ 4 h 19"/>
                  <a:gd name="T26" fmla="*/ 18 w 58"/>
                  <a:gd name="T27" fmla="*/ 4 h 19"/>
                  <a:gd name="T28" fmla="*/ 14 w 58"/>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14" y="2"/>
                    </a:moveTo>
                    <a:cubicBezTo>
                      <a:pt x="12" y="1"/>
                      <a:pt x="10" y="0"/>
                      <a:pt x="8" y="0"/>
                    </a:cubicBezTo>
                    <a:cubicBezTo>
                      <a:pt x="7" y="0"/>
                      <a:pt x="5" y="0"/>
                      <a:pt x="3" y="1"/>
                    </a:cubicBezTo>
                    <a:cubicBezTo>
                      <a:pt x="0" y="4"/>
                      <a:pt x="0" y="9"/>
                      <a:pt x="3" y="12"/>
                    </a:cubicBezTo>
                    <a:cubicBezTo>
                      <a:pt x="6" y="16"/>
                      <a:pt x="12" y="19"/>
                      <a:pt x="18" y="19"/>
                    </a:cubicBezTo>
                    <a:cubicBezTo>
                      <a:pt x="40" y="19"/>
                      <a:pt x="40" y="19"/>
                      <a:pt x="40" y="19"/>
                    </a:cubicBezTo>
                    <a:cubicBezTo>
                      <a:pt x="46" y="19"/>
                      <a:pt x="52" y="16"/>
                      <a:pt x="55" y="12"/>
                    </a:cubicBezTo>
                    <a:cubicBezTo>
                      <a:pt x="58" y="9"/>
                      <a:pt x="58" y="4"/>
                      <a:pt x="54" y="1"/>
                    </a:cubicBezTo>
                    <a:cubicBezTo>
                      <a:pt x="53" y="0"/>
                      <a:pt x="51" y="0"/>
                      <a:pt x="50" y="0"/>
                    </a:cubicBezTo>
                    <a:cubicBezTo>
                      <a:pt x="48" y="0"/>
                      <a:pt x="46" y="1"/>
                      <a:pt x="44" y="2"/>
                    </a:cubicBezTo>
                    <a:cubicBezTo>
                      <a:pt x="43" y="3"/>
                      <a:pt x="43" y="4"/>
                      <a:pt x="42" y="4"/>
                    </a:cubicBezTo>
                    <a:cubicBezTo>
                      <a:pt x="41" y="4"/>
                      <a:pt x="41" y="4"/>
                      <a:pt x="40" y="4"/>
                    </a:cubicBezTo>
                    <a:cubicBezTo>
                      <a:pt x="18" y="4"/>
                      <a:pt x="18" y="4"/>
                      <a:pt x="18" y="4"/>
                    </a:cubicBezTo>
                    <a:cubicBezTo>
                      <a:pt x="18" y="4"/>
                      <a:pt x="18" y="4"/>
                      <a:pt x="18" y="4"/>
                    </a:cubicBezTo>
                    <a:cubicBezTo>
                      <a:pt x="16" y="4"/>
                      <a:pt x="15" y="3"/>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94" name="Freeform 53"/>
              <p:cNvSpPr>
                <a:spLocks/>
              </p:cNvSpPr>
              <p:nvPr/>
            </p:nvSpPr>
            <p:spPr bwMode="auto">
              <a:xfrm>
                <a:off x="-2949575" y="1719263"/>
                <a:ext cx="574675" cy="544513"/>
              </a:xfrm>
              <a:custGeom>
                <a:avLst/>
                <a:gdLst>
                  <a:gd name="T0" fmla="*/ 26 w 153"/>
                  <a:gd name="T1" fmla="*/ 145 h 145"/>
                  <a:gd name="T2" fmla="*/ 52 w 153"/>
                  <a:gd name="T3" fmla="*/ 119 h 145"/>
                  <a:gd name="T4" fmla="*/ 52 w 153"/>
                  <a:gd name="T5" fmla="*/ 119 h 145"/>
                  <a:gd name="T6" fmla="*/ 52 w 153"/>
                  <a:gd name="T7" fmla="*/ 33 h 145"/>
                  <a:gd name="T8" fmla="*/ 137 w 153"/>
                  <a:gd name="T9" fmla="*/ 33 h 145"/>
                  <a:gd name="T10" fmla="*/ 137 w 153"/>
                  <a:gd name="T11" fmla="*/ 94 h 145"/>
                  <a:gd name="T12" fmla="*/ 127 w 153"/>
                  <a:gd name="T13" fmla="*/ 93 h 145"/>
                  <a:gd name="T14" fmla="*/ 101 w 153"/>
                  <a:gd name="T15" fmla="*/ 119 h 145"/>
                  <a:gd name="T16" fmla="*/ 127 w 153"/>
                  <a:gd name="T17" fmla="*/ 145 h 145"/>
                  <a:gd name="T18" fmla="*/ 153 w 153"/>
                  <a:gd name="T19" fmla="*/ 119 h 145"/>
                  <a:gd name="T20" fmla="*/ 153 w 153"/>
                  <a:gd name="T21" fmla="*/ 119 h 145"/>
                  <a:gd name="T22" fmla="*/ 153 w 153"/>
                  <a:gd name="T23" fmla="*/ 119 h 145"/>
                  <a:gd name="T24" fmla="*/ 153 w 153"/>
                  <a:gd name="T25" fmla="*/ 33 h 145"/>
                  <a:gd name="T26" fmla="*/ 153 w 153"/>
                  <a:gd name="T27" fmla="*/ 0 h 145"/>
                  <a:gd name="T28" fmla="*/ 137 w 153"/>
                  <a:gd name="T29" fmla="*/ 0 h 145"/>
                  <a:gd name="T30" fmla="*/ 52 w 153"/>
                  <a:gd name="T31" fmla="*/ 0 h 145"/>
                  <a:gd name="T32" fmla="*/ 36 w 153"/>
                  <a:gd name="T33" fmla="*/ 0 h 145"/>
                  <a:gd name="T34" fmla="*/ 36 w 153"/>
                  <a:gd name="T35" fmla="*/ 33 h 145"/>
                  <a:gd name="T36" fmla="*/ 36 w 153"/>
                  <a:gd name="T37" fmla="*/ 94 h 145"/>
                  <a:gd name="T38" fmla="*/ 26 w 153"/>
                  <a:gd name="T39" fmla="*/ 93 h 145"/>
                  <a:gd name="T40" fmla="*/ 0 w 153"/>
                  <a:gd name="T41" fmla="*/ 119 h 145"/>
                  <a:gd name="T42" fmla="*/ 26 w 153"/>
                  <a:gd name="T43"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3" h="145">
                    <a:moveTo>
                      <a:pt x="26" y="145"/>
                    </a:moveTo>
                    <a:cubicBezTo>
                      <a:pt x="40" y="145"/>
                      <a:pt x="52" y="133"/>
                      <a:pt x="52" y="119"/>
                    </a:cubicBezTo>
                    <a:cubicBezTo>
                      <a:pt x="52" y="119"/>
                      <a:pt x="52" y="119"/>
                      <a:pt x="52" y="119"/>
                    </a:cubicBezTo>
                    <a:cubicBezTo>
                      <a:pt x="52" y="33"/>
                      <a:pt x="52" y="33"/>
                      <a:pt x="52" y="33"/>
                    </a:cubicBezTo>
                    <a:cubicBezTo>
                      <a:pt x="137" y="33"/>
                      <a:pt x="137" y="33"/>
                      <a:pt x="137" y="33"/>
                    </a:cubicBezTo>
                    <a:cubicBezTo>
                      <a:pt x="137" y="94"/>
                      <a:pt x="137" y="94"/>
                      <a:pt x="137" y="94"/>
                    </a:cubicBezTo>
                    <a:cubicBezTo>
                      <a:pt x="134" y="93"/>
                      <a:pt x="130" y="93"/>
                      <a:pt x="127" y="93"/>
                    </a:cubicBezTo>
                    <a:cubicBezTo>
                      <a:pt x="112" y="93"/>
                      <a:pt x="101" y="104"/>
                      <a:pt x="101" y="119"/>
                    </a:cubicBezTo>
                    <a:cubicBezTo>
                      <a:pt x="101" y="133"/>
                      <a:pt x="112" y="145"/>
                      <a:pt x="127" y="145"/>
                    </a:cubicBezTo>
                    <a:cubicBezTo>
                      <a:pt x="141" y="145"/>
                      <a:pt x="153" y="133"/>
                      <a:pt x="153" y="119"/>
                    </a:cubicBezTo>
                    <a:cubicBezTo>
                      <a:pt x="153" y="119"/>
                      <a:pt x="153" y="119"/>
                      <a:pt x="153" y="119"/>
                    </a:cubicBezTo>
                    <a:cubicBezTo>
                      <a:pt x="153" y="119"/>
                      <a:pt x="153" y="119"/>
                      <a:pt x="153" y="119"/>
                    </a:cubicBezTo>
                    <a:cubicBezTo>
                      <a:pt x="153" y="33"/>
                      <a:pt x="153" y="33"/>
                      <a:pt x="153" y="33"/>
                    </a:cubicBezTo>
                    <a:cubicBezTo>
                      <a:pt x="153" y="0"/>
                      <a:pt x="153" y="0"/>
                      <a:pt x="153" y="0"/>
                    </a:cubicBezTo>
                    <a:cubicBezTo>
                      <a:pt x="137" y="0"/>
                      <a:pt x="137" y="0"/>
                      <a:pt x="137" y="0"/>
                    </a:cubicBezTo>
                    <a:cubicBezTo>
                      <a:pt x="52" y="0"/>
                      <a:pt x="52" y="0"/>
                      <a:pt x="52" y="0"/>
                    </a:cubicBezTo>
                    <a:cubicBezTo>
                      <a:pt x="36" y="0"/>
                      <a:pt x="36" y="0"/>
                      <a:pt x="36" y="0"/>
                    </a:cubicBezTo>
                    <a:cubicBezTo>
                      <a:pt x="36" y="33"/>
                      <a:pt x="36" y="33"/>
                      <a:pt x="36" y="33"/>
                    </a:cubicBezTo>
                    <a:cubicBezTo>
                      <a:pt x="36" y="94"/>
                      <a:pt x="36" y="94"/>
                      <a:pt x="36" y="94"/>
                    </a:cubicBezTo>
                    <a:cubicBezTo>
                      <a:pt x="33" y="93"/>
                      <a:pt x="29" y="93"/>
                      <a:pt x="26" y="93"/>
                    </a:cubicBezTo>
                    <a:cubicBezTo>
                      <a:pt x="11" y="93"/>
                      <a:pt x="0" y="104"/>
                      <a:pt x="0" y="119"/>
                    </a:cubicBezTo>
                    <a:cubicBezTo>
                      <a:pt x="0" y="133"/>
                      <a:pt x="11" y="145"/>
                      <a:pt x="26"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95" name="Freeform 54"/>
              <p:cNvSpPr>
                <a:spLocks/>
              </p:cNvSpPr>
              <p:nvPr/>
            </p:nvSpPr>
            <p:spPr bwMode="auto">
              <a:xfrm>
                <a:off x="-1382713" y="8283575"/>
                <a:ext cx="195263" cy="63500"/>
              </a:xfrm>
              <a:custGeom>
                <a:avLst/>
                <a:gdLst>
                  <a:gd name="T0" fmla="*/ 3 w 123"/>
                  <a:gd name="T1" fmla="*/ 0 h 40"/>
                  <a:gd name="T2" fmla="*/ 0 w 123"/>
                  <a:gd name="T3" fmla="*/ 40 h 40"/>
                  <a:gd name="T4" fmla="*/ 123 w 123"/>
                  <a:gd name="T5" fmla="*/ 40 h 40"/>
                  <a:gd name="T6" fmla="*/ 121 w 123"/>
                  <a:gd name="T7" fmla="*/ 0 h 40"/>
                  <a:gd name="T8" fmla="*/ 3 w 123"/>
                  <a:gd name="T9" fmla="*/ 0 h 40"/>
                </a:gdLst>
                <a:ahLst/>
                <a:cxnLst>
                  <a:cxn ang="0">
                    <a:pos x="T0" y="T1"/>
                  </a:cxn>
                  <a:cxn ang="0">
                    <a:pos x="T2" y="T3"/>
                  </a:cxn>
                  <a:cxn ang="0">
                    <a:pos x="T4" y="T5"/>
                  </a:cxn>
                  <a:cxn ang="0">
                    <a:pos x="T6" y="T7"/>
                  </a:cxn>
                  <a:cxn ang="0">
                    <a:pos x="T8" y="T9"/>
                  </a:cxn>
                </a:cxnLst>
                <a:rect l="0" t="0" r="r" b="b"/>
                <a:pathLst>
                  <a:path w="123" h="40">
                    <a:moveTo>
                      <a:pt x="3" y="0"/>
                    </a:moveTo>
                    <a:lnTo>
                      <a:pt x="0" y="40"/>
                    </a:lnTo>
                    <a:lnTo>
                      <a:pt x="123" y="40"/>
                    </a:lnTo>
                    <a:lnTo>
                      <a:pt x="121"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96" name="Freeform 55"/>
              <p:cNvSpPr>
                <a:spLocks noEditPoints="1"/>
              </p:cNvSpPr>
              <p:nvPr/>
            </p:nvSpPr>
            <p:spPr bwMode="auto">
              <a:xfrm>
                <a:off x="-1555750" y="7926388"/>
                <a:ext cx="546100" cy="338138"/>
              </a:xfrm>
              <a:custGeom>
                <a:avLst/>
                <a:gdLst>
                  <a:gd name="T0" fmla="*/ 230 w 344"/>
                  <a:gd name="T1" fmla="*/ 213 h 213"/>
                  <a:gd name="T2" fmla="*/ 344 w 344"/>
                  <a:gd name="T3" fmla="*/ 213 h 213"/>
                  <a:gd name="T4" fmla="*/ 344 w 344"/>
                  <a:gd name="T5" fmla="*/ 0 h 213"/>
                  <a:gd name="T6" fmla="*/ 171 w 344"/>
                  <a:gd name="T7" fmla="*/ 0 h 213"/>
                  <a:gd name="T8" fmla="*/ 171 w 344"/>
                  <a:gd name="T9" fmla="*/ 26 h 213"/>
                  <a:gd name="T10" fmla="*/ 313 w 344"/>
                  <a:gd name="T11" fmla="*/ 26 h 213"/>
                  <a:gd name="T12" fmla="*/ 313 w 344"/>
                  <a:gd name="T13" fmla="*/ 187 h 213"/>
                  <a:gd name="T14" fmla="*/ 228 w 344"/>
                  <a:gd name="T15" fmla="*/ 187 h 213"/>
                  <a:gd name="T16" fmla="*/ 171 w 344"/>
                  <a:gd name="T17" fmla="*/ 187 h 213"/>
                  <a:gd name="T18" fmla="*/ 171 w 344"/>
                  <a:gd name="T19" fmla="*/ 213 h 213"/>
                  <a:gd name="T20" fmla="*/ 230 w 344"/>
                  <a:gd name="T21" fmla="*/ 213 h 213"/>
                  <a:gd name="T22" fmla="*/ 171 w 344"/>
                  <a:gd name="T23" fmla="*/ 0 h 213"/>
                  <a:gd name="T24" fmla="*/ 0 w 344"/>
                  <a:gd name="T25" fmla="*/ 0 h 213"/>
                  <a:gd name="T26" fmla="*/ 0 w 344"/>
                  <a:gd name="T27" fmla="*/ 213 h 213"/>
                  <a:gd name="T28" fmla="*/ 112 w 344"/>
                  <a:gd name="T29" fmla="*/ 213 h 213"/>
                  <a:gd name="T30" fmla="*/ 171 w 344"/>
                  <a:gd name="T31" fmla="*/ 213 h 213"/>
                  <a:gd name="T32" fmla="*/ 171 w 344"/>
                  <a:gd name="T33" fmla="*/ 187 h 213"/>
                  <a:gd name="T34" fmla="*/ 114 w 344"/>
                  <a:gd name="T35" fmla="*/ 187 h 213"/>
                  <a:gd name="T36" fmla="*/ 31 w 344"/>
                  <a:gd name="T37" fmla="*/ 187 h 213"/>
                  <a:gd name="T38" fmla="*/ 31 w 344"/>
                  <a:gd name="T39" fmla="*/ 187 h 213"/>
                  <a:gd name="T40" fmla="*/ 31 w 344"/>
                  <a:gd name="T41" fmla="*/ 26 h 213"/>
                  <a:gd name="T42" fmla="*/ 171 w 344"/>
                  <a:gd name="T43" fmla="*/ 26 h 213"/>
                  <a:gd name="T44" fmla="*/ 171 w 344"/>
                  <a:gd name="T4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4" h="213">
                    <a:moveTo>
                      <a:pt x="230" y="213"/>
                    </a:moveTo>
                    <a:lnTo>
                      <a:pt x="344" y="213"/>
                    </a:lnTo>
                    <a:lnTo>
                      <a:pt x="344" y="0"/>
                    </a:lnTo>
                    <a:lnTo>
                      <a:pt x="171" y="0"/>
                    </a:lnTo>
                    <a:lnTo>
                      <a:pt x="171" y="26"/>
                    </a:lnTo>
                    <a:lnTo>
                      <a:pt x="313" y="26"/>
                    </a:lnTo>
                    <a:lnTo>
                      <a:pt x="313" y="187"/>
                    </a:lnTo>
                    <a:lnTo>
                      <a:pt x="228" y="187"/>
                    </a:lnTo>
                    <a:lnTo>
                      <a:pt x="171" y="187"/>
                    </a:lnTo>
                    <a:lnTo>
                      <a:pt x="171" y="213"/>
                    </a:lnTo>
                    <a:lnTo>
                      <a:pt x="230" y="213"/>
                    </a:lnTo>
                    <a:close/>
                    <a:moveTo>
                      <a:pt x="171" y="0"/>
                    </a:moveTo>
                    <a:lnTo>
                      <a:pt x="0" y="0"/>
                    </a:lnTo>
                    <a:lnTo>
                      <a:pt x="0" y="213"/>
                    </a:lnTo>
                    <a:lnTo>
                      <a:pt x="112" y="213"/>
                    </a:lnTo>
                    <a:lnTo>
                      <a:pt x="171" y="213"/>
                    </a:lnTo>
                    <a:lnTo>
                      <a:pt x="171" y="187"/>
                    </a:lnTo>
                    <a:lnTo>
                      <a:pt x="114" y="187"/>
                    </a:lnTo>
                    <a:lnTo>
                      <a:pt x="31" y="187"/>
                    </a:lnTo>
                    <a:lnTo>
                      <a:pt x="31" y="187"/>
                    </a:lnTo>
                    <a:lnTo>
                      <a:pt x="31" y="26"/>
                    </a:lnTo>
                    <a:lnTo>
                      <a:pt x="171" y="26"/>
                    </a:lnTo>
                    <a:lnTo>
                      <a:pt x="17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97" name="Freeform 56"/>
              <p:cNvSpPr>
                <a:spLocks/>
              </p:cNvSpPr>
              <p:nvPr/>
            </p:nvSpPr>
            <p:spPr bwMode="auto">
              <a:xfrm>
                <a:off x="-1419225" y="8366125"/>
                <a:ext cx="269875" cy="25400"/>
              </a:xfrm>
              <a:custGeom>
                <a:avLst/>
                <a:gdLst>
                  <a:gd name="T0" fmla="*/ 0 w 170"/>
                  <a:gd name="T1" fmla="*/ 0 h 16"/>
                  <a:gd name="T2" fmla="*/ 0 w 170"/>
                  <a:gd name="T3" fmla="*/ 16 h 16"/>
                  <a:gd name="T4" fmla="*/ 170 w 170"/>
                  <a:gd name="T5" fmla="*/ 16 h 16"/>
                  <a:gd name="T6" fmla="*/ 170 w 170"/>
                  <a:gd name="T7" fmla="*/ 0 h 16"/>
                  <a:gd name="T8" fmla="*/ 146 w 170"/>
                  <a:gd name="T9" fmla="*/ 0 h 16"/>
                  <a:gd name="T10" fmla="*/ 23 w 170"/>
                  <a:gd name="T11" fmla="*/ 0 h 16"/>
                  <a:gd name="T12" fmla="*/ 0 w 17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0" h="16">
                    <a:moveTo>
                      <a:pt x="0" y="0"/>
                    </a:moveTo>
                    <a:lnTo>
                      <a:pt x="0" y="16"/>
                    </a:lnTo>
                    <a:lnTo>
                      <a:pt x="170" y="16"/>
                    </a:lnTo>
                    <a:lnTo>
                      <a:pt x="170" y="0"/>
                    </a:lnTo>
                    <a:lnTo>
                      <a:pt x="146" y="0"/>
                    </a:lnTo>
                    <a:lnTo>
                      <a:pt x="2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98" name="Freeform 57"/>
              <p:cNvSpPr>
                <a:spLocks noEditPoints="1"/>
              </p:cNvSpPr>
              <p:nvPr/>
            </p:nvSpPr>
            <p:spPr bwMode="auto">
              <a:xfrm>
                <a:off x="-4494213" y="8478838"/>
                <a:ext cx="233363" cy="520700"/>
              </a:xfrm>
              <a:custGeom>
                <a:avLst/>
                <a:gdLst>
                  <a:gd name="T0" fmla="*/ 31 w 62"/>
                  <a:gd name="T1" fmla="*/ 120 h 139"/>
                  <a:gd name="T2" fmla="*/ 31 w 62"/>
                  <a:gd name="T3" fmla="*/ 120 h 139"/>
                  <a:gd name="T4" fmla="*/ 60 w 62"/>
                  <a:gd name="T5" fmla="*/ 135 h 139"/>
                  <a:gd name="T6" fmla="*/ 61 w 62"/>
                  <a:gd name="T7" fmla="*/ 135 h 139"/>
                  <a:gd name="T8" fmla="*/ 61 w 62"/>
                  <a:gd name="T9" fmla="*/ 36 h 139"/>
                  <a:gd name="T10" fmla="*/ 60 w 62"/>
                  <a:gd name="T11" fmla="*/ 22 h 139"/>
                  <a:gd name="T12" fmla="*/ 52 w 62"/>
                  <a:gd name="T13" fmla="*/ 12 h 139"/>
                  <a:gd name="T14" fmla="*/ 52 w 62"/>
                  <a:gd name="T15" fmla="*/ 4 h 139"/>
                  <a:gd name="T16" fmla="*/ 52 w 62"/>
                  <a:gd name="T17" fmla="*/ 0 h 139"/>
                  <a:gd name="T18" fmla="*/ 48 w 62"/>
                  <a:gd name="T19" fmla="*/ 0 h 139"/>
                  <a:gd name="T20" fmla="*/ 31 w 62"/>
                  <a:gd name="T21" fmla="*/ 0 h 139"/>
                  <a:gd name="T22" fmla="*/ 31 w 62"/>
                  <a:gd name="T23" fmla="*/ 4 h 139"/>
                  <a:gd name="T24" fmla="*/ 48 w 62"/>
                  <a:gd name="T25" fmla="*/ 4 h 139"/>
                  <a:gd name="T26" fmla="*/ 48 w 62"/>
                  <a:gd name="T27" fmla="*/ 10 h 139"/>
                  <a:gd name="T28" fmla="*/ 48 w 62"/>
                  <a:gd name="T29" fmla="*/ 58 h 139"/>
                  <a:gd name="T30" fmla="*/ 31 w 62"/>
                  <a:gd name="T31" fmla="*/ 40 h 139"/>
                  <a:gd name="T32" fmla="*/ 31 w 62"/>
                  <a:gd name="T33" fmla="*/ 41 h 139"/>
                  <a:gd name="T34" fmla="*/ 31 w 62"/>
                  <a:gd name="T35" fmla="*/ 120 h 139"/>
                  <a:gd name="T36" fmla="*/ 1 w 62"/>
                  <a:gd name="T37" fmla="*/ 135 h 139"/>
                  <a:gd name="T38" fmla="*/ 31 w 62"/>
                  <a:gd name="T39" fmla="*/ 120 h 139"/>
                  <a:gd name="T40" fmla="*/ 31 w 62"/>
                  <a:gd name="T41" fmla="*/ 41 h 139"/>
                  <a:gd name="T42" fmla="*/ 13 w 62"/>
                  <a:gd name="T43" fmla="*/ 58 h 139"/>
                  <a:gd name="T44" fmla="*/ 13 w 62"/>
                  <a:gd name="T45" fmla="*/ 10 h 139"/>
                  <a:gd name="T46" fmla="*/ 13 w 62"/>
                  <a:gd name="T47" fmla="*/ 10 h 139"/>
                  <a:gd name="T48" fmla="*/ 13 w 62"/>
                  <a:gd name="T49" fmla="*/ 10 h 139"/>
                  <a:gd name="T50" fmla="*/ 13 w 62"/>
                  <a:gd name="T51" fmla="*/ 4 h 139"/>
                  <a:gd name="T52" fmla="*/ 31 w 62"/>
                  <a:gd name="T53" fmla="*/ 4 h 139"/>
                  <a:gd name="T54" fmla="*/ 31 w 62"/>
                  <a:gd name="T55" fmla="*/ 0 h 139"/>
                  <a:gd name="T56" fmla="*/ 13 w 62"/>
                  <a:gd name="T57" fmla="*/ 0 h 139"/>
                  <a:gd name="T58" fmla="*/ 9 w 62"/>
                  <a:gd name="T59" fmla="*/ 0 h 139"/>
                  <a:gd name="T60" fmla="*/ 9 w 62"/>
                  <a:gd name="T61" fmla="*/ 4 h 139"/>
                  <a:gd name="T62" fmla="*/ 9 w 62"/>
                  <a:gd name="T63" fmla="*/ 12 h 139"/>
                  <a:gd name="T64" fmla="*/ 1 w 62"/>
                  <a:gd name="T65" fmla="*/ 22 h 139"/>
                  <a:gd name="T66" fmla="*/ 0 w 62"/>
                  <a:gd name="T67" fmla="*/ 36 h 139"/>
                  <a:gd name="T68" fmla="*/ 0 w 62"/>
                  <a:gd name="T69" fmla="*/ 135 h 139"/>
                  <a:gd name="T70" fmla="*/ 1 w 62"/>
                  <a:gd name="T71" fmla="*/ 13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 h="139">
                    <a:moveTo>
                      <a:pt x="31" y="120"/>
                    </a:moveTo>
                    <a:cubicBezTo>
                      <a:pt x="31" y="120"/>
                      <a:pt x="31" y="120"/>
                      <a:pt x="31" y="120"/>
                    </a:cubicBezTo>
                    <a:cubicBezTo>
                      <a:pt x="45" y="120"/>
                      <a:pt x="57" y="123"/>
                      <a:pt x="60" y="135"/>
                    </a:cubicBezTo>
                    <a:cubicBezTo>
                      <a:pt x="62" y="139"/>
                      <a:pt x="61" y="139"/>
                      <a:pt x="61" y="135"/>
                    </a:cubicBezTo>
                    <a:cubicBezTo>
                      <a:pt x="61" y="114"/>
                      <a:pt x="61" y="57"/>
                      <a:pt x="61" y="36"/>
                    </a:cubicBezTo>
                    <a:cubicBezTo>
                      <a:pt x="61" y="32"/>
                      <a:pt x="62" y="26"/>
                      <a:pt x="60" y="22"/>
                    </a:cubicBezTo>
                    <a:cubicBezTo>
                      <a:pt x="59" y="17"/>
                      <a:pt x="56" y="14"/>
                      <a:pt x="52" y="12"/>
                    </a:cubicBezTo>
                    <a:cubicBezTo>
                      <a:pt x="52" y="4"/>
                      <a:pt x="52" y="4"/>
                      <a:pt x="52" y="4"/>
                    </a:cubicBezTo>
                    <a:cubicBezTo>
                      <a:pt x="52" y="0"/>
                      <a:pt x="52" y="0"/>
                      <a:pt x="52" y="0"/>
                    </a:cubicBezTo>
                    <a:cubicBezTo>
                      <a:pt x="48" y="0"/>
                      <a:pt x="48" y="0"/>
                      <a:pt x="48" y="0"/>
                    </a:cubicBezTo>
                    <a:cubicBezTo>
                      <a:pt x="31" y="0"/>
                      <a:pt x="31" y="0"/>
                      <a:pt x="31" y="0"/>
                    </a:cubicBezTo>
                    <a:cubicBezTo>
                      <a:pt x="31" y="4"/>
                      <a:pt x="31" y="4"/>
                      <a:pt x="31" y="4"/>
                    </a:cubicBezTo>
                    <a:cubicBezTo>
                      <a:pt x="48" y="4"/>
                      <a:pt x="48" y="4"/>
                      <a:pt x="48" y="4"/>
                    </a:cubicBezTo>
                    <a:cubicBezTo>
                      <a:pt x="48" y="10"/>
                      <a:pt x="48" y="10"/>
                      <a:pt x="48" y="10"/>
                    </a:cubicBezTo>
                    <a:cubicBezTo>
                      <a:pt x="48" y="58"/>
                      <a:pt x="48" y="58"/>
                      <a:pt x="48" y="58"/>
                    </a:cubicBezTo>
                    <a:cubicBezTo>
                      <a:pt x="31" y="40"/>
                      <a:pt x="31" y="40"/>
                      <a:pt x="31" y="40"/>
                    </a:cubicBezTo>
                    <a:cubicBezTo>
                      <a:pt x="31" y="41"/>
                      <a:pt x="31" y="41"/>
                      <a:pt x="31" y="41"/>
                    </a:cubicBezTo>
                    <a:lnTo>
                      <a:pt x="31" y="120"/>
                    </a:lnTo>
                    <a:close/>
                    <a:moveTo>
                      <a:pt x="1" y="135"/>
                    </a:moveTo>
                    <a:cubicBezTo>
                      <a:pt x="4" y="123"/>
                      <a:pt x="16" y="120"/>
                      <a:pt x="31" y="120"/>
                    </a:cubicBezTo>
                    <a:cubicBezTo>
                      <a:pt x="31" y="41"/>
                      <a:pt x="31" y="41"/>
                      <a:pt x="31" y="41"/>
                    </a:cubicBezTo>
                    <a:cubicBezTo>
                      <a:pt x="13" y="58"/>
                      <a:pt x="13" y="58"/>
                      <a:pt x="13" y="58"/>
                    </a:cubicBezTo>
                    <a:cubicBezTo>
                      <a:pt x="13" y="10"/>
                      <a:pt x="13" y="10"/>
                      <a:pt x="13" y="10"/>
                    </a:cubicBezTo>
                    <a:cubicBezTo>
                      <a:pt x="13" y="10"/>
                      <a:pt x="13" y="10"/>
                      <a:pt x="13" y="10"/>
                    </a:cubicBezTo>
                    <a:cubicBezTo>
                      <a:pt x="13" y="10"/>
                      <a:pt x="13" y="10"/>
                      <a:pt x="13" y="10"/>
                    </a:cubicBezTo>
                    <a:cubicBezTo>
                      <a:pt x="13" y="4"/>
                      <a:pt x="13" y="4"/>
                      <a:pt x="13" y="4"/>
                    </a:cubicBezTo>
                    <a:cubicBezTo>
                      <a:pt x="31" y="4"/>
                      <a:pt x="31" y="4"/>
                      <a:pt x="31" y="4"/>
                    </a:cubicBezTo>
                    <a:cubicBezTo>
                      <a:pt x="31" y="0"/>
                      <a:pt x="31" y="0"/>
                      <a:pt x="31" y="0"/>
                    </a:cubicBezTo>
                    <a:cubicBezTo>
                      <a:pt x="13" y="0"/>
                      <a:pt x="13" y="0"/>
                      <a:pt x="13" y="0"/>
                    </a:cubicBezTo>
                    <a:cubicBezTo>
                      <a:pt x="9" y="0"/>
                      <a:pt x="9" y="0"/>
                      <a:pt x="9" y="0"/>
                    </a:cubicBezTo>
                    <a:cubicBezTo>
                      <a:pt x="9" y="4"/>
                      <a:pt x="9" y="4"/>
                      <a:pt x="9" y="4"/>
                    </a:cubicBezTo>
                    <a:cubicBezTo>
                      <a:pt x="9" y="12"/>
                      <a:pt x="9" y="12"/>
                      <a:pt x="9" y="12"/>
                    </a:cubicBezTo>
                    <a:cubicBezTo>
                      <a:pt x="5" y="14"/>
                      <a:pt x="2" y="17"/>
                      <a:pt x="1" y="22"/>
                    </a:cubicBezTo>
                    <a:cubicBezTo>
                      <a:pt x="0" y="26"/>
                      <a:pt x="0" y="32"/>
                      <a:pt x="0" y="36"/>
                    </a:cubicBezTo>
                    <a:cubicBezTo>
                      <a:pt x="0" y="57"/>
                      <a:pt x="0" y="114"/>
                      <a:pt x="0" y="135"/>
                    </a:cubicBezTo>
                    <a:cubicBezTo>
                      <a:pt x="0" y="139"/>
                      <a:pt x="0" y="139"/>
                      <a:pt x="1"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99" name="Freeform 58"/>
              <p:cNvSpPr>
                <a:spLocks/>
              </p:cNvSpPr>
              <p:nvPr/>
            </p:nvSpPr>
            <p:spPr bwMode="auto">
              <a:xfrm>
                <a:off x="-4249738" y="8509000"/>
                <a:ext cx="236538" cy="490538"/>
              </a:xfrm>
              <a:custGeom>
                <a:avLst/>
                <a:gdLst>
                  <a:gd name="T0" fmla="*/ 2 w 63"/>
                  <a:gd name="T1" fmla="*/ 127 h 131"/>
                  <a:gd name="T2" fmla="*/ 32 w 63"/>
                  <a:gd name="T3" fmla="*/ 112 h 131"/>
                  <a:gd name="T4" fmla="*/ 61 w 63"/>
                  <a:gd name="T5" fmla="*/ 127 h 131"/>
                  <a:gd name="T6" fmla="*/ 62 w 63"/>
                  <a:gd name="T7" fmla="*/ 127 h 131"/>
                  <a:gd name="T8" fmla="*/ 62 w 63"/>
                  <a:gd name="T9" fmla="*/ 28 h 131"/>
                  <a:gd name="T10" fmla="*/ 61 w 63"/>
                  <a:gd name="T11" fmla="*/ 14 h 131"/>
                  <a:gd name="T12" fmla="*/ 32 w 63"/>
                  <a:gd name="T13" fmla="*/ 0 h 131"/>
                  <a:gd name="T14" fmla="*/ 2 w 63"/>
                  <a:gd name="T15" fmla="*/ 14 h 131"/>
                  <a:gd name="T16" fmla="*/ 1 w 63"/>
                  <a:gd name="T17" fmla="*/ 28 h 131"/>
                  <a:gd name="T18" fmla="*/ 1 w 63"/>
                  <a:gd name="T19" fmla="*/ 127 h 131"/>
                  <a:gd name="T20" fmla="*/ 2 w 63"/>
                  <a:gd name="T21" fmla="*/ 12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31">
                    <a:moveTo>
                      <a:pt x="2" y="127"/>
                    </a:moveTo>
                    <a:cubicBezTo>
                      <a:pt x="5" y="115"/>
                      <a:pt x="17" y="112"/>
                      <a:pt x="32" y="112"/>
                    </a:cubicBezTo>
                    <a:cubicBezTo>
                      <a:pt x="46" y="112"/>
                      <a:pt x="58" y="115"/>
                      <a:pt x="61" y="127"/>
                    </a:cubicBezTo>
                    <a:cubicBezTo>
                      <a:pt x="63" y="131"/>
                      <a:pt x="62" y="131"/>
                      <a:pt x="62" y="127"/>
                    </a:cubicBezTo>
                    <a:cubicBezTo>
                      <a:pt x="62" y="106"/>
                      <a:pt x="62" y="49"/>
                      <a:pt x="62" y="28"/>
                    </a:cubicBezTo>
                    <a:cubicBezTo>
                      <a:pt x="62" y="24"/>
                      <a:pt x="62" y="18"/>
                      <a:pt x="61" y="14"/>
                    </a:cubicBezTo>
                    <a:cubicBezTo>
                      <a:pt x="57" y="3"/>
                      <a:pt x="46" y="0"/>
                      <a:pt x="32" y="0"/>
                    </a:cubicBezTo>
                    <a:cubicBezTo>
                      <a:pt x="17" y="0"/>
                      <a:pt x="6" y="3"/>
                      <a:pt x="2" y="14"/>
                    </a:cubicBezTo>
                    <a:cubicBezTo>
                      <a:pt x="1" y="18"/>
                      <a:pt x="1" y="24"/>
                      <a:pt x="1" y="28"/>
                    </a:cubicBezTo>
                    <a:cubicBezTo>
                      <a:pt x="1" y="49"/>
                      <a:pt x="1" y="106"/>
                      <a:pt x="1" y="127"/>
                    </a:cubicBezTo>
                    <a:cubicBezTo>
                      <a:pt x="1" y="131"/>
                      <a:pt x="0" y="131"/>
                      <a:pt x="2"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00" name="Freeform 59"/>
              <p:cNvSpPr>
                <a:spLocks noEditPoints="1"/>
              </p:cNvSpPr>
              <p:nvPr/>
            </p:nvSpPr>
            <p:spPr bwMode="auto">
              <a:xfrm>
                <a:off x="-1698625" y="3784600"/>
                <a:ext cx="444500" cy="447675"/>
              </a:xfrm>
              <a:custGeom>
                <a:avLst/>
                <a:gdLst>
                  <a:gd name="T0" fmla="*/ 59 w 118"/>
                  <a:gd name="T1" fmla="*/ 119 h 119"/>
                  <a:gd name="T2" fmla="*/ 68 w 118"/>
                  <a:gd name="T3" fmla="*/ 119 h 119"/>
                  <a:gd name="T4" fmla="*/ 68 w 118"/>
                  <a:gd name="T5" fmla="*/ 110 h 119"/>
                  <a:gd name="T6" fmla="*/ 88 w 118"/>
                  <a:gd name="T7" fmla="*/ 102 h 119"/>
                  <a:gd name="T8" fmla="*/ 94 w 118"/>
                  <a:gd name="T9" fmla="*/ 108 h 119"/>
                  <a:gd name="T10" fmla="*/ 108 w 118"/>
                  <a:gd name="T11" fmla="*/ 95 h 119"/>
                  <a:gd name="T12" fmla="*/ 101 w 118"/>
                  <a:gd name="T13" fmla="*/ 89 h 119"/>
                  <a:gd name="T14" fmla="*/ 109 w 118"/>
                  <a:gd name="T15" fmla="*/ 69 h 119"/>
                  <a:gd name="T16" fmla="*/ 118 w 118"/>
                  <a:gd name="T17" fmla="*/ 69 h 119"/>
                  <a:gd name="T18" fmla="*/ 118 w 118"/>
                  <a:gd name="T19" fmla="*/ 50 h 119"/>
                  <a:gd name="T20" fmla="*/ 109 w 118"/>
                  <a:gd name="T21" fmla="*/ 50 h 119"/>
                  <a:gd name="T22" fmla="*/ 101 w 118"/>
                  <a:gd name="T23" fmla="*/ 31 h 119"/>
                  <a:gd name="T24" fmla="*/ 108 w 118"/>
                  <a:gd name="T25" fmla="*/ 24 h 119"/>
                  <a:gd name="T26" fmla="*/ 94 w 118"/>
                  <a:gd name="T27" fmla="*/ 11 h 119"/>
                  <a:gd name="T28" fmla="*/ 88 w 118"/>
                  <a:gd name="T29" fmla="*/ 17 h 119"/>
                  <a:gd name="T30" fmla="*/ 68 w 118"/>
                  <a:gd name="T31" fmla="*/ 9 h 119"/>
                  <a:gd name="T32" fmla="*/ 68 w 118"/>
                  <a:gd name="T33" fmla="*/ 0 h 119"/>
                  <a:gd name="T34" fmla="*/ 59 w 118"/>
                  <a:gd name="T35" fmla="*/ 0 h 119"/>
                  <a:gd name="T36" fmla="*/ 59 w 118"/>
                  <a:gd name="T37" fmla="*/ 22 h 119"/>
                  <a:gd name="T38" fmla="*/ 97 w 118"/>
                  <a:gd name="T39" fmla="*/ 60 h 119"/>
                  <a:gd name="T40" fmla="*/ 59 w 118"/>
                  <a:gd name="T41" fmla="*/ 97 h 119"/>
                  <a:gd name="T42" fmla="*/ 59 w 118"/>
                  <a:gd name="T43" fmla="*/ 119 h 119"/>
                  <a:gd name="T44" fmla="*/ 17 w 118"/>
                  <a:gd name="T45" fmla="*/ 89 h 119"/>
                  <a:gd name="T46" fmla="*/ 11 w 118"/>
                  <a:gd name="T47" fmla="*/ 95 h 119"/>
                  <a:gd name="T48" fmla="*/ 24 w 118"/>
                  <a:gd name="T49" fmla="*/ 108 h 119"/>
                  <a:gd name="T50" fmla="*/ 30 w 118"/>
                  <a:gd name="T51" fmla="*/ 102 h 119"/>
                  <a:gd name="T52" fmla="*/ 50 w 118"/>
                  <a:gd name="T53" fmla="*/ 110 h 119"/>
                  <a:gd name="T54" fmla="*/ 50 w 118"/>
                  <a:gd name="T55" fmla="*/ 119 h 119"/>
                  <a:gd name="T56" fmla="*/ 59 w 118"/>
                  <a:gd name="T57" fmla="*/ 119 h 119"/>
                  <a:gd name="T58" fmla="*/ 59 w 118"/>
                  <a:gd name="T59" fmla="*/ 97 h 119"/>
                  <a:gd name="T60" fmla="*/ 59 w 118"/>
                  <a:gd name="T61" fmla="*/ 97 h 119"/>
                  <a:gd name="T62" fmla="*/ 21 w 118"/>
                  <a:gd name="T63" fmla="*/ 60 h 119"/>
                  <a:gd name="T64" fmla="*/ 59 w 118"/>
                  <a:gd name="T65" fmla="*/ 22 h 119"/>
                  <a:gd name="T66" fmla="*/ 59 w 118"/>
                  <a:gd name="T67" fmla="*/ 22 h 119"/>
                  <a:gd name="T68" fmla="*/ 59 w 118"/>
                  <a:gd name="T69" fmla="*/ 22 h 119"/>
                  <a:gd name="T70" fmla="*/ 59 w 118"/>
                  <a:gd name="T71" fmla="*/ 0 h 119"/>
                  <a:gd name="T72" fmla="*/ 50 w 118"/>
                  <a:gd name="T73" fmla="*/ 0 h 119"/>
                  <a:gd name="T74" fmla="*/ 50 w 118"/>
                  <a:gd name="T75" fmla="*/ 9 h 119"/>
                  <a:gd name="T76" fmla="*/ 30 w 118"/>
                  <a:gd name="T77" fmla="*/ 17 h 119"/>
                  <a:gd name="T78" fmla="*/ 24 w 118"/>
                  <a:gd name="T79" fmla="*/ 11 h 119"/>
                  <a:gd name="T80" fmla="*/ 11 w 118"/>
                  <a:gd name="T81" fmla="*/ 24 h 119"/>
                  <a:gd name="T82" fmla="*/ 17 w 118"/>
                  <a:gd name="T83" fmla="*/ 31 h 119"/>
                  <a:gd name="T84" fmla="*/ 9 w 118"/>
                  <a:gd name="T85" fmla="*/ 50 h 119"/>
                  <a:gd name="T86" fmla="*/ 0 w 118"/>
                  <a:gd name="T87" fmla="*/ 50 h 119"/>
                  <a:gd name="T88" fmla="*/ 0 w 118"/>
                  <a:gd name="T89" fmla="*/ 69 h 119"/>
                  <a:gd name="T90" fmla="*/ 9 w 118"/>
                  <a:gd name="T91" fmla="*/ 69 h 119"/>
                  <a:gd name="T92" fmla="*/ 17 w 118"/>
                  <a:gd name="T93" fmla="*/ 8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119">
                    <a:moveTo>
                      <a:pt x="59" y="119"/>
                    </a:moveTo>
                    <a:cubicBezTo>
                      <a:pt x="68" y="119"/>
                      <a:pt x="68" y="119"/>
                      <a:pt x="68" y="119"/>
                    </a:cubicBezTo>
                    <a:cubicBezTo>
                      <a:pt x="68" y="110"/>
                      <a:pt x="68" y="110"/>
                      <a:pt x="68" y="110"/>
                    </a:cubicBezTo>
                    <a:cubicBezTo>
                      <a:pt x="76" y="109"/>
                      <a:pt x="82" y="106"/>
                      <a:pt x="88" y="102"/>
                    </a:cubicBezTo>
                    <a:cubicBezTo>
                      <a:pt x="94" y="108"/>
                      <a:pt x="94" y="108"/>
                      <a:pt x="94" y="108"/>
                    </a:cubicBezTo>
                    <a:cubicBezTo>
                      <a:pt x="108" y="95"/>
                      <a:pt x="108" y="95"/>
                      <a:pt x="108" y="95"/>
                    </a:cubicBezTo>
                    <a:cubicBezTo>
                      <a:pt x="101" y="89"/>
                      <a:pt x="101" y="89"/>
                      <a:pt x="101" y="89"/>
                    </a:cubicBezTo>
                    <a:cubicBezTo>
                      <a:pt x="105" y="83"/>
                      <a:pt x="108" y="76"/>
                      <a:pt x="109" y="69"/>
                    </a:cubicBezTo>
                    <a:cubicBezTo>
                      <a:pt x="118" y="69"/>
                      <a:pt x="118" y="69"/>
                      <a:pt x="118" y="69"/>
                    </a:cubicBezTo>
                    <a:cubicBezTo>
                      <a:pt x="118" y="50"/>
                      <a:pt x="118" y="50"/>
                      <a:pt x="118" y="50"/>
                    </a:cubicBezTo>
                    <a:cubicBezTo>
                      <a:pt x="109" y="50"/>
                      <a:pt x="109" y="50"/>
                      <a:pt x="109" y="50"/>
                    </a:cubicBezTo>
                    <a:cubicBezTo>
                      <a:pt x="108" y="43"/>
                      <a:pt x="105" y="36"/>
                      <a:pt x="101" y="31"/>
                    </a:cubicBezTo>
                    <a:cubicBezTo>
                      <a:pt x="108" y="24"/>
                      <a:pt x="108" y="24"/>
                      <a:pt x="108" y="24"/>
                    </a:cubicBezTo>
                    <a:cubicBezTo>
                      <a:pt x="94" y="11"/>
                      <a:pt x="94" y="11"/>
                      <a:pt x="94" y="11"/>
                    </a:cubicBezTo>
                    <a:cubicBezTo>
                      <a:pt x="88" y="17"/>
                      <a:pt x="88" y="17"/>
                      <a:pt x="88" y="17"/>
                    </a:cubicBezTo>
                    <a:cubicBezTo>
                      <a:pt x="82" y="13"/>
                      <a:pt x="76" y="11"/>
                      <a:pt x="68" y="9"/>
                    </a:cubicBezTo>
                    <a:cubicBezTo>
                      <a:pt x="68" y="0"/>
                      <a:pt x="68" y="0"/>
                      <a:pt x="68" y="0"/>
                    </a:cubicBezTo>
                    <a:cubicBezTo>
                      <a:pt x="59" y="0"/>
                      <a:pt x="59" y="0"/>
                      <a:pt x="59" y="0"/>
                    </a:cubicBezTo>
                    <a:cubicBezTo>
                      <a:pt x="59" y="22"/>
                      <a:pt x="59" y="22"/>
                      <a:pt x="59" y="22"/>
                    </a:cubicBezTo>
                    <a:cubicBezTo>
                      <a:pt x="80" y="22"/>
                      <a:pt x="97" y="39"/>
                      <a:pt x="97" y="60"/>
                    </a:cubicBezTo>
                    <a:cubicBezTo>
                      <a:pt x="97" y="81"/>
                      <a:pt x="80" y="97"/>
                      <a:pt x="59" y="97"/>
                    </a:cubicBezTo>
                    <a:lnTo>
                      <a:pt x="59" y="119"/>
                    </a:lnTo>
                    <a:close/>
                    <a:moveTo>
                      <a:pt x="17" y="89"/>
                    </a:moveTo>
                    <a:cubicBezTo>
                      <a:pt x="11" y="95"/>
                      <a:pt x="11" y="95"/>
                      <a:pt x="11" y="95"/>
                    </a:cubicBezTo>
                    <a:cubicBezTo>
                      <a:pt x="24" y="108"/>
                      <a:pt x="24" y="108"/>
                      <a:pt x="24" y="108"/>
                    </a:cubicBezTo>
                    <a:cubicBezTo>
                      <a:pt x="30" y="102"/>
                      <a:pt x="30" y="102"/>
                      <a:pt x="30" y="102"/>
                    </a:cubicBezTo>
                    <a:cubicBezTo>
                      <a:pt x="36" y="106"/>
                      <a:pt x="42" y="109"/>
                      <a:pt x="50" y="110"/>
                    </a:cubicBezTo>
                    <a:cubicBezTo>
                      <a:pt x="50" y="119"/>
                      <a:pt x="50" y="119"/>
                      <a:pt x="50" y="119"/>
                    </a:cubicBezTo>
                    <a:cubicBezTo>
                      <a:pt x="59" y="119"/>
                      <a:pt x="59" y="119"/>
                      <a:pt x="59" y="119"/>
                    </a:cubicBezTo>
                    <a:cubicBezTo>
                      <a:pt x="59" y="97"/>
                      <a:pt x="59" y="97"/>
                      <a:pt x="59" y="97"/>
                    </a:cubicBezTo>
                    <a:cubicBezTo>
                      <a:pt x="59" y="97"/>
                      <a:pt x="59" y="97"/>
                      <a:pt x="59" y="97"/>
                    </a:cubicBezTo>
                    <a:cubicBezTo>
                      <a:pt x="38" y="97"/>
                      <a:pt x="21" y="81"/>
                      <a:pt x="21" y="60"/>
                    </a:cubicBezTo>
                    <a:cubicBezTo>
                      <a:pt x="21" y="39"/>
                      <a:pt x="38" y="22"/>
                      <a:pt x="59" y="22"/>
                    </a:cubicBezTo>
                    <a:cubicBezTo>
                      <a:pt x="59" y="22"/>
                      <a:pt x="59" y="22"/>
                      <a:pt x="59" y="22"/>
                    </a:cubicBezTo>
                    <a:cubicBezTo>
                      <a:pt x="59" y="22"/>
                      <a:pt x="59" y="22"/>
                      <a:pt x="59" y="22"/>
                    </a:cubicBezTo>
                    <a:cubicBezTo>
                      <a:pt x="59" y="0"/>
                      <a:pt x="59" y="0"/>
                      <a:pt x="59" y="0"/>
                    </a:cubicBezTo>
                    <a:cubicBezTo>
                      <a:pt x="50" y="0"/>
                      <a:pt x="50" y="0"/>
                      <a:pt x="50" y="0"/>
                    </a:cubicBezTo>
                    <a:cubicBezTo>
                      <a:pt x="50" y="9"/>
                      <a:pt x="50" y="9"/>
                      <a:pt x="50" y="9"/>
                    </a:cubicBezTo>
                    <a:cubicBezTo>
                      <a:pt x="42" y="11"/>
                      <a:pt x="36" y="13"/>
                      <a:pt x="30" y="17"/>
                    </a:cubicBezTo>
                    <a:cubicBezTo>
                      <a:pt x="24" y="11"/>
                      <a:pt x="24" y="11"/>
                      <a:pt x="24" y="11"/>
                    </a:cubicBezTo>
                    <a:cubicBezTo>
                      <a:pt x="11" y="24"/>
                      <a:pt x="11" y="24"/>
                      <a:pt x="11" y="24"/>
                    </a:cubicBezTo>
                    <a:cubicBezTo>
                      <a:pt x="17" y="31"/>
                      <a:pt x="17" y="31"/>
                      <a:pt x="17" y="31"/>
                    </a:cubicBezTo>
                    <a:cubicBezTo>
                      <a:pt x="13" y="36"/>
                      <a:pt x="10" y="43"/>
                      <a:pt x="9" y="50"/>
                    </a:cubicBezTo>
                    <a:cubicBezTo>
                      <a:pt x="0" y="50"/>
                      <a:pt x="0" y="50"/>
                      <a:pt x="0" y="50"/>
                    </a:cubicBezTo>
                    <a:cubicBezTo>
                      <a:pt x="0" y="69"/>
                      <a:pt x="0" y="69"/>
                      <a:pt x="0" y="69"/>
                    </a:cubicBezTo>
                    <a:cubicBezTo>
                      <a:pt x="9" y="69"/>
                      <a:pt x="9" y="69"/>
                      <a:pt x="9" y="69"/>
                    </a:cubicBezTo>
                    <a:cubicBezTo>
                      <a:pt x="10" y="76"/>
                      <a:pt x="13" y="83"/>
                      <a:pt x="17"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01" name="Freeform 60"/>
              <p:cNvSpPr>
                <a:spLocks noEditPoints="1"/>
              </p:cNvSpPr>
              <p:nvPr/>
            </p:nvSpPr>
            <p:spPr bwMode="auto">
              <a:xfrm>
                <a:off x="-1355725" y="3586163"/>
                <a:ext cx="300038" cy="300038"/>
              </a:xfrm>
              <a:custGeom>
                <a:avLst/>
                <a:gdLst>
                  <a:gd name="T0" fmla="*/ 74 w 80"/>
                  <a:gd name="T1" fmla="*/ 33 h 80"/>
                  <a:gd name="T2" fmla="*/ 80 w 80"/>
                  <a:gd name="T3" fmla="*/ 31 h 80"/>
                  <a:gd name="T4" fmla="*/ 74 w 80"/>
                  <a:gd name="T5" fmla="*/ 17 h 80"/>
                  <a:gd name="T6" fmla="*/ 68 w 80"/>
                  <a:gd name="T7" fmla="*/ 20 h 80"/>
                  <a:gd name="T8" fmla="*/ 60 w 80"/>
                  <a:gd name="T9" fmla="*/ 11 h 80"/>
                  <a:gd name="T10" fmla="*/ 62 w 80"/>
                  <a:gd name="T11" fmla="*/ 5 h 80"/>
                  <a:gd name="T12" fmla="*/ 48 w 80"/>
                  <a:gd name="T13" fmla="*/ 0 h 80"/>
                  <a:gd name="T14" fmla="*/ 46 w 80"/>
                  <a:gd name="T15" fmla="*/ 5 h 80"/>
                  <a:gd name="T16" fmla="*/ 40 w 80"/>
                  <a:gd name="T17" fmla="*/ 5 h 80"/>
                  <a:gd name="T18" fmla="*/ 40 w 80"/>
                  <a:gd name="T19" fmla="*/ 16 h 80"/>
                  <a:gd name="T20" fmla="*/ 62 w 80"/>
                  <a:gd name="T21" fmla="*/ 31 h 80"/>
                  <a:gd name="T22" fmla="*/ 49 w 80"/>
                  <a:gd name="T23" fmla="*/ 61 h 80"/>
                  <a:gd name="T24" fmla="*/ 49 w 80"/>
                  <a:gd name="T25" fmla="*/ 61 h 80"/>
                  <a:gd name="T26" fmla="*/ 40 w 80"/>
                  <a:gd name="T27" fmla="*/ 63 h 80"/>
                  <a:gd name="T28" fmla="*/ 40 w 80"/>
                  <a:gd name="T29" fmla="*/ 63 h 80"/>
                  <a:gd name="T30" fmla="*/ 40 w 80"/>
                  <a:gd name="T31" fmla="*/ 75 h 80"/>
                  <a:gd name="T32" fmla="*/ 46 w 80"/>
                  <a:gd name="T33" fmla="*/ 74 h 80"/>
                  <a:gd name="T34" fmla="*/ 49 w 80"/>
                  <a:gd name="T35" fmla="*/ 80 h 80"/>
                  <a:gd name="T36" fmla="*/ 63 w 80"/>
                  <a:gd name="T37" fmla="*/ 74 h 80"/>
                  <a:gd name="T38" fmla="*/ 60 w 80"/>
                  <a:gd name="T39" fmla="*/ 68 h 80"/>
                  <a:gd name="T40" fmla="*/ 69 w 80"/>
                  <a:gd name="T41" fmla="*/ 60 h 80"/>
                  <a:gd name="T42" fmla="*/ 74 w 80"/>
                  <a:gd name="T43" fmla="*/ 62 h 80"/>
                  <a:gd name="T44" fmla="*/ 80 w 80"/>
                  <a:gd name="T45" fmla="*/ 48 h 80"/>
                  <a:gd name="T46" fmla="*/ 74 w 80"/>
                  <a:gd name="T47" fmla="*/ 46 h 80"/>
                  <a:gd name="T48" fmla="*/ 74 w 80"/>
                  <a:gd name="T49" fmla="*/ 33 h 80"/>
                  <a:gd name="T50" fmla="*/ 40 w 80"/>
                  <a:gd name="T51" fmla="*/ 5 h 80"/>
                  <a:gd name="T52" fmla="*/ 33 w 80"/>
                  <a:gd name="T53" fmla="*/ 5 h 80"/>
                  <a:gd name="T54" fmla="*/ 31 w 80"/>
                  <a:gd name="T55" fmla="*/ 0 h 80"/>
                  <a:gd name="T56" fmla="*/ 17 w 80"/>
                  <a:gd name="T57" fmla="*/ 6 h 80"/>
                  <a:gd name="T58" fmla="*/ 20 w 80"/>
                  <a:gd name="T59" fmla="*/ 11 h 80"/>
                  <a:gd name="T60" fmla="*/ 11 w 80"/>
                  <a:gd name="T61" fmla="*/ 20 h 80"/>
                  <a:gd name="T62" fmla="*/ 5 w 80"/>
                  <a:gd name="T63" fmla="*/ 18 h 80"/>
                  <a:gd name="T64" fmla="*/ 0 w 80"/>
                  <a:gd name="T65" fmla="*/ 32 h 80"/>
                  <a:gd name="T66" fmla="*/ 5 w 80"/>
                  <a:gd name="T67" fmla="*/ 34 h 80"/>
                  <a:gd name="T68" fmla="*/ 6 w 80"/>
                  <a:gd name="T69" fmla="*/ 46 h 80"/>
                  <a:gd name="T70" fmla="*/ 0 w 80"/>
                  <a:gd name="T71" fmla="*/ 49 h 80"/>
                  <a:gd name="T72" fmla="*/ 6 w 80"/>
                  <a:gd name="T73" fmla="*/ 62 h 80"/>
                  <a:gd name="T74" fmla="*/ 11 w 80"/>
                  <a:gd name="T75" fmla="*/ 60 h 80"/>
                  <a:gd name="T76" fmla="*/ 20 w 80"/>
                  <a:gd name="T77" fmla="*/ 69 h 80"/>
                  <a:gd name="T78" fmla="*/ 18 w 80"/>
                  <a:gd name="T79" fmla="*/ 74 h 80"/>
                  <a:gd name="T80" fmla="*/ 32 w 80"/>
                  <a:gd name="T81" fmla="*/ 80 h 80"/>
                  <a:gd name="T82" fmla="*/ 34 w 80"/>
                  <a:gd name="T83" fmla="*/ 74 h 80"/>
                  <a:gd name="T84" fmla="*/ 40 w 80"/>
                  <a:gd name="T85" fmla="*/ 75 h 80"/>
                  <a:gd name="T86" fmla="*/ 40 w 80"/>
                  <a:gd name="T87" fmla="*/ 63 h 80"/>
                  <a:gd name="T88" fmla="*/ 18 w 80"/>
                  <a:gd name="T89" fmla="*/ 49 h 80"/>
                  <a:gd name="T90" fmla="*/ 31 w 80"/>
                  <a:gd name="T91" fmla="*/ 18 h 80"/>
                  <a:gd name="T92" fmla="*/ 40 w 80"/>
                  <a:gd name="T93" fmla="*/ 16 h 80"/>
                  <a:gd name="T94" fmla="*/ 40 w 80"/>
                  <a:gd name="T95" fmla="*/ 16 h 80"/>
                  <a:gd name="T96" fmla="*/ 40 w 80"/>
                  <a:gd name="T97"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0" h="80">
                    <a:moveTo>
                      <a:pt x="74" y="33"/>
                    </a:moveTo>
                    <a:cubicBezTo>
                      <a:pt x="80" y="31"/>
                      <a:pt x="80" y="31"/>
                      <a:pt x="80" y="31"/>
                    </a:cubicBezTo>
                    <a:cubicBezTo>
                      <a:pt x="74" y="17"/>
                      <a:pt x="74" y="17"/>
                      <a:pt x="74" y="17"/>
                    </a:cubicBezTo>
                    <a:cubicBezTo>
                      <a:pt x="68" y="20"/>
                      <a:pt x="68" y="20"/>
                      <a:pt x="68" y="20"/>
                    </a:cubicBezTo>
                    <a:cubicBezTo>
                      <a:pt x="66" y="16"/>
                      <a:pt x="63" y="13"/>
                      <a:pt x="60" y="11"/>
                    </a:cubicBezTo>
                    <a:cubicBezTo>
                      <a:pt x="62" y="5"/>
                      <a:pt x="62" y="5"/>
                      <a:pt x="62" y="5"/>
                    </a:cubicBezTo>
                    <a:cubicBezTo>
                      <a:pt x="48" y="0"/>
                      <a:pt x="48" y="0"/>
                      <a:pt x="48" y="0"/>
                    </a:cubicBezTo>
                    <a:cubicBezTo>
                      <a:pt x="46" y="5"/>
                      <a:pt x="46" y="5"/>
                      <a:pt x="46" y="5"/>
                    </a:cubicBezTo>
                    <a:cubicBezTo>
                      <a:pt x="44" y="5"/>
                      <a:pt x="42" y="5"/>
                      <a:pt x="40" y="5"/>
                    </a:cubicBezTo>
                    <a:cubicBezTo>
                      <a:pt x="40" y="16"/>
                      <a:pt x="40" y="16"/>
                      <a:pt x="40" y="16"/>
                    </a:cubicBezTo>
                    <a:cubicBezTo>
                      <a:pt x="49" y="16"/>
                      <a:pt x="58" y="22"/>
                      <a:pt x="62" y="31"/>
                    </a:cubicBezTo>
                    <a:cubicBezTo>
                      <a:pt x="67" y="43"/>
                      <a:pt x="61" y="56"/>
                      <a:pt x="49" y="61"/>
                    </a:cubicBezTo>
                    <a:cubicBezTo>
                      <a:pt x="49" y="61"/>
                      <a:pt x="49" y="61"/>
                      <a:pt x="49" y="61"/>
                    </a:cubicBezTo>
                    <a:cubicBezTo>
                      <a:pt x="46" y="63"/>
                      <a:pt x="43" y="63"/>
                      <a:pt x="40" y="63"/>
                    </a:cubicBezTo>
                    <a:cubicBezTo>
                      <a:pt x="40" y="63"/>
                      <a:pt x="40" y="63"/>
                      <a:pt x="40" y="63"/>
                    </a:cubicBezTo>
                    <a:cubicBezTo>
                      <a:pt x="40" y="75"/>
                      <a:pt x="40" y="75"/>
                      <a:pt x="40" y="75"/>
                    </a:cubicBezTo>
                    <a:cubicBezTo>
                      <a:pt x="42" y="75"/>
                      <a:pt x="44" y="75"/>
                      <a:pt x="46" y="74"/>
                    </a:cubicBezTo>
                    <a:cubicBezTo>
                      <a:pt x="49" y="80"/>
                      <a:pt x="49" y="80"/>
                      <a:pt x="49" y="80"/>
                    </a:cubicBezTo>
                    <a:cubicBezTo>
                      <a:pt x="63" y="74"/>
                      <a:pt x="63" y="74"/>
                      <a:pt x="63" y="74"/>
                    </a:cubicBezTo>
                    <a:cubicBezTo>
                      <a:pt x="60" y="68"/>
                      <a:pt x="60" y="68"/>
                      <a:pt x="60" y="68"/>
                    </a:cubicBezTo>
                    <a:cubicBezTo>
                      <a:pt x="64" y="66"/>
                      <a:pt x="67" y="63"/>
                      <a:pt x="69" y="60"/>
                    </a:cubicBezTo>
                    <a:cubicBezTo>
                      <a:pt x="74" y="62"/>
                      <a:pt x="74" y="62"/>
                      <a:pt x="74" y="62"/>
                    </a:cubicBezTo>
                    <a:cubicBezTo>
                      <a:pt x="80" y="48"/>
                      <a:pt x="80" y="48"/>
                      <a:pt x="80" y="48"/>
                    </a:cubicBezTo>
                    <a:cubicBezTo>
                      <a:pt x="74" y="46"/>
                      <a:pt x="74" y="46"/>
                      <a:pt x="74" y="46"/>
                    </a:cubicBezTo>
                    <a:cubicBezTo>
                      <a:pt x="75" y="42"/>
                      <a:pt x="75" y="37"/>
                      <a:pt x="74" y="33"/>
                    </a:cubicBezTo>
                    <a:close/>
                    <a:moveTo>
                      <a:pt x="40" y="5"/>
                    </a:moveTo>
                    <a:cubicBezTo>
                      <a:pt x="38" y="5"/>
                      <a:pt x="36" y="5"/>
                      <a:pt x="33" y="5"/>
                    </a:cubicBezTo>
                    <a:cubicBezTo>
                      <a:pt x="31" y="0"/>
                      <a:pt x="31" y="0"/>
                      <a:pt x="31" y="0"/>
                    </a:cubicBezTo>
                    <a:cubicBezTo>
                      <a:pt x="17" y="6"/>
                      <a:pt x="17" y="6"/>
                      <a:pt x="17" y="6"/>
                    </a:cubicBezTo>
                    <a:cubicBezTo>
                      <a:pt x="20" y="11"/>
                      <a:pt x="20" y="11"/>
                      <a:pt x="20" y="11"/>
                    </a:cubicBezTo>
                    <a:cubicBezTo>
                      <a:pt x="16" y="14"/>
                      <a:pt x="13" y="17"/>
                      <a:pt x="11" y="20"/>
                    </a:cubicBezTo>
                    <a:cubicBezTo>
                      <a:pt x="5" y="18"/>
                      <a:pt x="5" y="18"/>
                      <a:pt x="5" y="18"/>
                    </a:cubicBezTo>
                    <a:cubicBezTo>
                      <a:pt x="0" y="32"/>
                      <a:pt x="0" y="32"/>
                      <a:pt x="0" y="32"/>
                    </a:cubicBezTo>
                    <a:cubicBezTo>
                      <a:pt x="5" y="34"/>
                      <a:pt x="5" y="34"/>
                      <a:pt x="5" y="34"/>
                    </a:cubicBezTo>
                    <a:cubicBezTo>
                      <a:pt x="5" y="38"/>
                      <a:pt x="5" y="42"/>
                      <a:pt x="6" y="46"/>
                    </a:cubicBezTo>
                    <a:cubicBezTo>
                      <a:pt x="0" y="49"/>
                      <a:pt x="0" y="49"/>
                      <a:pt x="0" y="49"/>
                    </a:cubicBezTo>
                    <a:cubicBezTo>
                      <a:pt x="6" y="62"/>
                      <a:pt x="6" y="62"/>
                      <a:pt x="6" y="62"/>
                    </a:cubicBezTo>
                    <a:cubicBezTo>
                      <a:pt x="11" y="60"/>
                      <a:pt x="11" y="60"/>
                      <a:pt x="11" y="60"/>
                    </a:cubicBezTo>
                    <a:cubicBezTo>
                      <a:pt x="14" y="63"/>
                      <a:pt x="17" y="66"/>
                      <a:pt x="20" y="69"/>
                    </a:cubicBezTo>
                    <a:cubicBezTo>
                      <a:pt x="18" y="74"/>
                      <a:pt x="18" y="74"/>
                      <a:pt x="18" y="74"/>
                    </a:cubicBezTo>
                    <a:cubicBezTo>
                      <a:pt x="32" y="80"/>
                      <a:pt x="32" y="80"/>
                      <a:pt x="32" y="80"/>
                    </a:cubicBezTo>
                    <a:cubicBezTo>
                      <a:pt x="34" y="74"/>
                      <a:pt x="34" y="74"/>
                      <a:pt x="34" y="74"/>
                    </a:cubicBezTo>
                    <a:cubicBezTo>
                      <a:pt x="36" y="75"/>
                      <a:pt x="38" y="75"/>
                      <a:pt x="40" y="75"/>
                    </a:cubicBezTo>
                    <a:cubicBezTo>
                      <a:pt x="40" y="63"/>
                      <a:pt x="40" y="63"/>
                      <a:pt x="40" y="63"/>
                    </a:cubicBezTo>
                    <a:cubicBezTo>
                      <a:pt x="31" y="63"/>
                      <a:pt x="22" y="58"/>
                      <a:pt x="18" y="49"/>
                    </a:cubicBezTo>
                    <a:cubicBezTo>
                      <a:pt x="13" y="37"/>
                      <a:pt x="19" y="23"/>
                      <a:pt x="31" y="18"/>
                    </a:cubicBezTo>
                    <a:cubicBezTo>
                      <a:pt x="34" y="17"/>
                      <a:pt x="37" y="16"/>
                      <a:pt x="40" y="16"/>
                    </a:cubicBezTo>
                    <a:cubicBezTo>
                      <a:pt x="40" y="16"/>
                      <a:pt x="40" y="16"/>
                      <a:pt x="40" y="16"/>
                    </a:cubicBezTo>
                    <a:lnTo>
                      <a:pt x="4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02" name="Rectangle 61"/>
              <p:cNvSpPr>
                <a:spLocks noChangeArrowheads="1"/>
              </p:cNvSpPr>
              <p:nvPr/>
            </p:nvSpPr>
            <p:spPr bwMode="auto">
              <a:xfrm>
                <a:off x="-3163888" y="6438900"/>
                <a:ext cx="82550" cy="549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03" name="Rectangle 62"/>
              <p:cNvSpPr>
                <a:spLocks noChangeArrowheads="1"/>
              </p:cNvSpPr>
              <p:nvPr/>
            </p:nvSpPr>
            <p:spPr bwMode="auto">
              <a:xfrm>
                <a:off x="-3282950" y="6740525"/>
                <a:ext cx="82550" cy="2476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04" name="Rectangle 63"/>
              <p:cNvSpPr>
                <a:spLocks noChangeArrowheads="1"/>
              </p:cNvSpPr>
              <p:nvPr/>
            </p:nvSpPr>
            <p:spPr bwMode="auto">
              <a:xfrm>
                <a:off x="-3403600" y="6521450"/>
                <a:ext cx="82550" cy="466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05" name="Rectangle 64"/>
              <p:cNvSpPr>
                <a:spLocks noChangeArrowheads="1"/>
              </p:cNvSpPr>
              <p:nvPr/>
            </p:nvSpPr>
            <p:spPr bwMode="auto">
              <a:xfrm>
                <a:off x="-3524250" y="6669088"/>
                <a:ext cx="82550" cy="3190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06" name="Rectangle 65"/>
              <p:cNvSpPr>
                <a:spLocks noChangeArrowheads="1"/>
              </p:cNvSpPr>
              <p:nvPr/>
            </p:nvSpPr>
            <p:spPr bwMode="auto">
              <a:xfrm>
                <a:off x="-3644900" y="6615113"/>
                <a:ext cx="82550" cy="373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07" name="Rectangle 66"/>
              <p:cNvSpPr>
                <a:spLocks noChangeArrowheads="1"/>
              </p:cNvSpPr>
              <p:nvPr/>
            </p:nvSpPr>
            <p:spPr bwMode="auto">
              <a:xfrm>
                <a:off x="-3163888" y="6375400"/>
                <a:ext cx="825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08" name="Rectangle 67"/>
              <p:cNvSpPr>
                <a:spLocks noChangeArrowheads="1"/>
              </p:cNvSpPr>
              <p:nvPr/>
            </p:nvSpPr>
            <p:spPr bwMode="auto">
              <a:xfrm>
                <a:off x="-3403600" y="6461125"/>
                <a:ext cx="825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09" name="Rectangle 68"/>
              <p:cNvSpPr>
                <a:spLocks noChangeArrowheads="1"/>
              </p:cNvSpPr>
              <p:nvPr/>
            </p:nvSpPr>
            <p:spPr bwMode="auto">
              <a:xfrm>
                <a:off x="-3524250" y="6608763"/>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10" name="Rectangle 69"/>
              <p:cNvSpPr>
                <a:spLocks noChangeArrowheads="1"/>
              </p:cNvSpPr>
              <p:nvPr/>
            </p:nvSpPr>
            <p:spPr bwMode="auto">
              <a:xfrm>
                <a:off x="-3644900" y="6556375"/>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11" name="Rectangle 70"/>
              <p:cNvSpPr>
                <a:spLocks noChangeArrowheads="1"/>
              </p:cNvSpPr>
              <p:nvPr/>
            </p:nvSpPr>
            <p:spPr bwMode="auto">
              <a:xfrm>
                <a:off x="-3282950" y="6680200"/>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12" name="Freeform 71"/>
              <p:cNvSpPr>
                <a:spLocks/>
              </p:cNvSpPr>
              <p:nvPr/>
            </p:nvSpPr>
            <p:spPr bwMode="auto">
              <a:xfrm>
                <a:off x="-4775200" y="2060575"/>
                <a:ext cx="560388" cy="331788"/>
              </a:xfrm>
              <a:custGeom>
                <a:avLst/>
                <a:gdLst>
                  <a:gd name="T0" fmla="*/ 84 w 149"/>
                  <a:gd name="T1" fmla="*/ 0 h 88"/>
                  <a:gd name="T2" fmla="*/ 84 w 149"/>
                  <a:gd name="T3" fmla="*/ 15 h 88"/>
                  <a:gd name="T4" fmla="*/ 0 w 149"/>
                  <a:gd name="T5" fmla="*/ 88 h 88"/>
                  <a:gd name="T6" fmla="*/ 84 w 149"/>
                  <a:gd name="T7" fmla="*/ 71 h 88"/>
                  <a:gd name="T8" fmla="*/ 84 w 149"/>
                  <a:gd name="T9" fmla="*/ 86 h 88"/>
                  <a:gd name="T10" fmla="*/ 149 w 149"/>
                  <a:gd name="T11" fmla="*/ 43 h 88"/>
                  <a:gd name="T12" fmla="*/ 84 w 149"/>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149" h="88">
                    <a:moveTo>
                      <a:pt x="84" y="0"/>
                    </a:moveTo>
                    <a:cubicBezTo>
                      <a:pt x="84" y="15"/>
                      <a:pt x="84" y="15"/>
                      <a:pt x="84" y="15"/>
                    </a:cubicBezTo>
                    <a:cubicBezTo>
                      <a:pt x="9" y="15"/>
                      <a:pt x="0" y="88"/>
                      <a:pt x="0" y="88"/>
                    </a:cubicBezTo>
                    <a:cubicBezTo>
                      <a:pt x="0" y="88"/>
                      <a:pt x="23" y="71"/>
                      <a:pt x="84" y="71"/>
                    </a:cubicBezTo>
                    <a:cubicBezTo>
                      <a:pt x="84" y="86"/>
                      <a:pt x="84" y="86"/>
                      <a:pt x="84" y="86"/>
                    </a:cubicBezTo>
                    <a:cubicBezTo>
                      <a:pt x="149" y="43"/>
                      <a:pt x="149" y="43"/>
                      <a:pt x="149" y="43"/>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13" name="Freeform 72"/>
              <p:cNvSpPr>
                <a:spLocks/>
              </p:cNvSpPr>
              <p:nvPr/>
            </p:nvSpPr>
            <p:spPr bwMode="auto">
              <a:xfrm>
                <a:off x="-4832350" y="2354263"/>
                <a:ext cx="557213" cy="330200"/>
              </a:xfrm>
              <a:custGeom>
                <a:avLst/>
                <a:gdLst>
                  <a:gd name="T0" fmla="*/ 65 w 148"/>
                  <a:gd name="T1" fmla="*/ 88 h 88"/>
                  <a:gd name="T2" fmla="*/ 65 w 148"/>
                  <a:gd name="T3" fmla="*/ 73 h 88"/>
                  <a:gd name="T4" fmla="*/ 148 w 148"/>
                  <a:gd name="T5" fmla="*/ 0 h 88"/>
                  <a:gd name="T6" fmla="*/ 65 w 148"/>
                  <a:gd name="T7" fmla="*/ 17 h 88"/>
                  <a:gd name="T8" fmla="*/ 65 w 148"/>
                  <a:gd name="T9" fmla="*/ 2 h 88"/>
                  <a:gd name="T10" fmla="*/ 0 w 148"/>
                  <a:gd name="T11" fmla="*/ 45 h 88"/>
                  <a:gd name="T12" fmla="*/ 65 w 148"/>
                  <a:gd name="T13" fmla="*/ 88 h 88"/>
                </a:gdLst>
                <a:ahLst/>
                <a:cxnLst>
                  <a:cxn ang="0">
                    <a:pos x="T0" y="T1"/>
                  </a:cxn>
                  <a:cxn ang="0">
                    <a:pos x="T2" y="T3"/>
                  </a:cxn>
                  <a:cxn ang="0">
                    <a:pos x="T4" y="T5"/>
                  </a:cxn>
                  <a:cxn ang="0">
                    <a:pos x="T6" y="T7"/>
                  </a:cxn>
                  <a:cxn ang="0">
                    <a:pos x="T8" y="T9"/>
                  </a:cxn>
                  <a:cxn ang="0">
                    <a:pos x="T10" y="T11"/>
                  </a:cxn>
                  <a:cxn ang="0">
                    <a:pos x="T12" y="T13"/>
                  </a:cxn>
                </a:cxnLst>
                <a:rect l="0" t="0" r="r" b="b"/>
                <a:pathLst>
                  <a:path w="148" h="88">
                    <a:moveTo>
                      <a:pt x="65" y="88"/>
                    </a:moveTo>
                    <a:cubicBezTo>
                      <a:pt x="65" y="73"/>
                      <a:pt x="65" y="73"/>
                      <a:pt x="65" y="73"/>
                    </a:cubicBezTo>
                    <a:cubicBezTo>
                      <a:pt x="140" y="73"/>
                      <a:pt x="148" y="0"/>
                      <a:pt x="148" y="0"/>
                    </a:cubicBezTo>
                    <a:cubicBezTo>
                      <a:pt x="148" y="0"/>
                      <a:pt x="126" y="17"/>
                      <a:pt x="65" y="17"/>
                    </a:cubicBezTo>
                    <a:cubicBezTo>
                      <a:pt x="65" y="2"/>
                      <a:pt x="65" y="2"/>
                      <a:pt x="65" y="2"/>
                    </a:cubicBezTo>
                    <a:cubicBezTo>
                      <a:pt x="0" y="45"/>
                      <a:pt x="0" y="45"/>
                      <a:pt x="0" y="45"/>
                    </a:cubicBezTo>
                    <a:lnTo>
                      <a:pt x="65"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14" name="Freeform 73"/>
              <p:cNvSpPr>
                <a:spLocks noEditPoints="1"/>
              </p:cNvSpPr>
              <p:nvPr/>
            </p:nvSpPr>
            <p:spPr bwMode="auto">
              <a:xfrm>
                <a:off x="-2119313" y="1884363"/>
                <a:ext cx="703263" cy="698500"/>
              </a:xfrm>
              <a:custGeom>
                <a:avLst/>
                <a:gdLst>
                  <a:gd name="T0" fmla="*/ 140 w 187"/>
                  <a:gd name="T1" fmla="*/ 174 h 186"/>
                  <a:gd name="T2" fmla="*/ 174 w 187"/>
                  <a:gd name="T3" fmla="*/ 140 h 186"/>
                  <a:gd name="T4" fmla="*/ 185 w 187"/>
                  <a:gd name="T5" fmla="*/ 112 h 186"/>
                  <a:gd name="T6" fmla="*/ 185 w 187"/>
                  <a:gd name="T7" fmla="*/ 74 h 186"/>
                  <a:gd name="T8" fmla="*/ 174 w 187"/>
                  <a:gd name="T9" fmla="*/ 47 h 186"/>
                  <a:gd name="T10" fmla="*/ 140 w 187"/>
                  <a:gd name="T11" fmla="*/ 12 h 186"/>
                  <a:gd name="T12" fmla="*/ 128 w 187"/>
                  <a:gd name="T13" fmla="*/ 6 h 186"/>
                  <a:gd name="T14" fmla="*/ 100 w 187"/>
                  <a:gd name="T15" fmla="*/ 0 h 186"/>
                  <a:gd name="T16" fmla="*/ 104 w 187"/>
                  <a:gd name="T17" fmla="*/ 9 h 186"/>
                  <a:gd name="T18" fmla="*/ 115 w 187"/>
                  <a:gd name="T19" fmla="*/ 9 h 186"/>
                  <a:gd name="T20" fmla="*/ 126 w 187"/>
                  <a:gd name="T21" fmla="*/ 12 h 186"/>
                  <a:gd name="T22" fmla="*/ 123 w 187"/>
                  <a:gd name="T23" fmla="*/ 14 h 186"/>
                  <a:gd name="T24" fmla="*/ 108 w 187"/>
                  <a:gd name="T25" fmla="*/ 20 h 186"/>
                  <a:gd name="T26" fmla="*/ 110 w 187"/>
                  <a:gd name="T27" fmla="*/ 29 h 186"/>
                  <a:gd name="T28" fmla="*/ 119 w 187"/>
                  <a:gd name="T29" fmla="*/ 36 h 186"/>
                  <a:gd name="T30" fmla="*/ 132 w 187"/>
                  <a:gd name="T31" fmla="*/ 18 h 186"/>
                  <a:gd name="T32" fmla="*/ 142 w 187"/>
                  <a:gd name="T33" fmla="*/ 21 h 186"/>
                  <a:gd name="T34" fmla="*/ 150 w 187"/>
                  <a:gd name="T35" fmla="*/ 25 h 186"/>
                  <a:gd name="T36" fmla="*/ 154 w 187"/>
                  <a:gd name="T37" fmla="*/ 38 h 186"/>
                  <a:gd name="T38" fmla="*/ 151 w 187"/>
                  <a:gd name="T39" fmla="*/ 45 h 186"/>
                  <a:gd name="T40" fmla="*/ 146 w 187"/>
                  <a:gd name="T41" fmla="*/ 40 h 186"/>
                  <a:gd name="T42" fmla="*/ 135 w 187"/>
                  <a:gd name="T43" fmla="*/ 41 h 186"/>
                  <a:gd name="T44" fmla="*/ 143 w 187"/>
                  <a:gd name="T45" fmla="*/ 46 h 186"/>
                  <a:gd name="T46" fmla="*/ 123 w 187"/>
                  <a:gd name="T47" fmla="*/ 54 h 186"/>
                  <a:gd name="T48" fmla="*/ 113 w 187"/>
                  <a:gd name="T49" fmla="*/ 60 h 186"/>
                  <a:gd name="T50" fmla="*/ 101 w 187"/>
                  <a:gd name="T51" fmla="*/ 72 h 186"/>
                  <a:gd name="T52" fmla="*/ 108 w 187"/>
                  <a:gd name="T53" fmla="*/ 110 h 186"/>
                  <a:gd name="T54" fmla="*/ 118 w 187"/>
                  <a:gd name="T55" fmla="*/ 113 h 186"/>
                  <a:gd name="T56" fmla="*/ 129 w 187"/>
                  <a:gd name="T57" fmla="*/ 116 h 186"/>
                  <a:gd name="T58" fmla="*/ 146 w 187"/>
                  <a:gd name="T59" fmla="*/ 126 h 186"/>
                  <a:gd name="T60" fmla="*/ 155 w 187"/>
                  <a:gd name="T61" fmla="*/ 135 h 186"/>
                  <a:gd name="T62" fmla="*/ 169 w 187"/>
                  <a:gd name="T63" fmla="*/ 139 h 186"/>
                  <a:gd name="T64" fmla="*/ 107 w 187"/>
                  <a:gd name="T65" fmla="*/ 163 h 186"/>
                  <a:gd name="T66" fmla="*/ 1 w 187"/>
                  <a:gd name="T67" fmla="*/ 79 h 186"/>
                  <a:gd name="T68" fmla="*/ 3 w 187"/>
                  <a:gd name="T69" fmla="*/ 116 h 186"/>
                  <a:gd name="T70" fmla="*/ 20 w 187"/>
                  <a:gd name="T71" fmla="*/ 151 h 186"/>
                  <a:gd name="T72" fmla="*/ 59 w 187"/>
                  <a:gd name="T73" fmla="*/ 180 h 186"/>
                  <a:gd name="T74" fmla="*/ 95 w 187"/>
                  <a:gd name="T75" fmla="*/ 148 h 186"/>
                  <a:gd name="T76" fmla="*/ 92 w 187"/>
                  <a:gd name="T77" fmla="*/ 133 h 186"/>
                  <a:gd name="T78" fmla="*/ 97 w 187"/>
                  <a:gd name="T79" fmla="*/ 119 h 186"/>
                  <a:gd name="T80" fmla="*/ 85 w 187"/>
                  <a:gd name="T81" fmla="*/ 115 h 186"/>
                  <a:gd name="T82" fmla="*/ 73 w 187"/>
                  <a:gd name="T83" fmla="*/ 107 h 186"/>
                  <a:gd name="T84" fmla="*/ 54 w 187"/>
                  <a:gd name="T85" fmla="*/ 99 h 186"/>
                  <a:gd name="T86" fmla="*/ 45 w 187"/>
                  <a:gd name="T87" fmla="*/ 83 h 186"/>
                  <a:gd name="T88" fmla="*/ 41 w 187"/>
                  <a:gd name="T89" fmla="*/ 81 h 186"/>
                  <a:gd name="T90" fmla="*/ 40 w 187"/>
                  <a:gd name="T91" fmla="*/ 84 h 186"/>
                  <a:gd name="T92" fmla="*/ 34 w 187"/>
                  <a:gd name="T93" fmla="*/ 69 h 186"/>
                  <a:gd name="T94" fmla="*/ 34 w 187"/>
                  <a:gd name="T95" fmla="*/ 53 h 186"/>
                  <a:gd name="T96" fmla="*/ 41 w 187"/>
                  <a:gd name="T97" fmla="*/ 36 h 186"/>
                  <a:gd name="T98" fmla="*/ 40 w 187"/>
                  <a:gd name="T99" fmla="*/ 26 h 186"/>
                  <a:gd name="T100" fmla="*/ 84 w 187"/>
                  <a:gd name="T101" fmla="*/ 7 h 186"/>
                  <a:gd name="T102" fmla="*/ 100 w 187"/>
                  <a:gd name="T103" fmla="*/ 0 h 186"/>
                  <a:gd name="T104" fmla="*/ 58 w 187"/>
                  <a:gd name="T105" fmla="*/ 7 h 186"/>
                  <a:gd name="T106" fmla="*/ 27 w 187"/>
                  <a:gd name="T107" fmla="*/ 27 h 186"/>
                  <a:gd name="T108" fmla="*/ 6 w 187"/>
                  <a:gd name="T109" fmla="*/ 59 h 186"/>
                  <a:gd name="T110" fmla="*/ 99 w 187"/>
                  <a:gd name="T111" fmla="*/ 117 h 186"/>
                  <a:gd name="T112" fmla="*/ 86 w 187"/>
                  <a:gd name="T113" fmla="*/ 103 h 186"/>
                  <a:gd name="T114" fmla="*/ 83 w 187"/>
                  <a:gd name="T115" fmla="*/ 94 h 186"/>
                  <a:gd name="T116" fmla="*/ 67 w 187"/>
                  <a:gd name="T117" fmla="*/ 97 h 186"/>
                  <a:gd name="T118" fmla="*/ 75 w 187"/>
                  <a:gd name="T119" fmla="*/ 77 h 186"/>
                  <a:gd name="T120" fmla="*/ 92 w 187"/>
                  <a:gd name="T121" fmla="*/ 77 h 186"/>
                  <a:gd name="T122" fmla="*/ 97 w 187"/>
                  <a:gd name="T123" fmla="*/ 7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7" h="186">
                    <a:moveTo>
                      <a:pt x="100" y="186"/>
                    </a:moveTo>
                    <a:cubicBezTo>
                      <a:pt x="105" y="186"/>
                      <a:pt x="109" y="185"/>
                      <a:pt x="114" y="184"/>
                    </a:cubicBezTo>
                    <a:cubicBezTo>
                      <a:pt x="117" y="183"/>
                      <a:pt x="120" y="183"/>
                      <a:pt x="123" y="182"/>
                    </a:cubicBezTo>
                    <a:cubicBezTo>
                      <a:pt x="125" y="181"/>
                      <a:pt x="126" y="181"/>
                      <a:pt x="128" y="180"/>
                    </a:cubicBezTo>
                    <a:cubicBezTo>
                      <a:pt x="130" y="179"/>
                      <a:pt x="133" y="178"/>
                      <a:pt x="136" y="176"/>
                    </a:cubicBezTo>
                    <a:cubicBezTo>
                      <a:pt x="137" y="176"/>
                      <a:pt x="139" y="175"/>
                      <a:pt x="140" y="174"/>
                    </a:cubicBezTo>
                    <a:cubicBezTo>
                      <a:pt x="146" y="171"/>
                      <a:pt x="151" y="167"/>
                      <a:pt x="156" y="162"/>
                    </a:cubicBezTo>
                    <a:cubicBezTo>
                      <a:pt x="157" y="161"/>
                      <a:pt x="158" y="160"/>
                      <a:pt x="159" y="159"/>
                    </a:cubicBezTo>
                    <a:cubicBezTo>
                      <a:pt x="160" y="158"/>
                      <a:pt x="161" y="157"/>
                      <a:pt x="162" y="156"/>
                    </a:cubicBezTo>
                    <a:cubicBezTo>
                      <a:pt x="164" y="154"/>
                      <a:pt x="165" y="152"/>
                      <a:pt x="167" y="151"/>
                    </a:cubicBezTo>
                    <a:cubicBezTo>
                      <a:pt x="169" y="148"/>
                      <a:pt x="171" y="145"/>
                      <a:pt x="173" y="142"/>
                    </a:cubicBezTo>
                    <a:cubicBezTo>
                      <a:pt x="173" y="141"/>
                      <a:pt x="174" y="140"/>
                      <a:pt x="174" y="140"/>
                    </a:cubicBezTo>
                    <a:cubicBezTo>
                      <a:pt x="175" y="138"/>
                      <a:pt x="176" y="137"/>
                      <a:pt x="177" y="136"/>
                    </a:cubicBezTo>
                    <a:cubicBezTo>
                      <a:pt x="177" y="135"/>
                      <a:pt x="177" y="134"/>
                      <a:pt x="178" y="134"/>
                    </a:cubicBezTo>
                    <a:cubicBezTo>
                      <a:pt x="178" y="132"/>
                      <a:pt x="179" y="131"/>
                      <a:pt x="179" y="129"/>
                    </a:cubicBezTo>
                    <a:cubicBezTo>
                      <a:pt x="180" y="128"/>
                      <a:pt x="181" y="127"/>
                      <a:pt x="181" y="125"/>
                    </a:cubicBezTo>
                    <a:cubicBezTo>
                      <a:pt x="182" y="122"/>
                      <a:pt x="183" y="119"/>
                      <a:pt x="184" y="116"/>
                    </a:cubicBezTo>
                    <a:cubicBezTo>
                      <a:pt x="184" y="115"/>
                      <a:pt x="185" y="113"/>
                      <a:pt x="185" y="112"/>
                    </a:cubicBezTo>
                    <a:cubicBezTo>
                      <a:pt x="185" y="110"/>
                      <a:pt x="185" y="109"/>
                      <a:pt x="186" y="107"/>
                    </a:cubicBezTo>
                    <a:cubicBezTo>
                      <a:pt x="186" y="106"/>
                      <a:pt x="186" y="104"/>
                      <a:pt x="186" y="103"/>
                    </a:cubicBezTo>
                    <a:cubicBezTo>
                      <a:pt x="187" y="99"/>
                      <a:pt x="187" y="96"/>
                      <a:pt x="187" y="93"/>
                    </a:cubicBezTo>
                    <a:cubicBezTo>
                      <a:pt x="187" y="90"/>
                      <a:pt x="187" y="87"/>
                      <a:pt x="186" y="83"/>
                    </a:cubicBezTo>
                    <a:cubicBezTo>
                      <a:pt x="186" y="82"/>
                      <a:pt x="186" y="80"/>
                      <a:pt x="186" y="79"/>
                    </a:cubicBezTo>
                    <a:cubicBezTo>
                      <a:pt x="185" y="77"/>
                      <a:pt x="185" y="76"/>
                      <a:pt x="185" y="74"/>
                    </a:cubicBezTo>
                    <a:cubicBezTo>
                      <a:pt x="185" y="73"/>
                      <a:pt x="184" y="71"/>
                      <a:pt x="184" y="70"/>
                    </a:cubicBezTo>
                    <a:cubicBezTo>
                      <a:pt x="183" y="67"/>
                      <a:pt x="182" y="64"/>
                      <a:pt x="181" y="61"/>
                    </a:cubicBezTo>
                    <a:cubicBezTo>
                      <a:pt x="181" y="60"/>
                      <a:pt x="181" y="60"/>
                      <a:pt x="180" y="59"/>
                    </a:cubicBezTo>
                    <a:cubicBezTo>
                      <a:pt x="179" y="57"/>
                      <a:pt x="179" y="55"/>
                      <a:pt x="178" y="53"/>
                    </a:cubicBezTo>
                    <a:cubicBezTo>
                      <a:pt x="177" y="52"/>
                      <a:pt x="177" y="51"/>
                      <a:pt x="177" y="51"/>
                    </a:cubicBezTo>
                    <a:cubicBezTo>
                      <a:pt x="176" y="49"/>
                      <a:pt x="175" y="48"/>
                      <a:pt x="174" y="47"/>
                    </a:cubicBezTo>
                    <a:cubicBezTo>
                      <a:pt x="172" y="43"/>
                      <a:pt x="170" y="39"/>
                      <a:pt x="167" y="35"/>
                    </a:cubicBezTo>
                    <a:cubicBezTo>
                      <a:pt x="165" y="34"/>
                      <a:pt x="164" y="32"/>
                      <a:pt x="162" y="30"/>
                    </a:cubicBezTo>
                    <a:cubicBezTo>
                      <a:pt x="161" y="29"/>
                      <a:pt x="160" y="28"/>
                      <a:pt x="159" y="27"/>
                    </a:cubicBezTo>
                    <a:cubicBezTo>
                      <a:pt x="158" y="26"/>
                      <a:pt x="157" y="25"/>
                      <a:pt x="156" y="24"/>
                    </a:cubicBezTo>
                    <a:cubicBezTo>
                      <a:pt x="154" y="22"/>
                      <a:pt x="152" y="20"/>
                      <a:pt x="149" y="18"/>
                    </a:cubicBezTo>
                    <a:cubicBezTo>
                      <a:pt x="146" y="16"/>
                      <a:pt x="143" y="14"/>
                      <a:pt x="140" y="12"/>
                    </a:cubicBezTo>
                    <a:cubicBezTo>
                      <a:pt x="139" y="11"/>
                      <a:pt x="137" y="11"/>
                      <a:pt x="136" y="10"/>
                    </a:cubicBezTo>
                    <a:cubicBezTo>
                      <a:pt x="135" y="10"/>
                      <a:pt x="135" y="9"/>
                      <a:pt x="134" y="9"/>
                    </a:cubicBezTo>
                    <a:cubicBezTo>
                      <a:pt x="133" y="9"/>
                      <a:pt x="133" y="8"/>
                      <a:pt x="132" y="8"/>
                    </a:cubicBezTo>
                    <a:cubicBezTo>
                      <a:pt x="131" y="8"/>
                      <a:pt x="131" y="8"/>
                      <a:pt x="131" y="7"/>
                    </a:cubicBezTo>
                    <a:cubicBezTo>
                      <a:pt x="130" y="7"/>
                      <a:pt x="129" y="7"/>
                      <a:pt x="128" y="6"/>
                    </a:cubicBezTo>
                    <a:cubicBezTo>
                      <a:pt x="128" y="6"/>
                      <a:pt x="128" y="6"/>
                      <a:pt x="128" y="6"/>
                    </a:cubicBezTo>
                    <a:cubicBezTo>
                      <a:pt x="126" y="6"/>
                      <a:pt x="125" y="5"/>
                      <a:pt x="124" y="5"/>
                    </a:cubicBezTo>
                    <a:cubicBezTo>
                      <a:pt x="124" y="5"/>
                      <a:pt x="124" y="5"/>
                      <a:pt x="123" y="5"/>
                    </a:cubicBezTo>
                    <a:cubicBezTo>
                      <a:pt x="121" y="4"/>
                      <a:pt x="118" y="3"/>
                      <a:pt x="115" y="2"/>
                    </a:cubicBezTo>
                    <a:cubicBezTo>
                      <a:pt x="114" y="2"/>
                      <a:pt x="113" y="2"/>
                      <a:pt x="112" y="2"/>
                    </a:cubicBezTo>
                    <a:cubicBezTo>
                      <a:pt x="111" y="1"/>
                      <a:pt x="111" y="1"/>
                      <a:pt x="110" y="1"/>
                    </a:cubicBezTo>
                    <a:cubicBezTo>
                      <a:pt x="107" y="1"/>
                      <a:pt x="103" y="0"/>
                      <a:pt x="100" y="0"/>
                    </a:cubicBezTo>
                    <a:cubicBezTo>
                      <a:pt x="100" y="5"/>
                      <a:pt x="100" y="5"/>
                      <a:pt x="100" y="5"/>
                    </a:cubicBezTo>
                    <a:cubicBezTo>
                      <a:pt x="104" y="5"/>
                      <a:pt x="107" y="6"/>
                      <a:pt x="111" y="6"/>
                    </a:cubicBezTo>
                    <a:cubicBezTo>
                      <a:pt x="111" y="7"/>
                      <a:pt x="110" y="7"/>
                      <a:pt x="109" y="7"/>
                    </a:cubicBezTo>
                    <a:cubicBezTo>
                      <a:pt x="109" y="7"/>
                      <a:pt x="108" y="8"/>
                      <a:pt x="108" y="8"/>
                    </a:cubicBezTo>
                    <a:cubicBezTo>
                      <a:pt x="106" y="8"/>
                      <a:pt x="104" y="8"/>
                      <a:pt x="103" y="8"/>
                    </a:cubicBezTo>
                    <a:cubicBezTo>
                      <a:pt x="103" y="8"/>
                      <a:pt x="104" y="9"/>
                      <a:pt x="104" y="9"/>
                    </a:cubicBezTo>
                    <a:cubicBezTo>
                      <a:pt x="106" y="10"/>
                      <a:pt x="107" y="10"/>
                      <a:pt x="109" y="10"/>
                    </a:cubicBezTo>
                    <a:cubicBezTo>
                      <a:pt x="110" y="10"/>
                      <a:pt x="111" y="10"/>
                      <a:pt x="112" y="9"/>
                    </a:cubicBezTo>
                    <a:cubicBezTo>
                      <a:pt x="112" y="9"/>
                      <a:pt x="112" y="8"/>
                      <a:pt x="113" y="8"/>
                    </a:cubicBezTo>
                    <a:cubicBezTo>
                      <a:pt x="113" y="7"/>
                      <a:pt x="113" y="7"/>
                      <a:pt x="114" y="7"/>
                    </a:cubicBezTo>
                    <a:cubicBezTo>
                      <a:pt x="115" y="7"/>
                      <a:pt x="116" y="7"/>
                      <a:pt x="117" y="8"/>
                    </a:cubicBezTo>
                    <a:cubicBezTo>
                      <a:pt x="116" y="8"/>
                      <a:pt x="115" y="8"/>
                      <a:pt x="115" y="9"/>
                    </a:cubicBezTo>
                    <a:cubicBezTo>
                      <a:pt x="116" y="10"/>
                      <a:pt x="118" y="9"/>
                      <a:pt x="118" y="8"/>
                    </a:cubicBezTo>
                    <a:cubicBezTo>
                      <a:pt x="119" y="8"/>
                      <a:pt x="119" y="8"/>
                      <a:pt x="119" y="8"/>
                    </a:cubicBezTo>
                    <a:cubicBezTo>
                      <a:pt x="120" y="9"/>
                      <a:pt x="122" y="9"/>
                      <a:pt x="123" y="10"/>
                    </a:cubicBezTo>
                    <a:cubicBezTo>
                      <a:pt x="125" y="11"/>
                      <a:pt x="127" y="11"/>
                      <a:pt x="129" y="12"/>
                    </a:cubicBezTo>
                    <a:cubicBezTo>
                      <a:pt x="129" y="12"/>
                      <a:pt x="128" y="13"/>
                      <a:pt x="128" y="13"/>
                    </a:cubicBezTo>
                    <a:cubicBezTo>
                      <a:pt x="127" y="13"/>
                      <a:pt x="127" y="12"/>
                      <a:pt x="126" y="12"/>
                    </a:cubicBezTo>
                    <a:cubicBezTo>
                      <a:pt x="126" y="13"/>
                      <a:pt x="127" y="13"/>
                      <a:pt x="128" y="14"/>
                    </a:cubicBezTo>
                    <a:cubicBezTo>
                      <a:pt x="129" y="15"/>
                      <a:pt x="129" y="15"/>
                      <a:pt x="130" y="16"/>
                    </a:cubicBezTo>
                    <a:cubicBezTo>
                      <a:pt x="129" y="18"/>
                      <a:pt x="128" y="16"/>
                      <a:pt x="126" y="16"/>
                    </a:cubicBezTo>
                    <a:cubicBezTo>
                      <a:pt x="125" y="16"/>
                      <a:pt x="123" y="19"/>
                      <a:pt x="122" y="16"/>
                    </a:cubicBezTo>
                    <a:cubicBezTo>
                      <a:pt x="122" y="15"/>
                      <a:pt x="123" y="15"/>
                      <a:pt x="124" y="14"/>
                    </a:cubicBezTo>
                    <a:cubicBezTo>
                      <a:pt x="123" y="14"/>
                      <a:pt x="123" y="14"/>
                      <a:pt x="123" y="14"/>
                    </a:cubicBezTo>
                    <a:cubicBezTo>
                      <a:pt x="122" y="14"/>
                      <a:pt x="122" y="15"/>
                      <a:pt x="121" y="15"/>
                    </a:cubicBezTo>
                    <a:cubicBezTo>
                      <a:pt x="121" y="15"/>
                      <a:pt x="120" y="16"/>
                      <a:pt x="119" y="16"/>
                    </a:cubicBezTo>
                    <a:cubicBezTo>
                      <a:pt x="119" y="16"/>
                      <a:pt x="118" y="16"/>
                      <a:pt x="117" y="16"/>
                    </a:cubicBezTo>
                    <a:cubicBezTo>
                      <a:pt x="116" y="16"/>
                      <a:pt x="115" y="17"/>
                      <a:pt x="114" y="18"/>
                    </a:cubicBezTo>
                    <a:cubicBezTo>
                      <a:pt x="113" y="18"/>
                      <a:pt x="113" y="18"/>
                      <a:pt x="112" y="18"/>
                    </a:cubicBezTo>
                    <a:cubicBezTo>
                      <a:pt x="111" y="18"/>
                      <a:pt x="110" y="19"/>
                      <a:pt x="108" y="20"/>
                    </a:cubicBezTo>
                    <a:cubicBezTo>
                      <a:pt x="107" y="20"/>
                      <a:pt x="106" y="21"/>
                      <a:pt x="105" y="22"/>
                    </a:cubicBezTo>
                    <a:cubicBezTo>
                      <a:pt x="104" y="22"/>
                      <a:pt x="103" y="24"/>
                      <a:pt x="103" y="24"/>
                    </a:cubicBezTo>
                    <a:cubicBezTo>
                      <a:pt x="103" y="25"/>
                      <a:pt x="105" y="25"/>
                      <a:pt x="105" y="25"/>
                    </a:cubicBezTo>
                    <a:cubicBezTo>
                      <a:pt x="105" y="26"/>
                      <a:pt x="104" y="27"/>
                      <a:pt x="104" y="27"/>
                    </a:cubicBezTo>
                    <a:cubicBezTo>
                      <a:pt x="105" y="28"/>
                      <a:pt x="106" y="27"/>
                      <a:pt x="107" y="27"/>
                    </a:cubicBezTo>
                    <a:cubicBezTo>
                      <a:pt x="108" y="27"/>
                      <a:pt x="109" y="29"/>
                      <a:pt x="110" y="29"/>
                    </a:cubicBezTo>
                    <a:cubicBezTo>
                      <a:pt x="111" y="30"/>
                      <a:pt x="112" y="30"/>
                      <a:pt x="113" y="31"/>
                    </a:cubicBezTo>
                    <a:cubicBezTo>
                      <a:pt x="115" y="31"/>
                      <a:pt x="116" y="30"/>
                      <a:pt x="117" y="31"/>
                    </a:cubicBezTo>
                    <a:cubicBezTo>
                      <a:pt x="117" y="32"/>
                      <a:pt x="115" y="33"/>
                      <a:pt x="115" y="33"/>
                    </a:cubicBezTo>
                    <a:cubicBezTo>
                      <a:pt x="116" y="34"/>
                      <a:pt x="115" y="35"/>
                      <a:pt x="115" y="36"/>
                    </a:cubicBezTo>
                    <a:cubicBezTo>
                      <a:pt x="115" y="36"/>
                      <a:pt x="115" y="37"/>
                      <a:pt x="116" y="38"/>
                    </a:cubicBezTo>
                    <a:cubicBezTo>
                      <a:pt x="117" y="38"/>
                      <a:pt x="119" y="37"/>
                      <a:pt x="119" y="36"/>
                    </a:cubicBezTo>
                    <a:cubicBezTo>
                      <a:pt x="120" y="34"/>
                      <a:pt x="119" y="33"/>
                      <a:pt x="120" y="32"/>
                    </a:cubicBezTo>
                    <a:cubicBezTo>
                      <a:pt x="125" y="32"/>
                      <a:pt x="129" y="30"/>
                      <a:pt x="129" y="25"/>
                    </a:cubicBezTo>
                    <a:cubicBezTo>
                      <a:pt x="129" y="24"/>
                      <a:pt x="128" y="24"/>
                      <a:pt x="128" y="23"/>
                    </a:cubicBezTo>
                    <a:cubicBezTo>
                      <a:pt x="129" y="23"/>
                      <a:pt x="130" y="22"/>
                      <a:pt x="130" y="21"/>
                    </a:cubicBezTo>
                    <a:cubicBezTo>
                      <a:pt x="130" y="21"/>
                      <a:pt x="131" y="20"/>
                      <a:pt x="131" y="20"/>
                    </a:cubicBezTo>
                    <a:cubicBezTo>
                      <a:pt x="131" y="19"/>
                      <a:pt x="132" y="18"/>
                      <a:pt x="132" y="18"/>
                    </a:cubicBezTo>
                    <a:cubicBezTo>
                      <a:pt x="132" y="18"/>
                      <a:pt x="132" y="18"/>
                      <a:pt x="132" y="18"/>
                    </a:cubicBezTo>
                    <a:cubicBezTo>
                      <a:pt x="133" y="18"/>
                      <a:pt x="133" y="18"/>
                      <a:pt x="134" y="18"/>
                    </a:cubicBezTo>
                    <a:cubicBezTo>
                      <a:pt x="134" y="18"/>
                      <a:pt x="135" y="19"/>
                      <a:pt x="136" y="19"/>
                    </a:cubicBezTo>
                    <a:cubicBezTo>
                      <a:pt x="137" y="19"/>
                      <a:pt x="137" y="18"/>
                      <a:pt x="138" y="18"/>
                    </a:cubicBezTo>
                    <a:cubicBezTo>
                      <a:pt x="139" y="19"/>
                      <a:pt x="139" y="20"/>
                      <a:pt x="140" y="20"/>
                    </a:cubicBezTo>
                    <a:cubicBezTo>
                      <a:pt x="141" y="21"/>
                      <a:pt x="142" y="21"/>
                      <a:pt x="142" y="21"/>
                    </a:cubicBezTo>
                    <a:cubicBezTo>
                      <a:pt x="142" y="22"/>
                      <a:pt x="141" y="22"/>
                      <a:pt x="141" y="23"/>
                    </a:cubicBezTo>
                    <a:cubicBezTo>
                      <a:pt x="141" y="23"/>
                      <a:pt x="141" y="23"/>
                      <a:pt x="141" y="23"/>
                    </a:cubicBezTo>
                    <a:cubicBezTo>
                      <a:pt x="141" y="24"/>
                      <a:pt x="142" y="25"/>
                      <a:pt x="142" y="25"/>
                    </a:cubicBezTo>
                    <a:cubicBezTo>
                      <a:pt x="143" y="25"/>
                      <a:pt x="144" y="25"/>
                      <a:pt x="145" y="25"/>
                    </a:cubicBezTo>
                    <a:cubicBezTo>
                      <a:pt x="146" y="24"/>
                      <a:pt x="146" y="23"/>
                      <a:pt x="147" y="23"/>
                    </a:cubicBezTo>
                    <a:cubicBezTo>
                      <a:pt x="148" y="24"/>
                      <a:pt x="149" y="24"/>
                      <a:pt x="150" y="25"/>
                    </a:cubicBezTo>
                    <a:cubicBezTo>
                      <a:pt x="150" y="26"/>
                      <a:pt x="150" y="26"/>
                      <a:pt x="150" y="26"/>
                    </a:cubicBezTo>
                    <a:cubicBezTo>
                      <a:pt x="150" y="27"/>
                      <a:pt x="150" y="28"/>
                      <a:pt x="150" y="29"/>
                    </a:cubicBezTo>
                    <a:cubicBezTo>
                      <a:pt x="150" y="31"/>
                      <a:pt x="152" y="31"/>
                      <a:pt x="153" y="32"/>
                    </a:cubicBezTo>
                    <a:cubicBezTo>
                      <a:pt x="154" y="32"/>
                      <a:pt x="154" y="33"/>
                      <a:pt x="154" y="33"/>
                    </a:cubicBezTo>
                    <a:cubicBezTo>
                      <a:pt x="155" y="34"/>
                      <a:pt x="155" y="34"/>
                      <a:pt x="155" y="34"/>
                    </a:cubicBezTo>
                    <a:cubicBezTo>
                      <a:pt x="155" y="36"/>
                      <a:pt x="154" y="36"/>
                      <a:pt x="154" y="38"/>
                    </a:cubicBezTo>
                    <a:cubicBezTo>
                      <a:pt x="154" y="39"/>
                      <a:pt x="153" y="39"/>
                      <a:pt x="153" y="40"/>
                    </a:cubicBezTo>
                    <a:cubicBezTo>
                      <a:pt x="153" y="41"/>
                      <a:pt x="155" y="40"/>
                      <a:pt x="156" y="41"/>
                    </a:cubicBezTo>
                    <a:cubicBezTo>
                      <a:pt x="156" y="42"/>
                      <a:pt x="156" y="43"/>
                      <a:pt x="155" y="44"/>
                    </a:cubicBezTo>
                    <a:cubicBezTo>
                      <a:pt x="156" y="44"/>
                      <a:pt x="156" y="46"/>
                      <a:pt x="155" y="46"/>
                    </a:cubicBezTo>
                    <a:cubicBezTo>
                      <a:pt x="154" y="46"/>
                      <a:pt x="154" y="45"/>
                      <a:pt x="153" y="45"/>
                    </a:cubicBezTo>
                    <a:cubicBezTo>
                      <a:pt x="152" y="45"/>
                      <a:pt x="152" y="45"/>
                      <a:pt x="151" y="45"/>
                    </a:cubicBezTo>
                    <a:cubicBezTo>
                      <a:pt x="151" y="45"/>
                      <a:pt x="150" y="44"/>
                      <a:pt x="150" y="44"/>
                    </a:cubicBezTo>
                    <a:cubicBezTo>
                      <a:pt x="148" y="44"/>
                      <a:pt x="147" y="45"/>
                      <a:pt x="146" y="44"/>
                    </a:cubicBezTo>
                    <a:cubicBezTo>
                      <a:pt x="147" y="42"/>
                      <a:pt x="149" y="41"/>
                      <a:pt x="151" y="39"/>
                    </a:cubicBezTo>
                    <a:cubicBezTo>
                      <a:pt x="151" y="39"/>
                      <a:pt x="152" y="39"/>
                      <a:pt x="152" y="38"/>
                    </a:cubicBezTo>
                    <a:cubicBezTo>
                      <a:pt x="151" y="37"/>
                      <a:pt x="150" y="38"/>
                      <a:pt x="149" y="38"/>
                    </a:cubicBezTo>
                    <a:cubicBezTo>
                      <a:pt x="148" y="39"/>
                      <a:pt x="147" y="39"/>
                      <a:pt x="146" y="40"/>
                    </a:cubicBezTo>
                    <a:cubicBezTo>
                      <a:pt x="145" y="40"/>
                      <a:pt x="142" y="39"/>
                      <a:pt x="141" y="40"/>
                    </a:cubicBezTo>
                    <a:cubicBezTo>
                      <a:pt x="141" y="41"/>
                      <a:pt x="143" y="40"/>
                      <a:pt x="142" y="42"/>
                    </a:cubicBezTo>
                    <a:cubicBezTo>
                      <a:pt x="142" y="42"/>
                      <a:pt x="141" y="42"/>
                      <a:pt x="141" y="41"/>
                    </a:cubicBezTo>
                    <a:cubicBezTo>
                      <a:pt x="140" y="41"/>
                      <a:pt x="140" y="40"/>
                      <a:pt x="140" y="40"/>
                    </a:cubicBezTo>
                    <a:cubicBezTo>
                      <a:pt x="140" y="40"/>
                      <a:pt x="138" y="39"/>
                      <a:pt x="137" y="40"/>
                    </a:cubicBezTo>
                    <a:cubicBezTo>
                      <a:pt x="136" y="40"/>
                      <a:pt x="135" y="40"/>
                      <a:pt x="135" y="41"/>
                    </a:cubicBezTo>
                    <a:cubicBezTo>
                      <a:pt x="136" y="42"/>
                      <a:pt x="138" y="41"/>
                      <a:pt x="138" y="42"/>
                    </a:cubicBezTo>
                    <a:cubicBezTo>
                      <a:pt x="138" y="43"/>
                      <a:pt x="136" y="44"/>
                      <a:pt x="136" y="46"/>
                    </a:cubicBezTo>
                    <a:cubicBezTo>
                      <a:pt x="136" y="46"/>
                      <a:pt x="137" y="47"/>
                      <a:pt x="138" y="47"/>
                    </a:cubicBezTo>
                    <a:cubicBezTo>
                      <a:pt x="138" y="48"/>
                      <a:pt x="139" y="47"/>
                      <a:pt x="139" y="47"/>
                    </a:cubicBezTo>
                    <a:cubicBezTo>
                      <a:pt x="140" y="47"/>
                      <a:pt x="140" y="48"/>
                      <a:pt x="140" y="48"/>
                    </a:cubicBezTo>
                    <a:cubicBezTo>
                      <a:pt x="141" y="47"/>
                      <a:pt x="142" y="46"/>
                      <a:pt x="143" y="46"/>
                    </a:cubicBezTo>
                    <a:cubicBezTo>
                      <a:pt x="144" y="48"/>
                      <a:pt x="142" y="48"/>
                      <a:pt x="140" y="49"/>
                    </a:cubicBezTo>
                    <a:cubicBezTo>
                      <a:pt x="139" y="49"/>
                      <a:pt x="137" y="50"/>
                      <a:pt x="135" y="50"/>
                    </a:cubicBezTo>
                    <a:cubicBezTo>
                      <a:pt x="135" y="51"/>
                      <a:pt x="132" y="53"/>
                      <a:pt x="132" y="51"/>
                    </a:cubicBezTo>
                    <a:cubicBezTo>
                      <a:pt x="132" y="50"/>
                      <a:pt x="133" y="50"/>
                      <a:pt x="133" y="49"/>
                    </a:cubicBezTo>
                    <a:cubicBezTo>
                      <a:pt x="132" y="49"/>
                      <a:pt x="130" y="50"/>
                      <a:pt x="129" y="50"/>
                    </a:cubicBezTo>
                    <a:cubicBezTo>
                      <a:pt x="127" y="51"/>
                      <a:pt x="124" y="51"/>
                      <a:pt x="123" y="54"/>
                    </a:cubicBezTo>
                    <a:cubicBezTo>
                      <a:pt x="123" y="54"/>
                      <a:pt x="123" y="55"/>
                      <a:pt x="123" y="55"/>
                    </a:cubicBezTo>
                    <a:cubicBezTo>
                      <a:pt x="123" y="56"/>
                      <a:pt x="121" y="56"/>
                      <a:pt x="121" y="56"/>
                    </a:cubicBezTo>
                    <a:cubicBezTo>
                      <a:pt x="120" y="56"/>
                      <a:pt x="119" y="57"/>
                      <a:pt x="118" y="57"/>
                    </a:cubicBezTo>
                    <a:cubicBezTo>
                      <a:pt x="118" y="57"/>
                      <a:pt x="117" y="57"/>
                      <a:pt x="117" y="57"/>
                    </a:cubicBezTo>
                    <a:cubicBezTo>
                      <a:pt x="116" y="58"/>
                      <a:pt x="116" y="59"/>
                      <a:pt x="115" y="59"/>
                    </a:cubicBezTo>
                    <a:cubicBezTo>
                      <a:pt x="114" y="60"/>
                      <a:pt x="114" y="60"/>
                      <a:pt x="113" y="60"/>
                    </a:cubicBezTo>
                    <a:cubicBezTo>
                      <a:pt x="113" y="61"/>
                      <a:pt x="113" y="62"/>
                      <a:pt x="112" y="62"/>
                    </a:cubicBezTo>
                    <a:cubicBezTo>
                      <a:pt x="111" y="62"/>
                      <a:pt x="111" y="62"/>
                      <a:pt x="110" y="62"/>
                    </a:cubicBezTo>
                    <a:cubicBezTo>
                      <a:pt x="110" y="63"/>
                      <a:pt x="111" y="65"/>
                      <a:pt x="110" y="66"/>
                    </a:cubicBezTo>
                    <a:cubicBezTo>
                      <a:pt x="109" y="67"/>
                      <a:pt x="108" y="68"/>
                      <a:pt x="106" y="69"/>
                    </a:cubicBezTo>
                    <a:cubicBezTo>
                      <a:pt x="105" y="69"/>
                      <a:pt x="105" y="69"/>
                      <a:pt x="103" y="70"/>
                    </a:cubicBezTo>
                    <a:cubicBezTo>
                      <a:pt x="103" y="70"/>
                      <a:pt x="102" y="71"/>
                      <a:pt x="101" y="72"/>
                    </a:cubicBezTo>
                    <a:cubicBezTo>
                      <a:pt x="101" y="72"/>
                      <a:pt x="100" y="72"/>
                      <a:pt x="100" y="73"/>
                    </a:cubicBezTo>
                    <a:cubicBezTo>
                      <a:pt x="100" y="116"/>
                      <a:pt x="100" y="116"/>
                      <a:pt x="100" y="116"/>
                    </a:cubicBezTo>
                    <a:cubicBezTo>
                      <a:pt x="100" y="116"/>
                      <a:pt x="101" y="115"/>
                      <a:pt x="101" y="115"/>
                    </a:cubicBezTo>
                    <a:cubicBezTo>
                      <a:pt x="102" y="114"/>
                      <a:pt x="102" y="113"/>
                      <a:pt x="103" y="112"/>
                    </a:cubicBezTo>
                    <a:cubicBezTo>
                      <a:pt x="104" y="112"/>
                      <a:pt x="105" y="112"/>
                      <a:pt x="106" y="111"/>
                    </a:cubicBezTo>
                    <a:cubicBezTo>
                      <a:pt x="107" y="111"/>
                      <a:pt x="107" y="111"/>
                      <a:pt x="108" y="110"/>
                    </a:cubicBezTo>
                    <a:cubicBezTo>
                      <a:pt x="108" y="110"/>
                      <a:pt x="109" y="109"/>
                      <a:pt x="109" y="110"/>
                    </a:cubicBezTo>
                    <a:cubicBezTo>
                      <a:pt x="110" y="111"/>
                      <a:pt x="108" y="111"/>
                      <a:pt x="109" y="112"/>
                    </a:cubicBezTo>
                    <a:cubicBezTo>
                      <a:pt x="110" y="113"/>
                      <a:pt x="111" y="111"/>
                      <a:pt x="112" y="111"/>
                    </a:cubicBezTo>
                    <a:cubicBezTo>
                      <a:pt x="112" y="111"/>
                      <a:pt x="114" y="111"/>
                      <a:pt x="114" y="112"/>
                    </a:cubicBezTo>
                    <a:cubicBezTo>
                      <a:pt x="115" y="112"/>
                      <a:pt x="115" y="113"/>
                      <a:pt x="116" y="113"/>
                    </a:cubicBezTo>
                    <a:cubicBezTo>
                      <a:pt x="117" y="113"/>
                      <a:pt x="117" y="113"/>
                      <a:pt x="118" y="113"/>
                    </a:cubicBezTo>
                    <a:cubicBezTo>
                      <a:pt x="119" y="113"/>
                      <a:pt x="120" y="114"/>
                      <a:pt x="121" y="114"/>
                    </a:cubicBezTo>
                    <a:cubicBezTo>
                      <a:pt x="122" y="114"/>
                      <a:pt x="122" y="113"/>
                      <a:pt x="123" y="113"/>
                    </a:cubicBezTo>
                    <a:cubicBezTo>
                      <a:pt x="125" y="112"/>
                      <a:pt x="125" y="113"/>
                      <a:pt x="126" y="114"/>
                    </a:cubicBezTo>
                    <a:cubicBezTo>
                      <a:pt x="127" y="114"/>
                      <a:pt x="127" y="113"/>
                      <a:pt x="128" y="113"/>
                    </a:cubicBezTo>
                    <a:cubicBezTo>
                      <a:pt x="127" y="114"/>
                      <a:pt x="128" y="115"/>
                      <a:pt x="128" y="115"/>
                    </a:cubicBezTo>
                    <a:cubicBezTo>
                      <a:pt x="129" y="116"/>
                      <a:pt x="128" y="116"/>
                      <a:pt x="129" y="116"/>
                    </a:cubicBezTo>
                    <a:cubicBezTo>
                      <a:pt x="129" y="117"/>
                      <a:pt x="130" y="117"/>
                      <a:pt x="131" y="117"/>
                    </a:cubicBezTo>
                    <a:cubicBezTo>
                      <a:pt x="132" y="118"/>
                      <a:pt x="132" y="119"/>
                      <a:pt x="133" y="120"/>
                    </a:cubicBezTo>
                    <a:cubicBezTo>
                      <a:pt x="134" y="121"/>
                      <a:pt x="135" y="122"/>
                      <a:pt x="136" y="122"/>
                    </a:cubicBezTo>
                    <a:cubicBezTo>
                      <a:pt x="137" y="122"/>
                      <a:pt x="138" y="121"/>
                      <a:pt x="139" y="121"/>
                    </a:cubicBezTo>
                    <a:cubicBezTo>
                      <a:pt x="141" y="122"/>
                      <a:pt x="143" y="123"/>
                      <a:pt x="144" y="124"/>
                    </a:cubicBezTo>
                    <a:cubicBezTo>
                      <a:pt x="145" y="124"/>
                      <a:pt x="146" y="125"/>
                      <a:pt x="146" y="126"/>
                    </a:cubicBezTo>
                    <a:cubicBezTo>
                      <a:pt x="146" y="126"/>
                      <a:pt x="146" y="127"/>
                      <a:pt x="146" y="127"/>
                    </a:cubicBezTo>
                    <a:cubicBezTo>
                      <a:pt x="147" y="129"/>
                      <a:pt x="148" y="129"/>
                      <a:pt x="148" y="131"/>
                    </a:cubicBezTo>
                    <a:cubicBezTo>
                      <a:pt x="148" y="132"/>
                      <a:pt x="149" y="132"/>
                      <a:pt x="149" y="133"/>
                    </a:cubicBezTo>
                    <a:cubicBezTo>
                      <a:pt x="150" y="133"/>
                      <a:pt x="151" y="134"/>
                      <a:pt x="151" y="134"/>
                    </a:cubicBezTo>
                    <a:cubicBezTo>
                      <a:pt x="152" y="134"/>
                      <a:pt x="152" y="134"/>
                      <a:pt x="152" y="134"/>
                    </a:cubicBezTo>
                    <a:cubicBezTo>
                      <a:pt x="154" y="134"/>
                      <a:pt x="154" y="134"/>
                      <a:pt x="155" y="135"/>
                    </a:cubicBezTo>
                    <a:cubicBezTo>
                      <a:pt x="156" y="135"/>
                      <a:pt x="157" y="135"/>
                      <a:pt x="157" y="135"/>
                    </a:cubicBezTo>
                    <a:cubicBezTo>
                      <a:pt x="158" y="136"/>
                      <a:pt x="158" y="137"/>
                      <a:pt x="158" y="137"/>
                    </a:cubicBezTo>
                    <a:cubicBezTo>
                      <a:pt x="159" y="137"/>
                      <a:pt x="160" y="137"/>
                      <a:pt x="160" y="137"/>
                    </a:cubicBezTo>
                    <a:cubicBezTo>
                      <a:pt x="161" y="137"/>
                      <a:pt x="163" y="138"/>
                      <a:pt x="164" y="138"/>
                    </a:cubicBezTo>
                    <a:cubicBezTo>
                      <a:pt x="164" y="138"/>
                      <a:pt x="165" y="138"/>
                      <a:pt x="165" y="138"/>
                    </a:cubicBezTo>
                    <a:cubicBezTo>
                      <a:pt x="167" y="138"/>
                      <a:pt x="168" y="139"/>
                      <a:pt x="169" y="139"/>
                    </a:cubicBezTo>
                    <a:cubicBezTo>
                      <a:pt x="156" y="159"/>
                      <a:pt x="137" y="173"/>
                      <a:pt x="114" y="179"/>
                    </a:cubicBezTo>
                    <a:cubicBezTo>
                      <a:pt x="114" y="178"/>
                      <a:pt x="114" y="177"/>
                      <a:pt x="114" y="176"/>
                    </a:cubicBezTo>
                    <a:cubicBezTo>
                      <a:pt x="114" y="174"/>
                      <a:pt x="114" y="173"/>
                      <a:pt x="114" y="171"/>
                    </a:cubicBezTo>
                    <a:cubicBezTo>
                      <a:pt x="113" y="170"/>
                      <a:pt x="113" y="168"/>
                      <a:pt x="113" y="167"/>
                    </a:cubicBezTo>
                    <a:cubicBezTo>
                      <a:pt x="112" y="166"/>
                      <a:pt x="110" y="165"/>
                      <a:pt x="109" y="164"/>
                    </a:cubicBezTo>
                    <a:cubicBezTo>
                      <a:pt x="108" y="164"/>
                      <a:pt x="107" y="163"/>
                      <a:pt x="107" y="163"/>
                    </a:cubicBezTo>
                    <a:cubicBezTo>
                      <a:pt x="105" y="162"/>
                      <a:pt x="102" y="161"/>
                      <a:pt x="101" y="159"/>
                    </a:cubicBezTo>
                    <a:cubicBezTo>
                      <a:pt x="101" y="159"/>
                      <a:pt x="101" y="158"/>
                      <a:pt x="101" y="157"/>
                    </a:cubicBezTo>
                    <a:cubicBezTo>
                      <a:pt x="100" y="157"/>
                      <a:pt x="100" y="156"/>
                      <a:pt x="100" y="156"/>
                    </a:cubicBezTo>
                    <a:lnTo>
                      <a:pt x="100" y="186"/>
                    </a:lnTo>
                    <a:close/>
                    <a:moveTo>
                      <a:pt x="2" y="74"/>
                    </a:moveTo>
                    <a:cubicBezTo>
                      <a:pt x="2" y="76"/>
                      <a:pt x="1" y="77"/>
                      <a:pt x="1" y="79"/>
                    </a:cubicBezTo>
                    <a:cubicBezTo>
                      <a:pt x="1" y="80"/>
                      <a:pt x="1" y="82"/>
                      <a:pt x="0" y="83"/>
                    </a:cubicBezTo>
                    <a:cubicBezTo>
                      <a:pt x="0" y="87"/>
                      <a:pt x="0" y="90"/>
                      <a:pt x="0" y="93"/>
                    </a:cubicBezTo>
                    <a:cubicBezTo>
                      <a:pt x="0" y="96"/>
                      <a:pt x="0" y="99"/>
                      <a:pt x="0" y="103"/>
                    </a:cubicBezTo>
                    <a:cubicBezTo>
                      <a:pt x="1" y="104"/>
                      <a:pt x="1" y="106"/>
                      <a:pt x="1" y="107"/>
                    </a:cubicBezTo>
                    <a:cubicBezTo>
                      <a:pt x="1" y="109"/>
                      <a:pt x="2" y="110"/>
                      <a:pt x="2" y="112"/>
                    </a:cubicBezTo>
                    <a:cubicBezTo>
                      <a:pt x="2" y="113"/>
                      <a:pt x="3" y="115"/>
                      <a:pt x="3" y="116"/>
                    </a:cubicBezTo>
                    <a:cubicBezTo>
                      <a:pt x="4" y="119"/>
                      <a:pt x="5" y="122"/>
                      <a:pt x="6" y="125"/>
                    </a:cubicBezTo>
                    <a:cubicBezTo>
                      <a:pt x="6" y="127"/>
                      <a:pt x="7" y="128"/>
                      <a:pt x="7" y="129"/>
                    </a:cubicBezTo>
                    <a:cubicBezTo>
                      <a:pt x="8" y="131"/>
                      <a:pt x="9" y="132"/>
                      <a:pt x="9" y="134"/>
                    </a:cubicBezTo>
                    <a:cubicBezTo>
                      <a:pt x="10" y="134"/>
                      <a:pt x="10" y="135"/>
                      <a:pt x="10" y="136"/>
                    </a:cubicBezTo>
                    <a:cubicBezTo>
                      <a:pt x="11" y="137"/>
                      <a:pt x="12" y="138"/>
                      <a:pt x="12" y="140"/>
                    </a:cubicBezTo>
                    <a:cubicBezTo>
                      <a:pt x="15" y="143"/>
                      <a:pt x="17" y="147"/>
                      <a:pt x="20" y="151"/>
                    </a:cubicBezTo>
                    <a:cubicBezTo>
                      <a:pt x="21" y="152"/>
                      <a:pt x="23" y="154"/>
                      <a:pt x="24" y="156"/>
                    </a:cubicBezTo>
                    <a:cubicBezTo>
                      <a:pt x="25" y="157"/>
                      <a:pt x="26" y="158"/>
                      <a:pt x="27" y="159"/>
                    </a:cubicBezTo>
                    <a:cubicBezTo>
                      <a:pt x="28" y="160"/>
                      <a:pt x="29" y="161"/>
                      <a:pt x="31" y="162"/>
                    </a:cubicBezTo>
                    <a:cubicBezTo>
                      <a:pt x="36" y="167"/>
                      <a:pt x="41" y="171"/>
                      <a:pt x="47" y="174"/>
                    </a:cubicBezTo>
                    <a:cubicBezTo>
                      <a:pt x="48" y="175"/>
                      <a:pt x="50" y="176"/>
                      <a:pt x="51" y="176"/>
                    </a:cubicBezTo>
                    <a:cubicBezTo>
                      <a:pt x="54" y="178"/>
                      <a:pt x="56" y="179"/>
                      <a:pt x="59" y="180"/>
                    </a:cubicBezTo>
                    <a:cubicBezTo>
                      <a:pt x="61" y="181"/>
                      <a:pt x="62" y="181"/>
                      <a:pt x="63" y="182"/>
                    </a:cubicBezTo>
                    <a:cubicBezTo>
                      <a:pt x="73" y="185"/>
                      <a:pt x="83" y="186"/>
                      <a:pt x="93" y="186"/>
                    </a:cubicBezTo>
                    <a:cubicBezTo>
                      <a:pt x="96" y="186"/>
                      <a:pt x="98" y="186"/>
                      <a:pt x="100" y="186"/>
                    </a:cubicBezTo>
                    <a:cubicBezTo>
                      <a:pt x="100" y="156"/>
                      <a:pt x="100" y="156"/>
                      <a:pt x="100" y="156"/>
                    </a:cubicBezTo>
                    <a:cubicBezTo>
                      <a:pt x="99" y="156"/>
                      <a:pt x="99" y="155"/>
                      <a:pt x="99" y="154"/>
                    </a:cubicBezTo>
                    <a:cubicBezTo>
                      <a:pt x="97" y="153"/>
                      <a:pt x="96" y="150"/>
                      <a:pt x="95" y="148"/>
                    </a:cubicBezTo>
                    <a:cubicBezTo>
                      <a:pt x="95" y="147"/>
                      <a:pt x="94" y="146"/>
                      <a:pt x="93" y="145"/>
                    </a:cubicBezTo>
                    <a:cubicBezTo>
                      <a:pt x="93" y="145"/>
                      <a:pt x="92" y="144"/>
                      <a:pt x="91" y="144"/>
                    </a:cubicBezTo>
                    <a:cubicBezTo>
                      <a:pt x="91" y="143"/>
                      <a:pt x="90" y="142"/>
                      <a:pt x="91" y="141"/>
                    </a:cubicBezTo>
                    <a:cubicBezTo>
                      <a:pt x="91" y="140"/>
                      <a:pt x="93" y="139"/>
                      <a:pt x="93" y="138"/>
                    </a:cubicBezTo>
                    <a:cubicBezTo>
                      <a:pt x="93" y="138"/>
                      <a:pt x="92" y="137"/>
                      <a:pt x="91" y="136"/>
                    </a:cubicBezTo>
                    <a:cubicBezTo>
                      <a:pt x="91" y="135"/>
                      <a:pt x="92" y="134"/>
                      <a:pt x="92" y="133"/>
                    </a:cubicBezTo>
                    <a:cubicBezTo>
                      <a:pt x="92" y="132"/>
                      <a:pt x="93" y="132"/>
                      <a:pt x="93" y="131"/>
                    </a:cubicBezTo>
                    <a:cubicBezTo>
                      <a:pt x="93" y="131"/>
                      <a:pt x="94" y="131"/>
                      <a:pt x="94" y="130"/>
                    </a:cubicBezTo>
                    <a:cubicBezTo>
                      <a:pt x="95" y="130"/>
                      <a:pt x="95" y="129"/>
                      <a:pt x="95" y="129"/>
                    </a:cubicBezTo>
                    <a:cubicBezTo>
                      <a:pt x="96" y="128"/>
                      <a:pt x="97" y="127"/>
                      <a:pt x="98" y="126"/>
                    </a:cubicBezTo>
                    <a:cubicBezTo>
                      <a:pt x="98" y="126"/>
                      <a:pt x="98" y="122"/>
                      <a:pt x="98" y="121"/>
                    </a:cubicBezTo>
                    <a:cubicBezTo>
                      <a:pt x="98" y="120"/>
                      <a:pt x="97" y="119"/>
                      <a:pt x="97" y="119"/>
                    </a:cubicBezTo>
                    <a:cubicBezTo>
                      <a:pt x="96" y="117"/>
                      <a:pt x="96" y="116"/>
                      <a:pt x="95" y="116"/>
                    </a:cubicBezTo>
                    <a:cubicBezTo>
                      <a:pt x="94" y="116"/>
                      <a:pt x="93" y="117"/>
                      <a:pt x="93" y="117"/>
                    </a:cubicBezTo>
                    <a:cubicBezTo>
                      <a:pt x="93" y="118"/>
                      <a:pt x="93" y="119"/>
                      <a:pt x="92" y="119"/>
                    </a:cubicBezTo>
                    <a:cubicBezTo>
                      <a:pt x="91" y="119"/>
                      <a:pt x="91" y="118"/>
                      <a:pt x="89" y="118"/>
                    </a:cubicBezTo>
                    <a:cubicBezTo>
                      <a:pt x="89" y="117"/>
                      <a:pt x="88" y="117"/>
                      <a:pt x="88" y="117"/>
                    </a:cubicBezTo>
                    <a:cubicBezTo>
                      <a:pt x="87" y="117"/>
                      <a:pt x="86" y="115"/>
                      <a:pt x="85" y="115"/>
                    </a:cubicBezTo>
                    <a:cubicBezTo>
                      <a:pt x="84" y="114"/>
                      <a:pt x="84" y="115"/>
                      <a:pt x="83" y="114"/>
                    </a:cubicBezTo>
                    <a:cubicBezTo>
                      <a:pt x="83" y="113"/>
                      <a:pt x="83" y="112"/>
                      <a:pt x="83" y="112"/>
                    </a:cubicBezTo>
                    <a:cubicBezTo>
                      <a:pt x="82" y="111"/>
                      <a:pt x="81" y="109"/>
                      <a:pt x="80" y="108"/>
                    </a:cubicBezTo>
                    <a:cubicBezTo>
                      <a:pt x="79" y="108"/>
                      <a:pt x="78" y="108"/>
                      <a:pt x="77" y="108"/>
                    </a:cubicBezTo>
                    <a:cubicBezTo>
                      <a:pt x="76" y="107"/>
                      <a:pt x="76" y="107"/>
                      <a:pt x="75" y="107"/>
                    </a:cubicBezTo>
                    <a:cubicBezTo>
                      <a:pt x="74" y="107"/>
                      <a:pt x="74" y="107"/>
                      <a:pt x="73" y="107"/>
                    </a:cubicBezTo>
                    <a:cubicBezTo>
                      <a:pt x="71" y="106"/>
                      <a:pt x="70" y="102"/>
                      <a:pt x="68" y="103"/>
                    </a:cubicBezTo>
                    <a:cubicBezTo>
                      <a:pt x="67" y="103"/>
                      <a:pt x="66" y="104"/>
                      <a:pt x="65" y="104"/>
                    </a:cubicBezTo>
                    <a:cubicBezTo>
                      <a:pt x="64" y="104"/>
                      <a:pt x="62" y="103"/>
                      <a:pt x="61" y="102"/>
                    </a:cubicBezTo>
                    <a:cubicBezTo>
                      <a:pt x="60" y="102"/>
                      <a:pt x="58" y="101"/>
                      <a:pt x="57" y="101"/>
                    </a:cubicBezTo>
                    <a:cubicBezTo>
                      <a:pt x="57" y="100"/>
                      <a:pt x="56" y="100"/>
                      <a:pt x="55" y="99"/>
                    </a:cubicBezTo>
                    <a:cubicBezTo>
                      <a:pt x="55" y="99"/>
                      <a:pt x="54" y="99"/>
                      <a:pt x="54" y="99"/>
                    </a:cubicBezTo>
                    <a:cubicBezTo>
                      <a:pt x="53" y="99"/>
                      <a:pt x="52" y="98"/>
                      <a:pt x="51" y="97"/>
                    </a:cubicBezTo>
                    <a:cubicBezTo>
                      <a:pt x="51" y="97"/>
                      <a:pt x="50" y="96"/>
                      <a:pt x="50" y="95"/>
                    </a:cubicBezTo>
                    <a:cubicBezTo>
                      <a:pt x="50" y="95"/>
                      <a:pt x="51" y="94"/>
                      <a:pt x="51" y="93"/>
                    </a:cubicBezTo>
                    <a:cubicBezTo>
                      <a:pt x="51" y="91"/>
                      <a:pt x="49" y="89"/>
                      <a:pt x="48" y="88"/>
                    </a:cubicBezTo>
                    <a:cubicBezTo>
                      <a:pt x="47" y="87"/>
                      <a:pt x="46" y="86"/>
                      <a:pt x="45" y="85"/>
                    </a:cubicBezTo>
                    <a:cubicBezTo>
                      <a:pt x="45" y="84"/>
                      <a:pt x="45" y="84"/>
                      <a:pt x="45" y="83"/>
                    </a:cubicBezTo>
                    <a:cubicBezTo>
                      <a:pt x="45" y="83"/>
                      <a:pt x="44" y="82"/>
                      <a:pt x="44" y="81"/>
                    </a:cubicBezTo>
                    <a:cubicBezTo>
                      <a:pt x="43" y="80"/>
                      <a:pt x="42" y="79"/>
                      <a:pt x="42" y="78"/>
                    </a:cubicBezTo>
                    <a:cubicBezTo>
                      <a:pt x="42" y="77"/>
                      <a:pt x="42" y="76"/>
                      <a:pt x="42" y="75"/>
                    </a:cubicBezTo>
                    <a:cubicBezTo>
                      <a:pt x="41" y="73"/>
                      <a:pt x="38" y="74"/>
                      <a:pt x="39" y="76"/>
                    </a:cubicBezTo>
                    <a:cubicBezTo>
                      <a:pt x="39" y="77"/>
                      <a:pt x="40" y="78"/>
                      <a:pt x="40" y="79"/>
                    </a:cubicBezTo>
                    <a:cubicBezTo>
                      <a:pt x="40" y="79"/>
                      <a:pt x="40" y="80"/>
                      <a:pt x="41" y="81"/>
                    </a:cubicBezTo>
                    <a:cubicBezTo>
                      <a:pt x="41" y="82"/>
                      <a:pt x="42" y="82"/>
                      <a:pt x="42" y="83"/>
                    </a:cubicBezTo>
                    <a:cubicBezTo>
                      <a:pt x="42" y="85"/>
                      <a:pt x="42" y="86"/>
                      <a:pt x="43" y="87"/>
                    </a:cubicBezTo>
                    <a:cubicBezTo>
                      <a:pt x="43" y="88"/>
                      <a:pt x="44" y="88"/>
                      <a:pt x="44" y="89"/>
                    </a:cubicBezTo>
                    <a:cubicBezTo>
                      <a:pt x="43" y="90"/>
                      <a:pt x="42" y="89"/>
                      <a:pt x="42" y="88"/>
                    </a:cubicBezTo>
                    <a:cubicBezTo>
                      <a:pt x="41" y="88"/>
                      <a:pt x="40" y="87"/>
                      <a:pt x="40" y="86"/>
                    </a:cubicBezTo>
                    <a:cubicBezTo>
                      <a:pt x="40" y="86"/>
                      <a:pt x="40" y="85"/>
                      <a:pt x="40" y="84"/>
                    </a:cubicBezTo>
                    <a:cubicBezTo>
                      <a:pt x="40" y="83"/>
                      <a:pt x="37" y="83"/>
                      <a:pt x="37" y="81"/>
                    </a:cubicBezTo>
                    <a:cubicBezTo>
                      <a:pt x="37" y="81"/>
                      <a:pt x="38" y="80"/>
                      <a:pt x="38" y="80"/>
                    </a:cubicBezTo>
                    <a:cubicBezTo>
                      <a:pt x="38" y="79"/>
                      <a:pt x="37" y="78"/>
                      <a:pt x="37" y="77"/>
                    </a:cubicBezTo>
                    <a:cubicBezTo>
                      <a:pt x="36" y="76"/>
                      <a:pt x="36" y="75"/>
                      <a:pt x="36" y="74"/>
                    </a:cubicBezTo>
                    <a:cubicBezTo>
                      <a:pt x="36" y="73"/>
                      <a:pt x="36" y="72"/>
                      <a:pt x="36" y="71"/>
                    </a:cubicBezTo>
                    <a:cubicBezTo>
                      <a:pt x="36" y="70"/>
                      <a:pt x="35" y="69"/>
                      <a:pt x="34" y="69"/>
                    </a:cubicBezTo>
                    <a:cubicBezTo>
                      <a:pt x="33" y="69"/>
                      <a:pt x="32" y="69"/>
                      <a:pt x="32" y="68"/>
                    </a:cubicBezTo>
                    <a:cubicBezTo>
                      <a:pt x="32" y="67"/>
                      <a:pt x="31" y="66"/>
                      <a:pt x="31" y="65"/>
                    </a:cubicBezTo>
                    <a:cubicBezTo>
                      <a:pt x="31" y="64"/>
                      <a:pt x="31" y="63"/>
                      <a:pt x="31" y="62"/>
                    </a:cubicBezTo>
                    <a:cubicBezTo>
                      <a:pt x="31" y="60"/>
                      <a:pt x="31" y="59"/>
                      <a:pt x="31" y="58"/>
                    </a:cubicBezTo>
                    <a:cubicBezTo>
                      <a:pt x="32" y="57"/>
                      <a:pt x="33" y="56"/>
                      <a:pt x="33" y="55"/>
                    </a:cubicBezTo>
                    <a:cubicBezTo>
                      <a:pt x="34" y="55"/>
                      <a:pt x="34" y="54"/>
                      <a:pt x="34" y="53"/>
                    </a:cubicBezTo>
                    <a:cubicBezTo>
                      <a:pt x="35" y="52"/>
                      <a:pt x="36" y="51"/>
                      <a:pt x="37" y="49"/>
                    </a:cubicBezTo>
                    <a:cubicBezTo>
                      <a:pt x="39" y="48"/>
                      <a:pt x="40" y="47"/>
                      <a:pt x="40" y="45"/>
                    </a:cubicBezTo>
                    <a:cubicBezTo>
                      <a:pt x="41" y="44"/>
                      <a:pt x="41" y="43"/>
                      <a:pt x="41" y="43"/>
                    </a:cubicBezTo>
                    <a:cubicBezTo>
                      <a:pt x="41" y="42"/>
                      <a:pt x="39" y="41"/>
                      <a:pt x="39" y="40"/>
                    </a:cubicBezTo>
                    <a:cubicBezTo>
                      <a:pt x="39" y="39"/>
                      <a:pt x="40" y="39"/>
                      <a:pt x="41" y="38"/>
                    </a:cubicBezTo>
                    <a:cubicBezTo>
                      <a:pt x="41" y="38"/>
                      <a:pt x="41" y="37"/>
                      <a:pt x="41" y="36"/>
                    </a:cubicBezTo>
                    <a:cubicBezTo>
                      <a:pt x="41" y="35"/>
                      <a:pt x="40" y="34"/>
                      <a:pt x="41" y="33"/>
                    </a:cubicBezTo>
                    <a:cubicBezTo>
                      <a:pt x="41" y="33"/>
                      <a:pt x="42" y="32"/>
                      <a:pt x="41" y="31"/>
                    </a:cubicBezTo>
                    <a:cubicBezTo>
                      <a:pt x="41" y="30"/>
                      <a:pt x="40" y="32"/>
                      <a:pt x="39" y="31"/>
                    </a:cubicBezTo>
                    <a:cubicBezTo>
                      <a:pt x="38" y="31"/>
                      <a:pt x="39" y="30"/>
                      <a:pt x="39" y="29"/>
                    </a:cubicBezTo>
                    <a:cubicBezTo>
                      <a:pt x="39" y="28"/>
                      <a:pt x="39" y="28"/>
                      <a:pt x="39" y="28"/>
                    </a:cubicBezTo>
                    <a:cubicBezTo>
                      <a:pt x="39" y="27"/>
                      <a:pt x="40" y="26"/>
                      <a:pt x="40" y="26"/>
                    </a:cubicBezTo>
                    <a:cubicBezTo>
                      <a:pt x="39" y="26"/>
                      <a:pt x="39" y="25"/>
                      <a:pt x="38" y="24"/>
                    </a:cubicBezTo>
                    <a:cubicBezTo>
                      <a:pt x="49" y="15"/>
                      <a:pt x="63" y="9"/>
                      <a:pt x="78" y="6"/>
                    </a:cubicBezTo>
                    <a:cubicBezTo>
                      <a:pt x="78" y="6"/>
                      <a:pt x="78" y="6"/>
                      <a:pt x="78" y="6"/>
                    </a:cubicBezTo>
                    <a:cubicBezTo>
                      <a:pt x="78" y="6"/>
                      <a:pt x="78" y="7"/>
                      <a:pt x="78" y="7"/>
                    </a:cubicBezTo>
                    <a:cubicBezTo>
                      <a:pt x="79" y="6"/>
                      <a:pt x="80" y="7"/>
                      <a:pt x="81" y="7"/>
                    </a:cubicBezTo>
                    <a:cubicBezTo>
                      <a:pt x="82" y="7"/>
                      <a:pt x="83" y="6"/>
                      <a:pt x="84" y="7"/>
                    </a:cubicBezTo>
                    <a:cubicBezTo>
                      <a:pt x="86" y="7"/>
                      <a:pt x="88" y="9"/>
                      <a:pt x="90" y="8"/>
                    </a:cubicBezTo>
                    <a:cubicBezTo>
                      <a:pt x="90" y="7"/>
                      <a:pt x="90" y="7"/>
                      <a:pt x="90" y="6"/>
                    </a:cubicBezTo>
                    <a:cubicBezTo>
                      <a:pt x="91" y="6"/>
                      <a:pt x="91" y="5"/>
                      <a:pt x="91" y="5"/>
                    </a:cubicBezTo>
                    <a:cubicBezTo>
                      <a:pt x="92" y="5"/>
                      <a:pt x="93" y="5"/>
                      <a:pt x="93" y="5"/>
                    </a:cubicBezTo>
                    <a:cubicBezTo>
                      <a:pt x="96" y="5"/>
                      <a:pt x="98" y="5"/>
                      <a:pt x="100" y="5"/>
                    </a:cubicBezTo>
                    <a:cubicBezTo>
                      <a:pt x="100" y="0"/>
                      <a:pt x="100" y="0"/>
                      <a:pt x="100" y="0"/>
                    </a:cubicBezTo>
                    <a:cubicBezTo>
                      <a:pt x="98" y="0"/>
                      <a:pt x="97" y="0"/>
                      <a:pt x="95" y="0"/>
                    </a:cubicBezTo>
                    <a:cubicBezTo>
                      <a:pt x="94" y="0"/>
                      <a:pt x="94" y="0"/>
                      <a:pt x="93" y="0"/>
                    </a:cubicBezTo>
                    <a:cubicBezTo>
                      <a:pt x="92" y="0"/>
                      <a:pt x="91" y="0"/>
                      <a:pt x="90" y="0"/>
                    </a:cubicBezTo>
                    <a:cubicBezTo>
                      <a:pt x="81" y="0"/>
                      <a:pt x="72" y="2"/>
                      <a:pt x="63" y="5"/>
                    </a:cubicBezTo>
                    <a:cubicBezTo>
                      <a:pt x="62" y="5"/>
                      <a:pt x="61" y="6"/>
                      <a:pt x="59" y="6"/>
                    </a:cubicBezTo>
                    <a:cubicBezTo>
                      <a:pt x="59" y="6"/>
                      <a:pt x="58" y="6"/>
                      <a:pt x="58" y="7"/>
                    </a:cubicBezTo>
                    <a:cubicBezTo>
                      <a:pt x="57" y="7"/>
                      <a:pt x="56" y="7"/>
                      <a:pt x="55" y="8"/>
                    </a:cubicBezTo>
                    <a:cubicBezTo>
                      <a:pt x="54" y="9"/>
                      <a:pt x="52" y="9"/>
                      <a:pt x="51" y="10"/>
                    </a:cubicBezTo>
                    <a:cubicBezTo>
                      <a:pt x="49" y="11"/>
                      <a:pt x="48" y="11"/>
                      <a:pt x="47" y="12"/>
                    </a:cubicBezTo>
                    <a:cubicBezTo>
                      <a:pt x="42" y="15"/>
                      <a:pt x="37" y="19"/>
                      <a:pt x="32" y="22"/>
                    </a:cubicBezTo>
                    <a:cubicBezTo>
                      <a:pt x="32" y="23"/>
                      <a:pt x="31" y="23"/>
                      <a:pt x="31" y="24"/>
                    </a:cubicBezTo>
                    <a:cubicBezTo>
                      <a:pt x="29" y="25"/>
                      <a:pt x="28" y="26"/>
                      <a:pt x="27" y="27"/>
                    </a:cubicBezTo>
                    <a:cubicBezTo>
                      <a:pt x="26" y="28"/>
                      <a:pt x="25" y="29"/>
                      <a:pt x="24" y="30"/>
                    </a:cubicBezTo>
                    <a:cubicBezTo>
                      <a:pt x="23" y="32"/>
                      <a:pt x="21" y="34"/>
                      <a:pt x="20" y="35"/>
                    </a:cubicBezTo>
                    <a:cubicBezTo>
                      <a:pt x="17" y="39"/>
                      <a:pt x="15" y="43"/>
                      <a:pt x="12" y="47"/>
                    </a:cubicBezTo>
                    <a:cubicBezTo>
                      <a:pt x="12" y="48"/>
                      <a:pt x="11" y="49"/>
                      <a:pt x="10" y="51"/>
                    </a:cubicBezTo>
                    <a:cubicBezTo>
                      <a:pt x="10" y="51"/>
                      <a:pt x="10" y="52"/>
                      <a:pt x="9" y="53"/>
                    </a:cubicBezTo>
                    <a:cubicBezTo>
                      <a:pt x="8" y="55"/>
                      <a:pt x="7" y="57"/>
                      <a:pt x="6" y="59"/>
                    </a:cubicBezTo>
                    <a:cubicBezTo>
                      <a:pt x="6" y="60"/>
                      <a:pt x="6" y="60"/>
                      <a:pt x="6" y="61"/>
                    </a:cubicBezTo>
                    <a:cubicBezTo>
                      <a:pt x="5" y="64"/>
                      <a:pt x="4" y="67"/>
                      <a:pt x="3" y="70"/>
                    </a:cubicBezTo>
                    <a:cubicBezTo>
                      <a:pt x="3" y="71"/>
                      <a:pt x="2" y="73"/>
                      <a:pt x="2" y="74"/>
                    </a:cubicBezTo>
                    <a:close/>
                    <a:moveTo>
                      <a:pt x="100" y="73"/>
                    </a:moveTo>
                    <a:cubicBezTo>
                      <a:pt x="100" y="116"/>
                      <a:pt x="100" y="116"/>
                      <a:pt x="100" y="116"/>
                    </a:cubicBezTo>
                    <a:cubicBezTo>
                      <a:pt x="100" y="117"/>
                      <a:pt x="99" y="117"/>
                      <a:pt x="99" y="117"/>
                    </a:cubicBezTo>
                    <a:cubicBezTo>
                      <a:pt x="98" y="117"/>
                      <a:pt x="97" y="116"/>
                      <a:pt x="96" y="115"/>
                    </a:cubicBezTo>
                    <a:cubicBezTo>
                      <a:pt x="94" y="114"/>
                      <a:pt x="93" y="116"/>
                      <a:pt x="91" y="116"/>
                    </a:cubicBezTo>
                    <a:cubicBezTo>
                      <a:pt x="89" y="116"/>
                      <a:pt x="87" y="113"/>
                      <a:pt x="87" y="112"/>
                    </a:cubicBezTo>
                    <a:cubicBezTo>
                      <a:pt x="87" y="111"/>
                      <a:pt x="88" y="109"/>
                      <a:pt x="88" y="108"/>
                    </a:cubicBezTo>
                    <a:cubicBezTo>
                      <a:pt x="88" y="107"/>
                      <a:pt x="88" y="106"/>
                      <a:pt x="88" y="105"/>
                    </a:cubicBezTo>
                    <a:cubicBezTo>
                      <a:pt x="88" y="104"/>
                      <a:pt x="87" y="103"/>
                      <a:pt x="86" y="103"/>
                    </a:cubicBezTo>
                    <a:cubicBezTo>
                      <a:pt x="84" y="103"/>
                      <a:pt x="82" y="104"/>
                      <a:pt x="79" y="103"/>
                    </a:cubicBezTo>
                    <a:cubicBezTo>
                      <a:pt x="79" y="102"/>
                      <a:pt x="80" y="102"/>
                      <a:pt x="80" y="101"/>
                    </a:cubicBezTo>
                    <a:cubicBezTo>
                      <a:pt x="80" y="101"/>
                      <a:pt x="80" y="100"/>
                      <a:pt x="80" y="100"/>
                    </a:cubicBezTo>
                    <a:cubicBezTo>
                      <a:pt x="81" y="99"/>
                      <a:pt x="81" y="99"/>
                      <a:pt x="82" y="98"/>
                    </a:cubicBezTo>
                    <a:cubicBezTo>
                      <a:pt x="82" y="97"/>
                      <a:pt x="82" y="97"/>
                      <a:pt x="82" y="96"/>
                    </a:cubicBezTo>
                    <a:cubicBezTo>
                      <a:pt x="82" y="95"/>
                      <a:pt x="83" y="95"/>
                      <a:pt x="83" y="94"/>
                    </a:cubicBezTo>
                    <a:cubicBezTo>
                      <a:pt x="83" y="94"/>
                      <a:pt x="83" y="93"/>
                      <a:pt x="82" y="93"/>
                    </a:cubicBezTo>
                    <a:cubicBezTo>
                      <a:pt x="80" y="93"/>
                      <a:pt x="79" y="93"/>
                      <a:pt x="78" y="93"/>
                    </a:cubicBezTo>
                    <a:cubicBezTo>
                      <a:pt x="76" y="94"/>
                      <a:pt x="77" y="97"/>
                      <a:pt x="75" y="98"/>
                    </a:cubicBezTo>
                    <a:cubicBezTo>
                      <a:pt x="74" y="98"/>
                      <a:pt x="73" y="98"/>
                      <a:pt x="72" y="98"/>
                    </a:cubicBezTo>
                    <a:cubicBezTo>
                      <a:pt x="71" y="98"/>
                      <a:pt x="70" y="99"/>
                      <a:pt x="70" y="99"/>
                    </a:cubicBezTo>
                    <a:cubicBezTo>
                      <a:pt x="69" y="99"/>
                      <a:pt x="67" y="98"/>
                      <a:pt x="67" y="97"/>
                    </a:cubicBezTo>
                    <a:cubicBezTo>
                      <a:pt x="66" y="97"/>
                      <a:pt x="65" y="94"/>
                      <a:pt x="65" y="94"/>
                    </a:cubicBezTo>
                    <a:cubicBezTo>
                      <a:pt x="64" y="91"/>
                      <a:pt x="65" y="88"/>
                      <a:pt x="66" y="86"/>
                    </a:cubicBezTo>
                    <a:cubicBezTo>
                      <a:pt x="66" y="86"/>
                      <a:pt x="67" y="85"/>
                      <a:pt x="67" y="85"/>
                    </a:cubicBezTo>
                    <a:cubicBezTo>
                      <a:pt x="67" y="84"/>
                      <a:pt x="67" y="83"/>
                      <a:pt x="67" y="82"/>
                    </a:cubicBezTo>
                    <a:cubicBezTo>
                      <a:pt x="68" y="81"/>
                      <a:pt x="69" y="80"/>
                      <a:pt x="71" y="79"/>
                    </a:cubicBezTo>
                    <a:cubicBezTo>
                      <a:pt x="72" y="79"/>
                      <a:pt x="73" y="77"/>
                      <a:pt x="75" y="77"/>
                    </a:cubicBezTo>
                    <a:cubicBezTo>
                      <a:pt x="76" y="77"/>
                      <a:pt x="77" y="78"/>
                      <a:pt x="78" y="78"/>
                    </a:cubicBezTo>
                    <a:cubicBezTo>
                      <a:pt x="79" y="78"/>
                      <a:pt x="79" y="78"/>
                      <a:pt x="80" y="78"/>
                    </a:cubicBezTo>
                    <a:cubicBezTo>
                      <a:pt x="82" y="79"/>
                      <a:pt x="82" y="77"/>
                      <a:pt x="84" y="76"/>
                    </a:cubicBezTo>
                    <a:cubicBezTo>
                      <a:pt x="85" y="76"/>
                      <a:pt x="87" y="76"/>
                      <a:pt x="88" y="76"/>
                    </a:cubicBezTo>
                    <a:cubicBezTo>
                      <a:pt x="89" y="76"/>
                      <a:pt x="90" y="77"/>
                      <a:pt x="90" y="77"/>
                    </a:cubicBezTo>
                    <a:cubicBezTo>
                      <a:pt x="91" y="77"/>
                      <a:pt x="92" y="77"/>
                      <a:pt x="92" y="77"/>
                    </a:cubicBezTo>
                    <a:cubicBezTo>
                      <a:pt x="93" y="77"/>
                      <a:pt x="94" y="78"/>
                      <a:pt x="94" y="79"/>
                    </a:cubicBezTo>
                    <a:cubicBezTo>
                      <a:pt x="94" y="80"/>
                      <a:pt x="93" y="81"/>
                      <a:pt x="93" y="82"/>
                    </a:cubicBezTo>
                    <a:cubicBezTo>
                      <a:pt x="94" y="83"/>
                      <a:pt x="96" y="83"/>
                      <a:pt x="97" y="83"/>
                    </a:cubicBezTo>
                    <a:cubicBezTo>
                      <a:pt x="98" y="83"/>
                      <a:pt x="98" y="81"/>
                      <a:pt x="97" y="80"/>
                    </a:cubicBezTo>
                    <a:cubicBezTo>
                      <a:pt x="97" y="80"/>
                      <a:pt x="98" y="79"/>
                      <a:pt x="97" y="79"/>
                    </a:cubicBezTo>
                    <a:cubicBezTo>
                      <a:pt x="97" y="78"/>
                      <a:pt x="97" y="78"/>
                      <a:pt x="97" y="77"/>
                    </a:cubicBezTo>
                    <a:cubicBezTo>
                      <a:pt x="97" y="75"/>
                      <a:pt x="98" y="74"/>
                      <a:pt x="100"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15" name="Freeform 74"/>
              <p:cNvSpPr>
                <a:spLocks/>
              </p:cNvSpPr>
              <p:nvPr/>
            </p:nvSpPr>
            <p:spPr bwMode="auto">
              <a:xfrm>
                <a:off x="-4767263" y="6270625"/>
                <a:ext cx="231775" cy="228600"/>
              </a:xfrm>
              <a:custGeom>
                <a:avLst/>
                <a:gdLst>
                  <a:gd name="T0" fmla="*/ 14 w 62"/>
                  <a:gd name="T1" fmla="*/ 56 h 61"/>
                  <a:gd name="T2" fmla="*/ 31 w 62"/>
                  <a:gd name="T3" fmla="*/ 61 h 61"/>
                  <a:gd name="T4" fmla="*/ 62 w 62"/>
                  <a:gd name="T5" fmla="*/ 31 h 61"/>
                  <a:gd name="T6" fmla="*/ 31 w 62"/>
                  <a:gd name="T7" fmla="*/ 0 h 61"/>
                  <a:gd name="T8" fmla="*/ 0 w 62"/>
                  <a:gd name="T9" fmla="*/ 26 h 61"/>
                  <a:gd name="T10" fmla="*/ 31 w 62"/>
                  <a:gd name="T11" fmla="*/ 26 h 61"/>
                  <a:gd name="T12" fmla="*/ 41 w 62"/>
                  <a:gd name="T13" fmla="*/ 26 h 61"/>
                  <a:gd name="T14" fmla="*/ 34 w 62"/>
                  <a:gd name="T15" fmla="*/ 34 h 61"/>
                  <a:gd name="T16" fmla="*/ 14 w 62"/>
                  <a:gd name="T17"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61">
                    <a:moveTo>
                      <a:pt x="14" y="56"/>
                    </a:moveTo>
                    <a:cubicBezTo>
                      <a:pt x="19" y="60"/>
                      <a:pt x="25" y="61"/>
                      <a:pt x="31" y="61"/>
                    </a:cubicBezTo>
                    <a:cubicBezTo>
                      <a:pt x="48" y="61"/>
                      <a:pt x="62" y="48"/>
                      <a:pt x="62" y="31"/>
                    </a:cubicBezTo>
                    <a:cubicBezTo>
                      <a:pt x="62" y="14"/>
                      <a:pt x="48" y="0"/>
                      <a:pt x="31" y="0"/>
                    </a:cubicBezTo>
                    <a:cubicBezTo>
                      <a:pt x="15" y="0"/>
                      <a:pt x="3" y="11"/>
                      <a:pt x="0" y="26"/>
                    </a:cubicBezTo>
                    <a:cubicBezTo>
                      <a:pt x="31" y="26"/>
                      <a:pt x="31" y="26"/>
                      <a:pt x="31" y="26"/>
                    </a:cubicBezTo>
                    <a:cubicBezTo>
                      <a:pt x="41" y="26"/>
                      <a:pt x="41" y="26"/>
                      <a:pt x="41" y="26"/>
                    </a:cubicBezTo>
                    <a:cubicBezTo>
                      <a:pt x="34" y="34"/>
                      <a:pt x="34" y="34"/>
                      <a:pt x="34" y="34"/>
                    </a:cubicBezTo>
                    <a:lnTo>
                      <a:pt x="14"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16" name="Freeform 75"/>
              <p:cNvSpPr>
                <a:spLocks/>
              </p:cNvSpPr>
              <p:nvPr/>
            </p:nvSpPr>
            <p:spPr bwMode="auto">
              <a:xfrm>
                <a:off x="-5129213" y="6386513"/>
                <a:ext cx="477838" cy="447675"/>
              </a:xfrm>
              <a:custGeom>
                <a:avLst/>
                <a:gdLst>
                  <a:gd name="T0" fmla="*/ 57 w 127"/>
                  <a:gd name="T1" fmla="*/ 63 h 119"/>
                  <a:gd name="T2" fmla="*/ 57 w 127"/>
                  <a:gd name="T3" fmla="*/ 67 h 119"/>
                  <a:gd name="T4" fmla="*/ 57 w 127"/>
                  <a:gd name="T5" fmla="*/ 70 h 119"/>
                  <a:gd name="T6" fmla="*/ 57 w 127"/>
                  <a:gd name="T7" fmla="*/ 109 h 119"/>
                  <a:gd name="T8" fmla="*/ 42 w 127"/>
                  <a:gd name="T9" fmla="*/ 119 h 119"/>
                  <a:gd name="T10" fmla="*/ 83 w 127"/>
                  <a:gd name="T11" fmla="*/ 119 h 119"/>
                  <a:gd name="T12" fmla="*/ 70 w 127"/>
                  <a:gd name="T13" fmla="*/ 109 h 119"/>
                  <a:gd name="T14" fmla="*/ 70 w 127"/>
                  <a:gd name="T15" fmla="*/ 70 h 119"/>
                  <a:gd name="T16" fmla="*/ 70 w 127"/>
                  <a:gd name="T17" fmla="*/ 67 h 119"/>
                  <a:gd name="T18" fmla="*/ 70 w 127"/>
                  <a:gd name="T19" fmla="*/ 63 h 119"/>
                  <a:gd name="T20" fmla="*/ 106 w 127"/>
                  <a:gd name="T21" fmla="*/ 23 h 119"/>
                  <a:gd name="T22" fmla="*/ 127 w 127"/>
                  <a:gd name="T23" fmla="*/ 0 h 119"/>
                  <a:gd name="T24" fmla="*/ 96 w 127"/>
                  <a:gd name="T25" fmla="*/ 0 h 119"/>
                  <a:gd name="T26" fmla="*/ 0 w 127"/>
                  <a:gd name="T27" fmla="*/ 0 h 119"/>
                  <a:gd name="T28" fmla="*/ 57 w 127"/>
                  <a:gd name="T29" fmla="*/ 6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19">
                    <a:moveTo>
                      <a:pt x="57" y="63"/>
                    </a:moveTo>
                    <a:cubicBezTo>
                      <a:pt x="57" y="67"/>
                      <a:pt x="57" y="67"/>
                      <a:pt x="57" y="67"/>
                    </a:cubicBezTo>
                    <a:cubicBezTo>
                      <a:pt x="57" y="70"/>
                      <a:pt x="57" y="70"/>
                      <a:pt x="57" y="70"/>
                    </a:cubicBezTo>
                    <a:cubicBezTo>
                      <a:pt x="57" y="109"/>
                      <a:pt x="57" y="109"/>
                      <a:pt x="57" y="109"/>
                    </a:cubicBezTo>
                    <a:cubicBezTo>
                      <a:pt x="48" y="110"/>
                      <a:pt x="42" y="114"/>
                      <a:pt x="42" y="119"/>
                    </a:cubicBezTo>
                    <a:cubicBezTo>
                      <a:pt x="83" y="119"/>
                      <a:pt x="83" y="119"/>
                      <a:pt x="83" y="119"/>
                    </a:cubicBezTo>
                    <a:cubicBezTo>
                      <a:pt x="83" y="114"/>
                      <a:pt x="78" y="110"/>
                      <a:pt x="70" y="109"/>
                    </a:cubicBezTo>
                    <a:cubicBezTo>
                      <a:pt x="70" y="70"/>
                      <a:pt x="70" y="70"/>
                      <a:pt x="70" y="70"/>
                    </a:cubicBezTo>
                    <a:cubicBezTo>
                      <a:pt x="70" y="67"/>
                      <a:pt x="70" y="67"/>
                      <a:pt x="70" y="67"/>
                    </a:cubicBezTo>
                    <a:cubicBezTo>
                      <a:pt x="70" y="63"/>
                      <a:pt x="70" y="63"/>
                      <a:pt x="70" y="63"/>
                    </a:cubicBezTo>
                    <a:cubicBezTo>
                      <a:pt x="106" y="23"/>
                      <a:pt x="106" y="23"/>
                      <a:pt x="106" y="23"/>
                    </a:cubicBezTo>
                    <a:cubicBezTo>
                      <a:pt x="127" y="0"/>
                      <a:pt x="127" y="0"/>
                      <a:pt x="127" y="0"/>
                    </a:cubicBezTo>
                    <a:cubicBezTo>
                      <a:pt x="96" y="0"/>
                      <a:pt x="96" y="0"/>
                      <a:pt x="96" y="0"/>
                    </a:cubicBezTo>
                    <a:cubicBezTo>
                      <a:pt x="0" y="0"/>
                      <a:pt x="0" y="0"/>
                      <a:pt x="0" y="0"/>
                    </a:cubicBezTo>
                    <a:lnTo>
                      <a:pt x="57"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17" name="Freeform 76"/>
              <p:cNvSpPr>
                <a:spLocks/>
              </p:cNvSpPr>
              <p:nvPr/>
            </p:nvSpPr>
            <p:spPr bwMode="auto">
              <a:xfrm>
                <a:off x="-2576513" y="8853488"/>
                <a:ext cx="539750" cy="142875"/>
              </a:xfrm>
              <a:custGeom>
                <a:avLst/>
                <a:gdLst>
                  <a:gd name="T0" fmla="*/ 222 w 340"/>
                  <a:gd name="T1" fmla="*/ 45 h 90"/>
                  <a:gd name="T2" fmla="*/ 118 w 340"/>
                  <a:gd name="T3" fmla="*/ 45 h 90"/>
                  <a:gd name="T4" fmla="*/ 118 w 340"/>
                  <a:gd name="T5" fmla="*/ 0 h 90"/>
                  <a:gd name="T6" fmla="*/ 0 w 340"/>
                  <a:gd name="T7" fmla="*/ 0 h 90"/>
                  <a:gd name="T8" fmla="*/ 0 w 340"/>
                  <a:gd name="T9" fmla="*/ 90 h 90"/>
                  <a:gd name="T10" fmla="*/ 340 w 340"/>
                  <a:gd name="T11" fmla="*/ 90 h 90"/>
                  <a:gd name="T12" fmla="*/ 340 w 340"/>
                  <a:gd name="T13" fmla="*/ 0 h 90"/>
                  <a:gd name="T14" fmla="*/ 222 w 340"/>
                  <a:gd name="T15" fmla="*/ 0 h 90"/>
                  <a:gd name="T16" fmla="*/ 222 w 340"/>
                  <a:gd name="T17"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0" h="90">
                    <a:moveTo>
                      <a:pt x="222" y="45"/>
                    </a:moveTo>
                    <a:lnTo>
                      <a:pt x="118" y="45"/>
                    </a:lnTo>
                    <a:lnTo>
                      <a:pt x="118" y="0"/>
                    </a:lnTo>
                    <a:lnTo>
                      <a:pt x="0" y="0"/>
                    </a:lnTo>
                    <a:lnTo>
                      <a:pt x="0" y="90"/>
                    </a:lnTo>
                    <a:lnTo>
                      <a:pt x="340" y="90"/>
                    </a:lnTo>
                    <a:lnTo>
                      <a:pt x="340" y="0"/>
                    </a:lnTo>
                    <a:lnTo>
                      <a:pt x="222" y="0"/>
                    </a:lnTo>
                    <a:lnTo>
                      <a:pt x="222"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18" name="Rectangle 77"/>
              <p:cNvSpPr>
                <a:spLocks noChangeArrowheads="1"/>
              </p:cNvSpPr>
              <p:nvPr/>
            </p:nvSpPr>
            <p:spPr bwMode="auto">
              <a:xfrm>
                <a:off x="-2359025" y="8853488"/>
                <a:ext cx="104775" cy="41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19" name="Freeform 78"/>
              <p:cNvSpPr>
                <a:spLocks noEditPoints="1"/>
              </p:cNvSpPr>
              <p:nvPr/>
            </p:nvSpPr>
            <p:spPr bwMode="auto">
              <a:xfrm>
                <a:off x="-2576513" y="8537575"/>
                <a:ext cx="539750" cy="285750"/>
              </a:xfrm>
              <a:custGeom>
                <a:avLst/>
                <a:gdLst>
                  <a:gd name="T0" fmla="*/ 253 w 340"/>
                  <a:gd name="T1" fmla="*/ 0 h 180"/>
                  <a:gd name="T2" fmla="*/ 170 w 340"/>
                  <a:gd name="T3" fmla="*/ 0 h 180"/>
                  <a:gd name="T4" fmla="*/ 170 w 340"/>
                  <a:gd name="T5" fmla="*/ 31 h 180"/>
                  <a:gd name="T6" fmla="*/ 224 w 340"/>
                  <a:gd name="T7" fmla="*/ 31 h 180"/>
                  <a:gd name="T8" fmla="*/ 224 w 340"/>
                  <a:gd name="T9" fmla="*/ 67 h 180"/>
                  <a:gd name="T10" fmla="*/ 170 w 340"/>
                  <a:gd name="T11" fmla="*/ 67 h 180"/>
                  <a:gd name="T12" fmla="*/ 170 w 340"/>
                  <a:gd name="T13" fmla="*/ 180 h 180"/>
                  <a:gd name="T14" fmla="*/ 222 w 340"/>
                  <a:gd name="T15" fmla="*/ 180 h 180"/>
                  <a:gd name="T16" fmla="*/ 340 w 340"/>
                  <a:gd name="T17" fmla="*/ 180 h 180"/>
                  <a:gd name="T18" fmla="*/ 340 w 340"/>
                  <a:gd name="T19" fmla="*/ 67 h 180"/>
                  <a:gd name="T20" fmla="*/ 253 w 340"/>
                  <a:gd name="T21" fmla="*/ 67 h 180"/>
                  <a:gd name="T22" fmla="*/ 253 w 340"/>
                  <a:gd name="T23" fmla="*/ 0 h 180"/>
                  <a:gd name="T24" fmla="*/ 170 w 340"/>
                  <a:gd name="T25" fmla="*/ 0 h 180"/>
                  <a:gd name="T26" fmla="*/ 87 w 340"/>
                  <a:gd name="T27" fmla="*/ 0 h 180"/>
                  <a:gd name="T28" fmla="*/ 87 w 340"/>
                  <a:gd name="T29" fmla="*/ 67 h 180"/>
                  <a:gd name="T30" fmla="*/ 0 w 340"/>
                  <a:gd name="T31" fmla="*/ 67 h 180"/>
                  <a:gd name="T32" fmla="*/ 0 w 340"/>
                  <a:gd name="T33" fmla="*/ 180 h 180"/>
                  <a:gd name="T34" fmla="*/ 118 w 340"/>
                  <a:gd name="T35" fmla="*/ 180 h 180"/>
                  <a:gd name="T36" fmla="*/ 170 w 340"/>
                  <a:gd name="T37" fmla="*/ 180 h 180"/>
                  <a:gd name="T38" fmla="*/ 170 w 340"/>
                  <a:gd name="T39" fmla="*/ 67 h 180"/>
                  <a:gd name="T40" fmla="*/ 116 w 340"/>
                  <a:gd name="T41" fmla="*/ 67 h 180"/>
                  <a:gd name="T42" fmla="*/ 116 w 340"/>
                  <a:gd name="T43" fmla="*/ 67 h 180"/>
                  <a:gd name="T44" fmla="*/ 116 w 340"/>
                  <a:gd name="T45" fmla="*/ 31 h 180"/>
                  <a:gd name="T46" fmla="*/ 170 w 340"/>
                  <a:gd name="T47" fmla="*/ 31 h 180"/>
                  <a:gd name="T48" fmla="*/ 170 w 340"/>
                  <a:gd name="T49"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0" h="180">
                    <a:moveTo>
                      <a:pt x="253" y="0"/>
                    </a:moveTo>
                    <a:lnTo>
                      <a:pt x="170" y="0"/>
                    </a:lnTo>
                    <a:lnTo>
                      <a:pt x="170" y="31"/>
                    </a:lnTo>
                    <a:lnTo>
                      <a:pt x="224" y="31"/>
                    </a:lnTo>
                    <a:lnTo>
                      <a:pt x="224" y="67"/>
                    </a:lnTo>
                    <a:lnTo>
                      <a:pt x="170" y="67"/>
                    </a:lnTo>
                    <a:lnTo>
                      <a:pt x="170" y="180"/>
                    </a:lnTo>
                    <a:lnTo>
                      <a:pt x="222" y="180"/>
                    </a:lnTo>
                    <a:lnTo>
                      <a:pt x="340" y="180"/>
                    </a:lnTo>
                    <a:lnTo>
                      <a:pt x="340" y="67"/>
                    </a:lnTo>
                    <a:lnTo>
                      <a:pt x="253" y="67"/>
                    </a:lnTo>
                    <a:lnTo>
                      <a:pt x="253" y="0"/>
                    </a:lnTo>
                    <a:close/>
                    <a:moveTo>
                      <a:pt x="170" y="0"/>
                    </a:moveTo>
                    <a:lnTo>
                      <a:pt x="87" y="0"/>
                    </a:lnTo>
                    <a:lnTo>
                      <a:pt x="87" y="67"/>
                    </a:lnTo>
                    <a:lnTo>
                      <a:pt x="0" y="67"/>
                    </a:lnTo>
                    <a:lnTo>
                      <a:pt x="0" y="180"/>
                    </a:lnTo>
                    <a:lnTo>
                      <a:pt x="118" y="180"/>
                    </a:lnTo>
                    <a:lnTo>
                      <a:pt x="170" y="180"/>
                    </a:lnTo>
                    <a:lnTo>
                      <a:pt x="170" y="67"/>
                    </a:lnTo>
                    <a:lnTo>
                      <a:pt x="116" y="67"/>
                    </a:lnTo>
                    <a:lnTo>
                      <a:pt x="116" y="67"/>
                    </a:lnTo>
                    <a:lnTo>
                      <a:pt x="116" y="31"/>
                    </a:lnTo>
                    <a:lnTo>
                      <a:pt x="170" y="31"/>
                    </a:lnTo>
                    <a:lnTo>
                      <a:pt x="1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20" name="Freeform 79"/>
              <p:cNvSpPr>
                <a:spLocks/>
              </p:cNvSpPr>
              <p:nvPr/>
            </p:nvSpPr>
            <p:spPr bwMode="auto">
              <a:xfrm>
                <a:off x="-6281738" y="1944688"/>
                <a:ext cx="393700" cy="349250"/>
              </a:xfrm>
              <a:custGeom>
                <a:avLst/>
                <a:gdLst>
                  <a:gd name="T0" fmla="*/ 0 w 248"/>
                  <a:gd name="T1" fmla="*/ 88 h 220"/>
                  <a:gd name="T2" fmla="*/ 0 w 248"/>
                  <a:gd name="T3" fmla="*/ 189 h 220"/>
                  <a:gd name="T4" fmla="*/ 5 w 248"/>
                  <a:gd name="T5" fmla="*/ 189 h 220"/>
                  <a:gd name="T6" fmla="*/ 40 w 248"/>
                  <a:gd name="T7" fmla="*/ 189 h 220"/>
                  <a:gd name="T8" fmla="*/ 50 w 248"/>
                  <a:gd name="T9" fmla="*/ 189 h 220"/>
                  <a:gd name="T10" fmla="*/ 50 w 248"/>
                  <a:gd name="T11" fmla="*/ 199 h 220"/>
                  <a:gd name="T12" fmla="*/ 50 w 248"/>
                  <a:gd name="T13" fmla="*/ 220 h 220"/>
                  <a:gd name="T14" fmla="*/ 64 w 248"/>
                  <a:gd name="T15" fmla="*/ 220 h 220"/>
                  <a:gd name="T16" fmla="*/ 64 w 248"/>
                  <a:gd name="T17" fmla="*/ 199 h 220"/>
                  <a:gd name="T18" fmla="*/ 64 w 248"/>
                  <a:gd name="T19" fmla="*/ 189 h 220"/>
                  <a:gd name="T20" fmla="*/ 73 w 248"/>
                  <a:gd name="T21" fmla="*/ 189 h 220"/>
                  <a:gd name="T22" fmla="*/ 109 w 248"/>
                  <a:gd name="T23" fmla="*/ 189 h 220"/>
                  <a:gd name="T24" fmla="*/ 118 w 248"/>
                  <a:gd name="T25" fmla="*/ 189 h 220"/>
                  <a:gd name="T26" fmla="*/ 118 w 248"/>
                  <a:gd name="T27" fmla="*/ 199 h 220"/>
                  <a:gd name="T28" fmla="*/ 118 w 248"/>
                  <a:gd name="T29" fmla="*/ 220 h 220"/>
                  <a:gd name="T30" fmla="*/ 130 w 248"/>
                  <a:gd name="T31" fmla="*/ 220 h 220"/>
                  <a:gd name="T32" fmla="*/ 130 w 248"/>
                  <a:gd name="T33" fmla="*/ 199 h 220"/>
                  <a:gd name="T34" fmla="*/ 130 w 248"/>
                  <a:gd name="T35" fmla="*/ 189 h 220"/>
                  <a:gd name="T36" fmla="*/ 139 w 248"/>
                  <a:gd name="T37" fmla="*/ 189 h 220"/>
                  <a:gd name="T38" fmla="*/ 175 w 248"/>
                  <a:gd name="T39" fmla="*/ 189 h 220"/>
                  <a:gd name="T40" fmla="*/ 184 w 248"/>
                  <a:gd name="T41" fmla="*/ 189 h 220"/>
                  <a:gd name="T42" fmla="*/ 184 w 248"/>
                  <a:gd name="T43" fmla="*/ 199 h 220"/>
                  <a:gd name="T44" fmla="*/ 184 w 248"/>
                  <a:gd name="T45" fmla="*/ 220 h 220"/>
                  <a:gd name="T46" fmla="*/ 199 w 248"/>
                  <a:gd name="T47" fmla="*/ 220 h 220"/>
                  <a:gd name="T48" fmla="*/ 199 w 248"/>
                  <a:gd name="T49" fmla="*/ 199 h 220"/>
                  <a:gd name="T50" fmla="*/ 199 w 248"/>
                  <a:gd name="T51" fmla="*/ 189 h 220"/>
                  <a:gd name="T52" fmla="*/ 208 w 248"/>
                  <a:gd name="T53" fmla="*/ 189 h 220"/>
                  <a:gd name="T54" fmla="*/ 241 w 248"/>
                  <a:gd name="T55" fmla="*/ 189 h 220"/>
                  <a:gd name="T56" fmla="*/ 248 w 248"/>
                  <a:gd name="T57" fmla="*/ 189 h 220"/>
                  <a:gd name="T58" fmla="*/ 248 w 248"/>
                  <a:gd name="T59" fmla="*/ 88 h 220"/>
                  <a:gd name="T60" fmla="*/ 232 w 248"/>
                  <a:gd name="T61" fmla="*/ 88 h 220"/>
                  <a:gd name="T62" fmla="*/ 232 w 248"/>
                  <a:gd name="T63" fmla="*/ 109 h 220"/>
                  <a:gd name="T64" fmla="*/ 208 w 248"/>
                  <a:gd name="T65" fmla="*/ 109 h 220"/>
                  <a:gd name="T66" fmla="*/ 208 w 248"/>
                  <a:gd name="T67" fmla="*/ 88 h 220"/>
                  <a:gd name="T68" fmla="*/ 184 w 248"/>
                  <a:gd name="T69" fmla="*/ 88 h 220"/>
                  <a:gd name="T70" fmla="*/ 184 w 248"/>
                  <a:gd name="T71" fmla="*/ 109 h 220"/>
                  <a:gd name="T72" fmla="*/ 161 w 248"/>
                  <a:gd name="T73" fmla="*/ 109 h 220"/>
                  <a:gd name="T74" fmla="*/ 161 w 248"/>
                  <a:gd name="T75" fmla="*/ 88 h 220"/>
                  <a:gd name="T76" fmla="*/ 139 w 248"/>
                  <a:gd name="T77" fmla="*/ 88 h 220"/>
                  <a:gd name="T78" fmla="*/ 139 w 248"/>
                  <a:gd name="T79" fmla="*/ 0 h 220"/>
                  <a:gd name="T80" fmla="*/ 109 w 248"/>
                  <a:gd name="T81" fmla="*/ 0 h 220"/>
                  <a:gd name="T82" fmla="*/ 109 w 248"/>
                  <a:gd name="T83" fmla="*/ 88 h 220"/>
                  <a:gd name="T84" fmla="*/ 87 w 248"/>
                  <a:gd name="T85" fmla="*/ 88 h 220"/>
                  <a:gd name="T86" fmla="*/ 87 w 248"/>
                  <a:gd name="T87" fmla="*/ 109 h 220"/>
                  <a:gd name="T88" fmla="*/ 64 w 248"/>
                  <a:gd name="T89" fmla="*/ 109 h 220"/>
                  <a:gd name="T90" fmla="*/ 64 w 248"/>
                  <a:gd name="T91" fmla="*/ 88 h 220"/>
                  <a:gd name="T92" fmla="*/ 40 w 248"/>
                  <a:gd name="T93" fmla="*/ 88 h 220"/>
                  <a:gd name="T94" fmla="*/ 40 w 248"/>
                  <a:gd name="T95" fmla="*/ 109 h 220"/>
                  <a:gd name="T96" fmla="*/ 16 w 248"/>
                  <a:gd name="T97" fmla="*/ 109 h 220"/>
                  <a:gd name="T98" fmla="*/ 16 w 248"/>
                  <a:gd name="T99" fmla="*/ 88 h 220"/>
                  <a:gd name="T100" fmla="*/ 0 w 248"/>
                  <a:gd name="T101" fmla="*/ 8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8" h="220">
                    <a:moveTo>
                      <a:pt x="0" y="88"/>
                    </a:moveTo>
                    <a:lnTo>
                      <a:pt x="0" y="189"/>
                    </a:lnTo>
                    <a:lnTo>
                      <a:pt x="5" y="189"/>
                    </a:lnTo>
                    <a:lnTo>
                      <a:pt x="40" y="189"/>
                    </a:lnTo>
                    <a:lnTo>
                      <a:pt x="50" y="189"/>
                    </a:lnTo>
                    <a:lnTo>
                      <a:pt x="50" y="199"/>
                    </a:lnTo>
                    <a:lnTo>
                      <a:pt x="50" y="220"/>
                    </a:lnTo>
                    <a:lnTo>
                      <a:pt x="64" y="220"/>
                    </a:lnTo>
                    <a:lnTo>
                      <a:pt x="64" y="199"/>
                    </a:lnTo>
                    <a:lnTo>
                      <a:pt x="64" y="189"/>
                    </a:lnTo>
                    <a:lnTo>
                      <a:pt x="73" y="189"/>
                    </a:lnTo>
                    <a:lnTo>
                      <a:pt x="109" y="189"/>
                    </a:lnTo>
                    <a:lnTo>
                      <a:pt x="118" y="189"/>
                    </a:lnTo>
                    <a:lnTo>
                      <a:pt x="118" y="199"/>
                    </a:lnTo>
                    <a:lnTo>
                      <a:pt x="118" y="220"/>
                    </a:lnTo>
                    <a:lnTo>
                      <a:pt x="130" y="220"/>
                    </a:lnTo>
                    <a:lnTo>
                      <a:pt x="130" y="199"/>
                    </a:lnTo>
                    <a:lnTo>
                      <a:pt x="130" y="189"/>
                    </a:lnTo>
                    <a:lnTo>
                      <a:pt x="139" y="189"/>
                    </a:lnTo>
                    <a:lnTo>
                      <a:pt x="175" y="189"/>
                    </a:lnTo>
                    <a:lnTo>
                      <a:pt x="184" y="189"/>
                    </a:lnTo>
                    <a:lnTo>
                      <a:pt x="184" y="199"/>
                    </a:lnTo>
                    <a:lnTo>
                      <a:pt x="184" y="220"/>
                    </a:lnTo>
                    <a:lnTo>
                      <a:pt x="199" y="220"/>
                    </a:lnTo>
                    <a:lnTo>
                      <a:pt x="199" y="199"/>
                    </a:lnTo>
                    <a:lnTo>
                      <a:pt x="199" y="189"/>
                    </a:lnTo>
                    <a:lnTo>
                      <a:pt x="208" y="189"/>
                    </a:lnTo>
                    <a:lnTo>
                      <a:pt x="241" y="189"/>
                    </a:lnTo>
                    <a:lnTo>
                      <a:pt x="248" y="189"/>
                    </a:lnTo>
                    <a:lnTo>
                      <a:pt x="248" y="88"/>
                    </a:lnTo>
                    <a:lnTo>
                      <a:pt x="232" y="88"/>
                    </a:lnTo>
                    <a:lnTo>
                      <a:pt x="232" y="109"/>
                    </a:lnTo>
                    <a:lnTo>
                      <a:pt x="208" y="109"/>
                    </a:lnTo>
                    <a:lnTo>
                      <a:pt x="208" y="88"/>
                    </a:lnTo>
                    <a:lnTo>
                      <a:pt x="184" y="88"/>
                    </a:lnTo>
                    <a:lnTo>
                      <a:pt x="184" y="109"/>
                    </a:lnTo>
                    <a:lnTo>
                      <a:pt x="161" y="109"/>
                    </a:lnTo>
                    <a:lnTo>
                      <a:pt x="161" y="88"/>
                    </a:lnTo>
                    <a:lnTo>
                      <a:pt x="139" y="88"/>
                    </a:lnTo>
                    <a:lnTo>
                      <a:pt x="139" y="0"/>
                    </a:lnTo>
                    <a:lnTo>
                      <a:pt x="109" y="0"/>
                    </a:lnTo>
                    <a:lnTo>
                      <a:pt x="109" y="88"/>
                    </a:lnTo>
                    <a:lnTo>
                      <a:pt x="87" y="88"/>
                    </a:lnTo>
                    <a:lnTo>
                      <a:pt x="87" y="109"/>
                    </a:lnTo>
                    <a:lnTo>
                      <a:pt x="64" y="109"/>
                    </a:lnTo>
                    <a:lnTo>
                      <a:pt x="64" y="88"/>
                    </a:lnTo>
                    <a:lnTo>
                      <a:pt x="40" y="88"/>
                    </a:lnTo>
                    <a:lnTo>
                      <a:pt x="40" y="109"/>
                    </a:lnTo>
                    <a:lnTo>
                      <a:pt x="16" y="109"/>
                    </a:lnTo>
                    <a:lnTo>
                      <a:pt x="16" y="88"/>
                    </a:ln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21" name="Freeform 80"/>
              <p:cNvSpPr>
                <a:spLocks/>
              </p:cNvSpPr>
              <p:nvPr/>
            </p:nvSpPr>
            <p:spPr bwMode="auto">
              <a:xfrm>
                <a:off x="-6361113" y="2260600"/>
                <a:ext cx="552450" cy="285750"/>
              </a:xfrm>
              <a:custGeom>
                <a:avLst/>
                <a:gdLst>
                  <a:gd name="T0" fmla="*/ 348 w 348"/>
                  <a:gd name="T1" fmla="*/ 0 h 180"/>
                  <a:gd name="T2" fmla="*/ 324 w 348"/>
                  <a:gd name="T3" fmla="*/ 0 h 180"/>
                  <a:gd name="T4" fmla="*/ 324 w 348"/>
                  <a:gd name="T5" fmla="*/ 31 h 180"/>
                  <a:gd name="T6" fmla="*/ 298 w 348"/>
                  <a:gd name="T7" fmla="*/ 31 h 180"/>
                  <a:gd name="T8" fmla="*/ 291 w 348"/>
                  <a:gd name="T9" fmla="*/ 31 h 180"/>
                  <a:gd name="T10" fmla="*/ 291 w 348"/>
                  <a:gd name="T11" fmla="*/ 0 h 180"/>
                  <a:gd name="T12" fmla="*/ 258 w 348"/>
                  <a:gd name="T13" fmla="*/ 0 h 180"/>
                  <a:gd name="T14" fmla="*/ 258 w 348"/>
                  <a:gd name="T15" fmla="*/ 31 h 180"/>
                  <a:gd name="T16" fmla="*/ 225 w 348"/>
                  <a:gd name="T17" fmla="*/ 31 h 180"/>
                  <a:gd name="T18" fmla="*/ 225 w 348"/>
                  <a:gd name="T19" fmla="*/ 0 h 180"/>
                  <a:gd name="T20" fmla="*/ 189 w 348"/>
                  <a:gd name="T21" fmla="*/ 0 h 180"/>
                  <a:gd name="T22" fmla="*/ 189 w 348"/>
                  <a:gd name="T23" fmla="*/ 31 h 180"/>
                  <a:gd name="T24" fmla="*/ 159 w 348"/>
                  <a:gd name="T25" fmla="*/ 31 h 180"/>
                  <a:gd name="T26" fmla="*/ 159 w 348"/>
                  <a:gd name="T27" fmla="*/ 0 h 180"/>
                  <a:gd name="T28" fmla="*/ 123 w 348"/>
                  <a:gd name="T29" fmla="*/ 0 h 180"/>
                  <a:gd name="T30" fmla="*/ 123 w 348"/>
                  <a:gd name="T31" fmla="*/ 31 h 180"/>
                  <a:gd name="T32" fmla="*/ 90 w 348"/>
                  <a:gd name="T33" fmla="*/ 31 h 180"/>
                  <a:gd name="T34" fmla="*/ 90 w 348"/>
                  <a:gd name="T35" fmla="*/ 0 h 180"/>
                  <a:gd name="T36" fmla="*/ 55 w 348"/>
                  <a:gd name="T37" fmla="*/ 0 h 180"/>
                  <a:gd name="T38" fmla="*/ 55 w 348"/>
                  <a:gd name="T39" fmla="*/ 31 h 180"/>
                  <a:gd name="T40" fmla="*/ 50 w 348"/>
                  <a:gd name="T41" fmla="*/ 31 h 180"/>
                  <a:gd name="T42" fmla="*/ 24 w 348"/>
                  <a:gd name="T43" fmla="*/ 31 h 180"/>
                  <a:gd name="T44" fmla="*/ 24 w 348"/>
                  <a:gd name="T45" fmla="*/ 0 h 180"/>
                  <a:gd name="T46" fmla="*/ 0 w 348"/>
                  <a:gd name="T47" fmla="*/ 0 h 180"/>
                  <a:gd name="T48" fmla="*/ 0 w 348"/>
                  <a:gd name="T49" fmla="*/ 180 h 180"/>
                  <a:gd name="T50" fmla="*/ 133 w 348"/>
                  <a:gd name="T51" fmla="*/ 180 h 180"/>
                  <a:gd name="T52" fmla="*/ 133 w 348"/>
                  <a:gd name="T53" fmla="*/ 109 h 180"/>
                  <a:gd name="T54" fmla="*/ 225 w 348"/>
                  <a:gd name="T55" fmla="*/ 109 h 180"/>
                  <a:gd name="T56" fmla="*/ 225 w 348"/>
                  <a:gd name="T57" fmla="*/ 180 h 180"/>
                  <a:gd name="T58" fmla="*/ 348 w 348"/>
                  <a:gd name="T59" fmla="*/ 180 h 180"/>
                  <a:gd name="T60" fmla="*/ 348 w 348"/>
                  <a:gd name="T6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8" h="180">
                    <a:moveTo>
                      <a:pt x="348" y="0"/>
                    </a:moveTo>
                    <a:lnTo>
                      <a:pt x="324" y="0"/>
                    </a:lnTo>
                    <a:lnTo>
                      <a:pt x="324" y="31"/>
                    </a:lnTo>
                    <a:lnTo>
                      <a:pt x="298" y="31"/>
                    </a:lnTo>
                    <a:lnTo>
                      <a:pt x="291" y="31"/>
                    </a:lnTo>
                    <a:lnTo>
                      <a:pt x="291" y="0"/>
                    </a:lnTo>
                    <a:lnTo>
                      <a:pt x="258" y="0"/>
                    </a:lnTo>
                    <a:lnTo>
                      <a:pt x="258" y="31"/>
                    </a:lnTo>
                    <a:lnTo>
                      <a:pt x="225" y="31"/>
                    </a:lnTo>
                    <a:lnTo>
                      <a:pt x="225" y="0"/>
                    </a:lnTo>
                    <a:lnTo>
                      <a:pt x="189" y="0"/>
                    </a:lnTo>
                    <a:lnTo>
                      <a:pt x="189" y="31"/>
                    </a:lnTo>
                    <a:lnTo>
                      <a:pt x="159" y="31"/>
                    </a:lnTo>
                    <a:lnTo>
                      <a:pt x="159" y="0"/>
                    </a:lnTo>
                    <a:lnTo>
                      <a:pt x="123" y="0"/>
                    </a:lnTo>
                    <a:lnTo>
                      <a:pt x="123" y="31"/>
                    </a:lnTo>
                    <a:lnTo>
                      <a:pt x="90" y="31"/>
                    </a:lnTo>
                    <a:lnTo>
                      <a:pt x="90" y="0"/>
                    </a:lnTo>
                    <a:lnTo>
                      <a:pt x="55" y="0"/>
                    </a:lnTo>
                    <a:lnTo>
                      <a:pt x="55" y="31"/>
                    </a:lnTo>
                    <a:lnTo>
                      <a:pt x="50" y="31"/>
                    </a:lnTo>
                    <a:lnTo>
                      <a:pt x="24" y="31"/>
                    </a:lnTo>
                    <a:lnTo>
                      <a:pt x="24" y="0"/>
                    </a:lnTo>
                    <a:lnTo>
                      <a:pt x="0" y="0"/>
                    </a:lnTo>
                    <a:lnTo>
                      <a:pt x="0" y="180"/>
                    </a:lnTo>
                    <a:lnTo>
                      <a:pt x="133" y="180"/>
                    </a:lnTo>
                    <a:lnTo>
                      <a:pt x="133" y="109"/>
                    </a:lnTo>
                    <a:lnTo>
                      <a:pt x="225" y="109"/>
                    </a:lnTo>
                    <a:lnTo>
                      <a:pt x="225" y="180"/>
                    </a:lnTo>
                    <a:lnTo>
                      <a:pt x="348" y="180"/>
                    </a:lnTo>
                    <a:lnTo>
                      <a:pt x="3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22" name="Freeform 81"/>
              <p:cNvSpPr>
                <a:spLocks/>
              </p:cNvSpPr>
              <p:nvPr/>
            </p:nvSpPr>
            <p:spPr bwMode="auto">
              <a:xfrm>
                <a:off x="-6034088" y="1955800"/>
                <a:ext cx="157163" cy="101600"/>
              </a:xfrm>
              <a:custGeom>
                <a:avLst/>
                <a:gdLst>
                  <a:gd name="T0" fmla="*/ 0 w 99"/>
                  <a:gd name="T1" fmla="*/ 0 h 64"/>
                  <a:gd name="T2" fmla="*/ 0 w 99"/>
                  <a:gd name="T3" fmla="*/ 64 h 64"/>
                  <a:gd name="T4" fmla="*/ 99 w 99"/>
                  <a:gd name="T5" fmla="*/ 33 h 64"/>
                  <a:gd name="T6" fmla="*/ 0 w 99"/>
                  <a:gd name="T7" fmla="*/ 0 h 64"/>
                </a:gdLst>
                <a:ahLst/>
                <a:cxnLst>
                  <a:cxn ang="0">
                    <a:pos x="T0" y="T1"/>
                  </a:cxn>
                  <a:cxn ang="0">
                    <a:pos x="T2" y="T3"/>
                  </a:cxn>
                  <a:cxn ang="0">
                    <a:pos x="T4" y="T5"/>
                  </a:cxn>
                  <a:cxn ang="0">
                    <a:pos x="T6" y="T7"/>
                  </a:cxn>
                </a:cxnLst>
                <a:rect l="0" t="0" r="r" b="b"/>
                <a:pathLst>
                  <a:path w="99" h="64">
                    <a:moveTo>
                      <a:pt x="0" y="0"/>
                    </a:moveTo>
                    <a:lnTo>
                      <a:pt x="0" y="64"/>
                    </a:lnTo>
                    <a:lnTo>
                      <a:pt x="99"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23" name="Freeform 82"/>
              <p:cNvSpPr>
                <a:spLocks/>
              </p:cNvSpPr>
              <p:nvPr/>
            </p:nvSpPr>
            <p:spPr bwMode="auto">
              <a:xfrm>
                <a:off x="-2108200" y="6784975"/>
                <a:ext cx="576263" cy="588963"/>
              </a:xfrm>
              <a:custGeom>
                <a:avLst/>
                <a:gdLst>
                  <a:gd name="T0" fmla="*/ 77 w 153"/>
                  <a:gd name="T1" fmla="*/ 0 h 157"/>
                  <a:gd name="T2" fmla="*/ 60 w 153"/>
                  <a:gd name="T3" fmla="*/ 34 h 157"/>
                  <a:gd name="T4" fmla="*/ 60 w 153"/>
                  <a:gd name="T5" fmla="*/ 58 h 157"/>
                  <a:gd name="T6" fmla="*/ 0 w 153"/>
                  <a:gd name="T7" fmla="*/ 83 h 157"/>
                  <a:gd name="T8" fmla="*/ 0 w 153"/>
                  <a:gd name="T9" fmla="*/ 100 h 157"/>
                  <a:gd name="T10" fmla="*/ 60 w 153"/>
                  <a:gd name="T11" fmla="*/ 88 h 157"/>
                  <a:gd name="T12" fmla="*/ 60 w 153"/>
                  <a:gd name="T13" fmla="*/ 122 h 157"/>
                  <a:gd name="T14" fmla="*/ 34 w 153"/>
                  <a:gd name="T15" fmla="*/ 140 h 157"/>
                  <a:gd name="T16" fmla="*/ 34 w 153"/>
                  <a:gd name="T17" fmla="*/ 157 h 157"/>
                  <a:gd name="T18" fmla="*/ 76 w 153"/>
                  <a:gd name="T19" fmla="*/ 142 h 157"/>
                  <a:gd name="T20" fmla="*/ 118 w 153"/>
                  <a:gd name="T21" fmla="*/ 157 h 157"/>
                  <a:gd name="T22" fmla="*/ 118 w 153"/>
                  <a:gd name="T23" fmla="*/ 140 h 157"/>
                  <a:gd name="T24" fmla="*/ 94 w 153"/>
                  <a:gd name="T25" fmla="*/ 122 h 157"/>
                  <a:gd name="T26" fmla="*/ 94 w 153"/>
                  <a:gd name="T27" fmla="*/ 88 h 157"/>
                  <a:gd name="T28" fmla="*/ 153 w 153"/>
                  <a:gd name="T29" fmla="*/ 100 h 157"/>
                  <a:gd name="T30" fmla="*/ 153 w 153"/>
                  <a:gd name="T31" fmla="*/ 83 h 157"/>
                  <a:gd name="T32" fmla="*/ 94 w 153"/>
                  <a:gd name="T33" fmla="*/ 58 h 157"/>
                  <a:gd name="T34" fmla="*/ 94 w 153"/>
                  <a:gd name="T35" fmla="*/ 34 h 157"/>
                  <a:gd name="T36" fmla="*/ 77 w 153"/>
                  <a:gd name="T3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3" h="157">
                    <a:moveTo>
                      <a:pt x="77" y="0"/>
                    </a:moveTo>
                    <a:cubicBezTo>
                      <a:pt x="67" y="0"/>
                      <a:pt x="60" y="24"/>
                      <a:pt x="60" y="34"/>
                    </a:cubicBezTo>
                    <a:cubicBezTo>
                      <a:pt x="60" y="58"/>
                      <a:pt x="60" y="58"/>
                      <a:pt x="60" y="58"/>
                    </a:cubicBezTo>
                    <a:cubicBezTo>
                      <a:pt x="0" y="83"/>
                      <a:pt x="0" y="83"/>
                      <a:pt x="0" y="83"/>
                    </a:cubicBezTo>
                    <a:cubicBezTo>
                      <a:pt x="0" y="100"/>
                      <a:pt x="0" y="100"/>
                      <a:pt x="0" y="100"/>
                    </a:cubicBezTo>
                    <a:cubicBezTo>
                      <a:pt x="60" y="88"/>
                      <a:pt x="60" y="88"/>
                      <a:pt x="60" y="88"/>
                    </a:cubicBezTo>
                    <a:cubicBezTo>
                      <a:pt x="60" y="122"/>
                      <a:pt x="60" y="122"/>
                      <a:pt x="60" y="122"/>
                    </a:cubicBezTo>
                    <a:cubicBezTo>
                      <a:pt x="34" y="140"/>
                      <a:pt x="34" y="140"/>
                      <a:pt x="34" y="140"/>
                    </a:cubicBezTo>
                    <a:cubicBezTo>
                      <a:pt x="34" y="157"/>
                      <a:pt x="34" y="157"/>
                      <a:pt x="34" y="157"/>
                    </a:cubicBezTo>
                    <a:cubicBezTo>
                      <a:pt x="76" y="142"/>
                      <a:pt x="76" y="142"/>
                      <a:pt x="76" y="142"/>
                    </a:cubicBezTo>
                    <a:cubicBezTo>
                      <a:pt x="118" y="157"/>
                      <a:pt x="118" y="157"/>
                      <a:pt x="118" y="157"/>
                    </a:cubicBezTo>
                    <a:cubicBezTo>
                      <a:pt x="118" y="140"/>
                      <a:pt x="118" y="140"/>
                      <a:pt x="118" y="140"/>
                    </a:cubicBezTo>
                    <a:cubicBezTo>
                      <a:pt x="94" y="122"/>
                      <a:pt x="94" y="122"/>
                      <a:pt x="94" y="122"/>
                    </a:cubicBezTo>
                    <a:cubicBezTo>
                      <a:pt x="94" y="88"/>
                      <a:pt x="94" y="88"/>
                      <a:pt x="94" y="88"/>
                    </a:cubicBezTo>
                    <a:cubicBezTo>
                      <a:pt x="153" y="100"/>
                      <a:pt x="153" y="100"/>
                      <a:pt x="153" y="100"/>
                    </a:cubicBezTo>
                    <a:cubicBezTo>
                      <a:pt x="153" y="83"/>
                      <a:pt x="153" y="83"/>
                      <a:pt x="153" y="83"/>
                    </a:cubicBezTo>
                    <a:cubicBezTo>
                      <a:pt x="94" y="58"/>
                      <a:pt x="94" y="58"/>
                      <a:pt x="94" y="58"/>
                    </a:cubicBezTo>
                    <a:cubicBezTo>
                      <a:pt x="94" y="34"/>
                      <a:pt x="94" y="34"/>
                      <a:pt x="94" y="34"/>
                    </a:cubicBezTo>
                    <a:cubicBezTo>
                      <a:pt x="94" y="24"/>
                      <a:pt x="86" y="0"/>
                      <a:pt x="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24" name="Freeform 83"/>
              <p:cNvSpPr>
                <a:spLocks/>
              </p:cNvSpPr>
              <p:nvPr/>
            </p:nvSpPr>
            <p:spPr bwMode="auto">
              <a:xfrm>
                <a:off x="-4557713" y="641350"/>
                <a:ext cx="571500" cy="150813"/>
              </a:xfrm>
              <a:custGeom>
                <a:avLst/>
                <a:gdLst>
                  <a:gd name="T0" fmla="*/ 50 w 360"/>
                  <a:gd name="T1" fmla="*/ 95 h 95"/>
                  <a:gd name="T2" fmla="*/ 57 w 360"/>
                  <a:gd name="T3" fmla="*/ 95 h 95"/>
                  <a:gd name="T4" fmla="*/ 303 w 360"/>
                  <a:gd name="T5" fmla="*/ 95 h 95"/>
                  <a:gd name="T6" fmla="*/ 308 w 360"/>
                  <a:gd name="T7" fmla="*/ 95 h 95"/>
                  <a:gd name="T8" fmla="*/ 360 w 360"/>
                  <a:gd name="T9" fmla="*/ 0 h 95"/>
                  <a:gd name="T10" fmla="*/ 358 w 360"/>
                  <a:gd name="T11" fmla="*/ 0 h 95"/>
                  <a:gd name="T12" fmla="*/ 306 w 360"/>
                  <a:gd name="T13" fmla="*/ 0 h 95"/>
                  <a:gd name="T14" fmla="*/ 263 w 360"/>
                  <a:gd name="T15" fmla="*/ 0 h 95"/>
                  <a:gd name="T16" fmla="*/ 97 w 360"/>
                  <a:gd name="T17" fmla="*/ 0 h 95"/>
                  <a:gd name="T18" fmla="*/ 55 w 360"/>
                  <a:gd name="T19" fmla="*/ 0 h 95"/>
                  <a:gd name="T20" fmla="*/ 0 w 360"/>
                  <a:gd name="T21" fmla="*/ 0 h 95"/>
                  <a:gd name="T22" fmla="*/ 50 w 360"/>
                  <a:gd name="T23"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0" h="95">
                    <a:moveTo>
                      <a:pt x="50" y="95"/>
                    </a:moveTo>
                    <a:lnTo>
                      <a:pt x="57" y="95"/>
                    </a:lnTo>
                    <a:lnTo>
                      <a:pt x="303" y="95"/>
                    </a:lnTo>
                    <a:lnTo>
                      <a:pt x="308" y="95"/>
                    </a:lnTo>
                    <a:lnTo>
                      <a:pt x="360" y="0"/>
                    </a:lnTo>
                    <a:lnTo>
                      <a:pt x="358" y="0"/>
                    </a:lnTo>
                    <a:lnTo>
                      <a:pt x="306" y="0"/>
                    </a:lnTo>
                    <a:lnTo>
                      <a:pt x="263" y="0"/>
                    </a:lnTo>
                    <a:lnTo>
                      <a:pt x="97" y="0"/>
                    </a:lnTo>
                    <a:lnTo>
                      <a:pt x="55" y="0"/>
                    </a:lnTo>
                    <a:lnTo>
                      <a:pt x="0" y="0"/>
                    </a:lnTo>
                    <a:lnTo>
                      <a:pt x="50"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25" name="Freeform 84"/>
              <p:cNvSpPr>
                <a:spLocks/>
              </p:cNvSpPr>
              <p:nvPr/>
            </p:nvSpPr>
            <p:spPr bwMode="auto">
              <a:xfrm>
                <a:off x="-4557713" y="676275"/>
                <a:ext cx="568325" cy="269875"/>
              </a:xfrm>
              <a:custGeom>
                <a:avLst/>
                <a:gdLst>
                  <a:gd name="T0" fmla="*/ 0 w 151"/>
                  <a:gd name="T1" fmla="*/ 72 h 72"/>
                  <a:gd name="T2" fmla="*/ 151 w 151"/>
                  <a:gd name="T3" fmla="*/ 72 h 72"/>
                  <a:gd name="T4" fmla="*/ 151 w 151"/>
                  <a:gd name="T5" fmla="*/ 0 h 72"/>
                  <a:gd name="T6" fmla="*/ 134 w 151"/>
                  <a:gd name="T7" fmla="*/ 33 h 72"/>
                  <a:gd name="T8" fmla="*/ 133 w 151"/>
                  <a:gd name="T9" fmla="*/ 36 h 72"/>
                  <a:gd name="T10" fmla="*/ 130 w 151"/>
                  <a:gd name="T11" fmla="*/ 36 h 72"/>
                  <a:gd name="T12" fmla="*/ 125 w 151"/>
                  <a:gd name="T13" fmla="*/ 36 h 72"/>
                  <a:gd name="T14" fmla="*/ 87 w 151"/>
                  <a:gd name="T15" fmla="*/ 36 h 72"/>
                  <a:gd name="T16" fmla="*/ 88 w 151"/>
                  <a:gd name="T17" fmla="*/ 37 h 72"/>
                  <a:gd name="T18" fmla="*/ 86 w 151"/>
                  <a:gd name="T19" fmla="*/ 44 h 72"/>
                  <a:gd name="T20" fmla="*/ 76 w 151"/>
                  <a:gd name="T21" fmla="*/ 49 h 72"/>
                  <a:gd name="T22" fmla="*/ 66 w 151"/>
                  <a:gd name="T23" fmla="*/ 44 h 72"/>
                  <a:gd name="T24" fmla="*/ 64 w 151"/>
                  <a:gd name="T25" fmla="*/ 37 h 72"/>
                  <a:gd name="T26" fmla="*/ 64 w 151"/>
                  <a:gd name="T27" fmla="*/ 36 h 72"/>
                  <a:gd name="T28" fmla="*/ 27 w 151"/>
                  <a:gd name="T29" fmla="*/ 36 h 72"/>
                  <a:gd name="T30" fmla="*/ 21 w 151"/>
                  <a:gd name="T31" fmla="*/ 36 h 72"/>
                  <a:gd name="T32" fmla="*/ 18 w 151"/>
                  <a:gd name="T33" fmla="*/ 36 h 72"/>
                  <a:gd name="T34" fmla="*/ 16 w 151"/>
                  <a:gd name="T35" fmla="*/ 33 h 72"/>
                  <a:gd name="T36" fmla="*/ 0 w 151"/>
                  <a:gd name="T37" fmla="*/ 0 h 72"/>
                  <a:gd name="T38" fmla="*/ 0 w 151"/>
                  <a:gd name="T39"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 h="72">
                    <a:moveTo>
                      <a:pt x="0" y="72"/>
                    </a:moveTo>
                    <a:cubicBezTo>
                      <a:pt x="151" y="72"/>
                      <a:pt x="151" y="72"/>
                      <a:pt x="151" y="72"/>
                    </a:cubicBezTo>
                    <a:cubicBezTo>
                      <a:pt x="151" y="0"/>
                      <a:pt x="151" y="0"/>
                      <a:pt x="151" y="0"/>
                    </a:cubicBezTo>
                    <a:cubicBezTo>
                      <a:pt x="134" y="33"/>
                      <a:pt x="134" y="33"/>
                      <a:pt x="134" y="33"/>
                    </a:cubicBezTo>
                    <a:cubicBezTo>
                      <a:pt x="133" y="36"/>
                      <a:pt x="133" y="36"/>
                      <a:pt x="133" y="36"/>
                    </a:cubicBezTo>
                    <a:cubicBezTo>
                      <a:pt x="130" y="36"/>
                      <a:pt x="130" y="36"/>
                      <a:pt x="130" y="36"/>
                    </a:cubicBezTo>
                    <a:cubicBezTo>
                      <a:pt x="125" y="36"/>
                      <a:pt x="125" y="36"/>
                      <a:pt x="125" y="36"/>
                    </a:cubicBezTo>
                    <a:cubicBezTo>
                      <a:pt x="87" y="36"/>
                      <a:pt x="87" y="36"/>
                      <a:pt x="87" y="36"/>
                    </a:cubicBezTo>
                    <a:cubicBezTo>
                      <a:pt x="88" y="36"/>
                      <a:pt x="88" y="37"/>
                      <a:pt x="88" y="37"/>
                    </a:cubicBezTo>
                    <a:cubicBezTo>
                      <a:pt x="88" y="40"/>
                      <a:pt x="87" y="42"/>
                      <a:pt x="86" y="44"/>
                    </a:cubicBezTo>
                    <a:cubicBezTo>
                      <a:pt x="84" y="47"/>
                      <a:pt x="80" y="49"/>
                      <a:pt x="76" y="49"/>
                    </a:cubicBezTo>
                    <a:cubicBezTo>
                      <a:pt x="72" y="49"/>
                      <a:pt x="68" y="47"/>
                      <a:pt x="66" y="44"/>
                    </a:cubicBezTo>
                    <a:cubicBezTo>
                      <a:pt x="65" y="42"/>
                      <a:pt x="64" y="40"/>
                      <a:pt x="64" y="37"/>
                    </a:cubicBezTo>
                    <a:cubicBezTo>
                      <a:pt x="64" y="37"/>
                      <a:pt x="64" y="36"/>
                      <a:pt x="64" y="36"/>
                    </a:cubicBezTo>
                    <a:cubicBezTo>
                      <a:pt x="27" y="36"/>
                      <a:pt x="27" y="36"/>
                      <a:pt x="27" y="36"/>
                    </a:cubicBezTo>
                    <a:cubicBezTo>
                      <a:pt x="21" y="36"/>
                      <a:pt x="21" y="36"/>
                      <a:pt x="21" y="36"/>
                    </a:cubicBezTo>
                    <a:cubicBezTo>
                      <a:pt x="18" y="36"/>
                      <a:pt x="18" y="36"/>
                      <a:pt x="18" y="36"/>
                    </a:cubicBezTo>
                    <a:cubicBezTo>
                      <a:pt x="16" y="33"/>
                      <a:pt x="16" y="33"/>
                      <a:pt x="16" y="33"/>
                    </a:cubicBezTo>
                    <a:cubicBezTo>
                      <a:pt x="0" y="0"/>
                      <a:pt x="0" y="0"/>
                      <a:pt x="0" y="0"/>
                    </a:cubicBezTo>
                    <a:lnTo>
                      <a:pt x="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26" name="Freeform 85"/>
              <p:cNvSpPr>
                <a:spLocks/>
              </p:cNvSpPr>
              <p:nvPr/>
            </p:nvSpPr>
            <p:spPr bwMode="auto">
              <a:xfrm>
                <a:off x="-4470400" y="439738"/>
                <a:ext cx="398463" cy="184150"/>
              </a:xfrm>
              <a:custGeom>
                <a:avLst/>
                <a:gdLst>
                  <a:gd name="T0" fmla="*/ 106 w 106"/>
                  <a:gd name="T1" fmla="*/ 49 h 49"/>
                  <a:gd name="T2" fmla="*/ 106 w 106"/>
                  <a:gd name="T3" fmla="*/ 21 h 49"/>
                  <a:gd name="T4" fmla="*/ 85 w 106"/>
                  <a:gd name="T5" fmla="*/ 0 h 49"/>
                  <a:gd name="T6" fmla="*/ 20 w 106"/>
                  <a:gd name="T7" fmla="*/ 0 h 49"/>
                  <a:gd name="T8" fmla="*/ 0 w 106"/>
                  <a:gd name="T9" fmla="*/ 21 h 49"/>
                  <a:gd name="T10" fmla="*/ 0 w 106"/>
                  <a:gd name="T11" fmla="*/ 49 h 49"/>
                  <a:gd name="T12" fmla="*/ 18 w 106"/>
                  <a:gd name="T13" fmla="*/ 49 h 49"/>
                  <a:gd name="T14" fmla="*/ 18 w 106"/>
                  <a:gd name="T15" fmla="*/ 21 h 49"/>
                  <a:gd name="T16" fmla="*/ 20 w 106"/>
                  <a:gd name="T17" fmla="*/ 18 h 49"/>
                  <a:gd name="T18" fmla="*/ 85 w 106"/>
                  <a:gd name="T19" fmla="*/ 18 h 49"/>
                  <a:gd name="T20" fmla="*/ 88 w 106"/>
                  <a:gd name="T21" fmla="*/ 21 h 49"/>
                  <a:gd name="T22" fmla="*/ 88 w 106"/>
                  <a:gd name="T23" fmla="*/ 49 h 49"/>
                  <a:gd name="T24" fmla="*/ 106 w 10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49">
                    <a:moveTo>
                      <a:pt x="106" y="49"/>
                    </a:moveTo>
                    <a:cubicBezTo>
                      <a:pt x="106" y="21"/>
                      <a:pt x="106" y="21"/>
                      <a:pt x="106" y="21"/>
                    </a:cubicBezTo>
                    <a:cubicBezTo>
                      <a:pt x="106" y="10"/>
                      <a:pt x="97" y="0"/>
                      <a:pt x="85" y="0"/>
                    </a:cubicBezTo>
                    <a:cubicBezTo>
                      <a:pt x="20" y="0"/>
                      <a:pt x="20" y="0"/>
                      <a:pt x="20" y="0"/>
                    </a:cubicBezTo>
                    <a:cubicBezTo>
                      <a:pt x="9" y="0"/>
                      <a:pt x="0" y="10"/>
                      <a:pt x="0" y="21"/>
                    </a:cubicBezTo>
                    <a:cubicBezTo>
                      <a:pt x="0" y="49"/>
                      <a:pt x="0" y="49"/>
                      <a:pt x="0" y="49"/>
                    </a:cubicBezTo>
                    <a:cubicBezTo>
                      <a:pt x="18" y="49"/>
                      <a:pt x="18" y="49"/>
                      <a:pt x="18" y="49"/>
                    </a:cubicBezTo>
                    <a:cubicBezTo>
                      <a:pt x="18" y="21"/>
                      <a:pt x="18" y="21"/>
                      <a:pt x="18" y="21"/>
                    </a:cubicBezTo>
                    <a:cubicBezTo>
                      <a:pt x="18" y="20"/>
                      <a:pt x="19" y="18"/>
                      <a:pt x="20" y="18"/>
                    </a:cubicBezTo>
                    <a:cubicBezTo>
                      <a:pt x="85" y="18"/>
                      <a:pt x="85" y="18"/>
                      <a:pt x="85" y="18"/>
                    </a:cubicBezTo>
                    <a:cubicBezTo>
                      <a:pt x="87" y="18"/>
                      <a:pt x="88" y="20"/>
                      <a:pt x="88" y="21"/>
                    </a:cubicBezTo>
                    <a:cubicBezTo>
                      <a:pt x="88" y="49"/>
                      <a:pt x="88" y="49"/>
                      <a:pt x="88" y="49"/>
                    </a:cubicBezTo>
                    <a:lnTo>
                      <a:pt x="10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27" name="Freeform 86"/>
              <p:cNvSpPr>
                <a:spLocks noEditPoints="1"/>
              </p:cNvSpPr>
              <p:nvPr/>
            </p:nvSpPr>
            <p:spPr bwMode="auto">
              <a:xfrm>
                <a:off x="-5534025" y="1603375"/>
                <a:ext cx="706438" cy="706438"/>
              </a:xfrm>
              <a:custGeom>
                <a:avLst/>
                <a:gdLst>
                  <a:gd name="T0" fmla="*/ 94 w 188"/>
                  <a:gd name="T1" fmla="*/ 188 h 188"/>
                  <a:gd name="T2" fmla="*/ 188 w 188"/>
                  <a:gd name="T3" fmla="*/ 94 h 188"/>
                  <a:gd name="T4" fmla="*/ 94 w 188"/>
                  <a:gd name="T5" fmla="*/ 0 h 188"/>
                  <a:gd name="T6" fmla="*/ 94 w 188"/>
                  <a:gd name="T7" fmla="*/ 67 h 188"/>
                  <a:gd name="T8" fmla="*/ 121 w 188"/>
                  <a:gd name="T9" fmla="*/ 94 h 188"/>
                  <a:gd name="T10" fmla="*/ 94 w 188"/>
                  <a:gd name="T11" fmla="*/ 121 h 188"/>
                  <a:gd name="T12" fmla="*/ 94 w 188"/>
                  <a:gd name="T13" fmla="*/ 188 h 188"/>
                  <a:gd name="T14" fmla="*/ 94 w 188"/>
                  <a:gd name="T15" fmla="*/ 0 h 188"/>
                  <a:gd name="T16" fmla="*/ 0 w 188"/>
                  <a:gd name="T17" fmla="*/ 94 h 188"/>
                  <a:gd name="T18" fmla="*/ 94 w 188"/>
                  <a:gd name="T19" fmla="*/ 188 h 188"/>
                  <a:gd name="T20" fmla="*/ 94 w 188"/>
                  <a:gd name="T21" fmla="*/ 188 h 188"/>
                  <a:gd name="T22" fmla="*/ 94 w 188"/>
                  <a:gd name="T23" fmla="*/ 121 h 188"/>
                  <a:gd name="T24" fmla="*/ 94 w 188"/>
                  <a:gd name="T25" fmla="*/ 121 h 188"/>
                  <a:gd name="T26" fmla="*/ 94 w 188"/>
                  <a:gd name="T27" fmla="*/ 121 h 188"/>
                  <a:gd name="T28" fmla="*/ 67 w 188"/>
                  <a:gd name="T29" fmla="*/ 94 h 188"/>
                  <a:gd name="T30" fmla="*/ 94 w 188"/>
                  <a:gd name="T31" fmla="*/ 67 h 188"/>
                  <a:gd name="T32" fmla="*/ 94 w 188"/>
                  <a:gd name="T33" fmla="*/ 67 h 188"/>
                  <a:gd name="T34" fmla="*/ 94 w 188"/>
                  <a:gd name="T3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8" h="188">
                    <a:moveTo>
                      <a:pt x="94" y="188"/>
                    </a:moveTo>
                    <a:cubicBezTo>
                      <a:pt x="146" y="188"/>
                      <a:pt x="188" y="146"/>
                      <a:pt x="188" y="94"/>
                    </a:cubicBezTo>
                    <a:cubicBezTo>
                      <a:pt x="188" y="42"/>
                      <a:pt x="146" y="0"/>
                      <a:pt x="94" y="0"/>
                    </a:cubicBezTo>
                    <a:cubicBezTo>
                      <a:pt x="94" y="67"/>
                      <a:pt x="94" y="67"/>
                      <a:pt x="94" y="67"/>
                    </a:cubicBezTo>
                    <a:cubicBezTo>
                      <a:pt x="109" y="67"/>
                      <a:pt x="121" y="79"/>
                      <a:pt x="121" y="94"/>
                    </a:cubicBezTo>
                    <a:cubicBezTo>
                      <a:pt x="121" y="109"/>
                      <a:pt x="109" y="121"/>
                      <a:pt x="94" y="121"/>
                    </a:cubicBezTo>
                    <a:lnTo>
                      <a:pt x="94" y="188"/>
                    </a:lnTo>
                    <a:close/>
                    <a:moveTo>
                      <a:pt x="94" y="0"/>
                    </a:moveTo>
                    <a:cubicBezTo>
                      <a:pt x="42" y="0"/>
                      <a:pt x="0" y="42"/>
                      <a:pt x="0" y="94"/>
                    </a:cubicBezTo>
                    <a:cubicBezTo>
                      <a:pt x="0" y="146"/>
                      <a:pt x="42" y="188"/>
                      <a:pt x="94" y="188"/>
                    </a:cubicBezTo>
                    <a:cubicBezTo>
                      <a:pt x="94" y="188"/>
                      <a:pt x="94" y="188"/>
                      <a:pt x="94" y="188"/>
                    </a:cubicBezTo>
                    <a:cubicBezTo>
                      <a:pt x="94" y="121"/>
                      <a:pt x="94" y="121"/>
                      <a:pt x="94" y="121"/>
                    </a:cubicBezTo>
                    <a:cubicBezTo>
                      <a:pt x="94" y="121"/>
                      <a:pt x="94" y="121"/>
                      <a:pt x="94" y="121"/>
                    </a:cubicBezTo>
                    <a:cubicBezTo>
                      <a:pt x="94" y="121"/>
                      <a:pt x="94" y="121"/>
                      <a:pt x="94" y="121"/>
                    </a:cubicBezTo>
                    <a:cubicBezTo>
                      <a:pt x="79" y="121"/>
                      <a:pt x="67" y="109"/>
                      <a:pt x="67" y="94"/>
                    </a:cubicBezTo>
                    <a:cubicBezTo>
                      <a:pt x="67" y="79"/>
                      <a:pt x="79" y="67"/>
                      <a:pt x="94" y="67"/>
                    </a:cubicBezTo>
                    <a:cubicBezTo>
                      <a:pt x="94" y="67"/>
                      <a:pt x="94" y="67"/>
                      <a:pt x="94" y="67"/>
                    </a:cubicBezTo>
                    <a:cubicBezTo>
                      <a:pt x="94" y="0"/>
                      <a:pt x="94"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28" name="Freeform 87"/>
              <p:cNvSpPr>
                <a:spLocks noEditPoints="1"/>
              </p:cNvSpPr>
              <p:nvPr/>
            </p:nvSpPr>
            <p:spPr bwMode="auto">
              <a:xfrm>
                <a:off x="-5264150" y="1873250"/>
                <a:ext cx="165100" cy="165100"/>
              </a:xfrm>
              <a:custGeom>
                <a:avLst/>
                <a:gdLst>
                  <a:gd name="T0" fmla="*/ 22 w 44"/>
                  <a:gd name="T1" fmla="*/ 44 h 44"/>
                  <a:gd name="T2" fmla="*/ 44 w 44"/>
                  <a:gd name="T3" fmla="*/ 22 h 44"/>
                  <a:gd name="T4" fmla="*/ 22 w 44"/>
                  <a:gd name="T5" fmla="*/ 0 h 44"/>
                  <a:gd name="T6" fmla="*/ 22 w 44"/>
                  <a:gd name="T7" fmla="*/ 6 h 44"/>
                  <a:gd name="T8" fmla="*/ 38 w 44"/>
                  <a:gd name="T9" fmla="*/ 22 h 44"/>
                  <a:gd name="T10" fmla="*/ 22 w 44"/>
                  <a:gd name="T11" fmla="*/ 37 h 44"/>
                  <a:gd name="T12" fmla="*/ 22 w 44"/>
                  <a:gd name="T13" fmla="*/ 44 h 44"/>
                  <a:gd name="T14" fmla="*/ 22 w 44"/>
                  <a:gd name="T15" fmla="*/ 0 h 44"/>
                  <a:gd name="T16" fmla="*/ 0 w 44"/>
                  <a:gd name="T17" fmla="*/ 22 h 44"/>
                  <a:gd name="T18" fmla="*/ 22 w 44"/>
                  <a:gd name="T19" fmla="*/ 44 h 44"/>
                  <a:gd name="T20" fmla="*/ 22 w 44"/>
                  <a:gd name="T21" fmla="*/ 44 h 44"/>
                  <a:gd name="T22" fmla="*/ 22 w 44"/>
                  <a:gd name="T23" fmla="*/ 37 h 44"/>
                  <a:gd name="T24" fmla="*/ 22 w 44"/>
                  <a:gd name="T25" fmla="*/ 37 h 44"/>
                  <a:gd name="T26" fmla="*/ 22 w 44"/>
                  <a:gd name="T27" fmla="*/ 37 h 44"/>
                  <a:gd name="T28" fmla="*/ 7 w 44"/>
                  <a:gd name="T29" fmla="*/ 22 h 44"/>
                  <a:gd name="T30" fmla="*/ 22 w 44"/>
                  <a:gd name="T31" fmla="*/ 6 h 44"/>
                  <a:gd name="T32" fmla="*/ 22 w 44"/>
                  <a:gd name="T33" fmla="*/ 6 h 44"/>
                  <a:gd name="T34" fmla="*/ 22 w 44"/>
                  <a:gd name="T3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44">
                    <a:moveTo>
                      <a:pt x="22" y="44"/>
                    </a:moveTo>
                    <a:cubicBezTo>
                      <a:pt x="34" y="44"/>
                      <a:pt x="44" y="34"/>
                      <a:pt x="44" y="22"/>
                    </a:cubicBezTo>
                    <a:cubicBezTo>
                      <a:pt x="44" y="10"/>
                      <a:pt x="34" y="0"/>
                      <a:pt x="22" y="0"/>
                    </a:cubicBezTo>
                    <a:cubicBezTo>
                      <a:pt x="22" y="6"/>
                      <a:pt x="22" y="6"/>
                      <a:pt x="22" y="6"/>
                    </a:cubicBezTo>
                    <a:cubicBezTo>
                      <a:pt x="31" y="6"/>
                      <a:pt x="38" y="13"/>
                      <a:pt x="38" y="22"/>
                    </a:cubicBezTo>
                    <a:cubicBezTo>
                      <a:pt x="38" y="30"/>
                      <a:pt x="31" y="37"/>
                      <a:pt x="22" y="37"/>
                    </a:cubicBezTo>
                    <a:lnTo>
                      <a:pt x="22" y="44"/>
                    </a:lnTo>
                    <a:close/>
                    <a:moveTo>
                      <a:pt x="22" y="0"/>
                    </a:moveTo>
                    <a:cubicBezTo>
                      <a:pt x="10" y="0"/>
                      <a:pt x="0" y="10"/>
                      <a:pt x="0" y="22"/>
                    </a:cubicBezTo>
                    <a:cubicBezTo>
                      <a:pt x="0" y="34"/>
                      <a:pt x="10" y="44"/>
                      <a:pt x="22" y="44"/>
                    </a:cubicBezTo>
                    <a:cubicBezTo>
                      <a:pt x="22" y="44"/>
                      <a:pt x="22" y="44"/>
                      <a:pt x="22" y="44"/>
                    </a:cubicBezTo>
                    <a:cubicBezTo>
                      <a:pt x="22" y="37"/>
                      <a:pt x="22" y="37"/>
                      <a:pt x="22" y="37"/>
                    </a:cubicBezTo>
                    <a:cubicBezTo>
                      <a:pt x="22" y="37"/>
                      <a:pt x="22" y="37"/>
                      <a:pt x="22" y="37"/>
                    </a:cubicBezTo>
                    <a:cubicBezTo>
                      <a:pt x="22" y="37"/>
                      <a:pt x="22" y="37"/>
                      <a:pt x="22" y="37"/>
                    </a:cubicBezTo>
                    <a:cubicBezTo>
                      <a:pt x="14" y="37"/>
                      <a:pt x="7" y="30"/>
                      <a:pt x="7" y="22"/>
                    </a:cubicBezTo>
                    <a:cubicBezTo>
                      <a:pt x="7" y="13"/>
                      <a:pt x="14" y="6"/>
                      <a:pt x="22" y="6"/>
                    </a:cubicBezTo>
                    <a:cubicBezTo>
                      <a:pt x="22" y="6"/>
                      <a:pt x="22" y="6"/>
                      <a:pt x="22" y="6"/>
                    </a:cubicBezTo>
                    <a:cubicBezTo>
                      <a:pt x="22" y="0"/>
                      <a:pt x="22"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29" name="Freeform 88"/>
              <p:cNvSpPr>
                <a:spLocks/>
              </p:cNvSpPr>
              <p:nvPr/>
            </p:nvSpPr>
            <p:spPr bwMode="auto">
              <a:xfrm>
                <a:off x="-5448300" y="26988"/>
                <a:ext cx="538163" cy="550863"/>
              </a:xfrm>
              <a:custGeom>
                <a:avLst/>
                <a:gdLst>
                  <a:gd name="T0" fmla="*/ 140 w 143"/>
                  <a:gd name="T1" fmla="*/ 103 h 147"/>
                  <a:gd name="T2" fmla="*/ 112 w 143"/>
                  <a:gd name="T3" fmla="*/ 75 h 147"/>
                  <a:gd name="T4" fmla="*/ 107 w 143"/>
                  <a:gd name="T5" fmla="*/ 70 h 147"/>
                  <a:gd name="T6" fmla="*/ 79 w 143"/>
                  <a:gd name="T7" fmla="*/ 37 h 147"/>
                  <a:gd name="T8" fmla="*/ 67 w 143"/>
                  <a:gd name="T9" fmla="*/ 10 h 147"/>
                  <a:gd name="T10" fmla="*/ 52 w 143"/>
                  <a:gd name="T11" fmla="*/ 9 h 147"/>
                  <a:gd name="T12" fmla="*/ 47 w 143"/>
                  <a:gd name="T13" fmla="*/ 21 h 147"/>
                  <a:gd name="T14" fmla="*/ 55 w 143"/>
                  <a:gd name="T15" fmla="*/ 42 h 147"/>
                  <a:gd name="T16" fmla="*/ 56 w 143"/>
                  <a:gd name="T17" fmla="*/ 56 h 147"/>
                  <a:gd name="T18" fmla="*/ 13 w 143"/>
                  <a:gd name="T19" fmla="*/ 56 h 147"/>
                  <a:gd name="T20" fmla="*/ 3 w 143"/>
                  <a:gd name="T21" fmla="*/ 71 h 147"/>
                  <a:gd name="T22" fmla="*/ 25 w 143"/>
                  <a:gd name="T23" fmla="*/ 131 h 147"/>
                  <a:gd name="T24" fmla="*/ 34 w 143"/>
                  <a:gd name="T25" fmla="*/ 137 h 147"/>
                  <a:gd name="T26" fmla="*/ 85 w 143"/>
                  <a:gd name="T27" fmla="*/ 137 h 147"/>
                  <a:gd name="T28" fmla="*/ 97 w 143"/>
                  <a:gd name="T29" fmla="*/ 142 h 147"/>
                  <a:gd name="T30" fmla="*/ 99 w 143"/>
                  <a:gd name="T31" fmla="*/ 144 h 147"/>
                  <a:gd name="T32" fmla="*/ 108 w 143"/>
                  <a:gd name="T33" fmla="*/ 144 h 147"/>
                  <a:gd name="T34" fmla="*/ 140 w 143"/>
                  <a:gd name="T35" fmla="*/ 112 h 147"/>
                  <a:gd name="T36" fmla="*/ 140 w 143"/>
                  <a:gd name="T37" fmla="*/ 10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147">
                    <a:moveTo>
                      <a:pt x="140" y="103"/>
                    </a:moveTo>
                    <a:cubicBezTo>
                      <a:pt x="112" y="75"/>
                      <a:pt x="112" y="75"/>
                      <a:pt x="112" y="75"/>
                    </a:cubicBezTo>
                    <a:cubicBezTo>
                      <a:pt x="109" y="72"/>
                      <a:pt x="107" y="70"/>
                      <a:pt x="107" y="70"/>
                    </a:cubicBezTo>
                    <a:cubicBezTo>
                      <a:pt x="107" y="70"/>
                      <a:pt x="96" y="48"/>
                      <a:pt x="79" y="37"/>
                    </a:cubicBezTo>
                    <a:cubicBezTo>
                      <a:pt x="63" y="27"/>
                      <a:pt x="67" y="18"/>
                      <a:pt x="67" y="10"/>
                    </a:cubicBezTo>
                    <a:cubicBezTo>
                      <a:pt x="67" y="2"/>
                      <a:pt x="58" y="0"/>
                      <a:pt x="52" y="9"/>
                    </a:cubicBezTo>
                    <a:cubicBezTo>
                      <a:pt x="49" y="11"/>
                      <a:pt x="47" y="17"/>
                      <a:pt x="47" y="21"/>
                    </a:cubicBezTo>
                    <a:cubicBezTo>
                      <a:pt x="45" y="32"/>
                      <a:pt x="53" y="38"/>
                      <a:pt x="55" y="42"/>
                    </a:cubicBezTo>
                    <a:cubicBezTo>
                      <a:pt x="57" y="45"/>
                      <a:pt x="58" y="50"/>
                      <a:pt x="56" y="56"/>
                    </a:cubicBezTo>
                    <a:cubicBezTo>
                      <a:pt x="13" y="56"/>
                      <a:pt x="13" y="56"/>
                      <a:pt x="13" y="56"/>
                    </a:cubicBezTo>
                    <a:cubicBezTo>
                      <a:pt x="5" y="56"/>
                      <a:pt x="0" y="63"/>
                      <a:pt x="3" y="71"/>
                    </a:cubicBezTo>
                    <a:cubicBezTo>
                      <a:pt x="25" y="131"/>
                      <a:pt x="25" y="131"/>
                      <a:pt x="25" y="131"/>
                    </a:cubicBezTo>
                    <a:cubicBezTo>
                      <a:pt x="26" y="134"/>
                      <a:pt x="30" y="137"/>
                      <a:pt x="34" y="137"/>
                    </a:cubicBezTo>
                    <a:cubicBezTo>
                      <a:pt x="85" y="137"/>
                      <a:pt x="85" y="137"/>
                      <a:pt x="85" y="137"/>
                    </a:cubicBezTo>
                    <a:cubicBezTo>
                      <a:pt x="89" y="137"/>
                      <a:pt x="94" y="139"/>
                      <a:pt x="97" y="142"/>
                    </a:cubicBezTo>
                    <a:cubicBezTo>
                      <a:pt x="99" y="144"/>
                      <a:pt x="99" y="144"/>
                      <a:pt x="99" y="144"/>
                    </a:cubicBezTo>
                    <a:cubicBezTo>
                      <a:pt x="102" y="147"/>
                      <a:pt x="106" y="147"/>
                      <a:pt x="108" y="144"/>
                    </a:cubicBezTo>
                    <a:cubicBezTo>
                      <a:pt x="140" y="112"/>
                      <a:pt x="140" y="112"/>
                      <a:pt x="140" y="112"/>
                    </a:cubicBezTo>
                    <a:cubicBezTo>
                      <a:pt x="143" y="110"/>
                      <a:pt x="143" y="106"/>
                      <a:pt x="140"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30" name="Freeform 89"/>
              <p:cNvSpPr>
                <a:spLocks/>
              </p:cNvSpPr>
              <p:nvPr/>
            </p:nvSpPr>
            <p:spPr bwMode="auto">
              <a:xfrm>
                <a:off x="-5038725" y="454025"/>
                <a:ext cx="176213" cy="173038"/>
              </a:xfrm>
              <a:custGeom>
                <a:avLst/>
                <a:gdLst>
                  <a:gd name="T0" fmla="*/ 22 w 111"/>
                  <a:gd name="T1" fmla="*/ 109 h 109"/>
                  <a:gd name="T2" fmla="*/ 0 w 111"/>
                  <a:gd name="T3" fmla="*/ 90 h 109"/>
                  <a:gd name="T4" fmla="*/ 90 w 111"/>
                  <a:gd name="T5" fmla="*/ 0 h 109"/>
                  <a:gd name="T6" fmla="*/ 111 w 111"/>
                  <a:gd name="T7" fmla="*/ 21 h 109"/>
                  <a:gd name="T8" fmla="*/ 22 w 111"/>
                  <a:gd name="T9" fmla="*/ 109 h 109"/>
                </a:gdLst>
                <a:ahLst/>
                <a:cxnLst>
                  <a:cxn ang="0">
                    <a:pos x="T0" y="T1"/>
                  </a:cxn>
                  <a:cxn ang="0">
                    <a:pos x="T2" y="T3"/>
                  </a:cxn>
                  <a:cxn ang="0">
                    <a:pos x="T4" y="T5"/>
                  </a:cxn>
                  <a:cxn ang="0">
                    <a:pos x="T6" y="T7"/>
                  </a:cxn>
                  <a:cxn ang="0">
                    <a:pos x="T8" y="T9"/>
                  </a:cxn>
                </a:cxnLst>
                <a:rect l="0" t="0" r="r" b="b"/>
                <a:pathLst>
                  <a:path w="111" h="109">
                    <a:moveTo>
                      <a:pt x="22" y="109"/>
                    </a:moveTo>
                    <a:lnTo>
                      <a:pt x="0" y="90"/>
                    </a:lnTo>
                    <a:lnTo>
                      <a:pt x="90" y="0"/>
                    </a:lnTo>
                    <a:lnTo>
                      <a:pt x="111" y="21"/>
                    </a:lnTo>
                    <a:lnTo>
                      <a:pt x="22"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31" name="Freeform 90"/>
              <p:cNvSpPr>
                <a:spLocks noEditPoints="1"/>
              </p:cNvSpPr>
              <p:nvPr/>
            </p:nvSpPr>
            <p:spPr bwMode="auto">
              <a:xfrm>
                <a:off x="-2584450" y="5384800"/>
                <a:ext cx="552450" cy="514350"/>
              </a:xfrm>
              <a:custGeom>
                <a:avLst/>
                <a:gdLst>
                  <a:gd name="T0" fmla="*/ 132 w 147"/>
                  <a:gd name="T1" fmla="*/ 22 h 137"/>
                  <a:gd name="T2" fmla="*/ 110 w 147"/>
                  <a:gd name="T3" fmla="*/ 0 h 137"/>
                  <a:gd name="T4" fmla="*/ 73 w 147"/>
                  <a:gd name="T5" fmla="*/ 0 h 137"/>
                  <a:gd name="T6" fmla="*/ 73 w 147"/>
                  <a:gd name="T7" fmla="*/ 18 h 137"/>
                  <a:gd name="T8" fmla="*/ 110 w 147"/>
                  <a:gd name="T9" fmla="*/ 18 h 137"/>
                  <a:gd name="T10" fmla="*/ 115 w 147"/>
                  <a:gd name="T11" fmla="*/ 22 h 137"/>
                  <a:gd name="T12" fmla="*/ 115 w 147"/>
                  <a:gd name="T13" fmla="*/ 59 h 137"/>
                  <a:gd name="T14" fmla="*/ 73 w 147"/>
                  <a:gd name="T15" fmla="*/ 59 h 137"/>
                  <a:gd name="T16" fmla="*/ 73 w 147"/>
                  <a:gd name="T17" fmla="*/ 76 h 137"/>
                  <a:gd name="T18" fmla="*/ 73 w 147"/>
                  <a:gd name="T19" fmla="*/ 76 h 137"/>
                  <a:gd name="T20" fmla="*/ 87 w 147"/>
                  <a:gd name="T21" fmla="*/ 89 h 137"/>
                  <a:gd name="T22" fmla="*/ 81 w 147"/>
                  <a:gd name="T23" fmla="*/ 100 h 137"/>
                  <a:gd name="T24" fmla="*/ 79 w 147"/>
                  <a:gd name="T25" fmla="*/ 101 h 137"/>
                  <a:gd name="T26" fmla="*/ 79 w 147"/>
                  <a:gd name="T27" fmla="*/ 118 h 137"/>
                  <a:gd name="T28" fmla="*/ 79 w 147"/>
                  <a:gd name="T29" fmla="*/ 121 h 137"/>
                  <a:gd name="T30" fmla="*/ 79 w 147"/>
                  <a:gd name="T31" fmla="*/ 121 h 137"/>
                  <a:gd name="T32" fmla="*/ 73 w 147"/>
                  <a:gd name="T33" fmla="*/ 121 h 137"/>
                  <a:gd name="T34" fmla="*/ 73 w 147"/>
                  <a:gd name="T35" fmla="*/ 137 h 137"/>
                  <a:gd name="T36" fmla="*/ 147 w 147"/>
                  <a:gd name="T37" fmla="*/ 137 h 137"/>
                  <a:gd name="T38" fmla="*/ 147 w 147"/>
                  <a:gd name="T39" fmla="*/ 59 h 137"/>
                  <a:gd name="T40" fmla="*/ 132 w 147"/>
                  <a:gd name="T41" fmla="*/ 59 h 137"/>
                  <a:gd name="T42" fmla="*/ 132 w 147"/>
                  <a:gd name="T43" fmla="*/ 22 h 137"/>
                  <a:gd name="T44" fmla="*/ 73 w 147"/>
                  <a:gd name="T45" fmla="*/ 0 h 137"/>
                  <a:gd name="T46" fmla="*/ 37 w 147"/>
                  <a:gd name="T47" fmla="*/ 0 h 137"/>
                  <a:gd name="T48" fmla="*/ 15 w 147"/>
                  <a:gd name="T49" fmla="*/ 22 h 137"/>
                  <a:gd name="T50" fmla="*/ 15 w 147"/>
                  <a:gd name="T51" fmla="*/ 59 h 137"/>
                  <a:gd name="T52" fmla="*/ 0 w 147"/>
                  <a:gd name="T53" fmla="*/ 59 h 137"/>
                  <a:gd name="T54" fmla="*/ 0 w 147"/>
                  <a:gd name="T55" fmla="*/ 137 h 137"/>
                  <a:gd name="T56" fmla="*/ 73 w 147"/>
                  <a:gd name="T57" fmla="*/ 137 h 137"/>
                  <a:gd name="T58" fmla="*/ 73 w 147"/>
                  <a:gd name="T59" fmla="*/ 121 h 137"/>
                  <a:gd name="T60" fmla="*/ 67 w 147"/>
                  <a:gd name="T61" fmla="*/ 121 h 137"/>
                  <a:gd name="T62" fmla="*/ 67 w 147"/>
                  <a:gd name="T63" fmla="*/ 118 h 137"/>
                  <a:gd name="T64" fmla="*/ 67 w 147"/>
                  <a:gd name="T65" fmla="*/ 101 h 137"/>
                  <a:gd name="T66" fmla="*/ 66 w 147"/>
                  <a:gd name="T67" fmla="*/ 100 h 137"/>
                  <a:gd name="T68" fmla="*/ 60 w 147"/>
                  <a:gd name="T69" fmla="*/ 89 h 137"/>
                  <a:gd name="T70" fmla="*/ 73 w 147"/>
                  <a:gd name="T71" fmla="*/ 76 h 137"/>
                  <a:gd name="T72" fmla="*/ 73 w 147"/>
                  <a:gd name="T73" fmla="*/ 59 h 137"/>
                  <a:gd name="T74" fmla="*/ 32 w 147"/>
                  <a:gd name="T75" fmla="*/ 59 h 137"/>
                  <a:gd name="T76" fmla="*/ 32 w 147"/>
                  <a:gd name="T77" fmla="*/ 59 h 137"/>
                  <a:gd name="T78" fmla="*/ 32 w 147"/>
                  <a:gd name="T79" fmla="*/ 22 h 137"/>
                  <a:gd name="T80" fmla="*/ 37 w 147"/>
                  <a:gd name="T81" fmla="*/ 18 h 137"/>
                  <a:gd name="T82" fmla="*/ 73 w 147"/>
                  <a:gd name="T83" fmla="*/ 18 h 137"/>
                  <a:gd name="T84" fmla="*/ 73 w 147"/>
                  <a:gd name="T8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7" h="137">
                    <a:moveTo>
                      <a:pt x="132" y="22"/>
                    </a:moveTo>
                    <a:cubicBezTo>
                      <a:pt x="132" y="10"/>
                      <a:pt x="122" y="0"/>
                      <a:pt x="110" y="0"/>
                    </a:cubicBezTo>
                    <a:cubicBezTo>
                      <a:pt x="73" y="0"/>
                      <a:pt x="73" y="0"/>
                      <a:pt x="73" y="0"/>
                    </a:cubicBezTo>
                    <a:cubicBezTo>
                      <a:pt x="73" y="18"/>
                      <a:pt x="73" y="18"/>
                      <a:pt x="73" y="18"/>
                    </a:cubicBezTo>
                    <a:cubicBezTo>
                      <a:pt x="110" y="18"/>
                      <a:pt x="110" y="18"/>
                      <a:pt x="110" y="18"/>
                    </a:cubicBezTo>
                    <a:cubicBezTo>
                      <a:pt x="113" y="18"/>
                      <a:pt x="115" y="20"/>
                      <a:pt x="115" y="22"/>
                    </a:cubicBezTo>
                    <a:cubicBezTo>
                      <a:pt x="115" y="59"/>
                      <a:pt x="115" y="59"/>
                      <a:pt x="115" y="59"/>
                    </a:cubicBezTo>
                    <a:cubicBezTo>
                      <a:pt x="73" y="59"/>
                      <a:pt x="73" y="59"/>
                      <a:pt x="73" y="59"/>
                    </a:cubicBezTo>
                    <a:cubicBezTo>
                      <a:pt x="73" y="76"/>
                      <a:pt x="73" y="76"/>
                      <a:pt x="73" y="76"/>
                    </a:cubicBezTo>
                    <a:cubicBezTo>
                      <a:pt x="73" y="76"/>
                      <a:pt x="73" y="76"/>
                      <a:pt x="73" y="76"/>
                    </a:cubicBezTo>
                    <a:cubicBezTo>
                      <a:pt x="81" y="76"/>
                      <a:pt x="87" y="82"/>
                      <a:pt x="87" y="89"/>
                    </a:cubicBezTo>
                    <a:cubicBezTo>
                      <a:pt x="87" y="94"/>
                      <a:pt x="84" y="98"/>
                      <a:pt x="81" y="100"/>
                    </a:cubicBezTo>
                    <a:cubicBezTo>
                      <a:pt x="80" y="101"/>
                      <a:pt x="80" y="101"/>
                      <a:pt x="79" y="101"/>
                    </a:cubicBezTo>
                    <a:cubicBezTo>
                      <a:pt x="79" y="118"/>
                      <a:pt x="79" y="118"/>
                      <a:pt x="79" y="118"/>
                    </a:cubicBezTo>
                    <a:cubicBezTo>
                      <a:pt x="79" y="121"/>
                      <a:pt x="79" y="121"/>
                      <a:pt x="79" y="121"/>
                    </a:cubicBezTo>
                    <a:cubicBezTo>
                      <a:pt x="79" y="121"/>
                      <a:pt x="79" y="121"/>
                      <a:pt x="79" y="121"/>
                    </a:cubicBezTo>
                    <a:cubicBezTo>
                      <a:pt x="73" y="121"/>
                      <a:pt x="73" y="121"/>
                      <a:pt x="73" y="121"/>
                    </a:cubicBezTo>
                    <a:cubicBezTo>
                      <a:pt x="73" y="137"/>
                      <a:pt x="73" y="137"/>
                      <a:pt x="73" y="137"/>
                    </a:cubicBezTo>
                    <a:cubicBezTo>
                      <a:pt x="147" y="137"/>
                      <a:pt x="147" y="137"/>
                      <a:pt x="147" y="137"/>
                    </a:cubicBezTo>
                    <a:cubicBezTo>
                      <a:pt x="147" y="59"/>
                      <a:pt x="147" y="59"/>
                      <a:pt x="147" y="59"/>
                    </a:cubicBezTo>
                    <a:cubicBezTo>
                      <a:pt x="132" y="59"/>
                      <a:pt x="132" y="59"/>
                      <a:pt x="132" y="59"/>
                    </a:cubicBezTo>
                    <a:lnTo>
                      <a:pt x="132" y="22"/>
                    </a:lnTo>
                    <a:close/>
                    <a:moveTo>
                      <a:pt x="73" y="0"/>
                    </a:moveTo>
                    <a:cubicBezTo>
                      <a:pt x="37" y="0"/>
                      <a:pt x="37" y="0"/>
                      <a:pt x="37" y="0"/>
                    </a:cubicBezTo>
                    <a:cubicBezTo>
                      <a:pt x="24" y="0"/>
                      <a:pt x="15" y="10"/>
                      <a:pt x="15" y="22"/>
                    </a:cubicBezTo>
                    <a:cubicBezTo>
                      <a:pt x="15" y="59"/>
                      <a:pt x="15" y="59"/>
                      <a:pt x="15" y="59"/>
                    </a:cubicBezTo>
                    <a:cubicBezTo>
                      <a:pt x="0" y="59"/>
                      <a:pt x="0" y="59"/>
                      <a:pt x="0" y="59"/>
                    </a:cubicBezTo>
                    <a:cubicBezTo>
                      <a:pt x="0" y="137"/>
                      <a:pt x="0" y="137"/>
                      <a:pt x="0" y="137"/>
                    </a:cubicBezTo>
                    <a:cubicBezTo>
                      <a:pt x="73" y="137"/>
                      <a:pt x="73" y="137"/>
                      <a:pt x="73" y="137"/>
                    </a:cubicBezTo>
                    <a:cubicBezTo>
                      <a:pt x="73" y="121"/>
                      <a:pt x="73" y="121"/>
                      <a:pt x="73" y="121"/>
                    </a:cubicBezTo>
                    <a:cubicBezTo>
                      <a:pt x="67" y="121"/>
                      <a:pt x="67" y="121"/>
                      <a:pt x="67" y="121"/>
                    </a:cubicBezTo>
                    <a:cubicBezTo>
                      <a:pt x="67" y="118"/>
                      <a:pt x="67" y="118"/>
                      <a:pt x="67" y="118"/>
                    </a:cubicBezTo>
                    <a:cubicBezTo>
                      <a:pt x="67" y="101"/>
                      <a:pt x="67" y="101"/>
                      <a:pt x="67" y="101"/>
                    </a:cubicBezTo>
                    <a:cubicBezTo>
                      <a:pt x="67" y="101"/>
                      <a:pt x="66" y="101"/>
                      <a:pt x="66" y="100"/>
                    </a:cubicBezTo>
                    <a:cubicBezTo>
                      <a:pt x="62" y="98"/>
                      <a:pt x="60" y="94"/>
                      <a:pt x="60" y="89"/>
                    </a:cubicBezTo>
                    <a:cubicBezTo>
                      <a:pt x="60" y="82"/>
                      <a:pt x="66" y="76"/>
                      <a:pt x="73" y="76"/>
                    </a:cubicBezTo>
                    <a:cubicBezTo>
                      <a:pt x="73" y="59"/>
                      <a:pt x="73" y="59"/>
                      <a:pt x="73" y="59"/>
                    </a:cubicBezTo>
                    <a:cubicBezTo>
                      <a:pt x="32" y="59"/>
                      <a:pt x="32" y="59"/>
                      <a:pt x="32" y="59"/>
                    </a:cubicBezTo>
                    <a:cubicBezTo>
                      <a:pt x="32" y="59"/>
                      <a:pt x="32" y="59"/>
                      <a:pt x="32" y="59"/>
                    </a:cubicBezTo>
                    <a:cubicBezTo>
                      <a:pt x="32" y="22"/>
                      <a:pt x="32" y="22"/>
                      <a:pt x="32" y="22"/>
                    </a:cubicBezTo>
                    <a:cubicBezTo>
                      <a:pt x="32" y="20"/>
                      <a:pt x="34" y="18"/>
                      <a:pt x="37" y="18"/>
                    </a:cubicBezTo>
                    <a:cubicBezTo>
                      <a:pt x="73" y="18"/>
                      <a:pt x="73" y="18"/>
                      <a:pt x="73" y="18"/>
                    </a:cubicBez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32" name="Freeform 91"/>
              <p:cNvSpPr>
                <a:spLocks/>
              </p:cNvSpPr>
              <p:nvPr/>
            </p:nvSpPr>
            <p:spPr bwMode="auto">
              <a:xfrm>
                <a:off x="-3670300" y="-409575"/>
                <a:ext cx="588963" cy="495300"/>
              </a:xfrm>
              <a:custGeom>
                <a:avLst/>
                <a:gdLst>
                  <a:gd name="T0" fmla="*/ 105 w 157"/>
                  <a:gd name="T1" fmla="*/ 0 h 132"/>
                  <a:gd name="T2" fmla="*/ 56 w 157"/>
                  <a:gd name="T3" fmla="*/ 0 h 132"/>
                  <a:gd name="T4" fmla="*/ 0 w 157"/>
                  <a:gd name="T5" fmla="*/ 47 h 132"/>
                  <a:gd name="T6" fmla="*/ 15 w 157"/>
                  <a:gd name="T7" fmla="*/ 69 h 132"/>
                  <a:gd name="T8" fmla="*/ 35 w 157"/>
                  <a:gd name="T9" fmla="*/ 49 h 132"/>
                  <a:gd name="T10" fmla="*/ 35 w 157"/>
                  <a:gd name="T11" fmla="*/ 132 h 132"/>
                  <a:gd name="T12" fmla="*/ 79 w 157"/>
                  <a:gd name="T13" fmla="*/ 132 h 132"/>
                  <a:gd name="T14" fmla="*/ 122 w 157"/>
                  <a:gd name="T15" fmla="*/ 132 h 132"/>
                  <a:gd name="T16" fmla="*/ 122 w 157"/>
                  <a:gd name="T17" fmla="*/ 49 h 132"/>
                  <a:gd name="T18" fmla="*/ 142 w 157"/>
                  <a:gd name="T19" fmla="*/ 69 h 132"/>
                  <a:gd name="T20" fmla="*/ 157 w 157"/>
                  <a:gd name="T21" fmla="*/ 47 h 132"/>
                  <a:gd name="T22" fmla="*/ 105 w 157"/>
                  <a:gd name="T2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132">
                    <a:moveTo>
                      <a:pt x="105" y="0"/>
                    </a:moveTo>
                    <a:cubicBezTo>
                      <a:pt x="97" y="14"/>
                      <a:pt x="64" y="14"/>
                      <a:pt x="56" y="0"/>
                    </a:cubicBezTo>
                    <a:cubicBezTo>
                      <a:pt x="56" y="0"/>
                      <a:pt x="8" y="27"/>
                      <a:pt x="0" y="47"/>
                    </a:cubicBezTo>
                    <a:cubicBezTo>
                      <a:pt x="15" y="69"/>
                      <a:pt x="15" y="69"/>
                      <a:pt x="15" y="69"/>
                    </a:cubicBezTo>
                    <a:cubicBezTo>
                      <a:pt x="15" y="69"/>
                      <a:pt x="29" y="54"/>
                      <a:pt x="35" y="49"/>
                    </a:cubicBezTo>
                    <a:cubicBezTo>
                      <a:pt x="35" y="132"/>
                      <a:pt x="35" y="132"/>
                      <a:pt x="35" y="132"/>
                    </a:cubicBezTo>
                    <a:cubicBezTo>
                      <a:pt x="79" y="132"/>
                      <a:pt x="79" y="132"/>
                      <a:pt x="79" y="132"/>
                    </a:cubicBezTo>
                    <a:cubicBezTo>
                      <a:pt x="122" y="132"/>
                      <a:pt x="122" y="132"/>
                      <a:pt x="122" y="132"/>
                    </a:cubicBezTo>
                    <a:cubicBezTo>
                      <a:pt x="122" y="49"/>
                      <a:pt x="122" y="49"/>
                      <a:pt x="122" y="49"/>
                    </a:cubicBezTo>
                    <a:cubicBezTo>
                      <a:pt x="128" y="54"/>
                      <a:pt x="142" y="69"/>
                      <a:pt x="142" y="69"/>
                    </a:cubicBezTo>
                    <a:cubicBezTo>
                      <a:pt x="157" y="47"/>
                      <a:pt x="157" y="47"/>
                      <a:pt x="157" y="47"/>
                    </a:cubicBezTo>
                    <a:cubicBezTo>
                      <a:pt x="149" y="27"/>
                      <a:pt x="105" y="0"/>
                      <a:pt x="1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33" name="Freeform 92"/>
              <p:cNvSpPr>
                <a:spLocks/>
              </p:cNvSpPr>
              <p:nvPr/>
            </p:nvSpPr>
            <p:spPr bwMode="auto">
              <a:xfrm>
                <a:off x="-3452813" y="-431800"/>
                <a:ext cx="165100" cy="49213"/>
              </a:xfrm>
              <a:custGeom>
                <a:avLst/>
                <a:gdLst>
                  <a:gd name="T0" fmla="*/ 22 w 44"/>
                  <a:gd name="T1" fmla="*/ 13 h 13"/>
                  <a:gd name="T2" fmla="*/ 44 w 44"/>
                  <a:gd name="T3" fmla="*/ 4 h 13"/>
                  <a:gd name="T4" fmla="*/ 43 w 44"/>
                  <a:gd name="T5" fmla="*/ 1 h 13"/>
                  <a:gd name="T6" fmla="*/ 40 w 44"/>
                  <a:gd name="T7" fmla="*/ 2 h 13"/>
                  <a:gd name="T8" fmla="*/ 22 w 44"/>
                  <a:gd name="T9" fmla="*/ 8 h 13"/>
                  <a:gd name="T10" fmla="*/ 5 w 44"/>
                  <a:gd name="T11" fmla="*/ 2 h 13"/>
                  <a:gd name="T12" fmla="*/ 2 w 44"/>
                  <a:gd name="T13" fmla="*/ 1 h 13"/>
                  <a:gd name="T14" fmla="*/ 1 w 44"/>
                  <a:gd name="T15" fmla="*/ 4 h 13"/>
                  <a:gd name="T16" fmla="*/ 22 w 4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3">
                    <a:moveTo>
                      <a:pt x="22" y="13"/>
                    </a:moveTo>
                    <a:cubicBezTo>
                      <a:pt x="32" y="13"/>
                      <a:pt x="41" y="9"/>
                      <a:pt x="44" y="4"/>
                    </a:cubicBezTo>
                    <a:cubicBezTo>
                      <a:pt x="44" y="3"/>
                      <a:pt x="44" y="1"/>
                      <a:pt x="43" y="1"/>
                    </a:cubicBezTo>
                    <a:cubicBezTo>
                      <a:pt x="42" y="0"/>
                      <a:pt x="40" y="0"/>
                      <a:pt x="40" y="2"/>
                    </a:cubicBezTo>
                    <a:cubicBezTo>
                      <a:pt x="38" y="5"/>
                      <a:pt x="31" y="8"/>
                      <a:pt x="22" y="8"/>
                    </a:cubicBezTo>
                    <a:cubicBezTo>
                      <a:pt x="13" y="8"/>
                      <a:pt x="7" y="5"/>
                      <a:pt x="5" y="2"/>
                    </a:cubicBezTo>
                    <a:cubicBezTo>
                      <a:pt x="4" y="0"/>
                      <a:pt x="3" y="0"/>
                      <a:pt x="2" y="1"/>
                    </a:cubicBezTo>
                    <a:cubicBezTo>
                      <a:pt x="0" y="1"/>
                      <a:pt x="0" y="3"/>
                      <a:pt x="1" y="4"/>
                    </a:cubicBezTo>
                    <a:cubicBezTo>
                      <a:pt x="4" y="9"/>
                      <a:pt x="12" y="13"/>
                      <a:pt x="2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34" name="Freeform 93"/>
              <p:cNvSpPr>
                <a:spLocks/>
              </p:cNvSpPr>
              <p:nvPr/>
            </p:nvSpPr>
            <p:spPr bwMode="auto">
              <a:xfrm>
                <a:off x="-3986213" y="5511800"/>
                <a:ext cx="187325" cy="211138"/>
              </a:xfrm>
              <a:custGeom>
                <a:avLst/>
                <a:gdLst>
                  <a:gd name="T0" fmla="*/ 32 w 50"/>
                  <a:gd name="T1" fmla="*/ 0 h 56"/>
                  <a:gd name="T2" fmla="*/ 13 w 50"/>
                  <a:gd name="T3" fmla="*/ 15 h 56"/>
                  <a:gd name="T4" fmla="*/ 6 w 50"/>
                  <a:gd name="T5" fmla="*/ 17 h 56"/>
                  <a:gd name="T6" fmla="*/ 6 w 50"/>
                  <a:gd name="T7" fmla="*/ 17 h 56"/>
                  <a:gd name="T8" fmla="*/ 13 w 50"/>
                  <a:gd name="T9" fmla="*/ 51 h 56"/>
                  <a:gd name="T10" fmla="*/ 44 w 50"/>
                  <a:gd name="T11" fmla="*/ 35 h 56"/>
                  <a:gd name="T12" fmla="*/ 37 w 50"/>
                  <a:gd name="T13" fmla="*/ 2 h 56"/>
                  <a:gd name="T14" fmla="*/ 32 w 50"/>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56">
                    <a:moveTo>
                      <a:pt x="32" y="0"/>
                    </a:moveTo>
                    <a:cubicBezTo>
                      <a:pt x="28" y="7"/>
                      <a:pt x="21" y="12"/>
                      <a:pt x="13" y="15"/>
                    </a:cubicBezTo>
                    <a:cubicBezTo>
                      <a:pt x="11" y="16"/>
                      <a:pt x="9" y="16"/>
                      <a:pt x="6" y="17"/>
                    </a:cubicBezTo>
                    <a:cubicBezTo>
                      <a:pt x="6" y="17"/>
                      <a:pt x="6" y="17"/>
                      <a:pt x="6" y="17"/>
                    </a:cubicBezTo>
                    <a:cubicBezTo>
                      <a:pt x="0" y="31"/>
                      <a:pt x="3" y="46"/>
                      <a:pt x="13" y="51"/>
                    </a:cubicBezTo>
                    <a:cubicBezTo>
                      <a:pt x="24" y="56"/>
                      <a:pt x="38" y="49"/>
                      <a:pt x="44" y="35"/>
                    </a:cubicBezTo>
                    <a:cubicBezTo>
                      <a:pt x="50" y="21"/>
                      <a:pt x="47" y="6"/>
                      <a:pt x="37" y="2"/>
                    </a:cubicBezTo>
                    <a:cubicBezTo>
                      <a:pt x="35" y="1"/>
                      <a:pt x="34"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35" name="Freeform 94"/>
              <p:cNvSpPr>
                <a:spLocks/>
              </p:cNvSpPr>
              <p:nvPr/>
            </p:nvSpPr>
            <p:spPr bwMode="auto">
              <a:xfrm>
                <a:off x="-4222750" y="5264150"/>
                <a:ext cx="379413" cy="300038"/>
              </a:xfrm>
              <a:custGeom>
                <a:avLst/>
                <a:gdLst>
                  <a:gd name="T0" fmla="*/ 35 w 101"/>
                  <a:gd name="T1" fmla="*/ 73 h 80"/>
                  <a:gd name="T2" fmla="*/ 73 w 101"/>
                  <a:gd name="T3" fmla="*/ 76 h 80"/>
                  <a:gd name="T4" fmla="*/ 75 w 101"/>
                  <a:gd name="T5" fmla="*/ 76 h 80"/>
                  <a:gd name="T6" fmla="*/ 89 w 101"/>
                  <a:gd name="T7" fmla="*/ 66 h 80"/>
                  <a:gd name="T8" fmla="*/ 93 w 101"/>
                  <a:gd name="T9" fmla="*/ 60 h 80"/>
                  <a:gd name="T10" fmla="*/ 66 w 101"/>
                  <a:gd name="T11" fmla="*/ 7 h 80"/>
                  <a:gd name="T12" fmla="*/ 26 w 101"/>
                  <a:gd name="T13" fmla="*/ 4 h 80"/>
                  <a:gd name="T14" fmla="*/ 8 w 101"/>
                  <a:gd name="T15" fmla="*/ 20 h 80"/>
                  <a:gd name="T16" fmla="*/ 35 w 101"/>
                  <a:gd name="T17"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35" y="73"/>
                    </a:moveTo>
                    <a:cubicBezTo>
                      <a:pt x="48" y="79"/>
                      <a:pt x="62" y="80"/>
                      <a:pt x="73" y="76"/>
                    </a:cubicBezTo>
                    <a:cubicBezTo>
                      <a:pt x="74" y="76"/>
                      <a:pt x="74" y="76"/>
                      <a:pt x="75" y="76"/>
                    </a:cubicBezTo>
                    <a:cubicBezTo>
                      <a:pt x="80" y="74"/>
                      <a:pt x="85" y="71"/>
                      <a:pt x="89" y="66"/>
                    </a:cubicBezTo>
                    <a:cubicBezTo>
                      <a:pt x="91" y="64"/>
                      <a:pt x="92" y="62"/>
                      <a:pt x="93" y="60"/>
                    </a:cubicBezTo>
                    <a:cubicBezTo>
                      <a:pt x="101" y="42"/>
                      <a:pt x="89" y="18"/>
                      <a:pt x="66" y="7"/>
                    </a:cubicBezTo>
                    <a:cubicBezTo>
                      <a:pt x="52" y="1"/>
                      <a:pt x="38" y="0"/>
                      <a:pt x="26" y="4"/>
                    </a:cubicBezTo>
                    <a:cubicBezTo>
                      <a:pt x="18" y="7"/>
                      <a:pt x="12" y="13"/>
                      <a:pt x="8" y="20"/>
                    </a:cubicBezTo>
                    <a:cubicBezTo>
                      <a:pt x="0" y="38"/>
                      <a:pt x="12" y="62"/>
                      <a:pt x="35"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36" name="Freeform 95"/>
              <p:cNvSpPr>
                <a:spLocks/>
              </p:cNvSpPr>
              <p:nvPr/>
            </p:nvSpPr>
            <p:spPr bwMode="auto">
              <a:xfrm>
                <a:off x="-3752850" y="5448300"/>
                <a:ext cx="220663" cy="165100"/>
              </a:xfrm>
              <a:custGeom>
                <a:avLst/>
                <a:gdLst>
                  <a:gd name="T0" fmla="*/ 54 w 59"/>
                  <a:gd name="T1" fmla="*/ 31 h 44"/>
                  <a:gd name="T2" fmla="*/ 38 w 59"/>
                  <a:gd name="T3" fmla="*/ 0 h 44"/>
                  <a:gd name="T4" fmla="*/ 38 w 59"/>
                  <a:gd name="T5" fmla="*/ 0 h 44"/>
                  <a:gd name="T6" fmla="*/ 31 w 59"/>
                  <a:gd name="T7" fmla="*/ 3 h 44"/>
                  <a:gd name="T8" fmla="*/ 7 w 59"/>
                  <a:gd name="T9" fmla="*/ 4 h 44"/>
                  <a:gd name="T10" fmla="*/ 5 w 59"/>
                  <a:gd name="T11" fmla="*/ 8 h 44"/>
                  <a:gd name="T12" fmla="*/ 21 w 59"/>
                  <a:gd name="T13" fmla="*/ 38 h 44"/>
                  <a:gd name="T14" fmla="*/ 54 w 59"/>
                  <a:gd name="T15" fmla="*/ 3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44">
                    <a:moveTo>
                      <a:pt x="54" y="31"/>
                    </a:moveTo>
                    <a:cubicBezTo>
                      <a:pt x="59" y="20"/>
                      <a:pt x="52" y="7"/>
                      <a:pt x="38" y="0"/>
                    </a:cubicBezTo>
                    <a:cubicBezTo>
                      <a:pt x="38" y="0"/>
                      <a:pt x="38" y="0"/>
                      <a:pt x="38" y="0"/>
                    </a:cubicBezTo>
                    <a:cubicBezTo>
                      <a:pt x="36" y="1"/>
                      <a:pt x="33" y="2"/>
                      <a:pt x="31" y="3"/>
                    </a:cubicBezTo>
                    <a:cubicBezTo>
                      <a:pt x="23" y="6"/>
                      <a:pt x="15" y="6"/>
                      <a:pt x="7" y="4"/>
                    </a:cubicBezTo>
                    <a:cubicBezTo>
                      <a:pt x="6" y="5"/>
                      <a:pt x="6" y="6"/>
                      <a:pt x="5" y="8"/>
                    </a:cubicBezTo>
                    <a:cubicBezTo>
                      <a:pt x="0" y="18"/>
                      <a:pt x="7" y="32"/>
                      <a:pt x="21" y="38"/>
                    </a:cubicBezTo>
                    <a:cubicBezTo>
                      <a:pt x="34" y="44"/>
                      <a:pt x="49" y="41"/>
                      <a:pt x="5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37" name="Freeform 96"/>
              <p:cNvSpPr>
                <a:spLocks/>
              </p:cNvSpPr>
              <p:nvPr/>
            </p:nvSpPr>
            <p:spPr bwMode="auto">
              <a:xfrm>
                <a:off x="-3824288" y="5106988"/>
                <a:ext cx="330200" cy="344488"/>
              </a:xfrm>
              <a:custGeom>
                <a:avLst/>
                <a:gdLst>
                  <a:gd name="T0" fmla="*/ 64 w 88"/>
                  <a:gd name="T1" fmla="*/ 4 h 92"/>
                  <a:gd name="T2" fmla="*/ 40 w 88"/>
                  <a:gd name="T3" fmla="*/ 3 h 92"/>
                  <a:gd name="T4" fmla="*/ 11 w 88"/>
                  <a:gd name="T5" fmla="*/ 31 h 92"/>
                  <a:gd name="T6" fmla="*/ 24 w 88"/>
                  <a:gd name="T7" fmla="*/ 89 h 92"/>
                  <a:gd name="T8" fmla="*/ 31 w 88"/>
                  <a:gd name="T9" fmla="*/ 91 h 92"/>
                  <a:gd name="T10" fmla="*/ 48 w 88"/>
                  <a:gd name="T11" fmla="*/ 89 h 92"/>
                  <a:gd name="T12" fmla="*/ 50 w 88"/>
                  <a:gd name="T13" fmla="*/ 89 h 92"/>
                  <a:gd name="T14" fmla="*/ 77 w 88"/>
                  <a:gd name="T15" fmla="*/ 62 h 92"/>
                  <a:gd name="T16" fmla="*/ 64 w 88"/>
                  <a:gd name="T17"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92">
                    <a:moveTo>
                      <a:pt x="64" y="4"/>
                    </a:moveTo>
                    <a:cubicBezTo>
                      <a:pt x="57" y="0"/>
                      <a:pt x="48" y="0"/>
                      <a:pt x="40" y="3"/>
                    </a:cubicBezTo>
                    <a:cubicBezTo>
                      <a:pt x="29" y="7"/>
                      <a:pt x="18" y="17"/>
                      <a:pt x="11" y="31"/>
                    </a:cubicBezTo>
                    <a:cubicBezTo>
                      <a:pt x="0" y="54"/>
                      <a:pt x="6" y="80"/>
                      <a:pt x="24" y="89"/>
                    </a:cubicBezTo>
                    <a:cubicBezTo>
                      <a:pt x="27" y="90"/>
                      <a:pt x="29" y="90"/>
                      <a:pt x="31" y="91"/>
                    </a:cubicBezTo>
                    <a:cubicBezTo>
                      <a:pt x="37" y="92"/>
                      <a:pt x="43" y="91"/>
                      <a:pt x="48" y="89"/>
                    </a:cubicBezTo>
                    <a:cubicBezTo>
                      <a:pt x="49" y="89"/>
                      <a:pt x="49" y="89"/>
                      <a:pt x="50" y="89"/>
                    </a:cubicBezTo>
                    <a:cubicBezTo>
                      <a:pt x="61" y="84"/>
                      <a:pt x="71" y="75"/>
                      <a:pt x="77" y="62"/>
                    </a:cubicBezTo>
                    <a:cubicBezTo>
                      <a:pt x="88" y="38"/>
                      <a:pt x="82" y="12"/>
                      <a:pt x="6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38" name="Freeform 97"/>
              <p:cNvSpPr>
                <a:spLocks/>
              </p:cNvSpPr>
              <p:nvPr/>
            </p:nvSpPr>
            <p:spPr bwMode="auto">
              <a:xfrm>
                <a:off x="-3944938" y="5203825"/>
                <a:ext cx="225425" cy="439738"/>
              </a:xfrm>
              <a:custGeom>
                <a:avLst/>
                <a:gdLst>
                  <a:gd name="T0" fmla="*/ 30 w 60"/>
                  <a:gd name="T1" fmla="*/ 6 h 117"/>
                  <a:gd name="T2" fmla="*/ 25 w 60"/>
                  <a:gd name="T3" fmla="*/ 3 h 117"/>
                  <a:gd name="T4" fmla="*/ 21 w 60"/>
                  <a:gd name="T5" fmla="*/ 17 h 117"/>
                  <a:gd name="T6" fmla="*/ 19 w 60"/>
                  <a:gd name="T7" fmla="*/ 17 h 117"/>
                  <a:gd name="T8" fmla="*/ 17 w 60"/>
                  <a:gd name="T9" fmla="*/ 18 h 117"/>
                  <a:gd name="T10" fmla="*/ 5 w 60"/>
                  <a:gd name="T11" fmla="*/ 11 h 117"/>
                  <a:gd name="T12" fmla="*/ 3 w 60"/>
                  <a:gd name="T13" fmla="*/ 15 h 117"/>
                  <a:gd name="T14" fmla="*/ 14 w 60"/>
                  <a:gd name="T15" fmla="*/ 23 h 117"/>
                  <a:gd name="T16" fmla="*/ 15 w 60"/>
                  <a:gd name="T17" fmla="*/ 26 h 117"/>
                  <a:gd name="T18" fmla="*/ 20 w 60"/>
                  <a:gd name="T19" fmla="*/ 41 h 117"/>
                  <a:gd name="T20" fmla="*/ 26 w 60"/>
                  <a:gd name="T21" fmla="*/ 59 h 117"/>
                  <a:gd name="T22" fmla="*/ 45 w 60"/>
                  <a:gd name="T23" fmla="*/ 112 h 117"/>
                  <a:gd name="T24" fmla="*/ 54 w 60"/>
                  <a:gd name="T25" fmla="*/ 116 h 117"/>
                  <a:gd name="T26" fmla="*/ 59 w 60"/>
                  <a:gd name="T27" fmla="*/ 107 h 117"/>
                  <a:gd name="T28" fmla="*/ 40 w 60"/>
                  <a:gd name="T29" fmla="*/ 55 h 117"/>
                  <a:gd name="T30" fmla="*/ 33 w 60"/>
                  <a:gd name="T31" fmla="*/ 37 h 117"/>
                  <a:gd name="T32" fmla="*/ 28 w 60"/>
                  <a:gd name="T33" fmla="*/ 21 h 117"/>
                  <a:gd name="T34" fmla="*/ 26 w 60"/>
                  <a:gd name="T35" fmla="*/ 19 h 117"/>
                  <a:gd name="T36" fmla="*/ 30 w 60"/>
                  <a:gd name="T37" fmla="*/ 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117">
                    <a:moveTo>
                      <a:pt x="30" y="6"/>
                    </a:moveTo>
                    <a:cubicBezTo>
                      <a:pt x="31" y="3"/>
                      <a:pt x="27" y="0"/>
                      <a:pt x="25" y="3"/>
                    </a:cubicBezTo>
                    <a:cubicBezTo>
                      <a:pt x="23" y="8"/>
                      <a:pt x="22" y="12"/>
                      <a:pt x="21" y="17"/>
                    </a:cubicBezTo>
                    <a:cubicBezTo>
                      <a:pt x="20" y="17"/>
                      <a:pt x="20" y="17"/>
                      <a:pt x="19" y="17"/>
                    </a:cubicBezTo>
                    <a:cubicBezTo>
                      <a:pt x="18" y="17"/>
                      <a:pt x="17" y="18"/>
                      <a:pt x="17" y="18"/>
                    </a:cubicBezTo>
                    <a:cubicBezTo>
                      <a:pt x="13" y="15"/>
                      <a:pt x="10" y="12"/>
                      <a:pt x="5" y="11"/>
                    </a:cubicBezTo>
                    <a:cubicBezTo>
                      <a:pt x="2" y="9"/>
                      <a:pt x="0" y="14"/>
                      <a:pt x="3" y="15"/>
                    </a:cubicBezTo>
                    <a:cubicBezTo>
                      <a:pt x="7" y="17"/>
                      <a:pt x="11" y="20"/>
                      <a:pt x="14" y="23"/>
                    </a:cubicBezTo>
                    <a:cubicBezTo>
                      <a:pt x="14" y="24"/>
                      <a:pt x="14" y="25"/>
                      <a:pt x="15" y="26"/>
                    </a:cubicBezTo>
                    <a:cubicBezTo>
                      <a:pt x="20" y="41"/>
                      <a:pt x="20" y="41"/>
                      <a:pt x="20" y="41"/>
                    </a:cubicBezTo>
                    <a:cubicBezTo>
                      <a:pt x="26" y="59"/>
                      <a:pt x="26" y="59"/>
                      <a:pt x="26" y="59"/>
                    </a:cubicBezTo>
                    <a:cubicBezTo>
                      <a:pt x="45" y="112"/>
                      <a:pt x="45" y="112"/>
                      <a:pt x="45" y="112"/>
                    </a:cubicBezTo>
                    <a:cubicBezTo>
                      <a:pt x="47" y="116"/>
                      <a:pt x="51" y="117"/>
                      <a:pt x="54" y="116"/>
                    </a:cubicBezTo>
                    <a:cubicBezTo>
                      <a:pt x="58" y="115"/>
                      <a:pt x="60" y="111"/>
                      <a:pt x="59" y="107"/>
                    </a:cubicBezTo>
                    <a:cubicBezTo>
                      <a:pt x="40" y="55"/>
                      <a:pt x="40" y="55"/>
                      <a:pt x="40" y="55"/>
                    </a:cubicBezTo>
                    <a:cubicBezTo>
                      <a:pt x="33" y="37"/>
                      <a:pt x="33" y="37"/>
                      <a:pt x="33" y="37"/>
                    </a:cubicBezTo>
                    <a:cubicBezTo>
                      <a:pt x="28" y="21"/>
                      <a:pt x="28" y="21"/>
                      <a:pt x="28" y="21"/>
                    </a:cubicBezTo>
                    <a:cubicBezTo>
                      <a:pt x="27" y="20"/>
                      <a:pt x="27" y="19"/>
                      <a:pt x="26" y="19"/>
                    </a:cubicBezTo>
                    <a:cubicBezTo>
                      <a:pt x="26" y="14"/>
                      <a:pt x="28" y="10"/>
                      <a:pt x="3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39" name="Freeform 98"/>
              <p:cNvSpPr>
                <a:spLocks/>
              </p:cNvSpPr>
              <p:nvPr/>
            </p:nvSpPr>
            <p:spPr bwMode="auto">
              <a:xfrm>
                <a:off x="-6589713" y="4914900"/>
                <a:ext cx="206375" cy="307975"/>
              </a:xfrm>
              <a:custGeom>
                <a:avLst/>
                <a:gdLst>
                  <a:gd name="T0" fmla="*/ 130 w 130"/>
                  <a:gd name="T1" fmla="*/ 35 h 194"/>
                  <a:gd name="T2" fmla="*/ 99 w 130"/>
                  <a:gd name="T3" fmla="*/ 35 h 194"/>
                  <a:gd name="T4" fmla="*/ 116 w 130"/>
                  <a:gd name="T5" fmla="*/ 0 h 194"/>
                  <a:gd name="T6" fmla="*/ 73 w 130"/>
                  <a:gd name="T7" fmla="*/ 0 h 194"/>
                  <a:gd name="T8" fmla="*/ 68 w 130"/>
                  <a:gd name="T9" fmla="*/ 0 h 194"/>
                  <a:gd name="T10" fmla="*/ 49 w 130"/>
                  <a:gd name="T11" fmla="*/ 0 h 194"/>
                  <a:gd name="T12" fmla="*/ 9 w 130"/>
                  <a:gd name="T13" fmla="*/ 83 h 194"/>
                  <a:gd name="T14" fmla="*/ 45 w 130"/>
                  <a:gd name="T15" fmla="*/ 83 h 194"/>
                  <a:gd name="T16" fmla="*/ 0 w 130"/>
                  <a:gd name="T17" fmla="*/ 194 h 194"/>
                  <a:gd name="T18" fmla="*/ 130 w 130"/>
                  <a:gd name="T19" fmla="*/ 3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94">
                    <a:moveTo>
                      <a:pt x="130" y="35"/>
                    </a:moveTo>
                    <a:lnTo>
                      <a:pt x="99" y="35"/>
                    </a:lnTo>
                    <a:lnTo>
                      <a:pt x="116" y="0"/>
                    </a:lnTo>
                    <a:lnTo>
                      <a:pt x="73" y="0"/>
                    </a:lnTo>
                    <a:lnTo>
                      <a:pt x="68" y="0"/>
                    </a:lnTo>
                    <a:lnTo>
                      <a:pt x="49" y="0"/>
                    </a:lnTo>
                    <a:lnTo>
                      <a:pt x="9" y="83"/>
                    </a:lnTo>
                    <a:lnTo>
                      <a:pt x="45" y="83"/>
                    </a:lnTo>
                    <a:lnTo>
                      <a:pt x="0" y="194"/>
                    </a:lnTo>
                    <a:lnTo>
                      <a:pt x="130"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40" name="Freeform 99"/>
              <p:cNvSpPr>
                <a:spLocks/>
              </p:cNvSpPr>
              <p:nvPr/>
            </p:nvSpPr>
            <p:spPr bwMode="auto">
              <a:xfrm>
                <a:off x="-6707188" y="4551363"/>
                <a:ext cx="563563" cy="344488"/>
              </a:xfrm>
              <a:custGeom>
                <a:avLst/>
                <a:gdLst>
                  <a:gd name="T0" fmla="*/ 0 w 150"/>
                  <a:gd name="T1" fmla="*/ 76 h 92"/>
                  <a:gd name="T2" fmla="*/ 16 w 150"/>
                  <a:gd name="T3" fmla="*/ 92 h 92"/>
                  <a:gd name="T4" fmla="*/ 54 w 150"/>
                  <a:gd name="T5" fmla="*/ 92 h 92"/>
                  <a:gd name="T6" fmla="*/ 60 w 150"/>
                  <a:gd name="T7" fmla="*/ 92 h 92"/>
                  <a:gd name="T8" fmla="*/ 62 w 150"/>
                  <a:gd name="T9" fmla="*/ 92 h 92"/>
                  <a:gd name="T10" fmla="*/ 83 w 150"/>
                  <a:gd name="T11" fmla="*/ 92 h 92"/>
                  <a:gd name="T12" fmla="*/ 124 w 150"/>
                  <a:gd name="T13" fmla="*/ 92 h 92"/>
                  <a:gd name="T14" fmla="*/ 150 w 150"/>
                  <a:gd name="T15" fmla="*/ 66 h 92"/>
                  <a:gd name="T16" fmla="*/ 124 w 150"/>
                  <a:gd name="T17" fmla="*/ 39 h 92"/>
                  <a:gd name="T18" fmla="*/ 106 w 150"/>
                  <a:gd name="T19" fmla="*/ 45 h 92"/>
                  <a:gd name="T20" fmla="*/ 60 w 150"/>
                  <a:gd name="T21" fmla="*/ 0 h 92"/>
                  <a:gd name="T22" fmla="*/ 14 w 150"/>
                  <a:gd name="T23" fmla="*/ 46 h 92"/>
                  <a:gd name="T24" fmla="*/ 16 w 150"/>
                  <a:gd name="T25" fmla="*/ 60 h 92"/>
                  <a:gd name="T26" fmla="*/ 0 w 150"/>
                  <a:gd name="T27" fmla="*/ 7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92">
                    <a:moveTo>
                      <a:pt x="0" y="76"/>
                    </a:moveTo>
                    <a:cubicBezTo>
                      <a:pt x="0" y="85"/>
                      <a:pt x="7" y="92"/>
                      <a:pt x="16" y="92"/>
                    </a:cubicBezTo>
                    <a:cubicBezTo>
                      <a:pt x="54" y="92"/>
                      <a:pt x="54" y="92"/>
                      <a:pt x="54" y="92"/>
                    </a:cubicBezTo>
                    <a:cubicBezTo>
                      <a:pt x="60" y="92"/>
                      <a:pt x="60" y="92"/>
                      <a:pt x="60" y="92"/>
                    </a:cubicBezTo>
                    <a:cubicBezTo>
                      <a:pt x="62" y="92"/>
                      <a:pt x="62" y="92"/>
                      <a:pt x="62" y="92"/>
                    </a:cubicBezTo>
                    <a:cubicBezTo>
                      <a:pt x="83" y="92"/>
                      <a:pt x="83" y="92"/>
                      <a:pt x="83" y="92"/>
                    </a:cubicBezTo>
                    <a:cubicBezTo>
                      <a:pt x="124" y="92"/>
                      <a:pt x="124" y="92"/>
                      <a:pt x="124" y="92"/>
                    </a:cubicBezTo>
                    <a:cubicBezTo>
                      <a:pt x="138" y="92"/>
                      <a:pt x="150" y="80"/>
                      <a:pt x="150" y="66"/>
                    </a:cubicBezTo>
                    <a:cubicBezTo>
                      <a:pt x="150" y="51"/>
                      <a:pt x="138" y="39"/>
                      <a:pt x="124" y="39"/>
                    </a:cubicBezTo>
                    <a:cubicBezTo>
                      <a:pt x="117" y="39"/>
                      <a:pt x="111" y="41"/>
                      <a:pt x="106" y="45"/>
                    </a:cubicBezTo>
                    <a:cubicBezTo>
                      <a:pt x="106" y="20"/>
                      <a:pt x="85" y="0"/>
                      <a:pt x="60" y="0"/>
                    </a:cubicBezTo>
                    <a:cubicBezTo>
                      <a:pt x="34" y="0"/>
                      <a:pt x="14" y="21"/>
                      <a:pt x="14" y="46"/>
                    </a:cubicBezTo>
                    <a:cubicBezTo>
                      <a:pt x="14" y="51"/>
                      <a:pt x="14" y="55"/>
                      <a:pt x="16" y="60"/>
                    </a:cubicBezTo>
                    <a:cubicBezTo>
                      <a:pt x="7" y="60"/>
                      <a:pt x="0" y="67"/>
                      <a:pt x="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41" name="Freeform 100"/>
              <p:cNvSpPr>
                <a:spLocks noEditPoints="1"/>
              </p:cNvSpPr>
              <p:nvPr/>
            </p:nvSpPr>
            <p:spPr bwMode="auto">
              <a:xfrm>
                <a:off x="-2974975" y="3567113"/>
                <a:ext cx="649288" cy="322263"/>
              </a:xfrm>
              <a:custGeom>
                <a:avLst/>
                <a:gdLst>
                  <a:gd name="T0" fmla="*/ 149 w 173"/>
                  <a:gd name="T1" fmla="*/ 61 h 86"/>
                  <a:gd name="T2" fmla="*/ 173 w 173"/>
                  <a:gd name="T3" fmla="*/ 31 h 86"/>
                  <a:gd name="T4" fmla="*/ 149 w 173"/>
                  <a:gd name="T5" fmla="*/ 1 h 86"/>
                  <a:gd name="T6" fmla="*/ 149 w 173"/>
                  <a:gd name="T7" fmla="*/ 15 h 86"/>
                  <a:gd name="T8" fmla="*/ 160 w 173"/>
                  <a:gd name="T9" fmla="*/ 31 h 86"/>
                  <a:gd name="T10" fmla="*/ 149 w 173"/>
                  <a:gd name="T11" fmla="*/ 47 h 86"/>
                  <a:gd name="T12" fmla="*/ 149 w 173"/>
                  <a:gd name="T13" fmla="*/ 61 h 86"/>
                  <a:gd name="T14" fmla="*/ 73 w 173"/>
                  <a:gd name="T15" fmla="*/ 86 h 86"/>
                  <a:gd name="T16" fmla="*/ 130 w 173"/>
                  <a:gd name="T17" fmla="*/ 59 h 86"/>
                  <a:gd name="T18" fmla="*/ 143 w 173"/>
                  <a:gd name="T19" fmla="*/ 61 h 86"/>
                  <a:gd name="T20" fmla="*/ 149 w 173"/>
                  <a:gd name="T21" fmla="*/ 61 h 86"/>
                  <a:gd name="T22" fmla="*/ 149 w 173"/>
                  <a:gd name="T23" fmla="*/ 47 h 86"/>
                  <a:gd name="T24" fmla="*/ 143 w 173"/>
                  <a:gd name="T25" fmla="*/ 48 h 86"/>
                  <a:gd name="T26" fmla="*/ 137 w 173"/>
                  <a:gd name="T27" fmla="*/ 47 h 86"/>
                  <a:gd name="T28" fmla="*/ 145 w 173"/>
                  <a:gd name="T29" fmla="*/ 14 h 86"/>
                  <a:gd name="T30" fmla="*/ 145 w 173"/>
                  <a:gd name="T31" fmla="*/ 14 h 86"/>
                  <a:gd name="T32" fmla="*/ 145 w 173"/>
                  <a:gd name="T33" fmla="*/ 14 h 86"/>
                  <a:gd name="T34" fmla="*/ 149 w 173"/>
                  <a:gd name="T35" fmla="*/ 15 h 86"/>
                  <a:gd name="T36" fmla="*/ 149 w 173"/>
                  <a:gd name="T37" fmla="*/ 1 h 86"/>
                  <a:gd name="T38" fmla="*/ 144 w 173"/>
                  <a:gd name="T39" fmla="*/ 0 h 86"/>
                  <a:gd name="T40" fmla="*/ 144 w 173"/>
                  <a:gd name="T41" fmla="*/ 0 h 86"/>
                  <a:gd name="T42" fmla="*/ 2 w 173"/>
                  <a:gd name="T43" fmla="*/ 0 h 86"/>
                  <a:gd name="T44" fmla="*/ 0 w 173"/>
                  <a:gd name="T45" fmla="*/ 14 h 86"/>
                  <a:gd name="T46" fmla="*/ 73 w 173"/>
                  <a:gd name="T4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3" h="86">
                    <a:moveTo>
                      <a:pt x="149" y="61"/>
                    </a:moveTo>
                    <a:cubicBezTo>
                      <a:pt x="163" y="58"/>
                      <a:pt x="173" y="46"/>
                      <a:pt x="173" y="31"/>
                    </a:cubicBezTo>
                    <a:cubicBezTo>
                      <a:pt x="173" y="16"/>
                      <a:pt x="163" y="4"/>
                      <a:pt x="149" y="1"/>
                    </a:cubicBezTo>
                    <a:cubicBezTo>
                      <a:pt x="149" y="15"/>
                      <a:pt x="149" y="15"/>
                      <a:pt x="149" y="15"/>
                    </a:cubicBezTo>
                    <a:cubicBezTo>
                      <a:pt x="155" y="17"/>
                      <a:pt x="160" y="23"/>
                      <a:pt x="160" y="31"/>
                    </a:cubicBezTo>
                    <a:cubicBezTo>
                      <a:pt x="160" y="38"/>
                      <a:pt x="155" y="45"/>
                      <a:pt x="149" y="47"/>
                    </a:cubicBezTo>
                    <a:lnTo>
                      <a:pt x="149" y="61"/>
                    </a:lnTo>
                    <a:close/>
                    <a:moveTo>
                      <a:pt x="73" y="86"/>
                    </a:moveTo>
                    <a:cubicBezTo>
                      <a:pt x="96" y="86"/>
                      <a:pt x="117" y="75"/>
                      <a:pt x="130" y="59"/>
                    </a:cubicBezTo>
                    <a:cubicBezTo>
                      <a:pt x="134" y="60"/>
                      <a:pt x="138" y="61"/>
                      <a:pt x="143" y="61"/>
                    </a:cubicBezTo>
                    <a:cubicBezTo>
                      <a:pt x="145" y="61"/>
                      <a:pt x="147" y="61"/>
                      <a:pt x="149" y="61"/>
                    </a:cubicBezTo>
                    <a:cubicBezTo>
                      <a:pt x="149" y="47"/>
                      <a:pt x="149" y="47"/>
                      <a:pt x="149" y="47"/>
                    </a:cubicBezTo>
                    <a:cubicBezTo>
                      <a:pt x="147" y="48"/>
                      <a:pt x="145" y="48"/>
                      <a:pt x="143" y="48"/>
                    </a:cubicBezTo>
                    <a:cubicBezTo>
                      <a:pt x="141" y="48"/>
                      <a:pt x="139" y="48"/>
                      <a:pt x="137" y="47"/>
                    </a:cubicBezTo>
                    <a:cubicBezTo>
                      <a:pt x="142" y="37"/>
                      <a:pt x="145" y="26"/>
                      <a:pt x="145" y="14"/>
                    </a:cubicBezTo>
                    <a:cubicBezTo>
                      <a:pt x="145" y="14"/>
                      <a:pt x="145" y="14"/>
                      <a:pt x="145" y="14"/>
                    </a:cubicBezTo>
                    <a:cubicBezTo>
                      <a:pt x="145" y="14"/>
                      <a:pt x="145" y="14"/>
                      <a:pt x="145" y="14"/>
                    </a:cubicBezTo>
                    <a:cubicBezTo>
                      <a:pt x="146" y="14"/>
                      <a:pt x="148" y="14"/>
                      <a:pt x="149" y="15"/>
                    </a:cubicBezTo>
                    <a:cubicBezTo>
                      <a:pt x="149" y="1"/>
                      <a:pt x="149" y="1"/>
                      <a:pt x="149" y="1"/>
                    </a:cubicBezTo>
                    <a:cubicBezTo>
                      <a:pt x="147" y="1"/>
                      <a:pt x="146" y="0"/>
                      <a:pt x="144" y="0"/>
                    </a:cubicBezTo>
                    <a:cubicBezTo>
                      <a:pt x="144" y="0"/>
                      <a:pt x="144" y="0"/>
                      <a:pt x="144" y="0"/>
                    </a:cubicBezTo>
                    <a:cubicBezTo>
                      <a:pt x="2" y="0"/>
                      <a:pt x="2" y="0"/>
                      <a:pt x="2" y="0"/>
                    </a:cubicBezTo>
                    <a:cubicBezTo>
                      <a:pt x="1" y="5"/>
                      <a:pt x="0" y="9"/>
                      <a:pt x="0" y="14"/>
                    </a:cubicBezTo>
                    <a:cubicBezTo>
                      <a:pt x="0" y="54"/>
                      <a:pt x="33" y="86"/>
                      <a:pt x="73"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42" name="Rectangle 101"/>
              <p:cNvSpPr>
                <a:spLocks noChangeArrowheads="1"/>
              </p:cNvSpPr>
              <p:nvPr/>
            </p:nvSpPr>
            <p:spPr bwMode="auto">
              <a:xfrm>
                <a:off x="-2974975" y="3919538"/>
                <a:ext cx="588963"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43" name="Freeform 102"/>
              <p:cNvSpPr>
                <a:spLocks/>
              </p:cNvSpPr>
              <p:nvPr/>
            </p:nvSpPr>
            <p:spPr bwMode="auto">
              <a:xfrm>
                <a:off x="-2840038" y="3281363"/>
                <a:ext cx="104775" cy="266700"/>
              </a:xfrm>
              <a:custGeom>
                <a:avLst/>
                <a:gdLst>
                  <a:gd name="T0" fmla="*/ 10 w 28"/>
                  <a:gd name="T1" fmla="*/ 54 h 71"/>
                  <a:gd name="T2" fmla="*/ 14 w 28"/>
                  <a:gd name="T3" fmla="*/ 68 h 71"/>
                  <a:gd name="T4" fmla="*/ 26 w 28"/>
                  <a:gd name="T5" fmla="*/ 44 h 71"/>
                  <a:gd name="T6" fmla="*/ 19 w 28"/>
                  <a:gd name="T7" fmla="*/ 29 h 71"/>
                  <a:gd name="T8" fmla="*/ 18 w 28"/>
                  <a:gd name="T9" fmla="*/ 18 h 71"/>
                  <a:gd name="T10" fmla="*/ 11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5" y="65"/>
                      <a:pt x="28" y="54"/>
                      <a:pt x="26" y="44"/>
                    </a:cubicBezTo>
                    <a:cubicBezTo>
                      <a:pt x="24" y="38"/>
                      <a:pt x="21" y="34"/>
                      <a:pt x="19" y="29"/>
                    </a:cubicBezTo>
                    <a:cubicBezTo>
                      <a:pt x="17" y="26"/>
                      <a:pt x="15" y="20"/>
                      <a:pt x="18" y="18"/>
                    </a:cubicBezTo>
                    <a:cubicBezTo>
                      <a:pt x="26" y="13"/>
                      <a:pt x="19" y="0"/>
                      <a:pt x="11" y="5"/>
                    </a:cubicBezTo>
                    <a:cubicBezTo>
                      <a:pt x="2" y="11"/>
                      <a:pt x="0" y="21"/>
                      <a:pt x="3" y="30"/>
                    </a:cubicBezTo>
                    <a:cubicBezTo>
                      <a:pt x="4" y="34"/>
                      <a:pt x="17" y="52"/>
                      <a:pt x="1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44" name="Freeform 103"/>
              <p:cNvSpPr>
                <a:spLocks/>
              </p:cNvSpPr>
              <p:nvPr/>
            </p:nvSpPr>
            <p:spPr bwMode="auto">
              <a:xfrm>
                <a:off x="-2686050" y="3281363"/>
                <a:ext cx="104775" cy="266700"/>
              </a:xfrm>
              <a:custGeom>
                <a:avLst/>
                <a:gdLst>
                  <a:gd name="T0" fmla="*/ 10 w 28"/>
                  <a:gd name="T1" fmla="*/ 54 h 71"/>
                  <a:gd name="T2" fmla="*/ 14 w 28"/>
                  <a:gd name="T3" fmla="*/ 68 h 71"/>
                  <a:gd name="T4" fmla="*/ 25 w 28"/>
                  <a:gd name="T5" fmla="*/ 44 h 71"/>
                  <a:gd name="T6" fmla="*/ 18 w 28"/>
                  <a:gd name="T7" fmla="*/ 29 h 71"/>
                  <a:gd name="T8" fmla="*/ 18 w 28"/>
                  <a:gd name="T9" fmla="*/ 18 h 71"/>
                  <a:gd name="T10" fmla="*/ 10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4" y="65"/>
                      <a:pt x="28" y="54"/>
                      <a:pt x="25" y="44"/>
                    </a:cubicBezTo>
                    <a:cubicBezTo>
                      <a:pt x="24" y="38"/>
                      <a:pt x="21" y="34"/>
                      <a:pt x="18" y="29"/>
                    </a:cubicBezTo>
                    <a:cubicBezTo>
                      <a:pt x="17" y="26"/>
                      <a:pt x="14" y="20"/>
                      <a:pt x="18" y="18"/>
                    </a:cubicBezTo>
                    <a:cubicBezTo>
                      <a:pt x="26" y="13"/>
                      <a:pt x="19" y="0"/>
                      <a:pt x="10" y="5"/>
                    </a:cubicBezTo>
                    <a:cubicBezTo>
                      <a:pt x="2" y="11"/>
                      <a:pt x="0" y="21"/>
                      <a:pt x="3" y="30"/>
                    </a:cubicBezTo>
                    <a:cubicBezTo>
                      <a:pt x="4" y="34"/>
                      <a:pt x="16" y="52"/>
                      <a:pt x="1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45" name="Freeform 104"/>
              <p:cNvSpPr>
                <a:spLocks/>
              </p:cNvSpPr>
              <p:nvPr/>
            </p:nvSpPr>
            <p:spPr bwMode="auto">
              <a:xfrm>
                <a:off x="-5267325" y="5068888"/>
                <a:ext cx="266700" cy="431800"/>
              </a:xfrm>
              <a:custGeom>
                <a:avLst/>
                <a:gdLst>
                  <a:gd name="T0" fmla="*/ 168 w 168"/>
                  <a:gd name="T1" fmla="*/ 158 h 272"/>
                  <a:gd name="T2" fmla="*/ 168 w 168"/>
                  <a:gd name="T3" fmla="*/ 0 h 272"/>
                  <a:gd name="T4" fmla="*/ 85 w 168"/>
                  <a:gd name="T5" fmla="*/ 0 h 272"/>
                  <a:gd name="T6" fmla="*/ 0 w 168"/>
                  <a:gd name="T7" fmla="*/ 218 h 272"/>
                  <a:gd name="T8" fmla="*/ 123 w 168"/>
                  <a:gd name="T9" fmla="*/ 272 h 272"/>
                  <a:gd name="T10" fmla="*/ 168 w 168"/>
                  <a:gd name="T11" fmla="*/ 158 h 272"/>
                </a:gdLst>
                <a:ahLst/>
                <a:cxnLst>
                  <a:cxn ang="0">
                    <a:pos x="T0" y="T1"/>
                  </a:cxn>
                  <a:cxn ang="0">
                    <a:pos x="T2" y="T3"/>
                  </a:cxn>
                  <a:cxn ang="0">
                    <a:pos x="T4" y="T5"/>
                  </a:cxn>
                  <a:cxn ang="0">
                    <a:pos x="T6" y="T7"/>
                  </a:cxn>
                  <a:cxn ang="0">
                    <a:pos x="T8" y="T9"/>
                  </a:cxn>
                  <a:cxn ang="0">
                    <a:pos x="T10" y="T11"/>
                  </a:cxn>
                </a:cxnLst>
                <a:rect l="0" t="0" r="r" b="b"/>
                <a:pathLst>
                  <a:path w="168" h="272">
                    <a:moveTo>
                      <a:pt x="168" y="158"/>
                    </a:moveTo>
                    <a:lnTo>
                      <a:pt x="168" y="0"/>
                    </a:lnTo>
                    <a:lnTo>
                      <a:pt x="85" y="0"/>
                    </a:lnTo>
                    <a:lnTo>
                      <a:pt x="0" y="218"/>
                    </a:lnTo>
                    <a:lnTo>
                      <a:pt x="123" y="272"/>
                    </a:lnTo>
                    <a:lnTo>
                      <a:pt x="168"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46" name="Freeform 105"/>
              <p:cNvSpPr>
                <a:spLocks/>
              </p:cNvSpPr>
              <p:nvPr/>
            </p:nvSpPr>
            <p:spPr bwMode="auto">
              <a:xfrm>
                <a:off x="-4986338" y="5068888"/>
                <a:ext cx="49213" cy="134938"/>
              </a:xfrm>
              <a:custGeom>
                <a:avLst/>
                <a:gdLst>
                  <a:gd name="T0" fmla="*/ 0 w 13"/>
                  <a:gd name="T1" fmla="*/ 36 h 36"/>
                  <a:gd name="T2" fmla="*/ 13 w 13"/>
                  <a:gd name="T3" fmla="*/ 2 h 36"/>
                  <a:gd name="T4" fmla="*/ 13 w 13"/>
                  <a:gd name="T5" fmla="*/ 0 h 36"/>
                  <a:gd name="T6" fmla="*/ 0 w 13"/>
                  <a:gd name="T7" fmla="*/ 0 h 36"/>
                  <a:gd name="T8" fmla="*/ 0 w 13"/>
                  <a:gd name="T9" fmla="*/ 36 h 36"/>
                </a:gdLst>
                <a:ahLst/>
                <a:cxnLst>
                  <a:cxn ang="0">
                    <a:pos x="T0" y="T1"/>
                  </a:cxn>
                  <a:cxn ang="0">
                    <a:pos x="T2" y="T3"/>
                  </a:cxn>
                  <a:cxn ang="0">
                    <a:pos x="T4" y="T5"/>
                  </a:cxn>
                  <a:cxn ang="0">
                    <a:pos x="T6" y="T7"/>
                  </a:cxn>
                  <a:cxn ang="0">
                    <a:pos x="T8" y="T9"/>
                  </a:cxn>
                </a:cxnLst>
                <a:rect l="0" t="0" r="r" b="b"/>
                <a:pathLst>
                  <a:path w="13" h="36">
                    <a:moveTo>
                      <a:pt x="0" y="36"/>
                    </a:moveTo>
                    <a:cubicBezTo>
                      <a:pt x="12" y="30"/>
                      <a:pt x="13" y="14"/>
                      <a:pt x="13" y="2"/>
                    </a:cubicBezTo>
                    <a:cubicBezTo>
                      <a:pt x="13" y="1"/>
                      <a:pt x="13" y="1"/>
                      <a:pt x="13" y="0"/>
                    </a:cubicBezTo>
                    <a:cubicBezTo>
                      <a:pt x="0" y="0"/>
                      <a:pt x="0" y="0"/>
                      <a:pt x="0" y="0"/>
                    </a:cubicBezTo>
                    <a:lnTo>
                      <a:pt x="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47" name="Freeform 106"/>
              <p:cNvSpPr>
                <a:spLocks/>
              </p:cNvSpPr>
              <p:nvPr/>
            </p:nvSpPr>
            <p:spPr bwMode="auto">
              <a:xfrm>
                <a:off x="-4986338" y="5068888"/>
                <a:ext cx="266700" cy="431800"/>
              </a:xfrm>
              <a:custGeom>
                <a:avLst/>
                <a:gdLst>
                  <a:gd name="T0" fmla="*/ 17 w 71"/>
                  <a:gd name="T1" fmla="*/ 0 h 115"/>
                  <a:gd name="T2" fmla="*/ 17 w 71"/>
                  <a:gd name="T3" fmla="*/ 2 h 115"/>
                  <a:gd name="T4" fmla="*/ 0 w 71"/>
                  <a:gd name="T5" fmla="*/ 41 h 115"/>
                  <a:gd name="T6" fmla="*/ 0 w 71"/>
                  <a:gd name="T7" fmla="*/ 67 h 115"/>
                  <a:gd name="T8" fmla="*/ 20 w 71"/>
                  <a:gd name="T9" fmla="*/ 115 h 115"/>
                  <a:gd name="T10" fmla="*/ 71 w 71"/>
                  <a:gd name="T11" fmla="*/ 92 h 115"/>
                  <a:gd name="T12" fmla="*/ 35 w 71"/>
                  <a:gd name="T13" fmla="*/ 0 h 115"/>
                  <a:gd name="T14" fmla="*/ 17 w 71"/>
                  <a:gd name="T15" fmla="*/ 0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15">
                    <a:moveTo>
                      <a:pt x="17" y="0"/>
                    </a:moveTo>
                    <a:cubicBezTo>
                      <a:pt x="17" y="1"/>
                      <a:pt x="17" y="1"/>
                      <a:pt x="17" y="2"/>
                    </a:cubicBezTo>
                    <a:cubicBezTo>
                      <a:pt x="17" y="16"/>
                      <a:pt x="15" y="34"/>
                      <a:pt x="0" y="41"/>
                    </a:cubicBezTo>
                    <a:cubicBezTo>
                      <a:pt x="0" y="67"/>
                      <a:pt x="0" y="67"/>
                      <a:pt x="0" y="67"/>
                    </a:cubicBezTo>
                    <a:cubicBezTo>
                      <a:pt x="20" y="115"/>
                      <a:pt x="20" y="115"/>
                      <a:pt x="20" y="115"/>
                    </a:cubicBezTo>
                    <a:cubicBezTo>
                      <a:pt x="71" y="92"/>
                      <a:pt x="71" y="92"/>
                      <a:pt x="71" y="92"/>
                    </a:cubicBezTo>
                    <a:cubicBezTo>
                      <a:pt x="35" y="0"/>
                      <a:pt x="35" y="0"/>
                      <a:pt x="35" y="0"/>
                    </a:cubicBez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48" name="Freeform 107"/>
              <p:cNvSpPr>
                <a:spLocks/>
              </p:cNvSpPr>
              <p:nvPr/>
            </p:nvSpPr>
            <p:spPr bwMode="auto">
              <a:xfrm>
                <a:off x="-5132388" y="5019675"/>
                <a:ext cx="277813" cy="38100"/>
              </a:xfrm>
              <a:custGeom>
                <a:avLst/>
                <a:gdLst>
                  <a:gd name="T0" fmla="*/ 175 w 175"/>
                  <a:gd name="T1" fmla="*/ 0 h 24"/>
                  <a:gd name="T2" fmla="*/ 0 w 175"/>
                  <a:gd name="T3" fmla="*/ 0 h 24"/>
                  <a:gd name="T4" fmla="*/ 0 w 175"/>
                  <a:gd name="T5" fmla="*/ 24 h 24"/>
                  <a:gd name="T6" fmla="*/ 83 w 175"/>
                  <a:gd name="T7" fmla="*/ 24 h 24"/>
                  <a:gd name="T8" fmla="*/ 92 w 175"/>
                  <a:gd name="T9" fmla="*/ 24 h 24"/>
                  <a:gd name="T10" fmla="*/ 175 w 175"/>
                  <a:gd name="T11" fmla="*/ 24 h 24"/>
                  <a:gd name="T12" fmla="*/ 175 w 175"/>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175" h="24">
                    <a:moveTo>
                      <a:pt x="175" y="0"/>
                    </a:moveTo>
                    <a:lnTo>
                      <a:pt x="0" y="0"/>
                    </a:lnTo>
                    <a:lnTo>
                      <a:pt x="0" y="24"/>
                    </a:lnTo>
                    <a:lnTo>
                      <a:pt x="83" y="24"/>
                    </a:lnTo>
                    <a:lnTo>
                      <a:pt x="92" y="24"/>
                    </a:lnTo>
                    <a:lnTo>
                      <a:pt x="175" y="24"/>
                    </a:lnTo>
                    <a:lnTo>
                      <a:pt x="1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grpSp>
        <p:grpSp>
          <p:nvGrpSpPr>
            <p:cNvPr id="24" name="Group 23"/>
            <p:cNvGrpSpPr/>
            <p:nvPr/>
          </p:nvGrpSpPr>
          <p:grpSpPr>
            <a:xfrm flipH="1">
              <a:off x="1270242" y="2289337"/>
              <a:ext cx="2798558" cy="4053395"/>
              <a:chOff x="-6699250" y="-300038"/>
              <a:chExt cx="6051550" cy="9296401"/>
            </a:xfrm>
            <a:solidFill>
              <a:srgbClr val="FFC000">
                <a:lumMod val="75000"/>
              </a:srgbClr>
            </a:solidFill>
          </p:grpSpPr>
          <p:sp>
            <p:nvSpPr>
              <p:cNvPr id="89" name="Freeform 111"/>
              <p:cNvSpPr>
                <a:spLocks/>
              </p:cNvSpPr>
              <p:nvPr/>
            </p:nvSpPr>
            <p:spPr bwMode="auto">
              <a:xfrm>
                <a:off x="-4589463" y="3746500"/>
                <a:ext cx="450850" cy="615950"/>
              </a:xfrm>
              <a:custGeom>
                <a:avLst/>
                <a:gdLst>
                  <a:gd name="T0" fmla="*/ 65 w 120"/>
                  <a:gd name="T1" fmla="*/ 31 h 164"/>
                  <a:gd name="T2" fmla="*/ 65 w 120"/>
                  <a:gd name="T3" fmla="*/ 31 h 164"/>
                  <a:gd name="T4" fmla="*/ 65 w 120"/>
                  <a:gd name="T5" fmla="*/ 131 h 164"/>
                  <a:gd name="T6" fmla="*/ 44 w 120"/>
                  <a:gd name="T7" fmla="*/ 153 h 164"/>
                  <a:gd name="T8" fmla="*/ 15 w 120"/>
                  <a:gd name="T9" fmla="*/ 137 h 164"/>
                  <a:gd name="T10" fmla="*/ 20 w 120"/>
                  <a:gd name="T11" fmla="*/ 137 h 164"/>
                  <a:gd name="T12" fmla="*/ 20 w 120"/>
                  <a:gd name="T13" fmla="*/ 129 h 164"/>
                  <a:gd name="T14" fmla="*/ 0 w 120"/>
                  <a:gd name="T15" fmla="*/ 129 h 164"/>
                  <a:gd name="T16" fmla="*/ 0 w 120"/>
                  <a:gd name="T17" fmla="*/ 137 h 164"/>
                  <a:gd name="T18" fmla="*/ 6 w 120"/>
                  <a:gd name="T19" fmla="*/ 137 h 164"/>
                  <a:gd name="T20" fmla="*/ 41 w 120"/>
                  <a:gd name="T21" fmla="*/ 163 h 164"/>
                  <a:gd name="T22" fmla="*/ 75 w 120"/>
                  <a:gd name="T23" fmla="*/ 129 h 164"/>
                  <a:gd name="T24" fmla="*/ 74 w 120"/>
                  <a:gd name="T25" fmla="*/ 31 h 164"/>
                  <a:gd name="T26" fmla="*/ 92 w 120"/>
                  <a:gd name="T27" fmla="*/ 10 h 164"/>
                  <a:gd name="T28" fmla="*/ 110 w 120"/>
                  <a:gd name="T29" fmla="*/ 32 h 164"/>
                  <a:gd name="T30" fmla="*/ 110 w 120"/>
                  <a:gd name="T31" fmla="*/ 142 h 164"/>
                  <a:gd name="T32" fmla="*/ 120 w 120"/>
                  <a:gd name="T33" fmla="*/ 142 h 164"/>
                  <a:gd name="T34" fmla="*/ 119 w 120"/>
                  <a:gd name="T35" fmla="*/ 30 h 164"/>
                  <a:gd name="T36" fmla="*/ 93 w 120"/>
                  <a:gd name="T37" fmla="*/ 1 h 164"/>
                  <a:gd name="T38" fmla="*/ 65 w 120"/>
                  <a:gd name="T39" fmla="*/ 3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64">
                    <a:moveTo>
                      <a:pt x="65" y="31"/>
                    </a:moveTo>
                    <a:cubicBezTo>
                      <a:pt x="65" y="31"/>
                      <a:pt x="65" y="31"/>
                      <a:pt x="65" y="31"/>
                    </a:cubicBezTo>
                    <a:cubicBezTo>
                      <a:pt x="65" y="31"/>
                      <a:pt x="65" y="130"/>
                      <a:pt x="65" y="131"/>
                    </a:cubicBezTo>
                    <a:cubicBezTo>
                      <a:pt x="65" y="142"/>
                      <a:pt x="55" y="150"/>
                      <a:pt x="44" y="153"/>
                    </a:cubicBezTo>
                    <a:cubicBezTo>
                      <a:pt x="34" y="156"/>
                      <a:pt x="13" y="151"/>
                      <a:pt x="15" y="137"/>
                    </a:cubicBezTo>
                    <a:cubicBezTo>
                      <a:pt x="20" y="137"/>
                      <a:pt x="20" y="137"/>
                      <a:pt x="20" y="137"/>
                    </a:cubicBezTo>
                    <a:cubicBezTo>
                      <a:pt x="20" y="129"/>
                      <a:pt x="20" y="129"/>
                      <a:pt x="20" y="129"/>
                    </a:cubicBezTo>
                    <a:cubicBezTo>
                      <a:pt x="0" y="129"/>
                      <a:pt x="0" y="129"/>
                      <a:pt x="0" y="129"/>
                    </a:cubicBezTo>
                    <a:cubicBezTo>
                      <a:pt x="0" y="137"/>
                      <a:pt x="0" y="137"/>
                      <a:pt x="0" y="137"/>
                    </a:cubicBezTo>
                    <a:cubicBezTo>
                      <a:pt x="6" y="137"/>
                      <a:pt x="6" y="137"/>
                      <a:pt x="6" y="137"/>
                    </a:cubicBezTo>
                    <a:cubicBezTo>
                      <a:pt x="5" y="155"/>
                      <a:pt x="25" y="164"/>
                      <a:pt x="41" y="163"/>
                    </a:cubicBezTo>
                    <a:cubicBezTo>
                      <a:pt x="59" y="162"/>
                      <a:pt x="75" y="146"/>
                      <a:pt x="75" y="129"/>
                    </a:cubicBezTo>
                    <a:cubicBezTo>
                      <a:pt x="75" y="127"/>
                      <a:pt x="74" y="32"/>
                      <a:pt x="74" y="31"/>
                    </a:cubicBezTo>
                    <a:cubicBezTo>
                      <a:pt x="74" y="21"/>
                      <a:pt x="80" y="10"/>
                      <a:pt x="92" y="10"/>
                    </a:cubicBezTo>
                    <a:cubicBezTo>
                      <a:pt x="104" y="10"/>
                      <a:pt x="110" y="21"/>
                      <a:pt x="110" y="32"/>
                    </a:cubicBezTo>
                    <a:cubicBezTo>
                      <a:pt x="110" y="33"/>
                      <a:pt x="110" y="142"/>
                      <a:pt x="110" y="142"/>
                    </a:cubicBezTo>
                    <a:cubicBezTo>
                      <a:pt x="110" y="148"/>
                      <a:pt x="120" y="148"/>
                      <a:pt x="120" y="142"/>
                    </a:cubicBezTo>
                    <a:cubicBezTo>
                      <a:pt x="120" y="142"/>
                      <a:pt x="120" y="31"/>
                      <a:pt x="119" y="30"/>
                    </a:cubicBezTo>
                    <a:cubicBezTo>
                      <a:pt x="119" y="15"/>
                      <a:pt x="108" y="2"/>
                      <a:pt x="93" y="1"/>
                    </a:cubicBezTo>
                    <a:cubicBezTo>
                      <a:pt x="76" y="0"/>
                      <a:pt x="65" y="15"/>
                      <a:pt x="6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90" name="Freeform 112"/>
              <p:cNvSpPr>
                <a:spLocks/>
              </p:cNvSpPr>
              <p:nvPr/>
            </p:nvSpPr>
            <p:spPr bwMode="auto">
              <a:xfrm>
                <a:off x="-4645025" y="3894137"/>
                <a:ext cx="187325" cy="319088"/>
              </a:xfrm>
              <a:custGeom>
                <a:avLst/>
                <a:gdLst>
                  <a:gd name="T0" fmla="*/ 15 w 50"/>
                  <a:gd name="T1" fmla="*/ 85 h 85"/>
                  <a:gd name="T2" fmla="*/ 35 w 50"/>
                  <a:gd name="T3" fmla="*/ 85 h 85"/>
                  <a:gd name="T4" fmla="*/ 41 w 50"/>
                  <a:gd name="T5" fmla="*/ 85 h 85"/>
                  <a:gd name="T6" fmla="*/ 50 w 50"/>
                  <a:gd name="T7" fmla="*/ 0 h 85"/>
                  <a:gd name="T8" fmla="*/ 25 w 50"/>
                  <a:gd name="T9" fmla="*/ 7 h 85"/>
                  <a:gd name="T10" fmla="*/ 0 w 50"/>
                  <a:gd name="T11" fmla="*/ 0 h 85"/>
                  <a:gd name="T12" fmla="*/ 8 w 50"/>
                  <a:gd name="T13" fmla="*/ 85 h 85"/>
                  <a:gd name="T14" fmla="*/ 15 w 50"/>
                  <a:gd name="T15" fmla="*/ 85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85">
                    <a:moveTo>
                      <a:pt x="15" y="85"/>
                    </a:moveTo>
                    <a:cubicBezTo>
                      <a:pt x="35" y="85"/>
                      <a:pt x="35" y="85"/>
                      <a:pt x="35" y="85"/>
                    </a:cubicBezTo>
                    <a:cubicBezTo>
                      <a:pt x="41" y="85"/>
                      <a:pt x="41" y="85"/>
                      <a:pt x="41" y="85"/>
                    </a:cubicBezTo>
                    <a:cubicBezTo>
                      <a:pt x="50" y="0"/>
                      <a:pt x="50" y="0"/>
                      <a:pt x="50" y="0"/>
                    </a:cubicBezTo>
                    <a:cubicBezTo>
                      <a:pt x="43" y="4"/>
                      <a:pt x="34" y="7"/>
                      <a:pt x="25" y="7"/>
                    </a:cubicBezTo>
                    <a:cubicBezTo>
                      <a:pt x="16" y="7"/>
                      <a:pt x="7" y="4"/>
                      <a:pt x="0" y="0"/>
                    </a:cubicBezTo>
                    <a:cubicBezTo>
                      <a:pt x="8" y="85"/>
                      <a:pt x="8" y="85"/>
                      <a:pt x="8" y="85"/>
                    </a:cubicBezTo>
                    <a:lnTo>
                      <a:pt x="15"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91" name="Freeform 113"/>
              <p:cNvSpPr>
                <a:spLocks/>
              </p:cNvSpPr>
              <p:nvPr/>
            </p:nvSpPr>
            <p:spPr bwMode="auto">
              <a:xfrm>
                <a:off x="-4672013" y="3690937"/>
                <a:ext cx="236538" cy="209550"/>
              </a:xfrm>
              <a:custGeom>
                <a:avLst/>
                <a:gdLst>
                  <a:gd name="T0" fmla="*/ 0 w 63"/>
                  <a:gd name="T1" fmla="*/ 32 h 56"/>
                  <a:gd name="T2" fmla="*/ 3 w 63"/>
                  <a:gd name="T3" fmla="*/ 44 h 56"/>
                  <a:gd name="T4" fmla="*/ 5 w 63"/>
                  <a:gd name="T5" fmla="*/ 46 h 56"/>
                  <a:gd name="T6" fmla="*/ 7 w 63"/>
                  <a:gd name="T7" fmla="*/ 48 h 56"/>
                  <a:gd name="T8" fmla="*/ 7 w 63"/>
                  <a:gd name="T9" fmla="*/ 48 h 56"/>
                  <a:gd name="T10" fmla="*/ 7 w 63"/>
                  <a:gd name="T11" fmla="*/ 49 h 56"/>
                  <a:gd name="T12" fmla="*/ 31 w 63"/>
                  <a:gd name="T13" fmla="*/ 56 h 56"/>
                  <a:gd name="T14" fmla="*/ 32 w 63"/>
                  <a:gd name="T15" fmla="*/ 56 h 56"/>
                  <a:gd name="T16" fmla="*/ 32 w 63"/>
                  <a:gd name="T17" fmla="*/ 56 h 56"/>
                  <a:gd name="T18" fmla="*/ 56 w 63"/>
                  <a:gd name="T19" fmla="*/ 49 h 56"/>
                  <a:gd name="T20" fmla="*/ 57 w 63"/>
                  <a:gd name="T21" fmla="*/ 48 h 56"/>
                  <a:gd name="T22" fmla="*/ 57 w 63"/>
                  <a:gd name="T23" fmla="*/ 48 h 56"/>
                  <a:gd name="T24" fmla="*/ 59 w 63"/>
                  <a:gd name="T25" fmla="*/ 46 h 56"/>
                  <a:gd name="T26" fmla="*/ 60 w 63"/>
                  <a:gd name="T27" fmla="*/ 44 h 56"/>
                  <a:gd name="T28" fmla="*/ 63 w 63"/>
                  <a:gd name="T29" fmla="*/ 32 h 56"/>
                  <a:gd name="T30" fmla="*/ 32 w 63"/>
                  <a:gd name="T31" fmla="*/ 0 h 56"/>
                  <a:gd name="T32" fmla="*/ 0 w 63"/>
                  <a:gd name="T33" fmla="*/ 3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56">
                    <a:moveTo>
                      <a:pt x="0" y="32"/>
                    </a:moveTo>
                    <a:cubicBezTo>
                      <a:pt x="0" y="36"/>
                      <a:pt x="1" y="40"/>
                      <a:pt x="3" y="44"/>
                    </a:cubicBezTo>
                    <a:cubicBezTo>
                      <a:pt x="4" y="45"/>
                      <a:pt x="4" y="45"/>
                      <a:pt x="5" y="46"/>
                    </a:cubicBezTo>
                    <a:cubicBezTo>
                      <a:pt x="6" y="47"/>
                      <a:pt x="6" y="48"/>
                      <a:pt x="7" y="48"/>
                    </a:cubicBezTo>
                    <a:cubicBezTo>
                      <a:pt x="7" y="48"/>
                      <a:pt x="7" y="48"/>
                      <a:pt x="7" y="48"/>
                    </a:cubicBezTo>
                    <a:cubicBezTo>
                      <a:pt x="7" y="48"/>
                      <a:pt x="7" y="49"/>
                      <a:pt x="7" y="49"/>
                    </a:cubicBezTo>
                    <a:cubicBezTo>
                      <a:pt x="14" y="53"/>
                      <a:pt x="22" y="56"/>
                      <a:pt x="31" y="56"/>
                    </a:cubicBezTo>
                    <a:cubicBezTo>
                      <a:pt x="32" y="56"/>
                      <a:pt x="32" y="56"/>
                      <a:pt x="32" y="56"/>
                    </a:cubicBezTo>
                    <a:cubicBezTo>
                      <a:pt x="32" y="56"/>
                      <a:pt x="32" y="56"/>
                      <a:pt x="32" y="56"/>
                    </a:cubicBezTo>
                    <a:cubicBezTo>
                      <a:pt x="41" y="56"/>
                      <a:pt x="50" y="53"/>
                      <a:pt x="56" y="49"/>
                    </a:cubicBezTo>
                    <a:cubicBezTo>
                      <a:pt x="57" y="49"/>
                      <a:pt x="57" y="48"/>
                      <a:pt x="57" y="48"/>
                    </a:cubicBezTo>
                    <a:cubicBezTo>
                      <a:pt x="57" y="48"/>
                      <a:pt x="57" y="48"/>
                      <a:pt x="57" y="48"/>
                    </a:cubicBezTo>
                    <a:cubicBezTo>
                      <a:pt x="58" y="48"/>
                      <a:pt x="58" y="47"/>
                      <a:pt x="59" y="46"/>
                    </a:cubicBezTo>
                    <a:cubicBezTo>
                      <a:pt x="59" y="45"/>
                      <a:pt x="60" y="45"/>
                      <a:pt x="60" y="44"/>
                    </a:cubicBezTo>
                    <a:cubicBezTo>
                      <a:pt x="62" y="40"/>
                      <a:pt x="63" y="36"/>
                      <a:pt x="63" y="32"/>
                    </a:cubicBezTo>
                    <a:cubicBezTo>
                      <a:pt x="63" y="14"/>
                      <a:pt x="49" y="0"/>
                      <a:pt x="32" y="0"/>
                    </a:cubicBezTo>
                    <a:cubicBezTo>
                      <a:pt x="15" y="0"/>
                      <a:pt x="0" y="14"/>
                      <a:pt x="0"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92" name="Freeform 114"/>
              <p:cNvSpPr>
                <a:spLocks noEditPoints="1"/>
              </p:cNvSpPr>
              <p:nvPr/>
            </p:nvSpPr>
            <p:spPr bwMode="auto">
              <a:xfrm>
                <a:off x="-5145088" y="806450"/>
                <a:ext cx="442913" cy="500063"/>
              </a:xfrm>
              <a:custGeom>
                <a:avLst/>
                <a:gdLst>
                  <a:gd name="T0" fmla="*/ 260 w 279"/>
                  <a:gd name="T1" fmla="*/ 315 h 315"/>
                  <a:gd name="T2" fmla="*/ 260 w 279"/>
                  <a:gd name="T3" fmla="*/ 0 h 315"/>
                  <a:gd name="T4" fmla="*/ 244 w 279"/>
                  <a:gd name="T5" fmla="*/ 36 h 315"/>
                  <a:gd name="T6" fmla="*/ 244 w 279"/>
                  <a:gd name="T7" fmla="*/ 64 h 315"/>
                  <a:gd name="T8" fmla="*/ 260 w 279"/>
                  <a:gd name="T9" fmla="*/ 119 h 315"/>
                  <a:gd name="T10" fmla="*/ 260 w 279"/>
                  <a:gd name="T11" fmla="*/ 142 h 315"/>
                  <a:gd name="T12" fmla="*/ 244 w 279"/>
                  <a:gd name="T13" fmla="*/ 197 h 315"/>
                  <a:gd name="T14" fmla="*/ 244 w 279"/>
                  <a:gd name="T15" fmla="*/ 225 h 315"/>
                  <a:gd name="T16" fmla="*/ 260 w 279"/>
                  <a:gd name="T17" fmla="*/ 279 h 315"/>
                  <a:gd name="T18" fmla="*/ 140 w 279"/>
                  <a:gd name="T19" fmla="*/ 230 h 315"/>
                  <a:gd name="T20" fmla="*/ 227 w 279"/>
                  <a:gd name="T21" fmla="*/ 315 h 315"/>
                  <a:gd name="T22" fmla="*/ 244 w 279"/>
                  <a:gd name="T23" fmla="*/ 279 h 315"/>
                  <a:gd name="T24" fmla="*/ 227 w 279"/>
                  <a:gd name="T25" fmla="*/ 249 h 315"/>
                  <a:gd name="T26" fmla="*/ 227 w 279"/>
                  <a:gd name="T27" fmla="*/ 225 h 315"/>
                  <a:gd name="T28" fmla="*/ 244 w 279"/>
                  <a:gd name="T29" fmla="*/ 197 h 315"/>
                  <a:gd name="T30" fmla="*/ 227 w 279"/>
                  <a:gd name="T31" fmla="*/ 142 h 315"/>
                  <a:gd name="T32" fmla="*/ 244 w 279"/>
                  <a:gd name="T33" fmla="*/ 119 h 315"/>
                  <a:gd name="T34" fmla="*/ 227 w 279"/>
                  <a:gd name="T35" fmla="*/ 88 h 315"/>
                  <a:gd name="T36" fmla="*/ 227 w 279"/>
                  <a:gd name="T37" fmla="*/ 64 h 315"/>
                  <a:gd name="T38" fmla="*/ 244 w 279"/>
                  <a:gd name="T39" fmla="*/ 36 h 315"/>
                  <a:gd name="T40" fmla="*/ 227 w 279"/>
                  <a:gd name="T41" fmla="*/ 0 h 315"/>
                  <a:gd name="T42" fmla="*/ 140 w 279"/>
                  <a:gd name="T43" fmla="*/ 83 h 315"/>
                  <a:gd name="T44" fmla="*/ 206 w 279"/>
                  <a:gd name="T45" fmla="*/ 114 h 315"/>
                  <a:gd name="T46" fmla="*/ 140 w 279"/>
                  <a:gd name="T47" fmla="*/ 230 h 315"/>
                  <a:gd name="T48" fmla="*/ 36 w 279"/>
                  <a:gd name="T49" fmla="*/ 12 h 315"/>
                  <a:gd name="T50" fmla="*/ 52 w 279"/>
                  <a:gd name="T51" fmla="*/ 64 h 315"/>
                  <a:gd name="T52" fmla="*/ 36 w 279"/>
                  <a:gd name="T53" fmla="*/ 88 h 315"/>
                  <a:gd name="T54" fmla="*/ 52 w 279"/>
                  <a:gd name="T55" fmla="*/ 119 h 315"/>
                  <a:gd name="T56" fmla="*/ 52 w 279"/>
                  <a:gd name="T57" fmla="*/ 142 h 315"/>
                  <a:gd name="T58" fmla="*/ 36 w 279"/>
                  <a:gd name="T59" fmla="*/ 171 h 315"/>
                  <a:gd name="T60" fmla="*/ 52 w 279"/>
                  <a:gd name="T61" fmla="*/ 225 h 315"/>
                  <a:gd name="T62" fmla="*/ 36 w 279"/>
                  <a:gd name="T63" fmla="*/ 249 h 315"/>
                  <a:gd name="T64" fmla="*/ 52 w 279"/>
                  <a:gd name="T65" fmla="*/ 279 h 315"/>
                  <a:gd name="T66" fmla="*/ 52 w 279"/>
                  <a:gd name="T67" fmla="*/ 303 h 315"/>
                  <a:gd name="T68" fmla="*/ 74 w 279"/>
                  <a:gd name="T69" fmla="*/ 230 h 315"/>
                  <a:gd name="T70" fmla="*/ 74 w 279"/>
                  <a:gd name="T71" fmla="*/ 199 h 315"/>
                  <a:gd name="T72" fmla="*/ 140 w 279"/>
                  <a:gd name="T73" fmla="*/ 83 h 315"/>
                  <a:gd name="T74" fmla="*/ 52 w 279"/>
                  <a:gd name="T75" fmla="*/ 0 h 315"/>
                  <a:gd name="T76" fmla="*/ 21 w 279"/>
                  <a:gd name="T77" fmla="*/ 0 h 315"/>
                  <a:gd name="T78" fmla="*/ 21 w 279"/>
                  <a:gd name="T79" fmla="*/ 315 h 315"/>
                  <a:gd name="T80" fmla="*/ 36 w 279"/>
                  <a:gd name="T81" fmla="*/ 279 h 315"/>
                  <a:gd name="T82" fmla="*/ 36 w 279"/>
                  <a:gd name="T83" fmla="*/ 249 h 315"/>
                  <a:gd name="T84" fmla="*/ 21 w 279"/>
                  <a:gd name="T85" fmla="*/ 197 h 315"/>
                  <a:gd name="T86" fmla="*/ 21 w 279"/>
                  <a:gd name="T87" fmla="*/ 171 h 315"/>
                  <a:gd name="T88" fmla="*/ 36 w 279"/>
                  <a:gd name="T89" fmla="*/ 119 h 315"/>
                  <a:gd name="T90" fmla="*/ 36 w 279"/>
                  <a:gd name="T91" fmla="*/ 88 h 315"/>
                  <a:gd name="T92" fmla="*/ 21 w 279"/>
                  <a:gd name="T93" fmla="*/ 36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9" h="315">
                    <a:moveTo>
                      <a:pt x="244" y="303"/>
                    </a:moveTo>
                    <a:lnTo>
                      <a:pt x="260" y="303"/>
                    </a:lnTo>
                    <a:lnTo>
                      <a:pt x="260" y="315"/>
                    </a:lnTo>
                    <a:lnTo>
                      <a:pt x="279" y="315"/>
                    </a:lnTo>
                    <a:lnTo>
                      <a:pt x="279" y="0"/>
                    </a:lnTo>
                    <a:lnTo>
                      <a:pt x="260" y="0"/>
                    </a:lnTo>
                    <a:lnTo>
                      <a:pt x="260" y="12"/>
                    </a:lnTo>
                    <a:lnTo>
                      <a:pt x="244" y="12"/>
                    </a:lnTo>
                    <a:lnTo>
                      <a:pt x="244" y="36"/>
                    </a:lnTo>
                    <a:lnTo>
                      <a:pt x="260" y="36"/>
                    </a:lnTo>
                    <a:lnTo>
                      <a:pt x="260" y="64"/>
                    </a:lnTo>
                    <a:lnTo>
                      <a:pt x="244" y="64"/>
                    </a:lnTo>
                    <a:lnTo>
                      <a:pt x="244" y="88"/>
                    </a:lnTo>
                    <a:lnTo>
                      <a:pt x="260" y="88"/>
                    </a:lnTo>
                    <a:lnTo>
                      <a:pt x="260" y="119"/>
                    </a:lnTo>
                    <a:lnTo>
                      <a:pt x="244" y="119"/>
                    </a:lnTo>
                    <a:lnTo>
                      <a:pt x="244" y="142"/>
                    </a:lnTo>
                    <a:lnTo>
                      <a:pt x="260" y="142"/>
                    </a:lnTo>
                    <a:lnTo>
                      <a:pt x="260" y="171"/>
                    </a:lnTo>
                    <a:lnTo>
                      <a:pt x="244" y="171"/>
                    </a:lnTo>
                    <a:lnTo>
                      <a:pt x="244" y="197"/>
                    </a:lnTo>
                    <a:lnTo>
                      <a:pt x="260" y="197"/>
                    </a:lnTo>
                    <a:lnTo>
                      <a:pt x="260" y="225"/>
                    </a:lnTo>
                    <a:lnTo>
                      <a:pt x="244" y="225"/>
                    </a:lnTo>
                    <a:lnTo>
                      <a:pt x="244" y="249"/>
                    </a:lnTo>
                    <a:lnTo>
                      <a:pt x="260" y="249"/>
                    </a:lnTo>
                    <a:lnTo>
                      <a:pt x="260" y="279"/>
                    </a:lnTo>
                    <a:lnTo>
                      <a:pt x="244" y="279"/>
                    </a:lnTo>
                    <a:lnTo>
                      <a:pt x="244" y="303"/>
                    </a:lnTo>
                    <a:close/>
                    <a:moveTo>
                      <a:pt x="140" y="230"/>
                    </a:moveTo>
                    <a:lnTo>
                      <a:pt x="206" y="230"/>
                    </a:lnTo>
                    <a:lnTo>
                      <a:pt x="206" y="315"/>
                    </a:lnTo>
                    <a:lnTo>
                      <a:pt x="227" y="315"/>
                    </a:lnTo>
                    <a:lnTo>
                      <a:pt x="227" y="303"/>
                    </a:lnTo>
                    <a:lnTo>
                      <a:pt x="244" y="303"/>
                    </a:lnTo>
                    <a:lnTo>
                      <a:pt x="244" y="279"/>
                    </a:lnTo>
                    <a:lnTo>
                      <a:pt x="227" y="279"/>
                    </a:lnTo>
                    <a:lnTo>
                      <a:pt x="227" y="249"/>
                    </a:lnTo>
                    <a:lnTo>
                      <a:pt x="227" y="249"/>
                    </a:lnTo>
                    <a:lnTo>
                      <a:pt x="244" y="249"/>
                    </a:lnTo>
                    <a:lnTo>
                      <a:pt x="244" y="225"/>
                    </a:lnTo>
                    <a:lnTo>
                      <a:pt x="227" y="225"/>
                    </a:lnTo>
                    <a:lnTo>
                      <a:pt x="227" y="197"/>
                    </a:lnTo>
                    <a:lnTo>
                      <a:pt x="227" y="197"/>
                    </a:lnTo>
                    <a:lnTo>
                      <a:pt x="244" y="197"/>
                    </a:lnTo>
                    <a:lnTo>
                      <a:pt x="244" y="171"/>
                    </a:lnTo>
                    <a:lnTo>
                      <a:pt x="227" y="171"/>
                    </a:lnTo>
                    <a:lnTo>
                      <a:pt x="227" y="142"/>
                    </a:lnTo>
                    <a:lnTo>
                      <a:pt x="227" y="142"/>
                    </a:lnTo>
                    <a:lnTo>
                      <a:pt x="244" y="142"/>
                    </a:lnTo>
                    <a:lnTo>
                      <a:pt x="244" y="119"/>
                    </a:lnTo>
                    <a:lnTo>
                      <a:pt x="227" y="119"/>
                    </a:lnTo>
                    <a:lnTo>
                      <a:pt x="227" y="88"/>
                    </a:lnTo>
                    <a:lnTo>
                      <a:pt x="227" y="88"/>
                    </a:lnTo>
                    <a:lnTo>
                      <a:pt x="244" y="88"/>
                    </a:lnTo>
                    <a:lnTo>
                      <a:pt x="244" y="64"/>
                    </a:lnTo>
                    <a:lnTo>
                      <a:pt x="227" y="64"/>
                    </a:lnTo>
                    <a:lnTo>
                      <a:pt x="227" y="36"/>
                    </a:lnTo>
                    <a:lnTo>
                      <a:pt x="227" y="36"/>
                    </a:lnTo>
                    <a:lnTo>
                      <a:pt x="244" y="36"/>
                    </a:lnTo>
                    <a:lnTo>
                      <a:pt x="244" y="12"/>
                    </a:lnTo>
                    <a:lnTo>
                      <a:pt x="227" y="12"/>
                    </a:lnTo>
                    <a:lnTo>
                      <a:pt x="227" y="0"/>
                    </a:lnTo>
                    <a:lnTo>
                      <a:pt x="206" y="0"/>
                    </a:lnTo>
                    <a:lnTo>
                      <a:pt x="206" y="83"/>
                    </a:lnTo>
                    <a:lnTo>
                      <a:pt x="140" y="83"/>
                    </a:lnTo>
                    <a:lnTo>
                      <a:pt x="140" y="114"/>
                    </a:lnTo>
                    <a:lnTo>
                      <a:pt x="206" y="114"/>
                    </a:lnTo>
                    <a:lnTo>
                      <a:pt x="206" y="114"/>
                    </a:lnTo>
                    <a:lnTo>
                      <a:pt x="206" y="199"/>
                    </a:lnTo>
                    <a:lnTo>
                      <a:pt x="140" y="199"/>
                    </a:lnTo>
                    <a:lnTo>
                      <a:pt x="140" y="230"/>
                    </a:lnTo>
                    <a:close/>
                    <a:moveTo>
                      <a:pt x="52" y="0"/>
                    </a:moveTo>
                    <a:lnTo>
                      <a:pt x="52" y="12"/>
                    </a:lnTo>
                    <a:lnTo>
                      <a:pt x="36" y="12"/>
                    </a:lnTo>
                    <a:lnTo>
                      <a:pt x="36" y="36"/>
                    </a:lnTo>
                    <a:lnTo>
                      <a:pt x="52" y="36"/>
                    </a:lnTo>
                    <a:lnTo>
                      <a:pt x="52" y="64"/>
                    </a:lnTo>
                    <a:lnTo>
                      <a:pt x="52" y="64"/>
                    </a:lnTo>
                    <a:lnTo>
                      <a:pt x="36" y="64"/>
                    </a:lnTo>
                    <a:lnTo>
                      <a:pt x="36" y="88"/>
                    </a:lnTo>
                    <a:lnTo>
                      <a:pt x="52" y="88"/>
                    </a:lnTo>
                    <a:lnTo>
                      <a:pt x="52" y="119"/>
                    </a:lnTo>
                    <a:lnTo>
                      <a:pt x="52" y="119"/>
                    </a:lnTo>
                    <a:lnTo>
                      <a:pt x="36" y="119"/>
                    </a:lnTo>
                    <a:lnTo>
                      <a:pt x="36" y="142"/>
                    </a:lnTo>
                    <a:lnTo>
                      <a:pt x="52" y="142"/>
                    </a:lnTo>
                    <a:lnTo>
                      <a:pt x="52" y="171"/>
                    </a:lnTo>
                    <a:lnTo>
                      <a:pt x="52" y="171"/>
                    </a:lnTo>
                    <a:lnTo>
                      <a:pt x="36" y="171"/>
                    </a:lnTo>
                    <a:lnTo>
                      <a:pt x="36" y="197"/>
                    </a:lnTo>
                    <a:lnTo>
                      <a:pt x="52" y="197"/>
                    </a:lnTo>
                    <a:lnTo>
                      <a:pt x="52" y="225"/>
                    </a:lnTo>
                    <a:lnTo>
                      <a:pt x="52" y="225"/>
                    </a:lnTo>
                    <a:lnTo>
                      <a:pt x="36" y="225"/>
                    </a:lnTo>
                    <a:lnTo>
                      <a:pt x="36" y="249"/>
                    </a:lnTo>
                    <a:lnTo>
                      <a:pt x="52" y="249"/>
                    </a:lnTo>
                    <a:lnTo>
                      <a:pt x="52" y="279"/>
                    </a:lnTo>
                    <a:lnTo>
                      <a:pt x="52" y="279"/>
                    </a:lnTo>
                    <a:lnTo>
                      <a:pt x="36" y="279"/>
                    </a:lnTo>
                    <a:lnTo>
                      <a:pt x="36" y="303"/>
                    </a:lnTo>
                    <a:lnTo>
                      <a:pt x="52" y="303"/>
                    </a:lnTo>
                    <a:lnTo>
                      <a:pt x="52" y="315"/>
                    </a:lnTo>
                    <a:lnTo>
                      <a:pt x="74" y="315"/>
                    </a:lnTo>
                    <a:lnTo>
                      <a:pt x="74" y="230"/>
                    </a:lnTo>
                    <a:lnTo>
                      <a:pt x="140" y="230"/>
                    </a:lnTo>
                    <a:lnTo>
                      <a:pt x="140" y="199"/>
                    </a:lnTo>
                    <a:lnTo>
                      <a:pt x="74" y="199"/>
                    </a:lnTo>
                    <a:lnTo>
                      <a:pt x="74" y="114"/>
                    </a:lnTo>
                    <a:lnTo>
                      <a:pt x="140" y="114"/>
                    </a:lnTo>
                    <a:lnTo>
                      <a:pt x="140" y="83"/>
                    </a:lnTo>
                    <a:lnTo>
                      <a:pt x="74" y="83"/>
                    </a:lnTo>
                    <a:lnTo>
                      <a:pt x="74" y="0"/>
                    </a:lnTo>
                    <a:lnTo>
                      <a:pt x="52" y="0"/>
                    </a:lnTo>
                    <a:close/>
                    <a:moveTo>
                      <a:pt x="36" y="12"/>
                    </a:moveTo>
                    <a:lnTo>
                      <a:pt x="21" y="12"/>
                    </a:lnTo>
                    <a:lnTo>
                      <a:pt x="21" y="0"/>
                    </a:lnTo>
                    <a:lnTo>
                      <a:pt x="0" y="0"/>
                    </a:lnTo>
                    <a:lnTo>
                      <a:pt x="0" y="315"/>
                    </a:lnTo>
                    <a:lnTo>
                      <a:pt x="21" y="315"/>
                    </a:lnTo>
                    <a:lnTo>
                      <a:pt x="21" y="303"/>
                    </a:lnTo>
                    <a:lnTo>
                      <a:pt x="36" y="303"/>
                    </a:lnTo>
                    <a:lnTo>
                      <a:pt x="36" y="279"/>
                    </a:lnTo>
                    <a:lnTo>
                      <a:pt x="21" y="279"/>
                    </a:lnTo>
                    <a:lnTo>
                      <a:pt x="21" y="249"/>
                    </a:lnTo>
                    <a:lnTo>
                      <a:pt x="36" y="249"/>
                    </a:lnTo>
                    <a:lnTo>
                      <a:pt x="36" y="225"/>
                    </a:lnTo>
                    <a:lnTo>
                      <a:pt x="21" y="225"/>
                    </a:lnTo>
                    <a:lnTo>
                      <a:pt x="21" y="197"/>
                    </a:lnTo>
                    <a:lnTo>
                      <a:pt x="36" y="197"/>
                    </a:lnTo>
                    <a:lnTo>
                      <a:pt x="36" y="171"/>
                    </a:lnTo>
                    <a:lnTo>
                      <a:pt x="21" y="171"/>
                    </a:lnTo>
                    <a:lnTo>
                      <a:pt x="21" y="142"/>
                    </a:lnTo>
                    <a:lnTo>
                      <a:pt x="36" y="142"/>
                    </a:lnTo>
                    <a:lnTo>
                      <a:pt x="36" y="119"/>
                    </a:lnTo>
                    <a:lnTo>
                      <a:pt x="21" y="119"/>
                    </a:lnTo>
                    <a:lnTo>
                      <a:pt x="21" y="88"/>
                    </a:lnTo>
                    <a:lnTo>
                      <a:pt x="36" y="88"/>
                    </a:lnTo>
                    <a:lnTo>
                      <a:pt x="36" y="64"/>
                    </a:lnTo>
                    <a:lnTo>
                      <a:pt x="21" y="64"/>
                    </a:lnTo>
                    <a:lnTo>
                      <a:pt x="21" y="36"/>
                    </a:lnTo>
                    <a:lnTo>
                      <a:pt x="36" y="36"/>
                    </a:ln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93" name="Freeform 115"/>
              <p:cNvSpPr>
                <a:spLocks/>
              </p:cNvSpPr>
              <p:nvPr/>
            </p:nvSpPr>
            <p:spPr bwMode="auto">
              <a:xfrm>
                <a:off x="-968375" y="8429625"/>
                <a:ext cx="101600" cy="127000"/>
              </a:xfrm>
              <a:custGeom>
                <a:avLst/>
                <a:gdLst>
                  <a:gd name="T0" fmla="*/ 64 w 64"/>
                  <a:gd name="T1" fmla="*/ 0 h 80"/>
                  <a:gd name="T2" fmla="*/ 0 w 64"/>
                  <a:gd name="T3" fmla="*/ 0 h 80"/>
                  <a:gd name="T4" fmla="*/ 0 w 64"/>
                  <a:gd name="T5" fmla="*/ 28 h 80"/>
                  <a:gd name="T6" fmla="*/ 64 w 64"/>
                  <a:gd name="T7" fmla="*/ 80 h 80"/>
                  <a:gd name="T8" fmla="*/ 64 w 64"/>
                  <a:gd name="T9" fmla="*/ 0 h 80"/>
                </a:gdLst>
                <a:ahLst/>
                <a:cxnLst>
                  <a:cxn ang="0">
                    <a:pos x="T0" y="T1"/>
                  </a:cxn>
                  <a:cxn ang="0">
                    <a:pos x="T2" y="T3"/>
                  </a:cxn>
                  <a:cxn ang="0">
                    <a:pos x="T4" y="T5"/>
                  </a:cxn>
                  <a:cxn ang="0">
                    <a:pos x="T6" y="T7"/>
                  </a:cxn>
                  <a:cxn ang="0">
                    <a:pos x="T8" y="T9"/>
                  </a:cxn>
                </a:cxnLst>
                <a:rect l="0" t="0" r="r" b="b"/>
                <a:pathLst>
                  <a:path w="64" h="80">
                    <a:moveTo>
                      <a:pt x="64" y="0"/>
                    </a:moveTo>
                    <a:lnTo>
                      <a:pt x="0" y="0"/>
                    </a:lnTo>
                    <a:lnTo>
                      <a:pt x="0" y="28"/>
                    </a:lnTo>
                    <a:lnTo>
                      <a:pt x="64" y="80"/>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94" name="Freeform 116"/>
              <p:cNvSpPr>
                <a:spLocks/>
              </p:cNvSpPr>
              <p:nvPr/>
            </p:nvSpPr>
            <p:spPr bwMode="auto">
              <a:xfrm>
                <a:off x="-1282700" y="8537575"/>
                <a:ext cx="415925" cy="406400"/>
              </a:xfrm>
              <a:custGeom>
                <a:avLst/>
                <a:gdLst>
                  <a:gd name="T0" fmla="*/ 262 w 262"/>
                  <a:gd name="T1" fmla="*/ 135 h 256"/>
                  <a:gd name="T2" fmla="*/ 262 w 262"/>
                  <a:gd name="T3" fmla="*/ 107 h 256"/>
                  <a:gd name="T4" fmla="*/ 198 w 262"/>
                  <a:gd name="T5" fmla="*/ 55 h 256"/>
                  <a:gd name="T6" fmla="*/ 130 w 262"/>
                  <a:gd name="T7" fmla="*/ 0 h 256"/>
                  <a:gd name="T8" fmla="*/ 0 w 262"/>
                  <a:gd name="T9" fmla="*/ 107 h 256"/>
                  <a:gd name="T10" fmla="*/ 0 w 262"/>
                  <a:gd name="T11" fmla="*/ 256 h 256"/>
                  <a:gd name="T12" fmla="*/ 83 w 262"/>
                  <a:gd name="T13" fmla="*/ 256 h 256"/>
                  <a:gd name="T14" fmla="*/ 83 w 262"/>
                  <a:gd name="T15" fmla="*/ 109 h 256"/>
                  <a:gd name="T16" fmla="*/ 180 w 262"/>
                  <a:gd name="T17" fmla="*/ 109 h 256"/>
                  <a:gd name="T18" fmla="*/ 180 w 262"/>
                  <a:gd name="T19" fmla="*/ 256 h 256"/>
                  <a:gd name="T20" fmla="*/ 262 w 262"/>
                  <a:gd name="T21" fmla="*/ 256 h 256"/>
                  <a:gd name="T22" fmla="*/ 262 w 262"/>
                  <a:gd name="T23" fmla="*/ 1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 h="256">
                    <a:moveTo>
                      <a:pt x="262" y="135"/>
                    </a:moveTo>
                    <a:lnTo>
                      <a:pt x="262" y="107"/>
                    </a:lnTo>
                    <a:lnTo>
                      <a:pt x="198" y="55"/>
                    </a:lnTo>
                    <a:lnTo>
                      <a:pt x="130" y="0"/>
                    </a:lnTo>
                    <a:lnTo>
                      <a:pt x="0" y="107"/>
                    </a:lnTo>
                    <a:lnTo>
                      <a:pt x="0" y="256"/>
                    </a:lnTo>
                    <a:lnTo>
                      <a:pt x="83" y="256"/>
                    </a:lnTo>
                    <a:lnTo>
                      <a:pt x="83" y="109"/>
                    </a:lnTo>
                    <a:lnTo>
                      <a:pt x="180" y="109"/>
                    </a:lnTo>
                    <a:lnTo>
                      <a:pt x="180" y="256"/>
                    </a:lnTo>
                    <a:lnTo>
                      <a:pt x="262" y="256"/>
                    </a:lnTo>
                    <a:lnTo>
                      <a:pt x="262"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95" name="Freeform 117"/>
              <p:cNvSpPr>
                <a:spLocks/>
              </p:cNvSpPr>
              <p:nvPr/>
            </p:nvSpPr>
            <p:spPr bwMode="auto">
              <a:xfrm>
                <a:off x="-1384300" y="8407400"/>
                <a:ext cx="619125" cy="319088"/>
              </a:xfrm>
              <a:custGeom>
                <a:avLst/>
                <a:gdLst>
                  <a:gd name="T0" fmla="*/ 64 w 390"/>
                  <a:gd name="T1" fmla="*/ 177 h 201"/>
                  <a:gd name="T2" fmla="*/ 194 w 390"/>
                  <a:gd name="T3" fmla="*/ 68 h 201"/>
                  <a:gd name="T4" fmla="*/ 262 w 390"/>
                  <a:gd name="T5" fmla="*/ 123 h 201"/>
                  <a:gd name="T6" fmla="*/ 326 w 390"/>
                  <a:gd name="T7" fmla="*/ 177 h 201"/>
                  <a:gd name="T8" fmla="*/ 357 w 390"/>
                  <a:gd name="T9" fmla="*/ 201 h 201"/>
                  <a:gd name="T10" fmla="*/ 390 w 390"/>
                  <a:gd name="T11" fmla="*/ 158 h 201"/>
                  <a:gd name="T12" fmla="*/ 326 w 390"/>
                  <a:gd name="T13" fmla="*/ 108 h 201"/>
                  <a:gd name="T14" fmla="*/ 262 w 390"/>
                  <a:gd name="T15" fmla="*/ 56 h 201"/>
                  <a:gd name="T16" fmla="*/ 194 w 390"/>
                  <a:gd name="T17" fmla="*/ 0 h 201"/>
                  <a:gd name="T18" fmla="*/ 0 w 390"/>
                  <a:gd name="T19" fmla="*/ 158 h 201"/>
                  <a:gd name="T20" fmla="*/ 33 w 390"/>
                  <a:gd name="T21" fmla="*/ 201 h 201"/>
                  <a:gd name="T22" fmla="*/ 64 w 390"/>
                  <a:gd name="T23" fmla="*/ 17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0" h="201">
                    <a:moveTo>
                      <a:pt x="64" y="177"/>
                    </a:moveTo>
                    <a:lnTo>
                      <a:pt x="194" y="68"/>
                    </a:lnTo>
                    <a:lnTo>
                      <a:pt x="262" y="123"/>
                    </a:lnTo>
                    <a:lnTo>
                      <a:pt x="326" y="177"/>
                    </a:lnTo>
                    <a:lnTo>
                      <a:pt x="357" y="201"/>
                    </a:lnTo>
                    <a:lnTo>
                      <a:pt x="390" y="158"/>
                    </a:lnTo>
                    <a:lnTo>
                      <a:pt x="326" y="108"/>
                    </a:lnTo>
                    <a:lnTo>
                      <a:pt x="262" y="56"/>
                    </a:lnTo>
                    <a:lnTo>
                      <a:pt x="194" y="0"/>
                    </a:lnTo>
                    <a:lnTo>
                      <a:pt x="0" y="158"/>
                    </a:lnTo>
                    <a:lnTo>
                      <a:pt x="33" y="201"/>
                    </a:lnTo>
                    <a:lnTo>
                      <a:pt x="64" y="1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96" name="Freeform 118"/>
              <p:cNvSpPr>
                <a:spLocks/>
              </p:cNvSpPr>
              <p:nvPr/>
            </p:nvSpPr>
            <p:spPr bwMode="auto">
              <a:xfrm>
                <a:off x="-3157538" y="8669338"/>
                <a:ext cx="157163" cy="312738"/>
              </a:xfrm>
              <a:custGeom>
                <a:avLst/>
                <a:gdLst>
                  <a:gd name="T0" fmla="*/ 0 w 99"/>
                  <a:gd name="T1" fmla="*/ 197 h 197"/>
                  <a:gd name="T2" fmla="*/ 99 w 99"/>
                  <a:gd name="T3" fmla="*/ 78 h 197"/>
                  <a:gd name="T4" fmla="*/ 0 w 99"/>
                  <a:gd name="T5" fmla="*/ 0 h 197"/>
                  <a:gd name="T6" fmla="*/ 0 w 99"/>
                  <a:gd name="T7" fmla="*/ 197 h 197"/>
                </a:gdLst>
                <a:ahLst/>
                <a:cxnLst>
                  <a:cxn ang="0">
                    <a:pos x="T0" y="T1"/>
                  </a:cxn>
                  <a:cxn ang="0">
                    <a:pos x="T2" y="T3"/>
                  </a:cxn>
                  <a:cxn ang="0">
                    <a:pos x="T4" y="T5"/>
                  </a:cxn>
                  <a:cxn ang="0">
                    <a:pos x="T6" y="T7"/>
                  </a:cxn>
                </a:cxnLst>
                <a:rect l="0" t="0" r="r" b="b"/>
                <a:pathLst>
                  <a:path w="99" h="197">
                    <a:moveTo>
                      <a:pt x="0" y="197"/>
                    </a:moveTo>
                    <a:lnTo>
                      <a:pt x="99" y="78"/>
                    </a:lnTo>
                    <a:lnTo>
                      <a:pt x="0" y="0"/>
                    </a:lnTo>
                    <a:lnTo>
                      <a:pt x="0"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97" name="Freeform 119"/>
              <p:cNvSpPr>
                <a:spLocks/>
              </p:cNvSpPr>
              <p:nvPr/>
            </p:nvSpPr>
            <p:spPr bwMode="auto">
              <a:xfrm>
                <a:off x="-2781300" y="8669338"/>
                <a:ext cx="157163" cy="312738"/>
              </a:xfrm>
              <a:custGeom>
                <a:avLst/>
                <a:gdLst>
                  <a:gd name="T0" fmla="*/ 99 w 99"/>
                  <a:gd name="T1" fmla="*/ 197 h 197"/>
                  <a:gd name="T2" fmla="*/ 99 w 99"/>
                  <a:gd name="T3" fmla="*/ 0 h 197"/>
                  <a:gd name="T4" fmla="*/ 0 w 99"/>
                  <a:gd name="T5" fmla="*/ 78 h 197"/>
                  <a:gd name="T6" fmla="*/ 99 w 99"/>
                  <a:gd name="T7" fmla="*/ 197 h 197"/>
                </a:gdLst>
                <a:ahLst/>
                <a:cxnLst>
                  <a:cxn ang="0">
                    <a:pos x="T0" y="T1"/>
                  </a:cxn>
                  <a:cxn ang="0">
                    <a:pos x="T2" y="T3"/>
                  </a:cxn>
                  <a:cxn ang="0">
                    <a:pos x="T4" y="T5"/>
                  </a:cxn>
                  <a:cxn ang="0">
                    <a:pos x="T6" y="T7"/>
                  </a:cxn>
                </a:cxnLst>
                <a:rect l="0" t="0" r="r" b="b"/>
                <a:pathLst>
                  <a:path w="99" h="197">
                    <a:moveTo>
                      <a:pt x="99" y="197"/>
                    </a:moveTo>
                    <a:lnTo>
                      <a:pt x="99" y="0"/>
                    </a:lnTo>
                    <a:lnTo>
                      <a:pt x="0" y="78"/>
                    </a:lnTo>
                    <a:lnTo>
                      <a:pt x="99"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98" name="Freeform 120"/>
              <p:cNvSpPr>
                <a:spLocks/>
              </p:cNvSpPr>
              <p:nvPr/>
            </p:nvSpPr>
            <p:spPr bwMode="auto">
              <a:xfrm>
                <a:off x="-2624138" y="8993188"/>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99" name="Freeform 121"/>
              <p:cNvSpPr>
                <a:spLocks/>
              </p:cNvSpPr>
              <p:nvPr/>
            </p:nvSpPr>
            <p:spPr bwMode="auto">
              <a:xfrm>
                <a:off x="-3157538" y="8993188"/>
                <a:ext cx="3175" cy="317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00" name="Freeform 122"/>
              <p:cNvSpPr>
                <a:spLocks/>
              </p:cNvSpPr>
              <p:nvPr/>
            </p:nvSpPr>
            <p:spPr bwMode="auto">
              <a:xfrm>
                <a:off x="-3146425" y="8804275"/>
                <a:ext cx="514350" cy="192088"/>
              </a:xfrm>
              <a:custGeom>
                <a:avLst/>
                <a:gdLst>
                  <a:gd name="T0" fmla="*/ 324 w 324"/>
                  <a:gd name="T1" fmla="*/ 121 h 121"/>
                  <a:gd name="T2" fmla="*/ 322 w 324"/>
                  <a:gd name="T3" fmla="*/ 119 h 121"/>
                  <a:gd name="T4" fmla="*/ 222 w 324"/>
                  <a:gd name="T5" fmla="*/ 0 h 121"/>
                  <a:gd name="T6" fmla="*/ 161 w 324"/>
                  <a:gd name="T7" fmla="*/ 50 h 121"/>
                  <a:gd name="T8" fmla="*/ 99 w 324"/>
                  <a:gd name="T9" fmla="*/ 0 h 121"/>
                  <a:gd name="T10" fmla="*/ 0 w 324"/>
                  <a:gd name="T11" fmla="*/ 119 h 121"/>
                  <a:gd name="T12" fmla="*/ 0 w 324"/>
                  <a:gd name="T13" fmla="*/ 121 h 121"/>
                  <a:gd name="T14" fmla="*/ 324 w 324"/>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21">
                    <a:moveTo>
                      <a:pt x="324" y="121"/>
                    </a:moveTo>
                    <a:lnTo>
                      <a:pt x="322" y="119"/>
                    </a:lnTo>
                    <a:lnTo>
                      <a:pt x="222" y="0"/>
                    </a:lnTo>
                    <a:lnTo>
                      <a:pt x="161" y="50"/>
                    </a:lnTo>
                    <a:lnTo>
                      <a:pt x="99" y="0"/>
                    </a:lnTo>
                    <a:lnTo>
                      <a:pt x="0" y="119"/>
                    </a:lnTo>
                    <a:lnTo>
                      <a:pt x="0" y="121"/>
                    </a:lnTo>
                    <a:lnTo>
                      <a:pt x="324"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01" name="Freeform 123"/>
              <p:cNvSpPr>
                <a:spLocks/>
              </p:cNvSpPr>
              <p:nvPr/>
            </p:nvSpPr>
            <p:spPr bwMode="auto">
              <a:xfrm>
                <a:off x="-3146425" y="8658225"/>
                <a:ext cx="511175" cy="206375"/>
              </a:xfrm>
              <a:custGeom>
                <a:avLst/>
                <a:gdLst>
                  <a:gd name="T0" fmla="*/ 97 w 322"/>
                  <a:gd name="T1" fmla="*/ 78 h 130"/>
                  <a:gd name="T2" fmla="*/ 102 w 322"/>
                  <a:gd name="T3" fmla="*/ 81 h 130"/>
                  <a:gd name="T4" fmla="*/ 107 w 322"/>
                  <a:gd name="T5" fmla="*/ 85 h 130"/>
                  <a:gd name="T6" fmla="*/ 161 w 322"/>
                  <a:gd name="T7" fmla="*/ 130 h 130"/>
                  <a:gd name="T8" fmla="*/ 218 w 322"/>
                  <a:gd name="T9" fmla="*/ 85 h 130"/>
                  <a:gd name="T10" fmla="*/ 220 w 322"/>
                  <a:gd name="T11" fmla="*/ 81 h 130"/>
                  <a:gd name="T12" fmla="*/ 225 w 322"/>
                  <a:gd name="T13" fmla="*/ 78 h 130"/>
                  <a:gd name="T14" fmla="*/ 322 w 322"/>
                  <a:gd name="T15" fmla="*/ 0 h 130"/>
                  <a:gd name="T16" fmla="*/ 0 w 322"/>
                  <a:gd name="T17" fmla="*/ 0 h 130"/>
                  <a:gd name="T18" fmla="*/ 97 w 322"/>
                  <a:gd name="T19" fmla="*/ 7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30">
                    <a:moveTo>
                      <a:pt x="97" y="78"/>
                    </a:moveTo>
                    <a:lnTo>
                      <a:pt x="102" y="81"/>
                    </a:lnTo>
                    <a:lnTo>
                      <a:pt x="107" y="85"/>
                    </a:lnTo>
                    <a:lnTo>
                      <a:pt x="161" y="130"/>
                    </a:lnTo>
                    <a:lnTo>
                      <a:pt x="218" y="85"/>
                    </a:lnTo>
                    <a:lnTo>
                      <a:pt x="220" y="81"/>
                    </a:lnTo>
                    <a:lnTo>
                      <a:pt x="225" y="78"/>
                    </a:lnTo>
                    <a:lnTo>
                      <a:pt x="322" y="0"/>
                    </a:lnTo>
                    <a:lnTo>
                      <a:pt x="0" y="0"/>
                    </a:lnTo>
                    <a:lnTo>
                      <a:pt x="97"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02" name="Freeform 124"/>
              <p:cNvSpPr>
                <a:spLocks/>
              </p:cNvSpPr>
              <p:nvPr/>
            </p:nvSpPr>
            <p:spPr bwMode="auto">
              <a:xfrm>
                <a:off x="-2200275" y="1177925"/>
                <a:ext cx="549275" cy="338138"/>
              </a:xfrm>
              <a:custGeom>
                <a:avLst/>
                <a:gdLst>
                  <a:gd name="T0" fmla="*/ 146 w 146"/>
                  <a:gd name="T1" fmla="*/ 74 h 90"/>
                  <a:gd name="T2" fmla="*/ 130 w 146"/>
                  <a:gd name="T3" fmla="*/ 58 h 90"/>
                  <a:gd name="T4" fmla="*/ 132 w 146"/>
                  <a:gd name="T5" fmla="*/ 45 h 90"/>
                  <a:gd name="T6" fmla="*/ 87 w 146"/>
                  <a:gd name="T7" fmla="*/ 0 h 90"/>
                  <a:gd name="T8" fmla="*/ 43 w 146"/>
                  <a:gd name="T9" fmla="*/ 44 h 90"/>
                  <a:gd name="T10" fmla="*/ 26 w 146"/>
                  <a:gd name="T11" fmla="*/ 38 h 90"/>
                  <a:gd name="T12" fmla="*/ 0 w 146"/>
                  <a:gd name="T13" fmla="*/ 64 h 90"/>
                  <a:gd name="T14" fmla="*/ 26 w 146"/>
                  <a:gd name="T15" fmla="*/ 90 h 90"/>
                  <a:gd name="T16" fmla="*/ 85 w 146"/>
                  <a:gd name="T17" fmla="*/ 90 h 90"/>
                  <a:gd name="T18" fmla="*/ 87 w 146"/>
                  <a:gd name="T19" fmla="*/ 90 h 90"/>
                  <a:gd name="T20" fmla="*/ 130 w 146"/>
                  <a:gd name="T21" fmla="*/ 90 h 90"/>
                  <a:gd name="T22" fmla="*/ 146 w 146"/>
                  <a:gd name="T23" fmla="*/ 7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90">
                    <a:moveTo>
                      <a:pt x="146" y="74"/>
                    </a:moveTo>
                    <a:cubicBezTo>
                      <a:pt x="146" y="65"/>
                      <a:pt x="139" y="58"/>
                      <a:pt x="130" y="58"/>
                    </a:cubicBezTo>
                    <a:cubicBezTo>
                      <a:pt x="132" y="54"/>
                      <a:pt x="132" y="50"/>
                      <a:pt x="132" y="45"/>
                    </a:cubicBezTo>
                    <a:cubicBezTo>
                      <a:pt x="132" y="20"/>
                      <a:pt x="112" y="0"/>
                      <a:pt x="87" y="0"/>
                    </a:cubicBezTo>
                    <a:cubicBezTo>
                      <a:pt x="63" y="0"/>
                      <a:pt x="43" y="20"/>
                      <a:pt x="43" y="44"/>
                    </a:cubicBezTo>
                    <a:cubicBezTo>
                      <a:pt x="38" y="40"/>
                      <a:pt x="32" y="38"/>
                      <a:pt x="26" y="38"/>
                    </a:cubicBezTo>
                    <a:cubicBezTo>
                      <a:pt x="12" y="38"/>
                      <a:pt x="0" y="50"/>
                      <a:pt x="0" y="64"/>
                    </a:cubicBezTo>
                    <a:cubicBezTo>
                      <a:pt x="0" y="78"/>
                      <a:pt x="12" y="90"/>
                      <a:pt x="26" y="90"/>
                    </a:cubicBezTo>
                    <a:cubicBezTo>
                      <a:pt x="85" y="90"/>
                      <a:pt x="85" y="90"/>
                      <a:pt x="85" y="90"/>
                    </a:cubicBezTo>
                    <a:cubicBezTo>
                      <a:pt x="87" y="90"/>
                      <a:pt x="87" y="90"/>
                      <a:pt x="87" y="90"/>
                    </a:cubicBezTo>
                    <a:cubicBezTo>
                      <a:pt x="130" y="90"/>
                      <a:pt x="130" y="90"/>
                      <a:pt x="130" y="90"/>
                    </a:cubicBezTo>
                    <a:cubicBezTo>
                      <a:pt x="139" y="90"/>
                      <a:pt x="146" y="83"/>
                      <a:pt x="146"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03" name="Rectangle 125"/>
              <p:cNvSpPr>
                <a:spLocks noChangeArrowheads="1"/>
              </p:cNvSpPr>
              <p:nvPr/>
            </p:nvSpPr>
            <p:spPr bwMode="auto">
              <a:xfrm>
                <a:off x="-2120900" y="1546225"/>
                <a:ext cx="44450" cy="106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04" name="Rectangle 126"/>
              <p:cNvSpPr>
                <a:spLocks noChangeArrowheads="1"/>
              </p:cNvSpPr>
              <p:nvPr/>
            </p:nvSpPr>
            <p:spPr bwMode="auto">
              <a:xfrm>
                <a:off x="-2008188" y="1603375"/>
                <a:ext cx="49213"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05" name="Rectangle 127"/>
              <p:cNvSpPr>
                <a:spLocks noChangeArrowheads="1"/>
              </p:cNvSpPr>
              <p:nvPr/>
            </p:nvSpPr>
            <p:spPr bwMode="auto">
              <a:xfrm>
                <a:off x="-1892300" y="1546225"/>
                <a:ext cx="46038" cy="106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06" name="Rectangle 128"/>
              <p:cNvSpPr>
                <a:spLocks noChangeArrowheads="1"/>
              </p:cNvSpPr>
              <p:nvPr/>
            </p:nvSpPr>
            <p:spPr bwMode="auto">
              <a:xfrm>
                <a:off x="-1779588" y="1603375"/>
                <a:ext cx="49213"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07" name="Freeform 129"/>
              <p:cNvSpPr>
                <a:spLocks/>
              </p:cNvSpPr>
              <p:nvPr/>
            </p:nvSpPr>
            <p:spPr bwMode="auto">
              <a:xfrm>
                <a:off x="-1843088" y="2755900"/>
                <a:ext cx="469900" cy="387350"/>
              </a:xfrm>
              <a:custGeom>
                <a:avLst/>
                <a:gdLst>
                  <a:gd name="T0" fmla="*/ 241 w 296"/>
                  <a:gd name="T1" fmla="*/ 0 h 244"/>
                  <a:gd name="T2" fmla="*/ 107 w 296"/>
                  <a:gd name="T3" fmla="*/ 137 h 244"/>
                  <a:gd name="T4" fmla="*/ 55 w 296"/>
                  <a:gd name="T5" fmla="*/ 85 h 244"/>
                  <a:gd name="T6" fmla="*/ 0 w 296"/>
                  <a:gd name="T7" fmla="*/ 139 h 244"/>
                  <a:gd name="T8" fmla="*/ 52 w 296"/>
                  <a:gd name="T9" fmla="*/ 189 h 244"/>
                  <a:gd name="T10" fmla="*/ 107 w 296"/>
                  <a:gd name="T11" fmla="*/ 244 h 244"/>
                  <a:gd name="T12" fmla="*/ 159 w 296"/>
                  <a:gd name="T13" fmla="*/ 189 h 244"/>
                  <a:gd name="T14" fmla="*/ 296 w 296"/>
                  <a:gd name="T15" fmla="*/ 54 h 244"/>
                  <a:gd name="T16" fmla="*/ 241 w 296"/>
                  <a:gd name="T17"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244">
                    <a:moveTo>
                      <a:pt x="241" y="0"/>
                    </a:moveTo>
                    <a:lnTo>
                      <a:pt x="107" y="137"/>
                    </a:lnTo>
                    <a:lnTo>
                      <a:pt x="55" y="85"/>
                    </a:lnTo>
                    <a:lnTo>
                      <a:pt x="0" y="139"/>
                    </a:lnTo>
                    <a:lnTo>
                      <a:pt x="52" y="189"/>
                    </a:lnTo>
                    <a:lnTo>
                      <a:pt x="107" y="244"/>
                    </a:lnTo>
                    <a:lnTo>
                      <a:pt x="159" y="189"/>
                    </a:lnTo>
                    <a:lnTo>
                      <a:pt x="296" y="54"/>
                    </a:lnTo>
                    <a:lnTo>
                      <a:pt x="24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08" name="Freeform 130"/>
              <p:cNvSpPr>
                <a:spLocks/>
              </p:cNvSpPr>
              <p:nvPr/>
            </p:nvSpPr>
            <p:spPr bwMode="auto">
              <a:xfrm>
                <a:off x="-5813425" y="2943225"/>
                <a:ext cx="560388" cy="131763"/>
              </a:xfrm>
              <a:custGeom>
                <a:avLst/>
                <a:gdLst>
                  <a:gd name="T0" fmla="*/ 353 w 353"/>
                  <a:gd name="T1" fmla="*/ 0 h 83"/>
                  <a:gd name="T2" fmla="*/ 322 w 353"/>
                  <a:gd name="T3" fmla="*/ 0 h 83"/>
                  <a:gd name="T4" fmla="*/ 322 w 353"/>
                  <a:gd name="T5" fmla="*/ 52 h 83"/>
                  <a:gd name="T6" fmla="*/ 33 w 353"/>
                  <a:gd name="T7" fmla="*/ 52 h 83"/>
                  <a:gd name="T8" fmla="*/ 33 w 353"/>
                  <a:gd name="T9" fmla="*/ 0 h 83"/>
                  <a:gd name="T10" fmla="*/ 0 w 353"/>
                  <a:gd name="T11" fmla="*/ 0 h 83"/>
                  <a:gd name="T12" fmla="*/ 0 w 353"/>
                  <a:gd name="T13" fmla="*/ 83 h 83"/>
                  <a:gd name="T14" fmla="*/ 353 w 353"/>
                  <a:gd name="T15" fmla="*/ 83 h 83"/>
                  <a:gd name="T16" fmla="*/ 353 w 353"/>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83">
                    <a:moveTo>
                      <a:pt x="353" y="0"/>
                    </a:moveTo>
                    <a:lnTo>
                      <a:pt x="322" y="0"/>
                    </a:lnTo>
                    <a:lnTo>
                      <a:pt x="322" y="52"/>
                    </a:lnTo>
                    <a:lnTo>
                      <a:pt x="33" y="52"/>
                    </a:lnTo>
                    <a:lnTo>
                      <a:pt x="33" y="0"/>
                    </a:lnTo>
                    <a:lnTo>
                      <a:pt x="0" y="0"/>
                    </a:lnTo>
                    <a:lnTo>
                      <a:pt x="0" y="83"/>
                    </a:lnTo>
                    <a:lnTo>
                      <a:pt x="353" y="83"/>
                    </a:lnTo>
                    <a:lnTo>
                      <a:pt x="3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09" name="Freeform 131"/>
              <p:cNvSpPr>
                <a:spLocks/>
              </p:cNvSpPr>
              <p:nvPr/>
            </p:nvSpPr>
            <p:spPr bwMode="auto">
              <a:xfrm>
                <a:off x="-5734050" y="2544762"/>
                <a:ext cx="412750" cy="439738"/>
              </a:xfrm>
              <a:custGeom>
                <a:avLst/>
                <a:gdLst>
                  <a:gd name="T0" fmla="*/ 45 w 260"/>
                  <a:gd name="T1" fmla="*/ 116 h 277"/>
                  <a:gd name="T2" fmla="*/ 0 w 260"/>
                  <a:gd name="T3" fmla="*/ 116 h 277"/>
                  <a:gd name="T4" fmla="*/ 130 w 260"/>
                  <a:gd name="T5" fmla="*/ 277 h 277"/>
                  <a:gd name="T6" fmla="*/ 260 w 260"/>
                  <a:gd name="T7" fmla="*/ 116 h 277"/>
                  <a:gd name="T8" fmla="*/ 215 w 260"/>
                  <a:gd name="T9" fmla="*/ 116 h 277"/>
                  <a:gd name="T10" fmla="*/ 215 w 260"/>
                  <a:gd name="T11" fmla="*/ 0 h 277"/>
                  <a:gd name="T12" fmla="*/ 45 w 260"/>
                  <a:gd name="T13" fmla="*/ 0 h 277"/>
                  <a:gd name="T14" fmla="*/ 45 w 260"/>
                  <a:gd name="T15" fmla="*/ 116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0" h="277">
                    <a:moveTo>
                      <a:pt x="45" y="116"/>
                    </a:moveTo>
                    <a:lnTo>
                      <a:pt x="0" y="116"/>
                    </a:lnTo>
                    <a:lnTo>
                      <a:pt x="130" y="277"/>
                    </a:lnTo>
                    <a:lnTo>
                      <a:pt x="260" y="116"/>
                    </a:lnTo>
                    <a:lnTo>
                      <a:pt x="215" y="116"/>
                    </a:lnTo>
                    <a:lnTo>
                      <a:pt x="215" y="0"/>
                    </a:lnTo>
                    <a:lnTo>
                      <a:pt x="45" y="0"/>
                    </a:lnTo>
                    <a:lnTo>
                      <a:pt x="45"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10" name="Freeform 132"/>
              <p:cNvSpPr>
                <a:spLocks noEditPoints="1"/>
              </p:cNvSpPr>
              <p:nvPr/>
            </p:nvSpPr>
            <p:spPr bwMode="auto">
              <a:xfrm>
                <a:off x="-3600450" y="4483100"/>
                <a:ext cx="566738" cy="566738"/>
              </a:xfrm>
              <a:custGeom>
                <a:avLst/>
                <a:gdLst>
                  <a:gd name="T0" fmla="*/ 76 w 151"/>
                  <a:gd name="T1" fmla="*/ 151 h 151"/>
                  <a:gd name="T2" fmla="*/ 151 w 151"/>
                  <a:gd name="T3" fmla="*/ 75 h 151"/>
                  <a:gd name="T4" fmla="*/ 76 w 151"/>
                  <a:gd name="T5" fmla="*/ 0 h 151"/>
                  <a:gd name="T6" fmla="*/ 76 w 151"/>
                  <a:gd name="T7" fmla="*/ 8 h 151"/>
                  <a:gd name="T8" fmla="*/ 82 w 151"/>
                  <a:gd name="T9" fmla="*/ 8 h 151"/>
                  <a:gd name="T10" fmla="*/ 82 w 151"/>
                  <a:gd name="T11" fmla="*/ 75 h 151"/>
                  <a:gd name="T12" fmla="*/ 76 w 151"/>
                  <a:gd name="T13" fmla="*/ 75 h 151"/>
                  <a:gd name="T14" fmla="*/ 76 w 151"/>
                  <a:gd name="T15" fmla="*/ 123 h 151"/>
                  <a:gd name="T16" fmla="*/ 124 w 151"/>
                  <a:gd name="T17" fmla="*/ 75 h 151"/>
                  <a:gd name="T18" fmla="*/ 98 w 151"/>
                  <a:gd name="T19" fmla="*/ 32 h 151"/>
                  <a:gd name="T20" fmla="*/ 103 w 151"/>
                  <a:gd name="T21" fmla="*/ 21 h 151"/>
                  <a:gd name="T22" fmla="*/ 136 w 151"/>
                  <a:gd name="T23" fmla="*/ 75 h 151"/>
                  <a:gd name="T24" fmla="*/ 76 w 151"/>
                  <a:gd name="T25" fmla="*/ 135 h 151"/>
                  <a:gd name="T26" fmla="*/ 76 w 151"/>
                  <a:gd name="T27" fmla="*/ 151 h 151"/>
                  <a:gd name="T28" fmla="*/ 76 w 151"/>
                  <a:gd name="T29" fmla="*/ 135 h 151"/>
                  <a:gd name="T30" fmla="*/ 76 w 151"/>
                  <a:gd name="T31" fmla="*/ 135 h 151"/>
                  <a:gd name="T32" fmla="*/ 76 w 151"/>
                  <a:gd name="T33" fmla="*/ 0 h 151"/>
                  <a:gd name="T34" fmla="*/ 0 w 151"/>
                  <a:gd name="T35" fmla="*/ 75 h 151"/>
                  <a:gd name="T36" fmla="*/ 76 w 151"/>
                  <a:gd name="T37" fmla="*/ 151 h 151"/>
                  <a:gd name="T38" fmla="*/ 76 w 151"/>
                  <a:gd name="T39" fmla="*/ 135 h 151"/>
                  <a:gd name="T40" fmla="*/ 76 w 151"/>
                  <a:gd name="T41" fmla="*/ 135 h 151"/>
                  <a:gd name="T42" fmla="*/ 15 w 151"/>
                  <a:gd name="T43" fmla="*/ 75 h 151"/>
                  <a:gd name="T44" fmla="*/ 49 w 151"/>
                  <a:gd name="T45" fmla="*/ 21 h 151"/>
                  <a:gd name="T46" fmla="*/ 54 w 151"/>
                  <a:gd name="T47" fmla="*/ 32 h 151"/>
                  <a:gd name="T48" fmla="*/ 28 w 151"/>
                  <a:gd name="T49" fmla="*/ 75 h 151"/>
                  <a:gd name="T50" fmla="*/ 76 w 151"/>
                  <a:gd name="T51" fmla="*/ 123 h 151"/>
                  <a:gd name="T52" fmla="*/ 76 w 151"/>
                  <a:gd name="T53" fmla="*/ 75 h 151"/>
                  <a:gd name="T54" fmla="*/ 70 w 151"/>
                  <a:gd name="T55" fmla="*/ 75 h 151"/>
                  <a:gd name="T56" fmla="*/ 70 w 151"/>
                  <a:gd name="T57" fmla="*/ 8 h 151"/>
                  <a:gd name="T58" fmla="*/ 70 w 151"/>
                  <a:gd name="T59" fmla="*/ 8 h 151"/>
                  <a:gd name="T60" fmla="*/ 76 w 151"/>
                  <a:gd name="T61" fmla="*/ 8 h 151"/>
                  <a:gd name="T62" fmla="*/ 76 w 151"/>
                  <a:gd name="T6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 h="151">
                    <a:moveTo>
                      <a:pt x="76" y="151"/>
                    </a:moveTo>
                    <a:cubicBezTo>
                      <a:pt x="118" y="151"/>
                      <a:pt x="151" y="117"/>
                      <a:pt x="151" y="75"/>
                    </a:cubicBezTo>
                    <a:cubicBezTo>
                      <a:pt x="151" y="33"/>
                      <a:pt x="118" y="0"/>
                      <a:pt x="76" y="0"/>
                    </a:cubicBezTo>
                    <a:cubicBezTo>
                      <a:pt x="76" y="8"/>
                      <a:pt x="76" y="8"/>
                      <a:pt x="76" y="8"/>
                    </a:cubicBezTo>
                    <a:cubicBezTo>
                      <a:pt x="82" y="8"/>
                      <a:pt x="82" y="8"/>
                      <a:pt x="82" y="8"/>
                    </a:cubicBezTo>
                    <a:cubicBezTo>
                      <a:pt x="82" y="75"/>
                      <a:pt x="82" y="75"/>
                      <a:pt x="82" y="75"/>
                    </a:cubicBezTo>
                    <a:cubicBezTo>
                      <a:pt x="76" y="75"/>
                      <a:pt x="76" y="75"/>
                      <a:pt x="76" y="75"/>
                    </a:cubicBezTo>
                    <a:cubicBezTo>
                      <a:pt x="76" y="123"/>
                      <a:pt x="76" y="123"/>
                      <a:pt x="76" y="123"/>
                    </a:cubicBezTo>
                    <a:cubicBezTo>
                      <a:pt x="102" y="123"/>
                      <a:pt x="124" y="101"/>
                      <a:pt x="124" y="75"/>
                    </a:cubicBezTo>
                    <a:cubicBezTo>
                      <a:pt x="124" y="57"/>
                      <a:pt x="114" y="41"/>
                      <a:pt x="98" y="32"/>
                    </a:cubicBezTo>
                    <a:cubicBezTo>
                      <a:pt x="103" y="21"/>
                      <a:pt x="103" y="21"/>
                      <a:pt x="103" y="21"/>
                    </a:cubicBezTo>
                    <a:cubicBezTo>
                      <a:pt x="124" y="32"/>
                      <a:pt x="136" y="52"/>
                      <a:pt x="136" y="75"/>
                    </a:cubicBezTo>
                    <a:cubicBezTo>
                      <a:pt x="136" y="108"/>
                      <a:pt x="109" y="135"/>
                      <a:pt x="76" y="135"/>
                    </a:cubicBezTo>
                    <a:cubicBezTo>
                      <a:pt x="76" y="151"/>
                      <a:pt x="76" y="151"/>
                      <a:pt x="76" y="151"/>
                    </a:cubicBezTo>
                    <a:close/>
                    <a:moveTo>
                      <a:pt x="76" y="135"/>
                    </a:moveTo>
                    <a:cubicBezTo>
                      <a:pt x="76" y="135"/>
                      <a:pt x="76" y="135"/>
                      <a:pt x="76" y="135"/>
                    </a:cubicBezTo>
                    <a:moveTo>
                      <a:pt x="76" y="0"/>
                    </a:moveTo>
                    <a:cubicBezTo>
                      <a:pt x="34" y="0"/>
                      <a:pt x="0" y="33"/>
                      <a:pt x="0" y="75"/>
                    </a:cubicBezTo>
                    <a:cubicBezTo>
                      <a:pt x="0" y="117"/>
                      <a:pt x="34" y="151"/>
                      <a:pt x="76" y="151"/>
                    </a:cubicBezTo>
                    <a:cubicBezTo>
                      <a:pt x="76" y="135"/>
                      <a:pt x="76" y="135"/>
                      <a:pt x="76" y="135"/>
                    </a:cubicBezTo>
                    <a:cubicBezTo>
                      <a:pt x="76" y="135"/>
                      <a:pt x="76" y="135"/>
                      <a:pt x="76" y="135"/>
                    </a:cubicBezTo>
                    <a:cubicBezTo>
                      <a:pt x="43" y="135"/>
                      <a:pt x="15" y="108"/>
                      <a:pt x="15" y="75"/>
                    </a:cubicBezTo>
                    <a:cubicBezTo>
                      <a:pt x="15" y="52"/>
                      <a:pt x="28" y="32"/>
                      <a:pt x="49" y="21"/>
                    </a:cubicBezTo>
                    <a:cubicBezTo>
                      <a:pt x="54" y="32"/>
                      <a:pt x="54" y="32"/>
                      <a:pt x="54" y="32"/>
                    </a:cubicBezTo>
                    <a:cubicBezTo>
                      <a:pt x="38" y="41"/>
                      <a:pt x="28" y="57"/>
                      <a:pt x="28" y="75"/>
                    </a:cubicBezTo>
                    <a:cubicBezTo>
                      <a:pt x="28" y="101"/>
                      <a:pt x="49" y="123"/>
                      <a:pt x="76" y="123"/>
                    </a:cubicBezTo>
                    <a:cubicBezTo>
                      <a:pt x="76" y="75"/>
                      <a:pt x="76" y="75"/>
                      <a:pt x="76" y="75"/>
                    </a:cubicBezTo>
                    <a:cubicBezTo>
                      <a:pt x="70" y="75"/>
                      <a:pt x="70" y="75"/>
                      <a:pt x="70" y="75"/>
                    </a:cubicBezTo>
                    <a:cubicBezTo>
                      <a:pt x="70" y="8"/>
                      <a:pt x="70" y="8"/>
                      <a:pt x="70" y="8"/>
                    </a:cubicBezTo>
                    <a:cubicBezTo>
                      <a:pt x="70" y="8"/>
                      <a:pt x="70" y="8"/>
                      <a:pt x="70" y="8"/>
                    </a:cubicBezTo>
                    <a:cubicBezTo>
                      <a:pt x="76" y="8"/>
                      <a:pt x="76" y="8"/>
                      <a:pt x="76" y="8"/>
                    </a:cubicBezTo>
                    <a:lnTo>
                      <a:pt x="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11" name="Oval 133"/>
              <p:cNvSpPr>
                <a:spLocks noChangeArrowheads="1"/>
              </p:cNvSpPr>
              <p:nvPr/>
            </p:nvSpPr>
            <p:spPr bwMode="auto">
              <a:xfrm>
                <a:off x="-3303588" y="7318375"/>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12" name="Freeform 134"/>
              <p:cNvSpPr>
                <a:spLocks noEditPoints="1"/>
              </p:cNvSpPr>
              <p:nvPr/>
            </p:nvSpPr>
            <p:spPr bwMode="auto">
              <a:xfrm>
                <a:off x="-3379788" y="7239000"/>
                <a:ext cx="312738" cy="458788"/>
              </a:xfrm>
              <a:custGeom>
                <a:avLst/>
                <a:gdLst>
                  <a:gd name="T0" fmla="*/ 83 w 83"/>
                  <a:gd name="T1" fmla="*/ 0 h 122"/>
                  <a:gd name="T2" fmla="*/ 42 w 83"/>
                  <a:gd name="T3" fmla="*/ 0 h 122"/>
                  <a:gd name="T4" fmla="*/ 42 w 83"/>
                  <a:gd name="T5" fmla="*/ 10 h 122"/>
                  <a:gd name="T6" fmla="*/ 42 w 83"/>
                  <a:gd name="T7" fmla="*/ 10 h 122"/>
                  <a:gd name="T8" fmla="*/ 74 w 83"/>
                  <a:gd name="T9" fmla="*/ 43 h 122"/>
                  <a:gd name="T10" fmla="*/ 42 w 83"/>
                  <a:gd name="T11" fmla="*/ 75 h 122"/>
                  <a:gd name="T12" fmla="*/ 42 w 83"/>
                  <a:gd name="T13" fmla="*/ 75 h 122"/>
                  <a:gd name="T14" fmla="*/ 42 w 83"/>
                  <a:gd name="T15" fmla="*/ 75 h 122"/>
                  <a:gd name="T16" fmla="*/ 42 w 83"/>
                  <a:gd name="T17" fmla="*/ 89 h 122"/>
                  <a:gd name="T18" fmla="*/ 42 w 83"/>
                  <a:gd name="T19" fmla="*/ 89 h 122"/>
                  <a:gd name="T20" fmla="*/ 53 w 83"/>
                  <a:gd name="T21" fmla="*/ 100 h 122"/>
                  <a:gd name="T22" fmla="*/ 42 w 83"/>
                  <a:gd name="T23" fmla="*/ 111 h 122"/>
                  <a:gd name="T24" fmla="*/ 42 w 83"/>
                  <a:gd name="T25" fmla="*/ 111 h 122"/>
                  <a:gd name="T26" fmla="*/ 42 w 83"/>
                  <a:gd name="T27" fmla="*/ 111 h 122"/>
                  <a:gd name="T28" fmla="*/ 42 w 83"/>
                  <a:gd name="T29" fmla="*/ 122 h 122"/>
                  <a:gd name="T30" fmla="*/ 83 w 83"/>
                  <a:gd name="T31" fmla="*/ 122 h 122"/>
                  <a:gd name="T32" fmla="*/ 83 w 83"/>
                  <a:gd name="T33" fmla="*/ 0 h 122"/>
                  <a:gd name="T34" fmla="*/ 42 w 83"/>
                  <a:gd name="T35" fmla="*/ 0 h 122"/>
                  <a:gd name="T36" fmla="*/ 0 w 83"/>
                  <a:gd name="T37" fmla="*/ 0 h 122"/>
                  <a:gd name="T38" fmla="*/ 0 w 83"/>
                  <a:gd name="T39" fmla="*/ 122 h 122"/>
                  <a:gd name="T40" fmla="*/ 42 w 83"/>
                  <a:gd name="T41" fmla="*/ 122 h 122"/>
                  <a:gd name="T42" fmla="*/ 42 w 83"/>
                  <a:gd name="T43" fmla="*/ 111 h 122"/>
                  <a:gd name="T44" fmla="*/ 31 w 83"/>
                  <a:gd name="T45" fmla="*/ 100 h 122"/>
                  <a:gd name="T46" fmla="*/ 42 w 83"/>
                  <a:gd name="T47" fmla="*/ 89 h 122"/>
                  <a:gd name="T48" fmla="*/ 42 w 83"/>
                  <a:gd name="T49" fmla="*/ 75 h 122"/>
                  <a:gd name="T50" fmla="*/ 10 w 83"/>
                  <a:gd name="T51" fmla="*/ 43 h 122"/>
                  <a:gd name="T52" fmla="*/ 42 w 83"/>
                  <a:gd name="T53" fmla="*/ 10 h 122"/>
                  <a:gd name="T54" fmla="*/ 42 w 83"/>
                  <a:gd name="T5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3" h="122">
                    <a:moveTo>
                      <a:pt x="83" y="0"/>
                    </a:moveTo>
                    <a:cubicBezTo>
                      <a:pt x="42" y="0"/>
                      <a:pt x="42" y="0"/>
                      <a:pt x="42" y="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cubicBezTo>
                      <a:pt x="42" y="122"/>
                      <a:pt x="42" y="122"/>
                      <a:pt x="42" y="122"/>
                    </a:cubicBezTo>
                    <a:cubicBezTo>
                      <a:pt x="83" y="122"/>
                      <a:pt x="83" y="122"/>
                      <a:pt x="83" y="122"/>
                    </a:cubicBezTo>
                    <a:lnTo>
                      <a:pt x="83" y="0"/>
                    </a:lnTo>
                    <a:close/>
                    <a:moveTo>
                      <a:pt x="42" y="0"/>
                    </a:moveTo>
                    <a:cubicBezTo>
                      <a:pt x="0" y="0"/>
                      <a:pt x="0" y="0"/>
                      <a:pt x="0" y="0"/>
                    </a:cubicBezTo>
                    <a:cubicBezTo>
                      <a:pt x="0" y="122"/>
                      <a:pt x="0" y="122"/>
                      <a:pt x="0" y="122"/>
                    </a:cubicBez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10" y="60"/>
                      <a:pt x="10" y="43"/>
                    </a:cubicBezTo>
                    <a:cubicBezTo>
                      <a:pt x="10" y="25"/>
                      <a:pt x="24" y="10"/>
                      <a:pt x="42" y="10"/>
                    </a:cubicBez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13" name="Freeform 135"/>
              <p:cNvSpPr>
                <a:spLocks/>
              </p:cNvSpPr>
              <p:nvPr/>
            </p:nvSpPr>
            <p:spPr bwMode="auto">
              <a:xfrm>
                <a:off x="-3698875" y="7189788"/>
                <a:ext cx="63500" cy="30163"/>
              </a:xfrm>
              <a:custGeom>
                <a:avLst/>
                <a:gdLst>
                  <a:gd name="T0" fmla="*/ 17 w 17"/>
                  <a:gd name="T1" fmla="*/ 6 h 8"/>
                  <a:gd name="T2" fmla="*/ 10 w 17"/>
                  <a:gd name="T3" fmla="*/ 0 h 8"/>
                  <a:gd name="T4" fmla="*/ 7 w 17"/>
                  <a:gd name="T5" fmla="*/ 0 h 8"/>
                  <a:gd name="T6" fmla="*/ 0 w 17"/>
                  <a:gd name="T7" fmla="*/ 6 h 8"/>
                  <a:gd name="T8" fmla="*/ 0 w 17"/>
                  <a:gd name="T9" fmla="*/ 8 h 8"/>
                  <a:gd name="T10" fmla="*/ 16 w 17"/>
                  <a:gd name="T11" fmla="*/ 8 h 8"/>
                  <a:gd name="T12" fmla="*/ 17 w 17"/>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17" y="6"/>
                    </a:moveTo>
                    <a:cubicBezTo>
                      <a:pt x="17" y="3"/>
                      <a:pt x="14" y="0"/>
                      <a:pt x="10" y="0"/>
                    </a:cubicBezTo>
                    <a:cubicBezTo>
                      <a:pt x="7" y="0"/>
                      <a:pt x="7" y="0"/>
                      <a:pt x="7" y="0"/>
                    </a:cubicBezTo>
                    <a:cubicBezTo>
                      <a:pt x="3" y="0"/>
                      <a:pt x="0" y="3"/>
                      <a:pt x="0" y="6"/>
                    </a:cubicBezTo>
                    <a:cubicBezTo>
                      <a:pt x="0" y="7"/>
                      <a:pt x="0" y="8"/>
                      <a:pt x="0" y="8"/>
                    </a:cubicBezTo>
                    <a:cubicBezTo>
                      <a:pt x="16" y="8"/>
                      <a:pt x="16" y="8"/>
                      <a:pt x="16" y="8"/>
                    </a:cubicBezTo>
                    <a:cubicBezTo>
                      <a:pt x="17" y="8"/>
                      <a:pt x="17" y="7"/>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14" name="Freeform 136"/>
              <p:cNvSpPr>
                <a:spLocks noEditPoints="1"/>
              </p:cNvSpPr>
              <p:nvPr/>
            </p:nvSpPr>
            <p:spPr bwMode="auto">
              <a:xfrm>
                <a:off x="-3735388" y="7239000"/>
                <a:ext cx="311150" cy="458788"/>
              </a:xfrm>
              <a:custGeom>
                <a:avLst/>
                <a:gdLst>
                  <a:gd name="T0" fmla="*/ 42 w 83"/>
                  <a:gd name="T1" fmla="*/ 122 h 122"/>
                  <a:gd name="T2" fmla="*/ 83 w 83"/>
                  <a:gd name="T3" fmla="*/ 122 h 122"/>
                  <a:gd name="T4" fmla="*/ 83 w 83"/>
                  <a:gd name="T5" fmla="*/ 0 h 122"/>
                  <a:gd name="T6" fmla="*/ 42 w 83"/>
                  <a:gd name="T7" fmla="*/ 0 h 122"/>
                  <a:gd name="T8" fmla="*/ 42 w 83"/>
                  <a:gd name="T9" fmla="*/ 10 h 122"/>
                  <a:gd name="T10" fmla="*/ 42 w 83"/>
                  <a:gd name="T11" fmla="*/ 10 h 122"/>
                  <a:gd name="T12" fmla="*/ 42 w 83"/>
                  <a:gd name="T13" fmla="*/ 10 h 122"/>
                  <a:gd name="T14" fmla="*/ 74 w 83"/>
                  <a:gd name="T15" fmla="*/ 43 h 122"/>
                  <a:gd name="T16" fmla="*/ 42 w 83"/>
                  <a:gd name="T17" fmla="*/ 75 h 122"/>
                  <a:gd name="T18" fmla="*/ 42 w 83"/>
                  <a:gd name="T19" fmla="*/ 75 h 122"/>
                  <a:gd name="T20" fmla="*/ 42 w 83"/>
                  <a:gd name="T21" fmla="*/ 89 h 122"/>
                  <a:gd name="T22" fmla="*/ 42 w 83"/>
                  <a:gd name="T23" fmla="*/ 89 h 122"/>
                  <a:gd name="T24" fmla="*/ 53 w 83"/>
                  <a:gd name="T25" fmla="*/ 100 h 122"/>
                  <a:gd name="T26" fmla="*/ 42 w 83"/>
                  <a:gd name="T27" fmla="*/ 111 h 122"/>
                  <a:gd name="T28" fmla="*/ 42 w 83"/>
                  <a:gd name="T29" fmla="*/ 111 h 122"/>
                  <a:gd name="T30" fmla="*/ 42 w 83"/>
                  <a:gd name="T31" fmla="*/ 111 h 122"/>
                  <a:gd name="T32" fmla="*/ 42 w 83"/>
                  <a:gd name="T33" fmla="*/ 122 h 122"/>
                  <a:gd name="T34" fmla="*/ 0 w 83"/>
                  <a:gd name="T35" fmla="*/ 122 h 122"/>
                  <a:gd name="T36" fmla="*/ 42 w 83"/>
                  <a:gd name="T37" fmla="*/ 122 h 122"/>
                  <a:gd name="T38" fmla="*/ 42 w 83"/>
                  <a:gd name="T39" fmla="*/ 111 h 122"/>
                  <a:gd name="T40" fmla="*/ 31 w 83"/>
                  <a:gd name="T41" fmla="*/ 100 h 122"/>
                  <a:gd name="T42" fmla="*/ 42 w 83"/>
                  <a:gd name="T43" fmla="*/ 89 h 122"/>
                  <a:gd name="T44" fmla="*/ 42 w 83"/>
                  <a:gd name="T45" fmla="*/ 75 h 122"/>
                  <a:gd name="T46" fmla="*/ 9 w 83"/>
                  <a:gd name="T47" fmla="*/ 43 h 122"/>
                  <a:gd name="T48" fmla="*/ 42 w 83"/>
                  <a:gd name="T49" fmla="*/ 10 h 122"/>
                  <a:gd name="T50" fmla="*/ 42 w 83"/>
                  <a:gd name="T51" fmla="*/ 0 h 122"/>
                  <a:gd name="T52" fmla="*/ 20 w 83"/>
                  <a:gd name="T53" fmla="*/ 0 h 122"/>
                  <a:gd name="T54" fmla="*/ 16 w 83"/>
                  <a:gd name="T55" fmla="*/ 0 h 122"/>
                  <a:gd name="T56" fmla="*/ 0 w 83"/>
                  <a:gd name="T57" fmla="*/ 0 h 122"/>
                  <a:gd name="T58" fmla="*/ 0 w 83"/>
                  <a:gd name="T59"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122">
                    <a:moveTo>
                      <a:pt x="42" y="122"/>
                    </a:moveTo>
                    <a:cubicBezTo>
                      <a:pt x="83" y="122"/>
                      <a:pt x="83" y="122"/>
                      <a:pt x="83" y="122"/>
                    </a:cubicBezTo>
                    <a:cubicBezTo>
                      <a:pt x="83" y="0"/>
                      <a:pt x="83" y="0"/>
                      <a:pt x="83" y="0"/>
                    </a:cubicBezTo>
                    <a:cubicBezTo>
                      <a:pt x="42" y="0"/>
                      <a:pt x="42" y="0"/>
                      <a:pt x="42" y="0"/>
                    </a:cubicBezTo>
                    <a:cubicBezTo>
                      <a:pt x="42" y="10"/>
                      <a:pt x="42" y="10"/>
                      <a:pt x="42" y="1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lnTo>
                      <a:pt x="42" y="122"/>
                    </a:lnTo>
                    <a:close/>
                    <a:moveTo>
                      <a:pt x="0" y="122"/>
                    </a:move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9" y="60"/>
                      <a:pt x="9" y="43"/>
                    </a:cubicBezTo>
                    <a:cubicBezTo>
                      <a:pt x="9" y="25"/>
                      <a:pt x="24" y="10"/>
                      <a:pt x="42" y="10"/>
                    </a:cubicBezTo>
                    <a:cubicBezTo>
                      <a:pt x="42" y="0"/>
                      <a:pt x="42" y="0"/>
                      <a:pt x="42" y="0"/>
                    </a:cubicBezTo>
                    <a:cubicBezTo>
                      <a:pt x="20" y="0"/>
                      <a:pt x="20" y="0"/>
                      <a:pt x="20" y="0"/>
                    </a:cubicBezTo>
                    <a:cubicBezTo>
                      <a:pt x="16" y="0"/>
                      <a:pt x="16" y="0"/>
                      <a:pt x="16" y="0"/>
                    </a:cubicBezTo>
                    <a:cubicBezTo>
                      <a:pt x="0" y="0"/>
                      <a:pt x="0" y="0"/>
                      <a:pt x="0" y="0"/>
                    </a:cubicBezTo>
                    <a:lnTo>
                      <a:pt x="0" y="1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15" name="Oval 137"/>
              <p:cNvSpPr>
                <a:spLocks noChangeArrowheads="1"/>
              </p:cNvSpPr>
              <p:nvPr/>
            </p:nvSpPr>
            <p:spPr bwMode="auto">
              <a:xfrm>
                <a:off x="-3660775" y="7318375"/>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16" name="Freeform 138"/>
              <p:cNvSpPr>
                <a:spLocks noEditPoints="1"/>
              </p:cNvSpPr>
              <p:nvPr/>
            </p:nvSpPr>
            <p:spPr bwMode="auto">
              <a:xfrm>
                <a:off x="-6011863" y="4824413"/>
                <a:ext cx="563563" cy="525463"/>
              </a:xfrm>
              <a:custGeom>
                <a:avLst/>
                <a:gdLst>
                  <a:gd name="T0" fmla="*/ 141 w 150"/>
                  <a:gd name="T1" fmla="*/ 140 h 140"/>
                  <a:gd name="T2" fmla="*/ 141 w 150"/>
                  <a:gd name="T3" fmla="*/ 129 h 140"/>
                  <a:gd name="T4" fmla="*/ 150 w 150"/>
                  <a:gd name="T5" fmla="*/ 22 h 140"/>
                  <a:gd name="T6" fmla="*/ 131 w 150"/>
                  <a:gd name="T7" fmla="*/ 38 h 140"/>
                  <a:gd name="T8" fmla="*/ 131 w 150"/>
                  <a:gd name="T9" fmla="*/ 55 h 140"/>
                  <a:gd name="T10" fmla="*/ 131 w 150"/>
                  <a:gd name="T11" fmla="*/ 67 h 140"/>
                  <a:gd name="T12" fmla="*/ 131 w 150"/>
                  <a:gd name="T13" fmla="*/ 84 h 140"/>
                  <a:gd name="T14" fmla="*/ 65 w 150"/>
                  <a:gd name="T15" fmla="*/ 7 h 140"/>
                  <a:gd name="T16" fmla="*/ 63 w 150"/>
                  <a:gd name="T17" fmla="*/ 9 h 140"/>
                  <a:gd name="T18" fmla="*/ 63 w 150"/>
                  <a:gd name="T19" fmla="*/ 129 h 140"/>
                  <a:gd name="T20" fmla="*/ 122 w 150"/>
                  <a:gd name="T21" fmla="*/ 129 h 140"/>
                  <a:gd name="T22" fmla="*/ 131 w 150"/>
                  <a:gd name="T23" fmla="*/ 140 h 140"/>
                  <a:gd name="T24" fmla="*/ 123 w 150"/>
                  <a:gd name="T25" fmla="*/ 75 h 140"/>
                  <a:gd name="T26" fmla="*/ 131 w 150"/>
                  <a:gd name="T27" fmla="*/ 55 h 140"/>
                  <a:gd name="T28" fmla="*/ 123 w 150"/>
                  <a:gd name="T29" fmla="*/ 47 h 140"/>
                  <a:gd name="T30" fmla="*/ 131 w 150"/>
                  <a:gd name="T31" fmla="*/ 22 h 140"/>
                  <a:gd name="T32" fmla="*/ 63 w 150"/>
                  <a:gd name="T33" fmla="*/ 35 h 140"/>
                  <a:gd name="T34" fmla="*/ 108 w 150"/>
                  <a:gd name="T35" fmla="*/ 115 h 140"/>
                  <a:gd name="T36" fmla="*/ 63 w 150"/>
                  <a:gd name="T37" fmla="*/ 115 h 140"/>
                  <a:gd name="T38" fmla="*/ 131 w 150"/>
                  <a:gd name="T39" fmla="*/ 67 h 140"/>
                  <a:gd name="T40" fmla="*/ 63 w 150"/>
                  <a:gd name="T41" fmla="*/ 5 h 140"/>
                  <a:gd name="T42" fmla="*/ 33 w 150"/>
                  <a:gd name="T43" fmla="*/ 20 h 140"/>
                  <a:gd name="T44" fmla="*/ 0 w 150"/>
                  <a:gd name="T45" fmla="*/ 7 h 140"/>
                  <a:gd name="T46" fmla="*/ 20 w 150"/>
                  <a:gd name="T47" fmla="*/ 22 h 140"/>
                  <a:gd name="T48" fmla="*/ 3 w 150"/>
                  <a:gd name="T49" fmla="*/ 129 h 140"/>
                  <a:gd name="T50" fmla="*/ 14 w 150"/>
                  <a:gd name="T51" fmla="*/ 129 h 140"/>
                  <a:gd name="T52" fmla="*/ 33 w 150"/>
                  <a:gd name="T53" fmla="*/ 140 h 140"/>
                  <a:gd name="T54" fmla="*/ 33 w 150"/>
                  <a:gd name="T55" fmla="*/ 129 h 140"/>
                  <a:gd name="T56" fmla="*/ 63 w 150"/>
                  <a:gd name="T57" fmla="*/ 115 h 140"/>
                  <a:gd name="T58" fmla="*/ 17 w 150"/>
                  <a:gd name="T59" fmla="*/ 35 h 140"/>
                  <a:gd name="T60" fmla="*/ 63 w 150"/>
                  <a:gd name="T61" fmla="*/ 22 h 140"/>
                  <a:gd name="T62" fmla="*/ 46 w 150"/>
                  <a:gd name="T63" fmla="*/ 21 h 140"/>
                  <a:gd name="T64" fmla="*/ 63 w 150"/>
                  <a:gd name="T65" fmla="*/ 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0" h="140">
                    <a:moveTo>
                      <a:pt x="131" y="140"/>
                    </a:moveTo>
                    <a:cubicBezTo>
                      <a:pt x="141" y="140"/>
                      <a:pt x="141" y="140"/>
                      <a:pt x="141" y="140"/>
                    </a:cubicBezTo>
                    <a:cubicBezTo>
                      <a:pt x="141" y="129"/>
                      <a:pt x="141" y="129"/>
                      <a:pt x="141" y="129"/>
                    </a:cubicBezTo>
                    <a:cubicBezTo>
                      <a:pt x="141" y="129"/>
                      <a:pt x="141" y="129"/>
                      <a:pt x="141" y="129"/>
                    </a:cubicBezTo>
                    <a:cubicBezTo>
                      <a:pt x="150" y="129"/>
                      <a:pt x="150" y="129"/>
                      <a:pt x="150" y="129"/>
                    </a:cubicBezTo>
                    <a:cubicBezTo>
                      <a:pt x="150" y="22"/>
                      <a:pt x="150" y="22"/>
                      <a:pt x="150" y="22"/>
                    </a:cubicBezTo>
                    <a:cubicBezTo>
                      <a:pt x="131" y="22"/>
                      <a:pt x="131" y="22"/>
                      <a:pt x="131" y="22"/>
                    </a:cubicBezTo>
                    <a:cubicBezTo>
                      <a:pt x="131" y="38"/>
                      <a:pt x="131" y="38"/>
                      <a:pt x="131" y="38"/>
                    </a:cubicBezTo>
                    <a:cubicBezTo>
                      <a:pt x="136" y="38"/>
                      <a:pt x="140" y="42"/>
                      <a:pt x="140" y="47"/>
                    </a:cubicBezTo>
                    <a:cubicBezTo>
                      <a:pt x="140" y="51"/>
                      <a:pt x="136" y="55"/>
                      <a:pt x="131" y="55"/>
                    </a:cubicBezTo>
                    <a:cubicBezTo>
                      <a:pt x="131" y="67"/>
                      <a:pt x="131" y="67"/>
                      <a:pt x="131" y="67"/>
                    </a:cubicBezTo>
                    <a:cubicBezTo>
                      <a:pt x="131" y="67"/>
                      <a:pt x="131" y="67"/>
                      <a:pt x="131" y="67"/>
                    </a:cubicBezTo>
                    <a:cubicBezTo>
                      <a:pt x="136" y="67"/>
                      <a:pt x="140" y="71"/>
                      <a:pt x="140" y="75"/>
                    </a:cubicBezTo>
                    <a:cubicBezTo>
                      <a:pt x="140" y="80"/>
                      <a:pt x="136" y="84"/>
                      <a:pt x="131" y="84"/>
                    </a:cubicBezTo>
                    <a:lnTo>
                      <a:pt x="131" y="140"/>
                    </a:lnTo>
                    <a:close/>
                    <a:moveTo>
                      <a:pt x="65" y="7"/>
                    </a:moveTo>
                    <a:cubicBezTo>
                      <a:pt x="63" y="5"/>
                      <a:pt x="63" y="5"/>
                      <a:pt x="63" y="5"/>
                    </a:cubicBezTo>
                    <a:cubicBezTo>
                      <a:pt x="63" y="9"/>
                      <a:pt x="63" y="9"/>
                      <a:pt x="63" y="9"/>
                    </a:cubicBezTo>
                    <a:cubicBezTo>
                      <a:pt x="65" y="7"/>
                      <a:pt x="65" y="7"/>
                      <a:pt x="65" y="7"/>
                    </a:cubicBezTo>
                    <a:close/>
                    <a:moveTo>
                      <a:pt x="63" y="129"/>
                    </a:moveTo>
                    <a:cubicBezTo>
                      <a:pt x="122" y="129"/>
                      <a:pt x="122" y="129"/>
                      <a:pt x="122" y="129"/>
                    </a:cubicBezTo>
                    <a:cubicBezTo>
                      <a:pt x="122" y="129"/>
                      <a:pt x="122" y="129"/>
                      <a:pt x="122" y="129"/>
                    </a:cubicBezTo>
                    <a:cubicBezTo>
                      <a:pt x="122" y="140"/>
                      <a:pt x="122" y="140"/>
                      <a:pt x="122" y="140"/>
                    </a:cubicBezTo>
                    <a:cubicBezTo>
                      <a:pt x="131" y="140"/>
                      <a:pt x="131" y="140"/>
                      <a:pt x="131" y="140"/>
                    </a:cubicBezTo>
                    <a:cubicBezTo>
                      <a:pt x="131" y="84"/>
                      <a:pt x="131" y="84"/>
                      <a:pt x="131" y="84"/>
                    </a:cubicBezTo>
                    <a:cubicBezTo>
                      <a:pt x="127" y="84"/>
                      <a:pt x="123" y="80"/>
                      <a:pt x="123" y="75"/>
                    </a:cubicBezTo>
                    <a:cubicBezTo>
                      <a:pt x="123" y="71"/>
                      <a:pt x="127" y="67"/>
                      <a:pt x="131" y="67"/>
                    </a:cubicBezTo>
                    <a:cubicBezTo>
                      <a:pt x="131" y="55"/>
                      <a:pt x="131" y="55"/>
                      <a:pt x="131" y="55"/>
                    </a:cubicBezTo>
                    <a:cubicBezTo>
                      <a:pt x="127" y="55"/>
                      <a:pt x="123" y="51"/>
                      <a:pt x="123" y="47"/>
                    </a:cubicBezTo>
                    <a:cubicBezTo>
                      <a:pt x="123" y="47"/>
                      <a:pt x="123" y="47"/>
                      <a:pt x="123" y="47"/>
                    </a:cubicBezTo>
                    <a:cubicBezTo>
                      <a:pt x="123" y="42"/>
                      <a:pt x="127" y="38"/>
                      <a:pt x="131" y="38"/>
                    </a:cubicBezTo>
                    <a:cubicBezTo>
                      <a:pt x="131" y="22"/>
                      <a:pt x="131" y="22"/>
                      <a:pt x="131" y="22"/>
                    </a:cubicBezTo>
                    <a:cubicBezTo>
                      <a:pt x="63" y="22"/>
                      <a:pt x="63" y="22"/>
                      <a:pt x="63" y="22"/>
                    </a:cubicBezTo>
                    <a:cubicBezTo>
                      <a:pt x="63" y="35"/>
                      <a:pt x="63" y="35"/>
                      <a:pt x="63" y="35"/>
                    </a:cubicBezTo>
                    <a:cubicBezTo>
                      <a:pt x="108" y="35"/>
                      <a:pt x="108" y="35"/>
                      <a:pt x="108" y="35"/>
                    </a:cubicBezTo>
                    <a:cubicBezTo>
                      <a:pt x="108" y="115"/>
                      <a:pt x="108" y="115"/>
                      <a:pt x="108" y="115"/>
                    </a:cubicBezTo>
                    <a:cubicBezTo>
                      <a:pt x="108" y="115"/>
                      <a:pt x="108" y="115"/>
                      <a:pt x="108" y="115"/>
                    </a:cubicBezTo>
                    <a:cubicBezTo>
                      <a:pt x="63" y="115"/>
                      <a:pt x="63" y="115"/>
                      <a:pt x="63" y="115"/>
                    </a:cubicBezTo>
                    <a:cubicBezTo>
                      <a:pt x="63" y="129"/>
                      <a:pt x="63" y="129"/>
                      <a:pt x="63" y="129"/>
                    </a:cubicBezTo>
                    <a:close/>
                    <a:moveTo>
                      <a:pt x="131" y="67"/>
                    </a:moveTo>
                    <a:cubicBezTo>
                      <a:pt x="131" y="67"/>
                      <a:pt x="131" y="67"/>
                      <a:pt x="131" y="67"/>
                    </a:cubicBezTo>
                    <a:moveTo>
                      <a:pt x="63" y="5"/>
                    </a:moveTo>
                    <a:cubicBezTo>
                      <a:pt x="59" y="0"/>
                      <a:pt x="59" y="0"/>
                      <a:pt x="59" y="0"/>
                    </a:cubicBezTo>
                    <a:cubicBezTo>
                      <a:pt x="33" y="20"/>
                      <a:pt x="33" y="20"/>
                      <a:pt x="33" y="20"/>
                    </a:cubicBezTo>
                    <a:cubicBezTo>
                      <a:pt x="6" y="0"/>
                      <a:pt x="6" y="0"/>
                      <a:pt x="6" y="0"/>
                    </a:cubicBezTo>
                    <a:cubicBezTo>
                      <a:pt x="0" y="7"/>
                      <a:pt x="0" y="7"/>
                      <a:pt x="0" y="7"/>
                    </a:cubicBezTo>
                    <a:cubicBezTo>
                      <a:pt x="19" y="21"/>
                      <a:pt x="19" y="21"/>
                      <a:pt x="19" y="21"/>
                    </a:cubicBezTo>
                    <a:cubicBezTo>
                      <a:pt x="20" y="22"/>
                      <a:pt x="20" y="22"/>
                      <a:pt x="20" y="22"/>
                    </a:cubicBezTo>
                    <a:cubicBezTo>
                      <a:pt x="3" y="22"/>
                      <a:pt x="3" y="22"/>
                      <a:pt x="3" y="22"/>
                    </a:cubicBezTo>
                    <a:cubicBezTo>
                      <a:pt x="3" y="129"/>
                      <a:pt x="3" y="129"/>
                      <a:pt x="3" y="129"/>
                    </a:cubicBezTo>
                    <a:cubicBezTo>
                      <a:pt x="14" y="129"/>
                      <a:pt x="14" y="129"/>
                      <a:pt x="14" y="129"/>
                    </a:cubicBezTo>
                    <a:cubicBezTo>
                      <a:pt x="14" y="129"/>
                      <a:pt x="14" y="129"/>
                      <a:pt x="14" y="129"/>
                    </a:cubicBezTo>
                    <a:cubicBezTo>
                      <a:pt x="14" y="140"/>
                      <a:pt x="14" y="140"/>
                      <a:pt x="14" y="140"/>
                    </a:cubicBezTo>
                    <a:cubicBezTo>
                      <a:pt x="33" y="140"/>
                      <a:pt x="33" y="140"/>
                      <a:pt x="33" y="140"/>
                    </a:cubicBezTo>
                    <a:cubicBezTo>
                      <a:pt x="33" y="129"/>
                      <a:pt x="33" y="129"/>
                      <a:pt x="33" y="129"/>
                    </a:cubicBezTo>
                    <a:cubicBezTo>
                      <a:pt x="33" y="129"/>
                      <a:pt x="33" y="129"/>
                      <a:pt x="33" y="129"/>
                    </a:cubicBezTo>
                    <a:cubicBezTo>
                      <a:pt x="63" y="129"/>
                      <a:pt x="63" y="129"/>
                      <a:pt x="63" y="129"/>
                    </a:cubicBezTo>
                    <a:cubicBezTo>
                      <a:pt x="63" y="115"/>
                      <a:pt x="63" y="115"/>
                      <a:pt x="63" y="115"/>
                    </a:cubicBezTo>
                    <a:cubicBezTo>
                      <a:pt x="17" y="115"/>
                      <a:pt x="17" y="115"/>
                      <a:pt x="17" y="115"/>
                    </a:cubicBezTo>
                    <a:cubicBezTo>
                      <a:pt x="17" y="35"/>
                      <a:pt x="17" y="35"/>
                      <a:pt x="17" y="35"/>
                    </a:cubicBezTo>
                    <a:cubicBezTo>
                      <a:pt x="63" y="35"/>
                      <a:pt x="63" y="35"/>
                      <a:pt x="63" y="35"/>
                    </a:cubicBezTo>
                    <a:cubicBezTo>
                      <a:pt x="63" y="22"/>
                      <a:pt x="63" y="22"/>
                      <a:pt x="63" y="22"/>
                    </a:cubicBezTo>
                    <a:cubicBezTo>
                      <a:pt x="45" y="22"/>
                      <a:pt x="45" y="22"/>
                      <a:pt x="45" y="22"/>
                    </a:cubicBezTo>
                    <a:cubicBezTo>
                      <a:pt x="46" y="21"/>
                      <a:pt x="46" y="21"/>
                      <a:pt x="46" y="21"/>
                    </a:cubicBezTo>
                    <a:cubicBezTo>
                      <a:pt x="63" y="9"/>
                      <a:pt x="63" y="9"/>
                      <a:pt x="63" y="9"/>
                    </a:cubicBezTo>
                    <a:lnTo>
                      <a:pt x="6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17" name="Freeform 139"/>
              <p:cNvSpPr>
                <a:spLocks/>
              </p:cNvSpPr>
              <p:nvPr/>
            </p:nvSpPr>
            <p:spPr bwMode="auto">
              <a:xfrm>
                <a:off x="-5461000" y="509587"/>
                <a:ext cx="60325" cy="57150"/>
              </a:xfrm>
              <a:custGeom>
                <a:avLst/>
                <a:gdLst>
                  <a:gd name="T0" fmla="*/ 0 w 16"/>
                  <a:gd name="T1" fmla="*/ 8 h 15"/>
                  <a:gd name="T2" fmla="*/ 3 w 16"/>
                  <a:gd name="T3" fmla="*/ 10 h 15"/>
                  <a:gd name="T4" fmla="*/ 11 w 16"/>
                  <a:gd name="T5" fmla="*/ 15 h 15"/>
                  <a:gd name="T6" fmla="*/ 16 w 16"/>
                  <a:gd name="T7" fmla="*/ 6 h 15"/>
                  <a:gd name="T8" fmla="*/ 4 w 16"/>
                  <a:gd name="T9" fmla="*/ 0 h 15"/>
                  <a:gd name="T10" fmla="*/ 0 w 16"/>
                  <a:gd name="T11" fmla="*/ 8 h 15"/>
                </a:gdLst>
                <a:ahLst/>
                <a:cxnLst>
                  <a:cxn ang="0">
                    <a:pos x="T0" y="T1"/>
                  </a:cxn>
                  <a:cxn ang="0">
                    <a:pos x="T2" y="T3"/>
                  </a:cxn>
                  <a:cxn ang="0">
                    <a:pos x="T4" y="T5"/>
                  </a:cxn>
                  <a:cxn ang="0">
                    <a:pos x="T6" y="T7"/>
                  </a:cxn>
                  <a:cxn ang="0">
                    <a:pos x="T8" y="T9"/>
                  </a:cxn>
                  <a:cxn ang="0">
                    <a:pos x="T10" y="T11"/>
                  </a:cxn>
                </a:cxnLst>
                <a:rect l="0" t="0" r="r" b="b"/>
                <a:pathLst>
                  <a:path w="16" h="15">
                    <a:moveTo>
                      <a:pt x="0" y="8"/>
                    </a:moveTo>
                    <a:cubicBezTo>
                      <a:pt x="1" y="8"/>
                      <a:pt x="2" y="9"/>
                      <a:pt x="3" y="10"/>
                    </a:cubicBezTo>
                    <a:cubicBezTo>
                      <a:pt x="6" y="11"/>
                      <a:pt x="9" y="13"/>
                      <a:pt x="11" y="15"/>
                    </a:cubicBezTo>
                    <a:cubicBezTo>
                      <a:pt x="16" y="6"/>
                      <a:pt x="16" y="6"/>
                      <a:pt x="16" y="6"/>
                    </a:cubicBezTo>
                    <a:cubicBezTo>
                      <a:pt x="4" y="0"/>
                      <a:pt x="4" y="0"/>
                      <a:pt x="4" y="0"/>
                    </a:cubicBez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18" name="Freeform 140"/>
              <p:cNvSpPr>
                <a:spLocks/>
              </p:cNvSpPr>
              <p:nvPr/>
            </p:nvSpPr>
            <p:spPr bwMode="auto">
              <a:xfrm>
                <a:off x="-5892800" y="841375"/>
                <a:ext cx="312738" cy="228600"/>
              </a:xfrm>
              <a:custGeom>
                <a:avLst/>
                <a:gdLst>
                  <a:gd name="T0" fmla="*/ 21 w 83"/>
                  <a:gd name="T1" fmla="*/ 58 h 61"/>
                  <a:gd name="T2" fmla="*/ 36 w 83"/>
                  <a:gd name="T3" fmla="*/ 61 h 61"/>
                  <a:gd name="T4" fmla="*/ 45 w 83"/>
                  <a:gd name="T5" fmla="*/ 60 h 61"/>
                  <a:gd name="T6" fmla="*/ 64 w 83"/>
                  <a:gd name="T7" fmla="*/ 45 h 61"/>
                  <a:gd name="T8" fmla="*/ 83 w 83"/>
                  <a:gd name="T9" fmla="*/ 9 h 61"/>
                  <a:gd name="T10" fmla="*/ 76 w 83"/>
                  <a:gd name="T11" fmla="*/ 2 h 61"/>
                  <a:gd name="T12" fmla="*/ 72 w 83"/>
                  <a:gd name="T13" fmla="*/ 0 h 61"/>
                  <a:gd name="T14" fmla="*/ 52 w 83"/>
                  <a:gd name="T15" fmla="*/ 38 h 61"/>
                  <a:gd name="T16" fmla="*/ 27 w 83"/>
                  <a:gd name="T17" fmla="*/ 46 h 61"/>
                  <a:gd name="T18" fmla="*/ 20 w 83"/>
                  <a:gd name="T19" fmla="*/ 21 h 61"/>
                  <a:gd name="T20" fmla="*/ 8 w 83"/>
                  <a:gd name="T21" fmla="*/ 15 h 61"/>
                  <a:gd name="T22" fmla="*/ 21 w 83"/>
                  <a:gd name="T23"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61">
                    <a:moveTo>
                      <a:pt x="21" y="58"/>
                    </a:moveTo>
                    <a:cubicBezTo>
                      <a:pt x="26" y="60"/>
                      <a:pt x="31" y="61"/>
                      <a:pt x="36" y="61"/>
                    </a:cubicBezTo>
                    <a:cubicBezTo>
                      <a:pt x="39" y="61"/>
                      <a:pt x="42" y="61"/>
                      <a:pt x="45" y="60"/>
                    </a:cubicBezTo>
                    <a:cubicBezTo>
                      <a:pt x="53" y="57"/>
                      <a:pt x="60" y="52"/>
                      <a:pt x="64" y="45"/>
                    </a:cubicBezTo>
                    <a:cubicBezTo>
                      <a:pt x="83" y="9"/>
                      <a:pt x="83" y="9"/>
                      <a:pt x="83" y="9"/>
                    </a:cubicBezTo>
                    <a:cubicBezTo>
                      <a:pt x="81" y="6"/>
                      <a:pt x="79" y="3"/>
                      <a:pt x="76" y="2"/>
                    </a:cubicBezTo>
                    <a:cubicBezTo>
                      <a:pt x="74" y="1"/>
                      <a:pt x="73" y="1"/>
                      <a:pt x="72" y="0"/>
                    </a:cubicBezTo>
                    <a:cubicBezTo>
                      <a:pt x="52" y="38"/>
                      <a:pt x="52" y="38"/>
                      <a:pt x="52" y="38"/>
                    </a:cubicBezTo>
                    <a:cubicBezTo>
                      <a:pt x="47" y="47"/>
                      <a:pt x="36" y="51"/>
                      <a:pt x="27" y="46"/>
                    </a:cubicBezTo>
                    <a:cubicBezTo>
                      <a:pt x="19" y="41"/>
                      <a:pt x="15" y="30"/>
                      <a:pt x="20" y="21"/>
                    </a:cubicBezTo>
                    <a:cubicBezTo>
                      <a:pt x="8" y="15"/>
                      <a:pt x="8" y="15"/>
                      <a:pt x="8" y="15"/>
                    </a:cubicBezTo>
                    <a:cubicBezTo>
                      <a:pt x="0" y="30"/>
                      <a:pt x="6" y="50"/>
                      <a:pt x="21"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19" name="Freeform 141"/>
              <p:cNvSpPr>
                <a:spLocks/>
              </p:cNvSpPr>
              <p:nvPr/>
            </p:nvSpPr>
            <p:spPr bwMode="auto">
              <a:xfrm>
                <a:off x="-5832475" y="533400"/>
                <a:ext cx="541338" cy="454025"/>
              </a:xfrm>
              <a:custGeom>
                <a:avLst/>
                <a:gdLst>
                  <a:gd name="T0" fmla="*/ 108 w 144"/>
                  <a:gd name="T1" fmla="*/ 13 h 121"/>
                  <a:gd name="T2" fmla="*/ 100 w 144"/>
                  <a:gd name="T3" fmla="*/ 7 h 121"/>
                  <a:gd name="T4" fmla="*/ 97 w 144"/>
                  <a:gd name="T5" fmla="*/ 6 h 121"/>
                  <a:gd name="T6" fmla="*/ 68 w 144"/>
                  <a:gd name="T7" fmla="*/ 0 h 121"/>
                  <a:gd name="T8" fmla="*/ 8 w 144"/>
                  <a:gd name="T9" fmla="*/ 36 h 121"/>
                  <a:gd name="T10" fmla="*/ 1 w 144"/>
                  <a:gd name="T11" fmla="*/ 61 h 121"/>
                  <a:gd name="T12" fmla="*/ 0 w 144"/>
                  <a:gd name="T13" fmla="*/ 65 h 121"/>
                  <a:gd name="T14" fmla="*/ 1 w 144"/>
                  <a:gd name="T15" fmla="*/ 67 h 121"/>
                  <a:gd name="T16" fmla="*/ 3 w 144"/>
                  <a:gd name="T17" fmla="*/ 66 h 121"/>
                  <a:gd name="T18" fmla="*/ 6 w 144"/>
                  <a:gd name="T19" fmla="*/ 63 h 121"/>
                  <a:gd name="T20" fmla="*/ 18 w 144"/>
                  <a:gd name="T21" fmla="*/ 59 h 121"/>
                  <a:gd name="T22" fmla="*/ 27 w 144"/>
                  <a:gd name="T23" fmla="*/ 61 h 121"/>
                  <a:gd name="T24" fmla="*/ 37 w 144"/>
                  <a:gd name="T25" fmla="*/ 79 h 121"/>
                  <a:gd name="T26" fmla="*/ 37 w 144"/>
                  <a:gd name="T27" fmla="*/ 83 h 121"/>
                  <a:gd name="T28" fmla="*/ 41 w 144"/>
                  <a:gd name="T29" fmla="*/ 81 h 121"/>
                  <a:gd name="T30" fmla="*/ 52 w 144"/>
                  <a:gd name="T31" fmla="*/ 77 h 121"/>
                  <a:gd name="T32" fmla="*/ 58 w 144"/>
                  <a:gd name="T33" fmla="*/ 78 h 121"/>
                  <a:gd name="T34" fmla="*/ 62 w 144"/>
                  <a:gd name="T35" fmla="*/ 80 h 121"/>
                  <a:gd name="T36" fmla="*/ 69 w 144"/>
                  <a:gd name="T37" fmla="*/ 87 h 121"/>
                  <a:gd name="T38" fmla="*/ 72 w 144"/>
                  <a:gd name="T39" fmla="*/ 98 h 121"/>
                  <a:gd name="T40" fmla="*/ 72 w 144"/>
                  <a:gd name="T41" fmla="*/ 102 h 121"/>
                  <a:gd name="T42" fmla="*/ 75 w 144"/>
                  <a:gd name="T43" fmla="*/ 100 h 121"/>
                  <a:gd name="T44" fmla="*/ 87 w 144"/>
                  <a:gd name="T45" fmla="*/ 96 h 121"/>
                  <a:gd name="T46" fmla="*/ 96 w 144"/>
                  <a:gd name="T47" fmla="*/ 98 h 121"/>
                  <a:gd name="T48" fmla="*/ 107 w 144"/>
                  <a:gd name="T49" fmla="*/ 116 h 121"/>
                  <a:gd name="T50" fmla="*/ 108 w 144"/>
                  <a:gd name="T51" fmla="*/ 121 h 121"/>
                  <a:gd name="T52" fmla="*/ 111 w 144"/>
                  <a:gd name="T53" fmla="*/ 119 h 121"/>
                  <a:gd name="T54" fmla="*/ 128 w 144"/>
                  <a:gd name="T55" fmla="*/ 99 h 121"/>
                  <a:gd name="T56" fmla="*/ 108 w 144"/>
                  <a:gd name="T57" fmla="*/ 1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4" h="121">
                    <a:moveTo>
                      <a:pt x="108" y="13"/>
                    </a:moveTo>
                    <a:cubicBezTo>
                      <a:pt x="106" y="11"/>
                      <a:pt x="103" y="9"/>
                      <a:pt x="100" y="7"/>
                    </a:cubicBezTo>
                    <a:cubicBezTo>
                      <a:pt x="99" y="7"/>
                      <a:pt x="98" y="6"/>
                      <a:pt x="97" y="6"/>
                    </a:cubicBezTo>
                    <a:cubicBezTo>
                      <a:pt x="88" y="2"/>
                      <a:pt x="78" y="0"/>
                      <a:pt x="68" y="0"/>
                    </a:cubicBezTo>
                    <a:cubicBezTo>
                      <a:pt x="44" y="0"/>
                      <a:pt x="20" y="13"/>
                      <a:pt x="8" y="36"/>
                    </a:cubicBezTo>
                    <a:cubicBezTo>
                      <a:pt x="4" y="44"/>
                      <a:pt x="2" y="52"/>
                      <a:pt x="1" y="61"/>
                    </a:cubicBezTo>
                    <a:cubicBezTo>
                      <a:pt x="1" y="62"/>
                      <a:pt x="0" y="64"/>
                      <a:pt x="0" y="65"/>
                    </a:cubicBezTo>
                    <a:cubicBezTo>
                      <a:pt x="0" y="66"/>
                      <a:pt x="1" y="67"/>
                      <a:pt x="1" y="67"/>
                    </a:cubicBezTo>
                    <a:cubicBezTo>
                      <a:pt x="2" y="67"/>
                      <a:pt x="2" y="67"/>
                      <a:pt x="3" y="66"/>
                    </a:cubicBezTo>
                    <a:cubicBezTo>
                      <a:pt x="4" y="65"/>
                      <a:pt x="5" y="64"/>
                      <a:pt x="6" y="63"/>
                    </a:cubicBezTo>
                    <a:cubicBezTo>
                      <a:pt x="10" y="60"/>
                      <a:pt x="14" y="59"/>
                      <a:pt x="18" y="59"/>
                    </a:cubicBezTo>
                    <a:cubicBezTo>
                      <a:pt x="21" y="59"/>
                      <a:pt x="24" y="60"/>
                      <a:pt x="27" y="61"/>
                    </a:cubicBezTo>
                    <a:cubicBezTo>
                      <a:pt x="34" y="65"/>
                      <a:pt x="37" y="72"/>
                      <a:pt x="37" y="79"/>
                    </a:cubicBezTo>
                    <a:cubicBezTo>
                      <a:pt x="37" y="82"/>
                      <a:pt x="37" y="83"/>
                      <a:pt x="37" y="83"/>
                    </a:cubicBezTo>
                    <a:cubicBezTo>
                      <a:pt x="38" y="83"/>
                      <a:pt x="39" y="82"/>
                      <a:pt x="41" y="81"/>
                    </a:cubicBezTo>
                    <a:cubicBezTo>
                      <a:pt x="44" y="79"/>
                      <a:pt x="48" y="77"/>
                      <a:pt x="52" y="77"/>
                    </a:cubicBezTo>
                    <a:cubicBezTo>
                      <a:pt x="54" y="77"/>
                      <a:pt x="56" y="78"/>
                      <a:pt x="58" y="78"/>
                    </a:cubicBezTo>
                    <a:cubicBezTo>
                      <a:pt x="59" y="79"/>
                      <a:pt x="61" y="79"/>
                      <a:pt x="62" y="80"/>
                    </a:cubicBezTo>
                    <a:cubicBezTo>
                      <a:pt x="65" y="81"/>
                      <a:pt x="67" y="84"/>
                      <a:pt x="69" y="87"/>
                    </a:cubicBezTo>
                    <a:cubicBezTo>
                      <a:pt x="71" y="90"/>
                      <a:pt x="72" y="94"/>
                      <a:pt x="72" y="98"/>
                    </a:cubicBezTo>
                    <a:cubicBezTo>
                      <a:pt x="72" y="100"/>
                      <a:pt x="72" y="102"/>
                      <a:pt x="72" y="102"/>
                    </a:cubicBezTo>
                    <a:cubicBezTo>
                      <a:pt x="73" y="102"/>
                      <a:pt x="74" y="101"/>
                      <a:pt x="75" y="100"/>
                    </a:cubicBezTo>
                    <a:cubicBezTo>
                      <a:pt x="79" y="97"/>
                      <a:pt x="83" y="96"/>
                      <a:pt x="87" y="96"/>
                    </a:cubicBezTo>
                    <a:cubicBezTo>
                      <a:pt x="90" y="96"/>
                      <a:pt x="93" y="97"/>
                      <a:pt x="96" y="98"/>
                    </a:cubicBezTo>
                    <a:cubicBezTo>
                      <a:pt x="103" y="102"/>
                      <a:pt x="107" y="109"/>
                      <a:pt x="107" y="116"/>
                    </a:cubicBezTo>
                    <a:cubicBezTo>
                      <a:pt x="107" y="119"/>
                      <a:pt x="107" y="121"/>
                      <a:pt x="108" y="121"/>
                    </a:cubicBezTo>
                    <a:cubicBezTo>
                      <a:pt x="109" y="121"/>
                      <a:pt x="110" y="120"/>
                      <a:pt x="111" y="119"/>
                    </a:cubicBezTo>
                    <a:cubicBezTo>
                      <a:pt x="118" y="114"/>
                      <a:pt x="124" y="107"/>
                      <a:pt x="128" y="99"/>
                    </a:cubicBezTo>
                    <a:cubicBezTo>
                      <a:pt x="144" y="69"/>
                      <a:pt x="135" y="32"/>
                      <a:pt x="10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20" name="Freeform 142"/>
              <p:cNvSpPr>
                <a:spLocks noEditPoints="1"/>
              </p:cNvSpPr>
              <p:nvPr/>
            </p:nvSpPr>
            <p:spPr bwMode="auto">
              <a:xfrm>
                <a:off x="-4886325" y="6961188"/>
                <a:ext cx="582613" cy="563563"/>
              </a:xfrm>
              <a:custGeom>
                <a:avLst/>
                <a:gdLst>
                  <a:gd name="T0" fmla="*/ 64 w 155"/>
                  <a:gd name="T1" fmla="*/ 117 h 150"/>
                  <a:gd name="T2" fmla="*/ 94 w 155"/>
                  <a:gd name="T3" fmla="*/ 108 h 150"/>
                  <a:gd name="T4" fmla="*/ 136 w 155"/>
                  <a:gd name="T5" fmla="*/ 150 h 150"/>
                  <a:gd name="T6" fmla="*/ 155 w 155"/>
                  <a:gd name="T7" fmla="*/ 131 h 150"/>
                  <a:gd name="T8" fmla="*/ 113 w 155"/>
                  <a:gd name="T9" fmla="*/ 89 h 150"/>
                  <a:gd name="T10" fmla="*/ 105 w 155"/>
                  <a:gd name="T11" fmla="*/ 17 h 150"/>
                  <a:gd name="T12" fmla="*/ 64 w 155"/>
                  <a:gd name="T13" fmla="*/ 0 h 150"/>
                  <a:gd name="T14" fmla="*/ 64 w 155"/>
                  <a:gd name="T15" fmla="*/ 23 h 150"/>
                  <a:gd name="T16" fmla="*/ 75 w 155"/>
                  <a:gd name="T17" fmla="*/ 23 h 150"/>
                  <a:gd name="T18" fmla="*/ 75 w 155"/>
                  <a:gd name="T19" fmla="*/ 47 h 150"/>
                  <a:gd name="T20" fmla="*/ 99 w 155"/>
                  <a:gd name="T21" fmla="*/ 47 h 150"/>
                  <a:gd name="T22" fmla="*/ 99 w 155"/>
                  <a:gd name="T23" fmla="*/ 70 h 150"/>
                  <a:gd name="T24" fmla="*/ 75 w 155"/>
                  <a:gd name="T25" fmla="*/ 70 h 150"/>
                  <a:gd name="T26" fmla="*/ 75 w 155"/>
                  <a:gd name="T27" fmla="*/ 94 h 150"/>
                  <a:gd name="T28" fmla="*/ 64 w 155"/>
                  <a:gd name="T29" fmla="*/ 94 h 150"/>
                  <a:gd name="T30" fmla="*/ 64 w 155"/>
                  <a:gd name="T31" fmla="*/ 117 h 150"/>
                  <a:gd name="T32" fmla="*/ 22 w 155"/>
                  <a:gd name="T33" fmla="*/ 100 h 150"/>
                  <a:gd name="T34" fmla="*/ 64 w 155"/>
                  <a:gd name="T35" fmla="*/ 117 h 150"/>
                  <a:gd name="T36" fmla="*/ 64 w 155"/>
                  <a:gd name="T37" fmla="*/ 94 h 150"/>
                  <a:gd name="T38" fmla="*/ 53 w 155"/>
                  <a:gd name="T39" fmla="*/ 94 h 150"/>
                  <a:gd name="T40" fmla="*/ 53 w 155"/>
                  <a:gd name="T41" fmla="*/ 70 h 150"/>
                  <a:gd name="T42" fmla="*/ 28 w 155"/>
                  <a:gd name="T43" fmla="*/ 70 h 150"/>
                  <a:gd name="T44" fmla="*/ 28 w 155"/>
                  <a:gd name="T45" fmla="*/ 47 h 150"/>
                  <a:gd name="T46" fmla="*/ 28 w 155"/>
                  <a:gd name="T47" fmla="*/ 47 h 150"/>
                  <a:gd name="T48" fmla="*/ 53 w 155"/>
                  <a:gd name="T49" fmla="*/ 47 h 150"/>
                  <a:gd name="T50" fmla="*/ 53 w 155"/>
                  <a:gd name="T51" fmla="*/ 23 h 150"/>
                  <a:gd name="T52" fmla="*/ 64 w 155"/>
                  <a:gd name="T53" fmla="*/ 23 h 150"/>
                  <a:gd name="T54" fmla="*/ 64 w 155"/>
                  <a:gd name="T55" fmla="*/ 0 h 150"/>
                  <a:gd name="T56" fmla="*/ 22 w 155"/>
                  <a:gd name="T57" fmla="*/ 17 h 150"/>
                  <a:gd name="T58" fmla="*/ 22 w 155"/>
                  <a:gd name="T59" fmla="*/ 10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5" h="150">
                    <a:moveTo>
                      <a:pt x="64" y="117"/>
                    </a:moveTo>
                    <a:cubicBezTo>
                      <a:pt x="74" y="117"/>
                      <a:pt x="85" y="114"/>
                      <a:pt x="94" y="108"/>
                    </a:cubicBezTo>
                    <a:cubicBezTo>
                      <a:pt x="136" y="150"/>
                      <a:pt x="136" y="150"/>
                      <a:pt x="136" y="150"/>
                    </a:cubicBezTo>
                    <a:cubicBezTo>
                      <a:pt x="155" y="131"/>
                      <a:pt x="155" y="131"/>
                      <a:pt x="155" y="131"/>
                    </a:cubicBezTo>
                    <a:cubicBezTo>
                      <a:pt x="113" y="89"/>
                      <a:pt x="113" y="89"/>
                      <a:pt x="113" y="89"/>
                    </a:cubicBezTo>
                    <a:cubicBezTo>
                      <a:pt x="127" y="67"/>
                      <a:pt x="124" y="37"/>
                      <a:pt x="105" y="17"/>
                    </a:cubicBezTo>
                    <a:cubicBezTo>
                      <a:pt x="94" y="6"/>
                      <a:pt x="79" y="0"/>
                      <a:pt x="64" y="0"/>
                    </a:cubicBezTo>
                    <a:cubicBezTo>
                      <a:pt x="64" y="23"/>
                      <a:pt x="64" y="23"/>
                      <a:pt x="64" y="23"/>
                    </a:cubicBezTo>
                    <a:cubicBezTo>
                      <a:pt x="75" y="23"/>
                      <a:pt x="75" y="23"/>
                      <a:pt x="75" y="23"/>
                    </a:cubicBezTo>
                    <a:cubicBezTo>
                      <a:pt x="75" y="47"/>
                      <a:pt x="75" y="47"/>
                      <a:pt x="75" y="47"/>
                    </a:cubicBezTo>
                    <a:cubicBezTo>
                      <a:pt x="99" y="47"/>
                      <a:pt x="99" y="47"/>
                      <a:pt x="99" y="47"/>
                    </a:cubicBezTo>
                    <a:cubicBezTo>
                      <a:pt x="99" y="70"/>
                      <a:pt x="99" y="70"/>
                      <a:pt x="99" y="70"/>
                    </a:cubicBezTo>
                    <a:cubicBezTo>
                      <a:pt x="75" y="70"/>
                      <a:pt x="75" y="70"/>
                      <a:pt x="75" y="70"/>
                    </a:cubicBezTo>
                    <a:cubicBezTo>
                      <a:pt x="75" y="94"/>
                      <a:pt x="75" y="94"/>
                      <a:pt x="75" y="94"/>
                    </a:cubicBezTo>
                    <a:cubicBezTo>
                      <a:pt x="64" y="94"/>
                      <a:pt x="64" y="94"/>
                      <a:pt x="64" y="94"/>
                    </a:cubicBezTo>
                    <a:lnTo>
                      <a:pt x="64" y="117"/>
                    </a:lnTo>
                    <a:close/>
                    <a:moveTo>
                      <a:pt x="22" y="100"/>
                    </a:moveTo>
                    <a:cubicBezTo>
                      <a:pt x="34" y="111"/>
                      <a:pt x="49" y="117"/>
                      <a:pt x="64" y="117"/>
                    </a:cubicBezTo>
                    <a:cubicBezTo>
                      <a:pt x="64" y="94"/>
                      <a:pt x="64" y="94"/>
                      <a:pt x="64" y="94"/>
                    </a:cubicBezTo>
                    <a:cubicBezTo>
                      <a:pt x="53" y="94"/>
                      <a:pt x="53" y="94"/>
                      <a:pt x="53" y="94"/>
                    </a:cubicBezTo>
                    <a:cubicBezTo>
                      <a:pt x="53" y="70"/>
                      <a:pt x="53" y="70"/>
                      <a:pt x="53" y="70"/>
                    </a:cubicBezTo>
                    <a:cubicBezTo>
                      <a:pt x="28" y="70"/>
                      <a:pt x="28" y="70"/>
                      <a:pt x="28" y="70"/>
                    </a:cubicBezTo>
                    <a:cubicBezTo>
                      <a:pt x="28" y="47"/>
                      <a:pt x="28" y="47"/>
                      <a:pt x="28" y="47"/>
                    </a:cubicBezTo>
                    <a:cubicBezTo>
                      <a:pt x="28" y="47"/>
                      <a:pt x="28" y="47"/>
                      <a:pt x="28" y="47"/>
                    </a:cubicBezTo>
                    <a:cubicBezTo>
                      <a:pt x="53" y="47"/>
                      <a:pt x="53" y="47"/>
                      <a:pt x="53" y="47"/>
                    </a:cubicBezTo>
                    <a:cubicBezTo>
                      <a:pt x="53" y="23"/>
                      <a:pt x="53" y="23"/>
                      <a:pt x="53" y="23"/>
                    </a:cubicBezTo>
                    <a:cubicBezTo>
                      <a:pt x="64" y="23"/>
                      <a:pt x="64" y="23"/>
                      <a:pt x="64" y="23"/>
                    </a:cubicBezTo>
                    <a:cubicBezTo>
                      <a:pt x="64" y="0"/>
                      <a:pt x="64" y="0"/>
                      <a:pt x="64" y="0"/>
                    </a:cubicBezTo>
                    <a:cubicBezTo>
                      <a:pt x="49" y="0"/>
                      <a:pt x="34" y="6"/>
                      <a:pt x="22" y="17"/>
                    </a:cubicBezTo>
                    <a:cubicBezTo>
                      <a:pt x="0" y="40"/>
                      <a:pt x="0" y="77"/>
                      <a:pt x="2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21" name="Freeform 143"/>
              <p:cNvSpPr>
                <a:spLocks/>
              </p:cNvSpPr>
              <p:nvPr/>
            </p:nvSpPr>
            <p:spPr bwMode="auto">
              <a:xfrm>
                <a:off x="-6264275" y="5621338"/>
                <a:ext cx="153988" cy="195263"/>
              </a:xfrm>
              <a:custGeom>
                <a:avLst/>
                <a:gdLst>
                  <a:gd name="T0" fmla="*/ 0 w 41"/>
                  <a:gd name="T1" fmla="*/ 0 h 52"/>
                  <a:gd name="T2" fmla="*/ 16 w 41"/>
                  <a:gd name="T3" fmla="*/ 52 h 52"/>
                  <a:gd name="T4" fmla="*/ 41 w 41"/>
                  <a:gd name="T5" fmla="*/ 0 h 52"/>
                  <a:gd name="T6" fmla="*/ 0 w 41"/>
                  <a:gd name="T7" fmla="*/ 0 h 52"/>
                </a:gdLst>
                <a:ahLst/>
                <a:cxnLst>
                  <a:cxn ang="0">
                    <a:pos x="T0" y="T1"/>
                  </a:cxn>
                  <a:cxn ang="0">
                    <a:pos x="T2" y="T3"/>
                  </a:cxn>
                  <a:cxn ang="0">
                    <a:pos x="T4" y="T5"/>
                  </a:cxn>
                  <a:cxn ang="0">
                    <a:pos x="T6" y="T7"/>
                  </a:cxn>
                </a:cxnLst>
                <a:rect l="0" t="0" r="r" b="b"/>
                <a:pathLst>
                  <a:path w="41" h="52">
                    <a:moveTo>
                      <a:pt x="0" y="0"/>
                    </a:moveTo>
                    <a:cubicBezTo>
                      <a:pt x="1" y="21"/>
                      <a:pt x="7" y="39"/>
                      <a:pt x="16" y="52"/>
                    </a:cubicBezTo>
                    <a:cubicBezTo>
                      <a:pt x="30" y="39"/>
                      <a:pt x="39" y="21"/>
                      <a:pt x="4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22" name="Freeform 144"/>
              <p:cNvSpPr>
                <a:spLocks/>
              </p:cNvSpPr>
              <p:nvPr/>
            </p:nvSpPr>
            <p:spPr bwMode="auto">
              <a:xfrm>
                <a:off x="-6264275" y="5380038"/>
                <a:ext cx="153988" cy="192088"/>
              </a:xfrm>
              <a:custGeom>
                <a:avLst/>
                <a:gdLst>
                  <a:gd name="T0" fmla="*/ 16 w 41"/>
                  <a:gd name="T1" fmla="*/ 0 h 51"/>
                  <a:gd name="T2" fmla="*/ 0 w 41"/>
                  <a:gd name="T3" fmla="*/ 51 h 51"/>
                  <a:gd name="T4" fmla="*/ 41 w 41"/>
                  <a:gd name="T5" fmla="*/ 51 h 51"/>
                  <a:gd name="T6" fmla="*/ 16 w 41"/>
                  <a:gd name="T7" fmla="*/ 0 h 51"/>
                </a:gdLst>
                <a:ahLst/>
                <a:cxnLst>
                  <a:cxn ang="0">
                    <a:pos x="T0" y="T1"/>
                  </a:cxn>
                  <a:cxn ang="0">
                    <a:pos x="T2" y="T3"/>
                  </a:cxn>
                  <a:cxn ang="0">
                    <a:pos x="T4" y="T5"/>
                  </a:cxn>
                  <a:cxn ang="0">
                    <a:pos x="T6" y="T7"/>
                  </a:cxn>
                </a:cxnLst>
                <a:rect l="0" t="0" r="r" b="b"/>
                <a:pathLst>
                  <a:path w="41" h="51">
                    <a:moveTo>
                      <a:pt x="16" y="0"/>
                    </a:moveTo>
                    <a:cubicBezTo>
                      <a:pt x="7" y="12"/>
                      <a:pt x="1" y="30"/>
                      <a:pt x="0" y="51"/>
                    </a:cubicBezTo>
                    <a:cubicBezTo>
                      <a:pt x="41" y="51"/>
                      <a:pt x="41" y="51"/>
                      <a:pt x="41" y="51"/>
                    </a:cubicBezTo>
                    <a:cubicBezTo>
                      <a:pt x="39" y="31"/>
                      <a:pt x="30" y="13"/>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23" name="Freeform 145"/>
              <p:cNvSpPr>
                <a:spLocks/>
              </p:cNvSpPr>
              <p:nvPr/>
            </p:nvSpPr>
            <p:spPr bwMode="auto">
              <a:xfrm>
                <a:off x="-6380163" y="5302250"/>
                <a:ext cx="134938" cy="269875"/>
              </a:xfrm>
              <a:custGeom>
                <a:avLst/>
                <a:gdLst>
                  <a:gd name="T0" fmla="*/ 0 w 36"/>
                  <a:gd name="T1" fmla="*/ 0 h 72"/>
                  <a:gd name="T2" fmla="*/ 0 w 36"/>
                  <a:gd name="T3" fmla="*/ 72 h 72"/>
                  <a:gd name="T4" fmla="*/ 18 w 36"/>
                  <a:gd name="T5" fmla="*/ 72 h 72"/>
                  <a:gd name="T6" fmla="*/ 36 w 36"/>
                  <a:gd name="T7" fmla="*/ 12 h 72"/>
                  <a:gd name="T8" fmla="*/ 0 w 36"/>
                  <a:gd name="T9" fmla="*/ 0 h 72"/>
                </a:gdLst>
                <a:ahLst/>
                <a:cxnLst>
                  <a:cxn ang="0">
                    <a:pos x="T0" y="T1"/>
                  </a:cxn>
                  <a:cxn ang="0">
                    <a:pos x="T2" y="T3"/>
                  </a:cxn>
                  <a:cxn ang="0">
                    <a:pos x="T4" y="T5"/>
                  </a:cxn>
                  <a:cxn ang="0">
                    <a:pos x="T6" y="T7"/>
                  </a:cxn>
                  <a:cxn ang="0">
                    <a:pos x="T8" y="T9"/>
                  </a:cxn>
                </a:cxnLst>
                <a:rect l="0" t="0" r="r" b="b"/>
                <a:pathLst>
                  <a:path w="36" h="72">
                    <a:moveTo>
                      <a:pt x="0" y="0"/>
                    </a:moveTo>
                    <a:cubicBezTo>
                      <a:pt x="0" y="72"/>
                      <a:pt x="0" y="72"/>
                      <a:pt x="0" y="72"/>
                    </a:cubicBezTo>
                    <a:cubicBezTo>
                      <a:pt x="18" y="72"/>
                      <a:pt x="18" y="72"/>
                      <a:pt x="18" y="72"/>
                    </a:cubicBezTo>
                    <a:cubicBezTo>
                      <a:pt x="19" y="48"/>
                      <a:pt x="26" y="27"/>
                      <a:pt x="36" y="12"/>
                    </a:cubicBezTo>
                    <a:cubicBezTo>
                      <a:pt x="26" y="6"/>
                      <a:pt x="13"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24" name="Freeform 146"/>
              <p:cNvSpPr>
                <a:spLocks/>
              </p:cNvSpPr>
              <p:nvPr/>
            </p:nvSpPr>
            <p:spPr bwMode="auto">
              <a:xfrm>
                <a:off x="-6569075" y="5621338"/>
                <a:ext cx="139700" cy="269875"/>
              </a:xfrm>
              <a:custGeom>
                <a:avLst/>
                <a:gdLst>
                  <a:gd name="T0" fmla="*/ 37 w 37"/>
                  <a:gd name="T1" fmla="*/ 72 h 72"/>
                  <a:gd name="T2" fmla="*/ 37 w 37"/>
                  <a:gd name="T3" fmla="*/ 0 h 72"/>
                  <a:gd name="T4" fmla="*/ 18 w 37"/>
                  <a:gd name="T5" fmla="*/ 0 h 72"/>
                  <a:gd name="T6" fmla="*/ 0 w 37"/>
                  <a:gd name="T7" fmla="*/ 59 h 72"/>
                  <a:gd name="T8" fmla="*/ 37 w 37"/>
                  <a:gd name="T9" fmla="*/ 72 h 72"/>
                </a:gdLst>
                <a:ahLst/>
                <a:cxnLst>
                  <a:cxn ang="0">
                    <a:pos x="T0" y="T1"/>
                  </a:cxn>
                  <a:cxn ang="0">
                    <a:pos x="T2" y="T3"/>
                  </a:cxn>
                  <a:cxn ang="0">
                    <a:pos x="T4" y="T5"/>
                  </a:cxn>
                  <a:cxn ang="0">
                    <a:pos x="T6" y="T7"/>
                  </a:cxn>
                  <a:cxn ang="0">
                    <a:pos x="T8" y="T9"/>
                  </a:cxn>
                </a:cxnLst>
                <a:rect l="0" t="0" r="r" b="b"/>
                <a:pathLst>
                  <a:path w="37" h="72">
                    <a:moveTo>
                      <a:pt x="37" y="72"/>
                    </a:moveTo>
                    <a:cubicBezTo>
                      <a:pt x="37" y="0"/>
                      <a:pt x="37" y="0"/>
                      <a:pt x="37" y="0"/>
                    </a:cubicBezTo>
                    <a:cubicBezTo>
                      <a:pt x="18" y="0"/>
                      <a:pt x="18" y="0"/>
                      <a:pt x="18" y="0"/>
                    </a:cubicBezTo>
                    <a:cubicBezTo>
                      <a:pt x="17" y="24"/>
                      <a:pt x="10" y="45"/>
                      <a:pt x="0" y="59"/>
                    </a:cubicBezTo>
                    <a:cubicBezTo>
                      <a:pt x="11" y="67"/>
                      <a:pt x="23" y="71"/>
                      <a:pt x="37"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25" name="Freeform 147"/>
              <p:cNvSpPr>
                <a:spLocks/>
              </p:cNvSpPr>
              <p:nvPr/>
            </p:nvSpPr>
            <p:spPr bwMode="auto">
              <a:xfrm>
                <a:off x="-6569075" y="5302250"/>
                <a:ext cx="139700" cy="269875"/>
              </a:xfrm>
              <a:custGeom>
                <a:avLst/>
                <a:gdLst>
                  <a:gd name="T0" fmla="*/ 18 w 37"/>
                  <a:gd name="T1" fmla="*/ 72 h 72"/>
                  <a:gd name="T2" fmla="*/ 37 w 37"/>
                  <a:gd name="T3" fmla="*/ 72 h 72"/>
                  <a:gd name="T4" fmla="*/ 37 w 37"/>
                  <a:gd name="T5" fmla="*/ 0 h 72"/>
                  <a:gd name="T6" fmla="*/ 0 w 37"/>
                  <a:gd name="T7" fmla="*/ 13 h 72"/>
                  <a:gd name="T8" fmla="*/ 18 w 37"/>
                  <a:gd name="T9" fmla="*/ 72 h 72"/>
                </a:gdLst>
                <a:ahLst/>
                <a:cxnLst>
                  <a:cxn ang="0">
                    <a:pos x="T0" y="T1"/>
                  </a:cxn>
                  <a:cxn ang="0">
                    <a:pos x="T2" y="T3"/>
                  </a:cxn>
                  <a:cxn ang="0">
                    <a:pos x="T4" y="T5"/>
                  </a:cxn>
                  <a:cxn ang="0">
                    <a:pos x="T6" y="T7"/>
                  </a:cxn>
                  <a:cxn ang="0">
                    <a:pos x="T8" y="T9"/>
                  </a:cxn>
                </a:cxnLst>
                <a:rect l="0" t="0" r="r" b="b"/>
                <a:pathLst>
                  <a:path w="37" h="72">
                    <a:moveTo>
                      <a:pt x="18" y="72"/>
                    </a:moveTo>
                    <a:cubicBezTo>
                      <a:pt x="37" y="72"/>
                      <a:pt x="37" y="72"/>
                      <a:pt x="37" y="72"/>
                    </a:cubicBezTo>
                    <a:cubicBezTo>
                      <a:pt x="37" y="0"/>
                      <a:pt x="37" y="0"/>
                      <a:pt x="37" y="0"/>
                    </a:cubicBezTo>
                    <a:cubicBezTo>
                      <a:pt x="23" y="1"/>
                      <a:pt x="11" y="6"/>
                      <a:pt x="0" y="13"/>
                    </a:cubicBezTo>
                    <a:cubicBezTo>
                      <a:pt x="10" y="28"/>
                      <a:pt x="17" y="48"/>
                      <a:pt x="18"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26" name="Freeform 148"/>
              <p:cNvSpPr>
                <a:spLocks/>
              </p:cNvSpPr>
              <p:nvPr/>
            </p:nvSpPr>
            <p:spPr bwMode="auto">
              <a:xfrm>
                <a:off x="-6699250" y="5621338"/>
                <a:ext cx="149225" cy="190500"/>
              </a:xfrm>
              <a:custGeom>
                <a:avLst/>
                <a:gdLst>
                  <a:gd name="T0" fmla="*/ 25 w 40"/>
                  <a:gd name="T1" fmla="*/ 51 h 51"/>
                  <a:gd name="T2" fmla="*/ 40 w 40"/>
                  <a:gd name="T3" fmla="*/ 0 h 51"/>
                  <a:gd name="T4" fmla="*/ 0 w 40"/>
                  <a:gd name="T5" fmla="*/ 0 h 51"/>
                  <a:gd name="T6" fmla="*/ 25 w 40"/>
                  <a:gd name="T7" fmla="*/ 51 h 51"/>
                </a:gdLst>
                <a:ahLst/>
                <a:cxnLst>
                  <a:cxn ang="0">
                    <a:pos x="T0" y="T1"/>
                  </a:cxn>
                  <a:cxn ang="0">
                    <a:pos x="T2" y="T3"/>
                  </a:cxn>
                  <a:cxn ang="0">
                    <a:pos x="T4" y="T5"/>
                  </a:cxn>
                  <a:cxn ang="0">
                    <a:pos x="T6" y="T7"/>
                  </a:cxn>
                </a:cxnLst>
                <a:rect l="0" t="0" r="r" b="b"/>
                <a:pathLst>
                  <a:path w="40" h="51">
                    <a:moveTo>
                      <a:pt x="25" y="51"/>
                    </a:moveTo>
                    <a:cubicBezTo>
                      <a:pt x="33" y="38"/>
                      <a:pt x="39" y="21"/>
                      <a:pt x="40" y="0"/>
                    </a:cubicBezTo>
                    <a:cubicBezTo>
                      <a:pt x="0" y="0"/>
                      <a:pt x="0" y="0"/>
                      <a:pt x="0" y="0"/>
                    </a:cubicBezTo>
                    <a:cubicBezTo>
                      <a:pt x="1" y="20"/>
                      <a:pt x="11" y="38"/>
                      <a:pt x="2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27" name="Freeform 149"/>
              <p:cNvSpPr>
                <a:spLocks/>
              </p:cNvSpPr>
              <p:nvPr/>
            </p:nvSpPr>
            <p:spPr bwMode="auto">
              <a:xfrm>
                <a:off x="-6699250" y="5380038"/>
                <a:ext cx="149225" cy="192088"/>
              </a:xfrm>
              <a:custGeom>
                <a:avLst/>
                <a:gdLst>
                  <a:gd name="T0" fmla="*/ 25 w 40"/>
                  <a:gd name="T1" fmla="*/ 0 h 51"/>
                  <a:gd name="T2" fmla="*/ 0 w 40"/>
                  <a:gd name="T3" fmla="*/ 51 h 51"/>
                  <a:gd name="T4" fmla="*/ 40 w 40"/>
                  <a:gd name="T5" fmla="*/ 51 h 51"/>
                  <a:gd name="T6" fmla="*/ 25 w 40"/>
                  <a:gd name="T7" fmla="*/ 0 h 51"/>
                </a:gdLst>
                <a:ahLst/>
                <a:cxnLst>
                  <a:cxn ang="0">
                    <a:pos x="T0" y="T1"/>
                  </a:cxn>
                  <a:cxn ang="0">
                    <a:pos x="T2" y="T3"/>
                  </a:cxn>
                  <a:cxn ang="0">
                    <a:pos x="T4" y="T5"/>
                  </a:cxn>
                  <a:cxn ang="0">
                    <a:pos x="T6" y="T7"/>
                  </a:cxn>
                </a:cxnLst>
                <a:rect l="0" t="0" r="r" b="b"/>
                <a:pathLst>
                  <a:path w="40" h="51">
                    <a:moveTo>
                      <a:pt x="25" y="0"/>
                    </a:moveTo>
                    <a:cubicBezTo>
                      <a:pt x="11" y="13"/>
                      <a:pt x="1" y="31"/>
                      <a:pt x="0" y="51"/>
                    </a:cubicBezTo>
                    <a:cubicBezTo>
                      <a:pt x="40" y="51"/>
                      <a:pt x="40" y="51"/>
                      <a:pt x="40" y="51"/>
                    </a:cubicBezTo>
                    <a:cubicBezTo>
                      <a:pt x="39" y="31"/>
                      <a:pt x="33" y="13"/>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28" name="Freeform 150"/>
              <p:cNvSpPr>
                <a:spLocks/>
              </p:cNvSpPr>
              <p:nvPr/>
            </p:nvSpPr>
            <p:spPr bwMode="auto">
              <a:xfrm>
                <a:off x="-6380163" y="5621338"/>
                <a:ext cx="134938" cy="269875"/>
              </a:xfrm>
              <a:custGeom>
                <a:avLst/>
                <a:gdLst>
                  <a:gd name="T0" fmla="*/ 0 w 36"/>
                  <a:gd name="T1" fmla="*/ 72 h 72"/>
                  <a:gd name="T2" fmla="*/ 36 w 36"/>
                  <a:gd name="T3" fmla="*/ 60 h 72"/>
                  <a:gd name="T4" fmla="*/ 18 w 36"/>
                  <a:gd name="T5" fmla="*/ 0 h 72"/>
                  <a:gd name="T6" fmla="*/ 0 w 36"/>
                  <a:gd name="T7" fmla="*/ 0 h 72"/>
                  <a:gd name="T8" fmla="*/ 0 w 36"/>
                  <a:gd name="T9" fmla="*/ 72 h 72"/>
                </a:gdLst>
                <a:ahLst/>
                <a:cxnLst>
                  <a:cxn ang="0">
                    <a:pos x="T0" y="T1"/>
                  </a:cxn>
                  <a:cxn ang="0">
                    <a:pos x="T2" y="T3"/>
                  </a:cxn>
                  <a:cxn ang="0">
                    <a:pos x="T4" y="T5"/>
                  </a:cxn>
                  <a:cxn ang="0">
                    <a:pos x="T6" y="T7"/>
                  </a:cxn>
                  <a:cxn ang="0">
                    <a:pos x="T8" y="T9"/>
                  </a:cxn>
                </a:cxnLst>
                <a:rect l="0" t="0" r="r" b="b"/>
                <a:pathLst>
                  <a:path w="36" h="72">
                    <a:moveTo>
                      <a:pt x="0" y="72"/>
                    </a:moveTo>
                    <a:cubicBezTo>
                      <a:pt x="13" y="71"/>
                      <a:pt x="26" y="67"/>
                      <a:pt x="36" y="60"/>
                    </a:cubicBezTo>
                    <a:cubicBezTo>
                      <a:pt x="26" y="45"/>
                      <a:pt x="19" y="24"/>
                      <a:pt x="18" y="0"/>
                    </a:cubicBezTo>
                    <a:cubicBezTo>
                      <a:pt x="0" y="0"/>
                      <a:pt x="0" y="0"/>
                      <a:pt x="0" y="0"/>
                    </a:cubicBezTo>
                    <a:lnTo>
                      <a:pt x="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29" name="Freeform 151"/>
              <p:cNvSpPr>
                <a:spLocks noEditPoints="1"/>
              </p:cNvSpPr>
              <p:nvPr/>
            </p:nvSpPr>
            <p:spPr bwMode="auto">
              <a:xfrm>
                <a:off x="-2324100" y="5951538"/>
                <a:ext cx="582613" cy="712788"/>
              </a:xfrm>
              <a:custGeom>
                <a:avLst/>
                <a:gdLst>
                  <a:gd name="T0" fmla="*/ 108 w 155"/>
                  <a:gd name="T1" fmla="*/ 175 h 190"/>
                  <a:gd name="T2" fmla="*/ 155 w 155"/>
                  <a:gd name="T3" fmla="*/ 190 h 190"/>
                  <a:gd name="T4" fmla="*/ 108 w 155"/>
                  <a:gd name="T5" fmla="*/ 109 h 190"/>
                  <a:gd name="T6" fmla="*/ 98 w 155"/>
                  <a:gd name="T7" fmla="*/ 92 h 190"/>
                  <a:gd name="T8" fmla="*/ 89 w 155"/>
                  <a:gd name="T9" fmla="*/ 132 h 190"/>
                  <a:gd name="T10" fmla="*/ 93 w 155"/>
                  <a:gd name="T11" fmla="*/ 144 h 190"/>
                  <a:gd name="T12" fmla="*/ 89 w 155"/>
                  <a:gd name="T13" fmla="*/ 140 h 190"/>
                  <a:gd name="T14" fmla="*/ 96 w 155"/>
                  <a:gd name="T15" fmla="*/ 161 h 190"/>
                  <a:gd name="T16" fmla="*/ 89 w 155"/>
                  <a:gd name="T17" fmla="*/ 175 h 190"/>
                  <a:gd name="T18" fmla="*/ 89 w 155"/>
                  <a:gd name="T19" fmla="*/ 175 h 190"/>
                  <a:gd name="T20" fmla="*/ 77 w 155"/>
                  <a:gd name="T21" fmla="*/ 161 h 190"/>
                  <a:gd name="T22" fmla="*/ 89 w 155"/>
                  <a:gd name="T23" fmla="*/ 50 h 190"/>
                  <a:gd name="T24" fmla="*/ 82 w 155"/>
                  <a:gd name="T25" fmla="*/ 28 h 190"/>
                  <a:gd name="T26" fmla="*/ 77 w 155"/>
                  <a:gd name="T27" fmla="*/ 56 h 190"/>
                  <a:gd name="T28" fmla="*/ 77 w 155"/>
                  <a:gd name="T29" fmla="*/ 92 h 190"/>
                  <a:gd name="T30" fmla="*/ 85 w 155"/>
                  <a:gd name="T31" fmla="*/ 109 h 190"/>
                  <a:gd name="T32" fmla="*/ 77 w 155"/>
                  <a:gd name="T33" fmla="*/ 129 h 190"/>
                  <a:gd name="T34" fmla="*/ 89 w 155"/>
                  <a:gd name="T35" fmla="*/ 154 h 190"/>
                  <a:gd name="T36" fmla="*/ 84 w 155"/>
                  <a:gd name="T37" fmla="*/ 136 h 190"/>
                  <a:gd name="T38" fmla="*/ 89 w 155"/>
                  <a:gd name="T39" fmla="*/ 50 h 190"/>
                  <a:gd name="T40" fmla="*/ 77 w 155"/>
                  <a:gd name="T41" fmla="*/ 175 h 190"/>
                  <a:gd name="T42" fmla="*/ 77 w 155"/>
                  <a:gd name="T43" fmla="*/ 161 h 190"/>
                  <a:gd name="T44" fmla="*/ 77 w 155"/>
                  <a:gd name="T45" fmla="*/ 161 h 190"/>
                  <a:gd name="T46" fmla="*/ 66 w 155"/>
                  <a:gd name="T47" fmla="*/ 175 h 190"/>
                  <a:gd name="T48" fmla="*/ 77 w 155"/>
                  <a:gd name="T49" fmla="*/ 0 h 190"/>
                  <a:gd name="T50" fmla="*/ 70 w 155"/>
                  <a:gd name="T51" fmla="*/ 28 h 190"/>
                  <a:gd name="T52" fmla="*/ 66 w 155"/>
                  <a:gd name="T53" fmla="*/ 132 h 190"/>
                  <a:gd name="T54" fmla="*/ 66 w 155"/>
                  <a:gd name="T55" fmla="*/ 140 h 190"/>
                  <a:gd name="T56" fmla="*/ 77 w 155"/>
                  <a:gd name="T57" fmla="*/ 143 h 190"/>
                  <a:gd name="T58" fmla="*/ 77 w 155"/>
                  <a:gd name="T59" fmla="*/ 129 h 190"/>
                  <a:gd name="T60" fmla="*/ 68 w 155"/>
                  <a:gd name="T61" fmla="*/ 119 h 190"/>
                  <a:gd name="T62" fmla="*/ 77 w 155"/>
                  <a:gd name="T63" fmla="*/ 109 h 190"/>
                  <a:gd name="T64" fmla="*/ 77 w 155"/>
                  <a:gd name="T65" fmla="*/ 109 h 190"/>
                  <a:gd name="T66" fmla="*/ 77 w 155"/>
                  <a:gd name="T67" fmla="*/ 92 h 190"/>
                  <a:gd name="T68" fmla="*/ 77 w 155"/>
                  <a:gd name="T69" fmla="*/ 56 h 190"/>
                  <a:gd name="T70" fmla="*/ 77 w 155"/>
                  <a:gd name="T71" fmla="*/ 56 h 190"/>
                  <a:gd name="T72" fmla="*/ 0 w 155"/>
                  <a:gd name="T73" fmla="*/ 190 h 190"/>
                  <a:gd name="T74" fmla="*/ 47 w 155"/>
                  <a:gd name="T75" fmla="*/ 175 h 190"/>
                  <a:gd name="T76" fmla="*/ 66 w 155"/>
                  <a:gd name="T77" fmla="*/ 161 h 190"/>
                  <a:gd name="T78" fmla="*/ 66 w 155"/>
                  <a:gd name="T79" fmla="*/ 154 h 190"/>
                  <a:gd name="T80" fmla="*/ 62 w 155"/>
                  <a:gd name="T81" fmla="*/ 144 h 190"/>
                  <a:gd name="T82" fmla="*/ 65 w 155"/>
                  <a:gd name="T83" fmla="*/ 131 h 190"/>
                  <a:gd name="T84" fmla="*/ 66 w 155"/>
                  <a:gd name="T85" fmla="*/ 50 h 190"/>
                  <a:gd name="T86" fmla="*/ 47 w 155"/>
                  <a:gd name="T87" fmla="*/ 92 h 190"/>
                  <a:gd name="T88" fmla="*/ 52 w 155"/>
                  <a:gd name="T89" fmla="*/ 109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5" h="190">
                    <a:moveTo>
                      <a:pt x="89" y="175"/>
                    </a:moveTo>
                    <a:cubicBezTo>
                      <a:pt x="108" y="175"/>
                      <a:pt x="108" y="175"/>
                      <a:pt x="108" y="175"/>
                    </a:cubicBezTo>
                    <a:cubicBezTo>
                      <a:pt x="124" y="190"/>
                      <a:pt x="124" y="190"/>
                      <a:pt x="124" y="190"/>
                    </a:cubicBezTo>
                    <a:cubicBezTo>
                      <a:pt x="155" y="190"/>
                      <a:pt x="155" y="190"/>
                      <a:pt x="155" y="190"/>
                    </a:cubicBezTo>
                    <a:cubicBezTo>
                      <a:pt x="130" y="177"/>
                      <a:pt x="114" y="142"/>
                      <a:pt x="103" y="109"/>
                    </a:cubicBezTo>
                    <a:cubicBezTo>
                      <a:pt x="108" y="109"/>
                      <a:pt x="108" y="109"/>
                      <a:pt x="108" y="109"/>
                    </a:cubicBezTo>
                    <a:cubicBezTo>
                      <a:pt x="108" y="92"/>
                      <a:pt x="108" y="92"/>
                      <a:pt x="108" y="92"/>
                    </a:cubicBezTo>
                    <a:cubicBezTo>
                      <a:pt x="98" y="92"/>
                      <a:pt x="98" y="92"/>
                      <a:pt x="98" y="92"/>
                    </a:cubicBezTo>
                    <a:cubicBezTo>
                      <a:pt x="94" y="77"/>
                      <a:pt x="91" y="62"/>
                      <a:pt x="89" y="50"/>
                    </a:cubicBezTo>
                    <a:cubicBezTo>
                      <a:pt x="89" y="132"/>
                      <a:pt x="89" y="132"/>
                      <a:pt x="89" y="132"/>
                    </a:cubicBezTo>
                    <a:cubicBezTo>
                      <a:pt x="89" y="131"/>
                      <a:pt x="89" y="131"/>
                      <a:pt x="89" y="131"/>
                    </a:cubicBezTo>
                    <a:cubicBezTo>
                      <a:pt x="90" y="135"/>
                      <a:pt x="92" y="140"/>
                      <a:pt x="93" y="144"/>
                    </a:cubicBezTo>
                    <a:cubicBezTo>
                      <a:pt x="93" y="144"/>
                      <a:pt x="93" y="144"/>
                      <a:pt x="93" y="144"/>
                    </a:cubicBezTo>
                    <a:cubicBezTo>
                      <a:pt x="89" y="140"/>
                      <a:pt x="89" y="140"/>
                      <a:pt x="89" y="140"/>
                    </a:cubicBezTo>
                    <a:cubicBezTo>
                      <a:pt x="89" y="154"/>
                      <a:pt x="89" y="154"/>
                      <a:pt x="89" y="154"/>
                    </a:cubicBezTo>
                    <a:cubicBezTo>
                      <a:pt x="96" y="161"/>
                      <a:pt x="96" y="161"/>
                      <a:pt x="96" y="161"/>
                    </a:cubicBezTo>
                    <a:cubicBezTo>
                      <a:pt x="89" y="161"/>
                      <a:pt x="89" y="161"/>
                      <a:pt x="89" y="161"/>
                    </a:cubicBezTo>
                    <a:lnTo>
                      <a:pt x="89" y="175"/>
                    </a:lnTo>
                    <a:close/>
                    <a:moveTo>
                      <a:pt x="77" y="175"/>
                    </a:moveTo>
                    <a:cubicBezTo>
                      <a:pt x="89" y="175"/>
                      <a:pt x="89" y="175"/>
                      <a:pt x="89" y="175"/>
                    </a:cubicBezTo>
                    <a:cubicBezTo>
                      <a:pt x="89" y="161"/>
                      <a:pt x="89" y="161"/>
                      <a:pt x="89" y="161"/>
                    </a:cubicBezTo>
                    <a:cubicBezTo>
                      <a:pt x="77" y="161"/>
                      <a:pt x="77" y="161"/>
                      <a:pt x="77" y="161"/>
                    </a:cubicBezTo>
                    <a:cubicBezTo>
                      <a:pt x="77" y="175"/>
                      <a:pt x="77" y="175"/>
                      <a:pt x="77" y="175"/>
                    </a:cubicBezTo>
                    <a:close/>
                    <a:moveTo>
                      <a:pt x="89" y="50"/>
                    </a:moveTo>
                    <a:cubicBezTo>
                      <a:pt x="86" y="37"/>
                      <a:pt x="85" y="28"/>
                      <a:pt x="85" y="28"/>
                    </a:cubicBezTo>
                    <a:cubicBezTo>
                      <a:pt x="82" y="28"/>
                      <a:pt x="82" y="28"/>
                      <a:pt x="82" y="28"/>
                    </a:cubicBezTo>
                    <a:cubicBezTo>
                      <a:pt x="77" y="0"/>
                      <a:pt x="77" y="0"/>
                      <a:pt x="77" y="0"/>
                    </a:cubicBezTo>
                    <a:cubicBezTo>
                      <a:pt x="77" y="56"/>
                      <a:pt x="77" y="56"/>
                      <a:pt x="77" y="56"/>
                    </a:cubicBezTo>
                    <a:cubicBezTo>
                      <a:pt x="77" y="57"/>
                      <a:pt x="79" y="84"/>
                      <a:pt x="81" y="92"/>
                    </a:cubicBezTo>
                    <a:cubicBezTo>
                      <a:pt x="77" y="92"/>
                      <a:pt x="77" y="92"/>
                      <a:pt x="77" y="92"/>
                    </a:cubicBezTo>
                    <a:cubicBezTo>
                      <a:pt x="77" y="109"/>
                      <a:pt x="77" y="109"/>
                      <a:pt x="77" y="109"/>
                    </a:cubicBezTo>
                    <a:cubicBezTo>
                      <a:pt x="85" y="109"/>
                      <a:pt x="85" y="109"/>
                      <a:pt x="85" y="109"/>
                    </a:cubicBezTo>
                    <a:cubicBezTo>
                      <a:pt x="85" y="109"/>
                      <a:pt x="85" y="113"/>
                      <a:pt x="87" y="119"/>
                    </a:cubicBezTo>
                    <a:cubicBezTo>
                      <a:pt x="77" y="129"/>
                      <a:pt x="77" y="129"/>
                      <a:pt x="77" y="129"/>
                    </a:cubicBezTo>
                    <a:cubicBezTo>
                      <a:pt x="77" y="143"/>
                      <a:pt x="77" y="143"/>
                      <a:pt x="77" y="143"/>
                    </a:cubicBezTo>
                    <a:cubicBezTo>
                      <a:pt x="89" y="154"/>
                      <a:pt x="89" y="154"/>
                      <a:pt x="89" y="154"/>
                    </a:cubicBezTo>
                    <a:cubicBezTo>
                      <a:pt x="89" y="140"/>
                      <a:pt x="89" y="140"/>
                      <a:pt x="89" y="140"/>
                    </a:cubicBezTo>
                    <a:cubicBezTo>
                      <a:pt x="84" y="136"/>
                      <a:pt x="84" y="136"/>
                      <a:pt x="84" y="136"/>
                    </a:cubicBezTo>
                    <a:cubicBezTo>
                      <a:pt x="89" y="132"/>
                      <a:pt x="89" y="132"/>
                      <a:pt x="89" y="132"/>
                    </a:cubicBezTo>
                    <a:lnTo>
                      <a:pt x="89" y="50"/>
                    </a:lnTo>
                    <a:close/>
                    <a:moveTo>
                      <a:pt x="66" y="175"/>
                    </a:moveTo>
                    <a:cubicBezTo>
                      <a:pt x="77" y="175"/>
                      <a:pt x="77" y="175"/>
                      <a:pt x="77" y="175"/>
                    </a:cubicBezTo>
                    <a:cubicBezTo>
                      <a:pt x="77" y="175"/>
                      <a:pt x="77" y="175"/>
                      <a:pt x="77" y="175"/>
                    </a:cubicBezTo>
                    <a:cubicBezTo>
                      <a:pt x="77" y="161"/>
                      <a:pt x="77" y="161"/>
                      <a:pt x="77" y="161"/>
                    </a:cubicBezTo>
                    <a:cubicBezTo>
                      <a:pt x="77" y="161"/>
                      <a:pt x="77" y="161"/>
                      <a:pt x="77" y="161"/>
                    </a:cubicBezTo>
                    <a:cubicBezTo>
                      <a:pt x="77" y="161"/>
                      <a:pt x="77" y="161"/>
                      <a:pt x="77" y="161"/>
                    </a:cubicBezTo>
                    <a:cubicBezTo>
                      <a:pt x="66" y="161"/>
                      <a:pt x="66" y="161"/>
                      <a:pt x="66" y="161"/>
                    </a:cubicBezTo>
                    <a:cubicBezTo>
                      <a:pt x="66" y="175"/>
                      <a:pt x="66" y="175"/>
                      <a:pt x="66" y="175"/>
                    </a:cubicBezTo>
                    <a:close/>
                    <a:moveTo>
                      <a:pt x="77" y="0"/>
                    </a:moveTo>
                    <a:cubicBezTo>
                      <a:pt x="77" y="0"/>
                      <a:pt x="77" y="0"/>
                      <a:pt x="77" y="0"/>
                    </a:cubicBezTo>
                    <a:cubicBezTo>
                      <a:pt x="72" y="28"/>
                      <a:pt x="72" y="28"/>
                      <a:pt x="72" y="28"/>
                    </a:cubicBezTo>
                    <a:cubicBezTo>
                      <a:pt x="70" y="28"/>
                      <a:pt x="70" y="28"/>
                      <a:pt x="70" y="28"/>
                    </a:cubicBezTo>
                    <a:cubicBezTo>
                      <a:pt x="70" y="28"/>
                      <a:pt x="69" y="37"/>
                      <a:pt x="66" y="50"/>
                    </a:cubicBezTo>
                    <a:cubicBezTo>
                      <a:pt x="66" y="132"/>
                      <a:pt x="66" y="132"/>
                      <a:pt x="66" y="132"/>
                    </a:cubicBezTo>
                    <a:cubicBezTo>
                      <a:pt x="70" y="136"/>
                      <a:pt x="70" y="136"/>
                      <a:pt x="70" y="136"/>
                    </a:cubicBezTo>
                    <a:cubicBezTo>
                      <a:pt x="66" y="140"/>
                      <a:pt x="66" y="140"/>
                      <a:pt x="66" y="140"/>
                    </a:cubicBezTo>
                    <a:cubicBezTo>
                      <a:pt x="66" y="154"/>
                      <a:pt x="66" y="154"/>
                      <a:pt x="66" y="154"/>
                    </a:cubicBezTo>
                    <a:cubicBezTo>
                      <a:pt x="77" y="143"/>
                      <a:pt x="77" y="143"/>
                      <a:pt x="77" y="143"/>
                    </a:cubicBezTo>
                    <a:cubicBezTo>
                      <a:pt x="77" y="143"/>
                      <a:pt x="77" y="143"/>
                      <a:pt x="77" y="143"/>
                    </a:cubicBezTo>
                    <a:cubicBezTo>
                      <a:pt x="77" y="129"/>
                      <a:pt x="77" y="129"/>
                      <a:pt x="77" y="129"/>
                    </a:cubicBezTo>
                    <a:cubicBezTo>
                      <a:pt x="77" y="129"/>
                      <a:pt x="77" y="129"/>
                      <a:pt x="77" y="129"/>
                    </a:cubicBezTo>
                    <a:cubicBezTo>
                      <a:pt x="68" y="119"/>
                      <a:pt x="68" y="119"/>
                      <a:pt x="68" y="119"/>
                    </a:cubicBezTo>
                    <a:cubicBezTo>
                      <a:pt x="69" y="113"/>
                      <a:pt x="70" y="109"/>
                      <a:pt x="70" y="109"/>
                    </a:cubicBezTo>
                    <a:cubicBezTo>
                      <a:pt x="77" y="109"/>
                      <a:pt x="77" y="109"/>
                      <a:pt x="77" y="109"/>
                    </a:cubicBezTo>
                    <a:cubicBezTo>
                      <a:pt x="77" y="109"/>
                      <a:pt x="77" y="109"/>
                      <a:pt x="77" y="109"/>
                    </a:cubicBezTo>
                    <a:cubicBezTo>
                      <a:pt x="77" y="109"/>
                      <a:pt x="77" y="109"/>
                      <a:pt x="77" y="109"/>
                    </a:cubicBezTo>
                    <a:cubicBezTo>
                      <a:pt x="77" y="92"/>
                      <a:pt x="77" y="92"/>
                      <a:pt x="77" y="92"/>
                    </a:cubicBezTo>
                    <a:cubicBezTo>
                      <a:pt x="77" y="92"/>
                      <a:pt x="77" y="92"/>
                      <a:pt x="77" y="92"/>
                    </a:cubicBezTo>
                    <a:cubicBezTo>
                      <a:pt x="74" y="92"/>
                      <a:pt x="74" y="92"/>
                      <a:pt x="74" y="92"/>
                    </a:cubicBezTo>
                    <a:cubicBezTo>
                      <a:pt x="76" y="84"/>
                      <a:pt x="77" y="56"/>
                      <a:pt x="77" y="56"/>
                    </a:cubicBezTo>
                    <a:cubicBezTo>
                      <a:pt x="77" y="56"/>
                      <a:pt x="77" y="56"/>
                      <a:pt x="77" y="56"/>
                    </a:cubicBezTo>
                    <a:cubicBezTo>
                      <a:pt x="77" y="56"/>
                      <a:pt x="77" y="56"/>
                      <a:pt x="77" y="56"/>
                    </a:cubicBezTo>
                    <a:lnTo>
                      <a:pt x="77" y="0"/>
                    </a:lnTo>
                    <a:close/>
                    <a:moveTo>
                      <a:pt x="0" y="190"/>
                    </a:moveTo>
                    <a:cubicBezTo>
                      <a:pt x="31" y="190"/>
                      <a:pt x="31" y="190"/>
                      <a:pt x="31" y="190"/>
                    </a:cubicBezTo>
                    <a:cubicBezTo>
                      <a:pt x="47" y="175"/>
                      <a:pt x="47" y="175"/>
                      <a:pt x="47" y="175"/>
                    </a:cubicBezTo>
                    <a:cubicBezTo>
                      <a:pt x="66" y="175"/>
                      <a:pt x="66" y="175"/>
                      <a:pt x="66" y="175"/>
                    </a:cubicBezTo>
                    <a:cubicBezTo>
                      <a:pt x="66" y="161"/>
                      <a:pt x="66" y="161"/>
                      <a:pt x="66" y="161"/>
                    </a:cubicBezTo>
                    <a:cubicBezTo>
                      <a:pt x="59" y="161"/>
                      <a:pt x="59" y="161"/>
                      <a:pt x="59" y="161"/>
                    </a:cubicBezTo>
                    <a:cubicBezTo>
                      <a:pt x="66" y="154"/>
                      <a:pt x="66" y="154"/>
                      <a:pt x="66" y="154"/>
                    </a:cubicBezTo>
                    <a:cubicBezTo>
                      <a:pt x="66" y="140"/>
                      <a:pt x="66" y="140"/>
                      <a:pt x="66" y="140"/>
                    </a:cubicBezTo>
                    <a:cubicBezTo>
                      <a:pt x="62" y="144"/>
                      <a:pt x="62" y="144"/>
                      <a:pt x="62" y="144"/>
                    </a:cubicBezTo>
                    <a:cubicBezTo>
                      <a:pt x="63" y="140"/>
                      <a:pt x="64" y="135"/>
                      <a:pt x="65" y="131"/>
                    </a:cubicBezTo>
                    <a:cubicBezTo>
                      <a:pt x="65" y="131"/>
                      <a:pt x="65" y="131"/>
                      <a:pt x="65" y="131"/>
                    </a:cubicBezTo>
                    <a:cubicBezTo>
                      <a:pt x="66" y="132"/>
                      <a:pt x="66" y="132"/>
                      <a:pt x="66" y="132"/>
                    </a:cubicBezTo>
                    <a:cubicBezTo>
                      <a:pt x="66" y="50"/>
                      <a:pt x="66" y="50"/>
                      <a:pt x="66" y="50"/>
                    </a:cubicBezTo>
                    <a:cubicBezTo>
                      <a:pt x="64" y="62"/>
                      <a:pt x="61" y="77"/>
                      <a:pt x="57" y="92"/>
                    </a:cubicBezTo>
                    <a:cubicBezTo>
                      <a:pt x="47" y="92"/>
                      <a:pt x="47" y="92"/>
                      <a:pt x="47" y="92"/>
                    </a:cubicBezTo>
                    <a:cubicBezTo>
                      <a:pt x="47" y="109"/>
                      <a:pt x="47" y="109"/>
                      <a:pt x="47" y="109"/>
                    </a:cubicBezTo>
                    <a:cubicBezTo>
                      <a:pt x="52" y="109"/>
                      <a:pt x="52" y="109"/>
                      <a:pt x="52" y="109"/>
                    </a:cubicBezTo>
                    <a:cubicBezTo>
                      <a:pt x="41" y="142"/>
                      <a:pt x="25" y="177"/>
                      <a:pt x="0"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30" name="Freeform 152"/>
              <p:cNvSpPr>
                <a:spLocks/>
              </p:cNvSpPr>
              <p:nvPr/>
            </p:nvSpPr>
            <p:spPr bwMode="auto">
              <a:xfrm>
                <a:off x="-1196975" y="2162175"/>
                <a:ext cx="233363" cy="668338"/>
              </a:xfrm>
              <a:custGeom>
                <a:avLst/>
                <a:gdLst>
                  <a:gd name="T0" fmla="*/ 8 w 62"/>
                  <a:gd name="T1" fmla="*/ 21 h 178"/>
                  <a:gd name="T2" fmla="*/ 1 w 62"/>
                  <a:gd name="T3" fmla="*/ 43 h 178"/>
                  <a:gd name="T4" fmla="*/ 6 w 62"/>
                  <a:gd name="T5" fmla="*/ 62 h 178"/>
                  <a:gd name="T6" fmla="*/ 23 w 62"/>
                  <a:gd name="T7" fmla="*/ 82 h 178"/>
                  <a:gd name="T8" fmla="*/ 23 w 62"/>
                  <a:gd name="T9" fmla="*/ 178 h 178"/>
                  <a:gd name="T10" fmla="*/ 40 w 62"/>
                  <a:gd name="T11" fmla="*/ 178 h 178"/>
                  <a:gd name="T12" fmla="*/ 40 w 62"/>
                  <a:gd name="T13" fmla="*/ 82 h 178"/>
                  <a:gd name="T14" fmla="*/ 57 w 62"/>
                  <a:gd name="T15" fmla="*/ 62 h 178"/>
                  <a:gd name="T16" fmla="*/ 61 w 62"/>
                  <a:gd name="T17" fmla="*/ 43 h 178"/>
                  <a:gd name="T18" fmla="*/ 55 w 62"/>
                  <a:gd name="T19" fmla="*/ 21 h 178"/>
                  <a:gd name="T20" fmla="*/ 41 w 62"/>
                  <a:gd name="T21" fmla="*/ 1 h 178"/>
                  <a:gd name="T22" fmla="*/ 46 w 62"/>
                  <a:gd name="T23" fmla="*/ 42 h 178"/>
                  <a:gd name="T24" fmla="*/ 40 w 62"/>
                  <a:gd name="T25" fmla="*/ 42 h 178"/>
                  <a:gd name="T26" fmla="*/ 36 w 62"/>
                  <a:gd name="T27" fmla="*/ 0 h 178"/>
                  <a:gd name="T28" fmla="*/ 31 w 62"/>
                  <a:gd name="T29" fmla="*/ 0 h 178"/>
                  <a:gd name="T30" fmla="*/ 27 w 62"/>
                  <a:gd name="T31" fmla="*/ 0 h 178"/>
                  <a:gd name="T32" fmla="*/ 22 w 62"/>
                  <a:gd name="T33" fmla="*/ 42 h 178"/>
                  <a:gd name="T34" fmla="*/ 17 w 62"/>
                  <a:gd name="T35" fmla="*/ 42 h 178"/>
                  <a:gd name="T36" fmla="*/ 21 w 62"/>
                  <a:gd name="T37" fmla="*/ 1 h 178"/>
                  <a:gd name="T38" fmla="*/ 8 w 62"/>
                  <a:gd name="T39" fmla="*/ 2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78">
                    <a:moveTo>
                      <a:pt x="8" y="21"/>
                    </a:moveTo>
                    <a:cubicBezTo>
                      <a:pt x="5" y="29"/>
                      <a:pt x="2" y="36"/>
                      <a:pt x="1" y="43"/>
                    </a:cubicBezTo>
                    <a:cubicBezTo>
                      <a:pt x="0" y="51"/>
                      <a:pt x="2" y="56"/>
                      <a:pt x="6" y="62"/>
                    </a:cubicBezTo>
                    <a:cubicBezTo>
                      <a:pt x="9" y="68"/>
                      <a:pt x="15" y="77"/>
                      <a:pt x="23" y="82"/>
                    </a:cubicBezTo>
                    <a:cubicBezTo>
                      <a:pt x="23" y="178"/>
                      <a:pt x="23" y="178"/>
                      <a:pt x="23" y="178"/>
                    </a:cubicBezTo>
                    <a:cubicBezTo>
                      <a:pt x="40" y="178"/>
                      <a:pt x="40" y="178"/>
                      <a:pt x="40" y="178"/>
                    </a:cubicBezTo>
                    <a:cubicBezTo>
                      <a:pt x="40" y="82"/>
                      <a:pt x="40" y="82"/>
                      <a:pt x="40" y="82"/>
                    </a:cubicBezTo>
                    <a:cubicBezTo>
                      <a:pt x="47" y="78"/>
                      <a:pt x="53" y="68"/>
                      <a:pt x="57" y="62"/>
                    </a:cubicBezTo>
                    <a:cubicBezTo>
                      <a:pt x="60" y="56"/>
                      <a:pt x="62" y="51"/>
                      <a:pt x="61" y="43"/>
                    </a:cubicBezTo>
                    <a:cubicBezTo>
                      <a:pt x="60" y="36"/>
                      <a:pt x="57" y="29"/>
                      <a:pt x="55" y="21"/>
                    </a:cubicBezTo>
                    <a:cubicBezTo>
                      <a:pt x="53" y="16"/>
                      <a:pt x="49" y="2"/>
                      <a:pt x="41" y="1"/>
                    </a:cubicBezTo>
                    <a:cubicBezTo>
                      <a:pt x="46" y="42"/>
                      <a:pt x="46" y="42"/>
                      <a:pt x="46" y="42"/>
                    </a:cubicBezTo>
                    <a:cubicBezTo>
                      <a:pt x="40" y="42"/>
                      <a:pt x="40" y="42"/>
                      <a:pt x="40" y="42"/>
                    </a:cubicBezTo>
                    <a:cubicBezTo>
                      <a:pt x="36" y="0"/>
                      <a:pt x="36" y="0"/>
                      <a:pt x="36" y="0"/>
                    </a:cubicBezTo>
                    <a:cubicBezTo>
                      <a:pt x="31" y="0"/>
                      <a:pt x="31" y="0"/>
                      <a:pt x="31" y="0"/>
                    </a:cubicBezTo>
                    <a:cubicBezTo>
                      <a:pt x="27" y="0"/>
                      <a:pt x="27" y="0"/>
                      <a:pt x="27" y="0"/>
                    </a:cubicBezTo>
                    <a:cubicBezTo>
                      <a:pt x="22" y="42"/>
                      <a:pt x="22" y="42"/>
                      <a:pt x="22" y="42"/>
                    </a:cubicBezTo>
                    <a:cubicBezTo>
                      <a:pt x="17" y="42"/>
                      <a:pt x="17" y="42"/>
                      <a:pt x="17" y="42"/>
                    </a:cubicBezTo>
                    <a:cubicBezTo>
                      <a:pt x="21" y="1"/>
                      <a:pt x="21" y="1"/>
                      <a:pt x="21" y="1"/>
                    </a:cubicBezTo>
                    <a:cubicBezTo>
                      <a:pt x="14" y="2"/>
                      <a:pt x="10" y="16"/>
                      <a:pt x="8"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31" name="Freeform 153"/>
              <p:cNvSpPr>
                <a:spLocks/>
              </p:cNvSpPr>
              <p:nvPr/>
            </p:nvSpPr>
            <p:spPr bwMode="auto">
              <a:xfrm>
                <a:off x="-892175" y="2151062"/>
                <a:ext cx="244475" cy="679450"/>
              </a:xfrm>
              <a:custGeom>
                <a:avLst/>
                <a:gdLst>
                  <a:gd name="T0" fmla="*/ 41 w 65"/>
                  <a:gd name="T1" fmla="*/ 181 h 181"/>
                  <a:gd name="T2" fmla="*/ 41 w 65"/>
                  <a:gd name="T3" fmla="*/ 86 h 181"/>
                  <a:gd name="T4" fmla="*/ 65 w 65"/>
                  <a:gd name="T5" fmla="*/ 48 h 181"/>
                  <a:gd name="T6" fmla="*/ 33 w 65"/>
                  <a:gd name="T7" fmla="*/ 0 h 181"/>
                  <a:gd name="T8" fmla="*/ 0 w 65"/>
                  <a:gd name="T9" fmla="*/ 48 h 181"/>
                  <a:gd name="T10" fmla="*/ 24 w 65"/>
                  <a:gd name="T11" fmla="*/ 86 h 181"/>
                  <a:gd name="T12" fmla="*/ 24 w 65"/>
                  <a:gd name="T13" fmla="*/ 181 h 181"/>
                  <a:gd name="T14" fmla="*/ 41 w 65"/>
                  <a:gd name="T15" fmla="*/ 181 h 1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81">
                    <a:moveTo>
                      <a:pt x="41" y="181"/>
                    </a:moveTo>
                    <a:cubicBezTo>
                      <a:pt x="41" y="86"/>
                      <a:pt x="41" y="86"/>
                      <a:pt x="41" y="86"/>
                    </a:cubicBezTo>
                    <a:cubicBezTo>
                      <a:pt x="55" y="82"/>
                      <a:pt x="65" y="66"/>
                      <a:pt x="65" y="48"/>
                    </a:cubicBezTo>
                    <a:cubicBezTo>
                      <a:pt x="65" y="26"/>
                      <a:pt x="51" y="0"/>
                      <a:pt x="33" y="0"/>
                    </a:cubicBezTo>
                    <a:cubicBezTo>
                      <a:pt x="15" y="0"/>
                      <a:pt x="0" y="26"/>
                      <a:pt x="0" y="48"/>
                    </a:cubicBezTo>
                    <a:cubicBezTo>
                      <a:pt x="0" y="66"/>
                      <a:pt x="10" y="82"/>
                      <a:pt x="24" y="86"/>
                    </a:cubicBezTo>
                    <a:cubicBezTo>
                      <a:pt x="24" y="181"/>
                      <a:pt x="24" y="181"/>
                      <a:pt x="24" y="181"/>
                    </a:cubicBezTo>
                    <a:lnTo>
                      <a:pt x="41"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32" name="Freeform 154"/>
              <p:cNvSpPr>
                <a:spLocks noEditPoints="1"/>
              </p:cNvSpPr>
              <p:nvPr/>
            </p:nvSpPr>
            <p:spPr bwMode="auto">
              <a:xfrm>
                <a:off x="-3724275" y="806450"/>
                <a:ext cx="581025" cy="147638"/>
              </a:xfrm>
              <a:custGeom>
                <a:avLst/>
                <a:gdLst>
                  <a:gd name="T0" fmla="*/ 182 w 366"/>
                  <a:gd name="T1" fmla="*/ 76 h 93"/>
                  <a:gd name="T2" fmla="*/ 314 w 366"/>
                  <a:gd name="T3" fmla="*/ 76 h 93"/>
                  <a:gd name="T4" fmla="*/ 324 w 366"/>
                  <a:gd name="T5" fmla="*/ 93 h 93"/>
                  <a:gd name="T6" fmla="*/ 366 w 366"/>
                  <a:gd name="T7" fmla="*/ 93 h 93"/>
                  <a:gd name="T8" fmla="*/ 298 w 366"/>
                  <a:gd name="T9" fmla="*/ 0 h 93"/>
                  <a:gd name="T10" fmla="*/ 255 w 366"/>
                  <a:gd name="T11" fmla="*/ 0 h 93"/>
                  <a:gd name="T12" fmla="*/ 265 w 366"/>
                  <a:gd name="T13" fmla="*/ 12 h 93"/>
                  <a:gd name="T14" fmla="*/ 182 w 366"/>
                  <a:gd name="T15" fmla="*/ 12 h 93"/>
                  <a:gd name="T16" fmla="*/ 182 w 366"/>
                  <a:gd name="T17" fmla="*/ 36 h 93"/>
                  <a:gd name="T18" fmla="*/ 284 w 366"/>
                  <a:gd name="T19" fmla="*/ 36 h 93"/>
                  <a:gd name="T20" fmla="*/ 295 w 366"/>
                  <a:gd name="T21" fmla="*/ 52 h 93"/>
                  <a:gd name="T22" fmla="*/ 182 w 366"/>
                  <a:gd name="T23" fmla="*/ 52 h 93"/>
                  <a:gd name="T24" fmla="*/ 182 w 366"/>
                  <a:gd name="T25" fmla="*/ 76 h 93"/>
                  <a:gd name="T26" fmla="*/ 52 w 366"/>
                  <a:gd name="T27" fmla="*/ 76 h 93"/>
                  <a:gd name="T28" fmla="*/ 182 w 366"/>
                  <a:gd name="T29" fmla="*/ 76 h 93"/>
                  <a:gd name="T30" fmla="*/ 182 w 366"/>
                  <a:gd name="T31" fmla="*/ 52 h 93"/>
                  <a:gd name="T32" fmla="*/ 71 w 366"/>
                  <a:gd name="T33" fmla="*/ 52 h 93"/>
                  <a:gd name="T34" fmla="*/ 82 w 366"/>
                  <a:gd name="T35" fmla="*/ 36 h 93"/>
                  <a:gd name="T36" fmla="*/ 82 w 366"/>
                  <a:gd name="T37" fmla="*/ 36 h 93"/>
                  <a:gd name="T38" fmla="*/ 182 w 366"/>
                  <a:gd name="T39" fmla="*/ 36 h 93"/>
                  <a:gd name="T40" fmla="*/ 182 w 366"/>
                  <a:gd name="T41" fmla="*/ 12 h 93"/>
                  <a:gd name="T42" fmla="*/ 101 w 366"/>
                  <a:gd name="T43" fmla="*/ 12 h 93"/>
                  <a:gd name="T44" fmla="*/ 111 w 366"/>
                  <a:gd name="T45" fmla="*/ 0 h 93"/>
                  <a:gd name="T46" fmla="*/ 68 w 366"/>
                  <a:gd name="T47" fmla="*/ 0 h 93"/>
                  <a:gd name="T48" fmla="*/ 0 w 366"/>
                  <a:gd name="T49" fmla="*/ 93 h 93"/>
                  <a:gd name="T50" fmla="*/ 42 w 366"/>
                  <a:gd name="T51" fmla="*/ 93 h 93"/>
                  <a:gd name="T52" fmla="*/ 52 w 366"/>
                  <a:gd name="T53" fmla="*/ 7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6" h="93">
                    <a:moveTo>
                      <a:pt x="182" y="76"/>
                    </a:moveTo>
                    <a:lnTo>
                      <a:pt x="314" y="76"/>
                    </a:lnTo>
                    <a:lnTo>
                      <a:pt x="324" y="93"/>
                    </a:lnTo>
                    <a:lnTo>
                      <a:pt x="366" y="93"/>
                    </a:lnTo>
                    <a:lnTo>
                      <a:pt x="298" y="0"/>
                    </a:lnTo>
                    <a:lnTo>
                      <a:pt x="255" y="0"/>
                    </a:lnTo>
                    <a:lnTo>
                      <a:pt x="265" y="12"/>
                    </a:lnTo>
                    <a:lnTo>
                      <a:pt x="182" y="12"/>
                    </a:lnTo>
                    <a:lnTo>
                      <a:pt x="182" y="36"/>
                    </a:lnTo>
                    <a:lnTo>
                      <a:pt x="284" y="36"/>
                    </a:lnTo>
                    <a:lnTo>
                      <a:pt x="295" y="52"/>
                    </a:lnTo>
                    <a:lnTo>
                      <a:pt x="182" y="52"/>
                    </a:lnTo>
                    <a:lnTo>
                      <a:pt x="182" y="76"/>
                    </a:lnTo>
                    <a:close/>
                    <a:moveTo>
                      <a:pt x="52" y="76"/>
                    </a:moveTo>
                    <a:lnTo>
                      <a:pt x="182" y="76"/>
                    </a:lnTo>
                    <a:lnTo>
                      <a:pt x="182" y="52"/>
                    </a:lnTo>
                    <a:lnTo>
                      <a:pt x="71" y="52"/>
                    </a:lnTo>
                    <a:lnTo>
                      <a:pt x="82" y="36"/>
                    </a:lnTo>
                    <a:lnTo>
                      <a:pt x="82" y="36"/>
                    </a:lnTo>
                    <a:lnTo>
                      <a:pt x="182" y="36"/>
                    </a:lnTo>
                    <a:lnTo>
                      <a:pt x="182" y="12"/>
                    </a:lnTo>
                    <a:lnTo>
                      <a:pt x="101" y="12"/>
                    </a:lnTo>
                    <a:lnTo>
                      <a:pt x="111" y="0"/>
                    </a:lnTo>
                    <a:lnTo>
                      <a:pt x="68" y="0"/>
                    </a:lnTo>
                    <a:lnTo>
                      <a:pt x="0" y="93"/>
                    </a:lnTo>
                    <a:lnTo>
                      <a:pt x="42" y="93"/>
                    </a:lnTo>
                    <a:lnTo>
                      <a:pt x="52"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33" name="Freeform 155"/>
              <p:cNvSpPr>
                <a:spLocks noEditPoints="1"/>
              </p:cNvSpPr>
              <p:nvPr/>
            </p:nvSpPr>
            <p:spPr bwMode="auto">
              <a:xfrm>
                <a:off x="-3694113" y="239712"/>
                <a:ext cx="533400" cy="549275"/>
              </a:xfrm>
              <a:custGeom>
                <a:avLst/>
                <a:gdLst>
                  <a:gd name="T0" fmla="*/ 281 w 336"/>
                  <a:gd name="T1" fmla="*/ 0 h 346"/>
                  <a:gd name="T2" fmla="*/ 310 w 336"/>
                  <a:gd name="T3" fmla="*/ 73 h 346"/>
                  <a:gd name="T4" fmla="*/ 310 w 336"/>
                  <a:gd name="T5" fmla="*/ 241 h 346"/>
                  <a:gd name="T6" fmla="*/ 281 w 336"/>
                  <a:gd name="T7" fmla="*/ 275 h 346"/>
                  <a:gd name="T8" fmla="*/ 310 w 336"/>
                  <a:gd name="T9" fmla="*/ 305 h 346"/>
                  <a:gd name="T10" fmla="*/ 281 w 336"/>
                  <a:gd name="T11" fmla="*/ 305 h 346"/>
                  <a:gd name="T12" fmla="*/ 336 w 336"/>
                  <a:gd name="T13" fmla="*/ 346 h 346"/>
                  <a:gd name="T14" fmla="*/ 336 w 336"/>
                  <a:gd name="T15" fmla="*/ 0 h 346"/>
                  <a:gd name="T16" fmla="*/ 168 w 336"/>
                  <a:gd name="T17" fmla="*/ 0 h 346"/>
                  <a:gd name="T18" fmla="*/ 267 w 336"/>
                  <a:gd name="T19" fmla="*/ 24 h 346"/>
                  <a:gd name="T20" fmla="*/ 168 w 336"/>
                  <a:gd name="T21" fmla="*/ 45 h 346"/>
                  <a:gd name="T22" fmla="*/ 281 w 336"/>
                  <a:gd name="T23" fmla="*/ 73 h 346"/>
                  <a:gd name="T24" fmla="*/ 281 w 336"/>
                  <a:gd name="T25" fmla="*/ 0 h 346"/>
                  <a:gd name="T26" fmla="*/ 281 w 336"/>
                  <a:gd name="T27" fmla="*/ 346 h 346"/>
                  <a:gd name="T28" fmla="*/ 250 w 336"/>
                  <a:gd name="T29" fmla="*/ 305 h 346"/>
                  <a:gd name="T30" fmla="*/ 281 w 336"/>
                  <a:gd name="T31" fmla="*/ 275 h 346"/>
                  <a:gd name="T32" fmla="*/ 168 w 336"/>
                  <a:gd name="T33" fmla="*/ 241 h 346"/>
                  <a:gd name="T34" fmla="*/ 168 w 336"/>
                  <a:gd name="T35" fmla="*/ 0 h 346"/>
                  <a:gd name="T36" fmla="*/ 56 w 336"/>
                  <a:gd name="T37" fmla="*/ 73 h 346"/>
                  <a:gd name="T38" fmla="*/ 168 w 336"/>
                  <a:gd name="T39" fmla="*/ 45 h 346"/>
                  <a:gd name="T40" fmla="*/ 71 w 336"/>
                  <a:gd name="T41" fmla="*/ 24 h 346"/>
                  <a:gd name="T42" fmla="*/ 168 w 336"/>
                  <a:gd name="T43" fmla="*/ 24 h 346"/>
                  <a:gd name="T44" fmla="*/ 168 w 336"/>
                  <a:gd name="T45" fmla="*/ 0 h 346"/>
                  <a:gd name="T46" fmla="*/ 168 w 336"/>
                  <a:gd name="T47" fmla="*/ 346 h 346"/>
                  <a:gd name="T48" fmla="*/ 56 w 336"/>
                  <a:gd name="T49" fmla="*/ 241 h 346"/>
                  <a:gd name="T50" fmla="*/ 85 w 336"/>
                  <a:gd name="T51" fmla="*/ 275 h 346"/>
                  <a:gd name="T52" fmla="*/ 85 w 336"/>
                  <a:gd name="T53" fmla="*/ 305 h 346"/>
                  <a:gd name="T54" fmla="*/ 56 w 336"/>
                  <a:gd name="T55" fmla="*/ 346 h 346"/>
                  <a:gd name="T56" fmla="*/ 0 w 336"/>
                  <a:gd name="T57" fmla="*/ 0 h 346"/>
                  <a:gd name="T58" fmla="*/ 56 w 336"/>
                  <a:gd name="T59" fmla="*/ 346 h 346"/>
                  <a:gd name="T60" fmla="*/ 26 w 336"/>
                  <a:gd name="T61" fmla="*/ 305 h 346"/>
                  <a:gd name="T62" fmla="*/ 56 w 336"/>
                  <a:gd name="T63" fmla="*/ 275 h 346"/>
                  <a:gd name="T64" fmla="*/ 26 w 336"/>
                  <a:gd name="T65" fmla="*/ 241 h 346"/>
                  <a:gd name="T66" fmla="*/ 56 w 336"/>
                  <a:gd name="T67" fmla="*/ 73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6" h="346">
                    <a:moveTo>
                      <a:pt x="336" y="0"/>
                    </a:moveTo>
                    <a:lnTo>
                      <a:pt x="281" y="0"/>
                    </a:lnTo>
                    <a:lnTo>
                      <a:pt x="281" y="73"/>
                    </a:lnTo>
                    <a:lnTo>
                      <a:pt x="310" y="73"/>
                    </a:lnTo>
                    <a:lnTo>
                      <a:pt x="310" y="241"/>
                    </a:lnTo>
                    <a:lnTo>
                      <a:pt x="310" y="241"/>
                    </a:lnTo>
                    <a:lnTo>
                      <a:pt x="281" y="241"/>
                    </a:lnTo>
                    <a:lnTo>
                      <a:pt x="281" y="275"/>
                    </a:lnTo>
                    <a:lnTo>
                      <a:pt x="310" y="275"/>
                    </a:lnTo>
                    <a:lnTo>
                      <a:pt x="310" y="305"/>
                    </a:lnTo>
                    <a:lnTo>
                      <a:pt x="310" y="305"/>
                    </a:lnTo>
                    <a:lnTo>
                      <a:pt x="281" y="305"/>
                    </a:lnTo>
                    <a:lnTo>
                      <a:pt x="281" y="346"/>
                    </a:lnTo>
                    <a:lnTo>
                      <a:pt x="336" y="346"/>
                    </a:lnTo>
                    <a:lnTo>
                      <a:pt x="336" y="0"/>
                    </a:lnTo>
                    <a:lnTo>
                      <a:pt x="336" y="0"/>
                    </a:lnTo>
                    <a:close/>
                    <a:moveTo>
                      <a:pt x="281" y="0"/>
                    </a:moveTo>
                    <a:lnTo>
                      <a:pt x="168" y="0"/>
                    </a:lnTo>
                    <a:lnTo>
                      <a:pt x="168" y="24"/>
                    </a:lnTo>
                    <a:lnTo>
                      <a:pt x="267" y="24"/>
                    </a:lnTo>
                    <a:lnTo>
                      <a:pt x="267" y="45"/>
                    </a:lnTo>
                    <a:lnTo>
                      <a:pt x="168" y="45"/>
                    </a:lnTo>
                    <a:lnTo>
                      <a:pt x="168" y="73"/>
                    </a:lnTo>
                    <a:lnTo>
                      <a:pt x="281" y="73"/>
                    </a:lnTo>
                    <a:lnTo>
                      <a:pt x="281" y="0"/>
                    </a:lnTo>
                    <a:lnTo>
                      <a:pt x="281" y="0"/>
                    </a:lnTo>
                    <a:close/>
                    <a:moveTo>
                      <a:pt x="168" y="346"/>
                    </a:moveTo>
                    <a:lnTo>
                      <a:pt x="281" y="346"/>
                    </a:lnTo>
                    <a:lnTo>
                      <a:pt x="281" y="305"/>
                    </a:lnTo>
                    <a:lnTo>
                      <a:pt x="250" y="305"/>
                    </a:lnTo>
                    <a:lnTo>
                      <a:pt x="250" y="275"/>
                    </a:lnTo>
                    <a:lnTo>
                      <a:pt x="281" y="275"/>
                    </a:lnTo>
                    <a:lnTo>
                      <a:pt x="281" y="241"/>
                    </a:lnTo>
                    <a:lnTo>
                      <a:pt x="168" y="241"/>
                    </a:lnTo>
                    <a:lnTo>
                      <a:pt x="168" y="346"/>
                    </a:lnTo>
                    <a:close/>
                    <a:moveTo>
                      <a:pt x="168" y="0"/>
                    </a:moveTo>
                    <a:lnTo>
                      <a:pt x="56" y="0"/>
                    </a:lnTo>
                    <a:lnTo>
                      <a:pt x="56" y="73"/>
                    </a:lnTo>
                    <a:lnTo>
                      <a:pt x="168" y="73"/>
                    </a:lnTo>
                    <a:lnTo>
                      <a:pt x="168" y="45"/>
                    </a:lnTo>
                    <a:lnTo>
                      <a:pt x="71" y="45"/>
                    </a:lnTo>
                    <a:lnTo>
                      <a:pt x="71" y="24"/>
                    </a:lnTo>
                    <a:lnTo>
                      <a:pt x="71" y="24"/>
                    </a:lnTo>
                    <a:lnTo>
                      <a:pt x="168" y="24"/>
                    </a:lnTo>
                    <a:lnTo>
                      <a:pt x="168" y="0"/>
                    </a:lnTo>
                    <a:lnTo>
                      <a:pt x="168" y="0"/>
                    </a:lnTo>
                    <a:close/>
                    <a:moveTo>
                      <a:pt x="56" y="346"/>
                    </a:moveTo>
                    <a:lnTo>
                      <a:pt x="168" y="346"/>
                    </a:lnTo>
                    <a:lnTo>
                      <a:pt x="168" y="241"/>
                    </a:lnTo>
                    <a:lnTo>
                      <a:pt x="56" y="241"/>
                    </a:lnTo>
                    <a:lnTo>
                      <a:pt x="56" y="275"/>
                    </a:lnTo>
                    <a:lnTo>
                      <a:pt x="85" y="275"/>
                    </a:lnTo>
                    <a:lnTo>
                      <a:pt x="85" y="305"/>
                    </a:lnTo>
                    <a:lnTo>
                      <a:pt x="85" y="305"/>
                    </a:lnTo>
                    <a:lnTo>
                      <a:pt x="56" y="305"/>
                    </a:lnTo>
                    <a:lnTo>
                      <a:pt x="56" y="346"/>
                    </a:lnTo>
                    <a:close/>
                    <a:moveTo>
                      <a:pt x="56" y="0"/>
                    </a:moveTo>
                    <a:lnTo>
                      <a:pt x="0" y="0"/>
                    </a:lnTo>
                    <a:lnTo>
                      <a:pt x="0" y="346"/>
                    </a:lnTo>
                    <a:lnTo>
                      <a:pt x="56" y="346"/>
                    </a:lnTo>
                    <a:lnTo>
                      <a:pt x="56" y="305"/>
                    </a:lnTo>
                    <a:lnTo>
                      <a:pt x="26" y="305"/>
                    </a:lnTo>
                    <a:lnTo>
                      <a:pt x="26" y="275"/>
                    </a:lnTo>
                    <a:lnTo>
                      <a:pt x="56" y="275"/>
                    </a:lnTo>
                    <a:lnTo>
                      <a:pt x="56" y="241"/>
                    </a:lnTo>
                    <a:lnTo>
                      <a:pt x="26" y="241"/>
                    </a:lnTo>
                    <a:lnTo>
                      <a:pt x="26" y="73"/>
                    </a:lnTo>
                    <a:lnTo>
                      <a:pt x="56" y="73"/>
                    </a:lnTo>
                    <a:lnTo>
                      <a:pt x="5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34" name="Rectangle 156"/>
              <p:cNvSpPr>
                <a:spLocks noChangeArrowheads="1"/>
              </p:cNvSpPr>
              <p:nvPr/>
            </p:nvSpPr>
            <p:spPr bwMode="auto">
              <a:xfrm>
                <a:off x="-2574925" y="4899025"/>
                <a:ext cx="558800" cy="650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35" name="Freeform 157"/>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close/>
                    <a:moveTo>
                      <a:pt x="0" y="142"/>
                    </a:moveTo>
                    <a:lnTo>
                      <a:pt x="298" y="142"/>
                    </a:lnTo>
                    <a:lnTo>
                      <a:pt x="298" y="121"/>
                    </a:lnTo>
                    <a:lnTo>
                      <a:pt x="272" y="95"/>
                    </a:lnTo>
                    <a:lnTo>
                      <a:pt x="298" y="69"/>
                    </a:lnTo>
                    <a:lnTo>
                      <a:pt x="298" y="0"/>
                    </a:lnTo>
                    <a:lnTo>
                      <a:pt x="0" y="0"/>
                    </a:lnTo>
                    <a:lnTo>
                      <a:pt x="0" y="142"/>
                    </a:lnTo>
                    <a:lnTo>
                      <a:pt x="0" y="142"/>
                    </a:lnTo>
                    <a:close/>
                    <a:moveTo>
                      <a:pt x="298" y="69"/>
                    </a:moveTo>
                    <a:lnTo>
                      <a:pt x="298"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36" name="Freeform 158"/>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moveTo>
                      <a:pt x="0" y="142"/>
                    </a:moveTo>
                    <a:lnTo>
                      <a:pt x="298" y="142"/>
                    </a:lnTo>
                    <a:lnTo>
                      <a:pt x="298" y="121"/>
                    </a:lnTo>
                    <a:lnTo>
                      <a:pt x="272" y="95"/>
                    </a:lnTo>
                    <a:lnTo>
                      <a:pt x="298" y="69"/>
                    </a:lnTo>
                    <a:lnTo>
                      <a:pt x="298" y="0"/>
                    </a:lnTo>
                    <a:lnTo>
                      <a:pt x="0" y="0"/>
                    </a:lnTo>
                    <a:lnTo>
                      <a:pt x="0" y="142"/>
                    </a:lnTo>
                    <a:lnTo>
                      <a:pt x="0" y="142"/>
                    </a:lnTo>
                    <a:moveTo>
                      <a:pt x="298" y="69"/>
                    </a:moveTo>
                    <a:lnTo>
                      <a:pt x="298" y="6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37" name="Freeform 159"/>
              <p:cNvSpPr>
                <a:spLocks noEditPoints="1"/>
              </p:cNvSpPr>
              <p:nvPr/>
            </p:nvSpPr>
            <p:spPr bwMode="auto">
              <a:xfrm>
                <a:off x="-3187700" y="7847013"/>
                <a:ext cx="525463" cy="327025"/>
              </a:xfrm>
              <a:custGeom>
                <a:avLst/>
                <a:gdLst>
                  <a:gd name="T0" fmla="*/ 260 w 331"/>
                  <a:gd name="T1" fmla="*/ 206 h 206"/>
                  <a:gd name="T2" fmla="*/ 331 w 331"/>
                  <a:gd name="T3" fmla="*/ 206 h 206"/>
                  <a:gd name="T4" fmla="*/ 331 w 331"/>
                  <a:gd name="T5" fmla="*/ 114 h 206"/>
                  <a:gd name="T6" fmla="*/ 291 w 331"/>
                  <a:gd name="T7" fmla="*/ 114 h 206"/>
                  <a:gd name="T8" fmla="*/ 291 w 331"/>
                  <a:gd name="T9" fmla="*/ 0 h 206"/>
                  <a:gd name="T10" fmla="*/ 260 w 331"/>
                  <a:gd name="T11" fmla="*/ 0 h 206"/>
                  <a:gd name="T12" fmla="*/ 260 w 331"/>
                  <a:gd name="T13" fmla="*/ 144 h 206"/>
                  <a:gd name="T14" fmla="*/ 289 w 331"/>
                  <a:gd name="T15" fmla="*/ 144 h 206"/>
                  <a:gd name="T16" fmla="*/ 289 w 331"/>
                  <a:gd name="T17" fmla="*/ 185 h 206"/>
                  <a:gd name="T18" fmla="*/ 289 w 331"/>
                  <a:gd name="T19" fmla="*/ 185 h 206"/>
                  <a:gd name="T20" fmla="*/ 260 w 331"/>
                  <a:gd name="T21" fmla="*/ 185 h 206"/>
                  <a:gd name="T22" fmla="*/ 260 w 331"/>
                  <a:gd name="T23" fmla="*/ 206 h 206"/>
                  <a:gd name="T24" fmla="*/ 215 w 331"/>
                  <a:gd name="T25" fmla="*/ 0 h 206"/>
                  <a:gd name="T26" fmla="*/ 215 w 331"/>
                  <a:gd name="T27" fmla="*/ 114 h 206"/>
                  <a:gd name="T28" fmla="*/ 166 w 331"/>
                  <a:gd name="T29" fmla="*/ 114 h 206"/>
                  <a:gd name="T30" fmla="*/ 166 w 331"/>
                  <a:gd name="T31" fmla="*/ 144 h 206"/>
                  <a:gd name="T32" fmla="*/ 194 w 331"/>
                  <a:gd name="T33" fmla="*/ 144 h 206"/>
                  <a:gd name="T34" fmla="*/ 194 w 331"/>
                  <a:gd name="T35" fmla="*/ 185 h 206"/>
                  <a:gd name="T36" fmla="*/ 194 w 331"/>
                  <a:gd name="T37" fmla="*/ 185 h 206"/>
                  <a:gd name="T38" fmla="*/ 166 w 331"/>
                  <a:gd name="T39" fmla="*/ 185 h 206"/>
                  <a:gd name="T40" fmla="*/ 166 w 331"/>
                  <a:gd name="T41" fmla="*/ 206 h 206"/>
                  <a:gd name="T42" fmla="*/ 260 w 331"/>
                  <a:gd name="T43" fmla="*/ 206 h 206"/>
                  <a:gd name="T44" fmla="*/ 260 w 331"/>
                  <a:gd name="T45" fmla="*/ 185 h 206"/>
                  <a:gd name="T46" fmla="*/ 232 w 331"/>
                  <a:gd name="T47" fmla="*/ 185 h 206"/>
                  <a:gd name="T48" fmla="*/ 232 w 331"/>
                  <a:gd name="T49" fmla="*/ 144 h 206"/>
                  <a:gd name="T50" fmla="*/ 260 w 331"/>
                  <a:gd name="T51" fmla="*/ 144 h 206"/>
                  <a:gd name="T52" fmla="*/ 260 w 331"/>
                  <a:gd name="T53" fmla="*/ 0 h 206"/>
                  <a:gd name="T54" fmla="*/ 215 w 331"/>
                  <a:gd name="T55" fmla="*/ 0 h 206"/>
                  <a:gd name="T56" fmla="*/ 166 w 331"/>
                  <a:gd name="T57" fmla="*/ 114 h 206"/>
                  <a:gd name="T58" fmla="*/ 71 w 331"/>
                  <a:gd name="T59" fmla="*/ 114 h 206"/>
                  <a:gd name="T60" fmla="*/ 71 w 331"/>
                  <a:gd name="T61" fmla="*/ 144 h 206"/>
                  <a:gd name="T62" fmla="*/ 99 w 331"/>
                  <a:gd name="T63" fmla="*/ 144 h 206"/>
                  <a:gd name="T64" fmla="*/ 99 w 331"/>
                  <a:gd name="T65" fmla="*/ 185 h 206"/>
                  <a:gd name="T66" fmla="*/ 99 w 331"/>
                  <a:gd name="T67" fmla="*/ 185 h 206"/>
                  <a:gd name="T68" fmla="*/ 71 w 331"/>
                  <a:gd name="T69" fmla="*/ 185 h 206"/>
                  <a:gd name="T70" fmla="*/ 71 w 331"/>
                  <a:gd name="T71" fmla="*/ 206 h 206"/>
                  <a:gd name="T72" fmla="*/ 166 w 331"/>
                  <a:gd name="T73" fmla="*/ 206 h 206"/>
                  <a:gd name="T74" fmla="*/ 166 w 331"/>
                  <a:gd name="T75" fmla="*/ 185 h 206"/>
                  <a:gd name="T76" fmla="*/ 137 w 331"/>
                  <a:gd name="T77" fmla="*/ 185 h 206"/>
                  <a:gd name="T78" fmla="*/ 137 w 331"/>
                  <a:gd name="T79" fmla="*/ 144 h 206"/>
                  <a:gd name="T80" fmla="*/ 166 w 331"/>
                  <a:gd name="T81" fmla="*/ 144 h 206"/>
                  <a:gd name="T82" fmla="*/ 166 w 331"/>
                  <a:gd name="T83" fmla="*/ 114 h 206"/>
                  <a:gd name="T84" fmla="*/ 71 w 331"/>
                  <a:gd name="T85" fmla="*/ 114 h 206"/>
                  <a:gd name="T86" fmla="*/ 0 w 331"/>
                  <a:gd name="T87" fmla="*/ 114 h 206"/>
                  <a:gd name="T88" fmla="*/ 0 w 331"/>
                  <a:gd name="T89" fmla="*/ 206 h 206"/>
                  <a:gd name="T90" fmla="*/ 71 w 331"/>
                  <a:gd name="T91" fmla="*/ 206 h 206"/>
                  <a:gd name="T92" fmla="*/ 71 w 331"/>
                  <a:gd name="T93" fmla="*/ 185 h 206"/>
                  <a:gd name="T94" fmla="*/ 43 w 331"/>
                  <a:gd name="T95" fmla="*/ 185 h 206"/>
                  <a:gd name="T96" fmla="*/ 43 w 331"/>
                  <a:gd name="T97" fmla="*/ 144 h 206"/>
                  <a:gd name="T98" fmla="*/ 71 w 331"/>
                  <a:gd name="T99" fmla="*/ 144 h 206"/>
                  <a:gd name="T100" fmla="*/ 71 w 331"/>
                  <a:gd name="T101" fmla="*/ 11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1" h="206">
                    <a:moveTo>
                      <a:pt x="260" y="206"/>
                    </a:moveTo>
                    <a:lnTo>
                      <a:pt x="331" y="206"/>
                    </a:lnTo>
                    <a:lnTo>
                      <a:pt x="331" y="114"/>
                    </a:lnTo>
                    <a:lnTo>
                      <a:pt x="291" y="114"/>
                    </a:lnTo>
                    <a:lnTo>
                      <a:pt x="291" y="0"/>
                    </a:lnTo>
                    <a:lnTo>
                      <a:pt x="260" y="0"/>
                    </a:lnTo>
                    <a:lnTo>
                      <a:pt x="260" y="144"/>
                    </a:lnTo>
                    <a:lnTo>
                      <a:pt x="289" y="144"/>
                    </a:lnTo>
                    <a:lnTo>
                      <a:pt x="289" y="185"/>
                    </a:lnTo>
                    <a:lnTo>
                      <a:pt x="289" y="185"/>
                    </a:lnTo>
                    <a:lnTo>
                      <a:pt x="260" y="185"/>
                    </a:lnTo>
                    <a:lnTo>
                      <a:pt x="260" y="206"/>
                    </a:lnTo>
                    <a:close/>
                    <a:moveTo>
                      <a:pt x="215" y="0"/>
                    </a:moveTo>
                    <a:lnTo>
                      <a:pt x="215" y="114"/>
                    </a:lnTo>
                    <a:lnTo>
                      <a:pt x="166" y="114"/>
                    </a:lnTo>
                    <a:lnTo>
                      <a:pt x="166" y="144"/>
                    </a:lnTo>
                    <a:lnTo>
                      <a:pt x="194" y="144"/>
                    </a:lnTo>
                    <a:lnTo>
                      <a:pt x="194" y="185"/>
                    </a:lnTo>
                    <a:lnTo>
                      <a:pt x="194" y="185"/>
                    </a:lnTo>
                    <a:lnTo>
                      <a:pt x="166" y="185"/>
                    </a:lnTo>
                    <a:lnTo>
                      <a:pt x="166" y="206"/>
                    </a:lnTo>
                    <a:lnTo>
                      <a:pt x="260" y="206"/>
                    </a:lnTo>
                    <a:lnTo>
                      <a:pt x="260" y="185"/>
                    </a:lnTo>
                    <a:lnTo>
                      <a:pt x="232" y="185"/>
                    </a:lnTo>
                    <a:lnTo>
                      <a:pt x="232" y="144"/>
                    </a:lnTo>
                    <a:lnTo>
                      <a:pt x="260" y="144"/>
                    </a:lnTo>
                    <a:lnTo>
                      <a:pt x="260" y="0"/>
                    </a:lnTo>
                    <a:lnTo>
                      <a:pt x="215" y="0"/>
                    </a:lnTo>
                    <a:close/>
                    <a:moveTo>
                      <a:pt x="166" y="114"/>
                    </a:moveTo>
                    <a:lnTo>
                      <a:pt x="71" y="114"/>
                    </a:lnTo>
                    <a:lnTo>
                      <a:pt x="71" y="144"/>
                    </a:lnTo>
                    <a:lnTo>
                      <a:pt x="99" y="144"/>
                    </a:lnTo>
                    <a:lnTo>
                      <a:pt x="99" y="185"/>
                    </a:lnTo>
                    <a:lnTo>
                      <a:pt x="99" y="185"/>
                    </a:lnTo>
                    <a:lnTo>
                      <a:pt x="71" y="185"/>
                    </a:lnTo>
                    <a:lnTo>
                      <a:pt x="71" y="206"/>
                    </a:lnTo>
                    <a:lnTo>
                      <a:pt x="166" y="206"/>
                    </a:lnTo>
                    <a:lnTo>
                      <a:pt x="166" y="185"/>
                    </a:lnTo>
                    <a:lnTo>
                      <a:pt x="137" y="185"/>
                    </a:lnTo>
                    <a:lnTo>
                      <a:pt x="137" y="144"/>
                    </a:lnTo>
                    <a:lnTo>
                      <a:pt x="166" y="144"/>
                    </a:lnTo>
                    <a:lnTo>
                      <a:pt x="166" y="114"/>
                    </a:lnTo>
                    <a:close/>
                    <a:moveTo>
                      <a:pt x="71" y="114"/>
                    </a:moveTo>
                    <a:lnTo>
                      <a:pt x="0" y="114"/>
                    </a:lnTo>
                    <a:lnTo>
                      <a:pt x="0" y="206"/>
                    </a:lnTo>
                    <a:lnTo>
                      <a:pt x="71" y="206"/>
                    </a:lnTo>
                    <a:lnTo>
                      <a:pt x="71" y="185"/>
                    </a:lnTo>
                    <a:lnTo>
                      <a:pt x="43" y="185"/>
                    </a:lnTo>
                    <a:lnTo>
                      <a:pt x="43" y="144"/>
                    </a:lnTo>
                    <a:lnTo>
                      <a:pt x="71" y="144"/>
                    </a:ln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38" name="Freeform 160"/>
              <p:cNvSpPr>
                <a:spLocks/>
              </p:cNvSpPr>
              <p:nvPr/>
            </p:nvSpPr>
            <p:spPr bwMode="auto">
              <a:xfrm>
                <a:off x="-3311525" y="8193088"/>
                <a:ext cx="709613" cy="228600"/>
              </a:xfrm>
              <a:custGeom>
                <a:avLst/>
                <a:gdLst>
                  <a:gd name="T0" fmla="*/ 431 w 447"/>
                  <a:gd name="T1" fmla="*/ 144 h 144"/>
                  <a:gd name="T2" fmla="*/ 447 w 447"/>
                  <a:gd name="T3" fmla="*/ 0 h 144"/>
                  <a:gd name="T4" fmla="*/ 0 w 447"/>
                  <a:gd name="T5" fmla="*/ 0 h 144"/>
                  <a:gd name="T6" fmla="*/ 50 w 447"/>
                  <a:gd name="T7" fmla="*/ 144 h 144"/>
                  <a:gd name="T8" fmla="*/ 431 w 447"/>
                  <a:gd name="T9" fmla="*/ 144 h 144"/>
                </a:gdLst>
                <a:ahLst/>
                <a:cxnLst>
                  <a:cxn ang="0">
                    <a:pos x="T0" y="T1"/>
                  </a:cxn>
                  <a:cxn ang="0">
                    <a:pos x="T2" y="T3"/>
                  </a:cxn>
                  <a:cxn ang="0">
                    <a:pos x="T4" y="T5"/>
                  </a:cxn>
                  <a:cxn ang="0">
                    <a:pos x="T6" y="T7"/>
                  </a:cxn>
                  <a:cxn ang="0">
                    <a:pos x="T8" y="T9"/>
                  </a:cxn>
                </a:cxnLst>
                <a:rect l="0" t="0" r="r" b="b"/>
                <a:pathLst>
                  <a:path w="447" h="144">
                    <a:moveTo>
                      <a:pt x="431" y="144"/>
                    </a:moveTo>
                    <a:lnTo>
                      <a:pt x="447" y="0"/>
                    </a:lnTo>
                    <a:lnTo>
                      <a:pt x="0" y="0"/>
                    </a:lnTo>
                    <a:lnTo>
                      <a:pt x="50" y="144"/>
                    </a:lnTo>
                    <a:lnTo>
                      <a:pt x="431"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39" name="Oval 161"/>
              <p:cNvSpPr>
                <a:spLocks noChangeArrowheads="1"/>
              </p:cNvSpPr>
              <p:nvPr/>
            </p:nvSpPr>
            <p:spPr bwMode="auto">
              <a:xfrm>
                <a:off x="-4468813" y="1171575"/>
                <a:ext cx="153988" cy="153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40" name="Freeform 162"/>
              <p:cNvSpPr>
                <a:spLocks/>
              </p:cNvSpPr>
              <p:nvPr/>
            </p:nvSpPr>
            <p:spPr bwMode="auto">
              <a:xfrm>
                <a:off x="-4867275" y="1314450"/>
                <a:ext cx="725488" cy="561975"/>
              </a:xfrm>
              <a:custGeom>
                <a:avLst/>
                <a:gdLst>
                  <a:gd name="T0" fmla="*/ 367 w 457"/>
                  <a:gd name="T1" fmla="*/ 73 h 354"/>
                  <a:gd name="T2" fmla="*/ 315 w 457"/>
                  <a:gd name="T3" fmla="*/ 33 h 354"/>
                  <a:gd name="T4" fmla="*/ 230 w 457"/>
                  <a:gd name="T5" fmla="*/ 0 h 354"/>
                  <a:gd name="T6" fmla="*/ 126 w 457"/>
                  <a:gd name="T7" fmla="*/ 0 h 354"/>
                  <a:gd name="T8" fmla="*/ 74 w 457"/>
                  <a:gd name="T9" fmla="*/ 113 h 354"/>
                  <a:gd name="T10" fmla="*/ 62 w 457"/>
                  <a:gd name="T11" fmla="*/ 108 h 354"/>
                  <a:gd name="T12" fmla="*/ 55 w 457"/>
                  <a:gd name="T13" fmla="*/ 120 h 354"/>
                  <a:gd name="T14" fmla="*/ 55 w 457"/>
                  <a:gd name="T15" fmla="*/ 125 h 354"/>
                  <a:gd name="T16" fmla="*/ 52 w 457"/>
                  <a:gd name="T17" fmla="*/ 130 h 354"/>
                  <a:gd name="T18" fmla="*/ 36 w 457"/>
                  <a:gd name="T19" fmla="*/ 125 h 354"/>
                  <a:gd name="T20" fmla="*/ 0 w 457"/>
                  <a:gd name="T21" fmla="*/ 210 h 354"/>
                  <a:gd name="T22" fmla="*/ 83 w 457"/>
                  <a:gd name="T23" fmla="*/ 246 h 354"/>
                  <a:gd name="T24" fmla="*/ 90 w 457"/>
                  <a:gd name="T25" fmla="*/ 250 h 354"/>
                  <a:gd name="T26" fmla="*/ 93 w 457"/>
                  <a:gd name="T27" fmla="*/ 246 h 354"/>
                  <a:gd name="T28" fmla="*/ 128 w 457"/>
                  <a:gd name="T29" fmla="*/ 163 h 354"/>
                  <a:gd name="T30" fmla="*/ 112 w 457"/>
                  <a:gd name="T31" fmla="*/ 156 h 354"/>
                  <a:gd name="T32" fmla="*/ 114 w 457"/>
                  <a:gd name="T33" fmla="*/ 151 h 354"/>
                  <a:gd name="T34" fmla="*/ 116 w 457"/>
                  <a:gd name="T35" fmla="*/ 146 h 354"/>
                  <a:gd name="T36" fmla="*/ 121 w 457"/>
                  <a:gd name="T37" fmla="*/ 134 h 354"/>
                  <a:gd name="T38" fmla="*/ 107 w 457"/>
                  <a:gd name="T39" fmla="*/ 127 h 354"/>
                  <a:gd name="T40" fmla="*/ 147 w 457"/>
                  <a:gd name="T41" fmla="*/ 35 h 354"/>
                  <a:gd name="T42" fmla="*/ 218 w 457"/>
                  <a:gd name="T43" fmla="*/ 35 h 354"/>
                  <a:gd name="T44" fmla="*/ 171 w 457"/>
                  <a:gd name="T45" fmla="*/ 168 h 354"/>
                  <a:gd name="T46" fmla="*/ 159 w 457"/>
                  <a:gd name="T47" fmla="*/ 241 h 354"/>
                  <a:gd name="T48" fmla="*/ 138 w 457"/>
                  <a:gd name="T49" fmla="*/ 243 h 354"/>
                  <a:gd name="T50" fmla="*/ 128 w 457"/>
                  <a:gd name="T51" fmla="*/ 265 h 354"/>
                  <a:gd name="T52" fmla="*/ 123 w 457"/>
                  <a:gd name="T53" fmla="*/ 274 h 354"/>
                  <a:gd name="T54" fmla="*/ 114 w 457"/>
                  <a:gd name="T55" fmla="*/ 269 h 354"/>
                  <a:gd name="T56" fmla="*/ 62 w 457"/>
                  <a:gd name="T57" fmla="*/ 248 h 354"/>
                  <a:gd name="T58" fmla="*/ 52 w 457"/>
                  <a:gd name="T59" fmla="*/ 248 h 354"/>
                  <a:gd name="T60" fmla="*/ 57 w 457"/>
                  <a:gd name="T61" fmla="*/ 295 h 354"/>
                  <a:gd name="T62" fmla="*/ 199 w 457"/>
                  <a:gd name="T63" fmla="*/ 286 h 354"/>
                  <a:gd name="T64" fmla="*/ 213 w 457"/>
                  <a:gd name="T65" fmla="*/ 198 h 354"/>
                  <a:gd name="T66" fmla="*/ 218 w 457"/>
                  <a:gd name="T67" fmla="*/ 201 h 354"/>
                  <a:gd name="T68" fmla="*/ 272 w 457"/>
                  <a:gd name="T69" fmla="*/ 243 h 354"/>
                  <a:gd name="T70" fmla="*/ 280 w 457"/>
                  <a:gd name="T71" fmla="*/ 354 h 354"/>
                  <a:gd name="T72" fmla="*/ 327 w 457"/>
                  <a:gd name="T73" fmla="*/ 352 h 354"/>
                  <a:gd name="T74" fmla="*/ 320 w 457"/>
                  <a:gd name="T75" fmla="*/ 217 h 354"/>
                  <a:gd name="T76" fmla="*/ 251 w 457"/>
                  <a:gd name="T77" fmla="*/ 168 h 354"/>
                  <a:gd name="T78" fmla="*/ 301 w 457"/>
                  <a:gd name="T79" fmla="*/ 66 h 354"/>
                  <a:gd name="T80" fmla="*/ 367 w 457"/>
                  <a:gd name="T81" fmla="*/ 118 h 354"/>
                  <a:gd name="T82" fmla="*/ 457 w 457"/>
                  <a:gd name="T83" fmla="*/ 42 h 354"/>
                  <a:gd name="T84" fmla="*/ 433 w 457"/>
                  <a:gd name="T85" fmla="*/ 14 h 354"/>
                  <a:gd name="T86" fmla="*/ 367 w 457"/>
                  <a:gd name="T87" fmla="*/ 7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7" h="354">
                    <a:moveTo>
                      <a:pt x="367" y="73"/>
                    </a:moveTo>
                    <a:lnTo>
                      <a:pt x="315" y="33"/>
                    </a:lnTo>
                    <a:lnTo>
                      <a:pt x="230" y="0"/>
                    </a:lnTo>
                    <a:lnTo>
                      <a:pt x="126" y="0"/>
                    </a:lnTo>
                    <a:lnTo>
                      <a:pt x="74" y="113"/>
                    </a:lnTo>
                    <a:lnTo>
                      <a:pt x="62" y="108"/>
                    </a:lnTo>
                    <a:lnTo>
                      <a:pt x="55" y="120"/>
                    </a:lnTo>
                    <a:lnTo>
                      <a:pt x="55" y="125"/>
                    </a:lnTo>
                    <a:lnTo>
                      <a:pt x="52" y="130"/>
                    </a:lnTo>
                    <a:lnTo>
                      <a:pt x="36" y="125"/>
                    </a:lnTo>
                    <a:lnTo>
                      <a:pt x="0" y="210"/>
                    </a:lnTo>
                    <a:lnTo>
                      <a:pt x="83" y="246"/>
                    </a:lnTo>
                    <a:lnTo>
                      <a:pt x="90" y="250"/>
                    </a:lnTo>
                    <a:lnTo>
                      <a:pt x="93" y="246"/>
                    </a:lnTo>
                    <a:lnTo>
                      <a:pt x="128" y="163"/>
                    </a:lnTo>
                    <a:lnTo>
                      <a:pt x="112" y="156"/>
                    </a:lnTo>
                    <a:lnTo>
                      <a:pt x="114" y="151"/>
                    </a:lnTo>
                    <a:lnTo>
                      <a:pt x="116" y="146"/>
                    </a:lnTo>
                    <a:lnTo>
                      <a:pt x="121" y="134"/>
                    </a:lnTo>
                    <a:lnTo>
                      <a:pt x="107" y="127"/>
                    </a:lnTo>
                    <a:lnTo>
                      <a:pt x="147" y="35"/>
                    </a:lnTo>
                    <a:lnTo>
                      <a:pt x="218" y="35"/>
                    </a:lnTo>
                    <a:lnTo>
                      <a:pt x="171" y="168"/>
                    </a:lnTo>
                    <a:lnTo>
                      <a:pt x="159" y="241"/>
                    </a:lnTo>
                    <a:lnTo>
                      <a:pt x="138" y="243"/>
                    </a:lnTo>
                    <a:lnTo>
                      <a:pt x="128" y="265"/>
                    </a:lnTo>
                    <a:lnTo>
                      <a:pt x="123" y="274"/>
                    </a:lnTo>
                    <a:lnTo>
                      <a:pt x="114" y="269"/>
                    </a:lnTo>
                    <a:lnTo>
                      <a:pt x="62" y="248"/>
                    </a:lnTo>
                    <a:lnTo>
                      <a:pt x="52" y="248"/>
                    </a:lnTo>
                    <a:lnTo>
                      <a:pt x="57" y="295"/>
                    </a:lnTo>
                    <a:lnTo>
                      <a:pt x="199" y="286"/>
                    </a:lnTo>
                    <a:lnTo>
                      <a:pt x="213" y="198"/>
                    </a:lnTo>
                    <a:lnTo>
                      <a:pt x="218" y="201"/>
                    </a:lnTo>
                    <a:lnTo>
                      <a:pt x="272" y="243"/>
                    </a:lnTo>
                    <a:lnTo>
                      <a:pt x="280" y="354"/>
                    </a:lnTo>
                    <a:lnTo>
                      <a:pt x="327" y="352"/>
                    </a:lnTo>
                    <a:lnTo>
                      <a:pt x="320" y="217"/>
                    </a:lnTo>
                    <a:lnTo>
                      <a:pt x="251" y="168"/>
                    </a:lnTo>
                    <a:lnTo>
                      <a:pt x="301" y="66"/>
                    </a:lnTo>
                    <a:lnTo>
                      <a:pt x="367" y="118"/>
                    </a:lnTo>
                    <a:lnTo>
                      <a:pt x="457" y="42"/>
                    </a:lnTo>
                    <a:lnTo>
                      <a:pt x="433" y="14"/>
                    </a:lnTo>
                    <a:lnTo>
                      <a:pt x="367"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41" name="Freeform 163"/>
              <p:cNvSpPr>
                <a:spLocks/>
              </p:cNvSpPr>
              <p:nvPr/>
            </p:nvSpPr>
            <p:spPr bwMode="auto">
              <a:xfrm>
                <a:off x="-4911725" y="1493837"/>
                <a:ext cx="82550" cy="146050"/>
              </a:xfrm>
              <a:custGeom>
                <a:avLst/>
                <a:gdLst>
                  <a:gd name="T0" fmla="*/ 0 w 52"/>
                  <a:gd name="T1" fmla="*/ 88 h 92"/>
                  <a:gd name="T2" fmla="*/ 38 w 52"/>
                  <a:gd name="T3" fmla="*/ 0 h 92"/>
                  <a:gd name="T4" fmla="*/ 52 w 52"/>
                  <a:gd name="T5" fmla="*/ 7 h 92"/>
                  <a:gd name="T6" fmla="*/ 16 w 52"/>
                  <a:gd name="T7" fmla="*/ 92 h 92"/>
                  <a:gd name="T8" fmla="*/ 0 w 52"/>
                  <a:gd name="T9" fmla="*/ 88 h 92"/>
                </a:gdLst>
                <a:ahLst/>
                <a:cxnLst>
                  <a:cxn ang="0">
                    <a:pos x="T0" y="T1"/>
                  </a:cxn>
                  <a:cxn ang="0">
                    <a:pos x="T2" y="T3"/>
                  </a:cxn>
                  <a:cxn ang="0">
                    <a:pos x="T4" y="T5"/>
                  </a:cxn>
                  <a:cxn ang="0">
                    <a:pos x="T6" y="T7"/>
                  </a:cxn>
                  <a:cxn ang="0">
                    <a:pos x="T8" y="T9"/>
                  </a:cxn>
                </a:cxnLst>
                <a:rect l="0" t="0" r="r" b="b"/>
                <a:pathLst>
                  <a:path w="52" h="92">
                    <a:moveTo>
                      <a:pt x="0" y="88"/>
                    </a:moveTo>
                    <a:lnTo>
                      <a:pt x="38" y="0"/>
                    </a:lnTo>
                    <a:lnTo>
                      <a:pt x="52" y="7"/>
                    </a:lnTo>
                    <a:lnTo>
                      <a:pt x="16" y="92"/>
                    </a:ln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42" name="Freeform 164"/>
              <p:cNvSpPr>
                <a:spLocks/>
              </p:cNvSpPr>
              <p:nvPr/>
            </p:nvSpPr>
            <p:spPr bwMode="auto">
              <a:xfrm>
                <a:off x="-4705350" y="1581150"/>
                <a:ext cx="82550" cy="146050"/>
              </a:xfrm>
              <a:custGeom>
                <a:avLst/>
                <a:gdLst>
                  <a:gd name="T0" fmla="*/ 24 w 52"/>
                  <a:gd name="T1" fmla="*/ 75 h 92"/>
                  <a:gd name="T2" fmla="*/ 52 w 52"/>
                  <a:gd name="T3" fmla="*/ 7 h 92"/>
                  <a:gd name="T4" fmla="*/ 38 w 52"/>
                  <a:gd name="T5" fmla="*/ 0 h 92"/>
                  <a:gd name="T6" fmla="*/ 5 w 52"/>
                  <a:gd name="T7" fmla="*/ 78 h 92"/>
                  <a:gd name="T8" fmla="*/ 0 w 52"/>
                  <a:gd name="T9" fmla="*/ 87 h 92"/>
                  <a:gd name="T10" fmla="*/ 17 w 52"/>
                  <a:gd name="T11" fmla="*/ 92 h 92"/>
                  <a:gd name="T12" fmla="*/ 24 w 52"/>
                  <a:gd name="T13" fmla="*/ 75 h 92"/>
                </a:gdLst>
                <a:ahLst/>
                <a:cxnLst>
                  <a:cxn ang="0">
                    <a:pos x="T0" y="T1"/>
                  </a:cxn>
                  <a:cxn ang="0">
                    <a:pos x="T2" y="T3"/>
                  </a:cxn>
                  <a:cxn ang="0">
                    <a:pos x="T4" y="T5"/>
                  </a:cxn>
                  <a:cxn ang="0">
                    <a:pos x="T6" y="T7"/>
                  </a:cxn>
                  <a:cxn ang="0">
                    <a:pos x="T8" y="T9"/>
                  </a:cxn>
                  <a:cxn ang="0">
                    <a:pos x="T10" y="T11"/>
                  </a:cxn>
                  <a:cxn ang="0">
                    <a:pos x="T12" y="T13"/>
                  </a:cxn>
                </a:cxnLst>
                <a:rect l="0" t="0" r="r" b="b"/>
                <a:pathLst>
                  <a:path w="52" h="92">
                    <a:moveTo>
                      <a:pt x="24" y="75"/>
                    </a:moveTo>
                    <a:lnTo>
                      <a:pt x="52" y="7"/>
                    </a:lnTo>
                    <a:lnTo>
                      <a:pt x="38" y="0"/>
                    </a:lnTo>
                    <a:lnTo>
                      <a:pt x="5" y="78"/>
                    </a:lnTo>
                    <a:lnTo>
                      <a:pt x="0" y="87"/>
                    </a:lnTo>
                    <a:lnTo>
                      <a:pt x="17" y="92"/>
                    </a:lnTo>
                    <a:lnTo>
                      <a:pt x="24"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43" name="Freeform 165"/>
              <p:cNvSpPr>
                <a:spLocks noEditPoints="1"/>
              </p:cNvSpPr>
              <p:nvPr/>
            </p:nvSpPr>
            <p:spPr bwMode="auto">
              <a:xfrm>
                <a:off x="-5821363" y="4024312"/>
                <a:ext cx="368300" cy="585788"/>
              </a:xfrm>
              <a:custGeom>
                <a:avLst/>
                <a:gdLst>
                  <a:gd name="T0" fmla="*/ 232 w 232"/>
                  <a:gd name="T1" fmla="*/ 369 h 369"/>
                  <a:gd name="T2" fmla="*/ 206 w 232"/>
                  <a:gd name="T3" fmla="*/ 7 h 369"/>
                  <a:gd name="T4" fmla="*/ 185 w 232"/>
                  <a:gd name="T5" fmla="*/ 0 h 369"/>
                  <a:gd name="T6" fmla="*/ 206 w 232"/>
                  <a:gd name="T7" fmla="*/ 29 h 369"/>
                  <a:gd name="T8" fmla="*/ 206 w 232"/>
                  <a:gd name="T9" fmla="*/ 239 h 369"/>
                  <a:gd name="T10" fmla="*/ 185 w 232"/>
                  <a:gd name="T11" fmla="*/ 265 h 369"/>
                  <a:gd name="T12" fmla="*/ 206 w 232"/>
                  <a:gd name="T13" fmla="*/ 296 h 369"/>
                  <a:gd name="T14" fmla="*/ 185 w 232"/>
                  <a:gd name="T15" fmla="*/ 296 h 369"/>
                  <a:gd name="T16" fmla="*/ 206 w 232"/>
                  <a:gd name="T17" fmla="*/ 317 h 369"/>
                  <a:gd name="T18" fmla="*/ 206 w 232"/>
                  <a:gd name="T19" fmla="*/ 346 h 369"/>
                  <a:gd name="T20" fmla="*/ 185 w 232"/>
                  <a:gd name="T21" fmla="*/ 369 h 369"/>
                  <a:gd name="T22" fmla="*/ 161 w 232"/>
                  <a:gd name="T23" fmla="*/ 7 h 369"/>
                  <a:gd name="T24" fmla="*/ 116 w 232"/>
                  <a:gd name="T25" fmla="*/ 29 h 369"/>
                  <a:gd name="T26" fmla="*/ 185 w 232"/>
                  <a:gd name="T27" fmla="*/ 0 h 369"/>
                  <a:gd name="T28" fmla="*/ 161 w 232"/>
                  <a:gd name="T29" fmla="*/ 0 h 369"/>
                  <a:gd name="T30" fmla="*/ 185 w 232"/>
                  <a:gd name="T31" fmla="*/ 369 h 369"/>
                  <a:gd name="T32" fmla="*/ 161 w 232"/>
                  <a:gd name="T33" fmla="*/ 346 h 369"/>
                  <a:gd name="T34" fmla="*/ 185 w 232"/>
                  <a:gd name="T35" fmla="*/ 317 h 369"/>
                  <a:gd name="T36" fmla="*/ 161 w 232"/>
                  <a:gd name="T37" fmla="*/ 296 h 369"/>
                  <a:gd name="T38" fmla="*/ 185 w 232"/>
                  <a:gd name="T39" fmla="*/ 265 h 369"/>
                  <a:gd name="T40" fmla="*/ 116 w 232"/>
                  <a:gd name="T41" fmla="*/ 239 h 369"/>
                  <a:gd name="T42" fmla="*/ 138 w 232"/>
                  <a:gd name="T43" fmla="*/ 265 h 369"/>
                  <a:gd name="T44" fmla="*/ 138 w 232"/>
                  <a:gd name="T45" fmla="*/ 296 h 369"/>
                  <a:gd name="T46" fmla="*/ 116 w 232"/>
                  <a:gd name="T47" fmla="*/ 317 h 369"/>
                  <a:gd name="T48" fmla="*/ 138 w 232"/>
                  <a:gd name="T49" fmla="*/ 346 h 369"/>
                  <a:gd name="T50" fmla="*/ 116 w 232"/>
                  <a:gd name="T51" fmla="*/ 346 h 369"/>
                  <a:gd name="T52" fmla="*/ 116 w 232"/>
                  <a:gd name="T53" fmla="*/ 7 h 369"/>
                  <a:gd name="T54" fmla="*/ 48 w 232"/>
                  <a:gd name="T55" fmla="*/ 29 h 369"/>
                  <a:gd name="T56" fmla="*/ 116 w 232"/>
                  <a:gd name="T57" fmla="*/ 7 h 369"/>
                  <a:gd name="T58" fmla="*/ 48 w 232"/>
                  <a:gd name="T59" fmla="*/ 369 h 369"/>
                  <a:gd name="T60" fmla="*/ 116 w 232"/>
                  <a:gd name="T61" fmla="*/ 346 h 369"/>
                  <a:gd name="T62" fmla="*/ 93 w 232"/>
                  <a:gd name="T63" fmla="*/ 317 h 369"/>
                  <a:gd name="T64" fmla="*/ 116 w 232"/>
                  <a:gd name="T65" fmla="*/ 296 h 369"/>
                  <a:gd name="T66" fmla="*/ 93 w 232"/>
                  <a:gd name="T67" fmla="*/ 265 h 369"/>
                  <a:gd name="T68" fmla="*/ 116 w 232"/>
                  <a:gd name="T69" fmla="*/ 239 h 369"/>
                  <a:gd name="T70" fmla="*/ 48 w 232"/>
                  <a:gd name="T71" fmla="*/ 265 h 369"/>
                  <a:gd name="T72" fmla="*/ 69 w 232"/>
                  <a:gd name="T73" fmla="*/ 296 h 369"/>
                  <a:gd name="T74" fmla="*/ 48 w 232"/>
                  <a:gd name="T75" fmla="*/ 296 h 369"/>
                  <a:gd name="T76" fmla="*/ 69 w 232"/>
                  <a:gd name="T77" fmla="*/ 317 h 369"/>
                  <a:gd name="T78" fmla="*/ 69 w 232"/>
                  <a:gd name="T79" fmla="*/ 346 h 369"/>
                  <a:gd name="T80" fmla="*/ 48 w 232"/>
                  <a:gd name="T81" fmla="*/ 369 h 369"/>
                  <a:gd name="T82" fmla="*/ 0 w 232"/>
                  <a:gd name="T83" fmla="*/ 7 h 369"/>
                  <a:gd name="T84" fmla="*/ 48 w 232"/>
                  <a:gd name="T85" fmla="*/ 369 h 369"/>
                  <a:gd name="T86" fmla="*/ 26 w 232"/>
                  <a:gd name="T87" fmla="*/ 346 h 369"/>
                  <a:gd name="T88" fmla="*/ 48 w 232"/>
                  <a:gd name="T89" fmla="*/ 317 h 369"/>
                  <a:gd name="T90" fmla="*/ 26 w 232"/>
                  <a:gd name="T91" fmla="*/ 296 h 369"/>
                  <a:gd name="T92" fmla="*/ 48 w 232"/>
                  <a:gd name="T93" fmla="*/ 265 h 369"/>
                  <a:gd name="T94" fmla="*/ 26 w 232"/>
                  <a:gd name="T95" fmla="*/ 239 h 369"/>
                  <a:gd name="T96" fmla="*/ 48 w 232"/>
                  <a:gd name="T97" fmla="*/ 2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369">
                    <a:moveTo>
                      <a:pt x="185" y="369"/>
                    </a:moveTo>
                    <a:lnTo>
                      <a:pt x="232" y="369"/>
                    </a:lnTo>
                    <a:lnTo>
                      <a:pt x="232" y="7"/>
                    </a:lnTo>
                    <a:lnTo>
                      <a:pt x="206" y="7"/>
                    </a:lnTo>
                    <a:lnTo>
                      <a:pt x="206" y="0"/>
                    </a:lnTo>
                    <a:lnTo>
                      <a:pt x="185" y="0"/>
                    </a:lnTo>
                    <a:lnTo>
                      <a:pt x="185" y="29"/>
                    </a:lnTo>
                    <a:lnTo>
                      <a:pt x="206" y="29"/>
                    </a:lnTo>
                    <a:lnTo>
                      <a:pt x="206" y="239"/>
                    </a:lnTo>
                    <a:lnTo>
                      <a:pt x="206" y="239"/>
                    </a:lnTo>
                    <a:lnTo>
                      <a:pt x="185" y="239"/>
                    </a:lnTo>
                    <a:lnTo>
                      <a:pt x="185" y="265"/>
                    </a:lnTo>
                    <a:lnTo>
                      <a:pt x="206" y="265"/>
                    </a:lnTo>
                    <a:lnTo>
                      <a:pt x="206" y="296"/>
                    </a:lnTo>
                    <a:lnTo>
                      <a:pt x="206" y="296"/>
                    </a:lnTo>
                    <a:lnTo>
                      <a:pt x="185" y="296"/>
                    </a:lnTo>
                    <a:lnTo>
                      <a:pt x="185" y="317"/>
                    </a:lnTo>
                    <a:lnTo>
                      <a:pt x="206" y="317"/>
                    </a:lnTo>
                    <a:lnTo>
                      <a:pt x="206" y="346"/>
                    </a:lnTo>
                    <a:lnTo>
                      <a:pt x="206" y="346"/>
                    </a:lnTo>
                    <a:lnTo>
                      <a:pt x="185" y="346"/>
                    </a:lnTo>
                    <a:lnTo>
                      <a:pt x="185" y="369"/>
                    </a:lnTo>
                    <a:close/>
                    <a:moveTo>
                      <a:pt x="161" y="0"/>
                    </a:moveTo>
                    <a:lnTo>
                      <a:pt x="161" y="7"/>
                    </a:lnTo>
                    <a:lnTo>
                      <a:pt x="116" y="7"/>
                    </a:lnTo>
                    <a:lnTo>
                      <a:pt x="116" y="29"/>
                    </a:lnTo>
                    <a:lnTo>
                      <a:pt x="185" y="29"/>
                    </a:lnTo>
                    <a:lnTo>
                      <a:pt x="185" y="0"/>
                    </a:lnTo>
                    <a:lnTo>
                      <a:pt x="161" y="0"/>
                    </a:lnTo>
                    <a:lnTo>
                      <a:pt x="161" y="0"/>
                    </a:lnTo>
                    <a:close/>
                    <a:moveTo>
                      <a:pt x="116" y="369"/>
                    </a:moveTo>
                    <a:lnTo>
                      <a:pt x="185" y="369"/>
                    </a:lnTo>
                    <a:lnTo>
                      <a:pt x="185" y="346"/>
                    </a:lnTo>
                    <a:lnTo>
                      <a:pt x="161" y="346"/>
                    </a:lnTo>
                    <a:lnTo>
                      <a:pt x="161" y="317"/>
                    </a:lnTo>
                    <a:lnTo>
                      <a:pt x="185" y="317"/>
                    </a:lnTo>
                    <a:lnTo>
                      <a:pt x="185" y="296"/>
                    </a:lnTo>
                    <a:lnTo>
                      <a:pt x="161" y="296"/>
                    </a:lnTo>
                    <a:lnTo>
                      <a:pt x="161" y="265"/>
                    </a:lnTo>
                    <a:lnTo>
                      <a:pt x="185" y="265"/>
                    </a:lnTo>
                    <a:lnTo>
                      <a:pt x="185" y="239"/>
                    </a:lnTo>
                    <a:lnTo>
                      <a:pt x="116" y="239"/>
                    </a:lnTo>
                    <a:lnTo>
                      <a:pt x="116" y="265"/>
                    </a:lnTo>
                    <a:lnTo>
                      <a:pt x="138" y="265"/>
                    </a:lnTo>
                    <a:lnTo>
                      <a:pt x="138" y="296"/>
                    </a:lnTo>
                    <a:lnTo>
                      <a:pt x="138" y="296"/>
                    </a:lnTo>
                    <a:lnTo>
                      <a:pt x="116" y="296"/>
                    </a:lnTo>
                    <a:lnTo>
                      <a:pt x="116" y="317"/>
                    </a:lnTo>
                    <a:lnTo>
                      <a:pt x="138" y="317"/>
                    </a:lnTo>
                    <a:lnTo>
                      <a:pt x="138" y="346"/>
                    </a:lnTo>
                    <a:lnTo>
                      <a:pt x="138" y="346"/>
                    </a:lnTo>
                    <a:lnTo>
                      <a:pt x="116" y="346"/>
                    </a:lnTo>
                    <a:lnTo>
                      <a:pt x="116" y="369"/>
                    </a:lnTo>
                    <a:close/>
                    <a:moveTo>
                      <a:pt x="116" y="7"/>
                    </a:moveTo>
                    <a:lnTo>
                      <a:pt x="48" y="7"/>
                    </a:lnTo>
                    <a:lnTo>
                      <a:pt x="48" y="29"/>
                    </a:lnTo>
                    <a:lnTo>
                      <a:pt x="116" y="29"/>
                    </a:lnTo>
                    <a:lnTo>
                      <a:pt x="116" y="7"/>
                    </a:lnTo>
                    <a:lnTo>
                      <a:pt x="116" y="7"/>
                    </a:lnTo>
                    <a:close/>
                    <a:moveTo>
                      <a:pt x="48" y="369"/>
                    </a:moveTo>
                    <a:lnTo>
                      <a:pt x="116" y="369"/>
                    </a:lnTo>
                    <a:lnTo>
                      <a:pt x="116" y="346"/>
                    </a:lnTo>
                    <a:lnTo>
                      <a:pt x="93" y="346"/>
                    </a:lnTo>
                    <a:lnTo>
                      <a:pt x="93" y="317"/>
                    </a:lnTo>
                    <a:lnTo>
                      <a:pt x="116" y="317"/>
                    </a:lnTo>
                    <a:lnTo>
                      <a:pt x="116" y="296"/>
                    </a:lnTo>
                    <a:lnTo>
                      <a:pt x="93" y="296"/>
                    </a:lnTo>
                    <a:lnTo>
                      <a:pt x="93" y="265"/>
                    </a:lnTo>
                    <a:lnTo>
                      <a:pt x="116" y="265"/>
                    </a:lnTo>
                    <a:lnTo>
                      <a:pt x="116" y="239"/>
                    </a:lnTo>
                    <a:lnTo>
                      <a:pt x="48" y="239"/>
                    </a:lnTo>
                    <a:lnTo>
                      <a:pt x="48" y="265"/>
                    </a:lnTo>
                    <a:lnTo>
                      <a:pt x="69" y="265"/>
                    </a:lnTo>
                    <a:lnTo>
                      <a:pt x="69" y="296"/>
                    </a:lnTo>
                    <a:lnTo>
                      <a:pt x="69" y="296"/>
                    </a:lnTo>
                    <a:lnTo>
                      <a:pt x="48" y="296"/>
                    </a:lnTo>
                    <a:lnTo>
                      <a:pt x="48" y="317"/>
                    </a:lnTo>
                    <a:lnTo>
                      <a:pt x="69" y="317"/>
                    </a:lnTo>
                    <a:lnTo>
                      <a:pt x="69" y="346"/>
                    </a:lnTo>
                    <a:lnTo>
                      <a:pt x="69" y="346"/>
                    </a:lnTo>
                    <a:lnTo>
                      <a:pt x="48" y="346"/>
                    </a:lnTo>
                    <a:lnTo>
                      <a:pt x="48" y="369"/>
                    </a:lnTo>
                    <a:close/>
                    <a:moveTo>
                      <a:pt x="48" y="7"/>
                    </a:moveTo>
                    <a:lnTo>
                      <a:pt x="0" y="7"/>
                    </a:lnTo>
                    <a:lnTo>
                      <a:pt x="0" y="369"/>
                    </a:lnTo>
                    <a:lnTo>
                      <a:pt x="48" y="369"/>
                    </a:lnTo>
                    <a:lnTo>
                      <a:pt x="48" y="346"/>
                    </a:lnTo>
                    <a:lnTo>
                      <a:pt x="26" y="346"/>
                    </a:lnTo>
                    <a:lnTo>
                      <a:pt x="26" y="317"/>
                    </a:lnTo>
                    <a:lnTo>
                      <a:pt x="48" y="317"/>
                    </a:lnTo>
                    <a:lnTo>
                      <a:pt x="48" y="296"/>
                    </a:lnTo>
                    <a:lnTo>
                      <a:pt x="26" y="296"/>
                    </a:lnTo>
                    <a:lnTo>
                      <a:pt x="26" y="265"/>
                    </a:lnTo>
                    <a:lnTo>
                      <a:pt x="48" y="265"/>
                    </a:lnTo>
                    <a:lnTo>
                      <a:pt x="48" y="239"/>
                    </a:lnTo>
                    <a:lnTo>
                      <a:pt x="26" y="239"/>
                    </a:lnTo>
                    <a:lnTo>
                      <a:pt x="26" y="29"/>
                    </a:lnTo>
                    <a:lnTo>
                      <a:pt x="48" y="29"/>
                    </a:lnTo>
                    <a:lnTo>
                      <a:pt x="4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44" name="Freeform 166"/>
              <p:cNvSpPr>
                <a:spLocks/>
              </p:cNvSpPr>
              <p:nvPr/>
            </p:nvSpPr>
            <p:spPr bwMode="auto">
              <a:xfrm>
                <a:off x="-2863850" y="-300038"/>
                <a:ext cx="254000" cy="112713"/>
              </a:xfrm>
              <a:custGeom>
                <a:avLst/>
                <a:gdLst>
                  <a:gd name="T0" fmla="*/ 0 w 160"/>
                  <a:gd name="T1" fmla="*/ 40 h 71"/>
                  <a:gd name="T2" fmla="*/ 61 w 160"/>
                  <a:gd name="T3" fmla="*/ 71 h 71"/>
                  <a:gd name="T4" fmla="*/ 160 w 160"/>
                  <a:gd name="T5" fmla="*/ 71 h 71"/>
                  <a:gd name="T6" fmla="*/ 18 w 160"/>
                  <a:gd name="T7" fmla="*/ 0 h 71"/>
                  <a:gd name="T8" fmla="*/ 0 w 160"/>
                  <a:gd name="T9" fmla="*/ 40 h 71"/>
                </a:gdLst>
                <a:ahLst/>
                <a:cxnLst>
                  <a:cxn ang="0">
                    <a:pos x="T0" y="T1"/>
                  </a:cxn>
                  <a:cxn ang="0">
                    <a:pos x="T2" y="T3"/>
                  </a:cxn>
                  <a:cxn ang="0">
                    <a:pos x="T4" y="T5"/>
                  </a:cxn>
                  <a:cxn ang="0">
                    <a:pos x="T6" y="T7"/>
                  </a:cxn>
                  <a:cxn ang="0">
                    <a:pos x="T8" y="T9"/>
                  </a:cxn>
                </a:cxnLst>
                <a:rect l="0" t="0" r="r" b="b"/>
                <a:pathLst>
                  <a:path w="160" h="71">
                    <a:moveTo>
                      <a:pt x="0" y="40"/>
                    </a:moveTo>
                    <a:lnTo>
                      <a:pt x="61" y="71"/>
                    </a:lnTo>
                    <a:lnTo>
                      <a:pt x="160" y="71"/>
                    </a:lnTo>
                    <a:lnTo>
                      <a:pt x="18" y="0"/>
                    </a:lnTo>
                    <a:lnTo>
                      <a:pt x="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45" name="Freeform 167"/>
              <p:cNvSpPr>
                <a:spLocks noEditPoints="1"/>
              </p:cNvSpPr>
              <p:nvPr/>
            </p:nvSpPr>
            <p:spPr bwMode="auto">
              <a:xfrm>
                <a:off x="-2863850" y="-169863"/>
                <a:ext cx="615950" cy="307975"/>
              </a:xfrm>
              <a:custGeom>
                <a:avLst/>
                <a:gdLst>
                  <a:gd name="T0" fmla="*/ 156 w 388"/>
                  <a:gd name="T1" fmla="*/ 194 h 194"/>
                  <a:gd name="T2" fmla="*/ 312 w 388"/>
                  <a:gd name="T3" fmla="*/ 194 h 194"/>
                  <a:gd name="T4" fmla="*/ 312 w 388"/>
                  <a:gd name="T5" fmla="*/ 156 h 194"/>
                  <a:gd name="T6" fmla="*/ 388 w 388"/>
                  <a:gd name="T7" fmla="*/ 156 h 194"/>
                  <a:gd name="T8" fmla="*/ 388 w 388"/>
                  <a:gd name="T9" fmla="*/ 38 h 194"/>
                  <a:gd name="T10" fmla="*/ 312 w 388"/>
                  <a:gd name="T11" fmla="*/ 38 h 194"/>
                  <a:gd name="T12" fmla="*/ 312 w 388"/>
                  <a:gd name="T13" fmla="*/ 0 h 194"/>
                  <a:gd name="T14" fmla="*/ 182 w 388"/>
                  <a:gd name="T15" fmla="*/ 0 h 194"/>
                  <a:gd name="T16" fmla="*/ 156 w 388"/>
                  <a:gd name="T17" fmla="*/ 0 h 194"/>
                  <a:gd name="T18" fmla="*/ 156 w 388"/>
                  <a:gd name="T19" fmla="*/ 76 h 194"/>
                  <a:gd name="T20" fmla="*/ 234 w 388"/>
                  <a:gd name="T21" fmla="*/ 76 h 194"/>
                  <a:gd name="T22" fmla="*/ 234 w 388"/>
                  <a:gd name="T23" fmla="*/ 119 h 194"/>
                  <a:gd name="T24" fmla="*/ 156 w 388"/>
                  <a:gd name="T25" fmla="*/ 119 h 194"/>
                  <a:gd name="T26" fmla="*/ 156 w 388"/>
                  <a:gd name="T27" fmla="*/ 194 h 194"/>
                  <a:gd name="T28" fmla="*/ 0 w 388"/>
                  <a:gd name="T29" fmla="*/ 194 h 194"/>
                  <a:gd name="T30" fmla="*/ 156 w 388"/>
                  <a:gd name="T31" fmla="*/ 194 h 194"/>
                  <a:gd name="T32" fmla="*/ 156 w 388"/>
                  <a:gd name="T33" fmla="*/ 119 h 194"/>
                  <a:gd name="T34" fmla="*/ 78 w 388"/>
                  <a:gd name="T35" fmla="*/ 119 h 194"/>
                  <a:gd name="T36" fmla="*/ 78 w 388"/>
                  <a:gd name="T37" fmla="*/ 76 h 194"/>
                  <a:gd name="T38" fmla="*/ 78 w 388"/>
                  <a:gd name="T39" fmla="*/ 76 h 194"/>
                  <a:gd name="T40" fmla="*/ 156 w 388"/>
                  <a:gd name="T41" fmla="*/ 76 h 194"/>
                  <a:gd name="T42" fmla="*/ 156 w 388"/>
                  <a:gd name="T43" fmla="*/ 0 h 194"/>
                  <a:gd name="T44" fmla="*/ 82 w 388"/>
                  <a:gd name="T45" fmla="*/ 0 h 194"/>
                  <a:gd name="T46" fmla="*/ 0 w 388"/>
                  <a:gd name="T47" fmla="*/ 0 h 194"/>
                  <a:gd name="T48" fmla="*/ 0 w 388"/>
                  <a:gd name="T4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8" h="194">
                    <a:moveTo>
                      <a:pt x="156" y="194"/>
                    </a:moveTo>
                    <a:lnTo>
                      <a:pt x="312" y="194"/>
                    </a:lnTo>
                    <a:lnTo>
                      <a:pt x="312" y="156"/>
                    </a:lnTo>
                    <a:lnTo>
                      <a:pt x="388" y="156"/>
                    </a:lnTo>
                    <a:lnTo>
                      <a:pt x="388" y="38"/>
                    </a:lnTo>
                    <a:lnTo>
                      <a:pt x="312" y="38"/>
                    </a:lnTo>
                    <a:lnTo>
                      <a:pt x="312" y="0"/>
                    </a:lnTo>
                    <a:lnTo>
                      <a:pt x="182" y="0"/>
                    </a:lnTo>
                    <a:lnTo>
                      <a:pt x="156" y="0"/>
                    </a:lnTo>
                    <a:lnTo>
                      <a:pt x="156" y="76"/>
                    </a:lnTo>
                    <a:lnTo>
                      <a:pt x="234" y="76"/>
                    </a:lnTo>
                    <a:lnTo>
                      <a:pt x="234" y="119"/>
                    </a:lnTo>
                    <a:lnTo>
                      <a:pt x="156" y="119"/>
                    </a:lnTo>
                    <a:lnTo>
                      <a:pt x="156" y="194"/>
                    </a:lnTo>
                    <a:close/>
                    <a:moveTo>
                      <a:pt x="0" y="194"/>
                    </a:moveTo>
                    <a:lnTo>
                      <a:pt x="156" y="194"/>
                    </a:lnTo>
                    <a:lnTo>
                      <a:pt x="156" y="119"/>
                    </a:lnTo>
                    <a:lnTo>
                      <a:pt x="78" y="119"/>
                    </a:lnTo>
                    <a:lnTo>
                      <a:pt x="78" y="76"/>
                    </a:lnTo>
                    <a:lnTo>
                      <a:pt x="78" y="76"/>
                    </a:lnTo>
                    <a:lnTo>
                      <a:pt x="156" y="76"/>
                    </a:lnTo>
                    <a:lnTo>
                      <a:pt x="156" y="0"/>
                    </a:lnTo>
                    <a:lnTo>
                      <a:pt x="82" y="0"/>
                    </a:lnTo>
                    <a:lnTo>
                      <a:pt x="0" y="0"/>
                    </a:lnTo>
                    <a:lnTo>
                      <a:pt x="0" y="1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46" name="Freeform 168"/>
              <p:cNvSpPr>
                <a:spLocks noEditPoints="1"/>
              </p:cNvSpPr>
              <p:nvPr/>
            </p:nvSpPr>
            <p:spPr bwMode="auto">
              <a:xfrm>
                <a:off x="-5205413" y="8448675"/>
                <a:ext cx="444500" cy="349250"/>
              </a:xfrm>
              <a:custGeom>
                <a:avLst/>
                <a:gdLst>
                  <a:gd name="T0" fmla="*/ 93 w 118"/>
                  <a:gd name="T1" fmla="*/ 93 h 93"/>
                  <a:gd name="T2" fmla="*/ 93 w 118"/>
                  <a:gd name="T3" fmla="*/ 61 h 93"/>
                  <a:gd name="T4" fmla="*/ 109 w 118"/>
                  <a:gd name="T5" fmla="*/ 47 h 93"/>
                  <a:gd name="T6" fmla="*/ 118 w 118"/>
                  <a:gd name="T7" fmla="*/ 47 h 93"/>
                  <a:gd name="T8" fmla="*/ 118 w 118"/>
                  <a:gd name="T9" fmla="*/ 12 h 93"/>
                  <a:gd name="T10" fmla="*/ 105 w 118"/>
                  <a:gd name="T11" fmla="*/ 0 h 93"/>
                  <a:gd name="T12" fmla="*/ 76 w 118"/>
                  <a:gd name="T13" fmla="*/ 0 h 93"/>
                  <a:gd name="T14" fmla="*/ 76 w 118"/>
                  <a:gd name="T15" fmla="*/ 15 h 93"/>
                  <a:gd name="T16" fmla="*/ 87 w 118"/>
                  <a:gd name="T17" fmla="*/ 25 h 93"/>
                  <a:gd name="T18" fmla="*/ 76 w 118"/>
                  <a:gd name="T19" fmla="*/ 36 h 93"/>
                  <a:gd name="T20" fmla="*/ 76 w 118"/>
                  <a:gd name="T21" fmla="*/ 43 h 93"/>
                  <a:gd name="T22" fmla="*/ 87 w 118"/>
                  <a:gd name="T23" fmla="*/ 53 h 93"/>
                  <a:gd name="T24" fmla="*/ 76 w 118"/>
                  <a:gd name="T25" fmla="*/ 64 h 93"/>
                  <a:gd name="T26" fmla="*/ 76 w 118"/>
                  <a:gd name="T27" fmla="*/ 93 h 93"/>
                  <a:gd name="T28" fmla="*/ 93 w 118"/>
                  <a:gd name="T29" fmla="*/ 93 h 93"/>
                  <a:gd name="T30" fmla="*/ 76 w 118"/>
                  <a:gd name="T31" fmla="*/ 0 h 93"/>
                  <a:gd name="T32" fmla="*/ 42 w 118"/>
                  <a:gd name="T33" fmla="*/ 0 h 93"/>
                  <a:gd name="T34" fmla="*/ 42 w 118"/>
                  <a:gd name="T35" fmla="*/ 15 h 93"/>
                  <a:gd name="T36" fmla="*/ 42 w 118"/>
                  <a:gd name="T37" fmla="*/ 15 h 93"/>
                  <a:gd name="T38" fmla="*/ 53 w 118"/>
                  <a:gd name="T39" fmla="*/ 25 h 93"/>
                  <a:gd name="T40" fmla="*/ 42 w 118"/>
                  <a:gd name="T41" fmla="*/ 36 h 93"/>
                  <a:gd name="T42" fmla="*/ 42 w 118"/>
                  <a:gd name="T43" fmla="*/ 43 h 93"/>
                  <a:gd name="T44" fmla="*/ 42 w 118"/>
                  <a:gd name="T45" fmla="*/ 43 h 93"/>
                  <a:gd name="T46" fmla="*/ 53 w 118"/>
                  <a:gd name="T47" fmla="*/ 53 h 93"/>
                  <a:gd name="T48" fmla="*/ 42 w 118"/>
                  <a:gd name="T49" fmla="*/ 64 h 93"/>
                  <a:gd name="T50" fmla="*/ 42 w 118"/>
                  <a:gd name="T51" fmla="*/ 93 h 93"/>
                  <a:gd name="T52" fmla="*/ 76 w 118"/>
                  <a:gd name="T53" fmla="*/ 93 h 93"/>
                  <a:gd name="T54" fmla="*/ 76 w 118"/>
                  <a:gd name="T55" fmla="*/ 64 h 93"/>
                  <a:gd name="T56" fmla="*/ 76 w 118"/>
                  <a:gd name="T57" fmla="*/ 64 h 93"/>
                  <a:gd name="T58" fmla="*/ 65 w 118"/>
                  <a:gd name="T59" fmla="*/ 53 h 93"/>
                  <a:gd name="T60" fmla="*/ 76 w 118"/>
                  <a:gd name="T61" fmla="*/ 43 h 93"/>
                  <a:gd name="T62" fmla="*/ 76 w 118"/>
                  <a:gd name="T63" fmla="*/ 43 h 93"/>
                  <a:gd name="T64" fmla="*/ 76 w 118"/>
                  <a:gd name="T65" fmla="*/ 43 h 93"/>
                  <a:gd name="T66" fmla="*/ 76 w 118"/>
                  <a:gd name="T67" fmla="*/ 36 h 93"/>
                  <a:gd name="T68" fmla="*/ 76 w 118"/>
                  <a:gd name="T69" fmla="*/ 36 h 93"/>
                  <a:gd name="T70" fmla="*/ 65 w 118"/>
                  <a:gd name="T71" fmla="*/ 25 h 93"/>
                  <a:gd name="T72" fmla="*/ 76 w 118"/>
                  <a:gd name="T73" fmla="*/ 15 h 93"/>
                  <a:gd name="T74" fmla="*/ 76 w 118"/>
                  <a:gd name="T75" fmla="*/ 15 h 93"/>
                  <a:gd name="T76" fmla="*/ 76 w 118"/>
                  <a:gd name="T77" fmla="*/ 15 h 93"/>
                  <a:gd name="T78" fmla="*/ 76 w 118"/>
                  <a:gd name="T79" fmla="*/ 0 h 93"/>
                  <a:gd name="T80" fmla="*/ 42 w 118"/>
                  <a:gd name="T81" fmla="*/ 0 h 93"/>
                  <a:gd name="T82" fmla="*/ 13 w 118"/>
                  <a:gd name="T83" fmla="*/ 0 h 93"/>
                  <a:gd name="T84" fmla="*/ 0 w 118"/>
                  <a:gd name="T85" fmla="*/ 12 h 93"/>
                  <a:gd name="T86" fmla="*/ 0 w 118"/>
                  <a:gd name="T87" fmla="*/ 47 h 93"/>
                  <a:gd name="T88" fmla="*/ 10 w 118"/>
                  <a:gd name="T89" fmla="*/ 47 h 93"/>
                  <a:gd name="T90" fmla="*/ 25 w 118"/>
                  <a:gd name="T91" fmla="*/ 61 h 93"/>
                  <a:gd name="T92" fmla="*/ 25 w 118"/>
                  <a:gd name="T93" fmla="*/ 93 h 93"/>
                  <a:gd name="T94" fmla="*/ 42 w 118"/>
                  <a:gd name="T95" fmla="*/ 93 h 93"/>
                  <a:gd name="T96" fmla="*/ 42 w 118"/>
                  <a:gd name="T97" fmla="*/ 64 h 93"/>
                  <a:gd name="T98" fmla="*/ 32 w 118"/>
                  <a:gd name="T99" fmla="*/ 53 h 93"/>
                  <a:gd name="T100" fmla="*/ 42 w 118"/>
                  <a:gd name="T101" fmla="*/ 43 h 93"/>
                  <a:gd name="T102" fmla="*/ 42 w 118"/>
                  <a:gd name="T103" fmla="*/ 36 h 93"/>
                  <a:gd name="T104" fmla="*/ 32 w 118"/>
                  <a:gd name="T105" fmla="*/ 25 h 93"/>
                  <a:gd name="T106" fmla="*/ 42 w 118"/>
                  <a:gd name="T107" fmla="*/ 15 h 93"/>
                  <a:gd name="T108" fmla="*/ 42 w 118"/>
                  <a:gd name="T109" fmla="*/ 0 h 93"/>
                  <a:gd name="T110" fmla="*/ 42 w 118"/>
                  <a:gd name="T111" fmla="*/ 15 h 93"/>
                  <a:gd name="T112" fmla="*/ 42 w 118"/>
                  <a:gd name="T113" fmla="*/ 15 h 93"/>
                  <a:gd name="T114" fmla="*/ 42 w 118"/>
                  <a:gd name="T115" fmla="*/ 43 h 93"/>
                  <a:gd name="T116" fmla="*/ 42 w 118"/>
                  <a:gd name="T117" fmla="*/ 4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8" h="93">
                    <a:moveTo>
                      <a:pt x="93" y="93"/>
                    </a:moveTo>
                    <a:cubicBezTo>
                      <a:pt x="93" y="61"/>
                      <a:pt x="93" y="61"/>
                      <a:pt x="93" y="61"/>
                    </a:cubicBezTo>
                    <a:cubicBezTo>
                      <a:pt x="93" y="52"/>
                      <a:pt x="99" y="47"/>
                      <a:pt x="109" y="47"/>
                    </a:cubicBezTo>
                    <a:cubicBezTo>
                      <a:pt x="118" y="47"/>
                      <a:pt x="118" y="47"/>
                      <a:pt x="118" y="47"/>
                    </a:cubicBezTo>
                    <a:cubicBezTo>
                      <a:pt x="118" y="12"/>
                      <a:pt x="118" y="12"/>
                      <a:pt x="118" y="12"/>
                    </a:cubicBezTo>
                    <a:cubicBezTo>
                      <a:pt x="118" y="5"/>
                      <a:pt x="112" y="0"/>
                      <a:pt x="105" y="0"/>
                    </a:cubicBezTo>
                    <a:cubicBezTo>
                      <a:pt x="76" y="0"/>
                      <a:pt x="76" y="0"/>
                      <a:pt x="76" y="0"/>
                    </a:cubicBezTo>
                    <a:cubicBezTo>
                      <a:pt x="76" y="15"/>
                      <a:pt x="76" y="15"/>
                      <a:pt x="76" y="15"/>
                    </a:cubicBezTo>
                    <a:cubicBezTo>
                      <a:pt x="82" y="15"/>
                      <a:pt x="87" y="19"/>
                      <a:pt x="87" y="25"/>
                    </a:cubicBezTo>
                    <a:cubicBezTo>
                      <a:pt x="87" y="31"/>
                      <a:pt x="82" y="36"/>
                      <a:pt x="76" y="36"/>
                    </a:cubicBezTo>
                    <a:cubicBezTo>
                      <a:pt x="76" y="43"/>
                      <a:pt x="76" y="43"/>
                      <a:pt x="76" y="43"/>
                    </a:cubicBezTo>
                    <a:cubicBezTo>
                      <a:pt x="82" y="43"/>
                      <a:pt x="87" y="47"/>
                      <a:pt x="87" y="53"/>
                    </a:cubicBezTo>
                    <a:cubicBezTo>
                      <a:pt x="87" y="59"/>
                      <a:pt x="82" y="64"/>
                      <a:pt x="76" y="64"/>
                    </a:cubicBezTo>
                    <a:cubicBezTo>
                      <a:pt x="76" y="93"/>
                      <a:pt x="76" y="93"/>
                      <a:pt x="76" y="93"/>
                    </a:cubicBezTo>
                    <a:lnTo>
                      <a:pt x="93" y="93"/>
                    </a:lnTo>
                    <a:close/>
                    <a:moveTo>
                      <a:pt x="76" y="0"/>
                    </a:moveTo>
                    <a:cubicBezTo>
                      <a:pt x="42" y="0"/>
                      <a:pt x="42" y="0"/>
                      <a:pt x="42" y="0"/>
                    </a:cubicBezTo>
                    <a:cubicBezTo>
                      <a:pt x="42" y="15"/>
                      <a:pt x="42" y="15"/>
                      <a:pt x="42" y="15"/>
                    </a:cubicBezTo>
                    <a:cubicBezTo>
                      <a:pt x="42" y="15"/>
                      <a:pt x="42" y="15"/>
                      <a:pt x="42" y="15"/>
                    </a:cubicBezTo>
                    <a:cubicBezTo>
                      <a:pt x="48" y="15"/>
                      <a:pt x="53" y="19"/>
                      <a:pt x="53" y="25"/>
                    </a:cubicBezTo>
                    <a:cubicBezTo>
                      <a:pt x="53" y="31"/>
                      <a:pt x="48" y="36"/>
                      <a:pt x="42" y="36"/>
                    </a:cubicBezTo>
                    <a:cubicBezTo>
                      <a:pt x="42" y="43"/>
                      <a:pt x="42" y="43"/>
                      <a:pt x="42" y="43"/>
                    </a:cubicBezTo>
                    <a:cubicBezTo>
                      <a:pt x="42" y="43"/>
                      <a:pt x="42" y="43"/>
                      <a:pt x="42" y="43"/>
                    </a:cubicBezTo>
                    <a:cubicBezTo>
                      <a:pt x="48" y="43"/>
                      <a:pt x="53" y="47"/>
                      <a:pt x="53" y="53"/>
                    </a:cubicBezTo>
                    <a:cubicBezTo>
                      <a:pt x="53" y="59"/>
                      <a:pt x="48" y="64"/>
                      <a:pt x="42" y="64"/>
                    </a:cubicBezTo>
                    <a:cubicBezTo>
                      <a:pt x="42" y="93"/>
                      <a:pt x="42" y="93"/>
                      <a:pt x="42" y="93"/>
                    </a:cubicBezTo>
                    <a:cubicBezTo>
                      <a:pt x="76" y="93"/>
                      <a:pt x="76" y="93"/>
                      <a:pt x="76" y="93"/>
                    </a:cubicBezTo>
                    <a:cubicBezTo>
                      <a:pt x="76" y="64"/>
                      <a:pt x="76" y="64"/>
                      <a:pt x="76" y="64"/>
                    </a:cubicBezTo>
                    <a:cubicBezTo>
                      <a:pt x="76" y="64"/>
                      <a:pt x="76" y="64"/>
                      <a:pt x="76" y="64"/>
                    </a:cubicBezTo>
                    <a:cubicBezTo>
                      <a:pt x="70" y="64"/>
                      <a:pt x="65" y="59"/>
                      <a:pt x="65" y="53"/>
                    </a:cubicBezTo>
                    <a:cubicBezTo>
                      <a:pt x="65" y="47"/>
                      <a:pt x="70" y="43"/>
                      <a:pt x="76" y="43"/>
                    </a:cubicBezTo>
                    <a:cubicBezTo>
                      <a:pt x="76" y="43"/>
                      <a:pt x="76" y="43"/>
                      <a:pt x="76" y="43"/>
                    </a:cubicBezTo>
                    <a:cubicBezTo>
                      <a:pt x="76" y="43"/>
                      <a:pt x="76" y="43"/>
                      <a:pt x="76" y="43"/>
                    </a:cubicBezTo>
                    <a:cubicBezTo>
                      <a:pt x="76" y="36"/>
                      <a:pt x="76" y="36"/>
                      <a:pt x="76" y="36"/>
                    </a:cubicBezTo>
                    <a:cubicBezTo>
                      <a:pt x="76" y="36"/>
                      <a:pt x="76" y="36"/>
                      <a:pt x="76" y="36"/>
                    </a:cubicBezTo>
                    <a:cubicBezTo>
                      <a:pt x="70" y="36"/>
                      <a:pt x="65" y="31"/>
                      <a:pt x="65" y="25"/>
                    </a:cubicBezTo>
                    <a:cubicBezTo>
                      <a:pt x="65" y="19"/>
                      <a:pt x="70" y="15"/>
                      <a:pt x="76" y="15"/>
                    </a:cubicBezTo>
                    <a:cubicBezTo>
                      <a:pt x="76" y="15"/>
                      <a:pt x="76" y="15"/>
                      <a:pt x="76" y="15"/>
                    </a:cubicBezTo>
                    <a:cubicBezTo>
                      <a:pt x="76" y="15"/>
                      <a:pt x="76" y="15"/>
                      <a:pt x="76" y="15"/>
                    </a:cubicBezTo>
                    <a:lnTo>
                      <a:pt x="76" y="0"/>
                    </a:lnTo>
                    <a:close/>
                    <a:moveTo>
                      <a:pt x="42" y="0"/>
                    </a:moveTo>
                    <a:cubicBezTo>
                      <a:pt x="13" y="0"/>
                      <a:pt x="13" y="0"/>
                      <a:pt x="13" y="0"/>
                    </a:cubicBezTo>
                    <a:cubicBezTo>
                      <a:pt x="6" y="0"/>
                      <a:pt x="0" y="5"/>
                      <a:pt x="0" y="12"/>
                    </a:cubicBezTo>
                    <a:cubicBezTo>
                      <a:pt x="0" y="47"/>
                      <a:pt x="0" y="47"/>
                      <a:pt x="0" y="47"/>
                    </a:cubicBezTo>
                    <a:cubicBezTo>
                      <a:pt x="10" y="47"/>
                      <a:pt x="10" y="47"/>
                      <a:pt x="10" y="47"/>
                    </a:cubicBezTo>
                    <a:cubicBezTo>
                      <a:pt x="20" y="47"/>
                      <a:pt x="25" y="52"/>
                      <a:pt x="25" y="61"/>
                    </a:cubicBezTo>
                    <a:cubicBezTo>
                      <a:pt x="25" y="93"/>
                      <a:pt x="25" y="93"/>
                      <a:pt x="25" y="93"/>
                    </a:cubicBezTo>
                    <a:cubicBezTo>
                      <a:pt x="42" y="93"/>
                      <a:pt x="42" y="93"/>
                      <a:pt x="42" y="93"/>
                    </a:cubicBezTo>
                    <a:cubicBezTo>
                      <a:pt x="42" y="64"/>
                      <a:pt x="42" y="64"/>
                      <a:pt x="42" y="64"/>
                    </a:cubicBezTo>
                    <a:cubicBezTo>
                      <a:pt x="36" y="64"/>
                      <a:pt x="32" y="59"/>
                      <a:pt x="32" y="53"/>
                    </a:cubicBezTo>
                    <a:cubicBezTo>
                      <a:pt x="32" y="47"/>
                      <a:pt x="36" y="43"/>
                      <a:pt x="42" y="43"/>
                    </a:cubicBezTo>
                    <a:cubicBezTo>
                      <a:pt x="42" y="36"/>
                      <a:pt x="42" y="36"/>
                      <a:pt x="42" y="36"/>
                    </a:cubicBezTo>
                    <a:cubicBezTo>
                      <a:pt x="36" y="36"/>
                      <a:pt x="32" y="31"/>
                      <a:pt x="32" y="25"/>
                    </a:cubicBezTo>
                    <a:cubicBezTo>
                      <a:pt x="32" y="19"/>
                      <a:pt x="36" y="15"/>
                      <a:pt x="42" y="15"/>
                    </a:cubicBezTo>
                    <a:cubicBezTo>
                      <a:pt x="42" y="0"/>
                      <a:pt x="42" y="0"/>
                      <a:pt x="42" y="0"/>
                    </a:cubicBezTo>
                    <a:close/>
                    <a:moveTo>
                      <a:pt x="42" y="15"/>
                    </a:moveTo>
                    <a:cubicBezTo>
                      <a:pt x="42" y="15"/>
                      <a:pt x="42" y="15"/>
                      <a:pt x="42" y="15"/>
                    </a:cubicBezTo>
                    <a:close/>
                    <a:moveTo>
                      <a:pt x="42" y="43"/>
                    </a:moveTo>
                    <a:cubicBezTo>
                      <a:pt x="42" y="43"/>
                      <a:pt x="42" y="43"/>
                      <a:pt x="42"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47" name="Freeform 169"/>
              <p:cNvSpPr>
                <a:spLocks/>
              </p:cNvSpPr>
              <p:nvPr/>
            </p:nvSpPr>
            <p:spPr bwMode="auto">
              <a:xfrm>
                <a:off x="-5283200" y="8639175"/>
                <a:ext cx="600075" cy="319088"/>
              </a:xfrm>
              <a:custGeom>
                <a:avLst/>
                <a:gdLst>
                  <a:gd name="T0" fmla="*/ 150 w 160"/>
                  <a:gd name="T1" fmla="*/ 0 h 85"/>
                  <a:gd name="T2" fmla="*/ 139 w 160"/>
                  <a:gd name="T3" fmla="*/ 0 h 85"/>
                  <a:gd name="T4" fmla="*/ 130 w 160"/>
                  <a:gd name="T5" fmla="*/ 0 h 85"/>
                  <a:gd name="T6" fmla="*/ 119 w 160"/>
                  <a:gd name="T7" fmla="*/ 10 h 85"/>
                  <a:gd name="T8" fmla="*/ 119 w 160"/>
                  <a:gd name="T9" fmla="*/ 47 h 85"/>
                  <a:gd name="T10" fmla="*/ 42 w 160"/>
                  <a:gd name="T11" fmla="*/ 47 h 85"/>
                  <a:gd name="T12" fmla="*/ 42 w 160"/>
                  <a:gd name="T13" fmla="*/ 10 h 85"/>
                  <a:gd name="T14" fmla="*/ 31 w 160"/>
                  <a:gd name="T15" fmla="*/ 0 h 85"/>
                  <a:gd name="T16" fmla="*/ 21 w 160"/>
                  <a:gd name="T17" fmla="*/ 0 h 85"/>
                  <a:gd name="T18" fmla="*/ 11 w 160"/>
                  <a:gd name="T19" fmla="*/ 0 h 85"/>
                  <a:gd name="T20" fmla="*/ 0 w 160"/>
                  <a:gd name="T21" fmla="*/ 10 h 85"/>
                  <a:gd name="T22" fmla="*/ 0 w 160"/>
                  <a:gd name="T23" fmla="*/ 63 h 85"/>
                  <a:gd name="T24" fmla="*/ 15 w 160"/>
                  <a:gd name="T25" fmla="*/ 79 h 85"/>
                  <a:gd name="T26" fmla="*/ 16 w 160"/>
                  <a:gd name="T27" fmla="*/ 80 h 85"/>
                  <a:gd name="T28" fmla="*/ 17 w 160"/>
                  <a:gd name="T29" fmla="*/ 83 h 85"/>
                  <a:gd name="T30" fmla="*/ 22 w 160"/>
                  <a:gd name="T31" fmla="*/ 85 h 85"/>
                  <a:gd name="T32" fmla="*/ 25 w 160"/>
                  <a:gd name="T33" fmla="*/ 85 h 85"/>
                  <a:gd name="T34" fmla="*/ 30 w 160"/>
                  <a:gd name="T35" fmla="*/ 83 h 85"/>
                  <a:gd name="T36" fmla="*/ 31 w 160"/>
                  <a:gd name="T37" fmla="*/ 80 h 85"/>
                  <a:gd name="T38" fmla="*/ 31 w 160"/>
                  <a:gd name="T39" fmla="*/ 79 h 85"/>
                  <a:gd name="T40" fmla="*/ 129 w 160"/>
                  <a:gd name="T41" fmla="*/ 79 h 85"/>
                  <a:gd name="T42" fmla="*/ 129 w 160"/>
                  <a:gd name="T43" fmla="*/ 80 h 85"/>
                  <a:gd name="T44" fmla="*/ 130 w 160"/>
                  <a:gd name="T45" fmla="*/ 83 h 85"/>
                  <a:gd name="T46" fmla="*/ 135 w 160"/>
                  <a:gd name="T47" fmla="*/ 85 h 85"/>
                  <a:gd name="T48" fmla="*/ 138 w 160"/>
                  <a:gd name="T49" fmla="*/ 85 h 85"/>
                  <a:gd name="T50" fmla="*/ 143 w 160"/>
                  <a:gd name="T51" fmla="*/ 83 h 85"/>
                  <a:gd name="T52" fmla="*/ 144 w 160"/>
                  <a:gd name="T53" fmla="*/ 80 h 85"/>
                  <a:gd name="T54" fmla="*/ 145 w 160"/>
                  <a:gd name="T55" fmla="*/ 79 h 85"/>
                  <a:gd name="T56" fmla="*/ 150 w 160"/>
                  <a:gd name="T57" fmla="*/ 79 h 85"/>
                  <a:gd name="T58" fmla="*/ 160 w 160"/>
                  <a:gd name="T59" fmla="*/ 63 h 85"/>
                  <a:gd name="T60" fmla="*/ 160 w 160"/>
                  <a:gd name="T61" fmla="*/ 10 h 85"/>
                  <a:gd name="T62" fmla="*/ 150 w 160"/>
                  <a:gd name="T6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0" h="85">
                    <a:moveTo>
                      <a:pt x="150" y="0"/>
                    </a:moveTo>
                    <a:cubicBezTo>
                      <a:pt x="139" y="0"/>
                      <a:pt x="139" y="0"/>
                      <a:pt x="139" y="0"/>
                    </a:cubicBezTo>
                    <a:cubicBezTo>
                      <a:pt x="130" y="0"/>
                      <a:pt x="130" y="0"/>
                      <a:pt x="130" y="0"/>
                    </a:cubicBezTo>
                    <a:cubicBezTo>
                      <a:pt x="122" y="0"/>
                      <a:pt x="119" y="3"/>
                      <a:pt x="119" y="10"/>
                    </a:cubicBezTo>
                    <a:cubicBezTo>
                      <a:pt x="119" y="47"/>
                      <a:pt x="119" y="47"/>
                      <a:pt x="119" y="47"/>
                    </a:cubicBezTo>
                    <a:cubicBezTo>
                      <a:pt x="42" y="47"/>
                      <a:pt x="42" y="47"/>
                      <a:pt x="42" y="47"/>
                    </a:cubicBezTo>
                    <a:cubicBezTo>
                      <a:pt x="42" y="10"/>
                      <a:pt x="42" y="10"/>
                      <a:pt x="42" y="10"/>
                    </a:cubicBezTo>
                    <a:cubicBezTo>
                      <a:pt x="42" y="3"/>
                      <a:pt x="38" y="0"/>
                      <a:pt x="31" y="0"/>
                    </a:cubicBezTo>
                    <a:cubicBezTo>
                      <a:pt x="21" y="0"/>
                      <a:pt x="21" y="0"/>
                      <a:pt x="21" y="0"/>
                    </a:cubicBezTo>
                    <a:cubicBezTo>
                      <a:pt x="11" y="0"/>
                      <a:pt x="11" y="0"/>
                      <a:pt x="11" y="0"/>
                    </a:cubicBezTo>
                    <a:cubicBezTo>
                      <a:pt x="4" y="0"/>
                      <a:pt x="0" y="3"/>
                      <a:pt x="0" y="10"/>
                    </a:cubicBezTo>
                    <a:cubicBezTo>
                      <a:pt x="0" y="63"/>
                      <a:pt x="0" y="63"/>
                      <a:pt x="0" y="63"/>
                    </a:cubicBezTo>
                    <a:cubicBezTo>
                      <a:pt x="0" y="70"/>
                      <a:pt x="8" y="79"/>
                      <a:pt x="15" y="79"/>
                    </a:cubicBezTo>
                    <a:cubicBezTo>
                      <a:pt x="15" y="79"/>
                      <a:pt x="16" y="80"/>
                      <a:pt x="16" y="80"/>
                    </a:cubicBezTo>
                    <a:cubicBezTo>
                      <a:pt x="16" y="81"/>
                      <a:pt x="16" y="82"/>
                      <a:pt x="17" y="83"/>
                    </a:cubicBezTo>
                    <a:cubicBezTo>
                      <a:pt x="18" y="84"/>
                      <a:pt x="20" y="85"/>
                      <a:pt x="22" y="85"/>
                    </a:cubicBezTo>
                    <a:cubicBezTo>
                      <a:pt x="25" y="85"/>
                      <a:pt x="25" y="85"/>
                      <a:pt x="25" y="85"/>
                    </a:cubicBezTo>
                    <a:cubicBezTo>
                      <a:pt x="27" y="85"/>
                      <a:pt x="29" y="84"/>
                      <a:pt x="30" y="83"/>
                    </a:cubicBezTo>
                    <a:cubicBezTo>
                      <a:pt x="31" y="82"/>
                      <a:pt x="31" y="81"/>
                      <a:pt x="31" y="80"/>
                    </a:cubicBezTo>
                    <a:cubicBezTo>
                      <a:pt x="31" y="80"/>
                      <a:pt x="31" y="79"/>
                      <a:pt x="31" y="79"/>
                    </a:cubicBezTo>
                    <a:cubicBezTo>
                      <a:pt x="129" y="79"/>
                      <a:pt x="129" y="79"/>
                      <a:pt x="129" y="79"/>
                    </a:cubicBezTo>
                    <a:cubicBezTo>
                      <a:pt x="129" y="79"/>
                      <a:pt x="129" y="80"/>
                      <a:pt x="129" y="80"/>
                    </a:cubicBezTo>
                    <a:cubicBezTo>
                      <a:pt x="129" y="81"/>
                      <a:pt x="130" y="82"/>
                      <a:pt x="130" y="83"/>
                    </a:cubicBezTo>
                    <a:cubicBezTo>
                      <a:pt x="131" y="84"/>
                      <a:pt x="133" y="85"/>
                      <a:pt x="135" y="85"/>
                    </a:cubicBezTo>
                    <a:cubicBezTo>
                      <a:pt x="138" y="85"/>
                      <a:pt x="138" y="85"/>
                      <a:pt x="138" y="85"/>
                    </a:cubicBezTo>
                    <a:cubicBezTo>
                      <a:pt x="140" y="85"/>
                      <a:pt x="142" y="84"/>
                      <a:pt x="143" y="83"/>
                    </a:cubicBezTo>
                    <a:cubicBezTo>
                      <a:pt x="144" y="82"/>
                      <a:pt x="144" y="81"/>
                      <a:pt x="144" y="80"/>
                    </a:cubicBezTo>
                    <a:cubicBezTo>
                      <a:pt x="145" y="80"/>
                      <a:pt x="145" y="79"/>
                      <a:pt x="145" y="79"/>
                    </a:cubicBezTo>
                    <a:cubicBezTo>
                      <a:pt x="150" y="79"/>
                      <a:pt x="150" y="79"/>
                      <a:pt x="150" y="79"/>
                    </a:cubicBezTo>
                    <a:cubicBezTo>
                      <a:pt x="157" y="79"/>
                      <a:pt x="160" y="70"/>
                      <a:pt x="160" y="63"/>
                    </a:cubicBezTo>
                    <a:cubicBezTo>
                      <a:pt x="160" y="10"/>
                      <a:pt x="160" y="10"/>
                      <a:pt x="160" y="10"/>
                    </a:cubicBezTo>
                    <a:cubicBezTo>
                      <a:pt x="160" y="3"/>
                      <a:pt x="157" y="0"/>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48" name="Oval 170"/>
              <p:cNvSpPr>
                <a:spLocks noChangeArrowheads="1"/>
              </p:cNvSpPr>
              <p:nvPr/>
            </p:nvSpPr>
            <p:spPr bwMode="auto">
              <a:xfrm>
                <a:off x="-5068888" y="8520113"/>
                <a:ext cx="47625"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49" name="Oval 171"/>
              <p:cNvSpPr>
                <a:spLocks noChangeArrowheads="1"/>
              </p:cNvSpPr>
              <p:nvPr/>
            </p:nvSpPr>
            <p:spPr bwMode="auto">
              <a:xfrm>
                <a:off x="-4941888" y="8520113"/>
                <a:ext cx="44450"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50" name="Oval 172"/>
              <p:cNvSpPr>
                <a:spLocks noChangeArrowheads="1"/>
              </p:cNvSpPr>
              <p:nvPr/>
            </p:nvSpPr>
            <p:spPr bwMode="auto">
              <a:xfrm>
                <a:off x="-5068888" y="8624888"/>
                <a:ext cx="47625"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51" name="Oval 173"/>
              <p:cNvSpPr>
                <a:spLocks noChangeArrowheads="1"/>
              </p:cNvSpPr>
              <p:nvPr/>
            </p:nvSpPr>
            <p:spPr bwMode="auto">
              <a:xfrm>
                <a:off x="-4941888" y="8624888"/>
                <a:ext cx="44450"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52" name="Freeform 174"/>
              <p:cNvSpPr>
                <a:spLocks noEditPoints="1"/>
              </p:cNvSpPr>
              <p:nvPr/>
            </p:nvSpPr>
            <p:spPr bwMode="auto">
              <a:xfrm>
                <a:off x="-2709863" y="2819400"/>
                <a:ext cx="728663" cy="338138"/>
              </a:xfrm>
              <a:custGeom>
                <a:avLst/>
                <a:gdLst>
                  <a:gd name="T0" fmla="*/ 409 w 459"/>
                  <a:gd name="T1" fmla="*/ 0 h 213"/>
                  <a:gd name="T2" fmla="*/ 409 w 459"/>
                  <a:gd name="T3" fmla="*/ 71 h 213"/>
                  <a:gd name="T4" fmla="*/ 409 w 459"/>
                  <a:gd name="T5" fmla="*/ 71 h 213"/>
                  <a:gd name="T6" fmla="*/ 409 w 459"/>
                  <a:gd name="T7" fmla="*/ 31 h 213"/>
                  <a:gd name="T8" fmla="*/ 397 w 459"/>
                  <a:gd name="T9" fmla="*/ 90 h 213"/>
                  <a:gd name="T10" fmla="*/ 378 w 459"/>
                  <a:gd name="T11" fmla="*/ 154 h 213"/>
                  <a:gd name="T12" fmla="*/ 378 w 459"/>
                  <a:gd name="T13" fmla="*/ 194 h 213"/>
                  <a:gd name="T14" fmla="*/ 378 w 459"/>
                  <a:gd name="T15" fmla="*/ 194 h 213"/>
                  <a:gd name="T16" fmla="*/ 378 w 459"/>
                  <a:gd name="T17" fmla="*/ 0 h 213"/>
                  <a:gd name="T18" fmla="*/ 369 w 459"/>
                  <a:gd name="T19" fmla="*/ 71 h 213"/>
                  <a:gd name="T20" fmla="*/ 378 w 459"/>
                  <a:gd name="T21" fmla="*/ 130 h 213"/>
                  <a:gd name="T22" fmla="*/ 378 w 459"/>
                  <a:gd name="T23" fmla="*/ 0 h 213"/>
                  <a:gd name="T24" fmla="*/ 317 w 459"/>
                  <a:gd name="T25" fmla="*/ 194 h 213"/>
                  <a:gd name="T26" fmla="*/ 317 w 459"/>
                  <a:gd name="T27" fmla="*/ 0 h 213"/>
                  <a:gd name="T28" fmla="*/ 317 w 459"/>
                  <a:gd name="T29" fmla="*/ 130 h 213"/>
                  <a:gd name="T30" fmla="*/ 328 w 459"/>
                  <a:gd name="T31" fmla="*/ 71 h 213"/>
                  <a:gd name="T32" fmla="*/ 347 w 459"/>
                  <a:gd name="T33" fmla="*/ 0 h 213"/>
                  <a:gd name="T34" fmla="*/ 288 w 459"/>
                  <a:gd name="T35" fmla="*/ 194 h 213"/>
                  <a:gd name="T36" fmla="*/ 288 w 459"/>
                  <a:gd name="T37" fmla="*/ 0 h 213"/>
                  <a:gd name="T38" fmla="*/ 288 w 459"/>
                  <a:gd name="T39" fmla="*/ 71 h 213"/>
                  <a:gd name="T40" fmla="*/ 298 w 459"/>
                  <a:gd name="T41" fmla="*/ 130 h 213"/>
                  <a:gd name="T42" fmla="*/ 317 w 459"/>
                  <a:gd name="T43" fmla="*/ 0 h 213"/>
                  <a:gd name="T44" fmla="*/ 257 w 459"/>
                  <a:gd name="T45" fmla="*/ 194 h 213"/>
                  <a:gd name="T46" fmla="*/ 257 w 459"/>
                  <a:gd name="T47" fmla="*/ 0 h 213"/>
                  <a:gd name="T48" fmla="*/ 257 w 459"/>
                  <a:gd name="T49" fmla="*/ 130 h 213"/>
                  <a:gd name="T50" fmla="*/ 267 w 459"/>
                  <a:gd name="T51" fmla="*/ 71 h 213"/>
                  <a:gd name="T52" fmla="*/ 288 w 459"/>
                  <a:gd name="T53" fmla="*/ 0 h 213"/>
                  <a:gd name="T54" fmla="*/ 227 w 459"/>
                  <a:gd name="T55" fmla="*/ 194 h 213"/>
                  <a:gd name="T56" fmla="*/ 227 w 459"/>
                  <a:gd name="T57" fmla="*/ 0 h 213"/>
                  <a:gd name="T58" fmla="*/ 227 w 459"/>
                  <a:gd name="T59" fmla="*/ 71 h 213"/>
                  <a:gd name="T60" fmla="*/ 239 w 459"/>
                  <a:gd name="T61" fmla="*/ 130 h 213"/>
                  <a:gd name="T62" fmla="*/ 257 w 459"/>
                  <a:gd name="T63" fmla="*/ 0 h 213"/>
                  <a:gd name="T64" fmla="*/ 198 w 459"/>
                  <a:gd name="T65" fmla="*/ 194 h 213"/>
                  <a:gd name="T66" fmla="*/ 198 w 459"/>
                  <a:gd name="T67" fmla="*/ 0 h 213"/>
                  <a:gd name="T68" fmla="*/ 198 w 459"/>
                  <a:gd name="T69" fmla="*/ 130 h 213"/>
                  <a:gd name="T70" fmla="*/ 208 w 459"/>
                  <a:gd name="T71" fmla="*/ 71 h 213"/>
                  <a:gd name="T72" fmla="*/ 227 w 459"/>
                  <a:gd name="T73" fmla="*/ 0 h 213"/>
                  <a:gd name="T74" fmla="*/ 168 w 459"/>
                  <a:gd name="T75" fmla="*/ 194 h 213"/>
                  <a:gd name="T76" fmla="*/ 168 w 459"/>
                  <a:gd name="T77" fmla="*/ 0 h 213"/>
                  <a:gd name="T78" fmla="*/ 168 w 459"/>
                  <a:gd name="T79" fmla="*/ 71 h 213"/>
                  <a:gd name="T80" fmla="*/ 177 w 459"/>
                  <a:gd name="T81" fmla="*/ 130 h 213"/>
                  <a:gd name="T82" fmla="*/ 198 w 459"/>
                  <a:gd name="T83" fmla="*/ 0 h 213"/>
                  <a:gd name="T84" fmla="*/ 137 w 459"/>
                  <a:gd name="T85" fmla="*/ 194 h 213"/>
                  <a:gd name="T86" fmla="*/ 137 w 459"/>
                  <a:gd name="T87" fmla="*/ 0 h 213"/>
                  <a:gd name="T88" fmla="*/ 137 w 459"/>
                  <a:gd name="T89" fmla="*/ 130 h 213"/>
                  <a:gd name="T90" fmla="*/ 146 w 459"/>
                  <a:gd name="T91" fmla="*/ 71 h 213"/>
                  <a:gd name="T92" fmla="*/ 168 w 459"/>
                  <a:gd name="T93" fmla="*/ 0 h 213"/>
                  <a:gd name="T94" fmla="*/ 106 w 459"/>
                  <a:gd name="T95" fmla="*/ 194 h 213"/>
                  <a:gd name="T96" fmla="*/ 106 w 459"/>
                  <a:gd name="T97" fmla="*/ 0 h 213"/>
                  <a:gd name="T98" fmla="*/ 106 w 459"/>
                  <a:gd name="T99" fmla="*/ 71 h 213"/>
                  <a:gd name="T100" fmla="*/ 118 w 459"/>
                  <a:gd name="T101" fmla="*/ 130 h 213"/>
                  <a:gd name="T102" fmla="*/ 137 w 459"/>
                  <a:gd name="T103" fmla="*/ 0 h 213"/>
                  <a:gd name="T104" fmla="*/ 78 w 459"/>
                  <a:gd name="T105" fmla="*/ 194 h 213"/>
                  <a:gd name="T106" fmla="*/ 78 w 459"/>
                  <a:gd name="T107" fmla="*/ 0 h 213"/>
                  <a:gd name="T108" fmla="*/ 78 w 459"/>
                  <a:gd name="T109" fmla="*/ 130 h 213"/>
                  <a:gd name="T110" fmla="*/ 87 w 459"/>
                  <a:gd name="T111" fmla="*/ 71 h 213"/>
                  <a:gd name="T112" fmla="*/ 106 w 459"/>
                  <a:gd name="T113" fmla="*/ 0 h 213"/>
                  <a:gd name="T114" fmla="*/ 78 w 459"/>
                  <a:gd name="T115" fmla="*/ 154 h 213"/>
                  <a:gd name="T116" fmla="*/ 56 w 459"/>
                  <a:gd name="T117" fmla="*/ 90 h 213"/>
                  <a:gd name="T118" fmla="*/ 47 w 459"/>
                  <a:gd name="T119" fmla="*/ 31 h 213"/>
                  <a:gd name="T120" fmla="*/ 47 w 459"/>
                  <a:gd name="T121" fmla="*/ 213 h 213"/>
                  <a:gd name="T122" fmla="*/ 26 w 459"/>
                  <a:gd name="T123" fmla="*/ 71 h 213"/>
                  <a:gd name="T124" fmla="*/ 47 w 459"/>
                  <a:gd name="T12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9" h="213">
                    <a:moveTo>
                      <a:pt x="409" y="213"/>
                    </a:moveTo>
                    <a:lnTo>
                      <a:pt x="459" y="213"/>
                    </a:lnTo>
                    <a:lnTo>
                      <a:pt x="459" y="0"/>
                    </a:lnTo>
                    <a:lnTo>
                      <a:pt x="409" y="0"/>
                    </a:lnTo>
                    <a:lnTo>
                      <a:pt x="409" y="31"/>
                    </a:lnTo>
                    <a:lnTo>
                      <a:pt x="428" y="31"/>
                    </a:lnTo>
                    <a:lnTo>
                      <a:pt x="428" y="71"/>
                    </a:lnTo>
                    <a:lnTo>
                      <a:pt x="409" y="71"/>
                    </a:lnTo>
                    <a:lnTo>
                      <a:pt x="409" y="213"/>
                    </a:lnTo>
                    <a:close/>
                    <a:moveTo>
                      <a:pt x="378" y="213"/>
                    </a:moveTo>
                    <a:lnTo>
                      <a:pt x="409" y="213"/>
                    </a:lnTo>
                    <a:lnTo>
                      <a:pt x="409" y="71"/>
                    </a:lnTo>
                    <a:lnTo>
                      <a:pt x="388" y="71"/>
                    </a:lnTo>
                    <a:lnTo>
                      <a:pt x="388" y="31"/>
                    </a:lnTo>
                    <a:lnTo>
                      <a:pt x="388" y="31"/>
                    </a:lnTo>
                    <a:lnTo>
                      <a:pt x="409" y="31"/>
                    </a:lnTo>
                    <a:lnTo>
                      <a:pt x="409" y="0"/>
                    </a:lnTo>
                    <a:lnTo>
                      <a:pt x="378" y="0"/>
                    </a:lnTo>
                    <a:lnTo>
                      <a:pt x="378" y="90"/>
                    </a:lnTo>
                    <a:lnTo>
                      <a:pt x="397" y="90"/>
                    </a:lnTo>
                    <a:lnTo>
                      <a:pt x="397" y="130"/>
                    </a:lnTo>
                    <a:lnTo>
                      <a:pt x="397" y="130"/>
                    </a:lnTo>
                    <a:lnTo>
                      <a:pt x="378" y="130"/>
                    </a:lnTo>
                    <a:lnTo>
                      <a:pt x="378" y="154"/>
                    </a:lnTo>
                    <a:lnTo>
                      <a:pt x="378" y="154"/>
                    </a:lnTo>
                    <a:lnTo>
                      <a:pt x="378" y="194"/>
                    </a:lnTo>
                    <a:lnTo>
                      <a:pt x="378" y="194"/>
                    </a:lnTo>
                    <a:lnTo>
                      <a:pt x="378" y="194"/>
                    </a:lnTo>
                    <a:lnTo>
                      <a:pt x="378" y="213"/>
                    </a:lnTo>
                    <a:close/>
                    <a:moveTo>
                      <a:pt x="347" y="213"/>
                    </a:moveTo>
                    <a:lnTo>
                      <a:pt x="378" y="213"/>
                    </a:lnTo>
                    <a:lnTo>
                      <a:pt x="378" y="194"/>
                    </a:lnTo>
                    <a:lnTo>
                      <a:pt x="347" y="194"/>
                    </a:lnTo>
                    <a:lnTo>
                      <a:pt x="347" y="213"/>
                    </a:lnTo>
                    <a:lnTo>
                      <a:pt x="347" y="213"/>
                    </a:lnTo>
                    <a:close/>
                    <a:moveTo>
                      <a:pt x="378" y="0"/>
                    </a:moveTo>
                    <a:lnTo>
                      <a:pt x="347" y="0"/>
                    </a:lnTo>
                    <a:lnTo>
                      <a:pt x="347" y="31"/>
                    </a:lnTo>
                    <a:lnTo>
                      <a:pt x="369" y="31"/>
                    </a:lnTo>
                    <a:lnTo>
                      <a:pt x="369" y="71"/>
                    </a:lnTo>
                    <a:lnTo>
                      <a:pt x="347" y="71"/>
                    </a:lnTo>
                    <a:lnTo>
                      <a:pt x="347" y="154"/>
                    </a:lnTo>
                    <a:lnTo>
                      <a:pt x="378" y="154"/>
                    </a:lnTo>
                    <a:lnTo>
                      <a:pt x="378" y="130"/>
                    </a:lnTo>
                    <a:lnTo>
                      <a:pt x="357" y="130"/>
                    </a:lnTo>
                    <a:lnTo>
                      <a:pt x="357" y="90"/>
                    </a:lnTo>
                    <a:lnTo>
                      <a:pt x="378" y="90"/>
                    </a:lnTo>
                    <a:lnTo>
                      <a:pt x="378" y="0"/>
                    </a:lnTo>
                    <a:close/>
                    <a:moveTo>
                      <a:pt x="317" y="213"/>
                    </a:moveTo>
                    <a:lnTo>
                      <a:pt x="347" y="213"/>
                    </a:lnTo>
                    <a:lnTo>
                      <a:pt x="347" y="194"/>
                    </a:lnTo>
                    <a:lnTo>
                      <a:pt x="317" y="194"/>
                    </a:lnTo>
                    <a:lnTo>
                      <a:pt x="317" y="213"/>
                    </a:lnTo>
                    <a:lnTo>
                      <a:pt x="317" y="213"/>
                    </a:lnTo>
                    <a:close/>
                    <a:moveTo>
                      <a:pt x="347" y="0"/>
                    </a:moveTo>
                    <a:lnTo>
                      <a:pt x="317" y="0"/>
                    </a:lnTo>
                    <a:lnTo>
                      <a:pt x="317" y="90"/>
                    </a:lnTo>
                    <a:lnTo>
                      <a:pt x="338" y="90"/>
                    </a:lnTo>
                    <a:lnTo>
                      <a:pt x="338" y="130"/>
                    </a:lnTo>
                    <a:lnTo>
                      <a:pt x="317" y="130"/>
                    </a:lnTo>
                    <a:lnTo>
                      <a:pt x="317" y="154"/>
                    </a:lnTo>
                    <a:lnTo>
                      <a:pt x="347" y="154"/>
                    </a:lnTo>
                    <a:lnTo>
                      <a:pt x="347" y="71"/>
                    </a:lnTo>
                    <a:lnTo>
                      <a:pt x="328" y="71"/>
                    </a:lnTo>
                    <a:lnTo>
                      <a:pt x="328" y="31"/>
                    </a:lnTo>
                    <a:lnTo>
                      <a:pt x="328" y="31"/>
                    </a:lnTo>
                    <a:lnTo>
                      <a:pt x="347" y="31"/>
                    </a:lnTo>
                    <a:lnTo>
                      <a:pt x="347" y="0"/>
                    </a:lnTo>
                    <a:close/>
                    <a:moveTo>
                      <a:pt x="288" y="213"/>
                    </a:moveTo>
                    <a:lnTo>
                      <a:pt x="317" y="213"/>
                    </a:lnTo>
                    <a:lnTo>
                      <a:pt x="317" y="194"/>
                    </a:lnTo>
                    <a:lnTo>
                      <a:pt x="288" y="194"/>
                    </a:lnTo>
                    <a:lnTo>
                      <a:pt x="288" y="213"/>
                    </a:lnTo>
                    <a:lnTo>
                      <a:pt x="288" y="213"/>
                    </a:lnTo>
                    <a:close/>
                    <a:moveTo>
                      <a:pt x="317" y="0"/>
                    </a:moveTo>
                    <a:lnTo>
                      <a:pt x="288" y="0"/>
                    </a:lnTo>
                    <a:lnTo>
                      <a:pt x="288" y="31"/>
                    </a:lnTo>
                    <a:lnTo>
                      <a:pt x="307" y="31"/>
                    </a:lnTo>
                    <a:lnTo>
                      <a:pt x="307" y="71"/>
                    </a:lnTo>
                    <a:lnTo>
                      <a:pt x="288" y="71"/>
                    </a:lnTo>
                    <a:lnTo>
                      <a:pt x="288" y="154"/>
                    </a:lnTo>
                    <a:lnTo>
                      <a:pt x="317" y="154"/>
                    </a:lnTo>
                    <a:lnTo>
                      <a:pt x="317" y="130"/>
                    </a:lnTo>
                    <a:lnTo>
                      <a:pt x="298" y="130"/>
                    </a:lnTo>
                    <a:lnTo>
                      <a:pt x="298" y="130"/>
                    </a:lnTo>
                    <a:lnTo>
                      <a:pt x="298" y="90"/>
                    </a:lnTo>
                    <a:lnTo>
                      <a:pt x="317" y="90"/>
                    </a:lnTo>
                    <a:lnTo>
                      <a:pt x="317" y="0"/>
                    </a:lnTo>
                    <a:close/>
                    <a:moveTo>
                      <a:pt x="257" y="213"/>
                    </a:moveTo>
                    <a:lnTo>
                      <a:pt x="288" y="213"/>
                    </a:lnTo>
                    <a:lnTo>
                      <a:pt x="288" y="194"/>
                    </a:lnTo>
                    <a:lnTo>
                      <a:pt x="257" y="194"/>
                    </a:lnTo>
                    <a:lnTo>
                      <a:pt x="257" y="213"/>
                    </a:lnTo>
                    <a:lnTo>
                      <a:pt x="257" y="213"/>
                    </a:lnTo>
                    <a:close/>
                    <a:moveTo>
                      <a:pt x="288" y="0"/>
                    </a:moveTo>
                    <a:lnTo>
                      <a:pt x="257" y="0"/>
                    </a:lnTo>
                    <a:lnTo>
                      <a:pt x="257" y="90"/>
                    </a:lnTo>
                    <a:lnTo>
                      <a:pt x="276" y="90"/>
                    </a:lnTo>
                    <a:lnTo>
                      <a:pt x="276" y="130"/>
                    </a:lnTo>
                    <a:lnTo>
                      <a:pt x="257" y="130"/>
                    </a:lnTo>
                    <a:lnTo>
                      <a:pt x="257" y="154"/>
                    </a:lnTo>
                    <a:lnTo>
                      <a:pt x="288" y="154"/>
                    </a:lnTo>
                    <a:lnTo>
                      <a:pt x="288" y="71"/>
                    </a:lnTo>
                    <a:lnTo>
                      <a:pt x="267" y="71"/>
                    </a:lnTo>
                    <a:lnTo>
                      <a:pt x="267" y="31"/>
                    </a:lnTo>
                    <a:lnTo>
                      <a:pt x="267" y="31"/>
                    </a:lnTo>
                    <a:lnTo>
                      <a:pt x="288" y="31"/>
                    </a:lnTo>
                    <a:lnTo>
                      <a:pt x="288" y="0"/>
                    </a:lnTo>
                    <a:close/>
                    <a:moveTo>
                      <a:pt x="227" y="213"/>
                    </a:moveTo>
                    <a:lnTo>
                      <a:pt x="257" y="213"/>
                    </a:lnTo>
                    <a:lnTo>
                      <a:pt x="257" y="194"/>
                    </a:lnTo>
                    <a:lnTo>
                      <a:pt x="227" y="194"/>
                    </a:lnTo>
                    <a:lnTo>
                      <a:pt x="227" y="213"/>
                    </a:lnTo>
                    <a:lnTo>
                      <a:pt x="227" y="213"/>
                    </a:lnTo>
                    <a:close/>
                    <a:moveTo>
                      <a:pt x="257" y="0"/>
                    </a:moveTo>
                    <a:lnTo>
                      <a:pt x="227" y="0"/>
                    </a:lnTo>
                    <a:lnTo>
                      <a:pt x="227" y="31"/>
                    </a:lnTo>
                    <a:lnTo>
                      <a:pt x="248" y="31"/>
                    </a:lnTo>
                    <a:lnTo>
                      <a:pt x="248" y="71"/>
                    </a:lnTo>
                    <a:lnTo>
                      <a:pt x="227" y="71"/>
                    </a:lnTo>
                    <a:lnTo>
                      <a:pt x="227" y="154"/>
                    </a:lnTo>
                    <a:lnTo>
                      <a:pt x="257" y="154"/>
                    </a:lnTo>
                    <a:lnTo>
                      <a:pt x="257" y="130"/>
                    </a:lnTo>
                    <a:lnTo>
                      <a:pt x="239" y="130"/>
                    </a:lnTo>
                    <a:lnTo>
                      <a:pt x="239" y="130"/>
                    </a:lnTo>
                    <a:lnTo>
                      <a:pt x="239" y="90"/>
                    </a:lnTo>
                    <a:lnTo>
                      <a:pt x="257" y="90"/>
                    </a:lnTo>
                    <a:lnTo>
                      <a:pt x="257" y="0"/>
                    </a:lnTo>
                    <a:close/>
                    <a:moveTo>
                      <a:pt x="198" y="213"/>
                    </a:moveTo>
                    <a:lnTo>
                      <a:pt x="227" y="213"/>
                    </a:lnTo>
                    <a:lnTo>
                      <a:pt x="227" y="194"/>
                    </a:lnTo>
                    <a:lnTo>
                      <a:pt x="198" y="194"/>
                    </a:lnTo>
                    <a:lnTo>
                      <a:pt x="198" y="213"/>
                    </a:lnTo>
                    <a:lnTo>
                      <a:pt x="198" y="213"/>
                    </a:lnTo>
                    <a:close/>
                    <a:moveTo>
                      <a:pt x="227" y="0"/>
                    </a:moveTo>
                    <a:lnTo>
                      <a:pt x="198" y="0"/>
                    </a:lnTo>
                    <a:lnTo>
                      <a:pt x="198" y="90"/>
                    </a:lnTo>
                    <a:lnTo>
                      <a:pt x="217" y="90"/>
                    </a:lnTo>
                    <a:lnTo>
                      <a:pt x="217" y="130"/>
                    </a:lnTo>
                    <a:lnTo>
                      <a:pt x="198" y="130"/>
                    </a:lnTo>
                    <a:lnTo>
                      <a:pt x="198" y="154"/>
                    </a:lnTo>
                    <a:lnTo>
                      <a:pt x="227" y="154"/>
                    </a:lnTo>
                    <a:lnTo>
                      <a:pt x="227" y="71"/>
                    </a:lnTo>
                    <a:lnTo>
                      <a:pt x="208" y="71"/>
                    </a:lnTo>
                    <a:lnTo>
                      <a:pt x="208" y="31"/>
                    </a:lnTo>
                    <a:lnTo>
                      <a:pt x="208" y="31"/>
                    </a:lnTo>
                    <a:lnTo>
                      <a:pt x="227" y="31"/>
                    </a:lnTo>
                    <a:lnTo>
                      <a:pt x="227" y="0"/>
                    </a:lnTo>
                    <a:close/>
                    <a:moveTo>
                      <a:pt x="168" y="213"/>
                    </a:moveTo>
                    <a:lnTo>
                      <a:pt x="198" y="213"/>
                    </a:lnTo>
                    <a:lnTo>
                      <a:pt x="198" y="194"/>
                    </a:lnTo>
                    <a:lnTo>
                      <a:pt x="168" y="194"/>
                    </a:lnTo>
                    <a:lnTo>
                      <a:pt x="168" y="213"/>
                    </a:lnTo>
                    <a:lnTo>
                      <a:pt x="168" y="213"/>
                    </a:lnTo>
                    <a:close/>
                    <a:moveTo>
                      <a:pt x="198" y="0"/>
                    </a:moveTo>
                    <a:lnTo>
                      <a:pt x="168" y="0"/>
                    </a:lnTo>
                    <a:lnTo>
                      <a:pt x="168" y="31"/>
                    </a:lnTo>
                    <a:lnTo>
                      <a:pt x="186" y="31"/>
                    </a:lnTo>
                    <a:lnTo>
                      <a:pt x="186" y="71"/>
                    </a:lnTo>
                    <a:lnTo>
                      <a:pt x="168" y="71"/>
                    </a:lnTo>
                    <a:lnTo>
                      <a:pt x="168" y="154"/>
                    </a:lnTo>
                    <a:lnTo>
                      <a:pt x="198" y="154"/>
                    </a:lnTo>
                    <a:lnTo>
                      <a:pt x="198" y="130"/>
                    </a:lnTo>
                    <a:lnTo>
                      <a:pt x="177" y="130"/>
                    </a:lnTo>
                    <a:lnTo>
                      <a:pt x="177" y="130"/>
                    </a:lnTo>
                    <a:lnTo>
                      <a:pt x="177" y="90"/>
                    </a:lnTo>
                    <a:lnTo>
                      <a:pt x="198" y="90"/>
                    </a:lnTo>
                    <a:lnTo>
                      <a:pt x="198" y="0"/>
                    </a:lnTo>
                    <a:close/>
                    <a:moveTo>
                      <a:pt x="137" y="213"/>
                    </a:moveTo>
                    <a:lnTo>
                      <a:pt x="168" y="213"/>
                    </a:lnTo>
                    <a:lnTo>
                      <a:pt x="168" y="194"/>
                    </a:lnTo>
                    <a:lnTo>
                      <a:pt x="137" y="194"/>
                    </a:lnTo>
                    <a:lnTo>
                      <a:pt x="137" y="213"/>
                    </a:lnTo>
                    <a:lnTo>
                      <a:pt x="137" y="213"/>
                    </a:lnTo>
                    <a:close/>
                    <a:moveTo>
                      <a:pt x="168" y="0"/>
                    </a:moveTo>
                    <a:lnTo>
                      <a:pt x="137" y="0"/>
                    </a:lnTo>
                    <a:lnTo>
                      <a:pt x="137" y="90"/>
                    </a:lnTo>
                    <a:lnTo>
                      <a:pt x="158" y="90"/>
                    </a:lnTo>
                    <a:lnTo>
                      <a:pt x="158" y="130"/>
                    </a:lnTo>
                    <a:lnTo>
                      <a:pt x="137" y="130"/>
                    </a:lnTo>
                    <a:lnTo>
                      <a:pt x="137" y="154"/>
                    </a:lnTo>
                    <a:lnTo>
                      <a:pt x="168" y="154"/>
                    </a:lnTo>
                    <a:lnTo>
                      <a:pt x="168" y="71"/>
                    </a:lnTo>
                    <a:lnTo>
                      <a:pt x="146" y="71"/>
                    </a:lnTo>
                    <a:lnTo>
                      <a:pt x="146" y="31"/>
                    </a:lnTo>
                    <a:lnTo>
                      <a:pt x="146" y="31"/>
                    </a:lnTo>
                    <a:lnTo>
                      <a:pt x="168" y="31"/>
                    </a:lnTo>
                    <a:lnTo>
                      <a:pt x="168" y="0"/>
                    </a:lnTo>
                    <a:close/>
                    <a:moveTo>
                      <a:pt x="106" y="213"/>
                    </a:moveTo>
                    <a:lnTo>
                      <a:pt x="137" y="213"/>
                    </a:lnTo>
                    <a:lnTo>
                      <a:pt x="137" y="194"/>
                    </a:lnTo>
                    <a:lnTo>
                      <a:pt x="106" y="194"/>
                    </a:lnTo>
                    <a:lnTo>
                      <a:pt x="106" y="213"/>
                    </a:lnTo>
                    <a:lnTo>
                      <a:pt x="106" y="213"/>
                    </a:lnTo>
                    <a:close/>
                    <a:moveTo>
                      <a:pt x="137" y="0"/>
                    </a:moveTo>
                    <a:lnTo>
                      <a:pt x="106" y="0"/>
                    </a:lnTo>
                    <a:lnTo>
                      <a:pt x="106" y="31"/>
                    </a:lnTo>
                    <a:lnTo>
                      <a:pt x="127" y="31"/>
                    </a:lnTo>
                    <a:lnTo>
                      <a:pt x="127" y="71"/>
                    </a:lnTo>
                    <a:lnTo>
                      <a:pt x="106" y="71"/>
                    </a:lnTo>
                    <a:lnTo>
                      <a:pt x="106" y="154"/>
                    </a:lnTo>
                    <a:lnTo>
                      <a:pt x="137" y="154"/>
                    </a:lnTo>
                    <a:lnTo>
                      <a:pt x="137" y="130"/>
                    </a:lnTo>
                    <a:lnTo>
                      <a:pt x="118" y="130"/>
                    </a:lnTo>
                    <a:lnTo>
                      <a:pt x="118" y="130"/>
                    </a:lnTo>
                    <a:lnTo>
                      <a:pt x="118" y="90"/>
                    </a:lnTo>
                    <a:lnTo>
                      <a:pt x="137" y="90"/>
                    </a:lnTo>
                    <a:lnTo>
                      <a:pt x="137" y="0"/>
                    </a:lnTo>
                    <a:close/>
                    <a:moveTo>
                      <a:pt x="78" y="213"/>
                    </a:moveTo>
                    <a:lnTo>
                      <a:pt x="106" y="213"/>
                    </a:lnTo>
                    <a:lnTo>
                      <a:pt x="106" y="194"/>
                    </a:lnTo>
                    <a:lnTo>
                      <a:pt x="78" y="194"/>
                    </a:lnTo>
                    <a:lnTo>
                      <a:pt x="78" y="213"/>
                    </a:lnTo>
                    <a:lnTo>
                      <a:pt x="78" y="213"/>
                    </a:lnTo>
                    <a:close/>
                    <a:moveTo>
                      <a:pt x="106" y="0"/>
                    </a:moveTo>
                    <a:lnTo>
                      <a:pt x="78" y="0"/>
                    </a:lnTo>
                    <a:lnTo>
                      <a:pt x="78" y="90"/>
                    </a:lnTo>
                    <a:lnTo>
                      <a:pt x="97" y="90"/>
                    </a:lnTo>
                    <a:lnTo>
                      <a:pt x="97" y="130"/>
                    </a:lnTo>
                    <a:lnTo>
                      <a:pt x="78" y="130"/>
                    </a:lnTo>
                    <a:lnTo>
                      <a:pt x="78" y="154"/>
                    </a:lnTo>
                    <a:lnTo>
                      <a:pt x="106" y="154"/>
                    </a:lnTo>
                    <a:lnTo>
                      <a:pt x="106" y="71"/>
                    </a:lnTo>
                    <a:lnTo>
                      <a:pt x="87" y="71"/>
                    </a:lnTo>
                    <a:lnTo>
                      <a:pt x="87" y="31"/>
                    </a:lnTo>
                    <a:lnTo>
                      <a:pt x="87" y="31"/>
                    </a:lnTo>
                    <a:lnTo>
                      <a:pt x="106" y="31"/>
                    </a:lnTo>
                    <a:lnTo>
                      <a:pt x="106" y="0"/>
                    </a:lnTo>
                    <a:close/>
                    <a:moveTo>
                      <a:pt x="47" y="213"/>
                    </a:moveTo>
                    <a:lnTo>
                      <a:pt x="78" y="213"/>
                    </a:lnTo>
                    <a:lnTo>
                      <a:pt x="78" y="194"/>
                    </a:lnTo>
                    <a:lnTo>
                      <a:pt x="78" y="154"/>
                    </a:lnTo>
                    <a:lnTo>
                      <a:pt x="78" y="130"/>
                    </a:lnTo>
                    <a:lnTo>
                      <a:pt x="56" y="130"/>
                    </a:lnTo>
                    <a:lnTo>
                      <a:pt x="56" y="130"/>
                    </a:lnTo>
                    <a:lnTo>
                      <a:pt x="56" y="90"/>
                    </a:lnTo>
                    <a:lnTo>
                      <a:pt x="78" y="90"/>
                    </a:lnTo>
                    <a:lnTo>
                      <a:pt x="78" y="0"/>
                    </a:lnTo>
                    <a:lnTo>
                      <a:pt x="47" y="0"/>
                    </a:lnTo>
                    <a:lnTo>
                      <a:pt x="47" y="31"/>
                    </a:lnTo>
                    <a:lnTo>
                      <a:pt x="66" y="31"/>
                    </a:lnTo>
                    <a:lnTo>
                      <a:pt x="66" y="71"/>
                    </a:lnTo>
                    <a:lnTo>
                      <a:pt x="47" y="71"/>
                    </a:lnTo>
                    <a:lnTo>
                      <a:pt x="47" y="213"/>
                    </a:lnTo>
                    <a:close/>
                    <a:moveTo>
                      <a:pt x="0" y="213"/>
                    </a:moveTo>
                    <a:lnTo>
                      <a:pt x="47" y="213"/>
                    </a:lnTo>
                    <a:lnTo>
                      <a:pt x="47" y="71"/>
                    </a:lnTo>
                    <a:lnTo>
                      <a:pt x="26" y="71"/>
                    </a:lnTo>
                    <a:lnTo>
                      <a:pt x="26" y="31"/>
                    </a:lnTo>
                    <a:lnTo>
                      <a:pt x="26" y="31"/>
                    </a:lnTo>
                    <a:lnTo>
                      <a:pt x="47" y="31"/>
                    </a:lnTo>
                    <a:lnTo>
                      <a:pt x="47" y="0"/>
                    </a:lnTo>
                    <a:lnTo>
                      <a:pt x="0" y="0"/>
                    </a:lnTo>
                    <a:lnTo>
                      <a:pt x="0" y="2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53" name="Freeform 175"/>
              <p:cNvSpPr>
                <a:spLocks/>
              </p:cNvSpPr>
              <p:nvPr/>
            </p:nvSpPr>
            <p:spPr bwMode="auto">
              <a:xfrm>
                <a:off x="-2574925" y="2665412"/>
                <a:ext cx="420688" cy="101600"/>
              </a:xfrm>
              <a:custGeom>
                <a:avLst/>
                <a:gdLst>
                  <a:gd name="T0" fmla="*/ 0 w 112"/>
                  <a:gd name="T1" fmla="*/ 13 h 27"/>
                  <a:gd name="T2" fmla="*/ 8 w 112"/>
                  <a:gd name="T3" fmla="*/ 27 h 27"/>
                  <a:gd name="T4" fmla="*/ 56 w 112"/>
                  <a:gd name="T5" fmla="*/ 16 h 27"/>
                  <a:gd name="T6" fmla="*/ 104 w 112"/>
                  <a:gd name="T7" fmla="*/ 27 h 27"/>
                  <a:gd name="T8" fmla="*/ 112 w 112"/>
                  <a:gd name="T9" fmla="*/ 13 h 27"/>
                  <a:gd name="T10" fmla="*/ 56 w 112"/>
                  <a:gd name="T11" fmla="*/ 0 h 27"/>
                  <a:gd name="T12" fmla="*/ 0 w 112"/>
                  <a:gd name="T13" fmla="*/ 13 h 27"/>
                </a:gdLst>
                <a:ahLst/>
                <a:cxnLst>
                  <a:cxn ang="0">
                    <a:pos x="T0" y="T1"/>
                  </a:cxn>
                  <a:cxn ang="0">
                    <a:pos x="T2" y="T3"/>
                  </a:cxn>
                  <a:cxn ang="0">
                    <a:pos x="T4" y="T5"/>
                  </a:cxn>
                  <a:cxn ang="0">
                    <a:pos x="T6" y="T7"/>
                  </a:cxn>
                  <a:cxn ang="0">
                    <a:pos x="T8" y="T9"/>
                  </a:cxn>
                  <a:cxn ang="0">
                    <a:pos x="T10" y="T11"/>
                  </a:cxn>
                  <a:cxn ang="0">
                    <a:pos x="T12" y="T13"/>
                  </a:cxn>
                </a:cxnLst>
                <a:rect l="0" t="0" r="r" b="b"/>
                <a:pathLst>
                  <a:path w="112" h="27">
                    <a:moveTo>
                      <a:pt x="0" y="13"/>
                    </a:moveTo>
                    <a:cubicBezTo>
                      <a:pt x="8" y="27"/>
                      <a:pt x="8" y="27"/>
                      <a:pt x="8" y="27"/>
                    </a:cubicBezTo>
                    <a:cubicBezTo>
                      <a:pt x="21" y="20"/>
                      <a:pt x="38" y="16"/>
                      <a:pt x="56" y="16"/>
                    </a:cubicBezTo>
                    <a:cubicBezTo>
                      <a:pt x="74" y="16"/>
                      <a:pt x="91" y="20"/>
                      <a:pt x="104" y="27"/>
                    </a:cubicBezTo>
                    <a:cubicBezTo>
                      <a:pt x="112" y="13"/>
                      <a:pt x="112" y="13"/>
                      <a:pt x="112" y="13"/>
                    </a:cubicBezTo>
                    <a:cubicBezTo>
                      <a:pt x="96" y="5"/>
                      <a:pt x="76" y="0"/>
                      <a:pt x="56" y="0"/>
                    </a:cubicBezTo>
                    <a:cubicBezTo>
                      <a:pt x="36" y="0"/>
                      <a:pt x="16" y="5"/>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54" name="Freeform 176"/>
              <p:cNvSpPr>
                <a:spLocks/>
              </p:cNvSpPr>
              <p:nvPr/>
            </p:nvSpPr>
            <p:spPr bwMode="auto">
              <a:xfrm>
                <a:off x="-2646363" y="2552700"/>
                <a:ext cx="563563" cy="117475"/>
              </a:xfrm>
              <a:custGeom>
                <a:avLst/>
                <a:gdLst>
                  <a:gd name="T0" fmla="*/ 150 w 150"/>
                  <a:gd name="T1" fmla="*/ 17 h 31"/>
                  <a:gd name="T2" fmla="*/ 75 w 150"/>
                  <a:gd name="T3" fmla="*/ 0 h 31"/>
                  <a:gd name="T4" fmla="*/ 0 w 150"/>
                  <a:gd name="T5" fmla="*/ 17 h 31"/>
                  <a:gd name="T6" fmla="*/ 8 w 150"/>
                  <a:gd name="T7" fmla="*/ 31 h 31"/>
                  <a:gd name="T8" fmla="*/ 75 w 150"/>
                  <a:gd name="T9" fmla="*/ 15 h 31"/>
                  <a:gd name="T10" fmla="*/ 142 w 150"/>
                  <a:gd name="T11" fmla="*/ 31 h 31"/>
                  <a:gd name="T12" fmla="*/ 150 w 150"/>
                  <a:gd name="T13" fmla="*/ 17 h 31"/>
                </a:gdLst>
                <a:ahLst/>
                <a:cxnLst>
                  <a:cxn ang="0">
                    <a:pos x="T0" y="T1"/>
                  </a:cxn>
                  <a:cxn ang="0">
                    <a:pos x="T2" y="T3"/>
                  </a:cxn>
                  <a:cxn ang="0">
                    <a:pos x="T4" y="T5"/>
                  </a:cxn>
                  <a:cxn ang="0">
                    <a:pos x="T6" y="T7"/>
                  </a:cxn>
                  <a:cxn ang="0">
                    <a:pos x="T8" y="T9"/>
                  </a:cxn>
                  <a:cxn ang="0">
                    <a:pos x="T10" y="T11"/>
                  </a:cxn>
                  <a:cxn ang="0">
                    <a:pos x="T12" y="T13"/>
                  </a:cxn>
                </a:cxnLst>
                <a:rect l="0" t="0" r="r" b="b"/>
                <a:pathLst>
                  <a:path w="150" h="31">
                    <a:moveTo>
                      <a:pt x="150" y="17"/>
                    </a:moveTo>
                    <a:cubicBezTo>
                      <a:pt x="129" y="6"/>
                      <a:pt x="102" y="0"/>
                      <a:pt x="75" y="0"/>
                    </a:cubicBezTo>
                    <a:cubicBezTo>
                      <a:pt x="48" y="0"/>
                      <a:pt x="21" y="6"/>
                      <a:pt x="0" y="17"/>
                    </a:cubicBezTo>
                    <a:cubicBezTo>
                      <a:pt x="8" y="31"/>
                      <a:pt x="8" y="31"/>
                      <a:pt x="8" y="31"/>
                    </a:cubicBezTo>
                    <a:cubicBezTo>
                      <a:pt x="27" y="21"/>
                      <a:pt x="50" y="15"/>
                      <a:pt x="75" y="15"/>
                    </a:cubicBezTo>
                    <a:cubicBezTo>
                      <a:pt x="100" y="15"/>
                      <a:pt x="123" y="21"/>
                      <a:pt x="142" y="31"/>
                    </a:cubicBezTo>
                    <a:lnTo>
                      <a:pt x="15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55" name="Freeform 177"/>
              <p:cNvSpPr>
                <a:spLocks/>
              </p:cNvSpPr>
              <p:nvPr/>
            </p:nvSpPr>
            <p:spPr bwMode="auto">
              <a:xfrm>
                <a:off x="-4422775" y="5965825"/>
                <a:ext cx="130175" cy="195263"/>
              </a:xfrm>
              <a:custGeom>
                <a:avLst/>
                <a:gdLst>
                  <a:gd name="T0" fmla="*/ 25 w 35"/>
                  <a:gd name="T1" fmla="*/ 49 h 52"/>
                  <a:gd name="T2" fmla="*/ 30 w 35"/>
                  <a:gd name="T3" fmla="*/ 41 h 52"/>
                  <a:gd name="T4" fmla="*/ 10 w 35"/>
                  <a:gd name="T5" fmla="*/ 8 h 52"/>
                  <a:gd name="T6" fmla="*/ 5 w 35"/>
                  <a:gd name="T7" fmla="*/ 0 h 52"/>
                  <a:gd name="T8" fmla="*/ 0 w 35"/>
                  <a:gd name="T9" fmla="*/ 9 h 52"/>
                  <a:gd name="T10" fmla="*/ 25 w 35"/>
                  <a:gd name="T11" fmla="*/ 49 h 52"/>
                </a:gdLst>
                <a:ahLst/>
                <a:cxnLst>
                  <a:cxn ang="0">
                    <a:pos x="T0" y="T1"/>
                  </a:cxn>
                  <a:cxn ang="0">
                    <a:pos x="T2" y="T3"/>
                  </a:cxn>
                  <a:cxn ang="0">
                    <a:pos x="T4" y="T5"/>
                  </a:cxn>
                  <a:cxn ang="0">
                    <a:pos x="T6" y="T7"/>
                  </a:cxn>
                  <a:cxn ang="0">
                    <a:pos x="T8" y="T9"/>
                  </a:cxn>
                  <a:cxn ang="0">
                    <a:pos x="T10" y="T11"/>
                  </a:cxn>
                </a:cxnLst>
                <a:rect l="0" t="0" r="r" b="b"/>
                <a:pathLst>
                  <a:path w="35" h="52">
                    <a:moveTo>
                      <a:pt x="25" y="49"/>
                    </a:moveTo>
                    <a:cubicBezTo>
                      <a:pt x="31" y="52"/>
                      <a:pt x="35" y="44"/>
                      <a:pt x="30" y="41"/>
                    </a:cubicBezTo>
                    <a:cubicBezTo>
                      <a:pt x="18" y="34"/>
                      <a:pt x="10" y="21"/>
                      <a:pt x="10" y="8"/>
                    </a:cubicBezTo>
                    <a:cubicBezTo>
                      <a:pt x="8" y="5"/>
                      <a:pt x="6" y="3"/>
                      <a:pt x="5" y="0"/>
                    </a:cubicBezTo>
                    <a:cubicBezTo>
                      <a:pt x="4" y="3"/>
                      <a:pt x="2" y="6"/>
                      <a:pt x="0" y="9"/>
                    </a:cubicBezTo>
                    <a:cubicBezTo>
                      <a:pt x="1" y="25"/>
                      <a:pt x="11" y="41"/>
                      <a:pt x="25"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56" name="Freeform 178"/>
              <p:cNvSpPr>
                <a:spLocks/>
              </p:cNvSpPr>
              <p:nvPr/>
            </p:nvSpPr>
            <p:spPr bwMode="auto">
              <a:xfrm>
                <a:off x="-4333875" y="5613400"/>
                <a:ext cx="206375" cy="198438"/>
              </a:xfrm>
              <a:custGeom>
                <a:avLst/>
                <a:gdLst>
                  <a:gd name="T0" fmla="*/ 50 w 55"/>
                  <a:gd name="T1" fmla="*/ 17 h 53"/>
                  <a:gd name="T2" fmla="*/ 26 w 55"/>
                  <a:gd name="T3" fmla="*/ 0 h 53"/>
                  <a:gd name="T4" fmla="*/ 20 w 55"/>
                  <a:gd name="T5" fmla="*/ 1 h 53"/>
                  <a:gd name="T6" fmla="*/ 0 w 55"/>
                  <a:gd name="T7" fmla="*/ 13 h 53"/>
                  <a:gd name="T8" fmla="*/ 6 w 55"/>
                  <a:gd name="T9" fmla="*/ 18 h 53"/>
                  <a:gd name="T10" fmla="*/ 16 w 55"/>
                  <a:gd name="T11" fmla="*/ 14 h 53"/>
                  <a:gd name="T12" fmla="*/ 20 w 55"/>
                  <a:gd name="T13" fmla="*/ 14 h 53"/>
                  <a:gd name="T14" fmla="*/ 34 w 55"/>
                  <a:gd name="T15" fmla="*/ 23 h 53"/>
                  <a:gd name="T16" fmla="*/ 26 w 55"/>
                  <a:gd name="T17" fmla="*/ 41 h 53"/>
                  <a:gd name="T18" fmla="*/ 15 w 55"/>
                  <a:gd name="T19" fmla="*/ 45 h 53"/>
                  <a:gd name="T20" fmla="*/ 14 w 55"/>
                  <a:gd name="T21" fmla="*/ 52 h 53"/>
                  <a:gd name="T22" fmla="*/ 21 w 55"/>
                  <a:gd name="T23" fmla="*/ 53 h 53"/>
                  <a:gd name="T24" fmla="*/ 38 w 55"/>
                  <a:gd name="T25" fmla="*/ 49 h 53"/>
                  <a:gd name="T26" fmla="*/ 50 w 55"/>
                  <a:gd name="T27" fmla="*/ 1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53">
                    <a:moveTo>
                      <a:pt x="50" y="17"/>
                    </a:moveTo>
                    <a:cubicBezTo>
                      <a:pt x="46" y="6"/>
                      <a:pt x="36" y="0"/>
                      <a:pt x="26" y="0"/>
                    </a:cubicBezTo>
                    <a:cubicBezTo>
                      <a:pt x="24" y="0"/>
                      <a:pt x="22" y="0"/>
                      <a:pt x="20" y="1"/>
                    </a:cubicBezTo>
                    <a:cubicBezTo>
                      <a:pt x="13" y="2"/>
                      <a:pt x="6" y="7"/>
                      <a:pt x="0" y="13"/>
                    </a:cubicBezTo>
                    <a:cubicBezTo>
                      <a:pt x="2" y="15"/>
                      <a:pt x="4" y="17"/>
                      <a:pt x="6" y="18"/>
                    </a:cubicBezTo>
                    <a:cubicBezTo>
                      <a:pt x="9" y="16"/>
                      <a:pt x="13" y="15"/>
                      <a:pt x="16" y="14"/>
                    </a:cubicBezTo>
                    <a:cubicBezTo>
                      <a:pt x="17" y="14"/>
                      <a:pt x="18" y="14"/>
                      <a:pt x="20" y="14"/>
                    </a:cubicBezTo>
                    <a:cubicBezTo>
                      <a:pt x="26" y="14"/>
                      <a:pt x="32" y="17"/>
                      <a:pt x="34" y="23"/>
                    </a:cubicBezTo>
                    <a:cubicBezTo>
                      <a:pt x="36" y="30"/>
                      <a:pt x="33" y="37"/>
                      <a:pt x="26" y="41"/>
                    </a:cubicBezTo>
                    <a:cubicBezTo>
                      <a:pt x="23" y="43"/>
                      <a:pt x="19" y="44"/>
                      <a:pt x="15" y="45"/>
                    </a:cubicBezTo>
                    <a:cubicBezTo>
                      <a:pt x="15" y="47"/>
                      <a:pt x="15" y="50"/>
                      <a:pt x="14" y="52"/>
                    </a:cubicBezTo>
                    <a:cubicBezTo>
                      <a:pt x="16" y="53"/>
                      <a:pt x="19" y="53"/>
                      <a:pt x="21" y="53"/>
                    </a:cubicBezTo>
                    <a:cubicBezTo>
                      <a:pt x="27" y="53"/>
                      <a:pt x="33" y="52"/>
                      <a:pt x="38" y="49"/>
                    </a:cubicBezTo>
                    <a:cubicBezTo>
                      <a:pt x="49" y="43"/>
                      <a:pt x="55" y="29"/>
                      <a:pt x="5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57" name="Freeform 179"/>
              <p:cNvSpPr>
                <a:spLocks/>
              </p:cNvSpPr>
              <p:nvPr/>
            </p:nvSpPr>
            <p:spPr bwMode="auto">
              <a:xfrm>
                <a:off x="-4521200" y="5489575"/>
                <a:ext cx="198438" cy="176213"/>
              </a:xfrm>
              <a:custGeom>
                <a:avLst/>
                <a:gdLst>
                  <a:gd name="T0" fmla="*/ 52 w 53"/>
                  <a:gd name="T1" fmla="*/ 22 h 47"/>
                  <a:gd name="T2" fmla="*/ 27 w 53"/>
                  <a:gd name="T3" fmla="*/ 0 h 47"/>
                  <a:gd name="T4" fmla="*/ 25 w 53"/>
                  <a:gd name="T5" fmla="*/ 1 h 47"/>
                  <a:gd name="T6" fmla="*/ 1 w 53"/>
                  <a:gd name="T7" fmla="*/ 24 h 47"/>
                  <a:gd name="T8" fmla="*/ 7 w 53"/>
                  <a:gd name="T9" fmla="*/ 47 h 47"/>
                  <a:gd name="T10" fmla="*/ 13 w 53"/>
                  <a:gd name="T11" fmla="*/ 43 h 47"/>
                  <a:gd name="T12" fmla="*/ 12 w 53"/>
                  <a:gd name="T13" fmla="*/ 32 h 47"/>
                  <a:gd name="T14" fmla="*/ 26 w 53"/>
                  <a:gd name="T15" fmla="*/ 18 h 47"/>
                  <a:gd name="T16" fmla="*/ 27 w 53"/>
                  <a:gd name="T17" fmla="*/ 18 h 47"/>
                  <a:gd name="T18" fmla="*/ 41 w 53"/>
                  <a:gd name="T19" fmla="*/ 31 h 47"/>
                  <a:gd name="T20" fmla="*/ 41 w 53"/>
                  <a:gd name="T21" fmla="*/ 42 h 47"/>
                  <a:gd name="T22" fmla="*/ 48 w 53"/>
                  <a:gd name="T23" fmla="*/ 45 h 47"/>
                  <a:gd name="T24" fmla="*/ 52 w 53"/>
                  <a:gd name="T25" fmla="*/ 2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47">
                    <a:moveTo>
                      <a:pt x="52" y="22"/>
                    </a:moveTo>
                    <a:cubicBezTo>
                      <a:pt x="50" y="10"/>
                      <a:pt x="40" y="0"/>
                      <a:pt x="27" y="0"/>
                    </a:cubicBezTo>
                    <a:cubicBezTo>
                      <a:pt x="26" y="0"/>
                      <a:pt x="26" y="0"/>
                      <a:pt x="25" y="1"/>
                    </a:cubicBezTo>
                    <a:cubicBezTo>
                      <a:pt x="12" y="1"/>
                      <a:pt x="2" y="12"/>
                      <a:pt x="1" y="24"/>
                    </a:cubicBezTo>
                    <a:cubicBezTo>
                      <a:pt x="0" y="32"/>
                      <a:pt x="2" y="40"/>
                      <a:pt x="7" y="47"/>
                    </a:cubicBezTo>
                    <a:cubicBezTo>
                      <a:pt x="9" y="46"/>
                      <a:pt x="11" y="44"/>
                      <a:pt x="13" y="43"/>
                    </a:cubicBezTo>
                    <a:cubicBezTo>
                      <a:pt x="12" y="39"/>
                      <a:pt x="12" y="35"/>
                      <a:pt x="12" y="32"/>
                    </a:cubicBezTo>
                    <a:cubicBezTo>
                      <a:pt x="13" y="24"/>
                      <a:pt x="19" y="18"/>
                      <a:pt x="26" y="18"/>
                    </a:cubicBezTo>
                    <a:cubicBezTo>
                      <a:pt x="26" y="18"/>
                      <a:pt x="26" y="18"/>
                      <a:pt x="27" y="18"/>
                    </a:cubicBezTo>
                    <a:cubicBezTo>
                      <a:pt x="34" y="18"/>
                      <a:pt x="39" y="23"/>
                      <a:pt x="41" y="31"/>
                    </a:cubicBezTo>
                    <a:cubicBezTo>
                      <a:pt x="42" y="34"/>
                      <a:pt x="42" y="38"/>
                      <a:pt x="41" y="42"/>
                    </a:cubicBezTo>
                    <a:cubicBezTo>
                      <a:pt x="44" y="43"/>
                      <a:pt x="46" y="44"/>
                      <a:pt x="48" y="45"/>
                    </a:cubicBezTo>
                    <a:cubicBezTo>
                      <a:pt x="52" y="37"/>
                      <a:pt x="53" y="29"/>
                      <a:pt x="5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58" name="Freeform 180"/>
              <p:cNvSpPr>
                <a:spLocks/>
              </p:cNvSpPr>
              <p:nvPr/>
            </p:nvSpPr>
            <p:spPr bwMode="auto">
              <a:xfrm>
                <a:off x="-4452938" y="5737225"/>
                <a:ext cx="77788" cy="79375"/>
              </a:xfrm>
              <a:custGeom>
                <a:avLst/>
                <a:gdLst>
                  <a:gd name="T0" fmla="*/ 11 w 21"/>
                  <a:gd name="T1" fmla="*/ 0 h 21"/>
                  <a:gd name="T2" fmla="*/ 11 w 21"/>
                  <a:gd name="T3" fmla="*/ 0 h 21"/>
                  <a:gd name="T4" fmla="*/ 0 w 21"/>
                  <a:gd name="T5" fmla="*/ 10 h 21"/>
                  <a:gd name="T6" fmla="*/ 11 w 21"/>
                  <a:gd name="T7" fmla="*/ 21 h 21"/>
                  <a:gd name="T8" fmla="*/ 11 w 21"/>
                  <a:gd name="T9" fmla="*/ 21 h 21"/>
                  <a:gd name="T10" fmla="*/ 21 w 21"/>
                  <a:gd name="T11" fmla="*/ 10 h 21"/>
                  <a:gd name="T12" fmla="*/ 11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11" y="0"/>
                    </a:moveTo>
                    <a:cubicBezTo>
                      <a:pt x="11" y="0"/>
                      <a:pt x="11" y="0"/>
                      <a:pt x="11" y="0"/>
                    </a:cubicBezTo>
                    <a:cubicBezTo>
                      <a:pt x="5" y="0"/>
                      <a:pt x="1" y="4"/>
                      <a:pt x="0" y="10"/>
                    </a:cubicBezTo>
                    <a:cubicBezTo>
                      <a:pt x="0" y="16"/>
                      <a:pt x="5" y="20"/>
                      <a:pt x="11" y="21"/>
                    </a:cubicBezTo>
                    <a:cubicBezTo>
                      <a:pt x="11" y="21"/>
                      <a:pt x="11" y="21"/>
                      <a:pt x="11" y="21"/>
                    </a:cubicBezTo>
                    <a:cubicBezTo>
                      <a:pt x="16" y="21"/>
                      <a:pt x="21" y="16"/>
                      <a:pt x="21" y="10"/>
                    </a:cubicBezTo>
                    <a:cubicBezTo>
                      <a:pt x="21" y="5"/>
                      <a:pt x="17"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59" name="Freeform 181"/>
              <p:cNvSpPr>
                <a:spLocks noEditPoints="1"/>
              </p:cNvSpPr>
              <p:nvPr/>
            </p:nvSpPr>
            <p:spPr bwMode="auto">
              <a:xfrm>
                <a:off x="-4532313" y="5654675"/>
                <a:ext cx="239713" cy="239713"/>
              </a:xfrm>
              <a:custGeom>
                <a:avLst/>
                <a:gdLst>
                  <a:gd name="T0" fmla="*/ 33 w 64"/>
                  <a:gd name="T1" fmla="*/ 0 h 64"/>
                  <a:gd name="T2" fmla="*/ 32 w 64"/>
                  <a:gd name="T3" fmla="*/ 0 h 64"/>
                  <a:gd name="T4" fmla="*/ 32 w 64"/>
                  <a:gd name="T5" fmla="*/ 11 h 64"/>
                  <a:gd name="T6" fmla="*/ 32 w 64"/>
                  <a:gd name="T7" fmla="*/ 11 h 64"/>
                  <a:gd name="T8" fmla="*/ 53 w 64"/>
                  <a:gd name="T9" fmla="*/ 33 h 64"/>
                  <a:gd name="T10" fmla="*/ 53 w 64"/>
                  <a:gd name="T11" fmla="*/ 33 h 64"/>
                  <a:gd name="T12" fmla="*/ 32 w 64"/>
                  <a:gd name="T13" fmla="*/ 53 h 64"/>
                  <a:gd name="T14" fmla="*/ 32 w 64"/>
                  <a:gd name="T15" fmla="*/ 53 h 64"/>
                  <a:gd name="T16" fmla="*/ 32 w 64"/>
                  <a:gd name="T17" fmla="*/ 64 h 64"/>
                  <a:gd name="T18" fmla="*/ 32 w 64"/>
                  <a:gd name="T19" fmla="*/ 64 h 64"/>
                  <a:gd name="T20" fmla="*/ 64 w 64"/>
                  <a:gd name="T21" fmla="*/ 33 h 64"/>
                  <a:gd name="T22" fmla="*/ 33 w 64"/>
                  <a:gd name="T23" fmla="*/ 0 h 64"/>
                  <a:gd name="T24" fmla="*/ 32 w 64"/>
                  <a:gd name="T25" fmla="*/ 0 h 64"/>
                  <a:gd name="T26" fmla="*/ 32 w 64"/>
                  <a:gd name="T27" fmla="*/ 0 h 64"/>
                  <a:gd name="T28" fmla="*/ 0 w 64"/>
                  <a:gd name="T29" fmla="*/ 31 h 64"/>
                  <a:gd name="T30" fmla="*/ 31 w 64"/>
                  <a:gd name="T31" fmla="*/ 64 h 64"/>
                  <a:gd name="T32" fmla="*/ 32 w 64"/>
                  <a:gd name="T33" fmla="*/ 64 h 64"/>
                  <a:gd name="T34" fmla="*/ 32 w 64"/>
                  <a:gd name="T35" fmla="*/ 53 h 64"/>
                  <a:gd name="T36" fmla="*/ 31 w 64"/>
                  <a:gd name="T37" fmla="*/ 53 h 64"/>
                  <a:gd name="T38" fmla="*/ 11 w 64"/>
                  <a:gd name="T39" fmla="*/ 32 h 64"/>
                  <a:gd name="T40" fmla="*/ 32 w 64"/>
                  <a:gd name="T41" fmla="*/ 11 h 64"/>
                  <a:gd name="T42" fmla="*/ 32 w 64"/>
                  <a:gd name="T43" fmla="*/ 11 h 64"/>
                  <a:gd name="T44" fmla="*/ 32 w 64"/>
                  <a:gd name="T4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64">
                    <a:moveTo>
                      <a:pt x="33" y="0"/>
                    </a:moveTo>
                    <a:cubicBezTo>
                      <a:pt x="32" y="0"/>
                      <a:pt x="32" y="0"/>
                      <a:pt x="32" y="0"/>
                    </a:cubicBezTo>
                    <a:cubicBezTo>
                      <a:pt x="32" y="11"/>
                      <a:pt x="32" y="11"/>
                      <a:pt x="32" y="11"/>
                    </a:cubicBezTo>
                    <a:cubicBezTo>
                      <a:pt x="32" y="11"/>
                      <a:pt x="32" y="11"/>
                      <a:pt x="32" y="11"/>
                    </a:cubicBezTo>
                    <a:cubicBezTo>
                      <a:pt x="44" y="11"/>
                      <a:pt x="53" y="21"/>
                      <a:pt x="53" y="33"/>
                    </a:cubicBezTo>
                    <a:cubicBezTo>
                      <a:pt x="53" y="33"/>
                      <a:pt x="53" y="33"/>
                      <a:pt x="53" y="33"/>
                    </a:cubicBezTo>
                    <a:cubicBezTo>
                      <a:pt x="53" y="44"/>
                      <a:pt x="43" y="53"/>
                      <a:pt x="32" y="53"/>
                    </a:cubicBezTo>
                    <a:cubicBezTo>
                      <a:pt x="32" y="53"/>
                      <a:pt x="32" y="53"/>
                      <a:pt x="32" y="53"/>
                    </a:cubicBezTo>
                    <a:cubicBezTo>
                      <a:pt x="32" y="64"/>
                      <a:pt x="32" y="64"/>
                      <a:pt x="32" y="64"/>
                    </a:cubicBezTo>
                    <a:cubicBezTo>
                      <a:pt x="32" y="64"/>
                      <a:pt x="32" y="64"/>
                      <a:pt x="32" y="64"/>
                    </a:cubicBezTo>
                    <a:cubicBezTo>
                      <a:pt x="49" y="64"/>
                      <a:pt x="63" y="50"/>
                      <a:pt x="64" y="33"/>
                    </a:cubicBezTo>
                    <a:cubicBezTo>
                      <a:pt x="64" y="15"/>
                      <a:pt x="50" y="1"/>
                      <a:pt x="33" y="0"/>
                    </a:cubicBezTo>
                    <a:close/>
                    <a:moveTo>
                      <a:pt x="32" y="0"/>
                    </a:moveTo>
                    <a:cubicBezTo>
                      <a:pt x="32" y="0"/>
                      <a:pt x="32" y="0"/>
                      <a:pt x="32" y="0"/>
                    </a:cubicBezTo>
                    <a:cubicBezTo>
                      <a:pt x="15" y="0"/>
                      <a:pt x="1" y="14"/>
                      <a:pt x="0" y="31"/>
                    </a:cubicBezTo>
                    <a:cubicBezTo>
                      <a:pt x="0" y="49"/>
                      <a:pt x="14" y="64"/>
                      <a:pt x="31" y="64"/>
                    </a:cubicBezTo>
                    <a:cubicBezTo>
                      <a:pt x="31" y="64"/>
                      <a:pt x="32" y="64"/>
                      <a:pt x="32" y="64"/>
                    </a:cubicBezTo>
                    <a:cubicBezTo>
                      <a:pt x="32" y="53"/>
                      <a:pt x="32" y="53"/>
                      <a:pt x="32" y="53"/>
                    </a:cubicBezTo>
                    <a:cubicBezTo>
                      <a:pt x="31" y="53"/>
                      <a:pt x="31" y="53"/>
                      <a:pt x="31" y="53"/>
                    </a:cubicBezTo>
                    <a:cubicBezTo>
                      <a:pt x="20" y="53"/>
                      <a:pt x="10" y="43"/>
                      <a:pt x="11" y="32"/>
                    </a:cubicBezTo>
                    <a:cubicBezTo>
                      <a:pt x="11" y="20"/>
                      <a:pt x="20" y="11"/>
                      <a:pt x="32" y="11"/>
                    </a:cubicBezTo>
                    <a:cubicBezTo>
                      <a:pt x="32" y="11"/>
                      <a:pt x="32" y="11"/>
                      <a:pt x="32" y="11"/>
                    </a:cubicBez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60" name="Freeform 182"/>
              <p:cNvSpPr>
                <a:spLocks/>
              </p:cNvSpPr>
              <p:nvPr/>
            </p:nvSpPr>
            <p:spPr bwMode="auto">
              <a:xfrm>
                <a:off x="-4625975" y="5827713"/>
                <a:ext cx="214313" cy="201613"/>
              </a:xfrm>
              <a:custGeom>
                <a:avLst/>
                <a:gdLst>
                  <a:gd name="T0" fmla="*/ 27 w 57"/>
                  <a:gd name="T1" fmla="*/ 7 h 54"/>
                  <a:gd name="T2" fmla="*/ 23 w 57"/>
                  <a:gd name="T3" fmla="*/ 0 h 54"/>
                  <a:gd name="T4" fmla="*/ 5 w 57"/>
                  <a:gd name="T5" fmla="*/ 17 h 54"/>
                  <a:gd name="T6" fmla="*/ 15 w 57"/>
                  <a:gd name="T7" fmla="*/ 50 h 54"/>
                  <a:gd name="T8" fmla="*/ 29 w 57"/>
                  <a:gd name="T9" fmla="*/ 54 h 54"/>
                  <a:gd name="T10" fmla="*/ 48 w 57"/>
                  <a:gd name="T11" fmla="*/ 46 h 54"/>
                  <a:gd name="T12" fmla="*/ 57 w 57"/>
                  <a:gd name="T13" fmla="*/ 23 h 54"/>
                  <a:gd name="T14" fmla="*/ 56 w 57"/>
                  <a:gd name="T15" fmla="*/ 23 h 54"/>
                  <a:gd name="T16" fmla="*/ 56 w 57"/>
                  <a:gd name="T17" fmla="*/ 23 h 54"/>
                  <a:gd name="T18" fmla="*/ 50 w 57"/>
                  <a:gd name="T19" fmla="*/ 22 h 54"/>
                  <a:gd name="T20" fmla="*/ 44 w 57"/>
                  <a:gd name="T21" fmla="*/ 32 h 54"/>
                  <a:gd name="T22" fmla="*/ 31 w 57"/>
                  <a:gd name="T23" fmla="*/ 38 h 54"/>
                  <a:gd name="T24" fmla="*/ 24 w 57"/>
                  <a:gd name="T25" fmla="*/ 36 h 54"/>
                  <a:gd name="T26" fmla="*/ 20 w 57"/>
                  <a:gd name="T27" fmla="*/ 16 h 54"/>
                  <a:gd name="T28" fmla="*/ 27 w 57"/>
                  <a:gd name="T29" fmla="*/ 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54">
                    <a:moveTo>
                      <a:pt x="27" y="7"/>
                    </a:moveTo>
                    <a:cubicBezTo>
                      <a:pt x="25" y="5"/>
                      <a:pt x="24" y="2"/>
                      <a:pt x="23" y="0"/>
                    </a:cubicBezTo>
                    <a:cubicBezTo>
                      <a:pt x="15" y="5"/>
                      <a:pt x="9" y="10"/>
                      <a:pt x="5" y="17"/>
                    </a:cubicBezTo>
                    <a:cubicBezTo>
                      <a:pt x="0" y="28"/>
                      <a:pt x="3" y="43"/>
                      <a:pt x="15" y="50"/>
                    </a:cubicBezTo>
                    <a:cubicBezTo>
                      <a:pt x="19" y="53"/>
                      <a:pt x="24" y="54"/>
                      <a:pt x="29" y="54"/>
                    </a:cubicBezTo>
                    <a:cubicBezTo>
                      <a:pt x="36" y="54"/>
                      <a:pt x="43" y="51"/>
                      <a:pt x="48" y="46"/>
                    </a:cubicBezTo>
                    <a:cubicBezTo>
                      <a:pt x="54" y="40"/>
                      <a:pt x="56" y="32"/>
                      <a:pt x="57" y="23"/>
                    </a:cubicBezTo>
                    <a:cubicBezTo>
                      <a:pt x="57" y="23"/>
                      <a:pt x="56" y="23"/>
                      <a:pt x="56" y="23"/>
                    </a:cubicBezTo>
                    <a:cubicBezTo>
                      <a:pt x="56" y="23"/>
                      <a:pt x="56" y="23"/>
                      <a:pt x="56" y="23"/>
                    </a:cubicBezTo>
                    <a:cubicBezTo>
                      <a:pt x="54" y="23"/>
                      <a:pt x="52" y="22"/>
                      <a:pt x="50" y="22"/>
                    </a:cubicBezTo>
                    <a:cubicBezTo>
                      <a:pt x="48" y="26"/>
                      <a:pt x="46" y="30"/>
                      <a:pt x="44" y="32"/>
                    </a:cubicBezTo>
                    <a:cubicBezTo>
                      <a:pt x="40" y="36"/>
                      <a:pt x="36" y="38"/>
                      <a:pt x="31" y="38"/>
                    </a:cubicBezTo>
                    <a:cubicBezTo>
                      <a:pt x="29" y="38"/>
                      <a:pt x="26" y="37"/>
                      <a:pt x="24" y="36"/>
                    </a:cubicBezTo>
                    <a:cubicBezTo>
                      <a:pt x="18" y="32"/>
                      <a:pt x="16" y="24"/>
                      <a:pt x="20" y="16"/>
                    </a:cubicBezTo>
                    <a:cubicBezTo>
                      <a:pt x="21" y="13"/>
                      <a:pt x="23" y="10"/>
                      <a:pt x="2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61" name="Freeform 183"/>
              <p:cNvSpPr>
                <a:spLocks/>
              </p:cNvSpPr>
              <p:nvPr/>
            </p:nvSpPr>
            <p:spPr bwMode="auto">
              <a:xfrm>
                <a:off x="-4405313" y="5816600"/>
                <a:ext cx="219075" cy="206375"/>
              </a:xfrm>
              <a:custGeom>
                <a:avLst/>
                <a:gdLst>
                  <a:gd name="T0" fmla="*/ 45 w 58"/>
                  <a:gd name="T1" fmla="*/ 49 h 55"/>
                  <a:gd name="T2" fmla="*/ 51 w 58"/>
                  <a:gd name="T3" fmla="*/ 16 h 55"/>
                  <a:gd name="T4" fmla="*/ 33 w 58"/>
                  <a:gd name="T5" fmla="*/ 0 h 55"/>
                  <a:gd name="T6" fmla="*/ 30 w 58"/>
                  <a:gd name="T7" fmla="*/ 7 h 55"/>
                  <a:gd name="T8" fmla="*/ 37 w 58"/>
                  <a:gd name="T9" fmla="*/ 16 h 55"/>
                  <a:gd name="T10" fmla="*/ 34 w 58"/>
                  <a:gd name="T11" fmla="*/ 36 h 55"/>
                  <a:gd name="T12" fmla="*/ 26 w 58"/>
                  <a:gd name="T13" fmla="*/ 39 h 55"/>
                  <a:gd name="T14" fmla="*/ 15 w 58"/>
                  <a:gd name="T15" fmla="*/ 34 h 55"/>
                  <a:gd name="T16" fmla="*/ 7 w 58"/>
                  <a:gd name="T17" fmla="*/ 24 h 55"/>
                  <a:gd name="T18" fmla="*/ 0 w 58"/>
                  <a:gd name="T19" fmla="*/ 26 h 55"/>
                  <a:gd name="T20" fmla="*/ 3 w 58"/>
                  <a:gd name="T21" fmla="*/ 37 h 55"/>
                  <a:gd name="T22" fmla="*/ 5 w 58"/>
                  <a:gd name="T23" fmla="*/ 39 h 55"/>
                  <a:gd name="T24" fmla="*/ 11 w 58"/>
                  <a:gd name="T25" fmla="*/ 48 h 55"/>
                  <a:gd name="T26" fmla="*/ 29 w 58"/>
                  <a:gd name="T27" fmla="*/ 55 h 55"/>
                  <a:gd name="T28" fmla="*/ 45 w 58"/>
                  <a:gd name="T29"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55">
                    <a:moveTo>
                      <a:pt x="45" y="49"/>
                    </a:moveTo>
                    <a:cubicBezTo>
                      <a:pt x="56" y="41"/>
                      <a:pt x="58" y="26"/>
                      <a:pt x="51" y="16"/>
                    </a:cubicBezTo>
                    <a:cubicBezTo>
                      <a:pt x="47" y="9"/>
                      <a:pt x="41" y="4"/>
                      <a:pt x="33" y="0"/>
                    </a:cubicBezTo>
                    <a:cubicBezTo>
                      <a:pt x="32" y="3"/>
                      <a:pt x="31" y="5"/>
                      <a:pt x="30" y="7"/>
                    </a:cubicBezTo>
                    <a:cubicBezTo>
                      <a:pt x="33" y="10"/>
                      <a:pt x="35" y="13"/>
                      <a:pt x="37" y="16"/>
                    </a:cubicBezTo>
                    <a:cubicBezTo>
                      <a:pt x="41" y="23"/>
                      <a:pt x="40" y="31"/>
                      <a:pt x="34" y="36"/>
                    </a:cubicBezTo>
                    <a:cubicBezTo>
                      <a:pt x="32" y="38"/>
                      <a:pt x="29" y="39"/>
                      <a:pt x="26" y="39"/>
                    </a:cubicBezTo>
                    <a:cubicBezTo>
                      <a:pt x="22" y="39"/>
                      <a:pt x="18" y="37"/>
                      <a:pt x="15" y="34"/>
                    </a:cubicBezTo>
                    <a:cubicBezTo>
                      <a:pt x="12" y="32"/>
                      <a:pt x="9" y="28"/>
                      <a:pt x="7" y="24"/>
                    </a:cubicBezTo>
                    <a:cubicBezTo>
                      <a:pt x="5" y="25"/>
                      <a:pt x="3" y="25"/>
                      <a:pt x="0" y="26"/>
                    </a:cubicBezTo>
                    <a:cubicBezTo>
                      <a:pt x="1" y="30"/>
                      <a:pt x="2" y="33"/>
                      <a:pt x="3" y="37"/>
                    </a:cubicBezTo>
                    <a:cubicBezTo>
                      <a:pt x="4" y="38"/>
                      <a:pt x="4" y="38"/>
                      <a:pt x="5" y="39"/>
                    </a:cubicBezTo>
                    <a:cubicBezTo>
                      <a:pt x="6" y="43"/>
                      <a:pt x="8" y="45"/>
                      <a:pt x="11" y="48"/>
                    </a:cubicBezTo>
                    <a:cubicBezTo>
                      <a:pt x="16" y="52"/>
                      <a:pt x="22" y="55"/>
                      <a:pt x="29" y="55"/>
                    </a:cubicBezTo>
                    <a:cubicBezTo>
                      <a:pt x="34" y="55"/>
                      <a:pt x="40" y="53"/>
                      <a:pt x="45"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62" name="Freeform 184"/>
              <p:cNvSpPr>
                <a:spLocks/>
              </p:cNvSpPr>
              <p:nvPr/>
            </p:nvSpPr>
            <p:spPr bwMode="auto">
              <a:xfrm>
                <a:off x="-4702175" y="5627688"/>
                <a:ext cx="200025" cy="200025"/>
              </a:xfrm>
              <a:custGeom>
                <a:avLst/>
                <a:gdLst>
                  <a:gd name="T0" fmla="*/ 18 w 53"/>
                  <a:gd name="T1" fmla="*/ 50 h 53"/>
                  <a:gd name="T2" fmla="*/ 31 w 53"/>
                  <a:gd name="T3" fmla="*/ 53 h 53"/>
                  <a:gd name="T4" fmla="*/ 43 w 53"/>
                  <a:gd name="T5" fmla="*/ 51 h 53"/>
                  <a:gd name="T6" fmla="*/ 41 w 53"/>
                  <a:gd name="T7" fmla="*/ 44 h 53"/>
                  <a:gd name="T8" fmla="*/ 29 w 53"/>
                  <a:gd name="T9" fmla="*/ 41 h 53"/>
                  <a:gd name="T10" fmla="*/ 20 w 53"/>
                  <a:gd name="T11" fmla="*/ 24 h 53"/>
                  <a:gd name="T12" fmla="*/ 35 w 53"/>
                  <a:gd name="T13" fmla="*/ 13 h 53"/>
                  <a:gd name="T14" fmla="*/ 37 w 53"/>
                  <a:gd name="T15" fmla="*/ 14 h 53"/>
                  <a:gd name="T16" fmla="*/ 48 w 53"/>
                  <a:gd name="T17" fmla="*/ 17 h 53"/>
                  <a:gd name="T18" fmla="*/ 53 w 53"/>
                  <a:gd name="T19" fmla="*/ 12 h 53"/>
                  <a:gd name="T20" fmla="*/ 31 w 53"/>
                  <a:gd name="T21" fmla="*/ 0 h 53"/>
                  <a:gd name="T22" fmla="*/ 28 w 53"/>
                  <a:gd name="T23" fmla="*/ 0 h 53"/>
                  <a:gd name="T24" fmla="*/ 3 w 53"/>
                  <a:gd name="T25" fmla="*/ 19 h 53"/>
                  <a:gd name="T26" fmla="*/ 18 w 53"/>
                  <a:gd name="T27"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53">
                    <a:moveTo>
                      <a:pt x="18" y="50"/>
                    </a:moveTo>
                    <a:cubicBezTo>
                      <a:pt x="22" y="52"/>
                      <a:pt x="26" y="53"/>
                      <a:pt x="31" y="53"/>
                    </a:cubicBezTo>
                    <a:cubicBezTo>
                      <a:pt x="35" y="53"/>
                      <a:pt x="39" y="52"/>
                      <a:pt x="43" y="51"/>
                    </a:cubicBezTo>
                    <a:cubicBezTo>
                      <a:pt x="42" y="49"/>
                      <a:pt x="41" y="47"/>
                      <a:pt x="41" y="44"/>
                    </a:cubicBezTo>
                    <a:cubicBezTo>
                      <a:pt x="36" y="44"/>
                      <a:pt x="32" y="43"/>
                      <a:pt x="29" y="41"/>
                    </a:cubicBezTo>
                    <a:cubicBezTo>
                      <a:pt x="22" y="38"/>
                      <a:pt x="18" y="31"/>
                      <a:pt x="20" y="24"/>
                    </a:cubicBezTo>
                    <a:cubicBezTo>
                      <a:pt x="22" y="17"/>
                      <a:pt x="28" y="13"/>
                      <a:pt x="35" y="13"/>
                    </a:cubicBezTo>
                    <a:cubicBezTo>
                      <a:pt x="35" y="13"/>
                      <a:pt x="36" y="13"/>
                      <a:pt x="37" y="14"/>
                    </a:cubicBezTo>
                    <a:cubicBezTo>
                      <a:pt x="40" y="14"/>
                      <a:pt x="44" y="15"/>
                      <a:pt x="48" y="17"/>
                    </a:cubicBezTo>
                    <a:cubicBezTo>
                      <a:pt x="49" y="15"/>
                      <a:pt x="51" y="13"/>
                      <a:pt x="53" y="12"/>
                    </a:cubicBezTo>
                    <a:cubicBezTo>
                      <a:pt x="46" y="6"/>
                      <a:pt x="39" y="1"/>
                      <a:pt x="31" y="0"/>
                    </a:cubicBezTo>
                    <a:cubicBezTo>
                      <a:pt x="30" y="0"/>
                      <a:pt x="29" y="0"/>
                      <a:pt x="28" y="0"/>
                    </a:cubicBezTo>
                    <a:cubicBezTo>
                      <a:pt x="17" y="0"/>
                      <a:pt x="6" y="8"/>
                      <a:pt x="3" y="19"/>
                    </a:cubicBezTo>
                    <a:cubicBezTo>
                      <a:pt x="0" y="32"/>
                      <a:pt x="7" y="45"/>
                      <a:pt x="18"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63" name="Freeform 185"/>
              <p:cNvSpPr>
                <a:spLocks/>
              </p:cNvSpPr>
              <p:nvPr/>
            </p:nvSpPr>
            <p:spPr bwMode="auto">
              <a:xfrm>
                <a:off x="-5780088" y="5470525"/>
                <a:ext cx="142875" cy="247650"/>
              </a:xfrm>
              <a:custGeom>
                <a:avLst/>
                <a:gdLst>
                  <a:gd name="T0" fmla="*/ 38 w 38"/>
                  <a:gd name="T1" fmla="*/ 33 h 66"/>
                  <a:gd name="T2" fmla="*/ 19 w 38"/>
                  <a:gd name="T3" fmla="*/ 0 h 66"/>
                  <a:gd name="T4" fmla="*/ 0 w 38"/>
                  <a:gd name="T5" fmla="*/ 33 h 66"/>
                  <a:gd name="T6" fmla="*/ 19 w 38"/>
                  <a:gd name="T7" fmla="*/ 66 h 66"/>
                  <a:gd name="T8" fmla="*/ 38 w 38"/>
                  <a:gd name="T9" fmla="*/ 33 h 66"/>
                </a:gdLst>
                <a:ahLst/>
                <a:cxnLst>
                  <a:cxn ang="0">
                    <a:pos x="T0" y="T1"/>
                  </a:cxn>
                  <a:cxn ang="0">
                    <a:pos x="T2" y="T3"/>
                  </a:cxn>
                  <a:cxn ang="0">
                    <a:pos x="T4" y="T5"/>
                  </a:cxn>
                  <a:cxn ang="0">
                    <a:pos x="T6" y="T7"/>
                  </a:cxn>
                  <a:cxn ang="0">
                    <a:pos x="T8" y="T9"/>
                  </a:cxn>
                </a:cxnLst>
                <a:rect l="0" t="0" r="r" b="b"/>
                <a:pathLst>
                  <a:path w="38" h="66">
                    <a:moveTo>
                      <a:pt x="38" y="33"/>
                    </a:moveTo>
                    <a:cubicBezTo>
                      <a:pt x="38" y="21"/>
                      <a:pt x="31" y="5"/>
                      <a:pt x="19" y="0"/>
                    </a:cubicBezTo>
                    <a:cubicBezTo>
                      <a:pt x="8" y="5"/>
                      <a:pt x="0" y="21"/>
                      <a:pt x="0" y="33"/>
                    </a:cubicBezTo>
                    <a:cubicBezTo>
                      <a:pt x="0" y="45"/>
                      <a:pt x="8" y="62"/>
                      <a:pt x="19" y="66"/>
                    </a:cubicBezTo>
                    <a:cubicBezTo>
                      <a:pt x="31" y="62"/>
                      <a:pt x="38" y="45"/>
                      <a:pt x="38"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64" name="Freeform 186"/>
              <p:cNvSpPr>
                <a:spLocks/>
              </p:cNvSpPr>
              <p:nvPr/>
            </p:nvSpPr>
            <p:spPr bwMode="auto">
              <a:xfrm>
                <a:off x="-5678488" y="5627688"/>
                <a:ext cx="230188" cy="184150"/>
              </a:xfrm>
              <a:custGeom>
                <a:avLst/>
                <a:gdLst>
                  <a:gd name="T0" fmla="*/ 1 w 61"/>
                  <a:gd name="T1" fmla="*/ 41 h 49"/>
                  <a:gd name="T2" fmla="*/ 40 w 61"/>
                  <a:gd name="T3" fmla="*/ 41 h 49"/>
                  <a:gd name="T4" fmla="*/ 59 w 61"/>
                  <a:gd name="T5" fmla="*/ 8 h 49"/>
                  <a:gd name="T6" fmla="*/ 21 w 61"/>
                  <a:gd name="T7" fmla="*/ 8 h 49"/>
                  <a:gd name="T8" fmla="*/ 1 w 61"/>
                  <a:gd name="T9" fmla="*/ 41 h 49"/>
                </a:gdLst>
                <a:ahLst/>
                <a:cxnLst>
                  <a:cxn ang="0">
                    <a:pos x="T0" y="T1"/>
                  </a:cxn>
                  <a:cxn ang="0">
                    <a:pos x="T2" y="T3"/>
                  </a:cxn>
                  <a:cxn ang="0">
                    <a:pos x="T4" y="T5"/>
                  </a:cxn>
                  <a:cxn ang="0">
                    <a:pos x="T6" y="T7"/>
                  </a:cxn>
                  <a:cxn ang="0">
                    <a:pos x="T8" y="T9"/>
                  </a:cxn>
                </a:cxnLst>
                <a:rect l="0" t="0" r="r" b="b"/>
                <a:pathLst>
                  <a:path w="61" h="49">
                    <a:moveTo>
                      <a:pt x="1" y="41"/>
                    </a:moveTo>
                    <a:cubicBezTo>
                      <a:pt x="11" y="49"/>
                      <a:pt x="30" y="47"/>
                      <a:pt x="40" y="41"/>
                    </a:cubicBezTo>
                    <a:cubicBezTo>
                      <a:pt x="50" y="35"/>
                      <a:pt x="61" y="21"/>
                      <a:pt x="59" y="8"/>
                    </a:cubicBezTo>
                    <a:cubicBezTo>
                      <a:pt x="50" y="0"/>
                      <a:pt x="31" y="2"/>
                      <a:pt x="21" y="8"/>
                    </a:cubicBezTo>
                    <a:cubicBezTo>
                      <a:pt x="11" y="14"/>
                      <a:pt x="0" y="28"/>
                      <a:pt x="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65" name="Freeform 187"/>
              <p:cNvSpPr>
                <a:spLocks/>
              </p:cNvSpPr>
              <p:nvPr/>
            </p:nvSpPr>
            <p:spPr bwMode="auto">
              <a:xfrm>
                <a:off x="-5678488" y="5811838"/>
                <a:ext cx="230188" cy="180975"/>
              </a:xfrm>
              <a:custGeom>
                <a:avLst/>
                <a:gdLst>
                  <a:gd name="T0" fmla="*/ 40 w 61"/>
                  <a:gd name="T1" fmla="*/ 40 h 48"/>
                  <a:gd name="T2" fmla="*/ 59 w 61"/>
                  <a:gd name="T3" fmla="*/ 8 h 48"/>
                  <a:gd name="T4" fmla="*/ 21 w 61"/>
                  <a:gd name="T5" fmla="*/ 7 h 48"/>
                  <a:gd name="T6" fmla="*/ 1 w 61"/>
                  <a:gd name="T7" fmla="*/ 40 h 48"/>
                  <a:gd name="T8" fmla="*/ 40 w 61"/>
                  <a:gd name="T9" fmla="*/ 40 h 48"/>
                </a:gdLst>
                <a:ahLst/>
                <a:cxnLst>
                  <a:cxn ang="0">
                    <a:pos x="T0" y="T1"/>
                  </a:cxn>
                  <a:cxn ang="0">
                    <a:pos x="T2" y="T3"/>
                  </a:cxn>
                  <a:cxn ang="0">
                    <a:pos x="T4" y="T5"/>
                  </a:cxn>
                  <a:cxn ang="0">
                    <a:pos x="T6" y="T7"/>
                  </a:cxn>
                  <a:cxn ang="0">
                    <a:pos x="T8" y="T9"/>
                  </a:cxn>
                </a:cxnLst>
                <a:rect l="0" t="0" r="r" b="b"/>
                <a:pathLst>
                  <a:path w="61" h="48">
                    <a:moveTo>
                      <a:pt x="40" y="40"/>
                    </a:moveTo>
                    <a:cubicBezTo>
                      <a:pt x="50" y="35"/>
                      <a:pt x="61" y="20"/>
                      <a:pt x="59" y="8"/>
                    </a:cubicBezTo>
                    <a:cubicBezTo>
                      <a:pt x="50" y="0"/>
                      <a:pt x="31" y="1"/>
                      <a:pt x="21" y="7"/>
                    </a:cubicBezTo>
                    <a:cubicBezTo>
                      <a:pt x="11" y="13"/>
                      <a:pt x="0" y="28"/>
                      <a:pt x="1" y="40"/>
                    </a:cubicBezTo>
                    <a:cubicBezTo>
                      <a:pt x="11" y="48"/>
                      <a:pt x="29" y="46"/>
                      <a:pt x="4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66" name="Freeform 188"/>
              <p:cNvSpPr>
                <a:spLocks/>
              </p:cNvSpPr>
              <p:nvPr/>
            </p:nvSpPr>
            <p:spPr bwMode="auto">
              <a:xfrm>
                <a:off x="-5964238" y="5627688"/>
                <a:ext cx="230188" cy="184150"/>
              </a:xfrm>
              <a:custGeom>
                <a:avLst/>
                <a:gdLst>
                  <a:gd name="T0" fmla="*/ 21 w 61"/>
                  <a:gd name="T1" fmla="*/ 41 h 49"/>
                  <a:gd name="T2" fmla="*/ 59 w 61"/>
                  <a:gd name="T3" fmla="*/ 41 h 49"/>
                  <a:gd name="T4" fmla="*/ 39 w 61"/>
                  <a:gd name="T5" fmla="*/ 8 h 49"/>
                  <a:gd name="T6" fmla="*/ 1 w 61"/>
                  <a:gd name="T7" fmla="*/ 8 h 49"/>
                  <a:gd name="T8" fmla="*/ 21 w 61"/>
                  <a:gd name="T9" fmla="*/ 41 h 49"/>
                </a:gdLst>
                <a:ahLst/>
                <a:cxnLst>
                  <a:cxn ang="0">
                    <a:pos x="T0" y="T1"/>
                  </a:cxn>
                  <a:cxn ang="0">
                    <a:pos x="T2" y="T3"/>
                  </a:cxn>
                  <a:cxn ang="0">
                    <a:pos x="T4" y="T5"/>
                  </a:cxn>
                  <a:cxn ang="0">
                    <a:pos x="T6" y="T7"/>
                  </a:cxn>
                  <a:cxn ang="0">
                    <a:pos x="T8" y="T9"/>
                  </a:cxn>
                </a:cxnLst>
                <a:rect l="0" t="0" r="r" b="b"/>
                <a:pathLst>
                  <a:path w="61" h="49">
                    <a:moveTo>
                      <a:pt x="21" y="41"/>
                    </a:moveTo>
                    <a:cubicBezTo>
                      <a:pt x="31" y="47"/>
                      <a:pt x="49" y="49"/>
                      <a:pt x="59" y="41"/>
                    </a:cubicBezTo>
                    <a:cubicBezTo>
                      <a:pt x="61" y="28"/>
                      <a:pt x="50" y="14"/>
                      <a:pt x="39" y="8"/>
                    </a:cubicBezTo>
                    <a:cubicBezTo>
                      <a:pt x="29" y="2"/>
                      <a:pt x="11" y="0"/>
                      <a:pt x="1" y="8"/>
                    </a:cubicBezTo>
                    <a:cubicBezTo>
                      <a:pt x="0" y="21"/>
                      <a:pt x="11" y="35"/>
                      <a:pt x="2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67" name="Freeform 189"/>
              <p:cNvSpPr>
                <a:spLocks/>
              </p:cNvSpPr>
              <p:nvPr/>
            </p:nvSpPr>
            <p:spPr bwMode="auto">
              <a:xfrm>
                <a:off x="-5964238" y="5811838"/>
                <a:ext cx="230188" cy="180975"/>
              </a:xfrm>
              <a:custGeom>
                <a:avLst/>
                <a:gdLst>
                  <a:gd name="T0" fmla="*/ 21 w 61"/>
                  <a:gd name="T1" fmla="*/ 40 h 48"/>
                  <a:gd name="T2" fmla="*/ 59 w 61"/>
                  <a:gd name="T3" fmla="*/ 40 h 48"/>
                  <a:gd name="T4" fmla="*/ 39 w 61"/>
                  <a:gd name="T5" fmla="*/ 7 h 48"/>
                  <a:gd name="T6" fmla="*/ 1 w 61"/>
                  <a:gd name="T7" fmla="*/ 8 h 48"/>
                  <a:gd name="T8" fmla="*/ 21 w 61"/>
                  <a:gd name="T9" fmla="*/ 40 h 48"/>
                </a:gdLst>
                <a:ahLst/>
                <a:cxnLst>
                  <a:cxn ang="0">
                    <a:pos x="T0" y="T1"/>
                  </a:cxn>
                  <a:cxn ang="0">
                    <a:pos x="T2" y="T3"/>
                  </a:cxn>
                  <a:cxn ang="0">
                    <a:pos x="T4" y="T5"/>
                  </a:cxn>
                  <a:cxn ang="0">
                    <a:pos x="T6" y="T7"/>
                  </a:cxn>
                  <a:cxn ang="0">
                    <a:pos x="T8" y="T9"/>
                  </a:cxn>
                </a:cxnLst>
                <a:rect l="0" t="0" r="r" b="b"/>
                <a:pathLst>
                  <a:path w="61" h="48">
                    <a:moveTo>
                      <a:pt x="21" y="40"/>
                    </a:moveTo>
                    <a:cubicBezTo>
                      <a:pt x="31" y="46"/>
                      <a:pt x="49" y="48"/>
                      <a:pt x="59" y="40"/>
                    </a:cubicBezTo>
                    <a:cubicBezTo>
                      <a:pt x="61" y="28"/>
                      <a:pt x="50" y="13"/>
                      <a:pt x="39" y="7"/>
                    </a:cubicBezTo>
                    <a:cubicBezTo>
                      <a:pt x="29" y="1"/>
                      <a:pt x="11" y="0"/>
                      <a:pt x="1" y="8"/>
                    </a:cubicBezTo>
                    <a:cubicBezTo>
                      <a:pt x="0" y="20"/>
                      <a:pt x="11" y="35"/>
                      <a:pt x="21"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68" name="Freeform 190"/>
              <p:cNvSpPr>
                <a:spLocks/>
              </p:cNvSpPr>
              <p:nvPr/>
            </p:nvSpPr>
            <p:spPr bwMode="auto">
              <a:xfrm>
                <a:off x="-5719763" y="5748338"/>
                <a:ext cx="26988" cy="288925"/>
              </a:xfrm>
              <a:custGeom>
                <a:avLst/>
                <a:gdLst>
                  <a:gd name="T0" fmla="*/ 0 w 7"/>
                  <a:gd name="T1" fmla="*/ 2 h 77"/>
                  <a:gd name="T2" fmla="*/ 0 w 7"/>
                  <a:gd name="T3" fmla="*/ 74 h 77"/>
                  <a:gd name="T4" fmla="*/ 3 w 7"/>
                  <a:gd name="T5" fmla="*/ 77 h 77"/>
                  <a:gd name="T6" fmla="*/ 7 w 7"/>
                  <a:gd name="T7" fmla="*/ 74 h 77"/>
                  <a:gd name="T8" fmla="*/ 7 w 7"/>
                  <a:gd name="T9" fmla="*/ 2 h 77"/>
                  <a:gd name="T10" fmla="*/ 3 w 7"/>
                  <a:gd name="T11" fmla="*/ 0 h 77"/>
                  <a:gd name="T12" fmla="*/ 0 w 7"/>
                  <a:gd name="T13" fmla="*/ 2 h 77"/>
                </a:gdLst>
                <a:ahLst/>
                <a:cxnLst>
                  <a:cxn ang="0">
                    <a:pos x="T0" y="T1"/>
                  </a:cxn>
                  <a:cxn ang="0">
                    <a:pos x="T2" y="T3"/>
                  </a:cxn>
                  <a:cxn ang="0">
                    <a:pos x="T4" y="T5"/>
                  </a:cxn>
                  <a:cxn ang="0">
                    <a:pos x="T6" y="T7"/>
                  </a:cxn>
                  <a:cxn ang="0">
                    <a:pos x="T8" y="T9"/>
                  </a:cxn>
                  <a:cxn ang="0">
                    <a:pos x="T10" y="T11"/>
                  </a:cxn>
                  <a:cxn ang="0">
                    <a:pos x="T12" y="T13"/>
                  </a:cxn>
                </a:cxnLst>
                <a:rect l="0" t="0" r="r" b="b"/>
                <a:pathLst>
                  <a:path w="7" h="77">
                    <a:moveTo>
                      <a:pt x="0" y="2"/>
                    </a:moveTo>
                    <a:cubicBezTo>
                      <a:pt x="0" y="74"/>
                      <a:pt x="0" y="74"/>
                      <a:pt x="0" y="74"/>
                    </a:cubicBezTo>
                    <a:cubicBezTo>
                      <a:pt x="0" y="76"/>
                      <a:pt x="1" y="77"/>
                      <a:pt x="3" y="77"/>
                    </a:cubicBezTo>
                    <a:cubicBezTo>
                      <a:pt x="5" y="77"/>
                      <a:pt x="7" y="76"/>
                      <a:pt x="7" y="74"/>
                    </a:cubicBezTo>
                    <a:cubicBezTo>
                      <a:pt x="7" y="2"/>
                      <a:pt x="7" y="2"/>
                      <a:pt x="7" y="2"/>
                    </a:cubicBezTo>
                    <a:cubicBezTo>
                      <a:pt x="7" y="1"/>
                      <a:pt x="5" y="0"/>
                      <a:pt x="3"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69" name="Freeform 191"/>
              <p:cNvSpPr>
                <a:spLocks/>
              </p:cNvSpPr>
              <p:nvPr/>
            </p:nvSpPr>
            <p:spPr bwMode="auto">
              <a:xfrm>
                <a:off x="-6415088" y="3071812"/>
                <a:ext cx="49213" cy="247650"/>
              </a:xfrm>
              <a:custGeom>
                <a:avLst/>
                <a:gdLst>
                  <a:gd name="T0" fmla="*/ 13 w 13"/>
                  <a:gd name="T1" fmla="*/ 1 h 66"/>
                  <a:gd name="T2" fmla="*/ 7 w 13"/>
                  <a:gd name="T3" fmla="*/ 0 h 66"/>
                  <a:gd name="T4" fmla="*/ 7 w 13"/>
                  <a:gd name="T5" fmla="*/ 0 h 66"/>
                  <a:gd name="T6" fmla="*/ 0 w 13"/>
                  <a:gd name="T7" fmla="*/ 2 h 66"/>
                  <a:gd name="T8" fmla="*/ 0 w 13"/>
                  <a:gd name="T9" fmla="*/ 66 h 66"/>
                  <a:gd name="T10" fmla="*/ 13 w 13"/>
                  <a:gd name="T11" fmla="*/ 66 h 66"/>
                  <a:gd name="T12" fmla="*/ 13 w 13"/>
                  <a:gd name="T13" fmla="*/ 1 h 66"/>
                </a:gdLst>
                <a:ahLst/>
                <a:cxnLst>
                  <a:cxn ang="0">
                    <a:pos x="T0" y="T1"/>
                  </a:cxn>
                  <a:cxn ang="0">
                    <a:pos x="T2" y="T3"/>
                  </a:cxn>
                  <a:cxn ang="0">
                    <a:pos x="T4" y="T5"/>
                  </a:cxn>
                  <a:cxn ang="0">
                    <a:pos x="T6" y="T7"/>
                  </a:cxn>
                  <a:cxn ang="0">
                    <a:pos x="T8" y="T9"/>
                  </a:cxn>
                  <a:cxn ang="0">
                    <a:pos x="T10" y="T11"/>
                  </a:cxn>
                  <a:cxn ang="0">
                    <a:pos x="T12" y="T13"/>
                  </a:cxn>
                </a:cxnLst>
                <a:rect l="0" t="0" r="r" b="b"/>
                <a:pathLst>
                  <a:path w="13" h="66">
                    <a:moveTo>
                      <a:pt x="13" y="1"/>
                    </a:moveTo>
                    <a:cubicBezTo>
                      <a:pt x="11" y="1"/>
                      <a:pt x="9" y="0"/>
                      <a:pt x="7" y="0"/>
                    </a:cubicBezTo>
                    <a:cubicBezTo>
                      <a:pt x="7" y="0"/>
                      <a:pt x="7" y="0"/>
                      <a:pt x="7" y="0"/>
                    </a:cubicBezTo>
                    <a:cubicBezTo>
                      <a:pt x="4" y="0"/>
                      <a:pt x="2" y="1"/>
                      <a:pt x="0" y="2"/>
                    </a:cubicBezTo>
                    <a:cubicBezTo>
                      <a:pt x="0" y="66"/>
                      <a:pt x="0" y="66"/>
                      <a:pt x="0" y="66"/>
                    </a:cubicBezTo>
                    <a:cubicBezTo>
                      <a:pt x="13" y="66"/>
                      <a:pt x="13" y="66"/>
                      <a:pt x="13" y="66"/>
                    </a:cubicBezTo>
                    <a:lnTo>
                      <a:pt x="1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70" name="Freeform 192"/>
              <p:cNvSpPr>
                <a:spLocks/>
              </p:cNvSpPr>
              <p:nvPr/>
            </p:nvSpPr>
            <p:spPr bwMode="auto">
              <a:xfrm>
                <a:off x="-6415088" y="2725737"/>
                <a:ext cx="49213" cy="33338"/>
              </a:xfrm>
              <a:custGeom>
                <a:avLst/>
                <a:gdLst>
                  <a:gd name="T0" fmla="*/ 8 w 13"/>
                  <a:gd name="T1" fmla="*/ 9 h 9"/>
                  <a:gd name="T2" fmla="*/ 9 w 13"/>
                  <a:gd name="T3" fmla="*/ 9 h 9"/>
                  <a:gd name="T4" fmla="*/ 13 w 13"/>
                  <a:gd name="T5" fmla="*/ 9 h 9"/>
                  <a:gd name="T6" fmla="*/ 13 w 13"/>
                  <a:gd name="T7" fmla="*/ 0 h 9"/>
                  <a:gd name="T8" fmla="*/ 0 w 13"/>
                  <a:gd name="T9" fmla="*/ 0 h 9"/>
                  <a:gd name="T10" fmla="*/ 0 w 13"/>
                  <a:gd name="T11" fmla="*/ 9 h 9"/>
                  <a:gd name="T12" fmla="*/ 8 w 1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8" y="9"/>
                    </a:moveTo>
                    <a:cubicBezTo>
                      <a:pt x="8" y="9"/>
                      <a:pt x="9" y="9"/>
                      <a:pt x="9" y="9"/>
                    </a:cubicBezTo>
                    <a:cubicBezTo>
                      <a:pt x="10" y="9"/>
                      <a:pt x="12" y="9"/>
                      <a:pt x="13" y="9"/>
                    </a:cubicBezTo>
                    <a:cubicBezTo>
                      <a:pt x="13" y="0"/>
                      <a:pt x="13" y="0"/>
                      <a:pt x="13" y="0"/>
                    </a:cubicBezTo>
                    <a:cubicBezTo>
                      <a:pt x="0" y="0"/>
                      <a:pt x="0" y="0"/>
                      <a:pt x="0" y="0"/>
                    </a:cubicBezTo>
                    <a:cubicBezTo>
                      <a:pt x="0" y="9"/>
                      <a:pt x="0" y="9"/>
                      <a:pt x="0" y="9"/>
                    </a:cubicBezTo>
                    <a:cubicBezTo>
                      <a:pt x="2" y="9"/>
                      <a:pt x="5" y="9"/>
                      <a:pt x="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71" name="Freeform 193"/>
              <p:cNvSpPr>
                <a:spLocks/>
              </p:cNvSpPr>
              <p:nvPr/>
            </p:nvSpPr>
            <p:spPr bwMode="auto">
              <a:xfrm>
                <a:off x="-6616700" y="2774950"/>
                <a:ext cx="465138" cy="344488"/>
              </a:xfrm>
              <a:custGeom>
                <a:avLst/>
                <a:gdLst>
                  <a:gd name="T0" fmla="*/ 67 w 124"/>
                  <a:gd name="T1" fmla="*/ 0 h 92"/>
                  <a:gd name="T2" fmla="*/ 63 w 124"/>
                  <a:gd name="T3" fmla="*/ 0 h 92"/>
                  <a:gd name="T4" fmla="*/ 62 w 124"/>
                  <a:gd name="T5" fmla="*/ 0 h 92"/>
                  <a:gd name="T6" fmla="*/ 54 w 124"/>
                  <a:gd name="T7" fmla="*/ 1 h 92"/>
                  <a:gd name="T8" fmla="*/ 0 w 124"/>
                  <a:gd name="T9" fmla="*/ 60 h 92"/>
                  <a:gd name="T10" fmla="*/ 4 w 124"/>
                  <a:gd name="T11" fmla="*/ 84 h 92"/>
                  <a:gd name="T12" fmla="*/ 6 w 124"/>
                  <a:gd name="T13" fmla="*/ 87 h 92"/>
                  <a:gd name="T14" fmla="*/ 9 w 124"/>
                  <a:gd name="T15" fmla="*/ 83 h 92"/>
                  <a:gd name="T16" fmla="*/ 25 w 124"/>
                  <a:gd name="T17" fmla="*/ 74 h 92"/>
                  <a:gd name="T18" fmla="*/ 25 w 124"/>
                  <a:gd name="T19" fmla="*/ 74 h 92"/>
                  <a:gd name="T20" fmla="*/ 41 w 124"/>
                  <a:gd name="T21" fmla="*/ 84 h 92"/>
                  <a:gd name="T22" fmla="*/ 43 w 124"/>
                  <a:gd name="T23" fmla="*/ 87 h 92"/>
                  <a:gd name="T24" fmla="*/ 45 w 124"/>
                  <a:gd name="T25" fmla="*/ 84 h 92"/>
                  <a:gd name="T26" fmla="*/ 54 w 124"/>
                  <a:gd name="T27" fmla="*/ 76 h 92"/>
                  <a:gd name="T28" fmla="*/ 61 w 124"/>
                  <a:gd name="T29" fmla="*/ 75 h 92"/>
                  <a:gd name="T30" fmla="*/ 61 w 124"/>
                  <a:gd name="T31" fmla="*/ 75 h 92"/>
                  <a:gd name="T32" fmla="*/ 67 w 124"/>
                  <a:gd name="T33" fmla="*/ 76 h 92"/>
                  <a:gd name="T34" fmla="*/ 77 w 124"/>
                  <a:gd name="T35" fmla="*/ 85 h 92"/>
                  <a:gd name="T36" fmla="*/ 79 w 124"/>
                  <a:gd name="T37" fmla="*/ 88 h 92"/>
                  <a:gd name="T38" fmla="*/ 81 w 124"/>
                  <a:gd name="T39" fmla="*/ 85 h 92"/>
                  <a:gd name="T40" fmla="*/ 96 w 124"/>
                  <a:gd name="T41" fmla="*/ 75 h 92"/>
                  <a:gd name="T42" fmla="*/ 97 w 124"/>
                  <a:gd name="T43" fmla="*/ 75 h 92"/>
                  <a:gd name="T44" fmla="*/ 112 w 124"/>
                  <a:gd name="T45" fmla="*/ 86 h 92"/>
                  <a:gd name="T46" fmla="*/ 114 w 124"/>
                  <a:gd name="T47" fmla="*/ 90 h 92"/>
                  <a:gd name="T48" fmla="*/ 115 w 124"/>
                  <a:gd name="T49" fmla="*/ 92 h 92"/>
                  <a:gd name="T50" fmla="*/ 116 w 124"/>
                  <a:gd name="T51" fmla="*/ 90 h 92"/>
                  <a:gd name="T52" fmla="*/ 118 w 124"/>
                  <a:gd name="T53" fmla="*/ 87 h 92"/>
                  <a:gd name="T54" fmla="*/ 123 w 124"/>
                  <a:gd name="T55" fmla="*/ 63 h 92"/>
                  <a:gd name="T56" fmla="*/ 67 w 124"/>
                  <a:gd name="T5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4" h="92">
                    <a:moveTo>
                      <a:pt x="67" y="0"/>
                    </a:moveTo>
                    <a:cubicBezTo>
                      <a:pt x="66" y="0"/>
                      <a:pt x="64" y="0"/>
                      <a:pt x="63" y="0"/>
                    </a:cubicBezTo>
                    <a:cubicBezTo>
                      <a:pt x="62" y="0"/>
                      <a:pt x="62" y="0"/>
                      <a:pt x="62" y="0"/>
                    </a:cubicBezTo>
                    <a:cubicBezTo>
                      <a:pt x="59" y="0"/>
                      <a:pt x="56" y="0"/>
                      <a:pt x="54" y="1"/>
                    </a:cubicBezTo>
                    <a:cubicBezTo>
                      <a:pt x="24" y="4"/>
                      <a:pt x="1" y="29"/>
                      <a:pt x="0" y="60"/>
                    </a:cubicBezTo>
                    <a:cubicBezTo>
                      <a:pt x="0" y="69"/>
                      <a:pt x="1" y="76"/>
                      <a:pt x="4" y="84"/>
                    </a:cubicBezTo>
                    <a:cubicBezTo>
                      <a:pt x="4" y="86"/>
                      <a:pt x="5" y="87"/>
                      <a:pt x="6" y="87"/>
                    </a:cubicBezTo>
                    <a:cubicBezTo>
                      <a:pt x="7" y="87"/>
                      <a:pt x="8" y="85"/>
                      <a:pt x="9" y="83"/>
                    </a:cubicBezTo>
                    <a:cubicBezTo>
                      <a:pt x="12" y="78"/>
                      <a:pt x="18" y="74"/>
                      <a:pt x="25" y="74"/>
                    </a:cubicBezTo>
                    <a:cubicBezTo>
                      <a:pt x="25" y="74"/>
                      <a:pt x="25" y="74"/>
                      <a:pt x="25" y="74"/>
                    </a:cubicBezTo>
                    <a:cubicBezTo>
                      <a:pt x="32" y="74"/>
                      <a:pt x="38" y="78"/>
                      <a:pt x="41" y="84"/>
                    </a:cubicBezTo>
                    <a:cubicBezTo>
                      <a:pt x="42" y="86"/>
                      <a:pt x="42" y="87"/>
                      <a:pt x="43" y="87"/>
                    </a:cubicBezTo>
                    <a:cubicBezTo>
                      <a:pt x="43" y="87"/>
                      <a:pt x="44" y="86"/>
                      <a:pt x="45" y="84"/>
                    </a:cubicBezTo>
                    <a:cubicBezTo>
                      <a:pt x="47" y="80"/>
                      <a:pt x="50" y="77"/>
                      <a:pt x="54" y="76"/>
                    </a:cubicBezTo>
                    <a:cubicBezTo>
                      <a:pt x="56" y="75"/>
                      <a:pt x="58" y="75"/>
                      <a:pt x="61" y="75"/>
                    </a:cubicBezTo>
                    <a:cubicBezTo>
                      <a:pt x="61" y="75"/>
                      <a:pt x="61" y="75"/>
                      <a:pt x="61" y="75"/>
                    </a:cubicBezTo>
                    <a:cubicBezTo>
                      <a:pt x="63" y="75"/>
                      <a:pt x="65" y="75"/>
                      <a:pt x="67" y="76"/>
                    </a:cubicBezTo>
                    <a:cubicBezTo>
                      <a:pt x="71" y="77"/>
                      <a:pt x="75" y="81"/>
                      <a:pt x="77" y="85"/>
                    </a:cubicBezTo>
                    <a:cubicBezTo>
                      <a:pt x="78" y="87"/>
                      <a:pt x="78" y="88"/>
                      <a:pt x="79" y="88"/>
                    </a:cubicBezTo>
                    <a:cubicBezTo>
                      <a:pt x="79" y="88"/>
                      <a:pt x="80" y="87"/>
                      <a:pt x="81" y="85"/>
                    </a:cubicBezTo>
                    <a:cubicBezTo>
                      <a:pt x="84" y="79"/>
                      <a:pt x="89" y="75"/>
                      <a:pt x="96" y="75"/>
                    </a:cubicBezTo>
                    <a:cubicBezTo>
                      <a:pt x="96" y="75"/>
                      <a:pt x="97" y="75"/>
                      <a:pt x="97" y="75"/>
                    </a:cubicBezTo>
                    <a:cubicBezTo>
                      <a:pt x="104" y="76"/>
                      <a:pt x="110" y="80"/>
                      <a:pt x="112" y="86"/>
                    </a:cubicBezTo>
                    <a:cubicBezTo>
                      <a:pt x="113" y="87"/>
                      <a:pt x="113" y="89"/>
                      <a:pt x="114" y="90"/>
                    </a:cubicBezTo>
                    <a:cubicBezTo>
                      <a:pt x="114" y="91"/>
                      <a:pt x="114" y="92"/>
                      <a:pt x="115" y="92"/>
                    </a:cubicBezTo>
                    <a:cubicBezTo>
                      <a:pt x="115" y="92"/>
                      <a:pt x="116" y="91"/>
                      <a:pt x="116" y="90"/>
                    </a:cubicBezTo>
                    <a:cubicBezTo>
                      <a:pt x="117" y="89"/>
                      <a:pt x="117" y="88"/>
                      <a:pt x="118" y="87"/>
                    </a:cubicBezTo>
                    <a:cubicBezTo>
                      <a:pt x="121" y="79"/>
                      <a:pt x="123" y="72"/>
                      <a:pt x="123" y="63"/>
                    </a:cubicBezTo>
                    <a:cubicBezTo>
                      <a:pt x="124" y="31"/>
                      <a:pt x="99" y="3"/>
                      <a:pt x="6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72" name="Freeform 194"/>
              <p:cNvSpPr>
                <a:spLocks/>
              </p:cNvSpPr>
              <p:nvPr/>
            </p:nvSpPr>
            <p:spPr bwMode="auto">
              <a:xfrm>
                <a:off x="-1455738" y="7662863"/>
                <a:ext cx="179388" cy="131763"/>
              </a:xfrm>
              <a:custGeom>
                <a:avLst/>
                <a:gdLst>
                  <a:gd name="T0" fmla="*/ 31 w 48"/>
                  <a:gd name="T1" fmla="*/ 11 h 35"/>
                  <a:gd name="T2" fmla="*/ 42 w 48"/>
                  <a:gd name="T3" fmla="*/ 3 h 35"/>
                  <a:gd name="T4" fmla="*/ 48 w 48"/>
                  <a:gd name="T5" fmla="*/ 1 h 35"/>
                  <a:gd name="T6" fmla="*/ 28 w 48"/>
                  <a:gd name="T7" fmla="*/ 3 h 35"/>
                  <a:gd name="T8" fmla="*/ 15 w 48"/>
                  <a:gd name="T9" fmla="*/ 13 h 35"/>
                  <a:gd name="T10" fmla="*/ 10 w 48"/>
                  <a:gd name="T11" fmla="*/ 23 h 35"/>
                  <a:gd name="T12" fmla="*/ 0 w 48"/>
                  <a:gd name="T13" fmla="*/ 35 h 35"/>
                  <a:gd name="T14" fmla="*/ 16 w 48"/>
                  <a:gd name="T15" fmla="*/ 28 h 35"/>
                  <a:gd name="T16" fmla="*/ 31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31" y="11"/>
                    </a:moveTo>
                    <a:cubicBezTo>
                      <a:pt x="34" y="7"/>
                      <a:pt x="38" y="5"/>
                      <a:pt x="42" y="3"/>
                    </a:cubicBezTo>
                    <a:cubicBezTo>
                      <a:pt x="43" y="3"/>
                      <a:pt x="46" y="1"/>
                      <a:pt x="48" y="1"/>
                    </a:cubicBezTo>
                    <a:cubicBezTo>
                      <a:pt x="41" y="1"/>
                      <a:pt x="34" y="0"/>
                      <a:pt x="28" y="3"/>
                    </a:cubicBezTo>
                    <a:cubicBezTo>
                      <a:pt x="23" y="5"/>
                      <a:pt x="19" y="9"/>
                      <a:pt x="15" y="13"/>
                    </a:cubicBezTo>
                    <a:cubicBezTo>
                      <a:pt x="13" y="16"/>
                      <a:pt x="11" y="20"/>
                      <a:pt x="10" y="23"/>
                    </a:cubicBezTo>
                    <a:cubicBezTo>
                      <a:pt x="7" y="27"/>
                      <a:pt x="5" y="33"/>
                      <a:pt x="0" y="35"/>
                    </a:cubicBezTo>
                    <a:cubicBezTo>
                      <a:pt x="6" y="34"/>
                      <a:pt x="12" y="31"/>
                      <a:pt x="16" y="28"/>
                    </a:cubicBezTo>
                    <a:cubicBezTo>
                      <a:pt x="22" y="23"/>
                      <a:pt x="26" y="16"/>
                      <a:pt x="3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73" name="Freeform 195"/>
              <p:cNvSpPr>
                <a:spLocks/>
              </p:cNvSpPr>
              <p:nvPr/>
            </p:nvSpPr>
            <p:spPr bwMode="auto">
              <a:xfrm>
                <a:off x="-1444625" y="7667625"/>
                <a:ext cx="236538" cy="160338"/>
              </a:xfrm>
              <a:custGeom>
                <a:avLst/>
                <a:gdLst>
                  <a:gd name="T0" fmla="*/ 41 w 63"/>
                  <a:gd name="T1" fmla="*/ 5 h 43"/>
                  <a:gd name="T2" fmla="*/ 26 w 63"/>
                  <a:gd name="T3" fmla="*/ 19 h 43"/>
                  <a:gd name="T4" fmla="*/ 14 w 63"/>
                  <a:gd name="T5" fmla="*/ 31 h 43"/>
                  <a:gd name="T6" fmla="*/ 0 w 63"/>
                  <a:gd name="T7" fmla="*/ 36 h 43"/>
                  <a:gd name="T8" fmla="*/ 35 w 63"/>
                  <a:gd name="T9" fmla="*/ 36 h 43"/>
                  <a:gd name="T10" fmla="*/ 53 w 63"/>
                  <a:gd name="T11" fmla="*/ 11 h 43"/>
                  <a:gd name="T12" fmla="*/ 60 w 63"/>
                  <a:gd name="T13" fmla="*/ 3 h 43"/>
                  <a:gd name="T14" fmla="*/ 63 w 63"/>
                  <a:gd name="T15" fmla="*/ 1 h 43"/>
                  <a:gd name="T16" fmla="*/ 41 w 63"/>
                  <a:gd name="T17"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41" y="5"/>
                    </a:moveTo>
                    <a:cubicBezTo>
                      <a:pt x="34" y="8"/>
                      <a:pt x="30" y="13"/>
                      <a:pt x="26" y="19"/>
                    </a:cubicBezTo>
                    <a:cubicBezTo>
                      <a:pt x="22" y="23"/>
                      <a:pt x="18" y="28"/>
                      <a:pt x="14" y="31"/>
                    </a:cubicBezTo>
                    <a:cubicBezTo>
                      <a:pt x="10" y="33"/>
                      <a:pt x="5" y="36"/>
                      <a:pt x="0" y="36"/>
                    </a:cubicBezTo>
                    <a:cubicBezTo>
                      <a:pt x="11" y="43"/>
                      <a:pt x="24" y="42"/>
                      <a:pt x="35" y="36"/>
                    </a:cubicBezTo>
                    <a:cubicBezTo>
                      <a:pt x="44" y="30"/>
                      <a:pt x="48" y="20"/>
                      <a:pt x="53" y="11"/>
                    </a:cubicBezTo>
                    <a:cubicBezTo>
                      <a:pt x="55" y="8"/>
                      <a:pt x="57" y="6"/>
                      <a:pt x="60" y="3"/>
                    </a:cubicBezTo>
                    <a:cubicBezTo>
                      <a:pt x="60" y="3"/>
                      <a:pt x="62" y="1"/>
                      <a:pt x="63" y="1"/>
                    </a:cubicBezTo>
                    <a:cubicBezTo>
                      <a:pt x="56" y="0"/>
                      <a:pt x="48" y="1"/>
                      <a:pt x="4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74" name="Freeform 196"/>
              <p:cNvSpPr>
                <a:spLocks/>
              </p:cNvSpPr>
              <p:nvPr/>
            </p:nvSpPr>
            <p:spPr bwMode="auto">
              <a:xfrm>
                <a:off x="-1455738" y="7532688"/>
                <a:ext cx="153988" cy="107950"/>
              </a:xfrm>
              <a:custGeom>
                <a:avLst/>
                <a:gdLst>
                  <a:gd name="T0" fmla="*/ 13 w 41"/>
                  <a:gd name="T1" fmla="*/ 11 h 29"/>
                  <a:gd name="T2" fmla="*/ 8 w 41"/>
                  <a:gd name="T3" fmla="*/ 19 h 29"/>
                  <a:gd name="T4" fmla="*/ 0 w 41"/>
                  <a:gd name="T5" fmla="*/ 29 h 29"/>
                  <a:gd name="T6" fmla="*/ 14 w 41"/>
                  <a:gd name="T7" fmla="*/ 23 h 29"/>
                  <a:gd name="T8" fmla="*/ 27 w 41"/>
                  <a:gd name="T9" fmla="*/ 9 h 29"/>
                  <a:gd name="T10" fmla="*/ 36 w 41"/>
                  <a:gd name="T11" fmla="*/ 2 h 29"/>
                  <a:gd name="T12" fmla="*/ 41 w 41"/>
                  <a:gd name="T13" fmla="*/ 1 h 29"/>
                  <a:gd name="T14" fmla="*/ 24 w 41"/>
                  <a:gd name="T15" fmla="*/ 2 h 29"/>
                  <a:gd name="T16" fmla="*/ 13 w 41"/>
                  <a:gd name="T17"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3" y="11"/>
                    </a:moveTo>
                    <a:cubicBezTo>
                      <a:pt x="11" y="14"/>
                      <a:pt x="10" y="16"/>
                      <a:pt x="8" y="19"/>
                    </a:cubicBezTo>
                    <a:cubicBezTo>
                      <a:pt x="7" y="23"/>
                      <a:pt x="4" y="28"/>
                      <a:pt x="0" y="29"/>
                    </a:cubicBezTo>
                    <a:cubicBezTo>
                      <a:pt x="5" y="29"/>
                      <a:pt x="10" y="26"/>
                      <a:pt x="14" y="23"/>
                    </a:cubicBezTo>
                    <a:cubicBezTo>
                      <a:pt x="19" y="19"/>
                      <a:pt x="22" y="13"/>
                      <a:pt x="27" y="9"/>
                    </a:cubicBezTo>
                    <a:cubicBezTo>
                      <a:pt x="29" y="6"/>
                      <a:pt x="33" y="4"/>
                      <a:pt x="36" y="2"/>
                    </a:cubicBezTo>
                    <a:cubicBezTo>
                      <a:pt x="37" y="2"/>
                      <a:pt x="40" y="0"/>
                      <a:pt x="41" y="1"/>
                    </a:cubicBezTo>
                    <a:cubicBezTo>
                      <a:pt x="36" y="0"/>
                      <a:pt x="30" y="0"/>
                      <a:pt x="24" y="2"/>
                    </a:cubicBezTo>
                    <a:cubicBezTo>
                      <a:pt x="20" y="4"/>
                      <a:pt x="16" y="7"/>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75" name="Freeform 197"/>
              <p:cNvSpPr>
                <a:spLocks/>
              </p:cNvSpPr>
              <p:nvPr/>
            </p:nvSpPr>
            <p:spPr bwMode="auto">
              <a:xfrm>
                <a:off x="-1444625" y="7535863"/>
                <a:ext cx="203200" cy="134938"/>
              </a:xfrm>
              <a:custGeom>
                <a:avLst/>
                <a:gdLst>
                  <a:gd name="T0" fmla="*/ 51 w 54"/>
                  <a:gd name="T1" fmla="*/ 2 h 36"/>
                  <a:gd name="T2" fmla="*/ 54 w 54"/>
                  <a:gd name="T3" fmla="*/ 0 h 36"/>
                  <a:gd name="T4" fmla="*/ 35 w 54"/>
                  <a:gd name="T5" fmla="*/ 4 h 36"/>
                  <a:gd name="T6" fmla="*/ 22 w 54"/>
                  <a:gd name="T7" fmla="*/ 15 h 36"/>
                  <a:gd name="T8" fmla="*/ 12 w 54"/>
                  <a:gd name="T9" fmla="*/ 26 h 36"/>
                  <a:gd name="T10" fmla="*/ 0 w 54"/>
                  <a:gd name="T11" fmla="*/ 30 h 36"/>
                  <a:gd name="T12" fmla="*/ 30 w 54"/>
                  <a:gd name="T13" fmla="*/ 30 h 36"/>
                  <a:gd name="T14" fmla="*/ 46 w 54"/>
                  <a:gd name="T15" fmla="*/ 9 h 36"/>
                  <a:gd name="T16" fmla="*/ 51 w 54"/>
                  <a:gd name="T17"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51" y="2"/>
                    </a:moveTo>
                    <a:cubicBezTo>
                      <a:pt x="52" y="2"/>
                      <a:pt x="53" y="0"/>
                      <a:pt x="54" y="0"/>
                    </a:cubicBezTo>
                    <a:cubicBezTo>
                      <a:pt x="48" y="0"/>
                      <a:pt x="41" y="0"/>
                      <a:pt x="35" y="4"/>
                    </a:cubicBezTo>
                    <a:cubicBezTo>
                      <a:pt x="29" y="7"/>
                      <a:pt x="26" y="10"/>
                      <a:pt x="22" y="15"/>
                    </a:cubicBezTo>
                    <a:cubicBezTo>
                      <a:pt x="19" y="19"/>
                      <a:pt x="16" y="23"/>
                      <a:pt x="12" y="26"/>
                    </a:cubicBezTo>
                    <a:cubicBezTo>
                      <a:pt x="9" y="28"/>
                      <a:pt x="4" y="30"/>
                      <a:pt x="0" y="30"/>
                    </a:cubicBezTo>
                    <a:cubicBezTo>
                      <a:pt x="9" y="36"/>
                      <a:pt x="21" y="36"/>
                      <a:pt x="30" y="30"/>
                    </a:cubicBezTo>
                    <a:cubicBezTo>
                      <a:pt x="38" y="25"/>
                      <a:pt x="41" y="17"/>
                      <a:pt x="46" y="9"/>
                    </a:cubicBezTo>
                    <a:cubicBezTo>
                      <a:pt x="47" y="7"/>
                      <a:pt x="49" y="4"/>
                      <a:pt x="5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76" name="Freeform 198"/>
              <p:cNvSpPr>
                <a:spLocks/>
              </p:cNvSpPr>
              <p:nvPr/>
            </p:nvSpPr>
            <p:spPr bwMode="auto">
              <a:xfrm>
                <a:off x="-1655763" y="7662863"/>
                <a:ext cx="180975" cy="131763"/>
              </a:xfrm>
              <a:custGeom>
                <a:avLst/>
                <a:gdLst>
                  <a:gd name="T0" fmla="*/ 17 w 48"/>
                  <a:gd name="T1" fmla="*/ 11 h 35"/>
                  <a:gd name="T2" fmla="*/ 32 w 48"/>
                  <a:gd name="T3" fmla="*/ 28 h 35"/>
                  <a:gd name="T4" fmla="*/ 48 w 48"/>
                  <a:gd name="T5" fmla="*/ 35 h 35"/>
                  <a:gd name="T6" fmla="*/ 38 w 48"/>
                  <a:gd name="T7" fmla="*/ 23 h 35"/>
                  <a:gd name="T8" fmla="*/ 33 w 48"/>
                  <a:gd name="T9" fmla="*/ 13 h 35"/>
                  <a:gd name="T10" fmla="*/ 20 w 48"/>
                  <a:gd name="T11" fmla="*/ 3 h 35"/>
                  <a:gd name="T12" fmla="*/ 0 w 48"/>
                  <a:gd name="T13" fmla="*/ 1 h 35"/>
                  <a:gd name="T14" fmla="*/ 6 w 48"/>
                  <a:gd name="T15" fmla="*/ 3 h 35"/>
                  <a:gd name="T16" fmla="*/ 17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17" y="11"/>
                    </a:moveTo>
                    <a:cubicBezTo>
                      <a:pt x="22" y="16"/>
                      <a:pt x="26" y="23"/>
                      <a:pt x="32" y="28"/>
                    </a:cubicBezTo>
                    <a:cubicBezTo>
                      <a:pt x="36" y="31"/>
                      <a:pt x="42" y="34"/>
                      <a:pt x="48" y="35"/>
                    </a:cubicBezTo>
                    <a:cubicBezTo>
                      <a:pt x="44" y="33"/>
                      <a:pt x="41" y="27"/>
                      <a:pt x="38" y="23"/>
                    </a:cubicBezTo>
                    <a:cubicBezTo>
                      <a:pt x="37" y="20"/>
                      <a:pt x="35" y="16"/>
                      <a:pt x="33" y="13"/>
                    </a:cubicBezTo>
                    <a:cubicBezTo>
                      <a:pt x="30" y="9"/>
                      <a:pt x="25" y="5"/>
                      <a:pt x="20" y="3"/>
                    </a:cubicBezTo>
                    <a:cubicBezTo>
                      <a:pt x="14" y="0"/>
                      <a:pt x="7" y="1"/>
                      <a:pt x="0" y="1"/>
                    </a:cubicBezTo>
                    <a:cubicBezTo>
                      <a:pt x="2" y="1"/>
                      <a:pt x="5" y="3"/>
                      <a:pt x="6" y="3"/>
                    </a:cubicBezTo>
                    <a:cubicBezTo>
                      <a:pt x="10" y="5"/>
                      <a:pt x="14" y="7"/>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77" name="Freeform 199"/>
              <p:cNvSpPr>
                <a:spLocks/>
              </p:cNvSpPr>
              <p:nvPr/>
            </p:nvSpPr>
            <p:spPr bwMode="auto">
              <a:xfrm>
                <a:off x="-1722438" y="7667625"/>
                <a:ext cx="236538" cy="160338"/>
              </a:xfrm>
              <a:custGeom>
                <a:avLst/>
                <a:gdLst>
                  <a:gd name="T0" fmla="*/ 10 w 63"/>
                  <a:gd name="T1" fmla="*/ 11 h 43"/>
                  <a:gd name="T2" fmla="*/ 28 w 63"/>
                  <a:gd name="T3" fmla="*/ 36 h 43"/>
                  <a:gd name="T4" fmla="*/ 63 w 63"/>
                  <a:gd name="T5" fmla="*/ 36 h 43"/>
                  <a:gd name="T6" fmla="*/ 49 w 63"/>
                  <a:gd name="T7" fmla="*/ 31 h 43"/>
                  <a:gd name="T8" fmla="*/ 37 w 63"/>
                  <a:gd name="T9" fmla="*/ 19 h 43"/>
                  <a:gd name="T10" fmla="*/ 22 w 63"/>
                  <a:gd name="T11" fmla="*/ 5 h 43"/>
                  <a:gd name="T12" fmla="*/ 0 w 63"/>
                  <a:gd name="T13" fmla="*/ 1 h 43"/>
                  <a:gd name="T14" fmla="*/ 3 w 63"/>
                  <a:gd name="T15" fmla="*/ 3 h 43"/>
                  <a:gd name="T16" fmla="*/ 10 w 63"/>
                  <a:gd name="T17" fmla="*/ 1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10" y="11"/>
                    </a:moveTo>
                    <a:cubicBezTo>
                      <a:pt x="15" y="20"/>
                      <a:pt x="19" y="30"/>
                      <a:pt x="28" y="36"/>
                    </a:cubicBezTo>
                    <a:cubicBezTo>
                      <a:pt x="39" y="42"/>
                      <a:pt x="52" y="43"/>
                      <a:pt x="63" y="36"/>
                    </a:cubicBezTo>
                    <a:cubicBezTo>
                      <a:pt x="58" y="36"/>
                      <a:pt x="53" y="33"/>
                      <a:pt x="49" y="31"/>
                    </a:cubicBezTo>
                    <a:cubicBezTo>
                      <a:pt x="45" y="28"/>
                      <a:pt x="41" y="23"/>
                      <a:pt x="37" y="19"/>
                    </a:cubicBezTo>
                    <a:cubicBezTo>
                      <a:pt x="33" y="13"/>
                      <a:pt x="29" y="8"/>
                      <a:pt x="22" y="5"/>
                    </a:cubicBezTo>
                    <a:cubicBezTo>
                      <a:pt x="15" y="1"/>
                      <a:pt x="7" y="0"/>
                      <a:pt x="0" y="1"/>
                    </a:cubicBezTo>
                    <a:cubicBezTo>
                      <a:pt x="1" y="1"/>
                      <a:pt x="3" y="3"/>
                      <a:pt x="3" y="3"/>
                    </a:cubicBezTo>
                    <a:cubicBezTo>
                      <a:pt x="6" y="6"/>
                      <a:pt x="8" y="8"/>
                      <a:pt x="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78" name="Freeform 200"/>
              <p:cNvSpPr>
                <a:spLocks/>
              </p:cNvSpPr>
              <p:nvPr/>
            </p:nvSpPr>
            <p:spPr bwMode="auto">
              <a:xfrm>
                <a:off x="-1628775" y="7532688"/>
                <a:ext cx="153988" cy="107950"/>
              </a:xfrm>
              <a:custGeom>
                <a:avLst/>
                <a:gdLst>
                  <a:gd name="T0" fmla="*/ 17 w 41"/>
                  <a:gd name="T1" fmla="*/ 2 h 29"/>
                  <a:gd name="T2" fmla="*/ 0 w 41"/>
                  <a:gd name="T3" fmla="*/ 1 h 29"/>
                  <a:gd name="T4" fmla="*/ 5 w 41"/>
                  <a:gd name="T5" fmla="*/ 2 h 29"/>
                  <a:gd name="T6" fmla="*/ 14 w 41"/>
                  <a:gd name="T7" fmla="*/ 9 h 29"/>
                  <a:gd name="T8" fmla="*/ 27 w 41"/>
                  <a:gd name="T9" fmla="*/ 23 h 29"/>
                  <a:gd name="T10" fmla="*/ 41 w 41"/>
                  <a:gd name="T11" fmla="*/ 29 h 29"/>
                  <a:gd name="T12" fmla="*/ 33 w 41"/>
                  <a:gd name="T13" fmla="*/ 19 h 29"/>
                  <a:gd name="T14" fmla="*/ 28 w 41"/>
                  <a:gd name="T15" fmla="*/ 11 h 29"/>
                  <a:gd name="T16" fmla="*/ 17 w 41"/>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7" y="2"/>
                    </a:moveTo>
                    <a:cubicBezTo>
                      <a:pt x="11" y="0"/>
                      <a:pt x="6" y="0"/>
                      <a:pt x="0" y="1"/>
                    </a:cubicBezTo>
                    <a:cubicBezTo>
                      <a:pt x="1" y="0"/>
                      <a:pt x="4" y="2"/>
                      <a:pt x="5" y="2"/>
                    </a:cubicBezTo>
                    <a:cubicBezTo>
                      <a:pt x="8" y="4"/>
                      <a:pt x="12" y="6"/>
                      <a:pt x="14" y="9"/>
                    </a:cubicBezTo>
                    <a:cubicBezTo>
                      <a:pt x="19" y="13"/>
                      <a:pt x="22" y="19"/>
                      <a:pt x="27" y="23"/>
                    </a:cubicBezTo>
                    <a:cubicBezTo>
                      <a:pt x="31" y="26"/>
                      <a:pt x="36" y="29"/>
                      <a:pt x="41" y="29"/>
                    </a:cubicBezTo>
                    <a:cubicBezTo>
                      <a:pt x="37" y="28"/>
                      <a:pt x="34" y="23"/>
                      <a:pt x="33" y="19"/>
                    </a:cubicBezTo>
                    <a:cubicBezTo>
                      <a:pt x="31" y="16"/>
                      <a:pt x="30" y="14"/>
                      <a:pt x="28" y="11"/>
                    </a:cubicBezTo>
                    <a:cubicBezTo>
                      <a:pt x="25" y="7"/>
                      <a:pt x="21" y="4"/>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79" name="Freeform 201"/>
              <p:cNvSpPr>
                <a:spLocks/>
              </p:cNvSpPr>
              <p:nvPr/>
            </p:nvSpPr>
            <p:spPr bwMode="auto">
              <a:xfrm>
                <a:off x="-1689100" y="7535863"/>
                <a:ext cx="203200" cy="134938"/>
              </a:xfrm>
              <a:custGeom>
                <a:avLst/>
                <a:gdLst>
                  <a:gd name="T0" fmla="*/ 0 w 54"/>
                  <a:gd name="T1" fmla="*/ 0 h 36"/>
                  <a:gd name="T2" fmla="*/ 3 w 54"/>
                  <a:gd name="T3" fmla="*/ 2 h 36"/>
                  <a:gd name="T4" fmla="*/ 9 w 54"/>
                  <a:gd name="T5" fmla="*/ 9 h 36"/>
                  <a:gd name="T6" fmla="*/ 24 w 54"/>
                  <a:gd name="T7" fmla="*/ 30 h 36"/>
                  <a:gd name="T8" fmla="*/ 54 w 54"/>
                  <a:gd name="T9" fmla="*/ 30 h 36"/>
                  <a:gd name="T10" fmla="*/ 42 w 54"/>
                  <a:gd name="T11" fmla="*/ 26 h 36"/>
                  <a:gd name="T12" fmla="*/ 32 w 54"/>
                  <a:gd name="T13" fmla="*/ 15 h 36"/>
                  <a:gd name="T14" fmla="*/ 19 w 54"/>
                  <a:gd name="T15" fmla="*/ 4 h 36"/>
                  <a:gd name="T16" fmla="*/ 0 w 54"/>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0" y="0"/>
                    </a:moveTo>
                    <a:cubicBezTo>
                      <a:pt x="1" y="0"/>
                      <a:pt x="2" y="2"/>
                      <a:pt x="3" y="2"/>
                    </a:cubicBezTo>
                    <a:cubicBezTo>
                      <a:pt x="5" y="4"/>
                      <a:pt x="7" y="7"/>
                      <a:pt x="9" y="9"/>
                    </a:cubicBezTo>
                    <a:cubicBezTo>
                      <a:pt x="13" y="17"/>
                      <a:pt x="16" y="25"/>
                      <a:pt x="24" y="30"/>
                    </a:cubicBezTo>
                    <a:cubicBezTo>
                      <a:pt x="33" y="36"/>
                      <a:pt x="45" y="36"/>
                      <a:pt x="54" y="30"/>
                    </a:cubicBezTo>
                    <a:cubicBezTo>
                      <a:pt x="50" y="30"/>
                      <a:pt x="45" y="28"/>
                      <a:pt x="42" y="26"/>
                    </a:cubicBezTo>
                    <a:cubicBezTo>
                      <a:pt x="38" y="23"/>
                      <a:pt x="35" y="19"/>
                      <a:pt x="32" y="15"/>
                    </a:cubicBezTo>
                    <a:cubicBezTo>
                      <a:pt x="28" y="10"/>
                      <a:pt x="25" y="7"/>
                      <a:pt x="19" y="4"/>
                    </a:cubicBezTo>
                    <a:cubicBezTo>
                      <a:pt x="13" y="0"/>
                      <a:pt x="7"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80" name="Freeform 202"/>
              <p:cNvSpPr>
                <a:spLocks/>
              </p:cNvSpPr>
              <p:nvPr/>
            </p:nvSpPr>
            <p:spPr bwMode="auto">
              <a:xfrm>
                <a:off x="-1466850" y="7437438"/>
                <a:ext cx="82550" cy="173038"/>
              </a:xfrm>
              <a:custGeom>
                <a:avLst/>
                <a:gdLst>
                  <a:gd name="T0" fmla="*/ 14 w 22"/>
                  <a:gd name="T1" fmla="*/ 15 h 46"/>
                  <a:gd name="T2" fmla="*/ 3 w 22"/>
                  <a:gd name="T3" fmla="*/ 31 h 46"/>
                  <a:gd name="T4" fmla="*/ 0 w 22"/>
                  <a:gd name="T5" fmla="*/ 46 h 46"/>
                  <a:gd name="T6" fmla="*/ 8 w 22"/>
                  <a:gd name="T7" fmla="*/ 35 h 46"/>
                  <a:gd name="T8" fmla="*/ 15 w 22"/>
                  <a:gd name="T9" fmla="*/ 29 h 46"/>
                  <a:gd name="T10" fmla="*/ 22 w 22"/>
                  <a:gd name="T11" fmla="*/ 16 h 46"/>
                  <a:gd name="T12" fmla="*/ 19 w 22"/>
                  <a:gd name="T13" fmla="*/ 0 h 46"/>
                  <a:gd name="T14" fmla="*/ 18 w 22"/>
                  <a:gd name="T15" fmla="*/ 5 h 46"/>
                  <a:gd name="T16" fmla="*/ 14 w 22"/>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46">
                    <a:moveTo>
                      <a:pt x="14" y="15"/>
                    </a:moveTo>
                    <a:cubicBezTo>
                      <a:pt x="11" y="21"/>
                      <a:pt x="6" y="25"/>
                      <a:pt x="3" y="31"/>
                    </a:cubicBezTo>
                    <a:cubicBezTo>
                      <a:pt x="1" y="35"/>
                      <a:pt x="0" y="41"/>
                      <a:pt x="0" y="46"/>
                    </a:cubicBezTo>
                    <a:cubicBezTo>
                      <a:pt x="1" y="42"/>
                      <a:pt x="5" y="38"/>
                      <a:pt x="8" y="35"/>
                    </a:cubicBezTo>
                    <a:cubicBezTo>
                      <a:pt x="10" y="33"/>
                      <a:pt x="13" y="31"/>
                      <a:pt x="15" y="29"/>
                    </a:cubicBezTo>
                    <a:cubicBezTo>
                      <a:pt x="18" y="25"/>
                      <a:pt x="21" y="21"/>
                      <a:pt x="22" y="16"/>
                    </a:cubicBezTo>
                    <a:cubicBezTo>
                      <a:pt x="22" y="11"/>
                      <a:pt x="21" y="5"/>
                      <a:pt x="19" y="0"/>
                    </a:cubicBezTo>
                    <a:cubicBezTo>
                      <a:pt x="20" y="1"/>
                      <a:pt x="19" y="3"/>
                      <a:pt x="18" y="5"/>
                    </a:cubicBezTo>
                    <a:cubicBezTo>
                      <a:pt x="18" y="8"/>
                      <a:pt x="17" y="12"/>
                      <a:pt x="1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81" name="Freeform 203"/>
              <p:cNvSpPr>
                <a:spLocks/>
              </p:cNvSpPr>
              <p:nvPr/>
            </p:nvSpPr>
            <p:spPr bwMode="auto">
              <a:xfrm>
                <a:off x="-1516063" y="7381875"/>
                <a:ext cx="112713" cy="220663"/>
              </a:xfrm>
              <a:custGeom>
                <a:avLst/>
                <a:gdLst>
                  <a:gd name="T0" fmla="*/ 10 w 30"/>
                  <a:gd name="T1" fmla="*/ 59 h 59"/>
                  <a:gd name="T2" fmla="*/ 12 w 30"/>
                  <a:gd name="T3" fmla="*/ 46 h 59"/>
                  <a:gd name="T4" fmla="*/ 20 w 30"/>
                  <a:gd name="T5" fmla="*/ 34 h 59"/>
                  <a:gd name="T6" fmla="*/ 28 w 30"/>
                  <a:gd name="T7" fmla="*/ 19 h 59"/>
                  <a:gd name="T8" fmla="*/ 27 w 30"/>
                  <a:gd name="T9" fmla="*/ 0 h 59"/>
                  <a:gd name="T10" fmla="*/ 26 w 30"/>
                  <a:gd name="T11" fmla="*/ 3 h 59"/>
                  <a:gd name="T12" fmla="*/ 21 w 30"/>
                  <a:gd name="T13" fmla="*/ 10 h 59"/>
                  <a:gd name="T14" fmla="*/ 3 w 30"/>
                  <a:gd name="T15" fmla="*/ 30 h 59"/>
                  <a:gd name="T16" fmla="*/ 10 w 30"/>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10" y="59"/>
                    </a:moveTo>
                    <a:cubicBezTo>
                      <a:pt x="9" y="55"/>
                      <a:pt x="10" y="50"/>
                      <a:pt x="12" y="46"/>
                    </a:cubicBezTo>
                    <a:cubicBezTo>
                      <a:pt x="13" y="42"/>
                      <a:pt x="17" y="38"/>
                      <a:pt x="20" y="34"/>
                    </a:cubicBezTo>
                    <a:cubicBezTo>
                      <a:pt x="24" y="30"/>
                      <a:pt x="27" y="25"/>
                      <a:pt x="28" y="19"/>
                    </a:cubicBezTo>
                    <a:cubicBezTo>
                      <a:pt x="30" y="13"/>
                      <a:pt x="29" y="6"/>
                      <a:pt x="27" y="0"/>
                    </a:cubicBezTo>
                    <a:cubicBezTo>
                      <a:pt x="28" y="0"/>
                      <a:pt x="26" y="2"/>
                      <a:pt x="26" y="3"/>
                    </a:cubicBezTo>
                    <a:cubicBezTo>
                      <a:pt x="25" y="6"/>
                      <a:pt x="23" y="8"/>
                      <a:pt x="21" y="10"/>
                    </a:cubicBezTo>
                    <a:cubicBezTo>
                      <a:pt x="14" y="16"/>
                      <a:pt x="6" y="21"/>
                      <a:pt x="3" y="30"/>
                    </a:cubicBezTo>
                    <a:cubicBezTo>
                      <a:pt x="0" y="40"/>
                      <a:pt x="2" y="51"/>
                      <a:pt x="1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82" name="Freeform 204"/>
              <p:cNvSpPr>
                <a:spLocks noEditPoints="1"/>
              </p:cNvSpPr>
              <p:nvPr/>
            </p:nvSpPr>
            <p:spPr bwMode="auto">
              <a:xfrm>
                <a:off x="-5208588" y="2486025"/>
                <a:ext cx="269875" cy="212725"/>
              </a:xfrm>
              <a:custGeom>
                <a:avLst/>
                <a:gdLst>
                  <a:gd name="T0" fmla="*/ 65 w 72"/>
                  <a:gd name="T1" fmla="*/ 13 h 57"/>
                  <a:gd name="T2" fmla="*/ 58 w 72"/>
                  <a:gd name="T3" fmla="*/ 13 h 57"/>
                  <a:gd name="T4" fmla="*/ 58 w 72"/>
                  <a:gd name="T5" fmla="*/ 16 h 57"/>
                  <a:gd name="T6" fmla="*/ 66 w 72"/>
                  <a:gd name="T7" fmla="*/ 32 h 57"/>
                  <a:gd name="T8" fmla="*/ 66 w 72"/>
                  <a:gd name="T9" fmla="*/ 40 h 57"/>
                  <a:gd name="T10" fmla="*/ 58 w 72"/>
                  <a:gd name="T11" fmla="*/ 57 h 57"/>
                  <a:gd name="T12" fmla="*/ 72 w 72"/>
                  <a:gd name="T13" fmla="*/ 53 h 57"/>
                  <a:gd name="T14" fmla="*/ 72 w 72"/>
                  <a:gd name="T15" fmla="*/ 20 h 57"/>
                  <a:gd name="T16" fmla="*/ 58 w 72"/>
                  <a:gd name="T17" fmla="*/ 0 h 57"/>
                  <a:gd name="T18" fmla="*/ 36 w 72"/>
                  <a:gd name="T19" fmla="*/ 4 h 57"/>
                  <a:gd name="T20" fmla="*/ 58 w 72"/>
                  <a:gd name="T21" fmla="*/ 13 h 57"/>
                  <a:gd name="T22" fmla="*/ 36 w 72"/>
                  <a:gd name="T23" fmla="*/ 45 h 57"/>
                  <a:gd name="T24" fmla="*/ 55 w 72"/>
                  <a:gd name="T25" fmla="*/ 53 h 57"/>
                  <a:gd name="T26" fmla="*/ 58 w 72"/>
                  <a:gd name="T27" fmla="*/ 57 h 57"/>
                  <a:gd name="T28" fmla="*/ 51 w 72"/>
                  <a:gd name="T29" fmla="*/ 40 h 57"/>
                  <a:gd name="T30" fmla="*/ 58 w 72"/>
                  <a:gd name="T31" fmla="*/ 32 h 57"/>
                  <a:gd name="T32" fmla="*/ 36 w 72"/>
                  <a:gd name="T33" fmla="*/ 16 h 57"/>
                  <a:gd name="T34" fmla="*/ 36 w 72"/>
                  <a:gd name="T35" fmla="*/ 0 h 57"/>
                  <a:gd name="T36" fmla="*/ 14 w 72"/>
                  <a:gd name="T37" fmla="*/ 0 h 57"/>
                  <a:gd name="T38" fmla="*/ 18 w 72"/>
                  <a:gd name="T39" fmla="*/ 4 h 57"/>
                  <a:gd name="T40" fmla="*/ 36 w 72"/>
                  <a:gd name="T41" fmla="*/ 4 h 57"/>
                  <a:gd name="T42" fmla="*/ 14 w 72"/>
                  <a:gd name="T43" fmla="*/ 57 h 57"/>
                  <a:gd name="T44" fmla="*/ 17 w 72"/>
                  <a:gd name="T45" fmla="*/ 53 h 57"/>
                  <a:gd name="T46" fmla="*/ 36 w 72"/>
                  <a:gd name="T47" fmla="*/ 45 h 57"/>
                  <a:gd name="T48" fmla="*/ 14 w 72"/>
                  <a:gd name="T49" fmla="*/ 16 h 57"/>
                  <a:gd name="T50" fmla="*/ 21 w 72"/>
                  <a:gd name="T51" fmla="*/ 32 h 57"/>
                  <a:gd name="T52" fmla="*/ 21 w 72"/>
                  <a:gd name="T53" fmla="*/ 40 h 57"/>
                  <a:gd name="T54" fmla="*/ 14 w 72"/>
                  <a:gd name="T55" fmla="*/ 57 h 57"/>
                  <a:gd name="T56" fmla="*/ 7 w 72"/>
                  <a:gd name="T57" fmla="*/ 13 h 57"/>
                  <a:gd name="T58" fmla="*/ 0 w 72"/>
                  <a:gd name="T59" fmla="*/ 44 h 57"/>
                  <a:gd name="T60" fmla="*/ 0 w 72"/>
                  <a:gd name="T61" fmla="*/ 53 h 57"/>
                  <a:gd name="T62" fmla="*/ 14 w 72"/>
                  <a:gd name="T63" fmla="*/ 57 h 57"/>
                  <a:gd name="T64" fmla="*/ 7 w 72"/>
                  <a:gd name="T65" fmla="*/ 40 h 57"/>
                  <a:gd name="T66" fmla="*/ 14 w 72"/>
                  <a:gd name="T67" fmla="*/ 32 h 57"/>
                  <a:gd name="T68" fmla="*/ 12 w 72"/>
                  <a:gd name="T69" fmla="*/ 16 h 57"/>
                  <a:gd name="T70" fmla="*/ 14 w 72"/>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2" h="57">
                    <a:moveTo>
                      <a:pt x="72" y="20"/>
                    </a:moveTo>
                    <a:cubicBezTo>
                      <a:pt x="65" y="13"/>
                      <a:pt x="65" y="13"/>
                      <a:pt x="65" y="13"/>
                    </a:cubicBezTo>
                    <a:cubicBezTo>
                      <a:pt x="58" y="0"/>
                      <a:pt x="58" y="0"/>
                      <a:pt x="58" y="0"/>
                    </a:cubicBezTo>
                    <a:cubicBezTo>
                      <a:pt x="58" y="13"/>
                      <a:pt x="58" y="13"/>
                      <a:pt x="58" y="13"/>
                    </a:cubicBezTo>
                    <a:cubicBezTo>
                      <a:pt x="60" y="16"/>
                      <a:pt x="60" y="16"/>
                      <a:pt x="60" y="16"/>
                    </a:cubicBezTo>
                    <a:cubicBezTo>
                      <a:pt x="58" y="16"/>
                      <a:pt x="58" y="16"/>
                      <a:pt x="58" y="16"/>
                    </a:cubicBezTo>
                    <a:cubicBezTo>
                      <a:pt x="58" y="32"/>
                      <a:pt x="58" y="32"/>
                      <a:pt x="58" y="32"/>
                    </a:cubicBezTo>
                    <a:cubicBezTo>
                      <a:pt x="66" y="32"/>
                      <a:pt x="66" y="32"/>
                      <a:pt x="66" y="32"/>
                    </a:cubicBezTo>
                    <a:cubicBezTo>
                      <a:pt x="66" y="40"/>
                      <a:pt x="66" y="40"/>
                      <a:pt x="66" y="40"/>
                    </a:cubicBezTo>
                    <a:cubicBezTo>
                      <a:pt x="66" y="40"/>
                      <a:pt x="66" y="40"/>
                      <a:pt x="66" y="40"/>
                    </a:cubicBezTo>
                    <a:cubicBezTo>
                      <a:pt x="58" y="40"/>
                      <a:pt x="58" y="40"/>
                      <a:pt x="58" y="40"/>
                    </a:cubicBezTo>
                    <a:cubicBezTo>
                      <a:pt x="58" y="57"/>
                      <a:pt x="58" y="57"/>
                      <a:pt x="58" y="57"/>
                    </a:cubicBezTo>
                    <a:cubicBezTo>
                      <a:pt x="69" y="57"/>
                      <a:pt x="69" y="57"/>
                      <a:pt x="69" y="57"/>
                    </a:cubicBezTo>
                    <a:cubicBezTo>
                      <a:pt x="71" y="57"/>
                      <a:pt x="72" y="55"/>
                      <a:pt x="72" y="53"/>
                    </a:cubicBezTo>
                    <a:cubicBezTo>
                      <a:pt x="72" y="45"/>
                      <a:pt x="72" y="45"/>
                      <a:pt x="72" y="45"/>
                    </a:cubicBezTo>
                    <a:lnTo>
                      <a:pt x="72" y="20"/>
                    </a:lnTo>
                    <a:close/>
                    <a:moveTo>
                      <a:pt x="58" y="0"/>
                    </a:moveTo>
                    <a:cubicBezTo>
                      <a:pt x="58" y="0"/>
                      <a:pt x="58" y="0"/>
                      <a:pt x="58" y="0"/>
                    </a:cubicBezTo>
                    <a:cubicBezTo>
                      <a:pt x="36" y="0"/>
                      <a:pt x="36" y="0"/>
                      <a:pt x="36" y="0"/>
                    </a:cubicBezTo>
                    <a:cubicBezTo>
                      <a:pt x="36" y="4"/>
                      <a:pt x="36" y="4"/>
                      <a:pt x="36" y="4"/>
                    </a:cubicBezTo>
                    <a:cubicBezTo>
                      <a:pt x="54" y="4"/>
                      <a:pt x="54" y="4"/>
                      <a:pt x="54" y="4"/>
                    </a:cubicBezTo>
                    <a:cubicBezTo>
                      <a:pt x="58" y="13"/>
                      <a:pt x="58" y="13"/>
                      <a:pt x="58" y="13"/>
                    </a:cubicBezTo>
                    <a:cubicBezTo>
                      <a:pt x="58" y="0"/>
                      <a:pt x="58" y="0"/>
                      <a:pt x="58" y="0"/>
                    </a:cubicBezTo>
                    <a:close/>
                    <a:moveTo>
                      <a:pt x="36" y="45"/>
                    </a:moveTo>
                    <a:cubicBezTo>
                      <a:pt x="55" y="45"/>
                      <a:pt x="55" y="45"/>
                      <a:pt x="55" y="45"/>
                    </a:cubicBezTo>
                    <a:cubicBezTo>
                      <a:pt x="55" y="53"/>
                      <a:pt x="55" y="53"/>
                      <a:pt x="55" y="53"/>
                    </a:cubicBezTo>
                    <a:cubicBezTo>
                      <a:pt x="55" y="55"/>
                      <a:pt x="56" y="57"/>
                      <a:pt x="58" y="57"/>
                    </a:cubicBezTo>
                    <a:cubicBezTo>
                      <a:pt x="58" y="57"/>
                      <a:pt x="58" y="57"/>
                      <a:pt x="58" y="57"/>
                    </a:cubicBezTo>
                    <a:cubicBezTo>
                      <a:pt x="58" y="40"/>
                      <a:pt x="58" y="40"/>
                      <a:pt x="58" y="40"/>
                    </a:cubicBezTo>
                    <a:cubicBezTo>
                      <a:pt x="51" y="40"/>
                      <a:pt x="51" y="40"/>
                      <a:pt x="51" y="40"/>
                    </a:cubicBezTo>
                    <a:cubicBezTo>
                      <a:pt x="51" y="32"/>
                      <a:pt x="51" y="32"/>
                      <a:pt x="51" y="32"/>
                    </a:cubicBezTo>
                    <a:cubicBezTo>
                      <a:pt x="58" y="32"/>
                      <a:pt x="58" y="32"/>
                      <a:pt x="58" y="32"/>
                    </a:cubicBezTo>
                    <a:cubicBezTo>
                      <a:pt x="58" y="16"/>
                      <a:pt x="58" y="16"/>
                      <a:pt x="58" y="16"/>
                    </a:cubicBezTo>
                    <a:cubicBezTo>
                      <a:pt x="36" y="16"/>
                      <a:pt x="36" y="16"/>
                      <a:pt x="36" y="16"/>
                    </a:cubicBezTo>
                    <a:lnTo>
                      <a:pt x="36" y="45"/>
                    </a:lnTo>
                    <a:close/>
                    <a:moveTo>
                      <a:pt x="36" y="0"/>
                    </a:moveTo>
                    <a:cubicBezTo>
                      <a:pt x="14" y="0"/>
                      <a:pt x="14" y="0"/>
                      <a:pt x="14" y="0"/>
                    </a:cubicBezTo>
                    <a:cubicBezTo>
                      <a:pt x="14" y="0"/>
                      <a:pt x="14" y="0"/>
                      <a:pt x="14" y="0"/>
                    </a:cubicBezTo>
                    <a:cubicBezTo>
                      <a:pt x="14" y="13"/>
                      <a:pt x="14" y="13"/>
                      <a:pt x="14" y="13"/>
                    </a:cubicBezTo>
                    <a:cubicBezTo>
                      <a:pt x="18" y="4"/>
                      <a:pt x="18" y="4"/>
                      <a:pt x="18" y="4"/>
                    </a:cubicBezTo>
                    <a:cubicBezTo>
                      <a:pt x="18" y="4"/>
                      <a:pt x="18" y="4"/>
                      <a:pt x="18" y="4"/>
                    </a:cubicBezTo>
                    <a:cubicBezTo>
                      <a:pt x="36" y="4"/>
                      <a:pt x="36" y="4"/>
                      <a:pt x="36" y="4"/>
                    </a:cubicBezTo>
                    <a:cubicBezTo>
                      <a:pt x="36" y="0"/>
                      <a:pt x="36" y="0"/>
                      <a:pt x="36" y="0"/>
                    </a:cubicBezTo>
                    <a:close/>
                    <a:moveTo>
                      <a:pt x="14" y="57"/>
                    </a:moveTo>
                    <a:cubicBezTo>
                      <a:pt x="14" y="57"/>
                      <a:pt x="14" y="57"/>
                      <a:pt x="14" y="57"/>
                    </a:cubicBezTo>
                    <a:cubicBezTo>
                      <a:pt x="16" y="57"/>
                      <a:pt x="17" y="55"/>
                      <a:pt x="17" y="53"/>
                    </a:cubicBezTo>
                    <a:cubicBezTo>
                      <a:pt x="17" y="45"/>
                      <a:pt x="17" y="45"/>
                      <a:pt x="17" y="45"/>
                    </a:cubicBezTo>
                    <a:cubicBezTo>
                      <a:pt x="36" y="45"/>
                      <a:pt x="36" y="45"/>
                      <a:pt x="36" y="45"/>
                    </a:cubicBezTo>
                    <a:cubicBezTo>
                      <a:pt x="36" y="16"/>
                      <a:pt x="36" y="16"/>
                      <a:pt x="36" y="16"/>
                    </a:cubicBezTo>
                    <a:cubicBezTo>
                      <a:pt x="14" y="16"/>
                      <a:pt x="14" y="16"/>
                      <a:pt x="14" y="16"/>
                    </a:cubicBezTo>
                    <a:cubicBezTo>
                      <a:pt x="14" y="32"/>
                      <a:pt x="14" y="32"/>
                      <a:pt x="14" y="32"/>
                    </a:cubicBezTo>
                    <a:cubicBezTo>
                      <a:pt x="21" y="32"/>
                      <a:pt x="21" y="32"/>
                      <a:pt x="21" y="32"/>
                    </a:cubicBezTo>
                    <a:cubicBezTo>
                      <a:pt x="21" y="40"/>
                      <a:pt x="21" y="40"/>
                      <a:pt x="21" y="40"/>
                    </a:cubicBezTo>
                    <a:cubicBezTo>
                      <a:pt x="21" y="40"/>
                      <a:pt x="21" y="40"/>
                      <a:pt x="21" y="40"/>
                    </a:cubicBezTo>
                    <a:cubicBezTo>
                      <a:pt x="14" y="40"/>
                      <a:pt x="14" y="40"/>
                      <a:pt x="14" y="40"/>
                    </a:cubicBezTo>
                    <a:lnTo>
                      <a:pt x="14" y="57"/>
                    </a:lnTo>
                    <a:close/>
                    <a:moveTo>
                      <a:pt x="14" y="0"/>
                    </a:moveTo>
                    <a:cubicBezTo>
                      <a:pt x="7" y="13"/>
                      <a:pt x="7" y="13"/>
                      <a:pt x="7" y="13"/>
                    </a:cubicBezTo>
                    <a:cubicBezTo>
                      <a:pt x="0" y="20"/>
                      <a:pt x="0" y="20"/>
                      <a:pt x="0" y="20"/>
                    </a:cubicBezTo>
                    <a:cubicBezTo>
                      <a:pt x="0" y="44"/>
                      <a:pt x="0" y="44"/>
                      <a:pt x="0" y="44"/>
                    </a:cubicBezTo>
                    <a:cubicBezTo>
                      <a:pt x="0" y="45"/>
                      <a:pt x="0" y="45"/>
                      <a:pt x="0" y="45"/>
                    </a:cubicBezTo>
                    <a:cubicBezTo>
                      <a:pt x="0" y="53"/>
                      <a:pt x="0" y="53"/>
                      <a:pt x="0" y="53"/>
                    </a:cubicBezTo>
                    <a:cubicBezTo>
                      <a:pt x="0" y="55"/>
                      <a:pt x="2" y="57"/>
                      <a:pt x="3" y="57"/>
                    </a:cubicBezTo>
                    <a:cubicBezTo>
                      <a:pt x="14" y="57"/>
                      <a:pt x="14" y="57"/>
                      <a:pt x="14" y="57"/>
                    </a:cubicBezTo>
                    <a:cubicBezTo>
                      <a:pt x="14" y="40"/>
                      <a:pt x="14" y="40"/>
                      <a:pt x="14" y="40"/>
                    </a:cubicBezTo>
                    <a:cubicBezTo>
                      <a:pt x="7" y="40"/>
                      <a:pt x="7" y="40"/>
                      <a:pt x="7" y="40"/>
                    </a:cubicBezTo>
                    <a:cubicBezTo>
                      <a:pt x="7" y="32"/>
                      <a:pt x="7" y="32"/>
                      <a:pt x="7" y="32"/>
                    </a:cubicBezTo>
                    <a:cubicBezTo>
                      <a:pt x="14" y="32"/>
                      <a:pt x="14" y="32"/>
                      <a:pt x="14" y="32"/>
                    </a:cubicBezTo>
                    <a:cubicBezTo>
                      <a:pt x="14" y="16"/>
                      <a:pt x="14" y="16"/>
                      <a:pt x="14" y="16"/>
                    </a:cubicBezTo>
                    <a:cubicBezTo>
                      <a:pt x="12" y="16"/>
                      <a:pt x="12" y="16"/>
                      <a:pt x="12" y="16"/>
                    </a:cubicBezTo>
                    <a:cubicBezTo>
                      <a:pt x="14" y="13"/>
                      <a:pt x="14" y="13"/>
                      <a:pt x="14" y="13"/>
                    </a:cubicBez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83" name="Freeform 205"/>
              <p:cNvSpPr>
                <a:spLocks/>
              </p:cNvSpPr>
              <p:nvPr/>
            </p:nvSpPr>
            <p:spPr bwMode="auto">
              <a:xfrm>
                <a:off x="-5395913" y="1295400"/>
                <a:ext cx="112713" cy="77788"/>
              </a:xfrm>
              <a:custGeom>
                <a:avLst/>
                <a:gdLst>
                  <a:gd name="T0" fmla="*/ 19 w 30"/>
                  <a:gd name="T1" fmla="*/ 6 h 21"/>
                  <a:gd name="T2" fmla="*/ 26 w 30"/>
                  <a:gd name="T3" fmla="*/ 2 h 21"/>
                  <a:gd name="T4" fmla="*/ 30 w 30"/>
                  <a:gd name="T5" fmla="*/ 1 h 21"/>
                  <a:gd name="T6" fmla="*/ 18 w 30"/>
                  <a:gd name="T7" fmla="*/ 2 h 21"/>
                  <a:gd name="T8" fmla="*/ 9 w 30"/>
                  <a:gd name="T9" fmla="*/ 8 h 21"/>
                  <a:gd name="T10" fmla="*/ 6 w 30"/>
                  <a:gd name="T11" fmla="*/ 14 h 21"/>
                  <a:gd name="T12" fmla="*/ 0 w 30"/>
                  <a:gd name="T13" fmla="*/ 21 h 21"/>
                  <a:gd name="T14" fmla="*/ 10 w 30"/>
                  <a:gd name="T15" fmla="*/ 17 h 21"/>
                  <a:gd name="T16" fmla="*/ 19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9" y="6"/>
                    </a:moveTo>
                    <a:cubicBezTo>
                      <a:pt x="21" y="4"/>
                      <a:pt x="24" y="3"/>
                      <a:pt x="26" y="2"/>
                    </a:cubicBezTo>
                    <a:cubicBezTo>
                      <a:pt x="27" y="2"/>
                      <a:pt x="29" y="1"/>
                      <a:pt x="30" y="1"/>
                    </a:cubicBezTo>
                    <a:cubicBezTo>
                      <a:pt x="26" y="0"/>
                      <a:pt x="21" y="0"/>
                      <a:pt x="18" y="2"/>
                    </a:cubicBezTo>
                    <a:cubicBezTo>
                      <a:pt x="14" y="3"/>
                      <a:pt x="11" y="5"/>
                      <a:pt x="9" y="8"/>
                    </a:cubicBezTo>
                    <a:cubicBezTo>
                      <a:pt x="8" y="10"/>
                      <a:pt x="7" y="12"/>
                      <a:pt x="6" y="14"/>
                    </a:cubicBezTo>
                    <a:cubicBezTo>
                      <a:pt x="5" y="17"/>
                      <a:pt x="3" y="20"/>
                      <a:pt x="0" y="21"/>
                    </a:cubicBezTo>
                    <a:cubicBezTo>
                      <a:pt x="4" y="21"/>
                      <a:pt x="7" y="19"/>
                      <a:pt x="10" y="17"/>
                    </a:cubicBezTo>
                    <a:cubicBezTo>
                      <a:pt x="14" y="14"/>
                      <a:pt x="16" y="10"/>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84" name="Freeform 206"/>
              <p:cNvSpPr>
                <a:spLocks/>
              </p:cNvSpPr>
              <p:nvPr/>
            </p:nvSpPr>
            <p:spPr bwMode="auto">
              <a:xfrm>
                <a:off x="-5389563" y="1298575"/>
                <a:ext cx="147638" cy="98425"/>
              </a:xfrm>
              <a:custGeom>
                <a:avLst/>
                <a:gdLst>
                  <a:gd name="T0" fmla="*/ 25 w 39"/>
                  <a:gd name="T1" fmla="*/ 3 h 26"/>
                  <a:gd name="T2" fmla="*/ 16 w 39"/>
                  <a:gd name="T3" fmla="*/ 11 h 26"/>
                  <a:gd name="T4" fmla="*/ 8 w 39"/>
                  <a:gd name="T5" fmla="*/ 19 h 26"/>
                  <a:gd name="T6" fmla="*/ 0 w 39"/>
                  <a:gd name="T7" fmla="*/ 22 h 26"/>
                  <a:gd name="T8" fmla="*/ 21 w 39"/>
                  <a:gd name="T9" fmla="*/ 22 h 26"/>
                  <a:gd name="T10" fmla="*/ 33 w 39"/>
                  <a:gd name="T11" fmla="*/ 7 h 26"/>
                  <a:gd name="T12" fmla="*/ 37 w 39"/>
                  <a:gd name="T13" fmla="*/ 2 h 26"/>
                  <a:gd name="T14" fmla="*/ 39 w 39"/>
                  <a:gd name="T15" fmla="*/ 0 h 26"/>
                  <a:gd name="T16" fmla="*/ 25 w 39"/>
                  <a:gd name="T1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25" y="3"/>
                    </a:moveTo>
                    <a:cubicBezTo>
                      <a:pt x="21" y="5"/>
                      <a:pt x="19" y="8"/>
                      <a:pt x="16" y="11"/>
                    </a:cubicBezTo>
                    <a:cubicBezTo>
                      <a:pt x="14" y="14"/>
                      <a:pt x="11" y="17"/>
                      <a:pt x="8" y="19"/>
                    </a:cubicBezTo>
                    <a:cubicBezTo>
                      <a:pt x="6" y="20"/>
                      <a:pt x="3" y="22"/>
                      <a:pt x="0" y="22"/>
                    </a:cubicBezTo>
                    <a:cubicBezTo>
                      <a:pt x="7" y="26"/>
                      <a:pt x="15" y="26"/>
                      <a:pt x="21" y="22"/>
                    </a:cubicBezTo>
                    <a:cubicBezTo>
                      <a:pt x="27" y="18"/>
                      <a:pt x="30" y="12"/>
                      <a:pt x="33" y="7"/>
                    </a:cubicBezTo>
                    <a:cubicBezTo>
                      <a:pt x="34" y="5"/>
                      <a:pt x="35" y="3"/>
                      <a:pt x="37" y="2"/>
                    </a:cubicBezTo>
                    <a:cubicBezTo>
                      <a:pt x="37" y="1"/>
                      <a:pt x="39" y="0"/>
                      <a:pt x="39" y="0"/>
                    </a:cubicBezTo>
                    <a:cubicBezTo>
                      <a:pt x="34" y="0"/>
                      <a:pt x="30" y="0"/>
                      <a:pt x="2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85" name="Freeform 207"/>
              <p:cNvSpPr>
                <a:spLocks/>
              </p:cNvSpPr>
              <p:nvPr/>
            </p:nvSpPr>
            <p:spPr bwMode="auto">
              <a:xfrm>
                <a:off x="-5395913" y="1212850"/>
                <a:ext cx="93663" cy="66675"/>
              </a:xfrm>
              <a:custGeom>
                <a:avLst/>
                <a:gdLst>
                  <a:gd name="T0" fmla="*/ 8 w 25"/>
                  <a:gd name="T1" fmla="*/ 7 h 18"/>
                  <a:gd name="T2" fmla="*/ 5 w 25"/>
                  <a:gd name="T3" fmla="*/ 12 h 18"/>
                  <a:gd name="T4" fmla="*/ 0 w 25"/>
                  <a:gd name="T5" fmla="*/ 18 h 18"/>
                  <a:gd name="T6" fmla="*/ 9 w 25"/>
                  <a:gd name="T7" fmla="*/ 15 h 18"/>
                  <a:gd name="T8" fmla="*/ 17 w 25"/>
                  <a:gd name="T9" fmla="*/ 5 h 18"/>
                  <a:gd name="T10" fmla="*/ 22 w 25"/>
                  <a:gd name="T11" fmla="*/ 2 h 18"/>
                  <a:gd name="T12" fmla="*/ 25 w 25"/>
                  <a:gd name="T13" fmla="*/ 1 h 18"/>
                  <a:gd name="T14" fmla="*/ 15 w 25"/>
                  <a:gd name="T15" fmla="*/ 1 h 18"/>
                  <a:gd name="T16" fmla="*/ 8 w 25"/>
                  <a:gd name="T1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8">
                    <a:moveTo>
                      <a:pt x="8" y="7"/>
                    </a:moveTo>
                    <a:cubicBezTo>
                      <a:pt x="7" y="9"/>
                      <a:pt x="6" y="10"/>
                      <a:pt x="5" y="12"/>
                    </a:cubicBezTo>
                    <a:cubicBezTo>
                      <a:pt x="4" y="14"/>
                      <a:pt x="3" y="17"/>
                      <a:pt x="0" y="18"/>
                    </a:cubicBezTo>
                    <a:cubicBezTo>
                      <a:pt x="3" y="18"/>
                      <a:pt x="6" y="17"/>
                      <a:pt x="9" y="15"/>
                    </a:cubicBezTo>
                    <a:cubicBezTo>
                      <a:pt x="12" y="12"/>
                      <a:pt x="14" y="8"/>
                      <a:pt x="17" y="5"/>
                    </a:cubicBezTo>
                    <a:cubicBezTo>
                      <a:pt x="18" y="4"/>
                      <a:pt x="20" y="3"/>
                      <a:pt x="22" y="2"/>
                    </a:cubicBezTo>
                    <a:cubicBezTo>
                      <a:pt x="23" y="1"/>
                      <a:pt x="25" y="0"/>
                      <a:pt x="25" y="1"/>
                    </a:cubicBezTo>
                    <a:cubicBezTo>
                      <a:pt x="22" y="0"/>
                      <a:pt x="18" y="0"/>
                      <a:pt x="15" y="1"/>
                    </a:cubicBezTo>
                    <a:cubicBezTo>
                      <a:pt x="12" y="2"/>
                      <a:pt x="10" y="5"/>
                      <a:pt x="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86" name="Freeform 208"/>
              <p:cNvSpPr>
                <a:spLocks/>
              </p:cNvSpPr>
              <p:nvPr/>
            </p:nvSpPr>
            <p:spPr bwMode="auto">
              <a:xfrm>
                <a:off x="-5389563" y="1216025"/>
                <a:ext cx="123825" cy="82550"/>
              </a:xfrm>
              <a:custGeom>
                <a:avLst/>
                <a:gdLst>
                  <a:gd name="T0" fmla="*/ 32 w 33"/>
                  <a:gd name="T1" fmla="*/ 1 h 22"/>
                  <a:gd name="T2" fmla="*/ 33 w 33"/>
                  <a:gd name="T3" fmla="*/ 0 h 22"/>
                  <a:gd name="T4" fmla="*/ 22 w 33"/>
                  <a:gd name="T5" fmla="*/ 2 h 22"/>
                  <a:gd name="T6" fmla="*/ 13 w 33"/>
                  <a:gd name="T7" fmla="*/ 9 h 22"/>
                  <a:gd name="T8" fmla="*/ 7 w 33"/>
                  <a:gd name="T9" fmla="*/ 16 h 22"/>
                  <a:gd name="T10" fmla="*/ 0 w 33"/>
                  <a:gd name="T11" fmla="*/ 19 h 22"/>
                  <a:gd name="T12" fmla="*/ 18 w 33"/>
                  <a:gd name="T13" fmla="*/ 19 h 22"/>
                  <a:gd name="T14" fmla="*/ 28 w 33"/>
                  <a:gd name="T15" fmla="*/ 5 h 22"/>
                  <a:gd name="T16" fmla="*/ 32 w 33"/>
                  <a:gd name="T17"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2">
                    <a:moveTo>
                      <a:pt x="32" y="1"/>
                    </a:moveTo>
                    <a:cubicBezTo>
                      <a:pt x="32" y="1"/>
                      <a:pt x="33" y="0"/>
                      <a:pt x="33" y="0"/>
                    </a:cubicBezTo>
                    <a:cubicBezTo>
                      <a:pt x="29" y="0"/>
                      <a:pt x="25" y="0"/>
                      <a:pt x="22" y="2"/>
                    </a:cubicBezTo>
                    <a:cubicBezTo>
                      <a:pt x="18" y="4"/>
                      <a:pt x="16" y="6"/>
                      <a:pt x="13" y="9"/>
                    </a:cubicBezTo>
                    <a:cubicBezTo>
                      <a:pt x="12" y="12"/>
                      <a:pt x="10" y="14"/>
                      <a:pt x="7" y="16"/>
                    </a:cubicBezTo>
                    <a:cubicBezTo>
                      <a:pt x="5" y="17"/>
                      <a:pt x="2" y="19"/>
                      <a:pt x="0" y="19"/>
                    </a:cubicBezTo>
                    <a:cubicBezTo>
                      <a:pt x="6" y="22"/>
                      <a:pt x="13" y="22"/>
                      <a:pt x="18" y="19"/>
                    </a:cubicBezTo>
                    <a:cubicBezTo>
                      <a:pt x="23" y="16"/>
                      <a:pt x="25" y="10"/>
                      <a:pt x="28" y="5"/>
                    </a:cubicBezTo>
                    <a:cubicBezTo>
                      <a:pt x="29" y="4"/>
                      <a:pt x="30" y="2"/>
                      <a:pt x="3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87" name="Freeform 209"/>
              <p:cNvSpPr>
                <a:spLocks/>
              </p:cNvSpPr>
              <p:nvPr/>
            </p:nvSpPr>
            <p:spPr bwMode="auto">
              <a:xfrm>
                <a:off x="-5519738" y="1295400"/>
                <a:ext cx="112713" cy="77788"/>
              </a:xfrm>
              <a:custGeom>
                <a:avLst/>
                <a:gdLst>
                  <a:gd name="T0" fmla="*/ 11 w 30"/>
                  <a:gd name="T1" fmla="*/ 6 h 21"/>
                  <a:gd name="T2" fmla="*/ 20 w 30"/>
                  <a:gd name="T3" fmla="*/ 17 h 21"/>
                  <a:gd name="T4" fmla="*/ 30 w 30"/>
                  <a:gd name="T5" fmla="*/ 21 h 21"/>
                  <a:gd name="T6" fmla="*/ 24 w 30"/>
                  <a:gd name="T7" fmla="*/ 14 h 21"/>
                  <a:gd name="T8" fmla="*/ 20 w 30"/>
                  <a:gd name="T9" fmla="*/ 8 h 21"/>
                  <a:gd name="T10" fmla="*/ 12 w 30"/>
                  <a:gd name="T11" fmla="*/ 2 h 21"/>
                  <a:gd name="T12" fmla="*/ 0 w 30"/>
                  <a:gd name="T13" fmla="*/ 1 h 21"/>
                  <a:gd name="T14" fmla="*/ 4 w 30"/>
                  <a:gd name="T15" fmla="*/ 2 h 21"/>
                  <a:gd name="T16" fmla="*/ 11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1" y="6"/>
                    </a:moveTo>
                    <a:cubicBezTo>
                      <a:pt x="14" y="10"/>
                      <a:pt x="16" y="14"/>
                      <a:pt x="20" y="17"/>
                    </a:cubicBezTo>
                    <a:cubicBezTo>
                      <a:pt x="23" y="19"/>
                      <a:pt x="26" y="21"/>
                      <a:pt x="30" y="21"/>
                    </a:cubicBezTo>
                    <a:cubicBezTo>
                      <a:pt x="27" y="20"/>
                      <a:pt x="25" y="17"/>
                      <a:pt x="24" y="14"/>
                    </a:cubicBezTo>
                    <a:cubicBezTo>
                      <a:pt x="23" y="12"/>
                      <a:pt x="22" y="10"/>
                      <a:pt x="20" y="8"/>
                    </a:cubicBezTo>
                    <a:cubicBezTo>
                      <a:pt x="18" y="5"/>
                      <a:pt x="16" y="3"/>
                      <a:pt x="12" y="2"/>
                    </a:cubicBezTo>
                    <a:cubicBezTo>
                      <a:pt x="8" y="0"/>
                      <a:pt x="4" y="0"/>
                      <a:pt x="0" y="1"/>
                    </a:cubicBezTo>
                    <a:cubicBezTo>
                      <a:pt x="1" y="1"/>
                      <a:pt x="3" y="2"/>
                      <a:pt x="4" y="2"/>
                    </a:cubicBezTo>
                    <a:cubicBezTo>
                      <a:pt x="6" y="3"/>
                      <a:pt x="9" y="4"/>
                      <a:pt x="1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88" name="Freeform 210"/>
              <p:cNvSpPr>
                <a:spLocks/>
              </p:cNvSpPr>
              <p:nvPr/>
            </p:nvSpPr>
            <p:spPr bwMode="auto">
              <a:xfrm>
                <a:off x="-5561013" y="1298575"/>
                <a:ext cx="146050" cy="98425"/>
              </a:xfrm>
              <a:custGeom>
                <a:avLst/>
                <a:gdLst>
                  <a:gd name="T0" fmla="*/ 6 w 39"/>
                  <a:gd name="T1" fmla="*/ 7 h 26"/>
                  <a:gd name="T2" fmla="*/ 17 w 39"/>
                  <a:gd name="T3" fmla="*/ 22 h 26"/>
                  <a:gd name="T4" fmla="*/ 39 w 39"/>
                  <a:gd name="T5" fmla="*/ 22 h 26"/>
                  <a:gd name="T6" fmla="*/ 30 w 39"/>
                  <a:gd name="T7" fmla="*/ 19 h 26"/>
                  <a:gd name="T8" fmla="*/ 23 w 39"/>
                  <a:gd name="T9" fmla="*/ 11 h 26"/>
                  <a:gd name="T10" fmla="*/ 13 w 39"/>
                  <a:gd name="T11" fmla="*/ 3 h 26"/>
                  <a:gd name="T12" fmla="*/ 0 w 39"/>
                  <a:gd name="T13" fmla="*/ 0 h 26"/>
                  <a:gd name="T14" fmla="*/ 2 w 39"/>
                  <a:gd name="T15" fmla="*/ 2 h 26"/>
                  <a:gd name="T16" fmla="*/ 6 w 39"/>
                  <a:gd name="T17"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6" y="7"/>
                    </a:moveTo>
                    <a:cubicBezTo>
                      <a:pt x="9" y="12"/>
                      <a:pt x="11" y="18"/>
                      <a:pt x="17" y="22"/>
                    </a:cubicBezTo>
                    <a:cubicBezTo>
                      <a:pt x="24" y="26"/>
                      <a:pt x="32" y="26"/>
                      <a:pt x="39" y="22"/>
                    </a:cubicBezTo>
                    <a:cubicBezTo>
                      <a:pt x="36" y="22"/>
                      <a:pt x="33" y="20"/>
                      <a:pt x="30" y="19"/>
                    </a:cubicBezTo>
                    <a:cubicBezTo>
                      <a:pt x="28" y="17"/>
                      <a:pt x="25" y="14"/>
                      <a:pt x="23" y="11"/>
                    </a:cubicBezTo>
                    <a:cubicBezTo>
                      <a:pt x="20" y="8"/>
                      <a:pt x="18" y="5"/>
                      <a:pt x="13" y="3"/>
                    </a:cubicBezTo>
                    <a:cubicBezTo>
                      <a:pt x="9" y="0"/>
                      <a:pt x="4" y="0"/>
                      <a:pt x="0" y="0"/>
                    </a:cubicBezTo>
                    <a:cubicBezTo>
                      <a:pt x="0" y="0"/>
                      <a:pt x="1" y="1"/>
                      <a:pt x="2" y="2"/>
                    </a:cubicBezTo>
                    <a:cubicBezTo>
                      <a:pt x="3" y="3"/>
                      <a:pt x="5" y="5"/>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89" name="Freeform 211"/>
              <p:cNvSpPr>
                <a:spLocks/>
              </p:cNvSpPr>
              <p:nvPr/>
            </p:nvSpPr>
            <p:spPr bwMode="auto">
              <a:xfrm>
                <a:off x="-5505450" y="1212850"/>
                <a:ext cx="98425" cy="66675"/>
              </a:xfrm>
              <a:custGeom>
                <a:avLst/>
                <a:gdLst>
                  <a:gd name="T0" fmla="*/ 11 w 26"/>
                  <a:gd name="T1" fmla="*/ 1 h 18"/>
                  <a:gd name="T2" fmla="*/ 0 w 26"/>
                  <a:gd name="T3" fmla="*/ 1 h 18"/>
                  <a:gd name="T4" fmla="*/ 3 w 26"/>
                  <a:gd name="T5" fmla="*/ 2 h 18"/>
                  <a:gd name="T6" fmla="*/ 9 w 26"/>
                  <a:gd name="T7" fmla="*/ 5 h 18"/>
                  <a:gd name="T8" fmla="*/ 17 w 26"/>
                  <a:gd name="T9" fmla="*/ 15 h 18"/>
                  <a:gd name="T10" fmla="*/ 26 w 26"/>
                  <a:gd name="T11" fmla="*/ 18 h 18"/>
                  <a:gd name="T12" fmla="*/ 21 w 26"/>
                  <a:gd name="T13" fmla="*/ 12 h 18"/>
                  <a:gd name="T14" fmla="*/ 18 w 26"/>
                  <a:gd name="T15" fmla="*/ 7 h 18"/>
                  <a:gd name="T16" fmla="*/ 11 w 26"/>
                  <a:gd name="T1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8">
                    <a:moveTo>
                      <a:pt x="11" y="1"/>
                    </a:moveTo>
                    <a:cubicBezTo>
                      <a:pt x="7" y="0"/>
                      <a:pt x="4" y="0"/>
                      <a:pt x="0" y="1"/>
                    </a:cubicBezTo>
                    <a:cubicBezTo>
                      <a:pt x="1" y="0"/>
                      <a:pt x="3" y="1"/>
                      <a:pt x="3" y="2"/>
                    </a:cubicBezTo>
                    <a:cubicBezTo>
                      <a:pt x="5" y="3"/>
                      <a:pt x="8" y="4"/>
                      <a:pt x="9" y="5"/>
                    </a:cubicBezTo>
                    <a:cubicBezTo>
                      <a:pt x="12" y="8"/>
                      <a:pt x="14" y="12"/>
                      <a:pt x="17" y="15"/>
                    </a:cubicBezTo>
                    <a:cubicBezTo>
                      <a:pt x="20" y="17"/>
                      <a:pt x="23" y="18"/>
                      <a:pt x="26" y="18"/>
                    </a:cubicBezTo>
                    <a:cubicBezTo>
                      <a:pt x="23" y="17"/>
                      <a:pt x="22" y="14"/>
                      <a:pt x="21" y="12"/>
                    </a:cubicBezTo>
                    <a:cubicBezTo>
                      <a:pt x="20" y="10"/>
                      <a:pt x="19" y="9"/>
                      <a:pt x="18" y="7"/>
                    </a:cubicBezTo>
                    <a:cubicBezTo>
                      <a:pt x="16" y="5"/>
                      <a:pt x="14" y="2"/>
                      <a:pt x="1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90" name="Freeform 212"/>
              <p:cNvSpPr>
                <a:spLocks/>
              </p:cNvSpPr>
              <p:nvPr/>
            </p:nvSpPr>
            <p:spPr bwMode="auto">
              <a:xfrm>
                <a:off x="-5543550" y="1216025"/>
                <a:ext cx="128588" cy="82550"/>
              </a:xfrm>
              <a:custGeom>
                <a:avLst/>
                <a:gdLst>
                  <a:gd name="T0" fmla="*/ 0 w 34"/>
                  <a:gd name="T1" fmla="*/ 0 h 22"/>
                  <a:gd name="T2" fmla="*/ 2 w 34"/>
                  <a:gd name="T3" fmla="*/ 1 h 22"/>
                  <a:gd name="T4" fmla="*/ 6 w 34"/>
                  <a:gd name="T5" fmla="*/ 5 h 22"/>
                  <a:gd name="T6" fmla="*/ 16 w 34"/>
                  <a:gd name="T7" fmla="*/ 19 h 22"/>
                  <a:gd name="T8" fmla="*/ 34 w 34"/>
                  <a:gd name="T9" fmla="*/ 19 h 22"/>
                  <a:gd name="T10" fmla="*/ 27 w 34"/>
                  <a:gd name="T11" fmla="*/ 16 h 22"/>
                  <a:gd name="T12" fmla="*/ 20 w 34"/>
                  <a:gd name="T13" fmla="*/ 9 h 22"/>
                  <a:gd name="T14" fmla="*/ 12 w 34"/>
                  <a:gd name="T15" fmla="*/ 2 h 22"/>
                  <a:gd name="T16" fmla="*/ 0 w 34"/>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2">
                    <a:moveTo>
                      <a:pt x="0" y="0"/>
                    </a:moveTo>
                    <a:cubicBezTo>
                      <a:pt x="1" y="0"/>
                      <a:pt x="2" y="1"/>
                      <a:pt x="2" y="1"/>
                    </a:cubicBezTo>
                    <a:cubicBezTo>
                      <a:pt x="4" y="2"/>
                      <a:pt x="5" y="4"/>
                      <a:pt x="6" y="5"/>
                    </a:cubicBezTo>
                    <a:cubicBezTo>
                      <a:pt x="9" y="10"/>
                      <a:pt x="10" y="16"/>
                      <a:pt x="16" y="19"/>
                    </a:cubicBezTo>
                    <a:cubicBezTo>
                      <a:pt x="21" y="22"/>
                      <a:pt x="28" y="22"/>
                      <a:pt x="34" y="19"/>
                    </a:cubicBezTo>
                    <a:cubicBezTo>
                      <a:pt x="31" y="19"/>
                      <a:pt x="29" y="17"/>
                      <a:pt x="27" y="16"/>
                    </a:cubicBezTo>
                    <a:cubicBezTo>
                      <a:pt x="24" y="14"/>
                      <a:pt x="22" y="12"/>
                      <a:pt x="20" y="9"/>
                    </a:cubicBezTo>
                    <a:cubicBezTo>
                      <a:pt x="18" y="6"/>
                      <a:pt x="16" y="4"/>
                      <a:pt x="12" y="2"/>
                    </a:cubicBezTo>
                    <a:cubicBezTo>
                      <a:pt x="9" y="0"/>
                      <a:pt x="4"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91" name="Freeform 213"/>
              <p:cNvSpPr>
                <a:spLocks/>
              </p:cNvSpPr>
              <p:nvPr/>
            </p:nvSpPr>
            <p:spPr bwMode="auto">
              <a:xfrm>
                <a:off x="-5403850" y="1152525"/>
                <a:ext cx="52388" cy="109538"/>
              </a:xfrm>
              <a:custGeom>
                <a:avLst/>
                <a:gdLst>
                  <a:gd name="T0" fmla="*/ 9 w 14"/>
                  <a:gd name="T1" fmla="*/ 10 h 29"/>
                  <a:gd name="T2" fmla="*/ 2 w 14"/>
                  <a:gd name="T3" fmla="*/ 20 h 29"/>
                  <a:gd name="T4" fmla="*/ 0 w 14"/>
                  <a:gd name="T5" fmla="*/ 29 h 29"/>
                  <a:gd name="T6" fmla="*/ 5 w 14"/>
                  <a:gd name="T7" fmla="*/ 23 h 29"/>
                  <a:gd name="T8" fmla="*/ 9 w 14"/>
                  <a:gd name="T9" fmla="*/ 19 h 29"/>
                  <a:gd name="T10" fmla="*/ 13 w 14"/>
                  <a:gd name="T11" fmla="*/ 11 h 29"/>
                  <a:gd name="T12" fmla="*/ 12 w 14"/>
                  <a:gd name="T13" fmla="*/ 0 h 29"/>
                  <a:gd name="T14" fmla="*/ 12 w 14"/>
                  <a:gd name="T15" fmla="*/ 4 h 29"/>
                  <a:gd name="T16" fmla="*/ 9 w 14"/>
                  <a:gd name="T1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9">
                    <a:moveTo>
                      <a:pt x="9" y="10"/>
                    </a:moveTo>
                    <a:cubicBezTo>
                      <a:pt x="7" y="13"/>
                      <a:pt x="4" y="16"/>
                      <a:pt x="2" y="20"/>
                    </a:cubicBezTo>
                    <a:cubicBezTo>
                      <a:pt x="1" y="23"/>
                      <a:pt x="0" y="26"/>
                      <a:pt x="0" y="29"/>
                    </a:cubicBezTo>
                    <a:cubicBezTo>
                      <a:pt x="0" y="26"/>
                      <a:pt x="3" y="24"/>
                      <a:pt x="5" y="23"/>
                    </a:cubicBezTo>
                    <a:cubicBezTo>
                      <a:pt x="7" y="21"/>
                      <a:pt x="8" y="20"/>
                      <a:pt x="9" y="19"/>
                    </a:cubicBezTo>
                    <a:cubicBezTo>
                      <a:pt x="11" y="16"/>
                      <a:pt x="13" y="14"/>
                      <a:pt x="13" y="11"/>
                    </a:cubicBezTo>
                    <a:cubicBezTo>
                      <a:pt x="14" y="7"/>
                      <a:pt x="13" y="4"/>
                      <a:pt x="12" y="0"/>
                    </a:cubicBezTo>
                    <a:cubicBezTo>
                      <a:pt x="12" y="1"/>
                      <a:pt x="12" y="3"/>
                      <a:pt x="12" y="4"/>
                    </a:cubicBezTo>
                    <a:cubicBezTo>
                      <a:pt x="11" y="6"/>
                      <a:pt x="10" y="8"/>
                      <a:pt x="9"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92" name="Freeform 214"/>
              <p:cNvSpPr>
                <a:spLocks/>
              </p:cNvSpPr>
              <p:nvPr/>
            </p:nvSpPr>
            <p:spPr bwMode="auto">
              <a:xfrm>
                <a:off x="-5434013" y="1119187"/>
                <a:ext cx="71438" cy="138113"/>
              </a:xfrm>
              <a:custGeom>
                <a:avLst/>
                <a:gdLst>
                  <a:gd name="T0" fmla="*/ 6 w 19"/>
                  <a:gd name="T1" fmla="*/ 37 h 37"/>
                  <a:gd name="T2" fmla="*/ 7 w 19"/>
                  <a:gd name="T3" fmla="*/ 29 h 37"/>
                  <a:gd name="T4" fmla="*/ 12 w 19"/>
                  <a:gd name="T5" fmla="*/ 22 h 37"/>
                  <a:gd name="T6" fmla="*/ 18 w 19"/>
                  <a:gd name="T7" fmla="*/ 12 h 37"/>
                  <a:gd name="T8" fmla="*/ 17 w 19"/>
                  <a:gd name="T9" fmla="*/ 0 h 37"/>
                  <a:gd name="T10" fmla="*/ 16 w 19"/>
                  <a:gd name="T11" fmla="*/ 2 h 37"/>
                  <a:gd name="T12" fmla="*/ 13 w 19"/>
                  <a:gd name="T13" fmla="*/ 6 h 37"/>
                  <a:gd name="T14" fmla="*/ 2 w 19"/>
                  <a:gd name="T15" fmla="*/ 19 h 37"/>
                  <a:gd name="T16" fmla="*/ 6 w 1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7">
                    <a:moveTo>
                      <a:pt x="6" y="37"/>
                    </a:moveTo>
                    <a:cubicBezTo>
                      <a:pt x="6" y="34"/>
                      <a:pt x="6" y="31"/>
                      <a:pt x="7" y="29"/>
                    </a:cubicBezTo>
                    <a:cubicBezTo>
                      <a:pt x="8" y="26"/>
                      <a:pt x="10" y="24"/>
                      <a:pt x="12" y="22"/>
                    </a:cubicBezTo>
                    <a:cubicBezTo>
                      <a:pt x="15" y="19"/>
                      <a:pt x="17" y="16"/>
                      <a:pt x="18" y="12"/>
                    </a:cubicBezTo>
                    <a:cubicBezTo>
                      <a:pt x="19" y="8"/>
                      <a:pt x="18" y="4"/>
                      <a:pt x="17" y="0"/>
                    </a:cubicBezTo>
                    <a:cubicBezTo>
                      <a:pt x="17" y="1"/>
                      <a:pt x="16" y="2"/>
                      <a:pt x="16" y="2"/>
                    </a:cubicBezTo>
                    <a:cubicBezTo>
                      <a:pt x="15" y="4"/>
                      <a:pt x="14" y="5"/>
                      <a:pt x="13" y="6"/>
                    </a:cubicBezTo>
                    <a:cubicBezTo>
                      <a:pt x="9" y="10"/>
                      <a:pt x="4" y="13"/>
                      <a:pt x="2" y="19"/>
                    </a:cubicBezTo>
                    <a:cubicBezTo>
                      <a:pt x="0" y="25"/>
                      <a:pt x="1" y="32"/>
                      <a:pt x="6"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93" name="Freeform 215"/>
              <p:cNvSpPr>
                <a:spLocks noEditPoints="1"/>
              </p:cNvSpPr>
              <p:nvPr/>
            </p:nvSpPr>
            <p:spPr bwMode="auto">
              <a:xfrm>
                <a:off x="-2192338" y="7464425"/>
                <a:ext cx="206375" cy="206375"/>
              </a:xfrm>
              <a:custGeom>
                <a:avLst/>
                <a:gdLst>
                  <a:gd name="T0" fmla="*/ 41 w 55"/>
                  <a:gd name="T1" fmla="*/ 51 h 55"/>
                  <a:gd name="T2" fmla="*/ 52 w 55"/>
                  <a:gd name="T3" fmla="*/ 41 h 55"/>
                  <a:gd name="T4" fmla="*/ 55 w 55"/>
                  <a:gd name="T5" fmla="*/ 33 h 55"/>
                  <a:gd name="T6" fmla="*/ 55 w 55"/>
                  <a:gd name="T7" fmla="*/ 22 h 55"/>
                  <a:gd name="T8" fmla="*/ 52 w 55"/>
                  <a:gd name="T9" fmla="*/ 14 h 55"/>
                  <a:gd name="T10" fmla="*/ 41 w 55"/>
                  <a:gd name="T11" fmla="*/ 4 h 55"/>
                  <a:gd name="T12" fmla="*/ 38 w 55"/>
                  <a:gd name="T13" fmla="*/ 2 h 55"/>
                  <a:gd name="T14" fmla="*/ 30 w 55"/>
                  <a:gd name="T15" fmla="*/ 0 h 55"/>
                  <a:gd name="T16" fmla="*/ 31 w 55"/>
                  <a:gd name="T17" fmla="*/ 3 h 55"/>
                  <a:gd name="T18" fmla="*/ 34 w 55"/>
                  <a:gd name="T19" fmla="*/ 3 h 55"/>
                  <a:gd name="T20" fmla="*/ 37 w 55"/>
                  <a:gd name="T21" fmla="*/ 4 h 55"/>
                  <a:gd name="T22" fmla="*/ 36 w 55"/>
                  <a:gd name="T23" fmla="*/ 5 h 55"/>
                  <a:gd name="T24" fmla="*/ 32 w 55"/>
                  <a:gd name="T25" fmla="*/ 6 h 55"/>
                  <a:gd name="T26" fmla="*/ 33 w 55"/>
                  <a:gd name="T27" fmla="*/ 9 h 55"/>
                  <a:gd name="T28" fmla="*/ 35 w 55"/>
                  <a:gd name="T29" fmla="*/ 11 h 55"/>
                  <a:gd name="T30" fmla="*/ 39 w 55"/>
                  <a:gd name="T31" fmla="*/ 6 h 55"/>
                  <a:gd name="T32" fmla="*/ 42 w 55"/>
                  <a:gd name="T33" fmla="*/ 7 h 55"/>
                  <a:gd name="T34" fmla="*/ 44 w 55"/>
                  <a:gd name="T35" fmla="*/ 8 h 55"/>
                  <a:gd name="T36" fmla="*/ 46 w 55"/>
                  <a:gd name="T37" fmla="*/ 12 h 55"/>
                  <a:gd name="T38" fmla="*/ 45 w 55"/>
                  <a:gd name="T39" fmla="*/ 13 h 55"/>
                  <a:gd name="T40" fmla="*/ 43 w 55"/>
                  <a:gd name="T41" fmla="*/ 12 h 55"/>
                  <a:gd name="T42" fmla="*/ 40 w 55"/>
                  <a:gd name="T43" fmla="*/ 13 h 55"/>
                  <a:gd name="T44" fmla="*/ 42 w 55"/>
                  <a:gd name="T45" fmla="*/ 14 h 55"/>
                  <a:gd name="T46" fmla="*/ 37 w 55"/>
                  <a:gd name="T47" fmla="*/ 16 h 55"/>
                  <a:gd name="T48" fmla="*/ 34 w 55"/>
                  <a:gd name="T49" fmla="*/ 18 h 55"/>
                  <a:gd name="T50" fmla="*/ 30 w 55"/>
                  <a:gd name="T51" fmla="*/ 21 h 55"/>
                  <a:gd name="T52" fmla="*/ 32 w 55"/>
                  <a:gd name="T53" fmla="*/ 33 h 55"/>
                  <a:gd name="T54" fmla="*/ 35 w 55"/>
                  <a:gd name="T55" fmla="*/ 34 h 55"/>
                  <a:gd name="T56" fmla="*/ 38 w 55"/>
                  <a:gd name="T57" fmla="*/ 35 h 55"/>
                  <a:gd name="T58" fmla="*/ 43 w 55"/>
                  <a:gd name="T59" fmla="*/ 37 h 55"/>
                  <a:gd name="T60" fmla="*/ 46 w 55"/>
                  <a:gd name="T61" fmla="*/ 40 h 55"/>
                  <a:gd name="T62" fmla="*/ 50 w 55"/>
                  <a:gd name="T63" fmla="*/ 41 h 55"/>
                  <a:gd name="T64" fmla="*/ 32 w 55"/>
                  <a:gd name="T65" fmla="*/ 48 h 55"/>
                  <a:gd name="T66" fmla="*/ 1 w 55"/>
                  <a:gd name="T67" fmla="*/ 24 h 55"/>
                  <a:gd name="T68" fmla="*/ 1 w 55"/>
                  <a:gd name="T69" fmla="*/ 35 h 55"/>
                  <a:gd name="T70" fmla="*/ 6 w 55"/>
                  <a:gd name="T71" fmla="*/ 45 h 55"/>
                  <a:gd name="T72" fmla="*/ 18 w 55"/>
                  <a:gd name="T73" fmla="*/ 53 h 55"/>
                  <a:gd name="T74" fmla="*/ 28 w 55"/>
                  <a:gd name="T75" fmla="*/ 44 h 55"/>
                  <a:gd name="T76" fmla="*/ 27 w 55"/>
                  <a:gd name="T77" fmla="*/ 39 h 55"/>
                  <a:gd name="T78" fmla="*/ 29 w 55"/>
                  <a:gd name="T79" fmla="*/ 35 h 55"/>
                  <a:gd name="T80" fmla="*/ 25 w 55"/>
                  <a:gd name="T81" fmla="*/ 34 h 55"/>
                  <a:gd name="T82" fmla="*/ 22 w 55"/>
                  <a:gd name="T83" fmla="*/ 32 h 55"/>
                  <a:gd name="T84" fmla="*/ 16 w 55"/>
                  <a:gd name="T85" fmla="*/ 29 h 55"/>
                  <a:gd name="T86" fmla="*/ 14 w 55"/>
                  <a:gd name="T87" fmla="*/ 25 h 55"/>
                  <a:gd name="T88" fmla="*/ 12 w 55"/>
                  <a:gd name="T89" fmla="*/ 24 h 55"/>
                  <a:gd name="T90" fmla="*/ 12 w 55"/>
                  <a:gd name="T91" fmla="*/ 25 h 55"/>
                  <a:gd name="T92" fmla="*/ 10 w 55"/>
                  <a:gd name="T93" fmla="*/ 21 h 55"/>
                  <a:gd name="T94" fmla="*/ 10 w 55"/>
                  <a:gd name="T95" fmla="*/ 16 h 55"/>
                  <a:gd name="T96" fmla="*/ 12 w 55"/>
                  <a:gd name="T97" fmla="*/ 11 h 55"/>
                  <a:gd name="T98" fmla="*/ 12 w 55"/>
                  <a:gd name="T99" fmla="*/ 8 h 55"/>
                  <a:gd name="T100" fmla="*/ 25 w 55"/>
                  <a:gd name="T101" fmla="*/ 2 h 55"/>
                  <a:gd name="T102" fmla="*/ 30 w 55"/>
                  <a:gd name="T103" fmla="*/ 0 h 55"/>
                  <a:gd name="T104" fmla="*/ 17 w 55"/>
                  <a:gd name="T105" fmla="*/ 2 h 55"/>
                  <a:gd name="T106" fmla="*/ 8 w 55"/>
                  <a:gd name="T107" fmla="*/ 8 h 55"/>
                  <a:gd name="T108" fmla="*/ 2 w 55"/>
                  <a:gd name="T109" fmla="*/ 18 h 55"/>
                  <a:gd name="T110" fmla="*/ 29 w 55"/>
                  <a:gd name="T111" fmla="*/ 35 h 55"/>
                  <a:gd name="T112" fmla="*/ 26 w 55"/>
                  <a:gd name="T113" fmla="*/ 31 h 55"/>
                  <a:gd name="T114" fmla="*/ 25 w 55"/>
                  <a:gd name="T115" fmla="*/ 28 h 55"/>
                  <a:gd name="T116" fmla="*/ 20 w 55"/>
                  <a:gd name="T117" fmla="*/ 29 h 55"/>
                  <a:gd name="T118" fmla="*/ 22 w 55"/>
                  <a:gd name="T119" fmla="*/ 23 h 55"/>
                  <a:gd name="T120" fmla="*/ 27 w 55"/>
                  <a:gd name="T121" fmla="*/ 23 h 55"/>
                  <a:gd name="T122" fmla="*/ 29 w 55"/>
                  <a:gd name="T123"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 h="55">
                    <a:moveTo>
                      <a:pt x="30" y="55"/>
                    </a:moveTo>
                    <a:cubicBezTo>
                      <a:pt x="31" y="55"/>
                      <a:pt x="33" y="55"/>
                      <a:pt x="34" y="54"/>
                    </a:cubicBezTo>
                    <a:cubicBezTo>
                      <a:pt x="35" y="54"/>
                      <a:pt x="36" y="54"/>
                      <a:pt x="37" y="54"/>
                    </a:cubicBezTo>
                    <a:cubicBezTo>
                      <a:pt x="37" y="54"/>
                      <a:pt x="37" y="53"/>
                      <a:pt x="38" y="53"/>
                    </a:cubicBezTo>
                    <a:cubicBezTo>
                      <a:pt x="39" y="53"/>
                      <a:pt x="39" y="53"/>
                      <a:pt x="40" y="52"/>
                    </a:cubicBezTo>
                    <a:cubicBezTo>
                      <a:pt x="41" y="52"/>
                      <a:pt x="41" y="52"/>
                      <a:pt x="41" y="51"/>
                    </a:cubicBezTo>
                    <a:cubicBezTo>
                      <a:pt x="43" y="50"/>
                      <a:pt x="45" y="49"/>
                      <a:pt x="46" y="48"/>
                    </a:cubicBezTo>
                    <a:cubicBezTo>
                      <a:pt x="47" y="48"/>
                      <a:pt x="47" y="47"/>
                      <a:pt x="47" y="47"/>
                    </a:cubicBezTo>
                    <a:cubicBezTo>
                      <a:pt x="47" y="47"/>
                      <a:pt x="48" y="46"/>
                      <a:pt x="48" y="46"/>
                    </a:cubicBezTo>
                    <a:cubicBezTo>
                      <a:pt x="49" y="46"/>
                      <a:pt x="49" y="45"/>
                      <a:pt x="49" y="45"/>
                    </a:cubicBezTo>
                    <a:cubicBezTo>
                      <a:pt x="50" y="44"/>
                      <a:pt x="51" y="43"/>
                      <a:pt x="51" y="42"/>
                    </a:cubicBezTo>
                    <a:cubicBezTo>
                      <a:pt x="51" y="42"/>
                      <a:pt x="51" y="42"/>
                      <a:pt x="52" y="41"/>
                    </a:cubicBezTo>
                    <a:cubicBezTo>
                      <a:pt x="52" y="41"/>
                      <a:pt x="52" y="41"/>
                      <a:pt x="52" y="40"/>
                    </a:cubicBezTo>
                    <a:cubicBezTo>
                      <a:pt x="52" y="40"/>
                      <a:pt x="52" y="40"/>
                      <a:pt x="53" y="40"/>
                    </a:cubicBezTo>
                    <a:cubicBezTo>
                      <a:pt x="53" y="39"/>
                      <a:pt x="53" y="39"/>
                      <a:pt x="53" y="38"/>
                    </a:cubicBezTo>
                    <a:cubicBezTo>
                      <a:pt x="53" y="38"/>
                      <a:pt x="53" y="38"/>
                      <a:pt x="54" y="37"/>
                    </a:cubicBezTo>
                    <a:cubicBezTo>
                      <a:pt x="54" y="36"/>
                      <a:pt x="54" y="35"/>
                      <a:pt x="54" y="35"/>
                    </a:cubicBezTo>
                    <a:cubicBezTo>
                      <a:pt x="54" y="34"/>
                      <a:pt x="55" y="34"/>
                      <a:pt x="55" y="33"/>
                    </a:cubicBezTo>
                    <a:cubicBezTo>
                      <a:pt x="55" y="33"/>
                      <a:pt x="55" y="32"/>
                      <a:pt x="55" y="32"/>
                    </a:cubicBezTo>
                    <a:cubicBezTo>
                      <a:pt x="55" y="31"/>
                      <a:pt x="55" y="31"/>
                      <a:pt x="55" y="30"/>
                    </a:cubicBezTo>
                    <a:cubicBezTo>
                      <a:pt x="55" y="30"/>
                      <a:pt x="55" y="29"/>
                      <a:pt x="55" y="28"/>
                    </a:cubicBezTo>
                    <a:cubicBezTo>
                      <a:pt x="55" y="27"/>
                      <a:pt x="55" y="26"/>
                      <a:pt x="55" y="25"/>
                    </a:cubicBezTo>
                    <a:cubicBezTo>
                      <a:pt x="55" y="24"/>
                      <a:pt x="55" y="24"/>
                      <a:pt x="55" y="24"/>
                    </a:cubicBezTo>
                    <a:cubicBezTo>
                      <a:pt x="55" y="23"/>
                      <a:pt x="55" y="23"/>
                      <a:pt x="55" y="22"/>
                    </a:cubicBezTo>
                    <a:cubicBezTo>
                      <a:pt x="55" y="22"/>
                      <a:pt x="54" y="21"/>
                      <a:pt x="54" y="21"/>
                    </a:cubicBezTo>
                    <a:cubicBezTo>
                      <a:pt x="54" y="20"/>
                      <a:pt x="54" y="19"/>
                      <a:pt x="54" y="18"/>
                    </a:cubicBezTo>
                    <a:cubicBezTo>
                      <a:pt x="53" y="18"/>
                      <a:pt x="53" y="18"/>
                      <a:pt x="53" y="18"/>
                    </a:cubicBezTo>
                    <a:cubicBezTo>
                      <a:pt x="53" y="17"/>
                      <a:pt x="53" y="16"/>
                      <a:pt x="53" y="16"/>
                    </a:cubicBezTo>
                    <a:cubicBezTo>
                      <a:pt x="52" y="16"/>
                      <a:pt x="52" y="15"/>
                      <a:pt x="52" y="15"/>
                    </a:cubicBezTo>
                    <a:cubicBezTo>
                      <a:pt x="52" y="15"/>
                      <a:pt x="52" y="14"/>
                      <a:pt x="52" y="14"/>
                    </a:cubicBezTo>
                    <a:cubicBezTo>
                      <a:pt x="51" y="13"/>
                      <a:pt x="50" y="12"/>
                      <a:pt x="49" y="11"/>
                    </a:cubicBezTo>
                    <a:cubicBezTo>
                      <a:pt x="49" y="10"/>
                      <a:pt x="49" y="10"/>
                      <a:pt x="48" y="9"/>
                    </a:cubicBezTo>
                    <a:cubicBezTo>
                      <a:pt x="48" y="9"/>
                      <a:pt x="47" y="9"/>
                      <a:pt x="47" y="8"/>
                    </a:cubicBezTo>
                    <a:cubicBezTo>
                      <a:pt x="47" y="8"/>
                      <a:pt x="47" y="8"/>
                      <a:pt x="46" y="7"/>
                    </a:cubicBezTo>
                    <a:cubicBezTo>
                      <a:pt x="46" y="7"/>
                      <a:pt x="45" y="6"/>
                      <a:pt x="44" y="6"/>
                    </a:cubicBezTo>
                    <a:cubicBezTo>
                      <a:pt x="43" y="5"/>
                      <a:pt x="42" y="4"/>
                      <a:pt x="41" y="4"/>
                    </a:cubicBezTo>
                    <a:cubicBezTo>
                      <a:pt x="41" y="4"/>
                      <a:pt x="41" y="3"/>
                      <a:pt x="40" y="3"/>
                    </a:cubicBezTo>
                    <a:cubicBezTo>
                      <a:pt x="40" y="3"/>
                      <a:pt x="40" y="3"/>
                      <a:pt x="40" y="3"/>
                    </a:cubicBezTo>
                    <a:cubicBezTo>
                      <a:pt x="40" y="3"/>
                      <a:pt x="39" y="3"/>
                      <a:pt x="39" y="3"/>
                    </a:cubicBezTo>
                    <a:cubicBezTo>
                      <a:pt x="39" y="3"/>
                      <a:pt x="39" y="3"/>
                      <a:pt x="39" y="3"/>
                    </a:cubicBezTo>
                    <a:cubicBezTo>
                      <a:pt x="38" y="2"/>
                      <a:pt x="38" y="2"/>
                      <a:pt x="38" y="2"/>
                    </a:cubicBezTo>
                    <a:cubicBezTo>
                      <a:pt x="38" y="2"/>
                      <a:pt x="38" y="2"/>
                      <a:pt x="38" y="2"/>
                    </a:cubicBezTo>
                    <a:cubicBezTo>
                      <a:pt x="37" y="2"/>
                      <a:pt x="37" y="2"/>
                      <a:pt x="37" y="2"/>
                    </a:cubicBezTo>
                    <a:cubicBezTo>
                      <a:pt x="37" y="2"/>
                      <a:pt x="37" y="2"/>
                      <a:pt x="37" y="2"/>
                    </a:cubicBezTo>
                    <a:cubicBezTo>
                      <a:pt x="36" y="1"/>
                      <a:pt x="35" y="1"/>
                      <a:pt x="34" y="1"/>
                    </a:cubicBezTo>
                    <a:cubicBezTo>
                      <a:pt x="34" y="1"/>
                      <a:pt x="34" y="1"/>
                      <a:pt x="33" y="1"/>
                    </a:cubicBezTo>
                    <a:cubicBezTo>
                      <a:pt x="33" y="1"/>
                      <a:pt x="33" y="1"/>
                      <a:pt x="33" y="1"/>
                    </a:cubicBezTo>
                    <a:cubicBezTo>
                      <a:pt x="32" y="1"/>
                      <a:pt x="31" y="0"/>
                      <a:pt x="30" y="0"/>
                    </a:cubicBezTo>
                    <a:cubicBezTo>
                      <a:pt x="30" y="2"/>
                      <a:pt x="30" y="2"/>
                      <a:pt x="30" y="2"/>
                    </a:cubicBezTo>
                    <a:cubicBezTo>
                      <a:pt x="31" y="2"/>
                      <a:pt x="32" y="2"/>
                      <a:pt x="33" y="2"/>
                    </a:cubicBezTo>
                    <a:cubicBezTo>
                      <a:pt x="33" y="2"/>
                      <a:pt x="33" y="2"/>
                      <a:pt x="32" y="2"/>
                    </a:cubicBezTo>
                    <a:cubicBezTo>
                      <a:pt x="32" y="3"/>
                      <a:pt x="32" y="3"/>
                      <a:pt x="32" y="3"/>
                    </a:cubicBezTo>
                    <a:cubicBezTo>
                      <a:pt x="32" y="3"/>
                      <a:pt x="31" y="3"/>
                      <a:pt x="31" y="3"/>
                    </a:cubicBezTo>
                    <a:cubicBezTo>
                      <a:pt x="31" y="3"/>
                      <a:pt x="31" y="3"/>
                      <a:pt x="31" y="3"/>
                    </a:cubicBezTo>
                    <a:cubicBezTo>
                      <a:pt x="31" y="3"/>
                      <a:pt x="32" y="3"/>
                      <a:pt x="32" y="3"/>
                    </a:cubicBezTo>
                    <a:cubicBezTo>
                      <a:pt x="33" y="3"/>
                      <a:pt x="33" y="3"/>
                      <a:pt x="33" y="3"/>
                    </a:cubicBezTo>
                    <a:cubicBezTo>
                      <a:pt x="33" y="3"/>
                      <a:pt x="33" y="3"/>
                      <a:pt x="34" y="3"/>
                    </a:cubicBezTo>
                    <a:cubicBezTo>
                      <a:pt x="34" y="3"/>
                      <a:pt x="34" y="2"/>
                      <a:pt x="34" y="2"/>
                    </a:cubicBezTo>
                    <a:cubicBezTo>
                      <a:pt x="34" y="2"/>
                      <a:pt x="34" y="3"/>
                      <a:pt x="35" y="3"/>
                    </a:cubicBezTo>
                    <a:cubicBezTo>
                      <a:pt x="35" y="3"/>
                      <a:pt x="34" y="3"/>
                      <a:pt x="34" y="3"/>
                    </a:cubicBezTo>
                    <a:cubicBezTo>
                      <a:pt x="34" y="3"/>
                      <a:pt x="35" y="3"/>
                      <a:pt x="35" y="3"/>
                    </a:cubicBezTo>
                    <a:cubicBezTo>
                      <a:pt x="35" y="3"/>
                      <a:pt x="35" y="3"/>
                      <a:pt x="35" y="3"/>
                    </a:cubicBezTo>
                    <a:cubicBezTo>
                      <a:pt x="36" y="3"/>
                      <a:pt x="36" y="3"/>
                      <a:pt x="37" y="3"/>
                    </a:cubicBezTo>
                    <a:cubicBezTo>
                      <a:pt x="37" y="3"/>
                      <a:pt x="38" y="4"/>
                      <a:pt x="38" y="4"/>
                    </a:cubicBezTo>
                    <a:cubicBezTo>
                      <a:pt x="38" y="4"/>
                      <a:pt x="38" y="4"/>
                      <a:pt x="38" y="4"/>
                    </a:cubicBezTo>
                    <a:cubicBezTo>
                      <a:pt x="38" y="4"/>
                      <a:pt x="38" y="4"/>
                      <a:pt x="37" y="4"/>
                    </a:cubicBezTo>
                    <a:cubicBezTo>
                      <a:pt x="37" y="4"/>
                      <a:pt x="38" y="4"/>
                      <a:pt x="38" y="4"/>
                    </a:cubicBezTo>
                    <a:cubicBezTo>
                      <a:pt x="38" y="5"/>
                      <a:pt x="38" y="5"/>
                      <a:pt x="38" y="5"/>
                    </a:cubicBezTo>
                    <a:cubicBezTo>
                      <a:pt x="38" y="6"/>
                      <a:pt x="38" y="5"/>
                      <a:pt x="37" y="5"/>
                    </a:cubicBezTo>
                    <a:cubicBezTo>
                      <a:pt x="37" y="5"/>
                      <a:pt x="36" y="6"/>
                      <a:pt x="36" y="5"/>
                    </a:cubicBezTo>
                    <a:cubicBezTo>
                      <a:pt x="36" y="5"/>
                      <a:pt x="37" y="5"/>
                      <a:pt x="37" y="4"/>
                    </a:cubicBezTo>
                    <a:cubicBezTo>
                      <a:pt x="37" y="4"/>
                      <a:pt x="37" y="4"/>
                      <a:pt x="36" y="5"/>
                    </a:cubicBezTo>
                    <a:cubicBezTo>
                      <a:pt x="36" y="5"/>
                      <a:pt x="36" y="5"/>
                      <a:pt x="36" y="5"/>
                    </a:cubicBezTo>
                    <a:cubicBezTo>
                      <a:pt x="36" y="5"/>
                      <a:pt x="36" y="5"/>
                      <a:pt x="35" y="5"/>
                    </a:cubicBezTo>
                    <a:cubicBezTo>
                      <a:pt x="35" y="5"/>
                      <a:pt x="35" y="5"/>
                      <a:pt x="35" y="5"/>
                    </a:cubicBezTo>
                    <a:cubicBezTo>
                      <a:pt x="34" y="5"/>
                      <a:pt x="34" y="5"/>
                      <a:pt x="34" y="6"/>
                    </a:cubicBezTo>
                    <a:cubicBezTo>
                      <a:pt x="34" y="6"/>
                      <a:pt x="34" y="6"/>
                      <a:pt x="33" y="6"/>
                    </a:cubicBezTo>
                    <a:cubicBezTo>
                      <a:pt x="33" y="6"/>
                      <a:pt x="33" y="6"/>
                      <a:pt x="32" y="6"/>
                    </a:cubicBezTo>
                    <a:cubicBezTo>
                      <a:pt x="32" y="6"/>
                      <a:pt x="31" y="7"/>
                      <a:pt x="31" y="7"/>
                    </a:cubicBezTo>
                    <a:cubicBezTo>
                      <a:pt x="31" y="7"/>
                      <a:pt x="31" y="7"/>
                      <a:pt x="31" y="7"/>
                    </a:cubicBezTo>
                    <a:cubicBezTo>
                      <a:pt x="31" y="8"/>
                      <a:pt x="31" y="8"/>
                      <a:pt x="31" y="8"/>
                    </a:cubicBezTo>
                    <a:cubicBezTo>
                      <a:pt x="31" y="8"/>
                      <a:pt x="31" y="8"/>
                      <a:pt x="31" y="8"/>
                    </a:cubicBezTo>
                    <a:cubicBezTo>
                      <a:pt x="31" y="8"/>
                      <a:pt x="31" y="8"/>
                      <a:pt x="32" y="8"/>
                    </a:cubicBezTo>
                    <a:cubicBezTo>
                      <a:pt x="32" y="8"/>
                      <a:pt x="32" y="9"/>
                      <a:pt x="33" y="9"/>
                    </a:cubicBezTo>
                    <a:cubicBezTo>
                      <a:pt x="33" y="9"/>
                      <a:pt x="33" y="9"/>
                      <a:pt x="34" y="9"/>
                    </a:cubicBezTo>
                    <a:cubicBezTo>
                      <a:pt x="34" y="9"/>
                      <a:pt x="35" y="9"/>
                      <a:pt x="35" y="10"/>
                    </a:cubicBezTo>
                    <a:cubicBezTo>
                      <a:pt x="35" y="10"/>
                      <a:pt x="34" y="10"/>
                      <a:pt x="34" y="10"/>
                    </a:cubicBezTo>
                    <a:cubicBezTo>
                      <a:pt x="34" y="10"/>
                      <a:pt x="34" y="11"/>
                      <a:pt x="34" y="11"/>
                    </a:cubicBezTo>
                    <a:cubicBezTo>
                      <a:pt x="34" y="11"/>
                      <a:pt x="34" y="11"/>
                      <a:pt x="35" y="11"/>
                    </a:cubicBezTo>
                    <a:cubicBezTo>
                      <a:pt x="35" y="11"/>
                      <a:pt x="35" y="11"/>
                      <a:pt x="35" y="11"/>
                    </a:cubicBezTo>
                    <a:cubicBezTo>
                      <a:pt x="36" y="10"/>
                      <a:pt x="35" y="10"/>
                      <a:pt x="36" y="10"/>
                    </a:cubicBezTo>
                    <a:cubicBezTo>
                      <a:pt x="37" y="10"/>
                      <a:pt x="38" y="9"/>
                      <a:pt x="38" y="8"/>
                    </a:cubicBezTo>
                    <a:cubicBezTo>
                      <a:pt x="38" y="8"/>
                      <a:pt x="38" y="7"/>
                      <a:pt x="38" y="7"/>
                    </a:cubicBezTo>
                    <a:cubicBezTo>
                      <a:pt x="38" y="7"/>
                      <a:pt x="39" y="7"/>
                      <a:pt x="38" y="7"/>
                    </a:cubicBezTo>
                    <a:cubicBezTo>
                      <a:pt x="39" y="6"/>
                      <a:pt x="39" y="6"/>
                      <a:pt x="39" y="6"/>
                    </a:cubicBezTo>
                    <a:cubicBezTo>
                      <a:pt x="39" y="6"/>
                      <a:pt x="39" y="6"/>
                      <a:pt x="39" y="6"/>
                    </a:cubicBezTo>
                    <a:cubicBezTo>
                      <a:pt x="39" y="6"/>
                      <a:pt x="39" y="6"/>
                      <a:pt x="39" y="6"/>
                    </a:cubicBezTo>
                    <a:cubicBezTo>
                      <a:pt x="39" y="6"/>
                      <a:pt x="40" y="6"/>
                      <a:pt x="40" y="6"/>
                    </a:cubicBezTo>
                    <a:cubicBezTo>
                      <a:pt x="40" y="6"/>
                      <a:pt x="40" y="6"/>
                      <a:pt x="40" y="6"/>
                    </a:cubicBezTo>
                    <a:cubicBezTo>
                      <a:pt x="41" y="6"/>
                      <a:pt x="41" y="6"/>
                      <a:pt x="41" y="6"/>
                    </a:cubicBezTo>
                    <a:cubicBezTo>
                      <a:pt x="41" y="6"/>
                      <a:pt x="41" y="6"/>
                      <a:pt x="42" y="6"/>
                    </a:cubicBezTo>
                    <a:cubicBezTo>
                      <a:pt x="42" y="6"/>
                      <a:pt x="42" y="6"/>
                      <a:pt x="42" y="7"/>
                    </a:cubicBezTo>
                    <a:cubicBezTo>
                      <a:pt x="42" y="7"/>
                      <a:pt x="42" y="7"/>
                      <a:pt x="42" y="7"/>
                    </a:cubicBezTo>
                    <a:cubicBezTo>
                      <a:pt x="42" y="7"/>
                      <a:pt x="42" y="7"/>
                      <a:pt x="42" y="7"/>
                    </a:cubicBezTo>
                    <a:cubicBezTo>
                      <a:pt x="42" y="8"/>
                      <a:pt x="42" y="8"/>
                      <a:pt x="42" y="8"/>
                    </a:cubicBezTo>
                    <a:cubicBezTo>
                      <a:pt x="42" y="8"/>
                      <a:pt x="43" y="8"/>
                      <a:pt x="43" y="8"/>
                    </a:cubicBezTo>
                    <a:cubicBezTo>
                      <a:pt x="43" y="7"/>
                      <a:pt x="43" y="7"/>
                      <a:pt x="44" y="7"/>
                    </a:cubicBezTo>
                    <a:cubicBezTo>
                      <a:pt x="44" y="7"/>
                      <a:pt x="44" y="8"/>
                      <a:pt x="44" y="8"/>
                    </a:cubicBezTo>
                    <a:cubicBezTo>
                      <a:pt x="44" y="8"/>
                      <a:pt x="44" y="8"/>
                      <a:pt x="44" y="8"/>
                    </a:cubicBezTo>
                    <a:cubicBezTo>
                      <a:pt x="45" y="8"/>
                      <a:pt x="44" y="9"/>
                      <a:pt x="44" y="9"/>
                    </a:cubicBezTo>
                    <a:cubicBezTo>
                      <a:pt x="44" y="9"/>
                      <a:pt x="45" y="9"/>
                      <a:pt x="45" y="10"/>
                    </a:cubicBezTo>
                    <a:cubicBezTo>
                      <a:pt x="46" y="10"/>
                      <a:pt x="46" y="10"/>
                      <a:pt x="46" y="10"/>
                    </a:cubicBezTo>
                    <a:cubicBezTo>
                      <a:pt x="46" y="10"/>
                      <a:pt x="46" y="10"/>
                      <a:pt x="46" y="10"/>
                    </a:cubicBezTo>
                    <a:cubicBezTo>
                      <a:pt x="46" y="11"/>
                      <a:pt x="46" y="11"/>
                      <a:pt x="46" y="12"/>
                    </a:cubicBezTo>
                    <a:cubicBezTo>
                      <a:pt x="45" y="12"/>
                      <a:pt x="45" y="12"/>
                      <a:pt x="45" y="12"/>
                    </a:cubicBezTo>
                    <a:cubicBezTo>
                      <a:pt x="45" y="13"/>
                      <a:pt x="46" y="12"/>
                      <a:pt x="46" y="13"/>
                    </a:cubicBezTo>
                    <a:cubicBezTo>
                      <a:pt x="46" y="13"/>
                      <a:pt x="46" y="13"/>
                      <a:pt x="46" y="13"/>
                    </a:cubicBezTo>
                    <a:cubicBezTo>
                      <a:pt x="46" y="13"/>
                      <a:pt x="46" y="14"/>
                      <a:pt x="46" y="14"/>
                    </a:cubicBezTo>
                    <a:cubicBezTo>
                      <a:pt x="46" y="14"/>
                      <a:pt x="46" y="14"/>
                      <a:pt x="45" y="14"/>
                    </a:cubicBezTo>
                    <a:cubicBezTo>
                      <a:pt x="45" y="13"/>
                      <a:pt x="45" y="14"/>
                      <a:pt x="45" y="13"/>
                    </a:cubicBezTo>
                    <a:cubicBezTo>
                      <a:pt x="45" y="13"/>
                      <a:pt x="44" y="13"/>
                      <a:pt x="44" y="13"/>
                    </a:cubicBezTo>
                    <a:cubicBezTo>
                      <a:pt x="44" y="13"/>
                      <a:pt x="44" y="13"/>
                      <a:pt x="43" y="13"/>
                    </a:cubicBezTo>
                    <a:cubicBezTo>
                      <a:pt x="44" y="13"/>
                      <a:pt x="44" y="12"/>
                      <a:pt x="45" y="12"/>
                    </a:cubicBezTo>
                    <a:cubicBezTo>
                      <a:pt x="45" y="12"/>
                      <a:pt x="45" y="12"/>
                      <a:pt x="45" y="11"/>
                    </a:cubicBezTo>
                    <a:cubicBezTo>
                      <a:pt x="45" y="11"/>
                      <a:pt x="44" y="11"/>
                      <a:pt x="44" y="12"/>
                    </a:cubicBezTo>
                    <a:cubicBezTo>
                      <a:pt x="44" y="12"/>
                      <a:pt x="44" y="12"/>
                      <a:pt x="43" y="12"/>
                    </a:cubicBezTo>
                    <a:cubicBezTo>
                      <a:pt x="43" y="12"/>
                      <a:pt x="42" y="12"/>
                      <a:pt x="42" y="12"/>
                    </a:cubicBezTo>
                    <a:cubicBezTo>
                      <a:pt x="42" y="12"/>
                      <a:pt x="42" y="12"/>
                      <a:pt x="42" y="13"/>
                    </a:cubicBezTo>
                    <a:cubicBezTo>
                      <a:pt x="42" y="13"/>
                      <a:pt x="42" y="13"/>
                      <a:pt x="42" y="13"/>
                    </a:cubicBezTo>
                    <a:cubicBezTo>
                      <a:pt x="42" y="12"/>
                      <a:pt x="42" y="12"/>
                      <a:pt x="42" y="12"/>
                    </a:cubicBezTo>
                    <a:cubicBezTo>
                      <a:pt x="41" y="12"/>
                      <a:pt x="41" y="12"/>
                      <a:pt x="41" y="12"/>
                    </a:cubicBezTo>
                    <a:cubicBezTo>
                      <a:pt x="40" y="12"/>
                      <a:pt x="40" y="12"/>
                      <a:pt x="40" y="13"/>
                    </a:cubicBezTo>
                    <a:cubicBezTo>
                      <a:pt x="40" y="13"/>
                      <a:pt x="41" y="12"/>
                      <a:pt x="41" y="13"/>
                    </a:cubicBezTo>
                    <a:cubicBezTo>
                      <a:pt x="41" y="13"/>
                      <a:pt x="40" y="13"/>
                      <a:pt x="40" y="14"/>
                    </a:cubicBezTo>
                    <a:cubicBezTo>
                      <a:pt x="40" y="14"/>
                      <a:pt x="41" y="14"/>
                      <a:pt x="41" y="14"/>
                    </a:cubicBezTo>
                    <a:cubicBezTo>
                      <a:pt x="41" y="14"/>
                      <a:pt x="41" y="14"/>
                      <a:pt x="41" y="14"/>
                    </a:cubicBezTo>
                    <a:cubicBezTo>
                      <a:pt x="41" y="14"/>
                      <a:pt x="41" y="14"/>
                      <a:pt x="42" y="14"/>
                    </a:cubicBezTo>
                    <a:cubicBezTo>
                      <a:pt x="42" y="14"/>
                      <a:pt x="42" y="14"/>
                      <a:pt x="42" y="14"/>
                    </a:cubicBezTo>
                    <a:cubicBezTo>
                      <a:pt x="43" y="14"/>
                      <a:pt x="42" y="15"/>
                      <a:pt x="42" y="15"/>
                    </a:cubicBezTo>
                    <a:cubicBezTo>
                      <a:pt x="41" y="15"/>
                      <a:pt x="40" y="15"/>
                      <a:pt x="40" y="15"/>
                    </a:cubicBezTo>
                    <a:cubicBezTo>
                      <a:pt x="40" y="15"/>
                      <a:pt x="39" y="16"/>
                      <a:pt x="39" y="15"/>
                    </a:cubicBezTo>
                    <a:cubicBezTo>
                      <a:pt x="39" y="15"/>
                      <a:pt x="39" y="15"/>
                      <a:pt x="40" y="15"/>
                    </a:cubicBezTo>
                    <a:cubicBezTo>
                      <a:pt x="39" y="15"/>
                      <a:pt x="39" y="15"/>
                      <a:pt x="38" y="15"/>
                    </a:cubicBezTo>
                    <a:cubicBezTo>
                      <a:pt x="38" y="15"/>
                      <a:pt x="37" y="15"/>
                      <a:pt x="37" y="16"/>
                    </a:cubicBezTo>
                    <a:cubicBezTo>
                      <a:pt x="36" y="16"/>
                      <a:pt x="37" y="17"/>
                      <a:pt x="36" y="17"/>
                    </a:cubicBezTo>
                    <a:cubicBezTo>
                      <a:pt x="36" y="17"/>
                      <a:pt x="36" y="17"/>
                      <a:pt x="36" y="17"/>
                    </a:cubicBezTo>
                    <a:cubicBezTo>
                      <a:pt x="36" y="17"/>
                      <a:pt x="35" y="17"/>
                      <a:pt x="35" y="17"/>
                    </a:cubicBezTo>
                    <a:cubicBezTo>
                      <a:pt x="35" y="17"/>
                      <a:pt x="35" y="17"/>
                      <a:pt x="35" y="17"/>
                    </a:cubicBezTo>
                    <a:cubicBezTo>
                      <a:pt x="34" y="17"/>
                      <a:pt x="34" y="18"/>
                      <a:pt x="34" y="18"/>
                    </a:cubicBezTo>
                    <a:cubicBezTo>
                      <a:pt x="34" y="18"/>
                      <a:pt x="34" y="18"/>
                      <a:pt x="34" y="18"/>
                    </a:cubicBezTo>
                    <a:cubicBezTo>
                      <a:pt x="34" y="18"/>
                      <a:pt x="33" y="19"/>
                      <a:pt x="33" y="19"/>
                    </a:cubicBezTo>
                    <a:cubicBezTo>
                      <a:pt x="33" y="19"/>
                      <a:pt x="33" y="18"/>
                      <a:pt x="33" y="19"/>
                    </a:cubicBezTo>
                    <a:cubicBezTo>
                      <a:pt x="33" y="19"/>
                      <a:pt x="33" y="19"/>
                      <a:pt x="33" y="20"/>
                    </a:cubicBezTo>
                    <a:cubicBezTo>
                      <a:pt x="32" y="20"/>
                      <a:pt x="32" y="20"/>
                      <a:pt x="32" y="21"/>
                    </a:cubicBezTo>
                    <a:cubicBezTo>
                      <a:pt x="31" y="21"/>
                      <a:pt x="31" y="21"/>
                      <a:pt x="31" y="21"/>
                    </a:cubicBezTo>
                    <a:cubicBezTo>
                      <a:pt x="31" y="21"/>
                      <a:pt x="30" y="21"/>
                      <a:pt x="30" y="21"/>
                    </a:cubicBezTo>
                    <a:cubicBezTo>
                      <a:pt x="30" y="21"/>
                      <a:pt x="30" y="22"/>
                      <a:pt x="30" y="22"/>
                    </a:cubicBezTo>
                    <a:cubicBezTo>
                      <a:pt x="30" y="34"/>
                      <a:pt x="30" y="34"/>
                      <a:pt x="30" y="34"/>
                    </a:cubicBezTo>
                    <a:cubicBezTo>
                      <a:pt x="30" y="34"/>
                      <a:pt x="30" y="34"/>
                      <a:pt x="30" y="34"/>
                    </a:cubicBezTo>
                    <a:cubicBezTo>
                      <a:pt x="30" y="34"/>
                      <a:pt x="30" y="33"/>
                      <a:pt x="31" y="33"/>
                    </a:cubicBezTo>
                    <a:cubicBezTo>
                      <a:pt x="31" y="33"/>
                      <a:pt x="31" y="33"/>
                      <a:pt x="32" y="33"/>
                    </a:cubicBezTo>
                    <a:cubicBezTo>
                      <a:pt x="32" y="33"/>
                      <a:pt x="32" y="33"/>
                      <a:pt x="32" y="33"/>
                    </a:cubicBezTo>
                    <a:cubicBezTo>
                      <a:pt x="32" y="33"/>
                      <a:pt x="32" y="32"/>
                      <a:pt x="32" y="33"/>
                    </a:cubicBezTo>
                    <a:cubicBezTo>
                      <a:pt x="33" y="33"/>
                      <a:pt x="32" y="33"/>
                      <a:pt x="32" y="33"/>
                    </a:cubicBezTo>
                    <a:cubicBezTo>
                      <a:pt x="33" y="33"/>
                      <a:pt x="33" y="33"/>
                      <a:pt x="33" y="33"/>
                    </a:cubicBezTo>
                    <a:cubicBezTo>
                      <a:pt x="33" y="33"/>
                      <a:pt x="34" y="33"/>
                      <a:pt x="34" y="33"/>
                    </a:cubicBezTo>
                    <a:cubicBezTo>
                      <a:pt x="34" y="33"/>
                      <a:pt x="34" y="33"/>
                      <a:pt x="34" y="34"/>
                    </a:cubicBezTo>
                    <a:cubicBezTo>
                      <a:pt x="35" y="34"/>
                      <a:pt x="35" y="33"/>
                      <a:pt x="35" y="34"/>
                    </a:cubicBezTo>
                    <a:cubicBezTo>
                      <a:pt x="35" y="34"/>
                      <a:pt x="36" y="34"/>
                      <a:pt x="36" y="34"/>
                    </a:cubicBezTo>
                    <a:cubicBezTo>
                      <a:pt x="36" y="34"/>
                      <a:pt x="36" y="33"/>
                      <a:pt x="36" y="33"/>
                    </a:cubicBezTo>
                    <a:cubicBezTo>
                      <a:pt x="37" y="33"/>
                      <a:pt x="37" y="34"/>
                      <a:pt x="37" y="34"/>
                    </a:cubicBezTo>
                    <a:cubicBezTo>
                      <a:pt x="38" y="34"/>
                      <a:pt x="38" y="34"/>
                      <a:pt x="38" y="34"/>
                    </a:cubicBezTo>
                    <a:cubicBezTo>
                      <a:pt x="38" y="34"/>
                      <a:pt x="38" y="34"/>
                      <a:pt x="38" y="34"/>
                    </a:cubicBezTo>
                    <a:cubicBezTo>
                      <a:pt x="38" y="34"/>
                      <a:pt x="38" y="34"/>
                      <a:pt x="38" y="35"/>
                    </a:cubicBezTo>
                    <a:cubicBezTo>
                      <a:pt x="38" y="35"/>
                      <a:pt x="39" y="35"/>
                      <a:pt x="39" y="35"/>
                    </a:cubicBezTo>
                    <a:cubicBezTo>
                      <a:pt x="39" y="35"/>
                      <a:pt x="39" y="35"/>
                      <a:pt x="39" y="35"/>
                    </a:cubicBezTo>
                    <a:cubicBezTo>
                      <a:pt x="40" y="36"/>
                      <a:pt x="40" y="36"/>
                      <a:pt x="40" y="36"/>
                    </a:cubicBezTo>
                    <a:cubicBezTo>
                      <a:pt x="41" y="36"/>
                      <a:pt x="41" y="36"/>
                      <a:pt x="41" y="36"/>
                    </a:cubicBezTo>
                    <a:cubicBezTo>
                      <a:pt x="42" y="36"/>
                      <a:pt x="42" y="36"/>
                      <a:pt x="43" y="37"/>
                    </a:cubicBezTo>
                    <a:cubicBezTo>
                      <a:pt x="43" y="37"/>
                      <a:pt x="43" y="37"/>
                      <a:pt x="43" y="37"/>
                    </a:cubicBezTo>
                    <a:cubicBezTo>
                      <a:pt x="43" y="37"/>
                      <a:pt x="43" y="38"/>
                      <a:pt x="43" y="38"/>
                    </a:cubicBezTo>
                    <a:cubicBezTo>
                      <a:pt x="43" y="38"/>
                      <a:pt x="44" y="38"/>
                      <a:pt x="44" y="39"/>
                    </a:cubicBezTo>
                    <a:cubicBezTo>
                      <a:pt x="44" y="39"/>
                      <a:pt x="44" y="39"/>
                      <a:pt x="44" y="39"/>
                    </a:cubicBezTo>
                    <a:cubicBezTo>
                      <a:pt x="44" y="39"/>
                      <a:pt x="45" y="40"/>
                      <a:pt x="45" y="40"/>
                    </a:cubicBezTo>
                    <a:cubicBezTo>
                      <a:pt x="45" y="40"/>
                      <a:pt x="45" y="40"/>
                      <a:pt x="45" y="40"/>
                    </a:cubicBezTo>
                    <a:cubicBezTo>
                      <a:pt x="45" y="40"/>
                      <a:pt x="46" y="40"/>
                      <a:pt x="46" y="40"/>
                    </a:cubicBezTo>
                    <a:cubicBezTo>
                      <a:pt x="46" y="40"/>
                      <a:pt x="46" y="40"/>
                      <a:pt x="47" y="40"/>
                    </a:cubicBezTo>
                    <a:cubicBezTo>
                      <a:pt x="47" y="40"/>
                      <a:pt x="47" y="41"/>
                      <a:pt x="47" y="41"/>
                    </a:cubicBezTo>
                    <a:cubicBezTo>
                      <a:pt x="47" y="41"/>
                      <a:pt x="47" y="41"/>
                      <a:pt x="47" y="41"/>
                    </a:cubicBezTo>
                    <a:cubicBezTo>
                      <a:pt x="48" y="41"/>
                      <a:pt x="48" y="41"/>
                      <a:pt x="48" y="41"/>
                    </a:cubicBezTo>
                    <a:cubicBezTo>
                      <a:pt x="49" y="41"/>
                      <a:pt x="49" y="41"/>
                      <a:pt x="49" y="41"/>
                    </a:cubicBezTo>
                    <a:cubicBezTo>
                      <a:pt x="49" y="41"/>
                      <a:pt x="50" y="41"/>
                      <a:pt x="50" y="41"/>
                    </a:cubicBezTo>
                    <a:cubicBezTo>
                      <a:pt x="46" y="47"/>
                      <a:pt x="41" y="51"/>
                      <a:pt x="34" y="53"/>
                    </a:cubicBezTo>
                    <a:cubicBezTo>
                      <a:pt x="34" y="53"/>
                      <a:pt x="34" y="52"/>
                      <a:pt x="34" y="52"/>
                    </a:cubicBezTo>
                    <a:cubicBezTo>
                      <a:pt x="34" y="52"/>
                      <a:pt x="34" y="51"/>
                      <a:pt x="34" y="51"/>
                    </a:cubicBezTo>
                    <a:cubicBezTo>
                      <a:pt x="34" y="50"/>
                      <a:pt x="34" y="50"/>
                      <a:pt x="33" y="49"/>
                    </a:cubicBezTo>
                    <a:cubicBezTo>
                      <a:pt x="33" y="49"/>
                      <a:pt x="33" y="49"/>
                      <a:pt x="32" y="49"/>
                    </a:cubicBezTo>
                    <a:cubicBezTo>
                      <a:pt x="32" y="48"/>
                      <a:pt x="32" y="48"/>
                      <a:pt x="32" y="48"/>
                    </a:cubicBezTo>
                    <a:cubicBezTo>
                      <a:pt x="31" y="48"/>
                      <a:pt x="30" y="48"/>
                      <a:pt x="30" y="47"/>
                    </a:cubicBezTo>
                    <a:cubicBezTo>
                      <a:pt x="30" y="47"/>
                      <a:pt x="30" y="47"/>
                      <a:pt x="30" y="47"/>
                    </a:cubicBezTo>
                    <a:cubicBezTo>
                      <a:pt x="30" y="46"/>
                      <a:pt x="30" y="46"/>
                      <a:pt x="30" y="46"/>
                    </a:cubicBezTo>
                    <a:lnTo>
                      <a:pt x="30" y="55"/>
                    </a:lnTo>
                    <a:close/>
                    <a:moveTo>
                      <a:pt x="1" y="22"/>
                    </a:moveTo>
                    <a:cubicBezTo>
                      <a:pt x="1" y="23"/>
                      <a:pt x="1" y="23"/>
                      <a:pt x="1" y="24"/>
                    </a:cubicBezTo>
                    <a:cubicBezTo>
                      <a:pt x="1" y="24"/>
                      <a:pt x="1" y="24"/>
                      <a:pt x="1" y="25"/>
                    </a:cubicBezTo>
                    <a:cubicBezTo>
                      <a:pt x="0" y="26"/>
                      <a:pt x="0" y="27"/>
                      <a:pt x="0" y="28"/>
                    </a:cubicBezTo>
                    <a:cubicBezTo>
                      <a:pt x="0" y="29"/>
                      <a:pt x="0" y="30"/>
                      <a:pt x="1" y="30"/>
                    </a:cubicBezTo>
                    <a:cubicBezTo>
                      <a:pt x="1" y="31"/>
                      <a:pt x="1" y="31"/>
                      <a:pt x="1" y="32"/>
                    </a:cubicBezTo>
                    <a:cubicBezTo>
                      <a:pt x="1" y="32"/>
                      <a:pt x="1" y="33"/>
                      <a:pt x="1" y="33"/>
                    </a:cubicBezTo>
                    <a:cubicBezTo>
                      <a:pt x="1" y="34"/>
                      <a:pt x="1" y="34"/>
                      <a:pt x="1" y="35"/>
                    </a:cubicBezTo>
                    <a:cubicBezTo>
                      <a:pt x="1" y="35"/>
                      <a:pt x="2" y="36"/>
                      <a:pt x="2" y="37"/>
                    </a:cubicBezTo>
                    <a:cubicBezTo>
                      <a:pt x="2" y="38"/>
                      <a:pt x="2" y="38"/>
                      <a:pt x="3" y="38"/>
                    </a:cubicBezTo>
                    <a:cubicBezTo>
                      <a:pt x="3" y="39"/>
                      <a:pt x="3" y="39"/>
                      <a:pt x="3" y="40"/>
                    </a:cubicBezTo>
                    <a:cubicBezTo>
                      <a:pt x="3" y="40"/>
                      <a:pt x="3" y="40"/>
                      <a:pt x="3" y="40"/>
                    </a:cubicBezTo>
                    <a:cubicBezTo>
                      <a:pt x="4" y="41"/>
                      <a:pt x="4" y="41"/>
                      <a:pt x="4" y="41"/>
                    </a:cubicBezTo>
                    <a:cubicBezTo>
                      <a:pt x="5" y="42"/>
                      <a:pt x="5" y="44"/>
                      <a:pt x="6" y="45"/>
                    </a:cubicBezTo>
                    <a:cubicBezTo>
                      <a:pt x="7" y="45"/>
                      <a:pt x="7" y="46"/>
                      <a:pt x="7" y="46"/>
                    </a:cubicBezTo>
                    <a:cubicBezTo>
                      <a:pt x="8" y="46"/>
                      <a:pt x="8" y="47"/>
                      <a:pt x="8" y="47"/>
                    </a:cubicBezTo>
                    <a:cubicBezTo>
                      <a:pt x="9" y="47"/>
                      <a:pt x="9" y="48"/>
                      <a:pt x="9" y="48"/>
                    </a:cubicBezTo>
                    <a:cubicBezTo>
                      <a:pt x="11" y="49"/>
                      <a:pt x="12" y="50"/>
                      <a:pt x="14" y="51"/>
                    </a:cubicBezTo>
                    <a:cubicBezTo>
                      <a:pt x="15" y="52"/>
                      <a:pt x="15" y="52"/>
                      <a:pt x="15" y="52"/>
                    </a:cubicBezTo>
                    <a:cubicBezTo>
                      <a:pt x="16" y="53"/>
                      <a:pt x="17" y="53"/>
                      <a:pt x="18" y="53"/>
                    </a:cubicBezTo>
                    <a:cubicBezTo>
                      <a:pt x="18" y="53"/>
                      <a:pt x="19" y="54"/>
                      <a:pt x="19" y="54"/>
                    </a:cubicBezTo>
                    <a:cubicBezTo>
                      <a:pt x="22" y="55"/>
                      <a:pt x="25" y="55"/>
                      <a:pt x="28" y="55"/>
                    </a:cubicBezTo>
                    <a:cubicBezTo>
                      <a:pt x="28" y="55"/>
                      <a:pt x="29" y="55"/>
                      <a:pt x="30" y="55"/>
                    </a:cubicBezTo>
                    <a:cubicBezTo>
                      <a:pt x="30" y="46"/>
                      <a:pt x="30" y="46"/>
                      <a:pt x="30" y="46"/>
                    </a:cubicBezTo>
                    <a:cubicBezTo>
                      <a:pt x="30" y="46"/>
                      <a:pt x="29" y="46"/>
                      <a:pt x="29" y="46"/>
                    </a:cubicBezTo>
                    <a:cubicBezTo>
                      <a:pt x="29" y="45"/>
                      <a:pt x="29" y="44"/>
                      <a:pt x="28" y="44"/>
                    </a:cubicBezTo>
                    <a:cubicBezTo>
                      <a:pt x="28" y="44"/>
                      <a:pt x="28" y="43"/>
                      <a:pt x="28" y="43"/>
                    </a:cubicBezTo>
                    <a:cubicBezTo>
                      <a:pt x="28" y="43"/>
                      <a:pt x="27" y="43"/>
                      <a:pt x="27" y="43"/>
                    </a:cubicBezTo>
                    <a:cubicBezTo>
                      <a:pt x="27" y="42"/>
                      <a:pt x="27" y="42"/>
                      <a:pt x="27" y="42"/>
                    </a:cubicBezTo>
                    <a:cubicBezTo>
                      <a:pt x="27" y="41"/>
                      <a:pt x="28" y="41"/>
                      <a:pt x="28" y="41"/>
                    </a:cubicBezTo>
                    <a:cubicBezTo>
                      <a:pt x="28" y="41"/>
                      <a:pt x="27" y="41"/>
                      <a:pt x="27" y="40"/>
                    </a:cubicBezTo>
                    <a:cubicBezTo>
                      <a:pt x="27" y="40"/>
                      <a:pt x="27" y="40"/>
                      <a:pt x="27" y="39"/>
                    </a:cubicBezTo>
                    <a:cubicBezTo>
                      <a:pt x="28" y="39"/>
                      <a:pt x="28" y="39"/>
                      <a:pt x="28" y="39"/>
                    </a:cubicBezTo>
                    <a:cubicBezTo>
                      <a:pt x="28" y="39"/>
                      <a:pt x="28" y="39"/>
                      <a:pt x="28" y="39"/>
                    </a:cubicBezTo>
                    <a:cubicBezTo>
                      <a:pt x="28" y="38"/>
                      <a:pt x="28" y="38"/>
                      <a:pt x="28" y="38"/>
                    </a:cubicBezTo>
                    <a:cubicBezTo>
                      <a:pt x="29" y="38"/>
                      <a:pt x="29" y="38"/>
                      <a:pt x="29" y="37"/>
                    </a:cubicBezTo>
                    <a:cubicBezTo>
                      <a:pt x="29" y="37"/>
                      <a:pt x="29" y="36"/>
                      <a:pt x="29" y="36"/>
                    </a:cubicBezTo>
                    <a:cubicBezTo>
                      <a:pt x="29" y="36"/>
                      <a:pt x="29" y="35"/>
                      <a:pt x="29" y="35"/>
                    </a:cubicBezTo>
                    <a:cubicBezTo>
                      <a:pt x="29" y="35"/>
                      <a:pt x="29" y="34"/>
                      <a:pt x="28" y="34"/>
                    </a:cubicBezTo>
                    <a:cubicBezTo>
                      <a:pt x="28" y="34"/>
                      <a:pt x="28" y="35"/>
                      <a:pt x="28" y="35"/>
                    </a:cubicBezTo>
                    <a:cubicBezTo>
                      <a:pt x="28" y="35"/>
                      <a:pt x="28" y="35"/>
                      <a:pt x="27" y="35"/>
                    </a:cubicBezTo>
                    <a:cubicBezTo>
                      <a:pt x="27" y="35"/>
                      <a:pt x="27" y="35"/>
                      <a:pt x="27" y="35"/>
                    </a:cubicBezTo>
                    <a:cubicBezTo>
                      <a:pt x="26" y="35"/>
                      <a:pt x="26" y="35"/>
                      <a:pt x="26" y="35"/>
                    </a:cubicBezTo>
                    <a:cubicBezTo>
                      <a:pt x="26" y="35"/>
                      <a:pt x="26" y="34"/>
                      <a:pt x="25" y="34"/>
                    </a:cubicBezTo>
                    <a:cubicBezTo>
                      <a:pt x="25" y="34"/>
                      <a:pt x="25" y="34"/>
                      <a:pt x="25" y="34"/>
                    </a:cubicBezTo>
                    <a:cubicBezTo>
                      <a:pt x="25" y="34"/>
                      <a:pt x="25" y="33"/>
                      <a:pt x="25" y="33"/>
                    </a:cubicBezTo>
                    <a:cubicBezTo>
                      <a:pt x="24" y="33"/>
                      <a:pt x="24" y="32"/>
                      <a:pt x="24" y="32"/>
                    </a:cubicBezTo>
                    <a:cubicBezTo>
                      <a:pt x="24" y="32"/>
                      <a:pt x="23" y="32"/>
                      <a:pt x="23" y="32"/>
                    </a:cubicBezTo>
                    <a:cubicBezTo>
                      <a:pt x="23" y="32"/>
                      <a:pt x="23" y="32"/>
                      <a:pt x="22" y="32"/>
                    </a:cubicBezTo>
                    <a:cubicBezTo>
                      <a:pt x="22" y="32"/>
                      <a:pt x="22" y="32"/>
                      <a:pt x="22" y="32"/>
                    </a:cubicBezTo>
                    <a:cubicBezTo>
                      <a:pt x="21" y="31"/>
                      <a:pt x="21" y="30"/>
                      <a:pt x="20" y="30"/>
                    </a:cubicBezTo>
                    <a:cubicBezTo>
                      <a:pt x="20" y="30"/>
                      <a:pt x="20" y="31"/>
                      <a:pt x="19" y="31"/>
                    </a:cubicBezTo>
                    <a:cubicBezTo>
                      <a:pt x="19" y="31"/>
                      <a:pt x="19" y="31"/>
                      <a:pt x="18" y="30"/>
                    </a:cubicBezTo>
                    <a:cubicBezTo>
                      <a:pt x="18" y="30"/>
                      <a:pt x="18" y="30"/>
                      <a:pt x="17" y="30"/>
                    </a:cubicBezTo>
                    <a:cubicBezTo>
                      <a:pt x="17" y="30"/>
                      <a:pt x="17" y="30"/>
                      <a:pt x="17" y="30"/>
                    </a:cubicBezTo>
                    <a:cubicBezTo>
                      <a:pt x="16" y="29"/>
                      <a:pt x="16" y="29"/>
                      <a:pt x="16" y="29"/>
                    </a:cubicBezTo>
                    <a:cubicBezTo>
                      <a:pt x="16" y="29"/>
                      <a:pt x="16" y="29"/>
                      <a:pt x="15" y="29"/>
                    </a:cubicBezTo>
                    <a:cubicBezTo>
                      <a:pt x="15" y="29"/>
                      <a:pt x="15" y="29"/>
                      <a:pt x="15" y="28"/>
                    </a:cubicBezTo>
                    <a:cubicBezTo>
                      <a:pt x="15" y="28"/>
                      <a:pt x="15" y="28"/>
                      <a:pt x="15" y="28"/>
                    </a:cubicBezTo>
                    <a:cubicBezTo>
                      <a:pt x="15" y="27"/>
                      <a:pt x="15" y="27"/>
                      <a:pt x="14" y="26"/>
                    </a:cubicBezTo>
                    <a:cubicBezTo>
                      <a:pt x="14" y="26"/>
                      <a:pt x="14" y="26"/>
                      <a:pt x="14" y="25"/>
                    </a:cubicBezTo>
                    <a:cubicBezTo>
                      <a:pt x="14" y="25"/>
                      <a:pt x="14" y="25"/>
                      <a:pt x="14" y="25"/>
                    </a:cubicBezTo>
                    <a:cubicBezTo>
                      <a:pt x="14" y="25"/>
                      <a:pt x="13" y="24"/>
                      <a:pt x="13" y="24"/>
                    </a:cubicBezTo>
                    <a:cubicBezTo>
                      <a:pt x="13" y="24"/>
                      <a:pt x="13" y="24"/>
                      <a:pt x="13" y="23"/>
                    </a:cubicBezTo>
                    <a:cubicBezTo>
                      <a:pt x="13" y="23"/>
                      <a:pt x="13" y="23"/>
                      <a:pt x="13" y="22"/>
                    </a:cubicBezTo>
                    <a:cubicBezTo>
                      <a:pt x="12" y="22"/>
                      <a:pt x="12" y="22"/>
                      <a:pt x="12" y="23"/>
                    </a:cubicBezTo>
                    <a:cubicBezTo>
                      <a:pt x="12" y="23"/>
                      <a:pt x="12" y="23"/>
                      <a:pt x="12" y="23"/>
                    </a:cubicBezTo>
                    <a:cubicBezTo>
                      <a:pt x="12" y="24"/>
                      <a:pt x="12" y="24"/>
                      <a:pt x="12" y="24"/>
                    </a:cubicBezTo>
                    <a:cubicBezTo>
                      <a:pt x="12" y="24"/>
                      <a:pt x="13" y="25"/>
                      <a:pt x="13" y="25"/>
                    </a:cubicBezTo>
                    <a:cubicBezTo>
                      <a:pt x="13" y="25"/>
                      <a:pt x="13" y="26"/>
                      <a:pt x="13" y="26"/>
                    </a:cubicBezTo>
                    <a:cubicBezTo>
                      <a:pt x="13" y="26"/>
                      <a:pt x="13" y="26"/>
                      <a:pt x="13" y="27"/>
                    </a:cubicBezTo>
                    <a:cubicBezTo>
                      <a:pt x="13" y="27"/>
                      <a:pt x="13" y="26"/>
                      <a:pt x="13" y="26"/>
                    </a:cubicBezTo>
                    <a:cubicBezTo>
                      <a:pt x="13" y="26"/>
                      <a:pt x="12" y="26"/>
                      <a:pt x="12" y="26"/>
                    </a:cubicBezTo>
                    <a:cubicBezTo>
                      <a:pt x="12" y="26"/>
                      <a:pt x="12" y="25"/>
                      <a:pt x="12" y="25"/>
                    </a:cubicBezTo>
                    <a:cubicBezTo>
                      <a:pt x="12" y="25"/>
                      <a:pt x="11" y="25"/>
                      <a:pt x="11" y="24"/>
                    </a:cubicBezTo>
                    <a:cubicBezTo>
                      <a:pt x="11" y="24"/>
                      <a:pt x="12" y="24"/>
                      <a:pt x="12" y="24"/>
                    </a:cubicBezTo>
                    <a:cubicBezTo>
                      <a:pt x="12" y="23"/>
                      <a:pt x="11" y="23"/>
                      <a:pt x="11" y="23"/>
                    </a:cubicBezTo>
                    <a:cubicBezTo>
                      <a:pt x="11" y="23"/>
                      <a:pt x="11" y="22"/>
                      <a:pt x="11" y="22"/>
                    </a:cubicBezTo>
                    <a:cubicBezTo>
                      <a:pt x="11" y="22"/>
                      <a:pt x="11" y="21"/>
                      <a:pt x="11" y="21"/>
                    </a:cubicBezTo>
                    <a:cubicBezTo>
                      <a:pt x="11" y="21"/>
                      <a:pt x="11" y="21"/>
                      <a:pt x="10" y="21"/>
                    </a:cubicBezTo>
                    <a:cubicBezTo>
                      <a:pt x="10" y="21"/>
                      <a:pt x="10" y="21"/>
                      <a:pt x="10" y="20"/>
                    </a:cubicBezTo>
                    <a:cubicBezTo>
                      <a:pt x="10" y="20"/>
                      <a:pt x="10" y="20"/>
                      <a:pt x="10" y="20"/>
                    </a:cubicBezTo>
                    <a:cubicBezTo>
                      <a:pt x="10" y="19"/>
                      <a:pt x="10" y="19"/>
                      <a:pt x="10" y="18"/>
                    </a:cubicBezTo>
                    <a:cubicBezTo>
                      <a:pt x="10" y="18"/>
                      <a:pt x="9" y="18"/>
                      <a:pt x="10" y="17"/>
                    </a:cubicBezTo>
                    <a:cubicBezTo>
                      <a:pt x="10" y="17"/>
                      <a:pt x="10" y="17"/>
                      <a:pt x="10" y="17"/>
                    </a:cubicBezTo>
                    <a:cubicBezTo>
                      <a:pt x="10" y="16"/>
                      <a:pt x="10" y="16"/>
                      <a:pt x="10" y="16"/>
                    </a:cubicBezTo>
                    <a:cubicBezTo>
                      <a:pt x="11" y="16"/>
                      <a:pt x="11" y="15"/>
                      <a:pt x="11" y="15"/>
                    </a:cubicBezTo>
                    <a:cubicBezTo>
                      <a:pt x="12" y="14"/>
                      <a:pt x="12" y="14"/>
                      <a:pt x="12" y="14"/>
                    </a:cubicBezTo>
                    <a:cubicBezTo>
                      <a:pt x="12" y="13"/>
                      <a:pt x="12" y="13"/>
                      <a:pt x="12" y="13"/>
                    </a:cubicBezTo>
                    <a:cubicBezTo>
                      <a:pt x="12" y="13"/>
                      <a:pt x="12" y="12"/>
                      <a:pt x="12" y="12"/>
                    </a:cubicBezTo>
                    <a:cubicBezTo>
                      <a:pt x="12" y="12"/>
                      <a:pt x="12" y="12"/>
                      <a:pt x="12" y="12"/>
                    </a:cubicBezTo>
                    <a:cubicBezTo>
                      <a:pt x="12" y="11"/>
                      <a:pt x="12" y="11"/>
                      <a:pt x="12" y="11"/>
                    </a:cubicBezTo>
                    <a:cubicBezTo>
                      <a:pt x="12" y="11"/>
                      <a:pt x="12" y="10"/>
                      <a:pt x="12" y="10"/>
                    </a:cubicBezTo>
                    <a:cubicBezTo>
                      <a:pt x="12" y="10"/>
                      <a:pt x="13" y="10"/>
                      <a:pt x="13" y="10"/>
                    </a:cubicBezTo>
                    <a:cubicBezTo>
                      <a:pt x="12" y="9"/>
                      <a:pt x="12" y="10"/>
                      <a:pt x="12" y="10"/>
                    </a:cubicBezTo>
                    <a:cubicBezTo>
                      <a:pt x="12" y="9"/>
                      <a:pt x="12" y="9"/>
                      <a:pt x="12" y="9"/>
                    </a:cubicBezTo>
                    <a:cubicBezTo>
                      <a:pt x="12" y="9"/>
                      <a:pt x="12" y="9"/>
                      <a:pt x="12" y="8"/>
                    </a:cubicBezTo>
                    <a:cubicBezTo>
                      <a:pt x="12" y="8"/>
                      <a:pt x="12" y="8"/>
                      <a:pt x="12" y="8"/>
                    </a:cubicBezTo>
                    <a:cubicBezTo>
                      <a:pt x="12" y="8"/>
                      <a:pt x="12" y="8"/>
                      <a:pt x="12" y="7"/>
                    </a:cubicBezTo>
                    <a:cubicBezTo>
                      <a:pt x="15" y="5"/>
                      <a:pt x="19" y="3"/>
                      <a:pt x="23" y="2"/>
                    </a:cubicBezTo>
                    <a:cubicBezTo>
                      <a:pt x="23" y="2"/>
                      <a:pt x="23" y="2"/>
                      <a:pt x="23" y="2"/>
                    </a:cubicBezTo>
                    <a:cubicBezTo>
                      <a:pt x="23" y="2"/>
                      <a:pt x="23" y="2"/>
                      <a:pt x="23" y="2"/>
                    </a:cubicBezTo>
                    <a:cubicBezTo>
                      <a:pt x="24" y="2"/>
                      <a:pt x="24" y="2"/>
                      <a:pt x="24" y="2"/>
                    </a:cubicBezTo>
                    <a:cubicBezTo>
                      <a:pt x="24" y="2"/>
                      <a:pt x="25" y="2"/>
                      <a:pt x="25" y="2"/>
                    </a:cubicBezTo>
                    <a:cubicBezTo>
                      <a:pt x="26" y="2"/>
                      <a:pt x="26" y="3"/>
                      <a:pt x="27" y="3"/>
                    </a:cubicBezTo>
                    <a:cubicBezTo>
                      <a:pt x="27" y="3"/>
                      <a:pt x="27" y="2"/>
                      <a:pt x="27" y="2"/>
                    </a:cubicBezTo>
                    <a:cubicBezTo>
                      <a:pt x="27" y="2"/>
                      <a:pt x="27" y="2"/>
                      <a:pt x="27" y="2"/>
                    </a:cubicBezTo>
                    <a:cubicBezTo>
                      <a:pt x="27" y="2"/>
                      <a:pt x="28" y="2"/>
                      <a:pt x="28" y="2"/>
                    </a:cubicBezTo>
                    <a:cubicBezTo>
                      <a:pt x="28" y="2"/>
                      <a:pt x="29" y="2"/>
                      <a:pt x="30" y="2"/>
                    </a:cubicBezTo>
                    <a:cubicBezTo>
                      <a:pt x="30" y="0"/>
                      <a:pt x="30" y="0"/>
                      <a:pt x="30" y="0"/>
                    </a:cubicBezTo>
                    <a:cubicBezTo>
                      <a:pt x="29" y="0"/>
                      <a:pt x="29" y="0"/>
                      <a:pt x="28" y="0"/>
                    </a:cubicBezTo>
                    <a:cubicBezTo>
                      <a:pt x="28" y="0"/>
                      <a:pt x="28" y="0"/>
                      <a:pt x="28" y="0"/>
                    </a:cubicBezTo>
                    <a:cubicBezTo>
                      <a:pt x="28" y="0"/>
                      <a:pt x="27" y="0"/>
                      <a:pt x="27" y="0"/>
                    </a:cubicBezTo>
                    <a:cubicBezTo>
                      <a:pt x="24" y="0"/>
                      <a:pt x="22" y="1"/>
                      <a:pt x="19" y="2"/>
                    </a:cubicBezTo>
                    <a:cubicBezTo>
                      <a:pt x="19" y="2"/>
                      <a:pt x="18" y="2"/>
                      <a:pt x="18" y="2"/>
                    </a:cubicBezTo>
                    <a:cubicBezTo>
                      <a:pt x="18" y="2"/>
                      <a:pt x="17" y="2"/>
                      <a:pt x="17" y="2"/>
                    </a:cubicBezTo>
                    <a:cubicBezTo>
                      <a:pt x="17" y="2"/>
                      <a:pt x="17" y="3"/>
                      <a:pt x="17" y="3"/>
                    </a:cubicBezTo>
                    <a:cubicBezTo>
                      <a:pt x="16" y="3"/>
                      <a:pt x="16" y="3"/>
                      <a:pt x="15" y="3"/>
                    </a:cubicBezTo>
                    <a:cubicBezTo>
                      <a:pt x="15" y="3"/>
                      <a:pt x="15" y="4"/>
                      <a:pt x="14" y="4"/>
                    </a:cubicBezTo>
                    <a:cubicBezTo>
                      <a:pt x="13" y="5"/>
                      <a:pt x="11" y="6"/>
                      <a:pt x="10" y="7"/>
                    </a:cubicBezTo>
                    <a:cubicBezTo>
                      <a:pt x="10" y="7"/>
                      <a:pt x="10" y="7"/>
                      <a:pt x="9" y="7"/>
                    </a:cubicBezTo>
                    <a:cubicBezTo>
                      <a:pt x="9" y="8"/>
                      <a:pt x="9" y="8"/>
                      <a:pt x="8" y="8"/>
                    </a:cubicBezTo>
                    <a:cubicBezTo>
                      <a:pt x="8" y="9"/>
                      <a:pt x="8" y="9"/>
                      <a:pt x="7" y="9"/>
                    </a:cubicBezTo>
                    <a:cubicBezTo>
                      <a:pt x="7" y="10"/>
                      <a:pt x="7" y="10"/>
                      <a:pt x="6" y="11"/>
                    </a:cubicBezTo>
                    <a:cubicBezTo>
                      <a:pt x="5" y="12"/>
                      <a:pt x="5" y="13"/>
                      <a:pt x="4" y="14"/>
                    </a:cubicBezTo>
                    <a:cubicBezTo>
                      <a:pt x="4" y="14"/>
                      <a:pt x="4" y="15"/>
                      <a:pt x="3" y="15"/>
                    </a:cubicBezTo>
                    <a:cubicBezTo>
                      <a:pt x="3" y="15"/>
                      <a:pt x="3" y="16"/>
                      <a:pt x="3" y="16"/>
                    </a:cubicBezTo>
                    <a:cubicBezTo>
                      <a:pt x="3" y="16"/>
                      <a:pt x="3" y="17"/>
                      <a:pt x="2" y="18"/>
                    </a:cubicBezTo>
                    <a:cubicBezTo>
                      <a:pt x="2" y="18"/>
                      <a:pt x="2" y="18"/>
                      <a:pt x="2" y="18"/>
                    </a:cubicBezTo>
                    <a:cubicBezTo>
                      <a:pt x="2" y="19"/>
                      <a:pt x="1" y="20"/>
                      <a:pt x="1" y="21"/>
                    </a:cubicBezTo>
                    <a:cubicBezTo>
                      <a:pt x="1" y="21"/>
                      <a:pt x="1" y="22"/>
                      <a:pt x="1" y="22"/>
                    </a:cubicBezTo>
                    <a:close/>
                    <a:moveTo>
                      <a:pt x="30" y="22"/>
                    </a:moveTo>
                    <a:cubicBezTo>
                      <a:pt x="30" y="34"/>
                      <a:pt x="30" y="34"/>
                      <a:pt x="30" y="34"/>
                    </a:cubicBezTo>
                    <a:cubicBezTo>
                      <a:pt x="30" y="35"/>
                      <a:pt x="30" y="35"/>
                      <a:pt x="29" y="35"/>
                    </a:cubicBezTo>
                    <a:cubicBezTo>
                      <a:pt x="29" y="35"/>
                      <a:pt x="29" y="34"/>
                      <a:pt x="29" y="34"/>
                    </a:cubicBezTo>
                    <a:cubicBezTo>
                      <a:pt x="28" y="34"/>
                      <a:pt x="28" y="34"/>
                      <a:pt x="27" y="34"/>
                    </a:cubicBezTo>
                    <a:cubicBezTo>
                      <a:pt x="27" y="34"/>
                      <a:pt x="26" y="34"/>
                      <a:pt x="26" y="33"/>
                    </a:cubicBezTo>
                    <a:cubicBezTo>
                      <a:pt x="26" y="33"/>
                      <a:pt x="26" y="32"/>
                      <a:pt x="26" y="32"/>
                    </a:cubicBezTo>
                    <a:cubicBezTo>
                      <a:pt x="26" y="32"/>
                      <a:pt x="26" y="32"/>
                      <a:pt x="26" y="31"/>
                    </a:cubicBezTo>
                    <a:cubicBezTo>
                      <a:pt x="26" y="31"/>
                      <a:pt x="26" y="31"/>
                      <a:pt x="26" y="31"/>
                    </a:cubicBezTo>
                    <a:cubicBezTo>
                      <a:pt x="25" y="31"/>
                      <a:pt x="24" y="31"/>
                      <a:pt x="24" y="31"/>
                    </a:cubicBezTo>
                    <a:cubicBezTo>
                      <a:pt x="24" y="30"/>
                      <a:pt x="24" y="30"/>
                      <a:pt x="24" y="30"/>
                    </a:cubicBezTo>
                    <a:cubicBezTo>
                      <a:pt x="24" y="30"/>
                      <a:pt x="24" y="30"/>
                      <a:pt x="24" y="30"/>
                    </a:cubicBezTo>
                    <a:cubicBezTo>
                      <a:pt x="24" y="29"/>
                      <a:pt x="24" y="29"/>
                      <a:pt x="24" y="29"/>
                    </a:cubicBezTo>
                    <a:cubicBezTo>
                      <a:pt x="24" y="29"/>
                      <a:pt x="24" y="29"/>
                      <a:pt x="24" y="29"/>
                    </a:cubicBezTo>
                    <a:cubicBezTo>
                      <a:pt x="25" y="28"/>
                      <a:pt x="25" y="28"/>
                      <a:pt x="25" y="28"/>
                    </a:cubicBezTo>
                    <a:cubicBezTo>
                      <a:pt x="25" y="28"/>
                      <a:pt x="25" y="28"/>
                      <a:pt x="24" y="28"/>
                    </a:cubicBezTo>
                    <a:cubicBezTo>
                      <a:pt x="24" y="28"/>
                      <a:pt x="24" y="28"/>
                      <a:pt x="23" y="28"/>
                    </a:cubicBezTo>
                    <a:cubicBezTo>
                      <a:pt x="23" y="28"/>
                      <a:pt x="23" y="29"/>
                      <a:pt x="22" y="29"/>
                    </a:cubicBezTo>
                    <a:cubicBezTo>
                      <a:pt x="22" y="29"/>
                      <a:pt x="22" y="29"/>
                      <a:pt x="21" y="29"/>
                    </a:cubicBezTo>
                    <a:cubicBezTo>
                      <a:pt x="21" y="29"/>
                      <a:pt x="21" y="29"/>
                      <a:pt x="21" y="29"/>
                    </a:cubicBezTo>
                    <a:cubicBezTo>
                      <a:pt x="21" y="29"/>
                      <a:pt x="20" y="29"/>
                      <a:pt x="20" y="29"/>
                    </a:cubicBezTo>
                    <a:cubicBezTo>
                      <a:pt x="20" y="29"/>
                      <a:pt x="19" y="28"/>
                      <a:pt x="19" y="28"/>
                    </a:cubicBezTo>
                    <a:cubicBezTo>
                      <a:pt x="19" y="27"/>
                      <a:pt x="19" y="26"/>
                      <a:pt x="20" y="26"/>
                    </a:cubicBezTo>
                    <a:cubicBezTo>
                      <a:pt x="20" y="26"/>
                      <a:pt x="20" y="25"/>
                      <a:pt x="20" y="25"/>
                    </a:cubicBezTo>
                    <a:cubicBezTo>
                      <a:pt x="20" y="25"/>
                      <a:pt x="20" y="25"/>
                      <a:pt x="20" y="25"/>
                    </a:cubicBezTo>
                    <a:cubicBezTo>
                      <a:pt x="20" y="24"/>
                      <a:pt x="21" y="24"/>
                      <a:pt x="21" y="24"/>
                    </a:cubicBezTo>
                    <a:cubicBezTo>
                      <a:pt x="22" y="23"/>
                      <a:pt x="22" y="23"/>
                      <a:pt x="22" y="23"/>
                    </a:cubicBezTo>
                    <a:cubicBezTo>
                      <a:pt x="23" y="23"/>
                      <a:pt x="23" y="23"/>
                      <a:pt x="23" y="23"/>
                    </a:cubicBezTo>
                    <a:cubicBezTo>
                      <a:pt x="24" y="23"/>
                      <a:pt x="24" y="23"/>
                      <a:pt x="24" y="23"/>
                    </a:cubicBezTo>
                    <a:cubicBezTo>
                      <a:pt x="24" y="23"/>
                      <a:pt x="25" y="23"/>
                      <a:pt x="25" y="23"/>
                    </a:cubicBezTo>
                    <a:cubicBezTo>
                      <a:pt x="25" y="23"/>
                      <a:pt x="26" y="23"/>
                      <a:pt x="26" y="23"/>
                    </a:cubicBezTo>
                    <a:cubicBezTo>
                      <a:pt x="26" y="23"/>
                      <a:pt x="27" y="23"/>
                      <a:pt x="27" y="23"/>
                    </a:cubicBezTo>
                    <a:cubicBezTo>
                      <a:pt x="27" y="23"/>
                      <a:pt x="27" y="23"/>
                      <a:pt x="27" y="23"/>
                    </a:cubicBezTo>
                    <a:cubicBezTo>
                      <a:pt x="28" y="23"/>
                      <a:pt x="28" y="23"/>
                      <a:pt x="28" y="24"/>
                    </a:cubicBezTo>
                    <a:cubicBezTo>
                      <a:pt x="28" y="24"/>
                      <a:pt x="28" y="24"/>
                      <a:pt x="28" y="24"/>
                    </a:cubicBezTo>
                    <a:cubicBezTo>
                      <a:pt x="28" y="25"/>
                      <a:pt x="29" y="25"/>
                      <a:pt x="29" y="25"/>
                    </a:cubicBezTo>
                    <a:cubicBezTo>
                      <a:pt x="29" y="25"/>
                      <a:pt x="29" y="24"/>
                      <a:pt x="29" y="24"/>
                    </a:cubicBezTo>
                    <a:cubicBezTo>
                      <a:pt x="29" y="24"/>
                      <a:pt x="29" y="24"/>
                      <a:pt x="29" y="24"/>
                    </a:cubicBezTo>
                    <a:cubicBezTo>
                      <a:pt x="29" y="23"/>
                      <a:pt x="29" y="23"/>
                      <a:pt x="29" y="23"/>
                    </a:cubicBezTo>
                    <a:cubicBezTo>
                      <a:pt x="29" y="22"/>
                      <a:pt x="29" y="22"/>
                      <a:pt x="3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94" name="Freeform 216"/>
              <p:cNvSpPr>
                <a:spLocks/>
              </p:cNvSpPr>
              <p:nvPr/>
            </p:nvSpPr>
            <p:spPr bwMode="auto">
              <a:xfrm>
                <a:off x="-3289300" y="6083300"/>
                <a:ext cx="203200" cy="179388"/>
              </a:xfrm>
              <a:custGeom>
                <a:avLst/>
                <a:gdLst>
                  <a:gd name="T0" fmla="*/ 6 w 54"/>
                  <a:gd name="T1" fmla="*/ 5 h 48"/>
                  <a:gd name="T2" fmla="*/ 1 w 54"/>
                  <a:gd name="T3" fmla="*/ 15 h 48"/>
                  <a:gd name="T4" fmla="*/ 0 w 54"/>
                  <a:gd name="T5" fmla="*/ 18 h 48"/>
                  <a:gd name="T6" fmla="*/ 0 w 54"/>
                  <a:gd name="T7" fmla="*/ 18 h 48"/>
                  <a:gd name="T8" fmla="*/ 0 w 54"/>
                  <a:gd name="T9" fmla="*/ 21 h 48"/>
                  <a:gd name="T10" fmla="*/ 1 w 54"/>
                  <a:gd name="T11" fmla="*/ 23 h 48"/>
                  <a:gd name="T12" fmla="*/ 3 w 54"/>
                  <a:gd name="T13" fmla="*/ 32 h 48"/>
                  <a:gd name="T14" fmla="*/ 8 w 54"/>
                  <a:gd name="T15" fmla="*/ 42 h 48"/>
                  <a:gd name="T16" fmla="*/ 9 w 54"/>
                  <a:gd name="T17" fmla="*/ 43 h 48"/>
                  <a:gd name="T18" fmla="*/ 12 w 54"/>
                  <a:gd name="T19" fmla="*/ 46 h 48"/>
                  <a:gd name="T20" fmla="*/ 13 w 54"/>
                  <a:gd name="T21" fmla="*/ 47 h 48"/>
                  <a:gd name="T22" fmla="*/ 19 w 54"/>
                  <a:gd name="T23" fmla="*/ 48 h 48"/>
                  <a:gd name="T24" fmla="*/ 19 w 54"/>
                  <a:gd name="T25" fmla="*/ 48 h 48"/>
                  <a:gd name="T26" fmla="*/ 22 w 54"/>
                  <a:gd name="T27" fmla="*/ 47 h 48"/>
                  <a:gd name="T28" fmla="*/ 24 w 54"/>
                  <a:gd name="T29" fmla="*/ 46 h 48"/>
                  <a:gd name="T30" fmla="*/ 27 w 54"/>
                  <a:gd name="T31" fmla="*/ 46 h 48"/>
                  <a:gd name="T32" fmla="*/ 27 w 54"/>
                  <a:gd name="T33" fmla="*/ 46 h 48"/>
                  <a:gd name="T34" fmla="*/ 30 w 54"/>
                  <a:gd name="T35" fmla="*/ 46 h 48"/>
                  <a:gd name="T36" fmla="*/ 32 w 54"/>
                  <a:gd name="T37" fmla="*/ 47 h 48"/>
                  <a:gd name="T38" fmla="*/ 35 w 54"/>
                  <a:gd name="T39" fmla="*/ 48 h 48"/>
                  <a:gd name="T40" fmla="*/ 35 w 54"/>
                  <a:gd name="T41" fmla="*/ 48 h 48"/>
                  <a:gd name="T42" fmla="*/ 41 w 54"/>
                  <a:gd name="T43" fmla="*/ 47 h 48"/>
                  <a:gd name="T44" fmla="*/ 42 w 54"/>
                  <a:gd name="T45" fmla="*/ 46 h 48"/>
                  <a:gd name="T46" fmla="*/ 45 w 54"/>
                  <a:gd name="T47" fmla="*/ 43 h 48"/>
                  <a:gd name="T48" fmla="*/ 46 w 54"/>
                  <a:gd name="T49" fmla="*/ 42 h 48"/>
                  <a:gd name="T50" fmla="*/ 51 w 54"/>
                  <a:gd name="T51" fmla="*/ 32 h 48"/>
                  <a:gd name="T52" fmla="*/ 53 w 54"/>
                  <a:gd name="T53" fmla="*/ 23 h 48"/>
                  <a:gd name="T54" fmla="*/ 54 w 54"/>
                  <a:gd name="T55" fmla="*/ 21 h 48"/>
                  <a:gd name="T56" fmla="*/ 54 w 54"/>
                  <a:gd name="T57" fmla="*/ 18 h 48"/>
                  <a:gd name="T58" fmla="*/ 54 w 54"/>
                  <a:gd name="T59" fmla="*/ 18 h 48"/>
                  <a:gd name="T60" fmla="*/ 53 w 54"/>
                  <a:gd name="T61" fmla="*/ 15 h 48"/>
                  <a:gd name="T62" fmla="*/ 48 w 54"/>
                  <a:gd name="T63" fmla="*/ 5 h 48"/>
                  <a:gd name="T64" fmla="*/ 47 w 54"/>
                  <a:gd name="T65" fmla="*/ 4 h 48"/>
                  <a:gd name="T66" fmla="*/ 40 w 54"/>
                  <a:gd name="T67" fmla="*/ 1 h 48"/>
                  <a:gd name="T68" fmla="*/ 31 w 54"/>
                  <a:gd name="T69" fmla="*/ 2 h 48"/>
                  <a:gd name="T70" fmla="*/ 27 w 54"/>
                  <a:gd name="T71" fmla="*/ 4 h 48"/>
                  <a:gd name="T72" fmla="*/ 23 w 54"/>
                  <a:gd name="T73" fmla="*/ 2 h 48"/>
                  <a:gd name="T74" fmla="*/ 14 w 54"/>
                  <a:gd name="T75" fmla="*/ 1 h 48"/>
                  <a:gd name="T76" fmla="*/ 7 w 54"/>
                  <a:gd name="T77" fmla="*/ 4 h 48"/>
                  <a:gd name="T78" fmla="*/ 6 w 54"/>
                  <a:gd name="T79" fmla="*/ 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48">
                    <a:moveTo>
                      <a:pt x="6" y="5"/>
                    </a:moveTo>
                    <a:cubicBezTo>
                      <a:pt x="3" y="8"/>
                      <a:pt x="1" y="11"/>
                      <a:pt x="1" y="15"/>
                    </a:cubicBezTo>
                    <a:cubicBezTo>
                      <a:pt x="1" y="16"/>
                      <a:pt x="1" y="17"/>
                      <a:pt x="0" y="18"/>
                    </a:cubicBezTo>
                    <a:cubicBezTo>
                      <a:pt x="0" y="18"/>
                      <a:pt x="0" y="18"/>
                      <a:pt x="0" y="18"/>
                    </a:cubicBezTo>
                    <a:cubicBezTo>
                      <a:pt x="0" y="19"/>
                      <a:pt x="0" y="20"/>
                      <a:pt x="0" y="21"/>
                    </a:cubicBezTo>
                    <a:cubicBezTo>
                      <a:pt x="0" y="22"/>
                      <a:pt x="1" y="22"/>
                      <a:pt x="1" y="23"/>
                    </a:cubicBezTo>
                    <a:cubicBezTo>
                      <a:pt x="1" y="26"/>
                      <a:pt x="2" y="29"/>
                      <a:pt x="3" y="32"/>
                    </a:cubicBezTo>
                    <a:cubicBezTo>
                      <a:pt x="4" y="35"/>
                      <a:pt x="6" y="39"/>
                      <a:pt x="8" y="42"/>
                    </a:cubicBezTo>
                    <a:cubicBezTo>
                      <a:pt x="8" y="42"/>
                      <a:pt x="9" y="42"/>
                      <a:pt x="9" y="43"/>
                    </a:cubicBezTo>
                    <a:cubicBezTo>
                      <a:pt x="10" y="44"/>
                      <a:pt x="11" y="45"/>
                      <a:pt x="12" y="46"/>
                    </a:cubicBezTo>
                    <a:cubicBezTo>
                      <a:pt x="12" y="47"/>
                      <a:pt x="13" y="47"/>
                      <a:pt x="13" y="47"/>
                    </a:cubicBezTo>
                    <a:cubicBezTo>
                      <a:pt x="15" y="48"/>
                      <a:pt x="17" y="48"/>
                      <a:pt x="19" y="48"/>
                    </a:cubicBezTo>
                    <a:cubicBezTo>
                      <a:pt x="19" y="48"/>
                      <a:pt x="19" y="48"/>
                      <a:pt x="19" y="48"/>
                    </a:cubicBezTo>
                    <a:cubicBezTo>
                      <a:pt x="20" y="47"/>
                      <a:pt x="21" y="47"/>
                      <a:pt x="22" y="47"/>
                    </a:cubicBezTo>
                    <a:cubicBezTo>
                      <a:pt x="22" y="47"/>
                      <a:pt x="23" y="46"/>
                      <a:pt x="24" y="46"/>
                    </a:cubicBezTo>
                    <a:cubicBezTo>
                      <a:pt x="25" y="46"/>
                      <a:pt x="27" y="46"/>
                      <a:pt x="27" y="46"/>
                    </a:cubicBezTo>
                    <a:cubicBezTo>
                      <a:pt x="27" y="46"/>
                      <a:pt x="27" y="46"/>
                      <a:pt x="27" y="46"/>
                    </a:cubicBezTo>
                    <a:cubicBezTo>
                      <a:pt x="28" y="46"/>
                      <a:pt x="29" y="46"/>
                      <a:pt x="30" y="46"/>
                    </a:cubicBezTo>
                    <a:cubicBezTo>
                      <a:pt x="31" y="46"/>
                      <a:pt x="32" y="47"/>
                      <a:pt x="32" y="47"/>
                    </a:cubicBezTo>
                    <a:cubicBezTo>
                      <a:pt x="33" y="47"/>
                      <a:pt x="34" y="47"/>
                      <a:pt x="35" y="48"/>
                    </a:cubicBezTo>
                    <a:cubicBezTo>
                      <a:pt x="35" y="48"/>
                      <a:pt x="35" y="48"/>
                      <a:pt x="35" y="48"/>
                    </a:cubicBezTo>
                    <a:cubicBezTo>
                      <a:pt x="37" y="48"/>
                      <a:pt x="39" y="48"/>
                      <a:pt x="41" y="47"/>
                    </a:cubicBezTo>
                    <a:cubicBezTo>
                      <a:pt x="41" y="47"/>
                      <a:pt x="42" y="47"/>
                      <a:pt x="42" y="46"/>
                    </a:cubicBezTo>
                    <a:cubicBezTo>
                      <a:pt x="43" y="45"/>
                      <a:pt x="44" y="44"/>
                      <a:pt x="45" y="43"/>
                    </a:cubicBezTo>
                    <a:cubicBezTo>
                      <a:pt x="46" y="42"/>
                      <a:pt x="46" y="42"/>
                      <a:pt x="46" y="42"/>
                    </a:cubicBezTo>
                    <a:cubicBezTo>
                      <a:pt x="48" y="39"/>
                      <a:pt x="50" y="35"/>
                      <a:pt x="51" y="32"/>
                    </a:cubicBezTo>
                    <a:cubicBezTo>
                      <a:pt x="52" y="29"/>
                      <a:pt x="53" y="26"/>
                      <a:pt x="53" y="23"/>
                    </a:cubicBezTo>
                    <a:cubicBezTo>
                      <a:pt x="54" y="22"/>
                      <a:pt x="54" y="22"/>
                      <a:pt x="54" y="21"/>
                    </a:cubicBezTo>
                    <a:cubicBezTo>
                      <a:pt x="54" y="20"/>
                      <a:pt x="54" y="19"/>
                      <a:pt x="54" y="18"/>
                    </a:cubicBezTo>
                    <a:cubicBezTo>
                      <a:pt x="54" y="18"/>
                      <a:pt x="54" y="18"/>
                      <a:pt x="54" y="18"/>
                    </a:cubicBezTo>
                    <a:cubicBezTo>
                      <a:pt x="53" y="17"/>
                      <a:pt x="53" y="16"/>
                      <a:pt x="53" y="15"/>
                    </a:cubicBezTo>
                    <a:cubicBezTo>
                      <a:pt x="53" y="11"/>
                      <a:pt x="51" y="8"/>
                      <a:pt x="48" y="5"/>
                    </a:cubicBezTo>
                    <a:cubicBezTo>
                      <a:pt x="48" y="5"/>
                      <a:pt x="47" y="4"/>
                      <a:pt x="47" y="4"/>
                    </a:cubicBezTo>
                    <a:cubicBezTo>
                      <a:pt x="45" y="2"/>
                      <a:pt x="42" y="1"/>
                      <a:pt x="40" y="1"/>
                    </a:cubicBezTo>
                    <a:cubicBezTo>
                      <a:pt x="37" y="0"/>
                      <a:pt x="34" y="1"/>
                      <a:pt x="31" y="2"/>
                    </a:cubicBezTo>
                    <a:cubicBezTo>
                      <a:pt x="30" y="3"/>
                      <a:pt x="27" y="4"/>
                      <a:pt x="27" y="4"/>
                    </a:cubicBezTo>
                    <a:cubicBezTo>
                      <a:pt x="27" y="4"/>
                      <a:pt x="24" y="3"/>
                      <a:pt x="23" y="2"/>
                    </a:cubicBezTo>
                    <a:cubicBezTo>
                      <a:pt x="20" y="1"/>
                      <a:pt x="17" y="0"/>
                      <a:pt x="14" y="1"/>
                    </a:cubicBezTo>
                    <a:cubicBezTo>
                      <a:pt x="12" y="1"/>
                      <a:pt x="9" y="2"/>
                      <a:pt x="7" y="4"/>
                    </a:cubicBezTo>
                    <a:cubicBezTo>
                      <a:pt x="7" y="4"/>
                      <a:pt x="6" y="5"/>
                      <a:pt x="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95" name="Freeform 217"/>
              <p:cNvSpPr>
                <a:spLocks/>
              </p:cNvSpPr>
              <p:nvPr/>
            </p:nvSpPr>
            <p:spPr bwMode="auto">
              <a:xfrm>
                <a:off x="-3236913" y="6029325"/>
                <a:ext cx="49213" cy="53975"/>
              </a:xfrm>
              <a:custGeom>
                <a:avLst/>
                <a:gdLst>
                  <a:gd name="T0" fmla="*/ 4 w 13"/>
                  <a:gd name="T1" fmla="*/ 10 h 14"/>
                  <a:gd name="T2" fmla="*/ 10 w 13"/>
                  <a:gd name="T3" fmla="*/ 14 h 14"/>
                  <a:gd name="T4" fmla="*/ 13 w 13"/>
                  <a:gd name="T5" fmla="*/ 14 h 14"/>
                  <a:gd name="T6" fmla="*/ 13 w 13"/>
                  <a:gd name="T7" fmla="*/ 14 h 14"/>
                  <a:gd name="T8" fmla="*/ 10 w 13"/>
                  <a:gd name="T9" fmla="*/ 5 h 14"/>
                  <a:gd name="T10" fmla="*/ 1 w 13"/>
                  <a:gd name="T11" fmla="*/ 0 h 14"/>
                  <a:gd name="T12" fmla="*/ 1 w 13"/>
                  <a:gd name="T13" fmla="*/ 0 h 14"/>
                  <a:gd name="T14" fmla="*/ 0 w 13"/>
                  <a:gd name="T15" fmla="*/ 0 h 14"/>
                  <a:gd name="T16" fmla="*/ 1 w 13"/>
                  <a:gd name="T17" fmla="*/ 3 h 14"/>
                  <a:gd name="T18" fmla="*/ 4 w 13"/>
                  <a:gd name="T1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4">
                    <a:moveTo>
                      <a:pt x="4" y="10"/>
                    </a:moveTo>
                    <a:cubicBezTo>
                      <a:pt x="6" y="12"/>
                      <a:pt x="7" y="13"/>
                      <a:pt x="10" y="14"/>
                    </a:cubicBezTo>
                    <a:cubicBezTo>
                      <a:pt x="11" y="14"/>
                      <a:pt x="12" y="14"/>
                      <a:pt x="13" y="14"/>
                    </a:cubicBezTo>
                    <a:cubicBezTo>
                      <a:pt x="13" y="14"/>
                      <a:pt x="13" y="14"/>
                      <a:pt x="13" y="14"/>
                    </a:cubicBezTo>
                    <a:cubicBezTo>
                      <a:pt x="13" y="11"/>
                      <a:pt x="12" y="8"/>
                      <a:pt x="10" y="5"/>
                    </a:cubicBezTo>
                    <a:cubicBezTo>
                      <a:pt x="8" y="2"/>
                      <a:pt x="5" y="1"/>
                      <a:pt x="1" y="0"/>
                    </a:cubicBezTo>
                    <a:cubicBezTo>
                      <a:pt x="1" y="0"/>
                      <a:pt x="1" y="0"/>
                      <a:pt x="1" y="0"/>
                    </a:cubicBezTo>
                    <a:cubicBezTo>
                      <a:pt x="1" y="0"/>
                      <a:pt x="1" y="0"/>
                      <a:pt x="0" y="0"/>
                    </a:cubicBezTo>
                    <a:cubicBezTo>
                      <a:pt x="0" y="1"/>
                      <a:pt x="0" y="2"/>
                      <a:pt x="1" y="3"/>
                    </a:cubicBezTo>
                    <a:cubicBezTo>
                      <a:pt x="1" y="6"/>
                      <a:pt x="2"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96" name="Rectangle 218"/>
              <p:cNvSpPr>
                <a:spLocks noChangeArrowheads="1"/>
              </p:cNvSpPr>
              <p:nvPr/>
            </p:nvSpPr>
            <p:spPr bwMode="auto">
              <a:xfrm>
                <a:off x="-5945188" y="2657475"/>
                <a:ext cx="41275"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97" name="Freeform 219"/>
              <p:cNvSpPr>
                <a:spLocks noEditPoints="1"/>
              </p:cNvSpPr>
              <p:nvPr/>
            </p:nvSpPr>
            <p:spPr bwMode="auto">
              <a:xfrm>
                <a:off x="-6099175" y="2684462"/>
                <a:ext cx="222250" cy="157163"/>
              </a:xfrm>
              <a:custGeom>
                <a:avLst/>
                <a:gdLst>
                  <a:gd name="T0" fmla="*/ 30 w 59"/>
                  <a:gd name="T1" fmla="*/ 42 h 42"/>
                  <a:gd name="T2" fmla="*/ 59 w 59"/>
                  <a:gd name="T3" fmla="*/ 42 h 42"/>
                  <a:gd name="T4" fmla="*/ 59 w 59"/>
                  <a:gd name="T5" fmla="*/ 0 h 42"/>
                  <a:gd name="T6" fmla="*/ 30 w 59"/>
                  <a:gd name="T7" fmla="*/ 0 h 42"/>
                  <a:gd name="T8" fmla="*/ 30 w 59"/>
                  <a:gd name="T9" fmla="*/ 4 h 42"/>
                  <a:gd name="T10" fmla="*/ 46 w 59"/>
                  <a:gd name="T11" fmla="*/ 21 h 42"/>
                  <a:gd name="T12" fmla="*/ 30 w 59"/>
                  <a:gd name="T13" fmla="*/ 37 h 42"/>
                  <a:gd name="T14" fmla="*/ 30 w 59"/>
                  <a:gd name="T15" fmla="*/ 42 h 42"/>
                  <a:gd name="T16" fmla="*/ 0 w 59"/>
                  <a:gd name="T17" fmla="*/ 42 h 42"/>
                  <a:gd name="T18" fmla="*/ 30 w 59"/>
                  <a:gd name="T19" fmla="*/ 42 h 42"/>
                  <a:gd name="T20" fmla="*/ 30 w 59"/>
                  <a:gd name="T21" fmla="*/ 37 h 42"/>
                  <a:gd name="T22" fmla="*/ 30 w 59"/>
                  <a:gd name="T23" fmla="*/ 37 h 42"/>
                  <a:gd name="T24" fmla="*/ 13 w 59"/>
                  <a:gd name="T25" fmla="*/ 21 h 42"/>
                  <a:gd name="T26" fmla="*/ 30 w 59"/>
                  <a:gd name="T27" fmla="*/ 4 h 42"/>
                  <a:gd name="T28" fmla="*/ 30 w 59"/>
                  <a:gd name="T29" fmla="*/ 4 h 42"/>
                  <a:gd name="T30" fmla="*/ 30 w 59"/>
                  <a:gd name="T31" fmla="*/ 4 h 42"/>
                  <a:gd name="T32" fmla="*/ 30 w 59"/>
                  <a:gd name="T33" fmla="*/ 0 h 42"/>
                  <a:gd name="T34" fmla="*/ 0 w 59"/>
                  <a:gd name="T35" fmla="*/ 0 h 42"/>
                  <a:gd name="T36" fmla="*/ 0 w 59"/>
                  <a:gd name="T3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42">
                    <a:moveTo>
                      <a:pt x="30" y="42"/>
                    </a:moveTo>
                    <a:cubicBezTo>
                      <a:pt x="59" y="42"/>
                      <a:pt x="59" y="42"/>
                      <a:pt x="59" y="42"/>
                    </a:cubicBezTo>
                    <a:cubicBezTo>
                      <a:pt x="59" y="0"/>
                      <a:pt x="59" y="0"/>
                      <a:pt x="59" y="0"/>
                    </a:cubicBezTo>
                    <a:cubicBezTo>
                      <a:pt x="30" y="0"/>
                      <a:pt x="30" y="0"/>
                      <a:pt x="30" y="0"/>
                    </a:cubicBezTo>
                    <a:cubicBezTo>
                      <a:pt x="30" y="4"/>
                      <a:pt x="30" y="4"/>
                      <a:pt x="30" y="4"/>
                    </a:cubicBezTo>
                    <a:cubicBezTo>
                      <a:pt x="39" y="4"/>
                      <a:pt x="46" y="12"/>
                      <a:pt x="46" y="21"/>
                    </a:cubicBezTo>
                    <a:cubicBezTo>
                      <a:pt x="46" y="30"/>
                      <a:pt x="39" y="37"/>
                      <a:pt x="30" y="37"/>
                    </a:cubicBezTo>
                    <a:lnTo>
                      <a:pt x="30" y="42"/>
                    </a:lnTo>
                    <a:close/>
                    <a:moveTo>
                      <a:pt x="0" y="42"/>
                    </a:moveTo>
                    <a:cubicBezTo>
                      <a:pt x="30" y="42"/>
                      <a:pt x="30" y="42"/>
                      <a:pt x="30" y="42"/>
                    </a:cubicBezTo>
                    <a:cubicBezTo>
                      <a:pt x="30" y="37"/>
                      <a:pt x="30" y="37"/>
                      <a:pt x="30" y="37"/>
                    </a:cubicBezTo>
                    <a:cubicBezTo>
                      <a:pt x="30" y="37"/>
                      <a:pt x="30" y="37"/>
                      <a:pt x="30" y="37"/>
                    </a:cubicBezTo>
                    <a:cubicBezTo>
                      <a:pt x="21" y="37"/>
                      <a:pt x="13" y="30"/>
                      <a:pt x="13" y="21"/>
                    </a:cubicBezTo>
                    <a:cubicBezTo>
                      <a:pt x="13" y="12"/>
                      <a:pt x="21" y="4"/>
                      <a:pt x="30" y="4"/>
                    </a:cubicBezTo>
                    <a:cubicBezTo>
                      <a:pt x="30" y="4"/>
                      <a:pt x="30" y="4"/>
                      <a:pt x="30" y="4"/>
                    </a:cubicBezTo>
                    <a:cubicBezTo>
                      <a:pt x="30" y="4"/>
                      <a:pt x="30" y="4"/>
                      <a:pt x="30" y="4"/>
                    </a:cubicBezTo>
                    <a:cubicBezTo>
                      <a:pt x="30" y="0"/>
                      <a:pt x="30" y="0"/>
                      <a:pt x="30" y="0"/>
                    </a:cubicBezTo>
                    <a:cubicBezTo>
                      <a:pt x="0" y="0"/>
                      <a:pt x="0" y="0"/>
                      <a:pt x="0" y="0"/>
                    </a:cubicBez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98" name="Oval 220"/>
              <p:cNvSpPr>
                <a:spLocks noChangeArrowheads="1"/>
              </p:cNvSpPr>
              <p:nvPr/>
            </p:nvSpPr>
            <p:spPr bwMode="auto">
              <a:xfrm>
                <a:off x="-6027738" y="2722562"/>
                <a:ext cx="82550"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199" name="Freeform 221"/>
              <p:cNvSpPr>
                <a:spLocks noEditPoints="1"/>
              </p:cNvSpPr>
              <p:nvPr/>
            </p:nvSpPr>
            <p:spPr bwMode="auto">
              <a:xfrm>
                <a:off x="-3995738" y="285750"/>
                <a:ext cx="192088" cy="190500"/>
              </a:xfrm>
              <a:custGeom>
                <a:avLst/>
                <a:gdLst>
                  <a:gd name="T0" fmla="*/ 26 w 51"/>
                  <a:gd name="T1" fmla="*/ 51 h 51"/>
                  <a:gd name="T2" fmla="*/ 51 w 51"/>
                  <a:gd name="T3" fmla="*/ 25 h 51"/>
                  <a:gd name="T4" fmla="*/ 26 w 51"/>
                  <a:gd name="T5" fmla="*/ 0 h 51"/>
                  <a:gd name="T6" fmla="*/ 26 w 51"/>
                  <a:gd name="T7" fmla="*/ 18 h 51"/>
                  <a:gd name="T8" fmla="*/ 33 w 51"/>
                  <a:gd name="T9" fmla="*/ 25 h 51"/>
                  <a:gd name="T10" fmla="*/ 26 w 51"/>
                  <a:gd name="T11" fmla="*/ 33 h 51"/>
                  <a:gd name="T12" fmla="*/ 26 w 51"/>
                  <a:gd name="T13" fmla="*/ 51 h 51"/>
                  <a:gd name="T14" fmla="*/ 26 w 51"/>
                  <a:gd name="T15" fmla="*/ 33 h 51"/>
                  <a:gd name="T16" fmla="*/ 26 w 51"/>
                  <a:gd name="T17" fmla="*/ 33 h 51"/>
                  <a:gd name="T18" fmla="*/ 26 w 51"/>
                  <a:gd name="T19" fmla="*/ 0 h 51"/>
                  <a:gd name="T20" fmla="*/ 0 w 51"/>
                  <a:gd name="T21" fmla="*/ 25 h 51"/>
                  <a:gd name="T22" fmla="*/ 26 w 51"/>
                  <a:gd name="T23" fmla="*/ 51 h 51"/>
                  <a:gd name="T24" fmla="*/ 26 w 51"/>
                  <a:gd name="T25" fmla="*/ 33 h 51"/>
                  <a:gd name="T26" fmla="*/ 26 w 51"/>
                  <a:gd name="T27" fmla="*/ 33 h 51"/>
                  <a:gd name="T28" fmla="*/ 18 w 51"/>
                  <a:gd name="T29" fmla="*/ 25 h 51"/>
                  <a:gd name="T30" fmla="*/ 26 w 51"/>
                  <a:gd name="T31" fmla="*/ 18 h 51"/>
                  <a:gd name="T32" fmla="*/ 26 w 51"/>
                  <a:gd name="T3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51">
                    <a:moveTo>
                      <a:pt x="26" y="51"/>
                    </a:moveTo>
                    <a:cubicBezTo>
                      <a:pt x="40" y="51"/>
                      <a:pt x="51" y="40"/>
                      <a:pt x="51" y="25"/>
                    </a:cubicBezTo>
                    <a:cubicBezTo>
                      <a:pt x="51" y="11"/>
                      <a:pt x="40" y="0"/>
                      <a:pt x="26" y="0"/>
                    </a:cubicBezTo>
                    <a:cubicBezTo>
                      <a:pt x="26" y="18"/>
                      <a:pt x="26" y="18"/>
                      <a:pt x="26" y="18"/>
                    </a:cubicBezTo>
                    <a:cubicBezTo>
                      <a:pt x="30" y="18"/>
                      <a:pt x="33" y="21"/>
                      <a:pt x="33" y="25"/>
                    </a:cubicBezTo>
                    <a:cubicBezTo>
                      <a:pt x="33" y="30"/>
                      <a:pt x="30" y="33"/>
                      <a:pt x="26" y="33"/>
                    </a:cubicBezTo>
                    <a:cubicBezTo>
                      <a:pt x="26" y="51"/>
                      <a:pt x="26" y="51"/>
                      <a:pt x="26" y="51"/>
                    </a:cubicBezTo>
                    <a:close/>
                    <a:moveTo>
                      <a:pt x="26" y="33"/>
                    </a:moveTo>
                    <a:cubicBezTo>
                      <a:pt x="26" y="33"/>
                      <a:pt x="26" y="33"/>
                      <a:pt x="26" y="33"/>
                    </a:cubicBezTo>
                    <a:moveTo>
                      <a:pt x="26" y="0"/>
                    </a:moveTo>
                    <a:cubicBezTo>
                      <a:pt x="11" y="0"/>
                      <a:pt x="0" y="11"/>
                      <a:pt x="0" y="25"/>
                    </a:cubicBezTo>
                    <a:cubicBezTo>
                      <a:pt x="0" y="40"/>
                      <a:pt x="11" y="51"/>
                      <a:pt x="26" y="51"/>
                    </a:cubicBezTo>
                    <a:cubicBezTo>
                      <a:pt x="26" y="33"/>
                      <a:pt x="26" y="33"/>
                      <a:pt x="26" y="33"/>
                    </a:cubicBezTo>
                    <a:cubicBezTo>
                      <a:pt x="26" y="33"/>
                      <a:pt x="26" y="33"/>
                      <a:pt x="26" y="33"/>
                    </a:cubicBezTo>
                    <a:cubicBezTo>
                      <a:pt x="22" y="33"/>
                      <a:pt x="18" y="30"/>
                      <a:pt x="18" y="25"/>
                    </a:cubicBezTo>
                    <a:cubicBezTo>
                      <a:pt x="18" y="21"/>
                      <a:pt x="22" y="18"/>
                      <a:pt x="26" y="18"/>
                    </a:cubicBez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00" name="Freeform 222"/>
              <p:cNvSpPr>
                <a:spLocks noEditPoints="1"/>
              </p:cNvSpPr>
              <p:nvPr/>
            </p:nvSpPr>
            <p:spPr bwMode="auto">
              <a:xfrm>
                <a:off x="-3919538" y="355600"/>
                <a:ext cx="44450" cy="46038"/>
              </a:xfrm>
              <a:custGeom>
                <a:avLst/>
                <a:gdLst>
                  <a:gd name="T0" fmla="*/ 6 w 12"/>
                  <a:gd name="T1" fmla="*/ 12 h 12"/>
                  <a:gd name="T2" fmla="*/ 12 w 12"/>
                  <a:gd name="T3" fmla="*/ 6 h 12"/>
                  <a:gd name="T4" fmla="*/ 6 w 12"/>
                  <a:gd name="T5" fmla="*/ 0 h 12"/>
                  <a:gd name="T6" fmla="*/ 6 w 12"/>
                  <a:gd name="T7" fmla="*/ 2 h 12"/>
                  <a:gd name="T8" fmla="*/ 10 w 12"/>
                  <a:gd name="T9" fmla="*/ 6 h 12"/>
                  <a:gd name="T10" fmla="*/ 6 w 12"/>
                  <a:gd name="T11" fmla="*/ 11 h 12"/>
                  <a:gd name="T12" fmla="*/ 6 w 12"/>
                  <a:gd name="T13" fmla="*/ 12 h 12"/>
                  <a:gd name="T14" fmla="*/ 6 w 12"/>
                  <a:gd name="T15" fmla="*/ 0 h 12"/>
                  <a:gd name="T16" fmla="*/ 0 w 12"/>
                  <a:gd name="T17" fmla="*/ 6 h 12"/>
                  <a:gd name="T18" fmla="*/ 6 w 12"/>
                  <a:gd name="T19" fmla="*/ 12 h 12"/>
                  <a:gd name="T20" fmla="*/ 6 w 12"/>
                  <a:gd name="T21" fmla="*/ 12 h 12"/>
                  <a:gd name="T22" fmla="*/ 6 w 12"/>
                  <a:gd name="T23" fmla="*/ 11 h 12"/>
                  <a:gd name="T24" fmla="*/ 6 w 12"/>
                  <a:gd name="T25" fmla="*/ 11 h 12"/>
                  <a:gd name="T26" fmla="*/ 6 w 12"/>
                  <a:gd name="T27" fmla="*/ 11 h 12"/>
                  <a:gd name="T28" fmla="*/ 1 w 12"/>
                  <a:gd name="T29" fmla="*/ 6 h 12"/>
                  <a:gd name="T30" fmla="*/ 6 w 12"/>
                  <a:gd name="T31" fmla="*/ 2 h 12"/>
                  <a:gd name="T32" fmla="*/ 6 w 12"/>
                  <a:gd name="T33" fmla="*/ 2 h 12"/>
                  <a:gd name="T34" fmla="*/ 6 w 12"/>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2">
                    <a:moveTo>
                      <a:pt x="6" y="12"/>
                    </a:moveTo>
                    <a:cubicBezTo>
                      <a:pt x="9" y="12"/>
                      <a:pt x="12" y="10"/>
                      <a:pt x="12" y="6"/>
                    </a:cubicBezTo>
                    <a:cubicBezTo>
                      <a:pt x="12" y="3"/>
                      <a:pt x="9" y="0"/>
                      <a:pt x="6" y="0"/>
                    </a:cubicBezTo>
                    <a:cubicBezTo>
                      <a:pt x="6" y="2"/>
                      <a:pt x="6" y="2"/>
                      <a:pt x="6" y="2"/>
                    </a:cubicBezTo>
                    <a:cubicBezTo>
                      <a:pt x="8" y="2"/>
                      <a:pt x="10" y="4"/>
                      <a:pt x="10" y="6"/>
                    </a:cubicBezTo>
                    <a:cubicBezTo>
                      <a:pt x="10" y="9"/>
                      <a:pt x="8" y="11"/>
                      <a:pt x="6" y="11"/>
                    </a:cubicBezTo>
                    <a:lnTo>
                      <a:pt x="6" y="12"/>
                    </a:lnTo>
                    <a:close/>
                    <a:moveTo>
                      <a:pt x="6" y="0"/>
                    </a:moveTo>
                    <a:cubicBezTo>
                      <a:pt x="2" y="0"/>
                      <a:pt x="0" y="3"/>
                      <a:pt x="0" y="6"/>
                    </a:cubicBezTo>
                    <a:cubicBezTo>
                      <a:pt x="0" y="10"/>
                      <a:pt x="2" y="12"/>
                      <a:pt x="6" y="12"/>
                    </a:cubicBezTo>
                    <a:cubicBezTo>
                      <a:pt x="6" y="12"/>
                      <a:pt x="6" y="12"/>
                      <a:pt x="6" y="12"/>
                    </a:cubicBezTo>
                    <a:cubicBezTo>
                      <a:pt x="6" y="11"/>
                      <a:pt x="6" y="11"/>
                      <a:pt x="6" y="11"/>
                    </a:cubicBezTo>
                    <a:cubicBezTo>
                      <a:pt x="6" y="11"/>
                      <a:pt x="6" y="11"/>
                      <a:pt x="6" y="11"/>
                    </a:cubicBezTo>
                    <a:cubicBezTo>
                      <a:pt x="6" y="11"/>
                      <a:pt x="6" y="11"/>
                      <a:pt x="6" y="11"/>
                    </a:cubicBezTo>
                    <a:cubicBezTo>
                      <a:pt x="3" y="11"/>
                      <a:pt x="1" y="9"/>
                      <a:pt x="1" y="6"/>
                    </a:cubicBezTo>
                    <a:cubicBezTo>
                      <a:pt x="1" y="4"/>
                      <a:pt x="3" y="2"/>
                      <a:pt x="6" y="2"/>
                    </a:cubicBezTo>
                    <a:cubicBezTo>
                      <a:pt x="6" y="2"/>
                      <a:pt x="6" y="2"/>
                      <a:pt x="6" y="2"/>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01" name="Freeform 223"/>
              <p:cNvSpPr>
                <a:spLocks/>
              </p:cNvSpPr>
              <p:nvPr/>
            </p:nvSpPr>
            <p:spPr bwMode="auto">
              <a:xfrm>
                <a:off x="-2852738" y="4775200"/>
                <a:ext cx="209550" cy="222250"/>
              </a:xfrm>
              <a:custGeom>
                <a:avLst/>
                <a:gdLst>
                  <a:gd name="T0" fmla="*/ 46 w 56"/>
                  <a:gd name="T1" fmla="*/ 41 h 59"/>
                  <a:gd name="T2" fmla="*/ 50 w 56"/>
                  <a:gd name="T3" fmla="*/ 39 h 59"/>
                  <a:gd name="T4" fmla="*/ 55 w 56"/>
                  <a:gd name="T5" fmla="*/ 37 h 59"/>
                  <a:gd name="T6" fmla="*/ 55 w 56"/>
                  <a:gd name="T7" fmla="*/ 30 h 59"/>
                  <a:gd name="T8" fmla="*/ 54 w 56"/>
                  <a:gd name="T9" fmla="*/ 17 h 59"/>
                  <a:gd name="T10" fmla="*/ 42 w 56"/>
                  <a:gd name="T11" fmla="*/ 28 h 59"/>
                  <a:gd name="T12" fmla="*/ 37 w 56"/>
                  <a:gd name="T13" fmla="*/ 32 h 59"/>
                  <a:gd name="T14" fmla="*/ 37 w 56"/>
                  <a:gd name="T15" fmla="*/ 28 h 59"/>
                  <a:gd name="T16" fmla="*/ 42 w 56"/>
                  <a:gd name="T17" fmla="*/ 20 h 59"/>
                  <a:gd name="T18" fmla="*/ 38 w 56"/>
                  <a:gd name="T19" fmla="*/ 12 h 59"/>
                  <a:gd name="T20" fmla="*/ 28 w 56"/>
                  <a:gd name="T21" fmla="*/ 0 h 59"/>
                  <a:gd name="T22" fmla="*/ 28 w 56"/>
                  <a:gd name="T23" fmla="*/ 0 h 59"/>
                  <a:gd name="T24" fmla="*/ 28 w 56"/>
                  <a:gd name="T25" fmla="*/ 0 h 59"/>
                  <a:gd name="T26" fmla="*/ 28 w 56"/>
                  <a:gd name="T27" fmla="*/ 0 h 59"/>
                  <a:gd name="T28" fmla="*/ 28 w 56"/>
                  <a:gd name="T29" fmla="*/ 0 h 59"/>
                  <a:gd name="T30" fmla="*/ 18 w 56"/>
                  <a:gd name="T31" fmla="*/ 12 h 59"/>
                  <a:gd name="T32" fmla="*/ 14 w 56"/>
                  <a:gd name="T33" fmla="*/ 20 h 59"/>
                  <a:gd name="T34" fmla="*/ 18 w 56"/>
                  <a:gd name="T35" fmla="*/ 28 h 59"/>
                  <a:gd name="T36" fmla="*/ 19 w 56"/>
                  <a:gd name="T37" fmla="*/ 32 h 59"/>
                  <a:gd name="T38" fmla="*/ 14 w 56"/>
                  <a:gd name="T39" fmla="*/ 28 h 59"/>
                  <a:gd name="T40" fmla="*/ 2 w 56"/>
                  <a:gd name="T41" fmla="*/ 17 h 59"/>
                  <a:gd name="T42" fmla="*/ 1 w 56"/>
                  <a:gd name="T43" fmla="*/ 30 h 59"/>
                  <a:gd name="T44" fmla="*/ 1 w 56"/>
                  <a:gd name="T45" fmla="*/ 37 h 59"/>
                  <a:gd name="T46" fmla="*/ 6 w 56"/>
                  <a:gd name="T47" fmla="*/ 39 h 59"/>
                  <a:gd name="T48" fmla="*/ 10 w 56"/>
                  <a:gd name="T49" fmla="*/ 41 h 59"/>
                  <a:gd name="T50" fmla="*/ 9 w 56"/>
                  <a:gd name="T51" fmla="*/ 44 h 59"/>
                  <a:gd name="T52" fmla="*/ 1 w 56"/>
                  <a:gd name="T53" fmla="*/ 41 h 59"/>
                  <a:gd name="T54" fmla="*/ 13 w 56"/>
                  <a:gd name="T55" fmla="*/ 58 h 59"/>
                  <a:gd name="T56" fmla="*/ 19 w 56"/>
                  <a:gd name="T57" fmla="*/ 57 h 59"/>
                  <a:gd name="T58" fmla="*/ 25 w 56"/>
                  <a:gd name="T59" fmla="*/ 53 h 59"/>
                  <a:gd name="T60" fmla="*/ 27 w 56"/>
                  <a:gd name="T61" fmla="*/ 53 h 59"/>
                  <a:gd name="T62" fmla="*/ 27 w 56"/>
                  <a:gd name="T63" fmla="*/ 50 h 59"/>
                  <a:gd name="T64" fmla="*/ 28 w 56"/>
                  <a:gd name="T65" fmla="*/ 26 h 59"/>
                  <a:gd name="T66" fmla="*/ 29 w 56"/>
                  <a:gd name="T67" fmla="*/ 50 h 59"/>
                  <a:gd name="T68" fmla="*/ 29 w 56"/>
                  <a:gd name="T69" fmla="*/ 53 h 59"/>
                  <a:gd name="T70" fmla="*/ 31 w 56"/>
                  <a:gd name="T71" fmla="*/ 53 h 59"/>
                  <a:gd name="T72" fmla="*/ 37 w 56"/>
                  <a:gd name="T73" fmla="*/ 57 h 59"/>
                  <a:gd name="T74" fmla="*/ 43 w 56"/>
                  <a:gd name="T75" fmla="*/ 58 h 59"/>
                  <a:gd name="T76" fmla="*/ 55 w 56"/>
                  <a:gd name="T77" fmla="*/ 41 h 59"/>
                  <a:gd name="T78" fmla="*/ 47 w 56"/>
                  <a:gd name="T79" fmla="*/ 44 h 59"/>
                  <a:gd name="T80" fmla="*/ 46 w 56"/>
                  <a:gd name="T81" fmla="*/ 4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59">
                    <a:moveTo>
                      <a:pt x="46" y="41"/>
                    </a:moveTo>
                    <a:cubicBezTo>
                      <a:pt x="47" y="40"/>
                      <a:pt x="49" y="39"/>
                      <a:pt x="50" y="39"/>
                    </a:cubicBezTo>
                    <a:cubicBezTo>
                      <a:pt x="52" y="38"/>
                      <a:pt x="53" y="38"/>
                      <a:pt x="55" y="37"/>
                    </a:cubicBezTo>
                    <a:cubicBezTo>
                      <a:pt x="55" y="35"/>
                      <a:pt x="56" y="32"/>
                      <a:pt x="55" y="30"/>
                    </a:cubicBezTo>
                    <a:cubicBezTo>
                      <a:pt x="55" y="26"/>
                      <a:pt x="54" y="22"/>
                      <a:pt x="54" y="17"/>
                    </a:cubicBezTo>
                    <a:cubicBezTo>
                      <a:pt x="49" y="20"/>
                      <a:pt x="43" y="22"/>
                      <a:pt x="42" y="28"/>
                    </a:cubicBezTo>
                    <a:cubicBezTo>
                      <a:pt x="41" y="30"/>
                      <a:pt x="39" y="33"/>
                      <a:pt x="37" y="32"/>
                    </a:cubicBezTo>
                    <a:cubicBezTo>
                      <a:pt x="36" y="31"/>
                      <a:pt x="37" y="29"/>
                      <a:pt x="37" y="28"/>
                    </a:cubicBezTo>
                    <a:cubicBezTo>
                      <a:pt x="39" y="25"/>
                      <a:pt x="42" y="23"/>
                      <a:pt x="42" y="20"/>
                    </a:cubicBezTo>
                    <a:cubicBezTo>
                      <a:pt x="42" y="17"/>
                      <a:pt x="40" y="14"/>
                      <a:pt x="38" y="12"/>
                    </a:cubicBezTo>
                    <a:cubicBezTo>
                      <a:pt x="35" y="8"/>
                      <a:pt x="31" y="5"/>
                      <a:pt x="28" y="0"/>
                    </a:cubicBezTo>
                    <a:cubicBezTo>
                      <a:pt x="28" y="0"/>
                      <a:pt x="28" y="0"/>
                      <a:pt x="28" y="0"/>
                    </a:cubicBezTo>
                    <a:cubicBezTo>
                      <a:pt x="28" y="0"/>
                      <a:pt x="28" y="0"/>
                      <a:pt x="28" y="0"/>
                    </a:cubicBezTo>
                    <a:cubicBezTo>
                      <a:pt x="28" y="0"/>
                      <a:pt x="28" y="0"/>
                      <a:pt x="28" y="0"/>
                    </a:cubicBezTo>
                    <a:cubicBezTo>
                      <a:pt x="28" y="0"/>
                      <a:pt x="28" y="0"/>
                      <a:pt x="28" y="0"/>
                    </a:cubicBezTo>
                    <a:cubicBezTo>
                      <a:pt x="25" y="5"/>
                      <a:pt x="21" y="8"/>
                      <a:pt x="18" y="12"/>
                    </a:cubicBezTo>
                    <a:cubicBezTo>
                      <a:pt x="16" y="14"/>
                      <a:pt x="14" y="17"/>
                      <a:pt x="14" y="20"/>
                    </a:cubicBezTo>
                    <a:cubicBezTo>
                      <a:pt x="14" y="23"/>
                      <a:pt x="17" y="25"/>
                      <a:pt x="18" y="28"/>
                    </a:cubicBezTo>
                    <a:cubicBezTo>
                      <a:pt x="19" y="29"/>
                      <a:pt x="20" y="31"/>
                      <a:pt x="19" y="32"/>
                    </a:cubicBezTo>
                    <a:cubicBezTo>
                      <a:pt x="16" y="33"/>
                      <a:pt x="15" y="30"/>
                      <a:pt x="14" y="28"/>
                    </a:cubicBezTo>
                    <a:cubicBezTo>
                      <a:pt x="13" y="22"/>
                      <a:pt x="7" y="20"/>
                      <a:pt x="2" y="17"/>
                    </a:cubicBezTo>
                    <a:cubicBezTo>
                      <a:pt x="2" y="22"/>
                      <a:pt x="1" y="26"/>
                      <a:pt x="1" y="30"/>
                    </a:cubicBezTo>
                    <a:cubicBezTo>
                      <a:pt x="0" y="32"/>
                      <a:pt x="1" y="35"/>
                      <a:pt x="1" y="37"/>
                    </a:cubicBezTo>
                    <a:cubicBezTo>
                      <a:pt x="3" y="38"/>
                      <a:pt x="4" y="38"/>
                      <a:pt x="6" y="39"/>
                    </a:cubicBezTo>
                    <a:cubicBezTo>
                      <a:pt x="7" y="39"/>
                      <a:pt x="9" y="40"/>
                      <a:pt x="10" y="41"/>
                    </a:cubicBezTo>
                    <a:cubicBezTo>
                      <a:pt x="11" y="42"/>
                      <a:pt x="11" y="44"/>
                      <a:pt x="9" y="44"/>
                    </a:cubicBezTo>
                    <a:cubicBezTo>
                      <a:pt x="6" y="43"/>
                      <a:pt x="4" y="40"/>
                      <a:pt x="1" y="41"/>
                    </a:cubicBezTo>
                    <a:cubicBezTo>
                      <a:pt x="2" y="48"/>
                      <a:pt x="6" y="55"/>
                      <a:pt x="13" y="58"/>
                    </a:cubicBezTo>
                    <a:cubicBezTo>
                      <a:pt x="16" y="59"/>
                      <a:pt x="17" y="59"/>
                      <a:pt x="19" y="57"/>
                    </a:cubicBezTo>
                    <a:cubicBezTo>
                      <a:pt x="21" y="56"/>
                      <a:pt x="22" y="54"/>
                      <a:pt x="25" y="53"/>
                    </a:cubicBezTo>
                    <a:cubicBezTo>
                      <a:pt x="26" y="53"/>
                      <a:pt x="26" y="54"/>
                      <a:pt x="27" y="53"/>
                    </a:cubicBezTo>
                    <a:cubicBezTo>
                      <a:pt x="27" y="52"/>
                      <a:pt x="27" y="51"/>
                      <a:pt x="27" y="50"/>
                    </a:cubicBezTo>
                    <a:cubicBezTo>
                      <a:pt x="27" y="41"/>
                      <a:pt x="28" y="36"/>
                      <a:pt x="28" y="26"/>
                    </a:cubicBezTo>
                    <a:cubicBezTo>
                      <a:pt x="28" y="36"/>
                      <a:pt x="29" y="41"/>
                      <a:pt x="29" y="50"/>
                    </a:cubicBezTo>
                    <a:cubicBezTo>
                      <a:pt x="29" y="51"/>
                      <a:pt x="29" y="52"/>
                      <a:pt x="29" y="53"/>
                    </a:cubicBezTo>
                    <a:cubicBezTo>
                      <a:pt x="29" y="54"/>
                      <a:pt x="30" y="53"/>
                      <a:pt x="31" y="53"/>
                    </a:cubicBezTo>
                    <a:cubicBezTo>
                      <a:pt x="34" y="54"/>
                      <a:pt x="35" y="56"/>
                      <a:pt x="37" y="57"/>
                    </a:cubicBezTo>
                    <a:cubicBezTo>
                      <a:pt x="39" y="59"/>
                      <a:pt x="40" y="59"/>
                      <a:pt x="43" y="58"/>
                    </a:cubicBezTo>
                    <a:cubicBezTo>
                      <a:pt x="50" y="55"/>
                      <a:pt x="54" y="48"/>
                      <a:pt x="55" y="41"/>
                    </a:cubicBezTo>
                    <a:cubicBezTo>
                      <a:pt x="52" y="40"/>
                      <a:pt x="50" y="43"/>
                      <a:pt x="47" y="44"/>
                    </a:cubicBezTo>
                    <a:cubicBezTo>
                      <a:pt x="45" y="44"/>
                      <a:pt x="45" y="42"/>
                      <a:pt x="4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02" name="Rectangle 224"/>
              <p:cNvSpPr>
                <a:spLocks noChangeArrowheads="1"/>
              </p:cNvSpPr>
              <p:nvPr/>
            </p:nvSpPr>
            <p:spPr bwMode="auto">
              <a:xfrm>
                <a:off x="-2755900" y="4983163"/>
                <a:ext cx="15875" cy="666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03" name="Freeform 225"/>
              <p:cNvSpPr>
                <a:spLocks/>
              </p:cNvSpPr>
              <p:nvPr/>
            </p:nvSpPr>
            <p:spPr bwMode="auto">
              <a:xfrm>
                <a:off x="-1906588" y="4062412"/>
                <a:ext cx="55563" cy="71438"/>
              </a:xfrm>
              <a:custGeom>
                <a:avLst/>
                <a:gdLst>
                  <a:gd name="T0" fmla="*/ 0 w 15"/>
                  <a:gd name="T1" fmla="*/ 0 h 19"/>
                  <a:gd name="T2" fmla="*/ 6 w 15"/>
                  <a:gd name="T3" fmla="*/ 19 h 19"/>
                  <a:gd name="T4" fmla="*/ 15 w 15"/>
                  <a:gd name="T5" fmla="*/ 0 h 19"/>
                  <a:gd name="T6" fmla="*/ 0 w 15"/>
                  <a:gd name="T7" fmla="*/ 0 h 19"/>
                </a:gdLst>
                <a:ahLst/>
                <a:cxnLst>
                  <a:cxn ang="0">
                    <a:pos x="T0" y="T1"/>
                  </a:cxn>
                  <a:cxn ang="0">
                    <a:pos x="T2" y="T3"/>
                  </a:cxn>
                  <a:cxn ang="0">
                    <a:pos x="T4" y="T5"/>
                  </a:cxn>
                  <a:cxn ang="0">
                    <a:pos x="T6" y="T7"/>
                  </a:cxn>
                </a:cxnLst>
                <a:rect l="0" t="0" r="r" b="b"/>
                <a:pathLst>
                  <a:path w="15" h="19">
                    <a:moveTo>
                      <a:pt x="0" y="0"/>
                    </a:moveTo>
                    <a:cubicBezTo>
                      <a:pt x="0" y="8"/>
                      <a:pt x="3" y="15"/>
                      <a:pt x="6" y="19"/>
                    </a:cubicBezTo>
                    <a:cubicBezTo>
                      <a:pt x="11" y="14"/>
                      <a:pt x="15" y="8"/>
                      <a:pt x="15"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04" name="Freeform 226"/>
              <p:cNvSpPr>
                <a:spLocks/>
              </p:cNvSpPr>
              <p:nvPr/>
            </p:nvSpPr>
            <p:spPr bwMode="auto">
              <a:xfrm>
                <a:off x="-1906588" y="3971925"/>
                <a:ext cx="55563" cy="71438"/>
              </a:xfrm>
              <a:custGeom>
                <a:avLst/>
                <a:gdLst>
                  <a:gd name="T0" fmla="*/ 6 w 15"/>
                  <a:gd name="T1" fmla="*/ 0 h 19"/>
                  <a:gd name="T2" fmla="*/ 0 w 15"/>
                  <a:gd name="T3" fmla="*/ 19 h 19"/>
                  <a:gd name="T4" fmla="*/ 15 w 15"/>
                  <a:gd name="T5" fmla="*/ 19 h 19"/>
                  <a:gd name="T6" fmla="*/ 6 w 15"/>
                  <a:gd name="T7" fmla="*/ 0 h 19"/>
                </a:gdLst>
                <a:ahLst/>
                <a:cxnLst>
                  <a:cxn ang="0">
                    <a:pos x="T0" y="T1"/>
                  </a:cxn>
                  <a:cxn ang="0">
                    <a:pos x="T2" y="T3"/>
                  </a:cxn>
                  <a:cxn ang="0">
                    <a:pos x="T4" y="T5"/>
                  </a:cxn>
                  <a:cxn ang="0">
                    <a:pos x="T6" y="T7"/>
                  </a:cxn>
                </a:cxnLst>
                <a:rect l="0" t="0" r="r" b="b"/>
                <a:pathLst>
                  <a:path w="15" h="19">
                    <a:moveTo>
                      <a:pt x="6" y="0"/>
                    </a:moveTo>
                    <a:cubicBezTo>
                      <a:pt x="3" y="5"/>
                      <a:pt x="0" y="11"/>
                      <a:pt x="0" y="19"/>
                    </a:cubicBezTo>
                    <a:cubicBezTo>
                      <a:pt x="15" y="19"/>
                      <a:pt x="15" y="19"/>
                      <a:pt x="15" y="19"/>
                    </a:cubicBezTo>
                    <a:cubicBezTo>
                      <a:pt x="15" y="11"/>
                      <a:pt x="11" y="5"/>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05" name="Freeform 227"/>
              <p:cNvSpPr>
                <a:spLocks/>
              </p:cNvSpPr>
              <p:nvPr/>
            </p:nvSpPr>
            <p:spPr bwMode="auto">
              <a:xfrm>
                <a:off x="-1951038" y="3941762"/>
                <a:ext cx="52388" cy="101600"/>
              </a:xfrm>
              <a:custGeom>
                <a:avLst/>
                <a:gdLst>
                  <a:gd name="T0" fmla="*/ 0 w 14"/>
                  <a:gd name="T1" fmla="*/ 0 h 27"/>
                  <a:gd name="T2" fmla="*/ 0 w 14"/>
                  <a:gd name="T3" fmla="*/ 27 h 27"/>
                  <a:gd name="T4" fmla="*/ 7 w 14"/>
                  <a:gd name="T5" fmla="*/ 27 h 27"/>
                  <a:gd name="T6" fmla="*/ 14 w 14"/>
                  <a:gd name="T7" fmla="*/ 5 h 27"/>
                  <a:gd name="T8" fmla="*/ 0 w 14"/>
                  <a:gd name="T9" fmla="*/ 0 h 27"/>
                </a:gdLst>
                <a:ahLst/>
                <a:cxnLst>
                  <a:cxn ang="0">
                    <a:pos x="T0" y="T1"/>
                  </a:cxn>
                  <a:cxn ang="0">
                    <a:pos x="T2" y="T3"/>
                  </a:cxn>
                  <a:cxn ang="0">
                    <a:pos x="T4" y="T5"/>
                  </a:cxn>
                  <a:cxn ang="0">
                    <a:pos x="T6" y="T7"/>
                  </a:cxn>
                  <a:cxn ang="0">
                    <a:pos x="T8" y="T9"/>
                  </a:cxn>
                </a:cxnLst>
                <a:rect l="0" t="0" r="r" b="b"/>
                <a:pathLst>
                  <a:path w="14" h="27">
                    <a:moveTo>
                      <a:pt x="0" y="0"/>
                    </a:moveTo>
                    <a:cubicBezTo>
                      <a:pt x="0" y="27"/>
                      <a:pt x="0" y="27"/>
                      <a:pt x="0" y="27"/>
                    </a:cubicBezTo>
                    <a:cubicBezTo>
                      <a:pt x="7" y="27"/>
                      <a:pt x="7" y="27"/>
                      <a:pt x="7" y="27"/>
                    </a:cubicBezTo>
                    <a:cubicBezTo>
                      <a:pt x="7" y="18"/>
                      <a:pt x="10" y="10"/>
                      <a:pt x="14" y="5"/>
                    </a:cubicBezTo>
                    <a:cubicBezTo>
                      <a:pt x="10" y="2"/>
                      <a:pt x="5"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06" name="Freeform 228"/>
              <p:cNvSpPr>
                <a:spLocks/>
              </p:cNvSpPr>
              <p:nvPr/>
            </p:nvSpPr>
            <p:spPr bwMode="auto">
              <a:xfrm>
                <a:off x="-2022475" y="4062412"/>
                <a:ext cx="52388" cy="101600"/>
              </a:xfrm>
              <a:custGeom>
                <a:avLst/>
                <a:gdLst>
                  <a:gd name="T0" fmla="*/ 14 w 14"/>
                  <a:gd name="T1" fmla="*/ 27 h 27"/>
                  <a:gd name="T2" fmla="*/ 14 w 14"/>
                  <a:gd name="T3" fmla="*/ 0 h 27"/>
                  <a:gd name="T4" fmla="*/ 7 w 14"/>
                  <a:gd name="T5" fmla="*/ 0 h 27"/>
                  <a:gd name="T6" fmla="*/ 0 w 14"/>
                  <a:gd name="T7" fmla="*/ 22 h 27"/>
                  <a:gd name="T8" fmla="*/ 14 w 14"/>
                  <a:gd name="T9" fmla="*/ 27 h 27"/>
                </a:gdLst>
                <a:ahLst/>
                <a:cxnLst>
                  <a:cxn ang="0">
                    <a:pos x="T0" y="T1"/>
                  </a:cxn>
                  <a:cxn ang="0">
                    <a:pos x="T2" y="T3"/>
                  </a:cxn>
                  <a:cxn ang="0">
                    <a:pos x="T4" y="T5"/>
                  </a:cxn>
                  <a:cxn ang="0">
                    <a:pos x="T6" y="T7"/>
                  </a:cxn>
                  <a:cxn ang="0">
                    <a:pos x="T8" y="T9"/>
                  </a:cxn>
                </a:cxnLst>
                <a:rect l="0" t="0" r="r" b="b"/>
                <a:pathLst>
                  <a:path w="14" h="27">
                    <a:moveTo>
                      <a:pt x="14" y="27"/>
                    </a:moveTo>
                    <a:cubicBezTo>
                      <a:pt x="14" y="0"/>
                      <a:pt x="14" y="0"/>
                      <a:pt x="14" y="0"/>
                    </a:cubicBezTo>
                    <a:cubicBezTo>
                      <a:pt x="7" y="0"/>
                      <a:pt x="7" y="0"/>
                      <a:pt x="7" y="0"/>
                    </a:cubicBezTo>
                    <a:cubicBezTo>
                      <a:pt x="7" y="9"/>
                      <a:pt x="4" y="17"/>
                      <a:pt x="0" y="22"/>
                    </a:cubicBezTo>
                    <a:cubicBezTo>
                      <a:pt x="4" y="25"/>
                      <a:pt x="9" y="27"/>
                      <a:pt x="1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07" name="Freeform 229"/>
              <p:cNvSpPr>
                <a:spLocks/>
              </p:cNvSpPr>
              <p:nvPr/>
            </p:nvSpPr>
            <p:spPr bwMode="auto">
              <a:xfrm>
                <a:off x="-2022475" y="3941762"/>
                <a:ext cx="52388" cy="101600"/>
              </a:xfrm>
              <a:custGeom>
                <a:avLst/>
                <a:gdLst>
                  <a:gd name="T0" fmla="*/ 7 w 14"/>
                  <a:gd name="T1" fmla="*/ 27 h 27"/>
                  <a:gd name="T2" fmla="*/ 14 w 14"/>
                  <a:gd name="T3" fmla="*/ 27 h 27"/>
                  <a:gd name="T4" fmla="*/ 14 w 14"/>
                  <a:gd name="T5" fmla="*/ 0 h 27"/>
                  <a:gd name="T6" fmla="*/ 0 w 14"/>
                  <a:gd name="T7" fmla="*/ 5 h 27"/>
                  <a:gd name="T8" fmla="*/ 7 w 14"/>
                  <a:gd name="T9" fmla="*/ 27 h 27"/>
                </a:gdLst>
                <a:ahLst/>
                <a:cxnLst>
                  <a:cxn ang="0">
                    <a:pos x="T0" y="T1"/>
                  </a:cxn>
                  <a:cxn ang="0">
                    <a:pos x="T2" y="T3"/>
                  </a:cxn>
                  <a:cxn ang="0">
                    <a:pos x="T4" y="T5"/>
                  </a:cxn>
                  <a:cxn ang="0">
                    <a:pos x="T6" y="T7"/>
                  </a:cxn>
                  <a:cxn ang="0">
                    <a:pos x="T8" y="T9"/>
                  </a:cxn>
                </a:cxnLst>
                <a:rect l="0" t="0" r="r" b="b"/>
                <a:pathLst>
                  <a:path w="14" h="27">
                    <a:moveTo>
                      <a:pt x="7" y="27"/>
                    </a:moveTo>
                    <a:cubicBezTo>
                      <a:pt x="14" y="27"/>
                      <a:pt x="14" y="27"/>
                      <a:pt x="14" y="27"/>
                    </a:cubicBezTo>
                    <a:cubicBezTo>
                      <a:pt x="14" y="0"/>
                      <a:pt x="14" y="0"/>
                      <a:pt x="14" y="0"/>
                    </a:cubicBezTo>
                    <a:cubicBezTo>
                      <a:pt x="9" y="0"/>
                      <a:pt x="4" y="2"/>
                      <a:pt x="0" y="5"/>
                    </a:cubicBezTo>
                    <a:cubicBezTo>
                      <a:pt x="4" y="10"/>
                      <a:pt x="7" y="18"/>
                      <a:pt x="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08" name="Freeform 230"/>
              <p:cNvSpPr>
                <a:spLocks/>
              </p:cNvSpPr>
              <p:nvPr/>
            </p:nvSpPr>
            <p:spPr bwMode="auto">
              <a:xfrm>
                <a:off x="-2071688" y="4062412"/>
                <a:ext cx="55563" cy="71438"/>
              </a:xfrm>
              <a:custGeom>
                <a:avLst/>
                <a:gdLst>
                  <a:gd name="T0" fmla="*/ 10 w 15"/>
                  <a:gd name="T1" fmla="*/ 19 h 19"/>
                  <a:gd name="T2" fmla="*/ 15 w 15"/>
                  <a:gd name="T3" fmla="*/ 0 h 19"/>
                  <a:gd name="T4" fmla="*/ 0 w 15"/>
                  <a:gd name="T5" fmla="*/ 0 h 19"/>
                  <a:gd name="T6" fmla="*/ 10 w 15"/>
                  <a:gd name="T7" fmla="*/ 19 h 19"/>
                </a:gdLst>
                <a:ahLst/>
                <a:cxnLst>
                  <a:cxn ang="0">
                    <a:pos x="T0" y="T1"/>
                  </a:cxn>
                  <a:cxn ang="0">
                    <a:pos x="T2" y="T3"/>
                  </a:cxn>
                  <a:cxn ang="0">
                    <a:pos x="T4" y="T5"/>
                  </a:cxn>
                  <a:cxn ang="0">
                    <a:pos x="T6" y="T7"/>
                  </a:cxn>
                </a:cxnLst>
                <a:rect l="0" t="0" r="r" b="b"/>
                <a:pathLst>
                  <a:path w="15" h="19">
                    <a:moveTo>
                      <a:pt x="10" y="19"/>
                    </a:moveTo>
                    <a:cubicBezTo>
                      <a:pt x="13" y="14"/>
                      <a:pt x="15" y="8"/>
                      <a:pt x="15" y="0"/>
                    </a:cubicBezTo>
                    <a:cubicBezTo>
                      <a:pt x="0" y="0"/>
                      <a:pt x="0" y="0"/>
                      <a:pt x="0" y="0"/>
                    </a:cubicBezTo>
                    <a:cubicBezTo>
                      <a:pt x="1" y="8"/>
                      <a:pt x="4" y="14"/>
                      <a:pt x="1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09" name="Freeform 231"/>
              <p:cNvSpPr>
                <a:spLocks/>
              </p:cNvSpPr>
              <p:nvPr/>
            </p:nvSpPr>
            <p:spPr bwMode="auto">
              <a:xfrm>
                <a:off x="-2071688" y="3971925"/>
                <a:ext cx="55563" cy="71438"/>
              </a:xfrm>
              <a:custGeom>
                <a:avLst/>
                <a:gdLst>
                  <a:gd name="T0" fmla="*/ 10 w 15"/>
                  <a:gd name="T1" fmla="*/ 0 h 19"/>
                  <a:gd name="T2" fmla="*/ 0 w 15"/>
                  <a:gd name="T3" fmla="*/ 19 h 19"/>
                  <a:gd name="T4" fmla="*/ 15 w 15"/>
                  <a:gd name="T5" fmla="*/ 19 h 19"/>
                  <a:gd name="T6" fmla="*/ 10 w 15"/>
                  <a:gd name="T7" fmla="*/ 0 h 19"/>
                </a:gdLst>
                <a:ahLst/>
                <a:cxnLst>
                  <a:cxn ang="0">
                    <a:pos x="T0" y="T1"/>
                  </a:cxn>
                  <a:cxn ang="0">
                    <a:pos x="T2" y="T3"/>
                  </a:cxn>
                  <a:cxn ang="0">
                    <a:pos x="T4" y="T5"/>
                  </a:cxn>
                  <a:cxn ang="0">
                    <a:pos x="T6" y="T7"/>
                  </a:cxn>
                </a:cxnLst>
                <a:rect l="0" t="0" r="r" b="b"/>
                <a:pathLst>
                  <a:path w="15" h="19">
                    <a:moveTo>
                      <a:pt x="10" y="0"/>
                    </a:moveTo>
                    <a:cubicBezTo>
                      <a:pt x="4" y="5"/>
                      <a:pt x="1" y="12"/>
                      <a:pt x="0" y="19"/>
                    </a:cubicBezTo>
                    <a:cubicBezTo>
                      <a:pt x="15" y="19"/>
                      <a:pt x="15" y="19"/>
                      <a:pt x="15" y="19"/>
                    </a:cubicBezTo>
                    <a:cubicBezTo>
                      <a:pt x="15" y="11"/>
                      <a:pt x="13" y="5"/>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10" name="Freeform 232"/>
              <p:cNvSpPr>
                <a:spLocks/>
              </p:cNvSpPr>
              <p:nvPr/>
            </p:nvSpPr>
            <p:spPr bwMode="auto">
              <a:xfrm>
                <a:off x="-1951038" y="4062412"/>
                <a:ext cx="52388" cy="101600"/>
              </a:xfrm>
              <a:custGeom>
                <a:avLst/>
                <a:gdLst>
                  <a:gd name="T0" fmla="*/ 0 w 14"/>
                  <a:gd name="T1" fmla="*/ 27 h 27"/>
                  <a:gd name="T2" fmla="*/ 14 w 14"/>
                  <a:gd name="T3" fmla="*/ 22 h 27"/>
                  <a:gd name="T4" fmla="*/ 7 w 14"/>
                  <a:gd name="T5" fmla="*/ 0 h 27"/>
                  <a:gd name="T6" fmla="*/ 0 w 14"/>
                  <a:gd name="T7" fmla="*/ 0 h 27"/>
                  <a:gd name="T8" fmla="*/ 0 w 14"/>
                  <a:gd name="T9" fmla="*/ 27 h 27"/>
                </a:gdLst>
                <a:ahLst/>
                <a:cxnLst>
                  <a:cxn ang="0">
                    <a:pos x="T0" y="T1"/>
                  </a:cxn>
                  <a:cxn ang="0">
                    <a:pos x="T2" y="T3"/>
                  </a:cxn>
                  <a:cxn ang="0">
                    <a:pos x="T4" y="T5"/>
                  </a:cxn>
                  <a:cxn ang="0">
                    <a:pos x="T6" y="T7"/>
                  </a:cxn>
                  <a:cxn ang="0">
                    <a:pos x="T8" y="T9"/>
                  </a:cxn>
                </a:cxnLst>
                <a:rect l="0" t="0" r="r" b="b"/>
                <a:pathLst>
                  <a:path w="14" h="27">
                    <a:moveTo>
                      <a:pt x="0" y="27"/>
                    </a:moveTo>
                    <a:cubicBezTo>
                      <a:pt x="5" y="27"/>
                      <a:pt x="10" y="25"/>
                      <a:pt x="14" y="22"/>
                    </a:cubicBezTo>
                    <a:cubicBezTo>
                      <a:pt x="10" y="17"/>
                      <a:pt x="7" y="9"/>
                      <a:pt x="7" y="0"/>
                    </a:cubicBezTo>
                    <a:cubicBezTo>
                      <a:pt x="0" y="0"/>
                      <a:pt x="0" y="0"/>
                      <a:pt x="0" y="0"/>
                    </a:cubicBezTo>
                    <a:lnTo>
                      <a:pt x="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11" name="Freeform 233"/>
              <p:cNvSpPr>
                <a:spLocks noEditPoints="1"/>
              </p:cNvSpPr>
              <p:nvPr/>
            </p:nvSpPr>
            <p:spPr bwMode="auto">
              <a:xfrm>
                <a:off x="-2184400" y="742950"/>
                <a:ext cx="296863" cy="296863"/>
              </a:xfrm>
              <a:custGeom>
                <a:avLst/>
                <a:gdLst>
                  <a:gd name="T0" fmla="*/ 40 w 79"/>
                  <a:gd name="T1" fmla="*/ 79 h 79"/>
                  <a:gd name="T2" fmla="*/ 79 w 79"/>
                  <a:gd name="T3" fmla="*/ 40 h 79"/>
                  <a:gd name="T4" fmla="*/ 40 w 79"/>
                  <a:gd name="T5" fmla="*/ 0 h 79"/>
                  <a:gd name="T6" fmla="*/ 40 w 79"/>
                  <a:gd name="T7" fmla="*/ 0 h 79"/>
                  <a:gd name="T8" fmla="*/ 40 w 79"/>
                  <a:gd name="T9" fmla="*/ 28 h 79"/>
                  <a:gd name="T10" fmla="*/ 60 w 79"/>
                  <a:gd name="T11" fmla="*/ 20 h 79"/>
                  <a:gd name="T12" fmla="*/ 47 w 79"/>
                  <a:gd name="T13" fmla="*/ 47 h 79"/>
                  <a:gd name="T14" fmla="*/ 40 w 79"/>
                  <a:gd name="T15" fmla="*/ 51 h 79"/>
                  <a:gd name="T16" fmla="*/ 40 w 79"/>
                  <a:gd name="T17" fmla="*/ 79 h 79"/>
                  <a:gd name="T18" fmla="*/ 40 w 79"/>
                  <a:gd name="T19" fmla="*/ 0 h 79"/>
                  <a:gd name="T20" fmla="*/ 0 w 79"/>
                  <a:gd name="T21" fmla="*/ 40 h 79"/>
                  <a:gd name="T22" fmla="*/ 40 w 79"/>
                  <a:gd name="T23" fmla="*/ 79 h 79"/>
                  <a:gd name="T24" fmla="*/ 40 w 79"/>
                  <a:gd name="T25" fmla="*/ 51 h 79"/>
                  <a:gd name="T26" fmla="*/ 20 w 79"/>
                  <a:gd name="T27" fmla="*/ 60 h 79"/>
                  <a:gd name="T28" fmla="*/ 32 w 79"/>
                  <a:gd name="T29" fmla="*/ 32 h 79"/>
                  <a:gd name="T30" fmla="*/ 32 w 79"/>
                  <a:gd name="T31" fmla="*/ 32 h 79"/>
                  <a:gd name="T32" fmla="*/ 40 w 79"/>
                  <a:gd name="T33" fmla="*/ 28 h 79"/>
                  <a:gd name="T34" fmla="*/ 40 w 79"/>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79">
                    <a:moveTo>
                      <a:pt x="40" y="79"/>
                    </a:moveTo>
                    <a:cubicBezTo>
                      <a:pt x="61" y="79"/>
                      <a:pt x="79" y="61"/>
                      <a:pt x="79" y="40"/>
                    </a:cubicBezTo>
                    <a:cubicBezTo>
                      <a:pt x="79" y="18"/>
                      <a:pt x="61" y="0"/>
                      <a:pt x="40" y="0"/>
                    </a:cubicBezTo>
                    <a:cubicBezTo>
                      <a:pt x="40" y="0"/>
                      <a:pt x="40" y="0"/>
                      <a:pt x="40" y="0"/>
                    </a:cubicBezTo>
                    <a:cubicBezTo>
                      <a:pt x="40" y="28"/>
                      <a:pt x="40" y="28"/>
                      <a:pt x="40" y="28"/>
                    </a:cubicBezTo>
                    <a:cubicBezTo>
                      <a:pt x="60" y="20"/>
                      <a:pt x="60" y="20"/>
                      <a:pt x="60" y="20"/>
                    </a:cubicBezTo>
                    <a:cubicBezTo>
                      <a:pt x="47" y="47"/>
                      <a:pt x="47" y="47"/>
                      <a:pt x="47" y="47"/>
                    </a:cubicBezTo>
                    <a:cubicBezTo>
                      <a:pt x="40" y="51"/>
                      <a:pt x="40" y="51"/>
                      <a:pt x="40" y="51"/>
                    </a:cubicBezTo>
                    <a:cubicBezTo>
                      <a:pt x="40" y="79"/>
                      <a:pt x="40" y="79"/>
                      <a:pt x="40" y="79"/>
                    </a:cubicBezTo>
                    <a:close/>
                    <a:moveTo>
                      <a:pt x="40" y="0"/>
                    </a:moveTo>
                    <a:cubicBezTo>
                      <a:pt x="18" y="0"/>
                      <a:pt x="0" y="18"/>
                      <a:pt x="0" y="40"/>
                    </a:cubicBezTo>
                    <a:cubicBezTo>
                      <a:pt x="0" y="61"/>
                      <a:pt x="18" y="79"/>
                      <a:pt x="40" y="79"/>
                    </a:cubicBezTo>
                    <a:cubicBezTo>
                      <a:pt x="40" y="51"/>
                      <a:pt x="40" y="51"/>
                      <a:pt x="40" y="51"/>
                    </a:cubicBezTo>
                    <a:cubicBezTo>
                      <a:pt x="20" y="60"/>
                      <a:pt x="20" y="60"/>
                      <a:pt x="20" y="60"/>
                    </a:cubicBezTo>
                    <a:cubicBezTo>
                      <a:pt x="32" y="32"/>
                      <a:pt x="32" y="32"/>
                      <a:pt x="32" y="32"/>
                    </a:cubicBezTo>
                    <a:cubicBezTo>
                      <a:pt x="32" y="32"/>
                      <a:pt x="32" y="32"/>
                      <a:pt x="32" y="32"/>
                    </a:cubicBezTo>
                    <a:cubicBezTo>
                      <a:pt x="40" y="28"/>
                      <a:pt x="40" y="28"/>
                      <a:pt x="40" y="28"/>
                    </a:cubicBezTo>
                    <a:lnTo>
                      <a:pt x="4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12" name="Oval 234"/>
              <p:cNvSpPr>
                <a:spLocks noChangeArrowheads="1"/>
              </p:cNvSpPr>
              <p:nvPr/>
            </p:nvSpPr>
            <p:spPr bwMode="auto">
              <a:xfrm>
                <a:off x="-2052638" y="874712"/>
                <a:ext cx="33338" cy="333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13" name="Freeform 235"/>
              <p:cNvSpPr>
                <a:spLocks noEditPoints="1"/>
              </p:cNvSpPr>
              <p:nvPr/>
            </p:nvSpPr>
            <p:spPr bwMode="auto">
              <a:xfrm>
                <a:off x="-4738688" y="6694488"/>
                <a:ext cx="239713" cy="120650"/>
              </a:xfrm>
              <a:custGeom>
                <a:avLst/>
                <a:gdLst>
                  <a:gd name="T0" fmla="*/ 55 w 64"/>
                  <a:gd name="T1" fmla="*/ 23 h 32"/>
                  <a:gd name="T2" fmla="*/ 64 w 64"/>
                  <a:gd name="T3" fmla="*/ 12 h 32"/>
                  <a:gd name="T4" fmla="*/ 55 w 64"/>
                  <a:gd name="T5" fmla="*/ 1 h 32"/>
                  <a:gd name="T6" fmla="*/ 55 w 64"/>
                  <a:gd name="T7" fmla="*/ 6 h 32"/>
                  <a:gd name="T8" fmla="*/ 59 w 64"/>
                  <a:gd name="T9" fmla="*/ 12 h 32"/>
                  <a:gd name="T10" fmla="*/ 55 w 64"/>
                  <a:gd name="T11" fmla="*/ 18 h 32"/>
                  <a:gd name="T12" fmla="*/ 55 w 64"/>
                  <a:gd name="T13" fmla="*/ 23 h 32"/>
                  <a:gd name="T14" fmla="*/ 27 w 64"/>
                  <a:gd name="T15" fmla="*/ 32 h 32"/>
                  <a:gd name="T16" fmla="*/ 48 w 64"/>
                  <a:gd name="T17" fmla="*/ 22 h 32"/>
                  <a:gd name="T18" fmla="*/ 53 w 64"/>
                  <a:gd name="T19" fmla="*/ 23 h 32"/>
                  <a:gd name="T20" fmla="*/ 55 w 64"/>
                  <a:gd name="T21" fmla="*/ 23 h 32"/>
                  <a:gd name="T22" fmla="*/ 55 w 64"/>
                  <a:gd name="T23" fmla="*/ 18 h 32"/>
                  <a:gd name="T24" fmla="*/ 53 w 64"/>
                  <a:gd name="T25" fmla="*/ 18 h 32"/>
                  <a:gd name="T26" fmla="*/ 51 w 64"/>
                  <a:gd name="T27" fmla="*/ 18 h 32"/>
                  <a:gd name="T28" fmla="*/ 54 w 64"/>
                  <a:gd name="T29" fmla="*/ 5 h 32"/>
                  <a:gd name="T30" fmla="*/ 54 w 64"/>
                  <a:gd name="T31" fmla="*/ 5 h 32"/>
                  <a:gd name="T32" fmla="*/ 54 w 64"/>
                  <a:gd name="T33" fmla="*/ 5 h 32"/>
                  <a:gd name="T34" fmla="*/ 55 w 64"/>
                  <a:gd name="T35" fmla="*/ 6 h 32"/>
                  <a:gd name="T36" fmla="*/ 55 w 64"/>
                  <a:gd name="T37" fmla="*/ 1 h 32"/>
                  <a:gd name="T38" fmla="*/ 53 w 64"/>
                  <a:gd name="T39" fmla="*/ 0 h 32"/>
                  <a:gd name="T40" fmla="*/ 53 w 64"/>
                  <a:gd name="T41" fmla="*/ 0 h 32"/>
                  <a:gd name="T42" fmla="*/ 1 w 64"/>
                  <a:gd name="T43" fmla="*/ 0 h 32"/>
                  <a:gd name="T44" fmla="*/ 0 w 64"/>
                  <a:gd name="T45" fmla="*/ 5 h 32"/>
                  <a:gd name="T46" fmla="*/ 27 w 64"/>
                  <a:gd name="T4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32">
                    <a:moveTo>
                      <a:pt x="55" y="23"/>
                    </a:moveTo>
                    <a:cubicBezTo>
                      <a:pt x="60" y="22"/>
                      <a:pt x="64" y="17"/>
                      <a:pt x="64" y="12"/>
                    </a:cubicBezTo>
                    <a:cubicBezTo>
                      <a:pt x="64" y="6"/>
                      <a:pt x="60" y="2"/>
                      <a:pt x="55" y="1"/>
                    </a:cubicBezTo>
                    <a:cubicBezTo>
                      <a:pt x="55" y="6"/>
                      <a:pt x="55" y="6"/>
                      <a:pt x="55" y="6"/>
                    </a:cubicBezTo>
                    <a:cubicBezTo>
                      <a:pt x="57" y="7"/>
                      <a:pt x="59" y="9"/>
                      <a:pt x="59" y="12"/>
                    </a:cubicBezTo>
                    <a:cubicBezTo>
                      <a:pt x="59" y="14"/>
                      <a:pt x="57" y="17"/>
                      <a:pt x="55" y="18"/>
                    </a:cubicBezTo>
                    <a:lnTo>
                      <a:pt x="55" y="23"/>
                    </a:lnTo>
                    <a:close/>
                    <a:moveTo>
                      <a:pt x="27" y="32"/>
                    </a:moveTo>
                    <a:cubicBezTo>
                      <a:pt x="35" y="32"/>
                      <a:pt x="43" y="28"/>
                      <a:pt x="48" y="22"/>
                    </a:cubicBezTo>
                    <a:cubicBezTo>
                      <a:pt x="49" y="23"/>
                      <a:pt x="51" y="23"/>
                      <a:pt x="53" y="23"/>
                    </a:cubicBezTo>
                    <a:cubicBezTo>
                      <a:pt x="53" y="23"/>
                      <a:pt x="54" y="23"/>
                      <a:pt x="55" y="23"/>
                    </a:cubicBezTo>
                    <a:cubicBezTo>
                      <a:pt x="55" y="18"/>
                      <a:pt x="55" y="18"/>
                      <a:pt x="55" y="18"/>
                    </a:cubicBezTo>
                    <a:cubicBezTo>
                      <a:pt x="54" y="18"/>
                      <a:pt x="53" y="18"/>
                      <a:pt x="53" y="18"/>
                    </a:cubicBezTo>
                    <a:cubicBezTo>
                      <a:pt x="52" y="18"/>
                      <a:pt x="51" y="18"/>
                      <a:pt x="51" y="18"/>
                    </a:cubicBezTo>
                    <a:cubicBezTo>
                      <a:pt x="52" y="14"/>
                      <a:pt x="54" y="10"/>
                      <a:pt x="54" y="5"/>
                    </a:cubicBezTo>
                    <a:cubicBezTo>
                      <a:pt x="54" y="5"/>
                      <a:pt x="54" y="5"/>
                      <a:pt x="54" y="5"/>
                    </a:cubicBezTo>
                    <a:cubicBezTo>
                      <a:pt x="54" y="5"/>
                      <a:pt x="54" y="5"/>
                      <a:pt x="54" y="5"/>
                    </a:cubicBezTo>
                    <a:cubicBezTo>
                      <a:pt x="54" y="5"/>
                      <a:pt x="54" y="6"/>
                      <a:pt x="55" y="6"/>
                    </a:cubicBezTo>
                    <a:cubicBezTo>
                      <a:pt x="55" y="1"/>
                      <a:pt x="55" y="1"/>
                      <a:pt x="55" y="1"/>
                    </a:cubicBezTo>
                    <a:cubicBezTo>
                      <a:pt x="54" y="0"/>
                      <a:pt x="54" y="0"/>
                      <a:pt x="53" y="0"/>
                    </a:cubicBezTo>
                    <a:cubicBezTo>
                      <a:pt x="53" y="0"/>
                      <a:pt x="53" y="0"/>
                      <a:pt x="53" y="0"/>
                    </a:cubicBezTo>
                    <a:cubicBezTo>
                      <a:pt x="1" y="0"/>
                      <a:pt x="1" y="0"/>
                      <a:pt x="1" y="0"/>
                    </a:cubicBezTo>
                    <a:cubicBezTo>
                      <a:pt x="0" y="2"/>
                      <a:pt x="0" y="4"/>
                      <a:pt x="0" y="5"/>
                    </a:cubicBezTo>
                    <a:cubicBezTo>
                      <a:pt x="0" y="20"/>
                      <a:pt x="12" y="32"/>
                      <a:pt x="2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14" name="Rectangle 236"/>
              <p:cNvSpPr>
                <a:spLocks noChangeArrowheads="1"/>
              </p:cNvSpPr>
              <p:nvPr/>
            </p:nvSpPr>
            <p:spPr bwMode="auto">
              <a:xfrm>
                <a:off x="-4738688" y="6826250"/>
                <a:ext cx="217488"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15" name="Freeform 237"/>
              <p:cNvSpPr>
                <a:spLocks/>
              </p:cNvSpPr>
              <p:nvPr/>
            </p:nvSpPr>
            <p:spPr bwMode="auto">
              <a:xfrm>
                <a:off x="-4689475"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16" name="Freeform 238"/>
              <p:cNvSpPr>
                <a:spLocks/>
              </p:cNvSpPr>
              <p:nvPr/>
            </p:nvSpPr>
            <p:spPr bwMode="auto">
              <a:xfrm>
                <a:off x="-4633913"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17" name="Oval 239"/>
              <p:cNvSpPr>
                <a:spLocks noChangeArrowheads="1"/>
              </p:cNvSpPr>
              <p:nvPr/>
            </p:nvSpPr>
            <p:spPr bwMode="auto">
              <a:xfrm>
                <a:off x="-1335088" y="2593975"/>
                <a:ext cx="22225" cy="26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18" name="Oval 240"/>
              <p:cNvSpPr>
                <a:spLocks noChangeArrowheads="1"/>
              </p:cNvSpPr>
              <p:nvPr/>
            </p:nvSpPr>
            <p:spPr bwMode="auto">
              <a:xfrm>
                <a:off x="-1312863" y="2568575"/>
                <a:ext cx="2222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19" name="Oval 241"/>
              <p:cNvSpPr>
                <a:spLocks noChangeArrowheads="1"/>
              </p:cNvSpPr>
              <p:nvPr/>
            </p:nvSpPr>
            <p:spPr bwMode="auto">
              <a:xfrm>
                <a:off x="-1331913" y="2533650"/>
                <a:ext cx="14288"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20" name="Oval 242"/>
              <p:cNvSpPr>
                <a:spLocks noChangeArrowheads="1"/>
              </p:cNvSpPr>
              <p:nvPr/>
            </p:nvSpPr>
            <p:spPr bwMode="auto">
              <a:xfrm>
                <a:off x="-1335088" y="2478087"/>
                <a:ext cx="22225" cy="254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21" name="Freeform 243"/>
              <p:cNvSpPr>
                <a:spLocks noEditPoints="1"/>
              </p:cNvSpPr>
              <p:nvPr/>
            </p:nvSpPr>
            <p:spPr bwMode="auto">
              <a:xfrm>
                <a:off x="-1373188" y="2365375"/>
                <a:ext cx="127000" cy="285750"/>
              </a:xfrm>
              <a:custGeom>
                <a:avLst/>
                <a:gdLst>
                  <a:gd name="T0" fmla="*/ 19 w 34"/>
                  <a:gd name="T1" fmla="*/ 4 h 76"/>
                  <a:gd name="T2" fmla="*/ 18 w 34"/>
                  <a:gd name="T3" fmla="*/ 7 h 76"/>
                  <a:gd name="T4" fmla="*/ 18 w 34"/>
                  <a:gd name="T5" fmla="*/ 11 h 76"/>
                  <a:gd name="T6" fmla="*/ 16 w 34"/>
                  <a:gd name="T7" fmla="*/ 11 h 76"/>
                  <a:gd name="T8" fmla="*/ 16 w 34"/>
                  <a:gd name="T9" fmla="*/ 25 h 76"/>
                  <a:gd name="T10" fmla="*/ 18 w 34"/>
                  <a:gd name="T11" fmla="*/ 25 h 76"/>
                  <a:gd name="T12" fmla="*/ 18 w 34"/>
                  <a:gd name="T13" fmla="*/ 35 h 76"/>
                  <a:gd name="T14" fmla="*/ 18 w 34"/>
                  <a:gd name="T15" fmla="*/ 39 h 76"/>
                  <a:gd name="T16" fmla="*/ 21 w 34"/>
                  <a:gd name="T17" fmla="*/ 42 h 76"/>
                  <a:gd name="T18" fmla="*/ 21 w 34"/>
                  <a:gd name="T19" fmla="*/ 42 h 76"/>
                  <a:gd name="T20" fmla="*/ 24 w 34"/>
                  <a:gd name="T21" fmla="*/ 39 h 76"/>
                  <a:gd name="T22" fmla="*/ 24 w 34"/>
                  <a:gd name="T23" fmla="*/ 25 h 76"/>
                  <a:gd name="T24" fmla="*/ 26 w 34"/>
                  <a:gd name="T25" fmla="*/ 25 h 76"/>
                  <a:gd name="T26" fmla="*/ 26 w 34"/>
                  <a:gd name="T27" fmla="*/ 25 h 76"/>
                  <a:gd name="T28" fmla="*/ 26 w 34"/>
                  <a:gd name="T29" fmla="*/ 69 h 76"/>
                  <a:gd name="T30" fmla="*/ 16 w 34"/>
                  <a:gd name="T31" fmla="*/ 69 h 76"/>
                  <a:gd name="T32" fmla="*/ 16 w 34"/>
                  <a:gd name="T33" fmla="*/ 76 h 76"/>
                  <a:gd name="T34" fmla="*/ 32 w 34"/>
                  <a:gd name="T35" fmla="*/ 76 h 76"/>
                  <a:gd name="T36" fmla="*/ 32 w 34"/>
                  <a:gd name="T37" fmla="*/ 11 h 76"/>
                  <a:gd name="T38" fmla="*/ 24 w 34"/>
                  <a:gd name="T39" fmla="*/ 11 h 76"/>
                  <a:gd name="T40" fmla="*/ 24 w 34"/>
                  <a:gd name="T41" fmla="*/ 8 h 76"/>
                  <a:gd name="T42" fmla="*/ 31 w 34"/>
                  <a:gd name="T43" fmla="*/ 6 h 76"/>
                  <a:gd name="T44" fmla="*/ 34 w 34"/>
                  <a:gd name="T45" fmla="*/ 3 h 76"/>
                  <a:gd name="T46" fmla="*/ 30 w 34"/>
                  <a:gd name="T47" fmla="*/ 0 h 76"/>
                  <a:gd name="T48" fmla="*/ 21 w 34"/>
                  <a:gd name="T49" fmla="*/ 3 h 76"/>
                  <a:gd name="T50" fmla="*/ 19 w 34"/>
                  <a:gd name="T51" fmla="*/ 4 h 76"/>
                  <a:gd name="T52" fmla="*/ 16 w 34"/>
                  <a:gd name="T53" fmla="*/ 11 h 76"/>
                  <a:gd name="T54" fmla="*/ 0 w 34"/>
                  <a:gd name="T55" fmla="*/ 11 h 76"/>
                  <a:gd name="T56" fmla="*/ 0 w 34"/>
                  <a:gd name="T57" fmla="*/ 76 h 76"/>
                  <a:gd name="T58" fmla="*/ 16 w 34"/>
                  <a:gd name="T59" fmla="*/ 76 h 76"/>
                  <a:gd name="T60" fmla="*/ 16 w 34"/>
                  <a:gd name="T61" fmla="*/ 69 h 76"/>
                  <a:gd name="T62" fmla="*/ 7 w 34"/>
                  <a:gd name="T63" fmla="*/ 69 h 76"/>
                  <a:gd name="T64" fmla="*/ 7 w 34"/>
                  <a:gd name="T65" fmla="*/ 25 h 76"/>
                  <a:gd name="T66" fmla="*/ 16 w 34"/>
                  <a:gd name="T67" fmla="*/ 25 h 76"/>
                  <a:gd name="T68" fmla="*/ 16 w 34"/>
                  <a:gd name="T69" fmla="*/ 1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 h="76">
                    <a:moveTo>
                      <a:pt x="19" y="4"/>
                    </a:moveTo>
                    <a:cubicBezTo>
                      <a:pt x="18" y="5"/>
                      <a:pt x="18" y="6"/>
                      <a:pt x="18" y="7"/>
                    </a:cubicBezTo>
                    <a:cubicBezTo>
                      <a:pt x="18" y="7"/>
                      <a:pt x="18" y="9"/>
                      <a:pt x="18" y="11"/>
                    </a:cubicBezTo>
                    <a:cubicBezTo>
                      <a:pt x="16" y="11"/>
                      <a:pt x="16" y="11"/>
                      <a:pt x="16" y="11"/>
                    </a:cubicBezTo>
                    <a:cubicBezTo>
                      <a:pt x="16" y="25"/>
                      <a:pt x="16" y="25"/>
                      <a:pt x="16" y="25"/>
                    </a:cubicBezTo>
                    <a:cubicBezTo>
                      <a:pt x="18" y="25"/>
                      <a:pt x="18" y="25"/>
                      <a:pt x="18" y="25"/>
                    </a:cubicBezTo>
                    <a:cubicBezTo>
                      <a:pt x="18" y="30"/>
                      <a:pt x="18" y="34"/>
                      <a:pt x="18" y="35"/>
                    </a:cubicBezTo>
                    <a:cubicBezTo>
                      <a:pt x="18" y="36"/>
                      <a:pt x="18" y="39"/>
                      <a:pt x="18" y="39"/>
                    </a:cubicBezTo>
                    <a:cubicBezTo>
                      <a:pt x="18" y="41"/>
                      <a:pt x="19" y="42"/>
                      <a:pt x="21" y="42"/>
                    </a:cubicBezTo>
                    <a:cubicBezTo>
                      <a:pt x="21" y="42"/>
                      <a:pt x="21" y="42"/>
                      <a:pt x="21" y="42"/>
                    </a:cubicBezTo>
                    <a:cubicBezTo>
                      <a:pt x="23" y="42"/>
                      <a:pt x="24" y="41"/>
                      <a:pt x="24" y="39"/>
                    </a:cubicBezTo>
                    <a:cubicBezTo>
                      <a:pt x="24" y="25"/>
                      <a:pt x="24" y="25"/>
                      <a:pt x="24" y="25"/>
                    </a:cubicBezTo>
                    <a:cubicBezTo>
                      <a:pt x="26" y="25"/>
                      <a:pt x="26" y="25"/>
                      <a:pt x="26" y="25"/>
                    </a:cubicBezTo>
                    <a:cubicBezTo>
                      <a:pt x="26" y="25"/>
                      <a:pt x="26" y="25"/>
                      <a:pt x="26" y="25"/>
                    </a:cubicBezTo>
                    <a:cubicBezTo>
                      <a:pt x="26" y="69"/>
                      <a:pt x="26" y="69"/>
                      <a:pt x="26" y="69"/>
                    </a:cubicBezTo>
                    <a:cubicBezTo>
                      <a:pt x="16" y="69"/>
                      <a:pt x="16" y="69"/>
                      <a:pt x="16" y="69"/>
                    </a:cubicBezTo>
                    <a:cubicBezTo>
                      <a:pt x="16" y="76"/>
                      <a:pt x="16" y="76"/>
                      <a:pt x="16" y="76"/>
                    </a:cubicBezTo>
                    <a:cubicBezTo>
                      <a:pt x="32" y="76"/>
                      <a:pt x="32" y="76"/>
                      <a:pt x="32" y="76"/>
                    </a:cubicBezTo>
                    <a:cubicBezTo>
                      <a:pt x="32" y="11"/>
                      <a:pt x="32" y="11"/>
                      <a:pt x="32" y="11"/>
                    </a:cubicBezTo>
                    <a:cubicBezTo>
                      <a:pt x="24" y="11"/>
                      <a:pt x="24" y="11"/>
                      <a:pt x="24" y="11"/>
                    </a:cubicBezTo>
                    <a:cubicBezTo>
                      <a:pt x="24" y="8"/>
                      <a:pt x="24" y="8"/>
                      <a:pt x="24" y="8"/>
                    </a:cubicBezTo>
                    <a:cubicBezTo>
                      <a:pt x="31" y="6"/>
                      <a:pt x="31" y="6"/>
                      <a:pt x="31" y="6"/>
                    </a:cubicBezTo>
                    <a:cubicBezTo>
                      <a:pt x="33" y="6"/>
                      <a:pt x="34" y="4"/>
                      <a:pt x="34" y="3"/>
                    </a:cubicBezTo>
                    <a:cubicBezTo>
                      <a:pt x="33" y="1"/>
                      <a:pt x="32" y="0"/>
                      <a:pt x="30" y="0"/>
                    </a:cubicBezTo>
                    <a:cubicBezTo>
                      <a:pt x="30" y="1"/>
                      <a:pt x="22" y="2"/>
                      <a:pt x="21" y="3"/>
                    </a:cubicBezTo>
                    <a:cubicBezTo>
                      <a:pt x="20" y="3"/>
                      <a:pt x="19" y="3"/>
                      <a:pt x="19" y="4"/>
                    </a:cubicBezTo>
                    <a:close/>
                    <a:moveTo>
                      <a:pt x="16" y="11"/>
                    </a:moveTo>
                    <a:cubicBezTo>
                      <a:pt x="0" y="11"/>
                      <a:pt x="0" y="11"/>
                      <a:pt x="0" y="11"/>
                    </a:cubicBezTo>
                    <a:cubicBezTo>
                      <a:pt x="0" y="76"/>
                      <a:pt x="0" y="76"/>
                      <a:pt x="0" y="76"/>
                    </a:cubicBezTo>
                    <a:cubicBezTo>
                      <a:pt x="16" y="76"/>
                      <a:pt x="16" y="76"/>
                      <a:pt x="16" y="76"/>
                    </a:cubicBezTo>
                    <a:cubicBezTo>
                      <a:pt x="16" y="69"/>
                      <a:pt x="16" y="69"/>
                      <a:pt x="16" y="69"/>
                    </a:cubicBezTo>
                    <a:cubicBezTo>
                      <a:pt x="7" y="69"/>
                      <a:pt x="7" y="69"/>
                      <a:pt x="7" y="69"/>
                    </a:cubicBezTo>
                    <a:cubicBezTo>
                      <a:pt x="7" y="25"/>
                      <a:pt x="7" y="25"/>
                      <a:pt x="7" y="25"/>
                    </a:cubicBezTo>
                    <a:cubicBezTo>
                      <a:pt x="16" y="25"/>
                      <a:pt x="16" y="25"/>
                      <a:pt x="16" y="25"/>
                    </a:cubicBezTo>
                    <a:lnTo>
                      <a:pt x="16"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22" name="Freeform 244"/>
              <p:cNvSpPr>
                <a:spLocks noEditPoints="1"/>
              </p:cNvSpPr>
              <p:nvPr/>
            </p:nvSpPr>
            <p:spPr bwMode="auto">
              <a:xfrm>
                <a:off x="-5715000" y="2214562"/>
                <a:ext cx="209550" cy="211138"/>
              </a:xfrm>
              <a:custGeom>
                <a:avLst/>
                <a:gdLst>
                  <a:gd name="T0" fmla="*/ 28 w 56"/>
                  <a:gd name="T1" fmla="*/ 56 h 56"/>
                  <a:gd name="T2" fmla="*/ 32 w 56"/>
                  <a:gd name="T3" fmla="*/ 56 h 56"/>
                  <a:gd name="T4" fmla="*/ 32 w 56"/>
                  <a:gd name="T5" fmla="*/ 51 h 56"/>
                  <a:gd name="T6" fmla="*/ 42 w 56"/>
                  <a:gd name="T7" fmla="*/ 48 h 56"/>
                  <a:gd name="T8" fmla="*/ 44 w 56"/>
                  <a:gd name="T9" fmla="*/ 51 h 56"/>
                  <a:gd name="T10" fmla="*/ 51 w 56"/>
                  <a:gd name="T11" fmla="*/ 44 h 56"/>
                  <a:gd name="T12" fmla="*/ 48 w 56"/>
                  <a:gd name="T13" fmla="*/ 42 h 56"/>
                  <a:gd name="T14" fmla="*/ 51 w 56"/>
                  <a:gd name="T15" fmla="*/ 32 h 56"/>
                  <a:gd name="T16" fmla="*/ 56 w 56"/>
                  <a:gd name="T17" fmla="*/ 32 h 56"/>
                  <a:gd name="T18" fmla="*/ 56 w 56"/>
                  <a:gd name="T19" fmla="*/ 24 h 56"/>
                  <a:gd name="T20" fmla="*/ 51 w 56"/>
                  <a:gd name="T21" fmla="*/ 24 h 56"/>
                  <a:gd name="T22" fmla="*/ 48 w 56"/>
                  <a:gd name="T23" fmla="*/ 14 h 56"/>
                  <a:gd name="T24" fmla="*/ 51 w 56"/>
                  <a:gd name="T25" fmla="*/ 11 h 56"/>
                  <a:gd name="T26" fmla="*/ 44 w 56"/>
                  <a:gd name="T27" fmla="*/ 5 h 56"/>
                  <a:gd name="T28" fmla="*/ 42 w 56"/>
                  <a:gd name="T29" fmla="*/ 8 h 56"/>
                  <a:gd name="T30" fmla="*/ 32 w 56"/>
                  <a:gd name="T31" fmla="*/ 4 h 56"/>
                  <a:gd name="T32" fmla="*/ 32 w 56"/>
                  <a:gd name="T33" fmla="*/ 0 h 56"/>
                  <a:gd name="T34" fmla="*/ 28 w 56"/>
                  <a:gd name="T35" fmla="*/ 0 h 56"/>
                  <a:gd name="T36" fmla="*/ 28 w 56"/>
                  <a:gd name="T37" fmla="*/ 10 h 56"/>
                  <a:gd name="T38" fmla="*/ 46 w 56"/>
                  <a:gd name="T39" fmla="*/ 28 h 56"/>
                  <a:gd name="T40" fmla="*/ 28 w 56"/>
                  <a:gd name="T41" fmla="*/ 46 h 56"/>
                  <a:gd name="T42" fmla="*/ 28 w 56"/>
                  <a:gd name="T43" fmla="*/ 56 h 56"/>
                  <a:gd name="T44" fmla="*/ 8 w 56"/>
                  <a:gd name="T45" fmla="*/ 42 h 56"/>
                  <a:gd name="T46" fmla="*/ 5 w 56"/>
                  <a:gd name="T47" fmla="*/ 44 h 56"/>
                  <a:gd name="T48" fmla="*/ 11 w 56"/>
                  <a:gd name="T49" fmla="*/ 51 h 56"/>
                  <a:gd name="T50" fmla="*/ 14 w 56"/>
                  <a:gd name="T51" fmla="*/ 48 h 56"/>
                  <a:gd name="T52" fmla="*/ 24 w 56"/>
                  <a:gd name="T53" fmla="*/ 51 h 56"/>
                  <a:gd name="T54" fmla="*/ 24 w 56"/>
                  <a:gd name="T55" fmla="*/ 56 h 56"/>
                  <a:gd name="T56" fmla="*/ 28 w 56"/>
                  <a:gd name="T57" fmla="*/ 56 h 56"/>
                  <a:gd name="T58" fmla="*/ 28 w 56"/>
                  <a:gd name="T59" fmla="*/ 46 h 56"/>
                  <a:gd name="T60" fmla="*/ 28 w 56"/>
                  <a:gd name="T61" fmla="*/ 46 h 56"/>
                  <a:gd name="T62" fmla="*/ 10 w 56"/>
                  <a:gd name="T63" fmla="*/ 28 h 56"/>
                  <a:gd name="T64" fmla="*/ 28 w 56"/>
                  <a:gd name="T65" fmla="*/ 10 h 56"/>
                  <a:gd name="T66" fmla="*/ 28 w 56"/>
                  <a:gd name="T67" fmla="*/ 10 h 56"/>
                  <a:gd name="T68" fmla="*/ 28 w 56"/>
                  <a:gd name="T69" fmla="*/ 10 h 56"/>
                  <a:gd name="T70" fmla="*/ 28 w 56"/>
                  <a:gd name="T71" fmla="*/ 0 h 56"/>
                  <a:gd name="T72" fmla="*/ 24 w 56"/>
                  <a:gd name="T73" fmla="*/ 0 h 56"/>
                  <a:gd name="T74" fmla="*/ 24 w 56"/>
                  <a:gd name="T75" fmla="*/ 4 h 56"/>
                  <a:gd name="T76" fmla="*/ 14 w 56"/>
                  <a:gd name="T77" fmla="*/ 8 h 56"/>
                  <a:gd name="T78" fmla="*/ 11 w 56"/>
                  <a:gd name="T79" fmla="*/ 5 h 56"/>
                  <a:gd name="T80" fmla="*/ 5 w 56"/>
                  <a:gd name="T81" fmla="*/ 11 h 56"/>
                  <a:gd name="T82" fmla="*/ 8 w 56"/>
                  <a:gd name="T83" fmla="*/ 14 h 56"/>
                  <a:gd name="T84" fmla="*/ 4 w 56"/>
                  <a:gd name="T85" fmla="*/ 24 h 56"/>
                  <a:gd name="T86" fmla="*/ 0 w 56"/>
                  <a:gd name="T87" fmla="*/ 24 h 56"/>
                  <a:gd name="T88" fmla="*/ 0 w 56"/>
                  <a:gd name="T89" fmla="*/ 32 h 56"/>
                  <a:gd name="T90" fmla="*/ 4 w 56"/>
                  <a:gd name="T91" fmla="*/ 32 h 56"/>
                  <a:gd name="T92" fmla="*/ 8 w 56"/>
                  <a:gd name="T93"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 h="56">
                    <a:moveTo>
                      <a:pt x="28" y="56"/>
                    </a:moveTo>
                    <a:cubicBezTo>
                      <a:pt x="32" y="56"/>
                      <a:pt x="32" y="56"/>
                      <a:pt x="32" y="56"/>
                    </a:cubicBezTo>
                    <a:cubicBezTo>
                      <a:pt x="32" y="51"/>
                      <a:pt x="32" y="51"/>
                      <a:pt x="32" y="51"/>
                    </a:cubicBezTo>
                    <a:cubicBezTo>
                      <a:pt x="36" y="51"/>
                      <a:pt x="39" y="50"/>
                      <a:pt x="42" y="48"/>
                    </a:cubicBezTo>
                    <a:cubicBezTo>
                      <a:pt x="44" y="51"/>
                      <a:pt x="44" y="51"/>
                      <a:pt x="44" y="51"/>
                    </a:cubicBezTo>
                    <a:cubicBezTo>
                      <a:pt x="51" y="44"/>
                      <a:pt x="51" y="44"/>
                      <a:pt x="51" y="44"/>
                    </a:cubicBezTo>
                    <a:cubicBezTo>
                      <a:pt x="48" y="42"/>
                      <a:pt x="48" y="42"/>
                      <a:pt x="48" y="42"/>
                    </a:cubicBezTo>
                    <a:cubicBezTo>
                      <a:pt x="50" y="39"/>
                      <a:pt x="51" y="36"/>
                      <a:pt x="51" y="32"/>
                    </a:cubicBezTo>
                    <a:cubicBezTo>
                      <a:pt x="56" y="32"/>
                      <a:pt x="56" y="32"/>
                      <a:pt x="56" y="32"/>
                    </a:cubicBezTo>
                    <a:cubicBezTo>
                      <a:pt x="56" y="24"/>
                      <a:pt x="56" y="24"/>
                      <a:pt x="56" y="24"/>
                    </a:cubicBezTo>
                    <a:cubicBezTo>
                      <a:pt x="51" y="24"/>
                      <a:pt x="51" y="24"/>
                      <a:pt x="51" y="24"/>
                    </a:cubicBezTo>
                    <a:cubicBezTo>
                      <a:pt x="51" y="20"/>
                      <a:pt x="50" y="17"/>
                      <a:pt x="48" y="14"/>
                    </a:cubicBezTo>
                    <a:cubicBezTo>
                      <a:pt x="51" y="11"/>
                      <a:pt x="51" y="11"/>
                      <a:pt x="51" y="11"/>
                    </a:cubicBezTo>
                    <a:cubicBezTo>
                      <a:pt x="44" y="5"/>
                      <a:pt x="44" y="5"/>
                      <a:pt x="44" y="5"/>
                    </a:cubicBezTo>
                    <a:cubicBezTo>
                      <a:pt x="42" y="8"/>
                      <a:pt x="42" y="8"/>
                      <a:pt x="42" y="8"/>
                    </a:cubicBezTo>
                    <a:cubicBezTo>
                      <a:pt x="39" y="6"/>
                      <a:pt x="36" y="5"/>
                      <a:pt x="32" y="4"/>
                    </a:cubicBezTo>
                    <a:cubicBezTo>
                      <a:pt x="32" y="0"/>
                      <a:pt x="32" y="0"/>
                      <a:pt x="32" y="0"/>
                    </a:cubicBezTo>
                    <a:cubicBezTo>
                      <a:pt x="28" y="0"/>
                      <a:pt x="28" y="0"/>
                      <a:pt x="28" y="0"/>
                    </a:cubicBezTo>
                    <a:cubicBezTo>
                      <a:pt x="28" y="10"/>
                      <a:pt x="28" y="10"/>
                      <a:pt x="28" y="10"/>
                    </a:cubicBezTo>
                    <a:cubicBezTo>
                      <a:pt x="38" y="10"/>
                      <a:pt x="46" y="18"/>
                      <a:pt x="46" y="28"/>
                    </a:cubicBezTo>
                    <a:cubicBezTo>
                      <a:pt x="46" y="38"/>
                      <a:pt x="38" y="46"/>
                      <a:pt x="28" y="46"/>
                    </a:cubicBezTo>
                    <a:lnTo>
                      <a:pt x="28" y="56"/>
                    </a:lnTo>
                    <a:close/>
                    <a:moveTo>
                      <a:pt x="8" y="42"/>
                    </a:moveTo>
                    <a:cubicBezTo>
                      <a:pt x="5" y="44"/>
                      <a:pt x="5" y="44"/>
                      <a:pt x="5" y="44"/>
                    </a:cubicBezTo>
                    <a:cubicBezTo>
                      <a:pt x="11" y="51"/>
                      <a:pt x="11" y="51"/>
                      <a:pt x="11" y="51"/>
                    </a:cubicBezTo>
                    <a:cubicBezTo>
                      <a:pt x="14" y="48"/>
                      <a:pt x="14" y="48"/>
                      <a:pt x="14" y="48"/>
                    </a:cubicBezTo>
                    <a:cubicBezTo>
                      <a:pt x="17" y="50"/>
                      <a:pt x="20" y="51"/>
                      <a:pt x="24" y="51"/>
                    </a:cubicBezTo>
                    <a:cubicBezTo>
                      <a:pt x="24" y="56"/>
                      <a:pt x="24" y="56"/>
                      <a:pt x="24" y="56"/>
                    </a:cubicBezTo>
                    <a:cubicBezTo>
                      <a:pt x="28" y="56"/>
                      <a:pt x="28" y="56"/>
                      <a:pt x="28" y="56"/>
                    </a:cubicBezTo>
                    <a:cubicBezTo>
                      <a:pt x="28" y="46"/>
                      <a:pt x="28" y="46"/>
                      <a:pt x="28" y="46"/>
                    </a:cubicBezTo>
                    <a:cubicBezTo>
                      <a:pt x="28" y="46"/>
                      <a:pt x="28" y="46"/>
                      <a:pt x="28" y="46"/>
                    </a:cubicBezTo>
                    <a:cubicBezTo>
                      <a:pt x="18" y="46"/>
                      <a:pt x="10" y="38"/>
                      <a:pt x="10" y="28"/>
                    </a:cubicBezTo>
                    <a:cubicBezTo>
                      <a:pt x="10" y="18"/>
                      <a:pt x="18" y="10"/>
                      <a:pt x="28" y="10"/>
                    </a:cubicBezTo>
                    <a:cubicBezTo>
                      <a:pt x="28" y="10"/>
                      <a:pt x="28" y="10"/>
                      <a:pt x="28" y="10"/>
                    </a:cubicBezTo>
                    <a:cubicBezTo>
                      <a:pt x="28" y="10"/>
                      <a:pt x="28" y="10"/>
                      <a:pt x="28" y="10"/>
                    </a:cubicBezTo>
                    <a:cubicBezTo>
                      <a:pt x="28" y="0"/>
                      <a:pt x="28" y="0"/>
                      <a:pt x="28" y="0"/>
                    </a:cubicBezTo>
                    <a:cubicBezTo>
                      <a:pt x="24" y="0"/>
                      <a:pt x="24" y="0"/>
                      <a:pt x="24" y="0"/>
                    </a:cubicBezTo>
                    <a:cubicBezTo>
                      <a:pt x="24" y="4"/>
                      <a:pt x="24" y="4"/>
                      <a:pt x="24" y="4"/>
                    </a:cubicBezTo>
                    <a:cubicBezTo>
                      <a:pt x="20" y="5"/>
                      <a:pt x="17" y="6"/>
                      <a:pt x="14" y="8"/>
                    </a:cubicBezTo>
                    <a:cubicBezTo>
                      <a:pt x="11" y="5"/>
                      <a:pt x="11" y="5"/>
                      <a:pt x="11" y="5"/>
                    </a:cubicBezTo>
                    <a:cubicBezTo>
                      <a:pt x="5" y="11"/>
                      <a:pt x="5" y="11"/>
                      <a:pt x="5" y="11"/>
                    </a:cubicBezTo>
                    <a:cubicBezTo>
                      <a:pt x="8" y="14"/>
                      <a:pt x="8" y="14"/>
                      <a:pt x="8" y="14"/>
                    </a:cubicBezTo>
                    <a:cubicBezTo>
                      <a:pt x="6" y="17"/>
                      <a:pt x="5" y="20"/>
                      <a:pt x="4" y="24"/>
                    </a:cubicBezTo>
                    <a:cubicBezTo>
                      <a:pt x="0" y="24"/>
                      <a:pt x="0" y="24"/>
                      <a:pt x="0" y="24"/>
                    </a:cubicBezTo>
                    <a:cubicBezTo>
                      <a:pt x="0" y="32"/>
                      <a:pt x="0" y="32"/>
                      <a:pt x="0" y="32"/>
                    </a:cubicBezTo>
                    <a:cubicBezTo>
                      <a:pt x="4" y="32"/>
                      <a:pt x="4" y="32"/>
                      <a:pt x="4" y="32"/>
                    </a:cubicBezTo>
                    <a:cubicBezTo>
                      <a:pt x="5" y="36"/>
                      <a:pt x="6" y="39"/>
                      <a:pt x="8"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23" name="Oval 245"/>
              <p:cNvSpPr>
                <a:spLocks noChangeArrowheads="1"/>
              </p:cNvSpPr>
              <p:nvPr/>
            </p:nvSpPr>
            <p:spPr bwMode="auto">
              <a:xfrm>
                <a:off x="-4352925" y="3479800"/>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24" name="Rectangle 246"/>
              <p:cNvSpPr>
                <a:spLocks noChangeArrowheads="1"/>
              </p:cNvSpPr>
              <p:nvPr/>
            </p:nvSpPr>
            <p:spPr bwMode="auto">
              <a:xfrm>
                <a:off x="-4284663" y="3443287"/>
                <a:ext cx="1905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25" name="Rectangle 247"/>
              <p:cNvSpPr>
                <a:spLocks noChangeArrowheads="1"/>
              </p:cNvSpPr>
              <p:nvPr/>
            </p:nvSpPr>
            <p:spPr bwMode="auto">
              <a:xfrm>
                <a:off x="-4191000" y="3544887"/>
                <a:ext cx="26988"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26" name="Rectangle 248"/>
              <p:cNvSpPr>
                <a:spLocks noChangeArrowheads="1"/>
              </p:cNvSpPr>
              <p:nvPr/>
            </p:nvSpPr>
            <p:spPr bwMode="auto">
              <a:xfrm>
                <a:off x="-4284663" y="3641725"/>
                <a:ext cx="19050"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27" name="Rectangle 249"/>
              <p:cNvSpPr>
                <a:spLocks noChangeArrowheads="1"/>
              </p:cNvSpPr>
              <p:nvPr/>
            </p:nvSpPr>
            <p:spPr bwMode="auto">
              <a:xfrm>
                <a:off x="-4389438" y="3544887"/>
                <a:ext cx="2540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28" name="Freeform 250"/>
              <p:cNvSpPr>
                <a:spLocks/>
              </p:cNvSpPr>
              <p:nvPr/>
            </p:nvSpPr>
            <p:spPr bwMode="auto">
              <a:xfrm>
                <a:off x="-4221163" y="3468687"/>
                <a:ext cx="30163" cy="30163"/>
              </a:xfrm>
              <a:custGeom>
                <a:avLst/>
                <a:gdLst>
                  <a:gd name="T0" fmla="*/ 19 w 19"/>
                  <a:gd name="T1" fmla="*/ 7 h 19"/>
                  <a:gd name="T2" fmla="*/ 7 w 19"/>
                  <a:gd name="T3" fmla="*/ 19 h 19"/>
                  <a:gd name="T4" fmla="*/ 0 w 19"/>
                  <a:gd name="T5" fmla="*/ 12 h 19"/>
                  <a:gd name="T6" fmla="*/ 12 w 19"/>
                  <a:gd name="T7" fmla="*/ 0 h 19"/>
                  <a:gd name="T8" fmla="*/ 19 w 19"/>
                  <a:gd name="T9" fmla="*/ 7 h 19"/>
                </a:gdLst>
                <a:ahLst/>
                <a:cxnLst>
                  <a:cxn ang="0">
                    <a:pos x="T0" y="T1"/>
                  </a:cxn>
                  <a:cxn ang="0">
                    <a:pos x="T2" y="T3"/>
                  </a:cxn>
                  <a:cxn ang="0">
                    <a:pos x="T4" y="T5"/>
                  </a:cxn>
                  <a:cxn ang="0">
                    <a:pos x="T6" y="T7"/>
                  </a:cxn>
                  <a:cxn ang="0">
                    <a:pos x="T8" y="T9"/>
                  </a:cxn>
                </a:cxnLst>
                <a:rect l="0" t="0" r="r" b="b"/>
                <a:pathLst>
                  <a:path w="19" h="19">
                    <a:moveTo>
                      <a:pt x="19" y="7"/>
                    </a:moveTo>
                    <a:lnTo>
                      <a:pt x="7" y="19"/>
                    </a:lnTo>
                    <a:lnTo>
                      <a:pt x="0" y="12"/>
                    </a:lnTo>
                    <a:lnTo>
                      <a:pt x="12" y="0"/>
                    </a:lnTo>
                    <a:lnTo>
                      <a:pt x="1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29" name="Freeform 251"/>
              <p:cNvSpPr>
                <a:spLocks/>
              </p:cNvSpPr>
              <p:nvPr/>
            </p:nvSpPr>
            <p:spPr bwMode="auto">
              <a:xfrm>
                <a:off x="-4221163" y="3608387"/>
                <a:ext cx="30163" cy="33338"/>
              </a:xfrm>
              <a:custGeom>
                <a:avLst/>
                <a:gdLst>
                  <a:gd name="T0" fmla="*/ 7 w 19"/>
                  <a:gd name="T1" fmla="*/ 0 h 21"/>
                  <a:gd name="T2" fmla="*/ 19 w 19"/>
                  <a:gd name="T3" fmla="*/ 12 h 21"/>
                  <a:gd name="T4" fmla="*/ 12 w 19"/>
                  <a:gd name="T5" fmla="*/ 21 h 21"/>
                  <a:gd name="T6" fmla="*/ 0 w 19"/>
                  <a:gd name="T7" fmla="*/ 9 h 21"/>
                  <a:gd name="T8" fmla="*/ 7 w 19"/>
                  <a:gd name="T9" fmla="*/ 0 h 21"/>
                </a:gdLst>
                <a:ahLst/>
                <a:cxnLst>
                  <a:cxn ang="0">
                    <a:pos x="T0" y="T1"/>
                  </a:cxn>
                  <a:cxn ang="0">
                    <a:pos x="T2" y="T3"/>
                  </a:cxn>
                  <a:cxn ang="0">
                    <a:pos x="T4" y="T5"/>
                  </a:cxn>
                  <a:cxn ang="0">
                    <a:pos x="T6" y="T7"/>
                  </a:cxn>
                  <a:cxn ang="0">
                    <a:pos x="T8" y="T9"/>
                  </a:cxn>
                </a:cxnLst>
                <a:rect l="0" t="0" r="r" b="b"/>
                <a:pathLst>
                  <a:path w="19" h="21">
                    <a:moveTo>
                      <a:pt x="7" y="0"/>
                    </a:moveTo>
                    <a:lnTo>
                      <a:pt x="19" y="12"/>
                    </a:lnTo>
                    <a:lnTo>
                      <a:pt x="12" y="21"/>
                    </a:lnTo>
                    <a:lnTo>
                      <a:pt x="0" y="9"/>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30" name="Freeform 252"/>
              <p:cNvSpPr>
                <a:spLocks/>
              </p:cNvSpPr>
              <p:nvPr/>
            </p:nvSpPr>
            <p:spPr bwMode="auto">
              <a:xfrm>
                <a:off x="-4364038" y="3608387"/>
                <a:ext cx="34925" cy="33338"/>
              </a:xfrm>
              <a:custGeom>
                <a:avLst/>
                <a:gdLst>
                  <a:gd name="T0" fmla="*/ 12 w 22"/>
                  <a:gd name="T1" fmla="*/ 0 h 21"/>
                  <a:gd name="T2" fmla="*/ 22 w 22"/>
                  <a:gd name="T3" fmla="*/ 9 h 21"/>
                  <a:gd name="T4" fmla="*/ 10 w 22"/>
                  <a:gd name="T5" fmla="*/ 21 h 21"/>
                  <a:gd name="T6" fmla="*/ 0 w 22"/>
                  <a:gd name="T7" fmla="*/ 12 h 21"/>
                  <a:gd name="T8" fmla="*/ 12 w 22"/>
                  <a:gd name="T9" fmla="*/ 0 h 21"/>
                </a:gdLst>
                <a:ahLst/>
                <a:cxnLst>
                  <a:cxn ang="0">
                    <a:pos x="T0" y="T1"/>
                  </a:cxn>
                  <a:cxn ang="0">
                    <a:pos x="T2" y="T3"/>
                  </a:cxn>
                  <a:cxn ang="0">
                    <a:pos x="T4" y="T5"/>
                  </a:cxn>
                  <a:cxn ang="0">
                    <a:pos x="T6" y="T7"/>
                  </a:cxn>
                  <a:cxn ang="0">
                    <a:pos x="T8" y="T9"/>
                  </a:cxn>
                </a:cxnLst>
                <a:rect l="0" t="0" r="r" b="b"/>
                <a:pathLst>
                  <a:path w="22" h="21">
                    <a:moveTo>
                      <a:pt x="12" y="0"/>
                    </a:moveTo>
                    <a:lnTo>
                      <a:pt x="22" y="9"/>
                    </a:lnTo>
                    <a:lnTo>
                      <a:pt x="10" y="21"/>
                    </a:lnTo>
                    <a:lnTo>
                      <a:pt x="0" y="12"/>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31" name="Freeform 253"/>
              <p:cNvSpPr>
                <a:spLocks/>
              </p:cNvSpPr>
              <p:nvPr/>
            </p:nvSpPr>
            <p:spPr bwMode="auto">
              <a:xfrm>
                <a:off x="-4364038" y="3468687"/>
                <a:ext cx="34925" cy="30163"/>
              </a:xfrm>
              <a:custGeom>
                <a:avLst/>
                <a:gdLst>
                  <a:gd name="T0" fmla="*/ 22 w 22"/>
                  <a:gd name="T1" fmla="*/ 12 h 19"/>
                  <a:gd name="T2" fmla="*/ 12 w 22"/>
                  <a:gd name="T3" fmla="*/ 19 h 19"/>
                  <a:gd name="T4" fmla="*/ 0 w 22"/>
                  <a:gd name="T5" fmla="*/ 7 h 19"/>
                  <a:gd name="T6" fmla="*/ 10 w 22"/>
                  <a:gd name="T7" fmla="*/ 0 h 19"/>
                  <a:gd name="T8" fmla="*/ 22 w 22"/>
                  <a:gd name="T9" fmla="*/ 12 h 19"/>
                </a:gdLst>
                <a:ahLst/>
                <a:cxnLst>
                  <a:cxn ang="0">
                    <a:pos x="T0" y="T1"/>
                  </a:cxn>
                  <a:cxn ang="0">
                    <a:pos x="T2" y="T3"/>
                  </a:cxn>
                  <a:cxn ang="0">
                    <a:pos x="T4" y="T5"/>
                  </a:cxn>
                  <a:cxn ang="0">
                    <a:pos x="T6" y="T7"/>
                  </a:cxn>
                  <a:cxn ang="0">
                    <a:pos x="T8" y="T9"/>
                  </a:cxn>
                </a:cxnLst>
                <a:rect l="0" t="0" r="r" b="b"/>
                <a:pathLst>
                  <a:path w="22" h="19">
                    <a:moveTo>
                      <a:pt x="22" y="12"/>
                    </a:moveTo>
                    <a:lnTo>
                      <a:pt x="12" y="19"/>
                    </a:lnTo>
                    <a:lnTo>
                      <a:pt x="0" y="7"/>
                    </a:lnTo>
                    <a:lnTo>
                      <a:pt x="10" y="0"/>
                    </a:lnTo>
                    <a:lnTo>
                      <a:pt x="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32" name="Freeform 254"/>
              <p:cNvSpPr>
                <a:spLocks/>
              </p:cNvSpPr>
              <p:nvPr/>
            </p:nvSpPr>
            <p:spPr bwMode="auto">
              <a:xfrm>
                <a:off x="-4251325" y="3446462"/>
                <a:ext cx="26988" cy="30163"/>
              </a:xfrm>
              <a:custGeom>
                <a:avLst/>
                <a:gdLst>
                  <a:gd name="T0" fmla="*/ 17 w 17"/>
                  <a:gd name="T1" fmla="*/ 5 h 19"/>
                  <a:gd name="T2" fmla="*/ 10 w 17"/>
                  <a:gd name="T3" fmla="*/ 19 h 19"/>
                  <a:gd name="T4" fmla="*/ 0 w 17"/>
                  <a:gd name="T5" fmla="*/ 17 h 19"/>
                  <a:gd name="T6" fmla="*/ 5 w 17"/>
                  <a:gd name="T7" fmla="*/ 0 h 19"/>
                  <a:gd name="T8" fmla="*/ 17 w 17"/>
                  <a:gd name="T9" fmla="*/ 5 h 19"/>
                </a:gdLst>
                <a:ahLst/>
                <a:cxnLst>
                  <a:cxn ang="0">
                    <a:pos x="T0" y="T1"/>
                  </a:cxn>
                  <a:cxn ang="0">
                    <a:pos x="T2" y="T3"/>
                  </a:cxn>
                  <a:cxn ang="0">
                    <a:pos x="T4" y="T5"/>
                  </a:cxn>
                  <a:cxn ang="0">
                    <a:pos x="T6" y="T7"/>
                  </a:cxn>
                  <a:cxn ang="0">
                    <a:pos x="T8" y="T9"/>
                  </a:cxn>
                </a:cxnLst>
                <a:rect l="0" t="0" r="r" b="b"/>
                <a:pathLst>
                  <a:path w="17" h="19">
                    <a:moveTo>
                      <a:pt x="17" y="5"/>
                    </a:moveTo>
                    <a:lnTo>
                      <a:pt x="10" y="19"/>
                    </a:lnTo>
                    <a:lnTo>
                      <a:pt x="0" y="17"/>
                    </a:lnTo>
                    <a:lnTo>
                      <a:pt x="5" y="0"/>
                    </a:lnTo>
                    <a:lnTo>
                      <a:pt x="1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33" name="Freeform 255"/>
              <p:cNvSpPr>
                <a:spLocks/>
              </p:cNvSpPr>
              <p:nvPr/>
            </p:nvSpPr>
            <p:spPr bwMode="auto">
              <a:xfrm>
                <a:off x="-4198938" y="3578225"/>
                <a:ext cx="30163" cy="30163"/>
              </a:xfrm>
              <a:custGeom>
                <a:avLst/>
                <a:gdLst>
                  <a:gd name="T0" fmla="*/ 5 w 19"/>
                  <a:gd name="T1" fmla="*/ 0 h 19"/>
                  <a:gd name="T2" fmla="*/ 19 w 19"/>
                  <a:gd name="T3" fmla="*/ 7 h 19"/>
                  <a:gd name="T4" fmla="*/ 15 w 19"/>
                  <a:gd name="T5" fmla="*/ 19 h 19"/>
                  <a:gd name="T6" fmla="*/ 0 w 19"/>
                  <a:gd name="T7" fmla="*/ 12 h 19"/>
                  <a:gd name="T8" fmla="*/ 5 w 19"/>
                  <a:gd name="T9" fmla="*/ 0 h 19"/>
                </a:gdLst>
                <a:ahLst/>
                <a:cxnLst>
                  <a:cxn ang="0">
                    <a:pos x="T0" y="T1"/>
                  </a:cxn>
                  <a:cxn ang="0">
                    <a:pos x="T2" y="T3"/>
                  </a:cxn>
                  <a:cxn ang="0">
                    <a:pos x="T4" y="T5"/>
                  </a:cxn>
                  <a:cxn ang="0">
                    <a:pos x="T6" y="T7"/>
                  </a:cxn>
                  <a:cxn ang="0">
                    <a:pos x="T8" y="T9"/>
                  </a:cxn>
                </a:cxnLst>
                <a:rect l="0" t="0" r="r" b="b"/>
                <a:pathLst>
                  <a:path w="19" h="19">
                    <a:moveTo>
                      <a:pt x="5" y="0"/>
                    </a:moveTo>
                    <a:lnTo>
                      <a:pt x="19" y="7"/>
                    </a:lnTo>
                    <a:lnTo>
                      <a:pt x="15" y="19"/>
                    </a:lnTo>
                    <a:lnTo>
                      <a:pt x="0" y="12"/>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34" name="Freeform 256"/>
              <p:cNvSpPr>
                <a:spLocks/>
              </p:cNvSpPr>
              <p:nvPr/>
            </p:nvSpPr>
            <p:spPr bwMode="auto">
              <a:xfrm>
                <a:off x="-4329113" y="3630612"/>
                <a:ext cx="30163" cy="33338"/>
              </a:xfrm>
              <a:custGeom>
                <a:avLst/>
                <a:gdLst>
                  <a:gd name="T0" fmla="*/ 19 w 19"/>
                  <a:gd name="T1" fmla="*/ 5 h 21"/>
                  <a:gd name="T2" fmla="*/ 12 w 19"/>
                  <a:gd name="T3" fmla="*/ 21 h 21"/>
                  <a:gd name="T4" fmla="*/ 0 w 19"/>
                  <a:gd name="T5" fmla="*/ 17 h 21"/>
                  <a:gd name="T6" fmla="*/ 7 w 19"/>
                  <a:gd name="T7" fmla="*/ 0 h 21"/>
                  <a:gd name="T8" fmla="*/ 19 w 19"/>
                  <a:gd name="T9" fmla="*/ 5 h 21"/>
                </a:gdLst>
                <a:ahLst/>
                <a:cxnLst>
                  <a:cxn ang="0">
                    <a:pos x="T0" y="T1"/>
                  </a:cxn>
                  <a:cxn ang="0">
                    <a:pos x="T2" y="T3"/>
                  </a:cxn>
                  <a:cxn ang="0">
                    <a:pos x="T4" y="T5"/>
                  </a:cxn>
                  <a:cxn ang="0">
                    <a:pos x="T6" y="T7"/>
                  </a:cxn>
                  <a:cxn ang="0">
                    <a:pos x="T8" y="T9"/>
                  </a:cxn>
                </a:cxnLst>
                <a:rect l="0" t="0" r="r" b="b"/>
                <a:pathLst>
                  <a:path w="19" h="21">
                    <a:moveTo>
                      <a:pt x="19" y="5"/>
                    </a:moveTo>
                    <a:lnTo>
                      <a:pt x="12" y="21"/>
                    </a:lnTo>
                    <a:lnTo>
                      <a:pt x="0" y="17"/>
                    </a:lnTo>
                    <a:lnTo>
                      <a:pt x="7" y="0"/>
                    </a:lnTo>
                    <a:lnTo>
                      <a:pt x="1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35" name="Freeform 257"/>
              <p:cNvSpPr>
                <a:spLocks/>
              </p:cNvSpPr>
              <p:nvPr/>
            </p:nvSpPr>
            <p:spPr bwMode="auto">
              <a:xfrm>
                <a:off x="-4386263" y="3503612"/>
                <a:ext cx="33338" cy="25400"/>
              </a:xfrm>
              <a:custGeom>
                <a:avLst/>
                <a:gdLst>
                  <a:gd name="T0" fmla="*/ 17 w 21"/>
                  <a:gd name="T1" fmla="*/ 16 h 16"/>
                  <a:gd name="T2" fmla="*/ 0 w 21"/>
                  <a:gd name="T3" fmla="*/ 11 h 16"/>
                  <a:gd name="T4" fmla="*/ 5 w 21"/>
                  <a:gd name="T5" fmla="*/ 0 h 16"/>
                  <a:gd name="T6" fmla="*/ 21 w 21"/>
                  <a:gd name="T7" fmla="*/ 7 h 16"/>
                  <a:gd name="T8" fmla="*/ 17 w 21"/>
                  <a:gd name="T9" fmla="*/ 16 h 16"/>
                </a:gdLst>
                <a:ahLst/>
                <a:cxnLst>
                  <a:cxn ang="0">
                    <a:pos x="T0" y="T1"/>
                  </a:cxn>
                  <a:cxn ang="0">
                    <a:pos x="T2" y="T3"/>
                  </a:cxn>
                  <a:cxn ang="0">
                    <a:pos x="T4" y="T5"/>
                  </a:cxn>
                  <a:cxn ang="0">
                    <a:pos x="T6" y="T7"/>
                  </a:cxn>
                  <a:cxn ang="0">
                    <a:pos x="T8" y="T9"/>
                  </a:cxn>
                </a:cxnLst>
                <a:rect l="0" t="0" r="r" b="b"/>
                <a:pathLst>
                  <a:path w="21" h="16">
                    <a:moveTo>
                      <a:pt x="17" y="16"/>
                    </a:moveTo>
                    <a:lnTo>
                      <a:pt x="0" y="11"/>
                    </a:lnTo>
                    <a:lnTo>
                      <a:pt x="5" y="0"/>
                    </a:lnTo>
                    <a:lnTo>
                      <a:pt x="21" y="7"/>
                    </a:lnTo>
                    <a:lnTo>
                      <a:pt x="17"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36" name="Freeform 258"/>
              <p:cNvSpPr>
                <a:spLocks/>
              </p:cNvSpPr>
              <p:nvPr/>
            </p:nvSpPr>
            <p:spPr bwMode="auto">
              <a:xfrm>
                <a:off x="-4198938" y="3503612"/>
                <a:ext cx="30163" cy="25400"/>
              </a:xfrm>
              <a:custGeom>
                <a:avLst/>
                <a:gdLst>
                  <a:gd name="T0" fmla="*/ 0 w 19"/>
                  <a:gd name="T1" fmla="*/ 7 h 16"/>
                  <a:gd name="T2" fmla="*/ 15 w 19"/>
                  <a:gd name="T3" fmla="*/ 0 h 16"/>
                  <a:gd name="T4" fmla="*/ 19 w 19"/>
                  <a:gd name="T5" fmla="*/ 11 h 16"/>
                  <a:gd name="T6" fmla="*/ 5 w 19"/>
                  <a:gd name="T7" fmla="*/ 16 h 16"/>
                  <a:gd name="T8" fmla="*/ 0 w 19"/>
                  <a:gd name="T9" fmla="*/ 7 h 16"/>
                </a:gdLst>
                <a:ahLst/>
                <a:cxnLst>
                  <a:cxn ang="0">
                    <a:pos x="T0" y="T1"/>
                  </a:cxn>
                  <a:cxn ang="0">
                    <a:pos x="T2" y="T3"/>
                  </a:cxn>
                  <a:cxn ang="0">
                    <a:pos x="T4" y="T5"/>
                  </a:cxn>
                  <a:cxn ang="0">
                    <a:pos x="T6" y="T7"/>
                  </a:cxn>
                  <a:cxn ang="0">
                    <a:pos x="T8" y="T9"/>
                  </a:cxn>
                </a:cxnLst>
                <a:rect l="0" t="0" r="r" b="b"/>
                <a:pathLst>
                  <a:path w="19" h="16">
                    <a:moveTo>
                      <a:pt x="0" y="7"/>
                    </a:moveTo>
                    <a:lnTo>
                      <a:pt x="15" y="0"/>
                    </a:lnTo>
                    <a:lnTo>
                      <a:pt x="19" y="11"/>
                    </a:lnTo>
                    <a:lnTo>
                      <a:pt x="5" y="16"/>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37" name="Freeform 259"/>
              <p:cNvSpPr>
                <a:spLocks/>
              </p:cNvSpPr>
              <p:nvPr/>
            </p:nvSpPr>
            <p:spPr bwMode="auto">
              <a:xfrm>
                <a:off x="-4251325" y="3630612"/>
                <a:ext cx="26988" cy="33338"/>
              </a:xfrm>
              <a:custGeom>
                <a:avLst/>
                <a:gdLst>
                  <a:gd name="T0" fmla="*/ 17 w 17"/>
                  <a:gd name="T1" fmla="*/ 17 h 21"/>
                  <a:gd name="T2" fmla="*/ 7 w 17"/>
                  <a:gd name="T3" fmla="*/ 21 h 21"/>
                  <a:gd name="T4" fmla="*/ 0 w 17"/>
                  <a:gd name="T5" fmla="*/ 5 h 21"/>
                  <a:gd name="T6" fmla="*/ 12 w 17"/>
                  <a:gd name="T7" fmla="*/ 0 h 21"/>
                  <a:gd name="T8" fmla="*/ 17 w 17"/>
                  <a:gd name="T9" fmla="*/ 17 h 21"/>
                </a:gdLst>
                <a:ahLst/>
                <a:cxnLst>
                  <a:cxn ang="0">
                    <a:pos x="T0" y="T1"/>
                  </a:cxn>
                  <a:cxn ang="0">
                    <a:pos x="T2" y="T3"/>
                  </a:cxn>
                  <a:cxn ang="0">
                    <a:pos x="T4" y="T5"/>
                  </a:cxn>
                  <a:cxn ang="0">
                    <a:pos x="T6" y="T7"/>
                  </a:cxn>
                  <a:cxn ang="0">
                    <a:pos x="T8" y="T9"/>
                  </a:cxn>
                </a:cxnLst>
                <a:rect l="0" t="0" r="r" b="b"/>
                <a:pathLst>
                  <a:path w="17" h="21">
                    <a:moveTo>
                      <a:pt x="17" y="17"/>
                    </a:moveTo>
                    <a:lnTo>
                      <a:pt x="7" y="21"/>
                    </a:lnTo>
                    <a:lnTo>
                      <a:pt x="0" y="5"/>
                    </a:lnTo>
                    <a:lnTo>
                      <a:pt x="12" y="0"/>
                    </a:lnTo>
                    <a:lnTo>
                      <a:pt x="1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38" name="Freeform 260"/>
              <p:cNvSpPr>
                <a:spLocks/>
              </p:cNvSpPr>
              <p:nvPr/>
            </p:nvSpPr>
            <p:spPr bwMode="auto">
              <a:xfrm>
                <a:off x="-4386263" y="3578225"/>
                <a:ext cx="33338" cy="30163"/>
              </a:xfrm>
              <a:custGeom>
                <a:avLst/>
                <a:gdLst>
                  <a:gd name="T0" fmla="*/ 21 w 21"/>
                  <a:gd name="T1" fmla="*/ 12 h 19"/>
                  <a:gd name="T2" fmla="*/ 5 w 21"/>
                  <a:gd name="T3" fmla="*/ 19 h 19"/>
                  <a:gd name="T4" fmla="*/ 0 w 21"/>
                  <a:gd name="T5" fmla="*/ 7 h 19"/>
                  <a:gd name="T6" fmla="*/ 17 w 21"/>
                  <a:gd name="T7" fmla="*/ 0 h 19"/>
                  <a:gd name="T8" fmla="*/ 21 w 21"/>
                  <a:gd name="T9" fmla="*/ 12 h 19"/>
                </a:gdLst>
                <a:ahLst/>
                <a:cxnLst>
                  <a:cxn ang="0">
                    <a:pos x="T0" y="T1"/>
                  </a:cxn>
                  <a:cxn ang="0">
                    <a:pos x="T2" y="T3"/>
                  </a:cxn>
                  <a:cxn ang="0">
                    <a:pos x="T4" y="T5"/>
                  </a:cxn>
                  <a:cxn ang="0">
                    <a:pos x="T6" y="T7"/>
                  </a:cxn>
                  <a:cxn ang="0">
                    <a:pos x="T8" y="T9"/>
                  </a:cxn>
                </a:cxnLst>
                <a:rect l="0" t="0" r="r" b="b"/>
                <a:pathLst>
                  <a:path w="21" h="19">
                    <a:moveTo>
                      <a:pt x="21" y="12"/>
                    </a:moveTo>
                    <a:lnTo>
                      <a:pt x="5" y="19"/>
                    </a:lnTo>
                    <a:lnTo>
                      <a:pt x="0" y="7"/>
                    </a:lnTo>
                    <a:lnTo>
                      <a:pt x="17" y="0"/>
                    </a:lnTo>
                    <a:lnTo>
                      <a:pt x="21"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39" name="Freeform 261"/>
              <p:cNvSpPr>
                <a:spLocks/>
              </p:cNvSpPr>
              <p:nvPr/>
            </p:nvSpPr>
            <p:spPr bwMode="auto">
              <a:xfrm>
                <a:off x="-4329113" y="3446462"/>
                <a:ext cx="30163" cy="33338"/>
              </a:xfrm>
              <a:custGeom>
                <a:avLst/>
                <a:gdLst>
                  <a:gd name="T0" fmla="*/ 19 w 19"/>
                  <a:gd name="T1" fmla="*/ 17 h 21"/>
                  <a:gd name="T2" fmla="*/ 7 w 19"/>
                  <a:gd name="T3" fmla="*/ 21 h 21"/>
                  <a:gd name="T4" fmla="*/ 0 w 19"/>
                  <a:gd name="T5" fmla="*/ 5 h 21"/>
                  <a:gd name="T6" fmla="*/ 12 w 19"/>
                  <a:gd name="T7" fmla="*/ 0 h 21"/>
                  <a:gd name="T8" fmla="*/ 19 w 19"/>
                  <a:gd name="T9" fmla="*/ 17 h 21"/>
                </a:gdLst>
                <a:ahLst/>
                <a:cxnLst>
                  <a:cxn ang="0">
                    <a:pos x="T0" y="T1"/>
                  </a:cxn>
                  <a:cxn ang="0">
                    <a:pos x="T2" y="T3"/>
                  </a:cxn>
                  <a:cxn ang="0">
                    <a:pos x="T4" y="T5"/>
                  </a:cxn>
                  <a:cxn ang="0">
                    <a:pos x="T6" y="T7"/>
                  </a:cxn>
                  <a:cxn ang="0">
                    <a:pos x="T8" y="T9"/>
                  </a:cxn>
                </a:cxnLst>
                <a:rect l="0" t="0" r="r" b="b"/>
                <a:pathLst>
                  <a:path w="19" h="21">
                    <a:moveTo>
                      <a:pt x="19" y="17"/>
                    </a:moveTo>
                    <a:lnTo>
                      <a:pt x="7" y="21"/>
                    </a:lnTo>
                    <a:lnTo>
                      <a:pt x="0" y="5"/>
                    </a:lnTo>
                    <a:lnTo>
                      <a:pt x="12" y="0"/>
                    </a:lnTo>
                    <a:lnTo>
                      <a:pt x="1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40" name="Freeform 262"/>
              <p:cNvSpPr>
                <a:spLocks noEditPoints="1"/>
              </p:cNvSpPr>
              <p:nvPr/>
            </p:nvSpPr>
            <p:spPr bwMode="auto">
              <a:xfrm>
                <a:off x="-4784725" y="457200"/>
                <a:ext cx="188913" cy="192088"/>
              </a:xfrm>
              <a:custGeom>
                <a:avLst/>
                <a:gdLst>
                  <a:gd name="T0" fmla="*/ 25 w 50"/>
                  <a:gd name="T1" fmla="*/ 51 h 51"/>
                  <a:gd name="T2" fmla="*/ 50 w 50"/>
                  <a:gd name="T3" fmla="*/ 25 h 51"/>
                  <a:gd name="T4" fmla="*/ 25 w 50"/>
                  <a:gd name="T5" fmla="*/ 0 h 51"/>
                  <a:gd name="T6" fmla="*/ 25 w 50"/>
                  <a:gd name="T7" fmla="*/ 0 h 51"/>
                  <a:gd name="T8" fmla="*/ 25 w 50"/>
                  <a:gd name="T9" fmla="*/ 18 h 51"/>
                  <a:gd name="T10" fmla="*/ 38 w 50"/>
                  <a:gd name="T11" fmla="*/ 13 h 51"/>
                  <a:gd name="T12" fmla="*/ 30 w 50"/>
                  <a:gd name="T13" fmla="*/ 30 h 51"/>
                  <a:gd name="T14" fmla="*/ 25 w 50"/>
                  <a:gd name="T15" fmla="*/ 33 h 51"/>
                  <a:gd name="T16" fmla="*/ 25 w 50"/>
                  <a:gd name="T17" fmla="*/ 51 h 51"/>
                  <a:gd name="T18" fmla="*/ 25 w 50"/>
                  <a:gd name="T19" fmla="*/ 0 h 51"/>
                  <a:gd name="T20" fmla="*/ 0 w 50"/>
                  <a:gd name="T21" fmla="*/ 25 h 51"/>
                  <a:gd name="T22" fmla="*/ 25 w 50"/>
                  <a:gd name="T23" fmla="*/ 51 h 51"/>
                  <a:gd name="T24" fmla="*/ 25 w 50"/>
                  <a:gd name="T25" fmla="*/ 33 h 51"/>
                  <a:gd name="T26" fmla="*/ 12 w 50"/>
                  <a:gd name="T27" fmla="*/ 38 h 51"/>
                  <a:gd name="T28" fmla="*/ 20 w 50"/>
                  <a:gd name="T29" fmla="*/ 20 h 51"/>
                  <a:gd name="T30" fmla="*/ 20 w 50"/>
                  <a:gd name="T31" fmla="*/ 20 h 51"/>
                  <a:gd name="T32" fmla="*/ 25 w 50"/>
                  <a:gd name="T33" fmla="*/ 18 h 51"/>
                  <a:gd name="T34" fmla="*/ 25 w 50"/>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51">
                    <a:moveTo>
                      <a:pt x="25" y="51"/>
                    </a:moveTo>
                    <a:cubicBezTo>
                      <a:pt x="39" y="51"/>
                      <a:pt x="50" y="39"/>
                      <a:pt x="50" y="25"/>
                    </a:cubicBezTo>
                    <a:cubicBezTo>
                      <a:pt x="50" y="12"/>
                      <a:pt x="39" y="0"/>
                      <a:pt x="25" y="0"/>
                    </a:cubicBezTo>
                    <a:cubicBezTo>
                      <a:pt x="25" y="0"/>
                      <a:pt x="25" y="0"/>
                      <a:pt x="25" y="0"/>
                    </a:cubicBezTo>
                    <a:cubicBezTo>
                      <a:pt x="25" y="18"/>
                      <a:pt x="25" y="18"/>
                      <a:pt x="25" y="18"/>
                    </a:cubicBezTo>
                    <a:cubicBezTo>
                      <a:pt x="38" y="13"/>
                      <a:pt x="38" y="13"/>
                      <a:pt x="38" y="13"/>
                    </a:cubicBezTo>
                    <a:cubicBezTo>
                      <a:pt x="30" y="30"/>
                      <a:pt x="30" y="30"/>
                      <a:pt x="30" y="30"/>
                    </a:cubicBezTo>
                    <a:cubicBezTo>
                      <a:pt x="25" y="33"/>
                      <a:pt x="25" y="33"/>
                      <a:pt x="25" y="33"/>
                    </a:cubicBezTo>
                    <a:cubicBezTo>
                      <a:pt x="25" y="51"/>
                      <a:pt x="25" y="51"/>
                      <a:pt x="25" y="51"/>
                    </a:cubicBezTo>
                    <a:close/>
                    <a:moveTo>
                      <a:pt x="25" y="0"/>
                    </a:moveTo>
                    <a:cubicBezTo>
                      <a:pt x="11" y="0"/>
                      <a:pt x="0" y="12"/>
                      <a:pt x="0" y="25"/>
                    </a:cubicBezTo>
                    <a:cubicBezTo>
                      <a:pt x="0" y="39"/>
                      <a:pt x="11" y="51"/>
                      <a:pt x="25" y="51"/>
                    </a:cubicBezTo>
                    <a:cubicBezTo>
                      <a:pt x="25" y="33"/>
                      <a:pt x="25" y="33"/>
                      <a:pt x="25" y="33"/>
                    </a:cubicBezTo>
                    <a:cubicBezTo>
                      <a:pt x="12" y="38"/>
                      <a:pt x="12" y="38"/>
                      <a:pt x="12" y="38"/>
                    </a:cubicBezTo>
                    <a:cubicBezTo>
                      <a:pt x="20" y="20"/>
                      <a:pt x="20" y="20"/>
                      <a:pt x="20" y="20"/>
                    </a:cubicBezTo>
                    <a:cubicBezTo>
                      <a:pt x="20" y="20"/>
                      <a:pt x="20" y="20"/>
                      <a:pt x="20" y="20"/>
                    </a:cubicBezTo>
                    <a:cubicBezTo>
                      <a:pt x="25" y="18"/>
                      <a:pt x="25" y="18"/>
                      <a:pt x="25" y="18"/>
                    </a:cubicBez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41" name="Oval 263"/>
              <p:cNvSpPr>
                <a:spLocks noChangeArrowheads="1"/>
              </p:cNvSpPr>
              <p:nvPr/>
            </p:nvSpPr>
            <p:spPr bwMode="auto">
              <a:xfrm>
                <a:off x="-4702175" y="539750"/>
                <a:ext cx="23813" cy="23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42" name="Freeform 264"/>
              <p:cNvSpPr>
                <a:spLocks noEditPoints="1"/>
              </p:cNvSpPr>
              <p:nvPr/>
            </p:nvSpPr>
            <p:spPr bwMode="auto">
              <a:xfrm>
                <a:off x="-2266950" y="1716087"/>
                <a:ext cx="225425" cy="225425"/>
              </a:xfrm>
              <a:custGeom>
                <a:avLst/>
                <a:gdLst>
                  <a:gd name="T0" fmla="*/ 30 w 60"/>
                  <a:gd name="T1" fmla="*/ 60 h 60"/>
                  <a:gd name="T2" fmla="*/ 35 w 60"/>
                  <a:gd name="T3" fmla="*/ 60 h 60"/>
                  <a:gd name="T4" fmla="*/ 35 w 60"/>
                  <a:gd name="T5" fmla="*/ 55 h 60"/>
                  <a:gd name="T6" fmla="*/ 45 w 60"/>
                  <a:gd name="T7" fmla="*/ 51 h 60"/>
                  <a:gd name="T8" fmla="*/ 48 w 60"/>
                  <a:gd name="T9" fmla="*/ 54 h 60"/>
                  <a:gd name="T10" fmla="*/ 55 w 60"/>
                  <a:gd name="T11" fmla="*/ 48 h 60"/>
                  <a:gd name="T12" fmla="*/ 52 w 60"/>
                  <a:gd name="T13" fmla="*/ 45 h 60"/>
                  <a:gd name="T14" fmla="*/ 56 w 60"/>
                  <a:gd name="T15" fmla="*/ 35 h 60"/>
                  <a:gd name="T16" fmla="*/ 60 w 60"/>
                  <a:gd name="T17" fmla="*/ 35 h 60"/>
                  <a:gd name="T18" fmla="*/ 60 w 60"/>
                  <a:gd name="T19" fmla="*/ 25 h 60"/>
                  <a:gd name="T20" fmla="*/ 56 w 60"/>
                  <a:gd name="T21" fmla="*/ 25 h 60"/>
                  <a:gd name="T22" fmla="*/ 52 w 60"/>
                  <a:gd name="T23" fmla="*/ 15 h 60"/>
                  <a:gd name="T24" fmla="*/ 55 w 60"/>
                  <a:gd name="T25" fmla="*/ 12 h 60"/>
                  <a:gd name="T26" fmla="*/ 48 w 60"/>
                  <a:gd name="T27" fmla="*/ 5 h 60"/>
                  <a:gd name="T28" fmla="*/ 45 w 60"/>
                  <a:gd name="T29" fmla="*/ 8 h 60"/>
                  <a:gd name="T30" fmla="*/ 35 w 60"/>
                  <a:gd name="T31" fmla="*/ 4 h 60"/>
                  <a:gd name="T32" fmla="*/ 35 w 60"/>
                  <a:gd name="T33" fmla="*/ 0 h 60"/>
                  <a:gd name="T34" fmla="*/ 30 w 60"/>
                  <a:gd name="T35" fmla="*/ 0 h 60"/>
                  <a:gd name="T36" fmla="*/ 30 w 60"/>
                  <a:gd name="T37" fmla="*/ 11 h 60"/>
                  <a:gd name="T38" fmla="*/ 30 w 60"/>
                  <a:gd name="T39" fmla="*/ 11 h 60"/>
                  <a:gd name="T40" fmla="*/ 49 w 60"/>
                  <a:gd name="T41" fmla="*/ 30 h 60"/>
                  <a:gd name="T42" fmla="*/ 30 w 60"/>
                  <a:gd name="T43" fmla="*/ 49 h 60"/>
                  <a:gd name="T44" fmla="*/ 30 w 60"/>
                  <a:gd name="T45" fmla="*/ 60 h 60"/>
                  <a:gd name="T46" fmla="*/ 9 w 60"/>
                  <a:gd name="T47" fmla="*/ 45 h 60"/>
                  <a:gd name="T48" fmla="*/ 6 w 60"/>
                  <a:gd name="T49" fmla="*/ 48 h 60"/>
                  <a:gd name="T50" fmla="*/ 12 w 60"/>
                  <a:gd name="T51" fmla="*/ 54 h 60"/>
                  <a:gd name="T52" fmla="*/ 15 w 60"/>
                  <a:gd name="T53" fmla="*/ 51 h 60"/>
                  <a:gd name="T54" fmla="*/ 25 w 60"/>
                  <a:gd name="T55" fmla="*/ 55 h 60"/>
                  <a:gd name="T56" fmla="*/ 25 w 60"/>
                  <a:gd name="T57" fmla="*/ 60 h 60"/>
                  <a:gd name="T58" fmla="*/ 30 w 60"/>
                  <a:gd name="T59" fmla="*/ 60 h 60"/>
                  <a:gd name="T60" fmla="*/ 30 w 60"/>
                  <a:gd name="T61" fmla="*/ 49 h 60"/>
                  <a:gd name="T62" fmla="*/ 11 w 60"/>
                  <a:gd name="T63" fmla="*/ 30 h 60"/>
                  <a:gd name="T64" fmla="*/ 30 w 60"/>
                  <a:gd name="T65" fmla="*/ 11 h 60"/>
                  <a:gd name="T66" fmla="*/ 30 w 60"/>
                  <a:gd name="T67" fmla="*/ 0 h 60"/>
                  <a:gd name="T68" fmla="*/ 25 w 60"/>
                  <a:gd name="T69" fmla="*/ 0 h 60"/>
                  <a:gd name="T70" fmla="*/ 25 w 60"/>
                  <a:gd name="T71" fmla="*/ 4 h 60"/>
                  <a:gd name="T72" fmla="*/ 15 w 60"/>
                  <a:gd name="T73" fmla="*/ 8 h 60"/>
                  <a:gd name="T74" fmla="*/ 12 w 60"/>
                  <a:gd name="T75" fmla="*/ 5 h 60"/>
                  <a:gd name="T76" fmla="*/ 6 w 60"/>
                  <a:gd name="T77" fmla="*/ 12 h 60"/>
                  <a:gd name="T78" fmla="*/ 9 w 60"/>
                  <a:gd name="T79" fmla="*/ 15 h 60"/>
                  <a:gd name="T80" fmla="*/ 5 w 60"/>
                  <a:gd name="T81" fmla="*/ 25 h 60"/>
                  <a:gd name="T82" fmla="*/ 0 w 60"/>
                  <a:gd name="T83" fmla="*/ 25 h 60"/>
                  <a:gd name="T84" fmla="*/ 0 w 60"/>
                  <a:gd name="T85" fmla="*/ 35 h 60"/>
                  <a:gd name="T86" fmla="*/ 5 w 60"/>
                  <a:gd name="T87" fmla="*/ 35 h 60"/>
                  <a:gd name="T88" fmla="*/ 9 w 60"/>
                  <a:gd name="T89" fmla="*/ 45 h 60"/>
                  <a:gd name="T90" fmla="*/ 30 w 60"/>
                  <a:gd name="T91" fmla="*/ 11 h 60"/>
                  <a:gd name="T92" fmla="*/ 30 w 60"/>
                  <a:gd name="T93" fmla="*/ 1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 h="60">
                    <a:moveTo>
                      <a:pt x="30" y="60"/>
                    </a:moveTo>
                    <a:cubicBezTo>
                      <a:pt x="35" y="60"/>
                      <a:pt x="35" y="60"/>
                      <a:pt x="35" y="60"/>
                    </a:cubicBezTo>
                    <a:cubicBezTo>
                      <a:pt x="35" y="55"/>
                      <a:pt x="35" y="55"/>
                      <a:pt x="35" y="55"/>
                    </a:cubicBezTo>
                    <a:cubicBezTo>
                      <a:pt x="39" y="55"/>
                      <a:pt x="42" y="53"/>
                      <a:pt x="45" y="51"/>
                    </a:cubicBezTo>
                    <a:cubicBezTo>
                      <a:pt x="48" y="54"/>
                      <a:pt x="48" y="54"/>
                      <a:pt x="48" y="54"/>
                    </a:cubicBezTo>
                    <a:cubicBezTo>
                      <a:pt x="55" y="48"/>
                      <a:pt x="55" y="48"/>
                      <a:pt x="55" y="48"/>
                    </a:cubicBezTo>
                    <a:cubicBezTo>
                      <a:pt x="52" y="45"/>
                      <a:pt x="52" y="45"/>
                      <a:pt x="52" y="45"/>
                    </a:cubicBezTo>
                    <a:cubicBezTo>
                      <a:pt x="54" y="42"/>
                      <a:pt x="55" y="38"/>
                      <a:pt x="56" y="35"/>
                    </a:cubicBezTo>
                    <a:cubicBezTo>
                      <a:pt x="60" y="35"/>
                      <a:pt x="60" y="35"/>
                      <a:pt x="60" y="35"/>
                    </a:cubicBezTo>
                    <a:cubicBezTo>
                      <a:pt x="60" y="25"/>
                      <a:pt x="60" y="25"/>
                      <a:pt x="60" y="25"/>
                    </a:cubicBezTo>
                    <a:cubicBezTo>
                      <a:pt x="56" y="25"/>
                      <a:pt x="56" y="25"/>
                      <a:pt x="56" y="25"/>
                    </a:cubicBezTo>
                    <a:cubicBezTo>
                      <a:pt x="55" y="21"/>
                      <a:pt x="54" y="18"/>
                      <a:pt x="52" y="15"/>
                    </a:cubicBezTo>
                    <a:cubicBezTo>
                      <a:pt x="55" y="12"/>
                      <a:pt x="55" y="12"/>
                      <a:pt x="55" y="12"/>
                    </a:cubicBezTo>
                    <a:cubicBezTo>
                      <a:pt x="48" y="5"/>
                      <a:pt x="48" y="5"/>
                      <a:pt x="48" y="5"/>
                    </a:cubicBezTo>
                    <a:cubicBezTo>
                      <a:pt x="45" y="8"/>
                      <a:pt x="45" y="8"/>
                      <a:pt x="45" y="8"/>
                    </a:cubicBezTo>
                    <a:cubicBezTo>
                      <a:pt x="42" y="6"/>
                      <a:pt x="39" y="5"/>
                      <a:pt x="35" y="4"/>
                    </a:cubicBezTo>
                    <a:cubicBezTo>
                      <a:pt x="35" y="0"/>
                      <a:pt x="35" y="0"/>
                      <a:pt x="35" y="0"/>
                    </a:cubicBezTo>
                    <a:cubicBezTo>
                      <a:pt x="30" y="0"/>
                      <a:pt x="30" y="0"/>
                      <a:pt x="30" y="0"/>
                    </a:cubicBezTo>
                    <a:cubicBezTo>
                      <a:pt x="30" y="11"/>
                      <a:pt x="30" y="11"/>
                      <a:pt x="30" y="11"/>
                    </a:cubicBezTo>
                    <a:cubicBezTo>
                      <a:pt x="30" y="11"/>
                      <a:pt x="30" y="11"/>
                      <a:pt x="30" y="11"/>
                    </a:cubicBezTo>
                    <a:cubicBezTo>
                      <a:pt x="41" y="11"/>
                      <a:pt x="49" y="19"/>
                      <a:pt x="49" y="30"/>
                    </a:cubicBezTo>
                    <a:cubicBezTo>
                      <a:pt x="49" y="40"/>
                      <a:pt x="41" y="49"/>
                      <a:pt x="30" y="49"/>
                    </a:cubicBezTo>
                    <a:lnTo>
                      <a:pt x="30" y="60"/>
                    </a:lnTo>
                    <a:close/>
                    <a:moveTo>
                      <a:pt x="9" y="45"/>
                    </a:moveTo>
                    <a:cubicBezTo>
                      <a:pt x="6" y="48"/>
                      <a:pt x="6" y="48"/>
                      <a:pt x="6" y="48"/>
                    </a:cubicBezTo>
                    <a:cubicBezTo>
                      <a:pt x="12" y="54"/>
                      <a:pt x="12" y="54"/>
                      <a:pt x="12" y="54"/>
                    </a:cubicBezTo>
                    <a:cubicBezTo>
                      <a:pt x="15" y="51"/>
                      <a:pt x="15" y="51"/>
                      <a:pt x="15" y="51"/>
                    </a:cubicBezTo>
                    <a:cubicBezTo>
                      <a:pt x="18" y="53"/>
                      <a:pt x="22" y="55"/>
                      <a:pt x="25" y="55"/>
                    </a:cubicBezTo>
                    <a:cubicBezTo>
                      <a:pt x="25" y="60"/>
                      <a:pt x="25" y="60"/>
                      <a:pt x="25" y="60"/>
                    </a:cubicBezTo>
                    <a:cubicBezTo>
                      <a:pt x="30" y="60"/>
                      <a:pt x="30" y="60"/>
                      <a:pt x="30" y="60"/>
                    </a:cubicBezTo>
                    <a:cubicBezTo>
                      <a:pt x="30" y="49"/>
                      <a:pt x="30" y="49"/>
                      <a:pt x="30" y="49"/>
                    </a:cubicBezTo>
                    <a:cubicBezTo>
                      <a:pt x="20" y="49"/>
                      <a:pt x="11" y="40"/>
                      <a:pt x="11" y="30"/>
                    </a:cubicBezTo>
                    <a:cubicBezTo>
                      <a:pt x="11" y="19"/>
                      <a:pt x="20" y="11"/>
                      <a:pt x="30" y="11"/>
                    </a:cubicBezTo>
                    <a:cubicBezTo>
                      <a:pt x="30" y="0"/>
                      <a:pt x="30" y="0"/>
                      <a:pt x="30" y="0"/>
                    </a:cubicBezTo>
                    <a:cubicBezTo>
                      <a:pt x="25" y="0"/>
                      <a:pt x="25" y="0"/>
                      <a:pt x="25" y="0"/>
                    </a:cubicBezTo>
                    <a:cubicBezTo>
                      <a:pt x="25" y="4"/>
                      <a:pt x="25" y="4"/>
                      <a:pt x="25" y="4"/>
                    </a:cubicBezTo>
                    <a:cubicBezTo>
                      <a:pt x="22" y="5"/>
                      <a:pt x="18" y="6"/>
                      <a:pt x="15" y="8"/>
                    </a:cubicBezTo>
                    <a:cubicBezTo>
                      <a:pt x="12" y="5"/>
                      <a:pt x="12" y="5"/>
                      <a:pt x="12" y="5"/>
                    </a:cubicBezTo>
                    <a:cubicBezTo>
                      <a:pt x="6" y="12"/>
                      <a:pt x="6" y="12"/>
                      <a:pt x="6" y="12"/>
                    </a:cubicBezTo>
                    <a:cubicBezTo>
                      <a:pt x="9" y="15"/>
                      <a:pt x="9" y="15"/>
                      <a:pt x="9" y="15"/>
                    </a:cubicBezTo>
                    <a:cubicBezTo>
                      <a:pt x="7" y="18"/>
                      <a:pt x="5" y="21"/>
                      <a:pt x="5" y="25"/>
                    </a:cubicBezTo>
                    <a:cubicBezTo>
                      <a:pt x="0" y="25"/>
                      <a:pt x="0" y="25"/>
                      <a:pt x="0" y="25"/>
                    </a:cubicBezTo>
                    <a:cubicBezTo>
                      <a:pt x="0" y="35"/>
                      <a:pt x="0" y="35"/>
                      <a:pt x="0" y="35"/>
                    </a:cubicBezTo>
                    <a:cubicBezTo>
                      <a:pt x="5" y="35"/>
                      <a:pt x="5" y="35"/>
                      <a:pt x="5" y="35"/>
                    </a:cubicBezTo>
                    <a:cubicBezTo>
                      <a:pt x="5" y="38"/>
                      <a:pt x="7" y="42"/>
                      <a:pt x="9" y="45"/>
                    </a:cubicBezTo>
                    <a:close/>
                    <a:moveTo>
                      <a:pt x="30" y="11"/>
                    </a:moveTo>
                    <a:cubicBezTo>
                      <a:pt x="30" y="11"/>
                      <a:pt x="30" y="11"/>
                      <a:pt x="30"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43" name="Rectangle 265"/>
              <p:cNvSpPr>
                <a:spLocks noChangeArrowheads="1"/>
              </p:cNvSpPr>
              <p:nvPr/>
            </p:nvSpPr>
            <p:spPr bwMode="auto">
              <a:xfrm>
                <a:off x="-2805113" y="2324100"/>
                <a:ext cx="263525"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44" name="Freeform 266"/>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close/>
                    <a:moveTo>
                      <a:pt x="0" y="66"/>
                    </a:moveTo>
                    <a:lnTo>
                      <a:pt x="140" y="66"/>
                    </a:lnTo>
                    <a:lnTo>
                      <a:pt x="140" y="57"/>
                    </a:lnTo>
                    <a:lnTo>
                      <a:pt x="128" y="45"/>
                    </a:lnTo>
                    <a:lnTo>
                      <a:pt x="140" y="33"/>
                    </a:lnTo>
                    <a:lnTo>
                      <a:pt x="140" y="0"/>
                    </a:lnTo>
                    <a:lnTo>
                      <a:pt x="0" y="0"/>
                    </a:lnTo>
                    <a:lnTo>
                      <a:pt x="0" y="66"/>
                    </a:lnTo>
                    <a:lnTo>
                      <a:pt x="0" y="66"/>
                    </a:lnTo>
                    <a:close/>
                    <a:moveTo>
                      <a:pt x="140" y="33"/>
                    </a:moveTo>
                    <a:lnTo>
                      <a:pt x="14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45" name="Freeform 267"/>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moveTo>
                      <a:pt x="0" y="66"/>
                    </a:moveTo>
                    <a:lnTo>
                      <a:pt x="140" y="66"/>
                    </a:lnTo>
                    <a:lnTo>
                      <a:pt x="140" y="57"/>
                    </a:lnTo>
                    <a:lnTo>
                      <a:pt x="128" y="45"/>
                    </a:lnTo>
                    <a:lnTo>
                      <a:pt x="140" y="33"/>
                    </a:lnTo>
                    <a:lnTo>
                      <a:pt x="140" y="0"/>
                    </a:lnTo>
                    <a:lnTo>
                      <a:pt x="0" y="0"/>
                    </a:lnTo>
                    <a:lnTo>
                      <a:pt x="0" y="66"/>
                    </a:lnTo>
                    <a:lnTo>
                      <a:pt x="0" y="66"/>
                    </a:lnTo>
                    <a:moveTo>
                      <a:pt x="140" y="33"/>
                    </a:moveTo>
                    <a:lnTo>
                      <a:pt x="140" y="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grpSp>
        <p:grpSp>
          <p:nvGrpSpPr>
            <p:cNvPr id="25" name="Group 24"/>
            <p:cNvGrpSpPr>
              <a:grpSpLocks noChangeAspect="1"/>
            </p:cNvGrpSpPr>
            <p:nvPr/>
          </p:nvGrpSpPr>
          <p:grpSpPr>
            <a:xfrm flipH="1">
              <a:off x="1304746" y="2227041"/>
              <a:ext cx="2942450" cy="4115690"/>
              <a:chOff x="-7085012" y="-420688"/>
              <a:chExt cx="6362699" cy="9439276"/>
            </a:xfrm>
            <a:solidFill>
              <a:sysClr val="window" lastClr="FFFFFF">
                <a:lumMod val="65000"/>
              </a:sysClr>
            </a:solidFill>
          </p:grpSpPr>
          <p:sp>
            <p:nvSpPr>
              <p:cNvPr id="27" name="Freeform 271"/>
              <p:cNvSpPr>
                <a:spLocks/>
              </p:cNvSpPr>
              <p:nvPr/>
            </p:nvSpPr>
            <p:spPr bwMode="auto">
              <a:xfrm>
                <a:off x="-4905375" y="-222250"/>
                <a:ext cx="619125" cy="461963"/>
              </a:xfrm>
              <a:custGeom>
                <a:avLst/>
                <a:gdLst>
                  <a:gd name="T0" fmla="*/ 82 w 165"/>
                  <a:gd name="T1" fmla="*/ 0 h 123"/>
                  <a:gd name="T2" fmla="*/ 0 w 165"/>
                  <a:gd name="T3" fmla="*/ 83 h 123"/>
                  <a:gd name="T4" fmla="*/ 10 w 165"/>
                  <a:gd name="T5" fmla="*/ 122 h 123"/>
                  <a:gd name="T6" fmla="*/ 10 w 165"/>
                  <a:gd name="T7" fmla="*/ 100 h 123"/>
                  <a:gd name="T8" fmla="*/ 14 w 165"/>
                  <a:gd name="T9" fmla="*/ 89 h 123"/>
                  <a:gd name="T10" fmla="*/ 13 w 165"/>
                  <a:gd name="T11" fmla="*/ 83 h 123"/>
                  <a:gd name="T12" fmla="*/ 82 w 165"/>
                  <a:gd name="T13" fmla="*/ 13 h 123"/>
                  <a:gd name="T14" fmla="*/ 151 w 165"/>
                  <a:gd name="T15" fmla="*/ 83 h 123"/>
                  <a:gd name="T16" fmla="*/ 151 w 165"/>
                  <a:gd name="T17" fmla="*/ 90 h 123"/>
                  <a:gd name="T18" fmla="*/ 155 w 165"/>
                  <a:gd name="T19" fmla="*/ 100 h 123"/>
                  <a:gd name="T20" fmla="*/ 155 w 165"/>
                  <a:gd name="T21" fmla="*/ 123 h 123"/>
                  <a:gd name="T22" fmla="*/ 165 w 165"/>
                  <a:gd name="T23" fmla="*/ 83 h 123"/>
                  <a:gd name="T24" fmla="*/ 82 w 165"/>
                  <a:gd name="T2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123">
                    <a:moveTo>
                      <a:pt x="82" y="0"/>
                    </a:moveTo>
                    <a:cubicBezTo>
                      <a:pt x="37" y="0"/>
                      <a:pt x="0" y="37"/>
                      <a:pt x="0" y="83"/>
                    </a:cubicBezTo>
                    <a:cubicBezTo>
                      <a:pt x="0" y="96"/>
                      <a:pt x="3" y="110"/>
                      <a:pt x="10" y="122"/>
                    </a:cubicBezTo>
                    <a:cubicBezTo>
                      <a:pt x="10" y="100"/>
                      <a:pt x="10" y="100"/>
                      <a:pt x="10" y="100"/>
                    </a:cubicBezTo>
                    <a:cubicBezTo>
                      <a:pt x="10" y="96"/>
                      <a:pt x="11" y="92"/>
                      <a:pt x="14" y="89"/>
                    </a:cubicBezTo>
                    <a:cubicBezTo>
                      <a:pt x="14" y="87"/>
                      <a:pt x="13" y="85"/>
                      <a:pt x="13" y="83"/>
                    </a:cubicBezTo>
                    <a:cubicBezTo>
                      <a:pt x="13" y="45"/>
                      <a:pt x="44" y="13"/>
                      <a:pt x="82" y="13"/>
                    </a:cubicBezTo>
                    <a:cubicBezTo>
                      <a:pt x="120" y="13"/>
                      <a:pt x="151" y="45"/>
                      <a:pt x="151" y="83"/>
                    </a:cubicBezTo>
                    <a:cubicBezTo>
                      <a:pt x="151" y="85"/>
                      <a:pt x="151" y="88"/>
                      <a:pt x="151" y="90"/>
                    </a:cubicBezTo>
                    <a:cubicBezTo>
                      <a:pt x="153" y="93"/>
                      <a:pt x="155" y="97"/>
                      <a:pt x="155" y="100"/>
                    </a:cubicBezTo>
                    <a:cubicBezTo>
                      <a:pt x="155" y="123"/>
                      <a:pt x="155" y="123"/>
                      <a:pt x="155" y="123"/>
                    </a:cubicBezTo>
                    <a:cubicBezTo>
                      <a:pt x="161" y="111"/>
                      <a:pt x="165" y="97"/>
                      <a:pt x="165" y="83"/>
                    </a:cubicBezTo>
                    <a:cubicBezTo>
                      <a:pt x="165" y="37"/>
                      <a:pt x="128" y="0"/>
                      <a:pt x="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8" name="Freeform 272"/>
              <p:cNvSpPr>
                <a:spLocks/>
              </p:cNvSpPr>
              <p:nvPr/>
            </p:nvSpPr>
            <p:spPr bwMode="auto">
              <a:xfrm>
                <a:off x="-4852988" y="90487"/>
                <a:ext cx="138112" cy="247650"/>
              </a:xfrm>
              <a:custGeom>
                <a:avLst/>
                <a:gdLst>
                  <a:gd name="T0" fmla="*/ 1 w 37"/>
                  <a:gd name="T1" fmla="*/ 14 h 66"/>
                  <a:gd name="T2" fmla="*/ 0 w 37"/>
                  <a:gd name="T3" fmla="*/ 17 h 66"/>
                  <a:gd name="T4" fmla="*/ 0 w 37"/>
                  <a:gd name="T5" fmla="*/ 38 h 66"/>
                  <a:gd name="T6" fmla="*/ 0 w 37"/>
                  <a:gd name="T7" fmla="*/ 48 h 66"/>
                  <a:gd name="T8" fmla="*/ 26 w 37"/>
                  <a:gd name="T9" fmla="*/ 66 h 66"/>
                  <a:gd name="T10" fmla="*/ 37 w 37"/>
                  <a:gd name="T11" fmla="*/ 66 h 66"/>
                  <a:gd name="T12" fmla="*/ 37 w 37"/>
                  <a:gd name="T13" fmla="*/ 0 h 66"/>
                  <a:gd name="T14" fmla="*/ 26 w 37"/>
                  <a:gd name="T15" fmla="*/ 0 h 66"/>
                  <a:gd name="T16" fmla="*/ 1 w 37"/>
                  <a:gd name="T17" fmla="*/ 1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66">
                    <a:moveTo>
                      <a:pt x="1" y="14"/>
                    </a:moveTo>
                    <a:cubicBezTo>
                      <a:pt x="1" y="15"/>
                      <a:pt x="0" y="16"/>
                      <a:pt x="0" y="17"/>
                    </a:cubicBezTo>
                    <a:cubicBezTo>
                      <a:pt x="0" y="38"/>
                      <a:pt x="0" y="38"/>
                      <a:pt x="0" y="38"/>
                    </a:cubicBezTo>
                    <a:cubicBezTo>
                      <a:pt x="0" y="48"/>
                      <a:pt x="0" y="48"/>
                      <a:pt x="0" y="48"/>
                    </a:cubicBezTo>
                    <a:cubicBezTo>
                      <a:pt x="0" y="58"/>
                      <a:pt x="12" y="66"/>
                      <a:pt x="26" y="66"/>
                    </a:cubicBezTo>
                    <a:cubicBezTo>
                      <a:pt x="37" y="66"/>
                      <a:pt x="37" y="66"/>
                      <a:pt x="37" y="66"/>
                    </a:cubicBezTo>
                    <a:cubicBezTo>
                      <a:pt x="37" y="0"/>
                      <a:pt x="37" y="0"/>
                      <a:pt x="37" y="0"/>
                    </a:cubicBezTo>
                    <a:cubicBezTo>
                      <a:pt x="26" y="0"/>
                      <a:pt x="26" y="0"/>
                      <a:pt x="26" y="0"/>
                    </a:cubicBezTo>
                    <a:cubicBezTo>
                      <a:pt x="14" y="0"/>
                      <a:pt x="3" y="6"/>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29" name="Freeform 273"/>
              <p:cNvSpPr>
                <a:spLocks/>
              </p:cNvSpPr>
              <p:nvPr/>
            </p:nvSpPr>
            <p:spPr bwMode="auto">
              <a:xfrm>
                <a:off x="-4478338" y="90487"/>
                <a:ext cx="134937" cy="247650"/>
              </a:xfrm>
              <a:custGeom>
                <a:avLst/>
                <a:gdLst>
                  <a:gd name="T0" fmla="*/ 36 w 36"/>
                  <a:gd name="T1" fmla="*/ 48 h 66"/>
                  <a:gd name="T2" fmla="*/ 36 w 36"/>
                  <a:gd name="T3" fmla="*/ 38 h 66"/>
                  <a:gd name="T4" fmla="*/ 36 w 36"/>
                  <a:gd name="T5" fmla="*/ 17 h 66"/>
                  <a:gd name="T6" fmla="*/ 36 w 36"/>
                  <a:gd name="T7" fmla="*/ 15 h 66"/>
                  <a:gd name="T8" fmla="*/ 10 w 36"/>
                  <a:gd name="T9" fmla="*/ 0 h 66"/>
                  <a:gd name="T10" fmla="*/ 0 w 36"/>
                  <a:gd name="T11" fmla="*/ 0 h 66"/>
                  <a:gd name="T12" fmla="*/ 0 w 36"/>
                  <a:gd name="T13" fmla="*/ 66 h 66"/>
                  <a:gd name="T14" fmla="*/ 10 w 36"/>
                  <a:gd name="T15" fmla="*/ 66 h 66"/>
                  <a:gd name="T16" fmla="*/ 36 w 36"/>
                  <a:gd name="T17" fmla="*/ 4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66">
                    <a:moveTo>
                      <a:pt x="36" y="48"/>
                    </a:moveTo>
                    <a:cubicBezTo>
                      <a:pt x="36" y="38"/>
                      <a:pt x="36" y="38"/>
                      <a:pt x="36" y="38"/>
                    </a:cubicBezTo>
                    <a:cubicBezTo>
                      <a:pt x="36" y="17"/>
                      <a:pt x="36" y="17"/>
                      <a:pt x="36" y="17"/>
                    </a:cubicBezTo>
                    <a:cubicBezTo>
                      <a:pt x="36" y="17"/>
                      <a:pt x="36" y="16"/>
                      <a:pt x="36" y="15"/>
                    </a:cubicBezTo>
                    <a:cubicBezTo>
                      <a:pt x="34" y="7"/>
                      <a:pt x="23" y="0"/>
                      <a:pt x="10" y="0"/>
                    </a:cubicBezTo>
                    <a:cubicBezTo>
                      <a:pt x="0" y="0"/>
                      <a:pt x="0" y="0"/>
                      <a:pt x="0" y="0"/>
                    </a:cubicBezTo>
                    <a:cubicBezTo>
                      <a:pt x="0" y="66"/>
                      <a:pt x="0" y="66"/>
                      <a:pt x="0" y="66"/>
                    </a:cubicBezTo>
                    <a:cubicBezTo>
                      <a:pt x="10" y="66"/>
                      <a:pt x="10" y="66"/>
                      <a:pt x="10" y="66"/>
                    </a:cubicBezTo>
                    <a:cubicBezTo>
                      <a:pt x="25" y="66"/>
                      <a:pt x="36" y="58"/>
                      <a:pt x="3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1" name="Freeform 274"/>
              <p:cNvSpPr>
                <a:spLocks noEditPoints="1"/>
              </p:cNvSpPr>
              <p:nvPr/>
            </p:nvSpPr>
            <p:spPr bwMode="auto">
              <a:xfrm>
                <a:off x="-6126163" y="1309687"/>
                <a:ext cx="514350" cy="511175"/>
              </a:xfrm>
              <a:custGeom>
                <a:avLst/>
                <a:gdLst>
                  <a:gd name="T0" fmla="*/ 137 w 137"/>
                  <a:gd name="T1" fmla="*/ 68 h 136"/>
                  <a:gd name="T2" fmla="*/ 122 w 137"/>
                  <a:gd name="T3" fmla="*/ 64 h 136"/>
                  <a:gd name="T4" fmla="*/ 131 w 137"/>
                  <a:gd name="T5" fmla="*/ 64 h 136"/>
                  <a:gd name="T6" fmla="*/ 122 w 137"/>
                  <a:gd name="T7" fmla="*/ 72 h 136"/>
                  <a:gd name="T8" fmla="*/ 106 w 137"/>
                  <a:gd name="T9" fmla="*/ 125 h 136"/>
                  <a:gd name="T10" fmla="*/ 122 w 137"/>
                  <a:gd name="T11" fmla="*/ 72 h 136"/>
                  <a:gd name="T12" fmla="*/ 113 w 137"/>
                  <a:gd name="T13" fmla="*/ 64 h 136"/>
                  <a:gd name="T14" fmla="*/ 122 w 137"/>
                  <a:gd name="T15" fmla="*/ 25 h 136"/>
                  <a:gd name="T16" fmla="*/ 106 w 137"/>
                  <a:gd name="T17" fmla="*/ 25 h 136"/>
                  <a:gd name="T18" fmla="*/ 110 w 137"/>
                  <a:gd name="T19" fmla="*/ 21 h 136"/>
                  <a:gd name="T20" fmla="*/ 106 w 137"/>
                  <a:gd name="T21" fmla="*/ 36 h 136"/>
                  <a:gd name="T22" fmla="*/ 115 w 137"/>
                  <a:gd name="T23" fmla="*/ 109 h 136"/>
                  <a:gd name="T24" fmla="*/ 106 w 137"/>
                  <a:gd name="T25" fmla="*/ 111 h 136"/>
                  <a:gd name="T26" fmla="*/ 68 w 137"/>
                  <a:gd name="T27" fmla="*/ 136 h 136"/>
                  <a:gd name="T28" fmla="*/ 106 w 137"/>
                  <a:gd name="T29" fmla="*/ 111 h 136"/>
                  <a:gd name="T30" fmla="*/ 102 w 137"/>
                  <a:gd name="T31" fmla="*/ 97 h 136"/>
                  <a:gd name="T32" fmla="*/ 106 w 137"/>
                  <a:gd name="T33" fmla="*/ 100 h 136"/>
                  <a:gd name="T34" fmla="*/ 102 w 137"/>
                  <a:gd name="T35" fmla="*/ 39 h 136"/>
                  <a:gd name="T36" fmla="*/ 106 w 137"/>
                  <a:gd name="T37" fmla="*/ 25 h 136"/>
                  <a:gd name="T38" fmla="*/ 68 w 137"/>
                  <a:gd name="T39" fmla="*/ 0 h 136"/>
                  <a:gd name="T40" fmla="*/ 68 w 137"/>
                  <a:gd name="T41" fmla="*/ 5 h 136"/>
                  <a:gd name="T42" fmla="*/ 72 w 137"/>
                  <a:gd name="T43" fmla="*/ 24 h 136"/>
                  <a:gd name="T44" fmla="*/ 68 w 137"/>
                  <a:gd name="T45" fmla="*/ 63 h 136"/>
                  <a:gd name="T46" fmla="*/ 90 w 137"/>
                  <a:gd name="T47" fmla="*/ 42 h 136"/>
                  <a:gd name="T48" fmla="*/ 69 w 137"/>
                  <a:gd name="T49" fmla="*/ 74 h 136"/>
                  <a:gd name="T50" fmla="*/ 68 w 137"/>
                  <a:gd name="T51" fmla="*/ 112 h 136"/>
                  <a:gd name="T52" fmla="*/ 72 w 137"/>
                  <a:gd name="T53" fmla="*/ 131 h 136"/>
                  <a:gd name="T54" fmla="*/ 68 w 137"/>
                  <a:gd name="T55" fmla="*/ 131 h 136"/>
                  <a:gd name="T56" fmla="*/ 68 w 137"/>
                  <a:gd name="T57" fmla="*/ 0 h 136"/>
                  <a:gd name="T58" fmla="*/ 30 w 137"/>
                  <a:gd name="T59" fmla="*/ 25 h 136"/>
                  <a:gd name="T60" fmla="*/ 34 w 137"/>
                  <a:gd name="T61" fmla="*/ 39 h 136"/>
                  <a:gd name="T62" fmla="*/ 30 w 137"/>
                  <a:gd name="T63" fmla="*/ 100 h 136"/>
                  <a:gd name="T64" fmla="*/ 40 w 137"/>
                  <a:gd name="T65" fmla="*/ 102 h 136"/>
                  <a:gd name="T66" fmla="*/ 30 w 137"/>
                  <a:gd name="T67" fmla="*/ 125 h 136"/>
                  <a:gd name="T68" fmla="*/ 68 w 137"/>
                  <a:gd name="T69" fmla="*/ 131 h 136"/>
                  <a:gd name="T70" fmla="*/ 64 w 137"/>
                  <a:gd name="T71" fmla="*/ 112 h 136"/>
                  <a:gd name="T72" fmla="*/ 68 w 137"/>
                  <a:gd name="T73" fmla="*/ 74 h 136"/>
                  <a:gd name="T74" fmla="*/ 57 w 137"/>
                  <a:gd name="T75" fmla="*/ 52 h 136"/>
                  <a:gd name="T76" fmla="*/ 68 w 137"/>
                  <a:gd name="T77" fmla="*/ 63 h 136"/>
                  <a:gd name="T78" fmla="*/ 64 w 137"/>
                  <a:gd name="T79" fmla="*/ 24 h 136"/>
                  <a:gd name="T80" fmla="*/ 64 w 137"/>
                  <a:gd name="T81" fmla="*/ 5 h 136"/>
                  <a:gd name="T82" fmla="*/ 68 w 137"/>
                  <a:gd name="T83" fmla="*/ 0 h 136"/>
                  <a:gd name="T84" fmla="*/ 15 w 137"/>
                  <a:gd name="T85" fmla="*/ 25 h 136"/>
                  <a:gd name="T86" fmla="*/ 24 w 137"/>
                  <a:gd name="T87" fmla="*/ 64 h 136"/>
                  <a:gd name="T88" fmla="*/ 24 w 137"/>
                  <a:gd name="T89" fmla="*/ 72 h 136"/>
                  <a:gd name="T90" fmla="*/ 15 w 137"/>
                  <a:gd name="T91" fmla="*/ 111 h 136"/>
                  <a:gd name="T92" fmla="*/ 30 w 137"/>
                  <a:gd name="T93" fmla="*/ 111 h 136"/>
                  <a:gd name="T94" fmla="*/ 27 w 137"/>
                  <a:gd name="T95" fmla="*/ 115 h 136"/>
                  <a:gd name="T96" fmla="*/ 30 w 137"/>
                  <a:gd name="T97" fmla="*/ 100 h 136"/>
                  <a:gd name="T98" fmla="*/ 21 w 137"/>
                  <a:gd name="T99" fmla="*/ 27 h 136"/>
                  <a:gd name="T100" fmla="*/ 27 w 137"/>
                  <a:gd name="T101" fmla="*/ 21 h 136"/>
                  <a:gd name="T102" fmla="*/ 30 w 137"/>
                  <a:gd name="T103" fmla="*/ 11 h 136"/>
                  <a:gd name="T104" fmla="*/ 0 w 137"/>
                  <a:gd name="T105" fmla="*/ 68 h 136"/>
                  <a:gd name="T106" fmla="*/ 15 w 137"/>
                  <a:gd name="T107" fmla="*/ 72 h 136"/>
                  <a:gd name="T108" fmla="*/ 6 w 137"/>
                  <a:gd name="T109" fmla="*/ 64 h 136"/>
                  <a:gd name="T110" fmla="*/ 15 w 137"/>
                  <a:gd name="T111" fmla="*/ 2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7" h="136">
                    <a:moveTo>
                      <a:pt x="122" y="111"/>
                    </a:moveTo>
                    <a:cubicBezTo>
                      <a:pt x="131" y="99"/>
                      <a:pt x="137" y="84"/>
                      <a:pt x="137" y="68"/>
                    </a:cubicBezTo>
                    <a:cubicBezTo>
                      <a:pt x="137" y="52"/>
                      <a:pt x="131" y="37"/>
                      <a:pt x="122" y="25"/>
                    </a:cubicBezTo>
                    <a:cubicBezTo>
                      <a:pt x="122" y="64"/>
                      <a:pt x="122" y="64"/>
                      <a:pt x="122" y="64"/>
                    </a:cubicBezTo>
                    <a:cubicBezTo>
                      <a:pt x="131" y="64"/>
                      <a:pt x="131" y="64"/>
                      <a:pt x="131" y="64"/>
                    </a:cubicBezTo>
                    <a:cubicBezTo>
                      <a:pt x="131" y="64"/>
                      <a:pt x="131" y="64"/>
                      <a:pt x="131" y="64"/>
                    </a:cubicBezTo>
                    <a:cubicBezTo>
                      <a:pt x="131" y="72"/>
                      <a:pt x="131" y="72"/>
                      <a:pt x="131" y="72"/>
                    </a:cubicBezTo>
                    <a:cubicBezTo>
                      <a:pt x="122" y="72"/>
                      <a:pt x="122" y="72"/>
                      <a:pt x="122" y="72"/>
                    </a:cubicBezTo>
                    <a:lnTo>
                      <a:pt x="122" y="111"/>
                    </a:lnTo>
                    <a:close/>
                    <a:moveTo>
                      <a:pt x="106" y="125"/>
                    </a:moveTo>
                    <a:cubicBezTo>
                      <a:pt x="112" y="121"/>
                      <a:pt x="117" y="116"/>
                      <a:pt x="122" y="111"/>
                    </a:cubicBezTo>
                    <a:cubicBezTo>
                      <a:pt x="122" y="72"/>
                      <a:pt x="122" y="72"/>
                      <a:pt x="122" y="72"/>
                    </a:cubicBezTo>
                    <a:cubicBezTo>
                      <a:pt x="113" y="72"/>
                      <a:pt x="113" y="72"/>
                      <a:pt x="113" y="72"/>
                    </a:cubicBezTo>
                    <a:cubicBezTo>
                      <a:pt x="113" y="64"/>
                      <a:pt x="113" y="64"/>
                      <a:pt x="113" y="64"/>
                    </a:cubicBezTo>
                    <a:cubicBezTo>
                      <a:pt x="122" y="64"/>
                      <a:pt x="122" y="64"/>
                      <a:pt x="122" y="64"/>
                    </a:cubicBezTo>
                    <a:cubicBezTo>
                      <a:pt x="122" y="25"/>
                      <a:pt x="122" y="25"/>
                      <a:pt x="122" y="25"/>
                    </a:cubicBezTo>
                    <a:cubicBezTo>
                      <a:pt x="117" y="20"/>
                      <a:pt x="112" y="15"/>
                      <a:pt x="106" y="11"/>
                    </a:cubicBezTo>
                    <a:cubicBezTo>
                      <a:pt x="106" y="25"/>
                      <a:pt x="106" y="25"/>
                      <a:pt x="106" y="25"/>
                    </a:cubicBezTo>
                    <a:cubicBezTo>
                      <a:pt x="110" y="21"/>
                      <a:pt x="110" y="21"/>
                      <a:pt x="110" y="21"/>
                    </a:cubicBezTo>
                    <a:cubicBezTo>
                      <a:pt x="110" y="21"/>
                      <a:pt x="110" y="21"/>
                      <a:pt x="110" y="21"/>
                    </a:cubicBezTo>
                    <a:cubicBezTo>
                      <a:pt x="115" y="27"/>
                      <a:pt x="115" y="27"/>
                      <a:pt x="115" y="27"/>
                    </a:cubicBezTo>
                    <a:cubicBezTo>
                      <a:pt x="106" y="36"/>
                      <a:pt x="106" y="36"/>
                      <a:pt x="106" y="36"/>
                    </a:cubicBezTo>
                    <a:cubicBezTo>
                      <a:pt x="106" y="100"/>
                      <a:pt x="106" y="100"/>
                      <a:pt x="106" y="100"/>
                    </a:cubicBezTo>
                    <a:cubicBezTo>
                      <a:pt x="115" y="109"/>
                      <a:pt x="115" y="109"/>
                      <a:pt x="115" y="109"/>
                    </a:cubicBezTo>
                    <a:cubicBezTo>
                      <a:pt x="110" y="115"/>
                      <a:pt x="110" y="115"/>
                      <a:pt x="110" y="115"/>
                    </a:cubicBezTo>
                    <a:cubicBezTo>
                      <a:pt x="106" y="111"/>
                      <a:pt x="106" y="111"/>
                      <a:pt x="106" y="111"/>
                    </a:cubicBezTo>
                    <a:lnTo>
                      <a:pt x="106" y="125"/>
                    </a:lnTo>
                    <a:close/>
                    <a:moveTo>
                      <a:pt x="68" y="136"/>
                    </a:moveTo>
                    <a:cubicBezTo>
                      <a:pt x="82" y="136"/>
                      <a:pt x="95" y="132"/>
                      <a:pt x="106" y="125"/>
                    </a:cubicBezTo>
                    <a:cubicBezTo>
                      <a:pt x="106" y="111"/>
                      <a:pt x="106" y="111"/>
                      <a:pt x="106" y="111"/>
                    </a:cubicBezTo>
                    <a:cubicBezTo>
                      <a:pt x="97" y="102"/>
                      <a:pt x="97" y="102"/>
                      <a:pt x="97" y="102"/>
                    </a:cubicBezTo>
                    <a:cubicBezTo>
                      <a:pt x="102" y="97"/>
                      <a:pt x="102" y="97"/>
                      <a:pt x="102" y="97"/>
                    </a:cubicBezTo>
                    <a:cubicBezTo>
                      <a:pt x="102" y="97"/>
                      <a:pt x="102" y="97"/>
                      <a:pt x="102" y="97"/>
                    </a:cubicBezTo>
                    <a:cubicBezTo>
                      <a:pt x="106" y="100"/>
                      <a:pt x="106" y="100"/>
                      <a:pt x="106" y="100"/>
                    </a:cubicBezTo>
                    <a:cubicBezTo>
                      <a:pt x="106" y="36"/>
                      <a:pt x="106" y="36"/>
                      <a:pt x="106" y="36"/>
                    </a:cubicBezTo>
                    <a:cubicBezTo>
                      <a:pt x="102" y="39"/>
                      <a:pt x="102" y="39"/>
                      <a:pt x="102" y="39"/>
                    </a:cubicBezTo>
                    <a:cubicBezTo>
                      <a:pt x="97" y="34"/>
                      <a:pt x="97" y="34"/>
                      <a:pt x="97" y="34"/>
                    </a:cubicBezTo>
                    <a:cubicBezTo>
                      <a:pt x="106" y="25"/>
                      <a:pt x="106" y="25"/>
                      <a:pt x="106" y="25"/>
                    </a:cubicBezTo>
                    <a:cubicBezTo>
                      <a:pt x="106" y="11"/>
                      <a:pt x="106" y="11"/>
                      <a:pt x="106" y="11"/>
                    </a:cubicBezTo>
                    <a:cubicBezTo>
                      <a:pt x="95" y="4"/>
                      <a:pt x="82" y="0"/>
                      <a:pt x="68" y="0"/>
                    </a:cubicBezTo>
                    <a:cubicBezTo>
                      <a:pt x="68" y="0"/>
                      <a:pt x="68" y="0"/>
                      <a:pt x="68" y="0"/>
                    </a:cubicBezTo>
                    <a:cubicBezTo>
                      <a:pt x="68" y="5"/>
                      <a:pt x="68" y="5"/>
                      <a:pt x="68" y="5"/>
                    </a:cubicBezTo>
                    <a:cubicBezTo>
                      <a:pt x="72" y="5"/>
                      <a:pt x="72" y="5"/>
                      <a:pt x="72" y="5"/>
                    </a:cubicBezTo>
                    <a:cubicBezTo>
                      <a:pt x="72" y="24"/>
                      <a:pt x="72" y="24"/>
                      <a:pt x="72" y="24"/>
                    </a:cubicBezTo>
                    <a:cubicBezTo>
                      <a:pt x="68" y="24"/>
                      <a:pt x="68" y="24"/>
                      <a:pt x="68" y="24"/>
                    </a:cubicBezTo>
                    <a:cubicBezTo>
                      <a:pt x="68" y="63"/>
                      <a:pt x="68" y="63"/>
                      <a:pt x="68" y="63"/>
                    </a:cubicBezTo>
                    <a:cubicBezTo>
                      <a:pt x="69" y="63"/>
                      <a:pt x="69" y="63"/>
                      <a:pt x="69" y="63"/>
                    </a:cubicBezTo>
                    <a:cubicBezTo>
                      <a:pt x="90" y="42"/>
                      <a:pt x="90" y="42"/>
                      <a:pt x="90" y="42"/>
                    </a:cubicBezTo>
                    <a:cubicBezTo>
                      <a:pt x="96" y="48"/>
                      <a:pt x="96" y="48"/>
                      <a:pt x="96" y="48"/>
                    </a:cubicBezTo>
                    <a:cubicBezTo>
                      <a:pt x="69" y="74"/>
                      <a:pt x="69" y="74"/>
                      <a:pt x="69" y="74"/>
                    </a:cubicBezTo>
                    <a:cubicBezTo>
                      <a:pt x="68" y="74"/>
                      <a:pt x="68" y="74"/>
                      <a:pt x="68" y="74"/>
                    </a:cubicBezTo>
                    <a:cubicBezTo>
                      <a:pt x="68" y="112"/>
                      <a:pt x="68" y="112"/>
                      <a:pt x="68" y="112"/>
                    </a:cubicBezTo>
                    <a:cubicBezTo>
                      <a:pt x="72" y="112"/>
                      <a:pt x="72" y="112"/>
                      <a:pt x="72" y="112"/>
                    </a:cubicBezTo>
                    <a:cubicBezTo>
                      <a:pt x="72" y="131"/>
                      <a:pt x="72" y="131"/>
                      <a:pt x="72" y="131"/>
                    </a:cubicBezTo>
                    <a:cubicBezTo>
                      <a:pt x="72" y="131"/>
                      <a:pt x="72" y="131"/>
                      <a:pt x="72" y="131"/>
                    </a:cubicBezTo>
                    <a:cubicBezTo>
                      <a:pt x="68" y="131"/>
                      <a:pt x="68" y="131"/>
                      <a:pt x="68" y="131"/>
                    </a:cubicBezTo>
                    <a:cubicBezTo>
                      <a:pt x="68" y="136"/>
                      <a:pt x="68" y="136"/>
                      <a:pt x="68" y="136"/>
                    </a:cubicBezTo>
                    <a:close/>
                    <a:moveTo>
                      <a:pt x="68" y="0"/>
                    </a:moveTo>
                    <a:cubicBezTo>
                      <a:pt x="54" y="0"/>
                      <a:pt x="41" y="4"/>
                      <a:pt x="30" y="11"/>
                    </a:cubicBezTo>
                    <a:cubicBezTo>
                      <a:pt x="30" y="25"/>
                      <a:pt x="30" y="25"/>
                      <a:pt x="30" y="25"/>
                    </a:cubicBezTo>
                    <a:cubicBezTo>
                      <a:pt x="40" y="34"/>
                      <a:pt x="40" y="34"/>
                      <a:pt x="40" y="34"/>
                    </a:cubicBezTo>
                    <a:cubicBezTo>
                      <a:pt x="34" y="39"/>
                      <a:pt x="34" y="39"/>
                      <a:pt x="34" y="39"/>
                    </a:cubicBezTo>
                    <a:cubicBezTo>
                      <a:pt x="30" y="36"/>
                      <a:pt x="30" y="36"/>
                      <a:pt x="30" y="36"/>
                    </a:cubicBezTo>
                    <a:cubicBezTo>
                      <a:pt x="30" y="100"/>
                      <a:pt x="30" y="100"/>
                      <a:pt x="30" y="100"/>
                    </a:cubicBezTo>
                    <a:cubicBezTo>
                      <a:pt x="34" y="97"/>
                      <a:pt x="34" y="97"/>
                      <a:pt x="34" y="97"/>
                    </a:cubicBezTo>
                    <a:cubicBezTo>
                      <a:pt x="40" y="102"/>
                      <a:pt x="40" y="102"/>
                      <a:pt x="40" y="102"/>
                    </a:cubicBezTo>
                    <a:cubicBezTo>
                      <a:pt x="30" y="111"/>
                      <a:pt x="30" y="111"/>
                      <a:pt x="30" y="111"/>
                    </a:cubicBezTo>
                    <a:cubicBezTo>
                      <a:pt x="30" y="125"/>
                      <a:pt x="30" y="125"/>
                      <a:pt x="30" y="125"/>
                    </a:cubicBezTo>
                    <a:cubicBezTo>
                      <a:pt x="41" y="132"/>
                      <a:pt x="54" y="136"/>
                      <a:pt x="68" y="136"/>
                    </a:cubicBezTo>
                    <a:cubicBezTo>
                      <a:pt x="68" y="131"/>
                      <a:pt x="68" y="131"/>
                      <a:pt x="68" y="131"/>
                    </a:cubicBezTo>
                    <a:cubicBezTo>
                      <a:pt x="64" y="131"/>
                      <a:pt x="64" y="131"/>
                      <a:pt x="64" y="131"/>
                    </a:cubicBezTo>
                    <a:cubicBezTo>
                      <a:pt x="64" y="112"/>
                      <a:pt x="64" y="112"/>
                      <a:pt x="64" y="112"/>
                    </a:cubicBezTo>
                    <a:cubicBezTo>
                      <a:pt x="68" y="112"/>
                      <a:pt x="68" y="112"/>
                      <a:pt x="68" y="112"/>
                    </a:cubicBezTo>
                    <a:cubicBezTo>
                      <a:pt x="68" y="74"/>
                      <a:pt x="68" y="74"/>
                      <a:pt x="68" y="74"/>
                    </a:cubicBezTo>
                    <a:cubicBezTo>
                      <a:pt x="52" y="58"/>
                      <a:pt x="52" y="58"/>
                      <a:pt x="52" y="58"/>
                    </a:cubicBezTo>
                    <a:cubicBezTo>
                      <a:pt x="57" y="52"/>
                      <a:pt x="57" y="52"/>
                      <a:pt x="57" y="52"/>
                    </a:cubicBezTo>
                    <a:cubicBezTo>
                      <a:pt x="57" y="52"/>
                      <a:pt x="57" y="52"/>
                      <a:pt x="57" y="52"/>
                    </a:cubicBezTo>
                    <a:cubicBezTo>
                      <a:pt x="68" y="63"/>
                      <a:pt x="68" y="63"/>
                      <a:pt x="68" y="63"/>
                    </a:cubicBezTo>
                    <a:cubicBezTo>
                      <a:pt x="68" y="24"/>
                      <a:pt x="68" y="24"/>
                      <a:pt x="68" y="24"/>
                    </a:cubicBezTo>
                    <a:cubicBezTo>
                      <a:pt x="64" y="24"/>
                      <a:pt x="64" y="24"/>
                      <a:pt x="64" y="24"/>
                    </a:cubicBezTo>
                    <a:cubicBezTo>
                      <a:pt x="64" y="5"/>
                      <a:pt x="64" y="5"/>
                      <a:pt x="64" y="5"/>
                    </a:cubicBezTo>
                    <a:cubicBezTo>
                      <a:pt x="64" y="5"/>
                      <a:pt x="64" y="5"/>
                      <a:pt x="64" y="5"/>
                    </a:cubicBezTo>
                    <a:cubicBezTo>
                      <a:pt x="68" y="5"/>
                      <a:pt x="68" y="5"/>
                      <a:pt x="68" y="5"/>
                    </a:cubicBezTo>
                    <a:lnTo>
                      <a:pt x="68" y="0"/>
                    </a:lnTo>
                    <a:close/>
                    <a:moveTo>
                      <a:pt x="30" y="11"/>
                    </a:moveTo>
                    <a:cubicBezTo>
                      <a:pt x="25" y="15"/>
                      <a:pt x="19" y="20"/>
                      <a:pt x="15" y="25"/>
                    </a:cubicBezTo>
                    <a:cubicBezTo>
                      <a:pt x="15" y="64"/>
                      <a:pt x="15" y="64"/>
                      <a:pt x="15" y="64"/>
                    </a:cubicBezTo>
                    <a:cubicBezTo>
                      <a:pt x="24" y="64"/>
                      <a:pt x="24" y="64"/>
                      <a:pt x="24" y="64"/>
                    </a:cubicBezTo>
                    <a:cubicBezTo>
                      <a:pt x="24" y="64"/>
                      <a:pt x="24" y="64"/>
                      <a:pt x="24" y="64"/>
                    </a:cubicBezTo>
                    <a:cubicBezTo>
                      <a:pt x="24" y="72"/>
                      <a:pt x="24" y="72"/>
                      <a:pt x="24" y="72"/>
                    </a:cubicBezTo>
                    <a:cubicBezTo>
                      <a:pt x="15" y="72"/>
                      <a:pt x="15" y="72"/>
                      <a:pt x="15" y="72"/>
                    </a:cubicBezTo>
                    <a:cubicBezTo>
                      <a:pt x="15" y="111"/>
                      <a:pt x="15" y="111"/>
                      <a:pt x="15" y="111"/>
                    </a:cubicBezTo>
                    <a:cubicBezTo>
                      <a:pt x="19" y="116"/>
                      <a:pt x="25" y="121"/>
                      <a:pt x="30" y="125"/>
                    </a:cubicBezTo>
                    <a:cubicBezTo>
                      <a:pt x="30" y="111"/>
                      <a:pt x="30" y="111"/>
                      <a:pt x="30" y="111"/>
                    </a:cubicBezTo>
                    <a:cubicBezTo>
                      <a:pt x="27" y="115"/>
                      <a:pt x="27" y="115"/>
                      <a:pt x="27" y="115"/>
                    </a:cubicBezTo>
                    <a:cubicBezTo>
                      <a:pt x="27" y="115"/>
                      <a:pt x="27" y="115"/>
                      <a:pt x="27" y="115"/>
                    </a:cubicBezTo>
                    <a:cubicBezTo>
                      <a:pt x="21" y="109"/>
                      <a:pt x="21" y="109"/>
                      <a:pt x="21" y="109"/>
                    </a:cubicBezTo>
                    <a:cubicBezTo>
                      <a:pt x="30" y="100"/>
                      <a:pt x="30" y="100"/>
                      <a:pt x="30" y="100"/>
                    </a:cubicBezTo>
                    <a:cubicBezTo>
                      <a:pt x="30" y="36"/>
                      <a:pt x="30" y="36"/>
                      <a:pt x="30" y="36"/>
                    </a:cubicBezTo>
                    <a:cubicBezTo>
                      <a:pt x="21" y="27"/>
                      <a:pt x="21" y="27"/>
                      <a:pt x="21" y="27"/>
                    </a:cubicBezTo>
                    <a:cubicBezTo>
                      <a:pt x="27" y="21"/>
                      <a:pt x="27" y="21"/>
                      <a:pt x="27" y="21"/>
                    </a:cubicBezTo>
                    <a:cubicBezTo>
                      <a:pt x="27" y="21"/>
                      <a:pt x="27" y="21"/>
                      <a:pt x="27" y="21"/>
                    </a:cubicBezTo>
                    <a:cubicBezTo>
                      <a:pt x="30" y="25"/>
                      <a:pt x="30" y="25"/>
                      <a:pt x="30" y="25"/>
                    </a:cubicBezTo>
                    <a:lnTo>
                      <a:pt x="30" y="11"/>
                    </a:lnTo>
                    <a:close/>
                    <a:moveTo>
                      <a:pt x="15" y="25"/>
                    </a:moveTo>
                    <a:cubicBezTo>
                      <a:pt x="6" y="37"/>
                      <a:pt x="0" y="52"/>
                      <a:pt x="0" y="68"/>
                    </a:cubicBezTo>
                    <a:cubicBezTo>
                      <a:pt x="0" y="84"/>
                      <a:pt x="6" y="99"/>
                      <a:pt x="15" y="111"/>
                    </a:cubicBezTo>
                    <a:cubicBezTo>
                      <a:pt x="15" y="72"/>
                      <a:pt x="15" y="72"/>
                      <a:pt x="15" y="72"/>
                    </a:cubicBezTo>
                    <a:cubicBezTo>
                      <a:pt x="6" y="72"/>
                      <a:pt x="6" y="72"/>
                      <a:pt x="6" y="72"/>
                    </a:cubicBezTo>
                    <a:cubicBezTo>
                      <a:pt x="6" y="64"/>
                      <a:pt x="6" y="64"/>
                      <a:pt x="6" y="64"/>
                    </a:cubicBezTo>
                    <a:cubicBezTo>
                      <a:pt x="15" y="64"/>
                      <a:pt x="15" y="64"/>
                      <a:pt x="15" y="64"/>
                    </a:cubicBezTo>
                    <a:lnTo>
                      <a:pt x="15"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2" name="Freeform 275"/>
              <p:cNvSpPr>
                <a:spLocks/>
              </p:cNvSpPr>
              <p:nvPr/>
            </p:nvSpPr>
            <p:spPr bwMode="auto">
              <a:xfrm>
                <a:off x="-3414713" y="5214938"/>
                <a:ext cx="266700" cy="769938"/>
              </a:xfrm>
              <a:custGeom>
                <a:avLst/>
                <a:gdLst>
                  <a:gd name="T0" fmla="*/ 8 w 71"/>
                  <a:gd name="T1" fmla="*/ 24 h 205"/>
                  <a:gd name="T2" fmla="*/ 1 w 71"/>
                  <a:gd name="T3" fmla="*/ 49 h 205"/>
                  <a:gd name="T4" fmla="*/ 6 w 71"/>
                  <a:gd name="T5" fmla="*/ 71 h 205"/>
                  <a:gd name="T6" fmla="*/ 26 w 71"/>
                  <a:gd name="T7" fmla="*/ 93 h 205"/>
                  <a:gd name="T8" fmla="*/ 26 w 71"/>
                  <a:gd name="T9" fmla="*/ 205 h 205"/>
                  <a:gd name="T10" fmla="*/ 45 w 71"/>
                  <a:gd name="T11" fmla="*/ 205 h 205"/>
                  <a:gd name="T12" fmla="*/ 45 w 71"/>
                  <a:gd name="T13" fmla="*/ 93 h 205"/>
                  <a:gd name="T14" fmla="*/ 65 w 71"/>
                  <a:gd name="T15" fmla="*/ 71 h 205"/>
                  <a:gd name="T16" fmla="*/ 70 w 71"/>
                  <a:gd name="T17" fmla="*/ 49 h 205"/>
                  <a:gd name="T18" fmla="*/ 63 w 71"/>
                  <a:gd name="T19" fmla="*/ 24 h 205"/>
                  <a:gd name="T20" fmla="*/ 47 w 71"/>
                  <a:gd name="T21" fmla="*/ 0 h 205"/>
                  <a:gd name="T22" fmla="*/ 52 w 71"/>
                  <a:gd name="T23" fmla="*/ 48 h 205"/>
                  <a:gd name="T24" fmla="*/ 46 w 71"/>
                  <a:gd name="T25" fmla="*/ 48 h 205"/>
                  <a:gd name="T26" fmla="*/ 41 w 71"/>
                  <a:gd name="T27" fmla="*/ 0 h 205"/>
                  <a:gd name="T28" fmla="*/ 35 w 71"/>
                  <a:gd name="T29" fmla="*/ 0 h 205"/>
                  <a:gd name="T30" fmla="*/ 30 w 71"/>
                  <a:gd name="T31" fmla="*/ 0 h 205"/>
                  <a:gd name="T32" fmla="*/ 25 w 71"/>
                  <a:gd name="T33" fmla="*/ 48 h 205"/>
                  <a:gd name="T34" fmla="*/ 19 w 71"/>
                  <a:gd name="T35" fmla="*/ 48 h 205"/>
                  <a:gd name="T36" fmla="*/ 24 w 71"/>
                  <a:gd name="T37" fmla="*/ 0 h 205"/>
                  <a:gd name="T38" fmla="*/ 8 w 71"/>
                  <a:gd name="T39" fmla="*/ 2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1" h="205">
                    <a:moveTo>
                      <a:pt x="8" y="24"/>
                    </a:moveTo>
                    <a:cubicBezTo>
                      <a:pt x="5" y="32"/>
                      <a:pt x="2" y="40"/>
                      <a:pt x="1" y="49"/>
                    </a:cubicBezTo>
                    <a:cubicBezTo>
                      <a:pt x="0" y="57"/>
                      <a:pt x="2" y="63"/>
                      <a:pt x="6" y="71"/>
                    </a:cubicBezTo>
                    <a:cubicBezTo>
                      <a:pt x="10" y="78"/>
                      <a:pt x="17" y="88"/>
                      <a:pt x="26" y="93"/>
                    </a:cubicBezTo>
                    <a:cubicBezTo>
                      <a:pt x="26" y="205"/>
                      <a:pt x="26" y="205"/>
                      <a:pt x="26" y="205"/>
                    </a:cubicBezTo>
                    <a:cubicBezTo>
                      <a:pt x="45" y="205"/>
                      <a:pt x="45" y="205"/>
                      <a:pt x="45" y="205"/>
                    </a:cubicBezTo>
                    <a:cubicBezTo>
                      <a:pt x="45" y="93"/>
                      <a:pt x="45" y="93"/>
                      <a:pt x="45" y="93"/>
                    </a:cubicBezTo>
                    <a:cubicBezTo>
                      <a:pt x="54" y="88"/>
                      <a:pt x="61" y="78"/>
                      <a:pt x="65" y="71"/>
                    </a:cubicBezTo>
                    <a:cubicBezTo>
                      <a:pt x="69" y="63"/>
                      <a:pt x="71" y="57"/>
                      <a:pt x="70" y="49"/>
                    </a:cubicBezTo>
                    <a:cubicBezTo>
                      <a:pt x="69" y="40"/>
                      <a:pt x="66" y="32"/>
                      <a:pt x="63" y="24"/>
                    </a:cubicBezTo>
                    <a:cubicBezTo>
                      <a:pt x="60" y="17"/>
                      <a:pt x="56" y="1"/>
                      <a:pt x="47" y="0"/>
                    </a:cubicBezTo>
                    <a:cubicBezTo>
                      <a:pt x="52" y="48"/>
                      <a:pt x="52" y="48"/>
                      <a:pt x="52" y="48"/>
                    </a:cubicBezTo>
                    <a:cubicBezTo>
                      <a:pt x="46" y="48"/>
                      <a:pt x="46" y="48"/>
                      <a:pt x="46" y="48"/>
                    </a:cubicBezTo>
                    <a:cubicBezTo>
                      <a:pt x="41" y="0"/>
                      <a:pt x="41" y="0"/>
                      <a:pt x="41" y="0"/>
                    </a:cubicBezTo>
                    <a:cubicBezTo>
                      <a:pt x="35" y="0"/>
                      <a:pt x="35" y="0"/>
                      <a:pt x="35" y="0"/>
                    </a:cubicBezTo>
                    <a:cubicBezTo>
                      <a:pt x="30" y="0"/>
                      <a:pt x="30" y="0"/>
                      <a:pt x="30" y="0"/>
                    </a:cubicBezTo>
                    <a:cubicBezTo>
                      <a:pt x="25" y="48"/>
                      <a:pt x="25" y="48"/>
                      <a:pt x="25" y="48"/>
                    </a:cubicBezTo>
                    <a:cubicBezTo>
                      <a:pt x="19" y="48"/>
                      <a:pt x="19" y="48"/>
                      <a:pt x="19" y="48"/>
                    </a:cubicBezTo>
                    <a:cubicBezTo>
                      <a:pt x="24" y="0"/>
                      <a:pt x="24" y="0"/>
                      <a:pt x="24" y="0"/>
                    </a:cubicBezTo>
                    <a:cubicBezTo>
                      <a:pt x="15" y="1"/>
                      <a:pt x="11" y="17"/>
                      <a:pt x="8"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3" name="Freeform 276"/>
              <p:cNvSpPr>
                <a:spLocks/>
              </p:cNvSpPr>
              <p:nvPr/>
            </p:nvSpPr>
            <p:spPr bwMode="auto">
              <a:xfrm>
                <a:off x="-3028950" y="5214938"/>
                <a:ext cx="173037" cy="769938"/>
              </a:xfrm>
              <a:custGeom>
                <a:avLst/>
                <a:gdLst>
                  <a:gd name="T0" fmla="*/ 0 w 46"/>
                  <a:gd name="T1" fmla="*/ 57 h 205"/>
                  <a:gd name="T2" fmla="*/ 26 w 46"/>
                  <a:gd name="T3" fmla="*/ 114 h 205"/>
                  <a:gd name="T4" fmla="*/ 26 w 46"/>
                  <a:gd name="T5" fmla="*/ 205 h 205"/>
                  <a:gd name="T6" fmla="*/ 46 w 46"/>
                  <a:gd name="T7" fmla="*/ 205 h 205"/>
                  <a:gd name="T8" fmla="*/ 46 w 46"/>
                  <a:gd name="T9" fmla="*/ 0 h 205"/>
                  <a:gd name="T10" fmla="*/ 26 w 46"/>
                  <a:gd name="T11" fmla="*/ 0 h 205"/>
                  <a:gd name="T12" fmla="*/ 0 w 46"/>
                  <a:gd name="T13" fmla="*/ 57 h 205"/>
                </a:gdLst>
                <a:ahLst/>
                <a:cxnLst>
                  <a:cxn ang="0">
                    <a:pos x="T0" y="T1"/>
                  </a:cxn>
                  <a:cxn ang="0">
                    <a:pos x="T2" y="T3"/>
                  </a:cxn>
                  <a:cxn ang="0">
                    <a:pos x="T4" y="T5"/>
                  </a:cxn>
                  <a:cxn ang="0">
                    <a:pos x="T6" y="T7"/>
                  </a:cxn>
                  <a:cxn ang="0">
                    <a:pos x="T8" y="T9"/>
                  </a:cxn>
                  <a:cxn ang="0">
                    <a:pos x="T10" y="T11"/>
                  </a:cxn>
                  <a:cxn ang="0">
                    <a:pos x="T12" y="T13"/>
                  </a:cxn>
                </a:cxnLst>
                <a:rect l="0" t="0" r="r" b="b"/>
                <a:pathLst>
                  <a:path w="46" h="205">
                    <a:moveTo>
                      <a:pt x="0" y="57"/>
                    </a:moveTo>
                    <a:cubicBezTo>
                      <a:pt x="0" y="108"/>
                      <a:pt x="21" y="114"/>
                      <a:pt x="26" y="114"/>
                    </a:cubicBezTo>
                    <a:cubicBezTo>
                      <a:pt x="26" y="205"/>
                      <a:pt x="26" y="205"/>
                      <a:pt x="26" y="205"/>
                    </a:cubicBezTo>
                    <a:cubicBezTo>
                      <a:pt x="46" y="205"/>
                      <a:pt x="46" y="205"/>
                      <a:pt x="46" y="205"/>
                    </a:cubicBezTo>
                    <a:cubicBezTo>
                      <a:pt x="46" y="0"/>
                      <a:pt x="46" y="0"/>
                      <a:pt x="46" y="0"/>
                    </a:cubicBezTo>
                    <a:cubicBezTo>
                      <a:pt x="26" y="0"/>
                      <a:pt x="26" y="0"/>
                      <a:pt x="26" y="0"/>
                    </a:cubicBezTo>
                    <a:cubicBezTo>
                      <a:pt x="26" y="0"/>
                      <a:pt x="0" y="0"/>
                      <a:pt x="0"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4" name="Oval 277"/>
              <p:cNvSpPr>
                <a:spLocks noChangeArrowheads="1"/>
              </p:cNvSpPr>
              <p:nvPr/>
            </p:nvSpPr>
            <p:spPr bwMode="auto">
              <a:xfrm>
                <a:off x="-4083050" y="7588250"/>
                <a:ext cx="55562"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5" name="Oval 278"/>
              <p:cNvSpPr>
                <a:spLocks noChangeArrowheads="1"/>
              </p:cNvSpPr>
              <p:nvPr/>
            </p:nvSpPr>
            <p:spPr bwMode="auto">
              <a:xfrm>
                <a:off x="-4027488" y="7531100"/>
                <a:ext cx="46037" cy="412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6" name="Oval 279"/>
              <p:cNvSpPr>
                <a:spLocks noChangeArrowheads="1"/>
              </p:cNvSpPr>
              <p:nvPr/>
            </p:nvSpPr>
            <p:spPr bwMode="auto">
              <a:xfrm>
                <a:off x="-4071938" y="7453313"/>
                <a:ext cx="33337"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7" name="Oval 280"/>
              <p:cNvSpPr>
                <a:spLocks noChangeArrowheads="1"/>
              </p:cNvSpPr>
              <p:nvPr/>
            </p:nvSpPr>
            <p:spPr bwMode="auto">
              <a:xfrm>
                <a:off x="-4083050" y="7324725"/>
                <a:ext cx="55562"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8" name="Freeform 281"/>
              <p:cNvSpPr>
                <a:spLocks noEditPoints="1"/>
              </p:cNvSpPr>
              <p:nvPr/>
            </p:nvSpPr>
            <p:spPr bwMode="auto">
              <a:xfrm>
                <a:off x="-4162425" y="7070725"/>
                <a:ext cx="285750" cy="641350"/>
              </a:xfrm>
              <a:custGeom>
                <a:avLst/>
                <a:gdLst>
                  <a:gd name="T0" fmla="*/ 41 w 76"/>
                  <a:gd name="T1" fmla="*/ 9 h 171"/>
                  <a:gd name="T2" fmla="*/ 40 w 76"/>
                  <a:gd name="T3" fmla="*/ 15 h 171"/>
                  <a:gd name="T4" fmla="*/ 40 w 76"/>
                  <a:gd name="T5" fmla="*/ 26 h 171"/>
                  <a:gd name="T6" fmla="*/ 36 w 76"/>
                  <a:gd name="T7" fmla="*/ 26 h 171"/>
                  <a:gd name="T8" fmla="*/ 36 w 76"/>
                  <a:gd name="T9" fmla="*/ 56 h 171"/>
                  <a:gd name="T10" fmla="*/ 40 w 76"/>
                  <a:gd name="T11" fmla="*/ 56 h 171"/>
                  <a:gd name="T12" fmla="*/ 40 w 76"/>
                  <a:gd name="T13" fmla="*/ 79 h 171"/>
                  <a:gd name="T14" fmla="*/ 40 w 76"/>
                  <a:gd name="T15" fmla="*/ 89 h 171"/>
                  <a:gd name="T16" fmla="*/ 46 w 76"/>
                  <a:gd name="T17" fmla="*/ 96 h 171"/>
                  <a:gd name="T18" fmla="*/ 48 w 76"/>
                  <a:gd name="T19" fmla="*/ 96 h 171"/>
                  <a:gd name="T20" fmla="*/ 53 w 76"/>
                  <a:gd name="T21" fmla="*/ 89 h 171"/>
                  <a:gd name="T22" fmla="*/ 53 w 76"/>
                  <a:gd name="T23" fmla="*/ 56 h 171"/>
                  <a:gd name="T24" fmla="*/ 58 w 76"/>
                  <a:gd name="T25" fmla="*/ 56 h 171"/>
                  <a:gd name="T26" fmla="*/ 58 w 76"/>
                  <a:gd name="T27" fmla="*/ 56 h 171"/>
                  <a:gd name="T28" fmla="*/ 58 w 76"/>
                  <a:gd name="T29" fmla="*/ 156 h 171"/>
                  <a:gd name="T30" fmla="*/ 36 w 76"/>
                  <a:gd name="T31" fmla="*/ 156 h 171"/>
                  <a:gd name="T32" fmla="*/ 36 w 76"/>
                  <a:gd name="T33" fmla="*/ 171 h 171"/>
                  <a:gd name="T34" fmla="*/ 72 w 76"/>
                  <a:gd name="T35" fmla="*/ 171 h 171"/>
                  <a:gd name="T36" fmla="*/ 72 w 76"/>
                  <a:gd name="T37" fmla="*/ 26 h 171"/>
                  <a:gd name="T38" fmla="*/ 53 w 76"/>
                  <a:gd name="T39" fmla="*/ 26 h 171"/>
                  <a:gd name="T40" fmla="*/ 53 w 76"/>
                  <a:gd name="T41" fmla="*/ 18 h 171"/>
                  <a:gd name="T42" fmla="*/ 70 w 76"/>
                  <a:gd name="T43" fmla="*/ 14 h 171"/>
                  <a:gd name="T44" fmla="*/ 75 w 76"/>
                  <a:gd name="T45" fmla="*/ 6 h 171"/>
                  <a:gd name="T46" fmla="*/ 67 w 76"/>
                  <a:gd name="T47" fmla="*/ 1 h 171"/>
                  <a:gd name="T48" fmla="*/ 46 w 76"/>
                  <a:gd name="T49" fmla="*/ 6 h 171"/>
                  <a:gd name="T50" fmla="*/ 41 w 76"/>
                  <a:gd name="T51" fmla="*/ 9 h 171"/>
                  <a:gd name="T52" fmla="*/ 36 w 76"/>
                  <a:gd name="T53" fmla="*/ 26 h 171"/>
                  <a:gd name="T54" fmla="*/ 0 w 76"/>
                  <a:gd name="T55" fmla="*/ 26 h 171"/>
                  <a:gd name="T56" fmla="*/ 0 w 76"/>
                  <a:gd name="T57" fmla="*/ 171 h 171"/>
                  <a:gd name="T58" fmla="*/ 36 w 76"/>
                  <a:gd name="T59" fmla="*/ 171 h 171"/>
                  <a:gd name="T60" fmla="*/ 36 w 76"/>
                  <a:gd name="T61" fmla="*/ 156 h 171"/>
                  <a:gd name="T62" fmla="*/ 15 w 76"/>
                  <a:gd name="T63" fmla="*/ 156 h 171"/>
                  <a:gd name="T64" fmla="*/ 15 w 76"/>
                  <a:gd name="T65" fmla="*/ 56 h 171"/>
                  <a:gd name="T66" fmla="*/ 36 w 76"/>
                  <a:gd name="T67" fmla="*/ 56 h 171"/>
                  <a:gd name="T68" fmla="*/ 36 w 76"/>
                  <a:gd name="T69" fmla="*/ 2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 h="171">
                    <a:moveTo>
                      <a:pt x="41" y="9"/>
                    </a:moveTo>
                    <a:cubicBezTo>
                      <a:pt x="40" y="10"/>
                      <a:pt x="40" y="13"/>
                      <a:pt x="40" y="15"/>
                    </a:cubicBezTo>
                    <a:cubicBezTo>
                      <a:pt x="40" y="15"/>
                      <a:pt x="40" y="19"/>
                      <a:pt x="40" y="26"/>
                    </a:cubicBezTo>
                    <a:cubicBezTo>
                      <a:pt x="36" y="26"/>
                      <a:pt x="36" y="26"/>
                      <a:pt x="36" y="26"/>
                    </a:cubicBezTo>
                    <a:cubicBezTo>
                      <a:pt x="36" y="56"/>
                      <a:pt x="36" y="56"/>
                      <a:pt x="36" y="56"/>
                    </a:cubicBezTo>
                    <a:cubicBezTo>
                      <a:pt x="40" y="56"/>
                      <a:pt x="40" y="56"/>
                      <a:pt x="40" y="56"/>
                    </a:cubicBezTo>
                    <a:cubicBezTo>
                      <a:pt x="40" y="68"/>
                      <a:pt x="40" y="78"/>
                      <a:pt x="40" y="79"/>
                    </a:cubicBezTo>
                    <a:cubicBezTo>
                      <a:pt x="40" y="81"/>
                      <a:pt x="40" y="89"/>
                      <a:pt x="40" y="89"/>
                    </a:cubicBezTo>
                    <a:cubicBezTo>
                      <a:pt x="40" y="93"/>
                      <a:pt x="42" y="96"/>
                      <a:pt x="46" y="96"/>
                    </a:cubicBezTo>
                    <a:cubicBezTo>
                      <a:pt x="47" y="96"/>
                      <a:pt x="47" y="96"/>
                      <a:pt x="48" y="96"/>
                    </a:cubicBezTo>
                    <a:cubicBezTo>
                      <a:pt x="51" y="95"/>
                      <a:pt x="53" y="92"/>
                      <a:pt x="53" y="89"/>
                    </a:cubicBezTo>
                    <a:cubicBezTo>
                      <a:pt x="53" y="56"/>
                      <a:pt x="53" y="56"/>
                      <a:pt x="53" y="56"/>
                    </a:cubicBezTo>
                    <a:cubicBezTo>
                      <a:pt x="58" y="56"/>
                      <a:pt x="58" y="56"/>
                      <a:pt x="58" y="56"/>
                    </a:cubicBezTo>
                    <a:cubicBezTo>
                      <a:pt x="58" y="56"/>
                      <a:pt x="58" y="56"/>
                      <a:pt x="58" y="56"/>
                    </a:cubicBezTo>
                    <a:cubicBezTo>
                      <a:pt x="58" y="156"/>
                      <a:pt x="58" y="156"/>
                      <a:pt x="58" y="156"/>
                    </a:cubicBezTo>
                    <a:cubicBezTo>
                      <a:pt x="36" y="156"/>
                      <a:pt x="36" y="156"/>
                      <a:pt x="36" y="156"/>
                    </a:cubicBezTo>
                    <a:cubicBezTo>
                      <a:pt x="36" y="171"/>
                      <a:pt x="36" y="171"/>
                      <a:pt x="36" y="171"/>
                    </a:cubicBezTo>
                    <a:cubicBezTo>
                      <a:pt x="72" y="171"/>
                      <a:pt x="72" y="171"/>
                      <a:pt x="72" y="171"/>
                    </a:cubicBezTo>
                    <a:cubicBezTo>
                      <a:pt x="72" y="26"/>
                      <a:pt x="72" y="26"/>
                      <a:pt x="72" y="26"/>
                    </a:cubicBezTo>
                    <a:cubicBezTo>
                      <a:pt x="53" y="26"/>
                      <a:pt x="53" y="26"/>
                      <a:pt x="53" y="26"/>
                    </a:cubicBezTo>
                    <a:cubicBezTo>
                      <a:pt x="53" y="18"/>
                      <a:pt x="53" y="18"/>
                      <a:pt x="53" y="18"/>
                    </a:cubicBezTo>
                    <a:cubicBezTo>
                      <a:pt x="70" y="14"/>
                      <a:pt x="70" y="14"/>
                      <a:pt x="70" y="14"/>
                    </a:cubicBezTo>
                    <a:cubicBezTo>
                      <a:pt x="74" y="13"/>
                      <a:pt x="76" y="10"/>
                      <a:pt x="75" y="6"/>
                    </a:cubicBezTo>
                    <a:cubicBezTo>
                      <a:pt x="75" y="3"/>
                      <a:pt x="71" y="0"/>
                      <a:pt x="67" y="1"/>
                    </a:cubicBezTo>
                    <a:cubicBezTo>
                      <a:pt x="66" y="1"/>
                      <a:pt x="48" y="5"/>
                      <a:pt x="46" y="6"/>
                    </a:cubicBezTo>
                    <a:cubicBezTo>
                      <a:pt x="44" y="6"/>
                      <a:pt x="42" y="7"/>
                      <a:pt x="41" y="9"/>
                    </a:cubicBezTo>
                    <a:close/>
                    <a:moveTo>
                      <a:pt x="36" y="26"/>
                    </a:moveTo>
                    <a:cubicBezTo>
                      <a:pt x="0" y="26"/>
                      <a:pt x="0" y="26"/>
                      <a:pt x="0" y="26"/>
                    </a:cubicBezTo>
                    <a:cubicBezTo>
                      <a:pt x="0" y="171"/>
                      <a:pt x="0" y="171"/>
                      <a:pt x="0" y="171"/>
                    </a:cubicBezTo>
                    <a:cubicBezTo>
                      <a:pt x="36" y="171"/>
                      <a:pt x="36" y="171"/>
                      <a:pt x="36" y="171"/>
                    </a:cubicBezTo>
                    <a:cubicBezTo>
                      <a:pt x="36" y="156"/>
                      <a:pt x="36" y="156"/>
                      <a:pt x="36" y="156"/>
                    </a:cubicBezTo>
                    <a:cubicBezTo>
                      <a:pt x="15" y="156"/>
                      <a:pt x="15" y="156"/>
                      <a:pt x="15" y="156"/>
                    </a:cubicBezTo>
                    <a:cubicBezTo>
                      <a:pt x="15" y="56"/>
                      <a:pt x="15" y="56"/>
                      <a:pt x="15" y="56"/>
                    </a:cubicBezTo>
                    <a:cubicBezTo>
                      <a:pt x="36" y="56"/>
                      <a:pt x="36" y="56"/>
                      <a:pt x="36" y="56"/>
                    </a:cubicBezTo>
                    <a:lnTo>
                      <a:pt x="36"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39" name="Freeform 282"/>
              <p:cNvSpPr>
                <a:spLocks/>
              </p:cNvSpPr>
              <p:nvPr/>
            </p:nvSpPr>
            <p:spPr bwMode="auto">
              <a:xfrm>
                <a:off x="-1938338" y="4310063"/>
                <a:ext cx="311150" cy="187325"/>
              </a:xfrm>
              <a:custGeom>
                <a:avLst/>
                <a:gdLst>
                  <a:gd name="T0" fmla="*/ 196 w 196"/>
                  <a:gd name="T1" fmla="*/ 0 h 118"/>
                  <a:gd name="T2" fmla="*/ 14 w 196"/>
                  <a:gd name="T3" fmla="*/ 0 h 118"/>
                  <a:gd name="T4" fmla="*/ 14 w 196"/>
                  <a:gd name="T5" fmla="*/ 36 h 118"/>
                  <a:gd name="T6" fmla="*/ 0 w 196"/>
                  <a:gd name="T7" fmla="*/ 36 h 118"/>
                  <a:gd name="T8" fmla="*/ 0 w 196"/>
                  <a:gd name="T9" fmla="*/ 85 h 118"/>
                  <a:gd name="T10" fmla="*/ 14 w 196"/>
                  <a:gd name="T11" fmla="*/ 85 h 118"/>
                  <a:gd name="T12" fmla="*/ 14 w 196"/>
                  <a:gd name="T13" fmla="*/ 118 h 118"/>
                  <a:gd name="T14" fmla="*/ 196 w 196"/>
                  <a:gd name="T15" fmla="*/ 118 h 118"/>
                  <a:gd name="T16" fmla="*/ 196 w 196"/>
                  <a:gd name="T1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118">
                    <a:moveTo>
                      <a:pt x="196" y="0"/>
                    </a:moveTo>
                    <a:lnTo>
                      <a:pt x="14" y="0"/>
                    </a:lnTo>
                    <a:lnTo>
                      <a:pt x="14" y="36"/>
                    </a:lnTo>
                    <a:lnTo>
                      <a:pt x="0" y="36"/>
                    </a:lnTo>
                    <a:lnTo>
                      <a:pt x="0" y="85"/>
                    </a:lnTo>
                    <a:lnTo>
                      <a:pt x="14" y="85"/>
                    </a:lnTo>
                    <a:lnTo>
                      <a:pt x="14" y="118"/>
                    </a:lnTo>
                    <a:lnTo>
                      <a:pt x="196" y="118"/>
                    </a:lnTo>
                    <a:lnTo>
                      <a:pt x="19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40" name="Rectangle 283"/>
              <p:cNvSpPr>
                <a:spLocks noChangeArrowheads="1"/>
              </p:cNvSpPr>
              <p:nvPr/>
            </p:nvSpPr>
            <p:spPr bwMode="auto">
              <a:xfrm>
                <a:off x="-2190750" y="4227512"/>
                <a:ext cx="49212"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41" name="Oval 284"/>
              <p:cNvSpPr>
                <a:spLocks noChangeArrowheads="1"/>
              </p:cNvSpPr>
              <p:nvPr/>
            </p:nvSpPr>
            <p:spPr bwMode="auto">
              <a:xfrm>
                <a:off x="-2133600" y="4343400"/>
                <a:ext cx="96837" cy="101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42" name="Freeform 285"/>
              <p:cNvSpPr>
                <a:spLocks noEditPoints="1"/>
              </p:cNvSpPr>
              <p:nvPr/>
            </p:nvSpPr>
            <p:spPr bwMode="auto">
              <a:xfrm>
                <a:off x="-2220913" y="4268787"/>
                <a:ext cx="263525" cy="506413"/>
              </a:xfrm>
              <a:custGeom>
                <a:avLst/>
                <a:gdLst>
                  <a:gd name="T0" fmla="*/ 36 w 70"/>
                  <a:gd name="T1" fmla="*/ 135 h 135"/>
                  <a:gd name="T2" fmla="*/ 70 w 70"/>
                  <a:gd name="T3" fmla="*/ 135 h 135"/>
                  <a:gd name="T4" fmla="*/ 70 w 70"/>
                  <a:gd name="T5" fmla="*/ 47 h 135"/>
                  <a:gd name="T6" fmla="*/ 70 w 70"/>
                  <a:gd name="T7" fmla="*/ 26 h 135"/>
                  <a:gd name="T8" fmla="*/ 70 w 70"/>
                  <a:gd name="T9" fmla="*/ 0 h 135"/>
                  <a:gd name="T10" fmla="*/ 36 w 70"/>
                  <a:gd name="T11" fmla="*/ 0 h 135"/>
                  <a:gd name="T12" fmla="*/ 36 w 70"/>
                  <a:gd name="T13" fmla="*/ 7 h 135"/>
                  <a:gd name="T14" fmla="*/ 36 w 70"/>
                  <a:gd name="T15" fmla="*/ 7 h 135"/>
                  <a:gd name="T16" fmla="*/ 62 w 70"/>
                  <a:gd name="T17" fmla="*/ 34 h 135"/>
                  <a:gd name="T18" fmla="*/ 36 w 70"/>
                  <a:gd name="T19" fmla="*/ 60 h 135"/>
                  <a:gd name="T20" fmla="*/ 36 w 70"/>
                  <a:gd name="T21" fmla="*/ 135 h 135"/>
                  <a:gd name="T22" fmla="*/ 0 w 70"/>
                  <a:gd name="T23" fmla="*/ 135 h 135"/>
                  <a:gd name="T24" fmla="*/ 36 w 70"/>
                  <a:gd name="T25" fmla="*/ 135 h 135"/>
                  <a:gd name="T26" fmla="*/ 36 w 70"/>
                  <a:gd name="T27" fmla="*/ 60 h 135"/>
                  <a:gd name="T28" fmla="*/ 9 w 70"/>
                  <a:gd name="T29" fmla="*/ 34 h 135"/>
                  <a:gd name="T30" fmla="*/ 36 w 70"/>
                  <a:gd name="T31" fmla="*/ 7 h 135"/>
                  <a:gd name="T32" fmla="*/ 36 w 70"/>
                  <a:gd name="T33" fmla="*/ 0 h 135"/>
                  <a:gd name="T34" fmla="*/ 0 w 70"/>
                  <a:gd name="T35" fmla="*/ 0 h 135"/>
                  <a:gd name="T36" fmla="*/ 0 w 70"/>
                  <a:gd name="T37" fmla="*/ 135 h 135"/>
                  <a:gd name="T38" fmla="*/ 36 w 70"/>
                  <a:gd name="T39" fmla="*/ 7 h 135"/>
                  <a:gd name="T40" fmla="*/ 36 w 70"/>
                  <a:gd name="T41"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35">
                    <a:moveTo>
                      <a:pt x="36" y="135"/>
                    </a:moveTo>
                    <a:cubicBezTo>
                      <a:pt x="70" y="135"/>
                      <a:pt x="70" y="135"/>
                      <a:pt x="70" y="135"/>
                    </a:cubicBezTo>
                    <a:cubicBezTo>
                      <a:pt x="70" y="47"/>
                      <a:pt x="70" y="47"/>
                      <a:pt x="70" y="47"/>
                    </a:cubicBezTo>
                    <a:cubicBezTo>
                      <a:pt x="70" y="26"/>
                      <a:pt x="70" y="26"/>
                      <a:pt x="70" y="26"/>
                    </a:cubicBezTo>
                    <a:cubicBezTo>
                      <a:pt x="70" y="0"/>
                      <a:pt x="70" y="0"/>
                      <a:pt x="70" y="0"/>
                    </a:cubicBezTo>
                    <a:cubicBezTo>
                      <a:pt x="36" y="0"/>
                      <a:pt x="36" y="0"/>
                      <a:pt x="36" y="0"/>
                    </a:cubicBezTo>
                    <a:cubicBezTo>
                      <a:pt x="36" y="7"/>
                      <a:pt x="36" y="7"/>
                      <a:pt x="36" y="7"/>
                    </a:cubicBezTo>
                    <a:cubicBezTo>
                      <a:pt x="36" y="7"/>
                      <a:pt x="36" y="7"/>
                      <a:pt x="36" y="7"/>
                    </a:cubicBezTo>
                    <a:cubicBezTo>
                      <a:pt x="51" y="7"/>
                      <a:pt x="62" y="19"/>
                      <a:pt x="62" y="34"/>
                    </a:cubicBezTo>
                    <a:cubicBezTo>
                      <a:pt x="62" y="48"/>
                      <a:pt x="51" y="60"/>
                      <a:pt x="36" y="60"/>
                    </a:cubicBezTo>
                    <a:lnTo>
                      <a:pt x="36" y="135"/>
                    </a:lnTo>
                    <a:close/>
                    <a:moveTo>
                      <a:pt x="0" y="135"/>
                    </a:moveTo>
                    <a:cubicBezTo>
                      <a:pt x="36" y="135"/>
                      <a:pt x="36" y="135"/>
                      <a:pt x="36" y="135"/>
                    </a:cubicBezTo>
                    <a:cubicBezTo>
                      <a:pt x="36" y="60"/>
                      <a:pt x="36" y="60"/>
                      <a:pt x="36" y="60"/>
                    </a:cubicBezTo>
                    <a:cubicBezTo>
                      <a:pt x="21" y="60"/>
                      <a:pt x="9" y="48"/>
                      <a:pt x="9" y="34"/>
                    </a:cubicBezTo>
                    <a:cubicBezTo>
                      <a:pt x="9" y="19"/>
                      <a:pt x="21" y="7"/>
                      <a:pt x="36" y="7"/>
                    </a:cubicBezTo>
                    <a:cubicBezTo>
                      <a:pt x="36" y="0"/>
                      <a:pt x="36" y="0"/>
                      <a:pt x="36" y="0"/>
                    </a:cubicBezTo>
                    <a:cubicBezTo>
                      <a:pt x="0" y="0"/>
                      <a:pt x="0" y="0"/>
                      <a:pt x="0" y="0"/>
                    </a:cubicBezTo>
                    <a:cubicBezTo>
                      <a:pt x="0" y="135"/>
                      <a:pt x="0" y="135"/>
                      <a:pt x="0" y="135"/>
                    </a:cubicBezTo>
                    <a:close/>
                    <a:moveTo>
                      <a:pt x="36" y="7"/>
                    </a:moveTo>
                    <a:cubicBezTo>
                      <a:pt x="36" y="7"/>
                      <a:pt x="36" y="7"/>
                      <a:pt x="36"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43" name="Freeform 286"/>
              <p:cNvSpPr>
                <a:spLocks noEditPoints="1"/>
              </p:cNvSpPr>
              <p:nvPr/>
            </p:nvSpPr>
            <p:spPr bwMode="auto">
              <a:xfrm>
                <a:off x="-4286250" y="7899400"/>
                <a:ext cx="511175" cy="511175"/>
              </a:xfrm>
              <a:custGeom>
                <a:avLst/>
                <a:gdLst>
                  <a:gd name="T0" fmla="*/ 68 w 136"/>
                  <a:gd name="T1" fmla="*/ 136 h 136"/>
                  <a:gd name="T2" fmla="*/ 136 w 136"/>
                  <a:gd name="T3" fmla="*/ 68 h 136"/>
                  <a:gd name="T4" fmla="*/ 68 w 136"/>
                  <a:gd name="T5" fmla="*/ 0 h 136"/>
                  <a:gd name="T6" fmla="*/ 68 w 136"/>
                  <a:gd name="T7" fmla="*/ 0 h 136"/>
                  <a:gd name="T8" fmla="*/ 68 w 136"/>
                  <a:gd name="T9" fmla="*/ 48 h 136"/>
                  <a:gd name="T10" fmla="*/ 102 w 136"/>
                  <a:gd name="T11" fmla="*/ 33 h 136"/>
                  <a:gd name="T12" fmla="*/ 81 w 136"/>
                  <a:gd name="T13" fmla="*/ 81 h 136"/>
                  <a:gd name="T14" fmla="*/ 68 w 136"/>
                  <a:gd name="T15" fmla="*/ 87 h 136"/>
                  <a:gd name="T16" fmla="*/ 68 w 136"/>
                  <a:gd name="T17" fmla="*/ 136 h 136"/>
                  <a:gd name="T18" fmla="*/ 68 w 136"/>
                  <a:gd name="T19" fmla="*/ 0 h 136"/>
                  <a:gd name="T20" fmla="*/ 0 w 136"/>
                  <a:gd name="T21" fmla="*/ 68 h 136"/>
                  <a:gd name="T22" fmla="*/ 68 w 136"/>
                  <a:gd name="T23" fmla="*/ 136 h 136"/>
                  <a:gd name="T24" fmla="*/ 68 w 136"/>
                  <a:gd name="T25" fmla="*/ 87 h 136"/>
                  <a:gd name="T26" fmla="*/ 33 w 136"/>
                  <a:gd name="T27" fmla="*/ 103 h 136"/>
                  <a:gd name="T28" fmla="*/ 54 w 136"/>
                  <a:gd name="T29" fmla="*/ 54 h 136"/>
                  <a:gd name="T30" fmla="*/ 54 w 136"/>
                  <a:gd name="T31" fmla="*/ 54 h 136"/>
                  <a:gd name="T32" fmla="*/ 68 w 136"/>
                  <a:gd name="T33" fmla="*/ 48 h 136"/>
                  <a:gd name="T34" fmla="*/ 68 w 136"/>
                  <a:gd name="T3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6" h="136">
                    <a:moveTo>
                      <a:pt x="68" y="136"/>
                    </a:moveTo>
                    <a:cubicBezTo>
                      <a:pt x="105" y="136"/>
                      <a:pt x="136" y="105"/>
                      <a:pt x="136" y="68"/>
                    </a:cubicBezTo>
                    <a:cubicBezTo>
                      <a:pt x="136" y="30"/>
                      <a:pt x="105" y="0"/>
                      <a:pt x="68" y="0"/>
                    </a:cubicBezTo>
                    <a:cubicBezTo>
                      <a:pt x="68" y="0"/>
                      <a:pt x="68" y="0"/>
                      <a:pt x="68" y="0"/>
                    </a:cubicBezTo>
                    <a:cubicBezTo>
                      <a:pt x="68" y="48"/>
                      <a:pt x="68" y="48"/>
                      <a:pt x="68" y="48"/>
                    </a:cubicBezTo>
                    <a:cubicBezTo>
                      <a:pt x="102" y="33"/>
                      <a:pt x="102" y="33"/>
                      <a:pt x="102" y="33"/>
                    </a:cubicBezTo>
                    <a:cubicBezTo>
                      <a:pt x="81" y="81"/>
                      <a:pt x="81" y="81"/>
                      <a:pt x="81" y="81"/>
                    </a:cubicBezTo>
                    <a:cubicBezTo>
                      <a:pt x="68" y="87"/>
                      <a:pt x="68" y="87"/>
                      <a:pt x="68" y="87"/>
                    </a:cubicBezTo>
                    <a:cubicBezTo>
                      <a:pt x="68" y="136"/>
                      <a:pt x="68" y="136"/>
                      <a:pt x="68" y="136"/>
                    </a:cubicBezTo>
                    <a:close/>
                    <a:moveTo>
                      <a:pt x="68" y="0"/>
                    </a:moveTo>
                    <a:cubicBezTo>
                      <a:pt x="30" y="0"/>
                      <a:pt x="0" y="30"/>
                      <a:pt x="0" y="68"/>
                    </a:cubicBezTo>
                    <a:cubicBezTo>
                      <a:pt x="0" y="105"/>
                      <a:pt x="30" y="136"/>
                      <a:pt x="68" y="136"/>
                    </a:cubicBezTo>
                    <a:cubicBezTo>
                      <a:pt x="68" y="87"/>
                      <a:pt x="68" y="87"/>
                      <a:pt x="68" y="87"/>
                    </a:cubicBezTo>
                    <a:cubicBezTo>
                      <a:pt x="33" y="103"/>
                      <a:pt x="33" y="103"/>
                      <a:pt x="33" y="103"/>
                    </a:cubicBezTo>
                    <a:cubicBezTo>
                      <a:pt x="54" y="54"/>
                      <a:pt x="54" y="54"/>
                      <a:pt x="54" y="54"/>
                    </a:cubicBezTo>
                    <a:cubicBezTo>
                      <a:pt x="54" y="54"/>
                      <a:pt x="54" y="54"/>
                      <a:pt x="54" y="54"/>
                    </a:cubicBezTo>
                    <a:cubicBezTo>
                      <a:pt x="68" y="48"/>
                      <a:pt x="68" y="48"/>
                      <a:pt x="68" y="48"/>
                    </a:cubicBezTo>
                    <a:lnTo>
                      <a:pt x="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44" name="Oval 287"/>
              <p:cNvSpPr>
                <a:spLocks noChangeArrowheads="1"/>
              </p:cNvSpPr>
              <p:nvPr/>
            </p:nvSpPr>
            <p:spPr bwMode="auto">
              <a:xfrm>
                <a:off x="-4060825" y="8121650"/>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45" name="Freeform 288"/>
              <p:cNvSpPr>
                <a:spLocks noEditPoints="1"/>
              </p:cNvSpPr>
              <p:nvPr/>
            </p:nvSpPr>
            <p:spPr bwMode="auto">
              <a:xfrm>
                <a:off x="-4921250" y="2854325"/>
                <a:ext cx="338137" cy="660400"/>
              </a:xfrm>
              <a:custGeom>
                <a:avLst/>
                <a:gdLst>
                  <a:gd name="T0" fmla="*/ 45 w 90"/>
                  <a:gd name="T1" fmla="*/ 176 h 176"/>
                  <a:gd name="T2" fmla="*/ 90 w 90"/>
                  <a:gd name="T3" fmla="*/ 176 h 176"/>
                  <a:gd name="T4" fmla="*/ 90 w 90"/>
                  <a:gd name="T5" fmla="*/ 0 h 176"/>
                  <a:gd name="T6" fmla="*/ 45 w 90"/>
                  <a:gd name="T7" fmla="*/ 0 h 176"/>
                  <a:gd name="T8" fmla="*/ 45 w 90"/>
                  <a:gd name="T9" fmla="*/ 10 h 176"/>
                  <a:gd name="T10" fmla="*/ 82 w 90"/>
                  <a:gd name="T11" fmla="*/ 10 h 176"/>
                  <a:gd name="T12" fmla="*/ 82 w 90"/>
                  <a:gd name="T13" fmla="*/ 44 h 176"/>
                  <a:gd name="T14" fmla="*/ 45 w 90"/>
                  <a:gd name="T15" fmla="*/ 44 h 176"/>
                  <a:gd name="T16" fmla="*/ 45 w 90"/>
                  <a:gd name="T17" fmla="*/ 51 h 176"/>
                  <a:gd name="T18" fmla="*/ 82 w 90"/>
                  <a:gd name="T19" fmla="*/ 51 h 176"/>
                  <a:gd name="T20" fmla="*/ 82 w 90"/>
                  <a:gd name="T21" fmla="*/ 85 h 176"/>
                  <a:gd name="T22" fmla="*/ 45 w 90"/>
                  <a:gd name="T23" fmla="*/ 85 h 176"/>
                  <a:gd name="T24" fmla="*/ 45 w 90"/>
                  <a:gd name="T25" fmla="*/ 99 h 176"/>
                  <a:gd name="T26" fmla="*/ 56 w 90"/>
                  <a:gd name="T27" fmla="*/ 110 h 176"/>
                  <a:gd name="T28" fmla="*/ 45 w 90"/>
                  <a:gd name="T29" fmla="*/ 121 h 176"/>
                  <a:gd name="T30" fmla="*/ 45 w 90"/>
                  <a:gd name="T31" fmla="*/ 138 h 176"/>
                  <a:gd name="T32" fmla="*/ 56 w 90"/>
                  <a:gd name="T33" fmla="*/ 149 h 176"/>
                  <a:gd name="T34" fmla="*/ 45 w 90"/>
                  <a:gd name="T35" fmla="*/ 160 h 176"/>
                  <a:gd name="T36" fmla="*/ 45 w 90"/>
                  <a:gd name="T37" fmla="*/ 176 h 176"/>
                  <a:gd name="T38" fmla="*/ 0 w 90"/>
                  <a:gd name="T39" fmla="*/ 176 h 176"/>
                  <a:gd name="T40" fmla="*/ 45 w 90"/>
                  <a:gd name="T41" fmla="*/ 176 h 176"/>
                  <a:gd name="T42" fmla="*/ 45 w 90"/>
                  <a:gd name="T43" fmla="*/ 160 h 176"/>
                  <a:gd name="T44" fmla="*/ 45 w 90"/>
                  <a:gd name="T45" fmla="*/ 160 h 176"/>
                  <a:gd name="T46" fmla="*/ 45 w 90"/>
                  <a:gd name="T47" fmla="*/ 160 h 176"/>
                  <a:gd name="T48" fmla="*/ 34 w 90"/>
                  <a:gd name="T49" fmla="*/ 149 h 176"/>
                  <a:gd name="T50" fmla="*/ 45 w 90"/>
                  <a:gd name="T51" fmla="*/ 138 h 176"/>
                  <a:gd name="T52" fmla="*/ 45 w 90"/>
                  <a:gd name="T53" fmla="*/ 138 h 176"/>
                  <a:gd name="T54" fmla="*/ 45 w 90"/>
                  <a:gd name="T55" fmla="*/ 121 h 176"/>
                  <a:gd name="T56" fmla="*/ 45 w 90"/>
                  <a:gd name="T57" fmla="*/ 121 h 176"/>
                  <a:gd name="T58" fmla="*/ 45 w 90"/>
                  <a:gd name="T59" fmla="*/ 121 h 176"/>
                  <a:gd name="T60" fmla="*/ 34 w 90"/>
                  <a:gd name="T61" fmla="*/ 110 h 176"/>
                  <a:gd name="T62" fmla="*/ 45 w 90"/>
                  <a:gd name="T63" fmla="*/ 99 h 176"/>
                  <a:gd name="T64" fmla="*/ 45 w 90"/>
                  <a:gd name="T65" fmla="*/ 99 h 176"/>
                  <a:gd name="T66" fmla="*/ 45 w 90"/>
                  <a:gd name="T67" fmla="*/ 85 h 176"/>
                  <a:gd name="T68" fmla="*/ 9 w 90"/>
                  <a:gd name="T69" fmla="*/ 85 h 176"/>
                  <a:gd name="T70" fmla="*/ 9 w 90"/>
                  <a:gd name="T71" fmla="*/ 51 h 176"/>
                  <a:gd name="T72" fmla="*/ 9 w 90"/>
                  <a:gd name="T73" fmla="*/ 51 h 176"/>
                  <a:gd name="T74" fmla="*/ 45 w 90"/>
                  <a:gd name="T75" fmla="*/ 51 h 176"/>
                  <a:gd name="T76" fmla="*/ 45 w 90"/>
                  <a:gd name="T77" fmla="*/ 44 h 176"/>
                  <a:gd name="T78" fmla="*/ 9 w 90"/>
                  <a:gd name="T79" fmla="*/ 44 h 176"/>
                  <a:gd name="T80" fmla="*/ 9 w 90"/>
                  <a:gd name="T81" fmla="*/ 10 h 176"/>
                  <a:gd name="T82" fmla="*/ 9 w 90"/>
                  <a:gd name="T83" fmla="*/ 10 h 176"/>
                  <a:gd name="T84" fmla="*/ 45 w 90"/>
                  <a:gd name="T85" fmla="*/ 10 h 176"/>
                  <a:gd name="T86" fmla="*/ 45 w 90"/>
                  <a:gd name="T87" fmla="*/ 0 h 176"/>
                  <a:gd name="T88" fmla="*/ 0 w 90"/>
                  <a:gd name="T89" fmla="*/ 0 h 176"/>
                  <a:gd name="T90" fmla="*/ 0 w 90"/>
                  <a:gd name="T9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0" h="176">
                    <a:moveTo>
                      <a:pt x="45" y="176"/>
                    </a:moveTo>
                    <a:cubicBezTo>
                      <a:pt x="90" y="176"/>
                      <a:pt x="90" y="176"/>
                      <a:pt x="90" y="176"/>
                    </a:cubicBezTo>
                    <a:cubicBezTo>
                      <a:pt x="90" y="0"/>
                      <a:pt x="90" y="0"/>
                      <a:pt x="90" y="0"/>
                    </a:cubicBezTo>
                    <a:cubicBezTo>
                      <a:pt x="45" y="0"/>
                      <a:pt x="45" y="0"/>
                      <a:pt x="45" y="0"/>
                    </a:cubicBezTo>
                    <a:cubicBezTo>
                      <a:pt x="45" y="10"/>
                      <a:pt x="45" y="10"/>
                      <a:pt x="45" y="10"/>
                    </a:cubicBezTo>
                    <a:cubicBezTo>
                      <a:pt x="82" y="10"/>
                      <a:pt x="82" y="10"/>
                      <a:pt x="82" y="10"/>
                    </a:cubicBezTo>
                    <a:cubicBezTo>
                      <a:pt x="82" y="44"/>
                      <a:pt x="82" y="44"/>
                      <a:pt x="82" y="44"/>
                    </a:cubicBezTo>
                    <a:cubicBezTo>
                      <a:pt x="45" y="44"/>
                      <a:pt x="45" y="44"/>
                      <a:pt x="45" y="44"/>
                    </a:cubicBezTo>
                    <a:cubicBezTo>
                      <a:pt x="45" y="51"/>
                      <a:pt x="45" y="51"/>
                      <a:pt x="45" y="51"/>
                    </a:cubicBezTo>
                    <a:cubicBezTo>
                      <a:pt x="82" y="51"/>
                      <a:pt x="82" y="51"/>
                      <a:pt x="82" y="51"/>
                    </a:cubicBezTo>
                    <a:cubicBezTo>
                      <a:pt x="82" y="85"/>
                      <a:pt x="82" y="85"/>
                      <a:pt x="82" y="85"/>
                    </a:cubicBezTo>
                    <a:cubicBezTo>
                      <a:pt x="45" y="85"/>
                      <a:pt x="45" y="85"/>
                      <a:pt x="45" y="85"/>
                    </a:cubicBezTo>
                    <a:cubicBezTo>
                      <a:pt x="45" y="99"/>
                      <a:pt x="45" y="99"/>
                      <a:pt x="45" y="99"/>
                    </a:cubicBezTo>
                    <a:cubicBezTo>
                      <a:pt x="51" y="99"/>
                      <a:pt x="56" y="104"/>
                      <a:pt x="56" y="110"/>
                    </a:cubicBezTo>
                    <a:cubicBezTo>
                      <a:pt x="56" y="116"/>
                      <a:pt x="51" y="121"/>
                      <a:pt x="45" y="121"/>
                    </a:cubicBezTo>
                    <a:cubicBezTo>
                      <a:pt x="45" y="138"/>
                      <a:pt x="45" y="138"/>
                      <a:pt x="45" y="138"/>
                    </a:cubicBezTo>
                    <a:cubicBezTo>
                      <a:pt x="51" y="138"/>
                      <a:pt x="56" y="143"/>
                      <a:pt x="56" y="149"/>
                    </a:cubicBezTo>
                    <a:cubicBezTo>
                      <a:pt x="56" y="155"/>
                      <a:pt x="51" y="160"/>
                      <a:pt x="45" y="160"/>
                    </a:cubicBezTo>
                    <a:lnTo>
                      <a:pt x="45" y="176"/>
                    </a:lnTo>
                    <a:close/>
                    <a:moveTo>
                      <a:pt x="0" y="176"/>
                    </a:moveTo>
                    <a:cubicBezTo>
                      <a:pt x="45" y="176"/>
                      <a:pt x="45" y="176"/>
                      <a:pt x="45" y="176"/>
                    </a:cubicBezTo>
                    <a:cubicBezTo>
                      <a:pt x="45" y="160"/>
                      <a:pt x="45" y="160"/>
                      <a:pt x="45" y="160"/>
                    </a:cubicBezTo>
                    <a:cubicBezTo>
                      <a:pt x="45" y="160"/>
                      <a:pt x="45" y="160"/>
                      <a:pt x="45" y="160"/>
                    </a:cubicBezTo>
                    <a:cubicBezTo>
                      <a:pt x="45" y="160"/>
                      <a:pt x="45" y="160"/>
                      <a:pt x="45" y="160"/>
                    </a:cubicBezTo>
                    <a:cubicBezTo>
                      <a:pt x="39" y="160"/>
                      <a:pt x="34" y="155"/>
                      <a:pt x="34" y="149"/>
                    </a:cubicBezTo>
                    <a:cubicBezTo>
                      <a:pt x="34" y="143"/>
                      <a:pt x="39" y="138"/>
                      <a:pt x="45" y="138"/>
                    </a:cubicBezTo>
                    <a:cubicBezTo>
                      <a:pt x="45" y="138"/>
                      <a:pt x="45" y="138"/>
                      <a:pt x="45" y="138"/>
                    </a:cubicBezTo>
                    <a:cubicBezTo>
                      <a:pt x="45" y="121"/>
                      <a:pt x="45" y="121"/>
                      <a:pt x="45" y="121"/>
                    </a:cubicBezTo>
                    <a:cubicBezTo>
                      <a:pt x="45" y="121"/>
                      <a:pt x="45" y="121"/>
                      <a:pt x="45" y="121"/>
                    </a:cubicBezTo>
                    <a:cubicBezTo>
                      <a:pt x="45" y="121"/>
                      <a:pt x="45" y="121"/>
                      <a:pt x="45" y="121"/>
                    </a:cubicBezTo>
                    <a:cubicBezTo>
                      <a:pt x="39" y="121"/>
                      <a:pt x="34" y="116"/>
                      <a:pt x="34" y="110"/>
                    </a:cubicBezTo>
                    <a:cubicBezTo>
                      <a:pt x="34" y="104"/>
                      <a:pt x="39" y="99"/>
                      <a:pt x="45" y="99"/>
                    </a:cubicBezTo>
                    <a:cubicBezTo>
                      <a:pt x="45" y="99"/>
                      <a:pt x="45" y="99"/>
                      <a:pt x="45" y="99"/>
                    </a:cubicBezTo>
                    <a:cubicBezTo>
                      <a:pt x="45" y="85"/>
                      <a:pt x="45" y="85"/>
                      <a:pt x="45" y="85"/>
                    </a:cubicBezTo>
                    <a:cubicBezTo>
                      <a:pt x="9" y="85"/>
                      <a:pt x="9" y="85"/>
                      <a:pt x="9" y="85"/>
                    </a:cubicBezTo>
                    <a:cubicBezTo>
                      <a:pt x="9" y="51"/>
                      <a:pt x="9" y="51"/>
                      <a:pt x="9" y="51"/>
                    </a:cubicBezTo>
                    <a:cubicBezTo>
                      <a:pt x="9" y="51"/>
                      <a:pt x="9" y="51"/>
                      <a:pt x="9" y="51"/>
                    </a:cubicBezTo>
                    <a:cubicBezTo>
                      <a:pt x="45" y="51"/>
                      <a:pt x="45" y="51"/>
                      <a:pt x="45" y="51"/>
                    </a:cubicBezTo>
                    <a:cubicBezTo>
                      <a:pt x="45" y="44"/>
                      <a:pt x="45" y="44"/>
                      <a:pt x="45" y="44"/>
                    </a:cubicBezTo>
                    <a:cubicBezTo>
                      <a:pt x="9" y="44"/>
                      <a:pt x="9" y="44"/>
                      <a:pt x="9" y="44"/>
                    </a:cubicBezTo>
                    <a:cubicBezTo>
                      <a:pt x="9" y="10"/>
                      <a:pt x="9" y="10"/>
                      <a:pt x="9" y="10"/>
                    </a:cubicBezTo>
                    <a:cubicBezTo>
                      <a:pt x="9" y="10"/>
                      <a:pt x="9" y="10"/>
                      <a:pt x="9" y="10"/>
                    </a:cubicBezTo>
                    <a:cubicBezTo>
                      <a:pt x="45" y="10"/>
                      <a:pt x="45" y="10"/>
                      <a:pt x="45" y="10"/>
                    </a:cubicBezTo>
                    <a:cubicBezTo>
                      <a:pt x="45" y="0"/>
                      <a:pt x="45" y="0"/>
                      <a:pt x="45" y="0"/>
                    </a:cubicBezTo>
                    <a:cubicBezTo>
                      <a:pt x="0" y="0"/>
                      <a:pt x="0" y="0"/>
                      <a:pt x="0" y="0"/>
                    </a:cubicBezTo>
                    <a:lnTo>
                      <a:pt x="0" y="1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46" name="Freeform 289"/>
              <p:cNvSpPr>
                <a:spLocks/>
              </p:cNvSpPr>
              <p:nvPr/>
            </p:nvSpPr>
            <p:spPr bwMode="auto">
              <a:xfrm>
                <a:off x="-4556125" y="2854325"/>
                <a:ext cx="141287" cy="660400"/>
              </a:xfrm>
              <a:custGeom>
                <a:avLst/>
                <a:gdLst>
                  <a:gd name="T0" fmla="*/ 89 w 89"/>
                  <a:gd name="T1" fmla="*/ 392 h 416"/>
                  <a:gd name="T2" fmla="*/ 89 w 89"/>
                  <a:gd name="T3" fmla="*/ 70 h 416"/>
                  <a:gd name="T4" fmla="*/ 0 w 89"/>
                  <a:gd name="T5" fmla="*/ 0 h 416"/>
                  <a:gd name="T6" fmla="*/ 0 w 89"/>
                  <a:gd name="T7" fmla="*/ 416 h 416"/>
                  <a:gd name="T8" fmla="*/ 89 w 89"/>
                  <a:gd name="T9" fmla="*/ 392 h 416"/>
                </a:gdLst>
                <a:ahLst/>
                <a:cxnLst>
                  <a:cxn ang="0">
                    <a:pos x="T0" y="T1"/>
                  </a:cxn>
                  <a:cxn ang="0">
                    <a:pos x="T2" y="T3"/>
                  </a:cxn>
                  <a:cxn ang="0">
                    <a:pos x="T4" y="T5"/>
                  </a:cxn>
                  <a:cxn ang="0">
                    <a:pos x="T6" y="T7"/>
                  </a:cxn>
                  <a:cxn ang="0">
                    <a:pos x="T8" y="T9"/>
                  </a:cxn>
                </a:cxnLst>
                <a:rect l="0" t="0" r="r" b="b"/>
                <a:pathLst>
                  <a:path w="89" h="416">
                    <a:moveTo>
                      <a:pt x="89" y="392"/>
                    </a:moveTo>
                    <a:lnTo>
                      <a:pt x="89" y="70"/>
                    </a:lnTo>
                    <a:lnTo>
                      <a:pt x="0" y="0"/>
                    </a:lnTo>
                    <a:lnTo>
                      <a:pt x="0" y="416"/>
                    </a:lnTo>
                    <a:lnTo>
                      <a:pt x="89" y="3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47" name="Rectangle 290"/>
              <p:cNvSpPr>
                <a:spLocks noChangeArrowheads="1"/>
              </p:cNvSpPr>
              <p:nvPr/>
            </p:nvSpPr>
            <p:spPr bwMode="auto">
              <a:xfrm>
                <a:off x="-4868863" y="2909887"/>
                <a:ext cx="236537" cy="90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48" name="Rectangle 291"/>
              <p:cNvSpPr>
                <a:spLocks noChangeArrowheads="1"/>
              </p:cNvSpPr>
              <p:nvPr/>
            </p:nvSpPr>
            <p:spPr bwMode="auto">
              <a:xfrm>
                <a:off x="-4868863" y="3063875"/>
                <a:ext cx="236537" cy="90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49" name="Freeform 292"/>
              <p:cNvSpPr>
                <a:spLocks noEditPoints="1"/>
              </p:cNvSpPr>
              <p:nvPr/>
            </p:nvSpPr>
            <p:spPr bwMode="auto">
              <a:xfrm>
                <a:off x="-2968625" y="346075"/>
                <a:ext cx="627062" cy="622300"/>
              </a:xfrm>
              <a:custGeom>
                <a:avLst/>
                <a:gdLst>
                  <a:gd name="T0" fmla="*/ 167 w 167"/>
                  <a:gd name="T1" fmla="*/ 0 h 166"/>
                  <a:gd name="T2" fmla="*/ 84 w 167"/>
                  <a:gd name="T3" fmla="*/ 0 h 166"/>
                  <a:gd name="T4" fmla="*/ 84 w 167"/>
                  <a:gd name="T5" fmla="*/ 13 h 166"/>
                  <a:gd name="T6" fmla="*/ 84 w 167"/>
                  <a:gd name="T7" fmla="*/ 13 h 166"/>
                  <a:gd name="T8" fmla="*/ 84 w 167"/>
                  <a:gd name="T9" fmla="*/ 13 h 166"/>
                  <a:gd name="T10" fmla="*/ 97 w 167"/>
                  <a:gd name="T11" fmla="*/ 26 h 166"/>
                  <a:gd name="T12" fmla="*/ 84 w 167"/>
                  <a:gd name="T13" fmla="*/ 39 h 166"/>
                  <a:gd name="T14" fmla="*/ 84 w 167"/>
                  <a:gd name="T15" fmla="*/ 39 h 166"/>
                  <a:gd name="T16" fmla="*/ 84 w 167"/>
                  <a:gd name="T17" fmla="*/ 51 h 166"/>
                  <a:gd name="T18" fmla="*/ 106 w 167"/>
                  <a:gd name="T19" fmla="*/ 51 h 166"/>
                  <a:gd name="T20" fmla="*/ 106 w 167"/>
                  <a:gd name="T21" fmla="*/ 63 h 166"/>
                  <a:gd name="T22" fmla="*/ 106 w 167"/>
                  <a:gd name="T23" fmla="*/ 63 h 166"/>
                  <a:gd name="T24" fmla="*/ 91 w 167"/>
                  <a:gd name="T25" fmla="*/ 63 h 166"/>
                  <a:gd name="T26" fmla="*/ 91 w 167"/>
                  <a:gd name="T27" fmla="*/ 140 h 166"/>
                  <a:gd name="T28" fmla="*/ 106 w 167"/>
                  <a:gd name="T29" fmla="*/ 140 h 166"/>
                  <a:gd name="T30" fmla="*/ 106 w 167"/>
                  <a:gd name="T31" fmla="*/ 152 h 166"/>
                  <a:gd name="T32" fmla="*/ 84 w 167"/>
                  <a:gd name="T33" fmla="*/ 152 h 166"/>
                  <a:gd name="T34" fmla="*/ 84 w 167"/>
                  <a:gd name="T35" fmla="*/ 166 h 166"/>
                  <a:gd name="T36" fmla="*/ 167 w 167"/>
                  <a:gd name="T37" fmla="*/ 166 h 166"/>
                  <a:gd name="T38" fmla="*/ 167 w 167"/>
                  <a:gd name="T39" fmla="*/ 0 h 166"/>
                  <a:gd name="T40" fmla="*/ 84 w 167"/>
                  <a:gd name="T41" fmla="*/ 0 h 166"/>
                  <a:gd name="T42" fmla="*/ 0 w 167"/>
                  <a:gd name="T43" fmla="*/ 0 h 166"/>
                  <a:gd name="T44" fmla="*/ 0 w 167"/>
                  <a:gd name="T45" fmla="*/ 166 h 166"/>
                  <a:gd name="T46" fmla="*/ 84 w 167"/>
                  <a:gd name="T47" fmla="*/ 166 h 166"/>
                  <a:gd name="T48" fmla="*/ 84 w 167"/>
                  <a:gd name="T49" fmla="*/ 152 h 166"/>
                  <a:gd name="T50" fmla="*/ 62 w 167"/>
                  <a:gd name="T51" fmla="*/ 152 h 166"/>
                  <a:gd name="T52" fmla="*/ 62 w 167"/>
                  <a:gd name="T53" fmla="*/ 140 h 166"/>
                  <a:gd name="T54" fmla="*/ 77 w 167"/>
                  <a:gd name="T55" fmla="*/ 140 h 166"/>
                  <a:gd name="T56" fmla="*/ 77 w 167"/>
                  <a:gd name="T57" fmla="*/ 63 h 166"/>
                  <a:gd name="T58" fmla="*/ 62 w 167"/>
                  <a:gd name="T59" fmla="*/ 63 h 166"/>
                  <a:gd name="T60" fmla="*/ 62 w 167"/>
                  <a:gd name="T61" fmla="*/ 51 h 166"/>
                  <a:gd name="T62" fmla="*/ 84 w 167"/>
                  <a:gd name="T63" fmla="*/ 51 h 166"/>
                  <a:gd name="T64" fmla="*/ 84 w 167"/>
                  <a:gd name="T65" fmla="*/ 39 h 166"/>
                  <a:gd name="T66" fmla="*/ 71 w 167"/>
                  <a:gd name="T67" fmla="*/ 26 h 166"/>
                  <a:gd name="T68" fmla="*/ 84 w 167"/>
                  <a:gd name="T69" fmla="*/ 13 h 166"/>
                  <a:gd name="T70" fmla="*/ 84 w 167"/>
                  <a:gd name="T7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 h="166">
                    <a:moveTo>
                      <a:pt x="167" y="0"/>
                    </a:moveTo>
                    <a:cubicBezTo>
                      <a:pt x="84" y="0"/>
                      <a:pt x="84" y="0"/>
                      <a:pt x="84" y="0"/>
                    </a:cubicBezTo>
                    <a:cubicBezTo>
                      <a:pt x="84" y="13"/>
                      <a:pt x="84" y="13"/>
                      <a:pt x="84" y="13"/>
                    </a:cubicBezTo>
                    <a:cubicBezTo>
                      <a:pt x="84" y="13"/>
                      <a:pt x="84" y="13"/>
                      <a:pt x="84" y="13"/>
                    </a:cubicBezTo>
                    <a:cubicBezTo>
                      <a:pt x="84" y="13"/>
                      <a:pt x="84" y="13"/>
                      <a:pt x="84" y="13"/>
                    </a:cubicBezTo>
                    <a:cubicBezTo>
                      <a:pt x="92" y="13"/>
                      <a:pt x="97" y="19"/>
                      <a:pt x="97" y="26"/>
                    </a:cubicBezTo>
                    <a:cubicBezTo>
                      <a:pt x="97" y="33"/>
                      <a:pt x="92" y="39"/>
                      <a:pt x="84" y="39"/>
                    </a:cubicBezTo>
                    <a:cubicBezTo>
                      <a:pt x="84" y="39"/>
                      <a:pt x="84" y="39"/>
                      <a:pt x="84" y="39"/>
                    </a:cubicBezTo>
                    <a:cubicBezTo>
                      <a:pt x="84" y="51"/>
                      <a:pt x="84" y="51"/>
                      <a:pt x="84" y="51"/>
                    </a:cubicBezTo>
                    <a:cubicBezTo>
                      <a:pt x="106" y="51"/>
                      <a:pt x="106" y="51"/>
                      <a:pt x="106" y="51"/>
                    </a:cubicBezTo>
                    <a:cubicBezTo>
                      <a:pt x="106" y="63"/>
                      <a:pt x="106" y="63"/>
                      <a:pt x="106" y="63"/>
                    </a:cubicBezTo>
                    <a:cubicBezTo>
                      <a:pt x="106" y="63"/>
                      <a:pt x="106" y="63"/>
                      <a:pt x="106" y="63"/>
                    </a:cubicBezTo>
                    <a:cubicBezTo>
                      <a:pt x="91" y="63"/>
                      <a:pt x="91" y="63"/>
                      <a:pt x="91" y="63"/>
                    </a:cubicBezTo>
                    <a:cubicBezTo>
                      <a:pt x="91" y="140"/>
                      <a:pt x="91" y="140"/>
                      <a:pt x="91" y="140"/>
                    </a:cubicBezTo>
                    <a:cubicBezTo>
                      <a:pt x="106" y="140"/>
                      <a:pt x="106" y="140"/>
                      <a:pt x="106" y="140"/>
                    </a:cubicBezTo>
                    <a:cubicBezTo>
                      <a:pt x="106" y="152"/>
                      <a:pt x="106" y="152"/>
                      <a:pt x="106" y="152"/>
                    </a:cubicBezTo>
                    <a:cubicBezTo>
                      <a:pt x="84" y="152"/>
                      <a:pt x="84" y="152"/>
                      <a:pt x="84" y="152"/>
                    </a:cubicBezTo>
                    <a:cubicBezTo>
                      <a:pt x="84" y="166"/>
                      <a:pt x="84" y="166"/>
                      <a:pt x="84" y="166"/>
                    </a:cubicBezTo>
                    <a:cubicBezTo>
                      <a:pt x="167" y="166"/>
                      <a:pt x="167" y="166"/>
                      <a:pt x="167" y="166"/>
                    </a:cubicBezTo>
                    <a:lnTo>
                      <a:pt x="167" y="0"/>
                    </a:lnTo>
                    <a:close/>
                    <a:moveTo>
                      <a:pt x="84" y="0"/>
                    </a:moveTo>
                    <a:cubicBezTo>
                      <a:pt x="0" y="0"/>
                      <a:pt x="0" y="0"/>
                      <a:pt x="0" y="0"/>
                    </a:cubicBezTo>
                    <a:cubicBezTo>
                      <a:pt x="0" y="166"/>
                      <a:pt x="0" y="166"/>
                      <a:pt x="0" y="166"/>
                    </a:cubicBezTo>
                    <a:cubicBezTo>
                      <a:pt x="84" y="166"/>
                      <a:pt x="84" y="166"/>
                      <a:pt x="84" y="166"/>
                    </a:cubicBezTo>
                    <a:cubicBezTo>
                      <a:pt x="84" y="152"/>
                      <a:pt x="84" y="152"/>
                      <a:pt x="84" y="152"/>
                    </a:cubicBezTo>
                    <a:cubicBezTo>
                      <a:pt x="62" y="152"/>
                      <a:pt x="62" y="152"/>
                      <a:pt x="62" y="152"/>
                    </a:cubicBezTo>
                    <a:cubicBezTo>
                      <a:pt x="62" y="140"/>
                      <a:pt x="62" y="140"/>
                      <a:pt x="62" y="140"/>
                    </a:cubicBezTo>
                    <a:cubicBezTo>
                      <a:pt x="77" y="140"/>
                      <a:pt x="77" y="140"/>
                      <a:pt x="77" y="140"/>
                    </a:cubicBezTo>
                    <a:cubicBezTo>
                      <a:pt x="77" y="63"/>
                      <a:pt x="77" y="63"/>
                      <a:pt x="77" y="63"/>
                    </a:cubicBezTo>
                    <a:cubicBezTo>
                      <a:pt x="62" y="63"/>
                      <a:pt x="62" y="63"/>
                      <a:pt x="62" y="63"/>
                    </a:cubicBezTo>
                    <a:cubicBezTo>
                      <a:pt x="62" y="51"/>
                      <a:pt x="62" y="51"/>
                      <a:pt x="62" y="51"/>
                    </a:cubicBezTo>
                    <a:cubicBezTo>
                      <a:pt x="84" y="51"/>
                      <a:pt x="84" y="51"/>
                      <a:pt x="84" y="51"/>
                    </a:cubicBezTo>
                    <a:cubicBezTo>
                      <a:pt x="84" y="39"/>
                      <a:pt x="84" y="39"/>
                      <a:pt x="84" y="39"/>
                    </a:cubicBezTo>
                    <a:cubicBezTo>
                      <a:pt x="77" y="39"/>
                      <a:pt x="71" y="33"/>
                      <a:pt x="71" y="26"/>
                    </a:cubicBezTo>
                    <a:cubicBezTo>
                      <a:pt x="71" y="19"/>
                      <a:pt x="77" y="13"/>
                      <a:pt x="84" y="13"/>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50" name="Freeform 293"/>
              <p:cNvSpPr>
                <a:spLocks/>
              </p:cNvSpPr>
              <p:nvPr/>
            </p:nvSpPr>
            <p:spPr bwMode="auto">
              <a:xfrm>
                <a:off x="-4448175" y="6721475"/>
                <a:ext cx="508000" cy="119063"/>
              </a:xfrm>
              <a:custGeom>
                <a:avLst/>
                <a:gdLst>
                  <a:gd name="T0" fmla="*/ 291 w 320"/>
                  <a:gd name="T1" fmla="*/ 47 h 75"/>
                  <a:gd name="T2" fmla="*/ 29 w 320"/>
                  <a:gd name="T3" fmla="*/ 47 h 75"/>
                  <a:gd name="T4" fmla="*/ 29 w 320"/>
                  <a:gd name="T5" fmla="*/ 0 h 75"/>
                  <a:gd name="T6" fmla="*/ 0 w 320"/>
                  <a:gd name="T7" fmla="*/ 0 h 75"/>
                  <a:gd name="T8" fmla="*/ 0 w 320"/>
                  <a:gd name="T9" fmla="*/ 75 h 75"/>
                  <a:gd name="T10" fmla="*/ 320 w 320"/>
                  <a:gd name="T11" fmla="*/ 75 h 75"/>
                  <a:gd name="T12" fmla="*/ 320 w 320"/>
                  <a:gd name="T13" fmla="*/ 0 h 75"/>
                  <a:gd name="T14" fmla="*/ 291 w 320"/>
                  <a:gd name="T15" fmla="*/ 0 h 75"/>
                  <a:gd name="T16" fmla="*/ 291 w 320"/>
                  <a:gd name="T17" fmla="*/ 4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75">
                    <a:moveTo>
                      <a:pt x="291" y="47"/>
                    </a:moveTo>
                    <a:lnTo>
                      <a:pt x="29" y="47"/>
                    </a:lnTo>
                    <a:lnTo>
                      <a:pt x="29" y="0"/>
                    </a:lnTo>
                    <a:lnTo>
                      <a:pt x="0" y="0"/>
                    </a:lnTo>
                    <a:lnTo>
                      <a:pt x="0" y="75"/>
                    </a:lnTo>
                    <a:lnTo>
                      <a:pt x="320" y="75"/>
                    </a:lnTo>
                    <a:lnTo>
                      <a:pt x="320" y="0"/>
                    </a:lnTo>
                    <a:lnTo>
                      <a:pt x="291" y="0"/>
                    </a:lnTo>
                    <a:lnTo>
                      <a:pt x="291"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51" name="Freeform 294"/>
              <p:cNvSpPr>
                <a:spLocks/>
              </p:cNvSpPr>
              <p:nvPr/>
            </p:nvSpPr>
            <p:spPr bwMode="auto">
              <a:xfrm>
                <a:off x="-4376738" y="6361113"/>
                <a:ext cx="376237" cy="401638"/>
              </a:xfrm>
              <a:custGeom>
                <a:avLst/>
                <a:gdLst>
                  <a:gd name="T0" fmla="*/ 40 w 237"/>
                  <a:gd name="T1" fmla="*/ 146 h 253"/>
                  <a:gd name="T2" fmla="*/ 40 w 237"/>
                  <a:gd name="T3" fmla="*/ 253 h 253"/>
                  <a:gd name="T4" fmla="*/ 194 w 237"/>
                  <a:gd name="T5" fmla="*/ 253 h 253"/>
                  <a:gd name="T6" fmla="*/ 194 w 237"/>
                  <a:gd name="T7" fmla="*/ 146 h 253"/>
                  <a:gd name="T8" fmla="*/ 237 w 237"/>
                  <a:gd name="T9" fmla="*/ 146 h 253"/>
                  <a:gd name="T10" fmla="*/ 118 w 237"/>
                  <a:gd name="T11" fmla="*/ 0 h 253"/>
                  <a:gd name="T12" fmla="*/ 0 w 237"/>
                  <a:gd name="T13" fmla="*/ 146 h 253"/>
                  <a:gd name="T14" fmla="*/ 40 w 237"/>
                  <a:gd name="T15" fmla="*/ 146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253">
                    <a:moveTo>
                      <a:pt x="40" y="146"/>
                    </a:moveTo>
                    <a:lnTo>
                      <a:pt x="40" y="253"/>
                    </a:lnTo>
                    <a:lnTo>
                      <a:pt x="194" y="253"/>
                    </a:lnTo>
                    <a:lnTo>
                      <a:pt x="194" y="146"/>
                    </a:lnTo>
                    <a:lnTo>
                      <a:pt x="237" y="146"/>
                    </a:lnTo>
                    <a:lnTo>
                      <a:pt x="118" y="0"/>
                    </a:lnTo>
                    <a:lnTo>
                      <a:pt x="0" y="146"/>
                    </a:lnTo>
                    <a:lnTo>
                      <a:pt x="40"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52" name="Freeform 295"/>
              <p:cNvSpPr>
                <a:spLocks noEditPoints="1"/>
              </p:cNvSpPr>
              <p:nvPr/>
            </p:nvSpPr>
            <p:spPr bwMode="auto">
              <a:xfrm>
                <a:off x="-1371600" y="2965450"/>
                <a:ext cx="539750" cy="428625"/>
              </a:xfrm>
              <a:custGeom>
                <a:avLst/>
                <a:gdLst>
                  <a:gd name="T0" fmla="*/ 129 w 144"/>
                  <a:gd name="T1" fmla="*/ 25 h 114"/>
                  <a:gd name="T2" fmla="*/ 116 w 144"/>
                  <a:gd name="T3" fmla="*/ 26 h 114"/>
                  <a:gd name="T4" fmla="*/ 116 w 144"/>
                  <a:gd name="T5" fmla="*/ 32 h 114"/>
                  <a:gd name="T6" fmla="*/ 131 w 144"/>
                  <a:gd name="T7" fmla="*/ 64 h 114"/>
                  <a:gd name="T8" fmla="*/ 131 w 144"/>
                  <a:gd name="T9" fmla="*/ 79 h 114"/>
                  <a:gd name="T10" fmla="*/ 116 w 144"/>
                  <a:gd name="T11" fmla="*/ 114 h 114"/>
                  <a:gd name="T12" fmla="*/ 144 w 144"/>
                  <a:gd name="T13" fmla="*/ 107 h 114"/>
                  <a:gd name="T14" fmla="*/ 144 w 144"/>
                  <a:gd name="T15" fmla="*/ 41 h 114"/>
                  <a:gd name="T16" fmla="*/ 116 w 144"/>
                  <a:gd name="T17" fmla="*/ 0 h 114"/>
                  <a:gd name="T18" fmla="*/ 72 w 144"/>
                  <a:gd name="T19" fmla="*/ 9 h 114"/>
                  <a:gd name="T20" fmla="*/ 116 w 144"/>
                  <a:gd name="T21" fmla="*/ 26 h 114"/>
                  <a:gd name="T22" fmla="*/ 72 w 144"/>
                  <a:gd name="T23" fmla="*/ 91 h 114"/>
                  <a:gd name="T24" fmla="*/ 110 w 144"/>
                  <a:gd name="T25" fmla="*/ 107 h 114"/>
                  <a:gd name="T26" fmla="*/ 116 w 144"/>
                  <a:gd name="T27" fmla="*/ 114 h 114"/>
                  <a:gd name="T28" fmla="*/ 102 w 144"/>
                  <a:gd name="T29" fmla="*/ 79 h 114"/>
                  <a:gd name="T30" fmla="*/ 116 w 144"/>
                  <a:gd name="T31" fmla="*/ 64 h 114"/>
                  <a:gd name="T32" fmla="*/ 72 w 144"/>
                  <a:gd name="T33" fmla="*/ 32 h 114"/>
                  <a:gd name="T34" fmla="*/ 72 w 144"/>
                  <a:gd name="T35" fmla="*/ 0 h 114"/>
                  <a:gd name="T36" fmla="*/ 27 w 144"/>
                  <a:gd name="T37" fmla="*/ 1 h 114"/>
                  <a:gd name="T38" fmla="*/ 36 w 144"/>
                  <a:gd name="T39" fmla="*/ 9 h 114"/>
                  <a:gd name="T40" fmla="*/ 72 w 144"/>
                  <a:gd name="T41" fmla="*/ 9 h 114"/>
                  <a:gd name="T42" fmla="*/ 27 w 144"/>
                  <a:gd name="T43" fmla="*/ 114 h 114"/>
                  <a:gd name="T44" fmla="*/ 34 w 144"/>
                  <a:gd name="T45" fmla="*/ 107 h 114"/>
                  <a:gd name="T46" fmla="*/ 72 w 144"/>
                  <a:gd name="T47" fmla="*/ 91 h 114"/>
                  <a:gd name="T48" fmla="*/ 27 w 144"/>
                  <a:gd name="T49" fmla="*/ 32 h 114"/>
                  <a:gd name="T50" fmla="*/ 42 w 144"/>
                  <a:gd name="T51" fmla="*/ 64 h 114"/>
                  <a:gd name="T52" fmla="*/ 42 w 144"/>
                  <a:gd name="T53" fmla="*/ 79 h 114"/>
                  <a:gd name="T54" fmla="*/ 27 w 144"/>
                  <a:gd name="T55" fmla="*/ 114 h 114"/>
                  <a:gd name="T56" fmla="*/ 14 w 144"/>
                  <a:gd name="T57" fmla="*/ 25 h 114"/>
                  <a:gd name="T58" fmla="*/ 0 w 144"/>
                  <a:gd name="T59" fmla="*/ 87 h 114"/>
                  <a:gd name="T60" fmla="*/ 0 w 144"/>
                  <a:gd name="T61" fmla="*/ 107 h 114"/>
                  <a:gd name="T62" fmla="*/ 27 w 144"/>
                  <a:gd name="T63" fmla="*/ 114 h 114"/>
                  <a:gd name="T64" fmla="*/ 13 w 144"/>
                  <a:gd name="T65" fmla="*/ 79 h 114"/>
                  <a:gd name="T66" fmla="*/ 27 w 144"/>
                  <a:gd name="T67" fmla="*/ 64 h 114"/>
                  <a:gd name="T68" fmla="*/ 24 w 144"/>
                  <a:gd name="T69" fmla="*/ 32 h 114"/>
                  <a:gd name="T70" fmla="*/ 27 w 144"/>
                  <a:gd name="T71" fmla="*/ 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4" h="114">
                    <a:moveTo>
                      <a:pt x="144" y="41"/>
                    </a:moveTo>
                    <a:cubicBezTo>
                      <a:pt x="129" y="25"/>
                      <a:pt x="129" y="25"/>
                      <a:pt x="129" y="25"/>
                    </a:cubicBezTo>
                    <a:cubicBezTo>
                      <a:pt x="116" y="1"/>
                      <a:pt x="116" y="1"/>
                      <a:pt x="116" y="1"/>
                    </a:cubicBezTo>
                    <a:cubicBezTo>
                      <a:pt x="116" y="26"/>
                      <a:pt x="116" y="26"/>
                      <a:pt x="116" y="26"/>
                    </a:cubicBezTo>
                    <a:cubicBezTo>
                      <a:pt x="120" y="32"/>
                      <a:pt x="120" y="32"/>
                      <a:pt x="120" y="32"/>
                    </a:cubicBezTo>
                    <a:cubicBezTo>
                      <a:pt x="116" y="32"/>
                      <a:pt x="116" y="32"/>
                      <a:pt x="116" y="32"/>
                    </a:cubicBezTo>
                    <a:cubicBezTo>
                      <a:pt x="116" y="64"/>
                      <a:pt x="116" y="64"/>
                      <a:pt x="116" y="64"/>
                    </a:cubicBezTo>
                    <a:cubicBezTo>
                      <a:pt x="131" y="64"/>
                      <a:pt x="131" y="64"/>
                      <a:pt x="131" y="64"/>
                    </a:cubicBezTo>
                    <a:cubicBezTo>
                      <a:pt x="131" y="79"/>
                      <a:pt x="131" y="79"/>
                      <a:pt x="131" y="79"/>
                    </a:cubicBezTo>
                    <a:cubicBezTo>
                      <a:pt x="131" y="79"/>
                      <a:pt x="131" y="79"/>
                      <a:pt x="131" y="79"/>
                    </a:cubicBezTo>
                    <a:cubicBezTo>
                      <a:pt x="116" y="79"/>
                      <a:pt x="116" y="79"/>
                      <a:pt x="116" y="79"/>
                    </a:cubicBezTo>
                    <a:cubicBezTo>
                      <a:pt x="116" y="114"/>
                      <a:pt x="116" y="114"/>
                      <a:pt x="116" y="114"/>
                    </a:cubicBezTo>
                    <a:cubicBezTo>
                      <a:pt x="137" y="114"/>
                      <a:pt x="137" y="114"/>
                      <a:pt x="137" y="114"/>
                    </a:cubicBezTo>
                    <a:cubicBezTo>
                      <a:pt x="141" y="114"/>
                      <a:pt x="144" y="111"/>
                      <a:pt x="144" y="107"/>
                    </a:cubicBezTo>
                    <a:cubicBezTo>
                      <a:pt x="144" y="91"/>
                      <a:pt x="144" y="91"/>
                      <a:pt x="144" y="91"/>
                    </a:cubicBezTo>
                    <a:lnTo>
                      <a:pt x="144" y="41"/>
                    </a:lnTo>
                    <a:close/>
                    <a:moveTo>
                      <a:pt x="116" y="1"/>
                    </a:moveTo>
                    <a:cubicBezTo>
                      <a:pt x="116" y="0"/>
                      <a:pt x="116" y="0"/>
                      <a:pt x="116" y="0"/>
                    </a:cubicBezTo>
                    <a:cubicBezTo>
                      <a:pt x="72" y="0"/>
                      <a:pt x="72" y="0"/>
                      <a:pt x="72" y="0"/>
                    </a:cubicBezTo>
                    <a:cubicBezTo>
                      <a:pt x="72" y="9"/>
                      <a:pt x="72" y="9"/>
                      <a:pt x="72" y="9"/>
                    </a:cubicBezTo>
                    <a:cubicBezTo>
                      <a:pt x="108" y="9"/>
                      <a:pt x="108" y="9"/>
                      <a:pt x="108" y="9"/>
                    </a:cubicBezTo>
                    <a:cubicBezTo>
                      <a:pt x="116" y="26"/>
                      <a:pt x="116" y="26"/>
                      <a:pt x="116" y="26"/>
                    </a:cubicBezTo>
                    <a:cubicBezTo>
                      <a:pt x="116" y="1"/>
                      <a:pt x="116" y="1"/>
                      <a:pt x="116" y="1"/>
                    </a:cubicBezTo>
                    <a:close/>
                    <a:moveTo>
                      <a:pt x="72" y="91"/>
                    </a:moveTo>
                    <a:cubicBezTo>
                      <a:pt x="110" y="91"/>
                      <a:pt x="110" y="91"/>
                      <a:pt x="110" y="91"/>
                    </a:cubicBezTo>
                    <a:cubicBezTo>
                      <a:pt x="110" y="107"/>
                      <a:pt x="110" y="107"/>
                      <a:pt x="110" y="107"/>
                    </a:cubicBezTo>
                    <a:cubicBezTo>
                      <a:pt x="110" y="111"/>
                      <a:pt x="112" y="114"/>
                      <a:pt x="116" y="114"/>
                    </a:cubicBezTo>
                    <a:cubicBezTo>
                      <a:pt x="116" y="114"/>
                      <a:pt x="116" y="114"/>
                      <a:pt x="116" y="114"/>
                    </a:cubicBezTo>
                    <a:cubicBezTo>
                      <a:pt x="116" y="79"/>
                      <a:pt x="116" y="79"/>
                      <a:pt x="116" y="79"/>
                    </a:cubicBezTo>
                    <a:cubicBezTo>
                      <a:pt x="102" y="79"/>
                      <a:pt x="102" y="79"/>
                      <a:pt x="102" y="79"/>
                    </a:cubicBezTo>
                    <a:cubicBezTo>
                      <a:pt x="102" y="64"/>
                      <a:pt x="102" y="64"/>
                      <a:pt x="102" y="64"/>
                    </a:cubicBezTo>
                    <a:cubicBezTo>
                      <a:pt x="116" y="64"/>
                      <a:pt x="116" y="64"/>
                      <a:pt x="116" y="64"/>
                    </a:cubicBezTo>
                    <a:cubicBezTo>
                      <a:pt x="116" y="32"/>
                      <a:pt x="116" y="32"/>
                      <a:pt x="116" y="32"/>
                    </a:cubicBezTo>
                    <a:cubicBezTo>
                      <a:pt x="72" y="32"/>
                      <a:pt x="72" y="32"/>
                      <a:pt x="72" y="32"/>
                    </a:cubicBezTo>
                    <a:lnTo>
                      <a:pt x="72" y="91"/>
                    </a:lnTo>
                    <a:close/>
                    <a:moveTo>
                      <a:pt x="72" y="0"/>
                    </a:moveTo>
                    <a:cubicBezTo>
                      <a:pt x="28" y="0"/>
                      <a:pt x="28" y="0"/>
                      <a:pt x="28" y="0"/>
                    </a:cubicBezTo>
                    <a:cubicBezTo>
                      <a:pt x="27" y="1"/>
                      <a:pt x="27" y="1"/>
                      <a:pt x="27" y="1"/>
                    </a:cubicBezTo>
                    <a:cubicBezTo>
                      <a:pt x="27" y="26"/>
                      <a:pt x="27" y="26"/>
                      <a:pt x="27" y="26"/>
                    </a:cubicBezTo>
                    <a:cubicBezTo>
                      <a:pt x="36" y="9"/>
                      <a:pt x="36" y="9"/>
                      <a:pt x="36" y="9"/>
                    </a:cubicBezTo>
                    <a:cubicBezTo>
                      <a:pt x="36" y="9"/>
                      <a:pt x="36" y="9"/>
                      <a:pt x="36" y="9"/>
                    </a:cubicBezTo>
                    <a:cubicBezTo>
                      <a:pt x="72" y="9"/>
                      <a:pt x="72" y="9"/>
                      <a:pt x="72" y="9"/>
                    </a:cubicBezTo>
                    <a:cubicBezTo>
                      <a:pt x="72" y="0"/>
                      <a:pt x="72" y="0"/>
                      <a:pt x="72" y="0"/>
                    </a:cubicBezTo>
                    <a:close/>
                    <a:moveTo>
                      <a:pt x="27" y="114"/>
                    </a:moveTo>
                    <a:cubicBezTo>
                      <a:pt x="28" y="114"/>
                      <a:pt x="28" y="114"/>
                      <a:pt x="28" y="114"/>
                    </a:cubicBezTo>
                    <a:cubicBezTo>
                      <a:pt x="31" y="114"/>
                      <a:pt x="34" y="111"/>
                      <a:pt x="34" y="107"/>
                    </a:cubicBezTo>
                    <a:cubicBezTo>
                      <a:pt x="34" y="91"/>
                      <a:pt x="34" y="91"/>
                      <a:pt x="34" y="91"/>
                    </a:cubicBezTo>
                    <a:cubicBezTo>
                      <a:pt x="72" y="91"/>
                      <a:pt x="72" y="91"/>
                      <a:pt x="72" y="91"/>
                    </a:cubicBezTo>
                    <a:cubicBezTo>
                      <a:pt x="72" y="32"/>
                      <a:pt x="72" y="32"/>
                      <a:pt x="72" y="32"/>
                    </a:cubicBezTo>
                    <a:cubicBezTo>
                      <a:pt x="27" y="32"/>
                      <a:pt x="27" y="32"/>
                      <a:pt x="27" y="32"/>
                    </a:cubicBezTo>
                    <a:cubicBezTo>
                      <a:pt x="27" y="64"/>
                      <a:pt x="27" y="64"/>
                      <a:pt x="27" y="64"/>
                    </a:cubicBezTo>
                    <a:cubicBezTo>
                      <a:pt x="42" y="64"/>
                      <a:pt x="42" y="64"/>
                      <a:pt x="42" y="64"/>
                    </a:cubicBezTo>
                    <a:cubicBezTo>
                      <a:pt x="42" y="79"/>
                      <a:pt x="42" y="79"/>
                      <a:pt x="42" y="79"/>
                    </a:cubicBezTo>
                    <a:cubicBezTo>
                      <a:pt x="42" y="79"/>
                      <a:pt x="42" y="79"/>
                      <a:pt x="42" y="79"/>
                    </a:cubicBezTo>
                    <a:cubicBezTo>
                      <a:pt x="27" y="79"/>
                      <a:pt x="27" y="79"/>
                      <a:pt x="27" y="79"/>
                    </a:cubicBezTo>
                    <a:lnTo>
                      <a:pt x="27" y="114"/>
                    </a:lnTo>
                    <a:close/>
                    <a:moveTo>
                      <a:pt x="27" y="1"/>
                    </a:moveTo>
                    <a:cubicBezTo>
                      <a:pt x="14" y="25"/>
                      <a:pt x="14" y="25"/>
                      <a:pt x="14" y="25"/>
                    </a:cubicBezTo>
                    <a:cubicBezTo>
                      <a:pt x="0" y="41"/>
                      <a:pt x="0" y="41"/>
                      <a:pt x="0" y="41"/>
                    </a:cubicBezTo>
                    <a:cubicBezTo>
                      <a:pt x="0" y="87"/>
                      <a:pt x="0" y="87"/>
                      <a:pt x="0" y="87"/>
                    </a:cubicBezTo>
                    <a:cubicBezTo>
                      <a:pt x="0" y="91"/>
                      <a:pt x="0" y="91"/>
                      <a:pt x="0" y="91"/>
                    </a:cubicBezTo>
                    <a:cubicBezTo>
                      <a:pt x="0" y="107"/>
                      <a:pt x="0" y="107"/>
                      <a:pt x="0" y="107"/>
                    </a:cubicBezTo>
                    <a:cubicBezTo>
                      <a:pt x="0" y="111"/>
                      <a:pt x="3" y="114"/>
                      <a:pt x="7" y="114"/>
                    </a:cubicBezTo>
                    <a:cubicBezTo>
                      <a:pt x="27" y="114"/>
                      <a:pt x="27" y="114"/>
                      <a:pt x="27" y="114"/>
                    </a:cubicBezTo>
                    <a:cubicBezTo>
                      <a:pt x="27" y="79"/>
                      <a:pt x="27" y="79"/>
                      <a:pt x="27" y="79"/>
                    </a:cubicBezTo>
                    <a:cubicBezTo>
                      <a:pt x="13" y="79"/>
                      <a:pt x="13" y="79"/>
                      <a:pt x="13" y="79"/>
                    </a:cubicBezTo>
                    <a:cubicBezTo>
                      <a:pt x="13" y="64"/>
                      <a:pt x="13" y="64"/>
                      <a:pt x="13" y="64"/>
                    </a:cubicBezTo>
                    <a:cubicBezTo>
                      <a:pt x="27" y="64"/>
                      <a:pt x="27" y="64"/>
                      <a:pt x="27" y="64"/>
                    </a:cubicBezTo>
                    <a:cubicBezTo>
                      <a:pt x="27" y="32"/>
                      <a:pt x="27" y="32"/>
                      <a:pt x="27" y="32"/>
                    </a:cubicBezTo>
                    <a:cubicBezTo>
                      <a:pt x="24" y="32"/>
                      <a:pt x="24" y="32"/>
                      <a:pt x="24" y="32"/>
                    </a:cubicBezTo>
                    <a:cubicBezTo>
                      <a:pt x="27" y="26"/>
                      <a:pt x="27" y="26"/>
                      <a:pt x="27" y="26"/>
                    </a:cubicBezTo>
                    <a:lnTo>
                      <a:pt x="2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53" name="Oval 296"/>
              <p:cNvSpPr>
                <a:spLocks noChangeArrowheads="1"/>
              </p:cNvSpPr>
              <p:nvPr/>
            </p:nvSpPr>
            <p:spPr bwMode="auto">
              <a:xfrm>
                <a:off x="-1338263" y="1347787"/>
                <a:ext cx="134937" cy="134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54" name="Freeform 297"/>
              <p:cNvSpPr>
                <a:spLocks/>
              </p:cNvSpPr>
              <p:nvPr/>
            </p:nvSpPr>
            <p:spPr bwMode="auto">
              <a:xfrm>
                <a:off x="-1431925" y="1504950"/>
                <a:ext cx="319087" cy="500063"/>
              </a:xfrm>
              <a:custGeom>
                <a:avLst/>
                <a:gdLst>
                  <a:gd name="T0" fmla="*/ 33 w 201"/>
                  <a:gd name="T1" fmla="*/ 60 h 315"/>
                  <a:gd name="T2" fmla="*/ 45 w 201"/>
                  <a:gd name="T3" fmla="*/ 60 h 315"/>
                  <a:gd name="T4" fmla="*/ 45 w 201"/>
                  <a:gd name="T5" fmla="*/ 161 h 315"/>
                  <a:gd name="T6" fmla="*/ 45 w 201"/>
                  <a:gd name="T7" fmla="*/ 161 h 315"/>
                  <a:gd name="T8" fmla="*/ 45 w 201"/>
                  <a:gd name="T9" fmla="*/ 315 h 315"/>
                  <a:gd name="T10" fmla="*/ 95 w 201"/>
                  <a:gd name="T11" fmla="*/ 315 h 315"/>
                  <a:gd name="T12" fmla="*/ 95 w 201"/>
                  <a:gd name="T13" fmla="*/ 149 h 315"/>
                  <a:gd name="T14" fmla="*/ 109 w 201"/>
                  <a:gd name="T15" fmla="*/ 149 h 315"/>
                  <a:gd name="T16" fmla="*/ 109 w 201"/>
                  <a:gd name="T17" fmla="*/ 315 h 315"/>
                  <a:gd name="T18" fmla="*/ 158 w 201"/>
                  <a:gd name="T19" fmla="*/ 315 h 315"/>
                  <a:gd name="T20" fmla="*/ 158 w 201"/>
                  <a:gd name="T21" fmla="*/ 149 h 315"/>
                  <a:gd name="T22" fmla="*/ 158 w 201"/>
                  <a:gd name="T23" fmla="*/ 149 h 315"/>
                  <a:gd name="T24" fmla="*/ 158 w 201"/>
                  <a:gd name="T25" fmla="*/ 60 h 315"/>
                  <a:gd name="T26" fmla="*/ 170 w 201"/>
                  <a:gd name="T27" fmla="*/ 60 h 315"/>
                  <a:gd name="T28" fmla="*/ 170 w 201"/>
                  <a:gd name="T29" fmla="*/ 149 h 315"/>
                  <a:gd name="T30" fmla="*/ 201 w 201"/>
                  <a:gd name="T31" fmla="*/ 149 h 315"/>
                  <a:gd name="T32" fmla="*/ 201 w 201"/>
                  <a:gd name="T33" fmla="*/ 0 h 315"/>
                  <a:gd name="T34" fmla="*/ 0 w 201"/>
                  <a:gd name="T35" fmla="*/ 0 h 315"/>
                  <a:gd name="T36" fmla="*/ 0 w 201"/>
                  <a:gd name="T37" fmla="*/ 149 h 315"/>
                  <a:gd name="T38" fmla="*/ 33 w 201"/>
                  <a:gd name="T39" fmla="*/ 149 h 315"/>
                  <a:gd name="T40" fmla="*/ 33 w 201"/>
                  <a:gd name="T41" fmla="*/ 6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1" h="315">
                    <a:moveTo>
                      <a:pt x="33" y="60"/>
                    </a:moveTo>
                    <a:lnTo>
                      <a:pt x="45" y="60"/>
                    </a:lnTo>
                    <a:lnTo>
                      <a:pt x="45" y="161"/>
                    </a:lnTo>
                    <a:lnTo>
                      <a:pt x="45" y="161"/>
                    </a:lnTo>
                    <a:lnTo>
                      <a:pt x="45" y="315"/>
                    </a:lnTo>
                    <a:lnTo>
                      <a:pt x="95" y="315"/>
                    </a:lnTo>
                    <a:lnTo>
                      <a:pt x="95" y="149"/>
                    </a:lnTo>
                    <a:lnTo>
                      <a:pt x="109" y="149"/>
                    </a:lnTo>
                    <a:lnTo>
                      <a:pt x="109" y="315"/>
                    </a:lnTo>
                    <a:lnTo>
                      <a:pt x="158" y="315"/>
                    </a:lnTo>
                    <a:lnTo>
                      <a:pt x="158" y="149"/>
                    </a:lnTo>
                    <a:lnTo>
                      <a:pt x="158" y="149"/>
                    </a:lnTo>
                    <a:lnTo>
                      <a:pt x="158" y="60"/>
                    </a:lnTo>
                    <a:lnTo>
                      <a:pt x="170" y="60"/>
                    </a:lnTo>
                    <a:lnTo>
                      <a:pt x="170" y="149"/>
                    </a:lnTo>
                    <a:lnTo>
                      <a:pt x="201" y="149"/>
                    </a:lnTo>
                    <a:lnTo>
                      <a:pt x="201" y="0"/>
                    </a:lnTo>
                    <a:lnTo>
                      <a:pt x="0" y="0"/>
                    </a:lnTo>
                    <a:lnTo>
                      <a:pt x="0" y="149"/>
                    </a:lnTo>
                    <a:lnTo>
                      <a:pt x="33" y="149"/>
                    </a:lnTo>
                    <a:lnTo>
                      <a:pt x="33"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55" name="Oval 298"/>
              <p:cNvSpPr>
                <a:spLocks noChangeArrowheads="1"/>
              </p:cNvSpPr>
              <p:nvPr/>
            </p:nvSpPr>
            <p:spPr bwMode="auto">
              <a:xfrm>
                <a:off x="-973138" y="1347787"/>
                <a:ext cx="134937" cy="134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56" name="Freeform 299"/>
              <p:cNvSpPr>
                <a:spLocks/>
              </p:cNvSpPr>
              <p:nvPr/>
            </p:nvSpPr>
            <p:spPr bwMode="auto">
              <a:xfrm>
                <a:off x="-1090613" y="1504950"/>
                <a:ext cx="368300" cy="500063"/>
              </a:xfrm>
              <a:custGeom>
                <a:avLst/>
                <a:gdLst>
                  <a:gd name="T0" fmla="*/ 199 w 232"/>
                  <a:gd name="T1" fmla="*/ 149 h 315"/>
                  <a:gd name="T2" fmla="*/ 232 w 232"/>
                  <a:gd name="T3" fmla="*/ 149 h 315"/>
                  <a:gd name="T4" fmla="*/ 192 w 232"/>
                  <a:gd name="T5" fmla="*/ 0 h 315"/>
                  <a:gd name="T6" fmla="*/ 43 w 232"/>
                  <a:gd name="T7" fmla="*/ 0 h 315"/>
                  <a:gd name="T8" fmla="*/ 0 w 232"/>
                  <a:gd name="T9" fmla="*/ 149 h 315"/>
                  <a:gd name="T10" fmla="*/ 31 w 232"/>
                  <a:gd name="T11" fmla="*/ 149 h 315"/>
                  <a:gd name="T12" fmla="*/ 57 w 232"/>
                  <a:gd name="T13" fmla="*/ 60 h 315"/>
                  <a:gd name="T14" fmla="*/ 66 w 232"/>
                  <a:gd name="T15" fmla="*/ 60 h 315"/>
                  <a:gd name="T16" fmla="*/ 24 w 232"/>
                  <a:gd name="T17" fmla="*/ 225 h 315"/>
                  <a:gd name="T18" fmla="*/ 59 w 232"/>
                  <a:gd name="T19" fmla="*/ 225 h 315"/>
                  <a:gd name="T20" fmla="*/ 59 w 232"/>
                  <a:gd name="T21" fmla="*/ 315 h 315"/>
                  <a:gd name="T22" fmla="*/ 109 w 232"/>
                  <a:gd name="T23" fmla="*/ 315 h 315"/>
                  <a:gd name="T24" fmla="*/ 109 w 232"/>
                  <a:gd name="T25" fmla="*/ 225 h 315"/>
                  <a:gd name="T26" fmla="*/ 123 w 232"/>
                  <a:gd name="T27" fmla="*/ 225 h 315"/>
                  <a:gd name="T28" fmla="*/ 123 w 232"/>
                  <a:gd name="T29" fmla="*/ 315 h 315"/>
                  <a:gd name="T30" fmla="*/ 173 w 232"/>
                  <a:gd name="T31" fmla="*/ 315 h 315"/>
                  <a:gd name="T32" fmla="*/ 173 w 232"/>
                  <a:gd name="T33" fmla="*/ 225 h 315"/>
                  <a:gd name="T34" fmla="*/ 208 w 232"/>
                  <a:gd name="T35" fmla="*/ 225 h 315"/>
                  <a:gd name="T36" fmla="*/ 163 w 232"/>
                  <a:gd name="T37" fmla="*/ 60 h 315"/>
                  <a:gd name="T38" fmla="*/ 175 w 232"/>
                  <a:gd name="T39" fmla="*/ 60 h 315"/>
                  <a:gd name="T40" fmla="*/ 199 w 232"/>
                  <a:gd name="T41" fmla="*/ 149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2" h="315">
                    <a:moveTo>
                      <a:pt x="199" y="149"/>
                    </a:moveTo>
                    <a:lnTo>
                      <a:pt x="232" y="149"/>
                    </a:lnTo>
                    <a:lnTo>
                      <a:pt x="192" y="0"/>
                    </a:lnTo>
                    <a:lnTo>
                      <a:pt x="43" y="0"/>
                    </a:lnTo>
                    <a:lnTo>
                      <a:pt x="0" y="149"/>
                    </a:lnTo>
                    <a:lnTo>
                      <a:pt x="31" y="149"/>
                    </a:lnTo>
                    <a:lnTo>
                      <a:pt x="57" y="60"/>
                    </a:lnTo>
                    <a:lnTo>
                      <a:pt x="66" y="60"/>
                    </a:lnTo>
                    <a:lnTo>
                      <a:pt x="24" y="225"/>
                    </a:lnTo>
                    <a:lnTo>
                      <a:pt x="59" y="225"/>
                    </a:lnTo>
                    <a:lnTo>
                      <a:pt x="59" y="315"/>
                    </a:lnTo>
                    <a:lnTo>
                      <a:pt x="109" y="315"/>
                    </a:lnTo>
                    <a:lnTo>
                      <a:pt x="109" y="225"/>
                    </a:lnTo>
                    <a:lnTo>
                      <a:pt x="123" y="225"/>
                    </a:lnTo>
                    <a:lnTo>
                      <a:pt x="123" y="315"/>
                    </a:lnTo>
                    <a:lnTo>
                      <a:pt x="173" y="315"/>
                    </a:lnTo>
                    <a:lnTo>
                      <a:pt x="173" y="225"/>
                    </a:lnTo>
                    <a:lnTo>
                      <a:pt x="208" y="225"/>
                    </a:lnTo>
                    <a:lnTo>
                      <a:pt x="163" y="60"/>
                    </a:lnTo>
                    <a:lnTo>
                      <a:pt x="175" y="60"/>
                    </a:lnTo>
                    <a:lnTo>
                      <a:pt x="199"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57" name="Freeform 300"/>
              <p:cNvSpPr>
                <a:spLocks/>
              </p:cNvSpPr>
              <p:nvPr/>
            </p:nvSpPr>
            <p:spPr bwMode="auto">
              <a:xfrm>
                <a:off x="-1720850" y="701675"/>
                <a:ext cx="574675" cy="533400"/>
              </a:xfrm>
              <a:custGeom>
                <a:avLst/>
                <a:gdLst>
                  <a:gd name="T0" fmla="*/ 91 w 153"/>
                  <a:gd name="T1" fmla="*/ 71 h 142"/>
                  <a:gd name="T2" fmla="*/ 117 w 153"/>
                  <a:gd name="T3" fmla="*/ 50 h 142"/>
                  <a:gd name="T4" fmla="*/ 123 w 153"/>
                  <a:gd name="T5" fmla="*/ 50 h 142"/>
                  <a:gd name="T6" fmla="*/ 140 w 153"/>
                  <a:gd name="T7" fmla="*/ 63 h 142"/>
                  <a:gd name="T8" fmla="*/ 151 w 153"/>
                  <a:gd name="T9" fmla="*/ 58 h 142"/>
                  <a:gd name="T10" fmla="*/ 150 w 153"/>
                  <a:gd name="T11" fmla="*/ 35 h 142"/>
                  <a:gd name="T12" fmla="*/ 103 w 153"/>
                  <a:gd name="T13" fmla="*/ 5 h 142"/>
                  <a:gd name="T14" fmla="*/ 73 w 153"/>
                  <a:gd name="T15" fmla="*/ 32 h 142"/>
                  <a:gd name="T16" fmla="*/ 35 w 153"/>
                  <a:gd name="T17" fmla="*/ 20 h 142"/>
                  <a:gd name="T18" fmla="*/ 4 w 153"/>
                  <a:gd name="T19" fmla="*/ 67 h 142"/>
                  <a:gd name="T20" fmla="*/ 97 w 153"/>
                  <a:gd name="T21" fmla="*/ 142 h 142"/>
                  <a:gd name="T22" fmla="*/ 113 w 153"/>
                  <a:gd name="T23" fmla="*/ 128 h 142"/>
                  <a:gd name="T24" fmla="*/ 91 w 153"/>
                  <a:gd name="T25" fmla="*/ 7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3" h="142">
                    <a:moveTo>
                      <a:pt x="91" y="71"/>
                    </a:moveTo>
                    <a:cubicBezTo>
                      <a:pt x="93" y="58"/>
                      <a:pt x="104" y="50"/>
                      <a:pt x="117" y="50"/>
                    </a:cubicBezTo>
                    <a:cubicBezTo>
                      <a:pt x="119" y="50"/>
                      <a:pt x="121" y="50"/>
                      <a:pt x="123" y="50"/>
                    </a:cubicBezTo>
                    <a:cubicBezTo>
                      <a:pt x="130" y="52"/>
                      <a:pt x="136" y="57"/>
                      <a:pt x="140" y="63"/>
                    </a:cubicBezTo>
                    <a:cubicBezTo>
                      <a:pt x="143" y="60"/>
                      <a:pt x="147" y="59"/>
                      <a:pt x="151" y="58"/>
                    </a:cubicBezTo>
                    <a:cubicBezTo>
                      <a:pt x="153" y="44"/>
                      <a:pt x="150" y="35"/>
                      <a:pt x="150" y="35"/>
                    </a:cubicBezTo>
                    <a:cubicBezTo>
                      <a:pt x="145" y="13"/>
                      <a:pt x="124" y="0"/>
                      <a:pt x="103" y="5"/>
                    </a:cubicBezTo>
                    <a:cubicBezTo>
                      <a:pt x="88" y="8"/>
                      <a:pt x="77" y="18"/>
                      <a:pt x="73" y="32"/>
                    </a:cubicBezTo>
                    <a:cubicBezTo>
                      <a:pt x="64" y="21"/>
                      <a:pt x="49" y="16"/>
                      <a:pt x="35" y="20"/>
                    </a:cubicBezTo>
                    <a:cubicBezTo>
                      <a:pt x="13" y="24"/>
                      <a:pt x="0" y="46"/>
                      <a:pt x="4" y="67"/>
                    </a:cubicBezTo>
                    <a:cubicBezTo>
                      <a:pt x="4" y="67"/>
                      <a:pt x="13" y="120"/>
                      <a:pt x="97" y="142"/>
                    </a:cubicBezTo>
                    <a:cubicBezTo>
                      <a:pt x="103" y="138"/>
                      <a:pt x="109" y="133"/>
                      <a:pt x="113" y="128"/>
                    </a:cubicBezTo>
                    <a:cubicBezTo>
                      <a:pt x="84" y="99"/>
                      <a:pt x="90" y="73"/>
                      <a:pt x="91"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58" name="Freeform 301"/>
              <p:cNvSpPr>
                <a:spLocks/>
              </p:cNvSpPr>
              <p:nvPr/>
            </p:nvSpPr>
            <p:spPr bwMode="auto">
              <a:xfrm>
                <a:off x="-1390650" y="904875"/>
                <a:ext cx="341312" cy="288925"/>
              </a:xfrm>
              <a:custGeom>
                <a:avLst/>
                <a:gdLst>
                  <a:gd name="T0" fmla="*/ 71 w 91"/>
                  <a:gd name="T1" fmla="*/ 9 h 77"/>
                  <a:gd name="T2" fmla="*/ 66 w 91"/>
                  <a:gd name="T3" fmla="*/ 9 h 77"/>
                  <a:gd name="T4" fmla="*/ 62 w 91"/>
                  <a:gd name="T5" fmla="*/ 9 h 77"/>
                  <a:gd name="T6" fmla="*/ 50 w 91"/>
                  <a:gd name="T7" fmla="*/ 16 h 77"/>
                  <a:gd name="T8" fmla="*/ 34 w 91"/>
                  <a:gd name="T9" fmla="*/ 1 h 77"/>
                  <a:gd name="T10" fmla="*/ 29 w 91"/>
                  <a:gd name="T11" fmla="*/ 0 h 77"/>
                  <a:gd name="T12" fmla="*/ 7 w 91"/>
                  <a:gd name="T13" fmla="*/ 18 h 77"/>
                  <a:gd name="T14" fmla="*/ 29 w 91"/>
                  <a:gd name="T15" fmla="*/ 71 h 77"/>
                  <a:gd name="T16" fmla="*/ 36 w 91"/>
                  <a:gd name="T17" fmla="*/ 77 h 77"/>
                  <a:gd name="T18" fmla="*/ 88 w 91"/>
                  <a:gd name="T19" fmla="*/ 36 h 77"/>
                  <a:gd name="T20" fmla="*/ 71 w 91"/>
                  <a:gd name="T21" fmla="*/ 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77">
                    <a:moveTo>
                      <a:pt x="71" y="9"/>
                    </a:moveTo>
                    <a:cubicBezTo>
                      <a:pt x="69" y="9"/>
                      <a:pt x="68" y="9"/>
                      <a:pt x="66" y="9"/>
                    </a:cubicBezTo>
                    <a:cubicBezTo>
                      <a:pt x="65" y="9"/>
                      <a:pt x="63" y="9"/>
                      <a:pt x="62" y="9"/>
                    </a:cubicBezTo>
                    <a:cubicBezTo>
                      <a:pt x="57" y="10"/>
                      <a:pt x="53" y="13"/>
                      <a:pt x="50" y="16"/>
                    </a:cubicBezTo>
                    <a:cubicBezTo>
                      <a:pt x="48" y="9"/>
                      <a:pt x="42" y="3"/>
                      <a:pt x="34" y="1"/>
                    </a:cubicBezTo>
                    <a:cubicBezTo>
                      <a:pt x="32" y="0"/>
                      <a:pt x="30" y="0"/>
                      <a:pt x="29" y="0"/>
                    </a:cubicBezTo>
                    <a:cubicBezTo>
                      <a:pt x="19" y="0"/>
                      <a:pt x="9" y="7"/>
                      <a:pt x="7" y="18"/>
                    </a:cubicBezTo>
                    <a:cubicBezTo>
                      <a:pt x="7" y="18"/>
                      <a:pt x="0" y="42"/>
                      <a:pt x="29" y="71"/>
                    </a:cubicBezTo>
                    <a:cubicBezTo>
                      <a:pt x="31" y="73"/>
                      <a:pt x="33" y="75"/>
                      <a:pt x="36" y="77"/>
                    </a:cubicBezTo>
                    <a:cubicBezTo>
                      <a:pt x="83" y="65"/>
                      <a:pt x="88" y="36"/>
                      <a:pt x="88" y="36"/>
                    </a:cubicBezTo>
                    <a:cubicBezTo>
                      <a:pt x="91" y="24"/>
                      <a:pt x="83" y="12"/>
                      <a:pt x="7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59" name="Rectangle 302"/>
              <p:cNvSpPr>
                <a:spLocks noChangeArrowheads="1"/>
              </p:cNvSpPr>
              <p:nvPr/>
            </p:nvSpPr>
            <p:spPr bwMode="auto">
              <a:xfrm>
                <a:off x="-3956050" y="6067425"/>
                <a:ext cx="44450" cy="1158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60" name="Freeform 303"/>
              <p:cNvSpPr>
                <a:spLocks/>
              </p:cNvSpPr>
              <p:nvPr/>
            </p:nvSpPr>
            <p:spPr bwMode="auto">
              <a:xfrm>
                <a:off x="-3760788" y="6067425"/>
                <a:ext cx="192087" cy="115888"/>
              </a:xfrm>
              <a:custGeom>
                <a:avLst/>
                <a:gdLst>
                  <a:gd name="T0" fmla="*/ 121 w 121"/>
                  <a:gd name="T1" fmla="*/ 73 h 73"/>
                  <a:gd name="T2" fmla="*/ 121 w 121"/>
                  <a:gd name="T3" fmla="*/ 0 h 73"/>
                  <a:gd name="T4" fmla="*/ 73 w 121"/>
                  <a:gd name="T5" fmla="*/ 0 h 73"/>
                  <a:gd name="T6" fmla="*/ 0 w 121"/>
                  <a:gd name="T7" fmla="*/ 73 h 73"/>
                  <a:gd name="T8" fmla="*/ 121 w 121"/>
                  <a:gd name="T9" fmla="*/ 73 h 73"/>
                </a:gdLst>
                <a:ahLst/>
                <a:cxnLst>
                  <a:cxn ang="0">
                    <a:pos x="T0" y="T1"/>
                  </a:cxn>
                  <a:cxn ang="0">
                    <a:pos x="T2" y="T3"/>
                  </a:cxn>
                  <a:cxn ang="0">
                    <a:pos x="T4" y="T5"/>
                  </a:cxn>
                  <a:cxn ang="0">
                    <a:pos x="T6" y="T7"/>
                  </a:cxn>
                  <a:cxn ang="0">
                    <a:pos x="T8" y="T9"/>
                  </a:cxn>
                </a:cxnLst>
                <a:rect l="0" t="0" r="r" b="b"/>
                <a:pathLst>
                  <a:path w="121" h="73">
                    <a:moveTo>
                      <a:pt x="121" y="73"/>
                    </a:moveTo>
                    <a:lnTo>
                      <a:pt x="121" y="0"/>
                    </a:lnTo>
                    <a:lnTo>
                      <a:pt x="73" y="0"/>
                    </a:lnTo>
                    <a:lnTo>
                      <a:pt x="0" y="73"/>
                    </a:lnTo>
                    <a:lnTo>
                      <a:pt x="1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61" name="Freeform 304"/>
              <p:cNvSpPr>
                <a:spLocks/>
              </p:cNvSpPr>
              <p:nvPr/>
            </p:nvSpPr>
            <p:spPr bwMode="auto">
              <a:xfrm>
                <a:off x="-3892550" y="6067425"/>
                <a:ext cx="128587" cy="115888"/>
              </a:xfrm>
              <a:custGeom>
                <a:avLst/>
                <a:gdLst>
                  <a:gd name="T0" fmla="*/ 81 w 81"/>
                  <a:gd name="T1" fmla="*/ 0 h 73"/>
                  <a:gd name="T2" fmla="*/ 0 w 81"/>
                  <a:gd name="T3" fmla="*/ 0 h 73"/>
                  <a:gd name="T4" fmla="*/ 0 w 81"/>
                  <a:gd name="T5" fmla="*/ 73 h 73"/>
                  <a:gd name="T6" fmla="*/ 7 w 81"/>
                  <a:gd name="T7" fmla="*/ 73 h 73"/>
                  <a:gd name="T8" fmla="*/ 81 w 81"/>
                  <a:gd name="T9" fmla="*/ 0 h 73"/>
                </a:gdLst>
                <a:ahLst/>
                <a:cxnLst>
                  <a:cxn ang="0">
                    <a:pos x="T0" y="T1"/>
                  </a:cxn>
                  <a:cxn ang="0">
                    <a:pos x="T2" y="T3"/>
                  </a:cxn>
                  <a:cxn ang="0">
                    <a:pos x="T4" y="T5"/>
                  </a:cxn>
                  <a:cxn ang="0">
                    <a:pos x="T6" y="T7"/>
                  </a:cxn>
                  <a:cxn ang="0">
                    <a:pos x="T8" y="T9"/>
                  </a:cxn>
                </a:cxnLst>
                <a:rect l="0" t="0" r="r" b="b"/>
                <a:pathLst>
                  <a:path w="81" h="73">
                    <a:moveTo>
                      <a:pt x="81" y="0"/>
                    </a:moveTo>
                    <a:lnTo>
                      <a:pt x="0" y="0"/>
                    </a:lnTo>
                    <a:lnTo>
                      <a:pt x="0" y="73"/>
                    </a:lnTo>
                    <a:lnTo>
                      <a:pt x="7" y="73"/>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62" name="Freeform 305"/>
              <p:cNvSpPr>
                <a:spLocks noEditPoints="1"/>
              </p:cNvSpPr>
              <p:nvPr/>
            </p:nvSpPr>
            <p:spPr bwMode="auto">
              <a:xfrm>
                <a:off x="-4068763" y="5816600"/>
                <a:ext cx="612775" cy="614363"/>
              </a:xfrm>
              <a:custGeom>
                <a:avLst/>
                <a:gdLst>
                  <a:gd name="T0" fmla="*/ 94 w 163"/>
                  <a:gd name="T1" fmla="*/ 163 h 164"/>
                  <a:gd name="T2" fmla="*/ 163 w 163"/>
                  <a:gd name="T3" fmla="*/ 82 h 164"/>
                  <a:gd name="T4" fmla="*/ 94 w 163"/>
                  <a:gd name="T5" fmla="*/ 1 h 164"/>
                  <a:gd name="T6" fmla="*/ 94 w 163"/>
                  <a:gd name="T7" fmla="*/ 15 h 164"/>
                  <a:gd name="T8" fmla="*/ 125 w 163"/>
                  <a:gd name="T9" fmla="*/ 29 h 164"/>
                  <a:gd name="T10" fmla="*/ 94 w 163"/>
                  <a:gd name="T11" fmla="*/ 60 h 164"/>
                  <a:gd name="T12" fmla="*/ 94 w 163"/>
                  <a:gd name="T13" fmla="*/ 79 h 164"/>
                  <a:gd name="T14" fmla="*/ 107 w 163"/>
                  <a:gd name="T15" fmla="*/ 67 h 164"/>
                  <a:gd name="T16" fmla="*/ 109 w 163"/>
                  <a:gd name="T17" fmla="*/ 64 h 164"/>
                  <a:gd name="T18" fmla="*/ 111 w 163"/>
                  <a:gd name="T19" fmla="*/ 62 h 164"/>
                  <a:gd name="T20" fmla="*/ 134 w 163"/>
                  <a:gd name="T21" fmla="*/ 39 h 164"/>
                  <a:gd name="T22" fmla="*/ 150 w 163"/>
                  <a:gd name="T23" fmla="*/ 82 h 164"/>
                  <a:gd name="T24" fmla="*/ 150 w 163"/>
                  <a:gd name="T25" fmla="*/ 82 h 164"/>
                  <a:gd name="T26" fmla="*/ 94 w 163"/>
                  <a:gd name="T27" fmla="*/ 149 h 164"/>
                  <a:gd name="T28" fmla="*/ 94 w 163"/>
                  <a:gd name="T29" fmla="*/ 163 h 164"/>
                  <a:gd name="T30" fmla="*/ 81 w 163"/>
                  <a:gd name="T31" fmla="*/ 164 h 164"/>
                  <a:gd name="T32" fmla="*/ 94 w 163"/>
                  <a:gd name="T33" fmla="*/ 163 h 164"/>
                  <a:gd name="T34" fmla="*/ 94 w 163"/>
                  <a:gd name="T35" fmla="*/ 149 h 164"/>
                  <a:gd name="T36" fmla="*/ 81 w 163"/>
                  <a:gd name="T37" fmla="*/ 151 h 164"/>
                  <a:gd name="T38" fmla="*/ 38 w 163"/>
                  <a:gd name="T39" fmla="*/ 135 h 164"/>
                  <a:gd name="T40" fmla="*/ 71 w 163"/>
                  <a:gd name="T41" fmla="*/ 102 h 164"/>
                  <a:gd name="T42" fmla="*/ 73 w 163"/>
                  <a:gd name="T43" fmla="*/ 100 h 164"/>
                  <a:gd name="T44" fmla="*/ 76 w 163"/>
                  <a:gd name="T45" fmla="*/ 98 h 164"/>
                  <a:gd name="T46" fmla="*/ 94 w 163"/>
                  <a:gd name="T47" fmla="*/ 79 h 164"/>
                  <a:gd name="T48" fmla="*/ 94 w 163"/>
                  <a:gd name="T49" fmla="*/ 60 h 164"/>
                  <a:gd name="T50" fmla="*/ 92 w 163"/>
                  <a:gd name="T51" fmla="*/ 62 h 164"/>
                  <a:gd name="T52" fmla="*/ 90 w 163"/>
                  <a:gd name="T53" fmla="*/ 64 h 164"/>
                  <a:gd name="T54" fmla="*/ 87 w 163"/>
                  <a:gd name="T55" fmla="*/ 67 h 164"/>
                  <a:gd name="T56" fmla="*/ 56 w 163"/>
                  <a:gd name="T57" fmla="*/ 98 h 164"/>
                  <a:gd name="T58" fmla="*/ 54 w 163"/>
                  <a:gd name="T59" fmla="*/ 100 h 164"/>
                  <a:gd name="T60" fmla="*/ 52 w 163"/>
                  <a:gd name="T61" fmla="*/ 102 h 164"/>
                  <a:gd name="T62" fmla="*/ 29 w 163"/>
                  <a:gd name="T63" fmla="*/ 125 h 164"/>
                  <a:gd name="T64" fmla="*/ 13 w 163"/>
                  <a:gd name="T65" fmla="*/ 82 h 164"/>
                  <a:gd name="T66" fmla="*/ 81 w 163"/>
                  <a:gd name="T67" fmla="*/ 14 h 164"/>
                  <a:gd name="T68" fmla="*/ 81 w 163"/>
                  <a:gd name="T69" fmla="*/ 14 h 164"/>
                  <a:gd name="T70" fmla="*/ 94 w 163"/>
                  <a:gd name="T71" fmla="*/ 15 h 164"/>
                  <a:gd name="T72" fmla="*/ 94 w 163"/>
                  <a:gd name="T73" fmla="*/ 1 h 164"/>
                  <a:gd name="T74" fmla="*/ 81 w 163"/>
                  <a:gd name="T75" fmla="*/ 0 h 164"/>
                  <a:gd name="T76" fmla="*/ 0 w 163"/>
                  <a:gd name="T77" fmla="*/ 82 h 164"/>
                  <a:gd name="T78" fmla="*/ 81 w 163"/>
                  <a:gd name="T7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3" h="164">
                    <a:moveTo>
                      <a:pt x="94" y="163"/>
                    </a:moveTo>
                    <a:cubicBezTo>
                      <a:pt x="133" y="157"/>
                      <a:pt x="163" y="123"/>
                      <a:pt x="163" y="82"/>
                    </a:cubicBezTo>
                    <a:cubicBezTo>
                      <a:pt x="163" y="41"/>
                      <a:pt x="133" y="7"/>
                      <a:pt x="94" y="1"/>
                    </a:cubicBezTo>
                    <a:cubicBezTo>
                      <a:pt x="94" y="15"/>
                      <a:pt x="94" y="15"/>
                      <a:pt x="94" y="15"/>
                    </a:cubicBezTo>
                    <a:cubicBezTo>
                      <a:pt x="106" y="17"/>
                      <a:pt x="116" y="22"/>
                      <a:pt x="125" y="29"/>
                    </a:cubicBezTo>
                    <a:cubicBezTo>
                      <a:pt x="94" y="60"/>
                      <a:pt x="94" y="60"/>
                      <a:pt x="94" y="60"/>
                    </a:cubicBezTo>
                    <a:cubicBezTo>
                      <a:pt x="94" y="79"/>
                      <a:pt x="94" y="79"/>
                      <a:pt x="94" y="79"/>
                    </a:cubicBezTo>
                    <a:cubicBezTo>
                      <a:pt x="107" y="67"/>
                      <a:pt x="107" y="67"/>
                      <a:pt x="107" y="67"/>
                    </a:cubicBezTo>
                    <a:cubicBezTo>
                      <a:pt x="109" y="64"/>
                      <a:pt x="109" y="64"/>
                      <a:pt x="109" y="64"/>
                    </a:cubicBezTo>
                    <a:cubicBezTo>
                      <a:pt x="111" y="62"/>
                      <a:pt x="111" y="62"/>
                      <a:pt x="111" y="62"/>
                    </a:cubicBezTo>
                    <a:cubicBezTo>
                      <a:pt x="134" y="39"/>
                      <a:pt x="134" y="39"/>
                      <a:pt x="134" y="39"/>
                    </a:cubicBezTo>
                    <a:cubicBezTo>
                      <a:pt x="144" y="51"/>
                      <a:pt x="150" y="66"/>
                      <a:pt x="150" y="82"/>
                    </a:cubicBezTo>
                    <a:cubicBezTo>
                      <a:pt x="150" y="82"/>
                      <a:pt x="150" y="82"/>
                      <a:pt x="150" y="82"/>
                    </a:cubicBezTo>
                    <a:cubicBezTo>
                      <a:pt x="150" y="116"/>
                      <a:pt x="126" y="143"/>
                      <a:pt x="94" y="149"/>
                    </a:cubicBezTo>
                    <a:lnTo>
                      <a:pt x="94" y="163"/>
                    </a:lnTo>
                    <a:close/>
                    <a:moveTo>
                      <a:pt x="81" y="164"/>
                    </a:moveTo>
                    <a:cubicBezTo>
                      <a:pt x="86" y="164"/>
                      <a:pt x="90" y="164"/>
                      <a:pt x="94" y="163"/>
                    </a:cubicBezTo>
                    <a:cubicBezTo>
                      <a:pt x="94" y="149"/>
                      <a:pt x="94" y="149"/>
                      <a:pt x="94" y="149"/>
                    </a:cubicBezTo>
                    <a:cubicBezTo>
                      <a:pt x="90" y="150"/>
                      <a:pt x="86" y="151"/>
                      <a:pt x="81" y="151"/>
                    </a:cubicBezTo>
                    <a:cubicBezTo>
                      <a:pt x="65" y="151"/>
                      <a:pt x="50" y="145"/>
                      <a:pt x="38" y="135"/>
                    </a:cubicBezTo>
                    <a:cubicBezTo>
                      <a:pt x="71" y="102"/>
                      <a:pt x="71" y="102"/>
                      <a:pt x="71" y="102"/>
                    </a:cubicBezTo>
                    <a:cubicBezTo>
                      <a:pt x="73" y="100"/>
                      <a:pt x="73" y="100"/>
                      <a:pt x="73" y="100"/>
                    </a:cubicBezTo>
                    <a:cubicBezTo>
                      <a:pt x="76" y="98"/>
                      <a:pt x="76" y="98"/>
                      <a:pt x="76" y="98"/>
                    </a:cubicBezTo>
                    <a:cubicBezTo>
                      <a:pt x="94" y="79"/>
                      <a:pt x="94" y="79"/>
                      <a:pt x="94" y="79"/>
                    </a:cubicBezTo>
                    <a:cubicBezTo>
                      <a:pt x="94" y="60"/>
                      <a:pt x="94" y="60"/>
                      <a:pt x="94" y="60"/>
                    </a:cubicBezTo>
                    <a:cubicBezTo>
                      <a:pt x="92" y="62"/>
                      <a:pt x="92" y="62"/>
                      <a:pt x="92" y="62"/>
                    </a:cubicBezTo>
                    <a:cubicBezTo>
                      <a:pt x="90" y="64"/>
                      <a:pt x="90" y="64"/>
                      <a:pt x="90" y="64"/>
                    </a:cubicBezTo>
                    <a:cubicBezTo>
                      <a:pt x="87" y="67"/>
                      <a:pt x="87" y="67"/>
                      <a:pt x="87" y="67"/>
                    </a:cubicBezTo>
                    <a:cubicBezTo>
                      <a:pt x="56" y="98"/>
                      <a:pt x="56" y="98"/>
                      <a:pt x="56" y="98"/>
                    </a:cubicBezTo>
                    <a:cubicBezTo>
                      <a:pt x="54" y="100"/>
                      <a:pt x="54" y="100"/>
                      <a:pt x="54" y="100"/>
                    </a:cubicBezTo>
                    <a:cubicBezTo>
                      <a:pt x="52" y="102"/>
                      <a:pt x="52" y="102"/>
                      <a:pt x="52" y="102"/>
                    </a:cubicBezTo>
                    <a:cubicBezTo>
                      <a:pt x="29" y="125"/>
                      <a:pt x="29" y="125"/>
                      <a:pt x="29" y="125"/>
                    </a:cubicBezTo>
                    <a:cubicBezTo>
                      <a:pt x="19" y="114"/>
                      <a:pt x="13" y="99"/>
                      <a:pt x="13" y="82"/>
                    </a:cubicBezTo>
                    <a:cubicBezTo>
                      <a:pt x="13" y="45"/>
                      <a:pt x="44" y="14"/>
                      <a:pt x="81" y="14"/>
                    </a:cubicBezTo>
                    <a:cubicBezTo>
                      <a:pt x="81" y="14"/>
                      <a:pt x="81" y="14"/>
                      <a:pt x="81" y="14"/>
                    </a:cubicBezTo>
                    <a:cubicBezTo>
                      <a:pt x="86" y="14"/>
                      <a:pt x="90" y="14"/>
                      <a:pt x="94" y="15"/>
                    </a:cubicBezTo>
                    <a:cubicBezTo>
                      <a:pt x="94" y="1"/>
                      <a:pt x="94" y="1"/>
                      <a:pt x="94" y="1"/>
                    </a:cubicBezTo>
                    <a:cubicBezTo>
                      <a:pt x="90" y="1"/>
                      <a:pt x="86" y="0"/>
                      <a:pt x="81" y="0"/>
                    </a:cubicBezTo>
                    <a:cubicBezTo>
                      <a:pt x="36" y="0"/>
                      <a:pt x="0" y="37"/>
                      <a:pt x="0" y="82"/>
                    </a:cubicBezTo>
                    <a:cubicBezTo>
                      <a:pt x="0" y="128"/>
                      <a:pt x="36" y="164"/>
                      <a:pt x="81"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63" name="Freeform 306"/>
              <p:cNvSpPr>
                <a:spLocks/>
              </p:cNvSpPr>
              <p:nvPr/>
            </p:nvSpPr>
            <p:spPr bwMode="auto">
              <a:xfrm>
                <a:off x="-1849438" y="8631238"/>
                <a:ext cx="128587" cy="120650"/>
              </a:xfrm>
              <a:custGeom>
                <a:avLst/>
                <a:gdLst>
                  <a:gd name="T0" fmla="*/ 24 w 34"/>
                  <a:gd name="T1" fmla="*/ 0 h 32"/>
                  <a:gd name="T2" fmla="*/ 0 w 34"/>
                  <a:gd name="T3" fmla="*/ 32 h 32"/>
                  <a:gd name="T4" fmla="*/ 16 w 34"/>
                  <a:gd name="T5" fmla="*/ 32 h 32"/>
                  <a:gd name="T6" fmla="*/ 34 w 34"/>
                  <a:gd name="T7" fmla="*/ 8 h 32"/>
                  <a:gd name="T8" fmla="*/ 24 w 34"/>
                  <a:gd name="T9" fmla="*/ 0 h 32"/>
                </a:gdLst>
                <a:ahLst/>
                <a:cxnLst>
                  <a:cxn ang="0">
                    <a:pos x="T0" y="T1"/>
                  </a:cxn>
                  <a:cxn ang="0">
                    <a:pos x="T2" y="T3"/>
                  </a:cxn>
                  <a:cxn ang="0">
                    <a:pos x="T4" y="T5"/>
                  </a:cxn>
                  <a:cxn ang="0">
                    <a:pos x="T6" y="T7"/>
                  </a:cxn>
                  <a:cxn ang="0">
                    <a:pos x="T8" y="T9"/>
                  </a:cxn>
                </a:cxnLst>
                <a:rect l="0" t="0" r="r" b="b"/>
                <a:pathLst>
                  <a:path w="34" h="32">
                    <a:moveTo>
                      <a:pt x="24" y="0"/>
                    </a:moveTo>
                    <a:cubicBezTo>
                      <a:pt x="0" y="32"/>
                      <a:pt x="0" y="32"/>
                      <a:pt x="0" y="32"/>
                    </a:cubicBezTo>
                    <a:cubicBezTo>
                      <a:pt x="16" y="32"/>
                      <a:pt x="16" y="32"/>
                      <a:pt x="16" y="32"/>
                    </a:cubicBezTo>
                    <a:cubicBezTo>
                      <a:pt x="34" y="8"/>
                      <a:pt x="34" y="8"/>
                      <a:pt x="34" y="8"/>
                    </a:cubicBezTo>
                    <a:cubicBezTo>
                      <a:pt x="30" y="7"/>
                      <a:pt x="26" y="4"/>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64" name="Freeform 307"/>
              <p:cNvSpPr>
                <a:spLocks/>
              </p:cNvSpPr>
              <p:nvPr/>
            </p:nvSpPr>
            <p:spPr bwMode="auto">
              <a:xfrm>
                <a:off x="-1747838" y="8578850"/>
                <a:ext cx="68262" cy="68263"/>
              </a:xfrm>
              <a:custGeom>
                <a:avLst/>
                <a:gdLst>
                  <a:gd name="T0" fmla="*/ 9 w 18"/>
                  <a:gd name="T1" fmla="*/ 18 h 18"/>
                  <a:gd name="T2" fmla="*/ 10 w 18"/>
                  <a:gd name="T3" fmla="*/ 18 h 18"/>
                  <a:gd name="T4" fmla="*/ 11 w 18"/>
                  <a:gd name="T5" fmla="*/ 18 h 18"/>
                  <a:gd name="T6" fmla="*/ 18 w 18"/>
                  <a:gd name="T7" fmla="*/ 9 h 18"/>
                  <a:gd name="T8" fmla="*/ 18 w 18"/>
                  <a:gd name="T9" fmla="*/ 9 h 18"/>
                  <a:gd name="T10" fmla="*/ 18 w 18"/>
                  <a:gd name="T11" fmla="*/ 7 h 18"/>
                  <a:gd name="T12" fmla="*/ 9 w 18"/>
                  <a:gd name="T13" fmla="*/ 0 h 18"/>
                  <a:gd name="T14" fmla="*/ 7 w 18"/>
                  <a:gd name="T15" fmla="*/ 0 h 18"/>
                  <a:gd name="T16" fmla="*/ 0 w 18"/>
                  <a:gd name="T17" fmla="*/ 10 h 18"/>
                  <a:gd name="T18" fmla="*/ 0 w 18"/>
                  <a:gd name="T19" fmla="*/ 11 h 18"/>
                  <a:gd name="T20" fmla="*/ 9 w 18"/>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9" y="18"/>
                    </a:moveTo>
                    <a:cubicBezTo>
                      <a:pt x="9" y="18"/>
                      <a:pt x="10" y="18"/>
                      <a:pt x="10" y="18"/>
                    </a:cubicBezTo>
                    <a:cubicBezTo>
                      <a:pt x="10" y="18"/>
                      <a:pt x="11" y="18"/>
                      <a:pt x="11" y="18"/>
                    </a:cubicBezTo>
                    <a:cubicBezTo>
                      <a:pt x="15" y="17"/>
                      <a:pt x="18" y="13"/>
                      <a:pt x="18" y="9"/>
                    </a:cubicBezTo>
                    <a:cubicBezTo>
                      <a:pt x="18" y="9"/>
                      <a:pt x="18" y="9"/>
                      <a:pt x="18" y="9"/>
                    </a:cubicBezTo>
                    <a:cubicBezTo>
                      <a:pt x="18" y="8"/>
                      <a:pt x="18" y="8"/>
                      <a:pt x="18" y="7"/>
                    </a:cubicBezTo>
                    <a:cubicBezTo>
                      <a:pt x="17" y="3"/>
                      <a:pt x="13" y="0"/>
                      <a:pt x="9" y="0"/>
                    </a:cubicBezTo>
                    <a:cubicBezTo>
                      <a:pt x="8" y="0"/>
                      <a:pt x="8" y="0"/>
                      <a:pt x="7" y="0"/>
                    </a:cubicBezTo>
                    <a:cubicBezTo>
                      <a:pt x="3" y="1"/>
                      <a:pt x="0" y="6"/>
                      <a:pt x="0" y="10"/>
                    </a:cubicBezTo>
                    <a:cubicBezTo>
                      <a:pt x="0" y="11"/>
                      <a:pt x="0" y="11"/>
                      <a:pt x="0" y="11"/>
                    </a:cubicBezTo>
                    <a:cubicBezTo>
                      <a:pt x="1" y="15"/>
                      <a:pt x="5" y="18"/>
                      <a:pt x="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65" name="Freeform 308"/>
              <p:cNvSpPr>
                <a:spLocks/>
              </p:cNvSpPr>
              <p:nvPr/>
            </p:nvSpPr>
            <p:spPr bwMode="auto">
              <a:xfrm>
                <a:off x="-1624013" y="8631238"/>
                <a:ext cx="128587" cy="120650"/>
              </a:xfrm>
              <a:custGeom>
                <a:avLst/>
                <a:gdLst>
                  <a:gd name="T0" fmla="*/ 18 w 34"/>
                  <a:gd name="T1" fmla="*/ 32 h 32"/>
                  <a:gd name="T2" fmla="*/ 34 w 34"/>
                  <a:gd name="T3" fmla="*/ 32 h 32"/>
                  <a:gd name="T4" fmla="*/ 10 w 34"/>
                  <a:gd name="T5" fmla="*/ 0 h 32"/>
                  <a:gd name="T6" fmla="*/ 0 w 34"/>
                  <a:gd name="T7" fmla="*/ 8 h 32"/>
                  <a:gd name="T8" fmla="*/ 18 w 34"/>
                  <a:gd name="T9" fmla="*/ 32 h 32"/>
                </a:gdLst>
                <a:ahLst/>
                <a:cxnLst>
                  <a:cxn ang="0">
                    <a:pos x="T0" y="T1"/>
                  </a:cxn>
                  <a:cxn ang="0">
                    <a:pos x="T2" y="T3"/>
                  </a:cxn>
                  <a:cxn ang="0">
                    <a:pos x="T4" y="T5"/>
                  </a:cxn>
                  <a:cxn ang="0">
                    <a:pos x="T6" y="T7"/>
                  </a:cxn>
                  <a:cxn ang="0">
                    <a:pos x="T8" y="T9"/>
                  </a:cxn>
                </a:cxnLst>
                <a:rect l="0" t="0" r="r" b="b"/>
                <a:pathLst>
                  <a:path w="34" h="32">
                    <a:moveTo>
                      <a:pt x="18" y="32"/>
                    </a:moveTo>
                    <a:cubicBezTo>
                      <a:pt x="34" y="32"/>
                      <a:pt x="34" y="32"/>
                      <a:pt x="34" y="32"/>
                    </a:cubicBezTo>
                    <a:cubicBezTo>
                      <a:pt x="10" y="0"/>
                      <a:pt x="10" y="0"/>
                      <a:pt x="10" y="0"/>
                    </a:cubicBezTo>
                    <a:cubicBezTo>
                      <a:pt x="8" y="4"/>
                      <a:pt x="4" y="7"/>
                      <a:pt x="0" y="8"/>
                    </a:cubicBezTo>
                    <a:lnTo>
                      <a:pt x="1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66" name="Freeform 309"/>
              <p:cNvSpPr>
                <a:spLocks/>
              </p:cNvSpPr>
              <p:nvPr/>
            </p:nvSpPr>
            <p:spPr bwMode="auto">
              <a:xfrm>
                <a:off x="-1665288" y="8578850"/>
                <a:ext cx="68262" cy="68263"/>
              </a:xfrm>
              <a:custGeom>
                <a:avLst/>
                <a:gdLst>
                  <a:gd name="T0" fmla="*/ 11 w 18"/>
                  <a:gd name="T1" fmla="*/ 0 h 18"/>
                  <a:gd name="T2" fmla="*/ 9 w 18"/>
                  <a:gd name="T3" fmla="*/ 0 h 18"/>
                  <a:gd name="T4" fmla="*/ 0 w 18"/>
                  <a:gd name="T5" fmla="*/ 7 h 18"/>
                  <a:gd name="T6" fmla="*/ 0 w 18"/>
                  <a:gd name="T7" fmla="*/ 9 h 18"/>
                  <a:gd name="T8" fmla="*/ 0 w 18"/>
                  <a:gd name="T9" fmla="*/ 9 h 18"/>
                  <a:gd name="T10" fmla="*/ 7 w 18"/>
                  <a:gd name="T11" fmla="*/ 18 h 18"/>
                  <a:gd name="T12" fmla="*/ 8 w 18"/>
                  <a:gd name="T13" fmla="*/ 18 h 18"/>
                  <a:gd name="T14" fmla="*/ 9 w 18"/>
                  <a:gd name="T15" fmla="*/ 18 h 18"/>
                  <a:gd name="T16" fmla="*/ 17 w 18"/>
                  <a:gd name="T17" fmla="*/ 11 h 18"/>
                  <a:gd name="T18" fmla="*/ 18 w 18"/>
                  <a:gd name="T19" fmla="*/ 10 h 18"/>
                  <a:gd name="T20" fmla="*/ 11 w 1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11" y="0"/>
                    </a:moveTo>
                    <a:cubicBezTo>
                      <a:pt x="10" y="0"/>
                      <a:pt x="10" y="0"/>
                      <a:pt x="9" y="0"/>
                    </a:cubicBezTo>
                    <a:cubicBezTo>
                      <a:pt x="5" y="0"/>
                      <a:pt x="1" y="3"/>
                      <a:pt x="0" y="7"/>
                    </a:cubicBezTo>
                    <a:cubicBezTo>
                      <a:pt x="0" y="8"/>
                      <a:pt x="0" y="8"/>
                      <a:pt x="0" y="9"/>
                    </a:cubicBezTo>
                    <a:cubicBezTo>
                      <a:pt x="0" y="9"/>
                      <a:pt x="0" y="9"/>
                      <a:pt x="0" y="9"/>
                    </a:cubicBezTo>
                    <a:cubicBezTo>
                      <a:pt x="0" y="13"/>
                      <a:pt x="3" y="17"/>
                      <a:pt x="7" y="18"/>
                    </a:cubicBezTo>
                    <a:cubicBezTo>
                      <a:pt x="7" y="18"/>
                      <a:pt x="8" y="18"/>
                      <a:pt x="8" y="18"/>
                    </a:cubicBezTo>
                    <a:cubicBezTo>
                      <a:pt x="8" y="18"/>
                      <a:pt x="9" y="18"/>
                      <a:pt x="9" y="18"/>
                    </a:cubicBezTo>
                    <a:cubicBezTo>
                      <a:pt x="13" y="18"/>
                      <a:pt x="17" y="15"/>
                      <a:pt x="17" y="11"/>
                    </a:cubicBezTo>
                    <a:cubicBezTo>
                      <a:pt x="18" y="11"/>
                      <a:pt x="18" y="11"/>
                      <a:pt x="18" y="10"/>
                    </a:cubicBezTo>
                    <a:cubicBezTo>
                      <a:pt x="18" y="6"/>
                      <a:pt x="15" y="1"/>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67" name="Freeform 310"/>
              <p:cNvSpPr>
                <a:spLocks/>
              </p:cNvSpPr>
              <p:nvPr/>
            </p:nvSpPr>
            <p:spPr bwMode="auto">
              <a:xfrm>
                <a:off x="-1905000" y="8767763"/>
                <a:ext cx="465137" cy="231775"/>
              </a:xfrm>
              <a:custGeom>
                <a:avLst/>
                <a:gdLst>
                  <a:gd name="T0" fmla="*/ 0 w 293"/>
                  <a:gd name="T1" fmla="*/ 0 h 146"/>
                  <a:gd name="T2" fmla="*/ 38 w 293"/>
                  <a:gd name="T3" fmla="*/ 146 h 146"/>
                  <a:gd name="T4" fmla="*/ 255 w 293"/>
                  <a:gd name="T5" fmla="*/ 146 h 146"/>
                  <a:gd name="T6" fmla="*/ 293 w 293"/>
                  <a:gd name="T7" fmla="*/ 0 h 146"/>
                  <a:gd name="T8" fmla="*/ 262 w 293"/>
                  <a:gd name="T9" fmla="*/ 0 h 146"/>
                  <a:gd name="T10" fmla="*/ 227 w 293"/>
                  <a:gd name="T11" fmla="*/ 0 h 146"/>
                  <a:gd name="T12" fmla="*/ 66 w 293"/>
                  <a:gd name="T13" fmla="*/ 0 h 146"/>
                  <a:gd name="T14" fmla="*/ 31 w 293"/>
                  <a:gd name="T15" fmla="*/ 0 h 146"/>
                  <a:gd name="T16" fmla="*/ 0 w 293"/>
                  <a:gd name="T1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46">
                    <a:moveTo>
                      <a:pt x="0" y="0"/>
                    </a:moveTo>
                    <a:lnTo>
                      <a:pt x="38" y="146"/>
                    </a:lnTo>
                    <a:lnTo>
                      <a:pt x="255" y="146"/>
                    </a:lnTo>
                    <a:lnTo>
                      <a:pt x="293" y="0"/>
                    </a:lnTo>
                    <a:lnTo>
                      <a:pt x="262" y="0"/>
                    </a:lnTo>
                    <a:lnTo>
                      <a:pt x="227" y="0"/>
                    </a:lnTo>
                    <a:lnTo>
                      <a:pt x="66" y="0"/>
                    </a:lnTo>
                    <a:lnTo>
                      <a:pt x="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68" name="Oval 311"/>
              <p:cNvSpPr>
                <a:spLocks noChangeArrowheads="1"/>
              </p:cNvSpPr>
              <p:nvPr/>
            </p:nvSpPr>
            <p:spPr bwMode="auto">
              <a:xfrm>
                <a:off x="-6296025" y="3848100"/>
                <a:ext cx="123825" cy="1238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69" name="Freeform 312"/>
              <p:cNvSpPr>
                <a:spLocks noEditPoints="1"/>
              </p:cNvSpPr>
              <p:nvPr/>
            </p:nvSpPr>
            <p:spPr bwMode="auto">
              <a:xfrm>
                <a:off x="-6772275" y="4213225"/>
                <a:ext cx="269875" cy="269875"/>
              </a:xfrm>
              <a:custGeom>
                <a:avLst/>
                <a:gdLst>
                  <a:gd name="T0" fmla="*/ 36 w 72"/>
                  <a:gd name="T1" fmla="*/ 72 h 72"/>
                  <a:gd name="T2" fmla="*/ 72 w 72"/>
                  <a:gd name="T3" fmla="*/ 36 h 72"/>
                  <a:gd name="T4" fmla="*/ 36 w 72"/>
                  <a:gd name="T5" fmla="*/ 0 h 72"/>
                  <a:gd name="T6" fmla="*/ 36 w 72"/>
                  <a:gd name="T7" fmla="*/ 16 h 72"/>
                  <a:gd name="T8" fmla="*/ 56 w 72"/>
                  <a:gd name="T9" fmla="*/ 36 h 72"/>
                  <a:gd name="T10" fmla="*/ 36 w 72"/>
                  <a:gd name="T11" fmla="*/ 55 h 72"/>
                  <a:gd name="T12" fmla="*/ 36 w 72"/>
                  <a:gd name="T13" fmla="*/ 72 h 72"/>
                  <a:gd name="T14" fmla="*/ 36 w 72"/>
                  <a:gd name="T15" fmla="*/ 0 h 72"/>
                  <a:gd name="T16" fmla="*/ 0 w 72"/>
                  <a:gd name="T17" fmla="*/ 36 h 72"/>
                  <a:gd name="T18" fmla="*/ 36 w 72"/>
                  <a:gd name="T19" fmla="*/ 72 h 72"/>
                  <a:gd name="T20" fmla="*/ 36 w 72"/>
                  <a:gd name="T21" fmla="*/ 72 h 72"/>
                  <a:gd name="T22" fmla="*/ 36 w 72"/>
                  <a:gd name="T23" fmla="*/ 55 h 72"/>
                  <a:gd name="T24" fmla="*/ 36 w 72"/>
                  <a:gd name="T25" fmla="*/ 55 h 72"/>
                  <a:gd name="T26" fmla="*/ 36 w 72"/>
                  <a:gd name="T27" fmla="*/ 55 h 72"/>
                  <a:gd name="T28" fmla="*/ 17 w 72"/>
                  <a:gd name="T29" fmla="*/ 36 h 72"/>
                  <a:gd name="T30" fmla="*/ 36 w 72"/>
                  <a:gd name="T31" fmla="*/ 16 h 72"/>
                  <a:gd name="T32" fmla="*/ 36 w 72"/>
                  <a:gd name="T33" fmla="*/ 16 h 72"/>
                  <a:gd name="T34" fmla="*/ 36 w 72"/>
                  <a:gd name="T3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2">
                    <a:moveTo>
                      <a:pt x="36" y="72"/>
                    </a:moveTo>
                    <a:cubicBezTo>
                      <a:pt x="56" y="72"/>
                      <a:pt x="72" y="56"/>
                      <a:pt x="72" y="36"/>
                    </a:cubicBezTo>
                    <a:cubicBezTo>
                      <a:pt x="72" y="16"/>
                      <a:pt x="56" y="0"/>
                      <a:pt x="36" y="0"/>
                    </a:cubicBezTo>
                    <a:cubicBezTo>
                      <a:pt x="36" y="16"/>
                      <a:pt x="36" y="16"/>
                      <a:pt x="36" y="16"/>
                    </a:cubicBezTo>
                    <a:cubicBezTo>
                      <a:pt x="47" y="16"/>
                      <a:pt x="56" y="25"/>
                      <a:pt x="56" y="36"/>
                    </a:cubicBezTo>
                    <a:cubicBezTo>
                      <a:pt x="56" y="46"/>
                      <a:pt x="47" y="55"/>
                      <a:pt x="36" y="55"/>
                    </a:cubicBezTo>
                    <a:lnTo>
                      <a:pt x="36" y="72"/>
                    </a:lnTo>
                    <a:close/>
                    <a:moveTo>
                      <a:pt x="36" y="0"/>
                    </a:moveTo>
                    <a:cubicBezTo>
                      <a:pt x="16" y="0"/>
                      <a:pt x="0" y="16"/>
                      <a:pt x="0" y="36"/>
                    </a:cubicBezTo>
                    <a:cubicBezTo>
                      <a:pt x="0" y="56"/>
                      <a:pt x="16" y="72"/>
                      <a:pt x="36" y="72"/>
                    </a:cubicBezTo>
                    <a:cubicBezTo>
                      <a:pt x="36" y="72"/>
                      <a:pt x="36" y="72"/>
                      <a:pt x="36" y="72"/>
                    </a:cubicBezTo>
                    <a:cubicBezTo>
                      <a:pt x="36" y="55"/>
                      <a:pt x="36" y="55"/>
                      <a:pt x="36" y="55"/>
                    </a:cubicBezTo>
                    <a:cubicBezTo>
                      <a:pt x="36" y="55"/>
                      <a:pt x="36" y="55"/>
                      <a:pt x="36" y="55"/>
                    </a:cubicBezTo>
                    <a:cubicBezTo>
                      <a:pt x="36" y="55"/>
                      <a:pt x="36" y="55"/>
                      <a:pt x="36" y="55"/>
                    </a:cubicBezTo>
                    <a:cubicBezTo>
                      <a:pt x="25" y="55"/>
                      <a:pt x="17" y="46"/>
                      <a:pt x="17" y="36"/>
                    </a:cubicBezTo>
                    <a:cubicBezTo>
                      <a:pt x="17" y="25"/>
                      <a:pt x="25" y="16"/>
                      <a:pt x="36" y="16"/>
                    </a:cubicBezTo>
                    <a:cubicBezTo>
                      <a:pt x="36" y="16"/>
                      <a:pt x="36" y="16"/>
                      <a:pt x="36" y="16"/>
                    </a:cubicBezTo>
                    <a:cubicBezTo>
                      <a:pt x="36" y="0"/>
                      <a:pt x="36" y="0"/>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70" name="Freeform 313"/>
              <p:cNvSpPr>
                <a:spLocks/>
              </p:cNvSpPr>
              <p:nvPr/>
            </p:nvSpPr>
            <p:spPr bwMode="auto">
              <a:xfrm>
                <a:off x="-6794500" y="4148137"/>
                <a:ext cx="319087" cy="117475"/>
              </a:xfrm>
              <a:custGeom>
                <a:avLst/>
                <a:gdLst>
                  <a:gd name="T0" fmla="*/ 6 w 85"/>
                  <a:gd name="T1" fmla="*/ 30 h 31"/>
                  <a:gd name="T2" fmla="*/ 11 w 85"/>
                  <a:gd name="T3" fmla="*/ 28 h 31"/>
                  <a:gd name="T4" fmla="*/ 42 w 85"/>
                  <a:gd name="T5" fmla="*/ 11 h 31"/>
                  <a:gd name="T6" fmla="*/ 74 w 85"/>
                  <a:gd name="T7" fmla="*/ 28 h 31"/>
                  <a:gd name="T8" fmla="*/ 82 w 85"/>
                  <a:gd name="T9" fmla="*/ 29 h 31"/>
                  <a:gd name="T10" fmla="*/ 83 w 85"/>
                  <a:gd name="T11" fmla="*/ 22 h 31"/>
                  <a:gd name="T12" fmla="*/ 42 w 85"/>
                  <a:gd name="T13" fmla="*/ 0 h 31"/>
                  <a:gd name="T14" fmla="*/ 1 w 85"/>
                  <a:gd name="T15" fmla="*/ 22 h 31"/>
                  <a:gd name="T16" fmla="*/ 3 w 85"/>
                  <a:gd name="T17" fmla="*/ 29 h 31"/>
                  <a:gd name="T18" fmla="*/ 6 w 85"/>
                  <a:gd name="T1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6" y="30"/>
                    </a:moveTo>
                    <a:cubicBezTo>
                      <a:pt x="8" y="30"/>
                      <a:pt x="9" y="30"/>
                      <a:pt x="11" y="28"/>
                    </a:cubicBezTo>
                    <a:cubicBezTo>
                      <a:pt x="18" y="17"/>
                      <a:pt x="29" y="11"/>
                      <a:pt x="42" y="11"/>
                    </a:cubicBezTo>
                    <a:cubicBezTo>
                      <a:pt x="55" y="11"/>
                      <a:pt x="67" y="17"/>
                      <a:pt x="74" y="28"/>
                    </a:cubicBezTo>
                    <a:cubicBezTo>
                      <a:pt x="76" y="30"/>
                      <a:pt x="79" y="31"/>
                      <a:pt x="82" y="29"/>
                    </a:cubicBezTo>
                    <a:cubicBezTo>
                      <a:pt x="84" y="28"/>
                      <a:pt x="85" y="24"/>
                      <a:pt x="83" y="22"/>
                    </a:cubicBezTo>
                    <a:cubicBezTo>
                      <a:pt x="74" y="8"/>
                      <a:pt x="59" y="0"/>
                      <a:pt x="42" y="0"/>
                    </a:cubicBezTo>
                    <a:cubicBezTo>
                      <a:pt x="26" y="0"/>
                      <a:pt x="11" y="8"/>
                      <a:pt x="1" y="22"/>
                    </a:cubicBezTo>
                    <a:cubicBezTo>
                      <a:pt x="0" y="24"/>
                      <a:pt x="0" y="28"/>
                      <a:pt x="3" y="29"/>
                    </a:cubicBezTo>
                    <a:cubicBezTo>
                      <a:pt x="4" y="30"/>
                      <a:pt x="5" y="30"/>
                      <a:pt x="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71" name="Freeform 314"/>
              <p:cNvSpPr>
                <a:spLocks noEditPoints="1"/>
              </p:cNvSpPr>
              <p:nvPr/>
            </p:nvSpPr>
            <p:spPr bwMode="auto">
              <a:xfrm>
                <a:off x="-6284913" y="4213225"/>
                <a:ext cx="271462" cy="269875"/>
              </a:xfrm>
              <a:custGeom>
                <a:avLst/>
                <a:gdLst>
                  <a:gd name="T0" fmla="*/ 36 w 72"/>
                  <a:gd name="T1" fmla="*/ 0 h 72"/>
                  <a:gd name="T2" fmla="*/ 36 w 72"/>
                  <a:gd name="T3" fmla="*/ 0 h 72"/>
                  <a:gd name="T4" fmla="*/ 36 w 72"/>
                  <a:gd name="T5" fmla="*/ 16 h 72"/>
                  <a:gd name="T6" fmla="*/ 36 w 72"/>
                  <a:gd name="T7" fmla="*/ 16 h 72"/>
                  <a:gd name="T8" fmla="*/ 55 w 72"/>
                  <a:gd name="T9" fmla="*/ 36 h 72"/>
                  <a:gd name="T10" fmla="*/ 36 w 72"/>
                  <a:gd name="T11" fmla="*/ 55 h 72"/>
                  <a:gd name="T12" fmla="*/ 36 w 72"/>
                  <a:gd name="T13" fmla="*/ 55 h 72"/>
                  <a:gd name="T14" fmla="*/ 36 w 72"/>
                  <a:gd name="T15" fmla="*/ 55 h 72"/>
                  <a:gd name="T16" fmla="*/ 36 w 72"/>
                  <a:gd name="T17" fmla="*/ 72 h 72"/>
                  <a:gd name="T18" fmla="*/ 36 w 72"/>
                  <a:gd name="T19" fmla="*/ 72 h 72"/>
                  <a:gd name="T20" fmla="*/ 72 w 72"/>
                  <a:gd name="T21" fmla="*/ 36 h 72"/>
                  <a:gd name="T22" fmla="*/ 36 w 72"/>
                  <a:gd name="T23" fmla="*/ 0 h 72"/>
                  <a:gd name="T24" fmla="*/ 36 w 72"/>
                  <a:gd name="T25" fmla="*/ 0 h 72"/>
                  <a:gd name="T26" fmla="*/ 0 w 72"/>
                  <a:gd name="T27" fmla="*/ 36 h 72"/>
                  <a:gd name="T28" fmla="*/ 36 w 72"/>
                  <a:gd name="T29" fmla="*/ 72 h 72"/>
                  <a:gd name="T30" fmla="*/ 36 w 72"/>
                  <a:gd name="T31" fmla="*/ 55 h 72"/>
                  <a:gd name="T32" fmla="*/ 16 w 72"/>
                  <a:gd name="T33" fmla="*/ 36 h 72"/>
                  <a:gd name="T34" fmla="*/ 36 w 72"/>
                  <a:gd name="T35" fmla="*/ 16 h 72"/>
                  <a:gd name="T36" fmla="*/ 36 w 72"/>
                  <a:gd name="T3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72">
                    <a:moveTo>
                      <a:pt x="36" y="0"/>
                    </a:moveTo>
                    <a:cubicBezTo>
                      <a:pt x="36" y="0"/>
                      <a:pt x="36" y="0"/>
                      <a:pt x="36" y="0"/>
                    </a:cubicBezTo>
                    <a:cubicBezTo>
                      <a:pt x="36" y="16"/>
                      <a:pt x="36" y="16"/>
                      <a:pt x="36" y="16"/>
                    </a:cubicBezTo>
                    <a:cubicBezTo>
                      <a:pt x="36" y="16"/>
                      <a:pt x="36" y="16"/>
                      <a:pt x="36" y="16"/>
                    </a:cubicBezTo>
                    <a:cubicBezTo>
                      <a:pt x="46" y="16"/>
                      <a:pt x="55" y="25"/>
                      <a:pt x="55" y="36"/>
                    </a:cubicBezTo>
                    <a:cubicBezTo>
                      <a:pt x="55" y="46"/>
                      <a:pt x="46" y="55"/>
                      <a:pt x="36" y="55"/>
                    </a:cubicBezTo>
                    <a:cubicBezTo>
                      <a:pt x="36" y="55"/>
                      <a:pt x="36" y="55"/>
                      <a:pt x="36" y="55"/>
                    </a:cubicBezTo>
                    <a:cubicBezTo>
                      <a:pt x="36" y="55"/>
                      <a:pt x="36" y="55"/>
                      <a:pt x="36" y="55"/>
                    </a:cubicBezTo>
                    <a:cubicBezTo>
                      <a:pt x="36" y="72"/>
                      <a:pt x="36" y="72"/>
                      <a:pt x="36" y="72"/>
                    </a:cubicBezTo>
                    <a:cubicBezTo>
                      <a:pt x="36" y="72"/>
                      <a:pt x="36" y="72"/>
                      <a:pt x="36" y="72"/>
                    </a:cubicBezTo>
                    <a:cubicBezTo>
                      <a:pt x="56" y="72"/>
                      <a:pt x="72" y="56"/>
                      <a:pt x="72" y="36"/>
                    </a:cubicBezTo>
                    <a:cubicBezTo>
                      <a:pt x="72" y="16"/>
                      <a:pt x="56" y="0"/>
                      <a:pt x="36" y="0"/>
                    </a:cubicBezTo>
                    <a:close/>
                    <a:moveTo>
                      <a:pt x="36" y="0"/>
                    </a:moveTo>
                    <a:cubicBezTo>
                      <a:pt x="16" y="0"/>
                      <a:pt x="0" y="16"/>
                      <a:pt x="0" y="36"/>
                    </a:cubicBezTo>
                    <a:cubicBezTo>
                      <a:pt x="0" y="56"/>
                      <a:pt x="16" y="72"/>
                      <a:pt x="36" y="72"/>
                    </a:cubicBezTo>
                    <a:cubicBezTo>
                      <a:pt x="36" y="55"/>
                      <a:pt x="36" y="55"/>
                      <a:pt x="36" y="55"/>
                    </a:cubicBezTo>
                    <a:cubicBezTo>
                      <a:pt x="25" y="55"/>
                      <a:pt x="16" y="46"/>
                      <a:pt x="16" y="36"/>
                    </a:cubicBezTo>
                    <a:cubicBezTo>
                      <a:pt x="16" y="25"/>
                      <a:pt x="25" y="16"/>
                      <a:pt x="36" y="16"/>
                    </a:cubicBez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72" name="Freeform 315"/>
              <p:cNvSpPr>
                <a:spLocks/>
              </p:cNvSpPr>
              <p:nvPr/>
            </p:nvSpPr>
            <p:spPr bwMode="auto">
              <a:xfrm>
                <a:off x="-6310313" y="4148137"/>
                <a:ext cx="319087" cy="117475"/>
              </a:xfrm>
              <a:custGeom>
                <a:avLst/>
                <a:gdLst>
                  <a:gd name="T0" fmla="*/ 43 w 85"/>
                  <a:gd name="T1" fmla="*/ 0 h 31"/>
                  <a:gd name="T2" fmla="*/ 2 w 85"/>
                  <a:gd name="T3" fmla="*/ 22 h 31"/>
                  <a:gd name="T4" fmla="*/ 3 w 85"/>
                  <a:gd name="T5" fmla="*/ 29 h 31"/>
                  <a:gd name="T6" fmla="*/ 6 w 85"/>
                  <a:gd name="T7" fmla="*/ 30 h 31"/>
                  <a:gd name="T8" fmla="*/ 11 w 85"/>
                  <a:gd name="T9" fmla="*/ 28 h 31"/>
                  <a:gd name="T10" fmla="*/ 43 w 85"/>
                  <a:gd name="T11" fmla="*/ 11 h 31"/>
                  <a:gd name="T12" fmla="*/ 74 w 85"/>
                  <a:gd name="T13" fmla="*/ 28 h 31"/>
                  <a:gd name="T14" fmla="*/ 82 w 85"/>
                  <a:gd name="T15" fmla="*/ 29 h 31"/>
                  <a:gd name="T16" fmla="*/ 84 w 85"/>
                  <a:gd name="T17" fmla="*/ 22 h 31"/>
                  <a:gd name="T18" fmla="*/ 43 w 85"/>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43" y="0"/>
                    </a:moveTo>
                    <a:cubicBezTo>
                      <a:pt x="26" y="0"/>
                      <a:pt x="11" y="8"/>
                      <a:pt x="2" y="22"/>
                    </a:cubicBezTo>
                    <a:cubicBezTo>
                      <a:pt x="0" y="24"/>
                      <a:pt x="1" y="28"/>
                      <a:pt x="3" y="29"/>
                    </a:cubicBezTo>
                    <a:cubicBezTo>
                      <a:pt x="4" y="30"/>
                      <a:pt x="5" y="30"/>
                      <a:pt x="6" y="30"/>
                    </a:cubicBezTo>
                    <a:cubicBezTo>
                      <a:pt x="8" y="30"/>
                      <a:pt x="10" y="30"/>
                      <a:pt x="11" y="28"/>
                    </a:cubicBezTo>
                    <a:cubicBezTo>
                      <a:pt x="18" y="17"/>
                      <a:pt x="30" y="11"/>
                      <a:pt x="43" y="11"/>
                    </a:cubicBezTo>
                    <a:cubicBezTo>
                      <a:pt x="55" y="11"/>
                      <a:pt x="67" y="17"/>
                      <a:pt x="74" y="28"/>
                    </a:cubicBezTo>
                    <a:cubicBezTo>
                      <a:pt x="76" y="30"/>
                      <a:pt x="80" y="31"/>
                      <a:pt x="82" y="29"/>
                    </a:cubicBezTo>
                    <a:cubicBezTo>
                      <a:pt x="85" y="28"/>
                      <a:pt x="85" y="24"/>
                      <a:pt x="84" y="22"/>
                    </a:cubicBezTo>
                    <a:cubicBezTo>
                      <a:pt x="74" y="8"/>
                      <a:pt x="59"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73" name="Freeform 316"/>
              <p:cNvSpPr>
                <a:spLocks/>
              </p:cNvSpPr>
              <p:nvPr/>
            </p:nvSpPr>
            <p:spPr bwMode="auto">
              <a:xfrm>
                <a:off x="-6546850" y="3919537"/>
                <a:ext cx="473075" cy="552450"/>
              </a:xfrm>
              <a:custGeom>
                <a:avLst/>
                <a:gdLst>
                  <a:gd name="T0" fmla="*/ 84 w 126"/>
                  <a:gd name="T1" fmla="*/ 54 h 147"/>
                  <a:gd name="T2" fmla="*/ 88 w 126"/>
                  <a:gd name="T3" fmla="*/ 54 h 147"/>
                  <a:gd name="T4" fmla="*/ 120 w 126"/>
                  <a:gd name="T5" fmla="*/ 40 h 147"/>
                  <a:gd name="T6" fmla="*/ 124 w 126"/>
                  <a:gd name="T7" fmla="*/ 30 h 147"/>
                  <a:gd name="T8" fmla="*/ 113 w 126"/>
                  <a:gd name="T9" fmla="*/ 26 h 147"/>
                  <a:gd name="T10" fmla="*/ 92 w 126"/>
                  <a:gd name="T11" fmla="*/ 36 h 147"/>
                  <a:gd name="T12" fmla="*/ 89 w 126"/>
                  <a:gd name="T13" fmla="*/ 36 h 147"/>
                  <a:gd name="T14" fmla="*/ 53 w 126"/>
                  <a:gd name="T15" fmla="*/ 1 h 147"/>
                  <a:gd name="T16" fmla="*/ 50 w 126"/>
                  <a:gd name="T17" fmla="*/ 1 h 147"/>
                  <a:gd name="T18" fmla="*/ 1 w 126"/>
                  <a:gd name="T19" fmla="*/ 50 h 147"/>
                  <a:gd name="T20" fmla="*/ 1 w 126"/>
                  <a:gd name="T21" fmla="*/ 53 h 147"/>
                  <a:gd name="T22" fmla="*/ 34 w 126"/>
                  <a:gd name="T23" fmla="*/ 82 h 147"/>
                  <a:gd name="T24" fmla="*/ 35 w 126"/>
                  <a:gd name="T25" fmla="*/ 86 h 147"/>
                  <a:gd name="T26" fmla="*/ 18 w 126"/>
                  <a:gd name="T27" fmla="*/ 123 h 147"/>
                  <a:gd name="T28" fmla="*/ 19 w 126"/>
                  <a:gd name="T29" fmla="*/ 127 h 147"/>
                  <a:gd name="T30" fmla="*/ 30 w 126"/>
                  <a:gd name="T31" fmla="*/ 143 h 147"/>
                  <a:gd name="T32" fmla="*/ 38 w 126"/>
                  <a:gd name="T33" fmla="*/ 147 h 147"/>
                  <a:gd name="T34" fmla="*/ 45 w 126"/>
                  <a:gd name="T35" fmla="*/ 145 h 147"/>
                  <a:gd name="T36" fmla="*/ 47 w 126"/>
                  <a:gd name="T37" fmla="*/ 130 h 147"/>
                  <a:gd name="T38" fmla="*/ 43 w 126"/>
                  <a:gd name="T39" fmla="*/ 125 h 147"/>
                  <a:gd name="T40" fmla="*/ 42 w 126"/>
                  <a:gd name="T41" fmla="*/ 120 h 147"/>
                  <a:gd name="T42" fmla="*/ 59 w 126"/>
                  <a:gd name="T43" fmla="*/ 81 h 147"/>
                  <a:gd name="T44" fmla="*/ 59 w 126"/>
                  <a:gd name="T45" fmla="*/ 77 h 147"/>
                  <a:gd name="T46" fmla="*/ 40 w 126"/>
                  <a:gd name="T47" fmla="*/ 59 h 147"/>
                  <a:gd name="T48" fmla="*/ 40 w 126"/>
                  <a:gd name="T49" fmla="*/ 55 h 147"/>
                  <a:gd name="T50" fmla="*/ 61 w 126"/>
                  <a:gd name="T51" fmla="*/ 35 h 147"/>
                  <a:gd name="T52" fmla="*/ 65 w 126"/>
                  <a:gd name="T53" fmla="*/ 35 h 147"/>
                  <a:gd name="T54" fmla="*/ 84 w 126"/>
                  <a:gd name="T55" fmla="*/ 5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 h="147">
                    <a:moveTo>
                      <a:pt x="84" y="54"/>
                    </a:moveTo>
                    <a:cubicBezTo>
                      <a:pt x="85" y="55"/>
                      <a:pt x="87" y="55"/>
                      <a:pt x="88" y="54"/>
                    </a:cubicBezTo>
                    <a:cubicBezTo>
                      <a:pt x="120" y="40"/>
                      <a:pt x="120" y="40"/>
                      <a:pt x="120" y="40"/>
                    </a:cubicBezTo>
                    <a:cubicBezTo>
                      <a:pt x="124" y="38"/>
                      <a:pt x="126" y="34"/>
                      <a:pt x="124" y="30"/>
                    </a:cubicBezTo>
                    <a:cubicBezTo>
                      <a:pt x="122" y="26"/>
                      <a:pt x="117" y="24"/>
                      <a:pt x="113" y="26"/>
                    </a:cubicBezTo>
                    <a:cubicBezTo>
                      <a:pt x="92" y="36"/>
                      <a:pt x="92" y="36"/>
                      <a:pt x="92" y="36"/>
                    </a:cubicBezTo>
                    <a:cubicBezTo>
                      <a:pt x="91" y="37"/>
                      <a:pt x="89" y="37"/>
                      <a:pt x="89" y="36"/>
                    </a:cubicBezTo>
                    <a:cubicBezTo>
                      <a:pt x="53" y="1"/>
                      <a:pt x="53" y="1"/>
                      <a:pt x="53" y="1"/>
                    </a:cubicBezTo>
                    <a:cubicBezTo>
                      <a:pt x="52" y="0"/>
                      <a:pt x="51" y="0"/>
                      <a:pt x="50" y="1"/>
                    </a:cubicBezTo>
                    <a:cubicBezTo>
                      <a:pt x="1" y="50"/>
                      <a:pt x="1" y="50"/>
                      <a:pt x="1" y="50"/>
                    </a:cubicBezTo>
                    <a:cubicBezTo>
                      <a:pt x="0" y="51"/>
                      <a:pt x="0" y="52"/>
                      <a:pt x="1" y="53"/>
                    </a:cubicBezTo>
                    <a:cubicBezTo>
                      <a:pt x="7" y="59"/>
                      <a:pt x="27" y="76"/>
                      <a:pt x="34" y="82"/>
                    </a:cubicBezTo>
                    <a:cubicBezTo>
                      <a:pt x="35" y="83"/>
                      <a:pt x="36" y="85"/>
                      <a:pt x="35" y="86"/>
                    </a:cubicBezTo>
                    <a:cubicBezTo>
                      <a:pt x="18" y="123"/>
                      <a:pt x="18" y="123"/>
                      <a:pt x="18" y="123"/>
                    </a:cubicBezTo>
                    <a:cubicBezTo>
                      <a:pt x="18" y="124"/>
                      <a:pt x="18" y="126"/>
                      <a:pt x="19" y="127"/>
                    </a:cubicBezTo>
                    <a:cubicBezTo>
                      <a:pt x="30" y="143"/>
                      <a:pt x="30" y="143"/>
                      <a:pt x="30" y="143"/>
                    </a:cubicBezTo>
                    <a:cubicBezTo>
                      <a:pt x="32" y="145"/>
                      <a:pt x="35" y="147"/>
                      <a:pt x="38" y="147"/>
                    </a:cubicBezTo>
                    <a:cubicBezTo>
                      <a:pt x="40" y="147"/>
                      <a:pt x="42" y="146"/>
                      <a:pt x="45" y="145"/>
                    </a:cubicBezTo>
                    <a:cubicBezTo>
                      <a:pt x="49" y="141"/>
                      <a:pt x="50" y="135"/>
                      <a:pt x="47" y="130"/>
                    </a:cubicBezTo>
                    <a:cubicBezTo>
                      <a:pt x="43" y="125"/>
                      <a:pt x="43" y="125"/>
                      <a:pt x="43" y="125"/>
                    </a:cubicBezTo>
                    <a:cubicBezTo>
                      <a:pt x="42" y="124"/>
                      <a:pt x="42" y="122"/>
                      <a:pt x="42" y="120"/>
                    </a:cubicBezTo>
                    <a:cubicBezTo>
                      <a:pt x="59" y="81"/>
                      <a:pt x="59" y="81"/>
                      <a:pt x="59" y="81"/>
                    </a:cubicBezTo>
                    <a:cubicBezTo>
                      <a:pt x="60" y="79"/>
                      <a:pt x="60" y="78"/>
                      <a:pt x="59" y="77"/>
                    </a:cubicBezTo>
                    <a:cubicBezTo>
                      <a:pt x="55" y="73"/>
                      <a:pt x="45" y="63"/>
                      <a:pt x="40" y="59"/>
                    </a:cubicBezTo>
                    <a:cubicBezTo>
                      <a:pt x="39" y="58"/>
                      <a:pt x="39" y="56"/>
                      <a:pt x="40" y="55"/>
                    </a:cubicBezTo>
                    <a:cubicBezTo>
                      <a:pt x="61" y="35"/>
                      <a:pt x="61" y="35"/>
                      <a:pt x="61" y="35"/>
                    </a:cubicBezTo>
                    <a:cubicBezTo>
                      <a:pt x="62" y="34"/>
                      <a:pt x="64" y="34"/>
                      <a:pt x="65" y="35"/>
                    </a:cubicBezTo>
                    <a:lnTo>
                      <a:pt x="84"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74" name="Freeform 317"/>
              <p:cNvSpPr>
                <a:spLocks/>
              </p:cNvSpPr>
              <p:nvPr/>
            </p:nvSpPr>
            <p:spPr bwMode="auto">
              <a:xfrm>
                <a:off x="-2870200" y="4178300"/>
                <a:ext cx="374650" cy="233363"/>
              </a:xfrm>
              <a:custGeom>
                <a:avLst/>
                <a:gdLst>
                  <a:gd name="T0" fmla="*/ 100 w 100"/>
                  <a:gd name="T1" fmla="*/ 62 h 62"/>
                  <a:gd name="T2" fmla="*/ 100 w 100"/>
                  <a:gd name="T3" fmla="*/ 19 h 62"/>
                  <a:gd name="T4" fmla="*/ 81 w 100"/>
                  <a:gd name="T5" fmla="*/ 0 h 62"/>
                  <a:gd name="T6" fmla="*/ 19 w 100"/>
                  <a:gd name="T7" fmla="*/ 0 h 62"/>
                  <a:gd name="T8" fmla="*/ 0 w 100"/>
                  <a:gd name="T9" fmla="*/ 19 h 62"/>
                  <a:gd name="T10" fmla="*/ 0 w 100"/>
                  <a:gd name="T11" fmla="*/ 43 h 62"/>
                  <a:gd name="T12" fmla="*/ 15 w 100"/>
                  <a:gd name="T13" fmla="*/ 43 h 62"/>
                  <a:gd name="T14" fmla="*/ 15 w 100"/>
                  <a:gd name="T15" fmla="*/ 19 h 62"/>
                  <a:gd name="T16" fmla="*/ 19 w 100"/>
                  <a:gd name="T17" fmla="*/ 15 h 62"/>
                  <a:gd name="T18" fmla="*/ 81 w 100"/>
                  <a:gd name="T19" fmla="*/ 15 h 62"/>
                  <a:gd name="T20" fmla="*/ 85 w 100"/>
                  <a:gd name="T21" fmla="*/ 19 h 62"/>
                  <a:gd name="T22" fmla="*/ 85 w 100"/>
                  <a:gd name="T23" fmla="*/ 62 h 62"/>
                  <a:gd name="T24" fmla="*/ 100 w 100"/>
                  <a:gd name="T2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 h="62">
                    <a:moveTo>
                      <a:pt x="100" y="62"/>
                    </a:moveTo>
                    <a:cubicBezTo>
                      <a:pt x="100" y="19"/>
                      <a:pt x="100" y="19"/>
                      <a:pt x="100" y="19"/>
                    </a:cubicBezTo>
                    <a:cubicBezTo>
                      <a:pt x="100" y="9"/>
                      <a:pt x="92" y="0"/>
                      <a:pt x="81" y="0"/>
                    </a:cubicBezTo>
                    <a:cubicBezTo>
                      <a:pt x="19" y="0"/>
                      <a:pt x="19" y="0"/>
                      <a:pt x="19" y="0"/>
                    </a:cubicBezTo>
                    <a:cubicBezTo>
                      <a:pt x="8" y="0"/>
                      <a:pt x="0" y="9"/>
                      <a:pt x="0" y="19"/>
                    </a:cubicBezTo>
                    <a:cubicBezTo>
                      <a:pt x="0" y="43"/>
                      <a:pt x="0" y="43"/>
                      <a:pt x="0" y="43"/>
                    </a:cubicBezTo>
                    <a:cubicBezTo>
                      <a:pt x="15" y="43"/>
                      <a:pt x="15" y="43"/>
                      <a:pt x="15" y="43"/>
                    </a:cubicBezTo>
                    <a:cubicBezTo>
                      <a:pt x="15" y="19"/>
                      <a:pt x="15" y="19"/>
                      <a:pt x="15" y="19"/>
                    </a:cubicBezTo>
                    <a:cubicBezTo>
                      <a:pt x="15" y="17"/>
                      <a:pt x="16" y="15"/>
                      <a:pt x="19" y="15"/>
                    </a:cubicBezTo>
                    <a:cubicBezTo>
                      <a:pt x="81" y="15"/>
                      <a:pt x="81" y="15"/>
                      <a:pt x="81" y="15"/>
                    </a:cubicBezTo>
                    <a:cubicBezTo>
                      <a:pt x="84" y="15"/>
                      <a:pt x="85" y="17"/>
                      <a:pt x="85" y="19"/>
                    </a:cubicBezTo>
                    <a:cubicBezTo>
                      <a:pt x="85" y="62"/>
                      <a:pt x="85" y="62"/>
                      <a:pt x="85" y="62"/>
                    </a:cubicBezTo>
                    <a:lnTo>
                      <a:pt x="100"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75" name="Freeform 318"/>
              <p:cNvSpPr>
                <a:spLocks noEditPoints="1"/>
              </p:cNvSpPr>
              <p:nvPr/>
            </p:nvSpPr>
            <p:spPr bwMode="auto">
              <a:xfrm>
                <a:off x="-2922588" y="4425950"/>
                <a:ext cx="476250" cy="271463"/>
              </a:xfrm>
              <a:custGeom>
                <a:avLst/>
                <a:gdLst>
                  <a:gd name="T0" fmla="*/ 99 w 127"/>
                  <a:gd name="T1" fmla="*/ 0 h 72"/>
                  <a:gd name="T2" fmla="*/ 64 w 127"/>
                  <a:gd name="T3" fmla="*/ 0 h 72"/>
                  <a:gd name="T4" fmla="*/ 64 w 127"/>
                  <a:gd name="T5" fmla="*/ 20 h 72"/>
                  <a:gd name="T6" fmla="*/ 75 w 127"/>
                  <a:gd name="T7" fmla="*/ 31 h 72"/>
                  <a:gd name="T8" fmla="*/ 68 w 127"/>
                  <a:gd name="T9" fmla="*/ 41 h 72"/>
                  <a:gd name="T10" fmla="*/ 68 w 127"/>
                  <a:gd name="T11" fmla="*/ 41 h 72"/>
                  <a:gd name="T12" fmla="*/ 68 w 127"/>
                  <a:gd name="T13" fmla="*/ 59 h 72"/>
                  <a:gd name="T14" fmla="*/ 64 w 127"/>
                  <a:gd name="T15" fmla="*/ 59 h 72"/>
                  <a:gd name="T16" fmla="*/ 64 w 127"/>
                  <a:gd name="T17" fmla="*/ 72 h 72"/>
                  <a:gd name="T18" fmla="*/ 127 w 127"/>
                  <a:gd name="T19" fmla="*/ 72 h 72"/>
                  <a:gd name="T20" fmla="*/ 127 w 127"/>
                  <a:gd name="T21" fmla="*/ 0 h 72"/>
                  <a:gd name="T22" fmla="*/ 114 w 127"/>
                  <a:gd name="T23" fmla="*/ 0 h 72"/>
                  <a:gd name="T24" fmla="*/ 99 w 127"/>
                  <a:gd name="T25" fmla="*/ 0 h 72"/>
                  <a:gd name="T26" fmla="*/ 64 w 127"/>
                  <a:gd name="T27" fmla="*/ 0 h 72"/>
                  <a:gd name="T28" fmla="*/ 0 w 127"/>
                  <a:gd name="T29" fmla="*/ 0 h 72"/>
                  <a:gd name="T30" fmla="*/ 0 w 127"/>
                  <a:gd name="T31" fmla="*/ 72 h 72"/>
                  <a:gd name="T32" fmla="*/ 64 w 127"/>
                  <a:gd name="T33" fmla="*/ 72 h 72"/>
                  <a:gd name="T34" fmla="*/ 64 w 127"/>
                  <a:gd name="T35" fmla="*/ 59 h 72"/>
                  <a:gd name="T36" fmla="*/ 59 w 127"/>
                  <a:gd name="T37" fmla="*/ 59 h 72"/>
                  <a:gd name="T38" fmla="*/ 59 w 127"/>
                  <a:gd name="T39" fmla="*/ 41 h 72"/>
                  <a:gd name="T40" fmla="*/ 52 w 127"/>
                  <a:gd name="T41" fmla="*/ 31 h 72"/>
                  <a:gd name="T42" fmla="*/ 64 w 127"/>
                  <a:gd name="T43" fmla="*/ 20 h 72"/>
                  <a:gd name="T44" fmla="*/ 64 w 127"/>
                  <a:gd name="T45" fmla="*/ 20 h 72"/>
                  <a:gd name="T46" fmla="*/ 64 w 127"/>
                  <a:gd name="T4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7" h="72">
                    <a:moveTo>
                      <a:pt x="99" y="0"/>
                    </a:moveTo>
                    <a:cubicBezTo>
                      <a:pt x="64" y="0"/>
                      <a:pt x="64" y="0"/>
                      <a:pt x="64" y="0"/>
                    </a:cubicBezTo>
                    <a:cubicBezTo>
                      <a:pt x="64" y="20"/>
                      <a:pt x="64" y="20"/>
                      <a:pt x="64" y="20"/>
                    </a:cubicBezTo>
                    <a:cubicBezTo>
                      <a:pt x="70" y="20"/>
                      <a:pt x="75" y="25"/>
                      <a:pt x="75" y="31"/>
                    </a:cubicBezTo>
                    <a:cubicBezTo>
                      <a:pt x="75" y="36"/>
                      <a:pt x="72" y="40"/>
                      <a:pt x="68" y="41"/>
                    </a:cubicBezTo>
                    <a:cubicBezTo>
                      <a:pt x="68" y="41"/>
                      <a:pt x="68" y="41"/>
                      <a:pt x="68" y="41"/>
                    </a:cubicBezTo>
                    <a:cubicBezTo>
                      <a:pt x="68" y="59"/>
                      <a:pt x="68" y="59"/>
                      <a:pt x="68" y="59"/>
                    </a:cubicBezTo>
                    <a:cubicBezTo>
                      <a:pt x="64" y="59"/>
                      <a:pt x="64" y="59"/>
                      <a:pt x="64" y="59"/>
                    </a:cubicBezTo>
                    <a:cubicBezTo>
                      <a:pt x="64" y="72"/>
                      <a:pt x="64" y="72"/>
                      <a:pt x="64" y="72"/>
                    </a:cubicBezTo>
                    <a:cubicBezTo>
                      <a:pt x="127" y="72"/>
                      <a:pt x="127" y="72"/>
                      <a:pt x="127" y="72"/>
                    </a:cubicBezTo>
                    <a:cubicBezTo>
                      <a:pt x="127" y="0"/>
                      <a:pt x="127" y="0"/>
                      <a:pt x="127" y="0"/>
                    </a:cubicBezTo>
                    <a:cubicBezTo>
                      <a:pt x="114" y="0"/>
                      <a:pt x="114" y="0"/>
                      <a:pt x="114" y="0"/>
                    </a:cubicBezTo>
                    <a:lnTo>
                      <a:pt x="99" y="0"/>
                    </a:lnTo>
                    <a:close/>
                    <a:moveTo>
                      <a:pt x="64" y="0"/>
                    </a:moveTo>
                    <a:cubicBezTo>
                      <a:pt x="0" y="0"/>
                      <a:pt x="0" y="0"/>
                      <a:pt x="0" y="0"/>
                    </a:cubicBezTo>
                    <a:cubicBezTo>
                      <a:pt x="0" y="72"/>
                      <a:pt x="0" y="72"/>
                      <a:pt x="0" y="72"/>
                    </a:cubicBezTo>
                    <a:cubicBezTo>
                      <a:pt x="64" y="72"/>
                      <a:pt x="64" y="72"/>
                      <a:pt x="64" y="72"/>
                    </a:cubicBezTo>
                    <a:cubicBezTo>
                      <a:pt x="64" y="59"/>
                      <a:pt x="64" y="59"/>
                      <a:pt x="64" y="59"/>
                    </a:cubicBezTo>
                    <a:cubicBezTo>
                      <a:pt x="59" y="59"/>
                      <a:pt x="59" y="59"/>
                      <a:pt x="59" y="59"/>
                    </a:cubicBezTo>
                    <a:cubicBezTo>
                      <a:pt x="59" y="41"/>
                      <a:pt x="59" y="41"/>
                      <a:pt x="59" y="41"/>
                    </a:cubicBezTo>
                    <a:cubicBezTo>
                      <a:pt x="55" y="40"/>
                      <a:pt x="52" y="36"/>
                      <a:pt x="52" y="31"/>
                    </a:cubicBezTo>
                    <a:cubicBezTo>
                      <a:pt x="52" y="25"/>
                      <a:pt x="57" y="20"/>
                      <a:pt x="64" y="20"/>
                    </a:cubicBezTo>
                    <a:cubicBezTo>
                      <a:pt x="64" y="20"/>
                      <a:pt x="64" y="20"/>
                      <a:pt x="64" y="20"/>
                    </a:cubicBez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76" name="Freeform 319"/>
              <p:cNvSpPr>
                <a:spLocks/>
              </p:cNvSpPr>
              <p:nvPr/>
            </p:nvSpPr>
            <p:spPr bwMode="auto">
              <a:xfrm>
                <a:off x="-7085012" y="3255962"/>
                <a:ext cx="687387" cy="644525"/>
              </a:xfrm>
              <a:custGeom>
                <a:avLst/>
                <a:gdLst>
                  <a:gd name="T0" fmla="*/ 26 w 183"/>
                  <a:gd name="T1" fmla="*/ 139 h 172"/>
                  <a:gd name="T2" fmla="*/ 76 w 183"/>
                  <a:gd name="T3" fmla="*/ 113 h 172"/>
                  <a:gd name="T4" fmla="*/ 85 w 183"/>
                  <a:gd name="T5" fmla="*/ 111 h 172"/>
                  <a:gd name="T6" fmla="*/ 86 w 183"/>
                  <a:gd name="T7" fmla="*/ 121 h 172"/>
                  <a:gd name="T8" fmla="*/ 85 w 183"/>
                  <a:gd name="T9" fmla="*/ 142 h 172"/>
                  <a:gd name="T10" fmla="*/ 84 w 183"/>
                  <a:gd name="T11" fmla="*/ 172 h 172"/>
                  <a:gd name="T12" fmla="*/ 99 w 183"/>
                  <a:gd name="T13" fmla="*/ 172 h 172"/>
                  <a:gd name="T14" fmla="*/ 98 w 183"/>
                  <a:gd name="T15" fmla="*/ 142 h 172"/>
                  <a:gd name="T16" fmla="*/ 97 w 183"/>
                  <a:gd name="T17" fmla="*/ 121 h 172"/>
                  <a:gd name="T18" fmla="*/ 97 w 183"/>
                  <a:gd name="T19" fmla="*/ 111 h 172"/>
                  <a:gd name="T20" fmla="*/ 106 w 183"/>
                  <a:gd name="T21" fmla="*/ 113 h 172"/>
                  <a:gd name="T22" fmla="*/ 156 w 183"/>
                  <a:gd name="T23" fmla="*/ 139 h 172"/>
                  <a:gd name="T24" fmla="*/ 176 w 183"/>
                  <a:gd name="T25" fmla="*/ 119 h 172"/>
                  <a:gd name="T26" fmla="*/ 164 w 183"/>
                  <a:gd name="T27" fmla="*/ 56 h 172"/>
                  <a:gd name="T28" fmla="*/ 102 w 183"/>
                  <a:gd name="T29" fmla="*/ 96 h 172"/>
                  <a:gd name="T30" fmla="*/ 99 w 183"/>
                  <a:gd name="T31" fmla="*/ 90 h 172"/>
                  <a:gd name="T32" fmla="*/ 110 w 183"/>
                  <a:gd name="T33" fmla="*/ 69 h 172"/>
                  <a:gd name="T34" fmla="*/ 131 w 183"/>
                  <a:gd name="T35" fmla="*/ 21 h 172"/>
                  <a:gd name="T36" fmla="*/ 91 w 183"/>
                  <a:gd name="T37" fmla="*/ 1 h 172"/>
                  <a:gd name="T38" fmla="*/ 52 w 183"/>
                  <a:gd name="T39" fmla="*/ 21 h 172"/>
                  <a:gd name="T40" fmla="*/ 72 w 183"/>
                  <a:gd name="T41" fmla="*/ 69 h 172"/>
                  <a:gd name="T42" fmla="*/ 83 w 183"/>
                  <a:gd name="T43" fmla="*/ 90 h 172"/>
                  <a:gd name="T44" fmla="*/ 81 w 183"/>
                  <a:gd name="T45" fmla="*/ 96 h 172"/>
                  <a:gd name="T46" fmla="*/ 19 w 183"/>
                  <a:gd name="T47" fmla="*/ 56 h 172"/>
                  <a:gd name="T48" fmla="*/ 6 w 183"/>
                  <a:gd name="T49" fmla="*/ 119 h 172"/>
                  <a:gd name="T50" fmla="*/ 26 w 183"/>
                  <a:gd name="T51" fmla="*/ 13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3" h="172">
                    <a:moveTo>
                      <a:pt x="26" y="139"/>
                    </a:moveTo>
                    <a:cubicBezTo>
                      <a:pt x="45" y="141"/>
                      <a:pt x="61" y="121"/>
                      <a:pt x="76" y="113"/>
                    </a:cubicBezTo>
                    <a:cubicBezTo>
                      <a:pt x="78" y="112"/>
                      <a:pt x="83" y="109"/>
                      <a:pt x="85" y="111"/>
                    </a:cubicBezTo>
                    <a:cubicBezTo>
                      <a:pt x="87" y="114"/>
                      <a:pt x="86" y="118"/>
                      <a:pt x="86" y="121"/>
                    </a:cubicBezTo>
                    <a:cubicBezTo>
                      <a:pt x="86" y="128"/>
                      <a:pt x="85" y="135"/>
                      <a:pt x="85" y="142"/>
                    </a:cubicBezTo>
                    <a:cubicBezTo>
                      <a:pt x="85" y="150"/>
                      <a:pt x="84" y="164"/>
                      <a:pt x="84" y="172"/>
                    </a:cubicBezTo>
                    <a:cubicBezTo>
                      <a:pt x="99" y="172"/>
                      <a:pt x="99" y="172"/>
                      <a:pt x="99" y="172"/>
                    </a:cubicBezTo>
                    <a:cubicBezTo>
                      <a:pt x="98" y="164"/>
                      <a:pt x="98" y="150"/>
                      <a:pt x="98" y="142"/>
                    </a:cubicBezTo>
                    <a:cubicBezTo>
                      <a:pt x="97" y="135"/>
                      <a:pt x="97" y="128"/>
                      <a:pt x="97" y="121"/>
                    </a:cubicBezTo>
                    <a:cubicBezTo>
                      <a:pt x="97" y="118"/>
                      <a:pt x="96" y="114"/>
                      <a:pt x="97" y="111"/>
                    </a:cubicBezTo>
                    <a:cubicBezTo>
                      <a:pt x="99" y="109"/>
                      <a:pt x="105" y="112"/>
                      <a:pt x="106" y="113"/>
                    </a:cubicBezTo>
                    <a:cubicBezTo>
                      <a:pt x="122" y="121"/>
                      <a:pt x="137" y="141"/>
                      <a:pt x="156" y="139"/>
                    </a:cubicBezTo>
                    <a:cubicBezTo>
                      <a:pt x="167" y="137"/>
                      <a:pt x="173" y="128"/>
                      <a:pt x="176" y="119"/>
                    </a:cubicBezTo>
                    <a:cubicBezTo>
                      <a:pt x="182" y="101"/>
                      <a:pt x="183" y="68"/>
                      <a:pt x="164" y="56"/>
                    </a:cubicBezTo>
                    <a:cubicBezTo>
                      <a:pt x="135" y="39"/>
                      <a:pt x="126" y="94"/>
                      <a:pt x="102" y="96"/>
                    </a:cubicBezTo>
                    <a:cubicBezTo>
                      <a:pt x="97" y="96"/>
                      <a:pt x="98" y="94"/>
                      <a:pt x="99" y="90"/>
                    </a:cubicBezTo>
                    <a:cubicBezTo>
                      <a:pt x="101" y="82"/>
                      <a:pt x="105" y="75"/>
                      <a:pt x="110" y="69"/>
                    </a:cubicBezTo>
                    <a:cubicBezTo>
                      <a:pt x="120" y="56"/>
                      <a:pt x="134" y="39"/>
                      <a:pt x="131" y="21"/>
                    </a:cubicBezTo>
                    <a:cubicBezTo>
                      <a:pt x="128" y="5"/>
                      <a:pt x="109" y="0"/>
                      <a:pt x="91" y="1"/>
                    </a:cubicBezTo>
                    <a:cubicBezTo>
                      <a:pt x="74" y="0"/>
                      <a:pt x="54" y="5"/>
                      <a:pt x="52" y="21"/>
                    </a:cubicBezTo>
                    <a:cubicBezTo>
                      <a:pt x="49" y="39"/>
                      <a:pt x="62" y="56"/>
                      <a:pt x="72" y="69"/>
                    </a:cubicBezTo>
                    <a:cubicBezTo>
                      <a:pt x="77" y="75"/>
                      <a:pt x="81" y="82"/>
                      <a:pt x="83" y="90"/>
                    </a:cubicBezTo>
                    <a:cubicBezTo>
                      <a:pt x="85" y="94"/>
                      <a:pt x="85" y="96"/>
                      <a:pt x="81" y="96"/>
                    </a:cubicBezTo>
                    <a:cubicBezTo>
                      <a:pt x="57" y="94"/>
                      <a:pt x="47" y="39"/>
                      <a:pt x="19" y="56"/>
                    </a:cubicBezTo>
                    <a:cubicBezTo>
                      <a:pt x="0" y="68"/>
                      <a:pt x="0" y="101"/>
                      <a:pt x="6" y="119"/>
                    </a:cubicBezTo>
                    <a:cubicBezTo>
                      <a:pt x="9" y="128"/>
                      <a:pt x="16" y="137"/>
                      <a:pt x="26"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77" name="Freeform 320"/>
              <p:cNvSpPr>
                <a:spLocks/>
              </p:cNvSpPr>
              <p:nvPr/>
            </p:nvSpPr>
            <p:spPr bwMode="auto">
              <a:xfrm>
                <a:off x="-4222750" y="-420688"/>
                <a:ext cx="492125" cy="525463"/>
              </a:xfrm>
              <a:custGeom>
                <a:avLst/>
                <a:gdLst>
                  <a:gd name="T0" fmla="*/ 108 w 131"/>
                  <a:gd name="T1" fmla="*/ 96 h 140"/>
                  <a:gd name="T2" fmla="*/ 118 w 131"/>
                  <a:gd name="T3" fmla="*/ 91 h 140"/>
                  <a:gd name="T4" fmla="*/ 129 w 131"/>
                  <a:gd name="T5" fmla="*/ 87 h 140"/>
                  <a:gd name="T6" fmla="*/ 130 w 131"/>
                  <a:gd name="T7" fmla="*/ 70 h 140"/>
                  <a:gd name="T8" fmla="*/ 127 w 131"/>
                  <a:gd name="T9" fmla="*/ 41 h 140"/>
                  <a:gd name="T10" fmla="*/ 98 w 131"/>
                  <a:gd name="T11" fmla="*/ 66 h 140"/>
                  <a:gd name="T12" fmla="*/ 88 w 131"/>
                  <a:gd name="T13" fmla="*/ 76 h 140"/>
                  <a:gd name="T14" fmla="*/ 88 w 131"/>
                  <a:gd name="T15" fmla="*/ 65 h 140"/>
                  <a:gd name="T16" fmla="*/ 98 w 131"/>
                  <a:gd name="T17" fmla="*/ 46 h 140"/>
                  <a:gd name="T18" fmla="*/ 89 w 131"/>
                  <a:gd name="T19" fmla="*/ 28 h 140"/>
                  <a:gd name="T20" fmla="*/ 66 w 131"/>
                  <a:gd name="T21" fmla="*/ 1 h 140"/>
                  <a:gd name="T22" fmla="*/ 66 w 131"/>
                  <a:gd name="T23" fmla="*/ 0 h 140"/>
                  <a:gd name="T24" fmla="*/ 65 w 131"/>
                  <a:gd name="T25" fmla="*/ 0 h 140"/>
                  <a:gd name="T26" fmla="*/ 65 w 131"/>
                  <a:gd name="T27" fmla="*/ 0 h 140"/>
                  <a:gd name="T28" fmla="*/ 65 w 131"/>
                  <a:gd name="T29" fmla="*/ 1 h 140"/>
                  <a:gd name="T30" fmla="*/ 42 w 131"/>
                  <a:gd name="T31" fmla="*/ 28 h 140"/>
                  <a:gd name="T32" fmla="*/ 33 w 131"/>
                  <a:gd name="T33" fmla="*/ 46 h 140"/>
                  <a:gd name="T34" fmla="*/ 43 w 131"/>
                  <a:gd name="T35" fmla="*/ 65 h 140"/>
                  <a:gd name="T36" fmla="*/ 43 w 131"/>
                  <a:gd name="T37" fmla="*/ 76 h 140"/>
                  <a:gd name="T38" fmla="*/ 33 w 131"/>
                  <a:gd name="T39" fmla="*/ 66 h 140"/>
                  <a:gd name="T40" fmla="*/ 4 w 131"/>
                  <a:gd name="T41" fmla="*/ 41 h 140"/>
                  <a:gd name="T42" fmla="*/ 1 w 131"/>
                  <a:gd name="T43" fmla="*/ 70 h 140"/>
                  <a:gd name="T44" fmla="*/ 2 w 131"/>
                  <a:gd name="T45" fmla="*/ 87 h 140"/>
                  <a:gd name="T46" fmla="*/ 13 w 131"/>
                  <a:gd name="T47" fmla="*/ 91 h 140"/>
                  <a:gd name="T48" fmla="*/ 23 w 131"/>
                  <a:gd name="T49" fmla="*/ 96 h 140"/>
                  <a:gd name="T50" fmla="*/ 21 w 131"/>
                  <a:gd name="T51" fmla="*/ 103 h 140"/>
                  <a:gd name="T52" fmla="*/ 1 w 131"/>
                  <a:gd name="T53" fmla="*/ 96 h 140"/>
                  <a:gd name="T54" fmla="*/ 30 w 131"/>
                  <a:gd name="T55" fmla="*/ 137 h 140"/>
                  <a:gd name="T56" fmla="*/ 44 w 131"/>
                  <a:gd name="T57" fmla="*/ 135 h 140"/>
                  <a:gd name="T58" fmla="*/ 58 w 131"/>
                  <a:gd name="T59" fmla="*/ 126 h 140"/>
                  <a:gd name="T60" fmla="*/ 62 w 131"/>
                  <a:gd name="T61" fmla="*/ 124 h 140"/>
                  <a:gd name="T62" fmla="*/ 62 w 131"/>
                  <a:gd name="T63" fmla="*/ 118 h 140"/>
                  <a:gd name="T64" fmla="*/ 65 w 131"/>
                  <a:gd name="T65" fmla="*/ 62 h 140"/>
                  <a:gd name="T66" fmla="*/ 69 w 131"/>
                  <a:gd name="T67" fmla="*/ 118 h 140"/>
                  <a:gd name="T68" fmla="*/ 69 w 131"/>
                  <a:gd name="T69" fmla="*/ 124 h 140"/>
                  <a:gd name="T70" fmla="*/ 73 w 131"/>
                  <a:gd name="T71" fmla="*/ 126 h 140"/>
                  <a:gd name="T72" fmla="*/ 87 w 131"/>
                  <a:gd name="T73" fmla="*/ 135 h 140"/>
                  <a:gd name="T74" fmla="*/ 101 w 131"/>
                  <a:gd name="T75" fmla="*/ 137 h 140"/>
                  <a:gd name="T76" fmla="*/ 130 w 131"/>
                  <a:gd name="T77" fmla="*/ 96 h 140"/>
                  <a:gd name="T78" fmla="*/ 110 w 131"/>
                  <a:gd name="T79" fmla="*/ 103 h 140"/>
                  <a:gd name="T80" fmla="*/ 108 w 131"/>
                  <a:gd name="T81" fmla="*/ 9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140">
                    <a:moveTo>
                      <a:pt x="108" y="96"/>
                    </a:moveTo>
                    <a:cubicBezTo>
                      <a:pt x="111" y="94"/>
                      <a:pt x="114" y="93"/>
                      <a:pt x="118" y="91"/>
                    </a:cubicBezTo>
                    <a:cubicBezTo>
                      <a:pt x="121" y="90"/>
                      <a:pt x="125" y="89"/>
                      <a:pt x="129" y="87"/>
                    </a:cubicBezTo>
                    <a:cubicBezTo>
                      <a:pt x="130" y="81"/>
                      <a:pt x="131" y="76"/>
                      <a:pt x="130" y="70"/>
                    </a:cubicBezTo>
                    <a:cubicBezTo>
                      <a:pt x="129" y="60"/>
                      <a:pt x="127" y="51"/>
                      <a:pt x="127" y="41"/>
                    </a:cubicBezTo>
                    <a:cubicBezTo>
                      <a:pt x="115" y="48"/>
                      <a:pt x="101" y="52"/>
                      <a:pt x="98" y="66"/>
                    </a:cubicBezTo>
                    <a:cubicBezTo>
                      <a:pt x="97" y="69"/>
                      <a:pt x="93" y="79"/>
                      <a:pt x="88" y="76"/>
                    </a:cubicBezTo>
                    <a:cubicBezTo>
                      <a:pt x="84" y="73"/>
                      <a:pt x="86" y="68"/>
                      <a:pt x="88" y="65"/>
                    </a:cubicBezTo>
                    <a:cubicBezTo>
                      <a:pt x="92" y="59"/>
                      <a:pt x="98" y="54"/>
                      <a:pt x="98" y="46"/>
                    </a:cubicBezTo>
                    <a:cubicBezTo>
                      <a:pt x="98" y="39"/>
                      <a:pt x="93" y="33"/>
                      <a:pt x="89" y="28"/>
                    </a:cubicBezTo>
                    <a:cubicBezTo>
                      <a:pt x="82" y="19"/>
                      <a:pt x="73" y="11"/>
                      <a:pt x="66" y="1"/>
                    </a:cubicBezTo>
                    <a:cubicBezTo>
                      <a:pt x="66" y="0"/>
                      <a:pt x="66" y="0"/>
                      <a:pt x="66" y="0"/>
                    </a:cubicBezTo>
                    <a:cubicBezTo>
                      <a:pt x="66" y="0"/>
                      <a:pt x="66" y="0"/>
                      <a:pt x="65" y="0"/>
                    </a:cubicBezTo>
                    <a:cubicBezTo>
                      <a:pt x="65" y="0"/>
                      <a:pt x="65" y="0"/>
                      <a:pt x="65" y="0"/>
                    </a:cubicBezTo>
                    <a:cubicBezTo>
                      <a:pt x="65" y="1"/>
                      <a:pt x="65" y="1"/>
                      <a:pt x="65" y="1"/>
                    </a:cubicBezTo>
                    <a:cubicBezTo>
                      <a:pt x="58" y="11"/>
                      <a:pt x="49" y="19"/>
                      <a:pt x="42" y="28"/>
                    </a:cubicBezTo>
                    <a:cubicBezTo>
                      <a:pt x="38" y="33"/>
                      <a:pt x="33" y="39"/>
                      <a:pt x="33" y="46"/>
                    </a:cubicBezTo>
                    <a:cubicBezTo>
                      <a:pt x="33" y="54"/>
                      <a:pt x="39" y="59"/>
                      <a:pt x="43" y="65"/>
                    </a:cubicBezTo>
                    <a:cubicBezTo>
                      <a:pt x="45" y="68"/>
                      <a:pt x="47" y="73"/>
                      <a:pt x="43" y="76"/>
                    </a:cubicBezTo>
                    <a:cubicBezTo>
                      <a:pt x="38" y="79"/>
                      <a:pt x="34" y="69"/>
                      <a:pt x="33" y="66"/>
                    </a:cubicBezTo>
                    <a:cubicBezTo>
                      <a:pt x="30" y="52"/>
                      <a:pt x="16" y="48"/>
                      <a:pt x="4" y="41"/>
                    </a:cubicBezTo>
                    <a:cubicBezTo>
                      <a:pt x="4" y="51"/>
                      <a:pt x="2" y="60"/>
                      <a:pt x="1" y="70"/>
                    </a:cubicBezTo>
                    <a:cubicBezTo>
                      <a:pt x="0" y="76"/>
                      <a:pt x="1" y="81"/>
                      <a:pt x="2" y="87"/>
                    </a:cubicBezTo>
                    <a:cubicBezTo>
                      <a:pt x="6" y="89"/>
                      <a:pt x="10" y="90"/>
                      <a:pt x="13" y="91"/>
                    </a:cubicBezTo>
                    <a:cubicBezTo>
                      <a:pt x="17" y="93"/>
                      <a:pt x="20" y="94"/>
                      <a:pt x="23" y="96"/>
                    </a:cubicBezTo>
                    <a:cubicBezTo>
                      <a:pt x="26" y="98"/>
                      <a:pt x="26" y="104"/>
                      <a:pt x="21" y="103"/>
                    </a:cubicBezTo>
                    <a:cubicBezTo>
                      <a:pt x="14" y="102"/>
                      <a:pt x="8" y="95"/>
                      <a:pt x="1" y="96"/>
                    </a:cubicBezTo>
                    <a:cubicBezTo>
                      <a:pt x="4" y="114"/>
                      <a:pt x="13" y="130"/>
                      <a:pt x="30" y="137"/>
                    </a:cubicBezTo>
                    <a:cubicBezTo>
                      <a:pt x="36" y="140"/>
                      <a:pt x="39" y="139"/>
                      <a:pt x="44" y="135"/>
                    </a:cubicBezTo>
                    <a:cubicBezTo>
                      <a:pt x="49" y="131"/>
                      <a:pt x="52" y="127"/>
                      <a:pt x="58" y="126"/>
                    </a:cubicBezTo>
                    <a:cubicBezTo>
                      <a:pt x="60" y="126"/>
                      <a:pt x="62" y="127"/>
                      <a:pt x="62" y="124"/>
                    </a:cubicBezTo>
                    <a:cubicBezTo>
                      <a:pt x="62" y="122"/>
                      <a:pt x="62" y="120"/>
                      <a:pt x="62" y="118"/>
                    </a:cubicBezTo>
                    <a:cubicBezTo>
                      <a:pt x="63" y="97"/>
                      <a:pt x="65" y="84"/>
                      <a:pt x="65" y="62"/>
                    </a:cubicBezTo>
                    <a:cubicBezTo>
                      <a:pt x="66" y="84"/>
                      <a:pt x="68" y="97"/>
                      <a:pt x="69" y="118"/>
                    </a:cubicBezTo>
                    <a:cubicBezTo>
                      <a:pt x="69" y="120"/>
                      <a:pt x="69" y="122"/>
                      <a:pt x="69" y="124"/>
                    </a:cubicBezTo>
                    <a:cubicBezTo>
                      <a:pt x="69" y="127"/>
                      <a:pt x="71" y="126"/>
                      <a:pt x="73" y="126"/>
                    </a:cubicBezTo>
                    <a:cubicBezTo>
                      <a:pt x="79" y="127"/>
                      <a:pt x="82" y="131"/>
                      <a:pt x="87" y="135"/>
                    </a:cubicBezTo>
                    <a:cubicBezTo>
                      <a:pt x="92" y="139"/>
                      <a:pt x="95" y="140"/>
                      <a:pt x="101" y="137"/>
                    </a:cubicBezTo>
                    <a:cubicBezTo>
                      <a:pt x="118" y="130"/>
                      <a:pt x="127" y="114"/>
                      <a:pt x="130" y="96"/>
                    </a:cubicBezTo>
                    <a:cubicBezTo>
                      <a:pt x="123" y="95"/>
                      <a:pt x="117" y="102"/>
                      <a:pt x="110" y="103"/>
                    </a:cubicBezTo>
                    <a:cubicBezTo>
                      <a:pt x="105" y="104"/>
                      <a:pt x="105" y="98"/>
                      <a:pt x="108"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78" name="Rectangle 321"/>
              <p:cNvSpPr>
                <a:spLocks noChangeArrowheads="1"/>
              </p:cNvSpPr>
              <p:nvPr/>
            </p:nvSpPr>
            <p:spPr bwMode="auto">
              <a:xfrm>
                <a:off x="-3994150" y="68262"/>
                <a:ext cx="34925" cy="157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79" name="Freeform 322"/>
              <p:cNvSpPr>
                <a:spLocks noEditPoints="1"/>
              </p:cNvSpPr>
              <p:nvPr/>
            </p:nvSpPr>
            <p:spPr bwMode="auto">
              <a:xfrm>
                <a:off x="-3865563" y="8597900"/>
                <a:ext cx="577850" cy="420688"/>
              </a:xfrm>
              <a:custGeom>
                <a:avLst/>
                <a:gdLst>
                  <a:gd name="T0" fmla="*/ 103 w 154"/>
                  <a:gd name="T1" fmla="*/ 112 h 112"/>
                  <a:gd name="T2" fmla="*/ 154 w 154"/>
                  <a:gd name="T3" fmla="*/ 112 h 112"/>
                  <a:gd name="T4" fmla="*/ 154 w 154"/>
                  <a:gd name="T5" fmla="*/ 0 h 112"/>
                  <a:gd name="T6" fmla="*/ 103 w 154"/>
                  <a:gd name="T7" fmla="*/ 0 h 112"/>
                  <a:gd name="T8" fmla="*/ 103 w 154"/>
                  <a:gd name="T9" fmla="*/ 47 h 112"/>
                  <a:gd name="T10" fmla="*/ 140 w 154"/>
                  <a:gd name="T11" fmla="*/ 99 h 112"/>
                  <a:gd name="T12" fmla="*/ 103 w 154"/>
                  <a:gd name="T13" fmla="*/ 99 h 112"/>
                  <a:gd name="T14" fmla="*/ 103 w 154"/>
                  <a:gd name="T15" fmla="*/ 112 h 112"/>
                  <a:gd name="T16" fmla="*/ 70 w 154"/>
                  <a:gd name="T17" fmla="*/ 112 h 112"/>
                  <a:gd name="T18" fmla="*/ 103 w 154"/>
                  <a:gd name="T19" fmla="*/ 112 h 112"/>
                  <a:gd name="T20" fmla="*/ 103 w 154"/>
                  <a:gd name="T21" fmla="*/ 99 h 112"/>
                  <a:gd name="T22" fmla="*/ 80 w 154"/>
                  <a:gd name="T23" fmla="*/ 99 h 112"/>
                  <a:gd name="T24" fmla="*/ 78 w 154"/>
                  <a:gd name="T25" fmla="*/ 96 h 112"/>
                  <a:gd name="T26" fmla="*/ 70 w 154"/>
                  <a:gd name="T27" fmla="*/ 85 h 112"/>
                  <a:gd name="T28" fmla="*/ 70 w 154"/>
                  <a:gd name="T29" fmla="*/ 92 h 112"/>
                  <a:gd name="T30" fmla="*/ 75 w 154"/>
                  <a:gd name="T31" fmla="*/ 99 h 112"/>
                  <a:gd name="T32" fmla="*/ 70 w 154"/>
                  <a:gd name="T33" fmla="*/ 99 h 112"/>
                  <a:gd name="T34" fmla="*/ 70 w 154"/>
                  <a:gd name="T35" fmla="*/ 112 h 112"/>
                  <a:gd name="T36" fmla="*/ 103 w 154"/>
                  <a:gd name="T37" fmla="*/ 0 h 112"/>
                  <a:gd name="T38" fmla="*/ 70 w 154"/>
                  <a:gd name="T39" fmla="*/ 0 h 112"/>
                  <a:gd name="T40" fmla="*/ 70 w 154"/>
                  <a:gd name="T41" fmla="*/ 72 h 112"/>
                  <a:gd name="T42" fmla="*/ 95 w 154"/>
                  <a:gd name="T43" fmla="*/ 37 h 112"/>
                  <a:gd name="T44" fmla="*/ 95 w 154"/>
                  <a:gd name="T45" fmla="*/ 37 h 112"/>
                  <a:gd name="T46" fmla="*/ 103 w 154"/>
                  <a:gd name="T47" fmla="*/ 47 h 112"/>
                  <a:gd name="T48" fmla="*/ 103 w 154"/>
                  <a:gd name="T49" fmla="*/ 0 h 112"/>
                  <a:gd name="T50" fmla="*/ 44 w 154"/>
                  <a:gd name="T51" fmla="*/ 112 h 112"/>
                  <a:gd name="T52" fmla="*/ 70 w 154"/>
                  <a:gd name="T53" fmla="*/ 112 h 112"/>
                  <a:gd name="T54" fmla="*/ 70 w 154"/>
                  <a:gd name="T55" fmla="*/ 99 h 112"/>
                  <a:gd name="T56" fmla="*/ 51 w 154"/>
                  <a:gd name="T57" fmla="*/ 99 h 112"/>
                  <a:gd name="T58" fmla="*/ 44 w 154"/>
                  <a:gd name="T59" fmla="*/ 99 h 112"/>
                  <a:gd name="T60" fmla="*/ 44 w 154"/>
                  <a:gd name="T61" fmla="*/ 112 h 112"/>
                  <a:gd name="T62" fmla="*/ 70 w 154"/>
                  <a:gd name="T63" fmla="*/ 0 h 112"/>
                  <a:gd name="T64" fmla="*/ 44 w 154"/>
                  <a:gd name="T65" fmla="*/ 0 h 112"/>
                  <a:gd name="T66" fmla="*/ 44 w 154"/>
                  <a:gd name="T67" fmla="*/ 19 h 112"/>
                  <a:gd name="T68" fmla="*/ 47 w 154"/>
                  <a:gd name="T69" fmla="*/ 27 h 112"/>
                  <a:gd name="T70" fmla="*/ 44 w 154"/>
                  <a:gd name="T71" fmla="*/ 35 h 112"/>
                  <a:gd name="T72" fmla="*/ 44 w 154"/>
                  <a:gd name="T73" fmla="*/ 56 h 112"/>
                  <a:gd name="T74" fmla="*/ 44 w 154"/>
                  <a:gd name="T75" fmla="*/ 56 h 112"/>
                  <a:gd name="T76" fmla="*/ 63 w 154"/>
                  <a:gd name="T77" fmla="*/ 82 h 112"/>
                  <a:gd name="T78" fmla="*/ 70 w 154"/>
                  <a:gd name="T79" fmla="*/ 92 h 112"/>
                  <a:gd name="T80" fmla="*/ 70 w 154"/>
                  <a:gd name="T81" fmla="*/ 85 h 112"/>
                  <a:gd name="T82" fmla="*/ 66 w 154"/>
                  <a:gd name="T83" fmla="*/ 78 h 112"/>
                  <a:gd name="T84" fmla="*/ 70 w 154"/>
                  <a:gd name="T85" fmla="*/ 72 h 112"/>
                  <a:gd name="T86" fmla="*/ 70 w 154"/>
                  <a:gd name="T87" fmla="*/ 0 h 112"/>
                  <a:gd name="T88" fmla="*/ 0 w 154"/>
                  <a:gd name="T89" fmla="*/ 112 h 112"/>
                  <a:gd name="T90" fmla="*/ 44 w 154"/>
                  <a:gd name="T91" fmla="*/ 112 h 112"/>
                  <a:gd name="T92" fmla="*/ 44 w 154"/>
                  <a:gd name="T93" fmla="*/ 99 h 112"/>
                  <a:gd name="T94" fmla="*/ 13 w 154"/>
                  <a:gd name="T95" fmla="*/ 99 h 112"/>
                  <a:gd name="T96" fmla="*/ 13 w 154"/>
                  <a:gd name="T97" fmla="*/ 99 h 112"/>
                  <a:gd name="T98" fmla="*/ 44 w 154"/>
                  <a:gd name="T99" fmla="*/ 56 h 112"/>
                  <a:gd name="T100" fmla="*/ 44 w 154"/>
                  <a:gd name="T101" fmla="*/ 35 h 112"/>
                  <a:gd name="T102" fmla="*/ 35 w 154"/>
                  <a:gd name="T103" fmla="*/ 39 h 112"/>
                  <a:gd name="T104" fmla="*/ 22 w 154"/>
                  <a:gd name="T105" fmla="*/ 27 h 112"/>
                  <a:gd name="T106" fmla="*/ 35 w 154"/>
                  <a:gd name="T107" fmla="*/ 15 h 112"/>
                  <a:gd name="T108" fmla="*/ 35 w 154"/>
                  <a:gd name="T109" fmla="*/ 15 h 112"/>
                  <a:gd name="T110" fmla="*/ 44 w 154"/>
                  <a:gd name="T111" fmla="*/ 19 h 112"/>
                  <a:gd name="T112" fmla="*/ 44 w 154"/>
                  <a:gd name="T113" fmla="*/ 0 h 112"/>
                  <a:gd name="T114" fmla="*/ 0 w 154"/>
                  <a:gd name="T115" fmla="*/ 0 h 112"/>
                  <a:gd name="T116" fmla="*/ 0 w 154"/>
                  <a:gd name="T11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 h="112">
                    <a:moveTo>
                      <a:pt x="103" y="112"/>
                    </a:moveTo>
                    <a:cubicBezTo>
                      <a:pt x="154" y="112"/>
                      <a:pt x="154" y="112"/>
                      <a:pt x="154" y="112"/>
                    </a:cubicBezTo>
                    <a:cubicBezTo>
                      <a:pt x="154" y="0"/>
                      <a:pt x="154" y="0"/>
                      <a:pt x="154" y="0"/>
                    </a:cubicBezTo>
                    <a:cubicBezTo>
                      <a:pt x="103" y="0"/>
                      <a:pt x="103" y="0"/>
                      <a:pt x="103" y="0"/>
                    </a:cubicBezTo>
                    <a:cubicBezTo>
                      <a:pt x="103" y="47"/>
                      <a:pt x="103" y="47"/>
                      <a:pt x="103" y="47"/>
                    </a:cubicBezTo>
                    <a:cubicBezTo>
                      <a:pt x="140" y="99"/>
                      <a:pt x="140" y="99"/>
                      <a:pt x="140" y="99"/>
                    </a:cubicBezTo>
                    <a:cubicBezTo>
                      <a:pt x="103" y="99"/>
                      <a:pt x="103" y="99"/>
                      <a:pt x="103" y="99"/>
                    </a:cubicBezTo>
                    <a:lnTo>
                      <a:pt x="103" y="112"/>
                    </a:lnTo>
                    <a:close/>
                    <a:moveTo>
                      <a:pt x="70" y="112"/>
                    </a:moveTo>
                    <a:cubicBezTo>
                      <a:pt x="103" y="112"/>
                      <a:pt x="103" y="112"/>
                      <a:pt x="103" y="112"/>
                    </a:cubicBezTo>
                    <a:cubicBezTo>
                      <a:pt x="103" y="99"/>
                      <a:pt x="103" y="99"/>
                      <a:pt x="103" y="99"/>
                    </a:cubicBezTo>
                    <a:cubicBezTo>
                      <a:pt x="80" y="99"/>
                      <a:pt x="80" y="99"/>
                      <a:pt x="80" y="99"/>
                    </a:cubicBezTo>
                    <a:cubicBezTo>
                      <a:pt x="78" y="96"/>
                      <a:pt x="78" y="96"/>
                      <a:pt x="78" y="96"/>
                    </a:cubicBezTo>
                    <a:cubicBezTo>
                      <a:pt x="70" y="85"/>
                      <a:pt x="70" y="85"/>
                      <a:pt x="70" y="85"/>
                    </a:cubicBezTo>
                    <a:cubicBezTo>
                      <a:pt x="70" y="92"/>
                      <a:pt x="70" y="92"/>
                      <a:pt x="70" y="92"/>
                    </a:cubicBezTo>
                    <a:cubicBezTo>
                      <a:pt x="75" y="99"/>
                      <a:pt x="75" y="99"/>
                      <a:pt x="75" y="99"/>
                    </a:cubicBezTo>
                    <a:cubicBezTo>
                      <a:pt x="70" y="99"/>
                      <a:pt x="70" y="99"/>
                      <a:pt x="70" y="99"/>
                    </a:cubicBezTo>
                    <a:cubicBezTo>
                      <a:pt x="70" y="112"/>
                      <a:pt x="70" y="112"/>
                      <a:pt x="70" y="112"/>
                    </a:cubicBezTo>
                    <a:close/>
                    <a:moveTo>
                      <a:pt x="103" y="0"/>
                    </a:moveTo>
                    <a:cubicBezTo>
                      <a:pt x="70" y="0"/>
                      <a:pt x="70" y="0"/>
                      <a:pt x="70" y="0"/>
                    </a:cubicBezTo>
                    <a:cubicBezTo>
                      <a:pt x="70" y="72"/>
                      <a:pt x="70" y="72"/>
                      <a:pt x="70" y="72"/>
                    </a:cubicBezTo>
                    <a:cubicBezTo>
                      <a:pt x="95" y="37"/>
                      <a:pt x="95" y="37"/>
                      <a:pt x="95" y="37"/>
                    </a:cubicBezTo>
                    <a:cubicBezTo>
                      <a:pt x="95" y="37"/>
                      <a:pt x="95" y="37"/>
                      <a:pt x="95" y="37"/>
                    </a:cubicBezTo>
                    <a:cubicBezTo>
                      <a:pt x="103" y="47"/>
                      <a:pt x="103" y="47"/>
                      <a:pt x="103" y="47"/>
                    </a:cubicBezTo>
                    <a:lnTo>
                      <a:pt x="103" y="0"/>
                    </a:lnTo>
                    <a:close/>
                    <a:moveTo>
                      <a:pt x="44" y="112"/>
                    </a:moveTo>
                    <a:cubicBezTo>
                      <a:pt x="70" y="112"/>
                      <a:pt x="70" y="112"/>
                      <a:pt x="70" y="112"/>
                    </a:cubicBezTo>
                    <a:cubicBezTo>
                      <a:pt x="70" y="99"/>
                      <a:pt x="70" y="99"/>
                      <a:pt x="70" y="99"/>
                    </a:cubicBezTo>
                    <a:cubicBezTo>
                      <a:pt x="51" y="99"/>
                      <a:pt x="51" y="99"/>
                      <a:pt x="51" y="99"/>
                    </a:cubicBezTo>
                    <a:cubicBezTo>
                      <a:pt x="44" y="99"/>
                      <a:pt x="44" y="99"/>
                      <a:pt x="44" y="99"/>
                    </a:cubicBezTo>
                    <a:cubicBezTo>
                      <a:pt x="44" y="112"/>
                      <a:pt x="44" y="112"/>
                      <a:pt x="44" y="112"/>
                    </a:cubicBezTo>
                    <a:close/>
                    <a:moveTo>
                      <a:pt x="70" y="0"/>
                    </a:moveTo>
                    <a:cubicBezTo>
                      <a:pt x="44" y="0"/>
                      <a:pt x="44" y="0"/>
                      <a:pt x="44" y="0"/>
                    </a:cubicBezTo>
                    <a:cubicBezTo>
                      <a:pt x="44" y="19"/>
                      <a:pt x="44" y="19"/>
                      <a:pt x="44" y="19"/>
                    </a:cubicBezTo>
                    <a:cubicBezTo>
                      <a:pt x="46" y="21"/>
                      <a:pt x="47" y="24"/>
                      <a:pt x="47" y="27"/>
                    </a:cubicBezTo>
                    <a:cubicBezTo>
                      <a:pt x="47" y="30"/>
                      <a:pt x="46" y="32"/>
                      <a:pt x="44" y="35"/>
                    </a:cubicBezTo>
                    <a:cubicBezTo>
                      <a:pt x="44" y="56"/>
                      <a:pt x="44" y="56"/>
                      <a:pt x="44" y="56"/>
                    </a:cubicBezTo>
                    <a:cubicBezTo>
                      <a:pt x="44" y="56"/>
                      <a:pt x="44" y="56"/>
                      <a:pt x="44" y="56"/>
                    </a:cubicBezTo>
                    <a:cubicBezTo>
                      <a:pt x="63" y="82"/>
                      <a:pt x="63" y="82"/>
                      <a:pt x="63" y="82"/>
                    </a:cubicBezTo>
                    <a:cubicBezTo>
                      <a:pt x="70" y="92"/>
                      <a:pt x="70" y="92"/>
                      <a:pt x="70" y="92"/>
                    </a:cubicBezTo>
                    <a:cubicBezTo>
                      <a:pt x="70" y="85"/>
                      <a:pt x="70" y="85"/>
                      <a:pt x="70" y="85"/>
                    </a:cubicBezTo>
                    <a:cubicBezTo>
                      <a:pt x="66" y="78"/>
                      <a:pt x="66" y="78"/>
                      <a:pt x="66" y="78"/>
                    </a:cubicBezTo>
                    <a:cubicBezTo>
                      <a:pt x="70" y="72"/>
                      <a:pt x="70" y="72"/>
                      <a:pt x="70" y="72"/>
                    </a:cubicBezTo>
                    <a:lnTo>
                      <a:pt x="70" y="0"/>
                    </a:lnTo>
                    <a:close/>
                    <a:moveTo>
                      <a:pt x="0" y="112"/>
                    </a:moveTo>
                    <a:cubicBezTo>
                      <a:pt x="44" y="112"/>
                      <a:pt x="44" y="112"/>
                      <a:pt x="44" y="112"/>
                    </a:cubicBezTo>
                    <a:cubicBezTo>
                      <a:pt x="44" y="99"/>
                      <a:pt x="44" y="99"/>
                      <a:pt x="44" y="99"/>
                    </a:cubicBezTo>
                    <a:cubicBezTo>
                      <a:pt x="13" y="99"/>
                      <a:pt x="13" y="99"/>
                      <a:pt x="13" y="99"/>
                    </a:cubicBezTo>
                    <a:cubicBezTo>
                      <a:pt x="13" y="99"/>
                      <a:pt x="13" y="99"/>
                      <a:pt x="13" y="99"/>
                    </a:cubicBezTo>
                    <a:cubicBezTo>
                      <a:pt x="44" y="56"/>
                      <a:pt x="44" y="56"/>
                      <a:pt x="44" y="56"/>
                    </a:cubicBezTo>
                    <a:cubicBezTo>
                      <a:pt x="44" y="35"/>
                      <a:pt x="44" y="35"/>
                      <a:pt x="44" y="35"/>
                    </a:cubicBezTo>
                    <a:cubicBezTo>
                      <a:pt x="42" y="37"/>
                      <a:pt x="38" y="39"/>
                      <a:pt x="35" y="39"/>
                    </a:cubicBezTo>
                    <a:cubicBezTo>
                      <a:pt x="28" y="39"/>
                      <a:pt x="22" y="34"/>
                      <a:pt x="22" y="27"/>
                    </a:cubicBezTo>
                    <a:cubicBezTo>
                      <a:pt x="22" y="20"/>
                      <a:pt x="28" y="15"/>
                      <a:pt x="35" y="15"/>
                    </a:cubicBezTo>
                    <a:cubicBezTo>
                      <a:pt x="35" y="15"/>
                      <a:pt x="35" y="15"/>
                      <a:pt x="35" y="15"/>
                    </a:cubicBezTo>
                    <a:cubicBezTo>
                      <a:pt x="38" y="15"/>
                      <a:pt x="42" y="17"/>
                      <a:pt x="44" y="19"/>
                    </a:cubicBezTo>
                    <a:cubicBezTo>
                      <a:pt x="44" y="0"/>
                      <a:pt x="44" y="0"/>
                      <a:pt x="44" y="0"/>
                    </a:cubicBezTo>
                    <a:cubicBezTo>
                      <a:pt x="0" y="0"/>
                      <a:pt x="0" y="0"/>
                      <a:pt x="0" y="0"/>
                    </a:cubicBezTo>
                    <a:lnTo>
                      <a:pt x="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80" name="Freeform 323"/>
              <p:cNvSpPr>
                <a:spLocks noEditPoints="1"/>
              </p:cNvSpPr>
              <p:nvPr/>
            </p:nvSpPr>
            <p:spPr bwMode="auto">
              <a:xfrm>
                <a:off x="-5237163" y="4356100"/>
                <a:ext cx="585787" cy="561975"/>
              </a:xfrm>
              <a:custGeom>
                <a:avLst/>
                <a:gdLst>
                  <a:gd name="T0" fmla="*/ 80 w 156"/>
                  <a:gd name="T1" fmla="*/ 147 h 150"/>
                  <a:gd name="T2" fmla="*/ 107 w 156"/>
                  <a:gd name="T3" fmla="*/ 145 h 150"/>
                  <a:gd name="T4" fmla="*/ 133 w 156"/>
                  <a:gd name="T5" fmla="*/ 104 h 150"/>
                  <a:gd name="T6" fmla="*/ 156 w 156"/>
                  <a:gd name="T7" fmla="*/ 0 h 150"/>
                  <a:gd name="T8" fmla="*/ 80 w 156"/>
                  <a:gd name="T9" fmla="*/ 17 h 150"/>
                  <a:gd name="T10" fmla="*/ 80 w 156"/>
                  <a:gd name="T11" fmla="*/ 32 h 150"/>
                  <a:gd name="T12" fmla="*/ 136 w 156"/>
                  <a:gd name="T13" fmla="*/ 20 h 150"/>
                  <a:gd name="T14" fmla="*/ 119 w 156"/>
                  <a:gd name="T15" fmla="*/ 97 h 150"/>
                  <a:gd name="T16" fmla="*/ 105 w 156"/>
                  <a:gd name="T17" fmla="*/ 127 h 150"/>
                  <a:gd name="T18" fmla="*/ 80 w 156"/>
                  <a:gd name="T19" fmla="*/ 130 h 150"/>
                  <a:gd name="T20" fmla="*/ 80 w 156"/>
                  <a:gd name="T21" fmla="*/ 147 h 150"/>
                  <a:gd name="T22" fmla="*/ 80 w 156"/>
                  <a:gd name="T23" fmla="*/ 111 h 150"/>
                  <a:gd name="T24" fmla="*/ 80 w 156"/>
                  <a:gd name="T25" fmla="*/ 96 h 150"/>
                  <a:gd name="T26" fmla="*/ 107 w 156"/>
                  <a:gd name="T27" fmla="*/ 96 h 150"/>
                  <a:gd name="T28" fmla="*/ 103 w 156"/>
                  <a:gd name="T29" fmla="*/ 109 h 150"/>
                  <a:gd name="T30" fmla="*/ 96 w 156"/>
                  <a:gd name="T31" fmla="*/ 111 h 150"/>
                  <a:gd name="T32" fmla="*/ 80 w 156"/>
                  <a:gd name="T33" fmla="*/ 111 h 150"/>
                  <a:gd name="T34" fmla="*/ 80 w 156"/>
                  <a:gd name="T35" fmla="*/ 86 h 150"/>
                  <a:gd name="T36" fmla="*/ 80 w 156"/>
                  <a:gd name="T37" fmla="*/ 45 h 150"/>
                  <a:gd name="T38" fmla="*/ 88 w 156"/>
                  <a:gd name="T39" fmla="*/ 43 h 150"/>
                  <a:gd name="T40" fmla="*/ 88 w 156"/>
                  <a:gd name="T41" fmla="*/ 58 h 150"/>
                  <a:gd name="T42" fmla="*/ 105 w 156"/>
                  <a:gd name="T43" fmla="*/ 41 h 150"/>
                  <a:gd name="T44" fmla="*/ 121 w 156"/>
                  <a:gd name="T45" fmla="*/ 35 h 150"/>
                  <a:gd name="T46" fmla="*/ 115 w 156"/>
                  <a:gd name="T47" fmla="*/ 51 h 150"/>
                  <a:gd name="T48" fmla="*/ 98 w 156"/>
                  <a:gd name="T49" fmla="*/ 68 h 150"/>
                  <a:gd name="T50" fmla="*/ 113 w 156"/>
                  <a:gd name="T51" fmla="*/ 68 h 150"/>
                  <a:gd name="T52" fmla="*/ 109 w 156"/>
                  <a:gd name="T53" fmla="*/ 83 h 150"/>
                  <a:gd name="T54" fmla="*/ 96 w 156"/>
                  <a:gd name="T55" fmla="*/ 84 h 150"/>
                  <a:gd name="T56" fmla="*/ 82 w 156"/>
                  <a:gd name="T57" fmla="*/ 84 h 150"/>
                  <a:gd name="T58" fmla="*/ 80 w 156"/>
                  <a:gd name="T59" fmla="*/ 86 h 150"/>
                  <a:gd name="T60" fmla="*/ 19 w 156"/>
                  <a:gd name="T61" fmla="*/ 137 h 150"/>
                  <a:gd name="T62" fmla="*/ 24 w 156"/>
                  <a:gd name="T63" fmla="*/ 142 h 150"/>
                  <a:gd name="T64" fmla="*/ 50 w 156"/>
                  <a:gd name="T65" fmla="*/ 116 h 150"/>
                  <a:gd name="T66" fmla="*/ 80 w 156"/>
                  <a:gd name="T67" fmla="*/ 147 h 150"/>
                  <a:gd name="T68" fmla="*/ 80 w 156"/>
                  <a:gd name="T69" fmla="*/ 130 h 150"/>
                  <a:gd name="T70" fmla="*/ 67 w 156"/>
                  <a:gd name="T71" fmla="*/ 111 h 150"/>
                  <a:gd name="T72" fmla="*/ 80 w 156"/>
                  <a:gd name="T73" fmla="*/ 111 h 150"/>
                  <a:gd name="T74" fmla="*/ 80 w 156"/>
                  <a:gd name="T75" fmla="*/ 96 h 150"/>
                  <a:gd name="T76" fmla="*/ 70 w 156"/>
                  <a:gd name="T77" fmla="*/ 96 h 150"/>
                  <a:gd name="T78" fmla="*/ 80 w 156"/>
                  <a:gd name="T79" fmla="*/ 86 h 150"/>
                  <a:gd name="T80" fmla="*/ 80 w 156"/>
                  <a:gd name="T81" fmla="*/ 45 h 150"/>
                  <a:gd name="T82" fmla="*/ 73 w 156"/>
                  <a:gd name="T83" fmla="*/ 47 h 150"/>
                  <a:gd name="T84" fmla="*/ 72 w 156"/>
                  <a:gd name="T85" fmla="*/ 61 h 150"/>
                  <a:gd name="T86" fmla="*/ 72 w 156"/>
                  <a:gd name="T87" fmla="*/ 74 h 150"/>
                  <a:gd name="T88" fmla="*/ 60 w 156"/>
                  <a:gd name="T89" fmla="*/ 86 h 150"/>
                  <a:gd name="T90" fmla="*/ 60 w 156"/>
                  <a:gd name="T91" fmla="*/ 49 h 150"/>
                  <a:gd name="T92" fmla="*/ 47 w 156"/>
                  <a:gd name="T93" fmla="*/ 53 h 150"/>
                  <a:gd name="T94" fmla="*/ 45 w 156"/>
                  <a:gd name="T95" fmla="*/ 60 h 150"/>
                  <a:gd name="T96" fmla="*/ 45 w 156"/>
                  <a:gd name="T97" fmla="*/ 89 h 150"/>
                  <a:gd name="T98" fmla="*/ 29 w 156"/>
                  <a:gd name="T99" fmla="*/ 51 h 150"/>
                  <a:gd name="T100" fmla="*/ 29 w 156"/>
                  <a:gd name="T101" fmla="*/ 51 h 150"/>
                  <a:gd name="T102" fmla="*/ 59 w 156"/>
                  <a:gd name="T103" fmla="*/ 38 h 150"/>
                  <a:gd name="T104" fmla="*/ 80 w 156"/>
                  <a:gd name="T105" fmla="*/ 32 h 150"/>
                  <a:gd name="T106" fmla="*/ 80 w 156"/>
                  <a:gd name="T107" fmla="*/ 17 h 150"/>
                  <a:gd name="T108" fmla="*/ 52 w 156"/>
                  <a:gd name="T109" fmla="*/ 24 h 150"/>
                  <a:gd name="T110" fmla="*/ 11 w 156"/>
                  <a:gd name="T111" fmla="*/ 49 h 150"/>
                  <a:gd name="T112" fmla="*/ 40 w 156"/>
                  <a:gd name="T113" fmla="*/ 106 h 150"/>
                  <a:gd name="T114" fmla="*/ 14 w 156"/>
                  <a:gd name="T115" fmla="*/ 132 h 150"/>
                  <a:gd name="T116" fmla="*/ 19 w 156"/>
                  <a:gd name="T117" fmla="*/ 13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6" h="150">
                    <a:moveTo>
                      <a:pt x="80" y="147"/>
                    </a:moveTo>
                    <a:cubicBezTo>
                      <a:pt x="88" y="150"/>
                      <a:pt x="98" y="149"/>
                      <a:pt x="107" y="145"/>
                    </a:cubicBezTo>
                    <a:cubicBezTo>
                      <a:pt x="124" y="137"/>
                      <a:pt x="128" y="121"/>
                      <a:pt x="133" y="104"/>
                    </a:cubicBezTo>
                    <a:cubicBezTo>
                      <a:pt x="141" y="70"/>
                      <a:pt x="149" y="35"/>
                      <a:pt x="156" y="0"/>
                    </a:cubicBezTo>
                    <a:cubicBezTo>
                      <a:pt x="130" y="5"/>
                      <a:pt x="105" y="11"/>
                      <a:pt x="80" y="17"/>
                    </a:cubicBezTo>
                    <a:cubicBezTo>
                      <a:pt x="80" y="32"/>
                      <a:pt x="80" y="32"/>
                      <a:pt x="80" y="32"/>
                    </a:cubicBezTo>
                    <a:cubicBezTo>
                      <a:pt x="99" y="27"/>
                      <a:pt x="118" y="23"/>
                      <a:pt x="136" y="20"/>
                    </a:cubicBezTo>
                    <a:cubicBezTo>
                      <a:pt x="132" y="46"/>
                      <a:pt x="125" y="72"/>
                      <a:pt x="119" y="97"/>
                    </a:cubicBezTo>
                    <a:cubicBezTo>
                      <a:pt x="116" y="108"/>
                      <a:pt x="114" y="120"/>
                      <a:pt x="105" y="127"/>
                    </a:cubicBezTo>
                    <a:cubicBezTo>
                      <a:pt x="97" y="133"/>
                      <a:pt x="88" y="134"/>
                      <a:pt x="80" y="130"/>
                    </a:cubicBezTo>
                    <a:cubicBezTo>
                      <a:pt x="80" y="147"/>
                      <a:pt x="80" y="147"/>
                      <a:pt x="80" y="147"/>
                    </a:cubicBezTo>
                    <a:close/>
                    <a:moveTo>
                      <a:pt x="80" y="111"/>
                    </a:moveTo>
                    <a:cubicBezTo>
                      <a:pt x="80" y="96"/>
                      <a:pt x="80" y="96"/>
                      <a:pt x="80" y="96"/>
                    </a:cubicBezTo>
                    <a:cubicBezTo>
                      <a:pt x="107" y="96"/>
                      <a:pt x="107" y="96"/>
                      <a:pt x="107" y="96"/>
                    </a:cubicBezTo>
                    <a:cubicBezTo>
                      <a:pt x="106" y="100"/>
                      <a:pt x="104" y="105"/>
                      <a:pt x="103" y="109"/>
                    </a:cubicBezTo>
                    <a:cubicBezTo>
                      <a:pt x="102" y="112"/>
                      <a:pt x="99" y="111"/>
                      <a:pt x="96" y="111"/>
                    </a:cubicBezTo>
                    <a:cubicBezTo>
                      <a:pt x="80" y="111"/>
                      <a:pt x="80" y="111"/>
                      <a:pt x="80" y="111"/>
                    </a:cubicBezTo>
                    <a:close/>
                    <a:moveTo>
                      <a:pt x="80" y="86"/>
                    </a:moveTo>
                    <a:cubicBezTo>
                      <a:pt x="80" y="45"/>
                      <a:pt x="80" y="45"/>
                      <a:pt x="80" y="45"/>
                    </a:cubicBezTo>
                    <a:cubicBezTo>
                      <a:pt x="88" y="43"/>
                      <a:pt x="88" y="43"/>
                      <a:pt x="88" y="43"/>
                    </a:cubicBezTo>
                    <a:cubicBezTo>
                      <a:pt x="88" y="58"/>
                      <a:pt x="88" y="58"/>
                      <a:pt x="88" y="58"/>
                    </a:cubicBezTo>
                    <a:cubicBezTo>
                      <a:pt x="94" y="52"/>
                      <a:pt x="100" y="46"/>
                      <a:pt x="105" y="41"/>
                    </a:cubicBezTo>
                    <a:cubicBezTo>
                      <a:pt x="110" y="36"/>
                      <a:pt x="115" y="36"/>
                      <a:pt x="121" y="35"/>
                    </a:cubicBezTo>
                    <a:cubicBezTo>
                      <a:pt x="120" y="41"/>
                      <a:pt x="120" y="47"/>
                      <a:pt x="115" y="51"/>
                    </a:cubicBezTo>
                    <a:cubicBezTo>
                      <a:pt x="110" y="57"/>
                      <a:pt x="104" y="62"/>
                      <a:pt x="98" y="68"/>
                    </a:cubicBezTo>
                    <a:cubicBezTo>
                      <a:pt x="113" y="68"/>
                      <a:pt x="113" y="68"/>
                      <a:pt x="113" y="68"/>
                    </a:cubicBezTo>
                    <a:cubicBezTo>
                      <a:pt x="112" y="73"/>
                      <a:pt x="111" y="78"/>
                      <a:pt x="109" y="83"/>
                    </a:cubicBezTo>
                    <a:cubicBezTo>
                      <a:pt x="108" y="85"/>
                      <a:pt x="98" y="84"/>
                      <a:pt x="96" y="84"/>
                    </a:cubicBezTo>
                    <a:cubicBezTo>
                      <a:pt x="93" y="84"/>
                      <a:pt x="84" y="83"/>
                      <a:pt x="82" y="84"/>
                    </a:cubicBezTo>
                    <a:lnTo>
                      <a:pt x="80" y="86"/>
                    </a:lnTo>
                    <a:close/>
                    <a:moveTo>
                      <a:pt x="19" y="137"/>
                    </a:moveTo>
                    <a:cubicBezTo>
                      <a:pt x="24" y="142"/>
                      <a:pt x="24" y="142"/>
                      <a:pt x="24" y="142"/>
                    </a:cubicBezTo>
                    <a:cubicBezTo>
                      <a:pt x="50" y="116"/>
                      <a:pt x="50" y="116"/>
                      <a:pt x="50" y="116"/>
                    </a:cubicBezTo>
                    <a:cubicBezTo>
                      <a:pt x="54" y="131"/>
                      <a:pt x="66" y="143"/>
                      <a:pt x="80" y="147"/>
                    </a:cubicBezTo>
                    <a:cubicBezTo>
                      <a:pt x="80" y="130"/>
                      <a:pt x="80" y="130"/>
                      <a:pt x="80" y="130"/>
                    </a:cubicBezTo>
                    <a:cubicBezTo>
                      <a:pt x="73" y="127"/>
                      <a:pt x="67" y="120"/>
                      <a:pt x="67" y="111"/>
                    </a:cubicBezTo>
                    <a:cubicBezTo>
                      <a:pt x="80" y="111"/>
                      <a:pt x="80" y="111"/>
                      <a:pt x="80" y="111"/>
                    </a:cubicBezTo>
                    <a:cubicBezTo>
                      <a:pt x="80" y="96"/>
                      <a:pt x="80" y="96"/>
                      <a:pt x="80" y="96"/>
                    </a:cubicBezTo>
                    <a:cubicBezTo>
                      <a:pt x="70" y="96"/>
                      <a:pt x="70" y="96"/>
                      <a:pt x="70" y="96"/>
                    </a:cubicBezTo>
                    <a:cubicBezTo>
                      <a:pt x="80" y="86"/>
                      <a:pt x="80" y="86"/>
                      <a:pt x="80" y="86"/>
                    </a:cubicBezTo>
                    <a:cubicBezTo>
                      <a:pt x="80" y="45"/>
                      <a:pt x="80" y="45"/>
                      <a:pt x="80" y="45"/>
                    </a:cubicBezTo>
                    <a:cubicBezTo>
                      <a:pt x="73" y="47"/>
                      <a:pt x="73" y="47"/>
                      <a:pt x="73" y="47"/>
                    </a:cubicBezTo>
                    <a:cubicBezTo>
                      <a:pt x="71" y="48"/>
                      <a:pt x="72" y="59"/>
                      <a:pt x="72" y="61"/>
                    </a:cubicBezTo>
                    <a:cubicBezTo>
                      <a:pt x="72" y="63"/>
                      <a:pt x="74" y="72"/>
                      <a:pt x="72" y="74"/>
                    </a:cubicBezTo>
                    <a:cubicBezTo>
                      <a:pt x="68" y="78"/>
                      <a:pt x="64" y="82"/>
                      <a:pt x="60" y="86"/>
                    </a:cubicBezTo>
                    <a:cubicBezTo>
                      <a:pt x="60" y="49"/>
                      <a:pt x="60" y="49"/>
                      <a:pt x="60" y="49"/>
                    </a:cubicBezTo>
                    <a:cubicBezTo>
                      <a:pt x="56" y="50"/>
                      <a:pt x="51" y="52"/>
                      <a:pt x="47" y="53"/>
                    </a:cubicBezTo>
                    <a:cubicBezTo>
                      <a:pt x="44" y="54"/>
                      <a:pt x="45" y="57"/>
                      <a:pt x="45" y="60"/>
                    </a:cubicBezTo>
                    <a:cubicBezTo>
                      <a:pt x="45" y="70"/>
                      <a:pt x="45" y="80"/>
                      <a:pt x="45" y="89"/>
                    </a:cubicBezTo>
                    <a:cubicBezTo>
                      <a:pt x="26" y="88"/>
                      <a:pt x="17" y="66"/>
                      <a:pt x="29" y="51"/>
                    </a:cubicBezTo>
                    <a:cubicBezTo>
                      <a:pt x="29" y="51"/>
                      <a:pt x="29" y="51"/>
                      <a:pt x="29" y="51"/>
                    </a:cubicBezTo>
                    <a:cubicBezTo>
                      <a:pt x="36" y="42"/>
                      <a:pt x="48" y="40"/>
                      <a:pt x="59" y="38"/>
                    </a:cubicBezTo>
                    <a:cubicBezTo>
                      <a:pt x="66" y="36"/>
                      <a:pt x="73" y="34"/>
                      <a:pt x="80" y="32"/>
                    </a:cubicBezTo>
                    <a:cubicBezTo>
                      <a:pt x="80" y="17"/>
                      <a:pt x="80" y="17"/>
                      <a:pt x="80" y="17"/>
                    </a:cubicBezTo>
                    <a:cubicBezTo>
                      <a:pt x="71" y="19"/>
                      <a:pt x="62" y="21"/>
                      <a:pt x="52" y="24"/>
                    </a:cubicBezTo>
                    <a:cubicBezTo>
                      <a:pt x="36" y="28"/>
                      <a:pt x="19" y="32"/>
                      <a:pt x="11" y="49"/>
                    </a:cubicBezTo>
                    <a:cubicBezTo>
                      <a:pt x="0" y="73"/>
                      <a:pt x="16" y="100"/>
                      <a:pt x="40" y="106"/>
                    </a:cubicBezTo>
                    <a:cubicBezTo>
                      <a:pt x="14" y="132"/>
                      <a:pt x="14" y="132"/>
                      <a:pt x="14" y="132"/>
                    </a:cubicBezTo>
                    <a:lnTo>
                      <a:pt x="19"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81" name="Freeform 324"/>
              <p:cNvSpPr>
                <a:spLocks/>
              </p:cNvSpPr>
              <p:nvPr/>
            </p:nvSpPr>
            <p:spPr bwMode="auto">
              <a:xfrm>
                <a:off x="-2674938" y="6529388"/>
                <a:ext cx="60325" cy="192088"/>
              </a:xfrm>
              <a:custGeom>
                <a:avLst/>
                <a:gdLst>
                  <a:gd name="T0" fmla="*/ 16 w 16"/>
                  <a:gd name="T1" fmla="*/ 51 h 51"/>
                  <a:gd name="T2" fmla="*/ 16 w 16"/>
                  <a:gd name="T3" fmla="*/ 0 h 51"/>
                  <a:gd name="T4" fmla="*/ 8 w 16"/>
                  <a:gd name="T5" fmla="*/ 0 h 51"/>
                  <a:gd name="T6" fmla="*/ 0 w 16"/>
                  <a:gd name="T7" fmla="*/ 0 h 51"/>
                  <a:gd name="T8" fmla="*/ 0 w 16"/>
                  <a:gd name="T9" fmla="*/ 51 h 51"/>
                  <a:gd name="T10" fmla="*/ 8 w 16"/>
                  <a:gd name="T11" fmla="*/ 51 h 51"/>
                  <a:gd name="T12" fmla="*/ 16 w 16"/>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16" h="51">
                    <a:moveTo>
                      <a:pt x="16" y="51"/>
                    </a:moveTo>
                    <a:cubicBezTo>
                      <a:pt x="16" y="0"/>
                      <a:pt x="16" y="0"/>
                      <a:pt x="16" y="0"/>
                    </a:cubicBezTo>
                    <a:cubicBezTo>
                      <a:pt x="13" y="0"/>
                      <a:pt x="11" y="0"/>
                      <a:pt x="8" y="0"/>
                    </a:cubicBezTo>
                    <a:cubicBezTo>
                      <a:pt x="5" y="0"/>
                      <a:pt x="3" y="0"/>
                      <a:pt x="0" y="0"/>
                    </a:cubicBezTo>
                    <a:cubicBezTo>
                      <a:pt x="0" y="51"/>
                      <a:pt x="0" y="51"/>
                      <a:pt x="0" y="51"/>
                    </a:cubicBezTo>
                    <a:cubicBezTo>
                      <a:pt x="3" y="51"/>
                      <a:pt x="5" y="51"/>
                      <a:pt x="8" y="51"/>
                    </a:cubicBezTo>
                    <a:cubicBezTo>
                      <a:pt x="11" y="51"/>
                      <a:pt x="13" y="51"/>
                      <a:pt x="1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82" name="Freeform 325"/>
              <p:cNvSpPr>
                <a:spLocks/>
              </p:cNvSpPr>
              <p:nvPr/>
            </p:nvSpPr>
            <p:spPr bwMode="auto">
              <a:xfrm>
                <a:off x="-2922588" y="6097588"/>
                <a:ext cx="555625" cy="412750"/>
              </a:xfrm>
              <a:custGeom>
                <a:avLst/>
                <a:gdLst>
                  <a:gd name="T0" fmla="*/ 148 w 148"/>
                  <a:gd name="T1" fmla="*/ 36 h 110"/>
                  <a:gd name="T2" fmla="*/ 138 w 148"/>
                  <a:gd name="T3" fmla="*/ 0 h 110"/>
                  <a:gd name="T4" fmla="*/ 106 w 148"/>
                  <a:gd name="T5" fmla="*/ 18 h 110"/>
                  <a:gd name="T6" fmla="*/ 74 w 148"/>
                  <a:gd name="T7" fmla="*/ 0 h 110"/>
                  <a:gd name="T8" fmla="*/ 42 w 148"/>
                  <a:gd name="T9" fmla="*/ 18 h 110"/>
                  <a:gd name="T10" fmla="*/ 10 w 148"/>
                  <a:gd name="T11" fmla="*/ 0 h 110"/>
                  <a:gd name="T12" fmla="*/ 0 w 148"/>
                  <a:gd name="T13" fmla="*/ 36 h 110"/>
                  <a:gd name="T14" fmla="*/ 66 w 148"/>
                  <a:gd name="T15" fmla="*/ 110 h 110"/>
                  <a:gd name="T16" fmla="*/ 74 w 148"/>
                  <a:gd name="T17" fmla="*/ 110 h 110"/>
                  <a:gd name="T18" fmla="*/ 82 w 148"/>
                  <a:gd name="T19" fmla="*/ 110 h 110"/>
                  <a:gd name="T20" fmla="*/ 148 w 148"/>
                  <a:gd name="T21" fmla="*/ 3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110">
                    <a:moveTo>
                      <a:pt x="148" y="36"/>
                    </a:moveTo>
                    <a:cubicBezTo>
                      <a:pt x="148" y="23"/>
                      <a:pt x="144" y="11"/>
                      <a:pt x="138" y="0"/>
                    </a:cubicBezTo>
                    <a:cubicBezTo>
                      <a:pt x="106" y="18"/>
                      <a:pt x="106" y="18"/>
                      <a:pt x="106" y="18"/>
                    </a:cubicBezTo>
                    <a:cubicBezTo>
                      <a:pt x="74" y="0"/>
                      <a:pt x="74" y="0"/>
                      <a:pt x="74" y="0"/>
                    </a:cubicBezTo>
                    <a:cubicBezTo>
                      <a:pt x="42" y="18"/>
                      <a:pt x="42" y="18"/>
                      <a:pt x="42" y="18"/>
                    </a:cubicBezTo>
                    <a:cubicBezTo>
                      <a:pt x="10" y="0"/>
                      <a:pt x="10" y="0"/>
                      <a:pt x="10" y="0"/>
                    </a:cubicBezTo>
                    <a:cubicBezTo>
                      <a:pt x="4" y="11"/>
                      <a:pt x="0" y="23"/>
                      <a:pt x="0" y="36"/>
                    </a:cubicBezTo>
                    <a:cubicBezTo>
                      <a:pt x="0" y="74"/>
                      <a:pt x="29" y="106"/>
                      <a:pt x="66" y="110"/>
                    </a:cubicBezTo>
                    <a:cubicBezTo>
                      <a:pt x="69" y="110"/>
                      <a:pt x="71" y="110"/>
                      <a:pt x="74" y="110"/>
                    </a:cubicBezTo>
                    <a:cubicBezTo>
                      <a:pt x="77" y="110"/>
                      <a:pt x="79" y="110"/>
                      <a:pt x="82" y="110"/>
                    </a:cubicBezTo>
                    <a:cubicBezTo>
                      <a:pt x="119" y="106"/>
                      <a:pt x="148" y="74"/>
                      <a:pt x="14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83" name="Freeform 326"/>
              <p:cNvSpPr>
                <a:spLocks/>
              </p:cNvSpPr>
              <p:nvPr/>
            </p:nvSpPr>
            <p:spPr bwMode="auto">
              <a:xfrm>
                <a:off x="-2806700" y="6537325"/>
                <a:ext cx="115887" cy="115888"/>
              </a:xfrm>
              <a:custGeom>
                <a:avLst/>
                <a:gdLst>
                  <a:gd name="T0" fmla="*/ 30 w 31"/>
                  <a:gd name="T1" fmla="*/ 29 h 31"/>
                  <a:gd name="T2" fmla="*/ 23 w 31"/>
                  <a:gd name="T3" fmla="*/ 8 h 31"/>
                  <a:gd name="T4" fmla="*/ 2 w 31"/>
                  <a:gd name="T5" fmla="*/ 1 h 31"/>
                  <a:gd name="T6" fmla="*/ 8 w 31"/>
                  <a:gd name="T7" fmla="*/ 23 h 31"/>
                  <a:gd name="T8" fmla="*/ 30 w 31"/>
                  <a:gd name="T9" fmla="*/ 29 h 31"/>
                </a:gdLst>
                <a:ahLst/>
                <a:cxnLst>
                  <a:cxn ang="0">
                    <a:pos x="T0" y="T1"/>
                  </a:cxn>
                  <a:cxn ang="0">
                    <a:pos x="T2" y="T3"/>
                  </a:cxn>
                  <a:cxn ang="0">
                    <a:pos x="T4" y="T5"/>
                  </a:cxn>
                  <a:cxn ang="0">
                    <a:pos x="T6" y="T7"/>
                  </a:cxn>
                  <a:cxn ang="0">
                    <a:pos x="T8" y="T9"/>
                  </a:cxn>
                </a:cxnLst>
                <a:rect l="0" t="0" r="r" b="b"/>
                <a:pathLst>
                  <a:path w="31" h="31">
                    <a:moveTo>
                      <a:pt x="30" y="29"/>
                    </a:moveTo>
                    <a:cubicBezTo>
                      <a:pt x="31" y="22"/>
                      <a:pt x="29" y="14"/>
                      <a:pt x="23" y="8"/>
                    </a:cubicBezTo>
                    <a:cubicBezTo>
                      <a:pt x="17" y="2"/>
                      <a:pt x="9" y="0"/>
                      <a:pt x="2" y="1"/>
                    </a:cubicBezTo>
                    <a:cubicBezTo>
                      <a:pt x="0" y="9"/>
                      <a:pt x="3" y="17"/>
                      <a:pt x="8" y="23"/>
                    </a:cubicBezTo>
                    <a:cubicBezTo>
                      <a:pt x="14" y="28"/>
                      <a:pt x="22" y="31"/>
                      <a:pt x="30"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84" name="Freeform 327"/>
              <p:cNvSpPr>
                <a:spLocks/>
              </p:cNvSpPr>
              <p:nvPr/>
            </p:nvSpPr>
            <p:spPr bwMode="auto">
              <a:xfrm>
                <a:off x="-2600325" y="6537325"/>
                <a:ext cx="115887" cy="115888"/>
              </a:xfrm>
              <a:custGeom>
                <a:avLst/>
                <a:gdLst>
                  <a:gd name="T0" fmla="*/ 23 w 31"/>
                  <a:gd name="T1" fmla="*/ 23 h 31"/>
                  <a:gd name="T2" fmla="*/ 29 w 31"/>
                  <a:gd name="T3" fmla="*/ 1 h 31"/>
                  <a:gd name="T4" fmla="*/ 8 w 31"/>
                  <a:gd name="T5" fmla="*/ 8 h 31"/>
                  <a:gd name="T6" fmla="*/ 1 w 31"/>
                  <a:gd name="T7" fmla="*/ 29 h 31"/>
                  <a:gd name="T8" fmla="*/ 23 w 31"/>
                  <a:gd name="T9" fmla="*/ 23 h 31"/>
                </a:gdLst>
                <a:ahLst/>
                <a:cxnLst>
                  <a:cxn ang="0">
                    <a:pos x="T0" y="T1"/>
                  </a:cxn>
                  <a:cxn ang="0">
                    <a:pos x="T2" y="T3"/>
                  </a:cxn>
                  <a:cxn ang="0">
                    <a:pos x="T4" y="T5"/>
                  </a:cxn>
                  <a:cxn ang="0">
                    <a:pos x="T6" y="T7"/>
                  </a:cxn>
                  <a:cxn ang="0">
                    <a:pos x="T8" y="T9"/>
                  </a:cxn>
                </a:cxnLst>
                <a:rect l="0" t="0" r="r" b="b"/>
                <a:pathLst>
                  <a:path w="31" h="31">
                    <a:moveTo>
                      <a:pt x="23" y="23"/>
                    </a:moveTo>
                    <a:cubicBezTo>
                      <a:pt x="29" y="17"/>
                      <a:pt x="31" y="9"/>
                      <a:pt x="29" y="1"/>
                    </a:cubicBezTo>
                    <a:cubicBezTo>
                      <a:pt x="22" y="0"/>
                      <a:pt x="14" y="2"/>
                      <a:pt x="8" y="8"/>
                    </a:cubicBezTo>
                    <a:cubicBezTo>
                      <a:pt x="2" y="14"/>
                      <a:pt x="0" y="22"/>
                      <a:pt x="1" y="29"/>
                    </a:cubicBezTo>
                    <a:cubicBezTo>
                      <a:pt x="9" y="31"/>
                      <a:pt x="17" y="28"/>
                      <a:pt x="2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85" name="Freeform 328"/>
              <p:cNvSpPr>
                <a:spLocks/>
              </p:cNvSpPr>
              <p:nvPr/>
            </p:nvSpPr>
            <p:spPr bwMode="auto">
              <a:xfrm>
                <a:off x="-2806700" y="6738938"/>
                <a:ext cx="322262" cy="95250"/>
              </a:xfrm>
              <a:custGeom>
                <a:avLst/>
                <a:gdLst>
                  <a:gd name="T0" fmla="*/ 51 w 86"/>
                  <a:gd name="T1" fmla="*/ 0 h 25"/>
                  <a:gd name="T2" fmla="*/ 43 w 86"/>
                  <a:gd name="T3" fmla="*/ 0 h 25"/>
                  <a:gd name="T4" fmla="*/ 35 w 86"/>
                  <a:gd name="T5" fmla="*/ 0 h 25"/>
                  <a:gd name="T6" fmla="*/ 0 w 86"/>
                  <a:gd name="T7" fmla="*/ 25 h 25"/>
                  <a:gd name="T8" fmla="*/ 86 w 86"/>
                  <a:gd name="T9" fmla="*/ 25 h 25"/>
                  <a:gd name="T10" fmla="*/ 51 w 86"/>
                  <a:gd name="T11" fmla="*/ 0 h 25"/>
                </a:gdLst>
                <a:ahLst/>
                <a:cxnLst>
                  <a:cxn ang="0">
                    <a:pos x="T0" y="T1"/>
                  </a:cxn>
                  <a:cxn ang="0">
                    <a:pos x="T2" y="T3"/>
                  </a:cxn>
                  <a:cxn ang="0">
                    <a:pos x="T4" y="T5"/>
                  </a:cxn>
                  <a:cxn ang="0">
                    <a:pos x="T6" y="T7"/>
                  </a:cxn>
                  <a:cxn ang="0">
                    <a:pos x="T8" y="T9"/>
                  </a:cxn>
                  <a:cxn ang="0">
                    <a:pos x="T10" y="T11"/>
                  </a:cxn>
                </a:cxnLst>
                <a:rect l="0" t="0" r="r" b="b"/>
                <a:pathLst>
                  <a:path w="86" h="25">
                    <a:moveTo>
                      <a:pt x="51" y="0"/>
                    </a:moveTo>
                    <a:cubicBezTo>
                      <a:pt x="48" y="0"/>
                      <a:pt x="46" y="0"/>
                      <a:pt x="43" y="0"/>
                    </a:cubicBezTo>
                    <a:cubicBezTo>
                      <a:pt x="40" y="0"/>
                      <a:pt x="38" y="0"/>
                      <a:pt x="35" y="0"/>
                    </a:cubicBezTo>
                    <a:cubicBezTo>
                      <a:pt x="15" y="2"/>
                      <a:pt x="0" y="13"/>
                      <a:pt x="0" y="25"/>
                    </a:cubicBezTo>
                    <a:cubicBezTo>
                      <a:pt x="86" y="25"/>
                      <a:pt x="86" y="25"/>
                      <a:pt x="86" y="25"/>
                    </a:cubicBezTo>
                    <a:cubicBezTo>
                      <a:pt x="86" y="13"/>
                      <a:pt x="71" y="2"/>
                      <a:pt x="5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86" name="Freeform 329"/>
              <p:cNvSpPr>
                <a:spLocks/>
              </p:cNvSpPr>
              <p:nvPr/>
            </p:nvSpPr>
            <p:spPr bwMode="auto">
              <a:xfrm>
                <a:off x="-5410200" y="3240087"/>
                <a:ext cx="323850" cy="244475"/>
              </a:xfrm>
              <a:custGeom>
                <a:avLst/>
                <a:gdLst>
                  <a:gd name="T0" fmla="*/ 43 w 86"/>
                  <a:gd name="T1" fmla="*/ 0 h 65"/>
                  <a:gd name="T2" fmla="*/ 0 w 86"/>
                  <a:gd name="T3" fmla="*/ 44 h 65"/>
                  <a:gd name="T4" fmla="*/ 5 w 86"/>
                  <a:gd name="T5" fmla="*/ 64 h 65"/>
                  <a:gd name="T6" fmla="*/ 5 w 86"/>
                  <a:gd name="T7" fmla="*/ 53 h 65"/>
                  <a:gd name="T8" fmla="*/ 7 w 86"/>
                  <a:gd name="T9" fmla="*/ 47 h 65"/>
                  <a:gd name="T10" fmla="*/ 7 w 86"/>
                  <a:gd name="T11" fmla="*/ 44 h 65"/>
                  <a:gd name="T12" fmla="*/ 43 w 86"/>
                  <a:gd name="T13" fmla="*/ 7 h 65"/>
                  <a:gd name="T14" fmla="*/ 79 w 86"/>
                  <a:gd name="T15" fmla="*/ 44 h 65"/>
                  <a:gd name="T16" fmla="*/ 79 w 86"/>
                  <a:gd name="T17" fmla="*/ 47 h 65"/>
                  <a:gd name="T18" fmla="*/ 80 w 86"/>
                  <a:gd name="T19" fmla="*/ 53 h 65"/>
                  <a:gd name="T20" fmla="*/ 80 w 86"/>
                  <a:gd name="T21" fmla="*/ 65 h 65"/>
                  <a:gd name="T22" fmla="*/ 86 w 86"/>
                  <a:gd name="T23" fmla="*/ 44 h 65"/>
                  <a:gd name="T24" fmla="*/ 43 w 86"/>
                  <a:gd name="T2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 h="65">
                    <a:moveTo>
                      <a:pt x="43" y="0"/>
                    </a:moveTo>
                    <a:cubicBezTo>
                      <a:pt x="19" y="0"/>
                      <a:pt x="0" y="20"/>
                      <a:pt x="0" y="44"/>
                    </a:cubicBezTo>
                    <a:cubicBezTo>
                      <a:pt x="0" y="51"/>
                      <a:pt x="1" y="58"/>
                      <a:pt x="5" y="64"/>
                    </a:cubicBezTo>
                    <a:cubicBezTo>
                      <a:pt x="5" y="53"/>
                      <a:pt x="5" y="53"/>
                      <a:pt x="5" y="53"/>
                    </a:cubicBezTo>
                    <a:cubicBezTo>
                      <a:pt x="5" y="51"/>
                      <a:pt x="6" y="49"/>
                      <a:pt x="7" y="47"/>
                    </a:cubicBezTo>
                    <a:cubicBezTo>
                      <a:pt x="7" y="46"/>
                      <a:pt x="7" y="45"/>
                      <a:pt x="7" y="44"/>
                    </a:cubicBezTo>
                    <a:cubicBezTo>
                      <a:pt x="7" y="24"/>
                      <a:pt x="23" y="7"/>
                      <a:pt x="43" y="7"/>
                    </a:cubicBezTo>
                    <a:cubicBezTo>
                      <a:pt x="63" y="7"/>
                      <a:pt x="79" y="24"/>
                      <a:pt x="79" y="44"/>
                    </a:cubicBezTo>
                    <a:cubicBezTo>
                      <a:pt x="79" y="45"/>
                      <a:pt x="79" y="46"/>
                      <a:pt x="79" y="47"/>
                    </a:cubicBezTo>
                    <a:cubicBezTo>
                      <a:pt x="80" y="49"/>
                      <a:pt x="80" y="51"/>
                      <a:pt x="80" y="53"/>
                    </a:cubicBezTo>
                    <a:cubicBezTo>
                      <a:pt x="80" y="65"/>
                      <a:pt x="80" y="65"/>
                      <a:pt x="80" y="65"/>
                    </a:cubicBezTo>
                    <a:cubicBezTo>
                      <a:pt x="84" y="58"/>
                      <a:pt x="86" y="51"/>
                      <a:pt x="86" y="44"/>
                    </a:cubicBezTo>
                    <a:cubicBezTo>
                      <a:pt x="86" y="20"/>
                      <a:pt x="67"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87" name="Freeform 330"/>
              <p:cNvSpPr>
                <a:spLocks/>
              </p:cNvSpPr>
              <p:nvPr/>
            </p:nvSpPr>
            <p:spPr bwMode="auto">
              <a:xfrm>
                <a:off x="-5383213" y="3405187"/>
                <a:ext cx="71437" cy="128588"/>
              </a:xfrm>
              <a:custGeom>
                <a:avLst/>
                <a:gdLst>
                  <a:gd name="T0" fmla="*/ 0 w 19"/>
                  <a:gd name="T1" fmla="*/ 7 h 34"/>
                  <a:gd name="T2" fmla="*/ 0 w 19"/>
                  <a:gd name="T3" fmla="*/ 9 h 34"/>
                  <a:gd name="T4" fmla="*/ 0 w 19"/>
                  <a:gd name="T5" fmla="*/ 20 h 34"/>
                  <a:gd name="T6" fmla="*/ 0 w 19"/>
                  <a:gd name="T7" fmla="*/ 25 h 34"/>
                  <a:gd name="T8" fmla="*/ 13 w 19"/>
                  <a:gd name="T9" fmla="*/ 34 h 34"/>
                  <a:gd name="T10" fmla="*/ 19 w 19"/>
                  <a:gd name="T11" fmla="*/ 34 h 34"/>
                  <a:gd name="T12" fmla="*/ 19 w 19"/>
                  <a:gd name="T13" fmla="*/ 0 h 34"/>
                  <a:gd name="T14" fmla="*/ 13 w 19"/>
                  <a:gd name="T15" fmla="*/ 0 h 34"/>
                  <a:gd name="T16" fmla="*/ 0 w 19"/>
                  <a:gd name="T17"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0" y="7"/>
                    </a:moveTo>
                    <a:cubicBezTo>
                      <a:pt x="0" y="8"/>
                      <a:pt x="0" y="8"/>
                      <a:pt x="0" y="9"/>
                    </a:cubicBezTo>
                    <a:cubicBezTo>
                      <a:pt x="0" y="20"/>
                      <a:pt x="0" y="20"/>
                      <a:pt x="0" y="20"/>
                    </a:cubicBezTo>
                    <a:cubicBezTo>
                      <a:pt x="0" y="25"/>
                      <a:pt x="0" y="25"/>
                      <a:pt x="0" y="25"/>
                    </a:cubicBezTo>
                    <a:cubicBezTo>
                      <a:pt x="0" y="30"/>
                      <a:pt x="6" y="34"/>
                      <a:pt x="13" y="34"/>
                    </a:cubicBezTo>
                    <a:cubicBezTo>
                      <a:pt x="19" y="34"/>
                      <a:pt x="19" y="34"/>
                      <a:pt x="19" y="34"/>
                    </a:cubicBezTo>
                    <a:cubicBezTo>
                      <a:pt x="19" y="0"/>
                      <a:pt x="19" y="0"/>
                      <a:pt x="19" y="0"/>
                    </a:cubicBezTo>
                    <a:cubicBezTo>
                      <a:pt x="13" y="0"/>
                      <a:pt x="13" y="0"/>
                      <a:pt x="13" y="0"/>
                    </a:cubicBezTo>
                    <a:cubicBezTo>
                      <a:pt x="7" y="0"/>
                      <a:pt x="2" y="3"/>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sp>
            <p:nvSpPr>
              <p:cNvPr id="88" name="Freeform 331"/>
              <p:cNvSpPr>
                <a:spLocks/>
              </p:cNvSpPr>
              <p:nvPr/>
            </p:nvSpPr>
            <p:spPr bwMode="auto">
              <a:xfrm>
                <a:off x="-5187950" y="3405187"/>
                <a:ext cx="71437" cy="128588"/>
              </a:xfrm>
              <a:custGeom>
                <a:avLst/>
                <a:gdLst>
                  <a:gd name="T0" fmla="*/ 19 w 19"/>
                  <a:gd name="T1" fmla="*/ 25 h 34"/>
                  <a:gd name="T2" fmla="*/ 19 w 19"/>
                  <a:gd name="T3" fmla="*/ 20 h 34"/>
                  <a:gd name="T4" fmla="*/ 19 w 19"/>
                  <a:gd name="T5" fmla="*/ 9 h 34"/>
                  <a:gd name="T6" fmla="*/ 19 w 19"/>
                  <a:gd name="T7" fmla="*/ 8 h 34"/>
                  <a:gd name="T8" fmla="*/ 6 w 19"/>
                  <a:gd name="T9" fmla="*/ 0 h 34"/>
                  <a:gd name="T10" fmla="*/ 0 w 19"/>
                  <a:gd name="T11" fmla="*/ 0 h 34"/>
                  <a:gd name="T12" fmla="*/ 0 w 19"/>
                  <a:gd name="T13" fmla="*/ 34 h 34"/>
                  <a:gd name="T14" fmla="*/ 6 w 19"/>
                  <a:gd name="T15" fmla="*/ 34 h 34"/>
                  <a:gd name="T16" fmla="*/ 19 w 19"/>
                  <a:gd name="T17"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19" y="25"/>
                    </a:moveTo>
                    <a:cubicBezTo>
                      <a:pt x="19" y="20"/>
                      <a:pt x="19" y="20"/>
                      <a:pt x="19" y="20"/>
                    </a:cubicBezTo>
                    <a:cubicBezTo>
                      <a:pt x="19" y="9"/>
                      <a:pt x="19" y="9"/>
                      <a:pt x="19" y="9"/>
                    </a:cubicBezTo>
                    <a:cubicBezTo>
                      <a:pt x="19" y="8"/>
                      <a:pt x="19" y="8"/>
                      <a:pt x="19" y="8"/>
                    </a:cubicBezTo>
                    <a:cubicBezTo>
                      <a:pt x="18" y="3"/>
                      <a:pt x="13" y="0"/>
                      <a:pt x="6" y="0"/>
                    </a:cubicBezTo>
                    <a:cubicBezTo>
                      <a:pt x="0" y="0"/>
                      <a:pt x="0" y="0"/>
                      <a:pt x="0" y="0"/>
                    </a:cubicBezTo>
                    <a:cubicBezTo>
                      <a:pt x="0" y="34"/>
                      <a:pt x="0" y="34"/>
                      <a:pt x="0" y="34"/>
                    </a:cubicBezTo>
                    <a:cubicBezTo>
                      <a:pt x="6" y="34"/>
                      <a:pt x="6" y="34"/>
                      <a:pt x="6" y="34"/>
                    </a:cubicBezTo>
                    <a:cubicBezTo>
                      <a:pt x="13" y="34"/>
                      <a:pt x="19" y="30"/>
                      <a:pt x="1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smtClean="0">
                  <a:ln>
                    <a:noFill/>
                  </a:ln>
                  <a:solidFill>
                    <a:prstClr val="black"/>
                  </a:solidFill>
                  <a:effectLst/>
                  <a:uLnTx/>
                  <a:uFillTx/>
                  <a:latin typeface="Calibri" panose="020F0502020204030204"/>
                </a:endParaRPr>
              </a:p>
            </p:txBody>
          </p:sp>
        </p:grpSp>
        <p:sp>
          <p:nvSpPr>
            <p:cNvPr id="26" name="Rectangle 25"/>
            <p:cNvSpPr/>
            <p:nvPr/>
          </p:nvSpPr>
          <p:spPr>
            <a:xfrm flipH="1">
              <a:off x="2287181" y="2991124"/>
              <a:ext cx="697359" cy="1492716"/>
            </a:xfrm>
            <a:prstGeom prst="rect">
              <a:avLst/>
            </a:prstGeom>
          </p:spPr>
          <p:txBody>
            <a:bodyPr wrap="square">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id-ID" sz="700" b="1" i="0" u="none" strike="noStrike" kern="0" cap="none" spc="0" normalizeH="0" baseline="0" noProof="0" dirty="0" smtClean="0">
                  <a:ln>
                    <a:noFill/>
                  </a:ln>
                  <a:solidFill>
                    <a:prstClr val="white">
                      <a:lumMod val="75000"/>
                    </a:prstClr>
                  </a:solidFill>
                  <a:effectLst/>
                  <a:uLnTx/>
                  <a:uFillTx/>
                  <a:latin typeface="Roboto" panose="02000000000000000000" pitchFamily="2" charset="0"/>
                  <a:ea typeface="Roboto" panose="02000000000000000000" pitchFamily="2" charset="0"/>
                </a:rPr>
                <a:t>Suitable for  categories </a:t>
              </a:r>
              <a:r>
                <a:rPr kumimoji="0" lang="id-ID" sz="700" b="0" i="0" u="none" strike="noStrike" kern="0" cap="none" spc="0" normalizeH="0" baseline="0" noProof="0" dirty="0" smtClean="0">
                  <a:ln>
                    <a:noFill/>
                  </a:ln>
                  <a:solidFill>
                    <a:prstClr val="white">
                      <a:lumMod val="75000"/>
                    </a:prstClr>
                  </a:solidFill>
                  <a:effectLst/>
                  <a:uLnTx/>
                  <a:uFillTx/>
                  <a:latin typeface="Roboto" panose="02000000000000000000" pitchFamily="2" charset="0"/>
                  <a:ea typeface="Roboto" panose="02000000000000000000" pitchFamily="2" charset="0"/>
                </a:rPr>
                <a:t>business and personal presentation, eaque ipsa quae ab illo inventore veritatis et quasi architecto beatae</a:t>
              </a:r>
            </a:p>
          </p:txBody>
        </p:sp>
      </p:grpSp>
      <p:sp>
        <p:nvSpPr>
          <p:cNvPr id="34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289154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par>
                                <p:cTn id="12" presetID="14" presetClass="entr" presetSubtype="10" fill="hold" nodeType="withEffect">
                                  <p:stCondLst>
                                    <p:cond delay="4000"/>
                                  </p:stCondLst>
                                  <p:childTnLst>
                                    <p:set>
                                      <p:cBhvr>
                                        <p:cTn id="13" dur="1" fill="hold">
                                          <p:stCondLst>
                                            <p:cond delay="0"/>
                                          </p:stCondLst>
                                        </p:cTn>
                                        <p:tgtEl>
                                          <p:spTgt spid="21"/>
                                        </p:tgtEl>
                                        <p:attrNameLst>
                                          <p:attrName>style.visibility</p:attrName>
                                        </p:attrNameLst>
                                      </p:cBhvr>
                                      <p:to>
                                        <p:strVal val="visible"/>
                                      </p:to>
                                    </p:set>
                                    <p:animEffect transition="in" filter="randombar(horizontal)">
                                      <p:cBhvr>
                                        <p:cTn id="14" dur="1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30"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 name="Straight Connector 44"/>
          <p:cNvCxnSpPr/>
          <p:nvPr/>
        </p:nvCxnSpPr>
        <p:spPr>
          <a:xfrm>
            <a:off x="4723460" y="1344297"/>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529169" y="3126380"/>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207817" y="1028089"/>
            <a:ext cx="4437123" cy="2432186"/>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buClr>
                <a:srgbClr val="0F6FC6">
                  <a:lumMod val="75000"/>
                </a:srgbClr>
              </a:buClr>
              <a:defRPr/>
            </a:pPr>
            <a:r>
              <a:rPr lang="ar-SA" sz="3200" b="1" dirty="0"/>
              <a:t>إتاحة الفرصــة لجمــيع الطــلاب الــذيـن يرغـبون لمـواصلـة الدراسة الجـامعية</a:t>
            </a:r>
            <a:endParaRPr lang="id-ID" sz="2800" b="1" dirty="0">
              <a:solidFill>
                <a:prstClr val="white">
                  <a:lumMod val="75000"/>
                </a:prstClr>
              </a:solidFill>
              <a:ea typeface="Roboto" panose="02000000000000000000" pitchFamily="2" charset="0"/>
            </a:endParaRPr>
          </a:p>
        </p:txBody>
      </p:sp>
      <p:sp>
        <p:nvSpPr>
          <p:cNvPr id="53" name="Content Placeholder 2"/>
          <p:cNvSpPr txBox="1">
            <a:spLocks/>
          </p:cNvSpPr>
          <p:nvPr/>
        </p:nvSpPr>
        <p:spPr>
          <a:xfrm>
            <a:off x="7687688" y="2964071"/>
            <a:ext cx="4255934" cy="2272317"/>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buClr>
                <a:srgbClr val="0F6FC6">
                  <a:lumMod val="75000"/>
                </a:srgbClr>
              </a:buClr>
              <a:defRPr/>
            </a:pPr>
            <a:r>
              <a:rPr lang="ar-SA" sz="3200" b="1" dirty="0"/>
              <a:t>السرعـة والمـرونة في تطوير المنهج والحصول الفوري على أحدث التعديلات المدخلة عليه</a:t>
            </a:r>
            <a:endParaRPr lang="id-ID" sz="2800" b="1" dirty="0">
              <a:solidFill>
                <a:prstClr val="white">
                  <a:lumMod val="75000"/>
                </a:prstClr>
              </a:solidFill>
              <a:ea typeface="Roboto" panose="02000000000000000000" pitchFamily="2" charset="0"/>
            </a:endParaRPr>
          </a:p>
        </p:txBody>
      </p:sp>
      <p:sp>
        <p:nvSpPr>
          <p:cNvPr id="54" name="Freeform 53"/>
          <p:cNvSpPr/>
          <p:nvPr/>
        </p:nvSpPr>
        <p:spPr>
          <a:xfrm>
            <a:off x="5823178" y="1114168"/>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a:solidFill>
                  <a:srgbClr val="7CCA62"/>
                </a:solidFill>
                <a:latin typeface="Simple-Line-Icons" panose="02000503000000000000" pitchFamily="2" charset="2"/>
              </a:rPr>
              <a:t></a:t>
            </a:r>
            <a:endParaRPr lang="id-ID" sz="4000" dirty="0">
              <a:solidFill>
                <a:srgbClr val="7CCA62"/>
              </a:solidFill>
              <a:latin typeface="Simple-Line-Icons" panose="02000503000000000000" pitchFamily="2" charset="2"/>
            </a:endParaRPr>
          </a:p>
        </p:txBody>
      </p:sp>
      <p:sp>
        <p:nvSpPr>
          <p:cNvPr id="55" name="Freeform 54"/>
          <p:cNvSpPr/>
          <p:nvPr/>
        </p:nvSpPr>
        <p:spPr>
          <a:xfrm>
            <a:off x="5815731" y="2825035"/>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a:solidFill>
                  <a:srgbClr val="7030A0"/>
                </a:solidFill>
                <a:latin typeface="Simple-Line-Icons" panose="02000503000000000000" pitchFamily="2" charset="2"/>
              </a:rPr>
              <a:t></a:t>
            </a:r>
            <a:endParaRPr lang="id-ID" sz="4400" dirty="0">
              <a:solidFill>
                <a:srgbClr val="7030A0"/>
              </a:solidFill>
              <a:latin typeface="Simple-Line-Icons" panose="02000503000000000000" pitchFamily="2" charset="2"/>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0" cy="1549914"/>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6007501" y="4959840"/>
            <a:ext cx="288598" cy="707886"/>
          </a:xfrm>
          <a:prstGeom prst="rect">
            <a:avLst/>
          </a:prstGeom>
        </p:spPr>
        <p:txBody>
          <a:bodyPr wrap="square">
            <a:spAutoFit/>
          </a:bodyPr>
          <a:lstStyle/>
          <a:p>
            <a:pPr algn="ctr" fontAlgn="auto">
              <a:spcBef>
                <a:spcPts val="0"/>
              </a:spcBef>
              <a:spcAft>
                <a:spcPts val="0"/>
              </a:spcAft>
            </a:pPr>
            <a:r>
              <a:rPr lang="en-US" sz="4000" dirty="0">
                <a:solidFill>
                  <a:srgbClr val="009DD9"/>
                </a:solidFill>
                <a:latin typeface="Simple-Line-Icons" panose="02000503000000000000" pitchFamily="2" charset="2"/>
              </a:rPr>
              <a:t></a:t>
            </a:r>
            <a:endParaRPr lang="id-ID" sz="4000" dirty="0">
              <a:solidFill>
                <a:srgbClr val="009DD9"/>
              </a:solidFill>
              <a:latin typeface="Simple-Line-Icons" panose="02000503000000000000" pitchFamily="2" charset="2"/>
            </a:endParaRPr>
          </a:p>
        </p:txBody>
      </p:sp>
      <p:cxnSp>
        <p:nvCxnSpPr>
          <p:cNvPr id="58" name="Straight Connector 57"/>
          <p:cNvCxnSpPr/>
          <p:nvPr/>
        </p:nvCxnSpPr>
        <p:spPr>
          <a:xfrm>
            <a:off x="4737974" y="5236388"/>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0" y="4610814"/>
            <a:ext cx="4737974" cy="2247186"/>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buClr>
                <a:srgbClr val="0F6FC6">
                  <a:lumMod val="75000"/>
                </a:srgbClr>
              </a:buClr>
              <a:defRPr/>
            </a:pPr>
            <a:r>
              <a:rPr lang="ar-SA" sz="3200" b="1" dirty="0"/>
              <a:t>استـخـدام وسـائـط تـكـنـولـوجـيــة لـتـقـديـم محتوى البرنامج التعليمي والاهتمام بتوفير اتصال تفاعل</a:t>
            </a:r>
            <a:endParaRPr lang="id-ID" sz="2800" b="1" dirty="0">
              <a:solidFill>
                <a:prstClr val="white">
                  <a:lumMod val="75000"/>
                </a:prstClr>
              </a:solidFill>
              <a:ea typeface="Roboto" panose="02000000000000000000" pitchFamily="2" charset="0"/>
            </a:endParaRPr>
          </a:p>
        </p:txBody>
      </p:sp>
      <p:cxnSp>
        <p:nvCxnSpPr>
          <p:cNvPr id="60" name="Straight Connector 59"/>
          <p:cNvCxnSpPr/>
          <p:nvPr/>
        </p:nvCxnSpPr>
        <p:spPr>
          <a:xfrm>
            <a:off x="6151800" y="5689403"/>
            <a:ext cx="0" cy="1168597"/>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15" name="Title 1"/>
          <p:cNvSpPr txBox="1">
            <a:spLocks/>
          </p:cNvSpPr>
          <p:nvPr/>
        </p:nvSpPr>
        <p:spPr>
          <a:xfrm>
            <a:off x="1428022" y="115997"/>
            <a:ext cx="10515600" cy="82809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4400" b="1" kern="1200">
                <a:solidFill>
                  <a:schemeClr val="tx1">
                    <a:lumMod val="75000"/>
                    <a:lumOff val="25000"/>
                  </a:schemeClr>
                </a:solidFill>
                <a:latin typeface="+mj-lt"/>
                <a:ea typeface="+mj-ea"/>
                <a:cs typeface="+mj-cs"/>
              </a:defRPr>
            </a:lvl1pPr>
          </a:lstStyle>
          <a:p>
            <a:pPr algn="r" rtl="1"/>
            <a:r>
              <a:rPr lang="ar-SA" u="sng" dirty="0"/>
              <a:t>2. خصائص الجامعات الافتراضية </a:t>
            </a:r>
            <a:endParaRPr lang="en-US" sz="4000" u="sng" dirty="0"/>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80211351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53" presetClass="entr" presetSubtype="16" fill="hold" grpId="0" nodeType="withEffect">
                                  <p:stCondLst>
                                    <p:cond delay="300"/>
                                  </p:stCondLst>
                                  <p:childTnLst>
                                    <p:set>
                                      <p:cBhvr>
                                        <p:cTn id="8" dur="1" fill="hold">
                                          <p:stCondLst>
                                            <p:cond delay="0"/>
                                          </p:stCondLst>
                                        </p:cTn>
                                        <p:tgtEl>
                                          <p:spTgt spid="54"/>
                                        </p:tgtEl>
                                        <p:attrNameLst>
                                          <p:attrName>style.visibility</p:attrName>
                                        </p:attrNameLst>
                                      </p:cBhvr>
                                      <p:to>
                                        <p:strVal val="visible"/>
                                      </p:to>
                                    </p:set>
                                    <p:anim calcmode="lin" valueType="num">
                                      <p:cBhvr>
                                        <p:cTn id="9" dur="10" fill="hold"/>
                                        <p:tgtEl>
                                          <p:spTgt spid="54"/>
                                        </p:tgtEl>
                                        <p:attrNameLst>
                                          <p:attrName>ppt_w</p:attrName>
                                        </p:attrNameLst>
                                      </p:cBhvr>
                                      <p:tavLst>
                                        <p:tav tm="0">
                                          <p:val>
                                            <p:fltVal val="0"/>
                                          </p:val>
                                        </p:tav>
                                        <p:tav tm="100000">
                                          <p:val>
                                            <p:strVal val="#ppt_w"/>
                                          </p:val>
                                        </p:tav>
                                      </p:tavLst>
                                    </p:anim>
                                    <p:anim calcmode="lin" valueType="num">
                                      <p:cBhvr>
                                        <p:cTn id="10" dur="10" fill="hold"/>
                                        <p:tgtEl>
                                          <p:spTgt spid="54"/>
                                        </p:tgtEl>
                                        <p:attrNameLst>
                                          <p:attrName>ppt_h</p:attrName>
                                        </p:attrNameLst>
                                      </p:cBhvr>
                                      <p:tavLst>
                                        <p:tav tm="0">
                                          <p:val>
                                            <p:fltVal val="0"/>
                                          </p:val>
                                        </p:tav>
                                        <p:tav tm="100000">
                                          <p:val>
                                            <p:strVal val="#ppt_h"/>
                                          </p:val>
                                        </p:tav>
                                      </p:tavLst>
                                    </p:anim>
                                    <p:animEffect transition="in" filter="fade">
                                      <p:cBhvr>
                                        <p:cTn id="11" dur="10"/>
                                        <p:tgtEl>
                                          <p:spTgt spid="54"/>
                                        </p:tgtEl>
                                      </p:cBhvr>
                                    </p:animEffect>
                                  </p:childTnLst>
                                </p:cTn>
                              </p:par>
                              <p:par>
                                <p:cTn id="12" presetID="22" presetClass="entr" presetSubtype="2" fill="hold" nodeType="withEffect">
                                  <p:stCondLst>
                                    <p:cond delay="800"/>
                                  </p:stCondLst>
                                  <p:childTnLst>
                                    <p:set>
                                      <p:cBhvr>
                                        <p:cTn id="13" dur="1" fill="hold">
                                          <p:stCondLst>
                                            <p:cond delay="0"/>
                                          </p:stCondLst>
                                        </p:cTn>
                                        <p:tgtEl>
                                          <p:spTgt spid="45"/>
                                        </p:tgtEl>
                                        <p:attrNameLst>
                                          <p:attrName>style.visibility</p:attrName>
                                        </p:attrNameLst>
                                      </p:cBhvr>
                                      <p:to>
                                        <p:strVal val="visible"/>
                                      </p:to>
                                    </p:set>
                                    <p:animEffect transition="in" filter="wipe(right)">
                                      <p:cBhvr>
                                        <p:cTn id="14" dur="250"/>
                                        <p:tgtEl>
                                          <p:spTgt spid="45"/>
                                        </p:tgtEl>
                                      </p:cBhvr>
                                    </p:animEffect>
                                  </p:childTnLst>
                                </p:cTn>
                              </p:par>
                              <p:par>
                                <p:cTn id="15" presetID="22" presetClass="entr" presetSubtype="2" fill="hold" grpId="0" nodeType="withEffect">
                                  <p:stCondLst>
                                    <p:cond delay="1300"/>
                                  </p:stCondLst>
                                  <p:childTnLst>
                                    <p:set>
                                      <p:cBhvr>
                                        <p:cTn id="16" dur="1" fill="hold">
                                          <p:stCondLst>
                                            <p:cond delay="0"/>
                                          </p:stCondLst>
                                        </p:cTn>
                                        <p:tgtEl>
                                          <p:spTgt spid="47"/>
                                        </p:tgtEl>
                                        <p:attrNameLst>
                                          <p:attrName>style.visibility</p:attrName>
                                        </p:attrNameLst>
                                      </p:cBhvr>
                                      <p:to>
                                        <p:strVal val="visible"/>
                                      </p:to>
                                    </p:set>
                                    <p:animEffect transition="in" filter="wipe(right)">
                                      <p:cBhvr>
                                        <p:cTn id="17" dur="700"/>
                                        <p:tgtEl>
                                          <p:spTgt spid="47"/>
                                        </p:tgtEl>
                                      </p:cBhvr>
                                    </p:animEffect>
                                  </p:childTnLst>
                                </p:cTn>
                              </p:par>
                              <p:par>
                                <p:cTn id="18" presetID="22" presetClass="entr" presetSubtype="1" fill="hold" nodeType="withEffect">
                                  <p:stCondLst>
                                    <p:cond delay="1750"/>
                                  </p:stCondLst>
                                  <p:childTnLst>
                                    <p:set>
                                      <p:cBhvr>
                                        <p:cTn id="19" dur="1" fill="hold">
                                          <p:stCondLst>
                                            <p:cond delay="0"/>
                                          </p:stCondLst>
                                        </p:cTn>
                                        <p:tgtEl>
                                          <p:spTgt spid="56"/>
                                        </p:tgtEl>
                                        <p:attrNameLst>
                                          <p:attrName>style.visibility</p:attrName>
                                        </p:attrNameLst>
                                      </p:cBhvr>
                                      <p:to>
                                        <p:strVal val="visible"/>
                                      </p:to>
                                    </p:set>
                                    <p:animEffect transition="in" filter="wipe(up)">
                                      <p:cBhvr>
                                        <p:cTn id="20" dur="500"/>
                                        <p:tgtEl>
                                          <p:spTgt spid="56"/>
                                        </p:tgtEl>
                                      </p:cBhvr>
                                    </p:animEffect>
                                  </p:childTnLst>
                                </p:cTn>
                              </p:par>
                              <p:par>
                                <p:cTn id="21" presetID="53" presetClass="entr" presetSubtype="16" fill="hold" grpId="0" nodeType="withEffect">
                                  <p:stCondLst>
                                    <p:cond delay="2700"/>
                                  </p:stCondLst>
                                  <p:childTnLst>
                                    <p:set>
                                      <p:cBhvr>
                                        <p:cTn id="22" dur="1" fill="hold">
                                          <p:stCondLst>
                                            <p:cond delay="0"/>
                                          </p:stCondLst>
                                        </p:cTn>
                                        <p:tgtEl>
                                          <p:spTgt spid="55"/>
                                        </p:tgtEl>
                                        <p:attrNameLst>
                                          <p:attrName>style.visibility</p:attrName>
                                        </p:attrNameLst>
                                      </p:cBhvr>
                                      <p:to>
                                        <p:strVal val="visible"/>
                                      </p:to>
                                    </p:set>
                                    <p:anim calcmode="lin" valueType="num">
                                      <p:cBhvr>
                                        <p:cTn id="23" dur="10" fill="hold"/>
                                        <p:tgtEl>
                                          <p:spTgt spid="55"/>
                                        </p:tgtEl>
                                        <p:attrNameLst>
                                          <p:attrName>ppt_w</p:attrName>
                                        </p:attrNameLst>
                                      </p:cBhvr>
                                      <p:tavLst>
                                        <p:tav tm="0">
                                          <p:val>
                                            <p:fltVal val="0"/>
                                          </p:val>
                                        </p:tav>
                                        <p:tav tm="100000">
                                          <p:val>
                                            <p:strVal val="#ppt_w"/>
                                          </p:val>
                                        </p:tav>
                                      </p:tavLst>
                                    </p:anim>
                                    <p:anim calcmode="lin" valueType="num">
                                      <p:cBhvr>
                                        <p:cTn id="24" dur="10" fill="hold"/>
                                        <p:tgtEl>
                                          <p:spTgt spid="55"/>
                                        </p:tgtEl>
                                        <p:attrNameLst>
                                          <p:attrName>ppt_h</p:attrName>
                                        </p:attrNameLst>
                                      </p:cBhvr>
                                      <p:tavLst>
                                        <p:tav tm="0">
                                          <p:val>
                                            <p:fltVal val="0"/>
                                          </p:val>
                                        </p:tav>
                                        <p:tav tm="100000">
                                          <p:val>
                                            <p:strVal val="#ppt_h"/>
                                          </p:val>
                                        </p:tav>
                                      </p:tavLst>
                                    </p:anim>
                                    <p:animEffect transition="in" filter="fade">
                                      <p:cBhvr>
                                        <p:cTn id="25" dur="10"/>
                                        <p:tgtEl>
                                          <p:spTgt spid="55"/>
                                        </p:tgtEl>
                                      </p:cBhvr>
                                    </p:animEffect>
                                  </p:childTnLst>
                                </p:cTn>
                              </p:par>
                              <p:par>
                                <p:cTn id="26" presetID="22" presetClass="entr" presetSubtype="8" fill="hold" nodeType="withEffect">
                                  <p:stCondLst>
                                    <p:cond delay="3200"/>
                                  </p:stCondLst>
                                  <p:childTnLst>
                                    <p:set>
                                      <p:cBhvr>
                                        <p:cTn id="27" dur="1" fill="hold">
                                          <p:stCondLst>
                                            <p:cond delay="0"/>
                                          </p:stCondLst>
                                        </p:cTn>
                                        <p:tgtEl>
                                          <p:spTgt spid="46"/>
                                        </p:tgtEl>
                                        <p:attrNameLst>
                                          <p:attrName>style.visibility</p:attrName>
                                        </p:attrNameLst>
                                      </p:cBhvr>
                                      <p:to>
                                        <p:strVal val="visible"/>
                                      </p:to>
                                    </p:set>
                                    <p:animEffect transition="in" filter="wipe(left)">
                                      <p:cBhvr>
                                        <p:cTn id="28" dur="250"/>
                                        <p:tgtEl>
                                          <p:spTgt spid="46"/>
                                        </p:tgtEl>
                                      </p:cBhvr>
                                    </p:animEffect>
                                  </p:childTnLst>
                                </p:cTn>
                              </p:par>
                              <p:par>
                                <p:cTn id="29" presetID="22" presetClass="entr" presetSubtype="8" fill="hold" grpId="0" nodeType="withEffect">
                                  <p:stCondLst>
                                    <p:cond delay="3700"/>
                                  </p:stCondLst>
                                  <p:childTnLst>
                                    <p:set>
                                      <p:cBhvr>
                                        <p:cTn id="30" dur="1" fill="hold">
                                          <p:stCondLst>
                                            <p:cond delay="0"/>
                                          </p:stCondLst>
                                        </p:cTn>
                                        <p:tgtEl>
                                          <p:spTgt spid="53"/>
                                        </p:tgtEl>
                                        <p:attrNameLst>
                                          <p:attrName>style.visibility</p:attrName>
                                        </p:attrNameLst>
                                      </p:cBhvr>
                                      <p:to>
                                        <p:strVal val="visible"/>
                                      </p:to>
                                    </p:set>
                                    <p:animEffect transition="in" filter="wipe(left)">
                                      <p:cBhvr>
                                        <p:cTn id="31" dur="800"/>
                                        <p:tgtEl>
                                          <p:spTgt spid="53"/>
                                        </p:tgtEl>
                                      </p:cBhvr>
                                    </p:animEffect>
                                  </p:childTnLst>
                                </p:cTn>
                              </p:par>
                              <p:par>
                                <p:cTn id="32" presetID="22" presetClass="entr" presetSubtype="1" fill="hold" nodeType="withEffect">
                                  <p:stCondLst>
                                    <p:cond delay="4500"/>
                                  </p:stCondLst>
                                  <p:childTnLst>
                                    <p:set>
                                      <p:cBhvr>
                                        <p:cTn id="33" dur="1" fill="hold">
                                          <p:stCondLst>
                                            <p:cond delay="0"/>
                                          </p:stCondLst>
                                        </p:cTn>
                                        <p:tgtEl>
                                          <p:spTgt spid="57"/>
                                        </p:tgtEl>
                                        <p:attrNameLst>
                                          <p:attrName>style.visibility</p:attrName>
                                        </p:attrNameLst>
                                      </p:cBhvr>
                                      <p:to>
                                        <p:strVal val="visible"/>
                                      </p:to>
                                    </p:set>
                                    <p:animEffect transition="in" filter="wipe(up)">
                                      <p:cBhvr>
                                        <p:cTn id="34" dur="500"/>
                                        <p:tgtEl>
                                          <p:spTgt spid="57"/>
                                        </p:tgtEl>
                                      </p:cBhvr>
                                    </p:animEffect>
                                  </p:childTnLst>
                                </p:cTn>
                              </p:par>
                              <p:par>
                                <p:cTn id="35" presetID="53" presetClass="entr" presetSubtype="16" fill="hold" grpId="0" nodeType="withEffect">
                                  <p:stCondLst>
                                    <p:cond delay="5400"/>
                                  </p:stCondLst>
                                  <p:childTnLst>
                                    <p:set>
                                      <p:cBhvr>
                                        <p:cTn id="36" dur="1" fill="hold">
                                          <p:stCondLst>
                                            <p:cond delay="0"/>
                                          </p:stCondLst>
                                        </p:cTn>
                                        <p:tgtEl>
                                          <p:spTgt spid="2"/>
                                        </p:tgtEl>
                                        <p:attrNameLst>
                                          <p:attrName>style.visibility</p:attrName>
                                        </p:attrNameLst>
                                      </p:cBhvr>
                                      <p:to>
                                        <p:strVal val="visible"/>
                                      </p:to>
                                    </p:set>
                                    <p:anim calcmode="lin" valueType="num">
                                      <p:cBhvr>
                                        <p:cTn id="37" dur="10" fill="hold"/>
                                        <p:tgtEl>
                                          <p:spTgt spid="2"/>
                                        </p:tgtEl>
                                        <p:attrNameLst>
                                          <p:attrName>ppt_w</p:attrName>
                                        </p:attrNameLst>
                                      </p:cBhvr>
                                      <p:tavLst>
                                        <p:tav tm="0">
                                          <p:val>
                                            <p:fltVal val="0"/>
                                          </p:val>
                                        </p:tav>
                                        <p:tav tm="100000">
                                          <p:val>
                                            <p:strVal val="#ppt_w"/>
                                          </p:val>
                                        </p:tav>
                                      </p:tavLst>
                                    </p:anim>
                                    <p:anim calcmode="lin" valueType="num">
                                      <p:cBhvr>
                                        <p:cTn id="38" dur="10" fill="hold"/>
                                        <p:tgtEl>
                                          <p:spTgt spid="2"/>
                                        </p:tgtEl>
                                        <p:attrNameLst>
                                          <p:attrName>ppt_h</p:attrName>
                                        </p:attrNameLst>
                                      </p:cBhvr>
                                      <p:tavLst>
                                        <p:tav tm="0">
                                          <p:val>
                                            <p:fltVal val="0"/>
                                          </p:val>
                                        </p:tav>
                                        <p:tav tm="100000">
                                          <p:val>
                                            <p:strVal val="#ppt_h"/>
                                          </p:val>
                                        </p:tav>
                                      </p:tavLst>
                                    </p:anim>
                                    <p:animEffect transition="in" filter="fade">
                                      <p:cBhvr>
                                        <p:cTn id="39" dur="10"/>
                                        <p:tgtEl>
                                          <p:spTgt spid="2"/>
                                        </p:tgtEl>
                                      </p:cBhvr>
                                    </p:animEffect>
                                  </p:childTnLst>
                                </p:cTn>
                              </p:par>
                              <p:par>
                                <p:cTn id="40" presetID="22" presetClass="entr" presetSubtype="2" fill="hold" nodeType="withEffect">
                                  <p:stCondLst>
                                    <p:cond delay="6100"/>
                                  </p:stCondLst>
                                  <p:childTnLst>
                                    <p:set>
                                      <p:cBhvr>
                                        <p:cTn id="41" dur="1" fill="hold">
                                          <p:stCondLst>
                                            <p:cond delay="0"/>
                                          </p:stCondLst>
                                        </p:cTn>
                                        <p:tgtEl>
                                          <p:spTgt spid="58"/>
                                        </p:tgtEl>
                                        <p:attrNameLst>
                                          <p:attrName>style.visibility</p:attrName>
                                        </p:attrNameLst>
                                      </p:cBhvr>
                                      <p:to>
                                        <p:strVal val="visible"/>
                                      </p:to>
                                    </p:set>
                                    <p:animEffect transition="in" filter="wipe(right)">
                                      <p:cBhvr>
                                        <p:cTn id="42" dur="250"/>
                                        <p:tgtEl>
                                          <p:spTgt spid="58"/>
                                        </p:tgtEl>
                                      </p:cBhvr>
                                    </p:animEffect>
                                  </p:childTnLst>
                                </p:cTn>
                              </p:par>
                              <p:par>
                                <p:cTn id="43" presetID="22" presetClass="entr" presetSubtype="2" fill="hold" grpId="0" nodeType="withEffect">
                                  <p:stCondLst>
                                    <p:cond delay="6600"/>
                                  </p:stCondLst>
                                  <p:childTnLst>
                                    <p:set>
                                      <p:cBhvr>
                                        <p:cTn id="44" dur="1" fill="hold">
                                          <p:stCondLst>
                                            <p:cond delay="0"/>
                                          </p:stCondLst>
                                        </p:cTn>
                                        <p:tgtEl>
                                          <p:spTgt spid="59"/>
                                        </p:tgtEl>
                                        <p:attrNameLst>
                                          <p:attrName>style.visibility</p:attrName>
                                        </p:attrNameLst>
                                      </p:cBhvr>
                                      <p:to>
                                        <p:strVal val="visible"/>
                                      </p:to>
                                    </p:set>
                                    <p:animEffect transition="in" filter="wipe(right)">
                                      <p:cBhvr>
                                        <p:cTn id="45" dur="800"/>
                                        <p:tgtEl>
                                          <p:spTgt spid="59"/>
                                        </p:tgtEl>
                                      </p:cBhvr>
                                    </p:animEffect>
                                  </p:childTnLst>
                                </p:cTn>
                              </p:par>
                              <p:par>
                                <p:cTn id="46" presetID="22" presetClass="entr" presetSubtype="1" fill="hold" nodeType="withEffect">
                                  <p:stCondLst>
                                    <p:cond delay="7400"/>
                                  </p:stCondLst>
                                  <p:childTnLst>
                                    <p:set>
                                      <p:cBhvr>
                                        <p:cTn id="47" dur="1" fill="hold">
                                          <p:stCondLst>
                                            <p:cond delay="0"/>
                                          </p:stCondLst>
                                        </p:cTn>
                                        <p:tgtEl>
                                          <p:spTgt spid="60"/>
                                        </p:tgtEl>
                                        <p:attrNameLst>
                                          <p:attrName>style.visibility</p:attrName>
                                        </p:attrNameLst>
                                      </p:cBhvr>
                                      <p:to>
                                        <p:strVal val="visible"/>
                                      </p:to>
                                    </p:set>
                                    <p:animEffect transition="in" filter="wipe(up)">
                                      <p:cBhvr>
                                        <p:cTn id="48" dur="25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2" grpId="0"/>
      <p:bldP spid="59" grpId="0"/>
      <p:bldP spid="15"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 name="Straight Connector 44"/>
          <p:cNvCxnSpPr/>
          <p:nvPr/>
        </p:nvCxnSpPr>
        <p:spPr>
          <a:xfrm>
            <a:off x="4723460" y="1344297"/>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529169" y="3126380"/>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207817" y="1028089"/>
            <a:ext cx="4437123" cy="2432186"/>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buClr>
                <a:srgbClr val="0F6FC6">
                  <a:lumMod val="75000"/>
                </a:srgbClr>
              </a:buClr>
              <a:defRPr/>
            </a:pPr>
            <a:r>
              <a:rPr lang="ar-SA" sz="3200" b="1" dirty="0"/>
              <a:t>إتاحة الفرصة للطلاب العاملين لإتمام تعليمهم دون الحاجة لترك أعمالهم </a:t>
            </a:r>
            <a:endParaRPr lang="id-ID" sz="2800" b="1" dirty="0">
              <a:solidFill>
                <a:prstClr val="white">
                  <a:lumMod val="75000"/>
                </a:prstClr>
              </a:solidFill>
              <a:ea typeface="Roboto" panose="02000000000000000000" pitchFamily="2" charset="0"/>
            </a:endParaRPr>
          </a:p>
        </p:txBody>
      </p:sp>
      <p:sp>
        <p:nvSpPr>
          <p:cNvPr id="53" name="Content Placeholder 2"/>
          <p:cNvSpPr txBox="1">
            <a:spLocks/>
          </p:cNvSpPr>
          <p:nvPr/>
        </p:nvSpPr>
        <p:spPr>
          <a:xfrm>
            <a:off x="7687688" y="2964071"/>
            <a:ext cx="4255934" cy="2272317"/>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lvl="0" algn="l" rtl="1"/>
            <a:r>
              <a:rPr lang="en-US" sz="3200" b="1" dirty="0"/>
              <a:t> </a:t>
            </a:r>
            <a:r>
              <a:rPr lang="ar-SA" sz="3200" b="1" dirty="0"/>
              <a:t>المـلائمة للاحتيـاج من خلال المــقــررات التي تـصمم ويــراعى فـيها الـتـدرج</a:t>
            </a:r>
            <a:endParaRPr lang="en-US" sz="3200" b="1" dirty="0"/>
          </a:p>
        </p:txBody>
      </p:sp>
      <p:sp>
        <p:nvSpPr>
          <p:cNvPr id="54" name="Freeform 53"/>
          <p:cNvSpPr/>
          <p:nvPr/>
        </p:nvSpPr>
        <p:spPr>
          <a:xfrm>
            <a:off x="5823178" y="1114168"/>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a:solidFill>
                  <a:srgbClr val="7CCA62"/>
                </a:solidFill>
                <a:latin typeface="Simple-Line-Icons" panose="02000503000000000000" pitchFamily="2" charset="2"/>
              </a:rPr>
              <a:t></a:t>
            </a:r>
            <a:endParaRPr lang="id-ID" sz="4000" dirty="0">
              <a:solidFill>
                <a:srgbClr val="7CCA62"/>
              </a:solidFill>
              <a:latin typeface="Simple-Line-Icons" panose="02000503000000000000" pitchFamily="2" charset="2"/>
            </a:endParaRPr>
          </a:p>
        </p:txBody>
      </p:sp>
      <p:sp>
        <p:nvSpPr>
          <p:cNvPr id="55" name="Freeform 54"/>
          <p:cNvSpPr/>
          <p:nvPr/>
        </p:nvSpPr>
        <p:spPr>
          <a:xfrm>
            <a:off x="5815731" y="2825035"/>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a:solidFill>
                  <a:srgbClr val="7030A0"/>
                </a:solidFill>
                <a:latin typeface="Simple-Line-Icons" panose="02000503000000000000" pitchFamily="2" charset="2"/>
              </a:rPr>
              <a:t></a:t>
            </a:r>
            <a:endParaRPr lang="id-ID" sz="4400" dirty="0">
              <a:solidFill>
                <a:srgbClr val="7030A0"/>
              </a:solidFill>
              <a:latin typeface="Simple-Line-Icons" panose="02000503000000000000" pitchFamily="2" charset="2"/>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0" cy="1549914"/>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6007501" y="4959840"/>
            <a:ext cx="288598" cy="707886"/>
          </a:xfrm>
          <a:prstGeom prst="rect">
            <a:avLst/>
          </a:prstGeom>
        </p:spPr>
        <p:txBody>
          <a:bodyPr wrap="square">
            <a:spAutoFit/>
          </a:bodyPr>
          <a:lstStyle/>
          <a:p>
            <a:pPr algn="ctr" fontAlgn="auto">
              <a:spcBef>
                <a:spcPts val="0"/>
              </a:spcBef>
              <a:spcAft>
                <a:spcPts val="0"/>
              </a:spcAft>
            </a:pPr>
            <a:r>
              <a:rPr lang="en-US" sz="4000" dirty="0">
                <a:solidFill>
                  <a:srgbClr val="009DD9"/>
                </a:solidFill>
                <a:latin typeface="Simple-Line-Icons" panose="02000503000000000000" pitchFamily="2" charset="2"/>
              </a:rPr>
              <a:t></a:t>
            </a:r>
            <a:endParaRPr lang="id-ID" sz="4000" dirty="0">
              <a:solidFill>
                <a:srgbClr val="009DD9"/>
              </a:solidFill>
              <a:latin typeface="Simple-Line-Icons" panose="02000503000000000000" pitchFamily="2" charset="2"/>
            </a:endParaRPr>
          </a:p>
        </p:txBody>
      </p:sp>
      <p:cxnSp>
        <p:nvCxnSpPr>
          <p:cNvPr id="58" name="Straight Connector 57"/>
          <p:cNvCxnSpPr/>
          <p:nvPr/>
        </p:nvCxnSpPr>
        <p:spPr>
          <a:xfrm>
            <a:off x="4737974" y="5236388"/>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0" y="4610814"/>
            <a:ext cx="4737974" cy="2247186"/>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buClr>
                <a:srgbClr val="0F6FC6">
                  <a:lumMod val="75000"/>
                </a:srgbClr>
              </a:buClr>
              <a:defRPr/>
            </a:pPr>
            <a:r>
              <a:rPr lang="ar-SA" sz="3200" b="1" dirty="0"/>
              <a:t>سـهـولة الـتــطبـــيق</a:t>
            </a:r>
            <a:endParaRPr lang="id-ID" sz="2800" b="1" dirty="0">
              <a:solidFill>
                <a:prstClr val="white">
                  <a:lumMod val="75000"/>
                </a:prstClr>
              </a:solidFill>
              <a:ea typeface="Roboto" panose="02000000000000000000" pitchFamily="2" charset="0"/>
            </a:endParaRPr>
          </a:p>
        </p:txBody>
      </p:sp>
      <p:cxnSp>
        <p:nvCxnSpPr>
          <p:cNvPr id="60" name="Straight Connector 59"/>
          <p:cNvCxnSpPr/>
          <p:nvPr/>
        </p:nvCxnSpPr>
        <p:spPr>
          <a:xfrm>
            <a:off x="6151800" y="5689403"/>
            <a:ext cx="0" cy="1168597"/>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15" name="Title 1"/>
          <p:cNvSpPr txBox="1">
            <a:spLocks/>
          </p:cNvSpPr>
          <p:nvPr/>
        </p:nvSpPr>
        <p:spPr>
          <a:xfrm>
            <a:off x="1428022" y="115997"/>
            <a:ext cx="10515600" cy="82809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4400" b="1" kern="1200">
                <a:solidFill>
                  <a:schemeClr val="tx1">
                    <a:lumMod val="75000"/>
                    <a:lumOff val="25000"/>
                  </a:schemeClr>
                </a:solidFill>
                <a:latin typeface="+mj-lt"/>
                <a:ea typeface="+mj-ea"/>
                <a:cs typeface="+mj-cs"/>
              </a:defRPr>
            </a:lvl1pPr>
          </a:lstStyle>
          <a:p>
            <a:pPr algn="r" rtl="1"/>
            <a:r>
              <a:rPr lang="ar-SA" u="sng" dirty="0"/>
              <a:t>2. خصائص الجامعات الافتراضية </a:t>
            </a:r>
            <a:endParaRPr lang="en-US" sz="4000" u="sng" dirty="0"/>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9163818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53" presetClass="entr" presetSubtype="16" fill="hold" grpId="0" nodeType="withEffect">
                                  <p:stCondLst>
                                    <p:cond delay="300"/>
                                  </p:stCondLst>
                                  <p:childTnLst>
                                    <p:set>
                                      <p:cBhvr>
                                        <p:cTn id="8" dur="1" fill="hold">
                                          <p:stCondLst>
                                            <p:cond delay="0"/>
                                          </p:stCondLst>
                                        </p:cTn>
                                        <p:tgtEl>
                                          <p:spTgt spid="54"/>
                                        </p:tgtEl>
                                        <p:attrNameLst>
                                          <p:attrName>style.visibility</p:attrName>
                                        </p:attrNameLst>
                                      </p:cBhvr>
                                      <p:to>
                                        <p:strVal val="visible"/>
                                      </p:to>
                                    </p:set>
                                    <p:anim calcmode="lin" valueType="num">
                                      <p:cBhvr>
                                        <p:cTn id="9" dur="10" fill="hold"/>
                                        <p:tgtEl>
                                          <p:spTgt spid="54"/>
                                        </p:tgtEl>
                                        <p:attrNameLst>
                                          <p:attrName>ppt_w</p:attrName>
                                        </p:attrNameLst>
                                      </p:cBhvr>
                                      <p:tavLst>
                                        <p:tav tm="0">
                                          <p:val>
                                            <p:fltVal val="0"/>
                                          </p:val>
                                        </p:tav>
                                        <p:tav tm="100000">
                                          <p:val>
                                            <p:strVal val="#ppt_w"/>
                                          </p:val>
                                        </p:tav>
                                      </p:tavLst>
                                    </p:anim>
                                    <p:anim calcmode="lin" valueType="num">
                                      <p:cBhvr>
                                        <p:cTn id="10" dur="10" fill="hold"/>
                                        <p:tgtEl>
                                          <p:spTgt spid="54"/>
                                        </p:tgtEl>
                                        <p:attrNameLst>
                                          <p:attrName>ppt_h</p:attrName>
                                        </p:attrNameLst>
                                      </p:cBhvr>
                                      <p:tavLst>
                                        <p:tav tm="0">
                                          <p:val>
                                            <p:fltVal val="0"/>
                                          </p:val>
                                        </p:tav>
                                        <p:tav tm="100000">
                                          <p:val>
                                            <p:strVal val="#ppt_h"/>
                                          </p:val>
                                        </p:tav>
                                      </p:tavLst>
                                    </p:anim>
                                    <p:animEffect transition="in" filter="fade">
                                      <p:cBhvr>
                                        <p:cTn id="11" dur="10"/>
                                        <p:tgtEl>
                                          <p:spTgt spid="54"/>
                                        </p:tgtEl>
                                      </p:cBhvr>
                                    </p:animEffect>
                                  </p:childTnLst>
                                </p:cTn>
                              </p:par>
                              <p:par>
                                <p:cTn id="12" presetID="22" presetClass="entr" presetSubtype="2" fill="hold" nodeType="withEffect">
                                  <p:stCondLst>
                                    <p:cond delay="800"/>
                                  </p:stCondLst>
                                  <p:childTnLst>
                                    <p:set>
                                      <p:cBhvr>
                                        <p:cTn id="13" dur="1" fill="hold">
                                          <p:stCondLst>
                                            <p:cond delay="0"/>
                                          </p:stCondLst>
                                        </p:cTn>
                                        <p:tgtEl>
                                          <p:spTgt spid="45"/>
                                        </p:tgtEl>
                                        <p:attrNameLst>
                                          <p:attrName>style.visibility</p:attrName>
                                        </p:attrNameLst>
                                      </p:cBhvr>
                                      <p:to>
                                        <p:strVal val="visible"/>
                                      </p:to>
                                    </p:set>
                                    <p:animEffect transition="in" filter="wipe(right)">
                                      <p:cBhvr>
                                        <p:cTn id="14" dur="250"/>
                                        <p:tgtEl>
                                          <p:spTgt spid="45"/>
                                        </p:tgtEl>
                                      </p:cBhvr>
                                    </p:animEffect>
                                  </p:childTnLst>
                                </p:cTn>
                              </p:par>
                              <p:par>
                                <p:cTn id="15" presetID="22" presetClass="entr" presetSubtype="2" fill="hold" grpId="0" nodeType="withEffect">
                                  <p:stCondLst>
                                    <p:cond delay="1300"/>
                                  </p:stCondLst>
                                  <p:childTnLst>
                                    <p:set>
                                      <p:cBhvr>
                                        <p:cTn id="16" dur="1" fill="hold">
                                          <p:stCondLst>
                                            <p:cond delay="0"/>
                                          </p:stCondLst>
                                        </p:cTn>
                                        <p:tgtEl>
                                          <p:spTgt spid="47"/>
                                        </p:tgtEl>
                                        <p:attrNameLst>
                                          <p:attrName>style.visibility</p:attrName>
                                        </p:attrNameLst>
                                      </p:cBhvr>
                                      <p:to>
                                        <p:strVal val="visible"/>
                                      </p:to>
                                    </p:set>
                                    <p:animEffect transition="in" filter="wipe(right)">
                                      <p:cBhvr>
                                        <p:cTn id="17" dur="700"/>
                                        <p:tgtEl>
                                          <p:spTgt spid="47"/>
                                        </p:tgtEl>
                                      </p:cBhvr>
                                    </p:animEffect>
                                  </p:childTnLst>
                                </p:cTn>
                              </p:par>
                              <p:par>
                                <p:cTn id="18" presetID="22" presetClass="entr" presetSubtype="1" fill="hold" nodeType="withEffect">
                                  <p:stCondLst>
                                    <p:cond delay="1750"/>
                                  </p:stCondLst>
                                  <p:childTnLst>
                                    <p:set>
                                      <p:cBhvr>
                                        <p:cTn id="19" dur="1" fill="hold">
                                          <p:stCondLst>
                                            <p:cond delay="0"/>
                                          </p:stCondLst>
                                        </p:cTn>
                                        <p:tgtEl>
                                          <p:spTgt spid="56"/>
                                        </p:tgtEl>
                                        <p:attrNameLst>
                                          <p:attrName>style.visibility</p:attrName>
                                        </p:attrNameLst>
                                      </p:cBhvr>
                                      <p:to>
                                        <p:strVal val="visible"/>
                                      </p:to>
                                    </p:set>
                                    <p:animEffect transition="in" filter="wipe(up)">
                                      <p:cBhvr>
                                        <p:cTn id="20" dur="500"/>
                                        <p:tgtEl>
                                          <p:spTgt spid="56"/>
                                        </p:tgtEl>
                                      </p:cBhvr>
                                    </p:animEffect>
                                  </p:childTnLst>
                                </p:cTn>
                              </p:par>
                              <p:par>
                                <p:cTn id="21" presetID="53" presetClass="entr" presetSubtype="16" fill="hold" grpId="0" nodeType="withEffect">
                                  <p:stCondLst>
                                    <p:cond delay="2700"/>
                                  </p:stCondLst>
                                  <p:childTnLst>
                                    <p:set>
                                      <p:cBhvr>
                                        <p:cTn id="22" dur="1" fill="hold">
                                          <p:stCondLst>
                                            <p:cond delay="0"/>
                                          </p:stCondLst>
                                        </p:cTn>
                                        <p:tgtEl>
                                          <p:spTgt spid="55"/>
                                        </p:tgtEl>
                                        <p:attrNameLst>
                                          <p:attrName>style.visibility</p:attrName>
                                        </p:attrNameLst>
                                      </p:cBhvr>
                                      <p:to>
                                        <p:strVal val="visible"/>
                                      </p:to>
                                    </p:set>
                                    <p:anim calcmode="lin" valueType="num">
                                      <p:cBhvr>
                                        <p:cTn id="23" dur="10" fill="hold"/>
                                        <p:tgtEl>
                                          <p:spTgt spid="55"/>
                                        </p:tgtEl>
                                        <p:attrNameLst>
                                          <p:attrName>ppt_w</p:attrName>
                                        </p:attrNameLst>
                                      </p:cBhvr>
                                      <p:tavLst>
                                        <p:tav tm="0">
                                          <p:val>
                                            <p:fltVal val="0"/>
                                          </p:val>
                                        </p:tav>
                                        <p:tav tm="100000">
                                          <p:val>
                                            <p:strVal val="#ppt_w"/>
                                          </p:val>
                                        </p:tav>
                                      </p:tavLst>
                                    </p:anim>
                                    <p:anim calcmode="lin" valueType="num">
                                      <p:cBhvr>
                                        <p:cTn id="24" dur="10" fill="hold"/>
                                        <p:tgtEl>
                                          <p:spTgt spid="55"/>
                                        </p:tgtEl>
                                        <p:attrNameLst>
                                          <p:attrName>ppt_h</p:attrName>
                                        </p:attrNameLst>
                                      </p:cBhvr>
                                      <p:tavLst>
                                        <p:tav tm="0">
                                          <p:val>
                                            <p:fltVal val="0"/>
                                          </p:val>
                                        </p:tav>
                                        <p:tav tm="100000">
                                          <p:val>
                                            <p:strVal val="#ppt_h"/>
                                          </p:val>
                                        </p:tav>
                                      </p:tavLst>
                                    </p:anim>
                                    <p:animEffect transition="in" filter="fade">
                                      <p:cBhvr>
                                        <p:cTn id="25" dur="10"/>
                                        <p:tgtEl>
                                          <p:spTgt spid="55"/>
                                        </p:tgtEl>
                                      </p:cBhvr>
                                    </p:animEffect>
                                  </p:childTnLst>
                                </p:cTn>
                              </p:par>
                              <p:par>
                                <p:cTn id="26" presetID="22" presetClass="entr" presetSubtype="8" fill="hold" nodeType="withEffect">
                                  <p:stCondLst>
                                    <p:cond delay="3200"/>
                                  </p:stCondLst>
                                  <p:childTnLst>
                                    <p:set>
                                      <p:cBhvr>
                                        <p:cTn id="27" dur="1" fill="hold">
                                          <p:stCondLst>
                                            <p:cond delay="0"/>
                                          </p:stCondLst>
                                        </p:cTn>
                                        <p:tgtEl>
                                          <p:spTgt spid="46"/>
                                        </p:tgtEl>
                                        <p:attrNameLst>
                                          <p:attrName>style.visibility</p:attrName>
                                        </p:attrNameLst>
                                      </p:cBhvr>
                                      <p:to>
                                        <p:strVal val="visible"/>
                                      </p:to>
                                    </p:set>
                                    <p:animEffect transition="in" filter="wipe(left)">
                                      <p:cBhvr>
                                        <p:cTn id="28" dur="250"/>
                                        <p:tgtEl>
                                          <p:spTgt spid="46"/>
                                        </p:tgtEl>
                                      </p:cBhvr>
                                    </p:animEffect>
                                  </p:childTnLst>
                                </p:cTn>
                              </p:par>
                              <p:par>
                                <p:cTn id="29" presetID="22" presetClass="entr" presetSubtype="8" fill="hold" grpId="0" nodeType="withEffect">
                                  <p:stCondLst>
                                    <p:cond delay="3700"/>
                                  </p:stCondLst>
                                  <p:childTnLst>
                                    <p:set>
                                      <p:cBhvr>
                                        <p:cTn id="30" dur="1" fill="hold">
                                          <p:stCondLst>
                                            <p:cond delay="0"/>
                                          </p:stCondLst>
                                        </p:cTn>
                                        <p:tgtEl>
                                          <p:spTgt spid="53"/>
                                        </p:tgtEl>
                                        <p:attrNameLst>
                                          <p:attrName>style.visibility</p:attrName>
                                        </p:attrNameLst>
                                      </p:cBhvr>
                                      <p:to>
                                        <p:strVal val="visible"/>
                                      </p:to>
                                    </p:set>
                                    <p:animEffect transition="in" filter="wipe(left)">
                                      <p:cBhvr>
                                        <p:cTn id="31" dur="800"/>
                                        <p:tgtEl>
                                          <p:spTgt spid="53"/>
                                        </p:tgtEl>
                                      </p:cBhvr>
                                    </p:animEffect>
                                  </p:childTnLst>
                                </p:cTn>
                              </p:par>
                              <p:par>
                                <p:cTn id="32" presetID="22" presetClass="entr" presetSubtype="1" fill="hold" nodeType="withEffect">
                                  <p:stCondLst>
                                    <p:cond delay="4500"/>
                                  </p:stCondLst>
                                  <p:childTnLst>
                                    <p:set>
                                      <p:cBhvr>
                                        <p:cTn id="33" dur="1" fill="hold">
                                          <p:stCondLst>
                                            <p:cond delay="0"/>
                                          </p:stCondLst>
                                        </p:cTn>
                                        <p:tgtEl>
                                          <p:spTgt spid="57"/>
                                        </p:tgtEl>
                                        <p:attrNameLst>
                                          <p:attrName>style.visibility</p:attrName>
                                        </p:attrNameLst>
                                      </p:cBhvr>
                                      <p:to>
                                        <p:strVal val="visible"/>
                                      </p:to>
                                    </p:set>
                                    <p:animEffect transition="in" filter="wipe(up)">
                                      <p:cBhvr>
                                        <p:cTn id="34" dur="500"/>
                                        <p:tgtEl>
                                          <p:spTgt spid="57"/>
                                        </p:tgtEl>
                                      </p:cBhvr>
                                    </p:animEffect>
                                  </p:childTnLst>
                                </p:cTn>
                              </p:par>
                              <p:par>
                                <p:cTn id="35" presetID="53" presetClass="entr" presetSubtype="16" fill="hold" grpId="0" nodeType="withEffect">
                                  <p:stCondLst>
                                    <p:cond delay="5400"/>
                                  </p:stCondLst>
                                  <p:childTnLst>
                                    <p:set>
                                      <p:cBhvr>
                                        <p:cTn id="36" dur="1" fill="hold">
                                          <p:stCondLst>
                                            <p:cond delay="0"/>
                                          </p:stCondLst>
                                        </p:cTn>
                                        <p:tgtEl>
                                          <p:spTgt spid="2"/>
                                        </p:tgtEl>
                                        <p:attrNameLst>
                                          <p:attrName>style.visibility</p:attrName>
                                        </p:attrNameLst>
                                      </p:cBhvr>
                                      <p:to>
                                        <p:strVal val="visible"/>
                                      </p:to>
                                    </p:set>
                                    <p:anim calcmode="lin" valueType="num">
                                      <p:cBhvr>
                                        <p:cTn id="37" dur="10" fill="hold"/>
                                        <p:tgtEl>
                                          <p:spTgt spid="2"/>
                                        </p:tgtEl>
                                        <p:attrNameLst>
                                          <p:attrName>ppt_w</p:attrName>
                                        </p:attrNameLst>
                                      </p:cBhvr>
                                      <p:tavLst>
                                        <p:tav tm="0">
                                          <p:val>
                                            <p:fltVal val="0"/>
                                          </p:val>
                                        </p:tav>
                                        <p:tav tm="100000">
                                          <p:val>
                                            <p:strVal val="#ppt_w"/>
                                          </p:val>
                                        </p:tav>
                                      </p:tavLst>
                                    </p:anim>
                                    <p:anim calcmode="lin" valueType="num">
                                      <p:cBhvr>
                                        <p:cTn id="38" dur="10" fill="hold"/>
                                        <p:tgtEl>
                                          <p:spTgt spid="2"/>
                                        </p:tgtEl>
                                        <p:attrNameLst>
                                          <p:attrName>ppt_h</p:attrName>
                                        </p:attrNameLst>
                                      </p:cBhvr>
                                      <p:tavLst>
                                        <p:tav tm="0">
                                          <p:val>
                                            <p:fltVal val="0"/>
                                          </p:val>
                                        </p:tav>
                                        <p:tav tm="100000">
                                          <p:val>
                                            <p:strVal val="#ppt_h"/>
                                          </p:val>
                                        </p:tav>
                                      </p:tavLst>
                                    </p:anim>
                                    <p:animEffect transition="in" filter="fade">
                                      <p:cBhvr>
                                        <p:cTn id="39" dur="10"/>
                                        <p:tgtEl>
                                          <p:spTgt spid="2"/>
                                        </p:tgtEl>
                                      </p:cBhvr>
                                    </p:animEffect>
                                  </p:childTnLst>
                                </p:cTn>
                              </p:par>
                              <p:par>
                                <p:cTn id="40" presetID="22" presetClass="entr" presetSubtype="2" fill="hold" nodeType="withEffect">
                                  <p:stCondLst>
                                    <p:cond delay="6100"/>
                                  </p:stCondLst>
                                  <p:childTnLst>
                                    <p:set>
                                      <p:cBhvr>
                                        <p:cTn id="41" dur="1" fill="hold">
                                          <p:stCondLst>
                                            <p:cond delay="0"/>
                                          </p:stCondLst>
                                        </p:cTn>
                                        <p:tgtEl>
                                          <p:spTgt spid="58"/>
                                        </p:tgtEl>
                                        <p:attrNameLst>
                                          <p:attrName>style.visibility</p:attrName>
                                        </p:attrNameLst>
                                      </p:cBhvr>
                                      <p:to>
                                        <p:strVal val="visible"/>
                                      </p:to>
                                    </p:set>
                                    <p:animEffect transition="in" filter="wipe(right)">
                                      <p:cBhvr>
                                        <p:cTn id="42" dur="250"/>
                                        <p:tgtEl>
                                          <p:spTgt spid="58"/>
                                        </p:tgtEl>
                                      </p:cBhvr>
                                    </p:animEffect>
                                  </p:childTnLst>
                                </p:cTn>
                              </p:par>
                              <p:par>
                                <p:cTn id="43" presetID="22" presetClass="entr" presetSubtype="2" fill="hold" grpId="0" nodeType="withEffect">
                                  <p:stCondLst>
                                    <p:cond delay="6600"/>
                                  </p:stCondLst>
                                  <p:childTnLst>
                                    <p:set>
                                      <p:cBhvr>
                                        <p:cTn id="44" dur="1" fill="hold">
                                          <p:stCondLst>
                                            <p:cond delay="0"/>
                                          </p:stCondLst>
                                        </p:cTn>
                                        <p:tgtEl>
                                          <p:spTgt spid="59"/>
                                        </p:tgtEl>
                                        <p:attrNameLst>
                                          <p:attrName>style.visibility</p:attrName>
                                        </p:attrNameLst>
                                      </p:cBhvr>
                                      <p:to>
                                        <p:strVal val="visible"/>
                                      </p:to>
                                    </p:set>
                                    <p:animEffect transition="in" filter="wipe(right)">
                                      <p:cBhvr>
                                        <p:cTn id="45" dur="800"/>
                                        <p:tgtEl>
                                          <p:spTgt spid="59"/>
                                        </p:tgtEl>
                                      </p:cBhvr>
                                    </p:animEffect>
                                  </p:childTnLst>
                                </p:cTn>
                              </p:par>
                              <p:par>
                                <p:cTn id="46" presetID="22" presetClass="entr" presetSubtype="1" fill="hold" nodeType="withEffect">
                                  <p:stCondLst>
                                    <p:cond delay="7400"/>
                                  </p:stCondLst>
                                  <p:childTnLst>
                                    <p:set>
                                      <p:cBhvr>
                                        <p:cTn id="47" dur="1" fill="hold">
                                          <p:stCondLst>
                                            <p:cond delay="0"/>
                                          </p:stCondLst>
                                        </p:cTn>
                                        <p:tgtEl>
                                          <p:spTgt spid="60"/>
                                        </p:tgtEl>
                                        <p:attrNameLst>
                                          <p:attrName>style.visibility</p:attrName>
                                        </p:attrNameLst>
                                      </p:cBhvr>
                                      <p:to>
                                        <p:strVal val="visible"/>
                                      </p:to>
                                    </p:set>
                                    <p:animEffect transition="in" filter="wipe(up)">
                                      <p:cBhvr>
                                        <p:cTn id="48" dur="25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2" grpId="0"/>
      <p:bldP spid="59" grpId="0"/>
      <p:bldP spid="15"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 name="Straight Connector 44"/>
          <p:cNvCxnSpPr/>
          <p:nvPr/>
        </p:nvCxnSpPr>
        <p:spPr>
          <a:xfrm>
            <a:off x="4723460" y="1344297"/>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529169" y="3126380"/>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207817" y="1028089"/>
            <a:ext cx="4437123" cy="2432186"/>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buClr>
                <a:srgbClr val="0F6FC6">
                  <a:lumMod val="75000"/>
                </a:srgbClr>
              </a:buClr>
              <a:defRPr/>
            </a:pPr>
            <a:r>
              <a:rPr lang="ar-SA" sz="3200" b="1" dirty="0"/>
              <a:t>جـــــودة البـرامج مـن الـناحية الـعـلمية والـتربوية</a:t>
            </a:r>
            <a:endParaRPr lang="id-ID" sz="2800" b="1" dirty="0">
              <a:solidFill>
                <a:prstClr val="white">
                  <a:lumMod val="75000"/>
                </a:prstClr>
              </a:solidFill>
              <a:ea typeface="Roboto" panose="02000000000000000000" pitchFamily="2" charset="0"/>
            </a:endParaRPr>
          </a:p>
        </p:txBody>
      </p:sp>
      <p:sp>
        <p:nvSpPr>
          <p:cNvPr id="53" name="Content Placeholder 2"/>
          <p:cNvSpPr txBox="1">
            <a:spLocks/>
          </p:cNvSpPr>
          <p:nvPr/>
        </p:nvSpPr>
        <p:spPr>
          <a:xfrm>
            <a:off x="7609169" y="2964071"/>
            <a:ext cx="4334453" cy="2272317"/>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lvl="0" algn="l" rtl="1"/>
            <a:r>
              <a:rPr lang="ar-SA" sz="3200" b="1" dirty="0"/>
              <a:t>انـخـفـاض الكلفة الـتـعلـيمـية لهـذا النمـط مـن التـعليم بالمـقـارنة مـع الـنمــط الـتـقـليدي للتعلم.</a:t>
            </a:r>
            <a:endParaRPr lang="en-US" sz="3200" b="1" dirty="0"/>
          </a:p>
        </p:txBody>
      </p:sp>
      <p:sp>
        <p:nvSpPr>
          <p:cNvPr id="54" name="Freeform 53"/>
          <p:cNvSpPr/>
          <p:nvPr/>
        </p:nvSpPr>
        <p:spPr>
          <a:xfrm>
            <a:off x="5823178" y="1114168"/>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a:solidFill>
                  <a:srgbClr val="7CCA62"/>
                </a:solidFill>
                <a:latin typeface="Simple-Line-Icons" panose="02000503000000000000" pitchFamily="2" charset="2"/>
              </a:rPr>
              <a:t></a:t>
            </a:r>
            <a:endParaRPr lang="id-ID" sz="4000" dirty="0">
              <a:solidFill>
                <a:srgbClr val="7CCA62"/>
              </a:solidFill>
              <a:latin typeface="Simple-Line-Icons" panose="02000503000000000000" pitchFamily="2" charset="2"/>
            </a:endParaRPr>
          </a:p>
        </p:txBody>
      </p:sp>
      <p:sp>
        <p:nvSpPr>
          <p:cNvPr id="55" name="Freeform 54"/>
          <p:cNvSpPr/>
          <p:nvPr/>
        </p:nvSpPr>
        <p:spPr>
          <a:xfrm>
            <a:off x="5815731" y="2825035"/>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a:solidFill>
                  <a:srgbClr val="7030A0"/>
                </a:solidFill>
                <a:latin typeface="Simple-Line-Icons" panose="02000503000000000000" pitchFamily="2" charset="2"/>
              </a:rPr>
              <a:t></a:t>
            </a:r>
            <a:endParaRPr lang="id-ID" sz="4400" dirty="0">
              <a:solidFill>
                <a:srgbClr val="7030A0"/>
              </a:solidFill>
              <a:latin typeface="Simple-Line-Icons" panose="02000503000000000000" pitchFamily="2" charset="2"/>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0" cy="1549914"/>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6007501" y="4959840"/>
            <a:ext cx="288598" cy="707886"/>
          </a:xfrm>
          <a:prstGeom prst="rect">
            <a:avLst/>
          </a:prstGeom>
        </p:spPr>
        <p:txBody>
          <a:bodyPr wrap="square">
            <a:spAutoFit/>
          </a:bodyPr>
          <a:lstStyle/>
          <a:p>
            <a:pPr algn="ctr" fontAlgn="auto">
              <a:spcBef>
                <a:spcPts val="0"/>
              </a:spcBef>
              <a:spcAft>
                <a:spcPts val="0"/>
              </a:spcAft>
            </a:pPr>
            <a:r>
              <a:rPr lang="en-US" sz="4000" dirty="0">
                <a:solidFill>
                  <a:srgbClr val="009DD9"/>
                </a:solidFill>
                <a:latin typeface="Simple-Line-Icons" panose="02000503000000000000" pitchFamily="2" charset="2"/>
              </a:rPr>
              <a:t></a:t>
            </a:r>
            <a:endParaRPr lang="id-ID" sz="4000" dirty="0">
              <a:solidFill>
                <a:srgbClr val="009DD9"/>
              </a:solidFill>
              <a:latin typeface="Simple-Line-Icons" panose="02000503000000000000" pitchFamily="2" charset="2"/>
            </a:endParaRPr>
          </a:p>
        </p:txBody>
      </p:sp>
      <p:cxnSp>
        <p:nvCxnSpPr>
          <p:cNvPr id="58" name="Straight Connector 57"/>
          <p:cNvCxnSpPr/>
          <p:nvPr/>
        </p:nvCxnSpPr>
        <p:spPr>
          <a:xfrm>
            <a:off x="4737974" y="5236388"/>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52287" y="4190190"/>
            <a:ext cx="4737974" cy="2247186"/>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buClr>
                <a:srgbClr val="0F6FC6">
                  <a:lumMod val="75000"/>
                </a:srgbClr>
              </a:buClr>
              <a:defRPr/>
            </a:pPr>
            <a:r>
              <a:rPr lang="ar-SA" sz="3200" b="1" dirty="0"/>
              <a:t>مواكبة أسلوب الجامعة الافتراضية لمفـاهيم النظام العالمي الجديد في تبادل الثقافات وإلغاء الحواجز بين الدول وعـالمـيـة الشـهـادات</a:t>
            </a:r>
            <a:endParaRPr lang="id-ID" sz="2800" b="1" dirty="0">
              <a:solidFill>
                <a:prstClr val="white">
                  <a:lumMod val="75000"/>
                </a:prstClr>
              </a:solidFill>
              <a:ea typeface="Roboto" panose="02000000000000000000" pitchFamily="2" charset="0"/>
            </a:endParaRPr>
          </a:p>
        </p:txBody>
      </p:sp>
      <p:cxnSp>
        <p:nvCxnSpPr>
          <p:cNvPr id="60" name="Straight Connector 59"/>
          <p:cNvCxnSpPr/>
          <p:nvPr/>
        </p:nvCxnSpPr>
        <p:spPr>
          <a:xfrm>
            <a:off x="6151800" y="5689403"/>
            <a:ext cx="0" cy="1168597"/>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15" name="Title 1"/>
          <p:cNvSpPr txBox="1">
            <a:spLocks/>
          </p:cNvSpPr>
          <p:nvPr/>
        </p:nvSpPr>
        <p:spPr>
          <a:xfrm>
            <a:off x="1428022" y="115997"/>
            <a:ext cx="10515600" cy="82809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4400" b="1" kern="1200">
                <a:solidFill>
                  <a:schemeClr val="tx1">
                    <a:lumMod val="75000"/>
                    <a:lumOff val="25000"/>
                  </a:schemeClr>
                </a:solidFill>
                <a:latin typeface="+mj-lt"/>
                <a:ea typeface="+mj-ea"/>
                <a:cs typeface="+mj-cs"/>
              </a:defRPr>
            </a:lvl1pPr>
          </a:lstStyle>
          <a:p>
            <a:pPr algn="r" rtl="1"/>
            <a:r>
              <a:rPr lang="ar-SA" u="sng" dirty="0"/>
              <a:t>2. خصائص الجامعات الافتراضية </a:t>
            </a:r>
            <a:endParaRPr lang="en-US" sz="4000" u="sng" dirty="0"/>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0199614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53" presetClass="entr" presetSubtype="16" fill="hold" grpId="0" nodeType="withEffect">
                                  <p:stCondLst>
                                    <p:cond delay="300"/>
                                  </p:stCondLst>
                                  <p:childTnLst>
                                    <p:set>
                                      <p:cBhvr>
                                        <p:cTn id="8" dur="1" fill="hold">
                                          <p:stCondLst>
                                            <p:cond delay="0"/>
                                          </p:stCondLst>
                                        </p:cTn>
                                        <p:tgtEl>
                                          <p:spTgt spid="54"/>
                                        </p:tgtEl>
                                        <p:attrNameLst>
                                          <p:attrName>style.visibility</p:attrName>
                                        </p:attrNameLst>
                                      </p:cBhvr>
                                      <p:to>
                                        <p:strVal val="visible"/>
                                      </p:to>
                                    </p:set>
                                    <p:anim calcmode="lin" valueType="num">
                                      <p:cBhvr>
                                        <p:cTn id="9" dur="10" fill="hold"/>
                                        <p:tgtEl>
                                          <p:spTgt spid="54"/>
                                        </p:tgtEl>
                                        <p:attrNameLst>
                                          <p:attrName>ppt_w</p:attrName>
                                        </p:attrNameLst>
                                      </p:cBhvr>
                                      <p:tavLst>
                                        <p:tav tm="0">
                                          <p:val>
                                            <p:fltVal val="0"/>
                                          </p:val>
                                        </p:tav>
                                        <p:tav tm="100000">
                                          <p:val>
                                            <p:strVal val="#ppt_w"/>
                                          </p:val>
                                        </p:tav>
                                      </p:tavLst>
                                    </p:anim>
                                    <p:anim calcmode="lin" valueType="num">
                                      <p:cBhvr>
                                        <p:cTn id="10" dur="10" fill="hold"/>
                                        <p:tgtEl>
                                          <p:spTgt spid="54"/>
                                        </p:tgtEl>
                                        <p:attrNameLst>
                                          <p:attrName>ppt_h</p:attrName>
                                        </p:attrNameLst>
                                      </p:cBhvr>
                                      <p:tavLst>
                                        <p:tav tm="0">
                                          <p:val>
                                            <p:fltVal val="0"/>
                                          </p:val>
                                        </p:tav>
                                        <p:tav tm="100000">
                                          <p:val>
                                            <p:strVal val="#ppt_h"/>
                                          </p:val>
                                        </p:tav>
                                      </p:tavLst>
                                    </p:anim>
                                    <p:animEffect transition="in" filter="fade">
                                      <p:cBhvr>
                                        <p:cTn id="11" dur="10"/>
                                        <p:tgtEl>
                                          <p:spTgt spid="54"/>
                                        </p:tgtEl>
                                      </p:cBhvr>
                                    </p:animEffect>
                                  </p:childTnLst>
                                </p:cTn>
                              </p:par>
                              <p:par>
                                <p:cTn id="12" presetID="22" presetClass="entr" presetSubtype="2" fill="hold" nodeType="withEffect">
                                  <p:stCondLst>
                                    <p:cond delay="800"/>
                                  </p:stCondLst>
                                  <p:childTnLst>
                                    <p:set>
                                      <p:cBhvr>
                                        <p:cTn id="13" dur="1" fill="hold">
                                          <p:stCondLst>
                                            <p:cond delay="0"/>
                                          </p:stCondLst>
                                        </p:cTn>
                                        <p:tgtEl>
                                          <p:spTgt spid="45"/>
                                        </p:tgtEl>
                                        <p:attrNameLst>
                                          <p:attrName>style.visibility</p:attrName>
                                        </p:attrNameLst>
                                      </p:cBhvr>
                                      <p:to>
                                        <p:strVal val="visible"/>
                                      </p:to>
                                    </p:set>
                                    <p:animEffect transition="in" filter="wipe(right)">
                                      <p:cBhvr>
                                        <p:cTn id="14" dur="250"/>
                                        <p:tgtEl>
                                          <p:spTgt spid="45"/>
                                        </p:tgtEl>
                                      </p:cBhvr>
                                    </p:animEffect>
                                  </p:childTnLst>
                                </p:cTn>
                              </p:par>
                              <p:par>
                                <p:cTn id="15" presetID="22" presetClass="entr" presetSubtype="2" fill="hold" grpId="0" nodeType="withEffect">
                                  <p:stCondLst>
                                    <p:cond delay="1300"/>
                                  </p:stCondLst>
                                  <p:childTnLst>
                                    <p:set>
                                      <p:cBhvr>
                                        <p:cTn id="16" dur="1" fill="hold">
                                          <p:stCondLst>
                                            <p:cond delay="0"/>
                                          </p:stCondLst>
                                        </p:cTn>
                                        <p:tgtEl>
                                          <p:spTgt spid="47"/>
                                        </p:tgtEl>
                                        <p:attrNameLst>
                                          <p:attrName>style.visibility</p:attrName>
                                        </p:attrNameLst>
                                      </p:cBhvr>
                                      <p:to>
                                        <p:strVal val="visible"/>
                                      </p:to>
                                    </p:set>
                                    <p:animEffect transition="in" filter="wipe(right)">
                                      <p:cBhvr>
                                        <p:cTn id="17" dur="700"/>
                                        <p:tgtEl>
                                          <p:spTgt spid="47"/>
                                        </p:tgtEl>
                                      </p:cBhvr>
                                    </p:animEffect>
                                  </p:childTnLst>
                                </p:cTn>
                              </p:par>
                              <p:par>
                                <p:cTn id="18" presetID="22" presetClass="entr" presetSubtype="1" fill="hold" nodeType="withEffect">
                                  <p:stCondLst>
                                    <p:cond delay="1750"/>
                                  </p:stCondLst>
                                  <p:childTnLst>
                                    <p:set>
                                      <p:cBhvr>
                                        <p:cTn id="19" dur="1" fill="hold">
                                          <p:stCondLst>
                                            <p:cond delay="0"/>
                                          </p:stCondLst>
                                        </p:cTn>
                                        <p:tgtEl>
                                          <p:spTgt spid="56"/>
                                        </p:tgtEl>
                                        <p:attrNameLst>
                                          <p:attrName>style.visibility</p:attrName>
                                        </p:attrNameLst>
                                      </p:cBhvr>
                                      <p:to>
                                        <p:strVal val="visible"/>
                                      </p:to>
                                    </p:set>
                                    <p:animEffect transition="in" filter="wipe(up)">
                                      <p:cBhvr>
                                        <p:cTn id="20" dur="500"/>
                                        <p:tgtEl>
                                          <p:spTgt spid="56"/>
                                        </p:tgtEl>
                                      </p:cBhvr>
                                    </p:animEffect>
                                  </p:childTnLst>
                                </p:cTn>
                              </p:par>
                              <p:par>
                                <p:cTn id="21" presetID="53" presetClass="entr" presetSubtype="16" fill="hold" grpId="0" nodeType="withEffect">
                                  <p:stCondLst>
                                    <p:cond delay="2700"/>
                                  </p:stCondLst>
                                  <p:childTnLst>
                                    <p:set>
                                      <p:cBhvr>
                                        <p:cTn id="22" dur="1" fill="hold">
                                          <p:stCondLst>
                                            <p:cond delay="0"/>
                                          </p:stCondLst>
                                        </p:cTn>
                                        <p:tgtEl>
                                          <p:spTgt spid="55"/>
                                        </p:tgtEl>
                                        <p:attrNameLst>
                                          <p:attrName>style.visibility</p:attrName>
                                        </p:attrNameLst>
                                      </p:cBhvr>
                                      <p:to>
                                        <p:strVal val="visible"/>
                                      </p:to>
                                    </p:set>
                                    <p:anim calcmode="lin" valueType="num">
                                      <p:cBhvr>
                                        <p:cTn id="23" dur="10" fill="hold"/>
                                        <p:tgtEl>
                                          <p:spTgt spid="55"/>
                                        </p:tgtEl>
                                        <p:attrNameLst>
                                          <p:attrName>ppt_w</p:attrName>
                                        </p:attrNameLst>
                                      </p:cBhvr>
                                      <p:tavLst>
                                        <p:tav tm="0">
                                          <p:val>
                                            <p:fltVal val="0"/>
                                          </p:val>
                                        </p:tav>
                                        <p:tav tm="100000">
                                          <p:val>
                                            <p:strVal val="#ppt_w"/>
                                          </p:val>
                                        </p:tav>
                                      </p:tavLst>
                                    </p:anim>
                                    <p:anim calcmode="lin" valueType="num">
                                      <p:cBhvr>
                                        <p:cTn id="24" dur="10" fill="hold"/>
                                        <p:tgtEl>
                                          <p:spTgt spid="55"/>
                                        </p:tgtEl>
                                        <p:attrNameLst>
                                          <p:attrName>ppt_h</p:attrName>
                                        </p:attrNameLst>
                                      </p:cBhvr>
                                      <p:tavLst>
                                        <p:tav tm="0">
                                          <p:val>
                                            <p:fltVal val="0"/>
                                          </p:val>
                                        </p:tav>
                                        <p:tav tm="100000">
                                          <p:val>
                                            <p:strVal val="#ppt_h"/>
                                          </p:val>
                                        </p:tav>
                                      </p:tavLst>
                                    </p:anim>
                                    <p:animEffect transition="in" filter="fade">
                                      <p:cBhvr>
                                        <p:cTn id="25" dur="10"/>
                                        <p:tgtEl>
                                          <p:spTgt spid="55"/>
                                        </p:tgtEl>
                                      </p:cBhvr>
                                    </p:animEffect>
                                  </p:childTnLst>
                                </p:cTn>
                              </p:par>
                              <p:par>
                                <p:cTn id="26" presetID="22" presetClass="entr" presetSubtype="8" fill="hold" nodeType="withEffect">
                                  <p:stCondLst>
                                    <p:cond delay="3200"/>
                                  </p:stCondLst>
                                  <p:childTnLst>
                                    <p:set>
                                      <p:cBhvr>
                                        <p:cTn id="27" dur="1" fill="hold">
                                          <p:stCondLst>
                                            <p:cond delay="0"/>
                                          </p:stCondLst>
                                        </p:cTn>
                                        <p:tgtEl>
                                          <p:spTgt spid="46"/>
                                        </p:tgtEl>
                                        <p:attrNameLst>
                                          <p:attrName>style.visibility</p:attrName>
                                        </p:attrNameLst>
                                      </p:cBhvr>
                                      <p:to>
                                        <p:strVal val="visible"/>
                                      </p:to>
                                    </p:set>
                                    <p:animEffect transition="in" filter="wipe(left)">
                                      <p:cBhvr>
                                        <p:cTn id="28" dur="250"/>
                                        <p:tgtEl>
                                          <p:spTgt spid="46"/>
                                        </p:tgtEl>
                                      </p:cBhvr>
                                    </p:animEffect>
                                  </p:childTnLst>
                                </p:cTn>
                              </p:par>
                              <p:par>
                                <p:cTn id="29" presetID="22" presetClass="entr" presetSubtype="8" fill="hold" grpId="0" nodeType="withEffect">
                                  <p:stCondLst>
                                    <p:cond delay="3700"/>
                                  </p:stCondLst>
                                  <p:childTnLst>
                                    <p:set>
                                      <p:cBhvr>
                                        <p:cTn id="30" dur="1" fill="hold">
                                          <p:stCondLst>
                                            <p:cond delay="0"/>
                                          </p:stCondLst>
                                        </p:cTn>
                                        <p:tgtEl>
                                          <p:spTgt spid="53"/>
                                        </p:tgtEl>
                                        <p:attrNameLst>
                                          <p:attrName>style.visibility</p:attrName>
                                        </p:attrNameLst>
                                      </p:cBhvr>
                                      <p:to>
                                        <p:strVal val="visible"/>
                                      </p:to>
                                    </p:set>
                                    <p:animEffect transition="in" filter="wipe(left)">
                                      <p:cBhvr>
                                        <p:cTn id="31" dur="800"/>
                                        <p:tgtEl>
                                          <p:spTgt spid="53"/>
                                        </p:tgtEl>
                                      </p:cBhvr>
                                    </p:animEffect>
                                  </p:childTnLst>
                                </p:cTn>
                              </p:par>
                              <p:par>
                                <p:cTn id="32" presetID="22" presetClass="entr" presetSubtype="1" fill="hold" nodeType="withEffect">
                                  <p:stCondLst>
                                    <p:cond delay="4500"/>
                                  </p:stCondLst>
                                  <p:childTnLst>
                                    <p:set>
                                      <p:cBhvr>
                                        <p:cTn id="33" dur="1" fill="hold">
                                          <p:stCondLst>
                                            <p:cond delay="0"/>
                                          </p:stCondLst>
                                        </p:cTn>
                                        <p:tgtEl>
                                          <p:spTgt spid="57"/>
                                        </p:tgtEl>
                                        <p:attrNameLst>
                                          <p:attrName>style.visibility</p:attrName>
                                        </p:attrNameLst>
                                      </p:cBhvr>
                                      <p:to>
                                        <p:strVal val="visible"/>
                                      </p:to>
                                    </p:set>
                                    <p:animEffect transition="in" filter="wipe(up)">
                                      <p:cBhvr>
                                        <p:cTn id="34" dur="500"/>
                                        <p:tgtEl>
                                          <p:spTgt spid="57"/>
                                        </p:tgtEl>
                                      </p:cBhvr>
                                    </p:animEffect>
                                  </p:childTnLst>
                                </p:cTn>
                              </p:par>
                              <p:par>
                                <p:cTn id="35" presetID="53" presetClass="entr" presetSubtype="16" fill="hold" grpId="0" nodeType="withEffect">
                                  <p:stCondLst>
                                    <p:cond delay="5400"/>
                                  </p:stCondLst>
                                  <p:childTnLst>
                                    <p:set>
                                      <p:cBhvr>
                                        <p:cTn id="36" dur="1" fill="hold">
                                          <p:stCondLst>
                                            <p:cond delay="0"/>
                                          </p:stCondLst>
                                        </p:cTn>
                                        <p:tgtEl>
                                          <p:spTgt spid="2"/>
                                        </p:tgtEl>
                                        <p:attrNameLst>
                                          <p:attrName>style.visibility</p:attrName>
                                        </p:attrNameLst>
                                      </p:cBhvr>
                                      <p:to>
                                        <p:strVal val="visible"/>
                                      </p:to>
                                    </p:set>
                                    <p:anim calcmode="lin" valueType="num">
                                      <p:cBhvr>
                                        <p:cTn id="37" dur="10" fill="hold"/>
                                        <p:tgtEl>
                                          <p:spTgt spid="2"/>
                                        </p:tgtEl>
                                        <p:attrNameLst>
                                          <p:attrName>ppt_w</p:attrName>
                                        </p:attrNameLst>
                                      </p:cBhvr>
                                      <p:tavLst>
                                        <p:tav tm="0">
                                          <p:val>
                                            <p:fltVal val="0"/>
                                          </p:val>
                                        </p:tav>
                                        <p:tav tm="100000">
                                          <p:val>
                                            <p:strVal val="#ppt_w"/>
                                          </p:val>
                                        </p:tav>
                                      </p:tavLst>
                                    </p:anim>
                                    <p:anim calcmode="lin" valueType="num">
                                      <p:cBhvr>
                                        <p:cTn id="38" dur="10" fill="hold"/>
                                        <p:tgtEl>
                                          <p:spTgt spid="2"/>
                                        </p:tgtEl>
                                        <p:attrNameLst>
                                          <p:attrName>ppt_h</p:attrName>
                                        </p:attrNameLst>
                                      </p:cBhvr>
                                      <p:tavLst>
                                        <p:tav tm="0">
                                          <p:val>
                                            <p:fltVal val="0"/>
                                          </p:val>
                                        </p:tav>
                                        <p:tav tm="100000">
                                          <p:val>
                                            <p:strVal val="#ppt_h"/>
                                          </p:val>
                                        </p:tav>
                                      </p:tavLst>
                                    </p:anim>
                                    <p:animEffect transition="in" filter="fade">
                                      <p:cBhvr>
                                        <p:cTn id="39" dur="10"/>
                                        <p:tgtEl>
                                          <p:spTgt spid="2"/>
                                        </p:tgtEl>
                                      </p:cBhvr>
                                    </p:animEffect>
                                  </p:childTnLst>
                                </p:cTn>
                              </p:par>
                              <p:par>
                                <p:cTn id="40" presetID="22" presetClass="entr" presetSubtype="2" fill="hold" nodeType="withEffect">
                                  <p:stCondLst>
                                    <p:cond delay="6100"/>
                                  </p:stCondLst>
                                  <p:childTnLst>
                                    <p:set>
                                      <p:cBhvr>
                                        <p:cTn id="41" dur="1" fill="hold">
                                          <p:stCondLst>
                                            <p:cond delay="0"/>
                                          </p:stCondLst>
                                        </p:cTn>
                                        <p:tgtEl>
                                          <p:spTgt spid="58"/>
                                        </p:tgtEl>
                                        <p:attrNameLst>
                                          <p:attrName>style.visibility</p:attrName>
                                        </p:attrNameLst>
                                      </p:cBhvr>
                                      <p:to>
                                        <p:strVal val="visible"/>
                                      </p:to>
                                    </p:set>
                                    <p:animEffect transition="in" filter="wipe(right)">
                                      <p:cBhvr>
                                        <p:cTn id="42" dur="250"/>
                                        <p:tgtEl>
                                          <p:spTgt spid="58"/>
                                        </p:tgtEl>
                                      </p:cBhvr>
                                    </p:animEffect>
                                  </p:childTnLst>
                                </p:cTn>
                              </p:par>
                              <p:par>
                                <p:cTn id="43" presetID="22" presetClass="entr" presetSubtype="2" fill="hold" grpId="0" nodeType="withEffect">
                                  <p:stCondLst>
                                    <p:cond delay="6600"/>
                                  </p:stCondLst>
                                  <p:childTnLst>
                                    <p:set>
                                      <p:cBhvr>
                                        <p:cTn id="44" dur="1" fill="hold">
                                          <p:stCondLst>
                                            <p:cond delay="0"/>
                                          </p:stCondLst>
                                        </p:cTn>
                                        <p:tgtEl>
                                          <p:spTgt spid="59"/>
                                        </p:tgtEl>
                                        <p:attrNameLst>
                                          <p:attrName>style.visibility</p:attrName>
                                        </p:attrNameLst>
                                      </p:cBhvr>
                                      <p:to>
                                        <p:strVal val="visible"/>
                                      </p:to>
                                    </p:set>
                                    <p:animEffect transition="in" filter="wipe(right)">
                                      <p:cBhvr>
                                        <p:cTn id="45" dur="800"/>
                                        <p:tgtEl>
                                          <p:spTgt spid="59"/>
                                        </p:tgtEl>
                                      </p:cBhvr>
                                    </p:animEffect>
                                  </p:childTnLst>
                                </p:cTn>
                              </p:par>
                              <p:par>
                                <p:cTn id="46" presetID="22" presetClass="entr" presetSubtype="1" fill="hold" nodeType="withEffect">
                                  <p:stCondLst>
                                    <p:cond delay="7400"/>
                                  </p:stCondLst>
                                  <p:childTnLst>
                                    <p:set>
                                      <p:cBhvr>
                                        <p:cTn id="47" dur="1" fill="hold">
                                          <p:stCondLst>
                                            <p:cond delay="0"/>
                                          </p:stCondLst>
                                        </p:cTn>
                                        <p:tgtEl>
                                          <p:spTgt spid="60"/>
                                        </p:tgtEl>
                                        <p:attrNameLst>
                                          <p:attrName>style.visibility</p:attrName>
                                        </p:attrNameLst>
                                      </p:cBhvr>
                                      <p:to>
                                        <p:strVal val="visible"/>
                                      </p:to>
                                    </p:set>
                                    <p:animEffect transition="in" filter="wipe(up)">
                                      <p:cBhvr>
                                        <p:cTn id="48" dur="25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2" grpId="0"/>
      <p:bldP spid="59" grpId="0"/>
      <p:bldP spid="15"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algn="r" rtl="1"/>
            <a:r>
              <a:rPr lang="ar-JO" u="sng" dirty="0"/>
              <a:t>ز. معوقات استخدام الواقع الافتراضي </a:t>
            </a:r>
            <a:endParaRPr lang="en-US" u="sng" dirty="0"/>
          </a:p>
        </p:txBody>
      </p:sp>
      <p:grpSp>
        <p:nvGrpSpPr>
          <p:cNvPr id="4" name="Group 3"/>
          <p:cNvGrpSpPr/>
          <p:nvPr/>
        </p:nvGrpSpPr>
        <p:grpSpPr>
          <a:xfrm>
            <a:off x="3739930" y="1775115"/>
            <a:ext cx="4712139" cy="4466935"/>
            <a:chOff x="71460" y="1228065"/>
            <a:chExt cx="4712139" cy="4466935"/>
          </a:xfrm>
        </p:grpSpPr>
        <p:sp>
          <p:nvSpPr>
            <p:cNvPr id="5" name="Freeform 4"/>
            <p:cNvSpPr/>
            <p:nvPr/>
          </p:nvSpPr>
          <p:spPr>
            <a:xfrm>
              <a:off x="2291693" y="3576097"/>
              <a:ext cx="1158773" cy="1142941"/>
            </a:xfrm>
            <a:custGeom>
              <a:avLst/>
              <a:gdLst>
                <a:gd name="connsiteX0" fmla="*/ 0 w 1158773"/>
                <a:gd name="connsiteY0" fmla="*/ 0 h 1142941"/>
                <a:gd name="connsiteX1" fmla="*/ 1158773 w 1158773"/>
                <a:gd name="connsiteY1" fmla="*/ 0 h 1142941"/>
                <a:gd name="connsiteX2" fmla="*/ 1153114 w 1158773"/>
                <a:gd name="connsiteY2" fmla="*/ 112081 h 1142941"/>
                <a:gd name="connsiteX3" fmla="*/ 10779 w 1158773"/>
                <a:gd name="connsiteY3" fmla="*/ 1142941 h 1142941"/>
                <a:gd name="connsiteX4" fmla="*/ 0 w 1158773"/>
                <a:gd name="connsiteY4" fmla="*/ 1142397 h 1142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773" h="1142941">
                  <a:moveTo>
                    <a:pt x="0" y="0"/>
                  </a:moveTo>
                  <a:lnTo>
                    <a:pt x="1158773" y="0"/>
                  </a:lnTo>
                  <a:lnTo>
                    <a:pt x="1153114" y="112081"/>
                  </a:lnTo>
                  <a:cubicBezTo>
                    <a:pt x="1094311" y="691100"/>
                    <a:pt x="605312" y="1142941"/>
                    <a:pt x="10779" y="1142941"/>
                  </a:cubicBezTo>
                  <a:lnTo>
                    <a:pt x="0" y="114239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Freeform 5"/>
            <p:cNvSpPr/>
            <p:nvPr/>
          </p:nvSpPr>
          <p:spPr>
            <a:xfrm>
              <a:off x="2291559" y="2423600"/>
              <a:ext cx="1159042" cy="1153585"/>
            </a:xfrm>
            <a:custGeom>
              <a:avLst/>
              <a:gdLst>
                <a:gd name="connsiteX0" fmla="*/ 10779 w 1159042"/>
                <a:gd name="connsiteY0" fmla="*/ 0 h 1153585"/>
                <a:gd name="connsiteX1" fmla="*/ 1159042 w 1159042"/>
                <a:gd name="connsiteY1" fmla="*/ 1148263 h 1153585"/>
                <a:gd name="connsiteX2" fmla="*/ 1158773 w 1159042"/>
                <a:gd name="connsiteY2" fmla="*/ 1153585 h 1153585"/>
                <a:gd name="connsiteX3" fmla="*/ 0 w 1159042"/>
                <a:gd name="connsiteY3" fmla="*/ 1153585 h 1153585"/>
                <a:gd name="connsiteX4" fmla="*/ 0 w 1159042"/>
                <a:gd name="connsiteY4" fmla="*/ 544 h 1153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042" h="1153585">
                  <a:moveTo>
                    <a:pt x="10779" y="0"/>
                  </a:moveTo>
                  <a:cubicBezTo>
                    <a:pt x="644947" y="0"/>
                    <a:pt x="1159042" y="514095"/>
                    <a:pt x="1159042" y="1148263"/>
                  </a:cubicBezTo>
                  <a:lnTo>
                    <a:pt x="1158773" y="1153585"/>
                  </a:lnTo>
                  <a:lnTo>
                    <a:pt x="0" y="1153585"/>
                  </a:lnTo>
                  <a:lnTo>
                    <a:pt x="0" y="54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7" name="Freeform 6"/>
            <p:cNvSpPr/>
            <p:nvPr/>
          </p:nvSpPr>
          <p:spPr>
            <a:xfrm>
              <a:off x="1162119" y="3576097"/>
              <a:ext cx="1137258" cy="1142941"/>
            </a:xfrm>
            <a:custGeom>
              <a:avLst/>
              <a:gdLst>
                <a:gd name="connsiteX0" fmla="*/ 0 w 1137258"/>
                <a:gd name="connsiteY0" fmla="*/ 0 h 1142941"/>
                <a:gd name="connsiteX1" fmla="*/ 1137258 w 1137258"/>
                <a:gd name="connsiteY1" fmla="*/ 0 h 1142941"/>
                <a:gd name="connsiteX2" fmla="*/ 1137258 w 1137258"/>
                <a:gd name="connsiteY2" fmla="*/ 1142941 h 1142941"/>
                <a:gd name="connsiteX3" fmla="*/ 1030634 w 1137258"/>
                <a:gd name="connsiteY3" fmla="*/ 1137557 h 1142941"/>
                <a:gd name="connsiteX4" fmla="*/ 4990 w 1137258"/>
                <a:gd name="connsiteY4" fmla="*/ 105381 h 1142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258" h="1142941">
                  <a:moveTo>
                    <a:pt x="0" y="0"/>
                  </a:moveTo>
                  <a:lnTo>
                    <a:pt x="1137258" y="0"/>
                  </a:lnTo>
                  <a:lnTo>
                    <a:pt x="1137258" y="1142941"/>
                  </a:lnTo>
                  <a:lnTo>
                    <a:pt x="1030634" y="1137557"/>
                  </a:lnTo>
                  <a:cubicBezTo>
                    <a:pt x="487804" y="1082429"/>
                    <a:pt x="56751" y="649200"/>
                    <a:pt x="4990" y="10538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8" name="Freeform 7"/>
            <p:cNvSpPr/>
            <p:nvPr/>
          </p:nvSpPr>
          <p:spPr>
            <a:xfrm>
              <a:off x="1162119" y="2423600"/>
              <a:ext cx="1137484" cy="1152497"/>
            </a:xfrm>
            <a:custGeom>
              <a:avLst/>
              <a:gdLst>
                <a:gd name="connsiteX0" fmla="*/ 1137484 w 1137484"/>
                <a:gd name="connsiteY0" fmla="*/ 0 h 1152497"/>
                <a:gd name="connsiteX1" fmla="*/ 1137484 w 1137484"/>
                <a:gd name="connsiteY1" fmla="*/ 1152497 h 1152497"/>
                <a:gd name="connsiteX2" fmla="*/ 226 w 1137484"/>
                <a:gd name="connsiteY2" fmla="*/ 1152497 h 1152497"/>
                <a:gd name="connsiteX3" fmla="*/ 0 w 1137484"/>
                <a:gd name="connsiteY3" fmla="*/ 1147719 h 1152497"/>
                <a:gd name="connsiteX4" fmla="*/ 1030860 w 1137484"/>
                <a:gd name="connsiteY4" fmla="*/ 5384 h 1152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484" h="1152497">
                  <a:moveTo>
                    <a:pt x="1137484" y="0"/>
                  </a:moveTo>
                  <a:lnTo>
                    <a:pt x="1137484" y="1152497"/>
                  </a:lnTo>
                  <a:lnTo>
                    <a:pt x="226" y="1152497"/>
                  </a:lnTo>
                  <a:lnTo>
                    <a:pt x="0" y="1147719"/>
                  </a:lnTo>
                  <a:cubicBezTo>
                    <a:pt x="0" y="553187"/>
                    <a:pt x="451841" y="64187"/>
                    <a:pt x="1030860" y="5384"/>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nvGrpSpPr>
            <p:cNvPr id="9" name="Group 8"/>
            <p:cNvGrpSpPr/>
            <p:nvPr/>
          </p:nvGrpSpPr>
          <p:grpSpPr>
            <a:xfrm flipH="1">
              <a:off x="2604233" y="1228065"/>
              <a:ext cx="2179366" cy="1980727"/>
              <a:chOff x="1020361" y="1729660"/>
              <a:chExt cx="2179366" cy="1980727"/>
            </a:xfrm>
          </p:grpSpPr>
          <p:sp>
            <p:nvSpPr>
              <p:cNvPr id="25" name="Freeform 11"/>
              <p:cNvSpPr>
                <a:spLocks/>
              </p:cNvSpPr>
              <p:nvPr/>
            </p:nvSpPr>
            <p:spPr bwMode="auto">
              <a:xfrm>
                <a:off x="2643207" y="1729660"/>
                <a:ext cx="549382" cy="1980727"/>
              </a:xfrm>
              <a:custGeom>
                <a:avLst/>
                <a:gdLst>
                  <a:gd name="T0" fmla="*/ 17 w 484"/>
                  <a:gd name="T1" fmla="*/ 0 h 1745"/>
                  <a:gd name="T2" fmla="*/ 480 w 484"/>
                  <a:gd name="T3" fmla="*/ 1542 h 1745"/>
                  <a:gd name="T4" fmla="*/ 484 w 484"/>
                  <a:gd name="T5" fmla="*/ 1745 h 1745"/>
                  <a:gd name="T6" fmla="*/ 0 w 484"/>
                  <a:gd name="T7" fmla="*/ 1380 h 1745"/>
                  <a:gd name="T8" fmla="*/ 17 w 484"/>
                  <a:gd name="T9" fmla="*/ 0 h 1745"/>
                </a:gdLst>
                <a:ahLst/>
                <a:cxnLst>
                  <a:cxn ang="0">
                    <a:pos x="T0" y="T1"/>
                  </a:cxn>
                  <a:cxn ang="0">
                    <a:pos x="T2" y="T3"/>
                  </a:cxn>
                  <a:cxn ang="0">
                    <a:pos x="T4" y="T5"/>
                  </a:cxn>
                  <a:cxn ang="0">
                    <a:pos x="T6" y="T7"/>
                  </a:cxn>
                  <a:cxn ang="0">
                    <a:pos x="T8" y="T9"/>
                  </a:cxn>
                </a:cxnLst>
                <a:rect l="0" t="0" r="r" b="b"/>
                <a:pathLst>
                  <a:path w="484" h="1745">
                    <a:moveTo>
                      <a:pt x="17" y="0"/>
                    </a:moveTo>
                    <a:lnTo>
                      <a:pt x="480" y="1542"/>
                    </a:lnTo>
                    <a:lnTo>
                      <a:pt x="484" y="1745"/>
                    </a:lnTo>
                    <a:lnTo>
                      <a:pt x="0" y="1380"/>
                    </a:lnTo>
                    <a:lnTo>
                      <a:pt x="17" y="0"/>
                    </a:lnTo>
                    <a:close/>
                  </a:path>
                </a:pathLst>
              </a:custGeom>
              <a:solidFill>
                <a:schemeClr val="accent1">
                  <a:lumMod val="60000"/>
                  <a:lumOff val="40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26" name="Freeform 12"/>
              <p:cNvSpPr>
                <a:spLocks/>
              </p:cNvSpPr>
              <p:nvPr/>
            </p:nvSpPr>
            <p:spPr bwMode="auto">
              <a:xfrm>
                <a:off x="1020361" y="3295764"/>
                <a:ext cx="2179366" cy="414307"/>
              </a:xfrm>
              <a:custGeom>
                <a:avLst/>
                <a:gdLst>
                  <a:gd name="T0" fmla="*/ 1436 w 1920"/>
                  <a:gd name="T1" fmla="*/ 0 h 365"/>
                  <a:gd name="T2" fmla="*/ 1920 w 1920"/>
                  <a:gd name="T3" fmla="*/ 363 h 365"/>
                  <a:gd name="T4" fmla="*/ 1703 w 1920"/>
                  <a:gd name="T5" fmla="*/ 365 h 365"/>
                  <a:gd name="T6" fmla="*/ 0 w 1920"/>
                  <a:gd name="T7" fmla="*/ 38 h 365"/>
                  <a:gd name="T8" fmla="*/ 1436 w 1920"/>
                  <a:gd name="T9" fmla="*/ 0 h 365"/>
                </a:gdLst>
                <a:ahLst/>
                <a:cxnLst>
                  <a:cxn ang="0">
                    <a:pos x="T0" y="T1"/>
                  </a:cxn>
                  <a:cxn ang="0">
                    <a:pos x="T2" y="T3"/>
                  </a:cxn>
                  <a:cxn ang="0">
                    <a:pos x="T4" y="T5"/>
                  </a:cxn>
                  <a:cxn ang="0">
                    <a:pos x="T6" y="T7"/>
                  </a:cxn>
                  <a:cxn ang="0">
                    <a:pos x="T8" y="T9"/>
                  </a:cxn>
                </a:cxnLst>
                <a:rect l="0" t="0" r="r" b="b"/>
                <a:pathLst>
                  <a:path w="1920" h="365">
                    <a:moveTo>
                      <a:pt x="1436" y="0"/>
                    </a:moveTo>
                    <a:lnTo>
                      <a:pt x="1920" y="363"/>
                    </a:lnTo>
                    <a:lnTo>
                      <a:pt x="1703" y="365"/>
                    </a:lnTo>
                    <a:lnTo>
                      <a:pt x="0" y="38"/>
                    </a:lnTo>
                    <a:lnTo>
                      <a:pt x="1436" y="0"/>
                    </a:lnTo>
                    <a:close/>
                  </a:path>
                </a:pathLst>
              </a:custGeom>
              <a:solidFill>
                <a:schemeClr val="accent1">
                  <a:lumMod val="7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27" name="Freeform 13"/>
              <p:cNvSpPr>
                <a:spLocks/>
              </p:cNvSpPr>
              <p:nvPr/>
            </p:nvSpPr>
            <p:spPr bwMode="auto">
              <a:xfrm>
                <a:off x="1020791" y="1731194"/>
                <a:ext cx="1649281" cy="1610688"/>
              </a:xfrm>
              <a:custGeom>
                <a:avLst/>
                <a:gdLst>
                  <a:gd name="T0" fmla="*/ 1453 w 1453"/>
                  <a:gd name="T1" fmla="*/ 0 h 1419"/>
                  <a:gd name="T2" fmla="*/ 1436 w 1453"/>
                  <a:gd name="T3" fmla="*/ 1380 h 1419"/>
                  <a:gd name="T4" fmla="*/ 0 w 1453"/>
                  <a:gd name="T5" fmla="*/ 1419 h 1419"/>
                  <a:gd name="T6" fmla="*/ 115 w 1453"/>
                  <a:gd name="T7" fmla="*/ 152 h 1419"/>
                  <a:gd name="T8" fmla="*/ 1453 w 1453"/>
                  <a:gd name="T9" fmla="*/ 0 h 1419"/>
                </a:gdLst>
                <a:ahLst/>
                <a:cxnLst>
                  <a:cxn ang="0">
                    <a:pos x="T0" y="T1"/>
                  </a:cxn>
                  <a:cxn ang="0">
                    <a:pos x="T2" y="T3"/>
                  </a:cxn>
                  <a:cxn ang="0">
                    <a:pos x="T4" y="T5"/>
                  </a:cxn>
                  <a:cxn ang="0">
                    <a:pos x="T6" y="T7"/>
                  </a:cxn>
                  <a:cxn ang="0">
                    <a:pos x="T8" y="T9"/>
                  </a:cxn>
                </a:cxnLst>
                <a:rect l="0" t="0" r="r" b="b"/>
                <a:pathLst>
                  <a:path w="1453" h="1419">
                    <a:moveTo>
                      <a:pt x="1453" y="0"/>
                    </a:moveTo>
                    <a:lnTo>
                      <a:pt x="1436" y="1380"/>
                    </a:lnTo>
                    <a:lnTo>
                      <a:pt x="0" y="1419"/>
                    </a:lnTo>
                    <a:lnTo>
                      <a:pt x="115" y="152"/>
                    </a:lnTo>
                    <a:lnTo>
                      <a:pt x="1453" y="0"/>
                    </a:lnTo>
                    <a:close/>
                  </a:path>
                </a:pathLst>
              </a:custGeom>
              <a:solidFill>
                <a:schemeClr val="accent1">
                  <a:alpha val="90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28" name="TextBox 27"/>
              <p:cNvSpPr txBox="1"/>
              <p:nvPr/>
            </p:nvSpPr>
            <p:spPr>
              <a:xfrm>
                <a:off x="1541517" y="2055718"/>
                <a:ext cx="478016" cy="923330"/>
              </a:xfrm>
              <a:prstGeom prst="rect">
                <a:avLst/>
              </a:prstGeom>
              <a:noFill/>
            </p:spPr>
            <p:txBody>
              <a:bodyPr wrap="none" rtlCol="0">
                <a:spAutoFit/>
              </a:bodyPr>
              <a:lstStyle/>
              <a:p>
                <a:r>
                  <a:rPr lang="en-US" sz="5400" b="1" dirty="0" smtClean="0">
                    <a:solidFill>
                      <a:prstClr val="white"/>
                    </a:solidFill>
                    <a:latin typeface="Roboto"/>
                    <a:ea typeface="Fira Sans SemiBold Italic" panose="00000700000000000000" pitchFamily="50" charset="0"/>
                    <a:cs typeface="Clear Sans" panose="020B0503030202020304" pitchFamily="34" charset="0"/>
                  </a:rPr>
                  <a:t>1</a:t>
                </a:r>
                <a:endParaRPr lang="en-US" sz="5400" b="1" dirty="0">
                  <a:solidFill>
                    <a:prstClr val="white"/>
                  </a:solidFill>
                  <a:latin typeface="Roboto"/>
                  <a:ea typeface="Fira Sans SemiBold Italic" panose="00000700000000000000" pitchFamily="50" charset="0"/>
                  <a:cs typeface="Clear Sans" panose="020B0503030202020304" pitchFamily="34" charset="0"/>
                </a:endParaRPr>
              </a:p>
            </p:txBody>
          </p:sp>
        </p:grpSp>
        <p:grpSp>
          <p:nvGrpSpPr>
            <p:cNvPr id="10" name="Group 9"/>
            <p:cNvGrpSpPr/>
            <p:nvPr/>
          </p:nvGrpSpPr>
          <p:grpSpPr>
            <a:xfrm flipH="1">
              <a:off x="356076" y="1666469"/>
              <a:ext cx="1718521" cy="1538490"/>
              <a:chOff x="3729363" y="2168064"/>
              <a:chExt cx="1718521" cy="1538490"/>
            </a:xfrm>
          </p:grpSpPr>
          <p:sp>
            <p:nvSpPr>
              <p:cNvPr id="21" name="Freeform 5"/>
              <p:cNvSpPr>
                <a:spLocks/>
              </p:cNvSpPr>
              <p:nvPr/>
            </p:nvSpPr>
            <p:spPr bwMode="auto">
              <a:xfrm>
                <a:off x="3729363" y="3157172"/>
                <a:ext cx="1718521" cy="549382"/>
              </a:xfrm>
              <a:custGeom>
                <a:avLst/>
                <a:gdLst>
                  <a:gd name="T0" fmla="*/ 1514 w 1514"/>
                  <a:gd name="T1" fmla="*/ 27 h 484"/>
                  <a:gd name="T2" fmla="*/ 214 w 1514"/>
                  <a:gd name="T3" fmla="*/ 484 h 484"/>
                  <a:gd name="T4" fmla="*/ 0 w 1514"/>
                  <a:gd name="T5" fmla="*/ 482 h 484"/>
                  <a:gd name="T6" fmla="*/ 597 w 1514"/>
                  <a:gd name="T7" fmla="*/ 0 h 484"/>
                  <a:gd name="T8" fmla="*/ 1514 w 1514"/>
                  <a:gd name="T9" fmla="*/ 27 h 484"/>
                </a:gdLst>
                <a:ahLst/>
                <a:cxnLst>
                  <a:cxn ang="0">
                    <a:pos x="T0" y="T1"/>
                  </a:cxn>
                  <a:cxn ang="0">
                    <a:pos x="T2" y="T3"/>
                  </a:cxn>
                  <a:cxn ang="0">
                    <a:pos x="T4" y="T5"/>
                  </a:cxn>
                  <a:cxn ang="0">
                    <a:pos x="T6" y="T7"/>
                  </a:cxn>
                  <a:cxn ang="0">
                    <a:pos x="T8" y="T9"/>
                  </a:cxn>
                </a:cxnLst>
                <a:rect l="0" t="0" r="r" b="b"/>
                <a:pathLst>
                  <a:path w="1514" h="484">
                    <a:moveTo>
                      <a:pt x="1514" y="27"/>
                    </a:moveTo>
                    <a:lnTo>
                      <a:pt x="214" y="484"/>
                    </a:lnTo>
                    <a:lnTo>
                      <a:pt x="0" y="482"/>
                    </a:lnTo>
                    <a:lnTo>
                      <a:pt x="597" y="0"/>
                    </a:lnTo>
                    <a:lnTo>
                      <a:pt x="1514" y="27"/>
                    </a:lnTo>
                    <a:close/>
                  </a:path>
                </a:pathLst>
              </a:custGeom>
              <a:solidFill>
                <a:schemeClr val="accent3">
                  <a:lumMod val="75000"/>
                  <a:lumOff val="25000"/>
                  <a:alpha val="9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22" name="Freeform 6"/>
              <p:cNvSpPr>
                <a:spLocks/>
              </p:cNvSpPr>
              <p:nvPr/>
            </p:nvSpPr>
            <p:spPr bwMode="auto">
              <a:xfrm>
                <a:off x="3733091" y="2168064"/>
                <a:ext cx="677647" cy="1536907"/>
              </a:xfrm>
              <a:custGeom>
                <a:avLst/>
                <a:gdLst>
                  <a:gd name="T0" fmla="*/ 597 w 597"/>
                  <a:gd name="T1" fmla="*/ 872 h 1354"/>
                  <a:gd name="T2" fmla="*/ 0 w 597"/>
                  <a:gd name="T3" fmla="*/ 1354 h 1354"/>
                  <a:gd name="T4" fmla="*/ 2 w 597"/>
                  <a:gd name="T5" fmla="*/ 1153 h 1354"/>
                  <a:gd name="T6" fmla="*/ 586 w 597"/>
                  <a:gd name="T7" fmla="*/ 0 h 1354"/>
                  <a:gd name="T8" fmla="*/ 597 w 597"/>
                  <a:gd name="T9" fmla="*/ 872 h 1354"/>
                </a:gdLst>
                <a:ahLst/>
                <a:cxnLst>
                  <a:cxn ang="0">
                    <a:pos x="T0" y="T1"/>
                  </a:cxn>
                  <a:cxn ang="0">
                    <a:pos x="T2" y="T3"/>
                  </a:cxn>
                  <a:cxn ang="0">
                    <a:pos x="T4" y="T5"/>
                  </a:cxn>
                  <a:cxn ang="0">
                    <a:pos x="T6" y="T7"/>
                  </a:cxn>
                  <a:cxn ang="0">
                    <a:pos x="T8" y="T9"/>
                  </a:cxn>
                </a:cxnLst>
                <a:rect l="0" t="0" r="r" b="b"/>
                <a:pathLst>
                  <a:path w="597" h="1354">
                    <a:moveTo>
                      <a:pt x="597" y="872"/>
                    </a:moveTo>
                    <a:lnTo>
                      <a:pt x="0" y="1354"/>
                    </a:lnTo>
                    <a:lnTo>
                      <a:pt x="2" y="1153"/>
                    </a:lnTo>
                    <a:lnTo>
                      <a:pt x="586" y="0"/>
                    </a:lnTo>
                    <a:lnTo>
                      <a:pt x="597" y="872"/>
                    </a:lnTo>
                    <a:close/>
                  </a:path>
                </a:pathLst>
              </a:custGeom>
              <a:solidFill>
                <a:schemeClr val="accent3">
                  <a:lumMod val="50000"/>
                  <a:lumOff val="50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23" name="Freeform 7"/>
              <p:cNvSpPr>
                <a:spLocks/>
              </p:cNvSpPr>
              <p:nvPr/>
            </p:nvSpPr>
            <p:spPr bwMode="auto">
              <a:xfrm>
                <a:off x="4393212" y="2170442"/>
                <a:ext cx="1054496" cy="1019308"/>
              </a:xfrm>
              <a:custGeom>
                <a:avLst/>
                <a:gdLst>
                  <a:gd name="T0" fmla="*/ 889 w 929"/>
                  <a:gd name="T1" fmla="*/ 61 h 898"/>
                  <a:gd name="T2" fmla="*/ 929 w 929"/>
                  <a:gd name="T3" fmla="*/ 898 h 898"/>
                  <a:gd name="T4" fmla="*/ 12 w 929"/>
                  <a:gd name="T5" fmla="*/ 872 h 898"/>
                  <a:gd name="T6" fmla="*/ 0 w 929"/>
                  <a:gd name="T7" fmla="*/ 0 h 898"/>
                  <a:gd name="T8" fmla="*/ 889 w 929"/>
                  <a:gd name="T9" fmla="*/ 61 h 898"/>
                </a:gdLst>
                <a:ahLst/>
                <a:cxnLst>
                  <a:cxn ang="0">
                    <a:pos x="T0" y="T1"/>
                  </a:cxn>
                  <a:cxn ang="0">
                    <a:pos x="T2" y="T3"/>
                  </a:cxn>
                  <a:cxn ang="0">
                    <a:pos x="T4" y="T5"/>
                  </a:cxn>
                  <a:cxn ang="0">
                    <a:pos x="T6" y="T7"/>
                  </a:cxn>
                  <a:cxn ang="0">
                    <a:pos x="T8" y="T9"/>
                  </a:cxn>
                </a:cxnLst>
                <a:rect l="0" t="0" r="r" b="b"/>
                <a:pathLst>
                  <a:path w="929" h="898">
                    <a:moveTo>
                      <a:pt x="889" y="61"/>
                    </a:moveTo>
                    <a:lnTo>
                      <a:pt x="929" y="898"/>
                    </a:lnTo>
                    <a:lnTo>
                      <a:pt x="12" y="872"/>
                    </a:lnTo>
                    <a:lnTo>
                      <a:pt x="0" y="0"/>
                    </a:lnTo>
                    <a:lnTo>
                      <a:pt x="889" y="61"/>
                    </a:lnTo>
                    <a:close/>
                  </a:path>
                </a:pathLst>
              </a:custGeom>
              <a:solidFill>
                <a:schemeClr val="accent3">
                  <a:alpha val="90000"/>
                </a:schemeClr>
              </a:solidFill>
              <a:ln w="9525">
                <a:noFill/>
                <a:round/>
                <a:headEnd/>
                <a:tailEnd/>
              </a:ln>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24" name="TextBox 23"/>
              <p:cNvSpPr txBox="1"/>
              <p:nvPr/>
            </p:nvSpPr>
            <p:spPr>
              <a:xfrm>
                <a:off x="4696210" y="2342496"/>
                <a:ext cx="401072" cy="707886"/>
              </a:xfrm>
              <a:prstGeom prst="rect">
                <a:avLst/>
              </a:prstGeom>
              <a:noFill/>
            </p:spPr>
            <p:txBody>
              <a:bodyPr wrap="none" rtlCol="0">
                <a:spAutoFit/>
              </a:bodyPr>
              <a:lstStyle/>
              <a:p>
                <a:r>
                  <a:rPr lang="en-US" sz="4000" b="1" dirty="0" smtClean="0">
                    <a:solidFill>
                      <a:prstClr val="white"/>
                    </a:solidFill>
                    <a:latin typeface="Roboto"/>
                    <a:ea typeface="Fira Sans SemiBold Italic" panose="00000700000000000000" pitchFamily="50" charset="0"/>
                    <a:cs typeface="Clear Sans" panose="020B0503030202020304" pitchFamily="34" charset="0"/>
                  </a:rPr>
                  <a:t>2</a:t>
                </a:r>
                <a:endParaRPr lang="en-US" sz="4000" b="1" dirty="0">
                  <a:solidFill>
                    <a:prstClr val="white"/>
                  </a:solidFill>
                  <a:latin typeface="Roboto"/>
                  <a:ea typeface="Fira Sans SemiBold Italic" panose="00000700000000000000" pitchFamily="50" charset="0"/>
                  <a:cs typeface="Clear Sans" panose="020B0503030202020304" pitchFamily="34" charset="0"/>
                </a:endParaRPr>
              </a:p>
            </p:txBody>
          </p:sp>
        </p:grpSp>
        <p:grpSp>
          <p:nvGrpSpPr>
            <p:cNvPr id="11" name="Group 10"/>
            <p:cNvGrpSpPr/>
            <p:nvPr/>
          </p:nvGrpSpPr>
          <p:grpSpPr>
            <a:xfrm flipH="1">
              <a:off x="71460" y="3826674"/>
              <a:ext cx="2022610" cy="1868326"/>
              <a:chOff x="3709890" y="4328269"/>
              <a:chExt cx="2022610" cy="1868326"/>
            </a:xfrm>
          </p:grpSpPr>
          <p:sp>
            <p:nvSpPr>
              <p:cNvPr id="17" name="Freeform 8"/>
              <p:cNvSpPr>
                <a:spLocks/>
              </p:cNvSpPr>
              <p:nvPr/>
            </p:nvSpPr>
            <p:spPr bwMode="auto">
              <a:xfrm>
                <a:off x="3713813" y="4331647"/>
                <a:ext cx="384795" cy="1864948"/>
              </a:xfrm>
              <a:custGeom>
                <a:avLst/>
                <a:gdLst>
                  <a:gd name="T0" fmla="*/ 330 w 339"/>
                  <a:gd name="T1" fmla="*/ 1643 h 1643"/>
                  <a:gd name="T2" fmla="*/ 2 w 339"/>
                  <a:gd name="T3" fmla="*/ 201 h 1643"/>
                  <a:gd name="T4" fmla="*/ 0 w 339"/>
                  <a:gd name="T5" fmla="*/ 0 h 1643"/>
                  <a:gd name="T6" fmla="*/ 339 w 339"/>
                  <a:gd name="T7" fmla="*/ 263 h 1643"/>
                  <a:gd name="T8" fmla="*/ 330 w 339"/>
                  <a:gd name="T9" fmla="*/ 1643 h 1643"/>
                </a:gdLst>
                <a:ahLst/>
                <a:cxnLst>
                  <a:cxn ang="0">
                    <a:pos x="T0" y="T1"/>
                  </a:cxn>
                  <a:cxn ang="0">
                    <a:pos x="T2" y="T3"/>
                  </a:cxn>
                  <a:cxn ang="0">
                    <a:pos x="T4" y="T5"/>
                  </a:cxn>
                  <a:cxn ang="0">
                    <a:pos x="T6" y="T7"/>
                  </a:cxn>
                  <a:cxn ang="0">
                    <a:pos x="T8" y="T9"/>
                  </a:cxn>
                </a:cxnLst>
                <a:rect l="0" t="0" r="r" b="b"/>
                <a:pathLst>
                  <a:path w="339" h="1643">
                    <a:moveTo>
                      <a:pt x="330" y="1643"/>
                    </a:moveTo>
                    <a:lnTo>
                      <a:pt x="2" y="201"/>
                    </a:lnTo>
                    <a:lnTo>
                      <a:pt x="0" y="0"/>
                    </a:lnTo>
                    <a:lnTo>
                      <a:pt x="339" y="263"/>
                    </a:lnTo>
                    <a:lnTo>
                      <a:pt x="330" y="1643"/>
                    </a:ln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18" name="Freeform 9"/>
              <p:cNvSpPr>
                <a:spLocks/>
              </p:cNvSpPr>
              <p:nvPr/>
            </p:nvSpPr>
            <p:spPr bwMode="auto">
              <a:xfrm>
                <a:off x="3709890" y="4328269"/>
                <a:ext cx="2019320" cy="300798"/>
              </a:xfrm>
              <a:custGeom>
                <a:avLst/>
                <a:gdLst>
                  <a:gd name="T0" fmla="*/ 339 w 1779"/>
                  <a:gd name="T1" fmla="*/ 265 h 265"/>
                  <a:gd name="T2" fmla="*/ 0 w 1779"/>
                  <a:gd name="T3" fmla="*/ 2 h 265"/>
                  <a:gd name="T4" fmla="*/ 215 w 1779"/>
                  <a:gd name="T5" fmla="*/ 0 h 265"/>
                  <a:gd name="T6" fmla="*/ 1779 w 1779"/>
                  <a:gd name="T7" fmla="*/ 233 h 265"/>
                  <a:gd name="T8" fmla="*/ 339 w 1779"/>
                  <a:gd name="T9" fmla="*/ 265 h 265"/>
                </a:gdLst>
                <a:ahLst/>
                <a:cxnLst>
                  <a:cxn ang="0">
                    <a:pos x="T0" y="T1"/>
                  </a:cxn>
                  <a:cxn ang="0">
                    <a:pos x="T2" y="T3"/>
                  </a:cxn>
                  <a:cxn ang="0">
                    <a:pos x="T4" y="T5"/>
                  </a:cxn>
                  <a:cxn ang="0">
                    <a:pos x="T6" y="T7"/>
                  </a:cxn>
                  <a:cxn ang="0">
                    <a:pos x="T8" y="T9"/>
                  </a:cxn>
                </a:cxnLst>
                <a:rect l="0" t="0" r="r" b="b"/>
                <a:pathLst>
                  <a:path w="1779" h="265">
                    <a:moveTo>
                      <a:pt x="339" y="265"/>
                    </a:moveTo>
                    <a:lnTo>
                      <a:pt x="0" y="2"/>
                    </a:lnTo>
                    <a:lnTo>
                      <a:pt x="215" y="0"/>
                    </a:lnTo>
                    <a:lnTo>
                      <a:pt x="1779" y="233"/>
                    </a:lnTo>
                    <a:lnTo>
                      <a:pt x="339" y="265"/>
                    </a:lnTo>
                    <a:close/>
                  </a:path>
                </a:pathLst>
              </a:custGeom>
              <a:solidFill>
                <a:schemeClr val="accent4">
                  <a:lumMod val="75000"/>
                  <a:alpha val="8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19" name="Freeform 10"/>
              <p:cNvSpPr>
                <a:spLocks/>
              </p:cNvSpPr>
              <p:nvPr/>
            </p:nvSpPr>
            <p:spPr bwMode="auto">
              <a:xfrm>
                <a:off x="4083333" y="4590448"/>
                <a:ext cx="1649167" cy="1606146"/>
              </a:xfrm>
              <a:custGeom>
                <a:avLst/>
                <a:gdLst>
                  <a:gd name="T0" fmla="*/ 1450 w 1450"/>
                  <a:gd name="T1" fmla="*/ 0 h 1412"/>
                  <a:gd name="T2" fmla="*/ 1328 w 1450"/>
                  <a:gd name="T3" fmla="*/ 1250 h 1412"/>
                  <a:gd name="T4" fmla="*/ 0 w 1450"/>
                  <a:gd name="T5" fmla="*/ 1412 h 1412"/>
                  <a:gd name="T6" fmla="*/ 10 w 1450"/>
                  <a:gd name="T7" fmla="*/ 32 h 1412"/>
                  <a:gd name="T8" fmla="*/ 1450 w 1450"/>
                  <a:gd name="T9" fmla="*/ 0 h 1412"/>
                  <a:gd name="connsiteX0" fmla="*/ 10000 w 10000"/>
                  <a:gd name="connsiteY0" fmla="*/ 173 h 9773"/>
                  <a:gd name="connsiteX1" fmla="*/ 9159 w 10000"/>
                  <a:gd name="connsiteY1" fmla="*/ 8626 h 9773"/>
                  <a:gd name="connsiteX2" fmla="*/ 0 w 10000"/>
                  <a:gd name="connsiteY2" fmla="*/ 9773 h 9773"/>
                  <a:gd name="connsiteX3" fmla="*/ 69 w 10000"/>
                  <a:gd name="connsiteY3" fmla="*/ 0 h 9773"/>
                  <a:gd name="connsiteX4" fmla="*/ 10000 w 10000"/>
                  <a:gd name="connsiteY4" fmla="*/ 173 h 9773"/>
                  <a:gd name="connsiteX0" fmla="*/ 10020 w 10020"/>
                  <a:gd name="connsiteY0" fmla="*/ 0 h 10254"/>
                  <a:gd name="connsiteX1" fmla="*/ 9159 w 10020"/>
                  <a:gd name="connsiteY1" fmla="*/ 9080 h 10254"/>
                  <a:gd name="connsiteX2" fmla="*/ 0 w 10020"/>
                  <a:gd name="connsiteY2" fmla="*/ 10254 h 10254"/>
                  <a:gd name="connsiteX3" fmla="*/ 69 w 10020"/>
                  <a:gd name="connsiteY3" fmla="*/ 254 h 10254"/>
                  <a:gd name="connsiteX4" fmla="*/ 10020 w 10020"/>
                  <a:gd name="connsiteY4" fmla="*/ 0 h 10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20" h="10254">
                    <a:moveTo>
                      <a:pt x="10020" y="0"/>
                    </a:moveTo>
                    <a:cubicBezTo>
                      <a:pt x="9740" y="2883"/>
                      <a:pt x="9439" y="6197"/>
                      <a:pt x="9159" y="9080"/>
                    </a:cubicBezTo>
                    <a:lnTo>
                      <a:pt x="0" y="10254"/>
                    </a:lnTo>
                    <a:cubicBezTo>
                      <a:pt x="23" y="6920"/>
                      <a:pt x="46" y="3588"/>
                      <a:pt x="69" y="254"/>
                    </a:cubicBezTo>
                    <a:lnTo>
                      <a:pt x="10020" y="0"/>
                    </a:lnTo>
                    <a:close/>
                  </a:path>
                </a:pathLst>
              </a:custGeom>
              <a:solidFill>
                <a:schemeClr val="accent4">
                  <a:alpha val="8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grpSp>
        <p:grpSp>
          <p:nvGrpSpPr>
            <p:cNvPr id="12" name="Group 11"/>
            <p:cNvGrpSpPr/>
            <p:nvPr/>
          </p:nvGrpSpPr>
          <p:grpSpPr>
            <a:xfrm flipH="1">
              <a:off x="2621885" y="3820971"/>
              <a:ext cx="1239515" cy="1057901"/>
              <a:chOff x="1942560" y="4322566"/>
              <a:chExt cx="1239515" cy="1057901"/>
            </a:xfrm>
          </p:grpSpPr>
          <p:sp>
            <p:nvSpPr>
              <p:cNvPr id="13" name="Freeform 14"/>
              <p:cNvSpPr>
                <a:spLocks/>
              </p:cNvSpPr>
              <p:nvPr/>
            </p:nvSpPr>
            <p:spPr bwMode="auto">
              <a:xfrm>
                <a:off x="2811536" y="4322566"/>
                <a:ext cx="370038" cy="1057901"/>
              </a:xfrm>
              <a:custGeom>
                <a:avLst/>
                <a:gdLst>
                  <a:gd name="T0" fmla="*/ 0 w 326"/>
                  <a:gd name="T1" fmla="*/ 203 h 932"/>
                  <a:gd name="T2" fmla="*/ 326 w 326"/>
                  <a:gd name="T3" fmla="*/ 0 h 932"/>
                  <a:gd name="T4" fmla="*/ 324 w 326"/>
                  <a:gd name="T5" fmla="*/ 205 h 932"/>
                  <a:gd name="T6" fmla="*/ 0 w 326"/>
                  <a:gd name="T7" fmla="*/ 932 h 932"/>
                  <a:gd name="T8" fmla="*/ 0 w 326"/>
                  <a:gd name="T9" fmla="*/ 203 h 932"/>
                </a:gdLst>
                <a:ahLst/>
                <a:cxnLst>
                  <a:cxn ang="0">
                    <a:pos x="T0" y="T1"/>
                  </a:cxn>
                  <a:cxn ang="0">
                    <a:pos x="T2" y="T3"/>
                  </a:cxn>
                  <a:cxn ang="0">
                    <a:pos x="T4" y="T5"/>
                  </a:cxn>
                  <a:cxn ang="0">
                    <a:pos x="T6" y="T7"/>
                  </a:cxn>
                  <a:cxn ang="0">
                    <a:pos x="T8" y="T9"/>
                  </a:cxn>
                </a:cxnLst>
                <a:rect l="0" t="0" r="r" b="b"/>
                <a:pathLst>
                  <a:path w="326" h="932">
                    <a:moveTo>
                      <a:pt x="0" y="203"/>
                    </a:moveTo>
                    <a:lnTo>
                      <a:pt x="326" y="0"/>
                    </a:lnTo>
                    <a:lnTo>
                      <a:pt x="324" y="205"/>
                    </a:lnTo>
                    <a:lnTo>
                      <a:pt x="0" y="932"/>
                    </a:lnTo>
                    <a:lnTo>
                      <a:pt x="0" y="203"/>
                    </a:lnTo>
                    <a:close/>
                  </a:path>
                </a:pathLst>
              </a:custGeom>
              <a:solidFill>
                <a:schemeClr val="accent2">
                  <a:lumMod val="60000"/>
                  <a:lumOff val="40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14" name="Freeform 15"/>
              <p:cNvSpPr>
                <a:spLocks/>
              </p:cNvSpPr>
              <p:nvPr/>
            </p:nvSpPr>
            <p:spPr bwMode="auto">
              <a:xfrm>
                <a:off x="1942560" y="4325230"/>
                <a:ext cx="1239515" cy="230423"/>
              </a:xfrm>
              <a:custGeom>
                <a:avLst/>
                <a:gdLst>
                  <a:gd name="T0" fmla="*/ 0 w 1092"/>
                  <a:gd name="T1" fmla="*/ 190 h 203"/>
                  <a:gd name="T2" fmla="*/ 875 w 1092"/>
                  <a:gd name="T3" fmla="*/ 0 h 203"/>
                  <a:gd name="T4" fmla="*/ 1092 w 1092"/>
                  <a:gd name="T5" fmla="*/ 0 h 203"/>
                  <a:gd name="T6" fmla="*/ 766 w 1092"/>
                  <a:gd name="T7" fmla="*/ 203 h 203"/>
                  <a:gd name="T8" fmla="*/ 0 w 1092"/>
                  <a:gd name="T9" fmla="*/ 190 h 203"/>
                </a:gdLst>
                <a:ahLst/>
                <a:cxnLst>
                  <a:cxn ang="0">
                    <a:pos x="T0" y="T1"/>
                  </a:cxn>
                  <a:cxn ang="0">
                    <a:pos x="T2" y="T3"/>
                  </a:cxn>
                  <a:cxn ang="0">
                    <a:pos x="T4" y="T5"/>
                  </a:cxn>
                  <a:cxn ang="0">
                    <a:pos x="T6" y="T7"/>
                  </a:cxn>
                  <a:cxn ang="0">
                    <a:pos x="T8" y="T9"/>
                  </a:cxn>
                </a:cxnLst>
                <a:rect l="0" t="0" r="r" b="b"/>
                <a:pathLst>
                  <a:path w="1092" h="203">
                    <a:moveTo>
                      <a:pt x="0" y="190"/>
                    </a:moveTo>
                    <a:lnTo>
                      <a:pt x="875" y="0"/>
                    </a:lnTo>
                    <a:lnTo>
                      <a:pt x="1092" y="0"/>
                    </a:lnTo>
                    <a:lnTo>
                      <a:pt x="766" y="203"/>
                    </a:lnTo>
                    <a:lnTo>
                      <a:pt x="0" y="190"/>
                    </a:lnTo>
                    <a:close/>
                  </a:path>
                </a:pathLst>
              </a:custGeom>
              <a:solidFill>
                <a:schemeClr val="accent2">
                  <a:lumMod val="75000"/>
                  <a:alpha val="90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15" name="Freeform 16"/>
              <p:cNvSpPr>
                <a:spLocks/>
              </p:cNvSpPr>
              <p:nvPr/>
            </p:nvSpPr>
            <p:spPr bwMode="auto">
              <a:xfrm>
                <a:off x="1942560" y="4538233"/>
                <a:ext cx="869476" cy="842234"/>
              </a:xfrm>
              <a:custGeom>
                <a:avLst/>
                <a:gdLst>
                  <a:gd name="T0" fmla="*/ 766 w 766"/>
                  <a:gd name="T1" fmla="*/ 13 h 742"/>
                  <a:gd name="T2" fmla="*/ 766 w 766"/>
                  <a:gd name="T3" fmla="*/ 742 h 742"/>
                  <a:gd name="T4" fmla="*/ 21 w 766"/>
                  <a:gd name="T5" fmla="*/ 702 h 742"/>
                  <a:gd name="T6" fmla="*/ 0 w 766"/>
                  <a:gd name="T7" fmla="*/ 0 h 742"/>
                  <a:gd name="T8" fmla="*/ 766 w 766"/>
                  <a:gd name="T9" fmla="*/ 13 h 742"/>
                </a:gdLst>
                <a:ahLst/>
                <a:cxnLst>
                  <a:cxn ang="0">
                    <a:pos x="T0" y="T1"/>
                  </a:cxn>
                  <a:cxn ang="0">
                    <a:pos x="T2" y="T3"/>
                  </a:cxn>
                  <a:cxn ang="0">
                    <a:pos x="T4" y="T5"/>
                  </a:cxn>
                  <a:cxn ang="0">
                    <a:pos x="T6" y="T7"/>
                  </a:cxn>
                  <a:cxn ang="0">
                    <a:pos x="T8" y="T9"/>
                  </a:cxn>
                </a:cxnLst>
                <a:rect l="0" t="0" r="r" b="b"/>
                <a:pathLst>
                  <a:path w="766" h="742">
                    <a:moveTo>
                      <a:pt x="766" y="13"/>
                    </a:moveTo>
                    <a:lnTo>
                      <a:pt x="766" y="742"/>
                    </a:lnTo>
                    <a:lnTo>
                      <a:pt x="21" y="702"/>
                    </a:lnTo>
                    <a:lnTo>
                      <a:pt x="0" y="0"/>
                    </a:lnTo>
                    <a:lnTo>
                      <a:pt x="766" y="13"/>
                    </a:lnTo>
                    <a:close/>
                  </a:path>
                </a:pathLst>
              </a:custGeom>
              <a:solidFill>
                <a:schemeClr val="accent2">
                  <a:alpha val="90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grpSp>
      </p:grpSp>
      <p:sp>
        <p:nvSpPr>
          <p:cNvPr id="31" name="Text Placeholder 62"/>
          <p:cNvSpPr txBox="1">
            <a:spLocks/>
          </p:cNvSpPr>
          <p:nvPr/>
        </p:nvSpPr>
        <p:spPr>
          <a:xfrm>
            <a:off x="8554587" y="1648492"/>
            <a:ext cx="3435301" cy="2571391"/>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spcAft>
                <a:spcPts val="0"/>
              </a:spcAft>
            </a:pPr>
            <a:r>
              <a:rPr lang="ar-JO" sz="2800" b="1" dirty="0"/>
              <a:t>إمكانية تعويد المتعلم على العيش في الخيال وبالتالي صعوبة تقبله لواقعه الحقيقي خاصة إذا أكثر من استخدام هذه التقنية مثلما يحدث مع الأطفال الذين يكثرون من مشاهدة أفلام الكرتون</a:t>
            </a:r>
            <a:endParaRPr lang="en-AU" sz="2800" b="1" dirty="0">
              <a:solidFill>
                <a:prstClr val="black">
                  <a:lumMod val="50000"/>
                  <a:lumOff val="50000"/>
                </a:prstClr>
              </a:solidFill>
            </a:endParaRPr>
          </a:p>
        </p:txBody>
      </p:sp>
      <p:sp>
        <p:nvSpPr>
          <p:cNvPr id="40" name="Text Placeholder 62"/>
          <p:cNvSpPr txBox="1">
            <a:spLocks/>
          </p:cNvSpPr>
          <p:nvPr/>
        </p:nvSpPr>
        <p:spPr>
          <a:xfrm>
            <a:off x="330740" y="2638055"/>
            <a:ext cx="3188019" cy="681737"/>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fontAlgn="auto">
              <a:spcAft>
                <a:spcPts val="0"/>
              </a:spcAft>
            </a:pPr>
            <a:r>
              <a:rPr lang="ar-JO" sz="2800" b="1" dirty="0"/>
              <a:t>إمكانية استغلال بعض هذه التقنيات من قبل جهات معينة للتأثير على ثقافتنا</a:t>
            </a:r>
            <a:endParaRPr lang="en-AU" sz="2800" b="1" dirty="0">
              <a:solidFill>
                <a:prstClr val="black">
                  <a:lumMod val="50000"/>
                  <a:lumOff val="50000"/>
                </a:prstClr>
              </a:solidFill>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74327107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40"/>
                                        </p:tgtEl>
                                        <p:attrNameLst>
                                          <p:attrName>style.visibility</p:attrName>
                                        </p:attrNameLst>
                                      </p:cBhvr>
                                      <p:to>
                                        <p:strVal val="visible"/>
                                      </p:to>
                                    </p:set>
                                    <p:animEffect transition="in" filter="fade">
                                      <p:cBhvr>
                                        <p:cTn id="13"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algn="r" rtl="1"/>
            <a:r>
              <a:rPr lang="ar-JO" u="sng" dirty="0"/>
              <a:t>ز. معوقات استخدام الواقع الافتراضي </a:t>
            </a:r>
            <a:endParaRPr lang="en-US" u="sng" dirty="0"/>
          </a:p>
        </p:txBody>
      </p:sp>
      <p:grpSp>
        <p:nvGrpSpPr>
          <p:cNvPr id="4" name="Group 3"/>
          <p:cNvGrpSpPr/>
          <p:nvPr/>
        </p:nvGrpSpPr>
        <p:grpSpPr>
          <a:xfrm>
            <a:off x="3739930" y="1775115"/>
            <a:ext cx="4712139" cy="4466935"/>
            <a:chOff x="71460" y="1228065"/>
            <a:chExt cx="4712139" cy="4466935"/>
          </a:xfrm>
        </p:grpSpPr>
        <p:sp>
          <p:nvSpPr>
            <p:cNvPr id="5" name="Freeform 4"/>
            <p:cNvSpPr/>
            <p:nvPr/>
          </p:nvSpPr>
          <p:spPr>
            <a:xfrm>
              <a:off x="2291693" y="3576097"/>
              <a:ext cx="1158773" cy="1142941"/>
            </a:xfrm>
            <a:custGeom>
              <a:avLst/>
              <a:gdLst>
                <a:gd name="connsiteX0" fmla="*/ 0 w 1158773"/>
                <a:gd name="connsiteY0" fmla="*/ 0 h 1142941"/>
                <a:gd name="connsiteX1" fmla="*/ 1158773 w 1158773"/>
                <a:gd name="connsiteY1" fmla="*/ 0 h 1142941"/>
                <a:gd name="connsiteX2" fmla="*/ 1153114 w 1158773"/>
                <a:gd name="connsiteY2" fmla="*/ 112081 h 1142941"/>
                <a:gd name="connsiteX3" fmla="*/ 10779 w 1158773"/>
                <a:gd name="connsiteY3" fmla="*/ 1142941 h 1142941"/>
                <a:gd name="connsiteX4" fmla="*/ 0 w 1158773"/>
                <a:gd name="connsiteY4" fmla="*/ 1142397 h 1142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773" h="1142941">
                  <a:moveTo>
                    <a:pt x="0" y="0"/>
                  </a:moveTo>
                  <a:lnTo>
                    <a:pt x="1158773" y="0"/>
                  </a:lnTo>
                  <a:lnTo>
                    <a:pt x="1153114" y="112081"/>
                  </a:lnTo>
                  <a:cubicBezTo>
                    <a:pt x="1094311" y="691100"/>
                    <a:pt x="605312" y="1142941"/>
                    <a:pt x="10779" y="1142941"/>
                  </a:cubicBezTo>
                  <a:lnTo>
                    <a:pt x="0" y="114239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Freeform 5"/>
            <p:cNvSpPr/>
            <p:nvPr/>
          </p:nvSpPr>
          <p:spPr>
            <a:xfrm>
              <a:off x="2291559" y="2423600"/>
              <a:ext cx="1159042" cy="1153585"/>
            </a:xfrm>
            <a:custGeom>
              <a:avLst/>
              <a:gdLst>
                <a:gd name="connsiteX0" fmla="*/ 10779 w 1159042"/>
                <a:gd name="connsiteY0" fmla="*/ 0 h 1153585"/>
                <a:gd name="connsiteX1" fmla="*/ 1159042 w 1159042"/>
                <a:gd name="connsiteY1" fmla="*/ 1148263 h 1153585"/>
                <a:gd name="connsiteX2" fmla="*/ 1158773 w 1159042"/>
                <a:gd name="connsiteY2" fmla="*/ 1153585 h 1153585"/>
                <a:gd name="connsiteX3" fmla="*/ 0 w 1159042"/>
                <a:gd name="connsiteY3" fmla="*/ 1153585 h 1153585"/>
                <a:gd name="connsiteX4" fmla="*/ 0 w 1159042"/>
                <a:gd name="connsiteY4" fmla="*/ 544 h 1153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042" h="1153585">
                  <a:moveTo>
                    <a:pt x="10779" y="0"/>
                  </a:moveTo>
                  <a:cubicBezTo>
                    <a:pt x="644947" y="0"/>
                    <a:pt x="1159042" y="514095"/>
                    <a:pt x="1159042" y="1148263"/>
                  </a:cubicBezTo>
                  <a:lnTo>
                    <a:pt x="1158773" y="1153585"/>
                  </a:lnTo>
                  <a:lnTo>
                    <a:pt x="0" y="1153585"/>
                  </a:lnTo>
                  <a:lnTo>
                    <a:pt x="0" y="54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7" name="Freeform 6"/>
            <p:cNvSpPr/>
            <p:nvPr/>
          </p:nvSpPr>
          <p:spPr>
            <a:xfrm>
              <a:off x="1162119" y="3576097"/>
              <a:ext cx="1137258" cy="1142941"/>
            </a:xfrm>
            <a:custGeom>
              <a:avLst/>
              <a:gdLst>
                <a:gd name="connsiteX0" fmla="*/ 0 w 1137258"/>
                <a:gd name="connsiteY0" fmla="*/ 0 h 1142941"/>
                <a:gd name="connsiteX1" fmla="*/ 1137258 w 1137258"/>
                <a:gd name="connsiteY1" fmla="*/ 0 h 1142941"/>
                <a:gd name="connsiteX2" fmla="*/ 1137258 w 1137258"/>
                <a:gd name="connsiteY2" fmla="*/ 1142941 h 1142941"/>
                <a:gd name="connsiteX3" fmla="*/ 1030634 w 1137258"/>
                <a:gd name="connsiteY3" fmla="*/ 1137557 h 1142941"/>
                <a:gd name="connsiteX4" fmla="*/ 4990 w 1137258"/>
                <a:gd name="connsiteY4" fmla="*/ 105381 h 1142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258" h="1142941">
                  <a:moveTo>
                    <a:pt x="0" y="0"/>
                  </a:moveTo>
                  <a:lnTo>
                    <a:pt x="1137258" y="0"/>
                  </a:lnTo>
                  <a:lnTo>
                    <a:pt x="1137258" y="1142941"/>
                  </a:lnTo>
                  <a:lnTo>
                    <a:pt x="1030634" y="1137557"/>
                  </a:lnTo>
                  <a:cubicBezTo>
                    <a:pt x="487804" y="1082429"/>
                    <a:pt x="56751" y="649200"/>
                    <a:pt x="4990" y="10538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8" name="Freeform 7"/>
            <p:cNvSpPr/>
            <p:nvPr/>
          </p:nvSpPr>
          <p:spPr>
            <a:xfrm>
              <a:off x="1162119" y="2423600"/>
              <a:ext cx="1137484" cy="1152497"/>
            </a:xfrm>
            <a:custGeom>
              <a:avLst/>
              <a:gdLst>
                <a:gd name="connsiteX0" fmla="*/ 1137484 w 1137484"/>
                <a:gd name="connsiteY0" fmla="*/ 0 h 1152497"/>
                <a:gd name="connsiteX1" fmla="*/ 1137484 w 1137484"/>
                <a:gd name="connsiteY1" fmla="*/ 1152497 h 1152497"/>
                <a:gd name="connsiteX2" fmla="*/ 226 w 1137484"/>
                <a:gd name="connsiteY2" fmla="*/ 1152497 h 1152497"/>
                <a:gd name="connsiteX3" fmla="*/ 0 w 1137484"/>
                <a:gd name="connsiteY3" fmla="*/ 1147719 h 1152497"/>
                <a:gd name="connsiteX4" fmla="*/ 1030860 w 1137484"/>
                <a:gd name="connsiteY4" fmla="*/ 5384 h 1152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484" h="1152497">
                  <a:moveTo>
                    <a:pt x="1137484" y="0"/>
                  </a:moveTo>
                  <a:lnTo>
                    <a:pt x="1137484" y="1152497"/>
                  </a:lnTo>
                  <a:lnTo>
                    <a:pt x="226" y="1152497"/>
                  </a:lnTo>
                  <a:lnTo>
                    <a:pt x="0" y="1147719"/>
                  </a:lnTo>
                  <a:cubicBezTo>
                    <a:pt x="0" y="553187"/>
                    <a:pt x="451841" y="64187"/>
                    <a:pt x="1030860" y="5384"/>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nvGrpSpPr>
            <p:cNvPr id="9" name="Group 8"/>
            <p:cNvGrpSpPr/>
            <p:nvPr/>
          </p:nvGrpSpPr>
          <p:grpSpPr>
            <a:xfrm flipH="1">
              <a:off x="2604233" y="1228065"/>
              <a:ext cx="2179366" cy="1980727"/>
              <a:chOff x="1020361" y="1729660"/>
              <a:chExt cx="2179366" cy="1980727"/>
            </a:xfrm>
          </p:grpSpPr>
          <p:sp>
            <p:nvSpPr>
              <p:cNvPr id="25" name="Freeform 11"/>
              <p:cNvSpPr>
                <a:spLocks/>
              </p:cNvSpPr>
              <p:nvPr/>
            </p:nvSpPr>
            <p:spPr bwMode="auto">
              <a:xfrm>
                <a:off x="2643207" y="1729660"/>
                <a:ext cx="549382" cy="1980727"/>
              </a:xfrm>
              <a:custGeom>
                <a:avLst/>
                <a:gdLst>
                  <a:gd name="T0" fmla="*/ 17 w 484"/>
                  <a:gd name="T1" fmla="*/ 0 h 1745"/>
                  <a:gd name="T2" fmla="*/ 480 w 484"/>
                  <a:gd name="T3" fmla="*/ 1542 h 1745"/>
                  <a:gd name="T4" fmla="*/ 484 w 484"/>
                  <a:gd name="T5" fmla="*/ 1745 h 1745"/>
                  <a:gd name="T6" fmla="*/ 0 w 484"/>
                  <a:gd name="T7" fmla="*/ 1380 h 1745"/>
                  <a:gd name="T8" fmla="*/ 17 w 484"/>
                  <a:gd name="T9" fmla="*/ 0 h 1745"/>
                </a:gdLst>
                <a:ahLst/>
                <a:cxnLst>
                  <a:cxn ang="0">
                    <a:pos x="T0" y="T1"/>
                  </a:cxn>
                  <a:cxn ang="0">
                    <a:pos x="T2" y="T3"/>
                  </a:cxn>
                  <a:cxn ang="0">
                    <a:pos x="T4" y="T5"/>
                  </a:cxn>
                  <a:cxn ang="0">
                    <a:pos x="T6" y="T7"/>
                  </a:cxn>
                  <a:cxn ang="0">
                    <a:pos x="T8" y="T9"/>
                  </a:cxn>
                </a:cxnLst>
                <a:rect l="0" t="0" r="r" b="b"/>
                <a:pathLst>
                  <a:path w="484" h="1745">
                    <a:moveTo>
                      <a:pt x="17" y="0"/>
                    </a:moveTo>
                    <a:lnTo>
                      <a:pt x="480" y="1542"/>
                    </a:lnTo>
                    <a:lnTo>
                      <a:pt x="484" y="1745"/>
                    </a:lnTo>
                    <a:lnTo>
                      <a:pt x="0" y="1380"/>
                    </a:lnTo>
                    <a:lnTo>
                      <a:pt x="17" y="0"/>
                    </a:lnTo>
                    <a:close/>
                  </a:path>
                </a:pathLst>
              </a:custGeom>
              <a:solidFill>
                <a:schemeClr val="accent1">
                  <a:lumMod val="60000"/>
                  <a:lumOff val="40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26" name="Freeform 12"/>
              <p:cNvSpPr>
                <a:spLocks/>
              </p:cNvSpPr>
              <p:nvPr/>
            </p:nvSpPr>
            <p:spPr bwMode="auto">
              <a:xfrm>
                <a:off x="1020361" y="3295764"/>
                <a:ext cx="2179366" cy="414307"/>
              </a:xfrm>
              <a:custGeom>
                <a:avLst/>
                <a:gdLst>
                  <a:gd name="T0" fmla="*/ 1436 w 1920"/>
                  <a:gd name="T1" fmla="*/ 0 h 365"/>
                  <a:gd name="T2" fmla="*/ 1920 w 1920"/>
                  <a:gd name="T3" fmla="*/ 363 h 365"/>
                  <a:gd name="T4" fmla="*/ 1703 w 1920"/>
                  <a:gd name="T5" fmla="*/ 365 h 365"/>
                  <a:gd name="T6" fmla="*/ 0 w 1920"/>
                  <a:gd name="T7" fmla="*/ 38 h 365"/>
                  <a:gd name="T8" fmla="*/ 1436 w 1920"/>
                  <a:gd name="T9" fmla="*/ 0 h 365"/>
                </a:gdLst>
                <a:ahLst/>
                <a:cxnLst>
                  <a:cxn ang="0">
                    <a:pos x="T0" y="T1"/>
                  </a:cxn>
                  <a:cxn ang="0">
                    <a:pos x="T2" y="T3"/>
                  </a:cxn>
                  <a:cxn ang="0">
                    <a:pos x="T4" y="T5"/>
                  </a:cxn>
                  <a:cxn ang="0">
                    <a:pos x="T6" y="T7"/>
                  </a:cxn>
                  <a:cxn ang="0">
                    <a:pos x="T8" y="T9"/>
                  </a:cxn>
                </a:cxnLst>
                <a:rect l="0" t="0" r="r" b="b"/>
                <a:pathLst>
                  <a:path w="1920" h="365">
                    <a:moveTo>
                      <a:pt x="1436" y="0"/>
                    </a:moveTo>
                    <a:lnTo>
                      <a:pt x="1920" y="363"/>
                    </a:lnTo>
                    <a:lnTo>
                      <a:pt x="1703" y="365"/>
                    </a:lnTo>
                    <a:lnTo>
                      <a:pt x="0" y="38"/>
                    </a:lnTo>
                    <a:lnTo>
                      <a:pt x="1436" y="0"/>
                    </a:lnTo>
                    <a:close/>
                  </a:path>
                </a:pathLst>
              </a:custGeom>
              <a:solidFill>
                <a:schemeClr val="accent1">
                  <a:lumMod val="7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27" name="Freeform 13"/>
              <p:cNvSpPr>
                <a:spLocks/>
              </p:cNvSpPr>
              <p:nvPr/>
            </p:nvSpPr>
            <p:spPr bwMode="auto">
              <a:xfrm>
                <a:off x="1020791" y="1731194"/>
                <a:ext cx="1649281" cy="1610688"/>
              </a:xfrm>
              <a:custGeom>
                <a:avLst/>
                <a:gdLst>
                  <a:gd name="T0" fmla="*/ 1453 w 1453"/>
                  <a:gd name="T1" fmla="*/ 0 h 1419"/>
                  <a:gd name="T2" fmla="*/ 1436 w 1453"/>
                  <a:gd name="T3" fmla="*/ 1380 h 1419"/>
                  <a:gd name="T4" fmla="*/ 0 w 1453"/>
                  <a:gd name="T5" fmla="*/ 1419 h 1419"/>
                  <a:gd name="T6" fmla="*/ 115 w 1453"/>
                  <a:gd name="T7" fmla="*/ 152 h 1419"/>
                  <a:gd name="T8" fmla="*/ 1453 w 1453"/>
                  <a:gd name="T9" fmla="*/ 0 h 1419"/>
                </a:gdLst>
                <a:ahLst/>
                <a:cxnLst>
                  <a:cxn ang="0">
                    <a:pos x="T0" y="T1"/>
                  </a:cxn>
                  <a:cxn ang="0">
                    <a:pos x="T2" y="T3"/>
                  </a:cxn>
                  <a:cxn ang="0">
                    <a:pos x="T4" y="T5"/>
                  </a:cxn>
                  <a:cxn ang="0">
                    <a:pos x="T6" y="T7"/>
                  </a:cxn>
                  <a:cxn ang="0">
                    <a:pos x="T8" y="T9"/>
                  </a:cxn>
                </a:cxnLst>
                <a:rect l="0" t="0" r="r" b="b"/>
                <a:pathLst>
                  <a:path w="1453" h="1419">
                    <a:moveTo>
                      <a:pt x="1453" y="0"/>
                    </a:moveTo>
                    <a:lnTo>
                      <a:pt x="1436" y="1380"/>
                    </a:lnTo>
                    <a:lnTo>
                      <a:pt x="0" y="1419"/>
                    </a:lnTo>
                    <a:lnTo>
                      <a:pt x="115" y="152"/>
                    </a:lnTo>
                    <a:lnTo>
                      <a:pt x="1453" y="0"/>
                    </a:lnTo>
                    <a:close/>
                  </a:path>
                </a:pathLst>
              </a:custGeom>
              <a:solidFill>
                <a:schemeClr val="accent1">
                  <a:alpha val="90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grpSp>
        <p:grpSp>
          <p:nvGrpSpPr>
            <p:cNvPr id="10" name="Group 9"/>
            <p:cNvGrpSpPr/>
            <p:nvPr/>
          </p:nvGrpSpPr>
          <p:grpSpPr>
            <a:xfrm flipH="1">
              <a:off x="356076" y="1666469"/>
              <a:ext cx="1718521" cy="1538490"/>
              <a:chOff x="3729363" y="2168064"/>
              <a:chExt cx="1718521" cy="1538490"/>
            </a:xfrm>
          </p:grpSpPr>
          <p:sp>
            <p:nvSpPr>
              <p:cNvPr id="21" name="Freeform 5"/>
              <p:cNvSpPr>
                <a:spLocks/>
              </p:cNvSpPr>
              <p:nvPr/>
            </p:nvSpPr>
            <p:spPr bwMode="auto">
              <a:xfrm>
                <a:off x="3729363" y="3157172"/>
                <a:ext cx="1718521" cy="549382"/>
              </a:xfrm>
              <a:custGeom>
                <a:avLst/>
                <a:gdLst>
                  <a:gd name="T0" fmla="*/ 1514 w 1514"/>
                  <a:gd name="T1" fmla="*/ 27 h 484"/>
                  <a:gd name="T2" fmla="*/ 214 w 1514"/>
                  <a:gd name="T3" fmla="*/ 484 h 484"/>
                  <a:gd name="T4" fmla="*/ 0 w 1514"/>
                  <a:gd name="T5" fmla="*/ 482 h 484"/>
                  <a:gd name="T6" fmla="*/ 597 w 1514"/>
                  <a:gd name="T7" fmla="*/ 0 h 484"/>
                  <a:gd name="T8" fmla="*/ 1514 w 1514"/>
                  <a:gd name="T9" fmla="*/ 27 h 484"/>
                </a:gdLst>
                <a:ahLst/>
                <a:cxnLst>
                  <a:cxn ang="0">
                    <a:pos x="T0" y="T1"/>
                  </a:cxn>
                  <a:cxn ang="0">
                    <a:pos x="T2" y="T3"/>
                  </a:cxn>
                  <a:cxn ang="0">
                    <a:pos x="T4" y="T5"/>
                  </a:cxn>
                  <a:cxn ang="0">
                    <a:pos x="T6" y="T7"/>
                  </a:cxn>
                  <a:cxn ang="0">
                    <a:pos x="T8" y="T9"/>
                  </a:cxn>
                </a:cxnLst>
                <a:rect l="0" t="0" r="r" b="b"/>
                <a:pathLst>
                  <a:path w="1514" h="484">
                    <a:moveTo>
                      <a:pt x="1514" y="27"/>
                    </a:moveTo>
                    <a:lnTo>
                      <a:pt x="214" y="484"/>
                    </a:lnTo>
                    <a:lnTo>
                      <a:pt x="0" y="482"/>
                    </a:lnTo>
                    <a:lnTo>
                      <a:pt x="597" y="0"/>
                    </a:lnTo>
                    <a:lnTo>
                      <a:pt x="1514" y="27"/>
                    </a:lnTo>
                    <a:close/>
                  </a:path>
                </a:pathLst>
              </a:custGeom>
              <a:solidFill>
                <a:schemeClr val="accent3">
                  <a:lumMod val="75000"/>
                  <a:lumOff val="25000"/>
                  <a:alpha val="9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22" name="Freeform 6"/>
              <p:cNvSpPr>
                <a:spLocks/>
              </p:cNvSpPr>
              <p:nvPr/>
            </p:nvSpPr>
            <p:spPr bwMode="auto">
              <a:xfrm>
                <a:off x="3733091" y="2168064"/>
                <a:ext cx="677647" cy="1536907"/>
              </a:xfrm>
              <a:custGeom>
                <a:avLst/>
                <a:gdLst>
                  <a:gd name="T0" fmla="*/ 597 w 597"/>
                  <a:gd name="T1" fmla="*/ 872 h 1354"/>
                  <a:gd name="T2" fmla="*/ 0 w 597"/>
                  <a:gd name="T3" fmla="*/ 1354 h 1354"/>
                  <a:gd name="T4" fmla="*/ 2 w 597"/>
                  <a:gd name="T5" fmla="*/ 1153 h 1354"/>
                  <a:gd name="T6" fmla="*/ 586 w 597"/>
                  <a:gd name="T7" fmla="*/ 0 h 1354"/>
                  <a:gd name="T8" fmla="*/ 597 w 597"/>
                  <a:gd name="T9" fmla="*/ 872 h 1354"/>
                </a:gdLst>
                <a:ahLst/>
                <a:cxnLst>
                  <a:cxn ang="0">
                    <a:pos x="T0" y="T1"/>
                  </a:cxn>
                  <a:cxn ang="0">
                    <a:pos x="T2" y="T3"/>
                  </a:cxn>
                  <a:cxn ang="0">
                    <a:pos x="T4" y="T5"/>
                  </a:cxn>
                  <a:cxn ang="0">
                    <a:pos x="T6" y="T7"/>
                  </a:cxn>
                  <a:cxn ang="0">
                    <a:pos x="T8" y="T9"/>
                  </a:cxn>
                </a:cxnLst>
                <a:rect l="0" t="0" r="r" b="b"/>
                <a:pathLst>
                  <a:path w="597" h="1354">
                    <a:moveTo>
                      <a:pt x="597" y="872"/>
                    </a:moveTo>
                    <a:lnTo>
                      <a:pt x="0" y="1354"/>
                    </a:lnTo>
                    <a:lnTo>
                      <a:pt x="2" y="1153"/>
                    </a:lnTo>
                    <a:lnTo>
                      <a:pt x="586" y="0"/>
                    </a:lnTo>
                    <a:lnTo>
                      <a:pt x="597" y="872"/>
                    </a:lnTo>
                    <a:close/>
                  </a:path>
                </a:pathLst>
              </a:custGeom>
              <a:solidFill>
                <a:schemeClr val="accent3">
                  <a:lumMod val="50000"/>
                  <a:lumOff val="50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23" name="Freeform 7"/>
              <p:cNvSpPr>
                <a:spLocks/>
              </p:cNvSpPr>
              <p:nvPr/>
            </p:nvSpPr>
            <p:spPr bwMode="auto">
              <a:xfrm>
                <a:off x="4393212" y="2170442"/>
                <a:ext cx="1054496" cy="1019308"/>
              </a:xfrm>
              <a:custGeom>
                <a:avLst/>
                <a:gdLst>
                  <a:gd name="T0" fmla="*/ 889 w 929"/>
                  <a:gd name="T1" fmla="*/ 61 h 898"/>
                  <a:gd name="T2" fmla="*/ 929 w 929"/>
                  <a:gd name="T3" fmla="*/ 898 h 898"/>
                  <a:gd name="T4" fmla="*/ 12 w 929"/>
                  <a:gd name="T5" fmla="*/ 872 h 898"/>
                  <a:gd name="T6" fmla="*/ 0 w 929"/>
                  <a:gd name="T7" fmla="*/ 0 h 898"/>
                  <a:gd name="T8" fmla="*/ 889 w 929"/>
                  <a:gd name="T9" fmla="*/ 61 h 898"/>
                </a:gdLst>
                <a:ahLst/>
                <a:cxnLst>
                  <a:cxn ang="0">
                    <a:pos x="T0" y="T1"/>
                  </a:cxn>
                  <a:cxn ang="0">
                    <a:pos x="T2" y="T3"/>
                  </a:cxn>
                  <a:cxn ang="0">
                    <a:pos x="T4" y="T5"/>
                  </a:cxn>
                  <a:cxn ang="0">
                    <a:pos x="T6" y="T7"/>
                  </a:cxn>
                  <a:cxn ang="0">
                    <a:pos x="T8" y="T9"/>
                  </a:cxn>
                </a:cxnLst>
                <a:rect l="0" t="0" r="r" b="b"/>
                <a:pathLst>
                  <a:path w="929" h="898">
                    <a:moveTo>
                      <a:pt x="889" y="61"/>
                    </a:moveTo>
                    <a:lnTo>
                      <a:pt x="929" y="898"/>
                    </a:lnTo>
                    <a:lnTo>
                      <a:pt x="12" y="872"/>
                    </a:lnTo>
                    <a:lnTo>
                      <a:pt x="0" y="0"/>
                    </a:lnTo>
                    <a:lnTo>
                      <a:pt x="889" y="61"/>
                    </a:lnTo>
                    <a:close/>
                  </a:path>
                </a:pathLst>
              </a:custGeom>
              <a:solidFill>
                <a:schemeClr val="accent3">
                  <a:alpha val="90000"/>
                </a:schemeClr>
              </a:solidFill>
              <a:ln w="9525">
                <a:noFill/>
                <a:round/>
                <a:headEnd/>
                <a:tailEnd/>
              </a:ln>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grpSp>
        <p:grpSp>
          <p:nvGrpSpPr>
            <p:cNvPr id="11" name="Group 10"/>
            <p:cNvGrpSpPr/>
            <p:nvPr/>
          </p:nvGrpSpPr>
          <p:grpSpPr>
            <a:xfrm flipH="1">
              <a:off x="71460" y="3826674"/>
              <a:ext cx="2022610" cy="1868326"/>
              <a:chOff x="3709890" y="4328269"/>
              <a:chExt cx="2022610" cy="1868326"/>
            </a:xfrm>
          </p:grpSpPr>
          <p:sp>
            <p:nvSpPr>
              <p:cNvPr id="17" name="Freeform 8"/>
              <p:cNvSpPr>
                <a:spLocks/>
              </p:cNvSpPr>
              <p:nvPr/>
            </p:nvSpPr>
            <p:spPr bwMode="auto">
              <a:xfrm>
                <a:off x="3713813" y="4331647"/>
                <a:ext cx="384795" cy="1864948"/>
              </a:xfrm>
              <a:custGeom>
                <a:avLst/>
                <a:gdLst>
                  <a:gd name="T0" fmla="*/ 330 w 339"/>
                  <a:gd name="T1" fmla="*/ 1643 h 1643"/>
                  <a:gd name="T2" fmla="*/ 2 w 339"/>
                  <a:gd name="T3" fmla="*/ 201 h 1643"/>
                  <a:gd name="T4" fmla="*/ 0 w 339"/>
                  <a:gd name="T5" fmla="*/ 0 h 1643"/>
                  <a:gd name="T6" fmla="*/ 339 w 339"/>
                  <a:gd name="T7" fmla="*/ 263 h 1643"/>
                  <a:gd name="T8" fmla="*/ 330 w 339"/>
                  <a:gd name="T9" fmla="*/ 1643 h 1643"/>
                </a:gdLst>
                <a:ahLst/>
                <a:cxnLst>
                  <a:cxn ang="0">
                    <a:pos x="T0" y="T1"/>
                  </a:cxn>
                  <a:cxn ang="0">
                    <a:pos x="T2" y="T3"/>
                  </a:cxn>
                  <a:cxn ang="0">
                    <a:pos x="T4" y="T5"/>
                  </a:cxn>
                  <a:cxn ang="0">
                    <a:pos x="T6" y="T7"/>
                  </a:cxn>
                  <a:cxn ang="0">
                    <a:pos x="T8" y="T9"/>
                  </a:cxn>
                </a:cxnLst>
                <a:rect l="0" t="0" r="r" b="b"/>
                <a:pathLst>
                  <a:path w="339" h="1643">
                    <a:moveTo>
                      <a:pt x="330" y="1643"/>
                    </a:moveTo>
                    <a:lnTo>
                      <a:pt x="2" y="201"/>
                    </a:lnTo>
                    <a:lnTo>
                      <a:pt x="0" y="0"/>
                    </a:lnTo>
                    <a:lnTo>
                      <a:pt x="339" y="263"/>
                    </a:lnTo>
                    <a:lnTo>
                      <a:pt x="330" y="1643"/>
                    </a:ln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18" name="Freeform 9"/>
              <p:cNvSpPr>
                <a:spLocks/>
              </p:cNvSpPr>
              <p:nvPr/>
            </p:nvSpPr>
            <p:spPr bwMode="auto">
              <a:xfrm>
                <a:off x="3709890" y="4328269"/>
                <a:ext cx="2019320" cy="300798"/>
              </a:xfrm>
              <a:custGeom>
                <a:avLst/>
                <a:gdLst>
                  <a:gd name="T0" fmla="*/ 339 w 1779"/>
                  <a:gd name="T1" fmla="*/ 265 h 265"/>
                  <a:gd name="T2" fmla="*/ 0 w 1779"/>
                  <a:gd name="T3" fmla="*/ 2 h 265"/>
                  <a:gd name="T4" fmla="*/ 215 w 1779"/>
                  <a:gd name="T5" fmla="*/ 0 h 265"/>
                  <a:gd name="T6" fmla="*/ 1779 w 1779"/>
                  <a:gd name="T7" fmla="*/ 233 h 265"/>
                  <a:gd name="T8" fmla="*/ 339 w 1779"/>
                  <a:gd name="T9" fmla="*/ 265 h 265"/>
                </a:gdLst>
                <a:ahLst/>
                <a:cxnLst>
                  <a:cxn ang="0">
                    <a:pos x="T0" y="T1"/>
                  </a:cxn>
                  <a:cxn ang="0">
                    <a:pos x="T2" y="T3"/>
                  </a:cxn>
                  <a:cxn ang="0">
                    <a:pos x="T4" y="T5"/>
                  </a:cxn>
                  <a:cxn ang="0">
                    <a:pos x="T6" y="T7"/>
                  </a:cxn>
                  <a:cxn ang="0">
                    <a:pos x="T8" y="T9"/>
                  </a:cxn>
                </a:cxnLst>
                <a:rect l="0" t="0" r="r" b="b"/>
                <a:pathLst>
                  <a:path w="1779" h="265">
                    <a:moveTo>
                      <a:pt x="339" y="265"/>
                    </a:moveTo>
                    <a:lnTo>
                      <a:pt x="0" y="2"/>
                    </a:lnTo>
                    <a:lnTo>
                      <a:pt x="215" y="0"/>
                    </a:lnTo>
                    <a:lnTo>
                      <a:pt x="1779" y="233"/>
                    </a:lnTo>
                    <a:lnTo>
                      <a:pt x="339" y="265"/>
                    </a:lnTo>
                    <a:close/>
                  </a:path>
                </a:pathLst>
              </a:custGeom>
              <a:solidFill>
                <a:schemeClr val="accent4">
                  <a:lumMod val="75000"/>
                  <a:alpha val="8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19" name="Freeform 10"/>
              <p:cNvSpPr>
                <a:spLocks/>
              </p:cNvSpPr>
              <p:nvPr/>
            </p:nvSpPr>
            <p:spPr bwMode="auto">
              <a:xfrm>
                <a:off x="4083333" y="4590448"/>
                <a:ext cx="1649167" cy="1606146"/>
              </a:xfrm>
              <a:custGeom>
                <a:avLst/>
                <a:gdLst>
                  <a:gd name="T0" fmla="*/ 1450 w 1450"/>
                  <a:gd name="T1" fmla="*/ 0 h 1412"/>
                  <a:gd name="T2" fmla="*/ 1328 w 1450"/>
                  <a:gd name="T3" fmla="*/ 1250 h 1412"/>
                  <a:gd name="T4" fmla="*/ 0 w 1450"/>
                  <a:gd name="T5" fmla="*/ 1412 h 1412"/>
                  <a:gd name="T6" fmla="*/ 10 w 1450"/>
                  <a:gd name="T7" fmla="*/ 32 h 1412"/>
                  <a:gd name="T8" fmla="*/ 1450 w 1450"/>
                  <a:gd name="T9" fmla="*/ 0 h 1412"/>
                  <a:gd name="connsiteX0" fmla="*/ 10000 w 10000"/>
                  <a:gd name="connsiteY0" fmla="*/ 173 h 9773"/>
                  <a:gd name="connsiteX1" fmla="*/ 9159 w 10000"/>
                  <a:gd name="connsiteY1" fmla="*/ 8626 h 9773"/>
                  <a:gd name="connsiteX2" fmla="*/ 0 w 10000"/>
                  <a:gd name="connsiteY2" fmla="*/ 9773 h 9773"/>
                  <a:gd name="connsiteX3" fmla="*/ 69 w 10000"/>
                  <a:gd name="connsiteY3" fmla="*/ 0 h 9773"/>
                  <a:gd name="connsiteX4" fmla="*/ 10000 w 10000"/>
                  <a:gd name="connsiteY4" fmla="*/ 173 h 9773"/>
                  <a:gd name="connsiteX0" fmla="*/ 10020 w 10020"/>
                  <a:gd name="connsiteY0" fmla="*/ 0 h 10254"/>
                  <a:gd name="connsiteX1" fmla="*/ 9159 w 10020"/>
                  <a:gd name="connsiteY1" fmla="*/ 9080 h 10254"/>
                  <a:gd name="connsiteX2" fmla="*/ 0 w 10020"/>
                  <a:gd name="connsiteY2" fmla="*/ 10254 h 10254"/>
                  <a:gd name="connsiteX3" fmla="*/ 69 w 10020"/>
                  <a:gd name="connsiteY3" fmla="*/ 254 h 10254"/>
                  <a:gd name="connsiteX4" fmla="*/ 10020 w 10020"/>
                  <a:gd name="connsiteY4" fmla="*/ 0 h 10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20" h="10254">
                    <a:moveTo>
                      <a:pt x="10020" y="0"/>
                    </a:moveTo>
                    <a:cubicBezTo>
                      <a:pt x="9740" y="2883"/>
                      <a:pt x="9439" y="6197"/>
                      <a:pt x="9159" y="9080"/>
                    </a:cubicBezTo>
                    <a:lnTo>
                      <a:pt x="0" y="10254"/>
                    </a:lnTo>
                    <a:cubicBezTo>
                      <a:pt x="23" y="6920"/>
                      <a:pt x="46" y="3588"/>
                      <a:pt x="69" y="254"/>
                    </a:cubicBezTo>
                    <a:lnTo>
                      <a:pt x="10020" y="0"/>
                    </a:lnTo>
                    <a:close/>
                  </a:path>
                </a:pathLst>
              </a:custGeom>
              <a:solidFill>
                <a:schemeClr val="accent4">
                  <a:alpha val="8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20" name="TextBox 19"/>
              <p:cNvSpPr txBox="1"/>
              <p:nvPr/>
            </p:nvSpPr>
            <p:spPr>
              <a:xfrm>
                <a:off x="4653346" y="4854571"/>
                <a:ext cx="478016" cy="923330"/>
              </a:xfrm>
              <a:prstGeom prst="rect">
                <a:avLst/>
              </a:prstGeom>
              <a:noFill/>
            </p:spPr>
            <p:txBody>
              <a:bodyPr wrap="none" rtlCol="0">
                <a:spAutoFit/>
              </a:bodyPr>
              <a:lstStyle/>
              <a:p>
                <a:r>
                  <a:rPr lang="en-US" sz="5400" b="1" dirty="0" smtClean="0">
                    <a:solidFill>
                      <a:prstClr val="white"/>
                    </a:solidFill>
                    <a:latin typeface="Roboto"/>
                    <a:ea typeface="Fira Sans SemiBold Italic" panose="00000700000000000000" pitchFamily="50" charset="0"/>
                    <a:cs typeface="Clear Sans" panose="020B0503030202020304" pitchFamily="34" charset="0"/>
                  </a:rPr>
                  <a:t>3</a:t>
                </a:r>
                <a:endParaRPr lang="en-US" sz="5400" b="1" dirty="0">
                  <a:solidFill>
                    <a:prstClr val="white"/>
                  </a:solidFill>
                  <a:latin typeface="Roboto"/>
                  <a:ea typeface="Fira Sans SemiBold Italic" panose="00000700000000000000" pitchFamily="50" charset="0"/>
                  <a:cs typeface="Clear Sans" panose="020B0503030202020304" pitchFamily="34" charset="0"/>
                </a:endParaRPr>
              </a:p>
            </p:txBody>
          </p:sp>
        </p:grpSp>
        <p:grpSp>
          <p:nvGrpSpPr>
            <p:cNvPr id="12" name="Group 11"/>
            <p:cNvGrpSpPr/>
            <p:nvPr/>
          </p:nvGrpSpPr>
          <p:grpSpPr>
            <a:xfrm flipH="1">
              <a:off x="2621885" y="3820971"/>
              <a:ext cx="1239515" cy="1057901"/>
              <a:chOff x="1942560" y="4322566"/>
              <a:chExt cx="1239515" cy="1057901"/>
            </a:xfrm>
          </p:grpSpPr>
          <p:sp>
            <p:nvSpPr>
              <p:cNvPr id="13" name="Freeform 14"/>
              <p:cNvSpPr>
                <a:spLocks/>
              </p:cNvSpPr>
              <p:nvPr/>
            </p:nvSpPr>
            <p:spPr bwMode="auto">
              <a:xfrm>
                <a:off x="2811536" y="4322566"/>
                <a:ext cx="370038" cy="1057901"/>
              </a:xfrm>
              <a:custGeom>
                <a:avLst/>
                <a:gdLst>
                  <a:gd name="T0" fmla="*/ 0 w 326"/>
                  <a:gd name="T1" fmla="*/ 203 h 932"/>
                  <a:gd name="T2" fmla="*/ 326 w 326"/>
                  <a:gd name="T3" fmla="*/ 0 h 932"/>
                  <a:gd name="T4" fmla="*/ 324 w 326"/>
                  <a:gd name="T5" fmla="*/ 205 h 932"/>
                  <a:gd name="T6" fmla="*/ 0 w 326"/>
                  <a:gd name="T7" fmla="*/ 932 h 932"/>
                  <a:gd name="T8" fmla="*/ 0 w 326"/>
                  <a:gd name="T9" fmla="*/ 203 h 932"/>
                </a:gdLst>
                <a:ahLst/>
                <a:cxnLst>
                  <a:cxn ang="0">
                    <a:pos x="T0" y="T1"/>
                  </a:cxn>
                  <a:cxn ang="0">
                    <a:pos x="T2" y="T3"/>
                  </a:cxn>
                  <a:cxn ang="0">
                    <a:pos x="T4" y="T5"/>
                  </a:cxn>
                  <a:cxn ang="0">
                    <a:pos x="T6" y="T7"/>
                  </a:cxn>
                  <a:cxn ang="0">
                    <a:pos x="T8" y="T9"/>
                  </a:cxn>
                </a:cxnLst>
                <a:rect l="0" t="0" r="r" b="b"/>
                <a:pathLst>
                  <a:path w="326" h="932">
                    <a:moveTo>
                      <a:pt x="0" y="203"/>
                    </a:moveTo>
                    <a:lnTo>
                      <a:pt x="326" y="0"/>
                    </a:lnTo>
                    <a:lnTo>
                      <a:pt x="324" y="205"/>
                    </a:lnTo>
                    <a:lnTo>
                      <a:pt x="0" y="932"/>
                    </a:lnTo>
                    <a:lnTo>
                      <a:pt x="0" y="203"/>
                    </a:lnTo>
                    <a:close/>
                  </a:path>
                </a:pathLst>
              </a:custGeom>
              <a:solidFill>
                <a:schemeClr val="accent2">
                  <a:lumMod val="60000"/>
                  <a:lumOff val="40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14" name="Freeform 15"/>
              <p:cNvSpPr>
                <a:spLocks/>
              </p:cNvSpPr>
              <p:nvPr/>
            </p:nvSpPr>
            <p:spPr bwMode="auto">
              <a:xfrm>
                <a:off x="1942560" y="4325230"/>
                <a:ext cx="1239515" cy="230423"/>
              </a:xfrm>
              <a:custGeom>
                <a:avLst/>
                <a:gdLst>
                  <a:gd name="T0" fmla="*/ 0 w 1092"/>
                  <a:gd name="T1" fmla="*/ 190 h 203"/>
                  <a:gd name="T2" fmla="*/ 875 w 1092"/>
                  <a:gd name="T3" fmla="*/ 0 h 203"/>
                  <a:gd name="T4" fmla="*/ 1092 w 1092"/>
                  <a:gd name="T5" fmla="*/ 0 h 203"/>
                  <a:gd name="T6" fmla="*/ 766 w 1092"/>
                  <a:gd name="T7" fmla="*/ 203 h 203"/>
                  <a:gd name="T8" fmla="*/ 0 w 1092"/>
                  <a:gd name="T9" fmla="*/ 190 h 203"/>
                </a:gdLst>
                <a:ahLst/>
                <a:cxnLst>
                  <a:cxn ang="0">
                    <a:pos x="T0" y="T1"/>
                  </a:cxn>
                  <a:cxn ang="0">
                    <a:pos x="T2" y="T3"/>
                  </a:cxn>
                  <a:cxn ang="0">
                    <a:pos x="T4" y="T5"/>
                  </a:cxn>
                  <a:cxn ang="0">
                    <a:pos x="T6" y="T7"/>
                  </a:cxn>
                  <a:cxn ang="0">
                    <a:pos x="T8" y="T9"/>
                  </a:cxn>
                </a:cxnLst>
                <a:rect l="0" t="0" r="r" b="b"/>
                <a:pathLst>
                  <a:path w="1092" h="203">
                    <a:moveTo>
                      <a:pt x="0" y="190"/>
                    </a:moveTo>
                    <a:lnTo>
                      <a:pt x="875" y="0"/>
                    </a:lnTo>
                    <a:lnTo>
                      <a:pt x="1092" y="0"/>
                    </a:lnTo>
                    <a:lnTo>
                      <a:pt x="766" y="203"/>
                    </a:lnTo>
                    <a:lnTo>
                      <a:pt x="0" y="190"/>
                    </a:lnTo>
                    <a:close/>
                  </a:path>
                </a:pathLst>
              </a:custGeom>
              <a:solidFill>
                <a:schemeClr val="accent2">
                  <a:lumMod val="75000"/>
                  <a:alpha val="90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15" name="Freeform 16"/>
              <p:cNvSpPr>
                <a:spLocks/>
              </p:cNvSpPr>
              <p:nvPr/>
            </p:nvSpPr>
            <p:spPr bwMode="auto">
              <a:xfrm>
                <a:off x="1942560" y="4538233"/>
                <a:ext cx="869476" cy="842234"/>
              </a:xfrm>
              <a:custGeom>
                <a:avLst/>
                <a:gdLst>
                  <a:gd name="T0" fmla="*/ 766 w 766"/>
                  <a:gd name="T1" fmla="*/ 13 h 742"/>
                  <a:gd name="T2" fmla="*/ 766 w 766"/>
                  <a:gd name="T3" fmla="*/ 742 h 742"/>
                  <a:gd name="T4" fmla="*/ 21 w 766"/>
                  <a:gd name="T5" fmla="*/ 702 h 742"/>
                  <a:gd name="T6" fmla="*/ 0 w 766"/>
                  <a:gd name="T7" fmla="*/ 0 h 742"/>
                  <a:gd name="T8" fmla="*/ 766 w 766"/>
                  <a:gd name="T9" fmla="*/ 13 h 742"/>
                </a:gdLst>
                <a:ahLst/>
                <a:cxnLst>
                  <a:cxn ang="0">
                    <a:pos x="T0" y="T1"/>
                  </a:cxn>
                  <a:cxn ang="0">
                    <a:pos x="T2" y="T3"/>
                  </a:cxn>
                  <a:cxn ang="0">
                    <a:pos x="T4" y="T5"/>
                  </a:cxn>
                  <a:cxn ang="0">
                    <a:pos x="T6" y="T7"/>
                  </a:cxn>
                  <a:cxn ang="0">
                    <a:pos x="T8" y="T9"/>
                  </a:cxn>
                </a:cxnLst>
                <a:rect l="0" t="0" r="r" b="b"/>
                <a:pathLst>
                  <a:path w="766" h="742">
                    <a:moveTo>
                      <a:pt x="766" y="13"/>
                    </a:moveTo>
                    <a:lnTo>
                      <a:pt x="766" y="742"/>
                    </a:lnTo>
                    <a:lnTo>
                      <a:pt x="21" y="702"/>
                    </a:lnTo>
                    <a:lnTo>
                      <a:pt x="0" y="0"/>
                    </a:lnTo>
                    <a:lnTo>
                      <a:pt x="766" y="13"/>
                    </a:lnTo>
                    <a:close/>
                  </a:path>
                </a:pathLst>
              </a:custGeom>
              <a:solidFill>
                <a:schemeClr val="accent2">
                  <a:alpha val="90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prstClr val="black"/>
                  </a:solidFill>
                  <a:latin typeface="Roboto Lt"/>
                </a:endParaRPr>
              </a:p>
            </p:txBody>
          </p:sp>
          <p:sp>
            <p:nvSpPr>
              <p:cNvPr id="16" name="TextBox 15"/>
              <p:cNvSpPr txBox="1"/>
              <p:nvPr/>
            </p:nvSpPr>
            <p:spPr>
              <a:xfrm>
                <a:off x="2093194" y="4567043"/>
                <a:ext cx="401072" cy="707886"/>
              </a:xfrm>
              <a:prstGeom prst="rect">
                <a:avLst/>
              </a:prstGeom>
              <a:noFill/>
            </p:spPr>
            <p:txBody>
              <a:bodyPr wrap="none" rtlCol="0">
                <a:spAutoFit/>
              </a:bodyPr>
              <a:lstStyle/>
              <a:p>
                <a:r>
                  <a:rPr lang="en-US" sz="4000" b="1" dirty="0" smtClean="0">
                    <a:solidFill>
                      <a:prstClr val="white"/>
                    </a:solidFill>
                    <a:latin typeface="Roboto"/>
                    <a:ea typeface="Fira Sans SemiBold Italic" panose="00000700000000000000" pitchFamily="50" charset="0"/>
                    <a:cs typeface="Clear Sans" panose="020B0503030202020304" pitchFamily="34" charset="0"/>
                  </a:rPr>
                  <a:t>4</a:t>
                </a:r>
                <a:endParaRPr lang="en-US" sz="4000" b="1" dirty="0">
                  <a:solidFill>
                    <a:prstClr val="white"/>
                  </a:solidFill>
                  <a:latin typeface="Roboto"/>
                  <a:ea typeface="Fira Sans SemiBold Italic" panose="00000700000000000000" pitchFamily="50" charset="0"/>
                  <a:cs typeface="Clear Sans" panose="020B0503030202020304" pitchFamily="34" charset="0"/>
                </a:endParaRPr>
              </a:p>
            </p:txBody>
          </p:sp>
        </p:grpSp>
      </p:grpSp>
      <p:sp>
        <p:nvSpPr>
          <p:cNvPr id="34" name="Text Placeholder 62"/>
          <p:cNvSpPr txBox="1">
            <a:spLocks/>
          </p:cNvSpPr>
          <p:nvPr/>
        </p:nvSpPr>
        <p:spPr>
          <a:xfrm>
            <a:off x="8062109" y="4417516"/>
            <a:ext cx="3222172" cy="1477101"/>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spcAft>
                <a:spcPts val="0"/>
              </a:spcAft>
            </a:pPr>
            <a:r>
              <a:rPr lang="ar-JO" sz="2800" b="1" dirty="0"/>
              <a:t>الحاجة إلى التثقيف الرقمي للمستخدمين سواء الطلاب أو المعلمين أو الإداريين أو حتى أولياء الأمور</a:t>
            </a:r>
            <a:endParaRPr lang="en-AU" sz="2800" b="1" dirty="0">
              <a:solidFill>
                <a:prstClr val="black">
                  <a:lumMod val="50000"/>
                  <a:lumOff val="50000"/>
                </a:prstClr>
              </a:solidFill>
            </a:endParaRPr>
          </a:p>
        </p:txBody>
      </p:sp>
      <p:sp>
        <p:nvSpPr>
          <p:cNvPr id="37" name="Text Placeholder 62"/>
          <p:cNvSpPr txBox="1">
            <a:spLocks/>
          </p:cNvSpPr>
          <p:nvPr/>
        </p:nvSpPr>
        <p:spPr>
          <a:xfrm>
            <a:off x="567313" y="4612498"/>
            <a:ext cx="2731953" cy="1365600"/>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fontAlgn="auto">
              <a:spcAft>
                <a:spcPts val="0"/>
              </a:spcAft>
            </a:pPr>
            <a:r>
              <a:rPr lang="ar-JO" sz="2800" b="1" dirty="0"/>
              <a:t>يحتاج إنتاج مثل هذه التقنية والأجهزة الملحقة بها إلى تكاليف مادية عالية</a:t>
            </a:r>
            <a:endParaRPr lang="en-AU" sz="2800" b="1" dirty="0">
              <a:solidFill>
                <a:prstClr val="black">
                  <a:lumMod val="50000"/>
                  <a:lumOff val="50000"/>
                </a:prstClr>
              </a:solidFill>
            </a:endParaRPr>
          </a:p>
        </p:txBody>
      </p:sp>
      <p:sp>
        <p:nvSpPr>
          <p:cNvPr id="3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95799460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fade">
                                      <p:cBhvr>
                                        <p:cTn id="13" dur="500"/>
                                        <p:tgtEl>
                                          <p:spTgt spid="37"/>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fade">
                                      <p:cBhvr>
                                        <p:cTn id="1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7"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2246552" y="186394"/>
            <a:ext cx="9508496" cy="1979820"/>
          </a:xfrm>
        </p:spPr>
        <p:txBody>
          <a:bodyPr>
            <a:normAutofit/>
          </a:bodyPr>
          <a:lstStyle/>
          <a:p>
            <a:pPr algn="r" rtl="1"/>
            <a:r>
              <a:rPr lang="ar-SA" sz="4000" b="1" u="sng" dirty="0" smtClean="0"/>
              <a:t>4</a:t>
            </a:r>
            <a:r>
              <a:rPr lang="ar-SA" sz="4000" b="1" u="sng" dirty="0"/>
              <a:t>. تكنولوجيا الواقع المعزز Reality </a:t>
            </a:r>
            <a:r>
              <a:rPr lang="ar-SA" sz="4000" b="1" u="sng" dirty="0" smtClean="0"/>
              <a:t>Augmented</a:t>
            </a:r>
            <a:br>
              <a:rPr lang="ar-SA" sz="4000" b="1" u="sng" dirty="0" smtClean="0"/>
            </a:br>
            <a:r>
              <a:rPr lang="ar-SA" sz="4000" b="1" u="sng" dirty="0">
                <a:solidFill>
                  <a:schemeClr val="accent5"/>
                </a:solidFill>
              </a:rPr>
              <a:t/>
            </a:r>
            <a:br>
              <a:rPr lang="ar-SA" sz="4000" b="1" u="sng" dirty="0">
                <a:solidFill>
                  <a:schemeClr val="accent5"/>
                </a:solidFill>
              </a:rPr>
            </a:br>
            <a:r>
              <a:rPr lang="ar-SA" sz="2800" b="1" u="sng" dirty="0">
                <a:solidFill>
                  <a:schemeClr val="accent5"/>
                </a:solidFill>
              </a:rPr>
              <a:t>ما هو الواقع المعزز Reality Augmented؟</a:t>
            </a:r>
            <a:r>
              <a:rPr lang="ar-SA" sz="2800" b="1" u="sng" dirty="0" smtClean="0">
                <a:solidFill>
                  <a:schemeClr val="accent5"/>
                </a:solidFill>
              </a:rPr>
              <a:t> </a:t>
            </a:r>
            <a:endParaRPr lang="en-US" sz="2800" b="1" u="sng" dirty="0">
              <a:solidFill>
                <a:schemeClr val="accent5"/>
              </a:solidFill>
            </a:endParaRPr>
          </a:p>
        </p:txBody>
      </p:sp>
      <p:sp>
        <p:nvSpPr>
          <p:cNvPr id="3" name="Subtitle 2"/>
          <p:cNvSpPr>
            <a:spLocks noGrp="1"/>
          </p:cNvSpPr>
          <p:nvPr>
            <p:ph type="subTitle" idx="1"/>
          </p:nvPr>
        </p:nvSpPr>
        <p:spPr>
          <a:xfrm>
            <a:off x="4749306" y="3256198"/>
            <a:ext cx="7157349" cy="2736039"/>
          </a:xfrm>
        </p:spPr>
        <p:txBody>
          <a:bodyPr>
            <a:noAutofit/>
          </a:bodyPr>
          <a:lstStyle/>
          <a:p>
            <a:pPr rtl="1"/>
            <a:r>
              <a:rPr lang="ar-JO" sz="3200" b="1" dirty="0"/>
              <a:t>نوع من أنواع التكنولوجيا التي تجذب انتباه الباحثين والمصميين في مجال التفاعل مع الحاسب الآلي بواسطة أجهزة مرتبطة بالحاسوب يمكن ارتداؤها كالنظارات أو شاشات أو الهواتف الذكية، مما يسمح بإجراء تجارب تعليمية ذات مغزى</a:t>
            </a:r>
            <a:endParaRPr lang="en-US" sz="3200" b="1" dirty="0">
              <a:solidFill>
                <a:schemeClr val="accent2">
                  <a:lumMod val="50000"/>
                </a:schemeClr>
              </a:solidFill>
            </a:endParaRPr>
          </a:p>
        </p:txBody>
      </p:sp>
      <p:grpSp>
        <p:nvGrpSpPr>
          <p:cNvPr id="21" name="Group 20"/>
          <p:cNvGrpSpPr/>
          <p:nvPr/>
        </p:nvGrpSpPr>
        <p:grpSpPr>
          <a:xfrm>
            <a:off x="748048" y="1993081"/>
            <a:ext cx="3795057" cy="4829947"/>
            <a:chOff x="3048000" y="1057451"/>
            <a:chExt cx="2764278" cy="3809912"/>
          </a:xfrm>
        </p:grpSpPr>
        <p:sp>
          <p:nvSpPr>
            <p:cNvPr id="22" name="Freeform 5"/>
            <p:cNvSpPr>
              <a:spLocks/>
            </p:cNvSpPr>
            <p:nvPr/>
          </p:nvSpPr>
          <p:spPr bwMode="auto">
            <a:xfrm>
              <a:off x="3048000" y="1057451"/>
              <a:ext cx="2764278" cy="3019954"/>
            </a:xfrm>
            <a:custGeom>
              <a:avLst/>
              <a:gdLst/>
              <a:ahLst/>
              <a:cxnLst>
                <a:cxn ang="0">
                  <a:pos x="1472" y="548"/>
                </a:cxn>
                <a:cxn ang="0">
                  <a:pos x="959" y="57"/>
                </a:cxn>
                <a:cxn ang="0">
                  <a:pos x="107" y="395"/>
                </a:cxn>
                <a:cxn ang="0">
                  <a:pos x="127" y="1032"/>
                </a:cxn>
                <a:cxn ang="0">
                  <a:pos x="403" y="1683"/>
                </a:cxn>
                <a:cxn ang="0">
                  <a:pos x="1158" y="1912"/>
                </a:cxn>
                <a:cxn ang="0">
                  <a:pos x="1290" y="1706"/>
                </a:cxn>
                <a:cxn ang="0">
                  <a:pos x="1565" y="1597"/>
                </a:cxn>
                <a:cxn ang="0">
                  <a:pos x="1553" y="1507"/>
                </a:cxn>
                <a:cxn ang="0">
                  <a:pos x="1580" y="1393"/>
                </a:cxn>
                <a:cxn ang="0">
                  <a:pos x="1566" y="1341"/>
                </a:cxn>
                <a:cxn ang="0">
                  <a:pos x="1599" y="1302"/>
                </a:cxn>
                <a:cxn ang="0">
                  <a:pos x="1593" y="1176"/>
                </a:cxn>
                <a:cxn ang="0">
                  <a:pos x="1718" y="1037"/>
                </a:cxn>
                <a:cxn ang="0">
                  <a:pos x="1600" y="865"/>
                </a:cxn>
                <a:cxn ang="0">
                  <a:pos x="1522" y="767"/>
                </a:cxn>
                <a:cxn ang="0">
                  <a:pos x="1519" y="625"/>
                </a:cxn>
                <a:cxn ang="0">
                  <a:pos x="1472" y="548"/>
                </a:cxn>
              </a:cxnLst>
              <a:rect l="0" t="0" r="r" b="b"/>
              <a:pathLst>
                <a:path w="1749" h="1912">
                  <a:moveTo>
                    <a:pt x="1472" y="548"/>
                  </a:moveTo>
                  <a:cubicBezTo>
                    <a:pt x="1472" y="548"/>
                    <a:pt x="1359" y="115"/>
                    <a:pt x="959" y="57"/>
                  </a:cubicBezTo>
                  <a:cubicBezTo>
                    <a:pt x="558" y="0"/>
                    <a:pt x="213" y="94"/>
                    <a:pt x="107" y="395"/>
                  </a:cubicBezTo>
                  <a:cubicBezTo>
                    <a:pt x="0" y="696"/>
                    <a:pt x="33" y="916"/>
                    <a:pt x="127" y="1032"/>
                  </a:cubicBezTo>
                  <a:cubicBezTo>
                    <a:pt x="222" y="1148"/>
                    <a:pt x="424" y="1398"/>
                    <a:pt x="403" y="1683"/>
                  </a:cubicBezTo>
                  <a:cubicBezTo>
                    <a:pt x="1158" y="1912"/>
                    <a:pt x="1158" y="1912"/>
                    <a:pt x="1158" y="1912"/>
                  </a:cubicBezTo>
                  <a:cubicBezTo>
                    <a:pt x="1158" y="1912"/>
                    <a:pt x="1176" y="1701"/>
                    <a:pt x="1290" y="1706"/>
                  </a:cubicBezTo>
                  <a:cubicBezTo>
                    <a:pt x="1403" y="1710"/>
                    <a:pt x="1558" y="1738"/>
                    <a:pt x="1565" y="1597"/>
                  </a:cubicBezTo>
                  <a:cubicBezTo>
                    <a:pt x="1565" y="1597"/>
                    <a:pt x="1560" y="1529"/>
                    <a:pt x="1553" y="1507"/>
                  </a:cubicBezTo>
                  <a:cubicBezTo>
                    <a:pt x="1547" y="1485"/>
                    <a:pt x="1584" y="1418"/>
                    <a:pt x="1580" y="1393"/>
                  </a:cubicBezTo>
                  <a:cubicBezTo>
                    <a:pt x="1577" y="1369"/>
                    <a:pt x="1566" y="1341"/>
                    <a:pt x="1566" y="1341"/>
                  </a:cubicBezTo>
                  <a:cubicBezTo>
                    <a:pt x="1566" y="1341"/>
                    <a:pt x="1609" y="1324"/>
                    <a:pt x="1599" y="1302"/>
                  </a:cubicBezTo>
                  <a:cubicBezTo>
                    <a:pt x="1588" y="1280"/>
                    <a:pt x="1565" y="1203"/>
                    <a:pt x="1593" y="1176"/>
                  </a:cubicBezTo>
                  <a:cubicBezTo>
                    <a:pt x="1621" y="1148"/>
                    <a:pt x="1749" y="1112"/>
                    <a:pt x="1718" y="1037"/>
                  </a:cubicBezTo>
                  <a:cubicBezTo>
                    <a:pt x="1687" y="961"/>
                    <a:pt x="1636" y="890"/>
                    <a:pt x="1600" y="865"/>
                  </a:cubicBezTo>
                  <a:cubicBezTo>
                    <a:pt x="1600" y="865"/>
                    <a:pt x="1523" y="820"/>
                    <a:pt x="1522" y="767"/>
                  </a:cubicBezTo>
                  <a:cubicBezTo>
                    <a:pt x="1521" y="714"/>
                    <a:pt x="1540" y="657"/>
                    <a:pt x="1519" y="625"/>
                  </a:cubicBezTo>
                  <a:cubicBezTo>
                    <a:pt x="1498" y="592"/>
                    <a:pt x="1478" y="567"/>
                    <a:pt x="1472" y="548"/>
                  </a:cubicBezTo>
                  <a:close/>
                </a:path>
              </a:pathLst>
            </a:custGeom>
            <a:solidFill>
              <a:srgbClr val="9BBB59"/>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23" name="Freeform 6"/>
            <p:cNvSpPr>
              <a:spLocks/>
            </p:cNvSpPr>
            <p:nvPr/>
          </p:nvSpPr>
          <p:spPr bwMode="auto">
            <a:xfrm>
              <a:off x="3432087" y="3685293"/>
              <a:ext cx="1719791" cy="1182070"/>
            </a:xfrm>
            <a:custGeom>
              <a:avLst/>
              <a:gdLst/>
              <a:ahLst/>
              <a:cxnLst>
                <a:cxn ang="0">
                  <a:pos x="128" y="9"/>
                </a:cxn>
                <a:cxn ang="0">
                  <a:pos x="1021" y="320"/>
                </a:cxn>
                <a:cxn ang="0">
                  <a:pos x="1077" y="727"/>
                </a:cxn>
                <a:cxn ang="0">
                  <a:pos x="602" y="523"/>
                </a:cxn>
                <a:cxn ang="0">
                  <a:pos x="90" y="313"/>
                </a:cxn>
                <a:cxn ang="0">
                  <a:pos x="9" y="46"/>
                </a:cxn>
                <a:cxn ang="0">
                  <a:pos x="128" y="9"/>
                </a:cxn>
              </a:cxnLst>
              <a:rect l="0" t="0" r="r" b="b"/>
              <a:pathLst>
                <a:path w="1088" h="748">
                  <a:moveTo>
                    <a:pt x="128" y="9"/>
                  </a:moveTo>
                  <a:cubicBezTo>
                    <a:pt x="128" y="9"/>
                    <a:pt x="1003" y="225"/>
                    <a:pt x="1021" y="320"/>
                  </a:cubicBezTo>
                  <a:cubicBezTo>
                    <a:pt x="1040" y="415"/>
                    <a:pt x="1065" y="706"/>
                    <a:pt x="1077" y="727"/>
                  </a:cubicBezTo>
                  <a:cubicBezTo>
                    <a:pt x="1088" y="748"/>
                    <a:pt x="681" y="577"/>
                    <a:pt x="602" y="523"/>
                  </a:cubicBezTo>
                  <a:cubicBezTo>
                    <a:pt x="523" y="470"/>
                    <a:pt x="128" y="313"/>
                    <a:pt x="90" y="313"/>
                  </a:cubicBezTo>
                  <a:cubicBezTo>
                    <a:pt x="53" y="313"/>
                    <a:pt x="19" y="83"/>
                    <a:pt x="9" y="46"/>
                  </a:cubicBezTo>
                  <a:cubicBezTo>
                    <a:pt x="0" y="9"/>
                    <a:pt x="95" y="0"/>
                    <a:pt x="128" y="9"/>
                  </a:cubicBezTo>
                  <a:close/>
                </a:path>
              </a:pathLst>
            </a:custGeom>
            <a:solidFill>
              <a:srgbClr val="95A5A6">
                <a:lumMod val="50000"/>
                <a:lumOff val="50000"/>
              </a:srgb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grpSp>
          <p:nvGrpSpPr>
            <p:cNvPr id="24" name="Group 83"/>
            <p:cNvGrpSpPr/>
            <p:nvPr/>
          </p:nvGrpSpPr>
          <p:grpSpPr>
            <a:xfrm>
              <a:off x="3209660" y="1219112"/>
              <a:ext cx="1957123" cy="1900943"/>
              <a:chOff x="3209660" y="1219112"/>
              <a:chExt cx="1957123" cy="1900943"/>
            </a:xfrm>
            <a:solidFill>
              <a:sysClr val="window" lastClr="FFFFFF">
                <a:lumMod val="95000"/>
              </a:sysClr>
            </a:solidFill>
          </p:grpSpPr>
          <p:sp>
            <p:nvSpPr>
              <p:cNvPr id="25" name="Freeform 24"/>
              <p:cNvSpPr>
                <a:spLocks noEditPoints="1"/>
              </p:cNvSpPr>
              <p:nvPr/>
            </p:nvSpPr>
            <p:spPr bwMode="auto">
              <a:xfrm>
                <a:off x="4029428" y="1751101"/>
                <a:ext cx="440267" cy="465490"/>
              </a:xfrm>
              <a:custGeom>
                <a:avLst/>
                <a:gdLst/>
                <a:ahLst/>
                <a:cxnLst>
                  <a:cxn ang="0">
                    <a:pos x="277" y="97"/>
                  </a:cxn>
                  <a:cxn ang="0">
                    <a:pos x="264" y="70"/>
                  </a:cxn>
                  <a:cxn ang="0">
                    <a:pos x="253" y="70"/>
                  </a:cxn>
                  <a:cxn ang="0">
                    <a:pos x="214" y="86"/>
                  </a:cxn>
                  <a:cxn ang="0">
                    <a:pos x="168" y="55"/>
                  </a:cxn>
                  <a:cxn ang="0">
                    <a:pos x="168" y="13"/>
                  </a:cxn>
                  <a:cxn ang="0">
                    <a:pos x="164" y="2"/>
                  </a:cxn>
                  <a:cxn ang="0">
                    <a:pos x="135" y="0"/>
                  </a:cxn>
                  <a:cxn ang="0">
                    <a:pos x="129" y="10"/>
                  </a:cxn>
                  <a:cxn ang="0">
                    <a:pos x="124" y="52"/>
                  </a:cxn>
                  <a:cxn ang="0">
                    <a:pos x="74" y="76"/>
                  </a:cxn>
                  <a:cxn ang="0">
                    <a:pos x="37" y="55"/>
                  </a:cxn>
                  <a:cxn ang="0">
                    <a:pos x="26" y="53"/>
                  </a:cxn>
                  <a:cxn ang="0">
                    <a:pos x="10" y="78"/>
                  </a:cxn>
                  <a:cxn ang="0">
                    <a:pos x="16" y="87"/>
                  </a:cxn>
                  <a:cxn ang="0">
                    <a:pos x="49" y="113"/>
                  </a:cxn>
                  <a:cxn ang="0">
                    <a:pos x="43" y="140"/>
                  </a:cxn>
                  <a:cxn ang="0">
                    <a:pos x="45" y="168"/>
                  </a:cxn>
                  <a:cxn ang="0">
                    <a:pos x="8" y="189"/>
                  </a:cxn>
                  <a:cxn ang="0">
                    <a:pos x="1" y="198"/>
                  </a:cxn>
                  <a:cxn ang="0">
                    <a:pos x="14" y="225"/>
                  </a:cxn>
                  <a:cxn ang="0">
                    <a:pos x="25" y="224"/>
                  </a:cxn>
                  <a:cxn ang="0">
                    <a:pos x="64" y="208"/>
                  </a:cxn>
                  <a:cxn ang="0">
                    <a:pos x="110" y="239"/>
                  </a:cxn>
                  <a:cxn ang="0">
                    <a:pos x="110" y="282"/>
                  </a:cxn>
                  <a:cxn ang="0">
                    <a:pos x="114" y="292"/>
                  </a:cxn>
                  <a:cxn ang="0">
                    <a:pos x="143" y="294"/>
                  </a:cxn>
                  <a:cxn ang="0">
                    <a:pos x="149" y="284"/>
                  </a:cxn>
                  <a:cxn ang="0">
                    <a:pos x="154" y="243"/>
                  </a:cxn>
                  <a:cxn ang="0">
                    <a:pos x="205" y="218"/>
                  </a:cxn>
                  <a:cxn ang="0">
                    <a:pos x="241" y="240"/>
                  </a:cxn>
                  <a:cxn ang="0">
                    <a:pos x="252" y="242"/>
                  </a:cxn>
                  <a:cxn ang="0">
                    <a:pos x="269" y="217"/>
                  </a:cxn>
                  <a:cxn ang="0">
                    <a:pos x="263" y="207"/>
                  </a:cxn>
                  <a:cxn ang="0">
                    <a:pos x="229" y="182"/>
                  </a:cxn>
                  <a:cxn ang="0">
                    <a:pos x="235" y="154"/>
                  </a:cxn>
                  <a:cxn ang="0">
                    <a:pos x="233" y="126"/>
                  </a:cxn>
                  <a:cxn ang="0">
                    <a:pos x="270" y="105"/>
                  </a:cxn>
                  <a:cxn ang="0">
                    <a:pos x="277" y="97"/>
                  </a:cxn>
                  <a:cxn ang="0">
                    <a:pos x="139" y="222"/>
                  </a:cxn>
                  <a:cxn ang="0">
                    <a:pos x="65" y="147"/>
                  </a:cxn>
                  <a:cxn ang="0">
                    <a:pos x="139" y="73"/>
                  </a:cxn>
                  <a:cxn ang="0">
                    <a:pos x="214" y="147"/>
                  </a:cxn>
                  <a:cxn ang="0">
                    <a:pos x="139" y="222"/>
                  </a:cxn>
                </a:cxnLst>
                <a:rect l="0" t="0" r="r" b="b"/>
                <a:pathLst>
                  <a:path w="278" h="295">
                    <a:moveTo>
                      <a:pt x="277" y="97"/>
                    </a:moveTo>
                    <a:cubicBezTo>
                      <a:pt x="264" y="70"/>
                      <a:pt x="264" y="70"/>
                      <a:pt x="264" y="70"/>
                    </a:cubicBezTo>
                    <a:cubicBezTo>
                      <a:pt x="263" y="68"/>
                      <a:pt x="258" y="68"/>
                      <a:pt x="253" y="70"/>
                    </a:cubicBezTo>
                    <a:cubicBezTo>
                      <a:pt x="214" y="86"/>
                      <a:pt x="214" y="86"/>
                      <a:pt x="214" y="86"/>
                    </a:cubicBezTo>
                    <a:cubicBezTo>
                      <a:pt x="202" y="72"/>
                      <a:pt x="186" y="61"/>
                      <a:pt x="168" y="55"/>
                    </a:cubicBezTo>
                    <a:cubicBezTo>
                      <a:pt x="168" y="13"/>
                      <a:pt x="168" y="13"/>
                      <a:pt x="168" y="13"/>
                    </a:cubicBezTo>
                    <a:cubicBezTo>
                      <a:pt x="168" y="8"/>
                      <a:pt x="167" y="3"/>
                      <a:pt x="164" y="2"/>
                    </a:cubicBezTo>
                    <a:cubicBezTo>
                      <a:pt x="135" y="0"/>
                      <a:pt x="135" y="0"/>
                      <a:pt x="135" y="0"/>
                    </a:cubicBezTo>
                    <a:cubicBezTo>
                      <a:pt x="133" y="0"/>
                      <a:pt x="130" y="5"/>
                      <a:pt x="129" y="10"/>
                    </a:cubicBezTo>
                    <a:cubicBezTo>
                      <a:pt x="124" y="52"/>
                      <a:pt x="124" y="52"/>
                      <a:pt x="124" y="52"/>
                    </a:cubicBezTo>
                    <a:cubicBezTo>
                      <a:pt x="105" y="55"/>
                      <a:pt x="87" y="64"/>
                      <a:pt x="74" y="76"/>
                    </a:cubicBezTo>
                    <a:cubicBezTo>
                      <a:pt x="37" y="55"/>
                      <a:pt x="37" y="55"/>
                      <a:pt x="37" y="55"/>
                    </a:cubicBezTo>
                    <a:cubicBezTo>
                      <a:pt x="33" y="52"/>
                      <a:pt x="28" y="51"/>
                      <a:pt x="26" y="53"/>
                    </a:cubicBezTo>
                    <a:cubicBezTo>
                      <a:pt x="10" y="78"/>
                      <a:pt x="10" y="78"/>
                      <a:pt x="10" y="78"/>
                    </a:cubicBezTo>
                    <a:cubicBezTo>
                      <a:pt x="8" y="79"/>
                      <a:pt x="11" y="84"/>
                      <a:pt x="16" y="87"/>
                    </a:cubicBezTo>
                    <a:cubicBezTo>
                      <a:pt x="49" y="113"/>
                      <a:pt x="49" y="113"/>
                      <a:pt x="49" y="113"/>
                    </a:cubicBezTo>
                    <a:cubicBezTo>
                      <a:pt x="46" y="121"/>
                      <a:pt x="44" y="131"/>
                      <a:pt x="43" y="140"/>
                    </a:cubicBezTo>
                    <a:cubicBezTo>
                      <a:pt x="42" y="150"/>
                      <a:pt x="43" y="159"/>
                      <a:pt x="45" y="168"/>
                    </a:cubicBezTo>
                    <a:cubicBezTo>
                      <a:pt x="8" y="189"/>
                      <a:pt x="8" y="189"/>
                      <a:pt x="8" y="189"/>
                    </a:cubicBezTo>
                    <a:cubicBezTo>
                      <a:pt x="3" y="192"/>
                      <a:pt x="0" y="196"/>
                      <a:pt x="1" y="198"/>
                    </a:cubicBezTo>
                    <a:cubicBezTo>
                      <a:pt x="14" y="225"/>
                      <a:pt x="14" y="225"/>
                      <a:pt x="14" y="225"/>
                    </a:cubicBezTo>
                    <a:cubicBezTo>
                      <a:pt x="15" y="227"/>
                      <a:pt x="20" y="226"/>
                      <a:pt x="25" y="224"/>
                    </a:cubicBezTo>
                    <a:cubicBezTo>
                      <a:pt x="64" y="208"/>
                      <a:pt x="64" y="208"/>
                      <a:pt x="64" y="208"/>
                    </a:cubicBezTo>
                    <a:cubicBezTo>
                      <a:pt x="76" y="223"/>
                      <a:pt x="92" y="234"/>
                      <a:pt x="110" y="239"/>
                    </a:cubicBezTo>
                    <a:cubicBezTo>
                      <a:pt x="110" y="282"/>
                      <a:pt x="110" y="282"/>
                      <a:pt x="110" y="282"/>
                    </a:cubicBezTo>
                    <a:cubicBezTo>
                      <a:pt x="110" y="287"/>
                      <a:pt x="112" y="292"/>
                      <a:pt x="114" y="292"/>
                    </a:cubicBezTo>
                    <a:cubicBezTo>
                      <a:pt x="143" y="294"/>
                      <a:pt x="143" y="294"/>
                      <a:pt x="143" y="294"/>
                    </a:cubicBezTo>
                    <a:cubicBezTo>
                      <a:pt x="146" y="295"/>
                      <a:pt x="148" y="290"/>
                      <a:pt x="149" y="284"/>
                    </a:cubicBezTo>
                    <a:cubicBezTo>
                      <a:pt x="154" y="243"/>
                      <a:pt x="154" y="243"/>
                      <a:pt x="154" y="243"/>
                    </a:cubicBezTo>
                    <a:cubicBezTo>
                      <a:pt x="173" y="240"/>
                      <a:pt x="191" y="231"/>
                      <a:pt x="205" y="218"/>
                    </a:cubicBezTo>
                    <a:cubicBezTo>
                      <a:pt x="241" y="240"/>
                      <a:pt x="241" y="240"/>
                      <a:pt x="241" y="240"/>
                    </a:cubicBezTo>
                    <a:cubicBezTo>
                      <a:pt x="246" y="243"/>
                      <a:pt x="251" y="243"/>
                      <a:pt x="252" y="242"/>
                    </a:cubicBezTo>
                    <a:cubicBezTo>
                      <a:pt x="269" y="217"/>
                      <a:pt x="269" y="217"/>
                      <a:pt x="269" y="217"/>
                    </a:cubicBezTo>
                    <a:cubicBezTo>
                      <a:pt x="270" y="215"/>
                      <a:pt x="267" y="211"/>
                      <a:pt x="263" y="207"/>
                    </a:cubicBezTo>
                    <a:cubicBezTo>
                      <a:pt x="229" y="182"/>
                      <a:pt x="229" y="182"/>
                      <a:pt x="229" y="182"/>
                    </a:cubicBezTo>
                    <a:cubicBezTo>
                      <a:pt x="233" y="173"/>
                      <a:pt x="235" y="164"/>
                      <a:pt x="235" y="154"/>
                    </a:cubicBezTo>
                    <a:cubicBezTo>
                      <a:pt x="236" y="145"/>
                      <a:pt x="235" y="135"/>
                      <a:pt x="233" y="126"/>
                    </a:cubicBezTo>
                    <a:cubicBezTo>
                      <a:pt x="270" y="105"/>
                      <a:pt x="270" y="105"/>
                      <a:pt x="270" y="105"/>
                    </a:cubicBezTo>
                    <a:cubicBezTo>
                      <a:pt x="275" y="103"/>
                      <a:pt x="278" y="99"/>
                      <a:pt x="277" y="97"/>
                    </a:cubicBezTo>
                    <a:close/>
                    <a:moveTo>
                      <a:pt x="139" y="222"/>
                    </a:moveTo>
                    <a:cubicBezTo>
                      <a:pt x="98" y="222"/>
                      <a:pt x="65" y="189"/>
                      <a:pt x="65" y="147"/>
                    </a:cubicBezTo>
                    <a:cubicBezTo>
                      <a:pt x="65" y="106"/>
                      <a:pt x="98" y="73"/>
                      <a:pt x="139" y="73"/>
                    </a:cubicBezTo>
                    <a:cubicBezTo>
                      <a:pt x="180" y="73"/>
                      <a:pt x="214" y="106"/>
                      <a:pt x="214" y="147"/>
                    </a:cubicBezTo>
                    <a:cubicBezTo>
                      <a:pt x="214" y="189"/>
                      <a:pt x="180" y="222"/>
                      <a:pt x="139" y="22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26" name="Freeform 25"/>
              <p:cNvSpPr>
                <a:spLocks noEditPoints="1"/>
              </p:cNvSpPr>
              <p:nvPr/>
            </p:nvSpPr>
            <p:spPr bwMode="auto">
              <a:xfrm>
                <a:off x="4139494" y="1872633"/>
                <a:ext cx="221280" cy="222426"/>
              </a:xfrm>
              <a:custGeom>
                <a:avLst/>
                <a:gdLst/>
                <a:ahLst/>
                <a:cxnLst>
                  <a:cxn ang="0">
                    <a:pos x="70" y="0"/>
                  </a:cxn>
                  <a:cxn ang="0">
                    <a:pos x="0" y="70"/>
                  </a:cxn>
                  <a:cxn ang="0">
                    <a:pos x="70" y="141"/>
                  </a:cxn>
                  <a:cxn ang="0">
                    <a:pos x="140" y="70"/>
                  </a:cxn>
                  <a:cxn ang="0">
                    <a:pos x="70" y="0"/>
                  </a:cxn>
                  <a:cxn ang="0">
                    <a:pos x="94" y="31"/>
                  </a:cxn>
                  <a:cxn ang="0">
                    <a:pos x="109" y="31"/>
                  </a:cxn>
                  <a:cxn ang="0">
                    <a:pos x="109" y="46"/>
                  </a:cxn>
                  <a:cxn ang="0">
                    <a:pos x="94" y="46"/>
                  </a:cxn>
                  <a:cxn ang="0">
                    <a:pos x="94" y="31"/>
                  </a:cxn>
                  <a:cxn ang="0">
                    <a:pos x="70" y="15"/>
                  </a:cxn>
                  <a:cxn ang="0">
                    <a:pos x="80" y="26"/>
                  </a:cxn>
                  <a:cxn ang="0">
                    <a:pos x="70" y="36"/>
                  </a:cxn>
                  <a:cxn ang="0">
                    <a:pos x="60" y="26"/>
                  </a:cxn>
                  <a:cxn ang="0">
                    <a:pos x="70" y="15"/>
                  </a:cxn>
                  <a:cxn ang="0">
                    <a:pos x="31" y="31"/>
                  </a:cxn>
                  <a:cxn ang="0">
                    <a:pos x="46" y="31"/>
                  </a:cxn>
                  <a:cxn ang="0">
                    <a:pos x="46" y="46"/>
                  </a:cxn>
                  <a:cxn ang="0">
                    <a:pos x="31" y="46"/>
                  </a:cxn>
                  <a:cxn ang="0">
                    <a:pos x="31" y="31"/>
                  </a:cxn>
                  <a:cxn ang="0">
                    <a:pos x="15" y="70"/>
                  </a:cxn>
                  <a:cxn ang="0">
                    <a:pos x="25" y="60"/>
                  </a:cxn>
                  <a:cxn ang="0">
                    <a:pos x="36" y="70"/>
                  </a:cxn>
                  <a:cxn ang="0">
                    <a:pos x="25" y="81"/>
                  </a:cxn>
                  <a:cxn ang="0">
                    <a:pos x="15" y="70"/>
                  </a:cxn>
                  <a:cxn ang="0">
                    <a:pos x="46" y="109"/>
                  </a:cxn>
                  <a:cxn ang="0">
                    <a:pos x="31" y="109"/>
                  </a:cxn>
                  <a:cxn ang="0">
                    <a:pos x="31" y="95"/>
                  </a:cxn>
                  <a:cxn ang="0">
                    <a:pos x="46" y="95"/>
                  </a:cxn>
                  <a:cxn ang="0">
                    <a:pos x="46" y="109"/>
                  </a:cxn>
                  <a:cxn ang="0">
                    <a:pos x="70" y="125"/>
                  </a:cxn>
                  <a:cxn ang="0">
                    <a:pos x="60" y="115"/>
                  </a:cxn>
                  <a:cxn ang="0">
                    <a:pos x="70" y="105"/>
                  </a:cxn>
                  <a:cxn ang="0">
                    <a:pos x="80" y="115"/>
                  </a:cxn>
                  <a:cxn ang="0">
                    <a:pos x="70" y="125"/>
                  </a:cxn>
                  <a:cxn ang="0">
                    <a:pos x="70" y="97"/>
                  </a:cxn>
                  <a:cxn ang="0">
                    <a:pos x="44" y="70"/>
                  </a:cxn>
                  <a:cxn ang="0">
                    <a:pos x="70" y="44"/>
                  </a:cxn>
                  <a:cxn ang="0">
                    <a:pos x="96" y="70"/>
                  </a:cxn>
                  <a:cxn ang="0">
                    <a:pos x="70" y="97"/>
                  </a:cxn>
                  <a:cxn ang="0">
                    <a:pos x="109" y="109"/>
                  </a:cxn>
                  <a:cxn ang="0">
                    <a:pos x="94" y="109"/>
                  </a:cxn>
                  <a:cxn ang="0">
                    <a:pos x="94" y="95"/>
                  </a:cxn>
                  <a:cxn ang="0">
                    <a:pos x="109" y="95"/>
                  </a:cxn>
                  <a:cxn ang="0">
                    <a:pos x="109" y="109"/>
                  </a:cxn>
                  <a:cxn ang="0">
                    <a:pos x="115" y="81"/>
                  </a:cxn>
                  <a:cxn ang="0">
                    <a:pos x="104" y="70"/>
                  </a:cxn>
                  <a:cxn ang="0">
                    <a:pos x="115" y="60"/>
                  </a:cxn>
                  <a:cxn ang="0">
                    <a:pos x="125" y="70"/>
                  </a:cxn>
                  <a:cxn ang="0">
                    <a:pos x="115" y="81"/>
                  </a:cxn>
                </a:cxnLst>
                <a:rect l="0" t="0" r="r" b="b"/>
                <a:pathLst>
                  <a:path w="140" h="141">
                    <a:moveTo>
                      <a:pt x="70" y="0"/>
                    </a:moveTo>
                    <a:cubicBezTo>
                      <a:pt x="31" y="0"/>
                      <a:pt x="0" y="32"/>
                      <a:pt x="0" y="70"/>
                    </a:cubicBezTo>
                    <a:cubicBezTo>
                      <a:pt x="0" y="109"/>
                      <a:pt x="31" y="141"/>
                      <a:pt x="70" y="141"/>
                    </a:cubicBezTo>
                    <a:cubicBezTo>
                      <a:pt x="109" y="141"/>
                      <a:pt x="140" y="109"/>
                      <a:pt x="140" y="70"/>
                    </a:cubicBezTo>
                    <a:cubicBezTo>
                      <a:pt x="140" y="32"/>
                      <a:pt x="109" y="0"/>
                      <a:pt x="70" y="0"/>
                    </a:cubicBezTo>
                    <a:close/>
                    <a:moveTo>
                      <a:pt x="94" y="31"/>
                    </a:moveTo>
                    <a:cubicBezTo>
                      <a:pt x="98" y="27"/>
                      <a:pt x="105" y="27"/>
                      <a:pt x="109" y="31"/>
                    </a:cubicBezTo>
                    <a:cubicBezTo>
                      <a:pt x="113" y="36"/>
                      <a:pt x="113" y="42"/>
                      <a:pt x="109" y="46"/>
                    </a:cubicBezTo>
                    <a:cubicBezTo>
                      <a:pt x="105" y="50"/>
                      <a:pt x="98" y="50"/>
                      <a:pt x="94" y="46"/>
                    </a:cubicBezTo>
                    <a:cubicBezTo>
                      <a:pt x="90" y="42"/>
                      <a:pt x="90" y="36"/>
                      <a:pt x="94" y="31"/>
                    </a:cubicBezTo>
                    <a:close/>
                    <a:moveTo>
                      <a:pt x="70" y="15"/>
                    </a:moveTo>
                    <a:cubicBezTo>
                      <a:pt x="76" y="15"/>
                      <a:pt x="80" y="20"/>
                      <a:pt x="80" y="26"/>
                    </a:cubicBezTo>
                    <a:cubicBezTo>
                      <a:pt x="80" y="31"/>
                      <a:pt x="76" y="36"/>
                      <a:pt x="70" y="36"/>
                    </a:cubicBezTo>
                    <a:cubicBezTo>
                      <a:pt x="64" y="36"/>
                      <a:pt x="60" y="31"/>
                      <a:pt x="60" y="26"/>
                    </a:cubicBezTo>
                    <a:cubicBezTo>
                      <a:pt x="60" y="20"/>
                      <a:pt x="64" y="15"/>
                      <a:pt x="70" y="15"/>
                    </a:cubicBezTo>
                    <a:close/>
                    <a:moveTo>
                      <a:pt x="31" y="31"/>
                    </a:moveTo>
                    <a:cubicBezTo>
                      <a:pt x="35" y="27"/>
                      <a:pt x="42" y="27"/>
                      <a:pt x="46" y="31"/>
                    </a:cubicBezTo>
                    <a:cubicBezTo>
                      <a:pt x="50" y="36"/>
                      <a:pt x="50" y="42"/>
                      <a:pt x="46" y="46"/>
                    </a:cubicBezTo>
                    <a:cubicBezTo>
                      <a:pt x="42" y="50"/>
                      <a:pt x="35" y="50"/>
                      <a:pt x="31" y="46"/>
                    </a:cubicBezTo>
                    <a:cubicBezTo>
                      <a:pt x="27" y="42"/>
                      <a:pt x="27" y="36"/>
                      <a:pt x="31" y="31"/>
                    </a:cubicBezTo>
                    <a:close/>
                    <a:moveTo>
                      <a:pt x="15" y="70"/>
                    </a:moveTo>
                    <a:cubicBezTo>
                      <a:pt x="15" y="65"/>
                      <a:pt x="20" y="60"/>
                      <a:pt x="25" y="60"/>
                    </a:cubicBezTo>
                    <a:cubicBezTo>
                      <a:pt x="31" y="60"/>
                      <a:pt x="36" y="65"/>
                      <a:pt x="36" y="70"/>
                    </a:cubicBezTo>
                    <a:cubicBezTo>
                      <a:pt x="36" y="76"/>
                      <a:pt x="31" y="81"/>
                      <a:pt x="25" y="81"/>
                    </a:cubicBezTo>
                    <a:cubicBezTo>
                      <a:pt x="20" y="81"/>
                      <a:pt x="15" y="76"/>
                      <a:pt x="15" y="70"/>
                    </a:cubicBezTo>
                    <a:close/>
                    <a:moveTo>
                      <a:pt x="46" y="109"/>
                    </a:moveTo>
                    <a:cubicBezTo>
                      <a:pt x="42" y="113"/>
                      <a:pt x="35" y="113"/>
                      <a:pt x="31" y="109"/>
                    </a:cubicBezTo>
                    <a:cubicBezTo>
                      <a:pt x="27" y="105"/>
                      <a:pt x="27" y="99"/>
                      <a:pt x="31" y="95"/>
                    </a:cubicBezTo>
                    <a:cubicBezTo>
                      <a:pt x="35" y="91"/>
                      <a:pt x="42" y="91"/>
                      <a:pt x="46" y="95"/>
                    </a:cubicBezTo>
                    <a:cubicBezTo>
                      <a:pt x="50" y="99"/>
                      <a:pt x="50" y="105"/>
                      <a:pt x="46" y="109"/>
                    </a:cubicBezTo>
                    <a:close/>
                    <a:moveTo>
                      <a:pt x="70" y="125"/>
                    </a:moveTo>
                    <a:cubicBezTo>
                      <a:pt x="64" y="125"/>
                      <a:pt x="60" y="121"/>
                      <a:pt x="60" y="115"/>
                    </a:cubicBezTo>
                    <a:cubicBezTo>
                      <a:pt x="60" y="109"/>
                      <a:pt x="64" y="105"/>
                      <a:pt x="70" y="105"/>
                    </a:cubicBezTo>
                    <a:cubicBezTo>
                      <a:pt x="76" y="105"/>
                      <a:pt x="80" y="109"/>
                      <a:pt x="80" y="115"/>
                    </a:cubicBezTo>
                    <a:cubicBezTo>
                      <a:pt x="80" y="121"/>
                      <a:pt x="76" y="125"/>
                      <a:pt x="70" y="125"/>
                    </a:cubicBezTo>
                    <a:close/>
                    <a:moveTo>
                      <a:pt x="70" y="97"/>
                    </a:moveTo>
                    <a:cubicBezTo>
                      <a:pt x="56" y="97"/>
                      <a:pt x="44" y="85"/>
                      <a:pt x="44" y="70"/>
                    </a:cubicBezTo>
                    <a:cubicBezTo>
                      <a:pt x="44" y="56"/>
                      <a:pt x="56" y="44"/>
                      <a:pt x="70" y="44"/>
                    </a:cubicBezTo>
                    <a:cubicBezTo>
                      <a:pt x="85" y="44"/>
                      <a:pt x="96" y="56"/>
                      <a:pt x="96" y="70"/>
                    </a:cubicBezTo>
                    <a:cubicBezTo>
                      <a:pt x="96" y="85"/>
                      <a:pt x="85" y="97"/>
                      <a:pt x="70" y="97"/>
                    </a:cubicBezTo>
                    <a:close/>
                    <a:moveTo>
                      <a:pt x="109" y="109"/>
                    </a:moveTo>
                    <a:cubicBezTo>
                      <a:pt x="105" y="113"/>
                      <a:pt x="98" y="113"/>
                      <a:pt x="94" y="109"/>
                    </a:cubicBezTo>
                    <a:cubicBezTo>
                      <a:pt x="90" y="105"/>
                      <a:pt x="90" y="99"/>
                      <a:pt x="94" y="95"/>
                    </a:cubicBezTo>
                    <a:cubicBezTo>
                      <a:pt x="98" y="91"/>
                      <a:pt x="105" y="91"/>
                      <a:pt x="109" y="95"/>
                    </a:cubicBezTo>
                    <a:cubicBezTo>
                      <a:pt x="113" y="99"/>
                      <a:pt x="113" y="105"/>
                      <a:pt x="109" y="109"/>
                    </a:cubicBezTo>
                    <a:close/>
                    <a:moveTo>
                      <a:pt x="115" y="81"/>
                    </a:moveTo>
                    <a:cubicBezTo>
                      <a:pt x="109" y="81"/>
                      <a:pt x="104" y="76"/>
                      <a:pt x="104" y="70"/>
                    </a:cubicBezTo>
                    <a:cubicBezTo>
                      <a:pt x="104" y="65"/>
                      <a:pt x="109" y="60"/>
                      <a:pt x="115" y="60"/>
                    </a:cubicBezTo>
                    <a:cubicBezTo>
                      <a:pt x="120" y="60"/>
                      <a:pt x="125" y="65"/>
                      <a:pt x="125" y="70"/>
                    </a:cubicBezTo>
                    <a:cubicBezTo>
                      <a:pt x="125" y="76"/>
                      <a:pt x="120" y="81"/>
                      <a:pt x="115" y="8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27" name="Oval 26"/>
              <p:cNvSpPr>
                <a:spLocks noChangeArrowheads="1"/>
              </p:cNvSpPr>
              <p:nvPr/>
            </p:nvSpPr>
            <p:spPr bwMode="auto">
              <a:xfrm>
                <a:off x="4224337" y="1959769"/>
                <a:ext cx="50447" cy="48154"/>
              </a:xfrm>
              <a:prstGeom prst="ellipse">
                <a:avLst/>
              </a:pr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28" name="Freeform 27"/>
              <p:cNvSpPr>
                <a:spLocks noEditPoints="1"/>
              </p:cNvSpPr>
              <p:nvPr/>
            </p:nvSpPr>
            <p:spPr bwMode="auto">
              <a:xfrm>
                <a:off x="3843690" y="2655711"/>
                <a:ext cx="465490" cy="464344"/>
              </a:xfrm>
              <a:custGeom>
                <a:avLst/>
                <a:gdLst/>
                <a:ahLst/>
                <a:cxnLst>
                  <a:cxn ang="0">
                    <a:pos x="283" y="89"/>
                  </a:cxn>
                  <a:cxn ang="0">
                    <a:pos x="261" y="91"/>
                  </a:cxn>
                  <a:cxn ang="0">
                    <a:pos x="252" y="47"/>
                  </a:cxn>
                  <a:cxn ang="0">
                    <a:pos x="237" y="30"/>
                  </a:cxn>
                  <a:cxn ang="0">
                    <a:pos x="218" y="42"/>
                  </a:cxn>
                  <a:cxn ang="0">
                    <a:pos x="200" y="12"/>
                  </a:cxn>
                  <a:cxn ang="0">
                    <a:pos x="179" y="3"/>
                  </a:cxn>
                  <a:cxn ang="0">
                    <a:pos x="167" y="22"/>
                  </a:cxn>
                  <a:cxn ang="0">
                    <a:pos x="137" y="3"/>
                  </a:cxn>
                  <a:cxn ang="0">
                    <a:pos x="114" y="4"/>
                  </a:cxn>
                  <a:cxn ang="0">
                    <a:pos x="112" y="26"/>
                  </a:cxn>
                  <a:cxn ang="0">
                    <a:pos x="77" y="21"/>
                  </a:cxn>
                  <a:cxn ang="0">
                    <a:pos x="57" y="31"/>
                  </a:cxn>
                  <a:cxn ang="0">
                    <a:pos x="64" y="52"/>
                  </a:cxn>
                  <a:cxn ang="0">
                    <a:pos x="30" y="63"/>
                  </a:cxn>
                  <a:cxn ang="0">
                    <a:pos x="16" y="80"/>
                  </a:cxn>
                  <a:cxn ang="0">
                    <a:pos x="32" y="96"/>
                  </a:cxn>
                  <a:cxn ang="0">
                    <a:pos x="5" y="120"/>
                  </a:cxn>
                  <a:cxn ang="0">
                    <a:pos x="0" y="142"/>
                  </a:cxn>
                  <a:cxn ang="0">
                    <a:pos x="21" y="150"/>
                  </a:cxn>
                  <a:cxn ang="0">
                    <a:pos x="24" y="174"/>
                  </a:cxn>
                  <a:cxn ang="0">
                    <a:pos x="6" y="187"/>
                  </a:cxn>
                  <a:cxn ang="0">
                    <a:pos x="16" y="207"/>
                  </a:cxn>
                  <a:cxn ang="0">
                    <a:pos x="54" y="232"/>
                  </a:cxn>
                  <a:cxn ang="0">
                    <a:pos x="44" y="252"/>
                  </a:cxn>
                  <a:cxn ang="0">
                    <a:pos x="63" y="265"/>
                  </a:cxn>
                  <a:cxn ang="0">
                    <a:pos x="98" y="264"/>
                  </a:cxn>
                  <a:cxn ang="0">
                    <a:pos x="98" y="286"/>
                  </a:cxn>
                  <a:cxn ang="0">
                    <a:pos x="120" y="290"/>
                  </a:cxn>
                  <a:cxn ang="0">
                    <a:pos x="153" y="274"/>
                  </a:cxn>
                  <a:cxn ang="0">
                    <a:pos x="162" y="294"/>
                  </a:cxn>
                  <a:cxn ang="0">
                    <a:pos x="184" y="288"/>
                  </a:cxn>
                  <a:cxn ang="0">
                    <a:pos x="206" y="260"/>
                  </a:cxn>
                  <a:cxn ang="0">
                    <a:pos x="223" y="274"/>
                  </a:cxn>
                  <a:cxn ang="0">
                    <a:pos x="240" y="259"/>
                  </a:cxn>
                  <a:cxn ang="0">
                    <a:pos x="248" y="225"/>
                  </a:cxn>
                  <a:cxn ang="0">
                    <a:pos x="269" y="230"/>
                  </a:cxn>
                  <a:cxn ang="0">
                    <a:pos x="278" y="210"/>
                  </a:cxn>
                  <a:cxn ang="0">
                    <a:pos x="271" y="175"/>
                  </a:cxn>
                  <a:cxn ang="0">
                    <a:pos x="293" y="171"/>
                  </a:cxn>
                  <a:cxn ang="0">
                    <a:pos x="293" y="149"/>
                  </a:cxn>
                  <a:cxn ang="0">
                    <a:pos x="273" y="127"/>
                  </a:cxn>
                  <a:cxn ang="0">
                    <a:pos x="288" y="111"/>
                  </a:cxn>
                  <a:cxn ang="0">
                    <a:pos x="215" y="228"/>
                  </a:cxn>
                  <a:cxn ang="0">
                    <a:pos x="175" y="248"/>
                  </a:cxn>
                  <a:cxn ang="0">
                    <a:pos x="154" y="252"/>
                  </a:cxn>
                  <a:cxn ang="0">
                    <a:pos x="109" y="245"/>
                  </a:cxn>
                  <a:cxn ang="0">
                    <a:pos x="66" y="212"/>
                  </a:cxn>
                  <a:cxn ang="0">
                    <a:pos x="46" y="171"/>
                  </a:cxn>
                  <a:cxn ang="0">
                    <a:pos x="43" y="147"/>
                  </a:cxn>
                  <a:cxn ang="0">
                    <a:pos x="53" y="103"/>
                  </a:cxn>
                  <a:cxn ang="0">
                    <a:pos x="81" y="67"/>
                  </a:cxn>
                  <a:cxn ang="0">
                    <a:pos x="121" y="46"/>
                  </a:cxn>
                  <a:cxn ang="0">
                    <a:pos x="142" y="43"/>
                  </a:cxn>
                  <a:cxn ang="0">
                    <a:pos x="186" y="50"/>
                  </a:cxn>
                  <a:cxn ang="0">
                    <a:pos x="230" y="82"/>
                  </a:cxn>
                  <a:cxn ang="0">
                    <a:pos x="250" y="123"/>
                  </a:cxn>
                  <a:cxn ang="0">
                    <a:pos x="252" y="147"/>
                  </a:cxn>
                  <a:cxn ang="0">
                    <a:pos x="243" y="192"/>
                  </a:cxn>
                  <a:cxn ang="0">
                    <a:pos x="215" y="228"/>
                  </a:cxn>
                </a:cxnLst>
                <a:rect l="0" t="0" r="r" b="b"/>
                <a:pathLst>
                  <a:path w="295" h="294">
                    <a:moveTo>
                      <a:pt x="290" y="108"/>
                    </a:moveTo>
                    <a:cubicBezTo>
                      <a:pt x="283" y="89"/>
                      <a:pt x="283" y="89"/>
                      <a:pt x="283" y="89"/>
                    </a:cubicBezTo>
                    <a:cubicBezTo>
                      <a:pt x="283" y="88"/>
                      <a:pt x="281" y="87"/>
                      <a:pt x="280" y="87"/>
                    </a:cubicBezTo>
                    <a:cubicBezTo>
                      <a:pt x="261" y="91"/>
                      <a:pt x="261" y="91"/>
                      <a:pt x="261" y="91"/>
                    </a:cubicBezTo>
                    <a:cubicBezTo>
                      <a:pt x="256" y="81"/>
                      <a:pt x="250" y="71"/>
                      <a:pt x="242" y="63"/>
                    </a:cubicBezTo>
                    <a:cubicBezTo>
                      <a:pt x="252" y="47"/>
                      <a:pt x="252" y="47"/>
                      <a:pt x="252" y="47"/>
                    </a:cubicBezTo>
                    <a:cubicBezTo>
                      <a:pt x="253" y="45"/>
                      <a:pt x="253" y="43"/>
                      <a:pt x="252" y="42"/>
                    </a:cubicBezTo>
                    <a:cubicBezTo>
                      <a:pt x="237" y="30"/>
                      <a:pt x="237" y="30"/>
                      <a:pt x="237" y="30"/>
                    </a:cubicBezTo>
                    <a:cubicBezTo>
                      <a:pt x="236" y="29"/>
                      <a:pt x="234" y="29"/>
                      <a:pt x="233" y="30"/>
                    </a:cubicBezTo>
                    <a:cubicBezTo>
                      <a:pt x="218" y="42"/>
                      <a:pt x="218" y="42"/>
                      <a:pt x="218" y="42"/>
                    </a:cubicBezTo>
                    <a:cubicBezTo>
                      <a:pt x="212" y="38"/>
                      <a:pt x="205" y="34"/>
                      <a:pt x="197" y="31"/>
                    </a:cubicBezTo>
                    <a:cubicBezTo>
                      <a:pt x="200" y="12"/>
                      <a:pt x="200" y="12"/>
                      <a:pt x="200" y="12"/>
                    </a:cubicBezTo>
                    <a:cubicBezTo>
                      <a:pt x="200" y="10"/>
                      <a:pt x="199" y="9"/>
                      <a:pt x="198" y="8"/>
                    </a:cubicBezTo>
                    <a:cubicBezTo>
                      <a:pt x="179" y="3"/>
                      <a:pt x="179" y="3"/>
                      <a:pt x="179" y="3"/>
                    </a:cubicBezTo>
                    <a:cubicBezTo>
                      <a:pt x="178" y="3"/>
                      <a:pt x="176" y="4"/>
                      <a:pt x="175" y="5"/>
                    </a:cubicBezTo>
                    <a:cubicBezTo>
                      <a:pt x="167" y="22"/>
                      <a:pt x="167" y="22"/>
                      <a:pt x="167" y="22"/>
                    </a:cubicBezTo>
                    <a:cubicBezTo>
                      <a:pt x="159" y="21"/>
                      <a:pt x="151" y="20"/>
                      <a:pt x="143" y="21"/>
                    </a:cubicBezTo>
                    <a:cubicBezTo>
                      <a:pt x="137" y="3"/>
                      <a:pt x="137" y="3"/>
                      <a:pt x="137" y="3"/>
                    </a:cubicBezTo>
                    <a:cubicBezTo>
                      <a:pt x="136" y="1"/>
                      <a:pt x="135" y="0"/>
                      <a:pt x="133" y="1"/>
                    </a:cubicBezTo>
                    <a:cubicBezTo>
                      <a:pt x="114" y="4"/>
                      <a:pt x="114" y="4"/>
                      <a:pt x="114" y="4"/>
                    </a:cubicBezTo>
                    <a:cubicBezTo>
                      <a:pt x="113" y="4"/>
                      <a:pt x="112" y="5"/>
                      <a:pt x="112" y="7"/>
                    </a:cubicBezTo>
                    <a:cubicBezTo>
                      <a:pt x="112" y="26"/>
                      <a:pt x="112" y="26"/>
                      <a:pt x="112" y="26"/>
                    </a:cubicBezTo>
                    <a:cubicBezTo>
                      <a:pt x="104" y="28"/>
                      <a:pt x="97" y="31"/>
                      <a:pt x="90" y="35"/>
                    </a:cubicBezTo>
                    <a:cubicBezTo>
                      <a:pt x="77" y="21"/>
                      <a:pt x="77" y="21"/>
                      <a:pt x="77" y="21"/>
                    </a:cubicBezTo>
                    <a:cubicBezTo>
                      <a:pt x="76" y="20"/>
                      <a:pt x="74" y="19"/>
                      <a:pt x="73" y="20"/>
                    </a:cubicBezTo>
                    <a:cubicBezTo>
                      <a:pt x="57" y="31"/>
                      <a:pt x="57" y="31"/>
                      <a:pt x="57" y="31"/>
                    </a:cubicBezTo>
                    <a:cubicBezTo>
                      <a:pt x="56" y="32"/>
                      <a:pt x="55" y="34"/>
                      <a:pt x="56" y="35"/>
                    </a:cubicBezTo>
                    <a:cubicBezTo>
                      <a:pt x="64" y="52"/>
                      <a:pt x="64" y="52"/>
                      <a:pt x="64" y="52"/>
                    </a:cubicBezTo>
                    <a:cubicBezTo>
                      <a:pt x="58" y="58"/>
                      <a:pt x="53" y="63"/>
                      <a:pt x="48" y="70"/>
                    </a:cubicBezTo>
                    <a:cubicBezTo>
                      <a:pt x="30" y="63"/>
                      <a:pt x="30" y="63"/>
                      <a:pt x="30" y="63"/>
                    </a:cubicBezTo>
                    <a:cubicBezTo>
                      <a:pt x="29" y="62"/>
                      <a:pt x="27" y="63"/>
                      <a:pt x="26" y="64"/>
                    </a:cubicBezTo>
                    <a:cubicBezTo>
                      <a:pt x="16" y="80"/>
                      <a:pt x="16" y="80"/>
                      <a:pt x="16" y="80"/>
                    </a:cubicBezTo>
                    <a:cubicBezTo>
                      <a:pt x="15" y="82"/>
                      <a:pt x="16" y="84"/>
                      <a:pt x="17" y="85"/>
                    </a:cubicBezTo>
                    <a:cubicBezTo>
                      <a:pt x="32" y="96"/>
                      <a:pt x="32" y="96"/>
                      <a:pt x="32" y="96"/>
                    </a:cubicBezTo>
                    <a:cubicBezTo>
                      <a:pt x="29" y="104"/>
                      <a:pt x="26" y="111"/>
                      <a:pt x="24" y="119"/>
                    </a:cubicBezTo>
                    <a:cubicBezTo>
                      <a:pt x="5" y="120"/>
                      <a:pt x="5" y="120"/>
                      <a:pt x="5" y="120"/>
                    </a:cubicBezTo>
                    <a:cubicBezTo>
                      <a:pt x="4" y="120"/>
                      <a:pt x="2" y="122"/>
                      <a:pt x="2" y="123"/>
                    </a:cubicBezTo>
                    <a:cubicBezTo>
                      <a:pt x="0" y="142"/>
                      <a:pt x="0" y="142"/>
                      <a:pt x="0" y="142"/>
                    </a:cubicBezTo>
                    <a:cubicBezTo>
                      <a:pt x="0" y="144"/>
                      <a:pt x="1" y="145"/>
                      <a:pt x="3" y="146"/>
                    </a:cubicBezTo>
                    <a:cubicBezTo>
                      <a:pt x="21" y="150"/>
                      <a:pt x="21" y="150"/>
                      <a:pt x="21" y="150"/>
                    </a:cubicBezTo>
                    <a:cubicBezTo>
                      <a:pt x="21" y="156"/>
                      <a:pt x="22" y="162"/>
                      <a:pt x="23" y="167"/>
                    </a:cubicBezTo>
                    <a:cubicBezTo>
                      <a:pt x="23" y="170"/>
                      <a:pt x="24" y="172"/>
                      <a:pt x="24" y="174"/>
                    </a:cubicBezTo>
                    <a:cubicBezTo>
                      <a:pt x="7" y="183"/>
                      <a:pt x="7" y="183"/>
                      <a:pt x="7" y="183"/>
                    </a:cubicBezTo>
                    <a:cubicBezTo>
                      <a:pt x="6" y="184"/>
                      <a:pt x="5" y="185"/>
                      <a:pt x="6" y="187"/>
                    </a:cubicBezTo>
                    <a:cubicBezTo>
                      <a:pt x="12" y="205"/>
                      <a:pt x="12" y="205"/>
                      <a:pt x="12" y="205"/>
                    </a:cubicBezTo>
                    <a:cubicBezTo>
                      <a:pt x="13" y="206"/>
                      <a:pt x="14" y="207"/>
                      <a:pt x="16" y="207"/>
                    </a:cubicBezTo>
                    <a:cubicBezTo>
                      <a:pt x="34" y="203"/>
                      <a:pt x="34" y="203"/>
                      <a:pt x="34" y="203"/>
                    </a:cubicBezTo>
                    <a:cubicBezTo>
                      <a:pt x="39" y="214"/>
                      <a:pt x="46" y="223"/>
                      <a:pt x="54" y="232"/>
                    </a:cubicBezTo>
                    <a:cubicBezTo>
                      <a:pt x="43" y="248"/>
                      <a:pt x="43" y="248"/>
                      <a:pt x="43" y="248"/>
                    </a:cubicBezTo>
                    <a:cubicBezTo>
                      <a:pt x="42" y="249"/>
                      <a:pt x="43" y="251"/>
                      <a:pt x="44" y="252"/>
                    </a:cubicBezTo>
                    <a:cubicBezTo>
                      <a:pt x="58" y="265"/>
                      <a:pt x="58" y="265"/>
                      <a:pt x="58" y="265"/>
                    </a:cubicBezTo>
                    <a:cubicBezTo>
                      <a:pt x="60" y="266"/>
                      <a:pt x="61" y="266"/>
                      <a:pt x="63" y="265"/>
                    </a:cubicBezTo>
                    <a:cubicBezTo>
                      <a:pt x="77" y="252"/>
                      <a:pt x="77" y="252"/>
                      <a:pt x="77" y="252"/>
                    </a:cubicBezTo>
                    <a:cubicBezTo>
                      <a:pt x="84" y="257"/>
                      <a:pt x="91" y="261"/>
                      <a:pt x="98" y="264"/>
                    </a:cubicBezTo>
                    <a:cubicBezTo>
                      <a:pt x="96" y="283"/>
                      <a:pt x="96" y="283"/>
                      <a:pt x="96" y="283"/>
                    </a:cubicBezTo>
                    <a:cubicBezTo>
                      <a:pt x="95" y="284"/>
                      <a:pt x="96" y="286"/>
                      <a:pt x="98" y="286"/>
                    </a:cubicBezTo>
                    <a:cubicBezTo>
                      <a:pt x="116" y="291"/>
                      <a:pt x="116" y="291"/>
                      <a:pt x="116" y="291"/>
                    </a:cubicBezTo>
                    <a:cubicBezTo>
                      <a:pt x="118" y="292"/>
                      <a:pt x="120" y="291"/>
                      <a:pt x="120" y="290"/>
                    </a:cubicBezTo>
                    <a:cubicBezTo>
                      <a:pt x="128" y="272"/>
                      <a:pt x="128" y="272"/>
                      <a:pt x="128" y="272"/>
                    </a:cubicBezTo>
                    <a:cubicBezTo>
                      <a:pt x="136" y="274"/>
                      <a:pt x="144" y="274"/>
                      <a:pt x="153" y="274"/>
                    </a:cubicBezTo>
                    <a:cubicBezTo>
                      <a:pt x="159" y="292"/>
                      <a:pt x="159" y="292"/>
                      <a:pt x="159" y="292"/>
                    </a:cubicBezTo>
                    <a:cubicBezTo>
                      <a:pt x="159" y="293"/>
                      <a:pt x="161" y="294"/>
                      <a:pt x="162" y="294"/>
                    </a:cubicBezTo>
                    <a:cubicBezTo>
                      <a:pt x="181" y="291"/>
                      <a:pt x="181" y="291"/>
                      <a:pt x="181" y="291"/>
                    </a:cubicBezTo>
                    <a:cubicBezTo>
                      <a:pt x="183" y="291"/>
                      <a:pt x="184" y="289"/>
                      <a:pt x="184" y="288"/>
                    </a:cubicBezTo>
                    <a:cubicBezTo>
                      <a:pt x="183" y="269"/>
                      <a:pt x="183" y="269"/>
                      <a:pt x="183" y="269"/>
                    </a:cubicBezTo>
                    <a:cubicBezTo>
                      <a:pt x="191" y="266"/>
                      <a:pt x="199" y="263"/>
                      <a:pt x="206" y="260"/>
                    </a:cubicBezTo>
                    <a:cubicBezTo>
                      <a:pt x="219" y="274"/>
                      <a:pt x="219" y="274"/>
                      <a:pt x="219" y="274"/>
                    </a:cubicBezTo>
                    <a:cubicBezTo>
                      <a:pt x="220" y="275"/>
                      <a:pt x="222" y="275"/>
                      <a:pt x="223" y="274"/>
                    </a:cubicBezTo>
                    <a:cubicBezTo>
                      <a:pt x="239" y="263"/>
                      <a:pt x="239" y="263"/>
                      <a:pt x="239" y="263"/>
                    </a:cubicBezTo>
                    <a:cubicBezTo>
                      <a:pt x="240" y="262"/>
                      <a:pt x="240" y="261"/>
                      <a:pt x="240" y="259"/>
                    </a:cubicBezTo>
                    <a:cubicBezTo>
                      <a:pt x="231" y="242"/>
                      <a:pt x="231" y="242"/>
                      <a:pt x="231" y="242"/>
                    </a:cubicBezTo>
                    <a:cubicBezTo>
                      <a:pt x="237" y="237"/>
                      <a:pt x="243" y="231"/>
                      <a:pt x="248" y="225"/>
                    </a:cubicBezTo>
                    <a:cubicBezTo>
                      <a:pt x="265" y="232"/>
                      <a:pt x="265" y="232"/>
                      <a:pt x="265" y="232"/>
                    </a:cubicBezTo>
                    <a:cubicBezTo>
                      <a:pt x="267" y="232"/>
                      <a:pt x="269" y="232"/>
                      <a:pt x="269" y="230"/>
                    </a:cubicBezTo>
                    <a:cubicBezTo>
                      <a:pt x="279" y="214"/>
                      <a:pt x="279" y="214"/>
                      <a:pt x="279" y="214"/>
                    </a:cubicBezTo>
                    <a:cubicBezTo>
                      <a:pt x="280" y="213"/>
                      <a:pt x="280" y="211"/>
                      <a:pt x="278" y="210"/>
                    </a:cubicBezTo>
                    <a:cubicBezTo>
                      <a:pt x="264" y="198"/>
                      <a:pt x="264" y="198"/>
                      <a:pt x="264" y="198"/>
                    </a:cubicBezTo>
                    <a:cubicBezTo>
                      <a:pt x="267" y="191"/>
                      <a:pt x="270" y="183"/>
                      <a:pt x="271" y="175"/>
                    </a:cubicBezTo>
                    <a:cubicBezTo>
                      <a:pt x="290" y="174"/>
                      <a:pt x="290" y="174"/>
                      <a:pt x="290" y="174"/>
                    </a:cubicBezTo>
                    <a:cubicBezTo>
                      <a:pt x="292" y="174"/>
                      <a:pt x="293" y="173"/>
                      <a:pt x="293" y="171"/>
                    </a:cubicBezTo>
                    <a:cubicBezTo>
                      <a:pt x="295" y="152"/>
                      <a:pt x="295" y="152"/>
                      <a:pt x="295" y="152"/>
                    </a:cubicBezTo>
                    <a:cubicBezTo>
                      <a:pt x="295" y="151"/>
                      <a:pt x="294" y="149"/>
                      <a:pt x="293" y="149"/>
                    </a:cubicBezTo>
                    <a:cubicBezTo>
                      <a:pt x="274" y="144"/>
                      <a:pt x="274" y="144"/>
                      <a:pt x="274" y="144"/>
                    </a:cubicBezTo>
                    <a:cubicBezTo>
                      <a:pt x="274" y="139"/>
                      <a:pt x="274" y="133"/>
                      <a:pt x="273" y="127"/>
                    </a:cubicBezTo>
                    <a:cubicBezTo>
                      <a:pt x="272" y="125"/>
                      <a:pt x="272" y="123"/>
                      <a:pt x="271" y="120"/>
                    </a:cubicBezTo>
                    <a:cubicBezTo>
                      <a:pt x="288" y="111"/>
                      <a:pt x="288" y="111"/>
                      <a:pt x="288" y="111"/>
                    </a:cubicBezTo>
                    <a:cubicBezTo>
                      <a:pt x="290" y="111"/>
                      <a:pt x="290" y="109"/>
                      <a:pt x="290" y="108"/>
                    </a:cubicBezTo>
                    <a:close/>
                    <a:moveTo>
                      <a:pt x="215" y="228"/>
                    </a:moveTo>
                    <a:cubicBezTo>
                      <a:pt x="210" y="232"/>
                      <a:pt x="204" y="236"/>
                      <a:pt x="198" y="239"/>
                    </a:cubicBezTo>
                    <a:cubicBezTo>
                      <a:pt x="190" y="243"/>
                      <a:pt x="183" y="246"/>
                      <a:pt x="175" y="248"/>
                    </a:cubicBezTo>
                    <a:cubicBezTo>
                      <a:pt x="171" y="249"/>
                      <a:pt x="168" y="250"/>
                      <a:pt x="164" y="251"/>
                    </a:cubicBezTo>
                    <a:cubicBezTo>
                      <a:pt x="161" y="251"/>
                      <a:pt x="157" y="252"/>
                      <a:pt x="154" y="252"/>
                    </a:cubicBezTo>
                    <a:cubicBezTo>
                      <a:pt x="146" y="252"/>
                      <a:pt x="137" y="252"/>
                      <a:pt x="129" y="250"/>
                    </a:cubicBezTo>
                    <a:cubicBezTo>
                      <a:pt x="122" y="249"/>
                      <a:pt x="116" y="247"/>
                      <a:pt x="109" y="245"/>
                    </a:cubicBezTo>
                    <a:cubicBezTo>
                      <a:pt x="102" y="242"/>
                      <a:pt x="94" y="238"/>
                      <a:pt x="88" y="233"/>
                    </a:cubicBezTo>
                    <a:cubicBezTo>
                      <a:pt x="79" y="227"/>
                      <a:pt x="72" y="220"/>
                      <a:pt x="66" y="212"/>
                    </a:cubicBezTo>
                    <a:cubicBezTo>
                      <a:pt x="62" y="208"/>
                      <a:pt x="60" y="204"/>
                      <a:pt x="57" y="199"/>
                    </a:cubicBezTo>
                    <a:cubicBezTo>
                      <a:pt x="52" y="191"/>
                      <a:pt x="48" y="182"/>
                      <a:pt x="46" y="171"/>
                    </a:cubicBezTo>
                    <a:cubicBezTo>
                      <a:pt x="45" y="169"/>
                      <a:pt x="45" y="166"/>
                      <a:pt x="44" y="164"/>
                    </a:cubicBezTo>
                    <a:cubicBezTo>
                      <a:pt x="43" y="158"/>
                      <a:pt x="43" y="153"/>
                      <a:pt x="43" y="147"/>
                    </a:cubicBezTo>
                    <a:cubicBezTo>
                      <a:pt x="43" y="140"/>
                      <a:pt x="44" y="133"/>
                      <a:pt x="45" y="126"/>
                    </a:cubicBezTo>
                    <a:cubicBezTo>
                      <a:pt x="47" y="118"/>
                      <a:pt x="49" y="110"/>
                      <a:pt x="53" y="103"/>
                    </a:cubicBezTo>
                    <a:cubicBezTo>
                      <a:pt x="56" y="96"/>
                      <a:pt x="59" y="90"/>
                      <a:pt x="64" y="85"/>
                    </a:cubicBezTo>
                    <a:cubicBezTo>
                      <a:pt x="69" y="78"/>
                      <a:pt x="74" y="72"/>
                      <a:pt x="81" y="67"/>
                    </a:cubicBezTo>
                    <a:cubicBezTo>
                      <a:pt x="86" y="62"/>
                      <a:pt x="92" y="58"/>
                      <a:pt x="98" y="55"/>
                    </a:cubicBezTo>
                    <a:cubicBezTo>
                      <a:pt x="105" y="51"/>
                      <a:pt x="113" y="48"/>
                      <a:pt x="121" y="46"/>
                    </a:cubicBezTo>
                    <a:cubicBezTo>
                      <a:pt x="124" y="45"/>
                      <a:pt x="128" y="44"/>
                      <a:pt x="131" y="44"/>
                    </a:cubicBezTo>
                    <a:cubicBezTo>
                      <a:pt x="135" y="43"/>
                      <a:pt x="138" y="43"/>
                      <a:pt x="142" y="43"/>
                    </a:cubicBezTo>
                    <a:cubicBezTo>
                      <a:pt x="150" y="42"/>
                      <a:pt x="158" y="43"/>
                      <a:pt x="166" y="44"/>
                    </a:cubicBezTo>
                    <a:cubicBezTo>
                      <a:pt x="173" y="45"/>
                      <a:pt x="180" y="47"/>
                      <a:pt x="186" y="50"/>
                    </a:cubicBezTo>
                    <a:cubicBezTo>
                      <a:pt x="194" y="53"/>
                      <a:pt x="201" y="57"/>
                      <a:pt x="208" y="62"/>
                    </a:cubicBezTo>
                    <a:cubicBezTo>
                      <a:pt x="216" y="67"/>
                      <a:pt x="223" y="74"/>
                      <a:pt x="230" y="82"/>
                    </a:cubicBezTo>
                    <a:cubicBezTo>
                      <a:pt x="233" y="86"/>
                      <a:pt x="236" y="90"/>
                      <a:pt x="238" y="95"/>
                    </a:cubicBezTo>
                    <a:cubicBezTo>
                      <a:pt x="243" y="104"/>
                      <a:pt x="247" y="113"/>
                      <a:pt x="250" y="123"/>
                    </a:cubicBezTo>
                    <a:cubicBezTo>
                      <a:pt x="250" y="125"/>
                      <a:pt x="251" y="128"/>
                      <a:pt x="251" y="131"/>
                    </a:cubicBezTo>
                    <a:cubicBezTo>
                      <a:pt x="252" y="136"/>
                      <a:pt x="252" y="142"/>
                      <a:pt x="252" y="147"/>
                    </a:cubicBezTo>
                    <a:cubicBezTo>
                      <a:pt x="252" y="154"/>
                      <a:pt x="252" y="161"/>
                      <a:pt x="250" y="168"/>
                    </a:cubicBezTo>
                    <a:cubicBezTo>
                      <a:pt x="249" y="176"/>
                      <a:pt x="246" y="184"/>
                      <a:pt x="243" y="192"/>
                    </a:cubicBezTo>
                    <a:cubicBezTo>
                      <a:pt x="240" y="198"/>
                      <a:pt x="236" y="204"/>
                      <a:pt x="232" y="210"/>
                    </a:cubicBezTo>
                    <a:cubicBezTo>
                      <a:pt x="227" y="216"/>
                      <a:pt x="221" y="222"/>
                      <a:pt x="215" y="22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29" name="Freeform 28"/>
              <p:cNvSpPr>
                <a:spLocks/>
              </p:cNvSpPr>
              <p:nvPr/>
            </p:nvSpPr>
            <p:spPr bwMode="auto">
              <a:xfrm>
                <a:off x="3943438" y="2754313"/>
                <a:ext cx="268287" cy="269434"/>
              </a:xfrm>
              <a:custGeom>
                <a:avLst/>
                <a:gdLst/>
                <a:ahLst/>
                <a:cxnLst>
                  <a:cxn ang="0">
                    <a:pos x="167" y="66"/>
                  </a:cxn>
                  <a:cxn ang="0">
                    <a:pos x="158" y="43"/>
                  </a:cxn>
                  <a:cxn ang="0">
                    <a:pos x="151" y="32"/>
                  </a:cxn>
                  <a:cxn ang="0">
                    <a:pos x="134" y="16"/>
                  </a:cxn>
                  <a:cxn ang="0">
                    <a:pos x="116" y="6"/>
                  </a:cxn>
                  <a:cxn ang="0">
                    <a:pos x="100" y="1"/>
                  </a:cxn>
                  <a:cxn ang="0">
                    <a:pos x="80" y="0"/>
                  </a:cxn>
                  <a:cxn ang="0">
                    <a:pos x="71" y="1"/>
                  </a:cxn>
                  <a:cxn ang="0">
                    <a:pos x="63" y="3"/>
                  </a:cxn>
                  <a:cxn ang="0">
                    <a:pos x="44" y="10"/>
                  </a:cxn>
                  <a:cxn ang="0">
                    <a:pos x="30" y="20"/>
                  </a:cxn>
                  <a:cxn ang="0">
                    <a:pos x="16" y="35"/>
                  </a:cxn>
                  <a:cxn ang="0">
                    <a:pos x="8" y="49"/>
                  </a:cxn>
                  <a:cxn ang="0">
                    <a:pos x="1" y="68"/>
                  </a:cxn>
                  <a:cxn ang="0">
                    <a:pos x="0" y="85"/>
                  </a:cxn>
                  <a:cxn ang="0">
                    <a:pos x="1" y="99"/>
                  </a:cxn>
                  <a:cxn ang="0">
                    <a:pos x="2" y="105"/>
                  </a:cxn>
                  <a:cxn ang="0">
                    <a:pos x="11" y="128"/>
                  </a:cxn>
                  <a:cxn ang="0">
                    <a:pos x="18" y="138"/>
                  </a:cxn>
                  <a:cxn ang="0">
                    <a:pos x="36" y="155"/>
                  </a:cxn>
                  <a:cxn ang="0">
                    <a:pos x="53" y="164"/>
                  </a:cxn>
                  <a:cxn ang="0">
                    <a:pos x="70" y="169"/>
                  </a:cxn>
                  <a:cxn ang="0">
                    <a:pos x="90" y="170"/>
                  </a:cxn>
                  <a:cxn ang="0">
                    <a:pos x="98" y="169"/>
                  </a:cxn>
                  <a:cxn ang="0">
                    <a:pos x="107" y="167"/>
                  </a:cxn>
                  <a:cxn ang="0">
                    <a:pos x="125" y="160"/>
                  </a:cxn>
                  <a:cxn ang="0">
                    <a:pos x="139" y="150"/>
                  </a:cxn>
                  <a:cxn ang="0">
                    <a:pos x="153" y="136"/>
                  </a:cxn>
                  <a:cxn ang="0">
                    <a:pos x="162" y="121"/>
                  </a:cxn>
                  <a:cxn ang="0">
                    <a:pos x="168" y="102"/>
                  </a:cxn>
                  <a:cxn ang="0">
                    <a:pos x="170" y="85"/>
                  </a:cxn>
                  <a:cxn ang="0">
                    <a:pos x="169" y="72"/>
                  </a:cxn>
                  <a:cxn ang="0">
                    <a:pos x="167" y="66"/>
                  </a:cxn>
                </a:cxnLst>
                <a:rect l="0" t="0" r="r" b="b"/>
                <a:pathLst>
                  <a:path w="170" h="171">
                    <a:moveTo>
                      <a:pt x="167" y="66"/>
                    </a:moveTo>
                    <a:cubicBezTo>
                      <a:pt x="166" y="57"/>
                      <a:pt x="162" y="50"/>
                      <a:pt x="158" y="43"/>
                    </a:cubicBezTo>
                    <a:cubicBezTo>
                      <a:pt x="156" y="39"/>
                      <a:pt x="154" y="36"/>
                      <a:pt x="151" y="32"/>
                    </a:cubicBezTo>
                    <a:cubicBezTo>
                      <a:pt x="146" y="26"/>
                      <a:pt x="140" y="20"/>
                      <a:pt x="134" y="16"/>
                    </a:cubicBezTo>
                    <a:cubicBezTo>
                      <a:pt x="128" y="12"/>
                      <a:pt x="122" y="9"/>
                      <a:pt x="116" y="6"/>
                    </a:cubicBezTo>
                    <a:cubicBezTo>
                      <a:pt x="111" y="4"/>
                      <a:pt x="105" y="2"/>
                      <a:pt x="100" y="1"/>
                    </a:cubicBezTo>
                    <a:cubicBezTo>
                      <a:pt x="93" y="0"/>
                      <a:pt x="86" y="0"/>
                      <a:pt x="80" y="0"/>
                    </a:cubicBezTo>
                    <a:cubicBezTo>
                      <a:pt x="77" y="0"/>
                      <a:pt x="74" y="1"/>
                      <a:pt x="71" y="1"/>
                    </a:cubicBezTo>
                    <a:cubicBezTo>
                      <a:pt x="68" y="2"/>
                      <a:pt x="66" y="2"/>
                      <a:pt x="63" y="3"/>
                    </a:cubicBezTo>
                    <a:cubicBezTo>
                      <a:pt x="56" y="5"/>
                      <a:pt x="50" y="7"/>
                      <a:pt x="44" y="10"/>
                    </a:cubicBezTo>
                    <a:cubicBezTo>
                      <a:pt x="39" y="13"/>
                      <a:pt x="34" y="16"/>
                      <a:pt x="30" y="20"/>
                    </a:cubicBezTo>
                    <a:cubicBezTo>
                      <a:pt x="25" y="24"/>
                      <a:pt x="20" y="29"/>
                      <a:pt x="16" y="35"/>
                    </a:cubicBezTo>
                    <a:cubicBezTo>
                      <a:pt x="13" y="39"/>
                      <a:pt x="10" y="44"/>
                      <a:pt x="8" y="49"/>
                    </a:cubicBezTo>
                    <a:cubicBezTo>
                      <a:pt x="5" y="55"/>
                      <a:pt x="3" y="62"/>
                      <a:pt x="1" y="68"/>
                    </a:cubicBezTo>
                    <a:cubicBezTo>
                      <a:pt x="0" y="74"/>
                      <a:pt x="0" y="79"/>
                      <a:pt x="0" y="85"/>
                    </a:cubicBezTo>
                    <a:cubicBezTo>
                      <a:pt x="0" y="90"/>
                      <a:pt x="0" y="94"/>
                      <a:pt x="1" y="99"/>
                    </a:cubicBezTo>
                    <a:cubicBezTo>
                      <a:pt x="1" y="101"/>
                      <a:pt x="2" y="103"/>
                      <a:pt x="2" y="105"/>
                    </a:cubicBezTo>
                    <a:cubicBezTo>
                      <a:pt x="4" y="113"/>
                      <a:pt x="7" y="121"/>
                      <a:pt x="11" y="128"/>
                    </a:cubicBezTo>
                    <a:cubicBezTo>
                      <a:pt x="13" y="131"/>
                      <a:pt x="15" y="135"/>
                      <a:pt x="18" y="138"/>
                    </a:cubicBezTo>
                    <a:cubicBezTo>
                      <a:pt x="23" y="145"/>
                      <a:pt x="29" y="150"/>
                      <a:pt x="36" y="155"/>
                    </a:cubicBezTo>
                    <a:cubicBezTo>
                      <a:pt x="41" y="159"/>
                      <a:pt x="47" y="162"/>
                      <a:pt x="53" y="164"/>
                    </a:cubicBezTo>
                    <a:cubicBezTo>
                      <a:pt x="59" y="166"/>
                      <a:pt x="64" y="168"/>
                      <a:pt x="70" y="169"/>
                    </a:cubicBezTo>
                    <a:cubicBezTo>
                      <a:pt x="76" y="170"/>
                      <a:pt x="83" y="171"/>
                      <a:pt x="90" y="170"/>
                    </a:cubicBezTo>
                    <a:cubicBezTo>
                      <a:pt x="93" y="170"/>
                      <a:pt x="95" y="170"/>
                      <a:pt x="98" y="169"/>
                    </a:cubicBezTo>
                    <a:cubicBezTo>
                      <a:pt x="101" y="169"/>
                      <a:pt x="104" y="168"/>
                      <a:pt x="107" y="167"/>
                    </a:cubicBezTo>
                    <a:cubicBezTo>
                      <a:pt x="113" y="166"/>
                      <a:pt x="119" y="163"/>
                      <a:pt x="125" y="160"/>
                    </a:cubicBezTo>
                    <a:cubicBezTo>
                      <a:pt x="130" y="157"/>
                      <a:pt x="135" y="154"/>
                      <a:pt x="139" y="150"/>
                    </a:cubicBezTo>
                    <a:cubicBezTo>
                      <a:pt x="144" y="146"/>
                      <a:pt x="149" y="141"/>
                      <a:pt x="153" y="136"/>
                    </a:cubicBezTo>
                    <a:cubicBezTo>
                      <a:pt x="156" y="131"/>
                      <a:pt x="159" y="126"/>
                      <a:pt x="162" y="121"/>
                    </a:cubicBezTo>
                    <a:cubicBezTo>
                      <a:pt x="165" y="115"/>
                      <a:pt x="167" y="109"/>
                      <a:pt x="168" y="102"/>
                    </a:cubicBezTo>
                    <a:cubicBezTo>
                      <a:pt x="169" y="97"/>
                      <a:pt x="170" y="91"/>
                      <a:pt x="170" y="85"/>
                    </a:cubicBezTo>
                    <a:cubicBezTo>
                      <a:pt x="170" y="81"/>
                      <a:pt x="169" y="76"/>
                      <a:pt x="169" y="72"/>
                    </a:cubicBezTo>
                    <a:cubicBezTo>
                      <a:pt x="168" y="70"/>
                      <a:pt x="168" y="68"/>
                      <a:pt x="167" y="6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30" name="Freeform 29"/>
              <p:cNvSpPr>
                <a:spLocks noEditPoints="1"/>
              </p:cNvSpPr>
              <p:nvPr/>
            </p:nvSpPr>
            <p:spPr bwMode="auto">
              <a:xfrm>
                <a:off x="3209660" y="1935692"/>
                <a:ext cx="644349" cy="645495"/>
              </a:xfrm>
              <a:custGeom>
                <a:avLst/>
                <a:gdLst/>
                <a:ahLst/>
                <a:cxnLst>
                  <a:cxn ang="0">
                    <a:pos x="403" y="155"/>
                  </a:cxn>
                  <a:cxn ang="0">
                    <a:pos x="372" y="152"/>
                  </a:cxn>
                  <a:cxn ang="0">
                    <a:pos x="370" y="89"/>
                  </a:cxn>
                  <a:cxn ang="0">
                    <a:pos x="353" y="63"/>
                  </a:cxn>
                  <a:cxn ang="0">
                    <a:pos x="324" y="76"/>
                  </a:cxn>
                  <a:cxn ang="0">
                    <a:pos x="306" y="30"/>
                  </a:cxn>
                  <a:cxn ang="0">
                    <a:pos x="279" y="14"/>
                  </a:cxn>
                  <a:cxn ang="0">
                    <a:pos x="259" y="37"/>
                  </a:cxn>
                  <a:cxn ang="0">
                    <a:pos x="221" y="3"/>
                  </a:cxn>
                  <a:cxn ang="0">
                    <a:pos x="190" y="0"/>
                  </a:cxn>
                  <a:cxn ang="0">
                    <a:pos x="182" y="30"/>
                  </a:cxn>
                  <a:cxn ang="0">
                    <a:pos x="135" y="15"/>
                  </a:cxn>
                  <a:cxn ang="0">
                    <a:pos x="105" y="25"/>
                  </a:cxn>
                  <a:cxn ang="0">
                    <a:pos x="110" y="55"/>
                  </a:cxn>
                  <a:cxn ang="0">
                    <a:pos x="61" y="62"/>
                  </a:cxn>
                  <a:cxn ang="0">
                    <a:pos x="39" y="83"/>
                  </a:cxn>
                  <a:cxn ang="0">
                    <a:pos x="56" y="109"/>
                  </a:cxn>
                  <a:cxn ang="0">
                    <a:pos x="15" y="136"/>
                  </a:cxn>
                  <a:cxn ang="0">
                    <a:pos x="3" y="165"/>
                  </a:cxn>
                  <a:cxn ang="0">
                    <a:pos x="30" y="180"/>
                  </a:cxn>
                  <a:cxn ang="0">
                    <a:pos x="28" y="214"/>
                  </a:cxn>
                  <a:cxn ang="0">
                    <a:pos x="1" y="227"/>
                  </a:cxn>
                  <a:cxn ang="0">
                    <a:pos x="10" y="257"/>
                  </a:cxn>
                  <a:cxn ang="0">
                    <a:pos x="56" y="300"/>
                  </a:cxn>
                  <a:cxn ang="0">
                    <a:pos x="39" y="325"/>
                  </a:cxn>
                  <a:cxn ang="0">
                    <a:pos x="61" y="346"/>
                  </a:cxn>
                  <a:cxn ang="0">
                    <a:pos x="110" y="353"/>
                  </a:cxn>
                  <a:cxn ang="0">
                    <a:pos x="105" y="384"/>
                  </a:cxn>
                  <a:cxn ang="0">
                    <a:pos x="135" y="393"/>
                  </a:cxn>
                  <a:cxn ang="0">
                    <a:pos x="183" y="379"/>
                  </a:cxn>
                  <a:cxn ang="0">
                    <a:pos x="191" y="409"/>
                  </a:cxn>
                  <a:cxn ang="0">
                    <a:pos x="222" y="405"/>
                  </a:cxn>
                  <a:cxn ang="0">
                    <a:pos x="259" y="371"/>
                  </a:cxn>
                  <a:cxn ang="0">
                    <a:pos x="279" y="395"/>
                  </a:cxn>
                  <a:cxn ang="0">
                    <a:pos x="306" y="378"/>
                  </a:cxn>
                  <a:cxn ang="0">
                    <a:pos x="324" y="333"/>
                  </a:cxn>
                  <a:cxn ang="0">
                    <a:pos x="353" y="345"/>
                  </a:cxn>
                  <a:cxn ang="0">
                    <a:pos x="370" y="319"/>
                  </a:cxn>
                  <a:cxn ang="0">
                    <a:pos x="367" y="270"/>
                  </a:cxn>
                  <a:cxn ang="0">
                    <a:pos x="398" y="269"/>
                  </a:cxn>
                  <a:cxn ang="0">
                    <a:pos x="403" y="238"/>
                  </a:cxn>
                  <a:cxn ang="0">
                    <a:pos x="380" y="204"/>
                  </a:cxn>
                  <a:cxn ang="0">
                    <a:pos x="405" y="186"/>
                  </a:cxn>
                  <a:cxn ang="0">
                    <a:pos x="279" y="329"/>
                  </a:cxn>
                  <a:cxn ang="0">
                    <a:pos x="219" y="349"/>
                  </a:cxn>
                  <a:cxn ang="0">
                    <a:pos x="189" y="349"/>
                  </a:cxn>
                  <a:cxn ang="0">
                    <a:pos x="130" y="329"/>
                  </a:cxn>
                  <a:cxn ang="0">
                    <a:pos x="77" y="275"/>
                  </a:cxn>
                  <a:cxn ang="0">
                    <a:pos x="59" y="215"/>
                  </a:cxn>
                  <a:cxn ang="0">
                    <a:pos x="60" y="181"/>
                  </a:cxn>
                  <a:cxn ang="0">
                    <a:pos x="84" y="122"/>
                  </a:cxn>
                  <a:cxn ang="0">
                    <a:pos x="130" y="79"/>
                  </a:cxn>
                  <a:cxn ang="0">
                    <a:pos x="189" y="59"/>
                  </a:cxn>
                  <a:cxn ang="0">
                    <a:pos x="219" y="59"/>
                  </a:cxn>
                  <a:cxn ang="0">
                    <a:pos x="279" y="79"/>
                  </a:cxn>
                  <a:cxn ang="0">
                    <a:pos x="331" y="133"/>
                  </a:cxn>
                  <a:cxn ang="0">
                    <a:pos x="349" y="193"/>
                  </a:cxn>
                  <a:cxn ang="0">
                    <a:pos x="348" y="228"/>
                  </a:cxn>
                  <a:cxn ang="0">
                    <a:pos x="324" y="286"/>
                  </a:cxn>
                  <a:cxn ang="0">
                    <a:pos x="279" y="329"/>
                  </a:cxn>
                </a:cxnLst>
                <a:rect l="0" t="0" r="r" b="b"/>
                <a:pathLst>
                  <a:path w="408" h="409">
                    <a:moveTo>
                      <a:pt x="408" y="181"/>
                    </a:moveTo>
                    <a:cubicBezTo>
                      <a:pt x="403" y="155"/>
                      <a:pt x="403" y="155"/>
                      <a:pt x="403" y="155"/>
                    </a:cubicBezTo>
                    <a:cubicBezTo>
                      <a:pt x="403" y="153"/>
                      <a:pt x="401" y="151"/>
                      <a:pt x="399" y="151"/>
                    </a:cubicBezTo>
                    <a:cubicBezTo>
                      <a:pt x="372" y="152"/>
                      <a:pt x="372" y="152"/>
                      <a:pt x="372" y="152"/>
                    </a:cubicBezTo>
                    <a:cubicBezTo>
                      <a:pt x="368" y="137"/>
                      <a:pt x="361" y="122"/>
                      <a:pt x="352" y="109"/>
                    </a:cubicBezTo>
                    <a:cubicBezTo>
                      <a:pt x="370" y="89"/>
                      <a:pt x="370" y="89"/>
                      <a:pt x="370" y="89"/>
                    </a:cubicBezTo>
                    <a:cubicBezTo>
                      <a:pt x="371" y="88"/>
                      <a:pt x="371" y="85"/>
                      <a:pt x="370" y="83"/>
                    </a:cubicBezTo>
                    <a:cubicBezTo>
                      <a:pt x="353" y="63"/>
                      <a:pt x="353" y="63"/>
                      <a:pt x="353" y="63"/>
                    </a:cubicBezTo>
                    <a:cubicBezTo>
                      <a:pt x="351" y="61"/>
                      <a:pt x="349" y="61"/>
                      <a:pt x="347" y="62"/>
                    </a:cubicBezTo>
                    <a:cubicBezTo>
                      <a:pt x="324" y="76"/>
                      <a:pt x="324" y="76"/>
                      <a:pt x="324" y="76"/>
                    </a:cubicBezTo>
                    <a:cubicBezTo>
                      <a:pt x="316" y="68"/>
                      <a:pt x="307" y="61"/>
                      <a:pt x="298" y="55"/>
                    </a:cubicBezTo>
                    <a:cubicBezTo>
                      <a:pt x="306" y="30"/>
                      <a:pt x="306" y="30"/>
                      <a:pt x="306" y="30"/>
                    </a:cubicBezTo>
                    <a:cubicBezTo>
                      <a:pt x="306" y="28"/>
                      <a:pt x="305" y="26"/>
                      <a:pt x="303" y="25"/>
                    </a:cubicBezTo>
                    <a:cubicBezTo>
                      <a:pt x="279" y="14"/>
                      <a:pt x="279" y="14"/>
                      <a:pt x="279" y="14"/>
                    </a:cubicBezTo>
                    <a:cubicBezTo>
                      <a:pt x="277" y="13"/>
                      <a:pt x="275" y="13"/>
                      <a:pt x="273" y="15"/>
                    </a:cubicBezTo>
                    <a:cubicBezTo>
                      <a:pt x="259" y="37"/>
                      <a:pt x="259" y="37"/>
                      <a:pt x="259" y="37"/>
                    </a:cubicBezTo>
                    <a:cubicBezTo>
                      <a:pt x="248" y="33"/>
                      <a:pt x="237" y="31"/>
                      <a:pt x="225" y="29"/>
                    </a:cubicBezTo>
                    <a:cubicBezTo>
                      <a:pt x="221" y="3"/>
                      <a:pt x="221" y="3"/>
                      <a:pt x="221" y="3"/>
                    </a:cubicBezTo>
                    <a:cubicBezTo>
                      <a:pt x="221" y="1"/>
                      <a:pt x="219" y="0"/>
                      <a:pt x="217" y="0"/>
                    </a:cubicBezTo>
                    <a:cubicBezTo>
                      <a:pt x="190" y="0"/>
                      <a:pt x="190" y="0"/>
                      <a:pt x="190" y="0"/>
                    </a:cubicBezTo>
                    <a:cubicBezTo>
                      <a:pt x="188" y="0"/>
                      <a:pt x="186" y="1"/>
                      <a:pt x="186" y="4"/>
                    </a:cubicBezTo>
                    <a:cubicBezTo>
                      <a:pt x="182" y="30"/>
                      <a:pt x="182" y="30"/>
                      <a:pt x="182" y="30"/>
                    </a:cubicBezTo>
                    <a:cubicBezTo>
                      <a:pt x="171" y="31"/>
                      <a:pt x="160" y="33"/>
                      <a:pt x="149" y="37"/>
                    </a:cubicBezTo>
                    <a:cubicBezTo>
                      <a:pt x="135" y="15"/>
                      <a:pt x="135" y="15"/>
                      <a:pt x="135" y="15"/>
                    </a:cubicBezTo>
                    <a:cubicBezTo>
                      <a:pt x="134" y="13"/>
                      <a:pt x="131" y="13"/>
                      <a:pt x="129" y="14"/>
                    </a:cubicBezTo>
                    <a:cubicBezTo>
                      <a:pt x="105" y="25"/>
                      <a:pt x="105" y="25"/>
                      <a:pt x="105" y="25"/>
                    </a:cubicBezTo>
                    <a:cubicBezTo>
                      <a:pt x="103" y="26"/>
                      <a:pt x="102" y="28"/>
                      <a:pt x="103" y="30"/>
                    </a:cubicBezTo>
                    <a:cubicBezTo>
                      <a:pt x="110" y="55"/>
                      <a:pt x="110" y="55"/>
                      <a:pt x="110" y="55"/>
                    </a:cubicBezTo>
                    <a:cubicBezTo>
                      <a:pt x="101" y="61"/>
                      <a:pt x="92" y="68"/>
                      <a:pt x="84" y="76"/>
                    </a:cubicBezTo>
                    <a:cubicBezTo>
                      <a:pt x="61" y="62"/>
                      <a:pt x="61" y="62"/>
                      <a:pt x="61" y="62"/>
                    </a:cubicBezTo>
                    <a:cubicBezTo>
                      <a:pt x="60" y="61"/>
                      <a:pt x="57" y="61"/>
                      <a:pt x="56" y="63"/>
                    </a:cubicBezTo>
                    <a:cubicBezTo>
                      <a:pt x="39" y="83"/>
                      <a:pt x="39" y="83"/>
                      <a:pt x="39" y="83"/>
                    </a:cubicBezTo>
                    <a:cubicBezTo>
                      <a:pt x="37" y="85"/>
                      <a:pt x="37" y="88"/>
                      <a:pt x="39" y="89"/>
                    </a:cubicBezTo>
                    <a:cubicBezTo>
                      <a:pt x="56" y="109"/>
                      <a:pt x="56" y="109"/>
                      <a:pt x="56" y="109"/>
                    </a:cubicBezTo>
                    <a:cubicBezTo>
                      <a:pt x="50" y="118"/>
                      <a:pt x="45" y="128"/>
                      <a:pt x="41" y="139"/>
                    </a:cubicBezTo>
                    <a:cubicBezTo>
                      <a:pt x="15" y="136"/>
                      <a:pt x="15" y="136"/>
                      <a:pt x="15" y="136"/>
                    </a:cubicBezTo>
                    <a:cubicBezTo>
                      <a:pt x="13" y="135"/>
                      <a:pt x="10" y="137"/>
                      <a:pt x="10" y="139"/>
                    </a:cubicBezTo>
                    <a:cubicBezTo>
                      <a:pt x="3" y="165"/>
                      <a:pt x="3" y="165"/>
                      <a:pt x="3" y="165"/>
                    </a:cubicBezTo>
                    <a:cubicBezTo>
                      <a:pt x="2" y="167"/>
                      <a:pt x="4" y="169"/>
                      <a:pt x="6" y="170"/>
                    </a:cubicBezTo>
                    <a:cubicBezTo>
                      <a:pt x="30" y="180"/>
                      <a:pt x="30" y="180"/>
                      <a:pt x="30" y="180"/>
                    </a:cubicBezTo>
                    <a:cubicBezTo>
                      <a:pt x="29" y="188"/>
                      <a:pt x="28" y="196"/>
                      <a:pt x="28" y="204"/>
                    </a:cubicBezTo>
                    <a:cubicBezTo>
                      <a:pt x="28" y="207"/>
                      <a:pt x="28" y="211"/>
                      <a:pt x="28" y="214"/>
                    </a:cubicBezTo>
                    <a:cubicBezTo>
                      <a:pt x="3" y="222"/>
                      <a:pt x="3" y="222"/>
                      <a:pt x="3" y="222"/>
                    </a:cubicBezTo>
                    <a:cubicBezTo>
                      <a:pt x="2" y="223"/>
                      <a:pt x="0" y="225"/>
                      <a:pt x="1" y="227"/>
                    </a:cubicBezTo>
                    <a:cubicBezTo>
                      <a:pt x="5" y="253"/>
                      <a:pt x="5" y="253"/>
                      <a:pt x="5" y="253"/>
                    </a:cubicBezTo>
                    <a:cubicBezTo>
                      <a:pt x="6" y="256"/>
                      <a:pt x="8" y="257"/>
                      <a:pt x="10" y="257"/>
                    </a:cubicBezTo>
                    <a:cubicBezTo>
                      <a:pt x="36" y="256"/>
                      <a:pt x="36" y="256"/>
                      <a:pt x="36" y="256"/>
                    </a:cubicBezTo>
                    <a:cubicBezTo>
                      <a:pt x="41" y="272"/>
                      <a:pt x="48" y="286"/>
                      <a:pt x="56" y="300"/>
                    </a:cubicBezTo>
                    <a:cubicBezTo>
                      <a:pt x="39" y="319"/>
                      <a:pt x="39" y="319"/>
                      <a:pt x="39" y="319"/>
                    </a:cubicBezTo>
                    <a:cubicBezTo>
                      <a:pt x="37" y="321"/>
                      <a:pt x="37" y="323"/>
                      <a:pt x="39" y="325"/>
                    </a:cubicBezTo>
                    <a:cubicBezTo>
                      <a:pt x="56" y="345"/>
                      <a:pt x="56" y="345"/>
                      <a:pt x="56" y="345"/>
                    </a:cubicBezTo>
                    <a:cubicBezTo>
                      <a:pt x="57" y="347"/>
                      <a:pt x="60" y="347"/>
                      <a:pt x="61" y="346"/>
                    </a:cubicBezTo>
                    <a:cubicBezTo>
                      <a:pt x="84" y="333"/>
                      <a:pt x="84" y="333"/>
                      <a:pt x="84" y="333"/>
                    </a:cubicBezTo>
                    <a:cubicBezTo>
                      <a:pt x="92" y="340"/>
                      <a:pt x="101" y="347"/>
                      <a:pt x="110" y="353"/>
                    </a:cubicBezTo>
                    <a:cubicBezTo>
                      <a:pt x="103" y="378"/>
                      <a:pt x="103" y="378"/>
                      <a:pt x="103" y="378"/>
                    </a:cubicBezTo>
                    <a:cubicBezTo>
                      <a:pt x="102" y="380"/>
                      <a:pt x="103" y="383"/>
                      <a:pt x="105" y="384"/>
                    </a:cubicBezTo>
                    <a:cubicBezTo>
                      <a:pt x="129" y="395"/>
                      <a:pt x="129" y="395"/>
                      <a:pt x="129" y="395"/>
                    </a:cubicBezTo>
                    <a:cubicBezTo>
                      <a:pt x="131" y="396"/>
                      <a:pt x="134" y="395"/>
                      <a:pt x="135" y="393"/>
                    </a:cubicBezTo>
                    <a:cubicBezTo>
                      <a:pt x="149" y="371"/>
                      <a:pt x="149" y="371"/>
                      <a:pt x="149" y="371"/>
                    </a:cubicBezTo>
                    <a:cubicBezTo>
                      <a:pt x="160" y="375"/>
                      <a:pt x="171" y="378"/>
                      <a:pt x="183" y="379"/>
                    </a:cubicBezTo>
                    <a:cubicBezTo>
                      <a:pt x="187" y="405"/>
                      <a:pt x="187" y="405"/>
                      <a:pt x="187" y="405"/>
                    </a:cubicBezTo>
                    <a:cubicBezTo>
                      <a:pt x="187" y="407"/>
                      <a:pt x="189" y="409"/>
                      <a:pt x="191" y="409"/>
                    </a:cubicBezTo>
                    <a:cubicBezTo>
                      <a:pt x="218" y="409"/>
                      <a:pt x="218" y="409"/>
                      <a:pt x="218" y="409"/>
                    </a:cubicBezTo>
                    <a:cubicBezTo>
                      <a:pt x="220" y="409"/>
                      <a:pt x="222" y="407"/>
                      <a:pt x="222" y="405"/>
                    </a:cubicBezTo>
                    <a:cubicBezTo>
                      <a:pt x="226" y="379"/>
                      <a:pt x="226" y="379"/>
                      <a:pt x="226" y="379"/>
                    </a:cubicBezTo>
                    <a:cubicBezTo>
                      <a:pt x="237" y="377"/>
                      <a:pt x="248" y="375"/>
                      <a:pt x="259" y="371"/>
                    </a:cubicBezTo>
                    <a:cubicBezTo>
                      <a:pt x="273" y="393"/>
                      <a:pt x="273" y="393"/>
                      <a:pt x="273" y="393"/>
                    </a:cubicBezTo>
                    <a:cubicBezTo>
                      <a:pt x="275" y="395"/>
                      <a:pt x="277" y="396"/>
                      <a:pt x="279" y="395"/>
                    </a:cubicBezTo>
                    <a:cubicBezTo>
                      <a:pt x="303" y="384"/>
                      <a:pt x="303" y="384"/>
                      <a:pt x="303" y="384"/>
                    </a:cubicBezTo>
                    <a:cubicBezTo>
                      <a:pt x="305" y="383"/>
                      <a:pt x="306" y="380"/>
                      <a:pt x="306" y="378"/>
                    </a:cubicBezTo>
                    <a:cubicBezTo>
                      <a:pt x="298" y="353"/>
                      <a:pt x="298" y="353"/>
                      <a:pt x="298" y="353"/>
                    </a:cubicBezTo>
                    <a:cubicBezTo>
                      <a:pt x="307" y="347"/>
                      <a:pt x="316" y="340"/>
                      <a:pt x="324" y="333"/>
                    </a:cubicBezTo>
                    <a:cubicBezTo>
                      <a:pt x="347" y="346"/>
                      <a:pt x="347" y="346"/>
                      <a:pt x="347" y="346"/>
                    </a:cubicBezTo>
                    <a:cubicBezTo>
                      <a:pt x="349" y="347"/>
                      <a:pt x="351" y="347"/>
                      <a:pt x="353" y="345"/>
                    </a:cubicBezTo>
                    <a:cubicBezTo>
                      <a:pt x="370" y="325"/>
                      <a:pt x="370" y="325"/>
                      <a:pt x="370" y="325"/>
                    </a:cubicBezTo>
                    <a:cubicBezTo>
                      <a:pt x="371" y="323"/>
                      <a:pt x="371" y="321"/>
                      <a:pt x="370" y="319"/>
                    </a:cubicBezTo>
                    <a:cubicBezTo>
                      <a:pt x="352" y="300"/>
                      <a:pt x="352" y="300"/>
                      <a:pt x="352" y="300"/>
                    </a:cubicBezTo>
                    <a:cubicBezTo>
                      <a:pt x="358" y="290"/>
                      <a:pt x="363" y="280"/>
                      <a:pt x="367" y="270"/>
                    </a:cubicBezTo>
                    <a:cubicBezTo>
                      <a:pt x="394" y="273"/>
                      <a:pt x="394" y="273"/>
                      <a:pt x="394" y="273"/>
                    </a:cubicBezTo>
                    <a:cubicBezTo>
                      <a:pt x="396" y="273"/>
                      <a:pt x="398" y="271"/>
                      <a:pt x="398" y="269"/>
                    </a:cubicBezTo>
                    <a:cubicBezTo>
                      <a:pt x="405" y="244"/>
                      <a:pt x="405" y="244"/>
                      <a:pt x="405" y="244"/>
                    </a:cubicBezTo>
                    <a:cubicBezTo>
                      <a:pt x="406" y="242"/>
                      <a:pt x="405" y="239"/>
                      <a:pt x="403" y="238"/>
                    </a:cubicBezTo>
                    <a:cubicBezTo>
                      <a:pt x="378" y="228"/>
                      <a:pt x="378" y="228"/>
                      <a:pt x="378" y="228"/>
                    </a:cubicBezTo>
                    <a:cubicBezTo>
                      <a:pt x="380" y="220"/>
                      <a:pt x="380" y="212"/>
                      <a:pt x="380" y="204"/>
                    </a:cubicBezTo>
                    <a:cubicBezTo>
                      <a:pt x="380" y="201"/>
                      <a:pt x="380" y="198"/>
                      <a:pt x="380" y="195"/>
                    </a:cubicBezTo>
                    <a:cubicBezTo>
                      <a:pt x="405" y="186"/>
                      <a:pt x="405" y="186"/>
                      <a:pt x="405" y="186"/>
                    </a:cubicBezTo>
                    <a:cubicBezTo>
                      <a:pt x="407" y="186"/>
                      <a:pt x="408" y="183"/>
                      <a:pt x="408" y="181"/>
                    </a:cubicBezTo>
                    <a:close/>
                    <a:moveTo>
                      <a:pt x="279" y="329"/>
                    </a:moveTo>
                    <a:cubicBezTo>
                      <a:pt x="270" y="334"/>
                      <a:pt x="261" y="338"/>
                      <a:pt x="252" y="342"/>
                    </a:cubicBezTo>
                    <a:cubicBezTo>
                      <a:pt x="241" y="345"/>
                      <a:pt x="230" y="348"/>
                      <a:pt x="219" y="349"/>
                    </a:cubicBezTo>
                    <a:cubicBezTo>
                      <a:pt x="214" y="349"/>
                      <a:pt x="209" y="350"/>
                      <a:pt x="204" y="350"/>
                    </a:cubicBezTo>
                    <a:cubicBezTo>
                      <a:pt x="199" y="350"/>
                      <a:pt x="194" y="349"/>
                      <a:pt x="189" y="349"/>
                    </a:cubicBezTo>
                    <a:cubicBezTo>
                      <a:pt x="178" y="348"/>
                      <a:pt x="167" y="345"/>
                      <a:pt x="156" y="342"/>
                    </a:cubicBezTo>
                    <a:cubicBezTo>
                      <a:pt x="147" y="338"/>
                      <a:pt x="138" y="334"/>
                      <a:pt x="130" y="329"/>
                    </a:cubicBezTo>
                    <a:cubicBezTo>
                      <a:pt x="120" y="323"/>
                      <a:pt x="111" y="316"/>
                      <a:pt x="103" y="308"/>
                    </a:cubicBezTo>
                    <a:cubicBezTo>
                      <a:pt x="93" y="299"/>
                      <a:pt x="84" y="288"/>
                      <a:pt x="77" y="275"/>
                    </a:cubicBezTo>
                    <a:cubicBezTo>
                      <a:pt x="74" y="269"/>
                      <a:pt x="71" y="263"/>
                      <a:pt x="68" y="256"/>
                    </a:cubicBezTo>
                    <a:cubicBezTo>
                      <a:pt x="63" y="243"/>
                      <a:pt x="60" y="229"/>
                      <a:pt x="59" y="215"/>
                    </a:cubicBezTo>
                    <a:cubicBezTo>
                      <a:pt x="59" y="211"/>
                      <a:pt x="59" y="208"/>
                      <a:pt x="59" y="204"/>
                    </a:cubicBezTo>
                    <a:cubicBezTo>
                      <a:pt x="59" y="196"/>
                      <a:pt x="59" y="188"/>
                      <a:pt x="60" y="181"/>
                    </a:cubicBezTo>
                    <a:cubicBezTo>
                      <a:pt x="62" y="171"/>
                      <a:pt x="65" y="162"/>
                      <a:pt x="68" y="153"/>
                    </a:cubicBezTo>
                    <a:cubicBezTo>
                      <a:pt x="72" y="142"/>
                      <a:pt x="77" y="132"/>
                      <a:pt x="84" y="122"/>
                    </a:cubicBezTo>
                    <a:cubicBezTo>
                      <a:pt x="89" y="114"/>
                      <a:pt x="96" y="107"/>
                      <a:pt x="103" y="100"/>
                    </a:cubicBezTo>
                    <a:cubicBezTo>
                      <a:pt x="111" y="92"/>
                      <a:pt x="120" y="85"/>
                      <a:pt x="130" y="79"/>
                    </a:cubicBezTo>
                    <a:cubicBezTo>
                      <a:pt x="138" y="74"/>
                      <a:pt x="147" y="70"/>
                      <a:pt x="156" y="67"/>
                    </a:cubicBezTo>
                    <a:cubicBezTo>
                      <a:pt x="167" y="63"/>
                      <a:pt x="178" y="61"/>
                      <a:pt x="189" y="59"/>
                    </a:cubicBezTo>
                    <a:cubicBezTo>
                      <a:pt x="194" y="59"/>
                      <a:pt x="199" y="59"/>
                      <a:pt x="204" y="59"/>
                    </a:cubicBezTo>
                    <a:cubicBezTo>
                      <a:pt x="209" y="59"/>
                      <a:pt x="214" y="59"/>
                      <a:pt x="219" y="59"/>
                    </a:cubicBezTo>
                    <a:cubicBezTo>
                      <a:pt x="230" y="61"/>
                      <a:pt x="241" y="63"/>
                      <a:pt x="252" y="67"/>
                    </a:cubicBezTo>
                    <a:cubicBezTo>
                      <a:pt x="261" y="70"/>
                      <a:pt x="270" y="74"/>
                      <a:pt x="279" y="79"/>
                    </a:cubicBezTo>
                    <a:cubicBezTo>
                      <a:pt x="288" y="85"/>
                      <a:pt x="297" y="92"/>
                      <a:pt x="306" y="100"/>
                    </a:cubicBezTo>
                    <a:cubicBezTo>
                      <a:pt x="316" y="110"/>
                      <a:pt x="324" y="121"/>
                      <a:pt x="331" y="133"/>
                    </a:cubicBezTo>
                    <a:cubicBezTo>
                      <a:pt x="335" y="139"/>
                      <a:pt x="338" y="146"/>
                      <a:pt x="340" y="153"/>
                    </a:cubicBezTo>
                    <a:cubicBezTo>
                      <a:pt x="345" y="165"/>
                      <a:pt x="348" y="179"/>
                      <a:pt x="349" y="193"/>
                    </a:cubicBezTo>
                    <a:cubicBezTo>
                      <a:pt x="349" y="197"/>
                      <a:pt x="350" y="201"/>
                      <a:pt x="350" y="204"/>
                    </a:cubicBezTo>
                    <a:cubicBezTo>
                      <a:pt x="350" y="212"/>
                      <a:pt x="349" y="220"/>
                      <a:pt x="348" y="228"/>
                    </a:cubicBezTo>
                    <a:cubicBezTo>
                      <a:pt x="346" y="237"/>
                      <a:pt x="344" y="247"/>
                      <a:pt x="340" y="256"/>
                    </a:cubicBezTo>
                    <a:cubicBezTo>
                      <a:pt x="336" y="267"/>
                      <a:pt x="331" y="277"/>
                      <a:pt x="324" y="286"/>
                    </a:cubicBezTo>
                    <a:cubicBezTo>
                      <a:pt x="319" y="294"/>
                      <a:pt x="313" y="302"/>
                      <a:pt x="306" y="308"/>
                    </a:cubicBezTo>
                    <a:cubicBezTo>
                      <a:pt x="297" y="316"/>
                      <a:pt x="288" y="323"/>
                      <a:pt x="279" y="32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31" name="Freeform 30"/>
              <p:cNvSpPr>
                <a:spLocks/>
              </p:cNvSpPr>
              <p:nvPr/>
            </p:nvSpPr>
            <p:spPr bwMode="auto">
              <a:xfrm>
                <a:off x="3346097" y="2072128"/>
                <a:ext cx="372621" cy="372622"/>
              </a:xfrm>
              <a:custGeom>
                <a:avLst/>
                <a:gdLst/>
                <a:ahLst/>
                <a:cxnLst>
                  <a:cxn ang="0">
                    <a:pos x="236" y="109"/>
                  </a:cxn>
                  <a:cxn ang="0">
                    <a:pos x="229" y="76"/>
                  </a:cxn>
                  <a:cxn ang="0">
                    <a:pos x="221" y="60"/>
                  </a:cxn>
                  <a:cxn ang="0">
                    <a:pos x="201" y="33"/>
                  </a:cxn>
                  <a:cxn ang="0">
                    <a:pos x="179" y="17"/>
                  </a:cxn>
                  <a:cxn ang="0">
                    <a:pos x="157" y="7"/>
                  </a:cxn>
                  <a:cxn ang="0">
                    <a:pos x="130" y="1"/>
                  </a:cxn>
                  <a:cxn ang="0">
                    <a:pos x="118" y="0"/>
                  </a:cxn>
                  <a:cxn ang="0">
                    <a:pos x="106" y="1"/>
                  </a:cxn>
                  <a:cxn ang="0">
                    <a:pos x="79" y="7"/>
                  </a:cxn>
                  <a:cxn ang="0">
                    <a:pos x="58" y="17"/>
                  </a:cxn>
                  <a:cxn ang="0">
                    <a:pos x="36" y="33"/>
                  </a:cxn>
                  <a:cxn ang="0">
                    <a:pos x="20" y="52"/>
                  </a:cxn>
                  <a:cxn ang="0">
                    <a:pos x="8" y="76"/>
                  </a:cxn>
                  <a:cxn ang="0">
                    <a:pos x="1" y="99"/>
                  </a:cxn>
                  <a:cxn ang="0">
                    <a:pos x="0" y="118"/>
                  </a:cxn>
                  <a:cxn ang="0">
                    <a:pos x="0" y="127"/>
                  </a:cxn>
                  <a:cxn ang="0">
                    <a:pos x="8" y="160"/>
                  </a:cxn>
                  <a:cxn ang="0">
                    <a:pos x="15" y="176"/>
                  </a:cxn>
                  <a:cxn ang="0">
                    <a:pos x="36" y="203"/>
                  </a:cxn>
                  <a:cxn ang="0">
                    <a:pos x="58" y="220"/>
                  </a:cxn>
                  <a:cxn ang="0">
                    <a:pos x="79" y="230"/>
                  </a:cxn>
                  <a:cxn ang="0">
                    <a:pos x="106" y="236"/>
                  </a:cxn>
                  <a:cxn ang="0">
                    <a:pos x="118" y="236"/>
                  </a:cxn>
                  <a:cxn ang="0">
                    <a:pos x="130" y="236"/>
                  </a:cxn>
                  <a:cxn ang="0">
                    <a:pos x="157" y="230"/>
                  </a:cxn>
                  <a:cxn ang="0">
                    <a:pos x="179" y="220"/>
                  </a:cxn>
                  <a:cxn ang="0">
                    <a:pos x="201" y="203"/>
                  </a:cxn>
                  <a:cxn ang="0">
                    <a:pos x="216" y="185"/>
                  </a:cxn>
                  <a:cxn ang="0">
                    <a:pos x="229" y="160"/>
                  </a:cxn>
                  <a:cxn ang="0">
                    <a:pos x="235" y="137"/>
                  </a:cxn>
                  <a:cxn ang="0">
                    <a:pos x="236" y="118"/>
                  </a:cxn>
                  <a:cxn ang="0">
                    <a:pos x="236" y="109"/>
                  </a:cxn>
                </a:cxnLst>
                <a:rect l="0" t="0" r="r" b="b"/>
                <a:pathLst>
                  <a:path w="236" h="236">
                    <a:moveTo>
                      <a:pt x="236" y="109"/>
                    </a:moveTo>
                    <a:cubicBezTo>
                      <a:pt x="235" y="98"/>
                      <a:pt x="233" y="87"/>
                      <a:pt x="229" y="76"/>
                    </a:cubicBezTo>
                    <a:cubicBezTo>
                      <a:pt x="227" y="71"/>
                      <a:pt x="224" y="66"/>
                      <a:pt x="221" y="60"/>
                    </a:cubicBezTo>
                    <a:cubicBezTo>
                      <a:pt x="216" y="51"/>
                      <a:pt x="209" y="41"/>
                      <a:pt x="201" y="33"/>
                    </a:cubicBezTo>
                    <a:cubicBezTo>
                      <a:pt x="194" y="27"/>
                      <a:pt x="187" y="21"/>
                      <a:pt x="179" y="17"/>
                    </a:cubicBezTo>
                    <a:cubicBezTo>
                      <a:pt x="172" y="13"/>
                      <a:pt x="165" y="9"/>
                      <a:pt x="157" y="7"/>
                    </a:cubicBezTo>
                    <a:cubicBezTo>
                      <a:pt x="148" y="4"/>
                      <a:pt x="139" y="2"/>
                      <a:pt x="130" y="1"/>
                    </a:cubicBezTo>
                    <a:cubicBezTo>
                      <a:pt x="126" y="0"/>
                      <a:pt x="122" y="0"/>
                      <a:pt x="118" y="0"/>
                    </a:cubicBezTo>
                    <a:cubicBezTo>
                      <a:pt x="114" y="0"/>
                      <a:pt x="110" y="0"/>
                      <a:pt x="106" y="1"/>
                    </a:cubicBezTo>
                    <a:cubicBezTo>
                      <a:pt x="97" y="2"/>
                      <a:pt x="88" y="4"/>
                      <a:pt x="79" y="7"/>
                    </a:cubicBezTo>
                    <a:cubicBezTo>
                      <a:pt x="72" y="9"/>
                      <a:pt x="64" y="13"/>
                      <a:pt x="58" y="17"/>
                    </a:cubicBezTo>
                    <a:cubicBezTo>
                      <a:pt x="50" y="21"/>
                      <a:pt x="42" y="27"/>
                      <a:pt x="36" y="33"/>
                    </a:cubicBezTo>
                    <a:cubicBezTo>
                      <a:pt x="30" y="39"/>
                      <a:pt x="25" y="45"/>
                      <a:pt x="20" y="52"/>
                    </a:cubicBezTo>
                    <a:cubicBezTo>
                      <a:pt x="15" y="59"/>
                      <a:pt x="11" y="68"/>
                      <a:pt x="8" y="76"/>
                    </a:cubicBezTo>
                    <a:cubicBezTo>
                      <a:pt x="5" y="84"/>
                      <a:pt x="3" y="91"/>
                      <a:pt x="1" y="99"/>
                    </a:cubicBezTo>
                    <a:cubicBezTo>
                      <a:pt x="0" y="105"/>
                      <a:pt x="0" y="112"/>
                      <a:pt x="0" y="118"/>
                    </a:cubicBezTo>
                    <a:cubicBezTo>
                      <a:pt x="0" y="121"/>
                      <a:pt x="0" y="124"/>
                      <a:pt x="0" y="127"/>
                    </a:cubicBezTo>
                    <a:cubicBezTo>
                      <a:pt x="1" y="139"/>
                      <a:pt x="4" y="150"/>
                      <a:pt x="8" y="160"/>
                    </a:cubicBezTo>
                    <a:cubicBezTo>
                      <a:pt x="10" y="166"/>
                      <a:pt x="12" y="171"/>
                      <a:pt x="15" y="176"/>
                    </a:cubicBezTo>
                    <a:cubicBezTo>
                      <a:pt x="21" y="186"/>
                      <a:pt x="28" y="195"/>
                      <a:pt x="36" y="203"/>
                    </a:cubicBezTo>
                    <a:cubicBezTo>
                      <a:pt x="42" y="209"/>
                      <a:pt x="50" y="215"/>
                      <a:pt x="58" y="220"/>
                    </a:cubicBezTo>
                    <a:cubicBezTo>
                      <a:pt x="64" y="224"/>
                      <a:pt x="72" y="227"/>
                      <a:pt x="79" y="230"/>
                    </a:cubicBezTo>
                    <a:cubicBezTo>
                      <a:pt x="88" y="233"/>
                      <a:pt x="97" y="235"/>
                      <a:pt x="106" y="236"/>
                    </a:cubicBezTo>
                    <a:cubicBezTo>
                      <a:pt x="110" y="236"/>
                      <a:pt x="114" y="236"/>
                      <a:pt x="118" y="236"/>
                    </a:cubicBezTo>
                    <a:cubicBezTo>
                      <a:pt x="122" y="236"/>
                      <a:pt x="126" y="236"/>
                      <a:pt x="130" y="236"/>
                    </a:cubicBezTo>
                    <a:cubicBezTo>
                      <a:pt x="139" y="235"/>
                      <a:pt x="148" y="233"/>
                      <a:pt x="157" y="230"/>
                    </a:cubicBezTo>
                    <a:cubicBezTo>
                      <a:pt x="165" y="227"/>
                      <a:pt x="172" y="224"/>
                      <a:pt x="179" y="220"/>
                    </a:cubicBezTo>
                    <a:cubicBezTo>
                      <a:pt x="187" y="215"/>
                      <a:pt x="194" y="209"/>
                      <a:pt x="201" y="203"/>
                    </a:cubicBezTo>
                    <a:cubicBezTo>
                      <a:pt x="206" y="197"/>
                      <a:pt x="211" y="191"/>
                      <a:pt x="216" y="185"/>
                    </a:cubicBezTo>
                    <a:cubicBezTo>
                      <a:pt x="221" y="177"/>
                      <a:pt x="225" y="169"/>
                      <a:pt x="229" y="160"/>
                    </a:cubicBezTo>
                    <a:cubicBezTo>
                      <a:pt x="231" y="153"/>
                      <a:pt x="234" y="145"/>
                      <a:pt x="235" y="137"/>
                    </a:cubicBezTo>
                    <a:cubicBezTo>
                      <a:pt x="236" y="131"/>
                      <a:pt x="236" y="125"/>
                      <a:pt x="236" y="118"/>
                    </a:cubicBezTo>
                    <a:cubicBezTo>
                      <a:pt x="236" y="115"/>
                      <a:pt x="236" y="112"/>
                      <a:pt x="236" y="10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32" name="Freeform 31"/>
              <p:cNvSpPr>
                <a:spLocks noEditPoints="1"/>
              </p:cNvSpPr>
              <p:nvPr/>
            </p:nvSpPr>
            <p:spPr bwMode="auto">
              <a:xfrm>
                <a:off x="3849423" y="2170730"/>
                <a:ext cx="482688" cy="487274"/>
              </a:xfrm>
              <a:custGeom>
                <a:avLst/>
                <a:gdLst/>
                <a:ahLst/>
                <a:cxnLst>
                  <a:cxn ang="0">
                    <a:pos x="300" y="109"/>
                  </a:cxn>
                  <a:cxn ang="0">
                    <a:pos x="276" y="108"/>
                  </a:cxn>
                  <a:cxn ang="0">
                    <a:pos x="272" y="61"/>
                  </a:cxn>
                  <a:cxn ang="0">
                    <a:pos x="258" y="42"/>
                  </a:cxn>
                  <a:cxn ang="0">
                    <a:pos x="238" y="53"/>
                  </a:cxn>
                  <a:cxn ang="0">
                    <a:pos x="222" y="19"/>
                  </a:cxn>
                  <a:cxn ang="0">
                    <a:pos x="201" y="8"/>
                  </a:cxn>
                  <a:cxn ang="0">
                    <a:pos x="187" y="26"/>
                  </a:cxn>
                  <a:cxn ang="0">
                    <a:pos x="158" y="3"/>
                  </a:cxn>
                  <a:cxn ang="0">
                    <a:pos x="134" y="1"/>
                  </a:cxn>
                  <a:cxn ang="0">
                    <a:pos x="129" y="24"/>
                  </a:cxn>
                  <a:cxn ang="0">
                    <a:pos x="93" y="15"/>
                  </a:cxn>
                  <a:cxn ang="0">
                    <a:pos x="71" y="23"/>
                  </a:cxn>
                  <a:cxn ang="0">
                    <a:pos x="76" y="46"/>
                  </a:cxn>
                  <a:cxn ang="0">
                    <a:pos x="40" y="53"/>
                  </a:cxn>
                  <a:cxn ang="0">
                    <a:pos x="24" y="70"/>
                  </a:cxn>
                  <a:cxn ang="0">
                    <a:pos x="38" y="88"/>
                  </a:cxn>
                  <a:cxn ang="0">
                    <a:pos x="8" y="110"/>
                  </a:cxn>
                  <a:cxn ang="0">
                    <a:pos x="0" y="132"/>
                  </a:cxn>
                  <a:cxn ang="0">
                    <a:pos x="21" y="142"/>
                  </a:cxn>
                  <a:cxn ang="0">
                    <a:pos x="21" y="168"/>
                  </a:cxn>
                  <a:cxn ang="0">
                    <a:pos x="1" y="179"/>
                  </a:cxn>
                  <a:cxn ang="0">
                    <a:pos x="9" y="201"/>
                  </a:cxn>
                  <a:cxn ang="0">
                    <a:pos x="45" y="231"/>
                  </a:cxn>
                  <a:cxn ang="0">
                    <a:pos x="33" y="251"/>
                  </a:cxn>
                  <a:cxn ang="0">
                    <a:pos x="51" y="266"/>
                  </a:cxn>
                  <a:cxn ang="0">
                    <a:pos x="88" y="269"/>
                  </a:cxn>
                  <a:cxn ang="0">
                    <a:pos x="85" y="292"/>
                  </a:cxn>
                  <a:cxn ang="0">
                    <a:pos x="108" y="298"/>
                  </a:cxn>
                  <a:cxn ang="0">
                    <a:pos x="143" y="285"/>
                  </a:cxn>
                  <a:cxn ang="0">
                    <a:pos x="151" y="307"/>
                  </a:cxn>
                  <a:cxn ang="0">
                    <a:pos x="174" y="303"/>
                  </a:cxn>
                  <a:cxn ang="0">
                    <a:pos x="200" y="277"/>
                  </a:cxn>
                  <a:cxn ang="0">
                    <a:pos x="216" y="294"/>
                  </a:cxn>
                  <a:cxn ang="0">
                    <a:pos x="235" y="280"/>
                  </a:cxn>
                  <a:cxn ang="0">
                    <a:pos x="248" y="245"/>
                  </a:cxn>
                  <a:cxn ang="0">
                    <a:pos x="269" y="254"/>
                  </a:cxn>
                  <a:cxn ang="0">
                    <a:pos x="281" y="234"/>
                  </a:cxn>
                  <a:cxn ang="0">
                    <a:pos x="277" y="197"/>
                  </a:cxn>
                  <a:cxn ang="0">
                    <a:pos x="300" y="195"/>
                  </a:cxn>
                  <a:cxn ang="0">
                    <a:pos x="303" y="172"/>
                  </a:cxn>
                  <a:cxn ang="0">
                    <a:pos x="284" y="147"/>
                  </a:cxn>
                  <a:cxn ang="0">
                    <a:pos x="302" y="132"/>
                  </a:cxn>
                  <a:cxn ang="0">
                    <a:pos x="213" y="245"/>
                  </a:cxn>
                  <a:cxn ang="0">
                    <a:pos x="169" y="262"/>
                  </a:cxn>
                  <a:cxn ang="0">
                    <a:pos x="147" y="263"/>
                  </a:cxn>
                  <a:cxn ang="0">
                    <a:pos x="101" y="250"/>
                  </a:cxn>
                  <a:cxn ang="0">
                    <a:pos x="60" y="212"/>
                  </a:cxn>
                  <a:cxn ang="0">
                    <a:pos x="44" y="167"/>
                  </a:cxn>
                  <a:cxn ang="0">
                    <a:pos x="44" y="142"/>
                  </a:cxn>
                  <a:cxn ang="0">
                    <a:pos x="59" y="97"/>
                  </a:cxn>
                  <a:cxn ang="0">
                    <a:pos x="92" y="63"/>
                  </a:cxn>
                  <a:cxn ang="0">
                    <a:pos x="136" y="46"/>
                  </a:cxn>
                  <a:cxn ang="0">
                    <a:pos x="158" y="45"/>
                  </a:cxn>
                  <a:cxn ang="0">
                    <a:pos x="203" y="57"/>
                  </a:cxn>
                  <a:cxn ang="0">
                    <a:pos x="245" y="95"/>
                  </a:cxn>
                  <a:cxn ang="0">
                    <a:pos x="261" y="140"/>
                  </a:cxn>
                  <a:cxn ang="0">
                    <a:pos x="261" y="166"/>
                  </a:cxn>
                  <a:cxn ang="0">
                    <a:pos x="246" y="210"/>
                  </a:cxn>
                  <a:cxn ang="0">
                    <a:pos x="213" y="245"/>
                  </a:cxn>
                </a:cxnLst>
                <a:rect l="0" t="0" r="r" b="b"/>
                <a:pathLst>
                  <a:path w="305" h="308">
                    <a:moveTo>
                      <a:pt x="304" y="129"/>
                    </a:moveTo>
                    <a:cubicBezTo>
                      <a:pt x="300" y="109"/>
                      <a:pt x="300" y="109"/>
                      <a:pt x="300" y="109"/>
                    </a:cubicBezTo>
                    <a:cubicBezTo>
                      <a:pt x="299" y="108"/>
                      <a:pt x="298" y="106"/>
                      <a:pt x="296" y="107"/>
                    </a:cubicBezTo>
                    <a:cubicBezTo>
                      <a:pt x="276" y="108"/>
                      <a:pt x="276" y="108"/>
                      <a:pt x="276" y="108"/>
                    </a:cubicBezTo>
                    <a:cubicBezTo>
                      <a:pt x="272" y="97"/>
                      <a:pt x="267" y="86"/>
                      <a:pt x="260" y="77"/>
                    </a:cubicBezTo>
                    <a:cubicBezTo>
                      <a:pt x="272" y="61"/>
                      <a:pt x="272" y="61"/>
                      <a:pt x="272" y="61"/>
                    </a:cubicBezTo>
                    <a:cubicBezTo>
                      <a:pt x="273" y="60"/>
                      <a:pt x="273" y="58"/>
                      <a:pt x="272" y="57"/>
                    </a:cubicBezTo>
                    <a:cubicBezTo>
                      <a:pt x="258" y="42"/>
                      <a:pt x="258" y="42"/>
                      <a:pt x="258" y="42"/>
                    </a:cubicBezTo>
                    <a:cubicBezTo>
                      <a:pt x="257" y="41"/>
                      <a:pt x="255" y="41"/>
                      <a:pt x="254" y="42"/>
                    </a:cubicBezTo>
                    <a:cubicBezTo>
                      <a:pt x="238" y="53"/>
                      <a:pt x="238" y="53"/>
                      <a:pt x="238" y="53"/>
                    </a:cubicBezTo>
                    <a:cubicBezTo>
                      <a:pt x="231" y="47"/>
                      <a:pt x="224" y="43"/>
                      <a:pt x="217" y="38"/>
                    </a:cubicBezTo>
                    <a:cubicBezTo>
                      <a:pt x="222" y="19"/>
                      <a:pt x="222" y="19"/>
                      <a:pt x="222" y="19"/>
                    </a:cubicBezTo>
                    <a:cubicBezTo>
                      <a:pt x="222" y="18"/>
                      <a:pt x="221" y="16"/>
                      <a:pt x="220" y="15"/>
                    </a:cubicBezTo>
                    <a:cubicBezTo>
                      <a:pt x="201" y="8"/>
                      <a:pt x="201" y="8"/>
                      <a:pt x="201" y="8"/>
                    </a:cubicBezTo>
                    <a:cubicBezTo>
                      <a:pt x="200" y="7"/>
                      <a:pt x="198" y="8"/>
                      <a:pt x="197" y="9"/>
                    </a:cubicBezTo>
                    <a:cubicBezTo>
                      <a:pt x="187" y="26"/>
                      <a:pt x="187" y="26"/>
                      <a:pt x="187" y="26"/>
                    </a:cubicBezTo>
                    <a:cubicBezTo>
                      <a:pt x="179" y="24"/>
                      <a:pt x="170" y="22"/>
                      <a:pt x="162" y="22"/>
                    </a:cubicBezTo>
                    <a:cubicBezTo>
                      <a:pt x="158" y="3"/>
                      <a:pt x="158" y="3"/>
                      <a:pt x="158" y="3"/>
                    </a:cubicBezTo>
                    <a:cubicBezTo>
                      <a:pt x="157" y="1"/>
                      <a:pt x="156" y="0"/>
                      <a:pt x="154" y="0"/>
                    </a:cubicBezTo>
                    <a:cubicBezTo>
                      <a:pt x="134" y="1"/>
                      <a:pt x="134" y="1"/>
                      <a:pt x="134" y="1"/>
                    </a:cubicBezTo>
                    <a:cubicBezTo>
                      <a:pt x="132" y="1"/>
                      <a:pt x="131" y="2"/>
                      <a:pt x="131" y="4"/>
                    </a:cubicBezTo>
                    <a:cubicBezTo>
                      <a:pt x="129" y="24"/>
                      <a:pt x="129" y="24"/>
                      <a:pt x="129" y="24"/>
                    </a:cubicBezTo>
                    <a:cubicBezTo>
                      <a:pt x="121" y="25"/>
                      <a:pt x="113" y="27"/>
                      <a:pt x="105" y="30"/>
                    </a:cubicBezTo>
                    <a:cubicBezTo>
                      <a:pt x="93" y="15"/>
                      <a:pt x="93" y="15"/>
                      <a:pt x="93" y="15"/>
                    </a:cubicBezTo>
                    <a:cubicBezTo>
                      <a:pt x="92" y="13"/>
                      <a:pt x="90" y="13"/>
                      <a:pt x="89" y="14"/>
                    </a:cubicBezTo>
                    <a:cubicBezTo>
                      <a:pt x="71" y="23"/>
                      <a:pt x="71" y="23"/>
                      <a:pt x="71" y="23"/>
                    </a:cubicBezTo>
                    <a:cubicBezTo>
                      <a:pt x="70" y="24"/>
                      <a:pt x="69" y="26"/>
                      <a:pt x="70" y="27"/>
                    </a:cubicBezTo>
                    <a:cubicBezTo>
                      <a:pt x="76" y="46"/>
                      <a:pt x="76" y="46"/>
                      <a:pt x="76" y="46"/>
                    </a:cubicBezTo>
                    <a:cubicBezTo>
                      <a:pt x="70" y="50"/>
                      <a:pt x="63" y="56"/>
                      <a:pt x="57" y="62"/>
                    </a:cubicBezTo>
                    <a:cubicBezTo>
                      <a:pt x="40" y="53"/>
                      <a:pt x="40" y="53"/>
                      <a:pt x="40" y="53"/>
                    </a:cubicBezTo>
                    <a:cubicBezTo>
                      <a:pt x="39" y="52"/>
                      <a:pt x="37" y="52"/>
                      <a:pt x="36" y="54"/>
                    </a:cubicBezTo>
                    <a:cubicBezTo>
                      <a:pt x="24" y="70"/>
                      <a:pt x="24" y="70"/>
                      <a:pt x="24" y="70"/>
                    </a:cubicBezTo>
                    <a:cubicBezTo>
                      <a:pt x="23" y="71"/>
                      <a:pt x="23" y="73"/>
                      <a:pt x="24" y="74"/>
                    </a:cubicBezTo>
                    <a:cubicBezTo>
                      <a:pt x="38" y="88"/>
                      <a:pt x="38" y="88"/>
                      <a:pt x="38" y="88"/>
                    </a:cubicBezTo>
                    <a:cubicBezTo>
                      <a:pt x="34" y="95"/>
                      <a:pt x="30" y="103"/>
                      <a:pt x="27" y="111"/>
                    </a:cubicBezTo>
                    <a:cubicBezTo>
                      <a:pt x="8" y="110"/>
                      <a:pt x="8" y="110"/>
                      <a:pt x="8" y="110"/>
                    </a:cubicBezTo>
                    <a:cubicBezTo>
                      <a:pt x="6" y="110"/>
                      <a:pt x="5" y="111"/>
                      <a:pt x="4" y="112"/>
                    </a:cubicBezTo>
                    <a:cubicBezTo>
                      <a:pt x="0" y="132"/>
                      <a:pt x="0" y="132"/>
                      <a:pt x="0" y="132"/>
                    </a:cubicBezTo>
                    <a:cubicBezTo>
                      <a:pt x="0" y="133"/>
                      <a:pt x="1" y="135"/>
                      <a:pt x="2" y="136"/>
                    </a:cubicBezTo>
                    <a:cubicBezTo>
                      <a:pt x="21" y="142"/>
                      <a:pt x="21" y="142"/>
                      <a:pt x="21" y="142"/>
                    </a:cubicBezTo>
                    <a:cubicBezTo>
                      <a:pt x="20" y="148"/>
                      <a:pt x="20" y="154"/>
                      <a:pt x="20" y="160"/>
                    </a:cubicBezTo>
                    <a:cubicBezTo>
                      <a:pt x="21" y="163"/>
                      <a:pt x="21" y="165"/>
                      <a:pt x="21" y="168"/>
                    </a:cubicBezTo>
                    <a:cubicBezTo>
                      <a:pt x="3" y="175"/>
                      <a:pt x="3" y="175"/>
                      <a:pt x="3" y="175"/>
                    </a:cubicBezTo>
                    <a:cubicBezTo>
                      <a:pt x="1" y="175"/>
                      <a:pt x="0" y="177"/>
                      <a:pt x="1" y="179"/>
                    </a:cubicBezTo>
                    <a:cubicBezTo>
                      <a:pt x="5" y="198"/>
                      <a:pt x="5" y="198"/>
                      <a:pt x="5" y="198"/>
                    </a:cubicBezTo>
                    <a:cubicBezTo>
                      <a:pt x="5" y="200"/>
                      <a:pt x="7" y="201"/>
                      <a:pt x="9" y="201"/>
                    </a:cubicBezTo>
                    <a:cubicBezTo>
                      <a:pt x="28" y="199"/>
                      <a:pt x="28" y="199"/>
                      <a:pt x="28" y="199"/>
                    </a:cubicBezTo>
                    <a:cubicBezTo>
                      <a:pt x="33" y="211"/>
                      <a:pt x="38" y="221"/>
                      <a:pt x="45" y="231"/>
                    </a:cubicBezTo>
                    <a:cubicBezTo>
                      <a:pt x="33" y="246"/>
                      <a:pt x="33" y="246"/>
                      <a:pt x="33" y="246"/>
                    </a:cubicBezTo>
                    <a:cubicBezTo>
                      <a:pt x="32" y="247"/>
                      <a:pt x="32" y="249"/>
                      <a:pt x="33" y="251"/>
                    </a:cubicBezTo>
                    <a:cubicBezTo>
                      <a:pt x="47" y="265"/>
                      <a:pt x="47" y="265"/>
                      <a:pt x="47" y="265"/>
                    </a:cubicBezTo>
                    <a:cubicBezTo>
                      <a:pt x="48" y="266"/>
                      <a:pt x="50" y="267"/>
                      <a:pt x="51" y="266"/>
                    </a:cubicBezTo>
                    <a:cubicBezTo>
                      <a:pt x="67" y="255"/>
                      <a:pt x="67" y="255"/>
                      <a:pt x="67" y="255"/>
                    </a:cubicBezTo>
                    <a:cubicBezTo>
                      <a:pt x="74" y="260"/>
                      <a:pt x="81" y="265"/>
                      <a:pt x="88" y="269"/>
                    </a:cubicBezTo>
                    <a:cubicBezTo>
                      <a:pt x="83" y="288"/>
                      <a:pt x="83" y="288"/>
                      <a:pt x="83" y="288"/>
                    </a:cubicBezTo>
                    <a:cubicBezTo>
                      <a:pt x="83" y="290"/>
                      <a:pt x="84" y="291"/>
                      <a:pt x="85" y="292"/>
                    </a:cubicBezTo>
                    <a:cubicBezTo>
                      <a:pt x="104" y="300"/>
                      <a:pt x="104" y="300"/>
                      <a:pt x="104" y="300"/>
                    </a:cubicBezTo>
                    <a:cubicBezTo>
                      <a:pt x="105" y="300"/>
                      <a:pt x="107" y="299"/>
                      <a:pt x="108" y="298"/>
                    </a:cubicBezTo>
                    <a:cubicBezTo>
                      <a:pt x="118" y="281"/>
                      <a:pt x="118" y="281"/>
                      <a:pt x="118" y="281"/>
                    </a:cubicBezTo>
                    <a:cubicBezTo>
                      <a:pt x="126" y="283"/>
                      <a:pt x="135" y="285"/>
                      <a:pt x="143" y="285"/>
                    </a:cubicBezTo>
                    <a:cubicBezTo>
                      <a:pt x="147" y="305"/>
                      <a:pt x="147" y="305"/>
                      <a:pt x="147" y="305"/>
                    </a:cubicBezTo>
                    <a:cubicBezTo>
                      <a:pt x="148" y="306"/>
                      <a:pt x="149" y="308"/>
                      <a:pt x="151" y="307"/>
                    </a:cubicBezTo>
                    <a:cubicBezTo>
                      <a:pt x="171" y="306"/>
                      <a:pt x="171" y="306"/>
                      <a:pt x="171" y="306"/>
                    </a:cubicBezTo>
                    <a:cubicBezTo>
                      <a:pt x="172" y="306"/>
                      <a:pt x="174" y="305"/>
                      <a:pt x="174" y="303"/>
                    </a:cubicBezTo>
                    <a:cubicBezTo>
                      <a:pt x="176" y="284"/>
                      <a:pt x="176" y="284"/>
                      <a:pt x="176" y="284"/>
                    </a:cubicBezTo>
                    <a:cubicBezTo>
                      <a:pt x="184" y="282"/>
                      <a:pt x="192" y="280"/>
                      <a:pt x="200" y="277"/>
                    </a:cubicBezTo>
                    <a:cubicBezTo>
                      <a:pt x="212" y="293"/>
                      <a:pt x="212" y="293"/>
                      <a:pt x="212" y="293"/>
                    </a:cubicBezTo>
                    <a:cubicBezTo>
                      <a:pt x="213" y="294"/>
                      <a:pt x="214" y="294"/>
                      <a:pt x="216" y="294"/>
                    </a:cubicBezTo>
                    <a:cubicBezTo>
                      <a:pt x="234" y="284"/>
                      <a:pt x="234" y="284"/>
                      <a:pt x="234" y="284"/>
                    </a:cubicBezTo>
                    <a:cubicBezTo>
                      <a:pt x="235" y="284"/>
                      <a:pt x="236" y="282"/>
                      <a:pt x="235" y="280"/>
                    </a:cubicBezTo>
                    <a:cubicBezTo>
                      <a:pt x="228" y="262"/>
                      <a:pt x="228" y="262"/>
                      <a:pt x="228" y="262"/>
                    </a:cubicBezTo>
                    <a:cubicBezTo>
                      <a:pt x="235" y="257"/>
                      <a:pt x="242" y="251"/>
                      <a:pt x="248" y="245"/>
                    </a:cubicBezTo>
                    <a:cubicBezTo>
                      <a:pt x="265" y="255"/>
                      <a:pt x="265" y="255"/>
                      <a:pt x="265" y="255"/>
                    </a:cubicBezTo>
                    <a:cubicBezTo>
                      <a:pt x="266" y="255"/>
                      <a:pt x="268" y="255"/>
                      <a:pt x="269" y="254"/>
                    </a:cubicBezTo>
                    <a:cubicBezTo>
                      <a:pt x="281" y="238"/>
                      <a:pt x="281" y="238"/>
                      <a:pt x="281" y="238"/>
                    </a:cubicBezTo>
                    <a:cubicBezTo>
                      <a:pt x="282" y="237"/>
                      <a:pt x="282" y="235"/>
                      <a:pt x="281" y="234"/>
                    </a:cubicBezTo>
                    <a:cubicBezTo>
                      <a:pt x="267" y="219"/>
                      <a:pt x="267" y="219"/>
                      <a:pt x="267" y="219"/>
                    </a:cubicBezTo>
                    <a:cubicBezTo>
                      <a:pt x="271" y="212"/>
                      <a:pt x="275" y="205"/>
                      <a:pt x="277" y="197"/>
                    </a:cubicBezTo>
                    <a:cubicBezTo>
                      <a:pt x="297" y="198"/>
                      <a:pt x="297" y="198"/>
                      <a:pt x="297" y="198"/>
                    </a:cubicBezTo>
                    <a:cubicBezTo>
                      <a:pt x="299" y="198"/>
                      <a:pt x="300" y="197"/>
                      <a:pt x="300" y="195"/>
                    </a:cubicBezTo>
                    <a:cubicBezTo>
                      <a:pt x="305" y="176"/>
                      <a:pt x="305" y="176"/>
                      <a:pt x="305" y="176"/>
                    </a:cubicBezTo>
                    <a:cubicBezTo>
                      <a:pt x="305" y="174"/>
                      <a:pt x="304" y="172"/>
                      <a:pt x="303" y="172"/>
                    </a:cubicBezTo>
                    <a:cubicBezTo>
                      <a:pt x="284" y="165"/>
                      <a:pt x="284" y="165"/>
                      <a:pt x="284" y="165"/>
                    </a:cubicBezTo>
                    <a:cubicBezTo>
                      <a:pt x="285" y="159"/>
                      <a:pt x="285" y="153"/>
                      <a:pt x="284" y="147"/>
                    </a:cubicBezTo>
                    <a:cubicBezTo>
                      <a:pt x="284" y="145"/>
                      <a:pt x="284" y="142"/>
                      <a:pt x="284" y="140"/>
                    </a:cubicBezTo>
                    <a:cubicBezTo>
                      <a:pt x="302" y="132"/>
                      <a:pt x="302" y="132"/>
                      <a:pt x="302" y="132"/>
                    </a:cubicBezTo>
                    <a:cubicBezTo>
                      <a:pt x="304" y="132"/>
                      <a:pt x="305" y="130"/>
                      <a:pt x="304" y="129"/>
                    </a:cubicBezTo>
                    <a:close/>
                    <a:moveTo>
                      <a:pt x="213" y="245"/>
                    </a:moveTo>
                    <a:cubicBezTo>
                      <a:pt x="207" y="249"/>
                      <a:pt x="200" y="252"/>
                      <a:pt x="194" y="255"/>
                    </a:cubicBezTo>
                    <a:cubicBezTo>
                      <a:pt x="186" y="258"/>
                      <a:pt x="178" y="260"/>
                      <a:pt x="169" y="262"/>
                    </a:cubicBezTo>
                    <a:cubicBezTo>
                      <a:pt x="165" y="262"/>
                      <a:pt x="162" y="263"/>
                      <a:pt x="158" y="263"/>
                    </a:cubicBezTo>
                    <a:cubicBezTo>
                      <a:pt x="154" y="263"/>
                      <a:pt x="151" y="263"/>
                      <a:pt x="147" y="263"/>
                    </a:cubicBezTo>
                    <a:cubicBezTo>
                      <a:pt x="138" y="262"/>
                      <a:pt x="130" y="261"/>
                      <a:pt x="122" y="259"/>
                    </a:cubicBezTo>
                    <a:cubicBezTo>
                      <a:pt x="115" y="256"/>
                      <a:pt x="108" y="254"/>
                      <a:pt x="101" y="250"/>
                    </a:cubicBezTo>
                    <a:cubicBezTo>
                      <a:pt x="94" y="246"/>
                      <a:pt x="87" y="241"/>
                      <a:pt x="80" y="236"/>
                    </a:cubicBezTo>
                    <a:cubicBezTo>
                      <a:pt x="72" y="229"/>
                      <a:pt x="66" y="221"/>
                      <a:pt x="60" y="212"/>
                    </a:cubicBezTo>
                    <a:cubicBezTo>
                      <a:pt x="57" y="207"/>
                      <a:pt x="55" y="203"/>
                      <a:pt x="52" y="198"/>
                    </a:cubicBezTo>
                    <a:cubicBezTo>
                      <a:pt x="48" y="188"/>
                      <a:pt x="45" y="178"/>
                      <a:pt x="44" y="167"/>
                    </a:cubicBezTo>
                    <a:cubicBezTo>
                      <a:pt x="44" y="165"/>
                      <a:pt x="43" y="162"/>
                      <a:pt x="43" y="159"/>
                    </a:cubicBezTo>
                    <a:cubicBezTo>
                      <a:pt x="43" y="153"/>
                      <a:pt x="43" y="147"/>
                      <a:pt x="44" y="142"/>
                    </a:cubicBezTo>
                    <a:cubicBezTo>
                      <a:pt x="45" y="134"/>
                      <a:pt x="46" y="127"/>
                      <a:pt x="48" y="120"/>
                    </a:cubicBezTo>
                    <a:cubicBezTo>
                      <a:pt x="51" y="112"/>
                      <a:pt x="55" y="104"/>
                      <a:pt x="59" y="97"/>
                    </a:cubicBezTo>
                    <a:cubicBezTo>
                      <a:pt x="63" y="91"/>
                      <a:pt x="67" y="85"/>
                      <a:pt x="72" y="79"/>
                    </a:cubicBezTo>
                    <a:cubicBezTo>
                      <a:pt x="78" y="73"/>
                      <a:pt x="85" y="68"/>
                      <a:pt x="92" y="63"/>
                    </a:cubicBezTo>
                    <a:cubicBezTo>
                      <a:pt x="98" y="59"/>
                      <a:pt x="104" y="55"/>
                      <a:pt x="111" y="52"/>
                    </a:cubicBezTo>
                    <a:cubicBezTo>
                      <a:pt x="119" y="49"/>
                      <a:pt x="127" y="47"/>
                      <a:pt x="136" y="46"/>
                    </a:cubicBezTo>
                    <a:cubicBezTo>
                      <a:pt x="139" y="45"/>
                      <a:pt x="143" y="45"/>
                      <a:pt x="147" y="45"/>
                    </a:cubicBezTo>
                    <a:cubicBezTo>
                      <a:pt x="151" y="44"/>
                      <a:pt x="154" y="44"/>
                      <a:pt x="158" y="45"/>
                    </a:cubicBezTo>
                    <a:cubicBezTo>
                      <a:pt x="166" y="45"/>
                      <a:pt x="175" y="46"/>
                      <a:pt x="183" y="49"/>
                    </a:cubicBezTo>
                    <a:cubicBezTo>
                      <a:pt x="190" y="51"/>
                      <a:pt x="197" y="54"/>
                      <a:pt x="203" y="57"/>
                    </a:cubicBezTo>
                    <a:cubicBezTo>
                      <a:pt x="211" y="61"/>
                      <a:pt x="218" y="66"/>
                      <a:pt x="224" y="72"/>
                    </a:cubicBezTo>
                    <a:cubicBezTo>
                      <a:pt x="232" y="79"/>
                      <a:pt x="239" y="87"/>
                      <a:pt x="245" y="95"/>
                    </a:cubicBezTo>
                    <a:cubicBezTo>
                      <a:pt x="248" y="100"/>
                      <a:pt x="250" y="105"/>
                      <a:pt x="252" y="110"/>
                    </a:cubicBezTo>
                    <a:cubicBezTo>
                      <a:pt x="257" y="119"/>
                      <a:pt x="259" y="129"/>
                      <a:pt x="261" y="140"/>
                    </a:cubicBezTo>
                    <a:cubicBezTo>
                      <a:pt x="261" y="143"/>
                      <a:pt x="261" y="145"/>
                      <a:pt x="262" y="148"/>
                    </a:cubicBezTo>
                    <a:cubicBezTo>
                      <a:pt x="262" y="154"/>
                      <a:pt x="262" y="160"/>
                      <a:pt x="261" y="166"/>
                    </a:cubicBezTo>
                    <a:cubicBezTo>
                      <a:pt x="260" y="173"/>
                      <a:pt x="259" y="180"/>
                      <a:pt x="256" y="187"/>
                    </a:cubicBezTo>
                    <a:cubicBezTo>
                      <a:pt x="254" y="195"/>
                      <a:pt x="250" y="203"/>
                      <a:pt x="246" y="210"/>
                    </a:cubicBezTo>
                    <a:cubicBezTo>
                      <a:pt x="242" y="217"/>
                      <a:pt x="238" y="223"/>
                      <a:pt x="233" y="228"/>
                    </a:cubicBezTo>
                    <a:cubicBezTo>
                      <a:pt x="227" y="234"/>
                      <a:pt x="220" y="240"/>
                      <a:pt x="213" y="24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33" name="Freeform 32"/>
              <p:cNvSpPr>
                <a:spLocks/>
              </p:cNvSpPr>
              <p:nvPr/>
            </p:nvSpPr>
            <p:spPr bwMode="auto">
              <a:xfrm>
                <a:off x="3951464" y="2273917"/>
                <a:ext cx="279753" cy="279753"/>
              </a:xfrm>
              <a:custGeom>
                <a:avLst/>
                <a:gdLst/>
                <a:ahLst/>
                <a:cxnLst>
                  <a:cxn ang="0">
                    <a:pos x="176" y="78"/>
                  </a:cxn>
                  <a:cxn ang="0">
                    <a:pos x="170" y="53"/>
                  </a:cxn>
                  <a:cxn ang="0">
                    <a:pos x="164" y="41"/>
                  </a:cxn>
                  <a:cxn ang="0">
                    <a:pos x="147" y="22"/>
                  </a:cxn>
                  <a:cxn ang="0">
                    <a:pos x="130" y="10"/>
                  </a:cxn>
                  <a:cxn ang="0">
                    <a:pos x="113" y="4"/>
                  </a:cxn>
                  <a:cxn ang="0">
                    <a:pos x="93" y="0"/>
                  </a:cxn>
                  <a:cxn ang="0">
                    <a:pos x="84" y="0"/>
                  </a:cxn>
                  <a:cxn ang="0">
                    <a:pos x="75" y="1"/>
                  </a:cxn>
                  <a:cxn ang="0">
                    <a:pos x="55" y="7"/>
                  </a:cxn>
                  <a:cxn ang="0">
                    <a:pos x="39" y="15"/>
                  </a:cxn>
                  <a:cxn ang="0">
                    <a:pos x="23" y="28"/>
                  </a:cxn>
                  <a:cxn ang="0">
                    <a:pos x="13" y="43"/>
                  </a:cxn>
                  <a:cxn ang="0">
                    <a:pos x="4" y="62"/>
                  </a:cxn>
                  <a:cxn ang="0">
                    <a:pos x="0" y="79"/>
                  </a:cxn>
                  <a:cxn ang="0">
                    <a:pos x="0" y="93"/>
                  </a:cxn>
                  <a:cxn ang="0">
                    <a:pos x="0" y="100"/>
                  </a:cxn>
                  <a:cxn ang="0">
                    <a:pos x="7" y="124"/>
                  </a:cxn>
                  <a:cxn ang="0">
                    <a:pos x="13" y="136"/>
                  </a:cxn>
                  <a:cxn ang="0">
                    <a:pos x="30" y="155"/>
                  </a:cxn>
                  <a:cxn ang="0">
                    <a:pos x="47" y="167"/>
                  </a:cxn>
                  <a:cxn ang="0">
                    <a:pos x="63" y="174"/>
                  </a:cxn>
                  <a:cxn ang="0">
                    <a:pos x="84" y="177"/>
                  </a:cxn>
                  <a:cxn ang="0">
                    <a:pos x="93" y="177"/>
                  </a:cxn>
                  <a:cxn ang="0">
                    <a:pos x="102" y="176"/>
                  </a:cxn>
                  <a:cxn ang="0">
                    <a:pos x="122" y="171"/>
                  </a:cxn>
                  <a:cxn ang="0">
                    <a:pos x="138" y="162"/>
                  </a:cxn>
                  <a:cxn ang="0">
                    <a:pos x="153" y="149"/>
                  </a:cxn>
                  <a:cxn ang="0">
                    <a:pos x="164" y="135"/>
                  </a:cxn>
                  <a:cxn ang="0">
                    <a:pos x="173" y="116"/>
                  </a:cxn>
                  <a:cxn ang="0">
                    <a:pos x="177" y="98"/>
                  </a:cxn>
                  <a:cxn ang="0">
                    <a:pos x="177" y="84"/>
                  </a:cxn>
                  <a:cxn ang="0">
                    <a:pos x="176" y="78"/>
                  </a:cxn>
                </a:cxnLst>
                <a:rect l="0" t="0" r="r" b="b"/>
                <a:pathLst>
                  <a:path w="177" h="177">
                    <a:moveTo>
                      <a:pt x="176" y="78"/>
                    </a:moveTo>
                    <a:cubicBezTo>
                      <a:pt x="175" y="69"/>
                      <a:pt x="173" y="61"/>
                      <a:pt x="170" y="53"/>
                    </a:cubicBezTo>
                    <a:cubicBezTo>
                      <a:pt x="168" y="49"/>
                      <a:pt x="166" y="45"/>
                      <a:pt x="164" y="41"/>
                    </a:cubicBezTo>
                    <a:cubicBezTo>
                      <a:pt x="159" y="34"/>
                      <a:pt x="153" y="28"/>
                      <a:pt x="147" y="22"/>
                    </a:cubicBezTo>
                    <a:cubicBezTo>
                      <a:pt x="142" y="17"/>
                      <a:pt x="136" y="13"/>
                      <a:pt x="130" y="10"/>
                    </a:cubicBezTo>
                    <a:cubicBezTo>
                      <a:pt x="125" y="7"/>
                      <a:pt x="119" y="5"/>
                      <a:pt x="113" y="4"/>
                    </a:cubicBezTo>
                    <a:cubicBezTo>
                      <a:pt x="107" y="2"/>
                      <a:pt x="100" y="0"/>
                      <a:pt x="93" y="0"/>
                    </a:cubicBezTo>
                    <a:cubicBezTo>
                      <a:pt x="90" y="0"/>
                      <a:pt x="87" y="0"/>
                      <a:pt x="84" y="0"/>
                    </a:cubicBezTo>
                    <a:cubicBezTo>
                      <a:pt x="81" y="0"/>
                      <a:pt x="78" y="1"/>
                      <a:pt x="75" y="1"/>
                    </a:cubicBezTo>
                    <a:cubicBezTo>
                      <a:pt x="68" y="2"/>
                      <a:pt x="61" y="4"/>
                      <a:pt x="55" y="7"/>
                    </a:cubicBezTo>
                    <a:cubicBezTo>
                      <a:pt x="49" y="9"/>
                      <a:pt x="44" y="12"/>
                      <a:pt x="39" y="15"/>
                    </a:cubicBezTo>
                    <a:cubicBezTo>
                      <a:pt x="33" y="19"/>
                      <a:pt x="28" y="23"/>
                      <a:pt x="23" y="28"/>
                    </a:cubicBezTo>
                    <a:cubicBezTo>
                      <a:pt x="19" y="33"/>
                      <a:pt x="16" y="37"/>
                      <a:pt x="13" y="43"/>
                    </a:cubicBezTo>
                    <a:cubicBezTo>
                      <a:pt x="9" y="48"/>
                      <a:pt x="6" y="55"/>
                      <a:pt x="4" y="62"/>
                    </a:cubicBezTo>
                    <a:cubicBezTo>
                      <a:pt x="2" y="67"/>
                      <a:pt x="1" y="73"/>
                      <a:pt x="0" y="79"/>
                    </a:cubicBezTo>
                    <a:cubicBezTo>
                      <a:pt x="0" y="84"/>
                      <a:pt x="0" y="88"/>
                      <a:pt x="0" y="93"/>
                    </a:cubicBezTo>
                    <a:cubicBezTo>
                      <a:pt x="0" y="95"/>
                      <a:pt x="0" y="98"/>
                      <a:pt x="0" y="100"/>
                    </a:cubicBezTo>
                    <a:cubicBezTo>
                      <a:pt x="1" y="108"/>
                      <a:pt x="4" y="117"/>
                      <a:pt x="7" y="124"/>
                    </a:cubicBezTo>
                    <a:cubicBezTo>
                      <a:pt x="9" y="128"/>
                      <a:pt x="11" y="132"/>
                      <a:pt x="13" y="136"/>
                    </a:cubicBezTo>
                    <a:cubicBezTo>
                      <a:pt x="18" y="143"/>
                      <a:pt x="23" y="150"/>
                      <a:pt x="30" y="155"/>
                    </a:cubicBezTo>
                    <a:cubicBezTo>
                      <a:pt x="35" y="160"/>
                      <a:pt x="41" y="164"/>
                      <a:pt x="47" y="167"/>
                    </a:cubicBezTo>
                    <a:cubicBezTo>
                      <a:pt x="52" y="170"/>
                      <a:pt x="58" y="172"/>
                      <a:pt x="63" y="174"/>
                    </a:cubicBezTo>
                    <a:cubicBezTo>
                      <a:pt x="70" y="176"/>
                      <a:pt x="77" y="177"/>
                      <a:pt x="84" y="177"/>
                    </a:cubicBezTo>
                    <a:cubicBezTo>
                      <a:pt x="87" y="177"/>
                      <a:pt x="90" y="177"/>
                      <a:pt x="93" y="177"/>
                    </a:cubicBezTo>
                    <a:cubicBezTo>
                      <a:pt x="96" y="177"/>
                      <a:pt x="99" y="177"/>
                      <a:pt x="102" y="176"/>
                    </a:cubicBezTo>
                    <a:cubicBezTo>
                      <a:pt x="109" y="175"/>
                      <a:pt x="116" y="173"/>
                      <a:pt x="122" y="171"/>
                    </a:cubicBezTo>
                    <a:cubicBezTo>
                      <a:pt x="127" y="169"/>
                      <a:pt x="133" y="166"/>
                      <a:pt x="138" y="162"/>
                    </a:cubicBezTo>
                    <a:cubicBezTo>
                      <a:pt x="143" y="159"/>
                      <a:pt x="149" y="154"/>
                      <a:pt x="153" y="149"/>
                    </a:cubicBezTo>
                    <a:cubicBezTo>
                      <a:pt x="157" y="145"/>
                      <a:pt x="161" y="140"/>
                      <a:pt x="164" y="135"/>
                    </a:cubicBezTo>
                    <a:cubicBezTo>
                      <a:pt x="168" y="129"/>
                      <a:pt x="171" y="123"/>
                      <a:pt x="173" y="116"/>
                    </a:cubicBezTo>
                    <a:cubicBezTo>
                      <a:pt x="175" y="110"/>
                      <a:pt x="176" y="104"/>
                      <a:pt x="177" y="98"/>
                    </a:cubicBezTo>
                    <a:cubicBezTo>
                      <a:pt x="177" y="94"/>
                      <a:pt x="177" y="89"/>
                      <a:pt x="177" y="84"/>
                    </a:cubicBezTo>
                    <a:cubicBezTo>
                      <a:pt x="177" y="82"/>
                      <a:pt x="177" y="80"/>
                      <a:pt x="176" y="7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34" name="Freeform 33"/>
              <p:cNvSpPr>
                <a:spLocks noEditPoints="1"/>
              </p:cNvSpPr>
              <p:nvPr/>
            </p:nvSpPr>
            <p:spPr bwMode="auto">
              <a:xfrm>
                <a:off x="3780631" y="1913908"/>
                <a:ext cx="292365" cy="302683"/>
              </a:xfrm>
              <a:custGeom>
                <a:avLst/>
                <a:gdLst/>
                <a:ahLst/>
                <a:cxnLst>
                  <a:cxn ang="0">
                    <a:pos x="150" y="122"/>
                  </a:cxn>
                  <a:cxn ang="0">
                    <a:pos x="154" y="86"/>
                  </a:cxn>
                  <a:cxn ang="0">
                    <a:pos x="184" y="68"/>
                  </a:cxn>
                  <a:cxn ang="0">
                    <a:pos x="169" y="50"/>
                  </a:cxn>
                  <a:cxn ang="0">
                    <a:pos x="114" y="37"/>
                  </a:cxn>
                  <a:cxn ang="0">
                    <a:pos x="114" y="3"/>
                  </a:cxn>
                  <a:cxn ang="0">
                    <a:pos x="91" y="6"/>
                  </a:cxn>
                  <a:cxn ang="0">
                    <a:pos x="52" y="47"/>
                  </a:cxn>
                  <a:cxn ang="0">
                    <a:pos x="22" y="30"/>
                  </a:cxn>
                  <a:cxn ang="0">
                    <a:pos x="14" y="52"/>
                  </a:cxn>
                  <a:cxn ang="0">
                    <a:pos x="30" y="88"/>
                  </a:cxn>
                  <a:cxn ang="0">
                    <a:pos x="6" y="118"/>
                  </a:cxn>
                  <a:cxn ang="0">
                    <a:pos x="8" y="142"/>
                  </a:cxn>
                  <a:cxn ang="0">
                    <a:pos x="41" y="133"/>
                  </a:cxn>
                  <a:cxn ang="0">
                    <a:pos x="68" y="182"/>
                  </a:cxn>
                  <a:cxn ang="0">
                    <a:pos x="90" y="192"/>
                  </a:cxn>
                  <a:cxn ang="0">
                    <a:pos x="99" y="159"/>
                  </a:cxn>
                  <a:cxn ang="0">
                    <a:pos x="155" y="160"/>
                  </a:cxn>
                  <a:cxn ang="0">
                    <a:pos x="174" y="146"/>
                  </a:cxn>
                  <a:cxn ang="0">
                    <a:pos x="138" y="102"/>
                  </a:cxn>
                  <a:cxn ang="0">
                    <a:pos x="109" y="100"/>
                  </a:cxn>
                  <a:cxn ang="0">
                    <a:pos x="110" y="96"/>
                  </a:cxn>
                  <a:cxn ang="0">
                    <a:pos x="138" y="102"/>
                  </a:cxn>
                  <a:cxn ang="0">
                    <a:pos x="53" y="74"/>
                  </a:cxn>
                  <a:cxn ang="0">
                    <a:pos x="75" y="94"/>
                  </a:cxn>
                  <a:cxn ang="0">
                    <a:pos x="48" y="107"/>
                  </a:cxn>
                  <a:cxn ang="0">
                    <a:pos x="132" y="73"/>
                  </a:cxn>
                  <a:cxn ang="0">
                    <a:pos x="101" y="81"/>
                  </a:cxn>
                  <a:cxn ang="0">
                    <a:pos x="132" y="73"/>
                  </a:cxn>
                  <a:cxn ang="0">
                    <a:pos x="88" y="79"/>
                  </a:cxn>
                  <a:cxn ang="0">
                    <a:pos x="60" y="63"/>
                  </a:cxn>
                  <a:cxn ang="0">
                    <a:pos x="53" y="119"/>
                  </a:cxn>
                  <a:cxn ang="0">
                    <a:pos x="84" y="111"/>
                  </a:cxn>
                  <a:cxn ang="0">
                    <a:pos x="53" y="119"/>
                  </a:cxn>
                  <a:cxn ang="0">
                    <a:pos x="97" y="113"/>
                  </a:cxn>
                  <a:cxn ang="0">
                    <a:pos x="124" y="129"/>
                  </a:cxn>
                </a:cxnLst>
                <a:rect l="0" t="0" r="r" b="b"/>
                <a:pathLst>
                  <a:path w="185" h="192">
                    <a:moveTo>
                      <a:pt x="171" y="140"/>
                    </a:moveTo>
                    <a:cubicBezTo>
                      <a:pt x="150" y="122"/>
                      <a:pt x="150" y="122"/>
                      <a:pt x="150" y="122"/>
                    </a:cubicBezTo>
                    <a:cubicBezTo>
                      <a:pt x="152" y="116"/>
                      <a:pt x="154" y="110"/>
                      <a:pt x="155" y="104"/>
                    </a:cubicBezTo>
                    <a:cubicBezTo>
                      <a:pt x="156" y="98"/>
                      <a:pt x="155" y="92"/>
                      <a:pt x="154" y="86"/>
                    </a:cubicBezTo>
                    <a:cubicBezTo>
                      <a:pt x="179" y="74"/>
                      <a:pt x="179" y="74"/>
                      <a:pt x="179" y="74"/>
                    </a:cubicBezTo>
                    <a:cubicBezTo>
                      <a:pt x="182" y="72"/>
                      <a:pt x="185" y="69"/>
                      <a:pt x="184" y="68"/>
                    </a:cubicBezTo>
                    <a:cubicBezTo>
                      <a:pt x="177" y="50"/>
                      <a:pt x="177" y="50"/>
                      <a:pt x="177" y="50"/>
                    </a:cubicBezTo>
                    <a:cubicBezTo>
                      <a:pt x="176" y="49"/>
                      <a:pt x="173" y="49"/>
                      <a:pt x="169" y="50"/>
                    </a:cubicBezTo>
                    <a:cubicBezTo>
                      <a:pt x="143" y="59"/>
                      <a:pt x="143" y="59"/>
                      <a:pt x="143" y="59"/>
                    </a:cubicBezTo>
                    <a:cubicBezTo>
                      <a:pt x="136" y="49"/>
                      <a:pt x="126" y="41"/>
                      <a:pt x="114" y="37"/>
                    </a:cubicBezTo>
                    <a:cubicBezTo>
                      <a:pt x="116" y="10"/>
                      <a:pt x="116" y="10"/>
                      <a:pt x="116" y="10"/>
                    </a:cubicBezTo>
                    <a:cubicBezTo>
                      <a:pt x="117" y="6"/>
                      <a:pt x="116" y="3"/>
                      <a:pt x="114" y="3"/>
                    </a:cubicBezTo>
                    <a:cubicBezTo>
                      <a:pt x="95" y="0"/>
                      <a:pt x="95" y="0"/>
                      <a:pt x="95" y="0"/>
                    </a:cubicBezTo>
                    <a:cubicBezTo>
                      <a:pt x="94" y="0"/>
                      <a:pt x="92" y="3"/>
                      <a:pt x="91" y="6"/>
                    </a:cubicBezTo>
                    <a:cubicBezTo>
                      <a:pt x="86" y="33"/>
                      <a:pt x="86" y="33"/>
                      <a:pt x="86" y="33"/>
                    </a:cubicBezTo>
                    <a:cubicBezTo>
                      <a:pt x="73" y="35"/>
                      <a:pt x="62" y="40"/>
                      <a:pt x="52" y="47"/>
                    </a:cubicBezTo>
                    <a:cubicBezTo>
                      <a:pt x="30" y="32"/>
                      <a:pt x="30" y="32"/>
                      <a:pt x="30" y="32"/>
                    </a:cubicBezTo>
                    <a:cubicBezTo>
                      <a:pt x="27" y="30"/>
                      <a:pt x="23" y="29"/>
                      <a:pt x="22" y="30"/>
                    </a:cubicBezTo>
                    <a:cubicBezTo>
                      <a:pt x="11" y="46"/>
                      <a:pt x="11" y="46"/>
                      <a:pt x="11" y="46"/>
                    </a:cubicBezTo>
                    <a:cubicBezTo>
                      <a:pt x="10" y="47"/>
                      <a:pt x="11" y="50"/>
                      <a:pt x="14" y="52"/>
                    </a:cubicBezTo>
                    <a:cubicBezTo>
                      <a:pt x="35" y="70"/>
                      <a:pt x="35" y="70"/>
                      <a:pt x="35" y="70"/>
                    </a:cubicBezTo>
                    <a:cubicBezTo>
                      <a:pt x="32" y="76"/>
                      <a:pt x="31" y="82"/>
                      <a:pt x="30" y="88"/>
                    </a:cubicBezTo>
                    <a:cubicBezTo>
                      <a:pt x="29" y="94"/>
                      <a:pt x="29" y="100"/>
                      <a:pt x="30" y="106"/>
                    </a:cubicBezTo>
                    <a:cubicBezTo>
                      <a:pt x="6" y="118"/>
                      <a:pt x="6" y="118"/>
                      <a:pt x="6" y="118"/>
                    </a:cubicBezTo>
                    <a:cubicBezTo>
                      <a:pt x="2" y="120"/>
                      <a:pt x="0" y="122"/>
                      <a:pt x="1" y="124"/>
                    </a:cubicBezTo>
                    <a:cubicBezTo>
                      <a:pt x="8" y="142"/>
                      <a:pt x="8" y="142"/>
                      <a:pt x="8" y="142"/>
                    </a:cubicBezTo>
                    <a:cubicBezTo>
                      <a:pt x="9" y="143"/>
                      <a:pt x="12" y="143"/>
                      <a:pt x="15" y="142"/>
                    </a:cubicBezTo>
                    <a:cubicBezTo>
                      <a:pt x="41" y="133"/>
                      <a:pt x="41" y="133"/>
                      <a:pt x="41" y="133"/>
                    </a:cubicBezTo>
                    <a:cubicBezTo>
                      <a:pt x="48" y="143"/>
                      <a:pt x="58" y="150"/>
                      <a:pt x="70" y="155"/>
                    </a:cubicBezTo>
                    <a:cubicBezTo>
                      <a:pt x="68" y="182"/>
                      <a:pt x="68" y="182"/>
                      <a:pt x="68" y="182"/>
                    </a:cubicBezTo>
                    <a:cubicBezTo>
                      <a:pt x="68" y="186"/>
                      <a:pt x="69" y="189"/>
                      <a:pt x="71" y="189"/>
                    </a:cubicBezTo>
                    <a:cubicBezTo>
                      <a:pt x="90" y="192"/>
                      <a:pt x="90" y="192"/>
                      <a:pt x="90" y="192"/>
                    </a:cubicBezTo>
                    <a:cubicBezTo>
                      <a:pt x="91" y="192"/>
                      <a:pt x="93" y="189"/>
                      <a:pt x="94" y="185"/>
                    </a:cubicBezTo>
                    <a:cubicBezTo>
                      <a:pt x="99" y="159"/>
                      <a:pt x="99" y="159"/>
                      <a:pt x="99" y="159"/>
                    </a:cubicBezTo>
                    <a:cubicBezTo>
                      <a:pt x="111" y="157"/>
                      <a:pt x="123" y="152"/>
                      <a:pt x="132" y="145"/>
                    </a:cubicBezTo>
                    <a:cubicBezTo>
                      <a:pt x="155" y="160"/>
                      <a:pt x="155" y="160"/>
                      <a:pt x="155" y="160"/>
                    </a:cubicBezTo>
                    <a:cubicBezTo>
                      <a:pt x="158" y="162"/>
                      <a:pt x="161" y="163"/>
                      <a:pt x="162" y="161"/>
                    </a:cubicBezTo>
                    <a:cubicBezTo>
                      <a:pt x="174" y="146"/>
                      <a:pt x="174" y="146"/>
                      <a:pt x="174" y="146"/>
                    </a:cubicBezTo>
                    <a:cubicBezTo>
                      <a:pt x="175" y="145"/>
                      <a:pt x="173" y="142"/>
                      <a:pt x="171" y="140"/>
                    </a:cubicBezTo>
                    <a:close/>
                    <a:moveTo>
                      <a:pt x="138" y="102"/>
                    </a:moveTo>
                    <a:cubicBezTo>
                      <a:pt x="137" y="108"/>
                      <a:pt x="135" y="113"/>
                      <a:pt x="132" y="118"/>
                    </a:cubicBezTo>
                    <a:cubicBezTo>
                      <a:pt x="109" y="100"/>
                      <a:pt x="109" y="100"/>
                      <a:pt x="109" y="100"/>
                    </a:cubicBezTo>
                    <a:cubicBezTo>
                      <a:pt x="109" y="100"/>
                      <a:pt x="109" y="99"/>
                      <a:pt x="110" y="98"/>
                    </a:cubicBezTo>
                    <a:cubicBezTo>
                      <a:pt x="110" y="97"/>
                      <a:pt x="110" y="97"/>
                      <a:pt x="110" y="96"/>
                    </a:cubicBezTo>
                    <a:cubicBezTo>
                      <a:pt x="137" y="85"/>
                      <a:pt x="137" y="85"/>
                      <a:pt x="137" y="85"/>
                    </a:cubicBezTo>
                    <a:cubicBezTo>
                      <a:pt x="138" y="90"/>
                      <a:pt x="138" y="96"/>
                      <a:pt x="138" y="102"/>
                    </a:cubicBezTo>
                    <a:close/>
                    <a:moveTo>
                      <a:pt x="47" y="90"/>
                    </a:moveTo>
                    <a:cubicBezTo>
                      <a:pt x="48" y="84"/>
                      <a:pt x="50" y="79"/>
                      <a:pt x="53" y="74"/>
                    </a:cubicBezTo>
                    <a:cubicBezTo>
                      <a:pt x="76" y="91"/>
                      <a:pt x="76" y="91"/>
                      <a:pt x="76" y="91"/>
                    </a:cubicBezTo>
                    <a:cubicBezTo>
                      <a:pt x="75" y="92"/>
                      <a:pt x="75" y="93"/>
                      <a:pt x="75" y="94"/>
                    </a:cubicBezTo>
                    <a:cubicBezTo>
                      <a:pt x="75" y="94"/>
                      <a:pt x="75" y="95"/>
                      <a:pt x="75" y="96"/>
                    </a:cubicBezTo>
                    <a:cubicBezTo>
                      <a:pt x="48" y="107"/>
                      <a:pt x="48" y="107"/>
                      <a:pt x="48" y="107"/>
                    </a:cubicBezTo>
                    <a:cubicBezTo>
                      <a:pt x="47" y="102"/>
                      <a:pt x="46" y="96"/>
                      <a:pt x="47" y="90"/>
                    </a:cubicBezTo>
                    <a:close/>
                    <a:moveTo>
                      <a:pt x="132" y="73"/>
                    </a:moveTo>
                    <a:cubicBezTo>
                      <a:pt x="105" y="84"/>
                      <a:pt x="105" y="84"/>
                      <a:pt x="105" y="84"/>
                    </a:cubicBezTo>
                    <a:cubicBezTo>
                      <a:pt x="104" y="83"/>
                      <a:pt x="102" y="82"/>
                      <a:pt x="101" y="81"/>
                    </a:cubicBezTo>
                    <a:cubicBezTo>
                      <a:pt x="105" y="52"/>
                      <a:pt x="105" y="52"/>
                      <a:pt x="105" y="52"/>
                    </a:cubicBezTo>
                    <a:cubicBezTo>
                      <a:pt x="116" y="55"/>
                      <a:pt x="126" y="63"/>
                      <a:pt x="132" y="73"/>
                    </a:cubicBezTo>
                    <a:close/>
                    <a:moveTo>
                      <a:pt x="92" y="50"/>
                    </a:moveTo>
                    <a:cubicBezTo>
                      <a:pt x="88" y="79"/>
                      <a:pt x="88" y="79"/>
                      <a:pt x="88" y="79"/>
                    </a:cubicBezTo>
                    <a:cubicBezTo>
                      <a:pt x="86" y="80"/>
                      <a:pt x="85" y="80"/>
                      <a:pt x="84" y="81"/>
                    </a:cubicBezTo>
                    <a:cubicBezTo>
                      <a:pt x="60" y="63"/>
                      <a:pt x="60" y="63"/>
                      <a:pt x="60" y="63"/>
                    </a:cubicBezTo>
                    <a:cubicBezTo>
                      <a:pt x="69" y="55"/>
                      <a:pt x="80" y="50"/>
                      <a:pt x="92" y="50"/>
                    </a:cubicBezTo>
                    <a:close/>
                    <a:moveTo>
                      <a:pt x="53" y="119"/>
                    </a:moveTo>
                    <a:cubicBezTo>
                      <a:pt x="80" y="108"/>
                      <a:pt x="80" y="108"/>
                      <a:pt x="80" y="108"/>
                    </a:cubicBezTo>
                    <a:cubicBezTo>
                      <a:pt x="81" y="109"/>
                      <a:pt x="82" y="110"/>
                      <a:pt x="84" y="111"/>
                    </a:cubicBezTo>
                    <a:cubicBezTo>
                      <a:pt x="80" y="140"/>
                      <a:pt x="80" y="140"/>
                      <a:pt x="80" y="140"/>
                    </a:cubicBezTo>
                    <a:cubicBezTo>
                      <a:pt x="69" y="137"/>
                      <a:pt x="59" y="129"/>
                      <a:pt x="53" y="119"/>
                    </a:cubicBezTo>
                    <a:close/>
                    <a:moveTo>
                      <a:pt x="93" y="142"/>
                    </a:moveTo>
                    <a:cubicBezTo>
                      <a:pt x="97" y="113"/>
                      <a:pt x="97" y="113"/>
                      <a:pt x="97" y="113"/>
                    </a:cubicBezTo>
                    <a:cubicBezTo>
                      <a:pt x="98" y="112"/>
                      <a:pt x="100" y="112"/>
                      <a:pt x="101" y="111"/>
                    </a:cubicBezTo>
                    <a:cubicBezTo>
                      <a:pt x="124" y="129"/>
                      <a:pt x="124" y="129"/>
                      <a:pt x="124" y="129"/>
                    </a:cubicBezTo>
                    <a:cubicBezTo>
                      <a:pt x="116" y="137"/>
                      <a:pt x="105" y="141"/>
                      <a:pt x="93" y="14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35" name="Freeform 34"/>
              <p:cNvSpPr>
                <a:spLocks noEditPoints="1"/>
              </p:cNvSpPr>
              <p:nvPr/>
            </p:nvSpPr>
            <p:spPr bwMode="auto">
              <a:xfrm>
                <a:off x="3488267" y="1237456"/>
                <a:ext cx="722312" cy="728045"/>
              </a:xfrm>
              <a:custGeom>
                <a:avLst/>
                <a:gdLst/>
                <a:ahLst/>
                <a:cxnLst>
                  <a:cxn ang="0">
                    <a:pos x="449" y="164"/>
                  </a:cxn>
                  <a:cxn ang="0">
                    <a:pos x="414" y="163"/>
                  </a:cxn>
                  <a:cxn ang="0">
                    <a:pos x="408" y="92"/>
                  </a:cxn>
                  <a:cxn ang="0">
                    <a:pos x="387" y="64"/>
                  </a:cxn>
                  <a:cxn ang="0">
                    <a:pos x="356" y="80"/>
                  </a:cxn>
                  <a:cxn ang="0">
                    <a:pos x="332" y="29"/>
                  </a:cxn>
                  <a:cxn ang="0">
                    <a:pos x="302" y="12"/>
                  </a:cxn>
                  <a:cxn ang="0">
                    <a:pos x="280" y="40"/>
                  </a:cxn>
                  <a:cxn ang="0">
                    <a:pos x="236" y="4"/>
                  </a:cxn>
                  <a:cxn ang="0">
                    <a:pos x="201" y="2"/>
                  </a:cxn>
                  <a:cxn ang="0">
                    <a:pos x="194" y="36"/>
                  </a:cxn>
                  <a:cxn ang="0">
                    <a:pos x="140" y="22"/>
                  </a:cxn>
                  <a:cxn ang="0">
                    <a:pos x="107" y="35"/>
                  </a:cxn>
                  <a:cxn ang="0">
                    <a:pos x="115" y="69"/>
                  </a:cxn>
                  <a:cxn ang="0">
                    <a:pos x="60" y="79"/>
                  </a:cxn>
                  <a:cxn ang="0">
                    <a:pos x="36" y="105"/>
                  </a:cxn>
                  <a:cxn ang="0">
                    <a:pos x="57" y="132"/>
                  </a:cxn>
                  <a:cxn ang="0">
                    <a:pos x="12" y="165"/>
                  </a:cxn>
                  <a:cxn ang="0">
                    <a:pos x="0" y="198"/>
                  </a:cxn>
                  <a:cxn ang="0">
                    <a:pos x="31" y="214"/>
                  </a:cxn>
                  <a:cxn ang="0">
                    <a:pos x="32" y="251"/>
                  </a:cxn>
                  <a:cxn ang="0">
                    <a:pos x="1" y="268"/>
                  </a:cxn>
                  <a:cxn ang="0">
                    <a:pos x="13" y="301"/>
                  </a:cxn>
                  <a:cxn ang="0">
                    <a:pos x="68" y="346"/>
                  </a:cxn>
                  <a:cxn ang="0">
                    <a:pos x="49" y="376"/>
                  </a:cxn>
                  <a:cxn ang="0">
                    <a:pos x="76" y="398"/>
                  </a:cxn>
                  <a:cxn ang="0">
                    <a:pos x="132" y="403"/>
                  </a:cxn>
                  <a:cxn ang="0">
                    <a:pos x="127" y="438"/>
                  </a:cxn>
                  <a:cxn ang="0">
                    <a:pos x="161" y="447"/>
                  </a:cxn>
                  <a:cxn ang="0">
                    <a:pos x="215" y="428"/>
                  </a:cxn>
                  <a:cxn ang="0">
                    <a:pos x="226" y="461"/>
                  </a:cxn>
                  <a:cxn ang="0">
                    <a:pos x="260" y="455"/>
                  </a:cxn>
                  <a:cxn ang="0">
                    <a:pos x="299" y="415"/>
                  </a:cxn>
                  <a:cxn ang="0">
                    <a:pos x="323" y="441"/>
                  </a:cxn>
                  <a:cxn ang="0">
                    <a:pos x="352" y="421"/>
                  </a:cxn>
                  <a:cxn ang="0">
                    <a:pos x="371" y="368"/>
                  </a:cxn>
                  <a:cxn ang="0">
                    <a:pos x="403" y="381"/>
                  </a:cxn>
                  <a:cxn ang="0">
                    <a:pos x="421" y="350"/>
                  </a:cxn>
                  <a:cxn ang="0">
                    <a:pos x="416" y="295"/>
                  </a:cxn>
                  <a:cxn ang="0">
                    <a:pos x="450" y="293"/>
                  </a:cxn>
                  <a:cxn ang="0">
                    <a:pos x="453" y="258"/>
                  </a:cxn>
                  <a:cxn ang="0">
                    <a:pos x="426" y="221"/>
                  </a:cxn>
                  <a:cxn ang="0">
                    <a:pos x="453" y="199"/>
                  </a:cxn>
                  <a:cxn ang="0">
                    <a:pos x="319" y="367"/>
                  </a:cxn>
                  <a:cxn ang="0">
                    <a:pos x="253" y="392"/>
                  </a:cxn>
                  <a:cxn ang="0">
                    <a:pos x="220" y="394"/>
                  </a:cxn>
                  <a:cxn ang="0">
                    <a:pos x="152" y="375"/>
                  </a:cxn>
                  <a:cxn ang="0">
                    <a:pos x="90" y="318"/>
                  </a:cxn>
                  <a:cxn ang="0">
                    <a:pos x="66" y="251"/>
                  </a:cxn>
                  <a:cxn ang="0">
                    <a:pos x="66" y="213"/>
                  </a:cxn>
                  <a:cxn ang="0">
                    <a:pos x="89" y="146"/>
                  </a:cxn>
                  <a:cxn ang="0">
                    <a:pos x="138" y="95"/>
                  </a:cxn>
                  <a:cxn ang="0">
                    <a:pos x="204" y="69"/>
                  </a:cxn>
                  <a:cxn ang="0">
                    <a:pos x="237" y="67"/>
                  </a:cxn>
                  <a:cxn ang="0">
                    <a:pos x="305" y="86"/>
                  </a:cxn>
                  <a:cxn ang="0">
                    <a:pos x="367" y="144"/>
                  </a:cxn>
                  <a:cxn ang="0">
                    <a:pos x="391" y="210"/>
                  </a:cxn>
                  <a:cxn ang="0">
                    <a:pos x="391" y="249"/>
                  </a:cxn>
                  <a:cxn ang="0">
                    <a:pos x="368" y="316"/>
                  </a:cxn>
                  <a:cxn ang="0">
                    <a:pos x="319" y="367"/>
                  </a:cxn>
                </a:cxnLst>
                <a:rect l="0" t="0" r="r" b="b"/>
                <a:pathLst>
                  <a:path w="457" h="461">
                    <a:moveTo>
                      <a:pt x="456" y="193"/>
                    </a:moveTo>
                    <a:cubicBezTo>
                      <a:pt x="449" y="164"/>
                      <a:pt x="449" y="164"/>
                      <a:pt x="449" y="164"/>
                    </a:cubicBezTo>
                    <a:cubicBezTo>
                      <a:pt x="448" y="162"/>
                      <a:pt x="446" y="160"/>
                      <a:pt x="444" y="160"/>
                    </a:cubicBezTo>
                    <a:cubicBezTo>
                      <a:pt x="414" y="163"/>
                      <a:pt x="414" y="163"/>
                      <a:pt x="414" y="163"/>
                    </a:cubicBezTo>
                    <a:cubicBezTo>
                      <a:pt x="408" y="146"/>
                      <a:pt x="399" y="130"/>
                      <a:pt x="389" y="115"/>
                    </a:cubicBezTo>
                    <a:cubicBezTo>
                      <a:pt x="408" y="92"/>
                      <a:pt x="408" y="92"/>
                      <a:pt x="408" y="92"/>
                    </a:cubicBezTo>
                    <a:cubicBezTo>
                      <a:pt x="409" y="90"/>
                      <a:pt x="409" y="87"/>
                      <a:pt x="407" y="86"/>
                    </a:cubicBezTo>
                    <a:cubicBezTo>
                      <a:pt x="387" y="64"/>
                      <a:pt x="387" y="64"/>
                      <a:pt x="387" y="64"/>
                    </a:cubicBezTo>
                    <a:cubicBezTo>
                      <a:pt x="385" y="62"/>
                      <a:pt x="383" y="62"/>
                      <a:pt x="381" y="63"/>
                    </a:cubicBezTo>
                    <a:cubicBezTo>
                      <a:pt x="356" y="80"/>
                      <a:pt x="356" y="80"/>
                      <a:pt x="356" y="80"/>
                    </a:cubicBezTo>
                    <a:cubicBezTo>
                      <a:pt x="346" y="72"/>
                      <a:pt x="336" y="64"/>
                      <a:pt x="325" y="58"/>
                    </a:cubicBezTo>
                    <a:cubicBezTo>
                      <a:pt x="332" y="29"/>
                      <a:pt x="332" y="29"/>
                      <a:pt x="332" y="29"/>
                    </a:cubicBezTo>
                    <a:cubicBezTo>
                      <a:pt x="333" y="27"/>
                      <a:pt x="332" y="25"/>
                      <a:pt x="329" y="24"/>
                    </a:cubicBezTo>
                    <a:cubicBezTo>
                      <a:pt x="302" y="12"/>
                      <a:pt x="302" y="12"/>
                      <a:pt x="302" y="12"/>
                    </a:cubicBezTo>
                    <a:cubicBezTo>
                      <a:pt x="299" y="11"/>
                      <a:pt x="297" y="12"/>
                      <a:pt x="295" y="14"/>
                    </a:cubicBezTo>
                    <a:cubicBezTo>
                      <a:pt x="280" y="40"/>
                      <a:pt x="280" y="40"/>
                      <a:pt x="280" y="40"/>
                    </a:cubicBezTo>
                    <a:cubicBezTo>
                      <a:pt x="268" y="36"/>
                      <a:pt x="255" y="34"/>
                      <a:pt x="242" y="33"/>
                    </a:cubicBezTo>
                    <a:cubicBezTo>
                      <a:pt x="236" y="4"/>
                      <a:pt x="236" y="4"/>
                      <a:pt x="236" y="4"/>
                    </a:cubicBezTo>
                    <a:cubicBezTo>
                      <a:pt x="236" y="2"/>
                      <a:pt x="233" y="0"/>
                      <a:pt x="231" y="0"/>
                    </a:cubicBezTo>
                    <a:cubicBezTo>
                      <a:pt x="201" y="2"/>
                      <a:pt x="201" y="2"/>
                      <a:pt x="201" y="2"/>
                    </a:cubicBezTo>
                    <a:cubicBezTo>
                      <a:pt x="199" y="2"/>
                      <a:pt x="197" y="4"/>
                      <a:pt x="196" y="6"/>
                    </a:cubicBezTo>
                    <a:cubicBezTo>
                      <a:pt x="194" y="36"/>
                      <a:pt x="194" y="36"/>
                      <a:pt x="194" y="36"/>
                    </a:cubicBezTo>
                    <a:cubicBezTo>
                      <a:pt x="181" y="38"/>
                      <a:pt x="169" y="42"/>
                      <a:pt x="157" y="46"/>
                    </a:cubicBezTo>
                    <a:cubicBezTo>
                      <a:pt x="140" y="22"/>
                      <a:pt x="140" y="22"/>
                      <a:pt x="140" y="22"/>
                    </a:cubicBezTo>
                    <a:cubicBezTo>
                      <a:pt x="138" y="20"/>
                      <a:pt x="136" y="20"/>
                      <a:pt x="133" y="21"/>
                    </a:cubicBezTo>
                    <a:cubicBezTo>
                      <a:pt x="107" y="35"/>
                      <a:pt x="107" y="35"/>
                      <a:pt x="107" y="35"/>
                    </a:cubicBezTo>
                    <a:cubicBezTo>
                      <a:pt x="105" y="36"/>
                      <a:pt x="104" y="39"/>
                      <a:pt x="105" y="41"/>
                    </a:cubicBezTo>
                    <a:cubicBezTo>
                      <a:pt x="115" y="69"/>
                      <a:pt x="115" y="69"/>
                      <a:pt x="115" y="69"/>
                    </a:cubicBezTo>
                    <a:cubicBezTo>
                      <a:pt x="104" y="76"/>
                      <a:pt x="95" y="84"/>
                      <a:pt x="86" y="93"/>
                    </a:cubicBezTo>
                    <a:cubicBezTo>
                      <a:pt x="60" y="79"/>
                      <a:pt x="60" y="79"/>
                      <a:pt x="60" y="79"/>
                    </a:cubicBezTo>
                    <a:cubicBezTo>
                      <a:pt x="58" y="78"/>
                      <a:pt x="55" y="79"/>
                      <a:pt x="54" y="81"/>
                    </a:cubicBezTo>
                    <a:cubicBezTo>
                      <a:pt x="36" y="105"/>
                      <a:pt x="36" y="105"/>
                      <a:pt x="36" y="105"/>
                    </a:cubicBezTo>
                    <a:cubicBezTo>
                      <a:pt x="34" y="106"/>
                      <a:pt x="34" y="109"/>
                      <a:pt x="36" y="111"/>
                    </a:cubicBezTo>
                    <a:cubicBezTo>
                      <a:pt x="57" y="132"/>
                      <a:pt x="57" y="132"/>
                      <a:pt x="57" y="132"/>
                    </a:cubicBezTo>
                    <a:cubicBezTo>
                      <a:pt x="51" y="143"/>
                      <a:pt x="45" y="154"/>
                      <a:pt x="41" y="166"/>
                    </a:cubicBezTo>
                    <a:cubicBezTo>
                      <a:pt x="12" y="165"/>
                      <a:pt x="12" y="165"/>
                      <a:pt x="12" y="165"/>
                    </a:cubicBezTo>
                    <a:cubicBezTo>
                      <a:pt x="9" y="164"/>
                      <a:pt x="7" y="166"/>
                      <a:pt x="7" y="169"/>
                    </a:cubicBezTo>
                    <a:cubicBezTo>
                      <a:pt x="0" y="198"/>
                      <a:pt x="0" y="198"/>
                      <a:pt x="0" y="198"/>
                    </a:cubicBezTo>
                    <a:cubicBezTo>
                      <a:pt x="0" y="200"/>
                      <a:pt x="1" y="203"/>
                      <a:pt x="3" y="204"/>
                    </a:cubicBezTo>
                    <a:cubicBezTo>
                      <a:pt x="31" y="214"/>
                      <a:pt x="31" y="214"/>
                      <a:pt x="31" y="214"/>
                    </a:cubicBezTo>
                    <a:cubicBezTo>
                      <a:pt x="31" y="223"/>
                      <a:pt x="30" y="232"/>
                      <a:pt x="31" y="241"/>
                    </a:cubicBezTo>
                    <a:cubicBezTo>
                      <a:pt x="31" y="244"/>
                      <a:pt x="31" y="248"/>
                      <a:pt x="32" y="251"/>
                    </a:cubicBezTo>
                    <a:cubicBezTo>
                      <a:pt x="4" y="262"/>
                      <a:pt x="4" y="262"/>
                      <a:pt x="4" y="262"/>
                    </a:cubicBezTo>
                    <a:cubicBezTo>
                      <a:pt x="2" y="263"/>
                      <a:pt x="1" y="266"/>
                      <a:pt x="1" y="268"/>
                    </a:cubicBezTo>
                    <a:cubicBezTo>
                      <a:pt x="8" y="297"/>
                      <a:pt x="8" y="297"/>
                      <a:pt x="8" y="297"/>
                    </a:cubicBezTo>
                    <a:cubicBezTo>
                      <a:pt x="8" y="300"/>
                      <a:pt x="11" y="301"/>
                      <a:pt x="13" y="301"/>
                    </a:cubicBezTo>
                    <a:cubicBezTo>
                      <a:pt x="43" y="299"/>
                      <a:pt x="43" y="299"/>
                      <a:pt x="43" y="299"/>
                    </a:cubicBezTo>
                    <a:cubicBezTo>
                      <a:pt x="49" y="316"/>
                      <a:pt x="57" y="332"/>
                      <a:pt x="68" y="346"/>
                    </a:cubicBezTo>
                    <a:cubicBezTo>
                      <a:pt x="49" y="369"/>
                      <a:pt x="49" y="369"/>
                      <a:pt x="49" y="369"/>
                    </a:cubicBezTo>
                    <a:cubicBezTo>
                      <a:pt x="48" y="371"/>
                      <a:pt x="48" y="374"/>
                      <a:pt x="49" y="376"/>
                    </a:cubicBezTo>
                    <a:cubicBezTo>
                      <a:pt x="70" y="398"/>
                      <a:pt x="70" y="398"/>
                      <a:pt x="70" y="398"/>
                    </a:cubicBezTo>
                    <a:cubicBezTo>
                      <a:pt x="71" y="399"/>
                      <a:pt x="74" y="400"/>
                      <a:pt x="76" y="398"/>
                    </a:cubicBezTo>
                    <a:cubicBezTo>
                      <a:pt x="101" y="382"/>
                      <a:pt x="101" y="382"/>
                      <a:pt x="101" y="382"/>
                    </a:cubicBezTo>
                    <a:cubicBezTo>
                      <a:pt x="110" y="390"/>
                      <a:pt x="121" y="397"/>
                      <a:pt x="132" y="403"/>
                    </a:cubicBezTo>
                    <a:cubicBezTo>
                      <a:pt x="124" y="432"/>
                      <a:pt x="124" y="432"/>
                      <a:pt x="124" y="432"/>
                    </a:cubicBezTo>
                    <a:cubicBezTo>
                      <a:pt x="124" y="434"/>
                      <a:pt x="125" y="437"/>
                      <a:pt x="127" y="438"/>
                    </a:cubicBezTo>
                    <a:cubicBezTo>
                      <a:pt x="155" y="449"/>
                      <a:pt x="155" y="449"/>
                      <a:pt x="155" y="449"/>
                    </a:cubicBezTo>
                    <a:cubicBezTo>
                      <a:pt x="157" y="450"/>
                      <a:pt x="160" y="449"/>
                      <a:pt x="161" y="447"/>
                    </a:cubicBezTo>
                    <a:cubicBezTo>
                      <a:pt x="177" y="422"/>
                      <a:pt x="177" y="422"/>
                      <a:pt x="177" y="422"/>
                    </a:cubicBezTo>
                    <a:cubicBezTo>
                      <a:pt x="189" y="425"/>
                      <a:pt x="202" y="427"/>
                      <a:pt x="215" y="428"/>
                    </a:cubicBezTo>
                    <a:cubicBezTo>
                      <a:pt x="221" y="457"/>
                      <a:pt x="221" y="457"/>
                      <a:pt x="221" y="457"/>
                    </a:cubicBezTo>
                    <a:cubicBezTo>
                      <a:pt x="221" y="459"/>
                      <a:pt x="223" y="461"/>
                      <a:pt x="226" y="461"/>
                    </a:cubicBezTo>
                    <a:cubicBezTo>
                      <a:pt x="256" y="460"/>
                      <a:pt x="256" y="460"/>
                      <a:pt x="256" y="460"/>
                    </a:cubicBezTo>
                    <a:cubicBezTo>
                      <a:pt x="258" y="459"/>
                      <a:pt x="260" y="457"/>
                      <a:pt x="260" y="455"/>
                    </a:cubicBezTo>
                    <a:cubicBezTo>
                      <a:pt x="263" y="426"/>
                      <a:pt x="263" y="426"/>
                      <a:pt x="263" y="426"/>
                    </a:cubicBezTo>
                    <a:cubicBezTo>
                      <a:pt x="276" y="423"/>
                      <a:pt x="288" y="420"/>
                      <a:pt x="299" y="415"/>
                    </a:cubicBezTo>
                    <a:cubicBezTo>
                      <a:pt x="317" y="439"/>
                      <a:pt x="317" y="439"/>
                      <a:pt x="317" y="439"/>
                    </a:cubicBezTo>
                    <a:cubicBezTo>
                      <a:pt x="318" y="441"/>
                      <a:pt x="321" y="442"/>
                      <a:pt x="323" y="441"/>
                    </a:cubicBezTo>
                    <a:cubicBezTo>
                      <a:pt x="350" y="427"/>
                      <a:pt x="350" y="427"/>
                      <a:pt x="350" y="427"/>
                    </a:cubicBezTo>
                    <a:cubicBezTo>
                      <a:pt x="352" y="425"/>
                      <a:pt x="353" y="423"/>
                      <a:pt x="352" y="421"/>
                    </a:cubicBezTo>
                    <a:cubicBezTo>
                      <a:pt x="342" y="393"/>
                      <a:pt x="342" y="393"/>
                      <a:pt x="342" y="393"/>
                    </a:cubicBezTo>
                    <a:cubicBezTo>
                      <a:pt x="353" y="385"/>
                      <a:pt x="362" y="377"/>
                      <a:pt x="371" y="368"/>
                    </a:cubicBezTo>
                    <a:cubicBezTo>
                      <a:pt x="397" y="382"/>
                      <a:pt x="397" y="382"/>
                      <a:pt x="397" y="382"/>
                    </a:cubicBezTo>
                    <a:cubicBezTo>
                      <a:pt x="399" y="383"/>
                      <a:pt x="402" y="383"/>
                      <a:pt x="403" y="381"/>
                    </a:cubicBezTo>
                    <a:cubicBezTo>
                      <a:pt x="421" y="357"/>
                      <a:pt x="421" y="357"/>
                      <a:pt x="421" y="357"/>
                    </a:cubicBezTo>
                    <a:cubicBezTo>
                      <a:pt x="423" y="355"/>
                      <a:pt x="423" y="352"/>
                      <a:pt x="421" y="350"/>
                    </a:cubicBezTo>
                    <a:cubicBezTo>
                      <a:pt x="400" y="329"/>
                      <a:pt x="400" y="329"/>
                      <a:pt x="400" y="329"/>
                    </a:cubicBezTo>
                    <a:cubicBezTo>
                      <a:pt x="406" y="318"/>
                      <a:pt x="411" y="307"/>
                      <a:pt x="416" y="295"/>
                    </a:cubicBezTo>
                    <a:cubicBezTo>
                      <a:pt x="445" y="297"/>
                      <a:pt x="445" y="297"/>
                      <a:pt x="445" y="297"/>
                    </a:cubicBezTo>
                    <a:cubicBezTo>
                      <a:pt x="447" y="297"/>
                      <a:pt x="450" y="295"/>
                      <a:pt x="450" y="293"/>
                    </a:cubicBezTo>
                    <a:cubicBezTo>
                      <a:pt x="456" y="264"/>
                      <a:pt x="456" y="264"/>
                      <a:pt x="456" y="264"/>
                    </a:cubicBezTo>
                    <a:cubicBezTo>
                      <a:pt x="457" y="261"/>
                      <a:pt x="456" y="259"/>
                      <a:pt x="453" y="258"/>
                    </a:cubicBezTo>
                    <a:cubicBezTo>
                      <a:pt x="426" y="248"/>
                      <a:pt x="426" y="248"/>
                      <a:pt x="426" y="248"/>
                    </a:cubicBezTo>
                    <a:cubicBezTo>
                      <a:pt x="426" y="239"/>
                      <a:pt x="426" y="230"/>
                      <a:pt x="426" y="221"/>
                    </a:cubicBezTo>
                    <a:cubicBezTo>
                      <a:pt x="426" y="217"/>
                      <a:pt x="425" y="214"/>
                      <a:pt x="425" y="210"/>
                    </a:cubicBezTo>
                    <a:cubicBezTo>
                      <a:pt x="453" y="199"/>
                      <a:pt x="453" y="199"/>
                      <a:pt x="453" y="199"/>
                    </a:cubicBezTo>
                    <a:cubicBezTo>
                      <a:pt x="455" y="198"/>
                      <a:pt x="456" y="196"/>
                      <a:pt x="456" y="193"/>
                    </a:cubicBezTo>
                    <a:close/>
                    <a:moveTo>
                      <a:pt x="319" y="367"/>
                    </a:moveTo>
                    <a:cubicBezTo>
                      <a:pt x="310" y="373"/>
                      <a:pt x="300" y="378"/>
                      <a:pt x="290" y="382"/>
                    </a:cubicBezTo>
                    <a:cubicBezTo>
                      <a:pt x="278" y="387"/>
                      <a:pt x="266" y="391"/>
                      <a:pt x="253" y="392"/>
                    </a:cubicBezTo>
                    <a:cubicBezTo>
                      <a:pt x="248" y="393"/>
                      <a:pt x="242" y="394"/>
                      <a:pt x="237" y="394"/>
                    </a:cubicBezTo>
                    <a:cubicBezTo>
                      <a:pt x="231" y="394"/>
                      <a:pt x="226" y="394"/>
                      <a:pt x="220" y="394"/>
                    </a:cubicBezTo>
                    <a:cubicBezTo>
                      <a:pt x="207" y="393"/>
                      <a:pt x="195" y="391"/>
                      <a:pt x="182" y="388"/>
                    </a:cubicBezTo>
                    <a:cubicBezTo>
                      <a:pt x="172" y="385"/>
                      <a:pt x="162" y="380"/>
                      <a:pt x="152" y="375"/>
                    </a:cubicBezTo>
                    <a:cubicBezTo>
                      <a:pt x="141" y="369"/>
                      <a:pt x="130" y="362"/>
                      <a:pt x="120" y="354"/>
                    </a:cubicBezTo>
                    <a:cubicBezTo>
                      <a:pt x="109" y="343"/>
                      <a:pt x="98" y="331"/>
                      <a:pt x="90" y="318"/>
                    </a:cubicBezTo>
                    <a:cubicBezTo>
                      <a:pt x="86" y="311"/>
                      <a:pt x="82" y="304"/>
                      <a:pt x="79" y="296"/>
                    </a:cubicBezTo>
                    <a:cubicBezTo>
                      <a:pt x="72" y="282"/>
                      <a:pt x="68" y="267"/>
                      <a:pt x="66" y="251"/>
                    </a:cubicBezTo>
                    <a:cubicBezTo>
                      <a:pt x="66" y="247"/>
                      <a:pt x="65" y="243"/>
                      <a:pt x="65" y="239"/>
                    </a:cubicBezTo>
                    <a:cubicBezTo>
                      <a:pt x="65" y="230"/>
                      <a:pt x="65" y="221"/>
                      <a:pt x="66" y="213"/>
                    </a:cubicBezTo>
                    <a:cubicBezTo>
                      <a:pt x="67" y="202"/>
                      <a:pt x="69" y="191"/>
                      <a:pt x="73" y="181"/>
                    </a:cubicBezTo>
                    <a:cubicBezTo>
                      <a:pt x="77" y="168"/>
                      <a:pt x="82" y="157"/>
                      <a:pt x="89" y="146"/>
                    </a:cubicBezTo>
                    <a:cubicBezTo>
                      <a:pt x="94" y="136"/>
                      <a:pt x="101" y="128"/>
                      <a:pt x="108" y="119"/>
                    </a:cubicBezTo>
                    <a:cubicBezTo>
                      <a:pt x="117" y="110"/>
                      <a:pt x="127" y="102"/>
                      <a:pt x="138" y="95"/>
                    </a:cubicBezTo>
                    <a:cubicBezTo>
                      <a:pt x="147" y="89"/>
                      <a:pt x="157" y="83"/>
                      <a:pt x="167" y="79"/>
                    </a:cubicBezTo>
                    <a:cubicBezTo>
                      <a:pt x="178" y="74"/>
                      <a:pt x="191" y="71"/>
                      <a:pt x="204" y="69"/>
                    </a:cubicBezTo>
                    <a:cubicBezTo>
                      <a:pt x="209" y="68"/>
                      <a:pt x="215" y="68"/>
                      <a:pt x="220" y="67"/>
                    </a:cubicBezTo>
                    <a:cubicBezTo>
                      <a:pt x="226" y="67"/>
                      <a:pt x="231" y="67"/>
                      <a:pt x="237" y="67"/>
                    </a:cubicBezTo>
                    <a:cubicBezTo>
                      <a:pt x="250" y="68"/>
                      <a:pt x="262" y="70"/>
                      <a:pt x="274" y="74"/>
                    </a:cubicBezTo>
                    <a:cubicBezTo>
                      <a:pt x="285" y="77"/>
                      <a:pt x="295" y="81"/>
                      <a:pt x="305" y="86"/>
                    </a:cubicBezTo>
                    <a:cubicBezTo>
                      <a:pt x="316" y="92"/>
                      <a:pt x="327" y="99"/>
                      <a:pt x="336" y="108"/>
                    </a:cubicBezTo>
                    <a:cubicBezTo>
                      <a:pt x="348" y="118"/>
                      <a:pt x="358" y="130"/>
                      <a:pt x="367" y="144"/>
                    </a:cubicBezTo>
                    <a:cubicBezTo>
                      <a:pt x="371" y="151"/>
                      <a:pt x="375" y="158"/>
                      <a:pt x="378" y="165"/>
                    </a:cubicBezTo>
                    <a:cubicBezTo>
                      <a:pt x="384" y="179"/>
                      <a:pt x="389" y="194"/>
                      <a:pt x="391" y="210"/>
                    </a:cubicBezTo>
                    <a:cubicBezTo>
                      <a:pt x="391" y="214"/>
                      <a:pt x="392" y="218"/>
                      <a:pt x="392" y="222"/>
                    </a:cubicBezTo>
                    <a:cubicBezTo>
                      <a:pt x="392" y="231"/>
                      <a:pt x="392" y="240"/>
                      <a:pt x="391" y="249"/>
                    </a:cubicBezTo>
                    <a:cubicBezTo>
                      <a:pt x="390" y="260"/>
                      <a:pt x="387" y="271"/>
                      <a:pt x="384" y="281"/>
                    </a:cubicBezTo>
                    <a:cubicBezTo>
                      <a:pt x="380" y="293"/>
                      <a:pt x="375" y="305"/>
                      <a:pt x="368" y="316"/>
                    </a:cubicBezTo>
                    <a:cubicBezTo>
                      <a:pt x="362" y="325"/>
                      <a:pt x="356" y="334"/>
                      <a:pt x="348" y="342"/>
                    </a:cubicBezTo>
                    <a:cubicBezTo>
                      <a:pt x="340" y="351"/>
                      <a:pt x="330" y="360"/>
                      <a:pt x="319" y="36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36" name="Freeform 35"/>
              <p:cNvSpPr>
                <a:spLocks/>
              </p:cNvSpPr>
              <p:nvPr/>
            </p:nvSpPr>
            <p:spPr bwMode="auto">
              <a:xfrm>
                <a:off x="3638462" y="1392238"/>
                <a:ext cx="419629" cy="420776"/>
              </a:xfrm>
              <a:custGeom>
                <a:avLst/>
                <a:gdLst/>
                <a:ahLst/>
                <a:cxnLst>
                  <a:cxn ang="0">
                    <a:pos x="265" y="116"/>
                  </a:cxn>
                  <a:cxn ang="0">
                    <a:pos x="255" y="79"/>
                  </a:cxn>
                  <a:cxn ang="0">
                    <a:pos x="246" y="62"/>
                  </a:cxn>
                  <a:cxn ang="0">
                    <a:pos x="221" y="33"/>
                  </a:cxn>
                  <a:cxn ang="0">
                    <a:pos x="195" y="15"/>
                  </a:cxn>
                  <a:cxn ang="0">
                    <a:pos x="171" y="5"/>
                  </a:cxn>
                  <a:cxn ang="0">
                    <a:pos x="140" y="0"/>
                  </a:cxn>
                  <a:cxn ang="0">
                    <a:pos x="127" y="0"/>
                  </a:cxn>
                  <a:cxn ang="0">
                    <a:pos x="113" y="1"/>
                  </a:cxn>
                  <a:cxn ang="0">
                    <a:pos x="83" y="10"/>
                  </a:cxn>
                  <a:cxn ang="0">
                    <a:pos x="60" y="22"/>
                  </a:cxn>
                  <a:cxn ang="0">
                    <a:pos x="36" y="42"/>
                  </a:cxn>
                  <a:cxn ang="0">
                    <a:pos x="20" y="64"/>
                  </a:cxn>
                  <a:cxn ang="0">
                    <a:pos x="7" y="92"/>
                  </a:cxn>
                  <a:cxn ang="0">
                    <a:pos x="1" y="118"/>
                  </a:cxn>
                  <a:cxn ang="0">
                    <a:pos x="1" y="139"/>
                  </a:cxn>
                  <a:cxn ang="0">
                    <a:pos x="2" y="149"/>
                  </a:cxn>
                  <a:cxn ang="0">
                    <a:pos x="12" y="186"/>
                  </a:cxn>
                  <a:cxn ang="0">
                    <a:pos x="21" y="203"/>
                  </a:cxn>
                  <a:cxn ang="0">
                    <a:pos x="46" y="233"/>
                  </a:cxn>
                  <a:cxn ang="0">
                    <a:pos x="71" y="250"/>
                  </a:cxn>
                  <a:cxn ang="0">
                    <a:pos x="96" y="260"/>
                  </a:cxn>
                  <a:cxn ang="0">
                    <a:pos x="127" y="266"/>
                  </a:cxn>
                  <a:cxn ang="0">
                    <a:pos x="140" y="266"/>
                  </a:cxn>
                  <a:cxn ang="0">
                    <a:pos x="153" y="264"/>
                  </a:cxn>
                  <a:cxn ang="0">
                    <a:pos x="184" y="256"/>
                  </a:cxn>
                  <a:cxn ang="0">
                    <a:pos x="207" y="243"/>
                  </a:cxn>
                  <a:cxn ang="0">
                    <a:pos x="231" y="223"/>
                  </a:cxn>
                  <a:cxn ang="0">
                    <a:pos x="247" y="202"/>
                  </a:cxn>
                  <a:cxn ang="0">
                    <a:pos x="260" y="174"/>
                  </a:cxn>
                  <a:cxn ang="0">
                    <a:pos x="266" y="147"/>
                  </a:cxn>
                  <a:cxn ang="0">
                    <a:pos x="266" y="126"/>
                  </a:cxn>
                  <a:cxn ang="0">
                    <a:pos x="265" y="116"/>
                  </a:cxn>
                </a:cxnLst>
                <a:rect l="0" t="0" r="r" b="b"/>
                <a:pathLst>
                  <a:path w="266" h="266">
                    <a:moveTo>
                      <a:pt x="265" y="116"/>
                    </a:moveTo>
                    <a:cubicBezTo>
                      <a:pt x="264" y="103"/>
                      <a:pt x="260" y="91"/>
                      <a:pt x="255" y="79"/>
                    </a:cubicBezTo>
                    <a:cubicBezTo>
                      <a:pt x="252" y="73"/>
                      <a:pt x="249" y="68"/>
                      <a:pt x="246" y="62"/>
                    </a:cubicBezTo>
                    <a:cubicBezTo>
                      <a:pt x="239" y="51"/>
                      <a:pt x="231" y="41"/>
                      <a:pt x="221" y="33"/>
                    </a:cubicBezTo>
                    <a:cubicBezTo>
                      <a:pt x="213" y="26"/>
                      <a:pt x="205" y="20"/>
                      <a:pt x="195" y="15"/>
                    </a:cubicBezTo>
                    <a:cubicBezTo>
                      <a:pt x="188" y="11"/>
                      <a:pt x="179" y="8"/>
                      <a:pt x="171" y="5"/>
                    </a:cubicBezTo>
                    <a:cubicBezTo>
                      <a:pt x="161" y="2"/>
                      <a:pt x="151" y="1"/>
                      <a:pt x="140" y="0"/>
                    </a:cubicBezTo>
                    <a:cubicBezTo>
                      <a:pt x="136" y="0"/>
                      <a:pt x="131" y="0"/>
                      <a:pt x="127" y="0"/>
                    </a:cubicBezTo>
                    <a:cubicBezTo>
                      <a:pt x="122" y="0"/>
                      <a:pt x="118" y="1"/>
                      <a:pt x="113" y="1"/>
                    </a:cubicBezTo>
                    <a:cubicBezTo>
                      <a:pt x="103" y="3"/>
                      <a:pt x="93" y="6"/>
                      <a:pt x="83" y="10"/>
                    </a:cubicBezTo>
                    <a:cubicBezTo>
                      <a:pt x="75" y="13"/>
                      <a:pt x="67" y="17"/>
                      <a:pt x="60" y="22"/>
                    </a:cubicBezTo>
                    <a:cubicBezTo>
                      <a:pt x="51" y="28"/>
                      <a:pt x="43" y="35"/>
                      <a:pt x="36" y="42"/>
                    </a:cubicBezTo>
                    <a:cubicBezTo>
                      <a:pt x="30" y="49"/>
                      <a:pt x="25" y="56"/>
                      <a:pt x="20" y="64"/>
                    </a:cubicBezTo>
                    <a:cubicBezTo>
                      <a:pt x="14" y="72"/>
                      <a:pt x="10" y="82"/>
                      <a:pt x="7" y="92"/>
                    </a:cubicBezTo>
                    <a:cubicBezTo>
                      <a:pt x="4" y="100"/>
                      <a:pt x="2" y="109"/>
                      <a:pt x="1" y="118"/>
                    </a:cubicBezTo>
                    <a:cubicBezTo>
                      <a:pt x="1" y="125"/>
                      <a:pt x="0" y="132"/>
                      <a:pt x="1" y="139"/>
                    </a:cubicBezTo>
                    <a:cubicBezTo>
                      <a:pt x="1" y="143"/>
                      <a:pt x="1" y="146"/>
                      <a:pt x="2" y="149"/>
                    </a:cubicBezTo>
                    <a:cubicBezTo>
                      <a:pt x="3" y="162"/>
                      <a:pt x="7" y="175"/>
                      <a:pt x="12" y="186"/>
                    </a:cubicBezTo>
                    <a:cubicBezTo>
                      <a:pt x="14" y="192"/>
                      <a:pt x="17" y="198"/>
                      <a:pt x="21" y="203"/>
                    </a:cubicBezTo>
                    <a:cubicBezTo>
                      <a:pt x="28" y="214"/>
                      <a:pt x="36" y="224"/>
                      <a:pt x="46" y="233"/>
                    </a:cubicBezTo>
                    <a:cubicBezTo>
                      <a:pt x="53" y="239"/>
                      <a:pt x="62" y="245"/>
                      <a:pt x="71" y="250"/>
                    </a:cubicBezTo>
                    <a:cubicBezTo>
                      <a:pt x="79" y="254"/>
                      <a:pt x="87" y="258"/>
                      <a:pt x="96" y="260"/>
                    </a:cubicBezTo>
                    <a:cubicBezTo>
                      <a:pt x="106" y="263"/>
                      <a:pt x="116" y="265"/>
                      <a:pt x="127" y="266"/>
                    </a:cubicBezTo>
                    <a:cubicBezTo>
                      <a:pt x="131" y="266"/>
                      <a:pt x="136" y="266"/>
                      <a:pt x="140" y="266"/>
                    </a:cubicBezTo>
                    <a:cubicBezTo>
                      <a:pt x="145" y="265"/>
                      <a:pt x="149" y="265"/>
                      <a:pt x="153" y="264"/>
                    </a:cubicBezTo>
                    <a:cubicBezTo>
                      <a:pt x="164" y="263"/>
                      <a:pt x="174" y="260"/>
                      <a:pt x="184" y="256"/>
                    </a:cubicBezTo>
                    <a:cubicBezTo>
                      <a:pt x="192" y="252"/>
                      <a:pt x="200" y="248"/>
                      <a:pt x="207" y="243"/>
                    </a:cubicBezTo>
                    <a:cubicBezTo>
                      <a:pt x="216" y="238"/>
                      <a:pt x="224" y="231"/>
                      <a:pt x="231" y="223"/>
                    </a:cubicBezTo>
                    <a:cubicBezTo>
                      <a:pt x="237" y="217"/>
                      <a:pt x="242" y="209"/>
                      <a:pt x="247" y="202"/>
                    </a:cubicBezTo>
                    <a:cubicBezTo>
                      <a:pt x="252" y="193"/>
                      <a:pt x="257" y="184"/>
                      <a:pt x="260" y="174"/>
                    </a:cubicBezTo>
                    <a:cubicBezTo>
                      <a:pt x="263" y="165"/>
                      <a:pt x="265" y="156"/>
                      <a:pt x="266" y="147"/>
                    </a:cubicBezTo>
                    <a:cubicBezTo>
                      <a:pt x="266" y="140"/>
                      <a:pt x="266" y="133"/>
                      <a:pt x="266" y="126"/>
                    </a:cubicBezTo>
                    <a:cubicBezTo>
                      <a:pt x="266" y="123"/>
                      <a:pt x="266" y="119"/>
                      <a:pt x="265" y="11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37" name="Freeform 36"/>
              <p:cNvSpPr>
                <a:spLocks noEditPoints="1"/>
              </p:cNvSpPr>
              <p:nvPr/>
            </p:nvSpPr>
            <p:spPr bwMode="auto">
              <a:xfrm>
                <a:off x="4360774" y="1873779"/>
                <a:ext cx="803716" cy="806009"/>
              </a:xfrm>
              <a:custGeom>
                <a:avLst/>
                <a:gdLst/>
                <a:ahLst/>
                <a:cxnLst>
                  <a:cxn ang="0">
                    <a:pos x="503" y="193"/>
                  </a:cxn>
                  <a:cxn ang="0">
                    <a:pos x="464" y="190"/>
                  </a:cxn>
                  <a:cxn ang="0">
                    <a:pos x="461" y="111"/>
                  </a:cxn>
                  <a:cxn ang="0">
                    <a:pos x="440" y="79"/>
                  </a:cxn>
                  <a:cxn ang="0">
                    <a:pos x="404" y="94"/>
                  </a:cxn>
                  <a:cxn ang="0">
                    <a:pos x="381" y="37"/>
                  </a:cxn>
                  <a:cxn ang="0">
                    <a:pos x="348" y="17"/>
                  </a:cxn>
                  <a:cxn ang="0">
                    <a:pos x="323" y="46"/>
                  </a:cxn>
                  <a:cxn ang="0">
                    <a:pos x="276" y="4"/>
                  </a:cxn>
                  <a:cxn ang="0">
                    <a:pos x="237" y="0"/>
                  </a:cxn>
                  <a:cxn ang="0">
                    <a:pos x="227" y="37"/>
                  </a:cxn>
                  <a:cxn ang="0">
                    <a:pos x="168" y="19"/>
                  </a:cxn>
                  <a:cxn ang="0">
                    <a:pos x="131" y="31"/>
                  </a:cxn>
                  <a:cxn ang="0">
                    <a:pos x="137" y="69"/>
                  </a:cxn>
                  <a:cxn ang="0">
                    <a:pos x="76" y="77"/>
                  </a:cxn>
                  <a:cxn ang="0">
                    <a:pos x="48" y="104"/>
                  </a:cxn>
                  <a:cxn ang="0">
                    <a:pos x="70" y="136"/>
                  </a:cxn>
                  <a:cxn ang="0">
                    <a:pos x="18" y="169"/>
                  </a:cxn>
                  <a:cxn ang="0">
                    <a:pos x="3" y="206"/>
                  </a:cxn>
                  <a:cxn ang="0">
                    <a:pos x="37" y="225"/>
                  </a:cxn>
                  <a:cxn ang="0">
                    <a:pos x="35" y="267"/>
                  </a:cxn>
                  <a:cxn ang="0">
                    <a:pos x="0" y="284"/>
                  </a:cxn>
                  <a:cxn ang="0">
                    <a:pos x="12" y="321"/>
                  </a:cxn>
                  <a:cxn ang="0">
                    <a:pos x="70" y="374"/>
                  </a:cxn>
                  <a:cxn ang="0">
                    <a:pos x="48" y="406"/>
                  </a:cxn>
                  <a:cxn ang="0">
                    <a:pos x="76" y="432"/>
                  </a:cxn>
                  <a:cxn ang="0">
                    <a:pos x="137" y="441"/>
                  </a:cxn>
                  <a:cxn ang="0">
                    <a:pos x="131" y="479"/>
                  </a:cxn>
                  <a:cxn ang="0">
                    <a:pos x="168" y="491"/>
                  </a:cxn>
                  <a:cxn ang="0">
                    <a:pos x="228" y="473"/>
                  </a:cxn>
                  <a:cxn ang="0">
                    <a:pos x="238" y="510"/>
                  </a:cxn>
                  <a:cxn ang="0">
                    <a:pos x="277" y="505"/>
                  </a:cxn>
                  <a:cxn ang="0">
                    <a:pos x="323" y="464"/>
                  </a:cxn>
                  <a:cxn ang="0">
                    <a:pos x="348" y="493"/>
                  </a:cxn>
                  <a:cxn ang="0">
                    <a:pos x="381" y="472"/>
                  </a:cxn>
                  <a:cxn ang="0">
                    <a:pos x="404" y="415"/>
                  </a:cxn>
                  <a:cxn ang="0">
                    <a:pos x="440" y="431"/>
                  </a:cxn>
                  <a:cxn ang="0">
                    <a:pos x="461" y="398"/>
                  </a:cxn>
                  <a:cxn ang="0">
                    <a:pos x="458" y="337"/>
                  </a:cxn>
                  <a:cxn ang="0">
                    <a:pos x="497" y="336"/>
                  </a:cxn>
                  <a:cxn ang="0">
                    <a:pos x="502" y="298"/>
                  </a:cxn>
                  <a:cxn ang="0">
                    <a:pos x="474" y="255"/>
                  </a:cxn>
                  <a:cxn ang="0">
                    <a:pos x="505" y="232"/>
                  </a:cxn>
                  <a:cxn ang="0">
                    <a:pos x="347" y="411"/>
                  </a:cxn>
                  <a:cxn ang="0">
                    <a:pos x="273" y="436"/>
                  </a:cxn>
                  <a:cxn ang="0">
                    <a:pos x="236" y="436"/>
                  </a:cxn>
                  <a:cxn ang="0">
                    <a:pos x="161" y="411"/>
                  </a:cxn>
                  <a:cxn ang="0">
                    <a:pos x="96" y="344"/>
                  </a:cxn>
                  <a:cxn ang="0">
                    <a:pos x="73" y="268"/>
                  </a:cxn>
                  <a:cxn ang="0">
                    <a:pos x="75" y="226"/>
                  </a:cxn>
                  <a:cxn ang="0">
                    <a:pos x="104" y="153"/>
                  </a:cxn>
                  <a:cxn ang="0">
                    <a:pos x="161" y="99"/>
                  </a:cxn>
                  <a:cxn ang="0">
                    <a:pos x="236" y="74"/>
                  </a:cxn>
                  <a:cxn ang="0">
                    <a:pos x="273" y="74"/>
                  </a:cxn>
                  <a:cxn ang="0">
                    <a:pos x="347" y="99"/>
                  </a:cxn>
                  <a:cxn ang="0">
                    <a:pos x="413" y="166"/>
                  </a:cxn>
                  <a:cxn ang="0">
                    <a:pos x="436" y="241"/>
                  </a:cxn>
                  <a:cxn ang="0">
                    <a:pos x="434" y="284"/>
                  </a:cxn>
                  <a:cxn ang="0">
                    <a:pos x="404" y="357"/>
                  </a:cxn>
                  <a:cxn ang="0">
                    <a:pos x="347" y="411"/>
                  </a:cxn>
                </a:cxnLst>
                <a:rect l="0" t="0" r="r" b="b"/>
                <a:pathLst>
                  <a:path w="509" h="510">
                    <a:moveTo>
                      <a:pt x="508" y="226"/>
                    </a:moveTo>
                    <a:cubicBezTo>
                      <a:pt x="503" y="193"/>
                      <a:pt x="503" y="193"/>
                      <a:pt x="503" y="193"/>
                    </a:cubicBezTo>
                    <a:cubicBezTo>
                      <a:pt x="502" y="191"/>
                      <a:pt x="500" y="189"/>
                      <a:pt x="497" y="189"/>
                    </a:cubicBezTo>
                    <a:cubicBezTo>
                      <a:pt x="464" y="190"/>
                      <a:pt x="464" y="190"/>
                      <a:pt x="464" y="190"/>
                    </a:cubicBezTo>
                    <a:cubicBezTo>
                      <a:pt x="458" y="171"/>
                      <a:pt x="450" y="152"/>
                      <a:pt x="439" y="136"/>
                    </a:cubicBezTo>
                    <a:cubicBezTo>
                      <a:pt x="461" y="111"/>
                      <a:pt x="461" y="111"/>
                      <a:pt x="461" y="111"/>
                    </a:cubicBezTo>
                    <a:cubicBezTo>
                      <a:pt x="463" y="109"/>
                      <a:pt x="463" y="106"/>
                      <a:pt x="461" y="104"/>
                    </a:cubicBezTo>
                    <a:cubicBezTo>
                      <a:pt x="440" y="79"/>
                      <a:pt x="440" y="79"/>
                      <a:pt x="440" y="79"/>
                    </a:cubicBezTo>
                    <a:cubicBezTo>
                      <a:pt x="438" y="77"/>
                      <a:pt x="435" y="76"/>
                      <a:pt x="433" y="77"/>
                    </a:cubicBezTo>
                    <a:cubicBezTo>
                      <a:pt x="404" y="94"/>
                      <a:pt x="404" y="94"/>
                      <a:pt x="404" y="94"/>
                    </a:cubicBezTo>
                    <a:cubicBezTo>
                      <a:pt x="394" y="85"/>
                      <a:pt x="383" y="76"/>
                      <a:pt x="371" y="69"/>
                    </a:cubicBezTo>
                    <a:cubicBezTo>
                      <a:pt x="381" y="37"/>
                      <a:pt x="381" y="37"/>
                      <a:pt x="381" y="37"/>
                    </a:cubicBezTo>
                    <a:cubicBezTo>
                      <a:pt x="382" y="35"/>
                      <a:pt x="380" y="32"/>
                      <a:pt x="378" y="31"/>
                    </a:cubicBezTo>
                    <a:cubicBezTo>
                      <a:pt x="348" y="17"/>
                      <a:pt x="348" y="17"/>
                      <a:pt x="348" y="17"/>
                    </a:cubicBezTo>
                    <a:cubicBezTo>
                      <a:pt x="345" y="16"/>
                      <a:pt x="342" y="17"/>
                      <a:pt x="341" y="19"/>
                    </a:cubicBezTo>
                    <a:cubicBezTo>
                      <a:pt x="323" y="46"/>
                      <a:pt x="323" y="46"/>
                      <a:pt x="323" y="46"/>
                    </a:cubicBezTo>
                    <a:cubicBezTo>
                      <a:pt x="309" y="42"/>
                      <a:pt x="295" y="38"/>
                      <a:pt x="281" y="37"/>
                    </a:cubicBezTo>
                    <a:cubicBezTo>
                      <a:pt x="276" y="4"/>
                      <a:pt x="276" y="4"/>
                      <a:pt x="276" y="4"/>
                    </a:cubicBezTo>
                    <a:cubicBezTo>
                      <a:pt x="275" y="2"/>
                      <a:pt x="273" y="0"/>
                      <a:pt x="270" y="0"/>
                    </a:cubicBezTo>
                    <a:cubicBezTo>
                      <a:pt x="237" y="0"/>
                      <a:pt x="237" y="0"/>
                      <a:pt x="237" y="0"/>
                    </a:cubicBezTo>
                    <a:cubicBezTo>
                      <a:pt x="234" y="0"/>
                      <a:pt x="232" y="2"/>
                      <a:pt x="231" y="4"/>
                    </a:cubicBezTo>
                    <a:cubicBezTo>
                      <a:pt x="227" y="37"/>
                      <a:pt x="227" y="37"/>
                      <a:pt x="227" y="37"/>
                    </a:cubicBezTo>
                    <a:cubicBezTo>
                      <a:pt x="213" y="39"/>
                      <a:pt x="199" y="42"/>
                      <a:pt x="186" y="46"/>
                    </a:cubicBezTo>
                    <a:cubicBezTo>
                      <a:pt x="168" y="19"/>
                      <a:pt x="168" y="19"/>
                      <a:pt x="168" y="19"/>
                    </a:cubicBezTo>
                    <a:cubicBezTo>
                      <a:pt x="166" y="17"/>
                      <a:pt x="163" y="16"/>
                      <a:pt x="161" y="17"/>
                    </a:cubicBezTo>
                    <a:cubicBezTo>
                      <a:pt x="131" y="31"/>
                      <a:pt x="131" y="31"/>
                      <a:pt x="131" y="31"/>
                    </a:cubicBezTo>
                    <a:cubicBezTo>
                      <a:pt x="128" y="32"/>
                      <a:pt x="127" y="35"/>
                      <a:pt x="128" y="37"/>
                    </a:cubicBezTo>
                    <a:cubicBezTo>
                      <a:pt x="137" y="69"/>
                      <a:pt x="137" y="69"/>
                      <a:pt x="137" y="69"/>
                    </a:cubicBezTo>
                    <a:cubicBezTo>
                      <a:pt x="125" y="76"/>
                      <a:pt x="114" y="85"/>
                      <a:pt x="104" y="94"/>
                    </a:cubicBezTo>
                    <a:cubicBezTo>
                      <a:pt x="76" y="77"/>
                      <a:pt x="76" y="77"/>
                      <a:pt x="76" y="77"/>
                    </a:cubicBezTo>
                    <a:cubicBezTo>
                      <a:pt x="74" y="76"/>
                      <a:pt x="71" y="77"/>
                      <a:pt x="69" y="79"/>
                    </a:cubicBezTo>
                    <a:cubicBezTo>
                      <a:pt x="48" y="104"/>
                      <a:pt x="48" y="104"/>
                      <a:pt x="48" y="104"/>
                    </a:cubicBezTo>
                    <a:cubicBezTo>
                      <a:pt x="46" y="106"/>
                      <a:pt x="46" y="109"/>
                      <a:pt x="48" y="111"/>
                    </a:cubicBezTo>
                    <a:cubicBezTo>
                      <a:pt x="70" y="136"/>
                      <a:pt x="70" y="136"/>
                      <a:pt x="70" y="136"/>
                    </a:cubicBezTo>
                    <a:cubicBezTo>
                      <a:pt x="62" y="147"/>
                      <a:pt x="56" y="160"/>
                      <a:pt x="50" y="173"/>
                    </a:cubicBezTo>
                    <a:cubicBezTo>
                      <a:pt x="18" y="169"/>
                      <a:pt x="18" y="169"/>
                      <a:pt x="18" y="169"/>
                    </a:cubicBezTo>
                    <a:cubicBezTo>
                      <a:pt x="15" y="169"/>
                      <a:pt x="13" y="171"/>
                      <a:pt x="12" y="173"/>
                    </a:cubicBezTo>
                    <a:cubicBezTo>
                      <a:pt x="3" y="206"/>
                      <a:pt x="3" y="206"/>
                      <a:pt x="3" y="206"/>
                    </a:cubicBezTo>
                    <a:cubicBezTo>
                      <a:pt x="3" y="208"/>
                      <a:pt x="4" y="211"/>
                      <a:pt x="6" y="212"/>
                    </a:cubicBezTo>
                    <a:cubicBezTo>
                      <a:pt x="37" y="225"/>
                      <a:pt x="37" y="225"/>
                      <a:pt x="37" y="225"/>
                    </a:cubicBezTo>
                    <a:cubicBezTo>
                      <a:pt x="35" y="235"/>
                      <a:pt x="35" y="245"/>
                      <a:pt x="35" y="255"/>
                    </a:cubicBezTo>
                    <a:cubicBezTo>
                      <a:pt x="35" y="259"/>
                      <a:pt x="35" y="263"/>
                      <a:pt x="35" y="267"/>
                    </a:cubicBezTo>
                    <a:cubicBezTo>
                      <a:pt x="4" y="277"/>
                      <a:pt x="4" y="277"/>
                      <a:pt x="4" y="277"/>
                    </a:cubicBezTo>
                    <a:cubicBezTo>
                      <a:pt x="1" y="278"/>
                      <a:pt x="0" y="281"/>
                      <a:pt x="0" y="284"/>
                    </a:cubicBezTo>
                    <a:cubicBezTo>
                      <a:pt x="6" y="316"/>
                      <a:pt x="6" y="316"/>
                      <a:pt x="6" y="316"/>
                    </a:cubicBezTo>
                    <a:cubicBezTo>
                      <a:pt x="6" y="319"/>
                      <a:pt x="9" y="321"/>
                      <a:pt x="12" y="321"/>
                    </a:cubicBezTo>
                    <a:cubicBezTo>
                      <a:pt x="44" y="320"/>
                      <a:pt x="44" y="320"/>
                      <a:pt x="44" y="320"/>
                    </a:cubicBezTo>
                    <a:cubicBezTo>
                      <a:pt x="50" y="339"/>
                      <a:pt x="59" y="357"/>
                      <a:pt x="70" y="374"/>
                    </a:cubicBezTo>
                    <a:cubicBezTo>
                      <a:pt x="48" y="398"/>
                      <a:pt x="48" y="398"/>
                      <a:pt x="48" y="398"/>
                    </a:cubicBezTo>
                    <a:cubicBezTo>
                      <a:pt x="46" y="400"/>
                      <a:pt x="46" y="404"/>
                      <a:pt x="48" y="406"/>
                    </a:cubicBezTo>
                    <a:cubicBezTo>
                      <a:pt x="69" y="431"/>
                      <a:pt x="69" y="431"/>
                      <a:pt x="69" y="431"/>
                    </a:cubicBezTo>
                    <a:cubicBezTo>
                      <a:pt x="71" y="433"/>
                      <a:pt x="74" y="434"/>
                      <a:pt x="76" y="432"/>
                    </a:cubicBezTo>
                    <a:cubicBezTo>
                      <a:pt x="104" y="415"/>
                      <a:pt x="104" y="415"/>
                      <a:pt x="104" y="415"/>
                    </a:cubicBezTo>
                    <a:cubicBezTo>
                      <a:pt x="114" y="425"/>
                      <a:pt x="125" y="433"/>
                      <a:pt x="137" y="441"/>
                    </a:cubicBezTo>
                    <a:cubicBezTo>
                      <a:pt x="128" y="472"/>
                      <a:pt x="128" y="472"/>
                      <a:pt x="128" y="472"/>
                    </a:cubicBezTo>
                    <a:cubicBezTo>
                      <a:pt x="127" y="475"/>
                      <a:pt x="128" y="478"/>
                      <a:pt x="131" y="479"/>
                    </a:cubicBezTo>
                    <a:cubicBezTo>
                      <a:pt x="161" y="493"/>
                      <a:pt x="161" y="493"/>
                      <a:pt x="161" y="493"/>
                    </a:cubicBezTo>
                    <a:cubicBezTo>
                      <a:pt x="163" y="494"/>
                      <a:pt x="166" y="493"/>
                      <a:pt x="168" y="491"/>
                    </a:cubicBezTo>
                    <a:cubicBezTo>
                      <a:pt x="186" y="464"/>
                      <a:pt x="186" y="464"/>
                      <a:pt x="186" y="464"/>
                    </a:cubicBezTo>
                    <a:cubicBezTo>
                      <a:pt x="199" y="468"/>
                      <a:pt x="213" y="471"/>
                      <a:pt x="228" y="473"/>
                    </a:cubicBezTo>
                    <a:cubicBezTo>
                      <a:pt x="233" y="505"/>
                      <a:pt x="233" y="505"/>
                      <a:pt x="233" y="505"/>
                    </a:cubicBezTo>
                    <a:cubicBezTo>
                      <a:pt x="233" y="508"/>
                      <a:pt x="236" y="510"/>
                      <a:pt x="238" y="510"/>
                    </a:cubicBezTo>
                    <a:cubicBezTo>
                      <a:pt x="272" y="510"/>
                      <a:pt x="272" y="510"/>
                      <a:pt x="272" y="510"/>
                    </a:cubicBezTo>
                    <a:cubicBezTo>
                      <a:pt x="274" y="510"/>
                      <a:pt x="277" y="508"/>
                      <a:pt x="277" y="505"/>
                    </a:cubicBezTo>
                    <a:cubicBezTo>
                      <a:pt x="282" y="473"/>
                      <a:pt x="282" y="473"/>
                      <a:pt x="282" y="473"/>
                    </a:cubicBezTo>
                    <a:cubicBezTo>
                      <a:pt x="296" y="471"/>
                      <a:pt x="309" y="468"/>
                      <a:pt x="323" y="464"/>
                    </a:cubicBezTo>
                    <a:cubicBezTo>
                      <a:pt x="341" y="491"/>
                      <a:pt x="341" y="491"/>
                      <a:pt x="341" y="491"/>
                    </a:cubicBezTo>
                    <a:cubicBezTo>
                      <a:pt x="342" y="493"/>
                      <a:pt x="345" y="494"/>
                      <a:pt x="348" y="493"/>
                    </a:cubicBezTo>
                    <a:cubicBezTo>
                      <a:pt x="378" y="479"/>
                      <a:pt x="378" y="479"/>
                      <a:pt x="378" y="479"/>
                    </a:cubicBezTo>
                    <a:cubicBezTo>
                      <a:pt x="380" y="478"/>
                      <a:pt x="382" y="475"/>
                      <a:pt x="381" y="472"/>
                    </a:cubicBezTo>
                    <a:cubicBezTo>
                      <a:pt x="371" y="441"/>
                      <a:pt x="371" y="441"/>
                      <a:pt x="371" y="441"/>
                    </a:cubicBezTo>
                    <a:cubicBezTo>
                      <a:pt x="383" y="433"/>
                      <a:pt x="394" y="425"/>
                      <a:pt x="404" y="415"/>
                    </a:cubicBezTo>
                    <a:cubicBezTo>
                      <a:pt x="433" y="432"/>
                      <a:pt x="433" y="432"/>
                      <a:pt x="433" y="432"/>
                    </a:cubicBezTo>
                    <a:cubicBezTo>
                      <a:pt x="435" y="434"/>
                      <a:pt x="438" y="433"/>
                      <a:pt x="440" y="431"/>
                    </a:cubicBezTo>
                    <a:cubicBezTo>
                      <a:pt x="461" y="406"/>
                      <a:pt x="461" y="406"/>
                      <a:pt x="461" y="406"/>
                    </a:cubicBezTo>
                    <a:cubicBezTo>
                      <a:pt x="463" y="404"/>
                      <a:pt x="463" y="400"/>
                      <a:pt x="461" y="398"/>
                    </a:cubicBezTo>
                    <a:cubicBezTo>
                      <a:pt x="439" y="374"/>
                      <a:pt x="439" y="374"/>
                      <a:pt x="439" y="374"/>
                    </a:cubicBezTo>
                    <a:cubicBezTo>
                      <a:pt x="446" y="362"/>
                      <a:pt x="453" y="350"/>
                      <a:pt x="458" y="337"/>
                    </a:cubicBezTo>
                    <a:cubicBezTo>
                      <a:pt x="491" y="340"/>
                      <a:pt x="491" y="340"/>
                      <a:pt x="491" y="340"/>
                    </a:cubicBezTo>
                    <a:cubicBezTo>
                      <a:pt x="493" y="341"/>
                      <a:pt x="496" y="339"/>
                      <a:pt x="497" y="336"/>
                    </a:cubicBezTo>
                    <a:cubicBezTo>
                      <a:pt x="505" y="304"/>
                      <a:pt x="505" y="304"/>
                      <a:pt x="505" y="304"/>
                    </a:cubicBezTo>
                    <a:cubicBezTo>
                      <a:pt x="506" y="302"/>
                      <a:pt x="505" y="299"/>
                      <a:pt x="502" y="298"/>
                    </a:cubicBezTo>
                    <a:cubicBezTo>
                      <a:pt x="472" y="285"/>
                      <a:pt x="472" y="285"/>
                      <a:pt x="472" y="285"/>
                    </a:cubicBezTo>
                    <a:cubicBezTo>
                      <a:pt x="473" y="275"/>
                      <a:pt x="474" y="265"/>
                      <a:pt x="474" y="255"/>
                    </a:cubicBezTo>
                    <a:cubicBezTo>
                      <a:pt x="474" y="251"/>
                      <a:pt x="474" y="247"/>
                      <a:pt x="474" y="243"/>
                    </a:cubicBezTo>
                    <a:cubicBezTo>
                      <a:pt x="505" y="232"/>
                      <a:pt x="505" y="232"/>
                      <a:pt x="505" y="232"/>
                    </a:cubicBezTo>
                    <a:cubicBezTo>
                      <a:pt x="507" y="232"/>
                      <a:pt x="509" y="229"/>
                      <a:pt x="508" y="226"/>
                    </a:cubicBezTo>
                    <a:close/>
                    <a:moveTo>
                      <a:pt x="347" y="411"/>
                    </a:moveTo>
                    <a:cubicBezTo>
                      <a:pt x="337" y="417"/>
                      <a:pt x="326" y="422"/>
                      <a:pt x="314" y="426"/>
                    </a:cubicBezTo>
                    <a:cubicBezTo>
                      <a:pt x="301" y="431"/>
                      <a:pt x="287" y="434"/>
                      <a:pt x="273" y="436"/>
                    </a:cubicBezTo>
                    <a:cubicBezTo>
                      <a:pt x="267" y="436"/>
                      <a:pt x="261" y="436"/>
                      <a:pt x="254" y="436"/>
                    </a:cubicBezTo>
                    <a:cubicBezTo>
                      <a:pt x="248" y="436"/>
                      <a:pt x="242" y="436"/>
                      <a:pt x="236" y="436"/>
                    </a:cubicBezTo>
                    <a:cubicBezTo>
                      <a:pt x="222" y="434"/>
                      <a:pt x="208" y="431"/>
                      <a:pt x="194" y="426"/>
                    </a:cubicBezTo>
                    <a:cubicBezTo>
                      <a:pt x="183" y="422"/>
                      <a:pt x="172" y="417"/>
                      <a:pt x="161" y="411"/>
                    </a:cubicBezTo>
                    <a:cubicBezTo>
                      <a:pt x="149" y="404"/>
                      <a:pt x="138" y="395"/>
                      <a:pt x="128" y="385"/>
                    </a:cubicBezTo>
                    <a:cubicBezTo>
                      <a:pt x="115" y="373"/>
                      <a:pt x="104" y="359"/>
                      <a:pt x="96" y="344"/>
                    </a:cubicBezTo>
                    <a:cubicBezTo>
                      <a:pt x="91" y="336"/>
                      <a:pt x="88" y="328"/>
                      <a:pt x="84" y="319"/>
                    </a:cubicBezTo>
                    <a:cubicBezTo>
                      <a:pt x="78" y="303"/>
                      <a:pt x="75" y="286"/>
                      <a:pt x="73" y="268"/>
                    </a:cubicBezTo>
                    <a:cubicBezTo>
                      <a:pt x="73" y="264"/>
                      <a:pt x="73" y="259"/>
                      <a:pt x="73" y="255"/>
                    </a:cubicBezTo>
                    <a:cubicBezTo>
                      <a:pt x="73" y="245"/>
                      <a:pt x="73" y="235"/>
                      <a:pt x="75" y="226"/>
                    </a:cubicBezTo>
                    <a:cubicBezTo>
                      <a:pt x="77" y="213"/>
                      <a:pt x="80" y="202"/>
                      <a:pt x="84" y="190"/>
                    </a:cubicBezTo>
                    <a:cubicBezTo>
                      <a:pt x="90" y="177"/>
                      <a:pt x="96" y="164"/>
                      <a:pt x="104" y="153"/>
                    </a:cubicBezTo>
                    <a:cubicBezTo>
                      <a:pt x="111" y="143"/>
                      <a:pt x="119" y="133"/>
                      <a:pt x="128" y="125"/>
                    </a:cubicBezTo>
                    <a:cubicBezTo>
                      <a:pt x="138" y="115"/>
                      <a:pt x="149" y="106"/>
                      <a:pt x="161" y="99"/>
                    </a:cubicBezTo>
                    <a:cubicBezTo>
                      <a:pt x="172" y="93"/>
                      <a:pt x="183" y="87"/>
                      <a:pt x="194" y="83"/>
                    </a:cubicBezTo>
                    <a:cubicBezTo>
                      <a:pt x="208" y="79"/>
                      <a:pt x="222" y="76"/>
                      <a:pt x="236" y="74"/>
                    </a:cubicBezTo>
                    <a:cubicBezTo>
                      <a:pt x="242" y="73"/>
                      <a:pt x="248" y="73"/>
                      <a:pt x="254" y="73"/>
                    </a:cubicBezTo>
                    <a:cubicBezTo>
                      <a:pt x="261" y="73"/>
                      <a:pt x="267" y="73"/>
                      <a:pt x="273" y="74"/>
                    </a:cubicBezTo>
                    <a:cubicBezTo>
                      <a:pt x="287" y="76"/>
                      <a:pt x="301" y="79"/>
                      <a:pt x="314" y="83"/>
                    </a:cubicBezTo>
                    <a:cubicBezTo>
                      <a:pt x="326" y="87"/>
                      <a:pt x="337" y="93"/>
                      <a:pt x="347" y="99"/>
                    </a:cubicBezTo>
                    <a:cubicBezTo>
                      <a:pt x="359" y="106"/>
                      <a:pt x="371" y="115"/>
                      <a:pt x="381" y="125"/>
                    </a:cubicBezTo>
                    <a:cubicBezTo>
                      <a:pt x="394" y="137"/>
                      <a:pt x="404" y="151"/>
                      <a:pt x="413" y="166"/>
                    </a:cubicBezTo>
                    <a:cubicBezTo>
                      <a:pt x="417" y="174"/>
                      <a:pt x="421" y="182"/>
                      <a:pt x="424" y="190"/>
                    </a:cubicBezTo>
                    <a:cubicBezTo>
                      <a:pt x="430" y="206"/>
                      <a:pt x="434" y="224"/>
                      <a:pt x="436" y="241"/>
                    </a:cubicBezTo>
                    <a:cubicBezTo>
                      <a:pt x="436" y="246"/>
                      <a:pt x="436" y="250"/>
                      <a:pt x="436" y="255"/>
                    </a:cubicBezTo>
                    <a:cubicBezTo>
                      <a:pt x="436" y="265"/>
                      <a:pt x="435" y="275"/>
                      <a:pt x="434" y="284"/>
                    </a:cubicBezTo>
                    <a:cubicBezTo>
                      <a:pt x="432" y="296"/>
                      <a:pt x="428" y="308"/>
                      <a:pt x="424" y="319"/>
                    </a:cubicBezTo>
                    <a:cubicBezTo>
                      <a:pt x="419" y="333"/>
                      <a:pt x="412" y="345"/>
                      <a:pt x="404" y="357"/>
                    </a:cubicBezTo>
                    <a:cubicBezTo>
                      <a:pt x="398" y="367"/>
                      <a:pt x="390" y="376"/>
                      <a:pt x="381" y="385"/>
                    </a:cubicBezTo>
                    <a:cubicBezTo>
                      <a:pt x="371" y="395"/>
                      <a:pt x="359" y="404"/>
                      <a:pt x="347" y="41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38" name="Freeform 37"/>
              <p:cNvSpPr>
                <a:spLocks/>
              </p:cNvSpPr>
              <p:nvPr/>
            </p:nvSpPr>
            <p:spPr bwMode="auto">
              <a:xfrm>
                <a:off x="4529314" y="2043465"/>
                <a:ext cx="466637" cy="465490"/>
              </a:xfrm>
              <a:custGeom>
                <a:avLst/>
                <a:gdLst/>
                <a:ahLst/>
                <a:cxnLst>
                  <a:cxn ang="0">
                    <a:pos x="295" y="137"/>
                  </a:cxn>
                  <a:cxn ang="0">
                    <a:pos x="285" y="96"/>
                  </a:cxn>
                  <a:cxn ang="0">
                    <a:pos x="276" y="76"/>
                  </a:cxn>
                  <a:cxn ang="0">
                    <a:pos x="250" y="42"/>
                  </a:cxn>
                  <a:cxn ang="0">
                    <a:pos x="223" y="21"/>
                  </a:cxn>
                  <a:cxn ang="0">
                    <a:pos x="196" y="9"/>
                  </a:cxn>
                  <a:cxn ang="0">
                    <a:pos x="162" y="1"/>
                  </a:cxn>
                  <a:cxn ang="0">
                    <a:pos x="147" y="0"/>
                  </a:cxn>
                  <a:cxn ang="0">
                    <a:pos x="133" y="1"/>
                  </a:cxn>
                  <a:cxn ang="0">
                    <a:pos x="99" y="9"/>
                  </a:cxn>
                  <a:cxn ang="0">
                    <a:pos x="72" y="21"/>
                  </a:cxn>
                  <a:cxn ang="0">
                    <a:pos x="44" y="42"/>
                  </a:cxn>
                  <a:cxn ang="0">
                    <a:pos x="25" y="65"/>
                  </a:cxn>
                  <a:cxn ang="0">
                    <a:pos x="9" y="96"/>
                  </a:cxn>
                  <a:cxn ang="0">
                    <a:pos x="2" y="124"/>
                  </a:cxn>
                  <a:cxn ang="0">
                    <a:pos x="0" y="148"/>
                  </a:cxn>
                  <a:cxn ang="0">
                    <a:pos x="0" y="159"/>
                  </a:cxn>
                  <a:cxn ang="0">
                    <a:pos x="9" y="200"/>
                  </a:cxn>
                  <a:cxn ang="0">
                    <a:pos x="19" y="220"/>
                  </a:cxn>
                  <a:cxn ang="0">
                    <a:pos x="44" y="254"/>
                  </a:cxn>
                  <a:cxn ang="0">
                    <a:pos x="72" y="275"/>
                  </a:cxn>
                  <a:cxn ang="0">
                    <a:pos x="99" y="287"/>
                  </a:cxn>
                  <a:cxn ang="0">
                    <a:pos x="133" y="295"/>
                  </a:cxn>
                  <a:cxn ang="0">
                    <a:pos x="147" y="295"/>
                  </a:cxn>
                  <a:cxn ang="0">
                    <a:pos x="162" y="295"/>
                  </a:cxn>
                  <a:cxn ang="0">
                    <a:pos x="196" y="287"/>
                  </a:cxn>
                  <a:cxn ang="0">
                    <a:pos x="223" y="275"/>
                  </a:cxn>
                  <a:cxn ang="0">
                    <a:pos x="250" y="254"/>
                  </a:cxn>
                  <a:cxn ang="0">
                    <a:pos x="269" y="231"/>
                  </a:cxn>
                  <a:cxn ang="0">
                    <a:pos x="285" y="200"/>
                  </a:cxn>
                  <a:cxn ang="0">
                    <a:pos x="293" y="172"/>
                  </a:cxn>
                  <a:cxn ang="0">
                    <a:pos x="295" y="148"/>
                  </a:cxn>
                  <a:cxn ang="0">
                    <a:pos x="295" y="137"/>
                  </a:cxn>
                </a:cxnLst>
                <a:rect l="0" t="0" r="r" b="b"/>
                <a:pathLst>
                  <a:path w="295" h="295">
                    <a:moveTo>
                      <a:pt x="295" y="137"/>
                    </a:moveTo>
                    <a:cubicBezTo>
                      <a:pt x="293" y="122"/>
                      <a:pt x="290" y="109"/>
                      <a:pt x="285" y="96"/>
                    </a:cubicBezTo>
                    <a:cubicBezTo>
                      <a:pt x="283" y="89"/>
                      <a:pt x="280" y="82"/>
                      <a:pt x="276" y="76"/>
                    </a:cubicBezTo>
                    <a:cubicBezTo>
                      <a:pt x="269" y="63"/>
                      <a:pt x="260" y="52"/>
                      <a:pt x="250" y="42"/>
                    </a:cubicBezTo>
                    <a:cubicBezTo>
                      <a:pt x="242" y="34"/>
                      <a:pt x="233" y="27"/>
                      <a:pt x="223" y="21"/>
                    </a:cubicBezTo>
                    <a:cubicBezTo>
                      <a:pt x="214" y="16"/>
                      <a:pt x="205" y="12"/>
                      <a:pt x="196" y="9"/>
                    </a:cubicBezTo>
                    <a:cubicBezTo>
                      <a:pt x="185" y="5"/>
                      <a:pt x="174" y="2"/>
                      <a:pt x="162" y="1"/>
                    </a:cubicBezTo>
                    <a:cubicBezTo>
                      <a:pt x="157" y="0"/>
                      <a:pt x="152" y="0"/>
                      <a:pt x="147" y="0"/>
                    </a:cubicBezTo>
                    <a:cubicBezTo>
                      <a:pt x="142" y="0"/>
                      <a:pt x="137" y="0"/>
                      <a:pt x="133" y="1"/>
                    </a:cubicBezTo>
                    <a:cubicBezTo>
                      <a:pt x="121" y="2"/>
                      <a:pt x="109" y="5"/>
                      <a:pt x="99" y="9"/>
                    </a:cubicBezTo>
                    <a:cubicBezTo>
                      <a:pt x="89" y="12"/>
                      <a:pt x="80" y="16"/>
                      <a:pt x="72" y="21"/>
                    </a:cubicBezTo>
                    <a:cubicBezTo>
                      <a:pt x="62" y="27"/>
                      <a:pt x="53" y="34"/>
                      <a:pt x="44" y="42"/>
                    </a:cubicBezTo>
                    <a:cubicBezTo>
                      <a:pt x="37" y="49"/>
                      <a:pt x="31" y="57"/>
                      <a:pt x="25" y="65"/>
                    </a:cubicBezTo>
                    <a:cubicBezTo>
                      <a:pt x="19" y="74"/>
                      <a:pt x="13" y="85"/>
                      <a:pt x="9" y="96"/>
                    </a:cubicBezTo>
                    <a:cubicBezTo>
                      <a:pt x="6" y="105"/>
                      <a:pt x="3" y="114"/>
                      <a:pt x="2" y="124"/>
                    </a:cubicBezTo>
                    <a:cubicBezTo>
                      <a:pt x="0" y="132"/>
                      <a:pt x="0" y="140"/>
                      <a:pt x="0" y="148"/>
                    </a:cubicBezTo>
                    <a:cubicBezTo>
                      <a:pt x="0" y="152"/>
                      <a:pt x="0" y="155"/>
                      <a:pt x="0" y="159"/>
                    </a:cubicBezTo>
                    <a:cubicBezTo>
                      <a:pt x="1" y="173"/>
                      <a:pt x="4" y="187"/>
                      <a:pt x="9" y="200"/>
                    </a:cubicBezTo>
                    <a:cubicBezTo>
                      <a:pt x="12" y="207"/>
                      <a:pt x="15" y="214"/>
                      <a:pt x="19" y="220"/>
                    </a:cubicBezTo>
                    <a:cubicBezTo>
                      <a:pt x="25" y="232"/>
                      <a:pt x="34" y="244"/>
                      <a:pt x="44" y="254"/>
                    </a:cubicBezTo>
                    <a:cubicBezTo>
                      <a:pt x="53" y="262"/>
                      <a:pt x="62" y="269"/>
                      <a:pt x="72" y="275"/>
                    </a:cubicBezTo>
                    <a:cubicBezTo>
                      <a:pt x="80" y="280"/>
                      <a:pt x="89" y="284"/>
                      <a:pt x="99" y="287"/>
                    </a:cubicBezTo>
                    <a:cubicBezTo>
                      <a:pt x="109" y="291"/>
                      <a:pt x="121" y="293"/>
                      <a:pt x="133" y="295"/>
                    </a:cubicBezTo>
                    <a:cubicBezTo>
                      <a:pt x="137" y="295"/>
                      <a:pt x="142" y="295"/>
                      <a:pt x="147" y="295"/>
                    </a:cubicBezTo>
                    <a:cubicBezTo>
                      <a:pt x="152" y="295"/>
                      <a:pt x="157" y="295"/>
                      <a:pt x="162" y="295"/>
                    </a:cubicBezTo>
                    <a:cubicBezTo>
                      <a:pt x="174" y="293"/>
                      <a:pt x="185" y="291"/>
                      <a:pt x="196" y="287"/>
                    </a:cubicBezTo>
                    <a:cubicBezTo>
                      <a:pt x="205" y="284"/>
                      <a:pt x="214" y="280"/>
                      <a:pt x="223" y="275"/>
                    </a:cubicBezTo>
                    <a:cubicBezTo>
                      <a:pt x="233" y="269"/>
                      <a:pt x="242" y="262"/>
                      <a:pt x="250" y="254"/>
                    </a:cubicBezTo>
                    <a:cubicBezTo>
                      <a:pt x="257" y="247"/>
                      <a:pt x="264" y="239"/>
                      <a:pt x="269" y="231"/>
                    </a:cubicBezTo>
                    <a:cubicBezTo>
                      <a:pt x="276" y="221"/>
                      <a:pt x="281" y="211"/>
                      <a:pt x="285" y="200"/>
                    </a:cubicBezTo>
                    <a:cubicBezTo>
                      <a:pt x="289" y="191"/>
                      <a:pt x="291" y="181"/>
                      <a:pt x="293" y="172"/>
                    </a:cubicBezTo>
                    <a:cubicBezTo>
                      <a:pt x="294" y="164"/>
                      <a:pt x="295" y="156"/>
                      <a:pt x="295" y="148"/>
                    </a:cubicBezTo>
                    <a:cubicBezTo>
                      <a:pt x="295" y="144"/>
                      <a:pt x="295" y="141"/>
                      <a:pt x="295" y="13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39" name="Freeform 38"/>
              <p:cNvSpPr>
                <a:spLocks noEditPoints="1"/>
              </p:cNvSpPr>
              <p:nvPr/>
            </p:nvSpPr>
            <p:spPr bwMode="auto">
              <a:xfrm>
                <a:off x="4224337" y="2488318"/>
                <a:ext cx="338226" cy="355424"/>
              </a:xfrm>
              <a:custGeom>
                <a:avLst/>
                <a:gdLst/>
                <a:ahLst/>
                <a:cxnLst>
                  <a:cxn ang="0">
                    <a:pos x="179" y="127"/>
                  </a:cxn>
                  <a:cxn ang="0">
                    <a:pos x="175" y="85"/>
                  </a:cxn>
                  <a:cxn ang="0">
                    <a:pos x="205" y="57"/>
                  </a:cxn>
                  <a:cxn ang="0">
                    <a:pos x="183" y="40"/>
                  </a:cxn>
                  <a:cxn ang="0">
                    <a:pos x="117" y="40"/>
                  </a:cxn>
                  <a:cxn ang="0">
                    <a:pos x="108" y="0"/>
                  </a:cxn>
                  <a:cxn ang="0">
                    <a:pos x="82" y="11"/>
                  </a:cxn>
                  <a:cxn ang="0">
                    <a:pos x="49" y="67"/>
                  </a:cxn>
                  <a:cxn ang="0">
                    <a:pos x="10" y="56"/>
                  </a:cxn>
                  <a:cxn ang="0">
                    <a:pos x="7" y="83"/>
                  </a:cxn>
                  <a:cxn ang="0">
                    <a:pos x="34" y="120"/>
                  </a:cxn>
                  <a:cxn ang="0">
                    <a:pos x="14" y="161"/>
                  </a:cxn>
                  <a:cxn ang="0">
                    <a:pos x="23" y="187"/>
                  </a:cxn>
                  <a:cxn ang="0">
                    <a:pos x="59" y="168"/>
                  </a:cxn>
                  <a:cxn ang="0">
                    <a:pos x="102" y="217"/>
                  </a:cxn>
                  <a:cxn ang="0">
                    <a:pos x="129" y="223"/>
                  </a:cxn>
                  <a:cxn ang="0">
                    <a:pos x="131" y="182"/>
                  </a:cxn>
                  <a:cxn ang="0">
                    <a:pos x="195" y="169"/>
                  </a:cxn>
                  <a:cxn ang="0">
                    <a:pos x="213" y="149"/>
                  </a:cxn>
                  <a:cxn ang="0">
                    <a:pos x="160" y="108"/>
                  </a:cxn>
                  <a:cxn ang="0">
                    <a:pos x="127" y="113"/>
                  </a:cxn>
                  <a:cxn ang="0">
                    <a:pos x="127" y="108"/>
                  </a:cxn>
                  <a:cxn ang="0">
                    <a:pos x="160" y="108"/>
                  </a:cxn>
                  <a:cxn ang="0">
                    <a:pos x="56" y="98"/>
                  </a:cxn>
                  <a:cxn ang="0">
                    <a:pos x="87" y="114"/>
                  </a:cxn>
                  <a:cxn ang="0">
                    <a:pos x="60" y="137"/>
                  </a:cxn>
                  <a:cxn ang="0">
                    <a:pos x="146" y="76"/>
                  </a:cxn>
                  <a:cxn ang="0">
                    <a:pos x="113" y="93"/>
                  </a:cxn>
                  <a:cxn ang="0">
                    <a:pos x="146" y="76"/>
                  </a:cxn>
                  <a:cxn ang="0">
                    <a:pos x="98" y="95"/>
                  </a:cxn>
                  <a:cxn ang="0">
                    <a:pos x="62" y="84"/>
                  </a:cxn>
                  <a:cxn ang="0">
                    <a:pos x="69" y="149"/>
                  </a:cxn>
                  <a:cxn ang="0">
                    <a:pos x="101" y="132"/>
                  </a:cxn>
                  <a:cxn ang="0">
                    <a:pos x="69" y="149"/>
                  </a:cxn>
                  <a:cxn ang="0">
                    <a:pos x="117" y="131"/>
                  </a:cxn>
                  <a:cxn ang="0">
                    <a:pos x="152" y="142"/>
                  </a:cxn>
                </a:cxnLst>
                <a:rect l="0" t="0" r="r" b="b"/>
                <a:pathLst>
                  <a:path w="214" h="225">
                    <a:moveTo>
                      <a:pt x="208" y="142"/>
                    </a:moveTo>
                    <a:cubicBezTo>
                      <a:pt x="179" y="127"/>
                      <a:pt x="179" y="127"/>
                      <a:pt x="179" y="127"/>
                    </a:cubicBezTo>
                    <a:cubicBezTo>
                      <a:pt x="181" y="120"/>
                      <a:pt x="181" y="113"/>
                      <a:pt x="180" y="106"/>
                    </a:cubicBezTo>
                    <a:cubicBezTo>
                      <a:pt x="180" y="98"/>
                      <a:pt x="178" y="91"/>
                      <a:pt x="175" y="85"/>
                    </a:cubicBezTo>
                    <a:cubicBezTo>
                      <a:pt x="200" y="65"/>
                      <a:pt x="200" y="65"/>
                      <a:pt x="200" y="65"/>
                    </a:cubicBezTo>
                    <a:cubicBezTo>
                      <a:pt x="204" y="62"/>
                      <a:pt x="206" y="58"/>
                      <a:pt x="205" y="57"/>
                    </a:cubicBezTo>
                    <a:cubicBezTo>
                      <a:pt x="192" y="39"/>
                      <a:pt x="192" y="39"/>
                      <a:pt x="192" y="39"/>
                    </a:cubicBezTo>
                    <a:cubicBezTo>
                      <a:pt x="191" y="37"/>
                      <a:pt x="187" y="38"/>
                      <a:pt x="183" y="40"/>
                    </a:cubicBezTo>
                    <a:cubicBezTo>
                      <a:pt x="156" y="57"/>
                      <a:pt x="156" y="57"/>
                      <a:pt x="156" y="57"/>
                    </a:cubicBezTo>
                    <a:cubicBezTo>
                      <a:pt x="145" y="48"/>
                      <a:pt x="132" y="42"/>
                      <a:pt x="117" y="40"/>
                    </a:cubicBezTo>
                    <a:cubicBezTo>
                      <a:pt x="112" y="8"/>
                      <a:pt x="112" y="8"/>
                      <a:pt x="112" y="8"/>
                    </a:cubicBezTo>
                    <a:cubicBezTo>
                      <a:pt x="111" y="4"/>
                      <a:pt x="109" y="0"/>
                      <a:pt x="108" y="0"/>
                    </a:cubicBezTo>
                    <a:cubicBezTo>
                      <a:pt x="85" y="3"/>
                      <a:pt x="85" y="3"/>
                      <a:pt x="85" y="3"/>
                    </a:cubicBezTo>
                    <a:cubicBezTo>
                      <a:pt x="84" y="3"/>
                      <a:pt x="82" y="6"/>
                      <a:pt x="82" y="11"/>
                    </a:cubicBezTo>
                    <a:cubicBezTo>
                      <a:pt x="84" y="43"/>
                      <a:pt x="84" y="43"/>
                      <a:pt x="84" y="43"/>
                    </a:cubicBezTo>
                    <a:cubicBezTo>
                      <a:pt x="70" y="48"/>
                      <a:pt x="58" y="56"/>
                      <a:pt x="49" y="67"/>
                    </a:cubicBezTo>
                    <a:cubicBezTo>
                      <a:pt x="19" y="56"/>
                      <a:pt x="19" y="56"/>
                      <a:pt x="19" y="56"/>
                    </a:cubicBezTo>
                    <a:cubicBezTo>
                      <a:pt x="15" y="54"/>
                      <a:pt x="11" y="54"/>
                      <a:pt x="10" y="56"/>
                    </a:cubicBezTo>
                    <a:cubicBezTo>
                      <a:pt x="1" y="77"/>
                      <a:pt x="1" y="77"/>
                      <a:pt x="1" y="77"/>
                    </a:cubicBezTo>
                    <a:cubicBezTo>
                      <a:pt x="0" y="78"/>
                      <a:pt x="3" y="81"/>
                      <a:pt x="7" y="83"/>
                    </a:cubicBezTo>
                    <a:cubicBezTo>
                      <a:pt x="35" y="98"/>
                      <a:pt x="35" y="98"/>
                      <a:pt x="35" y="98"/>
                    </a:cubicBezTo>
                    <a:cubicBezTo>
                      <a:pt x="34" y="105"/>
                      <a:pt x="33" y="112"/>
                      <a:pt x="34" y="120"/>
                    </a:cubicBezTo>
                    <a:cubicBezTo>
                      <a:pt x="35" y="127"/>
                      <a:pt x="36" y="134"/>
                      <a:pt x="39" y="140"/>
                    </a:cubicBezTo>
                    <a:cubicBezTo>
                      <a:pt x="14" y="161"/>
                      <a:pt x="14" y="161"/>
                      <a:pt x="14" y="161"/>
                    </a:cubicBezTo>
                    <a:cubicBezTo>
                      <a:pt x="11" y="163"/>
                      <a:pt x="9" y="167"/>
                      <a:pt x="10" y="168"/>
                    </a:cubicBezTo>
                    <a:cubicBezTo>
                      <a:pt x="23" y="187"/>
                      <a:pt x="23" y="187"/>
                      <a:pt x="23" y="187"/>
                    </a:cubicBezTo>
                    <a:cubicBezTo>
                      <a:pt x="24" y="188"/>
                      <a:pt x="28" y="187"/>
                      <a:pt x="31" y="185"/>
                    </a:cubicBezTo>
                    <a:cubicBezTo>
                      <a:pt x="59" y="168"/>
                      <a:pt x="59" y="168"/>
                      <a:pt x="59" y="168"/>
                    </a:cubicBezTo>
                    <a:cubicBezTo>
                      <a:pt x="69" y="177"/>
                      <a:pt x="83" y="184"/>
                      <a:pt x="97" y="186"/>
                    </a:cubicBezTo>
                    <a:cubicBezTo>
                      <a:pt x="102" y="217"/>
                      <a:pt x="102" y="217"/>
                      <a:pt x="102" y="217"/>
                    </a:cubicBezTo>
                    <a:cubicBezTo>
                      <a:pt x="103" y="221"/>
                      <a:pt x="105" y="225"/>
                      <a:pt x="107" y="225"/>
                    </a:cubicBezTo>
                    <a:cubicBezTo>
                      <a:pt x="129" y="223"/>
                      <a:pt x="129" y="223"/>
                      <a:pt x="129" y="223"/>
                    </a:cubicBezTo>
                    <a:cubicBezTo>
                      <a:pt x="131" y="222"/>
                      <a:pt x="132" y="219"/>
                      <a:pt x="132" y="214"/>
                    </a:cubicBezTo>
                    <a:cubicBezTo>
                      <a:pt x="131" y="182"/>
                      <a:pt x="131" y="182"/>
                      <a:pt x="131" y="182"/>
                    </a:cubicBezTo>
                    <a:cubicBezTo>
                      <a:pt x="145" y="178"/>
                      <a:pt x="157" y="169"/>
                      <a:pt x="165" y="158"/>
                    </a:cubicBezTo>
                    <a:cubicBezTo>
                      <a:pt x="195" y="169"/>
                      <a:pt x="195" y="169"/>
                      <a:pt x="195" y="169"/>
                    </a:cubicBezTo>
                    <a:cubicBezTo>
                      <a:pt x="199" y="171"/>
                      <a:pt x="203" y="171"/>
                      <a:pt x="204" y="169"/>
                    </a:cubicBezTo>
                    <a:cubicBezTo>
                      <a:pt x="213" y="149"/>
                      <a:pt x="213" y="149"/>
                      <a:pt x="213" y="149"/>
                    </a:cubicBezTo>
                    <a:cubicBezTo>
                      <a:pt x="214" y="147"/>
                      <a:pt x="212" y="144"/>
                      <a:pt x="208" y="142"/>
                    </a:cubicBezTo>
                    <a:close/>
                    <a:moveTo>
                      <a:pt x="160" y="108"/>
                    </a:moveTo>
                    <a:cubicBezTo>
                      <a:pt x="161" y="115"/>
                      <a:pt x="160" y="121"/>
                      <a:pt x="158" y="128"/>
                    </a:cubicBezTo>
                    <a:cubicBezTo>
                      <a:pt x="127" y="113"/>
                      <a:pt x="127" y="113"/>
                      <a:pt x="127" y="113"/>
                    </a:cubicBezTo>
                    <a:cubicBezTo>
                      <a:pt x="127" y="113"/>
                      <a:pt x="127" y="112"/>
                      <a:pt x="127" y="111"/>
                    </a:cubicBezTo>
                    <a:cubicBezTo>
                      <a:pt x="127" y="110"/>
                      <a:pt x="127" y="109"/>
                      <a:pt x="127" y="108"/>
                    </a:cubicBezTo>
                    <a:cubicBezTo>
                      <a:pt x="155" y="88"/>
                      <a:pt x="155" y="88"/>
                      <a:pt x="155" y="88"/>
                    </a:cubicBezTo>
                    <a:cubicBezTo>
                      <a:pt x="158" y="94"/>
                      <a:pt x="160" y="101"/>
                      <a:pt x="160" y="108"/>
                    </a:cubicBezTo>
                    <a:close/>
                    <a:moveTo>
                      <a:pt x="54" y="118"/>
                    </a:moveTo>
                    <a:cubicBezTo>
                      <a:pt x="53" y="111"/>
                      <a:pt x="54" y="104"/>
                      <a:pt x="56" y="98"/>
                    </a:cubicBezTo>
                    <a:cubicBezTo>
                      <a:pt x="87" y="112"/>
                      <a:pt x="87" y="112"/>
                      <a:pt x="87" y="112"/>
                    </a:cubicBezTo>
                    <a:cubicBezTo>
                      <a:pt x="87" y="113"/>
                      <a:pt x="87" y="114"/>
                      <a:pt x="87" y="114"/>
                    </a:cubicBezTo>
                    <a:cubicBezTo>
                      <a:pt x="87" y="115"/>
                      <a:pt x="87" y="116"/>
                      <a:pt x="87" y="117"/>
                    </a:cubicBezTo>
                    <a:cubicBezTo>
                      <a:pt x="60" y="137"/>
                      <a:pt x="60" y="137"/>
                      <a:pt x="60" y="137"/>
                    </a:cubicBezTo>
                    <a:cubicBezTo>
                      <a:pt x="57" y="131"/>
                      <a:pt x="55" y="125"/>
                      <a:pt x="54" y="118"/>
                    </a:cubicBezTo>
                    <a:close/>
                    <a:moveTo>
                      <a:pt x="146" y="76"/>
                    </a:moveTo>
                    <a:cubicBezTo>
                      <a:pt x="118" y="95"/>
                      <a:pt x="118" y="95"/>
                      <a:pt x="118" y="95"/>
                    </a:cubicBezTo>
                    <a:cubicBezTo>
                      <a:pt x="116" y="94"/>
                      <a:pt x="115" y="94"/>
                      <a:pt x="113" y="93"/>
                    </a:cubicBezTo>
                    <a:cubicBezTo>
                      <a:pt x="110" y="59"/>
                      <a:pt x="110" y="59"/>
                      <a:pt x="110" y="59"/>
                    </a:cubicBezTo>
                    <a:cubicBezTo>
                      <a:pt x="124" y="60"/>
                      <a:pt x="137" y="66"/>
                      <a:pt x="146" y="76"/>
                    </a:cubicBezTo>
                    <a:close/>
                    <a:moveTo>
                      <a:pt x="95" y="61"/>
                    </a:moveTo>
                    <a:cubicBezTo>
                      <a:pt x="98" y="95"/>
                      <a:pt x="98" y="95"/>
                      <a:pt x="98" y="95"/>
                    </a:cubicBezTo>
                    <a:cubicBezTo>
                      <a:pt x="96" y="95"/>
                      <a:pt x="95" y="97"/>
                      <a:pt x="93" y="98"/>
                    </a:cubicBezTo>
                    <a:cubicBezTo>
                      <a:pt x="62" y="84"/>
                      <a:pt x="62" y="84"/>
                      <a:pt x="62" y="84"/>
                    </a:cubicBezTo>
                    <a:cubicBezTo>
                      <a:pt x="70" y="72"/>
                      <a:pt x="81" y="64"/>
                      <a:pt x="95" y="61"/>
                    </a:cubicBezTo>
                    <a:close/>
                    <a:moveTo>
                      <a:pt x="69" y="149"/>
                    </a:moveTo>
                    <a:cubicBezTo>
                      <a:pt x="96" y="130"/>
                      <a:pt x="96" y="130"/>
                      <a:pt x="96" y="130"/>
                    </a:cubicBezTo>
                    <a:cubicBezTo>
                      <a:pt x="98" y="131"/>
                      <a:pt x="100" y="131"/>
                      <a:pt x="101" y="132"/>
                    </a:cubicBezTo>
                    <a:cubicBezTo>
                      <a:pt x="105" y="166"/>
                      <a:pt x="105" y="166"/>
                      <a:pt x="105" y="166"/>
                    </a:cubicBezTo>
                    <a:cubicBezTo>
                      <a:pt x="91" y="165"/>
                      <a:pt x="78" y="159"/>
                      <a:pt x="69" y="149"/>
                    </a:cubicBezTo>
                    <a:close/>
                    <a:moveTo>
                      <a:pt x="120" y="164"/>
                    </a:moveTo>
                    <a:cubicBezTo>
                      <a:pt x="117" y="131"/>
                      <a:pt x="117" y="131"/>
                      <a:pt x="117" y="131"/>
                    </a:cubicBezTo>
                    <a:cubicBezTo>
                      <a:pt x="118" y="130"/>
                      <a:pt x="120" y="129"/>
                      <a:pt x="121" y="127"/>
                    </a:cubicBezTo>
                    <a:cubicBezTo>
                      <a:pt x="152" y="142"/>
                      <a:pt x="152" y="142"/>
                      <a:pt x="152" y="142"/>
                    </a:cubicBezTo>
                    <a:cubicBezTo>
                      <a:pt x="145" y="153"/>
                      <a:pt x="133" y="161"/>
                      <a:pt x="120" y="16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40" name="Freeform 39"/>
              <p:cNvSpPr>
                <a:spLocks noEditPoints="1"/>
              </p:cNvSpPr>
              <p:nvPr/>
            </p:nvSpPr>
            <p:spPr bwMode="auto">
              <a:xfrm>
                <a:off x="3526102" y="2500930"/>
                <a:ext cx="380647" cy="376061"/>
              </a:xfrm>
              <a:custGeom>
                <a:avLst/>
                <a:gdLst/>
                <a:ahLst/>
                <a:cxnLst>
                  <a:cxn ang="0">
                    <a:pos x="241" y="105"/>
                  </a:cxn>
                  <a:cxn ang="0">
                    <a:pos x="236" y="81"/>
                  </a:cxn>
                  <a:cxn ang="0">
                    <a:pos x="227" y="79"/>
                  </a:cxn>
                  <a:cxn ang="0">
                    <a:pos x="193" y="85"/>
                  </a:cxn>
                  <a:cxn ang="0">
                    <a:pos x="162" y="51"/>
                  </a:cxn>
                  <a:cxn ang="0">
                    <a:pos x="170" y="17"/>
                  </a:cxn>
                  <a:cxn ang="0">
                    <a:pos x="169" y="8"/>
                  </a:cxn>
                  <a:cxn ang="0">
                    <a:pos x="146" y="1"/>
                  </a:cxn>
                  <a:cxn ang="0">
                    <a:pos x="139" y="8"/>
                  </a:cxn>
                  <a:cxn ang="0">
                    <a:pos x="127" y="40"/>
                  </a:cxn>
                  <a:cxn ang="0">
                    <a:pos x="82" y="50"/>
                  </a:cxn>
                  <a:cxn ang="0">
                    <a:pos x="57" y="25"/>
                  </a:cxn>
                  <a:cxn ang="0">
                    <a:pos x="49" y="22"/>
                  </a:cxn>
                  <a:cxn ang="0">
                    <a:pos x="31" y="38"/>
                  </a:cxn>
                  <a:cxn ang="0">
                    <a:pos x="34" y="47"/>
                  </a:cxn>
                  <a:cxn ang="0">
                    <a:pos x="55" y="74"/>
                  </a:cxn>
                  <a:cxn ang="0">
                    <a:pos x="45" y="95"/>
                  </a:cxn>
                  <a:cxn ang="0">
                    <a:pos x="42" y="118"/>
                  </a:cxn>
                  <a:cxn ang="0">
                    <a:pos x="8" y="127"/>
                  </a:cxn>
                  <a:cxn ang="0">
                    <a:pos x="1" y="133"/>
                  </a:cxn>
                  <a:cxn ang="0">
                    <a:pos x="6" y="157"/>
                  </a:cxn>
                  <a:cxn ang="0">
                    <a:pos x="15" y="159"/>
                  </a:cxn>
                  <a:cxn ang="0">
                    <a:pos x="49" y="153"/>
                  </a:cxn>
                  <a:cxn ang="0">
                    <a:pos x="80" y="187"/>
                  </a:cxn>
                  <a:cxn ang="0">
                    <a:pos x="72" y="221"/>
                  </a:cxn>
                  <a:cxn ang="0">
                    <a:pos x="73" y="230"/>
                  </a:cxn>
                  <a:cxn ang="0">
                    <a:pos x="96" y="237"/>
                  </a:cxn>
                  <a:cxn ang="0">
                    <a:pos x="102" y="230"/>
                  </a:cxn>
                  <a:cxn ang="0">
                    <a:pos x="115" y="198"/>
                  </a:cxn>
                  <a:cxn ang="0">
                    <a:pos x="160" y="188"/>
                  </a:cxn>
                  <a:cxn ang="0">
                    <a:pos x="184" y="212"/>
                  </a:cxn>
                  <a:cxn ang="0">
                    <a:pos x="193" y="216"/>
                  </a:cxn>
                  <a:cxn ang="0">
                    <a:pos x="211" y="200"/>
                  </a:cxn>
                  <a:cxn ang="0">
                    <a:pos x="208" y="191"/>
                  </a:cxn>
                  <a:cxn ang="0">
                    <a:pos x="186" y="164"/>
                  </a:cxn>
                  <a:cxn ang="0">
                    <a:pos x="197" y="143"/>
                  </a:cxn>
                  <a:cxn ang="0">
                    <a:pos x="200" y="120"/>
                  </a:cxn>
                  <a:cxn ang="0">
                    <a:pos x="234" y="111"/>
                  </a:cxn>
                  <a:cxn ang="0">
                    <a:pos x="241" y="105"/>
                  </a:cxn>
                  <a:cxn ang="0">
                    <a:pos x="107" y="179"/>
                  </a:cxn>
                  <a:cxn ang="0">
                    <a:pos x="61" y="105"/>
                  </a:cxn>
                  <a:cxn ang="0">
                    <a:pos x="135" y="59"/>
                  </a:cxn>
                  <a:cxn ang="0">
                    <a:pos x="181" y="133"/>
                  </a:cxn>
                  <a:cxn ang="0">
                    <a:pos x="107" y="179"/>
                  </a:cxn>
                </a:cxnLst>
                <a:rect l="0" t="0" r="r" b="b"/>
                <a:pathLst>
                  <a:path w="241" h="238">
                    <a:moveTo>
                      <a:pt x="241" y="105"/>
                    </a:moveTo>
                    <a:cubicBezTo>
                      <a:pt x="236" y="81"/>
                      <a:pt x="236" y="81"/>
                      <a:pt x="236" y="81"/>
                    </a:cubicBezTo>
                    <a:cubicBezTo>
                      <a:pt x="235" y="80"/>
                      <a:pt x="231" y="79"/>
                      <a:pt x="227" y="79"/>
                    </a:cubicBezTo>
                    <a:cubicBezTo>
                      <a:pt x="193" y="85"/>
                      <a:pt x="193" y="85"/>
                      <a:pt x="193" y="85"/>
                    </a:cubicBezTo>
                    <a:cubicBezTo>
                      <a:pt x="186" y="71"/>
                      <a:pt x="175" y="59"/>
                      <a:pt x="162" y="51"/>
                    </a:cubicBezTo>
                    <a:cubicBezTo>
                      <a:pt x="170" y="17"/>
                      <a:pt x="170" y="17"/>
                      <a:pt x="170" y="17"/>
                    </a:cubicBezTo>
                    <a:cubicBezTo>
                      <a:pt x="171" y="13"/>
                      <a:pt x="171" y="9"/>
                      <a:pt x="169" y="8"/>
                    </a:cubicBezTo>
                    <a:cubicBezTo>
                      <a:pt x="146" y="1"/>
                      <a:pt x="146" y="1"/>
                      <a:pt x="146" y="1"/>
                    </a:cubicBezTo>
                    <a:cubicBezTo>
                      <a:pt x="144" y="0"/>
                      <a:pt x="141" y="3"/>
                      <a:pt x="139" y="8"/>
                    </a:cubicBezTo>
                    <a:cubicBezTo>
                      <a:pt x="127" y="40"/>
                      <a:pt x="127" y="40"/>
                      <a:pt x="127" y="40"/>
                    </a:cubicBezTo>
                    <a:cubicBezTo>
                      <a:pt x="111" y="39"/>
                      <a:pt x="96" y="42"/>
                      <a:pt x="82" y="50"/>
                    </a:cubicBezTo>
                    <a:cubicBezTo>
                      <a:pt x="57" y="25"/>
                      <a:pt x="57" y="25"/>
                      <a:pt x="57" y="25"/>
                    </a:cubicBezTo>
                    <a:cubicBezTo>
                      <a:pt x="54" y="22"/>
                      <a:pt x="50" y="21"/>
                      <a:pt x="49" y="22"/>
                    </a:cubicBezTo>
                    <a:cubicBezTo>
                      <a:pt x="31" y="38"/>
                      <a:pt x="31" y="38"/>
                      <a:pt x="31" y="38"/>
                    </a:cubicBezTo>
                    <a:cubicBezTo>
                      <a:pt x="30" y="39"/>
                      <a:pt x="31" y="44"/>
                      <a:pt x="34" y="47"/>
                    </a:cubicBezTo>
                    <a:cubicBezTo>
                      <a:pt x="55" y="74"/>
                      <a:pt x="55" y="74"/>
                      <a:pt x="55" y="74"/>
                    </a:cubicBezTo>
                    <a:cubicBezTo>
                      <a:pt x="51" y="80"/>
                      <a:pt x="48" y="87"/>
                      <a:pt x="45" y="95"/>
                    </a:cubicBezTo>
                    <a:cubicBezTo>
                      <a:pt x="43" y="102"/>
                      <a:pt x="42" y="110"/>
                      <a:pt x="42" y="118"/>
                    </a:cubicBezTo>
                    <a:cubicBezTo>
                      <a:pt x="8" y="127"/>
                      <a:pt x="8" y="127"/>
                      <a:pt x="8" y="127"/>
                    </a:cubicBezTo>
                    <a:cubicBezTo>
                      <a:pt x="4" y="128"/>
                      <a:pt x="0" y="131"/>
                      <a:pt x="1" y="133"/>
                    </a:cubicBezTo>
                    <a:cubicBezTo>
                      <a:pt x="6" y="157"/>
                      <a:pt x="6" y="157"/>
                      <a:pt x="6" y="157"/>
                    </a:cubicBezTo>
                    <a:cubicBezTo>
                      <a:pt x="6" y="158"/>
                      <a:pt x="11" y="159"/>
                      <a:pt x="15" y="159"/>
                    </a:cubicBezTo>
                    <a:cubicBezTo>
                      <a:pt x="49" y="153"/>
                      <a:pt x="49" y="153"/>
                      <a:pt x="49" y="153"/>
                    </a:cubicBezTo>
                    <a:cubicBezTo>
                      <a:pt x="56" y="167"/>
                      <a:pt x="67" y="179"/>
                      <a:pt x="80" y="187"/>
                    </a:cubicBezTo>
                    <a:cubicBezTo>
                      <a:pt x="72" y="221"/>
                      <a:pt x="72" y="221"/>
                      <a:pt x="72" y="221"/>
                    </a:cubicBezTo>
                    <a:cubicBezTo>
                      <a:pt x="71" y="225"/>
                      <a:pt x="71" y="229"/>
                      <a:pt x="73" y="230"/>
                    </a:cubicBezTo>
                    <a:cubicBezTo>
                      <a:pt x="96" y="237"/>
                      <a:pt x="96" y="237"/>
                      <a:pt x="96" y="237"/>
                    </a:cubicBezTo>
                    <a:cubicBezTo>
                      <a:pt x="98" y="238"/>
                      <a:pt x="101" y="235"/>
                      <a:pt x="102" y="230"/>
                    </a:cubicBezTo>
                    <a:cubicBezTo>
                      <a:pt x="115" y="198"/>
                      <a:pt x="115" y="198"/>
                      <a:pt x="115" y="198"/>
                    </a:cubicBezTo>
                    <a:cubicBezTo>
                      <a:pt x="131" y="199"/>
                      <a:pt x="146" y="196"/>
                      <a:pt x="160" y="188"/>
                    </a:cubicBezTo>
                    <a:cubicBezTo>
                      <a:pt x="184" y="212"/>
                      <a:pt x="184" y="212"/>
                      <a:pt x="184" y="212"/>
                    </a:cubicBezTo>
                    <a:cubicBezTo>
                      <a:pt x="188" y="216"/>
                      <a:pt x="192" y="217"/>
                      <a:pt x="193" y="216"/>
                    </a:cubicBezTo>
                    <a:cubicBezTo>
                      <a:pt x="211" y="200"/>
                      <a:pt x="211" y="200"/>
                      <a:pt x="211" y="200"/>
                    </a:cubicBezTo>
                    <a:cubicBezTo>
                      <a:pt x="212" y="198"/>
                      <a:pt x="211" y="194"/>
                      <a:pt x="208" y="191"/>
                    </a:cubicBezTo>
                    <a:cubicBezTo>
                      <a:pt x="186" y="164"/>
                      <a:pt x="186" y="164"/>
                      <a:pt x="186" y="164"/>
                    </a:cubicBezTo>
                    <a:cubicBezTo>
                      <a:pt x="191" y="158"/>
                      <a:pt x="194" y="151"/>
                      <a:pt x="197" y="143"/>
                    </a:cubicBezTo>
                    <a:cubicBezTo>
                      <a:pt x="199" y="135"/>
                      <a:pt x="200" y="128"/>
                      <a:pt x="200" y="120"/>
                    </a:cubicBezTo>
                    <a:cubicBezTo>
                      <a:pt x="234" y="111"/>
                      <a:pt x="234" y="111"/>
                      <a:pt x="234" y="111"/>
                    </a:cubicBezTo>
                    <a:cubicBezTo>
                      <a:pt x="238" y="109"/>
                      <a:pt x="241" y="107"/>
                      <a:pt x="241" y="105"/>
                    </a:cubicBezTo>
                    <a:close/>
                    <a:moveTo>
                      <a:pt x="107" y="179"/>
                    </a:moveTo>
                    <a:cubicBezTo>
                      <a:pt x="74" y="171"/>
                      <a:pt x="53" y="137"/>
                      <a:pt x="61" y="105"/>
                    </a:cubicBezTo>
                    <a:cubicBezTo>
                      <a:pt x="69" y="72"/>
                      <a:pt x="102" y="51"/>
                      <a:pt x="135" y="59"/>
                    </a:cubicBezTo>
                    <a:cubicBezTo>
                      <a:pt x="168" y="67"/>
                      <a:pt x="188" y="100"/>
                      <a:pt x="181" y="133"/>
                    </a:cubicBezTo>
                    <a:cubicBezTo>
                      <a:pt x="173" y="166"/>
                      <a:pt x="139" y="187"/>
                      <a:pt x="107" y="17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41" name="Freeform 40"/>
              <p:cNvSpPr>
                <a:spLocks noEditPoints="1"/>
              </p:cNvSpPr>
              <p:nvPr/>
            </p:nvSpPr>
            <p:spPr bwMode="auto">
              <a:xfrm>
                <a:off x="3615531" y="2588066"/>
                <a:ext cx="202935" cy="201789"/>
              </a:xfrm>
              <a:custGeom>
                <a:avLst/>
                <a:gdLst/>
                <a:ahLst/>
                <a:cxnLst>
                  <a:cxn ang="0">
                    <a:pos x="77" y="8"/>
                  </a:cxn>
                  <a:cxn ang="0">
                    <a:pos x="8" y="50"/>
                  </a:cxn>
                  <a:cxn ang="0">
                    <a:pos x="50" y="120"/>
                  </a:cxn>
                  <a:cxn ang="0">
                    <a:pos x="120" y="77"/>
                  </a:cxn>
                  <a:cxn ang="0">
                    <a:pos x="77" y="8"/>
                  </a:cxn>
                  <a:cxn ang="0">
                    <a:pos x="91" y="38"/>
                  </a:cxn>
                  <a:cxn ang="0">
                    <a:pos x="102" y="40"/>
                  </a:cxn>
                  <a:cxn ang="0">
                    <a:pos x="100" y="52"/>
                  </a:cxn>
                  <a:cxn ang="0">
                    <a:pos x="88" y="49"/>
                  </a:cxn>
                  <a:cxn ang="0">
                    <a:pos x="91" y="38"/>
                  </a:cxn>
                  <a:cxn ang="0">
                    <a:pos x="74" y="20"/>
                  </a:cxn>
                  <a:cxn ang="0">
                    <a:pos x="81" y="30"/>
                  </a:cxn>
                  <a:cxn ang="0">
                    <a:pos x="71" y="36"/>
                  </a:cxn>
                  <a:cxn ang="0">
                    <a:pos x="64" y="26"/>
                  </a:cxn>
                  <a:cxn ang="0">
                    <a:pos x="74" y="20"/>
                  </a:cxn>
                  <a:cxn ang="0">
                    <a:pos x="40" y="25"/>
                  </a:cxn>
                  <a:cxn ang="0">
                    <a:pos x="52" y="28"/>
                  </a:cxn>
                  <a:cxn ang="0">
                    <a:pos x="49" y="40"/>
                  </a:cxn>
                  <a:cxn ang="0">
                    <a:pos x="38" y="37"/>
                  </a:cxn>
                  <a:cxn ang="0">
                    <a:pos x="40" y="25"/>
                  </a:cxn>
                  <a:cxn ang="0">
                    <a:pos x="20" y="53"/>
                  </a:cxn>
                  <a:cxn ang="0">
                    <a:pos x="30" y="47"/>
                  </a:cxn>
                  <a:cxn ang="0">
                    <a:pos x="36" y="57"/>
                  </a:cxn>
                  <a:cxn ang="0">
                    <a:pos x="26" y="64"/>
                  </a:cxn>
                  <a:cxn ang="0">
                    <a:pos x="20" y="53"/>
                  </a:cxn>
                  <a:cxn ang="0">
                    <a:pos x="37" y="90"/>
                  </a:cxn>
                  <a:cxn ang="0">
                    <a:pos x="25" y="87"/>
                  </a:cxn>
                  <a:cxn ang="0">
                    <a:pos x="28" y="76"/>
                  </a:cxn>
                  <a:cxn ang="0">
                    <a:pos x="40" y="79"/>
                  </a:cxn>
                  <a:cxn ang="0">
                    <a:pos x="37" y="90"/>
                  </a:cxn>
                  <a:cxn ang="0">
                    <a:pos x="53" y="108"/>
                  </a:cxn>
                  <a:cxn ang="0">
                    <a:pos x="47" y="98"/>
                  </a:cxn>
                  <a:cxn ang="0">
                    <a:pos x="57" y="91"/>
                  </a:cxn>
                  <a:cxn ang="0">
                    <a:pos x="64" y="102"/>
                  </a:cxn>
                  <a:cxn ang="0">
                    <a:pos x="53" y="108"/>
                  </a:cxn>
                  <a:cxn ang="0">
                    <a:pos x="59" y="85"/>
                  </a:cxn>
                  <a:cxn ang="0">
                    <a:pos x="43" y="59"/>
                  </a:cxn>
                  <a:cxn ang="0">
                    <a:pos x="69" y="43"/>
                  </a:cxn>
                  <a:cxn ang="0">
                    <a:pos x="85" y="69"/>
                  </a:cxn>
                  <a:cxn ang="0">
                    <a:pos x="59" y="85"/>
                  </a:cxn>
                  <a:cxn ang="0">
                    <a:pos x="87" y="102"/>
                  </a:cxn>
                  <a:cxn ang="0">
                    <a:pos x="76" y="100"/>
                  </a:cxn>
                  <a:cxn ang="0">
                    <a:pos x="79" y="88"/>
                  </a:cxn>
                  <a:cxn ang="0">
                    <a:pos x="90" y="91"/>
                  </a:cxn>
                  <a:cxn ang="0">
                    <a:pos x="87" y="102"/>
                  </a:cxn>
                  <a:cxn ang="0">
                    <a:pos x="98" y="81"/>
                  </a:cxn>
                  <a:cxn ang="0">
                    <a:pos x="91" y="71"/>
                  </a:cxn>
                  <a:cxn ang="0">
                    <a:pos x="102" y="64"/>
                  </a:cxn>
                  <a:cxn ang="0">
                    <a:pos x="108" y="75"/>
                  </a:cxn>
                  <a:cxn ang="0">
                    <a:pos x="98" y="81"/>
                  </a:cxn>
                </a:cxnLst>
                <a:rect l="0" t="0" r="r" b="b"/>
                <a:pathLst>
                  <a:path w="128" h="128">
                    <a:moveTo>
                      <a:pt x="77" y="8"/>
                    </a:moveTo>
                    <a:cubicBezTo>
                      <a:pt x="46" y="0"/>
                      <a:pt x="15" y="19"/>
                      <a:pt x="8" y="50"/>
                    </a:cubicBezTo>
                    <a:cubicBezTo>
                      <a:pt x="0" y="81"/>
                      <a:pt x="19" y="113"/>
                      <a:pt x="50" y="120"/>
                    </a:cubicBezTo>
                    <a:cubicBezTo>
                      <a:pt x="81" y="128"/>
                      <a:pt x="113" y="108"/>
                      <a:pt x="120" y="77"/>
                    </a:cubicBezTo>
                    <a:cubicBezTo>
                      <a:pt x="128" y="46"/>
                      <a:pt x="108" y="15"/>
                      <a:pt x="77" y="8"/>
                    </a:cubicBezTo>
                    <a:close/>
                    <a:moveTo>
                      <a:pt x="91" y="38"/>
                    </a:moveTo>
                    <a:cubicBezTo>
                      <a:pt x="95" y="35"/>
                      <a:pt x="100" y="36"/>
                      <a:pt x="102" y="40"/>
                    </a:cubicBezTo>
                    <a:cubicBezTo>
                      <a:pt x="105" y="44"/>
                      <a:pt x="104" y="50"/>
                      <a:pt x="100" y="52"/>
                    </a:cubicBezTo>
                    <a:cubicBezTo>
                      <a:pt x="96" y="54"/>
                      <a:pt x="90" y="53"/>
                      <a:pt x="88" y="49"/>
                    </a:cubicBezTo>
                    <a:cubicBezTo>
                      <a:pt x="86" y="45"/>
                      <a:pt x="87" y="40"/>
                      <a:pt x="91" y="38"/>
                    </a:cubicBezTo>
                    <a:close/>
                    <a:moveTo>
                      <a:pt x="74" y="20"/>
                    </a:moveTo>
                    <a:cubicBezTo>
                      <a:pt x="79" y="21"/>
                      <a:pt x="82" y="26"/>
                      <a:pt x="81" y="30"/>
                    </a:cubicBezTo>
                    <a:cubicBezTo>
                      <a:pt x="80" y="35"/>
                      <a:pt x="75" y="38"/>
                      <a:pt x="71" y="36"/>
                    </a:cubicBezTo>
                    <a:cubicBezTo>
                      <a:pt x="66" y="35"/>
                      <a:pt x="63" y="31"/>
                      <a:pt x="64" y="26"/>
                    </a:cubicBezTo>
                    <a:cubicBezTo>
                      <a:pt x="65" y="22"/>
                      <a:pt x="70" y="19"/>
                      <a:pt x="74" y="20"/>
                    </a:cubicBezTo>
                    <a:close/>
                    <a:moveTo>
                      <a:pt x="40" y="25"/>
                    </a:moveTo>
                    <a:cubicBezTo>
                      <a:pt x="44" y="23"/>
                      <a:pt x="50" y="24"/>
                      <a:pt x="52" y="28"/>
                    </a:cubicBezTo>
                    <a:cubicBezTo>
                      <a:pt x="54" y="32"/>
                      <a:pt x="53" y="37"/>
                      <a:pt x="49" y="40"/>
                    </a:cubicBezTo>
                    <a:cubicBezTo>
                      <a:pt x="45" y="42"/>
                      <a:pt x="40" y="41"/>
                      <a:pt x="38" y="37"/>
                    </a:cubicBezTo>
                    <a:cubicBezTo>
                      <a:pt x="35" y="33"/>
                      <a:pt x="36" y="28"/>
                      <a:pt x="40" y="25"/>
                    </a:cubicBezTo>
                    <a:close/>
                    <a:moveTo>
                      <a:pt x="20" y="53"/>
                    </a:moveTo>
                    <a:cubicBezTo>
                      <a:pt x="21" y="49"/>
                      <a:pt x="26" y="46"/>
                      <a:pt x="30" y="47"/>
                    </a:cubicBezTo>
                    <a:cubicBezTo>
                      <a:pt x="35" y="48"/>
                      <a:pt x="38" y="53"/>
                      <a:pt x="36" y="57"/>
                    </a:cubicBezTo>
                    <a:cubicBezTo>
                      <a:pt x="35" y="62"/>
                      <a:pt x="31" y="65"/>
                      <a:pt x="26" y="64"/>
                    </a:cubicBezTo>
                    <a:cubicBezTo>
                      <a:pt x="22" y="62"/>
                      <a:pt x="19" y="58"/>
                      <a:pt x="20" y="53"/>
                    </a:cubicBezTo>
                    <a:close/>
                    <a:moveTo>
                      <a:pt x="37" y="90"/>
                    </a:moveTo>
                    <a:cubicBezTo>
                      <a:pt x="33" y="93"/>
                      <a:pt x="28" y="91"/>
                      <a:pt x="25" y="87"/>
                    </a:cubicBezTo>
                    <a:cubicBezTo>
                      <a:pt x="23" y="84"/>
                      <a:pt x="24" y="78"/>
                      <a:pt x="28" y="76"/>
                    </a:cubicBezTo>
                    <a:cubicBezTo>
                      <a:pt x="32" y="73"/>
                      <a:pt x="37" y="75"/>
                      <a:pt x="40" y="79"/>
                    </a:cubicBezTo>
                    <a:cubicBezTo>
                      <a:pt x="42" y="83"/>
                      <a:pt x="41" y="88"/>
                      <a:pt x="37" y="90"/>
                    </a:cubicBezTo>
                    <a:close/>
                    <a:moveTo>
                      <a:pt x="53" y="108"/>
                    </a:moveTo>
                    <a:cubicBezTo>
                      <a:pt x="49" y="107"/>
                      <a:pt x="46" y="102"/>
                      <a:pt x="47" y="98"/>
                    </a:cubicBezTo>
                    <a:cubicBezTo>
                      <a:pt x="48" y="93"/>
                      <a:pt x="53" y="90"/>
                      <a:pt x="57" y="91"/>
                    </a:cubicBezTo>
                    <a:cubicBezTo>
                      <a:pt x="62" y="92"/>
                      <a:pt x="65" y="97"/>
                      <a:pt x="64" y="102"/>
                    </a:cubicBezTo>
                    <a:cubicBezTo>
                      <a:pt x="62" y="106"/>
                      <a:pt x="58" y="109"/>
                      <a:pt x="53" y="108"/>
                    </a:cubicBezTo>
                    <a:close/>
                    <a:moveTo>
                      <a:pt x="59" y="85"/>
                    </a:moveTo>
                    <a:cubicBezTo>
                      <a:pt x="47" y="82"/>
                      <a:pt x="40" y="70"/>
                      <a:pt x="43" y="59"/>
                    </a:cubicBezTo>
                    <a:cubicBezTo>
                      <a:pt x="46" y="47"/>
                      <a:pt x="57" y="40"/>
                      <a:pt x="69" y="43"/>
                    </a:cubicBezTo>
                    <a:cubicBezTo>
                      <a:pt x="81" y="46"/>
                      <a:pt x="88" y="57"/>
                      <a:pt x="85" y="69"/>
                    </a:cubicBezTo>
                    <a:cubicBezTo>
                      <a:pt x="82" y="81"/>
                      <a:pt x="70" y="88"/>
                      <a:pt x="59" y="85"/>
                    </a:cubicBezTo>
                    <a:close/>
                    <a:moveTo>
                      <a:pt x="87" y="102"/>
                    </a:moveTo>
                    <a:cubicBezTo>
                      <a:pt x="83" y="105"/>
                      <a:pt x="78" y="104"/>
                      <a:pt x="76" y="100"/>
                    </a:cubicBezTo>
                    <a:cubicBezTo>
                      <a:pt x="73" y="96"/>
                      <a:pt x="75" y="90"/>
                      <a:pt x="79" y="88"/>
                    </a:cubicBezTo>
                    <a:cubicBezTo>
                      <a:pt x="83" y="86"/>
                      <a:pt x="88" y="87"/>
                      <a:pt x="90" y="91"/>
                    </a:cubicBezTo>
                    <a:cubicBezTo>
                      <a:pt x="93" y="95"/>
                      <a:pt x="91" y="100"/>
                      <a:pt x="87" y="102"/>
                    </a:cubicBezTo>
                    <a:close/>
                    <a:moveTo>
                      <a:pt x="98" y="81"/>
                    </a:moveTo>
                    <a:cubicBezTo>
                      <a:pt x="93" y="80"/>
                      <a:pt x="90" y="75"/>
                      <a:pt x="91" y="71"/>
                    </a:cubicBezTo>
                    <a:cubicBezTo>
                      <a:pt x="92" y="66"/>
                      <a:pt x="97" y="63"/>
                      <a:pt x="102" y="64"/>
                    </a:cubicBezTo>
                    <a:cubicBezTo>
                      <a:pt x="106" y="65"/>
                      <a:pt x="109" y="70"/>
                      <a:pt x="108" y="75"/>
                    </a:cubicBezTo>
                    <a:cubicBezTo>
                      <a:pt x="107" y="79"/>
                      <a:pt x="102" y="82"/>
                      <a:pt x="98" y="8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42" name="Freeform 41"/>
              <p:cNvSpPr>
                <a:spLocks/>
              </p:cNvSpPr>
              <p:nvPr/>
            </p:nvSpPr>
            <p:spPr bwMode="auto">
              <a:xfrm>
                <a:off x="3694641" y="2667176"/>
                <a:ext cx="44715" cy="43568"/>
              </a:xfrm>
              <a:custGeom>
                <a:avLst/>
                <a:gdLst/>
                <a:ahLst/>
                <a:cxnLst>
                  <a:cxn ang="0">
                    <a:pos x="17" y="1"/>
                  </a:cxn>
                  <a:cxn ang="0">
                    <a:pos x="1" y="11"/>
                  </a:cxn>
                  <a:cxn ang="0">
                    <a:pos x="11" y="26"/>
                  </a:cxn>
                  <a:cxn ang="0">
                    <a:pos x="26" y="17"/>
                  </a:cxn>
                  <a:cxn ang="0">
                    <a:pos x="17" y="1"/>
                  </a:cxn>
                </a:cxnLst>
                <a:rect l="0" t="0" r="r" b="b"/>
                <a:pathLst>
                  <a:path w="28" h="28">
                    <a:moveTo>
                      <a:pt x="17" y="1"/>
                    </a:moveTo>
                    <a:cubicBezTo>
                      <a:pt x="10" y="0"/>
                      <a:pt x="3" y="4"/>
                      <a:pt x="1" y="11"/>
                    </a:cubicBezTo>
                    <a:cubicBezTo>
                      <a:pt x="0" y="18"/>
                      <a:pt x="4" y="25"/>
                      <a:pt x="11" y="26"/>
                    </a:cubicBezTo>
                    <a:cubicBezTo>
                      <a:pt x="18" y="28"/>
                      <a:pt x="25" y="24"/>
                      <a:pt x="26" y="17"/>
                    </a:cubicBezTo>
                    <a:cubicBezTo>
                      <a:pt x="28" y="10"/>
                      <a:pt x="24" y="3"/>
                      <a:pt x="17" y="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43" name="Freeform 42"/>
              <p:cNvSpPr>
                <a:spLocks noEditPoints="1"/>
              </p:cNvSpPr>
              <p:nvPr/>
            </p:nvSpPr>
            <p:spPr bwMode="auto">
              <a:xfrm>
                <a:off x="4199114" y="1219112"/>
                <a:ext cx="604220" cy="607660"/>
              </a:xfrm>
              <a:custGeom>
                <a:avLst/>
                <a:gdLst/>
                <a:ahLst/>
                <a:cxnLst>
                  <a:cxn ang="0">
                    <a:pos x="375" y="137"/>
                  </a:cxn>
                  <a:cxn ang="0">
                    <a:pos x="346" y="136"/>
                  </a:cxn>
                  <a:cxn ang="0">
                    <a:pos x="340" y="77"/>
                  </a:cxn>
                  <a:cxn ang="0">
                    <a:pos x="323" y="53"/>
                  </a:cxn>
                  <a:cxn ang="0">
                    <a:pos x="297" y="66"/>
                  </a:cxn>
                  <a:cxn ang="0">
                    <a:pos x="277" y="24"/>
                  </a:cxn>
                  <a:cxn ang="0">
                    <a:pos x="252" y="10"/>
                  </a:cxn>
                  <a:cxn ang="0">
                    <a:pos x="234" y="33"/>
                  </a:cxn>
                  <a:cxn ang="0">
                    <a:pos x="197" y="3"/>
                  </a:cxn>
                  <a:cxn ang="0">
                    <a:pos x="168" y="1"/>
                  </a:cxn>
                  <a:cxn ang="0">
                    <a:pos x="162" y="30"/>
                  </a:cxn>
                  <a:cxn ang="0">
                    <a:pos x="117" y="18"/>
                  </a:cxn>
                  <a:cxn ang="0">
                    <a:pos x="89" y="29"/>
                  </a:cxn>
                  <a:cxn ang="0">
                    <a:pos x="96" y="57"/>
                  </a:cxn>
                  <a:cxn ang="0">
                    <a:pos x="50" y="66"/>
                  </a:cxn>
                  <a:cxn ang="0">
                    <a:pos x="30" y="87"/>
                  </a:cxn>
                  <a:cxn ang="0">
                    <a:pos x="47" y="110"/>
                  </a:cxn>
                  <a:cxn ang="0">
                    <a:pos x="10" y="137"/>
                  </a:cxn>
                  <a:cxn ang="0">
                    <a:pos x="0" y="165"/>
                  </a:cxn>
                  <a:cxn ang="0">
                    <a:pos x="26" y="178"/>
                  </a:cxn>
                  <a:cxn ang="0">
                    <a:pos x="26" y="210"/>
                  </a:cxn>
                  <a:cxn ang="0">
                    <a:pos x="1" y="224"/>
                  </a:cxn>
                  <a:cxn ang="0">
                    <a:pos x="11" y="251"/>
                  </a:cxn>
                  <a:cxn ang="0">
                    <a:pos x="57" y="289"/>
                  </a:cxn>
                  <a:cxn ang="0">
                    <a:pos x="41" y="314"/>
                  </a:cxn>
                  <a:cxn ang="0">
                    <a:pos x="64" y="333"/>
                  </a:cxn>
                  <a:cxn ang="0">
                    <a:pos x="110" y="337"/>
                  </a:cxn>
                  <a:cxn ang="0">
                    <a:pos x="106" y="365"/>
                  </a:cxn>
                  <a:cxn ang="0">
                    <a:pos x="135" y="373"/>
                  </a:cxn>
                  <a:cxn ang="0">
                    <a:pos x="179" y="357"/>
                  </a:cxn>
                  <a:cxn ang="0">
                    <a:pos x="189" y="385"/>
                  </a:cxn>
                  <a:cxn ang="0">
                    <a:pos x="218" y="380"/>
                  </a:cxn>
                  <a:cxn ang="0">
                    <a:pos x="250" y="347"/>
                  </a:cxn>
                  <a:cxn ang="0">
                    <a:pos x="270" y="368"/>
                  </a:cxn>
                  <a:cxn ang="0">
                    <a:pos x="294" y="351"/>
                  </a:cxn>
                  <a:cxn ang="0">
                    <a:pos x="310" y="307"/>
                  </a:cxn>
                  <a:cxn ang="0">
                    <a:pos x="337" y="318"/>
                  </a:cxn>
                  <a:cxn ang="0">
                    <a:pos x="351" y="292"/>
                  </a:cxn>
                  <a:cxn ang="0">
                    <a:pos x="347" y="246"/>
                  </a:cxn>
                  <a:cxn ang="0">
                    <a:pos x="376" y="244"/>
                  </a:cxn>
                  <a:cxn ang="0">
                    <a:pos x="379" y="215"/>
                  </a:cxn>
                  <a:cxn ang="0">
                    <a:pos x="356" y="184"/>
                  </a:cxn>
                  <a:cxn ang="0">
                    <a:pos x="378" y="166"/>
                  </a:cxn>
                  <a:cxn ang="0">
                    <a:pos x="267" y="306"/>
                  </a:cxn>
                  <a:cxn ang="0">
                    <a:pos x="211" y="327"/>
                  </a:cxn>
                  <a:cxn ang="0">
                    <a:pos x="184" y="329"/>
                  </a:cxn>
                  <a:cxn ang="0">
                    <a:pos x="127" y="313"/>
                  </a:cxn>
                  <a:cxn ang="0">
                    <a:pos x="75" y="265"/>
                  </a:cxn>
                  <a:cxn ang="0">
                    <a:pos x="55" y="209"/>
                  </a:cxn>
                  <a:cxn ang="0">
                    <a:pos x="55" y="177"/>
                  </a:cxn>
                  <a:cxn ang="0">
                    <a:pos x="74" y="121"/>
                  </a:cxn>
                  <a:cxn ang="0">
                    <a:pos x="115" y="79"/>
                  </a:cxn>
                  <a:cxn ang="0">
                    <a:pos x="170" y="57"/>
                  </a:cxn>
                  <a:cxn ang="0">
                    <a:pos x="197" y="56"/>
                  </a:cxn>
                  <a:cxn ang="0">
                    <a:pos x="255" y="72"/>
                  </a:cxn>
                  <a:cxn ang="0">
                    <a:pos x="306" y="120"/>
                  </a:cxn>
                  <a:cxn ang="0">
                    <a:pos x="326" y="175"/>
                  </a:cxn>
                  <a:cxn ang="0">
                    <a:pos x="327" y="207"/>
                  </a:cxn>
                  <a:cxn ang="0">
                    <a:pos x="307" y="263"/>
                  </a:cxn>
                  <a:cxn ang="0">
                    <a:pos x="267" y="306"/>
                  </a:cxn>
                </a:cxnLst>
                <a:rect l="0" t="0" r="r" b="b"/>
                <a:pathLst>
                  <a:path w="382" h="385">
                    <a:moveTo>
                      <a:pt x="380" y="161"/>
                    </a:moveTo>
                    <a:cubicBezTo>
                      <a:pt x="375" y="137"/>
                      <a:pt x="375" y="137"/>
                      <a:pt x="375" y="137"/>
                    </a:cubicBezTo>
                    <a:cubicBezTo>
                      <a:pt x="374" y="135"/>
                      <a:pt x="372" y="133"/>
                      <a:pt x="371" y="133"/>
                    </a:cubicBezTo>
                    <a:cubicBezTo>
                      <a:pt x="346" y="136"/>
                      <a:pt x="346" y="136"/>
                      <a:pt x="346" y="136"/>
                    </a:cubicBezTo>
                    <a:cubicBezTo>
                      <a:pt x="341" y="121"/>
                      <a:pt x="334" y="108"/>
                      <a:pt x="325" y="96"/>
                    </a:cubicBezTo>
                    <a:cubicBezTo>
                      <a:pt x="340" y="77"/>
                      <a:pt x="340" y="77"/>
                      <a:pt x="340" y="77"/>
                    </a:cubicBezTo>
                    <a:cubicBezTo>
                      <a:pt x="342" y="75"/>
                      <a:pt x="342" y="73"/>
                      <a:pt x="340" y="71"/>
                    </a:cubicBezTo>
                    <a:cubicBezTo>
                      <a:pt x="323" y="53"/>
                      <a:pt x="323" y="53"/>
                      <a:pt x="323" y="53"/>
                    </a:cubicBezTo>
                    <a:cubicBezTo>
                      <a:pt x="322" y="51"/>
                      <a:pt x="319" y="51"/>
                      <a:pt x="318" y="52"/>
                    </a:cubicBezTo>
                    <a:cubicBezTo>
                      <a:pt x="297" y="66"/>
                      <a:pt x="297" y="66"/>
                      <a:pt x="297" y="66"/>
                    </a:cubicBezTo>
                    <a:cubicBezTo>
                      <a:pt x="289" y="59"/>
                      <a:pt x="281" y="53"/>
                      <a:pt x="272" y="48"/>
                    </a:cubicBezTo>
                    <a:cubicBezTo>
                      <a:pt x="277" y="24"/>
                      <a:pt x="277" y="24"/>
                      <a:pt x="277" y="24"/>
                    </a:cubicBezTo>
                    <a:cubicBezTo>
                      <a:pt x="278" y="22"/>
                      <a:pt x="277" y="20"/>
                      <a:pt x="275" y="19"/>
                    </a:cubicBezTo>
                    <a:cubicBezTo>
                      <a:pt x="252" y="10"/>
                      <a:pt x="252" y="10"/>
                      <a:pt x="252" y="10"/>
                    </a:cubicBezTo>
                    <a:cubicBezTo>
                      <a:pt x="250" y="9"/>
                      <a:pt x="248" y="10"/>
                      <a:pt x="247" y="12"/>
                    </a:cubicBezTo>
                    <a:cubicBezTo>
                      <a:pt x="234" y="33"/>
                      <a:pt x="234" y="33"/>
                      <a:pt x="234" y="33"/>
                    </a:cubicBezTo>
                    <a:cubicBezTo>
                      <a:pt x="224" y="30"/>
                      <a:pt x="213" y="28"/>
                      <a:pt x="202" y="28"/>
                    </a:cubicBezTo>
                    <a:cubicBezTo>
                      <a:pt x="197" y="3"/>
                      <a:pt x="197" y="3"/>
                      <a:pt x="197" y="3"/>
                    </a:cubicBezTo>
                    <a:cubicBezTo>
                      <a:pt x="197" y="1"/>
                      <a:pt x="195" y="0"/>
                      <a:pt x="193" y="0"/>
                    </a:cubicBezTo>
                    <a:cubicBezTo>
                      <a:pt x="168" y="1"/>
                      <a:pt x="168" y="1"/>
                      <a:pt x="168" y="1"/>
                    </a:cubicBezTo>
                    <a:cubicBezTo>
                      <a:pt x="166" y="1"/>
                      <a:pt x="164" y="3"/>
                      <a:pt x="164" y="5"/>
                    </a:cubicBezTo>
                    <a:cubicBezTo>
                      <a:pt x="162" y="30"/>
                      <a:pt x="162" y="30"/>
                      <a:pt x="162" y="30"/>
                    </a:cubicBezTo>
                    <a:cubicBezTo>
                      <a:pt x="151" y="32"/>
                      <a:pt x="141" y="34"/>
                      <a:pt x="131" y="38"/>
                    </a:cubicBezTo>
                    <a:cubicBezTo>
                      <a:pt x="117" y="18"/>
                      <a:pt x="117" y="18"/>
                      <a:pt x="117" y="18"/>
                    </a:cubicBezTo>
                    <a:cubicBezTo>
                      <a:pt x="115" y="17"/>
                      <a:pt x="113" y="16"/>
                      <a:pt x="111" y="17"/>
                    </a:cubicBezTo>
                    <a:cubicBezTo>
                      <a:pt x="89" y="29"/>
                      <a:pt x="89" y="29"/>
                      <a:pt x="89" y="29"/>
                    </a:cubicBezTo>
                    <a:cubicBezTo>
                      <a:pt x="87" y="30"/>
                      <a:pt x="87" y="32"/>
                      <a:pt x="87" y="34"/>
                    </a:cubicBezTo>
                    <a:cubicBezTo>
                      <a:pt x="96" y="57"/>
                      <a:pt x="96" y="57"/>
                      <a:pt x="96" y="57"/>
                    </a:cubicBezTo>
                    <a:cubicBezTo>
                      <a:pt x="87" y="63"/>
                      <a:pt x="79" y="70"/>
                      <a:pt x="72" y="78"/>
                    </a:cubicBezTo>
                    <a:cubicBezTo>
                      <a:pt x="50" y="66"/>
                      <a:pt x="50" y="66"/>
                      <a:pt x="50" y="66"/>
                    </a:cubicBezTo>
                    <a:cubicBezTo>
                      <a:pt x="48" y="65"/>
                      <a:pt x="46" y="66"/>
                      <a:pt x="45" y="67"/>
                    </a:cubicBezTo>
                    <a:cubicBezTo>
                      <a:pt x="30" y="87"/>
                      <a:pt x="30" y="87"/>
                      <a:pt x="30" y="87"/>
                    </a:cubicBezTo>
                    <a:cubicBezTo>
                      <a:pt x="28" y="89"/>
                      <a:pt x="29" y="91"/>
                      <a:pt x="30" y="93"/>
                    </a:cubicBezTo>
                    <a:cubicBezTo>
                      <a:pt x="47" y="110"/>
                      <a:pt x="47" y="110"/>
                      <a:pt x="47" y="110"/>
                    </a:cubicBezTo>
                    <a:cubicBezTo>
                      <a:pt x="42" y="119"/>
                      <a:pt x="38" y="129"/>
                      <a:pt x="34" y="139"/>
                    </a:cubicBezTo>
                    <a:cubicBezTo>
                      <a:pt x="10" y="137"/>
                      <a:pt x="10" y="137"/>
                      <a:pt x="10" y="137"/>
                    </a:cubicBezTo>
                    <a:cubicBezTo>
                      <a:pt x="8" y="137"/>
                      <a:pt x="6" y="139"/>
                      <a:pt x="5" y="141"/>
                    </a:cubicBezTo>
                    <a:cubicBezTo>
                      <a:pt x="0" y="165"/>
                      <a:pt x="0" y="165"/>
                      <a:pt x="0" y="165"/>
                    </a:cubicBezTo>
                    <a:cubicBezTo>
                      <a:pt x="0" y="167"/>
                      <a:pt x="1" y="169"/>
                      <a:pt x="3" y="170"/>
                    </a:cubicBezTo>
                    <a:cubicBezTo>
                      <a:pt x="26" y="178"/>
                      <a:pt x="26" y="178"/>
                      <a:pt x="26" y="178"/>
                    </a:cubicBezTo>
                    <a:cubicBezTo>
                      <a:pt x="25" y="186"/>
                      <a:pt x="25" y="193"/>
                      <a:pt x="26" y="201"/>
                    </a:cubicBezTo>
                    <a:cubicBezTo>
                      <a:pt x="26" y="204"/>
                      <a:pt x="26" y="207"/>
                      <a:pt x="26" y="210"/>
                    </a:cubicBezTo>
                    <a:cubicBezTo>
                      <a:pt x="3" y="219"/>
                      <a:pt x="3" y="219"/>
                      <a:pt x="3" y="219"/>
                    </a:cubicBezTo>
                    <a:cubicBezTo>
                      <a:pt x="2" y="220"/>
                      <a:pt x="1" y="222"/>
                      <a:pt x="1" y="224"/>
                    </a:cubicBezTo>
                    <a:cubicBezTo>
                      <a:pt x="7" y="248"/>
                      <a:pt x="7" y="248"/>
                      <a:pt x="7" y="248"/>
                    </a:cubicBezTo>
                    <a:cubicBezTo>
                      <a:pt x="7" y="250"/>
                      <a:pt x="9" y="252"/>
                      <a:pt x="11" y="251"/>
                    </a:cubicBezTo>
                    <a:cubicBezTo>
                      <a:pt x="36" y="249"/>
                      <a:pt x="36" y="249"/>
                      <a:pt x="36" y="249"/>
                    </a:cubicBezTo>
                    <a:cubicBezTo>
                      <a:pt x="41" y="264"/>
                      <a:pt x="48" y="277"/>
                      <a:pt x="57" y="289"/>
                    </a:cubicBezTo>
                    <a:cubicBezTo>
                      <a:pt x="41" y="308"/>
                      <a:pt x="41" y="308"/>
                      <a:pt x="41" y="308"/>
                    </a:cubicBezTo>
                    <a:cubicBezTo>
                      <a:pt x="40" y="310"/>
                      <a:pt x="40" y="312"/>
                      <a:pt x="41" y="314"/>
                    </a:cubicBezTo>
                    <a:cubicBezTo>
                      <a:pt x="58" y="332"/>
                      <a:pt x="58" y="332"/>
                      <a:pt x="58" y="332"/>
                    </a:cubicBezTo>
                    <a:cubicBezTo>
                      <a:pt x="60" y="333"/>
                      <a:pt x="62" y="334"/>
                      <a:pt x="64" y="333"/>
                    </a:cubicBezTo>
                    <a:cubicBezTo>
                      <a:pt x="84" y="319"/>
                      <a:pt x="84" y="319"/>
                      <a:pt x="84" y="319"/>
                    </a:cubicBezTo>
                    <a:cubicBezTo>
                      <a:pt x="92" y="325"/>
                      <a:pt x="101" y="331"/>
                      <a:pt x="110" y="337"/>
                    </a:cubicBezTo>
                    <a:cubicBezTo>
                      <a:pt x="104" y="361"/>
                      <a:pt x="104" y="361"/>
                      <a:pt x="104" y="361"/>
                    </a:cubicBezTo>
                    <a:cubicBezTo>
                      <a:pt x="104" y="363"/>
                      <a:pt x="105" y="365"/>
                      <a:pt x="106" y="365"/>
                    </a:cubicBezTo>
                    <a:cubicBezTo>
                      <a:pt x="130" y="375"/>
                      <a:pt x="130" y="375"/>
                      <a:pt x="130" y="375"/>
                    </a:cubicBezTo>
                    <a:cubicBezTo>
                      <a:pt x="131" y="376"/>
                      <a:pt x="134" y="375"/>
                      <a:pt x="135" y="373"/>
                    </a:cubicBezTo>
                    <a:cubicBezTo>
                      <a:pt x="147" y="352"/>
                      <a:pt x="147" y="352"/>
                      <a:pt x="147" y="352"/>
                    </a:cubicBezTo>
                    <a:cubicBezTo>
                      <a:pt x="158" y="355"/>
                      <a:pt x="168" y="356"/>
                      <a:pt x="179" y="357"/>
                    </a:cubicBezTo>
                    <a:cubicBezTo>
                      <a:pt x="184" y="381"/>
                      <a:pt x="184" y="381"/>
                      <a:pt x="184" y="381"/>
                    </a:cubicBezTo>
                    <a:cubicBezTo>
                      <a:pt x="185" y="383"/>
                      <a:pt x="187" y="385"/>
                      <a:pt x="189" y="385"/>
                    </a:cubicBezTo>
                    <a:cubicBezTo>
                      <a:pt x="214" y="383"/>
                      <a:pt x="214" y="383"/>
                      <a:pt x="214" y="383"/>
                    </a:cubicBezTo>
                    <a:cubicBezTo>
                      <a:pt x="216" y="383"/>
                      <a:pt x="217" y="382"/>
                      <a:pt x="218" y="380"/>
                    </a:cubicBezTo>
                    <a:cubicBezTo>
                      <a:pt x="220" y="355"/>
                      <a:pt x="220" y="355"/>
                      <a:pt x="220" y="355"/>
                    </a:cubicBezTo>
                    <a:cubicBezTo>
                      <a:pt x="230" y="353"/>
                      <a:pt x="240" y="350"/>
                      <a:pt x="250" y="347"/>
                    </a:cubicBezTo>
                    <a:cubicBezTo>
                      <a:pt x="265" y="366"/>
                      <a:pt x="265" y="366"/>
                      <a:pt x="265" y="366"/>
                    </a:cubicBezTo>
                    <a:cubicBezTo>
                      <a:pt x="266" y="368"/>
                      <a:pt x="268" y="369"/>
                      <a:pt x="270" y="368"/>
                    </a:cubicBezTo>
                    <a:cubicBezTo>
                      <a:pt x="292" y="356"/>
                      <a:pt x="292" y="356"/>
                      <a:pt x="292" y="356"/>
                    </a:cubicBezTo>
                    <a:cubicBezTo>
                      <a:pt x="294" y="355"/>
                      <a:pt x="295" y="353"/>
                      <a:pt x="294" y="351"/>
                    </a:cubicBezTo>
                    <a:cubicBezTo>
                      <a:pt x="286" y="328"/>
                      <a:pt x="286" y="328"/>
                      <a:pt x="286" y="328"/>
                    </a:cubicBezTo>
                    <a:cubicBezTo>
                      <a:pt x="294" y="321"/>
                      <a:pt x="302" y="315"/>
                      <a:pt x="310" y="307"/>
                    </a:cubicBezTo>
                    <a:cubicBezTo>
                      <a:pt x="331" y="319"/>
                      <a:pt x="331" y="319"/>
                      <a:pt x="331" y="319"/>
                    </a:cubicBezTo>
                    <a:cubicBezTo>
                      <a:pt x="333" y="320"/>
                      <a:pt x="336" y="319"/>
                      <a:pt x="337" y="318"/>
                    </a:cubicBezTo>
                    <a:cubicBezTo>
                      <a:pt x="352" y="298"/>
                      <a:pt x="352" y="298"/>
                      <a:pt x="352" y="298"/>
                    </a:cubicBezTo>
                    <a:cubicBezTo>
                      <a:pt x="353" y="296"/>
                      <a:pt x="353" y="294"/>
                      <a:pt x="351" y="292"/>
                    </a:cubicBezTo>
                    <a:cubicBezTo>
                      <a:pt x="334" y="275"/>
                      <a:pt x="334" y="275"/>
                      <a:pt x="334" y="275"/>
                    </a:cubicBezTo>
                    <a:cubicBezTo>
                      <a:pt x="339" y="266"/>
                      <a:pt x="344" y="256"/>
                      <a:pt x="347" y="246"/>
                    </a:cubicBezTo>
                    <a:cubicBezTo>
                      <a:pt x="372" y="248"/>
                      <a:pt x="372" y="248"/>
                      <a:pt x="372" y="248"/>
                    </a:cubicBezTo>
                    <a:cubicBezTo>
                      <a:pt x="374" y="248"/>
                      <a:pt x="376" y="246"/>
                      <a:pt x="376" y="244"/>
                    </a:cubicBezTo>
                    <a:cubicBezTo>
                      <a:pt x="381" y="220"/>
                      <a:pt x="381" y="220"/>
                      <a:pt x="381" y="220"/>
                    </a:cubicBezTo>
                    <a:cubicBezTo>
                      <a:pt x="382" y="218"/>
                      <a:pt x="380" y="216"/>
                      <a:pt x="379" y="215"/>
                    </a:cubicBezTo>
                    <a:cubicBezTo>
                      <a:pt x="355" y="206"/>
                      <a:pt x="355" y="206"/>
                      <a:pt x="355" y="206"/>
                    </a:cubicBezTo>
                    <a:cubicBezTo>
                      <a:pt x="356" y="199"/>
                      <a:pt x="356" y="192"/>
                      <a:pt x="356" y="184"/>
                    </a:cubicBezTo>
                    <a:cubicBezTo>
                      <a:pt x="356" y="181"/>
                      <a:pt x="355" y="178"/>
                      <a:pt x="355" y="175"/>
                    </a:cubicBezTo>
                    <a:cubicBezTo>
                      <a:pt x="378" y="166"/>
                      <a:pt x="378" y="166"/>
                      <a:pt x="378" y="166"/>
                    </a:cubicBezTo>
                    <a:cubicBezTo>
                      <a:pt x="380" y="165"/>
                      <a:pt x="381" y="163"/>
                      <a:pt x="380" y="161"/>
                    </a:cubicBezTo>
                    <a:close/>
                    <a:moveTo>
                      <a:pt x="267" y="306"/>
                    </a:moveTo>
                    <a:cubicBezTo>
                      <a:pt x="259" y="311"/>
                      <a:pt x="251" y="315"/>
                      <a:pt x="242" y="319"/>
                    </a:cubicBezTo>
                    <a:cubicBezTo>
                      <a:pt x="233" y="323"/>
                      <a:pt x="222" y="326"/>
                      <a:pt x="211" y="327"/>
                    </a:cubicBezTo>
                    <a:cubicBezTo>
                      <a:pt x="207" y="328"/>
                      <a:pt x="202" y="329"/>
                      <a:pt x="198" y="329"/>
                    </a:cubicBezTo>
                    <a:cubicBezTo>
                      <a:pt x="193" y="329"/>
                      <a:pt x="188" y="329"/>
                      <a:pt x="184" y="329"/>
                    </a:cubicBezTo>
                    <a:cubicBezTo>
                      <a:pt x="173" y="328"/>
                      <a:pt x="163" y="327"/>
                      <a:pt x="152" y="324"/>
                    </a:cubicBezTo>
                    <a:cubicBezTo>
                      <a:pt x="144" y="321"/>
                      <a:pt x="135" y="317"/>
                      <a:pt x="127" y="313"/>
                    </a:cubicBezTo>
                    <a:cubicBezTo>
                      <a:pt x="117" y="308"/>
                      <a:pt x="109" y="302"/>
                      <a:pt x="101" y="295"/>
                    </a:cubicBezTo>
                    <a:cubicBezTo>
                      <a:pt x="91" y="286"/>
                      <a:pt x="82" y="276"/>
                      <a:pt x="75" y="265"/>
                    </a:cubicBezTo>
                    <a:cubicBezTo>
                      <a:pt x="72" y="259"/>
                      <a:pt x="68" y="254"/>
                      <a:pt x="66" y="247"/>
                    </a:cubicBezTo>
                    <a:cubicBezTo>
                      <a:pt x="60" y="236"/>
                      <a:pt x="57" y="223"/>
                      <a:pt x="55" y="209"/>
                    </a:cubicBezTo>
                    <a:cubicBezTo>
                      <a:pt x="55" y="206"/>
                      <a:pt x="54" y="203"/>
                      <a:pt x="54" y="199"/>
                    </a:cubicBezTo>
                    <a:cubicBezTo>
                      <a:pt x="54" y="192"/>
                      <a:pt x="54" y="185"/>
                      <a:pt x="55" y="177"/>
                    </a:cubicBezTo>
                    <a:cubicBezTo>
                      <a:pt x="56" y="168"/>
                      <a:pt x="58" y="159"/>
                      <a:pt x="61" y="151"/>
                    </a:cubicBezTo>
                    <a:cubicBezTo>
                      <a:pt x="64" y="140"/>
                      <a:pt x="68" y="131"/>
                      <a:pt x="74" y="121"/>
                    </a:cubicBezTo>
                    <a:cubicBezTo>
                      <a:pt x="79" y="114"/>
                      <a:pt x="84" y="106"/>
                      <a:pt x="91" y="100"/>
                    </a:cubicBezTo>
                    <a:cubicBezTo>
                      <a:pt x="98" y="92"/>
                      <a:pt x="106" y="85"/>
                      <a:pt x="115" y="79"/>
                    </a:cubicBezTo>
                    <a:cubicBezTo>
                      <a:pt x="123" y="74"/>
                      <a:pt x="131" y="69"/>
                      <a:pt x="139" y="66"/>
                    </a:cubicBezTo>
                    <a:cubicBezTo>
                      <a:pt x="149" y="62"/>
                      <a:pt x="159" y="59"/>
                      <a:pt x="170" y="57"/>
                    </a:cubicBezTo>
                    <a:cubicBezTo>
                      <a:pt x="175" y="57"/>
                      <a:pt x="179" y="56"/>
                      <a:pt x="184" y="56"/>
                    </a:cubicBezTo>
                    <a:cubicBezTo>
                      <a:pt x="188" y="56"/>
                      <a:pt x="193" y="56"/>
                      <a:pt x="197" y="56"/>
                    </a:cubicBezTo>
                    <a:cubicBezTo>
                      <a:pt x="208" y="56"/>
                      <a:pt x="219" y="58"/>
                      <a:pt x="229" y="61"/>
                    </a:cubicBezTo>
                    <a:cubicBezTo>
                      <a:pt x="238" y="64"/>
                      <a:pt x="246" y="67"/>
                      <a:pt x="255" y="72"/>
                    </a:cubicBezTo>
                    <a:cubicBezTo>
                      <a:pt x="264" y="77"/>
                      <a:pt x="273" y="83"/>
                      <a:pt x="281" y="90"/>
                    </a:cubicBezTo>
                    <a:cubicBezTo>
                      <a:pt x="291" y="98"/>
                      <a:pt x="299" y="108"/>
                      <a:pt x="306" y="120"/>
                    </a:cubicBezTo>
                    <a:cubicBezTo>
                      <a:pt x="310" y="125"/>
                      <a:pt x="313" y="131"/>
                      <a:pt x="316" y="137"/>
                    </a:cubicBezTo>
                    <a:cubicBezTo>
                      <a:pt x="321" y="149"/>
                      <a:pt x="325" y="162"/>
                      <a:pt x="326" y="175"/>
                    </a:cubicBezTo>
                    <a:cubicBezTo>
                      <a:pt x="327" y="179"/>
                      <a:pt x="327" y="182"/>
                      <a:pt x="327" y="185"/>
                    </a:cubicBezTo>
                    <a:cubicBezTo>
                      <a:pt x="328" y="193"/>
                      <a:pt x="327" y="200"/>
                      <a:pt x="327" y="207"/>
                    </a:cubicBezTo>
                    <a:cubicBezTo>
                      <a:pt x="326" y="217"/>
                      <a:pt x="324" y="226"/>
                      <a:pt x="321" y="234"/>
                    </a:cubicBezTo>
                    <a:cubicBezTo>
                      <a:pt x="318" y="245"/>
                      <a:pt x="313" y="254"/>
                      <a:pt x="307" y="263"/>
                    </a:cubicBezTo>
                    <a:cubicBezTo>
                      <a:pt x="303" y="271"/>
                      <a:pt x="297" y="279"/>
                      <a:pt x="291" y="285"/>
                    </a:cubicBezTo>
                    <a:cubicBezTo>
                      <a:pt x="284" y="293"/>
                      <a:pt x="275" y="300"/>
                      <a:pt x="267" y="30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44" name="Freeform 43"/>
              <p:cNvSpPr>
                <a:spLocks/>
              </p:cNvSpPr>
              <p:nvPr/>
            </p:nvSpPr>
            <p:spPr bwMode="auto">
              <a:xfrm>
                <a:off x="4325232" y="1346376"/>
                <a:ext cx="350837" cy="350838"/>
              </a:xfrm>
              <a:custGeom>
                <a:avLst/>
                <a:gdLst/>
                <a:ahLst/>
                <a:cxnLst>
                  <a:cxn ang="0">
                    <a:pos x="221" y="98"/>
                  </a:cxn>
                  <a:cxn ang="0">
                    <a:pos x="212" y="67"/>
                  </a:cxn>
                  <a:cxn ang="0">
                    <a:pos x="205" y="52"/>
                  </a:cxn>
                  <a:cxn ang="0">
                    <a:pos x="184" y="28"/>
                  </a:cxn>
                  <a:cxn ang="0">
                    <a:pos x="163" y="13"/>
                  </a:cxn>
                  <a:cxn ang="0">
                    <a:pos x="142" y="5"/>
                  </a:cxn>
                  <a:cxn ang="0">
                    <a:pos x="116" y="1"/>
                  </a:cxn>
                  <a:cxn ang="0">
                    <a:pos x="105" y="1"/>
                  </a:cxn>
                  <a:cxn ang="0">
                    <a:pos x="94" y="2"/>
                  </a:cxn>
                  <a:cxn ang="0">
                    <a:pos x="69" y="9"/>
                  </a:cxn>
                  <a:cxn ang="0">
                    <a:pos x="49" y="19"/>
                  </a:cxn>
                  <a:cxn ang="0">
                    <a:pos x="29" y="36"/>
                  </a:cxn>
                  <a:cxn ang="0">
                    <a:pos x="16" y="54"/>
                  </a:cxn>
                  <a:cxn ang="0">
                    <a:pos x="5" y="77"/>
                  </a:cxn>
                  <a:cxn ang="0">
                    <a:pos x="0" y="99"/>
                  </a:cxn>
                  <a:cxn ang="0">
                    <a:pos x="0" y="117"/>
                  </a:cxn>
                  <a:cxn ang="0">
                    <a:pos x="1" y="125"/>
                  </a:cxn>
                  <a:cxn ang="0">
                    <a:pos x="9" y="156"/>
                  </a:cxn>
                  <a:cxn ang="0">
                    <a:pos x="17" y="170"/>
                  </a:cxn>
                  <a:cxn ang="0">
                    <a:pos x="37" y="195"/>
                  </a:cxn>
                  <a:cxn ang="0">
                    <a:pos x="59" y="210"/>
                  </a:cxn>
                  <a:cxn ang="0">
                    <a:pos x="80" y="218"/>
                  </a:cxn>
                  <a:cxn ang="0">
                    <a:pos x="105" y="222"/>
                  </a:cxn>
                  <a:cxn ang="0">
                    <a:pos x="116" y="222"/>
                  </a:cxn>
                  <a:cxn ang="0">
                    <a:pos x="128" y="221"/>
                  </a:cxn>
                  <a:cxn ang="0">
                    <a:pos x="153" y="214"/>
                  </a:cxn>
                  <a:cxn ang="0">
                    <a:pos x="172" y="204"/>
                  </a:cxn>
                  <a:cxn ang="0">
                    <a:pos x="192" y="187"/>
                  </a:cxn>
                  <a:cxn ang="0">
                    <a:pos x="206" y="169"/>
                  </a:cxn>
                  <a:cxn ang="0">
                    <a:pos x="216" y="145"/>
                  </a:cxn>
                  <a:cxn ang="0">
                    <a:pos x="221" y="124"/>
                  </a:cxn>
                  <a:cxn ang="0">
                    <a:pos x="222" y="106"/>
                  </a:cxn>
                  <a:cxn ang="0">
                    <a:pos x="221" y="98"/>
                  </a:cxn>
                </a:cxnLst>
                <a:rect l="0" t="0" r="r" b="b"/>
                <a:pathLst>
                  <a:path w="222" h="222">
                    <a:moveTo>
                      <a:pt x="221" y="98"/>
                    </a:moveTo>
                    <a:cubicBezTo>
                      <a:pt x="219" y="87"/>
                      <a:pt x="217" y="76"/>
                      <a:pt x="212" y="67"/>
                    </a:cubicBezTo>
                    <a:cubicBezTo>
                      <a:pt x="210" y="62"/>
                      <a:pt x="208" y="57"/>
                      <a:pt x="205" y="52"/>
                    </a:cubicBezTo>
                    <a:cubicBezTo>
                      <a:pt x="199" y="43"/>
                      <a:pt x="192" y="35"/>
                      <a:pt x="184" y="28"/>
                    </a:cubicBezTo>
                    <a:cubicBezTo>
                      <a:pt x="177" y="22"/>
                      <a:pt x="170" y="17"/>
                      <a:pt x="163" y="13"/>
                    </a:cubicBezTo>
                    <a:cubicBezTo>
                      <a:pt x="156" y="10"/>
                      <a:pt x="149" y="7"/>
                      <a:pt x="142" y="5"/>
                    </a:cubicBezTo>
                    <a:cubicBezTo>
                      <a:pt x="134" y="2"/>
                      <a:pt x="125" y="1"/>
                      <a:pt x="116" y="1"/>
                    </a:cubicBezTo>
                    <a:cubicBezTo>
                      <a:pt x="113" y="0"/>
                      <a:pt x="109" y="0"/>
                      <a:pt x="105" y="1"/>
                    </a:cubicBezTo>
                    <a:cubicBezTo>
                      <a:pt x="101" y="1"/>
                      <a:pt x="98" y="1"/>
                      <a:pt x="94" y="2"/>
                    </a:cubicBezTo>
                    <a:cubicBezTo>
                      <a:pt x="85" y="3"/>
                      <a:pt x="77" y="5"/>
                      <a:pt x="69" y="9"/>
                    </a:cubicBezTo>
                    <a:cubicBezTo>
                      <a:pt x="62" y="11"/>
                      <a:pt x="55" y="15"/>
                      <a:pt x="49" y="19"/>
                    </a:cubicBezTo>
                    <a:cubicBezTo>
                      <a:pt x="42" y="24"/>
                      <a:pt x="35" y="30"/>
                      <a:pt x="29" y="36"/>
                    </a:cubicBezTo>
                    <a:cubicBezTo>
                      <a:pt x="24" y="41"/>
                      <a:pt x="20" y="47"/>
                      <a:pt x="16" y="54"/>
                    </a:cubicBezTo>
                    <a:cubicBezTo>
                      <a:pt x="11" y="61"/>
                      <a:pt x="8" y="69"/>
                      <a:pt x="5" y="77"/>
                    </a:cubicBezTo>
                    <a:cubicBezTo>
                      <a:pt x="3" y="84"/>
                      <a:pt x="1" y="92"/>
                      <a:pt x="0" y="99"/>
                    </a:cubicBezTo>
                    <a:cubicBezTo>
                      <a:pt x="0" y="105"/>
                      <a:pt x="0" y="111"/>
                      <a:pt x="0" y="117"/>
                    </a:cubicBezTo>
                    <a:cubicBezTo>
                      <a:pt x="0" y="120"/>
                      <a:pt x="0" y="123"/>
                      <a:pt x="1" y="125"/>
                    </a:cubicBezTo>
                    <a:cubicBezTo>
                      <a:pt x="2" y="136"/>
                      <a:pt x="5" y="146"/>
                      <a:pt x="9" y="156"/>
                    </a:cubicBezTo>
                    <a:cubicBezTo>
                      <a:pt x="11" y="161"/>
                      <a:pt x="14" y="166"/>
                      <a:pt x="17" y="170"/>
                    </a:cubicBezTo>
                    <a:cubicBezTo>
                      <a:pt x="22" y="180"/>
                      <a:pt x="30" y="188"/>
                      <a:pt x="37" y="195"/>
                    </a:cubicBezTo>
                    <a:cubicBezTo>
                      <a:pt x="44" y="200"/>
                      <a:pt x="51" y="205"/>
                      <a:pt x="59" y="210"/>
                    </a:cubicBezTo>
                    <a:cubicBezTo>
                      <a:pt x="65" y="213"/>
                      <a:pt x="72" y="216"/>
                      <a:pt x="80" y="218"/>
                    </a:cubicBezTo>
                    <a:cubicBezTo>
                      <a:pt x="88" y="220"/>
                      <a:pt x="96" y="222"/>
                      <a:pt x="105" y="222"/>
                    </a:cubicBezTo>
                    <a:cubicBezTo>
                      <a:pt x="109" y="222"/>
                      <a:pt x="113" y="222"/>
                      <a:pt x="116" y="222"/>
                    </a:cubicBezTo>
                    <a:cubicBezTo>
                      <a:pt x="120" y="222"/>
                      <a:pt x="124" y="222"/>
                      <a:pt x="128" y="221"/>
                    </a:cubicBezTo>
                    <a:cubicBezTo>
                      <a:pt x="136" y="220"/>
                      <a:pt x="145" y="217"/>
                      <a:pt x="153" y="214"/>
                    </a:cubicBezTo>
                    <a:cubicBezTo>
                      <a:pt x="160" y="211"/>
                      <a:pt x="166" y="208"/>
                      <a:pt x="172" y="204"/>
                    </a:cubicBezTo>
                    <a:cubicBezTo>
                      <a:pt x="180" y="199"/>
                      <a:pt x="186" y="193"/>
                      <a:pt x="192" y="187"/>
                    </a:cubicBezTo>
                    <a:cubicBezTo>
                      <a:pt x="197" y="181"/>
                      <a:pt x="202" y="175"/>
                      <a:pt x="206" y="169"/>
                    </a:cubicBezTo>
                    <a:cubicBezTo>
                      <a:pt x="210" y="162"/>
                      <a:pt x="214" y="154"/>
                      <a:pt x="216" y="145"/>
                    </a:cubicBezTo>
                    <a:cubicBezTo>
                      <a:pt x="219" y="138"/>
                      <a:pt x="220" y="131"/>
                      <a:pt x="221" y="124"/>
                    </a:cubicBezTo>
                    <a:cubicBezTo>
                      <a:pt x="222" y="118"/>
                      <a:pt x="222" y="112"/>
                      <a:pt x="222" y="106"/>
                    </a:cubicBezTo>
                    <a:cubicBezTo>
                      <a:pt x="221" y="103"/>
                      <a:pt x="221" y="100"/>
                      <a:pt x="221" y="9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45" name="Freeform 44"/>
              <p:cNvSpPr>
                <a:spLocks noEditPoints="1"/>
              </p:cNvSpPr>
              <p:nvPr/>
            </p:nvSpPr>
            <p:spPr bwMode="auto">
              <a:xfrm>
                <a:off x="4724223" y="1589440"/>
                <a:ext cx="268287" cy="274020"/>
              </a:xfrm>
              <a:custGeom>
                <a:avLst/>
                <a:gdLst/>
                <a:ahLst/>
                <a:cxnLst>
                  <a:cxn ang="0">
                    <a:pos x="136" y="114"/>
                  </a:cxn>
                  <a:cxn ang="0">
                    <a:pos x="142" y="81"/>
                  </a:cxn>
                  <a:cxn ang="0">
                    <a:pos x="170" y="67"/>
                  </a:cxn>
                  <a:cxn ang="0">
                    <a:pos x="158" y="50"/>
                  </a:cxn>
                  <a:cxn ang="0">
                    <a:pos x="109" y="35"/>
                  </a:cxn>
                  <a:cxn ang="0">
                    <a:pos x="111" y="4"/>
                  </a:cxn>
                  <a:cxn ang="0">
                    <a:pos x="90" y="6"/>
                  </a:cxn>
                  <a:cxn ang="0">
                    <a:pos x="52" y="40"/>
                  </a:cxn>
                  <a:cxn ang="0">
                    <a:pos x="26" y="23"/>
                  </a:cxn>
                  <a:cxn ang="0">
                    <a:pos x="18" y="42"/>
                  </a:cxn>
                  <a:cxn ang="0">
                    <a:pos x="29" y="75"/>
                  </a:cxn>
                  <a:cxn ang="0">
                    <a:pos x="6" y="101"/>
                  </a:cxn>
                  <a:cxn ang="0">
                    <a:pos x="6" y="123"/>
                  </a:cxn>
                  <a:cxn ang="0">
                    <a:pos x="37" y="117"/>
                  </a:cxn>
                  <a:cxn ang="0">
                    <a:pos x="58" y="163"/>
                  </a:cxn>
                  <a:cxn ang="0">
                    <a:pos x="77" y="173"/>
                  </a:cxn>
                  <a:cxn ang="0">
                    <a:pos x="87" y="144"/>
                  </a:cxn>
                  <a:cxn ang="0">
                    <a:pos x="138" y="149"/>
                  </a:cxn>
                  <a:cxn ang="0">
                    <a:pos x="156" y="137"/>
                  </a:cxn>
                  <a:cxn ang="0">
                    <a:pos x="126" y="95"/>
                  </a:cxn>
                  <a:cxn ang="0">
                    <a:pos x="100" y="92"/>
                  </a:cxn>
                  <a:cxn ang="0">
                    <a:pos x="101" y="88"/>
                  </a:cxn>
                  <a:cxn ang="0">
                    <a:pos x="126" y="95"/>
                  </a:cxn>
                  <a:cxn ang="0">
                    <a:pos x="51" y="64"/>
                  </a:cxn>
                  <a:cxn ang="0">
                    <a:pos x="70" y="84"/>
                  </a:cxn>
                  <a:cxn ang="0">
                    <a:pos x="45" y="94"/>
                  </a:cxn>
                  <a:cxn ang="0">
                    <a:pos x="122" y="68"/>
                  </a:cxn>
                  <a:cxn ang="0">
                    <a:pos x="94" y="74"/>
                  </a:cxn>
                  <a:cxn ang="0">
                    <a:pos x="122" y="68"/>
                  </a:cxn>
                  <a:cxn ang="0">
                    <a:pos x="82" y="71"/>
                  </a:cxn>
                  <a:cxn ang="0">
                    <a:pos x="59" y="55"/>
                  </a:cxn>
                  <a:cxn ang="0">
                    <a:pos x="48" y="105"/>
                  </a:cxn>
                  <a:cxn ang="0">
                    <a:pos x="77" y="100"/>
                  </a:cxn>
                  <a:cxn ang="0">
                    <a:pos x="48" y="105"/>
                  </a:cxn>
                  <a:cxn ang="0">
                    <a:pos x="88" y="102"/>
                  </a:cxn>
                  <a:cxn ang="0">
                    <a:pos x="112" y="118"/>
                  </a:cxn>
                </a:cxnLst>
                <a:rect l="0" t="0" r="r" b="b"/>
                <a:pathLst>
                  <a:path w="170" h="173">
                    <a:moveTo>
                      <a:pt x="153" y="131"/>
                    </a:moveTo>
                    <a:cubicBezTo>
                      <a:pt x="136" y="114"/>
                      <a:pt x="136" y="114"/>
                      <a:pt x="136" y="114"/>
                    </a:cubicBezTo>
                    <a:cubicBezTo>
                      <a:pt x="138" y="109"/>
                      <a:pt x="140" y="104"/>
                      <a:pt x="141" y="98"/>
                    </a:cubicBezTo>
                    <a:cubicBezTo>
                      <a:pt x="142" y="92"/>
                      <a:pt x="143" y="87"/>
                      <a:pt x="142" y="81"/>
                    </a:cubicBezTo>
                    <a:cubicBezTo>
                      <a:pt x="165" y="72"/>
                      <a:pt x="165" y="72"/>
                      <a:pt x="165" y="72"/>
                    </a:cubicBezTo>
                    <a:cubicBezTo>
                      <a:pt x="168" y="71"/>
                      <a:pt x="170" y="69"/>
                      <a:pt x="170" y="67"/>
                    </a:cubicBezTo>
                    <a:cubicBezTo>
                      <a:pt x="164" y="51"/>
                      <a:pt x="164" y="51"/>
                      <a:pt x="164" y="51"/>
                    </a:cubicBezTo>
                    <a:cubicBezTo>
                      <a:pt x="164" y="50"/>
                      <a:pt x="161" y="49"/>
                      <a:pt x="158" y="50"/>
                    </a:cubicBezTo>
                    <a:cubicBezTo>
                      <a:pt x="134" y="57"/>
                      <a:pt x="134" y="57"/>
                      <a:pt x="134" y="57"/>
                    </a:cubicBezTo>
                    <a:cubicBezTo>
                      <a:pt x="128" y="47"/>
                      <a:pt x="120" y="40"/>
                      <a:pt x="109" y="35"/>
                    </a:cubicBezTo>
                    <a:cubicBezTo>
                      <a:pt x="113" y="10"/>
                      <a:pt x="113" y="10"/>
                      <a:pt x="113" y="10"/>
                    </a:cubicBezTo>
                    <a:cubicBezTo>
                      <a:pt x="113" y="7"/>
                      <a:pt x="112" y="4"/>
                      <a:pt x="111" y="4"/>
                    </a:cubicBezTo>
                    <a:cubicBezTo>
                      <a:pt x="94" y="0"/>
                      <a:pt x="94" y="0"/>
                      <a:pt x="94" y="0"/>
                    </a:cubicBezTo>
                    <a:cubicBezTo>
                      <a:pt x="93" y="0"/>
                      <a:pt x="91" y="2"/>
                      <a:pt x="90" y="6"/>
                    </a:cubicBezTo>
                    <a:cubicBezTo>
                      <a:pt x="84" y="30"/>
                      <a:pt x="84" y="30"/>
                      <a:pt x="84" y="30"/>
                    </a:cubicBezTo>
                    <a:cubicBezTo>
                      <a:pt x="72" y="30"/>
                      <a:pt x="61" y="34"/>
                      <a:pt x="52" y="40"/>
                    </a:cubicBezTo>
                    <a:cubicBezTo>
                      <a:pt x="33" y="25"/>
                      <a:pt x="33" y="25"/>
                      <a:pt x="33" y="25"/>
                    </a:cubicBezTo>
                    <a:cubicBezTo>
                      <a:pt x="30" y="23"/>
                      <a:pt x="27" y="22"/>
                      <a:pt x="26" y="23"/>
                    </a:cubicBezTo>
                    <a:cubicBezTo>
                      <a:pt x="15" y="36"/>
                      <a:pt x="15" y="36"/>
                      <a:pt x="15" y="36"/>
                    </a:cubicBezTo>
                    <a:cubicBezTo>
                      <a:pt x="14" y="37"/>
                      <a:pt x="15" y="40"/>
                      <a:pt x="18" y="42"/>
                    </a:cubicBezTo>
                    <a:cubicBezTo>
                      <a:pt x="35" y="60"/>
                      <a:pt x="35" y="60"/>
                      <a:pt x="35" y="60"/>
                    </a:cubicBezTo>
                    <a:cubicBezTo>
                      <a:pt x="33" y="65"/>
                      <a:pt x="31" y="70"/>
                      <a:pt x="29" y="75"/>
                    </a:cubicBezTo>
                    <a:cubicBezTo>
                      <a:pt x="28" y="81"/>
                      <a:pt x="28" y="87"/>
                      <a:pt x="29" y="92"/>
                    </a:cubicBezTo>
                    <a:cubicBezTo>
                      <a:pt x="6" y="101"/>
                      <a:pt x="6" y="101"/>
                      <a:pt x="6" y="101"/>
                    </a:cubicBezTo>
                    <a:cubicBezTo>
                      <a:pt x="2" y="103"/>
                      <a:pt x="0" y="105"/>
                      <a:pt x="1" y="106"/>
                    </a:cubicBezTo>
                    <a:cubicBezTo>
                      <a:pt x="6" y="123"/>
                      <a:pt x="6" y="123"/>
                      <a:pt x="6" y="123"/>
                    </a:cubicBezTo>
                    <a:cubicBezTo>
                      <a:pt x="7" y="124"/>
                      <a:pt x="10" y="124"/>
                      <a:pt x="13" y="123"/>
                    </a:cubicBezTo>
                    <a:cubicBezTo>
                      <a:pt x="37" y="117"/>
                      <a:pt x="37" y="117"/>
                      <a:pt x="37" y="117"/>
                    </a:cubicBezTo>
                    <a:cubicBezTo>
                      <a:pt x="43" y="126"/>
                      <a:pt x="51" y="134"/>
                      <a:pt x="62" y="139"/>
                    </a:cubicBezTo>
                    <a:cubicBezTo>
                      <a:pt x="58" y="163"/>
                      <a:pt x="58" y="163"/>
                      <a:pt x="58" y="163"/>
                    </a:cubicBezTo>
                    <a:cubicBezTo>
                      <a:pt x="58" y="166"/>
                      <a:pt x="58" y="169"/>
                      <a:pt x="60" y="170"/>
                    </a:cubicBezTo>
                    <a:cubicBezTo>
                      <a:pt x="77" y="173"/>
                      <a:pt x="77" y="173"/>
                      <a:pt x="77" y="173"/>
                    </a:cubicBezTo>
                    <a:cubicBezTo>
                      <a:pt x="78" y="173"/>
                      <a:pt x="80" y="171"/>
                      <a:pt x="81" y="168"/>
                    </a:cubicBezTo>
                    <a:cubicBezTo>
                      <a:pt x="87" y="144"/>
                      <a:pt x="87" y="144"/>
                      <a:pt x="87" y="144"/>
                    </a:cubicBezTo>
                    <a:cubicBezTo>
                      <a:pt x="98" y="143"/>
                      <a:pt x="109" y="140"/>
                      <a:pt x="118" y="133"/>
                    </a:cubicBezTo>
                    <a:cubicBezTo>
                      <a:pt x="138" y="149"/>
                      <a:pt x="138" y="149"/>
                      <a:pt x="138" y="149"/>
                    </a:cubicBezTo>
                    <a:cubicBezTo>
                      <a:pt x="141" y="151"/>
                      <a:pt x="143" y="151"/>
                      <a:pt x="144" y="150"/>
                    </a:cubicBezTo>
                    <a:cubicBezTo>
                      <a:pt x="156" y="137"/>
                      <a:pt x="156" y="137"/>
                      <a:pt x="156" y="137"/>
                    </a:cubicBezTo>
                    <a:cubicBezTo>
                      <a:pt x="157" y="136"/>
                      <a:pt x="156" y="134"/>
                      <a:pt x="153" y="131"/>
                    </a:cubicBezTo>
                    <a:close/>
                    <a:moveTo>
                      <a:pt x="126" y="95"/>
                    </a:moveTo>
                    <a:cubicBezTo>
                      <a:pt x="125" y="100"/>
                      <a:pt x="123" y="105"/>
                      <a:pt x="120" y="109"/>
                    </a:cubicBezTo>
                    <a:cubicBezTo>
                      <a:pt x="100" y="92"/>
                      <a:pt x="100" y="92"/>
                      <a:pt x="100" y="92"/>
                    </a:cubicBezTo>
                    <a:cubicBezTo>
                      <a:pt x="100" y="91"/>
                      <a:pt x="101" y="91"/>
                      <a:pt x="101" y="90"/>
                    </a:cubicBezTo>
                    <a:cubicBezTo>
                      <a:pt x="101" y="89"/>
                      <a:pt x="101" y="88"/>
                      <a:pt x="101" y="88"/>
                    </a:cubicBezTo>
                    <a:cubicBezTo>
                      <a:pt x="126" y="79"/>
                      <a:pt x="126" y="79"/>
                      <a:pt x="126" y="79"/>
                    </a:cubicBezTo>
                    <a:cubicBezTo>
                      <a:pt x="127" y="84"/>
                      <a:pt x="127" y="90"/>
                      <a:pt x="126" y="95"/>
                    </a:cubicBezTo>
                    <a:close/>
                    <a:moveTo>
                      <a:pt x="45" y="78"/>
                    </a:moveTo>
                    <a:cubicBezTo>
                      <a:pt x="46" y="73"/>
                      <a:pt x="48" y="68"/>
                      <a:pt x="51" y="64"/>
                    </a:cubicBezTo>
                    <a:cubicBezTo>
                      <a:pt x="71" y="82"/>
                      <a:pt x="71" y="82"/>
                      <a:pt x="71" y="82"/>
                    </a:cubicBezTo>
                    <a:cubicBezTo>
                      <a:pt x="70" y="82"/>
                      <a:pt x="70" y="83"/>
                      <a:pt x="70" y="84"/>
                    </a:cubicBezTo>
                    <a:cubicBezTo>
                      <a:pt x="70" y="84"/>
                      <a:pt x="70" y="85"/>
                      <a:pt x="70" y="86"/>
                    </a:cubicBezTo>
                    <a:cubicBezTo>
                      <a:pt x="45" y="94"/>
                      <a:pt x="45" y="94"/>
                      <a:pt x="45" y="94"/>
                    </a:cubicBezTo>
                    <a:cubicBezTo>
                      <a:pt x="44" y="89"/>
                      <a:pt x="44" y="84"/>
                      <a:pt x="45" y="78"/>
                    </a:cubicBezTo>
                    <a:close/>
                    <a:moveTo>
                      <a:pt x="122" y="68"/>
                    </a:moveTo>
                    <a:cubicBezTo>
                      <a:pt x="97" y="76"/>
                      <a:pt x="97" y="76"/>
                      <a:pt x="97" y="76"/>
                    </a:cubicBezTo>
                    <a:cubicBezTo>
                      <a:pt x="96" y="75"/>
                      <a:pt x="95" y="74"/>
                      <a:pt x="94" y="74"/>
                    </a:cubicBezTo>
                    <a:cubicBezTo>
                      <a:pt x="99" y="48"/>
                      <a:pt x="99" y="48"/>
                      <a:pt x="99" y="48"/>
                    </a:cubicBezTo>
                    <a:cubicBezTo>
                      <a:pt x="109" y="51"/>
                      <a:pt x="118" y="59"/>
                      <a:pt x="122" y="68"/>
                    </a:cubicBezTo>
                    <a:close/>
                    <a:moveTo>
                      <a:pt x="88" y="45"/>
                    </a:moveTo>
                    <a:cubicBezTo>
                      <a:pt x="82" y="71"/>
                      <a:pt x="82" y="71"/>
                      <a:pt x="82" y="71"/>
                    </a:cubicBezTo>
                    <a:cubicBezTo>
                      <a:pt x="81" y="72"/>
                      <a:pt x="80" y="72"/>
                      <a:pt x="78" y="73"/>
                    </a:cubicBezTo>
                    <a:cubicBezTo>
                      <a:pt x="59" y="55"/>
                      <a:pt x="59" y="55"/>
                      <a:pt x="59" y="55"/>
                    </a:cubicBezTo>
                    <a:cubicBezTo>
                      <a:pt x="67" y="49"/>
                      <a:pt x="77" y="45"/>
                      <a:pt x="88" y="45"/>
                    </a:cubicBezTo>
                    <a:close/>
                    <a:moveTo>
                      <a:pt x="48" y="105"/>
                    </a:moveTo>
                    <a:cubicBezTo>
                      <a:pt x="73" y="97"/>
                      <a:pt x="73" y="97"/>
                      <a:pt x="73" y="97"/>
                    </a:cubicBezTo>
                    <a:cubicBezTo>
                      <a:pt x="74" y="98"/>
                      <a:pt x="75" y="99"/>
                      <a:pt x="77" y="100"/>
                    </a:cubicBezTo>
                    <a:cubicBezTo>
                      <a:pt x="71" y="126"/>
                      <a:pt x="71" y="126"/>
                      <a:pt x="71" y="126"/>
                    </a:cubicBezTo>
                    <a:cubicBezTo>
                      <a:pt x="61" y="122"/>
                      <a:pt x="53" y="115"/>
                      <a:pt x="48" y="105"/>
                    </a:cubicBezTo>
                    <a:close/>
                    <a:moveTo>
                      <a:pt x="83" y="128"/>
                    </a:moveTo>
                    <a:cubicBezTo>
                      <a:pt x="88" y="102"/>
                      <a:pt x="88" y="102"/>
                      <a:pt x="88" y="102"/>
                    </a:cubicBezTo>
                    <a:cubicBezTo>
                      <a:pt x="90" y="102"/>
                      <a:pt x="91" y="101"/>
                      <a:pt x="92" y="101"/>
                    </a:cubicBezTo>
                    <a:cubicBezTo>
                      <a:pt x="112" y="118"/>
                      <a:pt x="112" y="118"/>
                      <a:pt x="112" y="118"/>
                    </a:cubicBezTo>
                    <a:cubicBezTo>
                      <a:pt x="104" y="125"/>
                      <a:pt x="94" y="129"/>
                      <a:pt x="83" y="12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46" name="Freeform 45"/>
              <p:cNvSpPr>
                <a:spLocks noEditPoints="1"/>
              </p:cNvSpPr>
              <p:nvPr/>
            </p:nvSpPr>
            <p:spPr bwMode="auto">
              <a:xfrm>
                <a:off x="4927159" y="1741928"/>
                <a:ext cx="239624" cy="225866"/>
              </a:xfrm>
              <a:custGeom>
                <a:avLst/>
                <a:gdLst/>
                <a:ahLst/>
                <a:cxnLst>
                  <a:cxn ang="0">
                    <a:pos x="151" y="75"/>
                  </a:cxn>
                  <a:cxn ang="0">
                    <a:pos x="150" y="59"/>
                  </a:cxn>
                  <a:cxn ang="0">
                    <a:pos x="145" y="57"/>
                  </a:cxn>
                  <a:cxn ang="0">
                    <a:pos x="123" y="57"/>
                  </a:cxn>
                  <a:cxn ang="0">
                    <a:pos x="107" y="33"/>
                  </a:cxn>
                  <a:cxn ang="0">
                    <a:pos x="116" y="13"/>
                  </a:cxn>
                  <a:cxn ang="0">
                    <a:pos x="116" y="7"/>
                  </a:cxn>
                  <a:cxn ang="0">
                    <a:pos x="103" y="0"/>
                  </a:cxn>
                  <a:cxn ang="0">
                    <a:pos x="98" y="4"/>
                  </a:cxn>
                  <a:cxn ang="0">
                    <a:pos x="87" y="23"/>
                  </a:cxn>
                  <a:cxn ang="0">
                    <a:pos x="58" y="24"/>
                  </a:cxn>
                  <a:cxn ang="0">
                    <a:pos x="45" y="7"/>
                  </a:cxn>
                  <a:cxn ang="0">
                    <a:pos x="40" y="4"/>
                  </a:cxn>
                  <a:cxn ang="0">
                    <a:pos x="28" y="12"/>
                  </a:cxn>
                  <a:cxn ang="0">
                    <a:pos x="29" y="18"/>
                  </a:cxn>
                  <a:cxn ang="0">
                    <a:pos x="39" y="37"/>
                  </a:cxn>
                  <a:cxn ang="0">
                    <a:pos x="31" y="49"/>
                  </a:cxn>
                  <a:cxn ang="0">
                    <a:pos x="26" y="63"/>
                  </a:cxn>
                  <a:cxn ang="0">
                    <a:pos x="5" y="65"/>
                  </a:cxn>
                  <a:cxn ang="0">
                    <a:pos x="0" y="68"/>
                  </a:cxn>
                  <a:cxn ang="0">
                    <a:pos x="1" y="83"/>
                  </a:cxn>
                  <a:cxn ang="0">
                    <a:pos x="6" y="85"/>
                  </a:cxn>
                  <a:cxn ang="0">
                    <a:pos x="28" y="85"/>
                  </a:cxn>
                  <a:cxn ang="0">
                    <a:pos x="43" y="109"/>
                  </a:cxn>
                  <a:cxn ang="0">
                    <a:pos x="35" y="129"/>
                  </a:cxn>
                  <a:cxn ang="0">
                    <a:pos x="35" y="135"/>
                  </a:cxn>
                  <a:cxn ang="0">
                    <a:pos x="48" y="142"/>
                  </a:cxn>
                  <a:cxn ang="0">
                    <a:pos x="53" y="138"/>
                  </a:cxn>
                  <a:cxn ang="0">
                    <a:pos x="64" y="120"/>
                  </a:cxn>
                  <a:cxn ang="0">
                    <a:pos x="92" y="118"/>
                  </a:cxn>
                  <a:cxn ang="0">
                    <a:pos x="105" y="135"/>
                  </a:cxn>
                  <a:cxn ang="0">
                    <a:pos x="110" y="138"/>
                  </a:cxn>
                  <a:cxn ang="0">
                    <a:pos x="123" y="130"/>
                  </a:cxn>
                  <a:cxn ang="0">
                    <a:pos x="122" y="124"/>
                  </a:cxn>
                  <a:cxn ang="0">
                    <a:pos x="112" y="106"/>
                  </a:cxn>
                  <a:cxn ang="0">
                    <a:pos x="120" y="94"/>
                  </a:cxn>
                  <a:cxn ang="0">
                    <a:pos x="124" y="80"/>
                  </a:cxn>
                  <a:cxn ang="0">
                    <a:pos x="146" y="77"/>
                  </a:cxn>
                  <a:cxn ang="0">
                    <a:pos x="151" y="75"/>
                  </a:cxn>
                  <a:cxn ang="0">
                    <a:pos x="61" y="107"/>
                  </a:cxn>
                  <a:cxn ang="0">
                    <a:pos x="40" y="56"/>
                  </a:cxn>
                  <a:cxn ang="0">
                    <a:pos x="90" y="36"/>
                  </a:cxn>
                  <a:cxn ang="0">
                    <a:pos x="111" y="86"/>
                  </a:cxn>
                  <a:cxn ang="0">
                    <a:pos x="61" y="107"/>
                  </a:cxn>
                </a:cxnLst>
                <a:rect l="0" t="0" r="r" b="b"/>
                <a:pathLst>
                  <a:path w="151" h="143">
                    <a:moveTo>
                      <a:pt x="151" y="75"/>
                    </a:moveTo>
                    <a:cubicBezTo>
                      <a:pt x="150" y="59"/>
                      <a:pt x="150" y="59"/>
                      <a:pt x="150" y="59"/>
                    </a:cubicBezTo>
                    <a:cubicBezTo>
                      <a:pt x="150" y="58"/>
                      <a:pt x="148" y="57"/>
                      <a:pt x="145" y="57"/>
                    </a:cubicBezTo>
                    <a:cubicBezTo>
                      <a:pt x="123" y="57"/>
                      <a:pt x="123" y="57"/>
                      <a:pt x="123" y="57"/>
                    </a:cubicBezTo>
                    <a:cubicBezTo>
                      <a:pt x="120" y="48"/>
                      <a:pt x="115" y="40"/>
                      <a:pt x="107" y="33"/>
                    </a:cubicBezTo>
                    <a:cubicBezTo>
                      <a:pt x="116" y="13"/>
                      <a:pt x="116" y="13"/>
                      <a:pt x="116" y="13"/>
                    </a:cubicBezTo>
                    <a:cubicBezTo>
                      <a:pt x="117" y="11"/>
                      <a:pt x="117" y="8"/>
                      <a:pt x="116" y="7"/>
                    </a:cubicBezTo>
                    <a:cubicBezTo>
                      <a:pt x="103" y="0"/>
                      <a:pt x="103" y="0"/>
                      <a:pt x="103" y="0"/>
                    </a:cubicBezTo>
                    <a:cubicBezTo>
                      <a:pt x="102" y="0"/>
                      <a:pt x="99" y="2"/>
                      <a:pt x="98" y="4"/>
                    </a:cubicBezTo>
                    <a:cubicBezTo>
                      <a:pt x="87" y="23"/>
                      <a:pt x="87" y="23"/>
                      <a:pt x="87" y="23"/>
                    </a:cubicBezTo>
                    <a:cubicBezTo>
                      <a:pt x="77" y="21"/>
                      <a:pt x="67" y="21"/>
                      <a:pt x="58" y="24"/>
                    </a:cubicBezTo>
                    <a:cubicBezTo>
                      <a:pt x="45" y="7"/>
                      <a:pt x="45" y="7"/>
                      <a:pt x="45" y="7"/>
                    </a:cubicBezTo>
                    <a:cubicBezTo>
                      <a:pt x="44" y="5"/>
                      <a:pt x="41" y="3"/>
                      <a:pt x="40" y="4"/>
                    </a:cubicBezTo>
                    <a:cubicBezTo>
                      <a:pt x="28" y="12"/>
                      <a:pt x="28" y="12"/>
                      <a:pt x="28" y="12"/>
                    </a:cubicBezTo>
                    <a:cubicBezTo>
                      <a:pt x="27" y="13"/>
                      <a:pt x="27" y="16"/>
                      <a:pt x="29" y="18"/>
                    </a:cubicBezTo>
                    <a:cubicBezTo>
                      <a:pt x="39" y="37"/>
                      <a:pt x="39" y="37"/>
                      <a:pt x="39" y="37"/>
                    </a:cubicBezTo>
                    <a:cubicBezTo>
                      <a:pt x="36" y="40"/>
                      <a:pt x="33" y="44"/>
                      <a:pt x="31" y="49"/>
                    </a:cubicBezTo>
                    <a:cubicBezTo>
                      <a:pt x="29" y="53"/>
                      <a:pt x="27" y="58"/>
                      <a:pt x="26" y="63"/>
                    </a:cubicBezTo>
                    <a:cubicBezTo>
                      <a:pt x="5" y="65"/>
                      <a:pt x="5" y="65"/>
                      <a:pt x="5" y="65"/>
                    </a:cubicBezTo>
                    <a:cubicBezTo>
                      <a:pt x="2" y="65"/>
                      <a:pt x="0" y="67"/>
                      <a:pt x="0" y="68"/>
                    </a:cubicBezTo>
                    <a:cubicBezTo>
                      <a:pt x="1" y="83"/>
                      <a:pt x="1" y="83"/>
                      <a:pt x="1" y="83"/>
                    </a:cubicBezTo>
                    <a:cubicBezTo>
                      <a:pt x="1" y="84"/>
                      <a:pt x="3" y="85"/>
                      <a:pt x="6" y="85"/>
                    </a:cubicBezTo>
                    <a:cubicBezTo>
                      <a:pt x="28" y="85"/>
                      <a:pt x="28" y="85"/>
                      <a:pt x="28" y="85"/>
                    </a:cubicBezTo>
                    <a:cubicBezTo>
                      <a:pt x="30" y="95"/>
                      <a:pt x="36" y="103"/>
                      <a:pt x="43" y="109"/>
                    </a:cubicBezTo>
                    <a:cubicBezTo>
                      <a:pt x="35" y="129"/>
                      <a:pt x="35" y="129"/>
                      <a:pt x="35" y="129"/>
                    </a:cubicBezTo>
                    <a:cubicBezTo>
                      <a:pt x="34" y="132"/>
                      <a:pt x="34" y="135"/>
                      <a:pt x="35" y="135"/>
                    </a:cubicBezTo>
                    <a:cubicBezTo>
                      <a:pt x="48" y="142"/>
                      <a:pt x="48" y="142"/>
                      <a:pt x="48" y="142"/>
                    </a:cubicBezTo>
                    <a:cubicBezTo>
                      <a:pt x="49" y="143"/>
                      <a:pt x="51" y="141"/>
                      <a:pt x="53" y="138"/>
                    </a:cubicBezTo>
                    <a:cubicBezTo>
                      <a:pt x="64" y="120"/>
                      <a:pt x="64" y="120"/>
                      <a:pt x="64" y="120"/>
                    </a:cubicBezTo>
                    <a:cubicBezTo>
                      <a:pt x="73" y="122"/>
                      <a:pt x="83" y="121"/>
                      <a:pt x="92" y="118"/>
                    </a:cubicBezTo>
                    <a:cubicBezTo>
                      <a:pt x="105" y="135"/>
                      <a:pt x="105" y="135"/>
                      <a:pt x="105" y="135"/>
                    </a:cubicBezTo>
                    <a:cubicBezTo>
                      <a:pt x="107" y="138"/>
                      <a:pt x="109" y="139"/>
                      <a:pt x="110" y="138"/>
                    </a:cubicBezTo>
                    <a:cubicBezTo>
                      <a:pt x="123" y="130"/>
                      <a:pt x="123" y="130"/>
                      <a:pt x="123" y="130"/>
                    </a:cubicBezTo>
                    <a:cubicBezTo>
                      <a:pt x="124" y="129"/>
                      <a:pt x="124" y="127"/>
                      <a:pt x="122" y="124"/>
                    </a:cubicBezTo>
                    <a:cubicBezTo>
                      <a:pt x="112" y="106"/>
                      <a:pt x="112" y="106"/>
                      <a:pt x="112" y="106"/>
                    </a:cubicBezTo>
                    <a:cubicBezTo>
                      <a:pt x="115" y="102"/>
                      <a:pt x="118" y="98"/>
                      <a:pt x="120" y="94"/>
                    </a:cubicBezTo>
                    <a:cubicBezTo>
                      <a:pt x="122" y="89"/>
                      <a:pt x="124" y="85"/>
                      <a:pt x="124" y="80"/>
                    </a:cubicBezTo>
                    <a:cubicBezTo>
                      <a:pt x="146" y="77"/>
                      <a:pt x="146" y="77"/>
                      <a:pt x="146" y="77"/>
                    </a:cubicBezTo>
                    <a:cubicBezTo>
                      <a:pt x="149" y="77"/>
                      <a:pt x="151" y="76"/>
                      <a:pt x="151" y="75"/>
                    </a:cubicBezTo>
                    <a:close/>
                    <a:moveTo>
                      <a:pt x="61" y="107"/>
                    </a:moveTo>
                    <a:cubicBezTo>
                      <a:pt x="41" y="99"/>
                      <a:pt x="32" y="76"/>
                      <a:pt x="40" y="56"/>
                    </a:cubicBezTo>
                    <a:cubicBezTo>
                      <a:pt x="48" y="37"/>
                      <a:pt x="71" y="28"/>
                      <a:pt x="90" y="36"/>
                    </a:cubicBezTo>
                    <a:cubicBezTo>
                      <a:pt x="110" y="44"/>
                      <a:pt x="119" y="66"/>
                      <a:pt x="111" y="86"/>
                    </a:cubicBezTo>
                    <a:cubicBezTo>
                      <a:pt x="103" y="106"/>
                      <a:pt x="80" y="115"/>
                      <a:pt x="61" y="10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47" name="Freeform 46"/>
              <p:cNvSpPr>
                <a:spLocks noEditPoints="1"/>
              </p:cNvSpPr>
              <p:nvPr/>
            </p:nvSpPr>
            <p:spPr bwMode="auto">
              <a:xfrm>
                <a:off x="4981045" y="1788936"/>
                <a:ext cx="131851" cy="129558"/>
              </a:xfrm>
              <a:custGeom>
                <a:avLst/>
                <a:gdLst/>
                <a:ahLst/>
                <a:cxnLst>
                  <a:cxn ang="0">
                    <a:pos x="55" y="8"/>
                  </a:cxn>
                  <a:cxn ang="0">
                    <a:pos x="8" y="27"/>
                  </a:cxn>
                  <a:cxn ang="0">
                    <a:pos x="28" y="75"/>
                  </a:cxn>
                  <a:cxn ang="0">
                    <a:pos x="75" y="55"/>
                  </a:cxn>
                  <a:cxn ang="0">
                    <a:pos x="55" y="8"/>
                  </a:cxn>
                  <a:cxn ang="0">
                    <a:pos x="61" y="28"/>
                  </a:cxn>
                  <a:cxn ang="0">
                    <a:pos x="68" y="30"/>
                  </a:cxn>
                  <a:cxn ang="0">
                    <a:pos x="65" y="37"/>
                  </a:cxn>
                  <a:cxn ang="0">
                    <a:pos x="58" y="35"/>
                  </a:cxn>
                  <a:cxn ang="0">
                    <a:pos x="61" y="28"/>
                  </a:cxn>
                  <a:cxn ang="0">
                    <a:pos x="52" y="15"/>
                  </a:cxn>
                  <a:cxn ang="0">
                    <a:pos x="55" y="22"/>
                  </a:cxn>
                  <a:cxn ang="0">
                    <a:pos x="48" y="25"/>
                  </a:cxn>
                  <a:cxn ang="0">
                    <a:pos x="45" y="18"/>
                  </a:cxn>
                  <a:cxn ang="0">
                    <a:pos x="52" y="15"/>
                  </a:cxn>
                  <a:cxn ang="0">
                    <a:pos x="31" y="15"/>
                  </a:cxn>
                  <a:cxn ang="0">
                    <a:pos x="38" y="18"/>
                  </a:cxn>
                  <a:cxn ang="0">
                    <a:pos x="35" y="25"/>
                  </a:cxn>
                  <a:cxn ang="0">
                    <a:pos x="28" y="22"/>
                  </a:cxn>
                  <a:cxn ang="0">
                    <a:pos x="31" y="15"/>
                  </a:cxn>
                  <a:cxn ang="0">
                    <a:pos x="15" y="30"/>
                  </a:cxn>
                  <a:cxn ang="0">
                    <a:pos x="22" y="27"/>
                  </a:cxn>
                  <a:cxn ang="0">
                    <a:pos x="25" y="34"/>
                  </a:cxn>
                  <a:cxn ang="0">
                    <a:pos x="18" y="37"/>
                  </a:cxn>
                  <a:cxn ang="0">
                    <a:pos x="15" y="30"/>
                  </a:cxn>
                  <a:cxn ang="0">
                    <a:pos x="22" y="55"/>
                  </a:cxn>
                  <a:cxn ang="0">
                    <a:pos x="15" y="52"/>
                  </a:cxn>
                  <a:cxn ang="0">
                    <a:pos x="18" y="45"/>
                  </a:cxn>
                  <a:cxn ang="0">
                    <a:pos x="25" y="48"/>
                  </a:cxn>
                  <a:cxn ang="0">
                    <a:pos x="22" y="55"/>
                  </a:cxn>
                  <a:cxn ang="0">
                    <a:pos x="31" y="67"/>
                  </a:cxn>
                  <a:cxn ang="0">
                    <a:pos x="28" y="60"/>
                  </a:cxn>
                  <a:cxn ang="0">
                    <a:pos x="35" y="58"/>
                  </a:cxn>
                  <a:cxn ang="0">
                    <a:pos x="37" y="65"/>
                  </a:cxn>
                  <a:cxn ang="0">
                    <a:pos x="31" y="67"/>
                  </a:cxn>
                  <a:cxn ang="0">
                    <a:pos x="36" y="54"/>
                  </a:cxn>
                  <a:cxn ang="0">
                    <a:pos x="29" y="36"/>
                  </a:cxn>
                  <a:cxn ang="0">
                    <a:pos x="47" y="29"/>
                  </a:cxn>
                  <a:cxn ang="0">
                    <a:pos x="54" y="46"/>
                  </a:cxn>
                  <a:cxn ang="0">
                    <a:pos x="36" y="54"/>
                  </a:cxn>
                  <a:cxn ang="0">
                    <a:pos x="52" y="67"/>
                  </a:cxn>
                  <a:cxn ang="0">
                    <a:pos x="45" y="65"/>
                  </a:cxn>
                  <a:cxn ang="0">
                    <a:pos x="48" y="58"/>
                  </a:cxn>
                  <a:cxn ang="0">
                    <a:pos x="55" y="60"/>
                  </a:cxn>
                  <a:cxn ang="0">
                    <a:pos x="52" y="67"/>
                  </a:cxn>
                  <a:cxn ang="0">
                    <a:pos x="61" y="55"/>
                  </a:cxn>
                  <a:cxn ang="0">
                    <a:pos x="58" y="48"/>
                  </a:cxn>
                  <a:cxn ang="0">
                    <a:pos x="65" y="45"/>
                  </a:cxn>
                  <a:cxn ang="0">
                    <a:pos x="68" y="52"/>
                  </a:cxn>
                  <a:cxn ang="0">
                    <a:pos x="61" y="55"/>
                  </a:cxn>
                </a:cxnLst>
                <a:rect l="0" t="0" r="r" b="b"/>
                <a:pathLst>
                  <a:path w="83" h="82">
                    <a:moveTo>
                      <a:pt x="55" y="8"/>
                    </a:moveTo>
                    <a:cubicBezTo>
                      <a:pt x="37" y="0"/>
                      <a:pt x="16" y="9"/>
                      <a:pt x="8" y="27"/>
                    </a:cubicBezTo>
                    <a:cubicBezTo>
                      <a:pt x="0" y="46"/>
                      <a:pt x="9" y="67"/>
                      <a:pt x="28" y="75"/>
                    </a:cubicBezTo>
                    <a:cubicBezTo>
                      <a:pt x="46" y="82"/>
                      <a:pt x="67" y="74"/>
                      <a:pt x="75" y="55"/>
                    </a:cubicBezTo>
                    <a:cubicBezTo>
                      <a:pt x="83" y="37"/>
                      <a:pt x="74" y="16"/>
                      <a:pt x="55" y="8"/>
                    </a:cubicBezTo>
                    <a:close/>
                    <a:moveTo>
                      <a:pt x="61" y="28"/>
                    </a:moveTo>
                    <a:cubicBezTo>
                      <a:pt x="63" y="26"/>
                      <a:pt x="67" y="28"/>
                      <a:pt x="68" y="30"/>
                    </a:cubicBezTo>
                    <a:cubicBezTo>
                      <a:pt x="69" y="33"/>
                      <a:pt x="67" y="36"/>
                      <a:pt x="65" y="37"/>
                    </a:cubicBezTo>
                    <a:cubicBezTo>
                      <a:pt x="62" y="38"/>
                      <a:pt x="59" y="37"/>
                      <a:pt x="58" y="35"/>
                    </a:cubicBezTo>
                    <a:cubicBezTo>
                      <a:pt x="57" y="32"/>
                      <a:pt x="58" y="29"/>
                      <a:pt x="61" y="28"/>
                    </a:cubicBezTo>
                    <a:close/>
                    <a:moveTo>
                      <a:pt x="52" y="15"/>
                    </a:moveTo>
                    <a:cubicBezTo>
                      <a:pt x="55" y="16"/>
                      <a:pt x="56" y="19"/>
                      <a:pt x="55" y="22"/>
                    </a:cubicBezTo>
                    <a:cubicBezTo>
                      <a:pt x="54" y="25"/>
                      <a:pt x="51" y="26"/>
                      <a:pt x="48" y="25"/>
                    </a:cubicBezTo>
                    <a:cubicBezTo>
                      <a:pt x="46" y="24"/>
                      <a:pt x="44" y="21"/>
                      <a:pt x="45" y="18"/>
                    </a:cubicBezTo>
                    <a:cubicBezTo>
                      <a:pt x="47" y="15"/>
                      <a:pt x="50" y="14"/>
                      <a:pt x="52" y="15"/>
                    </a:cubicBezTo>
                    <a:close/>
                    <a:moveTo>
                      <a:pt x="31" y="15"/>
                    </a:moveTo>
                    <a:cubicBezTo>
                      <a:pt x="33" y="14"/>
                      <a:pt x="36" y="15"/>
                      <a:pt x="38" y="18"/>
                    </a:cubicBezTo>
                    <a:cubicBezTo>
                      <a:pt x="39" y="21"/>
                      <a:pt x="37" y="24"/>
                      <a:pt x="35" y="25"/>
                    </a:cubicBezTo>
                    <a:cubicBezTo>
                      <a:pt x="32" y="26"/>
                      <a:pt x="29" y="25"/>
                      <a:pt x="28" y="22"/>
                    </a:cubicBezTo>
                    <a:cubicBezTo>
                      <a:pt x="27" y="19"/>
                      <a:pt x="28" y="16"/>
                      <a:pt x="31" y="15"/>
                    </a:cubicBezTo>
                    <a:close/>
                    <a:moveTo>
                      <a:pt x="15" y="30"/>
                    </a:moveTo>
                    <a:cubicBezTo>
                      <a:pt x="16" y="28"/>
                      <a:pt x="20" y="26"/>
                      <a:pt x="22" y="27"/>
                    </a:cubicBezTo>
                    <a:cubicBezTo>
                      <a:pt x="25" y="29"/>
                      <a:pt x="26" y="32"/>
                      <a:pt x="25" y="34"/>
                    </a:cubicBezTo>
                    <a:cubicBezTo>
                      <a:pt x="24" y="37"/>
                      <a:pt x="21" y="38"/>
                      <a:pt x="18" y="37"/>
                    </a:cubicBezTo>
                    <a:cubicBezTo>
                      <a:pt x="15" y="36"/>
                      <a:pt x="14" y="33"/>
                      <a:pt x="15" y="30"/>
                    </a:cubicBezTo>
                    <a:close/>
                    <a:moveTo>
                      <a:pt x="22" y="55"/>
                    </a:moveTo>
                    <a:cubicBezTo>
                      <a:pt x="19" y="56"/>
                      <a:pt x="16" y="55"/>
                      <a:pt x="15" y="52"/>
                    </a:cubicBezTo>
                    <a:cubicBezTo>
                      <a:pt x="14" y="49"/>
                      <a:pt x="15" y="46"/>
                      <a:pt x="18" y="45"/>
                    </a:cubicBezTo>
                    <a:cubicBezTo>
                      <a:pt x="21" y="44"/>
                      <a:pt x="24" y="45"/>
                      <a:pt x="25" y="48"/>
                    </a:cubicBezTo>
                    <a:cubicBezTo>
                      <a:pt x="26" y="51"/>
                      <a:pt x="25" y="54"/>
                      <a:pt x="22" y="55"/>
                    </a:cubicBezTo>
                    <a:close/>
                    <a:moveTo>
                      <a:pt x="31" y="67"/>
                    </a:moveTo>
                    <a:cubicBezTo>
                      <a:pt x="28" y="66"/>
                      <a:pt x="27" y="63"/>
                      <a:pt x="28" y="60"/>
                    </a:cubicBezTo>
                    <a:cubicBezTo>
                      <a:pt x="29" y="58"/>
                      <a:pt x="32" y="56"/>
                      <a:pt x="35" y="58"/>
                    </a:cubicBezTo>
                    <a:cubicBezTo>
                      <a:pt x="37" y="59"/>
                      <a:pt x="39" y="62"/>
                      <a:pt x="37" y="65"/>
                    </a:cubicBezTo>
                    <a:cubicBezTo>
                      <a:pt x="36" y="67"/>
                      <a:pt x="33" y="68"/>
                      <a:pt x="31" y="67"/>
                    </a:cubicBezTo>
                    <a:close/>
                    <a:moveTo>
                      <a:pt x="36" y="54"/>
                    </a:moveTo>
                    <a:cubicBezTo>
                      <a:pt x="29" y="51"/>
                      <a:pt x="26" y="43"/>
                      <a:pt x="29" y="36"/>
                    </a:cubicBezTo>
                    <a:cubicBezTo>
                      <a:pt x="32" y="29"/>
                      <a:pt x="40" y="26"/>
                      <a:pt x="47" y="29"/>
                    </a:cubicBezTo>
                    <a:cubicBezTo>
                      <a:pt x="54" y="32"/>
                      <a:pt x="57" y="40"/>
                      <a:pt x="54" y="46"/>
                    </a:cubicBezTo>
                    <a:cubicBezTo>
                      <a:pt x="51" y="53"/>
                      <a:pt x="43" y="57"/>
                      <a:pt x="36" y="54"/>
                    </a:cubicBezTo>
                    <a:close/>
                    <a:moveTo>
                      <a:pt x="52" y="67"/>
                    </a:moveTo>
                    <a:cubicBezTo>
                      <a:pt x="50" y="69"/>
                      <a:pt x="46" y="67"/>
                      <a:pt x="45" y="65"/>
                    </a:cubicBezTo>
                    <a:cubicBezTo>
                      <a:pt x="44" y="62"/>
                      <a:pt x="45" y="59"/>
                      <a:pt x="48" y="58"/>
                    </a:cubicBezTo>
                    <a:cubicBezTo>
                      <a:pt x="51" y="56"/>
                      <a:pt x="54" y="58"/>
                      <a:pt x="55" y="60"/>
                    </a:cubicBezTo>
                    <a:cubicBezTo>
                      <a:pt x="56" y="63"/>
                      <a:pt x="55" y="66"/>
                      <a:pt x="52" y="67"/>
                    </a:cubicBezTo>
                    <a:close/>
                    <a:moveTo>
                      <a:pt x="61" y="55"/>
                    </a:moveTo>
                    <a:cubicBezTo>
                      <a:pt x="58" y="54"/>
                      <a:pt x="57" y="51"/>
                      <a:pt x="58" y="48"/>
                    </a:cubicBezTo>
                    <a:cubicBezTo>
                      <a:pt x="59" y="45"/>
                      <a:pt x="62" y="44"/>
                      <a:pt x="65" y="45"/>
                    </a:cubicBezTo>
                    <a:cubicBezTo>
                      <a:pt x="67" y="46"/>
                      <a:pt x="69" y="49"/>
                      <a:pt x="68" y="52"/>
                    </a:cubicBezTo>
                    <a:cubicBezTo>
                      <a:pt x="66" y="55"/>
                      <a:pt x="63" y="56"/>
                      <a:pt x="61" y="5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sp>
            <p:nvSpPr>
              <p:cNvPr id="48" name="Freeform 47"/>
              <p:cNvSpPr>
                <a:spLocks/>
              </p:cNvSpPr>
              <p:nvPr/>
            </p:nvSpPr>
            <p:spPr bwMode="auto">
              <a:xfrm>
                <a:off x="5031493" y="1839383"/>
                <a:ext cx="30956" cy="28663"/>
              </a:xfrm>
              <a:custGeom>
                <a:avLst/>
                <a:gdLst/>
                <a:ahLst/>
                <a:cxnLst>
                  <a:cxn ang="0">
                    <a:pos x="13" y="2"/>
                  </a:cxn>
                  <a:cxn ang="0">
                    <a:pos x="2" y="6"/>
                  </a:cxn>
                  <a:cxn ang="0">
                    <a:pos x="6" y="17"/>
                  </a:cxn>
                  <a:cxn ang="0">
                    <a:pos x="17" y="12"/>
                  </a:cxn>
                  <a:cxn ang="0">
                    <a:pos x="13" y="2"/>
                  </a:cxn>
                </a:cxnLst>
                <a:rect l="0" t="0" r="r" b="b"/>
                <a:pathLst>
                  <a:path w="19" h="18">
                    <a:moveTo>
                      <a:pt x="13" y="2"/>
                    </a:moveTo>
                    <a:cubicBezTo>
                      <a:pt x="8" y="0"/>
                      <a:pt x="4" y="2"/>
                      <a:pt x="2" y="6"/>
                    </a:cubicBezTo>
                    <a:cubicBezTo>
                      <a:pt x="0" y="10"/>
                      <a:pt x="2" y="15"/>
                      <a:pt x="6" y="17"/>
                    </a:cubicBezTo>
                    <a:cubicBezTo>
                      <a:pt x="10" y="18"/>
                      <a:pt x="15" y="16"/>
                      <a:pt x="17" y="12"/>
                    </a:cubicBezTo>
                    <a:cubicBezTo>
                      <a:pt x="19" y="8"/>
                      <a:pt x="17" y="4"/>
                      <a:pt x="13" y="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en-US" sz="3200" kern="0" smtClean="0">
                  <a:solidFill>
                    <a:srgbClr val="95A5A6"/>
                  </a:solidFill>
                  <a:latin typeface="Calibri" panose="020F0502020204030204"/>
                </a:endParaRPr>
              </a:p>
            </p:txBody>
          </p:sp>
        </p:grpSp>
      </p:grpSp>
      <p:sp>
        <p:nvSpPr>
          <p:cNvPr id="5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4881535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withEffect">
                                  <p:stCondLst>
                                    <p:cond delay="110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900" decel="100000" fill="hold"/>
                                        <p:tgtEl>
                                          <p:spTgt spid="2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1"/>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942432" y="525826"/>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lvl="0" rtl="1"/>
            <a:r>
              <a:rPr lang="ar-SA" sz="4000" b="1" u="sng" dirty="0" smtClean="0">
                <a:solidFill>
                  <a:schemeClr val="tx1">
                    <a:lumMod val="75000"/>
                  </a:schemeClr>
                </a:solidFill>
              </a:rPr>
              <a:t>أ - </a:t>
            </a:r>
            <a:r>
              <a:rPr lang="ar-JO" sz="4000" b="1" u="sng" dirty="0" smtClean="0">
                <a:solidFill>
                  <a:schemeClr val="tx1">
                    <a:lumMod val="75000"/>
                  </a:schemeClr>
                </a:solidFill>
              </a:rPr>
              <a:t>التطور </a:t>
            </a:r>
            <a:r>
              <a:rPr lang="ar-JO" sz="4000" b="1" u="sng" dirty="0">
                <a:solidFill>
                  <a:schemeClr val="tx1">
                    <a:lumMod val="75000"/>
                  </a:schemeClr>
                </a:solidFill>
              </a:rPr>
              <a:t>التاريخي للواقع المعزز </a:t>
            </a:r>
            <a:endParaRPr lang="en-US" sz="4000" u="sng" dirty="0">
              <a:solidFill>
                <a:schemeClr val="tx1">
                  <a:lumMod val="75000"/>
                </a:schemeClr>
              </a:solidFill>
            </a:endParaRPr>
          </a:p>
        </p:txBody>
      </p:sp>
      <p:graphicFrame>
        <p:nvGraphicFramePr>
          <p:cNvPr id="27" name="Diagram 26"/>
          <p:cNvGraphicFramePr/>
          <p:nvPr>
            <p:extLst>
              <p:ext uri="{D42A27DB-BD31-4B8C-83A1-F6EECF244321}">
                <p14:modId xmlns:p14="http://schemas.microsoft.com/office/powerpoint/2010/main" val="3262999750"/>
              </p:ext>
            </p:extLst>
          </p:nvPr>
        </p:nvGraphicFramePr>
        <p:xfrm>
          <a:off x="2892897" y="902234"/>
          <a:ext cx="8530478" cy="396162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9" name="Content Placeholder 2"/>
          <p:cNvSpPr txBox="1">
            <a:spLocks/>
          </p:cNvSpPr>
          <p:nvPr/>
        </p:nvSpPr>
        <p:spPr>
          <a:xfrm>
            <a:off x="900450" y="2971376"/>
            <a:ext cx="4351291" cy="203253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rtl="1">
              <a:buNone/>
            </a:pPr>
            <a:r>
              <a:rPr lang="ar-JO" sz="2800" b="1" dirty="0" smtClean="0">
                <a:solidFill>
                  <a:schemeClr val="accent1"/>
                </a:solidFill>
              </a:rPr>
              <a:t> </a:t>
            </a:r>
            <a:r>
              <a:rPr lang="ar-JO" sz="2800" b="1" dirty="0">
                <a:solidFill>
                  <a:schemeClr val="accent1"/>
                </a:solidFill>
              </a:rPr>
              <a:t>تعود البدايات الأولى لظهور تقنية الواقع المعزز إلى عام 1962م</a:t>
            </a:r>
            <a:endParaRPr lang="en-US" sz="2800" b="1" dirty="0">
              <a:solidFill>
                <a:schemeClr val="accent1"/>
              </a:solidFill>
            </a:endParaRPr>
          </a:p>
        </p:txBody>
      </p:sp>
      <p:sp>
        <p:nvSpPr>
          <p:cNvPr id="31" name="Content Placeholder 2"/>
          <p:cNvSpPr txBox="1">
            <a:spLocks/>
          </p:cNvSpPr>
          <p:nvPr/>
        </p:nvSpPr>
        <p:spPr>
          <a:xfrm>
            <a:off x="5453101" y="3987645"/>
            <a:ext cx="4177281" cy="101626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rtl="1">
              <a:buNone/>
            </a:pPr>
            <a:r>
              <a:rPr lang="ar-JO" sz="2800" b="1" dirty="0">
                <a:solidFill>
                  <a:srgbClr val="002060"/>
                </a:solidFill>
              </a:rPr>
              <a:t>جاءت المرحلة الثانية في تطور تقنية الواقع المعزز عام 1966م </a:t>
            </a:r>
            <a:endParaRPr lang="en-US" sz="2800" b="1" dirty="0">
              <a:solidFill>
                <a:srgbClr val="002060"/>
              </a:solidFill>
            </a:endParaRPr>
          </a:p>
        </p:txBody>
      </p:sp>
      <p:grpSp>
        <p:nvGrpSpPr>
          <p:cNvPr id="40" name="Group 39"/>
          <p:cNvGrpSpPr/>
          <p:nvPr/>
        </p:nvGrpSpPr>
        <p:grpSpPr>
          <a:xfrm>
            <a:off x="2554517" y="1871562"/>
            <a:ext cx="823913" cy="823913"/>
            <a:chOff x="6869481" y="3174886"/>
            <a:chExt cx="823913" cy="823913"/>
          </a:xfrm>
        </p:grpSpPr>
        <p:sp>
          <p:nvSpPr>
            <p:cNvPr id="41" name="Oval 40"/>
            <p:cNvSpPr>
              <a:spLocks noChangeArrowheads="1"/>
            </p:cNvSpPr>
            <p:nvPr/>
          </p:nvSpPr>
          <p:spPr bwMode="auto">
            <a:xfrm>
              <a:off x="6869481" y="3174886"/>
              <a:ext cx="823913" cy="823913"/>
            </a:xfrm>
            <a:prstGeom prst="ellipse">
              <a:avLst/>
            </a:prstGeom>
            <a:solidFill>
              <a:srgbClr val="C00000"/>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grpSp>
          <p:nvGrpSpPr>
            <p:cNvPr id="42" name="Group 41"/>
            <p:cNvGrpSpPr/>
            <p:nvPr/>
          </p:nvGrpSpPr>
          <p:grpSpPr>
            <a:xfrm>
              <a:off x="7099504" y="3437424"/>
              <a:ext cx="386534" cy="314469"/>
              <a:chOff x="6275559" y="2434671"/>
              <a:chExt cx="386534" cy="314469"/>
            </a:xfrm>
            <a:solidFill>
              <a:schemeClr val="bg1"/>
            </a:solidFill>
          </p:grpSpPr>
          <p:sp>
            <p:nvSpPr>
              <p:cNvPr id="43" name="Freeform 42"/>
              <p:cNvSpPr>
                <a:spLocks noEditPoints="1"/>
              </p:cNvSpPr>
              <p:nvPr/>
            </p:nvSpPr>
            <p:spPr bwMode="auto">
              <a:xfrm>
                <a:off x="6275559" y="2434671"/>
                <a:ext cx="386534" cy="314469"/>
              </a:xfrm>
              <a:custGeom>
                <a:avLst/>
                <a:gdLst>
                  <a:gd name="T0" fmla="*/ 248 w 256"/>
                  <a:gd name="T1" fmla="*/ 0 h 208"/>
                  <a:gd name="T2" fmla="*/ 40 w 256"/>
                  <a:gd name="T3" fmla="*/ 0 h 208"/>
                  <a:gd name="T4" fmla="*/ 32 w 256"/>
                  <a:gd name="T5" fmla="*/ 8 h 208"/>
                  <a:gd name="T6" fmla="*/ 32 w 256"/>
                  <a:gd name="T7" fmla="*/ 32 h 208"/>
                  <a:gd name="T8" fmla="*/ 8 w 256"/>
                  <a:gd name="T9" fmla="*/ 32 h 208"/>
                  <a:gd name="T10" fmla="*/ 0 w 256"/>
                  <a:gd name="T11" fmla="*/ 40 h 208"/>
                  <a:gd name="T12" fmla="*/ 0 w 256"/>
                  <a:gd name="T13" fmla="*/ 200 h 208"/>
                  <a:gd name="T14" fmla="*/ 8 w 256"/>
                  <a:gd name="T15" fmla="*/ 208 h 208"/>
                  <a:gd name="T16" fmla="*/ 216 w 256"/>
                  <a:gd name="T17" fmla="*/ 208 h 208"/>
                  <a:gd name="T18" fmla="*/ 224 w 256"/>
                  <a:gd name="T19" fmla="*/ 200 h 208"/>
                  <a:gd name="T20" fmla="*/ 224 w 256"/>
                  <a:gd name="T21" fmla="*/ 176 h 208"/>
                  <a:gd name="T22" fmla="*/ 248 w 256"/>
                  <a:gd name="T23" fmla="*/ 176 h 208"/>
                  <a:gd name="T24" fmla="*/ 256 w 256"/>
                  <a:gd name="T25" fmla="*/ 168 h 208"/>
                  <a:gd name="T26" fmla="*/ 256 w 256"/>
                  <a:gd name="T27" fmla="*/ 8 h 208"/>
                  <a:gd name="T28" fmla="*/ 248 w 256"/>
                  <a:gd name="T29" fmla="*/ 0 h 208"/>
                  <a:gd name="T30" fmla="*/ 208 w 256"/>
                  <a:gd name="T31" fmla="*/ 48 h 208"/>
                  <a:gd name="T32" fmla="*/ 208 w 256"/>
                  <a:gd name="T33" fmla="*/ 175 h 208"/>
                  <a:gd name="T34" fmla="*/ 165 w 256"/>
                  <a:gd name="T35" fmla="*/ 138 h 208"/>
                  <a:gd name="T36" fmla="*/ 156 w 256"/>
                  <a:gd name="T37" fmla="*/ 137 h 208"/>
                  <a:gd name="T38" fmla="*/ 122 w 256"/>
                  <a:gd name="T39" fmla="*/ 158 h 208"/>
                  <a:gd name="T40" fmla="*/ 70 w 256"/>
                  <a:gd name="T41" fmla="*/ 99 h 208"/>
                  <a:gd name="T42" fmla="*/ 64 w 256"/>
                  <a:gd name="T43" fmla="*/ 96 h 208"/>
                  <a:gd name="T44" fmla="*/ 58 w 256"/>
                  <a:gd name="T45" fmla="*/ 98 h 208"/>
                  <a:gd name="T46" fmla="*/ 16 w 256"/>
                  <a:gd name="T47" fmla="*/ 141 h 208"/>
                  <a:gd name="T48" fmla="*/ 16 w 256"/>
                  <a:gd name="T49" fmla="*/ 48 h 208"/>
                  <a:gd name="T50" fmla="*/ 208 w 256"/>
                  <a:gd name="T51" fmla="*/ 48 h 208"/>
                  <a:gd name="T52" fmla="*/ 16 w 256"/>
                  <a:gd name="T53" fmla="*/ 163 h 208"/>
                  <a:gd name="T54" fmla="*/ 64 w 256"/>
                  <a:gd name="T55" fmla="*/ 116 h 208"/>
                  <a:gd name="T56" fmla="*/ 114 w 256"/>
                  <a:gd name="T57" fmla="*/ 173 h 208"/>
                  <a:gd name="T58" fmla="*/ 124 w 256"/>
                  <a:gd name="T59" fmla="*/ 175 h 208"/>
                  <a:gd name="T60" fmla="*/ 159 w 256"/>
                  <a:gd name="T61" fmla="*/ 154 h 208"/>
                  <a:gd name="T62" fmla="*/ 204 w 256"/>
                  <a:gd name="T63" fmla="*/ 192 h 208"/>
                  <a:gd name="T64" fmla="*/ 16 w 256"/>
                  <a:gd name="T65" fmla="*/ 192 h 208"/>
                  <a:gd name="T66" fmla="*/ 16 w 256"/>
                  <a:gd name="T67" fmla="*/ 163 h 208"/>
                  <a:gd name="T68" fmla="*/ 240 w 256"/>
                  <a:gd name="T69" fmla="*/ 160 h 208"/>
                  <a:gd name="T70" fmla="*/ 224 w 256"/>
                  <a:gd name="T71" fmla="*/ 160 h 208"/>
                  <a:gd name="T72" fmla="*/ 224 w 256"/>
                  <a:gd name="T73" fmla="*/ 40 h 208"/>
                  <a:gd name="T74" fmla="*/ 216 w 256"/>
                  <a:gd name="T75" fmla="*/ 32 h 208"/>
                  <a:gd name="T76" fmla="*/ 48 w 256"/>
                  <a:gd name="T77" fmla="*/ 32 h 208"/>
                  <a:gd name="T78" fmla="*/ 48 w 256"/>
                  <a:gd name="T79" fmla="*/ 16 h 208"/>
                  <a:gd name="T80" fmla="*/ 240 w 256"/>
                  <a:gd name="T81" fmla="*/ 16 h 208"/>
                  <a:gd name="T82" fmla="*/ 240 w 256"/>
                  <a:gd name="T83" fmla="*/ 16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208">
                    <a:moveTo>
                      <a:pt x="248" y="0"/>
                    </a:moveTo>
                    <a:cubicBezTo>
                      <a:pt x="40" y="0"/>
                      <a:pt x="40" y="0"/>
                      <a:pt x="40" y="0"/>
                    </a:cubicBezTo>
                    <a:cubicBezTo>
                      <a:pt x="36" y="0"/>
                      <a:pt x="32" y="4"/>
                      <a:pt x="32" y="8"/>
                    </a:cubicBezTo>
                    <a:cubicBezTo>
                      <a:pt x="32" y="32"/>
                      <a:pt x="32" y="32"/>
                      <a:pt x="32" y="32"/>
                    </a:cubicBezTo>
                    <a:cubicBezTo>
                      <a:pt x="8" y="32"/>
                      <a:pt x="8" y="32"/>
                      <a:pt x="8" y="32"/>
                    </a:cubicBezTo>
                    <a:cubicBezTo>
                      <a:pt x="4" y="32"/>
                      <a:pt x="0" y="36"/>
                      <a:pt x="0" y="40"/>
                    </a:cubicBezTo>
                    <a:cubicBezTo>
                      <a:pt x="0" y="200"/>
                      <a:pt x="0" y="200"/>
                      <a:pt x="0" y="200"/>
                    </a:cubicBezTo>
                    <a:cubicBezTo>
                      <a:pt x="0" y="204"/>
                      <a:pt x="4" y="208"/>
                      <a:pt x="8" y="208"/>
                    </a:cubicBezTo>
                    <a:cubicBezTo>
                      <a:pt x="216" y="208"/>
                      <a:pt x="216" y="208"/>
                      <a:pt x="216" y="208"/>
                    </a:cubicBezTo>
                    <a:cubicBezTo>
                      <a:pt x="220" y="208"/>
                      <a:pt x="224" y="204"/>
                      <a:pt x="224" y="200"/>
                    </a:cubicBezTo>
                    <a:cubicBezTo>
                      <a:pt x="224" y="176"/>
                      <a:pt x="224" y="176"/>
                      <a:pt x="224" y="176"/>
                    </a:cubicBezTo>
                    <a:cubicBezTo>
                      <a:pt x="248" y="176"/>
                      <a:pt x="248" y="176"/>
                      <a:pt x="248" y="176"/>
                    </a:cubicBezTo>
                    <a:cubicBezTo>
                      <a:pt x="252" y="176"/>
                      <a:pt x="256" y="172"/>
                      <a:pt x="256" y="168"/>
                    </a:cubicBezTo>
                    <a:cubicBezTo>
                      <a:pt x="256" y="8"/>
                      <a:pt x="256" y="8"/>
                      <a:pt x="256" y="8"/>
                    </a:cubicBezTo>
                    <a:cubicBezTo>
                      <a:pt x="256" y="4"/>
                      <a:pt x="252" y="0"/>
                      <a:pt x="248" y="0"/>
                    </a:cubicBezTo>
                    <a:close/>
                    <a:moveTo>
                      <a:pt x="208" y="48"/>
                    </a:moveTo>
                    <a:cubicBezTo>
                      <a:pt x="208" y="175"/>
                      <a:pt x="208" y="175"/>
                      <a:pt x="208" y="175"/>
                    </a:cubicBezTo>
                    <a:cubicBezTo>
                      <a:pt x="165" y="138"/>
                      <a:pt x="165" y="138"/>
                      <a:pt x="165" y="138"/>
                    </a:cubicBezTo>
                    <a:cubicBezTo>
                      <a:pt x="163" y="136"/>
                      <a:pt x="159" y="135"/>
                      <a:pt x="156" y="137"/>
                    </a:cubicBezTo>
                    <a:cubicBezTo>
                      <a:pt x="122" y="158"/>
                      <a:pt x="122" y="158"/>
                      <a:pt x="122" y="158"/>
                    </a:cubicBezTo>
                    <a:cubicBezTo>
                      <a:pt x="70" y="99"/>
                      <a:pt x="70" y="99"/>
                      <a:pt x="70" y="99"/>
                    </a:cubicBezTo>
                    <a:cubicBezTo>
                      <a:pt x="69" y="97"/>
                      <a:pt x="66" y="96"/>
                      <a:pt x="64" y="96"/>
                    </a:cubicBezTo>
                    <a:cubicBezTo>
                      <a:pt x="62" y="96"/>
                      <a:pt x="60" y="97"/>
                      <a:pt x="58" y="98"/>
                    </a:cubicBezTo>
                    <a:cubicBezTo>
                      <a:pt x="16" y="141"/>
                      <a:pt x="16" y="141"/>
                      <a:pt x="16" y="141"/>
                    </a:cubicBezTo>
                    <a:cubicBezTo>
                      <a:pt x="16" y="48"/>
                      <a:pt x="16" y="48"/>
                      <a:pt x="16" y="48"/>
                    </a:cubicBezTo>
                    <a:lnTo>
                      <a:pt x="208" y="48"/>
                    </a:lnTo>
                    <a:close/>
                    <a:moveTo>
                      <a:pt x="16" y="163"/>
                    </a:moveTo>
                    <a:cubicBezTo>
                      <a:pt x="64" y="116"/>
                      <a:pt x="64" y="116"/>
                      <a:pt x="64" y="116"/>
                    </a:cubicBezTo>
                    <a:cubicBezTo>
                      <a:pt x="114" y="173"/>
                      <a:pt x="114" y="173"/>
                      <a:pt x="114" y="173"/>
                    </a:cubicBezTo>
                    <a:cubicBezTo>
                      <a:pt x="117" y="176"/>
                      <a:pt x="121" y="177"/>
                      <a:pt x="124" y="175"/>
                    </a:cubicBezTo>
                    <a:cubicBezTo>
                      <a:pt x="159" y="154"/>
                      <a:pt x="159" y="154"/>
                      <a:pt x="159" y="154"/>
                    </a:cubicBezTo>
                    <a:cubicBezTo>
                      <a:pt x="204" y="192"/>
                      <a:pt x="204" y="192"/>
                      <a:pt x="204" y="192"/>
                    </a:cubicBezTo>
                    <a:cubicBezTo>
                      <a:pt x="16" y="192"/>
                      <a:pt x="16" y="192"/>
                      <a:pt x="16" y="192"/>
                    </a:cubicBezTo>
                    <a:lnTo>
                      <a:pt x="16" y="163"/>
                    </a:lnTo>
                    <a:close/>
                    <a:moveTo>
                      <a:pt x="240" y="160"/>
                    </a:moveTo>
                    <a:cubicBezTo>
                      <a:pt x="224" y="160"/>
                      <a:pt x="224" y="160"/>
                      <a:pt x="224" y="160"/>
                    </a:cubicBezTo>
                    <a:cubicBezTo>
                      <a:pt x="224" y="40"/>
                      <a:pt x="224" y="40"/>
                      <a:pt x="224" y="40"/>
                    </a:cubicBezTo>
                    <a:cubicBezTo>
                      <a:pt x="224" y="36"/>
                      <a:pt x="220" y="32"/>
                      <a:pt x="216" y="32"/>
                    </a:cubicBezTo>
                    <a:cubicBezTo>
                      <a:pt x="48" y="32"/>
                      <a:pt x="48" y="32"/>
                      <a:pt x="48" y="32"/>
                    </a:cubicBezTo>
                    <a:cubicBezTo>
                      <a:pt x="48" y="16"/>
                      <a:pt x="48" y="16"/>
                      <a:pt x="48" y="16"/>
                    </a:cubicBezTo>
                    <a:cubicBezTo>
                      <a:pt x="240" y="16"/>
                      <a:pt x="240" y="16"/>
                      <a:pt x="240" y="16"/>
                    </a:cubicBezTo>
                    <a:lnTo>
                      <a:pt x="240"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sp>
            <p:nvSpPr>
              <p:cNvPr id="44" name="Freeform 43"/>
              <p:cNvSpPr>
                <a:spLocks noEditPoints="1"/>
              </p:cNvSpPr>
              <p:nvPr/>
            </p:nvSpPr>
            <p:spPr bwMode="auto">
              <a:xfrm>
                <a:off x="6481274" y="2531633"/>
                <a:ext cx="83858" cy="85169"/>
              </a:xfrm>
              <a:custGeom>
                <a:avLst/>
                <a:gdLst>
                  <a:gd name="T0" fmla="*/ 28 w 56"/>
                  <a:gd name="T1" fmla="*/ 56 h 56"/>
                  <a:gd name="T2" fmla="*/ 56 w 56"/>
                  <a:gd name="T3" fmla="*/ 28 h 56"/>
                  <a:gd name="T4" fmla="*/ 28 w 56"/>
                  <a:gd name="T5" fmla="*/ 0 h 56"/>
                  <a:gd name="T6" fmla="*/ 0 w 56"/>
                  <a:gd name="T7" fmla="*/ 28 h 56"/>
                  <a:gd name="T8" fmla="*/ 28 w 56"/>
                  <a:gd name="T9" fmla="*/ 56 h 56"/>
                  <a:gd name="T10" fmla="*/ 28 w 56"/>
                  <a:gd name="T11" fmla="*/ 16 h 56"/>
                  <a:gd name="T12" fmla="*/ 40 w 56"/>
                  <a:gd name="T13" fmla="*/ 28 h 56"/>
                  <a:gd name="T14" fmla="*/ 28 w 56"/>
                  <a:gd name="T15" fmla="*/ 40 h 56"/>
                  <a:gd name="T16" fmla="*/ 16 w 56"/>
                  <a:gd name="T17" fmla="*/ 28 h 56"/>
                  <a:gd name="T18" fmla="*/ 28 w 56"/>
                  <a:gd name="T19" fmla="*/ 1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56"/>
                    </a:moveTo>
                    <a:cubicBezTo>
                      <a:pt x="43" y="56"/>
                      <a:pt x="56" y="43"/>
                      <a:pt x="56" y="28"/>
                    </a:cubicBezTo>
                    <a:cubicBezTo>
                      <a:pt x="56" y="13"/>
                      <a:pt x="43" y="0"/>
                      <a:pt x="28" y="0"/>
                    </a:cubicBezTo>
                    <a:cubicBezTo>
                      <a:pt x="13" y="0"/>
                      <a:pt x="0" y="13"/>
                      <a:pt x="0" y="28"/>
                    </a:cubicBezTo>
                    <a:cubicBezTo>
                      <a:pt x="0" y="43"/>
                      <a:pt x="13" y="56"/>
                      <a:pt x="28" y="56"/>
                    </a:cubicBezTo>
                    <a:close/>
                    <a:moveTo>
                      <a:pt x="28" y="16"/>
                    </a:moveTo>
                    <a:cubicBezTo>
                      <a:pt x="35" y="16"/>
                      <a:pt x="40" y="21"/>
                      <a:pt x="40" y="28"/>
                    </a:cubicBezTo>
                    <a:cubicBezTo>
                      <a:pt x="40" y="35"/>
                      <a:pt x="35" y="40"/>
                      <a:pt x="28" y="40"/>
                    </a:cubicBezTo>
                    <a:cubicBezTo>
                      <a:pt x="21" y="40"/>
                      <a:pt x="16" y="35"/>
                      <a:pt x="16" y="28"/>
                    </a:cubicBezTo>
                    <a:cubicBezTo>
                      <a:pt x="16" y="21"/>
                      <a:pt x="21" y="16"/>
                      <a:pt x="2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grpSp>
      </p:grpSp>
      <p:grpSp>
        <p:nvGrpSpPr>
          <p:cNvPr id="45" name="Group 44"/>
          <p:cNvGrpSpPr/>
          <p:nvPr/>
        </p:nvGrpSpPr>
        <p:grpSpPr>
          <a:xfrm>
            <a:off x="5964214" y="2848736"/>
            <a:ext cx="823913" cy="823913"/>
            <a:chOff x="6114436" y="3954719"/>
            <a:chExt cx="823913" cy="823913"/>
          </a:xfrm>
        </p:grpSpPr>
        <p:sp>
          <p:nvSpPr>
            <p:cNvPr id="46" name="Oval 68"/>
            <p:cNvSpPr>
              <a:spLocks noChangeArrowheads="1"/>
            </p:cNvSpPr>
            <p:nvPr/>
          </p:nvSpPr>
          <p:spPr bwMode="auto">
            <a:xfrm>
              <a:off x="6114436" y="3954719"/>
              <a:ext cx="823913" cy="823913"/>
            </a:xfrm>
            <a:prstGeom prst="ellipse">
              <a:avLst/>
            </a:prstGeom>
            <a:solidFill>
              <a:schemeClr val="accent6"/>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grpSp>
          <p:nvGrpSpPr>
            <p:cNvPr id="47" name="Group 46"/>
            <p:cNvGrpSpPr/>
            <p:nvPr/>
          </p:nvGrpSpPr>
          <p:grpSpPr>
            <a:xfrm>
              <a:off x="6350454" y="4159239"/>
              <a:ext cx="386534" cy="386534"/>
              <a:chOff x="9753057" y="3268013"/>
              <a:chExt cx="386534" cy="386534"/>
            </a:xfrm>
            <a:solidFill>
              <a:schemeClr val="bg1"/>
            </a:solidFill>
          </p:grpSpPr>
          <p:sp>
            <p:nvSpPr>
              <p:cNvPr id="48" name="Freeform 94"/>
              <p:cNvSpPr>
                <a:spLocks noEditPoints="1"/>
              </p:cNvSpPr>
              <p:nvPr/>
            </p:nvSpPr>
            <p:spPr bwMode="auto">
              <a:xfrm>
                <a:off x="9753057" y="3268013"/>
                <a:ext cx="386534" cy="386534"/>
              </a:xfrm>
              <a:custGeom>
                <a:avLst/>
                <a:gdLst>
                  <a:gd name="T0" fmla="*/ 251 w 256"/>
                  <a:gd name="T1" fmla="*/ 97 h 256"/>
                  <a:gd name="T2" fmla="*/ 216 w 256"/>
                  <a:gd name="T3" fmla="*/ 83 h 256"/>
                  <a:gd name="T4" fmla="*/ 216 w 256"/>
                  <a:gd name="T5" fmla="*/ 8 h 256"/>
                  <a:gd name="T6" fmla="*/ 208 w 256"/>
                  <a:gd name="T7" fmla="*/ 0 h 256"/>
                  <a:gd name="T8" fmla="*/ 48 w 256"/>
                  <a:gd name="T9" fmla="*/ 0 h 256"/>
                  <a:gd name="T10" fmla="*/ 40 w 256"/>
                  <a:gd name="T11" fmla="*/ 8 h 256"/>
                  <a:gd name="T12" fmla="*/ 40 w 256"/>
                  <a:gd name="T13" fmla="*/ 83 h 256"/>
                  <a:gd name="T14" fmla="*/ 5 w 256"/>
                  <a:gd name="T15" fmla="*/ 97 h 256"/>
                  <a:gd name="T16" fmla="*/ 0 w 256"/>
                  <a:gd name="T17" fmla="*/ 104 h 256"/>
                  <a:gd name="T18" fmla="*/ 0 w 256"/>
                  <a:gd name="T19" fmla="*/ 104 h 256"/>
                  <a:gd name="T20" fmla="*/ 0 w 256"/>
                  <a:gd name="T21" fmla="*/ 248 h 256"/>
                  <a:gd name="T22" fmla="*/ 8 w 256"/>
                  <a:gd name="T23" fmla="*/ 256 h 256"/>
                  <a:gd name="T24" fmla="*/ 248 w 256"/>
                  <a:gd name="T25" fmla="*/ 256 h 256"/>
                  <a:gd name="T26" fmla="*/ 256 w 256"/>
                  <a:gd name="T27" fmla="*/ 248 h 256"/>
                  <a:gd name="T28" fmla="*/ 256 w 256"/>
                  <a:gd name="T29" fmla="*/ 104 h 256"/>
                  <a:gd name="T30" fmla="*/ 256 w 256"/>
                  <a:gd name="T31" fmla="*/ 104 h 256"/>
                  <a:gd name="T32" fmla="*/ 251 w 256"/>
                  <a:gd name="T33" fmla="*/ 97 h 256"/>
                  <a:gd name="T34" fmla="*/ 232 w 256"/>
                  <a:gd name="T35" fmla="*/ 106 h 256"/>
                  <a:gd name="T36" fmla="*/ 216 w 256"/>
                  <a:gd name="T37" fmla="*/ 116 h 256"/>
                  <a:gd name="T38" fmla="*/ 216 w 256"/>
                  <a:gd name="T39" fmla="*/ 100 h 256"/>
                  <a:gd name="T40" fmla="*/ 232 w 256"/>
                  <a:gd name="T41" fmla="*/ 106 h 256"/>
                  <a:gd name="T42" fmla="*/ 200 w 256"/>
                  <a:gd name="T43" fmla="*/ 16 h 256"/>
                  <a:gd name="T44" fmla="*/ 200 w 256"/>
                  <a:gd name="T45" fmla="*/ 88 h 256"/>
                  <a:gd name="T46" fmla="*/ 200 w 256"/>
                  <a:gd name="T47" fmla="*/ 88 h 256"/>
                  <a:gd name="T48" fmla="*/ 200 w 256"/>
                  <a:gd name="T49" fmla="*/ 126 h 256"/>
                  <a:gd name="T50" fmla="*/ 128 w 256"/>
                  <a:gd name="T51" fmla="*/ 171 h 256"/>
                  <a:gd name="T52" fmla="*/ 56 w 256"/>
                  <a:gd name="T53" fmla="*/ 126 h 256"/>
                  <a:gd name="T54" fmla="*/ 56 w 256"/>
                  <a:gd name="T55" fmla="*/ 88 h 256"/>
                  <a:gd name="T56" fmla="*/ 56 w 256"/>
                  <a:gd name="T57" fmla="*/ 88 h 256"/>
                  <a:gd name="T58" fmla="*/ 56 w 256"/>
                  <a:gd name="T59" fmla="*/ 16 h 256"/>
                  <a:gd name="T60" fmla="*/ 200 w 256"/>
                  <a:gd name="T61" fmla="*/ 16 h 256"/>
                  <a:gd name="T62" fmla="*/ 40 w 256"/>
                  <a:gd name="T63" fmla="*/ 116 h 256"/>
                  <a:gd name="T64" fmla="*/ 24 w 256"/>
                  <a:gd name="T65" fmla="*/ 106 h 256"/>
                  <a:gd name="T66" fmla="*/ 40 w 256"/>
                  <a:gd name="T67" fmla="*/ 100 h 256"/>
                  <a:gd name="T68" fmla="*/ 40 w 256"/>
                  <a:gd name="T69" fmla="*/ 116 h 256"/>
                  <a:gd name="T70" fmla="*/ 16 w 256"/>
                  <a:gd name="T71" fmla="*/ 240 h 256"/>
                  <a:gd name="T72" fmla="*/ 16 w 256"/>
                  <a:gd name="T73" fmla="*/ 120 h 256"/>
                  <a:gd name="T74" fmla="*/ 124 w 256"/>
                  <a:gd name="T75" fmla="*/ 187 h 256"/>
                  <a:gd name="T76" fmla="*/ 128 w 256"/>
                  <a:gd name="T77" fmla="*/ 188 h 256"/>
                  <a:gd name="T78" fmla="*/ 132 w 256"/>
                  <a:gd name="T79" fmla="*/ 187 h 256"/>
                  <a:gd name="T80" fmla="*/ 240 w 256"/>
                  <a:gd name="T81" fmla="*/ 120 h 256"/>
                  <a:gd name="T82" fmla="*/ 240 w 256"/>
                  <a:gd name="T83" fmla="*/ 240 h 256"/>
                  <a:gd name="T84" fmla="*/ 16 w 256"/>
                  <a:gd name="T85" fmla="*/ 24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6" h="256">
                    <a:moveTo>
                      <a:pt x="251" y="97"/>
                    </a:moveTo>
                    <a:cubicBezTo>
                      <a:pt x="216" y="83"/>
                      <a:pt x="216" y="83"/>
                      <a:pt x="216" y="83"/>
                    </a:cubicBezTo>
                    <a:cubicBezTo>
                      <a:pt x="216" y="8"/>
                      <a:pt x="216" y="8"/>
                      <a:pt x="216" y="8"/>
                    </a:cubicBezTo>
                    <a:cubicBezTo>
                      <a:pt x="216" y="4"/>
                      <a:pt x="212" y="0"/>
                      <a:pt x="208" y="0"/>
                    </a:cubicBezTo>
                    <a:cubicBezTo>
                      <a:pt x="48" y="0"/>
                      <a:pt x="48" y="0"/>
                      <a:pt x="48" y="0"/>
                    </a:cubicBezTo>
                    <a:cubicBezTo>
                      <a:pt x="44" y="0"/>
                      <a:pt x="40" y="4"/>
                      <a:pt x="40" y="8"/>
                    </a:cubicBezTo>
                    <a:cubicBezTo>
                      <a:pt x="40" y="83"/>
                      <a:pt x="40" y="83"/>
                      <a:pt x="40" y="83"/>
                    </a:cubicBezTo>
                    <a:cubicBezTo>
                      <a:pt x="5" y="97"/>
                      <a:pt x="5" y="97"/>
                      <a:pt x="5" y="97"/>
                    </a:cubicBezTo>
                    <a:cubicBezTo>
                      <a:pt x="2" y="98"/>
                      <a:pt x="0" y="101"/>
                      <a:pt x="0" y="104"/>
                    </a:cubicBezTo>
                    <a:cubicBezTo>
                      <a:pt x="0" y="104"/>
                      <a:pt x="0" y="104"/>
                      <a:pt x="0" y="104"/>
                    </a:cubicBezTo>
                    <a:cubicBezTo>
                      <a:pt x="0" y="248"/>
                      <a:pt x="0" y="248"/>
                      <a:pt x="0" y="248"/>
                    </a:cubicBezTo>
                    <a:cubicBezTo>
                      <a:pt x="0" y="252"/>
                      <a:pt x="4" y="256"/>
                      <a:pt x="8" y="256"/>
                    </a:cubicBezTo>
                    <a:cubicBezTo>
                      <a:pt x="248" y="256"/>
                      <a:pt x="248" y="256"/>
                      <a:pt x="248" y="256"/>
                    </a:cubicBezTo>
                    <a:cubicBezTo>
                      <a:pt x="252" y="256"/>
                      <a:pt x="256" y="252"/>
                      <a:pt x="256" y="248"/>
                    </a:cubicBezTo>
                    <a:cubicBezTo>
                      <a:pt x="256" y="104"/>
                      <a:pt x="256" y="104"/>
                      <a:pt x="256" y="104"/>
                    </a:cubicBezTo>
                    <a:cubicBezTo>
                      <a:pt x="256" y="104"/>
                      <a:pt x="256" y="104"/>
                      <a:pt x="256" y="104"/>
                    </a:cubicBezTo>
                    <a:cubicBezTo>
                      <a:pt x="256" y="101"/>
                      <a:pt x="254" y="98"/>
                      <a:pt x="251" y="97"/>
                    </a:cubicBezTo>
                    <a:close/>
                    <a:moveTo>
                      <a:pt x="232" y="106"/>
                    </a:moveTo>
                    <a:cubicBezTo>
                      <a:pt x="216" y="116"/>
                      <a:pt x="216" y="116"/>
                      <a:pt x="216" y="116"/>
                    </a:cubicBezTo>
                    <a:cubicBezTo>
                      <a:pt x="216" y="100"/>
                      <a:pt x="216" y="100"/>
                      <a:pt x="216" y="100"/>
                    </a:cubicBezTo>
                    <a:lnTo>
                      <a:pt x="232" y="106"/>
                    </a:lnTo>
                    <a:close/>
                    <a:moveTo>
                      <a:pt x="200" y="16"/>
                    </a:moveTo>
                    <a:cubicBezTo>
                      <a:pt x="200" y="88"/>
                      <a:pt x="200" y="88"/>
                      <a:pt x="200" y="88"/>
                    </a:cubicBezTo>
                    <a:cubicBezTo>
                      <a:pt x="200" y="88"/>
                      <a:pt x="200" y="88"/>
                      <a:pt x="200" y="88"/>
                    </a:cubicBezTo>
                    <a:cubicBezTo>
                      <a:pt x="200" y="126"/>
                      <a:pt x="200" y="126"/>
                      <a:pt x="200" y="126"/>
                    </a:cubicBezTo>
                    <a:cubicBezTo>
                      <a:pt x="128" y="171"/>
                      <a:pt x="128" y="171"/>
                      <a:pt x="128" y="171"/>
                    </a:cubicBezTo>
                    <a:cubicBezTo>
                      <a:pt x="56" y="126"/>
                      <a:pt x="56" y="126"/>
                      <a:pt x="56" y="126"/>
                    </a:cubicBezTo>
                    <a:cubicBezTo>
                      <a:pt x="56" y="88"/>
                      <a:pt x="56" y="88"/>
                      <a:pt x="56" y="88"/>
                    </a:cubicBezTo>
                    <a:cubicBezTo>
                      <a:pt x="56" y="88"/>
                      <a:pt x="56" y="88"/>
                      <a:pt x="56" y="88"/>
                    </a:cubicBezTo>
                    <a:cubicBezTo>
                      <a:pt x="56" y="16"/>
                      <a:pt x="56" y="16"/>
                      <a:pt x="56" y="16"/>
                    </a:cubicBezTo>
                    <a:lnTo>
                      <a:pt x="200" y="16"/>
                    </a:lnTo>
                    <a:close/>
                    <a:moveTo>
                      <a:pt x="40" y="116"/>
                    </a:moveTo>
                    <a:cubicBezTo>
                      <a:pt x="24" y="106"/>
                      <a:pt x="24" y="106"/>
                      <a:pt x="24" y="106"/>
                    </a:cubicBezTo>
                    <a:cubicBezTo>
                      <a:pt x="40" y="100"/>
                      <a:pt x="40" y="100"/>
                      <a:pt x="40" y="100"/>
                    </a:cubicBezTo>
                    <a:lnTo>
                      <a:pt x="40" y="116"/>
                    </a:lnTo>
                    <a:close/>
                    <a:moveTo>
                      <a:pt x="16" y="240"/>
                    </a:moveTo>
                    <a:cubicBezTo>
                      <a:pt x="16" y="120"/>
                      <a:pt x="16" y="120"/>
                      <a:pt x="16" y="120"/>
                    </a:cubicBezTo>
                    <a:cubicBezTo>
                      <a:pt x="124" y="187"/>
                      <a:pt x="124" y="187"/>
                      <a:pt x="124" y="187"/>
                    </a:cubicBezTo>
                    <a:cubicBezTo>
                      <a:pt x="125" y="188"/>
                      <a:pt x="127" y="188"/>
                      <a:pt x="128" y="188"/>
                    </a:cubicBezTo>
                    <a:cubicBezTo>
                      <a:pt x="129" y="188"/>
                      <a:pt x="131" y="188"/>
                      <a:pt x="132" y="187"/>
                    </a:cubicBezTo>
                    <a:cubicBezTo>
                      <a:pt x="240" y="120"/>
                      <a:pt x="240" y="120"/>
                      <a:pt x="240" y="120"/>
                    </a:cubicBezTo>
                    <a:cubicBezTo>
                      <a:pt x="240" y="240"/>
                      <a:pt x="240" y="240"/>
                      <a:pt x="240" y="240"/>
                    </a:cubicBezTo>
                    <a:lnTo>
                      <a:pt x="16"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sp>
            <p:nvSpPr>
              <p:cNvPr id="49" name="Freeform 95"/>
              <p:cNvSpPr>
                <a:spLocks/>
              </p:cNvSpPr>
              <p:nvPr/>
            </p:nvSpPr>
            <p:spPr bwMode="auto">
              <a:xfrm>
                <a:off x="9958772" y="3316494"/>
                <a:ext cx="72066" cy="24895"/>
              </a:xfrm>
              <a:custGeom>
                <a:avLst/>
                <a:gdLst>
                  <a:gd name="T0" fmla="*/ 8 w 48"/>
                  <a:gd name="T1" fmla="*/ 16 h 16"/>
                  <a:gd name="T2" fmla="*/ 40 w 48"/>
                  <a:gd name="T3" fmla="*/ 16 h 16"/>
                  <a:gd name="T4" fmla="*/ 48 w 48"/>
                  <a:gd name="T5" fmla="*/ 8 h 16"/>
                  <a:gd name="T6" fmla="*/ 40 w 48"/>
                  <a:gd name="T7" fmla="*/ 0 h 16"/>
                  <a:gd name="T8" fmla="*/ 8 w 48"/>
                  <a:gd name="T9" fmla="*/ 0 h 16"/>
                  <a:gd name="T10" fmla="*/ 0 w 48"/>
                  <a:gd name="T11" fmla="*/ 8 h 16"/>
                  <a:gd name="T12" fmla="*/ 8 w 48"/>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48" h="16">
                    <a:moveTo>
                      <a:pt x="8" y="16"/>
                    </a:moveTo>
                    <a:cubicBezTo>
                      <a:pt x="40" y="16"/>
                      <a:pt x="40" y="16"/>
                      <a:pt x="40" y="16"/>
                    </a:cubicBezTo>
                    <a:cubicBezTo>
                      <a:pt x="44" y="16"/>
                      <a:pt x="48" y="12"/>
                      <a:pt x="48" y="8"/>
                    </a:cubicBezTo>
                    <a:cubicBezTo>
                      <a:pt x="48" y="4"/>
                      <a:pt x="44" y="0"/>
                      <a:pt x="40"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sp>
            <p:nvSpPr>
              <p:cNvPr id="50" name="Freeform 96"/>
              <p:cNvSpPr>
                <a:spLocks/>
              </p:cNvSpPr>
              <p:nvPr/>
            </p:nvSpPr>
            <p:spPr bwMode="auto">
              <a:xfrm>
                <a:off x="9861811" y="3364974"/>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sp>
            <p:nvSpPr>
              <p:cNvPr id="51" name="Freeform 97"/>
              <p:cNvSpPr>
                <a:spLocks/>
              </p:cNvSpPr>
              <p:nvPr/>
            </p:nvSpPr>
            <p:spPr bwMode="auto">
              <a:xfrm>
                <a:off x="9861811" y="3413455"/>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grpSp>
      </p:grpSp>
      <p:sp>
        <p:nvSpPr>
          <p:cNvPr id="2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9897264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Diagram 26"/>
          <p:cNvGraphicFramePr/>
          <p:nvPr>
            <p:extLst>
              <p:ext uri="{D42A27DB-BD31-4B8C-83A1-F6EECF244321}">
                <p14:modId xmlns:p14="http://schemas.microsoft.com/office/powerpoint/2010/main" val="2542644818"/>
              </p:ext>
            </p:extLst>
          </p:nvPr>
        </p:nvGraphicFramePr>
        <p:xfrm>
          <a:off x="2636467" y="1048526"/>
          <a:ext cx="8530478" cy="462501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9" name="Content Placeholder 2"/>
          <p:cNvSpPr txBox="1">
            <a:spLocks/>
          </p:cNvSpPr>
          <p:nvPr/>
        </p:nvSpPr>
        <p:spPr>
          <a:xfrm>
            <a:off x="34114" y="2983199"/>
            <a:ext cx="4351291" cy="145446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ar-JO" sz="2800" b="1" dirty="0">
                <a:solidFill>
                  <a:srgbClr val="F9711C"/>
                </a:solidFill>
              </a:rPr>
              <a:t>شهد أواخر عام 1969م ومطلع عام 1970م الولادة الحقيقية لتقنية الواقع المعزز </a:t>
            </a:r>
            <a:endParaRPr lang="en-US" sz="2800" b="1" dirty="0">
              <a:solidFill>
                <a:srgbClr val="F9711C"/>
              </a:solidFill>
            </a:endParaRPr>
          </a:p>
        </p:txBody>
      </p:sp>
      <p:sp>
        <p:nvSpPr>
          <p:cNvPr id="31" name="Content Placeholder 2"/>
          <p:cNvSpPr txBox="1">
            <a:spLocks/>
          </p:cNvSpPr>
          <p:nvPr/>
        </p:nvSpPr>
        <p:spPr>
          <a:xfrm>
            <a:off x="907775" y="4286217"/>
            <a:ext cx="5435167" cy="195072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JO" sz="2800" b="1" dirty="0" smtClean="0">
                <a:solidFill>
                  <a:srgbClr val="92AF27"/>
                </a:solidFill>
              </a:rPr>
              <a:t>في </a:t>
            </a:r>
            <a:r>
              <a:rPr lang="ar-JO" sz="2800" b="1" dirty="0">
                <a:solidFill>
                  <a:srgbClr val="92AF27"/>
                </a:solidFill>
              </a:rPr>
              <a:t>عام 1975م نجح مايرون كروجر</a:t>
            </a:r>
            <a:r>
              <a:rPr lang="en-US" sz="2800" b="1" dirty="0">
                <a:solidFill>
                  <a:srgbClr val="92AF27"/>
                </a:solidFill>
              </a:rPr>
              <a:t> </a:t>
            </a:r>
            <a:r>
              <a:rPr lang="ar-SA" sz="2800" b="1" dirty="0" smtClean="0">
                <a:solidFill>
                  <a:srgbClr val="92AF27"/>
                </a:solidFill>
              </a:rPr>
              <a:t>       </a:t>
            </a:r>
            <a:r>
              <a:rPr lang="en-US" sz="2800" b="1" dirty="0" smtClean="0">
                <a:solidFill>
                  <a:srgbClr val="92AF27"/>
                </a:solidFill>
              </a:rPr>
              <a:t>Myron </a:t>
            </a:r>
            <a:r>
              <a:rPr lang="en-US" sz="2800" b="1" dirty="0">
                <a:solidFill>
                  <a:srgbClr val="92AF27"/>
                </a:solidFill>
              </a:rPr>
              <a:t>Krueger </a:t>
            </a:r>
            <a:r>
              <a:rPr lang="ar-SA" sz="2800" b="1" dirty="0" smtClean="0">
                <a:solidFill>
                  <a:srgbClr val="92AF27"/>
                </a:solidFill>
              </a:rPr>
              <a:t> </a:t>
            </a:r>
            <a:r>
              <a:rPr lang="ar-JO" sz="2800" b="1" dirty="0" smtClean="0">
                <a:solidFill>
                  <a:srgbClr val="92AF27"/>
                </a:solidFill>
              </a:rPr>
              <a:t>في </a:t>
            </a:r>
            <a:r>
              <a:rPr lang="ar-JO" sz="2800" b="1" dirty="0">
                <a:solidFill>
                  <a:srgbClr val="92AF27"/>
                </a:solidFill>
              </a:rPr>
              <a:t>ابتكار جهاز </a:t>
            </a:r>
            <a:r>
              <a:rPr lang="en-US" sz="2800" b="1" dirty="0">
                <a:solidFill>
                  <a:srgbClr val="92AF27"/>
                </a:solidFill>
              </a:rPr>
              <a:t>Videoplace</a:t>
            </a:r>
            <a:r>
              <a:rPr lang="ar-JO" sz="2800" b="1" dirty="0">
                <a:solidFill>
                  <a:srgbClr val="92AF27"/>
                </a:solidFill>
              </a:rPr>
              <a:t>، والذي يتيح للمستخدمين التفاعل مع الأشياء الافتراضية </a:t>
            </a:r>
            <a:endParaRPr lang="en-US" sz="2800" b="1" dirty="0">
              <a:solidFill>
                <a:srgbClr val="92AF27"/>
              </a:solidFill>
            </a:endParaRPr>
          </a:p>
        </p:txBody>
      </p:sp>
      <p:sp>
        <p:nvSpPr>
          <p:cNvPr id="36" name="Content Placeholder 2"/>
          <p:cNvSpPr txBox="1">
            <a:spLocks/>
          </p:cNvSpPr>
          <p:nvPr/>
        </p:nvSpPr>
        <p:spPr>
          <a:xfrm>
            <a:off x="6165575" y="5393903"/>
            <a:ext cx="4119996" cy="108856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JO" sz="2800" b="1" dirty="0">
                <a:solidFill>
                  <a:srgbClr val="38B28A"/>
                </a:solidFill>
              </a:rPr>
              <a:t>وفي عام 1990م ظهر مصطلح الواقع المعزز لأول مرة </a:t>
            </a:r>
            <a:endParaRPr lang="en-US" sz="2800" b="1" dirty="0">
              <a:solidFill>
                <a:srgbClr val="38B28A"/>
              </a:solidFill>
            </a:endParaRPr>
          </a:p>
        </p:txBody>
      </p:sp>
      <p:grpSp>
        <p:nvGrpSpPr>
          <p:cNvPr id="37" name="Group 36"/>
          <p:cNvGrpSpPr/>
          <p:nvPr/>
        </p:nvGrpSpPr>
        <p:grpSpPr>
          <a:xfrm>
            <a:off x="6609458" y="4581112"/>
            <a:ext cx="823913" cy="823913"/>
            <a:chOff x="6832990" y="2145682"/>
            <a:chExt cx="823913" cy="823913"/>
          </a:xfrm>
        </p:grpSpPr>
        <p:sp>
          <p:nvSpPr>
            <p:cNvPr id="38" name="Oval 68"/>
            <p:cNvSpPr>
              <a:spLocks noChangeArrowheads="1"/>
            </p:cNvSpPr>
            <p:nvPr/>
          </p:nvSpPr>
          <p:spPr bwMode="auto">
            <a:xfrm>
              <a:off x="6832990" y="2145682"/>
              <a:ext cx="823913" cy="823913"/>
            </a:xfrm>
            <a:prstGeom prst="ellipse">
              <a:avLst/>
            </a:prstGeom>
            <a:solidFill>
              <a:schemeClr val="accent4"/>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sp>
          <p:nvSpPr>
            <p:cNvPr id="39" name="Freeform 12"/>
            <p:cNvSpPr>
              <a:spLocks noEditPoints="1"/>
            </p:cNvSpPr>
            <p:nvPr/>
          </p:nvSpPr>
          <p:spPr bwMode="auto">
            <a:xfrm>
              <a:off x="7099504" y="2364371"/>
              <a:ext cx="290883" cy="386534"/>
            </a:xfrm>
            <a:custGeom>
              <a:avLst/>
              <a:gdLst>
                <a:gd name="T0" fmla="*/ 168 w 192"/>
                <a:gd name="T1" fmla="*/ 64 h 256"/>
                <a:gd name="T2" fmla="*/ 168 w 192"/>
                <a:gd name="T3" fmla="*/ 40 h 256"/>
                <a:gd name="T4" fmla="*/ 184 w 192"/>
                <a:gd name="T5" fmla="*/ 40 h 256"/>
                <a:gd name="T6" fmla="*/ 192 w 192"/>
                <a:gd name="T7" fmla="*/ 32 h 256"/>
                <a:gd name="T8" fmla="*/ 192 w 192"/>
                <a:gd name="T9" fmla="*/ 8 h 256"/>
                <a:gd name="T10" fmla="*/ 184 w 192"/>
                <a:gd name="T11" fmla="*/ 0 h 256"/>
                <a:gd name="T12" fmla="*/ 8 w 192"/>
                <a:gd name="T13" fmla="*/ 0 h 256"/>
                <a:gd name="T14" fmla="*/ 0 w 192"/>
                <a:gd name="T15" fmla="*/ 8 h 256"/>
                <a:gd name="T16" fmla="*/ 0 w 192"/>
                <a:gd name="T17" fmla="*/ 32 h 256"/>
                <a:gd name="T18" fmla="*/ 8 w 192"/>
                <a:gd name="T19" fmla="*/ 40 h 256"/>
                <a:gd name="T20" fmla="*/ 24 w 192"/>
                <a:gd name="T21" fmla="*/ 40 h 256"/>
                <a:gd name="T22" fmla="*/ 24 w 192"/>
                <a:gd name="T23" fmla="*/ 64 h 256"/>
                <a:gd name="T24" fmla="*/ 63 w 192"/>
                <a:gd name="T25" fmla="*/ 128 h 256"/>
                <a:gd name="T26" fmla="*/ 24 w 192"/>
                <a:gd name="T27" fmla="*/ 192 h 256"/>
                <a:gd name="T28" fmla="*/ 24 w 192"/>
                <a:gd name="T29" fmla="*/ 216 h 256"/>
                <a:gd name="T30" fmla="*/ 8 w 192"/>
                <a:gd name="T31" fmla="*/ 216 h 256"/>
                <a:gd name="T32" fmla="*/ 0 w 192"/>
                <a:gd name="T33" fmla="*/ 224 h 256"/>
                <a:gd name="T34" fmla="*/ 0 w 192"/>
                <a:gd name="T35" fmla="*/ 248 h 256"/>
                <a:gd name="T36" fmla="*/ 8 w 192"/>
                <a:gd name="T37" fmla="*/ 256 h 256"/>
                <a:gd name="T38" fmla="*/ 184 w 192"/>
                <a:gd name="T39" fmla="*/ 256 h 256"/>
                <a:gd name="T40" fmla="*/ 192 w 192"/>
                <a:gd name="T41" fmla="*/ 248 h 256"/>
                <a:gd name="T42" fmla="*/ 192 w 192"/>
                <a:gd name="T43" fmla="*/ 224 h 256"/>
                <a:gd name="T44" fmla="*/ 184 w 192"/>
                <a:gd name="T45" fmla="*/ 216 h 256"/>
                <a:gd name="T46" fmla="*/ 168 w 192"/>
                <a:gd name="T47" fmla="*/ 216 h 256"/>
                <a:gd name="T48" fmla="*/ 168 w 192"/>
                <a:gd name="T49" fmla="*/ 192 h 256"/>
                <a:gd name="T50" fmla="*/ 129 w 192"/>
                <a:gd name="T51" fmla="*/ 128 h 256"/>
                <a:gd name="T52" fmla="*/ 168 w 192"/>
                <a:gd name="T53" fmla="*/ 64 h 256"/>
                <a:gd name="T54" fmla="*/ 16 w 192"/>
                <a:gd name="T55" fmla="*/ 16 h 256"/>
                <a:gd name="T56" fmla="*/ 176 w 192"/>
                <a:gd name="T57" fmla="*/ 16 h 256"/>
                <a:gd name="T58" fmla="*/ 176 w 192"/>
                <a:gd name="T59" fmla="*/ 24 h 256"/>
                <a:gd name="T60" fmla="*/ 16 w 192"/>
                <a:gd name="T61" fmla="*/ 24 h 256"/>
                <a:gd name="T62" fmla="*/ 16 w 192"/>
                <a:gd name="T63" fmla="*/ 16 h 256"/>
                <a:gd name="T64" fmla="*/ 176 w 192"/>
                <a:gd name="T65" fmla="*/ 240 h 256"/>
                <a:gd name="T66" fmla="*/ 16 w 192"/>
                <a:gd name="T67" fmla="*/ 240 h 256"/>
                <a:gd name="T68" fmla="*/ 16 w 192"/>
                <a:gd name="T69" fmla="*/ 232 h 256"/>
                <a:gd name="T70" fmla="*/ 176 w 192"/>
                <a:gd name="T71" fmla="*/ 232 h 256"/>
                <a:gd name="T72" fmla="*/ 176 w 192"/>
                <a:gd name="T73" fmla="*/ 240 h 256"/>
                <a:gd name="T74" fmla="*/ 152 w 192"/>
                <a:gd name="T75" fmla="*/ 192 h 256"/>
                <a:gd name="T76" fmla="*/ 152 w 192"/>
                <a:gd name="T77" fmla="*/ 216 h 256"/>
                <a:gd name="T78" fmla="*/ 40 w 192"/>
                <a:gd name="T79" fmla="*/ 216 h 256"/>
                <a:gd name="T80" fmla="*/ 40 w 192"/>
                <a:gd name="T81" fmla="*/ 192 h 256"/>
                <a:gd name="T82" fmla="*/ 96 w 192"/>
                <a:gd name="T83" fmla="*/ 136 h 256"/>
                <a:gd name="T84" fmla="*/ 152 w 192"/>
                <a:gd name="T85" fmla="*/ 192 h 256"/>
                <a:gd name="T86" fmla="*/ 96 w 192"/>
                <a:gd name="T87" fmla="*/ 120 h 256"/>
                <a:gd name="T88" fmla="*/ 40 w 192"/>
                <a:gd name="T89" fmla="*/ 64 h 256"/>
                <a:gd name="T90" fmla="*/ 40 w 192"/>
                <a:gd name="T91" fmla="*/ 40 h 256"/>
                <a:gd name="T92" fmla="*/ 152 w 192"/>
                <a:gd name="T93" fmla="*/ 40 h 256"/>
                <a:gd name="T94" fmla="*/ 152 w 192"/>
                <a:gd name="T95" fmla="*/ 64 h 256"/>
                <a:gd name="T96" fmla="*/ 96 w 192"/>
                <a:gd name="T97" fmla="*/ 12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2" h="256">
                  <a:moveTo>
                    <a:pt x="168" y="64"/>
                  </a:moveTo>
                  <a:cubicBezTo>
                    <a:pt x="168" y="40"/>
                    <a:pt x="168" y="40"/>
                    <a:pt x="168" y="40"/>
                  </a:cubicBezTo>
                  <a:cubicBezTo>
                    <a:pt x="184" y="40"/>
                    <a:pt x="184" y="40"/>
                    <a:pt x="184" y="40"/>
                  </a:cubicBezTo>
                  <a:cubicBezTo>
                    <a:pt x="188" y="40"/>
                    <a:pt x="192" y="36"/>
                    <a:pt x="192" y="32"/>
                  </a:cubicBezTo>
                  <a:cubicBezTo>
                    <a:pt x="192" y="8"/>
                    <a:pt x="192" y="8"/>
                    <a:pt x="192" y="8"/>
                  </a:cubicBezTo>
                  <a:cubicBezTo>
                    <a:pt x="192" y="4"/>
                    <a:pt x="188" y="0"/>
                    <a:pt x="184" y="0"/>
                  </a:cubicBezTo>
                  <a:cubicBezTo>
                    <a:pt x="8" y="0"/>
                    <a:pt x="8" y="0"/>
                    <a:pt x="8" y="0"/>
                  </a:cubicBezTo>
                  <a:cubicBezTo>
                    <a:pt x="4" y="0"/>
                    <a:pt x="0" y="4"/>
                    <a:pt x="0" y="8"/>
                  </a:cubicBezTo>
                  <a:cubicBezTo>
                    <a:pt x="0" y="32"/>
                    <a:pt x="0" y="32"/>
                    <a:pt x="0" y="32"/>
                  </a:cubicBezTo>
                  <a:cubicBezTo>
                    <a:pt x="0" y="36"/>
                    <a:pt x="4" y="40"/>
                    <a:pt x="8" y="40"/>
                  </a:cubicBezTo>
                  <a:cubicBezTo>
                    <a:pt x="24" y="40"/>
                    <a:pt x="24" y="40"/>
                    <a:pt x="24" y="40"/>
                  </a:cubicBezTo>
                  <a:cubicBezTo>
                    <a:pt x="24" y="64"/>
                    <a:pt x="24" y="64"/>
                    <a:pt x="24" y="64"/>
                  </a:cubicBezTo>
                  <a:cubicBezTo>
                    <a:pt x="24" y="92"/>
                    <a:pt x="40" y="116"/>
                    <a:pt x="63" y="128"/>
                  </a:cubicBezTo>
                  <a:cubicBezTo>
                    <a:pt x="40" y="140"/>
                    <a:pt x="24" y="164"/>
                    <a:pt x="24" y="192"/>
                  </a:cubicBezTo>
                  <a:cubicBezTo>
                    <a:pt x="24" y="216"/>
                    <a:pt x="24" y="216"/>
                    <a:pt x="24" y="216"/>
                  </a:cubicBezTo>
                  <a:cubicBezTo>
                    <a:pt x="8" y="216"/>
                    <a:pt x="8" y="216"/>
                    <a:pt x="8" y="216"/>
                  </a:cubicBezTo>
                  <a:cubicBezTo>
                    <a:pt x="4" y="216"/>
                    <a:pt x="0" y="220"/>
                    <a:pt x="0" y="224"/>
                  </a:cubicBezTo>
                  <a:cubicBezTo>
                    <a:pt x="0" y="248"/>
                    <a:pt x="0" y="248"/>
                    <a:pt x="0" y="248"/>
                  </a:cubicBezTo>
                  <a:cubicBezTo>
                    <a:pt x="0" y="252"/>
                    <a:pt x="4" y="256"/>
                    <a:pt x="8" y="256"/>
                  </a:cubicBezTo>
                  <a:cubicBezTo>
                    <a:pt x="184" y="256"/>
                    <a:pt x="184" y="256"/>
                    <a:pt x="184" y="256"/>
                  </a:cubicBezTo>
                  <a:cubicBezTo>
                    <a:pt x="188" y="256"/>
                    <a:pt x="192" y="252"/>
                    <a:pt x="192" y="248"/>
                  </a:cubicBezTo>
                  <a:cubicBezTo>
                    <a:pt x="192" y="224"/>
                    <a:pt x="192" y="224"/>
                    <a:pt x="192" y="224"/>
                  </a:cubicBezTo>
                  <a:cubicBezTo>
                    <a:pt x="192" y="220"/>
                    <a:pt x="188" y="216"/>
                    <a:pt x="184" y="216"/>
                  </a:cubicBezTo>
                  <a:cubicBezTo>
                    <a:pt x="168" y="216"/>
                    <a:pt x="168" y="216"/>
                    <a:pt x="168" y="216"/>
                  </a:cubicBezTo>
                  <a:cubicBezTo>
                    <a:pt x="168" y="192"/>
                    <a:pt x="168" y="192"/>
                    <a:pt x="168" y="192"/>
                  </a:cubicBezTo>
                  <a:cubicBezTo>
                    <a:pt x="168" y="164"/>
                    <a:pt x="152" y="140"/>
                    <a:pt x="129" y="128"/>
                  </a:cubicBezTo>
                  <a:cubicBezTo>
                    <a:pt x="152" y="116"/>
                    <a:pt x="168" y="92"/>
                    <a:pt x="168" y="64"/>
                  </a:cubicBezTo>
                  <a:close/>
                  <a:moveTo>
                    <a:pt x="16" y="16"/>
                  </a:moveTo>
                  <a:cubicBezTo>
                    <a:pt x="176" y="16"/>
                    <a:pt x="176" y="16"/>
                    <a:pt x="176" y="16"/>
                  </a:cubicBezTo>
                  <a:cubicBezTo>
                    <a:pt x="176" y="24"/>
                    <a:pt x="176" y="24"/>
                    <a:pt x="176" y="24"/>
                  </a:cubicBezTo>
                  <a:cubicBezTo>
                    <a:pt x="16" y="24"/>
                    <a:pt x="16" y="24"/>
                    <a:pt x="16" y="24"/>
                  </a:cubicBezTo>
                  <a:lnTo>
                    <a:pt x="16" y="16"/>
                  </a:lnTo>
                  <a:close/>
                  <a:moveTo>
                    <a:pt x="176" y="240"/>
                  </a:moveTo>
                  <a:cubicBezTo>
                    <a:pt x="16" y="240"/>
                    <a:pt x="16" y="240"/>
                    <a:pt x="16" y="240"/>
                  </a:cubicBezTo>
                  <a:cubicBezTo>
                    <a:pt x="16" y="232"/>
                    <a:pt x="16" y="232"/>
                    <a:pt x="16" y="232"/>
                  </a:cubicBezTo>
                  <a:cubicBezTo>
                    <a:pt x="176" y="232"/>
                    <a:pt x="176" y="232"/>
                    <a:pt x="176" y="232"/>
                  </a:cubicBezTo>
                  <a:lnTo>
                    <a:pt x="176" y="240"/>
                  </a:lnTo>
                  <a:close/>
                  <a:moveTo>
                    <a:pt x="152" y="192"/>
                  </a:moveTo>
                  <a:cubicBezTo>
                    <a:pt x="152" y="216"/>
                    <a:pt x="152" y="216"/>
                    <a:pt x="152" y="216"/>
                  </a:cubicBezTo>
                  <a:cubicBezTo>
                    <a:pt x="40" y="216"/>
                    <a:pt x="40" y="216"/>
                    <a:pt x="40" y="216"/>
                  </a:cubicBezTo>
                  <a:cubicBezTo>
                    <a:pt x="40" y="192"/>
                    <a:pt x="40" y="192"/>
                    <a:pt x="40" y="192"/>
                  </a:cubicBezTo>
                  <a:cubicBezTo>
                    <a:pt x="40" y="161"/>
                    <a:pt x="65" y="136"/>
                    <a:pt x="96" y="136"/>
                  </a:cubicBezTo>
                  <a:cubicBezTo>
                    <a:pt x="127" y="136"/>
                    <a:pt x="152" y="161"/>
                    <a:pt x="152" y="192"/>
                  </a:cubicBezTo>
                  <a:close/>
                  <a:moveTo>
                    <a:pt x="96" y="120"/>
                  </a:moveTo>
                  <a:cubicBezTo>
                    <a:pt x="65" y="120"/>
                    <a:pt x="40" y="95"/>
                    <a:pt x="40" y="64"/>
                  </a:cubicBezTo>
                  <a:cubicBezTo>
                    <a:pt x="40" y="40"/>
                    <a:pt x="40" y="40"/>
                    <a:pt x="40" y="40"/>
                  </a:cubicBezTo>
                  <a:cubicBezTo>
                    <a:pt x="152" y="40"/>
                    <a:pt x="152" y="40"/>
                    <a:pt x="152" y="40"/>
                  </a:cubicBezTo>
                  <a:cubicBezTo>
                    <a:pt x="152" y="64"/>
                    <a:pt x="152" y="64"/>
                    <a:pt x="152" y="64"/>
                  </a:cubicBezTo>
                  <a:cubicBezTo>
                    <a:pt x="152" y="95"/>
                    <a:pt x="127" y="120"/>
                    <a:pt x="96" y="12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grpSp>
      <p:grpSp>
        <p:nvGrpSpPr>
          <p:cNvPr id="40" name="Group 39"/>
          <p:cNvGrpSpPr/>
          <p:nvPr/>
        </p:nvGrpSpPr>
        <p:grpSpPr>
          <a:xfrm>
            <a:off x="2061150" y="2159286"/>
            <a:ext cx="823913" cy="823913"/>
            <a:chOff x="6869481" y="3174886"/>
            <a:chExt cx="823913" cy="823913"/>
          </a:xfrm>
        </p:grpSpPr>
        <p:sp>
          <p:nvSpPr>
            <p:cNvPr id="41" name="Oval 40"/>
            <p:cNvSpPr>
              <a:spLocks noChangeArrowheads="1"/>
            </p:cNvSpPr>
            <p:nvPr/>
          </p:nvSpPr>
          <p:spPr bwMode="auto">
            <a:xfrm>
              <a:off x="6869481" y="3174886"/>
              <a:ext cx="823913" cy="823913"/>
            </a:xfrm>
            <a:prstGeom prst="ellipse">
              <a:avLst/>
            </a:prstGeom>
            <a:solidFill>
              <a:schemeClr val="accent2"/>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grpSp>
          <p:nvGrpSpPr>
            <p:cNvPr id="42" name="Group 41"/>
            <p:cNvGrpSpPr/>
            <p:nvPr/>
          </p:nvGrpSpPr>
          <p:grpSpPr>
            <a:xfrm>
              <a:off x="7099504" y="3437424"/>
              <a:ext cx="386534" cy="314469"/>
              <a:chOff x="6275559" y="2434671"/>
              <a:chExt cx="386534" cy="314469"/>
            </a:xfrm>
            <a:solidFill>
              <a:schemeClr val="bg1"/>
            </a:solidFill>
          </p:grpSpPr>
          <p:sp>
            <p:nvSpPr>
              <p:cNvPr id="43" name="Freeform 42"/>
              <p:cNvSpPr>
                <a:spLocks noEditPoints="1"/>
              </p:cNvSpPr>
              <p:nvPr/>
            </p:nvSpPr>
            <p:spPr bwMode="auto">
              <a:xfrm>
                <a:off x="6275559" y="2434671"/>
                <a:ext cx="386534" cy="314469"/>
              </a:xfrm>
              <a:custGeom>
                <a:avLst/>
                <a:gdLst>
                  <a:gd name="T0" fmla="*/ 248 w 256"/>
                  <a:gd name="T1" fmla="*/ 0 h 208"/>
                  <a:gd name="T2" fmla="*/ 40 w 256"/>
                  <a:gd name="T3" fmla="*/ 0 h 208"/>
                  <a:gd name="T4" fmla="*/ 32 w 256"/>
                  <a:gd name="T5" fmla="*/ 8 h 208"/>
                  <a:gd name="T6" fmla="*/ 32 w 256"/>
                  <a:gd name="T7" fmla="*/ 32 h 208"/>
                  <a:gd name="T8" fmla="*/ 8 w 256"/>
                  <a:gd name="T9" fmla="*/ 32 h 208"/>
                  <a:gd name="T10" fmla="*/ 0 w 256"/>
                  <a:gd name="T11" fmla="*/ 40 h 208"/>
                  <a:gd name="T12" fmla="*/ 0 w 256"/>
                  <a:gd name="T13" fmla="*/ 200 h 208"/>
                  <a:gd name="T14" fmla="*/ 8 w 256"/>
                  <a:gd name="T15" fmla="*/ 208 h 208"/>
                  <a:gd name="T16" fmla="*/ 216 w 256"/>
                  <a:gd name="T17" fmla="*/ 208 h 208"/>
                  <a:gd name="T18" fmla="*/ 224 w 256"/>
                  <a:gd name="T19" fmla="*/ 200 h 208"/>
                  <a:gd name="T20" fmla="*/ 224 w 256"/>
                  <a:gd name="T21" fmla="*/ 176 h 208"/>
                  <a:gd name="T22" fmla="*/ 248 w 256"/>
                  <a:gd name="T23" fmla="*/ 176 h 208"/>
                  <a:gd name="T24" fmla="*/ 256 w 256"/>
                  <a:gd name="T25" fmla="*/ 168 h 208"/>
                  <a:gd name="T26" fmla="*/ 256 w 256"/>
                  <a:gd name="T27" fmla="*/ 8 h 208"/>
                  <a:gd name="T28" fmla="*/ 248 w 256"/>
                  <a:gd name="T29" fmla="*/ 0 h 208"/>
                  <a:gd name="T30" fmla="*/ 208 w 256"/>
                  <a:gd name="T31" fmla="*/ 48 h 208"/>
                  <a:gd name="T32" fmla="*/ 208 w 256"/>
                  <a:gd name="T33" fmla="*/ 175 h 208"/>
                  <a:gd name="T34" fmla="*/ 165 w 256"/>
                  <a:gd name="T35" fmla="*/ 138 h 208"/>
                  <a:gd name="T36" fmla="*/ 156 w 256"/>
                  <a:gd name="T37" fmla="*/ 137 h 208"/>
                  <a:gd name="T38" fmla="*/ 122 w 256"/>
                  <a:gd name="T39" fmla="*/ 158 h 208"/>
                  <a:gd name="T40" fmla="*/ 70 w 256"/>
                  <a:gd name="T41" fmla="*/ 99 h 208"/>
                  <a:gd name="T42" fmla="*/ 64 w 256"/>
                  <a:gd name="T43" fmla="*/ 96 h 208"/>
                  <a:gd name="T44" fmla="*/ 58 w 256"/>
                  <a:gd name="T45" fmla="*/ 98 h 208"/>
                  <a:gd name="T46" fmla="*/ 16 w 256"/>
                  <a:gd name="T47" fmla="*/ 141 h 208"/>
                  <a:gd name="T48" fmla="*/ 16 w 256"/>
                  <a:gd name="T49" fmla="*/ 48 h 208"/>
                  <a:gd name="T50" fmla="*/ 208 w 256"/>
                  <a:gd name="T51" fmla="*/ 48 h 208"/>
                  <a:gd name="T52" fmla="*/ 16 w 256"/>
                  <a:gd name="T53" fmla="*/ 163 h 208"/>
                  <a:gd name="T54" fmla="*/ 64 w 256"/>
                  <a:gd name="T55" fmla="*/ 116 h 208"/>
                  <a:gd name="T56" fmla="*/ 114 w 256"/>
                  <a:gd name="T57" fmla="*/ 173 h 208"/>
                  <a:gd name="T58" fmla="*/ 124 w 256"/>
                  <a:gd name="T59" fmla="*/ 175 h 208"/>
                  <a:gd name="T60" fmla="*/ 159 w 256"/>
                  <a:gd name="T61" fmla="*/ 154 h 208"/>
                  <a:gd name="T62" fmla="*/ 204 w 256"/>
                  <a:gd name="T63" fmla="*/ 192 h 208"/>
                  <a:gd name="T64" fmla="*/ 16 w 256"/>
                  <a:gd name="T65" fmla="*/ 192 h 208"/>
                  <a:gd name="T66" fmla="*/ 16 w 256"/>
                  <a:gd name="T67" fmla="*/ 163 h 208"/>
                  <a:gd name="T68" fmla="*/ 240 w 256"/>
                  <a:gd name="T69" fmla="*/ 160 h 208"/>
                  <a:gd name="T70" fmla="*/ 224 w 256"/>
                  <a:gd name="T71" fmla="*/ 160 h 208"/>
                  <a:gd name="T72" fmla="*/ 224 w 256"/>
                  <a:gd name="T73" fmla="*/ 40 h 208"/>
                  <a:gd name="T74" fmla="*/ 216 w 256"/>
                  <a:gd name="T75" fmla="*/ 32 h 208"/>
                  <a:gd name="T76" fmla="*/ 48 w 256"/>
                  <a:gd name="T77" fmla="*/ 32 h 208"/>
                  <a:gd name="T78" fmla="*/ 48 w 256"/>
                  <a:gd name="T79" fmla="*/ 16 h 208"/>
                  <a:gd name="T80" fmla="*/ 240 w 256"/>
                  <a:gd name="T81" fmla="*/ 16 h 208"/>
                  <a:gd name="T82" fmla="*/ 240 w 256"/>
                  <a:gd name="T83" fmla="*/ 16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208">
                    <a:moveTo>
                      <a:pt x="248" y="0"/>
                    </a:moveTo>
                    <a:cubicBezTo>
                      <a:pt x="40" y="0"/>
                      <a:pt x="40" y="0"/>
                      <a:pt x="40" y="0"/>
                    </a:cubicBezTo>
                    <a:cubicBezTo>
                      <a:pt x="36" y="0"/>
                      <a:pt x="32" y="4"/>
                      <a:pt x="32" y="8"/>
                    </a:cubicBezTo>
                    <a:cubicBezTo>
                      <a:pt x="32" y="32"/>
                      <a:pt x="32" y="32"/>
                      <a:pt x="32" y="32"/>
                    </a:cubicBezTo>
                    <a:cubicBezTo>
                      <a:pt x="8" y="32"/>
                      <a:pt x="8" y="32"/>
                      <a:pt x="8" y="32"/>
                    </a:cubicBezTo>
                    <a:cubicBezTo>
                      <a:pt x="4" y="32"/>
                      <a:pt x="0" y="36"/>
                      <a:pt x="0" y="40"/>
                    </a:cubicBezTo>
                    <a:cubicBezTo>
                      <a:pt x="0" y="200"/>
                      <a:pt x="0" y="200"/>
                      <a:pt x="0" y="200"/>
                    </a:cubicBezTo>
                    <a:cubicBezTo>
                      <a:pt x="0" y="204"/>
                      <a:pt x="4" y="208"/>
                      <a:pt x="8" y="208"/>
                    </a:cubicBezTo>
                    <a:cubicBezTo>
                      <a:pt x="216" y="208"/>
                      <a:pt x="216" y="208"/>
                      <a:pt x="216" y="208"/>
                    </a:cubicBezTo>
                    <a:cubicBezTo>
                      <a:pt x="220" y="208"/>
                      <a:pt x="224" y="204"/>
                      <a:pt x="224" y="200"/>
                    </a:cubicBezTo>
                    <a:cubicBezTo>
                      <a:pt x="224" y="176"/>
                      <a:pt x="224" y="176"/>
                      <a:pt x="224" y="176"/>
                    </a:cubicBezTo>
                    <a:cubicBezTo>
                      <a:pt x="248" y="176"/>
                      <a:pt x="248" y="176"/>
                      <a:pt x="248" y="176"/>
                    </a:cubicBezTo>
                    <a:cubicBezTo>
                      <a:pt x="252" y="176"/>
                      <a:pt x="256" y="172"/>
                      <a:pt x="256" y="168"/>
                    </a:cubicBezTo>
                    <a:cubicBezTo>
                      <a:pt x="256" y="8"/>
                      <a:pt x="256" y="8"/>
                      <a:pt x="256" y="8"/>
                    </a:cubicBezTo>
                    <a:cubicBezTo>
                      <a:pt x="256" y="4"/>
                      <a:pt x="252" y="0"/>
                      <a:pt x="248" y="0"/>
                    </a:cubicBezTo>
                    <a:close/>
                    <a:moveTo>
                      <a:pt x="208" y="48"/>
                    </a:moveTo>
                    <a:cubicBezTo>
                      <a:pt x="208" y="175"/>
                      <a:pt x="208" y="175"/>
                      <a:pt x="208" y="175"/>
                    </a:cubicBezTo>
                    <a:cubicBezTo>
                      <a:pt x="165" y="138"/>
                      <a:pt x="165" y="138"/>
                      <a:pt x="165" y="138"/>
                    </a:cubicBezTo>
                    <a:cubicBezTo>
                      <a:pt x="163" y="136"/>
                      <a:pt x="159" y="135"/>
                      <a:pt x="156" y="137"/>
                    </a:cubicBezTo>
                    <a:cubicBezTo>
                      <a:pt x="122" y="158"/>
                      <a:pt x="122" y="158"/>
                      <a:pt x="122" y="158"/>
                    </a:cubicBezTo>
                    <a:cubicBezTo>
                      <a:pt x="70" y="99"/>
                      <a:pt x="70" y="99"/>
                      <a:pt x="70" y="99"/>
                    </a:cubicBezTo>
                    <a:cubicBezTo>
                      <a:pt x="69" y="97"/>
                      <a:pt x="66" y="96"/>
                      <a:pt x="64" y="96"/>
                    </a:cubicBezTo>
                    <a:cubicBezTo>
                      <a:pt x="62" y="96"/>
                      <a:pt x="60" y="97"/>
                      <a:pt x="58" y="98"/>
                    </a:cubicBezTo>
                    <a:cubicBezTo>
                      <a:pt x="16" y="141"/>
                      <a:pt x="16" y="141"/>
                      <a:pt x="16" y="141"/>
                    </a:cubicBezTo>
                    <a:cubicBezTo>
                      <a:pt x="16" y="48"/>
                      <a:pt x="16" y="48"/>
                      <a:pt x="16" y="48"/>
                    </a:cubicBezTo>
                    <a:lnTo>
                      <a:pt x="208" y="48"/>
                    </a:lnTo>
                    <a:close/>
                    <a:moveTo>
                      <a:pt x="16" y="163"/>
                    </a:moveTo>
                    <a:cubicBezTo>
                      <a:pt x="64" y="116"/>
                      <a:pt x="64" y="116"/>
                      <a:pt x="64" y="116"/>
                    </a:cubicBezTo>
                    <a:cubicBezTo>
                      <a:pt x="114" y="173"/>
                      <a:pt x="114" y="173"/>
                      <a:pt x="114" y="173"/>
                    </a:cubicBezTo>
                    <a:cubicBezTo>
                      <a:pt x="117" y="176"/>
                      <a:pt x="121" y="177"/>
                      <a:pt x="124" y="175"/>
                    </a:cubicBezTo>
                    <a:cubicBezTo>
                      <a:pt x="159" y="154"/>
                      <a:pt x="159" y="154"/>
                      <a:pt x="159" y="154"/>
                    </a:cubicBezTo>
                    <a:cubicBezTo>
                      <a:pt x="204" y="192"/>
                      <a:pt x="204" y="192"/>
                      <a:pt x="204" y="192"/>
                    </a:cubicBezTo>
                    <a:cubicBezTo>
                      <a:pt x="16" y="192"/>
                      <a:pt x="16" y="192"/>
                      <a:pt x="16" y="192"/>
                    </a:cubicBezTo>
                    <a:lnTo>
                      <a:pt x="16" y="163"/>
                    </a:lnTo>
                    <a:close/>
                    <a:moveTo>
                      <a:pt x="240" y="160"/>
                    </a:moveTo>
                    <a:cubicBezTo>
                      <a:pt x="224" y="160"/>
                      <a:pt x="224" y="160"/>
                      <a:pt x="224" y="160"/>
                    </a:cubicBezTo>
                    <a:cubicBezTo>
                      <a:pt x="224" y="40"/>
                      <a:pt x="224" y="40"/>
                      <a:pt x="224" y="40"/>
                    </a:cubicBezTo>
                    <a:cubicBezTo>
                      <a:pt x="224" y="36"/>
                      <a:pt x="220" y="32"/>
                      <a:pt x="216" y="32"/>
                    </a:cubicBezTo>
                    <a:cubicBezTo>
                      <a:pt x="48" y="32"/>
                      <a:pt x="48" y="32"/>
                      <a:pt x="48" y="32"/>
                    </a:cubicBezTo>
                    <a:cubicBezTo>
                      <a:pt x="48" y="16"/>
                      <a:pt x="48" y="16"/>
                      <a:pt x="48" y="16"/>
                    </a:cubicBezTo>
                    <a:cubicBezTo>
                      <a:pt x="240" y="16"/>
                      <a:pt x="240" y="16"/>
                      <a:pt x="240" y="16"/>
                    </a:cubicBezTo>
                    <a:lnTo>
                      <a:pt x="240"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sp>
            <p:nvSpPr>
              <p:cNvPr id="44" name="Freeform 43"/>
              <p:cNvSpPr>
                <a:spLocks noEditPoints="1"/>
              </p:cNvSpPr>
              <p:nvPr/>
            </p:nvSpPr>
            <p:spPr bwMode="auto">
              <a:xfrm>
                <a:off x="6481274" y="2531633"/>
                <a:ext cx="83858" cy="85169"/>
              </a:xfrm>
              <a:custGeom>
                <a:avLst/>
                <a:gdLst>
                  <a:gd name="T0" fmla="*/ 28 w 56"/>
                  <a:gd name="T1" fmla="*/ 56 h 56"/>
                  <a:gd name="T2" fmla="*/ 56 w 56"/>
                  <a:gd name="T3" fmla="*/ 28 h 56"/>
                  <a:gd name="T4" fmla="*/ 28 w 56"/>
                  <a:gd name="T5" fmla="*/ 0 h 56"/>
                  <a:gd name="T6" fmla="*/ 0 w 56"/>
                  <a:gd name="T7" fmla="*/ 28 h 56"/>
                  <a:gd name="T8" fmla="*/ 28 w 56"/>
                  <a:gd name="T9" fmla="*/ 56 h 56"/>
                  <a:gd name="T10" fmla="*/ 28 w 56"/>
                  <a:gd name="T11" fmla="*/ 16 h 56"/>
                  <a:gd name="T12" fmla="*/ 40 w 56"/>
                  <a:gd name="T13" fmla="*/ 28 h 56"/>
                  <a:gd name="T14" fmla="*/ 28 w 56"/>
                  <a:gd name="T15" fmla="*/ 40 h 56"/>
                  <a:gd name="T16" fmla="*/ 16 w 56"/>
                  <a:gd name="T17" fmla="*/ 28 h 56"/>
                  <a:gd name="T18" fmla="*/ 28 w 56"/>
                  <a:gd name="T19" fmla="*/ 1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56"/>
                    </a:moveTo>
                    <a:cubicBezTo>
                      <a:pt x="43" y="56"/>
                      <a:pt x="56" y="43"/>
                      <a:pt x="56" y="28"/>
                    </a:cubicBezTo>
                    <a:cubicBezTo>
                      <a:pt x="56" y="13"/>
                      <a:pt x="43" y="0"/>
                      <a:pt x="28" y="0"/>
                    </a:cubicBezTo>
                    <a:cubicBezTo>
                      <a:pt x="13" y="0"/>
                      <a:pt x="0" y="13"/>
                      <a:pt x="0" y="28"/>
                    </a:cubicBezTo>
                    <a:cubicBezTo>
                      <a:pt x="0" y="43"/>
                      <a:pt x="13" y="56"/>
                      <a:pt x="28" y="56"/>
                    </a:cubicBezTo>
                    <a:close/>
                    <a:moveTo>
                      <a:pt x="28" y="16"/>
                    </a:moveTo>
                    <a:cubicBezTo>
                      <a:pt x="35" y="16"/>
                      <a:pt x="40" y="21"/>
                      <a:pt x="40" y="28"/>
                    </a:cubicBezTo>
                    <a:cubicBezTo>
                      <a:pt x="40" y="35"/>
                      <a:pt x="35" y="40"/>
                      <a:pt x="28" y="40"/>
                    </a:cubicBezTo>
                    <a:cubicBezTo>
                      <a:pt x="21" y="40"/>
                      <a:pt x="16" y="35"/>
                      <a:pt x="16" y="28"/>
                    </a:cubicBezTo>
                    <a:cubicBezTo>
                      <a:pt x="16" y="21"/>
                      <a:pt x="21" y="16"/>
                      <a:pt x="2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grpSp>
      </p:grpSp>
      <p:grpSp>
        <p:nvGrpSpPr>
          <p:cNvPr id="45" name="Group 44"/>
          <p:cNvGrpSpPr/>
          <p:nvPr/>
        </p:nvGrpSpPr>
        <p:grpSpPr>
          <a:xfrm>
            <a:off x="4833035" y="3292713"/>
            <a:ext cx="823913" cy="823913"/>
            <a:chOff x="6114436" y="3954719"/>
            <a:chExt cx="823913" cy="823913"/>
          </a:xfrm>
        </p:grpSpPr>
        <p:sp>
          <p:nvSpPr>
            <p:cNvPr id="46" name="Oval 68"/>
            <p:cNvSpPr>
              <a:spLocks noChangeArrowheads="1"/>
            </p:cNvSpPr>
            <p:nvPr/>
          </p:nvSpPr>
          <p:spPr bwMode="auto">
            <a:xfrm>
              <a:off x="6114436" y="3954719"/>
              <a:ext cx="823913" cy="823913"/>
            </a:xfrm>
            <a:prstGeom prst="ellipse">
              <a:avLst/>
            </a:prstGeom>
            <a:solidFill>
              <a:schemeClr val="accent3"/>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grpSp>
          <p:nvGrpSpPr>
            <p:cNvPr id="47" name="Group 46"/>
            <p:cNvGrpSpPr/>
            <p:nvPr/>
          </p:nvGrpSpPr>
          <p:grpSpPr>
            <a:xfrm>
              <a:off x="6350454" y="4159239"/>
              <a:ext cx="386534" cy="386534"/>
              <a:chOff x="9753057" y="3268013"/>
              <a:chExt cx="386534" cy="386534"/>
            </a:xfrm>
            <a:solidFill>
              <a:schemeClr val="bg1"/>
            </a:solidFill>
          </p:grpSpPr>
          <p:sp>
            <p:nvSpPr>
              <p:cNvPr id="48" name="Freeform 94"/>
              <p:cNvSpPr>
                <a:spLocks noEditPoints="1"/>
              </p:cNvSpPr>
              <p:nvPr/>
            </p:nvSpPr>
            <p:spPr bwMode="auto">
              <a:xfrm>
                <a:off x="9753057" y="3268013"/>
                <a:ext cx="386534" cy="386534"/>
              </a:xfrm>
              <a:custGeom>
                <a:avLst/>
                <a:gdLst>
                  <a:gd name="T0" fmla="*/ 251 w 256"/>
                  <a:gd name="T1" fmla="*/ 97 h 256"/>
                  <a:gd name="T2" fmla="*/ 216 w 256"/>
                  <a:gd name="T3" fmla="*/ 83 h 256"/>
                  <a:gd name="T4" fmla="*/ 216 w 256"/>
                  <a:gd name="T5" fmla="*/ 8 h 256"/>
                  <a:gd name="T6" fmla="*/ 208 w 256"/>
                  <a:gd name="T7" fmla="*/ 0 h 256"/>
                  <a:gd name="T8" fmla="*/ 48 w 256"/>
                  <a:gd name="T9" fmla="*/ 0 h 256"/>
                  <a:gd name="T10" fmla="*/ 40 w 256"/>
                  <a:gd name="T11" fmla="*/ 8 h 256"/>
                  <a:gd name="T12" fmla="*/ 40 w 256"/>
                  <a:gd name="T13" fmla="*/ 83 h 256"/>
                  <a:gd name="T14" fmla="*/ 5 w 256"/>
                  <a:gd name="T15" fmla="*/ 97 h 256"/>
                  <a:gd name="T16" fmla="*/ 0 w 256"/>
                  <a:gd name="T17" fmla="*/ 104 h 256"/>
                  <a:gd name="T18" fmla="*/ 0 w 256"/>
                  <a:gd name="T19" fmla="*/ 104 h 256"/>
                  <a:gd name="T20" fmla="*/ 0 w 256"/>
                  <a:gd name="T21" fmla="*/ 248 h 256"/>
                  <a:gd name="T22" fmla="*/ 8 w 256"/>
                  <a:gd name="T23" fmla="*/ 256 h 256"/>
                  <a:gd name="T24" fmla="*/ 248 w 256"/>
                  <a:gd name="T25" fmla="*/ 256 h 256"/>
                  <a:gd name="T26" fmla="*/ 256 w 256"/>
                  <a:gd name="T27" fmla="*/ 248 h 256"/>
                  <a:gd name="T28" fmla="*/ 256 w 256"/>
                  <a:gd name="T29" fmla="*/ 104 h 256"/>
                  <a:gd name="T30" fmla="*/ 256 w 256"/>
                  <a:gd name="T31" fmla="*/ 104 h 256"/>
                  <a:gd name="T32" fmla="*/ 251 w 256"/>
                  <a:gd name="T33" fmla="*/ 97 h 256"/>
                  <a:gd name="T34" fmla="*/ 232 w 256"/>
                  <a:gd name="T35" fmla="*/ 106 h 256"/>
                  <a:gd name="T36" fmla="*/ 216 w 256"/>
                  <a:gd name="T37" fmla="*/ 116 h 256"/>
                  <a:gd name="T38" fmla="*/ 216 w 256"/>
                  <a:gd name="T39" fmla="*/ 100 h 256"/>
                  <a:gd name="T40" fmla="*/ 232 w 256"/>
                  <a:gd name="T41" fmla="*/ 106 h 256"/>
                  <a:gd name="T42" fmla="*/ 200 w 256"/>
                  <a:gd name="T43" fmla="*/ 16 h 256"/>
                  <a:gd name="T44" fmla="*/ 200 w 256"/>
                  <a:gd name="T45" fmla="*/ 88 h 256"/>
                  <a:gd name="T46" fmla="*/ 200 w 256"/>
                  <a:gd name="T47" fmla="*/ 88 h 256"/>
                  <a:gd name="T48" fmla="*/ 200 w 256"/>
                  <a:gd name="T49" fmla="*/ 126 h 256"/>
                  <a:gd name="T50" fmla="*/ 128 w 256"/>
                  <a:gd name="T51" fmla="*/ 171 h 256"/>
                  <a:gd name="T52" fmla="*/ 56 w 256"/>
                  <a:gd name="T53" fmla="*/ 126 h 256"/>
                  <a:gd name="T54" fmla="*/ 56 w 256"/>
                  <a:gd name="T55" fmla="*/ 88 h 256"/>
                  <a:gd name="T56" fmla="*/ 56 w 256"/>
                  <a:gd name="T57" fmla="*/ 88 h 256"/>
                  <a:gd name="T58" fmla="*/ 56 w 256"/>
                  <a:gd name="T59" fmla="*/ 16 h 256"/>
                  <a:gd name="T60" fmla="*/ 200 w 256"/>
                  <a:gd name="T61" fmla="*/ 16 h 256"/>
                  <a:gd name="T62" fmla="*/ 40 w 256"/>
                  <a:gd name="T63" fmla="*/ 116 h 256"/>
                  <a:gd name="T64" fmla="*/ 24 w 256"/>
                  <a:gd name="T65" fmla="*/ 106 h 256"/>
                  <a:gd name="T66" fmla="*/ 40 w 256"/>
                  <a:gd name="T67" fmla="*/ 100 h 256"/>
                  <a:gd name="T68" fmla="*/ 40 w 256"/>
                  <a:gd name="T69" fmla="*/ 116 h 256"/>
                  <a:gd name="T70" fmla="*/ 16 w 256"/>
                  <a:gd name="T71" fmla="*/ 240 h 256"/>
                  <a:gd name="T72" fmla="*/ 16 w 256"/>
                  <a:gd name="T73" fmla="*/ 120 h 256"/>
                  <a:gd name="T74" fmla="*/ 124 w 256"/>
                  <a:gd name="T75" fmla="*/ 187 h 256"/>
                  <a:gd name="T76" fmla="*/ 128 w 256"/>
                  <a:gd name="T77" fmla="*/ 188 h 256"/>
                  <a:gd name="T78" fmla="*/ 132 w 256"/>
                  <a:gd name="T79" fmla="*/ 187 h 256"/>
                  <a:gd name="T80" fmla="*/ 240 w 256"/>
                  <a:gd name="T81" fmla="*/ 120 h 256"/>
                  <a:gd name="T82" fmla="*/ 240 w 256"/>
                  <a:gd name="T83" fmla="*/ 240 h 256"/>
                  <a:gd name="T84" fmla="*/ 16 w 256"/>
                  <a:gd name="T85" fmla="*/ 24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6" h="256">
                    <a:moveTo>
                      <a:pt x="251" y="97"/>
                    </a:moveTo>
                    <a:cubicBezTo>
                      <a:pt x="216" y="83"/>
                      <a:pt x="216" y="83"/>
                      <a:pt x="216" y="83"/>
                    </a:cubicBezTo>
                    <a:cubicBezTo>
                      <a:pt x="216" y="8"/>
                      <a:pt x="216" y="8"/>
                      <a:pt x="216" y="8"/>
                    </a:cubicBezTo>
                    <a:cubicBezTo>
                      <a:pt x="216" y="4"/>
                      <a:pt x="212" y="0"/>
                      <a:pt x="208" y="0"/>
                    </a:cubicBezTo>
                    <a:cubicBezTo>
                      <a:pt x="48" y="0"/>
                      <a:pt x="48" y="0"/>
                      <a:pt x="48" y="0"/>
                    </a:cubicBezTo>
                    <a:cubicBezTo>
                      <a:pt x="44" y="0"/>
                      <a:pt x="40" y="4"/>
                      <a:pt x="40" y="8"/>
                    </a:cubicBezTo>
                    <a:cubicBezTo>
                      <a:pt x="40" y="83"/>
                      <a:pt x="40" y="83"/>
                      <a:pt x="40" y="83"/>
                    </a:cubicBezTo>
                    <a:cubicBezTo>
                      <a:pt x="5" y="97"/>
                      <a:pt x="5" y="97"/>
                      <a:pt x="5" y="97"/>
                    </a:cubicBezTo>
                    <a:cubicBezTo>
                      <a:pt x="2" y="98"/>
                      <a:pt x="0" y="101"/>
                      <a:pt x="0" y="104"/>
                    </a:cubicBezTo>
                    <a:cubicBezTo>
                      <a:pt x="0" y="104"/>
                      <a:pt x="0" y="104"/>
                      <a:pt x="0" y="104"/>
                    </a:cubicBezTo>
                    <a:cubicBezTo>
                      <a:pt x="0" y="248"/>
                      <a:pt x="0" y="248"/>
                      <a:pt x="0" y="248"/>
                    </a:cubicBezTo>
                    <a:cubicBezTo>
                      <a:pt x="0" y="252"/>
                      <a:pt x="4" y="256"/>
                      <a:pt x="8" y="256"/>
                    </a:cubicBezTo>
                    <a:cubicBezTo>
                      <a:pt x="248" y="256"/>
                      <a:pt x="248" y="256"/>
                      <a:pt x="248" y="256"/>
                    </a:cubicBezTo>
                    <a:cubicBezTo>
                      <a:pt x="252" y="256"/>
                      <a:pt x="256" y="252"/>
                      <a:pt x="256" y="248"/>
                    </a:cubicBezTo>
                    <a:cubicBezTo>
                      <a:pt x="256" y="104"/>
                      <a:pt x="256" y="104"/>
                      <a:pt x="256" y="104"/>
                    </a:cubicBezTo>
                    <a:cubicBezTo>
                      <a:pt x="256" y="104"/>
                      <a:pt x="256" y="104"/>
                      <a:pt x="256" y="104"/>
                    </a:cubicBezTo>
                    <a:cubicBezTo>
                      <a:pt x="256" y="101"/>
                      <a:pt x="254" y="98"/>
                      <a:pt x="251" y="97"/>
                    </a:cubicBezTo>
                    <a:close/>
                    <a:moveTo>
                      <a:pt x="232" y="106"/>
                    </a:moveTo>
                    <a:cubicBezTo>
                      <a:pt x="216" y="116"/>
                      <a:pt x="216" y="116"/>
                      <a:pt x="216" y="116"/>
                    </a:cubicBezTo>
                    <a:cubicBezTo>
                      <a:pt x="216" y="100"/>
                      <a:pt x="216" y="100"/>
                      <a:pt x="216" y="100"/>
                    </a:cubicBezTo>
                    <a:lnTo>
                      <a:pt x="232" y="106"/>
                    </a:lnTo>
                    <a:close/>
                    <a:moveTo>
                      <a:pt x="200" y="16"/>
                    </a:moveTo>
                    <a:cubicBezTo>
                      <a:pt x="200" y="88"/>
                      <a:pt x="200" y="88"/>
                      <a:pt x="200" y="88"/>
                    </a:cubicBezTo>
                    <a:cubicBezTo>
                      <a:pt x="200" y="88"/>
                      <a:pt x="200" y="88"/>
                      <a:pt x="200" y="88"/>
                    </a:cubicBezTo>
                    <a:cubicBezTo>
                      <a:pt x="200" y="126"/>
                      <a:pt x="200" y="126"/>
                      <a:pt x="200" y="126"/>
                    </a:cubicBezTo>
                    <a:cubicBezTo>
                      <a:pt x="128" y="171"/>
                      <a:pt x="128" y="171"/>
                      <a:pt x="128" y="171"/>
                    </a:cubicBezTo>
                    <a:cubicBezTo>
                      <a:pt x="56" y="126"/>
                      <a:pt x="56" y="126"/>
                      <a:pt x="56" y="126"/>
                    </a:cubicBezTo>
                    <a:cubicBezTo>
                      <a:pt x="56" y="88"/>
                      <a:pt x="56" y="88"/>
                      <a:pt x="56" y="88"/>
                    </a:cubicBezTo>
                    <a:cubicBezTo>
                      <a:pt x="56" y="88"/>
                      <a:pt x="56" y="88"/>
                      <a:pt x="56" y="88"/>
                    </a:cubicBezTo>
                    <a:cubicBezTo>
                      <a:pt x="56" y="16"/>
                      <a:pt x="56" y="16"/>
                      <a:pt x="56" y="16"/>
                    </a:cubicBezTo>
                    <a:lnTo>
                      <a:pt x="200" y="16"/>
                    </a:lnTo>
                    <a:close/>
                    <a:moveTo>
                      <a:pt x="40" y="116"/>
                    </a:moveTo>
                    <a:cubicBezTo>
                      <a:pt x="24" y="106"/>
                      <a:pt x="24" y="106"/>
                      <a:pt x="24" y="106"/>
                    </a:cubicBezTo>
                    <a:cubicBezTo>
                      <a:pt x="40" y="100"/>
                      <a:pt x="40" y="100"/>
                      <a:pt x="40" y="100"/>
                    </a:cubicBezTo>
                    <a:lnTo>
                      <a:pt x="40" y="116"/>
                    </a:lnTo>
                    <a:close/>
                    <a:moveTo>
                      <a:pt x="16" y="240"/>
                    </a:moveTo>
                    <a:cubicBezTo>
                      <a:pt x="16" y="120"/>
                      <a:pt x="16" y="120"/>
                      <a:pt x="16" y="120"/>
                    </a:cubicBezTo>
                    <a:cubicBezTo>
                      <a:pt x="124" y="187"/>
                      <a:pt x="124" y="187"/>
                      <a:pt x="124" y="187"/>
                    </a:cubicBezTo>
                    <a:cubicBezTo>
                      <a:pt x="125" y="188"/>
                      <a:pt x="127" y="188"/>
                      <a:pt x="128" y="188"/>
                    </a:cubicBezTo>
                    <a:cubicBezTo>
                      <a:pt x="129" y="188"/>
                      <a:pt x="131" y="188"/>
                      <a:pt x="132" y="187"/>
                    </a:cubicBezTo>
                    <a:cubicBezTo>
                      <a:pt x="240" y="120"/>
                      <a:pt x="240" y="120"/>
                      <a:pt x="240" y="120"/>
                    </a:cubicBezTo>
                    <a:cubicBezTo>
                      <a:pt x="240" y="240"/>
                      <a:pt x="240" y="240"/>
                      <a:pt x="240" y="240"/>
                    </a:cubicBezTo>
                    <a:lnTo>
                      <a:pt x="16"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sp>
            <p:nvSpPr>
              <p:cNvPr id="49" name="Freeform 95"/>
              <p:cNvSpPr>
                <a:spLocks/>
              </p:cNvSpPr>
              <p:nvPr/>
            </p:nvSpPr>
            <p:spPr bwMode="auto">
              <a:xfrm>
                <a:off x="9958772" y="3316494"/>
                <a:ext cx="72066" cy="24895"/>
              </a:xfrm>
              <a:custGeom>
                <a:avLst/>
                <a:gdLst>
                  <a:gd name="T0" fmla="*/ 8 w 48"/>
                  <a:gd name="T1" fmla="*/ 16 h 16"/>
                  <a:gd name="T2" fmla="*/ 40 w 48"/>
                  <a:gd name="T3" fmla="*/ 16 h 16"/>
                  <a:gd name="T4" fmla="*/ 48 w 48"/>
                  <a:gd name="T5" fmla="*/ 8 h 16"/>
                  <a:gd name="T6" fmla="*/ 40 w 48"/>
                  <a:gd name="T7" fmla="*/ 0 h 16"/>
                  <a:gd name="T8" fmla="*/ 8 w 48"/>
                  <a:gd name="T9" fmla="*/ 0 h 16"/>
                  <a:gd name="T10" fmla="*/ 0 w 48"/>
                  <a:gd name="T11" fmla="*/ 8 h 16"/>
                  <a:gd name="T12" fmla="*/ 8 w 48"/>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48" h="16">
                    <a:moveTo>
                      <a:pt x="8" y="16"/>
                    </a:moveTo>
                    <a:cubicBezTo>
                      <a:pt x="40" y="16"/>
                      <a:pt x="40" y="16"/>
                      <a:pt x="40" y="16"/>
                    </a:cubicBezTo>
                    <a:cubicBezTo>
                      <a:pt x="44" y="16"/>
                      <a:pt x="48" y="12"/>
                      <a:pt x="48" y="8"/>
                    </a:cubicBezTo>
                    <a:cubicBezTo>
                      <a:pt x="48" y="4"/>
                      <a:pt x="44" y="0"/>
                      <a:pt x="40"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sp>
            <p:nvSpPr>
              <p:cNvPr id="50" name="Freeform 96"/>
              <p:cNvSpPr>
                <a:spLocks/>
              </p:cNvSpPr>
              <p:nvPr/>
            </p:nvSpPr>
            <p:spPr bwMode="auto">
              <a:xfrm>
                <a:off x="9861811" y="3364974"/>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sp>
            <p:nvSpPr>
              <p:cNvPr id="51" name="Freeform 97"/>
              <p:cNvSpPr>
                <a:spLocks/>
              </p:cNvSpPr>
              <p:nvPr/>
            </p:nvSpPr>
            <p:spPr bwMode="auto">
              <a:xfrm>
                <a:off x="9861811" y="3413455"/>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grpSp>
      </p:grpSp>
      <p:sp>
        <p:nvSpPr>
          <p:cNvPr id="22" name="Title 1"/>
          <p:cNvSpPr txBox="1">
            <a:spLocks/>
          </p:cNvSpPr>
          <p:nvPr/>
        </p:nvSpPr>
        <p:spPr>
          <a:xfrm>
            <a:off x="907775" y="177009"/>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lvl="0" rtl="1"/>
            <a:r>
              <a:rPr lang="ar-SA" sz="4000" b="1" u="sng" dirty="0" smtClean="0">
                <a:solidFill>
                  <a:schemeClr val="tx1">
                    <a:lumMod val="75000"/>
                  </a:schemeClr>
                </a:solidFill>
              </a:rPr>
              <a:t>أ - </a:t>
            </a:r>
            <a:r>
              <a:rPr lang="ar-JO" sz="4000" b="1" u="sng" dirty="0" smtClean="0">
                <a:solidFill>
                  <a:schemeClr val="tx1">
                    <a:lumMod val="75000"/>
                  </a:schemeClr>
                </a:solidFill>
              </a:rPr>
              <a:t>التطور </a:t>
            </a:r>
            <a:r>
              <a:rPr lang="ar-JO" sz="4000" b="1" u="sng" dirty="0">
                <a:solidFill>
                  <a:schemeClr val="tx1">
                    <a:lumMod val="75000"/>
                  </a:schemeClr>
                </a:solidFill>
              </a:rPr>
              <a:t>التاريخي للواقع المعزز </a:t>
            </a:r>
            <a:endParaRPr lang="en-US" sz="4000" u="sng" dirty="0">
              <a:solidFill>
                <a:schemeClr val="tx1">
                  <a:lumMod val="75000"/>
                </a:schemeClr>
              </a:solidFill>
            </a:endParaRPr>
          </a:p>
        </p:txBody>
      </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71009214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Diagram 26"/>
          <p:cNvGraphicFramePr/>
          <p:nvPr>
            <p:extLst>
              <p:ext uri="{D42A27DB-BD31-4B8C-83A1-F6EECF244321}">
                <p14:modId xmlns:p14="http://schemas.microsoft.com/office/powerpoint/2010/main" val="611767367"/>
              </p:ext>
            </p:extLst>
          </p:nvPr>
        </p:nvGraphicFramePr>
        <p:xfrm>
          <a:off x="2636467" y="1048526"/>
          <a:ext cx="8530478" cy="536345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9" name="Content Placeholder 2"/>
          <p:cNvSpPr txBox="1">
            <a:spLocks/>
          </p:cNvSpPr>
          <p:nvPr/>
        </p:nvSpPr>
        <p:spPr>
          <a:xfrm>
            <a:off x="363735" y="2291234"/>
            <a:ext cx="4705318" cy="145446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ar-JO" sz="2800" b="1" dirty="0">
                <a:solidFill>
                  <a:srgbClr val="16749F"/>
                </a:solidFill>
              </a:rPr>
              <a:t>وبعد ذلك بأربعة سنوات وتحديداً في عام 1994م، حدث تطور هائل في هذه التقنية مما جعلها تصبح عالمية الاستخدام </a:t>
            </a:r>
            <a:endParaRPr lang="en-US" sz="2800" b="1" dirty="0">
              <a:solidFill>
                <a:srgbClr val="16749F"/>
              </a:solidFill>
            </a:endParaRPr>
          </a:p>
        </p:txBody>
      </p:sp>
      <p:sp>
        <p:nvSpPr>
          <p:cNvPr id="31" name="Content Placeholder 2"/>
          <p:cNvSpPr txBox="1">
            <a:spLocks/>
          </p:cNvSpPr>
          <p:nvPr/>
        </p:nvSpPr>
        <p:spPr>
          <a:xfrm>
            <a:off x="437790" y="4088128"/>
            <a:ext cx="5435167" cy="131689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JO" sz="2800" b="1" dirty="0">
                <a:solidFill>
                  <a:srgbClr val="7030A0"/>
                </a:solidFill>
              </a:rPr>
              <a:t>ومع نهاية التسعينيات شهدت تقنية الواقع المعزز نقلة نوعية أخرى لتصبح أحد فروع الحاسب الآلي</a:t>
            </a:r>
            <a:endParaRPr lang="en-US" sz="2800" b="1" dirty="0">
              <a:solidFill>
                <a:srgbClr val="7030A0"/>
              </a:solidFill>
            </a:endParaRPr>
          </a:p>
        </p:txBody>
      </p:sp>
      <p:sp>
        <p:nvSpPr>
          <p:cNvPr id="36" name="Content Placeholder 2"/>
          <p:cNvSpPr txBox="1">
            <a:spLocks/>
          </p:cNvSpPr>
          <p:nvPr/>
        </p:nvSpPr>
        <p:spPr>
          <a:xfrm>
            <a:off x="1678017" y="5359172"/>
            <a:ext cx="4938737" cy="108856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JO" sz="2800" b="1" dirty="0" smtClean="0">
                <a:solidFill>
                  <a:srgbClr val="81D7BB"/>
                </a:solidFill>
              </a:rPr>
              <a:t>أخيراً </a:t>
            </a:r>
            <a:r>
              <a:rPr lang="ar-JO" sz="2800" b="1" dirty="0">
                <a:solidFill>
                  <a:srgbClr val="81D7BB"/>
                </a:solidFill>
              </a:rPr>
              <a:t>في عام 2008م بدأت التطبيقات النقالة للواقع المعزز بالظهور</a:t>
            </a:r>
            <a:endParaRPr lang="en-US" sz="2800" b="1" dirty="0">
              <a:solidFill>
                <a:srgbClr val="81D7BB"/>
              </a:solidFill>
            </a:endParaRPr>
          </a:p>
        </p:txBody>
      </p:sp>
      <p:grpSp>
        <p:nvGrpSpPr>
          <p:cNvPr id="37" name="Group 36"/>
          <p:cNvGrpSpPr/>
          <p:nvPr/>
        </p:nvGrpSpPr>
        <p:grpSpPr>
          <a:xfrm>
            <a:off x="6616756" y="5186335"/>
            <a:ext cx="1385666" cy="823913"/>
            <a:chOff x="6832990" y="2145682"/>
            <a:chExt cx="1385666" cy="823913"/>
          </a:xfrm>
          <a:solidFill>
            <a:srgbClr val="81D7BB"/>
          </a:solidFill>
        </p:grpSpPr>
        <p:sp>
          <p:nvSpPr>
            <p:cNvPr id="38" name="Oval 68"/>
            <p:cNvSpPr>
              <a:spLocks noChangeArrowheads="1"/>
            </p:cNvSpPr>
            <p:nvPr/>
          </p:nvSpPr>
          <p:spPr bwMode="auto">
            <a:xfrm>
              <a:off x="6832990" y="2145682"/>
              <a:ext cx="823913" cy="823913"/>
            </a:xfrm>
            <a:prstGeom prst="ellipse">
              <a:avLst/>
            </a:prstGeom>
            <a:grp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sp>
          <p:nvSpPr>
            <p:cNvPr id="39" name="Freeform 12"/>
            <p:cNvSpPr>
              <a:spLocks noEditPoints="1"/>
            </p:cNvSpPr>
            <p:nvPr/>
          </p:nvSpPr>
          <p:spPr bwMode="auto">
            <a:xfrm>
              <a:off x="7927773" y="2364371"/>
              <a:ext cx="290883" cy="386534"/>
            </a:xfrm>
            <a:custGeom>
              <a:avLst/>
              <a:gdLst>
                <a:gd name="T0" fmla="*/ 168 w 192"/>
                <a:gd name="T1" fmla="*/ 64 h 256"/>
                <a:gd name="T2" fmla="*/ 168 w 192"/>
                <a:gd name="T3" fmla="*/ 40 h 256"/>
                <a:gd name="T4" fmla="*/ 184 w 192"/>
                <a:gd name="T5" fmla="*/ 40 h 256"/>
                <a:gd name="T6" fmla="*/ 192 w 192"/>
                <a:gd name="T7" fmla="*/ 32 h 256"/>
                <a:gd name="T8" fmla="*/ 192 w 192"/>
                <a:gd name="T9" fmla="*/ 8 h 256"/>
                <a:gd name="T10" fmla="*/ 184 w 192"/>
                <a:gd name="T11" fmla="*/ 0 h 256"/>
                <a:gd name="T12" fmla="*/ 8 w 192"/>
                <a:gd name="T13" fmla="*/ 0 h 256"/>
                <a:gd name="T14" fmla="*/ 0 w 192"/>
                <a:gd name="T15" fmla="*/ 8 h 256"/>
                <a:gd name="T16" fmla="*/ 0 w 192"/>
                <a:gd name="T17" fmla="*/ 32 h 256"/>
                <a:gd name="T18" fmla="*/ 8 w 192"/>
                <a:gd name="T19" fmla="*/ 40 h 256"/>
                <a:gd name="T20" fmla="*/ 24 w 192"/>
                <a:gd name="T21" fmla="*/ 40 h 256"/>
                <a:gd name="T22" fmla="*/ 24 w 192"/>
                <a:gd name="T23" fmla="*/ 64 h 256"/>
                <a:gd name="T24" fmla="*/ 63 w 192"/>
                <a:gd name="T25" fmla="*/ 128 h 256"/>
                <a:gd name="T26" fmla="*/ 24 w 192"/>
                <a:gd name="T27" fmla="*/ 192 h 256"/>
                <a:gd name="T28" fmla="*/ 24 w 192"/>
                <a:gd name="T29" fmla="*/ 216 h 256"/>
                <a:gd name="T30" fmla="*/ 8 w 192"/>
                <a:gd name="T31" fmla="*/ 216 h 256"/>
                <a:gd name="T32" fmla="*/ 0 w 192"/>
                <a:gd name="T33" fmla="*/ 224 h 256"/>
                <a:gd name="T34" fmla="*/ 0 w 192"/>
                <a:gd name="T35" fmla="*/ 248 h 256"/>
                <a:gd name="T36" fmla="*/ 8 w 192"/>
                <a:gd name="T37" fmla="*/ 256 h 256"/>
                <a:gd name="T38" fmla="*/ 184 w 192"/>
                <a:gd name="T39" fmla="*/ 256 h 256"/>
                <a:gd name="T40" fmla="*/ 192 w 192"/>
                <a:gd name="T41" fmla="*/ 248 h 256"/>
                <a:gd name="T42" fmla="*/ 192 w 192"/>
                <a:gd name="T43" fmla="*/ 224 h 256"/>
                <a:gd name="T44" fmla="*/ 184 w 192"/>
                <a:gd name="T45" fmla="*/ 216 h 256"/>
                <a:gd name="T46" fmla="*/ 168 w 192"/>
                <a:gd name="T47" fmla="*/ 216 h 256"/>
                <a:gd name="T48" fmla="*/ 168 w 192"/>
                <a:gd name="T49" fmla="*/ 192 h 256"/>
                <a:gd name="T50" fmla="*/ 129 w 192"/>
                <a:gd name="T51" fmla="*/ 128 h 256"/>
                <a:gd name="T52" fmla="*/ 168 w 192"/>
                <a:gd name="T53" fmla="*/ 64 h 256"/>
                <a:gd name="T54" fmla="*/ 16 w 192"/>
                <a:gd name="T55" fmla="*/ 16 h 256"/>
                <a:gd name="T56" fmla="*/ 176 w 192"/>
                <a:gd name="T57" fmla="*/ 16 h 256"/>
                <a:gd name="T58" fmla="*/ 176 w 192"/>
                <a:gd name="T59" fmla="*/ 24 h 256"/>
                <a:gd name="T60" fmla="*/ 16 w 192"/>
                <a:gd name="T61" fmla="*/ 24 h 256"/>
                <a:gd name="T62" fmla="*/ 16 w 192"/>
                <a:gd name="T63" fmla="*/ 16 h 256"/>
                <a:gd name="T64" fmla="*/ 176 w 192"/>
                <a:gd name="T65" fmla="*/ 240 h 256"/>
                <a:gd name="T66" fmla="*/ 16 w 192"/>
                <a:gd name="T67" fmla="*/ 240 h 256"/>
                <a:gd name="T68" fmla="*/ 16 w 192"/>
                <a:gd name="T69" fmla="*/ 232 h 256"/>
                <a:gd name="T70" fmla="*/ 176 w 192"/>
                <a:gd name="T71" fmla="*/ 232 h 256"/>
                <a:gd name="T72" fmla="*/ 176 w 192"/>
                <a:gd name="T73" fmla="*/ 240 h 256"/>
                <a:gd name="T74" fmla="*/ 152 w 192"/>
                <a:gd name="T75" fmla="*/ 192 h 256"/>
                <a:gd name="T76" fmla="*/ 152 w 192"/>
                <a:gd name="T77" fmla="*/ 216 h 256"/>
                <a:gd name="T78" fmla="*/ 40 w 192"/>
                <a:gd name="T79" fmla="*/ 216 h 256"/>
                <a:gd name="T80" fmla="*/ 40 w 192"/>
                <a:gd name="T81" fmla="*/ 192 h 256"/>
                <a:gd name="T82" fmla="*/ 96 w 192"/>
                <a:gd name="T83" fmla="*/ 136 h 256"/>
                <a:gd name="T84" fmla="*/ 152 w 192"/>
                <a:gd name="T85" fmla="*/ 192 h 256"/>
                <a:gd name="T86" fmla="*/ 96 w 192"/>
                <a:gd name="T87" fmla="*/ 120 h 256"/>
                <a:gd name="T88" fmla="*/ 40 w 192"/>
                <a:gd name="T89" fmla="*/ 64 h 256"/>
                <a:gd name="T90" fmla="*/ 40 w 192"/>
                <a:gd name="T91" fmla="*/ 40 h 256"/>
                <a:gd name="T92" fmla="*/ 152 w 192"/>
                <a:gd name="T93" fmla="*/ 40 h 256"/>
                <a:gd name="T94" fmla="*/ 152 w 192"/>
                <a:gd name="T95" fmla="*/ 64 h 256"/>
                <a:gd name="T96" fmla="*/ 96 w 192"/>
                <a:gd name="T97" fmla="*/ 12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2" h="256">
                  <a:moveTo>
                    <a:pt x="168" y="64"/>
                  </a:moveTo>
                  <a:cubicBezTo>
                    <a:pt x="168" y="40"/>
                    <a:pt x="168" y="40"/>
                    <a:pt x="168" y="40"/>
                  </a:cubicBezTo>
                  <a:cubicBezTo>
                    <a:pt x="184" y="40"/>
                    <a:pt x="184" y="40"/>
                    <a:pt x="184" y="40"/>
                  </a:cubicBezTo>
                  <a:cubicBezTo>
                    <a:pt x="188" y="40"/>
                    <a:pt x="192" y="36"/>
                    <a:pt x="192" y="32"/>
                  </a:cubicBezTo>
                  <a:cubicBezTo>
                    <a:pt x="192" y="8"/>
                    <a:pt x="192" y="8"/>
                    <a:pt x="192" y="8"/>
                  </a:cubicBezTo>
                  <a:cubicBezTo>
                    <a:pt x="192" y="4"/>
                    <a:pt x="188" y="0"/>
                    <a:pt x="184" y="0"/>
                  </a:cubicBezTo>
                  <a:cubicBezTo>
                    <a:pt x="8" y="0"/>
                    <a:pt x="8" y="0"/>
                    <a:pt x="8" y="0"/>
                  </a:cubicBezTo>
                  <a:cubicBezTo>
                    <a:pt x="4" y="0"/>
                    <a:pt x="0" y="4"/>
                    <a:pt x="0" y="8"/>
                  </a:cubicBezTo>
                  <a:cubicBezTo>
                    <a:pt x="0" y="32"/>
                    <a:pt x="0" y="32"/>
                    <a:pt x="0" y="32"/>
                  </a:cubicBezTo>
                  <a:cubicBezTo>
                    <a:pt x="0" y="36"/>
                    <a:pt x="4" y="40"/>
                    <a:pt x="8" y="40"/>
                  </a:cubicBezTo>
                  <a:cubicBezTo>
                    <a:pt x="24" y="40"/>
                    <a:pt x="24" y="40"/>
                    <a:pt x="24" y="40"/>
                  </a:cubicBezTo>
                  <a:cubicBezTo>
                    <a:pt x="24" y="64"/>
                    <a:pt x="24" y="64"/>
                    <a:pt x="24" y="64"/>
                  </a:cubicBezTo>
                  <a:cubicBezTo>
                    <a:pt x="24" y="92"/>
                    <a:pt x="40" y="116"/>
                    <a:pt x="63" y="128"/>
                  </a:cubicBezTo>
                  <a:cubicBezTo>
                    <a:pt x="40" y="140"/>
                    <a:pt x="24" y="164"/>
                    <a:pt x="24" y="192"/>
                  </a:cubicBezTo>
                  <a:cubicBezTo>
                    <a:pt x="24" y="216"/>
                    <a:pt x="24" y="216"/>
                    <a:pt x="24" y="216"/>
                  </a:cubicBezTo>
                  <a:cubicBezTo>
                    <a:pt x="8" y="216"/>
                    <a:pt x="8" y="216"/>
                    <a:pt x="8" y="216"/>
                  </a:cubicBezTo>
                  <a:cubicBezTo>
                    <a:pt x="4" y="216"/>
                    <a:pt x="0" y="220"/>
                    <a:pt x="0" y="224"/>
                  </a:cubicBezTo>
                  <a:cubicBezTo>
                    <a:pt x="0" y="248"/>
                    <a:pt x="0" y="248"/>
                    <a:pt x="0" y="248"/>
                  </a:cubicBezTo>
                  <a:cubicBezTo>
                    <a:pt x="0" y="252"/>
                    <a:pt x="4" y="256"/>
                    <a:pt x="8" y="256"/>
                  </a:cubicBezTo>
                  <a:cubicBezTo>
                    <a:pt x="184" y="256"/>
                    <a:pt x="184" y="256"/>
                    <a:pt x="184" y="256"/>
                  </a:cubicBezTo>
                  <a:cubicBezTo>
                    <a:pt x="188" y="256"/>
                    <a:pt x="192" y="252"/>
                    <a:pt x="192" y="248"/>
                  </a:cubicBezTo>
                  <a:cubicBezTo>
                    <a:pt x="192" y="224"/>
                    <a:pt x="192" y="224"/>
                    <a:pt x="192" y="224"/>
                  </a:cubicBezTo>
                  <a:cubicBezTo>
                    <a:pt x="192" y="220"/>
                    <a:pt x="188" y="216"/>
                    <a:pt x="184" y="216"/>
                  </a:cubicBezTo>
                  <a:cubicBezTo>
                    <a:pt x="168" y="216"/>
                    <a:pt x="168" y="216"/>
                    <a:pt x="168" y="216"/>
                  </a:cubicBezTo>
                  <a:cubicBezTo>
                    <a:pt x="168" y="192"/>
                    <a:pt x="168" y="192"/>
                    <a:pt x="168" y="192"/>
                  </a:cubicBezTo>
                  <a:cubicBezTo>
                    <a:pt x="168" y="164"/>
                    <a:pt x="152" y="140"/>
                    <a:pt x="129" y="128"/>
                  </a:cubicBezTo>
                  <a:cubicBezTo>
                    <a:pt x="152" y="116"/>
                    <a:pt x="168" y="92"/>
                    <a:pt x="168" y="64"/>
                  </a:cubicBezTo>
                  <a:close/>
                  <a:moveTo>
                    <a:pt x="16" y="16"/>
                  </a:moveTo>
                  <a:cubicBezTo>
                    <a:pt x="176" y="16"/>
                    <a:pt x="176" y="16"/>
                    <a:pt x="176" y="16"/>
                  </a:cubicBezTo>
                  <a:cubicBezTo>
                    <a:pt x="176" y="24"/>
                    <a:pt x="176" y="24"/>
                    <a:pt x="176" y="24"/>
                  </a:cubicBezTo>
                  <a:cubicBezTo>
                    <a:pt x="16" y="24"/>
                    <a:pt x="16" y="24"/>
                    <a:pt x="16" y="24"/>
                  </a:cubicBezTo>
                  <a:lnTo>
                    <a:pt x="16" y="16"/>
                  </a:lnTo>
                  <a:close/>
                  <a:moveTo>
                    <a:pt x="176" y="240"/>
                  </a:moveTo>
                  <a:cubicBezTo>
                    <a:pt x="16" y="240"/>
                    <a:pt x="16" y="240"/>
                    <a:pt x="16" y="240"/>
                  </a:cubicBezTo>
                  <a:cubicBezTo>
                    <a:pt x="16" y="232"/>
                    <a:pt x="16" y="232"/>
                    <a:pt x="16" y="232"/>
                  </a:cubicBezTo>
                  <a:cubicBezTo>
                    <a:pt x="176" y="232"/>
                    <a:pt x="176" y="232"/>
                    <a:pt x="176" y="232"/>
                  </a:cubicBezTo>
                  <a:lnTo>
                    <a:pt x="176" y="240"/>
                  </a:lnTo>
                  <a:close/>
                  <a:moveTo>
                    <a:pt x="152" y="192"/>
                  </a:moveTo>
                  <a:cubicBezTo>
                    <a:pt x="152" y="216"/>
                    <a:pt x="152" y="216"/>
                    <a:pt x="152" y="216"/>
                  </a:cubicBezTo>
                  <a:cubicBezTo>
                    <a:pt x="40" y="216"/>
                    <a:pt x="40" y="216"/>
                    <a:pt x="40" y="216"/>
                  </a:cubicBezTo>
                  <a:cubicBezTo>
                    <a:pt x="40" y="192"/>
                    <a:pt x="40" y="192"/>
                    <a:pt x="40" y="192"/>
                  </a:cubicBezTo>
                  <a:cubicBezTo>
                    <a:pt x="40" y="161"/>
                    <a:pt x="65" y="136"/>
                    <a:pt x="96" y="136"/>
                  </a:cubicBezTo>
                  <a:cubicBezTo>
                    <a:pt x="127" y="136"/>
                    <a:pt x="152" y="161"/>
                    <a:pt x="152" y="192"/>
                  </a:cubicBezTo>
                  <a:close/>
                  <a:moveTo>
                    <a:pt x="96" y="120"/>
                  </a:moveTo>
                  <a:cubicBezTo>
                    <a:pt x="65" y="120"/>
                    <a:pt x="40" y="95"/>
                    <a:pt x="40" y="64"/>
                  </a:cubicBezTo>
                  <a:cubicBezTo>
                    <a:pt x="40" y="40"/>
                    <a:pt x="40" y="40"/>
                    <a:pt x="40" y="40"/>
                  </a:cubicBezTo>
                  <a:cubicBezTo>
                    <a:pt x="152" y="40"/>
                    <a:pt x="152" y="40"/>
                    <a:pt x="152" y="40"/>
                  </a:cubicBezTo>
                  <a:cubicBezTo>
                    <a:pt x="152" y="64"/>
                    <a:pt x="152" y="64"/>
                    <a:pt x="152" y="64"/>
                  </a:cubicBezTo>
                  <a:cubicBezTo>
                    <a:pt x="152" y="95"/>
                    <a:pt x="127" y="120"/>
                    <a:pt x="96" y="120"/>
                  </a:cubicBezTo>
                  <a:close/>
                </a:path>
              </a:pathLst>
            </a:custGeom>
            <a:grp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grpSp>
      <p:grpSp>
        <p:nvGrpSpPr>
          <p:cNvPr id="40" name="Group 39"/>
          <p:cNvGrpSpPr/>
          <p:nvPr/>
        </p:nvGrpSpPr>
        <p:grpSpPr>
          <a:xfrm>
            <a:off x="2677707" y="1396835"/>
            <a:ext cx="823913" cy="823913"/>
            <a:chOff x="6869481" y="3174886"/>
            <a:chExt cx="823913" cy="823913"/>
          </a:xfrm>
          <a:solidFill>
            <a:srgbClr val="16749F"/>
          </a:solidFill>
        </p:grpSpPr>
        <p:sp>
          <p:nvSpPr>
            <p:cNvPr id="41" name="Oval 40"/>
            <p:cNvSpPr>
              <a:spLocks noChangeArrowheads="1"/>
            </p:cNvSpPr>
            <p:nvPr/>
          </p:nvSpPr>
          <p:spPr bwMode="auto">
            <a:xfrm>
              <a:off x="6869481" y="3174886"/>
              <a:ext cx="823913" cy="823913"/>
            </a:xfrm>
            <a:prstGeom prst="ellipse">
              <a:avLst/>
            </a:prstGeom>
            <a:grp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grpSp>
          <p:nvGrpSpPr>
            <p:cNvPr id="42" name="Group 41"/>
            <p:cNvGrpSpPr/>
            <p:nvPr/>
          </p:nvGrpSpPr>
          <p:grpSpPr>
            <a:xfrm>
              <a:off x="7099504" y="3437424"/>
              <a:ext cx="386534" cy="314469"/>
              <a:chOff x="6275559" y="2434671"/>
              <a:chExt cx="386534" cy="314469"/>
            </a:xfrm>
            <a:grpFill/>
          </p:grpSpPr>
          <p:sp>
            <p:nvSpPr>
              <p:cNvPr id="44" name="Freeform 43"/>
              <p:cNvSpPr>
                <a:spLocks noEditPoints="1"/>
              </p:cNvSpPr>
              <p:nvPr/>
            </p:nvSpPr>
            <p:spPr bwMode="auto">
              <a:xfrm>
                <a:off x="6481274" y="2531633"/>
                <a:ext cx="83858" cy="85169"/>
              </a:xfrm>
              <a:custGeom>
                <a:avLst/>
                <a:gdLst>
                  <a:gd name="T0" fmla="*/ 28 w 56"/>
                  <a:gd name="T1" fmla="*/ 56 h 56"/>
                  <a:gd name="T2" fmla="*/ 56 w 56"/>
                  <a:gd name="T3" fmla="*/ 28 h 56"/>
                  <a:gd name="T4" fmla="*/ 28 w 56"/>
                  <a:gd name="T5" fmla="*/ 0 h 56"/>
                  <a:gd name="T6" fmla="*/ 0 w 56"/>
                  <a:gd name="T7" fmla="*/ 28 h 56"/>
                  <a:gd name="T8" fmla="*/ 28 w 56"/>
                  <a:gd name="T9" fmla="*/ 56 h 56"/>
                  <a:gd name="T10" fmla="*/ 28 w 56"/>
                  <a:gd name="T11" fmla="*/ 16 h 56"/>
                  <a:gd name="T12" fmla="*/ 40 w 56"/>
                  <a:gd name="T13" fmla="*/ 28 h 56"/>
                  <a:gd name="T14" fmla="*/ 28 w 56"/>
                  <a:gd name="T15" fmla="*/ 40 h 56"/>
                  <a:gd name="T16" fmla="*/ 16 w 56"/>
                  <a:gd name="T17" fmla="*/ 28 h 56"/>
                  <a:gd name="T18" fmla="*/ 28 w 56"/>
                  <a:gd name="T19" fmla="*/ 1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56"/>
                    </a:moveTo>
                    <a:cubicBezTo>
                      <a:pt x="43" y="56"/>
                      <a:pt x="56" y="43"/>
                      <a:pt x="56" y="28"/>
                    </a:cubicBezTo>
                    <a:cubicBezTo>
                      <a:pt x="56" y="13"/>
                      <a:pt x="43" y="0"/>
                      <a:pt x="28" y="0"/>
                    </a:cubicBezTo>
                    <a:cubicBezTo>
                      <a:pt x="13" y="0"/>
                      <a:pt x="0" y="13"/>
                      <a:pt x="0" y="28"/>
                    </a:cubicBezTo>
                    <a:cubicBezTo>
                      <a:pt x="0" y="43"/>
                      <a:pt x="13" y="56"/>
                      <a:pt x="28" y="56"/>
                    </a:cubicBezTo>
                    <a:close/>
                    <a:moveTo>
                      <a:pt x="28" y="16"/>
                    </a:moveTo>
                    <a:cubicBezTo>
                      <a:pt x="35" y="16"/>
                      <a:pt x="40" y="21"/>
                      <a:pt x="40" y="28"/>
                    </a:cubicBezTo>
                    <a:cubicBezTo>
                      <a:pt x="40" y="35"/>
                      <a:pt x="35" y="40"/>
                      <a:pt x="28" y="40"/>
                    </a:cubicBezTo>
                    <a:cubicBezTo>
                      <a:pt x="21" y="40"/>
                      <a:pt x="16" y="35"/>
                      <a:pt x="16" y="28"/>
                    </a:cubicBezTo>
                    <a:cubicBezTo>
                      <a:pt x="16" y="21"/>
                      <a:pt x="21" y="16"/>
                      <a:pt x="2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sp>
            <p:nvSpPr>
              <p:cNvPr id="43" name="Freeform 42"/>
              <p:cNvSpPr>
                <a:spLocks noEditPoints="1"/>
              </p:cNvSpPr>
              <p:nvPr/>
            </p:nvSpPr>
            <p:spPr bwMode="auto">
              <a:xfrm>
                <a:off x="6275559" y="2434671"/>
                <a:ext cx="386534" cy="314469"/>
              </a:xfrm>
              <a:custGeom>
                <a:avLst/>
                <a:gdLst>
                  <a:gd name="T0" fmla="*/ 248 w 256"/>
                  <a:gd name="T1" fmla="*/ 0 h 208"/>
                  <a:gd name="T2" fmla="*/ 40 w 256"/>
                  <a:gd name="T3" fmla="*/ 0 h 208"/>
                  <a:gd name="T4" fmla="*/ 32 w 256"/>
                  <a:gd name="T5" fmla="*/ 8 h 208"/>
                  <a:gd name="T6" fmla="*/ 32 w 256"/>
                  <a:gd name="T7" fmla="*/ 32 h 208"/>
                  <a:gd name="T8" fmla="*/ 8 w 256"/>
                  <a:gd name="T9" fmla="*/ 32 h 208"/>
                  <a:gd name="T10" fmla="*/ 0 w 256"/>
                  <a:gd name="T11" fmla="*/ 40 h 208"/>
                  <a:gd name="T12" fmla="*/ 0 w 256"/>
                  <a:gd name="T13" fmla="*/ 200 h 208"/>
                  <a:gd name="T14" fmla="*/ 8 w 256"/>
                  <a:gd name="T15" fmla="*/ 208 h 208"/>
                  <a:gd name="T16" fmla="*/ 216 w 256"/>
                  <a:gd name="T17" fmla="*/ 208 h 208"/>
                  <a:gd name="T18" fmla="*/ 224 w 256"/>
                  <a:gd name="T19" fmla="*/ 200 h 208"/>
                  <a:gd name="T20" fmla="*/ 224 w 256"/>
                  <a:gd name="T21" fmla="*/ 176 h 208"/>
                  <a:gd name="T22" fmla="*/ 248 w 256"/>
                  <a:gd name="T23" fmla="*/ 176 h 208"/>
                  <a:gd name="T24" fmla="*/ 256 w 256"/>
                  <a:gd name="T25" fmla="*/ 168 h 208"/>
                  <a:gd name="T26" fmla="*/ 256 w 256"/>
                  <a:gd name="T27" fmla="*/ 8 h 208"/>
                  <a:gd name="T28" fmla="*/ 248 w 256"/>
                  <a:gd name="T29" fmla="*/ 0 h 208"/>
                  <a:gd name="T30" fmla="*/ 208 w 256"/>
                  <a:gd name="T31" fmla="*/ 48 h 208"/>
                  <a:gd name="T32" fmla="*/ 208 w 256"/>
                  <a:gd name="T33" fmla="*/ 175 h 208"/>
                  <a:gd name="T34" fmla="*/ 165 w 256"/>
                  <a:gd name="T35" fmla="*/ 138 h 208"/>
                  <a:gd name="T36" fmla="*/ 156 w 256"/>
                  <a:gd name="T37" fmla="*/ 137 h 208"/>
                  <a:gd name="T38" fmla="*/ 122 w 256"/>
                  <a:gd name="T39" fmla="*/ 158 h 208"/>
                  <a:gd name="T40" fmla="*/ 70 w 256"/>
                  <a:gd name="T41" fmla="*/ 99 h 208"/>
                  <a:gd name="T42" fmla="*/ 64 w 256"/>
                  <a:gd name="T43" fmla="*/ 96 h 208"/>
                  <a:gd name="T44" fmla="*/ 58 w 256"/>
                  <a:gd name="T45" fmla="*/ 98 h 208"/>
                  <a:gd name="T46" fmla="*/ 16 w 256"/>
                  <a:gd name="T47" fmla="*/ 141 h 208"/>
                  <a:gd name="T48" fmla="*/ 16 w 256"/>
                  <a:gd name="T49" fmla="*/ 48 h 208"/>
                  <a:gd name="T50" fmla="*/ 208 w 256"/>
                  <a:gd name="T51" fmla="*/ 48 h 208"/>
                  <a:gd name="T52" fmla="*/ 16 w 256"/>
                  <a:gd name="T53" fmla="*/ 163 h 208"/>
                  <a:gd name="T54" fmla="*/ 64 w 256"/>
                  <a:gd name="T55" fmla="*/ 116 h 208"/>
                  <a:gd name="T56" fmla="*/ 114 w 256"/>
                  <a:gd name="T57" fmla="*/ 173 h 208"/>
                  <a:gd name="T58" fmla="*/ 124 w 256"/>
                  <a:gd name="T59" fmla="*/ 175 h 208"/>
                  <a:gd name="T60" fmla="*/ 159 w 256"/>
                  <a:gd name="T61" fmla="*/ 154 h 208"/>
                  <a:gd name="T62" fmla="*/ 204 w 256"/>
                  <a:gd name="T63" fmla="*/ 192 h 208"/>
                  <a:gd name="T64" fmla="*/ 16 w 256"/>
                  <a:gd name="T65" fmla="*/ 192 h 208"/>
                  <a:gd name="T66" fmla="*/ 16 w 256"/>
                  <a:gd name="T67" fmla="*/ 163 h 208"/>
                  <a:gd name="T68" fmla="*/ 240 w 256"/>
                  <a:gd name="T69" fmla="*/ 160 h 208"/>
                  <a:gd name="T70" fmla="*/ 224 w 256"/>
                  <a:gd name="T71" fmla="*/ 160 h 208"/>
                  <a:gd name="T72" fmla="*/ 224 w 256"/>
                  <a:gd name="T73" fmla="*/ 40 h 208"/>
                  <a:gd name="T74" fmla="*/ 216 w 256"/>
                  <a:gd name="T75" fmla="*/ 32 h 208"/>
                  <a:gd name="T76" fmla="*/ 48 w 256"/>
                  <a:gd name="T77" fmla="*/ 32 h 208"/>
                  <a:gd name="T78" fmla="*/ 48 w 256"/>
                  <a:gd name="T79" fmla="*/ 16 h 208"/>
                  <a:gd name="T80" fmla="*/ 240 w 256"/>
                  <a:gd name="T81" fmla="*/ 16 h 208"/>
                  <a:gd name="T82" fmla="*/ 240 w 256"/>
                  <a:gd name="T83" fmla="*/ 16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208">
                    <a:moveTo>
                      <a:pt x="248" y="0"/>
                    </a:moveTo>
                    <a:cubicBezTo>
                      <a:pt x="40" y="0"/>
                      <a:pt x="40" y="0"/>
                      <a:pt x="40" y="0"/>
                    </a:cubicBezTo>
                    <a:cubicBezTo>
                      <a:pt x="36" y="0"/>
                      <a:pt x="32" y="4"/>
                      <a:pt x="32" y="8"/>
                    </a:cubicBezTo>
                    <a:cubicBezTo>
                      <a:pt x="32" y="32"/>
                      <a:pt x="32" y="32"/>
                      <a:pt x="32" y="32"/>
                    </a:cubicBezTo>
                    <a:cubicBezTo>
                      <a:pt x="8" y="32"/>
                      <a:pt x="8" y="32"/>
                      <a:pt x="8" y="32"/>
                    </a:cubicBezTo>
                    <a:cubicBezTo>
                      <a:pt x="4" y="32"/>
                      <a:pt x="0" y="36"/>
                      <a:pt x="0" y="40"/>
                    </a:cubicBezTo>
                    <a:cubicBezTo>
                      <a:pt x="0" y="200"/>
                      <a:pt x="0" y="200"/>
                      <a:pt x="0" y="200"/>
                    </a:cubicBezTo>
                    <a:cubicBezTo>
                      <a:pt x="0" y="204"/>
                      <a:pt x="4" y="208"/>
                      <a:pt x="8" y="208"/>
                    </a:cubicBezTo>
                    <a:cubicBezTo>
                      <a:pt x="216" y="208"/>
                      <a:pt x="216" y="208"/>
                      <a:pt x="216" y="208"/>
                    </a:cubicBezTo>
                    <a:cubicBezTo>
                      <a:pt x="220" y="208"/>
                      <a:pt x="224" y="204"/>
                      <a:pt x="224" y="200"/>
                    </a:cubicBezTo>
                    <a:cubicBezTo>
                      <a:pt x="224" y="176"/>
                      <a:pt x="224" y="176"/>
                      <a:pt x="224" y="176"/>
                    </a:cubicBezTo>
                    <a:cubicBezTo>
                      <a:pt x="248" y="176"/>
                      <a:pt x="248" y="176"/>
                      <a:pt x="248" y="176"/>
                    </a:cubicBezTo>
                    <a:cubicBezTo>
                      <a:pt x="252" y="176"/>
                      <a:pt x="256" y="172"/>
                      <a:pt x="256" y="168"/>
                    </a:cubicBezTo>
                    <a:cubicBezTo>
                      <a:pt x="256" y="8"/>
                      <a:pt x="256" y="8"/>
                      <a:pt x="256" y="8"/>
                    </a:cubicBezTo>
                    <a:cubicBezTo>
                      <a:pt x="256" y="4"/>
                      <a:pt x="252" y="0"/>
                      <a:pt x="248" y="0"/>
                    </a:cubicBezTo>
                    <a:close/>
                    <a:moveTo>
                      <a:pt x="208" y="48"/>
                    </a:moveTo>
                    <a:cubicBezTo>
                      <a:pt x="208" y="175"/>
                      <a:pt x="208" y="175"/>
                      <a:pt x="208" y="175"/>
                    </a:cubicBezTo>
                    <a:cubicBezTo>
                      <a:pt x="165" y="138"/>
                      <a:pt x="165" y="138"/>
                      <a:pt x="165" y="138"/>
                    </a:cubicBezTo>
                    <a:cubicBezTo>
                      <a:pt x="163" y="136"/>
                      <a:pt x="159" y="135"/>
                      <a:pt x="156" y="137"/>
                    </a:cubicBezTo>
                    <a:cubicBezTo>
                      <a:pt x="122" y="158"/>
                      <a:pt x="122" y="158"/>
                      <a:pt x="122" y="158"/>
                    </a:cubicBezTo>
                    <a:cubicBezTo>
                      <a:pt x="70" y="99"/>
                      <a:pt x="70" y="99"/>
                      <a:pt x="70" y="99"/>
                    </a:cubicBezTo>
                    <a:cubicBezTo>
                      <a:pt x="69" y="97"/>
                      <a:pt x="66" y="96"/>
                      <a:pt x="64" y="96"/>
                    </a:cubicBezTo>
                    <a:cubicBezTo>
                      <a:pt x="62" y="96"/>
                      <a:pt x="60" y="97"/>
                      <a:pt x="58" y="98"/>
                    </a:cubicBezTo>
                    <a:cubicBezTo>
                      <a:pt x="16" y="141"/>
                      <a:pt x="16" y="141"/>
                      <a:pt x="16" y="141"/>
                    </a:cubicBezTo>
                    <a:cubicBezTo>
                      <a:pt x="16" y="48"/>
                      <a:pt x="16" y="48"/>
                      <a:pt x="16" y="48"/>
                    </a:cubicBezTo>
                    <a:lnTo>
                      <a:pt x="208" y="48"/>
                    </a:lnTo>
                    <a:close/>
                    <a:moveTo>
                      <a:pt x="16" y="163"/>
                    </a:moveTo>
                    <a:cubicBezTo>
                      <a:pt x="64" y="116"/>
                      <a:pt x="64" y="116"/>
                      <a:pt x="64" y="116"/>
                    </a:cubicBezTo>
                    <a:cubicBezTo>
                      <a:pt x="114" y="173"/>
                      <a:pt x="114" y="173"/>
                      <a:pt x="114" y="173"/>
                    </a:cubicBezTo>
                    <a:cubicBezTo>
                      <a:pt x="117" y="176"/>
                      <a:pt x="121" y="177"/>
                      <a:pt x="124" y="175"/>
                    </a:cubicBezTo>
                    <a:cubicBezTo>
                      <a:pt x="159" y="154"/>
                      <a:pt x="159" y="154"/>
                      <a:pt x="159" y="154"/>
                    </a:cubicBezTo>
                    <a:cubicBezTo>
                      <a:pt x="204" y="192"/>
                      <a:pt x="204" y="192"/>
                      <a:pt x="204" y="192"/>
                    </a:cubicBezTo>
                    <a:cubicBezTo>
                      <a:pt x="16" y="192"/>
                      <a:pt x="16" y="192"/>
                      <a:pt x="16" y="192"/>
                    </a:cubicBezTo>
                    <a:lnTo>
                      <a:pt x="16" y="163"/>
                    </a:lnTo>
                    <a:close/>
                    <a:moveTo>
                      <a:pt x="240" y="160"/>
                    </a:moveTo>
                    <a:cubicBezTo>
                      <a:pt x="224" y="160"/>
                      <a:pt x="224" y="160"/>
                      <a:pt x="224" y="160"/>
                    </a:cubicBezTo>
                    <a:cubicBezTo>
                      <a:pt x="224" y="40"/>
                      <a:pt x="224" y="40"/>
                      <a:pt x="224" y="40"/>
                    </a:cubicBezTo>
                    <a:cubicBezTo>
                      <a:pt x="224" y="36"/>
                      <a:pt x="220" y="32"/>
                      <a:pt x="216" y="32"/>
                    </a:cubicBezTo>
                    <a:cubicBezTo>
                      <a:pt x="48" y="32"/>
                      <a:pt x="48" y="32"/>
                      <a:pt x="48" y="32"/>
                    </a:cubicBezTo>
                    <a:cubicBezTo>
                      <a:pt x="48" y="16"/>
                      <a:pt x="48" y="16"/>
                      <a:pt x="48" y="16"/>
                    </a:cubicBezTo>
                    <a:cubicBezTo>
                      <a:pt x="240" y="16"/>
                      <a:pt x="240" y="16"/>
                      <a:pt x="240" y="16"/>
                    </a:cubicBezTo>
                    <a:lnTo>
                      <a:pt x="240"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grpSp>
      </p:grpSp>
      <p:grpSp>
        <p:nvGrpSpPr>
          <p:cNvPr id="45" name="Group 44"/>
          <p:cNvGrpSpPr/>
          <p:nvPr/>
        </p:nvGrpSpPr>
        <p:grpSpPr>
          <a:xfrm>
            <a:off x="4412296" y="3340474"/>
            <a:ext cx="1210447" cy="823913"/>
            <a:chOff x="5417788" y="3892724"/>
            <a:chExt cx="1210447" cy="823913"/>
          </a:xfrm>
        </p:grpSpPr>
        <p:sp>
          <p:nvSpPr>
            <p:cNvPr id="46" name="Oval 68"/>
            <p:cNvSpPr>
              <a:spLocks noChangeArrowheads="1"/>
            </p:cNvSpPr>
            <p:nvPr/>
          </p:nvSpPr>
          <p:spPr bwMode="auto">
            <a:xfrm>
              <a:off x="5417788" y="3892724"/>
              <a:ext cx="823913" cy="823913"/>
            </a:xfrm>
            <a:prstGeom prst="ellipse">
              <a:avLst/>
            </a:prstGeom>
            <a:solidFill>
              <a:srgbClr val="7030A0"/>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grpSp>
          <p:nvGrpSpPr>
            <p:cNvPr id="47" name="Group 46"/>
            <p:cNvGrpSpPr/>
            <p:nvPr/>
          </p:nvGrpSpPr>
          <p:grpSpPr>
            <a:xfrm>
              <a:off x="5797611" y="4106684"/>
              <a:ext cx="830624" cy="386534"/>
              <a:chOff x="9200214" y="3215458"/>
              <a:chExt cx="830624" cy="386534"/>
            </a:xfrm>
            <a:solidFill>
              <a:schemeClr val="bg1"/>
            </a:solidFill>
          </p:grpSpPr>
          <p:sp>
            <p:nvSpPr>
              <p:cNvPr id="48" name="Freeform 94"/>
              <p:cNvSpPr>
                <a:spLocks noEditPoints="1"/>
              </p:cNvSpPr>
              <p:nvPr/>
            </p:nvSpPr>
            <p:spPr bwMode="auto">
              <a:xfrm>
                <a:off x="9200214" y="3215458"/>
                <a:ext cx="386534" cy="386534"/>
              </a:xfrm>
              <a:custGeom>
                <a:avLst/>
                <a:gdLst>
                  <a:gd name="T0" fmla="*/ 251 w 256"/>
                  <a:gd name="T1" fmla="*/ 97 h 256"/>
                  <a:gd name="T2" fmla="*/ 216 w 256"/>
                  <a:gd name="T3" fmla="*/ 83 h 256"/>
                  <a:gd name="T4" fmla="*/ 216 w 256"/>
                  <a:gd name="T5" fmla="*/ 8 h 256"/>
                  <a:gd name="T6" fmla="*/ 208 w 256"/>
                  <a:gd name="T7" fmla="*/ 0 h 256"/>
                  <a:gd name="T8" fmla="*/ 48 w 256"/>
                  <a:gd name="T9" fmla="*/ 0 h 256"/>
                  <a:gd name="T10" fmla="*/ 40 w 256"/>
                  <a:gd name="T11" fmla="*/ 8 h 256"/>
                  <a:gd name="T12" fmla="*/ 40 w 256"/>
                  <a:gd name="T13" fmla="*/ 83 h 256"/>
                  <a:gd name="T14" fmla="*/ 5 w 256"/>
                  <a:gd name="T15" fmla="*/ 97 h 256"/>
                  <a:gd name="T16" fmla="*/ 0 w 256"/>
                  <a:gd name="T17" fmla="*/ 104 h 256"/>
                  <a:gd name="T18" fmla="*/ 0 w 256"/>
                  <a:gd name="T19" fmla="*/ 104 h 256"/>
                  <a:gd name="T20" fmla="*/ 0 w 256"/>
                  <a:gd name="T21" fmla="*/ 248 h 256"/>
                  <a:gd name="T22" fmla="*/ 8 w 256"/>
                  <a:gd name="T23" fmla="*/ 256 h 256"/>
                  <a:gd name="T24" fmla="*/ 248 w 256"/>
                  <a:gd name="T25" fmla="*/ 256 h 256"/>
                  <a:gd name="T26" fmla="*/ 256 w 256"/>
                  <a:gd name="T27" fmla="*/ 248 h 256"/>
                  <a:gd name="T28" fmla="*/ 256 w 256"/>
                  <a:gd name="T29" fmla="*/ 104 h 256"/>
                  <a:gd name="T30" fmla="*/ 256 w 256"/>
                  <a:gd name="T31" fmla="*/ 104 h 256"/>
                  <a:gd name="T32" fmla="*/ 251 w 256"/>
                  <a:gd name="T33" fmla="*/ 97 h 256"/>
                  <a:gd name="T34" fmla="*/ 232 w 256"/>
                  <a:gd name="T35" fmla="*/ 106 h 256"/>
                  <a:gd name="T36" fmla="*/ 216 w 256"/>
                  <a:gd name="T37" fmla="*/ 116 h 256"/>
                  <a:gd name="T38" fmla="*/ 216 w 256"/>
                  <a:gd name="T39" fmla="*/ 100 h 256"/>
                  <a:gd name="T40" fmla="*/ 232 w 256"/>
                  <a:gd name="T41" fmla="*/ 106 h 256"/>
                  <a:gd name="T42" fmla="*/ 200 w 256"/>
                  <a:gd name="T43" fmla="*/ 16 h 256"/>
                  <a:gd name="T44" fmla="*/ 200 w 256"/>
                  <a:gd name="T45" fmla="*/ 88 h 256"/>
                  <a:gd name="T46" fmla="*/ 200 w 256"/>
                  <a:gd name="T47" fmla="*/ 88 h 256"/>
                  <a:gd name="T48" fmla="*/ 200 w 256"/>
                  <a:gd name="T49" fmla="*/ 126 h 256"/>
                  <a:gd name="T50" fmla="*/ 128 w 256"/>
                  <a:gd name="T51" fmla="*/ 171 h 256"/>
                  <a:gd name="T52" fmla="*/ 56 w 256"/>
                  <a:gd name="T53" fmla="*/ 126 h 256"/>
                  <a:gd name="T54" fmla="*/ 56 w 256"/>
                  <a:gd name="T55" fmla="*/ 88 h 256"/>
                  <a:gd name="T56" fmla="*/ 56 w 256"/>
                  <a:gd name="T57" fmla="*/ 88 h 256"/>
                  <a:gd name="T58" fmla="*/ 56 w 256"/>
                  <a:gd name="T59" fmla="*/ 16 h 256"/>
                  <a:gd name="T60" fmla="*/ 200 w 256"/>
                  <a:gd name="T61" fmla="*/ 16 h 256"/>
                  <a:gd name="T62" fmla="*/ 40 w 256"/>
                  <a:gd name="T63" fmla="*/ 116 h 256"/>
                  <a:gd name="T64" fmla="*/ 24 w 256"/>
                  <a:gd name="T65" fmla="*/ 106 h 256"/>
                  <a:gd name="T66" fmla="*/ 40 w 256"/>
                  <a:gd name="T67" fmla="*/ 100 h 256"/>
                  <a:gd name="T68" fmla="*/ 40 w 256"/>
                  <a:gd name="T69" fmla="*/ 116 h 256"/>
                  <a:gd name="T70" fmla="*/ 16 w 256"/>
                  <a:gd name="T71" fmla="*/ 240 h 256"/>
                  <a:gd name="T72" fmla="*/ 16 w 256"/>
                  <a:gd name="T73" fmla="*/ 120 h 256"/>
                  <a:gd name="T74" fmla="*/ 124 w 256"/>
                  <a:gd name="T75" fmla="*/ 187 h 256"/>
                  <a:gd name="T76" fmla="*/ 128 w 256"/>
                  <a:gd name="T77" fmla="*/ 188 h 256"/>
                  <a:gd name="T78" fmla="*/ 132 w 256"/>
                  <a:gd name="T79" fmla="*/ 187 h 256"/>
                  <a:gd name="T80" fmla="*/ 240 w 256"/>
                  <a:gd name="T81" fmla="*/ 120 h 256"/>
                  <a:gd name="T82" fmla="*/ 240 w 256"/>
                  <a:gd name="T83" fmla="*/ 240 h 256"/>
                  <a:gd name="T84" fmla="*/ 16 w 256"/>
                  <a:gd name="T85" fmla="*/ 24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6" h="256">
                    <a:moveTo>
                      <a:pt x="251" y="97"/>
                    </a:moveTo>
                    <a:cubicBezTo>
                      <a:pt x="216" y="83"/>
                      <a:pt x="216" y="83"/>
                      <a:pt x="216" y="83"/>
                    </a:cubicBezTo>
                    <a:cubicBezTo>
                      <a:pt x="216" y="8"/>
                      <a:pt x="216" y="8"/>
                      <a:pt x="216" y="8"/>
                    </a:cubicBezTo>
                    <a:cubicBezTo>
                      <a:pt x="216" y="4"/>
                      <a:pt x="212" y="0"/>
                      <a:pt x="208" y="0"/>
                    </a:cubicBezTo>
                    <a:cubicBezTo>
                      <a:pt x="48" y="0"/>
                      <a:pt x="48" y="0"/>
                      <a:pt x="48" y="0"/>
                    </a:cubicBezTo>
                    <a:cubicBezTo>
                      <a:pt x="44" y="0"/>
                      <a:pt x="40" y="4"/>
                      <a:pt x="40" y="8"/>
                    </a:cubicBezTo>
                    <a:cubicBezTo>
                      <a:pt x="40" y="83"/>
                      <a:pt x="40" y="83"/>
                      <a:pt x="40" y="83"/>
                    </a:cubicBezTo>
                    <a:cubicBezTo>
                      <a:pt x="5" y="97"/>
                      <a:pt x="5" y="97"/>
                      <a:pt x="5" y="97"/>
                    </a:cubicBezTo>
                    <a:cubicBezTo>
                      <a:pt x="2" y="98"/>
                      <a:pt x="0" y="101"/>
                      <a:pt x="0" y="104"/>
                    </a:cubicBezTo>
                    <a:cubicBezTo>
                      <a:pt x="0" y="104"/>
                      <a:pt x="0" y="104"/>
                      <a:pt x="0" y="104"/>
                    </a:cubicBezTo>
                    <a:cubicBezTo>
                      <a:pt x="0" y="248"/>
                      <a:pt x="0" y="248"/>
                      <a:pt x="0" y="248"/>
                    </a:cubicBezTo>
                    <a:cubicBezTo>
                      <a:pt x="0" y="252"/>
                      <a:pt x="4" y="256"/>
                      <a:pt x="8" y="256"/>
                    </a:cubicBezTo>
                    <a:cubicBezTo>
                      <a:pt x="248" y="256"/>
                      <a:pt x="248" y="256"/>
                      <a:pt x="248" y="256"/>
                    </a:cubicBezTo>
                    <a:cubicBezTo>
                      <a:pt x="252" y="256"/>
                      <a:pt x="256" y="252"/>
                      <a:pt x="256" y="248"/>
                    </a:cubicBezTo>
                    <a:cubicBezTo>
                      <a:pt x="256" y="104"/>
                      <a:pt x="256" y="104"/>
                      <a:pt x="256" y="104"/>
                    </a:cubicBezTo>
                    <a:cubicBezTo>
                      <a:pt x="256" y="104"/>
                      <a:pt x="256" y="104"/>
                      <a:pt x="256" y="104"/>
                    </a:cubicBezTo>
                    <a:cubicBezTo>
                      <a:pt x="256" y="101"/>
                      <a:pt x="254" y="98"/>
                      <a:pt x="251" y="97"/>
                    </a:cubicBezTo>
                    <a:close/>
                    <a:moveTo>
                      <a:pt x="232" y="106"/>
                    </a:moveTo>
                    <a:cubicBezTo>
                      <a:pt x="216" y="116"/>
                      <a:pt x="216" y="116"/>
                      <a:pt x="216" y="116"/>
                    </a:cubicBezTo>
                    <a:cubicBezTo>
                      <a:pt x="216" y="100"/>
                      <a:pt x="216" y="100"/>
                      <a:pt x="216" y="100"/>
                    </a:cubicBezTo>
                    <a:lnTo>
                      <a:pt x="232" y="106"/>
                    </a:lnTo>
                    <a:close/>
                    <a:moveTo>
                      <a:pt x="200" y="16"/>
                    </a:moveTo>
                    <a:cubicBezTo>
                      <a:pt x="200" y="88"/>
                      <a:pt x="200" y="88"/>
                      <a:pt x="200" y="88"/>
                    </a:cubicBezTo>
                    <a:cubicBezTo>
                      <a:pt x="200" y="88"/>
                      <a:pt x="200" y="88"/>
                      <a:pt x="200" y="88"/>
                    </a:cubicBezTo>
                    <a:cubicBezTo>
                      <a:pt x="200" y="126"/>
                      <a:pt x="200" y="126"/>
                      <a:pt x="200" y="126"/>
                    </a:cubicBezTo>
                    <a:cubicBezTo>
                      <a:pt x="128" y="171"/>
                      <a:pt x="128" y="171"/>
                      <a:pt x="128" y="171"/>
                    </a:cubicBezTo>
                    <a:cubicBezTo>
                      <a:pt x="56" y="126"/>
                      <a:pt x="56" y="126"/>
                      <a:pt x="56" y="126"/>
                    </a:cubicBezTo>
                    <a:cubicBezTo>
                      <a:pt x="56" y="88"/>
                      <a:pt x="56" y="88"/>
                      <a:pt x="56" y="88"/>
                    </a:cubicBezTo>
                    <a:cubicBezTo>
                      <a:pt x="56" y="88"/>
                      <a:pt x="56" y="88"/>
                      <a:pt x="56" y="88"/>
                    </a:cubicBezTo>
                    <a:cubicBezTo>
                      <a:pt x="56" y="16"/>
                      <a:pt x="56" y="16"/>
                      <a:pt x="56" y="16"/>
                    </a:cubicBezTo>
                    <a:lnTo>
                      <a:pt x="200" y="16"/>
                    </a:lnTo>
                    <a:close/>
                    <a:moveTo>
                      <a:pt x="40" y="116"/>
                    </a:moveTo>
                    <a:cubicBezTo>
                      <a:pt x="24" y="106"/>
                      <a:pt x="24" y="106"/>
                      <a:pt x="24" y="106"/>
                    </a:cubicBezTo>
                    <a:cubicBezTo>
                      <a:pt x="40" y="100"/>
                      <a:pt x="40" y="100"/>
                      <a:pt x="40" y="100"/>
                    </a:cubicBezTo>
                    <a:lnTo>
                      <a:pt x="40" y="116"/>
                    </a:lnTo>
                    <a:close/>
                    <a:moveTo>
                      <a:pt x="16" y="240"/>
                    </a:moveTo>
                    <a:cubicBezTo>
                      <a:pt x="16" y="120"/>
                      <a:pt x="16" y="120"/>
                      <a:pt x="16" y="120"/>
                    </a:cubicBezTo>
                    <a:cubicBezTo>
                      <a:pt x="124" y="187"/>
                      <a:pt x="124" y="187"/>
                      <a:pt x="124" y="187"/>
                    </a:cubicBezTo>
                    <a:cubicBezTo>
                      <a:pt x="125" y="188"/>
                      <a:pt x="127" y="188"/>
                      <a:pt x="128" y="188"/>
                    </a:cubicBezTo>
                    <a:cubicBezTo>
                      <a:pt x="129" y="188"/>
                      <a:pt x="131" y="188"/>
                      <a:pt x="132" y="187"/>
                    </a:cubicBezTo>
                    <a:cubicBezTo>
                      <a:pt x="240" y="120"/>
                      <a:pt x="240" y="120"/>
                      <a:pt x="240" y="120"/>
                    </a:cubicBezTo>
                    <a:cubicBezTo>
                      <a:pt x="240" y="240"/>
                      <a:pt x="240" y="240"/>
                      <a:pt x="240" y="240"/>
                    </a:cubicBezTo>
                    <a:lnTo>
                      <a:pt x="16"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sp>
            <p:nvSpPr>
              <p:cNvPr id="49" name="Freeform 95"/>
              <p:cNvSpPr>
                <a:spLocks/>
              </p:cNvSpPr>
              <p:nvPr/>
            </p:nvSpPr>
            <p:spPr bwMode="auto">
              <a:xfrm>
                <a:off x="9958772" y="3316494"/>
                <a:ext cx="72066" cy="24895"/>
              </a:xfrm>
              <a:custGeom>
                <a:avLst/>
                <a:gdLst>
                  <a:gd name="T0" fmla="*/ 8 w 48"/>
                  <a:gd name="T1" fmla="*/ 16 h 16"/>
                  <a:gd name="T2" fmla="*/ 40 w 48"/>
                  <a:gd name="T3" fmla="*/ 16 h 16"/>
                  <a:gd name="T4" fmla="*/ 48 w 48"/>
                  <a:gd name="T5" fmla="*/ 8 h 16"/>
                  <a:gd name="T6" fmla="*/ 40 w 48"/>
                  <a:gd name="T7" fmla="*/ 0 h 16"/>
                  <a:gd name="T8" fmla="*/ 8 w 48"/>
                  <a:gd name="T9" fmla="*/ 0 h 16"/>
                  <a:gd name="T10" fmla="*/ 0 w 48"/>
                  <a:gd name="T11" fmla="*/ 8 h 16"/>
                  <a:gd name="T12" fmla="*/ 8 w 48"/>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48" h="16">
                    <a:moveTo>
                      <a:pt x="8" y="16"/>
                    </a:moveTo>
                    <a:cubicBezTo>
                      <a:pt x="40" y="16"/>
                      <a:pt x="40" y="16"/>
                      <a:pt x="40" y="16"/>
                    </a:cubicBezTo>
                    <a:cubicBezTo>
                      <a:pt x="44" y="16"/>
                      <a:pt x="48" y="12"/>
                      <a:pt x="48" y="8"/>
                    </a:cubicBezTo>
                    <a:cubicBezTo>
                      <a:pt x="48" y="4"/>
                      <a:pt x="44" y="0"/>
                      <a:pt x="40"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sp>
            <p:nvSpPr>
              <p:cNvPr id="50" name="Freeform 96"/>
              <p:cNvSpPr>
                <a:spLocks/>
              </p:cNvSpPr>
              <p:nvPr/>
            </p:nvSpPr>
            <p:spPr bwMode="auto">
              <a:xfrm>
                <a:off x="9502235" y="3385140"/>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grpSp>
      </p:grpSp>
      <p:sp>
        <p:nvSpPr>
          <p:cNvPr id="22" name="Freeform 21"/>
          <p:cNvSpPr>
            <a:spLocks noEditPoints="1"/>
          </p:cNvSpPr>
          <p:nvPr/>
        </p:nvSpPr>
        <p:spPr bwMode="auto">
          <a:xfrm>
            <a:off x="2896396" y="1651556"/>
            <a:ext cx="386534" cy="314469"/>
          </a:xfrm>
          <a:custGeom>
            <a:avLst/>
            <a:gdLst>
              <a:gd name="T0" fmla="*/ 248 w 256"/>
              <a:gd name="T1" fmla="*/ 0 h 208"/>
              <a:gd name="T2" fmla="*/ 40 w 256"/>
              <a:gd name="T3" fmla="*/ 0 h 208"/>
              <a:gd name="T4" fmla="*/ 32 w 256"/>
              <a:gd name="T5" fmla="*/ 8 h 208"/>
              <a:gd name="T6" fmla="*/ 32 w 256"/>
              <a:gd name="T7" fmla="*/ 32 h 208"/>
              <a:gd name="T8" fmla="*/ 8 w 256"/>
              <a:gd name="T9" fmla="*/ 32 h 208"/>
              <a:gd name="T10" fmla="*/ 0 w 256"/>
              <a:gd name="T11" fmla="*/ 40 h 208"/>
              <a:gd name="T12" fmla="*/ 0 w 256"/>
              <a:gd name="T13" fmla="*/ 200 h 208"/>
              <a:gd name="T14" fmla="*/ 8 w 256"/>
              <a:gd name="T15" fmla="*/ 208 h 208"/>
              <a:gd name="T16" fmla="*/ 216 w 256"/>
              <a:gd name="T17" fmla="*/ 208 h 208"/>
              <a:gd name="T18" fmla="*/ 224 w 256"/>
              <a:gd name="T19" fmla="*/ 200 h 208"/>
              <a:gd name="T20" fmla="*/ 224 w 256"/>
              <a:gd name="T21" fmla="*/ 176 h 208"/>
              <a:gd name="T22" fmla="*/ 248 w 256"/>
              <a:gd name="T23" fmla="*/ 176 h 208"/>
              <a:gd name="T24" fmla="*/ 256 w 256"/>
              <a:gd name="T25" fmla="*/ 168 h 208"/>
              <a:gd name="T26" fmla="*/ 256 w 256"/>
              <a:gd name="T27" fmla="*/ 8 h 208"/>
              <a:gd name="T28" fmla="*/ 248 w 256"/>
              <a:gd name="T29" fmla="*/ 0 h 208"/>
              <a:gd name="T30" fmla="*/ 208 w 256"/>
              <a:gd name="T31" fmla="*/ 48 h 208"/>
              <a:gd name="T32" fmla="*/ 208 w 256"/>
              <a:gd name="T33" fmla="*/ 175 h 208"/>
              <a:gd name="T34" fmla="*/ 165 w 256"/>
              <a:gd name="T35" fmla="*/ 138 h 208"/>
              <a:gd name="T36" fmla="*/ 156 w 256"/>
              <a:gd name="T37" fmla="*/ 137 h 208"/>
              <a:gd name="T38" fmla="*/ 122 w 256"/>
              <a:gd name="T39" fmla="*/ 158 h 208"/>
              <a:gd name="T40" fmla="*/ 70 w 256"/>
              <a:gd name="T41" fmla="*/ 99 h 208"/>
              <a:gd name="T42" fmla="*/ 64 w 256"/>
              <a:gd name="T43" fmla="*/ 96 h 208"/>
              <a:gd name="T44" fmla="*/ 58 w 256"/>
              <a:gd name="T45" fmla="*/ 98 h 208"/>
              <a:gd name="T46" fmla="*/ 16 w 256"/>
              <a:gd name="T47" fmla="*/ 141 h 208"/>
              <a:gd name="T48" fmla="*/ 16 w 256"/>
              <a:gd name="T49" fmla="*/ 48 h 208"/>
              <a:gd name="T50" fmla="*/ 208 w 256"/>
              <a:gd name="T51" fmla="*/ 48 h 208"/>
              <a:gd name="T52" fmla="*/ 16 w 256"/>
              <a:gd name="T53" fmla="*/ 163 h 208"/>
              <a:gd name="T54" fmla="*/ 64 w 256"/>
              <a:gd name="T55" fmla="*/ 116 h 208"/>
              <a:gd name="T56" fmla="*/ 114 w 256"/>
              <a:gd name="T57" fmla="*/ 173 h 208"/>
              <a:gd name="T58" fmla="*/ 124 w 256"/>
              <a:gd name="T59" fmla="*/ 175 h 208"/>
              <a:gd name="T60" fmla="*/ 159 w 256"/>
              <a:gd name="T61" fmla="*/ 154 h 208"/>
              <a:gd name="T62" fmla="*/ 204 w 256"/>
              <a:gd name="T63" fmla="*/ 192 h 208"/>
              <a:gd name="T64" fmla="*/ 16 w 256"/>
              <a:gd name="T65" fmla="*/ 192 h 208"/>
              <a:gd name="T66" fmla="*/ 16 w 256"/>
              <a:gd name="T67" fmla="*/ 163 h 208"/>
              <a:gd name="T68" fmla="*/ 240 w 256"/>
              <a:gd name="T69" fmla="*/ 160 h 208"/>
              <a:gd name="T70" fmla="*/ 224 w 256"/>
              <a:gd name="T71" fmla="*/ 160 h 208"/>
              <a:gd name="T72" fmla="*/ 224 w 256"/>
              <a:gd name="T73" fmla="*/ 40 h 208"/>
              <a:gd name="T74" fmla="*/ 216 w 256"/>
              <a:gd name="T75" fmla="*/ 32 h 208"/>
              <a:gd name="T76" fmla="*/ 48 w 256"/>
              <a:gd name="T77" fmla="*/ 32 h 208"/>
              <a:gd name="T78" fmla="*/ 48 w 256"/>
              <a:gd name="T79" fmla="*/ 16 h 208"/>
              <a:gd name="T80" fmla="*/ 240 w 256"/>
              <a:gd name="T81" fmla="*/ 16 h 208"/>
              <a:gd name="T82" fmla="*/ 240 w 256"/>
              <a:gd name="T83" fmla="*/ 16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208">
                <a:moveTo>
                  <a:pt x="248" y="0"/>
                </a:moveTo>
                <a:cubicBezTo>
                  <a:pt x="40" y="0"/>
                  <a:pt x="40" y="0"/>
                  <a:pt x="40" y="0"/>
                </a:cubicBezTo>
                <a:cubicBezTo>
                  <a:pt x="36" y="0"/>
                  <a:pt x="32" y="4"/>
                  <a:pt x="32" y="8"/>
                </a:cubicBezTo>
                <a:cubicBezTo>
                  <a:pt x="32" y="32"/>
                  <a:pt x="32" y="32"/>
                  <a:pt x="32" y="32"/>
                </a:cubicBezTo>
                <a:cubicBezTo>
                  <a:pt x="8" y="32"/>
                  <a:pt x="8" y="32"/>
                  <a:pt x="8" y="32"/>
                </a:cubicBezTo>
                <a:cubicBezTo>
                  <a:pt x="4" y="32"/>
                  <a:pt x="0" y="36"/>
                  <a:pt x="0" y="40"/>
                </a:cubicBezTo>
                <a:cubicBezTo>
                  <a:pt x="0" y="200"/>
                  <a:pt x="0" y="200"/>
                  <a:pt x="0" y="200"/>
                </a:cubicBezTo>
                <a:cubicBezTo>
                  <a:pt x="0" y="204"/>
                  <a:pt x="4" y="208"/>
                  <a:pt x="8" y="208"/>
                </a:cubicBezTo>
                <a:cubicBezTo>
                  <a:pt x="216" y="208"/>
                  <a:pt x="216" y="208"/>
                  <a:pt x="216" y="208"/>
                </a:cubicBezTo>
                <a:cubicBezTo>
                  <a:pt x="220" y="208"/>
                  <a:pt x="224" y="204"/>
                  <a:pt x="224" y="200"/>
                </a:cubicBezTo>
                <a:cubicBezTo>
                  <a:pt x="224" y="176"/>
                  <a:pt x="224" y="176"/>
                  <a:pt x="224" y="176"/>
                </a:cubicBezTo>
                <a:cubicBezTo>
                  <a:pt x="248" y="176"/>
                  <a:pt x="248" y="176"/>
                  <a:pt x="248" y="176"/>
                </a:cubicBezTo>
                <a:cubicBezTo>
                  <a:pt x="252" y="176"/>
                  <a:pt x="256" y="172"/>
                  <a:pt x="256" y="168"/>
                </a:cubicBezTo>
                <a:cubicBezTo>
                  <a:pt x="256" y="8"/>
                  <a:pt x="256" y="8"/>
                  <a:pt x="256" y="8"/>
                </a:cubicBezTo>
                <a:cubicBezTo>
                  <a:pt x="256" y="4"/>
                  <a:pt x="252" y="0"/>
                  <a:pt x="248" y="0"/>
                </a:cubicBezTo>
                <a:close/>
                <a:moveTo>
                  <a:pt x="208" y="48"/>
                </a:moveTo>
                <a:cubicBezTo>
                  <a:pt x="208" y="175"/>
                  <a:pt x="208" y="175"/>
                  <a:pt x="208" y="175"/>
                </a:cubicBezTo>
                <a:cubicBezTo>
                  <a:pt x="165" y="138"/>
                  <a:pt x="165" y="138"/>
                  <a:pt x="165" y="138"/>
                </a:cubicBezTo>
                <a:cubicBezTo>
                  <a:pt x="163" y="136"/>
                  <a:pt x="159" y="135"/>
                  <a:pt x="156" y="137"/>
                </a:cubicBezTo>
                <a:cubicBezTo>
                  <a:pt x="122" y="158"/>
                  <a:pt x="122" y="158"/>
                  <a:pt x="122" y="158"/>
                </a:cubicBezTo>
                <a:cubicBezTo>
                  <a:pt x="70" y="99"/>
                  <a:pt x="70" y="99"/>
                  <a:pt x="70" y="99"/>
                </a:cubicBezTo>
                <a:cubicBezTo>
                  <a:pt x="69" y="97"/>
                  <a:pt x="66" y="96"/>
                  <a:pt x="64" y="96"/>
                </a:cubicBezTo>
                <a:cubicBezTo>
                  <a:pt x="62" y="96"/>
                  <a:pt x="60" y="97"/>
                  <a:pt x="58" y="98"/>
                </a:cubicBezTo>
                <a:cubicBezTo>
                  <a:pt x="16" y="141"/>
                  <a:pt x="16" y="141"/>
                  <a:pt x="16" y="141"/>
                </a:cubicBezTo>
                <a:cubicBezTo>
                  <a:pt x="16" y="48"/>
                  <a:pt x="16" y="48"/>
                  <a:pt x="16" y="48"/>
                </a:cubicBezTo>
                <a:lnTo>
                  <a:pt x="208" y="48"/>
                </a:lnTo>
                <a:close/>
                <a:moveTo>
                  <a:pt x="16" y="163"/>
                </a:moveTo>
                <a:cubicBezTo>
                  <a:pt x="64" y="116"/>
                  <a:pt x="64" y="116"/>
                  <a:pt x="64" y="116"/>
                </a:cubicBezTo>
                <a:cubicBezTo>
                  <a:pt x="114" y="173"/>
                  <a:pt x="114" y="173"/>
                  <a:pt x="114" y="173"/>
                </a:cubicBezTo>
                <a:cubicBezTo>
                  <a:pt x="117" y="176"/>
                  <a:pt x="121" y="177"/>
                  <a:pt x="124" y="175"/>
                </a:cubicBezTo>
                <a:cubicBezTo>
                  <a:pt x="159" y="154"/>
                  <a:pt x="159" y="154"/>
                  <a:pt x="159" y="154"/>
                </a:cubicBezTo>
                <a:cubicBezTo>
                  <a:pt x="204" y="192"/>
                  <a:pt x="204" y="192"/>
                  <a:pt x="204" y="192"/>
                </a:cubicBezTo>
                <a:cubicBezTo>
                  <a:pt x="16" y="192"/>
                  <a:pt x="16" y="192"/>
                  <a:pt x="16" y="192"/>
                </a:cubicBezTo>
                <a:lnTo>
                  <a:pt x="16" y="163"/>
                </a:lnTo>
                <a:close/>
                <a:moveTo>
                  <a:pt x="240" y="160"/>
                </a:moveTo>
                <a:cubicBezTo>
                  <a:pt x="224" y="160"/>
                  <a:pt x="224" y="160"/>
                  <a:pt x="224" y="160"/>
                </a:cubicBezTo>
                <a:cubicBezTo>
                  <a:pt x="224" y="40"/>
                  <a:pt x="224" y="40"/>
                  <a:pt x="224" y="40"/>
                </a:cubicBezTo>
                <a:cubicBezTo>
                  <a:pt x="224" y="36"/>
                  <a:pt x="220" y="32"/>
                  <a:pt x="216" y="32"/>
                </a:cubicBezTo>
                <a:cubicBezTo>
                  <a:pt x="48" y="32"/>
                  <a:pt x="48" y="32"/>
                  <a:pt x="48" y="32"/>
                </a:cubicBezTo>
                <a:cubicBezTo>
                  <a:pt x="48" y="16"/>
                  <a:pt x="48" y="16"/>
                  <a:pt x="48" y="16"/>
                </a:cubicBezTo>
                <a:cubicBezTo>
                  <a:pt x="240" y="16"/>
                  <a:pt x="240" y="16"/>
                  <a:pt x="240" y="16"/>
                </a:cubicBezTo>
                <a:lnTo>
                  <a:pt x="240" y="16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sp>
        <p:nvSpPr>
          <p:cNvPr id="23" name="Freeform 12"/>
          <p:cNvSpPr>
            <a:spLocks noEditPoints="1"/>
          </p:cNvSpPr>
          <p:nvPr/>
        </p:nvSpPr>
        <p:spPr bwMode="auto">
          <a:xfrm>
            <a:off x="6887624" y="5359172"/>
            <a:ext cx="290883" cy="386534"/>
          </a:xfrm>
          <a:custGeom>
            <a:avLst/>
            <a:gdLst>
              <a:gd name="T0" fmla="*/ 168 w 192"/>
              <a:gd name="T1" fmla="*/ 64 h 256"/>
              <a:gd name="T2" fmla="*/ 168 w 192"/>
              <a:gd name="T3" fmla="*/ 40 h 256"/>
              <a:gd name="T4" fmla="*/ 184 w 192"/>
              <a:gd name="T5" fmla="*/ 40 h 256"/>
              <a:gd name="T6" fmla="*/ 192 w 192"/>
              <a:gd name="T7" fmla="*/ 32 h 256"/>
              <a:gd name="T8" fmla="*/ 192 w 192"/>
              <a:gd name="T9" fmla="*/ 8 h 256"/>
              <a:gd name="T10" fmla="*/ 184 w 192"/>
              <a:gd name="T11" fmla="*/ 0 h 256"/>
              <a:gd name="T12" fmla="*/ 8 w 192"/>
              <a:gd name="T13" fmla="*/ 0 h 256"/>
              <a:gd name="T14" fmla="*/ 0 w 192"/>
              <a:gd name="T15" fmla="*/ 8 h 256"/>
              <a:gd name="T16" fmla="*/ 0 w 192"/>
              <a:gd name="T17" fmla="*/ 32 h 256"/>
              <a:gd name="T18" fmla="*/ 8 w 192"/>
              <a:gd name="T19" fmla="*/ 40 h 256"/>
              <a:gd name="T20" fmla="*/ 24 w 192"/>
              <a:gd name="T21" fmla="*/ 40 h 256"/>
              <a:gd name="T22" fmla="*/ 24 w 192"/>
              <a:gd name="T23" fmla="*/ 64 h 256"/>
              <a:gd name="T24" fmla="*/ 63 w 192"/>
              <a:gd name="T25" fmla="*/ 128 h 256"/>
              <a:gd name="T26" fmla="*/ 24 w 192"/>
              <a:gd name="T27" fmla="*/ 192 h 256"/>
              <a:gd name="T28" fmla="*/ 24 w 192"/>
              <a:gd name="T29" fmla="*/ 216 h 256"/>
              <a:gd name="T30" fmla="*/ 8 w 192"/>
              <a:gd name="T31" fmla="*/ 216 h 256"/>
              <a:gd name="T32" fmla="*/ 0 w 192"/>
              <a:gd name="T33" fmla="*/ 224 h 256"/>
              <a:gd name="T34" fmla="*/ 0 w 192"/>
              <a:gd name="T35" fmla="*/ 248 h 256"/>
              <a:gd name="T36" fmla="*/ 8 w 192"/>
              <a:gd name="T37" fmla="*/ 256 h 256"/>
              <a:gd name="T38" fmla="*/ 184 w 192"/>
              <a:gd name="T39" fmla="*/ 256 h 256"/>
              <a:gd name="T40" fmla="*/ 192 w 192"/>
              <a:gd name="T41" fmla="*/ 248 h 256"/>
              <a:gd name="T42" fmla="*/ 192 w 192"/>
              <a:gd name="T43" fmla="*/ 224 h 256"/>
              <a:gd name="T44" fmla="*/ 184 w 192"/>
              <a:gd name="T45" fmla="*/ 216 h 256"/>
              <a:gd name="T46" fmla="*/ 168 w 192"/>
              <a:gd name="T47" fmla="*/ 216 h 256"/>
              <a:gd name="T48" fmla="*/ 168 w 192"/>
              <a:gd name="T49" fmla="*/ 192 h 256"/>
              <a:gd name="T50" fmla="*/ 129 w 192"/>
              <a:gd name="T51" fmla="*/ 128 h 256"/>
              <a:gd name="T52" fmla="*/ 168 w 192"/>
              <a:gd name="T53" fmla="*/ 64 h 256"/>
              <a:gd name="T54" fmla="*/ 16 w 192"/>
              <a:gd name="T55" fmla="*/ 16 h 256"/>
              <a:gd name="T56" fmla="*/ 176 w 192"/>
              <a:gd name="T57" fmla="*/ 16 h 256"/>
              <a:gd name="T58" fmla="*/ 176 w 192"/>
              <a:gd name="T59" fmla="*/ 24 h 256"/>
              <a:gd name="T60" fmla="*/ 16 w 192"/>
              <a:gd name="T61" fmla="*/ 24 h 256"/>
              <a:gd name="T62" fmla="*/ 16 w 192"/>
              <a:gd name="T63" fmla="*/ 16 h 256"/>
              <a:gd name="T64" fmla="*/ 176 w 192"/>
              <a:gd name="T65" fmla="*/ 240 h 256"/>
              <a:gd name="T66" fmla="*/ 16 w 192"/>
              <a:gd name="T67" fmla="*/ 240 h 256"/>
              <a:gd name="T68" fmla="*/ 16 w 192"/>
              <a:gd name="T69" fmla="*/ 232 h 256"/>
              <a:gd name="T70" fmla="*/ 176 w 192"/>
              <a:gd name="T71" fmla="*/ 232 h 256"/>
              <a:gd name="T72" fmla="*/ 176 w 192"/>
              <a:gd name="T73" fmla="*/ 240 h 256"/>
              <a:gd name="T74" fmla="*/ 152 w 192"/>
              <a:gd name="T75" fmla="*/ 192 h 256"/>
              <a:gd name="T76" fmla="*/ 152 w 192"/>
              <a:gd name="T77" fmla="*/ 216 h 256"/>
              <a:gd name="T78" fmla="*/ 40 w 192"/>
              <a:gd name="T79" fmla="*/ 216 h 256"/>
              <a:gd name="T80" fmla="*/ 40 w 192"/>
              <a:gd name="T81" fmla="*/ 192 h 256"/>
              <a:gd name="T82" fmla="*/ 96 w 192"/>
              <a:gd name="T83" fmla="*/ 136 h 256"/>
              <a:gd name="T84" fmla="*/ 152 w 192"/>
              <a:gd name="T85" fmla="*/ 192 h 256"/>
              <a:gd name="T86" fmla="*/ 96 w 192"/>
              <a:gd name="T87" fmla="*/ 120 h 256"/>
              <a:gd name="T88" fmla="*/ 40 w 192"/>
              <a:gd name="T89" fmla="*/ 64 h 256"/>
              <a:gd name="T90" fmla="*/ 40 w 192"/>
              <a:gd name="T91" fmla="*/ 40 h 256"/>
              <a:gd name="T92" fmla="*/ 152 w 192"/>
              <a:gd name="T93" fmla="*/ 40 h 256"/>
              <a:gd name="T94" fmla="*/ 152 w 192"/>
              <a:gd name="T95" fmla="*/ 64 h 256"/>
              <a:gd name="T96" fmla="*/ 96 w 192"/>
              <a:gd name="T97" fmla="*/ 12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2" h="256">
                <a:moveTo>
                  <a:pt x="168" y="64"/>
                </a:moveTo>
                <a:cubicBezTo>
                  <a:pt x="168" y="40"/>
                  <a:pt x="168" y="40"/>
                  <a:pt x="168" y="40"/>
                </a:cubicBezTo>
                <a:cubicBezTo>
                  <a:pt x="184" y="40"/>
                  <a:pt x="184" y="40"/>
                  <a:pt x="184" y="40"/>
                </a:cubicBezTo>
                <a:cubicBezTo>
                  <a:pt x="188" y="40"/>
                  <a:pt x="192" y="36"/>
                  <a:pt x="192" y="32"/>
                </a:cubicBezTo>
                <a:cubicBezTo>
                  <a:pt x="192" y="8"/>
                  <a:pt x="192" y="8"/>
                  <a:pt x="192" y="8"/>
                </a:cubicBezTo>
                <a:cubicBezTo>
                  <a:pt x="192" y="4"/>
                  <a:pt x="188" y="0"/>
                  <a:pt x="184" y="0"/>
                </a:cubicBezTo>
                <a:cubicBezTo>
                  <a:pt x="8" y="0"/>
                  <a:pt x="8" y="0"/>
                  <a:pt x="8" y="0"/>
                </a:cubicBezTo>
                <a:cubicBezTo>
                  <a:pt x="4" y="0"/>
                  <a:pt x="0" y="4"/>
                  <a:pt x="0" y="8"/>
                </a:cubicBezTo>
                <a:cubicBezTo>
                  <a:pt x="0" y="32"/>
                  <a:pt x="0" y="32"/>
                  <a:pt x="0" y="32"/>
                </a:cubicBezTo>
                <a:cubicBezTo>
                  <a:pt x="0" y="36"/>
                  <a:pt x="4" y="40"/>
                  <a:pt x="8" y="40"/>
                </a:cubicBezTo>
                <a:cubicBezTo>
                  <a:pt x="24" y="40"/>
                  <a:pt x="24" y="40"/>
                  <a:pt x="24" y="40"/>
                </a:cubicBezTo>
                <a:cubicBezTo>
                  <a:pt x="24" y="64"/>
                  <a:pt x="24" y="64"/>
                  <a:pt x="24" y="64"/>
                </a:cubicBezTo>
                <a:cubicBezTo>
                  <a:pt x="24" y="92"/>
                  <a:pt x="40" y="116"/>
                  <a:pt x="63" y="128"/>
                </a:cubicBezTo>
                <a:cubicBezTo>
                  <a:pt x="40" y="140"/>
                  <a:pt x="24" y="164"/>
                  <a:pt x="24" y="192"/>
                </a:cubicBezTo>
                <a:cubicBezTo>
                  <a:pt x="24" y="216"/>
                  <a:pt x="24" y="216"/>
                  <a:pt x="24" y="216"/>
                </a:cubicBezTo>
                <a:cubicBezTo>
                  <a:pt x="8" y="216"/>
                  <a:pt x="8" y="216"/>
                  <a:pt x="8" y="216"/>
                </a:cubicBezTo>
                <a:cubicBezTo>
                  <a:pt x="4" y="216"/>
                  <a:pt x="0" y="220"/>
                  <a:pt x="0" y="224"/>
                </a:cubicBezTo>
                <a:cubicBezTo>
                  <a:pt x="0" y="248"/>
                  <a:pt x="0" y="248"/>
                  <a:pt x="0" y="248"/>
                </a:cubicBezTo>
                <a:cubicBezTo>
                  <a:pt x="0" y="252"/>
                  <a:pt x="4" y="256"/>
                  <a:pt x="8" y="256"/>
                </a:cubicBezTo>
                <a:cubicBezTo>
                  <a:pt x="184" y="256"/>
                  <a:pt x="184" y="256"/>
                  <a:pt x="184" y="256"/>
                </a:cubicBezTo>
                <a:cubicBezTo>
                  <a:pt x="188" y="256"/>
                  <a:pt x="192" y="252"/>
                  <a:pt x="192" y="248"/>
                </a:cubicBezTo>
                <a:cubicBezTo>
                  <a:pt x="192" y="224"/>
                  <a:pt x="192" y="224"/>
                  <a:pt x="192" y="224"/>
                </a:cubicBezTo>
                <a:cubicBezTo>
                  <a:pt x="192" y="220"/>
                  <a:pt x="188" y="216"/>
                  <a:pt x="184" y="216"/>
                </a:cubicBezTo>
                <a:cubicBezTo>
                  <a:pt x="168" y="216"/>
                  <a:pt x="168" y="216"/>
                  <a:pt x="168" y="216"/>
                </a:cubicBezTo>
                <a:cubicBezTo>
                  <a:pt x="168" y="192"/>
                  <a:pt x="168" y="192"/>
                  <a:pt x="168" y="192"/>
                </a:cubicBezTo>
                <a:cubicBezTo>
                  <a:pt x="168" y="164"/>
                  <a:pt x="152" y="140"/>
                  <a:pt x="129" y="128"/>
                </a:cubicBezTo>
                <a:cubicBezTo>
                  <a:pt x="152" y="116"/>
                  <a:pt x="168" y="92"/>
                  <a:pt x="168" y="64"/>
                </a:cubicBezTo>
                <a:close/>
                <a:moveTo>
                  <a:pt x="16" y="16"/>
                </a:moveTo>
                <a:cubicBezTo>
                  <a:pt x="176" y="16"/>
                  <a:pt x="176" y="16"/>
                  <a:pt x="176" y="16"/>
                </a:cubicBezTo>
                <a:cubicBezTo>
                  <a:pt x="176" y="24"/>
                  <a:pt x="176" y="24"/>
                  <a:pt x="176" y="24"/>
                </a:cubicBezTo>
                <a:cubicBezTo>
                  <a:pt x="16" y="24"/>
                  <a:pt x="16" y="24"/>
                  <a:pt x="16" y="24"/>
                </a:cubicBezTo>
                <a:lnTo>
                  <a:pt x="16" y="16"/>
                </a:lnTo>
                <a:close/>
                <a:moveTo>
                  <a:pt x="176" y="240"/>
                </a:moveTo>
                <a:cubicBezTo>
                  <a:pt x="16" y="240"/>
                  <a:pt x="16" y="240"/>
                  <a:pt x="16" y="240"/>
                </a:cubicBezTo>
                <a:cubicBezTo>
                  <a:pt x="16" y="232"/>
                  <a:pt x="16" y="232"/>
                  <a:pt x="16" y="232"/>
                </a:cubicBezTo>
                <a:cubicBezTo>
                  <a:pt x="176" y="232"/>
                  <a:pt x="176" y="232"/>
                  <a:pt x="176" y="232"/>
                </a:cubicBezTo>
                <a:lnTo>
                  <a:pt x="176" y="240"/>
                </a:lnTo>
                <a:close/>
                <a:moveTo>
                  <a:pt x="152" y="192"/>
                </a:moveTo>
                <a:cubicBezTo>
                  <a:pt x="152" y="216"/>
                  <a:pt x="152" y="216"/>
                  <a:pt x="152" y="216"/>
                </a:cubicBezTo>
                <a:cubicBezTo>
                  <a:pt x="40" y="216"/>
                  <a:pt x="40" y="216"/>
                  <a:pt x="40" y="216"/>
                </a:cubicBezTo>
                <a:cubicBezTo>
                  <a:pt x="40" y="192"/>
                  <a:pt x="40" y="192"/>
                  <a:pt x="40" y="192"/>
                </a:cubicBezTo>
                <a:cubicBezTo>
                  <a:pt x="40" y="161"/>
                  <a:pt x="65" y="136"/>
                  <a:pt x="96" y="136"/>
                </a:cubicBezTo>
                <a:cubicBezTo>
                  <a:pt x="127" y="136"/>
                  <a:pt x="152" y="161"/>
                  <a:pt x="152" y="192"/>
                </a:cubicBezTo>
                <a:close/>
                <a:moveTo>
                  <a:pt x="96" y="120"/>
                </a:moveTo>
                <a:cubicBezTo>
                  <a:pt x="65" y="120"/>
                  <a:pt x="40" y="95"/>
                  <a:pt x="40" y="64"/>
                </a:cubicBezTo>
                <a:cubicBezTo>
                  <a:pt x="40" y="40"/>
                  <a:pt x="40" y="40"/>
                  <a:pt x="40" y="40"/>
                </a:cubicBezTo>
                <a:cubicBezTo>
                  <a:pt x="152" y="40"/>
                  <a:pt x="152" y="40"/>
                  <a:pt x="152" y="40"/>
                </a:cubicBezTo>
                <a:cubicBezTo>
                  <a:pt x="152" y="64"/>
                  <a:pt x="152" y="64"/>
                  <a:pt x="152" y="64"/>
                </a:cubicBezTo>
                <a:cubicBezTo>
                  <a:pt x="152" y="95"/>
                  <a:pt x="127" y="120"/>
                  <a:pt x="96" y="12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endParaRPr>
          </a:p>
        </p:txBody>
      </p:sp>
      <p:sp>
        <p:nvSpPr>
          <p:cNvPr id="24" name="Title 1"/>
          <p:cNvSpPr txBox="1">
            <a:spLocks/>
          </p:cNvSpPr>
          <p:nvPr/>
        </p:nvSpPr>
        <p:spPr>
          <a:xfrm>
            <a:off x="907775" y="177009"/>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lvl="0" rtl="1"/>
            <a:r>
              <a:rPr lang="ar-SA" sz="4000" b="1" u="sng" dirty="0" smtClean="0">
                <a:solidFill>
                  <a:schemeClr val="tx1">
                    <a:lumMod val="75000"/>
                  </a:schemeClr>
                </a:solidFill>
              </a:rPr>
              <a:t>أ - </a:t>
            </a:r>
            <a:r>
              <a:rPr lang="ar-JO" sz="4000" b="1" u="sng" dirty="0" smtClean="0">
                <a:solidFill>
                  <a:schemeClr val="tx1">
                    <a:lumMod val="75000"/>
                  </a:schemeClr>
                </a:solidFill>
              </a:rPr>
              <a:t>التطور </a:t>
            </a:r>
            <a:r>
              <a:rPr lang="ar-JO" sz="4000" b="1" u="sng" dirty="0">
                <a:solidFill>
                  <a:schemeClr val="tx1">
                    <a:lumMod val="75000"/>
                  </a:schemeClr>
                </a:solidFill>
              </a:rPr>
              <a:t>التاريخي للواقع المعزز </a:t>
            </a:r>
            <a:endParaRPr lang="en-US" sz="4000" u="sng" dirty="0">
              <a:solidFill>
                <a:schemeClr val="tx1">
                  <a:lumMod val="75000"/>
                </a:schemeClr>
              </a:solidFill>
            </a:endParaRPr>
          </a:p>
        </p:txBody>
      </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28606793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a:stCxn id="10" idx="6"/>
            <a:endCxn id="21" idx="2"/>
          </p:cNvCxnSpPr>
          <p:nvPr/>
        </p:nvCxnSpPr>
        <p:spPr>
          <a:xfrm>
            <a:off x="1270000" y="5538404"/>
            <a:ext cx="9548605" cy="2117"/>
          </a:xfrm>
          <a:prstGeom prst="line">
            <a:avLst/>
          </a:prstGeom>
          <a:ln w="12700" cap="flat">
            <a:solidFill>
              <a:schemeClr val="bg1">
                <a:lumMod val="75000"/>
              </a:schemeClr>
            </a:solidFill>
            <a:prstDash val="sysDash"/>
            <a:round/>
          </a:ln>
        </p:spPr>
        <p:style>
          <a:lnRef idx="1">
            <a:schemeClr val="accent1"/>
          </a:lnRef>
          <a:fillRef idx="0">
            <a:schemeClr val="accent1"/>
          </a:fillRef>
          <a:effectRef idx="0">
            <a:schemeClr val="accent1"/>
          </a:effectRef>
          <a:fontRef idx="minor">
            <a:schemeClr val="tx1"/>
          </a:fontRef>
        </p:style>
      </p:cxnSp>
      <p:grpSp>
        <p:nvGrpSpPr>
          <p:cNvPr id="7" name="Group 69"/>
          <p:cNvGrpSpPr/>
          <p:nvPr/>
        </p:nvGrpSpPr>
        <p:grpSpPr>
          <a:xfrm>
            <a:off x="341032" y="5073920"/>
            <a:ext cx="928968" cy="928968"/>
            <a:chOff x="255774" y="3805440"/>
            <a:chExt cx="696726" cy="696726"/>
          </a:xfrm>
        </p:grpSpPr>
        <p:sp>
          <p:nvSpPr>
            <p:cNvPr id="10" name="Oval 9"/>
            <p:cNvSpPr/>
            <p:nvPr/>
          </p:nvSpPr>
          <p:spPr>
            <a:xfrm>
              <a:off x="25577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1" name="Isosceles Triangle 40"/>
            <p:cNvSpPr/>
            <p:nvPr/>
          </p:nvSpPr>
          <p:spPr>
            <a:xfrm rot="5400000">
              <a:off x="493716" y="4019782"/>
              <a:ext cx="279448" cy="240904"/>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9" name="Group 70"/>
          <p:cNvGrpSpPr/>
          <p:nvPr/>
        </p:nvGrpSpPr>
        <p:grpSpPr>
          <a:xfrm>
            <a:off x="10818605" y="5073920"/>
            <a:ext cx="928968" cy="928968"/>
            <a:chOff x="8113954" y="3805440"/>
            <a:chExt cx="696726" cy="696726"/>
          </a:xfrm>
        </p:grpSpPr>
        <p:sp>
          <p:nvSpPr>
            <p:cNvPr id="21" name="Oval 20"/>
            <p:cNvSpPr/>
            <p:nvPr/>
          </p:nvSpPr>
          <p:spPr>
            <a:xfrm>
              <a:off x="811395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Rectangle 42"/>
            <p:cNvSpPr/>
            <p:nvPr/>
          </p:nvSpPr>
          <p:spPr>
            <a:xfrm>
              <a:off x="8358214" y="4048124"/>
              <a:ext cx="238120" cy="23812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46" name="Rectangle 45"/>
          <p:cNvSpPr/>
          <p:nvPr/>
        </p:nvSpPr>
        <p:spPr>
          <a:xfrm>
            <a:off x="1333467" y="5619766"/>
            <a:ext cx="619080" cy="338554"/>
          </a:xfrm>
          <a:prstGeom prst="rect">
            <a:avLst/>
          </a:prstGeom>
        </p:spPr>
        <p:txBody>
          <a:bodyPr wrap="none">
            <a:spAutoFit/>
          </a:bodyPr>
          <a:lstStyle/>
          <a:p>
            <a:r>
              <a:rPr lang="en-US" sz="1600" dirty="0">
                <a:solidFill>
                  <a:prstClr val="white">
                    <a:lumMod val="65000"/>
                  </a:prstClr>
                </a:solidFill>
                <a:latin typeface="Open Sans" pitchFamily="34" charset="0"/>
                <a:ea typeface="Open Sans" pitchFamily="34" charset="0"/>
                <a:cs typeface="Open Sans" pitchFamily="34" charset="0"/>
              </a:rPr>
              <a:t>Start</a:t>
            </a:r>
          </a:p>
        </p:txBody>
      </p:sp>
      <p:grpSp>
        <p:nvGrpSpPr>
          <p:cNvPr id="11" name="Group 61"/>
          <p:cNvGrpSpPr/>
          <p:nvPr/>
        </p:nvGrpSpPr>
        <p:grpSpPr>
          <a:xfrm>
            <a:off x="1828451" y="2126041"/>
            <a:ext cx="4473419" cy="3493725"/>
            <a:chOff x="2005914" y="1637612"/>
            <a:chExt cx="3355065" cy="2620294"/>
          </a:xfrm>
        </p:grpSpPr>
        <p:sp>
          <p:nvSpPr>
            <p:cNvPr id="13" name="Oval 12"/>
            <p:cNvSpPr/>
            <p:nvPr/>
          </p:nvSpPr>
          <p:spPr>
            <a:xfrm>
              <a:off x="211128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66"/>
            <p:cNvGrpSpPr/>
            <p:nvPr/>
          </p:nvGrpSpPr>
          <p:grpSpPr>
            <a:xfrm>
              <a:off x="2315321" y="1677271"/>
              <a:ext cx="3045658" cy="2092833"/>
              <a:chOff x="2315321" y="1677271"/>
              <a:chExt cx="3045658" cy="2092833"/>
            </a:xfrm>
          </p:grpSpPr>
          <p:sp>
            <p:nvSpPr>
              <p:cNvPr id="44" name="Rectangle 43"/>
              <p:cNvSpPr/>
              <p:nvPr/>
            </p:nvSpPr>
            <p:spPr>
              <a:xfrm>
                <a:off x="2315321" y="2408192"/>
                <a:ext cx="3045658" cy="1361912"/>
              </a:xfrm>
              <a:prstGeom prst="rect">
                <a:avLst/>
              </a:prstGeom>
            </p:spPr>
            <p:txBody>
              <a:bodyPr wrap="square">
                <a:spAutoFit/>
              </a:bodyPr>
              <a:lstStyle/>
              <a:p>
                <a:r>
                  <a:rPr lang="ar-JO" sz="2800" b="1" dirty="0"/>
                  <a:t>وتكون من خلال استخدام علامات</a:t>
                </a:r>
                <a:r>
                  <a:rPr lang="en-US" sz="2800" b="1" dirty="0"/>
                  <a:t> (Markers) </a:t>
                </a:r>
                <a:r>
                  <a:rPr lang="ar-JO" sz="2800" b="1" dirty="0"/>
                  <a:t>بحيث تستطيع الكاميرا التقاطها وتمييزها لعرض المعلومات المرتبطة بها</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5" name="Rectangle 44"/>
              <p:cNvSpPr/>
              <p:nvPr/>
            </p:nvSpPr>
            <p:spPr>
              <a:xfrm>
                <a:off x="2706945" y="1677271"/>
                <a:ext cx="1569180" cy="438581"/>
              </a:xfrm>
              <a:prstGeom prst="rect">
                <a:avLst/>
              </a:prstGeom>
            </p:spPr>
            <p:txBody>
              <a:bodyPr wrap="none">
                <a:spAutoFit/>
              </a:bodyPr>
              <a:lstStyle/>
              <a:p>
                <a:r>
                  <a:rPr lang="ar-JO" sz="3200" b="1" u="sng" dirty="0">
                    <a:solidFill>
                      <a:schemeClr val="accent6">
                        <a:lumMod val="50000"/>
                      </a:schemeClr>
                    </a:solidFill>
                  </a:rPr>
                  <a:t>الطريقة الأولى</a:t>
                </a:r>
                <a:endParaRPr lang="en-US" sz="3200" b="1" u="sng" dirty="0">
                  <a:solidFill>
                    <a:schemeClr val="accent6">
                      <a:lumMod val="50000"/>
                    </a:schemeClr>
                  </a:solidFill>
                  <a:latin typeface="Open Sans" pitchFamily="34" charset="0"/>
                  <a:ea typeface="Open Sans" pitchFamily="34" charset="0"/>
                  <a:cs typeface="Open Sans" pitchFamily="34" charset="0"/>
                </a:endParaRPr>
              </a:p>
            </p:txBody>
          </p:sp>
        </p:grpSp>
        <p:cxnSp>
          <p:nvCxnSpPr>
            <p:cNvPr id="27" name="Straight Connector 26"/>
            <p:cNvCxnSpPr/>
            <p:nvPr/>
          </p:nvCxnSpPr>
          <p:spPr>
            <a:xfrm rot="16200000" flipH="1">
              <a:off x="1337273"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4" name="Group 59"/>
            <p:cNvGrpSpPr/>
            <p:nvPr/>
          </p:nvGrpSpPr>
          <p:grpSpPr>
            <a:xfrm>
              <a:off x="2005914" y="1637612"/>
              <a:ext cx="418280" cy="418280"/>
              <a:chOff x="2005914" y="1637612"/>
              <a:chExt cx="418280" cy="418280"/>
            </a:xfrm>
          </p:grpSpPr>
          <p:sp>
            <p:nvSpPr>
              <p:cNvPr id="26" name="Teardrop 25"/>
              <p:cNvSpPr/>
              <p:nvPr/>
            </p:nvSpPr>
            <p:spPr>
              <a:xfrm rot="8100000">
                <a:off x="2005914" y="1637612"/>
                <a:ext cx="418280" cy="418280"/>
              </a:xfrm>
              <a:prstGeom prst="teardrop">
                <a:avLst>
                  <a:gd name="adj" fmla="val 131619"/>
                </a:avLst>
              </a:prstGeom>
              <a:solidFill>
                <a:srgbClr val="1772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4" name="Freeform 63"/>
              <p:cNvSpPr>
                <a:spLocks noEditPoints="1"/>
              </p:cNvSpPr>
              <p:nvPr/>
            </p:nvSpPr>
            <p:spPr bwMode="auto">
              <a:xfrm>
                <a:off x="2115407" y="1762183"/>
                <a:ext cx="199914" cy="171356"/>
              </a:xfrm>
              <a:custGeom>
                <a:avLst/>
                <a:gdLst/>
                <a:ahLst/>
                <a:cxnLst>
                  <a:cxn ang="0">
                    <a:pos x="15" y="2"/>
                  </a:cxn>
                  <a:cxn ang="0">
                    <a:pos x="0" y="4"/>
                  </a:cxn>
                  <a:cxn ang="0">
                    <a:pos x="0" y="62"/>
                  </a:cxn>
                  <a:cxn ang="0">
                    <a:pos x="9" y="71"/>
                  </a:cxn>
                  <a:cxn ang="0">
                    <a:pos x="53" y="45"/>
                  </a:cxn>
                  <a:cxn ang="0">
                    <a:pos x="58" y="31"/>
                  </a:cxn>
                  <a:cxn ang="0">
                    <a:pos x="307" y="11"/>
                  </a:cxn>
                  <a:cxn ang="0">
                    <a:pos x="95" y="11"/>
                  </a:cxn>
                  <a:cxn ang="0">
                    <a:pos x="85" y="27"/>
                  </a:cxn>
                  <a:cxn ang="0">
                    <a:pos x="85" y="51"/>
                  </a:cxn>
                  <a:cxn ang="0">
                    <a:pos x="102" y="62"/>
                  </a:cxn>
                  <a:cxn ang="0">
                    <a:pos x="314" y="60"/>
                  </a:cxn>
                  <a:cxn ang="0">
                    <a:pos x="323" y="43"/>
                  </a:cxn>
                  <a:cxn ang="0">
                    <a:pos x="323" y="20"/>
                  </a:cxn>
                  <a:cxn ang="0">
                    <a:pos x="307" y="11"/>
                  </a:cxn>
                  <a:cxn ang="0">
                    <a:pos x="53" y="147"/>
                  </a:cxn>
                  <a:cxn ang="0">
                    <a:pos x="60" y="138"/>
                  </a:cxn>
                  <a:cxn ang="0">
                    <a:pos x="15" y="112"/>
                  </a:cxn>
                  <a:cxn ang="0">
                    <a:pos x="4" y="111"/>
                  </a:cxn>
                  <a:cxn ang="0">
                    <a:pos x="0" y="163"/>
                  </a:cxn>
                  <a:cxn ang="0">
                    <a:pos x="4" y="172"/>
                  </a:cxn>
                  <a:cxn ang="0">
                    <a:pos x="15" y="172"/>
                  </a:cxn>
                  <a:cxn ang="0">
                    <a:pos x="102" y="112"/>
                  </a:cxn>
                  <a:cxn ang="0">
                    <a:pos x="85" y="123"/>
                  </a:cxn>
                  <a:cxn ang="0">
                    <a:pos x="85" y="147"/>
                  </a:cxn>
                  <a:cxn ang="0">
                    <a:pos x="95" y="163"/>
                  </a:cxn>
                  <a:cxn ang="0">
                    <a:pos x="307" y="163"/>
                  </a:cxn>
                  <a:cxn ang="0">
                    <a:pos x="323" y="154"/>
                  </a:cxn>
                  <a:cxn ang="0">
                    <a:pos x="323" y="129"/>
                  </a:cxn>
                  <a:cxn ang="0">
                    <a:pos x="314" y="114"/>
                  </a:cxn>
                  <a:cxn ang="0">
                    <a:pos x="53" y="232"/>
                  </a:cxn>
                  <a:cxn ang="0">
                    <a:pos x="9" y="205"/>
                  </a:cxn>
                  <a:cxn ang="0">
                    <a:pos x="0" y="214"/>
                  </a:cxn>
                  <a:cxn ang="0">
                    <a:pos x="0" y="272"/>
                  </a:cxn>
                  <a:cxn ang="0">
                    <a:pos x="15" y="274"/>
                  </a:cxn>
                  <a:cxn ang="0">
                    <a:pos x="58" y="245"/>
                  </a:cxn>
                  <a:cxn ang="0">
                    <a:pos x="53" y="232"/>
                  </a:cxn>
                  <a:cxn ang="0">
                    <a:pos x="102" y="214"/>
                  </a:cxn>
                  <a:cxn ang="0">
                    <a:pos x="91" y="219"/>
                  </a:cxn>
                  <a:cxn ang="0">
                    <a:pos x="85" y="248"/>
                  </a:cxn>
                  <a:cxn ang="0">
                    <a:pos x="91" y="261"/>
                  </a:cxn>
                  <a:cxn ang="0">
                    <a:pos x="307" y="266"/>
                  </a:cxn>
                  <a:cxn ang="0">
                    <a:pos x="319" y="261"/>
                  </a:cxn>
                  <a:cxn ang="0">
                    <a:pos x="323" y="232"/>
                  </a:cxn>
                  <a:cxn ang="0">
                    <a:pos x="319" y="219"/>
                  </a:cxn>
                  <a:cxn ang="0">
                    <a:pos x="307" y="214"/>
                  </a:cxn>
                </a:cxnLst>
                <a:rect l="0" t="0" r="r" b="b"/>
                <a:pathLst>
                  <a:path w="323" h="275">
                    <a:moveTo>
                      <a:pt x="53" y="27"/>
                    </a:moveTo>
                    <a:lnTo>
                      <a:pt x="15" y="2"/>
                    </a:lnTo>
                    <a:lnTo>
                      <a:pt x="15" y="2"/>
                    </a:lnTo>
                    <a:lnTo>
                      <a:pt x="9" y="0"/>
                    </a:lnTo>
                    <a:lnTo>
                      <a:pt x="4" y="0"/>
                    </a:lnTo>
                    <a:lnTo>
                      <a:pt x="0" y="4"/>
                    </a:lnTo>
                    <a:lnTo>
                      <a:pt x="0" y="11"/>
                    </a:lnTo>
                    <a:lnTo>
                      <a:pt x="0" y="62"/>
                    </a:lnTo>
                    <a:lnTo>
                      <a:pt x="0" y="62"/>
                    </a:lnTo>
                    <a:lnTo>
                      <a:pt x="0" y="67"/>
                    </a:lnTo>
                    <a:lnTo>
                      <a:pt x="4" y="71"/>
                    </a:lnTo>
                    <a:lnTo>
                      <a:pt x="9" y="71"/>
                    </a:lnTo>
                    <a:lnTo>
                      <a:pt x="15" y="69"/>
                    </a:lnTo>
                    <a:lnTo>
                      <a:pt x="53" y="45"/>
                    </a:lnTo>
                    <a:lnTo>
                      <a:pt x="53" y="45"/>
                    </a:lnTo>
                    <a:lnTo>
                      <a:pt x="58" y="40"/>
                    </a:lnTo>
                    <a:lnTo>
                      <a:pt x="60" y="36"/>
                    </a:lnTo>
                    <a:lnTo>
                      <a:pt x="58" y="31"/>
                    </a:lnTo>
                    <a:lnTo>
                      <a:pt x="53" y="27"/>
                    </a:lnTo>
                    <a:lnTo>
                      <a:pt x="53" y="27"/>
                    </a:lnTo>
                    <a:close/>
                    <a:moveTo>
                      <a:pt x="307" y="11"/>
                    </a:moveTo>
                    <a:lnTo>
                      <a:pt x="102" y="11"/>
                    </a:lnTo>
                    <a:lnTo>
                      <a:pt x="102" y="11"/>
                    </a:lnTo>
                    <a:lnTo>
                      <a:pt x="95" y="11"/>
                    </a:lnTo>
                    <a:lnTo>
                      <a:pt x="91" y="14"/>
                    </a:lnTo>
                    <a:lnTo>
                      <a:pt x="85" y="20"/>
                    </a:lnTo>
                    <a:lnTo>
                      <a:pt x="85" y="27"/>
                    </a:lnTo>
                    <a:lnTo>
                      <a:pt x="85" y="43"/>
                    </a:lnTo>
                    <a:lnTo>
                      <a:pt x="85" y="43"/>
                    </a:lnTo>
                    <a:lnTo>
                      <a:pt x="85" y="51"/>
                    </a:lnTo>
                    <a:lnTo>
                      <a:pt x="91" y="56"/>
                    </a:lnTo>
                    <a:lnTo>
                      <a:pt x="95" y="60"/>
                    </a:lnTo>
                    <a:lnTo>
                      <a:pt x="102" y="62"/>
                    </a:lnTo>
                    <a:lnTo>
                      <a:pt x="307" y="62"/>
                    </a:lnTo>
                    <a:lnTo>
                      <a:pt x="307" y="62"/>
                    </a:lnTo>
                    <a:lnTo>
                      <a:pt x="314" y="60"/>
                    </a:lnTo>
                    <a:lnTo>
                      <a:pt x="319" y="56"/>
                    </a:lnTo>
                    <a:lnTo>
                      <a:pt x="323" y="51"/>
                    </a:lnTo>
                    <a:lnTo>
                      <a:pt x="323" y="43"/>
                    </a:lnTo>
                    <a:lnTo>
                      <a:pt x="323" y="27"/>
                    </a:lnTo>
                    <a:lnTo>
                      <a:pt x="323" y="27"/>
                    </a:lnTo>
                    <a:lnTo>
                      <a:pt x="323" y="20"/>
                    </a:lnTo>
                    <a:lnTo>
                      <a:pt x="319" y="14"/>
                    </a:lnTo>
                    <a:lnTo>
                      <a:pt x="314" y="11"/>
                    </a:lnTo>
                    <a:lnTo>
                      <a:pt x="307" y="11"/>
                    </a:lnTo>
                    <a:lnTo>
                      <a:pt x="307" y="11"/>
                    </a:lnTo>
                    <a:close/>
                    <a:moveTo>
                      <a:pt x="15" y="172"/>
                    </a:moveTo>
                    <a:lnTo>
                      <a:pt x="53" y="147"/>
                    </a:lnTo>
                    <a:lnTo>
                      <a:pt x="53" y="147"/>
                    </a:lnTo>
                    <a:lnTo>
                      <a:pt x="58" y="143"/>
                    </a:lnTo>
                    <a:lnTo>
                      <a:pt x="60" y="138"/>
                    </a:lnTo>
                    <a:lnTo>
                      <a:pt x="58" y="134"/>
                    </a:lnTo>
                    <a:lnTo>
                      <a:pt x="53" y="130"/>
                    </a:lnTo>
                    <a:lnTo>
                      <a:pt x="15" y="112"/>
                    </a:lnTo>
                    <a:lnTo>
                      <a:pt x="15" y="112"/>
                    </a:lnTo>
                    <a:lnTo>
                      <a:pt x="9" y="111"/>
                    </a:lnTo>
                    <a:lnTo>
                      <a:pt x="4" y="111"/>
                    </a:lnTo>
                    <a:lnTo>
                      <a:pt x="0" y="114"/>
                    </a:lnTo>
                    <a:lnTo>
                      <a:pt x="0" y="121"/>
                    </a:lnTo>
                    <a:lnTo>
                      <a:pt x="0" y="163"/>
                    </a:lnTo>
                    <a:lnTo>
                      <a:pt x="0" y="163"/>
                    </a:lnTo>
                    <a:lnTo>
                      <a:pt x="0" y="170"/>
                    </a:lnTo>
                    <a:lnTo>
                      <a:pt x="4" y="172"/>
                    </a:lnTo>
                    <a:lnTo>
                      <a:pt x="9" y="174"/>
                    </a:lnTo>
                    <a:lnTo>
                      <a:pt x="15" y="172"/>
                    </a:lnTo>
                    <a:lnTo>
                      <a:pt x="15" y="172"/>
                    </a:lnTo>
                    <a:close/>
                    <a:moveTo>
                      <a:pt x="307" y="112"/>
                    </a:moveTo>
                    <a:lnTo>
                      <a:pt x="102" y="112"/>
                    </a:lnTo>
                    <a:lnTo>
                      <a:pt x="102" y="112"/>
                    </a:lnTo>
                    <a:lnTo>
                      <a:pt x="95" y="114"/>
                    </a:lnTo>
                    <a:lnTo>
                      <a:pt x="91" y="118"/>
                    </a:lnTo>
                    <a:lnTo>
                      <a:pt x="85" y="123"/>
                    </a:lnTo>
                    <a:lnTo>
                      <a:pt x="85" y="129"/>
                    </a:lnTo>
                    <a:lnTo>
                      <a:pt x="85" y="147"/>
                    </a:lnTo>
                    <a:lnTo>
                      <a:pt x="85" y="147"/>
                    </a:lnTo>
                    <a:lnTo>
                      <a:pt x="85" y="154"/>
                    </a:lnTo>
                    <a:lnTo>
                      <a:pt x="91" y="159"/>
                    </a:lnTo>
                    <a:lnTo>
                      <a:pt x="95" y="163"/>
                    </a:lnTo>
                    <a:lnTo>
                      <a:pt x="102" y="163"/>
                    </a:lnTo>
                    <a:lnTo>
                      <a:pt x="307" y="163"/>
                    </a:lnTo>
                    <a:lnTo>
                      <a:pt x="307" y="163"/>
                    </a:lnTo>
                    <a:lnTo>
                      <a:pt x="314" y="163"/>
                    </a:lnTo>
                    <a:lnTo>
                      <a:pt x="319" y="159"/>
                    </a:lnTo>
                    <a:lnTo>
                      <a:pt x="323" y="154"/>
                    </a:lnTo>
                    <a:lnTo>
                      <a:pt x="323" y="147"/>
                    </a:lnTo>
                    <a:lnTo>
                      <a:pt x="323" y="129"/>
                    </a:lnTo>
                    <a:lnTo>
                      <a:pt x="323" y="129"/>
                    </a:lnTo>
                    <a:lnTo>
                      <a:pt x="323" y="123"/>
                    </a:lnTo>
                    <a:lnTo>
                      <a:pt x="319" y="118"/>
                    </a:lnTo>
                    <a:lnTo>
                      <a:pt x="314" y="114"/>
                    </a:lnTo>
                    <a:lnTo>
                      <a:pt x="307" y="112"/>
                    </a:lnTo>
                    <a:lnTo>
                      <a:pt x="307" y="112"/>
                    </a:lnTo>
                    <a:close/>
                    <a:moveTo>
                      <a:pt x="53" y="232"/>
                    </a:moveTo>
                    <a:lnTo>
                      <a:pt x="15" y="207"/>
                    </a:lnTo>
                    <a:lnTo>
                      <a:pt x="15" y="207"/>
                    </a:lnTo>
                    <a:lnTo>
                      <a:pt x="9" y="205"/>
                    </a:lnTo>
                    <a:lnTo>
                      <a:pt x="4" y="205"/>
                    </a:lnTo>
                    <a:lnTo>
                      <a:pt x="0" y="208"/>
                    </a:lnTo>
                    <a:lnTo>
                      <a:pt x="0" y="214"/>
                    </a:lnTo>
                    <a:lnTo>
                      <a:pt x="0" y="266"/>
                    </a:lnTo>
                    <a:lnTo>
                      <a:pt x="0" y="266"/>
                    </a:lnTo>
                    <a:lnTo>
                      <a:pt x="0" y="272"/>
                    </a:lnTo>
                    <a:lnTo>
                      <a:pt x="4" y="275"/>
                    </a:lnTo>
                    <a:lnTo>
                      <a:pt x="9" y="275"/>
                    </a:lnTo>
                    <a:lnTo>
                      <a:pt x="15" y="274"/>
                    </a:lnTo>
                    <a:lnTo>
                      <a:pt x="53" y="250"/>
                    </a:lnTo>
                    <a:lnTo>
                      <a:pt x="53" y="250"/>
                    </a:lnTo>
                    <a:lnTo>
                      <a:pt x="58" y="245"/>
                    </a:lnTo>
                    <a:lnTo>
                      <a:pt x="60" y="241"/>
                    </a:lnTo>
                    <a:lnTo>
                      <a:pt x="58" y="236"/>
                    </a:lnTo>
                    <a:lnTo>
                      <a:pt x="53" y="232"/>
                    </a:lnTo>
                    <a:lnTo>
                      <a:pt x="53" y="232"/>
                    </a:lnTo>
                    <a:close/>
                    <a:moveTo>
                      <a:pt x="307" y="214"/>
                    </a:moveTo>
                    <a:lnTo>
                      <a:pt x="102" y="214"/>
                    </a:lnTo>
                    <a:lnTo>
                      <a:pt x="102" y="214"/>
                    </a:lnTo>
                    <a:lnTo>
                      <a:pt x="95" y="216"/>
                    </a:lnTo>
                    <a:lnTo>
                      <a:pt x="91" y="219"/>
                    </a:lnTo>
                    <a:lnTo>
                      <a:pt x="85" y="225"/>
                    </a:lnTo>
                    <a:lnTo>
                      <a:pt x="85" y="232"/>
                    </a:lnTo>
                    <a:lnTo>
                      <a:pt x="85" y="248"/>
                    </a:lnTo>
                    <a:lnTo>
                      <a:pt x="85" y="248"/>
                    </a:lnTo>
                    <a:lnTo>
                      <a:pt x="85" y="256"/>
                    </a:lnTo>
                    <a:lnTo>
                      <a:pt x="91" y="261"/>
                    </a:lnTo>
                    <a:lnTo>
                      <a:pt x="95" y="265"/>
                    </a:lnTo>
                    <a:lnTo>
                      <a:pt x="102" y="266"/>
                    </a:lnTo>
                    <a:lnTo>
                      <a:pt x="307" y="266"/>
                    </a:lnTo>
                    <a:lnTo>
                      <a:pt x="307" y="266"/>
                    </a:lnTo>
                    <a:lnTo>
                      <a:pt x="314" y="265"/>
                    </a:lnTo>
                    <a:lnTo>
                      <a:pt x="319" y="261"/>
                    </a:lnTo>
                    <a:lnTo>
                      <a:pt x="323" y="256"/>
                    </a:lnTo>
                    <a:lnTo>
                      <a:pt x="323" y="248"/>
                    </a:lnTo>
                    <a:lnTo>
                      <a:pt x="323" y="232"/>
                    </a:lnTo>
                    <a:lnTo>
                      <a:pt x="323" y="232"/>
                    </a:lnTo>
                    <a:lnTo>
                      <a:pt x="323" y="225"/>
                    </a:lnTo>
                    <a:lnTo>
                      <a:pt x="319" y="219"/>
                    </a:lnTo>
                    <a:lnTo>
                      <a:pt x="314" y="216"/>
                    </a:lnTo>
                    <a:lnTo>
                      <a:pt x="307" y="214"/>
                    </a:lnTo>
                    <a:lnTo>
                      <a:pt x="307" y="214"/>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a:solidFill>
                    <a:srgbClr val="000000"/>
                  </a:solidFill>
                </a:endParaRPr>
              </a:p>
            </p:txBody>
          </p:sp>
        </p:grpSp>
      </p:grpSp>
      <p:grpSp>
        <p:nvGrpSpPr>
          <p:cNvPr id="16" name="Group 72"/>
          <p:cNvGrpSpPr/>
          <p:nvPr/>
        </p:nvGrpSpPr>
        <p:grpSpPr>
          <a:xfrm>
            <a:off x="6624941" y="2126507"/>
            <a:ext cx="5298871" cy="3493725"/>
            <a:chOff x="4494398" y="1651440"/>
            <a:chExt cx="3974153" cy="2620294"/>
          </a:xfrm>
        </p:grpSpPr>
        <p:sp>
          <p:nvSpPr>
            <p:cNvPr id="17" name="Oval 16"/>
            <p:cNvSpPr/>
            <p:nvPr/>
          </p:nvSpPr>
          <p:spPr>
            <a:xfrm>
              <a:off x="4599770" y="4063528"/>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39" name="Straight Connector 38"/>
            <p:cNvCxnSpPr/>
            <p:nvPr/>
          </p:nvCxnSpPr>
          <p:spPr>
            <a:xfrm rot="16200000" flipH="1">
              <a:off x="3825757" y="3177097"/>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8" name="Group 67"/>
            <p:cNvGrpSpPr/>
            <p:nvPr/>
          </p:nvGrpSpPr>
          <p:grpSpPr>
            <a:xfrm>
              <a:off x="4697791" y="1727727"/>
              <a:ext cx="3770760" cy="2262209"/>
              <a:chOff x="4697791" y="1727727"/>
              <a:chExt cx="3770760" cy="2262209"/>
            </a:xfrm>
          </p:grpSpPr>
          <p:sp>
            <p:nvSpPr>
              <p:cNvPr id="50" name="Rectangle 49"/>
              <p:cNvSpPr/>
              <p:nvPr/>
            </p:nvSpPr>
            <p:spPr>
              <a:xfrm>
                <a:off x="4697791" y="2304859"/>
                <a:ext cx="3770760" cy="1685077"/>
              </a:xfrm>
              <a:prstGeom prst="rect">
                <a:avLst/>
              </a:prstGeom>
            </p:spPr>
            <p:txBody>
              <a:bodyPr wrap="square">
                <a:spAutoFit/>
              </a:bodyPr>
              <a:lstStyle/>
              <a:p>
                <a:pPr algn="ctr"/>
                <a:r>
                  <a:rPr lang="ar-JO" sz="2800" b="1" dirty="0"/>
                  <a:t>وتتميز بعدم استخدامها لعلامات</a:t>
                </a:r>
                <a:r>
                  <a:rPr lang="en-US" sz="2800" b="1" dirty="0"/>
                  <a:t> (Marker less) </a:t>
                </a:r>
                <a:r>
                  <a:rPr lang="ar-JO" sz="2800" b="1" dirty="0"/>
                  <a:t>وإنما تستعين بموقع الكاميرا الجغرافي عن طريق خدمة</a:t>
                </a:r>
                <a:r>
                  <a:rPr lang="en-US" sz="2800" b="1" dirty="0"/>
                  <a:t> (GPS) </a:t>
                </a:r>
                <a:r>
                  <a:rPr lang="ar-JO" sz="2800" b="1" dirty="0"/>
                  <a:t>أو ببرامج تمييز الصورة</a:t>
                </a:r>
                <a:r>
                  <a:rPr lang="en-US" sz="2800" b="1" dirty="0"/>
                  <a:t> (Image Recognition) </a:t>
                </a:r>
                <a:r>
                  <a:rPr lang="ar-JO" sz="2800" b="1" dirty="0"/>
                  <a:t>لعرض المعلومات</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51" name="Rectangle 50"/>
              <p:cNvSpPr/>
              <p:nvPr/>
            </p:nvSpPr>
            <p:spPr>
              <a:xfrm>
                <a:off x="5107256" y="1727727"/>
                <a:ext cx="1560764" cy="438581"/>
              </a:xfrm>
              <a:prstGeom prst="rect">
                <a:avLst/>
              </a:prstGeom>
            </p:spPr>
            <p:txBody>
              <a:bodyPr wrap="none">
                <a:spAutoFit/>
              </a:bodyPr>
              <a:lstStyle/>
              <a:p>
                <a:r>
                  <a:rPr lang="ar-JO" sz="3200" b="1" u="sng" dirty="0">
                    <a:solidFill>
                      <a:srgbClr val="C00000"/>
                    </a:solidFill>
                  </a:rPr>
                  <a:t>الطريقة الثانية</a:t>
                </a:r>
                <a:endParaRPr lang="en-US" sz="3200" b="1" u="sng" dirty="0">
                  <a:solidFill>
                    <a:srgbClr val="C00000"/>
                  </a:solidFill>
                  <a:latin typeface="Open Sans" pitchFamily="34" charset="0"/>
                  <a:ea typeface="Open Sans" pitchFamily="34" charset="0"/>
                  <a:cs typeface="Open Sans" pitchFamily="34" charset="0"/>
                </a:endParaRPr>
              </a:p>
            </p:txBody>
          </p:sp>
        </p:grpSp>
        <p:grpSp>
          <p:nvGrpSpPr>
            <p:cNvPr id="20" name="Group 63"/>
            <p:cNvGrpSpPr/>
            <p:nvPr/>
          </p:nvGrpSpPr>
          <p:grpSpPr>
            <a:xfrm>
              <a:off x="4494398" y="1651440"/>
              <a:ext cx="418280" cy="418280"/>
              <a:chOff x="4494398" y="1651440"/>
              <a:chExt cx="418280" cy="418280"/>
            </a:xfrm>
          </p:grpSpPr>
          <p:sp>
            <p:nvSpPr>
              <p:cNvPr id="38" name="Teardrop 37"/>
              <p:cNvSpPr/>
              <p:nvPr/>
            </p:nvSpPr>
            <p:spPr>
              <a:xfrm rot="8100000">
                <a:off x="4494398" y="1651440"/>
                <a:ext cx="418280" cy="418280"/>
              </a:xfrm>
              <a:prstGeom prst="teardrop">
                <a:avLst>
                  <a:gd name="adj" fmla="val 131619"/>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5" name="Freeform 100"/>
              <p:cNvSpPr>
                <a:spLocks/>
              </p:cNvSpPr>
              <p:nvPr/>
            </p:nvSpPr>
            <p:spPr bwMode="auto">
              <a:xfrm>
                <a:off x="4566601" y="1824937"/>
                <a:ext cx="176324" cy="198674"/>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a:solidFill>
                    <a:srgbClr val="000000"/>
                  </a:solidFill>
                </a:endParaRPr>
              </a:p>
            </p:txBody>
          </p:sp>
        </p:grpSp>
      </p:grpSp>
      <p:sp>
        <p:nvSpPr>
          <p:cNvPr id="28" name="Title 1"/>
          <p:cNvSpPr txBox="1">
            <a:spLocks/>
          </p:cNvSpPr>
          <p:nvPr/>
        </p:nvSpPr>
        <p:spPr>
          <a:xfrm>
            <a:off x="907775" y="177009"/>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lvl="0" rtl="1"/>
            <a:r>
              <a:rPr lang="ar-SA" sz="4000" b="1" u="sng" dirty="0" smtClean="0"/>
              <a:t>ب - </a:t>
            </a:r>
            <a:r>
              <a:rPr lang="ar-JO" sz="4000" b="1" u="sng" dirty="0" smtClean="0"/>
              <a:t>أنواع </a:t>
            </a:r>
            <a:r>
              <a:rPr lang="ar-JO" sz="4000" b="1" u="sng" dirty="0"/>
              <a:t>الواقع المعزز</a:t>
            </a:r>
            <a:endParaRPr lang="en-US" sz="4000" u="sng" dirty="0"/>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15589015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dissolve">
                                      <p:cBhvr>
                                        <p:cTn id="7" dur="1700"/>
                                        <p:tgtEl>
                                          <p:spTgt spid="28"/>
                                        </p:tgtEl>
                                      </p:cBhvr>
                                    </p:animEffect>
                                  </p:childTnLst>
                                </p:cTn>
                              </p:par>
                            </p:childTnLst>
                          </p:cTn>
                        </p:par>
                        <p:par>
                          <p:cTn id="8" fill="hold">
                            <p:stCondLst>
                              <p:cond delay="1700"/>
                            </p:stCondLst>
                            <p:childTnLst>
                              <p:par>
                                <p:cTn id="9" presetID="12" presetClass="entr" presetSubtype="8"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slide(fromLeft)">
                                      <p:cBhvr>
                                        <p:cTn id="11" dur="500"/>
                                        <p:tgtEl>
                                          <p:spTgt spid="7"/>
                                        </p:tgtEl>
                                      </p:cBhvr>
                                    </p:animEffect>
                                  </p:childTnLst>
                                </p:cTn>
                              </p:par>
                              <p:par>
                                <p:cTn id="12" presetID="12" presetClass="entr" presetSubtype="8" fill="hold" grpId="0" nodeType="withEffect">
                                  <p:stCondLst>
                                    <p:cond delay="0"/>
                                  </p:stCondLst>
                                  <p:childTnLst>
                                    <p:set>
                                      <p:cBhvr>
                                        <p:cTn id="13" dur="1" fill="hold">
                                          <p:stCondLst>
                                            <p:cond delay="0"/>
                                          </p:stCondLst>
                                        </p:cTn>
                                        <p:tgtEl>
                                          <p:spTgt spid="46"/>
                                        </p:tgtEl>
                                        <p:attrNameLst>
                                          <p:attrName>style.visibility</p:attrName>
                                        </p:attrNameLst>
                                      </p:cBhvr>
                                      <p:to>
                                        <p:strVal val="visible"/>
                                      </p:to>
                                    </p:set>
                                    <p:animEffect transition="in" filter="slide(fromLeft)">
                                      <p:cBhvr>
                                        <p:cTn id="14" dur="500"/>
                                        <p:tgtEl>
                                          <p:spTgt spid="46"/>
                                        </p:tgtEl>
                                      </p:cBhvr>
                                    </p:animEffect>
                                  </p:childTnLst>
                                </p:cTn>
                              </p:par>
                            </p:childTnLst>
                          </p:cTn>
                        </p:par>
                        <p:par>
                          <p:cTn id="15" fill="hold">
                            <p:stCondLst>
                              <p:cond delay="2200"/>
                            </p:stCondLst>
                            <p:childTnLst>
                              <p:par>
                                <p:cTn id="16" presetID="12" presetClass="entr" presetSubtype="8" fill="hold"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slide(fromLeft)">
                                      <p:cBhvr>
                                        <p:cTn id="18" dur="500"/>
                                        <p:tgtEl>
                                          <p:spTgt spid="8"/>
                                        </p:tgtEl>
                                      </p:cBhvr>
                                    </p:animEffect>
                                  </p:childTnLst>
                                </p:cTn>
                              </p:par>
                            </p:childTnLst>
                          </p:cTn>
                        </p:par>
                        <p:par>
                          <p:cTn id="19" fill="hold">
                            <p:stCondLst>
                              <p:cond delay="2700"/>
                            </p:stCondLst>
                            <p:childTnLst>
                              <p:par>
                                <p:cTn id="20" presetID="12" presetClass="entr" presetSubtype="4" fill="hold" nodeType="after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slide(fromBottom)">
                                      <p:cBhvr>
                                        <p:cTn id="22" dur="500"/>
                                        <p:tgtEl>
                                          <p:spTgt spid="11"/>
                                        </p:tgtEl>
                                      </p:cBhvr>
                                    </p:animEffect>
                                  </p:childTnLst>
                                </p:cTn>
                              </p:par>
                            </p:childTnLst>
                          </p:cTn>
                        </p:par>
                        <p:par>
                          <p:cTn id="23" fill="hold">
                            <p:stCondLst>
                              <p:cond delay="3200"/>
                            </p:stCondLst>
                            <p:childTnLst>
                              <p:par>
                                <p:cTn id="24" presetID="12" presetClass="entr" presetSubtype="4" fill="hold" nodeType="after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slide(fromBottom)">
                                      <p:cBhvr>
                                        <p:cTn id="26" dur="500"/>
                                        <p:tgtEl>
                                          <p:spTgt spid="16"/>
                                        </p:tgtEl>
                                      </p:cBhvr>
                                    </p:animEffect>
                                  </p:childTnLst>
                                </p:cTn>
                              </p:par>
                            </p:childTnLst>
                          </p:cTn>
                        </p:par>
                        <p:par>
                          <p:cTn id="27" fill="hold">
                            <p:stCondLst>
                              <p:cond delay="3700"/>
                            </p:stCondLst>
                            <p:childTnLst>
                              <p:par>
                                <p:cTn id="28" presetID="12" presetClass="entr" presetSubtype="8" fill="hold" nodeType="after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slide(fromLeft)">
                                      <p:cBhvr>
                                        <p:cTn id="3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28" grpId="0"/>
    </p:bldLst>
  </p:timing>
</p:sld>
</file>

<file path=ppt/slides/slide10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 name="Title 4"/>
          <p:cNvSpPr>
            <a:spLocks noGrp="1"/>
          </p:cNvSpPr>
          <p:nvPr>
            <p:ph type="title"/>
          </p:nvPr>
        </p:nvSpPr>
        <p:spPr>
          <a:xfrm>
            <a:off x="622570" y="2478337"/>
            <a:ext cx="6684028" cy="2571930"/>
          </a:xfrm>
        </p:spPr>
        <p:txBody>
          <a:bodyPr>
            <a:normAutofit/>
          </a:bodyPr>
          <a:lstStyle/>
          <a:p>
            <a:pPr algn="ctr" rtl="1"/>
            <a:r>
              <a:rPr lang="ar-JO" sz="3200" dirty="0"/>
              <a:t>إضافة لذلك بدأت الكتب المعززة</a:t>
            </a:r>
            <a:r>
              <a:rPr lang="en-US" sz="3200" dirty="0"/>
              <a:t> Augmented </a:t>
            </a:r>
            <a:r>
              <a:rPr lang="en-US" sz="3200" dirty="0" smtClean="0"/>
              <a:t>Books</a:t>
            </a:r>
            <a:r>
              <a:rPr lang="ar-SA" sz="3200" dirty="0" smtClean="0"/>
              <a:t> </a:t>
            </a:r>
            <a:r>
              <a:rPr lang="en-US" sz="3200" dirty="0" smtClean="0"/>
              <a:t> </a:t>
            </a:r>
            <a:r>
              <a:rPr lang="ar-JO" sz="3200" dirty="0"/>
              <a:t>في السنوات الأخيرة تأخذ موقعها في التعليم</a:t>
            </a:r>
            <a:endParaRPr lang="en-AU" sz="3200" dirty="0"/>
          </a:p>
        </p:txBody>
      </p:sp>
      <p:grpSp>
        <p:nvGrpSpPr>
          <p:cNvPr id="3" name="Group 2"/>
          <p:cNvGrpSpPr/>
          <p:nvPr/>
        </p:nvGrpSpPr>
        <p:grpSpPr>
          <a:xfrm>
            <a:off x="7547298" y="1421753"/>
            <a:ext cx="4289885" cy="3748930"/>
            <a:chOff x="8010258" y="2128103"/>
            <a:chExt cx="3239180" cy="3187756"/>
          </a:xfrm>
        </p:grpSpPr>
        <p:sp>
          <p:nvSpPr>
            <p:cNvPr id="12" name="Freeform 5"/>
            <p:cNvSpPr>
              <a:spLocks noEditPoints="1"/>
            </p:cNvSpPr>
            <p:nvPr/>
          </p:nvSpPr>
          <p:spPr bwMode="auto">
            <a:xfrm>
              <a:off x="8010258" y="2241910"/>
              <a:ext cx="969011" cy="3016567"/>
            </a:xfrm>
            <a:custGeom>
              <a:avLst/>
              <a:gdLst/>
              <a:ahLst/>
              <a:cxnLst>
                <a:cxn ang="0">
                  <a:pos x="463" y="788"/>
                </a:cxn>
                <a:cxn ang="0">
                  <a:pos x="470" y="944"/>
                </a:cxn>
                <a:cxn ang="0">
                  <a:pos x="497" y="1404"/>
                </a:cxn>
                <a:cxn ang="0">
                  <a:pos x="485" y="1473"/>
                </a:cxn>
                <a:cxn ang="0">
                  <a:pos x="509" y="1592"/>
                </a:cxn>
                <a:cxn ang="0">
                  <a:pos x="386" y="1521"/>
                </a:cxn>
                <a:cxn ang="0">
                  <a:pos x="349" y="1293"/>
                </a:cxn>
                <a:cxn ang="0">
                  <a:pos x="354" y="1113"/>
                </a:cxn>
                <a:cxn ang="0">
                  <a:pos x="301" y="973"/>
                </a:cxn>
                <a:cxn ang="0">
                  <a:pos x="279" y="1144"/>
                </a:cxn>
                <a:cxn ang="0">
                  <a:pos x="283" y="1349"/>
                </a:cxn>
                <a:cxn ang="0">
                  <a:pos x="308" y="1501"/>
                </a:cxn>
                <a:cxn ang="0">
                  <a:pos x="290" y="1540"/>
                </a:cxn>
                <a:cxn ang="0">
                  <a:pos x="270" y="1579"/>
                </a:cxn>
                <a:cxn ang="0">
                  <a:pos x="196" y="1603"/>
                </a:cxn>
                <a:cxn ang="0">
                  <a:pos x="192" y="1541"/>
                </a:cxn>
                <a:cxn ang="0">
                  <a:pos x="176" y="1433"/>
                </a:cxn>
                <a:cxn ang="0">
                  <a:pos x="171" y="1303"/>
                </a:cxn>
                <a:cxn ang="0">
                  <a:pos x="138" y="1082"/>
                </a:cxn>
                <a:cxn ang="0">
                  <a:pos x="115" y="941"/>
                </a:cxn>
                <a:cxn ang="0">
                  <a:pos x="24" y="874"/>
                </a:cxn>
                <a:cxn ang="0">
                  <a:pos x="14" y="848"/>
                </a:cxn>
                <a:cxn ang="0">
                  <a:pos x="11" y="479"/>
                </a:cxn>
                <a:cxn ang="0">
                  <a:pos x="108" y="264"/>
                </a:cxn>
                <a:cxn ang="0">
                  <a:pos x="176" y="217"/>
                </a:cxn>
                <a:cxn ang="0">
                  <a:pos x="159" y="156"/>
                </a:cxn>
                <a:cxn ang="0">
                  <a:pos x="146" y="92"/>
                </a:cxn>
                <a:cxn ang="0">
                  <a:pos x="295" y="92"/>
                </a:cxn>
                <a:cxn ang="0">
                  <a:pos x="293" y="144"/>
                </a:cxn>
                <a:cxn ang="0">
                  <a:pos x="283" y="172"/>
                </a:cxn>
                <a:cxn ang="0">
                  <a:pos x="304" y="231"/>
                </a:cxn>
                <a:cxn ang="0">
                  <a:pos x="409" y="260"/>
                </a:cxn>
                <a:cxn ang="0">
                  <a:pos x="457" y="306"/>
                </a:cxn>
                <a:cxn ang="0">
                  <a:pos x="472" y="389"/>
                </a:cxn>
                <a:cxn ang="0">
                  <a:pos x="494" y="532"/>
                </a:cxn>
                <a:cxn ang="0">
                  <a:pos x="500" y="582"/>
                </a:cxn>
                <a:cxn ang="0">
                  <a:pos x="498" y="634"/>
                </a:cxn>
                <a:cxn ang="0">
                  <a:pos x="475" y="785"/>
                </a:cxn>
                <a:cxn ang="0">
                  <a:pos x="193" y="359"/>
                </a:cxn>
                <a:cxn ang="0">
                  <a:pos x="383" y="694"/>
                </a:cxn>
                <a:cxn ang="0">
                  <a:pos x="324" y="529"/>
                </a:cxn>
                <a:cxn ang="0">
                  <a:pos x="299" y="423"/>
                </a:cxn>
                <a:cxn ang="0">
                  <a:pos x="281" y="220"/>
                </a:cxn>
                <a:cxn ang="0">
                  <a:pos x="244" y="305"/>
                </a:cxn>
                <a:cxn ang="0">
                  <a:pos x="201" y="258"/>
                </a:cxn>
                <a:cxn ang="0">
                  <a:pos x="179" y="220"/>
                </a:cxn>
              </a:cxnLst>
              <a:rect l="0" t="0" r="r" b="b"/>
              <a:pathLst>
                <a:path w="516" h="1608">
                  <a:moveTo>
                    <a:pt x="475" y="785"/>
                  </a:moveTo>
                  <a:cubicBezTo>
                    <a:pt x="474" y="788"/>
                    <a:pt x="466" y="786"/>
                    <a:pt x="463" y="788"/>
                  </a:cubicBezTo>
                  <a:cubicBezTo>
                    <a:pt x="468" y="818"/>
                    <a:pt x="460" y="848"/>
                    <a:pt x="460" y="873"/>
                  </a:cubicBezTo>
                  <a:cubicBezTo>
                    <a:pt x="459" y="895"/>
                    <a:pt x="466" y="920"/>
                    <a:pt x="470" y="944"/>
                  </a:cubicBezTo>
                  <a:cubicBezTo>
                    <a:pt x="481" y="1012"/>
                    <a:pt x="494" y="1085"/>
                    <a:pt x="496" y="1161"/>
                  </a:cubicBezTo>
                  <a:cubicBezTo>
                    <a:pt x="497" y="1241"/>
                    <a:pt x="497" y="1324"/>
                    <a:pt x="497" y="1404"/>
                  </a:cubicBezTo>
                  <a:cubicBezTo>
                    <a:pt x="497" y="1418"/>
                    <a:pt x="496" y="1430"/>
                    <a:pt x="494" y="1442"/>
                  </a:cubicBezTo>
                  <a:cubicBezTo>
                    <a:pt x="492" y="1453"/>
                    <a:pt x="486" y="1462"/>
                    <a:pt x="485" y="1473"/>
                  </a:cubicBezTo>
                  <a:cubicBezTo>
                    <a:pt x="482" y="1490"/>
                    <a:pt x="485" y="1509"/>
                    <a:pt x="473" y="1516"/>
                  </a:cubicBezTo>
                  <a:cubicBezTo>
                    <a:pt x="477" y="1549"/>
                    <a:pt x="516" y="1552"/>
                    <a:pt x="509" y="1592"/>
                  </a:cubicBezTo>
                  <a:cubicBezTo>
                    <a:pt x="483" y="1606"/>
                    <a:pt x="422" y="1608"/>
                    <a:pt x="417" y="1575"/>
                  </a:cubicBezTo>
                  <a:cubicBezTo>
                    <a:pt x="383" y="1580"/>
                    <a:pt x="386" y="1549"/>
                    <a:pt x="386" y="1521"/>
                  </a:cubicBezTo>
                  <a:cubicBezTo>
                    <a:pt x="387" y="1516"/>
                    <a:pt x="377" y="1520"/>
                    <a:pt x="376" y="1516"/>
                  </a:cubicBezTo>
                  <a:cubicBezTo>
                    <a:pt x="352" y="1460"/>
                    <a:pt x="350" y="1375"/>
                    <a:pt x="349" y="1293"/>
                  </a:cubicBezTo>
                  <a:cubicBezTo>
                    <a:pt x="349" y="1248"/>
                    <a:pt x="349" y="1201"/>
                    <a:pt x="351" y="1156"/>
                  </a:cubicBezTo>
                  <a:cubicBezTo>
                    <a:pt x="352" y="1142"/>
                    <a:pt x="355" y="1126"/>
                    <a:pt x="354" y="1113"/>
                  </a:cubicBezTo>
                  <a:cubicBezTo>
                    <a:pt x="353" y="1107"/>
                    <a:pt x="349" y="1097"/>
                    <a:pt x="346" y="1089"/>
                  </a:cubicBezTo>
                  <a:cubicBezTo>
                    <a:pt x="331" y="1049"/>
                    <a:pt x="316" y="1011"/>
                    <a:pt x="301" y="973"/>
                  </a:cubicBezTo>
                  <a:cubicBezTo>
                    <a:pt x="295" y="958"/>
                    <a:pt x="292" y="940"/>
                    <a:pt x="278" y="932"/>
                  </a:cubicBezTo>
                  <a:cubicBezTo>
                    <a:pt x="281" y="1000"/>
                    <a:pt x="279" y="1072"/>
                    <a:pt x="279" y="1144"/>
                  </a:cubicBezTo>
                  <a:cubicBezTo>
                    <a:pt x="279" y="1179"/>
                    <a:pt x="275" y="1213"/>
                    <a:pt x="277" y="1247"/>
                  </a:cubicBezTo>
                  <a:cubicBezTo>
                    <a:pt x="279" y="1282"/>
                    <a:pt x="278" y="1317"/>
                    <a:pt x="283" y="1349"/>
                  </a:cubicBezTo>
                  <a:cubicBezTo>
                    <a:pt x="287" y="1370"/>
                    <a:pt x="293" y="1391"/>
                    <a:pt x="298" y="1412"/>
                  </a:cubicBezTo>
                  <a:cubicBezTo>
                    <a:pt x="305" y="1442"/>
                    <a:pt x="312" y="1467"/>
                    <a:pt x="308" y="1501"/>
                  </a:cubicBezTo>
                  <a:cubicBezTo>
                    <a:pt x="307" y="1508"/>
                    <a:pt x="306" y="1518"/>
                    <a:pt x="304" y="1523"/>
                  </a:cubicBezTo>
                  <a:cubicBezTo>
                    <a:pt x="301" y="1530"/>
                    <a:pt x="292" y="1533"/>
                    <a:pt x="290" y="1540"/>
                  </a:cubicBezTo>
                  <a:cubicBezTo>
                    <a:pt x="287" y="1550"/>
                    <a:pt x="292" y="1563"/>
                    <a:pt x="287" y="1572"/>
                  </a:cubicBezTo>
                  <a:cubicBezTo>
                    <a:pt x="283" y="1577"/>
                    <a:pt x="277" y="1577"/>
                    <a:pt x="270" y="1579"/>
                  </a:cubicBezTo>
                  <a:cubicBezTo>
                    <a:pt x="256" y="1586"/>
                    <a:pt x="238" y="1602"/>
                    <a:pt x="224" y="1605"/>
                  </a:cubicBezTo>
                  <a:cubicBezTo>
                    <a:pt x="216" y="1606"/>
                    <a:pt x="206" y="1603"/>
                    <a:pt x="196" y="1603"/>
                  </a:cubicBezTo>
                  <a:cubicBezTo>
                    <a:pt x="178" y="1601"/>
                    <a:pt x="164" y="1602"/>
                    <a:pt x="166" y="1580"/>
                  </a:cubicBezTo>
                  <a:cubicBezTo>
                    <a:pt x="167" y="1564"/>
                    <a:pt x="186" y="1552"/>
                    <a:pt x="192" y="1541"/>
                  </a:cubicBezTo>
                  <a:cubicBezTo>
                    <a:pt x="201" y="1522"/>
                    <a:pt x="199" y="1480"/>
                    <a:pt x="191" y="1458"/>
                  </a:cubicBezTo>
                  <a:cubicBezTo>
                    <a:pt x="187" y="1449"/>
                    <a:pt x="178" y="1442"/>
                    <a:pt x="176" y="1433"/>
                  </a:cubicBezTo>
                  <a:cubicBezTo>
                    <a:pt x="171" y="1415"/>
                    <a:pt x="172" y="1388"/>
                    <a:pt x="173" y="1366"/>
                  </a:cubicBezTo>
                  <a:cubicBezTo>
                    <a:pt x="174" y="1344"/>
                    <a:pt x="173" y="1323"/>
                    <a:pt x="171" y="1303"/>
                  </a:cubicBezTo>
                  <a:cubicBezTo>
                    <a:pt x="167" y="1261"/>
                    <a:pt x="165" y="1218"/>
                    <a:pt x="161" y="1176"/>
                  </a:cubicBezTo>
                  <a:cubicBezTo>
                    <a:pt x="158" y="1143"/>
                    <a:pt x="145" y="1112"/>
                    <a:pt x="138" y="1082"/>
                  </a:cubicBezTo>
                  <a:cubicBezTo>
                    <a:pt x="134" y="1067"/>
                    <a:pt x="130" y="1050"/>
                    <a:pt x="127" y="1035"/>
                  </a:cubicBezTo>
                  <a:cubicBezTo>
                    <a:pt x="120" y="1006"/>
                    <a:pt x="112" y="977"/>
                    <a:pt x="115" y="941"/>
                  </a:cubicBezTo>
                  <a:cubicBezTo>
                    <a:pt x="89" y="937"/>
                    <a:pt x="66" y="941"/>
                    <a:pt x="51" y="927"/>
                  </a:cubicBezTo>
                  <a:cubicBezTo>
                    <a:pt x="39" y="918"/>
                    <a:pt x="26" y="891"/>
                    <a:pt x="24" y="874"/>
                  </a:cubicBezTo>
                  <a:cubicBezTo>
                    <a:pt x="23" y="866"/>
                    <a:pt x="23" y="859"/>
                    <a:pt x="25" y="852"/>
                  </a:cubicBezTo>
                  <a:cubicBezTo>
                    <a:pt x="25" y="847"/>
                    <a:pt x="15" y="852"/>
                    <a:pt x="14" y="848"/>
                  </a:cubicBezTo>
                  <a:cubicBezTo>
                    <a:pt x="10" y="782"/>
                    <a:pt x="0" y="717"/>
                    <a:pt x="0" y="647"/>
                  </a:cubicBezTo>
                  <a:cubicBezTo>
                    <a:pt x="1" y="592"/>
                    <a:pt x="9" y="536"/>
                    <a:pt x="11" y="479"/>
                  </a:cubicBezTo>
                  <a:cubicBezTo>
                    <a:pt x="12" y="422"/>
                    <a:pt x="15" y="364"/>
                    <a:pt x="24" y="310"/>
                  </a:cubicBezTo>
                  <a:cubicBezTo>
                    <a:pt x="50" y="295"/>
                    <a:pt x="77" y="277"/>
                    <a:pt x="108" y="264"/>
                  </a:cubicBezTo>
                  <a:cubicBezTo>
                    <a:pt x="120" y="259"/>
                    <a:pt x="135" y="256"/>
                    <a:pt x="144" y="249"/>
                  </a:cubicBezTo>
                  <a:cubicBezTo>
                    <a:pt x="154" y="242"/>
                    <a:pt x="174" y="227"/>
                    <a:pt x="176" y="217"/>
                  </a:cubicBezTo>
                  <a:cubicBezTo>
                    <a:pt x="179" y="199"/>
                    <a:pt x="171" y="184"/>
                    <a:pt x="167" y="172"/>
                  </a:cubicBezTo>
                  <a:cubicBezTo>
                    <a:pt x="164" y="166"/>
                    <a:pt x="162" y="159"/>
                    <a:pt x="159" y="156"/>
                  </a:cubicBezTo>
                  <a:cubicBezTo>
                    <a:pt x="154" y="149"/>
                    <a:pt x="146" y="148"/>
                    <a:pt x="142" y="142"/>
                  </a:cubicBezTo>
                  <a:cubicBezTo>
                    <a:pt x="135" y="129"/>
                    <a:pt x="132" y="97"/>
                    <a:pt x="146" y="92"/>
                  </a:cubicBezTo>
                  <a:cubicBezTo>
                    <a:pt x="148" y="42"/>
                    <a:pt x="164" y="7"/>
                    <a:pt x="213" y="3"/>
                  </a:cubicBezTo>
                  <a:cubicBezTo>
                    <a:pt x="269" y="0"/>
                    <a:pt x="302" y="30"/>
                    <a:pt x="295" y="92"/>
                  </a:cubicBezTo>
                  <a:cubicBezTo>
                    <a:pt x="297" y="99"/>
                    <a:pt x="302" y="98"/>
                    <a:pt x="304" y="105"/>
                  </a:cubicBezTo>
                  <a:cubicBezTo>
                    <a:pt x="307" y="119"/>
                    <a:pt x="300" y="137"/>
                    <a:pt x="293" y="144"/>
                  </a:cubicBezTo>
                  <a:cubicBezTo>
                    <a:pt x="290" y="147"/>
                    <a:pt x="287" y="148"/>
                    <a:pt x="285" y="152"/>
                  </a:cubicBezTo>
                  <a:cubicBezTo>
                    <a:pt x="284" y="156"/>
                    <a:pt x="285" y="165"/>
                    <a:pt x="283" y="172"/>
                  </a:cubicBezTo>
                  <a:cubicBezTo>
                    <a:pt x="282" y="181"/>
                    <a:pt x="277" y="197"/>
                    <a:pt x="281" y="210"/>
                  </a:cubicBezTo>
                  <a:cubicBezTo>
                    <a:pt x="282" y="216"/>
                    <a:pt x="296" y="227"/>
                    <a:pt x="304" y="231"/>
                  </a:cubicBezTo>
                  <a:cubicBezTo>
                    <a:pt x="314" y="235"/>
                    <a:pt x="328" y="236"/>
                    <a:pt x="340" y="240"/>
                  </a:cubicBezTo>
                  <a:cubicBezTo>
                    <a:pt x="363" y="247"/>
                    <a:pt x="384" y="253"/>
                    <a:pt x="409" y="260"/>
                  </a:cubicBezTo>
                  <a:cubicBezTo>
                    <a:pt x="423" y="265"/>
                    <a:pt x="437" y="267"/>
                    <a:pt x="444" y="275"/>
                  </a:cubicBezTo>
                  <a:cubicBezTo>
                    <a:pt x="449" y="281"/>
                    <a:pt x="453" y="295"/>
                    <a:pt x="457" y="306"/>
                  </a:cubicBezTo>
                  <a:cubicBezTo>
                    <a:pt x="461" y="317"/>
                    <a:pt x="465" y="329"/>
                    <a:pt x="467" y="338"/>
                  </a:cubicBezTo>
                  <a:cubicBezTo>
                    <a:pt x="470" y="355"/>
                    <a:pt x="469" y="372"/>
                    <a:pt x="472" y="389"/>
                  </a:cubicBezTo>
                  <a:cubicBezTo>
                    <a:pt x="477" y="421"/>
                    <a:pt x="482" y="452"/>
                    <a:pt x="487" y="485"/>
                  </a:cubicBezTo>
                  <a:cubicBezTo>
                    <a:pt x="489" y="501"/>
                    <a:pt x="490" y="518"/>
                    <a:pt x="494" y="532"/>
                  </a:cubicBezTo>
                  <a:cubicBezTo>
                    <a:pt x="497" y="542"/>
                    <a:pt x="507" y="551"/>
                    <a:pt x="507" y="563"/>
                  </a:cubicBezTo>
                  <a:cubicBezTo>
                    <a:pt x="507" y="570"/>
                    <a:pt x="501" y="576"/>
                    <a:pt x="500" y="582"/>
                  </a:cubicBezTo>
                  <a:cubicBezTo>
                    <a:pt x="500" y="588"/>
                    <a:pt x="505" y="593"/>
                    <a:pt x="505" y="599"/>
                  </a:cubicBezTo>
                  <a:cubicBezTo>
                    <a:pt x="506" y="613"/>
                    <a:pt x="500" y="624"/>
                    <a:pt x="498" y="634"/>
                  </a:cubicBezTo>
                  <a:cubicBezTo>
                    <a:pt x="495" y="646"/>
                    <a:pt x="495" y="660"/>
                    <a:pt x="493" y="673"/>
                  </a:cubicBezTo>
                  <a:cubicBezTo>
                    <a:pt x="488" y="708"/>
                    <a:pt x="480" y="750"/>
                    <a:pt x="475" y="785"/>
                  </a:cubicBezTo>
                  <a:close/>
                  <a:moveTo>
                    <a:pt x="177" y="222"/>
                  </a:moveTo>
                  <a:cubicBezTo>
                    <a:pt x="171" y="267"/>
                    <a:pt x="183" y="313"/>
                    <a:pt x="193" y="359"/>
                  </a:cubicBezTo>
                  <a:cubicBezTo>
                    <a:pt x="213" y="461"/>
                    <a:pt x="204" y="581"/>
                    <a:pt x="208" y="694"/>
                  </a:cubicBezTo>
                  <a:cubicBezTo>
                    <a:pt x="266" y="693"/>
                    <a:pt x="327" y="693"/>
                    <a:pt x="383" y="694"/>
                  </a:cubicBezTo>
                  <a:cubicBezTo>
                    <a:pt x="378" y="677"/>
                    <a:pt x="370" y="659"/>
                    <a:pt x="362" y="642"/>
                  </a:cubicBezTo>
                  <a:cubicBezTo>
                    <a:pt x="347" y="606"/>
                    <a:pt x="336" y="567"/>
                    <a:pt x="324" y="529"/>
                  </a:cubicBezTo>
                  <a:cubicBezTo>
                    <a:pt x="318" y="511"/>
                    <a:pt x="310" y="492"/>
                    <a:pt x="306" y="473"/>
                  </a:cubicBezTo>
                  <a:cubicBezTo>
                    <a:pt x="302" y="458"/>
                    <a:pt x="301" y="440"/>
                    <a:pt x="299" y="423"/>
                  </a:cubicBezTo>
                  <a:cubicBezTo>
                    <a:pt x="293" y="371"/>
                    <a:pt x="288" y="317"/>
                    <a:pt x="285" y="267"/>
                  </a:cubicBezTo>
                  <a:cubicBezTo>
                    <a:pt x="284" y="252"/>
                    <a:pt x="288" y="234"/>
                    <a:pt x="281" y="220"/>
                  </a:cubicBezTo>
                  <a:cubicBezTo>
                    <a:pt x="270" y="239"/>
                    <a:pt x="263" y="261"/>
                    <a:pt x="251" y="279"/>
                  </a:cubicBezTo>
                  <a:cubicBezTo>
                    <a:pt x="251" y="290"/>
                    <a:pt x="252" y="301"/>
                    <a:pt x="244" y="305"/>
                  </a:cubicBezTo>
                  <a:cubicBezTo>
                    <a:pt x="242" y="304"/>
                    <a:pt x="245" y="297"/>
                    <a:pt x="243" y="296"/>
                  </a:cubicBezTo>
                  <a:cubicBezTo>
                    <a:pt x="225" y="286"/>
                    <a:pt x="215" y="272"/>
                    <a:pt x="201" y="258"/>
                  </a:cubicBezTo>
                  <a:cubicBezTo>
                    <a:pt x="194" y="250"/>
                    <a:pt x="185" y="241"/>
                    <a:pt x="182" y="232"/>
                  </a:cubicBezTo>
                  <a:cubicBezTo>
                    <a:pt x="181" y="228"/>
                    <a:pt x="183" y="223"/>
                    <a:pt x="179" y="220"/>
                  </a:cubicBezTo>
                  <a:cubicBezTo>
                    <a:pt x="177" y="220"/>
                    <a:pt x="177" y="221"/>
                    <a:pt x="177" y="222"/>
                  </a:cubicBezTo>
                  <a:close/>
                </a:path>
              </a:pathLst>
            </a:custGeom>
            <a:solidFill>
              <a:schemeClr val="accent4"/>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9" name="Gruppe 92"/>
            <p:cNvGrpSpPr>
              <a:grpSpLocks/>
            </p:cNvGrpSpPr>
            <p:nvPr/>
          </p:nvGrpSpPr>
          <p:grpSpPr bwMode="auto">
            <a:xfrm flipH="1">
              <a:off x="10093070" y="2128103"/>
              <a:ext cx="1156368" cy="3128723"/>
              <a:chOff x="3176834" y="3904792"/>
              <a:chExt cx="823514" cy="2228684"/>
            </a:xfrm>
            <a:solidFill>
              <a:schemeClr val="accent1"/>
            </a:solidFill>
          </p:grpSpPr>
          <p:grpSp>
            <p:nvGrpSpPr>
              <p:cNvPr id="16" name="Gruppe 52"/>
              <p:cNvGrpSpPr>
                <a:grpSpLocks/>
              </p:cNvGrpSpPr>
              <p:nvPr/>
            </p:nvGrpSpPr>
            <p:grpSpPr bwMode="auto">
              <a:xfrm>
                <a:off x="3176834" y="3904792"/>
                <a:ext cx="823514" cy="2228684"/>
                <a:chOff x="3612263" y="3839478"/>
                <a:chExt cx="823514" cy="2228684"/>
              </a:xfrm>
              <a:grpFill/>
            </p:grpSpPr>
            <p:sp>
              <p:nvSpPr>
                <p:cNvPr id="19" name="Freeform 137"/>
                <p:cNvSpPr>
                  <a:spLocks noEditPoints="1"/>
                </p:cNvSpPr>
                <p:nvPr/>
              </p:nvSpPr>
              <p:spPr bwMode="auto">
                <a:xfrm>
                  <a:off x="3804323" y="4157631"/>
                  <a:ext cx="588073" cy="1305483"/>
                </a:xfrm>
                <a:custGeom>
                  <a:avLst/>
                  <a:gdLst>
                    <a:gd name="T0" fmla="*/ 811490228 w 350"/>
                    <a:gd name="T1" fmla="*/ 413305594 h 774"/>
                    <a:gd name="T2" fmla="*/ 756046810 w 350"/>
                    <a:gd name="T3" fmla="*/ 257055956 h 774"/>
                    <a:gd name="T4" fmla="*/ 756046810 w 350"/>
                    <a:gd name="T5" fmla="*/ 221773779 h 774"/>
                    <a:gd name="T6" fmla="*/ 740925878 w 350"/>
                    <a:gd name="T7" fmla="*/ 181451242 h 774"/>
                    <a:gd name="T8" fmla="*/ 725804945 w 350"/>
                    <a:gd name="T9" fmla="*/ 115927201 h 774"/>
                    <a:gd name="T10" fmla="*/ 705643702 w 350"/>
                    <a:gd name="T11" fmla="*/ 90725621 h 774"/>
                    <a:gd name="T12" fmla="*/ 650200284 w 350"/>
                    <a:gd name="T13" fmla="*/ 65524067 h 774"/>
                    <a:gd name="T14" fmla="*/ 569555312 w 350"/>
                    <a:gd name="T15" fmla="*/ 45362811 h 774"/>
                    <a:gd name="T16" fmla="*/ 302418744 w 350"/>
                    <a:gd name="T17" fmla="*/ 0 h 774"/>
                    <a:gd name="T18" fmla="*/ 246975326 w 350"/>
                    <a:gd name="T19" fmla="*/ 10080625 h 774"/>
                    <a:gd name="T20" fmla="*/ 191531858 w 350"/>
                    <a:gd name="T21" fmla="*/ 35282189 h 774"/>
                    <a:gd name="T22" fmla="*/ 105846575 w 350"/>
                    <a:gd name="T23" fmla="*/ 70564378 h 774"/>
                    <a:gd name="T24" fmla="*/ 30241877 w 350"/>
                    <a:gd name="T25" fmla="*/ 90725621 h 774"/>
                    <a:gd name="T26" fmla="*/ 15120938 w 350"/>
                    <a:gd name="T27" fmla="*/ 105846579 h 774"/>
                    <a:gd name="T28" fmla="*/ 0 w 350"/>
                    <a:gd name="T29" fmla="*/ 151209377 h 774"/>
                    <a:gd name="T30" fmla="*/ 15120938 w 350"/>
                    <a:gd name="T31" fmla="*/ 216733468 h 774"/>
                    <a:gd name="T32" fmla="*/ 45362809 w 350"/>
                    <a:gd name="T33" fmla="*/ 267136577 h 774"/>
                    <a:gd name="T34" fmla="*/ 105846575 w 350"/>
                    <a:gd name="T35" fmla="*/ 524192533 h 774"/>
                    <a:gd name="T36" fmla="*/ 151209372 w 350"/>
                    <a:gd name="T37" fmla="*/ 635079373 h 774"/>
                    <a:gd name="T38" fmla="*/ 181451236 w 350"/>
                    <a:gd name="T39" fmla="*/ 715724348 h 774"/>
                    <a:gd name="T40" fmla="*/ 211693150 w 350"/>
                    <a:gd name="T41" fmla="*/ 801409633 h 774"/>
                    <a:gd name="T42" fmla="*/ 196572169 w 350"/>
                    <a:gd name="T43" fmla="*/ 871974184 h 774"/>
                    <a:gd name="T44" fmla="*/ 161289993 w 350"/>
                    <a:gd name="T45" fmla="*/ 1003022268 h 774"/>
                    <a:gd name="T46" fmla="*/ 120967507 w 350"/>
                    <a:gd name="T47" fmla="*/ 1169352528 h 774"/>
                    <a:gd name="T48" fmla="*/ 115927197 w 350"/>
                    <a:gd name="T49" fmla="*/ 1229836259 h 774"/>
                    <a:gd name="T50" fmla="*/ 146169061 w 350"/>
                    <a:gd name="T51" fmla="*/ 1244957192 h 774"/>
                    <a:gd name="T52" fmla="*/ 146169061 w 350"/>
                    <a:gd name="T53" fmla="*/ 1401206830 h 774"/>
                    <a:gd name="T54" fmla="*/ 156249683 w 350"/>
                    <a:gd name="T55" fmla="*/ 1653222375 h 774"/>
                    <a:gd name="T56" fmla="*/ 156249683 w 350"/>
                    <a:gd name="T57" fmla="*/ 1718746814 h 774"/>
                    <a:gd name="T58" fmla="*/ 156249683 w 350"/>
                    <a:gd name="T59" fmla="*/ 1789311167 h 774"/>
                    <a:gd name="T60" fmla="*/ 156249683 w 350"/>
                    <a:gd name="T61" fmla="*/ 1895157696 h 774"/>
                    <a:gd name="T62" fmla="*/ 272176879 w 350"/>
                    <a:gd name="T63" fmla="*/ 1940520494 h 774"/>
                    <a:gd name="T64" fmla="*/ 342741230 w 350"/>
                    <a:gd name="T65" fmla="*/ 1950601116 h 774"/>
                    <a:gd name="T66" fmla="*/ 493950651 w 350"/>
                    <a:gd name="T67" fmla="*/ 1925399561 h 774"/>
                    <a:gd name="T68" fmla="*/ 665321216 w 350"/>
                    <a:gd name="T69" fmla="*/ 1880036763 h 774"/>
                    <a:gd name="T70" fmla="*/ 781248363 w 350"/>
                    <a:gd name="T71" fmla="*/ 1834673965 h 774"/>
                    <a:gd name="T72" fmla="*/ 826611160 w 350"/>
                    <a:gd name="T73" fmla="*/ 1703625881 h 774"/>
                    <a:gd name="T74" fmla="*/ 821570849 w 350"/>
                    <a:gd name="T75" fmla="*/ 1340723099 h 774"/>
                    <a:gd name="T76" fmla="*/ 821570849 w 350"/>
                    <a:gd name="T77" fmla="*/ 1159271906 h 774"/>
                    <a:gd name="T78" fmla="*/ 796369296 w 350"/>
                    <a:gd name="T79" fmla="*/ 1028223823 h 774"/>
                    <a:gd name="T80" fmla="*/ 776208053 w 350"/>
                    <a:gd name="T81" fmla="*/ 967740092 h 774"/>
                    <a:gd name="T82" fmla="*/ 861893534 w 350"/>
                    <a:gd name="T83" fmla="*/ 751006524 h 774"/>
                    <a:gd name="T84" fmla="*/ 877014466 w 350"/>
                    <a:gd name="T85" fmla="*/ 705643726 h 774"/>
                    <a:gd name="T86" fmla="*/ 877014466 w 350"/>
                    <a:gd name="T87" fmla="*/ 685482482 h 774"/>
                    <a:gd name="T88" fmla="*/ 705643702 w 350"/>
                    <a:gd name="T89" fmla="*/ 619958440 h 774"/>
                    <a:gd name="T90" fmla="*/ 685482459 w 350"/>
                    <a:gd name="T91" fmla="*/ 650200306 h 774"/>
                    <a:gd name="T92" fmla="*/ 700603392 w 350"/>
                    <a:gd name="T93" fmla="*/ 594756886 h 774"/>
                    <a:gd name="T94" fmla="*/ 710684013 w 350"/>
                    <a:gd name="T95" fmla="*/ 604837508 h 774"/>
                    <a:gd name="T96" fmla="*/ 705643702 w 350"/>
                    <a:gd name="T97" fmla="*/ 619958440 h 7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0"/>
                    <a:gd name="T148" fmla="*/ 0 h 774"/>
                    <a:gd name="T149" fmla="*/ 350 w 350"/>
                    <a:gd name="T150" fmla="*/ 774 h 7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0" h="774">
                      <a:moveTo>
                        <a:pt x="344" y="262"/>
                      </a:moveTo>
                      <a:lnTo>
                        <a:pt x="344" y="262"/>
                      </a:lnTo>
                      <a:lnTo>
                        <a:pt x="322" y="164"/>
                      </a:lnTo>
                      <a:lnTo>
                        <a:pt x="300" y="102"/>
                      </a:lnTo>
                      <a:lnTo>
                        <a:pt x="300" y="96"/>
                      </a:lnTo>
                      <a:lnTo>
                        <a:pt x="300" y="88"/>
                      </a:lnTo>
                      <a:lnTo>
                        <a:pt x="296" y="80"/>
                      </a:lnTo>
                      <a:lnTo>
                        <a:pt x="294" y="76"/>
                      </a:lnTo>
                      <a:lnTo>
                        <a:pt x="294" y="72"/>
                      </a:lnTo>
                      <a:lnTo>
                        <a:pt x="292" y="56"/>
                      </a:lnTo>
                      <a:lnTo>
                        <a:pt x="288" y="46"/>
                      </a:lnTo>
                      <a:lnTo>
                        <a:pt x="284" y="40"/>
                      </a:lnTo>
                      <a:lnTo>
                        <a:pt x="280" y="36"/>
                      </a:lnTo>
                      <a:lnTo>
                        <a:pt x="270" y="30"/>
                      </a:lnTo>
                      <a:lnTo>
                        <a:pt x="260" y="26"/>
                      </a:lnTo>
                      <a:lnTo>
                        <a:pt x="258" y="26"/>
                      </a:lnTo>
                      <a:lnTo>
                        <a:pt x="234" y="20"/>
                      </a:lnTo>
                      <a:lnTo>
                        <a:pt x="226" y="18"/>
                      </a:lnTo>
                      <a:lnTo>
                        <a:pt x="212" y="14"/>
                      </a:lnTo>
                      <a:lnTo>
                        <a:pt x="176" y="8"/>
                      </a:lnTo>
                      <a:lnTo>
                        <a:pt x="120" y="0"/>
                      </a:lnTo>
                      <a:lnTo>
                        <a:pt x="112" y="0"/>
                      </a:lnTo>
                      <a:lnTo>
                        <a:pt x="98" y="4"/>
                      </a:lnTo>
                      <a:lnTo>
                        <a:pt x="84" y="8"/>
                      </a:lnTo>
                      <a:lnTo>
                        <a:pt x="76" y="14"/>
                      </a:lnTo>
                      <a:lnTo>
                        <a:pt x="68" y="18"/>
                      </a:lnTo>
                      <a:lnTo>
                        <a:pt x="58" y="22"/>
                      </a:lnTo>
                      <a:lnTo>
                        <a:pt x="42" y="28"/>
                      </a:lnTo>
                      <a:lnTo>
                        <a:pt x="28" y="32"/>
                      </a:lnTo>
                      <a:lnTo>
                        <a:pt x="12" y="36"/>
                      </a:lnTo>
                      <a:lnTo>
                        <a:pt x="8" y="38"/>
                      </a:lnTo>
                      <a:lnTo>
                        <a:pt x="6" y="42"/>
                      </a:lnTo>
                      <a:lnTo>
                        <a:pt x="4" y="48"/>
                      </a:lnTo>
                      <a:lnTo>
                        <a:pt x="0" y="60"/>
                      </a:lnTo>
                      <a:lnTo>
                        <a:pt x="0" y="70"/>
                      </a:lnTo>
                      <a:lnTo>
                        <a:pt x="2" y="80"/>
                      </a:lnTo>
                      <a:lnTo>
                        <a:pt x="6" y="86"/>
                      </a:lnTo>
                      <a:lnTo>
                        <a:pt x="18" y="106"/>
                      </a:lnTo>
                      <a:lnTo>
                        <a:pt x="30" y="158"/>
                      </a:lnTo>
                      <a:lnTo>
                        <a:pt x="42" y="208"/>
                      </a:lnTo>
                      <a:lnTo>
                        <a:pt x="50" y="224"/>
                      </a:lnTo>
                      <a:lnTo>
                        <a:pt x="56" y="240"/>
                      </a:lnTo>
                      <a:lnTo>
                        <a:pt x="60" y="252"/>
                      </a:lnTo>
                      <a:lnTo>
                        <a:pt x="64" y="266"/>
                      </a:lnTo>
                      <a:lnTo>
                        <a:pt x="72" y="284"/>
                      </a:lnTo>
                      <a:lnTo>
                        <a:pt x="80" y="304"/>
                      </a:lnTo>
                      <a:lnTo>
                        <a:pt x="82" y="312"/>
                      </a:lnTo>
                      <a:lnTo>
                        <a:pt x="84" y="318"/>
                      </a:lnTo>
                      <a:lnTo>
                        <a:pt x="82" y="332"/>
                      </a:lnTo>
                      <a:lnTo>
                        <a:pt x="78" y="346"/>
                      </a:lnTo>
                      <a:lnTo>
                        <a:pt x="72" y="364"/>
                      </a:lnTo>
                      <a:lnTo>
                        <a:pt x="64" y="398"/>
                      </a:lnTo>
                      <a:lnTo>
                        <a:pt x="54" y="438"/>
                      </a:lnTo>
                      <a:lnTo>
                        <a:pt x="48" y="464"/>
                      </a:lnTo>
                      <a:lnTo>
                        <a:pt x="42" y="484"/>
                      </a:lnTo>
                      <a:lnTo>
                        <a:pt x="46" y="488"/>
                      </a:lnTo>
                      <a:lnTo>
                        <a:pt x="52" y="492"/>
                      </a:lnTo>
                      <a:lnTo>
                        <a:pt x="58" y="494"/>
                      </a:lnTo>
                      <a:lnTo>
                        <a:pt x="58" y="506"/>
                      </a:lnTo>
                      <a:lnTo>
                        <a:pt x="58" y="524"/>
                      </a:lnTo>
                      <a:lnTo>
                        <a:pt x="58" y="556"/>
                      </a:lnTo>
                      <a:lnTo>
                        <a:pt x="60" y="606"/>
                      </a:lnTo>
                      <a:lnTo>
                        <a:pt x="62" y="656"/>
                      </a:lnTo>
                      <a:lnTo>
                        <a:pt x="62" y="672"/>
                      </a:lnTo>
                      <a:lnTo>
                        <a:pt x="62" y="682"/>
                      </a:lnTo>
                      <a:lnTo>
                        <a:pt x="62" y="710"/>
                      </a:lnTo>
                      <a:lnTo>
                        <a:pt x="62" y="732"/>
                      </a:lnTo>
                      <a:lnTo>
                        <a:pt x="62" y="752"/>
                      </a:lnTo>
                      <a:lnTo>
                        <a:pt x="72" y="756"/>
                      </a:lnTo>
                      <a:lnTo>
                        <a:pt x="108" y="770"/>
                      </a:lnTo>
                      <a:lnTo>
                        <a:pt x="122" y="774"/>
                      </a:lnTo>
                      <a:lnTo>
                        <a:pt x="136" y="774"/>
                      </a:lnTo>
                      <a:lnTo>
                        <a:pt x="152" y="774"/>
                      </a:lnTo>
                      <a:lnTo>
                        <a:pt x="168" y="770"/>
                      </a:lnTo>
                      <a:lnTo>
                        <a:pt x="196" y="764"/>
                      </a:lnTo>
                      <a:lnTo>
                        <a:pt x="214" y="760"/>
                      </a:lnTo>
                      <a:lnTo>
                        <a:pt x="264" y="746"/>
                      </a:lnTo>
                      <a:lnTo>
                        <a:pt x="288" y="738"/>
                      </a:lnTo>
                      <a:lnTo>
                        <a:pt x="310" y="728"/>
                      </a:lnTo>
                      <a:lnTo>
                        <a:pt x="330" y="716"/>
                      </a:lnTo>
                      <a:lnTo>
                        <a:pt x="328" y="676"/>
                      </a:lnTo>
                      <a:lnTo>
                        <a:pt x="326" y="616"/>
                      </a:lnTo>
                      <a:lnTo>
                        <a:pt x="326" y="532"/>
                      </a:lnTo>
                      <a:lnTo>
                        <a:pt x="324" y="468"/>
                      </a:lnTo>
                      <a:lnTo>
                        <a:pt x="326" y="460"/>
                      </a:lnTo>
                      <a:lnTo>
                        <a:pt x="326" y="446"/>
                      </a:lnTo>
                      <a:lnTo>
                        <a:pt x="324" y="434"/>
                      </a:lnTo>
                      <a:lnTo>
                        <a:pt x="316" y="408"/>
                      </a:lnTo>
                      <a:lnTo>
                        <a:pt x="310" y="392"/>
                      </a:lnTo>
                      <a:lnTo>
                        <a:pt x="308" y="384"/>
                      </a:lnTo>
                      <a:lnTo>
                        <a:pt x="324" y="344"/>
                      </a:lnTo>
                      <a:lnTo>
                        <a:pt x="338" y="314"/>
                      </a:lnTo>
                      <a:lnTo>
                        <a:pt x="342" y="298"/>
                      </a:lnTo>
                      <a:lnTo>
                        <a:pt x="344" y="290"/>
                      </a:lnTo>
                      <a:lnTo>
                        <a:pt x="348" y="280"/>
                      </a:lnTo>
                      <a:lnTo>
                        <a:pt x="350" y="276"/>
                      </a:lnTo>
                      <a:lnTo>
                        <a:pt x="348" y="272"/>
                      </a:lnTo>
                      <a:lnTo>
                        <a:pt x="344" y="262"/>
                      </a:lnTo>
                      <a:close/>
                      <a:moveTo>
                        <a:pt x="280" y="246"/>
                      </a:moveTo>
                      <a:lnTo>
                        <a:pt x="276" y="250"/>
                      </a:lnTo>
                      <a:lnTo>
                        <a:pt x="276" y="256"/>
                      </a:lnTo>
                      <a:lnTo>
                        <a:pt x="272" y="258"/>
                      </a:lnTo>
                      <a:lnTo>
                        <a:pt x="274" y="236"/>
                      </a:lnTo>
                      <a:lnTo>
                        <a:pt x="278" y="236"/>
                      </a:lnTo>
                      <a:lnTo>
                        <a:pt x="280" y="238"/>
                      </a:lnTo>
                      <a:lnTo>
                        <a:pt x="282" y="240"/>
                      </a:lnTo>
                      <a:lnTo>
                        <a:pt x="282" y="246"/>
                      </a:lnTo>
                      <a:lnTo>
                        <a:pt x="280" y="24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0" name="Freeform 139"/>
                <p:cNvSpPr>
                  <a:spLocks/>
                </p:cNvSpPr>
                <p:nvPr/>
              </p:nvSpPr>
              <p:spPr bwMode="auto">
                <a:xfrm>
                  <a:off x="3882332" y="3839514"/>
                  <a:ext cx="339041" cy="366135"/>
                </a:xfrm>
                <a:custGeom>
                  <a:avLst/>
                  <a:gdLst>
                    <a:gd name="T0" fmla="*/ 282257514 w 202"/>
                    <a:gd name="T1" fmla="*/ 10080625 h 216"/>
                    <a:gd name="T2" fmla="*/ 317539691 w 202"/>
                    <a:gd name="T3" fmla="*/ 5040313 h 216"/>
                    <a:gd name="T4" fmla="*/ 327620313 w 202"/>
                    <a:gd name="T5" fmla="*/ 10080625 h 216"/>
                    <a:gd name="T6" fmla="*/ 403224977 w 202"/>
                    <a:gd name="T7" fmla="*/ 15120939 h 216"/>
                    <a:gd name="T8" fmla="*/ 433466942 w 202"/>
                    <a:gd name="T9" fmla="*/ 30241879 h 216"/>
                    <a:gd name="T10" fmla="*/ 443547564 w 202"/>
                    <a:gd name="T11" fmla="*/ 45362812 h 216"/>
                    <a:gd name="T12" fmla="*/ 463708808 w 202"/>
                    <a:gd name="T13" fmla="*/ 100806246 h 216"/>
                    <a:gd name="T14" fmla="*/ 463708808 w 202"/>
                    <a:gd name="T15" fmla="*/ 156249693 h 216"/>
                    <a:gd name="T16" fmla="*/ 473789430 w 202"/>
                    <a:gd name="T17" fmla="*/ 226814098 h 216"/>
                    <a:gd name="T18" fmla="*/ 473789430 w 202"/>
                    <a:gd name="T19" fmla="*/ 307459075 h 216"/>
                    <a:gd name="T20" fmla="*/ 453628186 w 202"/>
                    <a:gd name="T21" fmla="*/ 372983119 h 216"/>
                    <a:gd name="T22" fmla="*/ 453628186 w 202"/>
                    <a:gd name="T23" fmla="*/ 393144363 h 216"/>
                    <a:gd name="T24" fmla="*/ 473789430 w 202"/>
                    <a:gd name="T25" fmla="*/ 443547573 h 216"/>
                    <a:gd name="T26" fmla="*/ 493950674 w 202"/>
                    <a:gd name="T27" fmla="*/ 453628195 h 216"/>
                    <a:gd name="T28" fmla="*/ 483870052 w 202"/>
                    <a:gd name="T29" fmla="*/ 453628195 h 216"/>
                    <a:gd name="T30" fmla="*/ 463708808 w 202"/>
                    <a:gd name="T31" fmla="*/ 453628195 h 216"/>
                    <a:gd name="T32" fmla="*/ 473789430 w 202"/>
                    <a:gd name="T33" fmla="*/ 478829751 h 216"/>
                    <a:gd name="T34" fmla="*/ 498990985 w 202"/>
                    <a:gd name="T35" fmla="*/ 493950684 h 216"/>
                    <a:gd name="T36" fmla="*/ 509071607 w 202"/>
                    <a:gd name="T37" fmla="*/ 488910373 h 216"/>
                    <a:gd name="T38" fmla="*/ 493950674 w 202"/>
                    <a:gd name="T39" fmla="*/ 534273172 h 216"/>
                    <a:gd name="T40" fmla="*/ 473789430 w 202"/>
                    <a:gd name="T41" fmla="*/ 544353795 h 216"/>
                    <a:gd name="T42" fmla="*/ 453628186 w 202"/>
                    <a:gd name="T43" fmla="*/ 544353795 h 216"/>
                    <a:gd name="T44" fmla="*/ 418346010 w 202"/>
                    <a:gd name="T45" fmla="*/ 534273172 h 216"/>
                    <a:gd name="T46" fmla="*/ 398184666 w 202"/>
                    <a:gd name="T47" fmla="*/ 509071617 h 216"/>
                    <a:gd name="T48" fmla="*/ 398184666 w 202"/>
                    <a:gd name="T49" fmla="*/ 493950684 h 216"/>
                    <a:gd name="T50" fmla="*/ 388104044 w 202"/>
                    <a:gd name="T51" fmla="*/ 478829751 h 216"/>
                    <a:gd name="T52" fmla="*/ 352821868 w 202"/>
                    <a:gd name="T53" fmla="*/ 468749128 h 216"/>
                    <a:gd name="T54" fmla="*/ 337700935 w 202"/>
                    <a:gd name="T55" fmla="*/ 453628195 h 216"/>
                    <a:gd name="T56" fmla="*/ 196572178 w 202"/>
                    <a:gd name="T57" fmla="*/ 453628195 h 216"/>
                    <a:gd name="T58" fmla="*/ 176410934 w 202"/>
                    <a:gd name="T59" fmla="*/ 478829751 h 216"/>
                    <a:gd name="T60" fmla="*/ 176410934 w 202"/>
                    <a:gd name="T61" fmla="*/ 504031306 h 216"/>
                    <a:gd name="T62" fmla="*/ 171370623 w 202"/>
                    <a:gd name="T63" fmla="*/ 524192550 h 216"/>
                    <a:gd name="T64" fmla="*/ 151209379 w 202"/>
                    <a:gd name="T65" fmla="*/ 534273172 h 216"/>
                    <a:gd name="T66" fmla="*/ 141128757 w 202"/>
                    <a:gd name="T67" fmla="*/ 539313484 h 216"/>
                    <a:gd name="T68" fmla="*/ 120967513 w 202"/>
                    <a:gd name="T69" fmla="*/ 534273172 h 216"/>
                    <a:gd name="T70" fmla="*/ 70564378 w 202"/>
                    <a:gd name="T71" fmla="*/ 544353795 h 216"/>
                    <a:gd name="T72" fmla="*/ 35282189 w 202"/>
                    <a:gd name="T73" fmla="*/ 529232861 h 216"/>
                    <a:gd name="T74" fmla="*/ 15120939 w 202"/>
                    <a:gd name="T75" fmla="*/ 493950684 h 216"/>
                    <a:gd name="T76" fmla="*/ 0 w 202"/>
                    <a:gd name="T77" fmla="*/ 473789440 h 216"/>
                    <a:gd name="T78" fmla="*/ 30241878 w 202"/>
                    <a:gd name="T79" fmla="*/ 478829751 h 216"/>
                    <a:gd name="T80" fmla="*/ 35282189 w 202"/>
                    <a:gd name="T81" fmla="*/ 473789440 h 216"/>
                    <a:gd name="T82" fmla="*/ 45362811 w 202"/>
                    <a:gd name="T83" fmla="*/ 458668506 h 216"/>
                    <a:gd name="T84" fmla="*/ 65524068 w 202"/>
                    <a:gd name="T85" fmla="*/ 433466951 h 216"/>
                    <a:gd name="T86" fmla="*/ 60483757 w 202"/>
                    <a:gd name="T87" fmla="*/ 398184674 h 216"/>
                    <a:gd name="T88" fmla="*/ 55443446 w 202"/>
                    <a:gd name="T89" fmla="*/ 367942808 h 216"/>
                    <a:gd name="T90" fmla="*/ 45362811 w 202"/>
                    <a:gd name="T91" fmla="*/ 312499386 h 216"/>
                    <a:gd name="T92" fmla="*/ 55443446 w 202"/>
                    <a:gd name="T93" fmla="*/ 267136586 h 216"/>
                    <a:gd name="T94" fmla="*/ 80645000 w 202"/>
                    <a:gd name="T95" fmla="*/ 196572182 h 216"/>
                    <a:gd name="T96" fmla="*/ 90725622 w 202"/>
                    <a:gd name="T97" fmla="*/ 171370626 h 216"/>
                    <a:gd name="T98" fmla="*/ 120967513 w 202"/>
                    <a:gd name="T99" fmla="*/ 105846582 h 216"/>
                    <a:gd name="T100" fmla="*/ 181451245 w 202"/>
                    <a:gd name="T101" fmla="*/ 45362812 h 216"/>
                    <a:gd name="T102" fmla="*/ 236894715 w 202"/>
                    <a:gd name="T103" fmla="*/ 5040313 h 216"/>
                    <a:gd name="T104" fmla="*/ 272176892 w 202"/>
                    <a:gd name="T105" fmla="*/ 5040313 h 216"/>
                    <a:gd name="T106" fmla="*/ 282257514 w 202"/>
                    <a:gd name="T107" fmla="*/ 10080625 h 2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2"/>
                    <a:gd name="T163" fmla="*/ 0 h 216"/>
                    <a:gd name="T164" fmla="*/ 202 w 202"/>
                    <a:gd name="T165" fmla="*/ 216 h 2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2" h="216">
                      <a:moveTo>
                        <a:pt x="112" y="4"/>
                      </a:moveTo>
                      <a:lnTo>
                        <a:pt x="112" y="4"/>
                      </a:lnTo>
                      <a:lnTo>
                        <a:pt x="120" y="2"/>
                      </a:lnTo>
                      <a:lnTo>
                        <a:pt x="126" y="2"/>
                      </a:lnTo>
                      <a:lnTo>
                        <a:pt x="130" y="4"/>
                      </a:lnTo>
                      <a:lnTo>
                        <a:pt x="146" y="4"/>
                      </a:lnTo>
                      <a:lnTo>
                        <a:pt x="160" y="6"/>
                      </a:lnTo>
                      <a:lnTo>
                        <a:pt x="166" y="8"/>
                      </a:lnTo>
                      <a:lnTo>
                        <a:pt x="172" y="12"/>
                      </a:lnTo>
                      <a:lnTo>
                        <a:pt x="176" y="18"/>
                      </a:lnTo>
                      <a:lnTo>
                        <a:pt x="180" y="24"/>
                      </a:lnTo>
                      <a:lnTo>
                        <a:pt x="184" y="40"/>
                      </a:lnTo>
                      <a:lnTo>
                        <a:pt x="184" y="54"/>
                      </a:lnTo>
                      <a:lnTo>
                        <a:pt x="184" y="62"/>
                      </a:lnTo>
                      <a:lnTo>
                        <a:pt x="188" y="90"/>
                      </a:lnTo>
                      <a:lnTo>
                        <a:pt x="190" y="108"/>
                      </a:lnTo>
                      <a:lnTo>
                        <a:pt x="188" y="122"/>
                      </a:lnTo>
                      <a:lnTo>
                        <a:pt x="180" y="148"/>
                      </a:lnTo>
                      <a:lnTo>
                        <a:pt x="180" y="156"/>
                      </a:lnTo>
                      <a:lnTo>
                        <a:pt x="182" y="166"/>
                      </a:lnTo>
                      <a:lnTo>
                        <a:pt x="188" y="176"/>
                      </a:lnTo>
                      <a:lnTo>
                        <a:pt x="192" y="178"/>
                      </a:lnTo>
                      <a:lnTo>
                        <a:pt x="196" y="180"/>
                      </a:lnTo>
                      <a:lnTo>
                        <a:pt x="192" y="180"/>
                      </a:lnTo>
                      <a:lnTo>
                        <a:pt x="188" y="180"/>
                      </a:lnTo>
                      <a:lnTo>
                        <a:pt x="184" y="180"/>
                      </a:lnTo>
                      <a:lnTo>
                        <a:pt x="188" y="190"/>
                      </a:lnTo>
                      <a:lnTo>
                        <a:pt x="194" y="194"/>
                      </a:lnTo>
                      <a:lnTo>
                        <a:pt x="198" y="196"/>
                      </a:lnTo>
                      <a:lnTo>
                        <a:pt x="202" y="194"/>
                      </a:lnTo>
                      <a:lnTo>
                        <a:pt x="200" y="204"/>
                      </a:lnTo>
                      <a:lnTo>
                        <a:pt x="196" y="212"/>
                      </a:lnTo>
                      <a:lnTo>
                        <a:pt x="192" y="214"/>
                      </a:lnTo>
                      <a:lnTo>
                        <a:pt x="188" y="216"/>
                      </a:lnTo>
                      <a:lnTo>
                        <a:pt x="180" y="216"/>
                      </a:lnTo>
                      <a:lnTo>
                        <a:pt x="170" y="214"/>
                      </a:lnTo>
                      <a:lnTo>
                        <a:pt x="166" y="212"/>
                      </a:lnTo>
                      <a:lnTo>
                        <a:pt x="162" y="208"/>
                      </a:lnTo>
                      <a:lnTo>
                        <a:pt x="158" y="202"/>
                      </a:lnTo>
                      <a:lnTo>
                        <a:pt x="158" y="196"/>
                      </a:lnTo>
                      <a:lnTo>
                        <a:pt x="156" y="192"/>
                      </a:lnTo>
                      <a:lnTo>
                        <a:pt x="154" y="190"/>
                      </a:lnTo>
                      <a:lnTo>
                        <a:pt x="144" y="188"/>
                      </a:lnTo>
                      <a:lnTo>
                        <a:pt x="140" y="186"/>
                      </a:lnTo>
                      <a:lnTo>
                        <a:pt x="136" y="184"/>
                      </a:lnTo>
                      <a:lnTo>
                        <a:pt x="134" y="180"/>
                      </a:lnTo>
                      <a:lnTo>
                        <a:pt x="134" y="176"/>
                      </a:lnTo>
                      <a:lnTo>
                        <a:pt x="78" y="180"/>
                      </a:lnTo>
                      <a:lnTo>
                        <a:pt x="70" y="190"/>
                      </a:lnTo>
                      <a:lnTo>
                        <a:pt x="70" y="194"/>
                      </a:lnTo>
                      <a:lnTo>
                        <a:pt x="70" y="200"/>
                      </a:lnTo>
                      <a:lnTo>
                        <a:pt x="70" y="206"/>
                      </a:lnTo>
                      <a:lnTo>
                        <a:pt x="68" y="208"/>
                      </a:lnTo>
                      <a:lnTo>
                        <a:pt x="64" y="212"/>
                      </a:lnTo>
                      <a:lnTo>
                        <a:pt x="60" y="212"/>
                      </a:lnTo>
                      <a:lnTo>
                        <a:pt x="56" y="214"/>
                      </a:lnTo>
                      <a:lnTo>
                        <a:pt x="48" y="212"/>
                      </a:lnTo>
                      <a:lnTo>
                        <a:pt x="42" y="214"/>
                      </a:lnTo>
                      <a:lnTo>
                        <a:pt x="28" y="216"/>
                      </a:lnTo>
                      <a:lnTo>
                        <a:pt x="22" y="214"/>
                      </a:lnTo>
                      <a:lnTo>
                        <a:pt x="14" y="210"/>
                      </a:lnTo>
                      <a:lnTo>
                        <a:pt x="8" y="204"/>
                      </a:lnTo>
                      <a:lnTo>
                        <a:pt x="6" y="196"/>
                      </a:lnTo>
                      <a:lnTo>
                        <a:pt x="0" y="188"/>
                      </a:lnTo>
                      <a:lnTo>
                        <a:pt x="6" y="190"/>
                      </a:lnTo>
                      <a:lnTo>
                        <a:pt x="12" y="190"/>
                      </a:lnTo>
                      <a:lnTo>
                        <a:pt x="14" y="190"/>
                      </a:lnTo>
                      <a:lnTo>
                        <a:pt x="14" y="188"/>
                      </a:lnTo>
                      <a:lnTo>
                        <a:pt x="18" y="182"/>
                      </a:lnTo>
                      <a:lnTo>
                        <a:pt x="24" y="178"/>
                      </a:lnTo>
                      <a:lnTo>
                        <a:pt x="26" y="172"/>
                      </a:lnTo>
                      <a:lnTo>
                        <a:pt x="26" y="166"/>
                      </a:lnTo>
                      <a:lnTo>
                        <a:pt x="24" y="158"/>
                      </a:lnTo>
                      <a:lnTo>
                        <a:pt x="22" y="146"/>
                      </a:lnTo>
                      <a:lnTo>
                        <a:pt x="18" y="134"/>
                      </a:lnTo>
                      <a:lnTo>
                        <a:pt x="18" y="124"/>
                      </a:lnTo>
                      <a:lnTo>
                        <a:pt x="18" y="114"/>
                      </a:lnTo>
                      <a:lnTo>
                        <a:pt x="22" y="106"/>
                      </a:lnTo>
                      <a:lnTo>
                        <a:pt x="30" y="88"/>
                      </a:lnTo>
                      <a:lnTo>
                        <a:pt x="32" y="78"/>
                      </a:lnTo>
                      <a:lnTo>
                        <a:pt x="36" y="68"/>
                      </a:lnTo>
                      <a:lnTo>
                        <a:pt x="40" y="56"/>
                      </a:lnTo>
                      <a:lnTo>
                        <a:pt x="48" y="42"/>
                      </a:lnTo>
                      <a:lnTo>
                        <a:pt x="60" y="30"/>
                      </a:lnTo>
                      <a:lnTo>
                        <a:pt x="72" y="18"/>
                      </a:lnTo>
                      <a:lnTo>
                        <a:pt x="84" y="10"/>
                      </a:lnTo>
                      <a:lnTo>
                        <a:pt x="94" y="2"/>
                      </a:lnTo>
                      <a:lnTo>
                        <a:pt x="104" y="0"/>
                      </a:lnTo>
                      <a:lnTo>
                        <a:pt x="108" y="2"/>
                      </a:lnTo>
                      <a:lnTo>
                        <a:pt x="112" y="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1" name="Freeform 141"/>
                <p:cNvSpPr>
                  <a:spLocks/>
                </p:cNvSpPr>
                <p:nvPr/>
              </p:nvSpPr>
              <p:spPr bwMode="auto">
                <a:xfrm>
                  <a:off x="3999346" y="3881529"/>
                  <a:ext cx="174022" cy="249093"/>
                </a:xfrm>
                <a:custGeom>
                  <a:avLst/>
                  <a:gdLst>
                    <a:gd name="T0" fmla="*/ 231854407 w 106"/>
                    <a:gd name="T1" fmla="*/ 50403117 h 150"/>
                    <a:gd name="T2" fmla="*/ 231854407 w 106"/>
                    <a:gd name="T3" fmla="*/ 50403117 h 150"/>
                    <a:gd name="T4" fmla="*/ 246975341 w 106"/>
                    <a:gd name="T5" fmla="*/ 85685302 h 150"/>
                    <a:gd name="T6" fmla="*/ 262096274 w 106"/>
                    <a:gd name="T7" fmla="*/ 115927190 h 150"/>
                    <a:gd name="T8" fmla="*/ 267136585 w 106"/>
                    <a:gd name="T9" fmla="*/ 141128742 h 150"/>
                    <a:gd name="T10" fmla="*/ 267136585 w 106"/>
                    <a:gd name="T11" fmla="*/ 141128742 h 150"/>
                    <a:gd name="T12" fmla="*/ 267136585 w 106"/>
                    <a:gd name="T13" fmla="*/ 186491536 h 150"/>
                    <a:gd name="T14" fmla="*/ 267136585 w 106"/>
                    <a:gd name="T15" fmla="*/ 186491536 h 150"/>
                    <a:gd name="T16" fmla="*/ 257055963 w 106"/>
                    <a:gd name="T17" fmla="*/ 241935001 h 150"/>
                    <a:gd name="T18" fmla="*/ 252015652 w 106"/>
                    <a:gd name="T19" fmla="*/ 277217174 h 150"/>
                    <a:gd name="T20" fmla="*/ 241935030 w 106"/>
                    <a:gd name="T21" fmla="*/ 302418726 h 150"/>
                    <a:gd name="T22" fmla="*/ 241935030 w 106"/>
                    <a:gd name="T23" fmla="*/ 302418726 h 150"/>
                    <a:gd name="T24" fmla="*/ 201612492 w 106"/>
                    <a:gd name="T25" fmla="*/ 367942762 h 150"/>
                    <a:gd name="T26" fmla="*/ 201612492 w 106"/>
                    <a:gd name="T27" fmla="*/ 367942762 h 150"/>
                    <a:gd name="T28" fmla="*/ 191531869 w 106"/>
                    <a:gd name="T29" fmla="*/ 372983072 h 150"/>
                    <a:gd name="T30" fmla="*/ 176410936 w 106"/>
                    <a:gd name="T31" fmla="*/ 378023383 h 150"/>
                    <a:gd name="T32" fmla="*/ 161290003 w 106"/>
                    <a:gd name="T33" fmla="*/ 378023383 h 150"/>
                    <a:gd name="T34" fmla="*/ 161290003 w 106"/>
                    <a:gd name="T35" fmla="*/ 378023383 h 150"/>
                    <a:gd name="T36" fmla="*/ 136088448 w 106"/>
                    <a:gd name="T37" fmla="*/ 372983072 h 150"/>
                    <a:gd name="T38" fmla="*/ 105846582 w 106"/>
                    <a:gd name="T39" fmla="*/ 362902452 h 150"/>
                    <a:gd name="T40" fmla="*/ 65524068 w 106"/>
                    <a:gd name="T41" fmla="*/ 342741210 h 150"/>
                    <a:gd name="T42" fmla="*/ 65524068 w 106"/>
                    <a:gd name="T43" fmla="*/ 342741210 h 150"/>
                    <a:gd name="T44" fmla="*/ 40322501 w 106"/>
                    <a:gd name="T45" fmla="*/ 332660589 h 150"/>
                    <a:gd name="T46" fmla="*/ 20161250 w 106"/>
                    <a:gd name="T47" fmla="*/ 317539658 h 150"/>
                    <a:gd name="T48" fmla="*/ 10080625 w 106"/>
                    <a:gd name="T49" fmla="*/ 307459037 h 150"/>
                    <a:gd name="T50" fmla="*/ 5040313 w 106"/>
                    <a:gd name="T51" fmla="*/ 297378416 h 150"/>
                    <a:gd name="T52" fmla="*/ 5040313 w 106"/>
                    <a:gd name="T53" fmla="*/ 297378416 h 150"/>
                    <a:gd name="T54" fmla="*/ 0 w 106"/>
                    <a:gd name="T55" fmla="*/ 262096243 h 150"/>
                    <a:gd name="T56" fmla="*/ 0 w 106"/>
                    <a:gd name="T57" fmla="*/ 246975311 h 150"/>
                    <a:gd name="T58" fmla="*/ 0 w 106"/>
                    <a:gd name="T59" fmla="*/ 246975311 h 150"/>
                    <a:gd name="T60" fmla="*/ 10080625 w 106"/>
                    <a:gd name="T61" fmla="*/ 206652778 h 150"/>
                    <a:gd name="T62" fmla="*/ 15120939 w 106"/>
                    <a:gd name="T63" fmla="*/ 166330294 h 150"/>
                    <a:gd name="T64" fmla="*/ 20161250 w 106"/>
                    <a:gd name="T65" fmla="*/ 126007811 h 150"/>
                    <a:gd name="T66" fmla="*/ 20161250 w 106"/>
                    <a:gd name="T67" fmla="*/ 126007811 h 150"/>
                    <a:gd name="T68" fmla="*/ 20161250 w 106"/>
                    <a:gd name="T69" fmla="*/ 105846569 h 150"/>
                    <a:gd name="T70" fmla="*/ 25201561 w 106"/>
                    <a:gd name="T71" fmla="*/ 85685302 h 150"/>
                    <a:gd name="T72" fmla="*/ 40322501 w 106"/>
                    <a:gd name="T73" fmla="*/ 65524061 h 150"/>
                    <a:gd name="T74" fmla="*/ 50403123 w 106"/>
                    <a:gd name="T75" fmla="*/ 45362806 h 150"/>
                    <a:gd name="T76" fmla="*/ 65524068 w 106"/>
                    <a:gd name="T77" fmla="*/ 30241875 h 150"/>
                    <a:gd name="T78" fmla="*/ 85685313 w 106"/>
                    <a:gd name="T79" fmla="*/ 15120938 h 150"/>
                    <a:gd name="T80" fmla="*/ 100806246 w 106"/>
                    <a:gd name="T81" fmla="*/ 5040312 h 150"/>
                    <a:gd name="T82" fmla="*/ 120967515 w 106"/>
                    <a:gd name="T83" fmla="*/ 0 h 150"/>
                    <a:gd name="T84" fmla="*/ 120967515 w 106"/>
                    <a:gd name="T85" fmla="*/ 0 h 150"/>
                    <a:gd name="T86" fmla="*/ 156249692 w 106"/>
                    <a:gd name="T87" fmla="*/ 5040312 h 150"/>
                    <a:gd name="T88" fmla="*/ 186491558 w 106"/>
                    <a:gd name="T89" fmla="*/ 15120938 h 150"/>
                    <a:gd name="T90" fmla="*/ 211693163 w 106"/>
                    <a:gd name="T91" fmla="*/ 30241875 h 150"/>
                    <a:gd name="T92" fmla="*/ 231854407 w 106"/>
                    <a:gd name="T93" fmla="*/ 50403117 h 150"/>
                    <a:gd name="T94" fmla="*/ 231854407 w 106"/>
                    <a:gd name="T95" fmla="*/ 50403117 h 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6"/>
                    <a:gd name="T145" fmla="*/ 0 h 150"/>
                    <a:gd name="T146" fmla="*/ 106 w 106"/>
                    <a:gd name="T147" fmla="*/ 150 h 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6" h="150">
                      <a:moveTo>
                        <a:pt x="92" y="20"/>
                      </a:moveTo>
                      <a:lnTo>
                        <a:pt x="92" y="20"/>
                      </a:lnTo>
                      <a:lnTo>
                        <a:pt x="98" y="34"/>
                      </a:lnTo>
                      <a:lnTo>
                        <a:pt x="104" y="46"/>
                      </a:lnTo>
                      <a:lnTo>
                        <a:pt x="106" y="56"/>
                      </a:lnTo>
                      <a:lnTo>
                        <a:pt x="106" y="74"/>
                      </a:lnTo>
                      <a:lnTo>
                        <a:pt x="102" y="96"/>
                      </a:lnTo>
                      <a:lnTo>
                        <a:pt x="100" y="110"/>
                      </a:lnTo>
                      <a:lnTo>
                        <a:pt x="96" y="120"/>
                      </a:lnTo>
                      <a:lnTo>
                        <a:pt x="80" y="146"/>
                      </a:lnTo>
                      <a:lnTo>
                        <a:pt x="76" y="148"/>
                      </a:lnTo>
                      <a:lnTo>
                        <a:pt x="70" y="150"/>
                      </a:lnTo>
                      <a:lnTo>
                        <a:pt x="64" y="150"/>
                      </a:lnTo>
                      <a:lnTo>
                        <a:pt x="54" y="148"/>
                      </a:lnTo>
                      <a:lnTo>
                        <a:pt x="42" y="144"/>
                      </a:lnTo>
                      <a:lnTo>
                        <a:pt x="26" y="136"/>
                      </a:lnTo>
                      <a:lnTo>
                        <a:pt x="16" y="132"/>
                      </a:lnTo>
                      <a:lnTo>
                        <a:pt x="8" y="126"/>
                      </a:lnTo>
                      <a:lnTo>
                        <a:pt x="4" y="122"/>
                      </a:lnTo>
                      <a:lnTo>
                        <a:pt x="2" y="118"/>
                      </a:lnTo>
                      <a:lnTo>
                        <a:pt x="0" y="104"/>
                      </a:lnTo>
                      <a:lnTo>
                        <a:pt x="0" y="98"/>
                      </a:lnTo>
                      <a:lnTo>
                        <a:pt x="4" y="82"/>
                      </a:lnTo>
                      <a:lnTo>
                        <a:pt x="6" y="66"/>
                      </a:lnTo>
                      <a:lnTo>
                        <a:pt x="8" y="50"/>
                      </a:lnTo>
                      <a:lnTo>
                        <a:pt x="8" y="42"/>
                      </a:lnTo>
                      <a:lnTo>
                        <a:pt x="10" y="34"/>
                      </a:lnTo>
                      <a:lnTo>
                        <a:pt x="16" y="26"/>
                      </a:lnTo>
                      <a:lnTo>
                        <a:pt x="20" y="18"/>
                      </a:lnTo>
                      <a:lnTo>
                        <a:pt x="26" y="12"/>
                      </a:lnTo>
                      <a:lnTo>
                        <a:pt x="34" y="6"/>
                      </a:lnTo>
                      <a:lnTo>
                        <a:pt x="40" y="2"/>
                      </a:lnTo>
                      <a:lnTo>
                        <a:pt x="48" y="0"/>
                      </a:lnTo>
                      <a:lnTo>
                        <a:pt x="62" y="2"/>
                      </a:lnTo>
                      <a:lnTo>
                        <a:pt x="74" y="6"/>
                      </a:lnTo>
                      <a:lnTo>
                        <a:pt x="84" y="12"/>
                      </a:lnTo>
                      <a:lnTo>
                        <a:pt x="92" y="20"/>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2" name="Freeform 142"/>
                <p:cNvSpPr>
                  <a:spLocks/>
                </p:cNvSpPr>
                <p:nvPr/>
              </p:nvSpPr>
              <p:spPr bwMode="auto">
                <a:xfrm>
                  <a:off x="3903334" y="4739846"/>
                  <a:ext cx="207027" cy="147055"/>
                </a:xfrm>
                <a:custGeom>
                  <a:avLst/>
                  <a:gdLst>
                    <a:gd name="T0" fmla="*/ 126007831 w 124"/>
                    <a:gd name="T1" fmla="*/ 40322498 h 88"/>
                    <a:gd name="T2" fmla="*/ 211693172 w 124"/>
                    <a:gd name="T3" fmla="*/ 5040312 h 88"/>
                    <a:gd name="T4" fmla="*/ 246975351 w 124"/>
                    <a:gd name="T5" fmla="*/ 0 h 88"/>
                    <a:gd name="T6" fmla="*/ 267136596 w 124"/>
                    <a:gd name="T7" fmla="*/ 10080625 h 88"/>
                    <a:gd name="T8" fmla="*/ 267136596 w 124"/>
                    <a:gd name="T9" fmla="*/ 15120938 h 88"/>
                    <a:gd name="T10" fmla="*/ 191531877 w 124"/>
                    <a:gd name="T11" fmla="*/ 50403120 h 88"/>
                    <a:gd name="T12" fmla="*/ 166330321 w 124"/>
                    <a:gd name="T13" fmla="*/ 65524065 h 88"/>
                    <a:gd name="T14" fmla="*/ 216733483 w 124"/>
                    <a:gd name="T15" fmla="*/ 65524065 h 88"/>
                    <a:gd name="T16" fmla="*/ 302418775 w 124"/>
                    <a:gd name="T17" fmla="*/ 75604686 h 88"/>
                    <a:gd name="T18" fmla="*/ 307459086 w 124"/>
                    <a:gd name="T19" fmla="*/ 80644997 h 88"/>
                    <a:gd name="T20" fmla="*/ 312499397 w 124"/>
                    <a:gd name="T21" fmla="*/ 90725618 h 88"/>
                    <a:gd name="T22" fmla="*/ 302418775 w 124"/>
                    <a:gd name="T23" fmla="*/ 95765929 h 88"/>
                    <a:gd name="T24" fmla="*/ 262096285 w 124"/>
                    <a:gd name="T25" fmla="*/ 100806240 h 88"/>
                    <a:gd name="T26" fmla="*/ 176410944 w 124"/>
                    <a:gd name="T27" fmla="*/ 110886886 h 88"/>
                    <a:gd name="T28" fmla="*/ 241935040 w 124"/>
                    <a:gd name="T29" fmla="*/ 110886886 h 88"/>
                    <a:gd name="T30" fmla="*/ 277217218 w 124"/>
                    <a:gd name="T31" fmla="*/ 110886886 h 88"/>
                    <a:gd name="T32" fmla="*/ 297378464 w 124"/>
                    <a:gd name="T33" fmla="*/ 120967508 h 88"/>
                    <a:gd name="T34" fmla="*/ 297378464 w 124"/>
                    <a:gd name="T35" fmla="*/ 126007818 h 88"/>
                    <a:gd name="T36" fmla="*/ 287297841 w 124"/>
                    <a:gd name="T37" fmla="*/ 141128751 h 88"/>
                    <a:gd name="T38" fmla="*/ 277217218 w 124"/>
                    <a:gd name="T39" fmla="*/ 141128751 h 88"/>
                    <a:gd name="T40" fmla="*/ 146169076 w 124"/>
                    <a:gd name="T41" fmla="*/ 156249683 h 88"/>
                    <a:gd name="T42" fmla="*/ 191531877 w 124"/>
                    <a:gd name="T43" fmla="*/ 166330304 h 88"/>
                    <a:gd name="T44" fmla="*/ 221773795 w 124"/>
                    <a:gd name="T45" fmla="*/ 161289994 h 88"/>
                    <a:gd name="T46" fmla="*/ 236894728 w 124"/>
                    <a:gd name="T47" fmla="*/ 161289994 h 88"/>
                    <a:gd name="T48" fmla="*/ 246975351 w 124"/>
                    <a:gd name="T49" fmla="*/ 171370615 h 88"/>
                    <a:gd name="T50" fmla="*/ 241935040 w 124"/>
                    <a:gd name="T51" fmla="*/ 181451237 h 88"/>
                    <a:gd name="T52" fmla="*/ 216733483 w 124"/>
                    <a:gd name="T53" fmla="*/ 186491547 h 88"/>
                    <a:gd name="T54" fmla="*/ 136088454 w 124"/>
                    <a:gd name="T55" fmla="*/ 191531858 h 88"/>
                    <a:gd name="T56" fmla="*/ 100806250 w 124"/>
                    <a:gd name="T57" fmla="*/ 201612480 h 88"/>
                    <a:gd name="T58" fmla="*/ 65524071 w 124"/>
                    <a:gd name="T59" fmla="*/ 216733462 h 88"/>
                    <a:gd name="T60" fmla="*/ 0 w 124"/>
                    <a:gd name="T61" fmla="*/ 221773772 h 88"/>
                    <a:gd name="T62" fmla="*/ 30241880 w 124"/>
                    <a:gd name="T63" fmla="*/ 171370615 h 88"/>
                    <a:gd name="T64" fmla="*/ 60483760 w 124"/>
                    <a:gd name="T65" fmla="*/ 105846575 h 88"/>
                    <a:gd name="T66" fmla="*/ 65524071 w 124"/>
                    <a:gd name="T67" fmla="*/ 80644997 h 88"/>
                    <a:gd name="T68" fmla="*/ 100806250 w 124"/>
                    <a:gd name="T69" fmla="*/ 50403120 h 88"/>
                    <a:gd name="T70" fmla="*/ 126007831 w 124"/>
                    <a:gd name="T71" fmla="*/ 40322498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4"/>
                    <a:gd name="T109" fmla="*/ 0 h 88"/>
                    <a:gd name="T110" fmla="*/ 124 w 124"/>
                    <a:gd name="T111" fmla="*/ 88 h 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4" h="88">
                      <a:moveTo>
                        <a:pt x="50" y="16"/>
                      </a:moveTo>
                      <a:lnTo>
                        <a:pt x="50" y="16"/>
                      </a:lnTo>
                      <a:lnTo>
                        <a:pt x="72" y="6"/>
                      </a:lnTo>
                      <a:lnTo>
                        <a:pt x="84" y="2"/>
                      </a:lnTo>
                      <a:lnTo>
                        <a:pt x="98" y="0"/>
                      </a:lnTo>
                      <a:lnTo>
                        <a:pt x="104" y="2"/>
                      </a:lnTo>
                      <a:lnTo>
                        <a:pt x="106" y="4"/>
                      </a:lnTo>
                      <a:lnTo>
                        <a:pt x="106" y="6"/>
                      </a:lnTo>
                      <a:lnTo>
                        <a:pt x="98" y="10"/>
                      </a:lnTo>
                      <a:lnTo>
                        <a:pt x="76" y="20"/>
                      </a:lnTo>
                      <a:lnTo>
                        <a:pt x="66" y="26"/>
                      </a:lnTo>
                      <a:lnTo>
                        <a:pt x="86" y="26"/>
                      </a:lnTo>
                      <a:lnTo>
                        <a:pt x="104" y="28"/>
                      </a:lnTo>
                      <a:lnTo>
                        <a:pt x="120" y="30"/>
                      </a:lnTo>
                      <a:lnTo>
                        <a:pt x="122" y="32"/>
                      </a:lnTo>
                      <a:lnTo>
                        <a:pt x="124" y="34"/>
                      </a:lnTo>
                      <a:lnTo>
                        <a:pt x="124" y="36"/>
                      </a:lnTo>
                      <a:lnTo>
                        <a:pt x="120" y="38"/>
                      </a:lnTo>
                      <a:lnTo>
                        <a:pt x="112" y="40"/>
                      </a:lnTo>
                      <a:lnTo>
                        <a:pt x="104" y="40"/>
                      </a:lnTo>
                      <a:lnTo>
                        <a:pt x="92" y="40"/>
                      </a:lnTo>
                      <a:lnTo>
                        <a:pt x="70" y="44"/>
                      </a:lnTo>
                      <a:lnTo>
                        <a:pt x="96" y="44"/>
                      </a:lnTo>
                      <a:lnTo>
                        <a:pt x="110" y="44"/>
                      </a:lnTo>
                      <a:lnTo>
                        <a:pt x="114" y="46"/>
                      </a:lnTo>
                      <a:lnTo>
                        <a:pt x="118" y="48"/>
                      </a:lnTo>
                      <a:lnTo>
                        <a:pt x="118" y="50"/>
                      </a:lnTo>
                      <a:lnTo>
                        <a:pt x="116" y="54"/>
                      </a:lnTo>
                      <a:lnTo>
                        <a:pt x="114" y="56"/>
                      </a:lnTo>
                      <a:lnTo>
                        <a:pt x="110" y="56"/>
                      </a:lnTo>
                      <a:lnTo>
                        <a:pt x="62" y="60"/>
                      </a:lnTo>
                      <a:lnTo>
                        <a:pt x="58" y="62"/>
                      </a:lnTo>
                      <a:lnTo>
                        <a:pt x="76" y="66"/>
                      </a:lnTo>
                      <a:lnTo>
                        <a:pt x="88" y="64"/>
                      </a:lnTo>
                      <a:lnTo>
                        <a:pt x="94" y="64"/>
                      </a:lnTo>
                      <a:lnTo>
                        <a:pt x="96" y="66"/>
                      </a:lnTo>
                      <a:lnTo>
                        <a:pt x="98" y="68"/>
                      </a:lnTo>
                      <a:lnTo>
                        <a:pt x="96" y="72"/>
                      </a:lnTo>
                      <a:lnTo>
                        <a:pt x="92" y="74"/>
                      </a:lnTo>
                      <a:lnTo>
                        <a:pt x="86" y="74"/>
                      </a:lnTo>
                      <a:lnTo>
                        <a:pt x="54" y="76"/>
                      </a:lnTo>
                      <a:lnTo>
                        <a:pt x="40" y="80"/>
                      </a:lnTo>
                      <a:lnTo>
                        <a:pt x="26" y="86"/>
                      </a:lnTo>
                      <a:lnTo>
                        <a:pt x="14" y="88"/>
                      </a:lnTo>
                      <a:lnTo>
                        <a:pt x="0" y="88"/>
                      </a:lnTo>
                      <a:lnTo>
                        <a:pt x="12" y="68"/>
                      </a:lnTo>
                      <a:lnTo>
                        <a:pt x="22" y="50"/>
                      </a:lnTo>
                      <a:lnTo>
                        <a:pt x="24" y="42"/>
                      </a:lnTo>
                      <a:lnTo>
                        <a:pt x="26" y="32"/>
                      </a:lnTo>
                      <a:lnTo>
                        <a:pt x="32" y="26"/>
                      </a:lnTo>
                      <a:lnTo>
                        <a:pt x="40" y="20"/>
                      </a:lnTo>
                      <a:lnTo>
                        <a:pt x="50" y="1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3" name="Freeform 143"/>
                <p:cNvSpPr>
                  <a:spLocks noEditPoints="1"/>
                </p:cNvSpPr>
                <p:nvPr/>
              </p:nvSpPr>
              <p:spPr bwMode="auto">
                <a:xfrm>
                  <a:off x="3876332" y="5385085"/>
                  <a:ext cx="558069" cy="684253"/>
                </a:xfrm>
                <a:custGeom>
                  <a:avLst/>
                  <a:gdLst>
                    <a:gd name="T0" fmla="*/ 186491543 w 330"/>
                    <a:gd name="T1" fmla="*/ 866933887 h 408"/>
                    <a:gd name="T2" fmla="*/ 151209369 w 330"/>
                    <a:gd name="T3" fmla="*/ 730845292 h 408"/>
                    <a:gd name="T4" fmla="*/ 146169058 w 330"/>
                    <a:gd name="T5" fmla="*/ 720764670 h 408"/>
                    <a:gd name="T6" fmla="*/ 141128747 w 330"/>
                    <a:gd name="T7" fmla="*/ 690522804 h 408"/>
                    <a:gd name="T8" fmla="*/ 141128747 w 330"/>
                    <a:gd name="T9" fmla="*/ 589716584 h 408"/>
                    <a:gd name="T10" fmla="*/ 141128747 w 330"/>
                    <a:gd name="T11" fmla="*/ 554434408 h 408"/>
                    <a:gd name="T12" fmla="*/ 50403119 w 330"/>
                    <a:gd name="T13" fmla="*/ 55443446 h 408"/>
                    <a:gd name="T14" fmla="*/ 35282187 w 330"/>
                    <a:gd name="T15" fmla="*/ 80645001 h 408"/>
                    <a:gd name="T16" fmla="*/ 10080624 w 330"/>
                    <a:gd name="T17" fmla="*/ 156249690 h 408"/>
                    <a:gd name="T18" fmla="*/ 0 w 330"/>
                    <a:gd name="T19" fmla="*/ 282257515 h 408"/>
                    <a:gd name="T20" fmla="*/ 10080624 w 330"/>
                    <a:gd name="T21" fmla="*/ 403224979 h 408"/>
                    <a:gd name="T22" fmla="*/ 25201559 w 330"/>
                    <a:gd name="T23" fmla="*/ 493950676 h 408"/>
                    <a:gd name="T24" fmla="*/ 35282187 w 330"/>
                    <a:gd name="T25" fmla="*/ 599797206 h 408"/>
                    <a:gd name="T26" fmla="*/ 30241876 w 330"/>
                    <a:gd name="T27" fmla="*/ 670361560 h 408"/>
                    <a:gd name="T28" fmla="*/ 30241876 w 330"/>
                    <a:gd name="T29" fmla="*/ 665321249 h 408"/>
                    <a:gd name="T30" fmla="*/ 10080624 w 330"/>
                    <a:gd name="T31" fmla="*/ 801409646 h 408"/>
                    <a:gd name="T32" fmla="*/ 30241876 w 330"/>
                    <a:gd name="T33" fmla="*/ 806449957 h 408"/>
                    <a:gd name="T34" fmla="*/ 30241876 w 330"/>
                    <a:gd name="T35" fmla="*/ 801409646 h 408"/>
                    <a:gd name="T36" fmla="*/ 40322497 w 330"/>
                    <a:gd name="T37" fmla="*/ 846772644 h 408"/>
                    <a:gd name="T38" fmla="*/ 40322497 w 330"/>
                    <a:gd name="T39" fmla="*/ 907256375 h 408"/>
                    <a:gd name="T40" fmla="*/ 60483752 w 330"/>
                    <a:gd name="T41" fmla="*/ 972780418 h 408"/>
                    <a:gd name="T42" fmla="*/ 70564374 w 330"/>
                    <a:gd name="T43" fmla="*/ 992941662 h 408"/>
                    <a:gd name="T44" fmla="*/ 105846573 w 330"/>
                    <a:gd name="T45" fmla="*/ 1018143217 h 408"/>
                    <a:gd name="T46" fmla="*/ 146169058 w 330"/>
                    <a:gd name="T47" fmla="*/ 1028223839 h 408"/>
                    <a:gd name="T48" fmla="*/ 216733457 w 330"/>
                    <a:gd name="T49" fmla="*/ 1018143217 h 408"/>
                    <a:gd name="T50" fmla="*/ 236894699 w 330"/>
                    <a:gd name="T51" fmla="*/ 982861040 h 408"/>
                    <a:gd name="T52" fmla="*/ 236894699 w 330"/>
                    <a:gd name="T53" fmla="*/ 967740107 h 408"/>
                    <a:gd name="T54" fmla="*/ 216733457 w 330"/>
                    <a:gd name="T55" fmla="*/ 922377308 h 408"/>
                    <a:gd name="T56" fmla="*/ 821570832 w 330"/>
                    <a:gd name="T57" fmla="*/ 675401871 h 408"/>
                    <a:gd name="T58" fmla="*/ 816530521 w 330"/>
                    <a:gd name="T59" fmla="*/ 670361560 h 408"/>
                    <a:gd name="T60" fmla="*/ 801409589 w 330"/>
                    <a:gd name="T61" fmla="*/ 660280938 h 408"/>
                    <a:gd name="T62" fmla="*/ 751006483 w 330"/>
                    <a:gd name="T63" fmla="*/ 619958450 h 408"/>
                    <a:gd name="T64" fmla="*/ 735885551 w 330"/>
                    <a:gd name="T65" fmla="*/ 599797206 h 408"/>
                    <a:gd name="T66" fmla="*/ 715724309 w 330"/>
                    <a:gd name="T67" fmla="*/ 579635963 h 408"/>
                    <a:gd name="T68" fmla="*/ 690522756 w 330"/>
                    <a:gd name="T69" fmla="*/ 544353786 h 408"/>
                    <a:gd name="T70" fmla="*/ 675401824 w 330"/>
                    <a:gd name="T71" fmla="*/ 509071609 h 408"/>
                    <a:gd name="T72" fmla="*/ 660280892 w 330"/>
                    <a:gd name="T73" fmla="*/ 463708810 h 408"/>
                    <a:gd name="T74" fmla="*/ 478829709 w 330"/>
                    <a:gd name="T75" fmla="*/ 65524068 h 408"/>
                    <a:gd name="T76" fmla="*/ 483870019 w 330"/>
                    <a:gd name="T77" fmla="*/ 105846580 h 408"/>
                    <a:gd name="T78" fmla="*/ 483870019 w 330"/>
                    <a:gd name="T79" fmla="*/ 166330312 h 408"/>
                    <a:gd name="T80" fmla="*/ 504031262 w 330"/>
                    <a:gd name="T81" fmla="*/ 282257515 h 408"/>
                    <a:gd name="T82" fmla="*/ 534273126 w 330"/>
                    <a:gd name="T83" fmla="*/ 398184668 h 408"/>
                    <a:gd name="T84" fmla="*/ 534273126 w 330"/>
                    <a:gd name="T85" fmla="*/ 448587877 h 408"/>
                    <a:gd name="T86" fmla="*/ 529232815 w 330"/>
                    <a:gd name="T87" fmla="*/ 468749121 h 408"/>
                    <a:gd name="T88" fmla="*/ 509071573 w 330"/>
                    <a:gd name="T89" fmla="*/ 524192542 h 408"/>
                    <a:gd name="T90" fmla="*/ 509071573 w 330"/>
                    <a:gd name="T91" fmla="*/ 574595652 h 408"/>
                    <a:gd name="T92" fmla="*/ 514111883 w 330"/>
                    <a:gd name="T93" fmla="*/ 584676274 h 408"/>
                    <a:gd name="T94" fmla="*/ 524192505 w 330"/>
                    <a:gd name="T95" fmla="*/ 614918139 h 408"/>
                    <a:gd name="T96" fmla="*/ 534273126 w 330"/>
                    <a:gd name="T97" fmla="*/ 695563115 h 408"/>
                    <a:gd name="T98" fmla="*/ 559474679 w 330"/>
                    <a:gd name="T99" fmla="*/ 690522804 h 408"/>
                    <a:gd name="T100" fmla="*/ 564514990 w 330"/>
                    <a:gd name="T101" fmla="*/ 599797206 h 408"/>
                    <a:gd name="T102" fmla="*/ 594756853 w 330"/>
                    <a:gd name="T103" fmla="*/ 614918139 h 408"/>
                    <a:gd name="T104" fmla="*/ 614918096 w 330"/>
                    <a:gd name="T105" fmla="*/ 645160005 h 408"/>
                    <a:gd name="T106" fmla="*/ 619958407 w 330"/>
                    <a:gd name="T107" fmla="*/ 655240627 h 408"/>
                    <a:gd name="T108" fmla="*/ 650200270 w 330"/>
                    <a:gd name="T109" fmla="*/ 720764670 h 408"/>
                    <a:gd name="T110" fmla="*/ 660280892 w 330"/>
                    <a:gd name="T111" fmla="*/ 740925914 h 408"/>
                    <a:gd name="T112" fmla="*/ 690522756 w 330"/>
                    <a:gd name="T113" fmla="*/ 756046847 h 408"/>
                    <a:gd name="T114" fmla="*/ 811490211 w 330"/>
                    <a:gd name="T115" fmla="*/ 766127469 h 408"/>
                    <a:gd name="T116" fmla="*/ 816530521 w 330"/>
                    <a:gd name="T117" fmla="*/ 756046847 h 408"/>
                    <a:gd name="T118" fmla="*/ 826611143 w 330"/>
                    <a:gd name="T119" fmla="*/ 725804981 h 408"/>
                    <a:gd name="T120" fmla="*/ 831651453 w 330"/>
                    <a:gd name="T121" fmla="*/ 715724359 h 408"/>
                    <a:gd name="T122" fmla="*/ 821570832 w 330"/>
                    <a:gd name="T123" fmla="*/ 675401871 h 4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0"/>
                    <a:gd name="T187" fmla="*/ 0 h 408"/>
                    <a:gd name="T188" fmla="*/ 330 w 330"/>
                    <a:gd name="T189" fmla="*/ 408 h 4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0" h="408">
                      <a:moveTo>
                        <a:pt x="74" y="344"/>
                      </a:moveTo>
                      <a:lnTo>
                        <a:pt x="74" y="344"/>
                      </a:lnTo>
                      <a:lnTo>
                        <a:pt x="60" y="290"/>
                      </a:lnTo>
                      <a:lnTo>
                        <a:pt x="58" y="286"/>
                      </a:lnTo>
                      <a:lnTo>
                        <a:pt x="56" y="274"/>
                      </a:lnTo>
                      <a:lnTo>
                        <a:pt x="56" y="254"/>
                      </a:lnTo>
                      <a:lnTo>
                        <a:pt x="56" y="234"/>
                      </a:lnTo>
                      <a:lnTo>
                        <a:pt x="56" y="220"/>
                      </a:lnTo>
                      <a:lnTo>
                        <a:pt x="92" y="44"/>
                      </a:lnTo>
                      <a:lnTo>
                        <a:pt x="20" y="22"/>
                      </a:lnTo>
                      <a:lnTo>
                        <a:pt x="14" y="32"/>
                      </a:lnTo>
                      <a:lnTo>
                        <a:pt x="10" y="40"/>
                      </a:lnTo>
                      <a:lnTo>
                        <a:pt x="4" y="62"/>
                      </a:lnTo>
                      <a:lnTo>
                        <a:pt x="2" y="88"/>
                      </a:lnTo>
                      <a:lnTo>
                        <a:pt x="0" y="112"/>
                      </a:lnTo>
                      <a:lnTo>
                        <a:pt x="2" y="138"/>
                      </a:lnTo>
                      <a:lnTo>
                        <a:pt x="4" y="160"/>
                      </a:lnTo>
                      <a:lnTo>
                        <a:pt x="10" y="196"/>
                      </a:lnTo>
                      <a:lnTo>
                        <a:pt x="14" y="218"/>
                      </a:lnTo>
                      <a:lnTo>
                        <a:pt x="14" y="238"/>
                      </a:lnTo>
                      <a:lnTo>
                        <a:pt x="14" y="254"/>
                      </a:lnTo>
                      <a:lnTo>
                        <a:pt x="12" y="266"/>
                      </a:lnTo>
                      <a:lnTo>
                        <a:pt x="12" y="264"/>
                      </a:lnTo>
                      <a:lnTo>
                        <a:pt x="6" y="292"/>
                      </a:lnTo>
                      <a:lnTo>
                        <a:pt x="4" y="318"/>
                      </a:lnTo>
                      <a:lnTo>
                        <a:pt x="8" y="322"/>
                      </a:lnTo>
                      <a:lnTo>
                        <a:pt x="12" y="320"/>
                      </a:lnTo>
                      <a:lnTo>
                        <a:pt x="12" y="318"/>
                      </a:lnTo>
                      <a:lnTo>
                        <a:pt x="16" y="336"/>
                      </a:lnTo>
                      <a:lnTo>
                        <a:pt x="16" y="360"/>
                      </a:lnTo>
                      <a:lnTo>
                        <a:pt x="18" y="370"/>
                      </a:lnTo>
                      <a:lnTo>
                        <a:pt x="24" y="386"/>
                      </a:lnTo>
                      <a:lnTo>
                        <a:pt x="28" y="394"/>
                      </a:lnTo>
                      <a:lnTo>
                        <a:pt x="42" y="404"/>
                      </a:lnTo>
                      <a:lnTo>
                        <a:pt x="50" y="406"/>
                      </a:lnTo>
                      <a:lnTo>
                        <a:pt x="58" y="408"/>
                      </a:lnTo>
                      <a:lnTo>
                        <a:pt x="74" y="406"/>
                      </a:lnTo>
                      <a:lnTo>
                        <a:pt x="86" y="404"/>
                      </a:lnTo>
                      <a:lnTo>
                        <a:pt x="92" y="402"/>
                      </a:lnTo>
                      <a:lnTo>
                        <a:pt x="94" y="390"/>
                      </a:lnTo>
                      <a:lnTo>
                        <a:pt x="94" y="384"/>
                      </a:lnTo>
                      <a:lnTo>
                        <a:pt x="92" y="376"/>
                      </a:lnTo>
                      <a:lnTo>
                        <a:pt x="86" y="366"/>
                      </a:lnTo>
                      <a:lnTo>
                        <a:pt x="74" y="344"/>
                      </a:lnTo>
                      <a:close/>
                      <a:moveTo>
                        <a:pt x="326" y="268"/>
                      </a:moveTo>
                      <a:lnTo>
                        <a:pt x="326" y="268"/>
                      </a:lnTo>
                      <a:lnTo>
                        <a:pt x="324" y="266"/>
                      </a:lnTo>
                      <a:lnTo>
                        <a:pt x="318" y="262"/>
                      </a:lnTo>
                      <a:lnTo>
                        <a:pt x="310" y="254"/>
                      </a:lnTo>
                      <a:lnTo>
                        <a:pt x="298" y="246"/>
                      </a:lnTo>
                      <a:lnTo>
                        <a:pt x="292" y="238"/>
                      </a:lnTo>
                      <a:lnTo>
                        <a:pt x="284" y="230"/>
                      </a:lnTo>
                      <a:lnTo>
                        <a:pt x="280" y="224"/>
                      </a:lnTo>
                      <a:lnTo>
                        <a:pt x="274" y="216"/>
                      </a:lnTo>
                      <a:lnTo>
                        <a:pt x="268" y="202"/>
                      </a:lnTo>
                      <a:lnTo>
                        <a:pt x="262" y="184"/>
                      </a:lnTo>
                      <a:lnTo>
                        <a:pt x="260" y="0"/>
                      </a:lnTo>
                      <a:lnTo>
                        <a:pt x="190" y="26"/>
                      </a:lnTo>
                      <a:lnTo>
                        <a:pt x="192" y="42"/>
                      </a:lnTo>
                      <a:lnTo>
                        <a:pt x="192" y="66"/>
                      </a:lnTo>
                      <a:lnTo>
                        <a:pt x="194" y="82"/>
                      </a:lnTo>
                      <a:lnTo>
                        <a:pt x="200" y="112"/>
                      </a:lnTo>
                      <a:lnTo>
                        <a:pt x="212" y="158"/>
                      </a:lnTo>
                      <a:lnTo>
                        <a:pt x="212" y="178"/>
                      </a:lnTo>
                      <a:lnTo>
                        <a:pt x="210" y="186"/>
                      </a:lnTo>
                      <a:lnTo>
                        <a:pt x="206" y="194"/>
                      </a:lnTo>
                      <a:lnTo>
                        <a:pt x="202" y="208"/>
                      </a:lnTo>
                      <a:lnTo>
                        <a:pt x="200" y="222"/>
                      </a:lnTo>
                      <a:lnTo>
                        <a:pt x="202" y="228"/>
                      </a:lnTo>
                      <a:lnTo>
                        <a:pt x="204" y="232"/>
                      </a:lnTo>
                      <a:lnTo>
                        <a:pt x="206" y="238"/>
                      </a:lnTo>
                      <a:lnTo>
                        <a:pt x="208" y="244"/>
                      </a:lnTo>
                      <a:lnTo>
                        <a:pt x="210" y="258"/>
                      </a:lnTo>
                      <a:lnTo>
                        <a:pt x="212" y="276"/>
                      </a:lnTo>
                      <a:lnTo>
                        <a:pt x="218" y="278"/>
                      </a:lnTo>
                      <a:lnTo>
                        <a:pt x="222" y="274"/>
                      </a:lnTo>
                      <a:lnTo>
                        <a:pt x="218" y="232"/>
                      </a:lnTo>
                      <a:lnTo>
                        <a:pt x="224" y="238"/>
                      </a:lnTo>
                      <a:lnTo>
                        <a:pt x="236" y="244"/>
                      </a:lnTo>
                      <a:lnTo>
                        <a:pt x="242" y="250"/>
                      </a:lnTo>
                      <a:lnTo>
                        <a:pt x="244" y="256"/>
                      </a:lnTo>
                      <a:lnTo>
                        <a:pt x="246" y="260"/>
                      </a:lnTo>
                      <a:lnTo>
                        <a:pt x="252" y="276"/>
                      </a:lnTo>
                      <a:lnTo>
                        <a:pt x="258" y="286"/>
                      </a:lnTo>
                      <a:lnTo>
                        <a:pt x="262" y="294"/>
                      </a:lnTo>
                      <a:lnTo>
                        <a:pt x="266" y="298"/>
                      </a:lnTo>
                      <a:lnTo>
                        <a:pt x="274" y="300"/>
                      </a:lnTo>
                      <a:lnTo>
                        <a:pt x="294" y="302"/>
                      </a:lnTo>
                      <a:lnTo>
                        <a:pt x="322" y="304"/>
                      </a:lnTo>
                      <a:lnTo>
                        <a:pt x="324" y="300"/>
                      </a:lnTo>
                      <a:lnTo>
                        <a:pt x="326" y="296"/>
                      </a:lnTo>
                      <a:lnTo>
                        <a:pt x="328" y="288"/>
                      </a:lnTo>
                      <a:lnTo>
                        <a:pt x="330" y="284"/>
                      </a:lnTo>
                      <a:lnTo>
                        <a:pt x="328" y="276"/>
                      </a:lnTo>
                      <a:lnTo>
                        <a:pt x="326" y="26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4" name="Freeform 144"/>
                <p:cNvSpPr>
                  <a:spLocks/>
                </p:cNvSpPr>
                <p:nvPr/>
              </p:nvSpPr>
              <p:spPr bwMode="auto">
                <a:xfrm>
                  <a:off x="3612299" y="4175638"/>
                  <a:ext cx="333040" cy="723268"/>
                </a:xfrm>
                <a:custGeom>
                  <a:avLst/>
                  <a:gdLst>
                    <a:gd name="T0" fmla="*/ 418346010 w 202"/>
                    <a:gd name="T1" fmla="*/ 463708816 h 426"/>
                    <a:gd name="T2" fmla="*/ 352821868 w 202"/>
                    <a:gd name="T3" fmla="*/ 529232859 h 426"/>
                    <a:gd name="T4" fmla="*/ 327620313 w 202"/>
                    <a:gd name="T5" fmla="*/ 569555348 h 426"/>
                    <a:gd name="T6" fmla="*/ 297378447 w 202"/>
                    <a:gd name="T7" fmla="*/ 609877836 h 426"/>
                    <a:gd name="T8" fmla="*/ 231854404 w 202"/>
                    <a:gd name="T9" fmla="*/ 650200325 h 426"/>
                    <a:gd name="T10" fmla="*/ 221773782 w 202"/>
                    <a:gd name="T11" fmla="*/ 650200325 h 426"/>
                    <a:gd name="T12" fmla="*/ 216733471 w 202"/>
                    <a:gd name="T13" fmla="*/ 670361569 h 426"/>
                    <a:gd name="T14" fmla="*/ 226814093 w 202"/>
                    <a:gd name="T15" fmla="*/ 675401880 h 426"/>
                    <a:gd name="T16" fmla="*/ 236894715 w 202"/>
                    <a:gd name="T17" fmla="*/ 685482502 h 426"/>
                    <a:gd name="T18" fmla="*/ 246975337 w 202"/>
                    <a:gd name="T19" fmla="*/ 710684057 h 426"/>
                    <a:gd name="T20" fmla="*/ 292338136 w 202"/>
                    <a:gd name="T21" fmla="*/ 771167790 h 426"/>
                    <a:gd name="T22" fmla="*/ 357862179 w 202"/>
                    <a:gd name="T23" fmla="*/ 846772654 h 426"/>
                    <a:gd name="T24" fmla="*/ 418346010 w 202"/>
                    <a:gd name="T25" fmla="*/ 877014521 h 426"/>
                    <a:gd name="T26" fmla="*/ 493950674 w 202"/>
                    <a:gd name="T27" fmla="*/ 907256387 h 426"/>
                    <a:gd name="T28" fmla="*/ 498990985 w 202"/>
                    <a:gd name="T29" fmla="*/ 912296698 h 426"/>
                    <a:gd name="T30" fmla="*/ 483870052 w 202"/>
                    <a:gd name="T31" fmla="*/ 982861053 h 426"/>
                    <a:gd name="T32" fmla="*/ 453628186 w 202"/>
                    <a:gd name="T33" fmla="*/ 1038304474 h 426"/>
                    <a:gd name="T34" fmla="*/ 413305599 w 202"/>
                    <a:gd name="T35" fmla="*/ 1073586652 h 426"/>
                    <a:gd name="T36" fmla="*/ 120967513 w 202"/>
                    <a:gd name="T37" fmla="*/ 841732343 h 426"/>
                    <a:gd name="T38" fmla="*/ 85685311 w 202"/>
                    <a:gd name="T39" fmla="*/ 811490278 h 426"/>
                    <a:gd name="T40" fmla="*/ 50403122 w 202"/>
                    <a:gd name="T41" fmla="*/ 771167790 h 426"/>
                    <a:gd name="T42" fmla="*/ 15120939 w 202"/>
                    <a:gd name="T43" fmla="*/ 710684057 h 426"/>
                    <a:gd name="T44" fmla="*/ 10080625 w 202"/>
                    <a:gd name="T45" fmla="*/ 700603435 h 426"/>
                    <a:gd name="T46" fmla="*/ 0 w 202"/>
                    <a:gd name="T47" fmla="*/ 660280947 h 426"/>
                    <a:gd name="T48" fmla="*/ 10080625 w 202"/>
                    <a:gd name="T49" fmla="*/ 635079391 h 426"/>
                    <a:gd name="T50" fmla="*/ 206652800 w 202"/>
                    <a:gd name="T51" fmla="*/ 312499385 h 426"/>
                    <a:gd name="T52" fmla="*/ 262096270 w 202"/>
                    <a:gd name="T53" fmla="*/ 156249692 h 426"/>
                    <a:gd name="T54" fmla="*/ 297378447 w 202"/>
                    <a:gd name="T55" fmla="*/ 90725624 h 426"/>
                    <a:gd name="T56" fmla="*/ 312499380 w 202"/>
                    <a:gd name="T57" fmla="*/ 70564380 h 426"/>
                    <a:gd name="T58" fmla="*/ 337700935 w 202"/>
                    <a:gd name="T59" fmla="*/ 55443446 h 426"/>
                    <a:gd name="T60" fmla="*/ 362902490 w 202"/>
                    <a:gd name="T61" fmla="*/ 50403123 h 426"/>
                    <a:gd name="T62" fmla="*/ 509071607 w 202"/>
                    <a:gd name="T63" fmla="*/ 0 h 426"/>
                    <a:gd name="T64" fmla="*/ 483870052 w 202"/>
                    <a:gd name="T65" fmla="*/ 196572181 h 426"/>
                    <a:gd name="T66" fmla="*/ 458668497 w 202"/>
                    <a:gd name="T67" fmla="*/ 347781562 h 426"/>
                    <a:gd name="T68" fmla="*/ 418346010 w 202"/>
                    <a:gd name="T69" fmla="*/ 463708816 h 4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2"/>
                    <a:gd name="T106" fmla="*/ 0 h 426"/>
                    <a:gd name="T107" fmla="*/ 202 w 202"/>
                    <a:gd name="T108" fmla="*/ 426 h 4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2" h="426">
                      <a:moveTo>
                        <a:pt x="166" y="184"/>
                      </a:moveTo>
                      <a:lnTo>
                        <a:pt x="166" y="184"/>
                      </a:lnTo>
                      <a:lnTo>
                        <a:pt x="152" y="196"/>
                      </a:lnTo>
                      <a:lnTo>
                        <a:pt x="140" y="210"/>
                      </a:lnTo>
                      <a:lnTo>
                        <a:pt x="130" y="226"/>
                      </a:lnTo>
                      <a:lnTo>
                        <a:pt x="124" y="236"/>
                      </a:lnTo>
                      <a:lnTo>
                        <a:pt x="118" y="242"/>
                      </a:lnTo>
                      <a:lnTo>
                        <a:pt x="104" y="252"/>
                      </a:lnTo>
                      <a:lnTo>
                        <a:pt x="92" y="258"/>
                      </a:lnTo>
                      <a:lnTo>
                        <a:pt x="88" y="258"/>
                      </a:lnTo>
                      <a:lnTo>
                        <a:pt x="86" y="262"/>
                      </a:lnTo>
                      <a:lnTo>
                        <a:pt x="86" y="266"/>
                      </a:lnTo>
                      <a:lnTo>
                        <a:pt x="90" y="268"/>
                      </a:lnTo>
                      <a:lnTo>
                        <a:pt x="92" y="270"/>
                      </a:lnTo>
                      <a:lnTo>
                        <a:pt x="94" y="272"/>
                      </a:lnTo>
                      <a:lnTo>
                        <a:pt x="98" y="282"/>
                      </a:lnTo>
                      <a:lnTo>
                        <a:pt x="104" y="292"/>
                      </a:lnTo>
                      <a:lnTo>
                        <a:pt x="116" y="306"/>
                      </a:lnTo>
                      <a:lnTo>
                        <a:pt x="134" y="324"/>
                      </a:lnTo>
                      <a:lnTo>
                        <a:pt x="142" y="336"/>
                      </a:lnTo>
                      <a:lnTo>
                        <a:pt x="166" y="348"/>
                      </a:lnTo>
                      <a:lnTo>
                        <a:pt x="184" y="356"/>
                      </a:lnTo>
                      <a:lnTo>
                        <a:pt x="196" y="360"/>
                      </a:lnTo>
                      <a:lnTo>
                        <a:pt x="198" y="362"/>
                      </a:lnTo>
                      <a:lnTo>
                        <a:pt x="198" y="370"/>
                      </a:lnTo>
                      <a:lnTo>
                        <a:pt x="192" y="390"/>
                      </a:lnTo>
                      <a:lnTo>
                        <a:pt x="186" y="400"/>
                      </a:lnTo>
                      <a:lnTo>
                        <a:pt x="180" y="412"/>
                      </a:lnTo>
                      <a:lnTo>
                        <a:pt x="172" y="420"/>
                      </a:lnTo>
                      <a:lnTo>
                        <a:pt x="164" y="426"/>
                      </a:lnTo>
                      <a:lnTo>
                        <a:pt x="48" y="334"/>
                      </a:lnTo>
                      <a:lnTo>
                        <a:pt x="34" y="322"/>
                      </a:lnTo>
                      <a:lnTo>
                        <a:pt x="26" y="314"/>
                      </a:lnTo>
                      <a:lnTo>
                        <a:pt x="20" y="306"/>
                      </a:lnTo>
                      <a:lnTo>
                        <a:pt x="6" y="282"/>
                      </a:lnTo>
                      <a:lnTo>
                        <a:pt x="4" y="278"/>
                      </a:lnTo>
                      <a:lnTo>
                        <a:pt x="0" y="270"/>
                      </a:lnTo>
                      <a:lnTo>
                        <a:pt x="0" y="262"/>
                      </a:lnTo>
                      <a:lnTo>
                        <a:pt x="0" y="258"/>
                      </a:lnTo>
                      <a:lnTo>
                        <a:pt x="4" y="252"/>
                      </a:lnTo>
                      <a:lnTo>
                        <a:pt x="82" y="124"/>
                      </a:lnTo>
                      <a:lnTo>
                        <a:pt x="104" y="62"/>
                      </a:lnTo>
                      <a:lnTo>
                        <a:pt x="112" y="48"/>
                      </a:lnTo>
                      <a:lnTo>
                        <a:pt x="118" y="36"/>
                      </a:lnTo>
                      <a:lnTo>
                        <a:pt x="124" y="28"/>
                      </a:lnTo>
                      <a:lnTo>
                        <a:pt x="130" y="24"/>
                      </a:lnTo>
                      <a:lnTo>
                        <a:pt x="134" y="22"/>
                      </a:lnTo>
                      <a:lnTo>
                        <a:pt x="144" y="20"/>
                      </a:lnTo>
                      <a:lnTo>
                        <a:pt x="202" y="0"/>
                      </a:lnTo>
                      <a:lnTo>
                        <a:pt x="200" y="24"/>
                      </a:lnTo>
                      <a:lnTo>
                        <a:pt x="192" y="78"/>
                      </a:lnTo>
                      <a:lnTo>
                        <a:pt x="188" y="108"/>
                      </a:lnTo>
                      <a:lnTo>
                        <a:pt x="182" y="138"/>
                      </a:lnTo>
                      <a:lnTo>
                        <a:pt x="174" y="164"/>
                      </a:lnTo>
                      <a:lnTo>
                        <a:pt x="166" y="18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sp>
            <p:nvSpPr>
              <p:cNvPr id="17" name="Freeform 138"/>
              <p:cNvSpPr>
                <a:spLocks/>
              </p:cNvSpPr>
              <p:nvPr/>
            </p:nvSpPr>
            <p:spPr bwMode="auto">
              <a:xfrm>
                <a:off x="3544225" y="4214357"/>
                <a:ext cx="202273" cy="330410"/>
              </a:xfrm>
              <a:custGeom>
                <a:avLst/>
                <a:gdLst>
                  <a:gd name="T0" fmla="*/ 2147483647 w 120"/>
                  <a:gd name="T1" fmla="*/ 2147483647 h 196"/>
                  <a:gd name="T2" fmla="*/ 2147483647 w 120"/>
                  <a:gd name="T3" fmla="*/ 2147483647 h 196"/>
                  <a:gd name="T4" fmla="*/ 2147483647 w 120"/>
                  <a:gd name="T5" fmla="*/ 2147483647 h 196"/>
                  <a:gd name="T6" fmla="*/ 2147483647 w 120"/>
                  <a:gd name="T7" fmla="*/ 2147483647 h 196"/>
                  <a:gd name="T8" fmla="*/ 2147483647 w 120"/>
                  <a:gd name="T9" fmla="*/ 2147483647 h 196"/>
                  <a:gd name="T10" fmla="*/ 2147483647 w 120"/>
                  <a:gd name="T11" fmla="*/ 2147483647 h 196"/>
                  <a:gd name="T12" fmla="*/ 2147483647 w 120"/>
                  <a:gd name="T13" fmla="*/ 2147483647 h 196"/>
                  <a:gd name="T14" fmla="*/ 2147483647 w 120"/>
                  <a:gd name="T15" fmla="*/ 2147483647 h 196"/>
                  <a:gd name="T16" fmla="*/ 2147483647 w 120"/>
                  <a:gd name="T17" fmla="*/ 2147483647 h 196"/>
                  <a:gd name="T18" fmla="*/ 2147483647 w 120"/>
                  <a:gd name="T19" fmla="*/ 2147483647 h 196"/>
                  <a:gd name="T20" fmla="*/ 2147483647 w 120"/>
                  <a:gd name="T21" fmla="*/ 2147483647 h 196"/>
                  <a:gd name="T22" fmla="*/ 2147483647 w 120"/>
                  <a:gd name="T23" fmla="*/ 2147483647 h 196"/>
                  <a:gd name="T24" fmla="*/ 2147483647 w 120"/>
                  <a:gd name="T25" fmla="*/ 2147483647 h 196"/>
                  <a:gd name="T26" fmla="*/ 2147483647 w 120"/>
                  <a:gd name="T27" fmla="*/ 2147483647 h 196"/>
                  <a:gd name="T28" fmla="*/ 2147483647 w 120"/>
                  <a:gd name="T29" fmla="*/ 2147483647 h 196"/>
                  <a:gd name="T30" fmla="*/ 2147483647 w 120"/>
                  <a:gd name="T31" fmla="*/ 2147483647 h 196"/>
                  <a:gd name="T32" fmla="*/ 2147483647 w 120"/>
                  <a:gd name="T33" fmla="*/ 2147483647 h 196"/>
                  <a:gd name="T34" fmla="*/ 2147483647 w 120"/>
                  <a:gd name="T35" fmla="*/ 2147483647 h 196"/>
                  <a:gd name="T36" fmla="*/ 2147483647 w 120"/>
                  <a:gd name="T37" fmla="*/ 2147483647 h 196"/>
                  <a:gd name="T38" fmla="*/ 2147483647 w 120"/>
                  <a:gd name="T39" fmla="*/ 2147483647 h 196"/>
                  <a:gd name="T40" fmla="*/ 0 w 120"/>
                  <a:gd name="T41" fmla="*/ 2147483647 h 196"/>
                  <a:gd name="T42" fmla="*/ 2147483647 w 120"/>
                  <a:gd name="T43" fmla="*/ 2147483647 h 196"/>
                  <a:gd name="T44" fmla="*/ 2147483647 w 120"/>
                  <a:gd name="T45" fmla="*/ 2147483647 h 196"/>
                  <a:gd name="T46" fmla="*/ 2147483647 w 120"/>
                  <a:gd name="T47" fmla="*/ 2147483647 h 196"/>
                  <a:gd name="T48" fmla="*/ 2147483647 w 120"/>
                  <a:gd name="T49" fmla="*/ 0 h 196"/>
                  <a:gd name="T50" fmla="*/ 2147483647 w 120"/>
                  <a:gd name="T51" fmla="*/ 0 h 196"/>
                  <a:gd name="T52" fmla="*/ 2147483647 w 120"/>
                  <a:gd name="T53" fmla="*/ 2147483647 h 196"/>
                  <a:gd name="T54" fmla="*/ 2147483647 w 120"/>
                  <a:gd name="T55" fmla="*/ 2147483647 h 19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
                  <a:gd name="T85" fmla="*/ 0 h 196"/>
                  <a:gd name="T86" fmla="*/ 120 w 120"/>
                  <a:gd name="T87" fmla="*/ 196 h 19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 h="196">
                    <a:moveTo>
                      <a:pt x="82" y="2"/>
                    </a:moveTo>
                    <a:lnTo>
                      <a:pt x="82" y="2"/>
                    </a:lnTo>
                    <a:lnTo>
                      <a:pt x="96" y="24"/>
                    </a:lnTo>
                    <a:lnTo>
                      <a:pt x="98" y="34"/>
                    </a:lnTo>
                    <a:lnTo>
                      <a:pt x="102" y="46"/>
                    </a:lnTo>
                    <a:lnTo>
                      <a:pt x="106" y="70"/>
                    </a:lnTo>
                    <a:lnTo>
                      <a:pt x="114" y="120"/>
                    </a:lnTo>
                    <a:lnTo>
                      <a:pt x="118" y="170"/>
                    </a:lnTo>
                    <a:lnTo>
                      <a:pt x="120" y="188"/>
                    </a:lnTo>
                    <a:lnTo>
                      <a:pt x="118" y="196"/>
                    </a:lnTo>
                    <a:lnTo>
                      <a:pt x="106" y="174"/>
                    </a:lnTo>
                    <a:lnTo>
                      <a:pt x="76" y="120"/>
                    </a:lnTo>
                    <a:lnTo>
                      <a:pt x="58" y="90"/>
                    </a:lnTo>
                    <a:lnTo>
                      <a:pt x="38" y="62"/>
                    </a:lnTo>
                    <a:lnTo>
                      <a:pt x="22" y="40"/>
                    </a:lnTo>
                    <a:lnTo>
                      <a:pt x="14" y="32"/>
                    </a:lnTo>
                    <a:lnTo>
                      <a:pt x="8" y="26"/>
                    </a:lnTo>
                    <a:lnTo>
                      <a:pt x="0" y="22"/>
                    </a:lnTo>
                    <a:lnTo>
                      <a:pt x="2" y="12"/>
                    </a:lnTo>
                    <a:lnTo>
                      <a:pt x="36" y="4"/>
                    </a:lnTo>
                    <a:lnTo>
                      <a:pt x="64" y="0"/>
                    </a:lnTo>
                    <a:lnTo>
                      <a:pt x="74" y="0"/>
                    </a:lnTo>
                    <a:lnTo>
                      <a:pt x="8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8" name="Freeform 140"/>
              <p:cNvSpPr>
                <a:spLocks/>
              </p:cNvSpPr>
              <p:nvPr/>
            </p:nvSpPr>
            <p:spPr bwMode="auto">
              <a:xfrm>
                <a:off x="3575919" y="4138914"/>
                <a:ext cx="147019" cy="234086"/>
              </a:xfrm>
              <a:custGeom>
                <a:avLst/>
                <a:gdLst>
                  <a:gd name="T0" fmla="*/ 196572170 w 90"/>
                  <a:gd name="T1" fmla="*/ 120967497 h 140"/>
                  <a:gd name="T2" fmla="*/ 196572170 w 90"/>
                  <a:gd name="T3" fmla="*/ 120967497 h 140"/>
                  <a:gd name="T4" fmla="*/ 191531860 w 90"/>
                  <a:gd name="T5" fmla="*/ 136088428 h 140"/>
                  <a:gd name="T6" fmla="*/ 181451238 w 90"/>
                  <a:gd name="T7" fmla="*/ 171370600 h 140"/>
                  <a:gd name="T8" fmla="*/ 181451238 w 90"/>
                  <a:gd name="T9" fmla="*/ 196572151 h 140"/>
                  <a:gd name="T10" fmla="*/ 186491549 w 90"/>
                  <a:gd name="T11" fmla="*/ 211693132 h 140"/>
                  <a:gd name="T12" fmla="*/ 191531860 w 90"/>
                  <a:gd name="T13" fmla="*/ 226814063 h 140"/>
                  <a:gd name="T14" fmla="*/ 206652792 w 90"/>
                  <a:gd name="T15" fmla="*/ 236894683 h 140"/>
                  <a:gd name="T16" fmla="*/ 206652792 w 90"/>
                  <a:gd name="T17" fmla="*/ 236894683 h 140"/>
                  <a:gd name="T18" fmla="*/ 226814085 w 90"/>
                  <a:gd name="T19" fmla="*/ 241934994 h 140"/>
                  <a:gd name="T20" fmla="*/ 226814085 w 90"/>
                  <a:gd name="T21" fmla="*/ 241934994 h 140"/>
                  <a:gd name="T22" fmla="*/ 226814085 w 90"/>
                  <a:gd name="T23" fmla="*/ 257055925 h 140"/>
                  <a:gd name="T24" fmla="*/ 226814085 w 90"/>
                  <a:gd name="T25" fmla="*/ 272176856 h 140"/>
                  <a:gd name="T26" fmla="*/ 221773774 w 90"/>
                  <a:gd name="T27" fmla="*/ 282257476 h 140"/>
                  <a:gd name="T28" fmla="*/ 221773774 w 90"/>
                  <a:gd name="T29" fmla="*/ 282257476 h 140"/>
                  <a:gd name="T30" fmla="*/ 211693152 w 90"/>
                  <a:gd name="T31" fmla="*/ 297378407 h 140"/>
                  <a:gd name="T32" fmla="*/ 206652792 w 90"/>
                  <a:gd name="T33" fmla="*/ 322579959 h 140"/>
                  <a:gd name="T34" fmla="*/ 196572170 w 90"/>
                  <a:gd name="T35" fmla="*/ 352821820 h 140"/>
                  <a:gd name="T36" fmla="*/ 186491549 w 90"/>
                  <a:gd name="T37" fmla="*/ 347781510 h 140"/>
                  <a:gd name="T38" fmla="*/ 186491549 w 90"/>
                  <a:gd name="T39" fmla="*/ 347781510 h 140"/>
                  <a:gd name="T40" fmla="*/ 196572170 w 90"/>
                  <a:gd name="T41" fmla="*/ 337700889 h 140"/>
                  <a:gd name="T42" fmla="*/ 196572170 w 90"/>
                  <a:gd name="T43" fmla="*/ 322579959 h 140"/>
                  <a:gd name="T44" fmla="*/ 186491549 w 90"/>
                  <a:gd name="T45" fmla="*/ 307459028 h 140"/>
                  <a:gd name="T46" fmla="*/ 186491549 w 90"/>
                  <a:gd name="T47" fmla="*/ 307459028 h 140"/>
                  <a:gd name="T48" fmla="*/ 171370617 w 90"/>
                  <a:gd name="T49" fmla="*/ 297378407 h 140"/>
                  <a:gd name="T50" fmla="*/ 146169063 w 90"/>
                  <a:gd name="T51" fmla="*/ 282257476 h 140"/>
                  <a:gd name="T52" fmla="*/ 95765930 w 90"/>
                  <a:gd name="T53" fmla="*/ 257055925 h 140"/>
                  <a:gd name="T54" fmla="*/ 95765930 w 90"/>
                  <a:gd name="T55" fmla="*/ 257055925 h 140"/>
                  <a:gd name="T56" fmla="*/ 70564376 w 90"/>
                  <a:gd name="T57" fmla="*/ 241934994 h 140"/>
                  <a:gd name="T58" fmla="*/ 55443444 w 90"/>
                  <a:gd name="T59" fmla="*/ 226814063 h 140"/>
                  <a:gd name="T60" fmla="*/ 35282188 w 90"/>
                  <a:gd name="T61" fmla="*/ 206652772 h 140"/>
                  <a:gd name="T62" fmla="*/ 20161249 w 90"/>
                  <a:gd name="T63" fmla="*/ 191531841 h 140"/>
                  <a:gd name="T64" fmla="*/ 20161249 w 90"/>
                  <a:gd name="T65" fmla="*/ 191531841 h 140"/>
                  <a:gd name="T66" fmla="*/ 15120939 w 90"/>
                  <a:gd name="T67" fmla="*/ 120967497 h 140"/>
                  <a:gd name="T68" fmla="*/ 15120939 w 90"/>
                  <a:gd name="T69" fmla="*/ 120967497 h 140"/>
                  <a:gd name="T70" fmla="*/ 10080625 w 90"/>
                  <a:gd name="T71" fmla="*/ 70564369 h 140"/>
                  <a:gd name="T72" fmla="*/ 0 w 90"/>
                  <a:gd name="T73" fmla="*/ 35282185 h 140"/>
                  <a:gd name="T74" fmla="*/ 0 w 90"/>
                  <a:gd name="T75" fmla="*/ 35282185 h 140"/>
                  <a:gd name="T76" fmla="*/ 10080625 w 90"/>
                  <a:gd name="T77" fmla="*/ 25201558 h 140"/>
                  <a:gd name="T78" fmla="*/ 20161249 w 90"/>
                  <a:gd name="T79" fmla="*/ 5040312 h 140"/>
                  <a:gd name="T80" fmla="*/ 20161249 w 90"/>
                  <a:gd name="T81" fmla="*/ 5040312 h 140"/>
                  <a:gd name="T82" fmla="*/ 25201560 w 90"/>
                  <a:gd name="T83" fmla="*/ 0 h 140"/>
                  <a:gd name="T84" fmla="*/ 30241877 w 90"/>
                  <a:gd name="T85" fmla="*/ 5040312 h 140"/>
                  <a:gd name="T86" fmla="*/ 50403120 w 90"/>
                  <a:gd name="T87" fmla="*/ 15120937 h 140"/>
                  <a:gd name="T88" fmla="*/ 110886887 w 90"/>
                  <a:gd name="T89" fmla="*/ 55443438 h 140"/>
                  <a:gd name="T90" fmla="*/ 196572170 w 90"/>
                  <a:gd name="T91" fmla="*/ 120967497 h 140"/>
                  <a:gd name="T92" fmla="*/ 196572170 w 90"/>
                  <a:gd name="T93" fmla="*/ 120967497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0"/>
                  <a:gd name="T142" fmla="*/ 0 h 140"/>
                  <a:gd name="T143" fmla="*/ 90 w 9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0" h="140">
                    <a:moveTo>
                      <a:pt x="78" y="48"/>
                    </a:moveTo>
                    <a:lnTo>
                      <a:pt x="78" y="48"/>
                    </a:lnTo>
                    <a:lnTo>
                      <a:pt x="76" y="54"/>
                    </a:lnTo>
                    <a:lnTo>
                      <a:pt x="72" y="68"/>
                    </a:lnTo>
                    <a:lnTo>
                      <a:pt x="72" y="78"/>
                    </a:lnTo>
                    <a:lnTo>
                      <a:pt x="74" y="84"/>
                    </a:lnTo>
                    <a:lnTo>
                      <a:pt x="76" y="90"/>
                    </a:lnTo>
                    <a:lnTo>
                      <a:pt x="82" y="94"/>
                    </a:lnTo>
                    <a:lnTo>
                      <a:pt x="90" y="96"/>
                    </a:lnTo>
                    <a:lnTo>
                      <a:pt x="90" y="102"/>
                    </a:lnTo>
                    <a:lnTo>
                      <a:pt x="90" y="108"/>
                    </a:lnTo>
                    <a:lnTo>
                      <a:pt x="88" y="112"/>
                    </a:lnTo>
                    <a:lnTo>
                      <a:pt x="84" y="118"/>
                    </a:lnTo>
                    <a:lnTo>
                      <a:pt x="82" y="128"/>
                    </a:lnTo>
                    <a:lnTo>
                      <a:pt x="78" y="140"/>
                    </a:lnTo>
                    <a:lnTo>
                      <a:pt x="74" y="138"/>
                    </a:lnTo>
                    <a:lnTo>
                      <a:pt x="78" y="134"/>
                    </a:lnTo>
                    <a:lnTo>
                      <a:pt x="78" y="128"/>
                    </a:lnTo>
                    <a:lnTo>
                      <a:pt x="74" y="122"/>
                    </a:lnTo>
                    <a:lnTo>
                      <a:pt x="68" y="118"/>
                    </a:lnTo>
                    <a:lnTo>
                      <a:pt x="58" y="112"/>
                    </a:lnTo>
                    <a:lnTo>
                      <a:pt x="38" y="102"/>
                    </a:lnTo>
                    <a:lnTo>
                      <a:pt x="28" y="96"/>
                    </a:lnTo>
                    <a:lnTo>
                      <a:pt x="22" y="90"/>
                    </a:lnTo>
                    <a:lnTo>
                      <a:pt x="14" y="82"/>
                    </a:lnTo>
                    <a:lnTo>
                      <a:pt x="8" y="76"/>
                    </a:lnTo>
                    <a:lnTo>
                      <a:pt x="6" y="48"/>
                    </a:lnTo>
                    <a:lnTo>
                      <a:pt x="4" y="28"/>
                    </a:lnTo>
                    <a:lnTo>
                      <a:pt x="0" y="14"/>
                    </a:lnTo>
                    <a:lnTo>
                      <a:pt x="4" y="10"/>
                    </a:lnTo>
                    <a:lnTo>
                      <a:pt x="8" y="2"/>
                    </a:lnTo>
                    <a:lnTo>
                      <a:pt x="10" y="0"/>
                    </a:lnTo>
                    <a:lnTo>
                      <a:pt x="12" y="2"/>
                    </a:lnTo>
                    <a:lnTo>
                      <a:pt x="20" y="6"/>
                    </a:lnTo>
                    <a:lnTo>
                      <a:pt x="44" y="22"/>
                    </a:lnTo>
                    <a:lnTo>
                      <a:pt x="78" y="48"/>
                    </a:lnTo>
                    <a:close/>
                  </a:path>
                </a:pathLst>
              </a:custGeom>
              <a:grpFill/>
              <a:ln w="9525">
                <a:noFill/>
                <a:round/>
                <a:headEnd/>
                <a:tailEnd/>
              </a:ln>
            </p:spPr>
            <p:txBody>
              <a:bodyPr/>
              <a:lstStyle/>
              <a:p>
                <a:pPr fontAlgn="auto">
                  <a:spcBef>
                    <a:spcPts val="0"/>
                  </a:spcBef>
                  <a:spcAft>
                    <a:spcPts val="0"/>
                  </a:spcAft>
                  <a:defRPr/>
                </a:pPr>
                <a:endParaRPr sz="2000">
                  <a:solidFill>
                    <a:prstClr val="black"/>
                  </a:solidFill>
                  <a:latin typeface="Roboto Lt"/>
                </a:endParaRPr>
              </a:p>
            </p:txBody>
          </p:sp>
        </p:grpSp>
        <p:sp>
          <p:nvSpPr>
            <p:cNvPr id="10" name="Freeform 5"/>
            <p:cNvSpPr>
              <a:spLocks noEditPoints="1"/>
            </p:cNvSpPr>
            <p:nvPr/>
          </p:nvSpPr>
          <p:spPr bwMode="auto">
            <a:xfrm>
              <a:off x="8639116" y="2198798"/>
              <a:ext cx="1116469" cy="2902813"/>
            </a:xfrm>
            <a:custGeom>
              <a:avLst/>
              <a:gdLst>
                <a:gd name="T0" fmla="*/ 2147483647 w 600"/>
                <a:gd name="T1" fmla="*/ 1302100615 h 1727"/>
                <a:gd name="T2" fmla="*/ 2132965708 w 600"/>
                <a:gd name="T3" fmla="*/ 1014817518 h 1727"/>
                <a:gd name="T4" fmla="*/ 2114775135 w 600"/>
                <a:gd name="T5" fmla="*/ 861847602 h 1727"/>
                <a:gd name="T6" fmla="*/ 1982886016 w 600"/>
                <a:gd name="T7" fmla="*/ 936466814 h 1727"/>
                <a:gd name="T8" fmla="*/ 1791874337 w 600"/>
                <a:gd name="T9" fmla="*/ 179084624 h 1727"/>
                <a:gd name="T10" fmla="*/ 1664531796 w 600"/>
                <a:gd name="T11" fmla="*/ 41039906 h 1727"/>
                <a:gd name="T12" fmla="*/ 1459878253 w 600"/>
                <a:gd name="T13" fmla="*/ 22385578 h 1727"/>
                <a:gd name="T14" fmla="*/ 1064208499 w 600"/>
                <a:gd name="T15" fmla="*/ 813345211 h 1727"/>
                <a:gd name="T16" fmla="*/ 1059661922 w 600"/>
                <a:gd name="T17" fmla="*/ 820807712 h 1727"/>
                <a:gd name="T18" fmla="*/ 786788399 w 600"/>
                <a:gd name="T19" fmla="*/ 1085705480 h 1727"/>
                <a:gd name="T20" fmla="*/ 650350571 w 600"/>
                <a:gd name="T21" fmla="*/ 1078242979 h 1727"/>
                <a:gd name="T22" fmla="*/ 659445858 w 600"/>
                <a:gd name="T23" fmla="*/ 1227481403 h 1727"/>
                <a:gd name="T24" fmla="*/ 418406771 w 600"/>
                <a:gd name="T25" fmla="*/ 1652809174 h 1727"/>
                <a:gd name="T26" fmla="*/ 18190581 w 600"/>
                <a:gd name="T27" fmla="*/ 2147483647 h 1727"/>
                <a:gd name="T28" fmla="*/ 841362251 w 600"/>
                <a:gd name="T29" fmla="*/ 2147483647 h 1727"/>
                <a:gd name="T30" fmla="*/ 768595694 w 600"/>
                <a:gd name="T31" fmla="*/ 2147483647 h 1727"/>
                <a:gd name="T32" fmla="*/ 463885336 w 600"/>
                <a:gd name="T33" fmla="*/ 2147483647 h 1727"/>
                <a:gd name="T34" fmla="*/ 836813541 w 600"/>
                <a:gd name="T35" fmla="*/ 1757274526 h 1727"/>
                <a:gd name="T36" fmla="*/ 941416800 w 600"/>
                <a:gd name="T37" fmla="*/ 2089329247 h 1727"/>
                <a:gd name="T38" fmla="*/ 809527682 w 600"/>
                <a:gd name="T39" fmla="*/ 2147483647 h 1727"/>
                <a:gd name="T40" fmla="*/ 845910960 w 600"/>
                <a:gd name="T41" fmla="*/ 2147483647 h 1727"/>
                <a:gd name="T42" fmla="*/ 668541144 w 600"/>
                <a:gd name="T43" fmla="*/ 2147483647 h 1727"/>
                <a:gd name="T44" fmla="*/ 886840816 w 600"/>
                <a:gd name="T45" fmla="*/ 2147483647 h 1727"/>
                <a:gd name="T46" fmla="*/ 968702659 w 600"/>
                <a:gd name="T47" fmla="*/ 2147483647 h 1727"/>
                <a:gd name="T48" fmla="*/ 1296152433 w 600"/>
                <a:gd name="T49" fmla="*/ 2147483647 h 1727"/>
                <a:gd name="T50" fmla="*/ 1368918990 w 600"/>
                <a:gd name="T51" fmla="*/ 2147483647 h 1727"/>
                <a:gd name="T52" fmla="*/ 1878284890 w 600"/>
                <a:gd name="T53" fmla="*/ 2147483647 h 1727"/>
                <a:gd name="T54" fmla="*/ 1987434726 w 600"/>
                <a:gd name="T55" fmla="*/ 2147483647 h 1727"/>
                <a:gd name="T56" fmla="*/ 2147483647 w 600"/>
                <a:gd name="T57" fmla="*/ 2147483647 h 1727"/>
                <a:gd name="T58" fmla="*/ 2147483647 w 600"/>
                <a:gd name="T59" fmla="*/ 2147483647 h 1727"/>
                <a:gd name="T60" fmla="*/ 2147483647 w 600"/>
                <a:gd name="T61" fmla="*/ 2147483647 h 1727"/>
                <a:gd name="T62" fmla="*/ 1700915074 w 600"/>
                <a:gd name="T63" fmla="*/ 2147483647 h 1727"/>
                <a:gd name="T64" fmla="*/ 1891928886 w 600"/>
                <a:gd name="T65" fmla="*/ 2147483647 h 1727"/>
                <a:gd name="T66" fmla="*/ 1650889932 w 600"/>
                <a:gd name="T67" fmla="*/ 2147483647 h 1727"/>
                <a:gd name="T68" fmla="*/ 1578123375 w 600"/>
                <a:gd name="T69" fmla="*/ 2147483647 h 1727"/>
                <a:gd name="T70" fmla="*/ 1455329543 w 600"/>
                <a:gd name="T71" fmla="*/ 2147483647 h 1727"/>
                <a:gd name="T72" fmla="*/ 1432590261 w 600"/>
                <a:gd name="T73" fmla="*/ 2147483647 h 1727"/>
                <a:gd name="T74" fmla="*/ 1964693311 w 600"/>
                <a:gd name="T75" fmla="*/ 2147483647 h 1727"/>
                <a:gd name="T76" fmla="*/ 1782779051 w 600"/>
                <a:gd name="T77" fmla="*/ 1962477842 h 1727"/>
                <a:gd name="T78" fmla="*/ 1105140487 w 600"/>
                <a:gd name="T79" fmla="*/ 1414028468 h 1727"/>
                <a:gd name="T80" fmla="*/ 1332535712 w 600"/>
                <a:gd name="T81" fmla="*/ 1201364583 h 1727"/>
                <a:gd name="T82" fmla="*/ 1896475463 w 600"/>
                <a:gd name="T83" fmla="*/ 1354332326 h 1727"/>
                <a:gd name="T84" fmla="*/ 1937407451 w 600"/>
                <a:gd name="T85" fmla="*/ 1078242979 h 1727"/>
                <a:gd name="T86" fmla="*/ 2147483647 w 600"/>
                <a:gd name="T87" fmla="*/ 2147483647 h 1727"/>
                <a:gd name="T88" fmla="*/ 2147483647 w 600"/>
                <a:gd name="T89" fmla="*/ 2147483647 h 1727"/>
                <a:gd name="T90" fmla="*/ 2147483647 w 600"/>
                <a:gd name="T91" fmla="*/ 1839356238 h 1727"/>
                <a:gd name="T92" fmla="*/ 2147483647 w 600"/>
                <a:gd name="T93" fmla="*/ 2147483647 h 17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0"/>
                <a:gd name="T142" fmla="*/ 0 h 1727"/>
                <a:gd name="T143" fmla="*/ 600 w 600"/>
                <a:gd name="T144" fmla="*/ 1727 h 17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0" h="1727">
                  <a:moveTo>
                    <a:pt x="588" y="660"/>
                  </a:moveTo>
                  <a:cubicBezTo>
                    <a:pt x="584" y="609"/>
                    <a:pt x="581" y="557"/>
                    <a:pt x="581" y="506"/>
                  </a:cubicBezTo>
                  <a:cubicBezTo>
                    <a:pt x="580" y="455"/>
                    <a:pt x="582" y="399"/>
                    <a:pt x="567" y="349"/>
                  </a:cubicBezTo>
                  <a:cubicBezTo>
                    <a:pt x="562" y="333"/>
                    <a:pt x="560" y="307"/>
                    <a:pt x="545" y="296"/>
                  </a:cubicBezTo>
                  <a:cubicBezTo>
                    <a:pt x="535" y="288"/>
                    <a:pt x="517" y="285"/>
                    <a:pt x="504" y="281"/>
                  </a:cubicBezTo>
                  <a:cubicBezTo>
                    <a:pt x="493" y="277"/>
                    <a:pt x="481" y="274"/>
                    <a:pt x="469" y="272"/>
                  </a:cubicBezTo>
                  <a:cubicBezTo>
                    <a:pt x="477" y="267"/>
                    <a:pt x="490" y="260"/>
                    <a:pt x="486" y="250"/>
                  </a:cubicBezTo>
                  <a:cubicBezTo>
                    <a:pt x="478" y="255"/>
                    <a:pt x="472" y="262"/>
                    <a:pt x="461" y="259"/>
                  </a:cubicBezTo>
                  <a:cubicBezTo>
                    <a:pt x="464" y="250"/>
                    <a:pt x="469" y="241"/>
                    <a:pt x="465" y="231"/>
                  </a:cubicBezTo>
                  <a:cubicBezTo>
                    <a:pt x="463" y="239"/>
                    <a:pt x="461" y="251"/>
                    <a:pt x="452" y="254"/>
                  </a:cubicBezTo>
                  <a:cubicBezTo>
                    <a:pt x="450" y="248"/>
                    <a:pt x="449" y="240"/>
                    <a:pt x="448" y="233"/>
                  </a:cubicBezTo>
                  <a:cubicBezTo>
                    <a:pt x="448" y="244"/>
                    <a:pt x="443" y="255"/>
                    <a:pt x="436" y="251"/>
                  </a:cubicBezTo>
                  <a:cubicBezTo>
                    <a:pt x="433" y="237"/>
                    <a:pt x="431" y="222"/>
                    <a:pt x="427" y="208"/>
                  </a:cubicBezTo>
                  <a:cubicBezTo>
                    <a:pt x="420" y="176"/>
                    <a:pt x="418" y="143"/>
                    <a:pt x="413" y="110"/>
                  </a:cubicBezTo>
                  <a:cubicBezTo>
                    <a:pt x="409" y="91"/>
                    <a:pt x="404" y="67"/>
                    <a:pt x="394" y="48"/>
                  </a:cubicBezTo>
                  <a:cubicBezTo>
                    <a:pt x="392" y="41"/>
                    <a:pt x="389" y="35"/>
                    <a:pt x="386" y="29"/>
                  </a:cubicBezTo>
                  <a:cubicBezTo>
                    <a:pt x="384" y="26"/>
                    <a:pt x="381" y="22"/>
                    <a:pt x="378" y="19"/>
                  </a:cubicBezTo>
                  <a:cubicBezTo>
                    <a:pt x="374" y="14"/>
                    <a:pt x="370" y="11"/>
                    <a:pt x="366" y="11"/>
                  </a:cubicBezTo>
                  <a:cubicBezTo>
                    <a:pt x="356" y="4"/>
                    <a:pt x="344" y="0"/>
                    <a:pt x="334" y="2"/>
                  </a:cubicBezTo>
                  <a:cubicBezTo>
                    <a:pt x="328" y="4"/>
                    <a:pt x="326" y="7"/>
                    <a:pt x="319" y="5"/>
                  </a:cubicBezTo>
                  <a:cubicBezTo>
                    <a:pt x="321" y="6"/>
                    <a:pt x="321" y="6"/>
                    <a:pt x="321" y="6"/>
                  </a:cubicBezTo>
                  <a:cubicBezTo>
                    <a:pt x="211" y="11"/>
                    <a:pt x="239" y="136"/>
                    <a:pt x="235" y="208"/>
                  </a:cubicBezTo>
                  <a:cubicBezTo>
                    <a:pt x="233" y="220"/>
                    <a:pt x="233" y="220"/>
                    <a:pt x="233" y="220"/>
                  </a:cubicBezTo>
                  <a:cubicBezTo>
                    <a:pt x="233" y="219"/>
                    <a:pt x="234" y="219"/>
                    <a:pt x="234" y="218"/>
                  </a:cubicBezTo>
                  <a:cubicBezTo>
                    <a:pt x="234" y="219"/>
                    <a:pt x="234" y="219"/>
                    <a:pt x="234" y="219"/>
                  </a:cubicBezTo>
                  <a:cubicBezTo>
                    <a:pt x="233" y="226"/>
                    <a:pt x="232" y="234"/>
                    <a:pt x="230" y="242"/>
                  </a:cubicBezTo>
                  <a:cubicBezTo>
                    <a:pt x="233" y="220"/>
                    <a:pt x="233" y="220"/>
                    <a:pt x="233" y="220"/>
                  </a:cubicBezTo>
                  <a:cubicBezTo>
                    <a:pt x="233" y="221"/>
                    <a:pt x="232" y="223"/>
                    <a:pt x="232" y="224"/>
                  </a:cubicBezTo>
                  <a:cubicBezTo>
                    <a:pt x="226" y="238"/>
                    <a:pt x="221" y="253"/>
                    <a:pt x="212" y="265"/>
                  </a:cubicBezTo>
                  <a:cubicBezTo>
                    <a:pt x="203" y="278"/>
                    <a:pt x="191" y="292"/>
                    <a:pt x="173" y="291"/>
                  </a:cubicBezTo>
                  <a:cubicBezTo>
                    <a:pt x="165" y="291"/>
                    <a:pt x="156" y="287"/>
                    <a:pt x="153" y="280"/>
                  </a:cubicBezTo>
                  <a:cubicBezTo>
                    <a:pt x="155" y="292"/>
                    <a:pt x="155" y="300"/>
                    <a:pt x="171" y="306"/>
                  </a:cubicBezTo>
                  <a:cubicBezTo>
                    <a:pt x="157" y="307"/>
                    <a:pt x="151" y="297"/>
                    <a:pt x="143" y="289"/>
                  </a:cubicBezTo>
                  <a:cubicBezTo>
                    <a:pt x="144" y="297"/>
                    <a:pt x="151" y="307"/>
                    <a:pt x="158" y="312"/>
                  </a:cubicBezTo>
                  <a:cubicBezTo>
                    <a:pt x="162" y="314"/>
                    <a:pt x="166" y="317"/>
                    <a:pt x="170" y="318"/>
                  </a:cubicBezTo>
                  <a:cubicBezTo>
                    <a:pt x="161" y="321"/>
                    <a:pt x="152" y="324"/>
                    <a:pt x="145" y="329"/>
                  </a:cubicBezTo>
                  <a:cubicBezTo>
                    <a:pt x="135" y="335"/>
                    <a:pt x="138" y="340"/>
                    <a:pt x="135" y="349"/>
                  </a:cubicBezTo>
                  <a:cubicBezTo>
                    <a:pt x="133" y="354"/>
                    <a:pt x="124" y="368"/>
                    <a:pt x="126" y="375"/>
                  </a:cubicBezTo>
                  <a:cubicBezTo>
                    <a:pt x="118" y="398"/>
                    <a:pt x="102" y="421"/>
                    <a:pt x="92" y="443"/>
                  </a:cubicBezTo>
                  <a:cubicBezTo>
                    <a:pt x="85" y="460"/>
                    <a:pt x="77" y="476"/>
                    <a:pt x="68" y="492"/>
                  </a:cubicBezTo>
                  <a:cubicBezTo>
                    <a:pt x="57" y="512"/>
                    <a:pt x="44" y="534"/>
                    <a:pt x="30" y="551"/>
                  </a:cubicBezTo>
                  <a:cubicBezTo>
                    <a:pt x="16" y="568"/>
                    <a:pt x="0" y="578"/>
                    <a:pt x="4" y="599"/>
                  </a:cubicBezTo>
                  <a:cubicBezTo>
                    <a:pt x="16" y="669"/>
                    <a:pt x="113" y="687"/>
                    <a:pt x="157" y="739"/>
                  </a:cubicBezTo>
                  <a:cubicBezTo>
                    <a:pt x="161" y="728"/>
                    <a:pt x="171" y="731"/>
                    <a:pt x="178" y="724"/>
                  </a:cubicBezTo>
                  <a:cubicBezTo>
                    <a:pt x="182" y="720"/>
                    <a:pt x="184" y="712"/>
                    <a:pt x="185" y="706"/>
                  </a:cubicBezTo>
                  <a:cubicBezTo>
                    <a:pt x="183" y="709"/>
                    <a:pt x="179" y="713"/>
                    <a:pt x="171" y="716"/>
                  </a:cubicBezTo>
                  <a:cubicBezTo>
                    <a:pt x="142" y="725"/>
                    <a:pt x="137" y="650"/>
                    <a:pt x="160" y="655"/>
                  </a:cubicBezTo>
                  <a:cubicBezTo>
                    <a:pt x="163" y="655"/>
                    <a:pt x="166" y="655"/>
                    <a:pt x="169" y="655"/>
                  </a:cubicBezTo>
                  <a:cubicBezTo>
                    <a:pt x="143" y="640"/>
                    <a:pt x="121" y="619"/>
                    <a:pt x="100" y="599"/>
                  </a:cubicBezTo>
                  <a:cubicBezTo>
                    <a:pt x="103" y="598"/>
                    <a:pt x="106" y="597"/>
                    <a:pt x="109" y="596"/>
                  </a:cubicBezTo>
                  <a:cubicBezTo>
                    <a:pt x="105" y="592"/>
                    <a:pt x="102" y="586"/>
                    <a:pt x="102" y="580"/>
                  </a:cubicBezTo>
                  <a:cubicBezTo>
                    <a:pt x="121" y="557"/>
                    <a:pt x="132" y="526"/>
                    <a:pt x="152" y="501"/>
                  </a:cubicBezTo>
                  <a:cubicBezTo>
                    <a:pt x="158" y="493"/>
                    <a:pt x="167" y="482"/>
                    <a:pt x="176" y="476"/>
                  </a:cubicBezTo>
                  <a:cubicBezTo>
                    <a:pt x="179" y="474"/>
                    <a:pt x="181" y="473"/>
                    <a:pt x="184" y="471"/>
                  </a:cubicBezTo>
                  <a:cubicBezTo>
                    <a:pt x="185" y="474"/>
                    <a:pt x="186" y="477"/>
                    <a:pt x="187" y="479"/>
                  </a:cubicBezTo>
                  <a:cubicBezTo>
                    <a:pt x="193" y="492"/>
                    <a:pt x="200" y="506"/>
                    <a:pt x="204" y="519"/>
                  </a:cubicBezTo>
                  <a:cubicBezTo>
                    <a:pt x="209" y="535"/>
                    <a:pt x="206" y="546"/>
                    <a:pt x="207" y="560"/>
                  </a:cubicBezTo>
                  <a:cubicBezTo>
                    <a:pt x="209" y="574"/>
                    <a:pt x="219" y="589"/>
                    <a:pt x="221" y="603"/>
                  </a:cubicBezTo>
                  <a:cubicBezTo>
                    <a:pt x="222" y="608"/>
                    <a:pt x="222" y="613"/>
                    <a:pt x="222" y="617"/>
                  </a:cubicBezTo>
                  <a:cubicBezTo>
                    <a:pt x="199" y="623"/>
                    <a:pt x="198" y="646"/>
                    <a:pt x="178" y="659"/>
                  </a:cubicBezTo>
                  <a:cubicBezTo>
                    <a:pt x="178" y="659"/>
                    <a:pt x="177" y="659"/>
                    <a:pt x="177" y="658"/>
                  </a:cubicBezTo>
                  <a:cubicBezTo>
                    <a:pt x="163" y="687"/>
                    <a:pt x="181" y="700"/>
                    <a:pt x="186" y="702"/>
                  </a:cubicBezTo>
                  <a:cubicBezTo>
                    <a:pt x="186" y="702"/>
                    <a:pt x="186" y="702"/>
                    <a:pt x="186" y="701"/>
                  </a:cubicBezTo>
                  <a:cubicBezTo>
                    <a:pt x="190" y="702"/>
                    <a:pt x="194" y="702"/>
                    <a:pt x="198" y="703"/>
                  </a:cubicBezTo>
                  <a:cubicBezTo>
                    <a:pt x="197" y="705"/>
                    <a:pt x="196" y="708"/>
                    <a:pt x="195" y="710"/>
                  </a:cubicBezTo>
                  <a:cubicBezTo>
                    <a:pt x="176" y="749"/>
                    <a:pt x="158" y="791"/>
                    <a:pt x="147" y="832"/>
                  </a:cubicBezTo>
                  <a:cubicBezTo>
                    <a:pt x="154" y="833"/>
                    <a:pt x="195" y="837"/>
                    <a:pt x="202" y="842"/>
                  </a:cubicBezTo>
                  <a:cubicBezTo>
                    <a:pt x="201" y="863"/>
                    <a:pt x="197" y="891"/>
                    <a:pt x="196" y="915"/>
                  </a:cubicBezTo>
                  <a:cubicBezTo>
                    <a:pt x="194" y="963"/>
                    <a:pt x="190" y="990"/>
                    <a:pt x="195" y="1029"/>
                  </a:cubicBezTo>
                  <a:cubicBezTo>
                    <a:pt x="201" y="1081"/>
                    <a:pt x="197" y="1136"/>
                    <a:pt x="190" y="1187"/>
                  </a:cubicBezTo>
                  <a:cubicBezTo>
                    <a:pt x="200" y="1191"/>
                    <a:pt x="209" y="1191"/>
                    <a:pt x="218" y="1191"/>
                  </a:cubicBezTo>
                  <a:cubicBezTo>
                    <a:pt x="216" y="1206"/>
                    <a:pt x="213" y="1221"/>
                    <a:pt x="213" y="1237"/>
                  </a:cubicBezTo>
                  <a:cubicBezTo>
                    <a:pt x="212" y="1255"/>
                    <a:pt x="214" y="1273"/>
                    <a:pt x="217" y="1291"/>
                  </a:cubicBezTo>
                  <a:cubicBezTo>
                    <a:pt x="225" y="1341"/>
                    <a:pt x="240" y="1389"/>
                    <a:pt x="259" y="1436"/>
                  </a:cubicBezTo>
                  <a:cubicBezTo>
                    <a:pt x="274" y="1473"/>
                    <a:pt x="294" y="1521"/>
                    <a:pt x="285" y="1560"/>
                  </a:cubicBezTo>
                  <a:cubicBezTo>
                    <a:pt x="280" y="1583"/>
                    <a:pt x="279" y="1609"/>
                    <a:pt x="281" y="1632"/>
                  </a:cubicBezTo>
                  <a:cubicBezTo>
                    <a:pt x="283" y="1648"/>
                    <a:pt x="290" y="1663"/>
                    <a:pt x="292" y="1679"/>
                  </a:cubicBezTo>
                  <a:cubicBezTo>
                    <a:pt x="294" y="1691"/>
                    <a:pt x="287" y="1699"/>
                    <a:pt x="301" y="1706"/>
                  </a:cubicBezTo>
                  <a:cubicBezTo>
                    <a:pt x="317" y="1713"/>
                    <a:pt x="366" y="1727"/>
                    <a:pt x="383" y="1719"/>
                  </a:cubicBezTo>
                  <a:cubicBezTo>
                    <a:pt x="392" y="1714"/>
                    <a:pt x="396" y="1709"/>
                    <a:pt x="398" y="1703"/>
                  </a:cubicBezTo>
                  <a:cubicBezTo>
                    <a:pt x="401" y="1708"/>
                    <a:pt x="405" y="1711"/>
                    <a:pt x="413" y="1712"/>
                  </a:cubicBezTo>
                  <a:cubicBezTo>
                    <a:pt x="428" y="1715"/>
                    <a:pt x="442" y="1713"/>
                    <a:pt x="456" y="1709"/>
                  </a:cubicBezTo>
                  <a:cubicBezTo>
                    <a:pt x="500" y="1697"/>
                    <a:pt x="454" y="1666"/>
                    <a:pt x="443" y="1643"/>
                  </a:cubicBezTo>
                  <a:cubicBezTo>
                    <a:pt x="439" y="1634"/>
                    <a:pt x="438" y="1622"/>
                    <a:pt x="437" y="1610"/>
                  </a:cubicBezTo>
                  <a:cubicBezTo>
                    <a:pt x="437" y="1588"/>
                    <a:pt x="432" y="1578"/>
                    <a:pt x="433" y="1563"/>
                  </a:cubicBezTo>
                  <a:cubicBezTo>
                    <a:pt x="434" y="1546"/>
                    <a:pt x="475" y="1428"/>
                    <a:pt x="479" y="1417"/>
                  </a:cubicBezTo>
                  <a:cubicBezTo>
                    <a:pt x="482" y="1406"/>
                    <a:pt x="519" y="1310"/>
                    <a:pt x="522" y="1297"/>
                  </a:cubicBezTo>
                  <a:cubicBezTo>
                    <a:pt x="524" y="1287"/>
                    <a:pt x="538" y="1222"/>
                    <a:pt x="542" y="1204"/>
                  </a:cubicBezTo>
                  <a:cubicBezTo>
                    <a:pt x="550" y="1201"/>
                    <a:pt x="549" y="1016"/>
                    <a:pt x="561" y="923"/>
                  </a:cubicBezTo>
                  <a:cubicBezTo>
                    <a:pt x="569" y="860"/>
                    <a:pt x="568" y="859"/>
                    <a:pt x="582" y="855"/>
                  </a:cubicBezTo>
                  <a:cubicBezTo>
                    <a:pt x="587" y="849"/>
                    <a:pt x="591" y="840"/>
                    <a:pt x="594" y="830"/>
                  </a:cubicBezTo>
                  <a:cubicBezTo>
                    <a:pt x="596" y="821"/>
                    <a:pt x="598" y="808"/>
                    <a:pt x="598" y="795"/>
                  </a:cubicBezTo>
                  <a:cubicBezTo>
                    <a:pt x="600" y="750"/>
                    <a:pt x="591" y="706"/>
                    <a:pt x="588" y="660"/>
                  </a:cubicBezTo>
                  <a:close/>
                  <a:moveTo>
                    <a:pt x="376" y="1659"/>
                  </a:moveTo>
                  <a:cubicBezTo>
                    <a:pt x="366" y="1644"/>
                    <a:pt x="365" y="1625"/>
                    <a:pt x="362" y="1608"/>
                  </a:cubicBezTo>
                  <a:cubicBezTo>
                    <a:pt x="367" y="1612"/>
                    <a:pt x="372" y="1616"/>
                    <a:pt x="374" y="1623"/>
                  </a:cubicBezTo>
                  <a:cubicBezTo>
                    <a:pt x="378" y="1635"/>
                    <a:pt x="376" y="1647"/>
                    <a:pt x="376" y="1659"/>
                  </a:cubicBezTo>
                  <a:close/>
                  <a:moveTo>
                    <a:pt x="432" y="1268"/>
                  </a:moveTo>
                  <a:cubicBezTo>
                    <a:pt x="429" y="1284"/>
                    <a:pt x="421" y="1302"/>
                    <a:pt x="416" y="1317"/>
                  </a:cubicBezTo>
                  <a:cubicBezTo>
                    <a:pt x="409" y="1339"/>
                    <a:pt x="408" y="1361"/>
                    <a:pt x="406" y="1383"/>
                  </a:cubicBezTo>
                  <a:cubicBezTo>
                    <a:pt x="404" y="1425"/>
                    <a:pt x="404" y="1467"/>
                    <a:pt x="388" y="1507"/>
                  </a:cubicBezTo>
                  <a:cubicBezTo>
                    <a:pt x="382" y="1522"/>
                    <a:pt x="374" y="1535"/>
                    <a:pt x="363" y="1547"/>
                  </a:cubicBezTo>
                  <a:cubicBezTo>
                    <a:pt x="361" y="1550"/>
                    <a:pt x="357" y="1553"/>
                    <a:pt x="353" y="1557"/>
                  </a:cubicBezTo>
                  <a:cubicBezTo>
                    <a:pt x="353" y="1553"/>
                    <a:pt x="352" y="1549"/>
                    <a:pt x="350" y="1546"/>
                  </a:cubicBezTo>
                  <a:cubicBezTo>
                    <a:pt x="349" y="1543"/>
                    <a:pt x="348" y="1541"/>
                    <a:pt x="347" y="1538"/>
                  </a:cubicBezTo>
                  <a:cubicBezTo>
                    <a:pt x="340" y="1511"/>
                    <a:pt x="330" y="1467"/>
                    <a:pt x="329" y="1444"/>
                  </a:cubicBezTo>
                  <a:cubicBezTo>
                    <a:pt x="327" y="1417"/>
                    <a:pt x="320" y="1330"/>
                    <a:pt x="320" y="1330"/>
                  </a:cubicBezTo>
                  <a:cubicBezTo>
                    <a:pt x="320" y="1330"/>
                    <a:pt x="320" y="1330"/>
                    <a:pt x="320" y="1330"/>
                  </a:cubicBezTo>
                  <a:cubicBezTo>
                    <a:pt x="319" y="1315"/>
                    <a:pt x="317" y="1300"/>
                    <a:pt x="315" y="1285"/>
                  </a:cubicBezTo>
                  <a:cubicBezTo>
                    <a:pt x="312" y="1268"/>
                    <a:pt x="307" y="1252"/>
                    <a:pt x="308" y="1235"/>
                  </a:cubicBezTo>
                  <a:cubicBezTo>
                    <a:pt x="310" y="1221"/>
                    <a:pt x="313" y="1208"/>
                    <a:pt x="315" y="1195"/>
                  </a:cubicBezTo>
                  <a:cubicBezTo>
                    <a:pt x="317" y="1194"/>
                    <a:pt x="319" y="1194"/>
                    <a:pt x="322" y="1194"/>
                  </a:cubicBezTo>
                  <a:cubicBezTo>
                    <a:pt x="335" y="1193"/>
                    <a:pt x="347" y="1193"/>
                    <a:pt x="360" y="1194"/>
                  </a:cubicBezTo>
                  <a:cubicBezTo>
                    <a:pt x="372" y="1195"/>
                    <a:pt x="420" y="1196"/>
                    <a:pt x="432" y="1197"/>
                  </a:cubicBezTo>
                  <a:cubicBezTo>
                    <a:pt x="432" y="1210"/>
                    <a:pt x="440" y="1213"/>
                    <a:pt x="432" y="1268"/>
                  </a:cubicBezTo>
                  <a:close/>
                  <a:moveTo>
                    <a:pt x="426" y="371"/>
                  </a:moveTo>
                  <a:cubicBezTo>
                    <a:pt x="417" y="395"/>
                    <a:pt x="392" y="526"/>
                    <a:pt x="392" y="526"/>
                  </a:cubicBezTo>
                  <a:cubicBezTo>
                    <a:pt x="392" y="526"/>
                    <a:pt x="392" y="526"/>
                    <a:pt x="384" y="526"/>
                  </a:cubicBezTo>
                  <a:cubicBezTo>
                    <a:pt x="384" y="526"/>
                    <a:pt x="384" y="526"/>
                    <a:pt x="301" y="363"/>
                  </a:cubicBezTo>
                  <a:cubicBezTo>
                    <a:pt x="301" y="354"/>
                    <a:pt x="243" y="379"/>
                    <a:pt x="243" y="379"/>
                  </a:cubicBezTo>
                  <a:cubicBezTo>
                    <a:pt x="243" y="379"/>
                    <a:pt x="243" y="346"/>
                    <a:pt x="243" y="273"/>
                  </a:cubicBezTo>
                  <a:cubicBezTo>
                    <a:pt x="243" y="273"/>
                    <a:pt x="243" y="273"/>
                    <a:pt x="276" y="264"/>
                  </a:cubicBezTo>
                  <a:cubicBezTo>
                    <a:pt x="285" y="289"/>
                    <a:pt x="293" y="322"/>
                    <a:pt x="293" y="322"/>
                  </a:cubicBezTo>
                  <a:cubicBezTo>
                    <a:pt x="293" y="322"/>
                    <a:pt x="293" y="322"/>
                    <a:pt x="310" y="354"/>
                  </a:cubicBezTo>
                  <a:cubicBezTo>
                    <a:pt x="384" y="485"/>
                    <a:pt x="384" y="485"/>
                    <a:pt x="384" y="485"/>
                  </a:cubicBezTo>
                  <a:cubicBezTo>
                    <a:pt x="384" y="485"/>
                    <a:pt x="384" y="485"/>
                    <a:pt x="417" y="363"/>
                  </a:cubicBezTo>
                  <a:cubicBezTo>
                    <a:pt x="426" y="354"/>
                    <a:pt x="417" y="297"/>
                    <a:pt x="417" y="297"/>
                  </a:cubicBezTo>
                  <a:cubicBezTo>
                    <a:pt x="417" y="297"/>
                    <a:pt x="417" y="297"/>
                    <a:pt x="417" y="281"/>
                  </a:cubicBezTo>
                  <a:cubicBezTo>
                    <a:pt x="417" y="281"/>
                    <a:pt x="417" y="281"/>
                    <a:pt x="426" y="289"/>
                  </a:cubicBezTo>
                  <a:cubicBezTo>
                    <a:pt x="426" y="289"/>
                    <a:pt x="426" y="289"/>
                    <a:pt x="467" y="371"/>
                  </a:cubicBezTo>
                  <a:cubicBezTo>
                    <a:pt x="467" y="371"/>
                    <a:pt x="467" y="371"/>
                    <a:pt x="426" y="371"/>
                  </a:cubicBezTo>
                  <a:close/>
                  <a:moveTo>
                    <a:pt x="487" y="649"/>
                  </a:moveTo>
                  <a:cubicBezTo>
                    <a:pt x="483" y="649"/>
                    <a:pt x="483" y="649"/>
                    <a:pt x="483" y="649"/>
                  </a:cubicBezTo>
                  <a:cubicBezTo>
                    <a:pt x="483" y="644"/>
                    <a:pt x="475" y="632"/>
                    <a:pt x="474" y="622"/>
                  </a:cubicBezTo>
                  <a:cubicBezTo>
                    <a:pt x="472" y="613"/>
                    <a:pt x="474" y="599"/>
                    <a:pt x="474" y="588"/>
                  </a:cubicBezTo>
                  <a:cubicBezTo>
                    <a:pt x="476" y="556"/>
                    <a:pt x="487" y="525"/>
                    <a:pt x="487" y="493"/>
                  </a:cubicBezTo>
                  <a:cubicBezTo>
                    <a:pt x="487" y="490"/>
                    <a:pt x="487" y="488"/>
                    <a:pt x="487" y="486"/>
                  </a:cubicBezTo>
                  <a:cubicBezTo>
                    <a:pt x="487" y="488"/>
                    <a:pt x="487" y="490"/>
                    <a:pt x="487" y="493"/>
                  </a:cubicBezTo>
                  <a:cubicBezTo>
                    <a:pt x="488" y="525"/>
                    <a:pt x="493" y="556"/>
                    <a:pt x="481" y="587"/>
                  </a:cubicBezTo>
                  <a:cubicBezTo>
                    <a:pt x="484" y="586"/>
                    <a:pt x="487" y="587"/>
                    <a:pt x="489" y="587"/>
                  </a:cubicBezTo>
                  <a:cubicBezTo>
                    <a:pt x="484" y="599"/>
                    <a:pt x="492" y="605"/>
                    <a:pt x="492" y="616"/>
                  </a:cubicBezTo>
                  <a:cubicBezTo>
                    <a:pt x="492" y="627"/>
                    <a:pt x="488" y="638"/>
                    <a:pt x="487" y="649"/>
                  </a:cubicBezTo>
                  <a:close/>
                </a:path>
              </a:pathLst>
            </a:custGeom>
            <a:solidFill>
              <a:schemeClr val="accent5"/>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11" name="Gruppe 51"/>
            <p:cNvGrpSpPr>
              <a:grpSpLocks/>
            </p:cNvGrpSpPr>
            <p:nvPr/>
          </p:nvGrpSpPr>
          <p:grpSpPr bwMode="auto">
            <a:xfrm>
              <a:off x="9473848" y="2187136"/>
              <a:ext cx="953260" cy="3128723"/>
              <a:chOff x="2763678" y="1597834"/>
              <a:chExt cx="744650" cy="2444643"/>
            </a:xfrm>
            <a:solidFill>
              <a:schemeClr val="accent2"/>
            </a:solidFill>
          </p:grpSpPr>
          <p:sp>
            <p:nvSpPr>
              <p:cNvPr id="13" name="Freeform 125"/>
              <p:cNvSpPr>
                <a:spLocks/>
              </p:cNvSpPr>
              <p:nvPr/>
            </p:nvSpPr>
            <p:spPr bwMode="auto">
              <a:xfrm>
                <a:off x="2764652" y="1599232"/>
                <a:ext cx="743788" cy="2452477"/>
              </a:xfrm>
              <a:custGeom>
                <a:avLst/>
                <a:gdLst>
                  <a:gd name="T0" fmla="*/ 2147483647 w 364"/>
                  <a:gd name="T1" fmla="*/ 2147483647 h 1186"/>
                  <a:gd name="T2" fmla="*/ 2147483647 w 364"/>
                  <a:gd name="T3" fmla="*/ 2147483647 h 1186"/>
                  <a:gd name="T4" fmla="*/ 2147483647 w 364"/>
                  <a:gd name="T5" fmla="*/ 2147483647 h 1186"/>
                  <a:gd name="T6" fmla="*/ 2147483647 w 364"/>
                  <a:gd name="T7" fmla="*/ 2147483647 h 1186"/>
                  <a:gd name="T8" fmla="*/ 2147483647 w 364"/>
                  <a:gd name="T9" fmla="*/ 2147483647 h 1186"/>
                  <a:gd name="T10" fmla="*/ 2147483647 w 364"/>
                  <a:gd name="T11" fmla="*/ 2147483647 h 1186"/>
                  <a:gd name="T12" fmla="*/ 2147483647 w 364"/>
                  <a:gd name="T13" fmla="*/ 2147483647 h 1186"/>
                  <a:gd name="T14" fmla="*/ 2147483647 w 364"/>
                  <a:gd name="T15" fmla="*/ 2147483647 h 1186"/>
                  <a:gd name="T16" fmla="*/ 2147483647 w 364"/>
                  <a:gd name="T17" fmla="*/ 0 h 1186"/>
                  <a:gd name="T18" fmla="*/ 2147483647 w 364"/>
                  <a:gd name="T19" fmla="*/ 2147483647 h 1186"/>
                  <a:gd name="T20" fmla="*/ 2147483647 w 364"/>
                  <a:gd name="T21" fmla="*/ 2147483647 h 1186"/>
                  <a:gd name="T22" fmla="*/ 2147483647 w 364"/>
                  <a:gd name="T23" fmla="*/ 2147483647 h 1186"/>
                  <a:gd name="T24" fmla="*/ 2147483647 w 364"/>
                  <a:gd name="T25" fmla="*/ 2147483647 h 1186"/>
                  <a:gd name="T26" fmla="*/ 2147483647 w 364"/>
                  <a:gd name="T27" fmla="*/ 2147483647 h 1186"/>
                  <a:gd name="T28" fmla="*/ 2147483647 w 364"/>
                  <a:gd name="T29" fmla="*/ 2147483647 h 1186"/>
                  <a:gd name="T30" fmla="*/ 2147483647 w 364"/>
                  <a:gd name="T31" fmla="*/ 2147483647 h 1186"/>
                  <a:gd name="T32" fmla="*/ 2147483647 w 364"/>
                  <a:gd name="T33" fmla="*/ 2147483647 h 1186"/>
                  <a:gd name="T34" fmla="*/ 2147483647 w 364"/>
                  <a:gd name="T35" fmla="*/ 2147483647 h 1186"/>
                  <a:gd name="T36" fmla="*/ 2147483647 w 364"/>
                  <a:gd name="T37" fmla="*/ 2147483647 h 1186"/>
                  <a:gd name="T38" fmla="*/ 2147483647 w 364"/>
                  <a:gd name="T39" fmla="*/ 2147483647 h 1186"/>
                  <a:gd name="T40" fmla="*/ 2147483647 w 364"/>
                  <a:gd name="T41" fmla="*/ 2147483647 h 1186"/>
                  <a:gd name="T42" fmla="*/ 0 w 364"/>
                  <a:gd name="T43" fmla="*/ 2147483647 h 1186"/>
                  <a:gd name="T44" fmla="*/ 2147483647 w 364"/>
                  <a:gd name="T45" fmla="*/ 2147483647 h 1186"/>
                  <a:gd name="T46" fmla="*/ 2147483647 w 364"/>
                  <a:gd name="T47" fmla="*/ 2147483647 h 1186"/>
                  <a:gd name="T48" fmla="*/ 2147483647 w 364"/>
                  <a:gd name="T49" fmla="*/ 2147483647 h 1186"/>
                  <a:gd name="T50" fmla="*/ 2147483647 w 364"/>
                  <a:gd name="T51" fmla="*/ 2147483647 h 1186"/>
                  <a:gd name="T52" fmla="*/ 2147483647 w 364"/>
                  <a:gd name="T53" fmla="*/ 2147483647 h 1186"/>
                  <a:gd name="T54" fmla="*/ 2147483647 w 364"/>
                  <a:gd name="T55" fmla="*/ 2147483647 h 1186"/>
                  <a:gd name="T56" fmla="*/ 2147483647 w 364"/>
                  <a:gd name="T57" fmla="*/ 2147483647 h 1186"/>
                  <a:gd name="T58" fmla="*/ 2147483647 w 364"/>
                  <a:gd name="T59" fmla="*/ 2147483647 h 1186"/>
                  <a:gd name="T60" fmla="*/ 2147483647 w 364"/>
                  <a:gd name="T61" fmla="*/ 2147483647 h 1186"/>
                  <a:gd name="T62" fmla="*/ 2147483647 w 364"/>
                  <a:gd name="T63" fmla="*/ 2147483647 h 1186"/>
                  <a:gd name="T64" fmla="*/ 2147483647 w 364"/>
                  <a:gd name="T65" fmla="*/ 2147483647 h 1186"/>
                  <a:gd name="T66" fmla="*/ 2147483647 w 364"/>
                  <a:gd name="T67" fmla="*/ 2147483647 h 1186"/>
                  <a:gd name="T68" fmla="*/ 2147483647 w 364"/>
                  <a:gd name="T69" fmla="*/ 2147483647 h 1186"/>
                  <a:gd name="T70" fmla="*/ 2147483647 w 364"/>
                  <a:gd name="T71" fmla="*/ 2147483647 h 1186"/>
                  <a:gd name="T72" fmla="*/ 2147483647 w 364"/>
                  <a:gd name="T73" fmla="*/ 2147483647 h 1186"/>
                  <a:gd name="T74" fmla="*/ 2147483647 w 364"/>
                  <a:gd name="T75" fmla="*/ 2147483647 h 1186"/>
                  <a:gd name="T76" fmla="*/ 2147483647 w 364"/>
                  <a:gd name="T77" fmla="*/ 2147483647 h 1186"/>
                  <a:gd name="T78" fmla="*/ 2147483647 w 364"/>
                  <a:gd name="T79" fmla="*/ 2147483647 h 1186"/>
                  <a:gd name="T80" fmla="*/ 2147483647 w 364"/>
                  <a:gd name="T81" fmla="*/ 2147483647 h 1186"/>
                  <a:gd name="T82" fmla="*/ 2147483647 w 364"/>
                  <a:gd name="T83" fmla="*/ 2147483647 h 1186"/>
                  <a:gd name="T84" fmla="*/ 2147483647 w 364"/>
                  <a:gd name="T85" fmla="*/ 2147483647 h 1186"/>
                  <a:gd name="T86" fmla="*/ 2147483647 w 364"/>
                  <a:gd name="T87" fmla="*/ 2147483647 h 1186"/>
                  <a:gd name="T88" fmla="*/ 2147483647 w 364"/>
                  <a:gd name="T89" fmla="*/ 2147483647 h 1186"/>
                  <a:gd name="T90" fmla="*/ 2147483647 w 364"/>
                  <a:gd name="T91" fmla="*/ 2147483647 h 1186"/>
                  <a:gd name="T92" fmla="*/ 2147483647 w 364"/>
                  <a:gd name="T93" fmla="*/ 2147483647 h 1186"/>
                  <a:gd name="T94" fmla="*/ 2147483647 w 364"/>
                  <a:gd name="T95" fmla="*/ 2147483647 h 1186"/>
                  <a:gd name="T96" fmla="*/ 2147483647 w 364"/>
                  <a:gd name="T97" fmla="*/ 2147483647 h 1186"/>
                  <a:gd name="T98" fmla="*/ 2147483647 w 364"/>
                  <a:gd name="T99" fmla="*/ 2147483647 h 1186"/>
                  <a:gd name="T100" fmla="*/ 2147483647 w 364"/>
                  <a:gd name="T101" fmla="*/ 2147483647 h 1186"/>
                  <a:gd name="T102" fmla="*/ 2147483647 w 364"/>
                  <a:gd name="T103" fmla="*/ 2147483647 h 1186"/>
                  <a:gd name="T104" fmla="*/ 2147483647 w 364"/>
                  <a:gd name="T105" fmla="*/ 2147483647 h 1186"/>
                  <a:gd name="T106" fmla="*/ 2147483647 w 364"/>
                  <a:gd name="T107" fmla="*/ 2147483647 h 1186"/>
                  <a:gd name="T108" fmla="*/ 2147483647 w 364"/>
                  <a:gd name="T109" fmla="*/ 2147483647 h 1186"/>
                  <a:gd name="T110" fmla="*/ 2147483647 w 364"/>
                  <a:gd name="T111" fmla="*/ 2147483647 h 1186"/>
                  <a:gd name="T112" fmla="*/ 2147483647 w 364"/>
                  <a:gd name="T113" fmla="*/ 2147483647 h 1186"/>
                  <a:gd name="T114" fmla="*/ 2147483647 w 364"/>
                  <a:gd name="T115" fmla="*/ 2147483647 h 1186"/>
                  <a:gd name="T116" fmla="*/ 2147483647 w 364"/>
                  <a:gd name="T117" fmla="*/ 2147483647 h 1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4"/>
                  <a:gd name="T178" fmla="*/ 0 h 1186"/>
                  <a:gd name="T179" fmla="*/ 364 w 364"/>
                  <a:gd name="T180" fmla="*/ 1186 h 1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4" h="1186">
                    <a:moveTo>
                      <a:pt x="350" y="338"/>
                    </a:moveTo>
                    <a:lnTo>
                      <a:pt x="350" y="338"/>
                    </a:lnTo>
                    <a:lnTo>
                      <a:pt x="342" y="314"/>
                    </a:lnTo>
                    <a:lnTo>
                      <a:pt x="336" y="286"/>
                    </a:lnTo>
                    <a:lnTo>
                      <a:pt x="326" y="232"/>
                    </a:lnTo>
                    <a:lnTo>
                      <a:pt x="322" y="224"/>
                    </a:lnTo>
                    <a:lnTo>
                      <a:pt x="318" y="216"/>
                    </a:lnTo>
                    <a:lnTo>
                      <a:pt x="312" y="212"/>
                    </a:lnTo>
                    <a:lnTo>
                      <a:pt x="306" y="210"/>
                    </a:lnTo>
                    <a:lnTo>
                      <a:pt x="278" y="200"/>
                    </a:lnTo>
                    <a:lnTo>
                      <a:pt x="258" y="192"/>
                    </a:lnTo>
                    <a:lnTo>
                      <a:pt x="246" y="186"/>
                    </a:lnTo>
                    <a:lnTo>
                      <a:pt x="240" y="180"/>
                    </a:lnTo>
                    <a:lnTo>
                      <a:pt x="234" y="174"/>
                    </a:lnTo>
                    <a:lnTo>
                      <a:pt x="230" y="168"/>
                    </a:lnTo>
                    <a:lnTo>
                      <a:pt x="224" y="162"/>
                    </a:lnTo>
                    <a:lnTo>
                      <a:pt x="220" y="158"/>
                    </a:lnTo>
                    <a:lnTo>
                      <a:pt x="216" y="156"/>
                    </a:lnTo>
                    <a:lnTo>
                      <a:pt x="216" y="146"/>
                    </a:lnTo>
                    <a:lnTo>
                      <a:pt x="218" y="140"/>
                    </a:lnTo>
                    <a:lnTo>
                      <a:pt x="222" y="136"/>
                    </a:lnTo>
                    <a:lnTo>
                      <a:pt x="228" y="126"/>
                    </a:lnTo>
                    <a:lnTo>
                      <a:pt x="236" y="110"/>
                    </a:lnTo>
                    <a:lnTo>
                      <a:pt x="238" y="102"/>
                    </a:lnTo>
                    <a:lnTo>
                      <a:pt x="238" y="96"/>
                    </a:lnTo>
                    <a:lnTo>
                      <a:pt x="238" y="90"/>
                    </a:lnTo>
                    <a:lnTo>
                      <a:pt x="234" y="88"/>
                    </a:lnTo>
                    <a:lnTo>
                      <a:pt x="236" y="76"/>
                    </a:lnTo>
                    <a:lnTo>
                      <a:pt x="236" y="68"/>
                    </a:lnTo>
                    <a:lnTo>
                      <a:pt x="236" y="56"/>
                    </a:lnTo>
                    <a:lnTo>
                      <a:pt x="232" y="42"/>
                    </a:lnTo>
                    <a:lnTo>
                      <a:pt x="230" y="32"/>
                    </a:lnTo>
                    <a:lnTo>
                      <a:pt x="226" y="24"/>
                    </a:lnTo>
                    <a:lnTo>
                      <a:pt x="222" y="16"/>
                    </a:lnTo>
                    <a:lnTo>
                      <a:pt x="214" y="10"/>
                    </a:lnTo>
                    <a:lnTo>
                      <a:pt x="204" y="4"/>
                    </a:lnTo>
                    <a:lnTo>
                      <a:pt x="192" y="0"/>
                    </a:lnTo>
                    <a:lnTo>
                      <a:pt x="174" y="0"/>
                    </a:lnTo>
                    <a:lnTo>
                      <a:pt x="158" y="2"/>
                    </a:lnTo>
                    <a:lnTo>
                      <a:pt x="146" y="6"/>
                    </a:lnTo>
                    <a:lnTo>
                      <a:pt x="136" y="14"/>
                    </a:lnTo>
                    <a:lnTo>
                      <a:pt x="128" y="20"/>
                    </a:lnTo>
                    <a:lnTo>
                      <a:pt x="124" y="28"/>
                    </a:lnTo>
                    <a:lnTo>
                      <a:pt x="120" y="36"/>
                    </a:lnTo>
                    <a:lnTo>
                      <a:pt x="118" y="44"/>
                    </a:lnTo>
                    <a:lnTo>
                      <a:pt x="116" y="60"/>
                    </a:lnTo>
                    <a:lnTo>
                      <a:pt x="118" y="72"/>
                    </a:lnTo>
                    <a:lnTo>
                      <a:pt x="120" y="82"/>
                    </a:lnTo>
                    <a:lnTo>
                      <a:pt x="118" y="84"/>
                    </a:lnTo>
                    <a:lnTo>
                      <a:pt x="116" y="92"/>
                    </a:lnTo>
                    <a:lnTo>
                      <a:pt x="116" y="98"/>
                    </a:lnTo>
                    <a:lnTo>
                      <a:pt x="118" y="106"/>
                    </a:lnTo>
                    <a:lnTo>
                      <a:pt x="122" y="116"/>
                    </a:lnTo>
                    <a:lnTo>
                      <a:pt x="130" y="126"/>
                    </a:lnTo>
                    <a:lnTo>
                      <a:pt x="132" y="128"/>
                    </a:lnTo>
                    <a:lnTo>
                      <a:pt x="134" y="130"/>
                    </a:lnTo>
                    <a:lnTo>
                      <a:pt x="136" y="136"/>
                    </a:lnTo>
                    <a:lnTo>
                      <a:pt x="138" y="152"/>
                    </a:lnTo>
                    <a:lnTo>
                      <a:pt x="140" y="158"/>
                    </a:lnTo>
                    <a:lnTo>
                      <a:pt x="138" y="164"/>
                    </a:lnTo>
                    <a:lnTo>
                      <a:pt x="134" y="168"/>
                    </a:lnTo>
                    <a:lnTo>
                      <a:pt x="126" y="174"/>
                    </a:lnTo>
                    <a:lnTo>
                      <a:pt x="112" y="186"/>
                    </a:lnTo>
                    <a:lnTo>
                      <a:pt x="102" y="192"/>
                    </a:lnTo>
                    <a:lnTo>
                      <a:pt x="90" y="198"/>
                    </a:lnTo>
                    <a:lnTo>
                      <a:pt x="70" y="204"/>
                    </a:lnTo>
                    <a:lnTo>
                      <a:pt x="62" y="208"/>
                    </a:lnTo>
                    <a:lnTo>
                      <a:pt x="52" y="212"/>
                    </a:lnTo>
                    <a:lnTo>
                      <a:pt x="46" y="216"/>
                    </a:lnTo>
                    <a:lnTo>
                      <a:pt x="42" y="222"/>
                    </a:lnTo>
                    <a:lnTo>
                      <a:pt x="38" y="228"/>
                    </a:lnTo>
                    <a:lnTo>
                      <a:pt x="36" y="236"/>
                    </a:lnTo>
                    <a:lnTo>
                      <a:pt x="32" y="274"/>
                    </a:lnTo>
                    <a:lnTo>
                      <a:pt x="30" y="302"/>
                    </a:lnTo>
                    <a:lnTo>
                      <a:pt x="24" y="392"/>
                    </a:lnTo>
                    <a:lnTo>
                      <a:pt x="18" y="448"/>
                    </a:lnTo>
                    <a:lnTo>
                      <a:pt x="14" y="482"/>
                    </a:lnTo>
                    <a:lnTo>
                      <a:pt x="10" y="514"/>
                    </a:lnTo>
                    <a:lnTo>
                      <a:pt x="8" y="540"/>
                    </a:lnTo>
                    <a:lnTo>
                      <a:pt x="6" y="566"/>
                    </a:lnTo>
                    <a:lnTo>
                      <a:pt x="4" y="588"/>
                    </a:lnTo>
                    <a:lnTo>
                      <a:pt x="6" y="594"/>
                    </a:lnTo>
                    <a:lnTo>
                      <a:pt x="8" y="598"/>
                    </a:lnTo>
                    <a:lnTo>
                      <a:pt x="12" y="598"/>
                    </a:lnTo>
                    <a:lnTo>
                      <a:pt x="4" y="616"/>
                    </a:lnTo>
                    <a:lnTo>
                      <a:pt x="2" y="626"/>
                    </a:lnTo>
                    <a:lnTo>
                      <a:pt x="0" y="638"/>
                    </a:lnTo>
                    <a:lnTo>
                      <a:pt x="2" y="650"/>
                    </a:lnTo>
                    <a:lnTo>
                      <a:pt x="6" y="660"/>
                    </a:lnTo>
                    <a:lnTo>
                      <a:pt x="14" y="670"/>
                    </a:lnTo>
                    <a:lnTo>
                      <a:pt x="26" y="676"/>
                    </a:lnTo>
                    <a:lnTo>
                      <a:pt x="36" y="680"/>
                    </a:lnTo>
                    <a:lnTo>
                      <a:pt x="40" y="680"/>
                    </a:lnTo>
                    <a:lnTo>
                      <a:pt x="42" y="678"/>
                    </a:lnTo>
                    <a:lnTo>
                      <a:pt x="42" y="674"/>
                    </a:lnTo>
                    <a:lnTo>
                      <a:pt x="38" y="670"/>
                    </a:lnTo>
                    <a:lnTo>
                      <a:pt x="36" y="664"/>
                    </a:lnTo>
                    <a:lnTo>
                      <a:pt x="34" y="660"/>
                    </a:lnTo>
                    <a:lnTo>
                      <a:pt x="34" y="654"/>
                    </a:lnTo>
                    <a:lnTo>
                      <a:pt x="36" y="650"/>
                    </a:lnTo>
                    <a:lnTo>
                      <a:pt x="34" y="644"/>
                    </a:lnTo>
                    <a:lnTo>
                      <a:pt x="34" y="636"/>
                    </a:lnTo>
                    <a:lnTo>
                      <a:pt x="38" y="628"/>
                    </a:lnTo>
                    <a:lnTo>
                      <a:pt x="40" y="622"/>
                    </a:lnTo>
                    <a:lnTo>
                      <a:pt x="38" y="616"/>
                    </a:lnTo>
                    <a:lnTo>
                      <a:pt x="38" y="612"/>
                    </a:lnTo>
                    <a:lnTo>
                      <a:pt x="38" y="608"/>
                    </a:lnTo>
                    <a:lnTo>
                      <a:pt x="40" y="606"/>
                    </a:lnTo>
                    <a:lnTo>
                      <a:pt x="42" y="604"/>
                    </a:lnTo>
                    <a:lnTo>
                      <a:pt x="44" y="604"/>
                    </a:lnTo>
                    <a:lnTo>
                      <a:pt x="48" y="602"/>
                    </a:lnTo>
                    <a:lnTo>
                      <a:pt x="50" y="596"/>
                    </a:lnTo>
                    <a:lnTo>
                      <a:pt x="50" y="594"/>
                    </a:lnTo>
                    <a:lnTo>
                      <a:pt x="58" y="534"/>
                    </a:lnTo>
                    <a:lnTo>
                      <a:pt x="56" y="568"/>
                    </a:lnTo>
                    <a:lnTo>
                      <a:pt x="56" y="578"/>
                    </a:lnTo>
                    <a:lnTo>
                      <a:pt x="56" y="586"/>
                    </a:lnTo>
                    <a:lnTo>
                      <a:pt x="60" y="598"/>
                    </a:lnTo>
                    <a:lnTo>
                      <a:pt x="62" y="612"/>
                    </a:lnTo>
                    <a:lnTo>
                      <a:pt x="62" y="644"/>
                    </a:lnTo>
                    <a:lnTo>
                      <a:pt x="64" y="686"/>
                    </a:lnTo>
                    <a:lnTo>
                      <a:pt x="70" y="758"/>
                    </a:lnTo>
                    <a:lnTo>
                      <a:pt x="76" y="832"/>
                    </a:lnTo>
                    <a:lnTo>
                      <a:pt x="78" y="876"/>
                    </a:lnTo>
                    <a:lnTo>
                      <a:pt x="80" y="948"/>
                    </a:lnTo>
                    <a:lnTo>
                      <a:pt x="80" y="990"/>
                    </a:lnTo>
                    <a:lnTo>
                      <a:pt x="76" y="1022"/>
                    </a:lnTo>
                    <a:lnTo>
                      <a:pt x="74" y="1044"/>
                    </a:lnTo>
                    <a:lnTo>
                      <a:pt x="72" y="1068"/>
                    </a:lnTo>
                    <a:lnTo>
                      <a:pt x="74" y="1088"/>
                    </a:lnTo>
                    <a:lnTo>
                      <a:pt x="76" y="1104"/>
                    </a:lnTo>
                    <a:lnTo>
                      <a:pt x="84" y="1124"/>
                    </a:lnTo>
                    <a:lnTo>
                      <a:pt x="86" y="1130"/>
                    </a:lnTo>
                    <a:lnTo>
                      <a:pt x="84" y="1134"/>
                    </a:lnTo>
                    <a:lnTo>
                      <a:pt x="66" y="1150"/>
                    </a:lnTo>
                    <a:lnTo>
                      <a:pt x="56" y="1162"/>
                    </a:lnTo>
                    <a:lnTo>
                      <a:pt x="54" y="1166"/>
                    </a:lnTo>
                    <a:lnTo>
                      <a:pt x="54" y="1170"/>
                    </a:lnTo>
                    <a:lnTo>
                      <a:pt x="56" y="1174"/>
                    </a:lnTo>
                    <a:lnTo>
                      <a:pt x="60" y="1176"/>
                    </a:lnTo>
                    <a:lnTo>
                      <a:pt x="72" y="1180"/>
                    </a:lnTo>
                    <a:lnTo>
                      <a:pt x="86" y="1180"/>
                    </a:lnTo>
                    <a:lnTo>
                      <a:pt x="102" y="1174"/>
                    </a:lnTo>
                    <a:lnTo>
                      <a:pt x="118" y="1168"/>
                    </a:lnTo>
                    <a:lnTo>
                      <a:pt x="134" y="1164"/>
                    </a:lnTo>
                    <a:lnTo>
                      <a:pt x="146" y="1160"/>
                    </a:lnTo>
                    <a:lnTo>
                      <a:pt x="150" y="1158"/>
                    </a:lnTo>
                    <a:lnTo>
                      <a:pt x="152" y="1156"/>
                    </a:lnTo>
                    <a:lnTo>
                      <a:pt x="152" y="1152"/>
                    </a:lnTo>
                    <a:lnTo>
                      <a:pt x="150" y="1146"/>
                    </a:lnTo>
                    <a:lnTo>
                      <a:pt x="148" y="1138"/>
                    </a:lnTo>
                    <a:lnTo>
                      <a:pt x="150" y="1130"/>
                    </a:lnTo>
                    <a:lnTo>
                      <a:pt x="154" y="1116"/>
                    </a:lnTo>
                    <a:lnTo>
                      <a:pt x="156" y="1106"/>
                    </a:lnTo>
                    <a:lnTo>
                      <a:pt x="156" y="1090"/>
                    </a:lnTo>
                    <a:lnTo>
                      <a:pt x="156" y="1052"/>
                    </a:lnTo>
                    <a:lnTo>
                      <a:pt x="156" y="984"/>
                    </a:lnTo>
                    <a:lnTo>
                      <a:pt x="158" y="920"/>
                    </a:lnTo>
                    <a:lnTo>
                      <a:pt x="162" y="886"/>
                    </a:lnTo>
                    <a:lnTo>
                      <a:pt x="164" y="868"/>
                    </a:lnTo>
                    <a:lnTo>
                      <a:pt x="168" y="840"/>
                    </a:lnTo>
                    <a:lnTo>
                      <a:pt x="174" y="772"/>
                    </a:lnTo>
                    <a:lnTo>
                      <a:pt x="178" y="706"/>
                    </a:lnTo>
                    <a:lnTo>
                      <a:pt x="178" y="666"/>
                    </a:lnTo>
                    <a:lnTo>
                      <a:pt x="178" y="624"/>
                    </a:lnTo>
                    <a:lnTo>
                      <a:pt x="182" y="650"/>
                    </a:lnTo>
                    <a:lnTo>
                      <a:pt x="190" y="714"/>
                    </a:lnTo>
                    <a:lnTo>
                      <a:pt x="194" y="756"/>
                    </a:lnTo>
                    <a:lnTo>
                      <a:pt x="196" y="800"/>
                    </a:lnTo>
                    <a:lnTo>
                      <a:pt x="200" y="840"/>
                    </a:lnTo>
                    <a:lnTo>
                      <a:pt x="204" y="878"/>
                    </a:lnTo>
                    <a:lnTo>
                      <a:pt x="206" y="914"/>
                    </a:lnTo>
                    <a:lnTo>
                      <a:pt x="208" y="954"/>
                    </a:lnTo>
                    <a:lnTo>
                      <a:pt x="206" y="1012"/>
                    </a:lnTo>
                    <a:lnTo>
                      <a:pt x="206" y="1040"/>
                    </a:lnTo>
                    <a:lnTo>
                      <a:pt x="206" y="1078"/>
                    </a:lnTo>
                    <a:lnTo>
                      <a:pt x="208" y="1096"/>
                    </a:lnTo>
                    <a:lnTo>
                      <a:pt x="208" y="1112"/>
                    </a:lnTo>
                    <a:lnTo>
                      <a:pt x="212" y="1124"/>
                    </a:lnTo>
                    <a:lnTo>
                      <a:pt x="214" y="1126"/>
                    </a:lnTo>
                    <a:lnTo>
                      <a:pt x="216" y="1128"/>
                    </a:lnTo>
                    <a:lnTo>
                      <a:pt x="218" y="1142"/>
                    </a:lnTo>
                    <a:lnTo>
                      <a:pt x="220" y="1154"/>
                    </a:lnTo>
                    <a:lnTo>
                      <a:pt x="222" y="1162"/>
                    </a:lnTo>
                    <a:lnTo>
                      <a:pt x="226" y="1172"/>
                    </a:lnTo>
                    <a:lnTo>
                      <a:pt x="234" y="1178"/>
                    </a:lnTo>
                    <a:lnTo>
                      <a:pt x="246" y="1184"/>
                    </a:lnTo>
                    <a:lnTo>
                      <a:pt x="252" y="1186"/>
                    </a:lnTo>
                    <a:lnTo>
                      <a:pt x="262" y="1186"/>
                    </a:lnTo>
                    <a:lnTo>
                      <a:pt x="282" y="1182"/>
                    </a:lnTo>
                    <a:lnTo>
                      <a:pt x="290" y="1178"/>
                    </a:lnTo>
                    <a:lnTo>
                      <a:pt x="292" y="1176"/>
                    </a:lnTo>
                    <a:lnTo>
                      <a:pt x="294" y="1174"/>
                    </a:lnTo>
                    <a:lnTo>
                      <a:pt x="292" y="1168"/>
                    </a:lnTo>
                    <a:lnTo>
                      <a:pt x="288" y="1162"/>
                    </a:lnTo>
                    <a:lnTo>
                      <a:pt x="276" y="1148"/>
                    </a:lnTo>
                    <a:lnTo>
                      <a:pt x="274" y="1142"/>
                    </a:lnTo>
                    <a:lnTo>
                      <a:pt x="274" y="1140"/>
                    </a:lnTo>
                    <a:lnTo>
                      <a:pt x="274" y="1138"/>
                    </a:lnTo>
                    <a:lnTo>
                      <a:pt x="280" y="1132"/>
                    </a:lnTo>
                    <a:lnTo>
                      <a:pt x="284" y="1130"/>
                    </a:lnTo>
                    <a:lnTo>
                      <a:pt x="288" y="1128"/>
                    </a:lnTo>
                    <a:lnTo>
                      <a:pt x="288" y="1122"/>
                    </a:lnTo>
                    <a:lnTo>
                      <a:pt x="286" y="936"/>
                    </a:lnTo>
                    <a:lnTo>
                      <a:pt x="288" y="864"/>
                    </a:lnTo>
                    <a:lnTo>
                      <a:pt x="288" y="834"/>
                    </a:lnTo>
                    <a:lnTo>
                      <a:pt x="286" y="810"/>
                    </a:lnTo>
                    <a:lnTo>
                      <a:pt x="286" y="780"/>
                    </a:lnTo>
                    <a:lnTo>
                      <a:pt x="288" y="738"/>
                    </a:lnTo>
                    <a:lnTo>
                      <a:pt x="290" y="660"/>
                    </a:lnTo>
                    <a:lnTo>
                      <a:pt x="290" y="602"/>
                    </a:lnTo>
                    <a:lnTo>
                      <a:pt x="304" y="598"/>
                    </a:lnTo>
                    <a:lnTo>
                      <a:pt x="314" y="590"/>
                    </a:lnTo>
                    <a:lnTo>
                      <a:pt x="322" y="582"/>
                    </a:lnTo>
                    <a:lnTo>
                      <a:pt x="326" y="572"/>
                    </a:lnTo>
                    <a:lnTo>
                      <a:pt x="330" y="564"/>
                    </a:lnTo>
                    <a:lnTo>
                      <a:pt x="330" y="556"/>
                    </a:lnTo>
                    <a:lnTo>
                      <a:pt x="330" y="544"/>
                    </a:lnTo>
                    <a:lnTo>
                      <a:pt x="332" y="536"/>
                    </a:lnTo>
                    <a:lnTo>
                      <a:pt x="334" y="530"/>
                    </a:lnTo>
                    <a:lnTo>
                      <a:pt x="338" y="526"/>
                    </a:lnTo>
                    <a:lnTo>
                      <a:pt x="340" y="526"/>
                    </a:lnTo>
                    <a:lnTo>
                      <a:pt x="344" y="526"/>
                    </a:lnTo>
                    <a:lnTo>
                      <a:pt x="346" y="526"/>
                    </a:lnTo>
                    <a:lnTo>
                      <a:pt x="348" y="524"/>
                    </a:lnTo>
                    <a:lnTo>
                      <a:pt x="352" y="514"/>
                    </a:lnTo>
                    <a:lnTo>
                      <a:pt x="354" y="502"/>
                    </a:lnTo>
                    <a:lnTo>
                      <a:pt x="356" y="492"/>
                    </a:lnTo>
                    <a:lnTo>
                      <a:pt x="358" y="454"/>
                    </a:lnTo>
                    <a:lnTo>
                      <a:pt x="362" y="416"/>
                    </a:lnTo>
                    <a:lnTo>
                      <a:pt x="364" y="396"/>
                    </a:lnTo>
                    <a:lnTo>
                      <a:pt x="362" y="382"/>
                    </a:lnTo>
                    <a:lnTo>
                      <a:pt x="356" y="362"/>
                    </a:lnTo>
                    <a:lnTo>
                      <a:pt x="350" y="33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14" name="Freeform 127"/>
              <p:cNvSpPr>
                <a:spLocks/>
              </p:cNvSpPr>
              <p:nvPr/>
            </p:nvSpPr>
            <p:spPr bwMode="auto">
              <a:xfrm>
                <a:off x="3016156" y="1924561"/>
                <a:ext cx="209678" cy="353852"/>
              </a:xfrm>
              <a:custGeom>
                <a:avLst/>
                <a:gdLst>
                  <a:gd name="T0" fmla="*/ 0 w 102"/>
                  <a:gd name="T1" fmla="*/ 2147483647 h 172"/>
                  <a:gd name="T2" fmla="*/ 0 w 102"/>
                  <a:gd name="T3" fmla="*/ 2147483647 h 172"/>
                  <a:gd name="T4" fmla="*/ 2147483647 w 102"/>
                  <a:gd name="T5" fmla="*/ 2147483647 h 172"/>
                  <a:gd name="T6" fmla="*/ 2147483647 w 102"/>
                  <a:gd name="T7" fmla="*/ 2147483647 h 172"/>
                  <a:gd name="T8" fmla="*/ 2147483647 w 102"/>
                  <a:gd name="T9" fmla="*/ 2147483647 h 172"/>
                  <a:gd name="T10" fmla="*/ 2147483647 w 102"/>
                  <a:gd name="T11" fmla="*/ 2147483647 h 172"/>
                  <a:gd name="T12" fmla="*/ 2147483647 w 102"/>
                  <a:gd name="T13" fmla="*/ 2147483647 h 172"/>
                  <a:gd name="T14" fmla="*/ 2147483647 w 102"/>
                  <a:gd name="T15" fmla="*/ 2147483647 h 172"/>
                  <a:gd name="T16" fmla="*/ 2147483647 w 102"/>
                  <a:gd name="T17" fmla="*/ 2147483647 h 172"/>
                  <a:gd name="T18" fmla="*/ 2147483647 w 102"/>
                  <a:gd name="T19" fmla="*/ 2147483647 h 172"/>
                  <a:gd name="T20" fmla="*/ 2147483647 w 102"/>
                  <a:gd name="T21" fmla="*/ 2147483647 h 172"/>
                  <a:gd name="T22" fmla="*/ 2147483647 w 102"/>
                  <a:gd name="T23" fmla="*/ 2147483647 h 172"/>
                  <a:gd name="T24" fmla="*/ 2147483647 w 102"/>
                  <a:gd name="T25" fmla="*/ 2147483647 h 172"/>
                  <a:gd name="T26" fmla="*/ 2147483647 w 102"/>
                  <a:gd name="T27" fmla="*/ 2147483647 h 172"/>
                  <a:gd name="T28" fmla="*/ 2147483647 w 102"/>
                  <a:gd name="T29" fmla="*/ 2147483647 h 172"/>
                  <a:gd name="T30" fmla="*/ 2147483647 w 102"/>
                  <a:gd name="T31" fmla="*/ 2147483647 h 172"/>
                  <a:gd name="T32" fmla="*/ 2147483647 w 102"/>
                  <a:gd name="T33" fmla="*/ 2147483647 h 172"/>
                  <a:gd name="T34" fmla="*/ 2147483647 w 102"/>
                  <a:gd name="T35" fmla="*/ 2147483647 h 172"/>
                  <a:gd name="T36" fmla="*/ 2147483647 w 102"/>
                  <a:gd name="T37" fmla="*/ 2147483647 h 172"/>
                  <a:gd name="T38" fmla="*/ 2147483647 w 102"/>
                  <a:gd name="T39" fmla="*/ 2147483647 h 172"/>
                  <a:gd name="T40" fmla="*/ 2147483647 w 102"/>
                  <a:gd name="T41" fmla="*/ 2147483647 h 172"/>
                  <a:gd name="T42" fmla="*/ 2147483647 w 102"/>
                  <a:gd name="T43" fmla="*/ 2147483647 h 172"/>
                  <a:gd name="T44" fmla="*/ 2147483647 w 102"/>
                  <a:gd name="T45" fmla="*/ 2147483647 h 172"/>
                  <a:gd name="T46" fmla="*/ 2147483647 w 102"/>
                  <a:gd name="T47" fmla="*/ 2147483647 h 172"/>
                  <a:gd name="T48" fmla="*/ 2147483647 w 102"/>
                  <a:gd name="T49" fmla="*/ 2147483647 h 172"/>
                  <a:gd name="T50" fmla="*/ 2147483647 w 102"/>
                  <a:gd name="T51" fmla="*/ 0 h 172"/>
                  <a:gd name="T52" fmla="*/ 2147483647 w 102"/>
                  <a:gd name="T53" fmla="*/ 0 h 172"/>
                  <a:gd name="T54" fmla="*/ 2147483647 w 102"/>
                  <a:gd name="T55" fmla="*/ 0 h 172"/>
                  <a:gd name="T56" fmla="*/ 2147483647 w 102"/>
                  <a:gd name="T57" fmla="*/ 2147483647 h 172"/>
                  <a:gd name="T58" fmla="*/ 2147483647 w 102"/>
                  <a:gd name="T59" fmla="*/ 2147483647 h 172"/>
                  <a:gd name="T60" fmla="*/ 2147483647 w 102"/>
                  <a:gd name="T61" fmla="*/ 2147483647 h 172"/>
                  <a:gd name="T62" fmla="*/ 2147483647 w 102"/>
                  <a:gd name="T63" fmla="*/ 2147483647 h 172"/>
                  <a:gd name="T64" fmla="*/ 2147483647 w 102"/>
                  <a:gd name="T65" fmla="*/ 2147483647 h 172"/>
                  <a:gd name="T66" fmla="*/ 2147483647 w 102"/>
                  <a:gd name="T67" fmla="*/ 2147483647 h 172"/>
                  <a:gd name="T68" fmla="*/ 2147483647 w 102"/>
                  <a:gd name="T69" fmla="*/ 2147483647 h 172"/>
                  <a:gd name="T70" fmla="*/ 2147483647 w 102"/>
                  <a:gd name="T71" fmla="*/ 2147483647 h 172"/>
                  <a:gd name="T72" fmla="*/ 2147483647 w 102"/>
                  <a:gd name="T73" fmla="*/ 2147483647 h 172"/>
                  <a:gd name="T74" fmla="*/ 2147483647 w 102"/>
                  <a:gd name="T75" fmla="*/ 2147483647 h 172"/>
                  <a:gd name="T76" fmla="*/ 2147483647 w 102"/>
                  <a:gd name="T77" fmla="*/ 2147483647 h 172"/>
                  <a:gd name="T78" fmla="*/ 2147483647 w 102"/>
                  <a:gd name="T79" fmla="*/ 2147483647 h 172"/>
                  <a:gd name="T80" fmla="*/ 2147483647 w 102"/>
                  <a:gd name="T81" fmla="*/ 2147483647 h 172"/>
                  <a:gd name="T82" fmla="*/ 2147483647 w 102"/>
                  <a:gd name="T83" fmla="*/ 2147483647 h 172"/>
                  <a:gd name="T84" fmla="*/ 0 w 102"/>
                  <a:gd name="T85" fmla="*/ 2147483647 h 1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2"/>
                  <a:gd name="T130" fmla="*/ 0 h 172"/>
                  <a:gd name="T131" fmla="*/ 102 w 102"/>
                  <a:gd name="T132" fmla="*/ 172 h 1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2" h="172">
                    <a:moveTo>
                      <a:pt x="0" y="14"/>
                    </a:moveTo>
                    <a:lnTo>
                      <a:pt x="0" y="14"/>
                    </a:lnTo>
                    <a:lnTo>
                      <a:pt x="2" y="22"/>
                    </a:lnTo>
                    <a:lnTo>
                      <a:pt x="4" y="32"/>
                    </a:lnTo>
                    <a:lnTo>
                      <a:pt x="8" y="42"/>
                    </a:lnTo>
                    <a:lnTo>
                      <a:pt x="12" y="66"/>
                    </a:lnTo>
                    <a:lnTo>
                      <a:pt x="18" y="106"/>
                    </a:lnTo>
                    <a:lnTo>
                      <a:pt x="24" y="126"/>
                    </a:lnTo>
                    <a:lnTo>
                      <a:pt x="30" y="146"/>
                    </a:lnTo>
                    <a:lnTo>
                      <a:pt x="38" y="162"/>
                    </a:lnTo>
                    <a:lnTo>
                      <a:pt x="42" y="168"/>
                    </a:lnTo>
                    <a:lnTo>
                      <a:pt x="46" y="172"/>
                    </a:lnTo>
                    <a:lnTo>
                      <a:pt x="64" y="144"/>
                    </a:lnTo>
                    <a:lnTo>
                      <a:pt x="78" y="118"/>
                    </a:lnTo>
                    <a:lnTo>
                      <a:pt x="90" y="94"/>
                    </a:lnTo>
                    <a:lnTo>
                      <a:pt x="98" y="72"/>
                    </a:lnTo>
                    <a:lnTo>
                      <a:pt x="102" y="52"/>
                    </a:lnTo>
                    <a:lnTo>
                      <a:pt x="102" y="34"/>
                    </a:lnTo>
                    <a:lnTo>
                      <a:pt x="100" y="16"/>
                    </a:lnTo>
                    <a:lnTo>
                      <a:pt x="100" y="10"/>
                    </a:lnTo>
                    <a:lnTo>
                      <a:pt x="96" y="6"/>
                    </a:lnTo>
                    <a:lnTo>
                      <a:pt x="90" y="0"/>
                    </a:lnTo>
                    <a:lnTo>
                      <a:pt x="88" y="0"/>
                    </a:lnTo>
                    <a:lnTo>
                      <a:pt x="88" y="2"/>
                    </a:lnTo>
                    <a:lnTo>
                      <a:pt x="86" y="6"/>
                    </a:lnTo>
                    <a:lnTo>
                      <a:pt x="86" y="14"/>
                    </a:lnTo>
                    <a:lnTo>
                      <a:pt x="82" y="20"/>
                    </a:lnTo>
                    <a:lnTo>
                      <a:pt x="74" y="30"/>
                    </a:lnTo>
                    <a:lnTo>
                      <a:pt x="66" y="34"/>
                    </a:lnTo>
                    <a:lnTo>
                      <a:pt x="56" y="38"/>
                    </a:lnTo>
                    <a:lnTo>
                      <a:pt x="44" y="38"/>
                    </a:lnTo>
                    <a:lnTo>
                      <a:pt x="32" y="34"/>
                    </a:lnTo>
                    <a:lnTo>
                      <a:pt x="20" y="26"/>
                    </a:lnTo>
                    <a:lnTo>
                      <a:pt x="12" y="16"/>
                    </a:lnTo>
                    <a:lnTo>
                      <a:pt x="6" y="6"/>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5" name="Freeform 128"/>
              <p:cNvSpPr>
                <a:spLocks/>
              </p:cNvSpPr>
              <p:nvPr/>
            </p:nvSpPr>
            <p:spPr bwMode="auto">
              <a:xfrm>
                <a:off x="3090470" y="2007429"/>
                <a:ext cx="62532" cy="292981"/>
              </a:xfrm>
              <a:custGeom>
                <a:avLst/>
                <a:gdLst>
                  <a:gd name="T0" fmla="*/ 2147483647 w 30"/>
                  <a:gd name="T1" fmla="*/ 2147483647 h 136"/>
                  <a:gd name="T2" fmla="*/ 2147483647 w 30"/>
                  <a:gd name="T3" fmla="*/ 2147483647 h 136"/>
                  <a:gd name="T4" fmla="*/ 2147483647 w 30"/>
                  <a:gd name="T5" fmla="*/ 2147483647 h 136"/>
                  <a:gd name="T6" fmla="*/ 0 w 30"/>
                  <a:gd name="T7" fmla="*/ 2147483647 h 136"/>
                  <a:gd name="T8" fmla="*/ 2147483647 w 30"/>
                  <a:gd name="T9" fmla="*/ 2147483647 h 136"/>
                  <a:gd name="T10" fmla="*/ 2147483647 w 30"/>
                  <a:gd name="T11" fmla="*/ 2147483647 h 136"/>
                  <a:gd name="T12" fmla="*/ 2147483647 w 30"/>
                  <a:gd name="T13" fmla="*/ 2147483647 h 136"/>
                  <a:gd name="T14" fmla="*/ 2147483647 w 30"/>
                  <a:gd name="T15" fmla="*/ 2147483647 h 136"/>
                  <a:gd name="T16" fmla="*/ 2147483647 w 30"/>
                  <a:gd name="T17" fmla="*/ 2147483647 h 136"/>
                  <a:gd name="T18" fmla="*/ 2147483647 w 30"/>
                  <a:gd name="T19" fmla="*/ 2147483647 h 136"/>
                  <a:gd name="T20" fmla="*/ 2147483647 w 30"/>
                  <a:gd name="T21" fmla="*/ 2147483647 h 136"/>
                  <a:gd name="T22" fmla="*/ 2147483647 w 30"/>
                  <a:gd name="T23" fmla="*/ 2147483647 h 136"/>
                  <a:gd name="T24" fmla="*/ 0 w 30"/>
                  <a:gd name="T25" fmla="*/ 2147483647 h 136"/>
                  <a:gd name="T26" fmla="*/ 0 w 30"/>
                  <a:gd name="T27" fmla="*/ 2147483647 h 136"/>
                  <a:gd name="T28" fmla="*/ 0 w 30"/>
                  <a:gd name="T29" fmla="*/ 2147483647 h 136"/>
                  <a:gd name="T30" fmla="*/ 2147483647 w 30"/>
                  <a:gd name="T31" fmla="*/ 2147483647 h 136"/>
                  <a:gd name="T32" fmla="*/ 2147483647 w 30"/>
                  <a:gd name="T33" fmla="*/ 0 h 136"/>
                  <a:gd name="T34" fmla="*/ 2147483647 w 30"/>
                  <a:gd name="T35" fmla="*/ 0 h 136"/>
                  <a:gd name="T36" fmla="*/ 2147483647 w 30"/>
                  <a:gd name="T37" fmla="*/ 2147483647 h 136"/>
                  <a:gd name="T38" fmla="*/ 2147483647 w 30"/>
                  <a:gd name="T39" fmla="*/ 2147483647 h 136"/>
                  <a:gd name="T40" fmla="*/ 2147483647 w 30"/>
                  <a:gd name="T41" fmla="*/ 2147483647 h 136"/>
                  <a:gd name="T42" fmla="*/ 2147483647 w 30"/>
                  <a:gd name="T43" fmla="*/ 2147483647 h 136"/>
                  <a:gd name="T44" fmla="*/ 2147483647 w 30"/>
                  <a:gd name="T45" fmla="*/ 2147483647 h 136"/>
                  <a:gd name="T46" fmla="*/ 2147483647 w 30"/>
                  <a:gd name="T47" fmla="*/ 2147483647 h 136"/>
                  <a:gd name="T48" fmla="*/ 2147483647 w 30"/>
                  <a:gd name="T49" fmla="*/ 2147483647 h 136"/>
                  <a:gd name="T50" fmla="*/ 2147483647 w 30"/>
                  <a:gd name="T51" fmla="*/ 2147483647 h 136"/>
                  <a:gd name="T52" fmla="*/ 2147483647 w 30"/>
                  <a:gd name="T53" fmla="*/ 2147483647 h 136"/>
                  <a:gd name="T54" fmla="*/ 2147483647 w 30"/>
                  <a:gd name="T55" fmla="*/ 2147483647 h 136"/>
                  <a:gd name="T56" fmla="*/ 2147483647 w 30"/>
                  <a:gd name="T57" fmla="*/ 2147483647 h 136"/>
                  <a:gd name="T58" fmla="*/ 2147483647 w 30"/>
                  <a:gd name="T59" fmla="*/ 2147483647 h 136"/>
                  <a:gd name="T60" fmla="*/ 2147483647 w 30"/>
                  <a:gd name="T61" fmla="*/ 2147483647 h 136"/>
                  <a:gd name="T62" fmla="*/ 2147483647 w 30"/>
                  <a:gd name="T63" fmla="*/ 2147483647 h 136"/>
                  <a:gd name="T64" fmla="*/ 2147483647 w 30"/>
                  <a:gd name="T65" fmla="*/ 2147483647 h 136"/>
                  <a:gd name="T66" fmla="*/ 2147483647 w 30"/>
                  <a:gd name="T67" fmla="*/ 2147483647 h 136"/>
                  <a:gd name="T68" fmla="*/ 2147483647 w 30"/>
                  <a:gd name="T69" fmla="*/ 2147483647 h 136"/>
                  <a:gd name="T70" fmla="*/ 2147483647 w 30"/>
                  <a:gd name="T71" fmla="*/ 2147483647 h 136"/>
                  <a:gd name="T72" fmla="*/ 2147483647 w 30"/>
                  <a:gd name="T73" fmla="*/ 2147483647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
                  <a:gd name="T112" fmla="*/ 0 h 136"/>
                  <a:gd name="T113" fmla="*/ 30 w 30"/>
                  <a:gd name="T114" fmla="*/ 136 h 1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 h="136">
                    <a:moveTo>
                      <a:pt x="4" y="134"/>
                    </a:moveTo>
                    <a:lnTo>
                      <a:pt x="4" y="134"/>
                    </a:lnTo>
                    <a:lnTo>
                      <a:pt x="2" y="124"/>
                    </a:lnTo>
                    <a:lnTo>
                      <a:pt x="0" y="104"/>
                    </a:lnTo>
                    <a:lnTo>
                      <a:pt x="2" y="62"/>
                    </a:lnTo>
                    <a:lnTo>
                      <a:pt x="2" y="50"/>
                    </a:lnTo>
                    <a:lnTo>
                      <a:pt x="6" y="40"/>
                    </a:lnTo>
                    <a:lnTo>
                      <a:pt x="10" y="28"/>
                    </a:lnTo>
                    <a:lnTo>
                      <a:pt x="8" y="24"/>
                    </a:lnTo>
                    <a:lnTo>
                      <a:pt x="6" y="18"/>
                    </a:lnTo>
                    <a:lnTo>
                      <a:pt x="0" y="8"/>
                    </a:lnTo>
                    <a:lnTo>
                      <a:pt x="0" y="6"/>
                    </a:lnTo>
                    <a:lnTo>
                      <a:pt x="4" y="2"/>
                    </a:lnTo>
                    <a:lnTo>
                      <a:pt x="14" y="0"/>
                    </a:lnTo>
                    <a:lnTo>
                      <a:pt x="18" y="2"/>
                    </a:lnTo>
                    <a:lnTo>
                      <a:pt x="22" y="4"/>
                    </a:lnTo>
                    <a:lnTo>
                      <a:pt x="26" y="8"/>
                    </a:lnTo>
                    <a:lnTo>
                      <a:pt x="24" y="14"/>
                    </a:lnTo>
                    <a:lnTo>
                      <a:pt x="20" y="20"/>
                    </a:lnTo>
                    <a:lnTo>
                      <a:pt x="20" y="24"/>
                    </a:lnTo>
                    <a:lnTo>
                      <a:pt x="20" y="28"/>
                    </a:lnTo>
                    <a:lnTo>
                      <a:pt x="26" y="66"/>
                    </a:lnTo>
                    <a:lnTo>
                      <a:pt x="30" y="104"/>
                    </a:lnTo>
                    <a:lnTo>
                      <a:pt x="28" y="114"/>
                    </a:lnTo>
                    <a:lnTo>
                      <a:pt x="22" y="126"/>
                    </a:lnTo>
                    <a:lnTo>
                      <a:pt x="18" y="132"/>
                    </a:lnTo>
                    <a:lnTo>
                      <a:pt x="14" y="134"/>
                    </a:lnTo>
                    <a:lnTo>
                      <a:pt x="8" y="136"/>
                    </a:lnTo>
                    <a:lnTo>
                      <a:pt x="4" y="13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grpSp>
      <p:sp>
        <p:nvSpPr>
          <p:cNvPr id="25" name="Title 1"/>
          <p:cNvSpPr txBox="1">
            <a:spLocks/>
          </p:cNvSpPr>
          <p:nvPr/>
        </p:nvSpPr>
        <p:spPr>
          <a:xfrm>
            <a:off x="907775" y="177009"/>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lvl="0" rtl="1"/>
            <a:r>
              <a:rPr lang="ar-SA" sz="4000" b="1" u="sng" dirty="0" smtClean="0"/>
              <a:t>ج - </a:t>
            </a:r>
            <a:r>
              <a:rPr lang="ar-JO" sz="4000" b="1" u="sng" dirty="0" smtClean="0"/>
              <a:t>استخدام </a:t>
            </a:r>
            <a:r>
              <a:rPr lang="ar-JO" sz="4000" b="1" u="sng" dirty="0"/>
              <a:t>تكنولوجيا الواقع المعزز في التعليم </a:t>
            </a:r>
            <a:endParaRPr lang="en-US" sz="4000" u="sng" dirty="0"/>
          </a:p>
        </p:txBody>
      </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7997233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25" grpId="0"/>
    </p:bldLst>
  </p:timing>
</p:sld>
</file>

<file path=ppt/slides/slide10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 name="Title 4"/>
          <p:cNvSpPr>
            <a:spLocks noGrp="1"/>
          </p:cNvSpPr>
          <p:nvPr>
            <p:ph type="title"/>
          </p:nvPr>
        </p:nvSpPr>
        <p:spPr>
          <a:xfrm>
            <a:off x="212651" y="2478337"/>
            <a:ext cx="7093947" cy="2571930"/>
          </a:xfrm>
        </p:spPr>
        <p:txBody>
          <a:bodyPr>
            <a:noAutofit/>
          </a:bodyPr>
          <a:lstStyle/>
          <a:p>
            <a:pPr algn="ctr" rtl="1"/>
            <a:r>
              <a:rPr lang="ar-JO" sz="3200" dirty="0"/>
              <a:t>وهناك الكثير من تطبيقات الواقع المعزز التي تم توظيفها للأغراض التعليمية، ولعل من أبرزها وأكثرها انتشاراً اليوم في المدارس والجامعات، تطبيق أورازما</a:t>
            </a:r>
            <a:r>
              <a:rPr lang="en-US" sz="3200" dirty="0"/>
              <a:t> AURASMA </a:t>
            </a:r>
            <a:r>
              <a:rPr lang="ar-JO" sz="3200" dirty="0"/>
              <a:t>التي تستخدم وبشكل فعال في تسهيل وتيسير تصميم بيئة واقع معزز تعليمية جاذبة وثرية وممتعة</a:t>
            </a:r>
            <a:endParaRPr lang="en-AU" sz="3200" dirty="0"/>
          </a:p>
        </p:txBody>
      </p:sp>
      <p:grpSp>
        <p:nvGrpSpPr>
          <p:cNvPr id="3" name="Group 2"/>
          <p:cNvGrpSpPr/>
          <p:nvPr/>
        </p:nvGrpSpPr>
        <p:grpSpPr>
          <a:xfrm>
            <a:off x="7547298" y="1421753"/>
            <a:ext cx="4289885" cy="3748930"/>
            <a:chOff x="8010258" y="2128103"/>
            <a:chExt cx="3239180" cy="3187756"/>
          </a:xfrm>
        </p:grpSpPr>
        <p:sp>
          <p:nvSpPr>
            <p:cNvPr id="12" name="Freeform 5"/>
            <p:cNvSpPr>
              <a:spLocks noEditPoints="1"/>
            </p:cNvSpPr>
            <p:nvPr/>
          </p:nvSpPr>
          <p:spPr bwMode="auto">
            <a:xfrm>
              <a:off x="8010258" y="2241910"/>
              <a:ext cx="969011" cy="3016567"/>
            </a:xfrm>
            <a:custGeom>
              <a:avLst/>
              <a:gdLst/>
              <a:ahLst/>
              <a:cxnLst>
                <a:cxn ang="0">
                  <a:pos x="463" y="788"/>
                </a:cxn>
                <a:cxn ang="0">
                  <a:pos x="470" y="944"/>
                </a:cxn>
                <a:cxn ang="0">
                  <a:pos x="497" y="1404"/>
                </a:cxn>
                <a:cxn ang="0">
                  <a:pos x="485" y="1473"/>
                </a:cxn>
                <a:cxn ang="0">
                  <a:pos x="509" y="1592"/>
                </a:cxn>
                <a:cxn ang="0">
                  <a:pos x="386" y="1521"/>
                </a:cxn>
                <a:cxn ang="0">
                  <a:pos x="349" y="1293"/>
                </a:cxn>
                <a:cxn ang="0">
                  <a:pos x="354" y="1113"/>
                </a:cxn>
                <a:cxn ang="0">
                  <a:pos x="301" y="973"/>
                </a:cxn>
                <a:cxn ang="0">
                  <a:pos x="279" y="1144"/>
                </a:cxn>
                <a:cxn ang="0">
                  <a:pos x="283" y="1349"/>
                </a:cxn>
                <a:cxn ang="0">
                  <a:pos x="308" y="1501"/>
                </a:cxn>
                <a:cxn ang="0">
                  <a:pos x="290" y="1540"/>
                </a:cxn>
                <a:cxn ang="0">
                  <a:pos x="270" y="1579"/>
                </a:cxn>
                <a:cxn ang="0">
                  <a:pos x="196" y="1603"/>
                </a:cxn>
                <a:cxn ang="0">
                  <a:pos x="192" y="1541"/>
                </a:cxn>
                <a:cxn ang="0">
                  <a:pos x="176" y="1433"/>
                </a:cxn>
                <a:cxn ang="0">
                  <a:pos x="171" y="1303"/>
                </a:cxn>
                <a:cxn ang="0">
                  <a:pos x="138" y="1082"/>
                </a:cxn>
                <a:cxn ang="0">
                  <a:pos x="115" y="941"/>
                </a:cxn>
                <a:cxn ang="0">
                  <a:pos x="24" y="874"/>
                </a:cxn>
                <a:cxn ang="0">
                  <a:pos x="14" y="848"/>
                </a:cxn>
                <a:cxn ang="0">
                  <a:pos x="11" y="479"/>
                </a:cxn>
                <a:cxn ang="0">
                  <a:pos x="108" y="264"/>
                </a:cxn>
                <a:cxn ang="0">
                  <a:pos x="176" y="217"/>
                </a:cxn>
                <a:cxn ang="0">
                  <a:pos x="159" y="156"/>
                </a:cxn>
                <a:cxn ang="0">
                  <a:pos x="146" y="92"/>
                </a:cxn>
                <a:cxn ang="0">
                  <a:pos x="295" y="92"/>
                </a:cxn>
                <a:cxn ang="0">
                  <a:pos x="293" y="144"/>
                </a:cxn>
                <a:cxn ang="0">
                  <a:pos x="283" y="172"/>
                </a:cxn>
                <a:cxn ang="0">
                  <a:pos x="304" y="231"/>
                </a:cxn>
                <a:cxn ang="0">
                  <a:pos x="409" y="260"/>
                </a:cxn>
                <a:cxn ang="0">
                  <a:pos x="457" y="306"/>
                </a:cxn>
                <a:cxn ang="0">
                  <a:pos x="472" y="389"/>
                </a:cxn>
                <a:cxn ang="0">
                  <a:pos x="494" y="532"/>
                </a:cxn>
                <a:cxn ang="0">
                  <a:pos x="500" y="582"/>
                </a:cxn>
                <a:cxn ang="0">
                  <a:pos x="498" y="634"/>
                </a:cxn>
                <a:cxn ang="0">
                  <a:pos x="475" y="785"/>
                </a:cxn>
                <a:cxn ang="0">
                  <a:pos x="193" y="359"/>
                </a:cxn>
                <a:cxn ang="0">
                  <a:pos x="383" y="694"/>
                </a:cxn>
                <a:cxn ang="0">
                  <a:pos x="324" y="529"/>
                </a:cxn>
                <a:cxn ang="0">
                  <a:pos x="299" y="423"/>
                </a:cxn>
                <a:cxn ang="0">
                  <a:pos x="281" y="220"/>
                </a:cxn>
                <a:cxn ang="0">
                  <a:pos x="244" y="305"/>
                </a:cxn>
                <a:cxn ang="0">
                  <a:pos x="201" y="258"/>
                </a:cxn>
                <a:cxn ang="0">
                  <a:pos x="179" y="220"/>
                </a:cxn>
              </a:cxnLst>
              <a:rect l="0" t="0" r="r" b="b"/>
              <a:pathLst>
                <a:path w="516" h="1608">
                  <a:moveTo>
                    <a:pt x="475" y="785"/>
                  </a:moveTo>
                  <a:cubicBezTo>
                    <a:pt x="474" y="788"/>
                    <a:pt x="466" y="786"/>
                    <a:pt x="463" y="788"/>
                  </a:cubicBezTo>
                  <a:cubicBezTo>
                    <a:pt x="468" y="818"/>
                    <a:pt x="460" y="848"/>
                    <a:pt x="460" y="873"/>
                  </a:cubicBezTo>
                  <a:cubicBezTo>
                    <a:pt x="459" y="895"/>
                    <a:pt x="466" y="920"/>
                    <a:pt x="470" y="944"/>
                  </a:cubicBezTo>
                  <a:cubicBezTo>
                    <a:pt x="481" y="1012"/>
                    <a:pt x="494" y="1085"/>
                    <a:pt x="496" y="1161"/>
                  </a:cubicBezTo>
                  <a:cubicBezTo>
                    <a:pt x="497" y="1241"/>
                    <a:pt x="497" y="1324"/>
                    <a:pt x="497" y="1404"/>
                  </a:cubicBezTo>
                  <a:cubicBezTo>
                    <a:pt x="497" y="1418"/>
                    <a:pt x="496" y="1430"/>
                    <a:pt x="494" y="1442"/>
                  </a:cubicBezTo>
                  <a:cubicBezTo>
                    <a:pt x="492" y="1453"/>
                    <a:pt x="486" y="1462"/>
                    <a:pt x="485" y="1473"/>
                  </a:cubicBezTo>
                  <a:cubicBezTo>
                    <a:pt x="482" y="1490"/>
                    <a:pt x="485" y="1509"/>
                    <a:pt x="473" y="1516"/>
                  </a:cubicBezTo>
                  <a:cubicBezTo>
                    <a:pt x="477" y="1549"/>
                    <a:pt x="516" y="1552"/>
                    <a:pt x="509" y="1592"/>
                  </a:cubicBezTo>
                  <a:cubicBezTo>
                    <a:pt x="483" y="1606"/>
                    <a:pt x="422" y="1608"/>
                    <a:pt x="417" y="1575"/>
                  </a:cubicBezTo>
                  <a:cubicBezTo>
                    <a:pt x="383" y="1580"/>
                    <a:pt x="386" y="1549"/>
                    <a:pt x="386" y="1521"/>
                  </a:cubicBezTo>
                  <a:cubicBezTo>
                    <a:pt x="387" y="1516"/>
                    <a:pt x="377" y="1520"/>
                    <a:pt x="376" y="1516"/>
                  </a:cubicBezTo>
                  <a:cubicBezTo>
                    <a:pt x="352" y="1460"/>
                    <a:pt x="350" y="1375"/>
                    <a:pt x="349" y="1293"/>
                  </a:cubicBezTo>
                  <a:cubicBezTo>
                    <a:pt x="349" y="1248"/>
                    <a:pt x="349" y="1201"/>
                    <a:pt x="351" y="1156"/>
                  </a:cubicBezTo>
                  <a:cubicBezTo>
                    <a:pt x="352" y="1142"/>
                    <a:pt x="355" y="1126"/>
                    <a:pt x="354" y="1113"/>
                  </a:cubicBezTo>
                  <a:cubicBezTo>
                    <a:pt x="353" y="1107"/>
                    <a:pt x="349" y="1097"/>
                    <a:pt x="346" y="1089"/>
                  </a:cubicBezTo>
                  <a:cubicBezTo>
                    <a:pt x="331" y="1049"/>
                    <a:pt x="316" y="1011"/>
                    <a:pt x="301" y="973"/>
                  </a:cubicBezTo>
                  <a:cubicBezTo>
                    <a:pt x="295" y="958"/>
                    <a:pt x="292" y="940"/>
                    <a:pt x="278" y="932"/>
                  </a:cubicBezTo>
                  <a:cubicBezTo>
                    <a:pt x="281" y="1000"/>
                    <a:pt x="279" y="1072"/>
                    <a:pt x="279" y="1144"/>
                  </a:cubicBezTo>
                  <a:cubicBezTo>
                    <a:pt x="279" y="1179"/>
                    <a:pt x="275" y="1213"/>
                    <a:pt x="277" y="1247"/>
                  </a:cubicBezTo>
                  <a:cubicBezTo>
                    <a:pt x="279" y="1282"/>
                    <a:pt x="278" y="1317"/>
                    <a:pt x="283" y="1349"/>
                  </a:cubicBezTo>
                  <a:cubicBezTo>
                    <a:pt x="287" y="1370"/>
                    <a:pt x="293" y="1391"/>
                    <a:pt x="298" y="1412"/>
                  </a:cubicBezTo>
                  <a:cubicBezTo>
                    <a:pt x="305" y="1442"/>
                    <a:pt x="312" y="1467"/>
                    <a:pt x="308" y="1501"/>
                  </a:cubicBezTo>
                  <a:cubicBezTo>
                    <a:pt x="307" y="1508"/>
                    <a:pt x="306" y="1518"/>
                    <a:pt x="304" y="1523"/>
                  </a:cubicBezTo>
                  <a:cubicBezTo>
                    <a:pt x="301" y="1530"/>
                    <a:pt x="292" y="1533"/>
                    <a:pt x="290" y="1540"/>
                  </a:cubicBezTo>
                  <a:cubicBezTo>
                    <a:pt x="287" y="1550"/>
                    <a:pt x="292" y="1563"/>
                    <a:pt x="287" y="1572"/>
                  </a:cubicBezTo>
                  <a:cubicBezTo>
                    <a:pt x="283" y="1577"/>
                    <a:pt x="277" y="1577"/>
                    <a:pt x="270" y="1579"/>
                  </a:cubicBezTo>
                  <a:cubicBezTo>
                    <a:pt x="256" y="1586"/>
                    <a:pt x="238" y="1602"/>
                    <a:pt x="224" y="1605"/>
                  </a:cubicBezTo>
                  <a:cubicBezTo>
                    <a:pt x="216" y="1606"/>
                    <a:pt x="206" y="1603"/>
                    <a:pt x="196" y="1603"/>
                  </a:cubicBezTo>
                  <a:cubicBezTo>
                    <a:pt x="178" y="1601"/>
                    <a:pt x="164" y="1602"/>
                    <a:pt x="166" y="1580"/>
                  </a:cubicBezTo>
                  <a:cubicBezTo>
                    <a:pt x="167" y="1564"/>
                    <a:pt x="186" y="1552"/>
                    <a:pt x="192" y="1541"/>
                  </a:cubicBezTo>
                  <a:cubicBezTo>
                    <a:pt x="201" y="1522"/>
                    <a:pt x="199" y="1480"/>
                    <a:pt x="191" y="1458"/>
                  </a:cubicBezTo>
                  <a:cubicBezTo>
                    <a:pt x="187" y="1449"/>
                    <a:pt x="178" y="1442"/>
                    <a:pt x="176" y="1433"/>
                  </a:cubicBezTo>
                  <a:cubicBezTo>
                    <a:pt x="171" y="1415"/>
                    <a:pt x="172" y="1388"/>
                    <a:pt x="173" y="1366"/>
                  </a:cubicBezTo>
                  <a:cubicBezTo>
                    <a:pt x="174" y="1344"/>
                    <a:pt x="173" y="1323"/>
                    <a:pt x="171" y="1303"/>
                  </a:cubicBezTo>
                  <a:cubicBezTo>
                    <a:pt x="167" y="1261"/>
                    <a:pt x="165" y="1218"/>
                    <a:pt x="161" y="1176"/>
                  </a:cubicBezTo>
                  <a:cubicBezTo>
                    <a:pt x="158" y="1143"/>
                    <a:pt x="145" y="1112"/>
                    <a:pt x="138" y="1082"/>
                  </a:cubicBezTo>
                  <a:cubicBezTo>
                    <a:pt x="134" y="1067"/>
                    <a:pt x="130" y="1050"/>
                    <a:pt x="127" y="1035"/>
                  </a:cubicBezTo>
                  <a:cubicBezTo>
                    <a:pt x="120" y="1006"/>
                    <a:pt x="112" y="977"/>
                    <a:pt x="115" y="941"/>
                  </a:cubicBezTo>
                  <a:cubicBezTo>
                    <a:pt x="89" y="937"/>
                    <a:pt x="66" y="941"/>
                    <a:pt x="51" y="927"/>
                  </a:cubicBezTo>
                  <a:cubicBezTo>
                    <a:pt x="39" y="918"/>
                    <a:pt x="26" y="891"/>
                    <a:pt x="24" y="874"/>
                  </a:cubicBezTo>
                  <a:cubicBezTo>
                    <a:pt x="23" y="866"/>
                    <a:pt x="23" y="859"/>
                    <a:pt x="25" y="852"/>
                  </a:cubicBezTo>
                  <a:cubicBezTo>
                    <a:pt x="25" y="847"/>
                    <a:pt x="15" y="852"/>
                    <a:pt x="14" y="848"/>
                  </a:cubicBezTo>
                  <a:cubicBezTo>
                    <a:pt x="10" y="782"/>
                    <a:pt x="0" y="717"/>
                    <a:pt x="0" y="647"/>
                  </a:cubicBezTo>
                  <a:cubicBezTo>
                    <a:pt x="1" y="592"/>
                    <a:pt x="9" y="536"/>
                    <a:pt x="11" y="479"/>
                  </a:cubicBezTo>
                  <a:cubicBezTo>
                    <a:pt x="12" y="422"/>
                    <a:pt x="15" y="364"/>
                    <a:pt x="24" y="310"/>
                  </a:cubicBezTo>
                  <a:cubicBezTo>
                    <a:pt x="50" y="295"/>
                    <a:pt x="77" y="277"/>
                    <a:pt x="108" y="264"/>
                  </a:cubicBezTo>
                  <a:cubicBezTo>
                    <a:pt x="120" y="259"/>
                    <a:pt x="135" y="256"/>
                    <a:pt x="144" y="249"/>
                  </a:cubicBezTo>
                  <a:cubicBezTo>
                    <a:pt x="154" y="242"/>
                    <a:pt x="174" y="227"/>
                    <a:pt x="176" y="217"/>
                  </a:cubicBezTo>
                  <a:cubicBezTo>
                    <a:pt x="179" y="199"/>
                    <a:pt x="171" y="184"/>
                    <a:pt x="167" y="172"/>
                  </a:cubicBezTo>
                  <a:cubicBezTo>
                    <a:pt x="164" y="166"/>
                    <a:pt x="162" y="159"/>
                    <a:pt x="159" y="156"/>
                  </a:cubicBezTo>
                  <a:cubicBezTo>
                    <a:pt x="154" y="149"/>
                    <a:pt x="146" y="148"/>
                    <a:pt x="142" y="142"/>
                  </a:cubicBezTo>
                  <a:cubicBezTo>
                    <a:pt x="135" y="129"/>
                    <a:pt x="132" y="97"/>
                    <a:pt x="146" y="92"/>
                  </a:cubicBezTo>
                  <a:cubicBezTo>
                    <a:pt x="148" y="42"/>
                    <a:pt x="164" y="7"/>
                    <a:pt x="213" y="3"/>
                  </a:cubicBezTo>
                  <a:cubicBezTo>
                    <a:pt x="269" y="0"/>
                    <a:pt x="302" y="30"/>
                    <a:pt x="295" y="92"/>
                  </a:cubicBezTo>
                  <a:cubicBezTo>
                    <a:pt x="297" y="99"/>
                    <a:pt x="302" y="98"/>
                    <a:pt x="304" y="105"/>
                  </a:cubicBezTo>
                  <a:cubicBezTo>
                    <a:pt x="307" y="119"/>
                    <a:pt x="300" y="137"/>
                    <a:pt x="293" y="144"/>
                  </a:cubicBezTo>
                  <a:cubicBezTo>
                    <a:pt x="290" y="147"/>
                    <a:pt x="287" y="148"/>
                    <a:pt x="285" y="152"/>
                  </a:cubicBezTo>
                  <a:cubicBezTo>
                    <a:pt x="284" y="156"/>
                    <a:pt x="285" y="165"/>
                    <a:pt x="283" y="172"/>
                  </a:cubicBezTo>
                  <a:cubicBezTo>
                    <a:pt x="282" y="181"/>
                    <a:pt x="277" y="197"/>
                    <a:pt x="281" y="210"/>
                  </a:cubicBezTo>
                  <a:cubicBezTo>
                    <a:pt x="282" y="216"/>
                    <a:pt x="296" y="227"/>
                    <a:pt x="304" y="231"/>
                  </a:cubicBezTo>
                  <a:cubicBezTo>
                    <a:pt x="314" y="235"/>
                    <a:pt x="328" y="236"/>
                    <a:pt x="340" y="240"/>
                  </a:cubicBezTo>
                  <a:cubicBezTo>
                    <a:pt x="363" y="247"/>
                    <a:pt x="384" y="253"/>
                    <a:pt x="409" y="260"/>
                  </a:cubicBezTo>
                  <a:cubicBezTo>
                    <a:pt x="423" y="265"/>
                    <a:pt x="437" y="267"/>
                    <a:pt x="444" y="275"/>
                  </a:cubicBezTo>
                  <a:cubicBezTo>
                    <a:pt x="449" y="281"/>
                    <a:pt x="453" y="295"/>
                    <a:pt x="457" y="306"/>
                  </a:cubicBezTo>
                  <a:cubicBezTo>
                    <a:pt x="461" y="317"/>
                    <a:pt x="465" y="329"/>
                    <a:pt x="467" y="338"/>
                  </a:cubicBezTo>
                  <a:cubicBezTo>
                    <a:pt x="470" y="355"/>
                    <a:pt x="469" y="372"/>
                    <a:pt x="472" y="389"/>
                  </a:cubicBezTo>
                  <a:cubicBezTo>
                    <a:pt x="477" y="421"/>
                    <a:pt x="482" y="452"/>
                    <a:pt x="487" y="485"/>
                  </a:cubicBezTo>
                  <a:cubicBezTo>
                    <a:pt x="489" y="501"/>
                    <a:pt x="490" y="518"/>
                    <a:pt x="494" y="532"/>
                  </a:cubicBezTo>
                  <a:cubicBezTo>
                    <a:pt x="497" y="542"/>
                    <a:pt x="507" y="551"/>
                    <a:pt x="507" y="563"/>
                  </a:cubicBezTo>
                  <a:cubicBezTo>
                    <a:pt x="507" y="570"/>
                    <a:pt x="501" y="576"/>
                    <a:pt x="500" y="582"/>
                  </a:cubicBezTo>
                  <a:cubicBezTo>
                    <a:pt x="500" y="588"/>
                    <a:pt x="505" y="593"/>
                    <a:pt x="505" y="599"/>
                  </a:cubicBezTo>
                  <a:cubicBezTo>
                    <a:pt x="506" y="613"/>
                    <a:pt x="500" y="624"/>
                    <a:pt x="498" y="634"/>
                  </a:cubicBezTo>
                  <a:cubicBezTo>
                    <a:pt x="495" y="646"/>
                    <a:pt x="495" y="660"/>
                    <a:pt x="493" y="673"/>
                  </a:cubicBezTo>
                  <a:cubicBezTo>
                    <a:pt x="488" y="708"/>
                    <a:pt x="480" y="750"/>
                    <a:pt x="475" y="785"/>
                  </a:cubicBezTo>
                  <a:close/>
                  <a:moveTo>
                    <a:pt x="177" y="222"/>
                  </a:moveTo>
                  <a:cubicBezTo>
                    <a:pt x="171" y="267"/>
                    <a:pt x="183" y="313"/>
                    <a:pt x="193" y="359"/>
                  </a:cubicBezTo>
                  <a:cubicBezTo>
                    <a:pt x="213" y="461"/>
                    <a:pt x="204" y="581"/>
                    <a:pt x="208" y="694"/>
                  </a:cubicBezTo>
                  <a:cubicBezTo>
                    <a:pt x="266" y="693"/>
                    <a:pt x="327" y="693"/>
                    <a:pt x="383" y="694"/>
                  </a:cubicBezTo>
                  <a:cubicBezTo>
                    <a:pt x="378" y="677"/>
                    <a:pt x="370" y="659"/>
                    <a:pt x="362" y="642"/>
                  </a:cubicBezTo>
                  <a:cubicBezTo>
                    <a:pt x="347" y="606"/>
                    <a:pt x="336" y="567"/>
                    <a:pt x="324" y="529"/>
                  </a:cubicBezTo>
                  <a:cubicBezTo>
                    <a:pt x="318" y="511"/>
                    <a:pt x="310" y="492"/>
                    <a:pt x="306" y="473"/>
                  </a:cubicBezTo>
                  <a:cubicBezTo>
                    <a:pt x="302" y="458"/>
                    <a:pt x="301" y="440"/>
                    <a:pt x="299" y="423"/>
                  </a:cubicBezTo>
                  <a:cubicBezTo>
                    <a:pt x="293" y="371"/>
                    <a:pt x="288" y="317"/>
                    <a:pt x="285" y="267"/>
                  </a:cubicBezTo>
                  <a:cubicBezTo>
                    <a:pt x="284" y="252"/>
                    <a:pt x="288" y="234"/>
                    <a:pt x="281" y="220"/>
                  </a:cubicBezTo>
                  <a:cubicBezTo>
                    <a:pt x="270" y="239"/>
                    <a:pt x="263" y="261"/>
                    <a:pt x="251" y="279"/>
                  </a:cubicBezTo>
                  <a:cubicBezTo>
                    <a:pt x="251" y="290"/>
                    <a:pt x="252" y="301"/>
                    <a:pt x="244" y="305"/>
                  </a:cubicBezTo>
                  <a:cubicBezTo>
                    <a:pt x="242" y="304"/>
                    <a:pt x="245" y="297"/>
                    <a:pt x="243" y="296"/>
                  </a:cubicBezTo>
                  <a:cubicBezTo>
                    <a:pt x="225" y="286"/>
                    <a:pt x="215" y="272"/>
                    <a:pt x="201" y="258"/>
                  </a:cubicBezTo>
                  <a:cubicBezTo>
                    <a:pt x="194" y="250"/>
                    <a:pt x="185" y="241"/>
                    <a:pt x="182" y="232"/>
                  </a:cubicBezTo>
                  <a:cubicBezTo>
                    <a:pt x="181" y="228"/>
                    <a:pt x="183" y="223"/>
                    <a:pt x="179" y="220"/>
                  </a:cubicBezTo>
                  <a:cubicBezTo>
                    <a:pt x="177" y="220"/>
                    <a:pt x="177" y="221"/>
                    <a:pt x="177" y="222"/>
                  </a:cubicBezTo>
                  <a:close/>
                </a:path>
              </a:pathLst>
            </a:custGeom>
            <a:solidFill>
              <a:schemeClr val="accent4"/>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9" name="Gruppe 92"/>
            <p:cNvGrpSpPr>
              <a:grpSpLocks/>
            </p:cNvGrpSpPr>
            <p:nvPr/>
          </p:nvGrpSpPr>
          <p:grpSpPr bwMode="auto">
            <a:xfrm flipH="1">
              <a:off x="10093070" y="2128103"/>
              <a:ext cx="1156368" cy="3128723"/>
              <a:chOff x="3176834" y="3904792"/>
              <a:chExt cx="823514" cy="2228684"/>
            </a:xfrm>
            <a:solidFill>
              <a:schemeClr val="accent1"/>
            </a:solidFill>
          </p:grpSpPr>
          <p:grpSp>
            <p:nvGrpSpPr>
              <p:cNvPr id="16" name="Gruppe 52"/>
              <p:cNvGrpSpPr>
                <a:grpSpLocks/>
              </p:cNvGrpSpPr>
              <p:nvPr/>
            </p:nvGrpSpPr>
            <p:grpSpPr bwMode="auto">
              <a:xfrm>
                <a:off x="3176834" y="3904792"/>
                <a:ext cx="823514" cy="2228684"/>
                <a:chOff x="3612263" y="3839478"/>
                <a:chExt cx="823514" cy="2228684"/>
              </a:xfrm>
              <a:grpFill/>
            </p:grpSpPr>
            <p:sp>
              <p:nvSpPr>
                <p:cNvPr id="19" name="Freeform 137"/>
                <p:cNvSpPr>
                  <a:spLocks noEditPoints="1"/>
                </p:cNvSpPr>
                <p:nvPr/>
              </p:nvSpPr>
              <p:spPr bwMode="auto">
                <a:xfrm>
                  <a:off x="3804323" y="4157631"/>
                  <a:ext cx="588073" cy="1305483"/>
                </a:xfrm>
                <a:custGeom>
                  <a:avLst/>
                  <a:gdLst>
                    <a:gd name="T0" fmla="*/ 811490228 w 350"/>
                    <a:gd name="T1" fmla="*/ 413305594 h 774"/>
                    <a:gd name="T2" fmla="*/ 756046810 w 350"/>
                    <a:gd name="T3" fmla="*/ 257055956 h 774"/>
                    <a:gd name="T4" fmla="*/ 756046810 w 350"/>
                    <a:gd name="T5" fmla="*/ 221773779 h 774"/>
                    <a:gd name="T6" fmla="*/ 740925878 w 350"/>
                    <a:gd name="T7" fmla="*/ 181451242 h 774"/>
                    <a:gd name="T8" fmla="*/ 725804945 w 350"/>
                    <a:gd name="T9" fmla="*/ 115927201 h 774"/>
                    <a:gd name="T10" fmla="*/ 705643702 w 350"/>
                    <a:gd name="T11" fmla="*/ 90725621 h 774"/>
                    <a:gd name="T12" fmla="*/ 650200284 w 350"/>
                    <a:gd name="T13" fmla="*/ 65524067 h 774"/>
                    <a:gd name="T14" fmla="*/ 569555312 w 350"/>
                    <a:gd name="T15" fmla="*/ 45362811 h 774"/>
                    <a:gd name="T16" fmla="*/ 302418744 w 350"/>
                    <a:gd name="T17" fmla="*/ 0 h 774"/>
                    <a:gd name="T18" fmla="*/ 246975326 w 350"/>
                    <a:gd name="T19" fmla="*/ 10080625 h 774"/>
                    <a:gd name="T20" fmla="*/ 191531858 w 350"/>
                    <a:gd name="T21" fmla="*/ 35282189 h 774"/>
                    <a:gd name="T22" fmla="*/ 105846575 w 350"/>
                    <a:gd name="T23" fmla="*/ 70564378 h 774"/>
                    <a:gd name="T24" fmla="*/ 30241877 w 350"/>
                    <a:gd name="T25" fmla="*/ 90725621 h 774"/>
                    <a:gd name="T26" fmla="*/ 15120938 w 350"/>
                    <a:gd name="T27" fmla="*/ 105846579 h 774"/>
                    <a:gd name="T28" fmla="*/ 0 w 350"/>
                    <a:gd name="T29" fmla="*/ 151209377 h 774"/>
                    <a:gd name="T30" fmla="*/ 15120938 w 350"/>
                    <a:gd name="T31" fmla="*/ 216733468 h 774"/>
                    <a:gd name="T32" fmla="*/ 45362809 w 350"/>
                    <a:gd name="T33" fmla="*/ 267136577 h 774"/>
                    <a:gd name="T34" fmla="*/ 105846575 w 350"/>
                    <a:gd name="T35" fmla="*/ 524192533 h 774"/>
                    <a:gd name="T36" fmla="*/ 151209372 w 350"/>
                    <a:gd name="T37" fmla="*/ 635079373 h 774"/>
                    <a:gd name="T38" fmla="*/ 181451236 w 350"/>
                    <a:gd name="T39" fmla="*/ 715724348 h 774"/>
                    <a:gd name="T40" fmla="*/ 211693150 w 350"/>
                    <a:gd name="T41" fmla="*/ 801409633 h 774"/>
                    <a:gd name="T42" fmla="*/ 196572169 w 350"/>
                    <a:gd name="T43" fmla="*/ 871974184 h 774"/>
                    <a:gd name="T44" fmla="*/ 161289993 w 350"/>
                    <a:gd name="T45" fmla="*/ 1003022268 h 774"/>
                    <a:gd name="T46" fmla="*/ 120967507 w 350"/>
                    <a:gd name="T47" fmla="*/ 1169352528 h 774"/>
                    <a:gd name="T48" fmla="*/ 115927197 w 350"/>
                    <a:gd name="T49" fmla="*/ 1229836259 h 774"/>
                    <a:gd name="T50" fmla="*/ 146169061 w 350"/>
                    <a:gd name="T51" fmla="*/ 1244957192 h 774"/>
                    <a:gd name="T52" fmla="*/ 146169061 w 350"/>
                    <a:gd name="T53" fmla="*/ 1401206830 h 774"/>
                    <a:gd name="T54" fmla="*/ 156249683 w 350"/>
                    <a:gd name="T55" fmla="*/ 1653222375 h 774"/>
                    <a:gd name="T56" fmla="*/ 156249683 w 350"/>
                    <a:gd name="T57" fmla="*/ 1718746814 h 774"/>
                    <a:gd name="T58" fmla="*/ 156249683 w 350"/>
                    <a:gd name="T59" fmla="*/ 1789311167 h 774"/>
                    <a:gd name="T60" fmla="*/ 156249683 w 350"/>
                    <a:gd name="T61" fmla="*/ 1895157696 h 774"/>
                    <a:gd name="T62" fmla="*/ 272176879 w 350"/>
                    <a:gd name="T63" fmla="*/ 1940520494 h 774"/>
                    <a:gd name="T64" fmla="*/ 342741230 w 350"/>
                    <a:gd name="T65" fmla="*/ 1950601116 h 774"/>
                    <a:gd name="T66" fmla="*/ 493950651 w 350"/>
                    <a:gd name="T67" fmla="*/ 1925399561 h 774"/>
                    <a:gd name="T68" fmla="*/ 665321216 w 350"/>
                    <a:gd name="T69" fmla="*/ 1880036763 h 774"/>
                    <a:gd name="T70" fmla="*/ 781248363 w 350"/>
                    <a:gd name="T71" fmla="*/ 1834673965 h 774"/>
                    <a:gd name="T72" fmla="*/ 826611160 w 350"/>
                    <a:gd name="T73" fmla="*/ 1703625881 h 774"/>
                    <a:gd name="T74" fmla="*/ 821570849 w 350"/>
                    <a:gd name="T75" fmla="*/ 1340723099 h 774"/>
                    <a:gd name="T76" fmla="*/ 821570849 w 350"/>
                    <a:gd name="T77" fmla="*/ 1159271906 h 774"/>
                    <a:gd name="T78" fmla="*/ 796369296 w 350"/>
                    <a:gd name="T79" fmla="*/ 1028223823 h 774"/>
                    <a:gd name="T80" fmla="*/ 776208053 w 350"/>
                    <a:gd name="T81" fmla="*/ 967740092 h 774"/>
                    <a:gd name="T82" fmla="*/ 861893534 w 350"/>
                    <a:gd name="T83" fmla="*/ 751006524 h 774"/>
                    <a:gd name="T84" fmla="*/ 877014466 w 350"/>
                    <a:gd name="T85" fmla="*/ 705643726 h 774"/>
                    <a:gd name="T86" fmla="*/ 877014466 w 350"/>
                    <a:gd name="T87" fmla="*/ 685482482 h 774"/>
                    <a:gd name="T88" fmla="*/ 705643702 w 350"/>
                    <a:gd name="T89" fmla="*/ 619958440 h 774"/>
                    <a:gd name="T90" fmla="*/ 685482459 w 350"/>
                    <a:gd name="T91" fmla="*/ 650200306 h 774"/>
                    <a:gd name="T92" fmla="*/ 700603392 w 350"/>
                    <a:gd name="T93" fmla="*/ 594756886 h 774"/>
                    <a:gd name="T94" fmla="*/ 710684013 w 350"/>
                    <a:gd name="T95" fmla="*/ 604837508 h 774"/>
                    <a:gd name="T96" fmla="*/ 705643702 w 350"/>
                    <a:gd name="T97" fmla="*/ 619958440 h 7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0"/>
                    <a:gd name="T148" fmla="*/ 0 h 774"/>
                    <a:gd name="T149" fmla="*/ 350 w 350"/>
                    <a:gd name="T150" fmla="*/ 774 h 7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0" h="774">
                      <a:moveTo>
                        <a:pt x="344" y="262"/>
                      </a:moveTo>
                      <a:lnTo>
                        <a:pt x="344" y="262"/>
                      </a:lnTo>
                      <a:lnTo>
                        <a:pt x="322" y="164"/>
                      </a:lnTo>
                      <a:lnTo>
                        <a:pt x="300" y="102"/>
                      </a:lnTo>
                      <a:lnTo>
                        <a:pt x="300" y="96"/>
                      </a:lnTo>
                      <a:lnTo>
                        <a:pt x="300" y="88"/>
                      </a:lnTo>
                      <a:lnTo>
                        <a:pt x="296" y="80"/>
                      </a:lnTo>
                      <a:lnTo>
                        <a:pt x="294" y="76"/>
                      </a:lnTo>
                      <a:lnTo>
                        <a:pt x="294" y="72"/>
                      </a:lnTo>
                      <a:lnTo>
                        <a:pt x="292" y="56"/>
                      </a:lnTo>
                      <a:lnTo>
                        <a:pt x="288" y="46"/>
                      </a:lnTo>
                      <a:lnTo>
                        <a:pt x="284" y="40"/>
                      </a:lnTo>
                      <a:lnTo>
                        <a:pt x="280" y="36"/>
                      </a:lnTo>
                      <a:lnTo>
                        <a:pt x="270" y="30"/>
                      </a:lnTo>
                      <a:lnTo>
                        <a:pt x="260" y="26"/>
                      </a:lnTo>
                      <a:lnTo>
                        <a:pt x="258" y="26"/>
                      </a:lnTo>
                      <a:lnTo>
                        <a:pt x="234" y="20"/>
                      </a:lnTo>
                      <a:lnTo>
                        <a:pt x="226" y="18"/>
                      </a:lnTo>
                      <a:lnTo>
                        <a:pt x="212" y="14"/>
                      </a:lnTo>
                      <a:lnTo>
                        <a:pt x="176" y="8"/>
                      </a:lnTo>
                      <a:lnTo>
                        <a:pt x="120" y="0"/>
                      </a:lnTo>
                      <a:lnTo>
                        <a:pt x="112" y="0"/>
                      </a:lnTo>
                      <a:lnTo>
                        <a:pt x="98" y="4"/>
                      </a:lnTo>
                      <a:lnTo>
                        <a:pt x="84" y="8"/>
                      </a:lnTo>
                      <a:lnTo>
                        <a:pt x="76" y="14"/>
                      </a:lnTo>
                      <a:lnTo>
                        <a:pt x="68" y="18"/>
                      </a:lnTo>
                      <a:lnTo>
                        <a:pt x="58" y="22"/>
                      </a:lnTo>
                      <a:lnTo>
                        <a:pt x="42" y="28"/>
                      </a:lnTo>
                      <a:lnTo>
                        <a:pt x="28" y="32"/>
                      </a:lnTo>
                      <a:lnTo>
                        <a:pt x="12" y="36"/>
                      </a:lnTo>
                      <a:lnTo>
                        <a:pt x="8" y="38"/>
                      </a:lnTo>
                      <a:lnTo>
                        <a:pt x="6" y="42"/>
                      </a:lnTo>
                      <a:lnTo>
                        <a:pt x="4" y="48"/>
                      </a:lnTo>
                      <a:lnTo>
                        <a:pt x="0" y="60"/>
                      </a:lnTo>
                      <a:lnTo>
                        <a:pt x="0" y="70"/>
                      </a:lnTo>
                      <a:lnTo>
                        <a:pt x="2" y="80"/>
                      </a:lnTo>
                      <a:lnTo>
                        <a:pt x="6" y="86"/>
                      </a:lnTo>
                      <a:lnTo>
                        <a:pt x="18" y="106"/>
                      </a:lnTo>
                      <a:lnTo>
                        <a:pt x="30" y="158"/>
                      </a:lnTo>
                      <a:lnTo>
                        <a:pt x="42" y="208"/>
                      </a:lnTo>
                      <a:lnTo>
                        <a:pt x="50" y="224"/>
                      </a:lnTo>
                      <a:lnTo>
                        <a:pt x="56" y="240"/>
                      </a:lnTo>
                      <a:lnTo>
                        <a:pt x="60" y="252"/>
                      </a:lnTo>
                      <a:lnTo>
                        <a:pt x="64" y="266"/>
                      </a:lnTo>
                      <a:lnTo>
                        <a:pt x="72" y="284"/>
                      </a:lnTo>
                      <a:lnTo>
                        <a:pt x="80" y="304"/>
                      </a:lnTo>
                      <a:lnTo>
                        <a:pt x="82" y="312"/>
                      </a:lnTo>
                      <a:lnTo>
                        <a:pt x="84" y="318"/>
                      </a:lnTo>
                      <a:lnTo>
                        <a:pt x="82" y="332"/>
                      </a:lnTo>
                      <a:lnTo>
                        <a:pt x="78" y="346"/>
                      </a:lnTo>
                      <a:lnTo>
                        <a:pt x="72" y="364"/>
                      </a:lnTo>
                      <a:lnTo>
                        <a:pt x="64" y="398"/>
                      </a:lnTo>
                      <a:lnTo>
                        <a:pt x="54" y="438"/>
                      </a:lnTo>
                      <a:lnTo>
                        <a:pt x="48" y="464"/>
                      </a:lnTo>
                      <a:lnTo>
                        <a:pt x="42" y="484"/>
                      </a:lnTo>
                      <a:lnTo>
                        <a:pt x="46" y="488"/>
                      </a:lnTo>
                      <a:lnTo>
                        <a:pt x="52" y="492"/>
                      </a:lnTo>
                      <a:lnTo>
                        <a:pt x="58" y="494"/>
                      </a:lnTo>
                      <a:lnTo>
                        <a:pt x="58" y="506"/>
                      </a:lnTo>
                      <a:lnTo>
                        <a:pt x="58" y="524"/>
                      </a:lnTo>
                      <a:lnTo>
                        <a:pt x="58" y="556"/>
                      </a:lnTo>
                      <a:lnTo>
                        <a:pt x="60" y="606"/>
                      </a:lnTo>
                      <a:lnTo>
                        <a:pt x="62" y="656"/>
                      </a:lnTo>
                      <a:lnTo>
                        <a:pt x="62" y="672"/>
                      </a:lnTo>
                      <a:lnTo>
                        <a:pt x="62" y="682"/>
                      </a:lnTo>
                      <a:lnTo>
                        <a:pt x="62" y="710"/>
                      </a:lnTo>
                      <a:lnTo>
                        <a:pt x="62" y="732"/>
                      </a:lnTo>
                      <a:lnTo>
                        <a:pt x="62" y="752"/>
                      </a:lnTo>
                      <a:lnTo>
                        <a:pt x="72" y="756"/>
                      </a:lnTo>
                      <a:lnTo>
                        <a:pt x="108" y="770"/>
                      </a:lnTo>
                      <a:lnTo>
                        <a:pt x="122" y="774"/>
                      </a:lnTo>
                      <a:lnTo>
                        <a:pt x="136" y="774"/>
                      </a:lnTo>
                      <a:lnTo>
                        <a:pt x="152" y="774"/>
                      </a:lnTo>
                      <a:lnTo>
                        <a:pt x="168" y="770"/>
                      </a:lnTo>
                      <a:lnTo>
                        <a:pt x="196" y="764"/>
                      </a:lnTo>
                      <a:lnTo>
                        <a:pt x="214" y="760"/>
                      </a:lnTo>
                      <a:lnTo>
                        <a:pt x="264" y="746"/>
                      </a:lnTo>
                      <a:lnTo>
                        <a:pt x="288" y="738"/>
                      </a:lnTo>
                      <a:lnTo>
                        <a:pt x="310" y="728"/>
                      </a:lnTo>
                      <a:lnTo>
                        <a:pt x="330" y="716"/>
                      </a:lnTo>
                      <a:lnTo>
                        <a:pt x="328" y="676"/>
                      </a:lnTo>
                      <a:lnTo>
                        <a:pt x="326" y="616"/>
                      </a:lnTo>
                      <a:lnTo>
                        <a:pt x="326" y="532"/>
                      </a:lnTo>
                      <a:lnTo>
                        <a:pt x="324" y="468"/>
                      </a:lnTo>
                      <a:lnTo>
                        <a:pt x="326" y="460"/>
                      </a:lnTo>
                      <a:lnTo>
                        <a:pt x="326" y="446"/>
                      </a:lnTo>
                      <a:lnTo>
                        <a:pt x="324" y="434"/>
                      </a:lnTo>
                      <a:lnTo>
                        <a:pt x="316" y="408"/>
                      </a:lnTo>
                      <a:lnTo>
                        <a:pt x="310" y="392"/>
                      </a:lnTo>
                      <a:lnTo>
                        <a:pt x="308" y="384"/>
                      </a:lnTo>
                      <a:lnTo>
                        <a:pt x="324" y="344"/>
                      </a:lnTo>
                      <a:lnTo>
                        <a:pt x="338" y="314"/>
                      </a:lnTo>
                      <a:lnTo>
                        <a:pt x="342" y="298"/>
                      </a:lnTo>
                      <a:lnTo>
                        <a:pt x="344" y="290"/>
                      </a:lnTo>
                      <a:lnTo>
                        <a:pt x="348" y="280"/>
                      </a:lnTo>
                      <a:lnTo>
                        <a:pt x="350" y="276"/>
                      </a:lnTo>
                      <a:lnTo>
                        <a:pt x="348" y="272"/>
                      </a:lnTo>
                      <a:lnTo>
                        <a:pt x="344" y="262"/>
                      </a:lnTo>
                      <a:close/>
                      <a:moveTo>
                        <a:pt x="280" y="246"/>
                      </a:moveTo>
                      <a:lnTo>
                        <a:pt x="276" y="250"/>
                      </a:lnTo>
                      <a:lnTo>
                        <a:pt x="276" y="256"/>
                      </a:lnTo>
                      <a:lnTo>
                        <a:pt x="272" y="258"/>
                      </a:lnTo>
                      <a:lnTo>
                        <a:pt x="274" y="236"/>
                      </a:lnTo>
                      <a:lnTo>
                        <a:pt x="278" y="236"/>
                      </a:lnTo>
                      <a:lnTo>
                        <a:pt x="280" y="238"/>
                      </a:lnTo>
                      <a:lnTo>
                        <a:pt x="282" y="240"/>
                      </a:lnTo>
                      <a:lnTo>
                        <a:pt x="282" y="246"/>
                      </a:lnTo>
                      <a:lnTo>
                        <a:pt x="280" y="24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0" name="Freeform 139"/>
                <p:cNvSpPr>
                  <a:spLocks/>
                </p:cNvSpPr>
                <p:nvPr/>
              </p:nvSpPr>
              <p:spPr bwMode="auto">
                <a:xfrm>
                  <a:off x="3882332" y="3839514"/>
                  <a:ext cx="339041" cy="366135"/>
                </a:xfrm>
                <a:custGeom>
                  <a:avLst/>
                  <a:gdLst>
                    <a:gd name="T0" fmla="*/ 282257514 w 202"/>
                    <a:gd name="T1" fmla="*/ 10080625 h 216"/>
                    <a:gd name="T2" fmla="*/ 317539691 w 202"/>
                    <a:gd name="T3" fmla="*/ 5040313 h 216"/>
                    <a:gd name="T4" fmla="*/ 327620313 w 202"/>
                    <a:gd name="T5" fmla="*/ 10080625 h 216"/>
                    <a:gd name="T6" fmla="*/ 403224977 w 202"/>
                    <a:gd name="T7" fmla="*/ 15120939 h 216"/>
                    <a:gd name="T8" fmla="*/ 433466942 w 202"/>
                    <a:gd name="T9" fmla="*/ 30241879 h 216"/>
                    <a:gd name="T10" fmla="*/ 443547564 w 202"/>
                    <a:gd name="T11" fmla="*/ 45362812 h 216"/>
                    <a:gd name="T12" fmla="*/ 463708808 w 202"/>
                    <a:gd name="T13" fmla="*/ 100806246 h 216"/>
                    <a:gd name="T14" fmla="*/ 463708808 w 202"/>
                    <a:gd name="T15" fmla="*/ 156249693 h 216"/>
                    <a:gd name="T16" fmla="*/ 473789430 w 202"/>
                    <a:gd name="T17" fmla="*/ 226814098 h 216"/>
                    <a:gd name="T18" fmla="*/ 473789430 w 202"/>
                    <a:gd name="T19" fmla="*/ 307459075 h 216"/>
                    <a:gd name="T20" fmla="*/ 453628186 w 202"/>
                    <a:gd name="T21" fmla="*/ 372983119 h 216"/>
                    <a:gd name="T22" fmla="*/ 453628186 w 202"/>
                    <a:gd name="T23" fmla="*/ 393144363 h 216"/>
                    <a:gd name="T24" fmla="*/ 473789430 w 202"/>
                    <a:gd name="T25" fmla="*/ 443547573 h 216"/>
                    <a:gd name="T26" fmla="*/ 493950674 w 202"/>
                    <a:gd name="T27" fmla="*/ 453628195 h 216"/>
                    <a:gd name="T28" fmla="*/ 483870052 w 202"/>
                    <a:gd name="T29" fmla="*/ 453628195 h 216"/>
                    <a:gd name="T30" fmla="*/ 463708808 w 202"/>
                    <a:gd name="T31" fmla="*/ 453628195 h 216"/>
                    <a:gd name="T32" fmla="*/ 473789430 w 202"/>
                    <a:gd name="T33" fmla="*/ 478829751 h 216"/>
                    <a:gd name="T34" fmla="*/ 498990985 w 202"/>
                    <a:gd name="T35" fmla="*/ 493950684 h 216"/>
                    <a:gd name="T36" fmla="*/ 509071607 w 202"/>
                    <a:gd name="T37" fmla="*/ 488910373 h 216"/>
                    <a:gd name="T38" fmla="*/ 493950674 w 202"/>
                    <a:gd name="T39" fmla="*/ 534273172 h 216"/>
                    <a:gd name="T40" fmla="*/ 473789430 w 202"/>
                    <a:gd name="T41" fmla="*/ 544353795 h 216"/>
                    <a:gd name="T42" fmla="*/ 453628186 w 202"/>
                    <a:gd name="T43" fmla="*/ 544353795 h 216"/>
                    <a:gd name="T44" fmla="*/ 418346010 w 202"/>
                    <a:gd name="T45" fmla="*/ 534273172 h 216"/>
                    <a:gd name="T46" fmla="*/ 398184666 w 202"/>
                    <a:gd name="T47" fmla="*/ 509071617 h 216"/>
                    <a:gd name="T48" fmla="*/ 398184666 w 202"/>
                    <a:gd name="T49" fmla="*/ 493950684 h 216"/>
                    <a:gd name="T50" fmla="*/ 388104044 w 202"/>
                    <a:gd name="T51" fmla="*/ 478829751 h 216"/>
                    <a:gd name="T52" fmla="*/ 352821868 w 202"/>
                    <a:gd name="T53" fmla="*/ 468749128 h 216"/>
                    <a:gd name="T54" fmla="*/ 337700935 w 202"/>
                    <a:gd name="T55" fmla="*/ 453628195 h 216"/>
                    <a:gd name="T56" fmla="*/ 196572178 w 202"/>
                    <a:gd name="T57" fmla="*/ 453628195 h 216"/>
                    <a:gd name="T58" fmla="*/ 176410934 w 202"/>
                    <a:gd name="T59" fmla="*/ 478829751 h 216"/>
                    <a:gd name="T60" fmla="*/ 176410934 w 202"/>
                    <a:gd name="T61" fmla="*/ 504031306 h 216"/>
                    <a:gd name="T62" fmla="*/ 171370623 w 202"/>
                    <a:gd name="T63" fmla="*/ 524192550 h 216"/>
                    <a:gd name="T64" fmla="*/ 151209379 w 202"/>
                    <a:gd name="T65" fmla="*/ 534273172 h 216"/>
                    <a:gd name="T66" fmla="*/ 141128757 w 202"/>
                    <a:gd name="T67" fmla="*/ 539313484 h 216"/>
                    <a:gd name="T68" fmla="*/ 120967513 w 202"/>
                    <a:gd name="T69" fmla="*/ 534273172 h 216"/>
                    <a:gd name="T70" fmla="*/ 70564378 w 202"/>
                    <a:gd name="T71" fmla="*/ 544353795 h 216"/>
                    <a:gd name="T72" fmla="*/ 35282189 w 202"/>
                    <a:gd name="T73" fmla="*/ 529232861 h 216"/>
                    <a:gd name="T74" fmla="*/ 15120939 w 202"/>
                    <a:gd name="T75" fmla="*/ 493950684 h 216"/>
                    <a:gd name="T76" fmla="*/ 0 w 202"/>
                    <a:gd name="T77" fmla="*/ 473789440 h 216"/>
                    <a:gd name="T78" fmla="*/ 30241878 w 202"/>
                    <a:gd name="T79" fmla="*/ 478829751 h 216"/>
                    <a:gd name="T80" fmla="*/ 35282189 w 202"/>
                    <a:gd name="T81" fmla="*/ 473789440 h 216"/>
                    <a:gd name="T82" fmla="*/ 45362811 w 202"/>
                    <a:gd name="T83" fmla="*/ 458668506 h 216"/>
                    <a:gd name="T84" fmla="*/ 65524068 w 202"/>
                    <a:gd name="T85" fmla="*/ 433466951 h 216"/>
                    <a:gd name="T86" fmla="*/ 60483757 w 202"/>
                    <a:gd name="T87" fmla="*/ 398184674 h 216"/>
                    <a:gd name="T88" fmla="*/ 55443446 w 202"/>
                    <a:gd name="T89" fmla="*/ 367942808 h 216"/>
                    <a:gd name="T90" fmla="*/ 45362811 w 202"/>
                    <a:gd name="T91" fmla="*/ 312499386 h 216"/>
                    <a:gd name="T92" fmla="*/ 55443446 w 202"/>
                    <a:gd name="T93" fmla="*/ 267136586 h 216"/>
                    <a:gd name="T94" fmla="*/ 80645000 w 202"/>
                    <a:gd name="T95" fmla="*/ 196572182 h 216"/>
                    <a:gd name="T96" fmla="*/ 90725622 w 202"/>
                    <a:gd name="T97" fmla="*/ 171370626 h 216"/>
                    <a:gd name="T98" fmla="*/ 120967513 w 202"/>
                    <a:gd name="T99" fmla="*/ 105846582 h 216"/>
                    <a:gd name="T100" fmla="*/ 181451245 w 202"/>
                    <a:gd name="T101" fmla="*/ 45362812 h 216"/>
                    <a:gd name="T102" fmla="*/ 236894715 w 202"/>
                    <a:gd name="T103" fmla="*/ 5040313 h 216"/>
                    <a:gd name="T104" fmla="*/ 272176892 w 202"/>
                    <a:gd name="T105" fmla="*/ 5040313 h 216"/>
                    <a:gd name="T106" fmla="*/ 282257514 w 202"/>
                    <a:gd name="T107" fmla="*/ 10080625 h 2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2"/>
                    <a:gd name="T163" fmla="*/ 0 h 216"/>
                    <a:gd name="T164" fmla="*/ 202 w 202"/>
                    <a:gd name="T165" fmla="*/ 216 h 2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2" h="216">
                      <a:moveTo>
                        <a:pt x="112" y="4"/>
                      </a:moveTo>
                      <a:lnTo>
                        <a:pt x="112" y="4"/>
                      </a:lnTo>
                      <a:lnTo>
                        <a:pt x="120" y="2"/>
                      </a:lnTo>
                      <a:lnTo>
                        <a:pt x="126" y="2"/>
                      </a:lnTo>
                      <a:lnTo>
                        <a:pt x="130" y="4"/>
                      </a:lnTo>
                      <a:lnTo>
                        <a:pt x="146" y="4"/>
                      </a:lnTo>
                      <a:lnTo>
                        <a:pt x="160" y="6"/>
                      </a:lnTo>
                      <a:lnTo>
                        <a:pt x="166" y="8"/>
                      </a:lnTo>
                      <a:lnTo>
                        <a:pt x="172" y="12"/>
                      </a:lnTo>
                      <a:lnTo>
                        <a:pt x="176" y="18"/>
                      </a:lnTo>
                      <a:lnTo>
                        <a:pt x="180" y="24"/>
                      </a:lnTo>
                      <a:lnTo>
                        <a:pt x="184" y="40"/>
                      </a:lnTo>
                      <a:lnTo>
                        <a:pt x="184" y="54"/>
                      </a:lnTo>
                      <a:lnTo>
                        <a:pt x="184" y="62"/>
                      </a:lnTo>
                      <a:lnTo>
                        <a:pt x="188" y="90"/>
                      </a:lnTo>
                      <a:lnTo>
                        <a:pt x="190" y="108"/>
                      </a:lnTo>
                      <a:lnTo>
                        <a:pt x="188" y="122"/>
                      </a:lnTo>
                      <a:lnTo>
                        <a:pt x="180" y="148"/>
                      </a:lnTo>
                      <a:lnTo>
                        <a:pt x="180" y="156"/>
                      </a:lnTo>
                      <a:lnTo>
                        <a:pt x="182" y="166"/>
                      </a:lnTo>
                      <a:lnTo>
                        <a:pt x="188" y="176"/>
                      </a:lnTo>
                      <a:lnTo>
                        <a:pt x="192" y="178"/>
                      </a:lnTo>
                      <a:lnTo>
                        <a:pt x="196" y="180"/>
                      </a:lnTo>
                      <a:lnTo>
                        <a:pt x="192" y="180"/>
                      </a:lnTo>
                      <a:lnTo>
                        <a:pt x="188" y="180"/>
                      </a:lnTo>
                      <a:lnTo>
                        <a:pt x="184" y="180"/>
                      </a:lnTo>
                      <a:lnTo>
                        <a:pt x="188" y="190"/>
                      </a:lnTo>
                      <a:lnTo>
                        <a:pt x="194" y="194"/>
                      </a:lnTo>
                      <a:lnTo>
                        <a:pt x="198" y="196"/>
                      </a:lnTo>
                      <a:lnTo>
                        <a:pt x="202" y="194"/>
                      </a:lnTo>
                      <a:lnTo>
                        <a:pt x="200" y="204"/>
                      </a:lnTo>
                      <a:lnTo>
                        <a:pt x="196" y="212"/>
                      </a:lnTo>
                      <a:lnTo>
                        <a:pt x="192" y="214"/>
                      </a:lnTo>
                      <a:lnTo>
                        <a:pt x="188" y="216"/>
                      </a:lnTo>
                      <a:lnTo>
                        <a:pt x="180" y="216"/>
                      </a:lnTo>
                      <a:lnTo>
                        <a:pt x="170" y="214"/>
                      </a:lnTo>
                      <a:lnTo>
                        <a:pt x="166" y="212"/>
                      </a:lnTo>
                      <a:lnTo>
                        <a:pt x="162" y="208"/>
                      </a:lnTo>
                      <a:lnTo>
                        <a:pt x="158" y="202"/>
                      </a:lnTo>
                      <a:lnTo>
                        <a:pt x="158" y="196"/>
                      </a:lnTo>
                      <a:lnTo>
                        <a:pt x="156" y="192"/>
                      </a:lnTo>
                      <a:lnTo>
                        <a:pt x="154" y="190"/>
                      </a:lnTo>
                      <a:lnTo>
                        <a:pt x="144" y="188"/>
                      </a:lnTo>
                      <a:lnTo>
                        <a:pt x="140" y="186"/>
                      </a:lnTo>
                      <a:lnTo>
                        <a:pt x="136" y="184"/>
                      </a:lnTo>
                      <a:lnTo>
                        <a:pt x="134" y="180"/>
                      </a:lnTo>
                      <a:lnTo>
                        <a:pt x="134" y="176"/>
                      </a:lnTo>
                      <a:lnTo>
                        <a:pt x="78" y="180"/>
                      </a:lnTo>
                      <a:lnTo>
                        <a:pt x="70" y="190"/>
                      </a:lnTo>
                      <a:lnTo>
                        <a:pt x="70" y="194"/>
                      </a:lnTo>
                      <a:lnTo>
                        <a:pt x="70" y="200"/>
                      </a:lnTo>
                      <a:lnTo>
                        <a:pt x="70" y="206"/>
                      </a:lnTo>
                      <a:lnTo>
                        <a:pt x="68" y="208"/>
                      </a:lnTo>
                      <a:lnTo>
                        <a:pt x="64" y="212"/>
                      </a:lnTo>
                      <a:lnTo>
                        <a:pt x="60" y="212"/>
                      </a:lnTo>
                      <a:lnTo>
                        <a:pt x="56" y="214"/>
                      </a:lnTo>
                      <a:lnTo>
                        <a:pt x="48" y="212"/>
                      </a:lnTo>
                      <a:lnTo>
                        <a:pt x="42" y="214"/>
                      </a:lnTo>
                      <a:lnTo>
                        <a:pt x="28" y="216"/>
                      </a:lnTo>
                      <a:lnTo>
                        <a:pt x="22" y="214"/>
                      </a:lnTo>
                      <a:lnTo>
                        <a:pt x="14" y="210"/>
                      </a:lnTo>
                      <a:lnTo>
                        <a:pt x="8" y="204"/>
                      </a:lnTo>
                      <a:lnTo>
                        <a:pt x="6" y="196"/>
                      </a:lnTo>
                      <a:lnTo>
                        <a:pt x="0" y="188"/>
                      </a:lnTo>
                      <a:lnTo>
                        <a:pt x="6" y="190"/>
                      </a:lnTo>
                      <a:lnTo>
                        <a:pt x="12" y="190"/>
                      </a:lnTo>
                      <a:lnTo>
                        <a:pt x="14" y="190"/>
                      </a:lnTo>
                      <a:lnTo>
                        <a:pt x="14" y="188"/>
                      </a:lnTo>
                      <a:lnTo>
                        <a:pt x="18" y="182"/>
                      </a:lnTo>
                      <a:lnTo>
                        <a:pt x="24" y="178"/>
                      </a:lnTo>
                      <a:lnTo>
                        <a:pt x="26" y="172"/>
                      </a:lnTo>
                      <a:lnTo>
                        <a:pt x="26" y="166"/>
                      </a:lnTo>
                      <a:lnTo>
                        <a:pt x="24" y="158"/>
                      </a:lnTo>
                      <a:lnTo>
                        <a:pt x="22" y="146"/>
                      </a:lnTo>
                      <a:lnTo>
                        <a:pt x="18" y="134"/>
                      </a:lnTo>
                      <a:lnTo>
                        <a:pt x="18" y="124"/>
                      </a:lnTo>
                      <a:lnTo>
                        <a:pt x="18" y="114"/>
                      </a:lnTo>
                      <a:lnTo>
                        <a:pt x="22" y="106"/>
                      </a:lnTo>
                      <a:lnTo>
                        <a:pt x="30" y="88"/>
                      </a:lnTo>
                      <a:lnTo>
                        <a:pt x="32" y="78"/>
                      </a:lnTo>
                      <a:lnTo>
                        <a:pt x="36" y="68"/>
                      </a:lnTo>
                      <a:lnTo>
                        <a:pt x="40" y="56"/>
                      </a:lnTo>
                      <a:lnTo>
                        <a:pt x="48" y="42"/>
                      </a:lnTo>
                      <a:lnTo>
                        <a:pt x="60" y="30"/>
                      </a:lnTo>
                      <a:lnTo>
                        <a:pt x="72" y="18"/>
                      </a:lnTo>
                      <a:lnTo>
                        <a:pt x="84" y="10"/>
                      </a:lnTo>
                      <a:lnTo>
                        <a:pt x="94" y="2"/>
                      </a:lnTo>
                      <a:lnTo>
                        <a:pt x="104" y="0"/>
                      </a:lnTo>
                      <a:lnTo>
                        <a:pt x="108" y="2"/>
                      </a:lnTo>
                      <a:lnTo>
                        <a:pt x="112" y="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1" name="Freeform 141"/>
                <p:cNvSpPr>
                  <a:spLocks/>
                </p:cNvSpPr>
                <p:nvPr/>
              </p:nvSpPr>
              <p:spPr bwMode="auto">
                <a:xfrm>
                  <a:off x="3999346" y="3881529"/>
                  <a:ext cx="174022" cy="249093"/>
                </a:xfrm>
                <a:custGeom>
                  <a:avLst/>
                  <a:gdLst>
                    <a:gd name="T0" fmla="*/ 231854407 w 106"/>
                    <a:gd name="T1" fmla="*/ 50403117 h 150"/>
                    <a:gd name="T2" fmla="*/ 231854407 w 106"/>
                    <a:gd name="T3" fmla="*/ 50403117 h 150"/>
                    <a:gd name="T4" fmla="*/ 246975341 w 106"/>
                    <a:gd name="T5" fmla="*/ 85685302 h 150"/>
                    <a:gd name="T6" fmla="*/ 262096274 w 106"/>
                    <a:gd name="T7" fmla="*/ 115927190 h 150"/>
                    <a:gd name="T8" fmla="*/ 267136585 w 106"/>
                    <a:gd name="T9" fmla="*/ 141128742 h 150"/>
                    <a:gd name="T10" fmla="*/ 267136585 w 106"/>
                    <a:gd name="T11" fmla="*/ 141128742 h 150"/>
                    <a:gd name="T12" fmla="*/ 267136585 w 106"/>
                    <a:gd name="T13" fmla="*/ 186491536 h 150"/>
                    <a:gd name="T14" fmla="*/ 267136585 w 106"/>
                    <a:gd name="T15" fmla="*/ 186491536 h 150"/>
                    <a:gd name="T16" fmla="*/ 257055963 w 106"/>
                    <a:gd name="T17" fmla="*/ 241935001 h 150"/>
                    <a:gd name="T18" fmla="*/ 252015652 w 106"/>
                    <a:gd name="T19" fmla="*/ 277217174 h 150"/>
                    <a:gd name="T20" fmla="*/ 241935030 w 106"/>
                    <a:gd name="T21" fmla="*/ 302418726 h 150"/>
                    <a:gd name="T22" fmla="*/ 241935030 w 106"/>
                    <a:gd name="T23" fmla="*/ 302418726 h 150"/>
                    <a:gd name="T24" fmla="*/ 201612492 w 106"/>
                    <a:gd name="T25" fmla="*/ 367942762 h 150"/>
                    <a:gd name="T26" fmla="*/ 201612492 w 106"/>
                    <a:gd name="T27" fmla="*/ 367942762 h 150"/>
                    <a:gd name="T28" fmla="*/ 191531869 w 106"/>
                    <a:gd name="T29" fmla="*/ 372983072 h 150"/>
                    <a:gd name="T30" fmla="*/ 176410936 w 106"/>
                    <a:gd name="T31" fmla="*/ 378023383 h 150"/>
                    <a:gd name="T32" fmla="*/ 161290003 w 106"/>
                    <a:gd name="T33" fmla="*/ 378023383 h 150"/>
                    <a:gd name="T34" fmla="*/ 161290003 w 106"/>
                    <a:gd name="T35" fmla="*/ 378023383 h 150"/>
                    <a:gd name="T36" fmla="*/ 136088448 w 106"/>
                    <a:gd name="T37" fmla="*/ 372983072 h 150"/>
                    <a:gd name="T38" fmla="*/ 105846582 w 106"/>
                    <a:gd name="T39" fmla="*/ 362902452 h 150"/>
                    <a:gd name="T40" fmla="*/ 65524068 w 106"/>
                    <a:gd name="T41" fmla="*/ 342741210 h 150"/>
                    <a:gd name="T42" fmla="*/ 65524068 w 106"/>
                    <a:gd name="T43" fmla="*/ 342741210 h 150"/>
                    <a:gd name="T44" fmla="*/ 40322501 w 106"/>
                    <a:gd name="T45" fmla="*/ 332660589 h 150"/>
                    <a:gd name="T46" fmla="*/ 20161250 w 106"/>
                    <a:gd name="T47" fmla="*/ 317539658 h 150"/>
                    <a:gd name="T48" fmla="*/ 10080625 w 106"/>
                    <a:gd name="T49" fmla="*/ 307459037 h 150"/>
                    <a:gd name="T50" fmla="*/ 5040313 w 106"/>
                    <a:gd name="T51" fmla="*/ 297378416 h 150"/>
                    <a:gd name="T52" fmla="*/ 5040313 w 106"/>
                    <a:gd name="T53" fmla="*/ 297378416 h 150"/>
                    <a:gd name="T54" fmla="*/ 0 w 106"/>
                    <a:gd name="T55" fmla="*/ 262096243 h 150"/>
                    <a:gd name="T56" fmla="*/ 0 w 106"/>
                    <a:gd name="T57" fmla="*/ 246975311 h 150"/>
                    <a:gd name="T58" fmla="*/ 0 w 106"/>
                    <a:gd name="T59" fmla="*/ 246975311 h 150"/>
                    <a:gd name="T60" fmla="*/ 10080625 w 106"/>
                    <a:gd name="T61" fmla="*/ 206652778 h 150"/>
                    <a:gd name="T62" fmla="*/ 15120939 w 106"/>
                    <a:gd name="T63" fmla="*/ 166330294 h 150"/>
                    <a:gd name="T64" fmla="*/ 20161250 w 106"/>
                    <a:gd name="T65" fmla="*/ 126007811 h 150"/>
                    <a:gd name="T66" fmla="*/ 20161250 w 106"/>
                    <a:gd name="T67" fmla="*/ 126007811 h 150"/>
                    <a:gd name="T68" fmla="*/ 20161250 w 106"/>
                    <a:gd name="T69" fmla="*/ 105846569 h 150"/>
                    <a:gd name="T70" fmla="*/ 25201561 w 106"/>
                    <a:gd name="T71" fmla="*/ 85685302 h 150"/>
                    <a:gd name="T72" fmla="*/ 40322501 w 106"/>
                    <a:gd name="T73" fmla="*/ 65524061 h 150"/>
                    <a:gd name="T74" fmla="*/ 50403123 w 106"/>
                    <a:gd name="T75" fmla="*/ 45362806 h 150"/>
                    <a:gd name="T76" fmla="*/ 65524068 w 106"/>
                    <a:gd name="T77" fmla="*/ 30241875 h 150"/>
                    <a:gd name="T78" fmla="*/ 85685313 w 106"/>
                    <a:gd name="T79" fmla="*/ 15120938 h 150"/>
                    <a:gd name="T80" fmla="*/ 100806246 w 106"/>
                    <a:gd name="T81" fmla="*/ 5040312 h 150"/>
                    <a:gd name="T82" fmla="*/ 120967515 w 106"/>
                    <a:gd name="T83" fmla="*/ 0 h 150"/>
                    <a:gd name="T84" fmla="*/ 120967515 w 106"/>
                    <a:gd name="T85" fmla="*/ 0 h 150"/>
                    <a:gd name="T86" fmla="*/ 156249692 w 106"/>
                    <a:gd name="T87" fmla="*/ 5040312 h 150"/>
                    <a:gd name="T88" fmla="*/ 186491558 w 106"/>
                    <a:gd name="T89" fmla="*/ 15120938 h 150"/>
                    <a:gd name="T90" fmla="*/ 211693163 w 106"/>
                    <a:gd name="T91" fmla="*/ 30241875 h 150"/>
                    <a:gd name="T92" fmla="*/ 231854407 w 106"/>
                    <a:gd name="T93" fmla="*/ 50403117 h 150"/>
                    <a:gd name="T94" fmla="*/ 231854407 w 106"/>
                    <a:gd name="T95" fmla="*/ 50403117 h 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6"/>
                    <a:gd name="T145" fmla="*/ 0 h 150"/>
                    <a:gd name="T146" fmla="*/ 106 w 106"/>
                    <a:gd name="T147" fmla="*/ 150 h 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6" h="150">
                      <a:moveTo>
                        <a:pt x="92" y="20"/>
                      </a:moveTo>
                      <a:lnTo>
                        <a:pt x="92" y="20"/>
                      </a:lnTo>
                      <a:lnTo>
                        <a:pt x="98" y="34"/>
                      </a:lnTo>
                      <a:lnTo>
                        <a:pt x="104" y="46"/>
                      </a:lnTo>
                      <a:lnTo>
                        <a:pt x="106" y="56"/>
                      </a:lnTo>
                      <a:lnTo>
                        <a:pt x="106" y="74"/>
                      </a:lnTo>
                      <a:lnTo>
                        <a:pt x="102" y="96"/>
                      </a:lnTo>
                      <a:lnTo>
                        <a:pt x="100" y="110"/>
                      </a:lnTo>
                      <a:lnTo>
                        <a:pt x="96" y="120"/>
                      </a:lnTo>
                      <a:lnTo>
                        <a:pt x="80" y="146"/>
                      </a:lnTo>
                      <a:lnTo>
                        <a:pt x="76" y="148"/>
                      </a:lnTo>
                      <a:lnTo>
                        <a:pt x="70" y="150"/>
                      </a:lnTo>
                      <a:lnTo>
                        <a:pt x="64" y="150"/>
                      </a:lnTo>
                      <a:lnTo>
                        <a:pt x="54" y="148"/>
                      </a:lnTo>
                      <a:lnTo>
                        <a:pt x="42" y="144"/>
                      </a:lnTo>
                      <a:lnTo>
                        <a:pt x="26" y="136"/>
                      </a:lnTo>
                      <a:lnTo>
                        <a:pt x="16" y="132"/>
                      </a:lnTo>
                      <a:lnTo>
                        <a:pt x="8" y="126"/>
                      </a:lnTo>
                      <a:lnTo>
                        <a:pt x="4" y="122"/>
                      </a:lnTo>
                      <a:lnTo>
                        <a:pt x="2" y="118"/>
                      </a:lnTo>
                      <a:lnTo>
                        <a:pt x="0" y="104"/>
                      </a:lnTo>
                      <a:lnTo>
                        <a:pt x="0" y="98"/>
                      </a:lnTo>
                      <a:lnTo>
                        <a:pt x="4" y="82"/>
                      </a:lnTo>
                      <a:lnTo>
                        <a:pt x="6" y="66"/>
                      </a:lnTo>
                      <a:lnTo>
                        <a:pt x="8" y="50"/>
                      </a:lnTo>
                      <a:lnTo>
                        <a:pt x="8" y="42"/>
                      </a:lnTo>
                      <a:lnTo>
                        <a:pt x="10" y="34"/>
                      </a:lnTo>
                      <a:lnTo>
                        <a:pt x="16" y="26"/>
                      </a:lnTo>
                      <a:lnTo>
                        <a:pt x="20" y="18"/>
                      </a:lnTo>
                      <a:lnTo>
                        <a:pt x="26" y="12"/>
                      </a:lnTo>
                      <a:lnTo>
                        <a:pt x="34" y="6"/>
                      </a:lnTo>
                      <a:lnTo>
                        <a:pt x="40" y="2"/>
                      </a:lnTo>
                      <a:lnTo>
                        <a:pt x="48" y="0"/>
                      </a:lnTo>
                      <a:lnTo>
                        <a:pt x="62" y="2"/>
                      </a:lnTo>
                      <a:lnTo>
                        <a:pt x="74" y="6"/>
                      </a:lnTo>
                      <a:lnTo>
                        <a:pt x="84" y="12"/>
                      </a:lnTo>
                      <a:lnTo>
                        <a:pt x="92" y="20"/>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2" name="Freeform 142"/>
                <p:cNvSpPr>
                  <a:spLocks/>
                </p:cNvSpPr>
                <p:nvPr/>
              </p:nvSpPr>
              <p:spPr bwMode="auto">
                <a:xfrm>
                  <a:off x="3903334" y="4739846"/>
                  <a:ext cx="207027" cy="147055"/>
                </a:xfrm>
                <a:custGeom>
                  <a:avLst/>
                  <a:gdLst>
                    <a:gd name="T0" fmla="*/ 126007831 w 124"/>
                    <a:gd name="T1" fmla="*/ 40322498 h 88"/>
                    <a:gd name="T2" fmla="*/ 211693172 w 124"/>
                    <a:gd name="T3" fmla="*/ 5040312 h 88"/>
                    <a:gd name="T4" fmla="*/ 246975351 w 124"/>
                    <a:gd name="T5" fmla="*/ 0 h 88"/>
                    <a:gd name="T6" fmla="*/ 267136596 w 124"/>
                    <a:gd name="T7" fmla="*/ 10080625 h 88"/>
                    <a:gd name="T8" fmla="*/ 267136596 w 124"/>
                    <a:gd name="T9" fmla="*/ 15120938 h 88"/>
                    <a:gd name="T10" fmla="*/ 191531877 w 124"/>
                    <a:gd name="T11" fmla="*/ 50403120 h 88"/>
                    <a:gd name="T12" fmla="*/ 166330321 w 124"/>
                    <a:gd name="T13" fmla="*/ 65524065 h 88"/>
                    <a:gd name="T14" fmla="*/ 216733483 w 124"/>
                    <a:gd name="T15" fmla="*/ 65524065 h 88"/>
                    <a:gd name="T16" fmla="*/ 302418775 w 124"/>
                    <a:gd name="T17" fmla="*/ 75604686 h 88"/>
                    <a:gd name="T18" fmla="*/ 307459086 w 124"/>
                    <a:gd name="T19" fmla="*/ 80644997 h 88"/>
                    <a:gd name="T20" fmla="*/ 312499397 w 124"/>
                    <a:gd name="T21" fmla="*/ 90725618 h 88"/>
                    <a:gd name="T22" fmla="*/ 302418775 w 124"/>
                    <a:gd name="T23" fmla="*/ 95765929 h 88"/>
                    <a:gd name="T24" fmla="*/ 262096285 w 124"/>
                    <a:gd name="T25" fmla="*/ 100806240 h 88"/>
                    <a:gd name="T26" fmla="*/ 176410944 w 124"/>
                    <a:gd name="T27" fmla="*/ 110886886 h 88"/>
                    <a:gd name="T28" fmla="*/ 241935040 w 124"/>
                    <a:gd name="T29" fmla="*/ 110886886 h 88"/>
                    <a:gd name="T30" fmla="*/ 277217218 w 124"/>
                    <a:gd name="T31" fmla="*/ 110886886 h 88"/>
                    <a:gd name="T32" fmla="*/ 297378464 w 124"/>
                    <a:gd name="T33" fmla="*/ 120967508 h 88"/>
                    <a:gd name="T34" fmla="*/ 297378464 w 124"/>
                    <a:gd name="T35" fmla="*/ 126007818 h 88"/>
                    <a:gd name="T36" fmla="*/ 287297841 w 124"/>
                    <a:gd name="T37" fmla="*/ 141128751 h 88"/>
                    <a:gd name="T38" fmla="*/ 277217218 w 124"/>
                    <a:gd name="T39" fmla="*/ 141128751 h 88"/>
                    <a:gd name="T40" fmla="*/ 146169076 w 124"/>
                    <a:gd name="T41" fmla="*/ 156249683 h 88"/>
                    <a:gd name="T42" fmla="*/ 191531877 w 124"/>
                    <a:gd name="T43" fmla="*/ 166330304 h 88"/>
                    <a:gd name="T44" fmla="*/ 221773795 w 124"/>
                    <a:gd name="T45" fmla="*/ 161289994 h 88"/>
                    <a:gd name="T46" fmla="*/ 236894728 w 124"/>
                    <a:gd name="T47" fmla="*/ 161289994 h 88"/>
                    <a:gd name="T48" fmla="*/ 246975351 w 124"/>
                    <a:gd name="T49" fmla="*/ 171370615 h 88"/>
                    <a:gd name="T50" fmla="*/ 241935040 w 124"/>
                    <a:gd name="T51" fmla="*/ 181451237 h 88"/>
                    <a:gd name="T52" fmla="*/ 216733483 w 124"/>
                    <a:gd name="T53" fmla="*/ 186491547 h 88"/>
                    <a:gd name="T54" fmla="*/ 136088454 w 124"/>
                    <a:gd name="T55" fmla="*/ 191531858 h 88"/>
                    <a:gd name="T56" fmla="*/ 100806250 w 124"/>
                    <a:gd name="T57" fmla="*/ 201612480 h 88"/>
                    <a:gd name="T58" fmla="*/ 65524071 w 124"/>
                    <a:gd name="T59" fmla="*/ 216733462 h 88"/>
                    <a:gd name="T60" fmla="*/ 0 w 124"/>
                    <a:gd name="T61" fmla="*/ 221773772 h 88"/>
                    <a:gd name="T62" fmla="*/ 30241880 w 124"/>
                    <a:gd name="T63" fmla="*/ 171370615 h 88"/>
                    <a:gd name="T64" fmla="*/ 60483760 w 124"/>
                    <a:gd name="T65" fmla="*/ 105846575 h 88"/>
                    <a:gd name="T66" fmla="*/ 65524071 w 124"/>
                    <a:gd name="T67" fmla="*/ 80644997 h 88"/>
                    <a:gd name="T68" fmla="*/ 100806250 w 124"/>
                    <a:gd name="T69" fmla="*/ 50403120 h 88"/>
                    <a:gd name="T70" fmla="*/ 126007831 w 124"/>
                    <a:gd name="T71" fmla="*/ 40322498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4"/>
                    <a:gd name="T109" fmla="*/ 0 h 88"/>
                    <a:gd name="T110" fmla="*/ 124 w 124"/>
                    <a:gd name="T111" fmla="*/ 88 h 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4" h="88">
                      <a:moveTo>
                        <a:pt x="50" y="16"/>
                      </a:moveTo>
                      <a:lnTo>
                        <a:pt x="50" y="16"/>
                      </a:lnTo>
                      <a:lnTo>
                        <a:pt x="72" y="6"/>
                      </a:lnTo>
                      <a:lnTo>
                        <a:pt x="84" y="2"/>
                      </a:lnTo>
                      <a:lnTo>
                        <a:pt x="98" y="0"/>
                      </a:lnTo>
                      <a:lnTo>
                        <a:pt x="104" y="2"/>
                      </a:lnTo>
                      <a:lnTo>
                        <a:pt x="106" y="4"/>
                      </a:lnTo>
                      <a:lnTo>
                        <a:pt x="106" y="6"/>
                      </a:lnTo>
                      <a:lnTo>
                        <a:pt x="98" y="10"/>
                      </a:lnTo>
                      <a:lnTo>
                        <a:pt x="76" y="20"/>
                      </a:lnTo>
                      <a:lnTo>
                        <a:pt x="66" y="26"/>
                      </a:lnTo>
                      <a:lnTo>
                        <a:pt x="86" y="26"/>
                      </a:lnTo>
                      <a:lnTo>
                        <a:pt x="104" y="28"/>
                      </a:lnTo>
                      <a:lnTo>
                        <a:pt x="120" y="30"/>
                      </a:lnTo>
                      <a:lnTo>
                        <a:pt x="122" y="32"/>
                      </a:lnTo>
                      <a:lnTo>
                        <a:pt x="124" y="34"/>
                      </a:lnTo>
                      <a:lnTo>
                        <a:pt x="124" y="36"/>
                      </a:lnTo>
                      <a:lnTo>
                        <a:pt x="120" y="38"/>
                      </a:lnTo>
                      <a:lnTo>
                        <a:pt x="112" y="40"/>
                      </a:lnTo>
                      <a:lnTo>
                        <a:pt x="104" y="40"/>
                      </a:lnTo>
                      <a:lnTo>
                        <a:pt x="92" y="40"/>
                      </a:lnTo>
                      <a:lnTo>
                        <a:pt x="70" y="44"/>
                      </a:lnTo>
                      <a:lnTo>
                        <a:pt x="96" y="44"/>
                      </a:lnTo>
                      <a:lnTo>
                        <a:pt x="110" y="44"/>
                      </a:lnTo>
                      <a:lnTo>
                        <a:pt x="114" y="46"/>
                      </a:lnTo>
                      <a:lnTo>
                        <a:pt x="118" y="48"/>
                      </a:lnTo>
                      <a:lnTo>
                        <a:pt x="118" y="50"/>
                      </a:lnTo>
                      <a:lnTo>
                        <a:pt x="116" y="54"/>
                      </a:lnTo>
                      <a:lnTo>
                        <a:pt x="114" y="56"/>
                      </a:lnTo>
                      <a:lnTo>
                        <a:pt x="110" y="56"/>
                      </a:lnTo>
                      <a:lnTo>
                        <a:pt x="62" y="60"/>
                      </a:lnTo>
                      <a:lnTo>
                        <a:pt x="58" y="62"/>
                      </a:lnTo>
                      <a:lnTo>
                        <a:pt x="76" y="66"/>
                      </a:lnTo>
                      <a:lnTo>
                        <a:pt x="88" y="64"/>
                      </a:lnTo>
                      <a:lnTo>
                        <a:pt x="94" y="64"/>
                      </a:lnTo>
                      <a:lnTo>
                        <a:pt x="96" y="66"/>
                      </a:lnTo>
                      <a:lnTo>
                        <a:pt x="98" y="68"/>
                      </a:lnTo>
                      <a:lnTo>
                        <a:pt x="96" y="72"/>
                      </a:lnTo>
                      <a:lnTo>
                        <a:pt x="92" y="74"/>
                      </a:lnTo>
                      <a:lnTo>
                        <a:pt x="86" y="74"/>
                      </a:lnTo>
                      <a:lnTo>
                        <a:pt x="54" y="76"/>
                      </a:lnTo>
                      <a:lnTo>
                        <a:pt x="40" y="80"/>
                      </a:lnTo>
                      <a:lnTo>
                        <a:pt x="26" y="86"/>
                      </a:lnTo>
                      <a:lnTo>
                        <a:pt x="14" y="88"/>
                      </a:lnTo>
                      <a:lnTo>
                        <a:pt x="0" y="88"/>
                      </a:lnTo>
                      <a:lnTo>
                        <a:pt x="12" y="68"/>
                      </a:lnTo>
                      <a:lnTo>
                        <a:pt x="22" y="50"/>
                      </a:lnTo>
                      <a:lnTo>
                        <a:pt x="24" y="42"/>
                      </a:lnTo>
                      <a:lnTo>
                        <a:pt x="26" y="32"/>
                      </a:lnTo>
                      <a:lnTo>
                        <a:pt x="32" y="26"/>
                      </a:lnTo>
                      <a:lnTo>
                        <a:pt x="40" y="20"/>
                      </a:lnTo>
                      <a:lnTo>
                        <a:pt x="50" y="1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3" name="Freeform 143"/>
                <p:cNvSpPr>
                  <a:spLocks noEditPoints="1"/>
                </p:cNvSpPr>
                <p:nvPr/>
              </p:nvSpPr>
              <p:spPr bwMode="auto">
                <a:xfrm>
                  <a:off x="3876332" y="5385085"/>
                  <a:ext cx="558069" cy="684253"/>
                </a:xfrm>
                <a:custGeom>
                  <a:avLst/>
                  <a:gdLst>
                    <a:gd name="T0" fmla="*/ 186491543 w 330"/>
                    <a:gd name="T1" fmla="*/ 866933887 h 408"/>
                    <a:gd name="T2" fmla="*/ 151209369 w 330"/>
                    <a:gd name="T3" fmla="*/ 730845292 h 408"/>
                    <a:gd name="T4" fmla="*/ 146169058 w 330"/>
                    <a:gd name="T5" fmla="*/ 720764670 h 408"/>
                    <a:gd name="T6" fmla="*/ 141128747 w 330"/>
                    <a:gd name="T7" fmla="*/ 690522804 h 408"/>
                    <a:gd name="T8" fmla="*/ 141128747 w 330"/>
                    <a:gd name="T9" fmla="*/ 589716584 h 408"/>
                    <a:gd name="T10" fmla="*/ 141128747 w 330"/>
                    <a:gd name="T11" fmla="*/ 554434408 h 408"/>
                    <a:gd name="T12" fmla="*/ 50403119 w 330"/>
                    <a:gd name="T13" fmla="*/ 55443446 h 408"/>
                    <a:gd name="T14" fmla="*/ 35282187 w 330"/>
                    <a:gd name="T15" fmla="*/ 80645001 h 408"/>
                    <a:gd name="T16" fmla="*/ 10080624 w 330"/>
                    <a:gd name="T17" fmla="*/ 156249690 h 408"/>
                    <a:gd name="T18" fmla="*/ 0 w 330"/>
                    <a:gd name="T19" fmla="*/ 282257515 h 408"/>
                    <a:gd name="T20" fmla="*/ 10080624 w 330"/>
                    <a:gd name="T21" fmla="*/ 403224979 h 408"/>
                    <a:gd name="T22" fmla="*/ 25201559 w 330"/>
                    <a:gd name="T23" fmla="*/ 493950676 h 408"/>
                    <a:gd name="T24" fmla="*/ 35282187 w 330"/>
                    <a:gd name="T25" fmla="*/ 599797206 h 408"/>
                    <a:gd name="T26" fmla="*/ 30241876 w 330"/>
                    <a:gd name="T27" fmla="*/ 670361560 h 408"/>
                    <a:gd name="T28" fmla="*/ 30241876 w 330"/>
                    <a:gd name="T29" fmla="*/ 665321249 h 408"/>
                    <a:gd name="T30" fmla="*/ 10080624 w 330"/>
                    <a:gd name="T31" fmla="*/ 801409646 h 408"/>
                    <a:gd name="T32" fmla="*/ 30241876 w 330"/>
                    <a:gd name="T33" fmla="*/ 806449957 h 408"/>
                    <a:gd name="T34" fmla="*/ 30241876 w 330"/>
                    <a:gd name="T35" fmla="*/ 801409646 h 408"/>
                    <a:gd name="T36" fmla="*/ 40322497 w 330"/>
                    <a:gd name="T37" fmla="*/ 846772644 h 408"/>
                    <a:gd name="T38" fmla="*/ 40322497 w 330"/>
                    <a:gd name="T39" fmla="*/ 907256375 h 408"/>
                    <a:gd name="T40" fmla="*/ 60483752 w 330"/>
                    <a:gd name="T41" fmla="*/ 972780418 h 408"/>
                    <a:gd name="T42" fmla="*/ 70564374 w 330"/>
                    <a:gd name="T43" fmla="*/ 992941662 h 408"/>
                    <a:gd name="T44" fmla="*/ 105846573 w 330"/>
                    <a:gd name="T45" fmla="*/ 1018143217 h 408"/>
                    <a:gd name="T46" fmla="*/ 146169058 w 330"/>
                    <a:gd name="T47" fmla="*/ 1028223839 h 408"/>
                    <a:gd name="T48" fmla="*/ 216733457 w 330"/>
                    <a:gd name="T49" fmla="*/ 1018143217 h 408"/>
                    <a:gd name="T50" fmla="*/ 236894699 w 330"/>
                    <a:gd name="T51" fmla="*/ 982861040 h 408"/>
                    <a:gd name="T52" fmla="*/ 236894699 w 330"/>
                    <a:gd name="T53" fmla="*/ 967740107 h 408"/>
                    <a:gd name="T54" fmla="*/ 216733457 w 330"/>
                    <a:gd name="T55" fmla="*/ 922377308 h 408"/>
                    <a:gd name="T56" fmla="*/ 821570832 w 330"/>
                    <a:gd name="T57" fmla="*/ 675401871 h 408"/>
                    <a:gd name="T58" fmla="*/ 816530521 w 330"/>
                    <a:gd name="T59" fmla="*/ 670361560 h 408"/>
                    <a:gd name="T60" fmla="*/ 801409589 w 330"/>
                    <a:gd name="T61" fmla="*/ 660280938 h 408"/>
                    <a:gd name="T62" fmla="*/ 751006483 w 330"/>
                    <a:gd name="T63" fmla="*/ 619958450 h 408"/>
                    <a:gd name="T64" fmla="*/ 735885551 w 330"/>
                    <a:gd name="T65" fmla="*/ 599797206 h 408"/>
                    <a:gd name="T66" fmla="*/ 715724309 w 330"/>
                    <a:gd name="T67" fmla="*/ 579635963 h 408"/>
                    <a:gd name="T68" fmla="*/ 690522756 w 330"/>
                    <a:gd name="T69" fmla="*/ 544353786 h 408"/>
                    <a:gd name="T70" fmla="*/ 675401824 w 330"/>
                    <a:gd name="T71" fmla="*/ 509071609 h 408"/>
                    <a:gd name="T72" fmla="*/ 660280892 w 330"/>
                    <a:gd name="T73" fmla="*/ 463708810 h 408"/>
                    <a:gd name="T74" fmla="*/ 478829709 w 330"/>
                    <a:gd name="T75" fmla="*/ 65524068 h 408"/>
                    <a:gd name="T76" fmla="*/ 483870019 w 330"/>
                    <a:gd name="T77" fmla="*/ 105846580 h 408"/>
                    <a:gd name="T78" fmla="*/ 483870019 w 330"/>
                    <a:gd name="T79" fmla="*/ 166330312 h 408"/>
                    <a:gd name="T80" fmla="*/ 504031262 w 330"/>
                    <a:gd name="T81" fmla="*/ 282257515 h 408"/>
                    <a:gd name="T82" fmla="*/ 534273126 w 330"/>
                    <a:gd name="T83" fmla="*/ 398184668 h 408"/>
                    <a:gd name="T84" fmla="*/ 534273126 w 330"/>
                    <a:gd name="T85" fmla="*/ 448587877 h 408"/>
                    <a:gd name="T86" fmla="*/ 529232815 w 330"/>
                    <a:gd name="T87" fmla="*/ 468749121 h 408"/>
                    <a:gd name="T88" fmla="*/ 509071573 w 330"/>
                    <a:gd name="T89" fmla="*/ 524192542 h 408"/>
                    <a:gd name="T90" fmla="*/ 509071573 w 330"/>
                    <a:gd name="T91" fmla="*/ 574595652 h 408"/>
                    <a:gd name="T92" fmla="*/ 514111883 w 330"/>
                    <a:gd name="T93" fmla="*/ 584676274 h 408"/>
                    <a:gd name="T94" fmla="*/ 524192505 w 330"/>
                    <a:gd name="T95" fmla="*/ 614918139 h 408"/>
                    <a:gd name="T96" fmla="*/ 534273126 w 330"/>
                    <a:gd name="T97" fmla="*/ 695563115 h 408"/>
                    <a:gd name="T98" fmla="*/ 559474679 w 330"/>
                    <a:gd name="T99" fmla="*/ 690522804 h 408"/>
                    <a:gd name="T100" fmla="*/ 564514990 w 330"/>
                    <a:gd name="T101" fmla="*/ 599797206 h 408"/>
                    <a:gd name="T102" fmla="*/ 594756853 w 330"/>
                    <a:gd name="T103" fmla="*/ 614918139 h 408"/>
                    <a:gd name="T104" fmla="*/ 614918096 w 330"/>
                    <a:gd name="T105" fmla="*/ 645160005 h 408"/>
                    <a:gd name="T106" fmla="*/ 619958407 w 330"/>
                    <a:gd name="T107" fmla="*/ 655240627 h 408"/>
                    <a:gd name="T108" fmla="*/ 650200270 w 330"/>
                    <a:gd name="T109" fmla="*/ 720764670 h 408"/>
                    <a:gd name="T110" fmla="*/ 660280892 w 330"/>
                    <a:gd name="T111" fmla="*/ 740925914 h 408"/>
                    <a:gd name="T112" fmla="*/ 690522756 w 330"/>
                    <a:gd name="T113" fmla="*/ 756046847 h 408"/>
                    <a:gd name="T114" fmla="*/ 811490211 w 330"/>
                    <a:gd name="T115" fmla="*/ 766127469 h 408"/>
                    <a:gd name="T116" fmla="*/ 816530521 w 330"/>
                    <a:gd name="T117" fmla="*/ 756046847 h 408"/>
                    <a:gd name="T118" fmla="*/ 826611143 w 330"/>
                    <a:gd name="T119" fmla="*/ 725804981 h 408"/>
                    <a:gd name="T120" fmla="*/ 831651453 w 330"/>
                    <a:gd name="T121" fmla="*/ 715724359 h 408"/>
                    <a:gd name="T122" fmla="*/ 821570832 w 330"/>
                    <a:gd name="T123" fmla="*/ 675401871 h 4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0"/>
                    <a:gd name="T187" fmla="*/ 0 h 408"/>
                    <a:gd name="T188" fmla="*/ 330 w 330"/>
                    <a:gd name="T189" fmla="*/ 408 h 4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0" h="408">
                      <a:moveTo>
                        <a:pt x="74" y="344"/>
                      </a:moveTo>
                      <a:lnTo>
                        <a:pt x="74" y="344"/>
                      </a:lnTo>
                      <a:lnTo>
                        <a:pt x="60" y="290"/>
                      </a:lnTo>
                      <a:lnTo>
                        <a:pt x="58" y="286"/>
                      </a:lnTo>
                      <a:lnTo>
                        <a:pt x="56" y="274"/>
                      </a:lnTo>
                      <a:lnTo>
                        <a:pt x="56" y="254"/>
                      </a:lnTo>
                      <a:lnTo>
                        <a:pt x="56" y="234"/>
                      </a:lnTo>
                      <a:lnTo>
                        <a:pt x="56" y="220"/>
                      </a:lnTo>
                      <a:lnTo>
                        <a:pt x="92" y="44"/>
                      </a:lnTo>
                      <a:lnTo>
                        <a:pt x="20" y="22"/>
                      </a:lnTo>
                      <a:lnTo>
                        <a:pt x="14" y="32"/>
                      </a:lnTo>
                      <a:lnTo>
                        <a:pt x="10" y="40"/>
                      </a:lnTo>
                      <a:lnTo>
                        <a:pt x="4" y="62"/>
                      </a:lnTo>
                      <a:lnTo>
                        <a:pt x="2" y="88"/>
                      </a:lnTo>
                      <a:lnTo>
                        <a:pt x="0" y="112"/>
                      </a:lnTo>
                      <a:lnTo>
                        <a:pt x="2" y="138"/>
                      </a:lnTo>
                      <a:lnTo>
                        <a:pt x="4" y="160"/>
                      </a:lnTo>
                      <a:lnTo>
                        <a:pt x="10" y="196"/>
                      </a:lnTo>
                      <a:lnTo>
                        <a:pt x="14" y="218"/>
                      </a:lnTo>
                      <a:lnTo>
                        <a:pt x="14" y="238"/>
                      </a:lnTo>
                      <a:lnTo>
                        <a:pt x="14" y="254"/>
                      </a:lnTo>
                      <a:lnTo>
                        <a:pt x="12" y="266"/>
                      </a:lnTo>
                      <a:lnTo>
                        <a:pt x="12" y="264"/>
                      </a:lnTo>
                      <a:lnTo>
                        <a:pt x="6" y="292"/>
                      </a:lnTo>
                      <a:lnTo>
                        <a:pt x="4" y="318"/>
                      </a:lnTo>
                      <a:lnTo>
                        <a:pt x="8" y="322"/>
                      </a:lnTo>
                      <a:lnTo>
                        <a:pt x="12" y="320"/>
                      </a:lnTo>
                      <a:lnTo>
                        <a:pt x="12" y="318"/>
                      </a:lnTo>
                      <a:lnTo>
                        <a:pt x="16" y="336"/>
                      </a:lnTo>
                      <a:lnTo>
                        <a:pt x="16" y="360"/>
                      </a:lnTo>
                      <a:lnTo>
                        <a:pt x="18" y="370"/>
                      </a:lnTo>
                      <a:lnTo>
                        <a:pt x="24" y="386"/>
                      </a:lnTo>
                      <a:lnTo>
                        <a:pt x="28" y="394"/>
                      </a:lnTo>
                      <a:lnTo>
                        <a:pt x="42" y="404"/>
                      </a:lnTo>
                      <a:lnTo>
                        <a:pt x="50" y="406"/>
                      </a:lnTo>
                      <a:lnTo>
                        <a:pt x="58" y="408"/>
                      </a:lnTo>
                      <a:lnTo>
                        <a:pt x="74" y="406"/>
                      </a:lnTo>
                      <a:lnTo>
                        <a:pt x="86" y="404"/>
                      </a:lnTo>
                      <a:lnTo>
                        <a:pt x="92" y="402"/>
                      </a:lnTo>
                      <a:lnTo>
                        <a:pt x="94" y="390"/>
                      </a:lnTo>
                      <a:lnTo>
                        <a:pt x="94" y="384"/>
                      </a:lnTo>
                      <a:lnTo>
                        <a:pt x="92" y="376"/>
                      </a:lnTo>
                      <a:lnTo>
                        <a:pt x="86" y="366"/>
                      </a:lnTo>
                      <a:lnTo>
                        <a:pt x="74" y="344"/>
                      </a:lnTo>
                      <a:close/>
                      <a:moveTo>
                        <a:pt x="326" y="268"/>
                      </a:moveTo>
                      <a:lnTo>
                        <a:pt x="326" y="268"/>
                      </a:lnTo>
                      <a:lnTo>
                        <a:pt x="324" y="266"/>
                      </a:lnTo>
                      <a:lnTo>
                        <a:pt x="318" y="262"/>
                      </a:lnTo>
                      <a:lnTo>
                        <a:pt x="310" y="254"/>
                      </a:lnTo>
                      <a:lnTo>
                        <a:pt x="298" y="246"/>
                      </a:lnTo>
                      <a:lnTo>
                        <a:pt x="292" y="238"/>
                      </a:lnTo>
                      <a:lnTo>
                        <a:pt x="284" y="230"/>
                      </a:lnTo>
                      <a:lnTo>
                        <a:pt x="280" y="224"/>
                      </a:lnTo>
                      <a:lnTo>
                        <a:pt x="274" y="216"/>
                      </a:lnTo>
                      <a:lnTo>
                        <a:pt x="268" y="202"/>
                      </a:lnTo>
                      <a:lnTo>
                        <a:pt x="262" y="184"/>
                      </a:lnTo>
                      <a:lnTo>
                        <a:pt x="260" y="0"/>
                      </a:lnTo>
                      <a:lnTo>
                        <a:pt x="190" y="26"/>
                      </a:lnTo>
                      <a:lnTo>
                        <a:pt x="192" y="42"/>
                      </a:lnTo>
                      <a:lnTo>
                        <a:pt x="192" y="66"/>
                      </a:lnTo>
                      <a:lnTo>
                        <a:pt x="194" y="82"/>
                      </a:lnTo>
                      <a:lnTo>
                        <a:pt x="200" y="112"/>
                      </a:lnTo>
                      <a:lnTo>
                        <a:pt x="212" y="158"/>
                      </a:lnTo>
                      <a:lnTo>
                        <a:pt x="212" y="178"/>
                      </a:lnTo>
                      <a:lnTo>
                        <a:pt x="210" y="186"/>
                      </a:lnTo>
                      <a:lnTo>
                        <a:pt x="206" y="194"/>
                      </a:lnTo>
                      <a:lnTo>
                        <a:pt x="202" y="208"/>
                      </a:lnTo>
                      <a:lnTo>
                        <a:pt x="200" y="222"/>
                      </a:lnTo>
                      <a:lnTo>
                        <a:pt x="202" y="228"/>
                      </a:lnTo>
                      <a:lnTo>
                        <a:pt x="204" y="232"/>
                      </a:lnTo>
                      <a:lnTo>
                        <a:pt x="206" y="238"/>
                      </a:lnTo>
                      <a:lnTo>
                        <a:pt x="208" y="244"/>
                      </a:lnTo>
                      <a:lnTo>
                        <a:pt x="210" y="258"/>
                      </a:lnTo>
                      <a:lnTo>
                        <a:pt x="212" y="276"/>
                      </a:lnTo>
                      <a:lnTo>
                        <a:pt x="218" y="278"/>
                      </a:lnTo>
                      <a:lnTo>
                        <a:pt x="222" y="274"/>
                      </a:lnTo>
                      <a:lnTo>
                        <a:pt x="218" y="232"/>
                      </a:lnTo>
                      <a:lnTo>
                        <a:pt x="224" y="238"/>
                      </a:lnTo>
                      <a:lnTo>
                        <a:pt x="236" y="244"/>
                      </a:lnTo>
                      <a:lnTo>
                        <a:pt x="242" y="250"/>
                      </a:lnTo>
                      <a:lnTo>
                        <a:pt x="244" y="256"/>
                      </a:lnTo>
                      <a:lnTo>
                        <a:pt x="246" y="260"/>
                      </a:lnTo>
                      <a:lnTo>
                        <a:pt x="252" y="276"/>
                      </a:lnTo>
                      <a:lnTo>
                        <a:pt x="258" y="286"/>
                      </a:lnTo>
                      <a:lnTo>
                        <a:pt x="262" y="294"/>
                      </a:lnTo>
                      <a:lnTo>
                        <a:pt x="266" y="298"/>
                      </a:lnTo>
                      <a:lnTo>
                        <a:pt x="274" y="300"/>
                      </a:lnTo>
                      <a:lnTo>
                        <a:pt x="294" y="302"/>
                      </a:lnTo>
                      <a:lnTo>
                        <a:pt x="322" y="304"/>
                      </a:lnTo>
                      <a:lnTo>
                        <a:pt x="324" y="300"/>
                      </a:lnTo>
                      <a:lnTo>
                        <a:pt x="326" y="296"/>
                      </a:lnTo>
                      <a:lnTo>
                        <a:pt x="328" y="288"/>
                      </a:lnTo>
                      <a:lnTo>
                        <a:pt x="330" y="284"/>
                      </a:lnTo>
                      <a:lnTo>
                        <a:pt x="328" y="276"/>
                      </a:lnTo>
                      <a:lnTo>
                        <a:pt x="326" y="26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4" name="Freeform 144"/>
                <p:cNvSpPr>
                  <a:spLocks/>
                </p:cNvSpPr>
                <p:nvPr/>
              </p:nvSpPr>
              <p:spPr bwMode="auto">
                <a:xfrm>
                  <a:off x="3612299" y="4175638"/>
                  <a:ext cx="333040" cy="723268"/>
                </a:xfrm>
                <a:custGeom>
                  <a:avLst/>
                  <a:gdLst>
                    <a:gd name="T0" fmla="*/ 418346010 w 202"/>
                    <a:gd name="T1" fmla="*/ 463708816 h 426"/>
                    <a:gd name="T2" fmla="*/ 352821868 w 202"/>
                    <a:gd name="T3" fmla="*/ 529232859 h 426"/>
                    <a:gd name="T4" fmla="*/ 327620313 w 202"/>
                    <a:gd name="T5" fmla="*/ 569555348 h 426"/>
                    <a:gd name="T6" fmla="*/ 297378447 w 202"/>
                    <a:gd name="T7" fmla="*/ 609877836 h 426"/>
                    <a:gd name="T8" fmla="*/ 231854404 w 202"/>
                    <a:gd name="T9" fmla="*/ 650200325 h 426"/>
                    <a:gd name="T10" fmla="*/ 221773782 w 202"/>
                    <a:gd name="T11" fmla="*/ 650200325 h 426"/>
                    <a:gd name="T12" fmla="*/ 216733471 w 202"/>
                    <a:gd name="T13" fmla="*/ 670361569 h 426"/>
                    <a:gd name="T14" fmla="*/ 226814093 w 202"/>
                    <a:gd name="T15" fmla="*/ 675401880 h 426"/>
                    <a:gd name="T16" fmla="*/ 236894715 w 202"/>
                    <a:gd name="T17" fmla="*/ 685482502 h 426"/>
                    <a:gd name="T18" fmla="*/ 246975337 w 202"/>
                    <a:gd name="T19" fmla="*/ 710684057 h 426"/>
                    <a:gd name="T20" fmla="*/ 292338136 w 202"/>
                    <a:gd name="T21" fmla="*/ 771167790 h 426"/>
                    <a:gd name="T22" fmla="*/ 357862179 w 202"/>
                    <a:gd name="T23" fmla="*/ 846772654 h 426"/>
                    <a:gd name="T24" fmla="*/ 418346010 w 202"/>
                    <a:gd name="T25" fmla="*/ 877014521 h 426"/>
                    <a:gd name="T26" fmla="*/ 493950674 w 202"/>
                    <a:gd name="T27" fmla="*/ 907256387 h 426"/>
                    <a:gd name="T28" fmla="*/ 498990985 w 202"/>
                    <a:gd name="T29" fmla="*/ 912296698 h 426"/>
                    <a:gd name="T30" fmla="*/ 483870052 w 202"/>
                    <a:gd name="T31" fmla="*/ 982861053 h 426"/>
                    <a:gd name="T32" fmla="*/ 453628186 w 202"/>
                    <a:gd name="T33" fmla="*/ 1038304474 h 426"/>
                    <a:gd name="T34" fmla="*/ 413305599 w 202"/>
                    <a:gd name="T35" fmla="*/ 1073586652 h 426"/>
                    <a:gd name="T36" fmla="*/ 120967513 w 202"/>
                    <a:gd name="T37" fmla="*/ 841732343 h 426"/>
                    <a:gd name="T38" fmla="*/ 85685311 w 202"/>
                    <a:gd name="T39" fmla="*/ 811490278 h 426"/>
                    <a:gd name="T40" fmla="*/ 50403122 w 202"/>
                    <a:gd name="T41" fmla="*/ 771167790 h 426"/>
                    <a:gd name="T42" fmla="*/ 15120939 w 202"/>
                    <a:gd name="T43" fmla="*/ 710684057 h 426"/>
                    <a:gd name="T44" fmla="*/ 10080625 w 202"/>
                    <a:gd name="T45" fmla="*/ 700603435 h 426"/>
                    <a:gd name="T46" fmla="*/ 0 w 202"/>
                    <a:gd name="T47" fmla="*/ 660280947 h 426"/>
                    <a:gd name="T48" fmla="*/ 10080625 w 202"/>
                    <a:gd name="T49" fmla="*/ 635079391 h 426"/>
                    <a:gd name="T50" fmla="*/ 206652800 w 202"/>
                    <a:gd name="T51" fmla="*/ 312499385 h 426"/>
                    <a:gd name="T52" fmla="*/ 262096270 w 202"/>
                    <a:gd name="T53" fmla="*/ 156249692 h 426"/>
                    <a:gd name="T54" fmla="*/ 297378447 w 202"/>
                    <a:gd name="T55" fmla="*/ 90725624 h 426"/>
                    <a:gd name="T56" fmla="*/ 312499380 w 202"/>
                    <a:gd name="T57" fmla="*/ 70564380 h 426"/>
                    <a:gd name="T58" fmla="*/ 337700935 w 202"/>
                    <a:gd name="T59" fmla="*/ 55443446 h 426"/>
                    <a:gd name="T60" fmla="*/ 362902490 w 202"/>
                    <a:gd name="T61" fmla="*/ 50403123 h 426"/>
                    <a:gd name="T62" fmla="*/ 509071607 w 202"/>
                    <a:gd name="T63" fmla="*/ 0 h 426"/>
                    <a:gd name="T64" fmla="*/ 483870052 w 202"/>
                    <a:gd name="T65" fmla="*/ 196572181 h 426"/>
                    <a:gd name="T66" fmla="*/ 458668497 w 202"/>
                    <a:gd name="T67" fmla="*/ 347781562 h 426"/>
                    <a:gd name="T68" fmla="*/ 418346010 w 202"/>
                    <a:gd name="T69" fmla="*/ 463708816 h 4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2"/>
                    <a:gd name="T106" fmla="*/ 0 h 426"/>
                    <a:gd name="T107" fmla="*/ 202 w 202"/>
                    <a:gd name="T108" fmla="*/ 426 h 4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2" h="426">
                      <a:moveTo>
                        <a:pt x="166" y="184"/>
                      </a:moveTo>
                      <a:lnTo>
                        <a:pt x="166" y="184"/>
                      </a:lnTo>
                      <a:lnTo>
                        <a:pt x="152" y="196"/>
                      </a:lnTo>
                      <a:lnTo>
                        <a:pt x="140" y="210"/>
                      </a:lnTo>
                      <a:lnTo>
                        <a:pt x="130" y="226"/>
                      </a:lnTo>
                      <a:lnTo>
                        <a:pt x="124" y="236"/>
                      </a:lnTo>
                      <a:lnTo>
                        <a:pt x="118" y="242"/>
                      </a:lnTo>
                      <a:lnTo>
                        <a:pt x="104" y="252"/>
                      </a:lnTo>
                      <a:lnTo>
                        <a:pt x="92" y="258"/>
                      </a:lnTo>
                      <a:lnTo>
                        <a:pt x="88" y="258"/>
                      </a:lnTo>
                      <a:lnTo>
                        <a:pt x="86" y="262"/>
                      </a:lnTo>
                      <a:lnTo>
                        <a:pt x="86" y="266"/>
                      </a:lnTo>
                      <a:lnTo>
                        <a:pt x="90" y="268"/>
                      </a:lnTo>
                      <a:lnTo>
                        <a:pt x="92" y="270"/>
                      </a:lnTo>
                      <a:lnTo>
                        <a:pt x="94" y="272"/>
                      </a:lnTo>
                      <a:lnTo>
                        <a:pt x="98" y="282"/>
                      </a:lnTo>
                      <a:lnTo>
                        <a:pt x="104" y="292"/>
                      </a:lnTo>
                      <a:lnTo>
                        <a:pt x="116" y="306"/>
                      </a:lnTo>
                      <a:lnTo>
                        <a:pt x="134" y="324"/>
                      </a:lnTo>
                      <a:lnTo>
                        <a:pt x="142" y="336"/>
                      </a:lnTo>
                      <a:lnTo>
                        <a:pt x="166" y="348"/>
                      </a:lnTo>
                      <a:lnTo>
                        <a:pt x="184" y="356"/>
                      </a:lnTo>
                      <a:lnTo>
                        <a:pt x="196" y="360"/>
                      </a:lnTo>
                      <a:lnTo>
                        <a:pt x="198" y="362"/>
                      </a:lnTo>
                      <a:lnTo>
                        <a:pt x="198" y="370"/>
                      </a:lnTo>
                      <a:lnTo>
                        <a:pt x="192" y="390"/>
                      </a:lnTo>
                      <a:lnTo>
                        <a:pt x="186" y="400"/>
                      </a:lnTo>
                      <a:lnTo>
                        <a:pt x="180" y="412"/>
                      </a:lnTo>
                      <a:lnTo>
                        <a:pt x="172" y="420"/>
                      </a:lnTo>
                      <a:lnTo>
                        <a:pt x="164" y="426"/>
                      </a:lnTo>
                      <a:lnTo>
                        <a:pt x="48" y="334"/>
                      </a:lnTo>
                      <a:lnTo>
                        <a:pt x="34" y="322"/>
                      </a:lnTo>
                      <a:lnTo>
                        <a:pt x="26" y="314"/>
                      </a:lnTo>
                      <a:lnTo>
                        <a:pt x="20" y="306"/>
                      </a:lnTo>
                      <a:lnTo>
                        <a:pt x="6" y="282"/>
                      </a:lnTo>
                      <a:lnTo>
                        <a:pt x="4" y="278"/>
                      </a:lnTo>
                      <a:lnTo>
                        <a:pt x="0" y="270"/>
                      </a:lnTo>
                      <a:lnTo>
                        <a:pt x="0" y="262"/>
                      </a:lnTo>
                      <a:lnTo>
                        <a:pt x="0" y="258"/>
                      </a:lnTo>
                      <a:lnTo>
                        <a:pt x="4" y="252"/>
                      </a:lnTo>
                      <a:lnTo>
                        <a:pt x="82" y="124"/>
                      </a:lnTo>
                      <a:lnTo>
                        <a:pt x="104" y="62"/>
                      </a:lnTo>
                      <a:lnTo>
                        <a:pt x="112" y="48"/>
                      </a:lnTo>
                      <a:lnTo>
                        <a:pt x="118" y="36"/>
                      </a:lnTo>
                      <a:lnTo>
                        <a:pt x="124" y="28"/>
                      </a:lnTo>
                      <a:lnTo>
                        <a:pt x="130" y="24"/>
                      </a:lnTo>
                      <a:lnTo>
                        <a:pt x="134" y="22"/>
                      </a:lnTo>
                      <a:lnTo>
                        <a:pt x="144" y="20"/>
                      </a:lnTo>
                      <a:lnTo>
                        <a:pt x="202" y="0"/>
                      </a:lnTo>
                      <a:lnTo>
                        <a:pt x="200" y="24"/>
                      </a:lnTo>
                      <a:lnTo>
                        <a:pt x="192" y="78"/>
                      </a:lnTo>
                      <a:lnTo>
                        <a:pt x="188" y="108"/>
                      </a:lnTo>
                      <a:lnTo>
                        <a:pt x="182" y="138"/>
                      </a:lnTo>
                      <a:lnTo>
                        <a:pt x="174" y="164"/>
                      </a:lnTo>
                      <a:lnTo>
                        <a:pt x="166" y="18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sp>
            <p:nvSpPr>
              <p:cNvPr id="17" name="Freeform 138"/>
              <p:cNvSpPr>
                <a:spLocks/>
              </p:cNvSpPr>
              <p:nvPr/>
            </p:nvSpPr>
            <p:spPr bwMode="auto">
              <a:xfrm>
                <a:off x="3544225" y="4214357"/>
                <a:ext cx="202273" cy="330410"/>
              </a:xfrm>
              <a:custGeom>
                <a:avLst/>
                <a:gdLst>
                  <a:gd name="T0" fmla="*/ 2147483647 w 120"/>
                  <a:gd name="T1" fmla="*/ 2147483647 h 196"/>
                  <a:gd name="T2" fmla="*/ 2147483647 w 120"/>
                  <a:gd name="T3" fmla="*/ 2147483647 h 196"/>
                  <a:gd name="T4" fmla="*/ 2147483647 w 120"/>
                  <a:gd name="T5" fmla="*/ 2147483647 h 196"/>
                  <a:gd name="T6" fmla="*/ 2147483647 w 120"/>
                  <a:gd name="T7" fmla="*/ 2147483647 h 196"/>
                  <a:gd name="T8" fmla="*/ 2147483647 w 120"/>
                  <a:gd name="T9" fmla="*/ 2147483647 h 196"/>
                  <a:gd name="T10" fmla="*/ 2147483647 w 120"/>
                  <a:gd name="T11" fmla="*/ 2147483647 h 196"/>
                  <a:gd name="T12" fmla="*/ 2147483647 w 120"/>
                  <a:gd name="T13" fmla="*/ 2147483647 h 196"/>
                  <a:gd name="T14" fmla="*/ 2147483647 w 120"/>
                  <a:gd name="T15" fmla="*/ 2147483647 h 196"/>
                  <a:gd name="T16" fmla="*/ 2147483647 w 120"/>
                  <a:gd name="T17" fmla="*/ 2147483647 h 196"/>
                  <a:gd name="T18" fmla="*/ 2147483647 w 120"/>
                  <a:gd name="T19" fmla="*/ 2147483647 h 196"/>
                  <a:gd name="T20" fmla="*/ 2147483647 w 120"/>
                  <a:gd name="T21" fmla="*/ 2147483647 h 196"/>
                  <a:gd name="T22" fmla="*/ 2147483647 w 120"/>
                  <a:gd name="T23" fmla="*/ 2147483647 h 196"/>
                  <a:gd name="T24" fmla="*/ 2147483647 w 120"/>
                  <a:gd name="T25" fmla="*/ 2147483647 h 196"/>
                  <a:gd name="T26" fmla="*/ 2147483647 w 120"/>
                  <a:gd name="T27" fmla="*/ 2147483647 h 196"/>
                  <a:gd name="T28" fmla="*/ 2147483647 w 120"/>
                  <a:gd name="T29" fmla="*/ 2147483647 h 196"/>
                  <a:gd name="T30" fmla="*/ 2147483647 w 120"/>
                  <a:gd name="T31" fmla="*/ 2147483647 h 196"/>
                  <a:gd name="T32" fmla="*/ 2147483647 w 120"/>
                  <a:gd name="T33" fmla="*/ 2147483647 h 196"/>
                  <a:gd name="T34" fmla="*/ 2147483647 w 120"/>
                  <a:gd name="T35" fmla="*/ 2147483647 h 196"/>
                  <a:gd name="T36" fmla="*/ 2147483647 w 120"/>
                  <a:gd name="T37" fmla="*/ 2147483647 h 196"/>
                  <a:gd name="T38" fmla="*/ 2147483647 w 120"/>
                  <a:gd name="T39" fmla="*/ 2147483647 h 196"/>
                  <a:gd name="T40" fmla="*/ 0 w 120"/>
                  <a:gd name="T41" fmla="*/ 2147483647 h 196"/>
                  <a:gd name="T42" fmla="*/ 2147483647 w 120"/>
                  <a:gd name="T43" fmla="*/ 2147483647 h 196"/>
                  <a:gd name="T44" fmla="*/ 2147483647 w 120"/>
                  <a:gd name="T45" fmla="*/ 2147483647 h 196"/>
                  <a:gd name="T46" fmla="*/ 2147483647 w 120"/>
                  <a:gd name="T47" fmla="*/ 2147483647 h 196"/>
                  <a:gd name="T48" fmla="*/ 2147483647 w 120"/>
                  <a:gd name="T49" fmla="*/ 0 h 196"/>
                  <a:gd name="T50" fmla="*/ 2147483647 w 120"/>
                  <a:gd name="T51" fmla="*/ 0 h 196"/>
                  <a:gd name="T52" fmla="*/ 2147483647 w 120"/>
                  <a:gd name="T53" fmla="*/ 2147483647 h 196"/>
                  <a:gd name="T54" fmla="*/ 2147483647 w 120"/>
                  <a:gd name="T55" fmla="*/ 2147483647 h 19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
                  <a:gd name="T85" fmla="*/ 0 h 196"/>
                  <a:gd name="T86" fmla="*/ 120 w 120"/>
                  <a:gd name="T87" fmla="*/ 196 h 19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 h="196">
                    <a:moveTo>
                      <a:pt x="82" y="2"/>
                    </a:moveTo>
                    <a:lnTo>
                      <a:pt x="82" y="2"/>
                    </a:lnTo>
                    <a:lnTo>
                      <a:pt x="96" y="24"/>
                    </a:lnTo>
                    <a:lnTo>
                      <a:pt x="98" y="34"/>
                    </a:lnTo>
                    <a:lnTo>
                      <a:pt x="102" y="46"/>
                    </a:lnTo>
                    <a:lnTo>
                      <a:pt x="106" y="70"/>
                    </a:lnTo>
                    <a:lnTo>
                      <a:pt x="114" y="120"/>
                    </a:lnTo>
                    <a:lnTo>
                      <a:pt x="118" y="170"/>
                    </a:lnTo>
                    <a:lnTo>
                      <a:pt x="120" y="188"/>
                    </a:lnTo>
                    <a:lnTo>
                      <a:pt x="118" y="196"/>
                    </a:lnTo>
                    <a:lnTo>
                      <a:pt x="106" y="174"/>
                    </a:lnTo>
                    <a:lnTo>
                      <a:pt x="76" y="120"/>
                    </a:lnTo>
                    <a:lnTo>
                      <a:pt x="58" y="90"/>
                    </a:lnTo>
                    <a:lnTo>
                      <a:pt x="38" y="62"/>
                    </a:lnTo>
                    <a:lnTo>
                      <a:pt x="22" y="40"/>
                    </a:lnTo>
                    <a:lnTo>
                      <a:pt x="14" y="32"/>
                    </a:lnTo>
                    <a:lnTo>
                      <a:pt x="8" y="26"/>
                    </a:lnTo>
                    <a:lnTo>
                      <a:pt x="0" y="22"/>
                    </a:lnTo>
                    <a:lnTo>
                      <a:pt x="2" y="12"/>
                    </a:lnTo>
                    <a:lnTo>
                      <a:pt x="36" y="4"/>
                    </a:lnTo>
                    <a:lnTo>
                      <a:pt x="64" y="0"/>
                    </a:lnTo>
                    <a:lnTo>
                      <a:pt x="74" y="0"/>
                    </a:lnTo>
                    <a:lnTo>
                      <a:pt x="8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8" name="Freeform 140"/>
              <p:cNvSpPr>
                <a:spLocks/>
              </p:cNvSpPr>
              <p:nvPr/>
            </p:nvSpPr>
            <p:spPr bwMode="auto">
              <a:xfrm>
                <a:off x="3575919" y="4138914"/>
                <a:ext cx="147019" cy="234086"/>
              </a:xfrm>
              <a:custGeom>
                <a:avLst/>
                <a:gdLst>
                  <a:gd name="T0" fmla="*/ 196572170 w 90"/>
                  <a:gd name="T1" fmla="*/ 120967497 h 140"/>
                  <a:gd name="T2" fmla="*/ 196572170 w 90"/>
                  <a:gd name="T3" fmla="*/ 120967497 h 140"/>
                  <a:gd name="T4" fmla="*/ 191531860 w 90"/>
                  <a:gd name="T5" fmla="*/ 136088428 h 140"/>
                  <a:gd name="T6" fmla="*/ 181451238 w 90"/>
                  <a:gd name="T7" fmla="*/ 171370600 h 140"/>
                  <a:gd name="T8" fmla="*/ 181451238 w 90"/>
                  <a:gd name="T9" fmla="*/ 196572151 h 140"/>
                  <a:gd name="T10" fmla="*/ 186491549 w 90"/>
                  <a:gd name="T11" fmla="*/ 211693132 h 140"/>
                  <a:gd name="T12" fmla="*/ 191531860 w 90"/>
                  <a:gd name="T13" fmla="*/ 226814063 h 140"/>
                  <a:gd name="T14" fmla="*/ 206652792 w 90"/>
                  <a:gd name="T15" fmla="*/ 236894683 h 140"/>
                  <a:gd name="T16" fmla="*/ 206652792 w 90"/>
                  <a:gd name="T17" fmla="*/ 236894683 h 140"/>
                  <a:gd name="T18" fmla="*/ 226814085 w 90"/>
                  <a:gd name="T19" fmla="*/ 241934994 h 140"/>
                  <a:gd name="T20" fmla="*/ 226814085 w 90"/>
                  <a:gd name="T21" fmla="*/ 241934994 h 140"/>
                  <a:gd name="T22" fmla="*/ 226814085 w 90"/>
                  <a:gd name="T23" fmla="*/ 257055925 h 140"/>
                  <a:gd name="T24" fmla="*/ 226814085 w 90"/>
                  <a:gd name="T25" fmla="*/ 272176856 h 140"/>
                  <a:gd name="T26" fmla="*/ 221773774 w 90"/>
                  <a:gd name="T27" fmla="*/ 282257476 h 140"/>
                  <a:gd name="T28" fmla="*/ 221773774 w 90"/>
                  <a:gd name="T29" fmla="*/ 282257476 h 140"/>
                  <a:gd name="T30" fmla="*/ 211693152 w 90"/>
                  <a:gd name="T31" fmla="*/ 297378407 h 140"/>
                  <a:gd name="T32" fmla="*/ 206652792 w 90"/>
                  <a:gd name="T33" fmla="*/ 322579959 h 140"/>
                  <a:gd name="T34" fmla="*/ 196572170 w 90"/>
                  <a:gd name="T35" fmla="*/ 352821820 h 140"/>
                  <a:gd name="T36" fmla="*/ 186491549 w 90"/>
                  <a:gd name="T37" fmla="*/ 347781510 h 140"/>
                  <a:gd name="T38" fmla="*/ 186491549 w 90"/>
                  <a:gd name="T39" fmla="*/ 347781510 h 140"/>
                  <a:gd name="T40" fmla="*/ 196572170 w 90"/>
                  <a:gd name="T41" fmla="*/ 337700889 h 140"/>
                  <a:gd name="T42" fmla="*/ 196572170 w 90"/>
                  <a:gd name="T43" fmla="*/ 322579959 h 140"/>
                  <a:gd name="T44" fmla="*/ 186491549 w 90"/>
                  <a:gd name="T45" fmla="*/ 307459028 h 140"/>
                  <a:gd name="T46" fmla="*/ 186491549 w 90"/>
                  <a:gd name="T47" fmla="*/ 307459028 h 140"/>
                  <a:gd name="T48" fmla="*/ 171370617 w 90"/>
                  <a:gd name="T49" fmla="*/ 297378407 h 140"/>
                  <a:gd name="T50" fmla="*/ 146169063 w 90"/>
                  <a:gd name="T51" fmla="*/ 282257476 h 140"/>
                  <a:gd name="T52" fmla="*/ 95765930 w 90"/>
                  <a:gd name="T53" fmla="*/ 257055925 h 140"/>
                  <a:gd name="T54" fmla="*/ 95765930 w 90"/>
                  <a:gd name="T55" fmla="*/ 257055925 h 140"/>
                  <a:gd name="T56" fmla="*/ 70564376 w 90"/>
                  <a:gd name="T57" fmla="*/ 241934994 h 140"/>
                  <a:gd name="T58" fmla="*/ 55443444 w 90"/>
                  <a:gd name="T59" fmla="*/ 226814063 h 140"/>
                  <a:gd name="T60" fmla="*/ 35282188 w 90"/>
                  <a:gd name="T61" fmla="*/ 206652772 h 140"/>
                  <a:gd name="T62" fmla="*/ 20161249 w 90"/>
                  <a:gd name="T63" fmla="*/ 191531841 h 140"/>
                  <a:gd name="T64" fmla="*/ 20161249 w 90"/>
                  <a:gd name="T65" fmla="*/ 191531841 h 140"/>
                  <a:gd name="T66" fmla="*/ 15120939 w 90"/>
                  <a:gd name="T67" fmla="*/ 120967497 h 140"/>
                  <a:gd name="T68" fmla="*/ 15120939 w 90"/>
                  <a:gd name="T69" fmla="*/ 120967497 h 140"/>
                  <a:gd name="T70" fmla="*/ 10080625 w 90"/>
                  <a:gd name="T71" fmla="*/ 70564369 h 140"/>
                  <a:gd name="T72" fmla="*/ 0 w 90"/>
                  <a:gd name="T73" fmla="*/ 35282185 h 140"/>
                  <a:gd name="T74" fmla="*/ 0 w 90"/>
                  <a:gd name="T75" fmla="*/ 35282185 h 140"/>
                  <a:gd name="T76" fmla="*/ 10080625 w 90"/>
                  <a:gd name="T77" fmla="*/ 25201558 h 140"/>
                  <a:gd name="T78" fmla="*/ 20161249 w 90"/>
                  <a:gd name="T79" fmla="*/ 5040312 h 140"/>
                  <a:gd name="T80" fmla="*/ 20161249 w 90"/>
                  <a:gd name="T81" fmla="*/ 5040312 h 140"/>
                  <a:gd name="T82" fmla="*/ 25201560 w 90"/>
                  <a:gd name="T83" fmla="*/ 0 h 140"/>
                  <a:gd name="T84" fmla="*/ 30241877 w 90"/>
                  <a:gd name="T85" fmla="*/ 5040312 h 140"/>
                  <a:gd name="T86" fmla="*/ 50403120 w 90"/>
                  <a:gd name="T87" fmla="*/ 15120937 h 140"/>
                  <a:gd name="T88" fmla="*/ 110886887 w 90"/>
                  <a:gd name="T89" fmla="*/ 55443438 h 140"/>
                  <a:gd name="T90" fmla="*/ 196572170 w 90"/>
                  <a:gd name="T91" fmla="*/ 120967497 h 140"/>
                  <a:gd name="T92" fmla="*/ 196572170 w 90"/>
                  <a:gd name="T93" fmla="*/ 120967497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0"/>
                  <a:gd name="T142" fmla="*/ 0 h 140"/>
                  <a:gd name="T143" fmla="*/ 90 w 9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0" h="140">
                    <a:moveTo>
                      <a:pt x="78" y="48"/>
                    </a:moveTo>
                    <a:lnTo>
                      <a:pt x="78" y="48"/>
                    </a:lnTo>
                    <a:lnTo>
                      <a:pt x="76" y="54"/>
                    </a:lnTo>
                    <a:lnTo>
                      <a:pt x="72" y="68"/>
                    </a:lnTo>
                    <a:lnTo>
                      <a:pt x="72" y="78"/>
                    </a:lnTo>
                    <a:lnTo>
                      <a:pt x="74" y="84"/>
                    </a:lnTo>
                    <a:lnTo>
                      <a:pt x="76" y="90"/>
                    </a:lnTo>
                    <a:lnTo>
                      <a:pt x="82" y="94"/>
                    </a:lnTo>
                    <a:lnTo>
                      <a:pt x="90" y="96"/>
                    </a:lnTo>
                    <a:lnTo>
                      <a:pt x="90" y="102"/>
                    </a:lnTo>
                    <a:lnTo>
                      <a:pt x="90" y="108"/>
                    </a:lnTo>
                    <a:lnTo>
                      <a:pt x="88" y="112"/>
                    </a:lnTo>
                    <a:lnTo>
                      <a:pt x="84" y="118"/>
                    </a:lnTo>
                    <a:lnTo>
                      <a:pt x="82" y="128"/>
                    </a:lnTo>
                    <a:lnTo>
                      <a:pt x="78" y="140"/>
                    </a:lnTo>
                    <a:lnTo>
                      <a:pt x="74" y="138"/>
                    </a:lnTo>
                    <a:lnTo>
                      <a:pt x="78" y="134"/>
                    </a:lnTo>
                    <a:lnTo>
                      <a:pt x="78" y="128"/>
                    </a:lnTo>
                    <a:lnTo>
                      <a:pt x="74" y="122"/>
                    </a:lnTo>
                    <a:lnTo>
                      <a:pt x="68" y="118"/>
                    </a:lnTo>
                    <a:lnTo>
                      <a:pt x="58" y="112"/>
                    </a:lnTo>
                    <a:lnTo>
                      <a:pt x="38" y="102"/>
                    </a:lnTo>
                    <a:lnTo>
                      <a:pt x="28" y="96"/>
                    </a:lnTo>
                    <a:lnTo>
                      <a:pt x="22" y="90"/>
                    </a:lnTo>
                    <a:lnTo>
                      <a:pt x="14" y="82"/>
                    </a:lnTo>
                    <a:lnTo>
                      <a:pt x="8" y="76"/>
                    </a:lnTo>
                    <a:lnTo>
                      <a:pt x="6" y="48"/>
                    </a:lnTo>
                    <a:lnTo>
                      <a:pt x="4" y="28"/>
                    </a:lnTo>
                    <a:lnTo>
                      <a:pt x="0" y="14"/>
                    </a:lnTo>
                    <a:lnTo>
                      <a:pt x="4" y="10"/>
                    </a:lnTo>
                    <a:lnTo>
                      <a:pt x="8" y="2"/>
                    </a:lnTo>
                    <a:lnTo>
                      <a:pt x="10" y="0"/>
                    </a:lnTo>
                    <a:lnTo>
                      <a:pt x="12" y="2"/>
                    </a:lnTo>
                    <a:lnTo>
                      <a:pt x="20" y="6"/>
                    </a:lnTo>
                    <a:lnTo>
                      <a:pt x="44" y="22"/>
                    </a:lnTo>
                    <a:lnTo>
                      <a:pt x="78" y="48"/>
                    </a:lnTo>
                    <a:close/>
                  </a:path>
                </a:pathLst>
              </a:custGeom>
              <a:grpFill/>
              <a:ln w="9525">
                <a:noFill/>
                <a:round/>
                <a:headEnd/>
                <a:tailEnd/>
              </a:ln>
            </p:spPr>
            <p:txBody>
              <a:bodyPr/>
              <a:lstStyle/>
              <a:p>
                <a:pPr fontAlgn="auto">
                  <a:spcBef>
                    <a:spcPts val="0"/>
                  </a:spcBef>
                  <a:spcAft>
                    <a:spcPts val="0"/>
                  </a:spcAft>
                  <a:defRPr/>
                </a:pPr>
                <a:endParaRPr sz="2000">
                  <a:solidFill>
                    <a:prstClr val="black"/>
                  </a:solidFill>
                  <a:latin typeface="Roboto Lt"/>
                </a:endParaRPr>
              </a:p>
            </p:txBody>
          </p:sp>
        </p:grpSp>
        <p:sp>
          <p:nvSpPr>
            <p:cNvPr id="10" name="Freeform 5"/>
            <p:cNvSpPr>
              <a:spLocks noEditPoints="1"/>
            </p:cNvSpPr>
            <p:nvPr/>
          </p:nvSpPr>
          <p:spPr bwMode="auto">
            <a:xfrm>
              <a:off x="8639116" y="2198798"/>
              <a:ext cx="1116469" cy="2902813"/>
            </a:xfrm>
            <a:custGeom>
              <a:avLst/>
              <a:gdLst>
                <a:gd name="T0" fmla="*/ 2147483647 w 600"/>
                <a:gd name="T1" fmla="*/ 1302100615 h 1727"/>
                <a:gd name="T2" fmla="*/ 2132965708 w 600"/>
                <a:gd name="T3" fmla="*/ 1014817518 h 1727"/>
                <a:gd name="T4" fmla="*/ 2114775135 w 600"/>
                <a:gd name="T5" fmla="*/ 861847602 h 1727"/>
                <a:gd name="T6" fmla="*/ 1982886016 w 600"/>
                <a:gd name="T7" fmla="*/ 936466814 h 1727"/>
                <a:gd name="T8" fmla="*/ 1791874337 w 600"/>
                <a:gd name="T9" fmla="*/ 179084624 h 1727"/>
                <a:gd name="T10" fmla="*/ 1664531796 w 600"/>
                <a:gd name="T11" fmla="*/ 41039906 h 1727"/>
                <a:gd name="T12" fmla="*/ 1459878253 w 600"/>
                <a:gd name="T13" fmla="*/ 22385578 h 1727"/>
                <a:gd name="T14" fmla="*/ 1064208499 w 600"/>
                <a:gd name="T15" fmla="*/ 813345211 h 1727"/>
                <a:gd name="T16" fmla="*/ 1059661922 w 600"/>
                <a:gd name="T17" fmla="*/ 820807712 h 1727"/>
                <a:gd name="T18" fmla="*/ 786788399 w 600"/>
                <a:gd name="T19" fmla="*/ 1085705480 h 1727"/>
                <a:gd name="T20" fmla="*/ 650350571 w 600"/>
                <a:gd name="T21" fmla="*/ 1078242979 h 1727"/>
                <a:gd name="T22" fmla="*/ 659445858 w 600"/>
                <a:gd name="T23" fmla="*/ 1227481403 h 1727"/>
                <a:gd name="T24" fmla="*/ 418406771 w 600"/>
                <a:gd name="T25" fmla="*/ 1652809174 h 1727"/>
                <a:gd name="T26" fmla="*/ 18190581 w 600"/>
                <a:gd name="T27" fmla="*/ 2147483647 h 1727"/>
                <a:gd name="T28" fmla="*/ 841362251 w 600"/>
                <a:gd name="T29" fmla="*/ 2147483647 h 1727"/>
                <a:gd name="T30" fmla="*/ 768595694 w 600"/>
                <a:gd name="T31" fmla="*/ 2147483647 h 1727"/>
                <a:gd name="T32" fmla="*/ 463885336 w 600"/>
                <a:gd name="T33" fmla="*/ 2147483647 h 1727"/>
                <a:gd name="T34" fmla="*/ 836813541 w 600"/>
                <a:gd name="T35" fmla="*/ 1757274526 h 1727"/>
                <a:gd name="T36" fmla="*/ 941416800 w 600"/>
                <a:gd name="T37" fmla="*/ 2089329247 h 1727"/>
                <a:gd name="T38" fmla="*/ 809527682 w 600"/>
                <a:gd name="T39" fmla="*/ 2147483647 h 1727"/>
                <a:gd name="T40" fmla="*/ 845910960 w 600"/>
                <a:gd name="T41" fmla="*/ 2147483647 h 1727"/>
                <a:gd name="T42" fmla="*/ 668541144 w 600"/>
                <a:gd name="T43" fmla="*/ 2147483647 h 1727"/>
                <a:gd name="T44" fmla="*/ 886840816 w 600"/>
                <a:gd name="T45" fmla="*/ 2147483647 h 1727"/>
                <a:gd name="T46" fmla="*/ 968702659 w 600"/>
                <a:gd name="T47" fmla="*/ 2147483647 h 1727"/>
                <a:gd name="T48" fmla="*/ 1296152433 w 600"/>
                <a:gd name="T49" fmla="*/ 2147483647 h 1727"/>
                <a:gd name="T50" fmla="*/ 1368918990 w 600"/>
                <a:gd name="T51" fmla="*/ 2147483647 h 1727"/>
                <a:gd name="T52" fmla="*/ 1878284890 w 600"/>
                <a:gd name="T53" fmla="*/ 2147483647 h 1727"/>
                <a:gd name="T54" fmla="*/ 1987434726 w 600"/>
                <a:gd name="T55" fmla="*/ 2147483647 h 1727"/>
                <a:gd name="T56" fmla="*/ 2147483647 w 600"/>
                <a:gd name="T57" fmla="*/ 2147483647 h 1727"/>
                <a:gd name="T58" fmla="*/ 2147483647 w 600"/>
                <a:gd name="T59" fmla="*/ 2147483647 h 1727"/>
                <a:gd name="T60" fmla="*/ 2147483647 w 600"/>
                <a:gd name="T61" fmla="*/ 2147483647 h 1727"/>
                <a:gd name="T62" fmla="*/ 1700915074 w 600"/>
                <a:gd name="T63" fmla="*/ 2147483647 h 1727"/>
                <a:gd name="T64" fmla="*/ 1891928886 w 600"/>
                <a:gd name="T65" fmla="*/ 2147483647 h 1727"/>
                <a:gd name="T66" fmla="*/ 1650889932 w 600"/>
                <a:gd name="T67" fmla="*/ 2147483647 h 1727"/>
                <a:gd name="T68" fmla="*/ 1578123375 w 600"/>
                <a:gd name="T69" fmla="*/ 2147483647 h 1727"/>
                <a:gd name="T70" fmla="*/ 1455329543 w 600"/>
                <a:gd name="T71" fmla="*/ 2147483647 h 1727"/>
                <a:gd name="T72" fmla="*/ 1432590261 w 600"/>
                <a:gd name="T73" fmla="*/ 2147483647 h 1727"/>
                <a:gd name="T74" fmla="*/ 1964693311 w 600"/>
                <a:gd name="T75" fmla="*/ 2147483647 h 1727"/>
                <a:gd name="T76" fmla="*/ 1782779051 w 600"/>
                <a:gd name="T77" fmla="*/ 1962477842 h 1727"/>
                <a:gd name="T78" fmla="*/ 1105140487 w 600"/>
                <a:gd name="T79" fmla="*/ 1414028468 h 1727"/>
                <a:gd name="T80" fmla="*/ 1332535712 w 600"/>
                <a:gd name="T81" fmla="*/ 1201364583 h 1727"/>
                <a:gd name="T82" fmla="*/ 1896475463 w 600"/>
                <a:gd name="T83" fmla="*/ 1354332326 h 1727"/>
                <a:gd name="T84" fmla="*/ 1937407451 w 600"/>
                <a:gd name="T85" fmla="*/ 1078242979 h 1727"/>
                <a:gd name="T86" fmla="*/ 2147483647 w 600"/>
                <a:gd name="T87" fmla="*/ 2147483647 h 1727"/>
                <a:gd name="T88" fmla="*/ 2147483647 w 600"/>
                <a:gd name="T89" fmla="*/ 2147483647 h 1727"/>
                <a:gd name="T90" fmla="*/ 2147483647 w 600"/>
                <a:gd name="T91" fmla="*/ 1839356238 h 1727"/>
                <a:gd name="T92" fmla="*/ 2147483647 w 600"/>
                <a:gd name="T93" fmla="*/ 2147483647 h 17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0"/>
                <a:gd name="T142" fmla="*/ 0 h 1727"/>
                <a:gd name="T143" fmla="*/ 600 w 600"/>
                <a:gd name="T144" fmla="*/ 1727 h 17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0" h="1727">
                  <a:moveTo>
                    <a:pt x="588" y="660"/>
                  </a:moveTo>
                  <a:cubicBezTo>
                    <a:pt x="584" y="609"/>
                    <a:pt x="581" y="557"/>
                    <a:pt x="581" y="506"/>
                  </a:cubicBezTo>
                  <a:cubicBezTo>
                    <a:pt x="580" y="455"/>
                    <a:pt x="582" y="399"/>
                    <a:pt x="567" y="349"/>
                  </a:cubicBezTo>
                  <a:cubicBezTo>
                    <a:pt x="562" y="333"/>
                    <a:pt x="560" y="307"/>
                    <a:pt x="545" y="296"/>
                  </a:cubicBezTo>
                  <a:cubicBezTo>
                    <a:pt x="535" y="288"/>
                    <a:pt x="517" y="285"/>
                    <a:pt x="504" y="281"/>
                  </a:cubicBezTo>
                  <a:cubicBezTo>
                    <a:pt x="493" y="277"/>
                    <a:pt x="481" y="274"/>
                    <a:pt x="469" y="272"/>
                  </a:cubicBezTo>
                  <a:cubicBezTo>
                    <a:pt x="477" y="267"/>
                    <a:pt x="490" y="260"/>
                    <a:pt x="486" y="250"/>
                  </a:cubicBezTo>
                  <a:cubicBezTo>
                    <a:pt x="478" y="255"/>
                    <a:pt x="472" y="262"/>
                    <a:pt x="461" y="259"/>
                  </a:cubicBezTo>
                  <a:cubicBezTo>
                    <a:pt x="464" y="250"/>
                    <a:pt x="469" y="241"/>
                    <a:pt x="465" y="231"/>
                  </a:cubicBezTo>
                  <a:cubicBezTo>
                    <a:pt x="463" y="239"/>
                    <a:pt x="461" y="251"/>
                    <a:pt x="452" y="254"/>
                  </a:cubicBezTo>
                  <a:cubicBezTo>
                    <a:pt x="450" y="248"/>
                    <a:pt x="449" y="240"/>
                    <a:pt x="448" y="233"/>
                  </a:cubicBezTo>
                  <a:cubicBezTo>
                    <a:pt x="448" y="244"/>
                    <a:pt x="443" y="255"/>
                    <a:pt x="436" y="251"/>
                  </a:cubicBezTo>
                  <a:cubicBezTo>
                    <a:pt x="433" y="237"/>
                    <a:pt x="431" y="222"/>
                    <a:pt x="427" y="208"/>
                  </a:cubicBezTo>
                  <a:cubicBezTo>
                    <a:pt x="420" y="176"/>
                    <a:pt x="418" y="143"/>
                    <a:pt x="413" y="110"/>
                  </a:cubicBezTo>
                  <a:cubicBezTo>
                    <a:pt x="409" y="91"/>
                    <a:pt x="404" y="67"/>
                    <a:pt x="394" y="48"/>
                  </a:cubicBezTo>
                  <a:cubicBezTo>
                    <a:pt x="392" y="41"/>
                    <a:pt x="389" y="35"/>
                    <a:pt x="386" y="29"/>
                  </a:cubicBezTo>
                  <a:cubicBezTo>
                    <a:pt x="384" y="26"/>
                    <a:pt x="381" y="22"/>
                    <a:pt x="378" y="19"/>
                  </a:cubicBezTo>
                  <a:cubicBezTo>
                    <a:pt x="374" y="14"/>
                    <a:pt x="370" y="11"/>
                    <a:pt x="366" y="11"/>
                  </a:cubicBezTo>
                  <a:cubicBezTo>
                    <a:pt x="356" y="4"/>
                    <a:pt x="344" y="0"/>
                    <a:pt x="334" y="2"/>
                  </a:cubicBezTo>
                  <a:cubicBezTo>
                    <a:pt x="328" y="4"/>
                    <a:pt x="326" y="7"/>
                    <a:pt x="319" y="5"/>
                  </a:cubicBezTo>
                  <a:cubicBezTo>
                    <a:pt x="321" y="6"/>
                    <a:pt x="321" y="6"/>
                    <a:pt x="321" y="6"/>
                  </a:cubicBezTo>
                  <a:cubicBezTo>
                    <a:pt x="211" y="11"/>
                    <a:pt x="239" y="136"/>
                    <a:pt x="235" y="208"/>
                  </a:cubicBezTo>
                  <a:cubicBezTo>
                    <a:pt x="233" y="220"/>
                    <a:pt x="233" y="220"/>
                    <a:pt x="233" y="220"/>
                  </a:cubicBezTo>
                  <a:cubicBezTo>
                    <a:pt x="233" y="219"/>
                    <a:pt x="234" y="219"/>
                    <a:pt x="234" y="218"/>
                  </a:cubicBezTo>
                  <a:cubicBezTo>
                    <a:pt x="234" y="219"/>
                    <a:pt x="234" y="219"/>
                    <a:pt x="234" y="219"/>
                  </a:cubicBezTo>
                  <a:cubicBezTo>
                    <a:pt x="233" y="226"/>
                    <a:pt x="232" y="234"/>
                    <a:pt x="230" y="242"/>
                  </a:cubicBezTo>
                  <a:cubicBezTo>
                    <a:pt x="233" y="220"/>
                    <a:pt x="233" y="220"/>
                    <a:pt x="233" y="220"/>
                  </a:cubicBezTo>
                  <a:cubicBezTo>
                    <a:pt x="233" y="221"/>
                    <a:pt x="232" y="223"/>
                    <a:pt x="232" y="224"/>
                  </a:cubicBezTo>
                  <a:cubicBezTo>
                    <a:pt x="226" y="238"/>
                    <a:pt x="221" y="253"/>
                    <a:pt x="212" y="265"/>
                  </a:cubicBezTo>
                  <a:cubicBezTo>
                    <a:pt x="203" y="278"/>
                    <a:pt x="191" y="292"/>
                    <a:pt x="173" y="291"/>
                  </a:cubicBezTo>
                  <a:cubicBezTo>
                    <a:pt x="165" y="291"/>
                    <a:pt x="156" y="287"/>
                    <a:pt x="153" y="280"/>
                  </a:cubicBezTo>
                  <a:cubicBezTo>
                    <a:pt x="155" y="292"/>
                    <a:pt x="155" y="300"/>
                    <a:pt x="171" y="306"/>
                  </a:cubicBezTo>
                  <a:cubicBezTo>
                    <a:pt x="157" y="307"/>
                    <a:pt x="151" y="297"/>
                    <a:pt x="143" y="289"/>
                  </a:cubicBezTo>
                  <a:cubicBezTo>
                    <a:pt x="144" y="297"/>
                    <a:pt x="151" y="307"/>
                    <a:pt x="158" y="312"/>
                  </a:cubicBezTo>
                  <a:cubicBezTo>
                    <a:pt x="162" y="314"/>
                    <a:pt x="166" y="317"/>
                    <a:pt x="170" y="318"/>
                  </a:cubicBezTo>
                  <a:cubicBezTo>
                    <a:pt x="161" y="321"/>
                    <a:pt x="152" y="324"/>
                    <a:pt x="145" y="329"/>
                  </a:cubicBezTo>
                  <a:cubicBezTo>
                    <a:pt x="135" y="335"/>
                    <a:pt x="138" y="340"/>
                    <a:pt x="135" y="349"/>
                  </a:cubicBezTo>
                  <a:cubicBezTo>
                    <a:pt x="133" y="354"/>
                    <a:pt x="124" y="368"/>
                    <a:pt x="126" y="375"/>
                  </a:cubicBezTo>
                  <a:cubicBezTo>
                    <a:pt x="118" y="398"/>
                    <a:pt x="102" y="421"/>
                    <a:pt x="92" y="443"/>
                  </a:cubicBezTo>
                  <a:cubicBezTo>
                    <a:pt x="85" y="460"/>
                    <a:pt x="77" y="476"/>
                    <a:pt x="68" y="492"/>
                  </a:cubicBezTo>
                  <a:cubicBezTo>
                    <a:pt x="57" y="512"/>
                    <a:pt x="44" y="534"/>
                    <a:pt x="30" y="551"/>
                  </a:cubicBezTo>
                  <a:cubicBezTo>
                    <a:pt x="16" y="568"/>
                    <a:pt x="0" y="578"/>
                    <a:pt x="4" y="599"/>
                  </a:cubicBezTo>
                  <a:cubicBezTo>
                    <a:pt x="16" y="669"/>
                    <a:pt x="113" y="687"/>
                    <a:pt x="157" y="739"/>
                  </a:cubicBezTo>
                  <a:cubicBezTo>
                    <a:pt x="161" y="728"/>
                    <a:pt x="171" y="731"/>
                    <a:pt x="178" y="724"/>
                  </a:cubicBezTo>
                  <a:cubicBezTo>
                    <a:pt x="182" y="720"/>
                    <a:pt x="184" y="712"/>
                    <a:pt x="185" y="706"/>
                  </a:cubicBezTo>
                  <a:cubicBezTo>
                    <a:pt x="183" y="709"/>
                    <a:pt x="179" y="713"/>
                    <a:pt x="171" y="716"/>
                  </a:cubicBezTo>
                  <a:cubicBezTo>
                    <a:pt x="142" y="725"/>
                    <a:pt x="137" y="650"/>
                    <a:pt x="160" y="655"/>
                  </a:cubicBezTo>
                  <a:cubicBezTo>
                    <a:pt x="163" y="655"/>
                    <a:pt x="166" y="655"/>
                    <a:pt x="169" y="655"/>
                  </a:cubicBezTo>
                  <a:cubicBezTo>
                    <a:pt x="143" y="640"/>
                    <a:pt x="121" y="619"/>
                    <a:pt x="100" y="599"/>
                  </a:cubicBezTo>
                  <a:cubicBezTo>
                    <a:pt x="103" y="598"/>
                    <a:pt x="106" y="597"/>
                    <a:pt x="109" y="596"/>
                  </a:cubicBezTo>
                  <a:cubicBezTo>
                    <a:pt x="105" y="592"/>
                    <a:pt x="102" y="586"/>
                    <a:pt x="102" y="580"/>
                  </a:cubicBezTo>
                  <a:cubicBezTo>
                    <a:pt x="121" y="557"/>
                    <a:pt x="132" y="526"/>
                    <a:pt x="152" y="501"/>
                  </a:cubicBezTo>
                  <a:cubicBezTo>
                    <a:pt x="158" y="493"/>
                    <a:pt x="167" y="482"/>
                    <a:pt x="176" y="476"/>
                  </a:cubicBezTo>
                  <a:cubicBezTo>
                    <a:pt x="179" y="474"/>
                    <a:pt x="181" y="473"/>
                    <a:pt x="184" y="471"/>
                  </a:cubicBezTo>
                  <a:cubicBezTo>
                    <a:pt x="185" y="474"/>
                    <a:pt x="186" y="477"/>
                    <a:pt x="187" y="479"/>
                  </a:cubicBezTo>
                  <a:cubicBezTo>
                    <a:pt x="193" y="492"/>
                    <a:pt x="200" y="506"/>
                    <a:pt x="204" y="519"/>
                  </a:cubicBezTo>
                  <a:cubicBezTo>
                    <a:pt x="209" y="535"/>
                    <a:pt x="206" y="546"/>
                    <a:pt x="207" y="560"/>
                  </a:cubicBezTo>
                  <a:cubicBezTo>
                    <a:pt x="209" y="574"/>
                    <a:pt x="219" y="589"/>
                    <a:pt x="221" y="603"/>
                  </a:cubicBezTo>
                  <a:cubicBezTo>
                    <a:pt x="222" y="608"/>
                    <a:pt x="222" y="613"/>
                    <a:pt x="222" y="617"/>
                  </a:cubicBezTo>
                  <a:cubicBezTo>
                    <a:pt x="199" y="623"/>
                    <a:pt x="198" y="646"/>
                    <a:pt x="178" y="659"/>
                  </a:cubicBezTo>
                  <a:cubicBezTo>
                    <a:pt x="178" y="659"/>
                    <a:pt x="177" y="659"/>
                    <a:pt x="177" y="658"/>
                  </a:cubicBezTo>
                  <a:cubicBezTo>
                    <a:pt x="163" y="687"/>
                    <a:pt x="181" y="700"/>
                    <a:pt x="186" y="702"/>
                  </a:cubicBezTo>
                  <a:cubicBezTo>
                    <a:pt x="186" y="702"/>
                    <a:pt x="186" y="702"/>
                    <a:pt x="186" y="701"/>
                  </a:cubicBezTo>
                  <a:cubicBezTo>
                    <a:pt x="190" y="702"/>
                    <a:pt x="194" y="702"/>
                    <a:pt x="198" y="703"/>
                  </a:cubicBezTo>
                  <a:cubicBezTo>
                    <a:pt x="197" y="705"/>
                    <a:pt x="196" y="708"/>
                    <a:pt x="195" y="710"/>
                  </a:cubicBezTo>
                  <a:cubicBezTo>
                    <a:pt x="176" y="749"/>
                    <a:pt x="158" y="791"/>
                    <a:pt x="147" y="832"/>
                  </a:cubicBezTo>
                  <a:cubicBezTo>
                    <a:pt x="154" y="833"/>
                    <a:pt x="195" y="837"/>
                    <a:pt x="202" y="842"/>
                  </a:cubicBezTo>
                  <a:cubicBezTo>
                    <a:pt x="201" y="863"/>
                    <a:pt x="197" y="891"/>
                    <a:pt x="196" y="915"/>
                  </a:cubicBezTo>
                  <a:cubicBezTo>
                    <a:pt x="194" y="963"/>
                    <a:pt x="190" y="990"/>
                    <a:pt x="195" y="1029"/>
                  </a:cubicBezTo>
                  <a:cubicBezTo>
                    <a:pt x="201" y="1081"/>
                    <a:pt x="197" y="1136"/>
                    <a:pt x="190" y="1187"/>
                  </a:cubicBezTo>
                  <a:cubicBezTo>
                    <a:pt x="200" y="1191"/>
                    <a:pt x="209" y="1191"/>
                    <a:pt x="218" y="1191"/>
                  </a:cubicBezTo>
                  <a:cubicBezTo>
                    <a:pt x="216" y="1206"/>
                    <a:pt x="213" y="1221"/>
                    <a:pt x="213" y="1237"/>
                  </a:cubicBezTo>
                  <a:cubicBezTo>
                    <a:pt x="212" y="1255"/>
                    <a:pt x="214" y="1273"/>
                    <a:pt x="217" y="1291"/>
                  </a:cubicBezTo>
                  <a:cubicBezTo>
                    <a:pt x="225" y="1341"/>
                    <a:pt x="240" y="1389"/>
                    <a:pt x="259" y="1436"/>
                  </a:cubicBezTo>
                  <a:cubicBezTo>
                    <a:pt x="274" y="1473"/>
                    <a:pt x="294" y="1521"/>
                    <a:pt x="285" y="1560"/>
                  </a:cubicBezTo>
                  <a:cubicBezTo>
                    <a:pt x="280" y="1583"/>
                    <a:pt x="279" y="1609"/>
                    <a:pt x="281" y="1632"/>
                  </a:cubicBezTo>
                  <a:cubicBezTo>
                    <a:pt x="283" y="1648"/>
                    <a:pt x="290" y="1663"/>
                    <a:pt x="292" y="1679"/>
                  </a:cubicBezTo>
                  <a:cubicBezTo>
                    <a:pt x="294" y="1691"/>
                    <a:pt x="287" y="1699"/>
                    <a:pt x="301" y="1706"/>
                  </a:cubicBezTo>
                  <a:cubicBezTo>
                    <a:pt x="317" y="1713"/>
                    <a:pt x="366" y="1727"/>
                    <a:pt x="383" y="1719"/>
                  </a:cubicBezTo>
                  <a:cubicBezTo>
                    <a:pt x="392" y="1714"/>
                    <a:pt x="396" y="1709"/>
                    <a:pt x="398" y="1703"/>
                  </a:cubicBezTo>
                  <a:cubicBezTo>
                    <a:pt x="401" y="1708"/>
                    <a:pt x="405" y="1711"/>
                    <a:pt x="413" y="1712"/>
                  </a:cubicBezTo>
                  <a:cubicBezTo>
                    <a:pt x="428" y="1715"/>
                    <a:pt x="442" y="1713"/>
                    <a:pt x="456" y="1709"/>
                  </a:cubicBezTo>
                  <a:cubicBezTo>
                    <a:pt x="500" y="1697"/>
                    <a:pt x="454" y="1666"/>
                    <a:pt x="443" y="1643"/>
                  </a:cubicBezTo>
                  <a:cubicBezTo>
                    <a:pt x="439" y="1634"/>
                    <a:pt x="438" y="1622"/>
                    <a:pt x="437" y="1610"/>
                  </a:cubicBezTo>
                  <a:cubicBezTo>
                    <a:pt x="437" y="1588"/>
                    <a:pt x="432" y="1578"/>
                    <a:pt x="433" y="1563"/>
                  </a:cubicBezTo>
                  <a:cubicBezTo>
                    <a:pt x="434" y="1546"/>
                    <a:pt x="475" y="1428"/>
                    <a:pt x="479" y="1417"/>
                  </a:cubicBezTo>
                  <a:cubicBezTo>
                    <a:pt x="482" y="1406"/>
                    <a:pt x="519" y="1310"/>
                    <a:pt x="522" y="1297"/>
                  </a:cubicBezTo>
                  <a:cubicBezTo>
                    <a:pt x="524" y="1287"/>
                    <a:pt x="538" y="1222"/>
                    <a:pt x="542" y="1204"/>
                  </a:cubicBezTo>
                  <a:cubicBezTo>
                    <a:pt x="550" y="1201"/>
                    <a:pt x="549" y="1016"/>
                    <a:pt x="561" y="923"/>
                  </a:cubicBezTo>
                  <a:cubicBezTo>
                    <a:pt x="569" y="860"/>
                    <a:pt x="568" y="859"/>
                    <a:pt x="582" y="855"/>
                  </a:cubicBezTo>
                  <a:cubicBezTo>
                    <a:pt x="587" y="849"/>
                    <a:pt x="591" y="840"/>
                    <a:pt x="594" y="830"/>
                  </a:cubicBezTo>
                  <a:cubicBezTo>
                    <a:pt x="596" y="821"/>
                    <a:pt x="598" y="808"/>
                    <a:pt x="598" y="795"/>
                  </a:cubicBezTo>
                  <a:cubicBezTo>
                    <a:pt x="600" y="750"/>
                    <a:pt x="591" y="706"/>
                    <a:pt x="588" y="660"/>
                  </a:cubicBezTo>
                  <a:close/>
                  <a:moveTo>
                    <a:pt x="376" y="1659"/>
                  </a:moveTo>
                  <a:cubicBezTo>
                    <a:pt x="366" y="1644"/>
                    <a:pt x="365" y="1625"/>
                    <a:pt x="362" y="1608"/>
                  </a:cubicBezTo>
                  <a:cubicBezTo>
                    <a:pt x="367" y="1612"/>
                    <a:pt x="372" y="1616"/>
                    <a:pt x="374" y="1623"/>
                  </a:cubicBezTo>
                  <a:cubicBezTo>
                    <a:pt x="378" y="1635"/>
                    <a:pt x="376" y="1647"/>
                    <a:pt x="376" y="1659"/>
                  </a:cubicBezTo>
                  <a:close/>
                  <a:moveTo>
                    <a:pt x="432" y="1268"/>
                  </a:moveTo>
                  <a:cubicBezTo>
                    <a:pt x="429" y="1284"/>
                    <a:pt x="421" y="1302"/>
                    <a:pt x="416" y="1317"/>
                  </a:cubicBezTo>
                  <a:cubicBezTo>
                    <a:pt x="409" y="1339"/>
                    <a:pt x="408" y="1361"/>
                    <a:pt x="406" y="1383"/>
                  </a:cubicBezTo>
                  <a:cubicBezTo>
                    <a:pt x="404" y="1425"/>
                    <a:pt x="404" y="1467"/>
                    <a:pt x="388" y="1507"/>
                  </a:cubicBezTo>
                  <a:cubicBezTo>
                    <a:pt x="382" y="1522"/>
                    <a:pt x="374" y="1535"/>
                    <a:pt x="363" y="1547"/>
                  </a:cubicBezTo>
                  <a:cubicBezTo>
                    <a:pt x="361" y="1550"/>
                    <a:pt x="357" y="1553"/>
                    <a:pt x="353" y="1557"/>
                  </a:cubicBezTo>
                  <a:cubicBezTo>
                    <a:pt x="353" y="1553"/>
                    <a:pt x="352" y="1549"/>
                    <a:pt x="350" y="1546"/>
                  </a:cubicBezTo>
                  <a:cubicBezTo>
                    <a:pt x="349" y="1543"/>
                    <a:pt x="348" y="1541"/>
                    <a:pt x="347" y="1538"/>
                  </a:cubicBezTo>
                  <a:cubicBezTo>
                    <a:pt x="340" y="1511"/>
                    <a:pt x="330" y="1467"/>
                    <a:pt x="329" y="1444"/>
                  </a:cubicBezTo>
                  <a:cubicBezTo>
                    <a:pt x="327" y="1417"/>
                    <a:pt x="320" y="1330"/>
                    <a:pt x="320" y="1330"/>
                  </a:cubicBezTo>
                  <a:cubicBezTo>
                    <a:pt x="320" y="1330"/>
                    <a:pt x="320" y="1330"/>
                    <a:pt x="320" y="1330"/>
                  </a:cubicBezTo>
                  <a:cubicBezTo>
                    <a:pt x="319" y="1315"/>
                    <a:pt x="317" y="1300"/>
                    <a:pt x="315" y="1285"/>
                  </a:cubicBezTo>
                  <a:cubicBezTo>
                    <a:pt x="312" y="1268"/>
                    <a:pt x="307" y="1252"/>
                    <a:pt x="308" y="1235"/>
                  </a:cubicBezTo>
                  <a:cubicBezTo>
                    <a:pt x="310" y="1221"/>
                    <a:pt x="313" y="1208"/>
                    <a:pt x="315" y="1195"/>
                  </a:cubicBezTo>
                  <a:cubicBezTo>
                    <a:pt x="317" y="1194"/>
                    <a:pt x="319" y="1194"/>
                    <a:pt x="322" y="1194"/>
                  </a:cubicBezTo>
                  <a:cubicBezTo>
                    <a:pt x="335" y="1193"/>
                    <a:pt x="347" y="1193"/>
                    <a:pt x="360" y="1194"/>
                  </a:cubicBezTo>
                  <a:cubicBezTo>
                    <a:pt x="372" y="1195"/>
                    <a:pt x="420" y="1196"/>
                    <a:pt x="432" y="1197"/>
                  </a:cubicBezTo>
                  <a:cubicBezTo>
                    <a:pt x="432" y="1210"/>
                    <a:pt x="440" y="1213"/>
                    <a:pt x="432" y="1268"/>
                  </a:cubicBezTo>
                  <a:close/>
                  <a:moveTo>
                    <a:pt x="426" y="371"/>
                  </a:moveTo>
                  <a:cubicBezTo>
                    <a:pt x="417" y="395"/>
                    <a:pt x="392" y="526"/>
                    <a:pt x="392" y="526"/>
                  </a:cubicBezTo>
                  <a:cubicBezTo>
                    <a:pt x="392" y="526"/>
                    <a:pt x="392" y="526"/>
                    <a:pt x="384" y="526"/>
                  </a:cubicBezTo>
                  <a:cubicBezTo>
                    <a:pt x="384" y="526"/>
                    <a:pt x="384" y="526"/>
                    <a:pt x="301" y="363"/>
                  </a:cubicBezTo>
                  <a:cubicBezTo>
                    <a:pt x="301" y="354"/>
                    <a:pt x="243" y="379"/>
                    <a:pt x="243" y="379"/>
                  </a:cubicBezTo>
                  <a:cubicBezTo>
                    <a:pt x="243" y="379"/>
                    <a:pt x="243" y="346"/>
                    <a:pt x="243" y="273"/>
                  </a:cubicBezTo>
                  <a:cubicBezTo>
                    <a:pt x="243" y="273"/>
                    <a:pt x="243" y="273"/>
                    <a:pt x="276" y="264"/>
                  </a:cubicBezTo>
                  <a:cubicBezTo>
                    <a:pt x="285" y="289"/>
                    <a:pt x="293" y="322"/>
                    <a:pt x="293" y="322"/>
                  </a:cubicBezTo>
                  <a:cubicBezTo>
                    <a:pt x="293" y="322"/>
                    <a:pt x="293" y="322"/>
                    <a:pt x="310" y="354"/>
                  </a:cubicBezTo>
                  <a:cubicBezTo>
                    <a:pt x="384" y="485"/>
                    <a:pt x="384" y="485"/>
                    <a:pt x="384" y="485"/>
                  </a:cubicBezTo>
                  <a:cubicBezTo>
                    <a:pt x="384" y="485"/>
                    <a:pt x="384" y="485"/>
                    <a:pt x="417" y="363"/>
                  </a:cubicBezTo>
                  <a:cubicBezTo>
                    <a:pt x="426" y="354"/>
                    <a:pt x="417" y="297"/>
                    <a:pt x="417" y="297"/>
                  </a:cubicBezTo>
                  <a:cubicBezTo>
                    <a:pt x="417" y="297"/>
                    <a:pt x="417" y="297"/>
                    <a:pt x="417" y="281"/>
                  </a:cubicBezTo>
                  <a:cubicBezTo>
                    <a:pt x="417" y="281"/>
                    <a:pt x="417" y="281"/>
                    <a:pt x="426" y="289"/>
                  </a:cubicBezTo>
                  <a:cubicBezTo>
                    <a:pt x="426" y="289"/>
                    <a:pt x="426" y="289"/>
                    <a:pt x="467" y="371"/>
                  </a:cubicBezTo>
                  <a:cubicBezTo>
                    <a:pt x="467" y="371"/>
                    <a:pt x="467" y="371"/>
                    <a:pt x="426" y="371"/>
                  </a:cubicBezTo>
                  <a:close/>
                  <a:moveTo>
                    <a:pt x="487" y="649"/>
                  </a:moveTo>
                  <a:cubicBezTo>
                    <a:pt x="483" y="649"/>
                    <a:pt x="483" y="649"/>
                    <a:pt x="483" y="649"/>
                  </a:cubicBezTo>
                  <a:cubicBezTo>
                    <a:pt x="483" y="644"/>
                    <a:pt x="475" y="632"/>
                    <a:pt x="474" y="622"/>
                  </a:cubicBezTo>
                  <a:cubicBezTo>
                    <a:pt x="472" y="613"/>
                    <a:pt x="474" y="599"/>
                    <a:pt x="474" y="588"/>
                  </a:cubicBezTo>
                  <a:cubicBezTo>
                    <a:pt x="476" y="556"/>
                    <a:pt x="487" y="525"/>
                    <a:pt x="487" y="493"/>
                  </a:cubicBezTo>
                  <a:cubicBezTo>
                    <a:pt x="487" y="490"/>
                    <a:pt x="487" y="488"/>
                    <a:pt x="487" y="486"/>
                  </a:cubicBezTo>
                  <a:cubicBezTo>
                    <a:pt x="487" y="488"/>
                    <a:pt x="487" y="490"/>
                    <a:pt x="487" y="493"/>
                  </a:cubicBezTo>
                  <a:cubicBezTo>
                    <a:pt x="488" y="525"/>
                    <a:pt x="493" y="556"/>
                    <a:pt x="481" y="587"/>
                  </a:cubicBezTo>
                  <a:cubicBezTo>
                    <a:pt x="484" y="586"/>
                    <a:pt x="487" y="587"/>
                    <a:pt x="489" y="587"/>
                  </a:cubicBezTo>
                  <a:cubicBezTo>
                    <a:pt x="484" y="599"/>
                    <a:pt x="492" y="605"/>
                    <a:pt x="492" y="616"/>
                  </a:cubicBezTo>
                  <a:cubicBezTo>
                    <a:pt x="492" y="627"/>
                    <a:pt x="488" y="638"/>
                    <a:pt x="487" y="649"/>
                  </a:cubicBezTo>
                  <a:close/>
                </a:path>
              </a:pathLst>
            </a:custGeom>
            <a:solidFill>
              <a:schemeClr val="accent5"/>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11" name="Gruppe 51"/>
            <p:cNvGrpSpPr>
              <a:grpSpLocks/>
            </p:cNvGrpSpPr>
            <p:nvPr/>
          </p:nvGrpSpPr>
          <p:grpSpPr bwMode="auto">
            <a:xfrm>
              <a:off x="9473848" y="2187136"/>
              <a:ext cx="953260" cy="3128723"/>
              <a:chOff x="2763678" y="1597834"/>
              <a:chExt cx="744650" cy="2444643"/>
            </a:xfrm>
            <a:solidFill>
              <a:schemeClr val="accent2"/>
            </a:solidFill>
          </p:grpSpPr>
          <p:sp>
            <p:nvSpPr>
              <p:cNvPr id="13" name="Freeform 125"/>
              <p:cNvSpPr>
                <a:spLocks/>
              </p:cNvSpPr>
              <p:nvPr/>
            </p:nvSpPr>
            <p:spPr bwMode="auto">
              <a:xfrm>
                <a:off x="2764652" y="1599232"/>
                <a:ext cx="743788" cy="2452477"/>
              </a:xfrm>
              <a:custGeom>
                <a:avLst/>
                <a:gdLst>
                  <a:gd name="T0" fmla="*/ 2147483647 w 364"/>
                  <a:gd name="T1" fmla="*/ 2147483647 h 1186"/>
                  <a:gd name="T2" fmla="*/ 2147483647 w 364"/>
                  <a:gd name="T3" fmla="*/ 2147483647 h 1186"/>
                  <a:gd name="T4" fmla="*/ 2147483647 w 364"/>
                  <a:gd name="T5" fmla="*/ 2147483647 h 1186"/>
                  <a:gd name="T6" fmla="*/ 2147483647 w 364"/>
                  <a:gd name="T7" fmla="*/ 2147483647 h 1186"/>
                  <a:gd name="T8" fmla="*/ 2147483647 w 364"/>
                  <a:gd name="T9" fmla="*/ 2147483647 h 1186"/>
                  <a:gd name="T10" fmla="*/ 2147483647 w 364"/>
                  <a:gd name="T11" fmla="*/ 2147483647 h 1186"/>
                  <a:gd name="T12" fmla="*/ 2147483647 w 364"/>
                  <a:gd name="T13" fmla="*/ 2147483647 h 1186"/>
                  <a:gd name="T14" fmla="*/ 2147483647 w 364"/>
                  <a:gd name="T15" fmla="*/ 2147483647 h 1186"/>
                  <a:gd name="T16" fmla="*/ 2147483647 w 364"/>
                  <a:gd name="T17" fmla="*/ 0 h 1186"/>
                  <a:gd name="T18" fmla="*/ 2147483647 w 364"/>
                  <a:gd name="T19" fmla="*/ 2147483647 h 1186"/>
                  <a:gd name="T20" fmla="*/ 2147483647 w 364"/>
                  <a:gd name="T21" fmla="*/ 2147483647 h 1186"/>
                  <a:gd name="T22" fmla="*/ 2147483647 w 364"/>
                  <a:gd name="T23" fmla="*/ 2147483647 h 1186"/>
                  <a:gd name="T24" fmla="*/ 2147483647 w 364"/>
                  <a:gd name="T25" fmla="*/ 2147483647 h 1186"/>
                  <a:gd name="T26" fmla="*/ 2147483647 w 364"/>
                  <a:gd name="T27" fmla="*/ 2147483647 h 1186"/>
                  <a:gd name="T28" fmla="*/ 2147483647 w 364"/>
                  <a:gd name="T29" fmla="*/ 2147483647 h 1186"/>
                  <a:gd name="T30" fmla="*/ 2147483647 w 364"/>
                  <a:gd name="T31" fmla="*/ 2147483647 h 1186"/>
                  <a:gd name="T32" fmla="*/ 2147483647 w 364"/>
                  <a:gd name="T33" fmla="*/ 2147483647 h 1186"/>
                  <a:gd name="T34" fmla="*/ 2147483647 w 364"/>
                  <a:gd name="T35" fmla="*/ 2147483647 h 1186"/>
                  <a:gd name="T36" fmla="*/ 2147483647 w 364"/>
                  <a:gd name="T37" fmla="*/ 2147483647 h 1186"/>
                  <a:gd name="T38" fmla="*/ 2147483647 w 364"/>
                  <a:gd name="T39" fmla="*/ 2147483647 h 1186"/>
                  <a:gd name="T40" fmla="*/ 2147483647 w 364"/>
                  <a:gd name="T41" fmla="*/ 2147483647 h 1186"/>
                  <a:gd name="T42" fmla="*/ 0 w 364"/>
                  <a:gd name="T43" fmla="*/ 2147483647 h 1186"/>
                  <a:gd name="T44" fmla="*/ 2147483647 w 364"/>
                  <a:gd name="T45" fmla="*/ 2147483647 h 1186"/>
                  <a:gd name="T46" fmla="*/ 2147483647 w 364"/>
                  <a:gd name="T47" fmla="*/ 2147483647 h 1186"/>
                  <a:gd name="T48" fmla="*/ 2147483647 w 364"/>
                  <a:gd name="T49" fmla="*/ 2147483647 h 1186"/>
                  <a:gd name="T50" fmla="*/ 2147483647 w 364"/>
                  <a:gd name="T51" fmla="*/ 2147483647 h 1186"/>
                  <a:gd name="T52" fmla="*/ 2147483647 w 364"/>
                  <a:gd name="T53" fmla="*/ 2147483647 h 1186"/>
                  <a:gd name="T54" fmla="*/ 2147483647 w 364"/>
                  <a:gd name="T55" fmla="*/ 2147483647 h 1186"/>
                  <a:gd name="T56" fmla="*/ 2147483647 w 364"/>
                  <a:gd name="T57" fmla="*/ 2147483647 h 1186"/>
                  <a:gd name="T58" fmla="*/ 2147483647 w 364"/>
                  <a:gd name="T59" fmla="*/ 2147483647 h 1186"/>
                  <a:gd name="T60" fmla="*/ 2147483647 w 364"/>
                  <a:gd name="T61" fmla="*/ 2147483647 h 1186"/>
                  <a:gd name="T62" fmla="*/ 2147483647 w 364"/>
                  <a:gd name="T63" fmla="*/ 2147483647 h 1186"/>
                  <a:gd name="T64" fmla="*/ 2147483647 w 364"/>
                  <a:gd name="T65" fmla="*/ 2147483647 h 1186"/>
                  <a:gd name="T66" fmla="*/ 2147483647 w 364"/>
                  <a:gd name="T67" fmla="*/ 2147483647 h 1186"/>
                  <a:gd name="T68" fmla="*/ 2147483647 w 364"/>
                  <a:gd name="T69" fmla="*/ 2147483647 h 1186"/>
                  <a:gd name="T70" fmla="*/ 2147483647 w 364"/>
                  <a:gd name="T71" fmla="*/ 2147483647 h 1186"/>
                  <a:gd name="T72" fmla="*/ 2147483647 w 364"/>
                  <a:gd name="T73" fmla="*/ 2147483647 h 1186"/>
                  <a:gd name="T74" fmla="*/ 2147483647 w 364"/>
                  <a:gd name="T75" fmla="*/ 2147483647 h 1186"/>
                  <a:gd name="T76" fmla="*/ 2147483647 w 364"/>
                  <a:gd name="T77" fmla="*/ 2147483647 h 1186"/>
                  <a:gd name="T78" fmla="*/ 2147483647 w 364"/>
                  <a:gd name="T79" fmla="*/ 2147483647 h 1186"/>
                  <a:gd name="T80" fmla="*/ 2147483647 w 364"/>
                  <a:gd name="T81" fmla="*/ 2147483647 h 1186"/>
                  <a:gd name="T82" fmla="*/ 2147483647 w 364"/>
                  <a:gd name="T83" fmla="*/ 2147483647 h 1186"/>
                  <a:gd name="T84" fmla="*/ 2147483647 w 364"/>
                  <a:gd name="T85" fmla="*/ 2147483647 h 1186"/>
                  <a:gd name="T86" fmla="*/ 2147483647 w 364"/>
                  <a:gd name="T87" fmla="*/ 2147483647 h 1186"/>
                  <a:gd name="T88" fmla="*/ 2147483647 w 364"/>
                  <a:gd name="T89" fmla="*/ 2147483647 h 1186"/>
                  <a:gd name="T90" fmla="*/ 2147483647 w 364"/>
                  <a:gd name="T91" fmla="*/ 2147483647 h 1186"/>
                  <a:gd name="T92" fmla="*/ 2147483647 w 364"/>
                  <a:gd name="T93" fmla="*/ 2147483647 h 1186"/>
                  <a:gd name="T94" fmla="*/ 2147483647 w 364"/>
                  <a:gd name="T95" fmla="*/ 2147483647 h 1186"/>
                  <a:gd name="T96" fmla="*/ 2147483647 w 364"/>
                  <a:gd name="T97" fmla="*/ 2147483647 h 1186"/>
                  <a:gd name="T98" fmla="*/ 2147483647 w 364"/>
                  <a:gd name="T99" fmla="*/ 2147483647 h 1186"/>
                  <a:gd name="T100" fmla="*/ 2147483647 w 364"/>
                  <a:gd name="T101" fmla="*/ 2147483647 h 1186"/>
                  <a:gd name="T102" fmla="*/ 2147483647 w 364"/>
                  <a:gd name="T103" fmla="*/ 2147483647 h 1186"/>
                  <a:gd name="T104" fmla="*/ 2147483647 w 364"/>
                  <a:gd name="T105" fmla="*/ 2147483647 h 1186"/>
                  <a:gd name="T106" fmla="*/ 2147483647 w 364"/>
                  <a:gd name="T107" fmla="*/ 2147483647 h 1186"/>
                  <a:gd name="T108" fmla="*/ 2147483647 w 364"/>
                  <a:gd name="T109" fmla="*/ 2147483647 h 1186"/>
                  <a:gd name="T110" fmla="*/ 2147483647 w 364"/>
                  <a:gd name="T111" fmla="*/ 2147483647 h 1186"/>
                  <a:gd name="T112" fmla="*/ 2147483647 w 364"/>
                  <a:gd name="T113" fmla="*/ 2147483647 h 1186"/>
                  <a:gd name="T114" fmla="*/ 2147483647 w 364"/>
                  <a:gd name="T115" fmla="*/ 2147483647 h 1186"/>
                  <a:gd name="T116" fmla="*/ 2147483647 w 364"/>
                  <a:gd name="T117" fmla="*/ 2147483647 h 1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4"/>
                  <a:gd name="T178" fmla="*/ 0 h 1186"/>
                  <a:gd name="T179" fmla="*/ 364 w 364"/>
                  <a:gd name="T180" fmla="*/ 1186 h 1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4" h="1186">
                    <a:moveTo>
                      <a:pt x="350" y="338"/>
                    </a:moveTo>
                    <a:lnTo>
                      <a:pt x="350" y="338"/>
                    </a:lnTo>
                    <a:lnTo>
                      <a:pt x="342" y="314"/>
                    </a:lnTo>
                    <a:lnTo>
                      <a:pt x="336" y="286"/>
                    </a:lnTo>
                    <a:lnTo>
                      <a:pt x="326" y="232"/>
                    </a:lnTo>
                    <a:lnTo>
                      <a:pt x="322" y="224"/>
                    </a:lnTo>
                    <a:lnTo>
                      <a:pt x="318" y="216"/>
                    </a:lnTo>
                    <a:lnTo>
                      <a:pt x="312" y="212"/>
                    </a:lnTo>
                    <a:lnTo>
                      <a:pt x="306" y="210"/>
                    </a:lnTo>
                    <a:lnTo>
                      <a:pt x="278" y="200"/>
                    </a:lnTo>
                    <a:lnTo>
                      <a:pt x="258" y="192"/>
                    </a:lnTo>
                    <a:lnTo>
                      <a:pt x="246" y="186"/>
                    </a:lnTo>
                    <a:lnTo>
                      <a:pt x="240" y="180"/>
                    </a:lnTo>
                    <a:lnTo>
                      <a:pt x="234" y="174"/>
                    </a:lnTo>
                    <a:lnTo>
                      <a:pt x="230" y="168"/>
                    </a:lnTo>
                    <a:lnTo>
                      <a:pt x="224" y="162"/>
                    </a:lnTo>
                    <a:lnTo>
                      <a:pt x="220" y="158"/>
                    </a:lnTo>
                    <a:lnTo>
                      <a:pt x="216" y="156"/>
                    </a:lnTo>
                    <a:lnTo>
                      <a:pt x="216" y="146"/>
                    </a:lnTo>
                    <a:lnTo>
                      <a:pt x="218" y="140"/>
                    </a:lnTo>
                    <a:lnTo>
                      <a:pt x="222" y="136"/>
                    </a:lnTo>
                    <a:lnTo>
                      <a:pt x="228" y="126"/>
                    </a:lnTo>
                    <a:lnTo>
                      <a:pt x="236" y="110"/>
                    </a:lnTo>
                    <a:lnTo>
                      <a:pt x="238" y="102"/>
                    </a:lnTo>
                    <a:lnTo>
                      <a:pt x="238" y="96"/>
                    </a:lnTo>
                    <a:lnTo>
                      <a:pt x="238" y="90"/>
                    </a:lnTo>
                    <a:lnTo>
                      <a:pt x="234" y="88"/>
                    </a:lnTo>
                    <a:lnTo>
                      <a:pt x="236" y="76"/>
                    </a:lnTo>
                    <a:lnTo>
                      <a:pt x="236" y="68"/>
                    </a:lnTo>
                    <a:lnTo>
                      <a:pt x="236" y="56"/>
                    </a:lnTo>
                    <a:lnTo>
                      <a:pt x="232" y="42"/>
                    </a:lnTo>
                    <a:lnTo>
                      <a:pt x="230" y="32"/>
                    </a:lnTo>
                    <a:lnTo>
                      <a:pt x="226" y="24"/>
                    </a:lnTo>
                    <a:lnTo>
                      <a:pt x="222" y="16"/>
                    </a:lnTo>
                    <a:lnTo>
                      <a:pt x="214" y="10"/>
                    </a:lnTo>
                    <a:lnTo>
                      <a:pt x="204" y="4"/>
                    </a:lnTo>
                    <a:lnTo>
                      <a:pt x="192" y="0"/>
                    </a:lnTo>
                    <a:lnTo>
                      <a:pt x="174" y="0"/>
                    </a:lnTo>
                    <a:lnTo>
                      <a:pt x="158" y="2"/>
                    </a:lnTo>
                    <a:lnTo>
                      <a:pt x="146" y="6"/>
                    </a:lnTo>
                    <a:lnTo>
                      <a:pt x="136" y="14"/>
                    </a:lnTo>
                    <a:lnTo>
                      <a:pt x="128" y="20"/>
                    </a:lnTo>
                    <a:lnTo>
                      <a:pt x="124" y="28"/>
                    </a:lnTo>
                    <a:lnTo>
                      <a:pt x="120" y="36"/>
                    </a:lnTo>
                    <a:lnTo>
                      <a:pt x="118" y="44"/>
                    </a:lnTo>
                    <a:lnTo>
                      <a:pt x="116" y="60"/>
                    </a:lnTo>
                    <a:lnTo>
                      <a:pt x="118" y="72"/>
                    </a:lnTo>
                    <a:lnTo>
                      <a:pt x="120" y="82"/>
                    </a:lnTo>
                    <a:lnTo>
                      <a:pt x="118" y="84"/>
                    </a:lnTo>
                    <a:lnTo>
                      <a:pt x="116" y="92"/>
                    </a:lnTo>
                    <a:lnTo>
                      <a:pt x="116" y="98"/>
                    </a:lnTo>
                    <a:lnTo>
                      <a:pt x="118" y="106"/>
                    </a:lnTo>
                    <a:lnTo>
                      <a:pt x="122" y="116"/>
                    </a:lnTo>
                    <a:lnTo>
                      <a:pt x="130" y="126"/>
                    </a:lnTo>
                    <a:lnTo>
                      <a:pt x="132" y="128"/>
                    </a:lnTo>
                    <a:lnTo>
                      <a:pt x="134" y="130"/>
                    </a:lnTo>
                    <a:lnTo>
                      <a:pt x="136" y="136"/>
                    </a:lnTo>
                    <a:lnTo>
                      <a:pt x="138" y="152"/>
                    </a:lnTo>
                    <a:lnTo>
                      <a:pt x="140" y="158"/>
                    </a:lnTo>
                    <a:lnTo>
                      <a:pt x="138" y="164"/>
                    </a:lnTo>
                    <a:lnTo>
                      <a:pt x="134" y="168"/>
                    </a:lnTo>
                    <a:lnTo>
                      <a:pt x="126" y="174"/>
                    </a:lnTo>
                    <a:lnTo>
                      <a:pt x="112" y="186"/>
                    </a:lnTo>
                    <a:lnTo>
                      <a:pt x="102" y="192"/>
                    </a:lnTo>
                    <a:lnTo>
                      <a:pt x="90" y="198"/>
                    </a:lnTo>
                    <a:lnTo>
                      <a:pt x="70" y="204"/>
                    </a:lnTo>
                    <a:lnTo>
                      <a:pt x="62" y="208"/>
                    </a:lnTo>
                    <a:lnTo>
                      <a:pt x="52" y="212"/>
                    </a:lnTo>
                    <a:lnTo>
                      <a:pt x="46" y="216"/>
                    </a:lnTo>
                    <a:lnTo>
                      <a:pt x="42" y="222"/>
                    </a:lnTo>
                    <a:lnTo>
                      <a:pt x="38" y="228"/>
                    </a:lnTo>
                    <a:lnTo>
                      <a:pt x="36" y="236"/>
                    </a:lnTo>
                    <a:lnTo>
                      <a:pt x="32" y="274"/>
                    </a:lnTo>
                    <a:lnTo>
                      <a:pt x="30" y="302"/>
                    </a:lnTo>
                    <a:lnTo>
                      <a:pt x="24" y="392"/>
                    </a:lnTo>
                    <a:lnTo>
                      <a:pt x="18" y="448"/>
                    </a:lnTo>
                    <a:lnTo>
                      <a:pt x="14" y="482"/>
                    </a:lnTo>
                    <a:lnTo>
                      <a:pt x="10" y="514"/>
                    </a:lnTo>
                    <a:lnTo>
                      <a:pt x="8" y="540"/>
                    </a:lnTo>
                    <a:lnTo>
                      <a:pt x="6" y="566"/>
                    </a:lnTo>
                    <a:lnTo>
                      <a:pt x="4" y="588"/>
                    </a:lnTo>
                    <a:lnTo>
                      <a:pt x="6" y="594"/>
                    </a:lnTo>
                    <a:lnTo>
                      <a:pt x="8" y="598"/>
                    </a:lnTo>
                    <a:lnTo>
                      <a:pt x="12" y="598"/>
                    </a:lnTo>
                    <a:lnTo>
                      <a:pt x="4" y="616"/>
                    </a:lnTo>
                    <a:lnTo>
                      <a:pt x="2" y="626"/>
                    </a:lnTo>
                    <a:lnTo>
                      <a:pt x="0" y="638"/>
                    </a:lnTo>
                    <a:lnTo>
                      <a:pt x="2" y="650"/>
                    </a:lnTo>
                    <a:lnTo>
                      <a:pt x="6" y="660"/>
                    </a:lnTo>
                    <a:lnTo>
                      <a:pt x="14" y="670"/>
                    </a:lnTo>
                    <a:lnTo>
                      <a:pt x="26" y="676"/>
                    </a:lnTo>
                    <a:lnTo>
                      <a:pt x="36" y="680"/>
                    </a:lnTo>
                    <a:lnTo>
                      <a:pt x="40" y="680"/>
                    </a:lnTo>
                    <a:lnTo>
                      <a:pt x="42" y="678"/>
                    </a:lnTo>
                    <a:lnTo>
                      <a:pt x="42" y="674"/>
                    </a:lnTo>
                    <a:lnTo>
                      <a:pt x="38" y="670"/>
                    </a:lnTo>
                    <a:lnTo>
                      <a:pt x="36" y="664"/>
                    </a:lnTo>
                    <a:lnTo>
                      <a:pt x="34" y="660"/>
                    </a:lnTo>
                    <a:lnTo>
                      <a:pt x="34" y="654"/>
                    </a:lnTo>
                    <a:lnTo>
                      <a:pt x="36" y="650"/>
                    </a:lnTo>
                    <a:lnTo>
                      <a:pt x="34" y="644"/>
                    </a:lnTo>
                    <a:lnTo>
                      <a:pt x="34" y="636"/>
                    </a:lnTo>
                    <a:lnTo>
                      <a:pt x="38" y="628"/>
                    </a:lnTo>
                    <a:lnTo>
                      <a:pt x="40" y="622"/>
                    </a:lnTo>
                    <a:lnTo>
                      <a:pt x="38" y="616"/>
                    </a:lnTo>
                    <a:lnTo>
                      <a:pt x="38" y="612"/>
                    </a:lnTo>
                    <a:lnTo>
                      <a:pt x="38" y="608"/>
                    </a:lnTo>
                    <a:lnTo>
                      <a:pt x="40" y="606"/>
                    </a:lnTo>
                    <a:lnTo>
                      <a:pt x="42" y="604"/>
                    </a:lnTo>
                    <a:lnTo>
                      <a:pt x="44" y="604"/>
                    </a:lnTo>
                    <a:lnTo>
                      <a:pt x="48" y="602"/>
                    </a:lnTo>
                    <a:lnTo>
                      <a:pt x="50" y="596"/>
                    </a:lnTo>
                    <a:lnTo>
                      <a:pt x="50" y="594"/>
                    </a:lnTo>
                    <a:lnTo>
                      <a:pt x="58" y="534"/>
                    </a:lnTo>
                    <a:lnTo>
                      <a:pt x="56" y="568"/>
                    </a:lnTo>
                    <a:lnTo>
                      <a:pt x="56" y="578"/>
                    </a:lnTo>
                    <a:lnTo>
                      <a:pt x="56" y="586"/>
                    </a:lnTo>
                    <a:lnTo>
                      <a:pt x="60" y="598"/>
                    </a:lnTo>
                    <a:lnTo>
                      <a:pt x="62" y="612"/>
                    </a:lnTo>
                    <a:lnTo>
                      <a:pt x="62" y="644"/>
                    </a:lnTo>
                    <a:lnTo>
                      <a:pt x="64" y="686"/>
                    </a:lnTo>
                    <a:lnTo>
                      <a:pt x="70" y="758"/>
                    </a:lnTo>
                    <a:lnTo>
                      <a:pt x="76" y="832"/>
                    </a:lnTo>
                    <a:lnTo>
                      <a:pt x="78" y="876"/>
                    </a:lnTo>
                    <a:lnTo>
                      <a:pt x="80" y="948"/>
                    </a:lnTo>
                    <a:lnTo>
                      <a:pt x="80" y="990"/>
                    </a:lnTo>
                    <a:lnTo>
                      <a:pt x="76" y="1022"/>
                    </a:lnTo>
                    <a:lnTo>
                      <a:pt x="74" y="1044"/>
                    </a:lnTo>
                    <a:lnTo>
                      <a:pt x="72" y="1068"/>
                    </a:lnTo>
                    <a:lnTo>
                      <a:pt x="74" y="1088"/>
                    </a:lnTo>
                    <a:lnTo>
                      <a:pt x="76" y="1104"/>
                    </a:lnTo>
                    <a:lnTo>
                      <a:pt x="84" y="1124"/>
                    </a:lnTo>
                    <a:lnTo>
                      <a:pt x="86" y="1130"/>
                    </a:lnTo>
                    <a:lnTo>
                      <a:pt x="84" y="1134"/>
                    </a:lnTo>
                    <a:lnTo>
                      <a:pt x="66" y="1150"/>
                    </a:lnTo>
                    <a:lnTo>
                      <a:pt x="56" y="1162"/>
                    </a:lnTo>
                    <a:lnTo>
                      <a:pt x="54" y="1166"/>
                    </a:lnTo>
                    <a:lnTo>
                      <a:pt x="54" y="1170"/>
                    </a:lnTo>
                    <a:lnTo>
                      <a:pt x="56" y="1174"/>
                    </a:lnTo>
                    <a:lnTo>
                      <a:pt x="60" y="1176"/>
                    </a:lnTo>
                    <a:lnTo>
                      <a:pt x="72" y="1180"/>
                    </a:lnTo>
                    <a:lnTo>
                      <a:pt x="86" y="1180"/>
                    </a:lnTo>
                    <a:lnTo>
                      <a:pt x="102" y="1174"/>
                    </a:lnTo>
                    <a:lnTo>
                      <a:pt x="118" y="1168"/>
                    </a:lnTo>
                    <a:lnTo>
                      <a:pt x="134" y="1164"/>
                    </a:lnTo>
                    <a:lnTo>
                      <a:pt x="146" y="1160"/>
                    </a:lnTo>
                    <a:lnTo>
                      <a:pt x="150" y="1158"/>
                    </a:lnTo>
                    <a:lnTo>
                      <a:pt x="152" y="1156"/>
                    </a:lnTo>
                    <a:lnTo>
                      <a:pt x="152" y="1152"/>
                    </a:lnTo>
                    <a:lnTo>
                      <a:pt x="150" y="1146"/>
                    </a:lnTo>
                    <a:lnTo>
                      <a:pt x="148" y="1138"/>
                    </a:lnTo>
                    <a:lnTo>
                      <a:pt x="150" y="1130"/>
                    </a:lnTo>
                    <a:lnTo>
                      <a:pt x="154" y="1116"/>
                    </a:lnTo>
                    <a:lnTo>
                      <a:pt x="156" y="1106"/>
                    </a:lnTo>
                    <a:lnTo>
                      <a:pt x="156" y="1090"/>
                    </a:lnTo>
                    <a:lnTo>
                      <a:pt x="156" y="1052"/>
                    </a:lnTo>
                    <a:lnTo>
                      <a:pt x="156" y="984"/>
                    </a:lnTo>
                    <a:lnTo>
                      <a:pt x="158" y="920"/>
                    </a:lnTo>
                    <a:lnTo>
                      <a:pt x="162" y="886"/>
                    </a:lnTo>
                    <a:lnTo>
                      <a:pt x="164" y="868"/>
                    </a:lnTo>
                    <a:lnTo>
                      <a:pt x="168" y="840"/>
                    </a:lnTo>
                    <a:lnTo>
                      <a:pt x="174" y="772"/>
                    </a:lnTo>
                    <a:lnTo>
                      <a:pt x="178" y="706"/>
                    </a:lnTo>
                    <a:lnTo>
                      <a:pt x="178" y="666"/>
                    </a:lnTo>
                    <a:lnTo>
                      <a:pt x="178" y="624"/>
                    </a:lnTo>
                    <a:lnTo>
                      <a:pt x="182" y="650"/>
                    </a:lnTo>
                    <a:lnTo>
                      <a:pt x="190" y="714"/>
                    </a:lnTo>
                    <a:lnTo>
                      <a:pt x="194" y="756"/>
                    </a:lnTo>
                    <a:lnTo>
                      <a:pt x="196" y="800"/>
                    </a:lnTo>
                    <a:lnTo>
                      <a:pt x="200" y="840"/>
                    </a:lnTo>
                    <a:lnTo>
                      <a:pt x="204" y="878"/>
                    </a:lnTo>
                    <a:lnTo>
                      <a:pt x="206" y="914"/>
                    </a:lnTo>
                    <a:lnTo>
                      <a:pt x="208" y="954"/>
                    </a:lnTo>
                    <a:lnTo>
                      <a:pt x="206" y="1012"/>
                    </a:lnTo>
                    <a:lnTo>
                      <a:pt x="206" y="1040"/>
                    </a:lnTo>
                    <a:lnTo>
                      <a:pt x="206" y="1078"/>
                    </a:lnTo>
                    <a:lnTo>
                      <a:pt x="208" y="1096"/>
                    </a:lnTo>
                    <a:lnTo>
                      <a:pt x="208" y="1112"/>
                    </a:lnTo>
                    <a:lnTo>
                      <a:pt x="212" y="1124"/>
                    </a:lnTo>
                    <a:lnTo>
                      <a:pt x="214" y="1126"/>
                    </a:lnTo>
                    <a:lnTo>
                      <a:pt x="216" y="1128"/>
                    </a:lnTo>
                    <a:lnTo>
                      <a:pt x="218" y="1142"/>
                    </a:lnTo>
                    <a:lnTo>
                      <a:pt x="220" y="1154"/>
                    </a:lnTo>
                    <a:lnTo>
                      <a:pt x="222" y="1162"/>
                    </a:lnTo>
                    <a:lnTo>
                      <a:pt x="226" y="1172"/>
                    </a:lnTo>
                    <a:lnTo>
                      <a:pt x="234" y="1178"/>
                    </a:lnTo>
                    <a:lnTo>
                      <a:pt x="246" y="1184"/>
                    </a:lnTo>
                    <a:lnTo>
                      <a:pt x="252" y="1186"/>
                    </a:lnTo>
                    <a:lnTo>
                      <a:pt x="262" y="1186"/>
                    </a:lnTo>
                    <a:lnTo>
                      <a:pt x="282" y="1182"/>
                    </a:lnTo>
                    <a:lnTo>
                      <a:pt x="290" y="1178"/>
                    </a:lnTo>
                    <a:lnTo>
                      <a:pt x="292" y="1176"/>
                    </a:lnTo>
                    <a:lnTo>
                      <a:pt x="294" y="1174"/>
                    </a:lnTo>
                    <a:lnTo>
                      <a:pt x="292" y="1168"/>
                    </a:lnTo>
                    <a:lnTo>
                      <a:pt x="288" y="1162"/>
                    </a:lnTo>
                    <a:lnTo>
                      <a:pt x="276" y="1148"/>
                    </a:lnTo>
                    <a:lnTo>
                      <a:pt x="274" y="1142"/>
                    </a:lnTo>
                    <a:lnTo>
                      <a:pt x="274" y="1140"/>
                    </a:lnTo>
                    <a:lnTo>
                      <a:pt x="274" y="1138"/>
                    </a:lnTo>
                    <a:lnTo>
                      <a:pt x="280" y="1132"/>
                    </a:lnTo>
                    <a:lnTo>
                      <a:pt x="284" y="1130"/>
                    </a:lnTo>
                    <a:lnTo>
                      <a:pt x="288" y="1128"/>
                    </a:lnTo>
                    <a:lnTo>
                      <a:pt x="288" y="1122"/>
                    </a:lnTo>
                    <a:lnTo>
                      <a:pt x="286" y="936"/>
                    </a:lnTo>
                    <a:lnTo>
                      <a:pt x="288" y="864"/>
                    </a:lnTo>
                    <a:lnTo>
                      <a:pt x="288" y="834"/>
                    </a:lnTo>
                    <a:lnTo>
                      <a:pt x="286" y="810"/>
                    </a:lnTo>
                    <a:lnTo>
                      <a:pt x="286" y="780"/>
                    </a:lnTo>
                    <a:lnTo>
                      <a:pt x="288" y="738"/>
                    </a:lnTo>
                    <a:lnTo>
                      <a:pt x="290" y="660"/>
                    </a:lnTo>
                    <a:lnTo>
                      <a:pt x="290" y="602"/>
                    </a:lnTo>
                    <a:lnTo>
                      <a:pt x="304" y="598"/>
                    </a:lnTo>
                    <a:lnTo>
                      <a:pt x="314" y="590"/>
                    </a:lnTo>
                    <a:lnTo>
                      <a:pt x="322" y="582"/>
                    </a:lnTo>
                    <a:lnTo>
                      <a:pt x="326" y="572"/>
                    </a:lnTo>
                    <a:lnTo>
                      <a:pt x="330" y="564"/>
                    </a:lnTo>
                    <a:lnTo>
                      <a:pt x="330" y="556"/>
                    </a:lnTo>
                    <a:lnTo>
                      <a:pt x="330" y="544"/>
                    </a:lnTo>
                    <a:lnTo>
                      <a:pt x="332" y="536"/>
                    </a:lnTo>
                    <a:lnTo>
                      <a:pt x="334" y="530"/>
                    </a:lnTo>
                    <a:lnTo>
                      <a:pt x="338" y="526"/>
                    </a:lnTo>
                    <a:lnTo>
                      <a:pt x="340" y="526"/>
                    </a:lnTo>
                    <a:lnTo>
                      <a:pt x="344" y="526"/>
                    </a:lnTo>
                    <a:lnTo>
                      <a:pt x="346" y="526"/>
                    </a:lnTo>
                    <a:lnTo>
                      <a:pt x="348" y="524"/>
                    </a:lnTo>
                    <a:lnTo>
                      <a:pt x="352" y="514"/>
                    </a:lnTo>
                    <a:lnTo>
                      <a:pt x="354" y="502"/>
                    </a:lnTo>
                    <a:lnTo>
                      <a:pt x="356" y="492"/>
                    </a:lnTo>
                    <a:lnTo>
                      <a:pt x="358" y="454"/>
                    </a:lnTo>
                    <a:lnTo>
                      <a:pt x="362" y="416"/>
                    </a:lnTo>
                    <a:lnTo>
                      <a:pt x="364" y="396"/>
                    </a:lnTo>
                    <a:lnTo>
                      <a:pt x="362" y="382"/>
                    </a:lnTo>
                    <a:lnTo>
                      <a:pt x="356" y="362"/>
                    </a:lnTo>
                    <a:lnTo>
                      <a:pt x="350" y="33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14" name="Freeform 127"/>
              <p:cNvSpPr>
                <a:spLocks/>
              </p:cNvSpPr>
              <p:nvPr/>
            </p:nvSpPr>
            <p:spPr bwMode="auto">
              <a:xfrm>
                <a:off x="3016156" y="1924561"/>
                <a:ext cx="209678" cy="353852"/>
              </a:xfrm>
              <a:custGeom>
                <a:avLst/>
                <a:gdLst>
                  <a:gd name="T0" fmla="*/ 0 w 102"/>
                  <a:gd name="T1" fmla="*/ 2147483647 h 172"/>
                  <a:gd name="T2" fmla="*/ 0 w 102"/>
                  <a:gd name="T3" fmla="*/ 2147483647 h 172"/>
                  <a:gd name="T4" fmla="*/ 2147483647 w 102"/>
                  <a:gd name="T5" fmla="*/ 2147483647 h 172"/>
                  <a:gd name="T6" fmla="*/ 2147483647 w 102"/>
                  <a:gd name="T7" fmla="*/ 2147483647 h 172"/>
                  <a:gd name="T8" fmla="*/ 2147483647 w 102"/>
                  <a:gd name="T9" fmla="*/ 2147483647 h 172"/>
                  <a:gd name="T10" fmla="*/ 2147483647 w 102"/>
                  <a:gd name="T11" fmla="*/ 2147483647 h 172"/>
                  <a:gd name="T12" fmla="*/ 2147483647 w 102"/>
                  <a:gd name="T13" fmla="*/ 2147483647 h 172"/>
                  <a:gd name="T14" fmla="*/ 2147483647 w 102"/>
                  <a:gd name="T15" fmla="*/ 2147483647 h 172"/>
                  <a:gd name="T16" fmla="*/ 2147483647 w 102"/>
                  <a:gd name="T17" fmla="*/ 2147483647 h 172"/>
                  <a:gd name="T18" fmla="*/ 2147483647 w 102"/>
                  <a:gd name="T19" fmla="*/ 2147483647 h 172"/>
                  <a:gd name="T20" fmla="*/ 2147483647 w 102"/>
                  <a:gd name="T21" fmla="*/ 2147483647 h 172"/>
                  <a:gd name="T22" fmla="*/ 2147483647 w 102"/>
                  <a:gd name="T23" fmla="*/ 2147483647 h 172"/>
                  <a:gd name="T24" fmla="*/ 2147483647 w 102"/>
                  <a:gd name="T25" fmla="*/ 2147483647 h 172"/>
                  <a:gd name="T26" fmla="*/ 2147483647 w 102"/>
                  <a:gd name="T27" fmla="*/ 2147483647 h 172"/>
                  <a:gd name="T28" fmla="*/ 2147483647 w 102"/>
                  <a:gd name="T29" fmla="*/ 2147483647 h 172"/>
                  <a:gd name="T30" fmla="*/ 2147483647 w 102"/>
                  <a:gd name="T31" fmla="*/ 2147483647 h 172"/>
                  <a:gd name="T32" fmla="*/ 2147483647 w 102"/>
                  <a:gd name="T33" fmla="*/ 2147483647 h 172"/>
                  <a:gd name="T34" fmla="*/ 2147483647 w 102"/>
                  <a:gd name="T35" fmla="*/ 2147483647 h 172"/>
                  <a:gd name="T36" fmla="*/ 2147483647 w 102"/>
                  <a:gd name="T37" fmla="*/ 2147483647 h 172"/>
                  <a:gd name="T38" fmla="*/ 2147483647 w 102"/>
                  <a:gd name="T39" fmla="*/ 2147483647 h 172"/>
                  <a:gd name="T40" fmla="*/ 2147483647 w 102"/>
                  <a:gd name="T41" fmla="*/ 2147483647 h 172"/>
                  <a:gd name="T42" fmla="*/ 2147483647 w 102"/>
                  <a:gd name="T43" fmla="*/ 2147483647 h 172"/>
                  <a:gd name="T44" fmla="*/ 2147483647 w 102"/>
                  <a:gd name="T45" fmla="*/ 2147483647 h 172"/>
                  <a:gd name="T46" fmla="*/ 2147483647 w 102"/>
                  <a:gd name="T47" fmla="*/ 2147483647 h 172"/>
                  <a:gd name="T48" fmla="*/ 2147483647 w 102"/>
                  <a:gd name="T49" fmla="*/ 2147483647 h 172"/>
                  <a:gd name="T50" fmla="*/ 2147483647 w 102"/>
                  <a:gd name="T51" fmla="*/ 0 h 172"/>
                  <a:gd name="T52" fmla="*/ 2147483647 w 102"/>
                  <a:gd name="T53" fmla="*/ 0 h 172"/>
                  <a:gd name="T54" fmla="*/ 2147483647 w 102"/>
                  <a:gd name="T55" fmla="*/ 0 h 172"/>
                  <a:gd name="T56" fmla="*/ 2147483647 w 102"/>
                  <a:gd name="T57" fmla="*/ 2147483647 h 172"/>
                  <a:gd name="T58" fmla="*/ 2147483647 w 102"/>
                  <a:gd name="T59" fmla="*/ 2147483647 h 172"/>
                  <a:gd name="T60" fmla="*/ 2147483647 w 102"/>
                  <a:gd name="T61" fmla="*/ 2147483647 h 172"/>
                  <a:gd name="T62" fmla="*/ 2147483647 w 102"/>
                  <a:gd name="T63" fmla="*/ 2147483647 h 172"/>
                  <a:gd name="T64" fmla="*/ 2147483647 w 102"/>
                  <a:gd name="T65" fmla="*/ 2147483647 h 172"/>
                  <a:gd name="T66" fmla="*/ 2147483647 w 102"/>
                  <a:gd name="T67" fmla="*/ 2147483647 h 172"/>
                  <a:gd name="T68" fmla="*/ 2147483647 w 102"/>
                  <a:gd name="T69" fmla="*/ 2147483647 h 172"/>
                  <a:gd name="T70" fmla="*/ 2147483647 w 102"/>
                  <a:gd name="T71" fmla="*/ 2147483647 h 172"/>
                  <a:gd name="T72" fmla="*/ 2147483647 w 102"/>
                  <a:gd name="T73" fmla="*/ 2147483647 h 172"/>
                  <a:gd name="T74" fmla="*/ 2147483647 w 102"/>
                  <a:gd name="T75" fmla="*/ 2147483647 h 172"/>
                  <a:gd name="T76" fmla="*/ 2147483647 w 102"/>
                  <a:gd name="T77" fmla="*/ 2147483647 h 172"/>
                  <a:gd name="T78" fmla="*/ 2147483647 w 102"/>
                  <a:gd name="T79" fmla="*/ 2147483647 h 172"/>
                  <a:gd name="T80" fmla="*/ 2147483647 w 102"/>
                  <a:gd name="T81" fmla="*/ 2147483647 h 172"/>
                  <a:gd name="T82" fmla="*/ 2147483647 w 102"/>
                  <a:gd name="T83" fmla="*/ 2147483647 h 172"/>
                  <a:gd name="T84" fmla="*/ 0 w 102"/>
                  <a:gd name="T85" fmla="*/ 2147483647 h 1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2"/>
                  <a:gd name="T130" fmla="*/ 0 h 172"/>
                  <a:gd name="T131" fmla="*/ 102 w 102"/>
                  <a:gd name="T132" fmla="*/ 172 h 1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2" h="172">
                    <a:moveTo>
                      <a:pt x="0" y="14"/>
                    </a:moveTo>
                    <a:lnTo>
                      <a:pt x="0" y="14"/>
                    </a:lnTo>
                    <a:lnTo>
                      <a:pt x="2" y="22"/>
                    </a:lnTo>
                    <a:lnTo>
                      <a:pt x="4" y="32"/>
                    </a:lnTo>
                    <a:lnTo>
                      <a:pt x="8" y="42"/>
                    </a:lnTo>
                    <a:lnTo>
                      <a:pt x="12" y="66"/>
                    </a:lnTo>
                    <a:lnTo>
                      <a:pt x="18" y="106"/>
                    </a:lnTo>
                    <a:lnTo>
                      <a:pt x="24" y="126"/>
                    </a:lnTo>
                    <a:lnTo>
                      <a:pt x="30" y="146"/>
                    </a:lnTo>
                    <a:lnTo>
                      <a:pt x="38" y="162"/>
                    </a:lnTo>
                    <a:lnTo>
                      <a:pt x="42" y="168"/>
                    </a:lnTo>
                    <a:lnTo>
                      <a:pt x="46" y="172"/>
                    </a:lnTo>
                    <a:lnTo>
                      <a:pt x="64" y="144"/>
                    </a:lnTo>
                    <a:lnTo>
                      <a:pt x="78" y="118"/>
                    </a:lnTo>
                    <a:lnTo>
                      <a:pt x="90" y="94"/>
                    </a:lnTo>
                    <a:lnTo>
                      <a:pt x="98" y="72"/>
                    </a:lnTo>
                    <a:lnTo>
                      <a:pt x="102" y="52"/>
                    </a:lnTo>
                    <a:lnTo>
                      <a:pt x="102" y="34"/>
                    </a:lnTo>
                    <a:lnTo>
                      <a:pt x="100" y="16"/>
                    </a:lnTo>
                    <a:lnTo>
                      <a:pt x="100" y="10"/>
                    </a:lnTo>
                    <a:lnTo>
                      <a:pt x="96" y="6"/>
                    </a:lnTo>
                    <a:lnTo>
                      <a:pt x="90" y="0"/>
                    </a:lnTo>
                    <a:lnTo>
                      <a:pt x="88" y="0"/>
                    </a:lnTo>
                    <a:lnTo>
                      <a:pt x="88" y="2"/>
                    </a:lnTo>
                    <a:lnTo>
                      <a:pt x="86" y="6"/>
                    </a:lnTo>
                    <a:lnTo>
                      <a:pt x="86" y="14"/>
                    </a:lnTo>
                    <a:lnTo>
                      <a:pt x="82" y="20"/>
                    </a:lnTo>
                    <a:lnTo>
                      <a:pt x="74" y="30"/>
                    </a:lnTo>
                    <a:lnTo>
                      <a:pt x="66" y="34"/>
                    </a:lnTo>
                    <a:lnTo>
                      <a:pt x="56" y="38"/>
                    </a:lnTo>
                    <a:lnTo>
                      <a:pt x="44" y="38"/>
                    </a:lnTo>
                    <a:lnTo>
                      <a:pt x="32" y="34"/>
                    </a:lnTo>
                    <a:lnTo>
                      <a:pt x="20" y="26"/>
                    </a:lnTo>
                    <a:lnTo>
                      <a:pt x="12" y="16"/>
                    </a:lnTo>
                    <a:lnTo>
                      <a:pt x="6" y="6"/>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5" name="Freeform 128"/>
              <p:cNvSpPr>
                <a:spLocks/>
              </p:cNvSpPr>
              <p:nvPr/>
            </p:nvSpPr>
            <p:spPr bwMode="auto">
              <a:xfrm>
                <a:off x="3090470" y="2007429"/>
                <a:ext cx="62532" cy="292981"/>
              </a:xfrm>
              <a:custGeom>
                <a:avLst/>
                <a:gdLst>
                  <a:gd name="T0" fmla="*/ 2147483647 w 30"/>
                  <a:gd name="T1" fmla="*/ 2147483647 h 136"/>
                  <a:gd name="T2" fmla="*/ 2147483647 w 30"/>
                  <a:gd name="T3" fmla="*/ 2147483647 h 136"/>
                  <a:gd name="T4" fmla="*/ 2147483647 w 30"/>
                  <a:gd name="T5" fmla="*/ 2147483647 h 136"/>
                  <a:gd name="T6" fmla="*/ 0 w 30"/>
                  <a:gd name="T7" fmla="*/ 2147483647 h 136"/>
                  <a:gd name="T8" fmla="*/ 2147483647 w 30"/>
                  <a:gd name="T9" fmla="*/ 2147483647 h 136"/>
                  <a:gd name="T10" fmla="*/ 2147483647 w 30"/>
                  <a:gd name="T11" fmla="*/ 2147483647 h 136"/>
                  <a:gd name="T12" fmla="*/ 2147483647 w 30"/>
                  <a:gd name="T13" fmla="*/ 2147483647 h 136"/>
                  <a:gd name="T14" fmla="*/ 2147483647 w 30"/>
                  <a:gd name="T15" fmla="*/ 2147483647 h 136"/>
                  <a:gd name="T16" fmla="*/ 2147483647 w 30"/>
                  <a:gd name="T17" fmla="*/ 2147483647 h 136"/>
                  <a:gd name="T18" fmla="*/ 2147483647 w 30"/>
                  <a:gd name="T19" fmla="*/ 2147483647 h 136"/>
                  <a:gd name="T20" fmla="*/ 2147483647 w 30"/>
                  <a:gd name="T21" fmla="*/ 2147483647 h 136"/>
                  <a:gd name="T22" fmla="*/ 2147483647 w 30"/>
                  <a:gd name="T23" fmla="*/ 2147483647 h 136"/>
                  <a:gd name="T24" fmla="*/ 0 w 30"/>
                  <a:gd name="T25" fmla="*/ 2147483647 h 136"/>
                  <a:gd name="T26" fmla="*/ 0 w 30"/>
                  <a:gd name="T27" fmla="*/ 2147483647 h 136"/>
                  <a:gd name="T28" fmla="*/ 0 w 30"/>
                  <a:gd name="T29" fmla="*/ 2147483647 h 136"/>
                  <a:gd name="T30" fmla="*/ 2147483647 w 30"/>
                  <a:gd name="T31" fmla="*/ 2147483647 h 136"/>
                  <a:gd name="T32" fmla="*/ 2147483647 w 30"/>
                  <a:gd name="T33" fmla="*/ 0 h 136"/>
                  <a:gd name="T34" fmla="*/ 2147483647 w 30"/>
                  <a:gd name="T35" fmla="*/ 0 h 136"/>
                  <a:gd name="T36" fmla="*/ 2147483647 w 30"/>
                  <a:gd name="T37" fmla="*/ 2147483647 h 136"/>
                  <a:gd name="T38" fmla="*/ 2147483647 w 30"/>
                  <a:gd name="T39" fmla="*/ 2147483647 h 136"/>
                  <a:gd name="T40" fmla="*/ 2147483647 w 30"/>
                  <a:gd name="T41" fmla="*/ 2147483647 h 136"/>
                  <a:gd name="T42" fmla="*/ 2147483647 w 30"/>
                  <a:gd name="T43" fmla="*/ 2147483647 h 136"/>
                  <a:gd name="T44" fmla="*/ 2147483647 w 30"/>
                  <a:gd name="T45" fmla="*/ 2147483647 h 136"/>
                  <a:gd name="T46" fmla="*/ 2147483647 w 30"/>
                  <a:gd name="T47" fmla="*/ 2147483647 h 136"/>
                  <a:gd name="T48" fmla="*/ 2147483647 w 30"/>
                  <a:gd name="T49" fmla="*/ 2147483647 h 136"/>
                  <a:gd name="T50" fmla="*/ 2147483647 w 30"/>
                  <a:gd name="T51" fmla="*/ 2147483647 h 136"/>
                  <a:gd name="T52" fmla="*/ 2147483647 w 30"/>
                  <a:gd name="T53" fmla="*/ 2147483647 h 136"/>
                  <a:gd name="T54" fmla="*/ 2147483647 w 30"/>
                  <a:gd name="T55" fmla="*/ 2147483647 h 136"/>
                  <a:gd name="T56" fmla="*/ 2147483647 w 30"/>
                  <a:gd name="T57" fmla="*/ 2147483647 h 136"/>
                  <a:gd name="T58" fmla="*/ 2147483647 w 30"/>
                  <a:gd name="T59" fmla="*/ 2147483647 h 136"/>
                  <a:gd name="T60" fmla="*/ 2147483647 w 30"/>
                  <a:gd name="T61" fmla="*/ 2147483647 h 136"/>
                  <a:gd name="T62" fmla="*/ 2147483647 w 30"/>
                  <a:gd name="T63" fmla="*/ 2147483647 h 136"/>
                  <a:gd name="T64" fmla="*/ 2147483647 w 30"/>
                  <a:gd name="T65" fmla="*/ 2147483647 h 136"/>
                  <a:gd name="T66" fmla="*/ 2147483647 w 30"/>
                  <a:gd name="T67" fmla="*/ 2147483647 h 136"/>
                  <a:gd name="T68" fmla="*/ 2147483647 w 30"/>
                  <a:gd name="T69" fmla="*/ 2147483647 h 136"/>
                  <a:gd name="T70" fmla="*/ 2147483647 w 30"/>
                  <a:gd name="T71" fmla="*/ 2147483647 h 136"/>
                  <a:gd name="T72" fmla="*/ 2147483647 w 30"/>
                  <a:gd name="T73" fmla="*/ 2147483647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
                  <a:gd name="T112" fmla="*/ 0 h 136"/>
                  <a:gd name="T113" fmla="*/ 30 w 30"/>
                  <a:gd name="T114" fmla="*/ 136 h 1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 h="136">
                    <a:moveTo>
                      <a:pt x="4" y="134"/>
                    </a:moveTo>
                    <a:lnTo>
                      <a:pt x="4" y="134"/>
                    </a:lnTo>
                    <a:lnTo>
                      <a:pt x="2" y="124"/>
                    </a:lnTo>
                    <a:lnTo>
                      <a:pt x="0" y="104"/>
                    </a:lnTo>
                    <a:lnTo>
                      <a:pt x="2" y="62"/>
                    </a:lnTo>
                    <a:lnTo>
                      <a:pt x="2" y="50"/>
                    </a:lnTo>
                    <a:lnTo>
                      <a:pt x="6" y="40"/>
                    </a:lnTo>
                    <a:lnTo>
                      <a:pt x="10" y="28"/>
                    </a:lnTo>
                    <a:lnTo>
                      <a:pt x="8" y="24"/>
                    </a:lnTo>
                    <a:lnTo>
                      <a:pt x="6" y="18"/>
                    </a:lnTo>
                    <a:lnTo>
                      <a:pt x="0" y="8"/>
                    </a:lnTo>
                    <a:lnTo>
                      <a:pt x="0" y="6"/>
                    </a:lnTo>
                    <a:lnTo>
                      <a:pt x="4" y="2"/>
                    </a:lnTo>
                    <a:lnTo>
                      <a:pt x="14" y="0"/>
                    </a:lnTo>
                    <a:lnTo>
                      <a:pt x="18" y="2"/>
                    </a:lnTo>
                    <a:lnTo>
                      <a:pt x="22" y="4"/>
                    </a:lnTo>
                    <a:lnTo>
                      <a:pt x="26" y="8"/>
                    </a:lnTo>
                    <a:lnTo>
                      <a:pt x="24" y="14"/>
                    </a:lnTo>
                    <a:lnTo>
                      <a:pt x="20" y="20"/>
                    </a:lnTo>
                    <a:lnTo>
                      <a:pt x="20" y="24"/>
                    </a:lnTo>
                    <a:lnTo>
                      <a:pt x="20" y="28"/>
                    </a:lnTo>
                    <a:lnTo>
                      <a:pt x="26" y="66"/>
                    </a:lnTo>
                    <a:lnTo>
                      <a:pt x="30" y="104"/>
                    </a:lnTo>
                    <a:lnTo>
                      <a:pt x="28" y="114"/>
                    </a:lnTo>
                    <a:lnTo>
                      <a:pt x="22" y="126"/>
                    </a:lnTo>
                    <a:lnTo>
                      <a:pt x="18" y="132"/>
                    </a:lnTo>
                    <a:lnTo>
                      <a:pt x="14" y="134"/>
                    </a:lnTo>
                    <a:lnTo>
                      <a:pt x="8" y="136"/>
                    </a:lnTo>
                    <a:lnTo>
                      <a:pt x="4" y="13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grpSp>
      <p:sp>
        <p:nvSpPr>
          <p:cNvPr id="25" name="Title 1"/>
          <p:cNvSpPr txBox="1">
            <a:spLocks/>
          </p:cNvSpPr>
          <p:nvPr/>
        </p:nvSpPr>
        <p:spPr>
          <a:xfrm>
            <a:off x="907775" y="177009"/>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lvl="0" rtl="1"/>
            <a:r>
              <a:rPr lang="ar-SA" sz="4000" b="1" u="sng" dirty="0" smtClean="0"/>
              <a:t>ج - </a:t>
            </a:r>
            <a:r>
              <a:rPr lang="ar-JO" sz="4000" b="1" u="sng" dirty="0" smtClean="0"/>
              <a:t>استخدام </a:t>
            </a:r>
            <a:r>
              <a:rPr lang="ar-JO" sz="4000" b="1" u="sng" dirty="0"/>
              <a:t>تكنولوجيا الواقع المعزز في التعليم </a:t>
            </a:r>
            <a:endParaRPr lang="en-US" sz="4000" u="sng" dirty="0"/>
          </a:p>
        </p:txBody>
      </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6203490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25"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a:off x="1158875" y="3602038"/>
            <a:ext cx="9928225" cy="0"/>
          </a:xfrm>
          <a:prstGeom prst="line">
            <a:avLst/>
          </a:prstGeom>
          <a:ln w="28575">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32" name="Group 31"/>
          <p:cNvGrpSpPr>
            <a:grpSpLocks noChangeAspect="1"/>
          </p:cNvGrpSpPr>
          <p:nvPr/>
        </p:nvGrpSpPr>
        <p:grpSpPr bwMode="auto">
          <a:xfrm>
            <a:off x="586400" y="1833621"/>
            <a:ext cx="5225142" cy="4141216"/>
            <a:chOff x="10391" y="1216488"/>
            <a:chExt cx="4606146" cy="3649829"/>
          </a:xfrm>
        </p:grpSpPr>
        <p:grpSp>
          <p:nvGrpSpPr>
            <p:cNvPr id="496648" name="Group 32"/>
            <p:cNvGrpSpPr>
              <a:grpSpLocks/>
            </p:cNvGrpSpPr>
            <p:nvPr/>
          </p:nvGrpSpPr>
          <p:grpSpPr bwMode="auto">
            <a:xfrm>
              <a:off x="2044736" y="1216488"/>
              <a:ext cx="990801" cy="1490074"/>
              <a:chOff x="2196251" y="1017470"/>
              <a:chExt cx="990801" cy="1490074"/>
            </a:xfrm>
          </p:grpSpPr>
          <p:sp>
            <p:nvSpPr>
              <p:cNvPr id="36" name="Oval 35"/>
              <p:cNvSpPr/>
              <p:nvPr/>
            </p:nvSpPr>
            <p:spPr>
              <a:xfrm>
                <a:off x="2196251" y="1017470"/>
                <a:ext cx="990801" cy="99058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37" name="Isosceles Triangle 36"/>
              <p:cNvSpPr/>
              <p:nvPr/>
            </p:nvSpPr>
            <p:spPr>
              <a:xfrm flipV="1">
                <a:off x="2581144" y="1965524"/>
                <a:ext cx="215513" cy="202874"/>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38" name="Straight Connector 37"/>
              <p:cNvCxnSpPr/>
              <p:nvPr/>
            </p:nvCxnSpPr>
            <p:spPr>
              <a:xfrm>
                <a:off x="2679055" y="2092002"/>
                <a:ext cx="0" cy="415542"/>
              </a:xfrm>
              <a:prstGeom prst="line">
                <a:avLst/>
              </a:prstGeom>
              <a:ln>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9" name="Content Placeholder 2"/>
            <p:cNvSpPr txBox="1">
              <a:spLocks/>
            </p:cNvSpPr>
            <p:nvPr/>
          </p:nvSpPr>
          <p:spPr bwMode="auto">
            <a:xfrm>
              <a:off x="10391" y="3479051"/>
              <a:ext cx="4606146" cy="1387266"/>
            </a:xfrm>
            <a:prstGeom prst="rect">
              <a:avLst/>
            </a:prstGeom>
            <a:noFill/>
            <a:ln w="9525">
              <a:noFill/>
              <a:miter lim="800000"/>
              <a:headEnd/>
              <a:tailEnd/>
            </a:ln>
          </p:spPr>
          <p:txBody>
            <a:bodyPr/>
            <a:lstStyle/>
            <a:p>
              <a:pPr algn="ctr">
                <a:spcBef>
                  <a:spcPct val="20000"/>
                </a:spcBef>
                <a:buFont typeface="Arial" charset="0"/>
                <a:buNone/>
              </a:pPr>
              <a:r>
                <a:rPr lang="ar-SA" sz="2800" b="1" dirty="0" smtClean="0"/>
                <a:t>إنعدام </a:t>
              </a:r>
              <a:r>
                <a:rPr lang="ar-SA" sz="2800" b="1" dirty="0"/>
                <a:t>وجود منهجية لتأطير التعامل مع الكم الهائل من المعلومات المتدفقة</a:t>
              </a:r>
              <a:endParaRPr lang="en-US" sz="2800" b="1" dirty="0">
                <a:solidFill>
                  <a:prstClr val="black"/>
                </a:solidFill>
              </a:endParaRPr>
            </a:p>
          </p:txBody>
        </p:sp>
        <p:sp>
          <p:nvSpPr>
            <p:cNvPr id="496650" name="Freeform 6"/>
            <p:cNvSpPr>
              <a:spLocks noEditPoints="1"/>
            </p:cNvSpPr>
            <p:nvPr/>
          </p:nvSpPr>
          <p:spPr bwMode="auto">
            <a:xfrm>
              <a:off x="2368461" y="1525970"/>
              <a:ext cx="337851" cy="371636"/>
            </a:xfrm>
            <a:custGeom>
              <a:avLst/>
              <a:gdLst>
                <a:gd name="T0" fmla="*/ 280158470 w 376"/>
                <a:gd name="T1" fmla="*/ 277446075 h 376"/>
                <a:gd name="T2" fmla="*/ 280158470 w 376"/>
                <a:gd name="T3" fmla="*/ 232507724 h 376"/>
                <a:gd name="T4" fmla="*/ 224449857 w 376"/>
                <a:gd name="T5" fmla="*/ 165100290 h 376"/>
                <a:gd name="T6" fmla="*/ 192154547 w 376"/>
                <a:gd name="T7" fmla="*/ 165100290 h 376"/>
                <a:gd name="T8" fmla="*/ 167126625 w 376"/>
                <a:gd name="T9" fmla="*/ 144584210 h 376"/>
                <a:gd name="T10" fmla="*/ 167126625 w 376"/>
                <a:gd name="T11" fmla="*/ 89876610 h 376"/>
                <a:gd name="T12" fmla="*/ 190539871 w 376"/>
                <a:gd name="T13" fmla="*/ 46892359 h 376"/>
                <a:gd name="T14" fmla="*/ 151786757 w 376"/>
                <a:gd name="T15" fmla="*/ 0 h 376"/>
                <a:gd name="T16" fmla="*/ 113032716 w 376"/>
                <a:gd name="T17" fmla="*/ 46892359 h 376"/>
                <a:gd name="T18" fmla="*/ 136445990 w 376"/>
                <a:gd name="T19" fmla="*/ 89876610 h 376"/>
                <a:gd name="T20" fmla="*/ 136445990 w 376"/>
                <a:gd name="T21" fmla="*/ 144584210 h 376"/>
                <a:gd name="T22" fmla="*/ 111418040 w 376"/>
                <a:gd name="T23" fmla="*/ 165100290 h 376"/>
                <a:gd name="T24" fmla="*/ 79122730 w 376"/>
                <a:gd name="T25" fmla="*/ 165100290 h 376"/>
                <a:gd name="T26" fmla="*/ 23414152 w 376"/>
                <a:gd name="T27" fmla="*/ 232507724 h 376"/>
                <a:gd name="T28" fmla="*/ 23414152 w 376"/>
                <a:gd name="T29" fmla="*/ 277446075 h 376"/>
                <a:gd name="T30" fmla="*/ 0 w 376"/>
                <a:gd name="T31" fmla="*/ 320430311 h 376"/>
                <a:gd name="T32" fmla="*/ 38754027 w 376"/>
                <a:gd name="T33" fmla="*/ 367322655 h 376"/>
                <a:gd name="T34" fmla="*/ 77508054 w 376"/>
                <a:gd name="T35" fmla="*/ 320430311 h 376"/>
                <a:gd name="T36" fmla="*/ 54093895 w 376"/>
                <a:gd name="T37" fmla="*/ 277446075 h 376"/>
                <a:gd name="T38" fmla="*/ 54093895 w 376"/>
                <a:gd name="T39" fmla="*/ 232507724 h 376"/>
                <a:gd name="T40" fmla="*/ 79122730 w 376"/>
                <a:gd name="T41" fmla="*/ 202222365 h 376"/>
                <a:gd name="T42" fmla="*/ 111418040 w 376"/>
                <a:gd name="T43" fmla="*/ 202222365 h 376"/>
                <a:gd name="T44" fmla="*/ 136445990 w 376"/>
                <a:gd name="T45" fmla="*/ 197338714 h 376"/>
                <a:gd name="T46" fmla="*/ 136445990 w 376"/>
                <a:gd name="T47" fmla="*/ 277446075 h 376"/>
                <a:gd name="T48" fmla="*/ 113032716 w 376"/>
                <a:gd name="T49" fmla="*/ 320430311 h 376"/>
                <a:gd name="T50" fmla="*/ 151786757 w 376"/>
                <a:gd name="T51" fmla="*/ 367322655 h 376"/>
                <a:gd name="T52" fmla="*/ 190539871 w 376"/>
                <a:gd name="T53" fmla="*/ 320430311 h 376"/>
                <a:gd name="T54" fmla="*/ 167126625 w 376"/>
                <a:gd name="T55" fmla="*/ 277446075 h 376"/>
                <a:gd name="T56" fmla="*/ 167126625 w 376"/>
                <a:gd name="T57" fmla="*/ 197338714 h 376"/>
                <a:gd name="T58" fmla="*/ 192154547 w 376"/>
                <a:gd name="T59" fmla="*/ 202222365 h 376"/>
                <a:gd name="T60" fmla="*/ 224449857 w 376"/>
                <a:gd name="T61" fmla="*/ 202222365 h 376"/>
                <a:gd name="T62" fmla="*/ 249478734 w 376"/>
                <a:gd name="T63" fmla="*/ 232507724 h 376"/>
                <a:gd name="T64" fmla="*/ 249478734 w 376"/>
                <a:gd name="T65" fmla="*/ 277446075 h 376"/>
                <a:gd name="T66" fmla="*/ 226064533 w 376"/>
                <a:gd name="T67" fmla="*/ 320430311 h 376"/>
                <a:gd name="T68" fmla="*/ 264818602 w 376"/>
                <a:gd name="T69" fmla="*/ 367322655 h 376"/>
                <a:gd name="T70" fmla="*/ 303572615 w 376"/>
                <a:gd name="T71" fmla="*/ 320430311 h 376"/>
                <a:gd name="T72" fmla="*/ 280158470 w 376"/>
                <a:gd name="T73" fmla="*/ 277446075 h 376"/>
                <a:gd name="T74" fmla="*/ 60552612 w 376"/>
                <a:gd name="T75" fmla="*/ 320430311 h 376"/>
                <a:gd name="T76" fmla="*/ 38754027 w 376"/>
                <a:gd name="T77" fmla="*/ 347784096 h 376"/>
                <a:gd name="T78" fmla="*/ 16147662 w 376"/>
                <a:gd name="T79" fmla="*/ 320430311 h 376"/>
                <a:gd name="T80" fmla="*/ 38754027 w 376"/>
                <a:gd name="T81" fmla="*/ 293076527 h 376"/>
                <a:gd name="T82" fmla="*/ 60552612 w 376"/>
                <a:gd name="T83" fmla="*/ 320430311 h 376"/>
                <a:gd name="T84" fmla="*/ 129179501 w 376"/>
                <a:gd name="T85" fmla="*/ 46892359 h 376"/>
                <a:gd name="T86" fmla="*/ 151786757 w 376"/>
                <a:gd name="T87" fmla="*/ 19538566 h 376"/>
                <a:gd name="T88" fmla="*/ 173585328 w 376"/>
                <a:gd name="T89" fmla="*/ 46892359 h 376"/>
                <a:gd name="T90" fmla="*/ 151786757 w 376"/>
                <a:gd name="T91" fmla="*/ 74246159 h 376"/>
                <a:gd name="T92" fmla="*/ 129179501 w 376"/>
                <a:gd name="T93" fmla="*/ 46892359 h 376"/>
                <a:gd name="T94" fmla="*/ 173585328 w 376"/>
                <a:gd name="T95" fmla="*/ 320430311 h 376"/>
                <a:gd name="T96" fmla="*/ 151786757 w 376"/>
                <a:gd name="T97" fmla="*/ 347784096 h 376"/>
                <a:gd name="T98" fmla="*/ 129179501 w 376"/>
                <a:gd name="T99" fmla="*/ 320430311 h 376"/>
                <a:gd name="T100" fmla="*/ 151786757 w 376"/>
                <a:gd name="T101" fmla="*/ 293076527 h 376"/>
                <a:gd name="T102" fmla="*/ 173585328 w 376"/>
                <a:gd name="T103" fmla="*/ 320430311 h 376"/>
                <a:gd name="T104" fmla="*/ 264818602 w 376"/>
                <a:gd name="T105" fmla="*/ 347784096 h 376"/>
                <a:gd name="T106" fmla="*/ 242212244 w 376"/>
                <a:gd name="T107" fmla="*/ 320430311 h 376"/>
                <a:gd name="T108" fmla="*/ 264818602 w 376"/>
                <a:gd name="T109" fmla="*/ 293076527 h 376"/>
                <a:gd name="T110" fmla="*/ 286618072 w 376"/>
                <a:gd name="T111" fmla="*/ 320430311 h 376"/>
                <a:gd name="T112" fmla="*/ 264818602 w 376"/>
                <a:gd name="T113" fmla="*/ 347784096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6"/>
                <a:gd name="T172" fmla="*/ 0 h 376"/>
                <a:gd name="T173" fmla="*/ 376 w 376"/>
                <a:gd name="T174" fmla="*/ 376 h 3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9" name="Group 38"/>
          <p:cNvGrpSpPr>
            <a:grpSpLocks noChangeAspect="1"/>
          </p:cNvGrpSpPr>
          <p:nvPr/>
        </p:nvGrpSpPr>
        <p:grpSpPr bwMode="auto">
          <a:xfrm>
            <a:off x="6517532" y="1833563"/>
            <a:ext cx="5578693" cy="3354256"/>
            <a:chOff x="951501" y="1492065"/>
            <a:chExt cx="4917588" cy="2956137"/>
          </a:xfrm>
        </p:grpSpPr>
        <p:grpSp>
          <p:nvGrpSpPr>
            <p:cNvPr id="41" name="Group 40"/>
            <p:cNvGrpSpPr/>
            <p:nvPr/>
          </p:nvGrpSpPr>
          <p:grpSpPr>
            <a:xfrm>
              <a:off x="3504691" y="1492065"/>
              <a:ext cx="990600" cy="1490606"/>
              <a:chOff x="1180764" y="1293047"/>
              <a:chExt cx="990600" cy="1490606"/>
            </a:xfrm>
            <a:solidFill>
              <a:schemeClr val="accent2"/>
            </a:solidFill>
          </p:grpSpPr>
          <p:sp>
            <p:nvSpPr>
              <p:cNvPr id="44" name="Oval 43"/>
              <p:cNvSpPr/>
              <p:nvPr/>
            </p:nvSpPr>
            <p:spPr>
              <a:xfrm>
                <a:off x="1180764" y="1293047"/>
                <a:ext cx="990600" cy="9906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45" name="Isosceles Triangle 44"/>
              <p:cNvSpPr/>
              <p:nvPr/>
            </p:nvSpPr>
            <p:spPr>
              <a:xfrm flipV="1">
                <a:off x="1568733" y="2215149"/>
                <a:ext cx="214662" cy="203559"/>
              </a:xfrm>
              <a:prstGeom prs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46" name="Straight Connector 45"/>
              <p:cNvCxnSpPr/>
              <p:nvPr/>
            </p:nvCxnSpPr>
            <p:spPr>
              <a:xfrm>
                <a:off x="1663272" y="2368550"/>
                <a:ext cx="0" cy="415103"/>
              </a:xfrm>
              <a:prstGeom prst="line">
                <a:avLst/>
              </a:prstGeom>
              <a:grpFill/>
              <a:ln>
                <a:solidFill>
                  <a:srgbClr val="FF0000"/>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6" name="Content Placeholder 2"/>
            <p:cNvSpPr txBox="1">
              <a:spLocks/>
            </p:cNvSpPr>
            <p:nvPr/>
          </p:nvSpPr>
          <p:spPr bwMode="auto">
            <a:xfrm>
              <a:off x="951501" y="3482233"/>
              <a:ext cx="4917588" cy="965969"/>
            </a:xfrm>
            <a:prstGeom prst="rect">
              <a:avLst/>
            </a:prstGeom>
            <a:noFill/>
            <a:ln w="9525">
              <a:noFill/>
              <a:miter lim="800000"/>
              <a:headEnd/>
              <a:tailEnd/>
            </a:ln>
          </p:spPr>
          <p:txBody>
            <a:bodyPr/>
            <a:lstStyle/>
            <a:p>
              <a:pPr lvl="2" algn="ctr" rtl="1">
                <a:spcBef>
                  <a:spcPct val="20000"/>
                </a:spcBef>
                <a:buFont typeface="Arial" charset="0"/>
                <a:buNone/>
              </a:pPr>
              <a:r>
                <a:rPr lang="ar-SA" sz="2800" b="1" dirty="0"/>
                <a:t>عدم وجود أسس لتسهيل عملية الاستفادة وتعليم الأطفال والنشىء على الكيفية والأسلوب لمواكبة هذه التطورات دون أن يكون لها تأثير سلبي على عاداتنا وتقاليدنا</a:t>
              </a:r>
              <a:endParaRPr lang="en-US" sz="2800" b="1" dirty="0">
                <a:solidFill>
                  <a:prstClr val="black"/>
                </a:solidFill>
              </a:endParaRPr>
            </a:p>
          </p:txBody>
        </p:sp>
        <p:sp>
          <p:nvSpPr>
            <p:cNvPr id="496647" name="Freeform 11"/>
            <p:cNvSpPr>
              <a:spLocks/>
            </p:cNvSpPr>
            <p:nvPr/>
          </p:nvSpPr>
          <p:spPr bwMode="auto">
            <a:xfrm>
              <a:off x="3796978" y="1851913"/>
              <a:ext cx="416706" cy="270903"/>
            </a:xfrm>
            <a:custGeom>
              <a:avLst/>
              <a:gdLst>
                <a:gd name="T0" fmla="*/ 329923880 w 400"/>
                <a:gd name="T1" fmla="*/ 79250584 h 260"/>
                <a:gd name="T2" fmla="*/ 312558704 w 400"/>
                <a:gd name="T3" fmla="*/ 80336279 h 260"/>
                <a:gd name="T4" fmla="*/ 201860724 w 400"/>
                <a:gd name="T5" fmla="*/ 0 h 260"/>
                <a:gd name="T6" fmla="*/ 86821743 w 400"/>
                <a:gd name="T7" fmla="*/ 112905056 h 260"/>
                <a:gd name="T8" fmla="*/ 87907262 w 400"/>
                <a:gd name="T9" fmla="*/ 129189445 h 260"/>
                <a:gd name="T10" fmla="*/ 78139676 w 400"/>
                <a:gd name="T11" fmla="*/ 128103750 h 260"/>
                <a:gd name="T12" fmla="*/ 0 w 400"/>
                <a:gd name="T13" fmla="*/ 205183985 h 260"/>
                <a:gd name="T14" fmla="*/ 78139676 w 400"/>
                <a:gd name="T15" fmla="*/ 282263211 h 260"/>
                <a:gd name="T16" fmla="*/ 186667628 w 400"/>
                <a:gd name="T17" fmla="*/ 282263211 h 260"/>
                <a:gd name="T18" fmla="*/ 186667628 w 400"/>
                <a:gd name="T19" fmla="*/ 199755508 h 260"/>
                <a:gd name="T20" fmla="*/ 141085214 w 400"/>
                <a:gd name="T21" fmla="*/ 199755508 h 260"/>
                <a:gd name="T22" fmla="*/ 217054862 w 400"/>
                <a:gd name="T23" fmla="*/ 99877754 h 260"/>
                <a:gd name="T24" fmla="*/ 293024575 w 400"/>
                <a:gd name="T25" fmla="*/ 199755508 h 260"/>
                <a:gd name="T26" fmla="*/ 247442096 w 400"/>
                <a:gd name="T27" fmla="*/ 199755508 h 260"/>
                <a:gd name="T28" fmla="*/ 247442096 w 400"/>
                <a:gd name="T29" fmla="*/ 282263211 h 260"/>
                <a:gd name="T30" fmla="*/ 329923880 w 400"/>
                <a:gd name="T31" fmla="*/ 282263211 h 260"/>
                <a:gd name="T32" fmla="*/ 434109724 w 400"/>
                <a:gd name="T33" fmla="*/ 180214034 h 260"/>
                <a:gd name="T34" fmla="*/ 329923880 w 400"/>
                <a:gd name="T35" fmla="*/ 79250584 h 2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0"/>
                <a:gd name="T55" fmla="*/ 0 h 260"/>
                <a:gd name="T56" fmla="*/ 400 w 400"/>
                <a:gd name="T57" fmla="*/ 260 h 2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17" name="Title 1"/>
          <p:cNvSpPr txBox="1">
            <a:spLocks/>
          </p:cNvSpPr>
          <p:nvPr/>
        </p:nvSpPr>
        <p:spPr>
          <a:xfrm>
            <a:off x="907775" y="177009"/>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rtl="1"/>
            <a:r>
              <a:rPr lang="ar-SA" sz="4000" b="1" u="sng" dirty="0" smtClean="0"/>
              <a:t>د - </a:t>
            </a:r>
            <a:r>
              <a:rPr lang="ar-JO" sz="4000" b="1" u="sng" dirty="0"/>
              <a:t>تحديات استخدام الواقع المعزز في التعليم </a:t>
            </a:r>
            <a:endParaRPr lang="en-US" sz="4000" u="sng" dirty="0"/>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57121983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barn(outVertical)">
                                      <p:cBhvr>
                                        <p:cTn id="11" dur="500"/>
                                        <p:tgtEl>
                                          <p:spTgt spid="16"/>
                                        </p:tgtEl>
                                      </p:cBhvr>
                                    </p:animEffect>
                                  </p:childTnLst>
                                </p:cTn>
                              </p:par>
                            </p:childTnLst>
                          </p:cTn>
                        </p:par>
                        <p:par>
                          <p:cTn id="12" fill="hold">
                            <p:stCondLst>
                              <p:cond delay="1000"/>
                            </p:stCondLst>
                            <p:childTnLst>
                              <p:par>
                                <p:cTn id="13" presetID="16" presetClass="entr" presetSubtype="42" fill="hold"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barn(outHorizontal)">
                                      <p:cBhvr>
                                        <p:cTn id="15" dur="500"/>
                                        <p:tgtEl>
                                          <p:spTgt spid="32"/>
                                        </p:tgtEl>
                                      </p:cBhvr>
                                    </p:animEffect>
                                  </p:childTnLst>
                                </p:cTn>
                              </p:par>
                            </p:childTnLst>
                          </p:cTn>
                        </p:par>
                        <p:par>
                          <p:cTn id="16" fill="hold">
                            <p:stCondLst>
                              <p:cond delay="1500"/>
                            </p:stCondLst>
                            <p:childTnLst>
                              <p:par>
                                <p:cTn id="17" presetID="16" presetClass="entr" presetSubtype="42" fill="hold" nodeType="after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barn(outHorizontal)">
                                      <p:cBhvr>
                                        <p:cTn id="19"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a:off x="1158875" y="3602038"/>
            <a:ext cx="9928225" cy="0"/>
          </a:xfrm>
          <a:prstGeom prst="line">
            <a:avLst/>
          </a:prstGeom>
          <a:ln w="28575">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17" name="Group 16"/>
          <p:cNvGrpSpPr>
            <a:grpSpLocks noChangeAspect="1"/>
          </p:cNvGrpSpPr>
          <p:nvPr/>
        </p:nvGrpSpPr>
        <p:grpSpPr bwMode="auto">
          <a:xfrm>
            <a:off x="3361413" y="2223421"/>
            <a:ext cx="5775325" cy="3088354"/>
            <a:chOff x="-187161" y="1754220"/>
            <a:chExt cx="5090507" cy="2722530"/>
          </a:xfrm>
        </p:grpSpPr>
        <p:grpSp>
          <p:nvGrpSpPr>
            <p:cNvPr id="18" name="Group 17"/>
            <p:cNvGrpSpPr/>
            <p:nvPr/>
          </p:nvGrpSpPr>
          <p:grpSpPr>
            <a:xfrm flipV="1">
              <a:off x="1903612" y="2986144"/>
              <a:ext cx="990600" cy="1490606"/>
              <a:chOff x="1180764" y="1293047"/>
              <a:chExt cx="990600" cy="1490606"/>
            </a:xfrm>
            <a:solidFill>
              <a:schemeClr val="accent4"/>
            </a:solidFill>
          </p:grpSpPr>
          <p:sp>
            <p:nvSpPr>
              <p:cNvPr id="21" name="Oval 20"/>
              <p:cNvSpPr/>
              <p:nvPr/>
            </p:nvSpPr>
            <p:spPr>
              <a:xfrm>
                <a:off x="1180764" y="1293047"/>
                <a:ext cx="990600" cy="9906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22" name="Isosceles Triangle 21"/>
              <p:cNvSpPr/>
              <p:nvPr/>
            </p:nvSpPr>
            <p:spPr>
              <a:xfrm flipV="1">
                <a:off x="1568733" y="2215149"/>
                <a:ext cx="214662" cy="203559"/>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23" name="Straight Connector 22"/>
              <p:cNvCxnSpPr/>
              <p:nvPr/>
            </p:nvCxnSpPr>
            <p:spPr>
              <a:xfrm>
                <a:off x="1676064" y="2368550"/>
                <a:ext cx="0" cy="415103"/>
              </a:xfrm>
              <a:prstGeom prst="line">
                <a:avLst/>
              </a:prstGeom>
              <a:grpFill/>
              <a:ln>
                <a:solidFill>
                  <a:schemeClr val="accent4"/>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55" name="Content Placeholder 2"/>
            <p:cNvSpPr txBox="1">
              <a:spLocks/>
            </p:cNvSpPr>
            <p:nvPr/>
          </p:nvSpPr>
          <p:spPr bwMode="auto">
            <a:xfrm>
              <a:off x="-187161" y="1754220"/>
              <a:ext cx="5090507" cy="1536078"/>
            </a:xfrm>
            <a:prstGeom prst="rect">
              <a:avLst/>
            </a:prstGeom>
            <a:noFill/>
            <a:ln w="9525">
              <a:noFill/>
              <a:miter lim="800000"/>
              <a:headEnd/>
              <a:tailEnd/>
            </a:ln>
          </p:spPr>
          <p:txBody>
            <a:bodyPr/>
            <a:lstStyle/>
            <a:p>
              <a:pPr algn="ctr">
                <a:spcBef>
                  <a:spcPct val="20000"/>
                </a:spcBef>
                <a:buFont typeface="Arial" charset="0"/>
                <a:buNone/>
              </a:pPr>
              <a:r>
                <a:rPr lang="ar-SA" sz="2800" b="1" dirty="0"/>
                <a:t>نقص القوى البشرية المدربة</a:t>
              </a:r>
              <a:endParaRPr lang="en-US" sz="2800" b="1" dirty="0">
                <a:solidFill>
                  <a:prstClr val="black"/>
                </a:solidFill>
              </a:endParaRPr>
            </a:p>
          </p:txBody>
        </p:sp>
        <p:sp>
          <p:nvSpPr>
            <p:cNvPr id="496656" name="Freeform 16"/>
            <p:cNvSpPr>
              <a:spLocks noEditPoints="1"/>
            </p:cNvSpPr>
            <p:nvPr/>
          </p:nvSpPr>
          <p:spPr bwMode="auto">
            <a:xfrm>
              <a:off x="2206179" y="3788938"/>
              <a:ext cx="385465" cy="385025"/>
            </a:xfrm>
            <a:custGeom>
              <a:avLst/>
              <a:gdLst>
                <a:gd name="T0" fmla="*/ 197548215 w 371"/>
                <a:gd name="T1" fmla="*/ 1083273 h 370"/>
                <a:gd name="T2" fmla="*/ 2159020 w 371"/>
                <a:gd name="T3" fmla="*/ 202496092 h 370"/>
                <a:gd name="T4" fmla="*/ 202945762 w 371"/>
                <a:gd name="T5" fmla="*/ 399576862 h 370"/>
                <a:gd name="T6" fmla="*/ 399414468 w 371"/>
                <a:gd name="T7" fmla="*/ 197081810 h 370"/>
                <a:gd name="T8" fmla="*/ 197548215 w 371"/>
                <a:gd name="T9" fmla="*/ 1083273 h 370"/>
                <a:gd name="T10" fmla="*/ 198627724 w 371"/>
                <a:gd name="T11" fmla="*/ 27071419 h 370"/>
                <a:gd name="T12" fmla="*/ 280669468 w 371"/>
                <a:gd name="T13" fmla="*/ 46563051 h 370"/>
                <a:gd name="T14" fmla="*/ 253681667 w 371"/>
                <a:gd name="T15" fmla="*/ 90960598 h 370"/>
                <a:gd name="T16" fmla="*/ 200786743 w 371"/>
                <a:gd name="T17" fmla="*/ 79048761 h 370"/>
                <a:gd name="T18" fmla="*/ 147891820 w 371"/>
                <a:gd name="T19" fmla="*/ 90960598 h 370"/>
                <a:gd name="T20" fmla="*/ 120904051 w 371"/>
                <a:gd name="T21" fmla="*/ 46563051 h 370"/>
                <a:gd name="T22" fmla="*/ 198627724 w 371"/>
                <a:gd name="T23" fmla="*/ 27071419 h 370"/>
                <a:gd name="T24" fmla="*/ 91757296 w 371"/>
                <a:gd name="T25" fmla="*/ 253390137 h 370"/>
                <a:gd name="T26" fmla="*/ 47498432 w 371"/>
                <a:gd name="T27" fmla="*/ 280462654 h 370"/>
                <a:gd name="T28" fmla="*/ 28067254 w 371"/>
                <a:gd name="T29" fmla="*/ 202496092 h 370"/>
                <a:gd name="T30" fmla="*/ 47498432 w 371"/>
                <a:gd name="T31" fmla="*/ 120197514 h 370"/>
                <a:gd name="T32" fmla="*/ 91757296 w 371"/>
                <a:gd name="T33" fmla="*/ 147269998 h 370"/>
                <a:gd name="T34" fmla="*/ 79882692 w 371"/>
                <a:gd name="T35" fmla="*/ 200330588 h 370"/>
                <a:gd name="T36" fmla="*/ 91757296 w 371"/>
                <a:gd name="T37" fmla="*/ 253390137 h 370"/>
                <a:gd name="T38" fmla="*/ 202945762 w 371"/>
                <a:gd name="T39" fmla="*/ 373588724 h 370"/>
                <a:gd name="T40" fmla="*/ 120904051 w 371"/>
                <a:gd name="T41" fmla="*/ 354097100 h 370"/>
                <a:gd name="T42" fmla="*/ 147891820 w 371"/>
                <a:gd name="T43" fmla="*/ 309699569 h 370"/>
                <a:gd name="T44" fmla="*/ 200786743 w 371"/>
                <a:gd name="T45" fmla="*/ 321611406 h 370"/>
                <a:gd name="T46" fmla="*/ 253681667 w 371"/>
                <a:gd name="T47" fmla="*/ 309699569 h 370"/>
                <a:gd name="T48" fmla="*/ 280669468 w 371"/>
                <a:gd name="T49" fmla="*/ 354097100 h 370"/>
                <a:gd name="T50" fmla="*/ 202945762 w 371"/>
                <a:gd name="T51" fmla="*/ 373588724 h 370"/>
                <a:gd name="T52" fmla="*/ 200786743 w 371"/>
                <a:gd name="T53" fmla="*/ 295622228 h 370"/>
                <a:gd name="T54" fmla="*/ 105790919 w 371"/>
                <a:gd name="T55" fmla="*/ 200330588 h 370"/>
                <a:gd name="T56" fmla="*/ 200786743 w 371"/>
                <a:gd name="T57" fmla="*/ 105037940 h 370"/>
                <a:gd name="T58" fmla="*/ 295782600 w 371"/>
                <a:gd name="T59" fmla="*/ 200330588 h 370"/>
                <a:gd name="T60" fmla="*/ 200786743 w 371"/>
                <a:gd name="T61" fmla="*/ 295622228 h 370"/>
                <a:gd name="T62" fmla="*/ 308736714 w 371"/>
                <a:gd name="T63" fmla="*/ 253390137 h 370"/>
                <a:gd name="T64" fmla="*/ 321690827 w 371"/>
                <a:gd name="T65" fmla="*/ 200330588 h 370"/>
                <a:gd name="T66" fmla="*/ 308736714 w 371"/>
                <a:gd name="T67" fmla="*/ 147269998 h 370"/>
                <a:gd name="T68" fmla="*/ 354075071 w 371"/>
                <a:gd name="T69" fmla="*/ 120197514 h 370"/>
                <a:gd name="T70" fmla="*/ 373506241 w 371"/>
                <a:gd name="T71" fmla="*/ 198164042 h 370"/>
                <a:gd name="T72" fmla="*/ 354075071 w 371"/>
                <a:gd name="T73" fmla="*/ 280462654 h 370"/>
                <a:gd name="T74" fmla="*/ 308736714 w 371"/>
                <a:gd name="T75" fmla="*/ 253390137 h 3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1"/>
                <a:gd name="T115" fmla="*/ 0 h 370"/>
                <a:gd name="T116" fmla="*/ 371 w 371"/>
                <a:gd name="T117" fmla="*/ 370 h 37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2" name="Group 31"/>
          <p:cNvGrpSpPr>
            <a:grpSpLocks noChangeAspect="1"/>
          </p:cNvGrpSpPr>
          <p:nvPr/>
        </p:nvGrpSpPr>
        <p:grpSpPr bwMode="auto">
          <a:xfrm>
            <a:off x="0" y="2146300"/>
            <a:ext cx="5064125" cy="3901324"/>
            <a:chOff x="-506541" y="1492065"/>
            <a:chExt cx="4464204" cy="3438402"/>
          </a:xfrm>
        </p:grpSpPr>
        <p:grpSp>
          <p:nvGrpSpPr>
            <p:cNvPr id="496648" name="Group 32"/>
            <p:cNvGrpSpPr>
              <a:grpSpLocks/>
            </p:cNvGrpSpPr>
            <p:nvPr/>
          </p:nvGrpSpPr>
          <p:grpSpPr bwMode="auto">
            <a:xfrm>
              <a:off x="1029249" y="1492065"/>
              <a:ext cx="990600" cy="1490606"/>
              <a:chOff x="1180764" y="1293047"/>
              <a:chExt cx="990600" cy="1490606"/>
            </a:xfrm>
          </p:grpSpPr>
          <p:sp>
            <p:nvSpPr>
              <p:cNvPr id="36" name="Oval 35"/>
              <p:cNvSpPr/>
              <p:nvPr/>
            </p:nvSpPr>
            <p:spPr>
              <a:xfrm>
                <a:off x="1180158" y="1293047"/>
                <a:ext cx="990801" cy="99058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37" name="Isosceles Triangle 36"/>
              <p:cNvSpPr/>
              <p:nvPr/>
            </p:nvSpPr>
            <p:spPr>
              <a:xfrm flipV="1">
                <a:off x="1567801" y="2215075"/>
                <a:ext cx="215513" cy="202874"/>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38" name="Straight Connector 37"/>
              <p:cNvCxnSpPr/>
              <p:nvPr/>
            </p:nvCxnSpPr>
            <p:spPr>
              <a:xfrm>
                <a:off x="1662963" y="2367580"/>
                <a:ext cx="0" cy="415542"/>
              </a:xfrm>
              <a:prstGeom prst="line">
                <a:avLst/>
              </a:prstGeom>
              <a:ln>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9" name="Content Placeholder 2"/>
            <p:cNvSpPr txBox="1">
              <a:spLocks/>
            </p:cNvSpPr>
            <p:nvPr/>
          </p:nvSpPr>
          <p:spPr bwMode="auto">
            <a:xfrm>
              <a:off x="-506541" y="3543201"/>
              <a:ext cx="4464204" cy="1387266"/>
            </a:xfrm>
            <a:prstGeom prst="rect">
              <a:avLst/>
            </a:prstGeom>
            <a:noFill/>
            <a:ln w="9525">
              <a:noFill/>
              <a:miter lim="800000"/>
              <a:headEnd/>
              <a:tailEnd/>
            </a:ln>
          </p:spPr>
          <p:txBody>
            <a:bodyPr/>
            <a:lstStyle/>
            <a:p>
              <a:pPr algn="ctr">
                <a:spcBef>
                  <a:spcPct val="20000"/>
                </a:spcBef>
                <a:buFont typeface="Arial" charset="0"/>
                <a:buNone/>
              </a:pPr>
              <a:r>
                <a:rPr lang="ar-SA" sz="2800" b="1" dirty="0"/>
                <a:t>نقص التمويل والبيئة التحتية اللازمة للتعليم</a:t>
              </a:r>
              <a:endParaRPr lang="en-US" sz="2800" b="1" dirty="0">
                <a:solidFill>
                  <a:prstClr val="black"/>
                </a:solidFill>
              </a:endParaRPr>
            </a:p>
          </p:txBody>
        </p:sp>
        <p:sp>
          <p:nvSpPr>
            <p:cNvPr id="496650" name="Freeform 6"/>
            <p:cNvSpPr>
              <a:spLocks noEditPoints="1"/>
            </p:cNvSpPr>
            <p:nvPr/>
          </p:nvSpPr>
          <p:spPr bwMode="auto">
            <a:xfrm>
              <a:off x="1352369" y="1801547"/>
              <a:ext cx="337851" cy="371636"/>
            </a:xfrm>
            <a:custGeom>
              <a:avLst/>
              <a:gdLst>
                <a:gd name="T0" fmla="*/ 280158470 w 376"/>
                <a:gd name="T1" fmla="*/ 277446075 h 376"/>
                <a:gd name="T2" fmla="*/ 280158470 w 376"/>
                <a:gd name="T3" fmla="*/ 232507724 h 376"/>
                <a:gd name="T4" fmla="*/ 224449857 w 376"/>
                <a:gd name="T5" fmla="*/ 165100290 h 376"/>
                <a:gd name="T6" fmla="*/ 192154547 w 376"/>
                <a:gd name="T7" fmla="*/ 165100290 h 376"/>
                <a:gd name="T8" fmla="*/ 167126625 w 376"/>
                <a:gd name="T9" fmla="*/ 144584210 h 376"/>
                <a:gd name="T10" fmla="*/ 167126625 w 376"/>
                <a:gd name="T11" fmla="*/ 89876610 h 376"/>
                <a:gd name="T12" fmla="*/ 190539871 w 376"/>
                <a:gd name="T13" fmla="*/ 46892359 h 376"/>
                <a:gd name="T14" fmla="*/ 151786757 w 376"/>
                <a:gd name="T15" fmla="*/ 0 h 376"/>
                <a:gd name="T16" fmla="*/ 113032716 w 376"/>
                <a:gd name="T17" fmla="*/ 46892359 h 376"/>
                <a:gd name="T18" fmla="*/ 136445990 w 376"/>
                <a:gd name="T19" fmla="*/ 89876610 h 376"/>
                <a:gd name="T20" fmla="*/ 136445990 w 376"/>
                <a:gd name="T21" fmla="*/ 144584210 h 376"/>
                <a:gd name="T22" fmla="*/ 111418040 w 376"/>
                <a:gd name="T23" fmla="*/ 165100290 h 376"/>
                <a:gd name="T24" fmla="*/ 79122730 w 376"/>
                <a:gd name="T25" fmla="*/ 165100290 h 376"/>
                <a:gd name="T26" fmla="*/ 23414152 w 376"/>
                <a:gd name="T27" fmla="*/ 232507724 h 376"/>
                <a:gd name="T28" fmla="*/ 23414152 w 376"/>
                <a:gd name="T29" fmla="*/ 277446075 h 376"/>
                <a:gd name="T30" fmla="*/ 0 w 376"/>
                <a:gd name="T31" fmla="*/ 320430311 h 376"/>
                <a:gd name="T32" fmla="*/ 38754027 w 376"/>
                <a:gd name="T33" fmla="*/ 367322655 h 376"/>
                <a:gd name="T34" fmla="*/ 77508054 w 376"/>
                <a:gd name="T35" fmla="*/ 320430311 h 376"/>
                <a:gd name="T36" fmla="*/ 54093895 w 376"/>
                <a:gd name="T37" fmla="*/ 277446075 h 376"/>
                <a:gd name="T38" fmla="*/ 54093895 w 376"/>
                <a:gd name="T39" fmla="*/ 232507724 h 376"/>
                <a:gd name="T40" fmla="*/ 79122730 w 376"/>
                <a:gd name="T41" fmla="*/ 202222365 h 376"/>
                <a:gd name="T42" fmla="*/ 111418040 w 376"/>
                <a:gd name="T43" fmla="*/ 202222365 h 376"/>
                <a:gd name="T44" fmla="*/ 136445990 w 376"/>
                <a:gd name="T45" fmla="*/ 197338714 h 376"/>
                <a:gd name="T46" fmla="*/ 136445990 w 376"/>
                <a:gd name="T47" fmla="*/ 277446075 h 376"/>
                <a:gd name="T48" fmla="*/ 113032716 w 376"/>
                <a:gd name="T49" fmla="*/ 320430311 h 376"/>
                <a:gd name="T50" fmla="*/ 151786757 w 376"/>
                <a:gd name="T51" fmla="*/ 367322655 h 376"/>
                <a:gd name="T52" fmla="*/ 190539871 w 376"/>
                <a:gd name="T53" fmla="*/ 320430311 h 376"/>
                <a:gd name="T54" fmla="*/ 167126625 w 376"/>
                <a:gd name="T55" fmla="*/ 277446075 h 376"/>
                <a:gd name="T56" fmla="*/ 167126625 w 376"/>
                <a:gd name="T57" fmla="*/ 197338714 h 376"/>
                <a:gd name="T58" fmla="*/ 192154547 w 376"/>
                <a:gd name="T59" fmla="*/ 202222365 h 376"/>
                <a:gd name="T60" fmla="*/ 224449857 w 376"/>
                <a:gd name="T61" fmla="*/ 202222365 h 376"/>
                <a:gd name="T62" fmla="*/ 249478734 w 376"/>
                <a:gd name="T63" fmla="*/ 232507724 h 376"/>
                <a:gd name="T64" fmla="*/ 249478734 w 376"/>
                <a:gd name="T65" fmla="*/ 277446075 h 376"/>
                <a:gd name="T66" fmla="*/ 226064533 w 376"/>
                <a:gd name="T67" fmla="*/ 320430311 h 376"/>
                <a:gd name="T68" fmla="*/ 264818602 w 376"/>
                <a:gd name="T69" fmla="*/ 367322655 h 376"/>
                <a:gd name="T70" fmla="*/ 303572615 w 376"/>
                <a:gd name="T71" fmla="*/ 320430311 h 376"/>
                <a:gd name="T72" fmla="*/ 280158470 w 376"/>
                <a:gd name="T73" fmla="*/ 277446075 h 376"/>
                <a:gd name="T74" fmla="*/ 60552612 w 376"/>
                <a:gd name="T75" fmla="*/ 320430311 h 376"/>
                <a:gd name="T76" fmla="*/ 38754027 w 376"/>
                <a:gd name="T77" fmla="*/ 347784096 h 376"/>
                <a:gd name="T78" fmla="*/ 16147662 w 376"/>
                <a:gd name="T79" fmla="*/ 320430311 h 376"/>
                <a:gd name="T80" fmla="*/ 38754027 w 376"/>
                <a:gd name="T81" fmla="*/ 293076527 h 376"/>
                <a:gd name="T82" fmla="*/ 60552612 w 376"/>
                <a:gd name="T83" fmla="*/ 320430311 h 376"/>
                <a:gd name="T84" fmla="*/ 129179501 w 376"/>
                <a:gd name="T85" fmla="*/ 46892359 h 376"/>
                <a:gd name="T86" fmla="*/ 151786757 w 376"/>
                <a:gd name="T87" fmla="*/ 19538566 h 376"/>
                <a:gd name="T88" fmla="*/ 173585328 w 376"/>
                <a:gd name="T89" fmla="*/ 46892359 h 376"/>
                <a:gd name="T90" fmla="*/ 151786757 w 376"/>
                <a:gd name="T91" fmla="*/ 74246159 h 376"/>
                <a:gd name="T92" fmla="*/ 129179501 w 376"/>
                <a:gd name="T93" fmla="*/ 46892359 h 376"/>
                <a:gd name="T94" fmla="*/ 173585328 w 376"/>
                <a:gd name="T95" fmla="*/ 320430311 h 376"/>
                <a:gd name="T96" fmla="*/ 151786757 w 376"/>
                <a:gd name="T97" fmla="*/ 347784096 h 376"/>
                <a:gd name="T98" fmla="*/ 129179501 w 376"/>
                <a:gd name="T99" fmla="*/ 320430311 h 376"/>
                <a:gd name="T100" fmla="*/ 151786757 w 376"/>
                <a:gd name="T101" fmla="*/ 293076527 h 376"/>
                <a:gd name="T102" fmla="*/ 173585328 w 376"/>
                <a:gd name="T103" fmla="*/ 320430311 h 376"/>
                <a:gd name="T104" fmla="*/ 264818602 w 376"/>
                <a:gd name="T105" fmla="*/ 347784096 h 376"/>
                <a:gd name="T106" fmla="*/ 242212244 w 376"/>
                <a:gd name="T107" fmla="*/ 320430311 h 376"/>
                <a:gd name="T108" fmla="*/ 264818602 w 376"/>
                <a:gd name="T109" fmla="*/ 293076527 h 376"/>
                <a:gd name="T110" fmla="*/ 286618072 w 376"/>
                <a:gd name="T111" fmla="*/ 320430311 h 376"/>
                <a:gd name="T112" fmla="*/ 264818602 w 376"/>
                <a:gd name="T113" fmla="*/ 347784096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6"/>
                <a:gd name="T172" fmla="*/ 0 h 376"/>
                <a:gd name="T173" fmla="*/ 376 w 376"/>
                <a:gd name="T174" fmla="*/ 376 h 3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9" name="Group 38"/>
          <p:cNvGrpSpPr>
            <a:grpSpLocks noChangeAspect="1"/>
          </p:cNvGrpSpPr>
          <p:nvPr/>
        </p:nvGrpSpPr>
        <p:grpSpPr bwMode="auto">
          <a:xfrm>
            <a:off x="8084741" y="1833563"/>
            <a:ext cx="4107259" cy="4196959"/>
            <a:chOff x="2332988" y="1492065"/>
            <a:chExt cx="3620527" cy="3698818"/>
          </a:xfrm>
        </p:grpSpPr>
        <p:grpSp>
          <p:nvGrpSpPr>
            <p:cNvPr id="41" name="Group 40"/>
            <p:cNvGrpSpPr/>
            <p:nvPr/>
          </p:nvGrpSpPr>
          <p:grpSpPr>
            <a:xfrm>
              <a:off x="3504691" y="1492065"/>
              <a:ext cx="990600" cy="1490606"/>
              <a:chOff x="1180764" y="1293047"/>
              <a:chExt cx="990600" cy="1490606"/>
            </a:xfrm>
            <a:solidFill>
              <a:schemeClr val="accent2"/>
            </a:solidFill>
          </p:grpSpPr>
          <p:sp>
            <p:nvSpPr>
              <p:cNvPr id="44" name="Oval 43"/>
              <p:cNvSpPr/>
              <p:nvPr/>
            </p:nvSpPr>
            <p:spPr>
              <a:xfrm>
                <a:off x="1180764" y="1293047"/>
                <a:ext cx="990600" cy="9906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45" name="Isosceles Triangle 44"/>
              <p:cNvSpPr/>
              <p:nvPr/>
            </p:nvSpPr>
            <p:spPr>
              <a:xfrm flipV="1">
                <a:off x="1568733" y="2215149"/>
                <a:ext cx="214662" cy="203559"/>
              </a:xfrm>
              <a:prstGeom prs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46" name="Straight Connector 45"/>
              <p:cNvCxnSpPr/>
              <p:nvPr/>
            </p:nvCxnSpPr>
            <p:spPr>
              <a:xfrm>
                <a:off x="1663272" y="2368550"/>
                <a:ext cx="0" cy="415103"/>
              </a:xfrm>
              <a:prstGeom prst="line">
                <a:avLst/>
              </a:prstGeom>
              <a:grpFill/>
              <a:ln>
                <a:solidFill>
                  <a:srgbClr val="FF0000"/>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6" name="Content Placeholder 2"/>
            <p:cNvSpPr txBox="1">
              <a:spLocks/>
            </p:cNvSpPr>
            <p:nvPr/>
          </p:nvSpPr>
          <p:spPr bwMode="auto">
            <a:xfrm>
              <a:off x="2332988" y="3651714"/>
              <a:ext cx="3620527" cy="1539169"/>
            </a:xfrm>
            <a:prstGeom prst="rect">
              <a:avLst/>
            </a:prstGeom>
            <a:noFill/>
            <a:ln w="9525">
              <a:noFill/>
              <a:miter lim="800000"/>
              <a:headEnd/>
              <a:tailEnd/>
            </a:ln>
          </p:spPr>
          <p:txBody>
            <a:bodyPr/>
            <a:lstStyle/>
            <a:p>
              <a:pPr lvl="2" algn="ctr" rtl="1">
                <a:spcBef>
                  <a:spcPct val="20000"/>
                </a:spcBef>
                <a:buFont typeface="Arial" charset="0"/>
                <a:buNone/>
              </a:pPr>
              <a:r>
                <a:rPr lang="ar-SA" sz="2800" b="1" dirty="0"/>
                <a:t>نقص الوعي المجتمعي بتكنولوجيا الواقع المعزز</a:t>
              </a:r>
              <a:endParaRPr lang="en-US" sz="2800" b="1" dirty="0">
                <a:solidFill>
                  <a:prstClr val="black"/>
                </a:solidFill>
              </a:endParaRPr>
            </a:p>
          </p:txBody>
        </p:sp>
        <p:sp>
          <p:nvSpPr>
            <p:cNvPr id="496647" name="Freeform 11"/>
            <p:cNvSpPr>
              <a:spLocks/>
            </p:cNvSpPr>
            <p:nvPr/>
          </p:nvSpPr>
          <p:spPr bwMode="auto">
            <a:xfrm>
              <a:off x="3796978" y="1851913"/>
              <a:ext cx="416706" cy="270903"/>
            </a:xfrm>
            <a:custGeom>
              <a:avLst/>
              <a:gdLst>
                <a:gd name="T0" fmla="*/ 329923880 w 400"/>
                <a:gd name="T1" fmla="*/ 79250584 h 260"/>
                <a:gd name="T2" fmla="*/ 312558704 w 400"/>
                <a:gd name="T3" fmla="*/ 80336279 h 260"/>
                <a:gd name="T4" fmla="*/ 201860724 w 400"/>
                <a:gd name="T5" fmla="*/ 0 h 260"/>
                <a:gd name="T6" fmla="*/ 86821743 w 400"/>
                <a:gd name="T7" fmla="*/ 112905056 h 260"/>
                <a:gd name="T8" fmla="*/ 87907262 w 400"/>
                <a:gd name="T9" fmla="*/ 129189445 h 260"/>
                <a:gd name="T10" fmla="*/ 78139676 w 400"/>
                <a:gd name="T11" fmla="*/ 128103750 h 260"/>
                <a:gd name="T12" fmla="*/ 0 w 400"/>
                <a:gd name="T13" fmla="*/ 205183985 h 260"/>
                <a:gd name="T14" fmla="*/ 78139676 w 400"/>
                <a:gd name="T15" fmla="*/ 282263211 h 260"/>
                <a:gd name="T16" fmla="*/ 186667628 w 400"/>
                <a:gd name="T17" fmla="*/ 282263211 h 260"/>
                <a:gd name="T18" fmla="*/ 186667628 w 400"/>
                <a:gd name="T19" fmla="*/ 199755508 h 260"/>
                <a:gd name="T20" fmla="*/ 141085214 w 400"/>
                <a:gd name="T21" fmla="*/ 199755508 h 260"/>
                <a:gd name="T22" fmla="*/ 217054862 w 400"/>
                <a:gd name="T23" fmla="*/ 99877754 h 260"/>
                <a:gd name="T24" fmla="*/ 293024575 w 400"/>
                <a:gd name="T25" fmla="*/ 199755508 h 260"/>
                <a:gd name="T26" fmla="*/ 247442096 w 400"/>
                <a:gd name="T27" fmla="*/ 199755508 h 260"/>
                <a:gd name="T28" fmla="*/ 247442096 w 400"/>
                <a:gd name="T29" fmla="*/ 282263211 h 260"/>
                <a:gd name="T30" fmla="*/ 329923880 w 400"/>
                <a:gd name="T31" fmla="*/ 282263211 h 260"/>
                <a:gd name="T32" fmla="*/ 434109724 w 400"/>
                <a:gd name="T33" fmla="*/ 180214034 h 260"/>
                <a:gd name="T34" fmla="*/ 329923880 w 400"/>
                <a:gd name="T35" fmla="*/ 79250584 h 2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0"/>
                <a:gd name="T55" fmla="*/ 0 h 260"/>
                <a:gd name="T56" fmla="*/ 400 w 400"/>
                <a:gd name="T57" fmla="*/ 260 h 2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25" name="Title 1"/>
          <p:cNvSpPr txBox="1">
            <a:spLocks/>
          </p:cNvSpPr>
          <p:nvPr/>
        </p:nvSpPr>
        <p:spPr>
          <a:xfrm>
            <a:off x="907775" y="177009"/>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rtl="1"/>
            <a:r>
              <a:rPr lang="ar-SA" sz="4000" b="1" u="sng" dirty="0" smtClean="0"/>
              <a:t>د - </a:t>
            </a:r>
            <a:r>
              <a:rPr lang="ar-JO" sz="4000" b="1" u="sng" dirty="0"/>
              <a:t>تحديات استخدام الواقع المعزز في التعليم </a:t>
            </a:r>
            <a:endParaRPr lang="en-US" sz="4000" u="sng" dirty="0"/>
          </a:p>
        </p:txBody>
      </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5649089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barn(outVertical)">
                                      <p:cBhvr>
                                        <p:cTn id="11" dur="500"/>
                                        <p:tgtEl>
                                          <p:spTgt spid="16"/>
                                        </p:tgtEl>
                                      </p:cBhvr>
                                    </p:animEffect>
                                  </p:childTnLst>
                                </p:cTn>
                              </p:par>
                            </p:childTnLst>
                          </p:cTn>
                        </p:par>
                        <p:par>
                          <p:cTn id="12" fill="hold">
                            <p:stCondLst>
                              <p:cond delay="1000"/>
                            </p:stCondLst>
                            <p:childTnLst>
                              <p:par>
                                <p:cTn id="13" presetID="16" presetClass="entr" presetSubtype="42" fill="hold"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barn(outHorizontal)">
                                      <p:cBhvr>
                                        <p:cTn id="15" dur="500"/>
                                        <p:tgtEl>
                                          <p:spTgt spid="32"/>
                                        </p:tgtEl>
                                      </p:cBhvr>
                                    </p:animEffect>
                                  </p:childTnLst>
                                </p:cTn>
                              </p:par>
                            </p:childTnLst>
                          </p:cTn>
                        </p:par>
                        <p:par>
                          <p:cTn id="16" fill="hold">
                            <p:stCondLst>
                              <p:cond delay="1500"/>
                            </p:stCondLst>
                            <p:childTnLst>
                              <p:par>
                                <p:cTn id="17" presetID="16" presetClass="entr" presetSubtype="42" fill="hold"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barn(outHorizontal)">
                                      <p:cBhvr>
                                        <p:cTn id="19" dur="500"/>
                                        <p:tgtEl>
                                          <p:spTgt spid="17"/>
                                        </p:tgtEl>
                                      </p:cBhvr>
                                    </p:animEffect>
                                  </p:childTnLst>
                                </p:cTn>
                              </p:par>
                            </p:childTnLst>
                          </p:cTn>
                        </p:par>
                        <p:par>
                          <p:cTn id="20" fill="hold">
                            <p:stCondLst>
                              <p:cond delay="2000"/>
                            </p:stCondLst>
                            <p:childTnLst>
                              <p:par>
                                <p:cTn id="21" presetID="16" presetClass="entr" presetSubtype="42" fill="hold" nodeType="afterEffect">
                                  <p:stCondLst>
                                    <p:cond delay="0"/>
                                  </p:stCondLst>
                                  <p:childTnLst>
                                    <p:set>
                                      <p:cBhvr>
                                        <p:cTn id="22" dur="1" fill="hold">
                                          <p:stCondLst>
                                            <p:cond delay="0"/>
                                          </p:stCondLst>
                                        </p:cTn>
                                        <p:tgtEl>
                                          <p:spTgt spid="39"/>
                                        </p:tgtEl>
                                        <p:attrNameLst>
                                          <p:attrName>style.visibility</p:attrName>
                                        </p:attrNameLst>
                                      </p:cBhvr>
                                      <p:to>
                                        <p:strVal val="visible"/>
                                      </p:to>
                                    </p:set>
                                    <p:animEffect transition="in" filter="barn(outHorizontal)">
                                      <p:cBhvr>
                                        <p:cTn id="2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a:off x="1158875" y="3602038"/>
            <a:ext cx="9928225" cy="0"/>
          </a:xfrm>
          <a:prstGeom prst="line">
            <a:avLst/>
          </a:prstGeom>
          <a:ln w="28575">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17" name="Group 16"/>
          <p:cNvGrpSpPr>
            <a:grpSpLocks noChangeAspect="1"/>
          </p:cNvGrpSpPr>
          <p:nvPr/>
        </p:nvGrpSpPr>
        <p:grpSpPr bwMode="auto">
          <a:xfrm>
            <a:off x="3361413" y="2223421"/>
            <a:ext cx="5775325" cy="3088354"/>
            <a:chOff x="-187161" y="1754220"/>
            <a:chExt cx="5090507" cy="2722530"/>
          </a:xfrm>
        </p:grpSpPr>
        <p:grpSp>
          <p:nvGrpSpPr>
            <p:cNvPr id="18" name="Group 17"/>
            <p:cNvGrpSpPr/>
            <p:nvPr/>
          </p:nvGrpSpPr>
          <p:grpSpPr>
            <a:xfrm flipV="1">
              <a:off x="1903612" y="2986144"/>
              <a:ext cx="990600" cy="1490606"/>
              <a:chOff x="1180764" y="1293047"/>
              <a:chExt cx="990600" cy="1490606"/>
            </a:xfrm>
            <a:solidFill>
              <a:schemeClr val="accent4"/>
            </a:solidFill>
          </p:grpSpPr>
          <p:sp>
            <p:nvSpPr>
              <p:cNvPr id="21" name="Oval 20"/>
              <p:cNvSpPr/>
              <p:nvPr/>
            </p:nvSpPr>
            <p:spPr>
              <a:xfrm>
                <a:off x="1180764" y="1293047"/>
                <a:ext cx="990600" cy="9906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22" name="Isosceles Triangle 21"/>
              <p:cNvSpPr/>
              <p:nvPr/>
            </p:nvSpPr>
            <p:spPr>
              <a:xfrm flipV="1">
                <a:off x="1568733" y="2215149"/>
                <a:ext cx="214662" cy="203559"/>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23" name="Straight Connector 22"/>
              <p:cNvCxnSpPr/>
              <p:nvPr/>
            </p:nvCxnSpPr>
            <p:spPr>
              <a:xfrm>
                <a:off x="1676064" y="2368550"/>
                <a:ext cx="0" cy="415103"/>
              </a:xfrm>
              <a:prstGeom prst="line">
                <a:avLst/>
              </a:prstGeom>
              <a:grpFill/>
              <a:ln>
                <a:solidFill>
                  <a:schemeClr val="accent4"/>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55" name="Content Placeholder 2"/>
            <p:cNvSpPr txBox="1">
              <a:spLocks/>
            </p:cNvSpPr>
            <p:nvPr/>
          </p:nvSpPr>
          <p:spPr bwMode="auto">
            <a:xfrm>
              <a:off x="-187161" y="1754220"/>
              <a:ext cx="5090507" cy="1536078"/>
            </a:xfrm>
            <a:prstGeom prst="rect">
              <a:avLst/>
            </a:prstGeom>
            <a:noFill/>
            <a:ln w="9525">
              <a:noFill/>
              <a:miter lim="800000"/>
              <a:headEnd/>
              <a:tailEnd/>
            </a:ln>
          </p:spPr>
          <p:txBody>
            <a:bodyPr/>
            <a:lstStyle/>
            <a:p>
              <a:pPr algn="ctr">
                <a:spcBef>
                  <a:spcPct val="20000"/>
                </a:spcBef>
                <a:buFont typeface="Arial" charset="0"/>
                <a:buNone/>
              </a:pPr>
              <a:r>
                <a:rPr lang="ar-SA" sz="2800" b="1" dirty="0"/>
                <a:t>عدم توافر الأجهزة والبرامج التي تحتاجها تكنولوجيا الواقع المعزز</a:t>
              </a:r>
              <a:endParaRPr lang="en-US" sz="2800" b="1" dirty="0">
                <a:solidFill>
                  <a:prstClr val="black"/>
                </a:solidFill>
              </a:endParaRPr>
            </a:p>
          </p:txBody>
        </p:sp>
        <p:sp>
          <p:nvSpPr>
            <p:cNvPr id="496656" name="Freeform 16"/>
            <p:cNvSpPr>
              <a:spLocks noEditPoints="1"/>
            </p:cNvSpPr>
            <p:nvPr/>
          </p:nvSpPr>
          <p:spPr bwMode="auto">
            <a:xfrm>
              <a:off x="2206179" y="3788938"/>
              <a:ext cx="385465" cy="385025"/>
            </a:xfrm>
            <a:custGeom>
              <a:avLst/>
              <a:gdLst>
                <a:gd name="T0" fmla="*/ 197548215 w 371"/>
                <a:gd name="T1" fmla="*/ 1083273 h 370"/>
                <a:gd name="T2" fmla="*/ 2159020 w 371"/>
                <a:gd name="T3" fmla="*/ 202496092 h 370"/>
                <a:gd name="T4" fmla="*/ 202945762 w 371"/>
                <a:gd name="T5" fmla="*/ 399576862 h 370"/>
                <a:gd name="T6" fmla="*/ 399414468 w 371"/>
                <a:gd name="T7" fmla="*/ 197081810 h 370"/>
                <a:gd name="T8" fmla="*/ 197548215 w 371"/>
                <a:gd name="T9" fmla="*/ 1083273 h 370"/>
                <a:gd name="T10" fmla="*/ 198627724 w 371"/>
                <a:gd name="T11" fmla="*/ 27071419 h 370"/>
                <a:gd name="T12" fmla="*/ 280669468 w 371"/>
                <a:gd name="T13" fmla="*/ 46563051 h 370"/>
                <a:gd name="T14" fmla="*/ 253681667 w 371"/>
                <a:gd name="T15" fmla="*/ 90960598 h 370"/>
                <a:gd name="T16" fmla="*/ 200786743 w 371"/>
                <a:gd name="T17" fmla="*/ 79048761 h 370"/>
                <a:gd name="T18" fmla="*/ 147891820 w 371"/>
                <a:gd name="T19" fmla="*/ 90960598 h 370"/>
                <a:gd name="T20" fmla="*/ 120904051 w 371"/>
                <a:gd name="T21" fmla="*/ 46563051 h 370"/>
                <a:gd name="T22" fmla="*/ 198627724 w 371"/>
                <a:gd name="T23" fmla="*/ 27071419 h 370"/>
                <a:gd name="T24" fmla="*/ 91757296 w 371"/>
                <a:gd name="T25" fmla="*/ 253390137 h 370"/>
                <a:gd name="T26" fmla="*/ 47498432 w 371"/>
                <a:gd name="T27" fmla="*/ 280462654 h 370"/>
                <a:gd name="T28" fmla="*/ 28067254 w 371"/>
                <a:gd name="T29" fmla="*/ 202496092 h 370"/>
                <a:gd name="T30" fmla="*/ 47498432 w 371"/>
                <a:gd name="T31" fmla="*/ 120197514 h 370"/>
                <a:gd name="T32" fmla="*/ 91757296 w 371"/>
                <a:gd name="T33" fmla="*/ 147269998 h 370"/>
                <a:gd name="T34" fmla="*/ 79882692 w 371"/>
                <a:gd name="T35" fmla="*/ 200330588 h 370"/>
                <a:gd name="T36" fmla="*/ 91757296 w 371"/>
                <a:gd name="T37" fmla="*/ 253390137 h 370"/>
                <a:gd name="T38" fmla="*/ 202945762 w 371"/>
                <a:gd name="T39" fmla="*/ 373588724 h 370"/>
                <a:gd name="T40" fmla="*/ 120904051 w 371"/>
                <a:gd name="T41" fmla="*/ 354097100 h 370"/>
                <a:gd name="T42" fmla="*/ 147891820 w 371"/>
                <a:gd name="T43" fmla="*/ 309699569 h 370"/>
                <a:gd name="T44" fmla="*/ 200786743 w 371"/>
                <a:gd name="T45" fmla="*/ 321611406 h 370"/>
                <a:gd name="T46" fmla="*/ 253681667 w 371"/>
                <a:gd name="T47" fmla="*/ 309699569 h 370"/>
                <a:gd name="T48" fmla="*/ 280669468 w 371"/>
                <a:gd name="T49" fmla="*/ 354097100 h 370"/>
                <a:gd name="T50" fmla="*/ 202945762 w 371"/>
                <a:gd name="T51" fmla="*/ 373588724 h 370"/>
                <a:gd name="T52" fmla="*/ 200786743 w 371"/>
                <a:gd name="T53" fmla="*/ 295622228 h 370"/>
                <a:gd name="T54" fmla="*/ 105790919 w 371"/>
                <a:gd name="T55" fmla="*/ 200330588 h 370"/>
                <a:gd name="T56" fmla="*/ 200786743 w 371"/>
                <a:gd name="T57" fmla="*/ 105037940 h 370"/>
                <a:gd name="T58" fmla="*/ 295782600 w 371"/>
                <a:gd name="T59" fmla="*/ 200330588 h 370"/>
                <a:gd name="T60" fmla="*/ 200786743 w 371"/>
                <a:gd name="T61" fmla="*/ 295622228 h 370"/>
                <a:gd name="T62" fmla="*/ 308736714 w 371"/>
                <a:gd name="T63" fmla="*/ 253390137 h 370"/>
                <a:gd name="T64" fmla="*/ 321690827 w 371"/>
                <a:gd name="T65" fmla="*/ 200330588 h 370"/>
                <a:gd name="T66" fmla="*/ 308736714 w 371"/>
                <a:gd name="T67" fmla="*/ 147269998 h 370"/>
                <a:gd name="T68" fmla="*/ 354075071 w 371"/>
                <a:gd name="T69" fmla="*/ 120197514 h 370"/>
                <a:gd name="T70" fmla="*/ 373506241 w 371"/>
                <a:gd name="T71" fmla="*/ 198164042 h 370"/>
                <a:gd name="T72" fmla="*/ 354075071 w 371"/>
                <a:gd name="T73" fmla="*/ 280462654 h 370"/>
                <a:gd name="T74" fmla="*/ 308736714 w 371"/>
                <a:gd name="T75" fmla="*/ 253390137 h 3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1"/>
                <a:gd name="T115" fmla="*/ 0 h 370"/>
                <a:gd name="T116" fmla="*/ 371 w 371"/>
                <a:gd name="T117" fmla="*/ 370 h 37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2" name="Group 31"/>
          <p:cNvGrpSpPr>
            <a:grpSpLocks noChangeAspect="1"/>
          </p:cNvGrpSpPr>
          <p:nvPr/>
        </p:nvGrpSpPr>
        <p:grpSpPr bwMode="auto">
          <a:xfrm>
            <a:off x="0" y="2146300"/>
            <a:ext cx="5064125" cy="3901324"/>
            <a:chOff x="-506541" y="1492065"/>
            <a:chExt cx="4464204" cy="3438402"/>
          </a:xfrm>
        </p:grpSpPr>
        <p:grpSp>
          <p:nvGrpSpPr>
            <p:cNvPr id="496648" name="Group 32"/>
            <p:cNvGrpSpPr>
              <a:grpSpLocks/>
            </p:cNvGrpSpPr>
            <p:nvPr/>
          </p:nvGrpSpPr>
          <p:grpSpPr bwMode="auto">
            <a:xfrm>
              <a:off x="1029249" y="1492065"/>
              <a:ext cx="990600" cy="1490606"/>
              <a:chOff x="1180764" y="1293047"/>
              <a:chExt cx="990600" cy="1490606"/>
            </a:xfrm>
          </p:grpSpPr>
          <p:sp>
            <p:nvSpPr>
              <p:cNvPr id="36" name="Oval 35"/>
              <p:cNvSpPr/>
              <p:nvPr/>
            </p:nvSpPr>
            <p:spPr>
              <a:xfrm>
                <a:off x="1180158" y="1293047"/>
                <a:ext cx="990801" cy="99058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37" name="Isosceles Triangle 36"/>
              <p:cNvSpPr/>
              <p:nvPr/>
            </p:nvSpPr>
            <p:spPr>
              <a:xfrm flipV="1">
                <a:off x="1567801" y="2215075"/>
                <a:ext cx="215513" cy="202874"/>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38" name="Straight Connector 37"/>
              <p:cNvCxnSpPr/>
              <p:nvPr/>
            </p:nvCxnSpPr>
            <p:spPr>
              <a:xfrm>
                <a:off x="1662963" y="2367580"/>
                <a:ext cx="0" cy="415542"/>
              </a:xfrm>
              <a:prstGeom prst="line">
                <a:avLst/>
              </a:prstGeom>
              <a:ln>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9" name="Content Placeholder 2"/>
            <p:cNvSpPr txBox="1">
              <a:spLocks/>
            </p:cNvSpPr>
            <p:nvPr/>
          </p:nvSpPr>
          <p:spPr bwMode="auto">
            <a:xfrm>
              <a:off x="-506541" y="3543201"/>
              <a:ext cx="4464204" cy="1387266"/>
            </a:xfrm>
            <a:prstGeom prst="rect">
              <a:avLst/>
            </a:prstGeom>
            <a:noFill/>
            <a:ln w="9525">
              <a:noFill/>
              <a:miter lim="800000"/>
              <a:headEnd/>
              <a:tailEnd/>
            </a:ln>
          </p:spPr>
          <p:txBody>
            <a:bodyPr/>
            <a:lstStyle/>
            <a:p>
              <a:pPr algn="ctr">
                <a:spcBef>
                  <a:spcPct val="20000"/>
                </a:spcBef>
                <a:buFont typeface="Arial" charset="0"/>
                <a:buNone/>
              </a:pPr>
              <a:r>
                <a:rPr lang="ar-SA" sz="2800" b="1" dirty="0"/>
                <a:t>ارتباط التعليم باستخدام الواقع المعزز لعوامل تكنولوجية أخرى مثل كفاءة شبكات الاتصال</a:t>
              </a:r>
              <a:endParaRPr lang="en-US" sz="2800" b="1" dirty="0">
                <a:solidFill>
                  <a:prstClr val="black"/>
                </a:solidFill>
              </a:endParaRPr>
            </a:p>
          </p:txBody>
        </p:sp>
        <p:sp>
          <p:nvSpPr>
            <p:cNvPr id="496650" name="Freeform 6"/>
            <p:cNvSpPr>
              <a:spLocks noEditPoints="1"/>
            </p:cNvSpPr>
            <p:nvPr/>
          </p:nvSpPr>
          <p:spPr bwMode="auto">
            <a:xfrm>
              <a:off x="1352369" y="1801547"/>
              <a:ext cx="337851" cy="371636"/>
            </a:xfrm>
            <a:custGeom>
              <a:avLst/>
              <a:gdLst>
                <a:gd name="T0" fmla="*/ 280158470 w 376"/>
                <a:gd name="T1" fmla="*/ 277446075 h 376"/>
                <a:gd name="T2" fmla="*/ 280158470 w 376"/>
                <a:gd name="T3" fmla="*/ 232507724 h 376"/>
                <a:gd name="T4" fmla="*/ 224449857 w 376"/>
                <a:gd name="T5" fmla="*/ 165100290 h 376"/>
                <a:gd name="T6" fmla="*/ 192154547 w 376"/>
                <a:gd name="T7" fmla="*/ 165100290 h 376"/>
                <a:gd name="T8" fmla="*/ 167126625 w 376"/>
                <a:gd name="T9" fmla="*/ 144584210 h 376"/>
                <a:gd name="T10" fmla="*/ 167126625 w 376"/>
                <a:gd name="T11" fmla="*/ 89876610 h 376"/>
                <a:gd name="T12" fmla="*/ 190539871 w 376"/>
                <a:gd name="T13" fmla="*/ 46892359 h 376"/>
                <a:gd name="T14" fmla="*/ 151786757 w 376"/>
                <a:gd name="T15" fmla="*/ 0 h 376"/>
                <a:gd name="T16" fmla="*/ 113032716 w 376"/>
                <a:gd name="T17" fmla="*/ 46892359 h 376"/>
                <a:gd name="T18" fmla="*/ 136445990 w 376"/>
                <a:gd name="T19" fmla="*/ 89876610 h 376"/>
                <a:gd name="T20" fmla="*/ 136445990 w 376"/>
                <a:gd name="T21" fmla="*/ 144584210 h 376"/>
                <a:gd name="T22" fmla="*/ 111418040 w 376"/>
                <a:gd name="T23" fmla="*/ 165100290 h 376"/>
                <a:gd name="T24" fmla="*/ 79122730 w 376"/>
                <a:gd name="T25" fmla="*/ 165100290 h 376"/>
                <a:gd name="T26" fmla="*/ 23414152 w 376"/>
                <a:gd name="T27" fmla="*/ 232507724 h 376"/>
                <a:gd name="T28" fmla="*/ 23414152 w 376"/>
                <a:gd name="T29" fmla="*/ 277446075 h 376"/>
                <a:gd name="T30" fmla="*/ 0 w 376"/>
                <a:gd name="T31" fmla="*/ 320430311 h 376"/>
                <a:gd name="T32" fmla="*/ 38754027 w 376"/>
                <a:gd name="T33" fmla="*/ 367322655 h 376"/>
                <a:gd name="T34" fmla="*/ 77508054 w 376"/>
                <a:gd name="T35" fmla="*/ 320430311 h 376"/>
                <a:gd name="T36" fmla="*/ 54093895 w 376"/>
                <a:gd name="T37" fmla="*/ 277446075 h 376"/>
                <a:gd name="T38" fmla="*/ 54093895 w 376"/>
                <a:gd name="T39" fmla="*/ 232507724 h 376"/>
                <a:gd name="T40" fmla="*/ 79122730 w 376"/>
                <a:gd name="T41" fmla="*/ 202222365 h 376"/>
                <a:gd name="T42" fmla="*/ 111418040 w 376"/>
                <a:gd name="T43" fmla="*/ 202222365 h 376"/>
                <a:gd name="T44" fmla="*/ 136445990 w 376"/>
                <a:gd name="T45" fmla="*/ 197338714 h 376"/>
                <a:gd name="T46" fmla="*/ 136445990 w 376"/>
                <a:gd name="T47" fmla="*/ 277446075 h 376"/>
                <a:gd name="T48" fmla="*/ 113032716 w 376"/>
                <a:gd name="T49" fmla="*/ 320430311 h 376"/>
                <a:gd name="T50" fmla="*/ 151786757 w 376"/>
                <a:gd name="T51" fmla="*/ 367322655 h 376"/>
                <a:gd name="T52" fmla="*/ 190539871 w 376"/>
                <a:gd name="T53" fmla="*/ 320430311 h 376"/>
                <a:gd name="T54" fmla="*/ 167126625 w 376"/>
                <a:gd name="T55" fmla="*/ 277446075 h 376"/>
                <a:gd name="T56" fmla="*/ 167126625 w 376"/>
                <a:gd name="T57" fmla="*/ 197338714 h 376"/>
                <a:gd name="T58" fmla="*/ 192154547 w 376"/>
                <a:gd name="T59" fmla="*/ 202222365 h 376"/>
                <a:gd name="T60" fmla="*/ 224449857 w 376"/>
                <a:gd name="T61" fmla="*/ 202222365 h 376"/>
                <a:gd name="T62" fmla="*/ 249478734 w 376"/>
                <a:gd name="T63" fmla="*/ 232507724 h 376"/>
                <a:gd name="T64" fmla="*/ 249478734 w 376"/>
                <a:gd name="T65" fmla="*/ 277446075 h 376"/>
                <a:gd name="T66" fmla="*/ 226064533 w 376"/>
                <a:gd name="T67" fmla="*/ 320430311 h 376"/>
                <a:gd name="T68" fmla="*/ 264818602 w 376"/>
                <a:gd name="T69" fmla="*/ 367322655 h 376"/>
                <a:gd name="T70" fmla="*/ 303572615 w 376"/>
                <a:gd name="T71" fmla="*/ 320430311 h 376"/>
                <a:gd name="T72" fmla="*/ 280158470 w 376"/>
                <a:gd name="T73" fmla="*/ 277446075 h 376"/>
                <a:gd name="T74" fmla="*/ 60552612 w 376"/>
                <a:gd name="T75" fmla="*/ 320430311 h 376"/>
                <a:gd name="T76" fmla="*/ 38754027 w 376"/>
                <a:gd name="T77" fmla="*/ 347784096 h 376"/>
                <a:gd name="T78" fmla="*/ 16147662 w 376"/>
                <a:gd name="T79" fmla="*/ 320430311 h 376"/>
                <a:gd name="T80" fmla="*/ 38754027 w 376"/>
                <a:gd name="T81" fmla="*/ 293076527 h 376"/>
                <a:gd name="T82" fmla="*/ 60552612 w 376"/>
                <a:gd name="T83" fmla="*/ 320430311 h 376"/>
                <a:gd name="T84" fmla="*/ 129179501 w 376"/>
                <a:gd name="T85" fmla="*/ 46892359 h 376"/>
                <a:gd name="T86" fmla="*/ 151786757 w 376"/>
                <a:gd name="T87" fmla="*/ 19538566 h 376"/>
                <a:gd name="T88" fmla="*/ 173585328 w 376"/>
                <a:gd name="T89" fmla="*/ 46892359 h 376"/>
                <a:gd name="T90" fmla="*/ 151786757 w 376"/>
                <a:gd name="T91" fmla="*/ 74246159 h 376"/>
                <a:gd name="T92" fmla="*/ 129179501 w 376"/>
                <a:gd name="T93" fmla="*/ 46892359 h 376"/>
                <a:gd name="T94" fmla="*/ 173585328 w 376"/>
                <a:gd name="T95" fmla="*/ 320430311 h 376"/>
                <a:gd name="T96" fmla="*/ 151786757 w 376"/>
                <a:gd name="T97" fmla="*/ 347784096 h 376"/>
                <a:gd name="T98" fmla="*/ 129179501 w 376"/>
                <a:gd name="T99" fmla="*/ 320430311 h 376"/>
                <a:gd name="T100" fmla="*/ 151786757 w 376"/>
                <a:gd name="T101" fmla="*/ 293076527 h 376"/>
                <a:gd name="T102" fmla="*/ 173585328 w 376"/>
                <a:gd name="T103" fmla="*/ 320430311 h 376"/>
                <a:gd name="T104" fmla="*/ 264818602 w 376"/>
                <a:gd name="T105" fmla="*/ 347784096 h 376"/>
                <a:gd name="T106" fmla="*/ 242212244 w 376"/>
                <a:gd name="T107" fmla="*/ 320430311 h 376"/>
                <a:gd name="T108" fmla="*/ 264818602 w 376"/>
                <a:gd name="T109" fmla="*/ 293076527 h 376"/>
                <a:gd name="T110" fmla="*/ 286618072 w 376"/>
                <a:gd name="T111" fmla="*/ 320430311 h 376"/>
                <a:gd name="T112" fmla="*/ 264818602 w 376"/>
                <a:gd name="T113" fmla="*/ 347784096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6"/>
                <a:gd name="T172" fmla="*/ 0 h 376"/>
                <a:gd name="T173" fmla="*/ 376 w 376"/>
                <a:gd name="T174" fmla="*/ 376 h 3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9" name="Group 38"/>
          <p:cNvGrpSpPr>
            <a:grpSpLocks noChangeAspect="1"/>
          </p:cNvGrpSpPr>
          <p:nvPr/>
        </p:nvGrpSpPr>
        <p:grpSpPr bwMode="auto">
          <a:xfrm>
            <a:off x="7913877" y="1833563"/>
            <a:ext cx="4608790" cy="4178666"/>
            <a:chOff x="2182373" y="1492065"/>
            <a:chExt cx="4062624" cy="3682696"/>
          </a:xfrm>
        </p:grpSpPr>
        <p:grpSp>
          <p:nvGrpSpPr>
            <p:cNvPr id="41" name="Group 40"/>
            <p:cNvGrpSpPr/>
            <p:nvPr/>
          </p:nvGrpSpPr>
          <p:grpSpPr>
            <a:xfrm>
              <a:off x="3504691" y="1492065"/>
              <a:ext cx="990600" cy="1490606"/>
              <a:chOff x="1180764" y="1293047"/>
              <a:chExt cx="990600" cy="1490606"/>
            </a:xfrm>
            <a:solidFill>
              <a:schemeClr val="accent2"/>
            </a:solidFill>
          </p:grpSpPr>
          <p:sp>
            <p:nvSpPr>
              <p:cNvPr id="44" name="Oval 43"/>
              <p:cNvSpPr/>
              <p:nvPr/>
            </p:nvSpPr>
            <p:spPr>
              <a:xfrm>
                <a:off x="1180764" y="1293047"/>
                <a:ext cx="990600" cy="9906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45" name="Isosceles Triangle 44"/>
              <p:cNvSpPr/>
              <p:nvPr/>
            </p:nvSpPr>
            <p:spPr>
              <a:xfrm flipV="1">
                <a:off x="1568733" y="2215149"/>
                <a:ext cx="214662" cy="203559"/>
              </a:xfrm>
              <a:prstGeom prs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46" name="Straight Connector 45"/>
              <p:cNvCxnSpPr/>
              <p:nvPr/>
            </p:nvCxnSpPr>
            <p:spPr>
              <a:xfrm>
                <a:off x="1663272" y="2368550"/>
                <a:ext cx="0" cy="415103"/>
              </a:xfrm>
              <a:prstGeom prst="line">
                <a:avLst/>
              </a:prstGeom>
              <a:grpFill/>
              <a:ln>
                <a:solidFill>
                  <a:srgbClr val="FF0000"/>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6" name="Content Placeholder 2"/>
            <p:cNvSpPr txBox="1">
              <a:spLocks/>
            </p:cNvSpPr>
            <p:nvPr/>
          </p:nvSpPr>
          <p:spPr bwMode="auto">
            <a:xfrm>
              <a:off x="2182373" y="3635592"/>
              <a:ext cx="4062624" cy="1539169"/>
            </a:xfrm>
            <a:prstGeom prst="rect">
              <a:avLst/>
            </a:prstGeom>
            <a:noFill/>
            <a:ln w="9525">
              <a:noFill/>
              <a:miter lim="800000"/>
              <a:headEnd/>
              <a:tailEnd/>
            </a:ln>
          </p:spPr>
          <p:txBody>
            <a:bodyPr/>
            <a:lstStyle/>
            <a:p>
              <a:pPr lvl="2" algn="ctr" rtl="1">
                <a:spcBef>
                  <a:spcPct val="20000"/>
                </a:spcBef>
                <a:buFont typeface="Arial" charset="0"/>
                <a:buNone/>
              </a:pPr>
              <a:r>
                <a:rPr lang="ar-SA" sz="2800" b="1" dirty="0"/>
                <a:t>اعتماد هذه التقنية الكبير على التقنيات اللاسلكية للتواصل، الأمر الذي يجعل منها مستهلكاً كبيراً للطاقة لابد من تعويضه من خلال أجهزة متخصصة</a:t>
              </a:r>
              <a:endParaRPr lang="en-US" sz="2800" b="1" dirty="0">
                <a:solidFill>
                  <a:prstClr val="black"/>
                </a:solidFill>
              </a:endParaRPr>
            </a:p>
          </p:txBody>
        </p:sp>
        <p:sp>
          <p:nvSpPr>
            <p:cNvPr id="496647" name="Freeform 11"/>
            <p:cNvSpPr>
              <a:spLocks/>
            </p:cNvSpPr>
            <p:nvPr/>
          </p:nvSpPr>
          <p:spPr bwMode="auto">
            <a:xfrm>
              <a:off x="3796978" y="1851913"/>
              <a:ext cx="416706" cy="270903"/>
            </a:xfrm>
            <a:custGeom>
              <a:avLst/>
              <a:gdLst>
                <a:gd name="T0" fmla="*/ 329923880 w 400"/>
                <a:gd name="T1" fmla="*/ 79250584 h 260"/>
                <a:gd name="T2" fmla="*/ 312558704 w 400"/>
                <a:gd name="T3" fmla="*/ 80336279 h 260"/>
                <a:gd name="T4" fmla="*/ 201860724 w 400"/>
                <a:gd name="T5" fmla="*/ 0 h 260"/>
                <a:gd name="T6" fmla="*/ 86821743 w 400"/>
                <a:gd name="T7" fmla="*/ 112905056 h 260"/>
                <a:gd name="T8" fmla="*/ 87907262 w 400"/>
                <a:gd name="T9" fmla="*/ 129189445 h 260"/>
                <a:gd name="T10" fmla="*/ 78139676 w 400"/>
                <a:gd name="T11" fmla="*/ 128103750 h 260"/>
                <a:gd name="T12" fmla="*/ 0 w 400"/>
                <a:gd name="T13" fmla="*/ 205183985 h 260"/>
                <a:gd name="T14" fmla="*/ 78139676 w 400"/>
                <a:gd name="T15" fmla="*/ 282263211 h 260"/>
                <a:gd name="T16" fmla="*/ 186667628 w 400"/>
                <a:gd name="T17" fmla="*/ 282263211 h 260"/>
                <a:gd name="T18" fmla="*/ 186667628 w 400"/>
                <a:gd name="T19" fmla="*/ 199755508 h 260"/>
                <a:gd name="T20" fmla="*/ 141085214 w 400"/>
                <a:gd name="T21" fmla="*/ 199755508 h 260"/>
                <a:gd name="T22" fmla="*/ 217054862 w 400"/>
                <a:gd name="T23" fmla="*/ 99877754 h 260"/>
                <a:gd name="T24" fmla="*/ 293024575 w 400"/>
                <a:gd name="T25" fmla="*/ 199755508 h 260"/>
                <a:gd name="T26" fmla="*/ 247442096 w 400"/>
                <a:gd name="T27" fmla="*/ 199755508 h 260"/>
                <a:gd name="T28" fmla="*/ 247442096 w 400"/>
                <a:gd name="T29" fmla="*/ 282263211 h 260"/>
                <a:gd name="T30" fmla="*/ 329923880 w 400"/>
                <a:gd name="T31" fmla="*/ 282263211 h 260"/>
                <a:gd name="T32" fmla="*/ 434109724 w 400"/>
                <a:gd name="T33" fmla="*/ 180214034 h 260"/>
                <a:gd name="T34" fmla="*/ 329923880 w 400"/>
                <a:gd name="T35" fmla="*/ 79250584 h 2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0"/>
                <a:gd name="T55" fmla="*/ 0 h 260"/>
                <a:gd name="T56" fmla="*/ 400 w 400"/>
                <a:gd name="T57" fmla="*/ 260 h 2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25" name="Title 1"/>
          <p:cNvSpPr txBox="1">
            <a:spLocks/>
          </p:cNvSpPr>
          <p:nvPr/>
        </p:nvSpPr>
        <p:spPr>
          <a:xfrm>
            <a:off x="907775" y="177009"/>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rtl="1"/>
            <a:r>
              <a:rPr lang="ar-SA" sz="4000" b="1" u="sng" dirty="0" smtClean="0"/>
              <a:t>د - </a:t>
            </a:r>
            <a:r>
              <a:rPr lang="ar-JO" sz="4000" b="1" u="sng" dirty="0"/>
              <a:t>تحديات استخدام الواقع المعزز في التعليم </a:t>
            </a:r>
            <a:endParaRPr lang="en-US" sz="4000" u="sng" dirty="0"/>
          </a:p>
        </p:txBody>
      </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39152659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barn(outVertical)">
                                      <p:cBhvr>
                                        <p:cTn id="11" dur="500"/>
                                        <p:tgtEl>
                                          <p:spTgt spid="16"/>
                                        </p:tgtEl>
                                      </p:cBhvr>
                                    </p:animEffect>
                                  </p:childTnLst>
                                </p:cTn>
                              </p:par>
                            </p:childTnLst>
                          </p:cTn>
                        </p:par>
                        <p:par>
                          <p:cTn id="12" fill="hold">
                            <p:stCondLst>
                              <p:cond delay="1000"/>
                            </p:stCondLst>
                            <p:childTnLst>
                              <p:par>
                                <p:cTn id="13" presetID="16" presetClass="entr" presetSubtype="42" fill="hold"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barn(outHorizontal)">
                                      <p:cBhvr>
                                        <p:cTn id="15" dur="500"/>
                                        <p:tgtEl>
                                          <p:spTgt spid="32"/>
                                        </p:tgtEl>
                                      </p:cBhvr>
                                    </p:animEffect>
                                  </p:childTnLst>
                                </p:cTn>
                              </p:par>
                            </p:childTnLst>
                          </p:cTn>
                        </p:par>
                        <p:par>
                          <p:cTn id="16" fill="hold">
                            <p:stCondLst>
                              <p:cond delay="1500"/>
                            </p:stCondLst>
                            <p:childTnLst>
                              <p:par>
                                <p:cTn id="17" presetID="16" presetClass="entr" presetSubtype="42" fill="hold"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barn(outHorizontal)">
                                      <p:cBhvr>
                                        <p:cTn id="19" dur="500"/>
                                        <p:tgtEl>
                                          <p:spTgt spid="17"/>
                                        </p:tgtEl>
                                      </p:cBhvr>
                                    </p:animEffect>
                                  </p:childTnLst>
                                </p:cTn>
                              </p:par>
                            </p:childTnLst>
                          </p:cTn>
                        </p:par>
                        <p:par>
                          <p:cTn id="20" fill="hold">
                            <p:stCondLst>
                              <p:cond delay="2000"/>
                            </p:stCondLst>
                            <p:childTnLst>
                              <p:par>
                                <p:cTn id="21" presetID="16" presetClass="entr" presetSubtype="42" fill="hold" nodeType="afterEffect">
                                  <p:stCondLst>
                                    <p:cond delay="0"/>
                                  </p:stCondLst>
                                  <p:childTnLst>
                                    <p:set>
                                      <p:cBhvr>
                                        <p:cTn id="22" dur="1" fill="hold">
                                          <p:stCondLst>
                                            <p:cond delay="0"/>
                                          </p:stCondLst>
                                        </p:cTn>
                                        <p:tgtEl>
                                          <p:spTgt spid="39"/>
                                        </p:tgtEl>
                                        <p:attrNameLst>
                                          <p:attrName>style.visibility</p:attrName>
                                        </p:attrNameLst>
                                      </p:cBhvr>
                                      <p:to>
                                        <p:strVal val="visible"/>
                                      </p:to>
                                    </p:set>
                                    <p:animEffect transition="in" filter="barn(outHorizontal)">
                                      <p:cBhvr>
                                        <p:cTn id="2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p:sp>
      <p:sp>
        <p:nvSpPr>
          <p:cNvPr id="4" name="Rectangle 3"/>
          <p:cNvSpPr/>
          <p:nvPr/>
        </p:nvSpPr>
        <p:spPr>
          <a:xfrm>
            <a:off x="0" y="1253274"/>
            <a:ext cx="12192001" cy="4351453"/>
          </a:xfrm>
          <a:prstGeom prst="rect">
            <a:avLst/>
          </a:prstGeom>
          <a:solidFill>
            <a:schemeClr val="tx2">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0" name="Group 9"/>
          <p:cNvGrpSpPr/>
          <p:nvPr/>
        </p:nvGrpSpPr>
        <p:grpSpPr>
          <a:xfrm>
            <a:off x="2516779" y="2670348"/>
            <a:ext cx="7475543" cy="2053772"/>
            <a:chOff x="2516778" y="1879867"/>
            <a:chExt cx="7475543" cy="2053772"/>
          </a:xfrm>
        </p:grpSpPr>
        <p:sp>
          <p:nvSpPr>
            <p:cNvPr id="5" name="TextBox 4"/>
            <p:cNvSpPr txBox="1"/>
            <p:nvPr/>
          </p:nvSpPr>
          <p:spPr>
            <a:xfrm>
              <a:off x="4818096" y="1879867"/>
              <a:ext cx="2717411" cy="830997"/>
            </a:xfrm>
            <a:prstGeom prst="rect">
              <a:avLst/>
            </a:prstGeom>
            <a:noFill/>
          </p:spPr>
          <p:txBody>
            <a:bodyPr wrap="none" rtlCol="0">
              <a:spAutoFit/>
            </a:bodyPr>
            <a:lstStyle/>
            <a:p>
              <a:pPr rtl="1"/>
              <a:r>
                <a:rPr lang="ar-SA" sz="4800" b="1" dirty="0">
                  <a:solidFill>
                    <a:schemeClr val="bg1"/>
                  </a:solidFill>
                </a:rPr>
                <a:t>الفصل الثالث</a:t>
              </a:r>
              <a:endParaRPr lang="en-US" sz="4800" dirty="0">
                <a:solidFill>
                  <a:schemeClr val="bg1"/>
                </a:solidFill>
              </a:endParaRPr>
            </a:p>
          </p:txBody>
        </p:sp>
        <p:sp>
          <p:nvSpPr>
            <p:cNvPr id="9" name="TextBox 8"/>
            <p:cNvSpPr txBox="1"/>
            <p:nvPr/>
          </p:nvSpPr>
          <p:spPr>
            <a:xfrm>
              <a:off x="2516778" y="3102642"/>
              <a:ext cx="7475543" cy="830997"/>
            </a:xfrm>
            <a:prstGeom prst="rect">
              <a:avLst/>
            </a:prstGeom>
            <a:noFill/>
          </p:spPr>
          <p:txBody>
            <a:bodyPr wrap="square" rtlCol="0">
              <a:spAutoFit/>
            </a:bodyPr>
            <a:lstStyle/>
            <a:p>
              <a:pPr algn="ctr" rtl="1"/>
              <a:r>
                <a:rPr lang="ar-SA" sz="4800" b="1" dirty="0">
                  <a:solidFill>
                    <a:srgbClr val="FF0000"/>
                  </a:solidFill>
                </a:rPr>
                <a:t>تكنولوجيا الوسائل التعليمية</a:t>
              </a:r>
              <a:endParaRPr lang="en-US" sz="4800" b="1" dirty="0">
                <a:solidFill>
                  <a:srgbClr val="FF0000"/>
                </a:solidFill>
              </a:endParaRPr>
            </a:p>
          </p:txBody>
        </p:sp>
      </p:grpSp>
      <p:sp>
        <p:nvSpPr>
          <p:cNvPr id="11" name="Oval 10"/>
          <p:cNvSpPr>
            <a:spLocks noChangeAspect="1"/>
          </p:cNvSpPr>
          <p:nvPr/>
        </p:nvSpPr>
        <p:spPr>
          <a:xfrm>
            <a:off x="5502863" y="3625234"/>
            <a:ext cx="144000" cy="144000"/>
          </a:xfrm>
          <a:prstGeom prst="ellipse">
            <a:avLst/>
          </a:prstGeom>
          <a:solidFill>
            <a:srgbClr val="0070C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endParaRPr>
          </a:p>
        </p:txBody>
      </p:sp>
      <p:sp>
        <p:nvSpPr>
          <p:cNvPr id="12" name="Oval 11"/>
          <p:cNvSpPr>
            <a:spLocks noChangeAspect="1"/>
          </p:cNvSpPr>
          <p:nvPr/>
        </p:nvSpPr>
        <p:spPr>
          <a:xfrm>
            <a:off x="5671348" y="3625234"/>
            <a:ext cx="144000" cy="144000"/>
          </a:xfrm>
          <a:prstGeom prst="ellipse">
            <a:avLst/>
          </a:prstGeom>
          <a:solidFill>
            <a:srgbClr val="FFC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endParaRPr>
          </a:p>
        </p:txBody>
      </p:sp>
      <p:sp>
        <p:nvSpPr>
          <p:cNvPr id="13" name="Oval 12"/>
          <p:cNvSpPr>
            <a:spLocks noChangeAspect="1"/>
          </p:cNvSpPr>
          <p:nvPr/>
        </p:nvSpPr>
        <p:spPr>
          <a:xfrm>
            <a:off x="5830308" y="3625234"/>
            <a:ext cx="144000" cy="144000"/>
          </a:xfrm>
          <a:prstGeom prst="ellipse">
            <a:avLst/>
          </a:prstGeom>
          <a:solidFill>
            <a:srgbClr val="ED7D31">
              <a:lumMod val="75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endParaRPr>
          </a:p>
        </p:txBody>
      </p:sp>
      <p:sp>
        <p:nvSpPr>
          <p:cNvPr id="14" name="Oval 13"/>
          <p:cNvSpPr>
            <a:spLocks noChangeAspect="1"/>
          </p:cNvSpPr>
          <p:nvPr/>
        </p:nvSpPr>
        <p:spPr>
          <a:xfrm>
            <a:off x="6008318" y="3625234"/>
            <a:ext cx="144000" cy="144000"/>
          </a:xfrm>
          <a:prstGeom prst="ellipse">
            <a:avLst/>
          </a:prstGeom>
          <a:solidFill>
            <a:srgbClr val="C0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endParaRPr>
          </a:p>
        </p:txBody>
      </p:sp>
      <p:sp>
        <p:nvSpPr>
          <p:cNvPr id="15" name="Oval 14"/>
          <p:cNvSpPr>
            <a:spLocks noChangeAspect="1"/>
          </p:cNvSpPr>
          <p:nvPr/>
        </p:nvSpPr>
        <p:spPr>
          <a:xfrm>
            <a:off x="6176803" y="3625234"/>
            <a:ext cx="144000" cy="144000"/>
          </a:xfrm>
          <a:prstGeom prst="ellipse">
            <a:avLst/>
          </a:prstGeom>
          <a:solidFill>
            <a:srgbClr val="FF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endParaRPr>
          </a:p>
        </p:txBody>
      </p:sp>
      <p:sp>
        <p:nvSpPr>
          <p:cNvPr id="16" name="Oval 15"/>
          <p:cNvSpPr>
            <a:spLocks noChangeAspect="1"/>
          </p:cNvSpPr>
          <p:nvPr/>
        </p:nvSpPr>
        <p:spPr>
          <a:xfrm>
            <a:off x="6345288" y="3625234"/>
            <a:ext cx="144000" cy="144000"/>
          </a:xfrm>
          <a:prstGeom prst="ellipse">
            <a:avLst/>
          </a:prstGeom>
          <a:solidFill>
            <a:srgbClr val="70AD47">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endParaRPr>
          </a:p>
        </p:txBody>
      </p:sp>
      <p:sp>
        <p:nvSpPr>
          <p:cNvPr id="17" name="Oval 16"/>
          <p:cNvSpPr>
            <a:spLocks noChangeAspect="1"/>
          </p:cNvSpPr>
          <p:nvPr/>
        </p:nvSpPr>
        <p:spPr>
          <a:xfrm>
            <a:off x="6513773" y="3625234"/>
            <a:ext cx="144000" cy="144000"/>
          </a:xfrm>
          <a:prstGeom prst="ellipse">
            <a:avLst/>
          </a:prstGeom>
          <a:solidFill>
            <a:srgbClr val="7030A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55683636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outVertical)">
                                      <p:cBhvr>
                                        <p:cTn id="11" dur="500"/>
                                        <p:tgtEl>
                                          <p:spTgt spid="10"/>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250"/>
                                        <p:tgtEl>
                                          <p:spTgt spid="11"/>
                                        </p:tgtEl>
                                      </p:cBhvr>
                                    </p:animEffect>
                                    <p:anim calcmode="lin" valueType="num">
                                      <p:cBhvr>
                                        <p:cTn id="16" dur="250" fill="hold"/>
                                        <p:tgtEl>
                                          <p:spTgt spid="11"/>
                                        </p:tgtEl>
                                        <p:attrNameLst>
                                          <p:attrName>ppt_x</p:attrName>
                                        </p:attrNameLst>
                                      </p:cBhvr>
                                      <p:tavLst>
                                        <p:tav tm="0">
                                          <p:val>
                                            <p:strVal val="#ppt_x"/>
                                          </p:val>
                                        </p:tav>
                                        <p:tav tm="100000">
                                          <p:val>
                                            <p:strVal val="#ppt_x"/>
                                          </p:val>
                                        </p:tav>
                                      </p:tavLst>
                                    </p:anim>
                                    <p:anim calcmode="lin" valueType="num">
                                      <p:cBhvr>
                                        <p:cTn id="17" dur="250" fill="hold"/>
                                        <p:tgtEl>
                                          <p:spTgt spid="11"/>
                                        </p:tgtEl>
                                        <p:attrNameLst>
                                          <p:attrName>ppt_y</p:attrName>
                                        </p:attrNameLst>
                                      </p:cBhvr>
                                      <p:tavLst>
                                        <p:tav tm="0">
                                          <p:val>
                                            <p:strVal val="#ppt_y+.1"/>
                                          </p:val>
                                        </p:tav>
                                        <p:tav tm="100000">
                                          <p:val>
                                            <p:strVal val="#ppt_y"/>
                                          </p:val>
                                        </p:tav>
                                      </p:tavLst>
                                    </p:anim>
                                  </p:childTnLst>
                                </p:cTn>
                              </p:par>
                            </p:childTnLst>
                          </p:cTn>
                        </p:par>
                        <p:par>
                          <p:cTn id="18" fill="hold">
                            <p:stCondLst>
                              <p:cond delay="1250"/>
                            </p:stCondLst>
                            <p:childTnLst>
                              <p:par>
                                <p:cTn id="19" presetID="42" presetClass="entr" presetSubtype="0"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250"/>
                                        <p:tgtEl>
                                          <p:spTgt spid="12"/>
                                        </p:tgtEl>
                                      </p:cBhvr>
                                    </p:animEffect>
                                    <p:anim calcmode="lin" valueType="num">
                                      <p:cBhvr>
                                        <p:cTn id="22" dur="250" fill="hold"/>
                                        <p:tgtEl>
                                          <p:spTgt spid="12"/>
                                        </p:tgtEl>
                                        <p:attrNameLst>
                                          <p:attrName>ppt_x</p:attrName>
                                        </p:attrNameLst>
                                      </p:cBhvr>
                                      <p:tavLst>
                                        <p:tav tm="0">
                                          <p:val>
                                            <p:strVal val="#ppt_x"/>
                                          </p:val>
                                        </p:tav>
                                        <p:tav tm="100000">
                                          <p:val>
                                            <p:strVal val="#ppt_x"/>
                                          </p:val>
                                        </p:tav>
                                      </p:tavLst>
                                    </p:anim>
                                    <p:anim calcmode="lin" valueType="num">
                                      <p:cBhvr>
                                        <p:cTn id="23" dur="250" fill="hold"/>
                                        <p:tgtEl>
                                          <p:spTgt spid="12"/>
                                        </p:tgtEl>
                                        <p:attrNameLst>
                                          <p:attrName>ppt_y</p:attrName>
                                        </p:attrNameLst>
                                      </p:cBhvr>
                                      <p:tavLst>
                                        <p:tav tm="0">
                                          <p:val>
                                            <p:strVal val="#ppt_y+.1"/>
                                          </p:val>
                                        </p:tav>
                                        <p:tav tm="100000">
                                          <p:val>
                                            <p:strVal val="#ppt_y"/>
                                          </p:val>
                                        </p:tav>
                                      </p:tavLst>
                                    </p:anim>
                                  </p:childTnLst>
                                </p:cTn>
                              </p:par>
                            </p:childTnLst>
                          </p:cTn>
                        </p:par>
                        <p:par>
                          <p:cTn id="24" fill="hold">
                            <p:stCondLst>
                              <p:cond delay="1500"/>
                            </p:stCondLst>
                            <p:childTnLst>
                              <p:par>
                                <p:cTn id="25" presetID="42" presetClass="entr" presetSubtype="0"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250"/>
                                        <p:tgtEl>
                                          <p:spTgt spid="13"/>
                                        </p:tgtEl>
                                      </p:cBhvr>
                                    </p:animEffect>
                                    <p:anim calcmode="lin" valueType="num">
                                      <p:cBhvr>
                                        <p:cTn id="28" dur="250" fill="hold"/>
                                        <p:tgtEl>
                                          <p:spTgt spid="13"/>
                                        </p:tgtEl>
                                        <p:attrNameLst>
                                          <p:attrName>ppt_x</p:attrName>
                                        </p:attrNameLst>
                                      </p:cBhvr>
                                      <p:tavLst>
                                        <p:tav tm="0">
                                          <p:val>
                                            <p:strVal val="#ppt_x"/>
                                          </p:val>
                                        </p:tav>
                                        <p:tav tm="100000">
                                          <p:val>
                                            <p:strVal val="#ppt_x"/>
                                          </p:val>
                                        </p:tav>
                                      </p:tavLst>
                                    </p:anim>
                                    <p:anim calcmode="lin" valueType="num">
                                      <p:cBhvr>
                                        <p:cTn id="29" dur="250" fill="hold"/>
                                        <p:tgtEl>
                                          <p:spTgt spid="13"/>
                                        </p:tgtEl>
                                        <p:attrNameLst>
                                          <p:attrName>ppt_y</p:attrName>
                                        </p:attrNameLst>
                                      </p:cBhvr>
                                      <p:tavLst>
                                        <p:tav tm="0">
                                          <p:val>
                                            <p:strVal val="#ppt_y+.1"/>
                                          </p:val>
                                        </p:tav>
                                        <p:tav tm="100000">
                                          <p:val>
                                            <p:strVal val="#ppt_y"/>
                                          </p:val>
                                        </p:tav>
                                      </p:tavLst>
                                    </p:anim>
                                  </p:childTnLst>
                                </p:cTn>
                              </p:par>
                            </p:childTnLst>
                          </p:cTn>
                        </p:par>
                        <p:par>
                          <p:cTn id="30" fill="hold">
                            <p:stCondLst>
                              <p:cond delay="1750"/>
                            </p:stCondLst>
                            <p:childTnLst>
                              <p:par>
                                <p:cTn id="31" presetID="42" presetClass="entr" presetSubtype="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250"/>
                                        <p:tgtEl>
                                          <p:spTgt spid="14"/>
                                        </p:tgtEl>
                                      </p:cBhvr>
                                    </p:animEffect>
                                    <p:anim calcmode="lin" valueType="num">
                                      <p:cBhvr>
                                        <p:cTn id="34" dur="250" fill="hold"/>
                                        <p:tgtEl>
                                          <p:spTgt spid="14"/>
                                        </p:tgtEl>
                                        <p:attrNameLst>
                                          <p:attrName>ppt_x</p:attrName>
                                        </p:attrNameLst>
                                      </p:cBhvr>
                                      <p:tavLst>
                                        <p:tav tm="0">
                                          <p:val>
                                            <p:strVal val="#ppt_x"/>
                                          </p:val>
                                        </p:tav>
                                        <p:tav tm="100000">
                                          <p:val>
                                            <p:strVal val="#ppt_x"/>
                                          </p:val>
                                        </p:tav>
                                      </p:tavLst>
                                    </p:anim>
                                    <p:anim calcmode="lin" valueType="num">
                                      <p:cBhvr>
                                        <p:cTn id="35" dur="250" fill="hold"/>
                                        <p:tgtEl>
                                          <p:spTgt spid="14"/>
                                        </p:tgtEl>
                                        <p:attrNameLst>
                                          <p:attrName>ppt_y</p:attrName>
                                        </p:attrNameLst>
                                      </p:cBhvr>
                                      <p:tavLst>
                                        <p:tav tm="0">
                                          <p:val>
                                            <p:strVal val="#ppt_y+.1"/>
                                          </p:val>
                                        </p:tav>
                                        <p:tav tm="100000">
                                          <p:val>
                                            <p:strVal val="#ppt_y"/>
                                          </p:val>
                                        </p:tav>
                                      </p:tavLst>
                                    </p:anim>
                                  </p:childTnLst>
                                </p:cTn>
                              </p:par>
                            </p:childTnLst>
                          </p:cTn>
                        </p:par>
                        <p:par>
                          <p:cTn id="36" fill="hold">
                            <p:stCondLst>
                              <p:cond delay="2000"/>
                            </p:stCondLst>
                            <p:childTnLst>
                              <p:par>
                                <p:cTn id="37" presetID="42" presetClass="entr" presetSubtype="0" fill="hold" grpId="0" nodeType="after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250"/>
                                        <p:tgtEl>
                                          <p:spTgt spid="15"/>
                                        </p:tgtEl>
                                      </p:cBhvr>
                                    </p:animEffect>
                                    <p:anim calcmode="lin" valueType="num">
                                      <p:cBhvr>
                                        <p:cTn id="40" dur="250" fill="hold"/>
                                        <p:tgtEl>
                                          <p:spTgt spid="15"/>
                                        </p:tgtEl>
                                        <p:attrNameLst>
                                          <p:attrName>ppt_x</p:attrName>
                                        </p:attrNameLst>
                                      </p:cBhvr>
                                      <p:tavLst>
                                        <p:tav tm="0">
                                          <p:val>
                                            <p:strVal val="#ppt_x"/>
                                          </p:val>
                                        </p:tav>
                                        <p:tav tm="100000">
                                          <p:val>
                                            <p:strVal val="#ppt_x"/>
                                          </p:val>
                                        </p:tav>
                                      </p:tavLst>
                                    </p:anim>
                                    <p:anim calcmode="lin" valueType="num">
                                      <p:cBhvr>
                                        <p:cTn id="41" dur="250" fill="hold"/>
                                        <p:tgtEl>
                                          <p:spTgt spid="15"/>
                                        </p:tgtEl>
                                        <p:attrNameLst>
                                          <p:attrName>ppt_y</p:attrName>
                                        </p:attrNameLst>
                                      </p:cBhvr>
                                      <p:tavLst>
                                        <p:tav tm="0">
                                          <p:val>
                                            <p:strVal val="#ppt_y+.1"/>
                                          </p:val>
                                        </p:tav>
                                        <p:tav tm="100000">
                                          <p:val>
                                            <p:strVal val="#ppt_y"/>
                                          </p:val>
                                        </p:tav>
                                      </p:tavLst>
                                    </p:anim>
                                  </p:childTnLst>
                                </p:cTn>
                              </p:par>
                            </p:childTnLst>
                          </p:cTn>
                        </p:par>
                        <p:par>
                          <p:cTn id="42" fill="hold">
                            <p:stCondLst>
                              <p:cond delay="2250"/>
                            </p:stCondLst>
                            <p:childTnLst>
                              <p:par>
                                <p:cTn id="43" presetID="42" presetClass="entr" presetSubtype="0" fill="hold" grpId="0" nodeType="after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250"/>
                                        <p:tgtEl>
                                          <p:spTgt spid="16"/>
                                        </p:tgtEl>
                                      </p:cBhvr>
                                    </p:animEffect>
                                    <p:anim calcmode="lin" valueType="num">
                                      <p:cBhvr>
                                        <p:cTn id="46" dur="250" fill="hold"/>
                                        <p:tgtEl>
                                          <p:spTgt spid="16"/>
                                        </p:tgtEl>
                                        <p:attrNameLst>
                                          <p:attrName>ppt_x</p:attrName>
                                        </p:attrNameLst>
                                      </p:cBhvr>
                                      <p:tavLst>
                                        <p:tav tm="0">
                                          <p:val>
                                            <p:strVal val="#ppt_x"/>
                                          </p:val>
                                        </p:tav>
                                        <p:tav tm="100000">
                                          <p:val>
                                            <p:strVal val="#ppt_x"/>
                                          </p:val>
                                        </p:tav>
                                      </p:tavLst>
                                    </p:anim>
                                    <p:anim calcmode="lin" valueType="num">
                                      <p:cBhvr>
                                        <p:cTn id="47" dur="250" fill="hold"/>
                                        <p:tgtEl>
                                          <p:spTgt spid="16"/>
                                        </p:tgtEl>
                                        <p:attrNameLst>
                                          <p:attrName>ppt_y</p:attrName>
                                        </p:attrNameLst>
                                      </p:cBhvr>
                                      <p:tavLst>
                                        <p:tav tm="0">
                                          <p:val>
                                            <p:strVal val="#ppt_y+.1"/>
                                          </p:val>
                                        </p:tav>
                                        <p:tav tm="100000">
                                          <p:val>
                                            <p:strVal val="#ppt_y"/>
                                          </p:val>
                                        </p:tav>
                                      </p:tavLst>
                                    </p:anim>
                                  </p:childTnLst>
                                </p:cTn>
                              </p:par>
                            </p:childTnLst>
                          </p:cTn>
                        </p:par>
                        <p:par>
                          <p:cTn id="48" fill="hold">
                            <p:stCondLst>
                              <p:cond delay="2500"/>
                            </p:stCondLst>
                            <p:childTnLst>
                              <p:par>
                                <p:cTn id="49" presetID="42" presetClass="entr" presetSubtype="0" fill="hold" grpId="0" nodeType="after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250"/>
                                        <p:tgtEl>
                                          <p:spTgt spid="17"/>
                                        </p:tgtEl>
                                      </p:cBhvr>
                                    </p:animEffect>
                                    <p:anim calcmode="lin" valueType="num">
                                      <p:cBhvr>
                                        <p:cTn id="52" dur="250" fill="hold"/>
                                        <p:tgtEl>
                                          <p:spTgt spid="17"/>
                                        </p:tgtEl>
                                        <p:attrNameLst>
                                          <p:attrName>ppt_x</p:attrName>
                                        </p:attrNameLst>
                                      </p:cBhvr>
                                      <p:tavLst>
                                        <p:tav tm="0">
                                          <p:val>
                                            <p:strVal val="#ppt_x"/>
                                          </p:val>
                                        </p:tav>
                                        <p:tav tm="100000">
                                          <p:val>
                                            <p:strVal val="#ppt_x"/>
                                          </p:val>
                                        </p:tav>
                                      </p:tavLst>
                                    </p:anim>
                                    <p:anim calcmode="lin" valueType="num">
                                      <p:cBhvr>
                                        <p:cTn id="53" dur="25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P spid="12" grpId="0" animBg="1"/>
      <p:bldP spid="13" grpId="0" animBg="1"/>
      <p:bldP spid="14" grpId="0" animBg="1"/>
      <p:bldP spid="15" grpId="0" animBg="1"/>
      <p:bldP spid="16" grpId="0" animBg="1"/>
      <p:bldP spid="17"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ext uri="{D42A27DB-BD31-4B8C-83A1-F6EECF244321}">
                <p14:modId xmlns:p14="http://schemas.microsoft.com/office/powerpoint/2010/main" val="1190772643"/>
              </p:ext>
            </p:extLst>
          </p:nvPr>
        </p:nvGraphicFramePr>
        <p:xfrm>
          <a:off x="1" y="2362415"/>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0" y="2040709"/>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642026" y="2421683"/>
            <a:ext cx="10832143" cy="1938992"/>
          </a:xfrm>
          <a:prstGeom prst="rect">
            <a:avLst/>
          </a:prstGeom>
          <a:noFill/>
        </p:spPr>
        <p:txBody>
          <a:bodyPr wrap="square" rtlCol="0">
            <a:spAutoFit/>
          </a:bodyPr>
          <a:lstStyle/>
          <a:p>
            <a:pPr algn="ctr" rtl="1"/>
            <a:r>
              <a:rPr lang="ar-SA" sz="4000" b="1" dirty="0">
                <a:solidFill>
                  <a:schemeClr val="bg1"/>
                </a:solidFill>
              </a:rPr>
              <a:t>الوسائل تضفي الجمال والمتعة على حدّ سواء مع الفائدة للعلميّة التعليميّة، تعمل هذه الوسائل على جذب انتباه الطلاب إلى المعلومات المقدّمة بشكل كبير جداً</a:t>
            </a:r>
            <a:r>
              <a:rPr lang="en-US" sz="4000" b="1" dirty="0">
                <a:solidFill>
                  <a:schemeClr val="bg1"/>
                </a:solidFill>
              </a:rPr>
              <a:t>.</a:t>
            </a:r>
          </a:p>
        </p:txBody>
      </p:sp>
      <p:grpSp>
        <p:nvGrpSpPr>
          <p:cNvPr id="12" name="Group 11"/>
          <p:cNvGrpSpPr/>
          <p:nvPr/>
        </p:nvGrpSpPr>
        <p:grpSpPr>
          <a:xfrm>
            <a:off x="2155371" y="1966356"/>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1" y="4631267"/>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76144384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6086669" y="987211"/>
            <a:ext cx="6526306" cy="2822938"/>
          </a:xfrm>
          <a:prstGeom prst="hexagon">
            <a:avLst/>
          </a:prstGeom>
          <a:solidFill>
            <a:srgbClr val="0160A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6072381" y="2125565"/>
            <a:ext cx="5623249" cy="523220"/>
          </a:xfrm>
          <a:prstGeom prst="rect">
            <a:avLst/>
          </a:prstGeom>
          <a:noFill/>
        </p:spPr>
        <p:txBody>
          <a:bodyPr wrap="square" rtlCol="0">
            <a:spAutoFit/>
          </a:bodyPr>
          <a:lstStyle/>
          <a:p>
            <a:pPr algn="r" rtl="1"/>
            <a:r>
              <a:rPr lang="ar-SA" sz="2800" b="1" u="sng" dirty="0">
                <a:solidFill>
                  <a:schemeClr val="bg1"/>
                </a:solidFill>
              </a:rPr>
              <a:t>1. التلفزيون التعليمي </a:t>
            </a:r>
            <a:r>
              <a:rPr lang="en-US" sz="2800" b="1" u="sng" dirty="0">
                <a:solidFill>
                  <a:schemeClr val="bg1"/>
                </a:solidFill>
              </a:rPr>
              <a:t>T.V Instruction</a:t>
            </a:r>
            <a:endParaRPr lang="en-US" sz="2800" u="sng" dirty="0">
              <a:solidFill>
                <a:schemeClr val="bg1"/>
              </a:solidFill>
            </a:endParaRPr>
          </a:p>
        </p:txBody>
      </p:sp>
      <p:sp>
        <p:nvSpPr>
          <p:cNvPr id="8" name="Rectangle 7"/>
          <p:cNvSpPr/>
          <p:nvPr/>
        </p:nvSpPr>
        <p:spPr>
          <a:xfrm>
            <a:off x="373224" y="4612301"/>
            <a:ext cx="11426891" cy="1815882"/>
          </a:xfrm>
          <a:prstGeom prst="rect">
            <a:avLst/>
          </a:prstGeom>
        </p:spPr>
        <p:txBody>
          <a:bodyPr wrap="square">
            <a:spAutoFit/>
          </a:bodyPr>
          <a:lstStyle/>
          <a:p>
            <a:pPr algn="ctr" fontAlgn="auto">
              <a:spcBef>
                <a:spcPts val="0"/>
              </a:spcBef>
              <a:spcAft>
                <a:spcPts val="0"/>
              </a:spcAft>
            </a:pPr>
            <a:r>
              <a:rPr lang="ar-SA" sz="2800" b="1" dirty="0"/>
              <a:t>يقصد بالتلفزيون التعليمي أنه "تلك البرامج التعليمية التي تذاع عبر التليفزيون وتكون موجهة للطلاب وتقوم بشرح وحدات منهجية معينة لصف دراسي معين حسب برنامج زمني يتفق علية المتخصصون ويتم نقل خبرات كثيرة داخل حجرة الدراسة لم يكن من السهل الوصول إليها أو مشاهدتها دون التليفزيون".</a:t>
            </a:r>
            <a:endParaRPr lang="en-US" sz="2800" b="1" dirty="0">
              <a:solidFill>
                <a:prstClr val="black"/>
              </a:solidFill>
              <a:latin typeface="Calibri" panose="020F0502020204030204"/>
            </a:endParaRPr>
          </a:p>
        </p:txBody>
      </p:sp>
      <p:grpSp>
        <p:nvGrpSpPr>
          <p:cNvPr id="9" name="Group 8"/>
          <p:cNvGrpSpPr/>
          <p:nvPr/>
        </p:nvGrpSpPr>
        <p:grpSpPr>
          <a:xfrm>
            <a:off x="2445396" y="523842"/>
            <a:ext cx="1897063" cy="3749675"/>
            <a:chOff x="5075238" y="1525588"/>
            <a:chExt cx="1897063" cy="3749675"/>
          </a:xfrm>
        </p:grpSpPr>
        <p:sp>
          <p:nvSpPr>
            <p:cNvPr id="10" name="AutoShape 3"/>
            <p:cNvSpPr>
              <a:spLocks noChangeAspect="1" noChangeArrowheads="1" noTextEdit="1"/>
            </p:cNvSpPr>
            <p:nvPr/>
          </p:nvSpPr>
          <p:spPr bwMode="auto">
            <a:xfrm>
              <a:off x="5091113" y="1525588"/>
              <a:ext cx="1866900" cy="374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1" name="Freeform 10"/>
            <p:cNvSpPr>
              <a:spLocks/>
            </p:cNvSpPr>
            <p:nvPr/>
          </p:nvSpPr>
          <p:spPr bwMode="auto">
            <a:xfrm>
              <a:off x="5251451" y="4984751"/>
              <a:ext cx="1512888" cy="288925"/>
            </a:xfrm>
            <a:custGeom>
              <a:avLst/>
              <a:gdLst>
                <a:gd name="T0" fmla="*/ 505 w 931"/>
                <a:gd name="T1" fmla="*/ 0 h 178"/>
                <a:gd name="T2" fmla="*/ 385 w 931"/>
                <a:gd name="T3" fmla="*/ 3 h 178"/>
                <a:gd name="T4" fmla="*/ 304 w 931"/>
                <a:gd name="T5" fmla="*/ 12 h 178"/>
                <a:gd name="T6" fmla="*/ 270 w 931"/>
                <a:gd name="T7" fmla="*/ 16 h 178"/>
                <a:gd name="T8" fmla="*/ 106 w 931"/>
                <a:gd name="T9" fmla="*/ 34 h 178"/>
                <a:gd name="T10" fmla="*/ 37 w 931"/>
                <a:gd name="T11" fmla="*/ 133 h 178"/>
                <a:gd name="T12" fmla="*/ 144 w 931"/>
                <a:gd name="T13" fmla="*/ 165 h 178"/>
                <a:gd name="T14" fmla="*/ 248 w 931"/>
                <a:gd name="T15" fmla="*/ 170 h 178"/>
                <a:gd name="T16" fmla="*/ 342 w 931"/>
                <a:gd name="T17" fmla="*/ 169 h 178"/>
                <a:gd name="T18" fmla="*/ 352 w 931"/>
                <a:gd name="T19" fmla="*/ 168 h 178"/>
                <a:gd name="T20" fmla="*/ 549 w 931"/>
                <a:gd name="T21" fmla="*/ 177 h 178"/>
                <a:gd name="T22" fmla="*/ 641 w 931"/>
                <a:gd name="T23" fmla="*/ 178 h 178"/>
                <a:gd name="T24" fmla="*/ 758 w 931"/>
                <a:gd name="T25" fmla="*/ 175 h 178"/>
                <a:gd name="T26" fmla="*/ 868 w 931"/>
                <a:gd name="T27" fmla="*/ 161 h 178"/>
                <a:gd name="T28" fmla="*/ 921 w 931"/>
                <a:gd name="T29" fmla="*/ 117 h 178"/>
                <a:gd name="T30" fmla="*/ 893 w 931"/>
                <a:gd name="T31" fmla="*/ 47 h 178"/>
                <a:gd name="T32" fmla="*/ 747 w 931"/>
                <a:gd name="T33" fmla="*/ 11 h 178"/>
                <a:gd name="T34" fmla="*/ 519 w 931"/>
                <a:gd name="T35" fmla="*/ 1 h 178"/>
                <a:gd name="T36" fmla="*/ 505 w 931"/>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1" h="178">
                  <a:moveTo>
                    <a:pt x="505" y="0"/>
                  </a:moveTo>
                  <a:cubicBezTo>
                    <a:pt x="465" y="0"/>
                    <a:pt x="425" y="2"/>
                    <a:pt x="385" y="3"/>
                  </a:cubicBezTo>
                  <a:cubicBezTo>
                    <a:pt x="359" y="5"/>
                    <a:pt x="331" y="7"/>
                    <a:pt x="304" y="12"/>
                  </a:cubicBezTo>
                  <a:cubicBezTo>
                    <a:pt x="292" y="13"/>
                    <a:pt x="281" y="15"/>
                    <a:pt x="270" y="16"/>
                  </a:cubicBezTo>
                  <a:cubicBezTo>
                    <a:pt x="215" y="22"/>
                    <a:pt x="159" y="18"/>
                    <a:pt x="106" y="34"/>
                  </a:cubicBezTo>
                  <a:cubicBezTo>
                    <a:pt x="64" y="47"/>
                    <a:pt x="0" y="82"/>
                    <a:pt x="37" y="133"/>
                  </a:cubicBezTo>
                  <a:cubicBezTo>
                    <a:pt x="57" y="162"/>
                    <a:pt x="113" y="162"/>
                    <a:pt x="144" y="165"/>
                  </a:cubicBezTo>
                  <a:cubicBezTo>
                    <a:pt x="179" y="169"/>
                    <a:pt x="213" y="170"/>
                    <a:pt x="248" y="170"/>
                  </a:cubicBezTo>
                  <a:cubicBezTo>
                    <a:pt x="279" y="170"/>
                    <a:pt x="311" y="169"/>
                    <a:pt x="342" y="169"/>
                  </a:cubicBezTo>
                  <a:cubicBezTo>
                    <a:pt x="345" y="169"/>
                    <a:pt x="349" y="168"/>
                    <a:pt x="352" y="168"/>
                  </a:cubicBezTo>
                  <a:cubicBezTo>
                    <a:pt x="418" y="168"/>
                    <a:pt x="483" y="174"/>
                    <a:pt x="549" y="177"/>
                  </a:cubicBezTo>
                  <a:cubicBezTo>
                    <a:pt x="580" y="178"/>
                    <a:pt x="611" y="178"/>
                    <a:pt x="641" y="178"/>
                  </a:cubicBezTo>
                  <a:cubicBezTo>
                    <a:pt x="680" y="178"/>
                    <a:pt x="719" y="177"/>
                    <a:pt x="758" y="175"/>
                  </a:cubicBezTo>
                  <a:cubicBezTo>
                    <a:pt x="794" y="173"/>
                    <a:pt x="833" y="172"/>
                    <a:pt x="868" y="161"/>
                  </a:cubicBezTo>
                  <a:cubicBezTo>
                    <a:pt x="891" y="154"/>
                    <a:pt x="912" y="142"/>
                    <a:pt x="921" y="117"/>
                  </a:cubicBezTo>
                  <a:cubicBezTo>
                    <a:pt x="931" y="90"/>
                    <a:pt x="914" y="63"/>
                    <a:pt x="893" y="47"/>
                  </a:cubicBezTo>
                  <a:cubicBezTo>
                    <a:pt x="855" y="16"/>
                    <a:pt x="793" y="15"/>
                    <a:pt x="747" y="11"/>
                  </a:cubicBezTo>
                  <a:cubicBezTo>
                    <a:pt x="671" y="5"/>
                    <a:pt x="595" y="1"/>
                    <a:pt x="519" y="1"/>
                  </a:cubicBezTo>
                  <a:cubicBezTo>
                    <a:pt x="514" y="0"/>
                    <a:pt x="510" y="0"/>
                    <a:pt x="505" y="0"/>
                  </a:cubicBezTo>
                </a:path>
              </a:pathLst>
            </a:custGeom>
            <a:solidFill>
              <a:srgbClr val="E7E6E6">
                <a:lumMod val="90000"/>
              </a:srgbClr>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2" name="Freeform 11"/>
            <p:cNvSpPr>
              <a:spLocks/>
            </p:cNvSpPr>
            <p:nvPr/>
          </p:nvSpPr>
          <p:spPr bwMode="auto">
            <a:xfrm>
              <a:off x="5235576" y="2057401"/>
              <a:ext cx="1484313" cy="1423988"/>
            </a:xfrm>
            <a:custGeom>
              <a:avLst/>
              <a:gdLst>
                <a:gd name="T0" fmla="*/ 878 w 913"/>
                <a:gd name="T1" fmla="*/ 747 h 878"/>
                <a:gd name="T2" fmla="*/ 881 w 913"/>
                <a:gd name="T3" fmla="*/ 746 h 878"/>
                <a:gd name="T4" fmla="*/ 809 w 913"/>
                <a:gd name="T5" fmla="*/ 247 h 878"/>
                <a:gd name="T6" fmla="*/ 135 w 913"/>
                <a:gd name="T7" fmla="*/ 225 h 878"/>
                <a:gd name="T8" fmla="*/ 77 w 913"/>
                <a:gd name="T9" fmla="*/ 772 h 878"/>
                <a:gd name="T10" fmla="*/ 78 w 913"/>
                <a:gd name="T11" fmla="*/ 772 h 878"/>
                <a:gd name="T12" fmla="*/ 878 w 913"/>
                <a:gd name="T13" fmla="*/ 747 h 878"/>
              </a:gdLst>
              <a:ahLst/>
              <a:cxnLst>
                <a:cxn ang="0">
                  <a:pos x="T0" y="T1"/>
                </a:cxn>
                <a:cxn ang="0">
                  <a:pos x="T2" y="T3"/>
                </a:cxn>
                <a:cxn ang="0">
                  <a:pos x="T4" y="T5"/>
                </a:cxn>
                <a:cxn ang="0">
                  <a:pos x="T6" y="T7"/>
                </a:cxn>
                <a:cxn ang="0">
                  <a:pos x="T8" y="T9"/>
                </a:cxn>
                <a:cxn ang="0">
                  <a:pos x="T10" y="T11"/>
                </a:cxn>
                <a:cxn ang="0">
                  <a:pos x="T12" y="T13"/>
                </a:cxn>
              </a:cxnLst>
              <a:rect l="0" t="0" r="r" b="b"/>
              <a:pathLst>
                <a:path w="913" h="878">
                  <a:moveTo>
                    <a:pt x="878" y="747"/>
                  </a:moveTo>
                  <a:cubicBezTo>
                    <a:pt x="880" y="746"/>
                    <a:pt x="881" y="746"/>
                    <a:pt x="881" y="746"/>
                  </a:cubicBezTo>
                  <a:cubicBezTo>
                    <a:pt x="913" y="526"/>
                    <a:pt x="881" y="350"/>
                    <a:pt x="809" y="247"/>
                  </a:cubicBezTo>
                  <a:cubicBezTo>
                    <a:pt x="636" y="0"/>
                    <a:pt x="253" y="67"/>
                    <a:pt x="135" y="225"/>
                  </a:cubicBezTo>
                  <a:cubicBezTo>
                    <a:pt x="0" y="407"/>
                    <a:pt x="77" y="772"/>
                    <a:pt x="77" y="772"/>
                  </a:cubicBezTo>
                  <a:cubicBezTo>
                    <a:pt x="77" y="772"/>
                    <a:pt x="78" y="772"/>
                    <a:pt x="78" y="772"/>
                  </a:cubicBezTo>
                  <a:cubicBezTo>
                    <a:pt x="467" y="878"/>
                    <a:pt x="841" y="759"/>
                    <a:pt x="878" y="747"/>
                  </a:cubicBezTo>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3" name="Freeform 12"/>
            <p:cNvSpPr>
              <a:spLocks/>
            </p:cNvSpPr>
            <p:nvPr/>
          </p:nvSpPr>
          <p:spPr bwMode="auto">
            <a:xfrm>
              <a:off x="5303838" y="2071688"/>
              <a:ext cx="1379538" cy="1041400"/>
            </a:xfrm>
            <a:custGeom>
              <a:avLst/>
              <a:gdLst>
                <a:gd name="T0" fmla="*/ 12 w 849"/>
                <a:gd name="T1" fmla="*/ 548 h 642"/>
                <a:gd name="T2" fmla="*/ 78 w 849"/>
                <a:gd name="T3" fmla="*/ 529 h 642"/>
                <a:gd name="T4" fmla="*/ 83 w 849"/>
                <a:gd name="T5" fmla="*/ 639 h 642"/>
                <a:gd name="T6" fmla="*/ 133 w 849"/>
                <a:gd name="T7" fmla="*/ 642 h 642"/>
                <a:gd name="T8" fmla="*/ 133 w 849"/>
                <a:gd name="T9" fmla="*/ 461 h 642"/>
                <a:gd name="T10" fmla="*/ 162 w 849"/>
                <a:gd name="T11" fmla="*/ 252 h 642"/>
                <a:gd name="T12" fmla="*/ 439 w 849"/>
                <a:gd name="T13" fmla="*/ 252 h 642"/>
                <a:gd name="T14" fmla="*/ 686 w 849"/>
                <a:gd name="T15" fmla="*/ 252 h 642"/>
                <a:gd name="T16" fmla="*/ 752 w 849"/>
                <a:gd name="T17" fmla="*/ 456 h 642"/>
                <a:gd name="T18" fmla="*/ 758 w 849"/>
                <a:gd name="T19" fmla="*/ 613 h 642"/>
                <a:gd name="T20" fmla="*/ 792 w 849"/>
                <a:gd name="T21" fmla="*/ 613 h 642"/>
                <a:gd name="T22" fmla="*/ 849 w 849"/>
                <a:gd name="T23" fmla="*/ 503 h 642"/>
                <a:gd name="T24" fmla="*/ 828 w 849"/>
                <a:gd name="T25" fmla="*/ 254 h 642"/>
                <a:gd name="T26" fmla="*/ 707 w 849"/>
                <a:gd name="T27" fmla="*/ 45 h 642"/>
                <a:gd name="T28" fmla="*/ 664 w 849"/>
                <a:gd name="T29" fmla="*/ 46 h 642"/>
                <a:gd name="T30" fmla="*/ 620 w 849"/>
                <a:gd name="T31" fmla="*/ 45 h 642"/>
                <a:gd name="T32" fmla="*/ 503 w 849"/>
                <a:gd name="T33" fmla="*/ 1 h 642"/>
                <a:gd name="T34" fmla="*/ 443 w 849"/>
                <a:gd name="T35" fmla="*/ 11 h 642"/>
                <a:gd name="T36" fmla="*/ 366 w 849"/>
                <a:gd name="T37" fmla="*/ 20 h 642"/>
                <a:gd name="T38" fmla="*/ 247 w 849"/>
                <a:gd name="T39" fmla="*/ 13 h 642"/>
                <a:gd name="T40" fmla="*/ 147 w 849"/>
                <a:gd name="T41" fmla="*/ 105 h 642"/>
                <a:gd name="T42" fmla="*/ 64 w 849"/>
                <a:gd name="T43" fmla="*/ 150 h 642"/>
                <a:gd name="T44" fmla="*/ 22 w 849"/>
                <a:gd name="T45" fmla="*/ 307 h 642"/>
                <a:gd name="T46" fmla="*/ 12 w 849"/>
                <a:gd name="T47" fmla="*/ 54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9" h="642">
                  <a:moveTo>
                    <a:pt x="12" y="548"/>
                  </a:moveTo>
                  <a:cubicBezTo>
                    <a:pt x="12" y="548"/>
                    <a:pt x="38" y="495"/>
                    <a:pt x="78" y="529"/>
                  </a:cubicBezTo>
                  <a:cubicBezTo>
                    <a:pt x="119" y="563"/>
                    <a:pt x="83" y="639"/>
                    <a:pt x="83" y="639"/>
                  </a:cubicBezTo>
                  <a:cubicBezTo>
                    <a:pt x="133" y="642"/>
                    <a:pt x="133" y="642"/>
                    <a:pt x="133" y="642"/>
                  </a:cubicBezTo>
                  <a:cubicBezTo>
                    <a:pt x="133" y="642"/>
                    <a:pt x="154" y="535"/>
                    <a:pt x="133" y="461"/>
                  </a:cubicBezTo>
                  <a:cubicBezTo>
                    <a:pt x="113" y="386"/>
                    <a:pt x="115" y="299"/>
                    <a:pt x="162" y="252"/>
                  </a:cubicBezTo>
                  <a:cubicBezTo>
                    <a:pt x="209" y="205"/>
                    <a:pt x="277" y="252"/>
                    <a:pt x="439" y="252"/>
                  </a:cubicBezTo>
                  <a:cubicBezTo>
                    <a:pt x="601" y="252"/>
                    <a:pt x="622" y="194"/>
                    <a:pt x="686" y="252"/>
                  </a:cubicBezTo>
                  <a:cubicBezTo>
                    <a:pt x="750" y="309"/>
                    <a:pt x="758" y="394"/>
                    <a:pt x="752" y="456"/>
                  </a:cubicBezTo>
                  <a:cubicBezTo>
                    <a:pt x="745" y="518"/>
                    <a:pt x="758" y="613"/>
                    <a:pt x="758" y="613"/>
                  </a:cubicBezTo>
                  <a:cubicBezTo>
                    <a:pt x="792" y="613"/>
                    <a:pt x="792" y="613"/>
                    <a:pt x="792" y="613"/>
                  </a:cubicBezTo>
                  <a:cubicBezTo>
                    <a:pt x="792" y="613"/>
                    <a:pt x="769" y="458"/>
                    <a:pt x="849" y="503"/>
                  </a:cubicBezTo>
                  <a:cubicBezTo>
                    <a:pt x="849" y="503"/>
                    <a:pt x="828" y="329"/>
                    <a:pt x="828" y="254"/>
                  </a:cubicBezTo>
                  <a:cubicBezTo>
                    <a:pt x="828" y="162"/>
                    <a:pt x="784" y="67"/>
                    <a:pt x="707" y="45"/>
                  </a:cubicBezTo>
                  <a:cubicBezTo>
                    <a:pt x="692" y="41"/>
                    <a:pt x="678" y="43"/>
                    <a:pt x="664" y="46"/>
                  </a:cubicBezTo>
                  <a:cubicBezTo>
                    <a:pt x="649" y="48"/>
                    <a:pt x="634" y="51"/>
                    <a:pt x="620" y="45"/>
                  </a:cubicBezTo>
                  <a:cubicBezTo>
                    <a:pt x="578" y="30"/>
                    <a:pt x="538" y="2"/>
                    <a:pt x="503" y="1"/>
                  </a:cubicBezTo>
                  <a:cubicBezTo>
                    <a:pt x="476" y="0"/>
                    <a:pt x="459" y="5"/>
                    <a:pt x="443" y="11"/>
                  </a:cubicBezTo>
                  <a:cubicBezTo>
                    <a:pt x="424" y="18"/>
                    <a:pt x="405" y="24"/>
                    <a:pt x="366" y="20"/>
                  </a:cubicBezTo>
                  <a:cubicBezTo>
                    <a:pt x="347" y="18"/>
                    <a:pt x="290" y="1"/>
                    <a:pt x="247" y="13"/>
                  </a:cubicBezTo>
                  <a:cubicBezTo>
                    <a:pt x="205" y="26"/>
                    <a:pt x="179" y="92"/>
                    <a:pt x="147" y="105"/>
                  </a:cubicBezTo>
                  <a:cubicBezTo>
                    <a:pt x="115" y="118"/>
                    <a:pt x="100" y="107"/>
                    <a:pt x="64" y="150"/>
                  </a:cubicBezTo>
                  <a:cubicBezTo>
                    <a:pt x="29" y="192"/>
                    <a:pt x="25" y="284"/>
                    <a:pt x="22" y="307"/>
                  </a:cubicBezTo>
                  <a:cubicBezTo>
                    <a:pt x="20" y="331"/>
                    <a:pt x="0" y="492"/>
                    <a:pt x="12" y="548"/>
                  </a:cubicBezTo>
                </a:path>
              </a:pathLst>
            </a:custGeom>
            <a:solidFill>
              <a:srgbClr val="BC85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4" name="Freeform 13"/>
            <p:cNvSpPr>
              <a:spLocks/>
            </p:cNvSpPr>
            <p:nvPr/>
          </p:nvSpPr>
          <p:spPr bwMode="auto">
            <a:xfrm>
              <a:off x="5922963" y="2852738"/>
              <a:ext cx="177800" cy="263525"/>
            </a:xfrm>
            <a:custGeom>
              <a:avLst/>
              <a:gdLst>
                <a:gd name="T0" fmla="*/ 56 w 109"/>
                <a:gd name="T1" fmla="*/ 0 h 162"/>
                <a:gd name="T2" fmla="*/ 32 w 109"/>
                <a:gd name="T3" fmla="*/ 136 h 162"/>
                <a:gd name="T4" fmla="*/ 100 w 109"/>
                <a:gd name="T5" fmla="*/ 121 h 162"/>
                <a:gd name="T6" fmla="*/ 56 w 109"/>
                <a:gd name="T7" fmla="*/ 0 h 162"/>
              </a:gdLst>
              <a:ahLst/>
              <a:cxnLst>
                <a:cxn ang="0">
                  <a:pos x="T0" y="T1"/>
                </a:cxn>
                <a:cxn ang="0">
                  <a:pos x="T2" y="T3"/>
                </a:cxn>
                <a:cxn ang="0">
                  <a:pos x="T4" y="T5"/>
                </a:cxn>
                <a:cxn ang="0">
                  <a:pos x="T6" y="T7"/>
                </a:cxn>
              </a:cxnLst>
              <a:rect l="0" t="0" r="r" b="b"/>
              <a:pathLst>
                <a:path w="109" h="162">
                  <a:moveTo>
                    <a:pt x="56" y="0"/>
                  </a:moveTo>
                  <a:cubicBezTo>
                    <a:pt x="56" y="0"/>
                    <a:pt x="0" y="111"/>
                    <a:pt x="32" y="136"/>
                  </a:cubicBezTo>
                  <a:cubicBezTo>
                    <a:pt x="64" y="162"/>
                    <a:pt x="92" y="145"/>
                    <a:pt x="100" y="121"/>
                  </a:cubicBezTo>
                  <a:cubicBezTo>
                    <a:pt x="109" y="98"/>
                    <a:pt x="56" y="0"/>
                    <a:pt x="56"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5" name="Freeform 14"/>
            <p:cNvSpPr>
              <a:spLocks/>
            </p:cNvSpPr>
            <p:nvPr/>
          </p:nvSpPr>
          <p:spPr bwMode="auto">
            <a:xfrm>
              <a:off x="5826126" y="2803526"/>
              <a:ext cx="92075" cy="92075"/>
            </a:xfrm>
            <a:custGeom>
              <a:avLst/>
              <a:gdLst>
                <a:gd name="T0" fmla="*/ 44 w 57"/>
                <a:gd name="T1" fmla="*/ 5 h 57"/>
                <a:gd name="T2" fmla="*/ 38 w 57"/>
                <a:gd name="T3" fmla="*/ 1 h 57"/>
                <a:gd name="T4" fmla="*/ 23 w 57"/>
                <a:gd name="T5" fmla="*/ 1 h 57"/>
                <a:gd name="T6" fmla="*/ 15 w 57"/>
                <a:gd name="T7" fmla="*/ 4 h 57"/>
                <a:gd name="T8" fmla="*/ 2 w 57"/>
                <a:gd name="T9" fmla="*/ 18 h 57"/>
                <a:gd name="T10" fmla="*/ 4 w 57"/>
                <a:gd name="T11" fmla="*/ 38 h 57"/>
                <a:gd name="T12" fmla="*/ 42 w 57"/>
                <a:gd name="T13" fmla="*/ 50 h 57"/>
                <a:gd name="T14" fmla="*/ 56 w 57"/>
                <a:gd name="T15" fmla="*/ 29 h 57"/>
                <a:gd name="T16" fmla="*/ 44 w 5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7">
                  <a:moveTo>
                    <a:pt x="44" y="5"/>
                  </a:moveTo>
                  <a:cubicBezTo>
                    <a:pt x="42" y="3"/>
                    <a:pt x="40" y="2"/>
                    <a:pt x="38" y="1"/>
                  </a:cubicBezTo>
                  <a:cubicBezTo>
                    <a:pt x="33" y="0"/>
                    <a:pt x="28" y="0"/>
                    <a:pt x="23" y="1"/>
                  </a:cubicBezTo>
                  <a:cubicBezTo>
                    <a:pt x="21" y="2"/>
                    <a:pt x="18" y="3"/>
                    <a:pt x="15" y="4"/>
                  </a:cubicBezTo>
                  <a:cubicBezTo>
                    <a:pt x="9" y="6"/>
                    <a:pt x="4" y="13"/>
                    <a:pt x="2" y="18"/>
                  </a:cubicBezTo>
                  <a:cubicBezTo>
                    <a:pt x="0" y="25"/>
                    <a:pt x="1" y="32"/>
                    <a:pt x="4" y="38"/>
                  </a:cubicBezTo>
                  <a:cubicBezTo>
                    <a:pt x="10" y="52"/>
                    <a:pt x="28" y="57"/>
                    <a:pt x="42" y="50"/>
                  </a:cubicBezTo>
                  <a:cubicBezTo>
                    <a:pt x="50" y="46"/>
                    <a:pt x="56" y="38"/>
                    <a:pt x="56" y="29"/>
                  </a:cubicBezTo>
                  <a:cubicBezTo>
                    <a:pt x="57" y="19"/>
                    <a:pt x="52" y="10"/>
                    <a:pt x="44" y="5"/>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6" name="Freeform 15"/>
            <p:cNvSpPr>
              <a:spLocks/>
            </p:cNvSpPr>
            <p:nvPr/>
          </p:nvSpPr>
          <p:spPr bwMode="auto">
            <a:xfrm>
              <a:off x="6091238" y="2813051"/>
              <a:ext cx="73025" cy="53975"/>
            </a:xfrm>
            <a:custGeom>
              <a:avLst/>
              <a:gdLst>
                <a:gd name="T0" fmla="*/ 23 w 44"/>
                <a:gd name="T1" fmla="*/ 0 h 33"/>
                <a:gd name="T2" fmla="*/ 21 w 44"/>
                <a:gd name="T3" fmla="*/ 33 h 33"/>
                <a:gd name="T4" fmla="*/ 23 w 44"/>
                <a:gd name="T5" fmla="*/ 0 h 33"/>
              </a:gdLst>
              <a:ahLst/>
              <a:cxnLst>
                <a:cxn ang="0">
                  <a:pos x="T0" y="T1"/>
                </a:cxn>
                <a:cxn ang="0">
                  <a:pos x="T2" y="T3"/>
                </a:cxn>
                <a:cxn ang="0">
                  <a:pos x="T4" y="T5"/>
                </a:cxn>
              </a:cxnLst>
              <a:rect l="0" t="0" r="r" b="b"/>
              <a:pathLst>
                <a:path w="44" h="33">
                  <a:moveTo>
                    <a:pt x="23" y="0"/>
                  </a:moveTo>
                  <a:cubicBezTo>
                    <a:pt x="2" y="0"/>
                    <a:pt x="0" y="33"/>
                    <a:pt x="21" y="33"/>
                  </a:cubicBezTo>
                  <a:cubicBezTo>
                    <a:pt x="42" y="33"/>
                    <a:pt x="44" y="0"/>
                    <a:pt x="23" y="0"/>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7" name="Freeform 16"/>
            <p:cNvSpPr>
              <a:spLocks/>
            </p:cNvSpPr>
            <p:nvPr/>
          </p:nvSpPr>
          <p:spPr bwMode="auto">
            <a:xfrm>
              <a:off x="6005513" y="3157538"/>
              <a:ext cx="52388" cy="93663"/>
            </a:xfrm>
            <a:custGeom>
              <a:avLst/>
              <a:gdLst>
                <a:gd name="T0" fmla="*/ 22 w 32"/>
                <a:gd name="T1" fmla="*/ 4 h 57"/>
                <a:gd name="T2" fmla="*/ 4 w 32"/>
                <a:gd name="T3" fmla="*/ 13 h 57"/>
                <a:gd name="T4" fmla="*/ 11 w 32"/>
                <a:gd name="T5" fmla="*/ 36 h 57"/>
                <a:gd name="T6" fmla="*/ 13 w 32"/>
                <a:gd name="T7" fmla="*/ 37 h 57"/>
                <a:gd name="T8" fmla="*/ 5 w 32"/>
                <a:gd name="T9" fmla="*/ 45 h 57"/>
                <a:gd name="T10" fmla="*/ 11 w 32"/>
                <a:gd name="T11" fmla="*/ 55 h 57"/>
                <a:gd name="T12" fmla="*/ 31 w 32"/>
                <a:gd name="T13" fmla="*/ 30 h 57"/>
                <a:gd name="T14" fmla="*/ 22 w 32"/>
                <a:gd name="T15" fmla="*/ 4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7">
                  <a:moveTo>
                    <a:pt x="22" y="4"/>
                  </a:moveTo>
                  <a:cubicBezTo>
                    <a:pt x="14" y="0"/>
                    <a:pt x="7" y="5"/>
                    <a:pt x="4" y="13"/>
                  </a:cubicBezTo>
                  <a:cubicBezTo>
                    <a:pt x="1" y="21"/>
                    <a:pt x="4" y="32"/>
                    <a:pt x="11" y="36"/>
                  </a:cubicBezTo>
                  <a:cubicBezTo>
                    <a:pt x="12" y="37"/>
                    <a:pt x="12" y="37"/>
                    <a:pt x="13" y="37"/>
                  </a:cubicBezTo>
                  <a:cubicBezTo>
                    <a:pt x="11" y="40"/>
                    <a:pt x="8" y="43"/>
                    <a:pt x="5" y="45"/>
                  </a:cubicBezTo>
                  <a:cubicBezTo>
                    <a:pt x="0" y="50"/>
                    <a:pt x="6" y="57"/>
                    <a:pt x="11" y="55"/>
                  </a:cubicBezTo>
                  <a:cubicBezTo>
                    <a:pt x="22" y="51"/>
                    <a:pt x="29" y="41"/>
                    <a:pt x="31" y="30"/>
                  </a:cubicBezTo>
                  <a:cubicBezTo>
                    <a:pt x="32" y="22"/>
                    <a:pt x="31" y="8"/>
                    <a:pt x="22" y="4"/>
                  </a:cubicBezTo>
                  <a:close/>
                </a:path>
              </a:pathLst>
            </a:custGeom>
            <a:solidFill>
              <a:srgbClr val="8337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8" name="Freeform 17"/>
            <p:cNvSpPr>
              <a:spLocks noEditPoints="1"/>
            </p:cNvSpPr>
            <p:nvPr/>
          </p:nvSpPr>
          <p:spPr bwMode="auto">
            <a:xfrm>
              <a:off x="5813426" y="2520951"/>
              <a:ext cx="358775" cy="209550"/>
            </a:xfrm>
            <a:custGeom>
              <a:avLst/>
              <a:gdLst>
                <a:gd name="T0" fmla="*/ 206 w 220"/>
                <a:gd name="T1" fmla="*/ 67 h 129"/>
                <a:gd name="T2" fmla="*/ 127 w 220"/>
                <a:gd name="T3" fmla="*/ 89 h 129"/>
                <a:gd name="T4" fmla="*/ 122 w 220"/>
                <a:gd name="T5" fmla="*/ 89 h 129"/>
                <a:gd name="T6" fmla="*/ 132 w 220"/>
                <a:gd name="T7" fmla="*/ 28 h 129"/>
                <a:gd name="T8" fmla="*/ 78 w 220"/>
                <a:gd name="T9" fmla="*/ 14 h 129"/>
                <a:gd name="T10" fmla="*/ 61 w 220"/>
                <a:gd name="T11" fmla="*/ 61 h 129"/>
                <a:gd name="T12" fmla="*/ 94 w 220"/>
                <a:gd name="T13" fmla="*/ 96 h 129"/>
                <a:gd name="T14" fmla="*/ 9 w 220"/>
                <a:gd name="T15" fmla="*/ 100 h 129"/>
                <a:gd name="T16" fmla="*/ 4 w 220"/>
                <a:gd name="T17" fmla="*/ 107 h 129"/>
                <a:gd name="T18" fmla="*/ 109 w 220"/>
                <a:gd name="T19" fmla="*/ 102 h 129"/>
                <a:gd name="T20" fmla="*/ 216 w 220"/>
                <a:gd name="T21" fmla="*/ 75 h 129"/>
                <a:gd name="T22" fmla="*/ 206 w 220"/>
                <a:gd name="T23" fmla="*/ 67 h 129"/>
                <a:gd name="T24" fmla="*/ 75 w 220"/>
                <a:gd name="T25" fmla="*/ 45 h 129"/>
                <a:gd name="T26" fmla="*/ 88 w 220"/>
                <a:gd name="T27" fmla="*/ 25 h 129"/>
                <a:gd name="T28" fmla="*/ 122 w 220"/>
                <a:gd name="T29" fmla="*/ 39 h 129"/>
                <a:gd name="T30" fmla="*/ 108 w 220"/>
                <a:gd name="T31" fmla="*/ 84 h 129"/>
                <a:gd name="T32" fmla="*/ 75 w 220"/>
                <a:gd name="T33" fmla="*/ 4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129">
                  <a:moveTo>
                    <a:pt x="206" y="67"/>
                  </a:moveTo>
                  <a:cubicBezTo>
                    <a:pt x="184" y="87"/>
                    <a:pt x="156" y="94"/>
                    <a:pt x="127" y="89"/>
                  </a:cubicBezTo>
                  <a:cubicBezTo>
                    <a:pt x="125" y="89"/>
                    <a:pt x="124" y="89"/>
                    <a:pt x="122" y="89"/>
                  </a:cubicBezTo>
                  <a:cubicBezTo>
                    <a:pt x="137" y="71"/>
                    <a:pt x="142" y="50"/>
                    <a:pt x="132" y="28"/>
                  </a:cubicBezTo>
                  <a:cubicBezTo>
                    <a:pt x="122" y="6"/>
                    <a:pt x="97" y="0"/>
                    <a:pt x="78" y="14"/>
                  </a:cubicBezTo>
                  <a:cubicBezTo>
                    <a:pt x="64" y="24"/>
                    <a:pt x="57" y="44"/>
                    <a:pt x="61" y="61"/>
                  </a:cubicBezTo>
                  <a:cubicBezTo>
                    <a:pt x="65" y="77"/>
                    <a:pt x="80" y="88"/>
                    <a:pt x="94" y="96"/>
                  </a:cubicBezTo>
                  <a:cubicBezTo>
                    <a:pt x="70" y="112"/>
                    <a:pt x="34" y="117"/>
                    <a:pt x="9" y="100"/>
                  </a:cubicBezTo>
                  <a:cubicBezTo>
                    <a:pt x="5" y="97"/>
                    <a:pt x="0" y="104"/>
                    <a:pt x="4" y="107"/>
                  </a:cubicBezTo>
                  <a:cubicBezTo>
                    <a:pt x="33" y="129"/>
                    <a:pt x="79" y="123"/>
                    <a:pt x="109" y="102"/>
                  </a:cubicBezTo>
                  <a:cubicBezTo>
                    <a:pt x="145" y="114"/>
                    <a:pt x="194" y="108"/>
                    <a:pt x="216" y="75"/>
                  </a:cubicBezTo>
                  <a:cubicBezTo>
                    <a:pt x="220" y="69"/>
                    <a:pt x="212" y="62"/>
                    <a:pt x="206" y="67"/>
                  </a:cubicBezTo>
                  <a:close/>
                  <a:moveTo>
                    <a:pt x="75" y="45"/>
                  </a:moveTo>
                  <a:cubicBezTo>
                    <a:pt x="77" y="37"/>
                    <a:pt x="82" y="30"/>
                    <a:pt x="88" y="25"/>
                  </a:cubicBezTo>
                  <a:cubicBezTo>
                    <a:pt x="102" y="11"/>
                    <a:pt x="116" y="28"/>
                    <a:pt x="122" y="39"/>
                  </a:cubicBezTo>
                  <a:cubicBezTo>
                    <a:pt x="129" y="55"/>
                    <a:pt x="119" y="73"/>
                    <a:pt x="108" y="84"/>
                  </a:cubicBezTo>
                  <a:cubicBezTo>
                    <a:pt x="89" y="78"/>
                    <a:pt x="71" y="64"/>
                    <a:pt x="7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9" name="Freeform 18"/>
            <p:cNvSpPr>
              <a:spLocks/>
            </p:cNvSpPr>
            <p:nvPr/>
          </p:nvSpPr>
          <p:spPr bwMode="auto">
            <a:xfrm>
              <a:off x="5568951" y="5072063"/>
              <a:ext cx="196850" cy="79375"/>
            </a:xfrm>
            <a:custGeom>
              <a:avLst/>
              <a:gdLst>
                <a:gd name="T0" fmla="*/ 67 w 121"/>
                <a:gd name="T1" fmla="*/ 4 h 49"/>
                <a:gd name="T2" fmla="*/ 33 w 121"/>
                <a:gd name="T3" fmla="*/ 7 h 49"/>
                <a:gd name="T4" fmla="*/ 8 w 121"/>
                <a:gd name="T5" fmla="*/ 21 h 49"/>
                <a:gd name="T6" fmla="*/ 39 w 121"/>
                <a:gd name="T7" fmla="*/ 48 h 49"/>
                <a:gd name="T8" fmla="*/ 93 w 121"/>
                <a:gd name="T9" fmla="*/ 40 h 49"/>
                <a:gd name="T10" fmla="*/ 112 w 121"/>
                <a:gd name="T11" fmla="*/ 0 h 49"/>
                <a:gd name="T12" fmla="*/ 67 w 121"/>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121" h="49">
                  <a:moveTo>
                    <a:pt x="67" y="4"/>
                  </a:moveTo>
                  <a:cubicBezTo>
                    <a:pt x="67" y="4"/>
                    <a:pt x="39" y="6"/>
                    <a:pt x="33" y="7"/>
                  </a:cubicBezTo>
                  <a:cubicBezTo>
                    <a:pt x="23" y="8"/>
                    <a:pt x="12" y="12"/>
                    <a:pt x="8" y="21"/>
                  </a:cubicBezTo>
                  <a:cubicBezTo>
                    <a:pt x="0" y="41"/>
                    <a:pt x="25" y="48"/>
                    <a:pt x="39" y="48"/>
                  </a:cubicBezTo>
                  <a:cubicBezTo>
                    <a:pt x="58" y="49"/>
                    <a:pt x="76" y="45"/>
                    <a:pt x="93" y="40"/>
                  </a:cubicBezTo>
                  <a:cubicBezTo>
                    <a:pt x="121" y="33"/>
                    <a:pt x="112" y="0"/>
                    <a:pt x="112" y="0"/>
                  </a:cubicBezTo>
                  <a:lnTo>
                    <a:pt x="67" y="4"/>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0" name="Freeform 19"/>
            <p:cNvSpPr>
              <a:spLocks/>
            </p:cNvSpPr>
            <p:nvPr/>
          </p:nvSpPr>
          <p:spPr bwMode="auto">
            <a:xfrm>
              <a:off x="6261101" y="5062538"/>
              <a:ext cx="209550" cy="85725"/>
            </a:xfrm>
            <a:custGeom>
              <a:avLst/>
              <a:gdLst>
                <a:gd name="T0" fmla="*/ 0 w 129"/>
                <a:gd name="T1" fmla="*/ 16 h 53"/>
                <a:gd name="T2" fmla="*/ 104 w 129"/>
                <a:gd name="T3" fmla="*/ 41 h 53"/>
                <a:gd name="T4" fmla="*/ 111 w 129"/>
                <a:gd name="T5" fmla="*/ 5 h 53"/>
                <a:gd name="T6" fmla="*/ 79 w 129"/>
                <a:gd name="T7" fmla="*/ 3 h 53"/>
                <a:gd name="T8" fmla="*/ 47 w 129"/>
                <a:gd name="T9" fmla="*/ 6 h 53"/>
                <a:gd name="T10" fmla="*/ 0 w 129"/>
                <a:gd name="T11" fmla="*/ 16 h 53"/>
              </a:gdLst>
              <a:ahLst/>
              <a:cxnLst>
                <a:cxn ang="0">
                  <a:pos x="T0" y="T1"/>
                </a:cxn>
                <a:cxn ang="0">
                  <a:pos x="T2" y="T3"/>
                </a:cxn>
                <a:cxn ang="0">
                  <a:pos x="T4" y="T5"/>
                </a:cxn>
                <a:cxn ang="0">
                  <a:pos x="T6" y="T7"/>
                </a:cxn>
                <a:cxn ang="0">
                  <a:pos x="T8" y="T9"/>
                </a:cxn>
                <a:cxn ang="0">
                  <a:pos x="T10" y="T11"/>
                </a:cxn>
              </a:cxnLst>
              <a:rect l="0" t="0" r="r" b="b"/>
              <a:pathLst>
                <a:path w="129" h="53">
                  <a:moveTo>
                    <a:pt x="0" y="16"/>
                  </a:moveTo>
                  <a:cubicBezTo>
                    <a:pt x="5" y="53"/>
                    <a:pt x="78" y="49"/>
                    <a:pt x="104" y="41"/>
                  </a:cubicBezTo>
                  <a:cubicBezTo>
                    <a:pt x="122" y="35"/>
                    <a:pt x="129" y="16"/>
                    <a:pt x="111" y="5"/>
                  </a:cubicBezTo>
                  <a:cubicBezTo>
                    <a:pt x="102" y="0"/>
                    <a:pt x="89" y="2"/>
                    <a:pt x="79" y="3"/>
                  </a:cubicBezTo>
                  <a:cubicBezTo>
                    <a:pt x="69" y="5"/>
                    <a:pt x="47" y="6"/>
                    <a:pt x="47" y="6"/>
                  </a:cubicBezTo>
                  <a:lnTo>
                    <a:pt x="0" y="16"/>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1" name="Freeform 20"/>
            <p:cNvSpPr>
              <a:spLocks/>
            </p:cNvSpPr>
            <p:nvPr/>
          </p:nvSpPr>
          <p:spPr bwMode="auto">
            <a:xfrm>
              <a:off x="5365751" y="4254501"/>
              <a:ext cx="1274763" cy="835025"/>
            </a:xfrm>
            <a:custGeom>
              <a:avLst/>
              <a:gdLst>
                <a:gd name="T0" fmla="*/ 785 w 785"/>
                <a:gd name="T1" fmla="*/ 2 h 515"/>
                <a:gd name="T2" fmla="*/ 772 w 785"/>
                <a:gd name="T3" fmla="*/ 0 h 515"/>
                <a:gd name="T4" fmla="*/ 2 w 785"/>
                <a:gd name="T5" fmla="*/ 0 h 515"/>
                <a:gd name="T6" fmla="*/ 0 w 785"/>
                <a:gd name="T7" fmla="*/ 4 h 515"/>
                <a:gd name="T8" fmla="*/ 165 w 785"/>
                <a:gd name="T9" fmla="*/ 128 h 515"/>
                <a:gd name="T10" fmla="*/ 167 w 785"/>
                <a:gd name="T11" fmla="*/ 271 h 515"/>
                <a:gd name="T12" fmla="*/ 191 w 785"/>
                <a:gd name="T13" fmla="*/ 502 h 515"/>
                <a:gd name="T14" fmla="*/ 192 w 785"/>
                <a:gd name="T15" fmla="*/ 509 h 515"/>
                <a:gd name="T16" fmla="*/ 237 w 785"/>
                <a:gd name="T17" fmla="*/ 505 h 515"/>
                <a:gd name="T18" fmla="*/ 237 w 785"/>
                <a:gd name="T19" fmla="*/ 498 h 515"/>
                <a:gd name="T20" fmla="*/ 237 w 785"/>
                <a:gd name="T21" fmla="*/ 295 h 515"/>
                <a:gd name="T22" fmla="*/ 263 w 785"/>
                <a:gd name="T23" fmla="*/ 162 h 515"/>
                <a:gd name="T24" fmla="*/ 497 w 785"/>
                <a:gd name="T25" fmla="*/ 161 h 515"/>
                <a:gd name="T26" fmla="*/ 538 w 785"/>
                <a:gd name="T27" fmla="*/ 339 h 515"/>
                <a:gd name="T28" fmla="*/ 550 w 785"/>
                <a:gd name="T29" fmla="*/ 515 h 515"/>
                <a:gd name="T30" fmla="*/ 552 w 785"/>
                <a:gd name="T31" fmla="*/ 515 h 515"/>
                <a:gd name="T32" fmla="*/ 598 w 785"/>
                <a:gd name="T33" fmla="*/ 505 h 515"/>
                <a:gd name="T34" fmla="*/ 598 w 785"/>
                <a:gd name="T35" fmla="*/ 502 h 515"/>
                <a:gd name="T36" fmla="*/ 601 w 785"/>
                <a:gd name="T37" fmla="*/ 315 h 515"/>
                <a:gd name="T38" fmla="*/ 591 w 785"/>
                <a:gd name="T39" fmla="*/ 137 h 515"/>
                <a:gd name="T40" fmla="*/ 785 w 785"/>
                <a:gd name="T41" fmla="*/ 2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515">
                  <a:moveTo>
                    <a:pt x="785" y="2"/>
                  </a:moveTo>
                  <a:cubicBezTo>
                    <a:pt x="785" y="2"/>
                    <a:pt x="781" y="1"/>
                    <a:pt x="772" y="0"/>
                  </a:cubicBezTo>
                  <a:cubicBezTo>
                    <a:pt x="396" y="81"/>
                    <a:pt x="35" y="7"/>
                    <a:pt x="2" y="0"/>
                  </a:cubicBezTo>
                  <a:cubicBezTo>
                    <a:pt x="1" y="1"/>
                    <a:pt x="0" y="3"/>
                    <a:pt x="0" y="4"/>
                  </a:cubicBezTo>
                  <a:cubicBezTo>
                    <a:pt x="0" y="4"/>
                    <a:pt x="21" y="60"/>
                    <a:pt x="165" y="128"/>
                  </a:cubicBezTo>
                  <a:cubicBezTo>
                    <a:pt x="165" y="128"/>
                    <a:pt x="164" y="192"/>
                    <a:pt x="167" y="271"/>
                  </a:cubicBezTo>
                  <a:cubicBezTo>
                    <a:pt x="170" y="366"/>
                    <a:pt x="187" y="474"/>
                    <a:pt x="191" y="502"/>
                  </a:cubicBezTo>
                  <a:cubicBezTo>
                    <a:pt x="192" y="507"/>
                    <a:pt x="192" y="509"/>
                    <a:pt x="192" y="509"/>
                  </a:cubicBezTo>
                  <a:cubicBezTo>
                    <a:pt x="237" y="505"/>
                    <a:pt x="237" y="505"/>
                    <a:pt x="237" y="505"/>
                  </a:cubicBezTo>
                  <a:cubicBezTo>
                    <a:pt x="237" y="505"/>
                    <a:pt x="237" y="502"/>
                    <a:pt x="237" y="498"/>
                  </a:cubicBezTo>
                  <a:cubicBezTo>
                    <a:pt x="235" y="471"/>
                    <a:pt x="230" y="363"/>
                    <a:pt x="237" y="295"/>
                  </a:cubicBezTo>
                  <a:cubicBezTo>
                    <a:pt x="243" y="231"/>
                    <a:pt x="263" y="162"/>
                    <a:pt x="263" y="162"/>
                  </a:cubicBezTo>
                  <a:cubicBezTo>
                    <a:pt x="263" y="162"/>
                    <a:pt x="395" y="188"/>
                    <a:pt x="497" y="161"/>
                  </a:cubicBezTo>
                  <a:cubicBezTo>
                    <a:pt x="497" y="161"/>
                    <a:pt x="532" y="285"/>
                    <a:pt x="538" y="339"/>
                  </a:cubicBezTo>
                  <a:cubicBezTo>
                    <a:pt x="543" y="386"/>
                    <a:pt x="550" y="515"/>
                    <a:pt x="550" y="515"/>
                  </a:cubicBezTo>
                  <a:cubicBezTo>
                    <a:pt x="552" y="515"/>
                    <a:pt x="552" y="515"/>
                    <a:pt x="552" y="515"/>
                  </a:cubicBezTo>
                  <a:cubicBezTo>
                    <a:pt x="598" y="505"/>
                    <a:pt x="598" y="505"/>
                    <a:pt x="598" y="505"/>
                  </a:cubicBezTo>
                  <a:cubicBezTo>
                    <a:pt x="598" y="505"/>
                    <a:pt x="598" y="504"/>
                    <a:pt x="598" y="502"/>
                  </a:cubicBezTo>
                  <a:cubicBezTo>
                    <a:pt x="600" y="481"/>
                    <a:pt x="606" y="380"/>
                    <a:pt x="601" y="315"/>
                  </a:cubicBezTo>
                  <a:cubicBezTo>
                    <a:pt x="597" y="276"/>
                    <a:pt x="603" y="228"/>
                    <a:pt x="591" y="137"/>
                  </a:cubicBezTo>
                  <a:cubicBezTo>
                    <a:pt x="591" y="137"/>
                    <a:pt x="735" y="63"/>
                    <a:pt x="785" y="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2" name="Freeform 21"/>
            <p:cNvSpPr>
              <a:spLocks/>
            </p:cNvSpPr>
            <p:nvPr/>
          </p:nvSpPr>
          <p:spPr bwMode="auto">
            <a:xfrm>
              <a:off x="6470651" y="1527176"/>
              <a:ext cx="330200" cy="403225"/>
            </a:xfrm>
            <a:custGeom>
              <a:avLst/>
              <a:gdLst>
                <a:gd name="T0" fmla="*/ 188 w 203"/>
                <a:gd name="T1" fmla="*/ 66 h 249"/>
                <a:gd name="T2" fmla="*/ 89 w 203"/>
                <a:gd name="T3" fmla="*/ 0 h 249"/>
                <a:gd name="T4" fmla="*/ 17 w 203"/>
                <a:gd name="T5" fmla="*/ 67 h 249"/>
                <a:gd name="T6" fmla="*/ 31 w 203"/>
                <a:gd name="T7" fmla="*/ 69 h 249"/>
                <a:gd name="T8" fmla="*/ 105 w 203"/>
                <a:gd name="T9" fmla="*/ 50 h 249"/>
                <a:gd name="T10" fmla="*/ 142 w 203"/>
                <a:gd name="T11" fmla="*/ 103 h 249"/>
                <a:gd name="T12" fmla="*/ 88 w 203"/>
                <a:gd name="T13" fmla="*/ 148 h 249"/>
                <a:gd name="T14" fmla="*/ 50 w 203"/>
                <a:gd name="T15" fmla="*/ 222 h 249"/>
                <a:gd name="T16" fmla="*/ 72 w 203"/>
                <a:gd name="T17" fmla="*/ 247 h 249"/>
                <a:gd name="T18" fmla="*/ 93 w 203"/>
                <a:gd name="T19" fmla="*/ 243 h 249"/>
                <a:gd name="T20" fmla="*/ 104 w 203"/>
                <a:gd name="T21" fmla="*/ 219 h 249"/>
                <a:gd name="T22" fmla="*/ 158 w 203"/>
                <a:gd name="T23" fmla="*/ 159 h 249"/>
                <a:gd name="T24" fmla="*/ 188 w 203"/>
                <a:gd name="T25" fmla="*/ 6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49">
                  <a:moveTo>
                    <a:pt x="188" y="66"/>
                  </a:moveTo>
                  <a:cubicBezTo>
                    <a:pt x="172" y="26"/>
                    <a:pt x="132" y="1"/>
                    <a:pt x="89" y="0"/>
                  </a:cubicBezTo>
                  <a:cubicBezTo>
                    <a:pt x="54" y="0"/>
                    <a:pt x="0" y="22"/>
                    <a:pt x="17" y="67"/>
                  </a:cubicBezTo>
                  <a:cubicBezTo>
                    <a:pt x="19" y="72"/>
                    <a:pt x="26" y="74"/>
                    <a:pt x="31" y="69"/>
                  </a:cubicBezTo>
                  <a:cubicBezTo>
                    <a:pt x="51" y="46"/>
                    <a:pt x="75" y="42"/>
                    <a:pt x="105" y="50"/>
                  </a:cubicBezTo>
                  <a:cubicBezTo>
                    <a:pt x="125" y="55"/>
                    <a:pt x="153" y="80"/>
                    <a:pt x="142" y="103"/>
                  </a:cubicBezTo>
                  <a:cubicBezTo>
                    <a:pt x="133" y="122"/>
                    <a:pt x="104" y="135"/>
                    <a:pt x="88" y="148"/>
                  </a:cubicBezTo>
                  <a:cubicBezTo>
                    <a:pt x="65" y="167"/>
                    <a:pt x="48" y="192"/>
                    <a:pt x="50" y="222"/>
                  </a:cubicBezTo>
                  <a:cubicBezTo>
                    <a:pt x="51" y="235"/>
                    <a:pt x="60" y="244"/>
                    <a:pt x="72" y="247"/>
                  </a:cubicBezTo>
                  <a:cubicBezTo>
                    <a:pt x="80" y="249"/>
                    <a:pt x="86" y="247"/>
                    <a:pt x="93" y="243"/>
                  </a:cubicBezTo>
                  <a:cubicBezTo>
                    <a:pt x="100" y="238"/>
                    <a:pt x="105" y="229"/>
                    <a:pt x="104" y="219"/>
                  </a:cubicBezTo>
                  <a:cubicBezTo>
                    <a:pt x="102" y="192"/>
                    <a:pt x="140" y="174"/>
                    <a:pt x="158" y="159"/>
                  </a:cubicBezTo>
                  <a:cubicBezTo>
                    <a:pt x="186" y="135"/>
                    <a:pt x="203" y="104"/>
                    <a:pt x="188" y="66"/>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3" name="Freeform 22"/>
            <p:cNvSpPr>
              <a:spLocks/>
            </p:cNvSpPr>
            <p:nvPr/>
          </p:nvSpPr>
          <p:spPr bwMode="auto">
            <a:xfrm>
              <a:off x="6519863" y="1992313"/>
              <a:ext cx="133350" cy="101600"/>
            </a:xfrm>
            <a:custGeom>
              <a:avLst/>
              <a:gdLst>
                <a:gd name="T0" fmla="*/ 47 w 82"/>
                <a:gd name="T1" fmla="*/ 4 h 63"/>
                <a:gd name="T2" fmla="*/ 35 w 82"/>
                <a:gd name="T3" fmla="*/ 59 h 63"/>
                <a:gd name="T4" fmla="*/ 47 w 82"/>
                <a:gd name="T5" fmla="*/ 4 h 63"/>
              </a:gdLst>
              <a:ahLst/>
              <a:cxnLst>
                <a:cxn ang="0">
                  <a:pos x="T0" y="T1"/>
                </a:cxn>
                <a:cxn ang="0">
                  <a:pos x="T2" y="T3"/>
                </a:cxn>
                <a:cxn ang="0">
                  <a:pos x="T4" y="T5"/>
                </a:cxn>
              </a:cxnLst>
              <a:rect l="0" t="0" r="r" b="b"/>
              <a:pathLst>
                <a:path w="82" h="63">
                  <a:moveTo>
                    <a:pt x="47" y="4"/>
                  </a:moveTo>
                  <a:cubicBezTo>
                    <a:pt x="11" y="0"/>
                    <a:pt x="0" y="54"/>
                    <a:pt x="35" y="59"/>
                  </a:cubicBezTo>
                  <a:cubicBezTo>
                    <a:pt x="71" y="63"/>
                    <a:pt x="82" y="9"/>
                    <a:pt x="47" y="4"/>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4" name="Freeform 23"/>
            <p:cNvSpPr>
              <a:spLocks/>
            </p:cNvSpPr>
            <p:nvPr/>
          </p:nvSpPr>
          <p:spPr bwMode="auto">
            <a:xfrm>
              <a:off x="6272213" y="1782763"/>
              <a:ext cx="176213" cy="222250"/>
            </a:xfrm>
            <a:custGeom>
              <a:avLst/>
              <a:gdLst>
                <a:gd name="T0" fmla="*/ 7 w 108"/>
                <a:gd name="T1" fmla="*/ 95 h 137"/>
                <a:gd name="T2" fmla="*/ 58 w 108"/>
                <a:gd name="T3" fmla="*/ 136 h 137"/>
                <a:gd name="T4" fmla="*/ 100 w 108"/>
                <a:gd name="T5" fmla="*/ 102 h 137"/>
                <a:gd name="T6" fmla="*/ 93 w 108"/>
                <a:gd name="T7" fmla="*/ 100 h 137"/>
                <a:gd name="T8" fmla="*/ 51 w 108"/>
                <a:gd name="T9" fmla="*/ 108 h 137"/>
                <a:gd name="T10" fmla="*/ 33 w 108"/>
                <a:gd name="T11" fmla="*/ 77 h 137"/>
                <a:gd name="T12" fmla="*/ 65 w 108"/>
                <a:gd name="T13" fmla="*/ 55 h 137"/>
                <a:gd name="T14" fmla="*/ 88 w 108"/>
                <a:gd name="T15" fmla="*/ 16 h 137"/>
                <a:gd name="T16" fmla="*/ 78 w 108"/>
                <a:gd name="T17" fmla="*/ 1 h 137"/>
                <a:gd name="T18" fmla="*/ 66 w 108"/>
                <a:gd name="T19" fmla="*/ 3 h 137"/>
                <a:gd name="T20" fmla="*/ 59 w 108"/>
                <a:gd name="T21" fmla="*/ 15 h 137"/>
                <a:gd name="T22" fmla="*/ 27 w 108"/>
                <a:gd name="T23" fmla="*/ 46 h 137"/>
                <a:gd name="T24" fmla="*/ 7 w 108"/>
                <a:gd name="T25"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37">
                  <a:moveTo>
                    <a:pt x="7" y="95"/>
                  </a:moveTo>
                  <a:cubicBezTo>
                    <a:pt x="14" y="118"/>
                    <a:pt x="34" y="133"/>
                    <a:pt x="58" y="136"/>
                  </a:cubicBezTo>
                  <a:cubicBezTo>
                    <a:pt x="77" y="137"/>
                    <a:pt x="108" y="128"/>
                    <a:pt x="100" y="102"/>
                  </a:cubicBezTo>
                  <a:cubicBezTo>
                    <a:pt x="99" y="99"/>
                    <a:pt x="95" y="98"/>
                    <a:pt x="93" y="100"/>
                  </a:cubicBezTo>
                  <a:cubicBezTo>
                    <a:pt x="81" y="112"/>
                    <a:pt x="68" y="114"/>
                    <a:pt x="51" y="108"/>
                  </a:cubicBezTo>
                  <a:cubicBezTo>
                    <a:pt x="41" y="104"/>
                    <a:pt x="26" y="89"/>
                    <a:pt x="33" y="77"/>
                  </a:cubicBezTo>
                  <a:cubicBezTo>
                    <a:pt x="39" y="67"/>
                    <a:pt x="56" y="61"/>
                    <a:pt x="65" y="55"/>
                  </a:cubicBezTo>
                  <a:cubicBezTo>
                    <a:pt x="78" y="45"/>
                    <a:pt x="88" y="33"/>
                    <a:pt x="88" y="16"/>
                  </a:cubicBezTo>
                  <a:cubicBezTo>
                    <a:pt x="88" y="9"/>
                    <a:pt x="84" y="3"/>
                    <a:pt x="78" y="1"/>
                  </a:cubicBezTo>
                  <a:cubicBezTo>
                    <a:pt x="74" y="0"/>
                    <a:pt x="70" y="1"/>
                    <a:pt x="66" y="3"/>
                  </a:cubicBezTo>
                  <a:cubicBezTo>
                    <a:pt x="62" y="5"/>
                    <a:pt x="59" y="10"/>
                    <a:pt x="59" y="15"/>
                  </a:cubicBezTo>
                  <a:cubicBezTo>
                    <a:pt x="59" y="30"/>
                    <a:pt x="37" y="38"/>
                    <a:pt x="27" y="46"/>
                  </a:cubicBezTo>
                  <a:cubicBezTo>
                    <a:pt x="10" y="58"/>
                    <a:pt x="0" y="74"/>
                    <a:pt x="7" y="95"/>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5" name="Freeform 24"/>
            <p:cNvSpPr>
              <a:spLocks/>
            </p:cNvSpPr>
            <p:nvPr/>
          </p:nvSpPr>
          <p:spPr bwMode="auto">
            <a:xfrm>
              <a:off x="6365876" y="1692276"/>
              <a:ext cx="77788" cy="60325"/>
            </a:xfrm>
            <a:custGeom>
              <a:avLst/>
              <a:gdLst>
                <a:gd name="T0" fmla="*/ 19 w 47"/>
                <a:gd name="T1" fmla="*/ 33 h 37"/>
                <a:gd name="T2" fmla="*/ 27 w 47"/>
                <a:gd name="T3" fmla="*/ 4 h 37"/>
                <a:gd name="T4" fmla="*/ 19 w 47"/>
                <a:gd name="T5" fmla="*/ 33 h 37"/>
              </a:gdLst>
              <a:ahLst/>
              <a:cxnLst>
                <a:cxn ang="0">
                  <a:pos x="T0" y="T1"/>
                </a:cxn>
                <a:cxn ang="0">
                  <a:pos x="T2" y="T3"/>
                </a:cxn>
                <a:cxn ang="0">
                  <a:pos x="T4" y="T5"/>
                </a:cxn>
              </a:cxnLst>
              <a:rect l="0" t="0" r="r" b="b"/>
              <a:pathLst>
                <a:path w="47" h="37">
                  <a:moveTo>
                    <a:pt x="19" y="33"/>
                  </a:moveTo>
                  <a:cubicBezTo>
                    <a:pt x="38" y="37"/>
                    <a:pt x="47" y="8"/>
                    <a:pt x="27" y="4"/>
                  </a:cubicBezTo>
                  <a:cubicBezTo>
                    <a:pt x="8" y="0"/>
                    <a:pt x="0" y="29"/>
                    <a:pt x="19" y="33"/>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6" name="Freeform 25"/>
            <p:cNvSpPr>
              <a:spLocks/>
            </p:cNvSpPr>
            <p:nvPr/>
          </p:nvSpPr>
          <p:spPr bwMode="auto">
            <a:xfrm>
              <a:off x="6797676" y="2100263"/>
              <a:ext cx="138113" cy="117475"/>
            </a:xfrm>
            <a:custGeom>
              <a:avLst/>
              <a:gdLst>
                <a:gd name="T0" fmla="*/ 49 w 85"/>
                <a:gd name="T1" fmla="*/ 0 h 73"/>
                <a:gd name="T2" fmla="*/ 35 w 85"/>
                <a:gd name="T3" fmla="*/ 8 h 73"/>
                <a:gd name="T4" fmla="*/ 38 w 85"/>
                <a:gd name="T5" fmla="*/ 13 h 73"/>
                <a:gd name="T6" fmla="*/ 38 w 85"/>
                <a:gd name="T7" fmla="*/ 13 h 73"/>
                <a:gd name="T8" fmla="*/ 40 w 85"/>
                <a:gd name="T9" fmla="*/ 13 h 73"/>
                <a:gd name="T10" fmla="*/ 62 w 85"/>
                <a:gd name="T11" fmla="*/ 27 h 73"/>
                <a:gd name="T12" fmla="*/ 58 w 85"/>
                <a:gd name="T13" fmla="*/ 50 h 73"/>
                <a:gd name="T14" fmla="*/ 52 w 85"/>
                <a:gd name="T15" fmla="*/ 51 h 73"/>
                <a:gd name="T16" fmla="*/ 32 w 85"/>
                <a:gd name="T17" fmla="*/ 47 h 73"/>
                <a:gd name="T18" fmla="*/ 27 w 85"/>
                <a:gd name="T19" fmla="*/ 47 h 73"/>
                <a:gd name="T20" fmla="*/ 4 w 85"/>
                <a:gd name="T21" fmla="*/ 57 h 73"/>
                <a:gd name="T22" fmla="*/ 3 w 85"/>
                <a:gd name="T23" fmla="*/ 69 h 73"/>
                <a:gd name="T24" fmla="*/ 9 w 85"/>
                <a:gd name="T25" fmla="*/ 73 h 73"/>
                <a:gd name="T26" fmla="*/ 11 w 85"/>
                <a:gd name="T27" fmla="*/ 73 h 73"/>
                <a:gd name="T28" fmla="*/ 18 w 85"/>
                <a:gd name="T29" fmla="*/ 70 h 73"/>
                <a:gd name="T30" fmla="*/ 29 w 85"/>
                <a:gd name="T31" fmla="*/ 66 h 73"/>
                <a:gd name="T32" fmla="*/ 47 w 85"/>
                <a:gd name="T33" fmla="*/ 68 h 73"/>
                <a:gd name="T34" fmla="*/ 52 w 85"/>
                <a:gd name="T35" fmla="*/ 69 h 73"/>
                <a:gd name="T36" fmla="*/ 79 w 85"/>
                <a:gd name="T37" fmla="*/ 53 h 73"/>
                <a:gd name="T38" fmla="*/ 71 w 85"/>
                <a:gd name="T39" fmla="*/ 10 h 73"/>
                <a:gd name="T40" fmla="*/ 49 w 85"/>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73">
                  <a:moveTo>
                    <a:pt x="49" y="0"/>
                  </a:moveTo>
                  <a:cubicBezTo>
                    <a:pt x="43" y="0"/>
                    <a:pt x="38" y="2"/>
                    <a:pt x="35" y="8"/>
                  </a:cubicBezTo>
                  <a:cubicBezTo>
                    <a:pt x="35" y="10"/>
                    <a:pt x="36" y="13"/>
                    <a:pt x="38" y="13"/>
                  </a:cubicBezTo>
                  <a:cubicBezTo>
                    <a:pt x="38" y="13"/>
                    <a:pt x="38" y="13"/>
                    <a:pt x="38" y="13"/>
                  </a:cubicBezTo>
                  <a:cubicBezTo>
                    <a:pt x="39" y="13"/>
                    <a:pt x="40" y="13"/>
                    <a:pt x="40" y="13"/>
                  </a:cubicBezTo>
                  <a:cubicBezTo>
                    <a:pt x="50" y="13"/>
                    <a:pt x="57" y="18"/>
                    <a:pt x="62" y="27"/>
                  </a:cubicBezTo>
                  <a:cubicBezTo>
                    <a:pt x="66" y="33"/>
                    <a:pt x="67" y="47"/>
                    <a:pt x="58" y="50"/>
                  </a:cubicBezTo>
                  <a:cubicBezTo>
                    <a:pt x="56" y="51"/>
                    <a:pt x="54" y="51"/>
                    <a:pt x="52" y="51"/>
                  </a:cubicBezTo>
                  <a:cubicBezTo>
                    <a:pt x="46" y="51"/>
                    <a:pt x="38" y="48"/>
                    <a:pt x="32" y="47"/>
                  </a:cubicBezTo>
                  <a:cubicBezTo>
                    <a:pt x="30" y="47"/>
                    <a:pt x="29" y="47"/>
                    <a:pt x="27" y="47"/>
                  </a:cubicBezTo>
                  <a:cubicBezTo>
                    <a:pt x="18" y="47"/>
                    <a:pt x="10" y="50"/>
                    <a:pt x="4" y="57"/>
                  </a:cubicBezTo>
                  <a:cubicBezTo>
                    <a:pt x="0" y="60"/>
                    <a:pt x="0" y="65"/>
                    <a:pt x="3" y="69"/>
                  </a:cubicBezTo>
                  <a:cubicBezTo>
                    <a:pt x="4" y="71"/>
                    <a:pt x="6" y="72"/>
                    <a:pt x="9" y="73"/>
                  </a:cubicBezTo>
                  <a:cubicBezTo>
                    <a:pt x="9" y="73"/>
                    <a:pt x="10" y="73"/>
                    <a:pt x="11" y="73"/>
                  </a:cubicBezTo>
                  <a:cubicBezTo>
                    <a:pt x="13" y="73"/>
                    <a:pt x="16" y="72"/>
                    <a:pt x="18" y="70"/>
                  </a:cubicBezTo>
                  <a:cubicBezTo>
                    <a:pt x="21" y="67"/>
                    <a:pt x="24" y="66"/>
                    <a:pt x="29" y="66"/>
                  </a:cubicBezTo>
                  <a:cubicBezTo>
                    <a:pt x="35" y="66"/>
                    <a:pt x="42" y="68"/>
                    <a:pt x="47" y="68"/>
                  </a:cubicBezTo>
                  <a:cubicBezTo>
                    <a:pt x="49" y="69"/>
                    <a:pt x="50" y="69"/>
                    <a:pt x="52" y="69"/>
                  </a:cubicBezTo>
                  <a:cubicBezTo>
                    <a:pt x="64" y="69"/>
                    <a:pt x="74" y="64"/>
                    <a:pt x="79" y="53"/>
                  </a:cubicBezTo>
                  <a:cubicBezTo>
                    <a:pt x="85" y="38"/>
                    <a:pt x="82" y="22"/>
                    <a:pt x="71" y="10"/>
                  </a:cubicBezTo>
                  <a:cubicBezTo>
                    <a:pt x="66" y="5"/>
                    <a:pt x="57" y="0"/>
                    <a:pt x="49"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7" name="Freeform 26"/>
            <p:cNvSpPr>
              <a:spLocks/>
            </p:cNvSpPr>
            <p:nvPr/>
          </p:nvSpPr>
          <p:spPr bwMode="auto">
            <a:xfrm>
              <a:off x="6748463" y="2224088"/>
              <a:ext cx="46038" cy="31750"/>
            </a:xfrm>
            <a:custGeom>
              <a:avLst/>
              <a:gdLst>
                <a:gd name="T0" fmla="*/ 14 w 28"/>
                <a:gd name="T1" fmla="*/ 0 h 19"/>
                <a:gd name="T2" fmla="*/ 5 w 28"/>
                <a:gd name="T3" fmla="*/ 15 h 19"/>
                <a:gd name="T4" fmla="*/ 13 w 28"/>
                <a:gd name="T5" fmla="*/ 19 h 19"/>
                <a:gd name="T6" fmla="*/ 22 w 28"/>
                <a:gd name="T7" fmla="*/ 4 h 19"/>
                <a:gd name="T8" fmla="*/ 14 w 28"/>
                <a:gd name="T9" fmla="*/ 0 h 19"/>
              </a:gdLst>
              <a:ahLst/>
              <a:cxnLst>
                <a:cxn ang="0">
                  <a:pos x="T0" y="T1"/>
                </a:cxn>
                <a:cxn ang="0">
                  <a:pos x="T2" y="T3"/>
                </a:cxn>
                <a:cxn ang="0">
                  <a:pos x="T4" y="T5"/>
                </a:cxn>
                <a:cxn ang="0">
                  <a:pos x="T6" y="T7"/>
                </a:cxn>
                <a:cxn ang="0">
                  <a:pos x="T8" y="T9"/>
                </a:cxn>
              </a:cxnLst>
              <a:rect l="0" t="0" r="r" b="b"/>
              <a:pathLst>
                <a:path w="28" h="19">
                  <a:moveTo>
                    <a:pt x="14" y="0"/>
                  </a:moveTo>
                  <a:cubicBezTo>
                    <a:pt x="7" y="0"/>
                    <a:pt x="0" y="7"/>
                    <a:pt x="5" y="15"/>
                  </a:cubicBezTo>
                  <a:cubicBezTo>
                    <a:pt x="8" y="18"/>
                    <a:pt x="10" y="19"/>
                    <a:pt x="13" y="19"/>
                  </a:cubicBezTo>
                  <a:cubicBezTo>
                    <a:pt x="21" y="19"/>
                    <a:pt x="28" y="11"/>
                    <a:pt x="22" y="4"/>
                  </a:cubicBezTo>
                  <a:cubicBezTo>
                    <a:pt x="20" y="1"/>
                    <a:pt x="17" y="0"/>
                    <a:pt x="14"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8" name="Freeform 27"/>
            <p:cNvSpPr>
              <a:spLocks/>
            </p:cNvSpPr>
            <p:nvPr/>
          </p:nvSpPr>
          <p:spPr bwMode="auto">
            <a:xfrm>
              <a:off x="5573713" y="1584326"/>
              <a:ext cx="206375" cy="234950"/>
            </a:xfrm>
            <a:custGeom>
              <a:avLst/>
              <a:gdLst>
                <a:gd name="T0" fmla="*/ 62 w 127"/>
                <a:gd name="T1" fmla="*/ 0 h 145"/>
                <a:gd name="T2" fmla="*/ 48 w 127"/>
                <a:gd name="T3" fmla="*/ 1 h 145"/>
                <a:gd name="T4" fmla="*/ 15 w 127"/>
                <a:gd name="T5" fmla="*/ 48 h 145"/>
                <a:gd name="T6" fmla="*/ 19 w 127"/>
                <a:gd name="T7" fmla="*/ 50 h 145"/>
                <a:gd name="T8" fmla="*/ 24 w 127"/>
                <a:gd name="T9" fmla="*/ 48 h 145"/>
                <a:gd name="T10" fmla="*/ 61 w 127"/>
                <a:gd name="T11" fmla="*/ 27 h 145"/>
                <a:gd name="T12" fmla="*/ 64 w 127"/>
                <a:gd name="T13" fmla="*/ 28 h 145"/>
                <a:gd name="T14" fmla="*/ 92 w 127"/>
                <a:gd name="T15" fmla="*/ 53 h 145"/>
                <a:gd name="T16" fmla="*/ 66 w 127"/>
                <a:gd name="T17" fmla="*/ 86 h 145"/>
                <a:gd name="T18" fmla="*/ 54 w 127"/>
                <a:gd name="T19" fmla="*/ 133 h 145"/>
                <a:gd name="T20" fmla="*/ 70 w 127"/>
                <a:gd name="T21" fmla="*/ 145 h 145"/>
                <a:gd name="T22" fmla="*/ 70 w 127"/>
                <a:gd name="T23" fmla="*/ 145 h 145"/>
                <a:gd name="T24" fmla="*/ 81 w 127"/>
                <a:gd name="T25" fmla="*/ 140 h 145"/>
                <a:gd name="T26" fmla="*/ 85 w 127"/>
                <a:gd name="T27" fmla="*/ 125 h 145"/>
                <a:gd name="T28" fmla="*/ 108 w 127"/>
                <a:gd name="T29" fmla="*/ 84 h 145"/>
                <a:gd name="T30" fmla="*/ 113 w 127"/>
                <a:gd name="T31" fmla="*/ 27 h 145"/>
                <a:gd name="T32" fmla="*/ 62 w 12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45">
                  <a:moveTo>
                    <a:pt x="62" y="0"/>
                  </a:moveTo>
                  <a:cubicBezTo>
                    <a:pt x="57" y="0"/>
                    <a:pt x="53" y="0"/>
                    <a:pt x="48" y="1"/>
                  </a:cubicBezTo>
                  <a:cubicBezTo>
                    <a:pt x="28" y="5"/>
                    <a:pt x="0" y="25"/>
                    <a:pt x="15" y="48"/>
                  </a:cubicBezTo>
                  <a:cubicBezTo>
                    <a:pt x="16" y="50"/>
                    <a:pt x="18" y="50"/>
                    <a:pt x="19" y="50"/>
                  </a:cubicBezTo>
                  <a:cubicBezTo>
                    <a:pt x="21" y="50"/>
                    <a:pt x="23" y="50"/>
                    <a:pt x="24" y="48"/>
                  </a:cubicBezTo>
                  <a:cubicBezTo>
                    <a:pt x="32" y="33"/>
                    <a:pt x="44" y="27"/>
                    <a:pt x="61" y="27"/>
                  </a:cubicBezTo>
                  <a:cubicBezTo>
                    <a:pt x="62" y="27"/>
                    <a:pt x="63" y="27"/>
                    <a:pt x="64" y="28"/>
                  </a:cubicBezTo>
                  <a:cubicBezTo>
                    <a:pt x="76" y="28"/>
                    <a:pt x="95" y="39"/>
                    <a:pt x="92" y="53"/>
                  </a:cubicBezTo>
                  <a:cubicBezTo>
                    <a:pt x="89" y="66"/>
                    <a:pt x="74" y="76"/>
                    <a:pt x="66" y="86"/>
                  </a:cubicBezTo>
                  <a:cubicBezTo>
                    <a:pt x="55" y="100"/>
                    <a:pt x="49" y="116"/>
                    <a:pt x="54" y="133"/>
                  </a:cubicBezTo>
                  <a:cubicBezTo>
                    <a:pt x="56" y="141"/>
                    <a:pt x="63" y="145"/>
                    <a:pt x="70" y="145"/>
                  </a:cubicBezTo>
                  <a:cubicBezTo>
                    <a:pt x="70" y="145"/>
                    <a:pt x="70" y="145"/>
                    <a:pt x="70" y="145"/>
                  </a:cubicBezTo>
                  <a:cubicBezTo>
                    <a:pt x="75" y="145"/>
                    <a:pt x="78" y="143"/>
                    <a:pt x="81" y="140"/>
                  </a:cubicBezTo>
                  <a:cubicBezTo>
                    <a:pt x="85" y="136"/>
                    <a:pt x="86" y="130"/>
                    <a:pt x="85" y="125"/>
                  </a:cubicBezTo>
                  <a:cubicBezTo>
                    <a:pt x="80" y="110"/>
                    <a:pt x="100" y="95"/>
                    <a:pt x="108" y="84"/>
                  </a:cubicBezTo>
                  <a:cubicBezTo>
                    <a:pt x="121" y="66"/>
                    <a:pt x="127" y="46"/>
                    <a:pt x="113" y="27"/>
                  </a:cubicBezTo>
                  <a:cubicBezTo>
                    <a:pt x="102" y="9"/>
                    <a:pt x="82" y="0"/>
                    <a:pt x="62"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9" name="Freeform 28"/>
            <p:cNvSpPr>
              <a:spLocks/>
            </p:cNvSpPr>
            <p:nvPr/>
          </p:nvSpPr>
          <p:spPr bwMode="auto">
            <a:xfrm>
              <a:off x="5665788" y="1858963"/>
              <a:ext cx="68263" cy="52388"/>
            </a:xfrm>
            <a:custGeom>
              <a:avLst/>
              <a:gdLst>
                <a:gd name="T0" fmla="*/ 23 w 42"/>
                <a:gd name="T1" fmla="*/ 0 h 32"/>
                <a:gd name="T2" fmla="*/ 21 w 42"/>
                <a:gd name="T3" fmla="*/ 0 h 32"/>
                <a:gd name="T4" fmla="*/ 20 w 42"/>
                <a:gd name="T5" fmla="*/ 32 h 32"/>
                <a:gd name="T6" fmla="*/ 21 w 42"/>
                <a:gd name="T7" fmla="*/ 32 h 32"/>
                <a:gd name="T8" fmla="*/ 23 w 42"/>
                <a:gd name="T9" fmla="*/ 0 h 32"/>
              </a:gdLst>
              <a:ahLst/>
              <a:cxnLst>
                <a:cxn ang="0">
                  <a:pos x="T0" y="T1"/>
                </a:cxn>
                <a:cxn ang="0">
                  <a:pos x="T2" y="T3"/>
                </a:cxn>
                <a:cxn ang="0">
                  <a:pos x="T4" y="T5"/>
                </a:cxn>
                <a:cxn ang="0">
                  <a:pos x="T6" y="T7"/>
                </a:cxn>
                <a:cxn ang="0">
                  <a:pos x="T8" y="T9"/>
                </a:cxn>
              </a:cxnLst>
              <a:rect l="0" t="0" r="r" b="b"/>
              <a:pathLst>
                <a:path w="42" h="32">
                  <a:moveTo>
                    <a:pt x="23" y="0"/>
                  </a:moveTo>
                  <a:cubicBezTo>
                    <a:pt x="22" y="0"/>
                    <a:pt x="21" y="0"/>
                    <a:pt x="21" y="0"/>
                  </a:cubicBezTo>
                  <a:cubicBezTo>
                    <a:pt x="0" y="1"/>
                    <a:pt x="0" y="32"/>
                    <a:pt x="20" y="32"/>
                  </a:cubicBezTo>
                  <a:cubicBezTo>
                    <a:pt x="20" y="32"/>
                    <a:pt x="21" y="32"/>
                    <a:pt x="21" y="32"/>
                  </a:cubicBezTo>
                  <a:cubicBezTo>
                    <a:pt x="42" y="31"/>
                    <a:pt x="42" y="0"/>
                    <a:pt x="23"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0" name="Freeform 29"/>
            <p:cNvSpPr>
              <a:spLocks/>
            </p:cNvSpPr>
            <p:nvPr/>
          </p:nvSpPr>
          <p:spPr bwMode="auto">
            <a:xfrm>
              <a:off x="5356226" y="2038351"/>
              <a:ext cx="160338" cy="144463"/>
            </a:xfrm>
            <a:custGeom>
              <a:avLst/>
              <a:gdLst>
                <a:gd name="T0" fmla="*/ 11 w 99"/>
                <a:gd name="T1" fmla="*/ 0 h 89"/>
                <a:gd name="T2" fmla="*/ 4 w 99"/>
                <a:gd name="T3" fmla="*/ 3 h 89"/>
                <a:gd name="T4" fmla="*/ 0 w 99"/>
                <a:gd name="T5" fmla="*/ 11 h 89"/>
                <a:gd name="T6" fmla="*/ 5 w 99"/>
                <a:gd name="T7" fmla="*/ 21 h 89"/>
                <a:gd name="T8" fmla="*/ 12 w 99"/>
                <a:gd name="T9" fmla="*/ 54 h 89"/>
                <a:gd name="T10" fmla="*/ 36 w 99"/>
                <a:gd name="T11" fmla="*/ 88 h 89"/>
                <a:gd name="T12" fmla="*/ 47 w 99"/>
                <a:gd name="T13" fmla="*/ 89 h 89"/>
                <a:gd name="T14" fmla="*/ 84 w 99"/>
                <a:gd name="T15" fmla="*/ 70 h 89"/>
                <a:gd name="T16" fmla="*/ 79 w 99"/>
                <a:gd name="T17" fmla="*/ 29 h 89"/>
                <a:gd name="T18" fmla="*/ 78 w 99"/>
                <a:gd name="T19" fmla="*/ 29 h 89"/>
                <a:gd name="T20" fmla="*/ 75 w 99"/>
                <a:gd name="T21" fmla="*/ 33 h 89"/>
                <a:gd name="T22" fmla="*/ 63 w 99"/>
                <a:gd name="T23" fmla="*/ 63 h 89"/>
                <a:gd name="T24" fmla="*/ 47 w 99"/>
                <a:gd name="T25" fmla="*/ 69 h 89"/>
                <a:gd name="T26" fmla="*/ 35 w 99"/>
                <a:gd name="T27" fmla="*/ 63 h 89"/>
                <a:gd name="T28" fmla="*/ 34 w 99"/>
                <a:gd name="T29" fmla="*/ 33 h 89"/>
                <a:gd name="T30" fmla="*/ 18 w 99"/>
                <a:gd name="T31" fmla="*/ 2 h 89"/>
                <a:gd name="T32" fmla="*/ 11 w 99"/>
                <a:gd name="T3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89">
                  <a:moveTo>
                    <a:pt x="11" y="0"/>
                  </a:moveTo>
                  <a:cubicBezTo>
                    <a:pt x="9" y="0"/>
                    <a:pt x="6" y="1"/>
                    <a:pt x="4" y="3"/>
                  </a:cubicBezTo>
                  <a:cubicBezTo>
                    <a:pt x="1" y="5"/>
                    <a:pt x="0" y="8"/>
                    <a:pt x="0" y="11"/>
                  </a:cubicBezTo>
                  <a:cubicBezTo>
                    <a:pt x="0" y="15"/>
                    <a:pt x="2" y="19"/>
                    <a:pt x="5" y="21"/>
                  </a:cubicBezTo>
                  <a:cubicBezTo>
                    <a:pt x="15" y="27"/>
                    <a:pt x="12" y="44"/>
                    <a:pt x="12" y="54"/>
                  </a:cubicBezTo>
                  <a:cubicBezTo>
                    <a:pt x="13" y="70"/>
                    <a:pt x="20" y="83"/>
                    <a:pt x="36" y="88"/>
                  </a:cubicBezTo>
                  <a:cubicBezTo>
                    <a:pt x="40" y="89"/>
                    <a:pt x="44" y="89"/>
                    <a:pt x="47" y="89"/>
                  </a:cubicBezTo>
                  <a:cubicBezTo>
                    <a:pt x="61" y="89"/>
                    <a:pt x="75" y="82"/>
                    <a:pt x="84" y="70"/>
                  </a:cubicBezTo>
                  <a:cubicBezTo>
                    <a:pt x="93" y="59"/>
                    <a:pt x="99" y="35"/>
                    <a:pt x="79" y="29"/>
                  </a:cubicBezTo>
                  <a:cubicBezTo>
                    <a:pt x="79" y="29"/>
                    <a:pt x="79" y="29"/>
                    <a:pt x="78" y="29"/>
                  </a:cubicBezTo>
                  <a:cubicBezTo>
                    <a:pt x="76" y="29"/>
                    <a:pt x="74" y="31"/>
                    <a:pt x="75" y="33"/>
                  </a:cubicBezTo>
                  <a:cubicBezTo>
                    <a:pt x="78" y="46"/>
                    <a:pt x="73" y="55"/>
                    <a:pt x="63" y="63"/>
                  </a:cubicBezTo>
                  <a:cubicBezTo>
                    <a:pt x="59" y="66"/>
                    <a:pt x="53" y="69"/>
                    <a:pt x="47" y="69"/>
                  </a:cubicBezTo>
                  <a:cubicBezTo>
                    <a:pt x="42" y="69"/>
                    <a:pt x="38" y="67"/>
                    <a:pt x="35" y="63"/>
                  </a:cubicBezTo>
                  <a:cubicBezTo>
                    <a:pt x="31" y="55"/>
                    <a:pt x="34" y="42"/>
                    <a:pt x="34" y="33"/>
                  </a:cubicBezTo>
                  <a:cubicBezTo>
                    <a:pt x="33" y="20"/>
                    <a:pt x="29" y="9"/>
                    <a:pt x="18" y="2"/>
                  </a:cubicBezTo>
                  <a:cubicBezTo>
                    <a:pt x="16" y="0"/>
                    <a:pt x="14" y="0"/>
                    <a:pt x="11"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1" name="Freeform 30"/>
            <p:cNvSpPr>
              <a:spLocks/>
            </p:cNvSpPr>
            <p:nvPr/>
          </p:nvSpPr>
          <p:spPr bwMode="auto">
            <a:xfrm>
              <a:off x="5297488" y="1992313"/>
              <a:ext cx="52388" cy="41275"/>
            </a:xfrm>
            <a:custGeom>
              <a:avLst/>
              <a:gdLst>
                <a:gd name="T0" fmla="*/ 15 w 32"/>
                <a:gd name="T1" fmla="*/ 0 h 25"/>
                <a:gd name="T2" fmla="*/ 8 w 32"/>
                <a:gd name="T3" fmla="*/ 4 h 25"/>
                <a:gd name="T4" fmla="*/ 16 w 32"/>
                <a:gd name="T5" fmla="*/ 25 h 25"/>
                <a:gd name="T6" fmla="*/ 24 w 32"/>
                <a:gd name="T7" fmla="*/ 21 h 25"/>
                <a:gd name="T8" fmla="*/ 15 w 32"/>
                <a:gd name="T9" fmla="*/ 0 h 25"/>
              </a:gdLst>
              <a:ahLst/>
              <a:cxnLst>
                <a:cxn ang="0">
                  <a:pos x="T0" y="T1"/>
                </a:cxn>
                <a:cxn ang="0">
                  <a:pos x="T2" y="T3"/>
                </a:cxn>
                <a:cxn ang="0">
                  <a:pos x="T4" y="T5"/>
                </a:cxn>
                <a:cxn ang="0">
                  <a:pos x="T6" y="T7"/>
                </a:cxn>
                <a:cxn ang="0">
                  <a:pos x="T8" y="T9"/>
                </a:cxn>
              </a:cxnLst>
              <a:rect l="0" t="0" r="r" b="b"/>
              <a:pathLst>
                <a:path w="32" h="25">
                  <a:moveTo>
                    <a:pt x="15" y="0"/>
                  </a:moveTo>
                  <a:cubicBezTo>
                    <a:pt x="13" y="0"/>
                    <a:pt x="10" y="1"/>
                    <a:pt x="8" y="4"/>
                  </a:cubicBezTo>
                  <a:cubicBezTo>
                    <a:pt x="0" y="12"/>
                    <a:pt x="7" y="25"/>
                    <a:pt x="16" y="25"/>
                  </a:cubicBezTo>
                  <a:cubicBezTo>
                    <a:pt x="19" y="25"/>
                    <a:pt x="21" y="24"/>
                    <a:pt x="24" y="21"/>
                  </a:cubicBezTo>
                  <a:cubicBezTo>
                    <a:pt x="32" y="13"/>
                    <a:pt x="24" y="0"/>
                    <a:pt x="15"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2" name="Freeform 31"/>
            <p:cNvSpPr>
              <a:spLocks/>
            </p:cNvSpPr>
            <p:nvPr/>
          </p:nvSpPr>
          <p:spPr bwMode="auto">
            <a:xfrm>
              <a:off x="5280026" y="3268663"/>
              <a:ext cx="1516063" cy="1116013"/>
            </a:xfrm>
            <a:custGeom>
              <a:avLst/>
              <a:gdLst>
                <a:gd name="T0" fmla="*/ 860 w 933"/>
                <a:gd name="T1" fmla="*/ 30 h 689"/>
                <a:gd name="T2" fmla="*/ 851 w 933"/>
                <a:gd name="T3" fmla="*/ 0 h 689"/>
                <a:gd name="T4" fmla="*/ 51 w 933"/>
                <a:gd name="T5" fmla="*/ 25 h 689"/>
                <a:gd name="T6" fmla="*/ 53 w 933"/>
                <a:gd name="T7" fmla="*/ 607 h 689"/>
                <a:gd name="T8" fmla="*/ 55 w 933"/>
                <a:gd name="T9" fmla="*/ 608 h 689"/>
                <a:gd name="T10" fmla="*/ 825 w 933"/>
                <a:gd name="T11" fmla="*/ 608 h 689"/>
                <a:gd name="T12" fmla="*/ 838 w 933"/>
                <a:gd name="T13" fmla="*/ 605 h 689"/>
                <a:gd name="T14" fmla="*/ 860 w 933"/>
                <a:gd name="T15" fmla="*/ 30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3" h="689">
                  <a:moveTo>
                    <a:pt x="860" y="30"/>
                  </a:moveTo>
                  <a:cubicBezTo>
                    <a:pt x="858" y="19"/>
                    <a:pt x="854" y="9"/>
                    <a:pt x="851" y="0"/>
                  </a:cubicBezTo>
                  <a:cubicBezTo>
                    <a:pt x="814" y="12"/>
                    <a:pt x="440" y="131"/>
                    <a:pt x="51" y="25"/>
                  </a:cubicBezTo>
                  <a:cubicBezTo>
                    <a:pt x="37" y="94"/>
                    <a:pt x="0" y="319"/>
                    <a:pt x="53" y="607"/>
                  </a:cubicBezTo>
                  <a:cubicBezTo>
                    <a:pt x="53" y="607"/>
                    <a:pt x="54" y="607"/>
                    <a:pt x="55" y="608"/>
                  </a:cubicBezTo>
                  <a:cubicBezTo>
                    <a:pt x="88" y="615"/>
                    <a:pt x="449" y="689"/>
                    <a:pt x="825" y="608"/>
                  </a:cubicBezTo>
                  <a:cubicBezTo>
                    <a:pt x="830" y="607"/>
                    <a:pt x="834" y="606"/>
                    <a:pt x="838" y="605"/>
                  </a:cubicBezTo>
                  <a:cubicBezTo>
                    <a:pt x="838" y="605"/>
                    <a:pt x="933" y="346"/>
                    <a:pt x="860" y="3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3" name="Freeform 32"/>
            <p:cNvSpPr>
              <a:spLocks/>
            </p:cNvSpPr>
            <p:nvPr/>
          </p:nvSpPr>
          <p:spPr bwMode="auto">
            <a:xfrm>
              <a:off x="5316538" y="2805113"/>
              <a:ext cx="3175" cy="14288"/>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6"/>
                    <a:pt x="0" y="9"/>
                  </a:cubicBezTo>
                  <a:cubicBezTo>
                    <a:pt x="1" y="9"/>
                    <a:pt x="1" y="8"/>
                    <a:pt x="1" y="8"/>
                  </a:cubicBezTo>
                  <a:cubicBezTo>
                    <a:pt x="1" y="5"/>
                    <a:pt x="1" y="2"/>
                    <a:pt x="2"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4" name="Freeform 33"/>
            <p:cNvSpPr>
              <a:spLocks/>
            </p:cNvSpPr>
            <p:nvPr/>
          </p:nvSpPr>
          <p:spPr bwMode="auto">
            <a:xfrm>
              <a:off x="5497513" y="2563813"/>
              <a:ext cx="84138" cy="176213"/>
            </a:xfrm>
            <a:custGeom>
              <a:avLst/>
              <a:gdLst>
                <a:gd name="T0" fmla="*/ 13 w 52"/>
                <a:gd name="T1" fmla="*/ 0 h 109"/>
                <a:gd name="T2" fmla="*/ 5 w 52"/>
                <a:gd name="T3" fmla="*/ 108 h 109"/>
                <a:gd name="T4" fmla="*/ 15 w 52"/>
                <a:gd name="T5" fmla="*/ 109 h 109"/>
                <a:gd name="T6" fmla="*/ 38 w 52"/>
                <a:gd name="T7" fmla="*/ 102 h 109"/>
                <a:gd name="T8" fmla="*/ 28 w 52"/>
                <a:gd name="T9" fmla="*/ 73 h 109"/>
                <a:gd name="T10" fmla="*/ 36 w 52"/>
                <a:gd name="T11" fmla="*/ 52 h 109"/>
                <a:gd name="T12" fmla="*/ 14 w 52"/>
                <a:gd name="T13" fmla="*/ 43 h 109"/>
                <a:gd name="T14" fmla="*/ 13 w 52"/>
                <a:gd name="T15" fmla="*/ 43 h 109"/>
                <a:gd name="T16" fmla="*/ 15 w 52"/>
                <a:gd name="T17" fmla="*/ 1 h 109"/>
                <a:gd name="T18" fmla="*/ 13 w 52"/>
                <a:gd name="T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09">
                  <a:moveTo>
                    <a:pt x="13" y="0"/>
                  </a:moveTo>
                  <a:cubicBezTo>
                    <a:pt x="2" y="32"/>
                    <a:pt x="0" y="70"/>
                    <a:pt x="5" y="108"/>
                  </a:cubicBezTo>
                  <a:cubicBezTo>
                    <a:pt x="8" y="109"/>
                    <a:pt x="12" y="109"/>
                    <a:pt x="15" y="109"/>
                  </a:cubicBezTo>
                  <a:cubicBezTo>
                    <a:pt x="24" y="109"/>
                    <a:pt x="32" y="107"/>
                    <a:pt x="38" y="102"/>
                  </a:cubicBezTo>
                  <a:cubicBezTo>
                    <a:pt x="52" y="89"/>
                    <a:pt x="41" y="78"/>
                    <a:pt x="28" y="73"/>
                  </a:cubicBezTo>
                  <a:cubicBezTo>
                    <a:pt x="34" y="67"/>
                    <a:pt x="40" y="59"/>
                    <a:pt x="36" y="52"/>
                  </a:cubicBezTo>
                  <a:cubicBezTo>
                    <a:pt x="33" y="44"/>
                    <a:pt x="23" y="43"/>
                    <a:pt x="14" y="43"/>
                  </a:cubicBezTo>
                  <a:cubicBezTo>
                    <a:pt x="13" y="43"/>
                    <a:pt x="13" y="43"/>
                    <a:pt x="13" y="43"/>
                  </a:cubicBezTo>
                  <a:cubicBezTo>
                    <a:pt x="18" y="29"/>
                    <a:pt x="31" y="11"/>
                    <a:pt x="15" y="1"/>
                  </a:cubicBezTo>
                  <a:cubicBezTo>
                    <a:pt x="14" y="1"/>
                    <a:pt x="14" y="0"/>
                    <a:pt x="13"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5" name="Freeform 34"/>
            <p:cNvSpPr>
              <a:spLocks noEditPoints="1"/>
            </p:cNvSpPr>
            <p:nvPr/>
          </p:nvSpPr>
          <p:spPr bwMode="auto">
            <a:xfrm>
              <a:off x="5318126" y="2549526"/>
              <a:ext cx="200025" cy="268288"/>
            </a:xfrm>
            <a:custGeom>
              <a:avLst/>
              <a:gdLst>
                <a:gd name="T0" fmla="*/ 60 w 123"/>
                <a:gd name="T1" fmla="*/ 57 h 165"/>
                <a:gd name="T2" fmla="*/ 60 w 123"/>
                <a:gd name="T3" fmla="*/ 56 h 165"/>
                <a:gd name="T4" fmla="*/ 61 w 123"/>
                <a:gd name="T5" fmla="*/ 57 h 165"/>
                <a:gd name="T6" fmla="*/ 61 w 123"/>
                <a:gd name="T7" fmla="*/ 57 h 165"/>
                <a:gd name="T8" fmla="*/ 60 w 123"/>
                <a:gd name="T9" fmla="*/ 57 h 165"/>
                <a:gd name="T10" fmla="*/ 87 w 123"/>
                <a:gd name="T11" fmla="*/ 0 h 165"/>
                <a:gd name="T12" fmla="*/ 85 w 123"/>
                <a:gd name="T13" fmla="*/ 0 h 165"/>
                <a:gd name="T14" fmla="*/ 57 w 123"/>
                <a:gd name="T15" fmla="*/ 51 h 165"/>
                <a:gd name="T16" fmla="*/ 11 w 123"/>
                <a:gd name="T17" fmla="*/ 91 h 165"/>
                <a:gd name="T18" fmla="*/ 2 w 123"/>
                <a:gd name="T19" fmla="*/ 144 h 165"/>
                <a:gd name="T20" fmla="*/ 1 w 123"/>
                <a:gd name="T21" fmla="*/ 157 h 165"/>
                <a:gd name="T22" fmla="*/ 0 w 123"/>
                <a:gd name="T23" fmla="*/ 165 h 165"/>
                <a:gd name="T24" fmla="*/ 69 w 123"/>
                <a:gd name="T25" fmla="*/ 100 h 165"/>
                <a:gd name="T26" fmla="*/ 78 w 123"/>
                <a:gd name="T27" fmla="*/ 103 h 165"/>
                <a:gd name="T28" fmla="*/ 115 w 123"/>
                <a:gd name="T29" fmla="*/ 116 h 165"/>
                <a:gd name="T30" fmla="*/ 123 w 123"/>
                <a:gd name="T31" fmla="*/ 8 h 165"/>
                <a:gd name="T32" fmla="*/ 119 w 123"/>
                <a:gd name="T33" fmla="*/ 7 h 165"/>
                <a:gd name="T34" fmla="*/ 96 w 123"/>
                <a:gd name="T35" fmla="*/ 22 h 165"/>
                <a:gd name="T36" fmla="*/ 87 w 123"/>
                <a:gd name="T3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65">
                  <a:moveTo>
                    <a:pt x="60" y="57"/>
                  </a:moveTo>
                  <a:cubicBezTo>
                    <a:pt x="60" y="56"/>
                    <a:pt x="60" y="56"/>
                    <a:pt x="60" y="56"/>
                  </a:cubicBezTo>
                  <a:cubicBezTo>
                    <a:pt x="61" y="56"/>
                    <a:pt x="61" y="56"/>
                    <a:pt x="61" y="57"/>
                  </a:cubicBezTo>
                  <a:cubicBezTo>
                    <a:pt x="61" y="57"/>
                    <a:pt x="61" y="57"/>
                    <a:pt x="61" y="57"/>
                  </a:cubicBezTo>
                  <a:cubicBezTo>
                    <a:pt x="61" y="57"/>
                    <a:pt x="61" y="57"/>
                    <a:pt x="60" y="57"/>
                  </a:cubicBezTo>
                  <a:moveTo>
                    <a:pt x="87" y="0"/>
                  </a:moveTo>
                  <a:cubicBezTo>
                    <a:pt x="86" y="0"/>
                    <a:pt x="86" y="0"/>
                    <a:pt x="85" y="0"/>
                  </a:cubicBezTo>
                  <a:cubicBezTo>
                    <a:pt x="63" y="4"/>
                    <a:pt x="63" y="34"/>
                    <a:pt x="57" y="51"/>
                  </a:cubicBezTo>
                  <a:cubicBezTo>
                    <a:pt x="40" y="65"/>
                    <a:pt x="25" y="78"/>
                    <a:pt x="11" y="91"/>
                  </a:cubicBezTo>
                  <a:cubicBezTo>
                    <a:pt x="9" y="109"/>
                    <a:pt x="5" y="126"/>
                    <a:pt x="2" y="144"/>
                  </a:cubicBezTo>
                  <a:cubicBezTo>
                    <a:pt x="2" y="149"/>
                    <a:pt x="1" y="153"/>
                    <a:pt x="1" y="157"/>
                  </a:cubicBezTo>
                  <a:cubicBezTo>
                    <a:pt x="0" y="159"/>
                    <a:pt x="0" y="162"/>
                    <a:pt x="0" y="165"/>
                  </a:cubicBezTo>
                  <a:cubicBezTo>
                    <a:pt x="38" y="124"/>
                    <a:pt x="69" y="100"/>
                    <a:pt x="69" y="100"/>
                  </a:cubicBezTo>
                  <a:cubicBezTo>
                    <a:pt x="69" y="100"/>
                    <a:pt x="75" y="101"/>
                    <a:pt x="78" y="103"/>
                  </a:cubicBezTo>
                  <a:cubicBezTo>
                    <a:pt x="86" y="108"/>
                    <a:pt x="101" y="114"/>
                    <a:pt x="115" y="116"/>
                  </a:cubicBezTo>
                  <a:cubicBezTo>
                    <a:pt x="110" y="78"/>
                    <a:pt x="112" y="40"/>
                    <a:pt x="123" y="8"/>
                  </a:cubicBezTo>
                  <a:cubicBezTo>
                    <a:pt x="121" y="7"/>
                    <a:pt x="120" y="7"/>
                    <a:pt x="119" y="7"/>
                  </a:cubicBezTo>
                  <a:cubicBezTo>
                    <a:pt x="111" y="7"/>
                    <a:pt x="103" y="15"/>
                    <a:pt x="96" y="22"/>
                  </a:cubicBezTo>
                  <a:cubicBezTo>
                    <a:pt x="96" y="12"/>
                    <a:pt x="95" y="0"/>
                    <a:pt x="87"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6" name="Freeform 35"/>
            <p:cNvSpPr>
              <a:spLocks/>
            </p:cNvSpPr>
            <p:nvPr/>
          </p:nvSpPr>
          <p:spPr bwMode="auto">
            <a:xfrm>
              <a:off x="5394326" y="2527301"/>
              <a:ext cx="174625" cy="204788"/>
            </a:xfrm>
            <a:custGeom>
              <a:avLst/>
              <a:gdLst>
                <a:gd name="T0" fmla="*/ 82 w 107"/>
                <a:gd name="T1" fmla="*/ 82 h 126"/>
                <a:gd name="T2" fmla="*/ 91 w 107"/>
                <a:gd name="T3" fmla="*/ 61 h 126"/>
                <a:gd name="T4" fmla="*/ 67 w 107"/>
                <a:gd name="T5" fmla="*/ 52 h 126"/>
                <a:gd name="T6" fmla="*/ 70 w 107"/>
                <a:gd name="T7" fmla="*/ 10 h 126"/>
                <a:gd name="T8" fmla="*/ 41 w 107"/>
                <a:gd name="T9" fmla="*/ 23 h 126"/>
                <a:gd name="T10" fmla="*/ 30 w 107"/>
                <a:gd name="T11" fmla="*/ 1 h 126"/>
                <a:gd name="T12" fmla="*/ 0 w 107"/>
                <a:gd name="T13" fmla="*/ 56 h 126"/>
                <a:gd name="T14" fmla="*/ 21 w 107"/>
                <a:gd name="T15" fmla="*/ 98 h 126"/>
                <a:gd name="T16" fmla="*/ 93 w 107"/>
                <a:gd name="T17" fmla="*/ 111 h 126"/>
                <a:gd name="T18" fmla="*/ 82 w 107"/>
                <a:gd name="T19" fmla="*/ 8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26">
                  <a:moveTo>
                    <a:pt x="82" y="82"/>
                  </a:moveTo>
                  <a:cubicBezTo>
                    <a:pt x="88" y="76"/>
                    <a:pt x="94" y="69"/>
                    <a:pt x="91" y="61"/>
                  </a:cubicBezTo>
                  <a:cubicBezTo>
                    <a:pt x="87" y="53"/>
                    <a:pt x="77" y="52"/>
                    <a:pt x="67" y="52"/>
                  </a:cubicBezTo>
                  <a:cubicBezTo>
                    <a:pt x="72" y="38"/>
                    <a:pt x="86" y="20"/>
                    <a:pt x="70" y="10"/>
                  </a:cubicBezTo>
                  <a:cubicBezTo>
                    <a:pt x="60" y="4"/>
                    <a:pt x="49" y="14"/>
                    <a:pt x="41" y="23"/>
                  </a:cubicBezTo>
                  <a:cubicBezTo>
                    <a:pt x="41" y="13"/>
                    <a:pt x="39" y="0"/>
                    <a:pt x="30" y="1"/>
                  </a:cubicBezTo>
                  <a:cubicBezTo>
                    <a:pt x="6" y="5"/>
                    <a:pt x="8" y="39"/>
                    <a:pt x="0" y="56"/>
                  </a:cubicBezTo>
                  <a:cubicBezTo>
                    <a:pt x="2" y="55"/>
                    <a:pt x="11" y="87"/>
                    <a:pt x="21" y="98"/>
                  </a:cubicBezTo>
                  <a:cubicBezTo>
                    <a:pt x="20" y="100"/>
                    <a:pt x="76" y="126"/>
                    <a:pt x="93" y="111"/>
                  </a:cubicBezTo>
                  <a:cubicBezTo>
                    <a:pt x="107" y="99"/>
                    <a:pt x="95" y="88"/>
                    <a:pt x="82" y="82"/>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7" name="Freeform 36"/>
            <p:cNvSpPr>
              <a:spLocks/>
            </p:cNvSpPr>
            <p:nvPr/>
          </p:nvSpPr>
          <p:spPr bwMode="auto">
            <a:xfrm>
              <a:off x="5075238" y="2611438"/>
              <a:ext cx="358775" cy="1035050"/>
            </a:xfrm>
            <a:custGeom>
              <a:avLst/>
              <a:gdLst>
                <a:gd name="T0" fmla="*/ 217 w 221"/>
                <a:gd name="T1" fmla="*/ 46 h 638"/>
                <a:gd name="T2" fmla="*/ 67 w 221"/>
                <a:gd name="T3" fmla="*/ 266 h 638"/>
                <a:gd name="T4" fmla="*/ 221 w 221"/>
                <a:gd name="T5" fmla="*/ 588 h 638"/>
                <a:gd name="T6" fmla="*/ 190 w 221"/>
                <a:gd name="T7" fmla="*/ 638 h 638"/>
                <a:gd name="T8" fmla="*/ 11 w 221"/>
                <a:gd name="T9" fmla="*/ 300 h 638"/>
                <a:gd name="T10" fmla="*/ 199 w 221"/>
                <a:gd name="T11" fmla="*/ 0 h 638"/>
              </a:gdLst>
              <a:ahLst/>
              <a:cxnLst>
                <a:cxn ang="0">
                  <a:pos x="T0" y="T1"/>
                </a:cxn>
                <a:cxn ang="0">
                  <a:pos x="T2" y="T3"/>
                </a:cxn>
                <a:cxn ang="0">
                  <a:pos x="T4" y="T5"/>
                </a:cxn>
                <a:cxn ang="0">
                  <a:pos x="T6" y="T7"/>
                </a:cxn>
                <a:cxn ang="0">
                  <a:pos x="T8" y="T9"/>
                </a:cxn>
                <a:cxn ang="0">
                  <a:pos x="T10" y="T11"/>
                </a:cxn>
              </a:cxnLst>
              <a:rect l="0" t="0" r="r" b="b"/>
              <a:pathLst>
                <a:path w="221" h="638">
                  <a:moveTo>
                    <a:pt x="217" y="46"/>
                  </a:moveTo>
                  <a:cubicBezTo>
                    <a:pt x="217" y="46"/>
                    <a:pt x="61" y="163"/>
                    <a:pt x="67" y="266"/>
                  </a:cubicBezTo>
                  <a:cubicBezTo>
                    <a:pt x="73" y="369"/>
                    <a:pt x="221" y="588"/>
                    <a:pt x="221" y="588"/>
                  </a:cubicBezTo>
                  <a:cubicBezTo>
                    <a:pt x="190" y="638"/>
                    <a:pt x="190" y="638"/>
                    <a:pt x="190" y="638"/>
                  </a:cubicBezTo>
                  <a:cubicBezTo>
                    <a:pt x="190" y="638"/>
                    <a:pt x="21" y="412"/>
                    <a:pt x="11" y="300"/>
                  </a:cubicBezTo>
                  <a:cubicBezTo>
                    <a:pt x="0" y="189"/>
                    <a:pt x="54" y="121"/>
                    <a:pt x="199" y="0"/>
                  </a:cubicBezTo>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8" name="Freeform 37"/>
            <p:cNvSpPr>
              <a:spLocks/>
            </p:cNvSpPr>
            <p:nvPr/>
          </p:nvSpPr>
          <p:spPr bwMode="auto">
            <a:xfrm>
              <a:off x="6657976" y="2627313"/>
              <a:ext cx="6350" cy="66675"/>
            </a:xfrm>
            <a:custGeom>
              <a:avLst/>
              <a:gdLst>
                <a:gd name="T0" fmla="*/ 0 w 4"/>
                <a:gd name="T1" fmla="*/ 0 h 41"/>
                <a:gd name="T2" fmla="*/ 3 w 4"/>
                <a:gd name="T3" fmla="*/ 41 h 41"/>
                <a:gd name="T4" fmla="*/ 3 w 4"/>
                <a:gd name="T5" fmla="*/ 13 h 41"/>
                <a:gd name="T6" fmla="*/ 1 w 4"/>
                <a:gd name="T7" fmla="*/ 3 h 41"/>
                <a:gd name="T8" fmla="*/ 1 w 4"/>
                <a:gd name="T9" fmla="*/ 2 h 41"/>
                <a:gd name="T10" fmla="*/ 0 w 4"/>
                <a:gd name="T11" fmla="*/ 0 h 41"/>
              </a:gdLst>
              <a:ahLst/>
              <a:cxnLst>
                <a:cxn ang="0">
                  <a:pos x="T0" y="T1"/>
                </a:cxn>
                <a:cxn ang="0">
                  <a:pos x="T2" y="T3"/>
                </a:cxn>
                <a:cxn ang="0">
                  <a:pos x="T4" y="T5"/>
                </a:cxn>
                <a:cxn ang="0">
                  <a:pos x="T6" y="T7"/>
                </a:cxn>
                <a:cxn ang="0">
                  <a:pos x="T8" y="T9"/>
                </a:cxn>
                <a:cxn ang="0">
                  <a:pos x="T10" y="T11"/>
                </a:cxn>
              </a:cxnLst>
              <a:rect l="0" t="0" r="r" b="b"/>
              <a:pathLst>
                <a:path w="4" h="41">
                  <a:moveTo>
                    <a:pt x="0" y="0"/>
                  </a:moveTo>
                  <a:cubicBezTo>
                    <a:pt x="1" y="13"/>
                    <a:pt x="2" y="27"/>
                    <a:pt x="3" y="41"/>
                  </a:cubicBezTo>
                  <a:cubicBezTo>
                    <a:pt x="3" y="32"/>
                    <a:pt x="4" y="23"/>
                    <a:pt x="3" y="13"/>
                  </a:cubicBezTo>
                  <a:cubicBezTo>
                    <a:pt x="2" y="10"/>
                    <a:pt x="1" y="7"/>
                    <a:pt x="1" y="3"/>
                  </a:cubicBezTo>
                  <a:cubicBezTo>
                    <a:pt x="1" y="3"/>
                    <a:pt x="1" y="2"/>
                    <a:pt x="1" y="2"/>
                  </a:cubicBezTo>
                  <a:cubicBezTo>
                    <a:pt x="0" y="1"/>
                    <a:pt x="0" y="0"/>
                    <a:pt x="0"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9" name="Freeform 38"/>
            <p:cNvSpPr>
              <a:spLocks noEditPoints="1"/>
            </p:cNvSpPr>
            <p:nvPr/>
          </p:nvSpPr>
          <p:spPr bwMode="auto">
            <a:xfrm>
              <a:off x="6488113" y="2578101"/>
              <a:ext cx="28575" cy="69850"/>
            </a:xfrm>
            <a:custGeom>
              <a:avLst/>
              <a:gdLst>
                <a:gd name="T0" fmla="*/ 10 w 17"/>
                <a:gd name="T1" fmla="*/ 21 h 43"/>
                <a:gd name="T2" fmla="*/ 8 w 17"/>
                <a:gd name="T3" fmla="*/ 35 h 43"/>
                <a:gd name="T4" fmla="*/ 17 w 17"/>
                <a:gd name="T5" fmla="*/ 43 h 43"/>
                <a:gd name="T6" fmla="*/ 10 w 17"/>
                <a:gd name="T7" fmla="*/ 21 h 43"/>
                <a:gd name="T8" fmla="*/ 2 w 17"/>
                <a:gd name="T9" fmla="*/ 0 h 43"/>
                <a:gd name="T10" fmla="*/ 7 w 17"/>
                <a:gd name="T11" fmla="*/ 13 h 43"/>
                <a:gd name="T12" fmla="*/ 2 w 1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 h="43">
                  <a:moveTo>
                    <a:pt x="10" y="21"/>
                  </a:moveTo>
                  <a:cubicBezTo>
                    <a:pt x="7" y="24"/>
                    <a:pt x="5" y="28"/>
                    <a:pt x="8" y="35"/>
                  </a:cubicBezTo>
                  <a:cubicBezTo>
                    <a:pt x="10" y="39"/>
                    <a:pt x="13" y="41"/>
                    <a:pt x="17" y="43"/>
                  </a:cubicBezTo>
                  <a:cubicBezTo>
                    <a:pt x="15" y="35"/>
                    <a:pt x="13" y="28"/>
                    <a:pt x="10" y="21"/>
                  </a:cubicBezTo>
                  <a:moveTo>
                    <a:pt x="2" y="0"/>
                  </a:moveTo>
                  <a:cubicBezTo>
                    <a:pt x="0" y="6"/>
                    <a:pt x="2" y="10"/>
                    <a:pt x="7" y="13"/>
                  </a:cubicBezTo>
                  <a:cubicBezTo>
                    <a:pt x="5" y="9"/>
                    <a:pt x="4" y="4"/>
                    <a:pt x="2"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0" name="Freeform 39"/>
            <p:cNvSpPr>
              <a:spLocks/>
            </p:cNvSpPr>
            <p:nvPr/>
          </p:nvSpPr>
          <p:spPr bwMode="auto">
            <a:xfrm>
              <a:off x="6491288" y="2517776"/>
              <a:ext cx="173038" cy="198438"/>
            </a:xfrm>
            <a:custGeom>
              <a:avLst/>
              <a:gdLst>
                <a:gd name="T0" fmla="*/ 31 w 106"/>
                <a:gd name="T1" fmla="*/ 0 h 122"/>
                <a:gd name="T2" fmla="*/ 21 w 106"/>
                <a:gd name="T3" fmla="*/ 5 h 122"/>
                <a:gd name="T4" fmla="*/ 27 w 106"/>
                <a:gd name="T5" fmla="*/ 25 h 122"/>
                <a:gd name="T6" fmla="*/ 23 w 106"/>
                <a:gd name="T7" fmla="*/ 25 h 122"/>
                <a:gd name="T8" fmla="*/ 0 w 106"/>
                <a:gd name="T9" fmla="*/ 35 h 122"/>
                <a:gd name="T10" fmla="*/ 0 w 106"/>
                <a:gd name="T11" fmla="*/ 37 h 122"/>
                <a:gd name="T12" fmla="*/ 5 w 106"/>
                <a:gd name="T13" fmla="*/ 50 h 122"/>
                <a:gd name="T14" fmla="*/ 17 w 106"/>
                <a:gd name="T15" fmla="*/ 55 h 122"/>
                <a:gd name="T16" fmla="*/ 8 w 106"/>
                <a:gd name="T17" fmla="*/ 58 h 122"/>
                <a:gd name="T18" fmla="*/ 15 w 106"/>
                <a:gd name="T19" fmla="*/ 80 h 122"/>
                <a:gd name="T20" fmla="*/ 29 w 106"/>
                <a:gd name="T21" fmla="*/ 84 h 122"/>
                <a:gd name="T22" fmla="*/ 73 w 106"/>
                <a:gd name="T23" fmla="*/ 94 h 122"/>
                <a:gd name="T24" fmla="*/ 73 w 106"/>
                <a:gd name="T25" fmla="*/ 95 h 122"/>
                <a:gd name="T26" fmla="*/ 106 w 106"/>
                <a:gd name="T27" fmla="*/ 122 h 122"/>
                <a:gd name="T28" fmla="*/ 105 w 106"/>
                <a:gd name="T29" fmla="*/ 109 h 122"/>
                <a:gd name="T30" fmla="*/ 102 w 106"/>
                <a:gd name="T31" fmla="*/ 68 h 122"/>
                <a:gd name="T32" fmla="*/ 100 w 106"/>
                <a:gd name="T33" fmla="*/ 55 h 122"/>
                <a:gd name="T34" fmla="*/ 99 w 106"/>
                <a:gd name="T35" fmla="*/ 46 h 122"/>
                <a:gd name="T36" fmla="*/ 96 w 106"/>
                <a:gd name="T37" fmla="*/ 43 h 122"/>
                <a:gd name="T38" fmla="*/ 96 w 106"/>
                <a:gd name="T39" fmla="*/ 45 h 122"/>
                <a:gd name="T40" fmla="*/ 93 w 106"/>
                <a:gd name="T41" fmla="*/ 43 h 122"/>
                <a:gd name="T42" fmla="*/ 80 w 106"/>
                <a:gd name="T43" fmla="*/ 8 h 122"/>
                <a:gd name="T44" fmla="*/ 68 w 106"/>
                <a:gd name="T45" fmla="*/ 3 h 122"/>
                <a:gd name="T46" fmla="*/ 66 w 106"/>
                <a:gd name="T47" fmla="*/ 3 h 122"/>
                <a:gd name="T48" fmla="*/ 65 w 106"/>
                <a:gd name="T49" fmla="*/ 3 h 122"/>
                <a:gd name="T50" fmla="*/ 63 w 106"/>
                <a:gd name="T51" fmla="*/ 3 h 122"/>
                <a:gd name="T52" fmla="*/ 60 w 106"/>
                <a:gd name="T53" fmla="*/ 5 h 122"/>
                <a:gd name="T54" fmla="*/ 55 w 106"/>
                <a:gd name="T55" fmla="*/ 14 h 122"/>
                <a:gd name="T56" fmla="*/ 31 w 106"/>
                <a:gd name="T5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6" h="122">
                  <a:moveTo>
                    <a:pt x="31" y="0"/>
                  </a:moveTo>
                  <a:cubicBezTo>
                    <a:pt x="27" y="0"/>
                    <a:pt x="24" y="1"/>
                    <a:pt x="21" y="5"/>
                  </a:cubicBezTo>
                  <a:cubicBezTo>
                    <a:pt x="16" y="11"/>
                    <a:pt x="21" y="19"/>
                    <a:pt x="27" y="25"/>
                  </a:cubicBezTo>
                  <a:cubicBezTo>
                    <a:pt x="26" y="25"/>
                    <a:pt x="25" y="25"/>
                    <a:pt x="23" y="25"/>
                  </a:cubicBezTo>
                  <a:cubicBezTo>
                    <a:pt x="13" y="25"/>
                    <a:pt x="4" y="27"/>
                    <a:pt x="0" y="35"/>
                  </a:cubicBezTo>
                  <a:cubicBezTo>
                    <a:pt x="0" y="36"/>
                    <a:pt x="0" y="36"/>
                    <a:pt x="0" y="37"/>
                  </a:cubicBezTo>
                  <a:cubicBezTo>
                    <a:pt x="2" y="41"/>
                    <a:pt x="3" y="46"/>
                    <a:pt x="5" y="50"/>
                  </a:cubicBezTo>
                  <a:cubicBezTo>
                    <a:pt x="8" y="52"/>
                    <a:pt x="12" y="53"/>
                    <a:pt x="17" y="55"/>
                  </a:cubicBezTo>
                  <a:cubicBezTo>
                    <a:pt x="13" y="55"/>
                    <a:pt x="10" y="56"/>
                    <a:pt x="8" y="58"/>
                  </a:cubicBezTo>
                  <a:cubicBezTo>
                    <a:pt x="11" y="65"/>
                    <a:pt x="13" y="72"/>
                    <a:pt x="15" y="80"/>
                  </a:cubicBezTo>
                  <a:cubicBezTo>
                    <a:pt x="19" y="82"/>
                    <a:pt x="24" y="83"/>
                    <a:pt x="29" y="84"/>
                  </a:cubicBezTo>
                  <a:cubicBezTo>
                    <a:pt x="42" y="88"/>
                    <a:pt x="58" y="92"/>
                    <a:pt x="73" y="94"/>
                  </a:cubicBezTo>
                  <a:cubicBezTo>
                    <a:pt x="73" y="95"/>
                    <a:pt x="73" y="95"/>
                    <a:pt x="73" y="95"/>
                  </a:cubicBezTo>
                  <a:cubicBezTo>
                    <a:pt x="73" y="95"/>
                    <a:pt x="85" y="105"/>
                    <a:pt x="106" y="122"/>
                  </a:cubicBezTo>
                  <a:cubicBezTo>
                    <a:pt x="106" y="117"/>
                    <a:pt x="106" y="113"/>
                    <a:pt x="105" y="109"/>
                  </a:cubicBezTo>
                  <a:cubicBezTo>
                    <a:pt x="104" y="95"/>
                    <a:pt x="103" y="81"/>
                    <a:pt x="102" y="68"/>
                  </a:cubicBezTo>
                  <a:cubicBezTo>
                    <a:pt x="101" y="64"/>
                    <a:pt x="100" y="60"/>
                    <a:pt x="100" y="55"/>
                  </a:cubicBezTo>
                  <a:cubicBezTo>
                    <a:pt x="100" y="52"/>
                    <a:pt x="100" y="49"/>
                    <a:pt x="99" y="46"/>
                  </a:cubicBezTo>
                  <a:cubicBezTo>
                    <a:pt x="98" y="45"/>
                    <a:pt x="97" y="44"/>
                    <a:pt x="96" y="43"/>
                  </a:cubicBezTo>
                  <a:cubicBezTo>
                    <a:pt x="96" y="45"/>
                    <a:pt x="96" y="45"/>
                    <a:pt x="96" y="45"/>
                  </a:cubicBezTo>
                  <a:cubicBezTo>
                    <a:pt x="95" y="44"/>
                    <a:pt x="94" y="44"/>
                    <a:pt x="93" y="43"/>
                  </a:cubicBezTo>
                  <a:cubicBezTo>
                    <a:pt x="94" y="31"/>
                    <a:pt x="87" y="16"/>
                    <a:pt x="80" y="8"/>
                  </a:cubicBezTo>
                  <a:cubicBezTo>
                    <a:pt x="76" y="5"/>
                    <a:pt x="72" y="3"/>
                    <a:pt x="68" y="3"/>
                  </a:cubicBezTo>
                  <a:cubicBezTo>
                    <a:pt x="67" y="3"/>
                    <a:pt x="66" y="3"/>
                    <a:pt x="66" y="3"/>
                  </a:cubicBezTo>
                  <a:cubicBezTo>
                    <a:pt x="65" y="3"/>
                    <a:pt x="65" y="3"/>
                    <a:pt x="65" y="3"/>
                  </a:cubicBezTo>
                  <a:cubicBezTo>
                    <a:pt x="64" y="3"/>
                    <a:pt x="64" y="3"/>
                    <a:pt x="63" y="3"/>
                  </a:cubicBezTo>
                  <a:cubicBezTo>
                    <a:pt x="62" y="4"/>
                    <a:pt x="61" y="4"/>
                    <a:pt x="60" y="5"/>
                  </a:cubicBezTo>
                  <a:cubicBezTo>
                    <a:pt x="57" y="7"/>
                    <a:pt x="56" y="11"/>
                    <a:pt x="55" y="14"/>
                  </a:cubicBezTo>
                  <a:cubicBezTo>
                    <a:pt x="48" y="7"/>
                    <a:pt x="39" y="0"/>
                    <a:pt x="31"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1" name="Freeform 40"/>
            <p:cNvSpPr>
              <a:spLocks/>
            </p:cNvSpPr>
            <p:nvPr/>
          </p:nvSpPr>
          <p:spPr bwMode="auto">
            <a:xfrm>
              <a:off x="6483351" y="2487613"/>
              <a:ext cx="165100" cy="163513"/>
            </a:xfrm>
            <a:custGeom>
              <a:avLst/>
              <a:gdLst>
                <a:gd name="T0" fmla="*/ 98 w 101"/>
                <a:gd name="T1" fmla="*/ 49 h 101"/>
                <a:gd name="T2" fmla="*/ 85 w 101"/>
                <a:gd name="T3" fmla="*/ 15 h 101"/>
                <a:gd name="T4" fmla="*/ 71 w 101"/>
                <a:gd name="T5" fmla="*/ 9 h 101"/>
                <a:gd name="T6" fmla="*/ 68 w 101"/>
                <a:gd name="T7" fmla="*/ 10 h 101"/>
                <a:gd name="T8" fmla="*/ 65 w 101"/>
                <a:gd name="T9" fmla="*/ 11 h 101"/>
                <a:gd name="T10" fmla="*/ 60 w 101"/>
                <a:gd name="T11" fmla="*/ 21 h 101"/>
                <a:gd name="T12" fmla="*/ 26 w 101"/>
                <a:gd name="T13" fmla="*/ 11 h 101"/>
                <a:gd name="T14" fmla="*/ 32 w 101"/>
                <a:gd name="T15" fmla="*/ 32 h 101"/>
                <a:gd name="T16" fmla="*/ 5 w 101"/>
                <a:gd name="T17" fmla="*/ 42 h 101"/>
                <a:gd name="T18" fmla="*/ 22 w 101"/>
                <a:gd name="T19" fmla="*/ 61 h 101"/>
                <a:gd name="T20" fmla="*/ 11 w 101"/>
                <a:gd name="T21" fmla="*/ 78 h 101"/>
                <a:gd name="T22" fmla="*/ 34 w 101"/>
                <a:gd name="T23" fmla="*/ 90 h 101"/>
                <a:gd name="T24" fmla="*/ 78 w 101"/>
                <a:gd name="T25" fmla="*/ 101 h 101"/>
                <a:gd name="T26" fmla="*/ 101 w 101"/>
                <a:gd name="T27" fmla="*/ 51 h 101"/>
                <a:gd name="T28" fmla="*/ 98 w 101"/>
                <a:gd name="T29" fmla="*/ 4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1">
                  <a:moveTo>
                    <a:pt x="98" y="49"/>
                  </a:moveTo>
                  <a:cubicBezTo>
                    <a:pt x="99" y="37"/>
                    <a:pt x="92" y="23"/>
                    <a:pt x="85" y="15"/>
                  </a:cubicBezTo>
                  <a:cubicBezTo>
                    <a:pt x="81" y="11"/>
                    <a:pt x="76" y="8"/>
                    <a:pt x="71" y="9"/>
                  </a:cubicBezTo>
                  <a:cubicBezTo>
                    <a:pt x="70" y="9"/>
                    <a:pt x="69" y="9"/>
                    <a:pt x="68" y="10"/>
                  </a:cubicBezTo>
                  <a:cubicBezTo>
                    <a:pt x="67" y="10"/>
                    <a:pt x="66" y="11"/>
                    <a:pt x="65" y="11"/>
                  </a:cubicBezTo>
                  <a:cubicBezTo>
                    <a:pt x="62" y="13"/>
                    <a:pt x="61" y="17"/>
                    <a:pt x="60" y="21"/>
                  </a:cubicBezTo>
                  <a:cubicBezTo>
                    <a:pt x="50" y="11"/>
                    <a:pt x="35" y="0"/>
                    <a:pt x="26" y="11"/>
                  </a:cubicBezTo>
                  <a:cubicBezTo>
                    <a:pt x="21" y="17"/>
                    <a:pt x="26" y="25"/>
                    <a:pt x="32" y="32"/>
                  </a:cubicBezTo>
                  <a:cubicBezTo>
                    <a:pt x="21" y="31"/>
                    <a:pt x="9" y="32"/>
                    <a:pt x="5" y="42"/>
                  </a:cubicBezTo>
                  <a:cubicBezTo>
                    <a:pt x="0" y="53"/>
                    <a:pt x="11" y="58"/>
                    <a:pt x="22" y="61"/>
                  </a:cubicBezTo>
                  <a:cubicBezTo>
                    <a:pt x="13" y="63"/>
                    <a:pt x="6" y="68"/>
                    <a:pt x="11" y="78"/>
                  </a:cubicBezTo>
                  <a:cubicBezTo>
                    <a:pt x="15" y="86"/>
                    <a:pt x="26" y="88"/>
                    <a:pt x="34" y="90"/>
                  </a:cubicBezTo>
                  <a:cubicBezTo>
                    <a:pt x="47" y="94"/>
                    <a:pt x="63" y="99"/>
                    <a:pt x="78" y="101"/>
                  </a:cubicBezTo>
                  <a:cubicBezTo>
                    <a:pt x="101" y="51"/>
                    <a:pt x="101" y="51"/>
                    <a:pt x="101" y="51"/>
                  </a:cubicBezTo>
                  <a:cubicBezTo>
                    <a:pt x="100" y="51"/>
                    <a:pt x="99" y="50"/>
                    <a:pt x="98" y="4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2" name="Freeform 41"/>
            <p:cNvSpPr>
              <a:spLocks/>
            </p:cNvSpPr>
            <p:nvPr/>
          </p:nvSpPr>
          <p:spPr bwMode="auto">
            <a:xfrm>
              <a:off x="6607176" y="2566988"/>
              <a:ext cx="365125" cy="1079500"/>
            </a:xfrm>
            <a:custGeom>
              <a:avLst/>
              <a:gdLst>
                <a:gd name="T0" fmla="*/ 25 w 225"/>
                <a:gd name="T1" fmla="*/ 0 h 666"/>
                <a:gd name="T2" fmla="*/ 25 w 225"/>
                <a:gd name="T3" fmla="*/ 2 h 666"/>
                <a:gd name="T4" fmla="*/ 2 w 225"/>
                <a:gd name="T5" fmla="*/ 52 h 666"/>
                <a:gd name="T6" fmla="*/ 2 w 225"/>
                <a:gd name="T7" fmla="*/ 52 h 666"/>
                <a:gd name="T8" fmla="*/ 158 w 225"/>
                <a:gd name="T9" fmla="*/ 264 h 666"/>
                <a:gd name="T10" fmla="*/ 0 w 225"/>
                <a:gd name="T11" fmla="*/ 616 h 666"/>
                <a:gd name="T12" fmla="*/ 30 w 225"/>
                <a:gd name="T13" fmla="*/ 666 h 666"/>
                <a:gd name="T14" fmla="*/ 214 w 225"/>
                <a:gd name="T15" fmla="*/ 299 h 666"/>
                <a:gd name="T16" fmla="*/ 25 w 225"/>
                <a:gd name="T1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666">
                  <a:moveTo>
                    <a:pt x="25" y="0"/>
                  </a:moveTo>
                  <a:cubicBezTo>
                    <a:pt x="25" y="2"/>
                    <a:pt x="25" y="2"/>
                    <a:pt x="25" y="2"/>
                  </a:cubicBezTo>
                  <a:cubicBezTo>
                    <a:pt x="2" y="52"/>
                    <a:pt x="2" y="52"/>
                    <a:pt x="2" y="52"/>
                  </a:cubicBezTo>
                  <a:cubicBezTo>
                    <a:pt x="2" y="52"/>
                    <a:pt x="2" y="52"/>
                    <a:pt x="2" y="52"/>
                  </a:cubicBezTo>
                  <a:cubicBezTo>
                    <a:pt x="2" y="52"/>
                    <a:pt x="164" y="161"/>
                    <a:pt x="158" y="264"/>
                  </a:cubicBezTo>
                  <a:cubicBezTo>
                    <a:pt x="152" y="367"/>
                    <a:pt x="0" y="616"/>
                    <a:pt x="0" y="616"/>
                  </a:cubicBezTo>
                  <a:cubicBezTo>
                    <a:pt x="30" y="666"/>
                    <a:pt x="30" y="666"/>
                    <a:pt x="30" y="666"/>
                  </a:cubicBezTo>
                  <a:cubicBezTo>
                    <a:pt x="30" y="666"/>
                    <a:pt x="204" y="410"/>
                    <a:pt x="214" y="299"/>
                  </a:cubicBezTo>
                  <a:cubicBezTo>
                    <a:pt x="225" y="187"/>
                    <a:pt x="170" y="121"/>
                    <a:pt x="25" y="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3" name="Freeform 42"/>
            <p:cNvSpPr>
              <a:spLocks/>
            </p:cNvSpPr>
            <p:nvPr/>
          </p:nvSpPr>
          <p:spPr bwMode="auto">
            <a:xfrm>
              <a:off x="5969001" y="3373438"/>
              <a:ext cx="201613" cy="733425"/>
            </a:xfrm>
            <a:custGeom>
              <a:avLst/>
              <a:gdLst>
                <a:gd name="T0" fmla="*/ 37 w 124"/>
                <a:gd name="T1" fmla="*/ 70 h 452"/>
                <a:gd name="T2" fmla="*/ 10 w 124"/>
                <a:gd name="T3" fmla="*/ 268 h 452"/>
                <a:gd name="T4" fmla="*/ 72 w 124"/>
                <a:gd name="T5" fmla="*/ 450 h 452"/>
                <a:gd name="T6" fmla="*/ 122 w 124"/>
                <a:gd name="T7" fmla="*/ 264 h 452"/>
                <a:gd name="T8" fmla="*/ 70 w 124"/>
                <a:gd name="T9" fmla="*/ 69 h 452"/>
                <a:gd name="T10" fmla="*/ 90 w 124"/>
                <a:gd name="T11" fmla="*/ 40 h 452"/>
                <a:gd name="T12" fmla="*/ 49 w 124"/>
                <a:gd name="T13" fmla="*/ 2 h 452"/>
                <a:gd name="T14" fmla="*/ 37 w 124"/>
                <a:gd name="T15" fmla="*/ 70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452">
                  <a:moveTo>
                    <a:pt x="37" y="70"/>
                  </a:moveTo>
                  <a:cubicBezTo>
                    <a:pt x="37" y="70"/>
                    <a:pt x="3" y="231"/>
                    <a:pt x="10" y="268"/>
                  </a:cubicBezTo>
                  <a:cubicBezTo>
                    <a:pt x="16" y="305"/>
                    <a:pt x="59" y="448"/>
                    <a:pt x="72" y="450"/>
                  </a:cubicBezTo>
                  <a:cubicBezTo>
                    <a:pt x="85" y="452"/>
                    <a:pt x="124" y="290"/>
                    <a:pt x="122" y="264"/>
                  </a:cubicBezTo>
                  <a:cubicBezTo>
                    <a:pt x="120" y="238"/>
                    <a:pt x="70" y="69"/>
                    <a:pt x="70" y="69"/>
                  </a:cubicBezTo>
                  <a:cubicBezTo>
                    <a:pt x="70" y="69"/>
                    <a:pt x="86" y="58"/>
                    <a:pt x="90" y="40"/>
                  </a:cubicBezTo>
                  <a:cubicBezTo>
                    <a:pt x="94" y="19"/>
                    <a:pt x="77" y="0"/>
                    <a:pt x="49" y="2"/>
                  </a:cubicBezTo>
                  <a:cubicBezTo>
                    <a:pt x="21" y="4"/>
                    <a:pt x="0" y="39"/>
                    <a:pt x="37" y="70"/>
                  </a:cubicBezTo>
                  <a:close/>
                </a:path>
              </a:pathLst>
            </a:custGeom>
            <a:solidFill>
              <a:srgbClr val="CA4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4" name="Freeform 43"/>
            <p:cNvSpPr>
              <a:spLocks/>
            </p:cNvSpPr>
            <p:nvPr/>
          </p:nvSpPr>
          <p:spPr bwMode="auto">
            <a:xfrm>
              <a:off x="5351463" y="3287713"/>
              <a:ext cx="695325" cy="269875"/>
            </a:xfrm>
            <a:custGeom>
              <a:avLst/>
              <a:gdLst>
                <a:gd name="T0" fmla="*/ 5 w 428"/>
                <a:gd name="T1" fmla="*/ 0 h 166"/>
                <a:gd name="T2" fmla="*/ 0 w 428"/>
                <a:gd name="T3" fmla="*/ 53 h 166"/>
                <a:gd name="T4" fmla="*/ 328 w 428"/>
                <a:gd name="T5" fmla="*/ 166 h 166"/>
                <a:gd name="T6" fmla="*/ 428 w 428"/>
                <a:gd name="T7" fmla="*/ 55 h 166"/>
                <a:gd name="T8" fmla="*/ 5 w 428"/>
                <a:gd name="T9" fmla="*/ 0 h 166"/>
              </a:gdLst>
              <a:ahLst/>
              <a:cxnLst>
                <a:cxn ang="0">
                  <a:pos x="T0" y="T1"/>
                </a:cxn>
                <a:cxn ang="0">
                  <a:pos x="T2" y="T3"/>
                </a:cxn>
                <a:cxn ang="0">
                  <a:pos x="T4" y="T5"/>
                </a:cxn>
                <a:cxn ang="0">
                  <a:pos x="T6" y="T7"/>
                </a:cxn>
                <a:cxn ang="0">
                  <a:pos x="T8" y="T9"/>
                </a:cxn>
              </a:cxnLst>
              <a:rect l="0" t="0" r="r" b="b"/>
              <a:pathLst>
                <a:path w="428" h="166">
                  <a:moveTo>
                    <a:pt x="5" y="0"/>
                  </a:moveTo>
                  <a:cubicBezTo>
                    <a:pt x="0" y="53"/>
                    <a:pt x="0" y="53"/>
                    <a:pt x="0" y="53"/>
                  </a:cubicBezTo>
                  <a:cubicBezTo>
                    <a:pt x="0" y="53"/>
                    <a:pt x="236" y="108"/>
                    <a:pt x="328" y="166"/>
                  </a:cubicBezTo>
                  <a:cubicBezTo>
                    <a:pt x="328" y="166"/>
                    <a:pt x="357" y="59"/>
                    <a:pt x="428" y="55"/>
                  </a:cubicBezTo>
                  <a:cubicBezTo>
                    <a:pt x="428" y="55"/>
                    <a:pt x="192" y="65"/>
                    <a:pt x="5" y="0"/>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5" name="Freeform 44"/>
            <p:cNvSpPr>
              <a:spLocks/>
            </p:cNvSpPr>
            <p:nvPr/>
          </p:nvSpPr>
          <p:spPr bwMode="auto">
            <a:xfrm>
              <a:off x="6103938" y="3267076"/>
              <a:ext cx="581025" cy="261938"/>
            </a:xfrm>
            <a:custGeom>
              <a:avLst/>
              <a:gdLst>
                <a:gd name="T0" fmla="*/ 0 w 358"/>
                <a:gd name="T1" fmla="*/ 66 h 162"/>
                <a:gd name="T2" fmla="*/ 154 w 358"/>
                <a:gd name="T3" fmla="*/ 162 h 162"/>
                <a:gd name="T4" fmla="*/ 358 w 358"/>
                <a:gd name="T5" fmla="*/ 51 h 162"/>
                <a:gd name="T6" fmla="*/ 347 w 358"/>
                <a:gd name="T7" fmla="*/ 0 h 162"/>
                <a:gd name="T8" fmla="*/ 0 w 358"/>
                <a:gd name="T9" fmla="*/ 66 h 162"/>
              </a:gdLst>
              <a:ahLst/>
              <a:cxnLst>
                <a:cxn ang="0">
                  <a:pos x="T0" y="T1"/>
                </a:cxn>
                <a:cxn ang="0">
                  <a:pos x="T2" y="T3"/>
                </a:cxn>
                <a:cxn ang="0">
                  <a:pos x="T4" y="T5"/>
                </a:cxn>
                <a:cxn ang="0">
                  <a:pos x="T6" y="T7"/>
                </a:cxn>
                <a:cxn ang="0">
                  <a:pos x="T8" y="T9"/>
                </a:cxn>
              </a:cxnLst>
              <a:rect l="0" t="0" r="r" b="b"/>
              <a:pathLst>
                <a:path w="358" h="162">
                  <a:moveTo>
                    <a:pt x="0" y="66"/>
                  </a:moveTo>
                  <a:cubicBezTo>
                    <a:pt x="0" y="66"/>
                    <a:pt x="135" y="82"/>
                    <a:pt x="154" y="162"/>
                  </a:cubicBezTo>
                  <a:cubicBezTo>
                    <a:pt x="154" y="162"/>
                    <a:pt x="259" y="69"/>
                    <a:pt x="358" y="51"/>
                  </a:cubicBezTo>
                  <a:cubicBezTo>
                    <a:pt x="358" y="51"/>
                    <a:pt x="353" y="11"/>
                    <a:pt x="347" y="0"/>
                  </a:cubicBezTo>
                  <a:cubicBezTo>
                    <a:pt x="347" y="0"/>
                    <a:pt x="163" y="46"/>
                    <a:pt x="0" y="66"/>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grpSp>
      <p:sp>
        <p:nvSpPr>
          <p:cNvPr id="4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52771109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 fill="hold"/>
                                        <p:tgtEl>
                                          <p:spTgt spid="9"/>
                                        </p:tgtEl>
                                        <p:attrNameLst>
                                          <p:attrName>ppt_x</p:attrName>
                                        </p:attrNameLst>
                                      </p:cBhvr>
                                      <p:tavLst>
                                        <p:tav tm="0">
                                          <p:val>
                                            <p:strVal val="#ppt_x"/>
                                          </p:val>
                                        </p:tav>
                                        <p:tav tm="100000">
                                          <p:val>
                                            <p:strVal val="#ppt_x"/>
                                          </p:val>
                                        </p:tav>
                                      </p:tavLst>
                                    </p:anim>
                                    <p:anim calcmode="lin" valueType="num">
                                      <p:cBhvr additive="base">
                                        <p:cTn id="19" dur="500" fill="hold"/>
                                        <p:tgtEl>
                                          <p:spTgt spid="9"/>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8"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16288" y="72579"/>
            <a:ext cx="10515600" cy="783944"/>
          </a:xfrm>
        </p:spPr>
        <p:txBody>
          <a:bodyPr>
            <a:normAutofit/>
          </a:bodyPr>
          <a:lstStyle/>
          <a:p>
            <a:pPr rtl="1"/>
            <a:r>
              <a:rPr lang="ar-SA" sz="4400" b="1" u="sng" dirty="0">
                <a:solidFill>
                  <a:schemeClr val="tx1"/>
                </a:solidFill>
                <a:cs typeface="+mj-cs"/>
              </a:rPr>
              <a:t>أ- التطور التاريخي للتلفزيون التعليمي</a:t>
            </a:r>
            <a:endParaRPr lang="en-US" sz="4400" u="sng" dirty="0">
              <a:solidFill>
                <a:schemeClr val="tx1"/>
              </a:solidFill>
              <a:cs typeface="+mj-cs"/>
            </a:endParaRPr>
          </a:p>
        </p:txBody>
      </p:sp>
      <p:cxnSp>
        <p:nvCxnSpPr>
          <p:cNvPr id="4" name="Straight Connector 3"/>
          <p:cNvCxnSpPr/>
          <p:nvPr/>
        </p:nvCxnSpPr>
        <p:spPr>
          <a:xfrm>
            <a:off x="6096000" y="1097750"/>
            <a:ext cx="0" cy="576025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flipH="1">
            <a:off x="6499223" y="1589788"/>
            <a:ext cx="808038" cy="60543"/>
            <a:chOff x="4113369" y="3398728"/>
            <a:chExt cx="808038" cy="60543"/>
          </a:xfrm>
        </p:grpSpPr>
        <p:cxnSp>
          <p:nvCxnSpPr>
            <p:cNvPr id="6" name="Straight Connector 5"/>
            <p:cNvCxnSpPr/>
            <p:nvPr/>
          </p:nvCxnSpPr>
          <p:spPr>
            <a:xfrm>
              <a:off x="4143640" y="3429000"/>
              <a:ext cx="777767"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4113369" y="3398728"/>
              <a:ext cx="60543" cy="6054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10" name="TextBox 9"/>
          <p:cNvSpPr txBox="1"/>
          <p:nvPr/>
        </p:nvSpPr>
        <p:spPr>
          <a:xfrm>
            <a:off x="7537785" y="1288252"/>
            <a:ext cx="4444073" cy="1569660"/>
          </a:xfrm>
          <a:prstGeom prst="rect">
            <a:avLst/>
          </a:prstGeom>
          <a:noFill/>
        </p:spPr>
        <p:txBody>
          <a:bodyPr wrap="square" rtlCol="0">
            <a:spAutoFit/>
          </a:bodyPr>
          <a:lstStyle/>
          <a:p>
            <a:pPr fontAlgn="auto">
              <a:spcBef>
                <a:spcPts val="0"/>
              </a:spcBef>
              <a:spcAft>
                <a:spcPts val="0"/>
              </a:spcAft>
            </a:pPr>
            <a:r>
              <a:rPr lang="ar-SA" sz="2400" b="1" dirty="0"/>
              <a:t>كانت البداية الحقيقية لاستخدام التلفزيون كوسيلة تعليمية في مطلع خمسينات القرن العشرين، وكانت الولايات المتحدة الأمريكية أول من قام بذلك</a:t>
            </a:r>
            <a:endParaRPr lang="en-US" sz="2400" b="1"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1" name="Group 10"/>
          <p:cNvGrpSpPr/>
          <p:nvPr/>
        </p:nvGrpSpPr>
        <p:grpSpPr>
          <a:xfrm>
            <a:off x="4569150" y="5117937"/>
            <a:ext cx="808038" cy="60543"/>
            <a:chOff x="4113369" y="3398728"/>
            <a:chExt cx="808038" cy="60543"/>
          </a:xfrm>
        </p:grpSpPr>
        <p:cxnSp>
          <p:nvCxnSpPr>
            <p:cNvPr id="12" name="Straight Connector 11"/>
            <p:cNvCxnSpPr/>
            <p:nvPr/>
          </p:nvCxnSpPr>
          <p:spPr>
            <a:xfrm>
              <a:off x="4143640" y="3429000"/>
              <a:ext cx="777767"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4113369" y="3398728"/>
              <a:ext cx="60543" cy="6054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16" name="TextBox 15"/>
          <p:cNvSpPr txBox="1"/>
          <p:nvPr/>
        </p:nvSpPr>
        <p:spPr>
          <a:xfrm>
            <a:off x="382772" y="3862113"/>
            <a:ext cx="4485366" cy="2308324"/>
          </a:xfrm>
          <a:prstGeom prst="rect">
            <a:avLst/>
          </a:prstGeom>
          <a:noFill/>
        </p:spPr>
        <p:txBody>
          <a:bodyPr wrap="square" rtlCol="0">
            <a:spAutoFit/>
          </a:bodyPr>
          <a:lstStyle/>
          <a:p>
            <a:pPr algn="ctr" rtl="1" fontAlgn="auto">
              <a:spcBef>
                <a:spcPts val="0"/>
              </a:spcBef>
              <a:spcAft>
                <a:spcPts val="0"/>
              </a:spcAft>
            </a:pPr>
            <a:r>
              <a:rPr lang="en-US" sz="2400" b="1" dirty="0"/>
              <a:t> </a:t>
            </a:r>
            <a:r>
              <a:rPr lang="ar-SA" sz="2400" b="1" dirty="0"/>
              <a:t>في إطار اهتمامها بالتلفزيون التعليمي خصصت هيئة الاتصالات الفيدرالية الأمريكية عام 1952م، حوالي 12% من القنوات التلفزيونية للبث التعليمي، وقد استخدمت تلك القنوات على نطاق واسع اعتباراً من سنة 1961م</a:t>
            </a:r>
            <a:endParaRPr lang="en-US" sz="2400" b="1"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7" name="Group 16"/>
          <p:cNvGrpSpPr/>
          <p:nvPr/>
        </p:nvGrpSpPr>
        <p:grpSpPr>
          <a:xfrm>
            <a:off x="5498372" y="990473"/>
            <a:ext cx="1259174" cy="1259174"/>
            <a:chOff x="5466413" y="1004341"/>
            <a:chExt cx="1259174" cy="1259174"/>
          </a:xfrm>
        </p:grpSpPr>
        <p:sp>
          <p:nvSpPr>
            <p:cNvPr id="18" name="Oval 17"/>
            <p:cNvSpPr/>
            <p:nvPr/>
          </p:nvSpPr>
          <p:spPr>
            <a:xfrm>
              <a:off x="5466413" y="1004341"/>
              <a:ext cx="1259174" cy="1259174"/>
            </a:xfrm>
            <a:prstGeom prst="ellipse">
              <a:avLst/>
            </a:prstGeom>
            <a:solidFill>
              <a:schemeClr val="bg1"/>
            </a:solidFill>
            <a:ln w="63500">
              <a:solidFill>
                <a:srgbClr val="B3D33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TextBox 18"/>
            <p:cNvSpPr txBox="1"/>
            <p:nvPr/>
          </p:nvSpPr>
          <p:spPr>
            <a:xfrm>
              <a:off x="5773437" y="1279985"/>
              <a:ext cx="660758" cy="707886"/>
            </a:xfrm>
            <a:prstGeom prst="rect">
              <a:avLst/>
            </a:prstGeom>
            <a:noFill/>
          </p:spPr>
          <p:txBody>
            <a:bodyPr wrap="none" rtlCol="0">
              <a:spAutoFit/>
            </a:bodyPr>
            <a:lstStyle/>
            <a:p>
              <a:pPr fontAlgn="auto">
                <a:spcBef>
                  <a:spcPts val="0"/>
                </a:spcBef>
                <a:spcAft>
                  <a:spcPts val="0"/>
                </a:spcAft>
              </a:pPr>
              <a:r>
                <a:rPr lang="en-US" sz="4000" dirty="0">
                  <a:solidFill>
                    <a:prstClr val="white">
                      <a:lumMod val="50000"/>
                    </a:prstClr>
                  </a:solidFill>
                  <a:latin typeface="FontAwesome" pitchFamily="50" charset="0"/>
                </a:rPr>
                <a:t></a:t>
              </a:r>
              <a:endParaRPr lang="en-US" dirty="0">
                <a:solidFill>
                  <a:prstClr val="white">
                    <a:lumMod val="50000"/>
                  </a:prstClr>
                </a:solidFill>
                <a:latin typeface="Calibri" panose="020F0502020204030204"/>
              </a:endParaRPr>
            </a:p>
          </p:txBody>
        </p:sp>
      </p:grpSp>
      <p:grpSp>
        <p:nvGrpSpPr>
          <p:cNvPr id="20" name="Group 19"/>
          <p:cNvGrpSpPr/>
          <p:nvPr/>
        </p:nvGrpSpPr>
        <p:grpSpPr>
          <a:xfrm>
            <a:off x="5466413" y="4552730"/>
            <a:ext cx="1259174" cy="1259174"/>
            <a:chOff x="5466413" y="1004341"/>
            <a:chExt cx="1259174" cy="1259174"/>
          </a:xfrm>
        </p:grpSpPr>
        <p:sp>
          <p:nvSpPr>
            <p:cNvPr id="21" name="Oval 20"/>
            <p:cNvSpPr/>
            <p:nvPr/>
          </p:nvSpPr>
          <p:spPr>
            <a:xfrm>
              <a:off x="5466413" y="1004341"/>
              <a:ext cx="1259174" cy="1259174"/>
            </a:xfrm>
            <a:prstGeom prst="ellipse">
              <a:avLst/>
            </a:prstGeom>
            <a:solidFill>
              <a:schemeClr val="bg1"/>
            </a:solidFill>
            <a:ln w="63500">
              <a:solidFill>
                <a:srgbClr val="FFC4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2" name="TextBox 21"/>
            <p:cNvSpPr txBox="1"/>
            <p:nvPr/>
          </p:nvSpPr>
          <p:spPr>
            <a:xfrm>
              <a:off x="5813512" y="1190045"/>
              <a:ext cx="580608" cy="923330"/>
            </a:xfrm>
            <a:prstGeom prst="rect">
              <a:avLst/>
            </a:prstGeom>
            <a:noFill/>
          </p:spPr>
          <p:txBody>
            <a:bodyPr wrap="none" rtlCol="0">
              <a:spAutoFit/>
            </a:bodyPr>
            <a:lstStyle/>
            <a:p>
              <a:pPr algn="ctr" fontAlgn="auto">
                <a:spcBef>
                  <a:spcPts val="0"/>
                </a:spcBef>
                <a:spcAft>
                  <a:spcPts val="0"/>
                </a:spcAft>
              </a:pPr>
              <a:r>
                <a:rPr lang="en-US" sz="5400" dirty="0">
                  <a:solidFill>
                    <a:prstClr val="white">
                      <a:lumMod val="50000"/>
                    </a:prstClr>
                  </a:solidFill>
                  <a:latin typeface="FontAwesome" pitchFamily="50" charset="0"/>
                </a:rPr>
                <a:t></a:t>
              </a:r>
              <a:endParaRPr lang="en-US" sz="5400" dirty="0">
                <a:solidFill>
                  <a:prstClr val="white">
                    <a:lumMod val="50000"/>
                  </a:prstClr>
                </a:solidFill>
                <a:latin typeface="Calibri" panose="020F0502020204030204"/>
              </a:endParaRPr>
            </a:p>
          </p:txBody>
        </p:sp>
      </p:grpSp>
      <p:sp>
        <p:nvSpPr>
          <p:cNvPr id="2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916244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50"/>
                                        <p:tgtEl>
                                          <p:spTgt spid="2"/>
                                        </p:tgtEl>
                                      </p:cBhvr>
                                    </p:animEffect>
                                  </p:childTnLst>
                                </p:cTn>
                              </p:par>
                            </p:childTnLst>
                          </p:cTn>
                        </p:par>
                        <p:par>
                          <p:cTn id="8" fill="hold">
                            <p:stCondLst>
                              <p:cond delay="500"/>
                            </p:stCondLst>
                            <p:childTnLst>
                              <p:par>
                                <p:cTn id="9" presetID="22" presetClass="entr" presetSubtype="1" fill="hold" nodeType="afterEffect">
                                  <p:stCondLst>
                                    <p:cond delay="250"/>
                                  </p:stCondLst>
                                  <p:childTnLst>
                                    <p:set>
                                      <p:cBhvr>
                                        <p:cTn id="10" dur="1" fill="hold">
                                          <p:stCondLst>
                                            <p:cond delay="0"/>
                                          </p:stCondLst>
                                        </p:cTn>
                                        <p:tgtEl>
                                          <p:spTgt spid="4"/>
                                        </p:tgtEl>
                                        <p:attrNameLst>
                                          <p:attrName>style.visibility</p:attrName>
                                        </p:attrNameLst>
                                      </p:cBhvr>
                                      <p:to>
                                        <p:strVal val="visible"/>
                                      </p:to>
                                    </p:set>
                                    <p:animEffect transition="in" filter="wipe(up)">
                                      <p:cBhvr>
                                        <p:cTn id="11" dur="500"/>
                                        <p:tgtEl>
                                          <p:spTgt spid="4"/>
                                        </p:tgtEl>
                                      </p:cBhvr>
                                    </p:animEffect>
                                  </p:childTnLst>
                                </p:cTn>
                              </p:par>
                            </p:childTnLst>
                          </p:cTn>
                        </p:par>
                        <p:par>
                          <p:cTn id="12" fill="hold">
                            <p:stCondLst>
                              <p:cond delay="1250"/>
                            </p:stCondLst>
                            <p:childTnLst>
                              <p:par>
                                <p:cTn id="13" presetID="10" presetClass="entr" presetSubtype="0" fill="hold" nodeType="afterEffect">
                                  <p:stCondLst>
                                    <p:cond delay="25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250"/>
                                        <p:tgtEl>
                                          <p:spTgt spid="17"/>
                                        </p:tgtEl>
                                      </p:cBhvr>
                                    </p:animEffect>
                                  </p:childTnLst>
                                </p:cTn>
                              </p:par>
                            </p:childTnLst>
                          </p:cTn>
                        </p:par>
                        <p:par>
                          <p:cTn id="16" fill="hold">
                            <p:stCondLst>
                              <p:cond delay="1750"/>
                            </p:stCondLst>
                            <p:childTnLst>
                              <p:par>
                                <p:cTn id="17" presetID="10" presetClass="entr" presetSubtype="0" fill="hold" nodeType="afterEffect">
                                  <p:stCondLst>
                                    <p:cond delay="25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250"/>
                                        <p:tgtEl>
                                          <p:spTgt spid="5"/>
                                        </p:tgtEl>
                                      </p:cBhvr>
                                    </p:animEffect>
                                  </p:childTnLst>
                                </p:cTn>
                              </p:par>
                            </p:childTnLst>
                          </p:cTn>
                        </p:par>
                        <p:par>
                          <p:cTn id="20" fill="hold">
                            <p:stCondLst>
                              <p:cond delay="2250"/>
                            </p:stCondLst>
                            <p:childTnLst>
                              <p:par>
                                <p:cTn id="21" presetID="10" presetClass="entr" presetSubtype="0" fill="hold" grpId="0" nodeType="afterEffect">
                                  <p:stCondLst>
                                    <p:cond delay="25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250"/>
                                        <p:tgtEl>
                                          <p:spTgt spid="10"/>
                                        </p:tgtEl>
                                      </p:cBhvr>
                                    </p:animEffect>
                                  </p:childTnLst>
                                </p:cTn>
                              </p:par>
                            </p:childTnLst>
                          </p:cTn>
                        </p:par>
                        <p:par>
                          <p:cTn id="24" fill="hold">
                            <p:stCondLst>
                              <p:cond delay="2750"/>
                            </p:stCondLst>
                            <p:childTnLst>
                              <p:par>
                                <p:cTn id="25" presetID="10" presetClass="entr" presetSubtype="0" fill="hold" nodeType="afterEffect">
                                  <p:stCondLst>
                                    <p:cond delay="25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250"/>
                                        <p:tgtEl>
                                          <p:spTgt spid="20"/>
                                        </p:tgtEl>
                                      </p:cBhvr>
                                    </p:animEffect>
                                  </p:childTnLst>
                                </p:cTn>
                              </p:par>
                            </p:childTnLst>
                          </p:cTn>
                        </p:par>
                        <p:par>
                          <p:cTn id="28" fill="hold">
                            <p:stCondLst>
                              <p:cond delay="3250"/>
                            </p:stCondLst>
                            <p:childTnLst>
                              <p:par>
                                <p:cTn id="29" presetID="10" presetClass="entr" presetSubtype="0" fill="hold" nodeType="afterEffect">
                                  <p:stCondLst>
                                    <p:cond delay="25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250"/>
                                        <p:tgtEl>
                                          <p:spTgt spid="11"/>
                                        </p:tgtEl>
                                      </p:cBhvr>
                                    </p:animEffect>
                                  </p:childTnLst>
                                </p:cTn>
                              </p:par>
                            </p:childTnLst>
                          </p:cTn>
                        </p:par>
                        <p:par>
                          <p:cTn id="32" fill="hold">
                            <p:stCondLst>
                              <p:cond delay="3750"/>
                            </p:stCondLst>
                            <p:childTnLst>
                              <p:par>
                                <p:cTn id="33" presetID="10" presetClass="entr" presetSubtype="0" fill="hold" grpId="0" nodeType="afterEffect">
                                  <p:stCondLst>
                                    <p:cond delay="25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25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0" grpId="0"/>
      <p:bldP spid="16"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
          <p:cNvCxnSpPr/>
          <p:nvPr/>
        </p:nvCxnSpPr>
        <p:spPr>
          <a:xfrm>
            <a:off x="6096000" y="0"/>
            <a:ext cx="0" cy="6858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flipH="1">
            <a:off x="6482285" y="1978002"/>
            <a:ext cx="808038" cy="60543"/>
            <a:chOff x="4113369" y="3398728"/>
            <a:chExt cx="808038" cy="60543"/>
          </a:xfrm>
        </p:grpSpPr>
        <p:cxnSp>
          <p:nvCxnSpPr>
            <p:cNvPr id="4" name="Straight Connector 3"/>
            <p:cNvCxnSpPr/>
            <p:nvPr/>
          </p:nvCxnSpPr>
          <p:spPr>
            <a:xfrm>
              <a:off x="4143640" y="3429000"/>
              <a:ext cx="777767"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 name="Oval 4"/>
            <p:cNvSpPr/>
            <p:nvPr/>
          </p:nvSpPr>
          <p:spPr>
            <a:xfrm>
              <a:off x="4113369" y="3398728"/>
              <a:ext cx="60543" cy="6054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8" name="TextBox 7"/>
          <p:cNvSpPr txBox="1"/>
          <p:nvPr/>
        </p:nvSpPr>
        <p:spPr>
          <a:xfrm>
            <a:off x="7260053" y="1253323"/>
            <a:ext cx="4361950" cy="1938992"/>
          </a:xfrm>
          <a:prstGeom prst="rect">
            <a:avLst/>
          </a:prstGeom>
          <a:noFill/>
        </p:spPr>
        <p:txBody>
          <a:bodyPr wrap="square" rtlCol="0">
            <a:spAutoFit/>
          </a:bodyPr>
          <a:lstStyle/>
          <a:p>
            <a:pPr algn="ctr" rtl="1" fontAlgn="auto">
              <a:spcBef>
                <a:spcPts val="0"/>
              </a:spcBef>
              <a:spcAft>
                <a:spcPts val="0"/>
              </a:spcAft>
            </a:pPr>
            <a:r>
              <a:rPr lang="ar-SA" sz="2400" b="1" dirty="0"/>
              <a:t> في الفترة ما بين عامي 1965-1966م أظهرت الولايات المتحدة الأمريكية اهتماماً كبيراً بالتلفزيون التعليمي، ويظهر ذلك من خلال مساهمة الحكومة الفيدرالية بحوالي 60% من ميزانية المحطات التعليمية</a:t>
            </a:r>
            <a:endParaRPr lang="en-US" sz="2400" b="1"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9" name="Group 8"/>
          <p:cNvGrpSpPr/>
          <p:nvPr/>
        </p:nvGrpSpPr>
        <p:grpSpPr>
          <a:xfrm>
            <a:off x="4868138" y="4727614"/>
            <a:ext cx="808038" cy="60543"/>
            <a:chOff x="4113369" y="3398728"/>
            <a:chExt cx="808038" cy="60543"/>
          </a:xfrm>
        </p:grpSpPr>
        <p:cxnSp>
          <p:nvCxnSpPr>
            <p:cNvPr id="10" name="Straight Connector 9"/>
            <p:cNvCxnSpPr/>
            <p:nvPr/>
          </p:nvCxnSpPr>
          <p:spPr>
            <a:xfrm>
              <a:off x="4143640" y="3429000"/>
              <a:ext cx="777767"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4113369" y="3398728"/>
              <a:ext cx="60543" cy="6054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14" name="TextBox 13"/>
          <p:cNvSpPr txBox="1"/>
          <p:nvPr/>
        </p:nvSpPr>
        <p:spPr>
          <a:xfrm>
            <a:off x="234052" y="4049493"/>
            <a:ext cx="4615186" cy="1938992"/>
          </a:xfrm>
          <a:prstGeom prst="rect">
            <a:avLst/>
          </a:prstGeom>
          <a:noFill/>
        </p:spPr>
        <p:txBody>
          <a:bodyPr wrap="square" rtlCol="0">
            <a:spAutoFit/>
          </a:bodyPr>
          <a:lstStyle/>
          <a:p>
            <a:pPr algn="ctr" fontAlgn="auto">
              <a:spcBef>
                <a:spcPts val="0"/>
              </a:spcBef>
              <a:spcAft>
                <a:spcPts val="0"/>
              </a:spcAft>
            </a:pPr>
            <a:r>
              <a:rPr lang="ar-SA" sz="2400" b="1" dirty="0"/>
              <a:t>أما في البلاد العربية فتعود البدايات الأولى لتجربة التلفزيون التعليمي إلى عام 1979م، عندما قامت الدول الخليجية بالتعاون مع بعض الدول العربية بعمل برامج تعليمية تربوية للأطفال أهمها افتح يا سمسم</a:t>
            </a:r>
            <a:endParaRPr lang="en-US" sz="2400" b="1"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5" name="Group 14"/>
          <p:cNvGrpSpPr/>
          <p:nvPr/>
        </p:nvGrpSpPr>
        <p:grpSpPr>
          <a:xfrm>
            <a:off x="5466413" y="1423955"/>
            <a:ext cx="1259174" cy="1259174"/>
            <a:chOff x="5466413" y="1004341"/>
            <a:chExt cx="1259174" cy="1259174"/>
          </a:xfrm>
        </p:grpSpPr>
        <p:sp>
          <p:nvSpPr>
            <p:cNvPr id="16" name="Oval 15"/>
            <p:cNvSpPr/>
            <p:nvPr/>
          </p:nvSpPr>
          <p:spPr>
            <a:xfrm>
              <a:off x="5466413" y="1004341"/>
              <a:ext cx="1259174" cy="1259174"/>
            </a:xfrm>
            <a:prstGeom prst="ellipse">
              <a:avLst/>
            </a:prstGeom>
            <a:solidFill>
              <a:schemeClr val="bg1"/>
            </a:solidFill>
            <a:ln w="63500">
              <a:solidFill>
                <a:srgbClr val="00AB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7" name="TextBox 16"/>
            <p:cNvSpPr txBox="1"/>
            <p:nvPr/>
          </p:nvSpPr>
          <p:spPr>
            <a:xfrm>
              <a:off x="5773437" y="1279985"/>
              <a:ext cx="697627" cy="707886"/>
            </a:xfrm>
            <a:prstGeom prst="rect">
              <a:avLst/>
            </a:prstGeom>
            <a:noFill/>
          </p:spPr>
          <p:txBody>
            <a:bodyPr wrap="none" rtlCol="0">
              <a:spAutoFit/>
            </a:bodyPr>
            <a:lstStyle/>
            <a:p>
              <a:pPr fontAlgn="auto">
                <a:spcBef>
                  <a:spcPts val="0"/>
                </a:spcBef>
                <a:spcAft>
                  <a:spcPts val="0"/>
                </a:spcAft>
              </a:pPr>
              <a:r>
                <a:rPr lang="en-US" sz="4000" dirty="0">
                  <a:solidFill>
                    <a:prstClr val="white">
                      <a:lumMod val="50000"/>
                    </a:prstClr>
                  </a:solidFill>
                  <a:latin typeface="FontAwesome" pitchFamily="50" charset="0"/>
                </a:rPr>
                <a:t></a:t>
              </a:r>
              <a:endParaRPr lang="en-US" dirty="0">
                <a:solidFill>
                  <a:prstClr val="white">
                    <a:lumMod val="50000"/>
                  </a:prstClr>
                </a:solidFill>
                <a:latin typeface="Calibri" panose="020F0502020204030204"/>
              </a:endParaRPr>
            </a:p>
          </p:txBody>
        </p:sp>
      </p:grpSp>
      <p:grpSp>
        <p:nvGrpSpPr>
          <p:cNvPr id="18" name="Group 17"/>
          <p:cNvGrpSpPr/>
          <p:nvPr/>
        </p:nvGrpSpPr>
        <p:grpSpPr>
          <a:xfrm>
            <a:off x="5466413" y="4128299"/>
            <a:ext cx="1259174" cy="1259174"/>
            <a:chOff x="5466413" y="1004341"/>
            <a:chExt cx="1259174" cy="1259174"/>
          </a:xfrm>
        </p:grpSpPr>
        <p:sp>
          <p:nvSpPr>
            <p:cNvPr id="19" name="Oval 18"/>
            <p:cNvSpPr/>
            <p:nvPr/>
          </p:nvSpPr>
          <p:spPr>
            <a:xfrm>
              <a:off x="5466413" y="1004341"/>
              <a:ext cx="1259174" cy="1259174"/>
            </a:xfrm>
            <a:prstGeom prst="ellipse">
              <a:avLst/>
            </a:prstGeom>
            <a:solidFill>
              <a:schemeClr val="bg1"/>
            </a:solidFill>
            <a:ln w="63500">
              <a:solidFill>
                <a:srgbClr val="016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0" name="TextBox 19"/>
            <p:cNvSpPr txBox="1"/>
            <p:nvPr/>
          </p:nvSpPr>
          <p:spPr>
            <a:xfrm>
              <a:off x="5725347" y="1218428"/>
              <a:ext cx="756938" cy="830997"/>
            </a:xfrm>
            <a:prstGeom prst="rect">
              <a:avLst/>
            </a:prstGeom>
            <a:noFill/>
          </p:spPr>
          <p:txBody>
            <a:bodyPr wrap="none" rtlCol="0">
              <a:spAutoFit/>
            </a:bodyPr>
            <a:lstStyle/>
            <a:p>
              <a:pPr algn="ctr" fontAlgn="auto">
                <a:spcBef>
                  <a:spcPts val="0"/>
                </a:spcBef>
                <a:spcAft>
                  <a:spcPts val="0"/>
                </a:spcAft>
              </a:pPr>
              <a:r>
                <a:rPr lang="en-US" sz="4800" dirty="0">
                  <a:solidFill>
                    <a:prstClr val="white">
                      <a:lumMod val="50000"/>
                    </a:prstClr>
                  </a:solidFill>
                  <a:latin typeface="FontAwesome" pitchFamily="50" charset="0"/>
                </a:rPr>
                <a:t></a:t>
              </a:r>
              <a:endParaRPr lang="en-US" sz="4800" dirty="0">
                <a:solidFill>
                  <a:prstClr val="white">
                    <a:lumMod val="50000"/>
                  </a:prstClr>
                </a:solidFill>
                <a:latin typeface="Calibri" panose="020F0502020204030204"/>
              </a:endParaRPr>
            </a:p>
          </p:txBody>
        </p:sp>
      </p:gr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6764987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par>
                          <p:cTn id="8" fill="hold">
                            <p:stCondLst>
                              <p:cond delay="750"/>
                            </p:stCondLst>
                            <p:childTnLst>
                              <p:par>
                                <p:cTn id="9" presetID="53" presetClass="entr" presetSubtype="16" fill="hold" nodeType="afterEffect">
                                  <p:stCondLst>
                                    <p:cond delay="25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fltVal val="0"/>
                                          </p:val>
                                        </p:tav>
                                        <p:tav tm="100000">
                                          <p:val>
                                            <p:strVal val="#ppt_w"/>
                                          </p:val>
                                        </p:tav>
                                      </p:tavLst>
                                    </p:anim>
                                    <p:anim calcmode="lin" valueType="num">
                                      <p:cBhvr>
                                        <p:cTn id="12" dur="500" fill="hold"/>
                                        <p:tgtEl>
                                          <p:spTgt spid="15"/>
                                        </p:tgtEl>
                                        <p:attrNameLst>
                                          <p:attrName>ppt_h</p:attrName>
                                        </p:attrNameLst>
                                      </p:cBhvr>
                                      <p:tavLst>
                                        <p:tav tm="0">
                                          <p:val>
                                            <p:fltVal val="0"/>
                                          </p:val>
                                        </p:tav>
                                        <p:tav tm="100000">
                                          <p:val>
                                            <p:strVal val="#ppt_h"/>
                                          </p:val>
                                        </p:tav>
                                      </p:tavLst>
                                    </p:anim>
                                    <p:animEffect transition="in" filter="fade">
                                      <p:cBhvr>
                                        <p:cTn id="13" dur="500"/>
                                        <p:tgtEl>
                                          <p:spTgt spid="15"/>
                                        </p:tgtEl>
                                      </p:cBhvr>
                                    </p:animEffect>
                                  </p:childTnLst>
                                </p:cTn>
                              </p:par>
                            </p:childTnLst>
                          </p:cTn>
                        </p:par>
                        <p:par>
                          <p:cTn id="14" fill="hold">
                            <p:stCondLst>
                              <p:cond delay="1500"/>
                            </p:stCondLst>
                            <p:childTnLst>
                              <p:par>
                                <p:cTn id="15" presetID="22" presetClass="entr" presetSubtype="8" fill="hold" nodeType="afterEffect">
                                  <p:stCondLst>
                                    <p:cond delay="25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par>
                          <p:cTn id="18" fill="hold">
                            <p:stCondLst>
                              <p:cond delay="2250"/>
                            </p:stCondLst>
                            <p:childTnLst>
                              <p:par>
                                <p:cTn id="19" presetID="1" presetClass="entr" presetSubtype="0" fill="hold" grpId="0" nodeType="afterEffect">
                                  <p:stCondLst>
                                    <p:cond delay="250"/>
                                  </p:stCondLst>
                                  <p:childTnLst>
                                    <p:set>
                                      <p:cBhvr>
                                        <p:cTn id="20" dur="1" fill="hold">
                                          <p:stCondLst>
                                            <p:cond delay="249"/>
                                          </p:stCondLst>
                                        </p:cTn>
                                        <p:tgtEl>
                                          <p:spTgt spid="8"/>
                                        </p:tgtEl>
                                        <p:attrNameLst>
                                          <p:attrName>style.visibility</p:attrName>
                                        </p:attrNameLst>
                                      </p:cBhvr>
                                      <p:to>
                                        <p:strVal val="visible"/>
                                      </p:to>
                                    </p:set>
                                  </p:childTnLst>
                                </p:cTn>
                              </p:par>
                            </p:childTnLst>
                          </p:cTn>
                        </p:par>
                        <p:par>
                          <p:cTn id="21" fill="hold">
                            <p:stCondLst>
                              <p:cond delay="2750"/>
                            </p:stCondLst>
                            <p:childTnLst>
                              <p:par>
                                <p:cTn id="22" presetID="53" presetClass="entr" presetSubtype="16" fill="hold" nodeType="afterEffect">
                                  <p:stCondLst>
                                    <p:cond delay="250"/>
                                  </p:stCondLst>
                                  <p:childTnLst>
                                    <p:set>
                                      <p:cBhvr>
                                        <p:cTn id="23" dur="1" fill="hold">
                                          <p:stCondLst>
                                            <p:cond delay="0"/>
                                          </p:stCondLst>
                                        </p:cTn>
                                        <p:tgtEl>
                                          <p:spTgt spid="18"/>
                                        </p:tgtEl>
                                        <p:attrNameLst>
                                          <p:attrName>style.visibility</p:attrName>
                                        </p:attrNameLst>
                                      </p:cBhvr>
                                      <p:to>
                                        <p:strVal val="visible"/>
                                      </p:to>
                                    </p:set>
                                    <p:anim calcmode="lin" valueType="num">
                                      <p:cBhvr>
                                        <p:cTn id="24" dur="500" fill="hold"/>
                                        <p:tgtEl>
                                          <p:spTgt spid="18"/>
                                        </p:tgtEl>
                                        <p:attrNameLst>
                                          <p:attrName>ppt_w</p:attrName>
                                        </p:attrNameLst>
                                      </p:cBhvr>
                                      <p:tavLst>
                                        <p:tav tm="0">
                                          <p:val>
                                            <p:fltVal val="0"/>
                                          </p:val>
                                        </p:tav>
                                        <p:tav tm="100000">
                                          <p:val>
                                            <p:strVal val="#ppt_w"/>
                                          </p:val>
                                        </p:tav>
                                      </p:tavLst>
                                    </p:anim>
                                    <p:anim calcmode="lin" valueType="num">
                                      <p:cBhvr>
                                        <p:cTn id="25" dur="500" fill="hold"/>
                                        <p:tgtEl>
                                          <p:spTgt spid="18"/>
                                        </p:tgtEl>
                                        <p:attrNameLst>
                                          <p:attrName>ppt_h</p:attrName>
                                        </p:attrNameLst>
                                      </p:cBhvr>
                                      <p:tavLst>
                                        <p:tav tm="0">
                                          <p:val>
                                            <p:fltVal val="0"/>
                                          </p:val>
                                        </p:tav>
                                        <p:tav tm="100000">
                                          <p:val>
                                            <p:strVal val="#ppt_h"/>
                                          </p:val>
                                        </p:tav>
                                      </p:tavLst>
                                    </p:anim>
                                    <p:animEffect transition="in" filter="fade">
                                      <p:cBhvr>
                                        <p:cTn id="26" dur="500"/>
                                        <p:tgtEl>
                                          <p:spTgt spid="18"/>
                                        </p:tgtEl>
                                      </p:cBhvr>
                                    </p:animEffect>
                                  </p:childTnLst>
                                </p:cTn>
                              </p:par>
                            </p:childTnLst>
                          </p:cTn>
                        </p:par>
                        <p:par>
                          <p:cTn id="27" fill="hold">
                            <p:stCondLst>
                              <p:cond delay="3500"/>
                            </p:stCondLst>
                            <p:childTnLst>
                              <p:par>
                                <p:cTn id="28" presetID="22" presetClass="entr" presetSubtype="2" fill="hold" nodeType="afterEffect">
                                  <p:stCondLst>
                                    <p:cond delay="250"/>
                                  </p:stCondLst>
                                  <p:childTnLst>
                                    <p:set>
                                      <p:cBhvr>
                                        <p:cTn id="29" dur="1" fill="hold">
                                          <p:stCondLst>
                                            <p:cond delay="0"/>
                                          </p:stCondLst>
                                        </p:cTn>
                                        <p:tgtEl>
                                          <p:spTgt spid="9"/>
                                        </p:tgtEl>
                                        <p:attrNameLst>
                                          <p:attrName>style.visibility</p:attrName>
                                        </p:attrNameLst>
                                      </p:cBhvr>
                                      <p:to>
                                        <p:strVal val="visible"/>
                                      </p:to>
                                    </p:set>
                                    <p:animEffect transition="in" filter="wipe(right)">
                                      <p:cBhvr>
                                        <p:cTn id="30" dur="500"/>
                                        <p:tgtEl>
                                          <p:spTgt spid="9"/>
                                        </p:tgtEl>
                                      </p:cBhvr>
                                    </p:animEffect>
                                  </p:childTnLst>
                                </p:cTn>
                              </p:par>
                            </p:childTnLst>
                          </p:cTn>
                        </p:par>
                        <p:par>
                          <p:cTn id="31" fill="hold">
                            <p:stCondLst>
                              <p:cond delay="4250"/>
                            </p:stCondLst>
                            <p:childTnLst>
                              <p:par>
                                <p:cTn id="32" presetID="1" presetClass="entr" presetSubtype="0" fill="hold" grpId="0" nodeType="afterEffect">
                                  <p:stCondLst>
                                    <p:cond delay="250"/>
                                  </p:stCondLst>
                                  <p:childTnLst>
                                    <p:set>
                                      <p:cBhvr>
                                        <p:cTn id="33" dur="1" fill="hold">
                                          <p:stCondLst>
                                            <p:cond delay="249"/>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4"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20477" y="602219"/>
            <a:ext cx="10515600" cy="1272014"/>
          </a:xfrm>
        </p:spPr>
        <p:txBody>
          <a:bodyPr>
            <a:normAutofit fontScale="90000"/>
          </a:bodyPr>
          <a:lstStyle/>
          <a:p>
            <a:pPr rtl="1"/>
            <a:r>
              <a:rPr lang="ar-SA" u="sng" dirty="0" smtClean="0"/>
              <a:t>ب - </a:t>
            </a:r>
            <a:r>
              <a:rPr lang="ar-SA" u="sng" dirty="0"/>
              <a:t>لماذا تأخرت الدول العربية في التشغيل والعمل التلفزيوني التربوي؟</a:t>
            </a:r>
            <a:endParaRPr lang="en-US" sz="3600" u="sng" dirty="0"/>
          </a:p>
        </p:txBody>
      </p:sp>
      <p:sp>
        <p:nvSpPr>
          <p:cNvPr id="61" name="Text Placeholder 6"/>
          <p:cNvSpPr txBox="1">
            <a:spLocks/>
          </p:cNvSpPr>
          <p:nvPr/>
        </p:nvSpPr>
        <p:spPr>
          <a:xfrm>
            <a:off x="563256" y="2806062"/>
            <a:ext cx="7777954" cy="259371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a:r>
              <a:rPr lang="ar-SA" sz="3200" b="1" dirty="0">
                <a:solidFill>
                  <a:srgbClr val="385723"/>
                </a:solidFill>
              </a:rPr>
              <a:t>لعل من أهم الأسباب التي أدت تأخر ظهور التلفزيون بشكل عام والتلفزيون التعليمي بشكل خاص في البلاد العربية وعدم تطوره، تعود إلى السياسات الاستعمارية التي اتبعتها الدول الأوروبية التي استعمرت الدول العربية والتي سعت عزل الدول المستعمرة وحجب أي تكنولوجيا عنها قد تساعد في تطورها</a:t>
            </a:r>
            <a:endParaRPr lang="en-US" sz="3200" b="1" dirty="0">
              <a:solidFill>
                <a:srgbClr val="385723"/>
              </a:solidFill>
            </a:endParaRPr>
          </a:p>
        </p:txBody>
      </p:sp>
      <p:grpSp>
        <p:nvGrpSpPr>
          <p:cNvPr id="113" name="Group 112"/>
          <p:cNvGrpSpPr/>
          <p:nvPr/>
        </p:nvGrpSpPr>
        <p:grpSpPr>
          <a:xfrm>
            <a:off x="8885839" y="2026007"/>
            <a:ext cx="2537812" cy="3919204"/>
            <a:chOff x="-128588" y="1744663"/>
            <a:chExt cx="1916113" cy="2959100"/>
          </a:xfrm>
        </p:grpSpPr>
        <p:sp>
          <p:nvSpPr>
            <p:cNvPr id="114" name="Freeform 6"/>
            <p:cNvSpPr>
              <a:spLocks/>
            </p:cNvSpPr>
            <p:nvPr/>
          </p:nvSpPr>
          <p:spPr bwMode="auto">
            <a:xfrm>
              <a:off x="150812" y="1744663"/>
              <a:ext cx="1460501" cy="1789113"/>
            </a:xfrm>
            <a:custGeom>
              <a:avLst/>
              <a:gdLst>
                <a:gd name="T0" fmla="*/ 1310 w 4046"/>
                <a:gd name="T1" fmla="*/ 4861 h 4961"/>
                <a:gd name="T2" fmla="*/ 2115 w 4046"/>
                <a:gd name="T3" fmla="*/ 4918 h 4961"/>
                <a:gd name="T4" fmla="*/ 2630 w 4046"/>
                <a:gd name="T5" fmla="*/ 4918 h 4961"/>
                <a:gd name="T6" fmla="*/ 3262 w 4046"/>
                <a:gd name="T7" fmla="*/ 4224 h 4961"/>
                <a:gd name="T8" fmla="*/ 4044 w 4046"/>
                <a:gd name="T9" fmla="*/ 2545 h 4961"/>
                <a:gd name="T10" fmla="*/ 485 w 4046"/>
                <a:gd name="T11" fmla="*/ 1940 h 4961"/>
                <a:gd name="T12" fmla="*/ 1310 w 4046"/>
                <a:gd name="T13" fmla="*/ 4861 h 4961"/>
              </a:gdLst>
              <a:ahLst/>
              <a:cxnLst>
                <a:cxn ang="0">
                  <a:pos x="T0" y="T1"/>
                </a:cxn>
                <a:cxn ang="0">
                  <a:pos x="T2" y="T3"/>
                </a:cxn>
                <a:cxn ang="0">
                  <a:pos x="T4" y="T5"/>
                </a:cxn>
                <a:cxn ang="0">
                  <a:pos x="T6" y="T7"/>
                </a:cxn>
                <a:cxn ang="0">
                  <a:pos x="T8" y="T9"/>
                </a:cxn>
                <a:cxn ang="0">
                  <a:pos x="T10" y="T11"/>
                </a:cxn>
                <a:cxn ang="0">
                  <a:pos x="T12" y="T13"/>
                </a:cxn>
              </a:cxnLst>
              <a:rect l="0" t="0" r="r" b="b"/>
              <a:pathLst>
                <a:path w="4046" h="4961">
                  <a:moveTo>
                    <a:pt x="1310" y="4861"/>
                  </a:moveTo>
                  <a:cubicBezTo>
                    <a:pt x="1501" y="4961"/>
                    <a:pt x="1878" y="4942"/>
                    <a:pt x="2115" y="4918"/>
                  </a:cubicBezTo>
                  <a:lnTo>
                    <a:pt x="2630" y="4918"/>
                  </a:lnTo>
                  <a:cubicBezTo>
                    <a:pt x="3363" y="4936"/>
                    <a:pt x="3006" y="4862"/>
                    <a:pt x="3262" y="4224"/>
                  </a:cubicBezTo>
                  <a:cubicBezTo>
                    <a:pt x="3532" y="3553"/>
                    <a:pt x="4046" y="3426"/>
                    <a:pt x="4044" y="2545"/>
                  </a:cubicBezTo>
                  <a:cubicBezTo>
                    <a:pt x="4040" y="513"/>
                    <a:pt x="1174" y="0"/>
                    <a:pt x="485" y="1940"/>
                  </a:cubicBezTo>
                  <a:cubicBezTo>
                    <a:pt x="0" y="3308"/>
                    <a:pt x="1193" y="3592"/>
                    <a:pt x="1310" y="4861"/>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panose="020F0502020204030204"/>
              </a:endParaRPr>
            </a:p>
          </p:txBody>
        </p:sp>
        <p:sp>
          <p:nvSpPr>
            <p:cNvPr id="115" name="Freeform 7"/>
            <p:cNvSpPr>
              <a:spLocks/>
            </p:cNvSpPr>
            <p:nvPr/>
          </p:nvSpPr>
          <p:spPr bwMode="auto">
            <a:xfrm>
              <a:off x="-128588" y="3719513"/>
              <a:ext cx="1916113" cy="984250"/>
            </a:xfrm>
            <a:custGeom>
              <a:avLst/>
              <a:gdLst>
                <a:gd name="T0" fmla="*/ 2117 w 5309"/>
                <a:gd name="T1" fmla="*/ 1727 h 2728"/>
                <a:gd name="T2" fmla="*/ 2753 w 5309"/>
                <a:gd name="T3" fmla="*/ 1565 h 2728"/>
                <a:gd name="T4" fmla="*/ 3204 w 5309"/>
                <a:gd name="T5" fmla="*/ 1164 h 2728"/>
                <a:gd name="T6" fmla="*/ 1242 w 5309"/>
                <a:gd name="T7" fmla="*/ 1040 h 2728"/>
                <a:gd name="T8" fmla="*/ 594 w 5309"/>
                <a:gd name="T9" fmla="*/ 1555 h 2728"/>
                <a:gd name="T10" fmla="*/ 0 w 5309"/>
                <a:gd name="T11" fmla="*/ 2111 h 2728"/>
                <a:gd name="T12" fmla="*/ 325 w 5309"/>
                <a:gd name="T13" fmla="*/ 2418 h 2728"/>
                <a:gd name="T14" fmla="*/ 498 w 5309"/>
                <a:gd name="T15" fmla="*/ 2565 h 2728"/>
                <a:gd name="T16" fmla="*/ 698 w 5309"/>
                <a:gd name="T17" fmla="*/ 2728 h 2728"/>
                <a:gd name="T18" fmla="*/ 2124 w 5309"/>
                <a:gd name="T19" fmla="*/ 2460 h 2728"/>
                <a:gd name="T20" fmla="*/ 2992 w 5309"/>
                <a:gd name="T21" fmla="*/ 2492 h 2728"/>
                <a:gd name="T22" fmla="*/ 4047 w 5309"/>
                <a:gd name="T23" fmla="*/ 1725 h 2728"/>
                <a:gd name="T24" fmla="*/ 5309 w 5309"/>
                <a:gd name="T25" fmla="*/ 256 h 2728"/>
                <a:gd name="T26" fmla="*/ 4445 w 5309"/>
                <a:gd name="T27" fmla="*/ 396 h 2728"/>
                <a:gd name="T28" fmla="*/ 3381 w 5309"/>
                <a:gd name="T29" fmla="*/ 1171 h 2728"/>
                <a:gd name="T30" fmla="*/ 3207 w 5309"/>
                <a:gd name="T31" fmla="*/ 1627 h 2728"/>
                <a:gd name="T32" fmla="*/ 2117 w 5309"/>
                <a:gd name="T33" fmla="*/ 1727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09" h="2728">
                  <a:moveTo>
                    <a:pt x="2117" y="1727"/>
                  </a:moveTo>
                  <a:cubicBezTo>
                    <a:pt x="2143" y="1515"/>
                    <a:pt x="2239" y="1648"/>
                    <a:pt x="2753" y="1565"/>
                  </a:cubicBezTo>
                  <a:cubicBezTo>
                    <a:pt x="3121" y="1505"/>
                    <a:pt x="3213" y="1560"/>
                    <a:pt x="3204" y="1164"/>
                  </a:cubicBezTo>
                  <a:cubicBezTo>
                    <a:pt x="2813" y="920"/>
                    <a:pt x="1702" y="835"/>
                    <a:pt x="1242" y="1040"/>
                  </a:cubicBezTo>
                  <a:cubicBezTo>
                    <a:pt x="986" y="1154"/>
                    <a:pt x="790" y="1396"/>
                    <a:pt x="594" y="1555"/>
                  </a:cubicBezTo>
                  <a:lnTo>
                    <a:pt x="0" y="2111"/>
                  </a:lnTo>
                  <a:cubicBezTo>
                    <a:pt x="110" y="2209"/>
                    <a:pt x="202" y="2304"/>
                    <a:pt x="325" y="2418"/>
                  </a:cubicBezTo>
                  <a:cubicBezTo>
                    <a:pt x="389" y="2478"/>
                    <a:pt x="431" y="2508"/>
                    <a:pt x="498" y="2565"/>
                  </a:cubicBezTo>
                  <a:lnTo>
                    <a:pt x="698" y="2728"/>
                  </a:lnTo>
                  <a:cubicBezTo>
                    <a:pt x="1485" y="2450"/>
                    <a:pt x="835" y="2350"/>
                    <a:pt x="2124" y="2460"/>
                  </a:cubicBezTo>
                  <a:cubicBezTo>
                    <a:pt x="2395" y="2483"/>
                    <a:pt x="2722" y="2501"/>
                    <a:pt x="2992" y="2492"/>
                  </a:cubicBezTo>
                  <a:cubicBezTo>
                    <a:pt x="3477" y="2476"/>
                    <a:pt x="3700" y="2074"/>
                    <a:pt x="4047" y="1725"/>
                  </a:cubicBezTo>
                  <a:lnTo>
                    <a:pt x="5309" y="256"/>
                  </a:lnTo>
                  <a:cubicBezTo>
                    <a:pt x="4912" y="0"/>
                    <a:pt x="4754" y="204"/>
                    <a:pt x="4445" y="396"/>
                  </a:cubicBezTo>
                  <a:cubicBezTo>
                    <a:pt x="4290" y="493"/>
                    <a:pt x="3426" y="1025"/>
                    <a:pt x="3381" y="1171"/>
                  </a:cubicBezTo>
                  <a:cubicBezTo>
                    <a:pt x="3331" y="1336"/>
                    <a:pt x="3391" y="1532"/>
                    <a:pt x="3207" y="1627"/>
                  </a:cubicBezTo>
                  <a:cubicBezTo>
                    <a:pt x="3014" y="1727"/>
                    <a:pt x="2273" y="1822"/>
                    <a:pt x="2117" y="1727"/>
                  </a:cubicBezTo>
                  <a:close/>
                </a:path>
              </a:pathLst>
            </a:custGeom>
            <a:solidFill>
              <a:srgbClr val="FFC67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panose="020F0502020204030204"/>
              </a:endParaRPr>
            </a:p>
          </p:txBody>
        </p:sp>
        <p:sp>
          <p:nvSpPr>
            <p:cNvPr id="116" name="Freeform 8"/>
            <p:cNvSpPr>
              <a:spLocks/>
            </p:cNvSpPr>
            <p:nvPr/>
          </p:nvSpPr>
          <p:spPr bwMode="auto">
            <a:xfrm>
              <a:off x="660400" y="3724275"/>
              <a:ext cx="573088" cy="119063"/>
            </a:xfrm>
            <a:custGeom>
              <a:avLst/>
              <a:gdLst>
                <a:gd name="T0" fmla="*/ 42 w 1587"/>
                <a:gd name="T1" fmla="*/ 69 h 334"/>
                <a:gd name="T2" fmla="*/ 239 w 1587"/>
                <a:gd name="T3" fmla="*/ 291 h 334"/>
                <a:gd name="T4" fmla="*/ 701 w 1587"/>
                <a:gd name="T5" fmla="*/ 289 h 334"/>
                <a:gd name="T6" fmla="*/ 1574 w 1587"/>
                <a:gd name="T7" fmla="*/ 237 h 334"/>
                <a:gd name="T8" fmla="*/ 1375 w 1587"/>
                <a:gd name="T9" fmla="*/ 23 h 334"/>
                <a:gd name="T10" fmla="*/ 42 w 1587"/>
                <a:gd name="T11" fmla="*/ 69 h 334"/>
              </a:gdLst>
              <a:ahLst/>
              <a:cxnLst>
                <a:cxn ang="0">
                  <a:pos x="T0" y="T1"/>
                </a:cxn>
                <a:cxn ang="0">
                  <a:pos x="T2" y="T3"/>
                </a:cxn>
                <a:cxn ang="0">
                  <a:pos x="T4" y="T5"/>
                </a:cxn>
                <a:cxn ang="0">
                  <a:pos x="T6" y="T7"/>
                </a:cxn>
                <a:cxn ang="0">
                  <a:pos x="T8" y="T9"/>
                </a:cxn>
                <a:cxn ang="0">
                  <a:pos x="T10" y="T11"/>
                </a:cxn>
              </a:cxnLst>
              <a:rect l="0" t="0" r="r" b="b"/>
              <a:pathLst>
                <a:path w="1587" h="334">
                  <a:moveTo>
                    <a:pt x="42" y="69"/>
                  </a:moveTo>
                  <a:cubicBezTo>
                    <a:pt x="0" y="273"/>
                    <a:pt x="30" y="288"/>
                    <a:pt x="239" y="291"/>
                  </a:cubicBezTo>
                  <a:cubicBezTo>
                    <a:pt x="391" y="293"/>
                    <a:pt x="549" y="289"/>
                    <a:pt x="701" y="289"/>
                  </a:cubicBezTo>
                  <a:cubicBezTo>
                    <a:pt x="976" y="289"/>
                    <a:pt x="1376" y="334"/>
                    <a:pt x="1574" y="237"/>
                  </a:cubicBezTo>
                  <a:cubicBezTo>
                    <a:pt x="1587" y="46"/>
                    <a:pt x="1561" y="27"/>
                    <a:pt x="1375" y="23"/>
                  </a:cubicBezTo>
                  <a:cubicBezTo>
                    <a:pt x="1125" y="17"/>
                    <a:pt x="164" y="0"/>
                    <a:pt x="42" y="69"/>
                  </a:cubicBezTo>
                  <a:close/>
                </a:path>
              </a:pathLst>
            </a:custGeom>
            <a:solidFill>
              <a:srgbClr val="70AD47">
                <a:lumMod val="5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panose="020F0502020204030204"/>
              </a:endParaRPr>
            </a:p>
          </p:txBody>
        </p:sp>
        <p:sp>
          <p:nvSpPr>
            <p:cNvPr id="117" name="Freeform 9"/>
            <p:cNvSpPr>
              <a:spLocks/>
            </p:cNvSpPr>
            <p:nvPr/>
          </p:nvSpPr>
          <p:spPr bwMode="auto">
            <a:xfrm>
              <a:off x="665162" y="3581400"/>
              <a:ext cx="593725" cy="119063"/>
            </a:xfrm>
            <a:custGeom>
              <a:avLst/>
              <a:gdLst>
                <a:gd name="T0" fmla="*/ 20 w 1644"/>
                <a:gd name="T1" fmla="*/ 236 h 328"/>
                <a:gd name="T2" fmla="*/ 1180 w 1644"/>
                <a:gd name="T3" fmla="*/ 288 h 328"/>
                <a:gd name="T4" fmla="*/ 1540 w 1644"/>
                <a:gd name="T5" fmla="*/ 55 h 328"/>
                <a:gd name="T6" fmla="*/ 227 w 1644"/>
                <a:gd name="T7" fmla="*/ 23 h 328"/>
                <a:gd name="T8" fmla="*/ 20 w 1644"/>
                <a:gd name="T9" fmla="*/ 236 h 328"/>
              </a:gdLst>
              <a:ahLst/>
              <a:cxnLst>
                <a:cxn ang="0">
                  <a:pos x="T0" y="T1"/>
                </a:cxn>
                <a:cxn ang="0">
                  <a:pos x="T2" y="T3"/>
                </a:cxn>
                <a:cxn ang="0">
                  <a:pos x="T4" y="T5"/>
                </a:cxn>
                <a:cxn ang="0">
                  <a:pos x="T6" y="T7"/>
                </a:cxn>
                <a:cxn ang="0">
                  <a:pos x="T8" y="T9"/>
                </a:cxn>
              </a:cxnLst>
              <a:rect l="0" t="0" r="r" b="b"/>
              <a:pathLst>
                <a:path w="1644" h="328">
                  <a:moveTo>
                    <a:pt x="20" y="236"/>
                  </a:moveTo>
                  <a:cubicBezTo>
                    <a:pt x="209" y="328"/>
                    <a:pt x="884" y="288"/>
                    <a:pt x="1180" y="288"/>
                  </a:cubicBezTo>
                  <a:cubicBezTo>
                    <a:pt x="1407" y="288"/>
                    <a:pt x="1644" y="323"/>
                    <a:pt x="1540" y="55"/>
                  </a:cubicBezTo>
                  <a:cubicBezTo>
                    <a:pt x="1084" y="0"/>
                    <a:pt x="701" y="23"/>
                    <a:pt x="227" y="23"/>
                  </a:cubicBezTo>
                  <a:cubicBezTo>
                    <a:pt x="40" y="23"/>
                    <a:pt x="0" y="47"/>
                    <a:pt x="20" y="236"/>
                  </a:cubicBezTo>
                  <a:close/>
                </a:path>
              </a:pathLst>
            </a:custGeom>
            <a:solidFill>
              <a:srgbClr val="70AD47">
                <a:lumMod val="5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panose="020F0502020204030204"/>
              </a:endParaRPr>
            </a:p>
          </p:txBody>
        </p:sp>
        <p:sp>
          <p:nvSpPr>
            <p:cNvPr id="118" name="Freeform 10"/>
            <p:cNvSpPr>
              <a:spLocks/>
            </p:cNvSpPr>
            <p:nvPr/>
          </p:nvSpPr>
          <p:spPr bwMode="auto">
            <a:xfrm>
              <a:off x="809625" y="3841750"/>
              <a:ext cx="285750" cy="155575"/>
            </a:xfrm>
            <a:custGeom>
              <a:avLst/>
              <a:gdLst>
                <a:gd name="T0" fmla="*/ 735 w 793"/>
                <a:gd name="T1" fmla="*/ 329 h 431"/>
                <a:gd name="T2" fmla="*/ 747 w 793"/>
                <a:gd name="T3" fmla="*/ 113 h 431"/>
                <a:gd name="T4" fmla="*/ 1 w 793"/>
                <a:gd name="T5" fmla="*/ 224 h 431"/>
                <a:gd name="T6" fmla="*/ 735 w 793"/>
                <a:gd name="T7" fmla="*/ 329 h 431"/>
              </a:gdLst>
              <a:ahLst/>
              <a:cxnLst>
                <a:cxn ang="0">
                  <a:pos x="T0" y="T1"/>
                </a:cxn>
                <a:cxn ang="0">
                  <a:pos x="T2" y="T3"/>
                </a:cxn>
                <a:cxn ang="0">
                  <a:pos x="T4" y="T5"/>
                </a:cxn>
                <a:cxn ang="0">
                  <a:pos x="T6" y="T7"/>
                </a:cxn>
              </a:cxnLst>
              <a:rect l="0" t="0" r="r" b="b"/>
              <a:pathLst>
                <a:path w="793" h="431">
                  <a:moveTo>
                    <a:pt x="735" y="329"/>
                  </a:moveTo>
                  <a:cubicBezTo>
                    <a:pt x="793" y="231"/>
                    <a:pt x="780" y="217"/>
                    <a:pt x="747" y="113"/>
                  </a:cubicBezTo>
                  <a:cubicBezTo>
                    <a:pt x="614" y="76"/>
                    <a:pt x="1" y="0"/>
                    <a:pt x="1" y="224"/>
                  </a:cubicBezTo>
                  <a:cubicBezTo>
                    <a:pt x="0" y="431"/>
                    <a:pt x="584" y="376"/>
                    <a:pt x="735" y="329"/>
                  </a:cubicBezTo>
                  <a:close/>
                </a:path>
              </a:pathLst>
            </a:custGeom>
            <a:solidFill>
              <a:srgbClr val="70AD47">
                <a:lumMod val="5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panose="020F0502020204030204"/>
              </a:endParaRPr>
            </a:p>
          </p:txBody>
        </p:sp>
        <p:sp>
          <p:nvSpPr>
            <p:cNvPr id="119" name="Rectangle 11"/>
            <p:cNvSpPr>
              <a:spLocks noChangeArrowheads="1"/>
            </p:cNvSpPr>
            <p:nvPr/>
          </p:nvSpPr>
          <p:spPr bwMode="auto">
            <a:xfrm>
              <a:off x="698500" y="2333625"/>
              <a:ext cx="567189" cy="1223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7100" b="0" i="0" u="none" strike="noStrike" kern="0" cap="none" spc="0" normalizeH="0" baseline="0" noProof="0" dirty="0" smtClean="0">
                  <a:ln>
                    <a:noFill/>
                  </a:ln>
                  <a:solidFill>
                    <a:prstClr val="white"/>
                  </a:solidFill>
                  <a:effectLst/>
                  <a:uLnTx/>
                  <a:uFillTx/>
                  <a:latin typeface="Arial" panose="020B0604020202020204" pitchFamily="34" charset="0"/>
                </a:rPr>
                <a:t>?</a:t>
              </a:r>
              <a:endParaRPr kumimoji="0" lang="en-US" altLang="en-US" sz="1800" b="0" i="0" u="none" strike="noStrike" kern="0" cap="none" spc="0" normalizeH="0" baseline="0" noProof="0" dirty="0" smtClean="0">
                <a:ln>
                  <a:noFill/>
                </a:ln>
                <a:solidFill>
                  <a:prstClr val="white"/>
                </a:solidFill>
                <a:effectLst/>
                <a:uLnTx/>
                <a:uFillTx/>
                <a:latin typeface="Arial" panose="020B0604020202020204" pitchFamily="34" charset="0"/>
              </a:endParaRPr>
            </a:p>
          </p:txBody>
        </p:sp>
      </p:grpSp>
      <p:sp>
        <p:nvSpPr>
          <p:cNvPr id="1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82851461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113"/>
                                        </p:tgtEl>
                                        <p:attrNameLst>
                                          <p:attrName>style.visibility</p:attrName>
                                        </p:attrNameLst>
                                      </p:cBhvr>
                                      <p:to>
                                        <p:strVal val="visible"/>
                                      </p:to>
                                    </p:set>
                                    <p:anim calcmode="lin" valueType="num">
                                      <p:cBhvr additive="base">
                                        <p:cTn id="7" dur="500"/>
                                        <p:tgtEl>
                                          <p:spTgt spid="113"/>
                                        </p:tgtEl>
                                        <p:attrNameLst>
                                          <p:attrName>ppt_y</p:attrName>
                                        </p:attrNameLst>
                                      </p:cBhvr>
                                      <p:tavLst>
                                        <p:tav tm="0">
                                          <p:val>
                                            <p:strVal val="#ppt_y+#ppt_h*1.125000"/>
                                          </p:val>
                                        </p:tav>
                                        <p:tav tm="100000">
                                          <p:val>
                                            <p:strVal val="#ppt_y"/>
                                          </p:val>
                                        </p:tav>
                                      </p:tavLst>
                                    </p:anim>
                                    <p:animEffect transition="in" filter="wipe(up)">
                                      <p:cBhvr>
                                        <p:cTn id="8" dur="500"/>
                                        <p:tgtEl>
                                          <p:spTgt spid="113"/>
                                        </p:tgtEl>
                                      </p:cBhvr>
                                    </p:animEffect>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61"/>
                                        </p:tgtEl>
                                        <p:attrNameLst>
                                          <p:attrName>style.visibility</p:attrName>
                                        </p:attrNameLst>
                                      </p:cBhvr>
                                      <p:to>
                                        <p:strVal val="visible"/>
                                      </p:to>
                                    </p:set>
                                    <p:animEffect transition="in" filter="fade">
                                      <p:cBhvr>
                                        <p:cTn id="12"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216757" y="375011"/>
            <a:ext cx="7154780" cy="750929"/>
          </a:xfrm>
        </p:spPr>
        <p:txBody>
          <a:bodyPr>
            <a:normAutofit/>
          </a:bodyPr>
          <a:lstStyle/>
          <a:p>
            <a:pPr algn="r" rtl="1"/>
            <a:r>
              <a:rPr lang="ar-SA" u="sng" dirty="0"/>
              <a:t>ج- تطور جهاز التليفزيون التاريخي </a:t>
            </a:r>
            <a:endParaRPr lang="en-US" u="sng" dirty="0"/>
          </a:p>
        </p:txBody>
      </p:sp>
      <p:cxnSp>
        <p:nvCxnSpPr>
          <p:cNvPr id="4" name="Curved Connector 3"/>
          <p:cNvCxnSpPr>
            <a:stCxn id="9" idx="4"/>
            <a:endCxn id="12" idx="2"/>
          </p:cNvCxnSpPr>
          <p:nvPr/>
        </p:nvCxnSpPr>
        <p:spPr>
          <a:xfrm rot="5400000">
            <a:off x="5631050" y="3591669"/>
            <a:ext cx="1090277" cy="1021692"/>
          </a:xfrm>
          <a:prstGeom prst="curvedConnector2">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cxnSp>
        <p:nvCxnSpPr>
          <p:cNvPr id="5" name="Curved Connector 4"/>
          <p:cNvCxnSpPr>
            <a:stCxn id="9" idx="4"/>
            <a:endCxn id="15" idx="0"/>
          </p:cNvCxnSpPr>
          <p:nvPr/>
        </p:nvCxnSpPr>
        <p:spPr>
          <a:xfrm rot="16200000" flipH="1">
            <a:off x="7278083" y="2966328"/>
            <a:ext cx="467839" cy="1649936"/>
          </a:xfrm>
          <a:prstGeom prst="curvedConnector3">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grpSp>
        <p:nvGrpSpPr>
          <p:cNvPr id="8" name="Group 7"/>
          <p:cNvGrpSpPr/>
          <p:nvPr/>
        </p:nvGrpSpPr>
        <p:grpSpPr>
          <a:xfrm flipH="1">
            <a:off x="5667184" y="2312504"/>
            <a:ext cx="1991030" cy="1244873"/>
            <a:chOff x="5080163" y="3384688"/>
            <a:chExt cx="1991030" cy="1244873"/>
          </a:xfrm>
        </p:grpSpPr>
        <p:sp>
          <p:nvSpPr>
            <p:cNvPr id="9" name="Oval 8"/>
            <p:cNvSpPr/>
            <p:nvPr/>
          </p:nvSpPr>
          <p:spPr>
            <a:xfrm>
              <a:off x="5428906" y="3384688"/>
              <a:ext cx="1244873" cy="1244873"/>
            </a:xfrm>
            <a:prstGeom prst="ellipse">
              <a:avLst/>
            </a:prstGeom>
            <a:solidFill>
              <a:schemeClr val="accent1"/>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0" name="TextBox 9"/>
            <p:cNvSpPr txBox="1"/>
            <p:nvPr/>
          </p:nvSpPr>
          <p:spPr>
            <a:xfrm rot="21568247">
              <a:off x="5080163" y="3689037"/>
              <a:ext cx="1991030" cy="584775"/>
            </a:xfrm>
            <a:prstGeom prst="rect">
              <a:avLst/>
            </a:prstGeom>
            <a:noFill/>
          </p:spPr>
          <p:txBody>
            <a:bodyPr wrap="square" rtlCol="0">
              <a:spAutoFit/>
            </a:bodyPr>
            <a:lstStyle/>
            <a:p>
              <a:pPr algn="ctr" fontAlgn="auto">
                <a:spcBef>
                  <a:spcPts val="0"/>
                </a:spcBef>
                <a:spcAft>
                  <a:spcPts val="0"/>
                </a:spcAft>
              </a:pPr>
              <a:r>
                <a:rPr lang="en-US" sz="3200" b="1" dirty="0" smtClean="0">
                  <a:solidFill>
                    <a:schemeClr val="bg1"/>
                  </a:solidFill>
                </a:rPr>
                <a:t>1</a:t>
              </a:r>
              <a:endParaRPr lang="id-ID" sz="3200" b="1" dirty="0">
                <a:solidFill>
                  <a:schemeClr val="bg1"/>
                </a:solidFill>
                <a:latin typeface="Montserrat"/>
              </a:endParaRPr>
            </a:p>
          </p:txBody>
        </p:sp>
      </p:grpSp>
      <p:grpSp>
        <p:nvGrpSpPr>
          <p:cNvPr id="11" name="Group 10"/>
          <p:cNvGrpSpPr/>
          <p:nvPr/>
        </p:nvGrpSpPr>
        <p:grpSpPr>
          <a:xfrm flipH="1">
            <a:off x="4065359" y="4025217"/>
            <a:ext cx="1991030" cy="1244873"/>
            <a:chOff x="6681988" y="5097401"/>
            <a:chExt cx="1991030" cy="1244873"/>
          </a:xfrm>
        </p:grpSpPr>
        <p:sp>
          <p:nvSpPr>
            <p:cNvPr id="12" name="Oval 11"/>
            <p:cNvSpPr/>
            <p:nvPr/>
          </p:nvSpPr>
          <p:spPr>
            <a:xfrm>
              <a:off x="7073035" y="5097401"/>
              <a:ext cx="1244873" cy="1244873"/>
            </a:xfrm>
            <a:prstGeom prst="ellipse">
              <a:avLst/>
            </a:prstGeom>
            <a:solidFill>
              <a:schemeClr val="accent2"/>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3" name="TextBox 12"/>
            <p:cNvSpPr txBox="1"/>
            <p:nvPr/>
          </p:nvSpPr>
          <p:spPr>
            <a:xfrm rot="21568247">
              <a:off x="6681988" y="5421852"/>
              <a:ext cx="1991030" cy="584775"/>
            </a:xfrm>
            <a:prstGeom prst="rect">
              <a:avLst/>
            </a:prstGeom>
            <a:noFill/>
          </p:spPr>
          <p:txBody>
            <a:bodyPr wrap="square" rtlCol="0">
              <a:spAutoFit/>
            </a:bodyPr>
            <a:lstStyle/>
            <a:p>
              <a:pPr algn="ctr" fontAlgn="auto">
                <a:spcBef>
                  <a:spcPts val="0"/>
                </a:spcBef>
                <a:spcAft>
                  <a:spcPts val="0"/>
                </a:spcAft>
              </a:pPr>
              <a:r>
                <a:rPr lang="el-GR" sz="3200" b="1" dirty="0">
                  <a:solidFill>
                    <a:prstClr val="white"/>
                  </a:solidFill>
                  <a:latin typeface="Montserrat"/>
                </a:rPr>
                <a:t>2</a:t>
              </a:r>
              <a:endParaRPr lang="id-ID" sz="3200" b="1" dirty="0">
                <a:solidFill>
                  <a:prstClr val="white"/>
                </a:solidFill>
                <a:latin typeface="Montserrat"/>
              </a:endParaRPr>
            </a:p>
          </p:txBody>
        </p:sp>
      </p:grpSp>
      <p:grpSp>
        <p:nvGrpSpPr>
          <p:cNvPr id="14" name="Group 13"/>
          <p:cNvGrpSpPr/>
          <p:nvPr/>
        </p:nvGrpSpPr>
        <p:grpSpPr>
          <a:xfrm flipH="1">
            <a:off x="7420442" y="4025216"/>
            <a:ext cx="1833059" cy="1244873"/>
            <a:chOff x="3484876" y="5097400"/>
            <a:chExt cx="1833059" cy="1244873"/>
          </a:xfrm>
        </p:grpSpPr>
        <p:sp>
          <p:nvSpPr>
            <p:cNvPr id="15" name="Oval 14"/>
            <p:cNvSpPr/>
            <p:nvPr/>
          </p:nvSpPr>
          <p:spPr>
            <a:xfrm>
              <a:off x="3778970" y="5097400"/>
              <a:ext cx="1244873" cy="1244873"/>
            </a:xfrm>
            <a:prstGeom prst="ellipse">
              <a:avLst/>
            </a:prstGeom>
            <a:solidFill>
              <a:schemeClr val="accent4"/>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6" name="TextBox 15"/>
            <p:cNvSpPr txBox="1"/>
            <p:nvPr/>
          </p:nvSpPr>
          <p:spPr>
            <a:xfrm rot="21568247">
              <a:off x="3484876" y="5404974"/>
              <a:ext cx="1833059"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3</a:t>
              </a:r>
              <a:endParaRPr lang="id-ID" sz="3200" b="1" dirty="0">
                <a:solidFill>
                  <a:prstClr val="white"/>
                </a:solidFill>
                <a:latin typeface="Montserrat"/>
              </a:endParaRPr>
            </a:p>
          </p:txBody>
        </p:sp>
      </p:grpSp>
      <p:sp>
        <p:nvSpPr>
          <p:cNvPr id="23" name="Rectangle 22"/>
          <p:cNvSpPr/>
          <p:nvPr/>
        </p:nvSpPr>
        <p:spPr>
          <a:xfrm flipH="1">
            <a:off x="9107785" y="4623635"/>
            <a:ext cx="2842733" cy="1384995"/>
          </a:xfrm>
          <a:prstGeom prst="rect">
            <a:avLst/>
          </a:prstGeom>
        </p:spPr>
        <p:txBody>
          <a:bodyPr wrap="square">
            <a:spAutoFit/>
          </a:bodyPr>
          <a:lstStyle/>
          <a:p>
            <a:pPr fontAlgn="auto">
              <a:spcBef>
                <a:spcPts val="0"/>
              </a:spcBef>
              <a:spcAft>
                <a:spcPts val="0"/>
              </a:spcAft>
            </a:pPr>
            <a:r>
              <a:rPr lang="ar-SA" sz="2800" b="1" dirty="0"/>
              <a:t>شهد عام 1926م الولادة الرسمية الأولى للتلفزيون</a:t>
            </a:r>
            <a:endParaRPr lang="en-AU" sz="2800" b="1" dirty="0">
              <a:solidFill>
                <a:prstClr val="black">
                  <a:lumMod val="50000"/>
                  <a:lumOff val="50000"/>
                </a:prstClr>
              </a:solidFill>
              <a:latin typeface="Montserrat Light"/>
            </a:endParaRPr>
          </a:p>
        </p:txBody>
      </p:sp>
      <p:cxnSp>
        <p:nvCxnSpPr>
          <p:cNvPr id="24" name="Straight Connector 23"/>
          <p:cNvCxnSpPr/>
          <p:nvPr/>
        </p:nvCxnSpPr>
        <p:spPr>
          <a:xfrm flipH="1">
            <a:off x="8959408" y="4505282"/>
            <a:ext cx="2842732"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flipH="1">
            <a:off x="765544" y="4566242"/>
            <a:ext cx="3615329" cy="954107"/>
          </a:xfrm>
          <a:prstGeom prst="rect">
            <a:avLst/>
          </a:prstGeom>
        </p:spPr>
        <p:txBody>
          <a:bodyPr wrap="square">
            <a:spAutoFit/>
          </a:bodyPr>
          <a:lstStyle/>
          <a:p>
            <a:pPr algn="r" rtl="1" fontAlgn="auto">
              <a:spcBef>
                <a:spcPts val="0"/>
              </a:spcBef>
              <a:spcAft>
                <a:spcPts val="0"/>
              </a:spcAft>
            </a:pPr>
            <a:r>
              <a:rPr lang="ar-JO" sz="2800" b="1" dirty="0"/>
              <a:t>في عام 1884م صدر أول بيان</a:t>
            </a:r>
            <a:r>
              <a:rPr lang="ar-SA" sz="2800" b="1" dirty="0"/>
              <a:t> لمبدأ نقل الصور</a:t>
            </a:r>
            <a:endParaRPr lang="en-AU" sz="2800" b="1" dirty="0">
              <a:solidFill>
                <a:prstClr val="black">
                  <a:lumMod val="50000"/>
                  <a:lumOff val="50000"/>
                </a:prstClr>
              </a:solidFill>
              <a:latin typeface="Montserrat Light"/>
            </a:endParaRPr>
          </a:p>
        </p:txBody>
      </p:sp>
      <p:cxnSp>
        <p:nvCxnSpPr>
          <p:cNvPr id="26" name="Straight Connector 25"/>
          <p:cNvCxnSpPr/>
          <p:nvPr/>
        </p:nvCxnSpPr>
        <p:spPr>
          <a:xfrm flipH="1">
            <a:off x="1275907" y="4505282"/>
            <a:ext cx="3010577"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flipH="1">
            <a:off x="7417779" y="2728112"/>
            <a:ext cx="4150442" cy="954107"/>
          </a:xfrm>
          <a:prstGeom prst="rect">
            <a:avLst/>
          </a:prstGeom>
        </p:spPr>
        <p:txBody>
          <a:bodyPr wrap="square">
            <a:spAutoFit/>
          </a:bodyPr>
          <a:lstStyle/>
          <a:p>
            <a:pPr rtl="1" fontAlgn="auto">
              <a:spcBef>
                <a:spcPts val="0"/>
              </a:spcBef>
              <a:spcAft>
                <a:spcPts val="0"/>
              </a:spcAft>
            </a:pPr>
            <a:r>
              <a:rPr lang="ar-JO" sz="2800" b="1" dirty="0" smtClean="0"/>
              <a:t>بدأت </a:t>
            </a:r>
            <a:r>
              <a:rPr lang="ar-JO" sz="2800" b="1" dirty="0"/>
              <a:t>رحلة اختراع وتطور جهاز التلفزيون </a:t>
            </a:r>
            <a:r>
              <a:rPr lang="ar-SA" sz="2800" b="1" dirty="0"/>
              <a:t>عام 1848م</a:t>
            </a:r>
            <a:endParaRPr lang="en-AU" sz="2800" b="1" dirty="0">
              <a:solidFill>
                <a:prstClr val="black">
                  <a:lumMod val="50000"/>
                  <a:lumOff val="50000"/>
                </a:prstClr>
              </a:solidFill>
              <a:latin typeface="Montserrat Light"/>
            </a:endParaRPr>
          </a:p>
        </p:txBody>
      </p:sp>
      <p:cxnSp>
        <p:nvCxnSpPr>
          <p:cNvPr id="32" name="Straight Connector 31"/>
          <p:cNvCxnSpPr/>
          <p:nvPr/>
        </p:nvCxnSpPr>
        <p:spPr>
          <a:xfrm flipH="1">
            <a:off x="7413800" y="2667151"/>
            <a:ext cx="3750386"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2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71343705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up)">
                                      <p:cBhvr>
                                        <p:cTn id="19" dur="500"/>
                                        <p:tgtEl>
                                          <p:spTgt spid="4"/>
                                        </p:tgtEl>
                                      </p:cBhvr>
                                    </p:animEffect>
                                  </p:childTnLst>
                                </p:cTn>
                              </p:par>
                              <p:par>
                                <p:cTn id="20" presetID="22" presetClass="entr" presetSubtype="1" fill="hold" nodeType="with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wipe(up)">
                                      <p:cBhvr>
                                        <p:cTn id="22" dur="500"/>
                                        <p:tgtEl>
                                          <p:spTgt spid="5"/>
                                        </p:tgtEl>
                                      </p:cBhvr>
                                    </p:animEffect>
                                  </p:childTnLst>
                                </p:cTn>
                              </p:par>
                            </p:childTnLst>
                          </p:cTn>
                        </p:par>
                        <p:par>
                          <p:cTn id="23" fill="hold">
                            <p:stCondLst>
                              <p:cond delay="2000"/>
                            </p:stCondLst>
                            <p:childTnLst>
                              <p:par>
                                <p:cTn id="24" presetID="10" presetClass="entr" presetSubtype="0" fill="hold" nodeType="after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par>
                          <p:cTn id="27" fill="hold">
                            <p:stCondLst>
                              <p:cond delay="2500"/>
                            </p:stCondLst>
                            <p:childTnLst>
                              <p:par>
                                <p:cTn id="28" presetID="10" presetClass="entr" presetSubtype="0" fill="hold" nodeType="after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fade">
                                      <p:cBhvr>
                                        <p:cTn id="30" dur="500"/>
                                        <p:tgtEl>
                                          <p:spTgt spid="14"/>
                                        </p:tgtEl>
                                      </p:cBhvr>
                                    </p:animEffect>
                                  </p:childTnLst>
                                </p:cTn>
                              </p:par>
                            </p:childTnLst>
                          </p:cTn>
                        </p:par>
                        <p:par>
                          <p:cTn id="31" fill="hold">
                            <p:stCondLst>
                              <p:cond delay="3000"/>
                            </p:stCondLst>
                            <p:childTnLst>
                              <p:par>
                                <p:cTn id="32" presetID="22" presetClass="entr" presetSubtype="8" fill="hold" nodeType="afterEffect">
                                  <p:stCondLst>
                                    <p:cond delay="0"/>
                                  </p:stCondLst>
                                  <p:childTnLst>
                                    <p:set>
                                      <p:cBhvr>
                                        <p:cTn id="33" dur="1" fill="hold">
                                          <p:stCondLst>
                                            <p:cond delay="0"/>
                                          </p:stCondLst>
                                        </p:cTn>
                                        <p:tgtEl>
                                          <p:spTgt spid="26"/>
                                        </p:tgtEl>
                                        <p:attrNameLst>
                                          <p:attrName>style.visibility</p:attrName>
                                        </p:attrNameLst>
                                      </p:cBhvr>
                                      <p:to>
                                        <p:strVal val="visible"/>
                                      </p:to>
                                    </p:set>
                                    <p:animEffect transition="in" filter="wipe(left)">
                                      <p:cBhvr>
                                        <p:cTn id="34" dur="500"/>
                                        <p:tgtEl>
                                          <p:spTgt spid="26"/>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25"/>
                                        </p:tgtEl>
                                        <p:attrNameLst>
                                          <p:attrName>style.visibility</p:attrName>
                                        </p:attrNameLst>
                                      </p:cBhvr>
                                      <p:to>
                                        <p:strVal val="visible"/>
                                      </p:to>
                                    </p:set>
                                    <p:animEffect transition="in" filter="fade">
                                      <p:cBhvr>
                                        <p:cTn id="38" dur="500"/>
                                        <p:tgtEl>
                                          <p:spTgt spid="25"/>
                                        </p:tgtEl>
                                      </p:cBhvr>
                                    </p:animEffect>
                                  </p:childTnLst>
                                </p:cTn>
                              </p:par>
                            </p:childTnLst>
                          </p:cTn>
                        </p:par>
                        <p:par>
                          <p:cTn id="39" fill="hold">
                            <p:stCondLst>
                              <p:cond delay="4000"/>
                            </p:stCondLst>
                            <p:childTnLst>
                              <p:par>
                                <p:cTn id="40" presetID="22" presetClass="entr" presetSubtype="8" fill="hold" nodeType="after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wipe(left)">
                                      <p:cBhvr>
                                        <p:cTn id="42" dur="500"/>
                                        <p:tgtEl>
                                          <p:spTgt spid="24"/>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5" grpId="0"/>
      <p:bldP spid="31"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216757" y="375011"/>
            <a:ext cx="7154780" cy="750929"/>
          </a:xfrm>
        </p:spPr>
        <p:txBody>
          <a:bodyPr>
            <a:normAutofit/>
          </a:bodyPr>
          <a:lstStyle/>
          <a:p>
            <a:pPr algn="r" rtl="1"/>
            <a:r>
              <a:rPr lang="ar-SA" u="sng" dirty="0"/>
              <a:t>ج- تطور جهاز التليفزيون التاريخي </a:t>
            </a:r>
            <a:endParaRPr lang="en-US" u="sng" dirty="0"/>
          </a:p>
        </p:txBody>
      </p:sp>
      <p:cxnSp>
        <p:nvCxnSpPr>
          <p:cNvPr id="6" name="Curved Connector 5"/>
          <p:cNvCxnSpPr>
            <a:stCxn id="15" idx="3"/>
          </p:cNvCxnSpPr>
          <p:nvPr/>
        </p:nvCxnSpPr>
        <p:spPr>
          <a:xfrm rot="5400000" flipH="1" flipV="1">
            <a:off x="3832849" y="3440377"/>
            <a:ext cx="2536620" cy="1247601"/>
          </a:xfrm>
          <a:prstGeom prst="curvedConnector3">
            <a:avLst>
              <a:gd name="adj1" fmla="val -32127"/>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grpSp>
        <p:nvGrpSpPr>
          <p:cNvPr id="14" name="Group 13"/>
          <p:cNvGrpSpPr/>
          <p:nvPr/>
        </p:nvGrpSpPr>
        <p:grpSpPr>
          <a:xfrm flipH="1">
            <a:off x="3120701" y="4269922"/>
            <a:ext cx="1833059" cy="1244873"/>
            <a:chOff x="3484876" y="5097400"/>
            <a:chExt cx="1833059" cy="1244873"/>
          </a:xfrm>
        </p:grpSpPr>
        <p:sp>
          <p:nvSpPr>
            <p:cNvPr id="15" name="Oval 14"/>
            <p:cNvSpPr/>
            <p:nvPr/>
          </p:nvSpPr>
          <p:spPr>
            <a:xfrm>
              <a:off x="3778970" y="5097400"/>
              <a:ext cx="1244873" cy="1244873"/>
            </a:xfrm>
            <a:prstGeom prst="ellipse">
              <a:avLst/>
            </a:prstGeom>
            <a:solidFill>
              <a:schemeClr val="accent4"/>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6" name="TextBox 15"/>
            <p:cNvSpPr txBox="1"/>
            <p:nvPr/>
          </p:nvSpPr>
          <p:spPr>
            <a:xfrm rot="21568247">
              <a:off x="3484876" y="5404974"/>
              <a:ext cx="1833059"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4</a:t>
              </a:r>
              <a:endParaRPr lang="id-ID" sz="3200" b="1" dirty="0">
                <a:solidFill>
                  <a:prstClr val="white"/>
                </a:solidFill>
                <a:latin typeface="Montserrat"/>
              </a:endParaRPr>
            </a:p>
          </p:txBody>
        </p:sp>
      </p:grpSp>
      <p:grpSp>
        <p:nvGrpSpPr>
          <p:cNvPr id="17" name="Group 16"/>
          <p:cNvGrpSpPr/>
          <p:nvPr/>
        </p:nvGrpSpPr>
        <p:grpSpPr>
          <a:xfrm flipH="1">
            <a:off x="4309568" y="1984399"/>
            <a:ext cx="1833059" cy="1244873"/>
            <a:chOff x="2157361" y="2227318"/>
            <a:chExt cx="1833059" cy="1244873"/>
          </a:xfrm>
        </p:grpSpPr>
        <p:sp>
          <p:nvSpPr>
            <p:cNvPr id="18" name="Oval 17"/>
            <p:cNvSpPr/>
            <p:nvPr/>
          </p:nvSpPr>
          <p:spPr>
            <a:xfrm>
              <a:off x="2479283" y="2227318"/>
              <a:ext cx="1244873" cy="1244873"/>
            </a:xfrm>
            <a:prstGeom prst="ellipse">
              <a:avLst/>
            </a:prstGeom>
            <a:solidFill>
              <a:schemeClr val="accent3"/>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9" name="TextBox 18"/>
            <p:cNvSpPr txBox="1"/>
            <p:nvPr/>
          </p:nvSpPr>
          <p:spPr>
            <a:xfrm rot="21568247">
              <a:off x="2157361" y="2520575"/>
              <a:ext cx="1833059"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5</a:t>
              </a:r>
              <a:endParaRPr lang="id-ID" sz="3200" b="1" dirty="0">
                <a:solidFill>
                  <a:prstClr val="white"/>
                </a:solidFill>
                <a:latin typeface="Montserrat"/>
              </a:endParaRPr>
            </a:p>
          </p:txBody>
        </p:sp>
      </p:grpSp>
      <p:grpSp>
        <p:nvGrpSpPr>
          <p:cNvPr id="20" name="Group 19"/>
          <p:cNvGrpSpPr/>
          <p:nvPr/>
        </p:nvGrpSpPr>
        <p:grpSpPr>
          <a:xfrm flipH="1">
            <a:off x="6815557" y="2494292"/>
            <a:ext cx="1833059" cy="1244873"/>
            <a:chOff x="8023814" y="2514858"/>
            <a:chExt cx="1833059" cy="1244873"/>
          </a:xfrm>
        </p:grpSpPr>
        <p:sp>
          <p:nvSpPr>
            <p:cNvPr id="21" name="Oval 20"/>
            <p:cNvSpPr/>
            <p:nvPr/>
          </p:nvSpPr>
          <p:spPr>
            <a:xfrm>
              <a:off x="8317908" y="2514858"/>
              <a:ext cx="1244873" cy="1244873"/>
            </a:xfrm>
            <a:prstGeom prst="ellipse">
              <a:avLst/>
            </a:prstGeom>
            <a:solidFill>
              <a:schemeClr val="accent5"/>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22" name="TextBox 21"/>
            <p:cNvSpPr txBox="1"/>
            <p:nvPr/>
          </p:nvSpPr>
          <p:spPr>
            <a:xfrm rot="21568247">
              <a:off x="8023814" y="2826507"/>
              <a:ext cx="1833059"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6</a:t>
              </a:r>
              <a:endParaRPr lang="id-ID" sz="3200" b="1" dirty="0">
                <a:solidFill>
                  <a:prstClr val="white"/>
                </a:solidFill>
                <a:latin typeface="Montserrat"/>
              </a:endParaRPr>
            </a:p>
          </p:txBody>
        </p:sp>
      </p:grpSp>
      <p:sp>
        <p:nvSpPr>
          <p:cNvPr id="23" name="Rectangle 22"/>
          <p:cNvSpPr/>
          <p:nvPr/>
        </p:nvSpPr>
        <p:spPr>
          <a:xfrm flipH="1">
            <a:off x="361506" y="4586973"/>
            <a:ext cx="3361589" cy="1384995"/>
          </a:xfrm>
          <a:prstGeom prst="rect">
            <a:avLst/>
          </a:prstGeom>
        </p:spPr>
        <p:txBody>
          <a:bodyPr wrap="square">
            <a:spAutoFit/>
          </a:bodyPr>
          <a:lstStyle/>
          <a:p>
            <a:pPr fontAlgn="auto">
              <a:spcBef>
                <a:spcPts val="0"/>
              </a:spcBef>
              <a:spcAft>
                <a:spcPts val="0"/>
              </a:spcAft>
            </a:pPr>
            <a:r>
              <a:rPr lang="ar-SA" sz="2800" b="1" dirty="0"/>
              <a:t>تم الإعلان عن إطلاق أول بث رسمي للتلفزيون في إبريل 1935م</a:t>
            </a:r>
            <a:endParaRPr lang="en-AU" sz="2800" b="1" dirty="0">
              <a:solidFill>
                <a:prstClr val="black">
                  <a:lumMod val="50000"/>
                  <a:lumOff val="50000"/>
                </a:prstClr>
              </a:solidFill>
              <a:latin typeface="Montserrat Light"/>
            </a:endParaRPr>
          </a:p>
        </p:txBody>
      </p:sp>
      <p:cxnSp>
        <p:nvCxnSpPr>
          <p:cNvPr id="24" name="Straight Connector 23"/>
          <p:cNvCxnSpPr/>
          <p:nvPr/>
        </p:nvCxnSpPr>
        <p:spPr>
          <a:xfrm flipH="1">
            <a:off x="893135" y="4569043"/>
            <a:ext cx="2521659"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27" name="Rectangle 26"/>
          <p:cNvSpPr/>
          <p:nvPr/>
        </p:nvSpPr>
        <p:spPr>
          <a:xfrm flipH="1">
            <a:off x="8354522" y="2998808"/>
            <a:ext cx="3686741" cy="1384995"/>
          </a:xfrm>
          <a:prstGeom prst="rect">
            <a:avLst/>
          </a:prstGeom>
        </p:spPr>
        <p:txBody>
          <a:bodyPr wrap="square">
            <a:spAutoFit/>
          </a:bodyPr>
          <a:lstStyle/>
          <a:p>
            <a:pPr fontAlgn="auto">
              <a:spcBef>
                <a:spcPts val="0"/>
              </a:spcBef>
              <a:spcAft>
                <a:spcPts val="0"/>
              </a:spcAft>
            </a:pPr>
            <a:r>
              <a:rPr lang="ar-JO" sz="2800" b="1" dirty="0"/>
              <a:t>في عام 1944م استطاع العالم </a:t>
            </a:r>
            <a:r>
              <a:rPr lang="ar-SA" sz="2800" b="1" dirty="0"/>
              <a:t>"رينيه بارث" من تطوير تعريف 819 خط للتلفزيون</a:t>
            </a:r>
            <a:endParaRPr lang="en-AU" sz="2800" b="1" dirty="0">
              <a:solidFill>
                <a:prstClr val="black">
                  <a:lumMod val="50000"/>
                  <a:lumOff val="50000"/>
                </a:prstClr>
              </a:solidFill>
              <a:latin typeface="Montserrat Light"/>
            </a:endParaRPr>
          </a:p>
        </p:txBody>
      </p:sp>
      <p:cxnSp>
        <p:nvCxnSpPr>
          <p:cNvPr id="28" name="Straight Connector 27"/>
          <p:cNvCxnSpPr/>
          <p:nvPr/>
        </p:nvCxnSpPr>
        <p:spPr>
          <a:xfrm flipH="1">
            <a:off x="8354522" y="2870884"/>
            <a:ext cx="3319933"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29" name="Rectangle 28"/>
          <p:cNvSpPr/>
          <p:nvPr/>
        </p:nvSpPr>
        <p:spPr>
          <a:xfrm flipH="1">
            <a:off x="1190847" y="2189098"/>
            <a:ext cx="3459300" cy="1384995"/>
          </a:xfrm>
          <a:prstGeom prst="rect">
            <a:avLst/>
          </a:prstGeom>
        </p:spPr>
        <p:txBody>
          <a:bodyPr wrap="square">
            <a:spAutoFit/>
          </a:bodyPr>
          <a:lstStyle/>
          <a:p>
            <a:pPr fontAlgn="auto">
              <a:spcBef>
                <a:spcPts val="0"/>
              </a:spcBef>
              <a:spcAft>
                <a:spcPts val="0"/>
              </a:spcAft>
            </a:pPr>
            <a:r>
              <a:rPr lang="ar-SA" sz="2800" b="1" dirty="0" smtClean="0"/>
              <a:t> </a:t>
            </a:r>
            <a:r>
              <a:rPr lang="ar-SA" sz="2800" b="1" dirty="0"/>
              <a:t>في يناير 1937م بدأ التلفزيون الفرنسي يبث في كل يوم ولمدة نصف ساعة</a:t>
            </a:r>
            <a:endParaRPr lang="en-AU" sz="2800" b="1" dirty="0">
              <a:solidFill>
                <a:prstClr val="black">
                  <a:lumMod val="50000"/>
                  <a:lumOff val="50000"/>
                </a:prstClr>
              </a:solidFill>
              <a:latin typeface="Montserrat Light"/>
            </a:endParaRPr>
          </a:p>
        </p:txBody>
      </p:sp>
      <p:cxnSp>
        <p:nvCxnSpPr>
          <p:cNvPr id="30" name="Straight Connector 29"/>
          <p:cNvCxnSpPr/>
          <p:nvPr/>
        </p:nvCxnSpPr>
        <p:spPr>
          <a:xfrm flipH="1">
            <a:off x="1488558" y="2128137"/>
            <a:ext cx="3067200"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cxnSp>
        <p:nvCxnSpPr>
          <p:cNvPr id="35" name="Curved Connector 34"/>
          <p:cNvCxnSpPr>
            <a:stCxn id="18" idx="1"/>
          </p:cNvCxnSpPr>
          <p:nvPr/>
        </p:nvCxnSpPr>
        <p:spPr>
          <a:xfrm rot="16200000" flipH="1">
            <a:off x="6100999" y="1704104"/>
            <a:ext cx="593375" cy="1518579"/>
          </a:xfrm>
          <a:prstGeom prst="curvedConnector4">
            <a:avLst>
              <a:gd name="adj1" fmla="val -38525"/>
              <a:gd name="adj2" fmla="val 56003"/>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04989195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left)">
                                      <p:cBhvr>
                                        <p:cTn id="11" dur="500"/>
                                        <p:tgtEl>
                                          <p:spTgt spid="2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wipe(down)">
                                      <p:cBhvr>
                                        <p:cTn id="19" dur="500"/>
                                        <p:tgtEl>
                                          <p:spTgt spid="6"/>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wipe(left)">
                                      <p:cBhvr>
                                        <p:cTn id="27" dur="500"/>
                                        <p:tgtEl>
                                          <p:spTgt spid="30"/>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500"/>
                                        <p:tgtEl>
                                          <p:spTgt spid="29"/>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5"/>
                                        </p:tgtEl>
                                        <p:attrNameLst>
                                          <p:attrName>style.visibility</p:attrName>
                                        </p:attrNameLst>
                                      </p:cBhvr>
                                      <p:to>
                                        <p:strVal val="visible"/>
                                      </p:to>
                                    </p:set>
                                    <p:animEffect transition="in" filter="wipe(left)">
                                      <p:cBhvr>
                                        <p:cTn id="35" dur="500"/>
                                        <p:tgtEl>
                                          <p:spTgt spid="35"/>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wipe(left)">
                                      <p:cBhvr>
                                        <p:cTn id="43" dur="500"/>
                                        <p:tgtEl>
                                          <p:spTgt spid="28"/>
                                        </p:tgtEl>
                                      </p:cBhvr>
                                    </p:animEffect>
                                  </p:childTnLst>
                                </p:cTn>
                              </p:par>
                            </p:childTnLst>
                          </p:cTn>
                        </p:par>
                        <p:par>
                          <p:cTn id="44" fill="hold">
                            <p:stCondLst>
                              <p:cond delay="5000"/>
                            </p:stCondLst>
                            <p:childTnLst>
                              <p:par>
                                <p:cTn id="45" presetID="10" presetClass="entr" presetSubtype="0" fill="hold" nodeType="afterEffect">
                                  <p:stCondLst>
                                    <p:cond delay="0"/>
                                  </p:stCondLst>
                                  <p:childTnLst>
                                    <p:set>
                                      <p:cBhvr>
                                        <p:cTn id="46" dur="1" fill="hold">
                                          <p:stCondLst>
                                            <p:cond delay="0"/>
                                          </p:stCondLst>
                                        </p:cTn>
                                        <p:tgtEl>
                                          <p:spTgt spid="27">
                                            <p:txEl>
                                              <p:pRg st="0" end="0"/>
                                            </p:txEl>
                                          </p:spTgt>
                                        </p:tgtEl>
                                        <p:attrNameLst>
                                          <p:attrName>style.visibility</p:attrName>
                                        </p:attrNameLst>
                                      </p:cBhvr>
                                      <p:to>
                                        <p:strVal val="visible"/>
                                      </p:to>
                                    </p:set>
                                    <p:animEffect transition="in" filter="fade">
                                      <p:cBhvr>
                                        <p:cTn id="47" dur="500"/>
                                        <p:tgtEl>
                                          <p:spTgt spid="2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9"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216757" y="375011"/>
            <a:ext cx="7154780" cy="750929"/>
          </a:xfrm>
        </p:spPr>
        <p:txBody>
          <a:bodyPr>
            <a:normAutofit/>
          </a:bodyPr>
          <a:lstStyle/>
          <a:p>
            <a:pPr algn="r" rtl="1"/>
            <a:r>
              <a:rPr lang="ar-SA" u="sng" dirty="0"/>
              <a:t>ج- تطور جهاز التليفزيون التاريخي </a:t>
            </a:r>
            <a:endParaRPr lang="en-US" u="sng" dirty="0"/>
          </a:p>
        </p:txBody>
      </p:sp>
      <p:cxnSp>
        <p:nvCxnSpPr>
          <p:cNvPr id="4" name="Curved Connector 3"/>
          <p:cNvCxnSpPr>
            <a:stCxn id="9" idx="4"/>
            <a:endCxn id="12" idx="2"/>
          </p:cNvCxnSpPr>
          <p:nvPr/>
        </p:nvCxnSpPr>
        <p:spPr>
          <a:xfrm rot="5400000">
            <a:off x="5720639" y="3859850"/>
            <a:ext cx="1268869" cy="663923"/>
          </a:xfrm>
          <a:prstGeom prst="curvedConnector2">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grpSp>
        <p:nvGrpSpPr>
          <p:cNvPr id="8" name="Group 7"/>
          <p:cNvGrpSpPr/>
          <p:nvPr/>
        </p:nvGrpSpPr>
        <p:grpSpPr>
          <a:xfrm flipH="1">
            <a:off x="5667184" y="2312504"/>
            <a:ext cx="1991030" cy="1244873"/>
            <a:chOff x="5080163" y="3384688"/>
            <a:chExt cx="1991030" cy="1244873"/>
          </a:xfrm>
        </p:grpSpPr>
        <p:sp>
          <p:nvSpPr>
            <p:cNvPr id="9" name="Oval 8"/>
            <p:cNvSpPr/>
            <p:nvPr/>
          </p:nvSpPr>
          <p:spPr>
            <a:xfrm>
              <a:off x="5428906" y="3384688"/>
              <a:ext cx="1244873" cy="1244873"/>
            </a:xfrm>
            <a:prstGeom prst="ellipse">
              <a:avLst/>
            </a:prstGeom>
            <a:solidFill>
              <a:schemeClr val="accent1"/>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0" name="TextBox 9"/>
            <p:cNvSpPr txBox="1"/>
            <p:nvPr/>
          </p:nvSpPr>
          <p:spPr>
            <a:xfrm rot="21568247">
              <a:off x="5080163" y="3689037"/>
              <a:ext cx="1991030" cy="584775"/>
            </a:xfrm>
            <a:prstGeom prst="rect">
              <a:avLst/>
            </a:prstGeom>
            <a:noFill/>
          </p:spPr>
          <p:txBody>
            <a:bodyPr wrap="square" rtlCol="0">
              <a:spAutoFit/>
            </a:bodyPr>
            <a:lstStyle/>
            <a:p>
              <a:pPr algn="ctr" fontAlgn="auto">
                <a:spcBef>
                  <a:spcPts val="0"/>
                </a:spcBef>
                <a:spcAft>
                  <a:spcPts val="0"/>
                </a:spcAft>
              </a:pPr>
              <a:r>
                <a:rPr lang="el-GR" sz="3200" b="1" dirty="0" smtClean="0">
                  <a:solidFill>
                    <a:schemeClr val="bg1"/>
                  </a:solidFill>
                </a:rPr>
                <a:t>8</a:t>
              </a:r>
              <a:endParaRPr lang="id-ID" sz="3200" b="1" dirty="0">
                <a:solidFill>
                  <a:schemeClr val="bg1"/>
                </a:solidFill>
                <a:latin typeface="Montserrat"/>
              </a:endParaRPr>
            </a:p>
          </p:txBody>
        </p:sp>
      </p:grpSp>
      <p:grpSp>
        <p:nvGrpSpPr>
          <p:cNvPr id="11" name="Group 10"/>
          <p:cNvGrpSpPr/>
          <p:nvPr/>
        </p:nvGrpSpPr>
        <p:grpSpPr>
          <a:xfrm flipH="1">
            <a:off x="4423128" y="4203809"/>
            <a:ext cx="1991030" cy="1244873"/>
            <a:chOff x="6681988" y="5097401"/>
            <a:chExt cx="1991030" cy="1244873"/>
          </a:xfrm>
        </p:grpSpPr>
        <p:sp>
          <p:nvSpPr>
            <p:cNvPr id="12" name="Oval 11"/>
            <p:cNvSpPr/>
            <p:nvPr/>
          </p:nvSpPr>
          <p:spPr>
            <a:xfrm>
              <a:off x="7073035" y="5097401"/>
              <a:ext cx="1244873" cy="1244873"/>
            </a:xfrm>
            <a:prstGeom prst="ellipse">
              <a:avLst/>
            </a:prstGeom>
            <a:solidFill>
              <a:schemeClr val="accent2"/>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3" name="TextBox 12"/>
            <p:cNvSpPr txBox="1"/>
            <p:nvPr/>
          </p:nvSpPr>
          <p:spPr>
            <a:xfrm rot="21568247">
              <a:off x="6681988" y="5421852"/>
              <a:ext cx="1991030"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7</a:t>
              </a:r>
              <a:endParaRPr lang="id-ID" sz="3200" b="1" dirty="0">
                <a:solidFill>
                  <a:prstClr val="white"/>
                </a:solidFill>
                <a:latin typeface="Montserrat"/>
              </a:endParaRPr>
            </a:p>
          </p:txBody>
        </p:sp>
      </p:grpSp>
      <p:sp>
        <p:nvSpPr>
          <p:cNvPr id="25" name="Rectangle 24"/>
          <p:cNvSpPr/>
          <p:nvPr/>
        </p:nvSpPr>
        <p:spPr>
          <a:xfrm flipH="1">
            <a:off x="104926" y="4501596"/>
            <a:ext cx="4673310" cy="1815882"/>
          </a:xfrm>
          <a:prstGeom prst="rect">
            <a:avLst/>
          </a:prstGeom>
        </p:spPr>
        <p:txBody>
          <a:bodyPr wrap="square">
            <a:spAutoFit/>
          </a:bodyPr>
          <a:lstStyle/>
          <a:p>
            <a:pPr algn="r" rtl="1" fontAlgn="auto">
              <a:spcBef>
                <a:spcPts val="0"/>
              </a:spcBef>
              <a:spcAft>
                <a:spcPts val="0"/>
              </a:spcAft>
            </a:pPr>
            <a:r>
              <a:rPr lang="ar-SA" sz="2800" b="1" dirty="0"/>
              <a:t>حتى نوفمبر 1948م كانت فرنسا هي البلد الوحيد التي يوجد فيها مستوى انتقال الخطوط 819 خط، بينما البلدان الأخرى فكانت تعتمد اختيار 625 خط</a:t>
            </a:r>
            <a:endParaRPr lang="en-AU" sz="2800" b="1" dirty="0">
              <a:solidFill>
                <a:prstClr val="black">
                  <a:lumMod val="50000"/>
                  <a:lumOff val="50000"/>
                </a:prstClr>
              </a:solidFill>
              <a:latin typeface="Montserrat Light"/>
            </a:endParaRPr>
          </a:p>
        </p:txBody>
      </p:sp>
      <p:cxnSp>
        <p:nvCxnSpPr>
          <p:cNvPr id="26" name="Straight Connector 25"/>
          <p:cNvCxnSpPr/>
          <p:nvPr/>
        </p:nvCxnSpPr>
        <p:spPr>
          <a:xfrm flipH="1">
            <a:off x="1767661" y="4501596"/>
            <a:ext cx="3010577"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flipH="1">
            <a:off x="7417779" y="2728112"/>
            <a:ext cx="4150442" cy="1384995"/>
          </a:xfrm>
          <a:prstGeom prst="rect">
            <a:avLst/>
          </a:prstGeom>
        </p:spPr>
        <p:txBody>
          <a:bodyPr wrap="square">
            <a:spAutoFit/>
          </a:bodyPr>
          <a:lstStyle/>
          <a:p>
            <a:pPr rtl="1" fontAlgn="auto">
              <a:spcBef>
                <a:spcPts val="0"/>
              </a:spcBef>
              <a:spcAft>
                <a:spcPts val="0"/>
              </a:spcAft>
            </a:pPr>
            <a:r>
              <a:rPr lang="ar-SA" sz="2800" b="1" dirty="0"/>
              <a:t>شهد عام 1951م تطوراً كبيراً على التلفزيون وهو إطلاق البث العلني الأول بالألوان</a:t>
            </a:r>
            <a:endParaRPr lang="en-AU" sz="2800" b="1" dirty="0">
              <a:solidFill>
                <a:prstClr val="black">
                  <a:lumMod val="50000"/>
                  <a:lumOff val="50000"/>
                </a:prstClr>
              </a:solidFill>
              <a:latin typeface="Montserrat Light"/>
            </a:endParaRPr>
          </a:p>
        </p:txBody>
      </p:sp>
      <p:cxnSp>
        <p:nvCxnSpPr>
          <p:cNvPr id="32" name="Straight Connector 31"/>
          <p:cNvCxnSpPr/>
          <p:nvPr/>
        </p:nvCxnSpPr>
        <p:spPr>
          <a:xfrm flipH="1">
            <a:off x="7413800" y="2667151"/>
            <a:ext cx="3750386"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2280556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up)">
                                      <p:cBhvr>
                                        <p:cTn id="19" dur="500"/>
                                        <p:tgtEl>
                                          <p:spTgt spid="4"/>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wipe(left)">
                                      <p:cBhvr>
                                        <p:cTn id="27" dur="500"/>
                                        <p:tgtEl>
                                          <p:spTgt spid="26"/>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5"/>
                                        </p:tgtEl>
                                        <p:attrNameLst>
                                          <p:attrName>style.visibility</p:attrName>
                                        </p:attrNameLst>
                                      </p:cBhvr>
                                      <p:to>
                                        <p:strVal val="visible"/>
                                      </p:to>
                                    </p:set>
                                    <p:animEffect transition="in" filter="fade">
                                      <p:cBhvr>
                                        <p:cTn id="31"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31"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216757" y="375011"/>
            <a:ext cx="7154780" cy="750929"/>
          </a:xfrm>
        </p:spPr>
        <p:txBody>
          <a:bodyPr>
            <a:normAutofit/>
          </a:bodyPr>
          <a:lstStyle/>
          <a:p>
            <a:pPr algn="r" rtl="1"/>
            <a:r>
              <a:rPr lang="ar-SA" u="sng" dirty="0"/>
              <a:t>ج- تطور جهاز التليفزيون التاريخي </a:t>
            </a:r>
            <a:endParaRPr lang="en-US" u="sng" dirty="0"/>
          </a:p>
        </p:txBody>
      </p:sp>
      <p:grpSp>
        <p:nvGrpSpPr>
          <p:cNvPr id="14" name="Group 13"/>
          <p:cNvGrpSpPr/>
          <p:nvPr/>
        </p:nvGrpSpPr>
        <p:grpSpPr>
          <a:xfrm flipH="1">
            <a:off x="4251759" y="3558682"/>
            <a:ext cx="1833059" cy="1244873"/>
            <a:chOff x="3484876" y="5097400"/>
            <a:chExt cx="1833059" cy="1244873"/>
          </a:xfrm>
        </p:grpSpPr>
        <p:sp>
          <p:nvSpPr>
            <p:cNvPr id="15" name="Oval 14"/>
            <p:cNvSpPr/>
            <p:nvPr/>
          </p:nvSpPr>
          <p:spPr>
            <a:xfrm>
              <a:off x="3778970" y="5097400"/>
              <a:ext cx="1244873" cy="1244873"/>
            </a:xfrm>
            <a:prstGeom prst="ellipse">
              <a:avLst/>
            </a:prstGeom>
            <a:solidFill>
              <a:schemeClr val="accent4"/>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6" name="TextBox 15"/>
            <p:cNvSpPr txBox="1"/>
            <p:nvPr/>
          </p:nvSpPr>
          <p:spPr>
            <a:xfrm rot="21568247">
              <a:off x="3484876" y="5404974"/>
              <a:ext cx="1833059"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9</a:t>
              </a:r>
              <a:endParaRPr lang="id-ID" sz="3200" b="1" dirty="0">
                <a:solidFill>
                  <a:prstClr val="white"/>
                </a:solidFill>
                <a:latin typeface="Montserrat"/>
              </a:endParaRPr>
            </a:p>
          </p:txBody>
        </p:sp>
      </p:grpSp>
      <p:grpSp>
        <p:nvGrpSpPr>
          <p:cNvPr id="20" name="Group 19"/>
          <p:cNvGrpSpPr/>
          <p:nvPr/>
        </p:nvGrpSpPr>
        <p:grpSpPr>
          <a:xfrm flipH="1">
            <a:off x="6815557" y="2494292"/>
            <a:ext cx="1833059" cy="1244873"/>
            <a:chOff x="8023814" y="2514858"/>
            <a:chExt cx="1833059" cy="1244873"/>
          </a:xfrm>
        </p:grpSpPr>
        <p:sp>
          <p:nvSpPr>
            <p:cNvPr id="21" name="Oval 20"/>
            <p:cNvSpPr/>
            <p:nvPr/>
          </p:nvSpPr>
          <p:spPr>
            <a:xfrm>
              <a:off x="8317908" y="2514858"/>
              <a:ext cx="1244873" cy="1244873"/>
            </a:xfrm>
            <a:prstGeom prst="ellipse">
              <a:avLst/>
            </a:prstGeom>
            <a:solidFill>
              <a:schemeClr val="accent5"/>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22" name="TextBox 21"/>
            <p:cNvSpPr txBox="1"/>
            <p:nvPr/>
          </p:nvSpPr>
          <p:spPr>
            <a:xfrm rot="21568247">
              <a:off x="8023814" y="2826507"/>
              <a:ext cx="1833059"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10</a:t>
              </a:r>
              <a:endParaRPr lang="id-ID" sz="3200" b="1" dirty="0">
                <a:solidFill>
                  <a:prstClr val="white"/>
                </a:solidFill>
                <a:latin typeface="Montserrat"/>
              </a:endParaRPr>
            </a:p>
          </p:txBody>
        </p:sp>
      </p:grpSp>
      <p:sp>
        <p:nvSpPr>
          <p:cNvPr id="23" name="Rectangle 22"/>
          <p:cNvSpPr/>
          <p:nvPr/>
        </p:nvSpPr>
        <p:spPr>
          <a:xfrm flipH="1">
            <a:off x="308520" y="3587995"/>
            <a:ext cx="4066304" cy="2677656"/>
          </a:xfrm>
          <a:prstGeom prst="rect">
            <a:avLst/>
          </a:prstGeom>
        </p:spPr>
        <p:txBody>
          <a:bodyPr wrap="square">
            <a:spAutoFit/>
          </a:bodyPr>
          <a:lstStyle/>
          <a:p>
            <a:pPr algn="r" fontAlgn="auto">
              <a:spcBef>
                <a:spcPts val="0"/>
              </a:spcBef>
              <a:spcAft>
                <a:spcPts val="0"/>
              </a:spcAft>
            </a:pPr>
            <a:r>
              <a:rPr lang="ar-SA" sz="2800" b="1" dirty="0"/>
              <a:t>في عام 1967م تمكن العالم "هنري دو فرانس" من اختراع "سيكام" وهو مقياس ترميز الفيديو الملون في 625 خط، وكان التلفزيون الفرنسي أو من يعتمده</a:t>
            </a:r>
            <a:endParaRPr lang="en-AU" sz="2800" b="1" dirty="0">
              <a:solidFill>
                <a:prstClr val="black">
                  <a:lumMod val="50000"/>
                  <a:lumOff val="50000"/>
                </a:prstClr>
              </a:solidFill>
              <a:latin typeface="Montserrat Light"/>
            </a:endParaRPr>
          </a:p>
        </p:txBody>
      </p:sp>
      <p:cxnSp>
        <p:nvCxnSpPr>
          <p:cNvPr id="24" name="Straight Connector 23"/>
          <p:cNvCxnSpPr/>
          <p:nvPr/>
        </p:nvCxnSpPr>
        <p:spPr>
          <a:xfrm flipH="1">
            <a:off x="2359755" y="3428482"/>
            <a:ext cx="2521659"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27" name="Rectangle 26"/>
          <p:cNvSpPr/>
          <p:nvPr/>
        </p:nvSpPr>
        <p:spPr>
          <a:xfrm flipH="1">
            <a:off x="8354522" y="2998808"/>
            <a:ext cx="3686741" cy="1815882"/>
          </a:xfrm>
          <a:prstGeom prst="rect">
            <a:avLst/>
          </a:prstGeom>
        </p:spPr>
        <p:txBody>
          <a:bodyPr wrap="square">
            <a:spAutoFit/>
          </a:bodyPr>
          <a:lstStyle/>
          <a:p>
            <a:pPr fontAlgn="auto">
              <a:spcBef>
                <a:spcPts val="0"/>
              </a:spcBef>
              <a:spcAft>
                <a:spcPts val="0"/>
              </a:spcAft>
            </a:pPr>
            <a:r>
              <a:rPr lang="ar-SA" sz="2800" b="1" dirty="0"/>
              <a:t>وأخيراً تم في عام 2000م تطوير الأنظمة التلفزيونية وتقسيمها حسب فئات عمرية محددة</a:t>
            </a:r>
            <a:endParaRPr lang="en-AU" sz="2800" b="1" dirty="0">
              <a:solidFill>
                <a:prstClr val="black">
                  <a:lumMod val="50000"/>
                  <a:lumOff val="50000"/>
                </a:prstClr>
              </a:solidFill>
              <a:latin typeface="Montserrat Light"/>
            </a:endParaRPr>
          </a:p>
        </p:txBody>
      </p:sp>
      <p:cxnSp>
        <p:nvCxnSpPr>
          <p:cNvPr id="28" name="Straight Connector 27"/>
          <p:cNvCxnSpPr/>
          <p:nvPr/>
        </p:nvCxnSpPr>
        <p:spPr>
          <a:xfrm flipH="1">
            <a:off x="8354522" y="2870884"/>
            <a:ext cx="3319933"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cxnSp>
        <p:nvCxnSpPr>
          <p:cNvPr id="35" name="Curved Connector 34"/>
          <p:cNvCxnSpPr/>
          <p:nvPr/>
        </p:nvCxnSpPr>
        <p:spPr>
          <a:xfrm rot="5400000" flipH="1" flipV="1">
            <a:off x="6177139" y="3136915"/>
            <a:ext cx="763445" cy="2028108"/>
          </a:xfrm>
          <a:prstGeom prst="curvedConnector4">
            <a:avLst>
              <a:gd name="adj1" fmla="val -66154"/>
              <a:gd name="adj2" fmla="val 44009"/>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78576518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left)">
                                      <p:cBhvr>
                                        <p:cTn id="11" dur="500"/>
                                        <p:tgtEl>
                                          <p:spTgt spid="2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fade">
                                      <p:cBhvr>
                                        <p:cTn id="23" dur="500"/>
                                        <p:tgtEl>
                                          <p:spTgt spid="20"/>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28"/>
                                        </p:tgtEl>
                                        <p:attrNameLst>
                                          <p:attrName>style.visibility</p:attrName>
                                        </p:attrNameLst>
                                      </p:cBhvr>
                                      <p:to>
                                        <p:strVal val="visible"/>
                                      </p:to>
                                    </p:set>
                                    <p:animEffect transition="in" filter="wipe(left)">
                                      <p:cBhvr>
                                        <p:cTn id="27" dur="500"/>
                                        <p:tgtEl>
                                          <p:spTgt spid="28"/>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27">
                                            <p:txEl>
                                              <p:pRg st="0" end="0"/>
                                            </p:txEl>
                                          </p:spTgt>
                                        </p:tgtEl>
                                        <p:attrNameLst>
                                          <p:attrName>style.visibility</p:attrName>
                                        </p:attrNameLst>
                                      </p:cBhvr>
                                      <p:to>
                                        <p:strVal val="visible"/>
                                      </p:to>
                                    </p:set>
                                    <p:animEffect transition="in" filter="fade">
                                      <p:cBhvr>
                                        <p:cTn id="31" dur="500"/>
                                        <p:tgtEl>
                                          <p:spTgt spid="2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r" rtl="1"/>
            <a:r>
              <a:rPr lang="ar-SA" u="sng" dirty="0"/>
              <a:t>د- أهداف التلفزيون التعليمي </a:t>
            </a:r>
            <a:endParaRPr lang="en-US" u="sng" dirty="0"/>
          </a:p>
        </p:txBody>
      </p:sp>
      <p:cxnSp>
        <p:nvCxnSpPr>
          <p:cNvPr id="4" name="Straight Connector 3"/>
          <p:cNvCxnSpPr/>
          <p:nvPr/>
        </p:nvCxnSpPr>
        <p:spPr>
          <a:xfrm>
            <a:off x="1793286" y="3569921"/>
            <a:ext cx="0" cy="137804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793286" y="4947961"/>
            <a:ext cx="1558343"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V="1">
            <a:off x="4934439" y="2980909"/>
            <a:ext cx="0" cy="1080368"/>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934439" y="2980909"/>
            <a:ext cx="1941457"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1538210" y="3162755"/>
            <a:ext cx="510147" cy="5101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A</a:t>
            </a:r>
            <a:endParaRPr lang="en-US" dirty="0">
              <a:solidFill>
                <a:prstClr val="white"/>
              </a:solidFill>
            </a:endParaRPr>
          </a:p>
        </p:txBody>
      </p:sp>
      <p:sp>
        <p:nvSpPr>
          <p:cNvPr id="12" name="Oval 11"/>
          <p:cNvSpPr/>
          <p:nvPr/>
        </p:nvSpPr>
        <p:spPr>
          <a:xfrm>
            <a:off x="3311872" y="4692887"/>
            <a:ext cx="510147" cy="5101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B</a:t>
            </a:r>
            <a:endParaRPr lang="en-US" dirty="0">
              <a:solidFill>
                <a:prstClr val="white"/>
              </a:solidFill>
            </a:endParaRPr>
          </a:p>
        </p:txBody>
      </p:sp>
      <p:sp>
        <p:nvSpPr>
          <p:cNvPr id="13" name="Oval 12"/>
          <p:cNvSpPr/>
          <p:nvPr/>
        </p:nvSpPr>
        <p:spPr>
          <a:xfrm>
            <a:off x="6885315" y="2692180"/>
            <a:ext cx="510147" cy="5101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C</a:t>
            </a:r>
            <a:endParaRPr lang="en-US" dirty="0">
              <a:solidFill>
                <a:prstClr val="white"/>
              </a:solidFill>
            </a:endParaRPr>
          </a:p>
        </p:txBody>
      </p:sp>
      <p:sp>
        <p:nvSpPr>
          <p:cNvPr id="24" name="Oval 23"/>
          <p:cNvSpPr/>
          <p:nvPr/>
        </p:nvSpPr>
        <p:spPr>
          <a:xfrm>
            <a:off x="4855058" y="2901528"/>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25" name="Oval 24"/>
          <p:cNvSpPr/>
          <p:nvPr/>
        </p:nvSpPr>
        <p:spPr>
          <a:xfrm>
            <a:off x="1713903" y="4868582"/>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34" name="TextBox 33"/>
          <p:cNvSpPr txBox="1"/>
          <p:nvPr/>
        </p:nvSpPr>
        <p:spPr>
          <a:xfrm>
            <a:off x="435015" y="1371224"/>
            <a:ext cx="3407919" cy="1815882"/>
          </a:xfrm>
          <a:prstGeom prst="rect">
            <a:avLst/>
          </a:prstGeom>
          <a:noFill/>
        </p:spPr>
        <p:txBody>
          <a:bodyPr wrap="square" rtlCol="0">
            <a:spAutoFit/>
          </a:bodyPr>
          <a:lstStyle/>
          <a:p>
            <a:pPr algn="ctr" fontAlgn="auto">
              <a:spcBef>
                <a:spcPts val="0"/>
              </a:spcBef>
              <a:spcAft>
                <a:spcPts val="0"/>
              </a:spcAft>
            </a:pPr>
            <a:r>
              <a:rPr lang="ar-SA" sz="2800" b="1" dirty="0">
                <a:solidFill>
                  <a:srgbClr val="5097C6"/>
                </a:solidFill>
              </a:rPr>
              <a:t>نقل الأخبار المحلية والعالمية وعرض الأحداث والموضوعات بطريقة سلسة وواضحة</a:t>
            </a:r>
            <a:endParaRPr lang="en-US" sz="2800" b="1" dirty="0">
              <a:solidFill>
                <a:srgbClr val="5097C6"/>
              </a:solidFill>
              <a:latin typeface="Montserrat Light"/>
            </a:endParaRPr>
          </a:p>
        </p:txBody>
      </p:sp>
      <p:sp>
        <p:nvSpPr>
          <p:cNvPr id="37" name="TextBox 36"/>
          <p:cNvSpPr txBox="1"/>
          <p:nvPr/>
        </p:nvSpPr>
        <p:spPr>
          <a:xfrm>
            <a:off x="4035571" y="4517192"/>
            <a:ext cx="3614952" cy="1384995"/>
          </a:xfrm>
          <a:prstGeom prst="rect">
            <a:avLst/>
          </a:prstGeom>
          <a:noFill/>
        </p:spPr>
        <p:txBody>
          <a:bodyPr wrap="square" rtlCol="0">
            <a:spAutoFit/>
          </a:bodyPr>
          <a:lstStyle/>
          <a:p>
            <a:pPr algn="ctr" fontAlgn="auto">
              <a:spcBef>
                <a:spcPts val="0"/>
              </a:spcBef>
              <a:spcAft>
                <a:spcPts val="0"/>
              </a:spcAft>
            </a:pPr>
            <a:r>
              <a:rPr lang="ar-SA" sz="2800" b="1" dirty="0">
                <a:solidFill>
                  <a:srgbClr val="ED7D31"/>
                </a:solidFill>
              </a:rPr>
              <a:t>التشويق والترغيب في التعلم وخاصة بالنسبة للدارسين فى المراحل الأولى</a:t>
            </a:r>
            <a:endParaRPr lang="en-US" sz="2800" b="1" dirty="0">
              <a:solidFill>
                <a:srgbClr val="ED7D31"/>
              </a:solidFill>
              <a:latin typeface="Montserrat Light"/>
            </a:endParaRPr>
          </a:p>
        </p:txBody>
      </p:sp>
      <p:sp>
        <p:nvSpPr>
          <p:cNvPr id="50" name="TextBox 49"/>
          <p:cNvSpPr txBox="1"/>
          <p:nvPr/>
        </p:nvSpPr>
        <p:spPr>
          <a:xfrm>
            <a:off x="7650523" y="2452075"/>
            <a:ext cx="4203524" cy="1384995"/>
          </a:xfrm>
          <a:prstGeom prst="rect">
            <a:avLst/>
          </a:prstGeom>
          <a:noFill/>
        </p:spPr>
        <p:txBody>
          <a:bodyPr wrap="square" rtlCol="0">
            <a:spAutoFit/>
          </a:bodyPr>
          <a:lstStyle/>
          <a:p>
            <a:pPr algn="ctr" fontAlgn="auto">
              <a:spcBef>
                <a:spcPts val="0"/>
              </a:spcBef>
              <a:spcAft>
                <a:spcPts val="0"/>
              </a:spcAft>
            </a:pPr>
            <a:r>
              <a:rPr lang="ar-SA" sz="2800" b="1" dirty="0">
                <a:solidFill>
                  <a:schemeClr val="tx1">
                    <a:lumMod val="50000"/>
                    <a:lumOff val="50000"/>
                  </a:schemeClr>
                </a:solidFill>
              </a:rPr>
              <a:t>حل مشكلة النقص في الإمكانيات البشرية من المعلمين وخاصة فى التخصصات النادرة</a:t>
            </a:r>
            <a:endParaRPr lang="en-US" sz="2800" b="1" dirty="0">
              <a:solidFill>
                <a:schemeClr val="tx1">
                  <a:lumMod val="50000"/>
                  <a:lumOff val="50000"/>
                </a:schemeClr>
              </a:solidFill>
              <a:latin typeface="Montserrat Light"/>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31623133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34"/>
                                        </p:tgtEl>
                                        <p:attrNameLst>
                                          <p:attrName>style.visibility</p:attrName>
                                        </p:attrNameLst>
                                      </p:cBhvr>
                                      <p:to>
                                        <p:strVal val="visible"/>
                                      </p:to>
                                    </p:set>
                                    <p:animEffect transition="in" filter="fade">
                                      <p:cBhvr>
                                        <p:cTn id="11" dur="500"/>
                                        <p:tgtEl>
                                          <p:spTgt spid="34"/>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2250"/>
                            </p:stCondLst>
                            <p:childTnLst>
                              <p:par>
                                <p:cTn id="17" presetID="1"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par>
                          <p:cTn id="19" fill="hold">
                            <p:stCondLst>
                              <p:cond delay="2250"/>
                            </p:stCondLst>
                            <p:childTnLst>
                              <p:par>
                                <p:cTn id="20" presetID="10" presetClass="entr" presetSubtype="0" fill="hold" nodeType="afterEffect">
                                  <p:stCondLst>
                                    <p:cond delay="25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childTnLst>
                          </p:cTn>
                        </p:par>
                        <p:par>
                          <p:cTn id="23" fill="hold">
                            <p:stCondLst>
                              <p:cond delay="3000"/>
                            </p:stCondLst>
                            <p:childTnLst>
                              <p:par>
                                <p:cTn id="24" presetID="10" presetClass="entr" presetSubtype="0" fill="hold" grpId="0" nodeType="afterEffect">
                                  <p:stCondLst>
                                    <p:cond delay="25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par>
                          <p:cTn id="27" fill="hold">
                            <p:stCondLst>
                              <p:cond delay="3750"/>
                            </p:stCondLst>
                            <p:childTnLst>
                              <p:par>
                                <p:cTn id="28" presetID="10" presetClass="entr" presetSubtype="0" fill="hold" grpId="0" nodeType="afterEffect">
                                  <p:stCondLst>
                                    <p:cond delay="250"/>
                                  </p:stCondLst>
                                  <p:childTnLst>
                                    <p:set>
                                      <p:cBhvr>
                                        <p:cTn id="29" dur="1" fill="hold">
                                          <p:stCondLst>
                                            <p:cond delay="0"/>
                                          </p:stCondLst>
                                        </p:cTn>
                                        <p:tgtEl>
                                          <p:spTgt spid="37"/>
                                        </p:tgtEl>
                                        <p:attrNameLst>
                                          <p:attrName>style.visibility</p:attrName>
                                        </p:attrNameLst>
                                      </p:cBhvr>
                                      <p:to>
                                        <p:strVal val="visible"/>
                                      </p:to>
                                    </p:set>
                                    <p:animEffect transition="in" filter="fade">
                                      <p:cBhvr>
                                        <p:cTn id="30" dur="500"/>
                                        <p:tgtEl>
                                          <p:spTgt spid="37"/>
                                        </p:tgtEl>
                                      </p:cBhvr>
                                    </p:animEffect>
                                  </p:childTnLst>
                                </p:cTn>
                              </p:par>
                            </p:childTnLst>
                          </p:cTn>
                        </p:par>
                        <p:par>
                          <p:cTn id="31" fill="hold">
                            <p:stCondLst>
                              <p:cond delay="4500"/>
                            </p:stCondLst>
                            <p:childTnLst>
                              <p:par>
                                <p:cTn id="32" presetID="10" presetClass="entr" presetSubtype="0" fill="hold" nodeType="afterEffect">
                                  <p:stCondLst>
                                    <p:cond delay="250"/>
                                  </p:stCondLst>
                                  <p:childTnLst>
                                    <p:set>
                                      <p:cBhvr>
                                        <p:cTn id="33" dur="1" fill="hold">
                                          <p:stCondLst>
                                            <p:cond delay="0"/>
                                          </p:stCondLst>
                                        </p:cTn>
                                        <p:tgtEl>
                                          <p:spTgt spid="6"/>
                                        </p:tgtEl>
                                        <p:attrNameLst>
                                          <p:attrName>style.visibility</p:attrName>
                                        </p:attrNameLst>
                                      </p:cBhvr>
                                      <p:to>
                                        <p:strVal val="visible"/>
                                      </p:to>
                                    </p:set>
                                    <p:animEffect transition="in" filter="fade">
                                      <p:cBhvr>
                                        <p:cTn id="34" dur="500"/>
                                        <p:tgtEl>
                                          <p:spTgt spid="6"/>
                                        </p:tgtEl>
                                      </p:cBhvr>
                                    </p:animEffect>
                                  </p:childTnLst>
                                </p:cTn>
                              </p:par>
                            </p:childTnLst>
                          </p:cTn>
                        </p:par>
                        <p:par>
                          <p:cTn id="35" fill="hold">
                            <p:stCondLst>
                              <p:cond delay="5250"/>
                            </p:stCondLst>
                            <p:childTnLst>
                              <p:par>
                                <p:cTn id="36" presetID="1" presetClass="entr" presetSubtype="0" fill="hold" grpId="0" nodeType="afterEffect">
                                  <p:stCondLst>
                                    <p:cond delay="0"/>
                                  </p:stCondLst>
                                  <p:childTnLst>
                                    <p:set>
                                      <p:cBhvr>
                                        <p:cTn id="37" dur="1" fill="hold">
                                          <p:stCondLst>
                                            <p:cond delay="0"/>
                                          </p:stCondLst>
                                        </p:cTn>
                                        <p:tgtEl>
                                          <p:spTgt spid="24"/>
                                        </p:tgtEl>
                                        <p:attrNameLst>
                                          <p:attrName>style.visibility</p:attrName>
                                        </p:attrNameLst>
                                      </p:cBhvr>
                                      <p:to>
                                        <p:strVal val="visible"/>
                                      </p:to>
                                    </p:set>
                                  </p:childTnLst>
                                </p:cTn>
                              </p:par>
                            </p:childTnLst>
                          </p:cTn>
                        </p:par>
                        <p:par>
                          <p:cTn id="38" fill="hold">
                            <p:stCondLst>
                              <p:cond delay="5250"/>
                            </p:stCondLst>
                            <p:childTnLst>
                              <p:par>
                                <p:cTn id="39" presetID="10" presetClass="entr" presetSubtype="0" fill="hold" nodeType="afterEffect">
                                  <p:stCondLst>
                                    <p:cond delay="250"/>
                                  </p:stCondLst>
                                  <p:childTnLst>
                                    <p:set>
                                      <p:cBhvr>
                                        <p:cTn id="40" dur="1" fill="hold">
                                          <p:stCondLst>
                                            <p:cond delay="0"/>
                                          </p:stCondLst>
                                        </p:cTn>
                                        <p:tgtEl>
                                          <p:spTgt spid="7"/>
                                        </p:tgtEl>
                                        <p:attrNameLst>
                                          <p:attrName>style.visibility</p:attrName>
                                        </p:attrNameLst>
                                      </p:cBhvr>
                                      <p:to>
                                        <p:strVal val="visible"/>
                                      </p:to>
                                    </p:set>
                                    <p:animEffect transition="in" filter="fade">
                                      <p:cBhvr>
                                        <p:cTn id="41" dur="500"/>
                                        <p:tgtEl>
                                          <p:spTgt spid="7"/>
                                        </p:tgtEl>
                                      </p:cBhvr>
                                    </p:animEffect>
                                  </p:childTnLst>
                                </p:cTn>
                              </p:par>
                            </p:childTnLst>
                          </p:cTn>
                        </p:par>
                        <p:par>
                          <p:cTn id="42" fill="hold">
                            <p:stCondLst>
                              <p:cond delay="6000"/>
                            </p:stCondLst>
                            <p:childTnLst>
                              <p:par>
                                <p:cTn id="43" presetID="10" presetClass="entr" presetSubtype="0" fill="hold" grpId="0" nodeType="afterEffect">
                                  <p:stCondLst>
                                    <p:cond delay="250"/>
                                  </p:stCondLst>
                                  <p:childTnLst>
                                    <p:set>
                                      <p:cBhvr>
                                        <p:cTn id="44" dur="1" fill="hold">
                                          <p:stCondLst>
                                            <p:cond delay="0"/>
                                          </p:stCondLst>
                                        </p:cTn>
                                        <p:tgtEl>
                                          <p:spTgt spid="13"/>
                                        </p:tgtEl>
                                        <p:attrNameLst>
                                          <p:attrName>style.visibility</p:attrName>
                                        </p:attrNameLst>
                                      </p:cBhvr>
                                      <p:to>
                                        <p:strVal val="visible"/>
                                      </p:to>
                                    </p:set>
                                    <p:animEffect transition="in" filter="fade">
                                      <p:cBhvr>
                                        <p:cTn id="45" dur="500"/>
                                        <p:tgtEl>
                                          <p:spTgt spid="13"/>
                                        </p:tgtEl>
                                      </p:cBhvr>
                                    </p:animEffect>
                                  </p:childTnLst>
                                </p:cTn>
                              </p:par>
                            </p:childTnLst>
                          </p:cTn>
                        </p:par>
                        <p:par>
                          <p:cTn id="46" fill="hold">
                            <p:stCondLst>
                              <p:cond delay="6750"/>
                            </p:stCondLst>
                            <p:childTnLst>
                              <p:par>
                                <p:cTn id="47" presetID="10" presetClass="entr" presetSubtype="0" fill="hold" grpId="0" nodeType="afterEffect">
                                  <p:stCondLst>
                                    <p:cond delay="250"/>
                                  </p:stCondLst>
                                  <p:childTnLst>
                                    <p:set>
                                      <p:cBhvr>
                                        <p:cTn id="48" dur="1" fill="hold">
                                          <p:stCondLst>
                                            <p:cond delay="0"/>
                                          </p:stCondLst>
                                        </p:cTn>
                                        <p:tgtEl>
                                          <p:spTgt spid="50"/>
                                        </p:tgtEl>
                                        <p:attrNameLst>
                                          <p:attrName>style.visibility</p:attrName>
                                        </p:attrNameLst>
                                      </p:cBhvr>
                                      <p:to>
                                        <p:strVal val="visible"/>
                                      </p:to>
                                    </p:set>
                                    <p:animEffect transition="in" filter="fade">
                                      <p:cBhvr>
                                        <p:cTn id="49"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24" grpId="0" animBg="1"/>
      <p:bldP spid="25" grpId="0" animBg="1"/>
      <p:bldP spid="34" grpId="0"/>
      <p:bldP spid="37" grpId="0"/>
      <p:bldP spid="50"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r" rtl="1"/>
            <a:r>
              <a:rPr lang="ar-SA" u="sng" dirty="0"/>
              <a:t>د- أهداف التلفزيون التعليمي </a:t>
            </a:r>
            <a:endParaRPr lang="en-US" u="sng" dirty="0"/>
          </a:p>
        </p:txBody>
      </p:sp>
      <p:cxnSp>
        <p:nvCxnSpPr>
          <p:cNvPr id="4" name="Straight Connector 3"/>
          <p:cNvCxnSpPr/>
          <p:nvPr/>
        </p:nvCxnSpPr>
        <p:spPr>
          <a:xfrm>
            <a:off x="1793286" y="3569921"/>
            <a:ext cx="0" cy="137804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793286" y="4947961"/>
            <a:ext cx="1558343"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V="1">
            <a:off x="4934439" y="2980909"/>
            <a:ext cx="0" cy="1080368"/>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934439" y="2980909"/>
            <a:ext cx="1941457"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1538210" y="3162755"/>
            <a:ext cx="510147" cy="5101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dirty="0" smtClean="0">
                <a:solidFill>
                  <a:prstClr val="white"/>
                </a:solidFill>
              </a:rPr>
              <a:t>4</a:t>
            </a:r>
            <a:endParaRPr lang="en-US" dirty="0">
              <a:solidFill>
                <a:prstClr val="white"/>
              </a:solidFill>
            </a:endParaRPr>
          </a:p>
        </p:txBody>
      </p:sp>
      <p:sp>
        <p:nvSpPr>
          <p:cNvPr id="12" name="Oval 11"/>
          <p:cNvSpPr/>
          <p:nvPr/>
        </p:nvSpPr>
        <p:spPr>
          <a:xfrm>
            <a:off x="3311872" y="4692887"/>
            <a:ext cx="510147" cy="5101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dirty="0" smtClean="0">
                <a:solidFill>
                  <a:prstClr val="white"/>
                </a:solidFill>
              </a:rPr>
              <a:t>2</a:t>
            </a:r>
            <a:endParaRPr lang="en-US" dirty="0">
              <a:solidFill>
                <a:prstClr val="white"/>
              </a:solidFill>
            </a:endParaRPr>
          </a:p>
        </p:txBody>
      </p:sp>
      <p:sp>
        <p:nvSpPr>
          <p:cNvPr id="13" name="Oval 12"/>
          <p:cNvSpPr/>
          <p:nvPr/>
        </p:nvSpPr>
        <p:spPr>
          <a:xfrm>
            <a:off x="6885315" y="2692180"/>
            <a:ext cx="510147" cy="5101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dirty="0" smtClean="0">
                <a:solidFill>
                  <a:prstClr val="white"/>
                </a:solidFill>
              </a:rPr>
              <a:t>3</a:t>
            </a:r>
            <a:endParaRPr lang="en-US" dirty="0">
              <a:solidFill>
                <a:prstClr val="white"/>
              </a:solidFill>
            </a:endParaRPr>
          </a:p>
        </p:txBody>
      </p:sp>
      <p:sp>
        <p:nvSpPr>
          <p:cNvPr id="24" name="Oval 23"/>
          <p:cNvSpPr/>
          <p:nvPr/>
        </p:nvSpPr>
        <p:spPr>
          <a:xfrm>
            <a:off x="4855058" y="2901528"/>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25" name="Oval 24"/>
          <p:cNvSpPr/>
          <p:nvPr/>
        </p:nvSpPr>
        <p:spPr>
          <a:xfrm>
            <a:off x="1713903" y="4868582"/>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34" name="TextBox 33"/>
          <p:cNvSpPr txBox="1"/>
          <p:nvPr/>
        </p:nvSpPr>
        <p:spPr>
          <a:xfrm>
            <a:off x="414100" y="1603144"/>
            <a:ext cx="3016700" cy="1384995"/>
          </a:xfrm>
          <a:prstGeom prst="rect">
            <a:avLst/>
          </a:prstGeom>
          <a:noFill/>
        </p:spPr>
        <p:txBody>
          <a:bodyPr wrap="square" rtlCol="0">
            <a:spAutoFit/>
          </a:bodyPr>
          <a:lstStyle/>
          <a:p>
            <a:pPr algn="ctr" fontAlgn="auto">
              <a:spcBef>
                <a:spcPts val="0"/>
              </a:spcBef>
              <a:spcAft>
                <a:spcPts val="0"/>
              </a:spcAft>
            </a:pPr>
            <a:r>
              <a:rPr lang="ar-SA" sz="2800" b="1" dirty="0"/>
              <a:t>بث برامج متنوعة وعلى نطاق واسع بتكاليف تشغيلية رخيصة نسبياً</a:t>
            </a:r>
            <a:endParaRPr lang="en-US" sz="2800" b="1" dirty="0">
              <a:solidFill>
                <a:srgbClr val="5097C6"/>
              </a:solidFill>
              <a:latin typeface="Montserrat Light"/>
            </a:endParaRPr>
          </a:p>
        </p:txBody>
      </p:sp>
      <p:sp>
        <p:nvSpPr>
          <p:cNvPr id="37" name="TextBox 36"/>
          <p:cNvSpPr txBox="1"/>
          <p:nvPr/>
        </p:nvSpPr>
        <p:spPr>
          <a:xfrm>
            <a:off x="4053199" y="4750295"/>
            <a:ext cx="2954849" cy="1384995"/>
          </a:xfrm>
          <a:prstGeom prst="rect">
            <a:avLst/>
          </a:prstGeom>
          <a:noFill/>
        </p:spPr>
        <p:txBody>
          <a:bodyPr wrap="square" rtlCol="0">
            <a:spAutoFit/>
          </a:bodyPr>
          <a:lstStyle/>
          <a:p>
            <a:pPr algn="ctr" fontAlgn="auto">
              <a:spcBef>
                <a:spcPts val="0"/>
              </a:spcBef>
              <a:spcAft>
                <a:spcPts val="0"/>
              </a:spcAft>
            </a:pPr>
            <a:r>
              <a:rPr lang="ar-SA" sz="2800" b="1" dirty="0">
                <a:solidFill>
                  <a:srgbClr val="ED7D31"/>
                </a:solidFill>
              </a:rPr>
              <a:t>توفير درجة من الخصوصية فى مشاهدة البرامج</a:t>
            </a:r>
            <a:endParaRPr lang="en-US" sz="2800" b="1" dirty="0">
              <a:solidFill>
                <a:srgbClr val="ED7D31"/>
              </a:solidFill>
              <a:latin typeface="Montserrat Light"/>
            </a:endParaRPr>
          </a:p>
        </p:txBody>
      </p:sp>
      <p:sp>
        <p:nvSpPr>
          <p:cNvPr id="50" name="TextBox 49"/>
          <p:cNvSpPr txBox="1"/>
          <p:nvPr/>
        </p:nvSpPr>
        <p:spPr>
          <a:xfrm>
            <a:off x="7650523" y="2452075"/>
            <a:ext cx="4203524" cy="1384995"/>
          </a:xfrm>
          <a:prstGeom prst="rect">
            <a:avLst/>
          </a:prstGeom>
          <a:noFill/>
        </p:spPr>
        <p:txBody>
          <a:bodyPr wrap="square" rtlCol="0">
            <a:spAutoFit/>
          </a:bodyPr>
          <a:lstStyle/>
          <a:p>
            <a:pPr algn="ctr" fontAlgn="auto">
              <a:spcBef>
                <a:spcPts val="0"/>
              </a:spcBef>
              <a:spcAft>
                <a:spcPts val="0"/>
              </a:spcAft>
            </a:pPr>
            <a:r>
              <a:rPr lang="ar-SA" sz="2800" b="1" dirty="0">
                <a:solidFill>
                  <a:schemeClr val="tx1">
                    <a:lumMod val="65000"/>
                    <a:lumOff val="35000"/>
                  </a:schemeClr>
                </a:solidFill>
              </a:rPr>
              <a:t>نقل برامج التدريب إلى مواقع العمل وهى طريقة تتميز بكونها إقتصادية وذات كفاءة عالية</a:t>
            </a:r>
            <a:endParaRPr lang="en-US" sz="2800" b="1" dirty="0">
              <a:solidFill>
                <a:schemeClr val="tx1">
                  <a:lumMod val="65000"/>
                  <a:lumOff val="35000"/>
                </a:schemeClr>
              </a:solidFill>
              <a:latin typeface="Montserrat Light"/>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79106320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34"/>
                                        </p:tgtEl>
                                        <p:attrNameLst>
                                          <p:attrName>style.visibility</p:attrName>
                                        </p:attrNameLst>
                                      </p:cBhvr>
                                      <p:to>
                                        <p:strVal val="visible"/>
                                      </p:to>
                                    </p:set>
                                    <p:animEffect transition="in" filter="fade">
                                      <p:cBhvr>
                                        <p:cTn id="11" dur="500"/>
                                        <p:tgtEl>
                                          <p:spTgt spid="34"/>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2250"/>
                            </p:stCondLst>
                            <p:childTnLst>
                              <p:par>
                                <p:cTn id="17" presetID="1"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par>
                          <p:cTn id="19" fill="hold">
                            <p:stCondLst>
                              <p:cond delay="2250"/>
                            </p:stCondLst>
                            <p:childTnLst>
                              <p:par>
                                <p:cTn id="20" presetID="10" presetClass="entr" presetSubtype="0" fill="hold" nodeType="afterEffect">
                                  <p:stCondLst>
                                    <p:cond delay="25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childTnLst>
                          </p:cTn>
                        </p:par>
                        <p:par>
                          <p:cTn id="23" fill="hold">
                            <p:stCondLst>
                              <p:cond delay="3000"/>
                            </p:stCondLst>
                            <p:childTnLst>
                              <p:par>
                                <p:cTn id="24" presetID="10" presetClass="entr" presetSubtype="0" fill="hold" grpId="0" nodeType="afterEffect">
                                  <p:stCondLst>
                                    <p:cond delay="25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par>
                          <p:cTn id="27" fill="hold">
                            <p:stCondLst>
                              <p:cond delay="3750"/>
                            </p:stCondLst>
                            <p:childTnLst>
                              <p:par>
                                <p:cTn id="28" presetID="10" presetClass="entr" presetSubtype="0" fill="hold" grpId="0" nodeType="afterEffect">
                                  <p:stCondLst>
                                    <p:cond delay="250"/>
                                  </p:stCondLst>
                                  <p:childTnLst>
                                    <p:set>
                                      <p:cBhvr>
                                        <p:cTn id="29" dur="1" fill="hold">
                                          <p:stCondLst>
                                            <p:cond delay="0"/>
                                          </p:stCondLst>
                                        </p:cTn>
                                        <p:tgtEl>
                                          <p:spTgt spid="37"/>
                                        </p:tgtEl>
                                        <p:attrNameLst>
                                          <p:attrName>style.visibility</p:attrName>
                                        </p:attrNameLst>
                                      </p:cBhvr>
                                      <p:to>
                                        <p:strVal val="visible"/>
                                      </p:to>
                                    </p:set>
                                    <p:animEffect transition="in" filter="fade">
                                      <p:cBhvr>
                                        <p:cTn id="30" dur="500"/>
                                        <p:tgtEl>
                                          <p:spTgt spid="37"/>
                                        </p:tgtEl>
                                      </p:cBhvr>
                                    </p:animEffect>
                                  </p:childTnLst>
                                </p:cTn>
                              </p:par>
                            </p:childTnLst>
                          </p:cTn>
                        </p:par>
                        <p:par>
                          <p:cTn id="31" fill="hold">
                            <p:stCondLst>
                              <p:cond delay="4500"/>
                            </p:stCondLst>
                            <p:childTnLst>
                              <p:par>
                                <p:cTn id="32" presetID="10" presetClass="entr" presetSubtype="0" fill="hold" nodeType="afterEffect">
                                  <p:stCondLst>
                                    <p:cond delay="250"/>
                                  </p:stCondLst>
                                  <p:childTnLst>
                                    <p:set>
                                      <p:cBhvr>
                                        <p:cTn id="33" dur="1" fill="hold">
                                          <p:stCondLst>
                                            <p:cond delay="0"/>
                                          </p:stCondLst>
                                        </p:cTn>
                                        <p:tgtEl>
                                          <p:spTgt spid="6"/>
                                        </p:tgtEl>
                                        <p:attrNameLst>
                                          <p:attrName>style.visibility</p:attrName>
                                        </p:attrNameLst>
                                      </p:cBhvr>
                                      <p:to>
                                        <p:strVal val="visible"/>
                                      </p:to>
                                    </p:set>
                                    <p:animEffect transition="in" filter="fade">
                                      <p:cBhvr>
                                        <p:cTn id="34" dur="500"/>
                                        <p:tgtEl>
                                          <p:spTgt spid="6"/>
                                        </p:tgtEl>
                                      </p:cBhvr>
                                    </p:animEffect>
                                  </p:childTnLst>
                                </p:cTn>
                              </p:par>
                            </p:childTnLst>
                          </p:cTn>
                        </p:par>
                        <p:par>
                          <p:cTn id="35" fill="hold">
                            <p:stCondLst>
                              <p:cond delay="5250"/>
                            </p:stCondLst>
                            <p:childTnLst>
                              <p:par>
                                <p:cTn id="36" presetID="1" presetClass="entr" presetSubtype="0" fill="hold" grpId="0" nodeType="afterEffect">
                                  <p:stCondLst>
                                    <p:cond delay="0"/>
                                  </p:stCondLst>
                                  <p:childTnLst>
                                    <p:set>
                                      <p:cBhvr>
                                        <p:cTn id="37" dur="1" fill="hold">
                                          <p:stCondLst>
                                            <p:cond delay="0"/>
                                          </p:stCondLst>
                                        </p:cTn>
                                        <p:tgtEl>
                                          <p:spTgt spid="24"/>
                                        </p:tgtEl>
                                        <p:attrNameLst>
                                          <p:attrName>style.visibility</p:attrName>
                                        </p:attrNameLst>
                                      </p:cBhvr>
                                      <p:to>
                                        <p:strVal val="visible"/>
                                      </p:to>
                                    </p:set>
                                  </p:childTnLst>
                                </p:cTn>
                              </p:par>
                            </p:childTnLst>
                          </p:cTn>
                        </p:par>
                        <p:par>
                          <p:cTn id="38" fill="hold">
                            <p:stCondLst>
                              <p:cond delay="5250"/>
                            </p:stCondLst>
                            <p:childTnLst>
                              <p:par>
                                <p:cTn id="39" presetID="10" presetClass="entr" presetSubtype="0" fill="hold" nodeType="afterEffect">
                                  <p:stCondLst>
                                    <p:cond delay="250"/>
                                  </p:stCondLst>
                                  <p:childTnLst>
                                    <p:set>
                                      <p:cBhvr>
                                        <p:cTn id="40" dur="1" fill="hold">
                                          <p:stCondLst>
                                            <p:cond delay="0"/>
                                          </p:stCondLst>
                                        </p:cTn>
                                        <p:tgtEl>
                                          <p:spTgt spid="7"/>
                                        </p:tgtEl>
                                        <p:attrNameLst>
                                          <p:attrName>style.visibility</p:attrName>
                                        </p:attrNameLst>
                                      </p:cBhvr>
                                      <p:to>
                                        <p:strVal val="visible"/>
                                      </p:to>
                                    </p:set>
                                    <p:animEffect transition="in" filter="fade">
                                      <p:cBhvr>
                                        <p:cTn id="41" dur="500"/>
                                        <p:tgtEl>
                                          <p:spTgt spid="7"/>
                                        </p:tgtEl>
                                      </p:cBhvr>
                                    </p:animEffect>
                                  </p:childTnLst>
                                </p:cTn>
                              </p:par>
                            </p:childTnLst>
                          </p:cTn>
                        </p:par>
                        <p:par>
                          <p:cTn id="42" fill="hold">
                            <p:stCondLst>
                              <p:cond delay="6000"/>
                            </p:stCondLst>
                            <p:childTnLst>
                              <p:par>
                                <p:cTn id="43" presetID="10" presetClass="entr" presetSubtype="0" fill="hold" grpId="0" nodeType="afterEffect">
                                  <p:stCondLst>
                                    <p:cond delay="250"/>
                                  </p:stCondLst>
                                  <p:childTnLst>
                                    <p:set>
                                      <p:cBhvr>
                                        <p:cTn id="44" dur="1" fill="hold">
                                          <p:stCondLst>
                                            <p:cond delay="0"/>
                                          </p:stCondLst>
                                        </p:cTn>
                                        <p:tgtEl>
                                          <p:spTgt spid="13"/>
                                        </p:tgtEl>
                                        <p:attrNameLst>
                                          <p:attrName>style.visibility</p:attrName>
                                        </p:attrNameLst>
                                      </p:cBhvr>
                                      <p:to>
                                        <p:strVal val="visible"/>
                                      </p:to>
                                    </p:set>
                                    <p:animEffect transition="in" filter="fade">
                                      <p:cBhvr>
                                        <p:cTn id="45" dur="500"/>
                                        <p:tgtEl>
                                          <p:spTgt spid="13"/>
                                        </p:tgtEl>
                                      </p:cBhvr>
                                    </p:animEffect>
                                  </p:childTnLst>
                                </p:cTn>
                              </p:par>
                            </p:childTnLst>
                          </p:cTn>
                        </p:par>
                        <p:par>
                          <p:cTn id="46" fill="hold">
                            <p:stCondLst>
                              <p:cond delay="6750"/>
                            </p:stCondLst>
                            <p:childTnLst>
                              <p:par>
                                <p:cTn id="47" presetID="10" presetClass="entr" presetSubtype="0" fill="hold" grpId="0" nodeType="afterEffect">
                                  <p:stCondLst>
                                    <p:cond delay="250"/>
                                  </p:stCondLst>
                                  <p:childTnLst>
                                    <p:set>
                                      <p:cBhvr>
                                        <p:cTn id="48" dur="1" fill="hold">
                                          <p:stCondLst>
                                            <p:cond delay="0"/>
                                          </p:stCondLst>
                                        </p:cTn>
                                        <p:tgtEl>
                                          <p:spTgt spid="50"/>
                                        </p:tgtEl>
                                        <p:attrNameLst>
                                          <p:attrName>style.visibility</p:attrName>
                                        </p:attrNameLst>
                                      </p:cBhvr>
                                      <p:to>
                                        <p:strVal val="visible"/>
                                      </p:to>
                                    </p:set>
                                    <p:animEffect transition="in" filter="fade">
                                      <p:cBhvr>
                                        <p:cTn id="49"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24" grpId="0" animBg="1"/>
      <p:bldP spid="25" grpId="0" animBg="1"/>
      <p:bldP spid="34" grpId="0"/>
      <p:bldP spid="37" grpId="0"/>
      <p:bldP spid="50"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122218" y="237021"/>
            <a:ext cx="10448275" cy="642938"/>
          </a:xfrm>
        </p:spPr>
        <p:txBody>
          <a:bodyPr/>
          <a:lstStyle/>
          <a:p>
            <a:pPr algn="r" rtl="1"/>
            <a:r>
              <a:rPr lang="ar-SA" b="1" u="sng" dirty="0"/>
              <a:t>ه- الغرض التعليمي للتلفزيون ومجالاته </a:t>
            </a:r>
            <a:endParaRPr lang="en-US" u="sng" dirty="0"/>
          </a:p>
        </p:txBody>
      </p:sp>
      <p:sp>
        <p:nvSpPr>
          <p:cNvPr id="3" name="Oval 2"/>
          <p:cNvSpPr/>
          <p:nvPr/>
        </p:nvSpPr>
        <p:spPr>
          <a:xfrm>
            <a:off x="2412205" y="2978943"/>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3600" dirty="0" smtClean="0">
                <a:solidFill>
                  <a:prstClr val="black">
                    <a:lumMod val="75000"/>
                    <a:lumOff val="25000"/>
                  </a:prstClr>
                </a:solidFill>
                <a:latin typeface="FontAwesome" pitchFamily="2" charset="0"/>
              </a:rPr>
              <a:t>1</a:t>
            </a:r>
            <a:endParaRPr lang="ru-RU" sz="3600" dirty="0">
              <a:solidFill>
                <a:prstClr val="black">
                  <a:lumMod val="75000"/>
                  <a:lumOff val="25000"/>
                </a:prstClr>
              </a:solidFill>
            </a:endParaRPr>
          </a:p>
        </p:txBody>
      </p:sp>
      <p:sp>
        <p:nvSpPr>
          <p:cNvPr id="27" name="Oval 26"/>
          <p:cNvSpPr/>
          <p:nvPr/>
        </p:nvSpPr>
        <p:spPr>
          <a:xfrm>
            <a:off x="5269706" y="2978944"/>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smtClean="0">
                <a:solidFill>
                  <a:prstClr val="black">
                    <a:lumMod val="75000"/>
                    <a:lumOff val="25000"/>
                  </a:prstClr>
                </a:solidFill>
                <a:latin typeface="FontAwesome" pitchFamily="2" charset="0"/>
              </a:rPr>
              <a:t></a:t>
            </a:r>
            <a:endParaRPr lang="ru-RU" sz="3600" dirty="0">
              <a:solidFill>
                <a:prstClr val="black">
                  <a:lumMod val="75000"/>
                  <a:lumOff val="25000"/>
                </a:prstClr>
              </a:solidFill>
            </a:endParaRPr>
          </a:p>
        </p:txBody>
      </p:sp>
      <p:sp>
        <p:nvSpPr>
          <p:cNvPr id="28" name="Oval 27"/>
          <p:cNvSpPr/>
          <p:nvPr/>
        </p:nvSpPr>
        <p:spPr>
          <a:xfrm>
            <a:off x="8136731" y="2973068"/>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a:solidFill>
                  <a:prstClr val="black">
                    <a:lumMod val="75000"/>
                    <a:lumOff val="25000"/>
                  </a:prstClr>
                </a:solidFill>
                <a:latin typeface="FontAwesome" pitchFamily="2" charset="0"/>
              </a:rPr>
              <a:t></a:t>
            </a:r>
            <a:endParaRPr lang="en-US" sz="3600" dirty="0">
              <a:solidFill>
                <a:prstClr val="black">
                  <a:lumMod val="75000"/>
                  <a:lumOff val="25000"/>
                </a:prstClr>
              </a:solidFill>
            </a:endParaRPr>
          </a:p>
        </p:txBody>
      </p:sp>
      <p:grpSp>
        <p:nvGrpSpPr>
          <p:cNvPr id="5" name="Group 4"/>
          <p:cNvGrpSpPr/>
          <p:nvPr/>
        </p:nvGrpSpPr>
        <p:grpSpPr>
          <a:xfrm>
            <a:off x="1528762" y="2043113"/>
            <a:ext cx="3436620" cy="3429475"/>
            <a:chOff x="1528762" y="2043113"/>
            <a:chExt cx="3436620" cy="3429475"/>
          </a:xfrm>
        </p:grpSpPr>
        <p:sp>
          <p:nvSpPr>
            <p:cNvPr id="2" name="Block Arc 1"/>
            <p:cNvSpPr/>
            <p:nvPr/>
          </p:nvSpPr>
          <p:spPr>
            <a:xfrm>
              <a:off x="1528762" y="2043113"/>
              <a:ext cx="3429000" cy="3429000"/>
            </a:xfrm>
            <a:prstGeom prst="blockArc">
              <a:avLst>
                <a:gd name="adj1" fmla="val 10800000"/>
                <a:gd name="adj2" fmla="val 0"/>
                <a:gd name="adj3" fmla="val 16667"/>
              </a:avLst>
            </a:prstGeom>
            <a:pattFill prst="pct70">
              <a:fgClr>
                <a:srgbClr val="0087B1"/>
              </a:fgClr>
              <a:bgClr>
                <a:schemeClr val="accent5">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29" name="Block Arc 28"/>
            <p:cNvSpPr/>
            <p:nvPr/>
          </p:nvSpPr>
          <p:spPr>
            <a:xfrm>
              <a:off x="1536382" y="2043588"/>
              <a:ext cx="3429000" cy="3429000"/>
            </a:xfrm>
            <a:prstGeom prst="blockArc">
              <a:avLst>
                <a:gd name="adj1" fmla="val 17438820"/>
                <a:gd name="adj2" fmla="val 21599999"/>
                <a:gd name="adj3" fmla="val 1727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9" name="Group 8"/>
          <p:cNvGrpSpPr/>
          <p:nvPr/>
        </p:nvGrpSpPr>
        <p:grpSpPr>
          <a:xfrm>
            <a:off x="4395787" y="2100263"/>
            <a:ext cx="3432812" cy="3431380"/>
            <a:chOff x="4395787" y="2100263"/>
            <a:chExt cx="3432812" cy="3431380"/>
          </a:xfrm>
        </p:grpSpPr>
        <p:sp>
          <p:nvSpPr>
            <p:cNvPr id="23" name="Block Arc 22"/>
            <p:cNvSpPr/>
            <p:nvPr/>
          </p:nvSpPr>
          <p:spPr>
            <a:xfrm rot="10800000">
              <a:off x="4395787" y="2100263"/>
              <a:ext cx="3429000" cy="3429000"/>
            </a:xfrm>
            <a:prstGeom prst="blockArc">
              <a:avLst>
                <a:gd name="adj1" fmla="val 10800000"/>
                <a:gd name="adj2" fmla="val 0"/>
                <a:gd name="adj3" fmla="val 16667"/>
              </a:avLst>
            </a:prstGeom>
            <a:pattFill prst="pct70">
              <a:fgClr>
                <a:srgbClr val="FE8301"/>
              </a:fgClr>
              <a:bgClr>
                <a:schemeClr val="accent2">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0" name="Block Arc 29"/>
            <p:cNvSpPr/>
            <p:nvPr/>
          </p:nvSpPr>
          <p:spPr>
            <a:xfrm rot="4048770">
              <a:off x="4399599" y="2102643"/>
              <a:ext cx="3429000" cy="3429000"/>
            </a:xfrm>
            <a:prstGeom prst="blockArc">
              <a:avLst>
                <a:gd name="adj1" fmla="val 17506167"/>
                <a:gd name="adj2" fmla="val 2318438"/>
                <a:gd name="adj3" fmla="val 1705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0" name="Group 9"/>
          <p:cNvGrpSpPr/>
          <p:nvPr/>
        </p:nvGrpSpPr>
        <p:grpSpPr>
          <a:xfrm>
            <a:off x="7253287" y="2037558"/>
            <a:ext cx="3443763" cy="3434555"/>
            <a:chOff x="7253287" y="2037558"/>
            <a:chExt cx="3443763" cy="3434555"/>
          </a:xfrm>
        </p:grpSpPr>
        <p:sp>
          <p:nvSpPr>
            <p:cNvPr id="26" name="Block Arc 25"/>
            <p:cNvSpPr/>
            <p:nvPr/>
          </p:nvSpPr>
          <p:spPr>
            <a:xfrm>
              <a:off x="7253287" y="2043113"/>
              <a:ext cx="3429000" cy="3429000"/>
            </a:xfrm>
            <a:prstGeom prst="blockArc">
              <a:avLst>
                <a:gd name="adj1" fmla="val 10800000"/>
                <a:gd name="adj2" fmla="val 0"/>
                <a:gd name="adj3" fmla="val 16667"/>
              </a:avLst>
            </a:prstGeom>
            <a:pattFill prst="pct70">
              <a:fgClr>
                <a:srgbClr val="A1BB22"/>
              </a:fgClr>
              <a:bgClr>
                <a:schemeClr val="accent6">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1" name="Block Arc 30"/>
            <p:cNvSpPr/>
            <p:nvPr/>
          </p:nvSpPr>
          <p:spPr>
            <a:xfrm>
              <a:off x="7268050" y="2037558"/>
              <a:ext cx="3429000" cy="3429000"/>
            </a:xfrm>
            <a:prstGeom prst="blockArc">
              <a:avLst>
                <a:gd name="adj1" fmla="val 17003911"/>
                <a:gd name="adj2" fmla="val 66214"/>
                <a:gd name="adj3" fmla="val 1754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1" name="Group 10"/>
          <p:cNvGrpSpPr/>
          <p:nvPr/>
        </p:nvGrpSpPr>
        <p:grpSpPr>
          <a:xfrm>
            <a:off x="3175038" y="4650260"/>
            <a:ext cx="131208" cy="402198"/>
            <a:chOff x="3175038" y="4650260"/>
            <a:chExt cx="131208" cy="402198"/>
          </a:xfrm>
        </p:grpSpPr>
        <p:sp>
          <p:nvSpPr>
            <p:cNvPr id="4" name="Oval 3"/>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8" name="Straight Connector 7"/>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8909484" y="4650260"/>
            <a:ext cx="131208" cy="402198"/>
            <a:chOff x="3175038" y="4650260"/>
            <a:chExt cx="131208" cy="402198"/>
          </a:xfrm>
        </p:grpSpPr>
        <p:sp>
          <p:nvSpPr>
            <p:cNvPr id="35" name="Oval 34"/>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6" name="Straight Connector 35"/>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rot="10800000">
            <a:off x="6045320" y="2570870"/>
            <a:ext cx="131208" cy="402198"/>
            <a:chOff x="3175038" y="4650260"/>
            <a:chExt cx="131208" cy="402198"/>
          </a:xfrm>
        </p:grpSpPr>
        <p:sp>
          <p:nvSpPr>
            <p:cNvPr id="40" name="Oval 39"/>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1" name="Straight Connector 40"/>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47" name="TextBox 46"/>
          <p:cNvSpPr txBox="1"/>
          <p:nvPr/>
        </p:nvSpPr>
        <p:spPr>
          <a:xfrm>
            <a:off x="946925" y="5140004"/>
            <a:ext cx="3823454" cy="1077218"/>
          </a:xfrm>
          <a:prstGeom prst="rect">
            <a:avLst/>
          </a:prstGeom>
          <a:noFill/>
        </p:spPr>
        <p:txBody>
          <a:bodyPr wrap="square" rtlCol="0">
            <a:spAutoFit/>
          </a:bodyPr>
          <a:lstStyle/>
          <a:p>
            <a:pPr lvl="0" algn="ctr" rtl="1"/>
            <a:r>
              <a:rPr lang="ar-SA" sz="3200" b="1" dirty="0">
                <a:solidFill>
                  <a:srgbClr val="0087B1"/>
                </a:solidFill>
              </a:rPr>
              <a:t>التلفزيون وسيلة للتدريس الشامل</a:t>
            </a:r>
            <a:endParaRPr lang="en-US" sz="3200" b="1" dirty="0">
              <a:solidFill>
                <a:srgbClr val="0087B1"/>
              </a:solidFill>
            </a:endParaRPr>
          </a:p>
        </p:txBody>
      </p:sp>
      <p:sp>
        <p:nvSpPr>
          <p:cNvPr id="48" name="TextBox 47"/>
          <p:cNvSpPr txBox="1"/>
          <p:nvPr/>
        </p:nvSpPr>
        <p:spPr>
          <a:xfrm>
            <a:off x="4041182" y="1426310"/>
            <a:ext cx="4270692" cy="1077218"/>
          </a:xfrm>
          <a:prstGeom prst="rect">
            <a:avLst/>
          </a:prstGeom>
          <a:noFill/>
        </p:spPr>
        <p:txBody>
          <a:bodyPr wrap="square" rtlCol="0">
            <a:spAutoFit/>
          </a:bodyPr>
          <a:lstStyle/>
          <a:p>
            <a:pPr algn="ctr" fontAlgn="auto">
              <a:spcBef>
                <a:spcPts val="0"/>
              </a:spcBef>
              <a:spcAft>
                <a:spcPts val="0"/>
              </a:spcAft>
            </a:pPr>
            <a:r>
              <a:rPr lang="ar-SA" sz="3200" b="1" dirty="0">
                <a:solidFill>
                  <a:srgbClr val="FE8301"/>
                </a:solidFill>
              </a:rPr>
              <a:t>التلفزيون مصدر لإثراء العملية التعليمية</a:t>
            </a:r>
            <a:endParaRPr lang="en-US" sz="3200" b="1" dirty="0" smtClean="0">
              <a:solidFill>
                <a:srgbClr val="FE8301"/>
              </a:solidFill>
              <a:latin typeface="Lato Light" panose="020F0302020204030203" pitchFamily="34" charset="0"/>
            </a:endParaRPr>
          </a:p>
        </p:txBody>
      </p:sp>
      <p:sp>
        <p:nvSpPr>
          <p:cNvPr id="52" name="TextBox 51"/>
          <p:cNvSpPr txBox="1"/>
          <p:nvPr/>
        </p:nvSpPr>
        <p:spPr>
          <a:xfrm>
            <a:off x="7115281" y="5159991"/>
            <a:ext cx="4287990" cy="1077218"/>
          </a:xfrm>
          <a:prstGeom prst="rect">
            <a:avLst/>
          </a:prstGeom>
          <a:noFill/>
        </p:spPr>
        <p:txBody>
          <a:bodyPr wrap="square" rtlCol="0">
            <a:spAutoFit/>
          </a:bodyPr>
          <a:lstStyle/>
          <a:p>
            <a:pPr algn="ctr" fontAlgn="auto">
              <a:spcBef>
                <a:spcPts val="0"/>
              </a:spcBef>
              <a:spcAft>
                <a:spcPts val="0"/>
              </a:spcAft>
            </a:pPr>
            <a:r>
              <a:rPr lang="ar-SA" sz="3200" b="1" dirty="0">
                <a:solidFill>
                  <a:srgbClr val="548235"/>
                </a:solidFill>
              </a:rPr>
              <a:t>التلفزيون مصدر مكمل لعملية التدريس</a:t>
            </a:r>
            <a:endParaRPr lang="en-US" sz="3200" b="1" dirty="0" smtClean="0">
              <a:solidFill>
                <a:srgbClr val="548235"/>
              </a:solidFill>
              <a:latin typeface="Lato Light" panose="020F0302020204030203" pitchFamily="34" charset="0"/>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2312078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3"/>
                                        </p:tgtEl>
                                        <p:attrNameLst>
                                          <p:attrName>style.visibility</p:attrName>
                                        </p:attrNameLst>
                                      </p:cBhvr>
                                      <p:to>
                                        <p:strVal val="visible"/>
                                      </p:to>
                                    </p:set>
                                    <p:anim calcmode="lin" valueType="num">
                                      <p:cBhvr>
                                        <p:cTn id="10" dur="500" fill="hold"/>
                                        <p:tgtEl>
                                          <p:spTgt spid="3"/>
                                        </p:tgtEl>
                                        <p:attrNameLst>
                                          <p:attrName>ppt_w</p:attrName>
                                        </p:attrNameLst>
                                      </p:cBhvr>
                                      <p:tavLst>
                                        <p:tav tm="0">
                                          <p:val>
                                            <p:fltVal val="0"/>
                                          </p:val>
                                        </p:tav>
                                        <p:tav tm="100000">
                                          <p:val>
                                            <p:strVal val="#ppt_w"/>
                                          </p:val>
                                        </p:tav>
                                      </p:tavLst>
                                    </p:anim>
                                    <p:anim calcmode="lin" valueType="num">
                                      <p:cBhvr>
                                        <p:cTn id="11" dur="500" fill="hold"/>
                                        <p:tgtEl>
                                          <p:spTgt spid="3"/>
                                        </p:tgtEl>
                                        <p:attrNameLst>
                                          <p:attrName>ppt_h</p:attrName>
                                        </p:attrNameLst>
                                      </p:cBhvr>
                                      <p:tavLst>
                                        <p:tav tm="0">
                                          <p:val>
                                            <p:fltVal val="0"/>
                                          </p:val>
                                        </p:tav>
                                        <p:tav tm="100000">
                                          <p:val>
                                            <p:strVal val="#ppt_h"/>
                                          </p:val>
                                        </p:tav>
                                      </p:tavLst>
                                    </p:anim>
                                    <p:animEffect transition="in" filter="fade">
                                      <p:cBhvr>
                                        <p:cTn id="12" dur="500"/>
                                        <p:tgtEl>
                                          <p:spTgt spid="3"/>
                                        </p:tgtEl>
                                      </p:cBhvr>
                                    </p:animEffect>
                                  </p:childTnLst>
                                </p:cTn>
                              </p:par>
                              <p:par>
                                <p:cTn id="13" presetID="22" presetClass="entr" presetSubtype="1" fill="hold" nodeType="withEffect">
                                  <p:stCondLst>
                                    <p:cond delay="500"/>
                                  </p:stCondLst>
                                  <p:childTnLst>
                                    <p:set>
                                      <p:cBhvr>
                                        <p:cTn id="14" dur="1" fill="hold">
                                          <p:stCondLst>
                                            <p:cond delay="0"/>
                                          </p:stCondLst>
                                        </p:cTn>
                                        <p:tgtEl>
                                          <p:spTgt spid="11"/>
                                        </p:tgtEl>
                                        <p:attrNameLst>
                                          <p:attrName>style.visibility</p:attrName>
                                        </p:attrNameLst>
                                      </p:cBhvr>
                                      <p:to>
                                        <p:strVal val="visible"/>
                                      </p:to>
                                    </p:set>
                                    <p:animEffect transition="in" filter="wipe(up)">
                                      <p:cBhvr>
                                        <p:cTn id="15" dur="500"/>
                                        <p:tgtEl>
                                          <p:spTgt spid="11"/>
                                        </p:tgtEl>
                                      </p:cBhvr>
                                    </p:animEffect>
                                  </p:childTnLst>
                                </p:cTn>
                              </p:par>
                              <p:par>
                                <p:cTn id="16" presetID="22" presetClass="entr" presetSubtype="8" fill="hold" nodeType="withEffect">
                                  <p:stCondLst>
                                    <p:cond delay="500"/>
                                  </p:stCondLst>
                                  <p:childTnLst>
                                    <p:set>
                                      <p:cBhvr>
                                        <p:cTn id="17" dur="1" fill="hold">
                                          <p:stCondLst>
                                            <p:cond delay="0"/>
                                          </p:stCondLst>
                                        </p:cTn>
                                        <p:tgtEl>
                                          <p:spTgt spid="9"/>
                                        </p:tgtEl>
                                        <p:attrNameLst>
                                          <p:attrName>style.visibility</p:attrName>
                                        </p:attrNameLst>
                                      </p:cBhvr>
                                      <p:to>
                                        <p:strVal val="visible"/>
                                      </p:to>
                                    </p:set>
                                    <p:animEffect transition="in" filter="wipe(left)">
                                      <p:cBhvr>
                                        <p:cTn id="18" dur="500"/>
                                        <p:tgtEl>
                                          <p:spTgt spid="9"/>
                                        </p:tgtEl>
                                      </p:cBhvr>
                                    </p:animEffect>
                                  </p:childTnLst>
                                </p:cTn>
                              </p:par>
                              <p:par>
                                <p:cTn id="19" presetID="53" presetClass="entr" presetSubtype="16" fill="hold" grpId="0" nodeType="withEffect">
                                  <p:stCondLst>
                                    <p:cond delay="750"/>
                                  </p:stCondLst>
                                  <p:childTnLst>
                                    <p:set>
                                      <p:cBhvr>
                                        <p:cTn id="20" dur="1" fill="hold">
                                          <p:stCondLst>
                                            <p:cond delay="0"/>
                                          </p:stCondLst>
                                        </p:cTn>
                                        <p:tgtEl>
                                          <p:spTgt spid="27"/>
                                        </p:tgtEl>
                                        <p:attrNameLst>
                                          <p:attrName>style.visibility</p:attrName>
                                        </p:attrNameLst>
                                      </p:cBhvr>
                                      <p:to>
                                        <p:strVal val="visible"/>
                                      </p:to>
                                    </p:set>
                                    <p:anim calcmode="lin" valueType="num">
                                      <p:cBhvr>
                                        <p:cTn id="21" dur="500" fill="hold"/>
                                        <p:tgtEl>
                                          <p:spTgt spid="27"/>
                                        </p:tgtEl>
                                        <p:attrNameLst>
                                          <p:attrName>ppt_w</p:attrName>
                                        </p:attrNameLst>
                                      </p:cBhvr>
                                      <p:tavLst>
                                        <p:tav tm="0">
                                          <p:val>
                                            <p:fltVal val="0"/>
                                          </p:val>
                                        </p:tav>
                                        <p:tav tm="100000">
                                          <p:val>
                                            <p:strVal val="#ppt_w"/>
                                          </p:val>
                                        </p:tav>
                                      </p:tavLst>
                                    </p:anim>
                                    <p:anim calcmode="lin" valueType="num">
                                      <p:cBhvr>
                                        <p:cTn id="22" dur="500" fill="hold"/>
                                        <p:tgtEl>
                                          <p:spTgt spid="27"/>
                                        </p:tgtEl>
                                        <p:attrNameLst>
                                          <p:attrName>ppt_h</p:attrName>
                                        </p:attrNameLst>
                                      </p:cBhvr>
                                      <p:tavLst>
                                        <p:tav tm="0">
                                          <p:val>
                                            <p:fltVal val="0"/>
                                          </p:val>
                                        </p:tav>
                                        <p:tav tm="100000">
                                          <p:val>
                                            <p:strVal val="#ppt_h"/>
                                          </p:val>
                                        </p:tav>
                                      </p:tavLst>
                                    </p:anim>
                                    <p:animEffect transition="in" filter="fade">
                                      <p:cBhvr>
                                        <p:cTn id="23" dur="500"/>
                                        <p:tgtEl>
                                          <p:spTgt spid="27"/>
                                        </p:tgtEl>
                                      </p:cBhvr>
                                    </p:animEffect>
                                  </p:childTnLst>
                                </p:cTn>
                              </p:par>
                              <p:par>
                                <p:cTn id="24" presetID="22" presetClass="entr" presetSubtype="4" fill="hold" nodeType="withEffect">
                                  <p:stCondLst>
                                    <p:cond delay="1000"/>
                                  </p:stCondLst>
                                  <p:childTnLst>
                                    <p:set>
                                      <p:cBhvr>
                                        <p:cTn id="25" dur="1" fill="hold">
                                          <p:stCondLst>
                                            <p:cond delay="0"/>
                                          </p:stCondLst>
                                        </p:cTn>
                                        <p:tgtEl>
                                          <p:spTgt spid="37"/>
                                        </p:tgtEl>
                                        <p:attrNameLst>
                                          <p:attrName>style.visibility</p:attrName>
                                        </p:attrNameLst>
                                      </p:cBhvr>
                                      <p:to>
                                        <p:strVal val="visible"/>
                                      </p:to>
                                    </p:set>
                                    <p:animEffect transition="in" filter="wipe(down)">
                                      <p:cBhvr>
                                        <p:cTn id="26" dur="500"/>
                                        <p:tgtEl>
                                          <p:spTgt spid="37"/>
                                        </p:tgtEl>
                                      </p:cBhvr>
                                    </p:animEffect>
                                  </p:childTnLst>
                                </p:cTn>
                              </p:par>
                              <p:par>
                                <p:cTn id="27" presetID="22" presetClass="entr" presetSubtype="8" fill="hold" nodeType="withEffect">
                                  <p:stCondLst>
                                    <p:cond delay="1000"/>
                                  </p:stCondLst>
                                  <p:childTnLst>
                                    <p:set>
                                      <p:cBhvr>
                                        <p:cTn id="28" dur="1" fill="hold">
                                          <p:stCondLst>
                                            <p:cond delay="0"/>
                                          </p:stCondLst>
                                        </p:cTn>
                                        <p:tgtEl>
                                          <p:spTgt spid="10"/>
                                        </p:tgtEl>
                                        <p:attrNameLst>
                                          <p:attrName>style.visibility</p:attrName>
                                        </p:attrNameLst>
                                      </p:cBhvr>
                                      <p:to>
                                        <p:strVal val="visible"/>
                                      </p:to>
                                    </p:set>
                                    <p:animEffect transition="in" filter="wipe(left)">
                                      <p:cBhvr>
                                        <p:cTn id="29" dur="500"/>
                                        <p:tgtEl>
                                          <p:spTgt spid="10"/>
                                        </p:tgtEl>
                                      </p:cBhvr>
                                    </p:animEffect>
                                  </p:childTnLst>
                                </p:cTn>
                              </p:par>
                              <p:par>
                                <p:cTn id="30" presetID="53" presetClass="entr" presetSubtype="16" fill="hold" grpId="0" nodeType="withEffect">
                                  <p:stCondLst>
                                    <p:cond delay="1250"/>
                                  </p:stCondLst>
                                  <p:childTnLst>
                                    <p:set>
                                      <p:cBhvr>
                                        <p:cTn id="31" dur="1" fill="hold">
                                          <p:stCondLst>
                                            <p:cond delay="0"/>
                                          </p:stCondLst>
                                        </p:cTn>
                                        <p:tgtEl>
                                          <p:spTgt spid="28"/>
                                        </p:tgtEl>
                                        <p:attrNameLst>
                                          <p:attrName>style.visibility</p:attrName>
                                        </p:attrNameLst>
                                      </p:cBhvr>
                                      <p:to>
                                        <p:strVal val="visible"/>
                                      </p:to>
                                    </p:set>
                                    <p:anim calcmode="lin" valueType="num">
                                      <p:cBhvr>
                                        <p:cTn id="32" dur="500" fill="hold"/>
                                        <p:tgtEl>
                                          <p:spTgt spid="28"/>
                                        </p:tgtEl>
                                        <p:attrNameLst>
                                          <p:attrName>ppt_w</p:attrName>
                                        </p:attrNameLst>
                                      </p:cBhvr>
                                      <p:tavLst>
                                        <p:tav tm="0">
                                          <p:val>
                                            <p:fltVal val="0"/>
                                          </p:val>
                                        </p:tav>
                                        <p:tav tm="100000">
                                          <p:val>
                                            <p:strVal val="#ppt_w"/>
                                          </p:val>
                                        </p:tav>
                                      </p:tavLst>
                                    </p:anim>
                                    <p:anim calcmode="lin" valueType="num">
                                      <p:cBhvr>
                                        <p:cTn id="33" dur="500" fill="hold"/>
                                        <p:tgtEl>
                                          <p:spTgt spid="28"/>
                                        </p:tgtEl>
                                        <p:attrNameLst>
                                          <p:attrName>ppt_h</p:attrName>
                                        </p:attrNameLst>
                                      </p:cBhvr>
                                      <p:tavLst>
                                        <p:tav tm="0">
                                          <p:val>
                                            <p:fltVal val="0"/>
                                          </p:val>
                                        </p:tav>
                                        <p:tav tm="100000">
                                          <p:val>
                                            <p:strVal val="#ppt_h"/>
                                          </p:val>
                                        </p:tav>
                                      </p:tavLst>
                                    </p:anim>
                                    <p:animEffect transition="in" filter="fade">
                                      <p:cBhvr>
                                        <p:cTn id="34" dur="500"/>
                                        <p:tgtEl>
                                          <p:spTgt spid="28"/>
                                        </p:tgtEl>
                                      </p:cBhvr>
                                    </p:animEffect>
                                  </p:childTnLst>
                                </p:cTn>
                              </p:par>
                              <p:par>
                                <p:cTn id="35" presetID="22" presetClass="entr" presetSubtype="1" fill="hold" nodeType="withEffect">
                                  <p:stCondLst>
                                    <p:cond delay="1500"/>
                                  </p:stCondLst>
                                  <p:childTnLst>
                                    <p:set>
                                      <p:cBhvr>
                                        <p:cTn id="36" dur="1" fill="hold">
                                          <p:stCondLst>
                                            <p:cond delay="0"/>
                                          </p:stCondLst>
                                        </p:cTn>
                                        <p:tgtEl>
                                          <p:spTgt spid="34"/>
                                        </p:tgtEl>
                                        <p:attrNameLst>
                                          <p:attrName>style.visibility</p:attrName>
                                        </p:attrNameLst>
                                      </p:cBhvr>
                                      <p:to>
                                        <p:strVal val="visible"/>
                                      </p:to>
                                    </p:set>
                                    <p:animEffect transition="in" filter="wipe(up)">
                                      <p:cBhvr>
                                        <p:cTn id="3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7" grpId="0" animBg="1"/>
      <p:bldP spid="28"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8" name="Title 1037"/>
          <p:cNvSpPr>
            <a:spLocks noGrp="1"/>
          </p:cNvSpPr>
          <p:nvPr>
            <p:ph type="title"/>
          </p:nvPr>
        </p:nvSpPr>
        <p:spPr/>
        <p:txBody>
          <a:bodyPr>
            <a:normAutofit fontScale="90000"/>
          </a:bodyPr>
          <a:lstStyle/>
          <a:p>
            <a:pPr algn="r" rtl="1"/>
            <a:r>
              <a:rPr lang="ar-SA" u="sng" dirty="0" smtClean="0"/>
              <a:t> </a:t>
            </a:r>
            <a:r>
              <a:rPr lang="ar-SA" u="sng" dirty="0"/>
              <a:t>التلفزيون مصدر مكمل لعملية التدريس</a:t>
            </a:r>
            <a:endParaRPr lang="en-US" u="sng" dirty="0"/>
          </a:p>
        </p:txBody>
      </p:sp>
      <p:grpSp>
        <p:nvGrpSpPr>
          <p:cNvPr id="1041" name="Group 1040"/>
          <p:cNvGrpSpPr/>
          <p:nvPr/>
        </p:nvGrpSpPr>
        <p:grpSpPr>
          <a:xfrm>
            <a:off x="5088357" y="1699225"/>
            <a:ext cx="4493794" cy="4276125"/>
            <a:chOff x="4193006" y="1472629"/>
            <a:chExt cx="6139897" cy="5842494"/>
          </a:xfrm>
        </p:grpSpPr>
        <p:grpSp>
          <p:nvGrpSpPr>
            <p:cNvPr id="1031" name="Group 1030"/>
            <p:cNvGrpSpPr/>
            <p:nvPr/>
          </p:nvGrpSpPr>
          <p:grpSpPr>
            <a:xfrm>
              <a:off x="4193006" y="1472629"/>
              <a:ext cx="1328605" cy="1143218"/>
              <a:chOff x="1493533" y="1313067"/>
              <a:chExt cx="1328605" cy="1143218"/>
            </a:xfrm>
          </p:grpSpPr>
          <p:sp>
            <p:nvSpPr>
              <p:cNvPr id="38" name="Rectangle 5"/>
              <p:cNvSpPr>
                <a:spLocks noChangeArrowheads="1"/>
              </p:cNvSpPr>
              <p:nvPr/>
            </p:nvSpPr>
            <p:spPr bwMode="auto">
              <a:xfrm>
                <a:off x="1493533" y="2041740"/>
                <a:ext cx="787894" cy="205985"/>
              </a:xfrm>
              <a:prstGeom prst="rect">
                <a:avLst/>
              </a:prstGeom>
              <a:solidFill>
                <a:schemeClr val="accent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9" name="Freeform 6"/>
              <p:cNvSpPr>
                <a:spLocks/>
              </p:cNvSpPr>
              <p:nvPr/>
            </p:nvSpPr>
            <p:spPr bwMode="auto">
              <a:xfrm>
                <a:off x="2281427" y="1781683"/>
                <a:ext cx="540711" cy="674602"/>
              </a:xfrm>
              <a:custGeom>
                <a:avLst/>
                <a:gdLst>
                  <a:gd name="T0" fmla="*/ 420 w 420"/>
                  <a:gd name="T1" fmla="*/ 0 h 524"/>
                  <a:gd name="T2" fmla="*/ 420 w 420"/>
                  <a:gd name="T3" fmla="*/ 160 h 524"/>
                  <a:gd name="T4" fmla="*/ 0 w 420"/>
                  <a:gd name="T5" fmla="*/ 524 h 524"/>
                  <a:gd name="T6" fmla="*/ 0 w 420"/>
                  <a:gd name="T7" fmla="*/ 365 h 524"/>
                  <a:gd name="T8" fmla="*/ 420 w 420"/>
                  <a:gd name="T9" fmla="*/ 0 h 524"/>
                </a:gdLst>
                <a:ahLst/>
                <a:cxnLst>
                  <a:cxn ang="0">
                    <a:pos x="T0" y="T1"/>
                  </a:cxn>
                  <a:cxn ang="0">
                    <a:pos x="T2" y="T3"/>
                  </a:cxn>
                  <a:cxn ang="0">
                    <a:pos x="T4" y="T5"/>
                  </a:cxn>
                  <a:cxn ang="0">
                    <a:pos x="T6" y="T7"/>
                  </a:cxn>
                  <a:cxn ang="0">
                    <a:pos x="T8" y="T9"/>
                  </a:cxn>
                </a:cxnLst>
                <a:rect l="0" t="0" r="r" b="b"/>
                <a:pathLst>
                  <a:path w="420" h="524">
                    <a:moveTo>
                      <a:pt x="420" y="0"/>
                    </a:moveTo>
                    <a:lnTo>
                      <a:pt x="420" y="160"/>
                    </a:lnTo>
                    <a:lnTo>
                      <a:pt x="0" y="524"/>
                    </a:lnTo>
                    <a:lnTo>
                      <a:pt x="0" y="365"/>
                    </a:lnTo>
                    <a:lnTo>
                      <a:pt x="42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0" name="Freeform 7"/>
              <p:cNvSpPr>
                <a:spLocks/>
              </p:cNvSpPr>
              <p:nvPr/>
            </p:nvSpPr>
            <p:spPr bwMode="auto">
              <a:xfrm>
                <a:off x="1493533" y="1313067"/>
                <a:ext cx="1328605" cy="939809"/>
              </a:xfrm>
              <a:custGeom>
                <a:avLst/>
                <a:gdLst>
                  <a:gd name="T0" fmla="*/ 611 w 1031"/>
                  <a:gd name="T1" fmla="*/ 0 h 730"/>
                  <a:gd name="T2" fmla="*/ 799 w 1031"/>
                  <a:gd name="T3" fmla="*/ 163 h 730"/>
                  <a:gd name="T4" fmla="*/ 1031 w 1031"/>
                  <a:gd name="T5" fmla="*/ 365 h 730"/>
                  <a:gd name="T6" fmla="*/ 611 w 1031"/>
                  <a:gd name="T7" fmla="*/ 730 h 730"/>
                  <a:gd name="T8" fmla="*/ 611 w 1031"/>
                  <a:gd name="T9" fmla="*/ 568 h 730"/>
                  <a:gd name="T10" fmla="*/ 0 w 1031"/>
                  <a:gd name="T11" fmla="*/ 568 h 730"/>
                  <a:gd name="T12" fmla="*/ 0 w 1031"/>
                  <a:gd name="T13" fmla="*/ 163 h 730"/>
                  <a:gd name="T14" fmla="*/ 611 w 1031"/>
                  <a:gd name="T15" fmla="*/ 163 h 730"/>
                  <a:gd name="T16" fmla="*/ 611 w 1031"/>
                  <a:gd name="T17" fmla="*/ 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1" h="730">
                    <a:moveTo>
                      <a:pt x="611" y="0"/>
                    </a:moveTo>
                    <a:lnTo>
                      <a:pt x="799" y="163"/>
                    </a:lnTo>
                    <a:lnTo>
                      <a:pt x="1031" y="365"/>
                    </a:lnTo>
                    <a:lnTo>
                      <a:pt x="611" y="730"/>
                    </a:lnTo>
                    <a:lnTo>
                      <a:pt x="611" y="568"/>
                    </a:lnTo>
                    <a:lnTo>
                      <a:pt x="0" y="568"/>
                    </a:lnTo>
                    <a:lnTo>
                      <a:pt x="0" y="163"/>
                    </a:lnTo>
                    <a:lnTo>
                      <a:pt x="611" y="163"/>
                    </a:lnTo>
                    <a:lnTo>
                      <a:pt x="61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grpSp>
          <p:nvGrpSpPr>
            <p:cNvPr id="1035" name="Group 1034"/>
            <p:cNvGrpSpPr/>
            <p:nvPr/>
          </p:nvGrpSpPr>
          <p:grpSpPr>
            <a:xfrm>
              <a:off x="5587419" y="1679384"/>
              <a:ext cx="1589455" cy="1629503"/>
              <a:chOff x="4891097" y="1449712"/>
              <a:chExt cx="1589455" cy="1629503"/>
            </a:xfrm>
          </p:grpSpPr>
          <p:sp>
            <p:nvSpPr>
              <p:cNvPr id="45" name="Freeform 12"/>
              <p:cNvSpPr>
                <a:spLocks/>
              </p:cNvSpPr>
              <p:nvPr/>
            </p:nvSpPr>
            <p:spPr bwMode="auto">
              <a:xfrm>
                <a:off x="4893478" y="1449712"/>
                <a:ext cx="298679" cy="466042"/>
              </a:xfrm>
              <a:custGeom>
                <a:avLst/>
                <a:gdLst>
                  <a:gd name="T0" fmla="*/ 231 w 231"/>
                  <a:gd name="T1" fmla="*/ 203 h 362"/>
                  <a:gd name="T2" fmla="*/ 231 w 231"/>
                  <a:gd name="T3" fmla="*/ 362 h 362"/>
                  <a:gd name="T4" fmla="*/ 0 w 231"/>
                  <a:gd name="T5" fmla="*/ 159 h 362"/>
                  <a:gd name="T6" fmla="*/ 0 w 231"/>
                  <a:gd name="T7" fmla="*/ 0 h 362"/>
                  <a:gd name="T8" fmla="*/ 231 w 231"/>
                  <a:gd name="T9" fmla="*/ 203 h 362"/>
                </a:gdLst>
                <a:ahLst/>
                <a:cxnLst>
                  <a:cxn ang="0">
                    <a:pos x="T0" y="T1"/>
                  </a:cxn>
                  <a:cxn ang="0">
                    <a:pos x="T2" y="T3"/>
                  </a:cxn>
                  <a:cxn ang="0">
                    <a:pos x="T4" y="T5"/>
                  </a:cxn>
                  <a:cxn ang="0">
                    <a:pos x="T6" y="T7"/>
                  </a:cxn>
                  <a:cxn ang="0">
                    <a:pos x="T8" y="T9"/>
                  </a:cxn>
                </a:cxnLst>
                <a:rect l="0" t="0" r="r" b="b"/>
                <a:pathLst>
                  <a:path w="231" h="362">
                    <a:moveTo>
                      <a:pt x="231" y="203"/>
                    </a:moveTo>
                    <a:lnTo>
                      <a:pt x="231" y="362"/>
                    </a:lnTo>
                    <a:lnTo>
                      <a:pt x="0" y="159"/>
                    </a:lnTo>
                    <a:lnTo>
                      <a:pt x="0" y="0"/>
                    </a:lnTo>
                    <a:lnTo>
                      <a:pt x="231" y="203"/>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1" name="Freeform 8"/>
              <p:cNvSpPr>
                <a:spLocks/>
              </p:cNvSpPr>
              <p:nvPr/>
            </p:nvSpPr>
            <p:spPr bwMode="auto">
              <a:xfrm>
                <a:off x="4891890" y="1449712"/>
                <a:ext cx="1588662" cy="1429024"/>
              </a:xfrm>
              <a:custGeom>
                <a:avLst/>
                <a:gdLst>
                  <a:gd name="T0" fmla="*/ 352 w 1234"/>
                  <a:gd name="T1" fmla="*/ 0 h 1111"/>
                  <a:gd name="T2" fmla="*/ 423 w 1234"/>
                  <a:gd name="T3" fmla="*/ 3 h 1111"/>
                  <a:gd name="T4" fmla="*/ 492 w 1234"/>
                  <a:gd name="T5" fmla="*/ 13 h 1111"/>
                  <a:gd name="T6" fmla="*/ 560 w 1234"/>
                  <a:gd name="T7" fmla="*/ 27 h 1111"/>
                  <a:gd name="T8" fmla="*/ 622 w 1234"/>
                  <a:gd name="T9" fmla="*/ 48 h 1111"/>
                  <a:gd name="T10" fmla="*/ 684 w 1234"/>
                  <a:gd name="T11" fmla="*/ 73 h 1111"/>
                  <a:gd name="T12" fmla="*/ 741 w 1234"/>
                  <a:gd name="T13" fmla="*/ 103 h 1111"/>
                  <a:gd name="T14" fmla="*/ 795 w 1234"/>
                  <a:gd name="T15" fmla="*/ 138 h 1111"/>
                  <a:gd name="T16" fmla="*/ 844 w 1234"/>
                  <a:gd name="T17" fmla="*/ 177 h 1111"/>
                  <a:gd name="T18" fmla="*/ 889 w 1234"/>
                  <a:gd name="T19" fmla="*/ 220 h 1111"/>
                  <a:gd name="T20" fmla="*/ 930 w 1234"/>
                  <a:gd name="T21" fmla="*/ 267 h 1111"/>
                  <a:gd name="T22" fmla="*/ 963 w 1234"/>
                  <a:gd name="T23" fmla="*/ 317 h 1111"/>
                  <a:gd name="T24" fmla="*/ 994 w 1234"/>
                  <a:gd name="T25" fmla="*/ 370 h 1111"/>
                  <a:gd name="T26" fmla="*/ 1016 w 1234"/>
                  <a:gd name="T27" fmla="*/ 425 h 1111"/>
                  <a:gd name="T28" fmla="*/ 1034 w 1234"/>
                  <a:gd name="T29" fmla="*/ 482 h 1111"/>
                  <a:gd name="T30" fmla="*/ 1044 w 1234"/>
                  <a:gd name="T31" fmla="*/ 542 h 1111"/>
                  <a:gd name="T32" fmla="*/ 1049 w 1234"/>
                  <a:gd name="T33" fmla="*/ 605 h 1111"/>
                  <a:gd name="T34" fmla="*/ 1234 w 1234"/>
                  <a:gd name="T35" fmla="*/ 746 h 1111"/>
                  <a:gd name="T36" fmla="*/ 973 w 1234"/>
                  <a:gd name="T37" fmla="*/ 973 h 1111"/>
                  <a:gd name="T38" fmla="*/ 655 w 1234"/>
                  <a:gd name="T39" fmla="*/ 973 h 1111"/>
                  <a:gd name="T40" fmla="*/ 394 w 1234"/>
                  <a:gd name="T41" fmla="*/ 746 h 1111"/>
                  <a:gd name="T42" fmla="*/ 582 w 1234"/>
                  <a:gd name="T43" fmla="*/ 605 h 1111"/>
                  <a:gd name="T44" fmla="*/ 582 w 1234"/>
                  <a:gd name="T45" fmla="*/ 584 h 1111"/>
                  <a:gd name="T46" fmla="*/ 573 w 1234"/>
                  <a:gd name="T47" fmla="*/ 545 h 1111"/>
                  <a:gd name="T48" fmla="*/ 555 w 1234"/>
                  <a:gd name="T49" fmla="*/ 508 h 1111"/>
                  <a:gd name="T50" fmla="*/ 531 w 1234"/>
                  <a:gd name="T51" fmla="*/ 478 h 1111"/>
                  <a:gd name="T52" fmla="*/ 499 w 1234"/>
                  <a:gd name="T53" fmla="*/ 450 h 1111"/>
                  <a:gd name="T54" fmla="*/ 462 w 1234"/>
                  <a:gd name="T55" fmla="*/ 428 h 1111"/>
                  <a:gd name="T56" fmla="*/ 421 w 1234"/>
                  <a:gd name="T57" fmla="*/ 413 h 1111"/>
                  <a:gd name="T58" fmla="*/ 376 w 1234"/>
                  <a:gd name="T59" fmla="*/ 405 h 1111"/>
                  <a:gd name="T60" fmla="*/ 235 w 1234"/>
                  <a:gd name="T61" fmla="*/ 404 h 1111"/>
                  <a:gd name="T62" fmla="*/ 232 w 1234"/>
                  <a:gd name="T63" fmla="*/ 203 h 1111"/>
                  <a:gd name="T64" fmla="*/ 220 w 1234"/>
                  <a:gd name="T65" fmla="*/ 0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34" h="1111">
                    <a:moveTo>
                      <a:pt x="352" y="0"/>
                    </a:moveTo>
                    <a:lnTo>
                      <a:pt x="352" y="0"/>
                    </a:lnTo>
                    <a:lnTo>
                      <a:pt x="388" y="2"/>
                    </a:lnTo>
                    <a:lnTo>
                      <a:pt x="423" y="3"/>
                    </a:lnTo>
                    <a:lnTo>
                      <a:pt x="458" y="7"/>
                    </a:lnTo>
                    <a:lnTo>
                      <a:pt x="492" y="13"/>
                    </a:lnTo>
                    <a:lnTo>
                      <a:pt x="526" y="19"/>
                    </a:lnTo>
                    <a:lnTo>
                      <a:pt x="560" y="27"/>
                    </a:lnTo>
                    <a:lnTo>
                      <a:pt x="592" y="37"/>
                    </a:lnTo>
                    <a:lnTo>
                      <a:pt x="622" y="48"/>
                    </a:lnTo>
                    <a:lnTo>
                      <a:pt x="653" y="60"/>
                    </a:lnTo>
                    <a:lnTo>
                      <a:pt x="684" y="73"/>
                    </a:lnTo>
                    <a:lnTo>
                      <a:pt x="712" y="89"/>
                    </a:lnTo>
                    <a:lnTo>
                      <a:pt x="741" y="103"/>
                    </a:lnTo>
                    <a:lnTo>
                      <a:pt x="769" y="121"/>
                    </a:lnTo>
                    <a:lnTo>
                      <a:pt x="795" y="138"/>
                    </a:lnTo>
                    <a:lnTo>
                      <a:pt x="820" y="158"/>
                    </a:lnTo>
                    <a:lnTo>
                      <a:pt x="844" y="177"/>
                    </a:lnTo>
                    <a:lnTo>
                      <a:pt x="867" y="198"/>
                    </a:lnTo>
                    <a:lnTo>
                      <a:pt x="889" y="220"/>
                    </a:lnTo>
                    <a:lnTo>
                      <a:pt x="910" y="243"/>
                    </a:lnTo>
                    <a:lnTo>
                      <a:pt x="930" y="267"/>
                    </a:lnTo>
                    <a:lnTo>
                      <a:pt x="947" y="291"/>
                    </a:lnTo>
                    <a:lnTo>
                      <a:pt x="963" y="317"/>
                    </a:lnTo>
                    <a:lnTo>
                      <a:pt x="979" y="343"/>
                    </a:lnTo>
                    <a:lnTo>
                      <a:pt x="994" y="370"/>
                    </a:lnTo>
                    <a:lnTo>
                      <a:pt x="1005" y="397"/>
                    </a:lnTo>
                    <a:lnTo>
                      <a:pt x="1016" y="425"/>
                    </a:lnTo>
                    <a:lnTo>
                      <a:pt x="1026" y="454"/>
                    </a:lnTo>
                    <a:lnTo>
                      <a:pt x="1034" y="482"/>
                    </a:lnTo>
                    <a:lnTo>
                      <a:pt x="1041" y="513"/>
                    </a:lnTo>
                    <a:lnTo>
                      <a:pt x="1044" y="542"/>
                    </a:lnTo>
                    <a:lnTo>
                      <a:pt x="1047" y="573"/>
                    </a:lnTo>
                    <a:lnTo>
                      <a:pt x="1049" y="605"/>
                    </a:lnTo>
                    <a:lnTo>
                      <a:pt x="1049" y="746"/>
                    </a:lnTo>
                    <a:lnTo>
                      <a:pt x="1234" y="746"/>
                    </a:lnTo>
                    <a:lnTo>
                      <a:pt x="1049" y="907"/>
                    </a:lnTo>
                    <a:lnTo>
                      <a:pt x="973" y="973"/>
                    </a:lnTo>
                    <a:lnTo>
                      <a:pt x="814" y="1111"/>
                    </a:lnTo>
                    <a:lnTo>
                      <a:pt x="655" y="973"/>
                    </a:lnTo>
                    <a:lnTo>
                      <a:pt x="582" y="910"/>
                    </a:lnTo>
                    <a:lnTo>
                      <a:pt x="394" y="746"/>
                    </a:lnTo>
                    <a:lnTo>
                      <a:pt x="582" y="746"/>
                    </a:lnTo>
                    <a:lnTo>
                      <a:pt x="582" y="605"/>
                    </a:lnTo>
                    <a:lnTo>
                      <a:pt x="582" y="605"/>
                    </a:lnTo>
                    <a:lnTo>
                      <a:pt x="582" y="584"/>
                    </a:lnTo>
                    <a:lnTo>
                      <a:pt x="579" y="564"/>
                    </a:lnTo>
                    <a:lnTo>
                      <a:pt x="573" y="545"/>
                    </a:lnTo>
                    <a:lnTo>
                      <a:pt x="565" y="526"/>
                    </a:lnTo>
                    <a:lnTo>
                      <a:pt x="555" y="508"/>
                    </a:lnTo>
                    <a:lnTo>
                      <a:pt x="544" y="492"/>
                    </a:lnTo>
                    <a:lnTo>
                      <a:pt x="531" y="478"/>
                    </a:lnTo>
                    <a:lnTo>
                      <a:pt x="515" y="463"/>
                    </a:lnTo>
                    <a:lnTo>
                      <a:pt x="499" y="450"/>
                    </a:lnTo>
                    <a:lnTo>
                      <a:pt x="481" y="437"/>
                    </a:lnTo>
                    <a:lnTo>
                      <a:pt x="462" y="428"/>
                    </a:lnTo>
                    <a:lnTo>
                      <a:pt x="442" y="420"/>
                    </a:lnTo>
                    <a:lnTo>
                      <a:pt x="421" y="413"/>
                    </a:lnTo>
                    <a:lnTo>
                      <a:pt x="399" y="409"/>
                    </a:lnTo>
                    <a:lnTo>
                      <a:pt x="376" y="405"/>
                    </a:lnTo>
                    <a:lnTo>
                      <a:pt x="352" y="404"/>
                    </a:lnTo>
                    <a:lnTo>
                      <a:pt x="235" y="404"/>
                    </a:lnTo>
                    <a:lnTo>
                      <a:pt x="0" y="404"/>
                    </a:lnTo>
                    <a:lnTo>
                      <a:pt x="232" y="203"/>
                    </a:lnTo>
                    <a:lnTo>
                      <a:pt x="0" y="0"/>
                    </a:lnTo>
                    <a:lnTo>
                      <a:pt x="220" y="0"/>
                    </a:lnTo>
                    <a:lnTo>
                      <a:pt x="352"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1" name="Freeform 90"/>
              <p:cNvSpPr>
                <a:spLocks noChangeArrowheads="1"/>
              </p:cNvSpPr>
              <p:nvPr/>
            </p:nvSpPr>
            <p:spPr bwMode="auto">
              <a:xfrm>
                <a:off x="4891097" y="1969404"/>
                <a:ext cx="453170" cy="203411"/>
              </a:xfrm>
              <a:custGeom>
                <a:avLst/>
                <a:gdLst>
                  <a:gd name="connsiteX0" fmla="*/ 301255 w 453170"/>
                  <a:gd name="connsiteY0" fmla="*/ 0 h 203411"/>
                  <a:gd name="connsiteX1" fmla="*/ 453170 w 453170"/>
                  <a:gd name="connsiteY1" fmla="*/ 0 h 203411"/>
                  <a:gd name="connsiteX2" fmla="*/ 453170 w 453170"/>
                  <a:gd name="connsiteY2" fmla="*/ 203411 h 203411"/>
                  <a:gd name="connsiteX3" fmla="*/ 301255 w 453170"/>
                  <a:gd name="connsiteY3" fmla="*/ 203411 h 203411"/>
                  <a:gd name="connsiteX4" fmla="*/ 0 w 453170"/>
                  <a:gd name="connsiteY4" fmla="*/ 0 h 203411"/>
                  <a:gd name="connsiteX5" fmla="*/ 301254 w 453170"/>
                  <a:gd name="connsiteY5" fmla="*/ 0 h 203411"/>
                  <a:gd name="connsiteX6" fmla="*/ 301254 w 453170"/>
                  <a:gd name="connsiteY6" fmla="*/ 203411 h 203411"/>
                  <a:gd name="connsiteX7" fmla="*/ 0 w 453170"/>
                  <a:gd name="connsiteY7" fmla="*/ 203411 h 20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170" h="203411">
                    <a:moveTo>
                      <a:pt x="301255" y="0"/>
                    </a:moveTo>
                    <a:lnTo>
                      <a:pt x="453170" y="0"/>
                    </a:lnTo>
                    <a:lnTo>
                      <a:pt x="453170" y="203411"/>
                    </a:lnTo>
                    <a:lnTo>
                      <a:pt x="301255" y="203411"/>
                    </a:lnTo>
                    <a:close/>
                    <a:moveTo>
                      <a:pt x="0" y="0"/>
                    </a:moveTo>
                    <a:lnTo>
                      <a:pt x="301254" y="0"/>
                    </a:lnTo>
                    <a:lnTo>
                      <a:pt x="301254" y="203411"/>
                    </a:lnTo>
                    <a:lnTo>
                      <a:pt x="0" y="203411"/>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Montserrat Light"/>
                </a:endParaRPr>
              </a:p>
            </p:txBody>
          </p:sp>
          <p:sp>
            <p:nvSpPr>
              <p:cNvPr id="48" name="Freeform 15"/>
              <p:cNvSpPr>
                <a:spLocks/>
              </p:cNvSpPr>
              <p:nvPr/>
            </p:nvSpPr>
            <p:spPr bwMode="auto">
              <a:xfrm>
                <a:off x="5344267" y="1968031"/>
                <a:ext cx="298679" cy="463467"/>
              </a:xfrm>
              <a:custGeom>
                <a:avLst/>
                <a:gdLst>
                  <a:gd name="T0" fmla="*/ 230 w 230"/>
                  <a:gd name="T1" fmla="*/ 201 h 360"/>
                  <a:gd name="T2" fmla="*/ 230 w 230"/>
                  <a:gd name="T3" fmla="*/ 360 h 360"/>
                  <a:gd name="T4" fmla="*/ 230 w 230"/>
                  <a:gd name="T5" fmla="*/ 360 h 360"/>
                  <a:gd name="T6" fmla="*/ 228 w 230"/>
                  <a:gd name="T7" fmla="*/ 339 h 360"/>
                  <a:gd name="T8" fmla="*/ 225 w 230"/>
                  <a:gd name="T9" fmla="*/ 320 h 360"/>
                  <a:gd name="T10" fmla="*/ 219 w 230"/>
                  <a:gd name="T11" fmla="*/ 301 h 360"/>
                  <a:gd name="T12" fmla="*/ 212 w 230"/>
                  <a:gd name="T13" fmla="*/ 282 h 360"/>
                  <a:gd name="T14" fmla="*/ 203 w 230"/>
                  <a:gd name="T15" fmla="*/ 264 h 360"/>
                  <a:gd name="T16" fmla="*/ 190 w 230"/>
                  <a:gd name="T17" fmla="*/ 248 h 360"/>
                  <a:gd name="T18" fmla="*/ 177 w 230"/>
                  <a:gd name="T19" fmla="*/ 233 h 360"/>
                  <a:gd name="T20" fmla="*/ 162 w 230"/>
                  <a:gd name="T21" fmla="*/ 219 h 360"/>
                  <a:gd name="T22" fmla="*/ 146 w 230"/>
                  <a:gd name="T23" fmla="*/ 206 h 360"/>
                  <a:gd name="T24" fmla="*/ 129 w 230"/>
                  <a:gd name="T25" fmla="*/ 193 h 360"/>
                  <a:gd name="T26" fmla="*/ 109 w 230"/>
                  <a:gd name="T27" fmla="*/ 183 h 360"/>
                  <a:gd name="T28" fmla="*/ 88 w 230"/>
                  <a:gd name="T29" fmla="*/ 175 h 360"/>
                  <a:gd name="T30" fmla="*/ 68 w 230"/>
                  <a:gd name="T31" fmla="*/ 169 h 360"/>
                  <a:gd name="T32" fmla="*/ 45 w 230"/>
                  <a:gd name="T33" fmla="*/ 164 h 360"/>
                  <a:gd name="T34" fmla="*/ 23 w 230"/>
                  <a:gd name="T35" fmla="*/ 161 h 360"/>
                  <a:gd name="T36" fmla="*/ 0 w 230"/>
                  <a:gd name="T37" fmla="*/ 159 h 360"/>
                  <a:gd name="T38" fmla="*/ 0 w 230"/>
                  <a:gd name="T39" fmla="*/ 0 h 360"/>
                  <a:gd name="T40" fmla="*/ 0 w 230"/>
                  <a:gd name="T41" fmla="*/ 0 h 360"/>
                  <a:gd name="T42" fmla="*/ 23 w 230"/>
                  <a:gd name="T43" fmla="*/ 2 h 360"/>
                  <a:gd name="T44" fmla="*/ 45 w 230"/>
                  <a:gd name="T45" fmla="*/ 5 h 360"/>
                  <a:gd name="T46" fmla="*/ 68 w 230"/>
                  <a:gd name="T47" fmla="*/ 10 h 360"/>
                  <a:gd name="T48" fmla="*/ 88 w 230"/>
                  <a:gd name="T49" fmla="*/ 16 h 360"/>
                  <a:gd name="T50" fmla="*/ 109 w 230"/>
                  <a:gd name="T51" fmla="*/ 24 h 360"/>
                  <a:gd name="T52" fmla="*/ 129 w 230"/>
                  <a:gd name="T53" fmla="*/ 34 h 360"/>
                  <a:gd name="T54" fmla="*/ 146 w 230"/>
                  <a:gd name="T55" fmla="*/ 47 h 360"/>
                  <a:gd name="T56" fmla="*/ 162 w 230"/>
                  <a:gd name="T57" fmla="*/ 60 h 360"/>
                  <a:gd name="T58" fmla="*/ 177 w 230"/>
                  <a:gd name="T59" fmla="*/ 73 h 360"/>
                  <a:gd name="T60" fmla="*/ 190 w 230"/>
                  <a:gd name="T61" fmla="*/ 89 h 360"/>
                  <a:gd name="T62" fmla="*/ 203 w 230"/>
                  <a:gd name="T63" fmla="*/ 105 h 360"/>
                  <a:gd name="T64" fmla="*/ 212 w 230"/>
                  <a:gd name="T65" fmla="*/ 122 h 360"/>
                  <a:gd name="T66" fmla="*/ 219 w 230"/>
                  <a:gd name="T67" fmla="*/ 142 h 360"/>
                  <a:gd name="T68" fmla="*/ 225 w 230"/>
                  <a:gd name="T69" fmla="*/ 161 h 360"/>
                  <a:gd name="T70" fmla="*/ 228 w 230"/>
                  <a:gd name="T71" fmla="*/ 180 h 360"/>
                  <a:gd name="T72" fmla="*/ 230 w 230"/>
                  <a:gd name="T73" fmla="*/ 201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360">
                    <a:moveTo>
                      <a:pt x="230" y="201"/>
                    </a:moveTo>
                    <a:lnTo>
                      <a:pt x="230" y="360"/>
                    </a:lnTo>
                    <a:lnTo>
                      <a:pt x="230" y="360"/>
                    </a:lnTo>
                    <a:lnTo>
                      <a:pt x="228" y="339"/>
                    </a:lnTo>
                    <a:lnTo>
                      <a:pt x="225" y="320"/>
                    </a:lnTo>
                    <a:lnTo>
                      <a:pt x="219" y="301"/>
                    </a:lnTo>
                    <a:lnTo>
                      <a:pt x="212" y="282"/>
                    </a:lnTo>
                    <a:lnTo>
                      <a:pt x="203" y="264"/>
                    </a:lnTo>
                    <a:lnTo>
                      <a:pt x="190" y="248"/>
                    </a:lnTo>
                    <a:lnTo>
                      <a:pt x="177" y="233"/>
                    </a:lnTo>
                    <a:lnTo>
                      <a:pt x="162" y="219"/>
                    </a:lnTo>
                    <a:lnTo>
                      <a:pt x="146" y="206"/>
                    </a:lnTo>
                    <a:lnTo>
                      <a:pt x="129" y="193"/>
                    </a:lnTo>
                    <a:lnTo>
                      <a:pt x="109" y="183"/>
                    </a:lnTo>
                    <a:lnTo>
                      <a:pt x="88" y="175"/>
                    </a:lnTo>
                    <a:lnTo>
                      <a:pt x="68" y="169"/>
                    </a:lnTo>
                    <a:lnTo>
                      <a:pt x="45" y="164"/>
                    </a:lnTo>
                    <a:lnTo>
                      <a:pt x="23" y="161"/>
                    </a:lnTo>
                    <a:lnTo>
                      <a:pt x="0" y="159"/>
                    </a:lnTo>
                    <a:lnTo>
                      <a:pt x="0" y="0"/>
                    </a:lnTo>
                    <a:lnTo>
                      <a:pt x="0" y="0"/>
                    </a:lnTo>
                    <a:lnTo>
                      <a:pt x="23" y="2"/>
                    </a:lnTo>
                    <a:lnTo>
                      <a:pt x="45" y="5"/>
                    </a:lnTo>
                    <a:lnTo>
                      <a:pt x="68" y="10"/>
                    </a:lnTo>
                    <a:lnTo>
                      <a:pt x="88" y="16"/>
                    </a:lnTo>
                    <a:lnTo>
                      <a:pt x="109" y="24"/>
                    </a:lnTo>
                    <a:lnTo>
                      <a:pt x="129" y="34"/>
                    </a:lnTo>
                    <a:lnTo>
                      <a:pt x="146" y="47"/>
                    </a:lnTo>
                    <a:lnTo>
                      <a:pt x="162" y="60"/>
                    </a:lnTo>
                    <a:lnTo>
                      <a:pt x="177" y="73"/>
                    </a:lnTo>
                    <a:lnTo>
                      <a:pt x="190" y="89"/>
                    </a:lnTo>
                    <a:lnTo>
                      <a:pt x="203" y="105"/>
                    </a:lnTo>
                    <a:lnTo>
                      <a:pt x="212" y="122"/>
                    </a:lnTo>
                    <a:lnTo>
                      <a:pt x="219" y="142"/>
                    </a:lnTo>
                    <a:lnTo>
                      <a:pt x="225" y="161"/>
                    </a:lnTo>
                    <a:lnTo>
                      <a:pt x="228" y="180"/>
                    </a:lnTo>
                    <a:lnTo>
                      <a:pt x="230" y="201"/>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0" name="Freeform 17"/>
              <p:cNvSpPr>
                <a:spLocks/>
              </p:cNvSpPr>
              <p:nvPr/>
            </p:nvSpPr>
            <p:spPr bwMode="auto">
              <a:xfrm>
                <a:off x="5396554" y="2404613"/>
                <a:ext cx="1083998" cy="674602"/>
              </a:xfrm>
              <a:custGeom>
                <a:avLst/>
                <a:gdLst>
                  <a:gd name="T0" fmla="*/ 655 w 841"/>
                  <a:gd name="T1" fmla="*/ 160 h 524"/>
                  <a:gd name="T2" fmla="*/ 579 w 841"/>
                  <a:gd name="T3" fmla="*/ 226 h 524"/>
                  <a:gd name="T4" fmla="*/ 420 w 841"/>
                  <a:gd name="T5" fmla="*/ 365 h 524"/>
                  <a:gd name="T6" fmla="*/ 420 w 841"/>
                  <a:gd name="T7" fmla="*/ 365 h 524"/>
                  <a:gd name="T8" fmla="*/ 260 w 841"/>
                  <a:gd name="T9" fmla="*/ 226 h 524"/>
                  <a:gd name="T10" fmla="*/ 190 w 841"/>
                  <a:gd name="T11" fmla="*/ 164 h 524"/>
                  <a:gd name="T12" fmla="*/ 190 w 841"/>
                  <a:gd name="T13" fmla="*/ 164 h 524"/>
                  <a:gd name="T14" fmla="*/ 0 w 841"/>
                  <a:gd name="T15" fmla="*/ 0 h 524"/>
                  <a:gd name="T16" fmla="*/ 0 w 841"/>
                  <a:gd name="T17" fmla="*/ 159 h 524"/>
                  <a:gd name="T18" fmla="*/ 190 w 841"/>
                  <a:gd name="T19" fmla="*/ 323 h 524"/>
                  <a:gd name="T20" fmla="*/ 260 w 841"/>
                  <a:gd name="T21" fmla="*/ 386 h 524"/>
                  <a:gd name="T22" fmla="*/ 260 w 841"/>
                  <a:gd name="T23" fmla="*/ 386 h 524"/>
                  <a:gd name="T24" fmla="*/ 420 w 841"/>
                  <a:gd name="T25" fmla="*/ 524 h 524"/>
                  <a:gd name="T26" fmla="*/ 579 w 841"/>
                  <a:gd name="T27" fmla="*/ 386 h 524"/>
                  <a:gd name="T28" fmla="*/ 655 w 841"/>
                  <a:gd name="T29" fmla="*/ 320 h 524"/>
                  <a:gd name="T30" fmla="*/ 841 w 841"/>
                  <a:gd name="T31" fmla="*/ 159 h 524"/>
                  <a:gd name="T32" fmla="*/ 841 w 841"/>
                  <a:gd name="T33" fmla="*/ 0 h 524"/>
                  <a:gd name="T34" fmla="*/ 655 w 841"/>
                  <a:gd name="T35" fmla="*/ 16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41" h="524">
                    <a:moveTo>
                      <a:pt x="655" y="160"/>
                    </a:moveTo>
                    <a:lnTo>
                      <a:pt x="579" y="226"/>
                    </a:lnTo>
                    <a:lnTo>
                      <a:pt x="420" y="365"/>
                    </a:lnTo>
                    <a:lnTo>
                      <a:pt x="420" y="365"/>
                    </a:lnTo>
                    <a:lnTo>
                      <a:pt x="260" y="226"/>
                    </a:lnTo>
                    <a:lnTo>
                      <a:pt x="190" y="164"/>
                    </a:lnTo>
                    <a:lnTo>
                      <a:pt x="190" y="164"/>
                    </a:lnTo>
                    <a:lnTo>
                      <a:pt x="0" y="0"/>
                    </a:lnTo>
                    <a:lnTo>
                      <a:pt x="0" y="159"/>
                    </a:lnTo>
                    <a:lnTo>
                      <a:pt x="190" y="323"/>
                    </a:lnTo>
                    <a:lnTo>
                      <a:pt x="260" y="386"/>
                    </a:lnTo>
                    <a:lnTo>
                      <a:pt x="260" y="386"/>
                    </a:lnTo>
                    <a:lnTo>
                      <a:pt x="420" y="524"/>
                    </a:lnTo>
                    <a:lnTo>
                      <a:pt x="579" y="386"/>
                    </a:lnTo>
                    <a:lnTo>
                      <a:pt x="655" y="320"/>
                    </a:lnTo>
                    <a:lnTo>
                      <a:pt x="841" y="159"/>
                    </a:lnTo>
                    <a:lnTo>
                      <a:pt x="841" y="0"/>
                    </a:lnTo>
                    <a:lnTo>
                      <a:pt x="655" y="16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grpSp>
          <p:nvGrpSpPr>
            <p:cNvPr id="1033" name="Group 1032"/>
            <p:cNvGrpSpPr/>
            <p:nvPr/>
          </p:nvGrpSpPr>
          <p:grpSpPr>
            <a:xfrm>
              <a:off x="6345868" y="3213637"/>
              <a:ext cx="1663331" cy="1745726"/>
              <a:chOff x="7003639" y="1096962"/>
              <a:chExt cx="1663331" cy="1745726"/>
            </a:xfrm>
          </p:grpSpPr>
          <p:sp>
            <p:nvSpPr>
              <p:cNvPr id="76" name="Freeform 75"/>
              <p:cNvSpPr>
                <a:spLocks noChangeArrowheads="1"/>
              </p:cNvSpPr>
              <p:nvPr/>
            </p:nvSpPr>
            <p:spPr bwMode="auto">
              <a:xfrm>
                <a:off x="7003639" y="1653965"/>
                <a:ext cx="1122621" cy="981533"/>
              </a:xfrm>
              <a:custGeom>
                <a:avLst/>
                <a:gdLst>
                  <a:gd name="connsiteX0" fmla="*/ 0 w 1122621"/>
                  <a:gd name="connsiteY0" fmla="*/ 0 h 981533"/>
                  <a:gd name="connsiteX1" fmla="*/ 1291 w 1122621"/>
                  <a:gd name="connsiteY1" fmla="*/ 54071 h 981533"/>
                  <a:gd name="connsiteX2" fmla="*/ 7746 w 1122621"/>
                  <a:gd name="connsiteY2" fmla="*/ 108142 h 981533"/>
                  <a:gd name="connsiteX3" fmla="*/ 18075 w 1122621"/>
                  <a:gd name="connsiteY3" fmla="*/ 162213 h 981533"/>
                  <a:gd name="connsiteX4" fmla="*/ 34860 w 1122621"/>
                  <a:gd name="connsiteY4" fmla="*/ 213710 h 981533"/>
                  <a:gd name="connsiteX5" fmla="*/ 52936 w 1122621"/>
                  <a:gd name="connsiteY5" fmla="*/ 263919 h 981533"/>
                  <a:gd name="connsiteX6" fmla="*/ 73593 w 1122621"/>
                  <a:gd name="connsiteY6" fmla="*/ 312840 h 981533"/>
                  <a:gd name="connsiteX7" fmla="*/ 100707 w 1122621"/>
                  <a:gd name="connsiteY7" fmla="*/ 357900 h 981533"/>
                  <a:gd name="connsiteX8" fmla="*/ 130403 w 1122621"/>
                  <a:gd name="connsiteY8" fmla="*/ 404246 h 981533"/>
                  <a:gd name="connsiteX9" fmla="*/ 163972 w 1122621"/>
                  <a:gd name="connsiteY9" fmla="*/ 448018 h 981533"/>
                  <a:gd name="connsiteX10" fmla="*/ 198832 w 1122621"/>
                  <a:gd name="connsiteY10" fmla="*/ 489215 h 981533"/>
                  <a:gd name="connsiteX11" fmla="*/ 238857 w 1122621"/>
                  <a:gd name="connsiteY11" fmla="*/ 527838 h 981533"/>
                  <a:gd name="connsiteX12" fmla="*/ 280172 w 1122621"/>
                  <a:gd name="connsiteY12" fmla="*/ 565173 h 981533"/>
                  <a:gd name="connsiteX13" fmla="*/ 325362 w 1122621"/>
                  <a:gd name="connsiteY13" fmla="*/ 598645 h 981533"/>
                  <a:gd name="connsiteX14" fmla="*/ 373133 w 1122621"/>
                  <a:gd name="connsiteY14" fmla="*/ 629543 h 981533"/>
                  <a:gd name="connsiteX15" fmla="*/ 423487 w 1122621"/>
                  <a:gd name="connsiteY15" fmla="*/ 659153 h 981533"/>
                  <a:gd name="connsiteX16" fmla="*/ 475131 w 1122621"/>
                  <a:gd name="connsiteY16" fmla="*/ 686189 h 981533"/>
                  <a:gd name="connsiteX17" fmla="*/ 520320 w 1122621"/>
                  <a:gd name="connsiteY17" fmla="*/ 706788 h 981533"/>
                  <a:gd name="connsiteX18" fmla="*/ 568092 w 1122621"/>
                  <a:gd name="connsiteY18" fmla="*/ 722237 h 981533"/>
                  <a:gd name="connsiteX19" fmla="*/ 615863 w 1122621"/>
                  <a:gd name="connsiteY19" fmla="*/ 737685 h 981533"/>
                  <a:gd name="connsiteX20" fmla="*/ 666217 w 1122621"/>
                  <a:gd name="connsiteY20" fmla="*/ 751847 h 981533"/>
                  <a:gd name="connsiteX21" fmla="*/ 717861 w 1122621"/>
                  <a:gd name="connsiteY21" fmla="*/ 762146 h 981533"/>
                  <a:gd name="connsiteX22" fmla="*/ 769506 w 1122621"/>
                  <a:gd name="connsiteY22" fmla="*/ 768583 h 981533"/>
                  <a:gd name="connsiteX23" fmla="*/ 822442 w 1122621"/>
                  <a:gd name="connsiteY23" fmla="*/ 775020 h 981533"/>
                  <a:gd name="connsiteX24" fmla="*/ 875378 w 1122621"/>
                  <a:gd name="connsiteY24" fmla="*/ 776308 h 981533"/>
                  <a:gd name="connsiteX25" fmla="*/ 896036 w 1122621"/>
                  <a:gd name="connsiteY25" fmla="*/ 776308 h 981533"/>
                  <a:gd name="connsiteX26" fmla="*/ 896036 w 1122621"/>
                  <a:gd name="connsiteY26" fmla="*/ 775548 h 981533"/>
                  <a:gd name="connsiteX27" fmla="*/ 934659 w 1122621"/>
                  <a:gd name="connsiteY27" fmla="*/ 775548 h 981533"/>
                  <a:gd name="connsiteX28" fmla="*/ 1122621 w 1122621"/>
                  <a:gd name="connsiteY28" fmla="*/ 775548 h 981533"/>
                  <a:gd name="connsiteX29" fmla="*/ 1122621 w 1122621"/>
                  <a:gd name="connsiteY29" fmla="*/ 981533 h 981533"/>
                  <a:gd name="connsiteX30" fmla="*/ 934659 w 1122621"/>
                  <a:gd name="connsiteY30" fmla="*/ 981533 h 981533"/>
                  <a:gd name="connsiteX31" fmla="*/ 896036 w 1122621"/>
                  <a:gd name="connsiteY31" fmla="*/ 981533 h 981533"/>
                  <a:gd name="connsiteX32" fmla="*/ 896036 w 1122621"/>
                  <a:gd name="connsiteY32" fmla="*/ 981006 h 981533"/>
                  <a:gd name="connsiteX33" fmla="*/ 875378 w 1122621"/>
                  <a:gd name="connsiteY33" fmla="*/ 981006 h 981533"/>
                  <a:gd name="connsiteX34" fmla="*/ 822442 w 1122621"/>
                  <a:gd name="connsiteY34" fmla="*/ 979719 h 981533"/>
                  <a:gd name="connsiteX35" fmla="*/ 769506 w 1122621"/>
                  <a:gd name="connsiteY35" fmla="*/ 975857 h 981533"/>
                  <a:gd name="connsiteX36" fmla="*/ 717861 w 1122621"/>
                  <a:gd name="connsiteY36" fmla="*/ 966845 h 981533"/>
                  <a:gd name="connsiteX37" fmla="*/ 666217 w 1122621"/>
                  <a:gd name="connsiteY37" fmla="*/ 956545 h 981533"/>
                  <a:gd name="connsiteX38" fmla="*/ 615863 w 1122621"/>
                  <a:gd name="connsiteY38" fmla="*/ 943671 h 981533"/>
                  <a:gd name="connsiteX39" fmla="*/ 568092 w 1122621"/>
                  <a:gd name="connsiteY39" fmla="*/ 928222 h 981533"/>
                  <a:gd name="connsiteX40" fmla="*/ 520320 w 1122621"/>
                  <a:gd name="connsiteY40" fmla="*/ 911486 h 981533"/>
                  <a:gd name="connsiteX41" fmla="*/ 475131 w 1122621"/>
                  <a:gd name="connsiteY41" fmla="*/ 890887 h 981533"/>
                  <a:gd name="connsiteX42" fmla="*/ 423487 w 1122621"/>
                  <a:gd name="connsiteY42" fmla="*/ 863852 h 981533"/>
                  <a:gd name="connsiteX43" fmla="*/ 373133 w 1122621"/>
                  <a:gd name="connsiteY43" fmla="*/ 834241 h 981533"/>
                  <a:gd name="connsiteX44" fmla="*/ 325362 w 1122621"/>
                  <a:gd name="connsiteY44" fmla="*/ 803344 h 981533"/>
                  <a:gd name="connsiteX45" fmla="*/ 280172 w 1122621"/>
                  <a:gd name="connsiteY45" fmla="*/ 769871 h 981533"/>
                  <a:gd name="connsiteX46" fmla="*/ 238857 w 1122621"/>
                  <a:gd name="connsiteY46" fmla="*/ 732536 h 981533"/>
                  <a:gd name="connsiteX47" fmla="*/ 198832 w 1122621"/>
                  <a:gd name="connsiteY47" fmla="*/ 693914 h 981533"/>
                  <a:gd name="connsiteX48" fmla="*/ 163972 w 1122621"/>
                  <a:gd name="connsiteY48" fmla="*/ 652716 h 981533"/>
                  <a:gd name="connsiteX49" fmla="*/ 130403 w 1122621"/>
                  <a:gd name="connsiteY49" fmla="*/ 608945 h 981533"/>
                  <a:gd name="connsiteX50" fmla="*/ 100707 w 1122621"/>
                  <a:gd name="connsiteY50" fmla="*/ 563885 h 981533"/>
                  <a:gd name="connsiteX51" fmla="*/ 73593 w 1122621"/>
                  <a:gd name="connsiteY51" fmla="*/ 517538 h 981533"/>
                  <a:gd name="connsiteX52" fmla="*/ 52936 w 1122621"/>
                  <a:gd name="connsiteY52" fmla="*/ 468617 h 981533"/>
                  <a:gd name="connsiteX53" fmla="*/ 34860 w 1122621"/>
                  <a:gd name="connsiteY53" fmla="*/ 418408 h 981533"/>
                  <a:gd name="connsiteX54" fmla="*/ 18075 w 1122621"/>
                  <a:gd name="connsiteY54" fmla="*/ 366912 h 981533"/>
                  <a:gd name="connsiteX55" fmla="*/ 7746 w 1122621"/>
                  <a:gd name="connsiteY55" fmla="*/ 312840 h 981533"/>
                  <a:gd name="connsiteX56" fmla="*/ 1291 w 1122621"/>
                  <a:gd name="connsiteY56" fmla="*/ 258769 h 981533"/>
                  <a:gd name="connsiteX57" fmla="*/ 0 w 1122621"/>
                  <a:gd name="connsiteY57" fmla="*/ 205985 h 981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122621" h="981533">
                    <a:moveTo>
                      <a:pt x="0" y="0"/>
                    </a:moveTo>
                    <a:lnTo>
                      <a:pt x="1291" y="54071"/>
                    </a:lnTo>
                    <a:lnTo>
                      <a:pt x="7746" y="108142"/>
                    </a:lnTo>
                    <a:lnTo>
                      <a:pt x="18075" y="162213"/>
                    </a:lnTo>
                    <a:lnTo>
                      <a:pt x="34860" y="213710"/>
                    </a:lnTo>
                    <a:lnTo>
                      <a:pt x="52936" y="263919"/>
                    </a:lnTo>
                    <a:lnTo>
                      <a:pt x="73593" y="312840"/>
                    </a:lnTo>
                    <a:lnTo>
                      <a:pt x="100707" y="357900"/>
                    </a:lnTo>
                    <a:lnTo>
                      <a:pt x="130403" y="404246"/>
                    </a:lnTo>
                    <a:lnTo>
                      <a:pt x="163972" y="448018"/>
                    </a:lnTo>
                    <a:lnTo>
                      <a:pt x="198832" y="489215"/>
                    </a:lnTo>
                    <a:lnTo>
                      <a:pt x="238857" y="527838"/>
                    </a:lnTo>
                    <a:lnTo>
                      <a:pt x="280172" y="565173"/>
                    </a:lnTo>
                    <a:lnTo>
                      <a:pt x="325362" y="598645"/>
                    </a:lnTo>
                    <a:lnTo>
                      <a:pt x="373133" y="629543"/>
                    </a:lnTo>
                    <a:lnTo>
                      <a:pt x="423487" y="659153"/>
                    </a:lnTo>
                    <a:lnTo>
                      <a:pt x="475131" y="686189"/>
                    </a:lnTo>
                    <a:lnTo>
                      <a:pt x="520320" y="706788"/>
                    </a:lnTo>
                    <a:lnTo>
                      <a:pt x="568092" y="722237"/>
                    </a:lnTo>
                    <a:lnTo>
                      <a:pt x="615863" y="737685"/>
                    </a:lnTo>
                    <a:lnTo>
                      <a:pt x="666217" y="751847"/>
                    </a:lnTo>
                    <a:lnTo>
                      <a:pt x="717861" y="762146"/>
                    </a:lnTo>
                    <a:lnTo>
                      <a:pt x="769506" y="768583"/>
                    </a:lnTo>
                    <a:lnTo>
                      <a:pt x="822442" y="775020"/>
                    </a:lnTo>
                    <a:lnTo>
                      <a:pt x="875378" y="776308"/>
                    </a:lnTo>
                    <a:lnTo>
                      <a:pt x="896036" y="776308"/>
                    </a:lnTo>
                    <a:lnTo>
                      <a:pt x="896036" y="775548"/>
                    </a:lnTo>
                    <a:lnTo>
                      <a:pt x="934659" y="775548"/>
                    </a:lnTo>
                    <a:lnTo>
                      <a:pt x="1122621" y="775548"/>
                    </a:lnTo>
                    <a:lnTo>
                      <a:pt x="1122621" y="981533"/>
                    </a:lnTo>
                    <a:lnTo>
                      <a:pt x="934659" y="981533"/>
                    </a:lnTo>
                    <a:lnTo>
                      <a:pt x="896036" y="981533"/>
                    </a:lnTo>
                    <a:lnTo>
                      <a:pt x="896036" y="981006"/>
                    </a:lnTo>
                    <a:lnTo>
                      <a:pt x="875378" y="981006"/>
                    </a:lnTo>
                    <a:lnTo>
                      <a:pt x="822442" y="979719"/>
                    </a:lnTo>
                    <a:lnTo>
                      <a:pt x="769506" y="975857"/>
                    </a:lnTo>
                    <a:lnTo>
                      <a:pt x="717861" y="966845"/>
                    </a:lnTo>
                    <a:lnTo>
                      <a:pt x="666217" y="956545"/>
                    </a:lnTo>
                    <a:lnTo>
                      <a:pt x="615863" y="943671"/>
                    </a:lnTo>
                    <a:lnTo>
                      <a:pt x="568092" y="928222"/>
                    </a:lnTo>
                    <a:lnTo>
                      <a:pt x="520320" y="911486"/>
                    </a:lnTo>
                    <a:lnTo>
                      <a:pt x="475131" y="890887"/>
                    </a:lnTo>
                    <a:lnTo>
                      <a:pt x="423487" y="863852"/>
                    </a:lnTo>
                    <a:lnTo>
                      <a:pt x="373133" y="834241"/>
                    </a:lnTo>
                    <a:lnTo>
                      <a:pt x="325362" y="803344"/>
                    </a:lnTo>
                    <a:lnTo>
                      <a:pt x="280172" y="769871"/>
                    </a:lnTo>
                    <a:lnTo>
                      <a:pt x="238857" y="732536"/>
                    </a:lnTo>
                    <a:lnTo>
                      <a:pt x="198832" y="693914"/>
                    </a:lnTo>
                    <a:lnTo>
                      <a:pt x="163972" y="652716"/>
                    </a:lnTo>
                    <a:lnTo>
                      <a:pt x="130403" y="608945"/>
                    </a:lnTo>
                    <a:lnTo>
                      <a:pt x="100707" y="563885"/>
                    </a:lnTo>
                    <a:lnTo>
                      <a:pt x="73593" y="517538"/>
                    </a:lnTo>
                    <a:lnTo>
                      <a:pt x="52936" y="468617"/>
                    </a:lnTo>
                    <a:lnTo>
                      <a:pt x="34860" y="418408"/>
                    </a:lnTo>
                    <a:lnTo>
                      <a:pt x="18075" y="366912"/>
                    </a:lnTo>
                    <a:lnTo>
                      <a:pt x="7746" y="312840"/>
                    </a:lnTo>
                    <a:lnTo>
                      <a:pt x="1291" y="258769"/>
                    </a:lnTo>
                    <a:lnTo>
                      <a:pt x="0" y="205985"/>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Montserrat Light"/>
                </a:endParaRPr>
              </a:p>
            </p:txBody>
          </p:sp>
          <p:sp>
            <p:nvSpPr>
              <p:cNvPr id="75" name="Freeform 74"/>
              <p:cNvSpPr>
                <a:spLocks/>
              </p:cNvSpPr>
              <p:nvPr/>
            </p:nvSpPr>
            <p:spPr bwMode="auto">
              <a:xfrm>
                <a:off x="8126260" y="2169373"/>
                <a:ext cx="540709" cy="673315"/>
              </a:xfrm>
              <a:custGeom>
                <a:avLst/>
                <a:gdLst>
                  <a:gd name="connsiteX0" fmla="*/ 540709 w 540709"/>
                  <a:gd name="connsiteY0" fmla="*/ 0 h 673315"/>
                  <a:gd name="connsiteX1" fmla="*/ 540709 w 540709"/>
                  <a:gd name="connsiteY1" fmla="*/ 204698 h 673315"/>
                  <a:gd name="connsiteX2" fmla="*/ 242030 w 540709"/>
                  <a:gd name="connsiteY2" fmla="*/ 466042 h 673315"/>
                  <a:gd name="connsiteX3" fmla="*/ 242030 w 540709"/>
                  <a:gd name="connsiteY3" fmla="*/ 464757 h 673315"/>
                  <a:gd name="connsiteX4" fmla="*/ 0 w 540709"/>
                  <a:gd name="connsiteY4" fmla="*/ 673315 h 673315"/>
                  <a:gd name="connsiteX5" fmla="*/ 0 w 540709"/>
                  <a:gd name="connsiteY5" fmla="*/ 468617 h 673315"/>
                  <a:gd name="connsiteX6" fmla="*/ 242033 w 540709"/>
                  <a:gd name="connsiteY6" fmla="*/ 258769 h 673315"/>
                  <a:gd name="connsiteX7" fmla="*/ 242033 w 540709"/>
                  <a:gd name="connsiteY7" fmla="*/ 260054 h 67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709" h="673315">
                    <a:moveTo>
                      <a:pt x="540709" y="0"/>
                    </a:moveTo>
                    <a:lnTo>
                      <a:pt x="540709" y="204698"/>
                    </a:lnTo>
                    <a:lnTo>
                      <a:pt x="242030" y="466042"/>
                    </a:lnTo>
                    <a:lnTo>
                      <a:pt x="242030" y="464757"/>
                    </a:lnTo>
                    <a:lnTo>
                      <a:pt x="0" y="673315"/>
                    </a:lnTo>
                    <a:lnTo>
                      <a:pt x="0" y="468617"/>
                    </a:lnTo>
                    <a:lnTo>
                      <a:pt x="242033" y="258769"/>
                    </a:lnTo>
                    <a:lnTo>
                      <a:pt x="242033" y="260054"/>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Montserrat Light"/>
                </a:endParaRPr>
              </a:p>
            </p:txBody>
          </p:sp>
          <p:sp>
            <p:nvSpPr>
              <p:cNvPr id="55" name="Freeform 22"/>
              <p:cNvSpPr>
                <a:spLocks/>
              </p:cNvSpPr>
              <p:nvPr/>
            </p:nvSpPr>
            <p:spPr bwMode="auto">
              <a:xfrm>
                <a:off x="7003639" y="1096962"/>
                <a:ext cx="1663331" cy="1544889"/>
              </a:xfrm>
              <a:custGeom>
                <a:avLst/>
                <a:gdLst>
                  <a:gd name="T0" fmla="*/ 464 w 1291"/>
                  <a:gd name="T1" fmla="*/ 66 h 1201"/>
                  <a:gd name="T2" fmla="*/ 464 w 1291"/>
                  <a:gd name="T3" fmla="*/ 434 h 1201"/>
                  <a:gd name="T4" fmla="*/ 469 w 1291"/>
                  <a:gd name="T5" fmla="*/ 472 h 1201"/>
                  <a:gd name="T6" fmla="*/ 481 w 1291"/>
                  <a:gd name="T7" fmla="*/ 509 h 1201"/>
                  <a:gd name="T8" fmla="*/ 501 w 1291"/>
                  <a:gd name="T9" fmla="*/ 542 h 1201"/>
                  <a:gd name="T10" fmla="*/ 527 w 1291"/>
                  <a:gd name="T11" fmla="*/ 571 h 1201"/>
                  <a:gd name="T12" fmla="*/ 558 w 1291"/>
                  <a:gd name="T13" fmla="*/ 595 h 1201"/>
                  <a:gd name="T14" fmla="*/ 595 w 1291"/>
                  <a:gd name="T15" fmla="*/ 614 h 1201"/>
                  <a:gd name="T16" fmla="*/ 635 w 1291"/>
                  <a:gd name="T17" fmla="*/ 627 h 1201"/>
                  <a:gd name="T18" fmla="*/ 678 w 1291"/>
                  <a:gd name="T19" fmla="*/ 633 h 1201"/>
                  <a:gd name="T20" fmla="*/ 694 w 1291"/>
                  <a:gd name="T21" fmla="*/ 635 h 1201"/>
                  <a:gd name="T22" fmla="*/ 871 w 1291"/>
                  <a:gd name="T23" fmla="*/ 471 h 1201"/>
                  <a:gd name="T24" fmla="*/ 1291 w 1291"/>
                  <a:gd name="T25" fmla="*/ 836 h 1201"/>
                  <a:gd name="T26" fmla="*/ 871 w 1291"/>
                  <a:gd name="T27" fmla="*/ 1201 h 1201"/>
                  <a:gd name="T28" fmla="*/ 725 w 1291"/>
                  <a:gd name="T29" fmla="*/ 1038 h 1201"/>
                  <a:gd name="T30" fmla="*/ 694 w 1291"/>
                  <a:gd name="T31" fmla="*/ 1038 h 1201"/>
                  <a:gd name="T32" fmla="*/ 678 w 1291"/>
                  <a:gd name="T33" fmla="*/ 1037 h 1201"/>
                  <a:gd name="T34" fmla="*/ 596 w 1291"/>
                  <a:gd name="T35" fmla="*/ 1032 h 1201"/>
                  <a:gd name="T36" fmla="*/ 516 w 1291"/>
                  <a:gd name="T37" fmla="*/ 1017 h 1201"/>
                  <a:gd name="T38" fmla="*/ 440 w 1291"/>
                  <a:gd name="T39" fmla="*/ 995 h 1201"/>
                  <a:gd name="T40" fmla="*/ 368 w 1291"/>
                  <a:gd name="T41" fmla="*/ 966 h 1201"/>
                  <a:gd name="T42" fmla="*/ 328 w 1291"/>
                  <a:gd name="T43" fmla="*/ 947 h 1201"/>
                  <a:gd name="T44" fmla="*/ 252 w 1291"/>
                  <a:gd name="T45" fmla="*/ 899 h 1201"/>
                  <a:gd name="T46" fmla="*/ 185 w 1291"/>
                  <a:gd name="T47" fmla="*/ 844 h 1201"/>
                  <a:gd name="T48" fmla="*/ 127 w 1291"/>
                  <a:gd name="T49" fmla="*/ 781 h 1201"/>
                  <a:gd name="T50" fmla="*/ 78 w 1291"/>
                  <a:gd name="T51" fmla="*/ 714 h 1201"/>
                  <a:gd name="T52" fmla="*/ 41 w 1291"/>
                  <a:gd name="T53" fmla="*/ 640 h 1201"/>
                  <a:gd name="T54" fmla="*/ 14 w 1291"/>
                  <a:gd name="T55" fmla="*/ 559 h 1201"/>
                  <a:gd name="T56" fmla="*/ 1 w 1291"/>
                  <a:gd name="T57" fmla="*/ 477 h 1201"/>
                  <a:gd name="T58" fmla="*/ 0 w 1291"/>
                  <a:gd name="T59" fmla="*/ 66 h 1201"/>
                  <a:gd name="T60" fmla="*/ 70 w 1291"/>
                  <a:gd name="T61" fmla="*/ 66 h 1201"/>
                  <a:gd name="T62" fmla="*/ 389 w 1291"/>
                  <a:gd name="T63" fmla="*/ 66 h 1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91" h="1201">
                    <a:moveTo>
                      <a:pt x="464" y="0"/>
                    </a:moveTo>
                    <a:lnTo>
                      <a:pt x="464" y="66"/>
                    </a:lnTo>
                    <a:lnTo>
                      <a:pt x="464" y="434"/>
                    </a:lnTo>
                    <a:lnTo>
                      <a:pt x="464" y="434"/>
                    </a:lnTo>
                    <a:lnTo>
                      <a:pt x="466" y="453"/>
                    </a:lnTo>
                    <a:lnTo>
                      <a:pt x="469" y="472"/>
                    </a:lnTo>
                    <a:lnTo>
                      <a:pt x="474" y="492"/>
                    </a:lnTo>
                    <a:lnTo>
                      <a:pt x="481" y="509"/>
                    </a:lnTo>
                    <a:lnTo>
                      <a:pt x="490" y="526"/>
                    </a:lnTo>
                    <a:lnTo>
                      <a:pt x="501" y="542"/>
                    </a:lnTo>
                    <a:lnTo>
                      <a:pt x="513" y="558"/>
                    </a:lnTo>
                    <a:lnTo>
                      <a:pt x="527" y="571"/>
                    </a:lnTo>
                    <a:lnTo>
                      <a:pt x="542" y="583"/>
                    </a:lnTo>
                    <a:lnTo>
                      <a:pt x="558" y="595"/>
                    </a:lnTo>
                    <a:lnTo>
                      <a:pt x="575" y="606"/>
                    </a:lnTo>
                    <a:lnTo>
                      <a:pt x="595" y="614"/>
                    </a:lnTo>
                    <a:lnTo>
                      <a:pt x="614" y="622"/>
                    </a:lnTo>
                    <a:lnTo>
                      <a:pt x="635" y="627"/>
                    </a:lnTo>
                    <a:lnTo>
                      <a:pt x="657" y="632"/>
                    </a:lnTo>
                    <a:lnTo>
                      <a:pt x="678" y="633"/>
                    </a:lnTo>
                    <a:lnTo>
                      <a:pt x="678" y="633"/>
                    </a:lnTo>
                    <a:lnTo>
                      <a:pt x="694" y="635"/>
                    </a:lnTo>
                    <a:lnTo>
                      <a:pt x="871" y="635"/>
                    </a:lnTo>
                    <a:lnTo>
                      <a:pt x="871" y="471"/>
                    </a:lnTo>
                    <a:lnTo>
                      <a:pt x="1060" y="635"/>
                    </a:lnTo>
                    <a:lnTo>
                      <a:pt x="1291" y="836"/>
                    </a:lnTo>
                    <a:lnTo>
                      <a:pt x="1060" y="1038"/>
                    </a:lnTo>
                    <a:lnTo>
                      <a:pt x="871" y="1201"/>
                    </a:lnTo>
                    <a:lnTo>
                      <a:pt x="871" y="1038"/>
                    </a:lnTo>
                    <a:lnTo>
                      <a:pt x="725" y="1038"/>
                    </a:lnTo>
                    <a:lnTo>
                      <a:pt x="694" y="1038"/>
                    </a:lnTo>
                    <a:lnTo>
                      <a:pt x="694" y="1038"/>
                    </a:lnTo>
                    <a:lnTo>
                      <a:pt x="678" y="1037"/>
                    </a:lnTo>
                    <a:lnTo>
                      <a:pt x="678" y="1037"/>
                    </a:lnTo>
                    <a:lnTo>
                      <a:pt x="637" y="1035"/>
                    </a:lnTo>
                    <a:lnTo>
                      <a:pt x="596" y="1032"/>
                    </a:lnTo>
                    <a:lnTo>
                      <a:pt x="556" y="1026"/>
                    </a:lnTo>
                    <a:lnTo>
                      <a:pt x="516" y="1017"/>
                    </a:lnTo>
                    <a:lnTo>
                      <a:pt x="477" y="1008"/>
                    </a:lnTo>
                    <a:lnTo>
                      <a:pt x="440" y="995"/>
                    </a:lnTo>
                    <a:lnTo>
                      <a:pt x="403" y="982"/>
                    </a:lnTo>
                    <a:lnTo>
                      <a:pt x="368" y="966"/>
                    </a:lnTo>
                    <a:lnTo>
                      <a:pt x="368" y="966"/>
                    </a:lnTo>
                    <a:lnTo>
                      <a:pt x="328" y="947"/>
                    </a:lnTo>
                    <a:lnTo>
                      <a:pt x="289" y="924"/>
                    </a:lnTo>
                    <a:lnTo>
                      <a:pt x="252" y="899"/>
                    </a:lnTo>
                    <a:lnTo>
                      <a:pt x="217" y="873"/>
                    </a:lnTo>
                    <a:lnTo>
                      <a:pt x="185" y="844"/>
                    </a:lnTo>
                    <a:lnTo>
                      <a:pt x="154" y="813"/>
                    </a:lnTo>
                    <a:lnTo>
                      <a:pt x="127" y="781"/>
                    </a:lnTo>
                    <a:lnTo>
                      <a:pt x="101" y="749"/>
                    </a:lnTo>
                    <a:lnTo>
                      <a:pt x="78" y="714"/>
                    </a:lnTo>
                    <a:lnTo>
                      <a:pt x="57" y="677"/>
                    </a:lnTo>
                    <a:lnTo>
                      <a:pt x="41" y="640"/>
                    </a:lnTo>
                    <a:lnTo>
                      <a:pt x="27" y="599"/>
                    </a:lnTo>
                    <a:lnTo>
                      <a:pt x="14" y="559"/>
                    </a:lnTo>
                    <a:lnTo>
                      <a:pt x="6" y="519"/>
                    </a:lnTo>
                    <a:lnTo>
                      <a:pt x="1" y="477"/>
                    </a:lnTo>
                    <a:lnTo>
                      <a:pt x="0" y="434"/>
                    </a:lnTo>
                    <a:lnTo>
                      <a:pt x="0" y="66"/>
                    </a:lnTo>
                    <a:lnTo>
                      <a:pt x="0" y="3"/>
                    </a:lnTo>
                    <a:lnTo>
                      <a:pt x="70" y="66"/>
                    </a:lnTo>
                    <a:lnTo>
                      <a:pt x="230" y="204"/>
                    </a:lnTo>
                    <a:lnTo>
                      <a:pt x="389" y="66"/>
                    </a:lnTo>
                    <a:lnTo>
                      <a:pt x="464"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7" name="Freeform 24"/>
              <p:cNvSpPr>
                <a:spLocks/>
              </p:cNvSpPr>
              <p:nvPr/>
            </p:nvSpPr>
            <p:spPr bwMode="auto">
              <a:xfrm>
                <a:off x="7003639" y="1673721"/>
                <a:ext cx="896036" cy="981006"/>
              </a:xfrm>
              <a:custGeom>
                <a:avLst/>
                <a:gdLst>
                  <a:gd name="T0" fmla="*/ 694 w 694"/>
                  <a:gd name="T1" fmla="*/ 603 h 762"/>
                  <a:gd name="T2" fmla="*/ 694 w 694"/>
                  <a:gd name="T3" fmla="*/ 762 h 762"/>
                  <a:gd name="T4" fmla="*/ 694 w 694"/>
                  <a:gd name="T5" fmla="*/ 762 h 762"/>
                  <a:gd name="T6" fmla="*/ 678 w 694"/>
                  <a:gd name="T7" fmla="*/ 762 h 762"/>
                  <a:gd name="T8" fmla="*/ 678 w 694"/>
                  <a:gd name="T9" fmla="*/ 762 h 762"/>
                  <a:gd name="T10" fmla="*/ 637 w 694"/>
                  <a:gd name="T11" fmla="*/ 761 h 762"/>
                  <a:gd name="T12" fmla="*/ 596 w 694"/>
                  <a:gd name="T13" fmla="*/ 758 h 762"/>
                  <a:gd name="T14" fmla="*/ 556 w 694"/>
                  <a:gd name="T15" fmla="*/ 751 h 762"/>
                  <a:gd name="T16" fmla="*/ 516 w 694"/>
                  <a:gd name="T17" fmla="*/ 743 h 762"/>
                  <a:gd name="T18" fmla="*/ 477 w 694"/>
                  <a:gd name="T19" fmla="*/ 733 h 762"/>
                  <a:gd name="T20" fmla="*/ 440 w 694"/>
                  <a:gd name="T21" fmla="*/ 721 h 762"/>
                  <a:gd name="T22" fmla="*/ 403 w 694"/>
                  <a:gd name="T23" fmla="*/ 708 h 762"/>
                  <a:gd name="T24" fmla="*/ 368 w 694"/>
                  <a:gd name="T25" fmla="*/ 692 h 762"/>
                  <a:gd name="T26" fmla="*/ 368 w 694"/>
                  <a:gd name="T27" fmla="*/ 692 h 762"/>
                  <a:gd name="T28" fmla="*/ 328 w 694"/>
                  <a:gd name="T29" fmla="*/ 671 h 762"/>
                  <a:gd name="T30" fmla="*/ 289 w 694"/>
                  <a:gd name="T31" fmla="*/ 648 h 762"/>
                  <a:gd name="T32" fmla="*/ 252 w 694"/>
                  <a:gd name="T33" fmla="*/ 624 h 762"/>
                  <a:gd name="T34" fmla="*/ 217 w 694"/>
                  <a:gd name="T35" fmla="*/ 598 h 762"/>
                  <a:gd name="T36" fmla="*/ 185 w 694"/>
                  <a:gd name="T37" fmla="*/ 569 h 762"/>
                  <a:gd name="T38" fmla="*/ 154 w 694"/>
                  <a:gd name="T39" fmla="*/ 539 h 762"/>
                  <a:gd name="T40" fmla="*/ 127 w 694"/>
                  <a:gd name="T41" fmla="*/ 507 h 762"/>
                  <a:gd name="T42" fmla="*/ 101 w 694"/>
                  <a:gd name="T43" fmla="*/ 473 h 762"/>
                  <a:gd name="T44" fmla="*/ 78 w 694"/>
                  <a:gd name="T45" fmla="*/ 438 h 762"/>
                  <a:gd name="T46" fmla="*/ 57 w 694"/>
                  <a:gd name="T47" fmla="*/ 402 h 762"/>
                  <a:gd name="T48" fmla="*/ 41 w 694"/>
                  <a:gd name="T49" fmla="*/ 364 h 762"/>
                  <a:gd name="T50" fmla="*/ 27 w 694"/>
                  <a:gd name="T51" fmla="*/ 325 h 762"/>
                  <a:gd name="T52" fmla="*/ 14 w 694"/>
                  <a:gd name="T53" fmla="*/ 285 h 762"/>
                  <a:gd name="T54" fmla="*/ 6 w 694"/>
                  <a:gd name="T55" fmla="*/ 243 h 762"/>
                  <a:gd name="T56" fmla="*/ 1 w 694"/>
                  <a:gd name="T57" fmla="*/ 201 h 762"/>
                  <a:gd name="T58" fmla="*/ 0 w 694"/>
                  <a:gd name="T59" fmla="*/ 160 h 762"/>
                  <a:gd name="T60" fmla="*/ 0 w 694"/>
                  <a:gd name="T61" fmla="*/ 0 h 762"/>
                  <a:gd name="T62" fmla="*/ 0 w 694"/>
                  <a:gd name="T63" fmla="*/ 0 h 762"/>
                  <a:gd name="T64" fmla="*/ 1 w 694"/>
                  <a:gd name="T65" fmla="*/ 42 h 762"/>
                  <a:gd name="T66" fmla="*/ 6 w 694"/>
                  <a:gd name="T67" fmla="*/ 84 h 762"/>
                  <a:gd name="T68" fmla="*/ 14 w 694"/>
                  <a:gd name="T69" fmla="*/ 126 h 762"/>
                  <a:gd name="T70" fmla="*/ 27 w 694"/>
                  <a:gd name="T71" fmla="*/ 166 h 762"/>
                  <a:gd name="T72" fmla="*/ 41 w 694"/>
                  <a:gd name="T73" fmla="*/ 205 h 762"/>
                  <a:gd name="T74" fmla="*/ 57 w 694"/>
                  <a:gd name="T75" fmla="*/ 243 h 762"/>
                  <a:gd name="T76" fmla="*/ 78 w 694"/>
                  <a:gd name="T77" fmla="*/ 278 h 762"/>
                  <a:gd name="T78" fmla="*/ 101 w 694"/>
                  <a:gd name="T79" fmla="*/ 314 h 762"/>
                  <a:gd name="T80" fmla="*/ 127 w 694"/>
                  <a:gd name="T81" fmla="*/ 348 h 762"/>
                  <a:gd name="T82" fmla="*/ 154 w 694"/>
                  <a:gd name="T83" fmla="*/ 380 h 762"/>
                  <a:gd name="T84" fmla="*/ 185 w 694"/>
                  <a:gd name="T85" fmla="*/ 410 h 762"/>
                  <a:gd name="T86" fmla="*/ 217 w 694"/>
                  <a:gd name="T87" fmla="*/ 439 h 762"/>
                  <a:gd name="T88" fmla="*/ 252 w 694"/>
                  <a:gd name="T89" fmla="*/ 465 h 762"/>
                  <a:gd name="T90" fmla="*/ 289 w 694"/>
                  <a:gd name="T91" fmla="*/ 489 h 762"/>
                  <a:gd name="T92" fmla="*/ 328 w 694"/>
                  <a:gd name="T93" fmla="*/ 512 h 762"/>
                  <a:gd name="T94" fmla="*/ 368 w 694"/>
                  <a:gd name="T95" fmla="*/ 533 h 762"/>
                  <a:gd name="T96" fmla="*/ 368 w 694"/>
                  <a:gd name="T97" fmla="*/ 533 h 762"/>
                  <a:gd name="T98" fmla="*/ 403 w 694"/>
                  <a:gd name="T99" fmla="*/ 549 h 762"/>
                  <a:gd name="T100" fmla="*/ 440 w 694"/>
                  <a:gd name="T101" fmla="*/ 561 h 762"/>
                  <a:gd name="T102" fmla="*/ 477 w 694"/>
                  <a:gd name="T103" fmla="*/ 573 h 762"/>
                  <a:gd name="T104" fmla="*/ 516 w 694"/>
                  <a:gd name="T105" fmla="*/ 584 h 762"/>
                  <a:gd name="T106" fmla="*/ 556 w 694"/>
                  <a:gd name="T107" fmla="*/ 592 h 762"/>
                  <a:gd name="T108" fmla="*/ 596 w 694"/>
                  <a:gd name="T109" fmla="*/ 597 h 762"/>
                  <a:gd name="T110" fmla="*/ 637 w 694"/>
                  <a:gd name="T111" fmla="*/ 602 h 762"/>
                  <a:gd name="T112" fmla="*/ 678 w 694"/>
                  <a:gd name="T113" fmla="*/ 603 h 762"/>
                  <a:gd name="T114" fmla="*/ 678 w 694"/>
                  <a:gd name="T115" fmla="*/ 603 h 762"/>
                  <a:gd name="T116" fmla="*/ 694 w 694"/>
                  <a:gd name="T117" fmla="*/ 603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4" h="762">
                    <a:moveTo>
                      <a:pt x="694" y="603"/>
                    </a:moveTo>
                    <a:lnTo>
                      <a:pt x="694" y="762"/>
                    </a:lnTo>
                    <a:lnTo>
                      <a:pt x="694" y="762"/>
                    </a:lnTo>
                    <a:lnTo>
                      <a:pt x="678" y="762"/>
                    </a:lnTo>
                    <a:lnTo>
                      <a:pt x="678" y="762"/>
                    </a:lnTo>
                    <a:lnTo>
                      <a:pt x="637" y="761"/>
                    </a:lnTo>
                    <a:lnTo>
                      <a:pt x="596" y="758"/>
                    </a:lnTo>
                    <a:lnTo>
                      <a:pt x="556" y="751"/>
                    </a:lnTo>
                    <a:lnTo>
                      <a:pt x="516" y="743"/>
                    </a:lnTo>
                    <a:lnTo>
                      <a:pt x="477" y="733"/>
                    </a:lnTo>
                    <a:lnTo>
                      <a:pt x="440" y="721"/>
                    </a:lnTo>
                    <a:lnTo>
                      <a:pt x="403" y="708"/>
                    </a:lnTo>
                    <a:lnTo>
                      <a:pt x="368" y="692"/>
                    </a:lnTo>
                    <a:lnTo>
                      <a:pt x="368" y="692"/>
                    </a:lnTo>
                    <a:lnTo>
                      <a:pt x="328" y="671"/>
                    </a:lnTo>
                    <a:lnTo>
                      <a:pt x="289" y="648"/>
                    </a:lnTo>
                    <a:lnTo>
                      <a:pt x="252" y="624"/>
                    </a:lnTo>
                    <a:lnTo>
                      <a:pt x="217" y="598"/>
                    </a:lnTo>
                    <a:lnTo>
                      <a:pt x="185" y="569"/>
                    </a:lnTo>
                    <a:lnTo>
                      <a:pt x="154" y="539"/>
                    </a:lnTo>
                    <a:lnTo>
                      <a:pt x="127" y="507"/>
                    </a:lnTo>
                    <a:lnTo>
                      <a:pt x="101" y="473"/>
                    </a:lnTo>
                    <a:lnTo>
                      <a:pt x="78" y="438"/>
                    </a:lnTo>
                    <a:lnTo>
                      <a:pt x="57" y="402"/>
                    </a:lnTo>
                    <a:lnTo>
                      <a:pt x="41" y="364"/>
                    </a:lnTo>
                    <a:lnTo>
                      <a:pt x="27" y="325"/>
                    </a:lnTo>
                    <a:lnTo>
                      <a:pt x="14" y="285"/>
                    </a:lnTo>
                    <a:lnTo>
                      <a:pt x="6" y="243"/>
                    </a:lnTo>
                    <a:lnTo>
                      <a:pt x="1" y="201"/>
                    </a:lnTo>
                    <a:lnTo>
                      <a:pt x="0" y="160"/>
                    </a:lnTo>
                    <a:lnTo>
                      <a:pt x="0" y="0"/>
                    </a:lnTo>
                    <a:lnTo>
                      <a:pt x="0" y="0"/>
                    </a:lnTo>
                    <a:lnTo>
                      <a:pt x="1" y="42"/>
                    </a:lnTo>
                    <a:lnTo>
                      <a:pt x="6" y="84"/>
                    </a:lnTo>
                    <a:lnTo>
                      <a:pt x="14" y="126"/>
                    </a:lnTo>
                    <a:lnTo>
                      <a:pt x="27" y="166"/>
                    </a:lnTo>
                    <a:lnTo>
                      <a:pt x="41" y="205"/>
                    </a:lnTo>
                    <a:lnTo>
                      <a:pt x="57" y="243"/>
                    </a:lnTo>
                    <a:lnTo>
                      <a:pt x="78" y="278"/>
                    </a:lnTo>
                    <a:lnTo>
                      <a:pt x="101" y="314"/>
                    </a:lnTo>
                    <a:lnTo>
                      <a:pt x="127" y="348"/>
                    </a:lnTo>
                    <a:lnTo>
                      <a:pt x="154" y="380"/>
                    </a:lnTo>
                    <a:lnTo>
                      <a:pt x="185" y="410"/>
                    </a:lnTo>
                    <a:lnTo>
                      <a:pt x="217" y="439"/>
                    </a:lnTo>
                    <a:lnTo>
                      <a:pt x="252" y="465"/>
                    </a:lnTo>
                    <a:lnTo>
                      <a:pt x="289" y="489"/>
                    </a:lnTo>
                    <a:lnTo>
                      <a:pt x="328" y="512"/>
                    </a:lnTo>
                    <a:lnTo>
                      <a:pt x="368" y="533"/>
                    </a:lnTo>
                    <a:lnTo>
                      <a:pt x="368" y="533"/>
                    </a:lnTo>
                    <a:lnTo>
                      <a:pt x="403" y="549"/>
                    </a:lnTo>
                    <a:lnTo>
                      <a:pt x="440" y="561"/>
                    </a:lnTo>
                    <a:lnTo>
                      <a:pt x="477" y="573"/>
                    </a:lnTo>
                    <a:lnTo>
                      <a:pt x="516" y="584"/>
                    </a:lnTo>
                    <a:lnTo>
                      <a:pt x="556" y="592"/>
                    </a:lnTo>
                    <a:lnTo>
                      <a:pt x="596" y="597"/>
                    </a:lnTo>
                    <a:lnTo>
                      <a:pt x="637" y="602"/>
                    </a:lnTo>
                    <a:lnTo>
                      <a:pt x="678" y="603"/>
                    </a:lnTo>
                    <a:lnTo>
                      <a:pt x="678" y="603"/>
                    </a:lnTo>
                    <a:lnTo>
                      <a:pt x="694" y="60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grpSp>
          <p:nvGrpSpPr>
            <p:cNvPr id="1037" name="Group 1036"/>
            <p:cNvGrpSpPr/>
            <p:nvPr/>
          </p:nvGrpSpPr>
          <p:grpSpPr>
            <a:xfrm>
              <a:off x="8009198" y="4086448"/>
              <a:ext cx="1203759" cy="1879716"/>
              <a:chOff x="8666970" y="3159389"/>
              <a:chExt cx="1203759" cy="1879716"/>
            </a:xfrm>
          </p:grpSpPr>
          <p:sp>
            <p:nvSpPr>
              <p:cNvPr id="59" name="Freeform 26"/>
              <p:cNvSpPr>
                <a:spLocks/>
              </p:cNvSpPr>
              <p:nvPr/>
            </p:nvSpPr>
            <p:spPr bwMode="auto">
              <a:xfrm>
                <a:off x="8666970" y="3159389"/>
                <a:ext cx="1202440" cy="1719977"/>
              </a:xfrm>
              <a:custGeom>
                <a:avLst/>
                <a:gdLst>
                  <a:gd name="T0" fmla="*/ 750 w 935"/>
                  <a:gd name="T1" fmla="*/ 971 h 1336"/>
                  <a:gd name="T2" fmla="*/ 750 w 935"/>
                  <a:gd name="T3" fmla="*/ 603 h 1336"/>
                  <a:gd name="T4" fmla="*/ 750 w 935"/>
                  <a:gd name="T5" fmla="*/ 603 h 1336"/>
                  <a:gd name="T6" fmla="*/ 748 w 935"/>
                  <a:gd name="T7" fmla="*/ 561 h 1336"/>
                  <a:gd name="T8" fmla="*/ 742 w 935"/>
                  <a:gd name="T9" fmla="*/ 517 h 1336"/>
                  <a:gd name="T10" fmla="*/ 734 w 935"/>
                  <a:gd name="T11" fmla="*/ 477 h 1336"/>
                  <a:gd name="T12" fmla="*/ 722 w 935"/>
                  <a:gd name="T13" fmla="*/ 437 h 1336"/>
                  <a:gd name="T14" fmla="*/ 708 w 935"/>
                  <a:gd name="T15" fmla="*/ 398 h 1336"/>
                  <a:gd name="T16" fmla="*/ 690 w 935"/>
                  <a:gd name="T17" fmla="*/ 360 h 1336"/>
                  <a:gd name="T18" fmla="*/ 671 w 935"/>
                  <a:gd name="T19" fmla="*/ 323 h 1336"/>
                  <a:gd name="T20" fmla="*/ 647 w 935"/>
                  <a:gd name="T21" fmla="*/ 289 h 1336"/>
                  <a:gd name="T22" fmla="*/ 621 w 935"/>
                  <a:gd name="T23" fmla="*/ 255 h 1336"/>
                  <a:gd name="T24" fmla="*/ 594 w 935"/>
                  <a:gd name="T25" fmla="*/ 223 h 1336"/>
                  <a:gd name="T26" fmla="*/ 563 w 935"/>
                  <a:gd name="T27" fmla="*/ 193 h 1336"/>
                  <a:gd name="T28" fmla="*/ 531 w 935"/>
                  <a:gd name="T29" fmla="*/ 164 h 1336"/>
                  <a:gd name="T30" fmla="*/ 497 w 935"/>
                  <a:gd name="T31" fmla="*/ 138 h 1336"/>
                  <a:gd name="T32" fmla="*/ 460 w 935"/>
                  <a:gd name="T33" fmla="*/ 114 h 1336"/>
                  <a:gd name="T34" fmla="*/ 422 w 935"/>
                  <a:gd name="T35" fmla="*/ 91 h 1336"/>
                  <a:gd name="T36" fmla="*/ 381 w 935"/>
                  <a:gd name="T37" fmla="*/ 70 h 1336"/>
                  <a:gd name="T38" fmla="*/ 381 w 935"/>
                  <a:gd name="T39" fmla="*/ 70 h 1336"/>
                  <a:gd name="T40" fmla="*/ 344 w 935"/>
                  <a:gd name="T41" fmla="*/ 54 h 1336"/>
                  <a:gd name="T42" fmla="*/ 306 w 935"/>
                  <a:gd name="T43" fmla="*/ 40 h 1336"/>
                  <a:gd name="T44" fmla="*/ 266 w 935"/>
                  <a:gd name="T45" fmla="*/ 27 h 1336"/>
                  <a:gd name="T46" fmla="*/ 225 w 935"/>
                  <a:gd name="T47" fmla="*/ 17 h 1336"/>
                  <a:gd name="T48" fmla="*/ 184 w 935"/>
                  <a:gd name="T49" fmla="*/ 9 h 1336"/>
                  <a:gd name="T50" fmla="*/ 142 w 935"/>
                  <a:gd name="T51" fmla="*/ 3 h 1336"/>
                  <a:gd name="T52" fmla="*/ 98 w 935"/>
                  <a:gd name="T53" fmla="*/ 0 h 1336"/>
                  <a:gd name="T54" fmla="*/ 53 w 935"/>
                  <a:gd name="T55" fmla="*/ 0 h 1336"/>
                  <a:gd name="T56" fmla="*/ 2 w 935"/>
                  <a:gd name="T57" fmla="*/ 0 h 1336"/>
                  <a:gd name="T58" fmla="*/ 233 w 935"/>
                  <a:gd name="T59" fmla="*/ 201 h 1336"/>
                  <a:gd name="T60" fmla="*/ 0 w 935"/>
                  <a:gd name="T61" fmla="*/ 403 h 1336"/>
                  <a:gd name="T62" fmla="*/ 53 w 935"/>
                  <a:gd name="T63" fmla="*/ 403 h 1336"/>
                  <a:gd name="T64" fmla="*/ 53 w 935"/>
                  <a:gd name="T65" fmla="*/ 403 h 1336"/>
                  <a:gd name="T66" fmla="*/ 77 w 935"/>
                  <a:gd name="T67" fmla="*/ 403 h 1336"/>
                  <a:gd name="T68" fmla="*/ 100 w 935"/>
                  <a:gd name="T69" fmla="*/ 406 h 1336"/>
                  <a:gd name="T70" fmla="*/ 122 w 935"/>
                  <a:gd name="T71" fmla="*/ 411 h 1336"/>
                  <a:gd name="T72" fmla="*/ 143 w 935"/>
                  <a:gd name="T73" fmla="*/ 418 h 1336"/>
                  <a:gd name="T74" fmla="*/ 164 w 935"/>
                  <a:gd name="T75" fmla="*/ 427 h 1336"/>
                  <a:gd name="T76" fmla="*/ 182 w 935"/>
                  <a:gd name="T77" fmla="*/ 437 h 1336"/>
                  <a:gd name="T78" fmla="*/ 200 w 935"/>
                  <a:gd name="T79" fmla="*/ 448 h 1336"/>
                  <a:gd name="T80" fmla="*/ 217 w 935"/>
                  <a:gd name="T81" fmla="*/ 461 h 1336"/>
                  <a:gd name="T82" fmla="*/ 232 w 935"/>
                  <a:gd name="T83" fmla="*/ 476 h 1336"/>
                  <a:gd name="T84" fmla="*/ 245 w 935"/>
                  <a:gd name="T85" fmla="*/ 492 h 1336"/>
                  <a:gd name="T86" fmla="*/ 256 w 935"/>
                  <a:gd name="T87" fmla="*/ 508 h 1336"/>
                  <a:gd name="T88" fmla="*/ 266 w 935"/>
                  <a:gd name="T89" fmla="*/ 525 h 1336"/>
                  <a:gd name="T90" fmla="*/ 274 w 935"/>
                  <a:gd name="T91" fmla="*/ 543 h 1336"/>
                  <a:gd name="T92" fmla="*/ 280 w 935"/>
                  <a:gd name="T93" fmla="*/ 562 h 1336"/>
                  <a:gd name="T94" fmla="*/ 283 w 935"/>
                  <a:gd name="T95" fmla="*/ 582 h 1336"/>
                  <a:gd name="T96" fmla="*/ 285 w 935"/>
                  <a:gd name="T97" fmla="*/ 603 h 1336"/>
                  <a:gd name="T98" fmla="*/ 285 w 935"/>
                  <a:gd name="T99" fmla="*/ 971 h 1336"/>
                  <a:gd name="T100" fmla="*/ 93 w 935"/>
                  <a:gd name="T101" fmla="*/ 971 h 1336"/>
                  <a:gd name="T102" fmla="*/ 285 w 935"/>
                  <a:gd name="T103" fmla="*/ 1136 h 1336"/>
                  <a:gd name="T104" fmla="*/ 515 w 935"/>
                  <a:gd name="T105" fmla="*/ 1336 h 1336"/>
                  <a:gd name="T106" fmla="*/ 935 w 935"/>
                  <a:gd name="T107" fmla="*/ 971 h 1336"/>
                  <a:gd name="T108" fmla="*/ 750 w 935"/>
                  <a:gd name="T109" fmla="*/ 971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5" h="1336">
                    <a:moveTo>
                      <a:pt x="750" y="971"/>
                    </a:moveTo>
                    <a:lnTo>
                      <a:pt x="750" y="603"/>
                    </a:lnTo>
                    <a:lnTo>
                      <a:pt x="750" y="603"/>
                    </a:lnTo>
                    <a:lnTo>
                      <a:pt x="748" y="561"/>
                    </a:lnTo>
                    <a:lnTo>
                      <a:pt x="742" y="517"/>
                    </a:lnTo>
                    <a:lnTo>
                      <a:pt x="734" y="477"/>
                    </a:lnTo>
                    <a:lnTo>
                      <a:pt x="722" y="437"/>
                    </a:lnTo>
                    <a:lnTo>
                      <a:pt x="708" y="398"/>
                    </a:lnTo>
                    <a:lnTo>
                      <a:pt x="690" y="360"/>
                    </a:lnTo>
                    <a:lnTo>
                      <a:pt x="671" y="323"/>
                    </a:lnTo>
                    <a:lnTo>
                      <a:pt x="647" y="289"/>
                    </a:lnTo>
                    <a:lnTo>
                      <a:pt x="621" y="255"/>
                    </a:lnTo>
                    <a:lnTo>
                      <a:pt x="594" y="223"/>
                    </a:lnTo>
                    <a:lnTo>
                      <a:pt x="563" y="193"/>
                    </a:lnTo>
                    <a:lnTo>
                      <a:pt x="531" y="164"/>
                    </a:lnTo>
                    <a:lnTo>
                      <a:pt x="497" y="138"/>
                    </a:lnTo>
                    <a:lnTo>
                      <a:pt x="460" y="114"/>
                    </a:lnTo>
                    <a:lnTo>
                      <a:pt x="422" y="91"/>
                    </a:lnTo>
                    <a:lnTo>
                      <a:pt x="381" y="70"/>
                    </a:lnTo>
                    <a:lnTo>
                      <a:pt x="381" y="70"/>
                    </a:lnTo>
                    <a:lnTo>
                      <a:pt x="344" y="54"/>
                    </a:lnTo>
                    <a:lnTo>
                      <a:pt x="306" y="40"/>
                    </a:lnTo>
                    <a:lnTo>
                      <a:pt x="266" y="27"/>
                    </a:lnTo>
                    <a:lnTo>
                      <a:pt x="225" y="17"/>
                    </a:lnTo>
                    <a:lnTo>
                      <a:pt x="184" y="9"/>
                    </a:lnTo>
                    <a:lnTo>
                      <a:pt x="142" y="3"/>
                    </a:lnTo>
                    <a:lnTo>
                      <a:pt x="98" y="0"/>
                    </a:lnTo>
                    <a:lnTo>
                      <a:pt x="53" y="0"/>
                    </a:lnTo>
                    <a:lnTo>
                      <a:pt x="2" y="0"/>
                    </a:lnTo>
                    <a:lnTo>
                      <a:pt x="233" y="201"/>
                    </a:lnTo>
                    <a:lnTo>
                      <a:pt x="0" y="403"/>
                    </a:lnTo>
                    <a:lnTo>
                      <a:pt x="53" y="403"/>
                    </a:lnTo>
                    <a:lnTo>
                      <a:pt x="53" y="403"/>
                    </a:lnTo>
                    <a:lnTo>
                      <a:pt x="77" y="403"/>
                    </a:lnTo>
                    <a:lnTo>
                      <a:pt x="100" y="406"/>
                    </a:lnTo>
                    <a:lnTo>
                      <a:pt x="122" y="411"/>
                    </a:lnTo>
                    <a:lnTo>
                      <a:pt x="143" y="418"/>
                    </a:lnTo>
                    <a:lnTo>
                      <a:pt x="164" y="427"/>
                    </a:lnTo>
                    <a:lnTo>
                      <a:pt x="182" y="437"/>
                    </a:lnTo>
                    <a:lnTo>
                      <a:pt x="200" y="448"/>
                    </a:lnTo>
                    <a:lnTo>
                      <a:pt x="217" y="461"/>
                    </a:lnTo>
                    <a:lnTo>
                      <a:pt x="232" y="476"/>
                    </a:lnTo>
                    <a:lnTo>
                      <a:pt x="245" y="492"/>
                    </a:lnTo>
                    <a:lnTo>
                      <a:pt x="256" y="508"/>
                    </a:lnTo>
                    <a:lnTo>
                      <a:pt x="266" y="525"/>
                    </a:lnTo>
                    <a:lnTo>
                      <a:pt x="274" y="543"/>
                    </a:lnTo>
                    <a:lnTo>
                      <a:pt x="280" y="562"/>
                    </a:lnTo>
                    <a:lnTo>
                      <a:pt x="283" y="582"/>
                    </a:lnTo>
                    <a:lnTo>
                      <a:pt x="285" y="603"/>
                    </a:lnTo>
                    <a:lnTo>
                      <a:pt x="285" y="971"/>
                    </a:lnTo>
                    <a:lnTo>
                      <a:pt x="93" y="971"/>
                    </a:lnTo>
                    <a:lnTo>
                      <a:pt x="285" y="1136"/>
                    </a:lnTo>
                    <a:lnTo>
                      <a:pt x="515" y="1336"/>
                    </a:lnTo>
                    <a:lnTo>
                      <a:pt x="935" y="971"/>
                    </a:lnTo>
                    <a:lnTo>
                      <a:pt x="750" y="971"/>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6" name="Freeform 95"/>
              <p:cNvSpPr>
                <a:spLocks/>
              </p:cNvSpPr>
              <p:nvPr/>
            </p:nvSpPr>
            <p:spPr bwMode="auto">
              <a:xfrm>
                <a:off x="9327442" y="4406026"/>
                <a:ext cx="543287" cy="633079"/>
              </a:xfrm>
              <a:custGeom>
                <a:avLst/>
                <a:gdLst>
                  <a:gd name="connsiteX0" fmla="*/ 543287 w 543287"/>
                  <a:gd name="connsiteY0" fmla="*/ 0 h 633079"/>
                  <a:gd name="connsiteX1" fmla="*/ 543287 w 543287"/>
                  <a:gd name="connsiteY1" fmla="*/ 161086 h 633079"/>
                  <a:gd name="connsiteX2" fmla="*/ 0 w 543287"/>
                  <a:gd name="connsiteY2" fmla="*/ 633079 h 633079"/>
                  <a:gd name="connsiteX3" fmla="*/ 0 w 543287"/>
                  <a:gd name="connsiteY3" fmla="*/ 469904 h 633079"/>
                </a:gdLst>
                <a:ahLst/>
                <a:cxnLst>
                  <a:cxn ang="0">
                    <a:pos x="connsiteX0" y="connsiteY0"/>
                  </a:cxn>
                  <a:cxn ang="0">
                    <a:pos x="connsiteX1" y="connsiteY1"/>
                  </a:cxn>
                  <a:cxn ang="0">
                    <a:pos x="connsiteX2" y="connsiteY2"/>
                  </a:cxn>
                  <a:cxn ang="0">
                    <a:pos x="connsiteX3" y="connsiteY3"/>
                  </a:cxn>
                </a:cxnLst>
                <a:rect l="l" t="t" r="r" b="b"/>
                <a:pathLst>
                  <a:path w="543287" h="633079">
                    <a:moveTo>
                      <a:pt x="543287" y="0"/>
                    </a:moveTo>
                    <a:lnTo>
                      <a:pt x="543287" y="161086"/>
                    </a:lnTo>
                    <a:lnTo>
                      <a:pt x="0" y="633079"/>
                    </a:lnTo>
                    <a:lnTo>
                      <a:pt x="0" y="469904"/>
                    </a:ln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Montserrat Light"/>
                </a:endParaRPr>
              </a:p>
            </p:txBody>
          </p:sp>
          <p:sp>
            <p:nvSpPr>
              <p:cNvPr id="61" name="Freeform 28"/>
              <p:cNvSpPr>
                <a:spLocks/>
              </p:cNvSpPr>
              <p:nvPr/>
            </p:nvSpPr>
            <p:spPr bwMode="auto">
              <a:xfrm>
                <a:off x="8786612" y="4406025"/>
                <a:ext cx="545861" cy="630831"/>
              </a:xfrm>
              <a:custGeom>
                <a:avLst/>
                <a:gdLst>
                  <a:gd name="T0" fmla="*/ 420 w 423"/>
                  <a:gd name="T1" fmla="*/ 365 h 489"/>
                  <a:gd name="T2" fmla="*/ 423 w 423"/>
                  <a:gd name="T3" fmla="*/ 489 h 489"/>
                  <a:gd name="T4" fmla="*/ 0 w 423"/>
                  <a:gd name="T5" fmla="*/ 160 h 489"/>
                  <a:gd name="T6" fmla="*/ 0 w 423"/>
                  <a:gd name="T7" fmla="*/ 0 h 489"/>
                  <a:gd name="T8" fmla="*/ 420 w 423"/>
                  <a:gd name="T9" fmla="*/ 365 h 489"/>
                </a:gdLst>
                <a:ahLst/>
                <a:cxnLst>
                  <a:cxn ang="0">
                    <a:pos x="T0" y="T1"/>
                  </a:cxn>
                  <a:cxn ang="0">
                    <a:pos x="T2" y="T3"/>
                  </a:cxn>
                  <a:cxn ang="0">
                    <a:pos x="T4" y="T5"/>
                  </a:cxn>
                  <a:cxn ang="0">
                    <a:pos x="T6" y="T7"/>
                  </a:cxn>
                  <a:cxn ang="0">
                    <a:pos x="T8" y="T9"/>
                  </a:cxn>
                </a:cxnLst>
                <a:rect l="0" t="0" r="r" b="b"/>
                <a:pathLst>
                  <a:path w="423" h="489">
                    <a:moveTo>
                      <a:pt x="420" y="365"/>
                    </a:moveTo>
                    <a:lnTo>
                      <a:pt x="423" y="489"/>
                    </a:lnTo>
                    <a:lnTo>
                      <a:pt x="0" y="160"/>
                    </a:lnTo>
                    <a:lnTo>
                      <a:pt x="0" y="0"/>
                    </a:lnTo>
                    <a:lnTo>
                      <a:pt x="420" y="365"/>
                    </a:ln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2" name="Freeform 30"/>
              <p:cNvSpPr>
                <a:spLocks/>
              </p:cNvSpPr>
              <p:nvPr/>
            </p:nvSpPr>
            <p:spPr bwMode="auto">
              <a:xfrm>
                <a:off x="8669214" y="3673063"/>
                <a:ext cx="363050" cy="463467"/>
              </a:xfrm>
              <a:custGeom>
                <a:avLst/>
                <a:gdLst>
                  <a:gd name="T0" fmla="*/ 53 w 283"/>
                  <a:gd name="T1" fmla="*/ 0 h 360"/>
                  <a:gd name="T2" fmla="*/ 0 w 283"/>
                  <a:gd name="T3" fmla="*/ 0 h 360"/>
                  <a:gd name="T4" fmla="*/ 0 w 283"/>
                  <a:gd name="T5" fmla="*/ 159 h 360"/>
                  <a:gd name="T6" fmla="*/ 53 w 283"/>
                  <a:gd name="T7" fmla="*/ 159 h 360"/>
                  <a:gd name="T8" fmla="*/ 53 w 283"/>
                  <a:gd name="T9" fmla="*/ 159 h 360"/>
                  <a:gd name="T10" fmla="*/ 53 w 283"/>
                  <a:gd name="T11" fmla="*/ 159 h 360"/>
                  <a:gd name="T12" fmla="*/ 78 w 283"/>
                  <a:gd name="T13" fmla="*/ 161 h 360"/>
                  <a:gd name="T14" fmla="*/ 100 w 283"/>
                  <a:gd name="T15" fmla="*/ 164 h 360"/>
                  <a:gd name="T16" fmla="*/ 121 w 283"/>
                  <a:gd name="T17" fmla="*/ 169 h 360"/>
                  <a:gd name="T18" fmla="*/ 144 w 283"/>
                  <a:gd name="T19" fmla="*/ 175 h 360"/>
                  <a:gd name="T20" fmla="*/ 163 w 283"/>
                  <a:gd name="T21" fmla="*/ 183 h 360"/>
                  <a:gd name="T22" fmla="*/ 182 w 283"/>
                  <a:gd name="T23" fmla="*/ 193 h 360"/>
                  <a:gd name="T24" fmla="*/ 200 w 283"/>
                  <a:gd name="T25" fmla="*/ 206 h 360"/>
                  <a:gd name="T26" fmla="*/ 216 w 283"/>
                  <a:gd name="T27" fmla="*/ 219 h 360"/>
                  <a:gd name="T28" fmla="*/ 230 w 283"/>
                  <a:gd name="T29" fmla="*/ 232 h 360"/>
                  <a:gd name="T30" fmla="*/ 245 w 283"/>
                  <a:gd name="T31" fmla="*/ 248 h 360"/>
                  <a:gd name="T32" fmla="*/ 256 w 283"/>
                  <a:gd name="T33" fmla="*/ 264 h 360"/>
                  <a:gd name="T34" fmla="*/ 266 w 283"/>
                  <a:gd name="T35" fmla="*/ 282 h 360"/>
                  <a:gd name="T36" fmla="*/ 274 w 283"/>
                  <a:gd name="T37" fmla="*/ 301 h 360"/>
                  <a:gd name="T38" fmla="*/ 279 w 283"/>
                  <a:gd name="T39" fmla="*/ 320 h 360"/>
                  <a:gd name="T40" fmla="*/ 282 w 283"/>
                  <a:gd name="T41" fmla="*/ 339 h 360"/>
                  <a:gd name="T42" fmla="*/ 283 w 283"/>
                  <a:gd name="T43" fmla="*/ 360 h 360"/>
                  <a:gd name="T44" fmla="*/ 283 w 283"/>
                  <a:gd name="T45" fmla="*/ 201 h 360"/>
                  <a:gd name="T46" fmla="*/ 283 w 283"/>
                  <a:gd name="T47" fmla="*/ 201 h 360"/>
                  <a:gd name="T48" fmla="*/ 282 w 283"/>
                  <a:gd name="T49" fmla="*/ 180 h 360"/>
                  <a:gd name="T50" fmla="*/ 279 w 283"/>
                  <a:gd name="T51" fmla="*/ 161 h 360"/>
                  <a:gd name="T52" fmla="*/ 274 w 283"/>
                  <a:gd name="T53" fmla="*/ 142 h 360"/>
                  <a:gd name="T54" fmla="*/ 266 w 283"/>
                  <a:gd name="T55" fmla="*/ 122 h 360"/>
                  <a:gd name="T56" fmla="*/ 256 w 283"/>
                  <a:gd name="T57" fmla="*/ 105 h 360"/>
                  <a:gd name="T58" fmla="*/ 245 w 283"/>
                  <a:gd name="T59" fmla="*/ 89 h 360"/>
                  <a:gd name="T60" fmla="*/ 230 w 283"/>
                  <a:gd name="T61" fmla="*/ 73 h 360"/>
                  <a:gd name="T62" fmla="*/ 216 w 283"/>
                  <a:gd name="T63" fmla="*/ 60 h 360"/>
                  <a:gd name="T64" fmla="*/ 200 w 283"/>
                  <a:gd name="T65" fmla="*/ 47 h 360"/>
                  <a:gd name="T66" fmla="*/ 182 w 283"/>
                  <a:gd name="T67" fmla="*/ 34 h 360"/>
                  <a:gd name="T68" fmla="*/ 163 w 283"/>
                  <a:gd name="T69" fmla="*/ 24 h 360"/>
                  <a:gd name="T70" fmla="*/ 144 w 283"/>
                  <a:gd name="T71" fmla="*/ 16 h 360"/>
                  <a:gd name="T72" fmla="*/ 121 w 283"/>
                  <a:gd name="T73" fmla="*/ 10 h 360"/>
                  <a:gd name="T74" fmla="*/ 100 w 283"/>
                  <a:gd name="T75" fmla="*/ 5 h 360"/>
                  <a:gd name="T76" fmla="*/ 78 w 283"/>
                  <a:gd name="T77" fmla="*/ 2 h 360"/>
                  <a:gd name="T78" fmla="*/ 53 w 283"/>
                  <a:gd name="T79" fmla="*/ 0 h 360"/>
                  <a:gd name="T80" fmla="*/ 53 w 283"/>
                  <a:gd name="T81"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3" h="360">
                    <a:moveTo>
                      <a:pt x="53" y="0"/>
                    </a:moveTo>
                    <a:lnTo>
                      <a:pt x="0" y="0"/>
                    </a:lnTo>
                    <a:lnTo>
                      <a:pt x="0" y="159"/>
                    </a:lnTo>
                    <a:lnTo>
                      <a:pt x="53" y="159"/>
                    </a:lnTo>
                    <a:lnTo>
                      <a:pt x="53" y="159"/>
                    </a:lnTo>
                    <a:lnTo>
                      <a:pt x="53" y="159"/>
                    </a:lnTo>
                    <a:lnTo>
                      <a:pt x="78" y="161"/>
                    </a:lnTo>
                    <a:lnTo>
                      <a:pt x="100" y="164"/>
                    </a:lnTo>
                    <a:lnTo>
                      <a:pt x="121" y="169"/>
                    </a:lnTo>
                    <a:lnTo>
                      <a:pt x="144" y="175"/>
                    </a:lnTo>
                    <a:lnTo>
                      <a:pt x="163" y="183"/>
                    </a:lnTo>
                    <a:lnTo>
                      <a:pt x="182" y="193"/>
                    </a:lnTo>
                    <a:lnTo>
                      <a:pt x="200" y="206"/>
                    </a:lnTo>
                    <a:lnTo>
                      <a:pt x="216" y="219"/>
                    </a:lnTo>
                    <a:lnTo>
                      <a:pt x="230" y="232"/>
                    </a:lnTo>
                    <a:lnTo>
                      <a:pt x="245" y="248"/>
                    </a:lnTo>
                    <a:lnTo>
                      <a:pt x="256" y="264"/>
                    </a:lnTo>
                    <a:lnTo>
                      <a:pt x="266" y="282"/>
                    </a:lnTo>
                    <a:lnTo>
                      <a:pt x="274" y="301"/>
                    </a:lnTo>
                    <a:lnTo>
                      <a:pt x="279" y="320"/>
                    </a:lnTo>
                    <a:lnTo>
                      <a:pt x="282" y="339"/>
                    </a:lnTo>
                    <a:lnTo>
                      <a:pt x="283" y="360"/>
                    </a:lnTo>
                    <a:lnTo>
                      <a:pt x="283" y="201"/>
                    </a:lnTo>
                    <a:lnTo>
                      <a:pt x="283" y="201"/>
                    </a:lnTo>
                    <a:lnTo>
                      <a:pt x="282" y="180"/>
                    </a:lnTo>
                    <a:lnTo>
                      <a:pt x="279" y="161"/>
                    </a:lnTo>
                    <a:lnTo>
                      <a:pt x="274" y="142"/>
                    </a:lnTo>
                    <a:lnTo>
                      <a:pt x="266" y="122"/>
                    </a:lnTo>
                    <a:lnTo>
                      <a:pt x="256" y="105"/>
                    </a:lnTo>
                    <a:lnTo>
                      <a:pt x="245" y="89"/>
                    </a:lnTo>
                    <a:lnTo>
                      <a:pt x="230" y="73"/>
                    </a:lnTo>
                    <a:lnTo>
                      <a:pt x="216" y="60"/>
                    </a:lnTo>
                    <a:lnTo>
                      <a:pt x="200" y="47"/>
                    </a:lnTo>
                    <a:lnTo>
                      <a:pt x="182" y="34"/>
                    </a:lnTo>
                    <a:lnTo>
                      <a:pt x="163" y="24"/>
                    </a:lnTo>
                    <a:lnTo>
                      <a:pt x="144" y="16"/>
                    </a:lnTo>
                    <a:lnTo>
                      <a:pt x="121" y="10"/>
                    </a:lnTo>
                    <a:lnTo>
                      <a:pt x="100" y="5"/>
                    </a:lnTo>
                    <a:lnTo>
                      <a:pt x="78" y="2"/>
                    </a:lnTo>
                    <a:lnTo>
                      <a:pt x="53" y="0"/>
                    </a:lnTo>
                    <a:lnTo>
                      <a:pt x="53" y="0"/>
                    </a:ln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grpSp>
          <p:nvGrpSpPr>
            <p:cNvPr id="113" name="Group 112"/>
            <p:cNvGrpSpPr/>
            <p:nvPr/>
          </p:nvGrpSpPr>
          <p:grpSpPr>
            <a:xfrm>
              <a:off x="8355442" y="5873226"/>
              <a:ext cx="1977461" cy="1441897"/>
              <a:chOff x="2157836" y="3857165"/>
              <a:chExt cx="1977461" cy="1441897"/>
            </a:xfrm>
          </p:grpSpPr>
          <p:sp>
            <p:nvSpPr>
              <p:cNvPr id="114" name="Freeform 31"/>
              <p:cNvSpPr>
                <a:spLocks/>
              </p:cNvSpPr>
              <p:nvPr/>
            </p:nvSpPr>
            <p:spPr bwMode="auto">
              <a:xfrm>
                <a:off x="3545663" y="4624460"/>
                <a:ext cx="589634" cy="674602"/>
              </a:xfrm>
              <a:custGeom>
                <a:avLst/>
                <a:gdLst>
                  <a:gd name="T0" fmla="*/ 459 w 459"/>
                  <a:gd name="T1" fmla="*/ 0 h 525"/>
                  <a:gd name="T2" fmla="*/ 0 w 459"/>
                  <a:gd name="T3" fmla="*/ 365 h 525"/>
                  <a:gd name="T4" fmla="*/ 0 w 459"/>
                  <a:gd name="T5" fmla="*/ 378 h 525"/>
                  <a:gd name="T6" fmla="*/ 0 w 459"/>
                  <a:gd name="T7" fmla="*/ 525 h 525"/>
                  <a:gd name="T8" fmla="*/ 459 w 459"/>
                  <a:gd name="T9" fmla="*/ 160 h 525"/>
                  <a:gd name="T10" fmla="*/ 459 w 459"/>
                  <a:gd name="T11" fmla="*/ 0 h 525"/>
                </a:gdLst>
                <a:ahLst/>
                <a:cxnLst>
                  <a:cxn ang="0">
                    <a:pos x="T0" y="T1"/>
                  </a:cxn>
                  <a:cxn ang="0">
                    <a:pos x="T2" y="T3"/>
                  </a:cxn>
                  <a:cxn ang="0">
                    <a:pos x="T4" y="T5"/>
                  </a:cxn>
                  <a:cxn ang="0">
                    <a:pos x="T6" y="T7"/>
                  </a:cxn>
                  <a:cxn ang="0">
                    <a:pos x="T8" y="T9"/>
                  </a:cxn>
                  <a:cxn ang="0">
                    <a:pos x="T10" y="T11"/>
                  </a:cxn>
                </a:cxnLst>
                <a:rect l="0" t="0" r="r" b="b"/>
                <a:pathLst>
                  <a:path w="459" h="525">
                    <a:moveTo>
                      <a:pt x="459" y="0"/>
                    </a:moveTo>
                    <a:lnTo>
                      <a:pt x="0" y="365"/>
                    </a:lnTo>
                    <a:lnTo>
                      <a:pt x="0" y="378"/>
                    </a:lnTo>
                    <a:lnTo>
                      <a:pt x="0" y="525"/>
                    </a:lnTo>
                    <a:lnTo>
                      <a:pt x="459" y="160"/>
                    </a:lnTo>
                    <a:lnTo>
                      <a:pt x="459" y="0"/>
                    </a:ln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5" name="Freeform 32"/>
              <p:cNvSpPr>
                <a:spLocks/>
              </p:cNvSpPr>
              <p:nvPr/>
            </p:nvSpPr>
            <p:spPr bwMode="auto">
              <a:xfrm>
                <a:off x="3545663" y="4153268"/>
                <a:ext cx="589634" cy="939809"/>
              </a:xfrm>
              <a:custGeom>
                <a:avLst/>
                <a:gdLst>
                  <a:gd name="T0" fmla="*/ 0 w 459"/>
                  <a:gd name="T1" fmla="*/ 0 h 730"/>
                  <a:gd name="T2" fmla="*/ 0 w 459"/>
                  <a:gd name="T3" fmla="*/ 179 h 730"/>
                  <a:gd name="T4" fmla="*/ 0 w 459"/>
                  <a:gd name="T5" fmla="*/ 584 h 730"/>
                  <a:gd name="T6" fmla="*/ 0 w 459"/>
                  <a:gd name="T7" fmla="*/ 730 h 730"/>
                  <a:gd name="T8" fmla="*/ 459 w 459"/>
                  <a:gd name="T9" fmla="*/ 365 h 730"/>
                  <a:gd name="T10" fmla="*/ 0 w 459"/>
                  <a:gd name="T11" fmla="*/ 0 h 730"/>
                </a:gdLst>
                <a:ahLst/>
                <a:cxnLst>
                  <a:cxn ang="0">
                    <a:pos x="T0" y="T1"/>
                  </a:cxn>
                  <a:cxn ang="0">
                    <a:pos x="T2" y="T3"/>
                  </a:cxn>
                  <a:cxn ang="0">
                    <a:pos x="T4" y="T5"/>
                  </a:cxn>
                  <a:cxn ang="0">
                    <a:pos x="T6" y="T7"/>
                  </a:cxn>
                  <a:cxn ang="0">
                    <a:pos x="T8" y="T9"/>
                  </a:cxn>
                  <a:cxn ang="0">
                    <a:pos x="T10" y="T11"/>
                  </a:cxn>
                </a:cxnLst>
                <a:rect l="0" t="0" r="r" b="b"/>
                <a:pathLst>
                  <a:path w="459" h="730">
                    <a:moveTo>
                      <a:pt x="0" y="0"/>
                    </a:moveTo>
                    <a:lnTo>
                      <a:pt x="0" y="179"/>
                    </a:lnTo>
                    <a:lnTo>
                      <a:pt x="0" y="584"/>
                    </a:lnTo>
                    <a:lnTo>
                      <a:pt x="0" y="730"/>
                    </a:lnTo>
                    <a:lnTo>
                      <a:pt x="459" y="365"/>
                    </a:lnTo>
                    <a:lnTo>
                      <a:pt x="0"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6" name="Rectangle 33"/>
              <p:cNvSpPr>
                <a:spLocks noChangeArrowheads="1"/>
              </p:cNvSpPr>
              <p:nvPr/>
            </p:nvSpPr>
            <p:spPr bwMode="auto">
              <a:xfrm>
                <a:off x="3133690" y="4902540"/>
                <a:ext cx="442868" cy="205985"/>
              </a:xfrm>
              <a:prstGeom prst="rect">
                <a:avLst/>
              </a:prstGeom>
              <a:solidFill>
                <a:schemeClr val="accent6">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7" name="Freeform 34"/>
              <p:cNvSpPr>
                <a:spLocks/>
              </p:cNvSpPr>
              <p:nvPr/>
            </p:nvSpPr>
            <p:spPr bwMode="auto">
              <a:xfrm>
                <a:off x="2157836" y="4124945"/>
                <a:ext cx="975856" cy="983580"/>
              </a:xfrm>
              <a:custGeom>
                <a:avLst/>
                <a:gdLst>
                  <a:gd name="T0" fmla="*/ 0 w 759"/>
                  <a:gd name="T1" fmla="*/ 159 h 764"/>
                  <a:gd name="T2" fmla="*/ 2 w 759"/>
                  <a:gd name="T3" fmla="*/ 190 h 764"/>
                  <a:gd name="T4" fmla="*/ 10 w 759"/>
                  <a:gd name="T5" fmla="*/ 251 h 764"/>
                  <a:gd name="T6" fmla="*/ 24 w 759"/>
                  <a:gd name="T7" fmla="*/ 310 h 764"/>
                  <a:gd name="T8" fmla="*/ 47 w 759"/>
                  <a:gd name="T9" fmla="*/ 367 h 764"/>
                  <a:gd name="T10" fmla="*/ 76 w 759"/>
                  <a:gd name="T11" fmla="*/ 421 h 764"/>
                  <a:gd name="T12" fmla="*/ 111 w 759"/>
                  <a:gd name="T13" fmla="*/ 473 h 764"/>
                  <a:gd name="T14" fmla="*/ 151 w 759"/>
                  <a:gd name="T15" fmla="*/ 521 h 764"/>
                  <a:gd name="T16" fmla="*/ 198 w 759"/>
                  <a:gd name="T17" fmla="*/ 564 h 764"/>
                  <a:gd name="T18" fmla="*/ 250 w 759"/>
                  <a:gd name="T19" fmla="*/ 606 h 764"/>
                  <a:gd name="T20" fmla="*/ 306 w 759"/>
                  <a:gd name="T21" fmla="*/ 643 h 764"/>
                  <a:gd name="T22" fmla="*/ 365 w 759"/>
                  <a:gd name="T23" fmla="*/ 675 h 764"/>
                  <a:gd name="T24" fmla="*/ 431 w 759"/>
                  <a:gd name="T25" fmla="*/ 704 h 764"/>
                  <a:gd name="T26" fmla="*/ 499 w 759"/>
                  <a:gd name="T27" fmla="*/ 727 h 764"/>
                  <a:gd name="T28" fmla="*/ 570 w 759"/>
                  <a:gd name="T29" fmla="*/ 744 h 764"/>
                  <a:gd name="T30" fmla="*/ 644 w 759"/>
                  <a:gd name="T31" fmla="*/ 756 h 764"/>
                  <a:gd name="T32" fmla="*/ 721 w 759"/>
                  <a:gd name="T33" fmla="*/ 762 h 764"/>
                  <a:gd name="T34" fmla="*/ 759 w 759"/>
                  <a:gd name="T35" fmla="*/ 604 h 764"/>
                  <a:gd name="T36" fmla="*/ 721 w 759"/>
                  <a:gd name="T37" fmla="*/ 603 h 764"/>
                  <a:gd name="T38" fmla="*/ 644 w 759"/>
                  <a:gd name="T39" fmla="*/ 596 h 764"/>
                  <a:gd name="T40" fmla="*/ 570 w 759"/>
                  <a:gd name="T41" fmla="*/ 585 h 764"/>
                  <a:gd name="T42" fmla="*/ 499 w 759"/>
                  <a:gd name="T43" fmla="*/ 568 h 764"/>
                  <a:gd name="T44" fmla="*/ 431 w 759"/>
                  <a:gd name="T45" fmla="*/ 543 h 764"/>
                  <a:gd name="T46" fmla="*/ 365 w 759"/>
                  <a:gd name="T47" fmla="*/ 516 h 764"/>
                  <a:gd name="T48" fmla="*/ 306 w 759"/>
                  <a:gd name="T49" fmla="*/ 484 h 764"/>
                  <a:gd name="T50" fmla="*/ 250 w 759"/>
                  <a:gd name="T51" fmla="*/ 447 h 764"/>
                  <a:gd name="T52" fmla="*/ 198 w 759"/>
                  <a:gd name="T53" fmla="*/ 405 h 764"/>
                  <a:gd name="T54" fmla="*/ 151 w 759"/>
                  <a:gd name="T55" fmla="*/ 362 h 764"/>
                  <a:gd name="T56" fmla="*/ 111 w 759"/>
                  <a:gd name="T57" fmla="*/ 313 h 764"/>
                  <a:gd name="T58" fmla="*/ 76 w 759"/>
                  <a:gd name="T59" fmla="*/ 262 h 764"/>
                  <a:gd name="T60" fmla="*/ 47 w 759"/>
                  <a:gd name="T61" fmla="*/ 207 h 764"/>
                  <a:gd name="T62" fmla="*/ 24 w 759"/>
                  <a:gd name="T63" fmla="*/ 151 h 764"/>
                  <a:gd name="T64" fmla="*/ 10 w 759"/>
                  <a:gd name="T65" fmla="*/ 92 h 764"/>
                  <a:gd name="T66" fmla="*/ 2 w 759"/>
                  <a:gd name="T67" fmla="*/ 31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59" h="764">
                    <a:moveTo>
                      <a:pt x="0" y="0"/>
                    </a:moveTo>
                    <a:lnTo>
                      <a:pt x="0" y="159"/>
                    </a:lnTo>
                    <a:lnTo>
                      <a:pt x="0" y="159"/>
                    </a:lnTo>
                    <a:lnTo>
                      <a:pt x="2" y="190"/>
                    </a:lnTo>
                    <a:lnTo>
                      <a:pt x="5" y="220"/>
                    </a:lnTo>
                    <a:lnTo>
                      <a:pt x="10" y="251"/>
                    </a:lnTo>
                    <a:lnTo>
                      <a:pt x="16" y="281"/>
                    </a:lnTo>
                    <a:lnTo>
                      <a:pt x="24" y="310"/>
                    </a:lnTo>
                    <a:lnTo>
                      <a:pt x="36" y="339"/>
                    </a:lnTo>
                    <a:lnTo>
                      <a:pt x="47" y="367"/>
                    </a:lnTo>
                    <a:lnTo>
                      <a:pt x="60" y="394"/>
                    </a:lnTo>
                    <a:lnTo>
                      <a:pt x="76" y="421"/>
                    </a:lnTo>
                    <a:lnTo>
                      <a:pt x="92" y="447"/>
                    </a:lnTo>
                    <a:lnTo>
                      <a:pt x="111" y="473"/>
                    </a:lnTo>
                    <a:lnTo>
                      <a:pt x="130" y="497"/>
                    </a:lnTo>
                    <a:lnTo>
                      <a:pt x="151" y="521"/>
                    </a:lnTo>
                    <a:lnTo>
                      <a:pt x="174" y="543"/>
                    </a:lnTo>
                    <a:lnTo>
                      <a:pt x="198" y="564"/>
                    </a:lnTo>
                    <a:lnTo>
                      <a:pt x="224" y="585"/>
                    </a:lnTo>
                    <a:lnTo>
                      <a:pt x="250" y="606"/>
                    </a:lnTo>
                    <a:lnTo>
                      <a:pt x="277" y="625"/>
                    </a:lnTo>
                    <a:lnTo>
                      <a:pt x="306" y="643"/>
                    </a:lnTo>
                    <a:lnTo>
                      <a:pt x="335" y="659"/>
                    </a:lnTo>
                    <a:lnTo>
                      <a:pt x="365" y="675"/>
                    </a:lnTo>
                    <a:lnTo>
                      <a:pt x="397" y="690"/>
                    </a:lnTo>
                    <a:lnTo>
                      <a:pt x="431" y="704"/>
                    </a:lnTo>
                    <a:lnTo>
                      <a:pt x="463" y="715"/>
                    </a:lnTo>
                    <a:lnTo>
                      <a:pt x="499" y="727"/>
                    </a:lnTo>
                    <a:lnTo>
                      <a:pt x="534" y="736"/>
                    </a:lnTo>
                    <a:lnTo>
                      <a:pt x="570" y="744"/>
                    </a:lnTo>
                    <a:lnTo>
                      <a:pt x="607" y="751"/>
                    </a:lnTo>
                    <a:lnTo>
                      <a:pt x="644" y="756"/>
                    </a:lnTo>
                    <a:lnTo>
                      <a:pt x="682" y="760"/>
                    </a:lnTo>
                    <a:lnTo>
                      <a:pt x="721" y="762"/>
                    </a:lnTo>
                    <a:lnTo>
                      <a:pt x="759" y="764"/>
                    </a:lnTo>
                    <a:lnTo>
                      <a:pt x="759" y="604"/>
                    </a:lnTo>
                    <a:lnTo>
                      <a:pt x="759" y="604"/>
                    </a:lnTo>
                    <a:lnTo>
                      <a:pt x="721" y="603"/>
                    </a:lnTo>
                    <a:lnTo>
                      <a:pt x="682" y="601"/>
                    </a:lnTo>
                    <a:lnTo>
                      <a:pt x="644" y="596"/>
                    </a:lnTo>
                    <a:lnTo>
                      <a:pt x="607" y="592"/>
                    </a:lnTo>
                    <a:lnTo>
                      <a:pt x="570" y="585"/>
                    </a:lnTo>
                    <a:lnTo>
                      <a:pt x="534" y="577"/>
                    </a:lnTo>
                    <a:lnTo>
                      <a:pt x="499" y="568"/>
                    </a:lnTo>
                    <a:lnTo>
                      <a:pt x="463" y="556"/>
                    </a:lnTo>
                    <a:lnTo>
                      <a:pt x="431" y="543"/>
                    </a:lnTo>
                    <a:lnTo>
                      <a:pt x="397" y="531"/>
                    </a:lnTo>
                    <a:lnTo>
                      <a:pt x="365" y="516"/>
                    </a:lnTo>
                    <a:lnTo>
                      <a:pt x="335" y="500"/>
                    </a:lnTo>
                    <a:lnTo>
                      <a:pt x="306" y="484"/>
                    </a:lnTo>
                    <a:lnTo>
                      <a:pt x="277" y="466"/>
                    </a:lnTo>
                    <a:lnTo>
                      <a:pt x="250" y="447"/>
                    </a:lnTo>
                    <a:lnTo>
                      <a:pt x="224" y="426"/>
                    </a:lnTo>
                    <a:lnTo>
                      <a:pt x="198" y="405"/>
                    </a:lnTo>
                    <a:lnTo>
                      <a:pt x="174" y="384"/>
                    </a:lnTo>
                    <a:lnTo>
                      <a:pt x="151" y="362"/>
                    </a:lnTo>
                    <a:lnTo>
                      <a:pt x="130" y="338"/>
                    </a:lnTo>
                    <a:lnTo>
                      <a:pt x="111" y="313"/>
                    </a:lnTo>
                    <a:lnTo>
                      <a:pt x="92" y="288"/>
                    </a:lnTo>
                    <a:lnTo>
                      <a:pt x="76" y="262"/>
                    </a:lnTo>
                    <a:lnTo>
                      <a:pt x="60" y="235"/>
                    </a:lnTo>
                    <a:lnTo>
                      <a:pt x="47" y="207"/>
                    </a:lnTo>
                    <a:lnTo>
                      <a:pt x="36" y="180"/>
                    </a:lnTo>
                    <a:lnTo>
                      <a:pt x="24" y="151"/>
                    </a:lnTo>
                    <a:lnTo>
                      <a:pt x="16" y="122"/>
                    </a:lnTo>
                    <a:lnTo>
                      <a:pt x="10" y="92"/>
                    </a:lnTo>
                    <a:lnTo>
                      <a:pt x="5" y="61"/>
                    </a:lnTo>
                    <a:lnTo>
                      <a:pt x="2" y="31"/>
                    </a:lnTo>
                    <a:lnTo>
                      <a:pt x="0" y="0"/>
                    </a:ln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8" name="Freeform 35"/>
              <p:cNvSpPr>
                <a:spLocks/>
              </p:cNvSpPr>
              <p:nvPr/>
            </p:nvSpPr>
            <p:spPr bwMode="auto">
              <a:xfrm>
                <a:off x="2157836" y="4124945"/>
                <a:ext cx="975856" cy="983580"/>
              </a:xfrm>
              <a:custGeom>
                <a:avLst/>
                <a:gdLst>
                  <a:gd name="T0" fmla="*/ 0 w 759"/>
                  <a:gd name="T1" fmla="*/ 159 h 764"/>
                  <a:gd name="T2" fmla="*/ 2 w 759"/>
                  <a:gd name="T3" fmla="*/ 190 h 764"/>
                  <a:gd name="T4" fmla="*/ 10 w 759"/>
                  <a:gd name="T5" fmla="*/ 251 h 764"/>
                  <a:gd name="T6" fmla="*/ 24 w 759"/>
                  <a:gd name="T7" fmla="*/ 310 h 764"/>
                  <a:gd name="T8" fmla="*/ 47 w 759"/>
                  <a:gd name="T9" fmla="*/ 367 h 764"/>
                  <a:gd name="T10" fmla="*/ 76 w 759"/>
                  <a:gd name="T11" fmla="*/ 421 h 764"/>
                  <a:gd name="T12" fmla="*/ 111 w 759"/>
                  <a:gd name="T13" fmla="*/ 473 h 764"/>
                  <a:gd name="T14" fmla="*/ 151 w 759"/>
                  <a:gd name="T15" fmla="*/ 521 h 764"/>
                  <a:gd name="T16" fmla="*/ 198 w 759"/>
                  <a:gd name="T17" fmla="*/ 564 h 764"/>
                  <a:gd name="T18" fmla="*/ 250 w 759"/>
                  <a:gd name="T19" fmla="*/ 606 h 764"/>
                  <a:gd name="T20" fmla="*/ 306 w 759"/>
                  <a:gd name="T21" fmla="*/ 643 h 764"/>
                  <a:gd name="T22" fmla="*/ 365 w 759"/>
                  <a:gd name="T23" fmla="*/ 675 h 764"/>
                  <a:gd name="T24" fmla="*/ 431 w 759"/>
                  <a:gd name="T25" fmla="*/ 704 h 764"/>
                  <a:gd name="T26" fmla="*/ 499 w 759"/>
                  <a:gd name="T27" fmla="*/ 727 h 764"/>
                  <a:gd name="T28" fmla="*/ 570 w 759"/>
                  <a:gd name="T29" fmla="*/ 744 h 764"/>
                  <a:gd name="T30" fmla="*/ 644 w 759"/>
                  <a:gd name="T31" fmla="*/ 756 h 764"/>
                  <a:gd name="T32" fmla="*/ 721 w 759"/>
                  <a:gd name="T33" fmla="*/ 762 h 764"/>
                  <a:gd name="T34" fmla="*/ 759 w 759"/>
                  <a:gd name="T35" fmla="*/ 604 h 764"/>
                  <a:gd name="T36" fmla="*/ 721 w 759"/>
                  <a:gd name="T37" fmla="*/ 603 h 764"/>
                  <a:gd name="T38" fmla="*/ 644 w 759"/>
                  <a:gd name="T39" fmla="*/ 596 h 764"/>
                  <a:gd name="T40" fmla="*/ 570 w 759"/>
                  <a:gd name="T41" fmla="*/ 585 h 764"/>
                  <a:gd name="T42" fmla="*/ 499 w 759"/>
                  <a:gd name="T43" fmla="*/ 568 h 764"/>
                  <a:gd name="T44" fmla="*/ 431 w 759"/>
                  <a:gd name="T45" fmla="*/ 543 h 764"/>
                  <a:gd name="T46" fmla="*/ 365 w 759"/>
                  <a:gd name="T47" fmla="*/ 516 h 764"/>
                  <a:gd name="T48" fmla="*/ 306 w 759"/>
                  <a:gd name="T49" fmla="*/ 484 h 764"/>
                  <a:gd name="T50" fmla="*/ 250 w 759"/>
                  <a:gd name="T51" fmla="*/ 447 h 764"/>
                  <a:gd name="T52" fmla="*/ 198 w 759"/>
                  <a:gd name="T53" fmla="*/ 405 h 764"/>
                  <a:gd name="T54" fmla="*/ 151 w 759"/>
                  <a:gd name="T55" fmla="*/ 362 h 764"/>
                  <a:gd name="T56" fmla="*/ 111 w 759"/>
                  <a:gd name="T57" fmla="*/ 313 h 764"/>
                  <a:gd name="T58" fmla="*/ 76 w 759"/>
                  <a:gd name="T59" fmla="*/ 262 h 764"/>
                  <a:gd name="T60" fmla="*/ 47 w 759"/>
                  <a:gd name="T61" fmla="*/ 207 h 764"/>
                  <a:gd name="T62" fmla="*/ 24 w 759"/>
                  <a:gd name="T63" fmla="*/ 151 h 764"/>
                  <a:gd name="T64" fmla="*/ 10 w 759"/>
                  <a:gd name="T65" fmla="*/ 92 h 764"/>
                  <a:gd name="T66" fmla="*/ 2 w 759"/>
                  <a:gd name="T67" fmla="*/ 31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59" h="764">
                    <a:moveTo>
                      <a:pt x="0" y="0"/>
                    </a:moveTo>
                    <a:lnTo>
                      <a:pt x="0" y="159"/>
                    </a:lnTo>
                    <a:lnTo>
                      <a:pt x="0" y="159"/>
                    </a:lnTo>
                    <a:lnTo>
                      <a:pt x="2" y="190"/>
                    </a:lnTo>
                    <a:lnTo>
                      <a:pt x="5" y="220"/>
                    </a:lnTo>
                    <a:lnTo>
                      <a:pt x="10" y="251"/>
                    </a:lnTo>
                    <a:lnTo>
                      <a:pt x="16" y="281"/>
                    </a:lnTo>
                    <a:lnTo>
                      <a:pt x="24" y="310"/>
                    </a:lnTo>
                    <a:lnTo>
                      <a:pt x="36" y="339"/>
                    </a:lnTo>
                    <a:lnTo>
                      <a:pt x="47" y="367"/>
                    </a:lnTo>
                    <a:lnTo>
                      <a:pt x="60" y="394"/>
                    </a:lnTo>
                    <a:lnTo>
                      <a:pt x="76" y="421"/>
                    </a:lnTo>
                    <a:lnTo>
                      <a:pt x="92" y="447"/>
                    </a:lnTo>
                    <a:lnTo>
                      <a:pt x="111" y="473"/>
                    </a:lnTo>
                    <a:lnTo>
                      <a:pt x="130" y="497"/>
                    </a:lnTo>
                    <a:lnTo>
                      <a:pt x="151" y="521"/>
                    </a:lnTo>
                    <a:lnTo>
                      <a:pt x="174" y="543"/>
                    </a:lnTo>
                    <a:lnTo>
                      <a:pt x="198" y="564"/>
                    </a:lnTo>
                    <a:lnTo>
                      <a:pt x="224" y="585"/>
                    </a:lnTo>
                    <a:lnTo>
                      <a:pt x="250" y="606"/>
                    </a:lnTo>
                    <a:lnTo>
                      <a:pt x="277" y="625"/>
                    </a:lnTo>
                    <a:lnTo>
                      <a:pt x="306" y="643"/>
                    </a:lnTo>
                    <a:lnTo>
                      <a:pt x="335" y="659"/>
                    </a:lnTo>
                    <a:lnTo>
                      <a:pt x="365" y="675"/>
                    </a:lnTo>
                    <a:lnTo>
                      <a:pt x="397" y="690"/>
                    </a:lnTo>
                    <a:lnTo>
                      <a:pt x="431" y="704"/>
                    </a:lnTo>
                    <a:lnTo>
                      <a:pt x="463" y="715"/>
                    </a:lnTo>
                    <a:lnTo>
                      <a:pt x="499" y="727"/>
                    </a:lnTo>
                    <a:lnTo>
                      <a:pt x="534" y="736"/>
                    </a:lnTo>
                    <a:lnTo>
                      <a:pt x="570" y="744"/>
                    </a:lnTo>
                    <a:lnTo>
                      <a:pt x="607" y="751"/>
                    </a:lnTo>
                    <a:lnTo>
                      <a:pt x="644" y="756"/>
                    </a:lnTo>
                    <a:lnTo>
                      <a:pt x="682" y="760"/>
                    </a:lnTo>
                    <a:lnTo>
                      <a:pt x="721" y="762"/>
                    </a:lnTo>
                    <a:lnTo>
                      <a:pt x="759" y="764"/>
                    </a:lnTo>
                    <a:lnTo>
                      <a:pt x="759" y="604"/>
                    </a:lnTo>
                    <a:lnTo>
                      <a:pt x="759" y="604"/>
                    </a:lnTo>
                    <a:lnTo>
                      <a:pt x="721" y="603"/>
                    </a:lnTo>
                    <a:lnTo>
                      <a:pt x="682" y="601"/>
                    </a:lnTo>
                    <a:lnTo>
                      <a:pt x="644" y="596"/>
                    </a:lnTo>
                    <a:lnTo>
                      <a:pt x="607" y="592"/>
                    </a:lnTo>
                    <a:lnTo>
                      <a:pt x="570" y="585"/>
                    </a:lnTo>
                    <a:lnTo>
                      <a:pt x="534" y="577"/>
                    </a:lnTo>
                    <a:lnTo>
                      <a:pt x="499" y="568"/>
                    </a:lnTo>
                    <a:lnTo>
                      <a:pt x="463" y="556"/>
                    </a:lnTo>
                    <a:lnTo>
                      <a:pt x="431" y="543"/>
                    </a:lnTo>
                    <a:lnTo>
                      <a:pt x="397" y="531"/>
                    </a:lnTo>
                    <a:lnTo>
                      <a:pt x="365" y="516"/>
                    </a:lnTo>
                    <a:lnTo>
                      <a:pt x="335" y="500"/>
                    </a:lnTo>
                    <a:lnTo>
                      <a:pt x="306" y="484"/>
                    </a:lnTo>
                    <a:lnTo>
                      <a:pt x="277" y="466"/>
                    </a:lnTo>
                    <a:lnTo>
                      <a:pt x="250" y="447"/>
                    </a:lnTo>
                    <a:lnTo>
                      <a:pt x="224" y="426"/>
                    </a:lnTo>
                    <a:lnTo>
                      <a:pt x="198" y="405"/>
                    </a:lnTo>
                    <a:lnTo>
                      <a:pt x="174" y="384"/>
                    </a:lnTo>
                    <a:lnTo>
                      <a:pt x="151" y="362"/>
                    </a:lnTo>
                    <a:lnTo>
                      <a:pt x="130" y="338"/>
                    </a:lnTo>
                    <a:lnTo>
                      <a:pt x="111" y="313"/>
                    </a:lnTo>
                    <a:lnTo>
                      <a:pt x="92" y="288"/>
                    </a:lnTo>
                    <a:lnTo>
                      <a:pt x="76" y="262"/>
                    </a:lnTo>
                    <a:lnTo>
                      <a:pt x="60" y="235"/>
                    </a:lnTo>
                    <a:lnTo>
                      <a:pt x="47" y="207"/>
                    </a:lnTo>
                    <a:lnTo>
                      <a:pt x="36" y="180"/>
                    </a:lnTo>
                    <a:lnTo>
                      <a:pt x="24" y="151"/>
                    </a:lnTo>
                    <a:lnTo>
                      <a:pt x="16" y="122"/>
                    </a:lnTo>
                    <a:lnTo>
                      <a:pt x="10" y="92"/>
                    </a:lnTo>
                    <a:lnTo>
                      <a:pt x="5" y="61"/>
                    </a:lnTo>
                    <a:lnTo>
                      <a:pt x="2" y="31"/>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9" name="Freeform 36"/>
              <p:cNvSpPr>
                <a:spLocks/>
              </p:cNvSpPr>
              <p:nvPr/>
            </p:nvSpPr>
            <p:spPr bwMode="auto">
              <a:xfrm>
                <a:off x="2157836" y="3857165"/>
                <a:ext cx="1418724" cy="1045375"/>
              </a:xfrm>
              <a:custGeom>
                <a:avLst/>
                <a:gdLst>
                  <a:gd name="T0" fmla="*/ 508 w 1104"/>
                  <a:gd name="T1" fmla="*/ 207 h 811"/>
                  <a:gd name="T2" fmla="*/ 508 w 1104"/>
                  <a:gd name="T3" fmla="*/ 0 h 811"/>
                  <a:gd name="T4" fmla="*/ 251 w 1104"/>
                  <a:gd name="T5" fmla="*/ 204 h 811"/>
                  <a:gd name="T6" fmla="*/ 0 w 1104"/>
                  <a:gd name="T7" fmla="*/ 3 h 811"/>
                  <a:gd name="T8" fmla="*/ 0 w 1104"/>
                  <a:gd name="T9" fmla="*/ 207 h 811"/>
                  <a:gd name="T10" fmla="*/ 0 w 1104"/>
                  <a:gd name="T11" fmla="*/ 207 h 811"/>
                  <a:gd name="T12" fmla="*/ 2 w 1104"/>
                  <a:gd name="T13" fmla="*/ 238 h 811"/>
                  <a:gd name="T14" fmla="*/ 5 w 1104"/>
                  <a:gd name="T15" fmla="*/ 268 h 811"/>
                  <a:gd name="T16" fmla="*/ 10 w 1104"/>
                  <a:gd name="T17" fmla="*/ 299 h 811"/>
                  <a:gd name="T18" fmla="*/ 16 w 1104"/>
                  <a:gd name="T19" fmla="*/ 329 h 811"/>
                  <a:gd name="T20" fmla="*/ 24 w 1104"/>
                  <a:gd name="T21" fmla="*/ 358 h 811"/>
                  <a:gd name="T22" fmla="*/ 36 w 1104"/>
                  <a:gd name="T23" fmla="*/ 387 h 811"/>
                  <a:gd name="T24" fmla="*/ 47 w 1104"/>
                  <a:gd name="T25" fmla="*/ 414 h 811"/>
                  <a:gd name="T26" fmla="*/ 60 w 1104"/>
                  <a:gd name="T27" fmla="*/ 442 h 811"/>
                  <a:gd name="T28" fmla="*/ 76 w 1104"/>
                  <a:gd name="T29" fmla="*/ 469 h 811"/>
                  <a:gd name="T30" fmla="*/ 92 w 1104"/>
                  <a:gd name="T31" fmla="*/ 495 h 811"/>
                  <a:gd name="T32" fmla="*/ 111 w 1104"/>
                  <a:gd name="T33" fmla="*/ 520 h 811"/>
                  <a:gd name="T34" fmla="*/ 130 w 1104"/>
                  <a:gd name="T35" fmla="*/ 545 h 811"/>
                  <a:gd name="T36" fmla="*/ 151 w 1104"/>
                  <a:gd name="T37" fmla="*/ 569 h 811"/>
                  <a:gd name="T38" fmla="*/ 174 w 1104"/>
                  <a:gd name="T39" fmla="*/ 591 h 811"/>
                  <a:gd name="T40" fmla="*/ 198 w 1104"/>
                  <a:gd name="T41" fmla="*/ 612 h 811"/>
                  <a:gd name="T42" fmla="*/ 224 w 1104"/>
                  <a:gd name="T43" fmla="*/ 633 h 811"/>
                  <a:gd name="T44" fmla="*/ 250 w 1104"/>
                  <a:gd name="T45" fmla="*/ 654 h 811"/>
                  <a:gd name="T46" fmla="*/ 277 w 1104"/>
                  <a:gd name="T47" fmla="*/ 673 h 811"/>
                  <a:gd name="T48" fmla="*/ 306 w 1104"/>
                  <a:gd name="T49" fmla="*/ 691 h 811"/>
                  <a:gd name="T50" fmla="*/ 335 w 1104"/>
                  <a:gd name="T51" fmla="*/ 707 h 811"/>
                  <a:gd name="T52" fmla="*/ 365 w 1104"/>
                  <a:gd name="T53" fmla="*/ 723 h 811"/>
                  <a:gd name="T54" fmla="*/ 397 w 1104"/>
                  <a:gd name="T55" fmla="*/ 738 h 811"/>
                  <a:gd name="T56" fmla="*/ 431 w 1104"/>
                  <a:gd name="T57" fmla="*/ 750 h 811"/>
                  <a:gd name="T58" fmla="*/ 463 w 1104"/>
                  <a:gd name="T59" fmla="*/ 763 h 811"/>
                  <a:gd name="T60" fmla="*/ 499 w 1104"/>
                  <a:gd name="T61" fmla="*/ 775 h 811"/>
                  <a:gd name="T62" fmla="*/ 534 w 1104"/>
                  <a:gd name="T63" fmla="*/ 784 h 811"/>
                  <a:gd name="T64" fmla="*/ 570 w 1104"/>
                  <a:gd name="T65" fmla="*/ 792 h 811"/>
                  <a:gd name="T66" fmla="*/ 607 w 1104"/>
                  <a:gd name="T67" fmla="*/ 799 h 811"/>
                  <a:gd name="T68" fmla="*/ 644 w 1104"/>
                  <a:gd name="T69" fmla="*/ 803 h 811"/>
                  <a:gd name="T70" fmla="*/ 682 w 1104"/>
                  <a:gd name="T71" fmla="*/ 808 h 811"/>
                  <a:gd name="T72" fmla="*/ 721 w 1104"/>
                  <a:gd name="T73" fmla="*/ 810 h 811"/>
                  <a:gd name="T74" fmla="*/ 759 w 1104"/>
                  <a:gd name="T75" fmla="*/ 811 h 811"/>
                  <a:gd name="T76" fmla="*/ 1104 w 1104"/>
                  <a:gd name="T77" fmla="*/ 811 h 811"/>
                  <a:gd name="T78" fmla="*/ 1104 w 1104"/>
                  <a:gd name="T79" fmla="*/ 406 h 811"/>
                  <a:gd name="T80" fmla="*/ 759 w 1104"/>
                  <a:gd name="T81" fmla="*/ 406 h 811"/>
                  <a:gd name="T82" fmla="*/ 759 w 1104"/>
                  <a:gd name="T83" fmla="*/ 406 h 811"/>
                  <a:gd name="T84" fmla="*/ 734 w 1104"/>
                  <a:gd name="T85" fmla="*/ 406 h 811"/>
                  <a:gd name="T86" fmla="*/ 708 w 1104"/>
                  <a:gd name="T87" fmla="*/ 403 h 811"/>
                  <a:gd name="T88" fmla="*/ 684 w 1104"/>
                  <a:gd name="T89" fmla="*/ 398 h 811"/>
                  <a:gd name="T90" fmla="*/ 661 w 1104"/>
                  <a:gd name="T91" fmla="*/ 392 h 811"/>
                  <a:gd name="T92" fmla="*/ 639 w 1104"/>
                  <a:gd name="T93" fmla="*/ 382 h 811"/>
                  <a:gd name="T94" fmla="*/ 618 w 1104"/>
                  <a:gd name="T95" fmla="*/ 373 h 811"/>
                  <a:gd name="T96" fmla="*/ 599 w 1104"/>
                  <a:gd name="T97" fmla="*/ 361 h 811"/>
                  <a:gd name="T98" fmla="*/ 581 w 1104"/>
                  <a:gd name="T99" fmla="*/ 348 h 811"/>
                  <a:gd name="T100" fmla="*/ 565 w 1104"/>
                  <a:gd name="T101" fmla="*/ 334 h 811"/>
                  <a:gd name="T102" fmla="*/ 550 w 1104"/>
                  <a:gd name="T103" fmla="*/ 319 h 811"/>
                  <a:gd name="T104" fmla="*/ 537 w 1104"/>
                  <a:gd name="T105" fmla="*/ 302 h 811"/>
                  <a:gd name="T106" fmla="*/ 528 w 1104"/>
                  <a:gd name="T107" fmla="*/ 284 h 811"/>
                  <a:gd name="T108" fmla="*/ 520 w 1104"/>
                  <a:gd name="T109" fmla="*/ 266 h 811"/>
                  <a:gd name="T110" fmla="*/ 513 w 1104"/>
                  <a:gd name="T111" fmla="*/ 247 h 811"/>
                  <a:gd name="T112" fmla="*/ 508 w 1104"/>
                  <a:gd name="T113" fmla="*/ 228 h 811"/>
                  <a:gd name="T114" fmla="*/ 508 w 1104"/>
                  <a:gd name="T115" fmla="*/ 207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04" h="811">
                    <a:moveTo>
                      <a:pt x="508" y="207"/>
                    </a:moveTo>
                    <a:lnTo>
                      <a:pt x="508" y="0"/>
                    </a:lnTo>
                    <a:lnTo>
                      <a:pt x="251" y="204"/>
                    </a:lnTo>
                    <a:lnTo>
                      <a:pt x="0" y="3"/>
                    </a:lnTo>
                    <a:lnTo>
                      <a:pt x="0" y="207"/>
                    </a:lnTo>
                    <a:lnTo>
                      <a:pt x="0" y="207"/>
                    </a:lnTo>
                    <a:lnTo>
                      <a:pt x="2" y="238"/>
                    </a:lnTo>
                    <a:lnTo>
                      <a:pt x="5" y="268"/>
                    </a:lnTo>
                    <a:lnTo>
                      <a:pt x="10" y="299"/>
                    </a:lnTo>
                    <a:lnTo>
                      <a:pt x="16" y="329"/>
                    </a:lnTo>
                    <a:lnTo>
                      <a:pt x="24" y="358"/>
                    </a:lnTo>
                    <a:lnTo>
                      <a:pt x="36" y="387"/>
                    </a:lnTo>
                    <a:lnTo>
                      <a:pt x="47" y="414"/>
                    </a:lnTo>
                    <a:lnTo>
                      <a:pt x="60" y="442"/>
                    </a:lnTo>
                    <a:lnTo>
                      <a:pt x="76" y="469"/>
                    </a:lnTo>
                    <a:lnTo>
                      <a:pt x="92" y="495"/>
                    </a:lnTo>
                    <a:lnTo>
                      <a:pt x="111" y="520"/>
                    </a:lnTo>
                    <a:lnTo>
                      <a:pt x="130" y="545"/>
                    </a:lnTo>
                    <a:lnTo>
                      <a:pt x="151" y="569"/>
                    </a:lnTo>
                    <a:lnTo>
                      <a:pt x="174" y="591"/>
                    </a:lnTo>
                    <a:lnTo>
                      <a:pt x="198" y="612"/>
                    </a:lnTo>
                    <a:lnTo>
                      <a:pt x="224" y="633"/>
                    </a:lnTo>
                    <a:lnTo>
                      <a:pt x="250" y="654"/>
                    </a:lnTo>
                    <a:lnTo>
                      <a:pt x="277" y="673"/>
                    </a:lnTo>
                    <a:lnTo>
                      <a:pt x="306" y="691"/>
                    </a:lnTo>
                    <a:lnTo>
                      <a:pt x="335" y="707"/>
                    </a:lnTo>
                    <a:lnTo>
                      <a:pt x="365" y="723"/>
                    </a:lnTo>
                    <a:lnTo>
                      <a:pt x="397" y="738"/>
                    </a:lnTo>
                    <a:lnTo>
                      <a:pt x="431" y="750"/>
                    </a:lnTo>
                    <a:lnTo>
                      <a:pt x="463" y="763"/>
                    </a:lnTo>
                    <a:lnTo>
                      <a:pt x="499" y="775"/>
                    </a:lnTo>
                    <a:lnTo>
                      <a:pt x="534" y="784"/>
                    </a:lnTo>
                    <a:lnTo>
                      <a:pt x="570" y="792"/>
                    </a:lnTo>
                    <a:lnTo>
                      <a:pt x="607" y="799"/>
                    </a:lnTo>
                    <a:lnTo>
                      <a:pt x="644" y="803"/>
                    </a:lnTo>
                    <a:lnTo>
                      <a:pt x="682" y="808"/>
                    </a:lnTo>
                    <a:lnTo>
                      <a:pt x="721" y="810"/>
                    </a:lnTo>
                    <a:lnTo>
                      <a:pt x="759" y="811"/>
                    </a:lnTo>
                    <a:lnTo>
                      <a:pt x="1104" y="811"/>
                    </a:lnTo>
                    <a:lnTo>
                      <a:pt x="1104" y="406"/>
                    </a:lnTo>
                    <a:lnTo>
                      <a:pt x="759" y="406"/>
                    </a:lnTo>
                    <a:lnTo>
                      <a:pt x="759" y="406"/>
                    </a:lnTo>
                    <a:lnTo>
                      <a:pt x="734" y="406"/>
                    </a:lnTo>
                    <a:lnTo>
                      <a:pt x="708" y="403"/>
                    </a:lnTo>
                    <a:lnTo>
                      <a:pt x="684" y="398"/>
                    </a:lnTo>
                    <a:lnTo>
                      <a:pt x="661" y="392"/>
                    </a:lnTo>
                    <a:lnTo>
                      <a:pt x="639" y="382"/>
                    </a:lnTo>
                    <a:lnTo>
                      <a:pt x="618" y="373"/>
                    </a:lnTo>
                    <a:lnTo>
                      <a:pt x="599" y="361"/>
                    </a:lnTo>
                    <a:lnTo>
                      <a:pt x="581" y="348"/>
                    </a:lnTo>
                    <a:lnTo>
                      <a:pt x="565" y="334"/>
                    </a:lnTo>
                    <a:lnTo>
                      <a:pt x="550" y="319"/>
                    </a:lnTo>
                    <a:lnTo>
                      <a:pt x="537" y="302"/>
                    </a:lnTo>
                    <a:lnTo>
                      <a:pt x="528" y="284"/>
                    </a:lnTo>
                    <a:lnTo>
                      <a:pt x="520" y="266"/>
                    </a:lnTo>
                    <a:lnTo>
                      <a:pt x="513" y="247"/>
                    </a:lnTo>
                    <a:lnTo>
                      <a:pt x="508" y="228"/>
                    </a:lnTo>
                    <a:lnTo>
                      <a:pt x="508" y="207"/>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0" name="Freeform 37"/>
              <p:cNvSpPr>
                <a:spLocks/>
              </p:cNvSpPr>
              <p:nvPr/>
            </p:nvSpPr>
            <p:spPr bwMode="auto">
              <a:xfrm>
                <a:off x="2157836" y="3857165"/>
                <a:ext cx="1418724" cy="1045375"/>
              </a:xfrm>
              <a:custGeom>
                <a:avLst/>
                <a:gdLst>
                  <a:gd name="T0" fmla="*/ 508 w 1104"/>
                  <a:gd name="T1" fmla="*/ 207 h 811"/>
                  <a:gd name="T2" fmla="*/ 508 w 1104"/>
                  <a:gd name="T3" fmla="*/ 0 h 811"/>
                  <a:gd name="T4" fmla="*/ 251 w 1104"/>
                  <a:gd name="T5" fmla="*/ 204 h 811"/>
                  <a:gd name="T6" fmla="*/ 0 w 1104"/>
                  <a:gd name="T7" fmla="*/ 3 h 811"/>
                  <a:gd name="T8" fmla="*/ 0 w 1104"/>
                  <a:gd name="T9" fmla="*/ 207 h 811"/>
                  <a:gd name="T10" fmla="*/ 0 w 1104"/>
                  <a:gd name="T11" fmla="*/ 207 h 811"/>
                  <a:gd name="T12" fmla="*/ 2 w 1104"/>
                  <a:gd name="T13" fmla="*/ 238 h 811"/>
                  <a:gd name="T14" fmla="*/ 5 w 1104"/>
                  <a:gd name="T15" fmla="*/ 268 h 811"/>
                  <a:gd name="T16" fmla="*/ 10 w 1104"/>
                  <a:gd name="T17" fmla="*/ 299 h 811"/>
                  <a:gd name="T18" fmla="*/ 16 w 1104"/>
                  <a:gd name="T19" fmla="*/ 329 h 811"/>
                  <a:gd name="T20" fmla="*/ 24 w 1104"/>
                  <a:gd name="T21" fmla="*/ 358 h 811"/>
                  <a:gd name="T22" fmla="*/ 36 w 1104"/>
                  <a:gd name="T23" fmla="*/ 387 h 811"/>
                  <a:gd name="T24" fmla="*/ 47 w 1104"/>
                  <a:gd name="T25" fmla="*/ 414 h 811"/>
                  <a:gd name="T26" fmla="*/ 60 w 1104"/>
                  <a:gd name="T27" fmla="*/ 442 h 811"/>
                  <a:gd name="T28" fmla="*/ 76 w 1104"/>
                  <a:gd name="T29" fmla="*/ 469 h 811"/>
                  <a:gd name="T30" fmla="*/ 92 w 1104"/>
                  <a:gd name="T31" fmla="*/ 495 h 811"/>
                  <a:gd name="T32" fmla="*/ 111 w 1104"/>
                  <a:gd name="T33" fmla="*/ 520 h 811"/>
                  <a:gd name="T34" fmla="*/ 130 w 1104"/>
                  <a:gd name="T35" fmla="*/ 545 h 811"/>
                  <a:gd name="T36" fmla="*/ 151 w 1104"/>
                  <a:gd name="T37" fmla="*/ 569 h 811"/>
                  <a:gd name="T38" fmla="*/ 174 w 1104"/>
                  <a:gd name="T39" fmla="*/ 591 h 811"/>
                  <a:gd name="T40" fmla="*/ 198 w 1104"/>
                  <a:gd name="T41" fmla="*/ 612 h 811"/>
                  <a:gd name="T42" fmla="*/ 224 w 1104"/>
                  <a:gd name="T43" fmla="*/ 633 h 811"/>
                  <a:gd name="T44" fmla="*/ 250 w 1104"/>
                  <a:gd name="T45" fmla="*/ 654 h 811"/>
                  <a:gd name="T46" fmla="*/ 277 w 1104"/>
                  <a:gd name="T47" fmla="*/ 673 h 811"/>
                  <a:gd name="T48" fmla="*/ 306 w 1104"/>
                  <a:gd name="T49" fmla="*/ 691 h 811"/>
                  <a:gd name="T50" fmla="*/ 335 w 1104"/>
                  <a:gd name="T51" fmla="*/ 707 h 811"/>
                  <a:gd name="T52" fmla="*/ 365 w 1104"/>
                  <a:gd name="T53" fmla="*/ 723 h 811"/>
                  <a:gd name="T54" fmla="*/ 397 w 1104"/>
                  <a:gd name="T55" fmla="*/ 738 h 811"/>
                  <a:gd name="T56" fmla="*/ 431 w 1104"/>
                  <a:gd name="T57" fmla="*/ 750 h 811"/>
                  <a:gd name="T58" fmla="*/ 463 w 1104"/>
                  <a:gd name="T59" fmla="*/ 763 h 811"/>
                  <a:gd name="T60" fmla="*/ 499 w 1104"/>
                  <a:gd name="T61" fmla="*/ 775 h 811"/>
                  <a:gd name="T62" fmla="*/ 534 w 1104"/>
                  <a:gd name="T63" fmla="*/ 784 h 811"/>
                  <a:gd name="T64" fmla="*/ 570 w 1104"/>
                  <a:gd name="T65" fmla="*/ 792 h 811"/>
                  <a:gd name="T66" fmla="*/ 607 w 1104"/>
                  <a:gd name="T67" fmla="*/ 799 h 811"/>
                  <a:gd name="T68" fmla="*/ 644 w 1104"/>
                  <a:gd name="T69" fmla="*/ 803 h 811"/>
                  <a:gd name="T70" fmla="*/ 682 w 1104"/>
                  <a:gd name="T71" fmla="*/ 808 h 811"/>
                  <a:gd name="T72" fmla="*/ 721 w 1104"/>
                  <a:gd name="T73" fmla="*/ 810 h 811"/>
                  <a:gd name="T74" fmla="*/ 759 w 1104"/>
                  <a:gd name="T75" fmla="*/ 811 h 811"/>
                  <a:gd name="T76" fmla="*/ 1104 w 1104"/>
                  <a:gd name="T77" fmla="*/ 811 h 811"/>
                  <a:gd name="T78" fmla="*/ 1104 w 1104"/>
                  <a:gd name="T79" fmla="*/ 406 h 811"/>
                  <a:gd name="T80" fmla="*/ 759 w 1104"/>
                  <a:gd name="T81" fmla="*/ 406 h 811"/>
                  <a:gd name="T82" fmla="*/ 759 w 1104"/>
                  <a:gd name="T83" fmla="*/ 406 h 811"/>
                  <a:gd name="T84" fmla="*/ 734 w 1104"/>
                  <a:gd name="T85" fmla="*/ 406 h 811"/>
                  <a:gd name="T86" fmla="*/ 708 w 1104"/>
                  <a:gd name="T87" fmla="*/ 403 h 811"/>
                  <a:gd name="T88" fmla="*/ 684 w 1104"/>
                  <a:gd name="T89" fmla="*/ 398 h 811"/>
                  <a:gd name="T90" fmla="*/ 661 w 1104"/>
                  <a:gd name="T91" fmla="*/ 392 h 811"/>
                  <a:gd name="T92" fmla="*/ 639 w 1104"/>
                  <a:gd name="T93" fmla="*/ 382 h 811"/>
                  <a:gd name="T94" fmla="*/ 618 w 1104"/>
                  <a:gd name="T95" fmla="*/ 373 h 811"/>
                  <a:gd name="T96" fmla="*/ 599 w 1104"/>
                  <a:gd name="T97" fmla="*/ 361 h 811"/>
                  <a:gd name="T98" fmla="*/ 581 w 1104"/>
                  <a:gd name="T99" fmla="*/ 348 h 811"/>
                  <a:gd name="T100" fmla="*/ 565 w 1104"/>
                  <a:gd name="T101" fmla="*/ 334 h 811"/>
                  <a:gd name="T102" fmla="*/ 550 w 1104"/>
                  <a:gd name="T103" fmla="*/ 319 h 811"/>
                  <a:gd name="T104" fmla="*/ 537 w 1104"/>
                  <a:gd name="T105" fmla="*/ 302 h 811"/>
                  <a:gd name="T106" fmla="*/ 528 w 1104"/>
                  <a:gd name="T107" fmla="*/ 284 h 811"/>
                  <a:gd name="T108" fmla="*/ 520 w 1104"/>
                  <a:gd name="T109" fmla="*/ 266 h 811"/>
                  <a:gd name="T110" fmla="*/ 513 w 1104"/>
                  <a:gd name="T111" fmla="*/ 247 h 811"/>
                  <a:gd name="T112" fmla="*/ 508 w 1104"/>
                  <a:gd name="T113" fmla="*/ 228 h 811"/>
                  <a:gd name="T114" fmla="*/ 508 w 1104"/>
                  <a:gd name="T115" fmla="*/ 207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04" h="811">
                    <a:moveTo>
                      <a:pt x="508" y="207"/>
                    </a:moveTo>
                    <a:lnTo>
                      <a:pt x="508" y="0"/>
                    </a:lnTo>
                    <a:lnTo>
                      <a:pt x="251" y="204"/>
                    </a:lnTo>
                    <a:lnTo>
                      <a:pt x="0" y="3"/>
                    </a:lnTo>
                    <a:lnTo>
                      <a:pt x="0" y="207"/>
                    </a:lnTo>
                    <a:lnTo>
                      <a:pt x="0" y="207"/>
                    </a:lnTo>
                    <a:lnTo>
                      <a:pt x="2" y="238"/>
                    </a:lnTo>
                    <a:lnTo>
                      <a:pt x="5" y="268"/>
                    </a:lnTo>
                    <a:lnTo>
                      <a:pt x="10" y="299"/>
                    </a:lnTo>
                    <a:lnTo>
                      <a:pt x="16" y="329"/>
                    </a:lnTo>
                    <a:lnTo>
                      <a:pt x="24" y="358"/>
                    </a:lnTo>
                    <a:lnTo>
                      <a:pt x="36" y="387"/>
                    </a:lnTo>
                    <a:lnTo>
                      <a:pt x="47" y="414"/>
                    </a:lnTo>
                    <a:lnTo>
                      <a:pt x="60" y="442"/>
                    </a:lnTo>
                    <a:lnTo>
                      <a:pt x="76" y="469"/>
                    </a:lnTo>
                    <a:lnTo>
                      <a:pt x="92" y="495"/>
                    </a:lnTo>
                    <a:lnTo>
                      <a:pt x="111" y="520"/>
                    </a:lnTo>
                    <a:lnTo>
                      <a:pt x="130" y="545"/>
                    </a:lnTo>
                    <a:lnTo>
                      <a:pt x="151" y="569"/>
                    </a:lnTo>
                    <a:lnTo>
                      <a:pt x="174" y="591"/>
                    </a:lnTo>
                    <a:lnTo>
                      <a:pt x="198" y="612"/>
                    </a:lnTo>
                    <a:lnTo>
                      <a:pt x="224" y="633"/>
                    </a:lnTo>
                    <a:lnTo>
                      <a:pt x="250" y="654"/>
                    </a:lnTo>
                    <a:lnTo>
                      <a:pt x="277" y="673"/>
                    </a:lnTo>
                    <a:lnTo>
                      <a:pt x="306" y="691"/>
                    </a:lnTo>
                    <a:lnTo>
                      <a:pt x="335" y="707"/>
                    </a:lnTo>
                    <a:lnTo>
                      <a:pt x="365" y="723"/>
                    </a:lnTo>
                    <a:lnTo>
                      <a:pt x="397" y="738"/>
                    </a:lnTo>
                    <a:lnTo>
                      <a:pt x="431" y="750"/>
                    </a:lnTo>
                    <a:lnTo>
                      <a:pt x="463" y="763"/>
                    </a:lnTo>
                    <a:lnTo>
                      <a:pt x="499" y="775"/>
                    </a:lnTo>
                    <a:lnTo>
                      <a:pt x="534" y="784"/>
                    </a:lnTo>
                    <a:lnTo>
                      <a:pt x="570" y="792"/>
                    </a:lnTo>
                    <a:lnTo>
                      <a:pt x="607" y="799"/>
                    </a:lnTo>
                    <a:lnTo>
                      <a:pt x="644" y="803"/>
                    </a:lnTo>
                    <a:lnTo>
                      <a:pt x="682" y="808"/>
                    </a:lnTo>
                    <a:lnTo>
                      <a:pt x="721" y="810"/>
                    </a:lnTo>
                    <a:lnTo>
                      <a:pt x="759" y="811"/>
                    </a:lnTo>
                    <a:lnTo>
                      <a:pt x="1104" y="811"/>
                    </a:lnTo>
                    <a:lnTo>
                      <a:pt x="1104" y="406"/>
                    </a:lnTo>
                    <a:lnTo>
                      <a:pt x="759" y="406"/>
                    </a:lnTo>
                    <a:lnTo>
                      <a:pt x="759" y="406"/>
                    </a:lnTo>
                    <a:lnTo>
                      <a:pt x="734" y="406"/>
                    </a:lnTo>
                    <a:lnTo>
                      <a:pt x="708" y="403"/>
                    </a:lnTo>
                    <a:lnTo>
                      <a:pt x="684" y="398"/>
                    </a:lnTo>
                    <a:lnTo>
                      <a:pt x="661" y="392"/>
                    </a:lnTo>
                    <a:lnTo>
                      <a:pt x="639" y="382"/>
                    </a:lnTo>
                    <a:lnTo>
                      <a:pt x="618" y="373"/>
                    </a:lnTo>
                    <a:lnTo>
                      <a:pt x="599" y="361"/>
                    </a:lnTo>
                    <a:lnTo>
                      <a:pt x="581" y="348"/>
                    </a:lnTo>
                    <a:lnTo>
                      <a:pt x="565" y="334"/>
                    </a:lnTo>
                    <a:lnTo>
                      <a:pt x="550" y="319"/>
                    </a:lnTo>
                    <a:lnTo>
                      <a:pt x="537" y="302"/>
                    </a:lnTo>
                    <a:lnTo>
                      <a:pt x="528" y="284"/>
                    </a:lnTo>
                    <a:lnTo>
                      <a:pt x="520" y="266"/>
                    </a:lnTo>
                    <a:lnTo>
                      <a:pt x="513" y="247"/>
                    </a:lnTo>
                    <a:lnTo>
                      <a:pt x="508" y="228"/>
                    </a:lnTo>
                    <a:lnTo>
                      <a:pt x="508" y="20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grpSp>
      <p:sp>
        <p:nvSpPr>
          <p:cNvPr id="122" name="TextBox 121"/>
          <p:cNvSpPr txBox="1"/>
          <p:nvPr/>
        </p:nvSpPr>
        <p:spPr>
          <a:xfrm>
            <a:off x="366844" y="1768023"/>
            <a:ext cx="4122041" cy="683002"/>
          </a:xfrm>
          <a:prstGeom prst="rect">
            <a:avLst/>
          </a:prstGeom>
          <a:noFill/>
        </p:spPr>
        <p:txBody>
          <a:bodyPr wrap="none" rtlCol="0">
            <a:noAutofit/>
          </a:bodyPr>
          <a:lstStyle/>
          <a:p>
            <a:pPr algn="r" fontAlgn="auto">
              <a:spcBef>
                <a:spcPts val="0"/>
              </a:spcBef>
              <a:spcAft>
                <a:spcPts val="0"/>
              </a:spcAft>
            </a:pPr>
            <a:r>
              <a:rPr lang="ar-SA" sz="2400" b="1" dirty="0">
                <a:solidFill>
                  <a:srgbClr val="5B9BD5"/>
                </a:solidFill>
              </a:rPr>
              <a:t>اختيار الوقت المناسب لعرض البرنامج</a:t>
            </a:r>
            <a:endParaRPr lang="id-ID" sz="2400" b="1" dirty="0">
              <a:solidFill>
                <a:srgbClr val="5B9BD5"/>
              </a:solidFill>
              <a:latin typeface="Montserrat"/>
            </a:endParaRPr>
          </a:p>
        </p:txBody>
      </p:sp>
      <p:sp>
        <p:nvSpPr>
          <p:cNvPr id="124" name="TextBox 123"/>
          <p:cNvSpPr txBox="1"/>
          <p:nvPr/>
        </p:nvSpPr>
        <p:spPr>
          <a:xfrm>
            <a:off x="3920731" y="3428799"/>
            <a:ext cx="2175269" cy="422687"/>
          </a:xfrm>
          <a:prstGeom prst="rect">
            <a:avLst/>
          </a:prstGeom>
          <a:noFill/>
        </p:spPr>
        <p:txBody>
          <a:bodyPr wrap="none" rtlCol="0">
            <a:noAutofit/>
          </a:bodyPr>
          <a:lstStyle/>
          <a:p>
            <a:pPr algn="r" fontAlgn="auto">
              <a:spcBef>
                <a:spcPts val="0"/>
              </a:spcBef>
              <a:spcAft>
                <a:spcPts val="0"/>
              </a:spcAft>
            </a:pPr>
            <a:r>
              <a:rPr lang="ar-SA" sz="2400" b="1" dirty="0">
                <a:solidFill>
                  <a:srgbClr val="FFC000"/>
                </a:solidFill>
              </a:rPr>
              <a:t>إجراء التطبيقات اللازمة لموضوع الدرس</a:t>
            </a:r>
            <a:endParaRPr lang="id-ID" sz="2400" b="1" dirty="0">
              <a:solidFill>
                <a:srgbClr val="FFC000"/>
              </a:solidFill>
              <a:latin typeface="Montserrat"/>
            </a:endParaRPr>
          </a:p>
        </p:txBody>
      </p:sp>
      <p:sp>
        <p:nvSpPr>
          <p:cNvPr id="126" name="TextBox 125"/>
          <p:cNvSpPr txBox="1"/>
          <p:nvPr/>
        </p:nvSpPr>
        <p:spPr>
          <a:xfrm>
            <a:off x="7683557" y="2275196"/>
            <a:ext cx="2175269" cy="422687"/>
          </a:xfrm>
          <a:prstGeom prst="rect">
            <a:avLst/>
          </a:prstGeom>
          <a:noFill/>
        </p:spPr>
        <p:txBody>
          <a:bodyPr wrap="none" rtlCol="0">
            <a:noAutofit/>
          </a:bodyPr>
          <a:lstStyle/>
          <a:p>
            <a:pPr fontAlgn="auto">
              <a:spcBef>
                <a:spcPts val="0"/>
              </a:spcBef>
              <a:spcAft>
                <a:spcPts val="0"/>
              </a:spcAft>
            </a:pPr>
            <a:r>
              <a:rPr lang="ar-SA" sz="2400" b="1" dirty="0">
                <a:solidFill>
                  <a:srgbClr val="ED7D31"/>
                </a:solidFill>
              </a:rPr>
              <a:t>تقديم البرنامج وإثارة اهتمام المتعلمين</a:t>
            </a:r>
            <a:endParaRPr lang="id-ID" sz="2400" b="1" dirty="0">
              <a:solidFill>
                <a:srgbClr val="ED7D31"/>
              </a:solidFill>
              <a:latin typeface="Montserrat"/>
            </a:endParaRPr>
          </a:p>
        </p:txBody>
      </p:sp>
      <p:sp>
        <p:nvSpPr>
          <p:cNvPr id="128" name="TextBox 127"/>
          <p:cNvSpPr txBox="1"/>
          <p:nvPr/>
        </p:nvSpPr>
        <p:spPr>
          <a:xfrm flipH="1">
            <a:off x="9634115" y="5216673"/>
            <a:ext cx="2506938" cy="664326"/>
          </a:xfrm>
          <a:prstGeom prst="rect">
            <a:avLst/>
          </a:prstGeom>
          <a:noFill/>
        </p:spPr>
        <p:txBody>
          <a:bodyPr wrap="none" rtlCol="0">
            <a:noAutofit/>
          </a:bodyPr>
          <a:lstStyle/>
          <a:p>
            <a:pPr algn="ctr" fontAlgn="auto">
              <a:spcBef>
                <a:spcPts val="0"/>
              </a:spcBef>
              <a:spcAft>
                <a:spcPts val="0"/>
              </a:spcAft>
            </a:pPr>
            <a:r>
              <a:rPr lang="ar-SA" sz="2400" b="1" dirty="0">
                <a:solidFill>
                  <a:srgbClr val="548235"/>
                </a:solidFill>
              </a:rPr>
              <a:t>إعطاء المتعلمين </a:t>
            </a:r>
            <a:r>
              <a:rPr lang="ar-SA" sz="2400" b="1" dirty="0" smtClean="0">
                <a:solidFill>
                  <a:srgbClr val="548235"/>
                </a:solidFill>
              </a:rPr>
              <a:t>تغذية</a:t>
            </a:r>
            <a:endParaRPr lang="el-GR" sz="2400" b="1" dirty="0" smtClean="0">
              <a:solidFill>
                <a:srgbClr val="548235"/>
              </a:solidFill>
            </a:endParaRPr>
          </a:p>
          <a:p>
            <a:pPr algn="ctr" fontAlgn="auto">
              <a:spcBef>
                <a:spcPts val="0"/>
              </a:spcBef>
              <a:spcAft>
                <a:spcPts val="0"/>
              </a:spcAft>
            </a:pPr>
            <a:r>
              <a:rPr lang="ar-SA" sz="2400" b="1" dirty="0" smtClean="0">
                <a:solidFill>
                  <a:srgbClr val="548235"/>
                </a:solidFill>
              </a:rPr>
              <a:t> </a:t>
            </a:r>
            <a:r>
              <a:rPr lang="ar-SA" sz="2400" b="1" dirty="0">
                <a:solidFill>
                  <a:srgbClr val="548235"/>
                </a:solidFill>
              </a:rPr>
              <a:t>راجعة فورية</a:t>
            </a:r>
            <a:endParaRPr lang="id-ID" sz="2400" b="1" dirty="0">
              <a:solidFill>
                <a:srgbClr val="548235"/>
              </a:solidFill>
              <a:latin typeface="Montserrat"/>
            </a:endParaRPr>
          </a:p>
        </p:txBody>
      </p:sp>
      <p:sp>
        <p:nvSpPr>
          <p:cNvPr id="130" name="TextBox 129"/>
          <p:cNvSpPr txBox="1"/>
          <p:nvPr/>
        </p:nvSpPr>
        <p:spPr>
          <a:xfrm>
            <a:off x="5399777" y="4659789"/>
            <a:ext cx="2175269" cy="422687"/>
          </a:xfrm>
          <a:prstGeom prst="rect">
            <a:avLst/>
          </a:prstGeom>
          <a:noFill/>
        </p:spPr>
        <p:txBody>
          <a:bodyPr wrap="none" rtlCol="0">
            <a:noAutofit/>
          </a:bodyPr>
          <a:lstStyle/>
          <a:p>
            <a:pPr algn="r" fontAlgn="auto">
              <a:spcBef>
                <a:spcPts val="0"/>
              </a:spcBef>
              <a:spcAft>
                <a:spcPts val="0"/>
              </a:spcAft>
            </a:pPr>
            <a:r>
              <a:rPr lang="ar-SA" sz="2400" b="1" dirty="0">
                <a:solidFill>
                  <a:srgbClr val="4472C4"/>
                </a:solidFill>
              </a:rPr>
              <a:t>متابعة أداء المتعلمين لتحقيق الأهداف</a:t>
            </a:r>
            <a:endParaRPr lang="id-ID" sz="2400" b="1" dirty="0">
              <a:solidFill>
                <a:srgbClr val="4472C4"/>
              </a:solidFill>
              <a:latin typeface="Montserrat"/>
            </a:endParaRPr>
          </a:p>
        </p:txBody>
      </p:sp>
      <p:sp>
        <p:nvSpPr>
          <p:cNvPr id="4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5732662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041"/>
                                        </p:tgtEl>
                                        <p:attrNameLst>
                                          <p:attrName>style.visibility</p:attrName>
                                        </p:attrNameLst>
                                      </p:cBhvr>
                                      <p:to>
                                        <p:strVal val="visible"/>
                                      </p:to>
                                    </p:set>
                                    <p:animEffect transition="in" filter="wipe(left)">
                                      <p:cBhvr>
                                        <p:cTn id="7" dur="500"/>
                                        <p:tgtEl>
                                          <p:spTgt spid="104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fade">
                                      <p:cBhvr>
                                        <p:cTn id="11" dur="500"/>
                                        <p:tgtEl>
                                          <p:spTgt spid="12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26"/>
                                        </p:tgtEl>
                                        <p:attrNameLst>
                                          <p:attrName>style.visibility</p:attrName>
                                        </p:attrNameLst>
                                      </p:cBhvr>
                                      <p:to>
                                        <p:strVal val="visible"/>
                                      </p:to>
                                    </p:set>
                                    <p:animEffect transition="in" filter="fade">
                                      <p:cBhvr>
                                        <p:cTn id="15" dur="500"/>
                                        <p:tgtEl>
                                          <p:spTgt spid="126"/>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24"/>
                                        </p:tgtEl>
                                        <p:attrNameLst>
                                          <p:attrName>style.visibility</p:attrName>
                                        </p:attrNameLst>
                                      </p:cBhvr>
                                      <p:to>
                                        <p:strVal val="visible"/>
                                      </p:to>
                                    </p:set>
                                    <p:animEffect transition="in" filter="fade">
                                      <p:cBhvr>
                                        <p:cTn id="19" dur="500"/>
                                        <p:tgtEl>
                                          <p:spTgt spid="12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30"/>
                                        </p:tgtEl>
                                        <p:attrNameLst>
                                          <p:attrName>style.visibility</p:attrName>
                                        </p:attrNameLst>
                                      </p:cBhvr>
                                      <p:to>
                                        <p:strVal val="visible"/>
                                      </p:to>
                                    </p:set>
                                    <p:animEffect transition="in" filter="fade">
                                      <p:cBhvr>
                                        <p:cTn id="23" dur="500"/>
                                        <p:tgtEl>
                                          <p:spTgt spid="130"/>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28"/>
                                        </p:tgtEl>
                                        <p:attrNameLst>
                                          <p:attrName>style.visibility</p:attrName>
                                        </p:attrNameLst>
                                      </p:cBhvr>
                                      <p:to>
                                        <p:strVal val="visible"/>
                                      </p:to>
                                    </p:set>
                                    <p:animEffect transition="in" filter="fade">
                                      <p:cBhvr>
                                        <p:cTn id="27"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p:bldP spid="124" grpId="0"/>
      <p:bldP spid="126" grpId="0"/>
      <p:bldP spid="128" grpId="0"/>
      <p:bldP spid="130"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12272" y="500585"/>
            <a:ext cx="11233150" cy="405130"/>
          </a:xfrm>
        </p:spPr>
        <p:txBody>
          <a:bodyPr>
            <a:normAutofit fontScale="90000"/>
          </a:bodyPr>
          <a:lstStyle/>
          <a:p>
            <a:pPr marL="44450" marR="0" algn="r" rtl="1">
              <a:spcBef>
                <a:spcPts val="0"/>
              </a:spcBef>
              <a:spcAft>
                <a:spcPts val="0"/>
              </a:spcAft>
            </a:pPr>
            <a:r>
              <a:rPr lang="ar-SA" u="sng" dirty="0">
                <a:ea typeface="Arial Unicode MS" panose="020B0604020202020204" pitchFamily="34" charset="-128"/>
                <a:cs typeface="Simplified Arabic" panose="02020603050405020304" pitchFamily="18" charset="-78"/>
              </a:rPr>
              <a:t/>
            </a:r>
            <a:br>
              <a:rPr lang="ar-SA" u="sng" dirty="0">
                <a:ea typeface="Arial Unicode MS" panose="020B0604020202020204" pitchFamily="34" charset="-128"/>
                <a:cs typeface="Simplified Arabic" panose="02020603050405020304" pitchFamily="18" charset="-78"/>
              </a:rPr>
            </a:br>
            <a:r>
              <a:rPr lang="ar-SA" u="sng" dirty="0">
                <a:solidFill>
                  <a:srgbClr val="000000"/>
                </a:solidFill>
                <a:latin typeface="Arial Unicode MS" panose="020B0604020202020204" pitchFamily="34" charset="-128"/>
                <a:ea typeface="Arial Unicode MS" panose="020B0604020202020204" pitchFamily="34" charset="-128"/>
                <a:cs typeface="Simplified Arabic" panose="02020603050405020304" pitchFamily="18" charset="-78"/>
              </a:rPr>
              <a:t>و- فوائد استخدام التليفزيون في التعليم </a:t>
            </a:r>
            <a:endParaRPr lang="en-US" sz="3600" u="sng" dirty="0">
              <a:solidFill>
                <a:srgbClr val="000000"/>
              </a:solidFill>
              <a:effectLst/>
              <a:latin typeface="Arial Unicode MS" panose="020B0604020202020204" pitchFamily="34" charset="-128"/>
              <a:ea typeface="Arial Unicode MS" panose="020B0604020202020204" pitchFamily="34" charset="-128"/>
              <a:cs typeface="Helvetica" panose="020B0604020202020204" pitchFamily="34" charset="0"/>
            </a:endParaRPr>
          </a:p>
        </p:txBody>
      </p:sp>
      <p:sp>
        <p:nvSpPr>
          <p:cNvPr id="4" name="Rectangle 3"/>
          <p:cNvSpPr/>
          <p:nvPr/>
        </p:nvSpPr>
        <p:spPr>
          <a:xfrm>
            <a:off x="0" y="4909424"/>
            <a:ext cx="12191999" cy="12172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 name="Text Placeholder 9"/>
          <p:cNvSpPr txBox="1">
            <a:spLocks/>
          </p:cNvSpPr>
          <p:nvPr/>
        </p:nvSpPr>
        <p:spPr>
          <a:xfrm>
            <a:off x="412272" y="1785149"/>
            <a:ext cx="2993995" cy="1323155"/>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auto">
              <a:spcAft>
                <a:spcPts val="0"/>
              </a:spcAft>
            </a:pPr>
            <a:r>
              <a:rPr lang="ar-SA" sz="2400" b="1" dirty="0"/>
              <a:t>يستطيع التليفزيون عن طريق البث المباشر نقل أحداث العالم أولاً بأول</a:t>
            </a:r>
            <a:endParaRPr lang="en-AU" sz="2400" b="1" dirty="0">
              <a:solidFill>
                <a:prstClr val="black">
                  <a:lumMod val="50000"/>
                  <a:lumOff val="50000"/>
                </a:prstClr>
              </a:solidFill>
            </a:endParaRPr>
          </a:p>
        </p:txBody>
      </p:sp>
      <p:sp>
        <p:nvSpPr>
          <p:cNvPr id="7" name="Text Placeholder 9"/>
          <p:cNvSpPr txBox="1">
            <a:spLocks/>
          </p:cNvSpPr>
          <p:nvPr/>
        </p:nvSpPr>
        <p:spPr>
          <a:xfrm>
            <a:off x="617137" y="3920288"/>
            <a:ext cx="3175708" cy="1752956"/>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auto">
              <a:spcAft>
                <a:spcPts val="0"/>
              </a:spcAft>
            </a:pPr>
            <a:r>
              <a:rPr lang="ar-SA" sz="2400" b="1" dirty="0"/>
              <a:t>يقدم التليفزيون خبرات ومعارف واسعة وأكثر واقعية من الخبرات النظرية التي يكتسبها الطلاب عن طريق التعليم التقليدي</a:t>
            </a:r>
            <a:endParaRPr lang="en-AU" sz="2400" b="1" dirty="0">
              <a:solidFill>
                <a:prstClr val="black">
                  <a:lumMod val="50000"/>
                  <a:lumOff val="50000"/>
                </a:prstClr>
              </a:solidFill>
            </a:endParaRPr>
          </a:p>
        </p:txBody>
      </p:sp>
      <p:sp>
        <p:nvSpPr>
          <p:cNvPr id="10" name="Text Placeholder 9"/>
          <p:cNvSpPr txBox="1">
            <a:spLocks/>
          </p:cNvSpPr>
          <p:nvPr/>
        </p:nvSpPr>
        <p:spPr>
          <a:xfrm>
            <a:off x="8468333" y="4230645"/>
            <a:ext cx="3008316" cy="1132241"/>
          </a:xfrm>
          <a:prstGeom prst="rect">
            <a:avLst/>
          </a:prstGeom>
        </p:spPr>
        <p:txBody>
          <a:bodyPr>
            <a:norm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auto">
              <a:spcAft>
                <a:spcPts val="0"/>
              </a:spcAft>
            </a:pPr>
            <a:r>
              <a:rPr lang="ar-SA" sz="2400" b="1" dirty="0"/>
              <a:t>يتميز التلفزيون بقدرته على جذب انتباه الطلاب وتركيزهم</a:t>
            </a:r>
            <a:endParaRPr lang="en-AU" sz="2400" b="1" dirty="0">
              <a:solidFill>
                <a:prstClr val="black">
                  <a:lumMod val="50000"/>
                  <a:lumOff val="50000"/>
                </a:prstClr>
              </a:solidFill>
            </a:endParaRPr>
          </a:p>
        </p:txBody>
      </p:sp>
      <p:sp>
        <p:nvSpPr>
          <p:cNvPr id="16" name="Text Placeholder 9"/>
          <p:cNvSpPr txBox="1">
            <a:spLocks/>
          </p:cNvSpPr>
          <p:nvPr/>
        </p:nvSpPr>
        <p:spPr>
          <a:xfrm>
            <a:off x="8716201" y="2009528"/>
            <a:ext cx="2709342" cy="1132241"/>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auto">
              <a:spcAft>
                <a:spcPts val="0"/>
              </a:spcAft>
            </a:pPr>
            <a:r>
              <a:rPr lang="ar-SA" sz="2400" b="1" dirty="0"/>
              <a:t>يساعد التليفزيون في حل بعض مشكلات العملية التعليمية مثل تطوير المناهج</a:t>
            </a:r>
            <a:endParaRPr lang="en-AU" sz="2400" b="1" dirty="0">
              <a:solidFill>
                <a:prstClr val="black">
                  <a:lumMod val="50000"/>
                  <a:lumOff val="50000"/>
                </a:prstClr>
              </a:solidFill>
            </a:endParaRPr>
          </a:p>
        </p:txBody>
      </p:sp>
      <p:grpSp>
        <p:nvGrpSpPr>
          <p:cNvPr id="17" name="Group 16"/>
          <p:cNvGrpSpPr/>
          <p:nvPr/>
        </p:nvGrpSpPr>
        <p:grpSpPr>
          <a:xfrm>
            <a:off x="4027641" y="1665673"/>
            <a:ext cx="4119560" cy="4093942"/>
            <a:chOff x="4036220" y="1625394"/>
            <a:chExt cx="4119560" cy="4093942"/>
          </a:xfrm>
        </p:grpSpPr>
        <p:sp>
          <p:nvSpPr>
            <p:cNvPr id="18" name="Freeform 17"/>
            <p:cNvSpPr/>
            <p:nvPr/>
          </p:nvSpPr>
          <p:spPr>
            <a:xfrm rot="18900000">
              <a:off x="4036220" y="2242508"/>
              <a:ext cx="1616905" cy="388383"/>
            </a:xfrm>
            <a:custGeom>
              <a:avLst/>
              <a:gdLst>
                <a:gd name="connsiteX0" fmla="*/ 0 w 1011022"/>
                <a:gd name="connsiteY0" fmla="*/ 0 h 242849"/>
                <a:gd name="connsiteX1" fmla="*/ 1011022 w 1011022"/>
                <a:gd name="connsiteY1" fmla="*/ 0 h 242849"/>
                <a:gd name="connsiteX2" fmla="*/ 1011022 w 1011022"/>
                <a:gd name="connsiteY2" fmla="*/ 242849 h 242849"/>
                <a:gd name="connsiteX3" fmla="*/ 0 w 1011022"/>
                <a:gd name="connsiteY3" fmla="*/ 242849 h 242849"/>
              </a:gdLst>
              <a:ahLst/>
              <a:cxnLst>
                <a:cxn ang="0">
                  <a:pos x="connsiteX0" y="connsiteY0"/>
                </a:cxn>
                <a:cxn ang="0">
                  <a:pos x="connsiteX1" y="connsiteY1"/>
                </a:cxn>
                <a:cxn ang="0">
                  <a:pos x="connsiteX2" y="connsiteY2"/>
                </a:cxn>
                <a:cxn ang="0">
                  <a:pos x="connsiteX3" y="connsiteY3"/>
                </a:cxn>
              </a:cxnLst>
              <a:rect l="l" t="t" r="r" b="b"/>
              <a:pathLst>
                <a:path w="1011022" h="242849">
                  <a:moveTo>
                    <a:pt x="0" y="0"/>
                  </a:moveTo>
                  <a:lnTo>
                    <a:pt x="1011022" y="0"/>
                  </a:lnTo>
                  <a:lnTo>
                    <a:pt x="1011022" y="242849"/>
                  </a:lnTo>
                  <a:lnTo>
                    <a:pt x="0" y="242849"/>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19" name="Freeform 18"/>
            <p:cNvSpPr/>
            <p:nvPr/>
          </p:nvSpPr>
          <p:spPr>
            <a:xfrm rot="21590568">
              <a:off x="4133199" y="2869885"/>
              <a:ext cx="1537190" cy="388383"/>
            </a:xfrm>
            <a:custGeom>
              <a:avLst/>
              <a:gdLst>
                <a:gd name="connsiteX0" fmla="*/ 0 w 961178"/>
                <a:gd name="connsiteY0" fmla="*/ 0 h 242849"/>
                <a:gd name="connsiteX1" fmla="*/ 961178 w 961178"/>
                <a:gd name="connsiteY1" fmla="*/ 0 h 242849"/>
                <a:gd name="connsiteX2" fmla="*/ 961178 w 961178"/>
                <a:gd name="connsiteY2" fmla="*/ 242849 h 242849"/>
                <a:gd name="connsiteX3" fmla="*/ 241521 w 961178"/>
                <a:gd name="connsiteY3" fmla="*/ 242849 h 242849"/>
              </a:gdLst>
              <a:ahLst/>
              <a:cxnLst>
                <a:cxn ang="0">
                  <a:pos x="connsiteX0" y="connsiteY0"/>
                </a:cxn>
                <a:cxn ang="0">
                  <a:pos x="connsiteX1" y="connsiteY1"/>
                </a:cxn>
                <a:cxn ang="0">
                  <a:pos x="connsiteX2" y="connsiteY2"/>
                </a:cxn>
                <a:cxn ang="0">
                  <a:pos x="connsiteX3" y="connsiteY3"/>
                </a:cxn>
              </a:cxnLst>
              <a:rect l="l" t="t" r="r" b="b"/>
              <a:pathLst>
                <a:path w="961178" h="242849">
                  <a:moveTo>
                    <a:pt x="0" y="0"/>
                  </a:moveTo>
                  <a:lnTo>
                    <a:pt x="961178" y="0"/>
                  </a:lnTo>
                  <a:lnTo>
                    <a:pt x="961178" y="242849"/>
                  </a:lnTo>
                  <a:lnTo>
                    <a:pt x="241521" y="242849"/>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20" name="Freeform 19"/>
            <p:cNvSpPr/>
            <p:nvPr/>
          </p:nvSpPr>
          <p:spPr>
            <a:xfrm rot="2700000" flipH="1">
              <a:off x="6538875" y="2239655"/>
              <a:ext cx="1616905" cy="388383"/>
            </a:xfrm>
            <a:custGeom>
              <a:avLst/>
              <a:gdLst>
                <a:gd name="connsiteX0" fmla="*/ 0 w 1011022"/>
                <a:gd name="connsiteY0" fmla="*/ 0 h 242849"/>
                <a:gd name="connsiteX1" fmla="*/ 1011022 w 1011022"/>
                <a:gd name="connsiteY1" fmla="*/ 0 h 242849"/>
                <a:gd name="connsiteX2" fmla="*/ 1011022 w 1011022"/>
                <a:gd name="connsiteY2" fmla="*/ 242849 h 242849"/>
                <a:gd name="connsiteX3" fmla="*/ 0 w 1011022"/>
                <a:gd name="connsiteY3" fmla="*/ 242849 h 242849"/>
              </a:gdLst>
              <a:ahLst/>
              <a:cxnLst>
                <a:cxn ang="0">
                  <a:pos x="connsiteX0" y="connsiteY0"/>
                </a:cxn>
                <a:cxn ang="0">
                  <a:pos x="connsiteX1" y="connsiteY1"/>
                </a:cxn>
                <a:cxn ang="0">
                  <a:pos x="connsiteX2" y="connsiteY2"/>
                </a:cxn>
                <a:cxn ang="0">
                  <a:pos x="connsiteX3" y="connsiteY3"/>
                </a:cxn>
              </a:cxnLst>
              <a:rect l="l" t="t" r="r" b="b"/>
              <a:pathLst>
                <a:path w="1011022" h="242849">
                  <a:moveTo>
                    <a:pt x="0" y="0"/>
                  </a:moveTo>
                  <a:lnTo>
                    <a:pt x="1011022" y="0"/>
                  </a:lnTo>
                  <a:lnTo>
                    <a:pt x="1011022" y="242849"/>
                  </a:lnTo>
                  <a:lnTo>
                    <a:pt x="0" y="242849"/>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21" name="Freeform 20"/>
            <p:cNvSpPr/>
            <p:nvPr/>
          </p:nvSpPr>
          <p:spPr>
            <a:xfrm rot="9432" flipH="1">
              <a:off x="6076489" y="2866421"/>
              <a:ext cx="1982313" cy="388383"/>
            </a:xfrm>
            <a:custGeom>
              <a:avLst/>
              <a:gdLst>
                <a:gd name="connsiteX0" fmla="*/ 961178 w 1239505"/>
                <a:gd name="connsiteY0" fmla="*/ 0 h 242849"/>
                <a:gd name="connsiteX1" fmla="*/ 0 w 1239505"/>
                <a:gd name="connsiteY1" fmla="*/ 0 h 242849"/>
                <a:gd name="connsiteX2" fmla="*/ 241521 w 1239505"/>
                <a:gd name="connsiteY2" fmla="*/ 242849 h 242849"/>
                <a:gd name="connsiteX3" fmla="*/ 961178 w 1239505"/>
                <a:gd name="connsiteY3" fmla="*/ 242849 h 242849"/>
                <a:gd name="connsiteX4" fmla="*/ 961178 w 1239505"/>
                <a:gd name="connsiteY4" fmla="*/ 240299 h 242849"/>
                <a:gd name="connsiteX5" fmla="*/ 1238850 w 1239505"/>
                <a:gd name="connsiteY5" fmla="*/ 241061 h 242849"/>
                <a:gd name="connsiteX6" fmla="*/ 1239505 w 1239505"/>
                <a:gd name="connsiteY6" fmla="*/ 2342 h 242849"/>
                <a:gd name="connsiteX7" fmla="*/ 961178 w 1239505"/>
                <a:gd name="connsiteY7" fmla="*/ 1578 h 24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9505" h="242849">
                  <a:moveTo>
                    <a:pt x="961178" y="0"/>
                  </a:moveTo>
                  <a:lnTo>
                    <a:pt x="0" y="0"/>
                  </a:lnTo>
                  <a:lnTo>
                    <a:pt x="241521" y="242849"/>
                  </a:lnTo>
                  <a:lnTo>
                    <a:pt x="961178" y="242849"/>
                  </a:lnTo>
                  <a:lnTo>
                    <a:pt x="961178" y="240299"/>
                  </a:lnTo>
                  <a:lnTo>
                    <a:pt x="1238850" y="241061"/>
                  </a:lnTo>
                  <a:lnTo>
                    <a:pt x="1239505" y="2342"/>
                  </a:lnTo>
                  <a:lnTo>
                    <a:pt x="961178" y="157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22" name="Freeform 21"/>
            <p:cNvSpPr/>
            <p:nvPr/>
          </p:nvSpPr>
          <p:spPr>
            <a:xfrm rot="18900000" flipH="1" flipV="1">
              <a:off x="6538875" y="4716459"/>
              <a:ext cx="1616905" cy="388383"/>
            </a:xfrm>
            <a:custGeom>
              <a:avLst/>
              <a:gdLst>
                <a:gd name="connsiteX0" fmla="*/ 0 w 1011022"/>
                <a:gd name="connsiteY0" fmla="*/ 0 h 242849"/>
                <a:gd name="connsiteX1" fmla="*/ 1011022 w 1011022"/>
                <a:gd name="connsiteY1" fmla="*/ 0 h 242849"/>
                <a:gd name="connsiteX2" fmla="*/ 1011022 w 1011022"/>
                <a:gd name="connsiteY2" fmla="*/ 242849 h 242849"/>
                <a:gd name="connsiteX3" fmla="*/ 0 w 1011022"/>
                <a:gd name="connsiteY3" fmla="*/ 242849 h 242849"/>
              </a:gdLst>
              <a:ahLst/>
              <a:cxnLst>
                <a:cxn ang="0">
                  <a:pos x="connsiteX0" y="connsiteY0"/>
                </a:cxn>
                <a:cxn ang="0">
                  <a:pos x="connsiteX1" y="connsiteY1"/>
                </a:cxn>
                <a:cxn ang="0">
                  <a:pos x="connsiteX2" y="connsiteY2"/>
                </a:cxn>
                <a:cxn ang="0">
                  <a:pos x="connsiteX3" y="connsiteY3"/>
                </a:cxn>
              </a:cxnLst>
              <a:rect l="l" t="t" r="r" b="b"/>
              <a:pathLst>
                <a:path w="1011022" h="242849">
                  <a:moveTo>
                    <a:pt x="0" y="0"/>
                  </a:moveTo>
                  <a:lnTo>
                    <a:pt x="1011022" y="0"/>
                  </a:lnTo>
                  <a:lnTo>
                    <a:pt x="1011022" y="242849"/>
                  </a:lnTo>
                  <a:lnTo>
                    <a:pt x="0" y="242849"/>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23" name="Freeform 22"/>
            <p:cNvSpPr/>
            <p:nvPr/>
          </p:nvSpPr>
          <p:spPr>
            <a:xfrm rot="5390568" flipH="1" flipV="1">
              <a:off x="5741906" y="4464368"/>
              <a:ext cx="1945033" cy="391095"/>
            </a:xfrm>
            <a:custGeom>
              <a:avLst/>
              <a:gdLst>
                <a:gd name="connsiteX0" fmla="*/ 1216195 w 1216195"/>
                <a:gd name="connsiteY0" fmla="*/ 5826 h 244545"/>
                <a:gd name="connsiteX1" fmla="*/ 1215541 w 1216195"/>
                <a:gd name="connsiteY1" fmla="*/ 244545 h 244545"/>
                <a:gd name="connsiteX2" fmla="*/ 597386 w 1216195"/>
                <a:gd name="connsiteY2" fmla="*/ 242849 h 244545"/>
                <a:gd name="connsiteX3" fmla="*/ 0 w 1216195"/>
                <a:gd name="connsiteY3" fmla="*/ 242849 h 244545"/>
                <a:gd name="connsiteX4" fmla="*/ 0 w 1216195"/>
                <a:gd name="connsiteY4" fmla="*/ 240814 h 244545"/>
                <a:gd name="connsiteX5" fmla="*/ 242139 w 1216195"/>
                <a:gd name="connsiteY5" fmla="*/ 0 h 244545"/>
                <a:gd name="connsiteX6" fmla="*/ 964420 w 1216195"/>
                <a:gd name="connsiteY6" fmla="*/ 0 h 244545"/>
                <a:gd name="connsiteX7" fmla="*/ 964420 w 1216195"/>
                <a:gd name="connsiteY7" fmla="*/ 5135 h 244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6195" h="244545">
                  <a:moveTo>
                    <a:pt x="1216195" y="5826"/>
                  </a:moveTo>
                  <a:lnTo>
                    <a:pt x="1215541" y="244545"/>
                  </a:lnTo>
                  <a:lnTo>
                    <a:pt x="597386" y="242849"/>
                  </a:lnTo>
                  <a:lnTo>
                    <a:pt x="0" y="242849"/>
                  </a:lnTo>
                  <a:lnTo>
                    <a:pt x="0" y="240814"/>
                  </a:lnTo>
                  <a:lnTo>
                    <a:pt x="242139" y="0"/>
                  </a:lnTo>
                  <a:lnTo>
                    <a:pt x="964420" y="0"/>
                  </a:lnTo>
                  <a:lnTo>
                    <a:pt x="964420" y="513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24" name="Freeform 23"/>
            <p:cNvSpPr/>
            <p:nvPr/>
          </p:nvSpPr>
          <p:spPr>
            <a:xfrm rot="2700000" flipV="1">
              <a:off x="4033241" y="4716692"/>
              <a:ext cx="1616905" cy="388383"/>
            </a:xfrm>
            <a:custGeom>
              <a:avLst/>
              <a:gdLst>
                <a:gd name="connsiteX0" fmla="*/ 0 w 1011022"/>
                <a:gd name="connsiteY0" fmla="*/ 0 h 242849"/>
                <a:gd name="connsiteX1" fmla="*/ 1011022 w 1011022"/>
                <a:gd name="connsiteY1" fmla="*/ 0 h 242849"/>
                <a:gd name="connsiteX2" fmla="*/ 1011022 w 1011022"/>
                <a:gd name="connsiteY2" fmla="*/ 242849 h 242849"/>
                <a:gd name="connsiteX3" fmla="*/ 0 w 1011022"/>
                <a:gd name="connsiteY3" fmla="*/ 242849 h 242849"/>
              </a:gdLst>
              <a:ahLst/>
              <a:cxnLst>
                <a:cxn ang="0">
                  <a:pos x="connsiteX0" y="connsiteY0"/>
                </a:cxn>
                <a:cxn ang="0">
                  <a:pos x="connsiteX1" y="connsiteY1"/>
                </a:cxn>
                <a:cxn ang="0">
                  <a:pos x="connsiteX2" y="connsiteY2"/>
                </a:cxn>
                <a:cxn ang="0">
                  <a:pos x="connsiteX3" y="connsiteY3"/>
                </a:cxn>
              </a:cxnLst>
              <a:rect l="l" t="t" r="r" b="b"/>
              <a:pathLst>
                <a:path w="1011022" h="242849">
                  <a:moveTo>
                    <a:pt x="0" y="0"/>
                  </a:moveTo>
                  <a:lnTo>
                    <a:pt x="1011022" y="0"/>
                  </a:lnTo>
                  <a:lnTo>
                    <a:pt x="1011022" y="242849"/>
                  </a:lnTo>
                  <a:lnTo>
                    <a:pt x="0" y="242849"/>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spcBef>
                  <a:spcPts val="0"/>
                </a:spcBef>
                <a:spcAft>
                  <a:spcPts val="0"/>
                </a:spcAft>
              </a:pPr>
              <a:endParaRPr lang="en-AU">
                <a:solidFill>
                  <a:prstClr val="white"/>
                </a:solidFill>
              </a:endParaRPr>
            </a:p>
          </p:txBody>
        </p:sp>
        <p:sp>
          <p:nvSpPr>
            <p:cNvPr id="25" name="Freeform 24"/>
            <p:cNvSpPr/>
            <p:nvPr/>
          </p:nvSpPr>
          <p:spPr>
            <a:xfrm>
              <a:off x="5282075" y="1715441"/>
              <a:ext cx="392613" cy="1989072"/>
            </a:xfrm>
            <a:custGeom>
              <a:avLst/>
              <a:gdLst>
                <a:gd name="connsiteX0" fmla="*/ 2035 w 245494"/>
                <a:gd name="connsiteY0" fmla="*/ 0 h 1243732"/>
                <a:gd name="connsiteX1" fmla="*/ 243512 w 245494"/>
                <a:gd name="connsiteY1" fmla="*/ 241477 h 1243732"/>
                <a:gd name="connsiteX2" fmla="*/ 245494 w 245494"/>
                <a:gd name="connsiteY2" fmla="*/ 963756 h 1243732"/>
                <a:gd name="connsiteX3" fmla="*/ 241621 w 245494"/>
                <a:gd name="connsiteY3" fmla="*/ 963766 h 1243732"/>
                <a:gd name="connsiteX4" fmla="*/ 241621 w 245494"/>
                <a:gd name="connsiteY4" fmla="*/ 1243732 h 1243732"/>
                <a:gd name="connsiteX5" fmla="*/ 2901 w 245494"/>
                <a:gd name="connsiteY5" fmla="*/ 1243732 h 1243732"/>
                <a:gd name="connsiteX6" fmla="*/ 2901 w 245494"/>
                <a:gd name="connsiteY6" fmla="*/ 964422 h 1243732"/>
                <a:gd name="connsiteX7" fmla="*/ 2646 w 245494"/>
                <a:gd name="connsiteY7" fmla="*/ 964422 h 1243732"/>
                <a:gd name="connsiteX8" fmla="*/ 0 w 245494"/>
                <a:gd name="connsiteY8" fmla="*/ 5 h 1243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494" h="1243732">
                  <a:moveTo>
                    <a:pt x="2035" y="0"/>
                  </a:moveTo>
                  <a:lnTo>
                    <a:pt x="243512" y="241477"/>
                  </a:lnTo>
                  <a:lnTo>
                    <a:pt x="245494" y="963756"/>
                  </a:lnTo>
                  <a:lnTo>
                    <a:pt x="241621" y="963766"/>
                  </a:lnTo>
                  <a:lnTo>
                    <a:pt x="241621" y="1243732"/>
                  </a:lnTo>
                  <a:lnTo>
                    <a:pt x="2901" y="1243732"/>
                  </a:lnTo>
                  <a:lnTo>
                    <a:pt x="2901" y="964422"/>
                  </a:lnTo>
                  <a:lnTo>
                    <a:pt x="2646" y="964422"/>
                  </a:lnTo>
                  <a:lnTo>
                    <a:pt x="0" y="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Freeform 25"/>
            <p:cNvSpPr/>
            <p:nvPr/>
          </p:nvSpPr>
          <p:spPr>
            <a:xfrm>
              <a:off x="5279095" y="3704107"/>
              <a:ext cx="392613" cy="1928036"/>
            </a:xfrm>
            <a:custGeom>
              <a:avLst/>
              <a:gdLst>
                <a:gd name="connsiteX0" fmla="*/ 4764 w 245494"/>
                <a:gd name="connsiteY0" fmla="*/ 0 h 1205567"/>
                <a:gd name="connsiteX1" fmla="*/ 243484 w 245494"/>
                <a:gd name="connsiteY1" fmla="*/ 0 h 1205567"/>
                <a:gd name="connsiteX2" fmla="*/ 243484 w 245494"/>
                <a:gd name="connsiteY2" fmla="*/ 241806 h 1205567"/>
                <a:gd name="connsiteX3" fmla="*/ 245494 w 245494"/>
                <a:gd name="connsiteY3" fmla="*/ 241812 h 1205567"/>
                <a:gd name="connsiteX4" fmla="*/ 243512 w 245494"/>
                <a:gd name="connsiteY4" fmla="*/ 964090 h 1205567"/>
                <a:gd name="connsiteX5" fmla="*/ 2035 w 245494"/>
                <a:gd name="connsiteY5" fmla="*/ 1205567 h 1205567"/>
                <a:gd name="connsiteX6" fmla="*/ 0 w 245494"/>
                <a:gd name="connsiteY6" fmla="*/ 1205562 h 1205567"/>
                <a:gd name="connsiteX7" fmla="*/ 2646 w 245494"/>
                <a:gd name="connsiteY7" fmla="*/ 241145 h 1205567"/>
                <a:gd name="connsiteX8" fmla="*/ 4764 w 245494"/>
                <a:gd name="connsiteY8" fmla="*/ 241151 h 1205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494" h="1205567">
                  <a:moveTo>
                    <a:pt x="4764" y="0"/>
                  </a:moveTo>
                  <a:lnTo>
                    <a:pt x="243484" y="0"/>
                  </a:lnTo>
                  <a:lnTo>
                    <a:pt x="243484" y="241806"/>
                  </a:lnTo>
                  <a:lnTo>
                    <a:pt x="245494" y="241812"/>
                  </a:lnTo>
                  <a:lnTo>
                    <a:pt x="243512" y="964090"/>
                  </a:lnTo>
                  <a:lnTo>
                    <a:pt x="2035" y="1205567"/>
                  </a:lnTo>
                  <a:lnTo>
                    <a:pt x="0" y="1205562"/>
                  </a:lnTo>
                  <a:lnTo>
                    <a:pt x="2646" y="241145"/>
                  </a:lnTo>
                  <a:lnTo>
                    <a:pt x="4764" y="24115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Rectangle 26"/>
            <p:cNvSpPr/>
            <p:nvPr/>
          </p:nvSpPr>
          <p:spPr>
            <a:xfrm rot="16200000">
              <a:off x="5300892" y="2463573"/>
              <a:ext cx="381779" cy="118992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8" name="Freeform 27"/>
            <p:cNvSpPr/>
            <p:nvPr/>
          </p:nvSpPr>
          <p:spPr>
            <a:xfrm rot="16200000">
              <a:off x="6880870" y="3301111"/>
              <a:ext cx="391540" cy="1965384"/>
            </a:xfrm>
            <a:custGeom>
              <a:avLst/>
              <a:gdLst>
                <a:gd name="connsiteX0" fmla="*/ 244823 w 244823"/>
                <a:gd name="connsiteY0" fmla="*/ 986734 h 1228920"/>
                <a:gd name="connsiteX1" fmla="*/ 2637 w 244823"/>
                <a:gd name="connsiteY1" fmla="*/ 1228920 h 1228920"/>
                <a:gd name="connsiteX2" fmla="*/ 0 w 244823"/>
                <a:gd name="connsiteY2" fmla="*/ 267746 h 1228920"/>
                <a:gd name="connsiteX3" fmla="*/ 2077 w 244823"/>
                <a:gd name="connsiteY3" fmla="*/ 267740 h 1228920"/>
                <a:gd name="connsiteX4" fmla="*/ 2077 w 244823"/>
                <a:gd name="connsiteY4" fmla="*/ 0 h 1228920"/>
                <a:gd name="connsiteX5" fmla="*/ 240797 w 244823"/>
                <a:gd name="connsiteY5" fmla="*/ 0 h 1228920"/>
                <a:gd name="connsiteX6" fmla="*/ 240797 w 244823"/>
                <a:gd name="connsiteY6" fmla="*/ 267086 h 1228920"/>
                <a:gd name="connsiteX7" fmla="*/ 242848 w 244823"/>
                <a:gd name="connsiteY7" fmla="*/ 267080 h 1228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823" h="1228920">
                  <a:moveTo>
                    <a:pt x="244823" y="986734"/>
                  </a:moveTo>
                  <a:lnTo>
                    <a:pt x="2637" y="1228920"/>
                  </a:lnTo>
                  <a:lnTo>
                    <a:pt x="0" y="267746"/>
                  </a:lnTo>
                  <a:lnTo>
                    <a:pt x="2077" y="267740"/>
                  </a:lnTo>
                  <a:lnTo>
                    <a:pt x="2077" y="0"/>
                  </a:lnTo>
                  <a:lnTo>
                    <a:pt x="240797" y="0"/>
                  </a:lnTo>
                  <a:lnTo>
                    <a:pt x="240797" y="267086"/>
                  </a:lnTo>
                  <a:lnTo>
                    <a:pt x="242848" y="26708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Freeform 28"/>
            <p:cNvSpPr/>
            <p:nvPr/>
          </p:nvSpPr>
          <p:spPr>
            <a:xfrm rot="5400000">
              <a:off x="4917568" y="3300388"/>
              <a:ext cx="391540" cy="1967294"/>
            </a:xfrm>
            <a:custGeom>
              <a:avLst/>
              <a:gdLst>
                <a:gd name="connsiteX0" fmla="*/ 0 w 244823"/>
                <a:gd name="connsiteY0" fmla="*/ 987928 h 1230114"/>
                <a:gd name="connsiteX1" fmla="*/ 1975 w 244823"/>
                <a:gd name="connsiteY1" fmla="*/ 268274 h 1230114"/>
                <a:gd name="connsiteX2" fmla="*/ 5761 w 244823"/>
                <a:gd name="connsiteY2" fmla="*/ 268284 h 1230114"/>
                <a:gd name="connsiteX3" fmla="*/ 5761 w 244823"/>
                <a:gd name="connsiteY3" fmla="*/ 0 h 1230114"/>
                <a:gd name="connsiteX4" fmla="*/ 244481 w 244823"/>
                <a:gd name="connsiteY4" fmla="*/ 0 h 1230114"/>
                <a:gd name="connsiteX5" fmla="*/ 244481 w 244823"/>
                <a:gd name="connsiteY5" fmla="*/ 268939 h 1230114"/>
                <a:gd name="connsiteX6" fmla="*/ 244823 w 244823"/>
                <a:gd name="connsiteY6" fmla="*/ 268940 h 1230114"/>
                <a:gd name="connsiteX7" fmla="*/ 244481 w 244823"/>
                <a:gd name="connsiteY7" fmla="*/ 393597 h 1230114"/>
                <a:gd name="connsiteX8" fmla="*/ 244481 w 244823"/>
                <a:gd name="connsiteY8" fmla="*/ 744038 h 1230114"/>
                <a:gd name="connsiteX9" fmla="*/ 243520 w 244823"/>
                <a:gd name="connsiteY9" fmla="*/ 744038 h 1230114"/>
                <a:gd name="connsiteX10" fmla="*/ 242186 w 244823"/>
                <a:gd name="connsiteY10" fmla="*/ 1230114 h 123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4823" h="1230114">
                  <a:moveTo>
                    <a:pt x="0" y="987928"/>
                  </a:moveTo>
                  <a:lnTo>
                    <a:pt x="1975" y="268274"/>
                  </a:lnTo>
                  <a:lnTo>
                    <a:pt x="5761" y="268284"/>
                  </a:lnTo>
                  <a:lnTo>
                    <a:pt x="5761" y="0"/>
                  </a:lnTo>
                  <a:lnTo>
                    <a:pt x="244481" y="0"/>
                  </a:lnTo>
                  <a:lnTo>
                    <a:pt x="244481" y="268939"/>
                  </a:lnTo>
                  <a:lnTo>
                    <a:pt x="244823" y="268940"/>
                  </a:lnTo>
                  <a:lnTo>
                    <a:pt x="244481" y="393597"/>
                  </a:lnTo>
                  <a:lnTo>
                    <a:pt x="244481" y="744038"/>
                  </a:lnTo>
                  <a:lnTo>
                    <a:pt x="243520" y="744038"/>
                  </a:lnTo>
                  <a:lnTo>
                    <a:pt x="242186" y="123011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Freeform 29"/>
            <p:cNvSpPr/>
            <p:nvPr/>
          </p:nvSpPr>
          <p:spPr>
            <a:xfrm>
              <a:off x="6517312" y="1712588"/>
              <a:ext cx="392613" cy="1982707"/>
            </a:xfrm>
            <a:custGeom>
              <a:avLst/>
              <a:gdLst>
                <a:gd name="connsiteX0" fmla="*/ 243459 w 245494"/>
                <a:gd name="connsiteY0" fmla="*/ 0 h 1239752"/>
                <a:gd name="connsiteX1" fmla="*/ 245494 w 245494"/>
                <a:gd name="connsiteY1" fmla="*/ 5 h 1239752"/>
                <a:gd name="connsiteX2" fmla="*/ 244134 w 245494"/>
                <a:gd name="connsiteY2" fmla="*/ 495714 h 1239752"/>
                <a:gd name="connsiteX3" fmla="*/ 244161 w 245494"/>
                <a:gd name="connsiteY3" fmla="*/ 495714 h 1239752"/>
                <a:gd name="connsiteX4" fmla="*/ 244161 w 245494"/>
                <a:gd name="connsiteY4" fmla="*/ 1239752 h 1239752"/>
                <a:gd name="connsiteX5" fmla="*/ 5441 w 245494"/>
                <a:gd name="connsiteY5" fmla="*/ 1239752 h 1239752"/>
                <a:gd name="connsiteX6" fmla="*/ 5441 w 245494"/>
                <a:gd name="connsiteY6" fmla="*/ 963771 h 1239752"/>
                <a:gd name="connsiteX7" fmla="*/ 0 w 245494"/>
                <a:gd name="connsiteY7" fmla="*/ 963756 h 1239752"/>
                <a:gd name="connsiteX8" fmla="*/ 1982 w 245494"/>
                <a:gd name="connsiteY8" fmla="*/ 241477 h 1239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494" h="1239752">
                  <a:moveTo>
                    <a:pt x="243459" y="0"/>
                  </a:moveTo>
                  <a:lnTo>
                    <a:pt x="245494" y="5"/>
                  </a:lnTo>
                  <a:lnTo>
                    <a:pt x="244134" y="495714"/>
                  </a:lnTo>
                  <a:lnTo>
                    <a:pt x="244161" y="495714"/>
                  </a:lnTo>
                  <a:lnTo>
                    <a:pt x="244161" y="1239752"/>
                  </a:lnTo>
                  <a:lnTo>
                    <a:pt x="5441" y="1239752"/>
                  </a:lnTo>
                  <a:lnTo>
                    <a:pt x="5441" y="963771"/>
                  </a:lnTo>
                  <a:lnTo>
                    <a:pt x="0" y="963756"/>
                  </a:lnTo>
                  <a:lnTo>
                    <a:pt x="1982" y="24147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Freeform 30"/>
            <p:cNvSpPr/>
            <p:nvPr/>
          </p:nvSpPr>
          <p:spPr>
            <a:xfrm>
              <a:off x="5866459" y="2831525"/>
              <a:ext cx="229300" cy="458600"/>
            </a:xfrm>
            <a:custGeom>
              <a:avLst/>
              <a:gdLst>
                <a:gd name="connsiteX0" fmla="*/ 229300 w 229300"/>
                <a:gd name="connsiteY0" fmla="*/ 0 h 458600"/>
                <a:gd name="connsiteX1" fmla="*/ 229300 w 229300"/>
                <a:gd name="connsiteY1" fmla="*/ 458600 h 458600"/>
                <a:gd name="connsiteX2" fmla="*/ 0 w 229300"/>
                <a:gd name="connsiteY2" fmla="*/ 229300 h 458600"/>
                <a:gd name="connsiteX3" fmla="*/ 229300 w 229300"/>
                <a:gd name="connsiteY3" fmla="*/ 0 h 458600"/>
              </a:gdLst>
              <a:ahLst/>
              <a:cxnLst>
                <a:cxn ang="0">
                  <a:pos x="connsiteX0" y="connsiteY0"/>
                </a:cxn>
                <a:cxn ang="0">
                  <a:pos x="connsiteX1" y="connsiteY1"/>
                </a:cxn>
                <a:cxn ang="0">
                  <a:pos x="connsiteX2" y="connsiteY2"/>
                </a:cxn>
                <a:cxn ang="0">
                  <a:pos x="connsiteX3" y="connsiteY3"/>
                </a:cxn>
              </a:cxnLst>
              <a:rect l="l" t="t" r="r" b="b"/>
              <a:pathLst>
                <a:path w="229300" h="458600">
                  <a:moveTo>
                    <a:pt x="229300" y="0"/>
                  </a:moveTo>
                  <a:lnTo>
                    <a:pt x="229300" y="458600"/>
                  </a:lnTo>
                  <a:cubicBezTo>
                    <a:pt x="102661" y="458600"/>
                    <a:pt x="0" y="355939"/>
                    <a:pt x="0" y="229300"/>
                  </a:cubicBezTo>
                  <a:cubicBezTo>
                    <a:pt x="0" y="102661"/>
                    <a:pt x="102661" y="0"/>
                    <a:pt x="22930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2" name="Freeform 31"/>
            <p:cNvSpPr/>
            <p:nvPr/>
          </p:nvSpPr>
          <p:spPr>
            <a:xfrm>
              <a:off x="6093132" y="2831641"/>
              <a:ext cx="229300" cy="458600"/>
            </a:xfrm>
            <a:custGeom>
              <a:avLst/>
              <a:gdLst>
                <a:gd name="connsiteX0" fmla="*/ 0 w 229300"/>
                <a:gd name="connsiteY0" fmla="*/ 0 h 458600"/>
                <a:gd name="connsiteX1" fmla="*/ 229300 w 229300"/>
                <a:gd name="connsiteY1" fmla="*/ 229300 h 458600"/>
                <a:gd name="connsiteX2" fmla="*/ 0 w 229300"/>
                <a:gd name="connsiteY2" fmla="*/ 458600 h 458600"/>
              </a:gdLst>
              <a:ahLst/>
              <a:cxnLst>
                <a:cxn ang="0">
                  <a:pos x="connsiteX0" y="connsiteY0"/>
                </a:cxn>
                <a:cxn ang="0">
                  <a:pos x="connsiteX1" y="connsiteY1"/>
                </a:cxn>
                <a:cxn ang="0">
                  <a:pos x="connsiteX2" y="connsiteY2"/>
                </a:cxn>
              </a:cxnLst>
              <a:rect l="l" t="t" r="r" b="b"/>
              <a:pathLst>
                <a:path w="229300" h="458600">
                  <a:moveTo>
                    <a:pt x="0" y="0"/>
                  </a:moveTo>
                  <a:cubicBezTo>
                    <a:pt x="126639" y="0"/>
                    <a:pt x="229300" y="102661"/>
                    <a:pt x="229300" y="229300"/>
                  </a:cubicBezTo>
                  <a:cubicBezTo>
                    <a:pt x="229300" y="355939"/>
                    <a:pt x="126639" y="458600"/>
                    <a:pt x="0" y="45860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Freeform 32"/>
            <p:cNvSpPr/>
            <p:nvPr/>
          </p:nvSpPr>
          <p:spPr>
            <a:xfrm rot="5400000">
              <a:off x="5360809" y="3373068"/>
              <a:ext cx="229300" cy="458600"/>
            </a:xfrm>
            <a:custGeom>
              <a:avLst/>
              <a:gdLst>
                <a:gd name="connsiteX0" fmla="*/ 229300 w 229300"/>
                <a:gd name="connsiteY0" fmla="*/ 0 h 458600"/>
                <a:gd name="connsiteX1" fmla="*/ 229300 w 229300"/>
                <a:gd name="connsiteY1" fmla="*/ 458600 h 458600"/>
                <a:gd name="connsiteX2" fmla="*/ 0 w 229300"/>
                <a:gd name="connsiteY2" fmla="*/ 229300 h 458600"/>
                <a:gd name="connsiteX3" fmla="*/ 229300 w 229300"/>
                <a:gd name="connsiteY3" fmla="*/ 0 h 458600"/>
              </a:gdLst>
              <a:ahLst/>
              <a:cxnLst>
                <a:cxn ang="0">
                  <a:pos x="connsiteX0" y="connsiteY0"/>
                </a:cxn>
                <a:cxn ang="0">
                  <a:pos x="connsiteX1" y="connsiteY1"/>
                </a:cxn>
                <a:cxn ang="0">
                  <a:pos x="connsiteX2" y="connsiteY2"/>
                </a:cxn>
                <a:cxn ang="0">
                  <a:pos x="connsiteX3" y="connsiteY3"/>
                </a:cxn>
              </a:cxnLst>
              <a:rect l="l" t="t" r="r" b="b"/>
              <a:pathLst>
                <a:path w="229300" h="458600">
                  <a:moveTo>
                    <a:pt x="229300" y="0"/>
                  </a:moveTo>
                  <a:lnTo>
                    <a:pt x="229300" y="458600"/>
                  </a:lnTo>
                  <a:cubicBezTo>
                    <a:pt x="102661" y="458600"/>
                    <a:pt x="0" y="355939"/>
                    <a:pt x="0" y="229300"/>
                  </a:cubicBezTo>
                  <a:cubicBezTo>
                    <a:pt x="0" y="102661"/>
                    <a:pt x="102661" y="0"/>
                    <a:pt x="22930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4" name="Freeform 33"/>
            <p:cNvSpPr/>
            <p:nvPr/>
          </p:nvSpPr>
          <p:spPr>
            <a:xfrm rot="5400000">
              <a:off x="5360693" y="3599741"/>
              <a:ext cx="229300" cy="458600"/>
            </a:xfrm>
            <a:custGeom>
              <a:avLst/>
              <a:gdLst>
                <a:gd name="connsiteX0" fmla="*/ 0 w 229300"/>
                <a:gd name="connsiteY0" fmla="*/ 0 h 458600"/>
                <a:gd name="connsiteX1" fmla="*/ 229300 w 229300"/>
                <a:gd name="connsiteY1" fmla="*/ 229300 h 458600"/>
                <a:gd name="connsiteX2" fmla="*/ 0 w 229300"/>
                <a:gd name="connsiteY2" fmla="*/ 458600 h 458600"/>
              </a:gdLst>
              <a:ahLst/>
              <a:cxnLst>
                <a:cxn ang="0">
                  <a:pos x="connsiteX0" y="connsiteY0"/>
                </a:cxn>
                <a:cxn ang="0">
                  <a:pos x="connsiteX1" y="connsiteY1"/>
                </a:cxn>
                <a:cxn ang="0">
                  <a:pos x="connsiteX2" y="connsiteY2"/>
                </a:cxn>
              </a:cxnLst>
              <a:rect l="l" t="t" r="r" b="b"/>
              <a:pathLst>
                <a:path w="229300" h="458600">
                  <a:moveTo>
                    <a:pt x="0" y="0"/>
                  </a:moveTo>
                  <a:cubicBezTo>
                    <a:pt x="126639" y="0"/>
                    <a:pt x="229300" y="102661"/>
                    <a:pt x="229300" y="229300"/>
                  </a:cubicBezTo>
                  <a:cubicBezTo>
                    <a:pt x="229300" y="355939"/>
                    <a:pt x="126639" y="458600"/>
                    <a:pt x="0" y="45860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Freeform 34"/>
            <p:cNvSpPr/>
            <p:nvPr/>
          </p:nvSpPr>
          <p:spPr>
            <a:xfrm rot="5400000">
              <a:off x="6608632" y="3360157"/>
              <a:ext cx="229300" cy="458600"/>
            </a:xfrm>
            <a:custGeom>
              <a:avLst/>
              <a:gdLst>
                <a:gd name="connsiteX0" fmla="*/ 229300 w 229300"/>
                <a:gd name="connsiteY0" fmla="*/ 0 h 458600"/>
                <a:gd name="connsiteX1" fmla="*/ 229300 w 229300"/>
                <a:gd name="connsiteY1" fmla="*/ 458600 h 458600"/>
                <a:gd name="connsiteX2" fmla="*/ 0 w 229300"/>
                <a:gd name="connsiteY2" fmla="*/ 229300 h 458600"/>
                <a:gd name="connsiteX3" fmla="*/ 229300 w 229300"/>
                <a:gd name="connsiteY3" fmla="*/ 0 h 458600"/>
              </a:gdLst>
              <a:ahLst/>
              <a:cxnLst>
                <a:cxn ang="0">
                  <a:pos x="connsiteX0" y="connsiteY0"/>
                </a:cxn>
                <a:cxn ang="0">
                  <a:pos x="connsiteX1" y="connsiteY1"/>
                </a:cxn>
                <a:cxn ang="0">
                  <a:pos x="connsiteX2" y="connsiteY2"/>
                </a:cxn>
                <a:cxn ang="0">
                  <a:pos x="connsiteX3" y="connsiteY3"/>
                </a:cxn>
              </a:cxnLst>
              <a:rect l="l" t="t" r="r" b="b"/>
              <a:pathLst>
                <a:path w="229300" h="458600">
                  <a:moveTo>
                    <a:pt x="229300" y="0"/>
                  </a:moveTo>
                  <a:lnTo>
                    <a:pt x="229300" y="458600"/>
                  </a:lnTo>
                  <a:cubicBezTo>
                    <a:pt x="102661" y="458600"/>
                    <a:pt x="0" y="355939"/>
                    <a:pt x="0" y="229300"/>
                  </a:cubicBezTo>
                  <a:cubicBezTo>
                    <a:pt x="0" y="102661"/>
                    <a:pt x="102661" y="0"/>
                    <a:pt x="2293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6" name="Freeform 35"/>
            <p:cNvSpPr/>
            <p:nvPr/>
          </p:nvSpPr>
          <p:spPr>
            <a:xfrm rot="5400000">
              <a:off x="6608516" y="3586830"/>
              <a:ext cx="229300" cy="458600"/>
            </a:xfrm>
            <a:custGeom>
              <a:avLst/>
              <a:gdLst>
                <a:gd name="connsiteX0" fmla="*/ 0 w 229300"/>
                <a:gd name="connsiteY0" fmla="*/ 0 h 458600"/>
                <a:gd name="connsiteX1" fmla="*/ 229300 w 229300"/>
                <a:gd name="connsiteY1" fmla="*/ 229300 h 458600"/>
                <a:gd name="connsiteX2" fmla="*/ 0 w 229300"/>
                <a:gd name="connsiteY2" fmla="*/ 458600 h 458600"/>
              </a:gdLst>
              <a:ahLst/>
              <a:cxnLst>
                <a:cxn ang="0">
                  <a:pos x="connsiteX0" y="connsiteY0"/>
                </a:cxn>
                <a:cxn ang="0">
                  <a:pos x="connsiteX1" y="connsiteY1"/>
                </a:cxn>
                <a:cxn ang="0">
                  <a:pos x="connsiteX2" y="connsiteY2"/>
                </a:cxn>
              </a:cxnLst>
              <a:rect l="l" t="t" r="r" b="b"/>
              <a:pathLst>
                <a:path w="229300" h="458600">
                  <a:moveTo>
                    <a:pt x="0" y="0"/>
                  </a:moveTo>
                  <a:cubicBezTo>
                    <a:pt x="126639" y="0"/>
                    <a:pt x="229300" y="102661"/>
                    <a:pt x="229300" y="229300"/>
                  </a:cubicBezTo>
                  <a:cubicBezTo>
                    <a:pt x="229300" y="355939"/>
                    <a:pt x="126639" y="458600"/>
                    <a:pt x="0" y="45860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7" name="Freeform 36"/>
            <p:cNvSpPr/>
            <p:nvPr/>
          </p:nvSpPr>
          <p:spPr>
            <a:xfrm>
              <a:off x="5869327" y="4051813"/>
              <a:ext cx="229300" cy="458600"/>
            </a:xfrm>
            <a:custGeom>
              <a:avLst/>
              <a:gdLst>
                <a:gd name="connsiteX0" fmla="*/ 229300 w 229300"/>
                <a:gd name="connsiteY0" fmla="*/ 0 h 458600"/>
                <a:gd name="connsiteX1" fmla="*/ 229300 w 229300"/>
                <a:gd name="connsiteY1" fmla="*/ 458600 h 458600"/>
                <a:gd name="connsiteX2" fmla="*/ 0 w 229300"/>
                <a:gd name="connsiteY2" fmla="*/ 229300 h 458600"/>
                <a:gd name="connsiteX3" fmla="*/ 229300 w 229300"/>
                <a:gd name="connsiteY3" fmla="*/ 0 h 458600"/>
              </a:gdLst>
              <a:ahLst/>
              <a:cxnLst>
                <a:cxn ang="0">
                  <a:pos x="connsiteX0" y="connsiteY0"/>
                </a:cxn>
                <a:cxn ang="0">
                  <a:pos x="connsiteX1" y="connsiteY1"/>
                </a:cxn>
                <a:cxn ang="0">
                  <a:pos x="connsiteX2" y="connsiteY2"/>
                </a:cxn>
                <a:cxn ang="0">
                  <a:pos x="connsiteX3" y="connsiteY3"/>
                </a:cxn>
              </a:cxnLst>
              <a:rect l="l" t="t" r="r" b="b"/>
              <a:pathLst>
                <a:path w="229300" h="458600">
                  <a:moveTo>
                    <a:pt x="229300" y="0"/>
                  </a:moveTo>
                  <a:lnTo>
                    <a:pt x="229300" y="458600"/>
                  </a:lnTo>
                  <a:cubicBezTo>
                    <a:pt x="102661" y="458600"/>
                    <a:pt x="0" y="355939"/>
                    <a:pt x="0" y="229300"/>
                  </a:cubicBezTo>
                  <a:cubicBezTo>
                    <a:pt x="0" y="102661"/>
                    <a:pt x="102661" y="0"/>
                    <a:pt x="22930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8" name="Freeform 37"/>
            <p:cNvSpPr/>
            <p:nvPr/>
          </p:nvSpPr>
          <p:spPr>
            <a:xfrm>
              <a:off x="6096000" y="4051929"/>
              <a:ext cx="229300" cy="458600"/>
            </a:xfrm>
            <a:custGeom>
              <a:avLst/>
              <a:gdLst>
                <a:gd name="connsiteX0" fmla="*/ 0 w 229300"/>
                <a:gd name="connsiteY0" fmla="*/ 0 h 458600"/>
                <a:gd name="connsiteX1" fmla="*/ 229300 w 229300"/>
                <a:gd name="connsiteY1" fmla="*/ 229300 h 458600"/>
                <a:gd name="connsiteX2" fmla="*/ 0 w 229300"/>
                <a:gd name="connsiteY2" fmla="*/ 458600 h 458600"/>
              </a:gdLst>
              <a:ahLst/>
              <a:cxnLst>
                <a:cxn ang="0">
                  <a:pos x="connsiteX0" y="connsiteY0"/>
                </a:cxn>
                <a:cxn ang="0">
                  <a:pos x="connsiteX1" y="connsiteY1"/>
                </a:cxn>
                <a:cxn ang="0">
                  <a:pos x="connsiteX2" y="connsiteY2"/>
                </a:cxn>
              </a:cxnLst>
              <a:rect l="l" t="t" r="r" b="b"/>
              <a:pathLst>
                <a:path w="229300" h="458600">
                  <a:moveTo>
                    <a:pt x="0" y="0"/>
                  </a:moveTo>
                  <a:cubicBezTo>
                    <a:pt x="126639" y="0"/>
                    <a:pt x="229300" y="102661"/>
                    <a:pt x="229300" y="229300"/>
                  </a:cubicBezTo>
                  <a:cubicBezTo>
                    <a:pt x="229300" y="355939"/>
                    <a:pt x="126639" y="458600"/>
                    <a:pt x="0" y="45860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39" name="Oval 38"/>
          <p:cNvSpPr/>
          <p:nvPr/>
        </p:nvSpPr>
        <p:spPr>
          <a:xfrm>
            <a:off x="7332483" y="1938783"/>
            <a:ext cx="591048" cy="5910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sz="3200" dirty="0">
              <a:solidFill>
                <a:prstClr val="white"/>
              </a:solidFill>
              <a:latin typeface="Roboto"/>
            </a:endParaRPr>
          </a:p>
        </p:txBody>
      </p:sp>
      <p:sp>
        <p:nvSpPr>
          <p:cNvPr id="40" name="Oval 39"/>
          <p:cNvSpPr/>
          <p:nvPr/>
        </p:nvSpPr>
        <p:spPr>
          <a:xfrm>
            <a:off x="7332483" y="4903777"/>
            <a:ext cx="591048" cy="5910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sz="3200" dirty="0">
              <a:solidFill>
                <a:prstClr val="white"/>
              </a:solidFill>
              <a:latin typeface="Roboto"/>
            </a:endParaRPr>
          </a:p>
        </p:txBody>
      </p:sp>
      <p:sp>
        <p:nvSpPr>
          <p:cNvPr id="41" name="Oval 40"/>
          <p:cNvSpPr/>
          <p:nvPr/>
        </p:nvSpPr>
        <p:spPr>
          <a:xfrm>
            <a:off x="4242066" y="4903777"/>
            <a:ext cx="591048" cy="5910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sz="3200" dirty="0">
              <a:solidFill>
                <a:prstClr val="white"/>
              </a:solidFill>
              <a:latin typeface="Roboto"/>
            </a:endParaRPr>
          </a:p>
        </p:txBody>
      </p:sp>
      <p:sp>
        <p:nvSpPr>
          <p:cNvPr id="42" name="Oval 41"/>
          <p:cNvSpPr/>
          <p:nvPr/>
        </p:nvSpPr>
        <p:spPr>
          <a:xfrm>
            <a:off x="4242066" y="1938783"/>
            <a:ext cx="591048" cy="59104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sz="3200" dirty="0">
              <a:solidFill>
                <a:prstClr val="white"/>
              </a:solidFill>
              <a:latin typeface="Roboto"/>
            </a:endParaRPr>
          </a:p>
        </p:txBody>
      </p:sp>
      <p:sp>
        <p:nvSpPr>
          <p:cNvPr id="4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64895677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animEffect transition="in" filter="fade">
                                      <p:cBhvr>
                                        <p:cTn id="9" dur="500"/>
                                        <p:tgtEl>
                                          <p:spTgt spid="17"/>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42"/>
                                        </p:tgtEl>
                                        <p:attrNameLst>
                                          <p:attrName>style.visibility</p:attrName>
                                        </p:attrNameLst>
                                      </p:cBhvr>
                                      <p:to>
                                        <p:strVal val="visible"/>
                                      </p:to>
                                    </p:set>
                                    <p:animEffect transition="in" filter="fade">
                                      <p:cBhvr>
                                        <p:cTn id="13" dur="500"/>
                                        <p:tgtEl>
                                          <p:spTgt spid="42"/>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41"/>
                                        </p:tgtEl>
                                        <p:attrNameLst>
                                          <p:attrName>style.visibility</p:attrName>
                                        </p:attrNameLst>
                                      </p:cBhvr>
                                      <p:to>
                                        <p:strVal val="visible"/>
                                      </p:to>
                                    </p:set>
                                    <p:animEffect transition="in" filter="fade">
                                      <p:cBhvr>
                                        <p:cTn id="17" dur="500"/>
                                        <p:tgtEl>
                                          <p:spTgt spid="41"/>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39"/>
                                        </p:tgtEl>
                                        <p:attrNameLst>
                                          <p:attrName>style.visibility</p:attrName>
                                        </p:attrNameLst>
                                      </p:cBhvr>
                                      <p:to>
                                        <p:strVal val="visible"/>
                                      </p:to>
                                    </p:set>
                                    <p:animEffect transition="in" filter="fade">
                                      <p:cBhvr>
                                        <p:cTn id="21" dur="500"/>
                                        <p:tgtEl>
                                          <p:spTgt spid="39"/>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40"/>
                                        </p:tgtEl>
                                        <p:attrNameLst>
                                          <p:attrName>style.visibility</p:attrName>
                                        </p:attrNameLst>
                                      </p:cBhvr>
                                      <p:to>
                                        <p:strVal val="visible"/>
                                      </p:to>
                                    </p:set>
                                    <p:animEffect transition="in" filter="fade">
                                      <p:cBhvr>
                                        <p:cTn id="25" dur="500"/>
                                        <p:tgtEl>
                                          <p:spTgt spid="40"/>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fade">
                                      <p:cBhvr>
                                        <p:cTn id="29" dur="500"/>
                                        <p:tgtEl>
                                          <p:spTgt spid="4"/>
                                        </p:tgtEl>
                                      </p:cBhvr>
                                    </p:animEffect>
                                  </p:childTnLst>
                                </p:cTn>
                              </p:par>
                            </p:childTnLst>
                          </p:cTn>
                        </p:par>
                        <p:par>
                          <p:cTn id="30" fill="hold">
                            <p:stCondLst>
                              <p:cond delay="3000"/>
                            </p:stCondLst>
                            <p:childTnLst>
                              <p:par>
                                <p:cTn id="31" presetID="9" presetClass="entr" presetSubtype="0" fill="hold" grpId="0" nodeType="afterEffect">
                                  <p:stCondLst>
                                    <p:cond delay="0"/>
                                  </p:stCondLst>
                                  <p:childTnLst>
                                    <p:set>
                                      <p:cBhvr>
                                        <p:cTn id="32" dur="1" fill="hold">
                                          <p:stCondLst>
                                            <p:cond delay="0"/>
                                          </p:stCondLst>
                                        </p:cTn>
                                        <p:tgtEl>
                                          <p:spTgt spid="5">
                                            <p:txEl>
                                              <p:pRg st="0" end="0"/>
                                            </p:txEl>
                                          </p:spTgt>
                                        </p:tgtEl>
                                        <p:attrNameLst>
                                          <p:attrName>style.visibility</p:attrName>
                                        </p:attrNameLst>
                                      </p:cBhvr>
                                      <p:to>
                                        <p:strVal val="visible"/>
                                      </p:to>
                                    </p:set>
                                    <p:animEffect transition="in" filter="dissolve">
                                      <p:cBhvr>
                                        <p:cTn id="33" dur="500"/>
                                        <p:tgtEl>
                                          <p:spTgt spid="5">
                                            <p:txEl>
                                              <p:pRg st="0" end="0"/>
                                            </p:txEl>
                                          </p:spTgt>
                                        </p:tgtEl>
                                      </p:cBhvr>
                                    </p:animEffect>
                                  </p:childTnLst>
                                </p:cTn>
                              </p:par>
                            </p:childTnLst>
                          </p:cTn>
                        </p:par>
                        <p:par>
                          <p:cTn id="34" fill="hold">
                            <p:stCondLst>
                              <p:cond delay="3500"/>
                            </p:stCondLst>
                            <p:childTnLst>
                              <p:par>
                                <p:cTn id="35" presetID="9" presetClass="entr" presetSubtype="0" fill="hold" grpId="0" nodeType="afterEffect">
                                  <p:stCondLst>
                                    <p:cond delay="0"/>
                                  </p:stCondLst>
                                  <p:childTnLst>
                                    <p:set>
                                      <p:cBhvr>
                                        <p:cTn id="36" dur="1" fill="hold">
                                          <p:stCondLst>
                                            <p:cond delay="0"/>
                                          </p:stCondLst>
                                        </p:cTn>
                                        <p:tgtEl>
                                          <p:spTgt spid="7">
                                            <p:txEl>
                                              <p:pRg st="0" end="0"/>
                                            </p:txEl>
                                          </p:spTgt>
                                        </p:tgtEl>
                                        <p:attrNameLst>
                                          <p:attrName>style.visibility</p:attrName>
                                        </p:attrNameLst>
                                      </p:cBhvr>
                                      <p:to>
                                        <p:strVal val="visible"/>
                                      </p:to>
                                    </p:set>
                                    <p:animEffect transition="in" filter="dissolve">
                                      <p:cBhvr>
                                        <p:cTn id="37" dur="500"/>
                                        <p:tgtEl>
                                          <p:spTgt spid="7">
                                            <p:txEl>
                                              <p:pRg st="0" end="0"/>
                                            </p:txEl>
                                          </p:spTgt>
                                        </p:tgtEl>
                                      </p:cBhvr>
                                    </p:animEffect>
                                  </p:childTnLst>
                                </p:cTn>
                              </p:par>
                            </p:childTnLst>
                          </p:cTn>
                        </p:par>
                        <p:par>
                          <p:cTn id="38" fill="hold">
                            <p:stCondLst>
                              <p:cond delay="4000"/>
                            </p:stCondLst>
                            <p:childTnLst>
                              <p:par>
                                <p:cTn id="39" presetID="9" presetClass="entr" presetSubtype="0" fill="hold" grpId="0" nodeType="afterEffect">
                                  <p:stCondLst>
                                    <p:cond delay="0"/>
                                  </p:stCondLst>
                                  <p:childTnLst>
                                    <p:set>
                                      <p:cBhvr>
                                        <p:cTn id="40" dur="1" fill="hold">
                                          <p:stCondLst>
                                            <p:cond delay="0"/>
                                          </p:stCondLst>
                                        </p:cTn>
                                        <p:tgtEl>
                                          <p:spTgt spid="16">
                                            <p:txEl>
                                              <p:pRg st="0" end="0"/>
                                            </p:txEl>
                                          </p:spTgt>
                                        </p:tgtEl>
                                        <p:attrNameLst>
                                          <p:attrName>style.visibility</p:attrName>
                                        </p:attrNameLst>
                                      </p:cBhvr>
                                      <p:to>
                                        <p:strVal val="visible"/>
                                      </p:to>
                                    </p:set>
                                    <p:animEffect transition="in" filter="dissolve">
                                      <p:cBhvr>
                                        <p:cTn id="41" dur="500"/>
                                        <p:tgtEl>
                                          <p:spTgt spid="16">
                                            <p:txEl>
                                              <p:pRg st="0" end="0"/>
                                            </p:txEl>
                                          </p:spTgt>
                                        </p:tgtEl>
                                      </p:cBhvr>
                                    </p:animEffect>
                                  </p:childTnLst>
                                </p:cTn>
                              </p:par>
                            </p:childTnLst>
                          </p:cTn>
                        </p:par>
                        <p:par>
                          <p:cTn id="42" fill="hold">
                            <p:stCondLst>
                              <p:cond delay="4500"/>
                            </p:stCondLst>
                            <p:childTnLst>
                              <p:par>
                                <p:cTn id="43" presetID="9" presetClass="entr" presetSubtype="0" fill="hold" grpId="0" nodeType="afterEffect">
                                  <p:stCondLst>
                                    <p:cond delay="0"/>
                                  </p:stCondLst>
                                  <p:childTnLst>
                                    <p:set>
                                      <p:cBhvr>
                                        <p:cTn id="44" dur="1" fill="hold">
                                          <p:stCondLst>
                                            <p:cond delay="0"/>
                                          </p:stCondLst>
                                        </p:cTn>
                                        <p:tgtEl>
                                          <p:spTgt spid="10">
                                            <p:txEl>
                                              <p:pRg st="0" end="0"/>
                                            </p:txEl>
                                          </p:spTgt>
                                        </p:tgtEl>
                                        <p:attrNameLst>
                                          <p:attrName>style.visibility</p:attrName>
                                        </p:attrNameLst>
                                      </p:cBhvr>
                                      <p:to>
                                        <p:strVal val="visible"/>
                                      </p:to>
                                    </p:set>
                                    <p:animEffect transition="in" filter="dissolve">
                                      <p:cBhvr>
                                        <p:cTn id="45"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build="p"/>
      <p:bldP spid="7" grpId="0" build="p"/>
      <p:bldP spid="10" grpId="0" build="p"/>
      <p:bldP spid="16" grpId="0" build="p"/>
      <p:bldP spid="39" grpId="0" animBg="1"/>
      <p:bldP spid="40" grpId="0" animBg="1"/>
      <p:bldP spid="41" grpId="0" animBg="1"/>
      <p:bldP spid="42"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122218" y="237021"/>
            <a:ext cx="10448275" cy="642938"/>
          </a:xfrm>
        </p:spPr>
        <p:txBody>
          <a:bodyPr/>
          <a:lstStyle/>
          <a:p>
            <a:pPr algn="r" rtl="1"/>
            <a:r>
              <a:rPr lang="ar-SA" b="1" u="sng" dirty="0"/>
              <a:t>ز- تأثير التلفزيون على التعليم</a:t>
            </a:r>
            <a:endParaRPr lang="en-US" u="sng" dirty="0"/>
          </a:p>
        </p:txBody>
      </p:sp>
      <p:sp>
        <p:nvSpPr>
          <p:cNvPr id="3" name="Oval 2"/>
          <p:cNvSpPr/>
          <p:nvPr/>
        </p:nvSpPr>
        <p:spPr>
          <a:xfrm>
            <a:off x="2412205" y="2978943"/>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3600" dirty="0" smtClean="0">
                <a:solidFill>
                  <a:prstClr val="black">
                    <a:lumMod val="75000"/>
                    <a:lumOff val="25000"/>
                  </a:prstClr>
                </a:solidFill>
                <a:latin typeface="FontAwesome" pitchFamily="2" charset="0"/>
              </a:rPr>
              <a:t>1</a:t>
            </a:r>
            <a:endParaRPr lang="ru-RU" sz="3600" dirty="0">
              <a:solidFill>
                <a:prstClr val="black">
                  <a:lumMod val="75000"/>
                  <a:lumOff val="25000"/>
                </a:prstClr>
              </a:solidFill>
            </a:endParaRPr>
          </a:p>
        </p:txBody>
      </p:sp>
      <p:sp>
        <p:nvSpPr>
          <p:cNvPr id="28" name="Oval 27"/>
          <p:cNvSpPr/>
          <p:nvPr/>
        </p:nvSpPr>
        <p:spPr>
          <a:xfrm>
            <a:off x="8136731" y="2973068"/>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a:solidFill>
                  <a:prstClr val="black">
                    <a:lumMod val="75000"/>
                    <a:lumOff val="25000"/>
                  </a:prstClr>
                </a:solidFill>
                <a:latin typeface="FontAwesome" pitchFamily="2" charset="0"/>
              </a:rPr>
              <a:t></a:t>
            </a:r>
            <a:endParaRPr lang="en-US" sz="3600" dirty="0">
              <a:solidFill>
                <a:prstClr val="black">
                  <a:lumMod val="75000"/>
                  <a:lumOff val="25000"/>
                </a:prstClr>
              </a:solidFill>
            </a:endParaRPr>
          </a:p>
        </p:txBody>
      </p:sp>
      <p:grpSp>
        <p:nvGrpSpPr>
          <p:cNvPr id="5" name="Group 4"/>
          <p:cNvGrpSpPr/>
          <p:nvPr/>
        </p:nvGrpSpPr>
        <p:grpSpPr>
          <a:xfrm>
            <a:off x="1528762" y="2043113"/>
            <a:ext cx="3436620" cy="3429475"/>
            <a:chOff x="1528762" y="2043113"/>
            <a:chExt cx="3436620" cy="3429475"/>
          </a:xfrm>
        </p:grpSpPr>
        <p:sp>
          <p:nvSpPr>
            <p:cNvPr id="2" name="Block Arc 1"/>
            <p:cNvSpPr/>
            <p:nvPr/>
          </p:nvSpPr>
          <p:spPr>
            <a:xfrm>
              <a:off x="1528762" y="2043113"/>
              <a:ext cx="3429000" cy="3429000"/>
            </a:xfrm>
            <a:prstGeom prst="blockArc">
              <a:avLst>
                <a:gd name="adj1" fmla="val 10800000"/>
                <a:gd name="adj2" fmla="val 0"/>
                <a:gd name="adj3" fmla="val 16667"/>
              </a:avLst>
            </a:prstGeom>
            <a:pattFill prst="pct70">
              <a:fgClr>
                <a:srgbClr val="0087B1"/>
              </a:fgClr>
              <a:bgClr>
                <a:schemeClr val="accent5">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29" name="Block Arc 28"/>
            <p:cNvSpPr/>
            <p:nvPr/>
          </p:nvSpPr>
          <p:spPr>
            <a:xfrm>
              <a:off x="1536382" y="2043588"/>
              <a:ext cx="3429000" cy="3429000"/>
            </a:xfrm>
            <a:prstGeom prst="blockArc">
              <a:avLst>
                <a:gd name="adj1" fmla="val 17438820"/>
                <a:gd name="adj2" fmla="val 21599999"/>
                <a:gd name="adj3" fmla="val 1727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9" name="Group 8"/>
          <p:cNvGrpSpPr/>
          <p:nvPr/>
        </p:nvGrpSpPr>
        <p:grpSpPr>
          <a:xfrm>
            <a:off x="4395787" y="2100263"/>
            <a:ext cx="3432812" cy="3431380"/>
            <a:chOff x="4395787" y="2100263"/>
            <a:chExt cx="3432812" cy="3431380"/>
          </a:xfrm>
        </p:grpSpPr>
        <p:sp>
          <p:nvSpPr>
            <p:cNvPr id="23" name="Block Arc 22"/>
            <p:cNvSpPr/>
            <p:nvPr/>
          </p:nvSpPr>
          <p:spPr>
            <a:xfrm rot="10800000">
              <a:off x="4395787" y="2100263"/>
              <a:ext cx="3429000" cy="3429000"/>
            </a:xfrm>
            <a:prstGeom prst="blockArc">
              <a:avLst>
                <a:gd name="adj1" fmla="val 10800000"/>
                <a:gd name="adj2" fmla="val 0"/>
                <a:gd name="adj3" fmla="val 16667"/>
              </a:avLst>
            </a:prstGeom>
            <a:pattFill prst="pct70">
              <a:fgClr>
                <a:srgbClr val="FE8301"/>
              </a:fgClr>
              <a:bgClr>
                <a:schemeClr val="accent2">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0" name="Block Arc 29"/>
            <p:cNvSpPr/>
            <p:nvPr/>
          </p:nvSpPr>
          <p:spPr>
            <a:xfrm rot="4048770">
              <a:off x="4399599" y="2102643"/>
              <a:ext cx="3429000" cy="3429000"/>
            </a:xfrm>
            <a:prstGeom prst="blockArc">
              <a:avLst>
                <a:gd name="adj1" fmla="val 17506167"/>
                <a:gd name="adj2" fmla="val 2318438"/>
                <a:gd name="adj3" fmla="val 1705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0" name="Group 9"/>
          <p:cNvGrpSpPr/>
          <p:nvPr/>
        </p:nvGrpSpPr>
        <p:grpSpPr>
          <a:xfrm>
            <a:off x="7253287" y="2037558"/>
            <a:ext cx="3443763" cy="3434555"/>
            <a:chOff x="7253287" y="2037558"/>
            <a:chExt cx="3443763" cy="3434555"/>
          </a:xfrm>
        </p:grpSpPr>
        <p:sp>
          <p:nvSpPr>
            <p:cNvPr id="26" name="Block Arc 25"/>
            <p:cNvSpPr/>
            <p:nvPr/>
          </p:nvSpPr>
          <p:spPr>
            <a:xfrm>
              <a:off x="7253287" y="2043113"/>
              <a:ext cx="3429000" cy="3429000"/>
            </a:xfrm>
            <a:prstGeom prst="blockArc">
              <a:avLst>
                <a:gd name="adj1" fmla="val 10800000"/>
                <a:gd name="adj2" fmla="val 0"/>
                <a:gd name="adj3" fmla="val 16667"/>
              </a:avLst>
            </a:prstGeom>
            <a:pattFill prst="pct70">
              <a:fgClr>
                <a:srgbClr val="A1BB22"/>
              </a:fgClr>
              <a:bgClr>
                <a:schemeClr val="accent6">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1" name="Block Arc 30"/>
            <p:cNvSpPr/>
            <p:nvPr/>
          </p:nvSpPr>
          <p:spPr>
            <a:xfrm>
              <a:off x="7268050" y="2037558"/>
              <a:ext cx="3429000" cy="3429000"/>
            </a:xfrm>
            <a:prstGeom prst="blockArc">
              <a:avLst>
                <a:gd name="adj1" fmla="val 17003911"/>
                <a:gd name="adj2" fmla="val 66214"/>
                <a:gd name="adj3" fmla="val 1754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1" name="Group 10"/>
          <p:cNvGrpSpPr/>
          <p:nvPr/>
        </p:nvGrpSpPr>
        <p:grpSpPr>
          <a:xfrm>
            <a:off x="3175038" y="4650260"/>
            <a:ext cx="131208" cy="402198"/>
            <a:chOff x="3175038" y="4650260"/>
            <a:chExt cx="131208" cy="402198"/>
          </a:xfrm>
        </p:grpSpPr>
        <p:sp>
          <p:nvSpPr>
            <p:cNvPr id="4" name="Oval 3"/>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8" name="Straight Connector 7"/>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8909484" y="4650260"/>
            <a:ext cx="131208" cy="402198"/>
            <a:chOff x="3175038" y="4650260"/>
            <a:chExt cx="131208" cy="402198"/>
          </a:xfrm>
        </p:grpSpPr>
        <p:sp>
          <p:nvSpPr>
            <p:cNvPr id="35" name="Oval 34"/>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6" name="Straight Connector 35"/>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47" name="TextBox 46"/>
          <p:cNvSpPr txBox="1"/>
          <p:nvPr/>
        </p:nvSpPr>
        <p:spPr>
          <a:xfrm>
            <a:off x="635516" y="4902370"/>
            <a:ext cx="4304781" cy="1384995"/>
          </a:xfrm>
          <a:prstGeom prst="rect">
            <a:avLst/>
          </a:prstGeom>
          <a:noFill/>
        </p:spPr>
        <p:txBody>
          <a:bodyPr wrap="square" rtlCol="0">
            <a:spAutoFit/>
          </a:bodyPr>
          <a:lstStyle/>
          <a:p>
            <a:pPr algn="ctr" rtl="1"/>
            <a:r>
              <a:rPr lang="ar-SA" sz="2800" b="1" dirty="0" smtClean="0"/>
              <a:t>النقل </a:t>
            </a:r>
            <a:r>
              <a:rPr lang="ar-SA" sz="2800" b="1" dirty="0"/>
              <a:t>المباشر والفوري لما يحدث خارج قاعة الدرس إلى عدد كبير من المتعلمين في نفس لحظة الحدث</a:t>
            </a:r>
            <a:endParaRPr lang="en-US" sz="2800" b="1" dirty="0">
              <a:solidFill>
                <a:srgbClr val="0087B1"/>
              </a:solidFill>
            </a:endParaRPr>
          </a:p>
        </p:txBody>
      </p:sp>
      <p:sp>
        <p:nvSpPr>
          <p:cNvPr id="52" name="TextBox 51"/>
          <p:cNvSpPr txBox="1"/>
          <p:nvPr/>
        </p:nvSpPr>
        <p:spPr>
          <a:xfrm>
            <a:off x="7115281" y="5159991"/>
            <a:ext cx="4287990" cy="954107"/>
          </a:xfrm>
          <a:prstGeom prst="rect">
            <a:avLst/>
          </a:prstGeom>
          <a:noFill/>
        </p:spPr>
        <p:txBody>
          <a:bodyPr wrap="square" rtlCol="0">
            <a:spAutoFit/>
          </a:bodyPr>
          <a:lstStyle/>
          <a:p>
            <a:pPr algn="ctr" fontAlgn="auto">
              <a:spcBef>
                <a:spcPts val="0"/>
              </a:spcBef>
              <a:spcAft>
                <a:spcPts val="0"/>
              </a:spcAft>
            </a:pPr>
            <a:r>
              <a:rPr lang="ar-SA" sz="2800" b="1" dirty="0"/>
              <a:t>- تكبير الأشياء الصغيرة لتوضيح تفاصيلها الدقيقة</a:t>
            </a:r>
            <a:endParaRPr lang="en-US" sz="2800" b="1" dirty="0" smtClean="0">
              <a:latin typeface="Lato Light" panose="020F0302020204030203" pitchFamily="34" charset="0"/>
            </a:endParaRPr>
          </a:p>
        </p:txBody>
      </p:sp>
      <p:sp>
        <p:nvSpPr>
          <p:cNvPr id="2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353768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3"/>
                                        </p:tgtEl>
                                        <p:attrNameLst>
                                          <p:attrName>style.visibility</p:attrName>
                                        </p:attrNameLst>
                                      </p:cBhvr>
                                      <p:to>
                                        <p:strVal val="visible"/>
                                      </p:to>
                                    </p:set>
                                    <p:anim calcmode="lin" valueType="num">
                                      <p:cBhvr>
                                        <p:cTn id="10" dur="500" fill="hold"/>
                                        <p:tgtEl>
                                          <p:spTgt spid="3"/>
                                        </p:tgtEl>
                                        <p:attrNameLst>
                                          <p:attrName>ppt_w</p:attrName>
                                        </p:attrNameLst>
                                      </p:cBhvr>
                                      <p:tavLst>
                                        <p:tav tm="0">
                                          <p:val>
                                            <p:fltVal val="0"/>
                                          </p:val>
                                        </p:tav>
                                        <p:tav tm="100000">
                                          <p:val>
                                            <p:strVal val="#ppt_w"/>
                                          </p:val>
                                        </p:tav>
                                      </p:tavLst>
                                    </p:anim>
                                    <p:anim calcmode="lin" valueType="num">
                                      <p:cBhvr>
                                        <p:cTn id="11" dur="500" fill="hold"/>
                                        <p:tgtEl>
                                          <p:spTgt spid="3"/>
                                        </p:tgtEl>
                                        <p:attrNameLst>
                                          <p:attrName>ppt_h</p:attrName>
                                        </p:attrNameLst>
                                      </p:cBhvr>
                                      <p:tavLst>
                                        <p:tav tm="0">
                                          <p:val>
                                            <p:fltVal val="0"/>
                                          </p:val>
                                        </p:tav>
                                        <p:tav tm="100000">
                                          <p:val>
                                            <p:strVal val="#ppt_h"/>
                                          </p:val>
                                        </p:tav>
                                      </p:tavLst>
                                    </p:anim>
                                    <p:animEffect transition="in" filter="fade">
                                      <p:cBhvr>
                                        <p:cTn id="12" dur="500"/>
                                        <p:tgtEl>
                                          <p:spTgt spid="3"/>
                                        </p:tgtEl>
                                      </p:cBhvr>
                                    </p:animEffect>
                                  </p:childTnLst>
                                </p:cTn>
                              </p:par>
                              <p:par>
                                <p:cTn id="13" presetID="22" presetClass="entr" presetSubtype="1" fill="hold" nodeType="withEffect">
                                  <p:stCondLst>
                                    <p:cond delay="500"/>
                                  </p:stCondLst>
                                  <p:childTnLst>
                                    <p:set>
                                      <p:cBhvr>
                                        <p:cTn id="14" dur="1" fill="hold">
                                          <p:stCondLst>
                                            <p:cond delay="0"/>
                                          </p:stCondLst>
                                        </p:cTn>
                                        <p:tgtEl>
                                          <p:spTgt spid="11"/>
                                        </p:tgtEl>
                                        <p:attrNameLst>
                                          <p:attrName>style.visibility</p:attrName>
                                        </p:attrNameLst>
                                      </p:cBhvr>
                                      <p:to>
                                        <p:strVal val="visible"/>
                                      </p:to>
                                    </p:set>
                                    <p:animEffect transition="in" filter="wipe(up)">
                                      <p:cBhvr>
                                        <p:cTn id="15" dur="500"/>
                                        <p:tgtEl>
                                          <p:spTgt spid="11"/>
                                        </p:tgtEl>
                                      </p:cBhvr>
                                    </p:animEffect>
                                  </p:childTnLst>
                                </p:cTn>
                              </p:par>
                              <p:par>
                                <p:cTn id="16" presetID="22" presetClass="entr" presetSubtype="8" fill="hold" nodeType="withEffect">
                                  <p:stCondLst>
                                    <p:cond delay="500"/>
                                  </p:stCondLst>
                                  <p:childTnLst>
                                    <p:set>
                                      <p:cBhvr>
                                        <p:cTn id="17" dur="1" fill="hold">
                                          <p:stCondLst>
                                            <p:cond delay="0"/>
                                          </p:stCondLst>
                                        </p:cTn>
                                        <p:tgtEl>
                                          <p:spTgt spid="9"/>
                                        </p:tgtEl>
                                        <p:attrNameLst>
                                          <p:attrName>style.visibility</p:attrName>
                                        </p:attrNameLst>
                                      </p:cBhvr>
                                      <p:to>
                                        <p:strVal val="visible"/>
                                      </p:to>
                                    </p:set>
                                    <p:animEffect transition="in" filter="wipe(left)">
                                      <p:cBhvr>
                                        <p:cTn id="18" dur="500"/>
                                        <p:tgtEl>
                                          <p:spTgt spid="9"/>
                                        </p:tgtEl>
                                      </p:cBhvr>
                                    </p:animEffect>
                                  </p:childTnLst>
                                </p:cTn>
                              </p:par>
                              <p:par>
                                <p:cTn id="19" presetID="22" presetClass="entr" presetSubtype="8" fill="hold" nodeType="withEffect">
                                  <p:stCondLst>
                                    <p:cond delay="1000"/>
                                  </p:stCondLst>
                                  <p:childTnLst>
                                    <p:set>
                                      <p:cBhvr>
                                        <p:cTn id="20" dur="1" fill="hold">
                                          <p:stCondLst>
                                            <p:cond delay="0"/>
                                          </p:stCondLst>
                                        </p:cTn>
                                        <p:tgtEl>
                                          <p:spTgt spid="10"/>
                                        </p:tgtEl>
                                        <p:attrNameLst>
                                          <p:attrName>style.visibility</p:attrName>
                                        </p:attrNameLst>
                                      </p:cBhvr>
                                      <p:to>
                                        <p:strVal val="visible"/>
                                      </p:to>
                                    </p:set>
                                    <p:animEffect transition="in" filter="wipe(left)">
                                      <p:cBhvr>
                                        <p:cTn id="21" dur="500"/>
                                        <p:tgtEl>
                                          <p:spTgt spid="10"/>
                                        </p:tgtEl>
                                      </p:cBhvr>
                                    </p:animEffect>
                                  </p:childTnLst>
                                </p:cTn>
                              </p:par>
                              <p:par>
                                <p:cTn id="22" presetID="53" presetClass="entr" presetSubtype="16" fill="hold" grpId="0" nodeType="withEffect">
                                  <p:stCondLst>
                                    <p:cond delay="1250"/>
                                  </p:stCondLst>
                                  <p:childTnLst>
                                    <p:set>
                                      <p:cBhvr>
                                        <p:cTn id="23" dur="1" fill="hold">
                                          <p:stCondLst>
                                            <p:cond delay="0"/>
                                          </p:stCondLst>
                                        </p:cTn>
                                        <p:tgtEl>
                                          <p:spTgt spid="28"/>
                                        </p:tgtEl>
                                        <p:attrNameLst>
                                          <p:attrName>style.visibility</p:attrName>
                                        </p:attrNameLst>
                                      </p:cBhvr>
                                      <p:to>
                                        <p:strVal val="visible"/>
                                      </p:to>
                                    </p:set>
                                    <p:anim calcmode="lin" valueType="num">
                                      <p:cBhvr>
                                        <p:cTn id="24" dur="500" fill="hold"/>
                                        <p:tgtEl>
                                          <p:spTgt spid="28"/>
                                        </p:tgtEl>
                                        <p:attrNameLst>
                                          <p:attrName>ppt_w</p:attrName>
                                        </p:attrNameLst>
                                      </p:cBhvr>
                                      <p:tavLst>
                                        <p:tav tm="0">
                                          <p:val>
                                            <p:fltVal val="0"/>
                                          </p:val>
                                        </p:tav>
                                        <p:tav tm="100000">
                                          <p:val>
                                            <p:strVal val="#ppt_w"/>
                                          </p:val>
                                        </p:tav>
                                      </p:tavLst>
                                    </p:anim>
                                    <p:anim calcmode="lin" valueType="num">
                                      <p:cBhvr>
                                        <p:cTn id="25" dur="500" fill="hold"/>
                                        <p:tgtEl>
                                          <p:spTgt spid="28"/>
                                        </p:tgtEl>
                                        <p:attrNameLst>
                                          <p:attrName>ppt_h</p:attrName>
                                        </p:attrNameLst>
                                      </p:cBhvr>
                                      <p:tavLst>
                                        <p:tav tm="0">
                                          <p:val>
                                            <p:fltVal val="0"/>
                                          </p:val>
                                        </p:tav>
                                        <p:tav tm="100000">
                                          <p:val>
                                            <p:strVal val="#ppt_h"/>
                                          </p:val>
                                        </p:tav>
                                      </p:tavLst>
                                    </p:anim>
                                    <p:animEffect transition="in" filter="fade">
                                      <p:cBhvr>
                                        <p:cTn id="26" dur="500"/>
                                        <p:tgtEl>
                                          <p:spTgt spid="28"/>
                                        </p:tgtEl>
                                      </p:cBhvr>
                                    </p:animEffect>
                                  </p:childTnLst>
                                </p:cTn>
                              </p:par>
                              <p:par>
                                <p:cTn id="27" presetID="22" presetClass="entr" presetSubtype="1" fill="hold" nodeType="withEffect">
                                  <p:stCondLst>
                                    <p:cond delay="1500"/>
                                  </p:stCondLst>
                                  <p:childTnLst>
                                    <p:set>
                                      <p:cBhvr>
                                        <p:cTn id="28" dur="1" fill="hold">
                                          <p:stCondLst>
                                            <p:cond delay="0"/>
                                          </p:stCondLst>
                                        </p:cTn>
                                        <p:tgtEl>
                                          <p:spTgt spid="34"/>
                                        </p:tgtEl>
                                        <p:attrNameLst>
                                          <p:attrName>style.visibility</p:attrName>
                                        </p:attrNameLst>
                                      </p:cBhvr>
                                      <p:to>
                                        <p:strVal val="visible"/>
                                      </p:to>
                                    </p:set>
                                    <p:animEffect transition="in" filter="wipe(up)">
                                      <p:cBhvr>
                                        <p:cTn id="29"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8"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122218" y="237021"/>
            <a:ext cx="10448275" cy="642938"/>
          </a:xfrm>
        </p:spPr>
        <p:txBody>
          <a:bodyPr/>
          <a:lstStyle/>
          <a:p>
            <a:pPr algn="r" rtl="1"/>
            <a:r>
              <a:rPr lang="ar-SA" b="1" u="sng" dirty="0"/>
              <a:t>ز- تأثير التلفزيون على التعليم</a:t>
            </a:r>
            <a:endParaRPr lang="en-US" u="sng" dirty="0"/>
          </a:p>
        </p:txBody>
      </p:sp>
      <p:sp>
        <p:nvSpPr>
          <p:cNvPr id="3" name="Oval 2"/>
          <p:cNvSpPr/>
          <p:nvPr/>
        </p:nvSpPr>
        <p:spPr>
          <a:xfrm>
            <a:off x="2412205" y="2978943"/>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3600" dirty="0" smtClean="0">
                <a:solidFill>
                  <a:prstClr val="black">
                    <a:lumMod val="75000"/>
                    <a:lumOff val="25000"/>
                  </a:prstClr>
                </a:solidFill>
                <a:latin typeface="FontAwesome" pitchFamily="2" charset="0"/>
              </a:rPr>
              <a:t>1</a:t>
            </a:r>
            <a:endParaRPr lang="ru-RU" sz="3600" dirty="0">
              <a:solidFill>
                <a:prstClr val="black">
                  <a:lumMod val="75000"/>
                  <a:lumOff val="25000"/>
                </a:prstClr>
              </a:solidFill>
            </a:endParaRPr>
          </a:p>
        </p:txBody>
      </p:sp>
      <p:sp>
        <p:nvSpPr>
          <p:cNvPr id="27" name="Oval 26"/>
          <p:cNvSpPr/>
          <p:nvPr/>
        </p:nvSpPr>
        <p:spPr>
          <a:xfrm>
            <a:off x="5269706" y="2978944"/>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smtClean="0">
                <a:solidFill>
                  <a:prstClr val="black">
                    <a:lumMod val="75000"/>
                    <a:lumOff val="25000"/>
                  </a:prstClr>
                </a:solidFill>
                <a:latin typeface="FontAwesome" pitchFamily="2" charset="0"/>
              </a:rPr>
              <a:t></a:t>
            </a:r>
            <a:endParaRPr lang="ru-RU" sz="3600" dirty="0">
              <a:solidFill>
                <a:prstClr val="black">
                  <a:lumMod val="75000"/>
                  <a:lumOff val="25000"/>
                </a:prstClr>
              </a:solidFill>
            </a:endParaRPr>
          </a:p>
        </p:txBody>
      </p:sp>
      <p:sp>
        <p:nvSpPr>
          <p:cNvPr id="28" name="Oval 27"/>
          <p:cNvSpPr/>
          <p:nvPr/>
        </p:nvSpPr>
        <p:spPr>
          <a:xfrm>
            <a:off x="8136731" y="2973068"/>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a:solidFill>
                  <a:prstClr val="black">
                    <a:lumMod val="75000"/>
                    <a:lumOff val="25000"/>
                  </a:prstClr>
                </a:solidFill>
                <a:latin typeface="FontAwesome" pitchFamily="2" charset="0"/>
              </a:rPr>
              <a:t></a:t>
            </a:r>
            <a:endParaRPr lang="en-US" sz="3600" dirty="0">
              <a:solidFill>
                <a:prstClr val="black">
                  <a:lumMod val="75000"/>
                  <a:lumOff val="25000"/>
                </a:prstClr>
              </a:solidFill>
            </a:endParaRPr>
          </a:p>
        </p:txBody>
      </p:sp>
      <p:grpSp>
        <p:nvGrpSpPr>
          <p:cNvPr id="5" name="Group 4"/>
          <p:cNvGrpSpPr/>
          <p:nvPr/>
        </p:nvGrpSpPr>
        <p:grpSpPr>
          <a:xfrm>
            <a:off x="1528762" y="2043113"/>
            <a:ext cx="3436620" cy="3429475"/>
            <a:chOff x="1528762" y="2043113"/>
            <a:chExt cx="3436620" cy="3429475"/>
          </a:xfrm>
        </p:grpSpPr>
        <p:sp>
          <p:nvSpPr>
            <p:cNvPr id="2" name="Block Arc 1"/>
            <p:cNvSpPr/>
            <p:nvPr/>
          </p:nvSpPr>
          <p:spPr>
            <a:xfrm>
              <a:off x="1528762" y="2043113"/>
              <a:ext cx="3429000" cy="3429000"/>
            </a:xfrm>
            <a:prstGeom prst="blockArc">
              <a:avLst>
                <a:gd name="adj1" fmla="val 10800000"/>
                <a:gd name="adj2" fmla="val 0"/>
                <a:gd name="adj3" fmla="val 16667"/>
              </a:avLst>
            </a:prstGeom>
            <a:pattFill prst="pct70">
              <a:fgClr>
                <a:srgbClr val="0087B1"/>
              </a:fgClr>
              <a:bgClr>
                <a:schemeClr val="accent5">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29" name="Block Arc 28"/>
            <p:cNvSpPr/>
            <p:nvPr/>
          </p:nvSpPr>
          <p:spPr>
            <a:xfrm>
              <a:off x="1536382" y="2043588"/>
              <a:ext cx="3429000" cy="3429000"/>
            </a:xfrm>
            <a:prstGeom prst="blockArc">
              <a:avLst>
                <a:gd name="adj1" fmla="val 17438820"/>
                <a:gd name="adj2" fmla="val 21599999"/>
                <a:gd name="adj3" fmla="val 1727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9" name="Group 8"/>
          <p:cNvGrpSpPr/>
          <p:nvPr/>
        </p:nvGrpSpPr>
        <p:grpSpPr>
          <a:xfrm>
            <a:off x="4395787" y="2100263"/>
            <a:ext cx="3432812" cy="3431380"/>
            <a:chOff x="4395787" y="2100263"/>
            <a:chExt cx="3432812" cy="3431380"/>
          </a:xfrm>
        </p:grpSpPr>
        <p:sp>
          <p:nvSpPr>
            <p:cNvPr id="23" name="Block Arc 22"/>
            <p:cNvSpPr/>
            <p:nvPr/>
          </p:nvSpPr>
          <p:spPr>
            <a:xfrm rot="10800000">
              <a:off x="4395787" y="2100263"/>
              <a:ext cx="3429000" cy="3429000"/>
            </a:xfrm>
            <a:prstGeom prst="blockArc">
              <a:avLst>
                <a:gd name="adj1" fmla="val 10800000"/>
                <a:gd name="adj2" fmla="val 0"/>
                <a:gd name="adj3" fmla="val 16667"/>
              </a:avLst>
            </a:prstGeom>
            <a:pattFill prst="pct70">
              <a:fgClr>
                <a:srgbClr val="FE8301"/>
              </a:fgClr>
              <a:bgClr>
                <a:schemeClr val="accent2">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0" name="Block Arc 29"/>
            <p:cNvSpPr/>
            <p:nvPr/>
          </p:nvSpPr>
          <p:spPr>
            <a:xfrm rot="4048770">
              <a:off x="4399599" y="2102643"/>
              <a:ext cx="3429000" cy="3429000"/>
            </a:xfrm>
            <a:prstGeom prst="blockArc">
              <a:avLst>
                <a:gd name="adj1" fmla="val 17506167"/>
                <a:gd name="adj2" fmla="val 2318438"/>
                <a:gd name="adj3" fmla="val 1705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0" name="Group 9"/>
          <p:cNvGrpSpPr/>
          <p:nvPr/>
        </p:nvGrpSpPr>
        <p:grpSpPr>
          <a:xfrm>
            <a:off x="7253287" y="2037558"/>
            <a:ext cx="3443763" cy="3434555"/>
            <a:chOff x="7253287" y="2037558"/>
            <a:chExt cx="3443763" cy="3434555"/>
          </a:xfrm>
        </p:grpSpPr>
        <p:sp>
          <p:nvSpPr>
            <p:cNvPr id="26" name="Block Arc 25"/>
            <p:cNvSpPr/>
            <p:nvPr/>
          </p:nvSpPr>
          <p:spPr>
            <a:xfrm>
              <a:off x="7253287" y="2043113"/>
              <a:ext cx="3429000" cy="3429000"/>
            </a:xfrm>
            <a:prstGeom prst="blockArc">
              <a:avLst>
                <a:gd name="adj1" fmla="val 10800000"/>
                <a:gd name="adj2" fmla="val 0"/>
                <a:gd name="adj3" fmla="val 16667"/>
              </a:avLst>
            </a:prstGeom>
            <a:pattFill prst="pct70">
              <a:fgClr>
                <a:srgbClr val="A1BB22"/>
              </a:fgClr>
              <a:bgClr>
                <a:schemeClr val="accent6">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1" name="Block Arc 30"/>
            <p:cNvSpPr/>
            <p:nvPr/>
          </p:nvSpPr>
          <p:spPr>
            <a:xfrm>
              <a:off x="7268050" y="2037558"/>
              <a:ext cx="3429000" cy="3429000"/>
            </a:xfrm>
            <a:prstGeom prst="blockArc">
              <a:avLst>
                <a:gd name="adj1" fmla="val 17003911"/>
                <a:gd name="adj2" fmla="val 66214"/>
                <a:gd name="adj3" fmla="val 1754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1" name="Group 10"/>
          <p:cNvGrpSpPr/>
          <p:nvPr/>
        </p:nvGrpSpPr>
        <p:grpSpPr>
          <a:xfrm>
            <a:off x="3175038" y="4650260"/>
            <a:ext cx="131208" cy="402198"/>
            <a:chOff x="3175038" y="4650260"/>
            <a:chExt cx="131208" cy="402198"/>
          </a:xfrm>
        </p:grpSpPr>
        <p:sp>
          <p:nvSpPr>
            <p:cNvPr id="4" name="Oval 3"/>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8" name="Straight Connector 7"/>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8909484" y="4650260"/>
            <a:ext cx="131208" cy="402198"/>
            <a:chOff x="3175038" y="4650260"/>
            <a:chExt cx="131208" cy="402198"/>
          </a:xfrm>
        </p:grpSpPr>
        <p:sp>
          <p:nvSpPr>
            <p:cNvPr id="35" name="Oval 34"/>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6" name="Straight Connector 35"/>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rot="10800000">
            <a:off x="6045320" y="2570870"/>
            <a:ext cx="131208" cy="402198"/>
            <a:chOff x="3175038" y="4650260"/>
            <a:chExt cx="131208" cy="402198"/>
          </a:xfrm>
        </p:grpSpPr>
        <p:sp>
          <p:nvSpPr>
            <p:cNvPr id="40" name="Oval 39"/>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1" name="Straight Connector 40"/>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47" name="TextBox 46"/>
          <p:cNvSpPr txBox="1"/>
          <p:nvPr/>
        </p:nvSpPr>
        <p:spPr>
          <a:xfrm>
            <a:off x="964074" y="4943404"/>
            <a:ext cx="3823454" cy="1384995"/>
          </a:xfrm>
          <a:prstGeom prst="rect">
            <a:avLst/>
          </a:prstGeom>
          <a:noFill/>
        </p:spPr>
        <p:txBody>
          <a:bodyPr wrap="square" rtlCol="0">
            <a:spAutoFit/>
          </a:bodyPr>
          <a:lstStyle/>
          <a:p>
            <a:pPr lvl="0" algn="ctr" rtl="1"/>
            <a:r>
              <a:rPr lang="ar-SA" sz="2800" b="1" dirty="0"/>
              <a:t>إيضاح ما يحدث من أحداث في الأماكن الخطرة التي يتعذر على المتعلمين الذهاب إليها</a:t>
            </a:r>
            <a:endParaRPr lang="en-US" sz="2800" b="1" dirty="0">
              <a:solidFill>
                <a:srgbClr val="0087B1"/>
              </a:solidFill>
            </a:endParaRPr>
          </a:p>
        </p:txBody>
      </p:sp>
      <p:sp>
        <p:nvSpPr>
          <p:cNvPr id="48" name="TextBox 47"/>
          <p:cNvSpPr txBox="1"/>
          <p:nvPr/>
        </p:nvSpPr>
        <p:spPr>
          <a:xfrm>
            <a:off x="4041182" y="1426310"/>
            <a:ext cx="4270692" cy="954107"/>
          </a:xfrm>
          <a:prstGeom prst="rect">
            <a:avLst/>
          </a:prstGeom>
          <a:noFill/>
        </p:spPr>
        <p:txBody>
          <a:bodyPr wrap="square" rtlCol="0">
            <a:spAutoFit/>
          </a:bodyPr>
          <a:lstStyle/>
          <a:p>
            <a:pPr algn="ctr" fontAlgn="auto">
              <a:spcBef>
                <a:spcPts val="0"/>
              </a:spcBef>
              <a:spcAft>
                <a:spcPts val="0"/>
              </a:spcAft>
            </a:pPr>
            <a:r>
              <a:rPr lang="ar-SA" sz="2800" b="1" dirty="0"/>
              <a:t>عرض صور الأشياء التي لا تستطيع العين المجردة رؤيتها</a:t>
            </a:r>
            <a:endParaRPr lang="en-US" sz="2800" b="1" dirty="0" smtClean="0">
              <a:solidFill>
                <a:srgbClr val="FE8301"/>
              </a:solidFill>
              <a:latin typeface="Lato Light" panose="020F0302020204030203" pitchFamily="34" charset="0"/>
            </a:endParaRPr>
          </a:p>
        </p:txBody>
      </p:sp>
      <p:sp>
        <p:nvSpPr>
          <p:cNvPr id="52" name="TextBox 51"/>
          <p:cNvSpPr txBox="1"/>
          <p:nvPr/>
        </p:nvSpPr>
        <p:spPr>
          <a:xfrm>
            <a:off x="6777957" y="5117304"/>
            <a:ext cx="4287990" cy="954107"/>
          </a:xfrm>
          <a:prstGeom prst="rect">
            <a:avLst/>
          </a:prstGeom>
          <a:noFill/>
        </p:spPr>
        <p:txBody>
          <a:bodyPr wrap="square" rtlCol="0">
            <a:spAutoFit/>
          </a:bodyPr>
          <a:lstStyle/>
          <a:p>
            <a:pPr algn="ctr" fontAlgn="auto">
              <a:spcBef>
                <a:spcPts val="0"/>
              </a:spcBef>
              <a:spcAft>
                <a:spcPts val="0"/>
              </a:spcAft>
            </a:pPr>
            <a:r>
              <a:rPr lang="ar-SA" sz="2800" b="1" dirty="0"/>
              <a:t>يمكن للتلفزيون أن يجعل الكثير من المفاهيم الرمزية ملموسة ومرئية</a:t>
            </a:r>
            <a:endParaRPr lang="en-US" sz="2800" b="1" dirty="0" smtClean="0">
              <a:solidFill>
                <a:srgbClr val="548235"/>
              </a:solidFill>
              <a:latin typeface="Lato Light" panose="020F0302020204030203" pitchFamily="34" charset="0"/>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15572353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3"/>
                                        </p:tgtEl>
                                        <p:attrNameLst>
                                          <p:attrName>style.visibility</p:attrName>
                                        </p:attrNameLst>
                                      </p:cBhvr>
                                      <p:to>
                                        <p:strVal val="visible"/>
                                      </p:to>
                                    </p:set>
                                    <p:anim calcmode="lin" valueType="num">
                                      <p:cBhvr>
                                        <p:cTn id="10" dur="500" fill="hold"/>
                                        <p:tgtEl>
                                          <p:spTgt spid="3"/>
                                        </p:tgtEl>
                                        <p:attrNameLst>
                                          <p:attrName>ppt_w</p:attrName>
                                        </p:attrNameLst>
                                      </p:cBhvr>
                                      <p:tavLst>
                                        <p:tav tm="0">
                                          <p:val>
                                            <p:fltVal val="0"/>
                                          </p:val>
                                        </p:tav>
                                        <p:tav tm="100000">
                                          <p:val>
                                            <p:strVal val="#ppt_w"/>
                                          </p:val>
                                        </p:tav>
                                      </p:tavLst>
                                    </p:anim>
                                    <p:anim calcmode="lin" valueType="num">
                                      <p:cBhvr>
                                        <p:cTn id="11" dur="500" fill="hold"/>
                                        <p:tgtEl>
                                          <p:spTgt spid="3"/>
                                        </p:tgtEl>
                                        <p:attrNameLst>
                                          <p:attrName>ppt_h</p:attrName>
                                        </p:attrNameLst>
                                      </p:cBhvr>
                                      <p:tavLst>
                                        <p:tav tm="0">
                                          <p:val>
                                            <p:fltVal val="0"/>
                                          </p:val>
                                        </p:tav>
                                        <p:tav tm="100000">
                                          <p:val>
                                            <p:strVal val="#ppt_h"/>
                                          </p:val>
                                        </p:tav>
                                      </p:tavLst>
                                    </p:anim>
                                    <p:animEffect transition="in" filter="fade">
                                      <p:cBhvr>
                                        <p:cTn id="12" dur="500"/>
                                        <p:tgtEl>
                                          <p:spTgt spid="3"/>
                                        </p:tgtEl>
                                      </p:cBhvr>
                                    </p:animEffect>
                                  </p:childTnLst>
                                </p:cTn>
                              </p:par>
                              <p:par>
                                <p:cTn id="13" presetID="22" presetClass="entr" presetSubtype="1" fill="hold" nodeType="withEffect">
                                  <p:stCondLst>
                                    <p:cond delay="500"/>
                                  </p:stCondLst>
                                  <p:childTnLst>
                                    <p:set>
                                      <p:cBhvr>
                                        <p:cTn id="14" dur="1" fill="hold">
                                          <p:stCondLst>
                                            <p:cond delay="0"/>
                                          </p:stCondLst>
                                        </p:cTn>
                                        <p:tgtEl>
                                          <p:spTgt spid="11"/>
                                        </p:tgtEl>
                                        <p:attrNameLst>
                                          <p:attrName>style.visibility</p:attrName>
                                        </p:attrNameLst>
                                      </p:cBhvr>
                                      <p:to>
                                        <p:strVal val="visible"/>
                                      </p:to>
                                    </p:set>
                                    <p:animEffect transition="in" filter="wipe(up)">
                                      <p:cBhvr>
                                        <p:cTn id="15" dur="500"/>
                                        <p:tgtEl>
                                          <p:spTgt spid="11"/>
                                        </p:tgtEl>
                                      </p:cBhvr>
                                    </p:animEffect>
                                  </p:childTnLst>
                                </p:cTn>
                              </p:par>
                              <p:par>
                                <p:cTn id="16" presetID="22" presetClass="entr" presetSubtype="8" fill="hold" nodeType="withEffect">
                                  <p:stCondLst>
                                    <p:cond delay="500"/>
                                  </p:stCondLst>
                                  <p:childTnLst>
                                    <p:set>
                                      <p:cBhvr>
                                        <p:cTn id="17" dur="1" fill="hold">
                                          <p:stCondLst>
                                            <p:cond delay="0"/>
                                          </p:stCondLst>
                                        </p:cTn>
                                        <p:tgtEl>
                                          <p:spTgt spid="9"/>
                                        </p:tgtEl>
                                        <p:attrNameLst>
                                          <p:attrName>style.visibility</p:attrName>
                                        </p:attrNameLst>
                                      </p:cBhvr>
                                      <p:to>
                                        <p:strVal val="visible"/>
                                      </p:to>
                                    </p:set>
                                    <p:animEffect transition="in" filter="wipe(left)">
                                      <p:cBhvr>
                                        <p:cTn id="18" dur="500"/>
                                        <p:tgtEl>
                                          <p:spTgt spid="9"/>
                                        </p:tgtEl>
                                      </p:cBhvr>
                                    </p:animEffect>
                                  </p:childTnLst>
                                </p:cTn>
                              </p:par>
                              <p:par>
                                <p:cTn id="19" presetID="53" presetClass="entr" presetSubtype="16" fill="hold" grpId="0" nodeType="withEffect">
                                  <p:stCondLst>
                                    <p:cond delay="750"/>
                                  </p:stCondLst>
                                  <p:childTnLst>
                                    <p:set>
                                      <p:cBhvr>
                                        <p:cTn id="20" dur="1" fill="hold">
                                          <p:stCondLst>
                                            <p:cond delay="0"/>
                                          </p:stCondLst>
                                        </p:cTn>
                                        <p:tgtEl>
                                          <p:spTgt spid="27"/>
                                        </p:tgtEl>
                                        <p:attrNameLst>
                                          <p:attrName>style.visibility</p:attrName>
                                        </p:attrNameLst>
                                      </p:cBhvr>
                                      <p:to>
                                        <p:strVal val="visible"/>
                                      </p:to>
                                    </p:set>
                                    <p:anim calcmode="lin" valueType="num">
                                      <p:cBhvr>
                                        <p:cTn id="21" dur="500" fill="hold"/>
                                        <p:tgtEl>
                                          <p:spTgt spid="27"/>
                                        </p:tgtEl>
                                        <p:attrNameLst>
                                          <p:attrName>ppt_w</p:attrName>
                                        </p:attrNameLst>
                                      </p:cBhvr>
                                      <p:tavLst>
                                        <p:tav tm="0">
                                          <p:val>
                                            <p:fltVal val="0"/>
                                          </p:val>
                                        </p:tav>
                                        <p:tav tm="100000">
                                          <p:val>
                                            <p:strVal val="#ppt_w"/>
                                          </p:val>
                                        </p:tav>
                                      </p:tavLst>
                                    </p:anim>
                                    <p:anim calcmode="lin" valueType="num">
                                      <p:cBhvr>
                                        <p:cTn id="22" dur="500" fill="hold"/>
                                        <p:tgtEl>
                                          <p:spTgt spid="27"/>
                                        </p:tgtEl>
                                        <p:attrNameLst>
                                          <p:attrName>ppt_h</p:attrName>
                                        </p:attrNameLst>
                                      </p:cBhvr>
                                      <p:tavLst>
                                        <p:tav tm="0">
                                          <p:val>
                                            <p:fltVal val="0"/>
                                          </p:val>
                                        </p:tav>
                                        <p:tav tm="100000">
                                          <p:val>
                                            <p:strVal val="#ppt_h"/>
                                          </p:val>
                                        </p:tav>
                                      </p:tavLst>
                                    </p:anim>
                                    <p:animEffect transition="in" filter="fade">
                                      <p:cBhvr>
                                        <p:cTn id="23" dur="500"/>
                                        <p:tgtEl>
                                          <p:spTgt spid="27"/>
                                        </p:tgtEl>
                                      </p:cBhvr>
                                    </p:animEffect>
                                  </p:childTnLst>
                                </p:cTn>
                              </p:par>
                              <p:par>
                                <p:cTn id="24" presetID="22" presetClass="entr" presetSubtype="4" fill="hold" nodeType="withEffect">
                                  <p:stCondLst>
                                    <p:cond delay="1000"/>
                                  </p:stCondLst>
                                  <p:childTnLst>
                                    <p:set>
                                      <p:cBhvr>
                                        <p:cTn id="25" dur="1" fill="hold">
                                          <p:stCondLst>
                                            <p:cond delay="0"/>
                                          </p:stCondLst>
                                        </p:cTn>
                                        <p:tgtEl>
                                          <p:spTgt spid="37"/>
                                        </p:tgtEl>
                                        <p:attrNameLst>
                                          <p:attrName>style.visibility</p:attrName>
                                        </p:attrNameLst>
                                      </p:cBhvr>
                                      <p:to>
                                        <p:strVal val="visible"/>
                                      </p:to>
                                    </p:set>
                                    <p:animEffect transition="in" filter="wipe(down)">
                                      <p:cBhvr>
                                        <p:cTn id="26" dur="500"/>
                                        <p:tgtEl>
                                          <p:spTgt spid="37"/>
                                        </p:tgtEl>
                                      </p:cBhvr>
                                    </p:animEffect>
                                  </p:childTnLst>
                                </p:cTn>
                              </p:par>
                              <p:par>
                                <p:cTn id="27" presetID="22" presetClass="entr" presetSubtype="8" fill="hold" nodeType="withEffect">
                                  <p:stCondLst>
                                    <p:cond delay="1000"/>
                                  </p:stCondLst>
                                  <p:childTnLst>
                                    <p:set>
                                      <p:cBhvr>
                                        <p:cTn id="28" dur="1" fill="hold">
                                          <p:stCondLst>
                                            <p:cond delay="0"/>
                                          </p:stCondLst>
                                        </p:cTn>
                                        <p:tgtEl>
                                          <p:spTgt spid="10"/>
                                        </p:tgtEl>
                                        <p:attrNameLst>
                                          <p:attrName>style.visibility</p:attrName>
                                        </p:attrNameLst>
                                      </p:cBhvr>
                                      <p:to>
                                        <p:strVal val="visible"/>
                                      </p:to>
                                    </p:set>
                                    <p:animEffect transition="in" filter="wipe(left)">
                                      <p:cBhvr>
                                        <p:cTn id="29" dur="500"/>
                                        <p:tgtEl>
                                          <p:spTgt spid="10"/>
                                        </p:tgtEl>
                                      </p:cBhvr>
                                    </p:animEffect>
                                  </p:childTnLst>
                                </p:cTn>
                              </p:par>
                              <p:par>
                                <p:cTn id="30" presetID="53" presetClass="entr" presetSubtype="16" fill="hold" grpId="0" nodeType="withEffect">
                                  <p:stCondLst>
                                    <p:cond delay="1250"/>
                                  </p:stCondLst>
                                  <p:childTnLst>
                                    <p:set>
                                      <p:cBhvr>
                                        <p:cTn id="31" dur="1" fill="hold">
                                          <p:stCondLst>
                                            <p:cond delay="0"/>
                                          </p:stCondLst>
                                        </p:cTn>
                                        <p:tgtEl>
                                          <p:spTgt spid="28"/>
                                        </p:tgtEl>
                                        <p:attrNameLst>
                                          <p:attrName>style.visibility</p:attrName>
                                        </p:attrNameLst>
                                      </p:cBhvr>
                                      <p:to>
                                        <p:strVal val="visible"/>
                                      </p:to>
                                    </p:set>
                                    <p:anim calcmode="lin" valueType="num">
                                      <p:cBhvr>
                                        <p:cTn id="32" dur="500" fill="hold"/>
                                        <p:tgtEl>
                                          <p:spTgt spid="28"/>
                                        </p:tgtEl>
                                        <p:attrNameLst>
                                          <p:attrName>ppt_w</p:attrName>
                                        </p:attrNameLst>
                                      </p:cBhvr>
                                      <p:tavLst>
                                        <p:tav tm="0">
                                          <p:val>
                                            <p:fltVal val="0"/>
                                          </p:val>
                                        </p:tav>
                                        <p:tav tm="100000">
                                          <p:val>
                                            <p:strVal val="#ppt_w"/>
                                          </p:val>
                                        </p:tav>
                                      </p:tavLst>
                                    </p:anim>
                                    <p:anim calcmode="lin" valueType="num">
                                      <p:cBhvr>
                                        <p:cTn id="33" dur="500" fill="hold"/>
                                        <p:tgtEl>
                                          <p:spTgt spid="28"/>
                                        </p:tgtEl>
                                        <p:attrNameLst>
                                          <p:attrName>ppt_h</p:attrName>
                                        </p:attrNameLst>
                                      </p:cBhvr>
                                      <p:tavLst>
                                        <p:tav tm="0">
                                          <p:val>
                                            <p:fltVal val="0"/>
                                          </p:val>
                                        </p:tav>
                                        <p:tav tm="100000">
                                          <p:val>
                                            <p:strVal val="#ppt_h"/>
                                          </p:val>
                                        </p:tav>
                                      </p:tavLst>
                                    </p:anim>
                                    <p:animEffect transition="in" filter="fade">
                                      <p:cBhvr>
                                        <p:cTn id="34" dur="500"/>
                                        <p:tgtEl>
                                          <p:spTgt spid="28"/>
                                        </p:tgtEl>
                                      </p:cBhvr>
                                    </p:animEffect>
                                  </p:childTnLst>
                                </p:cTn>
                              </p:par>
                              <p:par>
                                <p:cTn id="35" presetID="22" presetClass="entr" presetSubtype="1" fill="hold" nodeType="withEffect">
                                  <p:stCondLst>
                                    <p:cond delay="1500"/>
                                  </p:stCondLst>
                                  <p:childTnLst>
                                    <p:set>
                                      <p:cBhvr>
                                        <p:cTn id="36" dur="1" fill="hold">
                                          <p:stCondLst>
                                            <p:cond delay="0"/>
                                          </p:stCondLst>
                                        </p:cTn>
                                        <p:tgtEl>
                                          <p:spTgt spid="34"/>
                                        </p:tgtEl>
                                        <p:attrNameLst>
                                          <p:attrName>style.visibility</p:attrName>
                                        </p:attrNameLst>
                                      </p:cBhvr>
                                      <p:to>
                                        <p:strVal val="visible"/>
                                      </p:to>
                                    </p:set>
                                    <p:animEffect transition="in" filter="wipe(up)">
                                      <p:cBhvr>
                                        <p:cTn id="3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7" grpId="0" animBg="1"/>
      <p:bldP spid="28"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122218" y="237021"/>
            <a:ext cx="10448275" cy="642938"/>
          </a:xfrm>
        </p:spPr>
        <p:txBody>
          <a:bodyPr/>
          <a:lstStyle/>
          <a:p>
            <a:pPr algn="r" rtl="1"/>
            <a:r>
              <a:rPr lang="ar-SA" b="1" u="sng" dirty="0"/>
              <a:t>ز- تأثير التلفزيون على التعليم</a:t>
            </a:r>
            <a:endParaRPr lang="en-US" u="sng" dirty="0"/>
          </a:p>
        </p:txBody>
      </p:sp>
      <p:sp>
        <p:nvSpPr>
          <p:cNvPr id="3" name="Oval 2"/>
          <p:cNvSpPr/>
          <p:nvPr/>
        </p:nvSpPr>
        <p:spPr>
          <a:xfrm>
            <a:off x="2412205" y="2978943"/>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3600" dirty="0" smtClean="0">
                <a:solidFill>
                  <a:prstClr val="black">
                    <a:lumMod val="75000"/>
                    <a:lumOff val="25000"/>
                  </a:prstClr>
                </a:solidFill>
                <a:latin typeface="FontAwesome" pitchFamily="2" charset="0"/>
              </a:rPr>
              <a:t>1</a:t>
            </a:r>
            <a:endParaRPr lang="ru-RU" sz="3600" dirty="0">
              <a:solidFill>
                <a:prstClr val="black">
                  <a:lumMod val="75000"/>
                  <a:lumOff val="25000"/>
                </a:prstClr>
              </a:solidFill>
            </a:endParaRPr>
          </a:p>
        </p:txBody>
      </p:sp>
      <p:sp>
        <p:nvSpPr>
          <p:cNvPr id="27" name="Oval 26"/>
          <p:cNvSpPr/>
          <p:nvPr/>
        </p:nvSpPr>
        <p:spPr>
          <a:xfrm>
            <a:off x="5269706" y="2978944"/>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smtClean="0">
                <a:solidFill>
                  <a:prstClr val="black">
                    <a:lumMod val="75000"/>
                    <a:lumOff val="25000"/>
                  </a:prstClr>
                </a:solidFill>
                <a:latin typeface="FontAwesome" pitchFamily="2" charset="0"/>
              </a:rPr>
              <a:t></a:t>
            </a:r>
            <a:endParaRPr lang="ru-RU" sz="3600" dirty="0">
              <a:solidFill>
                <a:prstClr val="black">
                  <a:lumMod val="75000"/>
                  <a:lumOff val="25000"/>
                </a:prstClr>
              </a:solidFill>
            </a:endParaRPr>
          </a:p>
        </p:txBody>
      </p:sp>
      <p:sp>
        <p:nvSpPr>
          <p:cNvPr id="28" name="Oval 27"/>
          <p:cNvSpPr/>
          <p:nvPr/>
        </p:nvSpPr>
        <p:spPr>
          <a:xfrm>
            <a:off x="8136731" y="2973068"/>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a:solidFill>
                  <a:prstClr val="black">
                    <a:lumMod val="75000"/>
                    <a:lumOff val="25000"/>
                  </a:prstClr>
                </a:solidFill>
                <a:latin typeface="FontAwesome" pitchFamily="2" charset="0"/>
              </a:rPr>
              <a:t></a:t>
            </a:r>
            <a:endParaRPr lang="en-US" sz="3600" dirty="0">
              <a:solidFill>
                <a:prstClr val="black">
                  <a:lumMod val="75000"/>
                  <a:lumOff val="25000"/>
                </a:prstClr>
              </a:solidFill>
            </a:endParaRPr>
          </a:p>
        </p:txBody>
      </p:sp>
      <p:grpSp>
        <p:nvGrpSpPr>
          <p:cNvPr id="5" name="Group 4"/>
          <p:cNvGrpSpPr/>
          <p:nvPr/>
        </p:nvGrpSpPr>
        <p:grpSpPr>
          <a:xfrm>
            <a:off x="1528762" y="2043113"/>
            <a:ext cx="3436620" cy="3429475"/>
            <a:chOff x="1528762" y="2043113"/>
            <a:chExt cx="3436620" cy="3429475"/>
          </a:xfrm>
        </p:grpSpPr>
        <p:sp>
          <p:nvSpPr>
            <p:cNvPr id="2" name="Block Arc 1"/>
            <p:cNvSpPr/>
            <p:nvPr/>
          </p:nvSpPr>
          <p:spPr>
            <a:xfrm>
              <a:off x="1528762" y="2043113"/>
              <a:ext cx="3429000" cy="3429000"/>
            </a:xfrm>
            <a:prstGeom prst="blockArc">
              <a:avLst>
                <a:gd name="adj1" fmla="val 10800000"/>
                <a:gd name="adj2" fmla="val 0"/>
                <a:gd name="adj3" fmla="val 16667"/>
              </a:avLst>
            </a:prstGeom>
            <a:pattFill prst="pct70">
              <a:fgClr>
                <a:srgbClr val="0087B1"/>
              </a:fgClr>
              <a:bgClr>
                <a:schemeClr val="accent5">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29" name="Block Arc 28"/>
            <p:cNvSpPr/>
            <p:nvPr/>
          </p:nvSpPr>
          <p:spPr>
            <a:xfrm>
              <a:off x="1536382" y="2043588"/>
              <a:ext cx="3429000" cy="3429000"/>
            </a:xfrm>
            <a:prstGeom prst="blockArc">
              <a:avLst>
                <a:gd name="adj1" fmla="val 17438820"/>
                <a:gd name="adj2" fmla="val 21599999"/>
                <a:gd name="adj3" fmla="val 1727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9" name="Group 8"/>
          <p:cNvGrpSpPr/>
          <p:nvPr/>
        </p:nvGrpSpPr>
        <p:grpSpPr>
          <a:xfrm>
            <a:off x="4395787" y="2100263"/>
            <a:ext cx="3432812" cy="3431380"/>
            <a:chOff x="4395787" y="2100263"/>
            <a:chExt cx="3432812" cy="3431380"/>
          </a:xfrm>
        </p:grpSpPr>
        <p:sp>
          <p:nvSpPr>
            <p:cNvPr id="23" name="Block Arc 22"/>
            <p:cNvSpPr/>
            <p:nvPr/>
          </p:nvSpPr>
          <p:spPr>
            <a:xfrm rot="10800000">
              <a:off x="4395787" y="2100263"/>
              <a:ext cx="3429000" cy="3429000"/>
            </a:xfrm>
            <a:prstGeom prst="blockArc">
              <a:avLst>
                <a:gd name="adj1" fmla="val 10800000"/>
                <a:gd name="adj2" fmla="val 0"/>
                <a:gd name="adj3" fmla="val 16667"/>
              </a:avLst>
            </a:prstGeom>
            <a:pattFill prst="pct70">
              <a:fgClr>
                <a:srgbClr val="FE8301"/>
              </a:fgClr>
              <a:bgClr>
                <a:schemeClr val="accent2">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0" name="Block Arc 29"/>
            <p:cNvSpPr/>
            <p:nvPr/>
          </p:nvSpPr>
          <p:spPr>
            <a:xfrm rot="4048770">
              <a:off x="4399599" y="2102643"/>
              <a:ext cx="3429000" cy="3429000"/>
            </a:xfrm>
            <a:prstGeom prst="blockArc">
              <a:avLst>
                <a:gd name="adj1" fmla="val 17506167"/>
                <a:gd name="adj2" fmla="val 2318438"/>
                <a:gd name="adj3" fmla="val 1705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0" name="Group 9"/>
          <p:cNvGrpSpPr/>
          <p:nvPr/>
        </p:nvGrpSpPr>
        <p:grpSpPr>
          <a:xfrm>
            <a:off x="7253287" y="2037558"/>
            <a:ext cx="3443763" cy="3434555"/>
            <a:chOff x="7253287" y="2037558"/>
            <a:chExt cx="3443763" cy="3434555"/>
          </a:xfrm>
        </p:grpSpPr>
        <p:sp>
          <p:nvSpPr>
            <p:cNvPr id="26" name="Block Arc 25"/>
            <p:cNvSpPr/>
            <p:nvPr/>
          </p:nvSpPr>
          <p:spPr>
            <a:xfrm>
              <a:off x="7253287" y="2043113"/>
              <a:ext cx="3429000" cy="3429000"/>
            </a:xfrm>
            <a:prstGeom prst="blockArc">
              <a:avLst>
                <a:gd name="adj1" fmla="val 10800000"/>
                <a:gd name="adj2" fmla="val 0"/>
                <a:gd name="adj3" fmla="val 16667"/>
              </a:avLst>
            </a:prstGeom>
            <a:pattFill prst="pct70">
              <a:fgClr>
                <a:srgbClr val="A1BB22"/>
              </a:fgClr>
              <a:bgClr>
                <a:schemeClr val="accent6">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1" name="Block Arc 30"/>
            <p:cNvSpPr/>
            <p:nvPr/>
          </p:nvSpPr>
          <p:spPr>
            <a:xfrm>
              <a:off x="7268050" y="2037558"/>
              <a:ext cx="3429000" cy="3429000"/>
            </a:xfrm>
            <a:prstGeom prst="blockArc">
              <a:avLst>
                <a:gd name="adj1" fmla="val 17003911"/>
                <a:gd name="adj2" fmla="val 66214"/>
                <a:gd name="adj3" fmla="val 1754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1" name="Group 10"/>
          <p:cNvGrpSpPr/>
          <p:nvPr/>
        </p:nvGrpSpPr>
        <p:grpSpPr>
          <a:xfrm>
            <a:off x="3175038" y="4650260"/>
            <a:ext cx="131208" cy="402198"/>
            <a:chOff x="3175038" y="4650260"/>
            <a:chExt cx="131208" cy="402198"/>
          </a:xfrm>
        </p:grpSpPr>
        <p:sp>
          <p:nvSpPr>
            <p:cNvPr id="4" name="Oval 3"/>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8" name="Straight Connector 7"/>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8909484" y="4650260"/>
            <a:ext cx="131208" cy="402198"/>
            <a:chOff x="3175038" y="4650260"/>
            <a:chExt cx="131208" cy="402198"/>
          </a:xfrm>
        </p:grpSpPr>
        <p:sp>
          <p:nvSpPr>
            <p:cNvPr id="35" name="Oval 34"/>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6" name="Straight Connector 35"/>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rot="10800000">
            <a:off x="6045320" y="2570870"/>
            <a:ext cx="131208" cy="402198"/>
            <a:chOff x="3175038" y="4650260"/>
            <a:chExt cx="131208" cy="402198"/>
          </a:xfrm>
        </p:grpSpPr>
        <p:sp>
          <p:nvSpPr>
            <p:cNvPr id="40" name="Oval 39"/>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1" name="Straight Connector 40"/>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47" name="TextBox 46"/>
          <p:cNvSpPr txBox="1"/>
          <p:nvPr/>
        </p:nvSpPr>
        <p:spPr>
          <a:xfrm>
            <a:off x="964074" y="4943404"/>
            <a:ext cx="3823454" cy="954107"/>
          </a:xfrm>
          <a:prstGeom prst="rect">
            <a:avLst/>
          </a:prstGeom>
          <a:noFill/>
        </p:spPr>
        <p:txBody>
          <a:bodyPr wrap="square" rtlCol="0">
            <a:spAutoFit/>
          </a:bodyPr>
          <a:lstStyle/>
          <a:p>
            <a:pPr lvl="0" algn="ctr" rtl="1"/>
            <a:r>
              <a:rPr lang="ar-SA" sz="2800" b="1" dirty="0" smtClean="0"/>
              <a:t>يعتبر </a:t>
            </a:r>
            <a:r>
              <a:rPr lang="ar-SA" sz="2800" b="1" dirty="0"/>
              <a:t>التلفزيون وسيلة تعليمية جامعة</a:t>
            </a:r>
            <a:endParaRPr lang="en-US" sz="2800" b="1" dirty="0">
              <a:solidFill>
                <a:srgbClr val="0087B1"/>
              </a:solidFill>
            </a:endParaRPr>
          </a:p>
        </p:txBody>
      </p:sp>
      <p:sp>
        <p:nvSpPr>
          <p:cNvPr id="48" name="TextBox 47"/>
          <p:cNvSpPr txBox="1"/>
          <p:nvPr/>
        </p:nvSpPr>
        <p:spPr>
          <a:xfrm>
            <a:off x="4083842" y="1232596"/>
            <a:ext cx="4270692" cy="1384995"/>
          </a:xfrm>
          <a:prstGeom prst="rect">
            <a:avLst/>
          </a:prstGeom>
          <a:noFill/>
        </p:spPr>
        <p:txBody>
          <a:bodyPr wrap="square" rtlCol="0">
            <a:spAutoFit/>
          </a:bodyPr>
          <a:lstStyle/>
          <a:p>
            <a:pPr algn="ctr" fontAlgn="auto">
              <a:spcBef>
                <a:spcPts val="0"/>
              </a:spcBef>
              <a:spcAft>
                <a:spcPts val="0"/>
              </a:spcAft>
            </a:pPr>
            <a:r>
              <a:rPr lang="ar-SA" sz="2800" b="1" dirty="0"/>
              <a:t>إمكانية الاتصال بالعديد من الخبراء ونقل أرائهم في مجالات متعددة إلى الطلاب في نفس الوقت</a:t>
            </a:r>
            <a:endParaRPr lang="en-US" sz="2800" b="1" dirty="0" smtClean="0">
              <a:solidFill>
                <a:srgbClr val="FE8301"/>
              </a:solidFill>
              <a:latin typeface="Lato Light" panose="020F0302020204030203" pitchFamily="34" charset="0"/>
            </a:endParaRPr>
          </a:p>
        </p:txBody>
      </p:sp>
      <p:sp>
        <p:nvSpPr>
          <p:cNvPr id="52" name="TextBox 51"/>
          <p:cNvSpPr txBox="1"/>
          <p:nvPr/>
        </p:nvSpPr>
        <p:spPr>
          <a:xfrm>
            <a:off x="6777957" y="5117304"/>
            <a:ext cx="4287990" cy="954107"/>
          </a:xfrm>
          <a:prstGeom prst="rect">
            <a:avLst/>
          </a:prstGeom>
          <a:noFill/>
        </p:spPr>
        <p:txBody>
          <a:bodyPr wrap="square" rtlCol="0">
            <a:spAutoFit/>
          </a:bodyPr>
          <a:lstStyle/>
          <a:p>
            <a:pPr algn="ctr" fontAlgn="auto">
              <a:spcBef>
                <a:spcPts val="0"/>
              </a:spcBef>
              <a:spcAft>
                <a:spcPts val="0"/>
              </a:spcAft>
            </a:pPr>
            <a:r>
              <a:rPr lang="ar-SA" sz="2800" b="1" dirty="0"/>
              <a:t>نقل المعلومات بالصوت والصورة والحركة</a:t>
            </a:r>
            <a:endParaRPr lang="en-US" sz="2800" b="1" dirty="0" smtClean="0">
              <a:solidFill>
                <a:srgbClr val="548235"/>
              </a:solidFill>
              <a:latin typeface="Lato Light" panose="020F0302020204030203" pitchFamily="34" charset="0"/>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4150911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3"/>
                                        </p:tgtEl>
                                        <p:attrNameLst>
                                          <p:attrName>style.visibility</p:attrName>
                                        </p:attrNameLst>
                                      </p:cBhvr>
                                      <p:to>
                                        <p:strVal val="visible"/>
                                      </p:to>
                                    </p:set>
                                    <p:anim calcmode="lin" valueType="num">
                                      <p:cBhvr>
                                        <p:cTn id="10" dur="500" fill="hold"/>
                                        <p:tgtEl>
                                          <p:spTgt spid="3"/>
                                        </p:tgtEl>
                                        <p:attrNameLst>
                                          <p:attrName>ppt_w</p:attrName>
                                        </p:attrNameLst>
                                      </p:cBhvr>
                                      <p:tavLst>
                                        <p:tav tm="0">
                                          <p:val>
                                            <p:fltVal val="0"/>
                                          </p:val>
                                        </p:tav>
                                        <p:tav tm="100000">
                                          <p:val>
                                            <p:strVal val="#ppt_w"/>
                                          </p:val>
                                        </p:tav>
                                      </p:tavLst>
                                    </p:anim>
                                    <p:anim calcmode="lin" valueType="num">
                                      <p:cBhvr>
                                        <p:cTn id="11" dur="500" fill="hold"/>
                                        <p:tgtEl>
                                          <p:spTgt spid="3"/>
                                        </p:tgtEl>
                                        <p:attrNameLst>
                                          <p:attrName>ppt_h</p:attrName>
                                        </p:attrNameLst>
                                      </p:cBhvr>
                                      <p:tavLst>
                                        <p:tav tm="0">
                                          <p:val>
                                            <p:fltVal val="0"/>
                                          </p:val>
                                        </p:tav>
                                        <p:tav tm="100000">
                                          <p:val>
                                            <p:strVal val="#ppt_h"/>
                                          </p:val>
                                        </p:tav>
                                      </p:tavLst>
                                    </p:anim>
                                    <p:animEffect transition="in" filter="fade">
                                      <p:cBhvr>
                                        <p:cTn id="12" dur="500"/>
                                        <p:tgtEl>
                                          <p:spTgt spid="3"/>
                                        </p:tgtEl>
                                      </p:cBhvr>
                                    </p:animEffect>
                                  </p:childTnLst>
                                </p:cTn>
                              </p:par>
                              <p:par>
                                <p:cTn id="13" presetID="22" presetClass="entr" presetSubtype="1" fill="hold" nodeType="withEffect">
                                  <p:stCondLst>
                                    <p:cond delay="500"/>
                                  </p:stCondLst>
                                  <p:childTnLst>
                                    <p:set>
                                      <p:cBhvr>
                                        <p:cTn id="14" dur="1" fill="hold">
                                          <p:stCondLst>
                                            <p:cond delay="0"/>
                                          </p:stCondLst>
                                        </p:cTn>
                                        <p:tgtEl>
                                          <p:spTgt spid="11"/>
                                        </p:tgtEl>
                                        <p:attrNameLst>
                                          <p:attrName>style.visibility</p:attrName>
                                        </p:attrNameLst>
                                      </p:cBhvr>
                                      <p:to>
                                        <p:strVal val="visible"/>
                                      </p:to>
                                    </p:set>
                                    <p:animEffect transition="in" filter="wipe(up)">
                                      <p:cBhvr>
                                        <p:cTn id="15" dur="500"/>
                                        <p:tgtEl>
                                          <p:spTgt spid="11"/>
                                        </p:tgtEl>
                                      </p:cBhvr>
                                    </p:animEffect>
                                  </p:childTnLst>
                                </p:cTn>
                              </p:par>
                              <p:par>
                                <p:cTn id="16" presetID="22" presetClass="entr" presetSubtype="8" fill="hold" nodeType="withEffect">
                                  <p:stCondLst>
                                    <p:cond delay="500"/>
                                  </p:stCondLst>
                                  <p:childTnLst>
                                    <p:set>
                                      <p:cBhvr>
                                        <p:cTn id="17" dur="1" fill="hold">
                                          <p:stCondLst>
                                            <p:cond delay="0"/>
                                          </p:stCondLst>
                                        </p:cTn>
                                        <p:tgtEl>
                                          <p:spTgt spid="9"/>
                                        </p:tgtEl>
                                        <p:attrNameLst>
                                          <p:attrName>style.visibility</p:attrName>
                                        </p:attrNameLst>
                                      </p:cBhvr>
                                      <p:to>
                                        <p:strVal val="visible"/>
                                      </p:to>
                                    </p:set>
                                    <p:animEffect transition="in" filter="wipe(left)">
                                      <p:cBhvr>
                                        <p:cTn id="18" dur="500"/>
                                        <p:tgtEl>
                                          <p:spTgt spid="9"/>
                                        </p:tgtEl>
                                      </p:cBhvr>
                                    </p:animEffect>
                                  </p:childTnLst>
                                </p:cTn>
                              </p:par>
                              <p:par>
                                <p:cTn id="19" presetID="53" presetClass="entr" presetSubtype="16" fill="hold" grpId="0" nodeType="withEffect">
                                  <p:stCondLst>
                                    <p:cond delay="750"/>
                                  </p:stCondLst>
                                  <p:childTnLst>
                                    <p:set>
                                      <p:cBhvr>
                                        <p:cTn id="20" dur="1" fill="hold">
                                          <p:stCondLst>
                                            <p:cond delay="0"/>
                                          </p:stCondLst>
                                        </p:cTn>
                                        <p:tgtEl>
                                          <p:spTgt spid="27"/>
                                        </p:tgtEl>
                                        <p:attrNameLst>
                                          <p:attrName>style.visibility</p:attrName>
                                        </p:attrNameLst>
                                      </p:cBhvr>
                                      <p:to>
                                        <p:strVal val="visible"/>
                                      </p:to>
                                    </p:set>
                                    <p:anim calcmode="lin" valueType="num">
                                      <p:cBhvr>
                                        <p:cTn id="21" dur="500" fill="hold"/>
                                        <p:tgtEl>
                                          <p:spTgt spid="27"/>
                                        </p:tgtEl>
                                        <p:attrNameLst>
                                          <p:attrName>ppt_w</p:attrName>
                                        </p:attrNameLst>
                                      </p:cBhvr>
                                      <p:tavLst>
                                        <p:tav tm="0">
                                          <p:val>
                                            <p:fltVal val="0"/>
                                          </p:val>
                                        </p:tav>
                                        <p:tav tm="100000">
                                          <p:val>
                                            <p:strVal val="#ppt_w"/>
                                          </p:val>
                                        </p:tav>
                                      </p:tavLst>
                                    </p:anim>
                                    <p:anim calcmode="lin" valueType="num">
                                      <p:cBhvr>
                                        <p:cTn id="22" dur="500" fill="hold"/>
                                        <p:tgtEl>
                                          <p:spTgt spid="27"/>
                                        </p:tgtEl>
                                        <p:attrNameLst>
                                          <p:attrName>ppt_h</p:attrName>
                                        </p:attrNameLst>
                                      </p:cBhvr>
                                      <p:tavLst>
                                        <p:tav tm="0">
                                          <p:val>
                                            <p:fltVal val="0"/>
                                          </p:val>
                                        </p:tav>
                                        <p:tav tm="100000">
                                          <p:val>
                                            <p:strVal val="#ppt_h"/>
                                          </p:val>
                                        </p:tav>
                                      </p:tavLst>
                                    </p:anim>
                                    <p:animEffect transition="in" filter="fade">
                                      <p:cBhvr>
                                        <p:cTn id="23" dur="500"/>
                                        <p:tgtEl>
                                          <p:spTgt spid="27"/>
                                        </p:tgtEl>
                                      </p:cBhvr>
                                    </p:animEffect>
                                  </p:childTnLst>
                                </p:cTn>
                              </p:par>
                              <p:par>
                                <p:cTn id="24" presetID="22" presetClass="entr" presetSubtype="4" fill="hold" nodeType="withEffect">
                                  <p:stCondLst>
                                    <p:cond delay="1000"/>
                                  </p:stCondLst>
                                  <p:childTnLst>
                                    <p:set>
                                      <p:cBhvr>
                                        <p:cTn id="25" dur="1" fill="hold">
                                          <p:stCondLst>
                                            <p:cond delay="0"/>
                                          </p:stCondLst>
                                        </p:cTn>
                                        <p:tgtEl>
                                          <p:spTgt spid="37"/>
                                        </p:tgtEl>
                                        <p:attrNameLst>
                                          <p:attrName>style.visibility</p:attrName>
                                        </p:attrNameLst>
                                      </p:cBhvr>
                                      <p:to>
                                        <p:strVal val="visible"/>
                                      </p:to>
                                    </p:set>
                                    <p:animEffect transition="in" filter="wipe(down)">
                                      <p:cBhvr>
                                        <p:cTn id="26" dur="500"/>
                                        <p:tgtEl>
                                          <p:spTgt spid="37"/>
                                        </p:tgtEl>
                                      </p:cBhvr>
                                    </p:animEffect>
                                  </p:childTnLst>
                                </p:cTn>
                              </p:par>
                              <p:par>
                                <p:cTn id="27" presetID="22" presetClass="entr" presetSubtype="8" fill="hold" nodeType="withEffect">
                                  <p:stCondLst>
                                    <p:cond delay="1000"/>
                                  </p:stCondLst>
                                  <p:childTnLst>
                                    <p:set>
                                      <p:cBhvr>
                                        <p:cTn id="28" dur="1" fill="hold">
                                          <p:stCondLst>
                                            <p:cond delay="0"/>
                                          </p:stCondLst>
                                        </p:cTn>
                                        <p:tgtEl>
                                          <p:spTgt spid="10"/>
                                        </p:tgtEl>
                                        <p:attrNameLst>
                                          <p:attrName>style.visibility</p:attrName>
                                        </p:attrNameLst>
                                      </p:cBhvr>
                                      <p:to>
                                        <p:strVal val="visible"/>
                                      </p:to>
                                    </p:set>
                                    <p:animEffect transition="in" filter="wipe(left)">
                                      <p:cBhvr>
                                        <p:cTn id="29" dur="500"/>
                                        <p:tgtEl>
                                          <p:spTgt spid="10"/>
                                        </p:tgtEl>
                                      </p:cBhvr>
                                    </p:animEffect>
                                  </p:childTnLst>
                                </p:cTn>
                              </p:par>
                              <p:par>
                                <p:cTn id="30" presetID="53" presetClass="entr" presetSubtype="16" fill="hold" grpId="0" nodeType="withEffect">
                                  <p:stCondLst>
                                    <p:cond delay="1250"/>
                                  </p:stCondLst>
                                  <p:childTnLst>
                                    <p:set>
                                      <p:cBhvr>
                                        <p:cTn id="31" dur="1" fill="hold">
                                          <p:stCondLst>
                                            <p:cond delay="0"/>
                                          </p:stCondLst>
                                        </p:cTn>
                                        <p:tgtEl>
                                          <p:spTgt spid="28"/>
                                        </p:tgtEl>
                                        <p:attrNameLst>
                                          <p:attrName>style.visibility</p:attrName>
                                        </p:attrNameLst>
                                      </p:cBhvr>
                                      <p:to>
                                        <p:strVal val="visible"/>
                                      </p:to>
                                    </p:set>
                                    <p:anim calcmode="lin" valueType="num">
                                      <p:cBhvr>
                                        <p:cTn id="32" dur="500" fill="hold"/>
                                        <p:tgtEl>
                                          <p:spTgt spid="28"/>
                                        </p:tgtEl>
                                        <p:attrNameLst>
                                          <p:attrName>ppt_w</p:attrName>
                                        </p:attrNameLst>
                                      </p:cBhvr>
                                      <p:tavLst>
                                        <p:tav tm="0">
                                          <p:val>
                                            <p:fltVal val="0"/>
                                          </p:val>
                                        </p:tav>
                                        <p:tav tm="100000">
                                          <p:val>
                                            <p:strVal val="#ppt_w"/>
                                          </p:val>
                                        </p:tav>
                                      </p:tavLst>
                                    </p:anim>
                                    <p:anim calcmode="lin" valueType="num">
                                      <p:cBhvr>
                                        <p:cTn id="33" dur="500" fill="hold"/>
                                        <p:tgtEl>
                                          <p:spTgt spid="28"/>
                                        </p:tgtEl>
                                        <p:attrNameLst>
                                          <p:attrName>ppt_h</p:attrName>
                                        </p:attrNameLst>
                                      </p:cBhvr>
                                      <p:tavLst>
                                        <p:tav tm="0">
                                          <p:val>
                                            <p:fltVal val="0"/>
                                          </p:val>
                                        </p:tav>
                                        <p:tav tm="100000">
                                          <p:val>
                                            <p:strVal val="#ppt_h"/>
                                          </p:val>
                                        </p:tav>
                                      </p:tavLst>
                                    </p:anim>
                                    <p:animEffect transition="in" filter="fade">
                                      <p:cBhvr>
                                        <p:cTn id="34" dur="500"/>
                                        <p:tgtEl>
                                          <p:spTgt spid="28"/>
                                        </p:tgtEl>
                                      </p:cBhvr>
                                    </p:animEffect>
                                  </p:childTnLst>
                                </p:cTn>
                              </p:par>
                              <p:par>
                                <p:cTn id="35" presetID="22" presetClass="entr" presetSubtype="1" fill="hold" nodeType="withEffect">
                                  <p:stCondLst>
                                    <p:cond delay="1500"/>
                                  </p:stCondLst>
                                  <p:childTnLst>
                                    <p:set>
                                      <p:cBhvr>
                                        <p:cTn id="36" dur="1" fill="hold">
                                          <p:stCondLst>
                                            <p:cond delay="0"/>
                                          </p:stCondLst>
                                        </p:cTn>
                                        <p:tgtEl>
                                          <p:spTgt spid="34"/>
                                        </p:tgtEl>
                                        <p:attrNameLst>
                                          <p:attrName>style.visibility</p:attrName>
                                        </p:attrNameLst>
                                      </p:cBhvr>
                                      <p:to>
                                        <p:strVal val="visible"/>
                                      </p:to>
                                    </p:set>
                                    <p:animEffect transition="in" filter="wipe(up)">
                                      <p:cBhvr>
                                        <p:cTn id="3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7" grpId="0" animBg="1"/>
      <p:bldP spid="28"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809720" y="507088"/>
            <a:ext cx="9906069" cy="707886"/>
          </a:xfrm>
          <a:prstGeom prst="rect">
            <a:avLst/>
          </a:prstGeom>
        </p:spPr>
        <p:txBody>
          <a:bodyPr wrap="square">
            <a:spAutoFit/>
          </a:bodyPr>
          <a:lstStyle/>
          <a:p>
            <a:pPr algn="r" rtl="1"/>
            <a:r>
              <a:rPr lang="ar-SA" sz="4000" b="1" u="sng" dirty="0">
                <a:solidFill>
                  <a:schemeClr val="bg2">
                    <a:lumMod val="10000"/>
                  </a:schemeClr>
                </a:solidFill>
              </a:rPr>
              <a:t>ح- عيوب التليفزيون التعليمى</a:t>
            </a:r>
            <a:endParaRPr lang="en-US" sz="4000" u="sng" dirty="0">
              <a:solidFill>
                <a:schemeClr val="bg2">
                  <a:lumMod val="10000"/>
                </a:schemeClr>
              </a:solidFill>
            </a:endParaRPr>
          </a:p>
        </p:txBody>
      </p:sp>
      <p:cxnSp>
        <p:nvCxnSpPr>
          <p:cNvPr id="9" name="Straight Connector 8"/>
          <p:cNvCxnSpPr/>
          <p:nvPr/>
        </p:nvCxnSpPr>
        <p:spPr>
          <a:xfrm rot="5400000">
            <a:off x="3713678" y="3905257"/>
            <a:ext cx="4763591" cy="1057"/>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6038850" y="3699948"/>
            <a:ext cx="819156" cy="114301"/>
            <a:chOff x="4529137" y="2774961"/>
            <a:chExt cx="614367" cy="85726"/>
          </a:xfrm>
        </p:grpSpPr>
        <p:cxnSp>
          <p:nvCxnSpPr>
            <p:cNvPr id="49" name="Straight Connector 48"/>
            <p:cNvCxnSpPr>
              <a:stCxn id="52" idx="6"/>
              <a:endCxn id="24" idx="1"/>
            </p:cNvCxnSpPr>
            <p:nvPr/>
          </p:nvCxnSpPr>
          <p:spPr>
            <a:xfrm>
              <a:off x="4614863" y="2817824"/>
              <a:ext cx="528641" cy="57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8" name="Group 99"/>
          <p:cNvGrpSpPr/>
          <p:nvPr/>
        </p:nvGrpSpPr>
        <p:grpSpPr>
          <a:xfrm>
            <a:off x="5324998" y="2277547"/>
            <a:ext cx="828147" cy="114301"/>
            <a:chOff x="3993752" y="1708160"/>
            <a:chExt cx="621111" cy="85726"/>
          </a:xfrm>
        </p:grpSpPr>
        <p:cxnSp>
          <p:nvCxnSpPr>
            <p:cNvPr id="46" name="Straight Connector 45"/>
            <p:cNvCxnSpPr>
              <a:stCxn id="14" idx="3"/>
              <a:endCxn id="53" idx="2"/>
            </p:cNvCxnSpPr>
            <p:nvPr/>
          </p:nvCxnSpPr>
          <p:spPr>
            <a:xfrm>
              <a:off x="3993752" y="1746823"/>
              <a:ext cx="535385" cy="420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5" name="Group 93"/>
          <p:cNvGrpSpPr/>
          <p:nvPr/>
        </p:nvGrpSpPr>
        <p:grpSpPr>
          <a:xfrm>
            <a:off x="412211" y="1792767"/>
            <a:ext cx="4912789" cy="2062103"/>
            <a:chOff x="309158" y="1344577"/>
            <a:chExt cx="3684592" cy="1546578"/>
          </a:xfrm>
        </p:grpSpPr>
        <p:grpSp>
          <p:nvGrpSpPr>
            <p:cNvPr id="16" name="Group 89"/>
            <p:cNvGrpSpPr/>
            <p:nvPr/>
          </p:nvGrpSpPr>
          <p:grpSpPr>
            <a:xfrm>
              <a:off x="309158" y="1344577"/>
              <a:ext cx="2953522" cy="1546578"/>
              <a:chOff x="309158" y="1344577"/>
              <a:chExt cx="2953522" cy="1546578"/>
            </a:xfrm>
          </p:grpSpPr>
          <p:sp>
            <p:nvSpPr>
              <p:cNvPr id="30" name="Rectangle 29"/>
              <p:cNvSpPr/>
              <p:nvPr/>
            </p:nvSpPr>
            <p:spPr>
              <a:xfrm>
                <a:off x="309158" y="1344577"/>
                <a:ext cx="2953522" cy="1546578"/>
              </a:xfrm>
              <a:prstGeom prst="rect">
                <a:avLst/>
              </a:prstGeom>
            </p:spPr>
            <p:txBody>
              <a:bodyPr wrap="square">
                <a:spAutoFit/>
              </a:bodyPr>
              <a:lstStyle/>
              <a:p>
                <a:pPr algn="ctr"/>
                <a:r>
                  <a:rPr lang="ar-SA" sz="3200" b="1" dirty="0">
                    <a:solidFill>
                      <a:srgbClr val="9BBB59"/>
                    </a:solidFill>
                  </a:rPr>
                  <a:t>عدم مراعاة الفروق الفردية بين التلاميذ عند عرض البرامج حيث أن قاعدة المشاهدين تكون كبيرة</a:t>
                </a:r>
                <a:endParaRPr lang="en-US" sz="3200" b="1" dirty="0">
                  <a:solidFill>
                    <a:srgbClr val="9BBB59"/>
                  </a:solidFill>
                  <a:latin typeface="Open Sans Light" pitchFamily="34" charset="0"/>
                  <a:ea typeface="Open Sans Light" pitchFamily="34" charset="0"/>
                  <a:cs typeface="Open Sans Light" pitchFamily="34" charset="0"/>
                </a:endParaRPr>
              </a:p>
            </p:txBody>
          </p:sp>
          <p:sp>
            <p:nvSpPr>
              <p:cNvPr id="31" name="Rectangle 30"/>
              <p:cNvSpPr/>
              <p:nvPr/>
            </p:nvSpPr>
            <p:spPr>
              <a:xfrm>
                <a:off x="2824947" y="1357304"/>
                <a:ext cx="138548" cy="253915"/>
              </a:xfrm>
              <a:prstGeom prst="rect">
                <a:avLst/>
              </a:prstGeom>
            </p:spPr>
            <p:txBody>
              <a:bodyPr wrap="none">
                <a:spAutoFit/>
              </a:bodyPr>
              <a:lstStyle/>
              <a:p>
                <a:pPr algn="r"/>
                <a:endParaRPr lang="en-US" sz="1600" dirty="0">
                  <a:solidFill>
                    <a:prstClr val="white">
                      <a:lumMod val="65000"/>
                    </a:prstClr>
                  </a:solidFill>
                  <a:latin typeface="Open Sans" pitchFamily="34" charset="0"/>
                  <a:ea typeface="Open Sans" pitchFamily="34" charset="0"/>
                  <a:cs typeface="Open Sans" pitchFamily="34" charset="0"/>
                </a:endParaRPr>
              </a:p>
            </p:txBody>
          </p:sp>
        </p:grpSp>
        <p:grpSp>
          <p:nvGrpSpPr>
            <p:cNvPr id="18" name="Group 83"/>
            <p:cNvGrpSpPr/>
            <p:nvPr/>
          </p:nvGrpSpPr>
          <p:grpSpPr>
            <a:xfrm>
              <a:off x="3357554" y="1428742"/>
              <a:ext cx="636196" cy="636164"/>
              <a:chOff x="3357554" y="1428742"/>
              <a:chExt cx="636196" cy="636164"/>
            </a:xfrm>
          </p:grpSpPr>
          <p:sp>
            <p:nvSpPr>
              <p:cNvPr id="14" name="Rectangle 13"/>
              <p:cNvSpPr/>
              <p:nvPr/>
            </p:nvSpPr>
            <p:spPr>
              <a:xfrm>
                <a:off x="3357554" y="1428742"/>
                <a:ext cx="636196" cy="6361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9" name="Freeform 100"/>
              <p:cNvSpPr>
                <a:spLocks/>
              </p:cNvSpPr>
              <p:nvPr/>
            </p:nvSpPr>
            <p:spPr bwMode="auto">
              <a:xfrm>
                <a:off x="3500430" y="1571618"/>
                <a:ext cx="303570" cy="34205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a:solidFill>
                    <a:srgbClr val="95A5A6"/>
                  </a:solidFill>
                </a:endParaRPr>
              </a:p>
            </p:txBody>
          </p:sp>
        </p:grpSp>
      </p:grpSp>
      <p:grpSp>
        <p:nvGrpSpPr>
          <p:cNvPr id="47" name="Group 96"/>
          <p:cNvGrpSpPr/>
          <p:nvPr/>
        </p:nvGrpSpPr>
        <p:grpSpPr>
          <a:xfrm>
            <a:off x="6858005" y="3014222"/>
            <a:ext cx="4856732" cy="2062103"/>
            <a:chOff x="5143504" y="2260665"/>
            <a:chExt cx="3642549" cy="1546577"/>
          </a:xfrm>
        </p:grpSpPr>
        <p:sp>
          <p:nvSpPr>
            <p:cNvPr id="38" name="Rectangle 37"/>
            <p:cNvSpPr/>
            <p:nvPr/>
          </p:nvSpPr>
          <p:spPr>
            <a:xfrm>
              <a:off x="5893274" y="2260665"/>
              <a:ext cx="2892779" cy="1546577"/>
            </a:xfrm>
            <a:prstGeom prst="rect">
              <a:avLst/>
            </a:prstGeom>
          </p:spPr>
          <p:txBody>
            <a:bodyPr wrap="square">
              <a:spAutoFit/>
            </a:bodyPr>
            <a:lstStyle/>
            <a:p>
              <a:pPr algn="ctr"/>
              <a:r>
                <a:rPr lang="ar-SA" sz="3200" b="1" dirty="0">
                  <a:solidFill>
                    <a:srgbClr val="2980B9"/>
                  </a:solidFill>
                </a:rPr>
                <a:t>الحاجة إلى وجود أكثر من تلفزيون في قاعة العرض نظراً لصغر حجم شاشة التليفزيون</a:t>
              </a:r>
              <a:endParaRPr lang="en-US" sz="3200" b="1" dirty="0">
                <a:solidFill>
                  <a:srgbClr val="2980B9"/>
                </a:solidFill>
                <a:latin typeface="Open Sans Light" pitchFamily="34" charset="0"/>
                <a:ea typeface="Open Sans Light" pitchFamily="34" charset="0"/>
                <a:cs typeface="Open Sans Light" pitchFamily="34" charset="0"/>
              </a:endParaRPr>
            </a:p>
          </p:txBody>
        </p:sp>
        <p:grpSp>
          <p:nvGrpSpPr>
            <p:cNvPr id="50" name="Group 81"/>
            <p:cNvGrpSpPr/>
            <p:nvPr/>
          </p:nvGrpSpPr>
          <p:grpSpPr>
            <a:xfrm>
              <a:off x="5143504" y="2500312"/>
              <a:ext cx="636196" cy="636164"/>
              <a:chOff x="5143504" y="2500312"/>
              <a:chExt cx="636196" cy="636164"/>
            </a:xfrm>
          </p:grpSpPr>
          <p:sp>
            <p:nvSpPr>
              <p:cNvPr id="24" name="Rectangle 23"/>
              <p:cNvSpPr/>
              <p:nvPr/>
            </p:nvSpPr>
            <p:spPr>
              <a:xfrm>
                <a:off x="5143504" y="2500312"/>
                <a:ext cx="636196" cy="636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56" name="Group 78"/>
              <p:cNvGrpSpPr/>
              <p:nvPr/>
            </p:nvGrpSpPr>
            <p:grpSpPr>
              <a:xfrm>
                <a:off x="5333133" y="2643188"/>
                <a:ext cx="272454" cy="363686"/>
                <a:chOff x="1868971" y="2767277"/>
                <a:chExt cx="274694" cy="366676"/>
              </a:xfrm>
              <a:solidFill>
                <a:schemeClr val="bg1"/>
              </a:solidFill>
            </p:grpSpPr>
            <p:sp>
              <p:nvSpPr>
                <p:cNvPr id="8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8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grpSp>
        </p:grpSp>
      </p:grpSp>
      <p:sp>
        <p:nvSpPr>
          <p:cNvPr id="2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78473382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000"/>
                            </p:stCondLst>
                            <p:childTnLst>
                              <p:par>
                                <p:cTn id="13" presetID="12" presetClass="entr" presetSubtype="2" fill="hold"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slide(fromRight)">
                                      <p:cBhvr>
                                        <p:cTn id="15" dur="500"/>
                                        <p:tgtEl>
                                          <p:spTgt spid="15"/>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slide(fromLeft)">
                                      <p:cBhvr>
                                        <p:cTn id="19" dur="500"/>
                                        <p:tgtEl>
                                          <p:spTgt spid="7"/>
                                        </p:tgtEl>
                                      </p:cBhvr>
                                    </p:animEffect>
                                  </p:childTnLst>
                                </p:cTn>
                              </p:par>
                            </p:childTnLst>
                          </p:cTn>
                        </p:par>
                        <p:par>
                          <p:cTn id="20" fill="hold">
                            <p:stCondLst>
                              <p:cond delay="2000"/>
                            </p:stCondLst>
                            <p:childTnLst>
                              <p:par>
                                <p:cTn id="21" presetID="12" presetClass="entr" presetSubtype="8" fill="hold" nodeType="after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slide(fromLeft)">
                                      <p:cBhvr>
                                        <p:cTn id="23"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Straight Connector 8"/>
          <p:cNvCxnSpPr/>
          <p:nvPr/>
        </p:nvCxnSpPr>
        <p:spPr>
          <a:xfrm rot="5400000">
            <a:off x="3713678" y="3905257"/>
            <a:ext cx="4763591" cy="1057"/>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5324997" y="3699948"/>
            <a:ext cx="828150" cy="114301"/>
            <a:chOff x="3993750" y="2774961"/>
            <a:chExt cx="621113" cy="85726"/>
          </a:xfrm>
        </p:grpSpPr>
        <p:cxnSp>
          <p:nvCxnSpPr>
            <p:cNvPr id="49" name="Straight Connector 48"/>
            <p:cNvCxnSpPr>
              <a:stCxn id="23" idx="3"/>
              <a:endCxn id="52" idx="6"/>
            </p:cNvCxnSpPr>
            <p:nvPr/>
          </p:nvCxnSpPr>
          <p:spPr>
            <a:xfrm flipV="1">
              <a:off x="3993750" y="2817824"/>
              <a:ext cx="621113" cy="57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8" name="Group 99"/>
          <p:cNvGrpSpPr/>
          <p:nvPr/>
        </p:nvGrpSpPr>
        <p:grpSpPr>
          <a:xfrm>
            <a:off x="6038850" y="2277547"/>
            <a:ext cx="819156" cy="114301"/>
            <a:chOff x="4529137" y="1708160"/>
            <a:chExt cx="614367" cy="85726"/>
          </a:xfrm>
        </p:grpSpPr>
        <p:cxnSp>
          <p:nvCxnSpPr>
            <p:cNvPr id="46" name="Straight Connector 45"/>
            <p:cNvCxnSpPr>
              <a:stCxn id="53" idx="6"/>
              <a:endCxn id="17" idx="1"/>
            </p:cNvCxnSpPr>
            <p:nvPr/>
          </p:nvCxnSpPr>
          <p:spPr>
            <a:xfrm flipV="1">
              <a:off x="4614863" y="1746826"/>
              <a:ext cx="528641" cy="419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0" name="Group 101"/>
          <p:cNvGrpSpPr/>
          <p:nvPr/>
        </p:nvGrpSpPr>
        <p:grpSpPr>
          <a:xfrm>
            <a:off x="6038850" y="5223947"/>
            <a:ext cx="819156" cy="114301"/>
            <a:chOff x="4529137" y="3917960"/>
            <a:chExt cx="614367" cy="85726"/>
          </a:xfrm>
        </p:grpSpPr>
        <p:cxnSp>
          <p:nvCxnSpPr>
            <p:cNvPr id="51" name="Straight Connector 50"/>
            <p:cNvCxnSpPr>
              <a:stCxn id="54" idx="6"/>
              <a:endCxn id="28" idx="1"/>
            </p:cNvCxnSpPr>
            <p:nvPr/>
          </p:nvCxnSpPr>
          <p:spPr>
            <a:xfrm>
              <a:off x="4614863" y="3960823"/>
              <a:ext cx="528641" cy="58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95"/>
          <p:cNvGrpSpPr/>
          <p:nvPr/>
        </p:nvGrpSpPr>
        <p:grpSpPr>
          <a:xfrm>
            <a:off x="476211" y="3333750"/>
            <a:ext cx="4848789" cy="1855412"/>
            <a:chOff x="357158" y="2500312"/>
            <a:chExt cx="3636592" cy="1391559"/>
          </a:xfrm>
        </p:grpSpPr>
        <p:sp>
          <p:nvSpPr>
            <p:cNvPr id="32" name="Rectangle 31"/>
            <p:cNvSpPr/>
            <p:nvPr/>
          </p:nvSpPr>
          <p:spPr>
            <a:xfrm>
              <a:off x="357158" y="2714626"/>
              <a:ext cx="2643206" cy="1177245"/>
            </a:xfrm>
            <a:prstGeom prst="rect">
              <a:avLst/>
            </a:prstGeom>
          </p:spPr>
          <p:txBody>
            <a:bodyPr wrap="square">
              <a:spAutoFit/>
            </a:bodyPr>
            <a:lstStyle/>
            <a:p>
              <a:pPr algn="ctr"/>
              <a:r>
                <a:rPr lang="ar-SA" sz="3200" b="1" dirty="0">
                  <a:solidFill>
                    <a:srgbClr val="F39C12"/>
                  </a:solidFill>
                </a:rPr>
                <a:t>ارتفاع تكلفة البرامج والأفلام التلفزيونية التعليمية</a:t>
              </a:r>
              <a:endParaRPr lang="en-US" sz="3200" b="1" dirty="0">
                <a:solidFill>
                  <a:srgbClr val="F39C12"/>
                </a:solidFill>
                <a:latin typeface="Open Sans Light" pitchFamily="34" charset="0"/>
                <a:ea typeface="Open Sans Light" pitchFamily="34" charset="0"/>
                <a:cs typeface="Open Sans Light" pitchFamily="34" charset="0"/>
              </a:endParaRPr>
            </a:p>
          </p:txBody>
        </p:sp>
        <p:grpSp>
          <p:nvGrpSpPr>
            <p:cNvPr id="13" name="Group 84"/>
            <p:cNvGrpSpPr/>
            <p:nvPr/>
          </p:nvGrpSpPr>
          <p:grpSpPr>
            <a:xfrm>
              <a:off x="3357554" y="2500312"/>
              <a:ext cx="636196" cy="636164"/>
              <a:chOff x="3357554" y="2500312"/>
              <a:chExt cx="636196" cy="636164"/>
            </a:xfrm>
          </p:grpSpPr>
          <p:sp>
            <p:nvSpPr>
              <p:cNvPr id="23" name="Rectangle 22"/>
              <p:cNvSpPr/>
              <p:nvPr/>
            </p:nvSpPr>
            <p:spPr>
              <a:xfrm>
                <a:off x="3357554" y="2500312"/>
                <a:ext cx="636196" cy="63616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5" name="Freeform 23"/>
              <p:cNvSpPr>
                <a:spLocks noEditPoints="1"/>
              </p:cNvSpPr>
              <p:nvPr/>
            </p:nvSpPr>
            <p:spPr bwMode="auto">
              <a:xfrm>
                <a:off x="3477620" y="2660940"/>
                <a:ext cx="389082" cy="322810"/>
              </a:xfrm>
              <a:custGeom>
                <a:avLst/>
                <a:gdLst/>
                <a:ahLst/>
                <a:cxnLst>
                  <a:cxn ang="0">
                    <a:pos x="312" y="110"/>
                  </a:cxn>
                  <a:cxn ang="0">
                    <a:pos x="323" y="138"/>
                  </a:cxn>
                  <a:cxn ang="0">
                    <a:pos x="350" y="127"/>
                  </a:cxn>
                  <a:cxn ang="0">
                    <a:pos x="339" y="100"/>
                  </a:cxn>
                  <a:cxn ang="0">
                    <a:pos x="25" y="100"/>
                  </a:cxn>
                  <a:cxn ang="0">
                    <a:pos x="15" y="127"/>
                  </a:cxn>
                  <a:cxn ang="0">
                    <a:pos x="42" y="138"/>
                  </a:cxn>
                  <a:cxn ang="0">
                    <a:pos x="53" y="110"/>
                  </a:cxn>
                  <a:cxn ang="0">
                    <a:pos x="270" y="60"/>
                  </a:cxn>
                  <a:cxn ang="0">
                    <a:pos x="248" y="69"/>
                  </a:cxn>
                  <a:cxn ang="0">
                    <a:pos x="239" y="91"/>
                  </a:cxn>
                  <a:cxn ang="0">
                    <a:pos x="252" y="116"/>
                  </a:cxn>
                  <a:cxn ang="0">
                    <a:pos x="276" y="121"/>
                  </a:cxn>
                  <a:cxn ang="0">
                    <a:pos x="297" y="103"/>
                  </a:cxn>
                  <a:cxn ang="0">
                    <a:pos x="297" y="80"/>
                  </a:cxn>
                  <a:cxn ang="0">
                    <a:pos x="276" y="62"/>
                  </a:cxn>
                  <a:cxn ang="0">
                    <a:pos x="330" y="183"/>
                  </a:cxn>
                  <a:cxn ang="0">
                    <a:pos x="321" y="152"/>
                  </a:cxn>
                  <a:cxn ang="0">
                    <a:pos x="350" y="158"/>
                  </a:cxn>
                  <a:cxn ang="0">
                    <a:pos x="364" y="185"/>
                  </a:cxn>
                  <a:cxn ang="0">
                    <a:pos x="83" y="63"/>
                  </a:cxn>
                  <a:cxn ang="0">
                    <a:pos x="65" y="85"/>
                  </a:cxn>
                  <a:cxn ang="0">
                    <a:pos x="71" y="109"/>
                  </a:cxn>
                  <a:cxn ang="0">
                    <a:pos x="96" y="121"/>
                  </a:cxn>
                  <a:cxn ang="0">
                    <a:pos x="118" y="112"/>
                  </a:cxn>
                  <a:cxn ang="0">
                    <a:pos x="127" y="91"/>
                  </a:cxn>
                  <a:cxn ang="0">
                    <a:pos x="112" y="65"/>
                  </a:cxn>
                  <a:cxn ang="0">
                    <a:pos x="35" y="150"/>
                  </a:cxn>
                  <a:cxn ang="0">
                    <a:pos x="36" y="176"/>
                  </a:cxn>
                  <a:cxn ang="0">
                    <a:pos x="0" y="185"/>
                  </a:cxn>
                  <a:cxn ang="0">
                    <a:pos x="15" y="158"/>
                  </a:cxn>
                  <a:cxn ang="0">
                    <a:pos x="183" y="0"/>
                  </a:cxn>
                  <a:cxn ang="0">
                    <a:pos x="151" y="13"/>
                  </a:cxn>
                  <a:cxn ang="0">
                    <a:pos x="138" y="45"/>
                  </a:cxn>
                  <a:cxn ang="0">
                    <a:pos x="158" y="81"/>
                  </a:cxn>
                  <a:cxn ang="0">
                    <a:pos x="192" y="89"/>
                  </a:cxn>
                  <a:cxn ang="0">
                    <a:pos x="225" y="62"/>
                  </a:cxn>
                  <a:cxn ang="0">
                    <a:pos x="225" y="27"/>
                  </a:cxn>
                  <a:cxn ang="0">
                    <a:pos x="192" y="0"/>
                  </a:cxn>
                  <a:cxn ang="0">
                    <a:pos x="265" y="174"/>
                  </a:cxn>
                  <a:cxn ang="0">
                    <a:pos x="256" y="136"/>
                  </a:cxn>
                  <a:cxn ang="0">
                    <a:pos x="279" y="136"/>
                  </a:cxn>
                  <a:cxn ang="0">
                    <a:pos x="316" y="165"/>
                  </a:cxn>
                  <a:cxn ang="0">
                    <a:pos x="100" y="272"/>
                  </a:cxn>
                  <a:cxn ang="0">
                    <a:pos x="51" y="165"/>
                  </a:cxn>
                  <a:cxn ang="0">
                    <a:pos x="85" y="136"/>
                  </a:cxn>
                  <a:cxn ang="0">
                    <a:pos x="109" y="136"/>
                  </a:cxn>
                  <a:cxn ang="0">
                    <a:pos x="100" y="174"/>
                  </a:cxn>
                  <a:cxn ang="0">
                    <a:pos x="252" y="159"/>
                  </a:cxn>
                  <a:cxn ang="0">
                    <a:pos x="210" y="109"/>
                  </a:cxn>
                  <a:cxn ang="0">
                    <a:pos x="154" y="109"/>
                  </a:cxn>
                  <a:cxn ang="0">
                    <a:pos x="112" y="159"/>
                  </a:cxn>
                </a:cxnLst>
                <a:rect l="0" t="0" r="r" b="b"/>
                <a:pathLst>
                  <a:path w="364" h="301">
                    <a:moveTo>
                      <a:pt x="332" y="98"/>
                    </a:moveTo>
                    <a:lnTo>
                      <a:pt x="332" y="98"/>
                    </a:lnTo>
                    <a:lnTo>
                      <a:pt x="323" y="100"/>
                    </a:lnTo>
                    <a:lnTo>
                      <a:pt x="317" y="105"/>
                    </a:lnTo>
                    <a:lnTo>
                      <a:pt x="312" y="110"/>
                    </a:lnTo>
                    <a:lnTo>
                      <a:pt x="310" y="120"/>
                    </a:lnTo>
                    <a:lnTo>
                      <a:pt x="310" y="120"/>
                    </a:lnTo>
                    <a:lnTo>
                      <a:pt x="312" y="127"/>
                    </a:lnTo>
                    <a:lnTo>
                      <a:pt x="317" y="134"/>
                    </a:lnTo>
                    <a:lnTo>
                      <a:pt x="323" y="138"/>
                    </a:lnTo>
                    <a:lnTo>
                      <a:pt x="332" y="139"/>
                    </a:lnTo>
                    <a:lnTo>
                      <a:pt x="332" y="139"/>
                    </a:lnTo>
                    <a:lnTo>
                      <a:pt x="339" y="138"/>
                    </a:lnTo>
                    <a:lnTo>
                      <a:pt x="346" y="134"/>
                    </a:lnTo>
                    <a:lnTo>
                      <a:pt x="350" y="127"/>
                    </a:lnTo>
                    <a:lnTo>
                      <a:pt x="352" y="120"/>
                    </a:lnTo>
                    <a:lnTo>
                      <a:pt x="352" y="120"/>
                    </a:lnTo>
                    <a:lnTo>
                      <a:pt x="350" y="110"/>
                    </a:lnTo>
                    <a:lnTo>
                      <a:pt x="346" y="105"/>
                    </a:lnTo>
                    <a:lnTo>
                      <a:pt x="339" y="100"/>
                    </a:lnTo>
                    <a:lnTo>
                      <a:pt x="332" y="98"/>
                    </a:lnTo>
                    <a:lnTo>
                      <a:pt x="332" y="98"/>
                    </a:lnTo>
                    <a:close/>
                    <a:moveTo>
                      <a:pt x="35" y="98"/>
                    </a:moveTo>
                    <a:lnTo>
                      <a:pt x="35" y="98"/>
                    </a:lnTo>
                    <a:lnTo>
                      <a:pt x="25" y="100"/>
                    </a:lnTo>
                    <a:lnTo>
                      <a:pt x="20" y="105"/>
                    </a:lnTo>
                    <a:lnTo>
                      <a:pt x="15" y="110"/>
                    </a:lnTo>
                    <a:lnTo>
                      <a:pt x="13" y="120"/>
                    </a:lnTo>
                    <a:lnTo>
                      <a:pt x="13" y="120"/>
                    </a:lnTo>
                    <a:lnTo>
                      <a:pt x="15" y="127"/>
                    </a:lnTo>
                    <a:lnTo>
                      <a:pt x="20" y="134"/>
                    </a:lnTo>
                    <a:lnTo>
                      <a:pt x="25" y="138"/>
                    </a:lnTo>
                    <a:lnTo>
                      <a:pt x="35" y="139"/>
                    </a:lnTo>
                    <a:lnTo>
                      <a:pt x="35" y="139"/>
                    </a:lnTo>
                    <a:lnTo>
                      <a:pt x="42" y="138"/>
                    </a:lnTo>
                    <a:lnTo>
                      <a:pt x="49" y="134"/>
                    </a:lnTo>
                    <a:lnTo>
                      <a:pt x="53" y="127"/>
                    </a:lnTo>
                    <a:lnTo>
                      <a:pt x="54" y="120"/>
                    </a:lnTo>
                    <a:lnTo>
                      <a:pt x="54" y="120"/>
                    </a:lnTo>
                    <a:lnTo>
                      <a:pt x="53" y="110"/>
                    </a:lnTo>
                    <a:lnTo>
                      <a:pt x="49" y="105"/>
                    </a:lnTo>
                    <a:lnTo>
                      <a:pt x="42" y="100"/>
                    </a:lnTo>
                    <a:lnTo>
                      <a:pt x="35" y="98"/>
                    </a:lnTo>
                    <a:lnTo>
                      <a:pt x="35" y="98"/>
                    </a:lnTo>
                    <a:close/>
                    <a:moveTo>
                      <a:pt x="270" y="60"/>
                    </a:moveTo>
                    <a:lnTo>
                      <a:pt x="270" y="60"/>
                    </a:lnTo>
                    <a:lnTo>
                      <a:pt x="263" y="62"/>
                    </a:lnTo>
                    <a:lnTo>
                      <a:pt x="258" y="63"/>
                    </a:lnTo>
                    <a:lnTo>
                      <a:pt x="252" y="65"/>
                    </a:lnTo>
                    <a:lnTo>
                      <a:pt x="248" y="69"/>
                    </a:lnTo>
                    <a:lnTo>
                      <a:pt x="245" y="74"/>
                    </a:lnTo>
                    <a:lnTo>
                      <a:pt x="241" y="80"/>
                    </a:lnTo>
                    <a:lnTo>
                      <a:pt x="239" y="85"/>
                    </a:lnTo>
                    <a:lnTo>
                      <a:pt x="239" y="91"/>
                    </a:lnTo>
                    <a:lnTo>
                      <a:pt x="239" y="91"/>
                    </a:lnTo>
                    <a:lnTo>
                      <a:pt x="239" y="98"/>
                    </a:lnTo>
                    <a:lnTo>
                      <a:pt x="241" y="103"/>
                    </a:lnTo>
                    <a:lnTo>
                      <a:pt x="245" y="109"/>
                    </a:lnTo>
                    <a:lnTo>
                      <a:pt x="248" y="112"/>
                    </a:lnTo>
                    <a:lnTo>
                      <a:pt x="252" y="116"/>
                    </a:lnTo>
                    <a:lnTo>
                      <a:pt x="258" y="120"/>
                    </a:lnTo>
                    <a:lnTo>
                      <a:pt x="263" y="121"/>
                    </a:lnTo>
                    <a:lnTo>
                      <a:pt x="270" y="121"/>
                    </a:lnTo>
                    <a:lnTo>
                      <a:pt x="270" y="121"/>
                    </a:lnTo>
                    <a:lnTo>
                      <a:pt x="276" y="121"/>
                    </a:lnTo>
                    <a:lnTo>
                      <a:pt x="281" y="120"/>
                    </a:lnTo>
                    <a:lnTo>
                      <a:pt x="287" y="116"/>
                    </a:lnTo>
                    <a:lnTo>
                      <a:pt x="292" y="112"/>
                    </a:lnTo>
                    <a:lnTo>
                      <a:pt x="296" y="109"/>
                    </a:lnTo>
                    <a:lnTo>
                      <a:pt x="297" y="103"/>
                    </a:lnTo>
                    <a:lnTo>
                      <a:pt x="299" y="98"/>
                    </a:lnTo>
                    <a:lnTo>
                      <a:pt x="301" y="91"/>
                    </a:lnTo>
                    <a:lnTo>
                      <a:pt x="301" y="91"/>
                    </a:lnTo>
                    <a:lnTo>
                      <a:pt x="299" y="85"/>
                    </a:lnTo>
                    <a:lnTo>
                      <a:pt x="297" y="80"/>
                    </a:lnTo>
                    <a:lnTo>
                      <a:pt x="296" y="74"/>
                    </a:lnTo>
                    <a:lnTo>
                      <a:pt x="292" y="69"/>
                    </a:lnTo>
                    <a:lnTo>
                      <a:pt x="287" y="65"/>
                    </a:lnTo>
                    <a:lnTo>
                      <a:pt x="281" y="63"/>
                    </a:lnTo>
                    <a:lnTo>
                      <a:pt x="276" y="62"/>
                    </a:lnTo>
                    <a:lnTo>
                      <a:pt x="270" y="60"/>
                    </a:lnTo>
                    <a:lnTo>
                      <a:pt x="270" y="60"/>
                    </a:lnTo>
                    <a:close/>
                    <a:moveTo>
                      <a:pt x="364" y="248"/>
                    </a:moveTo>
                    <a:lnTo>
                      <a:pt x="330" y="248"/>
                    </a:lnTo>
                    <a:lnTo>
                      <a:pt x="330" y="183"/>
                    </a:lnTo>
                    <a:lnTo>
                      <a:pt x="330" y="183"/>
                    </a:lnTo>
                    <a:lnTo>
                      <a:pt x="330" y="176"/>
                    </a:lnTo>
                    <a:lnTo>
                      <a:pt x="328" y="167"/>
                    </a:lnTo>
                    <a:lnTo>
                      <a:pt x="321" y="152"/>
                    </a:lnTo>
                    <a:lnTo>
                      <a:pt x="321" y="152"/>
                    </a:lnTo>
                    <a:lnTo>
                      <a:pt x="332" y="150"/>
                    </a:lnTo>
                    <a:lnTo>
                      <a:pt x="332" y="150"/>
                    </a:lnTo>
                    <a:lnTo>
                      <a:pt x="337" y="152"/>
                    </a:lnTo>
                    <a:lnTo>
                      <a:pt x="345" y="154"/>
                    </a:lnTo>
                    <a:lnTo>
                      <a:pt x="350" y="158"/>
                    </a:lnTo>
                    <a:lnTo>
                      <a:pt x="355" y="161"/>
                    </a:lnTo>
                    <a:lnTo>
                      <a:pt x="359" y="167"/>
                    </a:lnTo>
                    <a:lnTo>
                      <a:pt x="363" y="172"/>
                    </a:lnTo>
                    <a:lnTo>
                      <a:pt x="364" y="178"/>
                    </a:lnTo>
                    <a:lnTo>
                      <a:pt x="364" y="185"/>
                    </a:lnTo>
                    <a:lnTo>
                      <a:pt x="364" y="248"/>
                    </a:lnTo>
                    <a:close/>
                    <a:moveTo>
                      <a:pt x="96" y="60"/>
                    </a:moveTo>
                    <a:lnTo>
                      <a:pt x="96" y="60"/>
                    </a:lnTo>
                    <a:lnTo>
                      <a:pt x="89" y="62"/>
                    </a:lnTo>
                    <a:lnTo>
                      <a:pt x="83" y="63"/>
                    </a:lnTo>
                    <a:lnTo>
                      <a:pt x="78" y="65"/>
                    </a:lnTo>
                    <a:lnTo>
                      <a:pt x="74" y="69"/>
                    </a:lnTo>
                    <a:lnTo>
                      <a:pt x="71" y="74"/>
                    </a:lnTo>
                    <a:lnTo>
                      <a:pt x="67" y="80"/>
                    </a:lnTo>
                    <a:lnTo>
                      <a:pt x="65" y="85"/>
                    </a:lnTo>
                    <a:lnTo>
                      <a:pt x="65" y="91"/>
                    </a:lnTo>
                    <a:lnTo>
                      <a:pt x="65" y="91"/>
                    </a:lnTo>
                    <a:lnTo>
                      <a:pt x="65" y="98"/>
                    </a:lnTo>
                    <a:lnTo>
                      <a:pt x="67" y="103"/>
                    </a:lnTo>
                    <a:lnTo>
                      <a:pt x="71" y="109"/>
                    </a:lnTo>
                    <a:lnTo>
                      <a:pt x="74" y="112"/>
                    </a:lnTo>
                    <a:lnTo>
                      <a:pt x="78" y="116"/>
                    </a:lnTo>
                    <a:lnTo>
                      <a:pt x="83" y="120"/>
                    </a:lnTo>
                    <a:lnTo>
                      <a:pt x="89" y="121"/>
                    </a:lnTo>
                    <a:lnTo>
                      <a:pt x="96" y="121"/>
                    </a:lnTo>
                    <a:lnTo>
                      <a:pt x="96" y="121"/>
                    </a:lnTo>
                    <a:lnTo>
                      <a:pt x="102" y="121"/>
                    </a:lnTo>
                    <a:lnTo>
                      <a:pt x="107" y="120"/>
                    </a:lnTo>
                    <a:lnTo>
                      <a:pt x="112" y="116"/>
                    </a:lnTo>
                    <a:lnTo>
                      <a:pt x="118" y="112"/>
                    </a:lnTo>
                    <a:lnTo>
                      <a:pt x="122" y="109"/>
                    </a:lnTo>
                    <a:lnTo>
                      <a:pt x="123" y="103"/>
                    </a:lnTo>
                    <a:lnTo>
                      <a:pt x="125" y="98"/>
                    </a:lnTo>
                    <a:lnTo>
                      <a:pt x="127" y="91"/>
                    </a:lnTo>
                    <a:lnTo>
                      <a:pt x="127" y="91"/>
                    </a:lnTo>
                    <a:lnTo>
                      <a:pt x="125" y="85"/>
                    </a:lnTo>
                    <a:lnTo>
                      <a:pt x="123" y="80"/>
                    </a:lnTo>
                    <a:lnTo>
                      <a:pt x="122" y="74"/>
                    </a:lnTo>
                    <a:lnTo>
                      <a:pt x="118" y="69"/>
                    </a:lnTo>
                    <a:lnTo>
                      <a:pt x="112" y="65"/>
                    </a:lnTo>
                    <a:lnTo>
                      <a:pt x="107" y="63"/>
                    </a:lnTo>
                    <a:lnTo>
                      <a:pt x="102" y="62"/>
                    </a:lnTo>
                    <a:lnTo>
                      <a:pt x="96" y="60"/>
                    </a:lnTo>
                    <a:lnTo>
                      <a:pt x="96" y="60"/>
                    </a:lnTo>
                    <a:close/>
                    <a:moveTo>
                      <a:pt x="35" y="150"/>
                    </a:moveTo>
                    <a:lnTo>
                      <a:pt x="35" y="150"/>
                    </a:lnTo>
                    <a:lnTo>
                      <a:pt x="44" y="152"/>
                    </a:lnTo>
                    <a:lnTo>
                      <a:pt x="44" y="152"/>
                    </a:lnTo>
                    <a:lnTo>
                      <a:pt x="38" y="167"/>
                    </a:lnTo>
                    <a:lnTo>
                      <a:pt x="36" y="176"/>
                    </a:lnTo>
                    <a:lnTo>
                      <a:pt x="35" y="183"/>
                    </a:lnTo>
                    <a:lnTo>
                      <a:pt x="35" y="248"/>
                    </a:lnTo>
                    <a:lnTo>
                      <a:pt x="0" y="248"/>
                    </a:lnTo>
                    <a:lnTo>
                      <a:pt x="0" y="185"/>
                    </a:lnTo>
                    <a:lnTo>
                      <a:pt x="0" y="185"/>
                    </a:lnTo>
                    <a:lnTo>
                      <a:pt x="0" y="178"/>
                    </a:lnTo>
                    <a:lnTo>
                      <a:pt x="2" y="172"/>
                    </a:lnTo>
                    <a:lnTo>
                      <a:pt x="6" y="167"/>
                    </a:lnTo>
                    <a:lnTo>
                      <a:pt x="9" y="161"/>
                    </a:lnTo>
                    <a:lnTo>
                      <a:pt x="15" y="158"/>
                    </a:lnTo>
                    <a:lnTo>
                      <a:pt x="20" y="154"/>
                    </a:lnTo>
                    <a:lnTo>
                      <a:pt x="27" y="152"/>
                    </a:lnTo>
                    <a:lnTo>
                      <a:pt x="35" y="150"/>
                    </a:lnTo>
                    <a:lnTo>
                      <a:pt x="35" y="150"/>
                    </a:lnTo>
                    <a:close/>
                    <a:moveTo>
                      <a:pt x="183" y="0"/>
                    </a:moveTo>
                    <a:lnTo>
                      <a:pt x="183" y="0"/>
                    </a:lnTo>
                    <a:lnTo>
                      <a:pt x="174" y="0"/>
                    </a:lnTo>
                    <a:lnTo>
                      <a:pt x="165" y="4"/>
                    </a:lnTo>
                    <a:lnTo>
                      <a:pt x="158" y="7"/>
                    </a:lnTo>
                    <a:lnTo>
                      <a:pt x="151" y="13"/>
                    </a:lnTo>
                    <a:lnTo>
                      <a:pt x="145" y="20"/>
                    </a:lnTo>
                    <a:lnTo>
                      <a:pt x="141" y="27"/>
                    </a:lnTo>
                    <a:lnTo>
                      <a:pt x="138" y="36"/>
                    </a:lnTo>
                    <a:lnTo>
                      <a:pt x="138" y="45"/>
                    </a:lnTo>
                    <a:lnTo>
                      <a:pt x="138" y="45"/>
                    </a:lnTo>
                    <a:lnTo>
                      <a:pt x="138" y="54"/>
                    </a:lnTo>
                    <a:lnTo>
                      <a:pt x="141" y="62"/>
                    </a:lnTo>
                    <a:lnTo>
                      <a:pt x="145" y="71"/>
                    </a:lnTo>
                    <a:lnTo>
                      <a:pt x="151" y="76"/>
                    </a:lnTo>
                    <a:lnTo>
                      <a:pt x="158" y="81"/>
                    </a:lnTo>
                    <a:lnTo>
                      <a:pt x="165" y="87"/>
                    </a:lnTo>
                    <a:lnTo>
                      <a:pt x="174" y="89"/>
                    </a:lnTo>
                    <a:lnTo>
                      <a:pt x="183" y="91"/>
                    </a:lnTo>
                    <a:lnTo>
                      <a:pt x="183" y="91"/>
                    </a:lnTo>
                    <a:lnTo>
                      <a:pt x="192" y="89"/>
                    </a:lnTo>
                    <a:lnTo>
                      <a:pt x="200" y="87"/>
                    </a:lnTo>
                    <a:lnTo>
                      <a:pt x="209" y="81"/>
                    </a:lnTo>
                    <a:lnTo>
                      <a:pt x="214" y="76"/>
                    </a:lnTo>
                    <a:lnTo>
                      <a:pt x="219" y="71"/>
                    </a:lnTo>
                    <a:lnTo>
                      <a:pt x="225" y="62"/>
                    </a:lnTo>
                    <a:lnTo>
                      <a:pt x="227" y="54"/>
                    </a:lnTo>
                    <a:lnTo>
                      <a:pt x="229" y="45"/>
                    </a:lnTo>
                    <a:lnTo>
                      <a:pt x="229" y="45"/>
                    </a:lnTo>
                    <a:lnTo>
                      <a:pt x="227" y="36"/>
                    </a:lnTo>
                    <a:lnTo>
                      <a:pt x="225" y="27"/>
                    </a:lnTo>
                    <a:lnTo>
                      <a:pt x="219" y="20"/>
                    </a:lnTo>
                    <a:lnTo>
                      <a:pt x="214" y="13"/>
                    </a:lnTo>
                    <a:lnTo>
                      <a:pt x="209" y="7"/>
                    </a:lnTo>
                    <a:lnTo>
                      <a:pt x="200" y="4"/>
                    </a:lnTo>
                    <a:lnTo>
                      <a:pt x="192" y="0"/>
                    </a:lnTo>
                    <a:lnTo>
                      <a:pt x="183" y="0"/>
                    </a:lnTo>
                    <a:lnTo>
                      <a:pt x="183" y="0"/>
                    </a:lnTo>
                    <a:close/>
                    <a:moveTo>
                      <a:pt x="319" y="272"/>
                    </a:moveTo>
                    <a:lnTo>
                      <a:pt x="265" y="272"/>
                    </a:lnTo>
                    <a:lnTo>
                      <a:pt x="265" y="174"/>
                    </a:lnTo>
                    <a:lnTo>
                      <a:pt x="265" y="174"/>
                    </a:lnTo>
                    <a:lnTo>
                      <a:pt x="265" y="163"/>
                    </a:lnTo>
                    <a:lnTo>
                      <a:pt x="263" y="154"/>
                    </a:lnTo>
                    <a:lnTo>
                      <a:pt x="259" y="145"/>
                    </a:lnTo>
                    <a:lnTo>
                      <a:pt x="256" y="136"/>
                    </a:lnTo>
                    <a:lnTo>
                      <a:pt x="256" y="136"/>
                    </a:lnTo>
                    <a:lnTo>
                      <a:pt x="263" y="134"/>
                    </a:lnTo>
                    <a:lnTo>
                      <a:pt x="270" y="134"/>
                    </a:lnTo>
                    <a:lnTo>
                      <a:pt x="270" y="134"/>
                    </a:lnTo>
                    <a:lnTo>
                      <a:pt x="279" y="136"/>
                    </a:lnTo>
                    <a:lnTo>
                      <a:pt x="288" y="138"/>
                    </a:lnTo>
                    <a:lnTo>
                      <a:pt x="297" y="143"/>
                    </a:lnTo>
                    <a:lnTo>
                      <a:pt x="305" y="149"/>
                    </a:lnTo>
                    <a:lnTo>
                      <a:pt x="310" y="156"/>
                    </a:lnTo>
                    <a:lnTo>
                      <a:pt x="316" y="165"/>
                    </a:lnTo>
                    <a:lnTo>
                      <a:pt x="317" y="174"/>
                    </a:lnTo>
                    <a:lnTo>
                      <a:pt x="319" y="183"/>
                    </a:lnTo>
                    <a:lnTo>
                      <a:pt x="319" y="272"/>
                    </a:lnTo>
                    <a:close/>
                    <a:moveTo>
                      <a:pt x="100" y="174"/>
                    </a:moveTo>
                    <a:lnTo>
                      <a:pt x="100" y="272"/>
                    </a:lnTo>
                    <a:lnTo>
                      <a:pt x="45" y="272"/>
                    </a:lnTo>
                    <a:lnTo>
                      <a:pt x="45" y="183"/>
                    </a:lnTo>
                    <a:lnTo>
                      <a:pt x="45" y="183"/>
                    </a:lnTo>
                    <a:lnTo>
                      <a:pt x="47" y="174"/>
                    </a:lnTo>
                    <a:lnTo>
                      <a:pt x="51" y="165"/>
                    </a:lnTo>
                    <a:lnTo>
                      <a:pt x="54" y="156"/>
                    </a:lnTo>
                    <a:lnTo>
                      <a:pt x="60" y="149"/>
                    </a:lnTo>
                    <a:lnTo>
                      <a:pt x="67" y="143"/>
                    </a:lnTo>
                    <a:lnTo>
                      <a:pt x="76" y="138"/>
                    </a:lnTo>
                    <a:lnTo>
                      <a:pt x="85" y="136"/>
                    </a:lnTo>
                    <a:lnTo>
                      <a:pt x="96" y="134"/>
                    </a:lnTo>
                    <a:lnTo>
                      <a:pt x="96" y="134"/>
                    </a:lnTo>
                    <a:lnTo>
                      <a:pt x="103" y="134"/>
                    </a:lnTo>
                    <a:lnTo>
                      <a:pt x="109" y="136"/>
                    </a:lnTo>
                    <a:lnTo>
                      <a:pt x="109" y="136"/>
                    </a:lnTo>
                    <a:lnTo>
                      <a:pt x="105" y="145"/>
                    </a:lnTo>
                    <a:lnTo>
                      <a:pt x="102" y="154"/>
                    </a:lnTo>
                    <a:lnTo>
                      <a:pt x="100" y="163"/>
                    </a:lnTo>
                    <a:lnTo>
                      <a:pt x="100" y="174"/>
                    </a:lnTo>
                    <a:lnTo>
                      <a:pt x="100" y="174"/>
                    </a:lnTo>
                    <a:close/>
                    <a:moveTo>
                      <a:pt x="111" y="301"/>
                    </a:moveTo>
                    <a:lnTo>
                      <a:pt x="254" y="301"/>
                    </a:lnTo>
                    <a:lnTo>
                      <a:pt x="254" y="174"/>
                    </a:lnTo>
                    <a:lnTo>
                      <a:pt x="254" y="174"/>
                    </a:lnTo>
                    <a:lnTo>
                      <a:pt x="252" y="159"/>
                    </a:lnTo>
                    <a:lnTo>
                      <a:pt x="248" y="145"/>
                    </a:lnTo>
                    <a:lnTo>
                      <a:pt x="241" y="134"/>
                    </a:lnTo>
                    <a:lnTo>
                      <a:pt x="232" y="123"/>
                    </a:lnTo>
                    <a:lnTo>
                      <a:pt x="223" y="114"/>
                    </a:lnTo>
                    <a:lnTo>
                      <a:pt x="210" y="109"/>
                    </a:lnTo>
                    <a:lnTo>
                      <a:pt x="198" y="103"/>
                    </a:lnTo>
                    <a:lnTo>
                      <a:pt x="183" y="101"/>
                    </a:lnTo>
                    <a:lnTo>
                      <a:pt x="183" y="101"/>
                    </a:lnTo>
                    <a:lnTo>
                      <a:pt x="169" y="103"/>
                    </a:lnTo>
                    <a:lnTo>
                      <a:pt x="154" y="109"/>
                    </a:lnTo>
                    <a:lnTo>
                      <a:pt x="143" y="114"/>
                    </a:lnTo>
                    <a:lnTo>
                      <a:pt x="132" y="123"/>
                    </a:lnTo>
                    <a:lnTo>
                      <a:pt x="123" y="134"/>
                    </a:lnTo>
                    <a:lnTo>
                      <a:pt x="116" y="145"/>
                    </a:lnTo>
                    <a:lnTo>
                      <a:pt x="112" y="159"/>
                    </a:lnTo>
                    <a:lnTo>
                      <a:pt x="111" y="174"/>
                    </a:lnTo>
                    <a:lnTo>
                      <a:pt x="111" y="30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a:solidFill>
                    <a:srgbClr val="95A5A6"/>
                  </a:solidFill>
                </a:endParaRPr>
              </a:p>
            </p:txBody>
          </p:sp>
        </p:grpSp>
      </p:grpSp>
      <p:grpSp>
        <p:nvGrpSpPr>
          <p:cNvPr id="19" name="Group 98"/>
          <p:cNvGrpSpPr/>
          <p:nvPr/>
        </p:nvGrpSpPr>
        <p:grpSpPr>
          <a:xfrm>
            <a:off x="6858005" y="4774779"/>
            <a:ext cx="4857784" cy="1077218"/>
            <a:chOff x="5143504" y="3581081"/>
            <a:chExt cx="3643338" cy="807913"/>
          </a:xfrm>
        </p:grpSpPr>
        <p:sp>
          <p:nvSpPr>
            <p:cNvPr id="40" name="Rectangle 39"/>
            <p:cNvSpPr/>
            <p:nvPr/>
          </p:nvSpPr>
          <p:spPr>
            <a:xfrm>
              <a:off x="6143636" y="3581081"/>
              <a:ext cx="2643206" cy="807913"/>
            </a:xfrm>
            <a:prstGeom prst="rect">
              <a:avLst/>
            </a:prstGeom>
          </p:spPr>
          <p:txBody>
            <a:bodyPr wrap="square">
              <a:spAutoFit/>
            </a:bodyPr>
            <a:lstStyle/>
            <a:p>
              <a:pPr algn="ctr"/>
              <a:r>
                <a:rPr lang="ar-SA" sz="3200" b="1" dirty="0">
                  <a:solidFill>
                    <a:srgbClr val="16A085"/>
                  </a:solidFill>
                </a:rPr>
                <a:t>أنه نظام اتصال فى اتجاه واحد</a:t>
              </a:r>
              <a:endParaRPr lang="en-US" sz="3200" b="1" dirty="0">
                <a:solidFill>
                  <a:srgbClr val="16A085"/>
                </a:solidFill>
                <a:latin typeface="Open Sans Light" pitchFamily="34" charset="0"/>
                <a:ea typeface="Open Sans Light" pitchFamily="34" charset="0"/>
                <a:cs typeface="Open Sans Light" pitchFamily="34" charset="0"/>
              </a:endParaRPr>
            </a:p>
          </p:txBody>
        </p:sp>
        <p:grpSp>
          <p:nvGrpSpPr>
            <p:cNvPr id="21" name="Group 85"/>
            <p:cNvGrpSpPr/>
            <p:nvPr/>
          </p:nvGrpSpPr>
          <p:grpSpPr>
            <a:xfrm>
              <a:off x="5143504" y="3643320"/>
              <a:ext cx="636196" cy="636164"/>
              <a:chOff x="5143504" y="3643320"/>
              <a:chExt cx="636196" cy="636164"/>
            </a:xfrm>
          </p:grpSpPr>
          <p:sp>
            <p:nvSpPr>
              <p:cNvPr id="28" name="Rectangle 27"/>
              <p:cNvSpPr/>
              <p:nvPr/>
            </p:nvSpPr>
            <p:spPr>
              <a:xfrm>
                <a:off x="5143504" y="3643320"/>
                <a:ext cx="636196" cy="6361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3" name="Freeform 107"/>
              <p:cNvSpPr>
                <a:spLocks noEditPoints="1"/>
              </p:cNvSpPr>
              <p:nvPr/>
            </p:nvSpPr>
            <p:spPr bwMode="auto">
              <a:xfrm>
                <a:off x="5286380" y="3786196"/>
                <a:ext cx="365566" cy="314258"/>
              </a:xfrm>
              <a:custGeom>
                <a:avLst/>
                <a:gdLst/>
                <a:ahLst/>
                <a:cxnLst>
                  <a:cxn ang="0">
                    <a:pos x="337" y="165"/>
                  </a:cxn>
                  <a:cxn ang="0">
                    <a:pos x="170" y="0"/>
                  </a:cxn>
                  <a:cxn ang="0">
                    <a:pos x="5" y="165"/>
                  </a:cxn>
                  <a:cxn ang="0">
                    <a:pos x="5" y="165"/>
                  </a:cxn>
                  <a:cxn ang="0">
                    <a:pos x="0" y="172"/>
                  </a:cxn>
                  <a:cxn ang="0">
                    <a:pos x="0" y="181"/>
                  </a:cxn>
                  <a:cxn ang="0">
                    <a:pos x="0" y="189"/>
                  </a:cxn>
                  <a:cxn ang="0">
                    <a:pos x="5" y="196"/>
                  </a:cxn>
                  <a:cxn ang="0">
                    <a:pos x="5" y="196"/>
                  </a:cxn>
                  <a:cxn ang="0">
                    <a:pos x="13" y="201"/>
                  </a:cxn>
                  <a:cxn ang="0">
                    <a:pos x="20" y="201"/>
                  </a:cxn>
                  <a:cxn ang="0">
                    <a:pos x="29" y="201"/>
                  </a:cxn>
                  <a:cxn ang="0">
                    <a:pos x="36" y="196"/>
                  </a:cxn>
                  <a:cxn ang="0">
                    <a:pos x="42" y="189"/>
                  </a:cxn>
                  <a:cxn ang="0">
                    <a:pos x="42" y="294"/>
                  </a:cxn>
                  <a:cxn ang="0">
                    <a:pos x="301" y="294"/>
                  </a:cxn>
                  <a:cxn ang="0">
                    <a:pos x="301" y="189"/>
                  </a:cxn>
                  <a:cxn ang="0">
                    <a:pos x="306" y="196"/>
                  </a:cxn>
                  <a:cxn ang="0">
                    <a:pos x="306" y="196"/>
                  </a:cxn>
                  <a:cxn ang="0">
                    <a:pos x="314" y="201"/>
                  </a:cxn>
                  <a:cxn ang="0">
                    <a:pos x="321" y="201"/>
                  </a:cxn>
                  <a:cxn ang="0">
                    <a:pos x="321" y="201"/>
                  </a:cxn>
                  <a:cxn ang="0">
                    <a:pos x="330" y="201"/>
                  </a:cxn>
                  <a:cxn ang="0">
                    <a:pos x="337" y="196"/>
                  </a:cxn>
                  <a:cxn ang="0">
                    <a:pos x="337" y="196"/>
                  </a:cxn>
                  <a:cxn ang="0">
                    <a:pos x="341" y="189"/>
                  </a:cxn>
                  <a:cxn ang="0">
                    <a:pos x="343" y="181"/>
                  </a:cxn>
                  <a:cxn ang="0">
                    <a:pos x="341" y="172"/>
                  </a:cxn>
                  <a:cxn ang="0">
                    <a:pos x="337" y="165"/>
                  </a:cxn>
                  <a:cxn ang="0">
                    <a:pos x="337" y="165"/>
                  </a:cxn>
                  <a:cxn ang="0">
                    <a:pos x="279" y="272"/>
                  </a:cxn>
                  <a:cxn ang="0">
                    <a:pos x="214" y="272"/>
                  </a:cxn>
                  <a:cxn ang="0">
                    <a:pos x="214" y="187"/>
                  </a:cxn>
                  <a:cxn ang="0">
                    <a:pos x="129" y="187"/>
                  </a:cxn>
                  <a:cxn ang="0">
                    <a:pos x="129" y="272"/>
                  </a:cxn>
                  <a:cxn ang="0">
                    <a:pos x="63" y="272"/>
                  </a:cxn>
                  <a:cxn ang="0">
                    <a:pos x="63" y="169"/>
                  </a:cxn>
                  <a:cxn ang="0">
                    <a:pos x="170" y="60"/>
                  </a:cxn>
                  <a:cxn ang="0">
                    <a:pos x="279" y="169"/>
                  </a:cxn>
                  <a:cxn ang="0">
                    <a:pos x="279" y="272"/>
                  </a:cxn>
                </a:cxnLst>
                <a:rect l="0" t="0" r="r" b="b"/>
                <a:pathLst>
                  <a:path w="343" h="294">
                    <a:moveTo>
                      <a:pt x="337" y="165"/>
                    </a:moveTo>
                    <a:lnTo>
                      <a:pt x="170" y="0"/>
                    </a:lnTo>
                    <a:lnTo>
                      <a:pt x="5" y="165"/>
                    </a:lnTo>
                    <a:lnTo>
                      <a:pt x="5" y="165"/>
                    </a:lnTo>
                    <a:lnTo>
                      <a:pt x="0" y="172"/>
                    </a:lnTo>
                    <a:lnTo>
                      <a:pt x="0" y="181"/>
                    </a:lnTo>
                    <a:lnTo>
                      <a:pt x="0" y="189"/>
                    </a:lnTo>
                    <a:lnTo>
                      <a:pt x="5" y="196"/>
                    </a:lnTo>
                    <a:lnTo>
                      <a:pt x="5" y="196"/>
                    </a:lnTo>
                    <a:lnTo>
                      <a:pt x="13" y="201"/>
                    </a:lnTo>
                    <a:lnTo>
                      <a:pt x="20" y="201"/>
                    </a:lnTo>
                    <a:lnTo>
                      <a:pt x="29" y="201"/>
                    </a:lnTo>
                    <a:lnTo>
                      <a:pt x="36" y="196"/>
                    </a:lnTo>
                    <a:lnTo>
                      <a:pt x="42" y="189"/>
                    </a:lnTo>
                    <a:lnTo>
                      <a:pt x="42" y="294"/>
                    </a:lnTo>
                    <a:lnTo>
                      <a:pt x="301" y="294"/>
                    </a:lnTo>
                    <a:lnTo>
                      <a:pt x="301" y="189"/>
                    </a:lnTo>
                    <a:lnTo>
                      <a:pt x="306" y="196"/>
                    </a:lnTo>
                    <a:lnTo>
                      <a:pt x="306" y="196"/>
                    </a:lnTo>
                    <a:lnTo>
                      <a:pt x="314" y="201"/>
                    </a:lnTo>
                    <a:lnTo>
                      <a:pt x="321" y="201"/>
                    </a:lnTo>
                    <a:lnTo>
                      <a:pt x="321" y="201"/>
                    </a:lnTo>
                    <a:lnTo>
                      <a:pt x="330" y="201"/>
                    </a:lnTo>
                    <a:lnTo>
                      <a:pt x="337" y="196"/>
                    </a:lnTo>
                    <a:lnTo>
                      <a:pt x="337" y="196"/>
                    </a:lnTo>
                    <a:lnTo>
                      <a:pt x="341" y="189"/>
                    </a:lnTo>
                    <a:lnTo>
                      <a:pt x="343" y="181"/>
                    </a:lnTo>
                    <a:lnTo>
                      <a:pt x="341" y="172"/>
                    </a:lnTo>
                    <a:lnTo>
                      <a:pt x="337" y="165"/>
                    </a:lnTo>
                    <a:lnTo>
                      <a:pt x="337" y="165"/>
                    </a:lnTo>
                    <a:close/>
                    <a:moveTo>
                      <a:pt x="279" y="272"/>
                    </a:moveTo>
                    <a:lnTo>
                      <a:pt x="214" y="272"/>
                    </a:lnTo>
                    <a:lnTo>
                      <a:pt x="214" y="187"/>
                    </a:lnTo>
                    <a:lnTo>
                      <a:pt x="129" y="187"/>
                    </a:lnTo>
                    <a:lnTo>
                      <a:pt x="129" y="272"/>
                    </a:lnTo>
                    <a:lnTo>
                      <a:pt x="63" y="272"/>
                    </a:lnTo>
                    <a:lnTo>
                      <a:pt x="63" y="169"/>
                    </a:lnTo>
                    <a:lnTo>
                      <a:pt x="170" y="60"/>
                    </a:lnTo>
                    <a:lnTo>
                      <a:pt x="279" y="169"/>
                    </a:lnTo>
                    <a:lnTo>
                      <a:pt x="279" y="27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a:solidFill>
                    <a:srgbClr val="95A5A6"/>
                  </a:solidFill>
                </a:endParaRPr>
              </a:p>
            </p:txBody>
          </p:sp>
        </p:grpSp>
      </p:grpSp>
      <p:grpSp>
        <p:nvGrpSpPr>
          <p:cNvPr id="42" name="Group 94"/>
          <p:cNvGrpSpPr/>
          <p:nvPr/>
        </p:nvGrpSpPr>
        <p:grpSpPr>
          <a:xfrm>
            <a:off x="6858005" y="1567479"/>
            <a:ext cx="4652923" cy="1569660"/>
            <a:chOff x="5143504" y="1175609"/>
            <a:chExt cx="3489692" cy="1177245"/>
          </a:xfrm>
        </p:grpSpPr>
        <p:sp>
          <p:nvSpPr>
            <p:cNvPr id="36" name="Rectangle 35"/>
            <p:cNvSpPr/>
            <p:nvPr/>
          </p:nvSpPr>
          <p:spPr>
            <a:xfrm>
              <a:off x="5989990" y="1175609"/>
              <a:ext cx="2643206" cy="1177245"/>
            </a:xfrm>
            <a:prstGeom prst="rect">
              <a:avLst/>
            </a:prstGeom>
          </p:spPr>
          <p:txBody>
            <a:bodyPr wrap="square">
              <a:spAutoFit/>
            </a:bodyPr>
            <a:lstStyle/>
            <a:p>
              <a:pPr algn="ctr"/>
              <a:r>
                <a:rPr lang="ar-SA" sz="3200" b="1" dirty="0">
                  <a:solidFill>
                    <a:srgbClr val="4B2C50"/>
                  </a:solidFill>
                </a:rPr>
                <a:t>عدم توافق مواعيد عرض البرامج التعليمية مع ظروف التلاميذ</a:t>
              </a:r>
              <a:endParaRPr lang="en-US" sz="3200" b="1" dirty="0">
                <a:solidFill>
                  <a:srgbClr val="4B2C50"/>
                </a:solidFill>
                <a:latin typeface="Open Sans Light" pitchFamily="34" charset="0"/>
                <a:ea typeface="Open Sans Light" pitchFamily="34" charset="0"/>
                <a:cs typeface="Open Sans Light" pitchFamily="34" charset="0"/>
              </a:endParaRPr>
            </a:p>
          </p:txBody>
        </p:sp>
        <p:grpSp>
          <p:nvGrpSpPr>
            <p:cNvPr id="44" name="Group 82"/>
            <p:cNvGrpSpPr/>
            <p:nvPr/>
          </p:nvGrpSpPr>
          <p:grpSpPr>
            <a:xfrm>
              <a:off x="5143504" y="1428742"/>
              <a:ext cx="636196" cy="636164"/>
              <a:chOff x="5143504" y="1428742"/>
              <a:chExt cx="636196" cy="636164"/>
            </a:xfrm>
          </p:grpSpPr>
          <p:sp>
            <p:nvSpPr>
              <p:cNvPr id="17" name="Rectangle 16"/>
              <p:cNvSpPr/>
              <p:nvPr/>
            </p:nvSpPr>
            <p:spPr>
              <a:xfrm>
                <a:off x="5143504" y="1428742"/>
                <a:ext cx="636196" cy="63616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5" name="Group 68"/>
              <p:cNvGrpSpPr/>
              <p:nvPr/>
            </p:nvGrpSpPr>
            <p:grpSpPr>
              <a:xfrm>
                <a:off x="5301319" y="1581456"/>
                <a:ext cx="337042" cy="337616"/>
                <a:chOff x="6998061" y="3496249"/>
                <a:chExt cx="366051" cy="366676"/>
              </a:xfrm>
              <a:solidFill>
                <a:schemeClr val="bg1"/>
              </a:solidFill>
            </p:grpSpPr>
            <p:sp>
              <p:nvSpPr>
                <p:cNvPr id="70" name="AutoShape 7"/>
                <p:cNvSpPr>
                  <a:spLocks/>
                </p:cNvSpPr>
                <p:nvPr/>
              </p:nvSpPr>
              <p:spPr bwMode="auto">
                <a:xfrm>
                  <a:off x="6998061" y="3496249"/>
                  <a:ext cx="366051" cy="366676"/>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1" name="AutoShape 8"/>
                <p:cNvSpPr>
                  <a:spLocks/>
                </p:cNvSpPr>
                <p:nvPr/>
              </p:nvSpPr>
              <p:spPr bwMode="auto">
                <a:xfrm>
                  <a:off x="7158247" y="3656437"/>
                  <a:ext cx="45678" cy="45678"/>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2" name="AutoShape 9"/>
                <p:cNvSpPr>
                  <a:spLocks/>
                </p:cNvSpPr>
                <p:nvPr/>
              </p:nvSpPr>
              <p:spPr bwMode="auto">
                <a:xfrm>
                  <a:off x="7111943" y="3610758"/>
                  <a:ext cx="137660" cy="137660"/>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3" name="AutoShape 10"/>
                <p:cNvSpPr>
                  <a:spLocks/>
                </p:cNvSpPr>
                <p:nvPr/>
              </p:nvSpPr>
              <p:spPr bwMode="auto">
                <a:xfrm>
                  <a:off x="7203927" y="3702114"/>
                  <a:ext cx="56941" cy="58818"/>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4" name="AutoShape 11"/>
                <p:cNvSpPr>
                  <a:spLocks/>
                </p:cNvSpPr>
                <p:nvPr/>
              </p:nvSpPr>
              <p:spPr bwMode="auto">
                <a:xfrm>
                  <a:off x="7226451" y="3725267"/>
                  <a:ext cx="81970" cy="83847"/>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5" name="AutoShape 12"/>
                <p:cNvSpPr>
                  <a:spLocks/>
                </p:cNvSpPr>
                <p:nvPr/>
              </p:nvSpPr>
              <p:spPr bwMode="auto">
                <a:xfrm>
                  <a:off x="7215188" y="3714003"/>
                  <a:ext cx="69456" cy="70707"/>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6" name="AutoShape 13"/>
                <p:cNvSpPr>
                  <a:spLocks/>
                </p:cNvSpPr>
                <p:nvPr/>
              </p:nvSpPr>
              <p:spPr bwMode="auto">
                <a:xfrm>
                  <a:off x="7100682" y="3599495"/>
                  <a:ext cx="57567" cy="58192"/>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7" name="AutoShape 14"/>
                <p:cNvSpPr>
                  <a:spLocks/>
                </p:cNvSpPr>
                <p:nvPr/>
              </p:nvSpPr>
              <p:spPr bwMode="auto">
                <a:xfrm>
                  <a:off x="7055002" y="3553816"/>
                  <a:ext cx="81970" cy="83222"/>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8" name="AutoShape 15"/>
                <p:cNvSpPr>
                  <a:spLocks/>
                </p:cNvSpPr>
                <p:nvPr/>
              </p:nvSpPr>
              <p:spPr bwMode="auto">
                <a:xfrm>
                  <a:off x="7078154" y="3576343"/>
                  <a:ext cx="69456" cy="71333"/>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grpSp>
        </p:grpSp>
      </p:grpSp>
      <p:sp>
        <p:nvSpPr>
          <p:cNvPr id="38" name="Rectangle 37"/>
          <p:cNvSpPr/>
          <p:nvPr/>
        </p:nvSpPr>
        <p:spPr>
          <a:xfrm>
            <a:off x="1809720" y="507088"/>
            <a:ext cx="9906069" cy="707886"/>
          </a:xfrm>
          <a:prstGeom prst="rect">
            <a:avLst/>
          </a:prstGeom>
        </p:spPr>
        <p:txBody>
          <a:bodyPr wrap="square">
            <a:spAutoFit/>
          </a:bodyPr>
          <a:lstStyle/>
          <a:p>
            <a:pPr algn="r" rtl="1"/>
            <a:r>
              <a:rPr lang="ar-SA" sz="4000" b="1" u="sng" dirty="0">
                <a:solidFill>
                  <a:schemeClr val="bg2">
                    <a:lumMod val="10000"/>
                  </a:schemeClr>
                </a:solidFill>
              </a:rPr>
              <a:t>ح- عيوب التليفزيون التعليمى</a:t>
            </a:r>
            <a:endParaRPr lang="en-US" sz="4000" u="sng" dirty="0">
              <a:solidFill>
                <a:schemeClr val="bg2">
                  <a:lumMod val="10000"/>
                </a:schemeClr>
              </a:solidFill>
            </a:endParaRPr>
          </a:p>
        </p:txBody>
      </p:sp>
      <p:sp>
        <p:nvSpPr>
          <p:cNvPr id="4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6737377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000"/>
                            </p:stCondLst>
                            <p:childTnLst>
                              <p:par>
                                <p:cTn id="13" presetID="12" presetClass="entr" presetSubtype="8" fill="hold" nodeType="afterEffect">
                                  <p:stCondLst>
                                    <p:cond delay="0"/>
                                  </p:stCondLst>
                                  <p:childTnLst>
                                    <p:set>
                                      <p:cBhvr>
                                        <p:cTn id="14" dur="1" fill="hold">
                                          <p:stCondLst>
                                            <p:cond delay="0"/>
                                          </p:stCondLst>
                                        </p:cTn>
                                        <p:tgtEl>
                                          <p:spTgt spid="42"/>
                                        </p:tgtEl>
                                        <p:attrNameLst>
                                          <p:attrName>style.visibility</p:attrName>
                                        </p:attrNameLst>
                                      </p:cBhvr>
                                      <p:to>
                                        <p:strVal val="visible"/>
                                      </p:to>
                                    </p:set>
                                    <p:animEffect transition="in" filter="slide(fromLeft)">
                                      <p:cBhvr>
                                        <p:cTn id="15" dur="500"/>
                                        <p:tgtEl>
                                          <p:spTgt spid="42"/>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slide(fromLeft)">
                                      <p:cBhvr>
                                        <p:cTn id="19" dur="500"/>
                                        <p:tgtEl>
                                          <p:spTgt spid="7"/>
                                        </p:tgtEl>
                                      </p:cBhvr>
                                    </p:animEffect>
                                  </p:childTnLst>
                                </p:cTn>
                              </p:par>
                            </p:childTnLst>
                          </p:cTn>
                        </p:par>
                        <p:par>
                          <p:cTn id="20" fill="hold">
                            <p:stCondLst>
                              <p:cond delay="2000"/>
                            </p:stCondLst>
                            <p:childTnLst>
                              <p:par>
                                <p:cTn id="21" presetID="12" presetClass="entr" presetSubtype="2"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slide(fromRight)">
                                      <p:cBhvr>
                                        <p:cTn id="23" dur="500"/>
                                        <p:tgtEl>
                                          <p:spTgt spid="11"/>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slide(fromLeft)">
                                      <p:cBhvr>
                                        <p:cTn id="27" dur="500"/>
                                        <p:tgtEl>
                                          <p:spTgt spid="10"/>
                                        </p:tgtEl>
                                      </p:cBhvr>
                                    </p:animEffect>
                                  </p:childTnLst>
                                </p:cTn>
                              </p:par>
                            </p:childTnLst>
                          </p:cTn>
                        </p:par>
                        <p:par>
                          <p:cTn id="28" fill="hold">
                            <p:stCondLst>
                              <p:cond delay="3000"/>
                            </p:stCondLst>
                            <p:childTnLst>
                              <p:par>
                                <p:cTn id="29" presetID="12" presetClass="entr" presetSubtype="8" fill="hold" nodeType="after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slide(fromLeft)">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809720" y="507088"/>
            <a:ext cx="9906069" cy="707886"/>
          </a:xfrm>
          <a:prstGeom prst="rect">
            <a:avLst/>
          </a:prstGeom>
        </p:spPr>
        <p:txBody>
          <a:bodyPr wrap="square">
            <a:spAutoFit/>
          </a:bodyPr>
          <a:lstStyle/>
          <a:p>
            <a:pPr algn="r"/>
            <a:r>
              <a:rPr lang="ar-SA" sz="4000" b="1" u="sng" dirty="0" smtClean="0">
                <a:solidFill>
                  <a:srgbClr val="F2F2F2">
                    <a:lumMod val="10000"/>
                  </a:srgbClr>
                </a:solidFill>
              </a:rPr>
              <a:t>و- معوقات </a:t>
            </a:r>
            <a:r>
              <a:rPr lang="ar-SA" sz="4000" b="1" u="sng" dirty="0">
                <a:solidFill>
                  <a:srgbClr val="F2F2F2">
                    <a:lumMod val="10000"/>
                  </a:srgbClr>
                </a:solidFill>
              </a:rPr>
              <a:t>استخدام التعليم عن </a:t>
            </a:r>
            <a:r>
              <a:rPr lang="ar-SA" sz="4000" b="1" u="sng" dirty="0" smtClean="0">
                <a:solidFill>
                  <a:srgbClr val="F2F2F2">
                    <a:lumMod val="10000"/>
                  </a:srgbClr>
                </a:solidFill>
              </a:rPr>
              <a:t>بعد</a:t>
            </a:r>
            <a:endParaRPr lang="id-ID" sz="4000" u="sng" dirty="0">
              <a:solidFill>
                <a:srgbClr val="F2F2F2">
                  <a:lumMod val="10000"/>
                </a:srgbClr>
              </a:solidFill>
              <a:latin typeface="Open Sans" pitchFamily="34" charset="0"/>
              <a:ea typeface="Open Sans" pitchFamily="34" charset="0"/>
              <a:cs typeface="Open Sans" pitchFamily="34" charset="0"/>
            </a:endParaRPr>
          </a:p>
        </p:txBody>
      </p:sp>
      <p:cxnSp>
        <p:nvCxnSpPr>
          <p:cNvPr id="9" name="Straight Connector 8"/>
          <p:cNvCxnSpPr/>
          <p:nvPr/>
        </p:nvCxnSpPr>
        <p:spPr>
          <a:xfrm rot="5400000">
            <a:off x="3713678" y="3905257"/>
            <a:ext cx="4763591" cy="1057"/>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6038850" y="3699948"/>
            <a:ext cx="819156" cy="114301"/>
            <a:chOff x="4529137" y="2774961"/>
            <a:chExt cx="614367" cy="85726"/>
          </a:xfrm>
        </p:grpSpPr>
        <p:cxnSp>
          <p:nvCxnSpPr>
            <p:cNvPr id="49" name="Straight Connector 48"/>
            <p:cNvCxnSpPr>
              <a:stCxn id="52" idx="6"/>
              <a:endCxn id="24" idx="1"/>
            </p:cNvCxnSpPr>
            <p:nvPr/>
          </p:nvCxnSpPr>
          <p:spPr>
            <a:xfrm>
              <a:off x="4614863" y="2817824"/>
              <a:ext cx="528641" cy="57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8" name="Group 99"/>
          <p:cNvGrpSpPr/>
          <p:nvPr/>
        </p:nvGrpSpPr>
        <p:grpSpPr>
          <a:xfrm>
            <a:off x="5324998" y="2277547"/>
            <a:ext cx="828147" cy="114301"/>
            <a:chOff x="3993752" y="1708160"/>
            <a:chExt cx="621111" cy="85726"/>
          </a:xfrm>
        </p:grpSpPr>
        <p:cxnSp>
          <p:nvCxnSpPr>
            <p:cNvPr id="46" name="Straight Connector 45"/>
            <p:cNvCxnSpPr>
              <a:stCxn id="14" idx="3"/>
              <a:endCxn id="53" idx="2"/>
            </p:cNvCxnSpPr>
            <p:nvPr/>
          </p:nvCxnSpPr>
          <p:spPr>
            <a:xfrm>
              <a:off x="3993752" y="1746823"/>
              <a:ext cx="535385" cy="420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0" name="Group 101"/>
          <p:cNvGrpSpPr/>
          <p:nvPr/>
        </p:nvGrpSpPr>
        <p:grpSpPr>
          <a:xfrm>
            <a:off x="5325002" y="5223947"/>
            <a:ext cx="828137" cy="114301"/>
            <a:chOff x="3993759" y="3917960"/>
            <a:chExt cx="621104" cy="85726"/>
          </a:xfrm>
        </p:grpSpPr>
        <p:cxnSp>
          <p:nvCxnSpPr>
            <p:cNvPr id="51" name="Straight Connector 50"/>
            <p:cNvCxnSpPr>
              <a:stCxn id="27" idx="3"/>
              <a:endCxn id="54" idx="6"/>
            </p:cNvCxnSpPr>
            <p:nvPr/>
          </p:nvCxnSpPr>
          <p:spPr>
            <a:xfrm flipV="1">
              <a:off x="3993759" y="3960823"/>
              <a:ext cx="621104" cy="58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5" name="Group 93"/>
          <p:cNvGrpSpPr/>
          <p:nvPr/>
        </p:nvGrpSpPr>
        <p:grpSpPr>
          <a:xfrm>
            <a:off x="538710" y="1809736"/>
            <a:ext cx="4786290" cy="943468"/>
            <a:chOff x="404032" y="1357304"/>
            <a:chExt cx="3589718" cy="707602"/>
          </a:xfrm>
        </p:grpSpPr>
        <p:grpSp>
          <p:nvGrpSpPr>
            <p:cNvPr id="16" name="Group 89"/>
            <p:cNvGrpSpPr/>
            <p:nvPr/>
          </p:nvGrpSpPr>
          <p:grpSpPr>
            <a:xfrm>
              <a:off x="404032" y="1357304"/>
              <a:ext cx="2953522" cy="652895"/>
              <a:chOff x="404032" y="1357304"/>
              <a:chExt cx="2953522" cy="652895"/>
            </a:xfrm>
          </p:grpSpPr>
          <p:sp>
            <p:nvSpPr>
              <p:cNvPr id="30" name="Rectangle 29"/>
              <p:cNvSpPr/>
              <p:nvPr/>
            </p:nvSpPr>
            <p:spPr>
              <a:xfrm>
                <a:off x="404032" y="1571618"/>
                <a:ext cx="2953522" cy="438581"/>
              </a:xfrm>
              <a:prstGeom prst="rect">
                <a:avLst/>
              </a:prstGeom>
            </p:spPr>
            <p:txBody>
              <a:bodyPr wrap="square">
                <a:spAutoFit/>
              </a:bodyPr>
              <a:lstStyle/>
              <a:p>
                <a:pPr algn="ctr"/>
                <a:r>
                  <a:rPr lang="ar-SA" sz="3200" b="1" dirty="0">
                    <a:solidFill>
                      <a:srgbClr val="9BBB59"/>
                    </a:solidFill>
                  </a:rPr>
                  <a:t>تحديد حجم المشاهدة</a:t>
                </a:r>
                <a:endParaRPr lang="en-US" sz="3200" b="1" dirty="0">
                  <a:solidFill>
                    <a:srgbClr val="9BBB59"/>
                  </a:solidFill>
                  <a:latin typeface="Open Sans Light" pitchFamily="34" charset="0"/>
                  <a:ea typeface="Open Sans Light" pitchFamily="34" charset="0"/>
                  <a:cs typeface="Open Sans Light" pitchFamily="34" charset="0"/>
                </a:endParaRPr>
              </a:p>
            </p:txBody>
          </p:sp>
          <p:sp>
            <p:nvSpPr>
              <p:cNvPr id="31" name="Rectangle 30"/>
              <p:cNvSpPr/>
              <p:nvPr/>
            </p:nvSpPr>
            <p:spPr>
              <a:xfrm>
                <a:off x="2824947" y="1357304"/>
                <a:ext cx="138548" cy="253915"/>
              </a:xfrm>
              <a:prstGeom prst="rect">
                <a:avLst/>
              </a:prstGeom>
            </p:spPr>
            <p:txBody>
              <a:bodyPr wrap="none">
                <a:spAutoFit/>
              </a:bodyPr>
              <a:lstStyle/>
              <a:p>
                <a:pPr algn="r"/>
                <a:endParaRPr lang="en-US" sz="1600" dirty="0">
                  <a:solidFill>
                    <a:prstClr val="white">
                      <a:lumMod val="65000"/>
                    </a:prstClr>
                  </a:solidFill>
                  <a:latin typeface="Open Sans" pitchFamily="34" charset="0"/>
                  <a:ea typeface="Open Sans" pitchFamily="34" charset="0"/>
                  <a:cs typeface="Open Sans" pitchFamily="34" charset="0"/>
                </a:endParaRPr>
              </a:p>
            </p:txBody>
          </p:sp>
        </p:grpSp>
        <p:grpSp>
          <p:nvGrpSpPr>
            <p:cNvPr id="18" name="Group 83"/>
            <p:cNvGrpSpPr/>
            <p:nvPr/>
          </p:nvGrpSpPr>
          <p:grpSpPr>
            <a:xfrm>
              <a:off x="3357554" y="1428742"/>
              <a:ext cx="636196" cy="636164"/>
              <a:chOff x="3357554" y="1428742"/>
              <a:chExt cx="636196" cy="636164"/>
            </a:xfrm>
          </p:grpSpPr>
          <p:sp>
            <p:nvSpPr>
              <p:cNvPr id="14" name="Rectangle 13"/>
              <p:cNvSpPr/>
              <p:nvPr/>
            </p:nvSpPr>
            <p:spPr>
              <a:xfrm>
                <a:off x="3357554" y="1428742"/>
                <a:ext cx="636196" cy="6361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9" name="Freeform 100"/>
              <p:cNvSpPr>
                <a:spLocks/>
              </p:cNvSpPr>
              <p:nvPr/>
            </p:nvSpPr>
            <p:spPr bwMode="auto">
              <a:xfrm>
                <a:off x="3500430" y="1571618"/>
                <a:ext cx="303570" cy="34205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a:solidFill>
                    <a:srgbClr val="95A5A6"/>
                  </a:solidFill>
                </a:endParaRPr>
              </a:p>
            </p:txBody>
          </p:sp>
        </p:grpSp>
      </p:grpSp>
      <p:grpSp>
        <p:nvGrpSpPr>
          <p:cNvPr id="22" name="Group 97"/>
          <p:cNvGrpSpPr/>
          <p:nvPr/>
        </p:nvGrpSpPr>
        <p:grpSpPr>
          <a:xfrm>
            <a:off x="808975" y="4857764"/>
            <a:ext cx="4516025" cy="848219"/>
            <a:chOff x="606731" y="3643320"/>
            <a:chExt cx="3387019" cy="636164"/>
          </a:xfrm>
        </p:grpSpPr>
        <p:sp>
          <p:nvSpPr>
            <p:cNvPr id="34" name="Rectangle 33"/>
            <p:cNvSpPr/>
            <p:nvPr/>
          </p:nvSpPr>
          <p:spPr>
            <a:xfrm>
              <a:off x="606731" y="3744706"/>
              <a:ext cx="2643206" cy="438581"/>
            </a:xfrm>
            <a:prstGeom prst="rect">
              <a:avLst/>
            </a:prstGeom>
          </p:spPr>
          <p:txBody>
            <a:bodyPr wrap="square">
              <a:spAutoFit/>
            </a:bodyPr>
            <a:lstStyle/>
            <a:p>
              <a:pPr algn="ctr"/>
              <a:r>
                <a:rPr lang="ar-SA" sz="3200" b="1" dirty="0">
                  <a:solidFill>
                    <a:srgbClr val="C0392B"/>
                  </a:solidFill>
                </a:rPr>
                <a:t>آنية البث والاستقبال</a:t>
              </a:r>
              <a:endParaRPr lang="en-US" sz="3200" b="1" dirty="0">
                <a:solidFill>
                  <a:srgbClr val="C0392B"/>
                </a:solidFill>
                <a:latin typeface="Open Sans Light" pitchFamily="34" charset="0"/>
                <a:ea typeface="Open Sans Light" pitchFamily="34" charset="0"/>
                <a:cs typeface="Open Sans Light" pitchFamily="34" charset="0"/>
              </a:endParaRPr>
            </a:p>
          </p:txBody>
        </p:sp>
        <p:grpSp>
          <p:nvGrpSpPr>
            <p:cNvPr id="26" name="Group 86"/>
            <p:cNvGrpSpPr/>
            <p:nvPr/>
          </p:nvGrpSpPr>
          <p:grpSpPr>
            <a:xfrm>
              <a:off x="3357554" y="3643320"/>
              <a:ext cx="636196" cy="636164"/>
              <a:chOff x="3357554" y="3643320"/>
              <a:chExt cx="636196" cy="636164"/>
            </a:xfrm>
          </p:grpSpPr>
          <p:sp>
            <p:nvSpPr>
              <p:cNvPr id="27" name="Rectangle 26"/>
              <p:cNvSpPr/>
              <p:nvPr/>
            </p:nvSpPr>
            <p:spPr>
              <a:xfrm>
                <a:off x="3357554" y="3643320"/>
                <a:ext cx="636196" cy="63616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29" name="Group 67"/>
              <p:cNvGrpSpPr/>
              <p:nvPr/>
            </p:nvGrpSpPr>
            <p:grpSpPr>
              <a:xfrm>
                <a:off x="3428992" y="3857634"/>
                <a:ext cx="503238" cy="177800"/>
                <a:chOff x="1441430" y="4357700"/>
                <a:chExt cx="503238" cy="177800"/>
              </a:xfrm>
              <a:solidFill>
                <a:schemeClr val="bg1"/>
              </a:solidFill>
            </p:grpSpPr>
            <p:sp>
              <p:nvSpPr>
                <p:cNvPr id="64"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solidFill>
                      <a:srgbClr val="95A5A6"/>
                    </a:solidFill>
                  </a:endParaRPr>
                </a:p>
              </p:txBody>
            </p:sp>
            <p:sp>
              <p:nvSpPr>
                <p:cNvPr id="65"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solidFill>
                      <a:srgbClr val="95A5A6"/>
                    </a:solidFill>
                  </a:endParaRPr>
                </a:p>
              </p:txBody>
            </p:sp>
            <p:sp>
              <p:nvSpPr>
                <p:cNvPr id="66"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solidFill>
                      <a:srgbClr val="95A5A6"/>
                    </a:solidFill>
                  </a:endParaRPr>
                </a:p>
              </p:txBody>
            </p:sp>
          </p:grpSp>
        </p:grpSp>
      </p:grpSp>
      <p:grpSp>
        <p:nvGrpSpPr>
          <p:cNvPr id="47" name="Group 96"/>
          <p:cNvGrpSpPr/>
          <p:nvPr/>
        </p:nvGrpSpPr>
        <p:grpSpPr>
          <a:xfrm>
            <a:off x="6858005" y="3161339"/>
            <a:ext cx="4856732" cy="1077219"/>
            <a:chOff x="5143504" y="2371003"/>
            <a:chExt cx="3642549" cy="807914"/>
          </a:xfrm>
        </p:grpSpPr>
        <p:sp>
          <p:nvSpPr>
            <p:cNvPr id="38" name="Rectangle 37"/>
            <p:cNvSpPr/>
            <p:nvPr/>
          </p:nvSpPr>
          <p:spPr>
            <a:xfrm>
              <a:off x="5893274" y="2371003"/>
              <a:ext cx="2892779" cy="807914"/>
            </a:xfrm>
            <a:prstGeom prst="rect">
              <a:avLst/>
            </a:prstGeom>
          </p:spPr>
          <p:txBody>
            <a:bodyPr wrap="square">
              <a:spAutoFit/>
            </a:bodyPr>
            <a:lstStyle/>
            <a:p>
              <a:pPr algn="ctr"/>
              <a:r>
                <a:rPr lang="ar-SA" sz="3200" b="1" dirty="0">
                  <a:solidFill>
                    <a:srgbClr val="2980B9"/>
                  </a:solidFill>
                </a:rPr>
                <a:t>عدم إمكانيات المشاهدة القبلية للبرنامج</a:t>
              </a:r>
              <a:endParaRPr lang="en-US" sz="3200" b="1" dirty="0">
                <a:solidFill>
                  <a:srgbClr val="2980B9"/>
                </a:solidFill>
                <a:latin typeface="Open Sans Light" pitchFamily="34" charset="0"/>
                <a:ea typeface="Open Sans Light" pitchFamily="34" charset="0"/>
                <a:cs typeface="Open Sans Light" pitchFamily="34" charset="0"/>
              </a:endParaRPr>
            </a:p>
          </p:txBody>
        </p:sp>
        <p:grpSp>
          <p:nvGrpSpPr>
            <p:cNvPr id="50" name="Group 81"/>
            <p:cNvGrpSpPr/>
            <p:nvPr/>
          </p:nvGrpSpPr>
          <p:grpSpPr>
            <a:xfrm>
              <a:off x="5143504" y="2500312"/>
              <a:ext cx="636196" cy="636164"/>
              <a:chOff x="5143504" y="2500312"/>
              <a:chExt cx="636196" cy="636164"/>
            </a:xfrm>
          </p:grpSpPr>
          <p:sp>
            <p:nvSpPr>
              <p:cNvPr id="24" name="Rectangle 23"/>
              <p:cNvSpPr/>
              <p:nvPr/>
            </p:nvSpPr>
            <p:spPr>
              <a:xfrm>
                <a:off x="5143504" y="2500312"/>
                <a:ext cx="636196" cy="636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56" name="Group 78"/>
              <p:cNvGrpSpPr/>
              <p:nvPr/>
            </p:nvGrpSpPr>
            <p:grpSpPr>
              <a:xfrm>
                <a:off x="5333133" y="2643188"/>
                <a:ext cx="272454" cy="363686"/>
                <a:chOff x="1868971" y="2767277"/>
                <a:chExt cx="274694" cy="366676"/>
              </a:xfrm>
              <a:solidFill>
                <a:schemeClr val="bg1"/>
              </a:solidFill>
            </p:grpSpPr>
            <p:sp>
              <p:nvSpPr>
                <p:cNvPr id="8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8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grpSp>
        </p:grpSp>
      </p:grpSp>
      <p:sp>
        <p:nvSpPr>
          <p:cNvPr id="3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92272012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000"/>
                            </p:stCondLst>
                            <p:childTnLst>
                              <p:par>
                                <p:cTn id="13" presetID="12" presetClass="entr" presetSubtype="2" fill="hold"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slide(fromRight)">
                                      <p:cBhvr>
                                        <p:cTn id="15" dur="500"/>
                                        <p:tgtEl>
                                          <p:spTgt spid="15"/>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slide(fromLeft)">
                                      <p:cBhvr>
                                        <p:cTn id="19" dur="500"/>
                                        <p:tgtEl>
                                          <p:spTgt spid="7"/>
                                        </p:tgtEl>
                                      </p:cBhvr>
                                    </p:animEffect>
                                  </p:childTnLst>
                                </p:cTn>
                              </p:par>
                            </p:childTnLst>
                          </p:cTn>
                        </p:par>
                        <p:par>
                          <p:cTn id="20" fill="hold">
                            <p:stCondLst>
                              <p:cond delay="2000"/>
                            </p:stCondLst>
                            <p:childTnLst>
                              <p:par>
                                <p:cTn id="21" presetID="12" presetClass="entr" presetSubtype="8" fill="hold" nodeType="after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slide(fromLeft)">
                                      <p:cBhvr>
                                        <p:cTn id="23" dur="500"/>
                                        <p:tgtEl>
                                          <p:spTgt spid="47"/>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slide(fromLeft)">
                                      <p:cBhvr>
                                        <p:cTn id="27" dur="500"/>
                                        <p:tgtEl>
                                          <p:spTgt spid="10"/>
                                        </p:tgtEl>
                                      </p:cBhvr>
                                    </p:animEffect>
                                  </p:childTnLst>
                                </p:cTn>
                              </p:par>
                            </p:childTnLst>
                          </p:cTn>
                        </p:par>
                        <p:par>
                          <p:cTn id="28" fill="hold">
                            <p:stCondLst>
                              <p:cond delay="3000"/>
                            </p:stCondLst>
                            <p:childTnLst>
                              <p:par>
                                <p:cTn id="29" presetID="12" presetClass="entr" presetSubtype="2" fill="hold" nodeType="after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slide(fromRight)">
                                      <p:cBhvr>
                                        <p:cTn id="3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6086669" y="987211"/>
            <a:ext cx="6526306" cy="2822938"/>
          </a:xfrm>
          <a:prstGeom prst="hexagon">
            <a:avLst/>
          </a:prstGeom>
          <a:solidFill>
            <a:srgbClr val="0160A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6568751" y="1948813"/>
            <a:ext cx="5623249" cy="1508105"/>
          </a:xfrm>
          <a:prstGeom prst="rect">
            <a:avLst/>
          </a:prstGeom>
          <a:noFill/>
        </p:spPr>
        <p:txBody>
          <a:bodyPr wrap="square" rtlCol="0">
            <a:spAutoFit/>
          </a:bodyPr>
          <a:lstStyle/>
          <a:p>
            <a:pPr rtl="1"/>
            <a:r>
              <a:rPr lang="ar-SA" sz="3200" b="1" u="sng" dirty="0">
                <a:solidFill>
                  <a:schemeClr val="bg1"/>
                </a:solidFill>
              </a:rPr>
              <a:t>2. الأفلام التعليمية </a:t>
            </a:r>
            <a:r>
              <a:rPr lang="en-US" sz="3200" b="1" u="sng" dirty="0">
                <a:solidFill>
                  <a:schemeClr val="bg1"/>
                </a:solidFill>
              </a:rPr>
              <a:t>Educational </a:t>
            </a:r>
            <a:r>
              <a:rPr lang="en-US" sz="3200" b="1" u="sng" dirty="0" smtClean="0">
                <a:solidFill>
                  <a:schemeClr val="bg1"/>
                </a:solidFill>
              </a:rPr>
              <a:t>films</a:t>
            </a:r>
            <a:endParaRPr lang="el-GR" sz="3200" b="1" u="sng" dirty="0" smtClean="0">
              <a:solidFill>
                <a:schemeClr val="bg1"/>
              </a:solidFill>
            </a:endParaRPr>
          </a:p>
          <a:p>
            <a:pPr rtl="1"/>
            <a:endParaRPr lang="el-GR" sz="2800" b="1" dirty="0">
              <a:solidFill>
                <a:schemeClr val="bg1"/>
              </a:solidFill>
            </a:endParaRPr>
          </a:p>
          <a:p>
            <a:pPr algn="ctr" rtl="1"/>
            <a:r>
              <a:rPr lang="ar-SA" sz="3200" b="1" u="sng" dirty="0">
                <a:solidFill>
                  <a:srgbClr val="FFFF00"/>
                </a:solidFill>
              </a:rPr>
              <a:t>ما هي الأفلام التعليمية؟</a:t>
            </a:r>
            <a:endParaRPr lang="en-US" sz="3200" u="sng" dirty="0">
              <a:solidFill>
                <a:srgbClr val="FFFF00"/>
              </a:solidFill>
            </a:endParaRPr>
          </a:p>
        </p:txBody>
      </p:sp>
      <p:sp>
        <p:nvSpPr>
          <p:cNvPr id="8" name="Rectangle 7"/>
          <p:cNvSpPr/>
          <p:nvPr/>
        </p:nvSpPr>
        <p:spPr>
          <a:xfrm>
            <a:off x="373224" y="4612301"/>
            <a:ext cx="11426891" cy="954107"/>
          </a:xfrm>
          <a:prstGeom prst="rect">
            <a:avLst/>
          </a:prstGeom>
        </p:spPr>
        <p:txBody>
          <a:bodyPr wrap="square">
            <a:spAutoFit/>
          </a:bodyPr>
          <a:lstStyle/>
          <a:p>
            <a:pPr algn="ctr" fontAlgn="auto">
              <a:spcBef>
                <a:spcPts val="0"/>
              </a:spcBef>
              <a:spcAft>
                <a:spcPts val="0"/>
              </a:spcAft>
            </a:pPr>
            <a:r>
              <a:rPr lang="ar-SA" sz="2800" b="1" dirty="0"/>
              <a:t>الأفلام التعليمية هي عبارة عن شريط من البلاستيك الشفاف محمض ومسجل عليه مجموعة من الصور الثابتة التي تعطي الإحساس بالحركة</a:t>
            </a:r>
            <a:endParaRPr lang="en-US" sz="2800" b="1" dirty="0">
              <a:solidFill>
                <a:prstClr val="black"/>
              </a:solidFill>
              <a:latin typeface="Calibri" panose="020F0502020204030204"/>
            </a:endParaRPr>
          </a:p>
        </p:txBody>
      </p:sp>
      <p:grpSp>
        <p:nvGrpSpPr>
          <p:cNvPr id="9" name="Group 8"/>
          <p:cNvGrpSpPr/>
          <p:nvPr/>
        </p:nvGrpSpPr>
        <p:grpSpPr>
          <a:xfrm>
            <a:off x="2445396" y="523842"/>
            <a:ext cx="1897063" cy="3749675"/>
            <a:chOff x="5075238" y="1525588"/>
            <a:chExt cx="1897063" cy="3749675"/>
          </a:xfrm>
        </p:grpSpPr>
        <p:sp>
          <p:nvSpPr>
            <p:cNvPr id="10" name="AutoShape 3"/>
            <p:cNvSpPr>
              <a:spLocks noChangeAspect="1" noChangeArrowheads="1" noTextEdit="1"/>
            </p:cNvSpPr>
            <p:nvPr/>
          </p:nvSpPr>
          <p:spPr bwMode="auto">
            <a:xfrm>
              <a:off x="5091113" y="1525588"/>
              <a:ext cx="1866900" cy="374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1" name="Freeform 10"/>
            <p:cNvSpPr>
              <a:spLocks/>
            </p:cNvSpPr>
            <p:nvPr/>
          </p:nvSpPr>
          <p:spPr bwMode="auto">
            <a:xfrm>
              <a:off x="5251451" y="4984751"/>
              <a:ext cx="1512888" cy="288925"/>
            </a:xfrm>
            <a:custGeom>
              <a:avLst/>
              <a:gdLst>
                <a:gd name="T0" fmla="*/ 505 w 931"/>
                <a:gd name="T1" fmla="*/ 0 h 178"/>
                <a:gd name="T2" fmla="*/ 385 w 931"/>
                <a:gd name="T3" fmla="*/ 3 h 178"/>
                <a:gd name="T4" fmla="*/ 304 w 931"/>
                <a:gd name="T5" fmla="*/ 12 h 178"/>
                <a:gd name="T6" fmla="*/ 270 w 931"/>
                <a:gd name="T7" fmla="*/ 16 h 178"/>
                <a:gd name="T8" fmla="*/ 106 w 931"/>
                <a:gd name="T9" fmla="*/ 34 h 178"/>
                <a:gd name="T10" fmla="*/ 37 w 931"/>
                <a:gd name="T11" fmla="*/ 133 h 178"/>
                <a:gd name="T12" fmla="*/ 144 w 931"/>
                <a:gd name="T13" fmla="*/ 165 h 178"/>
                <a:gd name="T14" fmla="*/ 248 w 931"/>
                <a:gd name="T15" fmla="*/ 170 h 178"/>
                <a:gd name="T16" fmla="*/ 342 w 931"/>
                <a:gd name="T17" fmla="*/ 169 h 178"/>
                <a:gd name="T18" fmla="*/ 352 w 931"/>
                <a:gd name="T19" fmla="*/ 168 h 178"/>
                <a:gd name="T20" fmla="*/ 549 w 931"/>
                <a:gd name="T21" fmla="*/ 177 h 178"/>
                <a:gd name="T22" fmla="*/ 641 w 931"/>
                <a:gd name="T23" fmla="*/ 178 h 178"/>
                <a:gd name="T24" fmla="*/ 758 w 931"/>
                <a:gd name="T25" fmla="*/ 175 h 178"/>
                <a:gd name="T26" fmla="*/ 868 w 931"/>
                <a:gd name="T27" fmla="*/ 161 h 178"/>
                <a:gd name="T28" fmla="*/ 921 w 931"/>
                <a:gd name="T29" fmla="*/ 117 h 178"/>
                <a:gd name="T30" fmla="*/ 893 w 931"/>
                <a:gd name="T31" fmla="*/ 47 h 178"/>
                <a:gd name="T32" fmla="*/ 747 w 931"/>
                <a:gd name="T33" fmla="*/ 11 h 178"/>
                <a:gd name="T34" fmla="*/ 519 w 931"/>
                <a:gd name="T35" fmla="*/ 1 h 178"/>
                <a:gd name="T36" fmla="*/ 505 w 931"/>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1" h="178">
                  <a:moveTo>
                    <a:pt x="505" y="0"/>
                  </a:moveTo>
                  <a:cubicBezTo>
                    <a:pt x="465" y="0"/>
                    <a:pt x="425" y="2"/>
                    <a:pt x="385" y="3"/>
                  </a:cubicBezTo>
                  <a:cubicBezTo>
                    <a:pt x="359" y="5"/>
                    <a:pt x="331" y="7"/>
                    <a:pt x="304" y="12"/>
                  </a:cubicBezTo>
                  <a:cubicBezTo>
                    <a:pt x="292" y="13"/>
                    <a:pt x="281" y="15"/>
                    <a:pt x="270" y="16"/>
                  </a:cubicBezTo>
                  <a:cubicBezTo>
                    <a:pt x="215" y="22"/>
                    <a:pt x="159" y="18"/>
                    <a:pt x="106" y="34"/>
                  </a:cubicBezTo>
                  <a:cubicBezTo>
                    <a:pt x="64" y="47"/>
                    <a:pt x="0" y="82"/>
                    <a:pt x="37" y="133"/>
                  </a:cubicBezTo>
                  <a:cubicBezTo>
                    <a:pt x="57" y="162"/>
                    <a:pt x="113" y="162"/>
                    <a:pt x="144" y="165"/>
                  </a:cubicBezTo>
                  <a:cubicBezTo>
                    <a:pt x="179" y="169"/>
                    <a:pt x="213" y="170"/>
                    <a:pt x="248" y="170"/>
                  </a:cubicBezTo>
                  <a:cubicBezTo>
                    <a:pt x="279" y="170"/>
                    <a:pt x="311" y="169"/>
                    <a:pt x="342" y="169"/>
                  </a:cubicBezTo>
                  <a:cubicBezTo>
                    <a:pt x="345" y="169"/>
                    <a:pt x="349" y="168"/>
                    <a:pt x="352" y="168"/>
                  </a:cubicBezTo>
                  <a:cubicBezTo>
                    <a:pt x="418" y="168"/>
                    <a:pt x="483" y="174"/>
                    <a:pt x="549" y="177"/>
                  </a:cubicBezTo>
                  <a:cubicBezTo>
                    <a:pt x="580" y="178"/>
                    <a:pt x="611" y="178"/>
                    <a:pt x="641" y="178"/>
                  </a:cubicBezTo>
                  <a:cubicBezTo>
                    <a:pt x="680" y="178"/>
                    <a:pt x="719" y="177"/>
                    <a:pt x="758" y="175"/>
                  </a:cubicBezTo>
                  <a:cubicBezTo>
                    <a:pt x="794" y="173"/>
                    <a:pt x="833" y="172"/>
                    <a:pt x="868" y="161"/>
                  </a:cubicBezTo>
                  <a:cubicBezTo>
                    <a:pt x="891" y="154"/>
                    <a:pt x="912" y="142"/>
                    <a:pt x="921" y="117"/>
                  </a:cubicBezTo>
                  <a:cubicBezTo>
                    <a:pt x="931" y="90"/>
                    <a:pt x="914" y="63"/>
                    <a:pt x="893" y="47"/>
                  </a:cubicBezTo>
                  <a:cubicBezTo>
                    <a:pt x="855" y="16"/>
                    <a:pt x="793" y="15"/>
                    <a:pt x="747" y="11"/>
                  </a:cubicBezTo>
                  <a:cubicBezTo>
                    <a:pt x="671" y="5"/>
                    <a:pt x="595" y="1"/>
                    <a:pt x="519" y="1"/>
                  </a:cubicBezTo>
                  <a:cubicBezTo>
                    <a:pt x="514" y="0"/>
                    <a:pt x="510" y="0"/>
                    <a:pt x="505" y="0"/>
                  </a:cubicBezTo>
                </a:path>
              </a:pathLst>
            </a:custGeom>
            <a:solidFill>
              <a:srgbClr val="E7E6E6">
                <a:lumMod val="90000"/>
              </a:srgbClr>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2" name="Freeform 11"/>
            <p:cNvSpPr>
              <a:spLocks/>
            </p:cNvSpPr>
            <p:nvPr/>
          </p:nvSpPr>
          <p:spPr bwMode="auto">
            <a:xfrm>
              <a:off x="5235576" y="2057401"/>
              <a:ext cx="1484313" cy="1423988"/>
            </a:xfrm>
            <a:custGeom>
              <a:avLst/>
              <a:gdLst>
                <a:gd name="T0" fmla="*/ 878 w 913"/>
                <a:gd name="T1" fmla="*/ 747 h 878"/>
                <a:gd name="T2" fmla="*/ 881 w 913"/>
                <a:gd name="T3" fmla="*/ 746 h 878"/>
                <a:gd name="T4" fmla="*/ 809 w 913"/>
                <a:gd name="T5" fmla="*/ 247 h 878"/>
                <a:gd name="T6" fmla="*/ 135 w 913"/>
                <a:gd name="T7" fmla="*/ 225 h 878"/>
                <a:gd name="T8" fmla="*/ 77 w 913"/>
                <a:gd name="T9" fmla="*/ 772 h 878"/>
                <a:gd name="T10" fmla="*/ 78 w 913"/>
                <a:gd name="T11" fmla="*/ 772 h 878"/>
                <a:gd name="T12" fmla="*/ 878 w 913"/>
                <a:gd name="T13" fmla="*/ 747 h 878"/>
              </a:gdLst>
              <a:ahLst/>
              <a:cxnLst>
                <a:cxn ang="0">
                  <a:pos x="T0" y="T1"/>
                </a:cxn>
                <a:cxn ang="0">
                  <a:pos x="T2" y="T3"/>
                </a:cxn>
                <a:cxn ang="0">
                  <a:pos x="T4" y="T5"/>
                </a:cxn>
                <a:cxn ang="0">
                  <a:pos x="T6" y="T7"/>
                </a:cxn>
                <a:cxn ang="0">
                  <a:pos x="T8" y="T9"/>
                </a:cxn>
                <a:cxn ang="0">
                  <a:pos x="T10" y="T11"/>
                </a:cxn>
                <a:cxn ang="0">
                  <a:pos x="T12" y="T13"/>
                </a:cxn>
              </a:cxnLst>
              <a:rect l="0" t="0" r="r" b="b"/>
              <a:pathLst>
                <a:path w="913" h="878">
                  <a:moveTo>
                    <a:pt x="878" y="747"/>
                  </a:moveTo>
                  <a:cubicBezTo>
                    <a:pt x="880" y="746"/>
                    <a:pt x="881" y="746"/>
                    <a:pt x="881" y="746"/>
                  </a:cubicBezTo>
                  <a:cubicBezTo>
                    <a:pt x="913" y="526"/>
                    <a:pt x="881" y="350"/>
                    <a:pt x="809" y="247"/>
                  </a:cubicBezTo>
                  <a:cubicBezTo>
                    <a:pt x="636" y="0"/>
                    <a:pt x="253" y="67"/>
                    <a:pt x="135" y="225"/>
                  </a:cubicBezTo>
                  <a:cubicBezTo>
                    <a:pt x="0" y="407"/>
                    <a:pt x="77" y="772"/>
                    <a:pt x="77" y="772"/>
                  </a:cubicBezTo>
                  <a:cubicBezTo>
                    <a:pt x="77" y="772"/>
                    <a:pt x="78" y="772"/>
                    <a:pt x="78" y="772"/>
                  </a:cubicBezTo>
                  <a:cubicBezTo>
                    <a:pt x="467" y="878"/>
                    <a:pt x="841" y="759"/>
                    <a:pt x="878" y="747"/>
                  </a:cubicBezTo>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3" name="Freeform 12"/>
            <p:cNvSpPr>
              <a:spLocks/>
            </p:cNvSpPr>
            <p:nvPr/>
          </p:nvSpPr>
          <p:spPr bwMode="auto">
            <a:xfrm>
              <a:off x="5303838" y="2071688"/>
              <a:ext cx="1379538" cy="1041400"/>
            </a:xfrm>
            <a:custGeom>
              <a:avLst/>
              <a:gdLst>
                <a:gd name="T0" fmla="*/ 12 w 849"/>
                <a:gd name="T1" fmla="*/ 548 h 642"/>
                <a:gd name="T2" fmla="*/ 78 w 849"/>
                <a:gd name="T3" fmla="*/ 529 h 642"/>
                <a:gd name="T4" fmla="*/ 83 w 849"/>
                <a:gd name="T5" fmla="*/ 639 h 642"/>
                <a:gd name="T6" fmla="*/ 133 w 849"/>
                <a:gd name="T7" fmla="*/ 642 h 642"/>
                <a:gd name="T8" fmla="*/ 133 w 849"/>
                <a:gd name="T9" fmla="*/ 461 h 642"/>
                <a:gd name="T10" fmla="*/ 162 w 849"/>
                <a:gd name="T11" fmla="*/ 252 h 642"/>
                <a:gd name="T12" fmla="*/ 439 w 849"/>
                <a:gd name="T13" fmla="*/ 252 h 642"/>
                <a:gd name="T14" fmla="*/ 686 w 849"/>
                <a:gd name="T15" fmla="*/ 252 h 642"/>
                <a:gd name="T16" fmla="*/ 752 w 849"/>
                <a:gd name="T17" fmla="*/ 456 h 642"/>
                <a:gd name="T18" fmla="*/ 758 w 849"/>
                <a:gd name="T19" fmla="*/ 613 h 642"/>
                <a:gd name="T20" fmla="*/ 792 w 849"/>
                <a:gd name="T21" fmla="*/ 613 h 642"/>
                <a:gd name="T22" fmla="*/ 849 w 849"/>
                <a:gd name="T23" fmla="*/ 503 h 642"/>
                <a:gd name="T24" fmla="*/ 828 w 849"/>
                <a:gd name="T25" fmla="*/ 254 h 642"/>
                <a:gd name="T26" fmla="*/ 707 w 849"/>
                <a:gd name="T27" fmla="*/ 45 h 642"/>
                <a:gd name="T28" fmla="*/ 664 w 849"/>
                <a:gd name="T29" fmla="*/ 46 h 642"/>
                <a:gd name="T30" fmla="*/ 620 w 849"/>
                <a:gd name="T31" fmla="*/ 45 h 642"/>
                <a:gd name="T32" fmla="*/ 503 w 849"/>
                <a:gd name="T33" fmla="*/ 1 h 642"/>
                <a:gd name="T34" fmla="*/ 443 w 849"/>
                <a:gd name="T35" fmla="*/ 11 h 642"/>
                <a:gd name="T36" fmla="*/ 366 w 849"/>
                <a:gd name="T37" fmla="*/ 20 h 642"/>
                <a:gd name="T38" fmla="*/ 247 w 849"/>
                <a:gd name="T39" fmla="*/ 13 h 642"/>
                <a:gd name="T40" fmla="*/ 147 w 849"/>
                <a:gd name="T41" fmla="*/ 105 h 642"/>
                <a:gd name="T42" fmla="*/ 64 w 849"/>
                <a:gd name="T43" fmla="*/ 150 h 642"/>
                <a:gd name="T44" fmla="*/ 22 w 849"/>
                <a:gd name="T45" fmla="*/ 307 h 642"/>
                <a:gd name="T46" fmla="*/ 12 w 849"/>
                <a:gd name="T47" fmla="*/ 54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9" h="642">
                  <a:moveTo>
                    <a:pt x="12" y="548"/>
                  </a:moveTo>
                  <a:cubicBezTo>
                    <a:pt x="12" y="548"/>
                    <a:pt x="38" y="495"/>
                    <a:pt x="78" y="529"/>
                  </a:cubicBezTo>
                  <a:cubicBezTo>
                    <a:pt x="119" y="563"/>
                    <a:pt x="83" y="639"/>
                    <a:pt x="83" y="639"/>
                  </a:cubicBezTo>
                  <a:cubicBezTo>
                    <a:pt x="133" y="642"/>
                    <a:pt x="133" y="642"/>
                    <a:pt x="133" y="642"/>
                  </a:cubicBezTo>
                  <a:cubicBezTo>
                    <a:pt x="133" y="642"/>
                    <a:pt x="154" y="535"/>
                    <a:pt x="133" y="461"/>
                  </a:cubicBezTo>
                  <a:cubicBezTo>
                    <a:pt x="113" y="386"/>
                    <a:pt x="115" y="299"/>
                    <a:pt x="162" y="252"/>
                  </a:cubicBezTo>
                  <a:cubicBezTo>
                    <a:pt x="209" y="205"/>
                    <a:pt x="277" y="252"/>
                    <a:pt x="439" y="252"/>
                  </a:cubicBezTo>
                  <a:cubicBezTo>
                    <a:pt x="601" y="252"/>
                    <a:pt x="622" y="194"/>
                    <a:pt x="686" y="252"/>
                  </a:cubicBezTo>
                  <a:cubicBezTo>
                    <a:pt x="750" y="309"/>
                    <a:pt x="758" y="394"/>
                    <a:pt x="752" y="456"/>
                  </a:cubicBezTo>
                  <a:cubicBezTo>
                    <a:pt x="745" y="518"/>
                    <a:pt x="758" y="613"/>
                    <a:pt x="758" y="613"/>
                  </a:cubicBezTo>
                  <a:cubicBezTo>
                    <a:pt x="792" y="613"/>
                    <a:pt x="792" y="613"/>
                    <a:pt x="792" y="613"/>
                  </a:cubicBezTo>
                  <a:cubicBezTo>
                    <a:pt x="792" y="613"/>
                    <a:pt x="769" y="458"/>
                    <a:pt x="849" y="503"/>
                  </a:cubicBezTo>
                  <a:cubicBezTo>
                    <a:pt x="849" y="503"/>
                    <a:pt x="828" y="329"/>
                    <a:pt x="828" y="254"/>
                  </a:cubicBezTo>
                  <a:cubicBezTo>
                    <a:pt x="828" y="162"/>
                    <a:pt x="784" y="67"/>
                    <a:pt x="707" y="45"/>
                  </a:cubicBezTo>
                  <a:cubicBezTo>
                    <a:pt x="692" y="41"/>
                    <a:pt x="678" y="43"/>
                    <a:pt x="664" y="46"/>
                  </a:cubicBezTo>
                  <a:cubicBezTo>
                    <a:pt x="649" y="48"/>
                    <a:pt x="634" y="51"/>
                    <a:pt x="620" y="45"/>
                  </a:cubicBezTo>
                  <a:cubicBezTo>
                    <a:pt x="578" y="30"/>
                    <a:pt x="538" y="2"/>
                    <a:pt x="503" y="1"/>
                  </a:cubicBezTo>
                  <a:cubicBezTo>
                    <a:pt x="476" y="0"/>
                    <a:pt x="459" y="5"/>
                    <a:pt x="443" y="11"/>
                  </a:cubicBezTo>
                  <a:cubicBezTo>
                    <a:pt x="424" y="18"/>
                    <a:pt x="405" y="24"/>
                    <a:pt x="366" y="20"/>
                  </a:cubicBezTo>
                  <a:cubicBezTo>
                    <a:pt x="347" y="18"/>
                    <a:pt x="290" y="1"/>
                    <a:pt x="247" y="13"/>
                  </a:cubicBezTo>
                  <a:cubicBezTo>
                    <a:pt x="205" y="26"/>
                    <a:pt x="179" y="92"/>
                    <a:pt x="147" y="105"/>
                  </a:cubicBezTo>
                  <a:cubicBezTo>
                    <a:pt x="115" y="118"/>
                    <a:pt x="100" y="107"/>
                    <a:pt x="64" y="150"/>
                  </a:cubicBezTo>
                  <a:cubicBezTo>
                    <a:pt x="29" y="192"/>
                    <a:pt x="25" y="284"/>
                    <a:pt x="22" y="307"/>
                  </a:cubicBezTo>
                  <a:cubicBezTo>
                    <a:pt x="20" y="331"/>
                    <a:pt x="0" y="492"/>
                    <a:pt x="12" y="548"/>
                  </a:cubicBezTo>
                </a:path>
              </a:pathLst>
            </a:custGeom>
            <a:solidFill>
              <a:srgbClr val="BC85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4" name="Freeform 13"/>
            <p:cNvSpPr>
              <a:spLocks/>
            </p:cNvSpPr>
            <p:nvPr/>
          </p:nvSpPr>
          <p:spPr bwMode="auto">
            <a:xfrm>
              <a:off x="5922963" y="2852738"/>
              <a:ext cx="177800" cy="263525"/>
            </a:xfrm>
            <a:custGeom>
              <a:avLst/>
              <a:gdLst>
                <a:gd name="T0" fmla="*/ 56 w 109"/>
                <a:gd name="T1" fmla="*/ 0 h 162"/>
                <a:gd name="T2" fmla="*/ 32 w 109"/>
                <a:gd name="T3" fmla="*/ 136 h 162"/>
                <a:gd name="T4" fmla="*/ 100 w 109"/>
                <a:gd name="T5" fmla="*/ 121 h 162"/>
                <a:gd name="T6" fmla="*/ 56 w 109"/>
                <a:gd name="T7" fmla="*/ 0 h 162"/>
              </a:gdLst>
              <a:ahLst/>
              <a:cxnLst>
                <a:cxn ang="0">
                  <a:pos x="T0" y="T1"/>
                </a:cxn>
                <a:cxn ang="0">
                  <a:pos x="T2" y="T3"/>
                </a:cxn>
                <a:cxn ang="0">
                  <a:pos x="T4" y="T5"/>
                </a:cxn>
                <a:cxn ang="0">
                  <a:pos x="T6" y="T7"/>
                </a:cxn>
              </a:cxnLst>
              <a:rect l="0" t="0" r="r" b="b"/>
              <a:pathLst>
                <a:path w="109" h="162">
                  <a:moveTo>
                    <a:pt x="56" y="0"/>
                  </a:moveTo>
                  <a:cubicBezTo>
                    <a:pt x="56" y="0"/>
                    <a:pt x="0" y="111"/>
                    <a:pt x="32" y="136"/>
                  </a:cubicBezTo>
                  <a:cubicBezTo>
                    <a:pt x="64" y="162"/>
                    <a:pt x="92" y="145"/>
                    <a:pt x="100" y="121"/>
                  </a:cubicBezTo>
                  <a:cubicBezTo>
                    <a:pt x="109" y="98"/>
                    <a:pt x="56" y="0"/>
                    <a:pt x="56"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5" name="Freeform 14"/>
            <p:cNvSpPr>
              <a:spLocks/>
            </p:cNvSpPr>
            <p:nvPr/>
          </p:nvSpPr>
          <p:spPr bwMode="auto">
            <a:xfrm>
              <a:off x="5826126" y="2803526"/>
              <a:ext cx="92075" cy="92075"/>
            </a:xfrm>
            <a:custGeom>
              <a:avLst/>
              <a:gdLst>
                <a:gd name="T0" fmla="*/ 44 w 57"/>
                <a:gd name="T1" fmla="*/ 5 h 57"/>
                <a:gd name="T2" fmla="*/ 38 w 57"/>
                <a:gd name="T3" fmla="*/ 1 h 57"/>
                <a:gd name="T4" fmla="*/ 23 w 57"/>
                <a:gd name="T5" fmla="*/ 1 h 57"/>
                <a:gd name="T6" fmla="*/ 15 w 57"/>
                <a:gd name="T7" fmla="*/ 4 h 57"/>
                <a:gd name="T8" fmla="*/ 2 w 57"/>
                <a:gd name="T9" fmla="*/ 18 h 57"/>
                <a:gd name="T10" fmla="*/ 4 w 57"/>
                <a:gd name="T11" fmla="*/ 38 h 57"/>
                <a:gd name="T12" fmla="*/ 42 w 57"/>
                <a:gd name="T13" fmla="*/ 50 h 57"/>
                <a:gd name="T14" fmla="*/ 56 w 57"/>
                <a:gd name="T15" fmla="*/ 29 h 57"/>
                <a:gd name="T16" fmla="*/ 44 w 5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7">
                  <a:moveTo>
                    <a:pt x="44" y="5"/>
                  </a:moveTo>
                  <a:cubicBezTo>
                    <a:pt x="42" y="3"/>
                    <a:pt x="40" y="2"/>
                    <a:pt x="38" y="1"/>
                  </a:cubicBezTo>
                  <a:cubicBezTo>
                    <a:pt x="33" y="0"/>
                    <a:pt x="28" y="0"/>
                    <a:pt x="23" y="1"/>
                  </a:cubicBezTo>
                  <a:cubicBezTo>
                    <a:pt x="21" y="2"/>
                    <a:pt x="18" y="3"/>
                    <a:pt x="15" y="4"/>
                  </a:cubicBezTo>
                  <a:cubicBezTo>
                    <a:pt x="9" y="6"/>
                    <a:pt x="4" y="13"/>
                    <a:pt x="2" y="18"/>
                  </a:cubicBezTo>
                  <a:cubicBezTo>
                    <a:pt x="0" y="25"/>
                    <a:pt x="1" y="32"/>
                    <a:pt x="4" y="38"/>
                  </a:cubicBezTo>
                  <a:cubicBezTo>
                    <a:pt x="10" y="52"/>
                    <a:pt x="28" y="57"/>
                    <a:pt x="42" y="50"/>
                  </a:cubicBezTo>
                  <a:cubicBezTo>
                    <a:pt x="50" y="46"/>
                    <a:pt x="56" y="38"/>
                    <a:pt x="56" y="29"/>
                  </a:cubicBezTo>
                  <a:cubicBezTo>
                    <a:pt x="57" y="19"/>
                    <a:pt x="52" y="10"/>
                    <a:pt x="44" y="5"/>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6" name="Freeform 15"/>
            <p:cNvSpPr>
              <a:spLocks/>
            </p:cNvSpPr>
            <p:nvPr/>
          </p:nvSpPr>
          <p:spPr bwMode="auto">
            <a:xfrm>
              <a:off x="6091238" y="2813051"/>
              <a:ext cx="73025" cy="53975"/>
            </a:xfrm>
            <a:custGeom>
              <a:avLst/>
              <a:gdLst>
                <a:gd name="T0" fmla="*/ 23 w 44"/>
                <a:gd name="T1" fmla="*/ 0 h 33"/>
                <a:gd name="T2" fmla="*/ 21 w 44"/>
                <a:gd name="T3" fmla="*/ 33 h 33"/>
                <a:gd name="T4" fmla="*/ 23 w 44"/>
                <a:gd name="T5" fmla="*/ 0 h 33"/>
              </a:gdLst>
              <a:ahLst/>
              <a:cxnLst>
                <a:cxn ang="0">
                  <a:pos x="T0" y="T1"/>
                </a:cxn>
                <a:cxn ang="0">
                  <a:pos x="T2" y="T3"/>
                </a:cxn>
                <a:cxn ang="0">
                  <a:pos x="T4" y="T5"/>
                </a:cxn>
              </a:cxnLst>
              <a:rect l="0" t="0" r="r" b="b"/>
              <a:pathLst>
                <a:path w="44" h="33">
                  <a:moveTo>
                    <a:pt x="23" y="0"/>
                  </a:moveTo>
                  <a:cubicBezTo>
                    <a:pt x="2" y="0"/>
                    <a:pt x="0" y="33"/>
                    <a:pt x="21" y="33"/>
                  </a:cubicBezTo>
                  <a:cubicBezTo>
                    <a:pt x="42" y="33"/>
                    <a:pt x="44" y="0"/>
                    <a:pt x="23" y="0"/>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7" name="Freeform 16"/>
            <p:cNvSpPr>
              <a:spLocks/>
            </p:cNvSpPr>
            <p:nvPr/>
          </p:nvSpPr>
          <p:spPr bwMode="auto">
            <a:xfrm>
              <a:off x="6005513" y="3157538"/>
              <a:ext cx="52388" cy="93663"/>
            </a:xfrm>
            <a:custGeom>
              <a:avLst/>
              <a:gdLst>
                <a:gd name="T0" fmla="*/ 22 w 32"/>
                <a:gd name="T1" fmla="*/ 4 h 57"/>
                <a:gd name="T2" fmla="*/ 4 w 32"/>
                <a:gd name="T3" fmla="*/ 13 h 57"/>
                <a:gd name="T4" fmla="*/ 11 w 32"/>
                <a:gd name="T5" fmla="*/ 36 h 57"/>
                <a:gd name="T6" fmla="*/ 13 w 32"/>
                <a:gd name="T7" fmla="*/ 37 h 57"/>
                <a:gd name="T8" fmla="*/ 5 w 32"/>
                <a:gd name="T9" fmla="*/ 45 h 57"/>
                <a:gd name="T10" fmla="*/ 11 w 32"/>
                <a:gd name="T11" fmla="*/ 55 h 57"/>
                <a:gd name="T12" fmla="*/ 31 w 32"/>
                <a:gd name="T13" fmla="*/ 30 h 57"/>
                <a:gd name="T14" fmla="*/ 22 w 32"/>
                <a:gd name="T15" fmla="*/ 4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7">
                  <a:moveTo>
                    <a:pt x="22" y="4"/>
                  </a:moveTo>
                  <a:cubicBezTo>
                    <a:pt x="14" y="0"/>
                    <a:pt x="7" y="5"/>
                    <a:pt x="4" y="13"/>
                  </a:cubicBezTo>
                  <a:cubicBezTo>
                    <a:pt x="1" y="21"/>
                    <a:pt x="4" y="32"/>
                    <a:pt x="11" y="36"/>
                  </a:cubicBezTo>
                  <a:cubicBezTo>
                    <a:pt x="12" y="37"/>
                    <a:pt x="12" y="37"/>
                    <a:pt x="13" y="37"/>
                  </a:cubicBezTo>
                  <a:cubicBezTo>
                    <a:pt x="11" y="40"/>
                    <a:pt x="8" y="43"/>
                    <a:pt x="5" y="45"/>
                  </a:cubicBezTo>
                  <a:cubicBezTo>
                    <a:pt x="0" y="50"/>
                    <a:pt x="6" y="57"/>
                    <a:pt x="11" y="55"/>
                  </a:cubicBezTo>
                  <a:cubicBezTo>
                    <a:pt x="22" y="51"/>
                    <a:pt x="29" y="41"/>
                    <a:pt x="31" y="30"/>
                  </a:cubicBezTo>
                  <a:cubicBezTo>
                    <a:pt x="32" y="22"/>
                    <a:pt x="31" y="8"/>
                    <a:pt x="22" y="4"/>
                  </a:cubicBezTo>
                  <a:close/>
                </a:path>
              </a:pathLst>
            </a:custGeom>
            <a:solidFill>
              <a:srgbClr val="8337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8" name="Freeform 17"/>
            <p:cNvSpPr>
              <a:spLocks noEditPoints="1"/>
            </p:cNvSpPr>
            <p:nvPr/>
          </p:nvSpPr>
          <p:spPr bwMode="auto">
            <a:xfrm>
              <a:off x="5813426" y="2520951"/>
              <a:ext cx="358775" cy="209550"/>
            </a:xfrm>
            <a:custGeom>
              <a:avLst/>
              <a:gdLst>
                <a:gd name="T0" fmla="*/ 206 w 220"/>
                <a:gd name="T1" fmla="*/ 67 h 129"/>
                <a:gd name="T2" fmla="*/ 127 w 220"/>
                <a:gd name="T3" fmla="*/ 89 h 129"/>
                <a:gd name="T4" fmla="*/ 122 w 220"/>
                <a:gd name="T5" fmla="*/ 89 h 129"/>
                <a:gd name="T6" fmla="*/ 132 w 220"/>
                <a:gd name="T7" fmla="*/ 28 h 129"/>
                <a:gd name="T8" fmla="*/ 78 w 220"/>
                <a:gd name="T9" fmla="*/ 14 h 129"/>
                <a:gd name="T10" fmla="*/ 61 w 220"/>
                <a:gd name="T11" fmla="*/ 61 h 129"/>
                <a:gd name="T12" fmla="*/ 94 w 220"/>
                <a:gd name="T13" fmla="*/ 96 h 129"/>
                <a:gd name="T14" fmla="*/ 9 w 220"/>
                <a:gd name="T15" fmla="*/ 100 h 129"/>
                <a:gd name="T16" fmla="*/ 4 w 220"/>
                <a:gd name="T17" fmla="*/ 107 h 129"/>
                <a:gd name="T18" fmla="*/ 109 w 220"/>
                <a:gd name="T19" fmla="*/ 102 h 129"/>
                <a:gd name="T20" fmla="*/ 216 w 220"/>
                <a:gd name="T21" fmla="*/ 75 h 129"/>
                <a:gd name="T22" fmla="*/ 206 w 220"/>
                <a:gd name="T23" fmla="*/ 67 h 129"/>
                <a:gd name="T24" fmla="*/ 75 w 220"/>
                <a:gd name="T25" fmla="*/ 45 h 129"/>
                <a:gd name="T26" fmla="*/ 88 w 220"/>
                <a:gd name="T27" fmla="*/ 25 h 129"/>
                <a:gd name="T28" fmla="*/ 122 w 220"/>
                <a:gd name="T29" fmla="*/ 39 h 129"/>
                <a:gd name="T30" fmla="*/ 108 w 220"/>
                <a:gd name="T31" fmla="*/ 84 h 129"/>
                <a:gd name="T32" fmla="*/ 75 w 220"/>
                <a:gd name="T33" fmla="*/ 4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129">
                  <a:moveTo>
                    <a:pt x="206" y="67"/>
                  </a:moveTo>
                  <a:cubicBezTo>
                    <a:pt x="184" y="87"/>
                    <a:pt x="156" y="94"/>
                    <a:pt x="127" y="89"/>
                  </a:cubicBezTo>
                  <a:cubicBezTo>
                    <a:pt x="125" y="89"/>
                    <a:pt x="124" y="89"/>
                    <a:pt x="122" y="89"/>
                  </a:cubicBezTo>
                  <a:cubicBezTo>
                    <a:pt x="137" y="71"/>
                    <a:pt x="142" y="50"/>
                    <a:pt x="132" y="28"/>
                  </a:cubicBezTo>
                  <a:cubicBezTo>
                    <a:pt x="122" y="6"/>
                    <a:pt x="97" y="0"/>
                    <a:pt x="78" y="14"/>
                  </a:cubicBezTo>
                  <a:cubicBezTo>
                    <a:pt x="64" y="24"/>
                    <a:pt x="57" y="44"/>
                    <a:pt x="61" y="61"/>
                  </a:cubicBezTo>
                  <a:cubicBezTo>
                    <a:pt x="65" y="77"/>
                    <a:pt x="80" y="88"/>
                    <a:pt x="94" y="96"/>
                  </a:cubicBezTo>
                  <a:cubicBezTo>
                    <a:pt x="70" y="112"/>
                    <a:pt x="34" y="117"/>
                    <a:pt x="9" y="100"/>
                  </a:cubicBezTo>
                  <a:cubicBezTo>
                    <a:pt x="5" y="97"/>
                    <a:pt x="0" y="104"/>
                    <a:pt x="4" y="107"/>
                  </a:cubicBezTo>
                  <a:cubicBezTo>
                    <a:pt x="33" y="129"/>
                    <a:pt x="79" y="123"/>
                    <a:pt x="109" y="102"/>
                  </a:cubicBezTo>
                  <a:cubicBezTo>
                    <a:pt x="145" y="114"/>
                    <a:pt x="194" y="108"/>
                    <a:pt x="216" y="75"/>
                  </a:cubicBezTo>
                  <a:cubicBezTo>
                    <a:pt x="220" y="69"/>
                    <a:pt x="212" y="62"/>
                    <a:pt x="206" y="67"/>
                  </a:cubicBezTo>
                  <a:close/>
                  <a:moveTo>
                    <a:pt x="75" y="45"/>
                  </a:moveTo>
                  <a:cubicBezTo>
                    <a:pt x="77" y="37"/>
                    <a:pt x="82" y="30"/>
                    <a:pt x="88" y="25"/>
                  </a:cubicBezTo>
                  <a:cubicBezTo>
                    <a:pt x="102" y="11"/>
                    <a:pt x="116" y="28"/>
                    <a:pt x="122" y="39"/>
                  </a:cubicBezTo>
                  <a:cubicBezTo>
                    <a:pt x="129" y="55"/>
                    <a:pt x="119" y="73"/>
                    <a:pt x="108" y="84"/>
                  </a:cubicBezTo>
                  <a:cubicBezTo>
                    <a:pt x="89" y="78"/>
                    <a:pt x="71" y="64"/>
                    <a:pt x="7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9" name="Freeform 18"/>
            <p:cNvSpPr>
              <a:spLocks/>
            </p:cNvSpPr>
            <p:nvPr/>
          </p:nvSpPr>
          <p:spPr bwMode="auto">
            <a:xfrm>
              <a:off x="5568951" y="5072063"/>
              <a:ext cx="196850" cy="79375"/>
            </a:xfrm>
            <a:custGeom>
              <a:avLst/>
              <a:gdLst>
                <a:gd name="T0" fmla="*/ 67 w 121"/>
                <a:gd name="T1" fmla="*/ 4 h 49"/>
                <a:gd name="T2" fmla="*/ 33 w 121"/>
                <a:gd name="T3" fmla="*/ 7 h 49"/>
                <a:gd name="T4" fmla="*/ 8 w 121"/>
                <a:gd name="T5" fmla="*/ 21 h 49"/>
                <a:gd name="T6" fmla="*/ 39 w 121"/>
                <a:gd name="T7" fmla="*/ 48 h 49"/>
                <a:gd name="T8" fmla="*/ 93 w 121"/>
                <a:gd name="T9" fmla="*/ 40 h 49"/>
                <a:gd name="T10" fmla="*/ 112 w 121"/>
                <a:gd name="T11" fmla="*/ 0 h 49"/>
                <a:gd name="T12" fmla="*/ 67 w 121"/>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121" h="49">
                  <a:moveTo>
                    <a:pt x="67" y="4"/>
                  </a:moveTo>
                  <a:cubicBezTo>
                    <a:pt x="67" y="4"/>
                    <a:pt x="39" y="6"/>
                    <a:pt x="33" y="7"/>
                  </a:cubicBezTo>
                  <a:cubicBezTo>
                    <a:pt x="23" y="8"/>
                    <a:pt x="12" y="12"/>
                    <a:pt x="8" y="21"/>
                  </a:cubicBezTo>
                  <a:cubicBezTo>
                    <a:pt x="0" y="41"/>
                    <a:pt x="25" y="48"/>
                    <a:pt x="39" y="48"/>
                  </a:cubicBezTo>
                  <a:cubicBezTo>
                    <a:pt x="58" y="49"/>
                    <a:pt x="76" y="45"/>
                    <a:pt x="93" y="40"/>
                  </a:cubicBezTo>
                  <a:cubicBezTo>
                    <a:pt x="121" y="33"/>
                    <a:pt x="112" y="0"/>
                    <a:pt x="112" y="0"/>
                  </a:cubicBezTo>
                  <a:lnTo>
                    <a:pt x="67" y="4"/>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0" name="Freeform 19"/>
            <p:cNvSpPr>
              <a:spLocks/>
            </p:cNvSpPr>
            <p:nvPr/>
          </p:nvSpPr>
          <p:spPr bwMode="auto">
            <a:xfrm>
              <a:off x="6261101" y="5062538"/>
              <a:ext cx="209550" cy="85725"/>
            </a:xfrm>
            <a:custGeom>
              <a:avLst/>
              <a:gdLst>
                <a:gd name="T0" fmla="*/ 0 w 129"/>
                <a:gd name="T1" fmla="*/ 16 h 53"/>
                <a:gd name="T2" fmla="*/ 104 w 129"/>
                <a:gd name="T3" fmla="*/ 41 h 53"/>
                <a:gd name="T4" fmla="*/ 111 w 129"/>
                <a:gd name="T5" fmla="*/ 5 h 53"/>
                <a:gd name="T6" fmla="*/ 79 w 129"/>
                <a:gd name="T7" fmla="*/ 3 h 53"/>
                <a:gd name="T8" fmla="*/ 47 w 129"/>
                <a:gd name="T9" fmla="*/ 6 h 53"/>
                <a:gd name="T10" fmla="*/ 0 w 129"/>
                <a:gd name="T11" fmla="*/ 16 h 53"/>
              </a:gdLst>
              <a:ahLst/>
              <a:cxnLst>
                <a:cxn ang="0">
                  <a:pos x="T0" y="T1"/>
                </a:cxn>
                <a:cxn ang="0">
                  <a:pos x="T2" y="T3"/>
                </a:cxn>
                <a:cxn ang="0">
                  <a:pos x="T4" y="T5"/>
                </a:cxn>
                <a:cxn ang="0">
                  <a:pos x="T6" y="T7"/>
                </a:cxn>
                <a:cxn ang="0">
                  <a:pos x="T8" y="T9"/>
                </a:cxn>
                <a:cxn ang="0">
                  <a:pos x="T10" y="T11"/>
                </a:cxn>
              </a:cxnLst>
              <a:rect l="0" t="0" r="r" b="b"/>
              <a:pathLst>
                <a:path w="129" h="53">
                  <a:moveTo>
                    <a:pt x="0" y="16"/>
                  </a:moveTo>
                  <a:cubicBezTo>
                    <a:pt x="5" y="53"/>
                    <a:pt x="78" y="49"/>
                    <a:pt x="104" y="41"/>
                  </a:cubicBezTo>
                  <a:cubicBezTo>
                    <a:pt x="122" y="35"/>
                    <a:pt x="129" y="16"/>
                    <a:pt x="111" y="5"/>
                  </a:cubicBezTo>
                  <a:cubicBezTo>
                    <a:pt x="102" y="0"/>
                    <a:pt x="89" y="2"/>
                    <a:pt x="79" y="3"/>
                  </a:cubicBezTo>
                  <a:cubicBezTo>
                    <a:pt x="69" y="5"/>
                    <a:pt x="47" y="6"/>
                    <a:pt x="47" y="6"/>
                  </a:cubicBezTo>
                  <a:lnTo>
                    <a:pt x="0" y="16"/>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1" name="Freeform 20"/>
            <p:cNvSpPr>
              <a:spLocks/>
            </p:cNvSpPr>
            <p:nvPr/>
          </p:nvSpPr>
          <p:spPr bwMode="auto">
            <a:xfrm>
              <a:off x="5365751" y="4254501"/>
              <a:ext cx="1274763" cy="835025"/>
            </a:xfrm>
            <a:custGeom>
              <a:avLst/>
              <a:gdLst>
                <a:gd name="T0" fmla="*/ 785 w 785"/>
                <a:gd name="T1" fmla="*/ 2 h 515"/>
                <a:gd name="T2" fmla="*/ 772 w 785"/>
                <a:gd name="T3" fmla="*/ 0 h 515"/>
                <a:gd name="T4" fmla="*/ 2 w 785"/>
                <a:gd name="T5" fmla="*/ 0 h 515"/>
                <a:gd name="T6" fmla="*/ 0 w 785"/>
                <a:gd name="T7" fmla="*/ 4 h 515"/>
                <a:gd name="T8" fmla="*/ 165 w 785"/>
                <a:gd name="T9" fmla="*/ 128 h 515"/>
                <a:gd name="T10" fmla="*/ 167 w 785"/>
                <a:gd name="T11" fmla="*/ 271 h 515"/>
                <a:gd name="T12" fmla="*/ 191 w 785"/>
                <a:gd name="T13" fmla="*/ 502 h 515"/>
                <a:gd name="T14" fmla="*/ 192 w 785"/>
                <a:gd name="T15" fmla="*/ 509 h 515"/>
                <a:gd name="T16" fmla="*/ 237 w 785"/>
                <a:gd name="T17" fmla="*/ 505 h 515"/>
                <a:gd name="T18" fmla="*/ 237 w 785"/>
                <a:gd name="T19" fmla="*/ 498 h 515"/>
                <a:gd name="T20" fmla="*/ 237 w 785"/>
                <a:gd name="T21" fmla="*/ 295 h 515"/>
                <a:gd name="T22" fmla="*/ 263 w 785"/>
                <a:gd name="T23" fmla="*/ 162 h 515"/>
                <a:gd name="T24" fmla="*/ 497 w 785"/>
                <a:gd name="T25" fmla="*/ 161 h 515"/>
                <a:gd name="T26" fmla="*/ 538 w 785"/>
                <a:gd name="T27" fmla="*/ 339 h 515"/>
                <a:gd name="T28" fmla="*/ 550 w 785"/>
                <a:gd name="T29" fmla="*/ 515 h 515"/>
                <a:gd name="T30" fmla="*/ 552 w 785"/>
                <a:gd name="T31" fmla="*/ 515 h 515"/>
                <a:gd name="T32" fmla="*/ 598 w 785"/>
                <a:gd name="T33" fmla="*/ 505 h 515"/>
                <a:gd name="T34" fmla="*/ 598 w 785"/>
                <a:gd name="T35" fmla="*/ 502 h 515"/>
                <a:gd name="T36" fmla="*/ 601 w 785"/>
                <a:gd name="T37" fmla="*/ 315 h 515"/>
                <a:gd name="T38" fmla="*/ 591 w 785"/>
                <a:gd name="T39" fmla="*/ 137 h 515"/>
                <a:gd name="T40" fmla="*/ 785 w 785"/>
                <a:gd name="T41" fmla="*/ 2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515">
                  <a:moveTo>
                    <a:pt x="785" y="2"/>
                  </a:moveTo>
                  <a:cubicBezTo>
                    <a:pt x="785" y="2"/>
                    <a:pt x="781" y="1"/>
                    <a:pt x="772" y="0"/>
                  </a:cubicBezTo>
                  <a:cubicBezTo>
                    <a:pt x="396" y="81"/>
                    <a:pt x="35" y="7"/>
                    <a:pt x="2" y="0"/>
                  </a:cubicBezTo>
                  <a:cubicBezTo>
                    <a:pt x="1" y="1"/>
                    <a:pt x="0" y="3"/>
                    <a:pt x="0" y="4"/>
                  </a:cubicBezTo>
                  <a:cubicBezTo>
                    <a:pt x="0" y="4"/>
                    <a:pt x="21" y="60"/>
                    <a:pt x="165" y="128"/>
                  </a:cubicBezTo>
                  <a:cubicBezTo>
                    <a:pt x="165" y="128"/>
                    <a:pt x="164" y="192"/>
                    <a:pt x="167" y="271"/>
                  </a:cubicBezTo>
                  <a:cubicBezTo>
                    <a:pt x="170" y="366"/>
                    <a:pt x="187" y="474"/>
                    <a:pt x="191" y="502"/>
                  </a:cubicBezTo>
                  <a:cubicBezTo>
                    <a:pt x="192" y="507"/>
                    <a:pt x="192" y="509"/>
                    <a:pt x="192" y="509"/>
                  </a:cubicBezTo>
                  <a:cubicBezTo>
                    <a:pt x="237" y="505"/>
                    <a:pt x="237" y="505"/>
                    <a:pt x="237" y="505"/>
                  </a:cubicBezTo>
                  <a:cubicBezTo>
                    <a:pt x="237" y="505"/>
                    <a:pt x="237" y="502"/>
                    <a:pt x="237" y="498"/>
                  </a:cubicBezTo>
                  <a:cubicBezTo>
                    <a:pt x="235" y="471"/>
                    <a:pt x="230" y="363"/>
                    <a:pt x="237" y="295"/>
                  </a:cubicBezTo>
                  <a:cubicBezTo>
                    <a:pt x="243" y="231"/>
                    <a:pt x="263" y="162"/>
                    <a:pt x="263" y="162"/>
                  </a:cubicBezTo>
                  <a:cubicBezTo>
                    <a:pt x="263" y="162"/>
                    <a:pt x="395" y="188"/>
                    <a:pt x="497" y="161"/>
                  </a:cubicBezTo>
                  <a:cubicBezTo>
                    <a:pt x="497" y="161"/>
                    <a:pt x="532" y="285"/>
                    <a:pt x="538" y="339"/>
                  </a:cubicBezTo>
                  <a:cubicBezTo>
                    <a:pt x="543" y="386"/>
                    <a:pt x="550" y="515"/>
                    <a:pt x="550" y="515"/>
                  </a:cubicBezTo>
                  <a:cubicBezTo>
                    <a:pt x="552" y="515"/>
                    <a:pt x="552" y="515"/>
                    <a:pt x="552" y="515"/>
                  </a:cubicBezTo>
                  <a:cubicBezTo>
                    <a:pt x="598" y="505"/>
                    <a:pt x="598" y="505"/>
                    <a:pt x="598" y="505"/>
                  </a:cubicBezTo>
                  <a:cubicBezTo>
                    <a:pt x="598" y="505"/>
                    <a:pt x="598" y="504"/>
                    <a:pt x="598" y="502"/>
                  </a:cubicBezTo>
                  <a:cubicBezTo>
                    <a:pt x="600" y="481"/>
                    <a:pt x="606" y="380"/>
                    <a:pt x="601" y="315"/>
                  </a:cubicBezTo>
                  <a:cubicBezTo>
                    <a:pt x="597" y="276"/>
                    <a:pt x="603" y="228"/>
                    <a:pt x="591" y="137"/>
                  </a:cubicBezTo>
                  <a:cubicBezTo>
                    <a:pt x="591" y="137"/>
                    <a:pt x="735" y="63"/>
                    <a:pt x="785" y="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2" name="Freeform 21"/>
            <p:cNvSpPr>
              <a:spLocks/>
            </p:cNvSpPr>
            <p:nvPr/>
          </p:nvSpPr>
          <p:spPr bwMode="auto">
            <a:xfrm>
              <a:off x="6470651" y="1527176"/>
              <a:ext cx="330200" cy="403225"/>
            </a:xfrm>
            <a:custGeom>
              <a:avLst/>
              <a:gdLst>
                <a:gd name="T0" fmla="*/ 188 w 203"/>
                <a:gd name="T1" fmla="*/ 66 h 249"/>
                <a:gd name="T2" fmla="*/ 89 w 203"/>
                <a:gd name="T3" fmla="*/ 0 h 249"/>
                <a:gd name="T4" fmla="*/ 17 w 203"/>
                <a:gd name="T5" fmla="*/ 67 h 249"/>
                <a:gd name="T6" fmla="*/ 31 w 203"/>
                <a:gd name="T7" fmla="*/ 69 h 249"/>
                <a:gd name="T8" fmla="*/ 105 w 203"/>
                <a:gd name="T9" fmla="*/ 50 h 249"/>
                <a:gd name="T10" fmla="*/ 142 w 203"/>
                <a:gd name="T11" fmla="*/ 103 h 249"/>
                <a:gd name="T12" fmla="*/ 88 w 203"/>
                <a:gd name="T13" fmla="*/ 148 h 249"/>
                <a:gd name="T14" fmla="*/ 50 w 203"/>
                <a:gd name="T15" fmla="*/ 222 h 249"/>
                <a:gd name="T16" fmla="*/ 72 w 203"/>
                <a:gd name="T17" fmla="*/ 247 h 249"/>
                <a:gd name="T18" fmla="*/ 93 w 203"/>
                <a:gd name="T19" fmla="*/ 243 h 249"/>
                <a:gd name="T20" fmla="*/ 104 w 203"/>
                <a:gd name="T21" fmla="*/ 219 h 249"/>
                <a:gd name="T22" fmla="*/ 158 w 203"/>
                <a:gd name="T23" fmla="*/ 159 h 249"/>
                <a:gd name="T24" fmla="*/ 188 w 203"/>
                <a:gd name="T25" fmla="*/ 6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49">
                  <a:moveTo>
                    <a:pt x="188" y="66"/>
                  </a:moveTo>
                  <a:cubicBezTo>
                    <a:pt x="172" y="26"/>
                    <a:pt x="132" y="1"/>
                    <a:pt x="89" y="0"/>
                  </a:cubicBezTo>
                  <a:cubicBezTo>
                    <a:pt x="54" y="0"/>
                    <a:pt x="0" y="22"/>
                    <a:pt x="17" y="67"/>
                  </a:cubicBezTo>
                  <a:cubicBezTo>
                    <a:pt x="19" y="72"/>
                    <a:pt x="26" y="74"/>
                    <a:pt x="31" y="69"/>
                  </a:cubicBezTo>
                  <a:cubicBezTo>
                    <a:pt x="51" y="46"/>
                    <a:pt x="75" y="42"/>
                    <a:pt x="105" y="50"/>
                  </a:cubicBezTo>
                  <a:cubicBezTo>
                    <a:pt x="125" y="55"/>
                    <a:pt x="153" y="80"/>
                    <a:pt x="142" y="103"/>
                  </a:cubicBezTo>
                  <a:cubicBezTo>
                    <a:pt x="133" y="122"/>
                    <a:pt x="104" y="135"/>
                    <a:pt x="88" y="148"/>
                  </a:cubicBezTo>
                  <a:cubicBezTo>
                    <a:pt x="65" y="167"/>
                    <a:pt x="48" y="192"/>
                    <a:pt x="50" y="222"/>
                  </a:cubicBezTo>
                  <a:cubicBezTo>
                    <a:pt x="51" y="235"/>
                    <a:pt x="60" y="244"/>
                    <a:pt x="72" y="247"/>
                  </a:cubicBezTo>
                  <a:cubicBezTo>
                    <a:pt x="80" y="249"/>
                    <a:pt x="86" y="247"/>
                    <a:pt x="93" y="243"/>
                  </a:cubicBezTo>
                  <a:cubicBezTo>
                    <a:pt x="100" y="238"/>
                    <a:pt x="105" y="229"/>
                    <a:pt x="104" y="219"/>
                  </a:cubicBezTo>
                  <a:cubicBezTo>
                    <a:pt x="102" y="192"/>
                    <a:pt x="140" y="174"/>
                    <a:pt x="158" y="159"/>
                  </a:cubicBezTo>
                  <a:cubicBezTo>
                    <a:pt x="186" y="135"/>
                    <a:pt x="203" y="104"/>
                    <a:pt x="188" y="66"/>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3" name="Freeform 22"/>
            <p:cNvSpPr>
              <a:spLocks/>
            </p:cNvSpPr>
            <p:nvPr/>
          </p:nvSpPr>
          <p:spPr bwMode="auto">
            <a:xfrm>
              <a:off x="6519863" y="1992313"/>
              <a:ext cx="133350" cy="101600"/>
            </a:xfrm>
            <a:custGeom>
              <a:avLst/>
              <a:gdLst>
                <a:gd name="T0" fmla="*/ 47 w 82"/>
                <a:gd name="T1" fmla="*/ 4 h 63"/>
                <a:gd name="T2" fmla="*/ 35 w 82"/>
                <a:gd name="T3" fmla="*/ 59 h 63"/>
                <a:gd name="T4" fmla="*/ 47 w 82"/>
                <a:gd name="T5" fmla="*/ 4 h 63"/>
              </a:gdLst>
              <a:ahLst/>
              <a:cxnLst>
                <a:cxn ang="0">
                  <a:pos x="T0" y="T1"/>
                </a:cxn>
                <a:cxn ang="0">
                  <a:pos x="T2" y="T3"/>
                </a:cxn>
                <a:cxn ang="0">
                  <a:pos x="T4" y="T5"/>
                </a:cxn>
              </a:cxnLst>
              <a:rect l="0" t="0" r="r" b="b"/>
              <a:pathLst>
                <a:path w="82" h="63">
                  <a:moveTo>
                    <a:pt x="47" y="4"/>
                  </a:moveTo>
                  <a:cubicBezTo>
                    <a:pt x="11" y="0"/>
                    <a:pt x="0" y="54"/>
                    <a:pt x="35" y="59"/>
                  </a:cubicBezTo>
                  <a:cubicBezTo>
                    <a:pt x="71" y="63"/>
                    <a:pt x="82" y="9"/>
                    <a:pt x="47" y="4"/>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4" name="Freeform 23"/>
            <p:cNvSpPr>
              <a:spLocks/>
            </p:cNvSpPr>
            <p:nvPr/>
          </p:nvSpPr>
          <p:spPr bwMode="auto">
            <a:xfrm>
              <a:off x="6272213" y="1782763"/>
              <a:ext cx="176213" cy="222250"/>
            </a:xfrm>
            <a:custGeom>
              <a:avLst/>
              <a:gdLst>
                <a:gd name="T0" fmla="*/ 7 w 108"/>
                <a:gd name="T1" fmla="*/ 95 h 137"/>
                <a:gd name="T2" fmla="*/ 58 w 108"/>
                <a:gd name="T3" fmla="*/ 136 h 137"/>
                <a:gd name="T4" fmla="*/ 100 w 108"/>
                <a:gd name="T5" fmla="*/ 102 h 137"/>
                <a:gd name="T6" fmla="*/ 93 w 108"/>
                <a:gd name="T7" fmla="*/ 100 h 137"/>
                <a:gd name="T8" fmla="*/ 51 w 108"/>
                <a:gd name="T9" fmla="*/ 108 h 137"/>
                <a:gd name="T10" fmla="*/ 33 w 108"/>
                <a:gd name="T11" fmla="*/ 77 h 137"/>
                <a:gd name="T12" fmla="*/ 65 w 108"/>
                <a:gd name="T13" fmla="*/ 55 h 137"/>
                <a:gd name="T14" fmla="*/ 88 w 108"/>
                <a:gd name="T15" fmla="*/ 16 h 137"/>
                <a:gd name="T16" fmla="*/ 78 w 108"/>
                <a:gd name="T17" fmla="*/ 1 h 137"/>
                <a:gd name="T18" fmla="*/ 66 w 108"/>
                <a:gd name="T19" fmla="*/ 3 h 137"/>
                <a:gd name="T20" fmla="*/ 59 w 108"/>
                <a:gd name="T21" fmla="*/ 15 h 137"/>
                <a:gd name="T22" fmla="*/ 27 w 108"/>
                <a:gd name="T23" fmla="*/ 46 h 137"/>
                <a:gd name="T24" fmla="*/ 7 w 108"/>
                <a:gd name="T25"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37">
                  <a:moveTo>
                    <a:pt x="7" y="95"/>
                  </a:moveTo>
                  <a:cubicBezTo>
                    <a:pt x="14" y="118"/>
                    <a:pt x="34" y="133"/>
                    <a:pt x="58" y="136"/>
                  </a:cubicBezTo>
                  <a:cubicBezTo>
                    <a:pt x="77" y="137"/>
                    <a:pt x="108" y="128"/>
                    <a:pt x="100" y="102"/>
                  </a:cubicBezTo>
                  <a:cubicBezTo>
                    <a:pt x="99" y="99"/>
                    <a:pt x="95" y="98"/>
                    <a:pt x="93" y="100"/>
                  </a:cubicBezTo>
                  <a:cubicBezTo>
                    <a:pt x="81" y="112"/>
                    <a:pt x="68" y="114"/>
                    <a:pt x="51" y="108"/>
                  </a:cubicBezTo>
                  <a:cubicBezTo>
                    <a:pt x="41" y="104"/>
                    <a:pt x="26" y="89"/>
                    <a:pt x="33" y="77"/>
                  </a:cubicBezTo>
                  <a:cubicBezTo>
                    <a:pt x="39" y="67"/>
                    <a:pt x="56" y="61"/>
                    <a:pt x="65" y="55"/>
                  </a:cubicBezTo>
                  <a:cubicBezTo>
                    <a:pt x="78" y="45"/>
                    <a:pt x="88" y="33"/>
                    <a:pt x="88" y="16"/>
                  </a:cubicBezTo>
                  <a:cubicBezTo>
                    <a:pt x="88" y="9"/>
                    <a:pt x="84" y="3"/>
                    <a:pt x="78" y="1"/>
                  </a:cubicBezTo>
                  <a:cubicBezTo>
                    <a:pt x="74" y="0"/>
                    <a:pt x="70" y="1"/>
                    <a:pt x="66" y="3"/>
                  </a:cubicBezTo>
                  <a:cubicBezTo>
                    <a:pt x="62" y="5"/>
                    <a:pt x="59" y="10"/>
                    <a:pt x="59" y="15"/>
                  </a:cubicBezTo>
                  <a:cubicBezTo>
                    <a:pt x="59" y="30"/>
                    <a:pt x="37" y="38"/>
                    <a:pt x="27" y="46"/>
                  </a:cubicBezTo>
                  <a:cubicBezTo>
                    <a:pt x="10" y="58"/>
                    <a:pt x="0" y="74"/>
                    <a:pt x="7" y="95"/>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5" name="Freeform 24"/>
            <p:cNvSpPr>
              <a:spLocks/>
            </p:cNvSpPr>
            <p:nvPr/>
          </p:nvSpPr>
          <p:spPr bwMode="auto">
            <a:xfrm>
              <a:off x="6365876" y="1692276"/>
              <a:ext cx="77788" cy="60325"/>
            </a:xfrm>
            <a:custGeom>
              <a:avLst/>
              <a:gdLst>
                <a:gd name="T0" fmla="*/ 19 w 47"/>
                <a:gd name="T1" fmla="*/ 33 h 37"/>
                <a:gd name="T2" fmla="*/ 27 w 47"/>
                <a:gd name="T3" fmla="*/ 4 h 37"/>
                <a:gd name="T4" fmla="*/ 19 w 47"/>
                <a:gd name="T5" fmla="*/ 33 h 37"/>
              </a:gdLst>
              <a:ahLst/>
              <a:cxnLst>
                <a:cxn ang="0">
                  <a:pos x="T0" y="T1"/>
                </a:cxn>
                <a:cxn ang="0">
                  <a:pos x="T2" y="T3"/>
                </a:cxn>
                <a:cxn ang="0">
                  <a:pos x="T4" y="T5"/>
                </a:cxn>
              </a:cxnLst>
              <a:rect l="0" t="0" r="r" b="b"/>
              <a:pathLst>
                <a:path w="47" h="37">
                  <a:moveTo>
                    <a:pt x="19" y="33"/>
                  </a:moveTo>
                  <a:cubicBezTo>
                    <a:pt x="38" y="37"/>
                    <a:pt x="47" y="8"/>
                    <a:pt x="27" y="4"/>
                  </a:cubicBezTo>
                  <a:cubicBezTo>
                    <a:pt x="8" y="0"/>
                    <a:pt x="0" y="29"/>
                    <a:pt x="19" y="33"/>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6" name="Freeform 25"/>
            <p:cNvSpPr>
              <a:spLocks/>
            </p:cNvSpPr>
            <p:nvPr/>
          </p:nvSpPr>
          <p:spPr bwMode="auto">
            <a:xfrm>
              <a:off x="6797676" y="2100263"/>
              <a:ext cx="138113" cy="117475"/>
            </a:xfrm>
            <a:custGeom>
              <a:avLst/>
              <a:gdLst>
                <a:gd name="T0" fmla="*/ 49 w 85"/>
                <a:gd name="T1" fmla="*/ 0 h 73"/>
                <a:gd name="T2" fmla="*/ 35 w 85"/>
                <a:gd name="T3" fmla="*/ 8 h 73"/>
                <a:gd name="T4" fmla="*/ 38 w 85"/>
                <a:gd name="T5" fmla="*/ 13 h 73"/>
                <a:gd name="T6" fmla="*/ 38 w 85"/>
                <a:gd name="T7" fmla="*/ 13 h 73"/>
                <a:gd name="T8" fmla="*/ 40 w 85"/>
                <a:gd name="T9" fmla="*/ 13 h 73"/>
                <a:gd name="T10" fmla="*/ 62 w 85"/>
                <a:gd name="T11" fmla="*/ 27 h 73"/>
                <a:gd name="T12" fmla="*/ 58 w 85"/>
                <a:gd name="T13" fmla="*/ 50 h 73"/>
                <a:gd name="T14" fmla="*/ 52 w 85"/>
                <a:gd name="T15" fmla="*/ 51 h 73"/>
                <a:gd name="T16" fmla="*/ 32 w 85"/>
                <a:gd name="T17" fmla="*/ 47 h 73"/>
                <a:gd name="T18" fmla="*/ 27 w 85"/>
                <a:gd name="T19" fmla="*/ 47 h 73"/>
                <a:gd name="T20" fmla="*/ 4 w 85"/>
                <a:gd name="T21" fmla="*/ 57 h 73"/>
                <a:gd name="T22" fmla="*/ 3 w 85"/>
                <a:gd name="T23" fmla="*/ 69 h 73"/>
                <a:gd name="T24" fmla="*/ 9 w 85"/>
                <a:gd name="T25" fmla="*/ 73 h 73"/>
                <a:gd name="T26" fmla="*/ 11 w 85"/>
                <a:gd name="T27" fmla="*/ 73 h 73"/>
                <a:gd name="T28" fmla="*/ 18 w 85"/>
                <a:gd name="T29" fmla="*/ 70 h 73"/>
                <a:gd name="T30" fmla="*/ 29 w 85"/>
                <a:gd name="T31" fmla="*/ 66 h 73"/>
                <a:gd name="T32" fmla="*/ 47 w 85"/>
                <a:gd name="T33" fmla="*/ 68 h 73"/>
                <a:gd name="T34" fmla="*/ 52 w 85"/>
                <a:gd name="T35" fmla="*/ 69 h 73"/>
                <a:gd name="T36" fmla="*/ 79 w 85"/>
                <a:gd name="T37" fmla="*/ 53 h 73"/>
                <a:gd name="T38" fmla="*/ 71 w 85"/>
                <a:gd name="T39" fmla="*/ 10 h 73"/>
                <a:gd name="T40" fmla="*/ 49 w 85"/>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73">
                  <a:moveTo>
                    <a:pt x="49" y="0"/>
                  </a:moveTo>
                  <a:cubicBezTo>
                    <a:pt x="43" y="0"/>
                    <a:pt x="38" y="2"/>
                    <a:pt x="35" y="8"/>
                  </a:cubicBezTo>
                  <a:cubicBezTo>
                    <a:pt x="35" y="10"/>
                    <a:pt x="36" y="13"/>
                    <a:pt x="38" y="13"/>
                  </a:cubicBezTo>
                  <a:cubicBezTo>
                    <a:pt x="38" y="13"/>
                    <a:pt x="38" y="13"/>
                    <a:pt x="38" y="13"/>
                  </a:cubicBezTo>
                  <a:cubicBezTo>
                    <a:pt x="39" y="13"/>
                    <a:pt x="40" y="13"/>
                    <a:pt x="40" y="13"/>
                  </a:cubicBezTo>
                  <a:cubicBezTo>
                    <a:pt x="50" y="13"/>
                    <a:pt x="57" y="18"/>
                    <a:pt x="62" y="27"/>
                  </a:cubicBezTo>
                  <a:cubicBezTo>
                    <a:pt x="66" y="33"/>
                    <a:pt x="67" y="47"/>
                    <a:pt x="58" y="50"/>
                  </a:cubicBezTo>
                  <a:cubicBezTo>
                    <a:pt x="56" y="51"/>
                    <a:pt x="54" y="51"/>
                    <a:pt x="52" y="51"/>
                  </a:cubicBezTo>
                  <a:cubicBezTo>
                    <a:pt x="46" y="51"/>
                    <a:pt x="38" y="48"/>
                    <a:pt x="32" y="47"/>
                  </a:cubicBezTo>
                  <a:cubicBezTo>
                    <a:pt x="30" y="47"/>
                    <a:pt x="29" y="47"/>
                    <a:pt x="27" y="47"/>
                  </a:cubicBezTo>
                  <a:cubicBezTo>
                    <a:pt x="18" y="47"/>
                    <a:pt x="10" y="50"/>
                    <a:pt x="4" y="57"/>
                  </a:cubicBezTo>
                  <a:cubicBezTo>
                    <a:pt x="0" y="60"/>
                    <a:pt x="0" y="65"/>
                    <a:pt x="3" y="69"/>
                  </a:cubicBezTo>
                  <a:cubicBezTo>
                    <a:pt x="4" y="71"/>
                    <a:pt x="6" y="72"/>
                    <a:pt x="9" y="73"/>
                  </a:cubicBezTo>
                  <a:cubicBezTo>
                    <a:pt x="9" y="73"/>
                    <a:pt x="10" y="73"/>
                    <a:pt x="11" y="73"/>
                  </a:cubicBezTo>
                  <a:cubicBezTo>
                    <a:pt x="13" y="73"/>
                    <a:pt x="16" y="72"/>
                    <a:pt x="18" y="70"/>
                  </a:cubicBezTo>
                  <a:cubicBezTo>
                    <a:pt x="21" y="67"/>
                    <a:pt x="24" y="66"/>
                    <a:pt x="29" y="66"/>
                  </a:cubicBezTo>
                  <a:cubicBezTo>
                    <a:pt x="35" y="66"/>
                    <a:pt x="42" y="68"/>
                    <a:pt x="47" y="68"/>
                  </a:cubicBezTo>
                  <a:cubicBezTo>
                    <a:pt x="49" y="69"/>
                    <a:pt x="50" y="69"/>
                    <a:pt x="52" y="69"/>
                  </a:cubicBezTo>
                  <a:cubicBezTo>
                    <a:pt x="64" y="69"/>
                    <a:pt x="74" y="64"/>
                    <a:pt x="79" y="53"/>
                  </a:cubicBezTo>
                  <a:cubicBezTo>
                    <a:pt x="85" y="38"/>
                    <a:pt x="82" y="22"/>
                    <a:pt x="71" y="10"/>
                  </a:cubicBezTo>
                  <a:cubicBezTo>
                    <a:pt x="66" y="5"/>
                    <a:pt x="57" y="0"/>
                    <a:pt x="49"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7" name="Freeform 26"/>
            <p:cNvSpPr>
              <a:spLocks/>
            </p:cNvSpPr>
            <p:nvPr/>
          </p:nvSpPr>
          <p:spPr bwMode="auto">
            <a:xfrm>
              <a:off x="6748463" y="2224088"/>
              <a:ext cx="46038" cy="31750"/>
            </a:xfrm>
            <a:custGeom>
              <a:avLst/>
              <a:gdLst>
                <a:gd name="T0" fmla="*/ 14 w 28"/>
                <a:gd name="T1" fmla="*/ 0 h 19"/>
                <a:gd name="T2" fmla="*/ 5 w 28"/>
                <a:gd name="T3" fmla="*/ 15 h 19"/>
                <a:gd name="T4" fmla="*/ 13 w 28"/>
                <a:gd name="T5" fmla="*/ 19 h 19"/>
                <a:gd name="T6" fmla="*/ 22 w 28"/>
                <a:gd name="T7" fmla="*/ 4 h 19"/>
                <a:gd name="T8" fmla="*/ 14 w 28"/>
                <a:gd name="T9" fmla="*/ 0 h 19"/>
              </a:gdLst>
              <a:ahLst/>
              <a:cxnLst>
                <a:cxn ang="0">
                  <a:pos x="T0" y="T1"/>
                </a:cxn>
                <a:cxn ang="0">
                  <a:pos x="T2" y="T3"/>
                </a:cxn>
                <a:cxn ang="0">
                  <a:pos x="T4" y="T5"/>
                </a:cxn>
                <a:cxn ang="0">
                  <a:pos x="T6" y="T7"/>
                </a:cxn>
                <a:cxn ang="0">
                  <a:pos x="T8" y="T9"/>
                </a:cxn>
              </a:cxnLst>
              <a:rect l="0" t="0" r="r" b="b"/>
              <a:pathLst>
                <a:path w="28" h="19">
                  <a:moveTo>
                    <a:pt x="14" y="0"/>
                  </a:moveTo>
                  <a:cubicBezTo>
                    <a:pt x="7" y="0"/>
                    <a:pt x="0" y="7"/>
                    <a:pt x="5" y="15"/>
                  </a:cubicBezTo>
                  <a:cubicBezTo>
                    <a:pt x="8" y="18"/>
                    <a:pt x="10" y="19"/>
                    <a:pt x="13" y="19"/>
                  </a:cubicBezTo>
                  <a:cubicBezTo>
                    <a:pt x="21" y="19"/>
                    <a:pt x="28" y="11"/>
                    <a:pt x="22" y="4"/>
                  </a:cubicBezTo>
                  <a:cubicBezTo>
                    <a:pt x="20" y="1"/>
                    <a:pt x="17" y="0"/>
                    <a:pt x="14"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8" name="Freeform 27"/>
            <p:cNvSpPr>
              <a:spLocks/>
            </p:cNvSpPr>
            <p:nvPr/>
          </p:nvSpPr>
          <p:spPr bwMode="auto">
            <a:xfrm>
              <a:off x="5573713" y="1584326"/>
              <a:ext cx="206375" cy="234950"/>
            </a:xfrm>
            <a:custGeom>
              <a:avLst/>
              <a:gdLst>
                <a:gd name="T0" fmla="*/ 62 w 127"/>
                <a:gd name="T1" fmla="*/ 0 h 145"/>
                <a:gd name="T2" fmla="*/ 48 w 127"/>
                <a:gd name="T3" fmla="*/ 1 h 145"/>
                <a:gd name="T4" fmla="*/ 15 w 127"/>
                <a:gd name="T5" fmla="*/ 48 h 145"/>
                <a:gd name="T6" fmla="*/ 19 w 127"/>
                <a:gd name="T7" fmla="*/ 50 h 145"/>
                <a:gd name="T8" fmla="*/ 24 w 127"/>
                <a:gd name="T9" fmla="*/ 48 h 145"/>
                <a:gd name="T10" fmla="*/ 61 w 127"/>
                <a:gd name="T11" fmla="*/ 27 h 145"/>
                <a:gd name="T12" fmla="*/ 64 w 127"/>
                <a:gd name="T13" fmla="*/ 28 h 145"/>
                <a:gd name="T14" fmla="*/ 92 w 127"/>
                <a:gd name="T15" fmla="*/ 53 h 145"/>
                <a:gd name="T16" fmla="*/ 66 w 127"/>
                <a:gd name="T17" fmla="*/ 86 h 145"/>
                <a:gd name="T18" fmla="*/ 54 w 127"/>
                <a:gd name="T19" fmla="*/ 133 h 145"/>
                <a:gd name="T20" fmla="*/ 70 w 127"/>
                <a:gd name="T21" fmla="*/ 145 h 145"/>
                <a:gd name="T22" fmla="*/ 70 w 127"/>
                <a:gd name="T23" fmla="*/ 145 h 145"/>
                <a:gd name="T24" fmla="*/ 81 w 127"/>
                <a:gd name="T25" fmla="*/ 140 h 145"/>
                <a:gd name="T26" fmla="*/ 85 w 127"/>
                <a:gd name="T27" fmla="*/ 125 h 145"/>
                <a:gd name="T28" fmla="*/ 108 w 127"/>
                <a:gd name="T29" fmla="*/ 84 h 145"/>
                <a:gd name="T30" fmla="*/ 113 w 127"/>
                <a:gd name="T31" fmla="*/ 27 h 145"/>
                <a:gd name="T32" fmla="*/ 62 w 12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45">
                  <a:moveTo>
                    <a:pt x="62" y="0"/>
                  </a:moveTo>
                  <a:cubicBezTo>
                    <a:pt x="57" y="0"/>
                    <a:pt x="53" y="0"/>
                    <a:pt x="48" y="1"/>
                  </a:cubicBezTo>
                  <a:cubicBezTo>
                    <a:pt x="28" y="5"/>
                    <a:pt x="0" y="25"/>
                    <a:pt x="15" y="48"/>
                  </a:cubicBezTo>
                  <a:cubicBezTo>
                    <a:pt x="16" y="50"/>
                    <a:pt x="18" y="50"/>
                    <a:pt x="19" y="50"/>
                  </a:cubicBezTo>
                  <a:cubicBezTo>
                    <a:pt x="21" y="50"/>
                    <a:pt x="23" y="50"/>
                    <a:pt x="24" y="48"/>
                  </a:cubicBezTo>
                  <a:cubicBezTo>
                    <a:pt x="32" y="33"/>
                    <a:pt x="44" y="27"/>
                    <a:pt x="61" y="27"/>
                  </a:cubicBezTo>
                  <a:cubicBezTo>
                    <a:pt x="62" y="27"/>
                    <a:pt x="63" y="27"/>
                    <a:pt x="64" y="28"/>
                  </a:cubicBezTo>
                  <a:cubicBezTo>
                    <a:pt x="76" y="28"/>
                    <a:pt x="95" y="39"/>
                    <a:pt x="92" y="53"/>
                  </a:cubicBezTo>
                  <a:cubicBezTo>
                    <a:pt x="89" y="66"/>
                    <a:pt x="74" y="76"/>
                    <a:pt x="66" y="86"/>
                  </a:cubicBezTo>
                  <a:cubicBezTo>
                    <a:pt x="55" y="100"/>
                    <a:pt x="49" y="116"/>
                    <a:pt x="54" y="133"/>
                  </a:cubicBezTo>
                  <a:cubicBezTo>
                    <a:pt x="56" y="141"/>
                    <a:pt x="63" y="145"/>
                    <a:pt x="70" y="145"/>
                  </a:cubicBezTo>
                  <a:cubicBezTo>
                    <a:pt x="70" y="145"/>
                    <a:pt x="70" y="145"/>
                    <a:pt x="70" y="145"/>
                  </a:cubicBezTo>
                  <a:cubicBezTo>
                    <a:pt x="75" y="145"/>
                    <a:pt x="78" y="143"/>
                    <a:pt x="81" y="140"/>
                  </a:cubicBezTo>
                  <a:cubicBezTo>
                    <a:pt x="85" y="136"/>
                    <a:pt x="86" y="130"/>
                    <a:pt x="85" y="125"/>
                  </a:cubicBezTo>
                  <a:cubicBezTo>
                    <a:pt x="80" y="110"/>
                    <a:pt x="100" y="95"/>
                    <a:pt x="108" y="84"/>
                  </a:cubicBezTo>
                  <a:cubicBezTo>
                    <a:pt x="121" y="66"/>
                    <a:pt x="127" y="46"/>
                    <a:pt x="113" y="27"/>
                  </a:cubicBezTo>
                  <a:cubicBezTo>
                    <a:pt x="102" y="9"/>
                    <a:pt x="82" y="0"/>
                    <a:pt x="62"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9" name="Freeform 28"/>
            <p:cNvSpPr>
              <a:spLocks/>
            </p:cNvSpPr>
            <p:nvPr/>
          </p:nvSpPr>
          <p:spPr bwMode="auto">
            <a:xfrm>
              <a:off x="5665788" y="1858963"/>
              <a:ext cx="68263" cy="52388"/>
            </a:xfrm>
            <a:custGeom>
              <a:avLst/>
              <a:gdLst>
                <a:gd name="T0" fmla="*/ 23 w 42"/>
                <a:gd name="T1" fmla="*/ 0 h 32"/>
                <a:gd name="T2" fmla="*/ 21 w 42"/>
                <a:gd name="T3" fmla="*/ 0 h 32"/>
                <a:gd name="T4" fmla="*/ 20 w 42"/>
                <a:gd name="T5" fmla="*/ 32 h 32"/>
                <a:gd name="T6" fmla="*/ 21 w 42"/>
                <a:gd name="T7" fmla="*/ 32 h 32"/>
                <a:gd name="T8" fmla="*/ 23 w 42"/>
                <a:gd name="T9" fmla="*/ 0 h 32"/>
              </a:gdLst>
              <a:ahLst/>
              <a:cxnLst>
                <a:cxn ang="0">
                  <a:pos x="T0" y="T1"/>
                </a:cxn>
                <a:cxn ang="0">
                  <a:pos x="T2" y="T3"/>
                </a:cxn>
                <a:cxn ang="0">
                  <a:pos x="T4" y="T5"/>
                </a:cxn>
                <a:cxn ang="0">
                  <a:pos x="T6" y="T7"/>
                </a:cxn>
                <a:cxn ang="0">
                  <a:pos x="T8" y="T9"/>
                </a:cxn>
              </a:cxnLst>
              <a:rect l="0" t="0" r="r" b="b"/>
              <a:pathLst>
                <a:path w="42" h="32">
                  <a:moveTo>
                    <a:pt x="23" y="0"/>
                  </a:moveTo>
                  <a:cubicBezTo>
                    <a:pt x="22" y="0"/>
                    <a:pt x="21" y="0"/>
                    <a:pt x="21" y="0"/>
                  </a:cubicBezTo>
                  <a:cubicBezTo>
                    <a:pt x="0" y="1"/>
                    <a:pt x="0" y="32"/>
                    <a:pt x="20" y="32"/>
                  </a:cubicBezTo>
                  <a:cubicBezTo>
                    <a:pt x="20" y="32"/>
                    <a:pt x="21" y="32"/>
                    <a:pt x="21" y="32"/>
                  </a:cubicBezTo>
                  <a:cubicBezTo>
                    <a:pt x="42" y="31"/>
                    <a:pt x="42" y="0"/>
                    <a:pt x="23"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0" name="Freeform 29"/>
            <p:cNvSpPr>
              <a:spLocks/>
            </p:cNvSpPr>
            <p:nvPr/>
          </p:nvSpPr>
          <p:spPr bwMode="auto">
            <a:xfrm>
              <a:off x="5356226" y="2038351"/>
              <a:ext cx="160338" cy="144463"/>
            </a:xfrm>
            <a:custGeom>
              <a:avLst/>
              <a:gdLst>
                <a:gd name="T0" fmla="*/ 11 w 99"/>
                <a:gd name="T1" fmla="*/ 0 h 89"/>
                <a:gd name="T2" fmla="*/ 4 w 99"/>
                <a:gd name="T3" fmla="*/ 3 h 89"/>
                <a:gd name="T4" fmla="*/ 0 w 99"/>
                <a:gd name="T5" fmla="*/ 11 h 89"/>
                <a:gd name="T6" fmla="*/ 5 w 99"/>
                <a:gd name="T7" fmla="*/ 21 h 89"/>
                <a:gd name="T8" fmla="*/ 12 w 99"/>
                <a:gd name="T9" fmla="*/ 54 h 89"/>
                <a:gd name="T10" fmla="*/ 36 w 99"/>
                <a:gd name="T11" fmla="*/ 88 h 89"/>
                <a:gd name="T12" fmla="*/ 47 w 99"/>
                <a:gd name="T13" fmla="*/ 89 h 89"/>
                <a:gd name="T14" fmla="*/ 84 w 99"/>
                <a:gd name="T15" fmla="*/ 70 h 89"/>
                <a:gd name="T16" fmla="*/ 79 w 99"/>
                <a:gd name="T17" fmla="*/ 29 h 89"/>
                <a:gd name="T18" fmla="*/ 78 w 99"/>
                <a:gd name="T19" fmla="*/ 29 h 89"/>
                <a:gd name="T20" fmla="*/ 75 w 99"/>
                <a:gd name="T21" fmla="*/ 33 h 89"/>
                <a:gd name="T22" fmla="*/ 63 w 99"/>
                <a:gd name="T23" fmla="*/ 63 h 89"/>
                <a:gd name="T24" fmla="*/ 47 w 99"/>
                <a:gd name="T25" fmla="*/ 69 h 89"/>
                <a:gd name="T26" fmla="*/ 35 w 99"/>
                <a:gd name="T27" fmla="*/ 63 h 89"/>
                <a:gd name="T28" fmla="*/ 34 w 99"/>
                <a:gd name="T29" fmla="*/ 33 h 89"/>
                <a:gd name="T30" fmla="*/ 18 w 99"/>
                <a:gd name="T31" fmla="*/ 2 h 89"/>
                <a:gd name="T32" fmla="*/ 11 w 99"/>
                <a:gd name="T3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89">
                  <a:moveTo>
                    <a:pt x="11" y="0"/>
                  </a:moveTo>
                  <a:cubicBezTo>
                    <a:pt x="9" y="0"/>
                    <a:pt x="6" y="1"/>
                    <a:pt x="4" y="3"/>
                  </a:cubicBezTo>
                  <a:cubicBezTo>
                    <a:pt x="1" y="5"/>
                    <a:pt x="0" y="8"/>
                    <a:pt x="0" y="11"/>
                  </a:cubicBezTo>
                  <a:cubicBezTo>
                    <a:pt x="0" y="15"/>
                    <a:pt x="2" y="19"/>
                    <a:pt x="5" y="21"/>
                  </a:cubicBezTo>
                  <a:cubicBezTo>
                    <a:pt x="15" y="27"/>
                    <a:pt x="12" y="44"/>
                    <a:pt x="12" y="54"/>
                  </a:cubicBezTo>
                  <a:cubicBezTo>
                    <a:pt x="13" y="70"/>
                    <a:pt x="20" y="83"/>
                    <a:pt x="36" y="88"/>
                  </a:cubicBezTo>
                  <a:cubicBezTo>
                    <a:pt x="40" y="89"/>
                    <a:pt x="44" y="89"/>
                    <a:pt x="47" y="89"/>
                  </a:cubicBezTo>
                  <a:cubicBezTo>
                    <a:pt x="61" y="89"/>
                    <a:pt x="75" y="82"/>
                    <a:pt x="84" y="70"/>
                  </a:cubicBezTo>
                  <a:cubicBezTo>
                    <a:pt x="93" y="59"/>
                    <a:pt x="99" y="35"/>
                    <a:pt x="79" y="29"/>
                  </a:cubicBezTo>
                  <a:cubicBezTo>
                    <a:pt x="79" y="29"/>
                    <a:pt x="79" y="29"/>
                    <a:pt x="78" y="29"/>
                  </a:cubicBezTo>
                  <a:cubicBezTo>
                    <a:pt x="76" y="29"/>
                    <a:pt x="74" y="31"/>
                    <a:pt x="75" y="33"/>
                  </a:cubicBezTo>
                  <a:cubicBezTo>
                    <a:pt x="78" y="46"/>
                    <a:pt x="73" y="55"/>
                    <a:pt x="63" y="63"/>
                  </a:cubicBezTo>
                  <a:cubicBezTo>
                    <a:pt x="59" y="66"/>
                    <a:pt x="53" y="69"/>
                    <a:pt x="47" y="69"/>
                  </a:cubicBezTo>
                  <a:cubicBezTo>
                    <a:pt x="42" y="69"/>
                    <a:pt x="38" y="67"/>
                    <a:pt x="35" y="63"/>
                  </a:cubicBezTo>
                  <a:cubicBezTo>
                    <a:pt x="31" y="55"/>
                    <a:pt x="34" y="42"/>
                    <a:pt x="34" y="33"/>
                  </a:cubicBezTo>
                  <a:cubicBezTo>
                    <a:pt x="33" y="20"/>
                    <a:pt x="29" y="9"/>
                    <a:pt x="18" y="2"/>
                  </a:cubicBezTo>
                  <a:cubicBezTo>
                    <a:pt x="16" y="0"/>
                    <a:pt x="14" y="0"/>
                    <a:pt x="11"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1" name="Freeform 30"/>
            <p:cNvSpPr>
              <a:spLocks/>
            </p:cNvSpPr>
            <p:nvPr/>
          </p:nvSpPr>
          <p:spPr bwMode="auto">
            <a:xfrm>
              <a:off x="5297488" y="1992313"/>
              <a:ext cx="52388" cy="41275"/>
            </a:xfrm>
            <a:custGeom>
              <a:avLst/>
              <a:gdLst>
                <a:gd name="T0" fmla="*/ 15 w 32"/>
                <a:gd name="T1" fmla="*/ 0 h 25"/>
                <a:gd name="T2" fmla="*/ 8 w 32"/>
                <a:gd name="T3" fmla="*/ 4 h 25"/>
                <a:gd name="T4" fmla="*/ 16 w 32"/>
                <a:gd name="T5" fmla="*/ 25 h 25"/>
                <a:gd name="T6" fmla="*/ 24 w 32"/>
                <a:gd name="T7" fmla="*/ 21 h 25"/>
                <a:gd name="T8" fmla="*/ 15 w 32"/>
                <a:gd name="T9" fmla="*/ 0 h 25"/>
              </a:gdLst>
              <a:ahLst/>
              <a:cxnLst>
                <a:cxn ang="0">
                  <a:pos x="T0" y="T1"/>
                </a:cxn>
                <a:cxn ang="0">
                  <a:pos x="T2" y="T3"/>
                </a:cxn>
                <a:cxn ang="0">
                  <a:pos x="T4" y="T5"/>
                </a:cxn>
                <a:cxn ang="0">
                  <a:pos x="T6" y="T7"/>
                </a:cxn>
                <a:cxn ang="0">
                  <a:pos x="T8" y="T9"/>
                </a:cxn>
              </a:cxnLst>
              <a:rect l="0" t="0" r="r" b="b"/>
              <a:pathLst>
                <a:path w="32" h="25">
                  <a:moveTo>
                    <a:pt x="15" y="0"/>
                  </a:moveTo>
                  <a:cubicBezTo>
                    <a:pt x="13" y="0"/>
                    <a:pt x="10" y="1"/>
                    <a:pt x="8" y="4"/>
                  </a:cubicBezTo>
                  <a:cubicBezTo>
                    <a:pt x="0" y="12"/>
                    <a:pt x="7" y="25"/>
                    <a:pt x="16" y="25"/>
                  </a:cubicBezTo>
                  <a:cubicBezTo>
                    <a:pt x="19" y="25"/>
                    <a:pt x="21" y="24"/>
                    <a:pt x="24" y="21"/>
                  </a:cubicBezTo>
                  <a:cubicBezTo>
                    <a:pt x="32" y="13"/>
                    <a:pt x="24" y="0"/>
                    <a:pt x="15"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2" name="Freeform 31"/>
            <p:cNvSpPr>
              <a:spLocks/>
            </p:cNvSpPr>
            <p:nvPr/>
          </p:nvSpPr>
          <p:spPr bwMode="auto">
            <a:xfrm>
              <a:off x="5280026" y="3268663"/>
              <a:ext cx="1516063" cy="1116013"/>
            </a:xfrm>
            <a:custGeom>
              <a:avLst/>
              <a:gdLst>
                <a:gd name="T0" fmla="*/ 860 w 933"/>
                <a:gd name="T1" fmla="*/ 30 h 689"/>
                <a:gd name="T2" fmla="*/ 851 w 933"/>
                <a:gd name="T3" fmla="*/ 0 h 689"/>
                <a:gd name="T4" fmla="*/ 51 w 933"/>
                <a:gd name="T5" fmla="*/ 25 h 689"/>
                <a:gd name="T6" fmla="*/ 53 w 933"/>
                <a:gd name="T7" fmla="*/ 607 h 689"/>
                <a:gd name="T8" fmla="*/ 55 w 933"/>
                <a:gd name="T9" fmla="*/ 608 h 689"/>
                <a:gd name="T10" fmla="*/ 825 w 933"/>
                <a:gd name="T11" fmla="*/ 608 h 689"/>
                <a:gd name="T12" fmla="*/ 838 w 933"/>
                <a:gd name="T13" fmla="*/ 605 h 689"/>
                <a:gd name="T14" fmla="*/ 860 w 933"/>
                <a:gd name="T15" fmla="*/ 30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3" h="689">
                  <a:moveTo>
                    <a:pt x="860" y="30"/>
                  </a:moveTo>
                  <a:cubicBezTo>
                    <a:pt x="858" y="19"/>
                    <a:pt x="854" y="9"/>
                    <a:pt x="851" y="0"/>
                  </a:cubicBezTo>
                  <a:cubicBezTo>
                    <a:pt x="814" y="12"/>
                    <a:pt x="440" y="131"/>
                    <a:pt x="51" y="25"/>
                  </a:cubicBezTo>
                  <a:cubicBezTo>
                    <a:pt x="37" y="94"/>
                    <a:pt x="0" y="319"/>
                    <a:pt x="53" y="607"/>
                  </a:cubicBezTo>
                  <a:cubicBezTo>
                    <a:pt x="53" y="607"/>
                    <a:pt x="54" y="607"/>
                    <a:pt x="55" y="608"/>
                  </a:cubicBezTo>
                  <a:cubicBezTo>
                    <a:pt x="88" y="615"/>
                    <a:pt x="449" y="689"/>
                    <a:pt x="825" y="608"/>
                  </a:cubicBezTo>
                  <a:cubicBezTo>
                    <a:pt x="830" y="607"/>
                    <a:pt x="834" y="606"/>
                    <a:pt x="838" y="605"/>
                  </a:cubicBezTo>
                  <a:cubicBezTo>
                    <a:pt x="838" y="605"/>
                    <a:pt x="933" y="346"/>
                    <a:pt x="860" y="3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3" name="Freeform 32"/>
            <p:cNvSpPr>
              <a:spLocks/>
            </p:cNvSpPr>
            <p:nvPr/>
          </p:nvSpPr>
          <p:spPr bwMode="auto">
            <a:xfrm>
              <a:off x="5316538" y="2805113"/>
              <a:ext cx="3175" cy="14288"/>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6"/>
                    <a:pt x="0" y="9"/>
                  </a:cubicBezTo>
                  <a:cubicBezTo>
                    <a:pt x="1" y="9"/>
                    <a:pt x="1" y="8"/>
                    <a:pt x="1" y="8"/>
                  </a:cubicBezTo>
                  <a:cubicBezTo>
                    <a:pt x="1" y="5"/>
                    <a:pt x="1" y="2"/>
                    <a:pt x="2"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4" name="Freeform 33"/>
            <p:cNvSpPr>
              <a:spLocks/>
            </p:cNvSpPr>
            <p:nvPr/>
          </p:nvSpPr>
          <p:spPr bwMode="auto">
            <a:xfrm>
              <a:off x="5497513" y="2563813"/>
              <a:ext cx="84138" cy="176213"/>
            </a:xfrm>
            <a:custGeom>
              <a:avLst/>
              <a:gdLst>
                <a:gd name="T0" fmla="*/ 13 w 52"/>
                <a:gd name="T1" fmla="*/ 0 h 109"/>
                <a:gd name="T2" fmla="*/ 5 w 52"/>
                <a:gd name="T3" fmla="*/ 108 h 109"/>
                <a:gd name="T4" fmla="*/ 15 w 52"/>
                <a:gd name="T5" fmla="*/ 109 h 109"/>
                <a:gd name="T6" fmla="*/ 38 w 52"/>
                <a:gd name="T7" fmla="*/ 102 h 109"/>
                <a:gd name="T8" fmla="*/ 28 w 52"/>
                <a:gd name="T9" fmla="*/ 73 h 109"/>
                <a:gd name="T10" fmla="*/ 36 w 52"/>
                <a:gd name="T11" fmla="*/ 52 h 109"/>
                <a:gd name="T12" fmla="*/ 14 w 52"/>
                <a:gd name="T13" fmla="*/ 43 h 109"/>
                <a:gd name="T14" fmla="*/ 13 w 52"/>
                <a:gd name="T15" fmla="*/ 43 h 109"/>
                <a:gd name="T16" fmla="*/ 15 w 52"/>
                <a:gd name="T17" fmla="*/ 1 h 109"/>
                <a:gd name="T18" fmla="*/ 13 w 52"/>
                <a:gd name="T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09">
                  <a:moveTo>
                    <a:pt x="13" y="0"/>
                  </a:moveTo>
                  <a:cubicBezTo>
                    <a:pt x="2" y="32"/>
                    <a:pt x="0" y="70"/>
                    <a:pt x="5" y="108"/>
                  </a:cubicBezTo>
                  <a:cubicBezTo>
                    <a:pt x="8" y="109"/>
                    <a:pt x="12" y="109"/>
                    <a:pt x="15" y="109"/>
                  </a:cubicBezTo>
                  <a:cubicBezTo>
                    <a:pt x="24" y="109"/>
                    <a:pt x="32" y="107"/>
                    <a:pt x="38" y="102"/>
                  </a:cubicBezTo>
                  <a:cubicBezTo>
                    <a:pt x="52" y="89"/>
                    <a:pt x="41" y="78"/>
                    <a:pt x="28" y="73"/>
                  </a:cubicBezTo>
                  <a:cubicBezTo>
                    <a:pt x="34" y="67"/>
                    <a:pt x="40" y="59"/>
                    <a:pt x="36" y="52"/>
                  </a:cubicBezTo>
                  <a:cubicBezTo>
                    <a:pt x="33" y="44"/>
                    <a:pt x="23" y="43"/>
                    <a:pt x="14" y="43"/>
                  </a:cubicBezTo>
                  <a:cubicBezTo>
                    <a:pt x="13" y="43"/>
                    <a:pt x="13" y="43"/>
                    <a:pt x="13" y="43"/>
                  </a:cubicBezTo>
                  <a:cubicBezTo>
                    <a:pt x="18" y="29"/>
                    <a:pt x="31" y="11"/>
                    <a:pt x="15" y="1"/>
                  </a:cubicBezTo>
                  <a:cubicBezTo>
                    <a:pt x="14" y="1"/>
                    <a:pt x="14" y="0"/>
                    <a:pt x="13"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5" name="Freeform 34"/>
            <p:cNvSpPr>
              <a:spLocks noEditPoints="1"/>
            </p:cNvSpPr>
            <p:nvPr/>
          </p:nvSpPr>
          <p:spPr bwMode="auto">
            <a:xfrm>
              <a:off x="5318126" y="2549526"/>
              <a:ext cx="200025" cy="268288"/>
            </a:xfrm>
            <a:custGeom>
              <a:avLst/>
              <a:gdLst>
                <a:gd name="T0" fmla="*/ 60 w 123"/>
                <a:gd name="T1" fmla="*/ 57 h 165"/>
                <a:gd name="T2" fmla="*/ 60 w 123"/>
                <a:gd name="T3" fmla="*/ 56 h 165"/>
                <a:gd name="T4" fmla="*/ 61 w 123"/>
                <a:gd name="T5" fmla="*/ 57 h 165"/>
                <a:gd name="T6" fmla="*/ 61 w 123"/>
                <a:gd name="T7" fmla="*/ 57 h 165"/>
                <a:gd name="T8" fmla="*/ 60 w 123"/>
                <a:gd name="T9" fmla="*/ 57 h 165"/>
                <a:gd name="T10" fmla="*/ 87 w 123"/>
                <a:gd name="T11" fmla="*/ 0 h 165"/>
                <a:gd name="T12" fmla="*/ 85 w 123"/>
                <a:gd name="T13" fmla="*/ 0 h 165"/>
                <a:gd name="T14" fmla="*/ 57 w 123"/>
                <a:gd name="T15" fmla="*/ 51 h 165"/>
                <a:gd name="T16" fmla="*/ 11 w 123"/>
                <a:gd name="T17" fmla="*/ 91 h 165"/>
                <a:gd name="T18" fmla="*/ 2 w 123"/>
                <a:gd name="T19" fmla="*/ 144 h 165"/>
                <a:gd name="T20" fmla="*/ 1 w 123"/>
                <a:gd name="T21" fmla="*/ 157 h 165"/>
                <a:gd name="T22" fmla="*/ 0 w 123"/>
                <a:gd name="T23" fmla="*/ 165 h 165"/>
                <a:gd name="T24" fmla="*/ 69 w 123"/>
                <a:gd name="T25" fmla="*/ 100 h 165"/>
                <a:gd name="T26" fmla="*/ 78 w 123"/>
                <a:gd name="T27" fmla="*/ 103 h 165"/>
                <a:gd name="T28" fmla="*/ 115 w 123"/>
                <a:gd name="T29" fmla="*/ 116 h 165"/>
                <a:gd name="T30" fmla="*/ 123 w 123"/>
                <a:gd name="T31" fmla="*/ 8 h 165"/>
                <a:gd name="T32" fmla="*/ 119 w 123"/>
                <a:gd name="T33" fmla="*/ 7 h 165"/>
                <a:gd name="T34" fmla="*/ 96 w 123"/>
                <a:gd name="T35" fmla="*/ 22 h 165"/>
                <a:gd name="T36" fmla="*/ 87 w 123"/>
                <a:gd name="T3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65">
                  <a:moveTo>
                    <a:pt x="60" y="57"/>
                  </a:moveTo>
                  <a:cubicBezTo>
                    <a:pt x="60" y="56"/>
                    <a:pt x="60" y="56"/>
                    <a:pt x="60" y="56"/>
                  </a:cubicBezTo>
                  <a:cubicBezTo>
                    <a:pt x="61" y="56"/>
                    <a:pt x="61" y="56"/>
                    <a:pt x="61" y="57"/>
                  </a:cubicBezTo>
                  <a:cubicBezTo>
                    <a:pt x="61" y="57"/>
                    <a:pt x="61" y="57"/>
                    <a:pt x="61" y="57"/>
                  </a:cubicBezTo>
                  <a:cubicBezTo>
                    <a:pt x="61" y="57"/>
                    <a:pt x="61" y="57"/>
                    <a:pt x="60" y="57"/>
                  </a:cubicBezTo>
                  <a:moveTo>
                    <a:pt x="87" y="0"/>
                  </a:moveTo>
                  <a:cubicBezTo>
                    <a:pt x="86" y="0"/>
                    <a:pt x="86" y="0"/>
                    <a:pt x="85" y="0"/>
                  </a:cubicBezTo>
                  <a:cubicBezTo>
                    <a:pt x="63" y="4"/>
                    <a:pt x="63" y="34"/>
                    <a:pt x="57" y="51"/>
                  </a:cubicBezTo>
                  <a:cubicBezTo>
                    <a:pt x="40" y="65"/>
                    <a:pt x="25" y="78"/>
                    <a:pt x="11" y="91"/>
                  </a:cubicBezTo>
                  <a:cubicBezTo>
                    <a:pt x="9" y="109"/>
                    <a:pt x="5" y="126"/>
                    <a:pt x="2" y="144"/>
                  </a:cubicBezTo>
                  <a:cubicBezTo>
                    <a:pt x="2" y="149"/>
                    <a:pt x="1" y="153"/>
                    <a:pt x="1" y="157"/>
                  </a:cubicBezTo>
                  <a:cubicBezTo>
                    <a:pt x="0" y="159"/>
                    <a:pt x="0" y="162"/>
                    <a:pt x="0" y="165"/>
                  </a:cubicBezTo>
                  <a:cubicBezTo>
                    <a:pt x="38" y="124"/>
                    <a:pt x="69" y="100"/>
                    <a:pt x="69" y="100"/>
                  </a:cubicBezTo>
                  <a:cubicBezTo>
                    <a:pt x="69" y="100"/>
                    <a:pt x="75" y="101"/>
                    <a:pt x="78" y="103"/>
                  </a:cubicBezTo>
                  <a:cubicBezTo>
                    <a:pt x="86" y="108"/>
                    <a:pt x="101" y="114"/>
                    <a:pt x="115" y="116"/>
                  </a:cubicBezTo>
                  <a:cubicBezTo>
                    <a:pt x="110" y="78"/>
                    <a:pt x="112" y="40"/>
                    <a:pt x="123" y="8"/>
                  </a:cubicBezTo>
                  <a:cubicBezTo>
                    <a:pt x="121" y="7"/>
                    <a:pt x="120" y="7"/>
                    <a:pt x="119" y="7"/>
                  </a:cubicBezTo>
                  <a:cubicBezTo>
                    <a:pt x="111" y="7"/>
                    <a:pt x="103" y="15"/>
                    <a:pt x="96" y="22"/>
                  </a:cubicBezTo>
                  <a:cubicBezTo>
                    <a:pt x="96" y="12"/>
                    <a:pt x="95" y="0"/>
                    <a:pt x="87"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6" name="Freeform 35"/>
            <p:cNvSpPr>
              <a:spLocks/>
            </p:cNvSpPr>
            <p:nvPr/>
          </p:nvSpPr>
          <p:spPr bwMode="auto">
            <a:xfrm>
              <a:off x="5394326" y="2527301"/>
              <a:ext cx="174625" cy="204788"/>
            </a:xfrm>
            <a:custGeom>
              <a:avLst/>
              <a:gdLst>
                <a:gd name="T0" fmla="*/ 82 w 107"/>
                <a:gd name="T1" fmla="*/ 82 h 126"/>
                <a:gd name="T2" fmla="*/ 91 w 107"/>
                <a:gd name="T3" fmla="*/ 61 h 126"/>
                <a:gd name="T4" fmla="*/ 67 w 107"/>
                <a:gd name="T5" fmla="*/ 52 h 126"/>
                <a:gd name="T6" fmla="*/ 70 w 107"/>
                <a:gd name="T7" fmla="*/ 10 h 126"/>
                <a:gd name="T8" fmla="*/ 41 w 107"/>
                <a:gd name="T9" fmla="*/ 23 h 126"/>
                <a:gd name="T10" fmla="*/ 30 w 107"/>
                <a:gd name="T11" fmla="*/ 1 h 126"/>
                <a:gd name="T12" fmla="*/ 0 w 107"/>
                <a:gd name="T13" fmla="*/ 56 h 126"/>
                <a:gd name="T14" fmla="*/ 21 w 107"/>
                <a:gd name="T15" fmla="*/ 98 h 126"/>
                <a:gd name="T16" fmla="*/ 93 w 107"/>
                <a:gd name="T17" fmla="*/ 111 h 126"/>
                <a:gd name="T18" fmla="*/ 82 w 107"/>
                <a:gd name="T19" fmla="*/ 8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26">
                  <a:moveTo>
                    <a:pt x="82" y="82"/>
                  </a:moveTo>
                  <a:cubicBezTo>
                    <a:pt x="88" y="76"/>
                    <a:pt x="94" y="69"/>
                    <a:pt x="91" y="61"/>
                  </a:cubicBezTo>
                  <a:cubicBezTo>
                    <a:pt x="87" y="53"/>
                    <a:pt x="77" y="52"/>
                    <a:pt x="67" y="52"/>
                  </a:cubicBezTo>
                  <a:cubicBezTo>
                    <a:pt x="72" y="38"/>
                    <a:pt x="86" y="20"/>
                    <a:pt x="70" y="10"/>
                  </a:cubicBezTo>
                  <a:cubicBezTo>
                    <a:pt x="60" y="4"/>
                    <a:pt x="49" y="14"/>
                    <a:pt x="41" y="23"/>
                  </a:cubicBezTo>
                  <a:cubicBezTo>
                    <a:pt x="41" y="13"/>
                    <a:pt x="39" y="0"/>
                    <a:pt x="30" y="1"/>
                  </a:cubicBezTo>
                  <a:cubicBezTo>
                    <a:pt x="6" y="5"/>
                    <a:pt x="8" y="39"/>
                    <a:pt x="0" y="56"/>
                  </a:cubicBezTo>
                  <a:cubicBezTo>
                    <a:pt x="2" y="55"/>
                    <a:pt x="11" y="87"/>
                    <a:pt x="21" y="98"/>
                  </a:cubicBezTo>
                  <a:cubicBezTo>
                    <a:pt x="20" y="100"/>
                    <a:pt x="76" y="126"/>
                    <a:pt x="93" y="111"/>
                  </a:cubicBezTo>
                  <a:cubicBezTo>
                    <a:pt x="107" y="99"/>
                    <a:pt x="95" y="88"/>
                    <a:pt x="82" y="82"/>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7" name="Freeform 36"/>
            <p:cNvSpPr>
              <a:spLocks/>
            </p:cNvSpPr>
            <p:nvPr/>
          </p:nvSpPr>
          <p:spPr bwMode="auto">
            <a:xfrm>
              <a:off x="5075238" y="2611438"/>
              <a:ext cx="358775" cy="1035050"/>
            </a:xfrm>
            <a:custGeom>
              <a:avLst/>
              <a:gdLst>
                <a:gd name="T0" fmla="*/ 217 w 221"/>
                <a:gd name="T1" fmla="*/ 46 h 638"/>
                <a:gd name="T2" fmla="*/ 67 w 221"/>
                <a:gd name="T3" fmla="*/ 266 h 638"/>
                <a:gd name="T4" fmla="*/ 221 w 221"/>
                <a:gd name="T5" fmla="*/ 588 h 638"/>
                <a:gd name="T6" fmla="*/ 190 w 221"/>
                <a:gd name="T7" fmla="*/ 638 h 638"/>
                <a:gd name="T8" fmla="*/ 11 w 221"/>
                <a:gd name="T9" fmla="*/ 300 h 638"/>
                <a:gd name="T10" fmla="*/ 199 w 221"/>
                <a:gd name="T11" fmla="*/ 0 h 638"/>
              </a:gdLst>
              <a:ahLst/>
              <a:cxnLst>
                <a:cxn ang="0">
                  <a:pos x="T0" y="T1"/>
                </a:cxn>
                <a:cxn ang="0">
                  <a:pos x="T2" y="T3"/>
                </a:cxn>
                <a:cxn ang="0">
                  <a:pos x="T4" y="T5"/>
                </a:cxn>
                <a:cxn ang="0">
                  <a:pos x="T6" y="T7"/>
                </a:cxn>
                <a:cxn ang="0">
                  <a:pos x="T8" y="T9"/>
                </a:cxn>
                <a:cxn ang="0">
                  <a:pos x="T10" y="T11"/>
                </a:cxn>
              </a:cxnLst>
              <a:rect l="0" t="0" r="r" b="b"/>
              <a:pathLst>
                <a:path w="221" h="638">
                  <a:moveTo>
                    <a:pt x="217" y="46"/>
                  </a:moveTo>
                  <a:cubicBezTo>
                    <a:pt x="217" y="46"/>
                    <a:pt x="61" y="163"/>
                    <a:pt x="67" y="266"/>
                  </a:cubicBezTo>
                  <a:cubicBezTo>
                    <a:pt x="73" y="369"/>
                    <a:pt x="221" y="588"/>
                    <a:pt x="221" y="588"/>
                  </a:cubicBezTo>
                  <a:cubicBezTo>
                    <a:pt x="190" y="638"/>
                    <a:pt x="190" y="638"/>
                    <a:pt x="190" y="638"/>
                  </a:cubicBezTo>
                  <a:cubicBezTo>
                    <a:pt x="190" y="638"/>
                    <a:pt x="21" y="412"/>
                    <a:pt x="11" y="300"/>
                  </a:cubicBezTo>
                  <a:cubicBezTo>
                    <a:pt x="0" y="189"/>
                    <a:pt x="54" y="121"/>
                    <a:pt x="199" y="0"/>
                  </a:cubicBezTo>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8" name="Freeform 37"/>
            <p:cNvSpPr>
              <a:spLocks/>
            </p:cNvSpPr>
            <p:nvPr/>
          </p:nvSpPr>
          <p:spPr bwMode="auto">
            <a:xfrm>
              <a:off x="6657976" y="2627313"/>
              <a:ext cx="6350" cy="66675"/>
            </a:xfrm>
            <a:custGeom>
              <a:avLst/>
              <a:gdLst>
                <a:gd name="T0" fmla="*/ 0 w 4"/>
                <a:gd name="T1" fmla="*/ 0 h 41"/>
                <a:gd name="T2" fmla="*/ 3 w 4"/>
                <a:gd name="T3" fmla="*/ 41 h 41"/>
                <a:gd name="T4" fmla="*/ 3 w 4"/>
                <a:gd name="T5" fmla="*/ 13 h 41"/>
                <a:gd name="T6" fmla="*/ 1 w 4"/>
                <a:gd name="T7" fmla="*/ 3 h 41"/>
                <a:gd name="T8" fmla="*/ 1 w 4"/>
                <a:gd name="T9" fmla="*/ 2 h 41"/>
                <a:gd name="T10" fmla="*/ 0 w 4"/>
                <a:gd name="T11" fmla="*/ 0 h 41"/>
              </a:gdLst>
              <a:ahLst/>
              <a:cxnLst>
                <a:cxn ang="0">
                  <a:pos x="T0" y="T1"/>
                </a:cxn>
                <a:cxn ang="0">
                  <a:pos x="T2" y="T3"/>
                </a:cxn>
                <a:cxn ang="0">
                  <a:pos x="T4" y="T5"/>
                </a:cxn>
                <a:cxn ang="0">
                  <a:pos x="T6" y="T7"/>
                </a:cxn>
                <a:cxn ang="0">
                  <a:pos x="T8" y="T9"/>
                </a:cxn>
                <a:cxn ang="0">
                  <a:pos x="T10" y="T11"/>
                </a:cxn>
              </a:cxnLst>
              <a:rect l="0" t="0" r="r" b="b"/>
              <a:pathLst>
                <a:path w="4" h="41">
                  <a:moveTo>
                    <a:pt x="0" y="0"/>
                  </a:moveTo>
                  <a:cubicBezTo>
                    <a:pt x="1" y="13"/>
                    <a:pt x="2" y="27"/>
                    <a:pt x="3" y="41"/>
                  </a:cubicBezTo>
                  <a:cubicBezTo>
                    <a:pt x="3" y="32"/>
                    <a:pt x="4" y="23"/>
                    <a:pt x="3" y="13"/>
                  </a:cubicBezTo>
                  <a:cubicBezTo>
                    <a:pt x="2" y="10"/>
                    <a:pt x="1" y="7"/>
                    <a:pt x="1" y="3"/>
                  </a:cubicBezTo>
                  <a:cubicBezTo>
                    <a:pt x="1" y="3"/>
                    <a:pt x="1" y="2"/>
                    <a:pt x="1" y="2"/>
                  </a:cubicBezTo>
                  <a:cubicBezTo>
                    <a:pt x="0" y="1"/>
                    <a:pt x="0" y="0"/>
                    <a:pt x="0"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9" name="Freeform 38"/>
            <p:cNvSpPr>
              <a:spLocks noEditPoints="1"/>
            </p:cNvSpPr>
            <p:nvPr/>
          </p:nvSpPr>
          <p:spPr bwMode="auto">
            <a:xfrm>
              <a:off x="6488113" y="2578101"/>
              <a:ext cx="28575" cy="69850"/>
            </a:xfrm>
            <a:custGeom>
              <a:avLst/>
              <a:gdLst>
                <a:gd name="T0" fmla="*/ 10 w 17"/>
                <a:gd name="T1" fmla="*/ 21 h 43"/>
                <a:gd name="T2" fmla="*/ 8 w 17"/>
                <a:gd name="T3" fmla="*/ 35 h 43"/>
                <a:gd name="T4" fmla="*/ 17 w 17"/>
                <a:gd name="T5" fmla="*/ 43 h 43"/>
                <a:gd name="T6" fmla="*/ 10 w 17"/>
                <a:gd name="T7" fmla="*/ 21 h 43"/>
                <a:gd name="T8" fmla="*/ 2 w 17"/>
                <a:gd name="T9" fmla="*/ 0 h 43"/>
                <a:gd name="T10" fmla="*/ 7 w 17"/>
                <a:gd name="T11" fmla="*/ 13 h 43"/>
                <a:gd name="T12" fmla="*/ 2 w 1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 h="43">
                  <a:moveTo>
                    <a:pt x="10" y="21"/>
                  </a:moveTo>
                  <a:cubicBezTo>
                    <a:pt x="7" y="24"/>
                    <a:pt x="5" y="28"/>
                    <a:pt x="8" y="35"/>
                  </a:cubicBezTo>
                  <a:cubicBezTo>
                    <a:pt x="10" y="39"/>
                    <a:pt x="13" y="41"/>
                    <a:pt x="17" y="43"/>
                  </a:cubicBezTo>
                  <a:cubicBezTo>
                    <a:pt x="15" y="35"/>
                    <a:pt x="13" y="28"/>
                    <a:pt x="10" y="21"/>
                  </a:cubicBezTo>
                  <a:moveTo>
                    <a:pt x="2" y="0"/>
                  </a:moveTo>
                  <a:cubicBezTo>
                    <a:pt x="0" y="6"/>
                    <a:pt x="2" y="10"/>
                    <a:pt x="7" y="13"/>
                  </a:cubicBezTo>
                  <a:cubicBezTo>
                    <a:pt x="5" y="9"/>
                    <a:pt x="4" y="4"/>
                    <a:pt x="2"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0" name="Freeform 39"/>
            <p:cNvSpPr>
              <a:spLocks/>
            </p:cNvSpPr>
            <p:nvPr/>
          </p:nvSpPr>
          <p:spPr bwMode="auto">
            <a:xfrm>
              <a:off x="6491288" y="2517776"/>
              <a:ext cx="173038" cy="198438"/>
            </a:xfrm>
            <a:custGeom>
              <a:avLst/>
              <a:gdLst>
                <a:gd name="T0" fmla="*/ 31 w 106"/>
                <a:gd name="T1" fmla="*/ 0 h 122"/>
                <a:gd name="T2" fmla="*/ 21 w 106"/>
                <a:gd name="T3" fmla="*/ 5 h 122"/>
                <a:gd name="T4" fmla="*/ 27 w 106"/>
                <a:gd name="T5" fmla="*/ 25 h 122"/>
                <a:gd name="T6" fmla="*/ 23 w 106"/>
                <a:gd name="T7" fmla="*/ 25 h 122"/>
                <a:gd name="T8" fmla="*/ 0 w 106"/>
                <a:gd name="T9" fmla="*/ 35 h 122"/>
                <a:gd name="T10" fmla="*/ 0 w 106"/>
                <a:gd name="T11" fmla="*/ 37 h 122"/>
                <a:gd name="T12" fmla="*/ 5 w 106"/>
                <a:gd name="T13" fmla="*/ 50 h 122"/>
                <a:gd name="T14" fmla="*/ 17 w 106"/>
                <a:gd name="T15" fmla="*/ 55 h 122"/>
                <a:gd name="T16" fmla="*/ 8 w 106"/>
                <a:gd name="T17" fmla="*/ 58 h 122"/>
                <a:gd name="T18" fmla="*/ 15 w 106"/>
                <a:gd name="T19" fmla="*/ 80 h 122"/>
                <a:gd name="T20" fmla="*/ 29 w 106"/>
                <a:gd name="T21" fmla="*/ 84 h 122"/>
                <a:gd name="T22" fmla="*/ 73 w 106"/>
                <a:gd name="T23" fmla="*/ 94 h 122"/>
                <a:gd name="T24" fmla="*/ 73 w 106"/>
                <a:gd name="T25" fmla="*/ 95 h 122"/>
                <a:gd name="T26" fmla="*/ 106 w 106"/>
                <a:gd name="T27" fmla="*/ 122 h 122"/>
                <a:gd name="T28" fmla="*/ 105 w 106"/>
                <a:gd name="T29" fmla="*/ 109 h 122"/>
                <a:gd name="T30" fmla="*/ 102 w 106"/>
                <a:gd name="T31" fmla="*/ 68 h 122"/>
                <a:gd name="T32" fmla="*/ 100 w 106"/>
                <a:gd name="T33" fmla="*/ 55 h 122"/>
                <a:gd name="T34" fmla="*/ 99 w 106"/>
                <a:gd name="T35" fmla="*/ 46 h 122"/>
                <a:gd name="T36" fmla="*/ 96 w 106"/>
                <a:gd name="T37" fmla="*/ 43 h 122"/>
                <a:gd name="T38" fmla="*/ 96 w 106"/>
                <a:gd name="T39" fmla="*/ 45 h 122"/>
                <a:gd name="T40" fmla="*/ 93 w 106"/>
                <a:gd name="T41" fmla="*/ 43 h 122"/>
                <a:gd name="T42" fmla="*/ 80 w 106"/>
                <a:gd name="T43" fmla="*/ 8 h 122"/>
                <a:gd name="T44" fmla="*/ 68 w 106"/>
                <a:gd name="T45" fmla="*/ 3 h 122"/>
                <a:gd name="T46" fmla="*/ 66 w 106"/>
                <a:gd name="T47" fmla="*/ 3 h 122"/>
                <a:gd name="T48" fmla="*/ 65 w 106"/>
                <a:gd name="T49" fmla="*/ 3 h 122"/>
                <a:gd name="T50" fmla="*/ 63 w 106"/>
                <a:gd name="T51" fmla="*/ 3 h 122"/>
                <a:gd name="T52" fmla="*/ 60 w 106"/>
                <a:gd name="T53" fmla="*/ 5 h 122"/>
                <a:gd name="T54" fmla="*/ 55 w 106"/>
                <a:gd name="T55" fmla="*/ 14 h 122"/>
                <a:gd name="T56" fmla="*/ 31 w 106"/>
                <a:gd name="T5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6" h="122">
                  <a:moveTo>
                    <a:pt x="31" y="0"/>
                  </a:moveTo>
                  <a:cubicBezTo>
                    <a:pt x="27" y="0"/>
                    <a:pt x="24" y="1"/>
                    <a:pt x="21" y="5"/>
                  </a:cubicBezTo>
                  <a:cubicBezTo>
                    <a:pt x="16" y="11"/>
                    <a:pt x="21" y="19"/>
                    <a:pt x="27" y="25"/>
                  </a:cubicBezTo>
                  <a:cubicBezTo>
                    <a:pt x="26" y="25"/>
                    <a:pt x="25" y="25"/>
                    <a:pt x="23" y="25"/>
                  </a:cubicBezTo>
                  <a:cubicBezTo>
                    <a:pt x="13" y="25"/>
                    <a:pt x="4" y="27"/>
                    <a:pt x="0" y="35"/>
                  </a:cubicBezTo>
                  <a:cubicBezTo>
                    <a:pt x="0" y="36"/>
                    <a:pt x="0" y="36"/>
                    <a:pt x="0" y="37"/>
                  </a:cubicBezTo>
                  <a:cubicBezTo>
                    <a:pt x="2" y="41"/>
                    <a:pt x="3" y="46"/>
                    <a:pt x="5" y="50"/>
                  </a:cubicBezTo>
                  <a:cubicBezTo>
                    <a:pt x="8" y="52"/>
                    <a:pt x="12" y="53"/>
                    <a:pt x="17" y="55"/>
                  </a:cubicBezTo>
                  <a:cubicBezTo>
                    <a:pt x="13" y="55"/>
                    <a:pt x="10" y="56"/>
                    <a:pt x="8" y="58"/>
                  </a:cubicBezTo>
                  <a:cubicBezTo>
                    <a:pt x="11" y="65"/>
                    <a:pt x="13" y="72"/>
                    <a:pt x="15" y="80"/>
                  </a:cubicBezTo>
                  <a:cubicBezTo>
                    <a:pt x="19" y="82"/>
                    <a:pt x="24" y="83"/>
                    <a:pt x="29" y="84"/>
                  </a:cubicBezTo>
                  <a:cubicBezTo>
                    <a:pt x="42" y="88"/>
                    <a:pt x="58" y="92"/>
                    <a:pt x="73" y="94"/>
                  </a:cubicBezTo>
                  <a:cubicBezTo>
                    <a:pt x="73" y="95"/>
                    <a:pt x="73" y="95"/>
                    <a:pt x="73" y="95"/>
                  </a:cubicBezTo>
                  <a:cubicBezTo>
                    <a:pt x="73" y="95"/>
                    <a:pt x="85" y="105"/>
                    <a:pt x="106" y="122"/>
                  </a:cubicBezTo>
                  <a:cubicBezTo>
                    <a:pt x="106" y="117"/>
                    <a:pt x="106" y="113"/>
                    <a:pt x="105" y="109"/>
                  </a:cubicBezTo>
                  <a:cubicBezTo>
                    <a:pt x="104" y="95"/>
                    <a:pt x="103" y="81"/>
                    <a:pt x="102" y="68"/>
                  </a:cubicBezTo>
                  <a:cubicBezTo>
                    <a:pt x="101" y="64"/>
                    <a:pt x="100" y="60"/>
                    <a:pt x="100" y="55"/>
                  </a:cubicBezTo>
                  <a:cubicBezTo>
                    <a:pt x="100" y="52"/>
                    <a:pt x="100" y="49"/>
                    <a:pt x="99" y="46"/>
                  </a:cubicBezTo>
                  <a:cubicBezTo>
                    <a:pt x="98" y="45"/>
                    <a:pt x="97" y="44"/>
                    <a:pt x="96" y="43"/>
                  </a:cubicBezTo>
                  <a:cubicBezTo>
                    <a:pt x="96" y="45"/>
                    <a:pt x="96" y="45"/>
                    <a:pt x="96" y="45"/>
                  </a:cubicBezTo>
                  <a:cubicBezTo>
                    <a:pt x="95" y="44"/>
                    <a:pt x="94" y="44"/>
                    <a:pt x="93" y="43"/>
                  </a:cubicBezTo>
                  <a:cubicBezTo>
                    <a:pt x="94" y="31"/>
                    <a:pt x="87" y="16"/>
                    <a:pt x="80" y="8"/>
                  </a:cubicBezTo>
                  <a:cubicBezTo>
                    <a:pt x="76" y="5"/>
                    <a:pt x="72" y="3"/>
                    <a:pt x="68" y="3"/>
                  </a:cubicBezTo>
                  <a:cubicBezTo>
                    <a:pt x="67" y="3"/>
                    <a:pt x="66" y="3"/>
                    <a:pt x="66" y="3"/>
                  </a:cubicBezTo>
                  <a:cubicBezTo>
                    <a:pt x="65" y="3"/>
                    <a:pt x="65" y="3"/>
                    <a:pt x="65" y="3"/>
                  </a:cubicBezTo>
                  <a:cubicBezTo>
                    <a:pt x="64" y="3"/>
                    <a:pt x="64" y="3"/>
                    <a:pt x="63" y="3"/>
                  </a:cubicBezTo>
                  <a:cubicBezTo>
                    <a:pt x="62" y="4"/>
                    <a:pt x="61" y="4"/>
                    <a:pt x="60" y="5"/>
                  </a:cubicBezTo>
                  <a:cubicBezTo>
                    <a:pt x="57" y="7"/>
                    <a:pt x="56" y="11"/>
                    <a:pt x="55" y="14"/>
                  </a:cubicBezTo>
                  <a:cubicBezTo>
                    <a:pt x="48" y="7"/>
                    <a:pt x="39" y="0"/>
                    <a:pt x="31"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1" name="Freeform 40"/>
            <p:cNvSpPr>
              <a:spLocks/>
            </p:cNvSpPr>
            <p:nvPr/>
          </p:nvSpPr>
          <p:spPr bwMode="auto">
            <a:xfrm>
              <a:off x="6483351" y="2487613"/>
              <a:ext cx="165100" cy="163513"/>
            </a:xfrm>
            <a:custGeom>
              <a:avLst/>
              <a:gdLst>
                <a:gd name="T0" fmla="*/ 98 w 101"/>
                <a:gd name="T1" fmla="*/ 49 h 101"/>
                <a:gd name="T2" fmla="*/ 85 w 101"/>
                <a:gd name="T3" fmla="*/ 15 h 101"/>
                <a:gd name="T4" fmla="*/ 71 w 101"/>
                <a:gd name="T5" fmla="*/ 9 h 101"/>
                <a:gd name="T6" fmla="*/ 68 w 101"/>
                <a:gd name="T7" fmla="*/ 10 h 101"/>
                <a:gd name="T8" fmla="*/ 65 w 101"/>
                <a:gd name="T9" fmla="*/ 11 h 101"/>
                <a:gd name="T10" fmla="*/ 60 w 101"/>
                <a:gd name="T11" fmla="*/ 21 h 101"/>
                <a:gd name="T12" fmla="*/ 26 w 101"/>
                <a:gd name="T13" fmla="*/ 11 h 101"/>
                <a:gd name="T14" fmla="*/ 32 w 101"/>
                <a:gd name="T15" fmla="*/ 32 h 101"/>
                <a:gd name="T16" fmla="*/ 5 w 101"/>
                <a:gd name="T17" fmla="*/ 42 h 101"/>
                <a:gd name="T18" fmla="*/ 22 w 101"/>
                <a:gd name="T19" fmla="*/ 61 h 101"/>
                <a:gd name="T20" fmla="*/ 11 w 101"/>
                <a:gd name="T21" fmla="*/ 78 h 101"/>
                <a:gd name="T22" fmla="*/ 34 w 101"/>
                <a:gd name="T23" fmla="*/ 90 h 101"/>
                <a:gd name="T24" fmla="*/ 78 w 101"/>
                <a:gd name="T25" fmla="*/ 101 h 101"/>
                <a:gd name="T26" fmla="*/ 101 w 101"/>
                <a:gd name="T27" fmla="*/ 51 h 101"/>
                <a:gd name="T28" fmla="*/ 98 w 101"/>
                <a:gd name="T29" fmla="*/ 4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1">
                  <a:moveTo>
                    <a:pt x="98" y="49"/>
                  </a:moveTo>
                  <a:cubicBezTo>
                    <a:pt x="99" y="37"/>
                    <a:pt x="92" y="23"/>
                    <a:pt x="85" y="15"/>
                  </a:cubicBezTo>
                  <a:cubicBezTo>
                    <a:pt x="81" y="11"/>
                    <a:pt x="76" y="8"/>
                    <a:pt x="71" y="9"/>
                  </a:cubicBezTo>
                  <a:cubicBezTo>
                    <a:pt x="70" y="9"/>
                    <a:pt x="69" y="9"/>
                    <a:pt x="68" y="10"/>
                  </a:cubicBezTo>
                  <a:cubicBezTo>
                    <a:pt x="67" y="10"/>
                    <a:pt x="66" y="11"/>
                    <a:pt x="65" y="11"/>
                  </a:cubicBezTo>
                  <a:cubicBezTo>
                    <a:pt x="62" y="13"/>
                    <a:pt x="61" y="17"/>
                    <a:pt x="60" y="21"/>
                  </a:cubicBezTo>
                  <a:cubicBezTo>
                    <a:pt x="50" y="11"/>
                    <a:pt x="35" y="0"/>
                    <a:pt x="26" y="11"/>
                  </a:cubicBezTo>
                  <a:cubicBezTo>
                    <a:pt x="21" y="17"/>
                    <a:pt x="26" y="25"/>
                    <a:pt x="32" y="32"/>
                  </a:cubicBezTo>
                  <a:cubicBezTo>
                    <a:pt x="21" y="31"/>
                    <a:pt x="9" y="32"/>
                    <a:pt x="5" y="42"/>
                  </a:cubicBezTo>
                  <a:cubicBezTo>
                    <a:pt x="0" y="53"/>
                    <a:pt x="11" y="58"/>
                    <a:pt x="22" y="61"/>
                  </a:cubicBezTo>
                  <a:cubicBezTo>
                    <a:pt x="13" y="63"/>
                    <a:pt x="6" y="68"/>
                    <a:pt x="11" y="78"/>
                  </a:cubicBezTo>
                  <a:cubicBezTo>
                    <a:pt x="15" y="86"/>
                    <a:pt x="26" y="88"/>
                    <a:pt x="34" y="90"/>
                  </a:cubicBezTo>
                  <a:cubicBezTo>
                    <a:pt x="47" y="94"/>
                    <a:pt x="63" y="99"/>
                    <a:pt x="78" y="101"/>
                  </a:cubicBezTo>
                  <a:cubicBezTo>
                    <a:pt x="101" y="51"/>
                    <a:pt x="101" y="51"/>
                    <a:pt x="101" y="51"/>
                  </a:cubicBezTo>
                  <a:cubicBezTo>
                    <a:pt x="100" y="51"/>
                    <a:pt x="99" y="50"/>
                    <a:pt x="98" y="4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2" name="Freeform 41"/>
            <p:cNvSpPr>
              <a:spLocks/>
            </p:cNvSpPr>
            <p:nvPr/>
          </p:nvSpPr>
          <p:spPr bwMode="auto">
            <a:xfrm>
              <a:off x="6607176" y="2566988"/>
              <a:ext cx="365125" cy="1079500"/>
            </a:xfrm>
            <a:custGeom>
              <a:avLst/>
              <a:gdLst>
                <a:gd name="T0" fmla="*/ 25 w 225"/>
                <a:gd name="T1" fmla="*/ 0 h 666"/>
                <a:gd name="T2" fmla="*/ 25 w 225"/>
                <a:gd name="T3" fmla="*/ 2 h 666"/>
                <a:gd name="T4" fmla="*/ 2 w 225"/>
                <a:gd name="T5" fmla="*/ 52 h 666"/>
                <a:gd name="T6" fmla="*/ 2 w 225"/>
                <a:gd name="T7" fmla="*/ 52 h 666"/>
                <a:gd name="T8" fmla="*/ 158 w 225"/>
                <a:gd name="T9" fmla="*/ 264 h 666"/>
                <a:gd name="T10" fmla="*/ 0 w 225"/>
                <a:gd name="T11" fmla="*/ 616 h 666"/>
                <a:gd name="T12" fmla="*/ 30 w 225"/>
                <a:gd name="T13" fmla="*/ 666 h 666"/>
                <a:gd name="T14" fmla="*/ 214 w 225"/>
                <a:gd name="T15" fmla="*/ 299 h 666"/>
                <a:gd name="T16" fmla="*/ 25 w 225"/>
                <a:gd name="T1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666">
                  <a:moveTo>
                    <a:pt x="25" y="0"/>
                  </a:moveTo>
                  <a:cubicBezTo>
                    <a:pt x="25" y="2"/>
                    <a:pt x="25" y="2"/>
                    <a:pt x="25" y="2"/>
                  </a:cubicBezTo>
                  <a:cubicBezTo>
                    <a:pt x="2" y="52"/>
                    <a:pt x="2" y="52"/>
                    <a:pt x="2" y="52"/>
                  </a:cubicBezTo>
                  <a:cubicBezTo>
                    <a:pt x="2" y="52"/>
                    <a:pt x="2" y="52"/>
                    <a:pt x="2" y="52"/>
                  </a:cubicBezTo>
                  <a:cubicBezTo>
                    <a:pt x="2" y="52"/>
                    <a:pt x="164" y="161"/>
                    <a:pt x="158" y="264"/>
                  </a:cubicBezTo>
                  <a:cubicBezTo>
                    <a:pt x="152" y="367"/>
                    <a:pt x="0" y="616"/>
                    <a:pt x="0" y="616"/>
                  </a:cubicBezTo>
                  <a:cubicBezTo>
                    <a:pt x="30" y="666"/>
                    <a:pt x="30" y="666"/>
                    <a:pt x="30" y="666"/>
                  </a:cubicBezTo>
                  <a:cubicBezTo>
                    <a:pt x="30" y="666"/>
                    <a:pt x="204" y="410"/>
                    <a:pt x="214" y="299"/>
                  </a:cubicBezTo>
                  <a:cubicBezTo>
                    <a:pt x="225" y="187"/>
                    <a:pt x="170" y="121"/>
                    <a:pt x="25" y="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3" name="Freeform 42"/>
            <p:cNvSpPr>
              <a:spLocks/>
            </p:cNvSpPr>
            <p:nvPr/>
          </p:nvSpPr>
          <p:spPr bwMode="auto">
            <a:xfrm>
              <a:off x="5969001" y="3373438"/>
              <a:ext cx="201613" cy="733425"/>
            </a:xfrm>
            <a:custGeom>
              <a:avLst/>
              <a:gdLst>
                <a:gd name="T0" fmla="*/ 37 w 124"/>
                <a:gd name="T1" fmla="*/ 70 h 452"/>
                <a:gd name="T2" fmla="*/ 10 w 124"/>
                <a:gd name="T3" fmla="*/ 268 h 452"/>
                <a:gd name="T4" fmla="*/ 72 w 124"/>
                <a:gd name="T5" fmla="*/ 450 h 452"/>
                <a:gd name="T6" fmla="*/ 122 w 124"/>
                <a:gd name="T7" fmla="*/ 264 h 452"/>
                <a:gd name="T8" fmla="*/ 70 w 124"/>
                <a:gd name="T9" fmla="*/ 69 h 452"/>
                <a:gd name="T10" fmla="*/ 90 w 124"/>
                <a:gd name="T11" fmla="*/ 40 h 452"/>
                <a:gd name="T12" fmla="*/ 49 w 124"/>
                <a:gd name="T13" fmla="*/ 2 h 452"/>
                <a:gd name="T14" fmla="*/ 37 w 124"/>
                <a:gd name="T15" fmla="*/ 70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452">
                  <a:moveTo>
                    <a:pt x="37" y="70"/>
                  </a:moveTo>
                  <a:cubicBezTo>
                    <a:pt x="37" y="70"/>
                    <a:pt x="3" y="231"/>
                    <a:pt x="10" y="268"/>
                  </a:cubicBezTo>
                  <a:cubicBezTo>
                    <a:pt x="16" y="305"/>
                    <a:pt x="59" y="448"/>
                    <a:pt x="72" y="450"/>
                  </a:cubicBezTo>
                  <a:cubicBezTo>
                    <a:pt x="85" y="452"/>
                    <a:pt x="124" y="290"/>
                    <a:pt x="122" y="264"/>
                  </a:cubicBezTo>
                  <a:cubicBezTo>
                    <a:pt x="120" y="238"/>
                    <a:pt x="70" y="69"/>
                    <a:pt x="70" y="69"/>
                  </a:cubicBezTo>
                  <a:cubicBezTo>
                    <a:pt x="70" y="69"/>
                    <a:pt x="86" y="58"/>
                    <a:pt x="90" y="40"/>
                  </a:cubicBezTo>
                  <a:cubicBezTo>
                    <a:pt x="94" y="19"/>
                    <a:pt x="77" y="0"/>
                    <a:pt x="49" y="2"/>
                  </a:cubicBezTo>
                  <a:cubicBezTo>
                    <a:pt x="21" y="4"/>
                    <a:pt x="0" y="39"/>
                    <a:pt x="37" y="70"/>
                  </a:cubicBezTo>
                  <a:close/>
                </a:path>
              </a:pathLst>
            </a:custGeom>
            <a:solidFill>
              <a:srgbClr val="CA4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4" name="Freeform 43"/>
            <p:cNvSpPr>
              <a:spLocks/>
            </p:cNvSpPr>
            <p:nvPr/>
          </p:nvSpPr>
          <p:spPr bwMode="auto">
            <a:xfrm>
              <a:off x="5351463" y="3287713"/>
              <a:ext cx="695325" cy="269875"/>
            </a:xfrm>
            <a:custGeom>
              <a:avLst/>
              <a:gdLst>
                <a:gd name="T0" fmla="*/ 5 w 428"/>
                <a:gd name="T1" fmla="*/ 0 h 166"/>
                <a:gd name="T2" fmla="*/ 0 w 428"/>
                <a:gd name="T3" fmla="*/ 53 h 166"/>
                <a:gd name="T4" fmla="*/ 328 w 428"/>
                <a:gd name="T5" fmla="*/ 166 h 166"/>
                <a:gd name="T6" fmla="*/ 428 w 428"/>
                <a:gd name="T7" fmla="*/ 55 h 166"/>
                <a:gd name="T8" fmla="*/ 5 w 428"/>
                <a:gd name="T9" fmla="*/ 0 h 166"/>
              </a:gdLst>
              <a:ahLst/>
              <a:cxnLst>
                <a:cxn ang="0">
                  <a:pos x="T0" y="T1"/>
                </a:cxn>
                <a:cxn ang="0">
                  <a:pos x="T2" y="T3"/>
                </a:cxn>
                <a:cxn ang="0">
                  <a:pos x="T4" y="T5"/>
                </a:cxn>
                <a:cxn ang="0">
                  <a:pos x="T6" y="T7"/>
                </a:cxn>
                <a:cxn ang="0">
                  <a:pos x="T8" y="T9"/>
                </a:cxn>
              </a:cxnLst>
              <a:rect l="0" t="0" r="r" b="b"/>
              <a:pathLst>
                <a:path w="428" h="166">
                  <a:moveTo>
                    <a:pt x="5" y="0"/>
                  </a:moveTo>
                  <a:cubicBezTo>
                    <a:pt x="0" y="53"/>
                    <a:pt x="0" y="53"/>
                    <a:pt x="0" y="53"/>
                  </a:cubicBezTo>
                  <a:cubicBezTo>
                    <a:pt x="0" y="53"/>
                    <a:pt x="236" y="108"/>
                    <a:pt x="328" y="166"/>
                  </a:cubicBezTo>
                  <a:cubicBezTo>
                    <a:pt x="328" y="166"/>
                    <a:pt x="357" y="59"/>
                    <a:pt x="428" y="55"/>
                  </a:cubicBezTo>
                  <a:cubicBezTo>
                    <a:pt x="428" y="55"/>
                    <a:pt x="192" y="65"/>
                    <a:pt x="5" y="0"/>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5" name="Freeform 44"/>
            <p:cNvSpPr>
              <a:spLocks/>
            </p:cNvSpPr>
            <p:nvPr/>
          </p:nvSpPr>
          <p:spPr bwMode="auto">
            <a:xfrm>
              <a:off x="6103938" y="3267076"/>
              <a:ext cx="581025" cy="261938"/>
            </a:xfrm>
            <a:custGeom>
              <a:avLst/>
              <a:gdLst>
                <a:gd name="T0" fmla="*/ 0 w 358"/>
                <a:gd name="T1" fmla="*/ 66 h 162"/>
                <a:gd name="T2" fmla="*/ 154 w 358"/>
                <a:gd name="T3" fmla="*/ 162 h 162"/>
                <a:gd name="T4" fmla="*/ 358 w 358"/>
                <a:gd name="T5" fmla="*/ 51 h 162"/>
                <a:gd name="T6" fmla="*/ 347 w 358"/>
                <a:gd name="T7" fmla="*/ 0 h 162"/>
                <a:gd name="T8" fmla="*/ 0 w 358"/>
                <a:gd name="T9" fmla="*/ 66 h 162"/>
              </a:gdLst>
              <a:ahLst/>
              <a:cxnLst>
                <a:cxn ang="0">
                  <a:pos x="T0" y="T1"/>
                </a:cxn>
                <a:cxn ang="0">
                  <a:pos x="T2" y="T3"/>
                </a:cxn>
                <a:cxn ang="0">
                  <a:pos x="T4" y="T5"/>
                </a:cxn>
                <a:cxn ang="0">
                  <a:pos x="T6" y="T7"/>
                </a:cxn>
                <a:cxn ang="0">
                  <a:pos x="T8" y="T9"/>
                </a:cxn>
              </a:cxnLst>
              <a:rect l="0" t="0" r="r" b="b"/>
              <a:pathLst>
                <a:path w="358" h="162">
                  <a:moveTo>
                    <a:pt x="0" y="66"/>
                  </a:moveTo>
                  <a:cubicBezTo>
                    <a:pt x="0" y="66"/>
                    <a:pt x="135" y="82"/>
                    <a:pt x="154" y="162"/>
                  </a:cubicBezTo>
                  <a:cubicBezTo>
                    <a:pt x="154" y="162"/>
                    <a:pt x="259" y="69"/>
                    <a:pt x="358" y="51"/>
                  </a:cubicBezTo>
                  <a:cubicBezTo>
                    <a:pt x="358" y="51"/>
                    <a:pt x="353" y="11"/>
                    <a:pt x="347" y="0"/>
                  </a:cubicBezTo>
                  <a:cubicBezTo>
                    <a:pt x="347" y="0"/>
                    <a:pt x="163" y="46"/>
                    <a:pt x="0" y="66"/>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grpSp>
      <p:sp>
        <p:nvSpPr>
          <p:cNvPr id="4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6854158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 fill="hold"/>
                                        <p:tgtEl>
                                          <p:spTgt spid="9"/>
                                        </p:tgtEl>
                                        <p:attrNameLst>
                                          <p:attrName>ppt_x</p:attrName>
                                        </p:attrNameLst>
                                      </p:cBhvr>
                                      <p:tavLst>
                                        <p:tav tm="0">
                                          <p:val>
                                            <p:strVal val="#ppt_x"/>
                                          </p:val>
                                        </p:tav>
                                        <p:tav tm="100000">
                                          <p:val>
                                            <p:strVal val="#ppt_x"/>
                                          </p:val>
                                        </p:tav>
                                      </p:tavLst>
                                    </p:anim>
                                    <p:anim calcmode="lin" valueType="num">
                                      <p:cBhvr additive="base">
                                        <p:cTn id="19" dur="500" fill="hold"/>
                                        <p:tgtEl>
                                          <p:spTgt spid="9"/>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8"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294838" y="157900"/>
            <a:ext cx="10515600" cy="783944"/>
          </a:xfrm>
        </p:spPr>
        <p:txBody>
          <a:bodyPr>
            <a:normAutofit/>
          </a:bodyPr>
          <a:lstStyle/>
          <a:p>
            <a:pPr lvl="0" algn="r" rtl="1"/>
            <a:r>
              <a:rPr lang="ar-SA" sz="4400" b="1" u="sng" dirty="0" smtClean="0">
                <a:solidFill>
                  <a:schemeClr val="tx1"/>
                </a:solidFill>
                <a:cs typeface="+mn-cs"/>
              </a:rPr>
              <a:t>أ - التطور </a:t>
            </a:r>
            <a:r>
              <a:rPr lang="ar-SA" sz="4400" b="1" u="sng" dirty="0">
                <a:solidFill>
                  <a:schemeClr val="tx1"/>
                </a:solidFill>
                <a:cs typeface="+mn-cs"/>
              </a:rPr>
              <a:t>التاريخي </a:t>
            </a:r>
            <a:endParaRPr lang="en-US" sz="4400" u="sng" dirty="0">
              <a:solidFill>
                <a:schemeClr val="tx1"/>
              </a:solidFill>
              <a:cs typeface="+mn-cs"/>
            </a:endParaRPr>
          </a:p>
        </p:txBody>
      </p:sp>
      <p:sp>
        <p:nvSpPr>
          <p:cNvPr id="100" name="Freeform 7"/>
          <p:cNvSpPr>
            <a:spLocks/>
          </p:cNvSpPr>
          <p:nvPr/>
        </p:nvSpPr>
        <p:spPr bwMode="auto">
          <a:xfrm>
            <a:off x="7785264" y="3190219"/>
            <a:ext cx="1103644" cy="1963391"/>
          </a:xfrm>
          <a:custGeom>
            <a:avLst/>
            <a:gdLst>
              <a:gd name="T0" fmla="*/ 101 w 535"/>
              <a:gd name="T1" fmla="*/ 271 h 951"/>
              <a:gd name="T2" fmla="*/ 101 w 535"/>
              <a:gd name="T3" fmla="*/ 268 h 951"/>
              <a:gd name="T4" fmla="*/ 268 w 535"/>
              <a:gd name="T5" fmla="*/ 102 h 951"/>
              <a:gd name="T6" fmla="*/ 434 w 535"/>
              <a:gd name="T7" fmla="*/ 268 h 951"/>
              <a:gd name="T8" fmla="*/ 434 w 535"/>
              <a:gd name="T9" fmla="*/ 951 h 951"/>
              <a:gd name="T10" fmla="*/ 535 w 535"/>
              <a:gd name="T11" fmla="*/ 951 h 951"/>
              <a:gd name="T12" fmla="*/ 535 w 535"/>
              <a:gd name="T13" fmla="*/ 268 h 951"/>
              <a:gd name="T14" fmla="*/ 268 w 535"/>
              <a:gd name="T15" fmla="*/ 0 h 951"/>
              <a:gd name="T16" fmla="*/ 0 w 535"/>
              <a:gd name="T17" fmla="*/ 268 h 951"/>
              <a:gd name="T18" fmla="*/ 0 w 535"/>
              <a:gd name="T19" fmla="*/ 271 h 951"/>
              <a:gd name="T20" fmla="*/ 101 w 535"/>
              <a:gd name="T21" fmla="*/ 271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5" h="951">
                <a:moveTo>
                  <a:pt x="101" y="271"/>
                </a:moveTo>
                <a:cubicBezTo>
                  <a:pt x="101" y="270"/>
                  <a:pt x="101" y="269"/>
                  <a:pt x="101" y="268"/>
                </a:cubicBezTo>
                <a:cubicBezTo>
                  <a:pt x="101" y="176"/>
                  <a:pt x="176" y="102"/>
                  <a:pt x="268" y="102"/>
                </a:cubicBezTo>
                <a:cubicBezTo>
                  <a:pt x="360" y="102"/>
                  <a:pt x="434" y="176"/>
                  <a:pt x="434" y="268"/>
                </a:cubicBezTo>
                <a:cubicBezTo>
                  <a:pt x="434" y="269"/>
                  <a:pt x="434" y="950"/>
                  <a:pt x="434" y="951"/>
                </a:cubicBezTo>
                <a:cubicBezTo>
                  <a:pt x="535" y="951"/>
                  <a:pt x="535" y="951"/>
                  <a:pt x="535" y="951"/>
                </a:cubicBezTo>
                <a:cubicBezTo>
                  <a:pt x="535" y="950"/>
                  <a:pt x="535" y="269"/>
                  <a:pt x="535" y="268"/>
                </a:cubicBezTo>
                <a:cubicBezTo>
                  <a:pt x="535" y="120"/>
                  <a:pt x="415" y="0"/>
                  <a:pt x="268" y="0"/>
                </a:cubicBezTo>
                <a:cubicBezTo>
                  <a:pt x="120" y="0"/>
                  <a:pt x="0" y="120"/>
                  <a:pt x="0" y="268"/>
                </a:cubicBezTo>
                <a:cubicBezTo>
                  <a:pt x="0" y="269"/>
                  <a:pt x="0" y="270"/>
                  <a:pt x="0" y="271"/>
                </a:cubicBezTo>
                <a:cubicBezTo>
                  <a:pt x="101" y="271"/>
                  <a:pt x="101" y="271"/>
                  <a:pt x="101" y="271"/>
                </a:cubicBezTo>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bg-BG">
              <a:solidFill>
                <a:prstClr val="black"/>
              </a:solidFill>
              <a:latin typeface="Calibri" panose="020F0502020204030204"/>
            </a:endParaRPr>
          </a:p>
        </p:txBody>
      </p:sp>
      <p:grpSp>
        <p:nvGrpSpPr>
          <p:cNvPr id="122" name="Group 121"/>
          <p:cNvGrpSpPr/>
          <p:nvPr/>
        </p:nvGrpSpPr>
        <p:grpSpPr>
          <a:xfrm flipH="1" flipV="1">
            <a:off x="4195316" y="3197237"/>
            <a:ext cx="3805462" cy="1136644"/>
            <a:chOff x="4195316" y="3197237"/>
            <a:chExt cx="3805462" cy="1136644"/>
          </a:xfrm>
        </p:grpSpPr>
        <p:sp>
          <p:nvSpPr>
            <p:cNvPr id="99" name="Freeform 5"/>
            <p:cNvSpPr>
              <a:spLocks/>
            </p:cNvSpPr>
            <p:nvPr/>
          </p:nvSpPr>
          <p:spPr bwMode="auto">
            <a:xfrm>
              <a:off x="6897134" y="3774654"/>
              <a:ext cx="1103644" cy="559227"/>
            </a:xfrm>
            <a:custGeom>
              <a:avLst/>
              <a:gdLst>
                <a:gd name="T0" fmla="*/ 101 w 535"/>
                <a:gd name="T1" fmla="*/ 0 h 271"/>
                <a:gd name="T2" fmla="*/ 101 w 535"/>
                <a:gd name="T3" fmla="*/ 3 h 271"/>
                <a:gd name="T4" fmla="*/ 268 w 535"/>
                <a:gd name="T5" fmla="*/ 169 h 271"/>
                <a:gd name="T6" fmla="*/ 434 w 535"/>
                <a:gd name="T7" fmla="*/ 3 h 271"/>
                <a:gd name="T8" fmla="*/ 434 w 535"/>
                <a:gd name="T9" fmla="*/ 0 h 271"/>
                <a:gd name="T10" fmla="*/ 535 w 535"/>
                <a:gd name="T11" fmla="*/ 0 h 271"/>
                <a:gd name="T12" fmla="*/ 535 w 535"/>
                <a:gd name="T13" fmla="*/ 3 h 271"/>
                <a:gd name="T14" fmla="*/ 268 w 535"/>
                <a:gd name="T15" fmla="*/ 271 h 271"/>
                <a:gd name="T16" fmla="*/ 0 w 535"/>
                <a:gd name="T17" fmla="*/ 3 h 271"/>
                <a:gd name="T18" fmla="*/ 0 w 535"/>
                <a:gd name="T19" fmla="*/ 0 h 271"/>
                <a:gd name="T20" fmla="*/ 101 w 535"/>
                <a:gd name="T21"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5" h="271">
                  <a:moveTo>
                    <a:pt x="101" y="0"/>
                  </a:moveTo>
                  <a:cubicBezTo>
                    <a:pt x="101" y="1"/>
                    <a:pt x="101" y="2"/>
                    <a:pt x="101" y="3"/>
                  </a:cubicBezTo>
                  <a:cubicBezTo>
                    <a:pt x="101" y="95"/>
                    <a:pt x="176" y="169"/>
                    <a:pt x="268" y="169"/>
                  </a:cubicBezTo>
                  <a:cubicBezTo>
                    <a:pt x="359" y="169"/>
                    <a:pt x="434" y="95"/>
                    <a:pt x="434" y="3"/>
                  </a:cubicBezTo>
                  <a:cubicBezTo>
                    <a:pt x="434" y="2"/>
                    <a:pt x="434" y="1"/>
                    <a:pt x="434" y="0"/>
                  </a:cubicBezTo>
                  <a:cubicBezTo>
                    <a:pt x="535" y="0"/>
                    <a:pt x="535" y="0"/>
                    <a:pt x="535" y="0"/>
                  </a:cubicBezTo>
                  <a:cubicBezTo>
                    <a:pt x="535" y="1"/>
                    <a:pt x="535" y="2"/>
                    <a:pt x="535" y="3"/>
                  </a:cubicBezTo>
                  <a:cubicBezTo>
                    <a:pt x="535" y="151"/>
                    <a:pt x="415" y="271"/>
                    <a:pt x="268" y="271"/>
                  </a:cubicBezTo>
                  <a:cubicBezTo>
                    <a:pt x="120" y="271"/>
                    <a:pt x="0" y="151"/>
                    <a:pt x="0" y="3"/>
                  </a:cubicBezTo>
                  <a:cubicBezTo>
                    <a:pt x="0" y="2"/>
                    <a:pt x="0" y="1"/>
                    <a:pt x="0" y="0"/>
                  </a:cubicBezTo>
                  <a:cubicBezTo>
                    <a:pt x="101" y="0"/>
                    <a:pt x="101" y="0"/>
                    <a:pt x="101" y="0"/>
                  </a:cubicBezTo>
                </a:path>
              </a:pathLst>
            </a:custGeom>
            <a:solidFill>
              <a:srgbClr val="FFC40A"/>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bg-BG">
                <a:solidFill>
                  <a:prstClr val="black"/>
                </a:solidFill>
                <a:latin typeface="Calibri" panose="020F0502020204030204"/>
              </a:endParaRPr>
            </a:p>
          </p:txBody>
        </p:sp>
        <p:sp>
          <p:nvSpPr>
            <p:cNvPr id="101" name="Freeform 5"/>
            <p:cNvSpPr>
              <a:spLocks/>
            </p:cNvSpPr>
            <p:nvPr/>
          </p:nvSpPr>
          <p:spPr bwMode="auto">
            <a:xfrm rot="10800000">
              <a:off x="5993799" y="3197237"/>
              <a:ext cx="1103644" cy="559227"/>
            </a:xfrm>
            <a:custGeom>
              <a:avLst/>
              <a:gdLst>
                <a:gd name="T0" fmla="*/ 101 w 535"/>
                <a:gd name="T1" fmla="*/ 0 h 271"/>
                <a:gd name="T2" fmla="*/ 101 w 535"/>
                <a:gd name="T3" fmla="*/ 3 h 271"/>
                <a:gd name="T4" fmla="*/ 268 w 535"/>
                <a:gd name="T5" fmla="*/ 169 h 271"/>
                <a:gd name="T6" fmla="*/ 434 w 535"/>
                <a:gd name="T7" fmla="*/ 3 h 271"/>
                <a:gd name="T8" fmla="*/ 434 w 535"/>
                <a:gd name="T9" fmla="*/ 0 h 271"/>
                <a:gd name="T10" fmla="*/ 535 w 535"/>
                <a:gd name="T11" fmla="*/ 0 h 271"/>
                <a:gd name="T12" fmla="*/ 535 w 535"/>
                <a:gd name="T13" fmla="*/ 3 h 271"/>
                <a:gd name="T14" fmla="*/ 268 w 535"/>
                <a:gd name="T15" fmla="*/ 271 h 271"/>
                <a:gd name="T16" fmla="*/ 0 w 535"/>
                <a:gd name="T17" fmla="*/ 3 h 271"/>
                <a:gd name="T18" fmla="*/ 0 w 535"/>
                <a:gd name="T19" fmla="*/ 0 h 271"/>
                <a:gd name="T20" fmla="*/ 101 w 535"/>
                <a:gd name="T21"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5" h="271">
                  <a:moveTo>
                    <a:pt x="101" y="0"/>
                  </a:moveTo>
                  <a:cubicBezTo>
                    <a:pt x="101" y="1"/>
                    <a:pt x="101" y="2"/>
                    <a:pt x="101" y="3"/>
                  </a:cubicBezTo>
                  <a:cubicBezTo>
                    <a:pt x="101" y="95"/>
                    <a:pt x="176" y="169"/>
                    <a:pt x="268" y="169"/>
                  </a:cubicBezTo>
                  <a:cubicBezTo>
                    <a:pt x="359" y="169"/>
                    <a:pt x="434" y="95"/>
                    <a:pt x="434" y="3"/>
                  </a:cubicBezTo>
                  <a:cubicBezTo>
                    <a:pt x="434" y="2"/>
                    <a:pt x="434" y="1"/>
                    <a:pt x="434" y="0"/>
                  </a:cubicBezTo>
                  <a:cubicBezTo>
                    <a:pt x="535" y="0"/>
                    <a:pt x="535" y="0"/>
                    <a:pt x="535" y="0"/>
                  </a:cubicBezTo>
                  <a:cubicBezTo>
                    <a:pt x="535" y="1"/>
                    <a:pt x="535" y="2"/>
                    <a:pt x="535" y="3"/>
                  </a:cubicBezTo>
                  <a:cubicBezTo>
                    <a:pt x="535" y="151"/>
                    <a:pt x="415" y="271"/>
                    <a:pt x="268" y="271"/>
                  </a:cubicBezTo>
                  <a:cubicBezTo>
                    <a:pt x="120" y="271"/>
                    <a:pt x="0" y="151"/>
                    <a:pt x="0" y="3"/>
                  </a:cubicBezTo>
                  <a:cubicBezTo>
                    <a:pt x="0" y="2"/>
                    <a:pt x="0" y="1"/>
                    <a:pt x="0" y="0"/>
                  </a:cubicBezTo>
                  <a:cubicBezTo>
                    <a:pt x="101" y="0"/>
                    <a:pt x="101" y="0"/>
                    <a:pt x="101" y="0"/>
                  </a:cubicBezTo>
                </a:path>
              </a:pathLst>
            </a:custGeom>
            <a:solidFill>
              <a:srgbClr val="00ABF0"/>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bg-BG">
                <a:solidFill>
                  <a:prstClr val="black"/>
                </a:solidFill>
                <a:latin typeface="Calibri" panose="020F0502020204030204"/>
              </a:endParaRPr>
            </a:p>
          </p:txBody>
        </p:sp>
        <p:sp>
          <p:nvSpPr>
            <p:cNvPr id="102" name="Freeform 5"/>
            <p:cNvSpPr>
              <a:spLocks/>
            </p:cNvSpPr>
            <p:nvPr/>
          </p:nvSpPr>
          <p:spPr bwMode="auto">
            <a:xfrm>
              <a:off x="5091634" y="3774654"/>
              <a:ext cx="1103644" cy="559227"/>
            </a:xfrm>
            <a:custGeom>
              <a:avLst/>
              <a:gdLst>
                <a:gd name="T0" fmla="*/ 101 w 535"/>
                <a:gd name="T1" fmla="*/ 0 h 271"/>
                <a:gd name="T2" fmla="*/ 101 w 535"/>
                <a:gd name="T3" fmla="*/ 3 h 271"/>
                <a:gd name="T4" fmla="*/ 268 w 535"/>
                <a:gd name="T5" fmla="*/ 169 h 271"/>
                <a:gd name="T6" fmla="*/ 434 w 535"/>
                <a:gd name="T7" fmla="*/ 3 h 271"/>
                <a:gd name="T8" fmla="*/ 434 w 535"/>
                <a:gd name="T9" fmla="*/ 0 h 271"/>
                <a:gd name="T10" fmla="*/ 535 w 535"/>
                <a:gd name="T11" fmla="*/ 0 h 271"/>
                <a:gd name="T12" fmla="*/ 535 w 535"/>
                <a:gd name="T13" fmla="*/ 3 h 271"/>
                <a:gd name="T14" fmla="*/ 268 w 535"/>
                <a:gd name="T15" fmla="*/ 271 h 271"/>
                <a:gd name="T16" fmla="*/ 0 w 535"/>
                <a:gd name="T17" fmla="*/ 3 h 271"/>
                <a:gd name="T18" fmla="*/ 0 w 535"/>
                <a:gd name="T19" fmla="*/ 0 h 271"/>
                <a:gd name="T20" fmla="*/ 101 w 535"/>
                <a:gd name="T21"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5" h="271">
                  <a:moveTo>
                    <a:pt x="101" y="0"/>
                  </a:moveTo>
                  <a:cubicBezTo>
                    <a:pt x="101" y="1"/>
                    <a:pt x="101" y="2"/>
                    <a:pt x="101" y="3"/>
                  </a:cubicBezTo>
                  <a:cubicBezTo>
                    <a:pt x="101" y="95"/>
                    <a:pt x="176" y="169"/>
                    <a:pt x="268" y="169"/>
                  </a:cubicBezTo>
                  <a:cubicBezTo>
                    <a:pt x="359" y="169"/>
                    <a:pt x="434" y="95"/>
                    <a:pt x="434" y="3"/>
                  </a:cubicBezTo>
                  <a:cubicBezTo>
                    <a:pt x="434" y="2"/>
                    <a:pt x="434" y="1"/>
                    <a:pt x="434" y="0"/>
                  </a:cubicBezTo>
                  <a:cubicBezTo>
                    <a:pt x="535" y="0"/>
                    <a:pt x="535" y="0"/>
                    <a:pt x="535" y="0"/>
                  </a:cubicBezTo>
                  <a:cubicBezTo>
                    <a:pt x="535" y="1"/>
                    <a:pt x="535" y="2"/>
                    <a:pt x="535" y="3"/>
                  </a:cubicBezTo>
                  <a:cubicBezTo>
                    <a:pt x="535" y="151"/>
                    <a:pt x="415" y="271"/>
                    <a:pt x="268" y="271"/>
                  </a:cubicBezTo>
                  <a:cubicBezTo>
                    <a:pt x="120" y="271"/>
                    <a:pt x="0" y="151"/>
                    <a:pt x="0" y="3"/>
                  </a:cubicBezTo>
                  <a:cubicBezTo>
                    <a:pt x="0" y="2"/>
                    <a:pt x="0" y="1"/>
                    <a:pt x="0" y="0"/>
                  </a:cubicBezTo>
                  <a:cubicBezTo>
                    <a:pt x="101" y="0"/>
                    <a:pt x="101" y="0"/>
                    <a:pt x="101" y="0"/>
                  </a:cubicBezTo>
                </a:path>
              </a:pathLst>
            </a:custGeom>
            <a:solidFill>
              <a:srgbClr val="0160A0"/>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bg-BG">
                <a:solidFill>
                  <a:prstClr val="black"/>
                </a:solidFill>
                <a:latin typeface="Calibri" panose="020F0502020204030204"/>
              </a:endParaRPr>
            </a:p>
          </p:txBody>
        </p:sp>
        <p:sp>
          <p:nvSpPr>
            <p:cNvPr id="103" name="Freeform 5"/>
            <p:cNvSpPr>
              <a:spLocks/>
            </p:cNvSpPr>
            <p:nvPr/>
          </p:nvSpPr>
          <p:spPr bwMode="auto">
            <a:xfrm rot="10800000">
              <a:off x="4195316" y="3197237"/>
              <a:ext cx="1103644" cy="559227"/>
            </a:xfrm>
            <a:custGeom>
              <a:avLst/>
              <a:gdLst>
                <a:gd name="T0" fmla="*/ 101 w 535"/>
                <a:gd name="T1" fmla="*/ 0 h 271"/>
                <a:gd name="T2" fmla="*/ 101 w 535"/>
                <a:gd name="T3" fmla="*/ 3 h 271"/>
                <a:gd name="T4" fmla="*/ 268 w 535"/>
                <a:gd name="T5" fmla="*/ 169 h 271"/>
                <a:gd name="T6" fmla="*/ 434 w 535"/>
                <a:gd name="T7" fmla="*/ 3 h 271"/>
                <a:gd name="T8" fmla="*/ 434 w 535"/>
                <a:gd name="T9" fmla="*/ 0 h 271"/>
                <a:gd name="T10" fmla="*/ 535 w 535"/>
                <a:gd name="T11" fmla="*/ 0 h 271"/>
                <a:gd name="T12" fmla="*/ 535 w 535"/>
                <a:gd name="T13" fmla="*/ 3 h 271"/>
                <a:gd name="T14" fmla="*/ 268 w 535"/>
                <a:gd name="T15" fmla="*/ 271 h 271"/>
                <a:gd name="T16" fmla="*/ 0 w 535"/>
                <a:gd name="T17" fmla="*/ 3 h 271"/>
                <a:gd name="T18" fmla="*/ 0 w 535"/>
                <a:gd name="T19" fmla="*/ 0 h 271"/>
                <a:gd name="T20" fmla="*/ 101 w 535"/>
                <a:gd name="T21"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5" h="271">
                  <a:moveTo>
                    <a:pt x="101" y="0"/>
                  </a:moveTo>
                  <a:cubicBezTo>
                    <a:pt x="101" y="1"/>
                    <a:pt x="101" y="2"/>
                    <a:pt x="101" y="3"/>
                  </a:cubicBezTo>
                  <a:cubicBezTo>
                    <a:pt x="101" y="95"/>
                    <a:pt x="176" y="169"/>
                    <a:pt x="268" y="169"/>
                  </a:cubicBezTo>
                  <a:cubicBezTo>
                    <a:pt x="359" y="169"/>
                    <a:pt x="434" y="95"/>
                    <a:pt x="434" y="3"/>
                  </a:cubicBezTo>
                  <a:cubicBezTo>
                    <a:pt x="434" y="2"/>
                    <a:pt x="434" y="1"/>
                    <a:pt x="434" y="0"/>
                  </a:cubicBezTo>
                  <a:cubicBezTo>
                    <a:pt x="535" y="0"/>
                    <a:pt x="535" y="0"/>
                    <a:pt x="535" y="0"/>
                  </a:cubicBezTo>
                  <a:cubicBezTo>
                    <a:pt x="535" y="1"/>
                    <a:pt x="535" y="2"/>
                    <a:pt x="535" y="3"/>
                  </a:cubicBezTo>
                  <a:cubicBezTo>
                    <a:pt x="535" y="151"/>
                    <a:pt x="415" y="271"/>
                    <a:pt x="268" y="271"/>
                  </a:cubicBezTo>
                  <a:cubicBezTo>
                    <a:pt x="120" y="271"/>
                    <a:pt x="0" y="151"/>
                    <a:pt x="0" y="3"/>
                  </a:cubicBezTo>
                  <a:cubicBezTo>
                    <a:pt x="0" y="2"/>
                    <a:pt x="0" y="1"/>
                    <a:pt x="0" y="0"/>
                  </a:cubicBezTo>
                  <a:cubicBezTo>
                    <a:pt x="101" y="0"/>
                    <a:pt x="101" y="0"/>
                    <a:pt x="101" y="0"/>
                  </a:cubicBezTo>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bg-BG">
                <a:solidFill>
                  <a:prstClr val="black"/>
                </a:solidFill>
                <a:latin typeface="Calibri" panose="020F0502020204030204"/>
              </a:endParaRPr>
            </a:p>
          </p:txBody>
        </p:sp>
      </p:grpSp>
      <p:sp>
        <p:nvSpPr>
          <p:cNvPr id="104" name="Freeform 7"/>
          <p:cNvSpPr>
            <a:spLocks/>
          </p:cNvSpPr>
          <p:nvPr/>
        </p:nvSpPr>
        <p:spPr bwMode="auto">
          <a:xfrm rot="10800000">
            <a:off x="3303092" y="2370490"/>
            <a:ext cx="1103644" cy="1963391"/>
          </a:xfrm>
          <a:custGeom>
            <a:avLst/>
            <a:gdLst>
              <a:gd name="T0" fmla="*/ 101 w 535"/>
              <a:gd name="T1" fmla="*/ 271 h 951"/>
              <a:gd name="T2" fmla="*/ 101 w 535"/>
              <a:gd name="T3" fmla="*/ 268 h 951"/>
              <a:gd name="T4" fmla="*/ 268 w 535"/>
              <a:gd name="T5" fmla="*/ 102 h 951"/>
              <a:gd name="T6" fmla="*/ 434 w 535"/>
              <a:gd name="T7" fmla="*/ 268 h 951"/>
              <a:gd name="T8" fmla="*/ 434 w 535"/>
              <a:gd name="T9" fmla="*/ 951 h 951"/>
              <a:gd name="T10" fmla="*/ 535 w 535"/>
              <a:gd name="T11" fmla="*/ 951 h 951"/>
              <a:gd name="T12" fmla="*/ 535 w 535"/>
              <a:gd name="T13" fmla="*/ 268 h 951"/>
              <a:gd name="T14" fmla="*/ 268 w 535"/>
              <a:gd name="T15" fmla="*/ 0 h 951"/>
              <a:gd name="T16" fmla="*/ 0 w 535"/>
              <a:gd name="T17" fmla="*/ 268 h 951"/>
              <a:gd name="T18" fmla="*/ 0 w 535"/>
              <a:gd name="T19" fmla="*/ 271 h 951"/>
              <a:gd name="T20" fmla="*/ 101 w 535"/>
              <a:gd name="T21" fmla="*/ 271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5" h="951">
                <a:moveTo>
                  <a:pt x="101" y="271"/>
                </a:moveTo>
                <a:cubicBezTo>
                  <a:pt x="101" y="270"/>
                  <a:pt x="101" y="269"/>
                  <a:pt x="101" y="268"/>
                </a:cubicBezTo>
                <a:cubicBezTo>
                  <a:pt x="101" y="176"/>
                  <a:pt x="176" y="102"/>
                  <a:pt x="268" y="102"/>
                </a:cubicBezTo>
                <a:cubicBezTo>
                  <a:pt x="360" y="102"/>
                  <a:pt x="434" y="176"/>
                  <a:pt x="434" y="268"/>
                </a:cubicBezTo>
                <a:cubicBezTo>
                  <a:pt x="434" y="269"/>
                  <a:pt x="434" y="950"/>
                  <a:pt x="434" y="951"/>
                </a:cubicBezTo>
                <a:cubicBezTo>
                  <a:pt x="535" y="951"/>
                  <a:pt x="535" y="951"/>
                  <a:pt x="535" y="951"/>
                </a:cubicBezTo>
                <a:cubicBezTo>
                  <a:pt x="535" y="950"/>
                  <a:pt x="535" y="269"/>
                  <a:pt x="535" y="268"/>
                </a:cubicBezTo>
                <a:cubicBezTo>
                  <a:pt x="535" y="120"/>
                  <a:pt x="415" y="0"/>
                  <a:pt x="268" y="0"/>
                </a:cubicBezTo>
                <a:cubicBezTo>
                  <a:pt x="120" y="0"/>
                  <a:pt x="0" y="120"/>
                  <a:pt x="0" y="268"/>
                </a:cubicBezTo>
                <a:cubicBezTo>
                  <a:pt x="0" y="269"/>
                  <a:pt x="0" y="270"/>
                  <a:pt x="0" y="271"/>
                </a:cubicBezTo>
                <a:cubicBezTo>
                  <a:pt x="101" y="271"/>
                  <a:pt x="101" y="271"/>
                  <a:pt x="101" y="271"/>
                </a:cubicBezTo>
              </a:path>
            </a:pathLst>
          </a:custGeom>
          <a:solidFill>
            <a:srgbClr val="B3D33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bg-BG">
              <a:solidFill>
                <a:prstClr val="black"/>
              </a:solidFill>
              <a:latin typeface="Calibri" panose="020F0502020204030204"/>
            </a:endParaRPr>
          </a:p>
        </p:txBody>
      </p:sp>
      <p:sp>
        <p:nvSpPr>
          <p:cNvPr id="127" name="Rectangle 126"/>
          <p:cNvSpPr/>
          <p:nvPr/>
        </p:nvSpPr>
        <p:spPr>
          <a:xfrm>
            <a:off x="4542398" y="3574599"/>
            <a:ext cx="423514" cy="400110"/>
          </a:xfrm>
          <a:prstGeom prst="rect">
            <a:avLst/>
          </a:prstGeom>
        </p:spPr>
        <p:txBody>
          <a:bodyPr wrap="none">
            <a:spAutoFit/>
          </a:bodyPr>
          <a:lstStyle/>
          <a:p>
            <a:pPr fontAlgn="auto">
              <a:spcBef>
                <a:spcPts val="0"/>
              </a:spcBef>
              <a:spcAft>
                <a:spcPts val="0"/>
              </a:spcAft>
            </a:pPr>
            <a:r>
              <a:rPr lang="en-US" sz="2000" dirty="0">
                <a:solidFill>
                  <a:prstClr val="white">
                    <a:lumMod val="50000"/>
                  </a:prstClr>
                </a:solidFill>
                <a:latin typeface="FontAwesome" pitchFamily="50" charset="0"/>
              </a:rPr>
              <a:t></a:t>
            </a:r>
            <a:endParaRPr lang="en-US" sz="2000" dirty="0">
              <a:solidFill>
                <a:prstClr val="white">
                  <a:lumMod val="50000"/>
                </a:prstClr>
              </a:solidFill>
              <a:latin typeface="Calibri" panose="020F0502020204030204"/>
            </a:endParaRPr>
          </a:p>
        </p:txBody>
      </p:sp>
      <p:sp>
        <p:nvSpPr>
          <p:cNvPr id="128" name="Rectangle 127"/>
          <p:cNvSpPr/>
          <p:nvPr/>
        </p:nvSpPr>
        <p:spPr>
          <a:xfrm>
            <a:off x="3639149" y="3605377"/>
            <a:ext cx="431528" cy="369332"/>
          </a:xfrm>
          <a:prstGeom prst="rect">
            <a:avLst/>
          </a:prstGeom>
        </p:spPr>
        <p:txBody>
          <a:bodyPr wrap="none">
            <a:spAutoFit/>
          </a:bodyPr>
          <a:lstStyle/>
          <a:p>
            <a:pPr fontAlgn="auto">
              <a:spcBef>
                <a:spcPts val="0"/>
              </a:spcBef>
              <a:spcAft>
                <a:spcPts val="0"/>
              </a:spcAft>
            </a:pPr>
            <a:r>
              <a:rPr lang="en-US" dirty="0">
                <a:solidFill>
                  <a:prstClr val="white">
                    <a:lumMod val="50000"/>
                  </a:prstClr>
                </a:solidFill>
                <a:latin typeface="FontAwesome" pitchFamily="50" charset="0"/>
              </a:rPr>
              <a:t></a:t>
            </a:r>
            <a:endParaRPr lang="en-US" dirty="0">
              <a:solidFill>
                <a:prstClr val="white">
                  <a:lumMod val="50000"/>
                </a:prstClr>
              </a:solidFill>
              <a:latin typeface="Calibri" panose="020F0502020204030204"/>
            </a:endParaRPr>
          </a:p>
        </p:txBody>
      </p:sp>
      <p:sp>
        <p:nvSpPr>
          <p:cNvPr id="129" name="Rectangle 128"/>
          <p:cNvSpPr/>
          <p:nvPr/>
        </p:nvSpPr>
        <p:spPr>
          <a:xfrm>
            <a:off x="7233191" y="3606574"/>
            <a:ext cx="431528" cy="369332"/>
          </a:xfrm>
          <a:prstGeom prst="rect">
            <a:avLst/>
          </a:prstGeom>
        </p:spPr>
        <p:txBody>
          <a:bodyPr wrap="none">
            <a:spAutoFit/>
          </a:bodyPr>
          <a:lstStyle/>
          <a:p>
            <a:pPr fontAlgn="auto">
              <a:spcBef>
                <a:spcPts val="0"/>
              </a:spcBef>
              <a:spcAft>
                <a:spcPts val="0"/>
              </a:spcAft>
            </a:pPr>
            <a:r>
              <a:rPr lang="en-US" dirty="0">
                <a:solidFill>
                  <a:prstClr val="white">
                    <a:lumMod val="50000"/>
                  </a:prstClr>
                </a:solidFill>
                <a:latin typeface="FontAwesome" pitchFamily="50" charset="0"/>
              </a:rPr>
              <a:t></a:t>
            </a:r>
            <a:endParaRPr lang="en-US" dirty="0">
              <a:solidFill>
                <a:prstClr val="white">
                  <a:lumMod val="50000"/>
                </a:prstClr>
              </a:solidFill>
              <a:latin typeface="Calibri" panose="020F0502020204030204"/>
            </a:endParaRPr>
          </a:p>
        </p:txBody>
      </p:sp>
      <p:sp>
        <p:nvSpPr>
          <p:cNvPr id="130" name="Rectangle 129"/>
          <p:cNvSpPr/>
          <p:nvPr/>
        </p:nvSpPr>
        <p:spPr>
          <a:xfrm>
            <a:off x="8137352" y="3605377"/>
            <a:ext cx="415498" cy="369332"/>
          </a:xfrm>
          <a:prstGeom prst="rect">
            <a:avLst/>
          </a:prstGeom>
        </p:spPr>
        <p:txBody>
          <a:bodyPr wrap="none">
            <a:spAutoFit/>
          </a:bodyPr>
          <a:lstStyle/>
          <a:p>
            <a:pPr fontAlgn="auto">
              <a:spcBef>
                <a:spcPts val="0"/>
              </a:spcBef>
              <a:spcAft>
                <a:spcPts val="0"/>
              </a:spcAft>
            </a:pPr>
            <a:r>
              <a:rPr lang="en-US" dirty="0">
                <a:solidFill>
                  <a:prstClr val="white">
                    <a:lumMod val="50000"/>
                  </a:prstClr>
                </a:solidFill>
                <a:latin typeface="FontAwesome" pitchFamily="50" charset="0"/>
              </a:rPr>
              <a:t></a:t>
            </a:r>
            <a:endParaRPr lang="en-US" dirty="0">
              <a:solidFill>
                <a:prstClr val="white">
                  <a:lumMod val="50000"/>
                </a:prstClr>
              </a:solidFill>
              <a:latin typeface="Calibri" panose="020F0502020204030204"/>
            </a:endParaRPr>
          </a:p>
        </p:txBody>
      </p:sp>
      <p:sp>
        <p:nvSpPr>
          <p:cNvPr id="131" name="Rectangle 130"/>
          <p:cNvSpPr/>
          <p:nvPr/>
        </p:nvSpPr>
        <p:spPr>
          <a:xfrm>
            <a:off x="5440557" y="3605377"/>
            <a:ext cx="431528" cy="369332"/>
          </a:xfrm>
          <a:prstGeom prst="rect">
            <a:avLst/>
          </a:prstGeom>
        </p:spPr>
        <p:txBody>
          <a:bodyPr wrap="none">
            <a:spAutoFit/>
          </a:bodyPr>
          <a:lstStyle/>
          <a:p>
            <a:pPr fontAlgn="auto">
              <a:spcBef>
                <a:spcPts val="0"/>
              </a:spcBef>
              <a:spcAft>
                <a:spcPts val="0"/>
              </a:spcAft>
            </a:pPr>
            <a:r>
              <a:rPr lang="en-US" dirty="0">
                <a:solidFill>
                  <a:prstClr val="white">
                    <a:lumMod val="50000"/>
                  </a:prstClr>
                </a:solidFill>
                <a:latin typeface="FontAwesome" pitchFamily="50" charset="0"/>
              </a:rPr>
              <a:t></a:t>
            </a:r>
            <a:endParaRPr lang="en-US" dirty="0">
              <a:solidFill>
                <a:prstClr val="white">
                  <a:lumMod val="50000"/>
                </a:prstClr>
              </a:solidFill>
              <a:latin typeface="Calibri" panose="020F0502020204030204"/>
            </a:endParaRPr>
          </a:p>
        </p:txBody>
      </p:sp>
      <p:sp>
        <p:nvSpPr>
          <p:cNvPr id="132" name="Rectangle 131"/>
          <p:cNvSpPr/>
          <p:nvPr/>
        </p:nvSpPr>
        <p:spPr>
          <a:xfrm>
            <a:off x="6352904" y="3605377"/>
            <a:ext cx="399468" cy="369332"/>
          </a:xfrm>
          <a:prstGeom prst="rect">
            <a:avLst/>
          </a:prstGeom>
        </p:spPr>
        <p:txBody>
          <a:bodyPr wrap="none">
            <a:spAutoFit/>
          </a:bodyPr>
          <a:lstStyle/>
          <a:p>
            <a:pPr fontAlgn="auto">
              <a:spcBef>
                <a:spcPts val="0"/>
              </a:spcBef>
              <a:spcAft>
                <a:spcPts val="0"/>
              </a:spcAft>
            </a:pPr>
            <a:r>
              <a:rPr lang="en-US" dirty="0">
                <a:solidFill>
                  <a:prstClr val="white">
                    <a:lumMod val="50000"/>
                  </a:prstClr>
                </a:solidFill>
                <a:latin typeface="FontAwesome" pitchFamily="50" charset="0"/>
              </a:rPr>
              <a:t></a:t>
            </a:r>
            <a:endParaRPr lang="en-US" dirty="0">
              <a:solidFill>
                <a:prstClr val="white">
                  <a:lumMod val="50000"/>
                </a:prstClr>
              </a:solidFill>
              <a:latin typeface="Calibri" panose="020F0502020204030204"/>
            </a:endParaRPr>
          </a:p>
        </p:txBody>
      </p:sp>
      <p:grpSp>
        <p:nvGrpSpPr>
          <p:cNvPr id="4" name="Group 3"/>
          <p:cNvGrpSpPr/>
          <p:nvPr/>
        </p:nvGrpSpPr>
        <p:grpSpPr>
          <a:xfrm>
            <a:off x="2256634" y="4054268"/>
            <a:ext cx="3945661" cy="2015549"/>
            <a:chOff x="2256634" y="4054268"/>
            <a:chExt cx="3945661" cy="2015549"/>
          </a:xfrm>
        </p:grpSpPr>
        <p:grpSp>
          <p:nvGrpSpPr>
            <p:cNvPr id="137" name="Group 136"/>
            <p:cNvGrpSpPr/>
            <p:nvPr/>
          </p:nvGrpSpPr>
          <p:grpSpPr>
            <a:xfrm rot="16200000" flipH="1">
              <a:off x="4397961" y="4380190"/>
              <a:ext cx="712388" cy="60543"/>
              <a:chOff x="4113369" y="3398728"/>
              <a:chExt cx="712388" cy="60543"/>
            </a:xfrm>
          </p:grpSpPr>
          <p:cxnSp>
            <p:nvCxnSpPr>
              <p:cNvPr id="138" name="Straight Connector 137"/>
              <p:cNvCxnSpPr/>
              <p:nvPr/>
            </p:nvCxnSpPr>
            <p:spPr>
              <a:xfrm>
                <a:off x="4147932" y="3429000"/>
                <a:ext cx="642783"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9" name="Oval 138"/>
              <p:cNvSpPr/>
              <p:nvPr/>
            </p:nvSpPr>
            <p:spPr>
              <a:xfrm>
                <a:off x="4113369" y="3398728"/>
                <a:ext cx="60543" cy="6054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0" name="Oval 139"/>
              <p:cNvSpPr/>
              <p:nvPr/>
            </p:nvSpPr>
            <p:spPr>
              <a:xfrm>
                <a:off x="4765214" y="3398728"/>
                <a:ext cx="60543" cy="6054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147" name="TextBox 146"/>
            <p:cNvSpPr txBox="1"/>
            <p:nvPr/>
          </p:nvSpPr>
          <p:spPr>
            <a:xfrm>
              <a:off x="2256634" y="4869488"/>
              <a:ext cx="3945661" cy="1200329"/>
            </a:xfrm>
            <a:prstGeom prst="rect">
              <a:avLst/>
            </a:prstGeom>
            <a:noFill/>
          </p:spPr>
          <p:txBody>
            <a:bodyPr wrap="square" rtlCol="0">
              <a:spAutoFit/>
            </a:bodyPr>
            <a:lstStyle/>
            <a:p>
              <a:pPr lvl="0" algn="ctr" rtl="1"/>
              <a:r>
                <a:rPr lang="ar-SA" sz="2400" b="1" dirty="0"/>
                <a:t>ترجع البدايات الفنية الأولى لصناعة أفلام الصور المتحركة إلى أواخر القرن التاسع عشر الميلادي </a:t>
              </a:r>
              <a:endParaRPr lang="en-US" sz="2400" b="1" dirty="0"/>
            </a:p>
          </p:txBody>
        </p:sp>
      </p:grpSp>
      <p:grpSp>
        <p:nvGrpSpPr>
          <p:cNvPr id="6" name="Group 5"/>
          <p:cNvGrpSpPr/>
          <p:nvPr/>
        </p:nvGrpSpPr>
        <p:grpSpPr>
          <a:xfrm>
            <a:off x="6088361" y="4445266"/>
            <a:ext cx="4513480" cy="2188155"/>
            <a:chOff x="6088361" y="4445266"/>
            <a:chExt cx="4513480" cy="2188155"/>
          </a:xfrm>
        </p:grpSpPr>
        <p:cxnSp>
          <p:nvCxnSpPr>
            <p:cNvPr id="142" name="Straight Connector 141"/>
            <p:cNvCxnSpPr/>
            <p:nvPr/>
          </p:nvCxnSpPr>
          <p:spPr>
            <a:xfrm rot="16200000" flipH="1">
              <a:off x="7157896" y="4766658"/>
              <a:ext cx="642783"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a:off x="6088361" y="5433092"/>
              <a:ext cx="4513480" cy="1200329"/>
            </a:xfrm>
            <a:prstGeom prst="rect">
              <a:avLst/>
            </a:prstGeom>
            <a:noFill/>
          </p:spPr>
          <p:txBody>
            <a:bodyPr wrap="square" rtlCol="0">
              <a:spAutoFit/>
            </a:bodyPr>
            <a:lstStyle/>
            <a:p>
              <a:pPr algn="ctr" fontAlgn="auto">
                <a:spcBef>
                  <a:spcPts val="0"/>
                </a:spcBef>
                <a:spcAft>
                  <a:spcPts val="0"/>
                </a:spcAft>
              </a:pPr>
              <a:r>
                <a:rPr lang="ar-SA" sz="2400" b="1" dirty="0"/>
                <a:t>خلال الحرب العالمية الأولى (1914-1918م) جرت أول محاولة لاستخدام لأفلام التعليمية في التربية </a:t>
              </a:r>
              <a:endParaRPr lang="en-US" sz="2400" b="1"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grpSp>
        <p:nvGrpSpPr>
          <p:cNvPr id="5" name="Group 4"/>
          <p:cNvGrpSpPr/>
          <p:nvPr/>
        </p:nvGrpSpPr>
        <p:grpSpPr>
          <a:xfrm>
            <a:off x="3820730" y="1050160"/>
            <a:ext cx="5262627" cy="2140060"/>
            <a:chOff x="2987587" y="1477687"/>
            <a:chExt cx="5262627" cy="2140060"/>
          </a:xfrm>
        </p:grpSpPr>
        <p:grpSp>
          <p:nvGrpSpPr>
            <p:cNvPr id="133" name="Group 132"/>
            <p:cNvGrpSpPr/>
            <p:nvPr/>
          </p:nvGrpSpPr>
          <p:grpSpPr>
            <a:xfrm rot="16200000" flipH="1">
              <a:off x="5257313" y="3195616"/>
              <a:ext cx="783719" cy="60543"/>
              <a:chOff x="4113369" y="3398728"/>
              <a:chExt cx="783719" cy="60543"/>
            </a:xfrm>
          </p:grpSpPr>
          <p:cxnSp>
            <p:nvCxnSpPr>
              <p:cNvPr id="134" name="Straight Connector 133"/>
              <p:cNvCxnSpPr/>
              <p:nvPr/>
            </p:nvCxnSpPr>
            <p:spPr>
              <a:xfrm>
                <a:off x="4254305" y="3446721"/>
                <a:ext cx="642783"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5" name="Oval 134"/>
              <p:cNvSpPr/>
              <p:nvPr/>
            </p:nvSpPr>
            <p:spPr>
              <a:xfrm>
                <a:off x="4113369" y="3398728"/>
                <a:ext cx="60543" cy="6054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36" name="Oval 135"/>
              <p:cNvSpPr/>
              <p:nvPr/>
            </p:nvSpPr>
            <p:spPr>
              <a:xfrm>
                <a:off x="4765214" y="3398728"/>
                <a:ext cx="60543" cy="6054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154" name="TextBox 153"/>
            <p:cNvSpPr txBox="1"/>
            <p:nvPr/>
          </p:nvSpPr>
          <p:spPr>
            <a:xfrm>
              <a:off x="2987587" y="1477687"/>
              <a:ext cx="5262627" cy="1569660"/>
            </a:xfrm>
            <a:prstGeom prst="rect">
              <a:avLst/>
            </a:prstGeom>
            <a:noFill/>
          </p:spPr>
          <p:txBody>
            <a:bodyPr wrap="square" rtlCol="0">
              <a:spAutoFit/>
            </a:bodyPr>
            <a:lstStyle/>
            <a:p>
              <a:pPr algn="ctr" rtl="1" fontAlgn="auto">
                <a:spcBef>
                  <a:spcPts val="0"/>
                </a:spcBef>
                <a:spcAft>
                  <a:spcPts val="0"/>
                </a:spcAft>
              </a:pPr>
              <a:r>
                <a:rPr lang="ar-SA" sz="2400" b="1" dirty="0"/>
                <a:t>في عام 1908م قامت إحدى الشركات الأجنبية بطبع كتاب يدعى "التعليم المرئي" وذلك لاستخدمه كمرشد للمعلمين للاستفادة من الشرائح المضيئة والصور الحسية</a:t>
              </a:r>
              <a:endParaRPr lang="en-US" sz="2400" b="1"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3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6599887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04"/>
                                        </p:tgtEl>
                                        <p:attrNameLst>
                                          <p:attrName>style.visibility</p:attrName>
                                        </p:attrNameLst>
                                      </p:cBhvr>
                                      <p:to>
                                        <p:strVal val="visible"/>
                                      </p:to>
                                    </p:set>
                                    <p:anim calcmode="lin" valueType="num">
                                      <p:cBhvr>
                                        <p:cTn id="7" dur="500" fill="hold"/>
                                        <p:tgtEl>
                                          <p:spTgt spid="104"/>
                                        </p:tgtEl>
                                        <p:attrNameLst>
                                          <p:attrName>ppt_w</p:attrName>
                                        </p:attrNameLst>
                                      </p:cBhvr>
                                      <p:tavLst>
                                        <p:tav tm="0">
                                          <p:val>
                                            <p:fltVal val="0"/>
                                          </p:val>
                                        </p:tav>
                                        <p:tav tm="100000">
                                          <p:val>
                                            <p:strVal val="#ppt_w"/>
                                          </p:val>
                                        </p:tav>
                                      </p:tavLst>
                                    </p:anim>
                                    <p:anim calcmode="lin" valueType="num">
                                      <p:cBhvr>
                                        <p:cTn id="8" dur="500" fill="hold"/>
                                        <p:tgtEl>
                                          <p:spTgt spid="104"/>
                                        </p:tgtEl>
                                        <p:attrNameLst>
                                          <p:attrName>ppt_h</p:attrName>
                                        </p:attrNameLst>
                                      </p:cBhvr>
                                      <p:tavLst>
                                        <p:tav tm="0">
                                          <p:val>
                                            <p:fltVal val="0"/>
                                          </p:val>
                                        </p:tav>
                                        <p:tav tm="100000">
                                          <p:val>
                                            <p:strVal val="#ppt_h"/>
                                          </p:val>
                                        </p:tav>
                                      </p:tavLst>
                                    </p:anim>
                                    <p:animEffect transition="in" filter="fade">
                                      <p:cBhvr>
                                        <p:cTn id="9" dur="500"/>
                                        <p:tgtEl>
                                          <p:spTgt spid="104"/>
                                        </p:tgtEl>
                                      </p:cBhvr>
                                    </p:animEffect>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122"/>
                                        </p:tgtEl>
                                        <p:attrNameLst>
                                          <p:attrName>style.visibility</p:attrName>
                                        </p:attrNameLst>
                                      </p:cBhvr>
                                      <p:to>
                                        <p:strVal val="visible"/>
                                      </p:to>
                                    </p:set>
                                    <p:animEffect transition="in" filter="wipe(left)">
                                      <p:cBhvr>
                                        <p:cTn id="13" dur="1000"/>
                                        <p:tgtEl>
                                          <p:spTgt spid="122"/>
                                        </p:tgtEl>
                                      </p:cBhvr>
                                    </p:animEffect>
                                  </p:childTnLst>
                                </p:cTn>
                              </p:par>
                            </p:childTnLst>
                          </p:cTn>
                        </p:par>
                        <p:par>
                          <p:cTn id="14" fill="hold">
                            <p:stCondLst>
                              <p:cond delay="1500"/>
                            </p:stCondLst>
                            <p:childTnLst>
                              <p:par>
                                <p:cTn id="15" presetID="53" presetClass="entr" presetSubtype="16" fill="hold" grpId="0" nodeType="afterEffect">
                                  <p:stCondLst>
                                    <p:cond delay="0"/>
                                  </p:stCondLst>
                                  <p:childTnLst>
                                    <p:set>
                                      <p:cBhvr>
                                        <p:cTn id="16" dur="1" fill="hold">
                                          <p:stCondLst>
                                            <p:cond delay="0"/>
                                          </p:stCondLst>
                                        </p:cTn>
                                        <p:tgtEl>
                                          <p:spTgt spid="100"/>
                                        </p:tgtEl>
                                        <p:attrNameLst>
                                          <p:attrName>style.visibility</p:attrName>
                                        </p:attrNameLst>
                                      </p:cBhvr>
                                      <p:to>
                                        <p:strVal val="visible"/>
                                      </p:to>
                                    </p:set>
                                    <p:anim calcmode="lin" valueType="num">
                                      <p:cBhvr>
                                        <p:cTn id="17" dur="500" fill="hold"/>
                                        <p:tgtEl>
                                          <p:spTgt spid="100"/>
                                        </p:tgtEl>
                                        <p:attrNameLst>
                                          <p:attrName>ppt_w</p:attrName>
                                        </p:attrNameLst>
                                      </p:cBhvr>
                                      <p:tavLst>
                                        <p:tav tm="0">
                                          <p:val>
                                            <p:fltVal val="0"/>
                                          </p:val>
                                        </p:tav>
                                        <p:tav tm="100000">
                                          <p:val>
                                            <p:strVal val="#ppt_w"/>
                                          </p:val>
                                        </p:tav>
                                      </p:tavLst>
                                    </p:anim>
                                    <p:anim calcmode="lin" valueType="num">
                                      <p:cBhvr>
                                        <p:cTn id="18" dur="500" fill="hold"/>
                                        <p:tgtEl>
                                          <p:spTgt spid="100"/>
                                        </p:tgtEl>
                                        <p:attrNameLst>
                                          <p:attrName>ppt_h</p:attrName>
                                        </p:attrNameLst>
                                      </p:cBhvr>
                                      <p:tavLst>
                                        <p:tav tm="0">
                                          <p:val>
                                            <p:fltVal val="0"/>
                                          </p:val>
                                        </p:tav>
                                        <p:tav tm="100000">
                                          <p:val>
                                            <p:strVal val="#ppt_h"/>
                                          </p:val>
                                        </p:tav>
                                      </p:tavLst>
                                    </p:anim>
                                    <p:animEffect transition="in" filter="fade">
                                      <p:cBhvr>
                                        <p:cTn id="19" dur="500"/>
                                        <p:tgtEl>
                                          <p:spTgt spid="100"/>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28"/>
                                        </p:tgtEl>
                                        <p:attrNameLst>
                                          <p:attrName>style.visibility</p:attrName>
                                        </p:attrNameLst>
                                      </p:cBhvr>
                                      <p:to>
                                        <p:strVal val="visible"/>
                                      </p:to>
                                    </p:set>
                                    <p:animEffect transition="in" filter="fade">
                                      <p:cBhvr>
                                        <p:cTn id="23" dur="500"/>
                                        <p:tgtEl>
                                          <p:spTgt spid="128"/>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27"/>
                                        </p:tgtEl>
                                        <p:attrNameLst>
                                          <p:attrName>style.visibility</p:attrName>
                                        </p:attrNameLst>
                                      </p:cBhvr>
                                      <p:to>
                                        <p:strVal val="visible"/>
                                      </p:to>
                                    </p:set>
                                    <p:animEffect transition="in" filter="fade">
                                      <p:cBhvr>
                                        <p:cTn id="27" dur="500"/>
                                        <p:tgtEl>
                                          <p:spTgt spid="127"/>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131"/>
                                        </p:tgtEl>
                                        <p:attrNameLst>
                                          <p:attrName>style.visibility</p:attrName>
                                        </p:attrNameLst>
                                      </p:cBhvr>
                                      <p:to>
                                        <p:strVal val="visible"/>
                                      </p:to>
                                    </p:set>
                                    <p:animEffect transition="in" filter="fade">
                                      <p:cBhvr>
                                        <p:cTn id="31" dur="500"/>
                                        <p:tgtEl>
                                          <p:spTgt spid="131"/>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32"/>
                                        </p:tgtEl>
                                        <p:attrNameLst>
                                          <p:attrName>style.visibility</p:attrName>
                                        </p:attrNameLst>
                                      </p:cBhvr>
                                      <p:to>
                                        <p:strVal val="visible"/>
                                      </p:to>
                                    </p:set>
                                    <p:animEffect transition="in" filter="fade">
                                      <p:cBhvr>
                                        <p:cTn id="35" dur="500"/>
                                        <p:tgtEl>
                                          <p:spTgt spid="132"/>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129"/>
                                        </p:tgtEl>
                                        <p:attrNameLst>
                                          <p:attrName>style.visibility</p:attrName>
                                        </p:attrNameLst>
                                      </p:cBhvr>
                                      <p:to>
                                        <p:strVal val="visible"/>
                                      </p:to>
                                    </p:set>
                                    <p:animEffect transition="in" filter="fade">
                                      <p:cBhvr>
                                        <p:cTn id="39" dur="500"/>
                                        <p:tgtEl>
                                          <p:spTgt spid="129"/>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130"/>
                                        </p:tgtEl>
                                        <p:attrNameLst>
                                          <p:attrName>style.visibility</p:attrName>
                                        </p:attrNameLst>
                                      </p:cBhvr>
                                      <p:to>
                                        <p:strVal val="visible"/>
                                      </p:to>
                                    </p:set>
                                    <p:animEffect transition="in" filter="fade">
                                      <p:cBhvr>
                                        <p:cTn id="43" dur="500"/>
                                        <p:tgtEl>
                                          <p:spTgt spid="130"/>
                                        </p:tgtEl>
                                      </p:cBhvr>
                                    </p:animEffect>
                                  </p:childTnLst>
                                </p:cTn>
                              </p:par>
                            </p:childTnLst>
                          </p:cTn>
                        </p:par>
                        <p:par>
                          <p:cTn id="44" fill="hold">
                            <p:stCondLst>
                              <p:cond delay="5000"/>
                            </p:stCondLst>
                            <p:childTnLst>
                              <p:par>
                                <p:cTn id="45" presetID="22" presetClass="entr" presetSubtype="1" fill="hold" nodeType="afterEffect">
                                  <p:stCondLst>
                                    <p:cond delay="0"/>
                                  </p:stCondLst>
                                  <p:childTnLst>
                                    <p:set>
                                      <p:cBhvr>
                                        <p:cTn id="46" dur="1" fill="hold">
                                          <p:stCondLst>
                                            <p:cond delay="0"/>
                                          </p:stCondLst>
                                        </p:cTn>
                                        <p:tgtEl>
                                          <p:spTgt spid="4"/>
                                        </p:tgtEl>
                                        <p:attrNameLst>
                                          <p:attrName>style.visibility</p:attrName>
                                        </p:attrNameLst>
                                      </p:cBhvr>
                                      <p:to>
                                        <p:strVal val="visible"/>
                                      </p:to>
                                    </p:set>
                                    <p:animEffect transition="in" filter="wipe(up)">
                                      <p:cBhvr>
                                        <p:cTn id="47" dur="500"/>
                                        <p:tgtEl>
                                          <p:spTgt spid="4"/>
                                        </p:tgtEl>
                                      </p:cBhvr>
                                    </p:animEffect>
                                  </p:childTnLst>
                                </p:cTn>
                              </p:par>
                            </p:childTnLst>
                          </p:cTn>
                        </p:par>
                        <p:par>
                          <p:cTn id="48" fill="hold">
                            <p:stCondLst>
                              <p:cond delay="5500"/>
                            </p:stCondLst>
                            <p:childTnLst>
                              <p:par>
                                <p:cTn id="49" presetID="22" presetClass="entr" presetSubtype="4" fill="hold" nodeType="afterEffect">
                                  <p:stCondLst>
                                    <p:cond delay="0"/>
                                  </p:stCondLst>
                                  <p:childTnLst>
                                    <p:set>
                                      <p:cBhvr>
                                        <p:cTn id="50" dur="1" fill="hold">
                                          <p:stCondLst>
                                            <p:cond delay="0"/>
                                          </p:stCondLst>
                                        </p:cTn>
                                        <p:tgtEl>
                                          <p:spTgt spid="5"/>
                                        </p:tgtEl>
                                        <p:attrNameLst>
                                          <p:attrName>style.visibility</p:attrName>
                                        </p:attrNameLst>
                                      </p:cBhvr>
                                      <p:to>
                                        <p:strVal val="visible"/>
                                      </p:to>
                                    </p:set>
                                    <p:animEffect transition="in" filter="wipe(down)">
                                      <p:cBhvr>
                                        <p:cTn id="51" dur="500"/>
                                        <p:tgtEl>
                                          <p:spTgt spid="5"/>
                                        </p:tgtEl>
                                      </p:cBhvr>
                                    </p:animEffect>
                                  </p:childTnLst>
                                </p:cTn>
                              </p:par>
                            </p:childTnLst>
                          </p:cTn>
                        </p:par>
                        <p:par>
                          <p:cTn id="52" fill="hold">
                            <p:stCondLst>
                              <p:cond delay="6000"/>
                            </p:stCondLst>
                            <p:childTnLst>
                              <p:par>
                                <p:cTn id="53" presetID="22" presetClass="entr" presetSubtype="1" fill="hold" nodeType="afterEffect">
                                  <p:stCondLst>
                                    <p:cond delay="0"/>
                                  </p:stCondLst>
                                  <p:childTnLst>
                                    <p:set>
                                      <p:cBhvr>
                                        <p:cTn id="54" dur="1" fill="hold">
                                          <p:stCondLst>
                                            <p:cond delay="0"/>
                                          </p:stCondLst>
                                        </p:cTn>
                                        <p:tgtEl>
                                          <p:spTgt spid="6"/>
                                        </p:tgtEl>
                                        <p:attrNameLst>
                                          <p:attrName>style.visibility</p:attrName>
                                        </p:attrNameLst>
                                      </p:cBhvr>
                                      <p:to>
                                        <p:strVal val="visible"/>
                                      </p:to>
                                    </p:set>
                                    <p:animEffect transition="in" filter="wipe(up)">
                                      <p:cBhvr>
                                        <p:cTn id="5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animBg="1"/>
      <p:bldP spid="104" grpId="0" animBg="1"/>
      <p:bldP spid="127" grpId="0"/>
      <p:bldP spid="128" grpId="0"/>
      <p:bldP spid="129" grpId="0"/>
      <p:bldP spid="130" grpId="0"/>
      <p:bldP spid="131" grpId="0"/>
      <p:bldP spid="132"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84399" y="238129"/>
            <a:ext cx="10515600" cy="783944"/>
          </a:xfrm>
        </p:spPr>
        <p:txBody>
          <a:bodyPr>
            <a:normAutofit/>
          </a:bodyPr>
          <a:lstStyle/>
          <a:p>
            <a:pPr lvl="0" algn="r" rtl="1"/>
            <a:r>
              <a:rPr lang="ar-SA" sz="4400" b="1" u="sng" dirty="0" smtClean="0">
                <a:solidFill>
                  <a:schemeClr val="tx1"/>
                </a:solidFill>
                <a:cs typeface="+mn-cs"/>
              </a:rPr>
              <a:t>أ - التطور </a:t>
            </a:r>
            <a:r>
              <a:rPr lang="ar-SA" sz="4400" b="1" u="sng" dirty="0">
                <a:solidFill>
                  <a:schemeClr val="tx1"/>
                </a:solidFill>
                <a:cs typeface="+mn-cs"/>
              </a:rPr>
              <a:t>التاريخي </a:t>
            </a:r>
            <a:endParaRPr lang="en-US" sz="4400" u="sng" dirty="0">
              <a:solidFill>
                <a:schemeClr val="tx1"/>
              </a:solidFill>
              <a:cs typeface="+mn-cs"/>
            </a:endParaRPr>
          </a:p>
        </p:txBody>
      </p:sp>
      <p:sp>
        <p:nvSpPr>
          <p:cNvPr id="100" name="Freeform 7"/>
          <p:cNvSpPr>
            <a:spLocks/>
          </p:cNvSpPr>
          <p:nvPr/>
        </p:nvSpPr>
        <p:spPr bwMode="auto">
          <a:xfrm>
            <a:off x="7785264" y="3190219"/>
            <a:ext cx="1103644" cy="1963391"/>
          </a:xfrm>
          <a:custGeom>
            <a:avLst/>
            <a:gdLst>
              <a:gd name="T0" fmla="*/ 101 w 535"/>
              <a:gd name="T1" fmla="*/ 271 h 951"/>
              <a:gd name="T2" fmla="*/ 101 w 535"/>
              <a:gd name="T3" fmla="*/ 268 h 951"/>
              <a:gd name="T4" fmla="*/ 268 w 535"/>
              <a:gd name="T5" fmla="*/ 102 h 951"/>
              <a:gd name="T6" fmla="*/ 434 w 535"/>
              <a:gd name="T7" fmla="*/ 268 h 951"/>
              <a:gd name="T8" fmla="*/ 434 w 535"/>
              <a:gd name="T9" fmla="*/ 951 h 951"/>
              <a:gd name="T10" fmla="*/ 535 w 535"/>
              <a:gd name="T11" fmla="*/ 951 h 951"/>
              <a:gd name="T12" fmla="*/ 535 w 535"/>
              <a:gd name="T13" fmla="*/ 268 h 951"/>
              <a:gd name="T14" fmla="*/ 268 w 535"/>
              <a:gd name="T15" fmla="*/ 0 h 951"/>
              <a:gd name="T16" fmla="*/ 0 w 535"/>
              <a:gd name="T17" fmla="*/ 268 h 951"/>
              <a:gd name="T18" fmla="*/ 0 w 535"/>
              <a:gd name="T19" fmla="*/ 271 h 951"/>
              <a:gd name="T20" fmla="*/ 101 w 535"/>
              <a:gd name="T21" fmla="*/ 271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5" h="951">
                <a:moveTo>
                  <a:pt x="101" y="271"/>
                </a:moveTo>
                <a:cubicBezTo>
                  <a:pt x="101" y="270"/>
                  <a:pt x="101" y="269"/>
                  <a:pt x="101" y="268"/>
                </a:cubicBezTo>
                <a:cubicBezTo>
                  <a:pt x="101" y="176"/>
                  <a:pt x="176" y="102"/>
                  <a:pt x="268" y="102"/>
                </a:cubicBezTo>
                <a:cubicBezTo>
                  <a:pt x="360" y="102"/>
                  <a:pt x="434" y="176"/>
                  <a:pt x="434" y="268"/>
                </a:cubicBezTo>
                <a:cubicBezTo>
                  <a:pt x="434" y="269"/>
                  <a:pt x="434" y="950"/>
                  <a:pt x="434" y="951"/>
                </a:cubicBezTo>
                <a:cubicBezTo>
                  <a:pt x="535" y="951"/>
                  <a:pt x="535" y="951"/>
                  <a:pt x="535" y="951"/>
                </a:cubicBezTo>
                <a:cubicBezTo>
                  <a:pt x="535" y="950"/>
                  <a:pt x="535" y="269"/>
                  <a:pt x="535" y="268"/>
                </a:cubicBezTo>
                <a:cubicBezTo>
                  <a:pt x="535" y="120"/>
                  <a:pt x="415" y="0"/>
                  <a:pt x="268" y="0"/>
                </a:cubicBezTo>
                <a:cubicBezTo>
                  <a:pt x="120" y="0"/>
                  <a:pt x="0" y="120"/>
                  <a:pt x="0" y="268"/>
                </a:cubicBezTo>
                <a:cubicBezTo>
                  <a:pt x="0" y="269"/>
                  <a:pt x="0" y="270"/>
                  <a:pt x="0" y="271"/>
                </a:cubicBezTo>
                <a:cubicBezTo>
                  <a:pt x="101" y="271"/>
                  <a:pt x="101" y="271"/>
                  <a:pt x="101" y="271"/>
                </a:cubicBezTo>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bg-BG">
              <a:solidFill>
                <a:prstClr val="black"/>
              </a:solidFill>
              <a:latin typeface="Calibri" panose="020F0502020204030204"/>
            </a:endParaRPr>
          </a:p>
        </p:txBody>
      </p:sp>
      <p:grpSp>
        <p:nvGrpSpPr>
          <p:cNvPr id="122" name="Group 121"/>
          <p:cNvGrpSpPr/>
          <p:nvPr/>
        </p:nvGrpSpPr>
        <p:grpSpPr>
          <a:xfrm flipH="1" flipV="1">
            <a:off x="4195316" y="3197237"/>
            <a:ext cx="3805462" cy="1136644"/>
            <a:chOff x="4195316" y="3197237"/>
            <a:chExt cx="3805462" cy="1136644"/>
          </a:xfrm>
        </p:grpSpPr>
        <p:sp>
          <p:nvSpPr>
            <p:cNvPr id="99" name="Freeform 5"/>
            <p:cNvSpPr>
              <a:spLocks/>
            </p:cNvSpPr>
            <p:nvPr/>
          </p:nvSpPr>
          <p:spPr bwMode="auto">
            <a:xfrm>
              <a:off x="6897134" y="3774654"/>
              <a:ext cx="1103644" cy="559227"/>
            </a:xfrm>
            <a:custGeom>
              <a:avLst/>
              <a:gdLst>
                <a:gd name="T0" fmla="*/ 101 w 535"/>
                <a:gd name="T1" fmla="*/ 0 h 271"/>
                <a:gd name="T2" fmla="*/ 101 w 535"/>
                <a:gd name="T3" fmla="*/ 3 h 271"/>
                <a:gd name="T4" fmla="*/ 268 w 535"/>
                <a:gd name="T5" fmla="*/ 169 h 271"/>
                <a:gd name="T6" fmla="*/ 434 w 535"/>
                <a:gd name="T7" fmla="*/ 3 h 271"/>
                <a:gd name="T8" fmla="*/ 434 w 535"/>
                <a:gd name="T9" fmla="*/ 0 h 271"/>
                <a:gd name="T10" fmla="*/ 535 w 535"/>
                <a:gd name="T11" fmla="*/ 0 h 271"/>
                <a:gd name="T12" fmla="*/ 535 w 535"/>
                <a:gd name="T13" fmla="*/ 3 h 271"/>
                <a:gd name="T14" fmla="*/ 268 w 535"/>
                <a:gd name="T15" fmla="*/ 271 h 271"/>
                <a:gd name="T16" fmla="*/ 0 w 535"/>
                <a:gd name="T17" fmla="*/ 3 h 271"/>
                <a:gd name="T18" fmla="*/ 0 w 535"/>
                <a:gd name="T19" fmla="*/ 0 h 271"/>
                <a:gd name="T20" fmla="*/ 101 w 535"/>
                <a:gd name="T21"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5" h="271">
                  <a:moveTo>
                    <a:pt x="101" y="0"/>
                  </a:moveTo>
                  <a:cubicBezTo>
                    <a:pt x="101" y="1"/>
                    <a:pt x="101" y="2"/>
                    <a:pt x="101" y="3"/>
                  </a:cubicBezTo>
                  <a:cubicBezTo>
                    <a:pt x="101" y="95"/>
                    <a:pt x="176" y="169"/>
                    <a:pt x="268" y="169"/>
                  </a:cubicBezTo>
                  <a:cubicBezTo>
                    <a:pt x="359" y="169"/>
                    <a:pt x="434" y="95"/>
                    <a:pt x="434" y="3"/>
                  </a:cubicBezTo>
                  <a:cubicBezTo>
                    <a:pt x="434" y="2"/>
                    <a:pt x="434" y="1"/>
                    <a:pt x="434" y="0"/>
                  </a:cubicBezTo>
                  <a:cubicBezTo>
                    <a:pt x="535" y="0"/>
                    <a:pt x="535" y="0"/>
                    <a:pt x="535" y="0"/>
                  </a:cubicBezTo>
                  <a:cubicBezTo>
                    <a:pt x="535" y="1"/>
                    <a:pt x="535" y="2"/>
                    <a:pt x="535" y="3"/>
                  </a:cubicBezTo>
                  <a:cubicBezTo>
                    <a:pt x="535" y="151"/>
                    <a:pt x="415" y="271"/>
                    <a:pt x="268" y="271"/>
                  </a:cubicBezTo>
                  <a:cubicBezTo>
                    <a:pt x="120" y="271"/>
                    <a:pt x="0" y="151"/>
                    <a:pt x="0" y="3"/>
                  </a:cubicBezTo>
                  <a:cubicBezTo>
                    <a:pt x="0" y="2"/>
                    <a:pt x="0" y="1"/>
                    <a:pt x="0" y="0"/>
                  </a:cubicBezTo>
                  <a:cubicBezTo>
                    <a:pt x="101" y="0"/>
                    <a:pt x="101" y="0"/>
                    <a:pt x="101" y="0"/>
                  </a:cubicBezTo>
                </a:path>
              </a:pathLst>
            </a:custGeom>
            <a:solidFill>
              <a:srgbClr val="FFC40A"/>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bg-BG">
                <a:solidFill>
                  <a:prstClr val="black"/>
                </a:solidFill>
                <a:latin typeface="Calibri" panose="020F0502020204030204"/>
              </a:endParaRPr>
            </a:p>
          </p:txBody>
        </p:sp>
        <p:sp>
          <p:nvSpPr>
            <p:cNvPr id="101" name="Freeform 5"/>
            <p:cNvSpPr>
              <a:spLocks/>
            </p:cNvSpPr>
            <p:nvPr/>
          </p:nvSpPr>
          <p:spPr bwMode="auto">
            <a:xfrm rot="10800000">
              <a:off x="5993799" y="3197237"/>
              <a:ext cx="1103644" cy="559227"/>
            </a:xfrm>
            <a:custGeom>
              <a:avLst/>
              <a:gdLst>
                <a:gd name="T0" fmla="*/ 101 w 535"/>
                <a:gd name="T1" fmla="*/ 0 h 271"/>
                <a:gd name="T2" fmla="*/ 101 w 535"/>
                <a:gd name="T3" fmla="*/ 3 h 271"/>
                <a:gd name="T4" fmla="*/ 268 w 535"/>
                <a:gd name="T5" fmla="*/ 169 h 271"/>
                <a:gd name="T6" fmla="*/ 434 w 535"/>
                <a:gd name="T7" fmla="*/ 3 h 271"/>
                <a:gd name="T8" fmla="*/ 434 w 535"/>
                <a:gd name="T9" fmla="*/ 0 h 271"/>
                <a:gd name="T10" fmla="*/ 535 w 535"/>
                <a:gd name="T11" fmla="*/ 0 h 271"/>
                <a:gd name="T12" fmla="*/ 535 w 535"/>
                <a:gd name="T13" fmla="*/ 3 h 271"/>
                <a:gd name="T14" fmla="*/ 268 w 535"/>
                <a:gd name="T15" fmla="*/ 271 h 271"/>
                <a:gd name="T16" fmla="*/ 0 w 535"/>
                <a:gd name="T17" fmla="*/ 3 h 271"/>
                <a:gd name="T18" fmla="*/ 0 w 535"/>
                <a:gd name="T19" fmla="*/ 0 h 271"/>
                <a:gd name="T20" fmla="*/ 101 w 535"/>
                <a:gd name="T21"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5" h="271">
                  <a:moveTo>
                    <a:pt x="101" y="0"/>
                  </a:moveTo>
                  <a:cubicBezTo>
                    <a:pt x="101" y="1"/>
                    <a:pt x="101" y="2"/>
                    <a:pt x="101" y="3"/>
                  </a:cubicBezTo>
                  <a:cubicBezTo>
                    <a:pt x="101" y="95"/>
                    <a:pt x="176" y="169"/>
                    <a:pt x="268" y="169"/>
                  </a:cubicBezTo>
                  <a:cubicBezTo>
                    <a:pt x="359" y="169"/>
                    <a:pt x="434" y="95"/>
                    <a:pt x="434" y="3"/>
                  </a:cubicBezTo>
                  <a:cubicBezTo>
                    <a:pt x="434" y="2"/>
                    <a:pt x="434" y="1"/>
                    <a:pt x="434" y="0"/>
                  </a:cubicBezTo>
                  <a:cubicBezTo>
                    <a:pt x="535" y="0"/>
                    <a:pt x="535" y="0"/>
                    <a:pt x="535" y="0"/>
                  </a:cubicBezTo>
                  <a:cubicBezTo>
                    <a:pt x="535" y="1"/>
                    <a:pt x="535" y="2"/>
                    <a:pt x="535" y="3"/>
                  </a:cubicBezTo>
                  <a:cubicBezTo>
                    <a:pt x="535" y="151"/>
                    <a:pt x="415" y="271"/>
                    <a:pt x="268" y="271"/>
                  </a:cubicBezTo>
                  <a:cubicBezTo>
                    <a:pt x="120" y="271"/>
                    <a:pt x="0" y="151"/>
                    <a:pt x="0" y="3"/>
                  </a:cubicBezTo>
                  <a:cubicBezTo>
                    <a:pt x="0" y="2"/>
                    <a:pt x="0" y="1"/>
                    <a:pt x="0" y="0"/>
                  </a:cubicBezTo>
                  <a:cubicBezTo>
                    <a:pt x="101" y="0"/>
                    <a:pt x="101" y="0"/>
                    <a:pt x="101" y="0"/>
                  </a:cubicBezTo>
                </a:path>
              </a:pathLst>
            </a:custGeom>
            <a:solidFill>
              <a:srgbClr val="00ABF0"/>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bg-BG">
                <a:solidFill>
                  <a:prstClr val="black"/>
                </a:solidFill>
                <a:latin typeface="Calibri" panose="020F0502020204030204"/>
              </a:endParaRPr>
            </a:p>
          </p:txBody>
        </p:sp>
        <p:sp>
          <p:nvSpPr>
            <p:cNvPr id="102" name="Freeform 5"/>
            <p:cNvSpPr>
              <a:spLocks/>
            </p:cNvSpPr>
            <p:nvPr/>
          </p:nvSpPr>
          <p:spPr bwMode="auto">
            <a:xfrm>
              <a:off x="5091634" y="3774654"/>
              <a:ext cx="1103644" cy="559227"/>
            </a:xfrm>
            <a:custGeom>
              <a:avLst/>
              <a:gdLst>
                <a:gd name="T0" fmla="*/ 101 w 535"/>
                <a:gd name="T1" fmla="*/ 0 h 271"/>
                <a:gd name="T2" fmla="*/ 101 w 535"/>
                <a:gd name="T3" fmla="*/ 3 h 271"/>
                <a:gd name="T4" fmla="*/ 268 w 535"/>
                <a:gd name="T5" fmla="*/ 169 h 271"/>
                <a:gd name="T6" fmla="*/ 434 w 535"/>
                <a:gd name="T7" fmla="*/ 3 h 271"/>
                <a:gd name="T8" fmla="*/ 434 w 535"/>
                <a:gd name="T9" fmla="*/ 0 h 271"/>
                <a:gd name="T10" fmla="*/ 535 w 535"/>
                <a:gd name="T11" fmla="*/ 0 h 271"/>
                <a:gd name="T12" fmla="*/ 535 w 535"/>
                <a:gd name="T13" fmla="*/ 3 h 271"/>
                <a:gd name="T14" fmla="*/ 268 w 535"/>
                <a:gd name="T15" fmla="*/ 271 h 271"/>
                <a:gd name="T16" fmla="*/ 0 w 535"/>
                <a:gd name="T17" fmla="*/ 3 h 271"/>
                <a:gd name="T18" fmla="*/ 0 w 535"/>
                <a:gd name="T19" fmla="*/ 0 h 271"/>
                <a:gd name="T20" fmla="*/ 101 w 535"/>
                <a:gd name="T21"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5" h="271">
                  <a:moveTo>
                    <a:pt x="101" y="0"/>
                  </a:moveTo>
                  <a:cubicBezTo>
                    <a:pt x="101" y="1"/>
                    <a:pt x="101" y="2"/>
                    <a:pt x="101" y="3"/>
                  </a:cubicBezTo>
                  <a:cubicBezTo>
                    <a:pt x="101" y="95"/>
                    <a:pt x="176" y="169"/>
                    <a:pt x="268" y="169"/>
                  </a:cubicBezTo>
                  <a:cubicBezTo>
                    <a:pt x="359" y="169"/>
                    <a:pt x="434" y="95"/>
                    <a:pt x="434" y="3"/>
                  </a:cubicBezTo>
                  <a:cubicBezTo>
                    <a:pt x="434" y="2"/>
                    <a:pt x="434" y="1"/>
                    <a:pt x="434" y="0"/>
                  </a:cubicBezTo>
                  <a:cubicBezTo>
                    <a:pt x="535" y="0"/>
                    <a:pt x="535" y="0"/>
                    <a:pt x="535" y="0"/>
                  </a:cubicBezTo>
                  <a:cubicBezTo>
                    <a:pt x="535" y="1"/>
                    <a:pt x="535" y="2"/>
                    <a:pt x="535" y="3"/>
                  </a:cubicBezTo>
                  <a:cubicBezTo>
                    <a:pt x="535" y="151"/>
                    <a:pt x="415" y="271"/>
                    <a:pt x="268" y="271"/>
                  </a:cubicBezTo>
                  <a:cubicBezTo>
                    <a:pt x="120" y="271"/>
                    <a:pt x="0" y="151"/>
                    <a:pt x="0" y="3"/>
                  </a:cubicBezTo>
                  <a:cubicBezTo>
                    <a:pt x="0" y="2"/>
                    <a:pt x="0" y="1"/>
                    <a:pt x="0" y="0"/>
                  </a:cubicBezTo>
                  <a:cubicBezTo>
                    <a:pt x="101" y="0"/>
                    <a:pt x="101" y="0"/>
                    <a:pt x="101" y="0"/>
                  </a:cubicBezTo>
                </a:path>
              </a:pathLst>
            </a:custGeom>
            <a:solidFill>
              <a:srgbClr val="0160A0"/>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bg-BG">
                <a:solidFill>
                  <a:prstClr val="black"/>
                </a:solidFill>
                <a:latin typeface="Calibri" panose="020F0502020204030204"/>
              </a:endParaRPr>
            </a:p>
          </p:txBody>
        </p:sp>
        <p:sp>
          <p:nvSpPr>
            <p:cNvPr id="103" name="Freeform 5"/>
            <p:cNvSpPr>
              <a:spLocks/>
            </p:cNvSpPr>
            <p:nvPr/>
          </p:nvSpPr>
          <p:spPr bwMode="auto">
            <a:xfrm rot="10800000">
              <a:off x="4195316" y="3197237"/>
              <a:ext cx="1103644" cy="559227"/>
            </a:xfrm>
            <a:custGeom>
              <a:avLst/>
              <a:gdLst>
                <a:gd name="T0" fmla="*/ 101 w 535"/>
                <a:gd name="T1" fmla="*/ 0 h 271"/>
                <a:gd name="T2" fmla="*/ 101 w 535"/>
                <a:gd name="T3" fmla="*/ 3 h 271"/>
                <a:gd name="T4" fmla="*/ 268 w 535"/>
                <a:gd name="T5" fmla="*/ 169 h 271"/>
                <a:gd name="T6" fmla="*/ 434 w 535"/>
                <a:gd name="T7" fmla="*/ 3 h 271"/>
                <a:gd name="T8" fmla="*/ 434 w 535"/>
                <a:gd name="T9" fmla="*/ 0 h 271"/>
                <a:gd name="T10" fmla="*/ 535 w 535"/>
                <a:gd name="T11" fmla="*/ 0 h 271"/>
                <a:gd name="T12" fmla="*/ 535 w 535"/>
                <a:gd name="T13" fmla="*/ 3 h 271"/>
                <a:gd name="T14" fmla="*/ 268 w 535"/>
                <a:gd name="T15" fmla="*/ 271 h 271"/>
                <a:gd name="T16" fmla="*/ 0 w 535"/>
                <a:gd name="T17" fmla="*/ 3 h 271"/>
                <a:gd name="T18" fmla="*/ 0 w 535"/>
                <a:gd name="T19" fmla="*/ 0 h 271"/>
                <a:gd name="T20" fmla="*/ 101 w 535"/>
                <a:gd name="T21"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5" h="271">
                  <a:moveTo>
                    <a:pt x="101" y="0"/>
                  </a:moveTo>
                  <a:cubicBezTo>
                    <a:pt x="101" y="1"/>
                    <a:pt x="101" y="2"/>
                    <a:pt x="101" y="3"/>
                  </a:cubicBezTo>
                  <a:cubicBezTo>
                    <a:pt x="101" y="95"/>
                    <a:pt x="176" y="169"/>
                    <a:pt x="268" y="169"/>
                  </a:cubicBezTo>
                  <a:cubicBezTo>
                    <a:pt x="359" y="169"/>
                    <a:pt x="434" y="95"/>
                    <a:pt x="434" y="3"/>
                  </a:cubicBezTo>
                  <a:cubicBezTo>
                    <a:pt x="434" y="2"/>
                    <a:pt x="434" y="1"/>
                    <a:pt x="434" y="0"/>
                  </a:cubicBezTo>
                  <a:cubicBezTo>
                    <a:pt x="535" y="0"/>
                    <a:pt x="535" y="0"/>
                    <a:pt x="535" y="0"/>
                  </a:cubicBezTo>
                  <a:cubicBezTo>
                    <a:pt x="535" y="1"/>
                    <a:pt x="535" y="2"/>
                    <a:pt x="535" y="3"/>
                  </a:cubicBezTo>
                  <a:cubicBezTo>
                    <a:pt x="535" y="151"/>
                    <a:pt x="415" y="271"/>
                    <a:pt x="268" y="271"/>
                  </a:cubicBezTo>
                  <a:cubicBezTo>
                    <a:pt x="120" y="271"/>
                    <a:pt x="0" y="151"/>
                    <a:pt x="0" y="3"/>
                  </a:cubicBezTo>
                  <a:cubicBezTo>
                    <a:pt x="0" y="2"/>
                    <a:pt x="0" y="1"/>
                    <a:pt x="0" y="0"/>
                  </a:cubicBezTo>
                  <a:cubicBezTo>
                    <a:pt x="101" y="0"/>
                    <a:pt x="101" y="0"/>
                    <a:pt x="101" y="0"/>
                  </a:cubicBezTo>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bg-BG">
                <a:solidFill>
                  <a:prstClr val="black"/>
                </a:solidFill>
                <a:latin typeface="Calibri" panose="020F0502020204030204"/>
              </a:endParaRPr>
            </a:p>
          </p:txBody>
        </p:sp>
      </p:grpSp>
      <p:sp>
        <p:nvSpPr>
          <p:cNvPr id="104" name="Freeform 7"/>
          <p:cNvSpPr>
            <a:spLocks/>
          </p:cNvSpPr>
          <p:nvPr/>
        </p:nvSpPr>
        <p:spPr bwMode="auto">
          <a:xfrm rot="10800000">
            <a:off x="3303092" y="2370490"/>
            <a:ext cx="1103644" cy="1963391"/>
          </a:xfrm>
          <a:custGeom>
            <a:avLst/>
            <a:gdLst>
              <a:gd name="T0" fmla="*/ 101 w 535"/>
              <a:gd name="T1" fmla="*/ 271 h 951"/>
              <a:gd name="T2" fmla="*/ 101 w 535"/>
              <a:gd name="T3" fmla="*/ 268 h 951"/>
              <a:gd name="T4" fmla="*/ 268 w 535"/>
              <a:gd name="T5" fmla="*/ 102 h 951"/>
              <a:gd name="T6" fmla="*/ 434 w 535"/>
              <a:gd name="T7" fmla="*/ 268 h 951"/>
              <a:gd name="T8" fmla="*/ 434 w 535"/>
              <a:gd name="T9" fmla="*/ 951 h 951"/>
              <a:gd name="T10" fmla="*/ 535 w 535"/>
              <a:gd name="T11" fmla="*/ 951 h 951"/>
              <a:gd name="T12" fmla="*/ 535 w 535"/>
              <a:gd name="T13" fmla="*/ 268 h 951"/>
              <a:gd name="T14" fmla="*/ 268 w 535"/>
              <a:gd name="T15" fmla="*/ 0 h 951"/>
              <a:gd name="T16" fmla="*/ 0 w 535"/>
              <a:gd name="T17" fmla="*/ 268 h 951"/>
              <a:gd name="T18" fmla="*/ 0 w 535"/>
              <a:gd name="T19" fmla="*/ 271 h 951"/>
              <a:gd name="T20" fmla="*/ 101 w 535"/>
              <a:gd name="T21" fmla="*/ 271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5" h="951">
                <a:moveTo>
                  <a:pt x="101" y="271"/>
                </a:moveTo>
                <a:cubicBezTo>
                  <a:pt x="101" y="270"/>
                  <a:pt x="101" y="269"/>
                  <a:pt x="101" y="268"/>
                </a:cubicBezTo>
                <a:cubicBezTo>
                  <a:pt x="101" y="176"/>
                  <a:pt x="176" y="102"/>
                  <a:pt x="268" y="102"/>
                </a:cubicBezTo>
                <a:cubicBezTo>
                  <a:pt x="360" y="102"/>
                  <a:pt x="434" y="176"/>
                  <a:pt x="434" y="268"/>
                </a:cubicBezTo>
                <a:cubicBezTo>
                  <a:pt x="434" y="269"/>
                  <a:pt x="434" y="950"/>
                  <a:pt x="434" y="951"/>
                </a:cubicBezTo>
                <a:cubicBezTo>
                  <a:pt x="535" y="951"/>
                  <a:pt x="535" y="951"/>
                  <a:pt x="535" y="951"/>
                </a:cubicBezTo>
                <a:cubicBezTo>
                  <a:pt x="535" y="950"/>
                  <a:pt x="535" y="269"/>
                  <a:pt x="535" y="268"/>
                </a:cubicBezTo>
                <a:cubicBezTo>
                  <a:pt x="535" y="120"/>
                  <a:pt x="415" y="0"/>
                  <a:pt x="268" y="0"/>
                </a:cubicBezTo>
                <a:cubicBezTo>
                  <a:pt x="120" y="0"/>
                  <a:pt x="0" y="120"/>
                  <a:pt x="0" y="268"/>
                </a:cubicBezTo>
                <a:cubicBezTo>
                  <a:pt x="0" y="269"/>
                  <a:pt x="0" y="270"/>
                  <a:pt x="0" y="271"/>
                </a:cubicBezTo>
                <a:cubicBezTo>
                  <a:pt x="101" y="271"/>
                  <a:pt x="101" y="271"/>
                  <a:pt x="101" y="271"/>
                </a:cubicBezTo>
              </a:path>
            </a:pathLst>
          </a:custGeom>
          <a:solidFill>
            <a:srgbClr val="B3D33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bg-BG">
              <a:solidFill>
                <a:prstClr val="black"/>
              </a:solidFill>
              <a:latin typeface="Calibri" panose="020F0502020204030204"/>
            </a:endParaRPr>
          </a:p>
        </p:txBody>
      </p:sp>
      <p:sp>
        <p:nvSpPr>
          <p:cNvPr id="127" name="Rectangle 126"/>
          <p:cNvSpPr/>
          <p:nvPr/>
        </p:nvSpPr>
        <p:spPr>
          <a:xfrm>
            <a:off x="4542398" y="3574599"/>
            <a:ext cx="423514" cy="400110"/>
          </a:xfrm>
          <a:prstGeom prst="rect">
            <a:avLst/>
          </a:prstGeom>
        </p:spPr>
        <p:txBody>
          <a:bodyPr wrap="none">
            <a:spAutoFit/>
          </a:bodyPr>
          <a:lstStyle/>
          <a:p>
            <a:pPr fontAlgn="auto">
              <a:spcBef>
                <a:spcPts val="0"/>
              </a:spcBef>
              <a:spcAft>
                <a:spcPts val="0"/>
              </a:spcAft>
            </a:pPr>
            <a:r>
              <a:rPr lang="en-US" sz="2000" dirty="0">
                <a:solidFill>
                  <a:prstClr val="white">
                    <a:lumMod val="50000"/>
                  </a:prstClr>
                </a:solidFill>
                <a:latin typeface="FontAwesome" pitchFamily="50" charset="0"/>
              </a:rPr>
              <a:t></a:t>
            </a:r>
            <a:endParaRPr lang="en-US" sz="2000" dirty="0">
              <a:solidFill>
                <a:prstClr val="white">
                  <a:lumMod val="50000"/>
                </a:prstClr>
              </a:solidFill>
              <a:latin typeface="Calibri" panose="020F0502020204030204"/>
            </a:endParaRPr>
          </a:p>
        </p:txBody>
      </p:sp>
      <p:sp>
        <p:nvSpPr>
          <p:cNvPr id="128" name="Rectangle 127"/>
          <p:cNvSpPr/>
          <p:nvPr/>
        </p:nvSpPr>
        <p:spPr>
          <a:xfrm>
            <a:off x="3639149" y="3605377"/>
            <a:ext cx="431528" cy="369332"/>
          </a:xfrm>
          <a:prstGeom prst="rect">
            <a:avLst/>
          </a:prstGeom>
        </p:spPr>
        <p:txBody>
          <a:bodyPr wrap="none">
            <a:spAutoFit/>
          </a:bodyPr>
          <a:lstStyle/>
          <a:p>
            <a:pPr fontAlgn="auto">
              <a:spcBef>
                <a:spcPts val="0"/>
              </a:spcBef>
              <a:spcAft>
                <a:spcPts val="0"/>
              </a:spcAft>
            </a:pPr>
            <a:r>
              <a:rPr lang="en-US" dirty="0">
                <a:solidFill>
                  <a:prstClr val="white">
                    <a:lumMod val="50000"/>
                  </a:prstClr>
                </a:solidFill>
                <a:latin typeface="FontAwesome" pitchFamily="50" charset="0"/>
              </a:rPr>
              <a:t></a:t>
            </a:r>
            <a:endParaRPr lang="en-US" dirty="0">
              <a:solidFill>
                <a:prstClr val="white">
                  <a:lumMod val="50000"/>
                </a:prstClr>
              </a:solidFill>
              <a:latin typeface="Calibri" panose="020F0502020204030204"/>
            </a:endParaRPr>
          </a:p>
        </p:txBody>
      </p:sp>
      <p:sp>
        <p:nvSpPr>
          <p:cNvPr id="129" name="Rectangle 128"/>
          <p:cNvSpPr/>
          <p:nvPr/>
        </p:nvSpPr>
        <p:spPr>
          <a:xfrm>
            <a:off x="7233191" y="3606574"/>
            <a:ext cx="431528" cy="369332"/>
          </a:xfrm>
          <a:prstGeom prst="rect">
            <a:avLst/>
          </a:prstGeom>
        </p:spPr>
        <p:txBody>
          <a:bodyPr wrap="none">
            <a:spAutoFit/>
          </a:bodyPr>
          <a:lstStyle/>
          <a:p>
            <a:pPr fontAlgn="auto">
              <a:spcBef>
                <a:spcPts val="0"/>
              </a:spcBef>
              <a:spcAft>
                <a:spcPts val="0"/>
              </a:spcAft>
            </a:pPr>
            <a:r>
              <a:rPr lang="en-US" dirty="0">
                <a:solidFill>
                  <a:prstClr val="white">
                    <a:lumMod val="50000"/>
                  </a:prstClr>
                </a:solidFill>
                <a:latin typeface="FontAwesome" pitchFamily="50" charset="0"/>
              </a:rPr>
              <a:t></a:t>
            </a:r>
            <a:endParaRPr lang="en-US" dirty="0">
              <a:solidFill>
                <a:prstClr val="white">
                  <a:lumMod val="50000"/>
                </a:prstClr>
              </a:solidFill>
              <a:latin typeface="Calibri" panose="020F0502020204030204"/>
            </a:endParaRPr>
          </a:p>
        </p:txBody>
      </p:sp>
      <p:sp>
        <p:nvSpPr>
          <p:cNvPr id="130" name="Rectangle 129"/>
          <p:cNvSpPr/>
          <p:nvPr/>
        </p:nvSpPr>
        <p:spPr>
          <a:xfrm>
            <a:off x="8137352" y="3605377"/>
            <a:ext cx="415498" cy="369332"/>
          </a:xfrm>
          <a:prstGeom prst="rect">
            <a:avLst/>
          </a:prstGeom>
        </p:spPr>
        <p:txBody>
          <a:bodyPr wrap="none">
            <a:spAutoFit/>
          </a:bodyPr>
          <a:lstStyle/>
          <a:p>
            <a:pPr fontAlgn="auto">
              <a:spcBef>
                <a:spcPts val="0"/>
              </a:spcBef>
              <a:spcAft>
                <a:spcPts val="0"/>
              </a:spcAft>
            </a:pPr>
            <a:r>
              <a:rPr lang="en-US" dirty="0">
                <a:solidFill>
                  <a:prstClr val="white">
                    <a:lumMod val="50000"/>
                  </a:prstClr>
                </a:solidFill>
                <a:latin typeface="FontAwesome" pitchFamily="50" charset="0"/>
              </a:rPr>
              <a:t></a:t>
            </a:r>
            <a:endParaRPr lang="en-US" dirty="0">
              <a:solidFill>
                <a:prstClr val="white">
                  <a:lumMod val="50000"/>
                </a:prstClr>
              </a:solidFill>
              <a:latin typeface="Calibri" panose="020F0502020204030204"/>
            </a:endParaRPr>
          </a:p>
        </p:txBody>
      </p:sp>
      <p:sp>
        <p:nvSpPr>
          <p:cNvPr id="131" name="Rectangle 130"/>
          <p:cNvSpPr/>
          <p:nvPr/>
        </p:nvSpPr>
        <p:spPr>
          <a:xfrm>
            <a:off x="5440557" y="3606574"/>
            <a:ext cx="431528" cy="369332"/>
          </a:xfrm>
          <a:prstGeom prst="rect">
            <a:avLst/>
          </a:prstGeom>
        </p:spPr>
        <p:txBody>
          <a:bodyPr wrap="none">
            <a:spAutoFit/>
          </a:bodyPr>
          <a:lstStyle/>
          <a:p>
            <a:pPr fontAlgn="auto">
              <a:spcBef>
                <a:spcPts val="0"/>
              </a:spcBef>
              <a:spcAft>
                <a:spcPts val="0"/>
              </a:spcAft>
            </a:pPr>
            <a:r>
              <a:rPr lang="en-US" dirty="0">
                <a:solidFill>
                  <a:prstClr val="white">
                    <a:lumMod val="50000"/>
                  </a:prstClr>
                </a:solidFill>
                <a:latin typeface="FontAwesome" pitchFamily="50" charset="0"/>
              </a:rPr>
              <a:t></a:t>
            </a:r>
            <a:endParaRPr lang="en-US" dirty="0">
              <a:solidFill>
                <a:prstClr val="white">
                  <a:lumMod val="50000"/>
                </a:prstClr>
              </a:solidFill>
              <a:latin typeface="Calibri" panose="020F0502020204030204"/>
            </a:endParaRPr>
          </a:p>
        </p:txBody>
      </p:sp>
      <p:grpSp>
        <p:nvGrpSpPr>
          <p:cNvPr id="4" name="Group 3"/>
          <p:cNvGrpSpPr/>
          <p:nvPr/>
        </p:nvGrpSpPr>
        <p:grpSpPr>
          <a:xfrm>
            <a:off x="1364085" y="4363957"/>
            <a:ext cx="3945661" cy="1827723"/>
            <a:chOff x="1364085" y="4363957"/>
            <a:chExt cx="3945661" cy="1827723"/>
          </a:xfrm>
        </p:grpSpPr>
        <p:cxnSp>
          <p:nvCxnSpPr>
            <p:cNvPr id="138" name="Straight Connector 137"/>
            <p:cNvCxnSpPr/>
            <p:nvPr/>
          </p:nvCxnSpPr>
          <p:spPr>
            <a:xfrm rot="16200000" flipH="1">
              <a:off x="3503028" y="4685349"/>
              <a:ext cx="642783"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47" name="TextBox 146"/>
            <p:cNvSpPr txBox="1"/>
            <p:nvPr/>
          </p:nvSpPr>
          <p:spPr>
            <a:xfrm>
              <a:off x="1364085" y="4991351"/>
              <a:ext cx="3945661" cy="1200329"/>
            </a:xfrm>
            <a:prstGeom prst="rect">
              <a:avLst/>
            </a:prstGeom>
            <a:noFill/>
          </p:spPr>
          <p:txBody>
            <a:bodyPr wrap="square" rtlCol="0">
              <a:spAutoFit/>
            </a:bodyPr>
            <a:lstStyle/>
            <a:p>
              <a:pPr lvl="0" algn="ctr" rtl="1"/>
              <a:r>
                <a:rPr lang="ar-SA" sz="2400" b="1" dirty="0"/>
                <a:t>تلا استعمال تلك المجموعة من الأفلام قيام جامعة ميل التعليمية في مطلع عشرينات القرن الماضي</a:t>
              </a:r>
              <a:endParaRPr lang="en-US" sz="2400" b="1" dirty="0"/>
            </a:p>
          </p:txBody>
        </p:sp>
      </p:grpSp>
      <p:grpSp>
        <p:nvGrpSpPr>
          <p:cNvPr id="6" name="Group 5"/>
          <p:cNvGrpSpPr/>
          <p:nvPr/>
        </p:nvGrpSpPr>
        <p:grpSpPr>
          <a:xfrm>
            <a:off x="6022251" y="4445266"/>
            <a:ext cx="3322634" cy="1609342"/>
            <a:chOff x="6022251" y="4445266"/>
            <a:chExt cx="3322634" cy="1609342"/>
          </a:xfrm>
        </p:grpSpPr>
        <p:cxnSp>
          <p:nvCxnSpPr>
            <p:cNvPr id="142" name="Straight Connector 141"/>
            <p:cNvCxnSpPr/>
            <p:nvPr/>
          </p:nvCxnSpPr>
          <p:spPr>
            <a:xfrm rot="16200000" flipH="1">
              <a:off x="7157896" y="4766658"/>
              <a:ext cx="642783"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a:off x="6022251" y="5223611"/>
              <a:ext cx="3322634" cy="830997"/>
            </a:xfrm>
            <a:prstGeom prst="rect">
              <a:avLst/>
            </a:prstGeom>
            <a:noFill/>
          </p:spPr>
          <p:txBody>
            <a:bodyPr wrap="square" rtlCol="0">
              <a:spAutoFit/>
            </a:bodyPr>
            <a:lstStyle/>
            <a:p>
              <a:pPr algn="ctr" rtl="1" fontAlgn="auto">
                <a:spcBef>
                  <a:spcPts val="0"/>
                </a:spcBef>
                <a:spcAft>
                  <a:spcPts val="0"/>
                </a:spcAft>
              </a:pPr>
              <a:r>
                <a:rPr lang="ar-SA" sz="2400" b="1" dirty="0"/>
                <a:t>تم في عام 1970م، طباعة أول كتالوج للأفلام التعليمية</a:t>
              </a:r>
              <a:endParaRPr lang="en-US" sz="2400" b="1"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grpSp>
        <p:nvGrpSpPr>
          <p:cNvPr id="5" name="Group 4"/>
          <p:cNvGrpSpPr/>
          <p:nvPr/>
        </p:nvGrpSpPr>
        <p:grpSpPr>
          <a:xfrm>
            <a:off x="1721257" y="1391168"/>
            <a:ext cx="4698839" cy="1787850"/>
            <a:chOff x="2719845" y="1689000"/>
            <a:chExt cx="4698839" cy="1787850"/>
          </a:xfrm>
        </p:grpSpPr>
        <p:cxnSp>
          <p:nvCxnSpPr>
            <p:cNvPr id="134" name="Straight Connector 133"/>
            <p:cNvCxnSpPr/>
            <p:nvPr/>
          </p:nvCxnSpPr>
          <p:spPr>
            <a:xfrm rot="16200000" flipH="1">
              <a:off x="5388245" y="3155459"/>
              <a:ext cx="642783"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54" name="TextBox 153"/>
            <p:cNvSpPr txBox="1"/>
            <p:nvPr/>
          </p:nvSpPr>
          <p:spPr>
            <a:xfrm>
              <a:off x="2719845" y="1689000"/>
              <a:ext cx="4698839" cy="1200329"/>
            </a:xfrm>
            <a:prstGeom prst="rect">
              <a:avLst/>
            </a:prstGeom>
            <a:noFill/>
          </p:spPr>
          <p:txBody>
            <a:bodyPr wrap="square" rtlCol="0">
              <a:spAutoFit/>
            </a:bodyPr>
            <a:lstStyle/>
            <a:p>
              <a:pPr algn="ctr" fontAlgn="auto">
                <a:spcBef>
                  <a:spcPts val="0"/>
                </a:spcBef>
                <a:spcAft>
                  <a:spcPts val="0"/>
                </a:spcAft>
              </a:pPr>
              <a:r>
                <a:rPr lang="ar-SA" sz="2400" b="1" dirty="0"/>
                <a:t>تطورت صناعة الأفلام الثابتة تطوراً كبيراً خلال الحرب العالمية الثانية</a:t>
              </a:r>
              <a:r>
                <a:rPr lang="ar-JO" sz="2400" b="1" dirty="0"/>
                <a:t> وفي السنوات اللاحقة لها</a:t>
              </a:r>
              <a:endParaRPr lang="en-US" sz="2400" b="1"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grpSp>
        <p:nvGrpSpPr>
          <p:cNvPr id="7" name="Group 6"/>
          <p:cNvGrpSpPr/>
          <p:nvPr/>
        </p:nvGrpSpPr>
        <p:grpSpPr>
          <a:xfrm>
            <a:off x="6342199" y="1350808"/>
            <a:ext cx="3759576" cy="1878154"/>
            <a:chOff x="5446053" y="1668261"/>
            <a:chExt cx="3759576" cy="1878154"/>
          </a:xfrm>
        </p:grpSpPr>
        <p:grpSp>
          <p:nvGrpSpPr>
            <p:cNvPr id="123" name="Group 122"/>
            <p:cNvGrpSpPr/>
            <p:nvPr/>
          </p:nvGrpSpPr>
          <p:grpSpPr>
            <a:xfrm rot="16200000" flipH="1">
              <a:off x="7110043" y="3177231"/>
              <a:ext cx="677825" cy="60543"/>
              <a:chOff x="4147932" y="3398728"/>
              <a:chExt cx="677825" cy="60543"/>
            </a:xfrm>
          </p:grpSpPr>
          <p:cxnSp>
            <p:nvCxnSpPr>
              <p:cNvPr id="124" name="Straight Connector 123"/>
              <p:cNvCxnSpPr/>
              <p:nvPr/>
            </p:nvCxnSpPr>
            <p:spPr>
              <a:xfrm>
                <a:off x="4147932" y="3429000"/>
                <a:ext cx="642783"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26" name="Oval 125"/>
              <p:cNvSpPr/>
              <p:nvPr/>
            </p:nvSpPr>
            <p:spPr>
              <a:xfrm>
                <a:off x="4765214" y="3398728"/>
                <a:ext cx="60543" cy="6054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157" name="TextBox 156"/>
            <p:cNvSpPr txBox="1"/>
            <p:nvPr/>
          </p:nvSpPr>
          <p:spPr>
            <a:xfrm>
              <a:off x="5446053" y="1668261"/>
              <a:ext cx="3759576" cy="1200329"/>
            </a:xfrm>
            <a:prstGeom prst="rect">
              <a:avLst/>
            </a:prstGeom>
            <a:noFill/>
          </p:spPr>
          <p:txBody>
            <a:bodyPr wrap="square" rtlCol="0">
              <a:spAutoFit/>
            </a:bodyPr>
            <a:lstStyle/>
            <a:p>
              <a:pPr algn="ctr" rtl="1" fontAlgn="auto">
                <a:spcBef>
                  <a:spcPts val="0"/>
                </a:spcBef>
                <a:spcAft>
                  <a:spcPts val="0"/>
                </a:spcAft>
              </a:pPr>
              <a:r>
                <a:rPr lang="ar-SA" sz="2400" b="1" dirty="0"/>
                <a:t>ومع أوائل القرن الـحادي والعشرين تسارعت منتجات التكنولوجيا التعليمية</a:t>
              </a:r>
              <a:endParaRPr lang="en-US" sz="2400" b="1" dirty="0">
                <a:solidFill>
                  <a:prstClr val="white">
                    <a:lumMod val="50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2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74096161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0"/>
                            </p:stCondLst>
                            <p:childTnLst>
                              <p:par>
                                <p:cTn id="8" presetID="53" presetClass="entr" presetSubtype="16" fill="hold" grpId="0" nodeType="afterEffect">
                                  <p:stCondLst>
                                    <p:cond delay="0"/>
                                  </p:stCondLst>
                                  <p:childTnLst>
                                    <p:set>
                                      <p:cBhvr>
                                        <p:cTn id="9" dur="1" fill="hold">
                                          <p:stCondLst>
                                            <p:cond delay="0"/>
                                          </p:stCondLst>
                                        </p:cTn>
                                        <p:tgtEl>
                                          <p:spTgt spid="104"/>
                                        </p:tgtEl>
                                        <p:attrNameLst>
                                          <p:attrName>style.visibility</p:attrName>
                                        </p:attrNameLst>
                                      </p:cBhvr>
                                      <p:to>
                                        <p:strVal val="visible"/>
                                      </p:to>
                                    </p:set>
                                    <p:anim calcmode="lin" valueType="num">
                                      <p:cBhvr>
                                        <p:cTn id="10" dur="500" fill="hold"/>
                                        <p:tgtEl>
                                          <p:spTgt spid="104"/>
                                        </p:tgtEl>
                                        <p:attrNameLst>
                                          <p:attrName>ppt_w</p:attrName>
                                        </p:attrNameLst>
                                      </p:cBhvr>
                                      <p:tavLst>
                                        <p:tav tm="0">
                                          <p:val>
                                            <p:fltVal val="0"/>
                                          </p:val>
                                        </p:tav>
                                        <p:tav tm="100000">
                                          <p:val>
                                            <p:strVal val="#ppt_w"/>
                                          </p:val>
                                        </p:tav>
                                      </p:tavLst>
                                    </p:anim>
                                    <p:anim calcmode="lin" valueType="num">
                                      <p:cBhvr>
                                        <p:cTn id="11" dur="500" fill="hold"/>
                                        <p:tgtEl>
                                          <p:spTgt spid="104"/>
                                        </p:tgtEl>
                                        <p:attrNameLst>
                                          <p:attrName>ppt_h</p:attrName>
                                        </p:attrNameLst>
                                      </p:cBhvr>
                                      <p:tavLst>
                                        <p:tav tm="0">
                                          <p:val>
                                            <p:fltVal val="0"/>
                                          </p:val>
                                        </p:tav>
                                        <p:tav tm="100000">
                                          <p:val>
                                            <p:strVal val="#ppt_h"/>
                                          </p:val>
                                        </p:tav>
                                      </p:tavLst>
                                    </p:anim>
                                    <p:animEffect transition="in" filter="fade">
                                      <p:cBhvr>
                                        <p:cTn id="12" dur="500"/>
                                        <p:tgtEl>
                                          <p:spTgt spid="104"/>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122"/>
                                        </p:tgtEl>
                                        <p:attrNameLst>
                                          <p:attrName>style.visibility</p:attrName>
                                        </p:attrNameLst>
                                      </p:cBhvr>
                                      <p:to>
                                        <p:strVal val="visible"/>
                                      </p:to>
                                    </p:set>
                                    <p:animEffect transition="in" filter="wipe(left)">
                                      <p:cBhvr>
                                        <p:cTn id="16" dur="1000"/>
                                        <p:tgtEl>
                                          <p:spTgt spid="122"/>
                                        </p:tgtEl>
                                      </p:cBhvr>
                                    </p:animEffect>
                                  </p:childTnLst>
                                </p:cTn>
                              </p:par>
                            </p:childTnLst>
                          </p:cTn>
                        </p:par>
                        <p:par>
                          <p:cTn id="17" fill="hold">
                            <p:stCondLst>
                              <p:cond delay="1500"/>
                            </p:stCondLst>
                            <p:childTnLst>
                              <p:par>
                                <p:cTn id="18" presetID="53" presetClass="entr" presetSubtype="16" fill="hold" grpId="0" nodeType="afterEffect">
                                  <p:stCondLst>
                                    <p:cond delay="0"/>
                                  </p:stCondLst>
                                  <p:childTnLst>
                                    <p:set>
                                      <p:cBhvr>
                                        <p:cTn id="19" dur="1" fill="hold">
                                          <p:stCondLst>
                                            <p:cond delay="0"/>
                                          </p:stCondLst>
                                        </p:cTn>
                                        <p:tgtEl>
                                          <p:spTgt spid="100"/>
                                        </p:tgtEl>
                                        <p:attrNameLst>
                                          <p:attrName>style.visibility</p:attrName>
                                        </p:attrNameLst>
                                      </p:cBhvr>
                                      <p:to>
                                        <p:strVal val="visible"/>
                                      </p:to>
                                    </p:set>
                                    <p:anim calcmode="lin" valueType="num">
                                      <p:cBhvr>
                                        <p:cTn id="20" dur="500" fill="hold"/>
                                        <p:tgtEl>
                                          <p:spTgt spid="100"/>
                                        </p:tgtEl>
                                        <p:attrNameLst>
                                          <p:attrName>ppt_w</p:attrName>
                                        </p:attrNameLst>
                                      </p:cBhvr>
                                      <p:tavLst>
                                        <p:tav tm="0">
                                          <p:val>
                                            <p:fltVal val="0"/>
                                          </p:val>
                                        </p:tav>
                                        <p:tav tm="100000">
                                          <p:val>
                                            <p:strVal val="#ppt_w"/>
                                          </p:val>
                                        </p:tav>
                                      </p:tavLst>
                                    </p:anim>
                                    <p:anim calcmode="lin" valueType="num">
                                      <p:cBhvr>
                                        <p:cTn id="21" dur="500" fill="hold"/>
                                        <p:tgtEl>
                                          <p:spTgt spid="100"/>
                                        </p:tgtEl>
                                        <p:attrNameLst>
                                          <p:attrName>ppt_h</p:attrName>
                                        </p:attrNameLst>
                                      </p:cBhvr>
                                      <p:tavLst>
                                        <p:tav tm="0">
                                          <p:val>
                                            <p:fltVal val="0"/>
                                          </p:val>
                                        </p:tav>
                                        <p:tav tm="100000">
                                          <p:val>
                                            <p:strVal val="#ppt_h"/>
                                          </p:val>
                                        </p:tav>
                                      </p:tavLst>
                                    </p:anim>
                                    <p:animEffect transition="in" filter="fade">
                                      <p:cBhvr>
                                        <p:cTn id="22" dur="500"/>
                                        <p:tgtEl>
                                          <p:spTgt spid="100"/>
                                        </p:tgtEl>
                                      </p:cBhvr>
                                    </p:animEffect>
                                  </p:childTnLst>
                                </p:cTn>
                              </p:par>
                            </p:childTnLst>
                          </p:cTn>
                        </p:par>
                        <p:par>
                          <p:cTn id="23" fill="hold">
                            <p:stCondLst>
                              <p:cond delay="2000"/>
                            </p:stCondLst>
                            <p:childTnLst>
                              <p:par>
                                <p:cTn id="24" presetID="10" presetClass="entr" presetSubtype="0" fill="hold" grpId="0" nodeType="afterEffect">
                                  <p:stCondLst>
                                    <p:cond delay="0"/>
                                  </p:stCondLst>
                                  <p:childTnLst>
                                    <p:set>
                                      <p:cBhvr>
                                        <p:cTn id="25" dur="1" fill="hold">
                                          <p:stCondLst>
                                            <p:cond delay="0"/>
                                          </p:stCondLst>
                                        </p:cTn>
                                        <p:tgtEl>
                                          <p:spTgt spid="128"/>
                                        </p:tgtEl>
                                        <p:attrNameLst>
                                          <p:attrName>style.visibility</p:attrName>
                                        </p:attrNameLst>
                                      </p:cBhvr>
                                      <p:to>
                                        <p:strVal val="visible"/>
                                      </p:to>
                                    </p:set>
                                    <p:animEffect transition="in" filter="fade">
                                      <p:cBhvr>
                                        <p:cTn id="26" dur="500"/>
                                        <p:tgtEl>
                                          <p:spTgt spid="128"/>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fade">
                                      <p:cBhvr>
                                        <p:cTn id="30" dur="500"/>
                                        <p:tgtEl>
                                          <p:spTgt spid="127"/>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131"/>
                                        </p:tgtEl>
                                        <p:attrNameLst>
                                          <p:attrName>style.visibility</p:attrName>
                                        </p:attrNameLst>
                                      </p:cBhvr>
                                      <p:to>
                                        <p:strVal val="visible"/>
                                      </p:to>
                                    </p:set>
                                    <p:animEffect transition="in" filter="fade">
                                      <p:cBhvr>
                                        <p:cTn id="34" dur="500"/>
                                        <p:tgtEl>
                                          <p:spTgt spid="131"/>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129"/>
                                        </p:tgtEl>
                                        <p:attrNameLst>
                                          <p:attrName>style.visibility</p:attrName>
                                        </p:attrNameLst>
                                      </p:cBhvr>
                                      <p:to>
                                        <p:strVal val="visible"/>
                                      </p:to>
                                    </p:set>
                                    <p:animEffect transition="in" filter="fade">
                                      <p:cBhvr>
                                        <p:cTn id="38" dur="500"/>
                                        <p:tgtEl>
                                          <p:spTgt spid="129"/>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130"/>
                                        </p:tgtEl>
                                        <p:attrNameLst>
                                          <p:attrName>style.visibility</p:attrName>
                                        </p:attrNameLst>
                                      </p:cBhvr>
                                      <p:to>
                                        <p:strVal val="visible"/>
                                      </p:to>
                                    </p:set>
                                    <p:animEffect transition="in" filter="fade">
                                      <p:cBhvr>
                                        <p:cTn id="42" dur="500"/>
                                        <p:tgtEl>
                                          <p:spTgt spid="130"/>
                                        </p:tgtEl>
                                      </p:cBhvr>
                                    </p:animEffect>
                                  </p:childTnLst>
                                </p:cTn>
                              </p:par>
                            </p:childTnLst>
                          </p:cTn>
                        </p:par>
                        <p:par>
                          <p:cTn id="43" fill="hold">
                            <p:stCondLst>
                              <p:cond delay="4500"/>
                            </p:stCondLst>
                            <p:childTnLst>
                              <p:par>
                                <p:cTn id="44" presetID="22" presetClass="entr" presetSubtype="1" fill="hold" nodeType="afterEffect">
                                  <p:stCondLst>
                                    <p:cond delay="0"/>
                                  </p:stCondLst>
                                  <p:childTnLst>
                                    <p:set>
                                      <p:cBhvr>
                                        <p:cTn id="45" dur="1" fill="hold">
                                          <p:stCondLst>
                                            <p:cond delay="0"/>
                                          </p:stCondLst>
                                        </p:cTn>
                                        <p:tgtEl>
                                          <p:spTgt spid="4"/>
                                        </p:tgtEl>
                                        <p:attrNameLst>
                                          <p:attrName>style.visibility</p:attrName>
                                        </p:attrNameLst>
                                      </p:cBhvr>
                                      <p:to>
                                        <p:strVal val="visible"/>
                                      </p:to>
                                    </p:set>
                                    <p:animEffect transition="in" filter="wipe(up)">
                                      <p:cBhvr>
                                        <p:cTn id="46" dur="500"/>
                                        <p:tgtEl>
                                          <p:spTgt spid="4"/>
                                        </p:tgtEl>
                                      </p:cBhvr>
                                    </p:animEffect>
                                  </p:childTnLst>
                                </p:cTn>
                              </p:par>
                            </p:childTnLst>
                          </p:cTn>
                        </p:par>
                        <p:par>
                          <p:cTn id="47" fill="hold">
                            <p:stCondLst>
                              <p:cond delay="5000"/>
                            </p:stCondLst>
                            <p:childTnLst>
                              <p:par>
                                <p:cTn id="48" presetID="22" presetClass="entr" presetSubtype="4" fill="hold" nodeType="afterEffect">
                                  <p:stCondLst>
                                    <p:cond delay="0"/>
                                  </p:stCondLst>
                                  <p:childTnLst>
                                    <p:set>
                                      <p:cBhvr>
                                        <p:cTn id="49" dur="1" fill="hold">
                                          <p:stCondLst>
                                            <p:cond delay="0"/>
                                          </p:stCondLst>
                                        </p:cTn>
                                        <p:tgtEl>
                                          <p:spTgt spid="5"/>
                                        </p:tgtEl>
                                        <p:attrNameLst>
                                          <p:attrName>style.visibility</p:attrName>
                                        </p:attrNameLst>
                                      </p:cBhvr>
                                      <p:to>
                                        <p:strVal val="visible"/>
                                      </p:to>
                                    </p:set>
                                    <p:animEffect transition="in" filter="wipe(down)">
                                      <p:cBhvr>
                                        <p:cTn id="50" dur="500"/>
                                        <p:tgtEl>
                                          <p:spTgt spid="5"/>
                                        </p:tgtEl>
                                      </p:cBhvr>
                                    </p:animEffect>
                                  </p:childTnLst>
                                </p:cTn>
                              </p:par>
                            </p:childTnLst>
                          </p:cTn>
                        </p:par>
                        <p:par>
                          <p:cTn id="51" fill="hold">
                            <p:stCondLst>
                              <p:cond delay="5500"/>
                            </p:stCondLst>
                            <p:childTnLst>
                              <p:par>
                                <p:cTn id="52" presetID="22" presetClass="entr" presetSubtype="1" fill="hold" nodeType="afterEffect">
                                  <p:stCondLst>
                                    <p:cond delay="0"/>
                                  </p:stCondLst>
                                  <p:childTnLst>
                                    <p:set>
                                      <p:cBhvr>
                                        <p:cTn id="53" dur="1" fill="hold">
                                          <p:stCondLst>
                                            <p:cond delay="0"/>
                                          </p:stCondLst>
                                        </p:cTn>
                                        <p:tgtEl>
                                          <p:spTgt spid="6"/>
                                        </p:tgtEl>
                                        <p:attrNameLst>
                                          <p:attrName>style.visibility</p:attrName>
                                        </p:attrNameLst>
                                      </p:cBhvr>
                                      <p:to>
                                        <p:strVal val="visible"/>
                                      </p:to>
                                    </p:set>
                                    <p:animEffect transition="in" filter="wipe(up)">
                                      <p:cBhvr>
                                        <p:cTn id="54" dur="500"/>
                                        <p:tgtEl>
                                          <p:spTgt spid="6"/>
                                        </p:tgtEl>
                                      </p:cBhvr>
                                    </p:animEffect>
                                  </p:childTnLst>
                                </p:cTn>
                              </p:par>
                            </p:childTnLst>
                          </p:cTn>
                        </p:par>
                        <p:par>
                          <p:cTn id="55" fill="hold">
                            <p:stCondLst>
                              <p:cond delay="6000"/>
                            </p:stCondLst>
                            <p:childTnLst>
                              <p:par>
                                <p:cTn id="56" presetID="22" presetClass="entr" presetSubtype="4" fill="hold" nodeType="afterEffect">
                                  <p:stCondLst>
                                    <p:cond delay="0"/>
                                  </p:stCondLst>
                                  <p:childTnLst>
                                    <p:set>
                                      <p:cBhvr>
                                        <p:cTn id="57" dur="1" fill="hold">
                                          <p:stCondLst>
                                            <p:cond delay="0"/>
                                          </p:stCondLst>
                                        </p:cTn>
                                        <p:tgtEl>
                                          <p:spTgt spid="7"/>
                                        </p:tgtEl>
                                        <p:attrNameLst>
                                          <p:attrName>style.visibility</p:attrName>
                                        </p:attrNameLst>
                                      </p:cBhvr>
                                      <p:to>
                                        <p:strVal val="visible"/>
                                      </p:to>
                                    </p:set>
                                    <p:animEffect transition="in" filter="wipe(down)">
                                      <p:cBhvr>
                                        <p:cTn id="5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00" grpId="0" animBg="1"/>
      <p:bldP spid="104" grpId="0" animBg="1"/>
      <p:bldP spid="127" grpId="0"/>
      <p:bldP spid="128" grpId="0"/>
      <p:bldP spid="129" grpId="0"/>
      <p:bldP spid="130" grpId="0"/>
      <p:bldP spid="131"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8" name="Title 1037"/>
          <p:cNvSpPr>
            <a:spLocks noGrp="1"/>
          </p:cNvSpPr>
          <p:nvPr>
            <p:ph type="title"/>
          </p:nvPr>
        </p:nvSpPr>
        <p:spPr/>
        <p:txBody>
          <a:bodyPr>
            <a:normAutofit fontScale="90000"/>
          </a:bodyPr>
          <a:lstStyle/>
          <a:p>
            <a:pPr algn="r" rtl="1"/>
            <a:r>
              <a:rPr lang="ar-SA" u="sng" dirty="0" smtClean="0"/>
              <a:t> </a:t>
            </a:r>
            <a:r>
              <a:rPr lang="ar-SA" u="sng" dirty="0"/>
              <a:t>التلفزيون مصدر مكمل لعملية التدريس</a:t>
            </a:r>
            <a:endParaRPr lang="en-US" u="sng" dirty="0"/>
          </a:p>
        </p:txBody>
      </p:sp>
      <p:grpSp>
        <p:nvGrpSpPr>
          <p:cNvPr id="1041" name="Group 1040"/>
          <p:cNvGrpSpPr/>
          <p:nvPr/>
        </p:nvGrpSpPr>
        <p:grpSpPr>
          <a:xfrm>
            <a:off x="5322772" y="1787868"/>
            <a:ext cx="2740147" cy="3985347"/>
            <a:chOff x="5587419" y="1679384"/>
            <a:chExt cx="3743879" cy="5445202"/>
          </a:xfrm>
        </p:grpSpPr>
        <p:grpSp>
          <p:nvGrpSpPr>
            <p:cNvPr id="1035" name="Group 1034"/>
            <p:cNvGrpSpPr/>
            <p:nvPr/>
          </p:nvGrpSpPr>
          <p:grpSpPr>
            <a:xfrm>
              <a:off x="5587419" y="1679384"/>
              <a:ext cx="1589455" cy="1629503"/>
              <a:chOff x="4891097" y="1449712"/>
              <a:chExt cx="1589455" cy="1629503"/>
            </a:xfrm>
          </p:grpSpPr>
          <p:sp>
            <p:nvSpPr>
              <p:cNvPr id="45" name="Freeform 12"/>
              <p:cNvSpPr>
                <a:spLocks/>
              </p:cNvSpPr>
              <p:nvPr/>
            </p:nvSpPr>
            <p:spPr bwMode="auto">
              <a:xfrm>
                <a:off x="4893478" y="1449712"/>
                <a:ext cx="298679" cy="466042"/>
              </a:xfrm>
              <a:custGeom>
                <a:avLst/>
                <a:gdLst>
                  <a:gd name="T0" fmla="*/ 231 w 231"/>
                  <a:gd name="T1" fmla="*/ 203 h 362"/>
                  <a:gd name="T2" fmla="*/ 231 w 231"/>
                  <a:gd name="T3" fmla="*/ 362 h 362"/>
                  <a:gd name="T4" fmla="*/ 0 w 231"/>
                  <a:gd name="T5" fmla="*/ 159 h 362"/>
                  <a:gd name="T6" fmla="*/ 0 w 231"/>
                  <a:gd name="T7" fmla="*/ 0 h 362"/>
                  <a:gd name="T8" fmla="*/ 231 w 231"/>
                  <a:gd name="T9" fmla="*/ 203 h 362"/>
                </a:gdLst>
                <a:ahLst/>
                <a:cxnLst>
                  <a:cxn ang="0">
                    <a:pos x="T0" y="T1"/>
                  </a:cxn>
                  <a:cxn ang="0">
                    <a:pos x="T2" y="T3"/>
                  </a:cxn>
                  <a:cxn ang="0">
                    <a:pos x="T4" y="T5"/>
                  </a:cxn>
                  <a:cxn ang="0">
                    <a:pos x="T6" y="T7"/>
                  </a:cxn>
                  <a:cxn ang="0">
                    <a:pos x="T8" y="T9"/>
                  </a:cxn>
                </a:cxnLst>
                <a:rect l="0" t="0" r="r" b="b"/>
                <a:pathLst>
                  <a:path w="231" h="362">
                    <a:moveTo>
                      <a:pt x="231" y="203"/>
                    </a:moveTo>
                    <a:lnTo>
                      <a:pt x="231" y="362"/>
                    </a:lnTo>
                    <a:lnTo>
                      <a:pt x="0" y="159"/>
                    </a:lnTo>
                    <a:lnTo>
                      <a:pt x="0" y="0"/>
                    </a:lnTo>
                    <a:lnTo>
                      <a:pt x="231" y="203"/>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1" name="Freeform 8"/>
              <p:cNvSpPr>
                <a:spLocks/>
              </p:cNvSpPr>
              <p:nvPr/>
            </p:nvSpPr>
            <p:spPr bwMode="auto">
              <a:xfrm>
                <a:off x="4891890" y="1449712"/>
                <a:ext cx="1588662" cy="1429024"/>
              </a:xfrm>
              <a:custGeom>
                <a:avLst/>
                <a:gdLst>
                  <a:gd name="T0" fmla="*/ 352 w 1234"/>
                  <a:gd name="T1" fmla="*/ 0 h 1111"/>
                  <a:gd name="T2" fmla="*/ 423 w 1234"/>
                  <a:gd name="T3" fmla="*/ 3 h 1111"/>
                  <a:gd name="T4" fmla="*/ 492 w 1234"/>
                  <a:gd name="T5" fmla="*/ 13 h 1111"/>
                  <a:gd name="T6" fmla="*/ 560 w 1234"/>
                  <a:gd name="T7" fmla="*/ 27 h 1111"/>
                  <a:gd name="T8" fmla="*/ 622 w 1234"/>
                  <a:gd name="T9" fmla="*/ 48 h 1111"/>
                  <a:gd name="T10" fmla="*/ 684 w 1234"/>
                  <a:gd name="T11" fmla="*/ 73 h 1111"/>
                  <a:gd name="T12" fmla="*/ 741 w 1234"/>
                  <a:gd name="T13" fmla="*/ 103 h 1111"/>
                  <a:gd name="T14" fmla="*/ 795 w 1234"/>
                  <a:gd name="T15" fmla="*/ 138 h 1111"/>
                  <a:gd name="T16" fmla="*/ 844 w 1234"/>
                  <a:gd name="T17" fmla="*/ 177 h 1111"/>
                  <a:gd name="T18" fmla="*/ 889 w 1234"/>
                  <a:gd name="T19" fmla="*/ 220 h 1111"/>
                  <a:gd name="T20" fmla="*/ 930 w 1234"/>
                  <a:gd name="T21" fmla="*/ 267 h 1111"/>
                  <a:gd name="T22" fmla="*/ 963 w 1234"/>
                  <a:gd name="T23" fmla="*/ 317 h 1111"/>
                  <a:gd name="T24" fmla="*/ 994 w 1234"/>
                  <a:gd name="T25" fmla="*/ 370 h 1111"/>
                  <a:gd name="T26" fmla="*/ 1016 w 1234"/>
                  <a:gd name="T27" fmla="*/ 425 h 1111"/>
                  <a:gd name="T28" fmla="*/ 1034 w 1234"/>
                  <a:gd name="T29" fmla="*/ 482 h 1111"/>
                  <a:gd name="T30" fmla="*/ 1044 w 1234"/>
                  <a:gd name="T31" fmla="*/ 542 h 1111"/>
                  <a:gd name="T32" fmla="*/ 1049 w 1234"/>
                  <a:gd name="T33" fmla="*/ 605 h 1111"/>
                  <a:gd name="T34" fmla="*/ 1234 w 1234"/>
                  <a:gd name="T35" fmla="*/ 746 h 1111"/>
                  <a:gd name="T36" fmla="*/ 973 w 1234"/>
                  <a:gd name="T37" fmla="*/ 973 h 1111"/>
                  <a:gd name="T38" fmla="*/ 655 w 1234"/>
                  <a:gd name="T39" fmla="*/ 973 h 1111"/>
                  <a:gd name="T40" fmla="*/ 394 w 1234"/>
                  <a:gd name="T41" fmla="*/ 746 h 1111"/>
                  <a:gd name="T42" fmla="*/ 582 w 1234"/>
                  <a:gd name="T43" fmla="*/ 605 h 1111"/>
                  <a:gd name="T44" fmla="*/ 582 w 1234"/>
                  <a:gd name="T45" fmla="*/ 584 h 1111"/>
                  <a:gd name="T46" fmla="*/ 573 w 1234"/>
                  <a:gd name="T47" fmla="*/ 545 h 1111"/>
                  <a:gd name="T48" fmla="*/ 555 w 1234"/>
                  <a:gd name="T49" fmla="*/ 508 h 1111"/>
                  <a:gd name="T50" fmla="*/ 531 w 1234"/>
                  <a:gd name="T51" fmla="*/ 478 h 1111"/>
                  <a:gd name="T52" fmla="*/ 499 w 1234"/>
                  <a:gd name="T53" fmla="*/ 450 h 1111"/>
                  <a:gd name="T54" fmla="*/ 462 w 1234"/>
                  <a:gd name="T55" fmla="*/ 428 h 1111"/>
                  <a:gd name="T56" fmla="*/ 421 w 1234"/>
                  <a:gd name="T57" fmla="*/ 413 h 1111"/>
                  <a:gd name="T58" fmla="*/ 376 w 1234"/>
                  <a:gd name="T59" fmla="*/ 405 h 1111"/>
                  <a:gd name="T60" fmla="*/ 235 w 1234"/>
                  <a:gd name="T61" fmla="*/ 404 h 1111"/>
                  <a:gd name="T62" fmla="*/ 232 w 1234"/>
                  <a:gd name="T63" fmla="*/ 203 h 1111"/>
                  <a:gd name="T64" fmla="*/ 220 w 1234"/>
                  <a:gd name="T65" fmla="*/ 0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34" h="1111">
                    <a:moveTo>
                      <a:pt x="352" y="0"/>
                    </a:moveTo>
                    <a:lnTo>
                      <a:pt x="352" y="0"/>
                    </a:lnTo>
                    <a:lnTo>
                      <a:pt x="388" y="2"/>
                    </a:lnTo>
                    <a:lnTo>
                      <a:pt x="423" y="3"/>
                    </a:lnTo>
                    <a:lnTo>
                      <a:pt x="458" y="7"/>
                    </a:lnTo>
                    <a:lnTo>
                      <a:pt x="492" y="13"/>
                    </a:lnTo>
                    <a:lnTo>
                      <a:pt x="526" y="19"/>
                    </a:lnTo>
                    <a:lnTo>
                      <a:pt x="560" y="27"/>
                    </a:lnTo>
                    <a:lnTo>
                      <a:pt x="592" y="37"/>
                    </a:lnTo>
                    <a:lnTo>
                      <a:pt x="622" y="48"/>
                    </a:lnTo>
                    <a:lnTo>
                      <a:pt x="653" y="60"/>
                    </a:lnTo>
                    <a:lnTo>
                      <a:pt x="684" y="73"/>
                    </a:lnTo>
                    <a:lnTo>
                      <a:pt x="712" y="89"/>
                    </a:lnTo>
                    <a:lnTo>
                      <a:pt x="741" y="103"/>
                    </a:lnTo>
                    <a:lnTo>
                      <a:pt x="769" y="121"/>
                    </a:lnTo>
                    <a:lnTo>
                      <a:pt x="795" y="138"/>
                    </a:lnTo>
                    <a:lnTo>
                      <a:pt x="820" y="158"/>
                    </a:lnTo>
                    <a:lnTo>
                      <a:pt x="844" y="177"/>
                    </a:lnTo>
                    <a:lnTo>
                      <a:pt x="867" y="198"/>
                    </a:lnTo>
                    <a:lnTo>
                      <a:pt x="889" y="220"/>
                    </a:lnTo>
                    <a:lnTo>
                      <a:pt x="910" y="243"/>
                    </a:lnTo>
                    <a:lnTo>
                      <a:pt x="930" y="267"/>
                    </a:lnTo>
                    <a:lnTo>
                      <a:pt x="947" y="291"/>
                    </a:lnTo>
                    <a:lnTo>
                      <a:pt x="963" y="317"/>
                    </a:lnTo>
                    <a:lnTo>
                      <a:pt x="979" y="343"/>
                    </a:lnTo>
                    <a:lnTo>
                      <a:pt x="994" y="370"/>
                    </a:lnTo>
                    <a:lnTo>
                      <a:pt x="1005" y="397"/>
                    </a:lnTo>
                    <a:lnTo>
                      <a:pt x="1016" y="425"/>
                    </a:lnTo>
                    <a:lnTo>
                      <a:pt x="1026" y="454"/>
                    </a:lnTo>
                    <a:lnTo>
                      <a:pt x="1034" y="482"/>
                    </a:lnTo>
                    <a:lnTo>
                      <a:pt x="1041" y="513"/>
                    </a:lnTo>
                    <a:lnTo>
                      <a:pt x="1044" y="542"/>
                    </a:lnTo>
                    <a:lnTo>
                      <a:pt x="1047" y="573"/>
                    </a:lnTo>
                    <a:lnTo>
                      <a:pt x="1049" y="605"/>
                    </a:lnTo>
                    <a:lnTo>
                      <a:pt x="1049" y="746"/>
                    </a:lnTo>
                    <a:lnTo>
                      <a:pt x="1234" y="746"/>
                    </a:lnTo>
                    <a:lnTo>
                      <a:pt x="1049" y="907"/>
                    </a:lnTo>
                    <a:lnTo>
                      <a:pt x="973" y="973"/>
                    </a:lnTo>
                    <a:lnTo>
                      <a:pt x="814" y="1111"/>
                    </a:lnTo>
                    <a:lnTo>
                      <a:pt x="655" y="973"/>
                    </a:lnTo>
                    <a:lnTo>
                      <a:pt x="582" y="910"/>
                    </a:lnTo>
                    <a:lnTo>
                      <a:pt x="394" y="746"/>
                    </a:lnTo>
                    <a:lnTo>
                      <a:pt x="582" y="746"/>
                    </a:lnTo>
                    <a:lnTo>
                      <a:pt x="582" y="605"/>
                    </a:lnTo>
                    <a:lnTo>
                      <a:pt x="582" y="605"/>
                    </a:lnTo>
                    <a:lnTo>
                      <a:pt x="582" y="584"/>
                    </a:lnTo>
                    <a:lnTo>
                      <a:pt x="579" y="564"/>
                    </a:lnTo>
                    <a:lnTo>
                      <a:pt x="573" y="545"/>
                    </a:lnTo>
                    <a:lnTo>
                      <a:pt x="565" y="526"/>
                    </a:lnTo>
                    <a:lnTo>
                      <a:pt x="555" y="508"/>
                    </a:lnTo>
                    <a:lnTo>
                      <a:pt x="544" y="492"/>
                    </a:lnTo>
                    <a:lnTo>
                      <a:pt x="531" y="478"/>
                    </a:lnTo>
                    <a:lnTo>
                      <a:pt x="515" y="463"/>
                    </a:lnTo>
                    <a:lnTo>
                      <a:pt x="499" y="450"/>
                    </a:lnTo>
                    <a:lnTo>
                      <a:pt x="481" y="437"/>
                    </a:lnTo>
                    <a:lnTo>
                      <a:pt x="462" y="428"/>
                    </a:lnTo>
                    <a:lnTo>
                      <a:pt x="442" y="420"/>
                    </a:lnTo>
                    <a:lnTo>
                      <a:pt x="421" y="413"/>
                    </a:lnTo>
                    <a:lnTo>
                      <a:pt x="399" y="409"/>
                    </a:lnTo>
                    <a:lnTo>
                      <a:pt x="376" y="405"/>
                    </a:lnTo>
                    <a:lnTo>
                      <a:pt x="352" y="404"/>
                    </a:lnTo>
                    <a:lnTo>
                      <a:pt x="235" y="404"/>
                    </a:lnTo>
                    <a:lnTo>
                      <a:pt x="0" y="404"/>
                    </a:lnTo>
                    <a:lnTo>
                      <a:pt x="232" y="203"/>
                    </a:lnTo>
                    <a:lnTo>
                      <a:pt x="0" y="0"/>
                    </a:lnTo>
                    <a:lnTo>
                      <a:pt x="220" y="0"/>
                    </a:lnTo>
                    <a:lnTo>
                      <a:pt x="352"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1" name="Freeform 90"/>
              <p:cNvSpPr>
                <a:spLocks noChangeArrowheads="1"/>
              </p:cNvSpPr>
              <p:nvPr/>
            </p:nvSpPr>
            <p:spPr bwMode="auto">
              <a:xfrm>
                <a:off x="4891097" y="1969404"/>
                <a:ext cx="453170" cy="203411"/>
              </a:xfrm>
              <a:custGeom>
                <a:avLst/>
                <a:gdLst>
                  <a:gd name="connsiteX0" fmla="*/ 301255 w 453170"/>
                  <a:gd name="connsiteY0" fmla="*/ 0 h 203411"/>
                  <a:gd name="connsiteX1" fmla="*/ 453170 w 453170"/>
                  <a:gd name="connsiteY1" fmla="*/ 0 h 203411"/>
                  <a:gd name="connsiteX2" fmla="*/ 453170 w 453170"/>
                  <a:gd name="connsiteY2" fmla="*/ 203411 h 203411"/>
                  <a:gd name="connsiteX3" fmla="*/ 301255 w 453170"/>
                  <a:gd name="connsiteY3" fmla="*/ 203411 h 203411"/>
                  <a:gd name="connsiteX4" fmla="*/ 0 w 453170"/>
                  <a:gd name="connsiteY4" fmla="*/ 0 h 203411"/>
                  <a:gd name="connsiteX5" fmla="*/ 301254 w 453170"/>
                  <a:gd name="connsiteY5" fmla="*/ 0 h 203411"/>
                  <a:gd name="connsiteX6" fmla="*/ 301254 w 453170"/>
                  <a:gd name="connsiteY6" fmla="*/ 203411 h 203411"/>
                  <a:gd name="connsiteX7" fmla="*/ 0 w 453170"/>
                  <a:gd name="connsiteY7" fmla="*/ 203411 h 20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170" h="203411">
                    <a:moveTo>
                      <a:pt x="301255" y="0"/>
                    </a:moveTo>
                    <a:lnTo>
                      <a:pt x="453170" y="0"/>
                    </a:lnTo>
                    <a:lnTo>
                      <a:pt x="453170" y="203411"/>
                    </a:lnTo>
                    <a:lnTo>
                      <a:pt x="301255" y="203411"/>
                    </a:lnTo>
                    <a:close/>
                    <a:moveTo>
                      <a:pt x="0" y="0"/>
                    </a:moveTo>
                    <a:lnTo>
                      <a:pt x="301254" y="0"/>
                    </a:lnTo>
                    <a:lnTo>
                      <a:pt x="301254" y="203411"/>
                    </a:lnTo>
                    <a:lnTo>
                      <a:pt x="0" y="203411"/>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a:solidFill>
                    <a:prstClr val="black"/>
                  </a:solidFill>
                  <a:latin typeface="Montserrat Light"/>
                </a:endParaRPr>
              </a:p>
            </p:txBody>
          </p:sp>
          <p:sp>
            <p:nvSpPr>
              <p:cNvPr id="48" name="Freeform 15"/>
              <p:cNvSpPr>
                <a:spLocks/>
              </p:cNvSpPr>
              <p:nvPr/>
            </p:nvSpPr>
            <p:spPr bwMode="auto">
              <a:xfrm>
                <a:off x="5344267" y="1968031"/>
                <a:ext cx="298679" cy="463467"/>
              </a:xfrm>
              <a:custGeom>
                <a:avLst/>
                <a:gdLst>
                  <a:gd name="T0" fmla="*/ 230 w 230"/>
                  <a:gd name="T1" fmla="*/ 201 h 360"/>
                  <a:gd name="T2" fmla="*/ 230 w 230"/>
                  <a:gd name="T3" fmla="*/ 360 h 360"/>
                  <a:gd name="T4" fmla="*/ 230 w 230"/>
                  <a:gd name="T5" fmla="*/ 360 h 360"/>
                  <a:gd name="T6" fmla="*/ 228 w 230"/>
                  <a:gd name="T7" fmla="*/ 339 h 360"/>
                  <a:gd name="T8" fmla="*/ 225 w 230"/>
                  <a:gd name="T9" fmla="*/ 320 h 360"/>
                  <a:gd name="T10" fmla="*/ 219 w 230"/>
                  <a:gd name="T11" fmla="*/ 301 h 360"/>
                  <a:gd name="T12" fmla="*/ 212 w 230"/>
                  <a:gd name="T13" fmla="*/ 282 h 360"/>
                  <a:gd name="T14" fmla="*/ 203 w 230"/>
                  <a:gd name="T15" fmla="*/ 264 h 360"/>
                  <a:gd name="T16" fmla="*/ 190 w 230"/>
                  <a:gd name="T17" fmla="*/ 248 h 360"/>
                  <a:gd name="T18" fmla="*/ 177 w 230"/>
                  <a:gd name="T19" fmla="*/ 233 h 360"/>
                  <a:gd name="T20" fmla="*/ 162 w 230"/>
                  <a:gd name="T21" fmla="*/ 219 h 360"/>
                  <a:gd name="T22" fmla="*/ 146 w 230"/>
                  <a:gd name="T23" fmla="*/ 206 h 360"/>
                  <a:gd name="T24" fmla="*/ 129 w 230"/>
                  <a:gd name="T25" fmla="*/ 193 h 360"/>
                  <a:gd name="T26" fmla="*/ 109 w 230"/>
                  <a:gd name="T27" fmla="*/ 183 h 360"/>
                  <a:gd name="T28" fmla="*/ 88 w 230"/>
                  <a:gd name="T29" fmla="*/ 175 h 360"/>
                  <a:gd name="T30" fmla="*/ 68 w 230"/>
                  <a:gd name="T31" fmla="*/ 169 h 360"/>
                  <a:gd name="T32" fmla="*/ 45 w 230"/>
                  <a:gd name="T33" fmla="*/ 164 h 360"/>
                  <a:gd name="T34" fmla="*/ 23 w 230"/>
                  <a:gd name="T35" fmla="*/ 161 h 360"/>
                  <a:gd name="T36" fmla="*/ 0 w 230"/>
                  <a:gd name="T37" fmla="*/ 159 h 360"/>
                  <a:gd name="T38" fmla="*/ 0 w 230"/>
                  <a:gd name="T39" fmla="*/ 0 h 360"/>
                  <a:gd name="T40" fmla="*/ 0 w 230"/>
                  <a:gd name="T41" fmla="*/ 0 h 360"/>
                  <a:gd name="T42" fmla="*/ 23 w 230"/>
                  <a:gd name="T43" fmla="*/ 2 h 360"/>
                  <a:gd name="T44" fmla="*/ 45 w 230"/>
                  <a:gd name="T45" fmla="*/ 5 h 360"/>
                  <a:gd name="T46" fmla="*/ 68 w 230"/>
                  <a:gd name="T47" fmla="*/ 10 h 360"/>
                  <a:gd name="T48" fmla="*/ 88 w 230"/>
                  <a:gd name="T49" fmla="*/ 16 h 360"/>
                  <a:gd name="T50" fmla="*/ 109 w 230"/>
                  <a:gd name="T51" fmla="*/ 24 h 360"/>
                  <a:gd name="T52" fmla="*/ 129 w 230"/>
                  <a:gd name="T53" fmla="*/ 34 h 360"/>
                  <a:gd name="T54" fmla="*/ 146 w 230"/>
                  <a:gd name="T55" fmla="*/ 47 h 360"/>
                  <a:gd name="T56" fmla="*/ 162 w 230"/>
                  <a:gd name="T57" fmla="*/ 60 h 360"/>
                  <a:gd name="T58" fmla="*/ 177 w 230"/>
                  <a:gd name="T59" fmla="*/ 73 h 360"/>
                  <a:gd name="T60" fmla="*/ 190 w 230"/>
                  <a:gd name="T61" fmla="*/ 89 h 360"/>
                  <a:gd name="T62" fmla="*/ 203 w 230"/>
                  <a:gd name="T63" fmla="*/ 105 h 360"/>
                  <a:gd name="T64" fmla="*/ 212 w 230"/>
                  <a:gd name="T65" fmla="*/ 122 h 360"/>
                  <a:gd name="T66" fmla="*/ 219 w 230"/>
                  <a:gd name="T67" fmla="*/ 142 h 360"/>
                  <a:gd name="T68" fmla="*/ 225 w 230"/>
                  <a:gd name="T69" fmla="*/ 161 h 360"/>
                  <a:gd name="T70" fmla="*/ 228 w 230"/>
                  <a:gd name="T71" fmla="*/ 180 h 360"/>
                  <a:gd name="T72" fmla="*/ 230 w 230"/>
                  <a:gd name="T73" fmla="*/ 201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360">
                    <a:moveTo>
                      <a:pt x="230" y="201"/>
                    </a:moveTo>
                    <a:lnTo>
                      <a:pt x="230" y="360"/>
                    </a:lnTo>
                    <a:lnTo>
                      <a:pt x="230" y="360"/>
                    </a:lnTo>
                    <a:lnTo>
                      <a:pt x="228" y="339"/>
                    </a:lnTo>
                    <a:lnTo>
                      <a:pt x="225" y="320"/>
                    </a:lnTo>
                    <a:lnTo>
                      <a:pt x="219" y="301"/>
                    </a:lnTo>
                    <a:lnTo>
                      <a:pt x="212" y="282"/>
                    </a:lnTo>
                    <a:lnTo>
                      <a:pt x="203" y="264"/>
                    </a:lnTo>
                    <a:lnTo>
                      <a:pt x="190" y="248"/>
                    </a:lnTo>
                    <a:lnTo>
                      <a:pt x="177" y="233"/>
                    </a:lnTo>
                    <a:lnTo>
                      <a:pt x="162" y="219"/>
                    </a:lnTo>
                    <a:lnTo>
                      <a:pt x="146" y="206"/>
                    </a:lnTo>
                    <a:lnTo>
                      <a:pt x="129" y="193"/>
                    </a:lnTo>
                    <a:lnTo>
                      <a:pt x="109" y="183"/>
                    </a:lnTo>
                    <a:lnTo>
                      <a:pt x="88" y="175"/>
                    </a:lnTo>
                    <a:lnTo>
                      <a:pt x="68" y="169"/>
                    </a:lnTo>
                    <a:lnTo>
                      <a:pt x="45" y="164"/>
                    </a:lnTo>
                    <a:lnTo>
                      <a:pt x="23" y="161"/>
                    </a:lnTo>
                    <a:lnTo>
                      <a:pt x="0" y="159"/>
                    </a:lnTo>
                    <a:lnTo>
                      <a:pt x="0" y="0"/>
                    </a:lnTo>
                    <a:lnTo>
                      <a:pt x="0" y="0"/>
                    </a:lnTo>
                    <a:lnTo>
                      <a:pt x="23" y="2"/>
                    </a:lnTo>
                    <a:lnTo>
                      <a:pt x="45" y="5"/>
                    </a:lnTo>
                    <a:lnTo>
                      <a:pt x="68" y="10"/>
                    </a:lnTo>
                    <a:lnTo>
                      <a:pt x="88" y="16"/>
                    </a:lnTo>
                    <a:lnTo>
                      <a:pt x="109" y="24"/>
                    </a:lnTo>
                    <a:lnTo>
                      <a:pt x="129" y="34"/>
                    </a:lnTo>
                    <a:lnTo>
                      <a:pt x="146" y="47"/>
                    </a:lnTo>
                    <a:lnTo>
                      <a:pt x="162" y="60"/>
                    </a:lnTo>
                    <a:lnTo>
                      <a:pt x="177" y="73"/>
                    </a:lnTo>
                    <a:lnTo>
                      <a:pt x="190" y="89"/>
                    </a:lnTo>
                    <a:lnTo>
                      <a:pt x="203" y="105"/>
                    </a:lnTo>
                    <a:lnTo>
                      <a:pt x="212" y="122"/>
                    </a:lnTo>
                    <a:lnTo>
                      <a:pt x="219" y="142"/>
                    </a:lnTo>
                    <a:lnTo>
                      <a:pt x="225" y="161"/>
                    </a:lnTo>
                    <a:lnTo>
                      <a:pt x="228" y="180"/>
                    </a:lnTo>
                    <a:lnTo>
                      <a:pt x="230" y="201"/>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0" name="Freeform 17"/>
              <p:cNvSpPr>
                <a:spLocks/>
              </p:cNvSpPr>
              <p:nvPr/>
            </p:nvSpPr>
            <p:spPr bwMode="auto">
              <a:xfrm>
                <a:off x="5396554" y="2404613"/>
                <a:ext cx="1083998" cy="674602"/>
              </a:xfrm>
              <a:custGeom>
                <a:avLst/>
                <a:gdLst>
                  <a:gd name="T0" fmla="*/ 655 w 841"/>
                  <a:gd name="T1" fmla="*/ 160 h 524"/>
                  <a:gd name="T2" fmla="*/ 579 w 841"/>
                  <a:gd name="T3" fmla="*/ 226 h 524"/>
                  <a:gd name="T4" fmla="*/ 420 w 841"/>
                  <a:gd name="T5" fmla="*/ 365 h 524"/>
                  <a:gd name="T6" fmla="*/ 420 w 841"/>
                  <a:gd name="T7" fmla="*/ 365 h 524"/>
                  <a:gd name="T8" fmla="*/ 260 w 841"/>
                  <a:gd name="T9" fmla="*/ 226 h 524"/>
                  <a:gd name="T10" fmla="*/ 190 w 841"/>
                  <a:gd name="T11" fmla="*/ 164 h 524"/>
                  <a:gd name="T12" fmla="*/ 190 w 841"/>
                  <a:gd name="T13" fmla="*/ 164 h 524"/>
                  <a:gd name="T14" fmla="*/ 0 w 841"/>
                  <a:gd name="T15" fmla="*/ 0 h 524"/>
                  <a:gd name="T16" fmla="*/ 0 w 841"/>
                  <a:gd name="T17" fmla="*/ 159 h 524"/>
                  <a:gd name="T18" fmla="*/ 190 w 841"/>
                  <a:gd name="T19" fmla="*/ 323 h 524"/>
                  <a:gd name="T20" fmla="*/ 260 w 841"/>
                  <a:gd name="T21" fmla="*/ 386 h 524"/>
                  <a:gd name="T22" fmla="*/ 260 w 841"/>
                  <a:gd name="T23" fmla="*/ 386 h 524"/>
                  <a:gd name="T24" fmla="*/ 420 w 841"/>
                  <a:gd name="T25" fmla="*/ 524 h 524"/>
                  <a:gd name="T26" fmla="*/ 579 w 841"/>
                  <a:gd name="T27" fmla="*/ 386 h 524"/>
                  <a:gd name="T28" fmla="*/ 655 w 841"/>
                  <a:gd name="T29" fmla="*/ 320 h 524"/>
                  <a:gd name="T30" fmla="*/ 841 w 841"/>
                  <a:gd name="T31" fmla="*/ 159 h 524"/>
                  <a:gd name="T32" fmla="*/ 841 w 841"/>
                  <a:gd name="T33" fmla="*/ 0 h 524"/>
                  <a:gd name="T34" fmla="*/ 655 w 841"/>
                  <a:gd name="T35" fmla="*/ 16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41" h="524">
                    <a:moveTo>
                      <a:pt x="655" y="160"/>
                    </a:moveTo>
                    <a:lnTo>
                      <a:pt x="579" y="226"/>
                    </a:lnTo>
                    <a:lnTo>
                      <a:pt x="420" y="365"/>
                    </a:lnTo>
                    <a:lnTo>
                      <a:pt x="420" y="365"/>
                    </a:lnTo>
                    <a:lnTo>
                      <a:pt x="260" y="226"/>
                    </a:lnTo>
                    <a:lnTo>
                      <a:pt x="190" y="164"/>
                    </a:lnTo>
                    <a:lnTo>
                      <a:pt x="190" y="164"/>
                    </a:lnTo>
                    <a:lnTo>
                      <a:pt x="0" y="0"/>
                    </a:lnTo>
                    <a:lnTo>
                      <a:pt x="0" y="159"/>
                    </a:lnTo>
                    <a:lnTo>
                      <a:pt x="190" y="323"/>
                    </a:lnTo>
                    <a:lnTo>
                      <a:pt x="260" y="386"/>
                    </a:lnTo>
                    <a:lnTo>
                      <a:pt x="260" y="386"/>
                    </a:lnTo>
                    <a:lnTo>
                      <a:pt x="420" y="524"/>
                    </a:lnTo>
                    <a:lnTo>
                      <a:pt x="579" y="386"/>
                    </a:lnTo>
                    <a:lnTo>
                      <a:pt x="655" y="320"/>
                    </a:lnTo>
                    <a:lnTo>
                      <a:pt x="841" y="159"/>
                    </a:lnTo>
                    <a:lnTo>
                      <a:pt x="841" y="0"/>
                    </a:lnTo>
                    <a:lnTo>
                      <a:pt x="655" y="16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sp>
          <p:nvSpPr>
            <p:cNvPr id="118" name="Freeform 35"/>
            <p:cNvSpPr>
              <a:spLocks/>
            </p:cNvSpPr>
            <p:nvPr/>
          </p:nvSpPr>
          <p:spPr bwMode="auto">
            <a:xfrm>
              <a:off x="8355441" y="6141006"/>
              <a:ext cx="975857" cy="983580"/>
            </a:xfrm>
            <a:custGeom>
              <a:avLst/>
              <a:gdLst>
                <a:gd name="T0" fmla="*/ 0 w 759"/>
                <a:gd name="T1" fmla="*/ 159 h 764"/>
                <a:gd name="T2" fmla="*/ 2 w 759"/>
                <a:gd name="T3" fmla="*/ 190 h 764"/>
                <a:gd name="T4" fmla="*/ 10 w 759"/>
                <a:gd name="T5" fmla="*/ 251 h 764"/>
                <a:gd name="T6" fmla="*/ 24 w 759"/>
                <a:gd name="T7" fmla="*/ 310 h 764"/>
                <a:gd name="T8" fmla="*/ 47 w 759"/>
                <a:gd name="T9" fmla="*/ 367 h 764"/>
                <a:gd name="T10" fmla="*/ 76 w 759"/>
                <a:gd name="T11" fmla="*/ 421 h 764"/>
                <a:gd name="T12" fmla="*/ 111 w 759"/>
                <a:gd name="T13" fmla="*/ 473 h 764"/>
                <a:gd name="T14" fmla="*/ 151 w 759"/>
                <a:gd name="T15" fmla="*/ 521 h 764"/>
                <a:gd name="T16" fmla="*/ 198 w 759"/>
                <a:gd name="T17" fmla="*/ 564 h 764"/>
                <a:gd name="T18" fmla="*/ 250 w 759"/>
                <a:gd name="T19" fmla="*/ 606 h 764"/>
                <a:gd name="T20" fmla="*/ 306 w 759"/>
                <a:gd name="T21" fmla="*/ 643 h 764"/>
                <a:gd name="T22" fmla="*/ 365 w 759"/>
                <a:gd name="T23" fmla="*/ 675 h 764"/>
                <a:gd name="T24" fmla="*/ 431 w 759"/>
                <a:gd name="T25" fmla="*/ 704 h 764"/>
                <a:gd name="T26" fmla="*/ 499 w 759"/>
                <a:gd name="T27" fmla="*/ 727 h 764"/>
                <a:gd name="T28" fmla="*/ 570 w 759"/>
                <a:gd name="T29" fmla="*/ 744 h 764"/>
                <a:gd name="T30" fmla="*/ 644 w 759"/>
                <a:gd name="T31" fmla="*/ 756 h 764"/>
                <a:gd name="T32" fmla="*/ 721 w 759"/>
                <a:gd name="T33" fmla="*/ 762 h 764"/>
                <a:gd name="T34" fmla="*/ 759 w 759"/>
                <a:gd name="T35" fmla="*/ 604 h 764"/>
                <a:gd name="T36" fmla="*/ 721 w 759"/>
                <a:gd name="T37" fmla="*/ 603 h 764"/>
                <a:gd name="T38" fmla="*/ 644 w 759"/>
                <a:gd name="T39" fmla="*/ 596 h 764"/>
                <a:gd name="T40" fmla="*/ 570 w 759"/>
                <a:gd name="T41" fmla="*/ 585 h 764"/>
                <a:gd name="T42" fmla="*/ 499 w 759"/>
                <a:gd name="T43" fmla="*/ 568 h 764"/>
                <a:gd name="T44" fmla="*/ 431 w 759"/>
                <a:gd name="T45" fmla="*/ 543 h 764"/>
                <a:gd name="T46" fmla="*/ 365 w 759"/>
                <a:gd name="T47" fmla="*/ 516 h 764"/>
                <a:gd name="T48" fmla="*/ 306 w 759"/>
                <a:gd name="T49" fmla="*/ 484 h 764"/>
                <a:gd name="T50" fmla="*/ 250 w 759"/>
                <a:gd name="T51" fmla="*/ 447 h 764"/>
                <a:gd name="T52" fmla="*/ 198 w 759"/>
                <a:gd name="T53" fmla="*/ 405 h 764"/>
                <a:gd name="T54" fmla="*/ 151 w 759"/>
                <a:gd name="T55" fmla="*/ 362 h 764"/>
                <a:gd name="T56" fmla="*/ 111 w 759"/>
                <a:gd name="T57" fmla="*/ 313 h 764"/>
                <a:gd name="T58" fmla="*/ 76 w 759"/>
                <a:gd name="T59" fmla="*/ 262 h 764"/>
                <a:gd name="T60" fmla="*/ 47 w 759"/>
                <a:gd name="T61" fmla="*/ 207 h 764"/>
                <a:gd name="T62" fmla="*/ 24 w 759"/>
                <a:gd name="T63" fmla="*/ 151 h 764"/>
                <a:gd name="T64" fmla="*/ 10 w 759"/>
                <a:gd name="T65" fmla="*/ 92 h 764"/>
                <a:gd name="T66" fmla="*/ 2 w 759"/>
                <a:gd name="T67" fmla="*/ 31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59" h="764">
                  <a:moveTo>
                    <a:pt x="0" y="0"/>
                  </a:moveTo>
                  <a:lnTo>
                    <a:pt x="0" y="159"/>
                  </a:lnTo>
                  <a:lnTo>
                    <a:pt x="0" y="159"/>
                  </a:lnTo>
                  <a:lnTo>
                    <a:pt x="2" y="190"/>
                  </a:lnTo>
                  <a:lnTo>
                    <a:pt x="5" y="220"/>
                  </a:lnTo>
                  <a:lnTo>
                    <a:pt x="10" y="251"/>
                  </a:lnTo>
                  <a:lnTo>
                    <a:pt x="16" y="281"/>
                  </a:lnTo>
                  <a:lnTo>
                    <a:pt x="24" y="310"/>
                  </a:lnTo>
                  <a:lnTo>
                    <a:pt x="36" y="339"/>
                  </a:lnTo>
                  <a:lnTo>
                    <a:pt x="47" y="367"/>
                  </a:lnTo>
                  <a:lnTo>
                    <a:pt x="60" y="394"/>
                  </a:lnTo>
                  <a:lnTo>
                    <a:pt x="76" y="421"/>
                  </a:lnTo>
                  <a:lnTo>
                    <a:pt x="92" y="447"/>
                  </a:lnTo>
                  <a:lnTo>
                    <a:pt x="111" y="473"/>
                  </a:lnTo>
                  <a:lnTo>
                    <a:pt x="130" y="497"/>
                  </a:lnTo>
                  <a:lnTo>
                    <a:pt x="151" y="521"/>
                  </a:lnTo>
                  <a:lnTo>
                    <a:pt x="174" y="543"/>
                  </a:lnTo>
                  <a:lnTo>
                    <a:pt x="198" y="564"/>
                  </a:lnTo>
                  <a:lnTo>
                    <a:pt x="224" y="585"/>
                  </a:lnTo>
                  <a:lnTo>
                    <a:pt x="250" y="606"/>
                  </a:lnTo>
                  <a:lnTo>
                    <a:pt x="277" y="625"/>
                  </a:lnTo>
                  <a:lnTo>
                    <a:pt x="306" y="643"/>
                  </a:lnTo>
                  <a:lnTo>
                    <a:pt x="335" y="659"/>
                  </a:lnTo>
                  <a:lnTo>
                    <a:pt x="365" y="675"/>
                  </a:lnTo>
                  <a:lnTo>
                    <a:pt x="397" y="690"/>
                  </a:lnTo>
                  <a:lnTo>
                    <a:pt x="431" y="704"/>
                  </a:lnTo>
                  <a:lnTo>
                    <a:pt x="463" y="715"/>
                  </a:lnTo>
                  <a:lnTo>
                    <a:pt x="499" y="727"/>
                  </a:lnTo>
                  <a:lnTo>
                    <a:pt x="534" y="736"/>
                  </a:lnTo>
                  <a:lnTo>
                    <a:pt x="570" y="744"/>
                  </a:lnTo>
                  <a:lnTo>
                    <a:pt x="607" y="751"/>
                  </a:lnTo>
                  <a:lnTo>
                    <a:pt x="644" y="756"/>
                  </a:lnTo>
                  <a:lnTo>
                    <a:pt x="682" y="760"/>
                  </a:lnTo>
                  <a:lnTo>
                    <a:pt x="721" y="762"/>
                  </a:lnTo>
                  <a:lnTo>
                    <a:pt x="759" y="764"/>
                  </a:lnTo>
                  <a:lnTo>
                    <a:pt x="759" y="604"/>
                  </a:lnTo>
                  <a:lnTo>
                    <a:pt x="759" y="604"/>
                  </a:lnTo>
                  <a:lnTo>
                    <a:pt x="721" y="603"/>
                  </a:lnTo>
                  <a:lnTo>
                    <a:pt x="682" y="601"/>
                  </a:lnTo>
                  <a:lnTo>
                    <a:pt x="644" y="596"/>
                  </a:lnTo>
                  <a:lnTo>
                    <a:pt x="607" y="592"/>
                  </a:lnTo>
                  <a:lnTo>
                    <a:pt x="570" y="585"/>
                  </a:lnTo>
                  <a:lnTo>
                    <a:pt x="534" y="577"/>
                  </a:lnTo>
                  <a:lnTo>
                    <a:pt x="499" y="568"/>
                  </a:lnTo>
                  <a:lnTo>
                    <a:pt x="463" y="556"/>
                  </a:lnTo>
                  <a:lnTo>
                    <a:pt x="431" y="543"/>
                  </a:lnTo>
                  <a:lnTo>
                    <a:pt x="397" y="531"/>
                  </a:lnTo>
                  <a:lnTo>
                    <a:pt x="365" y="516"/>
                  </a:lnTo>
                  <a:lnTo>
                    <a:pt x="335" y="500"/>
                  </a:lnTo>
                  <a:lnTo>
                    <a:pt x="306" y="484"/>
                  </a:lnTo>
                  <a:lnTo>
                    <a:pt x="277" y="466"/>
                  </a:lnTo>
                  <a:lnTo>
                    <a:pt x="250" y="447"/>
                  </a:lnTo>
                  <a:lnTo>
                    <a:pt x="224" y="426"/>
                  </a:lnTo>
                  <a:lnTo>
                    <a:pt x="198" y="405"/>
                  </a:lnTo>
                  <a:lnTo>
                    <a:pt x="174" y="384"/>
                  </a:lnTo>
                  <a:lnTo>
                    <a:pt x="151" y="362"/>
                  </a:lnTo>
                  <a:lnTo>
                    <a:pt x="130" y="338"/>
                  </a:lnTo>
                  <a:lnTo>
                    <a:pt x="111" y="313"/>
                  </a:lnTo>
                  <a:lnTo>
                    <a:pt x="92" y="288"/>
                  </a:lnTo>
                  <a:lnTo>
                    <a:pt x="76" y="262"/>
                  </a:lnTo>
                  <a:lnTo>
                    <a:pt x="60" y="235"/>
                  </a:lnTo>
                  <a:lnTo>
                    <a:pt x="47" y="207"/>
                  </a:lnTo>
                  <a:lnTo>
                    <a:pt x="36" y="180"/>
                  </a:lnTo>
                  <a:lnTo>
                    <a:pt x="24" y="151"/>
                  </a:lnTo>
                  <a:lnTo>
                    <a:pt x="16" y="122"/>
                  </a:lnTo>
                  <a:lnTo>
                    <a:pt x="10" y="92"/>
                  </a:lnTo>
                  <a:lnTo>
                    <a:pt x="5" y="61"/>
                  </a:lnTo>
                  <a:lnTo>
                    <a:pt x="2" y="31"/>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sp>
        <p:nvSpPr>
          <p:cNvPr id="122" name="TextBox 121"/>
          <p:cNvSpPr txBox="1"/>
          <p:nvPr/>
        </p:nvSpPr>
        <p:spPr>
          <a:xfrm>
            <a:off x="366844" y="1768023"/>
            <a:ext cx="4122041" cy="683002"/>
          </a:xfrm>
          <a:prstGeom prst="rect">
            <a:avLst/>
          </a:prstGeom>
          <a:noFill/>
        </p:spPr>
        <p:txBody>
          <a:bodyPr wrap="none" rtlCol="0">
            <a:noAutofit/>
          </a:bodyPr>
          <a:lstStyle/>
          <a:p>
            <a:pPr algn="r" fontAlgn="auto">
              <a:spcBef>
                <a:spcPts val="0"/>
              </a:spcBef>
              <a:spcAft>
                <a:spcPts val="0"/>
              </a:spcAft>
            </a:pPr>
            <a:r>
              <a:rPr lang="ar-SA" sz="3200" b="1" dirty="0"/>
              <a:t>القرن العشرين </a:t>
            </a:r>
            <a:endParaRPr lang="id-ID" sz="3200" b="1" dirty="0">
              <a:solidFill>
                <a:srgbClr val="5B9BD5"/>
              </a:solidFill>
              <a:latin typeface="Montserrat"/>
            </a:endParaRPr>
          </a:p>
        </p:txBody>
      </p:sp>
      <p:sp>
        <p:nvSpPr>
          <p:cNvPr id="124" name="TextBox 123"/>
          <p:cNvSpPr txBox="1"/>
          <p:nvPr/>
        </p:nvSpPr>
        <p:spPr>
          <a:xfrm>
            <a:off x="5376949" y="2980502"/>
            <a:ext cx="2175269" cy="422687"/>
          </a:xfrm>
          <a:prstGeom prst="rect">
            <a:avLst/>
          </a:prstGeom>
          <a:noFill/>
        </p:spPr>
        <p:txBody>
          <a:bodyPr wrap="none" rtlCol="0">
            <a:noAutofit/>
          </a:bodyPr>
          <a:lstStyle/>
          <a:p>
            <a:pPr algn="r" fontAlgn="auto">
              <a:spcBef>
                <a:spcPts val="0"/>
              </a:spcBef>
              <a:spcAft>
                <a:spcPts val="0"/>
              </a:spcAft>
            </a:pPr>
            <a:r>
              <a:rPr lang="ar-SA" sz="3200" b="1" dirty="0"/>
              <a:t>القرن الذهبي</a:t>
            </a:r>
            <a:endParaRPr lang="id-ID" sz="3200" b="1" dirty="0">
              <a:latin typeface="Montserrat"/>
            </a:endParaRPr>
          </a:p>
        </p:txBody>
      </p:sp>
      <p:sp>
        <p:nvSpPr>
          <p:cNvPr id="130" name="TextBox 129"/>
          <p:cNvSpPr txBox="1"/>
          <p:nvPr/>
        </p:nvSpPr>
        <p:spPr>
          <a:xfrm>
            <a:off x="670810" y="4734228"/>
            <a:ext cx="11521190" cy="1104366"/>
          </a:xfrm>
          <a:prstGeom prst="rect">
            <a:avLst/>
          </a:prstGeom>
          <a:noFill/>
        </p:spPr>
        <p:txBody>
          <a:bodyPr wrap="none" rtlCol="0">
            <a:noAutofit/>
          </a:bodyPr>
          <a:lstStyle/>
          <a:p>
            <a:pPr algn="r" fontAlgn="auto">
              <a:spcBef>
                <a:spcPts val="0"/>
              </a:spcBef>
              <a:spcAft>
                <a:spcPts val="0"/>
              </a:spcAft>
            </a:pPr>
            <a:r>
              <a:rPr lang="ar-SA" sz="3200" b="1" dirty="0">
                <a:solidFill>
                  <a:srgbClr val="2980B9"/>
                </a:solidFill>
              </a:rPr>
              <a:t>.. للنمو السريع للوسائل التعليمية، حيث قفزت الوسائل التعليمية والعناية بها قفزة هائلة</a:t>
            </a:r>
            <a:endParaRPr lang="id-ID" sz="3200" b="1" dirty="0">
              <a:solidFill>
                <a:srgbClr val="2980B9"/>
              </a:solidFill>
              <a:latin typeface="Montserrat"/>
            </a:endParaRPr>
          </a:p>
        </p:txBody>
      </p: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93057847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041"/>
                                        </p:tgtEl>
                                        <p:attrNameLst>
                                          <p:attrName>style.visibility</p:attrName>
                                        </p:attrNameLst>
                                      </p:cBhvr>
                                      <p:to>
                                        <p:strVal val="visible"/>
                                      </p:to>
                                    </p:set>
                                    <p:animEffect transition="in" filter="wipe(left)">
                                      <p:cBhvr>
                                        <p:cTn id="7" dur="500"/>
                                        <p:tgtEl>
                                          <p:spTgt spid="104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fade">
                                      <p:cBhvr>
                                        <p:cTn id="11" dur="500"/>
                                        <p:tgtEl>
                                          <p:spTgt spid="12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24"/>
                                        </p:tgtEl>
                                        <p:attrNameLst>
                                          <p:attrName>style.visibility</p:attrName>
                                        </p:attrNameLst>
                                      </p:cBhvr>
                                      <p:to>
                                        <p:strVal val="visible"/>
                                      </p:to>
                                    </p:set>
                                    <p:animEffect transition="in" filter="fade">
                                      <p:cBhvr>
                                        <p:cTn id="15" dur="500"/>
                                        <p:tgtEl>
                                          <p:spTgt spid="124"/>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30"/>
                                        </p:tgtEl>
                                        <p:attrNameLst>
                                          <p:attrName>style.visibility</p:attrName>
                                        </p:attrNameLst>
                                      </p:cBhvr>
                                      <p:to>
                                        <p:strVal val="visible"/>
                                      </p:to>
                                    </p:set>
                                    <p:animEffect transition="in" filter="fade">
                                      <p:cBhvr>
                                        <p:cTn id="19" dur="5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p:bldP spid="124" grpId="0"/>
      <p:bldP spid="130"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Curved Connector 3"/>
          <p:cNvCxnSpPr>
            <a:stCxn id="9" idx="4"/>
            <a:endCxn id="12" idx="2"/>
          </p:cNvCxnSpPr>
          <p:nvPr/>
        </p:nvCxnSpPr>
        <p:spPr>
          <a:xfrm rot="5400000">
            <a:off x="5720639" y="3859850"/>
            <a:ext cx="1268869" cy="663923"/>
          </a:xfrm>
          <a:prstGeom prst="curvedConnector2">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grpSp>
        <p:nvGrpSpPr>
          <p:cNvPr id="8" name="Group 7"/>
          <p:cNvGrpSpPr/>
          <p:nvPr/>
        </p:nvGrpSpPr>
        <p:grpSpPr>
          <a:xfrm flipH="1">
            <a:off x="5667184" y="2312504"/>
            <a:ext cx="1991030" cy="1244873"/>
            <a:chOff x="5080163" y="3384688"/>
            <a:chExt cx="1991030" cy="1244873"/>
          </a:xfrm>
        </p:grpSpPr>
        <p:sp>
          <p:nvSpPr>
            <p:cNvPr id="9" name="Oval 8"/>
            <p:cNvSpPr/>
            <p:nvPr/>
          </p:nvSpPr>
          <p:spPr>
            <a:xfrm>
              <a:off x="5428906" y="3384688"/>
              <a:ext cx="1244873" cy="1244873"/>
            </a:xfrm>
            <a:prstGeom prst="ellipse">
              <a:avLst/>
            </a:prstGeom>
            <a:solidFill>
              <a:schemeClr val="accent1"/>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0" name="TextBox 9"/>
            <p:cNvSpPr txBox="1"/>
            <p:nvPr/>
          </p:nvSpPr>
          <p:spPr>
            <a:xfrm rot="21568247">
              <a:off x="5080163" y="3689037"/>
              <a:ext cx="1991030" cy="584775"/>
            </a:xfrm>
            <a:prstGeom prst="rect">
              <a:avLst/>
            </a:prstGeom>
            <a:noFill/>
          </p:spPr>
          <p:txBody>
            <a:bodyPr wrap="square" rtlCol="0">
              <a:spAutoFit/>
            </a:bodyPr>
            <a:lstStyle/>
            <a:p>
              <a:pPr algn="ctr" fontAlgn="auto">
                <a:spcBef>
                  <a:spcPts val="0"/>
                </a:spcBef>
                <a:spcAft>
                  <a:spcPts val="0"/>
                </a:spcAft>
              </a:pPr>
              <a:r>
                <a:rPr lang="el-GR" sz="3200" b="1" dirty="0">
                  <a:solidFill>
                    <a:prstClr val="white"/>
                  </a:solidFill>
                </a:rPr>
                <a:t>1</a:t>
              </a:r>
              <a:endParaRPr lang="id-ID" sz="3200" b="1" dirty="0">
                <a:solidFill>
                  <a:prstClr val="white"/>
                </a:solidFill>
                <a:latin typeface="Montserrat"/>
              </a:endParaRPr>
            </a:p>
          </p:txBody>
        </p:sp>
      </p:grpSp>
      <p:grpSp>
        <p:nvGrpSpPr>
          <p:cNvPr id="11" name="Group 10"/>
          <p:cNvGrpSpPr/>
          <p:nvPr/>
        </p:nvGrpSpPr>
        <p:grpSpPr>
          <a:xfrm flipH="1">
            <a:off x="4423128" y="4203809"/>
            <a:ext cx="1991030" cy="1244873"/>
            <a:chOff x="6681988" y="5097401"/>
            <a:chExt cx="1991030" cy="1244873"/>
          </a:xfrm>
        </p:grpSpPr>
        <p:sp>
          <p:nvSpPr>
            <p:cNvPr id="12" name="Oval 11"/>
            <p:cNvSpPr/>
            <p:nvPr/>
          </p:nvSpPr>
          <p:spPr>
            <a:xfrm>
              <a:off x="7073035" y="5097401"/>
              <a:ext cx="1244873" cy="1244873"/>
            </a:xfrm>
            <a:prstGeom prst="ellipse">
              <a:avLst/>
            </a:prstGeom>
            <a:solidFill>
              <a:schemeClr val="accent2"/>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3" name="TextBox 12"/>
            <p:cNvSpPr txBox="1"/>
            <p:nvPr/>
          </p:nvSpPr>
          <p:spPr>
            <a:xfrm rot="21568247">
              <a:off x="6681988" y="5421852"/>
              <a:ext cx="1991030"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2</a:t>
              </a:r>
              <a:endParaRPr lang="id-ID" sz="3200" b="1" dirty="0">
                <a:solidFill>
                  <a:prstClr val="white"/>
                </a:solidFill>
                <a:latin typeface="Montserrat"/>
              </a:endParaRPr>
            </a:p>
          </p:txBody>
        </p:sp>
      </p:grpSp>
      <p:sp>
        <p:nvSpPr>
          <p:cNvPr id="25" name="Rectangle 24"/>
          <p:cNvSpPr/>
          <p:nvPr/>
        </p:nvSpPr>
        <p:spPr>
          <a:xfrm flipH="1">
            <a:off x="104926" y="4501596"/>
            <a:ext cx="4673310" cy="1384995"/>
          </a:xfrm>
          <a:prstGeom prst="rect">
            <a:avLst/>
          </a:prstGeom>
        </p:spPr>
        <p:txBody>
          <a:bodyPr wrap="square">
            <a:spAutoFit/>
          </a:bodyPr>
          <a:lstStyle/>
          <a:p>
            <a:pPr algn="ctr" rtl="1" fontAlgn="auto">
              <a:spcBef>
                <a:spcPts val="0"/>
              </a:spcBef>
              <a:spcAft>
                <a:spcPts val="0"/>
              </a:spcAft>
            </a:pPr>
            <a:r>
              <a:rPr lang="ar-SA" sz="2800" b="1" dirty="0"/>
              <a:t>تتوفر الأفلام في كل موضوع من موضوعات الدراسة وعلى جميع المستويات</a:t>
            </a:r>
            <a:endParaRPr lang="en-AU" sz="2800" b="1" dirty="0">
              <a:solidFill>
                <a:prstClr val="black">
                  <a:lumMod val="50000"/>
                  <a:lumOff val="50000"/>
                </a:prstClr>
              </a:solidFill>
              <a:latin typeface="Montserrat Light"/>
            </a:endParaRPr>
          </a:p>
        </p:txBody>
      </p:sp>
      <p:cxnSp>
        <p:nvCxnSpPr>
          <p:cNvPr id="26" name="Straight Connector 25"/>
          <p:cNvCxnSpPr/>
          <p:nvPr/>
        </p:nvCxnSpPr>
        <p:spPr>
          <a:xfrm flipH="1">
            <a:off x="1767661" y="4501596"/>
            <a:ext cx="3010577"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flipH="1">
            <a:off x="7417779" y="2728112"/>
            <a:ext cx="4150442" cy="954107"/>
          </a:xfrm>
          <a:prstGeom prst="rect">
            <a:avLst/>
          </a:prstGeom>
        </p:spPr>
        <p:txBody>
          <a:bodyPr wrap="square">
            <a:spAutoFit/>
          </a:bodyPr>
          <a:lstStyle/>
          <a:p>
            <a:pPr algn="ctr" rtl="1" fontAlgn="auto">
              <a:spcBef>
                <a:spcPts val="0"/>
              </a:spcBef>
              <a:spcAft>
                <a:spcPts val="0"/>
              </a:spcAft>
            </a:pPr>
            <a:r>
              <a:rPr lang="ar-SA" sz="2800" b="1" dirty="0"/>
              <a:t>تصوير الواقع ومحاكاة الظاهرة المدروسة</a:t>
            </a:r>
            <a:endParaRPr lang="en-AU" sz="2800" b="1" dirty="0">
              <a:solidFill>
                <a:prstClr val="black">
                  <a:lumMod val="50000"/>
                  <a:lumOff val="50000"/>
                </a:prstClr>
              </a:solidFill>
              <a:latin typeface="Montserrat Light"/>
            </a:endParaRPr>
          </a:p>
        </p:txBody>
      </p:sp>
      <p:cxnSp>
        <p:nvCxnSpPr>
          <p:cNvPr id="32" name="Straight Connector 31"/>
          <p:cNvCxnSpPr/>
          <p:nvPr/>
        </p:nvCxnSpPr>
        <p:spPr>
          <a:xfrm flipH="1">
            <a:off x="7413800" y="2667151"/>
            <a:ext cx="3750386"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15" name="Title 1"/>
          <p:cNvSpPr>
            <a:spLocks noGrp="1"/>
          </p:cNvSpPr>
          <p:nvPr>
            <p:ph type="title"/>
          </p:nvPr>
        </p:nvSpPr>
        <p:spPr>
          <a:xfrm>
            <a:off x="4216757" y="375011"/>
            <a:ext cx="7154780" cy="750929"/>
          </a:xfrm>
        </p:spPr>
        <p:txBody>
          <a:bodyPr>
            <a:normAutofit/>
          </a:bodyPr>
          <a:lstStyle/>
          <a:p>
            <a:pPr lvl="0" algn="r" rtl="1"/>
            <a:r>
              <a:rPr lang="ar-SA" u="sng" dirty="0" smtClean="0"/>
              <a:t>ب - الغرض </a:t>
            </a:r>
            <a:r>
              <a:rPr lang="ar-SA" u="sng" dirty="0"/>
              <a:t>التعليمي</a:t>
            </a:r>
            <a:endParaRPr lang="en-US" u="sng" dirty="0"/>
          </a:p>
        </p:txBody>
      </p: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3254078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up)">
                                      <p:cBhvr>
                                        <p:cTn id="19" dur="500"/>
                                        <p:tgtEl>
                                          <p:spTgt spid="4"/>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wipe(left)">
                                      <p:cBhvr>
                                        <p:cTn id="27" dur="500"/>
                                        <p:tgtEl>
                                          <p:spTgt spid="26"/>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5"/>
                                        </p:tgtEl>
                                        <p:attrNameLst>
                                          <p:attrName>style.visibility</p:attrName>
                                        </p:attrNameLst>
                                      </p:cBhvr>
                                      <p:to>
                                        <p:strVal val="visible"/>
                                      </p:to>
                                    </p:set>
                                    <p:animEffect transition="in" filter="fade">
                                      <p:cBhvr>
                                        <p:cTn id="31"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31"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216757" y="375011"/>
            <a:ext cx="7154780" cy="750929"/>
          </a:xfrm>
        </p:spPr>
        <p:txBody>
          <a:bodyPr>
            <a:normAutofit/>
          </a:bodyPr>
          <a:lstStyle/>
          <a:p>
            <a:pPr lvl="0" algn="r" rtl="1"/>
            <a:r>
              <a:rPr lang="ar-SA" u="sng" dirty="0" smtClean="0"/>
              <a:t>ب - الغرض </a:t>
            </a:r>
            <a:r>
              <a:rPr lang="ar-SA" u="sng" dirty="0"/>
              <a:t>التعليمي</a:t>
            </a:r>
            <a:endParaRPr lang="en-US" u="sng" dirty="0"/>
          </a:p>
        </p:txBody>
      </p:sp>
      <p:cxnSp>
        <p:nvCxnSpPr>
          <p:cNvPr id="4" name="Curved Connector 3"/>
          <p:cNvCxnSpPr>
            <a:stCxn id="9" idx="4"/>
            <a:endCxn id="12" idx="2"/>
          </p:cNvCxnSpPr>
          <p:nvPr/>
        </p:nvCxnSpPr>
        <p:spPr>
          <a:xfrm rot="5400000">
            <a:off x="5631050" y="3591669"/>
            <a:ext cx="1090277" cy="1021692"/>
          </a:xfrm>
          <a:prstGeom prst="curvedConnector2">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cxnSp>
        <p:nvCxnSpPr>
          <p:cNvPr id="5" name="Curved Connector 4"/>
          <p:cNvCxnSpPr>
            <a:stCxn id="9" idx="4"/>
            <a:endCxn id="15" idx="0"/>
          </p:cNvCxnSpPr>
          <p:nvPr/>
        </p:nvCxnSpPr>
        <p:spPr>
          <a:xfrm rot="16200000" flipH="1">
            <a:off x="7278083" y="2966328"/>
            <a:ext cx="467839" cy="1649936"/>
          </a:xfrm>
          <a:prstGeom prst="curvedConnector3">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grpSp>
        <p:nvGrpSpPr>
          <p:cNvPr id="8" name="Group 7"/>
          <p:cNvGrpSpPr/>
          <p:nvPr/>
        </p:nvGrpSpPr>
        <p:grpSpPr>
          <a:xfrm flipH="1">
            <a:off x="5667184" y="2312504"/>
            <a:ext cx="1991030" cy="1244873"/>
            <a:chOff x="5080163" y="3384688"/>
            <a:chExt cx="1991030" cy="1244873"/>
          </a:xfrm>
        </p:grpSpPr>
        <p:sp>
          <p:nvSpPr>
            <p:cNvPr id="9" name="Oval 8"/>
            <p:cNvSpPr/>
            <p:nvPr/>
          </p:nvSpPr>
          <p:spPr>
            <a:xfrm>
              <a:off x="5428906" y="3384688"/>
              <a:ext cx="1244873" cy="1244873"/>
            </a:xfrm>
            <a:prstGeom prst="ellipse">
              <a:avLst/>
            </a:prstGeom>
            <a:solidFill>
              <a:schemeClr val="accent1"/>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0" name="TextBox 9"/>
            <p:cNvSpPr txBox="1"/>
            <p:nvPr/>
          </p:nvSpPr>
          <p:spPr>
            <a:xfrm rot="21568247">
              <a:off x="5080163" y="3689037"/>
              <a:ext cx="1991030"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rPr>
                <a:t>3</a:t>
              </a:r>
              <a:endParaRPr lang="id-ID" sz="3200" b="1" dirty="0">
                <a:solidFill>
                  <a:prstClr val="white"/>
                </a:solidFill>
                <a:latin typeface="Montserrat"/>
              </a:endParaRPr>
            </a:p>
          </p:txBody>
        </p:sp>
      </p:grpSp>
      <p:grpSp>
        <p:nvGrpSpPr>
          <p:cNvPr id="11" name="Group 10"/>
          <p:cNvGrpSpPr/>
          <p:nvPr/>
        </p:nvGrpSpPr>
        <p:grpSpPr>
          <a:xfrm flipH="1">
            <a:off x="4065359" y="4025217"/>
            <a:ext cx="1991030" cy="1244873"/>
            <a:chOff x="6681988" y="5097401"/>
            <a:chExt cx="1991030" cy="1244873"/>
          </a:xfrm>
        </p:grpSpPr>
        <p:sp>
          <p:nvSpPr>
            <p:cNvPr id="12" name="Oval 11"/>
            <p:cNvSpPr/>
            <p:nvPr/>
          </p:nvSpPr>
          <p:spPr>
            <a:xfrm>
              <a:off x="7073035" y="5097401"/>
              <a:ext cx="1244873" cy="1244873"/>
            </a:xfrm>
            <a:prstGeom prst="ellipse">
              <a:avLst/>
            </a:prstGeom>
            <a:solidFill>
              <a:schemeClr val="accent2"/>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3" name="TextBox 12"/>
            <p:cNvSpPr txBox="1"/>
            <p:nvPr/>
          </p:nvSpPr>
          <p:spPr>
            <a:xfrm rot="21568247">
              <a:off x="6681988" y="5421852"/>
              <a:ext cx="1991030"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4</a:t>
              </a:r>
              <a:endParaRPr lang="id-ID" sz="3200" b="1" dirty="0">
                <a:solidFill>
                  <a:prstClr val="white"/>
                </a:solidFill>
                <a:latin typeface="Montserrat"/>
              </a:endParaRPr>
            </a:p>
          </p:txBody>
        </p:sp>
      </p:grpSp>
      <p:grpSp>
        <p:nvGrpSpPr>
          <p:cNvPr id="14" name="Group 13"/>
          <p:cNvGrpSpPr/>
          <p:nvPr/>
        </p:nvGrpSpPr>
        <p:grpSpPr>
          <a:xfrm flipH="1">
            <a:off x="7420442" y="4025216"/>
            <a:ext cx="1833059" cy="1244873"/>
            <a:chOff x="3484876" y="5097400"/>
            <a:chExt cx="1833059" cy="1244873"/>
          </a:xfrm>
        </p:grpSpPr>
        <p:sp>
          <p:nvSpPr>
            <p:cNvPr id="15" name="Oval 14"/>
            <p:cNvSpPr/>
            <p:nvPr/>
          </p:nvSpPr>
          <p:spPr>
            <a:xfrm>
              <a:off x="3778970" y="5097400"/>
              <a:ext cx="1244873" cy="1244873"/>
            </a:xfrm>
            <a:prstGeom prst="ellipse">
              <a:avLst/>
            </a:prstGeom>
            <a:solidFill>
              <a:schemeClr val="accent4"/>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6" name="TextBox 15"/>
            <p:cNvSpPr txBox="1"/>
            <p:nvPr/>
          </p:nvSpPr>
          <p:spPr>
            <a:xfrm rot="21568247">
              <a:off x="3484876" y="5404974"/>
              <a:ext cx="1833059" cy="584775"/>
            </a:xfrm>
            <a:prstGeom prst="rect">
              <a:avLst/>
            </a:prstGeom>
            <a:noFill/>
          </p:spPr>
          <p:txBody>
            <a:bodyPr wrap="square" rtlCol="0">
              <a:spAutoFit/>
            </a:bodyPr>
            <a:lstStyle/>
            <a:p>
              <a:pPr algn="ctr" fontAlgn="auto">
                <a:spcBef>
                  <a:spcPts val="0"/>
                </a:spcBef>
                <a:spcAft>
                  <a:spcPts val="0"/>
                </a:spcAft>
              </a:pPr>
              <a:r>
                <a:rPr lang="el-GR" sz="3200" b="1" dirty="0">
                  <a:solidFill>
                    <a:prstClr val="white"/>
                  </a:solidFill>
                  <a:latin typeface="Montserrat"/>
                </a:rPr>
                <a:t>5</a:t>
              </a:r>
              <a:endParaRPr lang="id-ID" sz="3200" b="1" dirty="0">
                <a:solidFill>
                  <a:prstClr val="white"/>
                </a:solidFill>
                <a:latin typeface="Montserrat"/>
              </a:endParaRPr>
            </a:p>
          </p:txBody>
        </p:sp>
      </p:grpSp>
      <p:sp>
        <p:nvSpPr>
          <p:cNvPr id="23" name="Rectangle 22"/>
          <p:cNvSpPr/>
          <p:nvPr/>
        </p:nvSpPr>
        <p:spPr>
          <a:xfrm flipH="1">
            <a:off x="8669171" y="4751311"/>
            <a:ext cx="3423206" cy="1815882"/>
          </a:xfrm>
          <a:prstGeom prst="rect">
            <a:avLst/>
          </a:prstGeom>
        </p:spPr>
        <p:txBody>
          <a:bodyPr wrap="square">
            <a:spAutoFit/>
          </a:bodyPr>
          <a:lstStyle/>
          <a:p>
            <a:pPr algn="ctr" fontAlgn="auto">
              <a:spcBef>
                <a:spcPts val="0"/>
              </a:spcBef>
              <a:spcAft>
                <a:spcPts val="0"/>
              </a:spcAft>
            </a:pPr>
            <a:r>
              <a:rPr lang="ar-SA" sz="2800" b="1" dirty="0"/>
              <a:t>تعمل على تكوين وتنمية الاتجاهات الايجابية عند التلاميذ نحو بعض موضوعات الدراسة</a:t>
            </a:r>
            <a:endParaRPr lang="en-AU" sz="2800" b="1" dirty="0">
              <a:solidFill>
                <a:prstClr val="black">
                  <a:lumMod val="50000"/>
                  <a:lumOff val="50000"/>
                </a:prstClr>
              </a:solidFill>
              <a:latin typeface="Montserrat Light"/>
            </a:endParaRPr>
          </a:p>
        </p:txBody>
      </p:sp>
      <p:cxnSp>
        <p:nvCxnSpPr>
          <p:cNvPr id="24" name="Straight Connector 23"/>
          <p:cNvCxnSpPr/>
          <p:nvPr/>
        </p:nvCxnSpPr>
        <p:spPr>
          <a:xfrm flipH="1">
            <a:off x="8959408" y="4505282"/>
            <a:ext cx="2842732"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flipH="1">
            <a:off x="318977" y="4566242"/>
            <a:ext cx="4061896" cy="954107"/>
          </a:xfrm>
          <a:prstGeom prst="rect">
            <a:avLst/>
          </a:prstGeom>
        </p:spPr>
        <p:txBody>
          <a:bodyPr wrap="square">
            <a:spAutoFit/>
          </a:bodyPr>
          <a:lstStyle/>
          <a:p>
            <a:pPr algn="ctr" rtl="1" fontAlgn="auto">
              <a:spcBef>
                <a:spcPts val="0"/>
              </a:spcBef>
              <a:spcAft>
                <a:spcPts val="0"/>
              </a:spcAft>
            </a:pPr>
            <a:r>
              <a:rPr lang="ar-JO" sz="2800" b="1" dirty="0"/>
              <a:t>يمكن</a:t>
            </a:r>
            <a:r>
              <a:rPr lang="en-US" sz="2800" b="1" dirty="0"/>
              <a:t> </a:t>
            </a:r>
            <a:r>
              <a:rPr lang="ar-SA" sz="2800" b="1" dirty="0"/>
              <a:t>استخدام الأفلام المتحركة في تدريس المتخلفين عقلياً</a:t>
            </a:r>
            <a:endParaRPr lang="en-AU" sz="2800" b="1" dirty="0">
              <a:solidFill>
                <a:prstClr val="black">
                  <a:lumMod val="50000"/>
                  <a:lumOff val="50000"/>
                </a:prstClr>
              </a:solidFill>
              <a:latin typeface="Montserrat Light"/>
            </a:endParaRPr>
          </a:p>
        </p:txBody>
      </p:sp>
      <p:cxnSp>
        <p:nvCxnSpPr>
          <p:cNvPr id="26" name="Straight Connector 25"/>
          <p:cNvCxnSpPr/>
          <p:nvPr/>
        </p:nvCxnSpPr>
        <p:spPr>
          <a:xfrm flipH="1">
            <a:off x="1275907" y="4505282"/>
            <a:ext cx="3010577"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flipH="1">
            <a:off x="7417779" y="2728112"/>
            <a:ext cx="4150442" cy="1384995"/>
          </a:xfrm>
          <a:prstGeom prst="rect">
            <a:avLst/>
          </a:prstGeom>
        </p:spPr>
        <p:txBody>
          <a:bodyPr wrap="square">
            <a:spAutoFit/>
          </a:bodyPr>
          <a:lstStyle/>
          <a:p>
            <a:pPr algn="ctr" rtl="1" fontAlgn="auto">
              <a:spcBef>
                <a:spcPts val="0"/>
              </a:spcBef>
              <a:spcAft>
                <a:spcPts val="0"/>
              </a:spcAft>
            </a:pPr>
            <a:r>
              <a:rPr lang="ar-SA" sz="2800" b="1" dirty="0"/>
              <a:t>تستخدم الأفلام التعليمية للتعليم الفردي عندما يقوم طالب بمفرده بمشاهدة الفلم ودراسته</a:t>
            </a:r>
            <a:endParaRPr lang="en-AU" sz="2800" b="1" dirty="0">
              <a:solidFill>
                <a:prstClr val="black">
                  <a:lumMod val="50000"/>
                  <a:lumOff val="50000"/>
                </a:prstClr>
              </a:solidFill>
              <a:latin typeface="Montserrat Light"/>
            </a:endParaRPr>
          </a:p>
        </p:txBody>
      </p:sp>
      <p:cxnSp>
        <p:nvCxnSpPr>
          <p:cNvPr id="32" name="Straight Connector 31"/>
          <p:cNvCxnSpPr/>
          <p:nvPr/>
        </p:nvCxnSpPr>
        <p:spPr>
          <a:xfrm flipH="1">
            <a:off x="7413800" y="2667151"/>
            <a:ext cx="3750386"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2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035727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up)">
                                      <p:cBhvr>
                                        <p:cTn id="19" dur="500"/>
                                        <p:tgtEl>
                                          <p:spTgt spid="4"/>
                                        </p:tgtEl>
                                      </p:cBhvr>
                                    </p:animEffect>
                                  </p:childTnLst>
                                </p:cTn>
                              </p:par>
                              <p:par>
                                <p:cTn id="20" presetID="22" presetClass="entr" presetSubtype="1" fill="hold" nodeType="with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wipe(up)">
                                      <p:cBhvr>
                                        <p:cTn id="22" dur="500"/>
                                        <p:tgtEl>
                                          <p:spTgt spid="5"/>
                                        </p:tgtEl>
                                      </p:cBhvr>
                                    </p:animEffect>
                                  </p:childTnLst>
                                </p:cTn>
                              </p:par>
                            </p:childTnLst>
                          </p:cTn>
                        </p:par>
                        <p:par>
                          <p:cTn id="23" fill="hold">
                            <p:stCondLst>
                              <p:cond delay="2000"/>
                            </p:stCondLst>
                            <p:childTnLst>
                              <p:par>
                                <p:cTn id="24" presetID="10" presetClass="entr" presetSubtype="0" fill="hold" nodeType="after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par>
                          <p:cTn id="27" fill="hold">
                            <p:stCondLst>
                              <p:cond delay="2500"/>
                            </p:stCondLst>
                            <p:childTnLst>
                              <p:par>
                                <p:cTn id="28" presetID="10" presetClass="entr" presetSubtype="0" fill="hold" nodeType="after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fade">
                                      <p:cBhvr>
                                        <p:cTn id="30" dur="500"/>
                                        <p:tgtEl>
                                          <p:spTgt spid="14"/>
                                        </p:tgtEl>
                                      </p:cBhvr>
                                    </p:animEffect>
                                  </p:childTnLst>
                                </p:cTn>
                              </p:par>
                            </p:childTnLst>
                          </p:cTn>
                        </p:par>
                        <p:par>
                          <p:cTn id="31" fill="hold">
                            <p:stCondLst>
                              <p:cond delay="3000"/>
                            </p:stCondLst>
                            <p:childTnLst>
                              <p:par>
                                <p:cTn id="32" presetID="22" presetClass="entr" presetSubtype="8" fill="hold" nodeType="afterEffect">
                                  <p:stCondLst>
                                    <p:cond delay="0"/>
                                  </p:stCondLst>
                                  <p:childTnLst>
                                    <p:set>
                                      <p:cBhvr>
                                        <p:cTn id="33" dur="1" fill="hold">
                                          <p:stCondLst>
                                            <p:cond delay="0"/>
                                          </p:stCondLst>
                                        </p:cTn>
                                        <p:tgtEl>
                                          <p:spTgt spid="26"/>
                                        </p:tgtEl>
                                        <p:attrNameLst>
                                          <p:attrName>style.visibility</p:attrName>
                                        </p:attrNameLst>
                                      </p:cBhvr>
                                      <p:to>
                                        <p:strVal val="visible"/>
                                      </p:to>
                                    </p:set>
                                    <p:animEffect transition="in" filter="wipe(left)">
                                      <p:cBhvr>
                                        <p:cTn id="34" dur="500"/>
                                        <p:tgtEl>
                                          <p:spTgt spid="26"/>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25"/>
                                        </p:tgtEl>
                                        <p:attrNameLst>
                                          <p:attrName>style.visibility</p:attrName>
                                        </p:attrNameLst>
                                      </p:cBhvr>
                                      <p:to>
                                        <p:strVal val="visible"/>
                                      </p:to>
                                    </p:set>
                                    <p:animEffect transition="in" filter="fade">
                                      <p:cBhvr>
                                        <p:cTn id="38" dur="500"/>
                                        <p:tgtEl>
                                          <p:spTgt spid="25"/>
                                        </p:tgtEl>
                                      </p:cBhvr>
                                    </p:animEffect>
                                  </p:childTnLst>
                                </p:cTn>
                              </p:par>
                            </p:childTnLst>
                          </p:cTn>
                        </p:par>
                        <p:par>
                          <p:cTn id="39" fill="hold">
                            <p:stCondLst>
                              <p:cond delay="4000"/>
                            </p:stCondLst>
                            <p:childTnLst>
                              <p:par>
                                <p:cTn id="40" presetID="22" presetClass="entr" presetSubtype="8" fill="hold" nodeType="after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wipe(left)">
                                      <p:cBhvr>
                                        <p:cTn id="42" dur="500"/>
                                        <p:tgtEl>
                                          <p:spTgt spid="24"/>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5" grpId="0"/>
      <p:bldP spid="31"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2902719" y="1067631"/>
            <a:ext cx="1991030" cy="1244873"/>
            <a:chOff x="5080163" y="3384688"/>
            <a:chExt cx="1991030" cy="1244873"/>
          </a:xfrm>
        </p:grpSpPr>
        <p:sp>
          <p:nvSpPr>
            <p:cNvPr id="9" name="Oval 8"/>
            <p:cNvSpPr/>
            <p:nvPr/>
          </p:nvSpPr>
          <p:spPr>
            <a:xfrm>
              <a:off x="5428906" y="3384688"/>
              <a:ext cx="1244873" cy="1244873"/>
            </a:xfrm>
            <a:prstGeom prst="ellipse">
              <a:avLst/>
            </a:prstGeom>
            <a:solidFill>
              <a:schemeClr val="accent1"/>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0" name="TextBox 9"/>
            <p:cNvSpPr txBox="1"/>
            <p:nvPr/>
          </p:nvSpPr>
          <p:spPr>
            <a:xfrm rot="21568247">
              <a:off x="5080163" y="3689037"/>
              <a:ext cx="1991030"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rPr>
                <a:t>6</a:t>
              </a:r>
              <a:endParaRPr lang="id-ID" sz="3200" b="1" dirty="0">
                <a:solidFill>
                  <a:prstClr val="white"/>
                </a:solidFill>
                <a:latin typeface="Montserrat"/>
              </a:endParaRPr>
            </a:p>
          </p:txBody>
        </p:sp>
      </p:grpSp>
      <p:sp>
        <p:nvSpPr>
          <p:cNvPr id="31" name="Rectangle 30"/>
          <p:cNvSpPr/>
          <p:nvPr/>
        </p:nvSpPr>
        <p:spPr>
          <a:xfrm flipH="1">
            <a:off x="4431681" y="1357459"/>
            <a:ext cx="4298328" cy="1077218"/>
          </a:xfrm>
          <a:prstGeom prst="rect">
            <a:avLst/>
          </a:prstGeom>
        </p:spPr>
        <p:txBody>
          <a:bodyPr wrap="square">
            <a:spAutoFit/>
          </a:bodyPr>
          <a:lstStyle/>
          <a:p>
            <a:pPr lvl="0" algn="ctr" rtl="1"/>
            <a:r>
              <a:rPr lang="ar-SA" sz="3200" b="1" dirty="0"/>
              <a:t>يؤدي استخدام الأفلام المناسبة إلى تحقيق الأمور الآتية:</a:t>
            </a:r>
            <a:endParaRPr lang="en-US" sz="3200" b="1" dirty="0"/>
          </a:p>
        </p:txBody>
      </p:sp>
      <p:cxnSp>
        <p:nvCxnSpPr>
          <p:cNvPr id="32" name="Straight Connector 31"/>
          <p:cNvCxnSpPr/>
          <p:nvPr/>
        </p:nvCxnSpPr>
        <p:spPr>
          <a:xfrm flipH="1">
            <a:off x="4339035" y="1362797"/>
            <a:ext cx="3750386"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084798" y="2434677"/>
            <a:ext cx="0" cy="4423323"/>
          </a:xfrm>
          <a:prstGeom prst="line">
            <a:avLst/>
          </a:prstGeom>
          <a:noFill/>
          <a:ln w="12700" cap="flat" cmpd="sng" algn="ctr">
            <a:solidFill>
              <a:sysClr val="window" lastClr="FFFFFF">
                <a:lumMod val="75000"/>
              </a:sysClr>
            </a:solidFill>
            <a:prstDash val="sysDot"/>
            <a:miter lim="800000"/>
            <a:headEnd type="oval" w="med" len="med"/>
            <a:tailEnd type="oval" w="med" len="med"/>
          </a:ln>
          <a:effectLst/>
        </p:spPr>
      </p:cxnSp>
      <p:grpSp>
        <p:nvGrpSpPr>
          <p:cNvPr id="16" name="Group 100"/>
          <p:cNvGrpSpPr/>
          <p:nvPr/>
        </p:nvGrpSpPr>
        <p:grpSpPr>
          <a:xfrm>
            <a:off x="6027645" y="5254840"/>
            <a:ext cx="819156" cy="114301"/>
            <a:chOff x="4529137" y="2774961"/>
            <a:chExt cx="614367" cy="85726"/>
          </a:xfrm>
        </p:grpSpPr>
        <p:cxnSp>
          <p:nvCxnSpPr>
            <p:cNvPr id="17" name="Straight Connector 16"/>
            <p:cNvCxnSpPr>
              <a:stCxn id="18" idx="6"/>
              <a:endCxn id="36" idx="1"/>
            </p:cNvCxnSpPr>
            <p:nvPr/>
          </p:nvCxnSpPr>
          <p:spPr>
            <a:xfrm>
              <a:off x="4614863" y="2817824"/>
              <a:ext cx="528641" cy="572"/>
            </a:xfrm>
            <a:prstGeom prst="line">
              <a:avLst/>
            </a:prstGeom>
            <a:noFill/>
            <a:ln w="12700" cap="flat" cmpd="sng" algn="ctr">
              <a:solidFill>
                <a:sysClr val="window" lastClr="FFFFFF">
                  <a:lumMod val="75000"/>
                </a:sysClr>
              </a:solidFill>
              <a:prstDash val="sysDot"/>
              <a:miter lim="800000"/>
            </a:ln>
            <a:effectLst/>
          </p:spPr>
        </p:cxnSp>
        <p:sp>
          <p:nvSpPr>
            <p:cNvPr id="18" name="Oval 17"/>
            <p:cNvSpPr/>
            <p:nvPr/>
          </p:nvSpPr>
          <p:spPr>
            <a:xfrm>
              <a:off x="4529137" y="2774961"/>
              <a:ext cx="85726" cy="85726"/>
            </a:xfrm>
            <a:prstGeom prst="ellipse">
              <a:avLst/>
            </a:prstGeom>
            <a:solidFill>
              <a:sysClr val="window" lastClr="FFFFFF">
                <a:lumMod val="75000"/>
              </a:sys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grpSp>
      <p:grpSp>
        <p:nvGrpSpPr>
          <p:cNvPr id="19" name="Group 99"/>
          <p:cNvGrpSpPr/>
          <p:nvPr/>
        </p:nvGrpSpPr>
        <p:grpSpPr>
          <a:xfrm>
            <a:off x="5256651" y="3599754"/>
            <a:ext cx="828144" cy="114301"/>
            <a:chOff x="3993754" y="1708160"/>
            <a:chExt cx="621109" cy="85726"/>
          </a:xfrm>
        </p:grpSpPr>
        <p:cxnSp>
          <p:nvCxnSpPr>
            <p:cNvPr id="20" name="Straight Connector 19"/>
            <p:cNvCxnSpPr>
              <a:stCxn id="27" idx="3"/>
              <a:endCxn id="21" idx="2"/>
            </p:cNvCxnSpPr>
            <p:nvPr/>
          </p:nvCxnSpPr>
          <p:spPr>
            <a:xfrm>
              <a:off x="3993754" y="1746822"/>
              <a:ext cx="535384" cy="4202"/>
            </a:xfrm>
            <a:prstGeom prst="line">
              <a:avLst/>
            </a:prstGeom>
            <a:noFill/>
            <a:ln w="12700" cap="flat" cmpd="sng" algn="ctr">
              <a:solidFill>
                <a:sysClr val="window" lastClr="FFFFFF">
                  <a:lumMod val="75000"/>
                </a:sysClr>
              </a:solidFill>
              <a:prstDash val="sysDot"/>
              <a:miter lim="800000"/>
            </a:ln>
            <a:effectLst/>
          </p:spPr>
        </p:cxnSp>
        <p:sp>
          <p:nvSpPr>
            <p:cNvPr id="21" name="Oval 20"/>
            <p:cNvSpPr/>
            <p:nvPr/>
          </p:nvSpPr>
          <p:spPr>
            <a:xfrm>
              <a:off x="4529137" y="1708160"/>
              <a:ext cx="85726" cy="85726"/>
            </a:xfrm>
            <a:prstGeom prst="ellipse">
              <a:avLst/>
            </a:prstGeom>
            <a:solidFill>
              <a:sysClr val="window" lastClr="FFFFFF">
                <a:lumMod val="75000"/>
              </a:sys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grpSp>
      <p:grpSp>
        <p:nvGrpSpPr>
          <p:cNvPr id="22" name="Group 93"/>
          <p:cNvGrpSpPr/>
          <p:nvPr/>
        </p:nvGrpSpPr>
        <p:grpSpPr>
          <a:xfrm>
            <a:off x="279945" y="3131943"/>
            <a:ext cx="4976708" cy="1434315"/>
            <a:chOff x="261219" y="1357304"/>
            <a:chExt cx="3732531" cy="1075737"/>
          </a:xfrm>
        </p:grpSpPr>
        <p:grpSp>
          <p:nvGrpSpPr>
            <p:cNvPr id="23" name="Group 89"/>
            <p:cNvGrpSpPr/>
            <p:nvPr/>
          </p:nvGrpSpPr>
          <p:grpSpPr>
            <a:xfrm>
              <a:off x="261219" y="1357304"/>
              <a:ext cx="2953522" cy="1075737"/>
              <a:chOff x="261219" y="1357304"/>
              <a:chExt cx="2953522" cy="1075737"/>
            </a:xfrm>
          </p:grpSpPr>
          <p:sp>
            <p:nvSpPr>
              <p:cNvPr id="29" name="Rectangle 28"/>
              <p:cNvSpPr/>
              <p:nvPr/>
            </p:nvSpPr>
            <p:spPr>
              <a:xfrm>
                <a:off x="261219" y="1394294"/>
                <a:ext cx="2953522" cy="1038747"/>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ar-SA" sz="2800" b="1" dirty="0"/>
                  <a:t>زيادة مقدار ما يتعلمه الطالب مع اختصار الوقت اللازم للتعليم على كل من المعلم والمتعلم</a:t>
                </a:r>
                <a:endParaRPr kumimoji="0" lang="en-US" sz="2800" b="1" i="0" u="none" strike="noStrike" kern="0" cap="none" spc="0" normalizeH="0" baseline="0" noProof="0" dirty="0" smtClean="0">
                  <a:ln>
                    <a:noFill/>
                  </a:ln>
                  <a:effectLst/>
                  <a:uLnTx/>
                  <a:uFillTx/>
                  <a:latin typeface="Open Sans Light" pitchFamily="34" charset="0"/>
                  <a:ea typeface="Open Sans Light" pitchFamily="34" charset="0"/>
                  <a:cs typeface="Open Sans Light" pitchFamily="34" charset="0"/>
                </a:endParaRPr>
              </a:p>
            </p:txBody>
          </p:sp>
          <p:sp>
            <p:nvSpPr>
              <p:cNvPr id="30" name="Rectangle 29"/>
              <p:cNvSpPr/>
              <p:nvPr/>
            </p:nvSpPr>
            <p:spPr>
              <a:xfrm>
                <a:off x="2824947" y="1357304"/>
                <a:ext cx="138548" cy="253915"/>
              </a:xfrm>
              <a:prstGeom prst="rect">
                <a:avLst/>
              </a:prstGeom>
            </p:spPr>
            <p:txBody>
              <a:bodyPr wrap="none">
                <a:spAutoFit/>
              </a:bodyP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smtClean="0">
                  <a:ln>
                    <a:noFill/>
                  </a:ln>
                  <a:solidFill>
                    <a:prstClr val="white">
                      <a:lumMod val="65000"/>
                    </a:prstClr>
                  </a:solidFill>
                  <a:effectLst/>
                  <a:uLnTx/>
                  <a:uFillTx/>
                  <a:latin typeface="Open Sans" pitchFamily="34" charset="0"/>
                  <a:ea typeface="Open Sans" pitchFamily="34" charset="0"/>
                  <a:cs typeface="Open Sans" pitchFamily="34" charset="0"/>
                </a:endParaRPr>
              </a:p>
            </p:txBody>
          </p:sp>
        </p:grpSp>
        <p:grpSp>
          <p:nvGrpSpPr>
            <p:cNvPr id="24" name="Group 83"/>
            <p:cNvGrpSpPr/>
            <p:nvPr/>
          </p:nvGrpSpPr>
          <p:grpSpPr>
            <a:xfrm>
              <a:off x="3357554" y="1428742"/>
              <a:ext cx="636196" cy="636164"/>
              <a:chOff x="3357554" y="1428742"/>
              <a:chExt cx="636196" cy="636164"/>
            </a:xfrm>
          </p:grpSpPr>
          <p:sp>
            <p:nvSpPr>
              <p:cNvPr id="27" name="Rectangle 26"/>
              <p:cNvSpPr/>
              <p:nvPr/>
            </p:nvSpPr>
            <p:spPr>
              <a:xfrm>
                <a:off x="3357554" y="1428742"/>
                <a:ext cx="636196" cy="636164"/>
              </a:xfrm>
              <a:prstGeom prst="rect">
                <a:avLst/>
              </a:prstGeom>
              <a:solidFill>
                <a:srgbClr val="9BBB5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28" name="Freeform 100"/>
              <p:cNvSpPr>
                <a:spLocks/>
              </p:cNvSpPr>
              <p:nvPr/>
            </p:nvSpPr>
            <p:spPr bwMode="auto">
              <a:xfrm>
                <a:off x="3500430" y="1571618"/>
                <a:ext cx="303570" cy="34205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ysClr val="window" lastClr="FFFFFF"/>
              </a:solid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endParaRPr>
              </a:p>
            </p:txBody>
          </p:sp>
        </p:grpSp>
      </p:grpSp>
      <p:grpSp>
        <p:nvGrpSpPr>
          <p:cNvPr id="33" name="Group 96"/>
          <p:cNvGrpSpPr/>
          <p:nvPr/>
        </p:nvGrpSpPr>
        <p:grpSpPr>
          <a:xfrm>
            <a:off x="6846800" y="4798944"/>
            <a:ext cx="4958137" cy="954107"/>
            <a:chOff x="5143504" y="2433037"/>
            <a:chExt cx="3718603" cy="715580"/>
          </a:xfrm>
        </p:grpSpPr>
        <p:sp>
          <p:nvSpPr>
            <p:cNvPr id="34" name="Rectangle 33"/>
            <p:cNvSpPr/>
            <p:nvPr/>
          </p:nvSpPr>
          <p:spPr>
            <a:xfrm>
              <a:off x="5969328" y="2433037"/>
              <a:ext cx="2892779" cy="71558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ar-SA" sz="2800" b="1" dirty="0"/>
                <a:t>زيادة فتره احتفاظ الطالب بالمعلومات</a:t>
              </a:r>
              <a:endParaRPr kumimoji="0" lang="en-US" sz="2800" b="1" i="0" u="none" strike="noStrike" kern="0" cap="none" spc="0" normalizeH="0" baseline="0" noProof="0" dirty="0" smtClean="0">
                <a:ln>
                  <a:noFill/>
                </a:ln>
                <a:solidFill>
                  <a:srgbClr val="2980B9"/>
                </a:solidFill>
                <a:effectLst/>
                <a:uLnTx/>
                <a:uFillTx/>
                <a:latin typeface="Open Sans Light" pitchFamily="34" charset="0"/>
                <a:ea typeface="Open Sans Light" pitchFamily="34" charset="0"/>
                <a:cs typeface="Open Sans Light" pitchFamily="34" charset="0"/>
              </a:endParaRPr>
            </a:p>
          </p:txBody>
        </p:sp>
        <p:grpSp>
          <p:nvGrpSpPr>
            <p:cNvPr id="35" name="Group 81"/>
            <p:cNvGrpSpPr/>
            <p:nvPr/>
          </p:nvGrpSpPr>
          <p:grpSpPr>
            <a:xfrm>
              <a:off x="5143504" y="2500312"/>
              <a:ext cx="636196" cy="636164"/>
              <a:chOff x="5143504" y="2500312"/>
              <a:chExt cx="636196" cy="636164"/>
            </a:xfrm>
          </p:grpSpPr>
          <p:sp>
            <p:nvSpPr>
              <p:cNvPr id="36" name="Rectangle 35"/>
              <p:cNvSpPr/>
              <p:nvPr/>
            </p:nvSpPr>
            <p:spPr>
              <a:xfrm>
                <a:off x="5143504" y="2500312"/>
                <a:ext cx="636196" cy="636164"/>
              </a:xfrm>
              <a:prstGeom prst="rect">
                <a:avLst/>
              </a:prstGeom>
              <a:solidFill>
                <a:srgbClr val="2980B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grpSp>
            <p:nvGrpSpPr>
              <p:cNvPr id="37" name="Group 78"/>
              <p:cNvGrpSpPr/>
              <p:nvPr/>
            </p:nvGrpSpPr>
            <p:grpSpPr>
              <a:xfrm>
                <a:off x="5333133" y="2643188"/>
                <a:ext cx="272454" cy="363686"/>
                <a:chOff x="1868971" y="2767277"/>
                <a:chExt cx="274694" cy="366676"/>
              </a:xfrm>
              <a:solidFill>
                <a:sysClr val="window" lastClr="FFFFFF"/>
              </a:solidFill>
            </p:grpSpPr>
            <p:sp>
              <p:nvSpPr>
                <p:cNvPr id="38"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smtClean="0">
                    <a:ln>
                      <a:noFill/>
                    </a:ln>
                    <a:solidFill>
                      <a:srgbClr val="FFFFFF"/>
                    </a:solidFill>
                    <a:effectLst>
                      <a:outerShdw blurRad="38100" dist="38100" dir="2700000" algn="tl">
                        <a:srgbClr val="000000"/>
                      </a:outerShdw>
                    </a:effectLst>
                    <a:uLnTx/>
                    <a:uFillTx/>
                  </a:endParaRPr>
                </a:p>
              </p:txBody>
            </p:sp>
            <p:sp>
              <p:nvSpPr>
                <p:cNvPr id="39"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smtClean="0">
                    <a:ln>
                      <a:noFill/>
                    </a:ln>
                    <a:solidFill>
                      <a:srgbClr val="FFFFFF"/>
                    </a:solidFill>
                    <a:effectLst>
                      <a:outerShdw blurRad="38100" dist="38100" dir="2700000" algn="tl">
                        <a:srgbClr val="000000"/>
                      </a:outerShdw>
                    </a:effectLst>
                    <a:uLnTx/>
                    <a:uFillTx/>
                  </a:endParaRPr>
                </a:p>
              </p:txBody>
            </p:sp>
          </p:grpSp>
        </p:grpSp>
      </p:grpSp>
      <p:sp>
        <p:nvSpPr>
          <p:cNvPr id="4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00605742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slide(fromTop)">
                                      <p:cBhvr>
                                        <p:cTn id="19" dur="500"/>
                                        <p:tgtEl>
                                          <p:spTgt spid="14"/>
                                        </p:tgtEl>
                                      </p:cBhvr>
                                    </p:animEffect>
                                  </p:childTnLst>
                                </p:cTn>
                              </p:par>
                            </p:childTnLst>
                          </p:cTn>
                        </p:par>
                        <p:par>
                          <p:cTn id="20" fill="hold">
                            <p:stCondLst>
                              <p:cond delay="2000"/>
                            </p:stCondLst>
                            <p:childTnLst>
                              <p:par>
                                <p:cTn id="21" presetID="12" presetClass="entr" presetSubtype="8" fill="hold"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slide(fromLeft)">
                                      <p:cBhvr>
                                        <p:cTn id="23" dur="500"/>
                                        <p:tgtEl>
                                          <p:spTgt spid="19"/>
                                        </p:tgtEl>
                                      </p:cBhvr>
                                    </p:animEffect>
                                  </p:childTnLst>
                                </p:cTn>
                              </p:par>
                            </p:childTnLst>
                          </p:cTn>
                        </p:par>
                        <p:par>
                          <p:cTn id="24" fill="hold">
                            <p:stCondLst>
                              <p:cond delay="2500"/>
                            </p:stCondLst>
                            <p:childTnLst>
                              <p:par>
                                <p:cTn id="25" presetID="12" presetClass="entr" presetSubtype="2" fill="hold" nodeType="after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slide(fromRight)">
                                      <p:cBhvr>
                                        <p:cTn id="27" dur="500"/>
                                        <p:tgtEl>
                                          <p:spTgt spid="22"/>
                                        </p:tgtEl>
                                      </p:cBhvr>
                                    </p:animEffect>
                                  </p:childTnLst>
                                </p:cTn>
                              </p:par>
                            </p:childTnLst>
                          </p:cTn>
                        </p:par>
                        <p:par>
                          <p:cTn id="28" fill="hold">
                            <p:stCondLst>
                              <p:cond delay="3000"/>
                            </p:stCondLst>
                            <p:childTnLst>
                              <p:par>
                                <p:cTn id="29" presetID="12" presetClass="entr" presetSubtype="8" fill="hold"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slide(fromLeft)">
                                      <p:cBhvr>
                                        <p:cTn id="31" dur="500"/>
                                        <p:tgtEl>
                                          <p:spTgt spid="16"/>
                                        </p:tgtEl>
                                      </p:cBhvr>
                                    </p:animEffect>
                                  </p:childTnLst>
                                </p:cTn>
                              </p:par>
                            </p:childTnLst>
                          </p:cTn>
                        </p:par>
                        <p:par>
                          <p:cTn id="32" fill="hold">
                            <p:stCondLst>
                              <p:cond delay="3500"/>
                            </p:stCondLst>
                            <p:childTnLst>
                              <p:par>
                                <p:cTn id="33" presetID="12" presetClass="entr" presetSubtype="8" fill="hold" nodeType="after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slide(fromLeft)">
                                      <p:cBhvr>
                                        <p:cTn id="35"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488558" y="375011"/>
            <a:ext cx="9882979" cy="750929"/>
          </a:xfrm>
        </p:spPr>
        <p:txBody>
          <a:bodyPr>
            <a:normAutofit/>
          </a:bodyPr>
          <a:lstStyle/>
          <a:p>
            <a:pPr lvl="0" algn="r" rtl="1"/>
            <a:r>
              <a:rPr lang="ar-SA" u="sng" dirty="0" smtClean="0"/>
              <a:t>ج - فوائد </a:t>
            </a:r>
            <a:r>
              <a:rPr lang="ar-SA" u="sng" dirty="0"/>
              <a:t>استخدام الأفلام التعليمية ومميزاتها</a:t>
            </a:r>
            <a:endParaRPr lang="en-US" u="sng" dirty="0"/>
          </a:p>
        </p:txBody>
      </p:sp>
      <p:cxnSp>
        <p:nvCxnSpPr>
          <p:cNvPr id="4" name="Curved Connector 3"/>
          <p:cNvCxnSpPr>
            <a:stCxn id="9" idx="4"/>
            <a:endCxn id="12" idx="2"/>
          </p:cNvCxnSpPr>
          <p:nvPr/>
        </p:nvCxnSpPr>
        <p:spPr>
          <a:xfrm rot="5400000">
            <a:off x="5631050" y="3591669"/>
            <a:ext cx="1090277" cy="1021692"/>
          </a:xfrm>
          <a:prstGeom prst="curvedConnector2">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cxnSp>
        <p:nvCxnSpPr>
          <p:cNvPr id="5" name="Curved Connector 4"/>
          <p:cNvCxnSpPr>
            <a:stCxn id="9" idx="4"/>
            <a:endCxn id="15" idx="0"/>
          </p:cNvCxnSpPr>
          <p:nvPr/>
        </p:nvCxnSpPr>
        <p:spPr>
          <a:xfrm rot="16200000" flipH="1">
            <a:off x="7278083" y="2966328"/>
            <a:ext cx="467839" cy="1649936"/>
          </a:xfrm>
          <a:prstGeom prst="curvedConnector3">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grpSp>
        <p:nvGrpSpPr>
          <p:cNvPr id="8" name="Group 7"/>
          <p:cNvGrpSpPr/>
          <p:nvPr/>
        </p:nvGrpSpPr>
        <p:grpSpPr>
          <a:xfrm flipH="1">
            <a:off x="5667184" y="2312504"/>
            <a:ext cx="1991030" cy="1244873"/>
            <a:chOff x="5080163" y="3384688"/>
            <a:chExt cx="1991030" cy="1244873"/>
          </a:xfrm>
        </p:grpSpPr>
        <p:sp>
          <p:nvSpPr>
            <p:cNvPr id="9" name="Oval 8"/>
            <p:cNvSpPr/>
            <p:nvPr/>
          </p:nvSpPr>
          <p:spPr>
            <a:xfrm>
              <a:off x="5428906" y="3384688"/>
              <a:ext cx="1244873" cy="1244873"/>
            </a:xfrm>
            <a:prstGeom prst="ellipse">
              <a:avLst/>
            </a:prstGeom>
            <a:solidFill>
              <a:schemeClr val="accent1"/>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0" name="TextBox 9"/>
            <p:cNvSpPr txBox="1"/>
            <p:nvPr/>
          </p:nvSpPr>
          <p:spPr>
            <a:xfrm rot="21568247">
              <a:off x="5080163" y="3689037"/>
              <a:ext cx="1991030" cy="584775"/>
            </a:xfrm>
            <a:prstGeom prst="rect">
              <a:avLst/>
            </a:prstGeom>
            <a:noFill/>
          </p:spPr>
          <p:txBody>
            <a:bodyPr wrap="square" rtlCol="0">
              <a:spAutoFit/>
            </a:bodyPr>
            <a:lstStyle/>
            <a:p>
              <a:pPr algn="ctr" fontAlgn="auto">
                <a:spcBef>
                  <a:spcPts val="0"/>
                </a:spcBef>
                <a:spcAft>
                  <a:spcPts val="0"/>
                </a:spcAft>
              </a:pPr>
              <a:r>
                <a:rPr lang="en-US" sz="3200" b="1" dirty="0" smtClean="0">
                  <a:solidFill>
                    <a:prstClr val="white"/>
                  </a:solidFill>
                </a:rPr>
                <a:t>1</a:t>
              </a:r>
              <a:endParaRPr lang="id-ID" sz="3200" b="1" dirty="0">
                <a:solidFill>
                  <a:prstClr val="white"/>
                </a:solidFill>
                <a:latin typeface="Montserrat"/>
              </a:endParaRPr>
            </a:p>
          </p:txBody>
        </p:sp>
      </p:grpSp>
      <p:grpSp>
        <p:nvGrpSpPr>
          <p:cNvPr id="11" name="Group 10"/>
          <p:cNvGrpSpPr/>
          <p:nvPr/>
        </p:nvGrpSpPr>
        <p:grpSpPr>
          <a:xfrm flipH="1">
            <a:off x="4065359" y="4025217"/>
            <a:ext cx="1991030" cy="1244873"/>
            <a:chOff x="6681988" y="5097401"/>
            <a:chExt cx="1991030" cy="1244873"/>
          </a:xfrm>
        </p:grpSpPr>
        <p:sp>
          <p:nvSpPr>
            <p:cNvPr id="12" name="Oval 11"/>
            <p:cNvSpPr/>
            <p:nvPr/>
          </p:nvSpPr>
          <p:spPr>
            <a:xfrm>
              <a:off x="7073035" y="5097401"/>
              <a:ext cx="1244873" cy="1244873"/>
            </a:xfrm>
            <a:prstGeom prst="ellipse">
              <a:avLst/>
            </a:prstGeom>
            <a:solidFill>
              <a:schemeClr val="accent2"/>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3" name="TextBox 12"/>
            <p:cNvSpPr txBox="1"/>
            <p:nvPr/>
          </p:nvSpPr>
          <p:spPr>
            <a:xfrm rot="21568247">
              <a:off x="6681988" y="5421852"/>
              <a:ext cx="1991030" cy="584775"/>
            </a:xfrm>
            <a:prstGeom prst="rect">
              <a:avLst/>
            </a:prstGeom>
            <a:noFill/>
          </p:spPr>
          <p:txBody>
            <a:bodyPr wrap="square" rtlCol="0">
              <a:spAutoFit/>
            </a:bodyPr>
            <a:lstStyle/>
            <a:p>
              <a:pPr algn="ctr" fontAlgn="auto">
                <a:spcBef>
                  <a:spcPts val="0"/>
                </a:spcBef>
                <a:spcAft>
                  <a:spcPts val="0"/>
                </a:spcAft>
              </a:pPr>
              <a:r>
                <a:rPr lang="el-GR" sz="3200" b="1" dirty="0">
                  <a:solidFill>
                    <a:prstClr val="white"/>
                  </a:solidFill>
                  <a:latin typeface="Montserrat"/>
                </a:rPr>
                <a:t>2</a:t>
              </a:r>
              <a:endParaRPr lang="id-ID" sz="3200" b="1" dirty="0">
                <a:solidFill>
                  <a:prstClr val="white"/>
                </a:solidFill>
                <a:latin typeface="Montserrat"/>
              </a:endParaRPr>
            </a:p>
          </p:txBody>
        </p:sp>
      </p:grpSp>
      <p:grpSp>
        <p:nvGrpSpPr>
          <p:cNvPr id="14" name="Group 13"/>
          <p:cNvGrpSpPr/>
          <p:nvPr/>
        </p:nvGrpSpPr>
        <p:grpSpPr>
          <a:xfrm flipH="1">
            <a:off x="7420442" y="4025216"/>
            <a:ext cx="1833059" cy="1244873"/>
            <a:chOff x="3484876" y="5097400"/>
            <a:chExt cx="1833059" cy="1244873"/>
          </a:xfrm>
        </p:grpSpPr>
        <p:sp>
          <p:nvSpPr>
            <p:cNvPr id="15" name="Oval 14"/>
            <p:cNvSpPr/>
            <p:nvPr/>
          </p:nvSpPr>
          <p:spPr>
            <a:xfrm>
              <a:off x="3778970" y="5097400"/>
              <a:ext cx="1244873" cy="1244873"/>
            </a:xfrm>
            <a:prstGeom prst="ellipse">
              <a:avLst/>
            </a:prstGeom>
            <a:solidFill>
              <a:schemeClr val="accent4"/>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6" name="TextBox 15"/>
            <p:cNvSpPr txBox="1"/>
            <p:nvPr/>
          </p:nvSpPr>
          <p:spPr>
            <a:xfrm rot="21568247">
              <a:off x="3484876" y="5404974"/>
              <a:ext cx="1833059"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3</a:t>
              </a:r>
              <a:endParaRPr lang="id-ID" sz="3200" b="1" dirty="0">
                <a:solidFill>
                  <a:prstClr val="white"/>
                </a:solidFill>
                <a:latin typeface="Montserrat"/>
              </a:endParaRPr>
            </a:p>
          </p:txBody>
        </p:sp>
      </p:grpSp>
      <p:sp>
        <p:nvSpPr>
          <p:cNvPr id="23" name="Rectangle 22"/>
          <p:cNvSpPr/>
          <p:nvPr/>
        </p:nvSpPr>
        <p:spPr>
          <a:xfrm flipH="1">
            <a:off x="8959407" y="4623635"/>
            <a:ext cx="2991110" cy="1384995"/>
          </a:xfrm>
          <a:prstGeom prst="rect">
            <a:avLst/>
          </a:prstGeom>
        </p:spPr>
        <p:txBody>
          <a:bodyPr wrap="square">
            <a:spAutoFit/>
          </a:bodyPr>
          <a:lstStyle/>
          <a:p>
            <a:pPr algn="ctr" fontAlgn="auto">
              <a:spcBef>
                <a:spcPts val="0"/>
              </a:spcBef>
              <a:spcAft>
                <a:spcPts val="0"/>
              </a:spcAft>
            </a:pPr>
            <a:r>
              <a:rPr lang="ar-SA" sz="2800" b="1" dirty="0"/>
              <a:t>يمكن للأفلام التعليمية أن تسرع أو تبطئ الحركة الطبيعية للأشياء المرئية</a:t>
            </a:r>
            <a:endParaRPr lang="en-AU" sz="2800" b="1" dirty="0">
              <a:solidFill>
                <a:prstClr val="black">
                  <a:lumMod val="50000"/>
                  <a:lumOff val="50000"/>
                </a:prstClr>
              </a:solidFill>
              <a:latin typeface="Montserrat Light"/>
            </a:endParaRPr>
          </a:p>
        </p:txBody>
      </p:sp>
      <p:cxnSp>
        <p:nvCxnSpPr>
          <p:cNvPr id="24" name="Straight Connector 23"/>
          <p:cNvCxnSpPr/>
          <p:nvPr/>
        </p:nvCxnSpPr>
        <p:spPr>
          <a:xfrm flipH="1">
            <a:off x="8959408" y="4505282"/>
            <a:ext cx="2842732"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flipH="1">
            <a:off x="361507" y="4566242"/>
            <a:ext cx="4019366" cy="1384995"/>
          </a:xfrm>
          <a:prstGeom prst="rect">
            <a:avLst/>
          </a:prstGeom>
        </p:spPr>
        <p:txBody>
          <a:bodyPr wrap="square">
            <a:spAutoFit/>
          </a:bodyPr>
          <a:lstStyle/>
          <a:p>
            <a:pPr algn="ctr" rtl="1" fontAlgn="auto">
              <a:spcBef>
                <a:spcPts val="0"/>
              </a:spcBef>
              <a:spcAft>
                <a:spcPts val="0"/>
              </a:spcAft>
            </a:pPr>
            <a:r>
              <a:rPr lang="ar-SA" sz="2800" b="1" dirty="0"/>
              <a:t>تتيح للمتعلم فرصة تكوين مفاهيم أو معلومات مبدئية بخصوص موضوع أكاديمي</a:t>
            </a:r>
            <a:endParaRPr lang="en-AU" sz="2800" b="1" dirty="0">
              <a:solidFill>
                <a:prstClr val="black">
                  <a:lumMod val="50000"/>
                  <a:lumOff val="50000"/>
                </a:prstClr>
              </a:solidFill>
              <a:latin typeface="Montserrat Light"/>
            </a:endParaRPr>
          </a:p>
        </p:txBody>
      </p:sp>
      <p:cxnSp>
        <p:nvCxnSpPr>
          <p:cNvPr id="26" name="Straight Connector 25"/>
          <p:cNvCxnSpPr/>
          <p:nvPr/>
        </p:nvCxnSpPr>
        <p:spPr>
          <a:xfrm flipH="1">
            <a:off x="1275907" y="4505282"/>
            <a:ext cx="3010577"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flipH="1">
            <a:off x="7417779" y="2728112"/>
            <a:ext cx="4150442" cy="954107"/>
          </a:xfrm>
          <a:prstGeom prst="rect">
            <a:avLst/>
          </a:prstGeom>
        </p:spPr>
        <p:txBody>
          <a:bodyPr wrap="square">
            <a:spAutoFit/>
          </a:bodyPr>
          <a:lstStyle/>
          <a:p>
            <a:pPr rtl="1" fontAlgn="auto">
              <a:spcBef>
                <a:spcPts val="0"/>
              </a:spcBef>
              <a:spcAft>
                <a:spcPts val="0"/>
              </a:spcAft>
            </a:pPr>
            <a:r>
              <a:rPr lang="ar-SA" sz="2800" b="1" dirty="0"/>
              <a:t>تساعد في التدريب على أداء الكثير من المهارات الحركية</a:t>
            </a:r>
            <a:endParaRPr lang="en-AU" sz="2800" b="1" dirty="0">
              <a:solidFill>
                <a:prstClr val="black">
                  <a:lumMod val="50000"/>
                  <a:lumOff val="50000"/>
                </a:prstClr>
              </a:solidFill>
              <a:latin typeface="Montserrat Light"/>
            </a:endParaRPr>
          </a:p>
        </p:txBody>
      </p:sp>
      <p:cxnSp>
        <p:nvCxnSpPr>
          <p:cNvPr id="32" name="Straight Connector 31"/>
          <p:cNvCxnSpPr/>
          <p:nvPr/>
        </p:nvCxnSpPr>
        <p:spPr>
          <a:xfrm flipH="1">
            <a:off x="7413800" y="2667151"/>
            <a:ext cx="3750386"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2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26126634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up)">
                                      <p:cBhvr>
                                        <p:cTn id="19" dur="500"/>
                                        <p:tgtEl>
                                          <p:spTgt spid="4"/>
                                        </p:tgtEl>
                                      </p:cBhvr>
                                    </p:animEffect>
                                  </p:childTnLst>
                                </p:cTn>
                              </p:par>
                              <p:par>
                                <p:cTn id="20" presetID="22" presetClass="entr" presetSubtype="1" fill="hold" nodeType="with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wipe(up)">
                                      <p:cBhvr>
                                        <p:cTn id="22" dur="500"/>
                                        <p:tgtEl>
                                          <p:spTgt spid="5"/>
                                        </p:tgtEl>
                                      </p:cBhvr>
                                    </p:animEffect>
                                  </p:childTnLst>
                                </p:cTn>
                              </p:par>
                            </p:childTnLst>
                          </p:cTn>
                        </p:par>
                        <p:par>
                          <p:cTn id="23" fill="hold">
                            <p:stCondLst>
                              <p:cond delay="2000"/>
                            </p:stCondLst>
                            <p:childTnLst>
                              <p:par>
                                <p:cTn id="24" presetID="10" presetClass="entr" presetSubtype="0" fill="hold" nodeType="after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par>
                          <p:cTn id="27" fill="hold">
                            <p:stCondLst>
                              <p:cond delay="2500"/>
                            </p:stCondLst>
                            <p:childTnLst>
                              <p:par>
                                <p:cTn id="28" presetID="10" presetClass="entr" presetSubtype="0" fill="hold" nodeType="after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fade">
                                      <p:cBhvr>
                                        <p:cTn id="30" dur="500"/>
                                        <p:tgtEl>
                                          <p:spTgt spid="14"/>
                                        </p:tgtEl>
                                      </p:cBhvr>
                                    </p:animEffect>
                                  </p:childTnLst>
                                </p:cTn>
                              </p:par>
                            </p:childTnLst>
                          </p:cTn>
                        </p:par>
                        <p:par>
                          <p:cTn id="31" fill="hold">
                            <p:stCondLst>
                              <p:cond delay="3000"/>
                            </p:stCondLst>
                            <p:childTnLst>
                              <p:par>
                                <p:cTn id="32" presetID="22" presetClass="entr" presetSubtype="8" fill="hold" nodeType="afterEffect">
                                  <p:stCondLst>
                                    <p:cond delay="0"/>
                                  </p:stCondLst>
                                  <p:childTnLst>
                                    <p:set>
                                      <p:cBhvr>
                                        <p:cTn id="33" dur="1" fill="hold">
                                          <p:stCondLst>
                                            <p:cond delay="0"/>
                                          </p:stCondLst>
                                        </p:cTn>
                                        <p:tgtEl>
                                          <p:spTgt spid="26"/>
                                        </p:tgtEl>
                                        <p:attrNameLst>
                                          <p:attrName>style.visibility</p:attrName>
                                        </p:attrNameLst>
                                      </p:cBhvr>
                                      <p:to>
                                        <p:strVal val="visible"/>
                                      </p:to>
                                    </p:set>
                                    <p:animEffect transition="in" filter="wipe(left)">
                                      <p:cBhvr>
                                        <p:cTn id="34" dur="500"/>
                                        <p:tgtEl>
                                          <p:spTgt spid="26"/>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25"/>
                                        </p:tgtEl>
                                        <p:attrNameLst>
                                          <p:attrName>style.visibility</p:attrName>
                                        </p:attrNameLst>
                                      </p:cBhvr>
                                      <p:to>
                                        <p:strVal val="visible"/>
                                      </p:to>
                                    </p:set>
                                    <p:animEffect transition="in" filter="fade">
                                      <p:cBhvr>
                                        <p:cTn id="38" dur="500"/>
                                        <p:tgtEl>
                                          <p:spTgt spid="25"/>
                                        </p:tgtEl>
                                      </p:cBhvr>
                                    </p:animEffect>
                                  </p:childTnLst>
                                </p:cTn>
                              </p:par>
                            </p:childTnLst>
                          </p:cTn>
                        </p:par>
                        <p:par>
                          <p:cTn id="39" fill="hold">
                            <p:stCondLst>
                              <p:cond delay="4000"/>
                            </p:stCondLst>
                            <p:childTnLst>
                              <p:par>
                                <p:cTn id="40" presetID="22" presetClass="entr" presetSubtype="8" fill="hold" nodeType="after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wipe(left)">
                                      <p:cBhvr>
                                        <p:cTn id="42" dur="500"/>
                                        <p:tgtEl>
                                          <p:spTgt spid="24"/>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5" grpId="0"/>
      <p:bldP spid="31"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Curved Connector 5"/>
          <p:cNvCxnSpPr>
            <a:stCxn id="15" idx="3"/>
          </p:cNvCxnSpPr>
          <p:nvPr/>
        </p:nvCxnSpPr>
        <p:spPr>
          <a:xfrm rot="5400000" flipH="1" flipV="1">
            <a:off x="3832849" y="3440377"/>
            <a:ext cx="2536620" cy="1247601"/>
          </a:xfrm>
          <a:prstGeom prst="curvedConnector3">
            <a:avLst>
              <a:gd name="adj1" fmla="val -32127"/>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grpSp>
        <p:nvGrpSpPr>
          <p:cNvPr id="14" name="Group 13"/>
          <p:cNvGrpSpPr/>
          <p:nvPr/>
        </p:nvGrpSpPr>
        <p:grpSpPr>
          <a:xfrm flipH="1">
            <a:off x="3120701" y="4269922"/>
            <a:ext cx="1833059" cy="1244873"/>
            <a:chOff x="3484876" y="5097400"/>
            <a:chExt cx="1833059" cy="1244873"/>
          </a:xfrm>
        </p:grpSpPr>
        <p:sp>
          <p:nvSpPr>
            <p:cNvPr id="15" name="Oval 14"/>
            <p:cNvSpPr/>
            <p:nvPr/>
          </p:nvSpPr>
          <p:spPr>
            <a:xfrm>
              <a:off x="3778970" y="5097400"/>
              <a:ext cx="1244873" cy="1244873"/>
            </a:xfrm>
            <a:prstGeom prst="ellipse">
              <a:avLst/>
            </a:prstGeom>
            <a:solidFill>
              <a:schemeClr val="accent4"/>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6" name="TextBox 15"/>
            <p:cNvSpPr txBox="1"/>
            <p:nvPr/>
          </p:nvSpPr>
          <p:spPr>
            <a:xfrm rot="21568247">
              <a:off x="3484876" y="5404974"/>
              <a:ext cx="1833059"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4</a:t>
              </a:r>
              <a:endParaRPr lang="id-ID" sz="3200" b="1" dirty="0">
                <a:solidFill>
                  <a:prstClr val="white"/>
                </a:solidFill>
                <a:latin typeface="Montserrat"/>
              </a:endParaRPr>
            </a:p>
          </p:txBody>
        </p:sp>
      </p:grpSp>
      <p:grpSp>
        <p:nvGrpSpPr>
          <p:cNvPr id="17" name="Group 16"/>
          <p:cNvGrpSpPr/>
          <p:nvPr/>
        </p:nvGrpSpPr>
        <p:grpSpPr>
          <a:xfrm flipH="1">
            <a:off x="4309568" y="1984399"/>
            <a:ext cx="1833059" cy="1244873"/>
            <a:chOff x="2157361" y="2227318"/>
            <a:chExt cx="1833059" cy="1244873"/>
          </a:xfrm>
        </p:grpSpPr>
        <p:sp>
          <p:nvSpPr>
            <p:cNvPr id="18" name="Oval 17"/>
            <p:cNvSpPr/>
            <p:nvPr/>
          </p:nvSpPr>
          <p:spPr>
            <a:xfrm>
              <a:off x="2479283" y="2227318"/>
              <a:ext cx="1244873" cy="1244873"/>
            </a:xfrm>
            <a:prstGeom prst="ellipse">
              <a:avLst/>
            </a:prstGeom>
            <a:solidFill>
              <a:schemeClr val="accent3"/>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9" name="TextBox 18"/>
            <p:cNvSpPr txBox="1"/>
            <p:nvPr/>
          </p:nvSpPr>
          <p:spPr>
            <a:xfrm rot="21568247">
              <a:off x="2157361" y="2520575"/>
              <a:ext cx="1833059"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5</a:t>
              </a:r>
              <a:endParaRPr lang="id-ID" sz="3200" b="1" dirty="0">
                <a:solidFill>
                  <a:prstClr val="white"/>
                </a:solidFill>
                <a:latin typeface="Montserrat"/>
              </a:endParaRPr>
            </a:p>
          </p:txBody>
        </p:sp>
      </p:grpSp>
      <p:grpSp>
        <p:nvGrpSpPr>
          <p:cNvPr id="20" name="Group 19"/>
          <p:cNvGrpSpPr/>
          <p:nvPr/>
        </p:nvGrpSpPr>
        <p:grpSpPr>
          <a:xfrm flipH="1">
            <a:off x="6815557" y="2494292"/>
            <a:ext cx="1833059" cy="1244873"/>
            <a:chOff x="8023814" y="2514858"/>
            <a:chExt cx="1833059" cy="1244873"/>
          </a:xfrm>
        </p:grpSpPr>
        <p:sp>
          <p:nvSpPr>
            <p:cNvPr id="21" name="Oval 20"/>
            <p:cNvSpPr/>
            <p:nvPr/>
          </p:nvSpPr>
          <p:spPr>
            <a:xfrm>
              <a:off x="8317908" y="2514858"/>
              <a:ext cx="1244873" cy="1244873"/>
            </a:xfrm>
            <a:prstGeom prst="ellipse">
              <a:avLst/>
            </a:prstGeom>
            <a:solidFill>
              <a:schemeClr val="accent5"/>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22" name="TextBox 21"/>
            <p:cNvSpPr txBox="1"/>
            <p:nvPr/>
          </p:nvSpPr>
          <p:spPr>
            <a:xfrm rot="21568247">
              <a:off x="8023814" y="2826507"/>
              <a:ext cx="1833059"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6</a:t>
              </a:r>
              <a:endParaRPr lang="id-ID" sz="3200" b="1" dirty="0">
                <a:solidFill>
                  <a:prstClr val="white"/>
                </a:solidFill>
                <a:latin typeface="Montserrat"/>
              </a:endParaRPr>
            </a:p>
          </p:txBody>
        </p:sp>
      </p:grpSp>
      <p:sp>
        <p:nvSpPr>
          <p:cNvPr id="23" name="Rectangle 22"/>
          <p:cNvSpPr/>
          <p:nvPr/>
        </p:nvSpPr>
        <p:spPr>
          <a:xfrm flipH="1">
            <a:off x="53205" y="4586973"/>
            <a:ext cx="3361589" cy="954107"/>
          </a:xfrm>
          <a:prstGeom prst="rect">
            <a:avLst/>
          </a:prstGeom>
        </p:spPr>
        <p:txBody>
          <a:bodyPr wrap="square">
            <a:spAutoFit/>
          </a:bodyPr>
          <a:lstStyle/>
          <a:p>
            <a:pPr algn="ctr" fontAlgn="auto">
              <a:spcBef>
                <a:spcPts val="0"/>
              </a:spcBef>
              <a:spcAft>
                <a:spcPts val="0"/>
              </a:spcAft>
            </a:pPr>
            <a:r>
              <a:rPr lang="ar-SA" sz="2800" b="1" dirty="0"/>
              <a:t>ذات فعاليته عالية في تعليم الأطفال</a:t>
            </a:r>
            <a:endParaRPr lang="en-AU" sz="2800" b="1" dirty="0">
              <a:solidFill>
                <a:prstClr val="black">
                  <a:lumMod val="50000"/>
                  <a:lumOff val="50000"/>
                </a:prstClr>
              </a:solidFill>
              <a:latin typeface="Montserrat Light"/>
            </a:endParaRPr>
          </a:p>
        </p:txBody>
      </p:sp>
      <p:cxnSp>
        <p:nvCxnSpPr>
          <p:cNvPr id="24" name="Straight Connector 23"/>
          <p:cNvCxnSpPr/>
          <p:nvPr/>
        </p:nvCxnSpPr>
        <p:spPr>
          <a:xfrm flipH="1">
            <a:off x="893135" y="4569043"/>
            <a:ext cx="2521659"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27" name="Rectangle 26"/>
          <p:cNvSpPr/>
          <p:nvPr/>
        </p:nvSpPr>
        <p:spPr>
          <a:xfrm flipH="1">
            <a:off x="8354522" y="2998808"/>
            <a:ext cx="3686741" cy="1384995"/>
          </a:xfrm>
          <a:prstGeom prst="rect">
            <a:avLst/>
          </a:prstGeom>
        </p:spPr>
        <p:txBody>
          <a:bodyPr wrap="square">
            <a:spAutoFit/>
          </a:bodyPr>
          <a:lstStyle/>
          <a:p>
            <a:pPr algn="ctr" fontAlgn="auto">
              <a:spcBef>
                <a:spcPts val="0"/>
              </a:spcBef>
              <a:spcAft>
                <a:spcPts val="0"/>
              </a:spcAft>
            </a:pPr>
            <a:r>
              <a:rPr lang="ar-SA" sz="2800" b="1" dirty="0"/>
              <a:t>تتميز الأفلام التعليمية بقدرتها على تجسيد الواقع شكلاً وحركة</a:t>
            </a:r>
            <a:endParaRPr lang="en-AU" sz="2800" b="1" dirty="0">
              <a:solidFill>
                <a:prstClr val="black">
                  <a:lumMod val="50000"/>
                  <a:lumOff val="50000"/>
                </a:prstClr>
              </a:solidFill>
              <a:latin typeface="Montserrat Light"/>
            </a:endParaRPr>
          </a:p>
        </p:txBody>
      </p:sp>
      <p:cxnSp>
        <p:nvCxnSpPr>
          <p:cNvPr id="28" name="Straight Connector 27"/>
          <p:cNvCxnSpPr/>
          <p:nvPr/>
        </p:nvCxnSpPr>
        <p:spPr>
          <a:xfrm flipH="1">
            <a:off x="8354522" y="2870884"/>
            <a:ext cx="3319933"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29" name="Rectangle 28"/>
          <p:cNvSpPr/>
          <p:nvPr/>
        </p:nvSpPr>
        <p:spPr>
          <a:xfrm flipH="1">
            <a:off x="434119" y="2273956"/>
            <a:ext cx="4029982" cy="954107"/>
          </a:xfrm>
          <a:prstGeom prst="rect">
            <a:avLst/>
          </a:prstGeom>
        </p:spPr>
        <p:txBody>
          <a:bodyPr wrap="square">
            <a:spAutoFit/>
          </a:bodyPr>
          <a:lstStyle/>
          <a:p>
            <a:pPr algn="ctr" fontAlgn="auto">
              <a:spcBef>
                <a:spcPts val="0"/>
              </a:spcBef>
              <a:spcAft>
                <a:spcPts val="0"/>
              </a:spcAft>
            </a:pPr>
            <a:r>
              <a:rPr lang="ar-SA" sz="2800" b="1" dirty="0"/>
              <a:t>عرض معلومات الوحدات الدراسة أو تلخيصها ومراجعتها</a:t>
            </a:r>
            <a:endParaRPr lang="en-AU" sz="2800" b="1" dirty="0">
              <a:solidFill>
                <a:prstClr val="black">
                  <a:lumMod val="50000"/>
                  <a:lumOff val="50000"/>
                </a:prstClr>
              </a:solidFill>
              <a:latin typeface="Montserrat Light"/>
            </a:endParaRPr>
          </a:p>
        </p:txBody>
      </p:sp>
      <p:cxnSp>
        <p:nvCxnSpPr>
          <p:cNvPr id="30" name="Straight Connector 29"/>
          <p:cNvCxnSpPr/>
          <p:nvPr/>
        </p:nvCxnSpPr>
        <p:spPr>
          <a:xfrm flipH="1">
            <a:off x="1488558" y="2128137"/>
            <a:ext cx="3067200"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cxnSp>
        <p:nvCxnSpPr>
          <p:cNvPr id="35" name="Curved Connector 34"/>
          <p:cNvCxnSpPr>
            <a:stCxn id="18" idx="1"/>
          </p:cNvCxnSpPr>
          <p:nvPr/>
        </p:nvCxnSpPr>
        <p:spPr>
          <a:xfrm rot="16200000" flipH="1">
            <a:off x="6100999" y="1704104"/>
            <a:ext cx="593375" cy="1518579"/>
          </a:xfrm>
          <a:prstGeom prst="curvedConnector4">
            <a:avLst>
              <a:gd name="adj1" fmla="val -38525"/>
              <a:gd name="adj2" fmla="val 56003"/>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sp>
        <p:nvSpPr>
          <p:cNvPr id="25" name="Title 1"/>
          <p:cNvSpPr>
            <a:spLocks noGrp="1"/>
          </p:cNvSpPr>
          <p:nvPr>
            <p:ph type="title"/>
          </p:nvPr>
        </p:nvSpPr>
        <p:spPr>
          <a:xfrm>
            <a:off x="1488558" y="375011"/>
            <a:ext cx="9882979" cy="750929"/>
          </a:xfrm>
        </p:spPr>
        <p:txBody>
          <a:bodyPr>
            <a:normAutofit/>
          </a:bodyPr>
          <a:lstStyle/>
          <a:p>
            <a:pPr lvl="0" algn="r" rtl="1"/>
            <a:r>
              <a:rPr lang="ar-SA" u="sng" dirty="0" smtClean="0"/>
              <a:t>ج - فوائد </a:t>
            </a:r>
            <a:r>
              <a:rPr lang="ar-SA" u="sng" dirty="0"/>
              <a:t>استخدام الأفلام التعليمية ومميزاتها</a:t>
            </a:r>
            <a:endParaRPr lang="en-US" u="sng" dirty="0"/>
          </a:p>
        </p:txBody>
      </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7158832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left)">
                                      <p:cBhvr>
                                        <p:cTn id="11" dur="500"/>
                                        <p:tgtEl>
                                          <p:spTgt spid="2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wipe(down)">
                                      <p:cBhvr>
                                        <p:cTn id="19" dur="500"/>
                                        <p:tgtEl>
                                          <p:spTgt spid="6"/>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wipe(left)">
                                      <p:cBhvr>
                                        <p:cTn id="27" dur="500"/>
                                        <p:tgtEl>
                                          <p:spTgt spid="30"/>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500"/>
                                        <p:tgtEl>
                                          <p:spTgt spid="29"/>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5"/>
                                        </p:tgtEl>
                                        <p:attrNameLst>
                                          <p:attrName>style.visibility</p:attrName>
                                        </p:attrNameLst>
                                      </p:cBhvr>
                                      <p:to>
                                        <p:strVal val="visible"/>
                                      </p:to>
                                    </p:set>
                                    <p:animEffect transition="in" filter="wipe(left)">
                                      <p:cBhvr>
                                        <p:cTn id="35" dur="500"/>
                                        <p:tgtEl>
                                          <p:spTgt spid="35"/>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wipe(left)">
                                      <p:cBhvr>
                                        <p:cTn id="43" dur="500"/>
                                        <p:tgtEl>
                                          <p:spTgt spid="28"/>
                                        </p:tgtEl>
                                      </p:cBhvr>
                                    </p:animEffect>
                                  </p:childTnLst>
                                </p:cTn>
                              </p:par>
                            </p:childTnLst>
                          </p:cTn>
                        </p:par>
                        <p:par>
                          <p:cTn id="44" fill="hold">
                            <p:stCondLst>
                              <p:cond delay="5000"/>
                            </p:stCondLst>
                            <p:childTnLst>
                              <p:par>
                                <p:cTn id="45" presetID="10" presetClass="entr" presetSubtype="0" fill="hold" nodeType="afterEffect">
                                  <p:stCondLst>
                                    <p:cond delay="0"/>
                                  </p:stCondLst>
                                  <p:childTnLst>
                                    <p:set>
                                      <p:cBhvr>
                                        <p:cTn id="46" dur="1" fill="hold">
                                          <p:stCondLst>
                                            <p:cond delay="0"/>
                                          </p:stCondLst>
                                        </p:cTn>
                                        <p:tgtEl>
                                          <p:spTgt spid="27">
                                            <p:txEl>
                                              <p:pRg st="0" end="0"/>
                                            </p:txEl>
                                          </p:spTgt>
                                        </p:tgtEl>
                                        <p:attrNameLst>
                                          <p:attrName>style.visibility</p:attrName>
                                        </p:attrNameLst>
                                      </p:cBhvr>
                                      <p:to>
                                        <p:strVal val="visible"/>
                                      </p:to>
                                    </p:set>
                                    <p:animEffect transition="in" filter="fade">
                                      <p:cBhvr>
                                        <p:cTn id="47" dur="500"/>
                                        <p:tgtEl>
                                          <p:spTgt spid="2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9"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Curved Connector 5"/>
          <p:cNvCxnSpPr>
            <a:stCxn id="15" idx="3"/>
          </p:cNvCxnSpPr>
          <p:nvPr/>
        </p:nvCxnSpPr>
        <p:spPr>
          <a:xfrm rot="5400000" flipH="1">
            <a:off x="4497060" y="4211665"/>
            <a:ext cx="2807510" cy="871359"/>
          </a:xfrm>
          <a:prstGeom prst="curvedConnector5">
            <a:avLst>
              <a:gd name="adj1" fmla="val -8142"/>
              <a:gd name="adj2" fmla="val -166641"/>
              <a:gd name="adj3" fmla="val 76173"/>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grpSp>
        <p:nvGrpSpPr>
          <p:cNvPr id="14" name="Group 13"/>
          <p:cNvGrpSpPr/>
          <p:nvPr/>
        </p:nvGrpSpPr>
        <p:grpSpPr>
          <a:xfrm flipH="1">
            <a:off x="4979836" y="4988533"/>
            <a:ext cx="1833059" cy="1244873"/>
            <a:chOff x="3484876" y="5097400"/>
            <a:chExt cx="1833059" cy="1244873"/>
          </a:xfrm>
        </p:grpSpPr>
        <p:sp>
          <p:nvSpPr>
            <p:cNvPr id="15" name="Oval 14"/>
            <p:cNvSpPr/>
            <p:nvPr/>
          </p:nvSpPr>
          <p:spPr>
            <a:xfrm>
              <a:off x="3778970" y="5097400"/>
              <a:ext cx="1244873" cy="1244873"/>
            </a:xfrm>
            <a:prstGeom prst="ellipse">
              <a:avLst/>
            </a:prstGeom>
            <a:solidFill>
              <a:schemeClr val="accent4"/>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6" name="TextBox 15"/>
            <p:cNvSpPr txBox="1"/>
            <p:nvPr/>
          </p:nvSpPr>
          <p:spPr>
            <a:xfrm rot="21568247">
              <a:off x="3484876" y="5404974"/>
              <a:ext cx="1833059" cy="584775"/>
            </a:xfrm>
            <a:prstGeom prst="rect">
              <a:avLst/>
            </a:prstGeom>
            <a:noFill/>
          </p:spPr>
          <p:txBody>
            <a:bodyPr wrap="square" rtlCol="0">
              <a:spAutoFit/>
            </a:bodyPr>
            <a:lstStyle/>
            <a:p>
              <a:pPr algn="ctr" fontAlgn="auto">
                <a:spcBef>
                  <a:spcPts val="0"/>
                </a:spcBef>
                <a:spcAft>
                  <a:spcPts val="0"/>
                </a:spcAft>
              </a:pPr>
              <a:r>
                <a:rPr lang="el-GR" sz="3200" b="1" dirty="0">
                  <a:solidFill>
                    <a:prstClr val="white"/>
                  </a:solidFill>
                  <a:latin typeface="Montserrat"/>
                </a:rPr>
                <a:t>7</a:t>
              </a:r>
              <a:endParaRPr lang="id-ID" sz="3200" b="1" dirty="0">
                <a:solidFill>
                  <a:prstClr val="white"/>
                </a:solidFill>
                <a:latin typeface="Montserrat"/>
              </a:endParaRPr>
            </a:p>
          </p:txBody>
        </p:sp>
      </p:grpSp>
      <p:grpSp>
        <p:nvGrpSpPr>
          <p:cNvPr id="17" name="Group 16"/>
          <p:cNvGrpSpPr/>
          <p:nvPr/>
        </p:nvGrpSpPr>
        <p:grpSpPr>
          <a:xfrm flipH="1">
            <a:off x="4309568" y="1984399"/>
            <a:ext cx="1833059" cy="1244873"/>
            <a:chOff x="2157361" y="2227318"/>
            <a:chExt cx="1833059" cy="1244873"/>
          </a:xfrm>
        </p:grpSpPr>
        <p:sp>
          <p:nvSpPr>
            <p:cNvPr id="18" name="Oval 17"/>
            <p:cNvSpPr/>
            <p:nvPr/>
          </p:nvSpPr>
          <p:spPr>
            <a:xfrm>
              <a:off x="2479283" y="2227318"/>
              <a:ext cx="1244873" cy="1244873"/>
            </a:xfrm>
            <a:prstGeom prst="ellipse">
              <a:avLst/>
            </a:prstGeom>
            <a:solidFill>
              <a:schemeClr val="accent3"/>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9" name="TextBox 18"/>
            <p:cNvSpPr txBox="1"/>
            <p:nvPr/>
          </p:nvSpPr>
          <p:spPr>
            <a:xfrm rot="21568247">
              <a:off x="2157361" y="2520575"/>
              <a:ext cx="1833059"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8</a:t>
              </a:r>
              <a:endParaRPr lang="id-ID" sz="3200" b="1" dirty="0">
                <a:solidFill>
                  <a:prstClr val="white"/>
                </a:solidFill>
                <a:latin typeface="Montserrat"/>
              </a:endParaRPr>
            </a:p>
          </p:txBody>
        </p:sp>
      </p:grpSp>
      <p:grpSp>
        <p:nvGrpSpPr>
          <p:cNvPr id="20" name="Group 19"/>
          <p:cNvGrpSpPr/>
          <p:nvPr/>
        </p:nvGrpSpPr>
        <p:grpSpPr>
          <a:xfrm flipH="1">
            <a:off x="6815557" y="2494292"/>
            <a:ext cx="1833059" cy="1244873"/>
            <a:chOff x="8023814" y="2514858"/>
            <a:chExt cx="1833059" cy="1244873"/>
          </a:xfrm>
        </p:grpSpPr>
        <p:sp>
          <p:nvSpPr>
            <p:cNvPr id="21" name="Oval 20"/>
            <p:cNvSpPr/>
            <p:nvPr/>
          </p:nvSpPr>
          <p:spPr>
            <a:xfrm>
              <a:off x="8317908" y="2514858"/>
              <a:ext cx="1244873" cy="1244873"/>
            </a:xfrm>
            <a:prstGeom prst="ellipse">
              <a:avLst/>
            </a:prstGeom>
            <a:solidFill>
              <a:schemeClr val="accent5"/>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22" name="TextBox 21"/>
            <p:cNvSpPr txBox="1"/>
            <p:nvPr/>
          </p:nvSpPr>
          <p:spPr>
            <a:xfrm rot="21568247">
              <a:off x="8023814" y="2826507"/>
              <a:ext cx="1833059"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9</a:t>
              </a:r>
              <a:endParaRPr lang="id-ID" sz="3200" b="1" dirty="0">
                <a:solidFill>
                  <a:prstClr val="white"/>
                </a:solidFill>
                <a:latin typeface="Montserrat"/>
              </a:endParaRPr>
            </a:p>
          </p:txBody>
        </p:sp>
      </p:grpSp>
      <p:sp>
        <p:nvSpPr>
          <p:cNvPr id="23" name="Rectangle 22"/>
          <p:cNvSpPr/>
          <p:nvPr/>
        </p:nvSpPr>
        <p:spPr>
          <a:xfrm flipH="1">
            <a:off x="255181" y="4099747"/>
            <a:ext cx="5027648" cy="2246769"/>
          </a:xfrm>
          <a:prstGeom prst="rect">
            <a:avLst/>
          </a:prstGeom>
        </p:spPr>
        <p:txBody>
          <a:bodyPr wrap="square">
            <a:spAutoFit/>
          </a:bodyPr>
          <a:lstStyle/>
          <a:p>
            <a:pPr algn="ctr" fontAlgn="auto">
              <a:spcBef>
                <a:spcPts val="0"/>
              </a:spcBef>
              <a:spcAft>
                <a:spcPts val="0"/>
              </a:spcAft>
            </a:pPr>
            <a:r>
              <a:rPr lang="ar-SA" sz="2800" b="1" dirty="0"/>
              <a:t>تتيح الأفلام التعليمية للمتعلم تكبير أو تصغير الحجم الحقيقي للأشياء كما هو الحال في البكتريا والطفيليات والكواكب الشمسية التكنولوجية والحيائية التي تحدث خلال فترة زمنية لاحقة</a:t>
            </a:r>
            <a:endParaRPr lang="en-AU" sz="2800" b="1" dirty="0">
              <a:solidFill>
                <a:prstClr val="black">
                  <a:lumMod val="50000"/>
                  <a:lumOff val="50000"/>
                </a:prstClr>
              </a:solidFill>
              <a:latin typeface="Montserrat Light"/>
            </a:endParaRPr>
          </a:p>
        </p:txBody>
      </p:sp>
      <p:sp>
        <p:nvSpPr>
          <p:cNvPr id="27" name="Rectangle 26"/>
          <p:cNvSpPr/>
          <p:nvPr/>
        </p:nvSpPr>
        <p:spPr>
          <a:xfrm flipH="1">
            <a:off x="8354521" y="2998808"/>
            <a:ext cx="3686741" cy="2677656"/>
          </a:xfrm>
          <a:prstGeom prst="rect">
            <a:avLst/>
          </a:prstGeom>
        </p:spPr>
        <p:txBody>
          <a:bodyPr wrap="square">
            <a:spAutoFit/>
          </a:bodyPr>
          <a:lstStyle/>
          <a:p>
            <a:pPr algn="ctr" fontAlgn="auto">
              <a:spcBef>
                <a:spcPts val="0"/>
              </a:spcBef>
              <a:spcAft>
                <a:spcPts val="0"/>
              </a:spcAft>
            </a:pPr>
            <a:r>
              <a:rPr lang="ar-SA" sz="2800" b="1" dirty="0"/>
              <a:t>يمكن للأفلام التعليمية تمثيل وتوضيح بعض الحوادث والعمليات غير المرئية مثل الكهرباء والصوت وتحدد الغازات وتحولها من حالة إلى أخرى</a:t>
            </a:r>
            <a:endParaRPr lang="en-AU" sz="2800" b="1" dirty="0">
              <a:solidFill>
                <a:prstClr val="black">
                  <a:lumMod val="50000"/>
                  <a:lumOff val="50000"/>
                </a:prstClr>
              </a:solidFill>
              <a:latin typeface="Montserrat Light"/>
            </a:endParaRPr>
          </a:p>
        </p:txBody>
      </p:sp>
      <p:cxnSp>
        <p:nvCxnSpPr>
          <p:cNvPr id="28" name="Straight Connector 27"/>
          <p:cNvCxnSpPr/>
          <p:nvPr/>
        </p:nvCxnSpPr>
        <p:spPr>
          <a:xfrm flipH="1">
            <a:off x="8354522" y="2870884"/>
            <a:ext cx="3319933"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29" name="Rectangle 28"/>
          <p:cNvSpPr/>
          <p:nvPr/>
        </p:nvSpPr>
        <p:spPr>
          <a:xfrm flipH="1">
            <a:off x="889091" y="2203071"/>
            <a:ext cx="4029982" cy="523220"/>
          </a:xfrm>
          <a:prstGeom prst="rect">
            <a:avLst/>
          </a:prstGeom>
        </p:spPr>
        <p:txBody>
          <a:bodyPr wrap="square">
            <a:spAutoFit/>
          </a:bodyPr>
          <a:lstStyle/>
          <a:p>
            <a:pPr algn="ctr" fontAlgn="auto">
              <a:spcBef>
                <a:spcPts val="0"/>
              </a:spcBef>
              <a:spcAft>
                <a:spcPts val="0"/>
              </a:spcAft>
            </a:pPr>
            <a:r>
              <a:rPr lang="ar-SA" sz="2800" b="1" dirty="0"/>
              <a:t>توفير الوقت والجهد</a:t>
            </a:r>
            <a:endParaRPr lang="en-AU" sz="2800" b="1" dirty="0">
              <a:solidFill>
                <a:prstClr val="black">
                  <a:lumMod val="50000"/>
                  <a:lumOff val="50000"/>
                </a:prstClr>
              </a:solidFill>
              <a:latin typeface="Montserrat Light"/>
            </a:endParaRPr>
          </a:p>
        </p:txBody>
      </p:sp>
      <p:cxnSp>
        <p:nvCxnSpPr>
          <p:cNvPr id="35" name="Curved Connector 34"/>
          <p:cNvCxnSpPr>
            <a:stCxn id="18" idx="1"/>
          </p:cNvCxnSpPr>
          <p:nvPr/>
        </p:nvCxnSpPr>
        <p:spPr>
          <a:xfrm rot="16200000" flipH="1">
            <a:off x="6100999" y="1704104"/>
            <a:ext cx="593375" cy="1518579"/>
          </a:xfrm>
          <a:prstGeom prst="curvedConnector4">
            <a:avLst>
              <a:gd name="adj1" fmla="val -38525"/>
              <a:gd name="adj2" fmla="val 56003"/>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sp>
        <p:nvSpPr>
          <p:cNvPr id="26" name="Title 1"/>
          <p:cNvSpPr>
            <a:spLocks noGrp="1"/>
          </p:cNvSpPr>
          <p:nvPr>
            <p:ph type="title"/>
          </p:nvPr>
        </p:nvSpPr>
        <p:spPr>
          <a:xfrm>
            <a:off x="1488558" y="375011"/>
            <a:ext cx="9882979" cy="750929"/>
          </a:xfrm>
        </p:spPr>
        <p:txBody>
          <a:bodyPr>
            <a:normAutofit/>
          </a:bodyPr>
          <a:lstStyle/>
          <a:p>
            <a:pPr lvl="0" algn="r" rtl="1"/>
            <a:r>
              <a:rPr lang="ar-SA" u="sng" dirty="0" smtClean="0"/>
              <a:t>ج - فوائد </a:t>
            </a:r>
            <a:r>
              <a:rPr lang="ar-SA" u="sng" dirty="0"/>
              <a:t>استخدام الأفلام التعليمية ومميزاتها</a:t>
            </a:r>
            <a:endParaRPr lang="en-US" u="sng" dirty="0"/>
          </a:p>
        </p:txBody>
      </p:sp>
      <p:sp>
        <p:nvSpPr>
          <p:cNvPr id="2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06476648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down)">
                                      <p:cBhvr>
                                        <p:cTn id="15" dur="500"/>
                                        <p:tgtEl>
                                          <p:spTgt spid="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wipe(left)">
                                      <p:cBhvr>
                                        <p:cTn id="27" dur="500"/>
                                        <p:tgtEl>
                                          <p:spTgt spid="35"/>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28"/>
                                        </p:tgtEl>
                                        <p:attrNameLst>
                                          <p:attrName>style.visibility</p:attrName>
                                        </p:attrNameLst>
                                      </p:cBhvr>
                                      <p:to>
                                        <p:strVal val="visible"/>
                                      </p:to>
                                    </p:set>
                                    <p:animEffect transition="in" filter="wipe(left)">
                                      <p:cBhvr>
                                        <p:cTn id="35" dur="500"/>
                                        <p:tgtEl>
                                          <p:spTgt spid="28"/>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27">
                                            <p:txEl>
                                              <p:pRg st="0" end="0"/>
                                            </p:txEl>
                                          </p:spTgt>
                                        </p:tgtEl>
                                        <p:attrNameLst>
                                          <p:attrName>style.visibility</p:attrName>
                                        </p:attrNameLst>
                                      </p:cBhvr>
                                      <p:to>
                                        <p:strVal val="visible"/>
                                      </p:to>
                                    </p:set>
                                    <p:animEffect transition="in" filter="fade">
                                      <p:cBhvr>
                                        <p:cTn id="39" dur="500"/>
                                        <p:tgtEl>
                                          <p:spTgt spid="2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9"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Curved Connector 3"/>
          <p:cNvCxnSpPr>
            <a:stCxn id="9" idx="4"/>
            <a:endCxn id="12" idx="2"/>
          </p:cNvCxnSpPr>
          <p:nvPr/>
        </p:nvCxnSpPr>
        <p:spPr>
          <a:xfrm rot="5400000">
            <a:off x="5720639" y="3859850"/>
            <a:ext cx="1268869" cy="663923"/>
          </a:xfrm>
          <a:prstGeom prst="curvedConnector2">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grpSp>
        <p:nvGrpSpPr>
          <p:cNvPr id="8" name="Group 7"/>
          <p:cNvGrpSpPr/>
          <p:nvPr/>
        </p:nvGrpSpPr>
        <p:grpSpPr>
          <a:xfrm flipH="1">
            <a:off x="5667184" y="2312504"/>
            <a:ext cx="1991030" cy="1244873"/>
            <a:chOff x="5080163" y="3384688"/>
            <a:chExt cx="1991030" cy="1244873"/>
          </a:xfrm>
        </p:grpSpPr>
        <p:sp>
          <p:nvSpPr>
            <p:cNvPr id="9" name="Oval 8"/>
            <p:cNvSpPr/>
            <p:nvPr/>
          </p:nvSpPr>
          <p:spPr>
            <a:xfrm>
              <a:off x="5428906" y="3384688"/>
              <a:ext cx="1244873" cy="1244873"/>
            </a:xfrm>
            <a:prstGeom prst="ellipse">
              <a:avLst/>
            </a:prstGeom>
            <a:solidFill>
              <a:schemeClr val="accent1"/>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0" name="TextBox 9"/>
            <p:cNvSpPr txBox="1"/>
            <p:nvPr/>
          </p:nvSpPr>
          <p:spPr>
            <a:xfrm rot="21568247">
              <a:off x="5080163" y="3689037"/>
              <a:ext cx="1991030"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rPr>
                <a:t>11</a:t>
              </a:r>
              <a:endParaRPr lang="id-ID" sz="3200" b="1" dirty="0">
                <a:solidFill>
                  <a:prstClr val="white"/>
                </a:solidFill>
                <a:latin typeface="Montserrat"/>
              </a:endParaRPr>
            </a:p>
          </p:txBody>
        </p:sp>
      </p:grpSp>
      <p:grpSp>
        <p:nvGrpSpPr>
          <p:cNvPr id="11" name="Group 10"/>
          <p:cNvGrpSpPr/>
          <p:nvPr/>
        </p:nvGrpSpPr>
        <p:grpSpPr>
          <a:xfrm flipH="1">
            <a:off x="4423128" y="4203809"/>
            <a:ext cx="1991030" cy="1244873"/>
            <a:chOff x="6681988" y="5097401"/>
            <a:chExt cx="1991030" cy="1244873"/>
          </a:xfrm>
        </p:grpSpPr>
        <p:sp>
          <p:nvSpPr>
            <p:cNvPr id="12" name="Oval 11"/>
            <p:cNvSpPr/>
            <p:nvPr/>
          </p:nvSpPr>
          <p:spPr>
            <a:xfrm>
              <a:off x="7073035" y="5097401"/>
              <a:ext cx="1244873" cy="1244873"/>
            </a:xfrm>
            <a:prstGeom prst="ellipse">
              <a:avLst/>
            </a:prstGeom>
            <a:solidFill>
              <a:schemeClr val="accent2"/>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3" name="TextBox 12"/>
            <p:cNvSpPr txBox="1"/>
            <p:nvPr/>
          </p:nvSpPr>
          <p:spPr>
            <a:xfrm rot="21568247">
              <a:off x="6681988" y="5421852"/>
              <a:ext cx="1991030" cy="584775"/>
            </a:xfrm>
            <a:prstGeom prst="rect">
              <a:avLst/>
            </a:prstGeom>
            <a:noFill/>
          </p:spPr>
          <p:txBody>
            <a:bodyPr wrap="square" rtlCol="0">
              <a:spAutoFit/>
            </a:bodyPr>
            <a:lstStyle/>
            <a:p>
              <a:pPr algn="ctr" fontAlgn="auto">
                <a:spcBef>
                  <a:spcPts val="0"/>
                </a:spcBef>
                <a:spcAft>
                  <a:spcPts val="0"/>
                </a:spcAft>
              </a:pPr>
              <a:r>
                <a:rPr lang="el-GR" sz="3200" b="1" dirty="0" smtClean="0">
                  <a:solidFill>
                    <a:prstClr val="white"/>
                  </a:solidFill>
                  <a:latin typeface="Montserrat"/>
                </a:rPr>
                <a:t>10</a:t>
              </a:r>
              <a:endParaRPr lang="id-ID" sz="3200" b="1" dirty="0">
                <a:solidFill>
                  <a:prstClr val="white"/>
                </a:solidFill>
                <a:latin typeface="Montserrat"/>
              </a:endParaRPr>
            </a:p>
          </p:txBody>
        </p:sp>
      </p:grpSp>
      <p:sp>
        <p:nvSpPr>
          <p:cNvPr id="25" name="Rectangle 24"/>
          <p:cNvSpPr/>
          <p:nvPr/>
        </p:nvSpPr>
        <p:spPr>
          <a:xfrm flipH="1">
            <a:off x="451434" y="4336419"/>
            <a:ext cx="4673310" cy="1815882"/>
          </a:xfrm>
          <a:prstGeom prst="rect">
            <a:avLst/>
          </a:prstGeom>
        </p:spPr>
        <p:txBody>
          <a:bodyPr wrap="square">
            <a:spAutoFit/>
          </a:bodyPr>
          <a:lstStyle/>
          <a:p>
            <a:pPr algn="ctr" rtl="1" fontAlgn="auto">
              <a:spcBef>
                <a:spcPts val="0"/>
              </a:spcBef>
              <a:spcAft>
                <a:spcPts val="0"/>
              </a:spcAft>
            </a:pPr>
            <a:r>
              <a:rPr lang="ar-SA" sz="2800" b="1" dirty="0"/>
              <a:t>توفر من خلال أشكالها أو صورها الملونة وتسللها الموضوعي المفيد خبرات جمالية حسية تعجز الوسائل الأخرى عن تحقيقها</a:t>
            </a:r>
            <a:endParaRPr lang="en-AU" sz="2800" b="1" dirty="0">
              <a:solidFill>
                <a:prstClr val="black">
                  <a:lumMod val="50000"/>
                  <a:lumOff val="50000"/>
                </a:prstClr>
              </a:solidFill>
              <a:latin typeface="Montserrat Light"/>
            </a:endParaRPr>
          </a:p>
        </p:txBody>
      </p:sp>
      <p:cxnSp>
        <p:nvCxnSpPr>
          <p:cNvPr id="26" name="Straight Connector 25"/>
          <p:cNvCxnSpPr/>
          <p:nvPr/>
        </p:nvCxnSpPr>
        <p:spPr>
          <a:xfrm flipH="1">
            <a:off x="2114167" y="4203809"/>
            <a:ext cx="3010577"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flipH="1">
            <a:off x="7417779" y="2728112"/>
            <a:ext cx="4150442" cy="2677656"/>
          </a:xfrm>
          <a:prstGeom prst="rect">
            <a:avLst/>
          </a:prstGeom>
        </p:spPr>
        <p:txBody>
          <a:bodyPr wrap="square">
            <a:spAutoFit/>
          </a:bodyPr>
          <a:lstStyle/>
          <a:p>
            <a:pPr algn="ctr" rtl="1" fontAlgn="auto">
              <a:spcBef>
                <a:spcPts val="0"/>
              </a:spcBef>
              <a:spcAft>
                <a:spcPts val="0"/>
              </a:spcAft>
            </a:pPr>
            <a:r>
              <a:rPr lang="ar-SA" sz="2800" b="1" dirty="0"/>
              <a:t>تقديم المعلومات للطلاب بأسلوب تلقائي ومباشر وعرضها في تسلسل منطقي وسريع خاصة للطلاب الذين لا تستهويهم قراءة المواد التعليمية المطبوعة خاصة العلمية</a:t>
            </a:r>
            <a:endParaRPr lang="en-AU" sz="2800" b="1" dirty="0">
              <a:solidFill>
                <a:prstClr val="black">
                  <a:lumMod val="50000"/>
                  <a:lumOff val="50000"/>
                </a:prstClr>
              </a:solidFill>
              <a:latin typeface="Montserrat Light"/>
            </a:endParaRPr>
          </a:p>
        </p:txBody>
      </p:sp>
      <p:cxnSp>
        <p:nvCxnSpPr>
          <p:cNvPr id="32" name="Straight Connector 31"/>
          <p:cNvCxnSpPr/>
          <p:nvPr/>
        </p:nvCxnSpPr>
        <p:spPr>
          <a:xfrm flipH="1">
            <a:off x="7413800" y="2667151"/>
            <a:ext cx="3750386"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15" name="Title 1"/>
          <p:cNvSpPr>
            <a:spLocks noGrp="1"/>
          </p:cNvSpPr>
          <p:nvPr>
            <p:ph type="title"/>
          </p:nvPr>
        </p:nvSpPr>
        <p:spPr>
          <a:xfrm>
            <a:off x="1488558" y="375011"/>
            <a:ext cx="9882979" cy="750929"/>
          </a:xfrm>
        </p:spPr>
        <p:txBody>
          <a:bodyPr>
            <a:normAutofit/>
          </a:bodyPr>
          <a:lstStyle/>
          <a:p>
            <a:pPr lvl="0" algn="r" rtl="1"/>
            <a:r>
              <a:rPr lang="ar-SA" u="sng" dirty="0" smtClean="0"/>
              <a:t>ج - فوائد </a:t>
            </a:r>
            <a:r>
              <a:rPr lang="ar-SA" u="sng" dirty="0"/>
              <a:t>استخدام الأفلام التعليمية ومميزاتها</a:t>
            </a:r>
            <a:endParaRPr lang="en-US" u="sng" dirty="0"/>
          </a:p>
        </p:txBody>
      </p: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33920200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up)">
                                      <p:cBhvr>
                                        <p:cTn id="19" dur="500"/>
                                        <p:tgtEl>
                                          <p:spTgt spid="4"/>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wipe(left)">
                                      <p:cBhvr>
                                        <p:cTn id="27" dur="500"/>
                                        <p:tgtEl>
                                          <p:spTgt spid="26"/>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5"/>
                                        </p:tgtEl>
                                        <p:attrNameLst>
                                          <p:attrName>style.visibility</p:attrName>
                                        </p:attrNameLst>
                                      </p:cBhvr>
                                      <p:to>
                                        <p:strVal val="visible"/>
                                      </p:to>
                                    </p:set>
                                    <p:animEffect transition="in" filter="fade">
                                      <p:cBhvr>
                                        <p:cTn id="31"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31"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p:cNvSpPr txBox="1"/>
          <p:nvPr/>
        </p:nvSpPr>
        <p:spPr>
          <a:xfrm>
            <a:off x="6768464" y="2312269"/>
            <a:ext cx="4923930" cy="1077218"/>
          </a:xfrm>
          <a:prstGeom prst="rect">
            <a:avLst/>
          </a:prstGeom>
          <a:noFill/>
        </p:spPr>
        <p:txBody>
          <a:bodyPr wrap="square" rtlCol="0">
            <a:spAutoFit/>
          </a:bodyPr>
          <a:lstStyle/>
          <a:p>
            <a:pPr rtl="1"/>
            <a:r>
              <a:rPr lang="ar-SA" sz="3200" b="1" dirty="0"/>
              <a:t>إمكانية إعادة المشاهد المتحركة للعرض عدة مرات</a:t>
            </a:r>
            <a:endParaRPr lang="en-US" sz="3200" b="1" dirty="0">
              <a:solidFill>
                <a:srgbClr val="000000"/>
              </a:solidFill>
            </a:endParaRPr>
          </a:p>
        </p:txBody>
      </p:sp>
      <p:sp>
        <p:nvSpPr>
          <p:cNvPr id="3" name="Rectangle 2"/>
          <p:cNvSpPr/>
          <p:nvPr/>
        </p:nvSpPr>
        <p:spPr>
          <a:xfrm>
            <a:off x="5970800" y="0"/>
            <a:ext cx="104775" cy="6717724"/>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 name="Oval 3"/>
          <p:cNvSpPr/>
          <p:nvPr/>
        </p:nvSpPr>
        <p:spPr>
          <a:xfrm>
            <a:off x="5671184" y="2429330"/>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b="1" dirty="0">
                <a:solidFill>
                  <a:prstClr val="white"/>
                </a:solidFill>
              </a:rPr>
              <a:t>1</a:t>
            </a:r>
            <a:endParaRPr lang="en-US" b="1" dirty="0">
              <a:solidFill>
                <a:prstClr val="white"/>
              </a:solidFill>
            </a:endParaRPr>
          </a:p>
        </p:txBody>
      </p:sp>
      <p:sp>
        <p:nvSpPr>
          <p:cNvPr id="11" name="Oval 10"/>
          <p:cNvSpPr/>
          <p:nvPr/>
        </p:nvSpPr>
        <p:spPr>
          <a:xfrm>
            <a:off x="5671184" y="4111911"/>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b="1" dirty="0" smtClean="0">
                <a:solidFill>
                  <a:prstClr val="white"/>
                </a:solidFill>
              </a:rPr>
              <a:t>2</a:t>
            </a:r>
            <a:endParaRPr lang="en-US" b="1" dirty="0">
              <a:solidFill>
                <a:prstClr val="white"/>
              </a:solidFill>
            </a:endParaRPr>
          </a:p>
        </p:txBody>
      </p:sp>
      <p:sp>
        <p:nvSpPr>
          <p:cNvPr id="17" name="TextBox 16"/>
          <p:cNvSpPr txBox="1"/>
          <p:nvPr/>
        </p:nvSpPr>
        <p:spPr>
          <a:xfrm>
            <a:off x="254229" y="4165594"/>
            <a:ext cx="5267147" cy="584775"/>
          </a:xfrm>
          <a:prstGeom prst="rect">
            <a:avLst/>
          </a:prstGeom>
          <a:noFill/>
        </p:spPr>
        <p:txBody>
          <a:bodyPr wrap="square" rtlCol="0">
            <a:spAutoFit/>
          </a:bodyPr>
          <a:lstStyle/>
          <a:p>
            <a:pPr algn="ctr" fontAlgn="auto">
              <a:spcBef>
                <a:spcPts val="0"/>
              </a:spcBef>
              <a:spcAft>
                <a:spcPts val="0"/>
              </a:spcAft>
            </a:pPr>
            <a:r>
              <a:rPr lang="ar-SA" sz="3200" b="1" dirty="0"/>
              <a:t>استغلال المؤثرات الصوتية والمرئية</a:t>
            </a:r>
            <a:endParaRPr lang="en-US" sz="3200" b="1" dirty="0">
              <a:solidFill>
                <a:srgbClr val="17406D">
                  <a:lumMod val="50000"/>
                </a:srgbClr>
              </a:solidFill>
              <a:latin typeface="Bebas Neue" panose="020B0606020202050201" pitchFamily="34" charset="0"/>
            </a:endParaRPr>
          </a:p>
        </p:txBody>
      </p:sp>
      <p:sp>
        <p:nvSpPr>
          <p:cNvPr id="12" name="TextBox 11"/>
          <p:cNvSpPr txBox="1"/>
          <p:nvPr/>
        </p:nvSpPr>
        <p:spPr>
          <a:xfrm>
            <a:off x="2189016" y="161471"/>
            <a:ext cx="9393382" cy="707886"/>
          </a:xfrm>
          <a:prstGeom prst="rect">
            <a:avLst/>
          </a:prstGeom>
          <a:noFill/>
        </p:spPr>
        <p:txBody>
          <a:bodyPr wrap="square" rtlCol="0">
            <a:spAutoFit/>
          </a:bodyPr>
          <a:lstStyle/>
          <a:p>
            <a:pPr lvl="0" algn="r" rtl="1"/>
            <a:r>
              <a:rPr lang="ar-SA" sz="4000" b="1" u="sng" dirty="0" smtClean="0"/>
              <a:t>د - مزايا </a:t>
            </a:r>
            <a:r>
              <a:rPr lang="ar-SA" sz="4000" b="1" u="sng" dirty="0"/>
              <a:t>الأفلام التعليمية</a:t>
            </a:r>
            <a:endParaRPr lang="en-US" sz="4000" u="sng" dirty="0"/>
          </a:p>
        </p:txBody>
      </p:sp>
      <p:sp>
        <p:nvSpPr>
          <p:cNvPr id="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2785491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500" fill="hold"/>
                                        <p:tgtEl>
                                          <p:spTgt spid="11"/>
                                        </p:tgtEl>
                                        <p:attrNameLst>
                                          <p:attrName>ppt_x</p:attrName>
                                        </p:attrNameLst>
                                      </p:cBhvr>
                                      <p:tavLst>
                                        <p:tav tm="0">
                                          <p:val>
                                            <p:strVal val="#ppt_x"/>
                                          </p:val>
                                        </p:tav>
                                        <p:tav tm="100000">
                                          <p:val>
                                            <p:strVal val="#ppt_x"/>
                                          </p:val>
                                        </p:tav>
                                      </p:tavLst>
                                    </p:anim>
                                    <p:anim calcmode="lin" valueType="num">
                                      <p:cBhvr additive="base">
                                        <p:cTn id="13"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5966770" y="1"/>
            <a:ext cx="115894" cy="6422064"/>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 name="TextBox 7"/>
          <p:cNvSpPr txBox="1"/>
          <p:nvPr/>
        </p:nvSpPr>
        <p:spPr>
          <a:xfrm>
            <a:off x="2189016" y="161471"/>
            <a:ext cx="9393382" cy="707886"/>
          </a:xfrm>
          <a:prstGeom prst="rect">
            <a:avLst/>
          </a:prstGeom>
          <a:noFill/>
        </p:spPr>
        <p:txBody>
          <a:bodyPr wrap="square" rtlCol="0">
            <a:spAutoFit/>
          </a:bodyPr>
          <a:lstStyle/>
          <a:p>
            <a:pPr lvl="0" algn="r" rtl="1"/>
            <a:r>
              <a:rPr lang="ar-SA" sz="4000" b="1" u="sng" dirty="0" smtClean="0"/>
              <a:t>د - مزايا </a:t>
            </a:r>
            <a:r>
              <a:rPr lang="ar-SA" sz="4000" b="1" u="sng" dirty="0"/>
              <a:t>الأفلام التعليمية</a:t>
            </a:r>
            <a:endParaRPr lang="en-US" sz="4000" u="sng" dirty="0"/>
          </a:p>
        </p:txBody>
      </p:sp>
      <p:sp>
        <p:nvSpPr>
          <p:cNvPr id="12" name="TextBox 11"/>
          <p:cNvSpPr txBox="1"/>
          <p:nvPr/>
        </p:nvSpPr>
        <p:spPr>
          <a:xfrm>
            <a:off x="6418115" y="1746751"/>
            <a:ext cx="5208789" cy="584775"/>
          </a:xfrm>
          <a:prstGeom prst="rect">
            <a:avLst/>
          </a:prstGeom>
          <a:noFill/>
        </p:spPr>
        <p:txBody>
          <a:bodyPr wrap="square" rtlCol="0">
            <a:spAutoFit/>
          </a:bodyPr>
          <a:lstStyle/>
          <a:p>
            <a:pPr algn="ctr" fontAlgn="auto">
              <a:spcBef>
                <a:spcPts val="0"/>
              </a:spcBef>
              <a:spcAft>
                <a:spcPts val="0"/>
              </a:spcAft>
            </a:pPr>
            <a:r>
              <a:rPr lang="ar-SA" sz="3200" b="1" dirty="0"/>
              <a:t>التفاعل بين المتعلم وأحداث الفيلم</a:t>
            </a:r>
            <a:endParaRPr lang="en-US" sz="3200" b="1" dirty="0">
              <a:solidFill>
                <a:srgbClr val="17406D">
                  <a:lumMod val="50000"/>
                </a:srgbClr>
              </a:solidFill>
              <a:latin typeface="Bebas Neue" panose="020B0606020202050201" pitchFamily="34" charset="0"/>
            </a:endParaRPr>
          </a:p>
        </p:txBody>
      </p:sp>
      <p:sp>
        <p:nvSpPr>
          <p:cNvPr id="13" name="Oval 12"/>
          <p:cNvSpPr/>
          <p:nvPr/>
        </p:nvSpPr>
        <p:spPr>
          <a:xfrm>
            <a:off x="5686595" y="1673379"/>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b="1" dirty="0" smtClean="0">
                <a:solidFill>
                  <a:prstClr val="white"/>
                </a:solidFill>
              </a:rPr>
              <a:t>3</a:t>
            </a:r>
            <a:endParaRPr lang="en-US" b="1" dirty="0">
              <a:solidFill>
                <a:prstClr val="white"/>
              </a:solidFill>
            </a:endParaRPr>
          </a:p>
        </p:txBody>
      </p:sp>
      <p:sp>
        <p:nvSpPr>
          <p:cNvPr id="14" name="Oval 13"/>
          <p:cNvSpPr/>
          <p:nvPr/>
        </p:nvSpPr>
        <p:spPr>
          <a:xfrm>
            <a:off x="5686595" y="3044401"/>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b="1" dirty="0" smtClean="0">
                <a:solidFill>
                  <a:prstClr val="white"/>
                </a:solidFill>
              </a:rPr>
              <a:t>4</a:t>
            </a:r>
            <a:endParaRPr lang="en-US" b="1" dirty="0">
              <a:solidFill>
                <a:prstClr val="white"/>
              </a:solidFill>
            </a:endParaRPr>
          </a:p>
        </p:txBody>
      </p:sp>
      <p:sp>
        <p:nvSpPr>
          <p:cNvPr id="15" name="Oval 14"/>
          <p:cNvSpPr/>
          <p:nvPr/>
        </p:nvSpPr>
        <p:spPr>
          <a:xfrm>
            <a:off x="5686595" y="4429029"/>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b="1" dirty="0" smtClean="0">
                <a:solidFill>
                  <a:prstClr val="white"/>
                </a:solidFill>
              </a:rPr>
              <a:t>5</a:t>
            </a:r>
            <a:endParaRPr lang="en-US" b="1" dirty="0">
              <a:solidFill>
                <a:prstClr val="white"/>
              </a:solidFill>
            </a:endParaRPr>
          </a:p>
        </p:txBody>
      </p:sp>
      <p:sp>
        <p:nvSpPr>
          <p:cNvPr id="16" name="TextBox 15"/>
          <p:cNvSpPr txBox="1"/>
          <p:nvPr/>
        </p:nvSpPr>
        <p:spPr>
          <a:xfrm>
            <a:off x="6373609" y="4514339"/>
            <a:ext cx="5099945" cy="1077218"/>
          </a:xfrm>
          <a:prstGeom prst="rect">
            <a:avLst/>
          </a:prstGeom>
          <a:noFill/>
        </p:spPr>
        <p:txBody>
          <a:bodyPr wrap="square" rtlCol="0">
            <a:spAutoFit/>
          </a:bodyPr>
          <a:lstStyle/>
          <a:p>
            <a:pPr algn="ctr" fontAlgn="auto">
              <a:spcBef>
                <a:spcPts val="0"/>
              </a:spcBef>
              <a:spcAft>
                <a:spcPts val="0"/>
              </a:spcAft>
            </a:pPr>
            <a:r>
              <a:rPr lang="ar-SA" sz="3200" b="1" dirty="0"/>
              <a:t>عرض ظواهر ومشاهد خطيرة لا يمكن مشاهدتها في الطبيعة</a:t>
            </a:r>
            <a:endParaRPr lang="en-US" sz="3200" b="1" dirty="0">
              <a:solidFill>
                <a:srgbClr val="17406D">
                  <a:lumMod val="50000"/>
                </a:srgbClr>
              </a:solidFill>
              <a:latin typeface="Bebas Neue" panose="020B0606020202050201" pitchFamily="34" charset="0"/>
            </a:endParaRPr>
          </a:p>
        </p:txBody>
      </p:sp>
      <p:sp>
        <p:nvSpPr>
          <p:cNvPr id="18" name="TextBox 17"/>
          <p:cNvSpPr txBox="1"/>
          <p:nvPr/>
        </p:nvSpPr>
        <p:spPr>
          <a:xfrm>
            <a:off x="507844" y="2845882"/>
            <a:ext cx="4962563" cy="1569660"/>
          </a:xfrm>
          <a:prstGeom prst="rect">
            <a:avLst/>
          </a:prstGeom>
          <a:noFill/>
        </p:spPr>
        <p:txBody>
          <a:bodyPr wrap="square" rtlCol="0">
            <a:spAutoFit/>
          </a:bodyPr>
          <a:lstStyle/>
          <a:p>
            <a:pPr algn="ctr" fontAlgn="auto">
              <a:spcBef>
                <a:spcPts val="0"/>
              </a:spcBef>
              <a:spcAft>
                <a:spcPts val="0"/>
              </a:spcAft>
            </a:pPr>
            <a:r>
              <a:rPr lang="ar-SA" sz="3200" b="1" dirty="0"/>
              <a:t>ضغط زمن الأحداث أو إطالتها أو قسم الشاشة لجزئين للمقارنة بين مشهدين</a:t>
            </a:r>
            <a:endParaRPr lang="en-US" sz="3200" b="1" dirty="0">
              <a:solidFill>
                <a:srgbClr val="17406D">
                  <a:lumMod val="50000"/>
                </a:srgbClr>
              </a:solidFill>
              <a:latin typeface="Bebas Neue" panose="020B0606020202050201" pitchFamily="34" charset="0"/>
            </a:endParaRPr>
          </a:p>
        </p:txBody>
      </p:sp>
      <p:sp>
        <p:nvSpPr>
          <p:cNvPr id="22" name="Oval 21"/>
          <p:cNvSpPr/>
          <p:nvPr/>
        </p:nvSpPr>
        <p:spPr>
          <a:xfrm>
            <a:off x="5966769" y="6239184"/>
            <a:ext cx="182880" cy="18288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978451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additive="base">
                                        <p:cTn id="12" dur="500" fill="hold"/>
                                        <p:tgtEl>
                                          <p:spTgt spid="14"/>
                                        </p:tgtEl>
                                        <p:attrNameLst>
                                          <p:attrName>ppt_x</p:attrName>
                                        </p:attrNameLst>
                                      </p:cBhvr>
                                      <p:tavLst>
                                        <p:tav tm="0">
                                          <p:val>
                                            <p:strVal val="#ppt_x"/>
                                          </p:val>
                                        </p:tav>
                                        <p:tav tm="100000">
                                          <p:val>
                                            <p:strVal val="#ppt_x"/>
                                          </p:val>
                                        </p:tav>
                                      </p:tavLst>
                                    </p:anim>
                                    <p:anim calcmode="lin" valueType="num">
                                      <p:cBhvr additive="base">
                                        <p:cTn id="13" dur="500" fill="hold"/>
                                        <p:tgtEl>
                                          <p:spTgt spid="14"/>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additive="base">
                                        <p:cTn id="17" dur="500" fill="hold"/>
                                        <p:tgtEl>
                                          <p:spTgt spid="15"/>
                                        </p:tgtEl>
                                        <p:attrNameLst>
                                          <p:attrName>ppt_x</p:attrName>
                                        </p:attrNameLst>
                                      </p:cBhvr>
                                      <p:tavLst>
                                        <p:tav tm="0">
                                          <p:val>
                                            <p:strVal val="#ppt_x"/>
                                          </p:val>
                                        </p:tav>
                                        <p:tav tm="100000">
                                          <p:val>
                                            <p:strVal val="#ppt_x"/>
                                          </p:val>
                                        </p:tav>
                                      </p:tavLst>
                                    </p:anim>
                                    <p:anim calcmode="lin" valueType="num">
                                      <p:cBhvr additive="base">
                                        <p:cTn id="1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5966770" y="1"/>
            <a:ext cx="115894" cy="6422064"/>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 name="TextBox 7"/>
          <p:cNvSpPr txBox="1"/>
          <p:nvPr/>
        </p:nvSpPr>
        <p:spPr>
          <a:xfrm>
            <a:off x="2189016" y="161471"/>
            <a:ext cx="9393382" cy="707886"/>
          </a:xfrm>
          <a:prstGeom prst="rect">
            <a:avLst/>
          </a:prstGeom>
          <a:noFill/>
        </p:spPr>
        <p:txBody>
          <a:bodyPr wrap="square" rtlCol="0">
            <a:spAutoFit/>
          </a:bodyPr>
          <a:lstStyle/>
          <a:p>
            <a:pPr lvl="0" algn="r" rtl="1"/>
            <a:r>
              <a:rPr lang="ar-SA" sz="4000" b="1" u="sng" dirty="0" smtClean="0"/>
              <a:t>د - مزايا </a:t>
            </a:r>
            <a:r>
              <a:rPr lang="ar-SA" sz="4000" b="1" u="sng" dirty="0"/>
              <a:t>الأفلام التعليمية</a:t>
            </a:r>
            <a:endParaRPr lang="en-US" sz="4000" u="sng" dirty="0"/>
          </a:p>
        </p:txBody>
      </p:sp>
      <p:sp>
        <p:nvSpPr>
          <p:cNvPr id="12" name="TextBox 11"/>
          <p:cNvSpPr txBox="1"/>
          <p:nvPr/>
        </p:nvSpPr>
        <p:spPr>
          <a:xfrm>
            <a:off x="6418115" y="1746751"/>
            <a:ext cx="5208789" cy="1077218"/>
          </a:xfrm>
          <a:prstGeom prst="rect">
            <a:avLst/>
          </a:prstGeom>
          <a:noFill/>
        </p:spPr>
        <p:txBody>
          <a:bodyPr wrap="square" rtlCol="0">
            <a:spAutoFit/>
          </a:bodyPr>
          <a:lstStyle/>
          <a:p>
            <a:pPr algn="ctr" fontAlgn="auto">
              <a:spcBef>
                <a:spcPts val="0"/>
              </a:spcBef>
              <a:spcAft>
                <a:spcPts val="0"/>
              </a:spcAft>
            </a:pPr>
            <a:r>
              <a:rPr lang="ar-SA" sz="3200" b="1" dirty="0"/>
              <a:t>تعلم مهارات حل المشكلات عن طريق تصوير مشاهد معينة</a:t>
            </a:r>
            <a:endParaRPr lang="en-US" sz="3200" b="1" dirty="0">
              <a:solidFill>
                <a:srgbClr val="17406D">
                  <a:lumMod val="50000"/>
                </a:srgbClr>
              </a:solidFill>
              <a:latin typeface="Bebas Neue" panose="020B0606020202050201" pitchFamily="34" charset="0"/>
            </a:endParaRPr>
          </a:p>
        </p:txBody>
      </p:sp>
      <p:sp>
        <p:nvSpPr>
          <p:cNvPr id="13" name="Oval 12"/>
          <p:cNvSpPr/>
          <p:nvPr/>
        </p:nvSpPr>
        <p:spPr>
          <a:xfrm>
            <a:off x="5686595" y="1635654"/>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b="1" dirty="0">
                <a:solidFill>
                  <a:prstClr val="white"/>
                </a:solidFill>
              </a:rPr>
              <a:t>6</a:t>
            </a:r>
            <a:endParaRPr lang="en-US" b="1" dirty="0">
              <a:solidFill>
                <a:prstClr val="white"/>
              </a:solidFill>
            </a:endParaRPr>
          </a:p>
        </p:txBody>
      </p:sp>
      <p:sp>
        <p:nvSpPr>
          <p:cNvPr id="14" name="Oval 13"/>
          <p:cNvSpPr/>
          <p:nvPr/>
        </p:nvSpPr>
        <p:spPr>
          <a:xfrm>
            <a:off x="5686595" y="2748202"/>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b="1" dirty="0" smtClean="0">
                <a:solidFill>
                  <a:prstClr val="white"/>
                </a:solidFill>
              </a:rPr>
              <a:t>7</a:t>
            </a:r>
            <a:endParaRPr lang="en-US" b="1" dirty="0">
              <a:solidFill>
                <a:prstClr val="white"/>
              </a:solidFill>
            </a:endParaRPr>
          </a:p>
        </p:txBody>
      </p:sp>
      <p:sp>
        <p:nvSpPr>
          <p:cNvPr id="15" name="Oval 14"/>
          <p:cNvSpPr/>
          <p:nvPr/>
        </p:nvSpPr>
        <p:spPr>
          <a:xfrm>
            <a:off x="5658957" y="3939432"/>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b="1" dirty="0" smtClean="0">
                <a:solidFill>
                  <a:prstClr val="white"/>
                </a:solidFill>
              </a:rPr>
              <a:t>8</a:t>
            </a:r>
            <a:endParaRPr lang="en-US" b="1" dirty="0">
              <a:solidFill>
                <a:prstClr val="white"/>
              </a:solidFill>
            </a:endParaRPr>
          </a:p>
        </p:txBody>
      </p:sp>
      <p:sp>
        <p:nvSpPr>
          <p:cNvPr id="16" name="TextBox 15"/>
          <p:cNvSpPr txBox="1"/>
          <p:nvPr/>
        </p:nvSpPr>
        <p:spPr>
          <a:xfrm>
            <a:off x="6603088" y="4085658"/>
            <a:ext cx="5099945" cy="1077218"/>
          </a:xfrm>
          <a:prstGeom prst="rect">
            <a:avLst/>
          </a:prstGeom>
          <a:noFill/>
        </p:spPr>
        <p:txBody>
          <a:bodyPr wrap="square" rtlCol="0">
            <a:spAutoFit/>
          </a:bodyPr>
          <a:lstStyle/>
          <a:p>
            <a:pPr algn="ctr" fontAlgn="auto">
              <a:spcBef>
                <a:spcPts val="0"/>
              </a:spcBef>
              <a:spcAft>
                <a:spcPts val="0"/>
              </a:spcAft>
            </a:pPr>
            <a:r>
              <a:rPr lang="ar-SA" sz="3200" b="1" dirty="0"/>
              <a:t>استخدام عدسات مكبرة لتصوير أشياء صغيرة</a:t>
            </a:r>
            <a:endParaRPr lang="en-US" sz="3200" b="1" dirty="0">
              <a:solidFill>
                <a:srgbClr val="17406D">
                  <a:lumMod val="50000"/>
                </a:srgbClr>
              </a:solidFill>
              <a:latin typeface="Bebas Neue" panose="020B0606020202050201" pitchFamily="34" charset="0"/>
            </a:endParaRPr>
          </a:p>
        </p:txBody>
      </p:sp>
      <p:sp>
        <p:nvSpPr>
          <p:cNvPr id="18" name="TextBox 17"/>
          <p:cNvSpPr txBox="1"/>
          <p:nvPr/>
        </p:nvSpPr>
        <p:spPr>
          <a:xfrm>
            <a:off x="507844" y="2845882"/>
            <a:ext cx="4962563" cy="584775"/>
          </a:xfrm>
          <a:prstGeom prst="rect">
            <a:avLst/>
          </a:prstGeom>
          <a:noFill/>
        </p:spPr>
        <p:txBody>
          <a:bodyPr wrap="square" rtlCol="0">
            <a:spAutoFit/>
          </a:bodyPr>
          <a:lstStyle/>
          <a:p>
            <a:pPr algn="ctr" fontAlgn="auto">
              <a:spcBef>
                <a:spcPts val="0"/>
              </a:spcBef>
              <a:spcAft>
                <a:spcPts val="0"/>
              </a:spcAft>
            </a:pPr>
            <a:r>
              <a:rPr lang="ar-SA" sz="3200" b="1" dirty="0"/>
              <a:t>نقل ثقافات الشعوب</a:t>
            </a:r>
            <a:endParaRPr lang="en-US" sz="3200" b="1" dirty="0">
              <a:solidFill>
                <a:srgbClr val="17406D">
                  <a:lumMod val="50000"/>
                </a:srgbClr>
              </a:solidFill>
              <a:latin typeface="Bebas Neue" panose="020B0606020202050201" pitchFamily="34" charset="0"/>
            </a:endParaRPr>
          </a:p>
        </p:txBody>
      </p:sp>
      <p:sp>
        <p:nvSpPr>
          <p:cNvPr id="22" name="Oval 21"/>
          <p:cNvSpPr/>
          <p:nvPr/>
        </p:nvSpPr>
        <p:spPr>
          <a:xfrm>
            <a:off x="5966769" y="6239184"/>
            <a:ext cx="182880" cy="18288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Oval 10"/>
          <p:cNvSpPr/>
          <p:nvPr/>
        </p:nvSpPr>
        <p:spPr>
          <a:xfrm>
            <a:off x="5686595" y="5047954"/>
            <a:ext cx="731520" cy="73152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b="1" dirty="0" smtClean="0">
                <a:solidFill>
                  <a:prstClr val="white"/>
                </a:solidFill>
              </a:rPr>
              <a:t>9</a:t>
            </a:r>
            <a:endParaRPr lang="en-US" b="1" dirty="0">
              <a:solidFill>
                <a:prstClr val="white"/>
              </a:solidFill>
            </a:endParaRPr>
          </a:p>
        </p:txBody>
      </p:sp>
      <p:sp>
        <p:nvSpPr>
          <p:cNvPr id="19" name="TextBox 18"/>
          <p:cNvSpPr txBox="1"/>
          <p:nvPr/>
        </p:nvSpPr>
        <p:spPr>
          <a:xfrm>
            <a:off x="262610" y="4875105"/>
            <a:ext cx="5283898" cy="1077218"/>
          </a:xfrm>
          <a:prstGeom prst="rect">
            <a:avLst/>
          </a:prstGeom>
          <a:noFill/>
        </p:spPr>
        <p:txBody>
          <a:bodyPr wrap="square" rtlCol="0">
            <a:spAutoFit/>
          </a:bodyPr>
          <a:lstStyle/>
          <a:p>
            <a:pPr algn="ctr" fontAlgn="auto">
              <a:spcBef>
                <a:spcPts val="0"/>
              </a:spcBef>
              <a:spcAft>
                <a:spcPts val="0"/>
              </a:spcAft>
            </a:pPr>
            <a:r>
              <a:rPr lang="ar-SA" sz="3200" b="1" dirty="0"/>
              <a:t>لا تتطلب الأفلام التعليمية مهارات معقدة وتكاليف مادية</a:t>
            </a:r>
            <a:endParaRPr lang="en-US" sz="3200" b="1" dirty="0">
              <a:solidFill>
                <a:srgbClr val="17406D">
                  <a:lumMod val="50000"/>
                </a:srgbClr>
              </a:solidFill>
              <a:latin typeface="Bebas Neue" panose="020B0606020202050201" pitchFamily="34" charset="0"/>
            </a:endParaRPr>
          </a:p>
        </p:txBody>
      </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9679460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additive="base">
                                        <p:cTn id="12" dur="500" fill="hold"/>
                                        <p:tgtEl>
                                          <p:spTgt spid="14"/>
                                        </p:tgtEl>
                                        <p:attrNameLst>
                                          <p:attrName>ppt_x</p:attrName>
                                        </p:attrNameLst>
                                      </p:cBhvr>
                                      <p:tavLst>
                                        <p:tav tm="0">
                                          <p:val>
                                            <p:strVal val="#ppt_x"/>
                                          </p:val>
                                        </p:tav>
                                        <p:tav tm="100000">
                                          <p:val>
                                            <p:strVal val="#ppt_x"/>
                                          </p:val>
                                        </p:tav>
                                      </p:tavLst>
                                    </p:anim>
                                    <p:anim calcmode="lin" valueType="num">
                                      <p:cBhvr additive="base">
                                        <p:cTn id="13" dur="500" fill="hold"/>
                                        <p:tgtEl>
                                          <p:spTgt spid="14"/>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additive="base">
                                        <p:cTn id="17" dur="500" fill="hold"/>
                                        <p:tgtEl>
                                          <p:spTgt spid="15"/>
                                        </p:tgtEl>
                                        <p:attrNameLst>
                                          <p:attrName>ppt_x</p:attrName>
                                        </p:attrNameLst>
                                      </p:cBhvr>
                                      <p:tavLst>
                                        <p:tav tm="0">
                                          <p:val>
                                            <p:strVal val="#ppt_x"/>
                                          </p:val>
                                        </p:tav>
                                        <p:tav tm="100000">
                                          <p:val>
                                            <p:strVal val="#ppt_x"/>
                                          </p:val>
                                        </p:tav>
                                      </p:tavLst>
                                    </p:anim>
                                    <p:anim calcmode="lin" valueType="num">
                                      <p:cBhvr additive="base">
                                        <p:cTn id="18" dur="500" fill="hold"/>
                                        <p:tgtEl>
                                          <p:spTgt spid="15"/>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 fill="hold"/>
                                        <p:tgtEl>
                                          <p:spTgt spid="11"/>
                                        </p:tgtEl>
                                        <p:attrNameLst>
                                          <p:attrName>ppt_x</p:attrName>
                                        </p:attrNameLst>
                                      </p:cBhvr>
                                      <p:tavLst>
                                        <p:tav tm="0">
                                          <p:val>
                                            <p:strVal val="#ppt_x"/>
                                          </p:val>
                                        </p:tav>
                                        <p:tav tm="100000">
                                          <p:val>
                                            <p:strVal val="#ppt_x"/>
                                          </p:val>
                                        </p:tav>
                                      </p:tavLst>
                                    </p:anim>
                                    <p:anim calcmode="lin" valueType="num">
                                      <p:cBhvr additive="base">
                                        <p:cTn id="23"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1"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6086669" y="987211"/>
            <a:ext cx="6526306" cy="2822938"/>
          </a:xfrm>
          <a:prstGeom prst="hexagon">
            <a:avLst/>
          </a:prstGeom>
          <a:solidFill>
            <a:srgbClr val="0160A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6568751" y="1948813"/>
            <a:ext cx="6044224" cy="584775"/>
          </a:xfrm>
          <a:prstGeom prst="rect">
            <a:avLst/>
          </a:prstGeom>
          <a:noFill/>
        </p:spPr>
        <p:txBody>
          <a:bodyPr wrap="square" rtlCol="0">
            <a:spAutoFit/>
          </a:bodyPr>
          <a:lstStyle/>
          <a:p>
            <a:pPr rtl="1"/>
            <a:r>
              <a:rPr lang="ar-SA" sz="3200" b="1" u="sng" dirty="0">
                <a:solidFill>
                  <a:schemeClr val="bg1"/>
                </a:solidFill>
              </a:rPr>
              <a:t>3. الراديو التعليمي </a:t>
            </a:r>
            <a:r>
              <a:rPr lang="en-US" sz="3200" b="1" u="sng" dirty="0">
                <a:solidFill>
                  <a:schemeClr val="bg1"/>
                </a:solidFill>
              </a:rPr>
              <a:t>Educational </a:t>
            </a:r>
            <a:r>
              <a:rPr lang="en-US" sz="3200" b="1" u="sng" dirty="0" smtClean="0">
                <a:solidFill>
                  <a:schemeClr val="bg1"/>
                </a:solidFill>
              </a:rPr>
              <a:t>radio</a:t>
            </a:r>
            <a:endParaRPr lang="en-US" sz="3200" b="1" u="sng" dirty="0">
              <a:solidFill>
                <a:schemeClr val="bg1"/>
              </a:solidFill>
            </a:endParaRPr>
          </a:p>
        </p:txBody>
      </p:sp>
      <p:sp>
        <p:nvSpPr>
          <p:cNvPr id="8" name="Rectangle 7"/>
          <p:cNvSpPr/>
          <p:nvPr/>
        </p:nvSpPr>
        <p:spPr>
          <a:xfrm>
            <a:off x="373224" y="4612301"/>
            <a:ext cx="11426891" cy="1569660"/>
          </a:xfrm>
          <a:prstGeom prst="rect">
            <a:avLst/>
          </a:prstGeom>
        </p:spPr>
        <p:txBody>
          <a:bodyPr wrap="square">
            <a:spAutoFit/>
          </a:bodyPr>
          <a:lstStyle/>
          <a:p>
            <a:pPr algn="ctr" fontAlgn="auto">
              <a:spcBef>
                <a:spcPts val="0"/>
              </a:spcBef>
              <a:spcAft>
                <a:spcPts val="0"/>
              </a:spcAft>
            </a:pPr>
            <a:r>
              <a:rPr lang="ar-JO" sz="3200" b="1" dirty="0"/>
              <a:t>عرف الإنسان</a:t>
            </a:r>
            <a:r>
              <a:rPr lang="ar-SA" sz="3200" b="1" dirty="0"/>
              <a:t> الإذاعة المسموعة قبل التلفزيون، وكانت أسرع وسائل الإعلام وأكثرها انتشاراً، وكانت تستقطب الآذان بقدر ما يفعله التلفزيون اليوم في استقطاب الأبصار والأسماع</a:t>
            </a:r>
            <a:endParaRPr lang="en-US" sz="3200" b="1" dirty="0">
              <a:solidFill>
                <a:prstClr val="black"/>
              </a:solidFill>
              <a:latin typeface="Calibri" panose="020F0502020204030204"/>
            </a:endParaRPr>
          </a:p>
        </p:txBody>
      </p:sp>
      <p:grpSp>
        <p:nvGrpSpPr>
          <p:cNvPr id="9" name="Group 8"/>
          <p:cNvGrpSpPr/>
          <p:nvPr/>
        </p:nvGrpSpPr>
        <p:grpSpPr>
          <a:xfrm>
            <a:off x="2445396" y="523842"/>
            <a:ext cx="1897063" cy="3749675"/>
            <a:chOff x="5075238" y="1525588"/>
            <a:chExt cx="1897063" cy="3749675"/>
          </a:xfrm>
        </p:grpSpPr>
        <p:sp>
          <p:nvSpPr>
            <p:cNvPr id="10" name="AutoShape 3"/>
            <p:cNvSpPr>
              <a:spLocks noChangeAspect="1" noChangeArrowheads="1" noTextEdit="1"/>
            </p:cNvSpPr>
            <p:nvPr/>
          </p:nvSpPr>
          <p:spPr bwMode="auto">
            <a:xfrm>
              <a:off x="5091113" y="1525588"/>
              <a:ext cx="1866900" cy="374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1" name="Freeform 10"/>
            <p:cNvSpPr>
              <a:spLocks/>
            </p:cNvSpPr>
            <p:nvPr/>
          </p:nvSpPr>
          <p:spPr bwMode="auto">
            <a:xfrm>
              <a:off x="5251451" y="4984751"/>
              <a:ext cx="1512888" cy="288925"/>
            </a:xfrm>
            <a:custGeom>
              <a:avLst/>
              <a:gdLst>
                <a:gd name="T0" fmla="*/ 505 w 931"/>
                <a:gd name="T1" fmla="*/ 0 h 178"/>
                <a:gd name="T2" fmla="*/ 385 w 931"/>
                <a:gd name="T3" fmla="*/ 3 h 178"/>
                <a:gd name="T4" fmla="*/ 304 w 931"/>
                <a:gd name="T5" fmla="*/ 12 h 178"/>
                <a:gd name="T6" fmla="*/ 270 w 931"/>
                <a:gd name="T7" fmla="*/ 16 h 178"/>
                <a:gd name="T8" fmla="*/ 106 w 931"/>
                <a:gd name="T9" fmla="*/ 34 h 178"/>
                <a:gd name="T10" fmla="*/ 37 w 931"/>
                <a:gd name="T11" fmla="*/ 133 h 178"/>
                <a:gd name="T12" fmla="*/ 144 w 931"/>
                <a:gd name="T13" fmla="*/ 165 h 178"/>
                <a:gd name="T14" fmla="*/ 248 w 931"/>
                <a:gd name="T15" fmla="*/ 170 h 178"/>
                <a:gd name="T16" fmla="*/ 342 w 931"/>
                <a:gd name="T17" fmla="*/ 169 h 178"/>
                <a:gd name="T18" fmla="*/ 352 w 931"/>
                <a:gd name="T19" fmla="*/ 168 h 178"/>
                <a:gd name="T20" fmla="*/ 549 w 931"/>
                <a:gd name="T21" fmla="*/ 177 h 178"/>
                <a:gd name="T22" fmla="*/ 641 w 931"/>
                <a:gd name="T23" fmla="*/ 178 h 178"/>
                <a:gd name="T24" fmla="*/ 758 w 931"/>
                <a:gd name="T25" fmla="*/ 175 h 178"/>
                <a:gd name="T26" fmla="*/ 868 w 931"/>
                <a:gd name="T27" fmla="*/ 161 h 178"/>
                <a:gd name="T28" fmla="*/ 921 w 931"/>
                <a:gd name="T29" fmla="*/ 117 h 178"/>
                <a:gd name="T30" fmla="*/ 893 w 931"/>
                <a:gd name="T31" fmla="*/ 47 h 178"/>
                <a:gd name="T32" fmla="*/ 747 w 931"/>
                <a:gd name="T33" fmla="*/ 11 h 178"/>
                <a:gd name="T34" fmla="*/ 519 w 931"/>
                <a:gd name="T35" fmla="*/ 1 h 178"/>
                <a:gd name="T36" fmla="*/ 505 w 931"/>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1" h="178">
                  <a:moveTo>
                    <a:pt x="505" y="0"/>
                  </a:moveTo>
                  <a:cubicBezTo>
                    <a:pt x="465" y="0"/>
                    <a:pt x="425" y="2"/>
                    <a:pt x="385" y="3"/>
                  </a:cubicBezTo>
                  <a:cubicBezTo>
                    <a:pt x="359" y="5"/>
                    <a:pt x="331" y="7"/>
                    <a:pt x="304" y="12"/>
                  </a:cubicBezTo>
                  <a:cubicBezTo>
                    <a:pt x="292" y="13"/>
                    <a:pt x="281" y="15"/>
                    <a:pt x="270" y="16"/>
                  </a:cubicBezTo>
                  <a:cubicBezTo>
                    <a:pt x="215" y="22"/>
                    <a:pt x="159" y="18"/>
                    <a:pt x="106" y="34"/>
                  </a:cubicBezTo>
                  <a:cubicBezTo>
                    <a:pt x="64" y="47"/>
                    <a:pt x="0" y="82"/>
                    <a:pt x="37" y="133"/>
                  </a:cubicBezTo>
                  <a:cubicBezTo>
                    <a:pt x="57" y="162"/>
                    <a:pt x="113" y="162"/>
                    <a:pt x="144" y="165"/>
                  </a:cubicBezTo>
                  <a:cubicBezTo>
                    <a:pt x="179" y="169"/>
                    <a:pt x="213" y="170"/>
                    <a:pt x="248" y="170"/>
                  </a:cubicBezTo>
                  <a:cubicBezTo>
                    <a:pt x="279" y="170"/>
                    <a:pt x="311" y="169"/>
                    <a:pt x="342" y="169"/>
                  </a:cubicBezTo>
                  <a:cubicBezTo>
                    <a:pt x="345" y="169"/>
                    <a:pt x="349" y="168"/>
                    <a:pt x="352" y="168"/>
                  </a:cubicBezTo>
                  <a:cubicBezTo>
                    <a:pt x="418" y="168"/>
                    <a:pt x="483" y="174"/>
                    <a:pt x="549" y="177"/>
                  </a:cubicBezTo>
                  <a:cubicBezTo>
                    <a:pt x="580" y="178"/>
                    <a:pt x="611" y="178"/>
                    <a:pt x="641" y="178"/>
                  </a:cubicBezTo>
                  <a:cubicBezTo>
                    <a:pt x="680" y="178"/>
                    <a:pt x="719" y="177"/>
                    <a:pt x="758" y="175"/>
                  </a:cubicBezTo>
                  <a:cubicBezTo>
                    <a:pt x="794" y="173"/>
                    <a:pt x="833" y="172"/>
                    <a:pt x="868" y="161"/>
                  </a:cubicBezTo>
                  <a:cubicBezTo>
                    <a:pt x="891" y="154"/>
                    <a:pt x="912" y="142"/>
                    <a:pt x="921" y="117"/>
                  </a:cubicBezTo>
                  <a:cubicBezTo>
                    <a:pt x="931" y="90"/>
                    <a:pt x="914" y="63"/>
                    <a:pt x="893" y="47"/>
                  </a:cubicBezTo>
                  <a:cubicBezTo>
                    <a:pt x="855" y="16"/>
                    <a:pt x="793" y="15"/>
                    <a:pt x="747" y="11"/>
                  </a:cubicBezTo>
                  <a:cubicBezTo>
                    <a:pt x="671" y="5"/>
                    <a:pt x="595" y="1"/>
                    <a:pt x="519" y="1"/>
                  </a:cubicBezTo>
                  <a:cubicBezTo>
                    <a:pt x="514" y="0"/>
                    <a:pt x="510" y="0"/>
                    <a:pt x="505" y="0"/>
                  </a:cubicBezTo>
                </a:path>
              </a:pathLst>
            </a:custGeom>
            <a:solidFill>
              <a:srgbClr val="E7E6E6">
                <a:lumMod val="90000"/>
              </a:srgbClr>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2" name="Freeform 11"/>
            <p:cNvSpPr>
              <a:spLocks/>
            </p:cNvSpPr>
            <p:nvPr/>
          </p:nvSpPr>
          <p:spPr bwMode="auto">
            <a:xfrm>
              <a:off x="5235576" y="2057401"/>
              <a:ext cx="1484313" cy="1423988"/>
            </a:xfrm>
            <a:custGeom>
              <a:avLst/>
              <a:gdLst>
                <a:gd name="T0" fmla="*/ 878 w 913"/>
                <a:gd name="T1" fmla="*/ 747 h 878"/>
                <a:gd name="T2" fmla="*/ 881 w 913"/>
                <a:gd name="T3" fmla="*/ 746 h 878"/>
                <a:gd name="T4" fmla="*/ 809 w 913"/>
                <a:gd name="T5" fmla="*/ 247 h 878"/>
                <a:gd name="T6" fmla="*/ 135 w 913"/>
                <a:gd name="T7" fmla="*/ 225 h 878"/>
                <a:gd name="T8" fmla="*/ 77 w 913"/>
                <a:gd name="T9" fmla="*/ 772 h 878"/>
                <a:gd name="T10" fmla="*/ 78 w 913"/>
                <a:gd name="T11" fmla="*/ 772 h 878"/>
                <a:gd name="T12" fmla="*/ 878 w 913"/>
                <a:gd name="T13" fmla="*/ 747 h 878"/>
              </a:gdLst>
              <a:ahLst/>
              <a:cxnLst>
                <a:cxn ang="0">
                  <a:pos x="T0" y="T1"/>
                </a:cxn>
                <a:cxn ang="0">
                  <a:pos x="T2" y="T3"/>
                </a:cxn>
                <a:cxn ang="0">
                  <a:pos x="T4" y="T5"/>
                </a:cxn>
                <a:cxn ang="0">
                  <a:pos x="T6" y="T7"/>
                </a:cxn>
                <a:cxn ang="0">
                  <a:pos x="T8" y="T9"/>
                </a:cxn>
                <a:cxn ang="0">
                  <a:pos x="T10" y="T11"/>
                </a:cxn>
                <a:cxn ang="0">
                  <a:pos x="T12" y="T13"/>
                </a:cxn>
              </a:cxnLst>
              <a:rect l="0" t="0" r="r" b="b"/>
              <a:pathLst>
                <a:path w="913" h="878">
                  <a:moveTo>
                    <a:pt x="878" y="747"/>
                  </a:moveTo>
                  <a:cubicBezTo>
                    <a:pt x="880" y="746"/>
                    <a:pt x="881" y="746"/>
                    <a:pt x="881" y="746"/>
                  </a:cubicBezTo>
                  <a:cubicBezTo>
                    <a:pt x="913" y="526"/>
                    <a:pt x="881" y="350"/>
                    <a:pt x="809" y="247"/>
                  </a:cubicBezTo>
                  <a:cubicBezTo>
                    <a:pt x="636" y="0"/>
                    <a:pt x="253" y="67"/>
                    <a:pt x="135" y="225"/>
                  </a:cubicBezTo>
                  <a:cubicBezTo>
                    <a:pt x="0" y="407"/>
                    <a:pt x="77" y="772"/>
                    <a:pt x="77" y="772"/>
                  </a:cubicBezTo>
                  <a:cubicBezTo>
                    <a:pt x="77" y="772"/>
                    <a:pt x="78" y="772"/>
                    <a:pt x="78" y="772"/>
                  </a:cubicBezTo>
                  <a:cubicBezTo>
                    <a:pt x="467" y="878"/>
                    <a:pt x="841" y="759"/>
                    <a:pt x="878" y="747"/>
                  </a:cubicBezTo>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3" name="Freeform 12"/>
            <p:cNvSpPr>
              <a:spLocks/>
            </p:cNvSpPr>
            <p:nvPr/>
          </p:nvSpPr>
          <p:spPr bwMode="auto">
            <a:xfrm>
              <a:off x="5303838" y="2071688"/>
              <a:ext cx="1379538" cy="1041400"/>
            </a:xfrm>
            <a:custGeom>
              <a:avLst/>
              <a:gdLst>
                <a:gd name="T0" fmla="*/ 12 w 849"/>
                <a:gd name="T1" fmla="*/ 548 h 642"/>
                <a:gd name="T2" fmla="*/ 78 w 849"/>
                <a:gd name="T3" fmla="*/ 529 h 642"/>
                <a:gd name="T4" fmla="*/ 83 w 849"/>
                <a:gd name="T5" fmla="*/ 639 h 642"/>
                <a:gd name="T6" fmla="*/ 133 w 849"/>
                <a:gd name="T7" fmla="*/ 642 h 642"/>
                <a:gd name="T8" fmla="*/ 133 w 849"/>
                <a:gd name="T9" fmla="*/ 461 h 642"/>
                <a:gd name="T10" fmla="*/ 162 w 849"/>
                <a:gd name="T11" fmla="*/ 252 h 642"/>
                <a:gd name="T12" fmla="*/ 439 w 849"/>
                <a:gd name="T13" fmla="*/ 252 h 642"/>
                <a:gd name="T14" fmla="*/ 686 w 849"/>
                <a:gd name="T15" fmla="*/ 252 h 642"/>
                <a:gd name="T16" fmla="*/ 752 w 849"/>
                <a:gd name="T17" fmla="*/ 456 h 642"/>
                <a:gd name="T18" fmla="*/ 758 w 849"/>
                <a:gd name="T19" fmla="*/ 613 h 642"/>
                <a:gd name="T20" fmla="*/ 792 w 849"/>
                <a:gd name="T21" fmla="*/ 613 h 642"/>
                <a:gd name="T22" fmla="*/ 849 w 849"/>
                <a:gd name="T23" fmla="*/ 503 h 642"/>
                <a:gd name="T24" fmla="*/ 828 w 849"/>
                <a:gd name="T25" fmla="*/ 254 h 642"/>
                <a:gd name="T26" fmla="*/ 707 w 849"/>
                <a:gd name="T27" fmla="*/ 45 h 642"/>
                <a:gd name="T28" fmla="*/ 664 w 849"/>
                <a:gd name="T29" fmla="*/ 46 h 642"/>
                <a:gd name="T30" fmla="*/ 620 w 849"/>
                <a:gd name="T31" fmla="*/ 45 h 642"/>
                <a:gd name="T32" fmla="*/ 503 w 849"/>
                <a:gd name="T33" fmla="*/ 1 h 642"/>
                <a:gd name="T34" fmla="*/ 443 w 849"/>
                <a:gd name="T35" fmla="*/ 11 h 642"/>
                <a:gd name="T36" fmla="*/ 366 w 849"/>
                <a:gd name="T37" fmla="*/ 20 h 642"/>
                <a:gd name="T38" fmla="*/ 247 w 849"/>
                <a:gd name="T39" fmla="*/ 13 h 642"/>
                <a:gd name="T40" fmla="*/ 147 w 849"/>
                <a:gd name="T41" fmla="*/ 105 h 642"/>
                <a:gd name="T42" fmla="*/ 64 w 849"/>
                <a:gd name="T43" fmla="*/ 150 h 642"/>
                <a:gd name="T44" fmla="*/ 22 w 849"/>
                <a:gd name="T45" fmla="*/ 307 h 642"/>
                <a:gd name="T46" fmla="*/ 12 w 849"/>
                <a:gd name="T47" fmla="*/ 54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9" h="642">
                  <a:moveTo>
                    <a:pt x="12" y="548"/>
                  </a:moveTo>
                  <a:cubicBezTo>
                    <a:pt x="12" y="548"/>
                    <a:pt x="38" y="495"/>
                    <a:pt x="78" y="529"/>
                  </a:cubicBezTo>
                  <a:cubicBezTo>
                    <a:pt x="119" y="563"/>
                    <a:pt x="83" y="639"/>
                    <a:pt x="83" y="639"/>
                  </a:cubicBezTo>
                  <a:cubicBezTo>
                    <a:pt x="133" y="642"/>
                    <a:pt x="133" y="642"/>
                    <a:pt x="133" y="642"/>
                  </a:cubicBezTo>
                  <a:cubicBezTo>
                    <a:pt x="133" y="642"/>
                    <a:pt x="154" y="535"/>
                    <a:pt x="133" y="461"/>
                  </a:cubicBezTo>
                  <a:cubicBezTo>
                    <a:pt x="113" y="386"/>
                    <a:pt x="115" y="299"/>
                    <a:pt x="162" y="252"/>
                  </a:cubicBezTo>
                  <a:cubicBezTo>
                    <a:pt x="209" y="205"/>
                    <a:pt x="277" y="252"/>
                    <a:pt x="439" y="252"/>
                  </a:cubicBezTo>
                  <a:cubicBezTo>
                    <a:pt x="601" y="252"/>
                    <a:pt x="622" y="194"/>
                    <a:pt x="686" y="252"/>
                  </a:cubicBezTo>
                  <a:cubicBezTo>
                    <a:pt x="750" y="309"/>
                    <a:pt x="758" y="394"/>
                    <a:pt x="752" y="456"/>
                  </a:cubicBezTo>
                  <a:cubicBezTo>
                    <a:pt x="745" y="518"/>
                    <a:pt x="758" y="613"/>
                    <a:pt x="758" y="613"/>
                  </a:cubicBezTo>
                  <a:cubicBezTo>
                    <a:pt x="792" y="613"/>
                    <a:pt x="792" y="613"/>
                    <a:pt x="792" y="613"/>
                  </a:cubicBezTo>
                  <a:cubicBezTo>
                    <a:pt x="792" y="613"/>
                    <a:pt x="769" y="458"/>
                    <a:pt x="849" y="503"/>
                  </a:cubicBezTo>
                  <a:cubicBezTo>
                    <a:pt x="849" y="503"/>
                    <a:pt x="828" y="329"/>
                    <a:pt x="828" y="254"/>
                  </a:cubicBezTo>
                  <a:cubicBezTo>
                    <a:pt x="828" y="162"/>
                    <a:pt x="784" y="67"/>
                    <a:pt x="707" y="45"/>
                  </a:cubicBezTo>
                  <a:cubicBezTo>
                    <a:pt x="692" y="41"/>
                    <a:pt x="678" y="43"/>
                    <a:pt x="664" y="46"/>
                  </a:cubicBezTo>
                  <a:cubicBezTo>
                    <a:pt x="649" y="48"/>
                    <a:pt x="634" y="51"/>
                    <a:pt x="620" y="45"/>
                  </a:cubicBezTo>
                  <a:cubicBezTo>
                    <a:pt x="578" y="30"/>
                    <a:pt x="538" y="2"/>
                    <a:pt x="503" y="1"/>
                  </a:cubicBezTo>
                  <a:cubicBezTo>
                    <a:pt x="476" y="0"/>
                    <a:pt x="459" y="5"/>
                    <a:pt x="443" y="11"/>
                  </a:cubicBezTo>
                  <a:cubicBezTo>
                    <a:pt x="424" y="18"/>
                    <a:pt x="405" y="24"/>
                    <a:pt x="366" y="20"/>
                  </a:cubicBezTo>
                  <a:cubicBezTo>
                    <a:pt x="347" y="18"/>
                    <a:pt x="290" y="1"/>
                    <a:pt x="247" y="13"/>
                  </a:cubicBezTo>
                  <a:cubicBezTo>
                    <a:pt x="205" y="26"/>
                    <a:pt x="179" y="92"/>
                    <a:pt x="147" y="105"/>
                  </a:cubicBezTo>
                  <a:cubicBezTo>
                    <a:pt x="115" y="118"/>
                    <a:pt x="100" y="107"/>
                    <a:pt x="64" y="150"/>
                  </a:cubicBezTo>
                  <a:cubicBezTo>
                    <a:pt x="29" y="192"/>
                    <a:pt x="25" y="284"/>
                    <a:pt x="22" y="307"/>
                  </a:cubicBezTo>
                  <a:cubicBezTo>
                    <a:pt x="20" y="331"/>
                    <a:pt x="0" y="492"/>
                    <a:pt x="12" y="548"/>
                  </a:cubicBezTo>
                </a:path>
              </a:pathLst>
            </a:custGeom>
            <a:solidFill>
              <a:srgbClr val="BC85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4" name="Freeform 13"/>
            <p:cNvSpPr>
              <a:spLocks/>
            </p:cNvSpPr>
            <p:nvPr/>
          </p:nvSpPr>
          <p:spPr bwMode="auto">
            <a:xfrm>
              <a:off x="5922963" y="2852738"/>
              <a:ext cx="177800" cy="263525"/>
            </a:xfrm>
            <a:custGeom>
              <a:avLst/>
              <a:gdLst>
                <a:gd name="T0" fmla="*/ 56 w 109"/>
                <a:gd name="T1" fmla="*/ 0 h 162"/>
                <a:gd name="T2" fmla="*/ 32 w 109"/>
                <a:gd name="T3" fmla="*/ 136 h 162"/>
                <a:gd name="T4" fmla="*/ 100 w 109"/>
                <a:gd name="T5" fmla="*/ 121 h 162"/>
                <a:gd name="T6" fmla="*/ 56 w 109"/>
                <a:gd name="T7" fmla="*/ 0 h 162"/>
              </a:gdLst>
              <a:ahLst/>
              <a:cxnLst>
                <a:cxn ang="0">
                  <a:pos x="T0" y="T1"/>
                </a:cxn>
                <a:cxn ang="0">
                  <a:pos x="T2" y="T3"/>
                </a:cxn>
                <a:cxn ang="0">
                  <a:pos x="T4" y="T5"/>
                </a:cxn>
                <a:cxn ang="0">
                  <a:pos x="T6" y="T7"/>
                </a:cxn>
              </a:cxnLst>
              <a:rect l="0" t="0" r="r" b="b"/>
              <a:pathLst>
                <a:path w="109" h="162">
                  <a:moveTo>
                    <a:pt x="56" y="0"/>
                  </a:moveTo>
                  <a:cubicBezTo>
                    <a:pt x="56" y="0"/>
                    <a:pt x="0" y="111"/>
                    <a:pt x="32" y="136"/>
                  </a:cubicBezTo>
                  <a:cubicBezTo>
                    <a:pt x="64" y="162"/>
                    <a:pt x="92" y="145"/>
                    <a:pt x="100" y="121"/>
                  </a:cubicBezTo>
                  <a:cubicBezTo>
                    <a:pt x="109" y="98"/>
                    <a:pt x="56" y="0"/>
                    <a:pt x="56"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5" name="Freeform 14"/>
            <p:cNvSpPr>
              <a:spLocks/>
            </p:cNvSpPr>
            <p:nvPr/>
          </p:nvSpPr>
          <p:spPr bwMode="auto">
            <a:xfrm>
              <a:off x="5826126" y="2803526"/>
              <a:ext cx="92075" cy="92075"/>
            </a:xfrm>
            <a:custGeom>
              <a:avLst/>
              <a:gdLst>
                <a:gd name="T0" fmla="*/ 44 w 57"/>
                <a:gd name="T1" fmla="*/ 5 h 57"/>
                <a:gd name="T2" fmla="*/ 38 w 57"/>
                <a:gd name="T3" fmla="*/ 1 h 57"/>
                <a:gd name="T4" fmla="*/ 23 w 57"/>
                <a:gd name="T5" fmla="*/ 1 h 57"/>
                <a:gd name="T6" fmla="*/ 15 w 57"/>
                <a:gd name="T7" fmla="*/ 4 h 57"/>
                <a:gd name="T8" fmla="*/ 2 w 57"/>
                <a:gd name="T9" fmla="*/ 18 h 57"/>
                <a:gd name="T10" fmla="*/ 4 w 57"/>
                <a:gd name="T11" fmla="*/ 38 h 57"/>
                <a:gd name="T12" fmla="*/ 42 w 57"/>
                <a:gd name="T13" fmla="*/ 50 h 57"/>
                <a:gd name="T14" fmla="*/ 56 w 57"/>
                <a:gd name="T15" fmla="*/ 29 h 57"/>
                <a:gd name="T16" fmla="*/ 44 w 5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7">
                  <a:moveTo>
                    <a:pt x="44" y="5"/>
                  </a:moveTo>
                  <a:cubicBezTo>
                    <a:pt x="42" y="3"/>
                    <a:pt x="40" y="2"/>
                    <a:pt x="38" y="1"/>
                  </a:cubicBezTo>
                  <a:cubicBezTo>
                    <a:pt x="33" y="0"/>
                    <a:pt x="28" y="0"/>
                    <a:pt x="23" y="1"/>
                  </a:cubicBezTo>
                  <a:cubicBezTo>
                    <a:pt x="21" y="2"/>
                    <a:pt x="18" y="3"/>
                    <a:pt x="15" y="4"/>
                  </a:cubicBezTo>
                  <a:cubicBezTo>
                    <a:pt x="9" y="6"/>
                    <a:pt x="4" y="13"/>
                    <a:pt x="2" y="18"/>
                  </a:cubicBezTo>
                  <a:cubicBezTo>
                    <a:pt x="0" y="25"/>
                    <a:pt x="1" y="32"/>
                    <a:pt x="4" y="38"/>
                  </a:cubicBezTo>
                  <a:cubicBezTo>
                    <a:pt x="10" y="52"/>
                    <a:pt x="28" y="57"/>
                    <a:pt x="42" y="50"/>
                  </a:cubicBezTo>
                  <a:cubicBezTo>
                    <a:pt x="50" y="46"/>
                    <a:pt x="56" y="38"/>
                    <a:pt x="56" y="29"/>
                  </a:cubicBezTo>
                  <a:cubicBezTo>
                    <a:pt x="57" y="19"/>
                    <a:pt x="52" y="10"/>
                    <a:pt x="44" y="5"/>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6" name="Freeform 15"/>
            <p:cNvSpPr>
              <a:spLocks/>
            </p:cNvSpPr>
            <p:nvPr/>
          </p:nvSpPr>
          <p:spPr bwMode="auto">
            <a:xfrm>
              <a:off x="6091238" y="2813051"/>
              <a:ext cx="73025" cy="53975"/>
            </a:xfrm>
            <a:custGeom>
              <a:avLst/>
              <a:gdLst>
                <a:gd name="T0" fmla="*/ 23 w 44"/>
                <a:gd name="T1" fmla="*/ 0 h 33"/>
                <a:gd name="T2" fmla="*/ 21 w 44"/>
                <a:gd name="T3" fmla="*/ 33 h 33"/>
                <a:gd name="T4" fmla="*/ 23 w 44"/>
                <a:gd name="T5" fmla="*/ 0 h 33"/>
              </a:gdLst>
              <a:ahLst/>
              <a:cxnLst>
                <a:cxn ang="0">
                  <a:pos x="T0" y="T1"/>
                </a:cxn>
                <a:cxn ang="0">
                  <a:pos x="T2" y="T3"/>
                </a:cxn>
                <a:cxn ang="0">
                  <a:pos x="T4" y="T5"/>
                </a:cxn>
              </a:cxnLst>
              <a:rect l="0" t="0" r="r" b="b"/>
              <a:pathLst>
                <a:path w="44" h="33">
                  <a:moveTo>
                    <a:pt x="23" y="0"/>
                  </a:moveTo>
                  <a:cubicBezTo>
                    <a:pt x="2" y="0"/>
                    <a:pt x="0" y="33"/>
                    <a:pt x="21" y="33"/>
                  </a:cubicBezTo>
                  <a:cubicBezTo>
                    <a:pt x="42" y="33"/>
                    <a:pt x="44" y="0"/>
                    <a:pt x="23" y="0"/>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7" name="Freeform 16"/>
            <p:cNvSpPr>
              <a:spLocks/>
            </p:cNvSpPr>
            <p:nvPr/>
          </p:nvSpPr>
          <p:spPr bwMode="auto">
            <a:xfrm>
              <a:off x="6005513" y="3157538"/>
              <a:ext cx="52388" cy="93663"/>
            </a:xfrm>
            <a:custGeom>
              <a:avLst/>
              <a:gdLst>
                <a:gd name="T0" fmla="*/ 22 w 32"/>
                <a:gd name="T1" fmla="*/ 4 h 57"/>
                <a:gd name="T2" fmla="*/ 4 w 32"/>
                <a:gd name="T3" fmla="*/ 13 h 57"/>
                <a:gd name="T4" fmla="*/ 11 w 32"/>
                <a:gd name="T5" fmla="*/ 36 h 57"/>
                <a:gd name="T6" fmla="*/ 13 w 32"/>
                <a:gd name="T7" fmla="*/ 37 h 57"/>
                <a:gd name="T8" fmla="*/ 5 w 32"/>
                <a:gd name="T9" fmla="*/ 45 h 57"/>
                <a:gd name="T10" fmla="*/ 11 w 32"/>
                <a:gd name="T11" fmla="*/ 55 h 57"/>
                <a:gd name="T12" fmla="*/ 31 w 32"/>
                <a:gd name="T13" fmla="*/ 30 h 57"/>
                <a:gd name="T14" fmla="*/ 22 w 32"/>
                <a:gd name="T15" fmla="*/ 4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7">
                  <a:moveTo>
                    <a:pt x="22" y="4"/>
                  </a:moveTo>
                  <a:cubicBezTo>
                    <a:pt x="14" y="0"/>
                    <a:pt x="7" y="5"/>
                    <a:pt x="4" y="13"/>
                  </a:cubicBezTo>
                  <a:cubicBezTo>
                    <a:pt x="1" y="21"/>
                    <a:pt x="4" y="32"/>
                    <a:pt x="11" y="36"/>
                  </a:cubicBezTo>
                  <a:cubicBezTo>
                    <a:pt x="12" y="37"/>
                    <a:pt x="12" y="37"/>
                    <a:pt x="13" y="37"/>
                  </a:cubicBezTo>
                  <a:cubicBezTo>
                    <a:pt x="11" y="40"/>
                    <a:pt x="8" y="43"/>
                    <a:pt x="5" y="45"/>
                  </a:cubicBezTo>
                  <a:cubicBezTo>
                    <a:pt x="0" y="50"/>
                    <a:pt x="6" y="57"/>
                    <a:pt x="11" y="55"/>
                  </a:cubicBezTo>
                  <a:cubicBezTo>
                    <a:pt x="22" y="51"/>
                    <a:pt x="29" y="41"/>
                    <a:pt x="31" y="30"/>
                  </a:cubicBezTo>
                  <a:cubicBezTo>
                    <a:pt x="32" y="22"/>
                    <a:pt x="31" y="8"/>
                    <a:pt x="22" y="4"/>
                  </a:cubicBezTo>
                  <a:close/>
                </a:path>
              </a:pathLst>
            </a:custGeom>
            <a:solidFill>
              <a:srgbClr val="8337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8" name="Freeform 17"/>
            <p:cNvSpPr>
              <a:spLocks noEditPoints="1"/>
            </p:cNvSpPr>
            <p:nvPr/>
          </p:nvSpPr>
          <p:spPr bwMode="auto">
            <a:xfrm>
              <a:off x="5813426" y="2520951"/>
              <a:ext cx="358775" cy="209550"/>
            </a:xfrm>
            <a:custGeom>
              <a:avLst/>
              <a:gdLst>
                <a:gd name="T0" fmla="*/ 206 w 220"/>
                <a:gd name="T1" fmla="*/ 67 h 129"/>
                <a:gd name="T2" fmla="*/ 127 w 220"/>
                <a:gd name="T3" fmla="*/ 89 h 129"/>
                <a:gd name="T4" fmla="*/ 122 w 220"/>
                <a:gd name="T5" fmla="*/ 89 h 129"/>
                <a:gd name="T6" fmla="*/ 132 w 220"/>
                <a:gd name="T7" fmla="*/ 28 h 129"/>
                <a:gd name="T8" fmla="*/ 78 w 220"/>
                <a:gd name="T9" fmla="*/ 14 h 129"/>
                <a:gd name="T10" fmla="*/ 61 w 220"/>
                <a:gd name="T11" fmla="*/ 61 h 129"/>
                <a:gd name="T12" fmla="*/ 94 w 220"/>
                <a:gd name="T13" fmla="*/ 96 h 129"/>
                <a:gd name="T14" fmla="*/ 9 w 220"/>
                <a:gd name="T15" fmla="*/ 100 h 129"/>
                <a:gd name="T16" fmla="*/ 4 w 220"/>
                <a:gd name="T17" fmla="*/ 107 h 129"/>
                <a:gd name="T18" fmla="*/ 109 w 220"/>
                <a:gd name="T19" fmla="*/ 102 h 129"/>
                <a:gd name="T20" fmla="*/ 216 w 220"/>
                <a:gd name="T21" fmla="*/ 75 h 129"/>
                <a:gd name="T22" fmla="*/ 206 w 220"/>
                <a:gd name="T23" fmla="*/ 67 h 129"/>
                <a:gd name="T24" fmla="*/ 75 w 220"/>
                <a:gd name="T25" fmla="*/ 45 h 129"/>
                <a:gd name="T26" fmla="*/ 88 w 220"/>
                <a:gd name="T27" fmla="*/ 25 h 129"/>
                <a:gd name="T28" fmla="*/ 122 w 220"/>
                <a:gd name="T29" fmla="*/ 39 h 129"/>
                <a:gd name="T30" fmla="*/ 108 w 220"/>
                <a:gd name="T31" fmla="*/ 84 h 129"/>
                <a:gd name="T32" fmla="*/ 75 w 220"/>
                <a:gd name="T33" fmla="*/ 4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129">
                  <a:moveTo>
                    <a:pt x="206" y="67"/>
                  </a:moveTo>
                  <a:cubicBezTo>
                    <a:pt x="184" y="87"/>
                    <a:pt x="156" y="94"/>
                    <a:pt x="127" y="89"/>
                  </a:cubicBezTo>
                  <a:cubicBezTo>
                    <a:pt x="125" y="89"/>
                    <a:pt x="124" y="89"/>
                    <a:pt x="122" y="89"/>
                  </a:cubicBezTo>
                  <a:cubicBezTo>
                    <a:pt x="137" y="71"/>
                    <a:pt x="142" y="50"/>
                    <a:pt x="132" y="28"/>
                  </a:cubicBezTo>
                  <a:cubicBezTo>
                    <a:pt x="122" y="6"/>
                    <a:pt x="97" y="0"/>
                    <a:pt x="78" y="14"/>
                  </a:cubicBezTo>
                  <a:cubicBezTo>
                    <a:pt x="64" y="24"/>
                    <a:pt x="57" y="44"/>
                    <a:pt x="61" y="61"/>
                  </a:cubicBezTo>
                  <a:cubicBezTo>
                    <a:pt x="65" y="77"/>
                    <a:pt x="80" y="88"/>
                    <a:pt x="94" y="96"/>
                  </a:cubicBezTo>
                  <a:cubicBezTo>
                    <a:pt x="70" y="112"/>
                    <a:pt x="34" y="117"/>
                    <a:pt x="9" y="100"/>
                  </a:cubicBezTo>
                  <a:cubicBezTo>
                    <a:pt x="5" y="97"/>
                    <a:pt x="0" y="104"/>
                    <a:pt x="4" y="107"/>
                  </a:cubicBezTo>
                  <a:cubicBezTo>
                    <a:pt x="33" y="129"/>
                    <a:pt x="79" y="123"/>
                    <a:pt x="109" y="102"/>
                  </a:cubicBezTo>
                  <a:cubicBezTo>
                    <a:pt x="145" y="114"/>
                    <a:pt x="194" y="108"/>
                    <a:pt x="216" y="75"/>
                  </a:cubicBezTo>
                  <a:cubicBezTo>
                    <a:pt x="220" y="69"/>
                    <a:pt x="212" y="62"/>
                    <a:pt x="206" y="67"/>
                  </a:cubicBezTo>
                  <a:close/>
                  <a:moveTo>
                    <a:pt x="75" y="45"/>
                  </a:moveTo>
                  <a:cubicBezTo>
                    <a:pt x="77" y="37"/>
                    <a:pt x="82" y="30"/>
                    <a:pt x="88" y="25"/>
                  </a:cubicBezTo>
                  <a:cubicBezTo>
                    <a:pt x="102" y="11"/>
                    <a:pt x="116" y="28"/>
                    <a:pt x="122" y="39"/>
                  </a:cubicBezTo>
                  <a:cubicBezTo>
                    <a:pt x="129" y="55"/>
                    <a:pt x="119" y="73"/>
                    <a:pt x="108" y="84"/>
                  </a:cubicBezTo>
                  <a:cubicBezTo>
                    <a:pt x="89" y="78"/>
                    <a:pt x="71" y="64"/>
                    <a:pt x="7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9" name="Freeform 18"/>
            <p:cNvSpPr>
              <a:spLocks/>
            </p:cNvSpPr>
            <p:nvPr/>
          </p:nvSpPr>
          <p:spPr bwMode="auto">
            <a:xfrm>
              <a:off x="5568951" y="5072063"/>
              <a:ext cx="196850" cy="79375"/>
            </a:xfrm>
            <a:custGeom>
              <a:avLst/>
              <a:gdLst>
                <a:gd name="T0" fmla="*/ 67 w 121"/>
                <a:gd name="T1" fmla="*/ 4 h 49"/>
                <a:gd name="T2" fmla="*/ 33 w 121"/>
                <a:gd name="T3" fmla="*/ 7 h 49"/>
                <a:gd name="T4" fmla="*/ 8 w 121"/>
                <a:gd name="T5" fmla="*/ 21 h 49"/>
                <a:gd name="T6" fmla="*/ 39 w 121"/>
                <a:gd name="T7" fmla="*/ 48 h 49"/>
                <a:gd name="T8" fmla="*/ 93 w 121"/>
                <a:gd name="T9" fmla="*/ 40 h 49"/>
                <a:gd name="T10" fmla="*/ 112 w 121"/>
                <a:gd name="T11" fmla="*/ 0 h 49"/>
                <a:gd name="T12" fmla="*/ 67 w 121"/>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121" h="49">
                  <a:moveTo>
                    <a:pt x="67" y="4"/>
                  </a:moveTo>
                  <a:cubicBezTo>
                    <a:pt x="67" y="4"/>
                    <a:pt x="39" y="6"/>
                    <a:pt x="33" y="7"/>
                  </a:cubicBezTo>
                  <a:cubicBezTo>
                    <a:pt x="23" y="8"/>
                    <a:pt x="12" y="12"/>
                    <a:pt x="8" y="21"/>
                  </a:cubicBezTo>
                  <a:cubicBezTo>
                    <a:pt x="0" y="41"/>
                    <a:pt x="25" y="48"/>
                    <a:pt x="39" y="48"/>
                  </a:cubicBezTo>
                  <a:cubicBezTo>
                    <a:pt x="58" y="49"/>
                    <a:pt x="76" y="45"/>
                    <a:pt x="93" y="40"/>
                  </a:cubicBezTo>
                  <a:cubicBezTo>
                    <a:pt x="121" y="33"/>
                    <a:pt x="112" y="0"/>
                    <a:pt x="112" y="0"/>
                  </a:cubicBezTo>
                  <a:lnTo>
                    <a:pt x="67" y="4"/>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0" name="Freeform 19"/>
            <p:cNvSpPr>
              <a:spLocks/>
            </p:cNvSpPr>
            <p:nvPr/>
          </p:nvSpPr>
          <p:spPr bwMode="auto">
            <a:xfrm>
              <a:off x="6261101" y="5062538"/>
              <a:ext cx="209550" cy="85725"/>
            </a:xfrm>
            <a:custGeom>
              <a:avLst/>
              <a:gdLst>
                <a:gd name="T0" fmla="*/ 0 w 129"/>
                <a:gd name="T1" fmla="*/ 16 h 53"/>
                <a:gd name="T2" fmla="*/ 104 w 129"/>
                <a:gd name="T3" fmla="*/ 41 h 53"/>
                <a:gd name="T4" fmla="*/ 111 w 129"/>
                <a:gd name="T5" fmla="*/ 5 h 53"/>
                <a:gd name="T6" fmla="*/ 79 w 129"/>
                <a:gd name="T7" fmla="*/ 3 h 53"/>
                <a:gd name="T8" fmla="*/ 47 w 129"/>
                <a:gd name="T9" fmla="*/ 6 h 53"/>
                <a:gd name="T10" fmla="*/ 0 w 129"/>
                <a:gd name="T11" fmla="*/ 16 h 53"/>
              </a:gdLst>
              <a:ahLst/>
              <a:cxnLst>
                <a:cxn ang="0">
                  <a:pos x="T0" y="T1"/>
                </a:cxn>
                <a:cxn ang="0">
                  <a:pos x="T2" y="T3"/>
                </a:cxn>
                <a:cxn ang="0">
                  <a:pos x="T4" y="T5"/>
                </a:cxn>
                <a:cxn ang="0">
                  <a:pos x="T6" y="T7"/>
                </a:cxn>
                <a:cxn ang="0">
                  <a:pos x="T8" y="T9"/>
                </a:cxn>
                <a:cxn ang="0">
                  <a:pos x="T10" y="T11"/>
                </a:cxn>
              </a:cxnLst>
              <a:rect l="0" t="0" r="r" b="b"/>
              <a:pathLst>
                <a:path w="129" h="53">
                  <a:moveTo>
                    <a:pt x="0" y="16"/>
                  </a:moveTo>
                  <a:cubicBezTo>
                    <a:pt x="5" y="53"/>
                    <a:pt x="78" y="49"/>
                    <a:pt x="104" y="41"/>
                  </a:cubicBezTo>
                  <a:cubicBezTo>
                    <a:pt x="122" y="35"/>
                    <a:pt x="129" y="16"/>
                    <a:pt x="111" y="5"/>
                  </a:cubicBezTo>
                  <a:cubicBezTo>
                    <a:pt x="102" y="0"/>
                    <a:pt x="89" y="2"/>
                    <a:pt x="79" y="3"/>
                  </a:cubicBezTo>
                  <a:cubicBezTo>
                    <a:pt x="69" y="5"/>
                    <a:pt x="47" y="6"/>
                    <a:pt x="47" y="6"/>
                  </a:cubicBezTo>
                  <a:lnTo>
                    <a:pt x="0" y="16"/>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1" name="Freeform 20"/>
            <p:cNvSpPr>
              <a:spLocks/>
            </p:cNvSpPr>
            <p:nvPr/>
          </p:nvSpPr>
          <p:spPr bwMode="auto">
            <a:xfrm>
              <a:off x="5365751" y="4254501"/>
              <a:ext cx="1274763" cy="835025"/>
            </a:xfrm>
            <a:custGeom>
              <a:avLst/>
              <a:gdLst>
                <a:gd name="T0" fmla="*/ 785 w 785"/>
                <a:gd name="T1" fmla="*/ 2 h 515"/>
                <a:gd name="T2" fmla="*/ 772 w 785"/>
                <a:gd name="T3" fmla="*/ 0 h 515"/>
                <a:gd name="T4" fmla="*/ 2 w 785"/>
                <a:gd name="T5" fmla="*/ 0 h 515"/>
                <a:gd name="T6" fmla="*/ 0 w 785"/>
                <a:gd name="T7" fmla="*/ 4 h 515"/>
                <a:gd name="T8" fmla="*/ 165 w 785"/>
                <a:gd name="T9" fmla="*/ 128 h 515"/>
                <a:gd name="T10" fmla="*/ 167 w 785"/>
                <a:gd name="T11" fmla="*/ 271 h 515"/>
                <a:gd name="T12" fmla="*/ 191 w 785"/>
                <a:gd name="T13" fmla="*/ 502 h 515"/>
                <a:gd name="T14" fmla="*/ 192 w 785"/>
                <a:gd name="T15" fmla="*/ 509 h 515"/>
                <a:gd name="T16" fmla="*/ 237 w 785"/>
                <a:gd name="T17" fmla="*/ 505 h 515"/>
                <a:gd name="T18" fmla="*/ 237 w 785"/>
                <a:gd name="T19" fmla="*/ 498 h 515"/>
                <a:gd name="T20" fmla="*/ 237 w 785"/>
                <a:gd name="T21" fmla="*/ 295 h 515"/>
                <a:gd name="T22" fmla="*/ 263 w 785"/>
                <a:gd name="T23" fmla="*/ 162 h 515"/>
                <a:gd name="T24" fmla="*/ 497 w 785"/>
                <a:gd name="T25" fmla="*/ 161 h 515"/>
                <a:gd name="T26" fmla="*/ 538 w 785"/>
                <a:gd name="T27" fmla="*/ 339 h 515"/>
                <a:gd name="T28" fmla="*/ 550 w 785"/>
                <a:gd name="T29" fmla="*/ 515 h 515"/>
                <a:gd name="T30" fmla="*/ 552 w 785"/>
                <a:gd name="T31" fmla="*/ 515 h 515"/>
                <a:gd name="T32" fmla="*/ 598 w 785"/>
                <a:gd name="T33" fmla="*/ 505 h 515"/>
                <a:gd name="T34" fmla="*/ 598 w 785"/>
                <a:gd name="T35" fmla="*/ 502 h 515"/>
                <a:gd name="T36" fmla="*/ 601 w 785"/>
                <a:gd name="T37" fmla="*/ 315 h 515"/>
                <a:gd name="T38" fmla="*/ 591 w 785"/>
                <a:gd name="T39" fmla="*/ 137 h 515"/>
                <a:gd name="T40" fmla="*/ 785 w 785"/>
                <a:gd name="T41" fmla="*/ 2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515">
                  <a:moveTo>
                    <a:pt x="785" y="2"/>
                  </a:moveTo>
                  <a:cubicBezTo>
                    <a:pt x="785" y="2"/>
                    <a:pt x="781" y="1"/>
                    <a:pt x="772" y="0"/>
                  </a:cubicBezTo>
                  <a:cubicBezTo>
                    <a:pt x="396" y="81"/>
                    <a:pt x="35" y="7"/>
                    <a:pt x="2" y="0"/>
                  </a:cubicBezTo>
                  <a:cubicBezTo>
                    <a:pt x="1" y="1"/>
                    <a:pt x="0" y="3"/>
                    <a:pt x="0" y="4"/>
                  </a:cubicBezTo>
                  <a:cubicBezTo>
                    <a:pt x="0" y="4"/>
                    <a:pt x="21" y="60"/>
                    <a:pt x="165" y="128"/>
                  </a:cubicBezTo>
                  <a:cubicBezTo>
                    <a:pt x="165" y="128"/>
                    <a:pt x="164" y="192"/>
                    <a:pt x="167" y="271"/>
                  </a:cubicBezTo>
                  <a:cubicBezTo>
                    <a:pt x="170" y="366"/>
                    <a:pt x="187" y="474"/>
                    <a:pt x="191" y="502"/>
                  </a:cubicBezTo>
                  <a:cubicBezTo>
                    <a:pt x="192" y="507"/>
                    <a:pt x="192" y="509"/>
                    <a:pt x="192" y="509"/>
                  </a:cubicBezTo>
                  <a:cubicBezTo>
                    <a:pt x="237" y="505"/>
                    <a:pt x="237" y="505"/>
                    <a:pt x="237" y="505"/>
                  </a:cubicBezTo>
                  <a:cubicBezTo>
                    <a:pt x="237" y="505"/>
                    <a:pt x="237" y="502"/>
                    <a:pt x="237" y="498"/>
                  </a:cubicBezTo>
                  <a:cubicBezTo>
                    <a:pt x="235" y="471"/>
                    <a:pt x="230" y="363"/>
                    <a:pt x="237" y="295"/>
                  </a:cubicBezTo>
                  <a:cubicBezTo>
                    <a:pt x="243" y="231"/>
                    <a:pt x="263" y="162"/>
                    <a:pt x="263" y="162"/>
                  </a:cubicBezTo>
                  <a:cubicBezTo>
                    <a:pt x="263" y="162"/>
                    <a:pt x="395" y="188"/>
                    <a:pt x="497" y="161"/>
                  </a:cubicBezTo>
                  <a:cubicBezTo>
                    <a:pt x="497" y="161"/>
                    <a:pt x="532" y="285"/>
                    <a:pt x="538" y="339"/>
                  </a:cubicBezTo>
                  <a:cubicBezTo>
                    <a:pt x="543" y="386"/>
                    <a:pt x="550" y="515"/>
                    <a:pt x="550" y="515"/>
                  </a:cubicBezTo>
                  <a:cubicBezTo>
                    <a:pt x="552" y="515"/>
                    <a:pt x="552" y="515"/>
                    <a:pt x="552" y="515"/>
                  </a:cubicBezTo>
                  <a:cubicBezTo>
                    <a:pt x="598" y="505"/>
                    <a:pt x="598" y="505"/>
                    <a:pt x="598" y="505"/>
                  </a:cubicBezTo>
                  <a:cubicBezTo>
                    <a:pt x="598" y="505"/>
                    <a:pt x="598" y="504"/>
                    <a:pt x="598" y="502"/>
                  </a:cubicBezTo>
                  <a:cubicBezTo>
                    <a:pt x="600" y="481"/>
                    <a:pt x="606" y="380"/>
                    <a:pt x="601" y="315"/>
                  </a:cubicBezTo>
                  <a:cubicBezTo>
                    <a:pt x="597" y="276"/>
                    <a:pt x="603" y="228"/>
                    <a:pt x="591" y="137"/>
                  </a:cubicBezTo>
                  <a:cubicBezTo>
                    <a:pt x="591" y="137"/>
                    <a:pt x="735" y="63"/>
                    <a:pt x="785" y="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2" name="Freeform 21"/>
            <p:cNvSpPr>
              <a:spLocks/>
            </p:cNvSpPr>
            <p:nvPr/>
          </p:nvSpPr>
          <p:spPr bwMode="auto">
            <a:xfrm>
              <a:off x="6470651" y="1527176"/>
              <a:ext cx="330200" cy="403225"/>
            </a:xfrm>
            <a:custGeom>
              <a:avLst/>
              <a:gdLst>
                <a:gd name="T0" fmla="*/ 188 w 203"/>
                <a:gd name="T1" fmla="*/ 66 h 249"/>
                <a:gd name="T2" fmla="*/ 89 w 203"/>
                <a:gd name="T3" fmla="*/ 0 h 249"/>
                <a:gd name="T4" fmla="*/ 17 w 203"/>
                <a:gd name="T5" fmla="*/ 67 h 249"/>
                <a:gd name="T6" fmla="*/ 31 w 203"/>
                <a:gd name="T7" fmla="*/ 69 h 249"/>
                <a:gd name="T8" fmla="*/ 105 w 203"/>
                <a:gd name="T9" fmla="*/ 50 h 249"/>
                <a:gd name="T10" fmla="*/ 142 w 203"/>
                <a:gd name="T11" fmla="*/ 103 h 249"/>
                <a:gd name="T12" fmla="*/ 88 w 203"/>
                <a:gd name="T13" fmla="*/ 148 h 249"/>
                <a:gd name="T14" fmla="*/ 50 w 203"/>
                <a:gd name="T15" fmla="*/ 222 h 249"/>
                <a:gd name="T16" fmla="*/ 72 w 203"/>
                <a:gd name="T17" fmla="*/ 247 h 249"/>
                <a:gd name="T18" fmla="*/ 93 w 203"/>
                <a:gd name="T19" fmla="*/ 243 h 249"/>
                <a:gd name="T20" fmla="*/ 104 w 203"/>
                <a:gd name="T21" fmla="*/ 219 h 249"/>
                <a:gd name="T22" fmla="*/ 158 w 203"/>
                <a:gd name="T23" fmla="*/ 159 h 249"/>
                <a:gd name="T24" fmla="*/ 188 w 203"/>
                <a:gd name="T25" fmla="*/ 6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49">
                  <a:moveTo>
                    <a:pt x="188" y="66"/>
                  </a:moveTo>
                  <a:cubicBezTo>
                    <a:pt x="172" y="26"/>
                    <a:pt x="132" y="1"/>
                    <a:pt x="89" y="0"/>
                  </a:cubicBezTo>
                  <a:cubicBezTo>
                    <a:pt x="54" y="0"/>
                    <a:pt x="0" y="22"/>
                    <a:pt x="17" y="67"/>
                  </a:cubicBezTo>
                  <a:cubicBezTo>
                    <a:pt x="19" y="72"/>
                    <a:pt x="26" y="74"/>
                    <a:pt x="31" y="69"/>
                  </a:cubicBezTo>
                  <a:cubicBezTo>
                    <a:pt x="51" y="46"/>
                    <a:pt x="75" y="42"/>
                    <a:pt x="105" y="50"/>
                  </a:cubicBezTo>
                  <a:cubicBezTo>
                    <a:pt x="125" y="55"/>
                    <a:pt x="153" y="80"/>
                    <a:pt x="142" y="103"/>
                  </a:cubicBezTo>
                  <a:cubicBezTo>
                    <a:pt x="133" y="122"/>
                    <a:pt x="104" y="135"/>
                    <a:pt x="88" y="148"/>
                  </a:cubicBezTo>
                  <a:cubicBezTo>
                    <a:pt x="65" y="167"/>
                    <a:pt x="48" y="192"/>
                    <a:pt x="50" y="222"/>
                  </a:cubicBezTo>
                  <a:cubicBezTo>
                    <a:pt x="51" y="235"/>
                    <a:pt x="60" y="244"/>
                    <a:pt x="72" y="247"/>
                  </a:cubicBezTo>
                  <a:cubicBezTo>
                    <a:pt x="80" y="249"/>
                    <a:pt x="86" y="247"/>
                    <a:pt x="93" y="243"/>
                  </a:cubicBezTo>
                  <a:cubicBezTo>
                    <a:pt x="100" y="238"/>
                    <a:pt x="105" y="229"/>
                    <a:pt x="104" y="219"/>
                  </a:cubicBezTo>
                  <a:cubicBezTo>
                    <a:pt x="102" y="192"/>
                    <a:pt x="140" y="174"/>
                    <a:pt x="158" y="159"/>
                  </a:cubicBezTo>
                  <a:cubicBezTo>
                    <a:pt x="186" y="135"/>
                    <a:pt x="203" y="104"/>
                    <a:pt x="188" y="66"/>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3" name="Freeform 22"/>
            <p:cNvSpPr>
              <a:spLocks/>
            </p:cNvSpPr>
            <p:nvPr/>
          </p:nvSpPr>
          <p:spPr bwMode="auto">
            <a:xfrm>
              <a:off x="6519863" y="1992313"/>
              <a:ext cx="133350" cy="101600"/>
            </a:xfrm>
            <a:custGeom>
              <a:avLst/>
              <a:gdLst>
                <a:gd name="T0" fmla="*/ 47 w 82"/>
                <a:gd name="T1" fmla="*/ 4 h 63"/>
                <a:gd name="T2" fmla="*/ 35 w 82"/>
                <a:gd name="T3" fmla="*/ 59 h 63"/>
                <a:gd name="T4" fmla="*/ 47 w 82"/>
                <a:gd name="T5" fmla="*/ 4 h 63"/>
              </a:gdLst>
              <a:ahLst/>
              <a:cxnLst>
                <a:cxn ang="0">
                  <a:pos x="T0" y="T1"/>
                </a:cxn>
                <a:cxn ang="0">
                  <a:pos x="T2" y="T3"/>
                </a:cxn>
                <a:cxn ang="0">
                  <a:pos x="T4" y="T5"/>
                </a:cxn>
              </a:cxnLst>
              <a:rect l="0" t="0" r="r" b="b"/>
              <a:pathLst>
                <a:path w="82" h="63">
                  <a:moveTo>
                    <a:pt x="47" y="4"/>
                  </a:moveTo>
                  <a:cubicBezTo>
                    <a:pt x="11" y="0"/>
                    <a:pt x="0" y="54"/>
                    <a:pt x="35" y="59"/>
                  </a:cubicBezTo>
                  <a:cubicBezTo>
                    <a:pt x="71" y="63"/>
                    <a:pt x="82" y="9"/>
                    <a:pt x="47" y="4"/>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4" name="Freeform 23"/>
            <p:cNvSpPr>
              <a:spLocks/>
            </p:cNvSpPr>
            <p:nvPr/>
          </p:nvSpPr>
          <p:spPr bwMode="auto">
            <a:xfrm>
              <a:off x="6272213" y="1782763"/>
              <a:ext cx="176213" cy="222250"/>
            </a:xfrm>
            <a:custGeom>
              <a:avLst/>
              <a:gdLst>
                <a:gd name="T0" fmla="*/ 7 w 108"/>
                <a:gd name="T1" fmla="*/ 95 h 137"/>
                <a:gd name="T2" fmla="*/ 58 w 108"/>
                <a:gd name="T3" fmla="*/ 136 h 137"/>
                <a:gd name="T4" fmla="*/ 100 w 108"/>
                <a:gd name="T5" fmla="*/ 102 h 137"/>
                <a:gd name="T6" fmla="*/ 93 w 108"/>
                <a:gd name="T7" fmla="*/ 100 h 137"/>
                <a:gd name="T8" fmla="*/ 51 w 108"/>
                <a:gd name="T9" fmla="*/ 108 h 137"/>
                <a:gd name="T10" fmla="*/ 33 w 108"/>
                <a:gd name="T11" fmla="*/ 77 h 137"/>
                <a:gd name="T12" fmla="*/ 65 w 108"/>
                <a:gd name="T13" fmla="*/ 55 h 137"/>
                <a:gd name="T14" fmla="*/ 88 w 108"/>
                <a:gd name="T15" fmla="*/ 16 h 137"/>
                <a:gd name="T16" fmla="*/ 78 w 108"/>
                <a:gd name="T17" fmla="*/ 1 h 137"/>
                <a:gd name="T18" fmla="*/ 66 w 108"/>
                <a:gd name="T19" fmla="*/ 3 h 137"/>
                <a:gd name="T20" fmla="*/ 59 w 108"/>
                <a:gd name="T21" fmla="*/ 15 h 137"/>
                <a:gd name="T22" fmla="*/ 27 w 108"/>
                <a:gd name="T23" fmla="*/ 46 h 137"/>
                <a:gd name="T24" fmla="*/ 7 w 108"/>
                <a:gd name="T25"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37">
                  <a:moveTo>
                    <a:pt x="7" y="95"/>
                  </a:moveTo>
                  <a:cubicBezTo>
                    <a:pt x="14" y="118"/>
                    <a:pt x="34" y="133"/>
                    <a:pt x="58" y="136"/>
                  </a:cubicBezTo>
                  <a:cubicBezTo>
                    <a:pt x="77" y="137"/>
                    <a:pt x="108" y="128"/>
                    <a:pt x="100" y="102"/>
                  </a:cubicBezTo>
                  <a:cubicBezTo>
                    <a:pt x="99" y="99"/>
                    <a:pt x="95" y="98"/>
                    <a:pt x="93" y="100"/>
                  </a:cubicBezTo>
                  <a:cubicBezTo>
                    <a:pt x="81" y="112"/>
                    <a:pt x="68" y="114"/>
                    <a:pt x="51" y="108"/>
                  </a:cubicBezTo>
                  <a:cubicBezTo>
                    <a:pt x="41" y="104"/>
                    <a:pt x="26" y="89"/>
                    <a:pt x="33" y="77"/>
                  </a:cubicBezTo>
                  <a:cubicBezTo>
                    <a:pt x="39" y="67"/>
                    <a:pt x="56" y="61"/>
                    <a:pt x="65" y="55"/>
                  </a:cubicBezTo>
                  <a:cubicBezTo>
                    <a:pt x="78" y="45"/>
                    <a:pt x="88" y="33"/>
                    <a:pt x="88" y="16"/>
                  </a:cubicBezTo>
                  <a:cubicBezTo>
                    <a:pt x="88" y="9"/>
                    <a:pt x="84" y="3"/>
                    <a:pt x="78" y="1"/>
                  </a:cubicBezTo>
                  <a:cubicBezTo>
                    <a:pt x="74" y="0"/>
                    <a:pt x="70" y="1"/>
                    <a:pt x="66" y="3"/>
                  </a:cubicBezTo>
                  <a:cubicBezTo>
                    <a:pt x="62" y="5"/>
                    <a:pt x="59" y="10"/>
                    <a:pt x="59" y="15"/>
                  </a:cubicBezTo>
                  <a:cubicBezTo>
                    <a:pt x="59" y="30"/>
                    <a:pt x="37" y="38"/>
                    <a:pt x="27" y="46"/>
                  </a:cubicBezTo>
                  <a:cubicBezTo>
                    <a:pt x="10" y="58"/>
                    <a:pt x="0" y="74"/>
                    <a:pt x="7" y="95"/>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5" name="Freeform 24"/>
            <p:cNvSpPr>
              <a:spLocks/>
            </p:cNvSpPr>
            <p:nvPr/>
          </p:nvSpPr>
          <p:spPr bwMode="auto">
            <a:xfrm>
              <a:off x="6365876" y="1692276"/>
              <a:ext cx="77788" cy="60325"/>
            </a:xfrm>
            <a:custGeom>
              <a:avLst/>
              <a:gdLst>
                <a:gd name="T0" fmla="*/ 19 w 47"/>
                <a:gd name="T1" fmla="*/ 33 h 37"/>
                <a:gd name="T2" fmla="*/ 27 w 47"/>
                <a:gd name="T3" fmla="*/ 4 h 37"/>
                <a:gd name="T4" fmla="*/ 19 w 47"/>
                <a:gd name="T5" fmla="*/ 33 h 37"/>
              </a:gdLst>
              <a:ahLst/>
              <a:cxnLst>
                <a:cxn ang="0">
                  <a:pos x="T0" y="T1"/>
                </a:cxn>
                <a:cxn ang="0">
                  <a:pos x="T2" y="T3"/>
                </a:cxn>
                <a:cxn ang="0">
                  <a:pos x="T4" y="T5"/>
                </a:cxn>
              </a:cxnLst>
              <a:rect l="0" t="0" r="r" b="b"/>
              <a:pathLst>
                <a:path w="47" h="37">
                  <a:moveTo>
                    <a:pt x="19" y="33"/>
                  </a:moveTo>
                  <a:cubicBezTo>
                    <a:pt x="38" y="37"/>
                    <a:pt x="47" y="8"/>
                    <a:pt x="27" y="4"/>
                  </a:cubicBezTo>
                  <a:cubicBezTo>
                    <a:pt x="8" y="0"/>
                    <a:pt x="0" y="29"/>
                    <a:pt x="19" y="33"/>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6" name="Freeform 25"/>
            <p:cNvSpPr>
              <a:spLocks/>
            </p:cNvSpPr>
            <p:nvPr/>
          </p:nvSpPr>
          <p:spPr bwMode="auto">
            <a:xfrm>
              <a:off x="6797676" y="2100263"/>
              <a:ext cx="138113" cy="117475"/>
            </a:xfrm>
            <a:custGeom>
              <a:avLst/>
              <a:gdLst>
                <a:gd name="T0" fmla="*/ 49 w 85"/>
                <a:gd name="T1" fmla="*/ 0 h 73"/>
                <a:gd name="T2" fmla="*/ 35 w 85"/>
                <a:gd name="T3" fmla="*/ 8 h 73"/>
                <a:gd name="T4" fmla="*/ 38 w 85"/>
                <a:gd name="T5" fmla="*/ 13 h 73"/>
                <a:gd name="T6" fmla="*/ 38 w 85"/>
                <a:gd name="T7" fmla="*/ 13 h 73"/>
                <a:gd name="T8" fmla="*/ 40 w 85"/>
                <a:gd name="T9" fmla="*/ 13 h 73"/>
                <a:gd name="T10" fmla="*/ 62 w 85"/>
                <a:gd name="T11" fmla="*/ 27 h 73"/>
                <a:gd name="T12" fmla="*/ 58 w 85"/>
                <a:gd name="T13" fmla="*/ 50 h 73"/>
                <a:gd name="T14" fmla="*/ 52 w 85"/>
                <a:gd name="T15" fmla="*/ 51 h 73"/>
                <a:gd name="T16" fmla="*/ 32 w 85"/>
                <a:gd name="T17" fmla="*/ 47 h 73"/>
                <a:gd name="T18" fmla="*/ 27 w 85"/>
                <a:gd name="T19" fmla="*/ 47 h 73"/>
                <a:gd name="T20" fmla="*/ 4 w 85"/>
                <a:gd name="T21" fmla="*/ 57 h 73"/>
                <a:gd name="T22" fmla="*/ 3 w 85"/>
                <a:gd name="T23" fmla="*/ 69 h 73"/>
                <a:gd name="T24" fmla="*/ 9 w 85"/>
                <a:gd name="T25" fmla="*/ 73 h 73"/>
                <a:gd name="T26" fmla="*/ 11 w 85"/>
                <a:gd name="T27" fmla="*/ 73 h 73"/>
                <a:gd name="T28" fmla="*/ 18 w 85"/>
                <a:gd name="T29" fmla="*/ 70 h 73"/>
                <a:gd name="T30" fmla="*/ 29 w 85"/>
                <a:gd name="T31" fmla="*/ 66 h 73"/>
                <a:gd name="T32" fmla="*/ 47 w 85"/>
                <a:gd name="T33" fmla="*/ 68 h 73"/>
                <a:gd name="T34" fmla="*/ 52 w 85"/>
                <a:gd name="T35" fmla="*/ 69 h 73"/>
                <a:gd name="T36" fmla="*/ 79 w 85"/>
                <a:gd name="T37" fmla="*/ 53 h 73"/>
                <a:gd name="T38" fmla="*/ 71 w 85"/>
                <a:gd name="T39" fmla="*/ 10 h 73"/>
                <a:gd name="T40" fmla="*/ 49 w 85"/>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73">
                  <a:moveTo>
                    <a:pt x="49" y="0"/>
                  </a:moveTo>
                  <a:cubicBezTo>
                    <a:pt x="43" y="0"/>
                    <a:pt x="38" y="2"/>
                    <a:pt x="35" y="8"/>
                  </a:cubicBezTo>
                  <a:cubicBezTo>
                    <a:pt x="35" y="10"/>
                    <a:pt x="36" y="13"/>
                    <a:pt x="38" y="13"/>
                  </a:cubicBezTo>
                  <a:cubicBezTo>
                    <a:pt x="38" y="13"/>
                    <a:pt x="38" y="13"/>
                    <a:pt x="38" y="13"/>
                  </a:cubicBezTo>
                  <a:cubicBezTo>
                    <a:pt x="39" y="13"/>
                    <a:pt x="40" y="13"/>
                    <a:pt x="40" y="13"/>
                  </a:cubicBezTo>
                  <a:cubicBezTo>
                    <a:pt x="50" y="13"/>
                    <a:pt x="57" y="18"/>
                    <a:pt x="62" y="27"/>
                  </a:cubicBezTo>
                  <a:cubicBezTo>
                    <a:pt x="66" y="33"/>
                    <a:pt x="67" y="47"/>
                    <a:pt x="58" y="50"/>
                  </a:cubicBezTo>
                  <a:cubicBezTo>
                    <a:pt x="56" y="51"/>
                    <a:pt x="54" y="51"/>
                    <a:pt x="52" y="51"/>
                  </a:cubicBezTo>
                  <a:cubicBezTo>
                    <a:pt x="46" y="51"/>
                    <a:pt x="38" y="48"/>
                    <a:pt x="32" y="47"/>
                  </a:cubicBezTo>
                  <a:cubicBezTo>
                    <a:pt x="30" y="47"/>
                    <a:pt x="29" y="47"/>
                    <a:pt x="27" y="47"/>
                  </a:cubicBezTo>
                  <a:cubicBezTo>
                    <a:pt x="18" y="47"/>
                    <a:pt x="10" y="50"/>
                    <a:pt x="4" y="57"/>
                  </a:cubicBezTo>
                  <a:cubicBezTo>
                    <a:pt x="0" y="60"/>
                    <a:pt x="0" y="65"/>
                    <a:pt x="3" y="69"/>
                  </a:cubicBezTo>
                  <a:cubicBezTo>
                    <a:pt x="4" y="71"/>
                    <a:pt x="6" y="72"/>
                    <a:pt x="9" y="73"/>
                  </a:cubicBezTo>
                  <a:cubicBezTo>
                    <a:pt x="9" y="73"/>
                    <a:pt x="10" y="73"/>
                    <a:pt x="11" y="73"/>
                  </a:cubicBezTo>
                  <a:cubicBezTo>
                    <a:pt x="13" y="73"/>
                    <a:pt x="16" y="72"/>
                    <a:pt x="18" y="70"/>
                  </a:cubicBezTo>
                  <a:cubicBezTo>
                    <a:pt x="21" y="67"/>
                    <a:pt x="24" y="66"/>
                    <a:pt x="29" y="66"/>
                  </a:cubicBezTo>
                  <a:cubicBezTo>
                    <a:pt x="35" y="66"/>
                    <a:pt x="42" y="68"/>
                    <a:pt x="47" y="68"/>
                  </a:cubicBezTo>
                  <a:cubicBezTo>
                    <a:pt x="49" y="69"/>
                    <a:pt x="50" y="69"/>
                    <a:pt x="52" y="69"/>
                  </a:cubicBezTo>
                  <a:cubicBezTo>
                    <a:pt x="64" y="69"/>
                    <a:pt x="74" y="64"/>
                    <a:pt x="79" y="53"/>
                  </a:cubicBezTo>
                  <a:cubicBezTo>
                    <a:pt x="85" y="38"/>
                    <a:pt x="82" y="22"/>
                    <a:pt x="71" y="10"/>
                  </a:cubicBezTo>
                  <a:cubicBezTo>
                    <a:pt x="66" y="5"/>
                    <a:pt x="57" y="0"/>
                    <a:pt x="49"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7" name="Freeform 26"/>
            <p:cNvSpPr>
              <a:spLocks/>
            </p:cNvSpPr>
            <p:nvPr/>
          </p:nvSpPr>
          <p:spPr bwMode="auto">
            <a:xfrm>
              <a:off x="6748463" y="2224088"/>
              <a:ext cx="46038" cy="31750"/>
            </a:xfrm>
            <a:custGeom>
              <a:avLst/>
              <a:gdLst>
                <a:gd name="T0" fmla="*/ 14 w 28"/>
                <a:gd name="T1" fmla="*/ 0 h 19"/>
                <a:gd name="T2" fmla="*/ 5 w 28"/>
                <a:gd name="T3" fmla="*/ 15 h 19"/>
                <a:gd name="T4" fmla="*/ 13 w 28"/>
                <a:gd name="T5" fmla="*/ 19 h 19"/>
                <a:gd name="T6" fmla="*/ 22 w 28"/>
                <a:gd name="T7" fmla="*/ 4 h 19"/>
                <a:gd name="T8" fmla="*/ 14 w 28"/>
                <a:gd name="T9" fmla="*/ 0 h 19"/>
              </a:gdLst>
              <a:ahLst/>
              <a:cxnLst>
                <a:cxn ang="0">
                  <a:pos x="T0" y="T1"/>
                </a:cxn>
                <a:cxn ang="0">
                  <a:pos x="T2" y="T3"/>
                </a:cxn>
                <a:cxn ang="0">
                  <a:pos x="T4" y="T5"/>
                </a:cxn>
                <a:cxn ang="0">
                  <a:pos x="T6" y="T7"/>
                </a:cxn>
                <a:cxn ang="0">
                  <a:pos x="T8" y="T9"/>
                </a:cxn>
              </a:cxnLst>
              <a:rect l="0" t="0" r="r" b="b"/>
              <a:pathLst>
                <a:path w="28" h="19">
                  <a:moveTo>
                    <a:pt x="14" y="0"/>
                  </a:moveTo>
                  <a:cubicBezTo>
                    <a:pt x="7" y="0"/>
                    <a:pt x="0" y="7"/>
                    <a:pt x="5" y="15"/>
                  </a:cubicBezTo>
                  <a:cubicBezTo>
                    <a:pt x="8" y="18"/>
                    <a:pt x="10" y="19"/>
                    <a:pt x="13" y="19"/>
                  </a:cubicBezTo>
                  <a:cubicBezTo>
                    <a:pt x="21" y="19"/>
                    <a:pt x="28" y="11"/>
                    <a:pt x="22" y="4"/>
                  </a:cubicBezTo>
                  <a:cubicBezTo>
                    <a:pt x="20" y="1"/>
                    <a:pt x="17" y="0"/>
                    <a:pt x="14"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8" name="Freeform 27"/>
            <p:cNvSpPr>
              <a:spLocks/>
            </p:cNvSpPr>
            <p:nvPr/>
          </p:nvSpPr>
          <p:spPr bwMode="auto">
            <a:xfrm>
              <a:off x="5573713" y="1584326"/>
              <a:ext cx="206375" cy="234950"/>
            </a:xfrm>
            <a:custGeom>
              <a:avLst/>
              <a:gdLst>
                <a:gd name="T0" fmla="*/ 62 w 127"/>
                <a:gd name="T1" fmla="*/ 0 h 145"/>
                <a:gd name="T2" fmla="*/ 48 w 127"/>
                <a:gd name="T3" fmla="*/ 1 h 145"/>
                <a:gd name="T4" fmla="*/ 15 w 127"/>
                <a:gd name="T5" fmla="*/ 48 h 145"/>
                <a:gd name="T6" fmla="*/ 19 w 127"/>
                <a:gd name="T7" fmla="*/ 50 h 145"/>
                <a:gd name="T8" fmla="*/ 24 w 127"/>
                <a:gd name="T9" fmla="*/ 48 h 145"/>
                <a:gd name="T10" fmla="*/ 61 w 127"/>
                <a:gd name="T11" fmla="*/ 27 h 145"/>
                <a:gd name="T12" fmla="*/ 64 w 127"/>
                <a:gd name="T13" fmla="*/ 28 h 145"/>
                <a:gd name="T14" fmla="*/ 92 w 127"/>
                <a:gd name="T15" fmla="*/ 53 h 145"/>
                <a:gd name="T16" fmla="*/ 66 w 127"/>
                <a:gd name="T17" fmla="*/ 86 h 145"/>
                <a:gd name="T18" fmla="*/ 54 w 127"/>
                <a:gd name="T19" fmla="*/ 133 h 145"/>
                <a:gd name="T20" fmla="*/ 70 w 127"/>
                <a:gd name="T21" fmla="*/ 145 h 145"/>
                <a:gd name="T22" fmla="*/ 70 w 127"/>
                <a:gd name="T23" fmla="*/ 145 h 145"/>
                <a:gd name="T24" fmla="*/ 81 w 127"/>
                <a:gd name="T25" fmla="*/ 140 h 145"/>
                <a:gd name="T26" fmla="*/ 85 w 127"/>
                <a:gd name="T27" fmla="*/ 125 h 145"/>
                <a:gd name="T28" fmla="*/ 108 w 127"/>
                <a:gd name="T29" fmla="*/ 84 h 145"/>
                <a:gd name="T30" fmla="*/ 113 w 127"/>
                <a:gd name="T31" fmla="*/ 27 h 145"/>
                <a:gd name="T32" fmla="*/ 62 w 12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45">
                  <a:moveTo>
                    <a:pt x="62" y="0"/>
                  </a:moveTo>
                  <a:cubicBezTo>
                    <a:pt x="57" y="0"/>
                    <a:pt x="53" y="0"/>
                    <a:pt x="48" y="1"/>
                  </a:cubicBezTo>
                  <a:cubicBezTo>
                    <a:pt x="28" y="5"/>
                    <a:pt x="0" y="25"/>
                    <a:pt x="15" y="48"/>
                  </a:cubicBezTo>
                  <a:cubicBezTo>
                    <a:pt x="16" y="50"/>
                    <a:pt x="18" y="50"/>
                    <a:pt x="19" y="50"/>
                  </a:cubicBezTo>
                  <a:cubicBezTo>
                    <a:pt x="21" y="50"/>
                    <a:pt x="23" y="50"/>
                    <a:pt x="24" y="48"/>
                  </a:cubicBezTo>
                  <a:cubicBezTo>
                    <a:pt x="32" y="33"/>
                    <a:pt x="44" y="27"/>
                    <a:pt x="61" y="27"/>
                  </a:cubicBezTo>
                  <a:cubicBezTo>
                    <a:pt x="62" y="27"/>
                    <a:pt x="63" y="27"/>
                    <a:pt x="64" y="28"/>
                  </a:cubicBezTo>
                  <a:cubicBezTo>
                    <a:pt x="76" y="28"/>
                    <a:pt x="95" y="39"/>
                    <a:pt x="92" y="53"/>
                  </a:cubicBezTo>
                  <a:cubicBezTo>
                    <a:pt x="89" y="66"/>
                    <a:pt x="74" y="76"/>
                    <a:pt x="66" y="86"/>
                  </a:cubicBezTo>
                  <a:cubicBezTo>
                    <a:pt x="55" y="100"/>
                    <a:pt x="49" y="116"/>
                    <a:pt x="54" y="133"/>
                  </a:cubicBezTo>
                  <a:cubicBezTo>
                    <a:pt x="56" y="141"/>
                    <a:pt x="63" y="145"/>
                    <a:pt x="70" y="145"/>
                  </a:cubicBezTo>
                  <a:cubicBezTo>
                    <a:pt x="70" y="145"/>
                    <a:pt x="70" y="145"/>
                    <a:pt x="70" y="145"/>
                  </a:cubicBezTo>
                  <a:cubicBezTo>
                    <a:pt x="75" y="145"/>
                    <a:pt x="78" y="143"/>
                    <a:pt x="81" y="140"/>
                  </a:cubicBezTo>
                  <a:cubicBezTo>
                    <a:pt x="85" y="136"/>
                    <a:pt x="86" y="130"/>
                    <a:pt x="85" y="125"/>
                  </a:cubicBezTo>
                  <a:cubicBezTo>
                    <a:pt x="80" y="110"/>
                    <a:pt x="100" y="95"/>
                    <a:pt x="108" y="84"/>
                  </a:cubicBezTo>
                  <a:cubicBezTo>
                    <a:pt x="121" y="66"/>
                    <a:pt x="127" y="46"/>
                    <a:pt x="113" y="27"/>
                  </a:cubicBezTo>
                  <a:cubicBezTo>
                    <a:pt x="102" y="9"/>
                    <a:pt x="82" y="0"/>
                    <a:pt x="62"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9" name="Freeform 28"/>
            <p:cNvSpPr>
              <a:spLocks/>
            </p:cNvSpPr>
            <p:nvPr/>
          </p:nvSpPr>
          <p:spPr bwMode="auto">
            <a:xfrm>
              <a:off x="5665788" y="1858963"/>
              <a:ext cx="68263" cy="52388"/>
            </a:xfrm>
            <a:custGeom>
              <a:avLst/>
              <a:gdLst>
                <a:gd name="T0" fmla="*/ 23 w 42"/>
                <a:gd name="T1" fmla="*/ 0 h 32"/>
                <a:gd name="T2" fmla="*/ 21 w 42"/>
                <a:gd name="T3" fmla="*/ 0 h 32"/>
                <a:gd name="T4" fmla="*/ 20 w 42"/>
                <a:gd name="T5" fmla="*/ 32 h 32"/>
                <a:gd name="T6" fmla="*/ 21 w 42"/>
                <a:gd name="T7" fmla="*/ 32 h 32"/>
                <a:gd name="T8" fmla="*/ 23 w 42"/>
                <a:gd name="T9" fmla="*/ 0 h 32"/>
              </a:gdLst>
              <a:ahLst/>
              <a:cxnLst>
                <a:cxn ang="0">
                  <a:pos x="T0" y="T1"/>
                </a:cxn>
                <a:cxn ang="0">
                  <a:pos x="T2" y="T3"/>
                </a:cxn>
                <a:cxn ang="0">
                  <a:pos x="T4" y="T5"/>
                </a:cxn>
                <a:cxn ang="0">
                  <a:pos x="T6" y="T7"/>
                </a:cxn>
                <a:cxn ang="0">
                  <a:pos x="T8" y="T9"/>
                </a:cxn>
              </a:cxnLst>
              <a:rect l="0" t="0" r="r" b="b"/>
              <a:pathLst>
                <a:path w="42" h="32">
                  <a:moveTo>
                    <a:pt x="23" y="0"/>
                  </a:moveTo>
                  <a:cubicBezTo>
                    <a:pt x="22" y="0"/>
                    <a:pt x="21" y="0"/>
                    <a:pt x="21" y="0"/>
                  </a:cubicBezTo>
                  <a:cubicBezTo>
                    <a:pt x="0" y="1"/>
                    <a:pt x="0" y="32"/>
                    <a:pt x="20" y="32"/>
                  </a:cubicBezTo>
                  <a:cubicBezTo>
                    <a:pt x="20" y="32"/>
                    <a:pt x="21" y="32"/>
                    <a:pt x="21" y="32"/>
                  </a:cubicBezTo>
                  <a:cubicBezTo>
                    <a:pt x="42" y="31"/>
                    <a:pt x="42" y="0"/>
                    <a:pt x="23"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0" name="Freeform 29"/>
            <p:cNvSpPr>
              <a:spLocks/>
            </p:cNvSpPr>
            <p:nvPr/>
          </p:nvSpPr>
          <p:spPr bwMode="auto">
            <a:xfrm>
              <a:off x="5356226" y="2038351"/>
              <a:ext cx="160338" cy="144463"/>
            </a:xfrm>
            <a:custGeom>
              <a:avLst/>
              <a:gdLst>
                <a:gd name="T0" fmla="*/ 11 w 99"/>
                <a:gd name="T1" fmla="*/ 0 h 89"/>
                <a:gd name="T2" fmla="*/ 4 w 99"/>
                <a:gd name="T3" fmla="*/ 3 h 89"/>
                <a:gd name="T4" fmla="*/ 0 w 99"/>
                <a:gd name="T5" fmla="*/ 11 h 89"/>
                <a:gd name="T6" fmla="*/ 5 w 99"/>
                <a:gd name="T7" fmla="*/ 21 h 89"/>
                <a:gd name="T8" fmla="*/ 12 w 99"/>
                <a:gd name="T9" fmla="*/ 54 h 89"/>
                <a:gd name="T10" fmla="*/ 36 w 99"/>
                <a:gd name="T11" fmla="*/ 88 h 89"/>
                <a:gd name="T12" fmla="*/ 47 w 99"/>
                <a:gd name="T13" fmla="*/ 89 h 89"/>
                <a:gd name="T14" fmla="*/ 84 w 99"/>
                <a:gd name="T15" fmla="*/ 70 h 89"/>
                <a:gd name="T16" fmla="*/ 79 w 99"/>
                <a:gd name="T17" fmla="*/ 29 h 89"/>
                <a:gd name="T18" fmla="*/ 78 w 99"/>
                <a:gd name="T19" fmla="*/ 29 h 89"/>
                <a:gd name="T20" fmla="*/ 75 w 99"/>
                <a:gd name="T21" fmla="*/ 33 h 89"/>
                <a:gd name="T22" fmla="*/ 63 w 99"/>
                <a:gd name="T23" fmla="*/ 63 h 89"/>
                <a:gd name="T24" fmla="*/ 47 w 99"/>
                <a:gd name="T25" fmla="*/ 69 h 89"/>
                <a:gd name="T26" fmla="*/ 35 w 99"/>
                <a:gd name="T27" fmla="*/ 63 h 89"/>
                <a:gd name="T28" fmla="*/ 34 w 99"/>
                <a:gd name="T29" fmla="*/ 33 h 89"/>
                <a:gd name="T30" fmla="*/ 18 w 99"/>
                <a:gd name="T31" fmla="*/ 2 h 89"/>
                <a:gd name="T32" fmla="*/ 11 w 99"/>
                <a:gd name="T3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89">
                  <a:moveTo>
                    <a:pt x="11" y="0"/>
                  </a:moveTo>
                  <a:cubicBezTo>
                    <a:pt x="9" y="0"/>
                    <a:pt x="6" y="1"/>
                    <a:pt x="4" y="3"/>
                  </a:cubicBezTo>
                  <a:cubicBezTo>
                    <a:pt x="1" y="5"/>
                    <a:pt x="0" y="8"/>
                    <a:pt x="0" y="11"/>
                  </a:cubicBezTo>
                  <a:cubicBezTo>
                    <a:pt x="0" y="15"/>
                    <a:pt x="2" y="19"/>
                    <a:pt x="5" y="21"/>
                  </a:cubicBezTo>
                  <a:cubicBezTo>
                    <a:pt x="15" y="27"/>
                    <a:pt x="12" y="44"/>
                    <a:pt x="12" y="54"/>
                  </a:cubicBezTo>
                  <a:cubicBezTo>
                    <a:pt x="13" y="70"/>
                    <a:pt x="20" y="83"/>
                    <a:pt x="36" y="88"/>
                  </a:cubicBezTo>
                  <a:cubicBezTo>
                    <a:pt x="40" y="89"/>
                    <a:pt x="44" y="89"/>
                    <a:pt x="47" y="89"/>
                  </a:cubicBezTo>
                  <a:cubicBezTo>
                    <a:pt x="61" y="89"/>
                    <a:pt x="75" y="82"/>
                    <a:pt x="84" y="70"/>
                  </a:cubicBezTo>
                  <a:cubicBezTo>
                    <a:pt x="93" y="59"/>
                    <a:pt x="99" y="35"/>
                    <a:pt x="79" y="29"/>
                  </a:cubicBezTo>
                  <a:cubicBezTo>
                    <a:pt x="79" y="29"/>
                    <a:pt x="79" y="29"/>
                    <a:pt x="78" y="29"/>
                  </a:cubicBezTo>
                  <a:cubicBezTo>
                    <a:pt x="76" y="29"/>
                    <a:pt x="74" y="31"/>
                    <a:pt x="75" y="33"/>
                  </a:cubicBezTo>
                  <a:cubicBezTo>
                    <a:pt x="78" y="46"/>
                    <a:pt x="73" y="55"/>
                    <a:pt x="63" y="63"/>
                  </a:cubicBezTo>
                  <a:cubicBezTo>
                    <a:pt x="59" y="66"/>
                    <a:pt x="53" y="69"/>
                    <a:pt x="47" y="69"/>
                  </a:cubicBezTo>
                  <a:cubicBezTo>
                    <a:pt x="42" y="69"/>
                    <a:pt x="38" y="67"/>
                    <a:pt x="35" y="63"/>
                  </a:cubicBezTo>
                  <a:cubicBezTo>
                    <a:pt x="31" y="55"/>
                    <a:pt x="34" y="42"/>
                    <a:pt x="34" y="33"/>
                  </a:cubicBezTo>
                  <a:cubicBezTo>
                    <a:pt x="33" y="20"/>
                    <a:pt x="29" y="9"/>
                    <a:pt x="18" y="2"/>
                  </a:cubicBezTo>
                  <a:cubicBezTo>
                    <a:pt x="16" y="0"/>
                    <a:pt x="14" y="0"/>
                    <a:pt x="11"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1" name="Freeform 30"/>
            <p:cNvSpPr>
              <a:spLocks/>
            </p:cNvSpPr>
            <p:nvPr/>
          </p:nvSpPr>
          <p:spPr bwMode="auto">
            <a:xfrm>
              <a:off x="5297488" y="1992313"/>
              <a:ext cx="52388" cy="41275"/>
            </a:xfrm>
            <a:custGeom>
              <a:avLst/>
              <a:gdLst>
                <a:gd name="T0" fmla="*/ 15 w 32"/>
                <a:gd name="T1" fmla="*/ 0 h 25"/>
                <a:gd name="T2" fmla="*/ 8 w 32"/>
                <a:gd name="T3" fmla="*/ 4 h 25"/>
                <a:gd name="T4" fmla="*/ 16 w 32"/>
                <a:gd name="T5" fmla="*/ 25 h 25"/>
                <a:gd name="T6" fmla="*/ 24 w 32"/>
                <a:gd name="T7" fmla="*/ 21 h 25"/>
                <a:gd name="T8" fmla="*/ 15 w 32"/>
                <a:gd name="T9" fmla="*/ 0 h 25"/>
              </a:gdLst>
              <a:ahLst/>
              <a:cxnLst>
                <a:cxn ang="0">
                  <a:pos x="T0" y="T1"/>
                </a:cxn>
                <a:cxn ang="0">
                  <a:pos x="T2" y="T3"/>
                </a:cxn>
                <a:cxn ang="0">
                  <a:pos x="T4" y="T5"/>
                </a:cxn>
                <a:cxn ang="0">
                  <a:pos x="T6" y="T7"/>
                </a:cxn>
                <a:cxn ang="0">
                  <a:pos x="T8" y="T9"/>
                </a:cxn>
              </a:cxnLst>
              <a:rect l="0" t="0" r="r" b="b"/>
              <a:pathLst>
                <a:path w="32" h="25">
                  <a:moveTo>
                    <a:pt x="15" y="0"/>
                  </a:moveTo>
                  <a:cubicBezTo>
                    <a:pt x="13" y="0"/>
                    <a:pt x="10" y="1"/>
                    <a:pt x="8" y="4"/>
                  </a:cubicBezTo>
                  <a:cubicBezTo>
                    <a:pt x="0" y="12"/>
                    <a:pt x="7" y="25"/>
                    <a:pt x="16" y="25"/>
                  </a:cubicBezTo>
                  <a:cubicBezTo>
                    <a:pt x="19" y="25"/>
                    <a:pt x="21" y="24"/>
                    <a:pt x="24" y="21"/>
                  </a:cubicBezTo>
                  <a:cubicBezTo>
                    <a:pt x="32" y="13"/>
                    <a:pt x="24" y="0"/>
                    <a:pt x="15"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2" name="Freeform 31"/>
            <p:cNvSpPr>
              <a:spLocks/>
            </p:cNvSpPr>
            <p:nvPr/>
          </p:nvSpPr>
          <p:spPr bwMode="auto">
            <a:xfrm>
              <a:off x="5280026" y="3268663"/>
              <a:ext cx="1516063" cy="1116013"/>
            </a:xfrm>
            <a:custGeom>
              <a:avLst/>
              <a:gdLst>
                <a:gd name="T0" fmla="*/ 860 w 933"/>
                <a:gd name="T1" fmla="*/ 30 h 689"/>
                <a:gd name="T2" fmla="*/ 851 w 933"/>
                <a:gd name="T3" fmla="*/ 0 h 689"/>
                <a:gd name="T4" fmla="*/ 51 w 933"/>
                <a:gd name="T5" fmla="*/ 25 h 689"/>
                <a:gd name="T6" fmla="*/ 53 w 933"/>
                <a:gd name="T7" fmla="*/ 607 h 689"/>
                <a:gd name="T8" fmla="*/ 55 w 933"/>
                <a:gd name="T9" fmla="*/ 608 h 689"/>
                <a:gd name="T10" fmla="*/ 825 w 933"/>
                <a:gd name="T11" fmla="*/ 608 h 689"/>
                <a:gd name="T12" fmla="*/ 838 w 933"/>
                <a:gd name="T13" fmla="*/ 605 h 689"/>
                <a:gd name="T14" fmla="*/ 860 w 933"/>
                <a:gd name="T15" fmla="*/ 30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3" h="689">
                  <a:moveTo>
                    <a:pt x="860" y="30"/>
                  </a:moveTo>
                  <a:cubicBezTo>
                    <a:pt x="858" y="19"/>
                    <a:pt x="854" y="9"/>
                    <a:pt x="851" y="0"/>
                  </a:cubicBezTo>
                  <a:cubicBezTo>
                    <a:pt x="814" y="12"/>
                    <a:pt x="440" y="131"/>
                    <a:pt x="51" y="25"/>
                  </a:cubicBezTo>
                  <a:cubicBezTo>
                    <a:pt x="37" y="94"/>
                    <a:pt x="0" y="319"/>
                    <a:pt x="53" y="607"/>
                  </a:cubicBezTo>
                  <a:cubicBezTo>
                    <a:pt x="53" y="607"/>
                    <a:pt x="54" y="607"/>
                    <a:pt x="55" y="608"/>
                  </a:cubicBezTo>
                  <a:cubicBezTo>
                    <a:pt x="88" y="615"/>
                    <a:pt x="449" y="689"/>
                    <a:pt x="825" y="608"/>
                  </a:cubicBezTo>
                  <a:cubicBezTo>
                    <a:pt x="830" y="607"/>
                    <a:pt x="834" y="606"/>
                    <a:pt x="838" y="605"/>
                  </a:cubicBezTo>
                  <a:cubicBezTo>
                    <a:pt x="838" y="605"/>
                    <a:pt x="933" y="346"/>
                    <a:pt x="860" y="3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3" name="Freeform 32"/>
            <p:cNvSpPr>
              <a:spLocks/>
            </p:cNvSpPr>
            <p:nvPr/>
          </p:nvSpPr>
          <p:spPr bwMode="auto">
            <a:xfrm>
              <a:off x="5316538" y="2805113"/>
              <a:ext cx="3175" cy="14288"/>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6"/>
                    <a:pt x="0" y="9"/>
                  </a:cubicBezTo>
                  <a:cubicBezTo>
                    <a:pt x="1" y="9"/>
                    <a:pt x="1" y="8"/>
                    <a:pt x="1" y="8"/>
                  </a:cubicBezTo>
                  <a:cubicBezTo>
                    <a:pt x="1" y="5"/>
                    <a:pt x="1" y="2"/>
                    <a:pt x="2"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4" name="Freeform 33"/>
            <p:cNvSpPr>
              <a:spLocks/>
            </p:cNvSpPr>
            <p:nvPr/>
          </p:nvSpPr>
          <p:spPr bwMode="auto">
            <a:xfrm>
              <a:off x="5497513" y="2563813"/>
              <a:ext cx="84138" cy="176213"/>
            </a:xfrm>
            <a:custGeom>
              <a:avLst/>
              <a:gdLst>
                <a:gd name="T0" fmla="*/ 13 w 52"/>
                <a:gd name="T1" fmla="*/ 0 h 109"/>
                <a:gd name="T2" fmla="*/ 5 w 52"/>
                <a:gd name="T3" fmla="*/ 108 h 109"/>
                <a:gd name="T4" fmla="*/ 15 w 52"/>
                <a:gd name="T5" fmla="*/ 109 h 109"/>
                <a:gd name="T6" fmla="*/ 38 w 52"/>
                <a:gd name="T7" fmla="*/ 102 h 109"/>
                <a:gd name="T8" fmla="*/ 28 w 52"/>
                <a:gd name="T9" fmla="*/ 73 h 109"/>
                <a:gd name="T10" fmla="*/ 36 w 52"/>
                <a:gd name="T11" fmla="*/ 52 h 109"/>
                <a:gd name="T12" fmla="*/ 14 w 52"/>
                <a:gd name="T13" fmla="*/ 43 h 109"/>
                <a:gd name="T14" fmla="*/ 13 w 52"/>
                <a:gd name="T15" fmla="*/ 43 h 109"/>
                <a:gd name="T16" fmla="*/ 15 w 52"/>
                <a:gd name="T17" fmla="*/ 1 h 109"/>
                <a:gd name="T18" fmla="*/ 13 w 52"/>
                <a:gd name="T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09">
                  <a:moveTo>
                    <a:pt x="13" y="0"/>
                  </a:moveTo>
                  <a:cubicBezTo>
                    <a:pt x="2" y="32"/>
                    <a:pt x="0" y="70"/>
                    <a:pt x="5" y="108"/>
                  </a:cubicBezTo>
                  <a:cubicBezTo>
                    <a:pt x="8" y="109"/>
                    <a:pt x="12" y="109"/>
                    <a:pt x="15" y="109"/>
                  </a:cubicBezTo>
                  <a:cubicBezTo>
                    <a:pt x="24" y="109"/>
                    <a:pt x="32" y="107"/>
                    <a:pt x="38" y="102"/>
                  </a:cubicBezTo>
                  <a:cubicBezTo>
                    <a:pt x="52" y="89"/>
                    <a:pt x="41" y="78"/>
                    <a:pt x="28" y="73"/>
                  </a:cubicBezTo>
                  <a:cubicBezTo>
                    <a:pt x="34" y="67"/>
                    <a:pt x="40" y="59"/>
                    <a:pt x="36" y="52"/>
                  </a:cubicBezTo>
                  <a:cubicBezTo>
                    <a:pt x="33" y="44"/>
                    <a:pt x="23" y="43"/>
                    <a:pt x="14" y="43"/>
                  </a:cubicBezTo>
                  <a:cubicBezTo>
                    <a:pt x="13" y="43"/>
                    <a:pt x="13" y="43"/>
                    <a:pt x="13" y="43"/>
                  </a:cubicBezTo>
                  <a:cubicBezTo>
                    <a:pt x="18" y="29"/>
                    <a:pt x="31" y="11"/>
                    <a:pt x="15" y="1"/>
                  </a:cubicBezTo>
                  <a:cubicBezTo>
                    <a:pt x="14" y="1"/>
                    <a:pt x="14" y="0"/>
                    <a:pt x="13"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5" name="Freeform 34"/>
            <p:cNvSpPr>
              <a:spLocks noEditPoints="1"/>
            </p:cNvSpPr>
            <p:nvPr/>
          </p:nvSpPr>
          <p:spPr bwMode="auto">
            <a:xfrm>
              <a:off x="5318126" y="2549526"/>
              <a:ext cx="200025" cy="268288"/>
            </a:xfrm>
            <a:custGeom>
              <a:avLst/>
              <a:gdLst>
                <a:gd name="T0" fmla="*/ 60 w 123"/>
                <a:gd name="T1" fmla="*/ 57 h 165"/>
                <a:gd name="T2" fmla="*/ 60 w 123"/>
                <a:gd name="T3" fmla="*/ 56 h 165"/>
                <a:gd name="T4" fmla="*/ 61 w 123"/>
                <a:gd name="T5" fmla="*/ 57 h 165"/>
                <a:gd name="T6" fmla="*/ 61 w 123"/>
                <a:gd name="T7" fmla="*/ 57 h 165"/>
                <a:gd name="T8" fmla="*/ 60 w 123"/>
                <a:gd name="T9" fmla="*/ 57 h 165"/>
                <a:gd name="T10" fmla="*/ 87 w 123"/>
                <a:gd name="T11" fmla="*/ 0 h 165"/>
                <a:gd name="T12" fmla="*/ 85 w 123"/>
                <a:gd name="T13" fmla="*/ 0 h 165"/>
                <a:gd name="T14" fmla="*/ 57 w 123"/>
                <a:gd name="T15" fmla="*/ 51 h 165"/>
                <a:gd name="T16" fmla="*/ 11 w 123"/>
                <a:gd name="T17" fmla="*/ 91 h 165"/>
                <a:gd name="T18" fmla="*/ 2 w 123"/>
                <a:gd name="T19" fmla="*/ 144 h 165"/>
                <a:gd name="T20" fmla="*/ 1 w 123"/>
                <a:gd name="T21" fmla="*/ 157 h 165"/>
                <a:gd name="T22" fmla="*/ 0 w 123"/>
                <a:gd name="T23" fmla="*/ 165 h 165"/>
                <a:gd name="T24" fmla="*/ 69 w 123"/>
                <a:gd name="T25" fmla="*/ 100 h 165"/>
                <a:gd name="T26" fmla="*/ 78 w 123"/>
                <a:gd name="T27" fmla="*/ 103 h 165"/>
                <a:gd name="T28" fmla="*/ 115 w 123"/>
                <a:gd name="T29" fmla="*/ 116 h 165"/>
                <a:gd name="T30" fmla="*/ 123 w 123"/>
                <a:gd name="T31" fmla="*/ 8 h 165"/>
                <a:gd name="T32" fmla="*/ 119 w 123"/>
                <a:gd name="T33" fmla="*/ 7 h 165"/>
                <a:gd name="T34" fmla="*/ 96 w 123"/>
                <a:gd name="T35" fmla="*/ 22 h 165"/>
                <a:gd name="T36" fmla="*/ 87 w 123"/>
                <a:gd name="T3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65">
                  <a:moveTo>
                    <a:pt x="60" y="57"/>
                  </a:moveTo>
                  <a:cubicBezTo>
                    <a:pt x="60" y="56"/>
                    <a:pt x="60" y="56"/>
                    <a:pt x="60" y="56"/>
                  </a:cubicBezTo>
                  <a:cubicBezTo>
                    <a:pt x="61" y="56"/>
                    <a:pt x="61" y="56"/>
                    <a:pt x="61" y="57"/>
                  </a:cubicBezTo>
                  <a:cubicBezTo>
                    <a:pt x="61" y="57"/>
                    <a:pt x="61" y="57"/>
                    <a:pt x="61" y="57"/>
                  </a:cubicBezTo>
                  <a:cubicBezTo>
                    <a:pt x="61" y="57"/>
                    <a:pt x="61" y="57"/>
                    <a:pt x="60" y="57"/>
                  </a:cubicBezTo>
                  <a:moveTo>
                    <a:pt x="87" y="0"/>
                  </a:moveTo>
                  <a:cubicBezTo>
                    <a:pt x="86" y="0"/>
                    <a:pt x="86" y="0"/>
                    <a:pt x="85" y="0"/>
                  </a:cubicBezTo>
                  <a:cubicBezTo>
                    <a:pt x="63" y="4"/>
                    <a:pt x="63" y="34"/>
                    <a:pt x="57" y="51"/>
                  </a:cubicBezTo>
                  <a:cubicBezTo>
                    <a:pt x="40" y="65"/>
                    <a:pt x="25" y="78"/>
                    <a:pt x="11" y="91"/>
                  </a:cubicBezTo>
                  <a:cubicBezTo>
                    <a:pt x="9" y="109"/>
                    <a:pt x="5" y="126"/>
                    <a:pt x="2" y="144"/>
                  </a:cubicBezTo>
                  <a:cubicBezTo>
                    <a:pt x="2" y="149"/>
                    <a:pt x="1" y="153"/>
                    <a:pt x="1" y="157"/>
                  </a:cubicBezTo>
                  <a:cubicBezTo>
                    <a:pt x="0" y="159"/>
                    <a:pt x="0" y="162"/>
                    <a:pt x="0" y="165"/>
                  </a:cubicBezTo>
                  <a:cubicBezTo>
                    <a:pt x="38" y="124"/>
                    <a:pt x="69" y="100"/>
                    <a:pt x="69" y="100"/>
                  </a:cubicBezTo>
                  <a:cubicBezTo>
                    <a:pt x="69" y="100"/>
                    <a:pt x="75" y="101"/>
                    <a:pt x="78" y="103"/>
                  </a:cubicBezTo>
                  <a:cubicBezTo>
                    <a:pt x="86" y="108"/>
                    <a:pt x="101" y="114"/>
                    <a:pt x="115" y="116"/>
                  </a:cubicBezTo>
                  <a:cubicBezTo>
                    <a:pt x="110" y="78"/>
                    <a:pt x="112" y="40"/>
                    <a:pt x="123" y="8"/>
                  </a:cubicBezTo>
                  <a:cubicBezTo>
                    <a:pt x="121" y="7"/>
                    <a:pt x="120" y="7"/>
                    <a:pt x="119" y="7"/>
                  </a:cubicBezTo>
                  <a:cubicBezTo>
                    <a:pt x="111" y="7"/>
                    <a:pt x="103" y="15"/>
                    <a:pt x="96" y="22"/>
                  </a:cubicBezTo>
                  <a:cubicBezTo>
                    <a:pt x="96" y="12"/>
                    <a:pt x="95" y="0"/>
                    <a:pt x="87"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6" name="Freeform 35"/>
            <p:cNvSpPr>
              <a:spLocks/>
            </p:cNvSpPr>
            <p:nvPr/>
          </p:nvSpPr>
          <p:spPr bwMode="auto">
            <a:xfrm>
              <a:off x="5394326" y="2527301"/>
              <a:ext cx="174625" cy="204788"/>
            </a:xfrm>
            <a:custGeom>
              <a:avLst/>
              <a:gdLst>
                <a:gd name="T0" fmla="*/ 82 w 107"/>
                <a:gd name="T1" fmla="*/ 82 h 126"/>
                <a:gd name="T2" fmla="*/ 91 w 107"/>
                <a:gd name="T3" fmla="*/ 61 h 126"/>
                <a:gd name="T4" fmla="*/ 67 w 107"/>
                <a:gd name="T5" fmla="*/ 52 h 126"/>
                <a:gd name="T6" fmla="*/ 70 w 107"/>
                <a:gd name="T7" fmla="*/ 10 h 126"/>
                <a:gd name="T8" fmla="*/ 41 w 107"/>
                <a:gd name="T9" fmla="*/ 23 h 126"/>
                <a:gd name="T10" fmla="*/ 30 w 107"/>
                <a:gd name="T11" fmla="*/ 1 h 126"/>
                <a:gd name="T12" fmla="*/ 0 w 107"/>
                <a:gd name="T13" fmla="*/ 56 h 126"/>
                <a:gd name="T14" fmla="*/ 21 w 107"/>
                <a:gd name="T15" fmla="*/ 98 h 126"/>
                <a:gd name="T16" fmla="*/ 93 w 107"/>
                <a:gd name="T17" fmla="*/ 111 h 126"/>
                <a:gd name="T18" fmla="*/ 82 w 107"/>
                <a:gd name="T19" fmla="*/ 8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26">
                  <a:moveTo>
                    <a:pt x="82" y="82"/>
                  </a:moveTo>
                  <a:cubicBezTo>
                    <a:pt x="88" y="76"/>
                    <a:pt x="94" y="69"/>
                    <a:pt x="91" y="61"/>
                  </a:cubicBezTo>
                  <a:cubicBezTo>
                    <a:pt x="87" y="53"/>
                    <a:pt x="77" y="52"/>
                    <a:pt x="67" y="52"/>
                  </a:cubicBezTo>
                  <a:cubicBezTo>
                    <a:pt x="72" y="38"/>
                    <a:pt x="86" y="20"/>
                    <a:pt x="70" y="10"/>
                  </a:cubicBezTo>
                  <a:cubicBezTo>
                    <a:pt x="60" y="4"/>
                    <a:pt x="49" y="14"/>
                    <a:pt x="41" y="23"/>
                  </a:cubicBezTo>
                  <a:cubicBezTo>
                    <a:pt x="41" y="13"/>
                    <a:pt x="39" y="0"/>
                    <a:pt x="30" y="1"/>
                  </a:cubicBezTo>
                  <a:cubicBezTo>
                    <a:pt x="6" y="5"/>
                    <a:pt x="8" y="39"/>
                    <a:pt x="0" y="56"/>
                  </a:cubicBezTo>
                  <a:cubicBezTo>
                    <a:pt x="2" y="55"/>
                    <a:pt x="11" y="87"/>
                    <a:pt x="21" y="98"/>
                  </a:cubicBezTo>
                  <a:cubicBezTo>
                    <a:pt x="20" y="100"/>
                    <a:pt x="76" y="126"/>
                    <a:pt x="93" y="111"/>
                  </a:cubicBezTo>
                  <a:cubicBezTo>
                    <a:pt x="107" y="99"/>
                    <a:pt x="95" y="88"/>
                    <a:pt x="82" y="82"/>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7" name="Freeform 36"/>
            <p:cNvSpPr>
              <a:spLocks/>
            </p:cNvSpPr>
            <p:nvPr/>
          </p:nvSpPr>
          <p:spPr bwMode="auto">
            <a:xfrm>
              <a:off x="5075238" y="2611438"/>
              <a:ext cx="358775" cy="1035050"/>
            </a:xfrm>
            <a:custGeom>
              <a:avLst/>
              <a:gdLst>
                <a:gd name="T0" fmla="*/ 217 w 221"/>
                <a:gd name="T1" fmla="*/ 46 h 638"/>
                <a:gd name="T2" fmla="*/ 67 w 221"/>
                <a:gd name="T3" fmla="*/ 266 h 638"/>
                <a:gd name="T4" fmla="*/ 221 w 221"/>
                <a:gd name="T5" fmla="*/ 588 h 638"/>
                <a:gd name="T6" fmla="*/ 190 w 221"/>
                <a:gd name="T7" fmla="*/ 638 h 638"/>
                <a:gd name="T8" fmla="*/ 11 w 221"/>
                <a:gd name="T9" fmla="*/ 300 h 638"/>
                <a:gd name="T10" fmla="*/ 199 w 221"/>
                <a:gd name="T11" fmla="*/ 0 h 638"/>
              </a:gdLst>
              <a:ahLst/>
              <a:cxnLst>
                <a:cxn ang="0">
                  <a:pos x="T0" y="T1"/>
                </a:cxn>
                <a:cxn ang="0">
                  <a:pos x="T2" y="T3"/>
                </a:cxn>
                <a:cxn ang="0">
                  <a:pos x="T4" y="T5"/>
                </a:cxn>
                <a:cxn ang="0">
                  <a:pos x="T6" y="T7"/>
                </a:cxn>
                <a:cxn ang="0">
                  <a:pos x="T8" y="T9"/>
                </a:cxn>
                <a:cxn ang="0">
                  <a:pos x="T10" y="T11"/>
                </a:cxn>
              </a:cxnLst>
              <a:rect l="0" t="0" r="r" b="b"/>
              <a:pathLst>
                <a:path w="221" h="638">
                  <a:moveTo>
                    <a:pt x="217" y="46"/>
                  </a:moveTo>
                  <a:cubicBezTo>
                    <a:pt x="217" y="46"/>
                    <a:pt x="61" y="163"/>
                    <a:pt x="67" y="266"/>
                  </a:cubicBezTo>
                  <a:cubicBezTo>
                    <a:pt x="73" y="369"/>
                    <a:pt x="221" y="588"/>
                    <a:pt x="221" y="588"/>
                  </a:cubicBezTo>
                  <a:cubicBezTo>
                    <a:pt x="190" y="638"/>
                    <a:pt x="190" y="638"/>
                    <a:pt x="190" y="638"/>
                  </a:cubicBezTo>
                  <a:cubicBezTo>
                    <a:pt x="190" y="638"/>
                    <a:pt x="21" y="412"/>
                    <a:pt x="11" y="300"/>
                  </a:cubicBezTo>
                  <a:cubicBezTo>
                    <a:pt x="0" y="189"/>
                    <a:pt x="54" y="121"/>
                    <a:pt x="199" y="0"/>
                  </a:cubicBezTo>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8" name="Freeform 37"/>
            <p:cNvSpPr>
              <a:spLocks/>
            </p:cNvSpPr>
            <p:nvPr/>
          </p:nvSpPr>
          <p:spPr bwMode="auto">
            <a:xfrm>
              <a:off x="6657976" y="2627313"/>
              <a:ext cx="6350" cy="66675"/>
            </a:xfrm>
            <a:custGeom>
              <a:avLst/>
              <a:gdLst>
                <a:gd name="T0" fmla="*/ 0 w 4"/>
                <a:gd name="T1" fmla="*/ 0 h 41"/>
                <a:gd name="T2" fmla="*/ 3 w 4"/>
                <a:gd name="T3" fmla="*/ 41 h 41"/>
                <a:gd name="T4" fmla="*/ 3 w 4"/>
                <a:gd name="T5" fmla="*/ 13 h 41"/>
                <a:gd name="T6" fmla="*/ 1 w 4"/>
                <a:gd name="T7" fmla="*/ 3 h 41"/>
                <a:gd name="T8" fmla="*/ 1 w 4"/>
                <a:gd name="T9" fmla="*/ 2 h 41"/>
                <a:gd name="T10" fmla="*/ 0 w 4"/>
                <a:gd name="T11" fmla="*/ 0 h 41"/>
              </a:gdLst>
              <a:ahLst/>
              <a:cxnLst>
                <a:cxn ang="0">
                  <a:pos x="T0" y="T1"/>
                </a:cxn>
                <a:cxn ang="0">
                  <a:pos x="T2" y="T3"/>
                </a:cxn>
                <a:cxn ang="0">
                  <a:pos x="T4" y="T5"/>
                </a:cxn>
                <a:cxn ang="0">
                  <a:pos x="T6" y="T7"/>
                </a:cxn>
                <a:cxn ang="0">
                  <a:pos x="T8" y="T9"/>
                </a:cxn>
                <a:cxn ang="0">
                  <a:pos x="T10" y="T11"/>
                </a:cxn>
              </a:cxnLst>
              <a:rect l="0" t="0" r="r" b="b"/>
              <a:pathLst>
                <a:path w="4" h="41">
                  <a:moveTo>
                    <a:pt x="0" y="0"/>
                  </a:moveTo>
                  <a:cubicBezTo>
                    <a:pt x="1" y="13"/>
                    <a:pt x="2" y="27"/>
                    <a:pt x="3" y="41"/>
                  </a:cubicBezTo>
                  <a:cubicBezTo>
                    <a:pt x="3" y="32"/>
                    <a:pt x="4" y="23"/>
                    <a:pt x="3" y="13"/>
                  </a:cubicBezTo>
                  <a:cubicBezTo>
                    <a:pt x="2" y="10"/>
                    <a:pt x="1" y="7"/>
                    <a:pt x="1" y="3"/>
                  </a:cubicBezTo>
                  <a:cubicBezTo>
                    <a:pt x="1" y="3"/>
                    <a:pt x="1" y="2"/>
                    <a:pt x="1" y="2"/>
                  </a:cubicBezTo>
                  <a:cubicBezTo>
                    <a:pt x="0" y="1"/>
                    <a:pt x="0" y="0"/>
                    <a:pt x="0"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9" name="Freeform 38"/>
            <p:cNvSpPr>
              <a:spLocks noEditPoints="1"/>
            </p:cNvSpPr>
            <p:nvPr/>
          </p:nvSpPr>
          <p:spPr bwMode="auto">
            <a:xfrm>
              <a:off x="6488113" y="2578101"/>
              <a:ext cx="28575" cy="69850"/>
            </a:xfrm>
            <a:custGeom>
              <a:avLst/>
              <a:gdLst>
                <a:gd name="T0" fmla="*/ 10 w 17"/>
                <a:gd name="T1" fmla="*/ 21 h 43"/>
                <a:gd name="T2" fmla="*/ 8 w 17"/>
                <a:gd name="T3" fmla="*/ 35 h 43"/>
                <a:gd name="T4" fmla="*/ 17 w 17"/>
                <a:gd name="T5" fmla="*/ 43 h 43"/>
                <a:gd name="T6" fmla="*/ 10 w 17"/>
                <a:gd name="T7" fmla="*/ 21 h 43"/>
                <a:gd name="T8" fmla="*/ 2 w 17"/>
                <a:gd name="T9" fmla="*/ 0 h 43"/>
                <a:gd name="T10" fmla="*/ 7 w 17"/>
                <a:gd name="T11" fmla="*/ 13 h 43"/>
                <a:gd name="T12" fmla="*/ 2 w 1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 h="43">
                  <a:moveTo>
                    <a:pt x="10" y="21"/>
                  </a:moveTo>
                  <a:cubicBezTo>
                    <a:pt x="7" y="24"/>
                    <a:pt x="5" y="28"/>
                    <a:pt x="8" y="35"/>
                  </a:cubicBezTo>
                  <a:cubicBezTo>
                    <a:pt x="10" y="39"/>
                    <a:pt x="13" y="41"/>
                    <a:pt x="17" y="43"/>
                  </a:cubicBezTo>
                  <a:cubicBezTo>
                    <a:pt x="15" y="35"/>
                    <a:pt x="13" y="28"/>
                    <a:pt x="10" y="21"/>
                  </a:cubicBezTo>
                  <a:moveTo>
                    <a:pt x="2" y="0"/>
                  </a:moveTo>
                  <a:cubicBezTo>
                    <a:pt x="0" y="6"/>
                    <a:pt x="2" y="10"/>
                    <a:pt x="7" y="13"/>
                  </a:cubicBezTo>
                  <a:cubicBezTo>
                    <a:pt x="5" y="9"/>
                    <a:pt x="4" y="4"/>
                    <a:pt x="2"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0" name="Freeform 39"/>
            <p:cNvSpPr>
              <a:spLocks/>
            </p:cNvSpPr>
            <p:nvPr/>
          </p:nvSpPr>
          <p:spPr bwMode="auto">
            <a:xfrm>
              <a:off x="6491288" y="2517776"/>
              <a:ext cx="173038" cy="198438"/>
            </a:xfrm>
            <a:custGeom>
              <a:avLst/>
              <a:gdLst>
                <a:gd name="T0" fmla="*/ 31 w 106"/>
                <a:gd name="T1" fmla="*/ 0 h 122"/>
                <a:gd name="T2" fmla="*/ 21 w 106"/>
                <a:gd name="T3" fmla="*/ 5 h 122"/>
                <a:gd name="T4" fmla="*/ 27 w 106"/>
                <a:gd name="T5" fmla="*/ 25 h 122"/>
                <a:gd name="T6" fmla="*/ 23 w 106"/>
                <a:gd name="T7" fmla="*/ 25 h 122"/>
                <a:gd name="T8" fmla="*/ 0 w 106"/>
                <a:gd name="T9" fmla="*/ 35 h 122"/>
                <a:gd name="T10" fmla="*/ 0 w 106"/>
                <a:gd name="T11" fmla="*/ 37 h 122"/>
                <a:gd name="T12" fmla="*/ 5 w 106"/>
                <a:gd name="T13" fmla="*/ 50 h 122"/>
                <a:gd name="T14" fmla="*/ 17 w 106"/>
                <a:gd name="T15" fmla="*/ 55 h 122"/>
                <a:gd name="T16" fmla="*/ 8 w 106"/>
                <a:gd name="T17" fmla="*/ 58 h 122"/>
                <a:gd name="T18" fmla="*/ 15 w 106"/>
                <a:gd name="T19" fmla="*/ 80 h 122"/>
                <a:gd name="T20" fmla="*/ 29 w 106"/>
                <a:gd name="T21" fmla="*/ 84 h 122"/>
                <a:gd name="T22" fmla="*/ 73 w 106"/>
                <a:gd name="T23" fmla="*/ 94 h 122"/>
                <a:gd name="T24" fmla="*/ 73 w 106"/>
                <a:gd name="T25" fmla="*/ 95 h 122"/>
                <a:gd name="T26" fmla="*/ 106 w 106"/>
                <a:gd name="T27" fmla="*/ 122 h 122"/>
                <a:gd name="T28" fmla="*/ 105 w 106"/>
                <a:gd name="T29" fmla="*/ 109 h 122"/>
                <a:gd name="T30" fmla="*/ 102 w 106"/>
                <a:gd name="T31" fmla="*/ 68 h 122"/>
                <a:gd name="T32" fmla="*/ 100 w 106"/>
                <a:gd name="T33" fmla="*/ 55 h 122"/>
                <a:gd name="T34" fmla="*/ 99 w 106"/>
                <a:gd name="T35" fmla="*/ 46 h 122"/>
                <a:gd name="T36" fmla="*/ 96 w 106"/>
                <a:gd name="T37" fmla="*/ 43 h 122"/>
                <a:gd name="T38" fmla="*/ 96 w 106"/>
                <a:gd name="T39" fmla="*/ 45 h 122"/>
                <a:gd name="T40" fmla="*/ 93 w 106"/>
                <a:gd name="T41" fmla="*/ 43 h 122"/>
                <a:gd name="T42" fmla="*/ 80 w 106"/>
                <a:gd name="T43" fmla="*/ 8 h 122"/>
                <a:gd name="T44" fmla="*/ 68 w 106"/>
                <a:gd name="T45" fmla="*/ 3 h 122"/>
                <a:gd name="T46" fmla="*/ 66 w 106"/>
                <a:gd name="T47" fmla="*/ 3 h 122"/>
                <a:gd name="T48" fmla="*/ 65 w 106"/>
                <a:gd name="T49" fmla="*/ 3 h 122"/>
                <a:gd name="T50" fmla="*/ 63 w 106"/>
                <a:gd name="T51" fmla="*/ 3 h 122"/>
                <a:gd name="T52" fmla="*/ 60 w 106"/>
                <a:gd name="T53" fmla="*/ 5 h 122"/>
                <a:gd name="T54" fmla="*/ 55 w 106"/>
                <a:gd name="T55" fmla="*/ 14 h 122"/>
                <a:gd name="T56" fmla="*/ 31 w 106"/>
                <a:gd name="T5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6" h="122">
                  <a:moveTo>
                    <a:pt x="31" y="0"/>
                  </a:moveTo>
                  <a:cubicBezTo>
                    <a:pt x="27" y="0"/>
                    <a:pt x="24" y="1"/>
                    <a:pt x="21" y="5"/>
                  </a:cubicBezTo>
                  <a:cubicBezTo>
                    <a:pt x="16" y="11"/>
                    <a:pt x="21" y="19"/>
                    <a:pt x="27" y="25"/>
                  </a:cubicBezTo>
                  <a:cubicBezTo>
                    <a:pt x="26" y="25"/>
                    <a:pt x="25" y="25"/>
                    <a:pt x="23" y="25"/>
                  </a:cubicBezTo>
                  <a:cubicBezTo>
                    <a:pt x="13" y="25"/>
                    <a:pt x="4" y="27"/>
                    <a:pt x="0" y="35"/>
                  </a:cubicBezTo>
                  <a:cubicBezTo>
                    <a:pt x="0" y="36"/>
                    <a:pt x="0" y="36"/>
                    <a:pt x="0" y="37"/>
                  </a:cubicBezTo>
                  <a:cubicBezTo>
                    <a:pt x="2" y="41"/>
                    <a:pt x="3" y="46"/>
                    <a:pt x="5" y="50"/>
                  </a:cubicBezTo>
                  <a:cubicBezTo>
                    <a:pt x="8" y="52"/>
                    <a:pt x="12" y="53"/>
                    <a:pt x="17" y="55"/>
                  </a:cubicBezTo>
                  <a:cubicBezTo>
                    <a:pt x="13" y="55"/>
                    <a:pt x="10" y="56"/>
                    <a:pt x="8" y="58"/>
                  </a:cubicBezTo>
                  <a:cubicBezTo>
                    <a:pt x="11" y="65"/>
                    <a:pt x="13" y="72"/>
                    <a:pt x="15" y="80"/>
                  </a:cubicBezTo>
                  <a:cubicBezTo>
                    <a:pt x="19" y="82"/>
                    <a:pt x="24" y="83"/>
                    <a:pt x="29" y="84"/>
                  </a:cubicBezTo>
                  <a:cubicBezTo>
                    <a:pt x="42" y="88"/>
                    <a:pt x="58" y="92"/>
                    <a:pt x="73" y="94"/>
                  </a:cubicBezTo>
                  <a:cubicBezTo>
                    <a:pt x="73" y="95"/>
                    <a:pt x="73" y="95"/>
                    <a:pt x="73" y="95"/>
                  </a:cubicBezTo>
                  <a:cubicBezTo>
                    <a:pt x="73" y="95"/>
                    <a:pt x="85" y="105"/>
                    <a:pt x="106" y="122"/>
                  </a:cubicBezTo>
                  <a:cubicBezTo>
                    <a:pt x="106" y="117"/>
                    <a:pt x="106" y="113"/>
                    <a:pt x="105" y="109"/>
                  </a:cubicBezTo>
                  <a:cubicBezTo>
                    <a:pt x="104" y="95"/>
                    <a:pt x="103" y="81"/>
                    <a:pt x="102" y="68"/>
                  </a:cubicBezTo>
                  <a:cubicBezTo>
                    <a:pt x="101" y="64"/>
                    <a:pt x="100" y="60"/>
                    <a:pt x="100" y="55"/>
                  </a:cubicBezTo>
                  <a:cubicBezTo>
                    <a:pt x="100" y="52"/>
                    <a:pt x="100" y="49"/>
                    <a:pt x="99" y="46"/>
                  </a:cubicBezTo>
                  <a:cubicBezTo>
                    <a:pt x="98" y="45"/>
                    <a:pt x="97" y="44"/>
                    <a:pt x="96" y="43"/>
                  </a:cubicBezTo>
                  <a:cubicBezTo>
                    <a:pt x="96" y="45"/>
                    <a:pt x="96" y="45"/>
                    <a:pt x="96" y="45"/>
                  </a:cubicBezTo>
                  <a:cubicBezTo>
                    <a:pt x="95" y="44"/>
                    <a:pt x="94" y="44"/>
                    <a:pt x="93" y="43"/>
                  </a:cubicBezTo>
                  <a:cubicBezTo>
                    <a:pt x="94" y="31"/>
                    <a:pt x="87" y="16"/>
                    <a:pt x="80" y="8"/>
                  </a:cubicBezTo>
                  <a:cubicBezTo>
                    <a:pt x="76" y="5"/>
                    <a:pt x="72" y="3"/>
                    <a:pt x="68" y="3"/>
                  </a:cubicBezTo>
                  <a:cubicBezTo>
                    <a:pt x="67" y="3"/>
                    <a:pt x="66" y="3"/>
                    <a:pt x="66" y="3"/>
                  </a:cubicBezTo>
                  <a:cubicBezTo>
                    <a:pt x="65" y="3"/>
                    <a:pt x="65" y="3"/>
                    <a:pt x="65" y="3"/>
                  </a:cubicBezTo>
                  <a:cubicBezTo>
                    <a:pt x="64" y="3"/>
                    <a:pt x="64" y="3"/>
                    <a:pt x="63" y="3"/>
                  </a:cubicBezTo>
                  <a:cubicBezTo>
                    <a:pt x="62" y="4"/>
                    <a:pt x="61" y="4"/>
                    <a:pt x="60" y="5"/>
                  </a:cubicBezTo>
                  <a:cubicBezTo>
                    <a:pt x="57" y="7"/>
                    <a:pt x="56" y="11"/>
                    <a:pt x="55" y="14"/>
                  </a:cubicBezTo>
                  <a:cubicBezTo>
                    <a:pt x="48" y="7"/>
                    <a:pt x="39" y="0"/>
                    <a:pt x="31"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1" name="Freeform 40"/>
            <p:cNvSpPr>
              <a:spLocks/>
            </p:cNvSpPr>
            <p:nvPr/>
          </p:nvSpPr>
          <p:spPr bwMode="auto">
            <a:xfrm>
              <a:off x="6483351" y="2487613"/>
              <a:ext cx="165100" cy="163513"/>
            </a:xfrm>
            <a:custGeom>
              <a:avLst/>
              <a:gdLst>
                <a:gd name="T0" fmla="*/ 98 w 101"/>
                <a:gd name="T1" fmla="*/ 49 h 101"/>
                <a:gd name="T2" fmla="*/ 85 w 101"/>
                <a:gd name="T3" fmla="*/ 15 h 101"/>
                <a:gd name="T4" fmla="*/ 71 w 101"/>
                <a:gd name="T5" fmla="*/ 9 h 101"/>
                <a:gd name="T6" fmla="*/ 68 w 101"/>
                <a:gd name="T7" fmla="*/ 10 h 101"/>
                <a:gd name="T8" fmla="*/ 65 w 101"/>
                <a:gd name="T9" fmla="*/ 11 h 101"/>
                <a:gd name="T10" fmla="*/ 60 w 101"/>
                <a:gd name="T11" fmla="*/ 21 h 101"/>
                <a:gd name="T12" fmla="*/ 26 w 101"/>
                <a:gd name="T13" fmla="*/ 11 h 101"/>
                <a:gd name="T14" fmla="*/ 32 w 101"/>
                <a:gd name="T15" fmla="*/ 32 h 101"/>
                <a:gd name="T16" fmla="*/ 5 w 101"/>
                <a:gd name="T17" fmla="*/ 42 h 101"/>
                <a:gd name="T18" fmla="*/ 22 w 101"/>
                <a:gd name="T19" fmla="*/ 61 h 101"/>
                <a:gd name="T20" fmla="*/ 11 w 101"/>
                <a:gd name="T21" fmla="*/ 78 h 101"/>
                <a:gd name="T22" fmla="*/ 34 w 101"/>
                <a:gd name="T23" fmla="*/ 90 h 101"/>
                <a:gd name="T24" fmla="*/ 78 w 101"/>
                <a:gd name="T25" fmla="*/ 101 h 101"/>
                <a:gd name="T26" fmla="*/ 101 w 101"/>
                <a:gd name="T27" fmla="*/ 51 h 101"/>
                <a:gd name="T28" fmla="*/ 98 w 101"/>
                <a:gd name="T29" fmla="*/ 4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1">
                  <a:moveTo>
                    <a:pt x="98" y="49"/>
                  </a:moveTo>
                  <a:cubicBezTo>
                    <a:pt x="99" y="37"/>
                    <a:pt x="92" y="23"/>
                    <a:pt x="85" y="15"/>
                  </a:cubicBezTo>
                  <a:cubicBezTo>
                    <a:pt x="81" y="11"/>
                    <a:pt x="76" y="8"/>
                    <a:pt x="71" y="9"/>
                  </a:cubicBezTo>
                  <a:cubicBezTo>
                    <a:pt x="70" y="9"/>
                    <a:pt x="69" y="9"/>
                    <a:pt x="68" y="10"/>
                  </a:cubicBezTo>
                  <a:cubicBezTo>
                    <a:pt x="67" y="10"/>
                    <a:pt x="66" y="11"/>
                    <a:pt x="65" y="11"/>
                  </a:cubicBezTo>
                  <a:cubicBezTo>
                    <a:pt x="62" y="13"/>
                    <a:pt x="61" y="17"/>
                    <a:pt x="60" y="21"/>
                  </a:cubicBezTo>
                  <a:cubicBezTo>
                    <a:pt x="50" y="11"/>
                    <a:pt x="35" y="0"/>
                    <a:pt x="26" y="11"/>
                  </a:cubicBezTo>
                  <a:cubicBezTo>
                    <a:pt x="21" y="17"/>
                    <a:pt x="26" y="25"/>
                    <a:pt x="32" y="32"/>
                  </a:cubicBezTo>
                  <a:cubicBezTo>
                    <a:pt x="21" y="31"/>
                    <a:pt x="9" y="32"/>
                    <a:pt x="5" y="42"/>
                  </a:cubicBezTo>
                  <a:cubicBezTo>
                    <a:pt x="0" y="53"/>
                    <a:pt x="11" y="58"/>
                    <a:pt x="22" y="61"/>
                  </a:cubicBezTo>
                  <a:cubicBezTo>
                    <a:pt x="13" y="63"/>
                    <a:pt x="6" y="68"/>
                    <a:pt x="11" y="78"/>
                  </a:cubicBezTo>
                  <a:cubicBezTo>
                    <a:pt x="15" y="86"/>
                    <a:pt x="26" y="88"/>
                    <a:pt x="34" y="90"/>
                  </a:cubicBezTo>
                  <a:cubicBezTo>
                    <a:pt x="47" y="94"/>
                    <a:pt x="63" y="99"/>
                    <a:pt x="78" y="101"/>
                  </a:cubicBezTo>
                  <a:cubicBezTo>
                    <a:pt x="101" y="51"/>
                    <a:pt x="101" y="51"/>
                    <a:pt x="101" y="51"/>
                  </a:cubicBezTo>
                  <a:cubicBezTo>
                    <a:pt x="100" y="51"/>
                    <a:pt x="99" y="50"/>
                    <a:pt x="98" y="4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2" name="Freeform 41"/>
            <p:cNvSpPr>
              <a:spLocks/>
            </p:cNvSpPr>
            <p:nvPr/>
          </p:nvSpPr>
          <p:spPr bwMode="auto">
            <a:xfrm>
              <a:off x="6607176" y="2566988"/>
              <a:ext cx="365125" cy="1079500"/>
            </a:xfrm>
            <a:custGeom>
              <a:avLst/>
              <a:gdLst>
                <a:gd name="T0" fmla="*/ 25 w 225"/>
                <a:gd name="T1" fmla="*/ 0 h 666"/>
                <a:gd name="T2" fmla="*/ 25 w 225"/>
                <a:gd name="T3" fmla="*/ 2 h 666"/>
                <a:gd name="T4" fmla="*/ 2 w 225"/>
                <a:gd name="T5" fmla="*/ 52 h 666"/>
                <a:gd name="T6" fmla="*/ 2 w 225"/>
                <a:gd name="T7" fmla="*/ 52 h 666"/>
                <a:gd name="T8" fmla="*/ 158 w 225"/>
                <a:gd name="T9" fmla="*/ 264 h 666"/>
                <a:gd name="T10" fmla="*/ 0 w 225"/>
                <a:gd name="T11" fmla="*/ 616 h 666"/>
                <a:gd name="T12" fmla="*/ 30 w 225"/>
                <a:gd name="T13" fmla="*/ 666 h 666"/>
                <a:gd name="T14" fmla="*/ 214 w 225"/>
                <a:gd name="T15" fmla="*/ 299 h 666"/>
                <a:gd name="T16" fmla="*/ 25 w 225"/>
                <a:gd name="T1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666">
                  <a:moveTo>
                    <a:pt x="25" y="0"/>
                  </a:moveTo>
                  <a:cubicBezTo>
                    <a:pt x="25" y="2"/>
                    <a:pt x="25" y="2"/>
                    <a:pt x="25" y="2"/>
                  </a:cubicBezTo>
                  <a:cubicBezTo>
                    <a:pt x="2" y="52"/>
                    <a:pt x="2" y="52"/>
                    <a:pt x="2" y="52"/>
                  </a:cubicBezTo>
                  <a:cubicBezTo>
                    <a:pt x="2" y="52"/>
                    <a:pt x="2" y="52"/>
                    <a:pt x="2" y="52"/>
                  </a:cubicBezTo>
                  <a:cubicBezTo>
                    <a:pt x="2" y="52"/>
                    <a:pt x="164" y="161"/>
                    <a:pt x="158" y="264"/>
                  </a:cubicBezTo>
                  <a:cubicBezTo>
                    <a:pt x="152" y="367"/>
                    <a:pt x="0" y="616"/>
                    <a:pt x="0" y="616"/>
                  </a:cubicBezTo>
                  <a:cubicBezTo>
                    <a:pt x="30" y="666"/>
                    <a:pt x="30" y="666"/>
                    <a:pt x="30" y="666"/>
                  </a:cubicBezTo>
                  <a:cubicBezTo>
                    <a:pt x="30" y="666"/>
                    <a:pt x="204" y="410"/>
                    <a:pt x="214" y="299"/>
                  </a:cubicBezTo>
                  <a:cubicBezTo>
                    <a:pt x="225" y="187"/>
                    <a:pt x="170" y="121"/>
                    <a:pt x="25" y="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3" name="Freeform 42"/>
            <p:cNvSpPr>
              <a:spLocks/>
            </p:cNvSpPr>
            <p:nvPr/>
          </p:nvSpPr>
          <p:spPr bwMode="auto">
            <a:xfrm>
              <a:off x="5969001" y="3373438"/>
              <a:ext cx="201613" cy="733425"/>
            </a:xfrm>
            <a:custGeom>
              <a:avLst/>
              <a:gdLst>
                <a:gd name="T0" fmla="*/ 37 w 124"/>
                <a:gd name="T1" fmla="*/ 70 h 452"/>
                <a:gd name="T2" fmla="*/ 10 w 124"/>
                <a:gd name="T3" fmla="*/ 268 h 452"/>
                <a:gd name="T4" fmla="*/ 72 w 124"/>
                <a:gd name="T5" fmla="*/ 450 h 452"/>
                <a:gd name="T6" fmla="*/ 122 w 124"/>
                <a:gd name="T7" fmla="*/ 264 h 452"/>
                <a:gd name="T8" fmla="*/ 70 w 124"/>
                <a:gd name="T9" fmla="*/ 69 h 452"/>
                <a:gd name="T10" fmla="*/ 90 w 124"/>
                <a:gd name="T11" fmla="*/ 40 h 452"/>
                <a:gd name="T12" fmla="*/ 49 w 124"/>
                <a:gd name="T13" fmla="*/ 2 h 452"/>
                <a:gd name="T14" fmla="*/ 37 w 124"/>
                <a:gd name="T15" fmla="*/ 70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452">
                  <a:moveTo>
                    <a:pt x="37" y="70"/>
                  </a:moveTo>
                  <a:cubicBezTo>
                    <a:pt x="37" y="70"/>
                    <a:pt x="3" y="231"/>
                    <a:pt x="10" y="268"/>
                  </a:cubicBezTo>
                  <a:cubicBezTo>
                    <a:pt x="16" y="305"/>
                    <a:pt x="59" y="448"/>
                    <a:pt x="72" y="450"/>
                  </a:cubicBezTo>
                  <a:cubicBezTo>
                    <a:pt x="85" y="452"/>
                    <a:pt x="124" y="290"/>
                    <a:pt x="122" y="264"/>
                  </a:cubicBezTo>
                  <a:cubicBezTo>
                    <a:pt x="120" y="238"/>
                    <a:pt x="70" y="69"/>
                    <a:pt x="70" y="69"/>
                  </a:cubicBezTo>
                  <a:cubicBezTo>
                    <a:pt x="70" y="69"/>
                    <a:pt x="86" y="58"/>
                    <a:pt x="90" y="40"/>
                  </a:cubicBezTo>
                  <a:cubicBezTo>
                    <a:pt x="94" y="19"/>
                    <a:pt x="77" y="0"/>
                    <a:pt x="49" y="2"/>
                  </a:cubicBezTo>
                  <a:cubicBezTo>
                    <a:pt x="21" y="4"/>
                    <a:pt x="0" y="39"/>
                    <a:pt x="37" y="70"/>
                  </a:cubicBezTo>
                  <a:close/>
                </a:path>
              </a:pathLst>
            </a:custGeom>
            <a:solidFill>
              <a:srgbClr val="CA4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4" name="Freeform 43"/>
            <p:cNvSpPr>
              <a:spLocks/>
            </p:cNvSpPr>
            <p:nvPr/>
          </p:nvSpPr>
          <p:spPr bwMode="auto">
            <a:xfrm>
              <a:off x="5351463" y="3287713"/>
              <a:ext cx="695325" cy="269875"/>
            </a:xfrm>
            <a:custGeom>
              <a:avLst/>
              <a:gdLst>
                <a:gd name="T0" fmla="*/ 5 w 428"/>
                <a:gd name="T1" fmla="*/ 0 h 166"/>
                <a:gd name="T2" fmla="*/ 0 w 428"/>
                <a:gd name="T3" fmla="*/ 53 h 166"/>
                <a:gd name="T4" fmla="*/ 328 w 428"/>
                <a:gd name="T5" fmla="*/ 166 h 166"/>
                <a:gd name="T6" fmla="*/ 428 w 428"/>
                <a:gd name="T7" fmla="*/ 55 h 166"/>
                <a:gd name="T8" fmla="*/ 5 w 428"/>
                <a:gd name="T9" fmla="*/ 0 h 166"/>
              </a:gdLst>
              <a:ahLst/>
              <a:cxnLst>
                <a:cxn ang="0">
                  <a:pos x="T0" y="T1"/>
                </a:cxn>
                <a:cxn ang="0">
                  <a:pos x="T2" y="T3"/>
                </a:cxn>
                <a:cxn ang="0">
                  <a:pos x="T4" y="T5"/>
                </a:cxn>
                <a:cxn ang="0">
                  <a:pos x="T6" y="T7"/>
                </a:cxn>
                <a:cxn ang="0">
                  <a:pos x="T8" y="T9"/>
                </a:cxn>
              </a:cxnLst>
              <a:rect l="0" t="0" r="r" b="b"/>
              <a:pathLst>
                <a:path w="428" h="166">
                  <a:moveTo>
                    <a:pt x="5" y="0"/>
                  </a:moveTo>
                  <a:cubicBezTo>
                    <a:pt x="0" y="53"/>
                    <a:pt x="0" y="53"/>
                    <a:pt x="0" y="53"/>
                  </a:cubicBezTo>
                  <a:cubicBezTo>
                    <a:pt x="0" y="53"/>
                    <a:pt x="236" y="108"/>
                    <a:pt x="328" y="166"/>
                  </a:cubicBezTo>
                  <a:cubicBezTo>
                    <a:pt x="328" y="166"/>
                    <a:pt x="357" y="59"/>
                    <a:pt x="428" y="55"/>
                  </a:cubicBezTo>
                  <a:cubicBezTo>
                    <a:pt x="428" y="55"/>
                    <a:pt x="192" y="65"/>
                    <a:pt x="5" y="0"/>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5" name="Freeform 44"/>
            <p:cNvSpPr>
              <a:spLocks/>
            </p:cNvSpPr>
            <p:nvPr/>
          </p:nvSpPr>
          <p:spPr bwMode="auto">
            <a:xfrm>
              <a:off x="6103938" y="3267076"/>
              <a:ext cx="581025" cy="261938"/>
            </a:xfrm>
            <a:custGeom>
              <a:avLst/>
              <a:gdLst>
                <a:gd name="T0" fmla="*/ 0 w 358"/>
                <a:gd name="T1" fmla="*/ 66 h 162"/>
                <a:gd name="T2" fmla="*/ 154 w 358"/>
                <a:gd name="T3" fmla="*/ 162 h 162"/>
                <a:gd name="T4" fmla="*/ 358 w 358"/>
                <a:gd name="T5" fmla="*/ 51 h 162"/>
                <a:gd name="T6" fmla="*/ 347 w 358"/>
                <a:gd name="T7" fmla="*/ 0 h 162"/>
                <a:gd name="T8" fmla="*/ 0 w 358"/>
                <a:gd name="T9" fmla="*/ 66 h 162"/>
              </a:gdLst>
              <a:ahLst/>
              <a:cxnLst>
                <a:cxn ang="0">
                  <a:pos x="T0" y="T1"/>
                </a:cxn>
                <a:cxn ang="0">
                  <a:pos x="T2" y="T3"/>
                </a:cxn>
                <a:cxn ang="0">
                  <a:pos x="T4" y="T5"/>
                </a:cxn>
                <a:cxn ang="0">
                  <a:pos x="T6" y="T7"/>
                </a:cxn>
                <a:cxn ang="0">
                  <a:pos x="T8" y="T9"/>
                </a:cxn>
              </a:cxnLst>
              <a:rect l="0" t="0" r="r" b="b"/>
              <a:pathLst>
                <a:path w="358" h="162">
                  <a:moveTo>
                    <a:pt x="0" y="66"/>
                  </a:moveTo>
                  <a:cubicBezTo>
                    <a:pt x="0" y="66"/>
                    <a:pt x="135" y="82"/>
                    <a:pt x="154" y="162"/>
                  </a:cubicBezTo>
                  <a:cubicBezTo>
                    <a:pt x="154" y="162"/>
                    <a:pt x="259" y="69"/>
                    <a:pt x="358" y="51"/>
                  </a:cubicBezTo>
                  <a:cubicBezTo>
                    <a:pt x="358" y="51"/>
                    <a:pt x="353" y="11"/>
                    <a:pt x="347" y="0"/>
                  </a:cubicBezTo>
                  <a:cubicBezTo>
                    <a:pt x="347" y="0"/>
                    <a:pt x="163" y="46"/>
                    <a:pt x="0" y="66"/>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grpSp>
      <p:sp>
        <p:nvSpPr>
          <p:cNvPr id="4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13961795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 fill="hold"/>
                                        <p:tgtEl>
                                          <p:spTgt spid="9"/>
                                        </p:tgtEl>
                                        <p:attrNameLst>
                                          <p:attrName>ppt_x</p:attrName>
                                        </p:attrNameLst>
                                      </p:cBhvr>
                                      <p:tavLst>
                                        <p:tav tm="0">
                                          <p:val>
                                            <p:strVal val="#ppt_x"/>
                                          </p:val>
                                        </p:tav>
                                        <p:tav tm="100000">
                                          <p:val>
                                            <p:strVal val="#ppt_x"/>
                                          </p:val>
                                        </p:tav>
                                      </p:tavLst>
                                    </p:anim>
                                    <p:anim calcmode="lin" valueType="num">
                                      <p:cBhvr additive="base">
                                        <p:cTn id="19" dur="500" fill="hold"/>
                                        <p:tgtEl>
                                          <p:spTgt spid="9"/>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8"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9425" y="549715"/>
            <a:ext cx="11233150" cy="405130"/>
          </a:xfrm>
        </p:spPr>
        <p:txBody>
          <a:bodyPr>
            <a:noAutofit/>
          </a:bodyPr>
          <a:lstStyle/>
          <a:p>
            <a:pPr algn="r" rtl="1"/>
            <a:r>
              <a:rPr lang="ar-SA" sz="4000" u="sng" dirty="0"/>
              <a:t>أ- التطور التاريخي للراديو التعليمي</a:t>
            </a:r>
            <a:endParaRPr lang="en-US" sz="4000" u="sng" dirty="0"/>
          </a:p>
        </p:txBody>
      </p:sp>
      <p:grpSp>
        <p:nvGrpSpPr>
          <p:cNvPr id="31" name="Group 30"/>
          <p:cNvGrpSpPr/>
          <p:nvPr/>
        </p:nvGrpSpPr>
        <p:grpSpPr>
          <a:xfrm>
            <a:off x="4762395" y="3458205"/>
            <a:ext cx="1798116" cy="3399795"/>
            <a:chOff x="1984502" y="2746821"/>
            <a:chExt cx="1798116" cy="4111179"/>
          </a:xfrm>
          <a:effectLst>
            <a:outerShdw blurRad="50800" dist="38100" dir="2700000" algn="tl" rotWithShape="0">
              <a:prstClr val="black">
                <a:alpha val="40000"/>
              </a:prstClr>
            </a:outerShdw>
          </a:effectLst>
        </p:grpSpPr>
        <p:sp>
          <p:nvSpPr>
            <p:cNvPr id="19" name="Rectangle 18"/>
            <p:cNvSpPr/>
            <p:nvPr/>
          </p:nvSpPr>
          <p:spPr>
            <a:xfrm>
              <a:off x="2484417" y="3135086"/>
              <a:ext cx="798286" cy="372291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Freeform 24"/>
            <p:cNvSpPr/>
            <p:nvPr/>
          </p:nvSpPr>
          <p:spPr>
            <a:xfrm rot="18903448">
              <a:off x="1984502" y="2746821"/>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38" name="Group 37"/>
          <p:cNvGrpSpPr/>
          <p:nvPr/>
        </p:nvGrpSpPr>
        <p:grpSpPr>
          <a:xfrm>
            <a:off x="5537949" y="2145740"/>
            <a:ext cx="1798116" cy="4726774"/>
            <a:chOff x="3564108" y="2131224"/>
            <a:chExt cx="1798116" cy="4726774"/>
          </a:xfrm>
          <a:effectLst>
            <a:outerShdw blurRad="50800" dist="38100" dir="2700000" algn="tl" rotWithShape="0">
              <a:prstClr val="black">
                <a:alpha val="40000"/>
              </a:prstClr>
            </a:outerShdw>
          </a:effectLst>
        </p:grpSpPr>
        <p:sp>
          <p:nvSpPr>
            <p:cNvPr id="34" name="Rectangle 33"/>
            <p:cNvSpPr/>
            <p:nvPr/>
          </p:nvSpPr>
          <p:spPr>
            <a:xfrm>
              <a:off x="4064023" y="2374087"/>
              <a:ext cx="798286" cy="448391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Freeform 34"/>
            <p:cNvSpPr/>
            <p:nvPr/>
          </p:nvSpPr>
          <p:spPr>
            <a:xfrm rot="18903448">
              <a:off x="3564108" y="2131224"/>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20" name="TextBox 19"/>
          <p:cNvSpPr txBox="1"/>
          <p:nvPr/>
        </p:nvSpPr>
        <p:spPr>
          <a:xfrm>
            <a:off x="479425" y="3975218"/>
            <a:ext cx="3736624" cy="1477328"/>
          </a:xfrm>
          <a:prstGeom prst="rect">
            <a:avLst/>
          </a:prstGeom>
          <a:noFill/>
        </p:spPr>
        <p:txBody>
          <a:bodyPr wrap="square" lIns="0" tIns="0" rIns="0" bIns="0" rtlCol="0">
            <a:spAutoFit/>
          </a:bodyPr>
          <a:lstStyle/>
          <a:p>
            <a:pPr algn="ctr" rtl="1" fontAlgn="auto">
              <a:spcBef>
                <a:spcPts val="0"/>
              </a:spcBef>
              <a:spcAft>
                <a:spcPts val="0"/>
              </a:spcAft>
            </a:pPr>
            <a:r>
              <a:rPr lang="ar-SA" sz="3200" b="1" dirty="0"/>
              <a:t>ترجع الجذور التاريخية لاستخدام المذياع في التعليم إلى عام 1921م</a:t>
            </a:r>
            <a:endParaRPr lang="en-AU" sz="3200" b="1" dirty="0">
              <a:solidFill>
                <a:prstClr val="black">
                  <a:lumMod val="50000"/>
                  <a:lumOff val="50000"/>
                </a:prstClr>
              </a:solidFill>
              <a:latin typeface="Roboto Lt"/>
            </a:endParaRPr>
          </a:p>
        </p:txBody>
      </p:sp>
      <p:sp>
        <p:nvSpPr>
          <p:cNvPr id="22" name="TextBox 21"/>
          <p:cNvSpPr txBox="1"/>
          <p:nvPr/>
        </p:nvSpPr>
        <p:spPr>
          <a:xfrm rot="16200000">
            <a:off x="5362456" y="3735379"/>
            <a:ext cx="417455" cy="677108"/>
          </a:xfrm>
          <a:prstGeom prst="rect">
            <a:avLst/>
          </a:prstGeom>
          <a:noFill/>
        </p:spPr>
        <p:txBody>
          <a:bodyPr wrap="square" lIns="0" tIns="0" rIns="0" bIns="0" rtlCol="0">
            <a:spAutoFit/>
          </a:bodyPr>
          <a:lstStyle/>
          <a:p>
            <a:pPr algn="r" fontAlgn="auto">
              <a:spcBef>
                <a:spcPts val="0"/>
              </a:spcBef>
              <a:spcAft>
                <a:spcPts val="0"/>
              </a:spcAft>
            </a:pPr>
            <a:r>
              <a:rPr lang="en-US" sz="4400" b="1" dirty="0" smtClean="0">
                <a:solidFill>
                  <a:prstClr val="white"/>
                </a:solidFill>
                <a:latin typeface="Roboto"/>
                <a:cs typeface="Clear Sans" panose="020B0503030202020304" pitchFamily="34" charset="0"/>
              </a:rPr>
              <a:t>1</a:t>
            </a:r>
            <a:endParaRPr lang="id-ID" sz="4400" b="1" dirty="0">
              <a:solidFill>
                <a:prstClr val="white"/>
              </a:solidFill>
              <a:latin typeface="Roboto"/>
              <a:cs typeface="Clear Sans" panose="020B0503030202020304" pitchFamily="34" charset="0"/>
            </a:endParaRPr>
          </a:p>
        </p:txBody>
      </p:sp>
      <p:sp>
        <p:nvSpPr>
          <p:cNvPr id="23" name="TextBox 22"/>
          <p:cNvSpPr txBox="1"/>
          <p:nvPr/>
        </p:nvSpPr>
        <p:spPr>
          <a:xfrm rot="16200000">
            <a:off x="5408075" y="2887611"/>
            <a:ext cx="2112993" cy="677108"/>
          </a:xfrm>
          <a:prstGeom prst="rect">
            <a:avLst/>
          </a:prstGeom>
          <a:noFill/>
        </p:spPr>
        <p:txBody>
          <a:bodyPr wrap="square" lIns="0" tIns="0" rIns="0" bIns="0" rtlCol="0">
            <a:spAutoFit/>
          </a:bodyPr>
          <a:lstStyle/>
          <a:p>
            <a:pPr algn="r" fontAlgn="auto">
              <a:spcBef>
                <a:spcPts val="0"/>
              </a:spcBef>
              <a:spcAft>
                <a:spcPts val="0"/>
              </a:spcAft>
            </a:pPr>
            <a:r>
              <a:rPr lang="en-US" sz="4400" b="1" dirty="0" smtClean="0">
                <a:solidFill>
                  <a:prstClr val="white"/>
                </a:solidFill>
                <a:latin typeface="Roboto"/>
                <a:cs typeface="Clear Sans" panose="020B0503030202020304" pitchFamily="34" charset="0"/>
              </a:rPr>
              <a:t>2</a:t>
            </a:r>
            <a:endParaRPr lang="id-ID" sz="4400" b="1" dirty="0">
              <a:solidFill>
                <a:prstClr val="white"/>
              </a:solidFill>
              <a:latin typeface="Roboto"/>
              <a:cs typeface="Clear Sans" panose="020B0503030202020304" pitchFamily="34" charset="0"/>
            </a:endParaRPr>
          </a:p>
        </p:txBody>
      </p:sp>
      <p:sp>
        <p:nvSpPr>
          <p:cNvPr id="24" name="TextBox 23"/>
          <p:cNvSpPr txBox="1"/>
          <p:nvPr/>
        </p:nvSpPr>
        <p:spPr>
          <a:xfrm rot="16200000">
            <a:off x="6195445" y="4190663"/>
            <a:ext cx="2112993" cy="677108"/>
          </a:xfrm>
          <a:prstGeom prst="rect">
            <a:avLst/>
          </a:prstGeom>
          <a:noFill/>
        </p:spPr>
        <p:txBody>
          <a:bodyPr wrap="square" lIns="0" tIns="0" rIns="0" bIns="0" rtlCol="0">
            <a:spAutoFit/>
          </a:bodyPr>
          <a:lstStyle/>
          <a:p>
            <a:pPr algn="r" fontAlgn="auto">
              <a:spcBef>
                <a:spcPts val="0"/>
              </a:spcBef>
              <a:spcAft>
                <a:spcPts val="0"/>
              </a:spcAft>
            </a:pPr>
            <a:r>
              <a:rPr lang="en-US" sz="4400" b="1" dirty="0" smtClean="0">
                <a:solidFill>
                  <a:prstClr val="white"/>
                </a:solidFill>
                <a:latin typeface="Roboto"/>
                <a:cs typeface="Clear Sans" panose="020B0503030202020304" pitchFamily="34" charset="0"/>
              </a:rPr>
              <a:t>3</a:t>
            </a:r>
            <a:endParaRPr lang="id-ID" sz="4400" b="1" dirty="0">
              <a:solidFill>
                <a:prstClr val="white"/>
              </a:solidFill>
              <a:latin typeface="Roboto"/>
              <a:cs typeface="Clear Sans" panose="020B0503030202020304" pitchFamily="34" charset="0"/>
            </a:endParaRPr>
          </a:p>
        </p:txBody>
      </p:sp>
      <p:sp>
        <p:nvSpPr>
          <p:cNvPr id="28" name="TextBox 27"/>
          <p:cNvSpPr txBox="1"/>
          <p:nvPr/>
        </p:nvSpPr>
        <p:spPr>
          <a:xfrm rot="16200000">
            <a:off x="6949933" y="5883269"/>
            <a:ext cx="2112993" cy="246221"/>
          </a:xfrm>
          <a:prstGeom prst="rect">
            <a:avLst/>
          </a:prstGeom>
          <a:noFill/>
        </p:spPr>
        <p:txBody>
          <a:bodyPr wrap="square" lIns="0" tIns="0" rIns="0" bIns="0" rtlCol="0">
            <a:spAutoFit/>
          </a:bodyPr>
          <a:lstStyle/>
          <a:p>
            <a:pPr algn="r" fontAlgn="auto">
              <a:spcBef>
                <a:spcPts val="0"/>
              </a:spcBef>
              <a:spcAft>
                <a:spcPts val="0"/>
              </a:spcAft>
            </a:pPr>
            <a:r>
              <a:rPr lang="id-ID" sz="1600" dirty="0">
                <a:solidFill>
                  <a:prstClr val="white"/>
                </a:solidFill>
                <a:latin typeface="Roboto"/>
                <a:cs typeface="Clear Sans" panose="020B0503030202020304" pitchFamily="34" charset="0"/>
              </a:rPr>
              <a:t>SUBTITLE HERE</a:t>
            </a:r>
          </a:p>
        </p:txBody>
      </p:sp>
      <p:sp>
        <p:nvSpPr>
          <p:cNvPr id="30" name="TextBox 29"/>
          <p:cNvSpPr txBox="1"/>
          <p:nvPr/>
        </p:nvSpPr>
        <p:spPr>
          <a:xfrm>
            <a:off x="7611704" y="2559447"/>
            <a:ext cx="4262659" cy="1969770"/>
          </a:xfrm>
          <a:prstGeom prst="rect">
            <a:avLst/>
          </a:prstGeom>
          <a:noFill/>
        </p:spPr>
        <p:txBody>
          <a:bodyPr wrap="square" lIns="0" tIns="0" rIns="0" bIns="0" rtlCol="0">
            <a:spAutoFit/>
          </a:bodyPr>
          <a:lstStyle/>
          <a:p>
            <a:pPr algn="ctr" rtl="1"/>
            <a:r>
              <a:rPr lang="ar-SA" sz="3200" b="1" dirty="0"/>
              <a:t>شهد عام 1963م، انطلاقة الإعلان عن التعليم عن بعد في المملكة المتحدة بمسمى "جامعة الهواء" </a:t>
            </a:r>
            <a:endParaRPr lang="en-US" sz="3200" b="1" dirty="0">
              <a:solidFill>
                <a:prstClr val="black"/>
              </a:solidFill>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00771155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wipe(down)">
                                      <p:cBhvr>
                                        <p:cTn id="11" dur="500"/>
                                        <p:tgtEl>
                                          <p:spTgt spid="38"/>
                                        </p:tgtEl>
                                      </p:cBhvr>
                                    </p:animEffect>
                                  </p:childTnLst>
                                </p:cTn>
                              </p:par>
                            </p:childTnLst>
                          </p:cTn>
                        </p:par>
                        <p:par>
                          <p:cTn id="12" fill="hold">
                            <p:stCondLst>
                              <p:cond delay="1000"/>
                            </p:stCondLst>
                            <p:childTnLst>
                              <p:par>
                                <p:cTn id="13" presetID="18" presetClass="entr" presetSubtype="12"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strips(downLeft)">
                                      <p:cBhvr>
                                        <p:cTn id="15" dur="500"/>
                                        <p:tgtEl>
                                          <p:spTgt spid="20"/>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500"/>
                                        <p:tgtEl>
                                          <p:spTgt spid="22"/>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strips(downRight)">
                                      <p:cBhvr>
                                        <p:cTn id="27" dur="500"/>
                                        <p:tgtEl>
                                          <p:spTgt spid="30"/>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28"/>
                                        </p:tgtEl>
                                        <p:attrNameLst>
                                          <p:attrName>style.visibility</p:attrName>
                                        </p:attrNameLst>
                                      </p:cBhvr>
                                      <p:to>
                                        <p:strVal val="visible"/>
                                      </p:to>
                                    </p:set>
                                    <p:animEffect transition="in" filter="fade">
                                      <p:cBhvr>
                                        <p:cTn id="35"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2" grpId="0"/>
      <p:bldP spid="23" grpId="0"/>
      <p:bldP spid="24" grpId="0"/>
      <p:bldP spid="28" grpId="0"/>
      <p:bldP spid="30" grpId="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p:cNvGrpSpPr/>
          <p:nvPr/>
        </p:nvGrpSpPr>
        <p:grpSpPr>
          <a:xfrm>
            <a:off x="4755342" y="3472719"/>
            <a:ext cx="1798116" cy="3399795"/>
            <a:chOff x="1984502" y="2746821"/>
            <a:chExt cx="1798116" cy="4111179"/>
          </a:xfrm>
          <a:effectLst>
            <a:outerShdw blurRad="50800" dist="38100" dir="2700000" algn="tl" rotWithShape="0">
              <a:prstClr val="black">
                <a:alpha val="40000"/>
              </a:prstClr>
            </a:outerShdw>
          </a:effectLst>
        </p:grpSpPr>
        <p:sp>
          <p:nvSpPr>
            <p:cNvPr id="19" name="Rectangle 18"/>
            <p:cNvSpPr/>
            <p:nvPr/>
          </p:nvSpPr>
          <p:spPr>
            <a:xfrm>
              <a:off x="2484417" y="3135086"/>
              <a:ext cx="798286" cy="372291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Freeform 24"/>
            <p:cNvSpPr/>
            <p:nvPr/>
          </p:nvSpPr>
          <p:spPr>
            <a:xfrm rot="18903448">
              <a:off x="1984502" y="2746821"/>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38" name="Group 37"/>
          <p:cNvGrpSpPr/>
          <p:nvPr/>
        </p:nvGrpSpPr>
        <p:grpSpPr>
          <a:xfrm>
            <a:off x="5537949" y="2145740"/>
            <a:ext cx="1798116" cy="4726774"/>
            <a:chOff x="3564108" y="2131224"/>
            <a:chExt cx="1798116" cy="4726774"/>
          </a:xfrm>
          <a:effectLst>
            <a:outerShdw blurRad="50800" dist="38100" dir="2700000" algn="tl" rotWithShape="0">
              <a:prstClr val="black">
                <a:alpha val="40000"/>
              </a:prstClr>
            </a:outerShdw>
          </a:effectLst>
        </p:grpSpPr>
        <p:sp>
          <p:nvSpPr>
            <p:cNvPr id="34" name="Rectangle 33"/>
            <p:cNvSpPr/>
            <p:nvPr/>
          </p:nvSpPr>
          <p:spPr>
            <a:xfrm>
              <a:off x="4064023" y="2374087"/>
              <a:ext cx="798286" cy="448391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Freeform 34"/>
            <p:cNvSpPr/>
            <p:nvPr/>
          </p:nvSpPr>
          <p:spPr>
            <a:xfrm rot="18903448">
              <a:off x="3564108" y="2131224"/>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40" name="Group 39"/>
          <p:cNvGrpSpPr/>
          <p:nvPr/>
        </p:nvGrpSpPr>
        <p:grpSpPr>
          <a:xfrm>
            <a:off x="6336234" y="3376934"/>
            <a:ext cx="1798116" cy="3487144"/>
            <a:chOff x="4362393" y="3362418"/>
            <a:chExt cx="1798116" cy="3487144"/>
          </a:xfrm>
          <a:effectLst>
            <a:outerShdw blurRad="50800" dist="38100" dir="2700000" algn="tl" rotWithShape="0">
              <a:prstClr val="black">
                <a:alpha val="40000"/>
              </a:prstClr>
            </a:outerShdw>
          </a:effectLst>
        </p:grpSpPr>
        <p:sp>
          <p:nvSpPr>
            <p:cNvPr id="36" name="Rectangle 35"/>
            <p:cNvSpPr/>
            <p:nvPr/>
          </p:nvSpPr>
          <p:spPr>
            <a:xfrm>
              <a:off x="4862308" y="3770141"/>
              <a:ext cx="798286" cy="30794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7" name="Freeform 36"/>
            <p:cNvSpPr/>
            <p:nvPr/>
          </p:nvSpPr>
          <p:spPr>
            <a:xfrm rot="18903448">
              <a:off x="4362393" y="3362418"/>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20" name="TextBox 19"/>
          <p:cNvSpPr txBox="1"/>
          <p:nvPr/>
        </p:nvSpPr>
        <p:spPr>
          <a:xfrm>
            <a:off x="161415" y="3750725"/>
            <a:ext cx="4376793" cy="2154436"/>
          </a:xfrm>
          <a:prstGeom prst="rect">
            <a:avLst/>
          </a:prstGeom>
          <a:noFill/>
        </p:spPr>
        <p:txBody>
          <a:bodyPr wrap="square" lIns="0" tIns="0" rIns="0" bIns="0" rtlCol="0">
            <a:spAutoFit/>
          </a:bodyPr>
          <a:lstStyle/>
          <a:p>
            <a:pPr algn="ctr" rtl="1"/>
            <a:r>
              <a:rPr lang="ar-SA" sz="2800" b="1" dirty="0"/>
              <a:t>في البلاد العربية تم افتتاح أول جامعة تعتمد على التعليم عن بعد عام 1969م، وهي الجامعة العربية المفتوحة، وبدأت الدراسة فيها عام 1971م</a:t>
            </a:r>
            <a:endParaRPr lang="en-US" sz="2800" b="1" dirty="0">
              <a:solidFill>
                <a:prstClr val="black"/>
              </a:solidFill>
            </a:endParaRPr>
          </a:p>
        </p:txBody>
      </p:sp>
      <p:sp>
        <p:nvSpPr>
          <p:cNvPr id="22" name="TextBox 21"/>
          <p:cNvSpPr txBox="1"/>
          <p:nvPr/>
        </p:nvSpPr>
        <p:spPr>
          <a:xfrm rot="16200000">
            <a:off x="5362456" y="3735379"/>
            <a:ext cx="417455" cy="677108"/>
          </a:xfrm>
          <a:prstGeom prst="rect">
            <a:avLst/>
          </a:prstGeom>
          <a:noFill/>
        </p:spPr>
        <p:txBody>
          <a:bodyPr wrap="square" lIns="0" tIns="0" rIns="0" bIns="0" rtlCol="0">
            <a:spAutoFit/>
          </a:bodyPr>
          <a:lstStyle/>
          <a:p>
            <a:pPr algn="r" fontAlgn="auto">
              <a:spcBef>
                <a:spcPts val="0"/>
              </a:spcBef>
              <a:spcAft>
                <a:spcPts val="0"/>
              </a:spcAft>
            </a:pPr>
            <a:r>
              <a:rPr lang="el-GR" sz="4400" b="1" dirty="0" smtClean="0">
                <a:solidFill>
                  <a:prstClr val="white"/>
                </a:solidFill>
                <a:latin typeface="Roboto"/>
                <a:cs typeface="Clear Sans" panose="020B0503030202020304" pitchFamily="34" charset="0"/>
              </a:rPr>
              <a:t>3</a:t>
            </a:r>
            <a:endParaRPr lang="id-ID" sz="4400" b="1" dirty="0">
              <a:solidFill>
                <a:prstClr val="white"/>
              </a:solidFill>
              <a:latin typeface="Roboto"/>
              <a:cs typeface="Clear Sans" panose="020B0503030202020304" pitchFamily="34" charset="0"/>
            </a:endParaRPr>
          </a:p>
        </p:txBody>
      </p:sp>
      <p:sp>
        <p:nvSpPr>
          <p:cNvPr id="23" name="TextBox 22"/>
          <p:cNvSpPr txBox="1"/>
          <p:nvPr/>
        </p:nvSpPr>
        <p:spPr>
          <a:xfrm rot="16200000">
            <a:off x="5408075" y="2887611"/>
            <a:ext cx="2112993" cy="677108"/>
          </a:xfrm>
          <a:prstGeom prst="rect">
            <a:avLst/>
          </a:prstGeom>
          <a:noFill/>
        </p:spPr>
        <p:txBody>
          <a:bodyPr wrap="square" lIns="0" tIns="0" rIns="0" bIns="0" rtlCol="0">
            <a:spAutoFit/>
          </a:bodyPr>
          <a:lstStyle/>
          <a:p>
            <a:pPr algn="r" fontAlgn="auto">
              <a:spcBef>
                <a:spcPts val="0"/>
              </a:spcBef>
              <a:spcAft>
                <a:spcPts val="0"/>
              </a:spcAft>
            </a:pPr>
            <a:r>
              <a:rPr lang="el-GR" sz="4400" b="1" dirty="0" smtClean="0">
                <a:solidFill>
                  <a:prstClr val="white"/>
                </a:solidFill>
                <a:latin typeface="Roboto"/>
                <a:cs typeface="Clear Sans" panose="020B0503030202020304" pitchFamily="34" charset="0"/>
              </a:rPr>
              <a:t>4</a:t>
            </a:r>
            <a:endParaRPr lang="id-ID" sz="4400" b="1" dirty="0">
              <a:solidFill>
                <a:prstClr val="white"/>
              </a:solidFill>
              <a:latin typeface="Roboto"/>
              <a:cs typeface="Clear Sans" panose="020B0503030202020304" pitchFamily="34" charset="0"/>
            </a:endParaRPr>
          </a:p>
        </p:txBody>
      </p:sp>
      <p:sp>
        <p:nvSpPr>
          <p:cNvPr id="24" name="TextBox 23"/>
          <p:cNvSpPr txBox="1"/>
          <p:nvPr/>
        </p:nvSpPr>
        <p:spPr>
          <a:xfrm rot="16200000">
            <a:off x="6195445" y="4190663"/>
            <a:ext cx="2112993" cy="677108"/>
          </a:xfrm>
          <a:prstGeom prst="rect">
            <a:avLst/>
          </a:prstGeom>
          <a:noFill/>
        </p:spPr>
        <p:txBody>
          <a:bodyPr wrap="square" lIns="0" tIns="0" rIns="0" bIns="0" rtlCol="0">
            <a:spAutoFit/>
          </a:bodyPr>
          <a:lstStyle/>
          <a:p>
            <a:pPr algn="r" fontAlgn="auto">
              <a:spcBef>
                <a:spcPts val="0"/>
              </a:spcBef>
              <a:spcAft>
                <a:spcPts val="0"/>
              </a:spcAft>
            </a:pPr>
            <a:r>
              <a:rPr lang="el-GR" sz="4400" b="1" dirty="0" smtClean="0">
                <a:solidFill>
                  <a:prstClr val="white"/>
                </a:solidFill>
                <a:latin typeface="Roboto"/>
                <a:cs typeface="Clear Sans" panose="020B0503030202020304" pitchFamily="34" charset="0"/>
              </a:rPr>
              <a:t>5</a:t>
            </a:r>
            <a:endParaRPr lang="id-ID" sz="4400" b="1" dirty="0">
              <a:solidFill>
                <a:prstClr val="white"/>
              </a:solidFill>
              <a:latin typeface="Roboto"/>
              <a:cs typeface="Clear Sans" panose="020B0503030202020304" pitchFamily="34" charset="0"/>
            </a:endParaRPr>
          </a:p>
        </p:txBody>
      </p:sp>
      <p:sp>
        <p:nvSpPr>
          <p:cNvPr id="28" name="TextBox 27"/>
          <p:cNvSpPr txBox="1"/>
          <p:nvPr/>
        </p:nvSpPr>
        <p:spPr>
          <a:xfrm rot="16200000">
            <a:off x="6949933" y="5883269"/>
            <a:ext cx="2112993" cy="246221"/>
          </a:xfrm>
          <a:prstGeom prst="rect">
            <a:avLst/>
          </a:prstGeom>
          <a:noFill/>
        </p:spPr>
        <p:txBody>
          <a:bodyPr wrap="square" lIns="0" tIns="0" rIns="0" bIns="0" rtlCol="0">
            <a:spAutoFit/>
          </a:bodyPr>
          <a:lstStyle/>
          <a:p>
            <a:pPr algn="r" fontAlgn="auto">
              <a:spcBef>
                <a:spcPts val="0"/>
              </a:spcBef>
              <a:spcAft>
                <a:spcPts val="0"/>
              </a:spcAft>
            </a:pPr>
            <a:r>
              <a:rPr lang="id-ID" sz="1600" dirty="0">
                <a:solidFill>
                  <a:prstClr val="white"/>
                </a:solidFill>
                <a:latin typeface="Roboto"/>
                <a:cs typeface="Clear Sans" panose="020B0503030202020304" pitchFamily="34" charset="0"/>
              </a:rPr>
              <a:t>SUBTITLE HERE</a:t>
            </a:r>
          </a:p>
        </p:txBody>
      </p:sp>
      <p:sp>
        <p:nvSpPr>
          <p:cNvPr id="30" name="TextBox 29"/>
          <p:cNvSpPr txBox="1"/>
          <p:nvPr/>
        </p:nvSpPr>
        <p:spPr>
          <a:xfrm>
            <a:off x="1515965" y="1566029"/>
            <a:ext cx="3723614" cy="1292662"/>
          </a:xfrm>
          <a:prstGeom prst="rect">
            <a:avLst/>
          </a:prstGeom>
          <a:noFill/>
        </p:spPr>
        <p:txBody>
          <a:bodyPr wrap="square" lIns="0" tIns="0" rIns="0" bIns="0" rtlCol="0">
            <a:spAutoFit/>
          </a:bodyPr>
          <a:lstStyle/>
          <a:p>
            <a:pPr algn="ctr" rtl="1"/>
            <a:r>
              <a:rPr lang="ar-SA" sz="2800" b="1" dirty="0"/>
              <a:t>كانت مصر أولى الدول العربية التي جربت استخدام المذياع في التعليم وكان ذلك عام 1969م</a:t>
            </a:r>
            <a:endParaRPr lang="en-US" sz="2800" b="1" dirty="0">
              <a:solidFill>
                <a:prstClr val="black"/>
              </a:solidFill>
            </a:endParaRPr>
          </a:p>
        </p:txBody>
      </p:sp>
      <p:sp>
        <p:nvSpPr>
          <p:cNvPr id="42" name="TextBox 41"/>
          <p:cNvSpPr txBox="1"/>
          <p:nvPr/>
        </p:nvSpPr>
        <p:spPr>
          <a:xfrm>
            <a:off x="8368541" y="2974888"/>
            <a:ext cx="3591333" cy="2585323"/>
          </a:xfrm>
          <a:prstGeom prst="rect">
            <a:avLst/>
          </a:prstGeom>
          <a:noFill/>
        </p:spPr>
        <p:txBody>
          <a:bodyPr wrap="square" lIns="0" tIns="0" rIns="0" bIns="0" rtlCol="0">
            <a:spAutoFit/>
          </a:bodyPr>
          <a:lstStyle/>
          <a:p>
            <a:pPr algn="ctr" rtl="1"/>
            <a:r>
              <a:rPr lang="ar-SA" sz="2800" b="1" dirty="0"/>
              <a:t>أظهرت نتائج الأبحاث والدراسات في عام 1990م أنه تم توفير نحو 20 برنامجاً للراديو لتدريب المعلمين غير مؤهلين أثناء الخدمة في تسعة عشر دولة نامية</a:t>
            </a:r>
            <a:endParaRPr lang="en-US" sz="2800" b="1" dirty="0">
              <a:solidFill>
                <a:prstClr val="black"/>
              </a:solidFill>
            </a:endParaRPr>
          </a:p>
        </p:txBody>
      </p:sp>
      <p:sp>
        <p:nvSpPr>
          <p:cNvPr id="21" name="Title 1"/>
          <p:cNvSpPr>
            <a:spLocks noGrp="1"/>
          </p:cNvSpPr>
          <p:nvPr>
            <p:ph type="title"/>
          </p:nvPr>
        </p:nvSpPr>
        <p:spPr>
          <a:xfrm>
            <a:off x="479425" y="549715"/>
            <a:ext cx="11233150" cy="405130"/>
          </a:xfrm>
        </p:spPr>
        <p:txBody>
          <a:bodyPr>
            <a:noAutofit/>
          </a:bodyPr>
          <a:lstStyle/>
          <a:p>
            <a:pPr algn="r" rtl="1"/>
            <a:r>
              <a:rPr lang="ar-SA" sz="4000" u="sng" dirty="0"/>
              <a:t>أ- التطور التاريخي للراديو التعليمي</a:t>
            </a:r>
            <a:endParaRPr lang="en-US" sz="4000" u="sng" dirty="0"/>
          </a:p>
        </p:txBody>
      </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30871516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wipe(down)">
                                      <p:cBhvr>
                                        <p:cTn id="11" dur="500"/>
                                        <p:tgtEl>
                                          <p:spTgt spid="38"/>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40"/>
                                        </p:tgtEl>
                                        <p:attrNameLst>
                                          <p:attrName>style.visibility</p:attrName>
                                        </p:attrNameLst>
                                      </p:cBhvr>
                                      <p:to>
                                        <p:strVal val="visible"/>
                                      </p:to>
                                    </p:set>
                                    <p:animEffect transition="in" filter="wipe(down)">
                                      <p:cBhvr>
                                        <p:cTn id="15" dur="500"/>
                                        <p:tgtEl>
                                          <p:spTgt spid="4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strips(downLeft)">
                                      <p:cBhvr>
                                        <p:cTn id="19" dur="500"/>
                                        <p:tgtEl>
                                          <p:spTgt spid="20"/>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fade">
                                      <p:cBhvr>
                                        <p:cTn id="23" dur="500"/>
                                        <p:tgtEl>
                                          <p:spTgt spid="22"/>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500"/>
                                        <p:tgtEl>
                                          <p:spTgt spid="23"/>
                                        </p:tgtEl>
                                      </p:cBhvr>
                                    </p:animEffect>
                                  </p:childTnLst>
                                </p:cTn>
                              </p:par>
                            </p:childTnLst>
                          </p:cTn>
                        </p:par>
                        <p:par>
                          <p:cTn id="28" fill="hold">
                            <p:stCondLst>
                              <p:cond delay="3000"/>
                            </p:stCondLst>
                            <p:childTnLst>
                              <p:par>
                                <p:cTn id="29" presetID="18" presetClass="entr" presetSubtype="6" fill="hold" grpId="0" nodeType="after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strips(downRight)">
                                      <p:cBhvr>
                                        <p:cTn id="31" dur="500"/>
                                        <p:tgtEl>
                                          <p:spTgt spid="30"/>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childTnLst>
                                </p:cTn>
                              </p:par>
                            </p:childTnLst>
                          </p:cTn>
                        </p:par>
                        <p:par>
                          <p:cTn id="36" fill="hold">
                            <p:stCondLst>
                              <p:cond delay="4000"/>
                            </p:stCondLst>
                            <p:childTnLst>
                              <p:par>
                                <p:cTn id="37" presetID="18" presetClass="entr" presetSubtype="6" fill="hold" grpId="0" nodeType="after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strips(downRight)">
                                      <p:cBhvr>
                                        <p:cTn id="39" dur="500"/>
                                        <p:tgtEl>
                                          <p:spTgt spid="42"/>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2" grpId="0"/>
      <p:bldP spid="23" grpId="0"/>
      <p:bldP spid="24" grpId="0"/>
      <p:bldP spid="28" grpId="0"/>
      <p:bldP spid="30" grpId="0"/>
      <p:bldP spid="42" grpId="0"/>
    </p:bldLst>
  </p:timing>
</p:sld>
</file>

<file path=ppt/slides/slide15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 name="Title 4"/>
          <p:cNvSpPr>
            <a:spLocks noGrp="1"/>
          </p:cNvSpPr>
          <p:nvPr>
            <p:ph type="title"/>
          </p:nvPr>
        </p:nvSpPr>
        <p:spPr>
          <a:xfrm>
            <a:off x="510363" y="360395"/>
            <a:ext cx="11219149" cy="2781171"/>
          </a:xfrm>
        </p:spPr>
        <p:txBody>
          <a:bodyPr>
            <a:normAutofit/>
          </a:bodyPr>
          <a:lstStyle/>
          <a:p>
            <a:pPr algn="r" rtl="1"/>
            <a:r>
              <a:rPr lang="ar-SA" dirty="0" smtClean="0">
                <a:solidFill>
                  <a:schemeClr val="accent1"/>
                </a:solidFill>
              </a:rPr>
              <a:t>تطور الراديو من العشرينيات حتى وصل العصر الذهبي في الخمسينيات،، فهل اختفى سحر الراديو في ضوء التطورات التكنولوجية؟</a:t>
            </a:r>
            <a:endParaRPr lang="en-US" sz="3100" dirty="0">
              <a:solidFill>
                <a:schemeClr val="accent1"/>
              </a:solidFill>
            </a:endParaRPr>
          </a:p>
        </p:txBody>
      </p:sp>
      <p:grpSp>
        <p:nvGrpSpPr>
          <p:cNvPr id="3" name="Group 2"/>
          <p:cNvGrpSpPr/>
          <p:nvPr/>
        </p:nvGrpSpPr>
        <p:grpSpPr>
          <a:xfrm>
            <a:off x="184332" y="3377094"/>
            <a:ext cx="3670474" cy="3362400"/>
            <a:chOff x="8010258" y="2128103"/>
            <a:chExt cx="3239180" cy="3187756"/>
          </a:xfrm>
        </p:grpSpPr>
        <p:sp>
          <p:nvSpPr>
            <p:cNvPr id="12" name="Freeform 5"/>
            <p:cNvSpPr>
              <a:spLocks noEditPoints="1"/>
            </p:cNvSpPr>
            <p:nvPr/>
          </p:nvSpPr>
          <p:spPr bwMode="auto">
            <a:xfrm>
              <a:off x="8010258" y="2241910"/>
              <a:ext cx="969011" cy="3016567"/>
            </a:xfrm>
            <a:custGeom>
              <a:avLst/>
              <a:gdLst/>
              <a:ahLst/>
              <a:cxnLst>
                <a:cxn ang="0">
                  <a:pos x="463" y="788"/>
                </a:cxn>
                <a:cxn ang="0">
                  <a:pos x="470" y="944"/>
                </a:cxn>
                <a:cxn ang="0">
                  <a:pos x="497" y="1404"/>
                </a:cxn>
                <a:cxn ang="0">
                  <a:pos x="485" y="1473"/>
                </a:cxn>
                <a:cxn ang="0">
                  <a:pos x="509" y="1592"/>
                </a:cxn>
                <a:cxn ang="0">
                  <a:pos x="386" y="1521"/>
                </a:cxn>
                <a:cxn ang="0">
                  <a:pos x="349" y="1293"/>
                </a:cxn>
                <a:cxn ang="0">
                  <a:pos x="354" y="1113"/>
                </a:cxn>
                <a:cxn ang="0">
                  <a:pos x="301" y="973"/>
                </a:cxn>
                <a:cxn ang="0">
                  <a:pos x="279" y="1144"/>
                </a:cxn>
                <a:cxn ang="0">
                  <a:pos x="283" y="1349"/>
                </a:cxn>
                <a:cxn ang="0">
                  <a:pos x="308" y="1501"/>
                </a:cxn>
                <a:cxn ang="0">
                  <a:pos x="290" y="1540"/>
                </a:cxn>
                <a:cxn ang="0">
                  <a:pos x="270" y="1579"/>
                </a:cxn>
                <a:cxn ang="0">
                  <a:pos x="196" y="1603"/>
                </a:cxn>
                <a:cxn ang="0">
                  <a:pos x="192" y="1541"/>
                </a:cxn>
                <a:cxn ang="0">
                  <a:pos x="176" y="1433"/>
                </a:cxn>
                <a:cxn ang="0">
                  <a:pos x="171" y="1303"/>
                </a:cxn>
                <a:cxn ang="0">
                  <a:pos x="138" y="1082"/>
                </a:cxn>
                <a:cxn ang="0">
                  <a:pos x="115" y="941"/>
                </a:cxn>
                <a:cxn ang="0">
                  <a:pos x="24" y="874"/>
                </a:cxn>
                <a:cxn ang="0">
                  <a:pos x="14" y="848"/>
                </a:cxn>
                <a:cxn ang="0">
                  <a:pos x="11" y="479"/>
                </a:cxn>
                <a:cxn ang="0">
                  <a:pos x="108" y="264"/>
                </a:cxn>
                <a:cxn ang="0">
                  <a:pos x="176" y="217"/>
                </a:cxn>
                <a:cxn ang="0">
                  <a:pos x="159" y="156"/>
                </a:cxn>
                <a:cxn ang="0">
                  <a:pos x="146" y="92"/>
                </a:cxn>
                <a:cxn ang="0">
                  <a:pos x="295" y="92"/>
                </a:cxn>
                <a:cxn ang="0">
                  <a:pos x="293" y="144"/>
                </a:cxn>
                <a:cxn ang="0">
                  <a:pos x="283" y="172"/>
                </a:cxn>
                <a:cxn ang="0">
                  <a:pos x="304" y="231"/>
                </a:cxn>
                <a:cxn ang="0">
                  <a:pos x="409" y="260"/>
                </a:cxn>
                <a:cxn ang="0">
                  <a:pos x="457" y="306"/>
                </a:cxn>
                <a:cxn ang="0">
                  <a:pos x="472" y="389"/>
                </a:cxn>
                <a:cxn ang="0">
                  <a:pos x="494" y="532"/>
                </a:cxn>
                <a:cxn ang="0">
                  <a:pos x="500" y="582"/>
                </a:cxn>
                <a:cxn ang="0">
                  <a:pos x="498" y="634"/>
                </a:cxn>
                <a:cxn ang="0">
                  <a:pos x="475" y="785"/>
                </a:cxn>
                <a:cxn ang="0">
                  <a:pos x="193" y="359"/>
                </a:cxn>
                <a:cxn ang="0">
                  <a:pos x="383" y="694"/>
                </a:cxn>
                <a:cxn ang="0">
                  <a:pos x="324" y="529"/>
                </a:cxn>
                <a:cxn ang="0">
                  <a:pos x="299" y="423"/>
                </a:cxn>
                <a:cxn ang="0">
                  <a:pos x="281" y="220"/>
                </a:cxn>
                <a:cxn ang="0">
                  <a:pos x="244" y="305"/>
                </a:cxn>
                <a:cxn ang="0">
                  <a:pos x="201" y="258"/>
                </a:cxn>
                <a:cxn ang="0">
                  <a:pos x="179" y="220"/>
                </a:cxn>
              </a:cxnLst>
              <a:rect l="0" t="0" r="r" b="b"/>
              <a:pathLst>
                <a:path w="516" h="1608">
                  <a:moveTo>
                    <a:pt x="475" y="785"/>
                  </a:moveTo>
                  <a:cubicBezTo>
                    <a:pt x="474" y="788"/>
                    <a:pt x="466" y="786"/>
                    <a:pt x="463" y="788"/>
                  </a:cubicBezTo>
                  <a:cubicBezTo>
                    <a:pt x="468" y="818"/>
                    <a:pt x="460" y="848"/>
                    <a:pt x="460" y="873"/>
                  </a:cubicBezTo>
                  <a:cubicBezTo>
                    <a:pt x="459" y="895"/>
                    <a:pt x="466" y="920"/>
                    <a:pt x="470" y="944"/>
                  </a:cubicBezTo>
                  <a:cubicBezTo>
                    <a:pt x="481" y="1012"/>
                    <a:pt x="494" y="1085"/>
                    <a:pt x="496" y="1161"/>
                  </a:cubicBezTo>
                  <a:cubicBezTo>
                    <a:pt x="497" y="1241"/>
                    <a:pt x="497" y="1324"/>
                    <a:pt x="497" y="1404"/>
                  </a:cubicBezTo>
                  <a:cubicBezTo>
                    <a:pt x="497" y="1418"/>
                    <a:pt x="496" y="1430"/>
                    <a:pt x="494" y="1442"/>
                  </a:cubicBezTo>
                  <a:cubicBezTo>
                    <a:pt x="492" y="1453"/>
                    <a:pt x="486" y="1462"/>
                    <a:pt x="485" y="1473"/>
                  </a:cubicBezTo>
                  <a:cubicBezTo>
                    <a:pt x="482" y="1490"/>
                    <a:pt x="485" y="1509"/>
                    <a:pt x="473" y="1516"/>
                  </a:cubicBezTo>
                  <a:cubicBezTo>
                    <a:pt x="477" y="1549"/>
                    <a:pt x="516" y="1552"/>
                    <a:pt x="509" y="1592"/>
                  </a:cubicBezTo>
                  <a:cubicBezTo>
                    <a:pt x="483" y="1606"/>
                    <a:pt x="422" y="1608"/>
                    <a:pt x="417" y="1575"/>
                  </a:cubicBezTo>
                  <a:cubicBezTo>
                    <a:pt x="383" y="1580"/>
                    <a:pt x="386" y="1549"/>
                    <a:pt x="386" y="1521"/>
                  </a:cubicBezTo>
                  <a:cubicBezTo>
                    <a:pt x="387" y="1516"/>
                    <a:pt x="377" y="1520"/>
                    <a:pt x="376" y="1516"/>
                  </a:cubicBezTo>
                  <a:cubicBezTo>
                    <a:pt x="352" y="1460"/>
                    <a:pt x="350" y="1375"/>
                    <a:pt x="349" y="1293"/>
                  </a:cubicBezTo>
                  <a:cubicBezTo>
                    <a:pt x="349" y="1248"/>
                    <a:pt x="349" y="1201"/>
                    <a:pt x="351" y="1156"/>
                  </a:cubicBezTo>
                  <a:cubicBezTo>
                    <a:pt x="352" y="1142"/>
                    <a:pt x="355" y="1126"/>
                    <a:pt x="354" y="1113"/>
                  </a:cubicBezTo>
                  <a:cubicBezTo>
                    <a:pt x="353" y="1107"/>
                    <a:pt x="349" y="1097"/>
                    <a:pt x="346" y="1089"/>
                  </a:cubicBezTo>
                  <a:cubicBezTo>
                    <a:pt x="331" y="1049"/>
                    <a:pt x="316" y="1011"/>
                    <a:pt x="301" y="973"/>
                  </a:cubicBezTo>
                  <a:cubicBezTo>
                    <a:pt x="295" y="958"/>
                    <a:pt x="292" y="940"/>
                    <a:pt x="278" y="932"/>
                  </a:cubicBezTo>
                  <a:cubicBezTo>
                    <a:pt x="281" y="1000"/>
                    <a:pt x="279" y="1072"/>
                    <a:pt x="279" y="1144"/>
                  </a:cubicBezTo>
                  <a:cubicBezTo>
                    <a:pt x="279" y="1179"/>
                    <a:pt x="275" y="1213"/>
                    <a:pt x="277" y="1247"/>
                  </a:cubicBezTo>
                  <a:cubicBezTo>
                    <a:pt x="279" y="1282"/>
                    <a:pt x="278" y="1317"/>
                    <a:pt x="283" y="1349"/>
                  </a:cubicBezTo>
                  <a:cubicBezTo>
                    <a:pt x="287" y="1370"/>
                    <a:pt x="293" y="1391"/>
                    <a:pt x="298" y="1412"/>
                  </a:cubicBezTo>
                  <a:cubicBezTo>
                    <a:pt x="305" y="1442"/>
                    <a:pt x="312" y="1467"/>
                    <a:pt x="308" y="1501"/>
                  </a:cubicBezTo>
                  <a:cubicBezTo>
                    <a:pt x="307" y="1508"/>
                    <a:pt x="306" y="1518"/>
                    <a:pt x="304" y="1523"/>
                  </a:cubicBezTo>
                  <a:cubicBezTo>
                    <a:pt x="301" y="1530"/>
                    <a:pt x="292" y="1533"/>
                    <a:pt x="290" y="1540"/>
                  </a:cubicBezTo>
                  <a:cubicBezTo>
                    <a:pt x="287" y="1550"/>
                    <a:pt x="292" y="1563"/>
                    <a:pt x="287" y="1572"/>
                  </a:cubicBezTo>
                  <a:cubicBezTo>
                    <a:pt x="283" y="1577"/>
                    <a:pt x="277" y="1577"/>
                    <a:pt x="270" y="1579"/>
                  </a:cubicBezTo>
                  <a:cubicBezTo>
                    <a:pt x="256" y="1586"/>
                    <a:pt x="238" y="1602"/>
                    <a:pt x="224" y="1605"/>
                  </a:cubicBezTo>
                  <a:cubicBezTo>
                    <a:pt x="216" y="1606"/>
                    <a:pt x="206" y="1603"/>
                    <a:pt x="196" y="1603"/>
                  </a:cubicBezTo>
                  <a:cubicBezTo>
                    <a:pt x="178" y="1601"/>
                    <a:pt x="164" y="1602"/>
                    <a:pt x="166" y="1580"/>
                  </a:cubicBezTo>
                  <a:cubicBezTo>
                    <a:pt x="167" y="1564"/>
                    <a:pt x="186" y="1552"/>
                    <a:pt x="192" y="1541"/>
                  </a:cubicBezTo>
                  <a:cubicBezTo>
                    <a:pt x="201" y="1522"/>
                    <a:pt x="199" y="1480"/>
                    <a:pt x="191" y="1458"/>
                  </a:cubicBezTo>
                  <a:cubicBezTo>
                    <a:pt x="187" y="1449"/>
                    <a:pt x="178" y="1442"/>
                    <a:pt x="176" y="1433"/>
                  </a:cubicBezTo>
                  <a:cubicBezTo>
                    <a:pt x="171" y="1415"/>
                    <a:pt x="172" y="1388"/>
                    <a:pt x="173" y="1366"/>
                  </a:cubicBezTo>
                  <a:cubicBezTo>
                    <a:pt x="174" y="1344"/>
                    <a:pt x="173" y="1323"/>
                    <a:pt x="171" y="1303"/>
                  </a:cubicBezTo>
                  <a:cubicBezTo>
                    <a:pt x="167" y="1261"/>
                    <a:pt x="165" y="1218"/>
                    <a:pt x="161" y="1176"/>
                  </a:cubicBezTo>
                  <a:cubicBezTo>
                    <a:pt x="158" y="1143"/>
                    <a:pt x="145" y="1112"/>
                    <a:pt x="138" y="1082"/>
                  </a:cubicBezTo>
                  <a:cubicBezTo>
                    <a:pt x="134" y="1067"/>
                    <a:pt x="130" y="1050"/>
                    <a:pt x="127" y="1035"/>
                  </a:cubicBezTo>
                  <a:cubicBezTo>
                    <a:pt x="120" y="1006"/>
                    <a:pt x="112" y="977"/>
                    <a:pt x="115" y="941"/>
                  </a:cubicBezTo>
                  <a:cubicBezTo>
                    <a:pt x="89" y="937"/>
                    <a:pt x="66" y="941"/>
                    <a:pt x="51" y="927"/>
                  </a:cubicBezTo>
                  <a:cubicBezTo>
                    <a:pt x="39" y="918"/>
                    <a:pt x="26" y="891"/>
                    <a:pt x="24" y="874"/>
                  </a:cubicBezTo>
                  <a:cubicBezTo>
                    <a:pt x="23" y="866"/>
                    <a:pt x="23" y="859"/>
                    <a:pt x="25" y="852"/>
                  </a:cubicBezTo>
                  <a:cubicBezTo>
                    <a:pt x="25" y="847"/>
                    <a:pt x="15" y="852"/>
                    <a:pt x="14" y="848"/>
                  </a:cubicBezTo>
                  <a:cubicBezTo>
                    <a:pt x="10" y="782"/>
                    <a:pt x="0" y="717"/>
                    <a:pt x="0" y="647"/>
                  </a:cubicBezTo>
                  <a:cubicBezTo>
                    <a:pt x="1" y="592"/>
                    <a:pt x="9" y="536"/>
                    <a:pt x="11" y="479"/>
                  </a:cubicBezTo>
                  <a:cubicBezTo>
                    <a:pt x="12" y="422"/>
                    <a:pt x="15" y="364"/>
                    <a:pt x="24" y="310"/>
                  </a:cubicBezTo>
                  <a:cubicBezTo>
                    <a:pt x="50" y="295"/>
                    <a:pt x="77" y="277"/>
                    <a:pt x="108" y="264"/>
                  </a:cubicBezTo>
                  <a:cubicBezTo>
                    <a:pt x="120" y="259"/>
                    <a:pt x="135" y="256"/>
                    <a:pt x="144" y="249"/>
                  </a:cubicBezTo>
                  <a:cubicBezTo>
                    <a:pt x="154" y="242"/>
                    <a:pt x="174" y="227"/>
                    <a:pt x="176" y="217"/>
                  </a:cubicBezTo>
                  <a:cubicBezTo>
                    <a:pt x="179" y="199"/>
                    <a:pt x="171" y="184"/>
                    <a:pt x="167" y="172"/>
                  </a:cubicBezTo>
                  <a:cubicBezTo>
                    <a:pt x="164" y="166"/>
                    <a:pt x="162" y="159"/>
                    <a:pt x="159" y="156"/>
                  </a:cubicBezTo>
                  <a:cubicBezTo>
                    <a:pt x="154" y="149"/>
                    <a:pt x="146" y="148"/>
                    <a:pt x="142" y="142"/>
                  </a:cubicBezTo>
                  <a:cubicBezTo>
                    <a:pt x="135" y="129"/>
                    <a:pt x="132" y="97"/>
                    <a:pt x="146" y="92"/>
                  </a:cubicBezTo>
                  <a:cubicBezTo>
                    <a:pt x="148" y="42"/>
                    <a:pt x="164" y="7"/>
                    <a:pt x="213" y="3"/>
                  </a:cubicBezTo>
                  <a:cubicBezTo>
                    <a:pt x="269" y="0"/>
                    <a:pt x="302" y="30"/>
                    <a:pt x="295" y="92"/>
                  </a:cubicBezTo>
                  <a:cubicBezTo>
                    <a:pt x="297" y="99"/>
                    <a:pt x="302" y="98"/>
                    <a:pt x="304" y="105"/>
                  </a:cubicBezTo>
                  <a:cubicBezTo>
                    <a:pt x="307" y="119"/>
                    <a:pt x="300" y="137"/>
                    <a:pt x="293" y="144"/>
                  </a:cubicBezTo>
                  <a:cubicBezTo>
                    <a:pt x="290" y="147"/>
                    <a:pt x="287" y="148"/>
                    <a:pt x="285" y="152"/>
                  </a:cubicBezTo>
                  <a:cubicBezTo>
                    <a:pt x="284" y="156"/>
                    <a:pt x="285" y="165"/>
                    <a:pt x="283" y="172"/>
                  </a:cubicBezTo>
                  <a:cubicBezTo>
                    <a:pt x="282" y="181"/>
                    <a:pt x="277" y="197"/>
                    <a:pt x="281" y="210"/>
                  </a:cubicBezTo>
                  <a:cubicBezTo>
                    <a:pt x="282" y="216"/>
                    <a:pt x="296" y="227"/>
                    <a:pt x="304" y="231"/>
                  </a:cubicBezTo>
                  <a:cubicBezTo>
                    <a:pt x="314" y="235"/>
                    <a:pt x="328" y="236"/>
                    <a:pt x="340" y="240"/>
                  </a:cubicBezTo>
                  <a:cubicBezTo>
                    <a:pt x="363" y="247"/>
                    <a:pt x="384" y="253"/>
                    <a:pt x="409" y="260"/>
                  </a:cubicBezTo>
                  <a:cubicBezTo>
                    <a:pt x="423" y="265"/>
                    <a:pt x="437" y="267"/>
                    <a:pt x="444" y="275"/>
                  </a:cubicBezTo>
                  <a:cubicBezTo>
                    <a:pt x="449" y="281"/>
                    <a:pt x="453" y="295"/>
                    <a:pt x="457" y="306"/>
                  </a:cubicBezTo>
                  <a:cubicBezTo>
                    <a:pt x="461" y="317"/>
                    <a:pt x="465" y="329"/>
                    <a:pt x="467" y="338"/>
                  </a:cubicBezTo>
                  <a:cubicBezTo>
                    <a:pt x="470" y="355"/>
                    <a:pt x="469" y="372"/>
                    <a:pt x="472" y="389"/>
                  </a:cubicBezTo>
                  <a:cubicBezTo>
                    <a:pt x="477" y="421"/>
                    <a:pt x="482" y="452"/>
                    <a:pt x="487" y="485"/>
                  </a:cubicBezTo>
                  <a:cubicBezTo>
                    <a:pt x="489" y="501"/>
                    <a:pt x="490" y="518"/>
                    <a:pt x="494" y="532"/>
                  </a:cubicBezTo>
                  <a:cubicBezTo>
                    <a:pt x="497" y="542"/>
                    <a:pt x="507" y="551"/>
                    <a:pt x="507" y="563"/>
                  </a:cubicBezTo>
                  <a:cubicBezTo>
                    <a:pt x="507" y="570"/>
                    <a:pt x="501" y="576"/>
                    <a:pt x="500" y="582"/>
                  </a:cubicBezTo>
                  <a:cubicBezTo>
                    <a:pt x="500" y="588"/>
                    <a:pt x="505" y="593"/>
                    <a:pt x="505" y="599"/>
                  </a:cubicBezTo>
                  <a:cubicBezTo>
                    <a:pt x="506" y="613"/>
                    <a:pt x="500" y="624"/>
                    <a:pt x="498" y="634"/>
                  </a:cubicBezTo>
                  <a:cubicBezTo>
                    <a:pt x="495" y="646"/>
                    <a:pt x="495" y="660"/>
                    <a:pt x="493" y="673"/>
                  </a:cubicBezTo>
                  <a:cubicBezTo>
                    <a:pt x="488" y="708"/>
                    <a:pt x="480" y="750"/>
                    <a:pt x="475" y="785"/>
                  </a:cubicBezTo>
                  <a:close/>
                  <a:moveTo>
                    <a:pt x="177" y="222"/>
                  </a:moveTo>
                  <a:cubicBezTo>
                    <a:pt x="171" y="267"/>
                    <a:pt x="183" y="313"/>
                    <a:pt x="193" y="359"/>
                  </a:cubicBezTo>
                  <a:cubicBezTo>
                    <a:pt x="213" y="461"/>
                    <a:pt x="204" y="581"/>
                    <a:pt x="208" y="694"/>
                  </a:cubicBezTo>
                  <a:cubicBezTo>
                    <a:pt x="266" y="693"/>
                    <a:pt x="327" y="693"/>
                    <a:pt x="383" y="694"/>
                  </a:cubicBezTo>
                  <a:cubicBezTo>
                    <a:pt x="378" y="677"/>
                    <a:pt x="370" y="659"/>
                    <a:pt x="362" y="642"/>
                  </a:cubicBezTo>
                  <a:cubicBezTo>
                    <a:pt x="347" y="606"/>
                    <a:pt x="336" y="567"/>
                    <a:pt x="324" y="529"/>
                  </a:cubicBezTo>
                  <a:cubicBezTo>
                    <a:pt x="318" y="511"/>
                    <a:pt x="310" y="492"/>
                    <a:pt x="306" y="473"/>
                  </a:cubicBezTo>
                  <a:cubicBezTo>
                    <a:pt x="302" y="458"/>
                    <a:pt x="301" y="440"/>
                    <a:pt x="299" y="423"/>
                  </a:cubicBezTo>
                  <a:cubicBezTo>
                    <a:pt x="293" y="371"/>
                    <a:pt x="288" y="317"/>
                    <a:pt x="285" y="267"/>
                  </a:cubicBezTo>
                  <a:cubicBezTo>
                    <a:pt x="284" y="252"/>
                    <a:pt x="288" y="234"/>
                    <a:pt x="281" y="220"/>
                  </a:cubicBezTo>
                  <a:cubicBezTo>
                    <a:pt x="270" y="239"/>
                    <a:pt x="263" y="261"/>
                    <a:pt x="251" y="279"/>
                  </a:cubicBezTo>
                  <a:cubicBezTo>
                    <a:pt x="251" y="290"/>
                    <a:pt x="252" y="301"/>
                    <a:pt x="244" y="305"/>
                  </a:cubicBezTo>
                  <a:cubicBezTo>
                    <a:pt x="242" y="304"/>
                    <a:pt x="245" y="297"/>
                    <a:pt x="243" y="296"/>
                  </a:cubicBezTo>
                  <a:cubicBezTo>
                    <a:pt x="225" y="286"/>
                    <a:pt x="215" y="272"/>
                    <a:pt x="201" y="258"/>
                  </a:cubicBezTo>
                  <a:cubicBezTo>
                    <a:pt x="194" y="250"/>
                    <a:pt x="185" y="241"/>
                    <a:pt x="182" y="232"/>
                  </a:cubicBezTo>
                  <a:cubicBezTo>
                    <a:pt x="181" y="228"/>
                    <a:pt x="183" y="223"/>
                    <a:pt x="179" y="220"/>
                  </a:cubicBezTo>
                  <a:cubicBezTo>
                    <a:pt x="177" y="220"/>
                    <a:pt x="177" y="221"/>
                    <a:pt x="177" y="222"/>
                  </a:cubicBezTo>
                  <a:close/>
                </a:path>
              </a:pathLst>
            </a:custGeom>
            <a:solidFill>
              <a:schemeClr val="accent4"/>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9" name="Gruppe 92"/>
            <p:cNvGrpSpPr>
              <a:grpSpLocks/>
            </p:cNvGrpSpPr>
            <p:nvPr/>
          </p:nvGrpSpPr>
          <p:grpSpPr bwMode="auto">
            <a:xfrm flipH="1">
              <a:off x="10093070" y="2128103"/>
              <a:ext cx="1156368" cy="3128723"/>
              <a:chOff x="3176834" y="3904792"/>
              <a:chExt cx="823514" cy="2228684"/>
            </a:xfrm>
            <a:solidFill>
              <a:schemeClr val="accent1"/>
            </a:solidFill>
          </p:grpSpPr>
          <p:grpSp>
            <p:nvGrpSpPr>
              <p:cNvPr id="16" name="Gruppe 52"/>
              <p:cNvGrpSpPr>
                <a:grpSpLocks/>
              </p:cNvGrpSpPr>
              <p:nvPr/>
            </p:nvGrpSpPr>
            <p:grpSpPr bwMode="auto">
              <a:xfrm>
                <a:off x="3176834" y="3904792"/>
                <a:ext cx="823514" cy="2228684"/>
                <a:chOff x="3612263" y="3839478"/>
                <a:chExt cx="823514" cy="2228684"/>
              </a:xfrm>
              <a:grpFill/>
            </p:grpSpPr>
            <p:sp>
              <p:nvSpPr>
                <p:cNvPr id="19" name="Freeform 137"/>
                <p:cNvSpPr>
                  <a:spLocks noEditPoints="1"/>
                </p:cNvSpPr>
                <p:nvPr/>
              </p:nvSpPr>
              <p:spPr bwMode="auto">
                <a:xfrm>
                  <a:off x="3804323" y="4157631"/>
                  <a:ext cx="588073" cy="1305483"/>
                </a:xfrm>
                <a:custGeom>
                  <a:avLst/>
                  <a:gdLst>
                    <a:gd name="T0" fmla="*/ 811490228 w 350"/>
                    <a:gd name="T1" fmla="*/ 413305594 h 774"/>
                    <a:gd name="T2" fmla="*/ 756046810 w 350"/>
                    <a:gd name="T3" fmla="*/ 257055956 h 774"/>
                    <a:gd name="T4" fmla="*/ 756046810 w 350"/>
                    <a:gd name="T5" fmla="*/ 221773779 h 774"/>
                    <a:gd name="T6" fmla="*/ 740925878 w 350"/>
                    <a:gd name="T7" fmla="*/ 181451242 h 774"/>
                    <a:gd name="T8" fmla="*/ 725804945 w 350"/>
                    <a:gd name="T9" fmla="*/ 115927201 h 774"/>
                    <a:gd name="T10" fmla="*/ 705643702 w 350"/>
                    <a:gd name="T11" fmla="*/ 90725621 h 774"/>
                    <a:gd name="T12" fmla="*/ 650200284 w 350"/>
                    <a:gd name="T13" fmla="*/ 65524067 h 774"/>
                    <a:gd name="T14" fmla="*/ 569555312 w 350"/>
                    <a:gd name="T15" fmla="*/ 45362811 h 774"/>
                    <a:gd name="T16" fmla="*/ 302418744 w 350"/>
                    <a:gd name="T17" fmla="*/ 0 h 774"/>
                    <a:gd name="T18" fmla="*/ 246975326 w 350"/>
                    <a:gd name="T19" fmla="*/ 10080625 h 774"/>
                    <a:gd name="T20" fmla="*/ 191531858 w 350"/>
                    <a:gd name="T21" fmla="*/ 35282189 h 774"/>
                    <a:gd name="T22" fmla="*/ 105846575 w 350"/>
                    <a:gd name="T23" fmla="*/ 70564378 h 774"/>
                    <a:gd name="T24" fmla="*/ 30241877 w 350"/>
                    <a:gd name="T25" fmla="*/ 90725621 h 774"/>
                    <a:gd name="T26" fmla="*/ 15120938 w 350"/>
                    <a:gd name="T27" fmla="*/ 105846579 h 774"/>
                    <a:gd name="T28" fmla="*/ 0 w 350"/>
                    <a:gd name="T29" fmla="*/ 151209377 h 774"/>
                    <a:gd name="T30" fmla="*/ 15120938 w 350"/>
                    <a:gd name="T31" fmla="*/ 216733468 h 774"/>
                    <a:gd name="T32" fmla="*/ 45362809 w 350"/>
                    <a:gd name="T33" fmla="*/ 267136577 h 774"/>
                    <a:gd name="T34" fmla="*/ 105846575 w 350"/>
                    <a:gd name="T35" fmla="*/ 524192533 h 774"/>
                    <a:gd name="T36" fmla="*/ 151209372 w 350"/>
                    <a:gd name="T37" fmla="*/ 635079373 h 774"/>
                    <a:gd name="T38" fmla="*/ 181451236 w 350"/>
                    <a:gd name="T39" fmla="*/ 715724348 h 774"/>
                    <a:gd name="T40" fmla="*/ 211693150 w 350"/>
                    <a:gd name="T41" fmla="*/ 801409633 h 774"/>
                    <a:gd name="T42" fmla="*/ 196572169 w 350"/>
                    <a:gd name="T43" fmla="*/ 871974184 h 774"/>
                    <a:gd name="T44" fmla="*/ 161289993 w 350"/>
                    <a:gd name="T45" fmla="*/ 1003022268 h 774"/>
                    <a:gd name="T46" fmla="*/ 120967507 w 350"/>
                    <a:gd name="T47" fmla="*/ 1169352528 h 774"/>
                    <a:gd name="T48" fmla="*/ 115927197 w 350"/>
                    <a:gd name="T49" fmla="*/ 1229836259 h 774"/>
                    <a:gd name="T50" fmla="*/ 146169061 w 350"/>
                    <a:gd name="T51" fmla="*/ 1244957192 h 774"/>
                    <a:gd name="T52" fmla="*/ 146169061 w 350"/>
                    <a:gd name="T53" fmla="*/ 1401206830 h 774"/>
                    <a:gd name="T54" fmla="*/ 156249683 w 350"/>
                    <a:gd name="T55" fmla="*/ 1653222375 h 774"/>
                    <a:gd name="T56" fmla="*/ 156249683 w 350"/>
                    <a:gd name="T57" fmla="*/ 1718746814 h 774"/>
                    <a:gd name="T58" fmla="*/ 156249683 w 350"/>
                    <a:gd name="T59" fmla="*/ 1789311167 h 774"/>
                    <a:gd name="T60" fmla="*/ 156249683 w 350"/>
                    <a:gd name="T61" fmla="*/ 1895157696 h 774"/>
                    <a:gd name="T62" fmla="*/ 272176879 w 350"/>
                    <a:gd name="T63" fmla="*/ 1940520494 h 774"/>
                    <a:gd name="T64" fmla="*/ 342741230 w 350"/>
                    <a:gd name="T65" fmla="*/ 1950601116 h 774"/>
                    <a:gd name="T66" fmla="*/ 493950651 w 350"/>
                    <a:gd name="T67" fmla="*/ 1925399561 h 774"/>
                    <a:gd name="T68" fmla="*/ 665321216 w 350"/>
                    <a:gd name="T69" fmla="*/ 1880036763 h 774"/>
                    <a:gd name="T70" fmla="*/ 781248363 w 350"/>
                    <a:gd name="T71" fmla="*/ 1834673965 h 774"/>
                    <a:gd name="T72" fmla="*/ 826611160 w 350"/>
                    <a:gd name="T73" fmla="*/ 1703625881 h 774"/>
                    <a:gd name="T74" fmla="*/ 821570849 w 350"/>
                    <a:gd name="T75" fmla="*/ 1340723099 h 774"/>
                    <a:gd name="T76" fmla="*/ 821570849 w 350"/>
                    <a:gd name="T77" fmla="*/ 1159271906 h 774"/>
                    <a:gd name="T78" fmla="*/ 796369296 w 350"/>
                    <a:gd name="T79" fmla="*/ 1028223823 h 774"/>
                    <a:gd name="T80" fmla="*/ 776208053 w 350"/>
                    <a:gd name="T81" fmla="*/ 967740092 h 774"/>
                    <a:gd name="T82" fmla="*/ 861893534 w 350"/>
                    <a:gd name="T83" fmla="*/ 751006524 h 774"/>
                    <a:gd name="T84" fmla="*/ 877014466 w 350"/>
                    <a:gd name="T85" fmla="*/ 705643726 h 774"/>
                    <a:gd name="T86" fmla="*/ 877014466 w 350"/>
                    <a:gd name="T87" fmla="*/ 685482482 h 774"/>
                    <a:gd name="T88" fmla="*/ 705643702 w 350"/>
                    <a:gd name="T89" fmla="*/ 619958440 h 774"/>
                    <a:gd name="T90" fmla="*/ 685482459 w 350"/>
                    <a:gd name="T91" fmla="*/ 650200306 h 774"/>
                    <a:gd name="T92" fmla="*/ 700603392 w 350"/>
                    <a:gd name="T93" fmla="*/ 594756886 h 774"/>
                    <a:gd name="T94" fmla="*/ 710684013 w 350"/>
                    <a:gd name="T95" fmla="*/ 604837508 h 774"/>
                    <a:gd name="T96" fmla="*/ 705643702 w 350"/>
                    <a:gd name="T97" fmla="*/ 619958440 h 7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0"/>
                    <a:gd name="T148" fmla="*/ 0 h 774"/>
                    <a:gd name="T149" fmla="*/ 350 w 350"/>
                    <a:gd name="T150" fmla="*/ 774 h 7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0" h="774">
                      <a:moveTo>
                        <a:pt x="344" y="262"/>
                      </a:moveTo>
                      <a:lnTo>
                        <a:pt x="344" y="262"/>
                      </a:lnTo>
                      <a:lnTo>
                        <a:pt x="322" y="164"/>
                      </a:lnTo>
                      <a:lnTo>
                        <a:pt x="300" y="102"/>
                      </a:lnTo>
                      <a:lnTo>
                        <a:pt x="300" y="96"/>
                      </a:lnTo>
                      <a:lnTo>
                        <a:pt x="300" y="88"/>
                      </a:lnTo>
                      <a:lnTo>
                        <a:pt x="296" y="80"/>
                      </a:lnTo>
                      <a:lnTo>
                        <a:pt x="294" y="76"/>
                      </a:lnTo>
                      <a:lnTo>
                        <a:pt x="294" y="72"/>
                      </a:lnTo>
                      <a:lnTo>
                        <a:pt x="292" y="56"/>
                      </a:lnTo>
                      <a:lnTo>
                        <a:pt x="288" y="46"/>
                      </a:lnTo>
                      <a:lnTo>
                        <a:pt x="284" y="40"/>
                      </a:lnTo>
                      <a:lnTo>
                        <a:pt x="280" y="36"/>
                      </a:lnTo>
                      <a:lnTo>
                        <a:pt x="270" y="30"/>
                      </a:lnTo>
                      <a:lnTo>
                        <a:pt x="260" y="26"/>
                      </a:lnTo>
                      <a:lnTo>
                        <a:pt x="258" y="26"/>
                      </a:lnTo>
                      <a:lnTo>
                        <a:pt x="234" y="20"/>
                      </a:lnTo>
                      <a:lnTo>
                        <a:pt x="226" y="18"/>
                      </a:lnTo>
                      <a:lnTo>
                        <a:pt x="212" y="14"/>
                      </a:lnTo>
                      <a:lnTo>
                        <a:pt x="176" y="8"/>
                      </a:lnTo>
                      <a:lnTo>
                        <a:pt x="120" y="0"/>
                      </a:lnTo>
                      <a:lnTo>
                        <a:pt x="112" y="0"/>
                      </a:lnTo>
                      <a:lnTo>
                        <a:pt x="98" y="4"/>
                      </a:lnTo>
                      <a:lnTo>
                        <a:pt x="84" y="8"/>
                      </a:lnTo>
                      <a:lnTo>
                        <a:pt x="76" y="14"/>
                      </a:lnTo>
                      <a:lnTo>
                        <a:pt x="68" y="18"/>
                      </a:lnTo>
                      <a:lnTo>
                        <a:pt x="58" y="22"/>
                      </a:lnTo>
                      <a:lnTo>
                        <a:pt x="42" y="28"/>
                      </a:lnTo>
                      <a:lnTo>
                        <a:pt x="28" y="32"/>
                      </a:lnTo>
                      <a:lnTo>
                        <a:pt x="12" y="36"/>
                      </a:lnTo>
                      <a:lnTo>
                        <a:pt x="8" y="38"/>
                      </a:lnTo>
                      <a:lnTo>
                        <a:pt x="6" y="42"/>
                      </a:lnTo>
                      <a:lnTo>
                        <a:pt x="4" y="48"/>
                      </a:lnTo>
                      <a:lnTo>
                        <a:pt x="0" y="60"/>
                      </a:lnTo>
                      <a:lnTo>
                        <a:pt x="0" y="70"/>
                      </a:lnTo>
                      <a:lnTo>
                        <a:pt x="2" y="80"/>
                      </a:lnTo>
                      <a:lnTo>
                        <a:pt x="6" y="86"/>
                      </a:lnTo>
                      <a:lnTo>
                        <a:pt x="18" y="106"/>
                      </a:lnTo>
                      <a:lnTo>
                        <a:pt x="30" y="158"/>
                      </a:lnTo>
                      <a:lnTo>
                        <a:pt x="42" y="208"/>
                      </a:lnTo>
                      <a:lnTo>
                        <a:pt x="50" y="224"/>
                      </a:lnTo>
                      <a:lnTo>
                        <a:pt x="56" y="240"/>
                      </a:lnTo>
                      <a:lnTo>
                        <a:pt x="60" y="252"/>
                      </a:lnTo>
                      <a:lnTo>
                        <a:pt x="64" y="266"/>
                      </a:lnTo>
                      <a:lnTo>
                        <a:pt x="72" y="284"/>
                      </a:lnTo>
                      <a:lnTo>
                        <a:pt x="80" y="304"/>
                      </a:lnTo>
                      <a:lnTo>
                        <a:pt x="82" y="312"/>
                      </a:lnTo>
                      <a:lnTo>
                        <a:pt x="84" y="318"/>
                      </a:lnTo>
                      <a:lnTo>
                        <a:pt x="82" y="332"/>
                      </a:lnTo>
                      <a:lnTo>
                        <a:pt x="78" y="346"/>
                      </a:lnTo>
                      <a:lnTo>
                        <a:pt x="72" y="364"/>
                      </a:lnTo>
                      <a:lnTo>
                        <a:pt x="64" y="398"/>
                      </a:lnTo>
                      <a:lnTo>
                        <a:pt x="54" y="438"/>
                      </a:lnTo>
                      <a:lnTo>
                        <a:pt x="48" y="464"/>
                      </a:lnTo>
                      <a:lnTo>
                        <a:pt x="42" y="484"/>
                      </a:lnTo>
                      <a:lnTo>
                        <a:pt x="46" y="488"/>
                      </a:lnTo>
                      <a:lnTo>
                        <a:pt x="52" y="492"/>
                      </a:lnTo>
                      <a:lnTo>
                        <a:pt x="58" y="494"/>
                      </a:lnTo>
                      <a:lnTo>
                        <a:pt x="58" y="506"/>
                      </a:lnTo>
                      <a:lnTo>
                        <a:pt x="58" y="524"/>
                      </a:lnTo>
                      <a:lnTo>
                        <a:pt x="58" y="556"/>
                      </a:lnTo>
                      <a:lnTo>
                        <a:pt x="60" y="606"/>
                      </a:lnTo>
                      <a:lnTo>
                        <a:pt x="62" y="656"/>
                      </a:lnTo>
                      <a:lnTo>
                        <a:pt x="62" y="672"/>
                      </a:lnTo>
                      <a:lnTo>
                        <a:pt x="62" y="682"/>
                      </a:lnTo>
                      <a:lnTo>
                        <a:pt x="62" y="710"/>
                      </a:lnTo>
                      <a:lnTo>
                        <a:pt x="62" y="732"/>
                      </a:lnTo>
                      <a:lnTo>
                        <a:pt x="62" y="752"/>
                      </a:lnTo>
                      <a:lnTo>
                        <a:pt x="72" y="756"/>
                      </a:lnTo>
                      <a:lnTo>
                        <a:pt x="108" y="770"/>
                      </a:lnTo>
                      <a:lnTo>
                        <a:pt x="122" y="774"/>
                      </a:lnTo>
                      <a:lnTo>
                        <a:pt x="136" y="774"/>
                      </a:lnTo>
                      <a:lnTo>
                        <a:pt x="152" y="774"/>
                      </a:lnTo>
                      <a:lnTo>
                        <a:pt x="168" y="770"/>
                      </a:lnTo>
                      <a:lnTo>
                        <a:pt x="196" y="764"/>
                      </a:lnTo>
                      <a:lnTo>
                        <a:pt x="214" y="760"/>
                      </a:lnTo>
                      <a:lnTo>
                        <a:pt x="264" y="746"/>
                      </a:lnTo>
                      <a:lnTo>
                        <a:pt x="288" y="738"/>
                      </a:lnTo>
                      <a:lnTo>
                        <a:pt x="310" y="728"/>
                      </a:lnTo>
                      <a:lnTo>
                        <a:pt x="330" y="716"/>
                      </a:lnTo>
                      <a:lnTo>
                        <a:pt x="328" y="676"/>
                      </a:lnTo>
                      <a:lnTo>
                        <a:pt x="326" y="616"/>
                      </a:lnTo>
                      <a:lnTo>
                        <a:pt x="326" y="532"/>
                      </a:lnTo>
                      <a:lnTo>
                        <a:pt x="324" y="468"/>
                      </a:lnTo>
                      <a:lnTo>
                        <a:pt x="326" y="460"/>
                      </a:lnTo>
                      <a:lnTo>
                        <a:pt x="326" y="446"/>
                      </a:lnTo>
                      <a:lnTo>
                        <a:pt x="324" y="434"/>
                      </a:lnTo>
                      <a:lnTo>
                        <a:pt x="316" y="408"/>
                      </a:lnTo>
                      <a:lnTo>
                        <a:pt x="310" y="392"/>
                      </a:lnTo>
                      <a:lnTo>
                        <a:pt x="308" y="384"/>
                      </a:lnTo>
                      <a:lnTo>
                        <a:pt x="324" y="344"/>
                      </a:lnTo>
                      <a:lnTo>
                        <a:pt x="338" y="314"/>
                      </a:lnTo>
                      <a:lnTo>
                        <a:pt x="342" y="298"/>
                      </a:lnTo>
                      <a:lnTo>
                        <a:pt x="344" y="290"/>
                      </a:lnTo>
                      <a:lnTo>
                        <a:pt x="348" y="280"/>
                      </a:lnTo>
                      <a:lnTo>
                        <a:pt x="350" y="276"/>
                      </a:lnTo>
                      <a:lnTo>
                        <a:pt x="348" y="272"/>
                      </a:lnTo>
                      <a:lnTo>
                        <a:pt x="344" y="262"/>
                      </a:lnTo>
                      <a:close/>
                      <a:moveTo>
                        <a:pt x="280" y="246"/>
                      </a:moveTo>
                      <a:lnTo>
                        <a:pt x="276" y="250"/>
                      </a:lnTo>
                      <a:lnTo>
                        <a:pt x="276" y="256"/>
                      </a:lnTo>
                      <a:lnTo>
                        <a:pt x="272" y="258"/>
                      </a:lnTo>
                      <a:lnTo>
                        <a:pt x="274" y="236"/>
                      </a:lnTo>
                      <a:lnTo>
                        <a:pt x="278" y="236"/>
                      </a:lnTo>
                      <a:lnTo>
                        <a:pt x="280" y="238"/>
                      </a:lnTo>
                      <a:lnTo>
                        <a:pt x="282" y="240"/>
                      </a:lnTo>
                      <a:lnTo>
                        <a:pt x="282" y="246"/>
                      </a:lnTo>
                      <a:lnTo>
                        <a:pt x="280" y="24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0" name="Freeform 139"/>
                <p:cNvSpPr>
                  <a:spLocks/>
                </p:cNvSpPr>
                <p:nvPr/>
              </p:nvSpPr>
              <p:spPr bwMode="auto">
                <a:xfrm>
                  <a:off x="3882332" y="3839514"/>
                  <a:ext cx="339041" cy="366135"/>
                </a:xfrm>
                <a:custGeom>
                  <a:avLst/>
                  <a:gdLst>
                    <a:gd name="T0" fmla="*/ 282257514 w 202"/>
                    <a:gd name="T1" fmla="*/ 10080625 h 216"/>
                    <a:gd name="T2" fmla="*/ 317539691 w 202"/>
                    <a:gd name="T3" fmla="*/ 5040313 h 216"/>
                    <a:gd name="T4" fmla="*/ 327620313 w 202"/>
                    <a:gd name="T5" fmla="*/ 10080625 h 216"/>
                    <a:gd name="T6" fmla="*/ 403224977 w 202"/>
                    <a:gd name="T7" fmla="*/ 15120939 h 216"/>
                    <a:gd name="T8" fmla="*/ 433466942 w 202"/>
                    <a:gd name="T9" fmla="*/ 30241879 h 216"/>
                    <a:gd name="T10" fmla="*/ 443547564 w 202"/>
                    <a:gd name="T11" fmla="*/ 45362812 h 216"/>
                    <a:gd name="T12" fmla="*/ 463708808 w 202"/>
                    <a:gd name="T13" fmla="*/ 100806246 h 216"/>
                    <a:gd name="T14" fmla="*/ 463708808 w 202"/>
                    <a:gd name="T15" fmla="*/ 156249693 h 216"/>
                    <a:gd name="T16" fmla="*/ 473789430 w 202"/>
                    <a:gd name="T17" fmla="*/ 226814098 h 216"/>
                    <a:gd name="T18" fmla="*/ 473789430 w 202"/>
                    <a:gd name="T19" fmla="*/ 307459075 h 216"/>
                    <a:gd name="T20" fmla="*/ 453628186 w 202"/>
                    <a:gd name="T21" fmla="*/ 372983119 h 216"/>
                    <a:gd name="T22" fmla="*/ 453628186 w 202"/>
                    <a:gd name="T23" fmla="*/ 393144363 h 216"/>
                    <a:gd name="T24" fmla="*/ 473789430 w 202"/>
                    <a:gd name="T25" fmla="*/ 443547573 h 216"/>
                    <a:gd name="T26" fmla="*/ 493950674 w 202"/>
                    <a:gd name="T27" fmla="*/ 453628195 h 216"/>
                    <a:gd name="T28" fmla="*/ 483870052 w 202"/>
                    <a:gd name="T29" fmla="*/ 453628195 h 216"/>
                    <a:gd name="T30" fmla="*/ 463708808 w 202"/>
                    <a:gd name="T31" fmla="*/ 453628195 h 216"/>
                    <a:gd name="T32" fmla="*/ 473789430 w 202"/>
                    <a:gd name="T33" fmla="*/ 478829751 h 216"/>
                    <a:gd name="T34" fmla="*/ 498990985 w 202"/>
                    <a:gd name="T35" fmla="*/ 493950684 h 216"/>
                    <a:gd name="T36" fmla="*/ 509071607 w 202"/>
                    <a:gd name="T37" fmla="*/ 488910373 h 216"/>
                    <a:gd name="T38" fmla="*/ 493950674 w 202"/>
                    <a:gd name="T39" fmla="*/ 534273172 h 216"/>
                    <a:gd name="T40" fmla="*/ 473789430 w 202"/>
                    <a:gd name="T41" fmla="*/ 544353795 h 216"/>
                    <a:gd name="T42" fmla="*/ 453628186 w 202"/>
                    <a:gd name="T43" fmla="*/ 544353795 h 216"/>
                    <a:gd name="T44" fmla="*/ 418346010 w 202"/>
                    <a:gd name="T45" fmla="*/ 534273172 h 216"/>
                    <a:gd name="T46" fmla="*/ 398184666 w 202"/>
                    <a:gd name="T47" fmla="*/ 509071617 h 216"/>
                    <a:gd name="T48" fmla="*/ 398184666 w 202"/>
                    <a:gd name="T49" fmla="*/ 493950684 h 216"/>
                    <a:gd name="T50" fmla="*/ 388104044 w 202"/>
                    <a:gd name="T51" fmla="*/ 478829751 h 216"/>
                    <a:gd name="T52" fmla="*/ 352821868 w 202"/>
                    <a:gd name="T53" fmla="*/ 468749128 h 216"/>
                    <a:gd name="T54" fmla="*/ 337700935 w 202"/>
                    <a:gd name="T55" fmla="*/ 453628195 h 216"/>
                    <a:gd name="T56" fmla="*/ 196572178 w 202"/>
                    <a:gd name="T57" fmla="*/ 453628195 h 216"/>
                    <a:gd name="T58" fmla="*/ 176410934 w 202"/>
                    <a:gd name="T59" fmla="*/ 478829751 h 216"/>
                    <a:gd name="T60" fmla="*/ 176410934 w 202"/>
                    <a:gd name="T61" fmla="*/ 504031306 h 216"/>
                    <a:gd name="T62" fmla="*/ 171370623 w 202"/>
                    <a:gd name="T63" fmla="*/ 524192550 h 216"/>
                    <a:gd name="T64" fmla="*/ 151209379 w 202"/>
                    <a:gd name="T65" fmla="*/ 534273172 h 216"/>
                    <a:gd name="T66" fmla="*/ 141128757 w 202"/>
                    <a:gd name="T67" fmla="*/ 539313484 h 216"/>
                    <a:gd name="T68" fmla="*/ 120967513 w 202"/>
                    <a:gd name="T69" fmla="*/ 534273172 h 216"/>
                    <a:gd name="T70" fmla="*/ 70564378 w 202"/>
                    <a:gd name="T71" fmla="*/ 544353795 h 216"/>
                    <a:gd name="T72" fmla="*/ 35282189 w 202"/>
                    <a:gd name="T73" fmla="*/ 529232861 h 216"/>
                    <a:gd name="T74" fmla="*/ 15120939 w 202"/>
                    <a:gd name="T75" fmla="*/ 493950684 h 216"/>
                    <a:gd name="T76" fmla="*/ 0 w 202"/>
                    <a:gd name="T77" fmla="*/ 473789440 h 216"/>
                    <a:gd name="T78" fmla="*/ 30241878 w 202"/>
                    <a:gd name="T79" fmla="*/ 478829751 h 216"/>
                    <a:gd name="T80" fmla="*/ 35282189 w 202"/>
                    <a:gd name="T81" fmla="*/ 473789440 h 216"/>
                    <a:gd name="T82" fmla="*/ 45362811 w 202"/>
                    <a:gd name="T83" fmla="*/ 458668506 h 216"/>
                    <a:gd name="T84" fmla="*/ 65524068 w 202"/>
                    <a:gd name="T85" fmla="*/ 433466951 h 216"/>
                    <a:gd name="T86" fmla="*/ 60483757 w 202"/>
                    <a:gd name="T87" fmla="*/ 398184674 h 216"/>
                    <a:gd name="T88" fmla="*/ 55443446 w 202"/>
                    <a:gd name="T89" fmla="*/ 367942808 h 216"/>
                    <a:gd name="T90" fmla="*/ 45362811 w 202"/>
                    <a:gd name="T91" fmla="*/ 312499386 h 216"/>
                    <a:gd name="T92" fmla="*/ 55443446 w 202"/>
                    <a:gd name="T93" fmla="*/ 267136586 h 216"/>
                    <a:gd name="T94" fmla="*/ 80645000 w 202"/>
                    <a:gd name="T95" fmla="*/ 196572182 h 216"/>
                    <a:gd name="T96" fmla="*/ 90725622 w 202"/>
                    <a:gd name="T97" fmla="*/ 171370626 h 216"/>
                    <a:gd name="T98" fmla="*/ 120967513 w 202"/>
                    <a:gd name="T99" fmla="*/ 105846582 h 216"/>
                    <a:gd name="T100" fmla="*/ 181451245 w 202"/>
                    <a:gd name="T101" fmla="*/ 45362812 h 216"/>
                    <a:gd name="T102" fmla="*/ 236894715 w 202"/>
                    <a:gd name="T103" fmla="*/ 5040313 h 216"/>
                    <a:gd name="T104" fmla="*/ 272176892 w 202"/>
                    <a:gd name="T105" fmla="*/ 5040313 h 216"/>
                    <a:gd name="T106" fmla="*/ 282257514 w 202"/>
                    <a:gd name="T107" fmla="*/ 10080625 h 2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2"/>
                    <a:gd name="T163" fmla="*/ 0 h 216"/>
                    <a:gd name="T164" fmla="*/ 202 w 202"/>
                    <a:gd name="T165" fmla="*/ 216 h 2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2" h="216">
                      <a:moveTo>
                        <a:pt x="112" y="4"/>
                      </a:moveTo>
                      <a:lnTo>
                        <a:pt x="112" y="4"/>
                      </a:lnTo>
                      <a:lnTo>
                        <a:pt x="120" y="2"/>
                      </a:lnTo>
                      <a:lnTo>
                        <a:pt x="126" y="2"/>
                      </a:lnTo>
                      <a:lnTo>
                        <a:pt x="130" y="4"/>
                      </a:lnTo>
                      <a:lnTo>
                        <a:pt x="146" y="4"/>
                      </a:lnTo>
                      <a:lnTo>
                        <a:pt x="160" y="6"/>
                      </a:lnTo>
                      <a:lnTo>
                        <a:pt x="166" y="8"/>
                      </a:lnTo>
                      <a:lnTo>
                        <a:pt x="172" y="12"/>
                      </a:lnTo>
                      <a:lnTo>
                        <a:pt x="176" y="18"/>
                      </a:lnTo>
                      <a:lnTo>
                        <a:pt x="180" y="24"/>
                      </a:lnTo>
                      <a:lnTo>
                        <a:pt x="184" y="40"/>
                      </a:lnTo>
                      <a:lnTo>
                        <a:pt x="184" y="54"/>
                      </a:lnTo>
                      <a:lnTo>
                        <a:pt x="184" y="62"/>
                      </a:lnTo>
                      <a:lnTo>
                        <a:pt x="188" y="90"/>
                      </a:lnTo>
                      <a:lnTo>
                        <a:pt x="190" y="108"/>
                      </a:lnTo>
                      <a:lnTo>
                        <a:pt x="188" y="122"/>
                      </a:lnTo>
                      <a:lnTo>
                        <a:pt x="180" y="148"/>
                      </a:lnTo>
                      <a:lnTo>
                        <a:pt x="180" y="156"/>
                      </a:lnTo>
                      <a:lnTo>
                        <a:pt x="182" y="166"/>
                      </a:lnTo>
                      <a:lnTo>
                        <a:pt x="188" y="176"/>
                      </a:lnTo>
                      <a:lnTo>
                        <a:pt x="192" y="178"/>
                      </a:lnTo>
                      <a:lnTo>
                        <a:pt x="196" y="180"/>
                      </a:lnTo>
                      <a:lnTo>
                        <a:pt x="192" y="180"/>
                      </a:lnTo>
                      <a:lnTo>
                        <a:pt x="188" y="180"/>
                      </a:lnTo>
                      <a:lnTo>
                        <a:pt x="184" y="180"/>
                      </a:lnTo>
                      <a:lnTo>
                        <a:pt x="188" y="190"/>
                      </a:lnTo>
                      <a:lnTo>
                        <a:pt x="194" y="194"/>
                      </a:lnTo>
                      <a:lnTo>
                        <a:pt x="198" y="196"/>
                      </a:lnTo>
                      <a:lnTo>
                        <a:pt x="202" y="194"/>
                      </a:lnTo>
                      <a:lnTo>
                        <a:pt x="200" y="204"/>
                      </a:lnTo>
                      <a:lnTo>
                        <a:pt x="196" y="212"/>
                      </a:lnTo>
                      <a:lnTo>
                        <a:pt x="192" y="214"/>
                      </a:lnTo>
                      <a:lnTo>
                        <a:pt x="188" y="216"/>
                      </a:lnTo>
                      <a:lnTo>
                        <a:pt x="180" y="216"/>
                      </a:lnTo>
                      <a:lnTo>
                        <a:pt x="170" y="214"/>
                      </a:lnTo>
                      <a:lnTo>
                        <a:pt x="166" y="212"/>
                      </a:lnTo>
                      <a:lnTo>
                        <a:pt x="162" y="208"/>
                      </a:lnTo>
                      <a:lnTo>
                        <a:pt x="158" y="202"/>
                      </a:lnTo>
                      <a:lnTo>
                        <a:pt x="158" y="196"/>
                      </a:lnTo>
                      <a:lnTo>
                        <a:pt x="156" y="192"/>
                      </a:lnTo>
                      <a:lnTo>
                        <a:pt x="154" y="190"/>
                      </a:lnTo>
                      <a:lnTo>
                        <a:pt x="144" y="188"/>
                      </a:lnTo>
                      <a:lnTo>
                        <a:pt x="140" y="186"/>
                      </a:lnTo>
                      <a:lnTo>
                        <a:pt x="136" y="184"/>
                      </a:lnTo>
                      <a:lnTo>
                        <a:pt x="134" y="180"/>
                      </a:lnTo>
                      <a:lnTo>
                        <a:pt x="134" y="176"/>
                      </a:lnTo>
                      <a:lnTo>
                        <a:pt x="78" y="180"/>
                      </a:lnTo>
                      <a:lnTo>
                        <a:pt x="70" y="190"/>
                      </a:lnTo>
                      <a:lnTo>
                        <a:pt x="70" y="194"/>
                      </a:lnTo>
                      <a:lnTo>
                        <a:pt x="70" y="200"/>
                      </a:lnTo>
                      <a:lnTo>
                        <a:pt x="70" y="206"/>
                      </a:lnTo>
                      <a:lnTo>
                        <a:pt x="68" y="208"/>
                      </a:lnTo>
                      <a:lnTo>
                        <a:pt x="64" y="212"/>
                      </a:lnTo>
                      <a:lnTo>
                        <a:pt x="60" y="212"/>
                      </a:lnTo>
                      <a:lnTo>
                        <a:pt x="56" y="214"/>
                      </a:lnTo>
                      <a:lnTo>
                        <a:pt x="48" y="212"/>
                      </a:lnTo>
                      <a:lnTo>
                        <a:pt x="42" y="214"/>
                      </a:lnTo>
                      <a:lnTo>
                        <a:pt x="28" y="216"/>
                      </a:lnTo>
                      <a:lnTo>
                        <a:pt x="22" y="214"/>
                      </a:lnTo>
                      <a:lnTo>
                        <a:pt x="14" y="210"/>
                      </a:lnTo>
                      <a:lnTo>
                        <a:pt x="8" y="204"/>
                      </a:lnTo>
                      <a:lnTo>
                        <a:pt x="6" y="196"/>
                      </a:lnTo>
                      <a:lnTo>
                        <a:pt x="0" y="188"/>
                      </a:lnTo>
                      <a:lnTo>
                        <a:pt x="6" y="190"/>
                      </a:lnTo>
                      <a:lnTo>
                        <a:pt x="12" y="190"/>
                      </a:lnTo>
                      <a:lnTo>
                        <a:pt x="14" y="190"/>
                      </a:lnTo>
                      <a:lnTo>
                        <a:pt x="14" y="188"/>
                      </a:lnTo>
                      <a:lnTo>
                        <a:pt x="18" y="182"/>
                      </a:lnTo>
                      <a:lnTo>
                        <a:pt x="24" y="178"/>
                      </a:lnTo>
                      <a:lnTo>
                        <a:pt x="26" y="172"/>
                      </a:lnTo>
                      <a:lnTo>
                        <a:pt x="26" y="166"/>
                      </a:lnTo>
                      <a:lnTo>
                        <a:pt x="24" y="158"/>
                      </a:lnTo>
                      <a:lnTo>
                        <a:pt x="22" y="146"/>
                      </a:lnTo>
                      <a:lnTo>
                        <a:pt x="18" y="134"/>
                      </a:lnTo>
                      <a:lnTo>
                        <a:pt x="18" y="124"/>
                      </a:lnTo>
                      <a:lnTo>
                        <a:pt x="18" y="114"/>
                      </a:lnTo>
                      <a:lnTo>
                        <a:pt x="22" y="106"/>
                      </a:lnTo>
                      <a:lnTo>
                        <a:pt x="30" y="88"/>
                      </a:lnTo>
                      <a:lnTo>
                        <a:pt x="32" y="78"/>
                      </a:lnTo>
                      <a:lnTo>
                        <a:pt x="36" y="68"/>
                      </a:lnTo>
                      <a:lnTo>
                        <a:pt x="40" y="56"/>
                      </a:lnTo>
                      <a:lnTo>
                        <a:pt x="48" y="42"/>
                      </a:lnTo>
                      <a:lnTo>
                        <a:pt x="60" y="30"/>
                      </a:lnTo>
                      <a:lnTo>
                        <a:pt x="72" y="18"/>
                      </a:lnTo>
                      <a:lnTo>
                        <a:pt x="84" y="10"/>
                      </a:lnTo>
                      <a:lnTo>
                        <a:pt x="94" y="2"/>
                      </a:lnTo>
                      <a:lnTo>
                        <a:pt x="104" y="0"/>
                      </a:lnTo>
                      <a:lnTo>
                        <a:pt x="108" y="2"/>
                      </a:lnTo>
                      <a:lnTo>
                        <a:pt x="112" y="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1" name="Freeform 141"/>
                <p:cNvSpPr>
                  <a:spLocks/>
                </p:cNvSpPr>
                <p:nvPr/>
              </p:nvSpPr>
              <p:spPr bwMode="auto">
                <a:xfrm>
                  <a:off x="3999346" y="3881529"/>
                  <a:ext cx="174022" cy="249093"/>
                </a:xfrm>
                <a:custGeom>
                  <a:avLst/>
                  <a:gdLst>
                    <a:gd name="T0" fmla="*/ 231854407 w 106"/>
                    <a:gd name="T1" fmla="*/ 50403117 h 150"/>
                    <a:gd name="T2" fmla="*/ 231854407 w 106"/>
                    <a:gd name="T3" fmla="*/ 50403117 h 150"/>
                    <a:gd name="T4" fmla="*/ 246975341 w 106"/>
                    <a:gd name="T5" fmla="*/ 85685302 h 150"/>
                    <a:gd name="T6" fmla="*/ 262096274 w 106"/>
                    <a:gd name="T7" fmla="*/ 115927190 h 150"/>
                    <a:gd name="T8" fmla="*/ 267136585 w 106"/>
                    <a:gd name="T9" fmla="*/ 141128742 h 150"/>
                    <a:gd name="T10" fmla="*/ 267136585 w 106"/>
                    <a:gd name="T11" fmla="*/ 141128742 h 150"/>
                    <a:gd name="T12" fmla="*/ 267136585 w 106"/>
                    <a:gd name="T13" fmla="*/ 186491536 h 150"/>
                    <a:gd name="T14" fmla="*/ 267136585 w 106"/>
                    <a:gd name="T15" fmla="*/ 186491536 h 150"/>
                    <a:gd name="T16" fmla="*/ 257055963 w 106"/>
                    <a:gd name="T17" fmla="*/ 241935001 h 150"/>
                    <a:gd name="T18" fmla="*/ 252015652 w 106"/>
                    <a:gd name="T19" fmla="*/ 277217174 h 150"/>
                    <a:gd name="T20" fmla="*/ 241935030 w 106"/>
                    <a:gd name="T21" fmla="*/ 302418726 h 150"/>
                    <a:gd name="T22" fmla="*/ 241935030 w 106"/>
                    <a:gd name="T23" fmla="*/ 302418726 h 150"/>
                    <a:gd name="T24" fmla="*/ 201612492 w 106"/>
                    <a:gd name="T25" fmla="*/ 367942762 h 150"/>
                    <a:gd name="T26" fmla="*/ 201612492 w 106"/>
                    <a:gd name="T27" fmla="*/ 367942762 h 150"/>
                    <a:gd name="T28" fmla="*/ 191531869 w 106"/>
                    <a:gd name="T29" fmla="*/ 372983072 h 150"/>
                    <a:gd name="T30" fmla="*/ 176410936 w 106"/>
                    <a:gd name="T31" fmla="*/ 378023383 h 150"/>
                    <a:gd name="T32" fmla="*/ 161290003 w 106"/>
                    <a:gd name="T33" fmla="*/ 378023383 h 150"/>
                    <a:gd name="T34" fmla="*/ 161290003 w 106"/>
                    <a:gd name="T35" fmla="*/ 378023383 h 150"/>
                    <a:gd name="T36" fmla="*/ 136088448 w 106"/>
                    <a:gd name="T37" fmla="*/ 372983072 h 150"/>
                    <a:gd name="T38" fmla="*/ 105846582 w 106"/>
                    <a:gd name="T39" fmla="*/ 362902452 h 150"/>
                    <a:gd name="T40" fmla="*/ 65524068 w 106"/>
                    <a:gd name="T41" fmla="*/ 342741210 h 150"/>
                    <a:gd name="T42" fmla="*/ 65524068 w 106"/>
                    <a:gd name="T43" fmla="*/ 342741210 h 150"/>
                    <a:gd name="T44" fmla="*/ 40322501 w 106"/>
                    <a:gd name="T45" fmla="*/ 332660589 h 150"/>
                    <a:gd name="T46" fmla="*/ 20161250 w 106"/>
                    <a:gd name="T47" fmla="*/ 317539658 h 150"/>
                    <a:gd name="T48" fmla="*/ 10080625 w 106"/>
                    <a:gd name="T49" fmla="*/ 307459037 h 150"/>
                    <a:gd name="T50" fmla="*/ 5040313 w 106"/>
                    <a:gd name="T51" fmla="*/ 297378416 h 150"/>
                    <a:gd name="T52" fmla="*/ 5040313 w 106"/>
                    <a:gd name="T53" fmla="*/ 297378416 h 150"/>
                    <a:gd name="T54" fmla="*/ 0 w 106"/>
                    <a:gd name="T55" fmla="*/ 262096243 h 150"/>
                    <a:gd name="T56" fmla="*/ 0 w 106"/>
                    <a:gd name="T57" fmla="*/ 246975311 h 150"/>
                    <a:gd name="T58" fmla="*/ 0 w 106"/>
                    <a:gd name="T59" fmla="*/ 246975311 h 150"/>
                    <a:gd name="T60" fmla="*/ 10080625 w 106"/>
                    <a:gd name="T61" fmla="*/ 206652778 h 150"/>
                    <a:gd name="T62" fmla="*/ 15120939 w 106"/>
                    <a:gd name="T63" fmla="*/ 166330294 h 150"/>
                    <a:gd name="T64" fmla="*/ 20161250 w 106"/>
                    <a:gd name="T65" fmla="*/ 126007811 h 150"/>
                    <a:gd name="T66" fmla="*/ 20161250 w 106"/>
                    <a:gd name="T67" fmla="*/ 126007811 h 150"/>
                    <a:gd name="T68" fmla="*/ 20161250 w 106"/>
                    <a:gd name="T69" fmla="*/ 105846569 h 150"/>
                    <a:gd name="T70" fmla="*/ 25201561 w 106"/>
                    <a:gd name="T71" fmla="*/ 85685302 h 150"/>
                    <a:gd name="T72" fmla="*/ 40322501 w 106"/>
                    <a:gd name="T73" fmla="*/ 65524061 h 150"/>
                    <a:gd name="T74" fmla="*/ 50403123 w 106"/>
                    <a:gd name="T75" fmla="*/ 45362806 h 150"/>
                    <a:gd name="T76" fmla="*/ 65524068 w 106"/>
                    <a:gd name="T77" fmla="*/ 30241875 h 150"/>
                    <a:gd name="T78" fmla="*/ 85685313 w 106"/>
                    <a:gd name="T79" fmla="*/ 15120938 h 150"/>
                    <a:gd name="T80" fmla="*/ 100806246 w 106"/>
                    <a:gd name="T81" fmla="*/ 5040312 h 150"/>
                    <a:gd name="T82" fmla="*/ 120967515 w 106"/>
                    <a:gd name="T83" fmla="*/ 0 h 150"/>
                    <a:gd name="T84" fmla="*/ 120967515 w 106"/>
                    <a:gd name="T85" fmla="*/ 0 h 150"/>
                    <a:gd name="T86" fmla="*/ 156249692 w 106"/>
                    <a:gd name="T87" fmla="*/ 5040312 h 150"/>
                    <a:gd name="T88" fmla="*/ 186491558 w 106"/>
                    <a:gd name="T89" fmla="*/ 15120938 h 150"/>
                    <a:gd name="T90" fmla="*/ 211693163 w 106"/>
                    <a:gd name="T91" fmla="*/ 30241875 h 150"/>
                    <a:gd name="T92" fmla="*/ 231854407 w 106"/>
                    <a:gd name="T93" fmla="*/ 50403117 h 150"/>
                    <a:gd name="T94" fmla="*/ 231854407 w 106"/>
                    <a:gd name="T95" fmla="*/ 50403117 h 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6"/>
                    <a:gd name="T145" fmla="*/ 0 h 150"/>
                    <a:gd name="T146" fmla="*/ 106 w 106"/>
                    <a:gd name="T147" fmla="*/ 150 h 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6" h="150">
                      <a:moveTo>
                        <a:pt x="92" y="20"/>
                      </a:moveTo>
                      <a:lnTo>
                        <a:pt x="92" y="20"/>
                      </a:lnTo>
                      <a:lnTo>
                        <a:pt x="98" y="34"/>
                      </a:lnTo>
                      <a:lnTo>
                        <a:pt x="104" y="46"/>
                      </a:lnTo>
                      <a:lnTo>
                        <a:pt x="106" y="56"/>
                      </a:lnTo>
                      <a:lnTo>
                        <a:pt x="106" y="74"/>
                      </a:lnTo>
                      <a:lnTo>
                        <a:pt x="102" y="96"/>
                      </a:lnTo>
                      <a:lnTo>
                        <a:pt x="100" y="110"/>
                      </a:lnTo>
                      <a:lnTo>
                        <a:pt x="96" y="120"/>
                      </a:lnTo>
                      <a:lnTo>
                        <a:pt x="80" y="146"/>
                      </a:lnTo>
                      <a:lnTo>
                        <a:pt x="76" y="148"/>
                      </a:lnTo>
                      <a:lnTo>
                        <a:pt x="70" y="150"/>
                      </a:lnTo>
                      <a:lnTo>
                        <a:pt x="64" y="150"/>
                      </a:lnTo>
                      <a:lnTo>
                        <a:pt x="54" y="148"/>
                      </a:lnTo>
                      <a:lnTo>
                        <a:pt x="42" y="144"/>
                      </a:lnTo>
                      <a:lnTo>
                        <a:pt x="26" y="136"/>
                      </a:lnTo>
                      <a:lnTo>
                        <a:pt x="16" y="132"/>
                      </a:lnTo>
                      <a:lnTo>
                        <a:pt x="8" y="126"/>
                      </a:lnTo>
                      <a:lnTo>
                        <a:pt x="4" y="122"/>
                      </a:lnTo>
                      <a:lnTo>
                        <a:pt x="2" y="118"/>
                      </a:lnTo>
                      <a:lnTo>
                        <a:pt x="0" y="104"/>
                      </a:lnTo>
                      <a:lnTo>
                        <a:pt x="0" y="98"/>
                      </a:lnTo>
                      <a:lnTo>
                        <a:pt x="4" y="82"/>
                      </a:lnTo>
                      <a:lnTo>
                        <a:pt x="6" y="66"/>
                      </a:lnTo>
                      <a:lnTo>
                        <a:pt x="8" y="50"/>
                      </a:lnTo>
                      <a:lnTo>
                        <a:pt x="8" y="42"/>
                      </a:lnTo>
                      <a:lnTo>
                        <a:pt x="10" y="34"/>
                      </a:lnTo>
                      <a:lnTo>
                        <a:pt x="16" y="26"/>
                      </a:lnTo>
                      <a:lnTo>
                        <a:pt x="20" y="18"/>
                      </a:lnTo>
                      <a:lnTo>
                        <a:pt x="26" y="12"/>
                      </a:lnTo>
                      <a:lnTo>
                        <a:pt x="34" y="6"/>
                      </a:lnTo>
                      <a:lnTo>
                        <a:pt x="40" y="2"/>
                      </a:lnTo>
                      <a:lnTo>
                        <a:pt x="48" y="0"/>
                      </a:lnTo>
                      <a:lnTo>
                        <a:pt x="62" y="2"/>
                      </a:lnTo>
                      <a:lnTo>
                        <a:pt x="74" y="6"/>
                      </a:lnTo>
                      <a:lnTo>
                        <a:pt x="84" y="12"/>
                      </a:lnTo>
                      <a:lnTo>
                        <a:pt x="92" y="20"/>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2" name="Freeform 142"/>
                <p:cNvSpPr>
                  <a:spLocks/>
                </p:cNvSpPr>
                <p:nvPr/>
              </p:nvSpPr>
              <p:spPr bwMode="auto">
                <a:xfrm>
                  <a:off x="3903334" y="4739846"/>
                  <a:ext cx="207027" cy="147055"/>
                </a:xfrm>
                <a:custGeom>
                  <a:avLst/>
                  <a:gdLst>
                    <a:gd name="T0" fmla="*/ 126007831 w 124"/>
                    <a:gd name="T1" fmla="*/ 40322498 h 88"/>
                    <a:gd name="T2" fmla="*/ 211693172 w 124"/>
                    <a:gd name="T3" fmla="*/ 5040312 h 88"/>
                    <a:gd name="T4" fmla="*/ 246975351 w 124"/>
                    <a:gd name="T5" fmla="*/ 0 h 88"/>
                    <a:gd name="T6" fmla="*/ 267136596 w 124"/>
                    <a:gd name="T7" fmla="*/ 10080625 h 88"/>
                    <a:gd name="T8" fmla="*/ 267136596 w 124"/>
                    <a:gd name="T9" fmla="*/ 15120938 h 88"/>
                    <a:gd name="T10" fmla="*/ 191531877 w 124"/>
                    <a:gd name="T11" fmla="*/ 50403120 h 88"/>
                    <a:gd name="T12" fmla="*/ 166330321 w 124"/>
                    <a:gd name="T13" fmla="*/ 65524065 h 88"/>
                    <a:gd name="T14" fmla="*/ 216733483 w 124"/>
                    <a:gd name="T15" fmla="*/ 65524065 h 88"/>
                    <a:gd name="T16" fmla="*/ 302418775 w 124"/>
                    <a:gd name="T17" fmla="*/ 75604686 h 88"/>
                    <a:gd name="T18" fmla="*/ 307459086 w 124"/>
                    <a:gd name="T19" fmla="*/ 80644997 h 88"/>
                    <a:gd name="T20" fmla="*/ 312499397 w 124"/>
                    <a:gd name="T21" fmla="*/ 90725618 h 88"/>
                    <a:gd name="T22" fmla="*/ 302418775 w 124"/>
                    <a:gd name="T23" fmla="*/ 95765929 h 88"/>
                    <a:gd name="T24" fmla="*/ 262096285 w 124"/>
                    <a:gd name="T25" fmla="*/ 100806240 h 88"/>
                    <a:gd name="T26" fmla="*/ 176410944 w 124"/>
                    <a:gd name="T27" fmla="*/ 110886886 h 88"/>
                    <a:gd name="T28" fmla="*/ 241935040 w 124"/>
                    <a:gd name="T29" fmla="*/ 110886886 h 88"/>
                    <a:gd name="T30" fmla="*/ 277217218 w 124"/>
                    <a:gd name="T31" fmla="*/ 110886886 h 88"/>
                    <a:gd name="T32" fmla="*/ 297378464 w 124"/>
                    <a:gd name="T33" fmla="*/ 120967508 h 88"/>
                    <a:gd name="T34" fmla="*/ 297378464 w 124"/>
                    <a:gd name="T35" fmla="*/ 126007818 h 88"/>
                    <a:gd name="T36" fmla="*/ 287297841 w 124"/>
                    <a:gd name="T37" fmla="*/ 141128751 h 88"/>
                    <a:gd name="T38" fmla="*/ 277217218 w 124"/>
                    <a:gd name="T39" fmla="*/ 141128751 h 88"/>
                    <a:gd name="T40" fmla="*/ 146169076 w 124"/>
                    <a:gd name="T41" fmla="*/ 156249683 h 88"/>
                    <a:gd name="T42" fmla="*/ 191531877 w 124"/>
                    <a:gd name="T43" fmla="*/ 166330304 h 88"/>
                    <a:gd name="T44" fmla="*/ 221773795 w 124"/>
                    <a:gd name="T45" fmla="*/ 161289994 h 88"/>
                    <a:gd name="T46" fmla="*/ 236894728 w 124"/>
                    <a:gd name="T47" fmla="*/ 161289994 h 88"/>
                    <a:gd name="T48" fmla="*/ 246975351 w 124"/>
                    <a:gd name="T49" fmla="*/ 171370615 h 88"/>
                    <a:gd name="T50" fmla="*/ 241935040 w 124"/>
                    <a:gd name="T51" fmla="*/ 181451237 h 88"/>
                    <a:gd name="T52" fmla="*/ 216733483 w 124"/>
                    <a:gd name="T53" fmla="*/ 186491547 h 88"/>
                    <a:gd name="T54" fmla="*/ 136088454 w 124"/>
                    <a:gd name="T55" fmla="*/ 191531858 h 88"/>
                    <a:gd name="T56" fmla="*/ 100806250 w 124"/>
                    <a:gd name="T57" fmla="*/ 201612480 h 88"/>
                    <a:gd name="T58" fmla="*/ 65524071 w 124"/>
                    <a:gd name="T59" fmla="*/ 216733462 h 88"/>
                    <a:gd name="T60" fmla="*/ 0 w 124"/>
                    <a:gd name="T61" fmla="*/ 221773772 h 88"/>
                    <a:gd name="T62" fmla="*/ 30241880 w 124"/>
                    <a:gd name="T63" fmla="*/ 171370615 h 88"/>
                    <a:gd name="T64" fmla="*/ 60483760 w 124"/>
                    <a:gd name="T65" fmla="*/ 105846575 h 88"/>
                    <a:gd name="T66" fmla="*/ 65524071 w 124"/>
                    <a:gd name="T67" fmla="*/ 80644997 h 88"/>
                    <a:gd name="T68" fmla="*/ 100806250 w 124"/>
                    <a:gd name="T69" fmla="*/ 50403120 h 88"/>
                    <a:gd name="T70" fmla="*/ 126007831 w 124"/>
                    <a:gd name="T71" fmla="*/ 40322498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4"/>
                    <a:gd name="T109" fmla="*/ 0 h 88"/>
                    <a:gd name="T110" fmla="*/ 124 w 124"/>
                    <a:gd name="T111" fmla="*/ 88 h 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4" h="88">
                      <a:moveTo>
                        <a:pt x="50" y="16"/>
                      </a:moveTo>
                      <a:lnTo>
                        <a:pt x="50" y="16"/>
                      </a:lnTo>
                      <a:lnTo>
                        <a:pt x="72" y="6"/>
                      </a:lnTo>
                      <a:lnTo>
                        <a:pt x="84" y="2"/>
                      </a:lnTo>
                      <a:lnTo>
                        <a:pt x="98" y="0"/>
                      </a:lnTo>
                      <a:lnTo>
                        <a:pt x="104" y="2"/>
                      </a:lnTo>
                      <a:lnTo>
                        <a:pt x="106" y="4"/>
                      </a:lnTo>
                      <a:lnTo>
                        <a:pt x="106" y="6"/>
                      </a:lnTo>
                      <a:lnTo>
                        <a:pt x="98" y="10"/>
                      </a:lnTo>
                      <a:lnTo>
                        <a:pt x="76" y="20"/>
                      </a:lnTo>
                      <a:lnTo>
                        <a:pt x="66" y="26"/>
                      </a:lnTo>
                      <a:lnTo>
                        <a:pt x="86" y="26"/>
                      </a:lnTo>
                      <a:lnTo>
                        <a:pt x="104" y="28"/>
                      </a:lnTo>
                      <a:lnTo>
                        <a:pt x="120" y="30"/>
                      </a:lnTo>
                      <a:lnTo>
                        <a:pt x="122" y="32"/>
                      </a:lnTo>
                      <a:lnTo>
                        <a:pt x="124" y="34"/>
                      </a:lnTo>
                      <a:lnTo>
                        <a:pt x="124" y="36"/>
                      </a:lnTo>
                      <a:lnTo>
                        <a:pt x="120" y="38"/>
                      </a:lnTo>
                      <a:lnTo>
                        <a:pt x="112" y="40"/>
                      </a:lnTo>
                      <a:lnTo>
                        <a:pt x="104" y="40"/>
                      </a:lnTo>
                      <a:lnTo>
                        <a:pt x="92" y="40"/>
                      </a:lnTo>
                      <a:lnTo>
                        <a:pt x="70" y="44"/>
                      </a:lnTo>
                      <a:lnTo>
                        <a:pt x="96" y="44"/>
                      </a:lnTo>
                      <a:lnTo>
                        <a:pt x="110" y="44"/>
                      </a:lnTo>
                      <a:lnTo>
                        <a:pt x="114" y="46"/>
                      </a:lnTo>
                      <a:lnTo>
                        <a:pt x="118" y="48"/>
                      </a:lnTo>
                      <a:lnTo>
                        <a:pt x="118" y="50"/>
                      </a:lnTo>
                      <a:lnTo>
                        <a:pt x="116" y="54"/>
                      </a:lnTo>
                      <a:lnTo>
                        <a:pt x="114" y="56"/>
                      </a:lnTo>
                      <a:lnTo>
                        <a:pt x="110" y="56"/>
                      </a:lnTo>
                      <a:lnTo>
                        <a:pt x="62" y="60"/>
                      </a:lnTo>
                      <a:lnTo>
                        <a:pt x="58" y="62"/>
                      </a:lnTo>
                      <a:lnTo>
                        <a:pt x="76" y="66"/>
                      </a:lnTo>
                      <a:lnTo>
                        <a:pt x="88" y="64"/>
                      </a:lnTo>
                      <a:lnTo>
                        <a:pt x="94" y="64"/>
                      </a:lnTo>
                      <a:lnTo>
                        <a:pt x="96" y="66"/>
                      </a:lnTo>
                      <a:lnTo>
                        <a:pt x="98" y="68"/>
                      </a:lnTo>
                      <a:lnTo>
                        <a:pt x="96" y="72"/>
                      </a:lnTo>
                      <a:lnTo>
                        <a:pt x="92" y="74"/>
                      </a:lnTo>
                      <a:lnTo>
                        <a:pt x="86" y="74"/>
                      </a:lnTo>
                      <a:lnTo>
                        <a:pt x="54" y="76"/>
                      </a:lnTo>
                      <a:lnTo>
                        <a:pt x="40" y="80"/>
                      </a:lnTo>
                      <a:lnTo>
                        <a:pt x="26" y="86"/>
                      </a:lnTo>
                      <a:lnTo>
                        <a:pt x="14" y="88"/>
                      </a:lnTo>
                      <a:lnTo>
                        <a:pt x="0" y="88"/>
                      </a:lnTo>
                      <a:lnTo>
                        <a:pt x="12" y="68"/>
                      </a:lnTo>
                      <a:lnTo>
                        <a:pt x="22" y="50"/>
                      </a:lnTo>
                      <a:lnTo>
                        <a:pt x="24" y="42"/>
                      </a:lnTo>
                      <a:lnTo>
                        <a:pt x="26" y="32"/>
                      </a:lnTo>
                      <a:lnTo>
                        <a:pt x="32" y="26"/>
                      </a:lnTo>
                      <a:lnTo>
                        <a:pt x="40" y="20"/>
                      </a:lnTo>
                      <a:lnTo>
                        <a:pt x="50" y="1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3" name="Freeform 143"/>
                <p:cNvSpPr>
                  <a:spLocks noEditPoints="1"/>
                </p:cNvSpPr>
                <p:nvPr/>
              </p:nvSpPr>
              <p:spPr bwMode="auto">
                <a:xfrm>
                  <a:off x="3876332" y="5385085"/>
                  <a:ext cx="558069" cy="684253"/>
                </a:xfrm>
                <a:custGeom>
                  <a:avLst/>
                  <a:gdLst>
                    <a:gd name="T0" fmla="*/ 186491543 w 330"/>
                    <a:gd name="T1" fmla="*/ 866933887 h 408"/>
                    <a:gd name="T2" fmla="*/ 151209369 w 330"/>
                    <a:gd name="T3" fmla="*/ 730845292 h 408"/>
                    <a:gd name="T4" fmla="*/ 146169058 w 330"/>
                    <a:gd name="T5" fmla="*/ 720764670 h 408"/>
                    <a:gd name="T6" fmla="*/ 141128747 w 330"/>
                    <a:gd name="T7" fmla="*/ 690522804 h 408"/>
                    <a:gd name="T8" fmla="*/ 141128747 w 330"/>
                    <a:gd name="T9" fmla="*/ 589716584 h 408"/>
                    <a:gd name="T10" fmla="*/ 141128747 w 330"/>
                    <a:gd name="T11" fmla="*/ 554434408 h 408"/>
                    <a:gd name="T12" fmla="*/ 50403119 w 330"/>
                    <a:gd name="T13" fmla="*/ 55443446 h 408"/>
                    <a:gd name="T14" fmla="*/ 35282187 w 330"/>
                    <a:gd name="T15" fmla="*/ 80645001 h 408"/>
                    <a:gd name="T16" fmla="*/ 10080624 w 330"/>
                    <a:gd name="T17" fmla="*/ 156249690 h 408"/>
                    <a:gd name="T18" fmla="*/ 0 w 330"/>
                    <a:gd name="T19" fmla="*/ 282257515 h 408"/>
                    <a:gd name="T20" fmla="*/ 10080624 w 330"/>
                    <a:gd name="T21" fmla="*/ 403224979 h 408"/>
                    <a:gd name="T22" fmla="*/ 25201559 w 330"/>
                    <a:gd name="T23" fmla="*/ 493950676 h 408"/>
                    <a:gd name="T24" fmla="*/ 35282187 w 330"/>
                    <a:gd name="T25" fmla="*/ 599797206 h 408"/>
                    <a:gd name="T26" fmla="*/ 30241876 w 330"/>
                    <a:gd name="T27" fmla="*/ 670361560 h 408"/>
                    <a:gd name="T28" fmla="*/ 30241876 w 330"/>
                    <a:gd name="T29" fmla="*/ 665321249 h 408"/>
                    <a:gd name="T30" fmla="*/ 10080624 w 330"/>
                    <a:gd name="T31" fmla="*/ 801409646 h 408"/>
                    <a:gd name="T32" fmla="*/ 30241876 w 330"/>
                    <a:gd name="T33" fmla="*/ 806449957 h 408"/>
                    <a:gd name="T34" fmla="*/ 30241876 w 330"/>
                    <a:gd name="T35" fmla="*/ 801409646 h 408"/>
                    <a:gd name="T36" fmla="*/ 40322497 w 330"/>
                    <a:gd name="T37" fmla="*/ 846772644 h 408"/>
                    <a:gd name="T38" fmla="*/ 40322497 w 330"/>
                    <a:gd name="T39" fmla="*/ 907256375 h 408"/>
                    <a:gd name="T40" fmla="*/ 60483752 w 330"/>
                    <a:gd name="T41" fmla="*/ 972780418 h 408"/>
                    <a:gd name="T42" fmla="*/ 70564374 w 330"/>
                    <a:gd name="T43" fmla="*/ 992941662 h 408"/>
                    <a:gd name="T44" fmla="*/ 105846573 w 330"/>
                    <a:gd name="T45" fmla="*/ 1018143217 h 408"/>
                    <a:gd name="T46" fmla="*/ 146169058 w 330"/>
                    <a:gd name="T47" fmla="*/ 1028223839 h 408"/>
                    <a:gd name="T48" fmla="*/ 216733457 w 330"/>
                    <a:gd name="T49" fmla="*/ 1018143217 h 408"/>
                    <a:gd name="T50" fmla="*/ 236894699 w 330"/>
                    <a:gd name="T51" fmla="*/ 982861040 h 408"/>
                    <a:gd name="T52" fmla="*/ 236894699 w 330"/>
                    <a:gd name="T53" fmla="*/ 967740107 h 408"/>
                    <a:gd name="T54" fmla="*/ 216733457 w 330"/>
                    <a:gd name="T55" fmla="*/ 922377308 h 408"/>
                    <a:gd name="T56" fmla="*/ 821570832 w 330"/>
                    <a:gd name="T57" fmla="*/ 675401871 h 408"/>
                    <a:gd name="T58" fmla="*/ 816530521 w 330"/>
                    <a:gd name="T59" fmla="*/ 670361560 h 408"/>
                    <a:gd name="T60" fmla="*/ 801409589 w 330"/>
                    <a:gd name="T61" fmla="*/ 660280938 h 408"/>
                    <a:gd name="T62" fmla="*/ 751006483 w 330"/>
                    <a:gd name="T63" fmla="*/ 619958450 h 408"/>
                    <a:gd name="T64" fmla="*/ 735885551 w 330"/>
                    <a:gd name="T65" fmla="*/ 599797206 h 408"/>
                    <a:gd name="T66" fmla="*/ 715724309 w 330"/>
                    <a:gd name="T67" fmla="*/ 579635963 h 408"/>
                    <a:gd name="T68" fmla="*/ 690522756 w 330"/>
                    <a:gd name="T69" fmla="*/ 544353786 h 408"/>
                    <a:gd name="T70" fmla="*/ 675401824 w 330"/>
                    <a:gd name="T71" fmla="*/ 509071609 h 408"/>
                    <a:gd name="T72" fmla="*/ 660280892 w 330"/>
                    <a:gd name="T73" fmla="*/ 463708810 h 408"/>
                    <a:gd name="T74" fmla="*/ 478829709 w 330"/>
                    <a:gd name="T75" fmla="*/ 65524068 h 408"/>
                    <a:gd name="T76" fmla="*/ 483870019 w 330"/>
                    <a:gd name="T77" fmla="*/ 105846580 h 408"/>
                    <a:gd name="T78" fmla="*/ 483870019 w 330"/>
                    <a:gd name="T79" fmla="*/ 166330312 h 408"/>
                    <a:gd name="T80" fmla="*/ 504031262 w 330"/>
                    <a:gd name="T81" fmla="*/ 282257515 h 408"/>
                    <a:gd name="T82" fmla="*/ 534273126 w 330"/>
                    <a:gd name="T83" fmla="*/ 398184668 h 408"/>
                    <a:gd name="T84" fmla="*/ 534273126 w 330"/>
                    <a:gd name="T85" fmla="*/ 448587877 h 408"/>
                    <a:gd name="T86" fmla="*/ 529232815 w 330"/>
                    <a:gd name="T87" fmla="*/ 468749121 h 408"/>
                    <a:gd name="T88" fmla="*/ 509071573 w 330"/>
                    <a:gd name="T89" fmla="*/ 524192542 h 408"/>
                    <a:gd name="T90" fmla="*/ 509071573 w 330"/>
                    <a:gd name="T91" fmla="*/ 574595652 h 408"/>
                    <a:gd name="T92" fmla="*/ 514111883 w 330"/>
                    <a:gd name="T93" fmla="*/ 584676274 h 408"/>
                    <a:gd name="T94" fmla="*/ 524192505 w 330"/>
                    <a:gd name="T95" fmla="*/ 614918139 h 408"/>
                    <a:gd name="T96" fmla="*/ 534273126 w 330"/>
                    <a:gd name="T97" fmla="*/ 695563115 h 408"/>
                    <a:gd name="T98" fmla="*/ 559474679 w 330"/>
                    <a:gd name="T99" fmla="*/ 690522804 h 408"/>
                    <a:gd name="T100" fmla="*/ 564514990 w 330"/>
                    <a:gd name="T101" fmla="*/ 599797206 h 408"/>
                    <a:gd name="T102" fmla="*/ 594756853 w 330"/>
                    <a:gd name="T103" fmla="*/ 614918139 h 408"/>
                    <a:gd name="T104" fmla="*/ 614918096 w 330"/>
                    <a:gd name="T105" fmla="*/ 645160005 h 408"/>
                    <a:gd name="T106" fmla="*/ 619958407 w 330"/>
                    <a:gd name="T107" fmla="*/ 655240627 h 408"/>
                    <a:gd name="T108" fmla="*/ 650200270 w 330"/>
                    <a:gd name="T109" fmla="*/ 720764670 h 408"/>
                    <a:gd name="T110" fmla="*/ 660280892 w 330"/>
                    <a:gd name="T111" fmla="*/ 740925914 h 408"/>
                    <a:gd name="T112" fmla="*/ 690522756 w 330"/>
                    <a:gd name="T113" fmla="*/ 756046847 h 408"/>
                    <a:gd name="T114" fmla="*/ 811490211 w 330"/>
                    <a:gd name="T115" fmla="*/ 766127469 h 408"/>
                    <a:gd name="T116" fmla="*/ 816530521 w 330"/>
                    <a:gd name="T117" fmla="*/ 756046847 h 408"/>
                    <a:gd name="T118" fmla="*/ 826611143 w 330"/>
                    <a:gd name="T119" fmla="*/ 725804981 h 408"/>
                    <a:gd name="T120" fmla="*/ 831651453 w 330"/>
                    <a:gd name="T121" fmla="*/ 715724359 h 408"/>
                    <a:gd name="T122" fmla="*/ 821570832 w 330"/>
                    <a:gd name="T123" fmla="*/ 675401871 h 4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0"/>
                    <a:gd name="T187" fmla="*/ 0 h 408"/>
                    <a:gd name="T188" fmla="*/ 330 w 330"/>
                    <a:gd name="T189" fmla="*/ 408 h 4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0" h="408">
                      <a:moveTo>
                        <a:pt x="74" y="344"/>
                      </a:moveTo>
                      <a:lnTo>
                        <a:pt x="74" y="344"/>
                      </a:lnTo>
                      <a:lnTo>
                        <a:pt x="60" y="290"/>
                      </a:lnTo>
                      <a:lnTo>
                        <a:pt x="58" y="286"/>
                      </a:lnTo>
                      <a:lnTo>
                        <a:pt x="56" y="274"/>
                      </a:lnTo>
                      <a:lnTo>
                        <a:pt x="56" y="254"/>
                      </a:lnTo>
                      <a:lnTo>
                        <a:pt x="56" y="234"/>
                      </a:lnTo>
                      <a:lnTo>
                        <a:pt x="56" y="220"/>
                      </a:lnTo>
                      <a:lnTo>
                        <a:pt x="92" y="44"/>
                      </a:lnTo>
                      <a:lnTo>
                        <a:pt x="20" y="22"/>
                      </a:lnTo>
                      <a:lnTo>
                        <a:pt x="14" y="32"/>
                      </a:lnTo>
                      <a:lnTo>
                        <a:pt x="10" y="40"/>
                      </a:lnTo>
                      <a:lnTo>
                        <a:pt x="4" y="62"/>
                      </a:lnTo>
                      <a:lnTo>
                        <a:pt x="2" y="88"/>
                      </a:lnTo>
                      <a:lnTo>
                        <a:pt x="0" y="112"/>
                      </a:lnTo>
                      <a:lnTo>
                        <a:pt x="2" y="138"/>
                      </a:lnTo>
                      <a:lnTo>
                        <a:pt x="4" y="160"/>
                      </a:lnTo>
                      <a:lnTo>
                        <a:pt x="10" y="196"/>
                      </a:lnTo>
                      <a:lnTo>
                        <a:pt x="14" y="218"/>
                      </a:lnTo>
                      <a:lnTo>
                        <a:pt x="14" y="238"/>
                      </a:lnTo>
                      <a:lnTo>
                        <a:pt x="14" y="254"/>
                      </a:lnTo>
                      <a:lnTo>
                        <a:pt x="12" y="266"/>
                      </a:lnTo>
                      <a:lnTo>
                        <a:pt x="12" y="264"/>
                      </a:lnTo>
                      <a:lnTo>
                        <a:pt x="6" y="292"/>
                      </a:lnTo>
                      <a:lnTo>
                        <a:pt x="4" y="318"/>
                      </a:lnTo>
                      <a:lnTo>
                        <a:pt x="8" y="322"/>
                      </a:lnTo>
                      <a:lnTo>
                        <a:pt x="12" y="320"/>
                      </a:lnTo>
                      <a:lnTo>
                        <a:pt x="12" y="318"/>
                      </a:lnTo>
                      <a:lnTo>
                        <a:pt x="16" y="336"/>
                      </a:lnTo>
                      <a:lnTo>
                        <a:pt x="16" y="360"/>
                      </a:lnTo>
                      <a:lnTo>
                        <a:pt x="18" y="370"/>
                      </a:lnTo>
                      <a:lnTo>
                        <a:pt x="24" y="386"/>
                      </a:lnTo>
                      <a:lnTo>
                        <a:pt x="28" y="394"/>
                      </a:lnTo>
                      <a:lnTo>
                        <a:pt x="42" y="404"/>
                      </a:lnTo>
                      <a:lnTo>
                        <a:pt x="50" y="406"/>
                      </a:lnTo>
                      <a:lnTo>
                        <a:pt x="58" y="408"/>
                      </a:lnTo>
                      <a:lnTo>
                        <a:pt x="74" y="406"/>
                      </a:lnTo>
                      <a:lnTo>
                        <a:pt x="86" y="404"/>
                      </a:lnTo>
                      <a:lnTo>
                        <a:pt x="92" y="402"/>
                      </a:lnTo>
                      <a:lnTo>
                        <a:pt x="94" y="390"/>
                      </a:lnTo>
                      <a:lnTo>
                        <a:pt x="94" y="384"/>
                      </a:lnTo>
                      <a:lnTo>
                        <a:pt x="92" y="376"/>
                      </a:lnTo>
                      <a:lnTo>
                        <a:pt x="86" y="366"/>
                      </a:lnTo>
                      <a:lnTo>
                        <a:pt x="74" y="344"/>
                      </a:lnTo>
                      <a:close/>
                      <a:moveTo>
                        <a:pt x="326" y="268"/>
                      </a:moveTo>
                      <a:lnTo>
                        <a:pt x="326" y="268"/>
                      </a:lnTo>
                      <a:lnTo>
                        <a:pt x="324" y="266"/>
                      </a:lnTo>
                      <a:lnTo>
                        <a:pt x="318" y="262"/>
                      </a:lnTo>
                      <a:lnTo>
                        <a:pt x="310" y="254"/>
                      </a:lnTo>
                      <a:lnTo>
                        <a:pt x="298" y="246"/>
                      </a:lnTo>
                      <a:lnTo>
                        <a:pt x="292" y="238"/>
                      </a:lnTo>
                      <a:lnTo>
                        <a:pt x="284" y="230"/>
                      </a:lnTo>
                      <a:lnTo>
                        <a:pt x="280" y="224"/>
                      </a:lnTo>
                      <a:lnTo>
                        <a:pt x="274" y="216"/>
                      </a:lnTo>
                      <a:lnTo>
                        <a:pt x="268" y="202"/>
                      </a:lnTo>
                      <a:lnTo>
                        <a:pt x="262" y="184"/>
                      </a:lnTo>
                      <a:lnTo>
                        <a:pt x="260" y="0"/>
                      </a:lnTo>
                      <a:lnTo>
                        <a:pt x="190" y="26"/>
                      </a:lnTo>
                      <a:lnTo>
                        <a:pt x="192" y="42"/>
                      </a:lnTo>
                      <a:lnTo>
                        <a:pt x="192" y="66"/>
                      </a:lnTo>
                      <a:lnTo>
                        <a:pt x="194" y="82"/>
                      </a:lnTo>
                      <a:lnTo>
                        <a:pt x="200" y="112"/>
                      </a:lnTo>
                      <a:lnTo>
                        <a:pt x="212" y="158"/>
                      </a:lnTo>
                      <a:lnTo>
                        <a:pt x="212" y="178"/>
                      </a:lnTo>
                      <a:lnTo>
                        <a:pt x="210" y="186"/>
                      </a:lnTo>
                      <a:lnTo>
                        <a:pt x="206" y="194"/>
                      </a:lnTo>
                      <a:lnTo>
                        <a:pt x="202" y="208"/>
                      </a:lnTo>
                      <a:lnTo>
                        <a:pt x="200" y="222"/>
                      </a:lnTo>
                      <a:lnTo>
                        <a:pt x="202" y="228"/>
                      </a:lnTo>
                      <a:lnTo>
                        <a:pt x="204" y="232"/>
                      </a:lnTo>
                      <a:lnTo>
                        <a:pt x="206" y="238"/>
                      </a:lnTo>
                      <a:lnTo>
                        <a:pt x="208" y="244"/>
                      </a:lnTo>
                      <a:lnTo>
                        <a:pt x="210" y="258"/>
                      </a:lnTo>
                      <a:lnTo>
                        <a:pt x="212" y="276"/>
                      </a:lnTo>
                      <a:lnTo>
                        <a:pt x="218" y="278"/>
                      </a:lnTo>
                      <a:lnTo>
                        <a:pt x="222" y="274"/>
                      </a:lnTo>
                      <a:lnTo>
                        <a:pt x="218" y="232"/>
                      </a:lnTo>
                      <a:lnTo>
                        <a:pt x="224" y="238"/>
                      </a:lnTo>
                      <a:lnTo>
                        <a:pt x="236" y="244"/>
                      </a:lnTo>
                      <a:lnTo>
                        <a:pt x="242" y="250"/>
                      </a:lnTo>
                      <a:lnTo>
                        <a:pt x="244" y="256"/>
                      </a:lnTo>
                      <a:lnTo>
                        <a:pt x="246" y="260"/>
                      </a:lnTo>
                      <a:lnTo>
                        <a:pt x="252" y="276"/>
                      </a:lnTo>
                      <a:lnTo>
                        <a:pt x="258" y="286"/>
                      </a:lnTo>
                      <a:lnTo>
                        <a:pt x="262" y="294"/>
                      </a:lnTo>
                      <a:lnTo>
                        <a:pt x="266" y="298"/>
                      </a:lnTo>
                      <a:lnTo>
                        <a:pt x="274" y="300"/>
                      </a:lnTo>
                      <a:lnTo>
                        <a:pt x="294" y="302"/>
                      </a:lnTo>
                      <a:lnTo>
                        <a:pt x="322" y="304"/>
                      </a:lnTo>
                      <a:lnTo>
                        <a:pt x="324" y="300"/>
                      </a:lnTo>
                      <a:lnTo>
                        <a:pt x="326" y="296"/>
                      </a:lnTo>
                      <a:lnTo>
                        <a:pt x="328" y="288"/>
                      </a:lnTo>
                      <a:lnTo>
                        <a:pt x="330" y="284"/>
                      </a:lnTo>
                      <a:lnTo>
                        <a:pt x="328" y="276"/>
                      </a:lnTo>
                      <a:lnTo>
                        <a:pt x="326" y="26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4" name="Freeform 144"/>
                <p:cNvSpPr>
                  <a:spLocks/>
                </p:cNvSpPr>
                <p:nvPr/>
              </p:nvSpPr>
              <p:spPr bwMode="auto">
                <a:xfrm>
                  <a:off x="3612299" y="4175638"/>
                  <a:ext cx="333040" cy="723268"/>
                </a:xfrm>
                <a:custGeom>
                  <a:avLst/>
                  <a:gdLst>
                    <a:gd name="T0" fmla="*/ 418346010 w 202"/>
                    <a:gd name="T1" fmla="*/ 463708816 h 426"/>
                    <a:gd name="T2" fmla="*/ 352821868 w 202"/>
                    <a:gd name="T3" fmla="*/ 529232859 h 426"/>
                    <a:gd name="T4" fmla="*/ 327620313 w 202"/>
                    <a:gd name="T5" fmla="*/ 569555348 h 426"/>
                    <a:gd name="T6" fmla="*/ 297378447 w 202"/>
                    <a:gd name="T7" fmla="*/ 609877836 h 426"/>
                    <a:gd name="T8" fmla="*/ 231854404 w 202"/>
                    <a:gd name="T9" fmla="*/ 650200325 h 426"/>
                    <a:gd name="T10" fmla="*/ 221773782 w 202"/>
                    <a:gd name="T11" fmla="*/ 650200325 h 426"/>
                    <a:gd name="T12" fmla="*/ 216733471 w 202"/>
                    <a:gd name="T13" fmla="*/ 670361569 h 426"/>
                    <a:gd name="T14" fmla="*/ 226814093 w 202"/>
                    <a:gd name="T15" fmla="*/ 675401880 h 426"/>
                    <a:gd name="T16" fmla="*/ 236894715 w 202"/>
                    <a:gd name="T17" fmla="*/ 685482502 h 426"/>
                    <a:gd name="T18" fmla="*/ 246975337 w 202"/>
                    <a:gd name="T19" fmla="*/ 710684057 h 426"/>
                    <a:gd name="T20" fmla="*/ 292338136 w 202"/>
                    <a:gd name="T21" fmla="*/ 771167790 h 426"/>
                    <a:gd name="T22" fmla="*/ 357862179 w 202"/>
                    <a:gd name="T23" fmla="*/ 846772654 h 426"/>
                    <a:gd name="T24" fmla="*/ 418346010 w 202"/>
                    <a:gd name="T25" fmla="*/ 877014521 h 426"/>
                    <a:gd name="T26" fmla="*/ 493950674 w 202"/>
                    <a:gd name="T27" fmla="*/ 907256387 h 426"/>
                    <a:gd name="T28" fmla="*/ 498990985 w 202"/>
                    <a:gd name="T29" fmla="*/ 912296698 h 426"/>
                    <a:gd name="T30" fmla="*/ 483870052 w 202"/>
                    <a:gd name="T31" fmla="*/ 982861053 h 426"/>
                    <a:gd name="T32" fmla="*/ 453628186 w 202"/>
                    <a:gd name="T33" fmla="*/ 1038304474 h 426"/>
                    <a:gd name="T34" fmla="*/ 413305599 w 202"/>
                    <a:gd name="T35" fmla="*/ 1073586652 h 426"/>
                    <a:gd name="T36" fmla="*/ 120967513 w 202"/>
                    <a:gd name="T37" fmla="*/ 841732343 h 426"/>
                    <a:gd name="T38" fmla="*/ 85685311 w 202"/>
                    <a:gd name="T39" fmla="*/ 811490278 h 426"/>
                    <a:gd name="T40" fmla="*/ 50403122 w 202"/>
                    <a:gd name="T41" fmla="*/ 771167790 h 426"/>
                    <a:gd name="T42" fmla="*/ 15120939 w 202"/>
                    <a:gd name="T43" fmla="*/ 710684057 h 426"/>
                    <a:gd name="T44" fmla="*/ 10080625 w 202"/>
                    <a:gd name="T45" fmla="*/ 700603435 h 426"/>
                    <a:gd name="T46" fmla="*/ 0 w 202"/>
                    <a:gd name="T47" fmla="*/ 660280947 h 426"/>
                    <a:gd name="T48" fmla="*/ 10080625 w 202"/>
                    <a:gd name="T49" fmla="*/ 635079391 h 426"/>
                    <a:gd name="T50" fmla="*/ 206652800 w 202"/>
                    <a:gd name="T51" fmla="*/ 312499385 h 426"/>
                    <a:gd name="T52" fmla="*/ 262096270 w 202"/>
                    <a:gd name="T53" fmla="*/ 156249692 h 426"/>
                    <a:gd name="T54" fmla="*/ 297378447 w 202"/>
                    <a:gd name="T55" fmla="*/ 90725624 h 426"/>
                    <a:gd name="T56" fmla="*/ 312499380 w 202"/>
                    <a:gd name="T57" fmla="*/ 70564380 h 426"/>
                    <a:gd name="T58" fmla="*/ 337700935 w 202"/>
                    <a:gd name="T59" fmla="*/ 55443446 h 426"/>
                    <a:gd name="T60" fmla="*/ 362902490 w 202"/>
                    <a:gd name="T61" fmla="*/ 50403123 h 426"/>
                    <a:gd name="T62" fmla="*/ 509071607 w 202"/>
                    <a:gd name="T63" fmla="*/ 0 h 426"/>
                    <a:gd name="T64" fmla="*/ 483870052 w 202"/>
                    <a:gd name="T65" fmla="*/ 196572181 h 426"/>
                    <a:gd name="T66" fmla="*/ 458668497 w 202"/>
                    <a:gd name="T67" fmla="*/ 347781562 h 426"/>
                    <a:gd name="T68" fmla="*/ 418346010 w 202"/>
                    <a:gd name="T69" fmla="*/ 463708816 h 4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2"/>
                    <a:gd name="T106" fmla="*/ 0 h 426"/>
                    <a:gd name="T107" fmla="*/ 202 w 202"/>
                    <a:gd name="T108" fmla="*/ 426 h 4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2" h="426">
                      <a:moveTo>
                        <a:pt x="166" y="184"/>
                      </a:moveTo>
                      <a:lnTo>
                        <a:pt x="166" y="184"/>
                      </a:lnTo>
                      <a:lnTo>
                        <a:pt x="152" y="196"/>
                      </a:lnTo>
                      <a:lnTo>
                        <a:pt x="140" y="210"/>
                      </a:lnTo>
                      <a:lnTo>
                        <a:pt x="130" y="226"/>
                      </a:lnTo>
                      <a:lnTo>
                        <a:pt x="124" y="236"/>
                      </a:lnTo>
                      <a:lnTo>
                        <a:pt x="118" y="242"/>
                      </a:lnTo>
                      <a:lnTo>
                        <a:pt x="104" y="252"/>
                      </a:lnTo>
                      <a:lnTo>
                        <a:pt x="92" y="258"/>
                      </a:lnTo>
                      <a:lnTo>
                        <a:pt x="88" y="258"/>
                      </a:lnTo>
                      <a:lnTo>
                        <a:pt x="86" y="262"/>
                      </a:lnTo>
                      <a:lnTo>
                        <a:pt x="86" y="266"/>
                      </a:lnTo>
                      <a:lnTo>
                        <a:pt x="90" y="268"/>
                      </a:lnTo>
                      <a:lnTo>
                        <a:pt x="92" y="270"/>
                      </a:lnTo>
                      <a:lnTo>
                        <a:pt x="94" y="272"/>
                      </a:lnTo>
                      <a:lnTo>
                        <a:pt x="98" y="282"/>
                      </a:lnTo>
                      <a:lnTo>
                        <a:pt x="104" y="292"/>
                      </a:lnTo>
                      <a:lnTo>
                        <a:pt x="116" y="306"/>
                      </a:lnTo>
                      <a:lnTo>
                        <a:pt x="134" y="324"/>
                      </a:lnTo>
                      <a:lnTo>
                        <a:pt x="142" y="336"/>
                      </a:lnTo>
                      <a:lnTo>
                        <a:pt x="166" y="348"/>
                      </a:lnTo>
                      <a:lnTo>
                        <a:pt x="184" y="356"/>
                      </a:lnTo>
                      <a:lnTo>
                        <a:pt x="196" y="360"/>
                      </a:lnTo>
                      <a:lnTo>
                        <a:pt x="198" y="362"/>
                      </a:lnTo>
                      <a:lnTo>
                        <a:pt x="198" y="370"/>
                      </a:lnTo>
                      <a:lnTo>
                        <a:pt x="192" y="390"/>
                      </a:lnTo>
                      <a:lnTo>
                        <a:pt x="186" y="400"/>
                      </a:lnTo>
                      <a:lnTo>
                        <a:pt x="180" y="412"/>
                      </a:lnTo>
                      <a:lnTo>
                        <a:pt x="172" y="420"/>
                      </a:lnTo>
                      <a:lnTo>
                        <a:pt x="164" y="426"/>
                      </a:lnTo>
                      <a:lnTo>
                        <a:pt x="48" y="334"/>
                      </a:lnTo>
                      <a:lnTo>
                        <a:pt x="34" y="322"/>
                      </a:lnTo>
                      <a:lnTo>
                        <a:pt x="26" y="314"/>
                      </a:lnTo>
                      <a:lnTo>
                        <a:pt x="20" y="306"/>
                      </a:lnTo>
                      <a:lnTo>
                        <a:pt x="6" y="282"/>
                      </a:lnTo>
                      <a:lnTo>
                        <a:pt x="4" y="278"/>
                      </a:lnTo>
                      <a:lnTo>
                        <a:pt x="0" y="270"/>
                      </a:lnTo>
                      <a:lnTo>
                        <a:pt x="0" y="262"/>
                      </a:lnTo>
                      <a:lnTo>
                        <a:pt x="0" y="258"/>
                      </a:lnTo>
                      <a:lnTo>
                        <a:pt x="4" y="252"/>
                      </a:lnTo>
                      <a:lnTo>
                        <a:pt x="82" y="124"/>
                      </a:lnTo>
                      <a:lnTo>
                        <a:pt x="104" y="62"/>
                      </a:lnTo>
                      <a:lnTo>
                        <a:pt x="112" y="48"/>
                      </a:lnTo>
                      <a:lnTo>
                        <a:pt x="118" y="36"/>
                      </a:lnTo>
                      <a:lnTo>
                        <a:pt x="124" y="28"/>
                      </a:lnTo>
                      <a:lnTo>
                        <a:pt x="130" y="24"/>
                      </a:lnTo>
                      <a:lnTo>
                        <a:pt x="134" y="22"/>
                      </a:lnTo>
                      <a:lnTo>
                        <a:pt x="144" y="20"/>
                      </a:lnTo>
                      <a:lnTo>
                        <a:pt x="202" y="0"/>
                      </a:lnTo>
                      <a:lnTo>
                        <a:pt x="200" y="24"/>
                      </a:lnTo>
                      <a:lnTo>
                        <a:pt x="192" y="78"/>
                      </a:lnTo>
                      <a:lnTo>
                        <a:pt x="188" y="108"/>
                      </a:lnTo>
                      <a:lnTo>
                        <a:pt x="182" y="138"/>
                      </a:lnTo>
                      <a:lnTo>
                        <a:pt x="174" y="164"/>
                      </a:lnTo>
                      <a:lnTo>
                        <a:pt x="166" y="18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sp>
            <p:nvSpPr>
              <p:cNvPr id="17" name="Freeform 138"/>
              <p:cNvSpPr>
                <a:spLocks/>
              </p:cNvSpPr>
              <p:nvPr/>
            </p:nvSpPr>
            <p:spPr bwMode="auto">
              <a:xfrm>
                <a:off x="3544225" y="4214357"/>
                <a:ext cx="202273" cy="330410"/>
              </a:xfrm>
              <a:custGeom>
                <a:avLst/>
                <a:gdLst>
                  <a:gd name="T0" fmla="*/ 2147483647 w 120"/>
                  <a:gd name="T1" fmla="*/ 2147483647 h 196"/>
                  <a:gd name="T2" fmla="*/ 2147483647 w 120"/>
                  <a:gd name="T3" fmla="*/ 2147483647 h 196"/>
                  <a:gd name="T4" fmla="*/ 2147483647 w 120"/>
                  <a:gd name="T5" fmla="*/ 2147483647 h 196"/>
                  <a:gd name="T6" fmla="*/ 2147483647 w 120"/>
                  <a:gd name="T7" fmla="*/ 2147483647 h 196"/>
                  <a:gd name="T8" fmla="*/ 2147483647 w 120"/>
                  <a:gd name="T9" fmla="*/ 2147483647 h 196"/>
                  <a:gd name="T10" fmla="*/ 2147483647 w 120"/>
                  <a:gd name="T11" fmla="*/ 2147483647 h 196"/>
                  <a:gd name="T12" fmla="*/ 2147483647 w 120"/>
                  <a:gd name="T13" fmla="*/ 2147483647 h 196"/>
                  <a:gd name="T14" fmla="*/ 2147483647 w 120"/>
                  <a:gd name="T15" fmla="*/ 2147483647 h 196"/>
                  <a:gd name="T16" fmla="*/ 2147483647 w 120"/>
                  <a:gd name="T17" fmla="*/ 2147483647 h 196"/>
                  <a:gd name="T18" fmla="*/ 2147483647 w 120"/>
                  <a:gd name="T19" fmla="*/ 2147483647 h 196"/>
                  <a:gd name="T20" fmla="*/ 2147483647 w 120"/>
                  <a:gd name="T21" fmla="*/ 2147483647 h 196"/>
                  <a:gd name="T22" fmla="*/ 2147483647 w 120"/>
                  <a:gd name="T23" fmla="*/ 2147483647 h 196"/>
                  <a:gd name="T24" fmla="*/ 2147483647 w 120"/>
                  <a:gd name="T25" fmla="*/ 2147483647 h 196"/>
                  <a:gd name="T26" fmla="*/ 2147483647 w 120"/>
                  <a:gd name="T27" fmla="*/ 2147483647 h 196"/>
                  <a:gd name="T28" fmla="*/ 2147483647 w 120"/>
                  <a:gd name="T29" fmla="*/ 2147483647 h 196"/>
                  <a:gd name="T30" fmla="*/ 2147483647 w 120"/>
                  <a:gd name="T31" fmla="*/ 2147483647 h 196"/>
                  <a:gd name="T32" fmla="*/ 2147483647 w 120"/>
                  <a:gd name="T33" fmla="*/ 2147483647 h 196"/>
                  <a:gd name="T34" fmla="*/ 2147483647 w 120"/>
                  <a:gd name="T35" fmla="*/ 2147483647 h 196"/>
                  <a:gd name="T36" fmla="*/ 2147483647 w 120"/>
                  <a:gd name="T37" fmla="*/ 2147483647 h 196"/>
                  <a:gd name="T38" fmla="*/ 2147483647 w 120"/>
                  <a:gd name="T39" fmla="*/ 2147483647 h 196"/>
                  <a:gd name="T40" fmla="*/ 0 w 120"/>
                  <a:gd name="T41" fmla="*/ 2147483647 h 196"/>
                  <a:gd name="T42" fmla="*/ 2147483647 w 120"/>
                  <a:gd name="T43" fmla="*/ 2147483647 h 196"/>
                  <a:gd name="T44" fmla="*/ 2147483647 w 120"/>
                  <a:gd name="T45" fmla="*/ 2147483647 h 196"/>
                  <a:gd name="T46" fmla="*/ 2147483647 w 120"/>
                  <a:gd name="T47" fmla="*/ 2147483647 h 196"/>
                  <a:gd name="T48" fmla="*/ 2147483647 w 120"/>
                  <a:gd name="T49" fmla="*/ 0 h 196"/>
                  <a:gd name="T50" fmla="*/ 2147483647 w 120"/>
                  <a:gd name="T51" fmla="*/ 0 h 196"/>
                  <a:gd name="T52" fmla="*/ 2147483647 w 120"/>
                  <a:gd name="T53" fmla="*/ 2147483647 h 196"/>
                  <a:gd name="T54" fmla="*/ 2147483647 w 120"/>
                  <a:gd name="T55" fmla="*/ 2147483647 h 19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
                  <a:gd name="T85" fmla="*/ 0 h 196"/>
                  <a:gd name="T86" fmla="*/ 120 w 120"/>
                  <a:gd name="T87" fmla="*/ 196 h 19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 h="196">
                    <a:moveTo>
                      <a:pt x="82" y="2"/>
                    </a:moveTo>
                    <a:lnTo>
                      <a:pt x="82" y="2"/>
                    </a:lnTo>
                    <a:lnTo>
                      <a:pt x="96" y="24"/>
                    </a:lnTo>
                    <a:lnTo>
                      <a:pt x="98" y="34"/>
                    </a:lnTo>
                    <a:lnTo>
                      <a:pt x="102" y="46"/>
                    </a:lnTo>
                    <a:lnTo>
                      <a:pt x="106" y="70"/>
                    </a:lnTo>
                    <a:lnTo>
                      <a:pt x="114" y="120"/>
                    </a:lnTo>
                    <a:lnTo>
                      <a:pt x="118" y="170"/>
                    </a:lnTo>
                    <a:lnTo>
                      <a:pt x="120" y="188"/>
                    </a:lnTo>
                    <a:lnTo>
                      <a:pt x="118" y="196"/>
                    </a:lnTo>
                    <a:lnTo>
                      <a:pt x="106" y="174"/>
                    </a:lnTo>
                    <a:lnTo>
                      <a:pt x="76" y="120"/>
                    </a:lnTo>
                    <a:lnTo>
                      <a:pt x="58" y="90"/>
                    </a:lnTo>
                    <a:lnTo>
                      <a:pt x="38" y="62"/>
                    </a:lnTo>
                    <a:lnTo>
                      <a:pt x="22" y="40"/>
                    </a:lnTo>
                    <a:lnTo>
                      <a:pt x="14" y="32"/>
                    </a:lnTo>
                    <a:lnTo>
                      <a:pt x="8" y="26"/>
                    </a:lnTo>
                    <a:lnTo>
                      <a:pt x="0" y="22"/>
                    </a:lnTo>
                    <a:lnTo>
                      <a:pt x="2" y="12"/>
                    </a:lnTo>
                    <a:lnTo>
                      <a:pt x="36" y="4"/>
                    </a:lnTo>
                    <a:lnTo>
                      <a:pt x="64" y="0"/>
                    </a:lnTo>
                    <a:lnTo>
                      <a:pt x="74" y="0"/>
                    </a:lnTo>
                    <a:lnTo>
                      <a:pt x="8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8" name="Freeform 140"/>
              <p:cNvSpPr>
                <a:spLocks/>
              </p:cNvSpPr>
              <p:nvPr/>
            </p:nvSpPr>
            <p:spPr bwMode="auto">
              <a:xfrm>
                <a:off x="3575919" y="4138914"/>
                <a:ext cx="147019" cy="234086"/>
              </a:xfrm>
              <a:custGeom>
                <a:avLst/>
                <a:gdLst>
                  <a:gd name="T0" fmla="*/ 196572170 w 90"/>
                  <a:gd name="T1" fmla="*/ 120967497 h 140"/>
                  <a:gd name="T2" fmla="*/ 196572170 w 90"/>
                  <a:gd name="T3" fmla="*/ 120967497 h 140"/>
                  <a:gd name="T4" fmla="*/ 191531860 w 90"/>
                  <a:gd name="T5" fmla="*/ 136088428 h 140"/>
                  <a:gd name="T6" fmla="*/ 181451238 w 90"/>
                  <a:gd name="T7" fmla="*/ 171370600 h 140"/>
                  <a:gd name="T8" fmla="*/ 181451238 w 90"/>
                  <a:gd name="T9" fmla="*/ 196572151 h 140"/>
                  <a:gd name="T10" fmla="*/ 186491549 w 90"/>
                  <a:gd name="T11" fmla="*/ 211693132 h 140"/>
                  <a:gd name="T12" fmla="*/ 191531860 w 90"/>
                  <a:gd name="T13" fmla="*/ 226814063 h 140"/>
                  <a:gd name="T14" fmla="*/ 206652792 w 90"/>
                  <a:gd name="T15" fmla="*/ 236894683 h 140"/>
                  <a:gd name="T16" fmla="*/ 206652792 w 90"/>
                  <a:gd name="T17" fmla="*/ 236894683 h 140"/>
                  <a:gd name="T18" fmla="*/ 226814085 w 90"/>
                  <a:gd name="T19" fmla="*/ 241934994 h 140"/>
                  <a:gd name="T20" fmla="*/ 226814085 w 90"/>
                  <a:gd name="T21" fmla="*/ 241934994 h 140"/>
                  <a:gd name="T22" fmla="*/ 226814085 w 90"/>
                  <a:gd name="T23" fmla="*/ 257055925 h 140"/>
                  <a:gd name="T24" fmla="*/ 226814085 w 90"/>
                  <a:gd name="T25" fmla="*/ 272176856 h 140"/>
                  <a:gd name="T26" fmla="*/ 221773774 w 90"/>
                  <a:gd name="T27" fmla="*/ 282257476 h 140"/>
                  <a:gd name="T28" fmla="*/ 221773774 w 90"/>
                  <a:gd name="T29" fmla="*/ 282257476 h 140"/>
                  <a:gd name="T30" fmla="*/ 211693152 w 90"/>
                  <a:gd name="T31" fmla="*/ 297378407 h 140"/>
                  <a:gd name="T32" fmla="*/ 206652792 w 90"/>
                  <a:gd name="T33" fmla="*/ 322579959 h 140"/>
                  <a:gd name="T34" fmla="*/ 196572170 w 90"/>
                  <a:gd name="T35" fmla="*/ 352821820 h 140"/>
                  <a:gd name="T36" fmla="*/ 186491549 w 90"/>
                  <a:gd name="T37" fmla="*/ 347781510 h 140"/>
                  <a:gd name="T38" fmla="*/ 186491549 w 90"/>
                  <a:gd name="T39" fmla="*/ 347781510 h 140"/>
                  <a:gd name="T40" fmla="*/ 196572170 w 90"/>
                  <a:gd name="T41" fmla="*/ 337700889 h 140"/>
                  <a:gd name="T42" fmla="*/ 196572170 w 90"/>
                  <a:gd name="T43" fmla="*/ 322579959 h 140"/>
                  <a:gd name="T44" fmla="*/ 186491549 w 90"/>
                  <a:gd name="T45" fmla="*/ 307459028 h 140"/>
                  <a:gd name="T46" fmla="*/ 186491549 w 90"/>
                  <a:gd name="T47" fmla="*/ 307459028 h 140"/>
                  <a:gd name="T48" fmla="*/ 171370617 w 90"/>
                  <a:gd name="T49" fmla="*/ 297378407 h 140"/>
                  <a:gd name="T50" fmla="*/ 146169063 w 90"/>
                  <a:gd name="T51" fmla="*/ 282257476 h 140"/>
                  <a:gd name="T52" fmla="*/ 95765930 w 90"/>
                  <a:gd name="T53" fmla="*/ 257055925 h 140"/>
                  <a:gd name="T54" fmla="*/ 95765930 w 90"/>
                  <a:gd name="T55" fmla="*/ 257055925 h 140"/>
                  <a:gd name="T56" fmla="*/ 70564376 w 90"/>
                  <a:gd name="T57" fmla="*/ 241934994 h 140"/>
                  <a:gd name="T58" fmla="*/ 55443444 w 90"/>
                  <a:gd name="T59" fmla="*/ 226814063 h 140"/>
                  <a:gd name="T60" fmla="*/ 35282188 w 90"/>
                  <a:gd name="T61" fmla="*/ 206652772 h 140"/>
                  <a:gd name="T62" fmla="*/ 20161249 w 90"/>
                  <a:gd name="T63" fmla="*/ 191531841 h 140"/>
                  <a:gd name="T64" fmla="*/ 20161249 w 90"/>
                  <a:gd name="T65" fmla="*/ 191531841 h 140"/>
                  <a:gd name="T66" fmla="*/ 15120939 w 90"/>
                  <a:gd name="T67" fmla="*/ 120967497 h 140"/>
                  <a:gd name="T68" fmla="*/ 15120939 w 90"/>
                  <a:gd name="T69" fmla="*/ 120967497 h 140"/>
                  <a:gd name="T70" fmla="*/ 10080625 w 90"/>
                  <a:gd name="T71" fmla="*/ 70564369 h 140"/>
                  <a:gd name="T72" fmla="*/ 0 w 90"/>
                  <a:gd name="T73" fmla="*/ 35282185 h 140"/>
                  <a:gd name="T74" fmla="*/ 0 w 90"/>
                  <a:gd name="T75" fmla="*/ 35282185 h 140"/>
                  <a:gd name="T76" fmla="*/ 10080625 w 90"/>
                  <a:gd name="T77" fmla="*/ 25201558 h 140"/>
                  <a:gd name="T78" fmla="*/ 20161249 w 90"/>
                  <a:gd name="T79" fmla="*/ 5040312 h 140"/>
                  <a:gd name="T80" fmla="*/ 20161249 w 90"/>
                  <a:gd name="T81" fmla="*/ 5040312 h 140"/>
                  <a:gd name="T82" fmla="*/ 25201560 w 90"/>
                  <a:gd name="T83" fmla="*/ 0 h 140"/>
                  <a:gd name="T84" fmla="*/ 30241877 w 90"/>
                  <a:gd name="T85" fmla="*/ 5040312 h 140"/>
                  <a:gd name="T86" fmla="*/ 50403120 w 90"/>
                  <a:gd name="T87" fmla="*/ 15120937 h 140"/>
                  <a:gd name="T88" fmla="*/ 110886887 w 90"/>
                  <a:gd name="T89" fmla="*/ 55443438 h 140"/>
                  <a:gd name="T90" fmla="*/ 196572170 w 90"/>
                  <a:gd name="T91" fmla="*/ 120967497 h 140"/>
                  <a:gd name="T92" fmla="*/ 196572170 w 90"/>
                  <a:gd name="T93" fmla="*/ 120967497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0"/>
                  <a:gd name="T142" fmla="*/ 0 h 140"/>
                  <a:gd name="T143" fmla="*/ 90 w 9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0" h="140">
                    <a:moveTo>
                      <a:pt x="78" y="48"/>
                    </a:moveTo>
                    <a:lnTo>
                      <a:pt x="78" y="48"/>
                    </a:lnTo>
                    <a:lnTo>
                      <a:pt x="76" y="54"/>
                    </a:lnTo>
                    <a:lnTo>
                      <a:pt x="72" y="68"/>
                    </a:lnTo>
                    <a:lnTo>
                      <a:pt x="72" y="78"/>
                    </a:lnTo>
                    <a:lnTo>
                      <a:pt x="74" y="84"/>
                    </a:lnTo>
                    <a:lnTo>
                      <a:pt x="76" y="90"/>
                    </a:lnTo>
                    <a:lnTo>
                      <a:pt x="82" y="94"/>
                    </a:lnTo>
                    <a:lnTo>
                      <a:pt x="90" y="96"/>
                    </a:lnTo>
                    <a:lnTo>
                      <a:pt x="90" y="102"/>
                    </a:lnTo>
                    <a:lnTo>
                      <a:pt x="90" y="108"/>
                    </a:lnTo>
                    <a:lnTo>
                      <a:pt x="88" y="112"/>
                    </a:lnTo>
                    <a:lnTo>
                      <a:pt x="84" y="118"/>
                    </a:lnTo>
                    <a:lnTo>
                      <a:pt x="82" y="128"/>
                    </a:lnTo>
                    <a:lnTo>
                      <a:pt x="78" y="140"/>
                    </a:lnTo>
                    <a:lnTo>
                      <a:pt x="74" y="138"/>
                    </a:lnTo>
                    <a:lnTo>
                      <a:pt x="78" y="134"/>
                    </a:lnTo>
                    <a:lnTo>
                      <a:pt x="78" y="128"/>
                    </a:lnTo>
                    <a:lnTo>
                      <a:pt x="74" y="122"/>
                    </a:lnTo>
                    <a:lnTo>
                      <a:pt x="68" y="118"/>
                    </a:lnTo>
                    <a:lnTo>
                      <a:pt x="58" y="112"/>
                    </a:lnTo>
                    <a:lnTo>
                      <a:pt x="38" y="102"/>
                    </a:lnTo>
                    <a:lnTo>
                      <a:pt x="28" y="96"/>
                    </a:lnTo>
                    <a:lnTo>
                      <a:pt x="22" y="90"/>
                    </a:lnTo>
                    <a:lnTo>
                      <a:pt x="14" y="82"/>
                    </a:lnTo>
                    <a:lnTo>
                      <a:pt x="8" y="76"/>
                    </a:lnTo>
                    <a:lnTo>
                      <a:pt x="6" y="48"/>
                    </a:lnTo>
                    <a:lnTo>
                      <a:pt x="4" y="28"/>
                    </a:lnTo>
                    <a:lnTo>
                      <a:pt x="0" y="14"/>
                    </a:lnTo>
                    <a:lnTo>
                      <a:pt x="4" y="10"/>
                    </a:lnTo>
                    <a:lnTo>
                      <a:pt x="8" y="2"/>
                    </a:lnTo>
                    <a:lnTo>
                      <a:pt x="10" y="0"/>
                    </a:lnTo>
                    <a:lnTo>
                      <a:pt x="12" y="2"/>
                    </a:lnTo>
                    <a:lnTo>
                      <a:pt x="20" y="6"/>
                    </a:lnTo>
                    <a:lnTo>
                      <a:pt x="44" y="22"/>
                    </a:lnTo>
                    <a:lnTo>
                      <a:pt x="78" y="48"/>
                    </a:lnTo>
                    <a:close/>
                  </a:path>
                </a:pathLst>
              </a:custGeom>
              <a:grpFill/>
              <a:ln w="9525">
                <a:noFill/>
                <a:round/>
                <a:headEnd/>
                <a:tailEnd/>
              </a:ln>
            </p:spPr>
            <p:txBody>
              <a:bodyPr/>
              <a:lstStyle/>
              <a:p>
                <a:pPr fontAlgn="auto">
                  <a:spcBef>
                    <a:spcPts val="0"/>
                  </a:spcBef>
                  <a:spcAft>
                    <a:spcPts val="0"/>
                  </a:spcAft>
                  <a:defRPr/>
                </a:pPr>
                <a:endParaRPr sz="2000">
                  <a:solidFill>
                    <a:prstClr val="black"/>
                  </a:solidFill>
                  <a:latin typeface="Roboto Lt"/>
                </a:endParaRPr>
              </a:p>
            </p:txBody>
          </p:sp>
        </p:grpSp>
        <p:sp>
          <p:nvSpPr>
            <p:cNvPr id="10" name="Freeform 5"/>
            <p:cNvSpPr>
              <a:spLocks noEditPoints="1"/>
            </p:cNvSpPr>
            <p:nvPr/>
          </p:nvSpPr>
          <p:spPr bwMode="auto">
            <a:xfrm>
              <a:off x="8639116" y="2198798"/>
              <a:ext cx="1116469" cy="2902813"/>
            </a:xfrm>
            <a:custGeom>
              <a:avLst/>
              <a:gdLst>
                <a:gd name="T0" fmla="*/ 2147483647 w 600"/>
                <a:gd name="T1" fmla="*/ 1302100615 h 1727"/>
                <a:gd name="T2" fmla="*/ 2132965708 w 600"/>
                <a:gd name="T3" fmla="*/ 1014817518 h 1727"/>
                <a:gd name="T4" fmla="*/ 2114775135 w 600"/>
                <a:gd name="T5" fmla="*/ 861847602 h 1727"/>
                <a:gd name="T6" fmla="*/ 1982886016 w 600"/>
                <a:gd name="T7" fmla="*/ 936466814 h 1727"/>
                <a:gd name="T8" fmla="*/ 1791874337 w 600"/>
                <a:gd name="T9" fmla="*/ 179084624 h 1727"/>
                <a:gd name="T10" fmla="*/ 1664531796 w 600"/>
                <a:gd name="T11" fmla="*/ 41039906 h 1727"/>
                <a:gd name="T12" fmla="*/ 1459878253 w 600"/>
                <a:gd name="T13" fmla="*/ 22385578 h 1727"/>
                <a:gd name="T14" fmla="*/ 1064208499 w 600"/>
                <a:gd name="T15" fmla="*/ 813345211 h 1727"/>
                <a:gd name="T16" fmla="*/ 1059661922 w 600"/>
                <a:gd name="T17" fmla="*/ 820807712 h 1727"/>
                <a:gd name="T18" fmla="*/ 786788399 w 600"/>
                <a:gd name="T19" fmla="*/ 1085705480 h 1727"/>
                <a:gd name="T20" fmla="*/ 650350571 w 600"/>
                <a:gd name="T21" fmla="*/ 1078242979 h 1727"/>
                <a:gd name="T22" fmla="*/ 659445858 w 600"/>
                <a:gd name="T23" fmla="*/ 1227481403 h 1727"/>
                <a:gd name="T24" fmla="*/ 418406771 w 600"/>
                <a:gd name="T25" fmla="*/ 1652809174 h 1727"/>
                <a:gd name="T26" fmla="*/ 18190581 w 600"/>
                <a:gd name="T27" fmla="*/ 2147483647 h 1727"/>
                <a:gd name="T28" fmla="*/ 841362251 w 600"/>
                <a:gd name="T29" fmla="*/ 2147483647 h 1727"/>
                <a:gd name="T30" fmla="*/ 768595694 w 600"/>
                <a:gd name="T31" fmla="*/ 2147483647 h 1727"/>
                <a:gd name="T32" fmla="*/ 463885336 w 600"/>
                <a:gd name="T33" fmla="*/ 2147483647 h 1727"/>
                <a:gd name="T34" fmla="*/ 836813541 w 600"/>
                <a:gd name="T35" fmla="*/ 1757274526 h 1727"/>
                <a:gd name="T36" fmla="*/ 941416800 w 600"/>
                <a:gd name="T37" fmla="*/ 2089329247 h 1727"/>
                <a:gd name="T38" fmla="*/ 809527682 w 600"/>
                <a:gd name="T39" fmla="*/ 2147483647 h 1727"/>
                <a:gd name="T40" fmla="*/ 845910960 w 600"/>
                <a:gd name="T41" fmla="*/ 2147483647 h 1727"/>
                <a:gd name="T42" fmla="*/ 668541144 w 600"/>
                <a:gd name="T43" fmla="*/ 2147483647 h 1727"/>
                <a:gd name="T44" fmla="*/ 886840816 w 600"/>
                <a:gd name="T45" fmla="*/ 2147483647 h 1727"/>
                <a:gd name="T46" fmla="*/ 968702659 w 600"/>
                <a:gd name="T47" fmla="*/ 2147483647 h 1727"/>
                <a:gd name="T48" fmla="*/ 1296152433 w 600"/>
                <a:gd name="T49" fmla="*/ 2147483647 h 1727"/>
                <a:gd name="T50" fmla="*/ 1368918990 w 600"/>
                <a:gd name="T51" fmla="*/ 2147483647 h 1727"/>
                <a:gd name="T52" fmla="*/ 1878284890 w 600"/>
                <a:gd name="T53" fmla="*/ 2147483647 h 1727"/>
                <a:gd name="T54" fmla="*/ 1987434726 w 600"/>
                <a:gd name="T55" fmla="*/ 2147483647 h 1727"/>
                <a:gd name="T56" fmla="*/ 2147483647 w 600"/>
                <a:gd name="T57" fmla="*/ 2147483647 h 1727"/>
                <a:gd name="T58" fmla="*/ 2147483647 w 600"/>
                <a:gd name="T59" fmla="*/ 2147483647 h 1727"/>
                <a:gd name="T60" fmla="*/ 2147483647 w 600"/>
                <a:gd name="T61" fmla="*/ 2147483647 h 1727"/>
                <a:gd name="T62" fmla="*/ 1700915074 w 600"/>
                <a:gd name="T63" fmla="*/ 2147483647 h 1727"/>
                <a:gd name="T64" fmla="*/ 1891928886 w 600"/>
                <a:gd name="T65" fmla="*/ 2147483647 h 1727"/>
                <a:gd name="T66" fmla="*/ 1650889932 w 600"/>
                <a:gd name="T67" fmla="*/ 2147483647 h 1727"/>
                <a:gd name="T68" fmla="*/ 1578123375 w 600"/>
                <a:gd name="T69" fmla="*/ 2147483647 h 1727"/>
                <a:gd name="T70" fmla="*/ 1455329543 w 600"/>
                <a:gd name="T71" fmla="*/ 2147483647 h 1727"/>
                <a:gd name="T72" fmla="*/ 1432590261 w 600"/>
                <a:gd name="T73" fmla="*/ 2147483647 h 1727"/>
                <a:gd name="T74" fmla="*/ 1964693311 w 600"/>
                <a:gd name="T75" fmla="*/ 2147483647 h 1727"/>
                <a:gd name="T76" fmla="*/ 1782779051 w 600"/>
                <a:gd name="T77" fmla="*/ 1962477842 h 1727"/>
                <a:gd name="T78" fmla="*/ 1105140487 w 600"/>
                <a:gd name="T79" fmla="*/ 1414028468 h 1727"/>
                <a:gd name="T80" fmla="*/ 1332535712 w 600"/>
                <a:gd name="T81" fmla="*/ 1201364583 h 1727"/>
                <a:gd name="T82" fmla="*/ 1896475463 w 600"/>
                <a:gd name="T83" fmla="*/ 1354332326 h 1727"/>
                <a:gd name="T84" fmla="*/ 1937407451 w 600"/>
                <a:gd name="T85" fmla="*/ 1078242979 h 1727"/>
                <a:gd name="T86" fmla="*/ 2147483647 w 600"/>
                <a:gd name="T87" fmla="*/ 2147483647 h 1727"/>
                <a:gd name="T88" fmla="*/ 2147483647 w 600"/>
                <a:gd name="T89" fmla="*/ 2147483647 h 1727"/>
                <a:gd name="T90" fmla="*/ 2147483647 w 600"/>
                <a:gd name="T91" fmla="*/ 1839356238 h 1727"/>
                <a:gd name="T92" fmla="*/ 2147483647 w 600"/>
                <a:gd name="T93" fmla="*/ 2147483647 h 17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0"/>
                <a:gd name="T142" fmla="*/ 0 h 1727"/>
                <a:gd name="T143" fmla="*/ 600 w 600"/>
                <a:gd name="T144" fmla="*/ 1727 h 17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0" h="1727">
                  <a:moveTo>
                    <a:pt x="588" y="660"/>
                  </a:moveTo>
                  <a:cubicBezTo>
                    <a:pt x="584" y="609"/>
                    <a:pt x="581" y="557"/>
                    <a:pt x="581" y="506"/>
                  </a:cubicBezTo>
                  <a:cubicBezTo>
                    <a:pt x="580" y="455"/>
                    <a:pt x="582" y="399"/>
                    <a:pt x="567" y="349"/>
                  </a:cubicBezTo>
                  <a:cubicBezTo>
                    <a:pt x="562" y="333"/>
                    <a:pt x="560" y="307"/>
                    <a:pt x="545" y="296"/>
                  </a:cubicBezTo>
                  <a:cubicBezTo>
                    <a:pt x="535" y="288"/>
                    <a:pt x="517" y="285"/>
                    <a:pt x="504" y="281"/>
                  </a:cubicBezTo>
                  <a:cubicBezTo>
                    <a:pt x="493" y="277"/>
                    <a:pt x="481" y="274"/>
                    <a:pt x="469" y="272"/>
                  </a:cubicBezTo>
                  <a:cubicBezTo>
                    <a:pt x="477" y="267"/>
                    <a:pt x="490" y="260"/>
                    <a:pt x="486" y="250"/>
                  </a:cubicBezTo>
                  <a:cubicBezTo>
                    <a:pt x="478" y="255"/>
                    <a:pt x="472" y="262"/>
                    <a:pt x="461" y="259"/>
                  </a:cubicBezTo>
                  <a:cubicBezTo>
                    <a:pt x="464" y="250"/>
                    <a:pt x="469" y="241"/>
                    <a:pt x="465" y="231"/>
                  </a:cubicBezTo>
                  <a:cubicBezTo>
                    <a:pt x="463" y="239"/>
                    <a:pt x="461" y="251"/>
                    <a:pt x="452" y="254"/>
                  </a:cubicBezTo>
                  <a:cubicBezTo>
                    <a:pt x="450" y="248"/>
                    <a:pt x="449" y="240"/>
                    <a:pt x="448" y="233"/>
                  </a:cubicBezTo>
                  <a:cubicBezTo>
                    <a:pt x="448" y="244"/>
                    <a:pt x="443" y="255"/>
                    <a:pt x="436" y="251"/>
                  </a:cubicBezTo>
                  <a:cubicBezTo>
                    <a:pt x="433" y="237"/>
                    <a:pt x="431" y="222"/>
                    <a:pt x="427" y="208"/>
                  </a:cubicBezTo>
                  <a:cubicBezTo>
                    <a:pt x="420" y="176"/>
                    <a:pt x="418" y="143"/>
                    <a:pt x="413" y="110"/>
                  </a:cubicBezTo>
                  <a:cubicBezTo>
                    <a:pt x="409" y="91"/>
                    <a:pt x="404" y="67"/>
                    <a:pt x="394" y="48"/>
                  </a:cubicBezTo>
                  <a:cubicBezTo>
                    <a:pt x="392" y="41"/>
                    <a:pt x="389" y="35"/>
                    <a:pt x="386" y="29"/>
                  </a:cubicBezTo>
                  <a:cubicBezTo>
                    <a:pt x="384" y="26"/>
                    <a:pt x="381" y="22"/>
                    <a:pt x="378" y="19"/>
                  </a:cubicBezTo>
                  <a:cubicBezTo>
                    <a:pt x="374" y="14"/>
                    <a:pt x="370" y="11"/>
                    <a:pt x="366" y="11"/>
                  </a:cubicBezTo>
                  <a:cubicBezTo>
                    <a:pt x="356" y="4"/>
                    <a:pt x="344" y="0"/>
                    <a:pt x="334" y="2"/>
                  </a:cubicBezTo>
                  <a:cubicBezTo>
                    <a:pt x="328" y="4"/>
                    <a:pt x="326" y="7"/>
                    <a:pt x="319" y="5"/>
                  </a:cubicBezTo>
                  <a:cubicBezTo>
                    <a:pt x="321" y="6"/>
                    <a:pt x="321" y="6"/>
                    <a:pt x="321" y="6"/>
                  </a:cubicBezTo>
                  <a:cubicBezTo>
                    <a:pt x="211" y="11"/>
                    <a:pt x="239" y="136"/>
                    <a:pt x="235" y="208"/>
                  </a:cubicBezTo>
                  <a:cubicBezTo>
                    <a:pt x="233" y="220"/>
                    <a:pt x="233" y="220"/>
                    <a:pt x="233" y="220"/>
                  </a:cubicBezTo>
                  <a:cubicBezTo>
                    <a:pt x="233" y="219"/>
                    <a:pt x="234" y="219"/>
                    <a:pt x="234" y="218"/>
                  </a:cubicBezTo>
                  <a:cubicBezTo>
                    <a:pt x="234" y="219"/>
                    <a:pt x="234" y="219"/>
                    <a:pt x="234" y="219"/>
                  </a:cubicBezTo>
                  <a:cubicBezTo>
                    <a:pt x="233" y="226"/>
                    <a:pt x="232" y="234"/>
                    <a:pt x="230" y="242"/>
                  </a:cubicBezTo>
                  <a:cubicBezTo>
                    <a:pt x="233" y="220"/>
                    <a:pt x="233" y="220"/>
                    <a:pt x="233" y="220"/>
                  </a:cubicBezTo>
                  <a:cubicBezTo>
                    <a:pt x="233" y="221"/>
                    <a:pt x="232" y="223"/>
                    <a:pt x="232" y="224"/>
                  </a:cubicBezTo>
                  <a:cubicBezTo>
                    <a:pt x="226" y="238"/>
                    <a:pt x="221" y="253"/>
                    <a:pt x="212" y="265"/>
                  </a:cubicBezTo>
                  <a:cubicBezTo>
                    <a:pt x="203" y="278"/>
                    <a:pt x="191" y="292"/>
                    <a:pt x="173" y="291"/>
                  </a:cubicBezTo>
                  <a:cubicBezTo>
                    <a:pt x="165" y="291"/>
                    <a:pt x="156" y="287"/>
                    <a:pt x="153" y="280"/>
                  </a:cubicBezTo>
                  <a:cubicBezTo>
                    <a:pt x="155" y="292"/>
                    <a:pt x="155" y="300"/>
                    <a:pt x="171" y="306"/>
                  </a:cubicBezTo>
                  <a:cubicBezTo>
                    <a:pt x="157" y="307"/>
                    <a:pt x="151" y="297"/>
                    <a:pt x="143" y="289"/>
                  </a:cubicBezTo>
                  <a:cubicBezTo>
                    <a:pt x="144" y="297"/>
                    <a:pt x="151" y="307"/>
                    <a:pt x="158" y="312"/>
                  </a:cubicBezTo>
                  <a:cubicBezTo>
                    <a:pt x="162" y="314"/>
                    <a:pt x="166" y="317"/>
                    <a:pt x="170" y="318"/>
                  </a:cubicBezTo>
                  <a:cubicBezTo>
                    <a:pt x="161" y="321"/>
                    <a:pt x="152" y="324"/>
                    <a:pt x="145" y="329"/>
                  </a:cubicBezTo>
                  <a:cubicBezTo>
                    <a:pt x="135" y="335"/>
                    <a:pt x="138" y="340"/>
                    <a:pt x="135" y="349"/>
                  </a:cubicBezTo>
                  <a:cubicBezTo>
                    <a:pt x="133" y="354"/>
                    <a:pt x="124" y="368"/>
                    <a:pt x="126" y="375"/>
                  </a:cubicBezTo>
                  <a:cubicBezTo>
                    <a:pt x="118" y="398"/>
                    <a:pt x="102" y="421"/>
                    <a:pt x="92" y="443"/>
                  </a:cubicBezTo>
                  <a:cubicBezTo>
                    <a:pt x="85" y="460"/>
                    <a:pt x="77" y="476"/>
                    <a:pt x="68" y="492"/>
                  </a:cubicBezTo>
                  <a:cubicBezTo>
                    <a:pt x="57" y="512"/>
                    <a:pt x="44" y="534"/>
                    <a:pt x="30" y="551"/>
                  </a:cubicBezTo>
                  <a:cubicBezTo>
                    <a:pt x="16" y="568"/>
                    <a:pt x="0" y="578"/>
                    <a:pt x="4" y="599"/>
                  </a:cubicBezTo>
                  <a:cubicBezTo>
                    <a:pt x="16" y="669"/>
                    <a:pt x="113" y="687"/>
                    <a:pt x="157" y="739"/>
                  </a:cubicBezTo>
                  <a:cubicBezTo>
                    <a:pt x="161" y="728"/>
                    <a:pt x="171" y="731"/>
                    <a:pt x="178" y="724"/>
                  </a:cubicBezTo>
                  <a:cubicBezTo>
                    <a:pt x="182" y="720"/>
                    <a:pt x="184" y="712"/>
                    <a:pt x="185" y="706"/>
                  </a:cubicBezTo>
                  <a:cubicBezTo>
                    <a:pt x="183" y="709"/>
                    <a:pt x="179" y="713"/>
                    <a:pt x="171" y="716"/>
                  </a:cubicBezTo>
                  <a:cubicBezTo>
                    <a:pt x="142" y="725"/>
                    <a:pt x="137" y="650"/>
                    <a:pt x="160" y="655"/>
                  </a:cubicBezTo>
                  <a:cubicBezTo>
                    <a:pt x="163" y="655"/>
                    <a:pt x="166" y="655"/>
                    <a:pt x="169" y="655"/>
                  </a:cubicBezTo>
                  <a:cubicBezTo>
                    <a:pt x="143" y="640"/>
                    <a:pt x="121" y="619"/>
                    <a:pt x="100" y="599"/>
                  </a:cubicBezTo>
                  <a:cubicBezTo>
                    <a:pt x="103" y="598"/>
                    <a:pt x="106" y="597"/>
                    <a:pt x="109" y="596"/>
                  </a:cubicBezTo>
                  <a:cubicBezTo>
                    <a:pt x="105" y="592"/>
                    <a:pt x="102" y="586"/>
                    <a:pt x="102" y="580"/>
                  </a:cubicBezTo>
                  <a:cubicBezTo>
                    <a:pt x="121" y="557"/>
                    <a:pt x="132" y="526"/>
                    <a:pt x="152" y="501"/>
                  </a:cubicBezTo>
                  <a:cubicBezTo>
                    <a:pt x="158" y="493"/>
                    <a:pt x="167" y="482"/>
                    <a:pt x="176" y="476"/>
                  </a:cubicBezTo>
                  <a:cubicBezTo>
                    <a:pt x="179" y="474"/>
                    <a:pt x="181" y="473"/>
                    <a:pt x="184" y="471"/>
                  </a:cubicBezTo>
                  <a:cubicBezTo>
                    <a:pt x="185" y="474"/>
                    <a:pt x="186" y="477"/>
                    <a:pt x="187" y="479"/>
                  </a:cubicBezTo>
                  <a:cubicBezTo>
                    <a:pt x="193" y="492"/>
                    <a:pt x="200" y="506"/>
                    <a:pt x="204" y="519"/>
                  </a:cubicBezTo>
                  <a:cubicBezTo>
                    <a:pt x="209" y="535"/>
                    <a:pt x="206" y="546"/>
                    <a:pt x="207" y="560"/>
                  </a:cubicBezTo>
                  <a:cubicBezTo>
                    <a:pt x="209" y="574"/>
                    <a:pt x="219" y="589"/>
                    <a:pt x="221" y="603"/>
                  </a:cubicBezTo>
                  <a:cubicBezTo>
                    <a:pt x="222" y="608"/>
                    <a:pt x="222" y="613"/>
                    <a:pt x="222" y="617"/>
                  </a:cubicBezTo>
                  <a:cubicBezTo>
                    <a:pt x="199" y="623"/>
                    <a:pt x="198" y="646"/>
                    <a:pt x="178" y="659"/>
                  </a:cubicBezTo>
                  <a:cubicBezTo>
                    <a:pt x="178" y="659"/>
                    <a:pt x="177" y="659"/>
                    <a:pt x="177" y="658"/>
                  </a:cubicBezTo>
                  <a:cubicBezTo>
                    <a:pt x="163" y="687"/>
                    <a:pt x="181" y="700"/>
                    <a:pt x="186" y="702"/>
                  </a:cubicBezTo>
                  <a:cubicBezTo>
                    <a:pt x="186" y="702"/>
                    <a:pt x="186" y="702"/>
                    <a:pt x="186" y="701"/>
                  </a:cubicBezTo>
                  <a:cubicBezTo>
                    <a:pt x="190" y="702"/>
                    <a:pt x="194" y="702"/>
                    <a:pt x="198" y="703"/>
                  </a:cubicBezTo>
                  <a:cubicBezTo>
                    <a:pt x="197" y="705"/>
                    <a:pt x="196" y="708"/>
                    <a:pt x="195" y="710"/>
                  </a:cubicBezTo>
                  <a:cubicBezTo>
                    <a:pt x="176" y="749"/>
                    <a:pt x="158" y="791"/>
                    <a:pt x="147" y="832"/>
                  </a:cubicBezTo>
                  <a:cubicBezTo>
                    <a:pt x="154" y="833"/>
                    <a:pt x="195" y="837"/>
                    <a:pt x="202" y="842"/>
                  </a:cubicBezTo>
                  <a:cubicBezTo>
                    <a:pt x="201" y="863"/>
                    <a:pt x="197" y="891"/>
                    <a:pt x="196" y="915"/>
                  </a:cubicBezTo>
                  <a:cubicBezTo>
                    <a:pt x="194" y="963"/>
                    <a:pt x="190" y="990"/>
                    <a:pt x="195" y="1029"/>
                  </a:cubicBezTo>
                  <a:cubicBezTo>
                    <a:pt x="201" y="1081"/>
                    <a:pt x="197" y="1136"/>
                    <a:pt x="190" y="1187"/>
                  </a:cubicBezTo>
                  <a:cubicBezTo>
                    <a:pt x="200" y="1191"/>
                    <a:pt x="209" y="1191"/>
                    <a:pt x="218" y="1191"/>
                  </a:cubicBezTo>
                  <a:cubicBezTo>
                    <a:pt x="216" y="1206"/>
                    <a:pt x="213" y="1221"/>
                    <a:pt x="213" y="1237"/>
                  </a:cubicBezTo>
                  <a:cubicBezTo>
                    <a:pt x="212" y="1255"/>
                    <a:pt x="214" y="1273"/>
                    <a:pt x="217" y="1291"/>
                  </a:cubicBezTo>
                  <a:cubicBezTo>
                    <a:pt x="225" y="1341"/>
                    <a:pt x="240" y="1389"/>
                    <a:pt x="259" y="1436"/>
                  </a:cubicBezTo>
                  <a:cubicBezTo>
                    <a:pt x="274" y="1473"/>
                    <a:pt x="294" y="1521"/>
                    <a:pt x="285" y="1560"/>
                  </a:cubicBezTo>
                  <a:cubicBezTo>
                    <a:pt x="280" y="1583"/>
                    <a:pt x="279" y="1609"/>
                    <a:pt x="281" y="1632"/>
                  </a:cubicBezTo>
                  <a:cubicBezTo>
                    <a:pt x="283" y="1648"/>
                    <a:pt x="290" y="1663"/>
                    <a:pt x="292" y="1679"/>
                  </a:cubicBezTo>
                  <a:cubicBezTo>
                    <a:pt x="294" y="1691"/>
                    <a:pt x="287" y="1699"/>
                    <a:pt x="301" y="1706"/>
                  </a:cubicBezTo>
                  <a:cubicBezTo>
                    <a:pt x="317" y="1713"/>
                    <a:pt x="366" y="1727"/>
                    <a:pt x="383" y="1719"/>
                  </a:cubicBezTo>
                  <a:cubicBezTo>
                    <a:pt x="392" y="1714"/>
                    <a:pt x="396" y="1709"/>
                    <a:pt x="398" y="1703"/>
                  </a:cubicBezTo>
                  <a:cubicBezTo>
                    <a:pt x="401" y="1708"/>
                    <a:pt x="405" y="1711"/>
                    <a:pt x="413" y="1712"/>
                  </a:cubicBezTo>
                  <a:cubicBezTo>
                    <a:pt x="428" y="1715"/>
                    <a:pt x="442" y="1713"/>
                    <a:pt x="456" y="1709"/>
                  </a:cubicBezTo>
                  <a:cubicBezTo>
                    <a:pt x="500" y="1697"/>
                    <a:pt x="454" y="1666"/>
                    <a:pt x="443" y="1643"/>
                  </a:cubicBezTo>
                  <a:cubicBezTo>
                    <a:pt x="439" y="1634"/>
                    <a:pt x="438" y="1622"/>
                    <a:pt x="437" y="1610"/>
                  </a:cubicBezTo>
                  <a:cubicBezTo>
                    <a:pt x="437" y="1588"/>
                    <a:pt x="432" y="1578"/>
                    <a:pt x="433" y="1563"/>
                  </a:cubicBezTo>
                  <a:cubicBezTo>
                    <a:pt x="434" y="1546"/>
                    <a:pt x="475" y="1428"/>
                    <a:pt x="479" y="1417"/>
                  </a:cubicBezTo>
                  <a:cubicBezTo>
                    <a:pt x="482" y="1406"/>
                    <a:pt x="519" y="1310"/>
                    <a:pt x="522" y="1297"/>
                  </a:cubicBezTo>
                  <a:cubicBezTo>
                    <a:pt x="524" y="1287"/>
                    <a:pt x="538" y="1222"/>
                    <a:pt x="542" y="1204"/>
                  </a:cubicBezTo>
                  <a:cubicBezTo>
                    <a:pt x="550" y="1201"/>
                    <a:pt x="549" y="1016"/>
                    <a:pt x="561" y="923"/>
                  </a:cubicBezTo>
                  <a:cubicBezTo>
                    <a:pt x="569" y="860"/>
                    <a:pt x="568" y="859"/>
                    <a:pt x="582" y="855"/>
                  </a:cubicBezTo>
                  <a:cubicBezTo>
                    <a:pt x="587" y="849"/>
                    <a:pt x="591" y="840"/>
                    <a:pt x="594" y="830"/>
                  </a:cubicBezTo>
                  <a:cubicBezTo>
                    <a:pt x="596" y="821"/>
                    <a:pt x="598" y="808"/>
                    <a:pt x="598" y="795"/>
                  </a:cubicBezTo>
                  <a:cubicBezTo>
                    <a:pt x="600" y="750"/>
                    <a:pt x="591" y="706"/>
                    <a:pt x="588" y="660"/>
                  </a:cubicBezTo>
                  <a:close/>
                  <a:moveTo>
                    <a:pt x="376" y="1659"/>
                  </a:moveTo>
                  <a:cubicBezTo>
                    <a:pt x="366" y="1644"/>
                    <a:pt x="365" y="1625"/>
                    <a:pt x="362" y="1608"/>
                  </a:cubicBezTo>
                  <a:cubicBezTo>
                    <a:pt x="367" y="1612"/>
                    <a:pt x="372" y="1616"/>
                    <a:pt x="374" y="1623"/>
                  </a:cubicBezTo>
                  <a:cubicBezTo>
                    <a:pt x="378" y="1635"/>
                    <a:pt x="376" y="1647"/>
                    <a:pt x="376" y="1659"/>
                  </a:cubicBezTo>
                  <a:close/>
                  <a:moveTo>
                    <a:pt x="432" y="1268"/>
                  </a:moveTo>
                  <a:cubicBezTo>
                    <a:pt x="429" y="1284"/>
                    <a:pt x="421" y="1302"/>
                    <a:pt x="416" y="1317"/>
                  </a:cubicBezTo>
                  <a:cubicBezTo>
                    <a:pt x="409" y="1339"/>
                    <a:pt x="408" y="1361"/>
                    <a:pt x="406" y="1383"/>
                  </a:cubicBezTo>
                  <a:cubicBezTo>
                    <a:pt x="404" y="1425"/>
                    <a:pt x="404" y="1467"/>
                    <a:pt x="388" y="1507"/>
                  </a:cubicBezTo>
                  <a:cubicBezTo>
                    <a:pt x="382" y="1522"/>
                    <a:pt x="374" y="1535"/>
                    <a:pt x="363" y="1547"/>
                  </a:cubicBezTo>
                  <a:cubicBezTo>
                    <a:pt x="361" y="1550"/>
                    <a:pt x="357" y="1553"/>
                    <a:pt x="353" y="1557"/>
                  </a:cubicBezTo>
                  <a:cubicBezTo>
                    <a:pt x="353" y="1553"/>
                    <a:pt x="352" y="1549"/>
                    <a:pt x="350" y="1546"/>
                  </a:cubicBezTo>
                  <a:cubicBezTo>
                    <a:pt x="349" y="1543"/>
                    <a:pt x="348" y="1541"/>
                    <a:pt x="347" y="1538"/>
                  </a:cubicBezTo>
                  <a:cubicBezTo>
                    <a:pt x="340" y="1511"/>
                    <a:pt x="330" y="1467"/>
                    <a:pt x="329" y="1444"/>
                  </a:cubicBezTo>
                  <a:cubicBezTo>
                    <a:pt x="327" y="1417"/>
                    <a:pt x="320" y="1330"/>
                    <a:pt x="320" y="1330"/>
                  </a:cubicBezTo>
                  <a:cubicBezTo>
                    <a:pt x="320" y="1330"/>
                    <a:pt x="320" y="1330"/>
                    <a:pt x="320" y="1330"/>
                  </a:cubicBezTo>
                  <a:cubicBezTo>
                    <a:pt x="319" y="1315"/>
                    <a:pt x="317" y="1300"/>
                    <a:pt x="315" y="1285"/>
                  </a:cubicBezTo>
                  <a:cubicBezTo>
                    <a:pt x="312" y="1268"/>
                    <a:pt x="307" y="1252"/>
                    <a:pt x="308" y="1235"/>
                  </a:cubicBezTo>
                  <a:cubicBezTo>
                    <a:pt x="310" y="1221"/>
                    <a:pt x="313" y="1208"/>
                    <a:pt x="315" y="1195"/>
                  </a:cubicBezTo>
                  <a:cubicBezTo>
                    <a:pt x="317" y="1194"/>
                    <a:pt x="319" y="1194"/>
                    <a:pt x="322" y="1194"/>
                  </a:cubicBezTo>
                  <a:cubicBezTo>
                    <a:pt x="335" y="1193"/>
                    <a:pt x="347" y="1193"/>
                    <a:pt x="360" y="1194"/>
                  </a:cubicBezTo>
                  <a:cubicBezTo>
                    <a:pt x="372" y="1195"/>
                    <a:pt x="420" y="1196"/>
                    <a:pt x="432" y="1197"/>
                  </a:cubicBezTo>
                  <a:cubicBezTo>
                    <a:pt x="432" y="1210"/>
                    <a:pt x="440" y="1213"/>
                    <a:pt x="432" y="1268"/>
                  </a:cubicBezTo>
                  <a:close/>
                  <a:moveTo>
                    <a:pt x="426" y="371"/>
                  </a:moveTo>
                  <a:cubicBezTo>
                    <a:pt x="417" y="395"/>
                    <a:pt x="392" y="526"/>
                    <a:pt x="392" y="526"/>
                  </a:cubicBezTo>
                  <a:cubicBezTo>
                    <a:pt x="392" y="526"/>
                    <a:pt x="392" y="526"/>
                    <a:pt x="384" y="526"/>
                  </a:cubicBezTo>
                  <a:cubicBezTo>
                    <a:pt x="384" y="526"/>
                    <a:pt x="384" y="526"/>
                    <a:pt x="301" y="363"/>
                  </a:cubicBezTo>
                  <a:cubicBezTo>
                    <a:pt x="301" y="354"/>
                    <a:pt x="243" y="379"/>
                    <a:pt x="243" y="379"/>
                  </a:cubicBezTo>
                  <a:cubicBezTo>
                    <a:pt x="243" y="379"/>
                    <a:pt x="243" y="346"/>
                    <a:pt x="243" y="273"/>
                  </a:cubicBezTo>
                  <a:cubicBezTo>
                    <a:pt x="243" y="273"/>
                    <a:pt x="243" y="273"/>
                    <a:pt x="276" y="264"/>
                  </a:cubicBezTo>
                  <a:cubicBezTo>
                    <a:pt x="285" y="289"/>
                    <a:pt x="293" y="322"/>
                    <a:pt x="293" y="322"/>
                  </a:cubicBezTo>
                  <a:cubicBezTo>
                    <a:pt x="293" y="322"/>
                    <a:pt x="293" y="322"/>
                    <a:pt x="310" y="354"/>
                  </a:cubicBezTo>
                  <a:cubicBezTo>
                    <a:pt x="384" y="485"/>
                    <a:pt x="384" y="485"/>
                    <a:pt x="384" y="485"/>
                  </a:cubicBezTo>
                  <a:cubicBezTo>
                    <a:pt x="384" y="485"/>
                    <a:pt x="384" y="485"/>
                    <a:pt x="417" y="363"/>
                  </a:cubicBezTo>
                  <a:cubicBezTo>
                    <a:pt x="426" y="354"/>
                    <a:pt x="417" y="297"/>
                    <a:pt x="417" y="297"/>
                  </a:cubicBezTo>
                  <a:cubicBezTo>
                    <a:pt x="417" y="297"/>
                    <a:pt x="417" y="297"/>
                    <a:pt x="417" y="281"/>
                  </a:cubicBezTo>
                  <a:cubicBezTo>
                    <a:pt x="417" y="281"/>
                    <a:pt x="417" y="281"/>
                    <a:pt x="426" y="289"/>
                  </a:cubicBezTo>
                  <a:cubicBezTo>
                    <a:pt x="426" y="289"/>
                    <a:pt x="426" y="289"/>
                    <a:pt x="467" y="371"/>
                  </a:cubicBezTo>
                  <a:cubicBezTo>
                    <a:pt x="467" y="371"/>
                    <a:pt x="467" y="371"/>
                    <a:pt x="426" y="371"/>
                  </a:cubicBezTo>
                  <a:close/>
                  <a:moveTo>
                    <a:pt x="487" y="649"/>
                  </a:moveTo>
                  <a:cubicBezTo>
                    <a:pt x="483" y="649"/>
                    <a:pt x="483" y="649"/>
                    <a:pt x="483" y="649"/>
                  </a:cubicBezTo>
                  <a:cubicBezTo>
                    <a:pt x="483" y="644"/>
                    <a:pt x="475" y="632"/>
                    <a:pt x="474" y="622"/>
                  </a:cubicBezTo>
                  <a:cubicBezTo>
                    <a:pt x="472" y="613"/>
                    <a:pt x="474" y="599"/>
                    <a:pt x="474" y="588"/>
                  </a:cubicBezTo>
                  <a:cubicBezTo>
                    <a:pt x="476" y="556"/>
                    <a:pt x="487" y="525"/>
                    <a:pt x="487" y="493"/>
                  </a:cubicBezTo>
                  <a:cubicBezTo>
                    <a:pt x="487" y="490"/>
                    <a:pt x="487" y="488"/>
                    <a:pt x="487" y="486"/>
                  </a:cubicBezTo>
                  <a:cubicBezTo>
                    <a:pt x="487" y="488"/>
                    <a:pt x="487" y="490"/>
                    <a:pt x="487" y="493"/>
                  </a:cubicBezTo>
                  <a:cubicBezTo>
                    <a:pt x="488" y="525"/>
                    <a:pt x="493" y="556"/>
                    <a:pt x="481" y="587"/>
                  </a:cubicBezTo>
                  <a:cubicBezTo>
                    <a:pt x="484" y="586"/>
                    <a:pt x="487" y="587"/>
                    <a:pt x="489" y="587"/>
                  </a:cubicBezTo>
                  <a:cubicBezTo>
                    <a:pt x="484" y="599"/>
                    <a:pt x="492" y="605"/>
                    <a:pt x="492" y="616"/>
                  </a:cubicBezTo>
                  <a:cubicBezTo>
                    <a:pt x="492" y="627"/>
                    <a:pt x="488" y="638"/>
                    <a:pt x="487" y="649"/>
                  </a:cubicBezTo>
                  <a:close/>
                </a:path>
              </a:pathLst>
            </a:custGeom>
            <a:solidFill>
              <a:schemeClr val="accent5"/>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11" name="Gruppe 51"/>
            <p:cNvGrpSpPr>
              <a:grpSpLocks/>
            </p:cNvGrpSpPr>
            <p:nvPr/>
          </p:nvGrpSpPr>
          <p:grpSpPr bwMode="auto">
            <a:xfrm>
              <a:off x="9473848" y="2187136"/>
              <a:ext cx="953260" cy="3128723"/>
              <a:chOff x="2763678" y="1597834"/>
              <a:chExt cx="744650" cy="2444643"/>
            </a:xfrm>
            <a:solidFill>
              <a:schemeClr val="accent2"/>
            </a:solidFill>
          </p:grpSpPr>
          <p:sp>
            <p:nvSpPr>
              <p:cNvPr id="13" name="Freeform 125"/>
              <p:cNvSpPr>
                <a:spLocks/>
              </p:cNvSpPr>
              <p:nvPr/>
            </p:nvSpPr>
            <p:spPr bwMode="auto">
              <a:xfrm>
                <a:off x="2764652" y="1599232"/>
                <a:ext cx="743788" cy="2452477"/>
              </a:xfrm>
              <a:custGeom>
                <a:avLst/>
                <a:gdLst>
                  <a:gd name="T0" fmla="*/ 2147483647 w 364"/>
                  <a:gd name="T1" fmla="*/ 2147483647 h 1186"/>
                  <a:gd name="T2" fmla="*/ 2147483647 w 364"/>
                  <a:gd name="T3" fmla="*/ 2147483647 h 1186"/>
                  <a:gd name="T4" fmla="*/ 2147483647 w 364"/>
                  <a:gd name="T5" fmla="*/ 2147483647 h 1186"/>
                  <a:gd name="T6" fmla="*/ 2147483647 w 364"/>
                  <a:gd name="T7" fmla="*/ 2147483647 h 1186"/>
                  <a:gd name="T8" fmla="*/ 2147483647 w 364"/>
                  <a:gd name="T9" fmla="*/ 2147483647 h 1186"/>
                  <a:gd name="T10" fmla="*/ 2147483647 w 364"/>
                  <a:gd name="T11" fmla="*/ 2147483647 h 1186"/>
                  <a:gd name="T12" fmla="*/ 2147483647 w 364"/>
                  <a:gd name="T13" fmla="*/ 2147483647 h 1186"/>
                  <a:gd name="T14" fmla="*/ 2147483647 w 364"/>
                  <a:gd name="T15" fmla="*/ 2147483647 h 1186"/>
                  <a:gd name="T16" fmla="*/ 2147483647 w 364"/>
                  <a:gd name="T17" fmla="*/ 0 h 1186"/>
                  <a:gd name="T18" fmla="*/ 2147483647 w 364"/>
                  <a:gd name="T19" fmla="*/ 2147483647 h 1186"/>
                  <a:gd name="T20" fmla="*/ 2147483647 w 364"/>
                  <a:gd name="T21" fmla="*/ 2147483647 h 1186"/>
                  <a:gd name="T22" fmla="*/ 2147483647 w 364"/>
                  <a:gd name="T23" fmla="*/ 2147483647 h 1186"/>
                  <a:gd name="T24" fmla="*/ 2147483647 w 364"/>
                  <a:gd name="T25" fmla="*/ 2147483647 h 1186"/>
                  <a:gd name="T26" fmla="*/ 2147483647 w 364"/>
                  <a:gd name="T27" fmla="*/ 2147483647 h 1186"/>
                  <a:gd name="T28" fmla="*/ 2147483647 w 364"/>
                  <a:gd name="T29" fmla="*/ 2147483647 h 1186"/>
                  <a:gd name="T30" fmla="*/ 2147483647 w 364"/>
                  <a:gd name="T31" fmla="*/ 2147483647 h 1186"/>
                  <a:gd name="T32" fmla="*/ 2147483647 w 364"/>
                  <a:gd name="T33" fmla="*/ 2147483647 h 1186"/>
                  <a:gd name="T34" fmla="*/ 2147483647 w 364"/>
                  <a:gd name="T35" fmla="*/ 2147483647 h 1186"/>
                  <a:gd name="T36" fmla="*/ 2147483647 w 364"/>
                  <a:gd name="T37" fmla="*/ 2147483647 h 1186"/>
                  <a:gd name="T38" fmla="*/ 2147483647 w 364"/>
                  <a:gd name="T39" fmla="*/ 2147483647 h 1186"/>
                  <a:gd name="T40" fmla="*/ 2147483647 w 364"/>
                  <a:gd name="T41" fmla="*/ 2147483647 h 1186"/>
                  <a:gd name="T42" fmla="*/ 0 w 364"/>
                  <a:gd name="T43" fmla="*/ 2147483647 h 1186"/>
                  <a:gd name="T44" fmla="*/ 2147483647 w 364"/>
                  <a:gd name="T45" fmla="*/ 2147483647 h 1186"/>
                  <a:gd name="T46" fmla="*/ 2147483647 w 364"/>
                  <a:gd name="T47" fmla="*/ 2147483647 h 1186"/>
                  <a:gd name="T48" fmla="*/ 2147483647 w 364"/>
                  <a:gd name="T49" fmla="*/ 2147483647 h 1186"/>
                  <a:gd name="T50" fmla="*/ 2147483647 w 364"/>
                  <a:gd name="T51" fmla="*/ 2147483647 h 1186"/>
                  <a:gd name="T52" fmla="*/ 2147483647 w 364"/>
                  <a:gd name="T53" fmla="*/ 2147483647 h 1186"/>
                  <a:gd name="T54" fmla="*/ 2147483647 w 364"/>
                  <a:gd name="T55" fmla="*/ 2147483647 h 1186"/>
                  <a:gd name="T56" fmla="*/ 2147483647 w 364"/>
                  <a:gd name="T57" fmla="*/ 2147483647 h 1186"/>
                  <a:gd name="T58" fmla="*/ 2147483647 w 364"/>
                  <a:gd name="T59" fmla="*/ 2147483647 h 1186"/>
                  <a:gd name="T60" fmla="*/ 2147483647 w 364"/>
                  <a:gd name="T61" fmla="*/ 2147483647 h 1186"/>
                  <a:gd name="T62" fmla="*/ 2147483647 w 364"/>
                  <a:gd name="T63" fmla="*/ 2147483647 h 1186"/>
                  <a:gd name="T64" fmla="*/ 2147483647 w 364"/>
                  <a:gd name="T65" fmla="*/ 2147483647 h 1186"/>
                  <a:gd name="T66" fmla="*/ 2147483647 w 364"/>
                  <a:gd name="T67" fmla="*/ 2147483647 h 1186"/>
                  <a:gd name="T68" fmla="*/ 2147483647 w 364"/>
                  <a:gd name="T69" fmla="*/ 2147483647 h 1186"/>
                  <a:gd name="T70" fmla="*/ 2147483647 w 364"/>
                  <a:gd name="T71" fmla="*/ 2147483647 h 1186"/>
                  <a:gd name="T72" fmla="*/ 2147483647 w 364"/>
                  <a:gd name="T73" fmla="*/ 2147483647 h 1186"/>
                  <a:gd name="T74" fmla="*/ 2147483647 w 364"/>
                  <a:gd name="T75" fmla="*/ 2147483647 h 1186"/>
                  <a:gd name="T76" fmla="*/ 2147483647 w 364"/>
                  <a:gd name="T77" fmla="*/ 2147483647 h 1186"/>
                  <a:gd name="T78" fmla="*/ 2147483647 w 364"/>
                  <a:gd name="T79" fmla="*/ 2147483647 h 1186"/>
                  <a:gd name="T80" fmla="*/ 2147483647 w 364"/>
                  <a:gd name="T81" fmla="*/ 2147483647 h 1186"/>
                  <a:gd name="T82" fmla="*/ 2147483647 w 364"/>
                  <a:gd name="T83" fmla="*/ 2147483647 h 1186"/>
                  <a:gd name="T84" fmla="*/ 2147483647 w 364"/>
                  <a:gd name="T85" fmla="*/ 2147483647 h 1186"/>
                  <a:gd name="T86" fmla="*/ 2147483647 w 364"/>
                  <a:gd name="T87" fmla="*/ 2147483647 h 1186"/>
                  <a:gd name="T88" fmla="*/ 2147483647 w 364"/>
                  <a:gd name="T89" fmla="*/ 2147483647 h 1186"/>
                  <a:gd name="T90" fmla="*/ 2147483647 w 364"/>
                  <a:gd name="T91" fmla="*/ 2147483647 h 1186"/>
                  <a:gd name="T92" fmla="*/ 2147483647 w 364"/>
                  <a:gd name="T93" fmla="*/ 2147483647 h 1186"/>
                  <a:gd name="T94" fmla="*/ 2147483647 w 364"/>
                  <a:gd name="T95" fmla="*/ 2147483647 h 1186"/>
                  <a:gd name="T96" fmla="*/ 2147483647 w 364"/>
                  <a:gd name="T97" fmla="*/ 2147483647 h 1186"/>
                  <a:gd name="T98" fmla="*/ 2147483647 w 364"/>
                  <a:gd name="T99" fmla="*/ 2147483647 h 1186"/>
                  <a:gd name="T100" fmla="*/ 2147483647 w 364"/>
                  <a:gd name="T101" fmla="*/ 2147483647 h 1186"/>
                  <a:gd name="T102" fmla="*/ 2147483647 w 364"/>
                  <a:gd name="T103" fmla="*/ 2147483647 h 1186"/>
                  <a:gd name="T104" fmla="*/ 2147483647 w 364"/>
                  <a:gd name="T105" fmla="*/ 2147483647 h 1186"/>
                  <a:gd name="T106" fmla="*/ 2147483647 w 364"/>
                  <a:gd name="T107" fmla="*/ 2147483647 h 1186"/>
                  <a:gd name="T108" fmla="*/ 2147483647 w 364"/>
                  <a:gd name="T109" fmla="*/ 2147483647 h 1186"/>
                  <a:gd name="T110" fmla="*/ 2147483647 w 364"/>
                  <a:gd name="T111" fmla="*/ 2147483647 h 1186"/>
                  <a:gd name="T112" fmla="*/ 2147483647 w 364"/>
                  <a:gd name="T113" fmla="*/ 2147483647 h 1186"/>
                  <a:gd name="T114" fmla="*/ 2147483647 w 364"/>
                  <a:gd name="T115" fmla="*/ 2147483647 h 1186"/>
                  <a:gd name="T116" fmla="*/ 2147483647 w 364"/>
                  <a:gd name="T117" fmla="*/ 2147483647 h 1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4"/>
                  <a:gd name="T178" fmla="*/ 0 h 1186"/>
                  <a:gd name="T179" fmla="*/ 364 w 364"/>
                  <a:gd name="T180" fmla="*/ 1186 h 1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4" h="1186">
                    <a:moveTo>
                      <a:pt x="350" y="338"/>
                    </a:moveTo>
                    <a:lnTo>
                      <a:pt x="350" y="338"/>
                    </a:lnTo>
                    <a:lnTo>
                      <a:pt x="342" y="314"/>
                    </a:lnTo>
                    <a:lnTo>
                      <a:pt x="336" y="286"/>
                    </a:lnTo>
                    <a:lnTo>
                      <a:pt x="326" y="232"/>
                    </a:lnTo>
                    <a:lnTo>
                      <a:pt x="322" y="224"/>
                    </a:lnTo>
                    <a:lnTo>
                      <a:pt x="318" y="216"/>
                    </a:lnTo>
                    <a:lnTo>
                      <a:pt x="312" y="212"/>
                    </a:lnTo>
                    <a:lnTo>
                      <a:pt x="306" y="210"/>
                    </a:lnTo>
                    <a:lnTo>
                      <a:pt x="278" y="200"/>
                    </a:lnTo>
                    <a:lnTo>
                      <a:pt x="258" y="192"/>
                    </a:lnTo>
                    <a:lnTo>
                      <a:pt x="246" y="186"/>
                    </a:lnTo>
                    <a:lnTo>
                      <a:pt x="240" y="180"/>
                    </a:lnTo>
                    <a:lnTo>
                      <a:pt x="234" y="174"/>
                    </a:lnTo>
                    <a:lnTo>
                      <a:pt x="230" y="168"/>
                    </a:lnTo>
                    <a:lnTo>
                      <a:pt x="224" y="162"/>
                    </a:lnTo>
                    <a:lnTo>
                      <a:pt x="220" y="158"/>
                    </a:lnTo>
                    <a:lnTo>
                      <a:pt x="216" y="156"/>
                    </a:lnTo>
                    <a:lnTo>
                      <a:pt x="216" y="146"/>
                    </a:lnTo>
                    <a:lnTo>
                      <a:pt x="218" y="140"/>
                    </a:lnTo>
                    <a:lnTo>
                      <a:pt x="222" y="136"/>
                    </a:lnTo>
                    <a:lnTo>
                      <a:pt x="228" y="126"/>
                    </a:lnTo>
                    <a:lnTo>
                      <a:pt x="236" y="110"/>
                    </a:lnTo>
                    <a:lnTo>
                      <a:pt x="238" y="102"/>
                    </a:lnTo>
                    <a:lnTo>
                      <a:pt x="238" y="96"/>
                    </a:lnTo>
                    <a:lnTo>
                      <a:pt x="238" y="90"/>
                    </a:lnTo>
                    <a:lnTo>
                      <a:pt x="234" y="88"/>
                    </a:lnTo>
                    <a:lnTo>
                      <a:pt x="236" y="76"/>
                    </a:lnTo>
                    <a:lnTo>
                      <a:pt x="236" y="68"/>
                    </a:lnTo>
                    <a:lnTo>
                      <a:pt x="236" y="56"/>
                    </a:lnTo>
                    <a:lnTo>
                      <a:pt x="232" y="42"/>
                    </a:lnTo>
                    <a:lnTo>
                      <a:pt x="230" y="32"/>
                    </a:lnTo>
                    <a:lnTo>
                      <a:pt x="226" y="24"/>
                    </a:lnTo>
                    <a:lnTo>
                      <a:pt x="222" y="16"/>
                    </a:lnTo>
                    <a:lnTo>
                      <a:pt x="214" y="10"/>
                    </a:lnTo>
                    <a:lnTo>
                      <a:pt x="204" y="4"/>
                    </a:lnTo>
                    <a:lnTo>
                      <a:pt x="192" y="0"/>
                    </a:lnTo>
                    <a:lnTo>
                      <a:pt x="174" y="0"/>
                    </a:lnTo>
                    <a:lnTo>
                      <a:pt x="158" y="2"/>
                    </a:lnTo>
                    <a:lnTo>
                      <a:pt x="146" y="6"/>
                    </a:lnTo>
                    <a:lnTo>
                      <a:pt x="136" y="14"/>
                    </a:lnTo>
                    <a:lnTo>
                      <a:pt x="128" y="20"/>
                    </a:lnTo>
                    <a:lnTo>
                      <a:pt x="124" y="28"/>
                    </a:lnTo>
                    <a:lnTo>
                      <a:pt x="120" y="36"/>
                    </a:lnTo>
                    <a:lnTo>
                      <a:pt x="118" y="44"/>
                    </a:lnTo>
                    <a:lnTo>
                      <a:pt x="116" y="60"/>
                    </a:lnTo>
                    <a:lnTo>
                      <a:pt x="118" y="72"/>
                    </a:lnTo>
                    <a:lnTo>
                      <a:pt x="120" y="82"/>
                    </a:lnTo>
                    <a:lnTo>
                      <a:pt x="118" y="84"/>
                    </a:lnTo>
                    <a:lnTo>
                      <a:pt x="116" y="92"/>
                    </a:lnTo>
                    <a:lnTo>
                      <a:pt x="116" y="98"/>
                    </a:lnTo>
                    <a:lnTo>
                      <a:pt x="118" y="106"/>
                    </a:lnTo>
                    <a:lnTo>
                      <a:pt x="122" y="116"/>
                    </a:lnTo>
                    <a:lnTo>
                      <a:pt x="130" y="126"/>
                    </a:lnTo>
                    <a:lnTo>
                      <a:pt x="132" y="128"/>
                    </a:lnTo>
                    <a:lnTo>
                      <a:pt x="134" y="130"/>
                    </a:lnTo>
                    <a:lnTo>
                      <a:pt x="136" y="136"/>
                    </a:lnTo>
                    <a:lnTo>
                      <a:pt x="138" y="152"/>
                    </a:lnTo>
                    <a:lnTo>
                      <a:pt x="140" y="158"/>
                    </a:lnTo>
                    <a:lnTo>
                      <a:pt x="138" y="164"/>
                    </a:lnTo>
                    <a:lnTo>
                      <a:pt x="134" y="168"/>
                    </a:lnTo>
                    <a:lnTo>
                      <a:pt x="126" y="174"/>
                    </a:lnTo>
                    <a:lnTo>
                      <a:pt x="112" y="186"/>
                    </a:lnTo>
                    <a:lnTo>
                      <a:pt x="102" y="192"/>
                    </a:lnTo>
                    <a:lnTo>
                      <a:pt x="90" y="198"/>
                    </a:lnTo>
                    <a:lnTo>
                      <a:pt x="70" y="204"/>
                    </a:lnTo>
                    <a:lnTo>
                      <a:pt x="62" y="208"/>
                    </a:lnTo>
                    <a:lnTo>
                      <a:pt x="52" y="212"/>
                    </a:lnTo>
                    <a:lnTo>
                      <a:pt x="46" y="216"/>
                    </a:lnTo>
                    <a:lnTo>
                      <a:pt x="42" y="222"/>
                    </a:lnTo>
                    <a:lnTo>
                      <a:pt x="38" y="228"/>
                    </a:lnTo>
                    <a:lnTo>
                      <a:pt x="36" y="236"/>
                    </a:lnTo>
                    <a:lnTo>
                      <a:pt x="32" y="274"/>
                    </a:lnTo>
                    <a:lnTo>
                      <a:pt x="30" y="302"/>
                    </a:lnTo>
                    <a:lnTo>
                      <a:pt x="24" y="392"/>
                    </a:lnTo>
                    <a:lnTo>
                      <a:pt x="18" y="448"/>
                    </a:lnTo>
                    <a:lnTo>
                      <a:pt x="14" y="482"/>
                    </a:lnTo>
                    <a:lnTo>
                      <a:pt x="10" y="514"/>
                    </a:lnTo>
                    <a:lnTo>
                      <a:pt x="8" y="540"/>
                    </a:lnTo>
                    <a:lnTo>
                      <a:pt x="6" y="566"/>
                    </a:lnTo>
                    <a:lnTo>
                      <a:pt x="4" y="588"/>
                    </a:lnTo>
                    <a:lnTo>
                      <a:pt x="6" y="594"/>
                    </a:lnTo>
                    <a:lnTo>
                      <a:pt x="8" y="598"/>
                    </a:lnTo>
                    <a:lnTo>
                      <a:pt x="12" y="598"/>
                    </a:lnTo>
                    <a:lnTo>
                      <a:pt x="4" y="616"/>
                    </a:lnTo>
                    <a:lnTo>
                      <a:pt x="2" y="626"/>
                    </a:lnTo>
                    <a:lnTo>
                      <a:pt x="0" y="638"/>
                    </a:lnTo>
                    <a:lnTo>
                      <a:pt x="2" y="650"/>
                    </a:lnTo>
                    <a:lnTo>
                      <a:pt x="6" y="660"/>
                    </a:lnTo>
                    <a:lnTo>
                      <a:pt x="14" y="670"/>
                    </a:lnTo>
                    <a:lnTo>
                      <a:pt x="26" y="676"/>
                    </a:lnTo>
                    <a:lnTo>
                      <a:pt x="36" y="680"/>
                    </a:lnTo>
                    <a:lnTo>
                      <a:pt x="40" y="680"/>
                    </a:lnTo>
                    <a:lnTo>
                      <a:pt x="42" y="678"/>
                    </a:lnTo>
                    <a:lnTo>
                      <a:pt x="42" y="674"/>
                    </a:lnTo>
                    <a:lnTo>
                      <a:pt x="38" y="670"/>
                    </a:lnTo>
                    <a:lnTo>
                      <a:pt x="36" y="664"/>
                    </a:lnTo>
                    <a:lnTo>
                      <a:pt x="34" y="660"/>
                    </a:lnTo>
                    <a:lnTo>
                      <a:pt x="34" y="654"/>
                    </a:lnTo>
                    <a:lnTo>
                      <a:pt x="36" y="650"/>
                    </a:lnTo>
                    <a:lnTo>
                      <a:pt x="34" y="644"/>
                    </a:lnTo>
                    <a:lnTo>
                      <a:pt x="34" y="636"/>
                    </a:lnTo>
                    <a:lnTo>
                      <a:pt x="38" y="628"/>
                    </a:lnTo>
                    <a:lnTo>
                      <a:pt x="40" y="622"/>
                    </a:lnTo>
                    <a:lnTo>
                      <a:pt x="38" y="616"/>
                    </a:lnTo>
                    <a:lnTo>
                      <a:pt x="38" y="612"/>
                    </a:lnTo>
                    <a:lnTo>
                      <a:pt x="38" y="608"/>
                    </a:lnTo>
                    <a:lnTo>
                      <a:pt x="40" y="606"/>
                    </a:lnTo>
                    <a:lnTo>
                      <a:pt x="42" y="604"/>
                    </a:lnTo>
                    <a:lnTo>
                      <a:pt x="44" y="604"/>
                    </a:lnTo>
                    <a:lnTo>
                      <a:pt x="48" y="602"/>
                    </a:lnTo>
                    <a:lnTo>
                      <a:pt x="50" y="596"/>
                    </a:lnTo>
                    <a:lnTo>
                      <a:pt x="50" y="594"/>
                    </a:lnTo>
                    <a:lnTo>
                      <a:pt x="58" y="534"/>
                    </a:lnTo>
                    <a:lnTo>
                      <a:pt x="56" y="568"/>
                    </a:lnTo>
                    <a:lnTo>
                      <a:pt x="56" y="578"/>
                    </a:lnTo>
                    <a:lnTo>
                      <a:pt x="56" y="586"/>
                    </a:lnTo>
                    <a:lnTo>
                      <a:pt x="60" y="598"/>
                    </a:lnTo>
                    <a:lnTo>
                      <a:pt x="62" y="612"/>
                    </a:lnTo>
                    <a:lnTo>
                      <a:pt x="62" y="644"/>
                    </a:lnTo>
                    <a:lnTo>
                      <a:pt x="64" y="686"/>
                    </a:lnTo>
                    <a:lnTo>
                      <a:pt x="70" y="758"/>
                    </a:lnTo>
                    <a:lnTo>
                      <a:pt x="76" y="832"/>
                    </a:lnTo>
                    <a:lnTo>
                      <a:pt x="78" y="876"/>
                    </a:lnTo>
                    <a:lnTo>
                      <a:pt x="80" y="948"/>
                    </a:lnTo>
                    <a:lnTo>
                      <a:pt x="80" y="990"/>
                    </a:lnTo>
                    <a:lnTo>
                      <a:pt x="76" y="1022"/>
                    </a:lnTo>
                    <a:lnTo>
                      <a:pt x="74" y="1044"/>
                    </a:lnTo>
                    <a:lnTo>
                      <a:pt x="72" y="1068"/>
                    </a:lnTo>
                    <a:lnTo>
                      <a:pt x="74" y="1088"/>
                    </a:lnTo>
                    <a:lnTo>
                      <a:pt x="76" y="1104"/>
                    </a:lnTo>
                    <a:lnTo>
                      <a:pt x="84" y="1124"/>
                    </a:lnTo>
                    <a:lnTo>
                      <a:pt x="86" y="1130"/>
                    </a:lnTo>
                    <a:lnTo>
                      <a:pt x="84" y="1134"/>
                    </a:lnTo>
                    <a:lnTo>
                      <a:pt x="66" y="1150"/>
                    </a:lnTo>
                    <a:lnTo>
                      <a:pt x="56" y="1162"/>
                    </a:lnTo>
                    <a:lnTo>
                      <a:pt x="54" y="1166"/>
                    </a:lnTo>
                    <a:lnTo>
                      <a:pt x="54" y="1170"/>
                    </a:lnTo>
                    <a:lnTo>
                      <a:pt x="56" y="1174"/>
                    </a:lnTo>
                    <a:lnTo>
                      <a:pt x="60" y="1176"/>
                    </a:lnTo>
                    <a:lnTo>
                      <a:pt x="72" y="1180"/>
                    </a:lnTo>
                    <a:lnTo>
                      <a:pt x="86" y="1180"/>
                    </a:lnTo>
                    <a:lnTo>
                      <a:pt x="102" y="1174"/>
                    </a:lnTo>
                    <a:lnTo>
                      <a:pt x="118" y="1168"/>
                    </a:lnTo>
                    <a:lnTo>
                      <a:pt x="134" y="1164"/>
                    </a:lnTo>
                    <a:lnTo>
                      <a:pt x="146" y="1160"/>
                    </a:lnTo>
                    <a:lnTo>
                      <a:pt x="150" y="1158"/>
                    </a:lnTo>
                    <a:lnTo>
                      <a:pt x="152" y="1156"/>
                    </a:lnTo>
                    <a:lnTo>
                      <a:pt x="152" y="1152"/>
                    </a:lnTo>
                    <a:lnTo>
                      <a:pt x="150" y="1146"/>
                    </a:lnTo>
                    <a:lnTo>
                      <a:pt x="148" y="1138"/>
                    </a:lnTo>
                    <a:lnTo>
                      <a:pt x="150" y="1130"/>
                    </a:lnTo>
                    <a:lnTo>
                      <a:pt x="154" y="1116"/>
                    </a:lnTo>
                    <a:lnTo>
                      <a:pt x="156" y="1106"/>
                    </a:lnTo>
                    <a:lnTo>
                      <a:pt x="156" y="1090"/>
                    </a:lnTo>
                    <a:lnTo>
                      <a:pt x="156" y="1052"/>
                    </a:lnTo>
                    <a:lnTo>
                      <a:pt x="156" y="984"/>
                    </a:lnTo>
                    <a:lnTo>
                      <a:pt x="158" y="920"/>
                    </a:lnTo>
                    <a:lnTo>
                      <a:pt x="162" y="886"/>
                    </a:lnTo>
                    <a:lnTo>
                      <a:pt x="164" y="868"/>
                    </a:lnTo>
                    <a:lnTo>
                      <a:pt x="168" y="840"/>
                    </a:lnTo>
                    <a:lnTo>
                      <a:pt x="174" y="772"/>
                    </a:lnTo>
                    <a:lnTo>
                      <a:pt x="178" y="706"/>
                    </a:lnTo>
                    <a:lnTo>
                      <a:pt x="178" y="666"/>
                    </a:lnTo>
                    <a:lnTo>
                      <a:pt x="178" y="624"/>
                    </a:lnTo>
                    <a:lnTo>
                      <a:pt x="182" y="650"/>
                    </a:lnTo>
                    <a:lnTo>
                      <a:pt x="190" y="714"/>
                    </a:lnTo>
                    <a:lnTo>
                      <a:pt x="194" y="756"/>
                    </a:lnTo>
                    <a:lnTo>
                      <a:pt x="196" y="800"/>
                    </a:lnTo>
                    <a:lnTo>
                      <a:pt x="200" y="840"/>
                    </a:lnTo>
                    <a:lnTo>
                      <a:pt x="204" y="878"/>
                    </a:lnTo>
                    <a:lnTo>
                      <a:pt x="206" y="914"/>
                    </a:lnTo>
                    <a:lnTo>
                      <a:pt x="208" y="954"/>
                    </a:lnTo>
                    <a:lnTo>
                      <a:pt x="206" y="1012"/>
                    </a:lnTo>
                    <a:lnTo>
                      <a:pt x="206" y="1040"/>
                    </a:lnTo>
                    <a:lnTo>
                      <a:pt x="206" y="1078"/>
                    </a:lnTo>
                    <a:lnTo>
                      <a:pt x="208" y="1096"/>
                    </a:lnTo>
                    <a:lnTo>
                      <a:pt x="208" y="1112"/>
                    </a:lnTo>
                    <a:lnTo>
                      <a:pt x="212" y="1124"/>
                    </a:lnTo>
                    <a:lnTo>
                      <a:pt x="214" y="1126"/>
                    </a:lnTo>
                    <a:lnTo>
                      <a:pt x="216" y="1128"/>
                    </a:lnTo>
                    <a:lnTo>
                      <a:pt x="218" y="1142"/>
                    </a:lnTo>
                    <a:lnTo>
                      <a:pt x="220" y="1154"/>
                    </a:lnTo>
                    <a:lnTo>
                      <a:pt x="222" y="1162"/>
                    </a:lnTo>
                    <a:lnTo>
                      <a:pt x="226" y="1172"/>
                    </a:lnTo>
                    <a:lnTo>
                      <a:pt x="234" y="1178"/>
                    </a:lnTo>
                    <a:lnTo>
                      <a:pt x="246" y="1184"/>
                    </a:lnTo>
                    <a:lnTo>
                      <a:pt x="252" y="1186"/>
                    </a:lnTo>
                    <a:lnTo>
                      <a:pt x="262" y="1186"/>
                    </a:lnTo>
                    <a:lnTo>
                      <a:pt x="282" y="1182"/>
                    </a:lnTo>
                    <a:lnTo>
                      <a:pt x="290" y="1178"/>
                    </a:lnTo>
                    <a:lnTo>
                      <a:pt x="292" y="1176"/>
                    </a:lnTo>
                    <a:lnTo>
                      <a:pt x="294" y="1174"/>
                    </a:lnTo>
                    <a:lnTo>
                      <a:pt x="292" y="1168"/>
                    </a:lnTo>
                    <a:lnTo>
                      <a:pt x="288" y="1162"/>
                    </a:lnTo>
                    <a:lnTo>
                      <a:pt x="276" y="1148"/>
                    </a:lnTo>
                    <a:lnTo>
                      <a:pt x="274" y="1142"/>
                    </a:lnTo>
                    <a:lnTo>
                      <a:pt x="274" y="1140"/>
                    </a:lnTo>
                    <a:lnTo>
                      <a:pt x="274" y="1138"/>
                    </a:lnTo>
                    <a:lnTo>
                      <a:pt x="280" y="1132"/>
                    </a:lnTo>
                    <a:lnTo>
                      <a:pt x="284" y="1130"/>
                    </a:lnTo>
                    <a:lnTo>
                      <a:pt x="288" y="1128"/>
                    </a:lnTo>
                    <a:lnTo>
                      <a:pt x="288" y="1122"/>
                    </a:lnTo>
                    <a:lnTo>
                      <a:pt x="286" y="936"/>
                    </a:lnTo>
                    <a:lnTo>
                      <a:pt x="288" y="864"/>
                    </a:lnTo>
                    <a:lnTo>
                      <a:pt x="288" y="834"/>
                    </a:lnTo>
                    <a:lnTo>
                      <a:pt x="286" y="810"/>
                    </a:lnTo>
                    <a:lnTo>
                      <a:pt x="286" y="780"/>
                    </a:lnTo>
                    <a:lnTo>
                      <a:pt x="288" y="738"/>
                    </a:lnTo>
                    <a:lnTo>
                      <a:pt x="290" y="660"/>
                    </a:lnTo>
                    <a:lnTo>
                      <a:pt x="290" y="602"/>
                    </a:lnTo>
                    <a:lnTo>
                      <a:pt x="304" y="598"/>
                    </a:lnTo>
                    <a:lnTo>
                      <a:pt x="314" y="590"/>
                    </a:lnTo>
                    <a:lnTo>
                      <a:pt x="322" y="582"/>
                    </a:lnTo>
                    <a:lnTo>
                      <a:pt x="326" y="572"/>
                    </a:lnTo>
                    <a:lnTo>
                      <a:pt x="330" y="564"/>
                    </a:lnTo>
                    <a:lnTo>
                      <a:pt x="330" y="556"/>
                    </a:lnTo>
                    <a:lnTo>
                      <a:pt x="330" y="544"/>
                    </a:lnTo>
                    <a:lnTo>
                      <a:pt x="332" y="536"/>
                    </a:lnTo>
                    <a:lnTo>
                      <a:pt x="334" y="530"/>
                    </a:lnTo>
                    <a:lnTo>
                      <a:pt x="338" y="526"/>
                    </a:lnTo>
                    <a:lnTo>
                      <a:pt x="340" y="526"/>
                    </a:lnTo>
                    <a:lnTo>
                      <a:pt x="344" y="526"/>
                    </a:lnTo>
                    <a:lnTo>
                      <a:pt x="346" y="526"/>
                    </a:lnTo>
                    <a:lnTo>
                      <a:pt x="348" y="524"/>
                    </a:lnTo>
                    <a:lnTo>
                      <a:pt x="352" y="514"/>
                    </a:lnTo>
                    <a:lnTo>
                      <a:pt x="354" y="502"/>
                    </a:lnTo>
                    <a:lnTo>
                      <a:pt x="356" y="492"/>
                    </a:lnTo>
                    <a:lnTo>
                      <a:pt x="358" y="454"/>
                    </a:lnTo>
                    <a:lnTo>
                      <a:pt x="362" y="416"/>
                    </a:lnTo>
                    <a:lnTo>
                      <a:pt x="364" y="396"/>
                    </a:lnTo>
                    <a:lnTo>
                      <a:pt x="362" y="382"/>
                    </a:lnTo>
                    <a:lnTo>
                      <a:pt x="356" y="362"/>
                    </a:lnTo>
                    <a:lnTo>
                      <a:pt x="350" y="33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14" name="Freeform 127"/>
              <p:cNvSpPr>
                <a:spLocks/>
              </p:cNvSpPr>
              <p:nvPr/>
            </p:nvSpPr>
            <p:spPr bwMode="auto">
              <a:xfrm>
                <a:off x="3016156" y="1924561"/>
                <a:ext cx="209678" cy="353852"/>
              </a:xfrm>
              <a:custGeom>
                <a:avLst/>
                <a:gdLst>
                  <a:gd name="T0" fmla="*/ 0 w 102"/>
                  <a:gd name="T1" fmla="*/ 2147483647 h 172"/>
                  <a:gd name="T2" fmla="*/ 0 w 102"/>
                  <a:gd name="T3" fmla="*/ 2147483647 h 172"/>
                  <a:gd name="T4" fmla="*/ 2147483647 w 102"/>
                  <a:gd name="T5" fmla="*/ 2147483647 h 172"/>
                  <a:gd name="T6" fmla="*/ 2147483647 w 102"/>
                  <a:gd name="T7" fmla="*/ 2147483647 h 172"/>
                  <a:gd name="T8" fmla="*/ 2147483647 w 102"/>
                  <a:gd name="T9" fmla="*/ 2147483647 h 172"/>
                  <a:gd name="T10" fmla="*/ 2147483647 w 102"/>
                  <a:gd name="T11" fmla="*/ 2147483647 h 172"/>
                  <a:gd name="T12" fmla="*/ 2147483647 w 102"/>
                  <a:gd name="T13" fmla="*/ 2147483647 h 172"/>
                  <a:gd name="T14" fmla="*/ 2147483647 w 102"/>
                  <a:gd name="T15" fmla="*/ 2147483647 h 172"/>
                  <a:gd name="T16" fmla="*/ 2147483647 w 102"/>
                  <a:gd name="T17" fmla="*/ 2147483647 h 172"/>
                  <a:gd name="T18" fmla="*/ 2147483647 w 102"/>
                  <a:gd name="T19" fmla="*/ 2147483647 h 172"/>
                  <a:gd name="T20" fmla="*/ 2147483647 w 102"/>
                  <a:gd name="T21" fmla="*/ 2147483647 h 172"/>
                  <a:gd name="T22" fmla="*/ 2147483647 w 102"/>
                  <a:gd name="T23" fmla="*/ 2147483647 h 172"/>
                  <a:gd name="T24" fmla="*/ 2147483647 w 102"/>
                  <a:gd name="T25" fmla="*/ 2147483647 h 172"/>
                  <a:gd name="T26" fmla="*/ 2147483647 w 102"/>
                  <a:gd name="T27" fmla="*/ 2147483647 h 172"/>
                  <a:gd name="T28" fmla="*/ 2147483647 w 102"/>
                  <a:gd name="T29" fmla="*/ 2147483647 h 172"/>
                  <a:gd name="T30" fmla="*/ 2147483647 w 102"/>
                  <a:gd name="T31" fmla="*/ 2147483647 h 172"/>
                  <a:gd name="T32" fmla="*/ 2147483647 w 102"/>
                  <a:gd name="T33" fmla="*/ 2147483647 h 172"/>
                  <a:gd name="T34" fmla="*/ 2147483647 w 102"/>
                  <a:gd name="T35" fmla="*/ 2147483647 h 172"/>
                  <a:gd name="T36" fmla="*/ 2147483647 w 102"/>
                  <a:gd name="T37" fmla="*/ 2147483647 h 172"/>
                  <a:gd name="T38" fmla="*/ 2147483647 w 102"/>
                  <a:gd name="T39" fmla="*/ 2147483647 h 172"/>
                  <a:gd name="T40" fmla="*/ 2147483647 w 102"/>
                  <a:gd name="T41" fmla="*/ 2147483647 h 172"/>
                  <a:gd name="T42" fmla="*/ 2147483647 w 102"/>
                  <a:gd name="T43" fmla="*/ 2147483647 h 172"/>
                  <a:gd name="T44" fmla="*/ 2147483647 w 102"/>
                  <a:gd name="T45" fmla="*/ 2147483647 h 172"/>
                  <a:gd name="T46" fmla="*/ 2147483647 w 102"/>
                  <a:gd name="T47" fmla="*/ 2147483647 h 172"/>
                  <a:gd name="T48" fmla="*/ 2147483647 w 102"/>
                  <a:gd name="T49" fmla="*/ 2147483647 h 172"/>
                  <a:gd name="T50" fmla="*/ 2147483647 w 102"/>
                  <a:gd name="T51" fmla="*/ 0 h 172"/>
                  <a:gd name="T52" fmla="*/ 2147483647 w 102"/>
                  <a:gd name="T53" fmla="*/ 0 h 172"/>
                  <a:gd name="T54" fmla="*/ 2147483647 w 102"/>
                  <a:gd name="T55" fmla="*/ 0 h 172"/>
                  <a:gd name="T56" fmla="*/ 2147483647 w 102"/>
                  <a:gd name="T57" fmla="*/ 2147483647 h 172"/>
                  <a:gd name="T58" fmla="*/ 2147483647 w 102"/>
                  <a:gd name="T59" fmla="*/ 2147483647 h 172"/>
                  <a:gd name="T60" fmla="*/ 2147483647 w 102"/>
                  <a:gd name="T61" fmla="*/ 2147483647 h 172"/>
                  <a:gd name="T62" fmla="*/ 2147483647 w 102"/>
                  <a:gd name="T63" fmla="*/ 2147483647 h 172"/>
                  <a:gd name="T64" fmla="*/ 2147483647 w 102"/>
                  <a:gd name="T65" fmla="*/ 2147483647 h 172"/>
                  <a:gd name="T66" fmla="*/ 2147483647 w 102"/>
                  <a:gd name="T67" fmla="*/ 2147483647 h 172"/>
                  <a:gd name="T68" fmla="*/ 2147483647 w 102"/>
                  <a:gd name="T69" fmla="*/ 2147483647 h 172"/>
                  <a:gd name="T70" fmla="*/ 2147483647 w 102"/>
                  <a:gd name="T71" fmla="*/ 2147483647 h 172"/>
                  <a:gd name="T72" fmla="*/ 2147483647 w 102"/>
                  <a:gd name="T73" fmla="*/ 2147483647 h 172"/>
                  <a:gd name="T74" fmla="*/ 2147483647 w 102"/>
                  <a:gd name="T75" fmla="*/ 2147483647 h 172"/>
                  <a:gd name="T76" fmla="*/ 2147483647 w 102"/>
                  <a:gd name="T77" fmla="*/ 2147483647 h 172"/>
                  <a:gd name="T78" fmla="*/ 2147483647 w 102"/>
                  <a:gd name="T79" fmla="*/ 2147483647 h 172"/>
                  <a:gd name="T80" fmla="*/ 2147483647 w 102"/>
                  <a:gd name="T81" fmla="*/ 2147483647 h 172"/>
                  <a:gd name="T82" fmla="*/ 2147483647 w 102"/>
                  <a:gd name="T83" fmla="*/ 2147483647 h 172"/>
                  <a:gd name="T84" fmla="*/ 0 w 102"/>
                  <a:gd name="T85" fmla="*/ 2147483647 h 1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2"/>
                  <a:gd name="T130" fmla="*/ 0 h 172"/>
                  <a:gd name="T131" fmla="*/ 102 w 102"/>
                  <a:gd name="T132" fmla="*/ 172 h 1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2" h="172">
                    <a:moveTo>
                      <a:pt x="0" y="14"/>
                    </a:moveTo>
                    <a:lnTo>
                      <a:pt x="0" y="14"/>
                    </a:lnTo>
                    <a:lnTo>
                      <a:pt x="2" y="22"/>
                    </a:lnTo>
                    <a:lnTo>
                      <a:pt x="4" y="32"/>
                    </a:lnTo>
                    <a:lnTo>
                      <a:pt x="8" y="42"/>
                    </a:lnTo>
                    <a:lnTo>
                      <a:pt x="12" y="66"/>
                    </a:lnTo>
                    <a:lnTo>
                      <a:pt x="18" y="106"/>
                    </a:lnTo>
                    <a:lnTo>
                      <a:pt x="24" y="126"/>
                    </a:lnTo>
                    <a:lnTo>
                      <a:pt x="30" y="146"/>
                    </a:lnTo>
                    <a:lnTo>
                      <a:pt x="38" y="162"/>
                    </a:lnTo>
                    <a:lnTo>
                      <a:pt x="42" y="168"/>
                    </a:lnTo>
                    <a:lnTo>
                      <a:pt x="46" y="172"/>
                    </a:lnTo>
                    <a:lnTo>
                      <a:pt x="64" y="144"/>
                    </a:lnTo>
                    <a:lnTo>
                      <a:pt x="78" y="118"/>
                    </a:lnTo>
                    <a:lnTo>
                      <a:pt x="90" y="94"/>
                    </a:lnTo>
                    <a:lnTo>
                      <a:pt x="98" y="72"/>
                    </a:lnTo>
                    <a:lnTo>
                      <a:pt x="102" y="52"/>
                    </a:lnTo>
                    <a:lnTo>
                      <a:pt x="102" y="34"/>
                    </a:lnTo>
                    <a:lnTo>
                      <a:pt x="100" y="16"/>
                    </a:lnTo>
                    <a:lnTo>
                      <a:pt x="100" y="10"/>
                    </a:lnTo>
                    <a:lnTo>
                      <a:pt x="96" y="6"/>
                    </a:lnTo>
                    <a:lnTo>
                      <a:pt x="90" y="0"/>
                    </a:lnTo>
                    <a:lnTo>
                      <a:pt x="88" y="0"/>
                    </a:lnTo>
                    <a:lnTo>
                      <a:pt x="88" y="2"/>
                    </a:lnTo>
                    <a:lnTo>
                      <a:pt x="86" y="6"/>
                    </a:lnTo>
                    <a:lnTo>
                      <a:pt x="86" y="14"/>
                    </a:lnTo>
                    <a:lnTo>
                      <a:pt x="82" y="20"/>
                    </a:lnTo>
                    <a:lnTo>
                      <a:pt x="74" y="30"/>
                    </a:lnTo>
                    <a:lnTo>
                      <a:pt x="66" y="34"/>
                    </a:lnTo>
                    <a:lnTo>
                      <a:pt x="56" y="38"/>
                    </a:lnTo>
                    <a:lnTo>
                      <a:pt x="44" y="38"/>
                    </a:lnTo>
                    <a:lnTo>
                      <a:pt x="32" y="34"/>
                    </a:lnTo>
                    <a:lnTo>
                      <a:pt x="20" y="26"/>
                    </a:lnTo>
                    <a:lnTo>
                      <a:pt x="12" y="16"/>
                    </a:lnTo>
                    <a:lnTo>
                      <a:pt x="6" y="6"/>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5" name="Freeform 128"/>
              <p:cNvSpPr>
                <a:spLocks/>
              </p:cNvSpPr>
              <p:nvPr/>
            </p:nvSpPr>
            <p:spPr bwMode="auto">
              <a:xfrm>
                <a:off x="3090470" y="2007429"/>
                <a:ext cx="62532" cy="292981"/>
              </a:xfrm>
              <a:custGeom>
                <a:avLst/>
                <a:gdLst>
                  <a:gd name="T0" fmla="*/ 2147483647 w 30"/>
                  <a:gd name="T1" fmla="*/ 2147483647 h 136"/>
                  <a:gd name="T2" fmla="*/ 2147483647 w 30"/>
                  <a:gd name="T3" fmla="*/ 2147483647 h 136"/>
                  <a:gd name="T4" fmla="*/ 2147483647 w 30"/>
                  <a:gd name="T5" fmla="*/ 2147483647 h 136"/>
                  <a:gd name="T6" fmla="*/ 0 w 30"/>
                  <a:gd name="T7" fmla="*/ 2147483647 h 136"/>
                  <a:gd name="T8" fmla="*/ 2147483647 w 30"/>
                  <a:gd name="T9" fmla="*/ 2147483647 h 136"/>
                  <a:gd name="T10" fmla="*/ 2147483647 w 30"/>
                  <a:gd name="T11" fmla="*/ 2147483647 h 136"/>
                  <a:gd name="T12" fmla="*/ 2147483647 w 30"/>
                  <a:gd name="T13" fmla="*/ 2147483647 h 136"/>
                  <a:gd name="T14" fmla="*/ 2147483647 w 30"/>
                  <a:gd name="T15" fmla="*/ 2147483647 h 136"/>
                  <a:gd name="T16" fmla="*/ 2147483647 w 30"/>
                  <a:gd name="T17" fmla="*/ 2147483647 h 136"/>
                  <a:gd name="T18" fmla="*/ 2147483647 w 30"/>
                  <a:gd name="T19" fmla="*/ 2147483647 h 136"/>
                  <a:gd name="T20" fmla="*/ 2147483647 w 30"/>
                  <a:gd name="T21" fmla="*/ 2147483647 h 136"/>
                  <a:gd name="T22" fmla="*/ 2147483647 w 30"/>
                  <a:gd name="T23" fmla="*/ 2147483647 h 136"/>
                  <a:gd name="T24" fmla="*/ 0 w 30"/>
                  <a:gd name="T25" fmla="*/ 2147483647 h 136"/>
                  <a:gd name="T26" fmla="*/ 0 w 30"/>
                  <a:gd name="T27" fmla="*/ 2147483647 h 136"/>
                  <a:gd name="T28" fmla="*/ 0 w 30"/>
                  <a:gd name="T29" fmla="*/ 2147483647 h 136"/>
                  <a:gd name="T30" fmla="*/ 2147483647 w 30"/>
                  <a:gd name="T31" fmla="*/ 2147483647 h 136"/>
                  <a:gd name="T32" fmla="*/ 2147483647 w 30"/>
                  <a:gd name="T33" fmla="*/ 0 h 136"/>
                  <a:gd name="T34" fmla="*/ 2147483647 w 30"/>
                  <a:gd name="T35" fmla="*/ 0 h 136"/>
                  <a:gd name="T36" fmla="*/ 2147483647 w 30"/>
                  <a:gd name="T37" fmla="*/ 2147483647 h 136"/>
                  <a:gd name="T38" fmla="*/ 2147483647 w 30"/>
                  <a:gd name="T39" fmla="*/ 2147483647 h 136"/>
                  <a:gd name="T40" fmla="*/ 2147483647 w 30"/>
                  <a:gd name="T41" fmla="*/ 2147483647 h 136"/>
                  <a:gd name="T42" fmla="*/ 2147483647 w 30"/>
                  <a:gd name="T43" fmla="*/ 2147483647 h 136"/>
                  <a:gd name="T44" fmla="*/ 2147483647 w 30"/>
                  <a:gd name="T45" fmla="*/ 2147483647 h 136"/>
                  <a:gd name="T46" fmla="*/ 2147483647 w 30"/>
                  <a:gd name="T47" fmla="*/ 2147483647 h 136"/>
                  <a:gd name="T48" fmla="*/ 2147483647 w 30"/>
                  <a:gd name="T49" fmla="*/ 2147483647 h 136"/>
                  <a:gd name="T50" fmla="*/ 2147483647 w 30"/>
                  <a:gd name="T51" fmla="*/ 2147483647 h 136"/>
                  <a:gd name="T52" fmla="*/ 2147483647 w 30"/>
                  <a:gd name="T53" fmla="*/ 2147483647 h 136"/>
                  <a:gd name="T54" fmla="*/ 2147483647 w 30"/>
                  <a:gd name="T55" fmla="*/ 2147483647 h 136"/>
                  <a:gd name="T56" fmla="*/ 2147483647 w 30"/>
                  <a:gd name="T57" fmla="*/ 2147483647 h 136"/>
                  <a:gd name="T58" fmla="*/ 2147483647 w 30"/>
                  <a:gd name="T59" fmla="*/ 2147483647 h 136"/>
                  <a:gd name="T60" fmla="*/ 2147483647 w 30"/>
                  <a:gd name="T61" fmla="*/ 2147483647 h 136"/>
                  <a:gd name="T62" fmla="*/ 2147483647 w 30"/>
                  <a:gd name="T63" fmla="*/ 2147483647 h 136"/>
                  <a:gd name="T64" fmla="*/ 2147483647 w 30"/>
                  <a:gd name="T65" fmla="*/ 2147483647 h 136"/>
                  <a:gd name="T66" fmla="*/ 2147483647 w 30"/>
                  <a:gd name="T67" fmla="*/ 2147483647 h 136"/>
                  <a:gd name="T68" fmla="*/ 2147483647 w 30"/>
                  <a:gd name="T69" fmla="*/ 2147483647 h 136"/>
                  <a:gd name="T70" fmla="*/ 2147483647 w 30"/>
                  <a:gd name="T71" fmla="*/ 2147483647 h 136"/>
                  <a:gd name="T72" fmla="*/ 2147483647 w 30"/>
                  <a:gd name="T73" fmla="*/ 2147483647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
                  <a:gd name="T112" fmla="*/ 0 h 136"/>
                  <a:gd name="T113" fmla="*/ 30 w 30"/>
                  <a:gd name="T114" fmla="*/ 136 h 1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 h="136">
                    <a:moveTo>
                      <a:pt x="4" y="134"/>
                    </a:moveTo>
                    <a:lnTo>
                      <a:pt x="4" y="134"/>
                    </a:lnTo>
                    <a:lnTo>
                      <a:pt x="2" y="124"/>
                    </a:lnTo>
                    <a:lnTo>
                      <a:pt x="0" y="104"/>
                    </a:lnTo>
                    <a:lnTo>
                      <a:pt x="2" y="62"/>
                    </a:lnTo>
                    <a:lnTo>
                      <a:pt x="2" y="50"/>
                    </a:lnTo>
                    <a:lnTo>
                      <a:pt x="6" y="40"/>
                    </a:lnTo>
                    <a:lnTo>
                      <a:pt x="10" y="28"/>
                    </a:lnTo>
                    <a:lnTo>
                      <a:pt x="8" y="24"/>
                    </a:lnTo>
                    <a:lnTo>
                      <a:pt x="6" y="18"/>
                    </a:lnTo>
                    <a:lnTo>
                      <a:pt x="0" y="8"/>
                    </a:lnTo>
                    <a:lnTo>
                      <a:pt x="0" y="6"/>
                    </a:lnTo>
                    <a:lnTo>
                      <a:pt x="4" y="2"/>
                    </a:lnTo>
                    <a:lnTo>
                      <a:pt x="14" y="0"/>
                    </a:lnTo>
                    <a:lnTo>
                      <a:pt x="18" y="2"/>
                    </a:lnTo>
                    <a:lnTo>
                      <a:pt x="22" y="4"/>
                    </a:lnTo>
                    <a:lnTo>
                      <a:pt x="26" y="8"/>
                    </a:lnTo>
                    <a:lnTo>
                      <a:pt x="24" y="14"/>
                    </a:lnTo>
                    <a:lnTo>
                      <a:pt x="20" y="20"/>
                    </a:lnTo>
                    <a:lnTo>
                      <a:pt x="20" y="24"/>
                    </a:lnTo>
                    <a:lnTo>
                      <a:pt x="20" y="28"/>
                    </a:lnTo>
                    <a:lnTo>
                      <a:pt x="26" y="66"/>
                    </a:lnTo>
                    <a:lnTo>
                      <a:pt x="30" y="104"/>
                    </a:lnTo>
                    <a:lnTo>
                      <a:pt x="28" y="114"/>
                    </a:lnTo>
                    <a:lnTo>
                      <a:pt x="22" y="126"/>
                    </a:lnTo>
                    <a:lnTo>
                      <a:pt x="18" y="132"/>
                    </a:lnTo>
                    <a:lnTo>
                      <a:pt x="14" y="134"/>
                    </a:lnTo>
                    <a:lnTo>
                      <a:pt x="8" y="136"/>
                    </a:lnTo>
                    <a:lnTo>
                      <a:pt x="4" y="13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grpSp>
      <p:sp>
        <p:nvSpPr>
          <p:cNvPr id="25" name="Rectangle 24"/>
          <p:cNvSpPr/>
          <p:nvPr/>
        </p:nvSpPr>
        <p:spPr>
          <a:xfrm>
            <a:off x="4117324" y="3951533"/>
            <a:ext cx="7270645" cy="156966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ar-SA" sz="3200" b="1" dirty="0"/>
              <a:t>واليوم وعلى الرغم من ثورة المعلومات وانتشار الفضائيات التي يشهدها العالم في كافة المجالات، فإنه لا زال للراديو سحر ورونق خاص</a:t>
            </a:r>
            <a:endParaRPr kumimoji="0" lang="en-US" sz="3200" b="1" i="0" u="none" strike="noStrike" kern="0" cap="none" spc="0" normalizeH="0" baseline="0" noProof="0" dirty="0" smtClean="0">
              <a:ln>
                <a:noFill/>
              </a:ln>
              <a:effectLst/>
              <a:uLnTx/>
              <a:uFillTx/>
              <a:latin typeface="Calibri" panose="020F0502020204030204"/>
            </a:endParaRPr>
          </a:p>
        </p:txBody>
      </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0941882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nodeType="afterEffect">
                                  <p:stCondLst>
                                    <p:cond delay="25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250"/>
                            </p:stCondLst>
                            <p:childTnLst>
                              <p:par>
                                <p:cTn id="13" presetID="10" presetClass="entr" presetSubtype="0" fill="hold" grpId="0"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25"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p:cNvSpPr/>
          <p:nvPr/>
        </p:nvSpPr>
        <p:spPr>
          <a:xfrm>
            <a:off x="1142966" y="359812"/>
            <a:ext cx="10494852" cy="769440"/>
          </a:xfrm>
          <a:prstGeom prst="rect">
            <a:avLst/>
          </a:prstGeom>
        </p:spPr>
        <p:txBody>
          <a:bodyPr wrap="square">
            <a:spAutoFit/>
          </a:bodyPr>
          <a:lstStyle/>
          <a:p>
            <a:pPr algn="r" rtl="1"/>
            <a:r>
              <a:rPr lang="ar-SA" sz="4400" b="1" u="sng" dirty="0"/>
              <a:t>ب- الفوائد والغرض التعليمي</a:t>
            </a:r>
            <a:endParaRPr lang="en-US" sz="4400" u="sng" dirty="0"/>
          </a:p>
        </p:txBody>
      </p:sp>
      <p:grpSp>
        <p:nvGrpSpPr>
          <p:cNvPr id="3" name="Group 47"/>
          <p:cNvGrpSpPr/>
          <p:nvPr/>
        </p:nvGrpSpPr>
        <p:grpSpPr>
          <a:xfrm>
            <a:off x="1339702" y="1652422"/>
            <a:ext cx="4775123" cy="4197148"/>
            <a:chOff x="-1469502" y="1000114"/>
            <a:chExt cx="3581342" cy="3147861"/>
          </a:xfrm>
        </p:grpSpPr>
        <p:sp>
          <p:nvSpPr>
            <p:cNvPr id="33" name="Rectangle 32"/>
            <p:cNvSpPr/>
            <p:nvPr/>
          </p:nvSpPr>
          <p:spPr>
            <a:xfrm>
              <a:off x="-1469502" y="2786064"/>
              <a:ext cx="3581342" cy="1361911"/>
            </a:xfrm>
            <a:prstGeom prst="rect">
              <a:avLst/>
            </a:prstGeom>
          </p:spPr>
          <p:txBody>
            <a:bodyPr wrap="square">
              <a:spAutoFit/>
            </a:bodyPr>
            <a:lstStyle/>
            <a:p>
              <a:pPr algn="ctr" fontAlgn="auto">
                <a:spcBef>
                  <a:spcPts val="0"/>
                </a:spcBef>
                <a:spcAft>
                  <a:spcPts val="0"/>
                </a:spcAft>
              </a:pPr>
              <a:r>
                <a:rPr lang="ar-SA" sz="2800" b="1" dirty="0"/>
                <a:t> يؤدي زيادة المعلومات عن طريق الراديو والتليفزيون وخاصة عندما يتم دمج ذلك في تدريس الفصول إلى تحسين نوعية التدريس من حيث الكيف.</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5" name="Rectangle 34"/>
            <p:cNvSpPr/>
            <p:nvPr/>
          </p:nvSpPr>
          <p:spPr>
            <a:xfrm>
              <a:off x="-249206" y="1000114"/>
              <a:ext cx="570374" cy="1546577"/>
            </a:xfrm>
            <a:prstGeom prst="rect">
              <a:avLst/>
            </a:prstGeom>
          </p:spPr>
          <p:txBody>
            <a:bodyPr wrap="square">
              <a:spAutoFit/>
            </a:bodyPr>
            <a:lstStyle/>
            <a:p>
              <a:pPr algn="ctr" fontAlgn="auto">
                <a:spcBef>
                  <a:spcPts val="0"/>
                </a:spcBef>
                <a:spcAft>
                  <a:spcPts val="0"/>
                </a:spcAft>
              </a:pPr>
              <a:r>
                <a:rPr lang="en-US" sz="12800" dirty="0">
                  <a:solidFill>
                    <a:srgbClr val="3FD5BA"/>
                  </a:solidFill>
                  <a:latin typeface="Open Sans Light" pitchFamily="34" charset="0"/>
                  <a:ea typeface="Open Sans Light" pitchFamily="34" charset="0"/>
                  <a:cs typeface="Open Sans Light" pitchFamily="34" charset="0"/>
                </a:rPr>
                <a:t>1</a:t>
              </a:r>
            </a:p>
          </p:txBody>
        </p:sp>
      </p:grpSp>
      <p:grpSp>
        <p:nvGrpSpPr>
          <p:cNvPr id="4" name="Group 48"/>
          <p:cNvGrpSpPr/>
          <p:nvPr/>
        </p:nvGrpSpPr>
        <p:grpSpPr>
          <a:xfrm>
            <a:off x="6714023" y="1652422"/>
            <a:ext cx="3293169" cy="3766261"/>
            <a:chOff x="2490612" y="1000114"/>
            <a:chExt cx="2469876" cy="2824696"/>
          </a:xfrm>
        </p:grpSpPr>
        <p:sp>
          <p:nvSpPr>
            <p:cNvPr id="39" name="Rectangle 38"/>
            <p:cNvSpPr/>
            <p:nvPr/>
          </p:nvSpPr>
          <p:spPr>
            <a:xfrm>
              <a:off x="2490612" y="2786064"/>
              <a:ext cx="2469876" cy="1038746"/>
            </a:xfrm>
            <a:prstGeom prst="rect">
              <a:avLst/>
            </a:prstGeom>
          </p:spPr>
          <p:txBody>
            <a:bodyPr wrap="square">
              <a:spAutoFit/>
            </a:bodyPr>
            <a:lstStyle/>
            <a:p>
              <a:pPr algn="ctr" fontAlgn="auto">
                <a:spcBef>
                  <a:spcPts val="0"/>
                </a:spcBef>
                <a:spcAft>
                  <a:spcPts val="0"/>
                </a:spcAft>
              </a:pPr>
              <a:r>
                <a:rPr lang="ar-SA" sz="2800" b="1" dirty="0"/>
                <a:t> يساعد استخدام الراديو في التعليم في التقليل من حدة النقص في النظام التعليمي</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1" name="Rectangle 40"/>
            <p:cNvSpPr/>
            <p:nvPr/>
          </p:nvSpPr>
          <p:spPr>
            <a:xfrm>
              <a:off x="3356424" y="1000114"/>
              <a:ext cx="570374" cy="1546577"/>
            </a:xfrm>
            <a:prstGeom prst="rect">
              <a:avLst/>
            </a:prstGeom>
          </p:spPr>
          <p:txBody>
            <a:bodyPr wrap="square">
              <a:spAutoFit/>
            </a:bodyPr>
            <a:lstStyle/>
            <a:p>
              <a:pPr algn="ctr" fontAlgn="auto">
                <a:spcBef>
                  <a:spcPts val="0"/>
                </a:spcBef>
                <a:spcAft>
                  <a:spcPts val="0"/>
                </a:spcAft>
              </a:pPr>
              <a:r>
                <a:rPr lang="en-US" sz="12800" dirty="0">
                  <a:solidFill>
                    <a:srgbClr val="F8D35E"/>
                  </a:solidFill>
                  <a:latin typeface="Open Sans Light" pitchFamily="34" charset="0"/>
                  <a:ea typeface="Open Sans Light" pitchFamily="34" charset="0"/>
                  <a:cs typeface="Open Sans Light" pitchFamily="34" charset="0"/>
                </a:rPr>
                <a:t>2</a:t>
              </a:r>
            </a:p>
          </p:txBody>
        </p:sp>
      </p:grpSp>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9816639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slide(fromTop)">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7"/>
          <p:cNvGrpSpPr/>
          <p:nvPr/>
        </p:nvGrpSpPr>
        <p:grpSpPr>
          <a:xfrm>
            <a:off x="581891" y="1462289"/>
            <a:ext cx="3688623" cy="4243315"/>
            <a:chOff x="-654627" y="1000114"/>
            <a:chExt cx="2766467" cy="3182486"/>
          </a:xfrm>
        </p:grpSpPr>
        <p:sp>
          <p:nvSpPr>
            <p:cNvPr id="33" name="Rectangle 32"/>
            <p:cNvSpPr/>
            <p:nvPr/>
          </p:nvSpPr>
          <p:spPr>
            <a:xfrm>
              <a:off x="-654627" y="3143854"/>
              <a:ext cx="2766467" cy="1038746"/>
            </a:xfrm>
            <a:prstGeom prst="rect">
              <a:avLst/>
            </a:prstGeom>
          </p:spPr>
          <p:txBody>
            <a:bodyPr wrap="square">
              <a:spAutoFit/>
            </a:bodyPr>
            <a:lstStyle/>
            <a:p>
              <a:pPr algn="ctr" fontAlgn="auto">
                <a:spcBef>
                  <a:spcPts val="0"/>
                </a:spcBef>
                <a:spcAft>
                  <a:spcPts val="0"/>
                </a:spcAft>
              </a:pPr>
              <a:r>
                <a:rPr lang="ar-SA" sz="2800" b="1" dirty="0"/>
                <a:t> تساعد الإذاعة في إيصال الفرص التعليمية للأفراد حتى بيوتهم</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5" name="Rectangle 34"/>
            <p:cNvSpPr/>
            <p:nvPr/>
          </p:nvSpPr>
          <p:spPr>
            <a:xfrm>
              <a:off x="611642" y="1000114"/>
              <a:ext cx="570374" cy="1546577"/>
            </a:xfrm>
            <a:prstGeom prst="rect">
              <a:avLst/>
            </a:prstGeom>
          </p:spPr>
          <p:txBody>
            <a:bodyPr wrap="square">
              <a:spAutoFit/>
            </a:bodyPr>
            <a:lstStyle/>
            <a:p>
              <a:pPr algn="ctr" fontAlgn="auto">
                <a:spcBef>
                  <a:spcPts val="0"/>
                </a:spcBef>
                <a:spcAft>
                  <a:spcPts val="0"/>
                </a:spcAft>
              </a:pPr>
              <a:r>
                <a:rPr lang="el-GR" sz="12800" dirty="0" smtClean="0">
                  <a:solidFill>
                    <a:srgbClr val="3FD5BA"/>
                  </a:solidFill>
                  <a:latin typeface="Open Sans Light" pitchFamily="34" charset="0"/>
                  <a:ea typeface="Open Sans Light" pitchFamily="34" charset="0"/>
                  <a:cs typeface="Open Sans Light" pitchFamily="34" charset="0"/>
                </a:rPr>
                <a:t>3</a:t>
              </a:r>
              <a:endParaRPr lang="en-US" sz="12800" dirty="0">
                <a:solidFill>
                  <a:srgbClr val="3FD5BA"/>
                </a:solidFill>
                <a:latin typeface="Open Sans Light" pitchFamily="34" charset="0"/>
                <a:ea typeface="Open Sans Light" pitchFamily="34" charset="0"/>
                <a:cs typeface="Open Sans Light" pitchFamily="34" charset="0"/>
              </a:endParaRPr>
            </a:p>
          </p:txBody>
        </p:sp>
      </p:grpSp>
      <p:grpSp>
        <p:nvGrpSpPr>
          <p:cNvPr id="4" name="Group 48"/>
          <p:cNvGrpSpPr/>
          <p:nvPr/>
        </p:nvGrpSpPr>
        <p:grpSpPr>
          <a:xfrm>
            <a:off x="4363291" y="1462289"/>
            <a:ext cx="3321677" cy="4574989"/>
            <a:chOff x="2110796" y="1000114"/>
            <a:chExt cx="2491257" cy="3431241"/>
          </a:xfrm>
        </p:grpSpPr>
        <p:sp>
          <p:nvSpPr>
            <p:cNvPr id="39" name="Rectangle 38"/>
            <p:cNvSpPr/>
            <p:nvPr/>
          </p:nvSpPr>
          <p:spPr>
            <a:xfrm>
              <a:off x="2110796" y="3069444"/>
              <a:ext cx="2491257" cy="1361911"/>
            </a:xfrm>
            <a:prstGeom prst="rect">
              <a:avLst/>
            </a:prstGeom>
          </p:spPr>
          <p:txBody>
            <a:bodyPr wrap="square">
              <a:spAutoFit/>
            </a:bodyPr>
            <a:lstStyle/>
            <a:p>
              <a:pPr algn="ctr" fontAlgn="auto">
                <a:spcBef>
                  <a:spcPts val="0"/>
                </a:spcBef>
                <a:spcAft>
                  <a:spcPts val="0"/>
                </a:spcAft>
              </a:pPr>
              <a:r>
                <a:rPr lang="ar-SA" sz="2800" b="1" dirty="0"/>
                <a:t>الإذاعة المنمية التي يقصد بها أن تحمل التعليم لجماعات لم يكن بها مدارس إطلاقاً</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1" name="Rectangle 40"/>
            <p:cNvSpPr/>
            <p:nvPr/>
          </p:nvSpPr>
          <p:spPr>
            <a:xfrm>
              <a:off x="2786050" y="1000114"/>
              <a:ext cx="570374" cy="1546577"/>
            </a:xfrm>
            <a:prstGeom prst="rect">
              <a:avLst/>
            </a:prstGeom>
          </p:spPr>
          <p:txBody>
            <a:bodyPr wrap="square">
              <a:spAutoFit/>
            </a:bodyPr>
            <a:lstStyle/>
            <a:p>
              <a:pPr algn="ctr" fontAlgn="auto">
                <a:spcBef>
                  <a:spcPts val="0"/>
                </a:spcBef>
                <a:spcAft>
                  <a:spcPts val="0"/>
                </a:spcAft>
              </a:pPr>
              <a:r>
                <a:rPr lang="el-GR" sz="12800" dirty="0" smtClean="0">
                  <a:solidFill>
                    <a:srgbClr val="F8D35E"/>
                  </a:solidFill>
                  <a:latin typeface="Open Sans Light" pitchFamily="34" charset="0"/>
                  <a:ea typeface="Open Sans Light" pitchFamily="34" charset="0"/>
                  <a:cs typeface="Open Sans Light" pitchFamily="34" charset="0"/>
                </a:rPr>
                <a:t>4</a:t>
              </a:r>
              <a:endParaRPr lang="en-US" sz="12800" dirty="0">
                <a:solidFill>
                  <a:srgbClr val="F8D35E"/>
                </a:solidFill>
                <a:latin typeface="Open Sans Light" pitchFamily="34" charset="0"/>
                <a:ea typeface="Open Sans Light" pitchFamily="34" charset="0"/>
                <a:cs typeface="Open Sans Light" pitchFamily="34" charset="0"/>
              </a:endParaRPr>
            </a:p>
          </p:txBody>
        </p:sp>
      </p:grpSp>
      <p:grpSp>
        <p:nvGrpSpPr>
          <p:cNvPr id="5" name="Group 49"/>
          <p:cNvGrpSpPr/>
          <p:nvPr/>
        </p:nvGrpSpPr>
        <p:grpSpPr>
          <a:xfrm>
            <a:off x="8467741" y="1462289"/>
            <a:ext cx="3075707" cy="4574989"/>
            <a:chOff x="4606447" y="1000114"/>
            <a:chExt cx="2306780" cy="3431241"/>
          </a:xfrm>
        </p:grpSpPr>
        <p:sp>
          <p:nvSpPr>
            <p:cNvPr id="42" name="Rectangle 41"/>
            <p:cNvSpPr/>
            <p:nvPr/>
          </p:nvSpPr>
          <p:spPr>
            <a:xfrm>
              <a:off x="4606447" y="3069444"/>
              <a:ext cx="2306780" cy="1361911"/>
            </a:xfrm>
            <a:prstGeom prst="rect">
              <a:avLst/>
            </a:prstGeom>
          </p:spPr>
          <p:txBody>
            <a:bodyPr wrap="square">
              <a:spAutoFit/>
            </a:bodyPr>
            <a:lstStyle/>
            <a:p>
              <a:pPr algn="ctr" fontAlgn="auto">
                <a:spcBef>
                  <a:spcPts val="0"/>
                </a:spcBef>
                <a:spcAft>
                  <a:spcPts val="0"/>
                </a:spcAft>
              </a:pPr>
              <a:r>
                <a:rPr lang="en-US" sz="2800" b="1" dirty="0"/>
                <a:t> </a:t>
              </a:r>
              <a:r>
                <a:rPr lang="ar-SA" sz="2800" b="1" dirty="0"/>
                <a:t>بتقديم بعض المواد الدراسية عند طريق البرامج الإذاعية المدرسية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4" name="Rectangle 43"/>
            <p:cNvSpPr/>
            <p:nvPr/>
          </p:nvSpPr>
          <p:spPr>
            <a:xfrm>
              <a:off x="5000628" y="1000114"/>
              <a:ext cx="570374" cy="1546577"/>
            </a:xfrm>
            <a:prstGeom prst="rect">
              <a:avLst/>
            </a:prstGeom>
          </p:spPr>
          <p:txBody>
            <a:bodyPr wrap="square">
              <a:spAutoFit/>
            </a:bodyPr>
            <a:lstStyle/>
            <a:p>
              <a:pPr algn="ctr" fontAlgn="auto">
                <a:spcBef>
                  <a:spcPts val="0"/>
                </a:spcBef>
                <a:spcAft>
                  <a:spcPts val="0"/>
                </a:spcAft>
              </a:pPr>
              <a:r>
                <a:rPr lang="el-GR" sz="12800" dirty="0" smtClean="0">
                  <a:solidFill>
                    <a:srgbClr val="7CC8EC"/>
                  </a:solidFill>
                  <a:latin typeface="Open Sans Light" pitchFamily="34" charset="0"/>
                  <a:ea typeface="Open Sans Light" pitchFamily="34" charset="0"/>
                  <a:cs typeface="Open Sans Light" pitchFamily="34" charset="0"/>
                </a:rPr>
                <a:t>5</a:t>
              </a:r>
              <a:endParaRPr lang="en-US" sz="12800" dirty="0">
                <a:solidFill>
                  <a:srgbClr val="7CC8EC"/>
                </a:solidFill>
                <a:latin typeface="Open Sans Light" pitchFamily="34" charset="0"/>
                <a:ea typeface="Open Sans Light" pitchFamily="34" charset="0"/>
                <a:cs typeface="Open Sans Light" pitchFamily="34" charset="0"/>
              </a:endParaRPr>
            </a:p>
          </p:txBody>
        </p:sp>
      </p:grpSp>
      <p:sp>
        <p:nvSpPr>
          <p:cNvPr id="18" name="Rectangle 17"/>
          <p:cNvSpPr/>
          <p:nvPr/>
        </p:nvSpPr>
        <p:spPr>
          <a:xfrm>
            <a:off x="1142966" y="359812"/>
            <a:ext cx="10494852" cy="769440"/>
          </a:xfrm>
          <a:prstGeom prst="rect">
            <a:avLst/>
          </a:prstGeom>
        </p:spPr>
        <p:txBody>
          <a:bodyPr wrap="square">
            <a:spAutoFit/>
          </a:bodyPr>
          <a:lstStyle/>
          <a:p>
            <a:pPr algn="r" rtl="1"/>
            <a:r>
              <a:rPr lang="ar-SA" sz="4400" b="1" u="sng" dirty="0"/>
              <a:t>ب- الفوائد والغرض التعليمي</a:t>
            </a:r>
            <a:endParaRPr lang="en-US" sz="4400" u="sng" dirty="0"/>
          </a:p>
        </p:txBody>
      </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31038576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slide(fromTop)">
                                      <p:cBhvr>
                                        <p:cTn id="11" dur="500"/>
                                        <p:tgtEl>
                                          <p:spTgt spid="4"/>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slide(fromTop)">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p:cNvSpPr/>
          <p:nvPr/>
        </p:nvSpPr>
        <p:spPr>
          <a:xfrm>
            <a:off x="1142966" y="359812"/>
            <a:ext cx="10494852" cy="769440"/>
          </a:xfrm>
          <a:prstGeom prst="rect">
            <a:avLst/>
          </a:prstGeom>
        </p:spPr>
        <p:txBody>
          <a:bodyPr wrap="square">
            <a:spAutoFit/>
          </a:bodyPr>
          <a:lstStyle/>
          <a:p>
            <a:pPr algn="r" rtl="1"/>
            <a:r>
              <a:rPr lang="ar-SA" sz="4400" b="1" u="sng" dirty="0"/>
              <a:t>ب- الفوائد والغرض التعليمي</a:t>
            </a:r>
            <a:endParaRPr lang="en-US" sz="4400" u="sng" dirty="0"/>
          </a:p>
        </p:txBody>
      </p:sp>
      <p:grpSp>
        <p:nvGrpSpPr>
          <p:cNvPr id="3" name="Group 47"/>
          <p:cNvGrpSpPr/>
          <p:nvPr/>
        </p:nvGrpSpPr>
        <p:grpSpPr>
          <a:xfrm>
            <a:off x="1142966" y="1652422"/>
            <a:ext cx="4775123" cy="3766262"/>
            <a:chOff x="-1617054" y="1000114"/>
            <a:chExt cx="3581342" cy="2824696"/>
          </a:xfrm>
        </p:grpSpPr>
        <p:sp>
          <p:nvSpPr>
            <p:cNvPr id="33" name="Rectangle 32"/>
            <p:cNvSpPr/>
            <p:nvPr/>
          </p:nvSpPr>
          <p:spPr>
            <a:xfrm>
              <a:off x="-1617054" y="2786064"/>
              <a:ext cx="3581342" cy="1038746"/>
            </a:xfrm>
            <a:prstGeom prst="rect">
              <a:avLst/>
            </a:prstGeom>
          </p:spPr>
          <p:txBody>
            <a:bodyPr wrap="square">
              <a:spAutoFit/>
            </a:bodyPr>
            <a:lstStyle/>
            <a:p>
              <a:pPr algn="ctr" fontAlgn="auto">
                <a:spcBef>
                  <a:spcPts val="0"/>
                </a:spcBef>
                <a:spcAft>
                  <a:spcPts val="0"/>
                </a:spcAft>
              </a:pPr>
              <a:r>
                <a:rPr lang="ar-SA" sz="2800" b="1" dirty="0"/>
                <a:t>توفير وإتاحة برامج "الإثراء" وهي البرامج التعليمية المنهجية التي توجه إلى الطالب في منزله</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5" name="Rectangle 34"/>
            <p:cNvSpPr/>
            <p:nvPr/>
          </p:nvSpPr>
          <p:spPr>
            <a:xfrm>
              <a:off x="-249206" y="1000114"/>
              <a:ext cx="570374" cy="1546577"/>
            </a:xfrm>
            <a:prstGeom prst="rect">
              <a:avLst/>
            </a:prstGeom>
          </p:spPr>
          <p:txBody>
            <a:bodyPr wrap="square">
              <a:spAutoFit/>
            </a:bodyPr>
            <a:lstStyle/>
            <a:p>
              <a:pPr algn="ctr" fontAlgn="auto">
                <a:spcBef>
                  <a:spcPts val="0"/>
                </a:spcBef>
                <a:spcAft>
                  <a:spcPts val="0"/>
                </a:spcAft>
              </a:pPr>
              <a:r>
                <a:rPr lang="el-GR" sz="12800" dirty="0" smtClean="0">
                  <a:solidFill>
                    <a:srgbClr val="3FD5BA"/>
                  </a:solidFill>
                  <a:latin typeface="Open Sans Light" pitchFamily="34" charset="0"/>
                  <a:ea typeface="Open Sans Light" pitchFamily="34" charset="0"/>
                  <a:cs typeface="Open Sans Light" pitchFamily="34" charset="0"/>
                </a:rPr>
                <a:t>6</a:t>
              </a:r>
              <a:endParaRPr lang="en-US" sz="12800" dirty="0">
                <a:solidFill>
                  <a:srgbClr val="3FD5BA"/>
                </a:solidFill>
                <a:latin typeface="Open Sans Light" pitchFamily="34" charset="0"/>
                <a:ea typeface="Open Sans Light" pitchFamily="34" charset="0"/>
                <a:cs typeface="Open Sans Light" pitchFamily="34" charset="0"/>
              </a:endParaRPr>
            </a:p>
          </p:txBody>
        </p:sp>
      </p:grpSp>
      <p:grpSp>
        <p:nvGrpSpPr>
          <p:cNvPr id="4" name="Group 48"/>
          <p:cNvGrpSpPr/>
          <p:nvPr/>
        </p:nvGrpSpPr>
        <p:grpSpPr>
          <a:xfrm>
            <a:off x="6534550" y="1652422"/>
            <a:ext cx="4089103" cy="3766261"/>
            <a:chOff x="2356007" y="1000114"/>
            <a:chExt cx="3066826" cy="2824696"/>
          </a:xfrm>
        </p:grpSpPr>
        <p:sp>
          <p:nvSpPr>
            <p:cNvPr id="39" name="Rectangle 38"/>
            <p:cNvSpPr/>
            <p:nvPr/>
          </p:nvSpPr>
          <p:spPr>
            <a:xfrm>
              <a:off x="2356007" y="2786064"/>
              <a:ext cx="3066826" cy="1038746"/>
            </a:xfrm>
            <a:prstGeom prst="rect">
              <a:avLst/>
            </a:prstGeom>
          </p:spPr>
          <p:txBody>
            <a:bodyPr wrap="square">
              <a:spAutoFit/>
            </a:bodyPr>
            <a:lstStyle/>
            <a:p>
              <a:pPr algn="ctr" fontAlgn="auto">
                <a:spcBef>
                  <a:spcPts val="0"/>
                </a:spcBef>
                <a:spcAft>
                  <a:spcPts val="0"/>
                </a:spcAft>
              </a:pPr>
              <a:r>
                <a:rPr lang="ar-SA" sz="2800" b="1" dirty="0"/>
                <a:t>يعمل الراديو التعليمي على تدعيم الخبرة التعليمية للمعلمين من خلال توفير برامج تدريب للمعلمين</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1" name="Rectangle 40"/>
            <p:cNvSpPr/>
            <p:nvPr/>
          </p:nvSpPr>
          <p:spPr>
            <a:xfrm>
              <a:off x="3356424" y="1000114"/>
              <a:ext cx="570374" cy="1546577"/>
            </a:xfrm>
            <a:prstGeom prst="rect">
              <a:avLst/>
            </a:prstGeom>
          </p:spPr>
          <p:txBody>
            <a:bodyPr wrap="square">
              <a:spAutoFit/>
            </a:bodyPr>
            <a:lstStyle/>
            <a:p>
              <a:pPr algn="ctr" fontAlgn="auto">
                <a:spcBef>
                  <a:spcPts val="0"/>
                </a:spcBef>
                <a:spcAft>
                  <a:spcPts val="0"/>
                </a:spcAft>
              </a:pPr>
              <a:r>
                <a:rPr lang="el-GR" sz="12800" dirty="0" smtClean="0">
                  <a:solidFill>
                    <a:srgbClr val="F8D35E"/>
                  </a:solidFill>
                  <a:latin typeface="Open Sans Light" pitchFamily="34" charset="0"/>
                  <a:ea typeface="Open Sans Light" pitchFamily="34" charset="0"/>
                  <a:cs typeface="Open Sans Light" pitchFamily="34" charset="0"/>
                </a:rPr>
                <a:t>7</a:t>
              </a:r>
              <a:endParaRPr lang="en-US" sz="12800" dirty="0">
                <a:solidFill>
                  <a:srgbClr val="F8D35E"/>
                </a:solidFill>
                <a:latin typeface="Open Sans Light" pitchFamily="34" charset="0"/>
                <a:ea typeface="Open Sans Light" pitchFamily="34" charset="0"/>
                <a:cs typeface="Open Sans Light" pitchFamily="34" charset="0"/>
              </a:endParaRPr>
            </a:p>
          </p:txBody>
        </p:sp>
      </p:grpSp>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6922422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slide(fromTop)">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p:cNvSpPr/>
          <p:nvPr/>
        </p:nvSpPr>
        <p:spPr>
          <a:xfrm>
            <a:off x="1142966" y="190502"/>
            <a:ext cx="9906069" cy="769441"/>
          </a:xfrm>
          <a:prstGeom prst="rect">
            <a:avLst/>
          </a:prstGeom>
        </p:spPr>
        <p:txBody>
          <a:bodyPr wrap="square">
            <a:spAutoFit/>
          </a:bodyPr>
          <a:lstStyle/>
          <a:p>
            <a:pPr algn="r" rtl="1"/>
            <a:r>
              <a:rPr lang="ar-SA" sz="4400" b="1" u="sng" dirty="0"/>
              <a:t>ج- تأثيره على التعليم</a:t>
            </a:r>
            <a:endParaRPr lang="en-US" sz="4400" u="sng" dirty="0"/>
          </a:p>
        </p:txBody>
      </p:sp>
      <p:grpSp>
        <p:nvGrpSpPr>
          <p:cNvPr id="3" name="Group 107"/>
          <p:cNvGrpSpPr/>
          <p:nvPr/>
        </p:nvGrpSpPr>
        <p:grpSpPr>
          <a:xfrm>
            <a:off x="5230498" y="1955926"/>
            <a:ext cx="6103811" cy="3843500"/>
            <a:chOff x="4208484" y="1798598"/>
            <a:chExt cx="4577858" cy="2882625"/>
          </a:xfrm>
        </p:grpSpPr>
        <p:sp>
          <p:nvSpPr>
            <p:cNvPr id="15" name="Rectangle 14"/>
            <p:cNvSpPr/>
            <p:nvPr/>
          </p:nvSpPr>
          <p:spPr>
            <a:xfrm>
              <a:off x="7410769" y="1798598"/>
              <a:ext cx="1161617" cy="577081"/>
            </a:xfrm>
            <a:prstGeom prst="rect">
              <a:avLst/>
            </a:prstGeom>
          </p:spPr>
          <p:txBody>
            <a:bodyPr wrap="none">
              <a:spAutoFit/>
            </a:bodyPr>
            <a:lstStyle/>
            <a:p>
              <a:pPr algn="r" fontAlgn="auto">
                <a:spcBef>
                  <a:spcPts val="0"/>
                </a:spcBef>
                <a:spcAft>
                  <a:spcPts val="0"/>
                </a:spcAft>
              </a:pPr>
              <a:r>
                <a:rPr lang="ar-SA" sz="4400" b="1" dirty="0">
                  <a:solidFill>
                    <a:schemeClr val="accent4"/>
                  </a:solidFill>
                </a:rPr>
                <a:t>نستطيع</a:t>
              </a:r>
              <a:endParaRPr lang="en-US" sz="4400" b="1" dirty="0">
                <a:solidFill>
                  <a:schemeClr val="accent4"/>
                </a:solidFill>
                <a:latin typeface="Open Sans" pitchFamily="34" charset="0"/>
                <a:ea typeface="Open Sans" pitchFamily="34" charset="0"/>
                <a:cs typeface="Open Sans" pitchFamily="34" charset="0"/>
              </a:endParaRPr>
            </a:p>
          </p:txBody>
        </p:sp>
        <p:sp>
          <p:nvSpPr>
            <p:cNvPr id="16" name="Rectangle 15"/>
            <p:cNvSpPr/>
            <p:nvPr/>
          </p:nvSpPr>
          <p:spPr>
            <a:xfrm>
              <a:off x="4208484" y="2349816"/>
              <a:ext cx="4577858" cy="2331407"/>
            </a:xfrm>
            <a:prstGeom prst="rect">
              <a:avLst/>
            </a:prstGeom>
          </p:spPr>
          <p:txBody>
            <a:bodyPr wrap="square">
              <a:spAutoFit/>
            </a:bodyPr>
            <a:lstStyle/>
            <a:p>
              <a:pPr algn="ctr" rtl="1"/>
              <a:r>
                <a:rPr lang="ar-SA" sz="2800" b="1" dirty="0" smtClean="0"/>
                <a:t>أن </a:t>
              </a:r>
              <a:r>
                <a:rPr lang="ar-SA" sz="2800" b="1" dirty="0"/>
                <a:t>نلمس تأثيرها على التعليم من خلال دورها الفاعل في تعليم اللغات على اختلاف أنواعها، وكذلك التعاليم الدينية والقيم، وفي المواد الوطنية والاجتماعية والعلوم والموسيقى، بالإضافة إلى ذلك فإنها تساهم بشكل فعال في برامج محو الأمية، فهي لا تتطلب إجادة القراءة والكتابة مما يجعلها وسيلة تعليم سهلة للكبار والأميين</a:t>
              </a:r>
              <a:endParaRPr lang="en-US" sz="2800" b="1" dirty="0"/>
            </a:p>
          </p:txBody>
        </p:sp>
      </p:grpSp>
      <p:grpSp>
        <p:nvGrpSpPr>
          <p:cNvPr id="4" name="Group 98"/>
          <p:cNvGrpSpPr/>
          <p:nvPr/>
        </p:nvGrpSpPr>
        <p:grpSpPr>
          <a:xfrm>
            <a:off x="571461" y="1809739"/>
            <a:ext cx="4042235" cy="4042235"/>
            <a:chOff x="428596" y="1357304"/>
            <a:chExt cx="3031676" cy="3031676"/>
          </a:xfrm>
        </p:grpSpPr>
        <p:sp>
          <p:nvSpPr>
            <p:cNvPr id="8" name="Oval 7"/>
            <p:cNvSpPr/>
            <p:nvPr/>
          </p:nvSpPr>
          <p:spPr>
            <a:xfrm>
              <a:off x="428596" y="1357304"/>
              <a:ext cx="3031676" cy="303167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928662" y="1714494"/>
              <a:ext cx="686726" cy="276999"/>
            </a:xfrm>
            <a:prstGeom prst="rect">
              <a:avLst/>
            </a:prstGeom>
          </p:spPr>
          <p:txBody>
            <a:bodyPr wrap="none">
              <a:spAutoFit/>
            </a:bodyPr>
            <a:lstStyle/>
            <a:p>
              <a:pPr fontAlgn="auto">
                <a:spcBef>
                  <a:spcPts val="0"/>
                </a:spcBef>
                <a:spcAft>
                  <a:spcPts val="0"/>
                </a:spcAft>
              </a:pPr>
              <a:r>
                <a:rPr lang="en-US" b="1" dirty="0" smtClean="0">
                  <a:solidFill>
                    <a:prstClr val="white">
                      <a:lumMod val="65000"/>
                    </a:prstClr>
                  </a:solidFill>
                  <a:latin typeface="Open Sans" pitchFamily="34" charset="0"/>
                  <a:ea typeface="Open Sans" pitchFamily="34" charset="0"/>
                  <a:cs typeface="Open Sans" pitchFamily="34" charset="0"/>
                </a:rPr>
                <a:t>Idea..?</a:t>
              </a:r>
              <a:endParaRPr lang="en-US" b="1" dirty="0">
                <a:solidFill>
                  <a:prstClr val="white">
                    <a:lumMod val="65000"/>
                  </a:prstClr>
                </a:solidFill>
                <a:latin typeface="Open Sans" pitchFamily="34" charset="0"/>
                <a:ea typeface="Open Sans" pitchFamily="34" charset="0"/>
                <a:cs typeface="Open Sans" pitchFamily="34" charset="0"/>
              </a:endParaRPr>
            </a:p>
          </p:txBody>
        </p:sp>
        <p:grpSp>
          <p:nvGrpSpPr>
            <p:cNvPr id="5" name="Group 19"/>
            <p:cNvGrpSpPr/>
            <p:nvPr/>
          </p:nvGrpSpPr>
          <p:grpSpPr>
            <a:xfrm>
              <a:off x="543090" y="2405823"/>
              <a:ext cx="2329721" cy="1766692"/>
              <a:chOff x="543090" y="2405823"/>
              <a:chExt cx="2329721" cy="1766692"/>
            </a:xfrm>
          </p:grpSpPr>
          <p:sp>
            <p:nvSpPr>
              <p:cNvPr id="21" name="Freeform 7"/>
              <p:cNvSpPr>
                <a:spLocks/>
              </p:cNvSpPr>
              <p:nvPr/>
            </p:nvSpPr>
            <p:spPr bwMode="auto">
              <a:xfrm rot="1800000">
                <a:off x="1513918" y="2733611"/>
                <a:ext cx="25758" cy="24587"/>
              </a:xfrm>
              <a:custGeom>
                <a:avLst/>
                <a:gdLst/>
                <a:ahLst/>
                <a:cxnLst>
                  <a:cxn ang="0">
                    <a:pos x="0" y="44"/>
                  </a:cxn>
                  <a:cxn ang="0">
                    <a:pos x="7" y="0"/>
                  </a:cxn>
                  <a:cxn ang="0">
                    <a:pos x="7" y="0"/>
                  </a:cxn>
                  <a:cxn ang="0">
                    <a:pos x="19" y="7"/>
                  </a:cxn>
                  <a:cxn ang="0">
                    <a:pos x="31" y="11"/>
                  </a:cxn>
                  <a:cxn ang="0">
                    <a:pos x="38" y="14"/>
                  </a:cxn>
                  <a:cxn ang="0">
                    <a:pos x="43" y="14"/>
                  </a:cxn>
                  <a:cxn ang="0">
                    <a:pos x="43" y="14"/>
                  </a:cxn>
                  <a:cxn ang="0">
                    <a:pos x="0" y="44"/>
                  </a:cxn>
                  <a:cxn ang="0">
                    <a:pos x="0" y="44"/>
                  </a:cxn>
                </a:cxnLst>
                <a:rect l="0" t="0" r="r" b="b"/>
                <a:pathLst>
                  <a:path w="43" h="44">
                    <a:moveTo>
                      <a:pt x="0" y="44"/>
                    </a:moveTo>
                    <a:lnTo>
                      <a:pt x="7" y="0"/>
                    </a:lnTo>
                    <a:lnTo>
                      <a:pt x="7" y="0"/>
                    </a:lnTo>
                    <a:lnTo>
                      <a:pt x="19" y="7"/>
                    </a:lnTo>
                    <a:lnTo>
                      <a:pt x="31" y="11"/>
                    </a:lnTo>
                    <a:lnTo>
                      <a:pt x="38" y="14"/>
                    </a:lnTo>
                    <a:lnTo>
                      <a:pt x="43" y="14"/>
                    </a:lnTo>
                    <a:lnTo>
                      <a:pt x="43" y="14"/>
                    </a:lnTo>
                    <a:lnTo>
                      <a:pt x="0" y="44"/>
                    </a:lnTo>
                    <a:lnTo>
                      <a:pt x="0" y="44"/>
                    </a:lnTo>
                    <a:close/>
                  </a:path>
                </a:pathLst>
              </a:custGeom>
              <a:noFill/>
              <a:ln w="1">
                <a:solidFill>
                  <a:srgbClr val="000000"/>
                </a:solidFill>
                <a:prstDash val="solid"/>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2" name="Freeform 8"/>
              <p:cNvSpPr>
                <a:spLocks/>
              </p:cNvSpPr>
              <p:nvPr/>
            </p:nvSpPr>
            <p:spPr bwMode="auto">
              <a:xfrm rot="1800000">
                <a:off x="695193" y="2407120"/>
                <a:ext cx="899178" cy="909715"/>
              </a:xfrm>
              <a:custGeom>
                <a:avLst/>
                <a:gdLst/>
                <a:ahLst/>
                <a:cxnLst>
                  <a:cxn ang="0">
                    <a:pos x="436" y="1512"/>
                  </a:cxn>
                  <a:cxn ang="0">
                    <a:pos x="500" y="1451"/>
                  </a:cxn>
                  <a:cxn ang="0">
                    <a:pos x="553" y="1387"/>
                  </a:cxn>
                  <a:cxn ang="0">
                    <a:pos x="604" y="1324"/>
                  </a:cxn>
                  <a:cxn ang="0">
                    <a:pos x="699" y="1217"/>
                  </a:cxn>
                  <a:cxn ang="0">
                    <a:pos x="894" y="1018"/>
                  </a:cxn>
                  <a:cxn ang="0">
                    <a:pos x="955" y="948"/>
                  </a:cxn>
                  <a:cxn ang="0">
                    <a:pos x="987" y="884"/>
                  </a:cxn>
                  <a:cxn ang="0">
                    <a:pos x="1018" y="787"/>
                  </a:cxn>
                  <a:cxn ang="0">
                    <a:pos x="1026" y="804"/>
                  </a:cxn>
                  <a:cxn ang="0">
                    <a:pos x="1047" y="823"/>
                  </a:cxn>
                  <a:cxn ang="0">
                    <a:pos x="1067" y="824"/>
                  </a:cxn>
                  <a:cxn ang="0">
                    <a:pos x="1083" y="819"/>
                  </a:cxn>
                  <a:cxn ang="0">
                    <a:pos x="1106" y="800"/>
                  </a:cxn>
                  <a:cxn ang="0">
                    <a:pos x="1134" y="757"/>
                  </a:cxn>
                  <a:cxn ang="0">
                    <a:pos x="1147" y="715"/>
                  </a:cxn>
                  <a:cxn ang="0">
                    <a:pos x="1168" y="725"/>
                  </a:cxn>
                  <a:cxn ang="0">
                    <a:pos x="1201" y="729"/>
                  </a:cxn>
                  <a:cxn ang="0">
                    <a:pos x="1220" y="722"/>
                  </a:cxn>
                  <a:cxn ang="0">
                    <a:pos x="1232" y="710"/>
                  </a:cxn>
                  <a:cxn ang="0">
                    <a:pos x="1248" y="668"/>
                  </a:cxn>
                  <a:cxn ang="0">
                    <a:pos x="1262" y="571"/>
                  </a:cxn>
                  <a:cxn ang="0">
                    <a:pos x="1304" y="519"/>
                  </a:cxn>
                  <a:cxn ang="0">
                    <a:pos x="1387" y="447"/>
                  </a:cxn>
                  <a:cxn ang="0">
                    <a:pos x="1446" y="384"/>
                  </a:cxn>
                  <a:cxn ang="0">
                    <a:pos x="1462" y="361"/>
                  </a:cxn>
                  <a:cxn ang="0">
                    <a:pos x="1500" y="350"/>
                  </a:cxn>
                  <a:cxn ang="0">
                    <a:pos x="1526" y="335"/>
                  </a:cxn>
                  <a:cxn ang="0">
                    <a:pos x="1537" y="317"/>
                  </a:cxn>
                  <a:cxn ang="0">
                    <a:pos x="1536" y="302"/>
                  </a:cxn>
                  <a:cxn ang="0">
                    <a:pos x="1525" y="278"/>
                  </a:cxn>
                  <a:cxn ang="0">
                    <a:pos x="1461" y="216"/>
                  </a:cxn>
                  <a:cxn ang="0">
                    <a:pos x="1429" y="189"/>
                  </a:cxn>
                  <a:cxn ang="0">
                    <a:pos x="1379" y="148"/>
                  </a:cxn>
                  <a:cxn ang="0">
                    <a:pos x="1308" y="109"/>
                  </a:cxn>
                  <a:cxn ang="0">
                    <a:pos x="1251" y="84"/>
                  </a:cxn>
                  <a:cxn ang="0">
                    <a:pos x="1136" y="30"/>
                  </a:cxn>
                  <a:cxn ang="0">
                    <a:pos x="1081" y="4"/>
                  </a:cxn>
                  <a:cxn ang="0">
                    <a:pos x="1055" y="0"/>
                  </a:cxn>
                  <a:cxn ang="0">
                    <a:pos x="1008" y="9"/>
                  </a:cxn>
                  <a:cxn ang="0">
                    <a:pos x="815" y="67"/>
                  </a:cxn>
                  <a:cxn ang="0">
                    <a:pos x="747" y="83"/>
                  </a:cxn>
                  <a:cxn ang="0">
                    <a:pos x="568" y="127"/>
                  </a:cxn>
                  <a:cxn ang="0">
                    <a:pos x="525" y="147"/>
                  </a:cxn>
                  <a:cxn ang="0">
                    <a:pos x="492" y="182"/>
                  </a:cxn>
                  <a:cxn ang="0">
                    <a:pos x="463" y="230"/>
                  </a:cxn>
                  <a:cxn ang="0">
                    <a:pos x="442" y="316"/>
                  </a:cxn>
                  <a:cxn ang="0">
                    <a:pos x="409" y="512"/>
                  </a:cxn>
                  <a:cxn ang="0">
                    <a:pos x="356" y="770"/>
                  </a:cxn>
                  <a:cxn ang="0">
                    <a:pos x="326" y="877"/>
                  </a:cxn>
                  <a:cxn ang="0">
                    <a:pos x="305" y="933"/>
                  </a:cxn>
                  <a:cxn ang="0">
                    <a:pos x="263" y="1016"/>
                  </a:cxn>
                  <a:cxn ang="0">
                    <a:pos x="150" y="1200"/>
                  </a:cxn>
                  <a:cxn ang="0">
                    <a:pos x="44" y="1553"/>
                  </a:cxn>
                </a:cxnLst>
                <a:rect l="0" t="0" r="r" b="b"/>
                <a:pathLst>
                  <a:path w="1537" h="1553">
                    <a:moveTo>
                      <a:pt x="388" y="1553"/>
                    </a:moveTo>
                    <a:lnTo>
                      <a:pt x="388" y="1553"/>
                    </a:lnTo>
                    <a:lnTo>
                      <a:pt x="436" y="1512"/>
                    </a:lnTo>
                    <a:lnTo>
                      <a:pt x="459" y="1492"/>
                    </a:lnTo>
                    <a:lnTo>
                      <a:pt x="481" y="1472"/>
                    </a:lnTo>
                    <a:lnTo>
                      <a:pt x="500" y="1451"/>
                    </a:lnTo>
                    <a:lnTo>
                      <a:pt x="519" y="1431"/>
                    </a:lnTo>
                    <a:lnTo>
                      <a:pt x="537" y="1409"/>
                    </a:lnTo>
                    <a:lnTo>
                      <a:pt x="553" y="1387"/>
                    </a:lnTo>
                    <a:lnTo>
                      <a:pt x="553" y="1387"/>
                    </a:lnTo>
                    <a:lnTo>
                      <a:pt x="579" y="1354"/>
                    </a:lnTo>
                    <a:lnTo>
                      <a:pt x="604" y="1324"/>
                    </a:lnTo>
                    <a:lnTo>
                      <a:pt x="628" y="1296"/>
                    </a:lnTo>
                    <a:lnTo>
                      <a:pt x="651" y="1268"/>
                    </a:lnTo>
                    <a:lnTo>
                      <a:pt x="699" y="1217"/>
                    </a:lnTo>
                    <a:lnTo>
                      <a:pt x="747" y="1169"/>
                    </a:lnTo>
                    <a:lnTo>
                      <a:pt x="844" y="1072"/>
                    </a:lnTo>
                    <a:lnTo>
                      <a:pt x="894" y="1018"/>
                    </a:lnTo>
                    <a:lnTo>
                      <a:pt x="947" y="958"/>
                    </a:lnTo>
                    <a:lnTo>
                      <a:pt x="947" y="958"/>
                    </a:lnTo>
                    <a:lnTo>
                      <a:pt x="955" y="948"/>
                    </a:lnTo>
                    <a:lnTo>
                      <a:pt x="962" y="939"/>
                    </a:lnTo>
                    <a:lnTo>
                      <a:pt x="974" y="913"/>
                    </a:lnTo>
                    <a:lnTo>
                      <a:pt x="987" y="884"/>
                    </a:lnTo>
                    <a:lnTo>
                      <a:pt x="997" y="857"/>
                    </a:lnTo>
                    <a:lnTo>
                      <a:pt x="1012" y="808"/>
                    </a:lnTo>
                    <a:lnTo>
                      <a:pt x="1018" y="787"/>
                    </a:lnTo>
                    <a:lnTo>
                      <a:pt x="1018" y="787"/>
                    </a:lnTo>
                    <a:lnTo>
                      <a:pt x="1022" y="796"/>
                    </a:lnTo>
                    <a:lnTo>
                      <a:pt x="1026" y="804"/>
                    </a:lnTo>
                    <a:lnTo>
                      <a:pt x="1033" y="812"/>
                    </a:lnTo>
                    <a:lnTo>
                      <a:pt x="1042" y="820"/>
                    </a:lnTo>
                    <a:lnTo>
                      <a:pt x="1047" y="823"/>
                    </a:lnTo>
                    <a:lnTo>
                      <a:pt x="1053" y="824"/>
                    </a:lnTo>
                    <a:lnTo>
                      <a:pt x="1060" y="824"/>
                    </a:lnTo>
                    <a:lnTo>
                      <a:pt x="1067" y="824"/>
                    </a:lnTo>
                    <a:lnTo>
                      <a:pt x="1075" y="822"/>
                    </a:lnTo>
                    <a:lnTo>
                      <a:pt x="1083" y="819"/>
                    </a:lnTo>
                    <a:lnTo>
                      <a:pt x="1083" y="819"/>
                    </a:lnTo>
                    <a:lnTo>
                      <a:pt x="1092" y="813"/>
                    </a:lnTo>
                    <a:lnTo>
                      <a:pt x="1100" y="807"/>
                    </a:lnTo>
                    <a:lnTo>
                      <a:pt x="1106" y="800"/>
                    </a:lnTo>
                    <a:lnTo>
                      <a:pt x="1113" y="792"/>
                    </a:lnTo>
                    <a:lnTo>
                      <a:pt x="1124" y="775"/>
                    </a:lnTo>
                    <a:lnTo>
                      <a:pt x="1134" y="757"/>
                    </a:lnTo>
                    <a:lnTo>
                      <a:pt x="1139" y="741"/>
                    </a:lnTo>
                    <a:lnTo>
                      <a:pt x="1145" y="729"/>
                    </a:lnTo>
                    <a:lnTo>
                      <a:pt x="1147" y="715"/>
                    </a:lnTo>
                    <a:lnTo>
                      <a:pt x="1147" y="715"/>
                    </a:lnTo>
                    <a:lnTo>
                      <a:pt x="1157" y="721"/>
                    </a:lnTo>
                    <a:lnTo>
                      <a:pt x="1168" y="725"/>
                    </a:lnTo>
                    <a:lnTo>
                      <a:pt x="1180" y="729"/>
                    </a:lnTo>
                    <a:lnTo>
                      <a:pt x="1194" y="730"/>
                    </a:lnTo>
                    <a:lnTo>
                      <a:pt x="1201" y="729"/>
                    </a:lnTo>
                    <a:lnTo>
                      <a:pt x="1207" y="727"/>
                    </a:lnTo>
                    <a:lnTo>
                      <a:pt x="1214" y="726"/>
                    </a:lnTo>
                    <a:lnTo>
                      <a:pt x="1220" y="722"/>
                    </a:lnTo>
                    <a:lnTo>
                      <a:pt x="1226" y="717"/>
                    </a:lnTo>
                    <a:lnTo>
                      <a:pt x="1232" y="710"/>
                    </a:lnTo>
                    <a:lnTo>
                      <a:pt x="1232" y="710"/>
                    </a:lnTo>
                    <a:lnTo>
                      <a:pt x="1236" y="700"/>
                    </a:lnTo>
                    <a:lnTo>
                      <a:pt x="1240" y="691"/>
                    </a:lnTo>
                    <a:lnTo>
                      <a:pt x="1248" y="668"/>
                    </a:lnTo>
                    <a:lnTo>
                      <a:pt x="1254" y="642"/>
                    </a:lnTo>
                    <a:lnTo>
                      <a:pt x="1258" y="616"/>
                    </a:lnTo>
                    <a:lnTo>
                      <a:pt x="1262" y="571"/>
                    </a:lnTo>
                    <a:lnTo>
                      <a:pt x="1263" y="553"/>
                    </a:lnTo>
                    <a:lnTo>
                      <a:pt x="1263" y="553"/>
                    </a:lnTo>
                    <a:lnTo>
                      <a:pt x="1304" y="519"/>
                    </a:lnTo>
                    <a:lnTo>
                      <a:pt x="1344" y="486"/>
                    </a:lnTo>
                    <a:lnTo>
                      <a:pt x="1387" y="447"/>
                    </a:lnTo>
                    <a:lnTo>
                      <a:pt x="1387" y="447"/>
                    </a:lnTo>
                    <a:lnTo>
                      <a:pt x="1406" y="428"/>
                    </a:lnTo>
                    <a:lnTo>
                      <a:pt x="1423" y="411"/>
                    </a:lnTo>
                    <a:lnTo>
                      <a:pt x="1446" y="384"/>
                    </a:lnTo>
                    <a:lnTo>
                      <a:pt x="1458" y="366"/>
                    </a:lnTo>
                    <a:lnTo>
                      <a:pt x="1462" y="361"/>
                    </a:lnTo>
                    <a:lnTo>
                      <a:pt x="1462" y="361"/>
                    </a:lnTo>
                    <a:lnTo>
                      <a:pt x="1474" y="358"/>
                    </a:lnTo>
                    <a:lnTo>
                      <a:pt x="1487" y="355"/>
                    </a:lnTo>
                    <a:lnTo>
                      <a:pt x="1500" y="350"/>
                    </a:lnTo>
                    <a:lnTo>
                      <a:pt x="1514" y="343"/>
                    </a:lnTo>
                    <a:lnTo>
                      <a:pt x="1521" y="339"/>
                    </a:lnTo>
                    <a:lnTo>
                      <a:pt x="1526" y="335"/>
                    </a:lnTo>
                    <a:lnTo>
                      <a:pt x="1530" y="330"/>
                    </a:lnTo>
                    <a:lnTo>
                      <a:pt x="1534" y="323"/>
                    </a:lnTo>
                    <a:lnTo>
                      <a:pt x="1537" y="317"/>
                    </a:lnTo>
                    <a:lnTo>
                      <a:pt x="1537" y="309"/>
                    </a:lnTo>
                    <a:lnTo>
                      <a:pt x="1537" y="309"/>
                    </a:lnTo>
                    <a:lnTo>
                      <a:pt x="1536" y="302"/>
                    </a:lnTo>
                    <a:lnTo>
                      <a:pt x="1534" y="294"/>
                    </a:lnTo>
                    <a:lnTo>
                      <a:pt x="1530" y="286"/>
                    </a:lnTo>
                    <a:lnTo>
                      <a:pt x="1525" y="278"/>
                    </a:lnTo>
                    <a:lnTo>
                      <a:pt x="1513" y="263"/>
                    </a:lnTo>
                    <a:lnTo>
                      <a:pt x="1496" y="246"/>
                    </a:lnTo>
                    <a:lnTo>
                      <a:pt x="1461" y="216"/>
                    </a:lnTo>
                    <a:lnTo>
                      <a:pt x="1444" y="203"/>
                    </a:lnTo>
                    <a:lnTo>
                      <a:pt x="1429" y="189"/>
                    </a:lnTo>
                    <a:lnTo>
                      <a:pt x="1429" y="189"/>
                    </a:lnTo>
                    <a:lnTo>
                      <a:pt x="1416" y="176"/>
                    </a:lnTo>
                    <a:lnTo>
                      <a:pt x="1398" y="162"/>
                    </a:lnTo>
                    <a:lnTo>
                      <a:pt x="1379" y="148"/>
                    </a:lnTo>
                    <a:lnTo>
                      <a:pt x="1357" y="135"/>
                    </a:lnTo>
                    <a:lnTo>
                      <a:pt x="1334" y="121"/>
                    </a:lnTo>
                    <a:lnTo>
                      <a:pt x="1308" y="109"/>
                    </a:lnTo>
                    <a:lnTo>
                      <a:pt x="1280" y="97"/>
                    </a:lnTo>
                    <a:lnTo>
                      <a:pt x="1251" y="84"/>
                    </a:lnTo>
                    <a:lnTo>
                      <a:pt x="1251" y="84"/>
                    </a:lnTo>
                    <a:lnTo>
                      <a:pt x="1221" y="72"/>
                    </a:lnTo>
                    <a:lnTo>
                      <a:pt x="1191" y="58"/>
                    </a:lnTo>
                    <a:lnTo>
                      <a:pt x="1136" y="30"/>
                    </a:lnTo>
                    <a:lnTo>
                      <a:pt x="1113" y="18"/>
                    </a:lnTo>
                    <a:lnTo>
                      <a:pt x="1090" y="8"/>
                    </a:lnTo>
                    <a:lnTo>
                      <a:pt x="1081" y="4"/>
                    </a:lnTo>
                    <a:lnTo>
                      <a:pt x="1071" y="1"/>
                    </a:lnTo>
                    <a:lnTo>
                      <a:pt x="1062" y="0"/>
                    </a:lnTo>
                    <a:lnTo>
                      <a:pt x="1055" y="0"/>
                    </a:lnTo>
                    <a:lnTo>
                      <a:pt x="1055" y="0"/>
                    </a:lnTo>
                    <a:lnTo>
                      <a:pt x="1036" y="4"/>
                    </a:lnTo>
                    <a:lnTo>
                      <a:pt x="1008" y="9"/>
                    </a:lnTo>
                    <a:lnTo>
                      <a:pt x="944" y="27"/>
                    </a:lnTo>
                    <a:lnTo>
                      <a:pt x="875" y="47"/>
                    </a:lnTo>
                    <a:lnTo>
                      <a:pt x="815" y="67"/>
                    </a:lnTo>
                    <a:lnTo>
                      <a:pt x="815" y="67"/>
                    </a:lnTo>
                    <a:lnTo>
                      <a:pt x="785" y="75"/>
                    </a:lnTo>
                    <a:lnTo>
                      <a:pt x="747" y="83"/>
                    </a:lnTo>
                    <a:lnTo>
                      <a:pt x="654" y="103"/>
                    </a:lnTo>
                    <a:lnTo>
                      <a:pt x="609" y="114"/>
                    </a:lnTo>
                    <a:lnTo>
                      <a:pt x="568" y="127"/>
                    </a:lnTo>
                    <a:lnTo>
                      <a:pt x="551" y="133"/>
                    </a:lnTo>
                    <a:lnTo>
                      <a:pt x="536" y="140"/>
                    </a:lnTo>
                    <a:lnTo>
                      <a:pt x="525" y="147"/>
                    </a:lnTo>
                    <a:lnTo>
                      <a:pt x="517" y="155"/>
                    </a:lnTo>
                    <a:lnTo>
                      <a:pt x="517" y="155"/>
                    </a:lnTo>
                    <a:lnTo>
                      <a:pt x="492" y="182"/>
                    </a:lnTo>
                    <a:lnTo>
                      <a:pt x="482" y="196"/>
                    </a:lnTo>
                    <a:lnTo>
                      <a:pt x="473" y="211"/>
                    </a:lnTo>
                    <a:lnTo>
                      <a:pt x="463" y="230"/>
                    </a:lnTo>
                    <a:lnTo>
                      <a:pt x="455" y="252"/>
                    </a:lnTo>
                    <a:lnTo>
                      <a:pt x="448" y="281"/>
                    </a:lnTo>
                    <a:lnTo>
                      <a:pt x="442" y="316"/>
                    </a:lnTo>
                    <a:lnTo>
                      <a:pt x="442" y="316"/>
                    </a:lnTo>
                    <a:lnTo>
                      <a:pt x="423" y="433"/>
                    </a:lnTo>
                    <a:lnTo>
                      <a:pt x="409" y="512"/>
                    </a:lnTo>
                    <a:lnTo>
                      <a:pt x="393" y="598"/>
                    </a:lnTo>
                    <a:lnTo>
                      <a:pt x="375" y="685"/>
                    </a:lnTo>
                    <a:lnTo>
                      <a:pt x="356" y="770"/>
                    </a:lnTo>
                    <a:lnTo>
                      <a:pt x="346" y="809"/>
                    </a:lnTo>
                    <a:lnTo>
                      <a:pt x="337" y="845"/>
                    </a:lnTo>
                    <a:lnTo>
                      <a:pt x="326" y="877"/>
                    </a:lnTo>
                    <a:lnTo>
                      <a:pt x="316" y="906"/>
                    </a:lnTo>
                    <a:lnTo>
                      <a:pt x="316" y="906"/>
                    </a:lnTo>
                    <a:lnTo>
                      <a:pt x="305" y="933"/>
                    </a:lnTo>
                    <a:lnTo>
                      <a:pt x="292" y="961"/>
                    </a:lnTo>
                    <a:lnTo>
                      <a:pt x="278" y="988"/>
                    </a:lnTo>
                    <a:lnTo>
                      <a:pt x="263" y="1016"/>
                    </a:lnTo>
                    <a:lnTo>
                      <a:pt x="230" y="1074"/>
                    </a:lnTo>
                    <a:lnTo>
                      <a:pt x="192" y="1135"/>
                    </a:lnTo>
                    <a:lnTo>
                      <a:pt x="150" y="1200"/>
                    </a:lnTo>
                    <a:lnTo>
                      <a:pt x="102" y="1267"/>
                    </a:lnTo>
                    <a:lnTo>
                      <a:pt x="0" y="1416"/>
                    </a:lnTo>
                    <a:lnTo>
                      <a:pt x="44" y="1553"/>
                    </a:lnTo>
                    <a:lnTo>
                      <a:pt x="388" y="1553"/>
                    </a:lnTo>
                    <a:close/>
                  </a:path>
                </a:pathLst>
              </a:custGeom>
              <a:solidFill>
                <a:srgbClr val="BD9079"/>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3" name="Freeform 9"/>
              <p:cNvSpPr>
                <a:spLocks/>
              </p:cNvSpPr>
              <p:nvPr/>
            </p:nvSpPr>
            <p:spPr bwMode="auto">
              <a:xfrm rot="1800000">
                <a:off x="1286622" y="2846927"/>
                <a:ext cx="144009" cy="158058"/>
              </a:xfrm>
              <a:custGeom>
                <a:avLst/>
                <a:gdLst/>
                <a:ahLst/>
                <a:cxnLst>
                  <a:cxn ang="0">
                    <a:pos x="0" y="234"/>
                  </a:cxn>
                  <a:cxn ang="0">
                    <a:pos x="0" y="234"/>
                  </a:cxn>
                  <a:cxn ang="0">
                    <a:pos x="4" y="243"/>
                  </a:cxn>
                  <a:cxn ang="0">
                    <a:pos x="8" y="251"/>
                  </a:cxn>
                  <a:cxn ang="0">
                    <a:pos x="15" y="259"/>
                  </a:cxn>
                  <a:cxn ang="0">
                    <a:pos x="24" y="267"/>
                  </a:cxn>
                  <a:cxn ang="0">
                    <a:pos x="29" y="270"/>
                  </a:cxn>
                  <a:cxn ang="0">
                    <a:pos x="35" y="271"/>
                  </a:cxn>
                  <a:cxn ang="0">
                    <a:pos x="42" y="271"/>
                  </a:cxn>
                  <a:cxn ang="0">
                    <a:pos x="49" y="271"/>
                  </a:cxn>
                  <a:cxn ang="0">
                    <a:pos x="57" y="269"/>
                  </a:cxn>
                  <a:cxn ang="0">
                    <a:pos x="65" y="266"/>
                  </a:cxn>
                  <a:cxn ang="0">
                    <a:pos x="65" y="266"/>
                  </a:cxn>
                  <a:cxn ang="0">
                    <a:pos x="74" y="260"/>
                  </a:cxn>
                  <a:cxn ang="0">
                    <a:pos x="82" y="254"/>
                  </a:cxn>
                  <a:cxn ang="0">
                    <a:pos x="88" y="247"/>
                  </a:cxn>
                  <a:cxn ang="0">
                    <a:pos x="95" y="239"/>
                  </a:cxn>
                  <a:cxn ang="0">
                    <a:pos x="106" y="222"/>
                  </a:cxn>
                  <a:cxn ang="0">
                    <a:pos x="116" y="204"/>
                  </a:cxn>
                  <a:cxn ang="0">
                    <a:pos x="121" y="188"/>
                  </a:cxn>
                  <a:cxn ang="0">
                    <a:pos x="127" y="176"/>
                  </a:cxn>
                  <a:cxn ang="0">
                    <a:pos x="129" y="162"/>
                  </a:cxn>
                  <a:cxn ang="0">
                    <a:pos x="129" y="162"/>
                  </a:cxn>
                  <a:cxn ang="0">
                    <a:pos x="139" y="168"/>
                  </a:cxn>
                  <a:cxn ang="0">
                    <a:pos x="150" y="172"/>
                  </a:cxn>
                  <a:cxn ang="0">
                    <a:pos x="162" y="176"/>
                  </a:cxn>
                  <a:cxn ang="0">
                    <a:pos x="176" y="177"/>
                  </a:cxn>
                  <a:cxn ang="0">
                    <a:pos x="183" y="176"/>
                  </a:cxn>
                  <a:cxn ang="0">
                    <a:pos x="189" y="174"/>
                  </a:cxn>
                  <a:cxn ang="0">
                    <a:pos x="196" y="173"/>
                  </a:cxn>
                  <a:cxn ang="0">
                    <a:pos x="202" y="169"/>
                  </a:cxn>
                  <a:cxn ang="0">
                    <a:pos x="208" y="164"/>
                  </a:cxn>
                  <a:cxn ang="0">
                    <a:pos x="214" y="157"/>
                  </a:cxn>
                  <a:cxn ang="0">
                    <a:pos x="214" y="157"/>
                  </a:cxn>
                  <a:cxn ang="0">
                    <a:pos x="218" y="147"/>
                  </a:cxn>
                  <a:cxn ang="0">
                    <a:pos x="222" y="138"/>
                  </a:cxn>
                  <a:cxn ang="0">
                    <a:pos x="230" y="115"/>
                  </a:cxn>
                  <a:cxn ang="0">
                    <a:pos x="236" y="89"/>
                  </a:cxn>
                  <a:cxn ang="0">
                    <a:pos x="240" y="63"/>
                  </a:cxn>
                  <a:cxn ang="0">
                    <a:pos x="244" y="18"/>
                  </a:cxn>
                  <a:cxn ang="0">
                    <a:pos x="245" y="0"/>
                  </a:cxn>
                  <a:cxn ang="0">
                    <a:pos x="245" y="0"/>
                  </a:cxn>
                  <a:cxn ang="0">
                    <a:pos x="192" y="42"/>
                  </a:cxn>
                  <a:cxn ang="0">
                    <a:pos x="158" y="71"/>
                  </a:cxn>
                  <a:cxn ang="0">
                    <a:pos x="121" y="102"/>
                  </a:cxn>
                  <a:cxn ang="0">
                    <a:pos x="84" y="136"/>
                  </a:cxn>
                  <a:cxn ang="0">
                    <a:pos x="50" y="170"/>
                  </a:cxn>
                  <a:cxn ang="0">
                    <a:pos x="35" y="187"/>
                  </a:cxn>
                  <a:cxn ang="0">
                    <a:pos x="22" y="204"/>
                  </a:cxn>
                  <a:cxn ang="0">
                    <a:pos x="9" y="219"/>
                  </a:cxn>
                  <a:cxn ang="0">
                    <a:pos x="0" y="234"/>
                  </a:cxn>
                  <a:cxn ang="0">
                    <a:pos x="0" y="234"/>
                  </a:cxn>
                </a:cxnLst>
                <a:rect l="0" t="0" r="r" b="b"/>
                <a:pathLst>
                  <a:path w="245" h="271">
                    <a:moveTo>
                      <a:pt x="0" y="234"/>
                    </a:moveTo>
                    <a:lnTo>
                      <a:pt x="0" y="234"/>
                    </a:lnTo>
                    <a:lnTo>
                      <a:pt x="4" y="243"/>
                    </a:lnTo>
                    <a:lnTo>
                      <a:pt x="8" y="251"/>
                    </a:lnTo>
                    <a:lnTo>
                      <a:pt x="15" y="259"/>
                    </a:lnTo>
                    <a:lnTo>
                      <a:pt x="24" y="267"/>
                    </a:lnTo>
                    <a:lnTo>
                      <a:pt x="29" y="270"/>
                    </a:lnTo>
                    <a:lnTo>
                      <a:pt x="35" y="271"/>
                    </a:lnTo>
                    <a:lnTo>
                      <a:pt x="42" y="271"/>
                    </a:lnTo>
                    <a:lnTo>
                      <a:pt x="49" y="271"/>
                    </a:lnTo>
                    <a:lnTo>
                      <a:pt x="57" y="269"/>
                    </a:lnTo>
                    <a:lnTo>
                      <a:pt x="65" y="266"/>
                    </a:lnTo>
                    <a:lnTo>
                      <a:pt x="65" y="266"/>
                    </a:lnTo>
                    <a:lnTo>
                      <a:pt x="74" y="260"/>
                    </a:lnTo>
                    <a:lnTo>
                      <a:pt x="82" y="254"/>
                    </a:lnTo>
                    <a:lnTo>
                      <a:pt x="88" y="247"/>
                    </a:lnTo>
                    <a:lnTo>
                      <a:pt x="95" y="239"/>
                    </a:lnTo>
                    <a:lnTo>
                      <a:pt x="106" y="222"/>
                    </a:lnTo>
                    <a:lnTo>
                      <a:pt x="116" y="204"/>
                    </a:lnTo>
                    <a:lnTo>
                      <a:pt x="121" y="188"/>
                    </a:lnTo>
                    <a:lnTo>
                      <a:pt x="127" y="176"/>
                    </a:lnTo>
                    <a:lnTo>
                      <a:pt x="129" y="162"/>
                    </a:lnTo>
                    <a:lnTo>
                      <a:pt x="129" y="162"/>
                    </a:lnTo>
                    <a:lnTo>
                      <a:pt x="139" y="168"/>
                    </a:lnTo>
                    <a:lnTo>
                      <a:pt x="150" y="172"/>
                    </a:lnTo>
                    <a:lnTo>
                      <a:pt x="162" y="176"/>
                    </a:lnTo>
                    <a:lnTo>
                      <a:pt x="176" y="177"/>
                    </a:lnTo>
                    <a:lnTo>
                      <a:pt x="183" y="176"/>
                    </a:lnTo>
                    <a:lnTo>
                      <a:pt x="189" y="174"/>
                    </a:lnTo>
                    <a:lnTo>
                      <a:pt x="196" y="173"/>
                    </a:lnTo>
                    <a:lnTo>
                      <a:pt x="202" y="169"/>
                    </a:lnTo>
                    <a:lnTo>
                      <a:pt x="208" y="164"/>
                    </a:lnTo>
                    <a:lnTo>
                      <a:pt x="214" y="157"/>
                    </a:lnTo>
                    <a:lnTo>
                      <a:pt x="214" y="157"/>
                    </a:lnTo>
                    <a:lnTo>
                      <a:pt x="218" y="147"/>
                    </a:lnTo>
                    <a:lnTo>
                      <a:pt x="222" y="138"/>
                    </a:lnTo>
                    <a:lnTo>
                      <a:pt x="230" y="115"/>
                    </a:lnTo>
                    <a:lnTo>
                      <a:pt x="236" y="89"/>
                    </a:lnTo>
                    <a:lnTo>
                      <a:pt x="240" y="63"/>
                    </a:lnTo>
                    <a:lnTo>
                      <a:pt x="244" y="18"/>
                    </a:lnTo>
                    <a:lnTo>
                      <a:pt x="245" y="0"/>
                    </a:lnTo>
                    <a:lnTo>
                      <a:pt x="245" y="0"/>
                    </a:lnTo>
                    <a:lnTo>
                      <a:pt x="192" y="42"/>
                    </a:lnTo>
                    <a:lnTo>
                      <a:pt x="158" y="71"/>
                    </a:lnTo>
                    <a:lnTo>
                      <a:pt x="121" y="102"/>
                    </a:lnTo>
                    <a:lnTo>
                      <a:pt x="84" y="136"/>
                    </a:lnTo>
                    <a:lnTo>
                      <a:pt x="50" y="170"/>
                    </a:lnTo>
                    <a:lnTo>
                      <a:pt x="35" y="187"/>
                    </a:lnTo>
                    <a:lnTo>
                      <a:pt x="22" y="204"/>
                    </a:lnTo>
                    <a:lnTo>
                      <a:pt x="9" y="219"/>
                    </a:lnTo>
                    <a:lnTo>
                      <a:pt x="0" y="234"/>
                    </a:lnTo>
                    <a:lnTo>
                      <a:pt x="0" y="234"/>
                    </a:lnTo>
                    <a:close/>
                  </a:path>
                </a:pathLst>
              </a:custGeom>
              <a:solidFill>
                <a:srgbClr val="AB826D"/>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4" name="Freeform 10"/>
              <p:cNvSpPr>
                <a:spLocks/>
              </p:cNvSpPr>
              <p:nvPr/>
            </p:nvSpPr>
            <p:spPr bwMode="auto">
              <a:xfrm rot="1800000">
                <a:off x="1175785" y="2591544"/>
                <a:ext cx="457785" cy="270456"/>
              </a:xfrm>
              <a:custGeom>
                <a:avLst/>
                <a:gdLst/>
                <a:ahLst/>
                <a:cxnLst>
                  <a:cxn ang="0">
                    <a:pos x="184" y="449"/>
                  </a:cxn>
                  <a:cxn ang="0">
                    <a:pos x="186" y="435"/>
                  </a:cxn>
                  <a:cxn ang="0">
                    <a:pos x="177" y="424"/>
                  </a:cxn>
                  <a:cxn ang="0">
                    <a:pos x="141" y="414"/>
                  </a:cxn>
                  <a:cxn ang="0">
                    <a:pos x="105" y="415"/>
                  </a:cxn>
                  <a:cxn ang="0">
                    <a:pos x="82" y="410"/>
                  </a:cxn>
                  <a:cxn ang="0">
                    <a:pos x="83" y="403"/>
                  </a:cxn>
                  <a:cxn ang="0">
                    <a:pos x="118" y="388"/>
                  </a:cxn>
                  <a:cxn ang="0">
                    <a:pos x="138" y="385"/>
                  </a:cxn>
                  <a:cxn ang="0">
                    <a:pos x="179" y="392"/>
                  </a:cxn>
                  <a:cxn ang="0">
                    <a:pos x="214" y="399"/>
                  </a:cxn>
                  <a:cxn ang="0">
                    <a:pos x="214" y="394"/>
                  </a:cxn>
                  <a:cxn ang="0">
                    <a:pos x="141" y="332"/>
                  </a:cxn>
                  <a:cxn ang="0">
                    <a:pos x="9" y="218"/>
                  </a:cxn>
                  <a:cxn ang="0">
                    <a:pos x="0" y="206"/>
                  </a:cxn>
                  <a:cxn ang="0">
                    <a:pos x="11" y="210"/>
                  </a:cxn>
                  <a:cxn ang="0">
                    <a:pos x="75" y="249"/>
                  </a:cxn>
                  <a:cxn ang="0">
                    <a:pos x="115" y="270"/>
                  </a:cxn>
                  <a:cxn ang="0">
                    <a:pos x="143" y="271"/>
                  </a:cxn>
                  <a:cxn ang="0">
                    <a:pos x="172" y="255"/>
                  </a:cxn>
                  <a:cxn ang="0">
                    <a:pos x="188" y="236"/>
                  </a:cxn>
                  <a:cxn ang="0">
                    <a:pos x="198" y="208"/>
                  </a:cxn>
                  <a:cxn ang="0">
                    <a:pos x="197" y="181"/>
                  </a:cxn>
                  <a:cxn ang="0">
                    <a:pos x="177" y="148"/>
                  </a:cxn>
                  <a:cxn ang="0">
                    <a:pos x="150" y="121"/>
                  </a:cxn>
                  <a:cxn ang="0">
                    <a:pos x="131" y="102"/>
                  </a:cxn>
                  <a:cxn ang="0">
                    <a:pos x="135" y="99"/>
                  </a:cxn>
                  <a:cxn ang="0">
                    <a:pos x="188" y="116"/>
                  </a:cxn>
                  <a:cxn ang="0">
                    <a:pos x="209" y="121"/>
                  </a:cxn>
                  <a:cxn ang="0">
                    <a:pos x="280" y="120"/>
                  </a:cxn>
                  <a:cxn ang="0">
                    <a:pos x="346" y="103"/>
                  </a:cxn>
                  <a:cxn ang="0">
                    <a:pos x="370" y="92"/>
                  </a:cxn>
                  <a:cxn ang="0">
                    <a:pos x="385" y="72"/>
                  </a:cxn>
                  <a:cxn ang="0">
                    <a:pos x="400" y="18"/>
                  </a:cxn>
                  <a:cxn ang="0">
                    <a:pos x="406" y="0"/>
                  </a:cxn>
                  <a:cxn ang="0">
                    <a:pos x="410" y="5"/>
                  </a:cxn>
                  <a:cxn ang="0">
                    <a:pos x="424" y="42"/>
                  </a:cxn>
                  <a:cxn ang="0">
                    <a:pos x="443" y="67"/>
                  </a:cxn>
                  <a:cxn ang="0">
                    <a:pos x="468" y="79"/>
                  </a:cxn>
                  <a:cxn ang="0">
                    <a:pos x="549" y="101"/>
                  </a:cxn>
                  <a:cxn ang="0">
                    <a:pos x="577" y="103"/>
                  </a:cxn>
                  <a:cxn ang="0">
                    <a:pos x="604" y="98"/>
                  </a:cxn>
                  <a:cxn ang="0">
                    <a:pos x="627" y="69"/>
                  </a:cxn>
                  <a:cxn ang="0">
                    <a:pos x="634" y="62"/>
                  </a:cxn>
                  <a:cxn ang="0">
                    <a:pos x="630" y="88"/>
                  </a:cxn>
                  <a:cxn ang="0">
                    <a:pos x="633" y="98"/>
                  </a:cxn>
                  <a:cxn ang="0">
                    <a:pos x="646" y="97"/>
                  </a:cxn>
                  <a:cxn ang="0">
                    <a:pos x="679" y="86"/>
                  </a:cxn>
                  <a:cxn ang="0">
                    <a:pos x="782" y="65"/>
                  </a:cxn>
                  <a:cxn ang="0">
                    <a:pos x="742" y="80"/>
                  </a:cxn>
                  <a:cxn ang="0">
                    <a:pos x="657" y="118"/>
                  </a:cxn>
                  <a:cxn ang="0">
                    <a:pos x="509" y="218"/>
                  </a:cxn>
                  <a:cxn ang="0">
                    <a:pos x="461" y="256"/>
                  </a:cxn>
                  <a:cxn ang="0">
                    <a:pos x="365" y="336"/>
                  </a:cxn>
                  <a:cxn ang="0">
                    <a:pos x="325" y="365"/>
                  </a:cxn>
                  <a:cxn ang="0">
                    <a:pos x="239" y="417"/>
                  </a:cxn>
                  <a:cxn ang="0">
                    <a:pos x="180" y="462"/>
                  </a:cxn>
                </a:cxnLst>
                <a:rect l="0" t="0" r="r" b="b"/>
                <a:pathLst>
                  <a:path w="782" h="462">
                    <a:moveTo>
                      <a:pt x="180" y="462"/>
                    </a:moveTo>
                    <a:lnTo>
                      <a:pt x="180" y="462"/>
                    </a:lnTo>
                    <a:lnTo>
                      <a:pt x="184" y="449"/>
                    </a:lnTo>
                    <a:lnTo>
                      <a:pt x="186" y="444"/>
                    </a:lnTo>
                    <a:lnTo>
                      <a:pt x="186" y="439"/>
                    </a:lnTo>
                    <a:lnTo>
                      <a:pt x="186" y="435"/>
                    </a:lnTo>
                    <a:lnTo>
                      <a:pt x="184" y="430"/>
                    </a:lnTo>
                    <a:lnTo>
                      <a:pt x="182" y="426"/>
                    </a:lnTo>
                    <a:lnTo>
                      <a:pt x="177" y="424"/>
                    </a:lnTo>
                    <a:lnTo>
                      <a:pt x="169" y="418"/>
                    </a:lnTo>
                    <a:lnTo>
                      <a:pt x="157" y="415"/>
                    </a:lnTo>
                    <a:lnTo>
                      <a:pt x="141" y="414"/>
                    </a:lnTo>
                    <a:lnTo>
                      <a:pt x="123" y="414"/>
                    </a:lnTo>
                    <a:lnTo>
                      <a:pt x="123" y="414"/>
                    </a:lnTo>
                    <a:lnTo>
                      <a:pt x="105" y="415"/>
                    </a:lnTo>
                    <a:lnTo>
                      <a:pt x="92" y="414"/>
                    </a:lnTo>
                    <a:lnTo>
                      <a:pt x="85" y="411"/>
                    </a:lnTo>
                    <a:lnTo>
                      <a:pt x="82" y="410"/>
                    </a:lnTo>
                    <a:lnTo>
                      <a:pt x="82" y="407"/>
                    </a:lnTo>
                    <a:lnTo>
                      <a:pt x="82" y="406"/>
                    </a:lnTo>
                    <a:lnTo>
                      <a:pt x="83" y="403"/>
                    </a:lnTo>
                    <a:lnTo>
                      <a:pt x="90" y="398"/>
                    </a:lnTo>
                    <a:lnTo>
                      <a:pt x="103" y="394"/>
                    </a:lnTo>
                    <a:lnTo>
                      <a:pt x="118" y="388"/>
                    </a:lnTo>
                    <a:lnTo>
                      <a:pt x="118" y="388"/>
                    </a:lnTo>
                    <a:lnTo>
                      <a:pt x="127" y="387"/>
                    </a:lnTo>
                    <a:lnTo>
                      <a:pt x="138" y="385"/>
                    </a:lnTo>
                    <a:lnTo>
                      <a:pt x="149" y="387"/>
                    </a:lnTo>
                    <a:lnTo>
                      <a:pt x="158" y="388"/>
                    </a:lnTo>
                    <a:lnTo>
                      <a:pt x="179" y="392"/>
                    </a:lnTo>
                    <a:lnTo>
                      <a:pt x="197" y="396"/>
                    </a:lnTo>
                    <a:lnTo>
                      <a:pt x="210" y="399"/>
                    </a:lnTo>
                    <a:lnTo>
                      <a:pt x="214" y="399"/>
                    </a:lnTo>
                    <a:lnTo>
                      <a:pt x="217" y="399"/>
                    </a:lnTo>
                    <a:lnTo>
                      <a:pt x="217" y="398"/>
                    </a:lnTo>
                    <a:lnTo>
                      <a:pt x="214" y="394"/>
                    </a:lnTo>
                    <a:lnTo>
                      <a:pt x="201" y="381"/>
                    </a:lnTo>
                    <a:lnTo>
                      <a:pt x="201" y="381"/>
                    </a:lnTo>
                    <a:lnTo>
                      <a:pt x="141" y="332"/>
                    </a:lnTo>
                    <a:lnTo>
                      <a:pt x="64" y="268"/>
                    </a:lnTo>
                    <a:lnTo>
                      <a:pt x="32" y="240"/>
                    </a:lnTo>
                    <a:lnTo>
                      <a:pt x="9" y="218"/>
                    </a:lnTo>
                    <a:lnTo>
                      <a:pt x="2" y="211"/>
                    </a:lnTo>
                    <a:lnTo>
                      <a:pt x="0" y="207"/>
                    </a:lnTo>
                    <a:lnTo>
                      <a:pt x="0" y="206"/>
                    </a:lnTo>
                    <a:lnTo>
                      <a:pt x="3" y="206"/>
                    </a:lnTo>
                    <a:lnTo>
                      <a:pt x="11" y="210"/>
                    </a:lnTo>
                    <a:lnTo>
                      <a:pt x="11" y="210"/>
                    </a:lnTo>
                    <a:lnTo>
                      <a:pt x="33" y="222"/>
                    </a:lnTo>
                    <a:lnTo>
                      <a:pt x="55" y="236"/>
                    </a:lnTo>
                    <a:lnTo>
                      <a:pt x="75" y="249"/>
                    </a:lnTo>
                    <a:lnTo>
                      <a:pt x="94" y="261"/>
                    </a:lnTo>
                    <a:lnTo>
                      <a:pt x="105" y="266"/>
                    </a:lnTo>
                    <a:lnTo>
                      <a:pt x="115" y="270"/>
                    </a:lnTo>
                    <a:lnTo>
                      <a:pt x="124" y="271"/>
                    </a:lnTo>
                    <a:lnTo>
                      <a:pt x="134" y="272"/>
                    </a:lnTo>
                    <a:lnTo>
                      <a:pt x="143" y="271"/>
                    </a:lnTo>
                    <a:lnTo>
                      <a:pt x="153" y="267"/>
                    </a:lnTo>
                    <a:lnTo>
                      <a:pt x="162" y="261"/>
                    </a:lnTo>
                    <a:lnTo>
                      <a:pt x="172" y="255"/>
                    </a:lnTo>
                    <a:lnTo>
                      <a:pt x="172" y="255"/>
                    </a:lnTo>
                    <a:lnTo>
                      <a:pt x="182" y="245"/>
                    </a:lnTo>
                    <a:lnTo>
                      <a:pt x="188" y="236"/>
                    </a:lnTo>
                    <a:lnTo>
                      <a:pt x="194" y="226"/>
                    </a:lnTo>
                    <a:lnTo>
                      <a:pt x="197" y="218"/>
                    </a:lnTo>
                    <a:lnTo>
                      <a:pt x="198" y="208"/>
                    </a:lnTo>
                    <a:lnTo>
                      <a:pt x="199" y="199"/>
                    </a:lnTo>
                    <a:lnTo>
                      <a:pt x="198" y="191"/>
                    </a:lnTo>
                    <a:lnTo>
                      <a:pt x="197" y="181"/>
                    </a:lnTo>
                    <a:lnTo>
                      <a:pt x="192" y="173"/>
                    </a:lnTo>
                    <a:lnTo>
                      <a:pt x="188" y="165"/>
                    </a:lnTo>
                    <a:lnTo>
                      <a:pt x="177" y="148"/>
                    </a:lnTo>
                    <a:lnTo>
                      <a:pt x="165" y="133"/>
                    </a:lnTo>
                    <a:lnTo>
                      <a:pt x="150" y="121"/>
                    </a:lnTo>
                    <a:lnTo>
                      <a:pt x="150" y="121"/>
                    </a:lnTo>
                    <a:lnTo>
                      <a:pt x="138" y="110"/>
                    </a:lnTo>
                    <a:lnTo>
                      <a:pt x="131" y="103"/>
                    </a:lnTo>
                    <a:lnTo>
                      <a:pt x="131" y="102"/>
                    </a:lnTo>
                    <a:lnTo>
                      <a:pt x="131" y="101"/>
                    </a:lnTo>
                    <a:lnTo>
                      <a:pt x="132" y="99"/>
                    </a:lnTo>
                    <a:lnTo>
                      <a:pt x="135" y="99"/>
                    </a:lnTo>
                    <a:lnTo>
                      <a:pt x="143" y="101"/>
                    </a:lnTo>
                    <a:lnTo>
                      <a:pt x="156" y="103"/>
                    </a:lnTo>
                    <a:lnTo>
                      <a:pt x="188" y="116"/>
                    </a:lnTo>
                    <a:lnTo>
                      <a:pt x="188" y="116"/>
                    </a:lnTo>
                    <a:lnTo>
                      <a:pt x="198" y="118"/>
                    </a:lnTo>
                    <a:lnTo>
                      <a:pt x="209" y="121"/>
                    </a:lnTo>
                    <a:lnTo>
                      <a:pt x="231" y="124"/>
                    </a:lnTo>
                    <a:lnTo>
                      <a:pt x="255" y="122"/>
                    </a:lnTo>
                    <a:lnTo>
                      <a:pt x="280" y="120"/>
                    </a:lnTo>
                    <a:lnTo>
                      <a:pt x="304" y="116"/>
                    </a:lnTo>
                    <a:lnTo>
                      <a:pt x="326" y="110"/>
                    </a:lnTo>
                    <a:lnTo>
                      <a:pt x="346" y="103"/>
                    </a:lnTo>
                    <a:lnTo>
                      <a:pt x="363" y="97"/>
                    </a:lnTo>
                    <a:lnTo>
                      <a:pt x="363" y="97"/>
                    </a:lnTo>
                    <a:lnTo>
                      <a:pt x="370" y="92"/>
                    </a:lnTo>
                    <a:lnTo>
                      <a:pt x="375" y="87"/>
                    </a:lnTo>
                    <a:lnTo>
                      <a:pt x="380" y="80"/>
                    </a:lnTo>
                    <a:lnTo>
                      <a:pt x="385" y="72"/>
                    </a:lnTo>
                    <a:lnTo>
                      <a:pt x="390" y="53"/>
                    </a:lnTo>
                    <a:lnTo>
                      <a:pt x="395" y="34"/>
                    </a:lnTo>
                    <a:lnTo>
                      <a:pt x="400" y="18"/>
                    </a:lnTo>
                    <a:lnTo>
                      <a:pt x="402" y="5"/>
                    </a:lnTo>
                    <a:lnTo>
                      <a:pt x="404" y="3"/>
                    </a:lnTo>
                    <a:lnTo>
                      <a:pt x="406" y="0"/>
                    </a:lnTo>
                    <a:lnTo>
                      <a:pt x="408" y="1"/>
                    </a:lnTo>
                    <a:lnTo>
                      <a:pt x="410" y="5"/>
                    </a:lnTo>
                    <a:lnTo>
                      <a:pt x="410" y="5"/>
                    </a:lnTo>
                    <a:lnTo>
                      <a:pt x="415" y="15"/>
                    </a:lnTo>
                    <a:lnTo>
                      <a:pt x="419" y="24"/>
                    </a:lnTo>
                    <a:lnTo>
                      <a:pt x="424" y="42"/>
                    </a:lnTo>
                    <a:lnTo>
                      <a:pt x="428" y="52"/>
                    </a:lnTo>
                    <a:lnTo>
                      <a:pt x="435" y="60"/>
                    </a:lnTo>
                    <a:lnTo>
                      <a:pt x="443" y="67"/>
                    </a:lnTo>
                    <a:lnTo>
                      <a:pt x="454" y="73"/>
                    </a:lnTo>
                    <a:lnTo>
                      <a:pt x="454" y="73"/>
                    </a:lnTo>
                    <a:lnTo>
                      <a:pt x="468" y="79"/>
                    </a:lnTo>
                    <a:lnTo>
                      <a:pt x="483" y="84"/>
                    </a:lnTo>
                    <a:lnTo>
                      <a:pt x="517" y="94"/>
                    </a:lnTo>
                    <a:lnTo>
                      <a:pt x="549" y="101"/>
                    </a:lnTo>
                    <a:lnTo>
                      <a:pt x="563" y="102"/>
                    </a:lnTo>
                    <a:lnTo>
                      <a:pt x="577" y="103"/>
                    </a:lnTo>
                    <a:lnTo>
                      <a:pt x="577" y="103"/>
                    </a:lnTo>
                    <a:lnTo>
                      <a:pt x="593" y="102"/>
                    </a:lnTo>
                    <a:lnTo>
                      <a:pt x="600" y="101"/>
                    </a:lnTo>
                    <a:lnTo>
                      <a:pt x="604" y="98"/>
                    </a:lnTo>
                    <a:lnTo>
                      <a:pt x="609" y="94"/>
                    </a:lnTo>
                    <a:lnTo>
                      <a:pt x="613" y="88"/>
                    </a:lnTo>
                    <a:lnTo>
                      <a:pt x="627" y="69"/>
                    </a:lnTo>
                    <a:lnTo>
                      <a:pt x="627" y="69"/>
                    </a:lnTo>
                    <a:lnTo>
                      <a:pt x="633" y="62"/>
                    </a:lnTo>
                    <a:lnTo>
                      <a:pt x="634" y="62"/>
                    </a:lnTo>
                    <a:lnTo>
                      <a:pt x="634" y="64"/>
                    </a:lnTo>
                    <a:lnTo>
                      <a:pt x="631" y="79"/>
                    </a:lnTo>
                    <a:lnTo>
                      <a:pt x="630" y="88"/>
                    </a:lnTo>
                    <a:lnTo>
                      <a:pt x="630" y="92"/>
                    </a:lnTo>
                    <a:lnTo>
                      <a:pt x="631" y="95"/>
                    </a:lnTo>
                    <a:lnTo>
                      <a:pt x="633" y="98"/>
                    </a:lnTo>
                    <a:lnTo>
                      <a:pt x="635" y="99"/>
                    </a:lnTo>
                    <a:lnTo>
                      <a:pt x="641" y="99"/>
                    </a:lnTo>
                    <a:lnTo>
                      <a:pt x="646" y="97"/>
                    </a:lnTo>
                    <a:lnTo>
                      <a:pt x="646" y="97"/>
                    </a:lnTo>
                    <a:lnTo>
                      <a:pt x="663" y="91"/>
                    </a:lnTo>
                    <a:lnTo>
                      <a:pt x="679" y="86"/>
                    </a:lnTo>
                    <a:lnTo>
                      <a:pt x="716" y="76"/>
                    </a:lnTo>
                    <a:lnTo>
                      <a:pt x="752" y="69"/>
                    </a:lnTo>
                    <a:lnTo>
                      <a:pt x="782" y="65"/>
                    </a:lnTo>
                    <a:lnTo>
                      <a:pt x="782" y="65"/>
                    </a:lnTo>
                    <a:lnTo>
                      <a:pt x="763" y="72"/>
                    </a:lnTo>
                    <a:lnTo>
                      <a:pt x="742" y="80"/>
                    </a:lnTo>
                    <a:lnTo>
                      <a:pt x="718" y="90"/>
                    </a:lnTo>
                    <a:lnTo>
                      <a:pt x="690" y="102"/>
                    </a:lnTo>
                    <a:lnTo>
                      <a:pt x="657" y="118"/>
                    </a:lnTo>
                    <a:lnTo>
                      <a:pt x="616" y="143"/>
                    </a:lnTo>
                    <a:lnTo>
                      <a:pt x="567" y="176"/>
                    </a:lnTo>
                    <a:lnTo>
                      <a:pt x="509" y="218"/>
                    </a:lnTo>
                    <a:lnTo>
                      <a:pt x="509" y="218"/>
                    </a:lnTo>
                    <a:lnTo>
                      <a:pt x="484" y="237"/>
                    </a:lnTo>
                    <a:lnTo>
                      <a:pt x="461" y="256"/>
                    </a:lnTo>
                    <a:lnTo>
                      <a:pt x="419" y="291"/>
                    </a:lnTo>
                    <a:lnTo>
                      <a:pt x="382" y="323"/>
                    </a:lnTo>
                    <a:lnTo>
                      <a:pt x="365" y="336"/>
                    </a:lnTo>
                    <a:lnTo>
                      <a:pt x="349" y="349"/>
                    </a:lnTo>
                    <a:lnTo>
                      <a:pt x="349" y="349"/>
                    </a:lnTo>
                    <a:lnTo>
                      <a:pt x="325" y="365"/>
                    </a:lnTo>
                    <a:lnTo>
                      <a:pt x="301" y="380"/>
                    </a:lnTo>
                    <a:lnTo>
                      <a:pt x="259" y="405"/>
                    </a:lnTo>
                    <a:lnTo>
                      <a:pt x="239" y="417"/>
                    </a:lnTo>
                    <a:lnTo>
                      <a:pt x="220" y="430"/>
                    </a:lnTo>
                    <a:lnTo>
                      <a:pt x="199" y="445"/>
                    </a:lnTo>
                    <a:lnTo>
                      <a:pt x="180" y="462"/>
                    </a:lnTo>
                    <a:lnTo>
                      <a:pt x="180" y="462"/>
                    </a:lnTo>
                    <a:close/>
                  </a:path>
                </a:pathLst>
              </a:custGeom>
              <a:solidFill>
                <a:srgbClr val="8C6A5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5" name="Freeform 12"/>
              <p:cNvSpPr>
                <a:spLocks/>
              </p:cNvSpPr>
              <p:nvPr/>
            </p:nvSpPr>
            <p:spPr bwMode="auto">
              <a:xfrm rot="1800000">
                <a:off x="1405169" y="2895940"/>
                <a:ext cx="28099" cy="77273"/>
              </a:xfrm>
              <a:custGeom>
                <a:avLst/>
                <a:gdLst/>
                <a:ahLst/>
                <a:cxnLst>
                  <a:cxn ang="0">
                    <a:pos x="12" y="133"/>
                  </a:cxn>
                  <a:cxn ang="0">
                    <a:pos x="12" y="133"/>
                  </a:cxn>
                  <a:cxn ang="0">
                    <a:pos x="19" y="126"/>
                  </a:cxn>
                  <a:cxn ang="0">
                    <a:pos x="19" y="126"/>
                  </a:cxn>
                  <a:cxn ang="0">
                    <a:pos x="24" y="113"/>
                  </a:cxn>
                  <a:cxn ang="0">
                    <a:pos x="30" y="100"/>
                  </a:cxn>
                  <a:cxn ang="0">
                    <a:pos x="35" y="84"/>
                  </a:cxn>
                  <a:cxn ang="0">
                    <a:pos x="38" y="67"/>
                  </a:cxn>
                  <a:cxn ang="0">
                    <a:pos x="45" y="33"/>
                  </a:cxn>
                  <a:cxn ang="0">
                    <a:pos x="47" y="2"/>
                  </a:cxn>
                  <a:cxn ang="0">
                    <a:pos x="47" y="2"/>
                  </a:cxn>
                  <a:cxn ang="0">
                    <a:pos x="41" y="0"/>
                  </a:cxn>
                  <a:cxn ang="0">
                    <a:pos x="34" y="0"/>
                  </a:cxn>
                  <a:cxn ang="0">
                    <a:pos x="30" y="3"/>
                  </a:cxn>
                  <a:cxn ang="0">
                    <a:pos x="24" y="6"/>
                  </a:cxn>
                  <a:cxn ang="0">
                    <a:pos x="20" y="9"/>
                  </a:cxn>
                  <a:cxn ang="0">
                    <a:pos x="17" y="14"/>
                  </a:cxn>
                  <a:cxn ang="0">
                    <a:pos x="12" y="24"/>
                  </a:cxn>
                  <a:cxn ang="0">
                    <a:pos x="8" y="34"/>
                  </a:cxn>
                  <a:cxn ang="0">
                    <a:pos x="5" y="45"/>
                  </a:cxn>
                  <a:cxn ang="0">
                    <a:pos x="2" y="55"/>
                  </a:cxn>
                  <a:cxn ang="0">
                    <a:pos x="1" y="62"/>
                  </a:cxn>
                  <a:cxn ang="0">
                    <a:pos x="1" y="62"/>
                  </a:cxn>
                  <a:cxn ang="0">
                    <a:pos x="0" y="67"/>
                  </a:cxn>
                  <a:cxn ang="0">
                    <a:pos x="0" y="74"/>
                  </a:cxn>
                  <a:cxn ang="0">
                    <a:pos x="1" y="92"/>
                  </a:cxn>
                  <a:cxn ang="0">
                    <a:pos x="7" y="113"/>
                  </a:cxn>
                  <a:cxn ang="0">
                    <a:pos x="12" y="133"/>
                  </a:cxn>
                  <a:cxn ang="0">
                    <a:pos x="12" y="133"/>
                  </a:cxn>
                </a:cxnLst>
                <a:rect l="0" t="0" r="r" b="b"/>
                <a:pathLst>
                  <a:path w="47" h="133">
                    <a:moveTo>
                      <a:pt x="12" y="133"/>
                    </a:moveTo>
                    <a:lnTo>
                      <a:pt x="12" y="133"/>
                    </a:lnTo>
                    <a:lnTo>
                      <a:pt x="19" y="126"/>
                    </a:lnTo>
                    <a:lnTo>
                      <a:pt x="19" y="126"/>
                    </a:lnTo>
                    <a:lnTo>
                      <a:pt x="24" y="113"/>
                    </a:lnTo>
                    <a:lnTo>
                      <a:pt x="30" y="100"/>
                    </a:lnTo>
                    <a:lnTo>
                      <a:pt x="35" y="84"/>
                    </a:lnTo>
                    <a:lnTo>
                      <a:pt x="38" y="67"/>
                    </a:lnTo>
                    <a:lnTo>
                      <a:pt x="45" y="33"/>
                    </a:lnTo>
                    <a:lnTo>
                      <a:pt x="47" y="2"/>
                    </a:lnTo>
                    <a:lnTo>
                      <a:pt x="47" y="2"/>
                    </a:lnTo>
                    <a:lnTo>
                      <a:pt x="41" y="0"/>
                    </a:lnTo>
                    <a:lnTo>
                      <a:pt x="34" y="0"/>
                    </a:lnTo>
                    <a:lnTo>
                      <a:pt x="30" y="3"/>
                    </a:lnTo>
                    <a:lnTo>
                      <a:pt x="24" y="6"/>
                    </a:lnTo>
                    <a:lnTo>
                      <a:pt x="20" y="9"/>
                    </a:lnTo>
                    <a:lnTo>
                      <a:pt x="17" y="14"/>
                    </a:lnTo>
                    <a:lnTo>
                      <a:pt x="12" y="24"/>
                    </a:lnTo>
                    <a:lnTo>
                      <a:pt x="8" y="34"/>
                    </a:lnTo>
                    <a:lnTo>
                      <a:pt x="5" y="45"/>
                    </a:lnTo>
                    <a:lnTo>
                      <a:pt x="2" y="55"/>
                    </a:lnTo>
                    <a:lnTo>
                      <a:pt x="1" y="62"/>
                    </a:lnTo>
                    <a:lnTo>
                      <a:pt x="1" y="62"/>
                    </a:lnTo>
                    <a:lnTo>
                      <a:pt x="0" y="67"/>
                    </a:lnTo>
                    <a:lnTo>
                      <a:pt x="0" y="74"/>
                    </a:lnTo>
                    <a:lnTo>
                      <a:pt x="1" y="92"/>
                    </a:lnTo>
                    <a:lnTo>
                      <a:pt x="7" y="113"/>
                    </a:lnTo>
                    <a:lnTo>
                      <a:pt x="12" y="133"/>
                    </a:lnTo>
                    <a:lnTo>
                      <a:pt x="12" y="133"/>
                    </a:lnTo>
                    <a:close/>
                  </a:path>
                </a:pathLst>
              </a:custGeom>
              <a:solidFill>
                <a:srgbClr val="BD9079"/>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6" name="Freeform 13"/>
              <p:cNvSpPr>
                <a:spLocks/>
              </p:cNvSpPr>
              <p:nvPr/>
            </p:nvSpPr>
            <p:spPr bwMode="auto">
              <a:xfrm rot="1800000">
                <a:off x="1300390" y="2919061"/>
                <a:ext cx="43320" cy="70248"/>
              </a:xfrm>
              <a:custGeom>
                <a:avLst/>
                <a:gdLst/>
                <a:ahLst/>
                <a:cxnLst>
                  <a:cxn ang="0">
                    <a:pos x="1" y="120"/>
                  </a:cxn>
                  <a:cxn ang="0">
                    <a:pos x="1" y="120"/>
                  </a:cxn>
                  <a:cxn ang="0">
                    <a:pos x="9" y="117"/>
                  </a:cxn>
                  <a:cxn ang="0">
                    <a:pos x="9" y="117"/>
                  </a:cxn>
                  <a:cxn ang="0">
                    <a:pos x="16" y="111"/>
                  </a:cxn>
                  <a:cxn ang="0">
                    <a:pos x="23" y="107"/>
                  </a:cxn>
                  <a:cxn ang="0">
                    <a:pos x="35" y="95"/>
                  </a:cxn>
                  <a:cxn ang="0">
                    <a:pos x="45" y="81"/>
                  </a:cxn>
                  <a:cxn ang="0">
                    <a:pos x="54" y="66"/>
                  </a:cxn>
                  <a:cxn ang="0">
                    <a:pos x="61" y="51"/>
                  </a:cxn>
                  <a:cxn ang="0">
                    <a:pos x="67" y="39"/>
                  </a:cxn>
                  <a:cxn ang="0">
                    <a:pos x="72" y="19"/>
                  </a:cxn>
                  <a:cxn ang="0">
                    <a:pos x="72" y="19"/>
                  </a:cxn>
                  <a:cxn ang="0">
                    <a:pos x="64" y="10"/>
                  </a:cxn>
                  <a:cxn ang="0">
                    <a:pos x="54" y="1"/>
                  </a:cxn>
                  <a:cxn ang="0">
                    <a:pos x="54" y="1"/>
                  </a:cxn>
                  <a:cxn ang="0">
                    <a:pos x="52" y="0"/>
                  </a:cxn>
                  <a:cxn ang="0">
                    <a:pos x="49" y="0"/>
                  </a:cxn>
                  <a:cxn ang="0">
                    <a:pos x="46" y="1"/>
                  </a:cxn>
                  <a:cxn ang="0">
                    <a:pos x="43" y="2"/>
                  </a:cxn>
                  <a:cxn ang="0">
                    <a:pos x="37" y="9"/>
                  </a:cxn>
                  <a:cxn ang="0">
                    <a:pos x="30" y="19"/>
                  </a:cxn>
                  <a:cxn ang="0">
                    <a:pos x="18" y="38"/>
                  </a:cxn>
                  <a:cxn ang="0">
                    <a:pos x="8" y="54"/>
                  </a:cxn>
                  <a:cxn ang="0">
                    <a:pos x="8" y="54"/>
                  </a:cxn>
                  <a:cxn ang="0">
                    <a:pos x="5" y="60"/>
                  </a:cxn>
                  <a:cxn ang="0">
                    <a:pos x="4" y="66"/>
                  </a:cxn>
                  <a:cxn ang="0">
                    <a:pos x="1" y="83"/>
                  </a:cxn>
                  <a:cxn ang="0">
                    <a:pos x="0" y="102"/>
                  </a:cxn>
                  <a:cxn ang="0">
                    <a:pos x="1" y="120"/>
                  </a:cxn>
                  <a:cxn ang="0">
                    <a:pos x="1" y="120"/>
                  </a:cxn>
                </a:cxnLst>
                <a:rect l="0" t="0" r="r" b="b"/>
                <a:pathLst>
                  <a:path w="72" h="120">
                    <a:moveTo>
                      <a:pt x="1" y="120"/>
                    </a:moveTo>
                    <a:lnTo>
                      <a:pt x="1" y="120"/>
                    </a:lnTo>
                    <a:lnTo>
                      <a:pt x="9" y="117"/>
                    </a:lnTo>
                    <a:lnTo>
                      <a:pt x="9" y="117"/>
                    </a:lnTo>
                    <a:lnTo>
                      <a:pt x="16" y="111"/>
                    </a:lnTo>
                    <a:lnTo>
                      <a:pt x="23" y="107"/>
                    </a:lnTo>
                    <a:lnTo>
                      <a:pt x="35" y="95"/>
                    </a:lnTo>
                    <a:lnTo>
                      <a:pt x="45" y="81"/>
                    </a:lnTo>
                    <a:lnTo>
                      <a:pt x="54" y="66"/>
                    </a:lnTo>
                    <a:lnTo>
                      <a:pt x="61" y="51"/>
                    </a:lnTo>
                    <a:lnTo>
                      <a:pt x="67" y="39"/>
                    </a:lnTo>
                    <a:lnTo>
                      <a:pt x="72" y="19"/>
                    </a:lnTo>
                    <a:lnTo>
                      <a:pt x="72" y="19"/>
                    </a:lnTo>
                    <a:lnTo>
                      <a:pt x="64" y="10"/>
                    </a:lnTo>
                    <a:lnTo>
                      <a:pt x="54" y="1"/>
                    </a:lnTo>
                    <a:lnTo>
                      <a:pt x="54" y="1"/>
                    </a:lnTo>
                    <a:lnTo>
                      <a:pt x="52" y="0"/>
                    </a:lnTo>
                    <a:lnTo>
                      <a:pt x="49" y="0"/>
                    </a:lnTo>
                    <a:lnTo>
                      <a:pt x="46" y="1"/>
                    </a:lnTo>
                    <a:lnTo>
                      <a:pt x="43" y="2"/>
                    </a:lnTo>
                    <a:lnTo>
                      <a:pt x="37" y="9"/>
                    </a:lnTo>
                    <a:lnTo>
                      <a:pt x="30" y="19"/>
                    </a:lnTo>
                    <a:lnTo>
                      <a:pt x="18" y="38"/>
                    </a:lnTo>
                    <a:lnTo>
                      <a:pt x="8" y="54"/>
                    </a:lnTo>
                    <a:lnTo>
                      <a:pt x="8" y="54"/>
                    </a:lnTo>
                    <a:lnTo>
                      <a:pt x="5" y="60"/>
                    </a:lnTo>
                    <a:lnTo>
                      <a:pt x="4" y="66"/>
                    </a:lnTo>
                    <a:lnTo>
                      <a:pt x="1" y="83"/>
                    </a:lnTo>
                    <a:lnTo>
                      <a:pt x="0" y="102"/>
                    </a:lnTo>
                    <a:lnTo>
                      <a:pt x="1" y="120"/>
                    </a:lnTo>
                    <a:lnTo>
                      <a:pt x="1" y="120"/>
                    </a:lnTo>
                    <a:close/>
                  </a:path>
                </a:pathLst>
              </a:custGeom>
              <a:solidFill>
                <a:srgbClr val="BD9079"/>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7" name="Freeform 14"/>
              <p:cNvSpPr>
                <a:spLocks/>
              </p:cNvSpPr>
              <p:nvPr/>
            </p:nvSpPr>
            <p:spPr bwMode="auto">
              <a:xfrm rot="1800000">
                <a:off x="708419" y="2405823"/>
                <a:ext cx="763365" cy="881616"/>
              </a:xfrm>
              <a:custGeom>
                <a:avLst/>
                <a:gdLst/>
                <a:ahLst/>
                <a:cxnLst>
                  <a:cxn ang="0">
                    <a:pos x="423" y="1374"/>
                  </a:cxn>
                  <a:cxn ang="0">
                    <a:pos x="543" y="1238"/>
                  </a:cxn>
                  <a:cxn ang="0">
                    <a:pos x="747" y="1005"/>
                  </a:cxn>
                  <a:cxn ang="0">
                    <a:pos x="831" y="874"/>
                  </a:cxn>
                  <a:cxn ang="0">
                    <a:pos x="950" y="672"/>
                  </a:cxn>
                  <a:cxn ang="0">
                    <a:pos x="1028" y="591"/>
                  </a:cxn>
                  <a:cxn ang="0">
                    <a:pos x="1119" y="526"/>
                  </a:cxn>
                  <a:cxn ang="0">
                    <a:pos x="1168" y="482"/>
                  </a:cxn>
                  <a:cxn ang="0">
                    <a:pos x="1158" y="453"/>
                  </a:cxn>
                  <a:cxn ang="0">
                    <a:pos x="1120" y="416"/>
                  </a:cxn>
                  <a:cxn ang="0">
                    <a:pos x="1078" y="409"/>
                  </a:cxn>
                  <a:cxn ang="0">
                    <a:pos x="1021" y="438"/>
                  </a:cxn>
                  <a:cxn ang="0">
                    <a:pos x="910" y="521"/>
                  </a:cxn>
                  <a:cxn ang="0">
                    <a:pos x="834" y="555"/>
                  </a:cxn>
                  <a:cxn ang="0">
                    <a:pos x="781" y="547"/>
                  </a:cxn>
                  <a:cxn ang="0">
                    <a:pos x="735" y="507"/>
                  </a:cxn>
                  <a:cxn ang="0">
                    <a:pos x="680" y="502"/>
                  </a:cxn>
                  <a:cxn ang="0">
                    <a:pos x="673" y="484"/>
                  </a:cxn>
                  <a:cxn ang="0">
                    <a:pos x="702" y="432"/>
                  </a:cxn>
                  <a:cxn ang="0">
                    <a:pos x="679" y="392"/>
                  </a:cxn>
                  <a:cxn ang="0">
                    <a:pos x="597" y="273"/>
                  </a:cxn>
                  <a:cxn ang="0">
                    <a:pos x="590" y="239"/>
                  </a:cxn>
                  <a:cxn ang="0">
                    <a:pos x="612" y="238"/>
                  </a:cxn>
                  <a:cxn ang="0">
                    <a:pos x="709" y="281"/>
                  </a:cxn>
                  <a:cxn ang="0">
                    <a:pos x="737" y="269"/>
                  </a:cxn>
                  <a:cxn ang="0">
                    <a:pos x="746" y="234"/>
                  </a:cxn>
                  <a:cxn ang="0">
                    <a:pos x="729" y="152"/>
                  </a:cxn>
                  <a:cxn ang="0">
                    <a:pos x="754" y="144"/>
                  </a:cxn>
                  <a:cxn ang="0">
                    <a:pos x="842" y="163"/>
                  </a:cxn>
                  <a:cxn ang="0">
                    <a:pos x="917" y="144"/>
                  </a:cxn>
                  <a:cxn ang="0">
                    <a:pos x="988" y="84"/>
                  </a:cxn>
                  <a:cxn ang="0">
                    <a:pos x="1029" y="52"/>
                  </a:cxn>
                  <a:cxn ang="0">
                    <a:pos x="1060" y="73"/>
                  </a:cxn>
                  <a:cxn ang="0">
                    <a:pos x="1146" y="120"/>
                  </a:cxn>
                  <a:cxn ang="0">
                    <a:pos x="1201" y="115"/>
                  </a:cxn>
                  <a:cxn ang="0">
                    <a:pos x="1232" y="107"/>
                  </a:cxn>
                  <a:cxn ang="0">
                    <a:pos x="1278" y="131"/>
                  </a:cxn>
                  <a:cxn ang="0">
                    <a:pos x="1299" y="129"/>
                  </a:cxn>
                  <a:cxn ang="0">
                    <a:pos x="1291" y="108"/>
                  </a:cxn>
                  <a:cxn ang="0">
                    <a:pos x="1165" y="43"/>
                  </a:cxn>
                  <a:cxn ang="0">
                    <a:pos x="1101" y="11"/>
                  </a:cxn>
                  <a:cxn ang="0">
                    <a:pos x="1018" y="0"/>
                  </a:cxn>
                  <a:cxn ang="0">
                    <a:pos x="894" y="22"/>
                  </a:cxn>
                  <a:cxn ang="0">
                    <a:pos x="631" y="97"/>
                  </a:cxn>
                  <a:cxn ang="0">
                    <a:pos x="513" y="152"/>
                  </a:cxn>
                  <a:cxn ang="0">
                    <a:pos x="492" y="183"/>
                  </a:cxn>
                  <a:cxn ang="0">
                    <a:pos x="491" y="257"/>
                  </a:cxn>
                  <a:cxn ang="0">
                    <a:pos x="446" y="490"/>
                  </a:cxn>
                  <a:cxn ang="0">
                    <a:pos x="378" y="732"/>
                  </a:cxn>
                  <a:cxn ang="0">
                    <a:pos x="333" y="879"/>
                  </a:cxn>
                  <a:cxn ang="0">
                    <a:pos x="115" y="1254"/>
                  </a:cxn>
                </a:cxnLst>
                <a:rect l="0" t="0" r="r" b="b"/>
                <a:pathLst>
                  <a:path w="1304" h="1506">
                    <a:moveTo>
                      <a:pt x="303" y="1506"/>
                    </a:moveTo>
                    <a:lnTo>
                      <a:pt x="303" y="1506"/>
                    </a:lnTo>
                    <a:lnTo>
                      <a:pt x="345" y="1461"/>
                    </a:lnTo>
                    <a:lnTo>
                      <a:pt x="386" y="1418"/>
                    </a:lnTo>
                    <a:lnTo>
                      <a:pt x="423" y="1374"/>
                    </a:lnTo>
                    <a:lnTo>
                      <a:pt x="458" y="1332"/>
                    </a:lnTo>
                    <a:lnTo>
                      <a:pt x="458" y="1332"/>
                    </a:lnTo>
                    <a:lnTo>
                      <a:pt x="476" y="1310"/>
                    </a:lnTo>
                    <a:lnTo>
                      <a:pt x="496" y="1287"/>
                    </a:lnTo>
                    <a:lnTo>
                      <a:pt x="543" y="1238"/>
                    </a:lnTo>
                    <a:lnTo>
                      <a:pt x="592" y="1185"/>
                    </a:lnTo>
                    <a:lnTo>
                      <a:pt x="645" y="1127"/>
                    </a:lnTo>
                    <a:lnTo>
                      <a:pt x="698" y="1067"/>
                    </a:lnTo>
                    <a:lnTo>
                      <a:pt x="722" y="1036"/>
                    </a:lnTo>
                    <a:lnTo>
                      <a:pt x="747" y="1005"/>
                    </a:lnTo>
                    <a:lnTo>
                      <a:pt x="771" y="972"/>
                    </a:lnTo>
                    <a:lnTo>
                      <a:pt x="793" y="939"/>
                    </a:lnTo>
                    <a:lnTo>
                      <a:pt x="814" y="907"/>
                    </a:lnTo>
                    <a:lnTo>
                      <a:pt x="831" y="874"/>
                    </a:lnTo>
                    <a:lnTo>
                      <a:pt x="831" y="874"/>
                    </a:lnTo>
                    <a:lnTo>
                      <a:pt x="863" y="813"/>
                    </a:lnTo>
                    <a:lnTo>
                      <a:pt x="893" y="758"/>
                    </a:lnTo>
                    <a:lnTo>
                      <a:pt x="921" y="712"/>
                    </a:lnTo>
                    <a:lnTo>
                      <a:pt x="936" y="691"/>
                    </a:lnTo>
                    <a:lnTo>
                      <a:pt x="950" y="672"/>
                    </a:lnTo>
                    <a:lnTo>
                      <a:pt x="965" y="653"/>
                    </a:lnTo>
                    <a:lnTo>
                      <a:pt x="979" y="637"/>
                    </a:lnTo>
                    <a:lnTo>
                      <a:pt x="995" y="621"/>
                    </a:lnTo>
                    <a:lnTo>
                      <a:pt x="1010" y="606"/>
                    </a:lnTo>
                    <a:lnTo>
                      <a:pt x="1028" y="591"/>
                    </a:lnTo>
                    <a:lnTo>
                      <a:pt x="1045" y="577"/>
                    </a:lnTo>
                    <a:lnTo>
                      <a:pt x="1064" y="563"/>
                    </a:lnTo>
                    <a:lnTo>
                      <a:pt x="1083" y="550"/>
                    </a:lnTo>
                    <a:lnTo>
                      <a:pt x="1083" y="550"/>
                    </a:lnTo>
                    <a:lnTo>
                      <a:pt x="1119" y="526"/>
                    </a:lnTo>
                    <a:lnTo>
                      <a:pt x="1145" y="509"/>
                    </a:lnTo>
                    <a:lnTo>
                      <a:pt x="1153" y="501"/>
                    </a:lnTo>
                    <a:lnTo>
                      <a:pt x="1160" y="494"/>
                    </a:lnTo>
                    <a:lnTo>
                      <a:pt x="1165" y="487"/>
                    </a:lnTo>
                    <a:lnTo>
                      <a:pt x="1168" y="482"/>
                    </a:lnTo>
                    <a:lnTo>
                      <a:pt x="1169" y="477"/>
                    </a:lnTo>
                    <a:lnTo>
                      <a:pt x="1169" y="472"/>
                    </a:lnTo>
                    <a:lnTo>
                      <a:pt x="1168" y="468"/>
                    </a:lnTo>
                    <a:lnTo>
                      <a:pt x="1167" y="462"/>
                    </a:lnTo>
                    <a:lnTo>
                      <a:pt x="1158" y="453"/>
                    </a:lnTo>
                    <a:lnTo>
                      <a:pt x="1149" y="443"/>
                    </a:lnTo>
                    <a:lnTo>
                      <a:pt x="1149" y="443"/>
                    </a:lnTo>
                    <a:lnTo>
                      <a:pt x="1138" y="431"/>
                    </a:lnTo>
                    <a:lnTo>
                      <a:pt x="1126" y="422"/>
                    </a:lnTo>
                    <a:lnTo>
                      <a:pt x="1120" y="416"/>
                    </a:lnTo>
                    <a:lnTo>
                      <a:pt x="1112" y="413"/>
                    </a:lnTo>
                    <a:lnTo>
                      <a:pt x="1105" y="411"/>
                    </a:lnTo>
                    <a:lnTo>
                      <a:pt x="1097" y="409"/>
                    </a:lnTo>
                    <a:lnTo>
                      <a:pt x="1088" y="408"/>
                    </a:lnTo>
                    <a:lnTo>
                      <a:pt x="1078" y="409"/>
                    </a:lnTo>
                    <a:lnTo>
                      <a:pt x="1069" y="411"/>
                    </a:lnTo>
                    <a:lnTo>
                      <a:pt x="1058" y="415"/>
                    </a:lnTo>
                    <a:lnTo>
                      <a:pt x="1045" y="420"/>
                    </a:lnTo>
                    <a:lnTo>
                      <a:pt x="1033" y="428"/>
                    </a:lnTo>
                    <a:lnTo>
                      <a:pt x="1021" y="438"/>
                    </a:lnTo>
                    <a:lnTo>
                      <a:pt x="1007" y="450"/>
                    </a:lnTo>
                    <a:lnTo>
                      <a:pt x="1007" y="450"/>
                    </a:lnTo>
                    <a:lnTo>
                      <a:pt x="976" y="476"/>
                    </a:lnTo>
                    <a:lnTo>
                      <a:pt x="945" y="499"/>
                    </a:lnTo>
                    <a:lnTo>
                      <a:pt x="910" y="521"/>
                    </a:lnTo>
                    <a:lnTo>
                      <a:pt x="894" y="531"/>
                    </a:lnTo>
                    <a:lnTo>
                      <a:pt x="879" y="539"/>
                    </a:lnTo>
                    <a:lnTo>
                      <a:pt x="863" y="546"/>
                    </a:lnTo>
                    <a:lnTo>
                      <a:pt x="848" y="551"/>
                    </a:lnTo>
                    <a:lnTo>
                      <a:pt x="834" y="555"/>
                    </a:lnTo>
                    <a:lnTo>
                      <a:pt x="821" y="558"/>
                    </a:lnTo>
                    <a:lnTo>
                      <a:pt x="808" y="558"/>
                    </a:lnTo>
                    <a:lnTo>
                      <a:pt x="797" y="556"/>
                    </a:lnTo>
                    <a:lnTo>
                      <a:pt x="789" y="554"/>
                    </a:lnTo>
                    <a:lnTo>
                      <a:pt x="781" y="547"/>
                    </a:lnTo>
                    <a:lnTo>
                      <a:pt x="781" y="547"/>
                    </a:lnTo>
                    <a:lnTo>
                      <a:pt x="759" y="525"/>
                    </a:lnTo>
                    <a:lnTo>
                      <a:pt x="752" y="517"/>
                    </a:lnTo>
                    <a:lnTo>
                      <a:pt x="744" y="512"/>
                    </a:lnTo>
                    <a:lnTo>
                      <a:pt x="735" y="507"/>
                    </a:lnTo>
                    <a:lnTo>
                      <a:pt x="724" y="505"/>
                    </a:lnTo>
                    <a:lnTo>
                      <a:pt x="709" y="503"/>
                    </a:lnTo>
                    <a:lnTo>
                      <a:pt x="690" y="503"/>
                    </a:lnTo>
                    <a:lnTo>
                      <a:pt x="690" y="503"/>
                    </a:lnTo>
                    <a:lnTo>
                      <a:pt x="680" y="502"/>
                    </a:lnTo>
                    <a:lnTo>
                      <a:pt x="673" y="501"/>
                    </a:lnTo>
                    <a:lnTo>
                      <a:pt x="669" y="498"/>
                    </a:lnTo>
                    <a:lnTo>
                      <a:pt x="669" y="494"/>
                    </a:lnTo>
                    <a:lnTo>
                      <a:pt x="671" y="490"/>
                    </a:lnTo>
                    <a:lnTo>
                      <a:pt x="673" y="484"/>
                    </a:lnTo>
                    <a:lnTo>
                      <a:pt x="682" y="471"/>
                    </a:lnTo>
                    <a:lnTo>
                      <a:pt x="691" y="456"/>
                    </a:lnTo>
                    <a:lnTo>
                      <a:pt x="697" y="449"/>
                    </a:lnTo>
                    <a:lnTo>
                      <a:pt x="699" y="441"/>
                    </a:lnTo>
                    <a:lnTo>
                      <a:pt x="702" y="432"/>
                    </a:lnTo>
                    <a:lnTo>
                      <a:pt x="702" y="424"/>
                    </a:lnTo>
                    <a:lnTo>
                      <a:pt x="699" y="417"/>
                    </a:lnTo>
                    <a:lnTo>
                      <a:pt x="695" y="411"/>
                    </a:lnTo>
                    <a:lnTo>
                      <a:pt x="695" y="411"/>
                    </a:lnTo>
                    <a:lnTo>
                      <a:pt x="679" y="392"/>
                    </a:lnTo>
                    <a:lnTo>
                      <a:pt x="658" y="364"/>
                    </a:lnTo>
                    <a:lnTo>
                      <a:pt x="635" y="333"/>
                    </a:lnTo>
                    <a:lnTo>
                      <a:pt x="613" y="302"/>
                    </a:lnTo>
                    <a:lnTo>
                      <a:pt x="604" y="287"/>
                    </a:lnTo>
                    <a:lnTo>
                      <a:pt x="597" y="273"/>
                    </a:lnTo>
                    <a:lnTo>
                      <a:pt x="592" y="261"/>
                    </a:lnTo>
                    <a:lnTo>
                      <a:pt x="589" y="250"/>
                    </a:lnTo>
                    <a:lnTo>
                      <a:pt x="589" y="246"/>
                    </a:lnTo>
                    <a:lnTo>
                      <a:pt x="589" y="242"/>
                    </a:lnTo>
                    <a:lnTo>
                      <a:pt x="590" y="239"/>
                    </a:lnTo>
                    <a:lnTo>
                      <a:pt x="593" y="238"/>
                    </a:lnTo>
                    <a:lnTo>
                      <a:pt x="596" y="236"/>
                    </a:lnTo>
                    <a:lnTo>
                      <a:pt x="600" y="236"/>
                    </a:lnTo>
                    <a:lnTo>
                      <a:pt x="612" y="238"/>
                    </a:lnTo>
                    <a:lnTo>
                      <a:pt x="612" y="238"/>
                    </a:lnTo>
                    <a:lnTo>
                      <a:pt x="637" y="247"/>
                    </a:lnTo>
                    <a:lnTo>
                      <a:pt x="658" y="257"/>
                    </a:lnTo>
                    <a:lnTo>
                      <a:pt x="690" y="274"/>
                    </a:lnTo>
                    <a:lnTo>
                      <a:pt x="703" y="280"/>
                    </a:lnTo>
                    <a:lnTo>
                      <a:pt x="709" y="281"/>
                    </a:lnTo>
                    <a:lnTo>
                      <a:pt x="714" y="281"/>
                    </a:lnTo>
                    <a:lnTo>
                      <a:pt x="720" y="280"/>
                    </a:lnTo>
                    <a:lnTo>
                      <a:pt x="727" y="278"/>
                    </a:lnTo>
                    <a:lnTo>
                      <a:pt x="732" y="274"/>
                    </a:lnTo>
                    <a:lnTo>
                      <a:pt x="737" y="269"/>
                    </a:lnTo>
                    <a:lnTo>
                      <a:pt x="737" y="269"/>
                    </a:lnTo>
                    <a:lnTo>
                      <a:pt x="743" y="262"/>
                    </a:lnTo>
                    <a:lnTo>
                      <a:pt x="746" y="254"/>
                    </a:lnTo>
                    <a:lnTo>
                      <a:pt x="747" y="244"/>
                    </a:lnTo>
                    <a:lnTo>
                      <a:pt x="746" y="234"/>
                    </a:lnTo>
                    <a:lnTo>
                      <a:pt x="740" y="210"/>
                    </a:lnTo>
                    <a:lnTo>
                      <a:pt x="735" y="189"/>
                    </a:lnTo>
                    <a:lnTo>
                      <a:pt x="729" y="167"/>
                    </a:lnTo>
                    <a:lnTo>
                      <a:pt x="728" y="159"/>
                    </a:lnTo>
                    <a:lnTo>
                      <a:pt x="729" y="152"/>
                    </a:lnTo>
                    <a:lnTo>
                      <a:pt x="732" y="146"/>
                    </a:lnTo>
                    <a:lnTo>
                      <a:pt x="733" y="144"/>
                    </a:lnTo>
                    <a:lnTo>
                      <a:pt x="736" y="142"/>
                    </a:lnTo>
                    <a:lnTo>
                      <a:pt x="744" y="141"/>
                    </a:lnTo>
                    <a:lnTo>
                      <a:pt x="754" y="144"/>
                    </a:lnTo>
                    <a:lnTo>
                      <a:pt x="754" y="144"/>
                    </a:lnTo>
                    <a:lnTo>
                      <a:pt x="795" y="154"/>
                    </a:lnTo>
                    <a:lnTo>
                      <a:pt x="811" y="159"/>
                    </a:lnTo>
                    <a:lnTo>
                      <a:pt x="826" y="161"/>
                    </a:lnTo>
                    <a:lnTo>
                      <a:pt x="842" y="163"/>
                    </a:lnTo>
                    <a:lnTo>
                      <a:pt x="859" y="160"/>
                    </a:lnTo>
                    <a:lnTo>
                      <a:pt x="879" y="156"/>
                    </a:lnTo>
                    <a:lnTo>
                      <a:pt x="905" y="149"/>
                    </a:lnTo>
                    <a:lnTo>
                      <a:pt x="905" y="149"/>
                    </a:lnTo>
                    <a:lnTo>
                      <a:pt x="917" y="144"/>
                    </a:lnTo>
                    <a:lnTo>
                      <a:pt x="931" y="138"/>
                    </a:lnTo>
                    <a:lnTo>
                      <a:pt x="942" y="130"/>
                    </a:lnTo>
                    <a:lnTo>
                      <a:pt x="953" y="122"/>
                    </a:lnTo>
                    <a:lnTo>
                      <a:pt x="972" y="103"/>
                    </a:lnTo>
                    <a:lnTo>
                      <a:pt x="988" y="84"/>
                    </a:lnTo>
                    <a:lnTo>
                      <a:pt x="1003" y="69"/>
                    </a:lnTo>
                    <a:lnTo>
                      <a:pt x="1010" y="62"/>
                    </a:lnTo>
                    <a:lnTo>
                      <a:pt x="1017" y="56"/>
                    </a:lnTo>
                    <a:lnTo>
                      <a:pt x="1022" y="54"/>
                    </a:lnTo>
                    <a:lnTo>
                      <a:pt x="1029" y="52"/>
                    </a:lnTo>
                    <a:lnTo>
                      <a:pt x="1034" y="52"/>
                    </a:lnTo>
                    <a:lnTo>
                      <a:pt x="1040" y="56"/>
                    </a:lnTo>
                    <a:lnTo>
                      <a:pt x="1040" y="56"/>
                    </a:lnTo>
                    <a:lnTo>
                      <a:pt x="1051" y="66"/>
                    </a:lnTo>
                    <a:lnTo>
                      <a:pt x="1060" y="73"/>
                    </a:lnTo>
                    <a:lnTo>
                      <a:pt x="1079" y="85"/>
                    </a:lnTo>
                    <a:lnTo>
                      <a:pt x="1103" y="96"/>
                    </a:lnTo>
                    <a:lnTo>
                      <a:pt x="1131" y="112"/>
                    </a:lnTo>
                    <a:lnTo>
                      <a:pt x="1131" y="112"/>
                    </a:lnTo>
                    <a:lnTo>
                      <a:pt x="1146" y="120"/>
                    </a:lnTo>
                    <a:lnTo>
                      <a:pt x="1160" y="124"/>
                    </a:lnTo>
                    <a:lnTo>
                      <a:pt x="1172" y="124"/>
                    </a:lnTo>
                    <a:lnTo>
                      <a:pt x="1182" y="123"/>
                    </a:lnTo>
                    <a:lnTo>
                      <a:pt x="1192" y="119"/>
                    </a:lnTo>
                    <a:lnTo>
                      <a:pt x="1201" y="115"/>
                    </a:lnTo>
                    <a:lnTo>
                      <a:pt x="1210" y="111"/>
                    </a:lnTo>
                    <a:lnTo>
                      <a:pt x="1221" y="108"/>
                    </a:lnTo>
                    <a:lnTo>
                      <a:pt x="1221" y="108"/>
                    </a:lnTo>
                    <a:lnTo>
                      <a:pt x="1227" y="107"/>
                    </a:lnTo>
                    <a:lnTo>
                      <a:pt x="1232" y="107"/>
                    </a:lnTo>
                    <a:lnTo>
                      <a:pt x="1242" y="110"/>
                    </a:lnTo>
                    <a:lnTo>
                      <a:pt x="1250" y="115"/>
                    </a:lnTo>
                    <a:lnTo>
                      <a:pt x="1259" y="122"/>
                    </a:lnTo>
                    <a:lnTo>
                      <a:pt x="1269" y="127"/>
                    </a:lnTo>
                    <a:lnTo>
                      <a:pt x="1278" y="131"/>
                    </a:lnTo>
                    <a:lnTo>
                      <a:pt x="1282" y="133"/>
                    </a:lnTo>
                    <a:lnTo>
                      <a:pt x="1288" y="133"/>
                    </a:lnTo>
                    <a:lnTo>
                      <a:pt x="1293" y="131"/>
                    </a:lnTo>
                    <a:lnTo>
                      <a:pt x="1299" y="129"/>
                    </a:lnTo>
                    <a:lnTo>
                      <a:pt x="1299" y="129"/>
                    </a:lnTo>
                    <a:lnTo>
                      <a:pt x="1303" y="126"/>
                    </a:lnTo>
                    <a:lnTo>
                      <a:pt x="1304" y="122"/>
                    </a:lnTo>
                    <a:lnTo>
                      <a:pt x="1301" y="118"/>
                    </a:lnTo>
                    <a:lnTo>
                      <a:pt x="1297" y="114"/>
                    </a:lnTo>
                    <a:lnTo>
                      <a:pt x="1291" y="108"/>
                    </a:lnTo>
                    <a:lnTo>
                      <a:pt x="1282" y="103"/>
                    </a:lnTo>
                    <a:lnTo>
                      <a:pt x="1261" y="90"/>
                    </a:lnTo>
                    <a:lnTo>
                      <a:pt x="1210" y="66"/>
                    </a:lnTo>
                    <a:lnTo>
                      <a:pt x="1186" y="54"/>
                    </a:lnTo>
                    <a:lnTo>
                      <a:pt x="1165" y="43"/>
                    </a:lnTo>
                    <a:lnTo>
                      <a:pt x="1165" y="43"/>
                    </a:lnTo>
                    <a:lnTo>
                      <a:pt x="1148" y="30"/>
                    </a:lnTo>
                    <a:lnTo>
                      <a:pt x="1126" y="20"/>
                    </a:lnTo>
                    <a:lnTo>
                      <a:pt x="1115" y="15"/>
                    </a:lnTo>
                    <a:lnTo>
                      <a:pt x="1101" y="11"/>
                    </a:lnTo>
                    <a:lnTo>
                      <a:pt x="1088" y="7"/>
                    </a:lnTo>
                    <a:lnTo>
                      <a:pt x="1073" y="5"/>
                    </a:lnTo>
                    <a:lnTo>
                      <a:pt x="1056" y="2"/>
                    </a:lnTo>
                    <a:lnTo>
                      <a:pt x="1037" y="0"/>
                    </a:lnTo>
                    <a:lnTo>
                      <a:pt x="1018" y="0"/>
                    </a:lnTo>
                    <a:lnTo>
                      <a:pt x="998" y="2"/>
                    </a:lnTo>
                    <a:lnTo>
                      <a:pt x="974" y="5"/>
                    </a:lnTo>
                    <a:lnTo>
                      <a:pt x="950" y="9"/>
                    </a:lnTo>
                    <a:lnTo>
                      <a:pt x="923" y="15"/>
                    </a:lnTo>
                    <a:lnTo>
                      <a:pt x="894" y="22"/>
                    </a:lnTo>
                    <a:lnTo>
                      <a:pt x="894" y="22"/>
                    </a:lnTo>
                    <a:lnTo>
                      <a:pt x="830" y="40"/>
                    </a:lnTo>
                    <a:lnTo>
                      <a:pt x="763" y="58"/>
                    </a:lnTo>
                    <a:lnTo>
                      <a:pt x="695" y="77"/>
                    </a:lnTo>
                    <a:lnTo>
                      <a:pt x="631" y="97"/>
                    </a:lnTo>
                    <a:lnTo>
                      <a:pt x="601" y="107"/>
                    </a:lnTo>
                    <a:lnTo>
                      <a:pt x="574" y="118"/>
                    </a:lnTo>
                    <a:lnTo>
                      <a:pt x="551" y="129"/>
                    </a:lnTo>
                    <a:lnTo>
                      <a:pt x="529" y="139"/>
                    </a:lnTo>
                    <a:lnTo>
                      <a:pt x="513" y="152"/>
                    </a:lnTo>
                    <a:lnTo>
                      <a:pt x="506" y="157"/>
                    </a:lnTo>
                    <a:lnTo>
                      <a:pt x="500" y="164"/>
                    </a:lnTo>
                    <a:lnTo>
                      <a:pt x="496" y="169"/>
                    </a:lnTo>
                    <a:lnTo>
                      <a:pt x="494" y="176"/>
                    </a:lnTo>
                    <a:lnTo>
                      <a:pt x="492" y="183"/>
                    </a:lnTo>
                    <a:lnTo>
                      <a:pt x="492" y="190"/>
                    </a:lnTo>
                    <a:lnTo>
                      <a:pt x="492" y="190"/>
                    </a:lnTo>
                    <a:lnTo>
                      <a:pt x="494" y="204"/>
                    </a:lnTo>
                    <a:lnTo>
                      <a:pt x="494" y="220"/>
                    </a:lnTo>
                    <a:lnTo>
                      <a:pt x="491" y="257"/>
                    </a:lnTo>
                    <a:lnTo>
                      <a:pt x="487" y="299"/>
                    </a:lnTo>
                    <a:lnTo>
                      <a:pt x="480" y="344"/>
                    </a:lnTo>
                    <a:lnTo>
                      <a:pt x="470" y="392"/>
                    </a:lnTo>
                    <a:lnTo>
                      <a:pt x="459" y="441"/>
                    </a:lnTo>
                    <a:lnTo>
                      <a:pt x="446" y="490"/>
                    </a:lnTo>
                    <a:lnTo>
                      <a:pt x="431" y="537"/>
                    </a:lnTo>
                    <a:lnTo>
                      <a:pt x="431" y="537"/>
                    </a:lnTo>
                    <a:lnTo>
                      <a:pt x="417" y="584"/>
                    </a:lnTo>
                    <a:lnTo>
                      <a:pt x="404" y="633"/>
                    </a:lnTo>
                    <a:lnTo>
                      <a:pt x="378" y="732"/>
                    </a:lnTo>
                    <a:lnTo>
                      <a:pt x="365" y="777"/>
                    </a:lnTo>
                    <a:lnTo>
                      <a:pt x="355" y="818"/>
                    </a:lnTo>
                    <a:lnTo>
                      <a:pt x="344" y="854"/>
                    </a:lnTo>
                    <a:lnTo>
                      <a:pt x="338" y="869"/>
                    </a:lnTo>
                    <a:lnTo>
                      <a:pt x="333" y="879"/>
                    </a:lnTo>
                    <a:lnTo>
                      <a:pt x="333" y="879"/>
                    </a:lnTo>
                    <a:lnTo>
                      <a:pt x="316" y="911"/>
                    </a:lnTo>
                    <a:lnTo>
                      <a:pt x="291" y="957"/>
                    </a:lnTo>
                    <a:lnTo>
                      <a:pt x="214" y="1087"/>
                    </a:lnTo>
                    <a:lnTo>
                      <a:pt x="115" y="1254"/>
                    </a:lnTo>
                    <a:lnTo>
                      <a:pt x="0" y="1442"/>
                    </a:lnTo>
                    <a:lnTo>
                      <a:pt x="21" y="1506"/>
                    </a:lnTo>
                    <a:lnTo>
                      <a:pt x="303" y="1506"/>
                    </a:lnTo>
                    <a:close/>
                  </a:path>
                </a:pathLst>
              </a:custGeom>
              <a:solidFill>
                <a:srgbClr val="C99E8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8" name="Freeform 15"/>
              <p:cNvSpPr>
                <a:spLocks/>
              </p:cNvSpPr>
              <p:nvPr/>
            </p:nvSpPr>
            <p:spPr bwMode="auto">
              <a:xfrm rot="1800000">
                <a:off x="1418689" y="2711871"/>
                <a:ext cx="244699" cy="161571"/>
              </a:xfrm>
              <a:custGeom>
                <a:avLst/>
                <a:gdLst/>
                <a:ahLst/>
                <a:cxnLst>
                  <a:cxn ang="0">
                    <a:pos x="0" y="197"/>
                  </a:cxn>
                  <a:cxn ang="0">
                    <a:pos x="0" y="197"/>
                  </a:cxn>
                  <a:cxn ang="0">
                    <a:pos x="48" y="159"/>
                  </a:cxn>
                  <a:cxn ang="0">
                    <a:pos x="102" y="118"/>
                  </a:cxn>
                  <a:cxn ang="0">
                    <a:pos x="129" y="98"/>
                  </a:cxn>
                  <a:cxn ang="0">
                    <a:pos x="158" y="79"/>
                  </a:cxn>
                  <a:cxn ang="0">
                    <a:pos x="187" y="61"/>
                  </a:cxn>
                  <a:cxn ang="0">
                    <a:pos x="215" y="45"/>
                  </a:cxn>
                  <a:cxn ang="0">
                    <a:pos x="244" y="30"/>
                  </a:cxn>
                  <a:cxn ang="0">
                    <a:pos x="270" y="17"/>
                  </a:cxn>
                  <a:cxn ang="0">
                    <a:pos x="296" y="8"/>
                  </a:cxn>
                  <a:cxn ang="0">
                    <a:pos x="320" y="2"/>
                  </a:cxn>
                  <a:cxn ang="0">
                    <a:pos x="333" y="1"/>
                  </a:cxn>
                  <a:cxn ang="0">
                    <a:pos x="343" y="0"/>
                  </a:cxn>
                  <a:cxn ang="0">
                    <a:pos x="353" y="0"/>
                  </a:cxn>
                  <a:cxn ang="0">
                    <a:pos x="364" y="1"/>
                  </a:cxn>
                  <a:cxn ang="0">
                    <a:pos x="372" y="4"/>
                  </a:cxn>
                  <a:cxn ang="0">
                    <a:pos x="382" y="7"/>
                  </a:cxn>
                  <a:cxn ang="0">
                    <a:pos x="388" y="12"/>
                  </a:cxn>
                  <a:cxn ang="0">
                    <a:pos x="397" y="17"/>
                  </a:cxn>
                  <a:cxn ang="0">
                    <a:pos x="397" y="17"/>
                  </a:cxn>
                  <a:cxn ang="0">
                    <a:pos x="402" y="24"/>
                  </a:cxn>
                  <a:cxn ang="0">
                    <a:pos x="407" y="31"/>
                  </a:cxn>
                  <a:cxn ang="0">
                    <a:pos x="412" y="38"/>
                  </a:cxn>
                  <a:cxn ang="0">
                    <a:pos x="414" y="45"/>
                  </a:cxn>
                  <a:cxn ang="0">
                    <a:pos x="417" y="53"/>
                  </a:cxn>
                  <a:cxn ang="0">
                    <a:pos x="418" y="60"/>
                  </a:cxn>
                  <a:cxn ang="0">
                    <a:pos x="420" y="68"/>
                  </a:cxn>
                  <a:cxn ang="0">
                    <a:pos x="418" y="76"/>
                  </a:cxn>
                  <a:cxn ang="0">
                    <a:pos x="416" y="92"/>
                  </a:cxn>
                  <a:cxn ang="0">
                    <a:pos x="410" y="109"/>
                  </a:cxn>
                  <a:cxn ang="0">
                    <a:pos x="402" y="125"/>
                  </a:cxn>
                  <a:cxn ang="0">
                    <a:pos x="391" y="143"/>
                  </a:cxn>
                  <a:cxn ang="0">
                    <a:pos x="380" y="161"/>
                  </a:cxn>
                  <a:cxn ang="0">
                    <a:pos x="367" y="177"/>
                  </a:cxn>
                  <a:cxn ang="0">
                    <a:pos x="352" y="195"/>
                  </a:cxn>
                  <a:cxn ang="0">
                    <a:pos x="335" y="211"/>
                  </a:cxn>
                  <a:cxn ang="0">
                    <a:pos x="304" y="244"/>
                  </a:cxn>
                  <a:cxn ang="0">
                    <a:pos x="271" y="275"/>
                  </a:cxn>
                  <a:cxn ang="0">
                    <a:pos x="271" y="275"/>
                  </a:cxn>
                  <a:cxn ang="0">
                    <a:pos x="264" y="268"/>
                  </a:cxn>
                  <a:cxn ang="0">
                    <a:pos x="256" y="260"/>
                  </a:cxn>
                  <a:cxn ang="0">
                    <a:pos x="247" y="253"/>
                  </a:cxn>
                  <a:cxn ang="0">
                    <a:pos x="238" y="249"/>
                  </a:cxn>
                  <a:cxn ang="0">
                    <a:pos x="238" y="249"/>
                  </a:cxn>
                  <a:cxn ang="0">
                    <a:pos x="213" y="234"/>
                  </a:cxn>
                  <a:cxn ang="0">
                    <a:pos x="187" y="221"/>
                  </a:cxn>
                  <a:cxn ang="0">
                    <a:pos x="158" y="210"/>
                  </a:cxn>
                  <a:cxn ang="0">
                    <a:pos x="128" y="199"/>
                  </a:cxn>
                  <a:cxn ang="0">
                    <a:pos x="113" y="195"/>
                  </a:cxn>
                  <a:cxn ang="0">
                    <a:pos x="98" y="192"/>
                  </a:cxn>
                  <a:cxn ang="0">
                    <a:pos x="82" y="189"/>
                  </a:cxn>
                  <a:cxn ang="0">
                    <a:pos x="67" y="189"/>
                  </a:cxn>
                  <a:cxn ang="0">
                    <a:pos x="50" y="189"/>
                  </a:cxn>
                  <a:cxn ang="0">
                    <a:pos x="34" y="191"/>
                  </a:cxn>
                  <a:cxn ang="0">
                    <a:pos x="16" y="193"/>
                  </a:cxn>
                  <a:cxn ang="0">
                    <a:pos x="0" y="197"/>
                  </a:cxn>
                  <a:cxn ang="0">
                    <a:pos x="0" y="197"/>
                  </a:cxn>
                </a:cxnLst>
                <a:rect l="0" t="0" r="r" b="b"/>
                <a:pathLst>
                  <a:path w="420" h="275">
                    <a:moveTo>
                      <a:pt x="0" y="197"/>
                    </a:moveTo>
                    <a:lnTo>
                      <a:pt x="0" y="197"/>
                    </a:lnTo>
                    <a:lnTo>
                      <a:pt x="48" y="159"/>
                    </a:lnTo>
                    <a:lnTo>
                      <a:pt x="102" y="118"/>
                    </a:lnTo>
                    <a:lnTo>
                      <a:pt x="129" y="98"/>
                    </a:lnTo>
                    <a:lnTo>
                      <a:pt x="158" y="79"/>
                    </a:lnTo>
                    <a:lnTo>
                      <a:pt x="187" y="61"/>
                    </a:lnTo>
                    <a:lnTo>
                      <a:pt x="215" y="45"/>
                    </a:lnTo>
                    <a:lnTo>
                      <a:pt x="244" y="30"/>
                    </a:lnTo>
                    <a:lnTo>
                      <a:pt x="270" y="17"/>
                    </a:lnTo>
                    <a:lnTo>
                      <a:pt x="296" y="8"/>
                    </a:lnTo>
                    <a:lnTo>
                      <a:pt x="320" y="2"/>
                    </a:lnTo>
                    <a:lnTo>
                      <a:pt x="333" y="1"/>
                    </a:lnTo>
                    <a:lnTo>
                      <a:pt x="343" y="0"/>
                    </a:lnTo>
                    <a:lnTo>
                      <a:pt x="353" y="0"/>
                    </a:lnTo>
                    <a:lnTo>
                      <a:pt x="364" y="1"/>
                    </a:lnTo>
                    <a:lnTo>
                      <a:pt x="372" y="4"/>
                    </a:lnTo>
                    <a:lnTo>
                      <a:pt x="382" y="7"/>
                    </a:lnTo>
                    <a:lnTo>
                      <a:pt x="388" y="12"/>
                    </a:lnTo>
                    <a:lnTo>
                      <a:pt x="397" y="17"/>
                    </a:lnTo>
                    <a:lnTo>
                      <a:pt x="397" y="17"/>
                    </a:lnTo>
                    <a:lnTo>
                      <a:pt x="402" y="24"/>
                    </a:lnTo>
                    <a:lnTo>
                      <a:pt x="407" y="31"/>
                    </a:lnTo>
                    <a:lnTo>
                      <a:pt x="412" y="38"/>
                    </a:lnTo>
                    <a:lnTo>
                      <a:pt x="414" y="45"/>
                    </a:lnTo>
                    <a:lnTo>
                      <a:pt x="417" y="53"/>
                    </a:lnTo>
                    <a:lnTo>
                      <a:pt x="418" y="60"/>
                    </a:lnTo>
                    <a:lnTo>
                      <a:pt x="420" y="68"/>
                    </a:lnTo>
                    <a:lnTo>
                      <a:pt x="418" y="76"/>
                    </a:lnTo>
                    <a:lnTo>
                      <a:pt x="416" y="92"/>
                    </a:lnTo>
                    <a:lnTo>
                      <a:pt x="410" y="109"/>
                    </a:lnTo>
                    <a:lnTo>
                      <a:pt x="402" y="125"/>
                    </a:lnTo>
                    <a:lnTo>
                      <a:pt x="391" y="143"/>
                    </a:lnTo>
                    <a:lnTo>
                      <a:pt x="380" y="161"/>
                    </a:lnTo>
                    <a:lnTo>
                      <a:pt x="367" y="177"/>
                    </a:lnTo>
                    <a:lnTo>
                      <a:pt x="352" y="195"/>
                    </a:lnTo>
                    <a:lnTo>
                      <a:pt x="335" y="211"/>
                    </a:lnTo>
                    <a:lnTo>
                      <a:pt x="304" y="244"/>
                    </a:lnTo>
                    <a:lnTo>
                      <a:pt x="271" y="275"/>
                    </a:lnTo>
                    <a:lnTo>
                      <a:pt x="271" y="275"/>
                    </a:lnTo>
                    <a:lnTo>
                      <a:pt x="264" y="268"/>
                    </a:lnTo>
                    <a:lnTo>
                      <a:pt x="256" y="260"/>
                    </a:lnTo>
                    <a:lnTo>
                      <a:pt x="247" y="253"/>
                    </a:lnTo>
                    <a:lnTo>
                      <a:pt x="238" y="249"/>
                    </a:lnTo>
                    <a:lnTo>
                      <a:pt x="238" y="249"/>
                    </a:lnTo>
                    <a:lnTo>
                      <a:pt x="213" y="234"/>
                    </a:lnTo>
                    <a:lnTo>
                      <a:pt x="187" y="221"/>
                    </a:lnTo>
                    <a:lnTo>
                      <a:pt x="158" y="210"/>
                    </a:lnTo>
                    <a:lnTo>
                      <a:pt x="128" y="199"/>
                    </a:lnTo>
                    <a:lnTo>
                      <a:pt x="113" y="195"/>
                    </a:lnTo>
                    <a:lnTo>
                      <a:pt x="98" y="192"/>
                    </a:lnTo>
                    <a:lnTo>
                      <a:pt x="82" y="189"/>
                    </a:lnTo>
                    <a:lnTo>
                      <a:pt x="67" y="189"/>
                    </a:lnTo>
                    <a:lnTo>
                      <a:pt x="50" y="189"/>
                    </a:lnTo>
                    <a:lnTo>
                      <a:pt x="34" y="191"/>
                    </a:lnTo>
                    <a:lnTo>
                      <a:pt x="16" y="193"/>
                    </a:lnTo>
                    <a:lnTo>
                      <a:pt x="0" y="197"/>
                    </a:lnTo>
                    <a:lnTo>
                      <a:pt x="0" y="197"/>
                    </a:lnTo>
                    <a:close/>
                  </a:path>
                </a:pathLst>
              </a:custGeom>
              <a:solidFill>
                <a:srgbClr val="BD9079"/>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9" name="Freeform 16"/>
              <p:cNvSpPr>
                <a:spLocks/>
              </p:cNvSpPr>
              <p:nvPr/>
            </p:nvSpPr>
            <p:spPr bwMode="auto">
              <a:xfrm rot="1800000">
                <a:off x="1556412" y="2754230"/>
                <a:ext cx="104202" cy="100689"/>
              </a:xfrm>
              <a:custGeom>
                <a:avLst/>
                <a:gdLst/>
                <a:ahLst/>
                <a:cxnLst>
                  <a:cxn ang="0">
                    <a:pos x="38" y="143"/>
                  </a:cxn>
                  <a:cxn ang="0">
                    <a:pos x="38" y="143"/>
                  </a:cxn>
                  <a:cxn ang="0">
                    <a:pos x="21" y="117"/>
                  </a:cxn>
                  <a:cxn ang="0">
                    <a:pos x="13" y="105"/>
                  </a:cxn>
                  <a:cxn ang="0">
                    <a:pos x="6" y="92"/>
                  </a:cxn>
                  <a:cxn ang="0">
                    <a:pos x="2" y="80"/>
                  </a:cxn>
                  <a:cxn ang="0">
                    <a:pos x="0" y="69"/>
                  </a:cxn>
                  <a:cxn ang="0">
                    <a:pos x="2" y="65"/>
                  </a:cxn>
                  <a:cxn ang="0">
                    <a:pos x="3" y="60"/>
                  </a:cxn>
                  <a:cxn ang="0">
                    <a:pos x="6" y="56"/>
                  </a:cxn>
                  <a:cxn ang="0">
                    <a:pos x="10" y="50"/>
                  </a:cxn>
                  <a:cxn ang="0">
                    <a:pos x="10" y="50"/>
                  </a:cxn>
                  <a:cxn ang="0">
                    <a:pos x="21" y="41"/>
                  </a:cxn>
                  <a:cxn ang="0">
                    <a:pos x="36" y="30"/>
                  </a:cxn>
                  <a:cxn ang="0">
                    <a:pos x="53" y="17"/>
                  </a:cxn>
                  <a:cxn ang="0">
                    <a:pos x="74" y="8"/>
                  </a:cxn>
                  <a:cxn ang="0">
                    <a:pos x="85" y="4"/>
                  </a:cxn>
                  <a:cxn ang="0">
                    <a:pos x="96" y="1"/>
                  </a:cxn>
                  <a:cxn ang="0">
                    <a:pos x="107" y="0"/>
                  </a:cxn>
                  <a:cxn ang="0">
                    <a:pos x="117" y="0"/>
                  </a:cxn>
                  <a:cxn ang="0">
                    <a:pos x="128" y="1"/>
                  </a:cxn>
                  <a:cxn ang="0">
                    <a:pos x="138" y="5"/>
                  </a:cxn>
                  <a:cxn ang="0">
                    <a:pos x="149" y="11"/>
                  </a:cxn>
                  <a:cxn ang="0">
                    <a:pos x="158" y="17"/>
                  </a:cxn>
                  <a:cxn ang="0">
                    <a:pos x="158" y="17"/>
                  </a:cxn>
                  <a:cxn ang="0">
                    <a:pos x="167" y="27"/>
                  </a:cxn>
                  <a:cxn ang="0">
                    <a:pos x="172" y="36"/>
                  </a:cxn>
                  <a:cxn ang="0">
                    <a:pos x="176" y="46"/>
                  </a:cxn>
                  <a:cxn ang="0">
                    <a:pos x="179" y="56"/>
                  </a:cxn>
                  <a:cxn ang="0">
                    <a:pos x="179" y="65"/>
                  </a:cxn>
                  <a:cxn ang="0">
                    <a:pos x="177" y="73"/>
                  </a:cxn>
                  <a:cxn ang="0">
                    <a:pos x="176" y="83"/>
                  </a:cxn>
                  <a:cxn ang="0">
                    <a:pos x="172" y="92"/>
                  </a:cxn>
                  <a:cxn ang="0">
                    <a:pos x="168" y="102"/>
                  </a:cxn>
                  <a:cxn ang="0">
                    <a:pos x="161" y="110"/>
                  </a:cxn>
                  <a:cxn ang="0">
                    <a:pos x="149" y="126"/>
                  </a:cxn>
                  <a:cxn ang="0">
                    <a:pos x="132" y="141"/>
                  </a:cxn>
                  <a:cxn ang="0">
                    <a:pos x="117" y="154"/>
                  </a:cxn>
                  <a:cxn ang="0">
                    <a:pos x="117" y="154"/>
                  </a:cxn>
                  <a:cxn ang="0">
                    <a:pos x="103" y="163"/>
                  </a:cxn>
                  <a:cxn ang="0">
                    <a:pos x="90" y="169"/>
                  </a:cxn>
                  <a:cxn ang="0">
                    <a:pos x="81" y="171"/>
                  </a:cxn>
                  <a:cxn ang="0">
                    <a:pos x="71" y="171"/>
                  </a:cxn>
                  <a:cxn ang="0">
                    <a:pos x="64" y="169"/>
                  </a:cxn>
                  <a:cxn ang="0">
                    <a:pos x="56" y="162"/>
                  </a:cxn>
                  <a:cxn ang="0">
                    <a:pos x="48" y="154"/>
                  </a:cxn>
                  <a:cxn ang="0">
                    <a:pos x="38" y="143"/>
                  </a:cxn>
                  <a:cxn ang="0">
                    <a:pos x="38" y="143"/>
                  </a:cxn>
                </a:cxnLst>
                <a:rect l="0" t="0" r="r" b="b"/>
                <a:pathLst>
                  <a:path w="179" h="171">
                    <a:moveTo>
                      <a:pt x="38" y="143"/>
                    </a:moveTo>
                    <a:lnTo>
                      <a:pt x="38" y="143"/>
                    </a:lnTo>
                    <a:lnTo>
                      <a:pt x="21" y="117"/>
                    </a:lnTo>
                    <a:lnTo>
                      <a:pt x="13" y="105"/>
                    </a:lnTo>
                    <a:lnTo>
                      <a:pt x="6" y="92"/>
                    </a:lnTo>
                    <a:lnTo>
                      <a:pt x="2" y="80"/>
                    </a:lnTo>
                    <a:lnTo>
                      <a:pt x="0" y="69"/>
                    </a:lnTo>
                    <a:lnTo>
                      <a:pt x="2" y="65"/>
                    </a:lnTo>
                    <a:lnTo>
                      <a:pt x="3" y="60"/>
                    </a:lnTo>
                    <a:lnTo>
                      <a:pt x="6" y="56"/>
                    </a:lnTo>
                    <a:lnTo>
                      <a:pt x="10" y="50"/>
                    </a:lnTo>
                    <a:lnTo>
                      <a:pt x="10" y="50"/>
                    </a:lnTo>
                    <a:lnTo>
                      <a:pt x="21" y="41"/>
                    </a:lnTo>
                    <a:lnTo>
                      <a:pt x="36" y="30"/>
                    </a:lnTo>
                    <a:lnTo>
                      <a:pt x="53" y="17"/>
                    </a:lnTo>
                    <a:lnTo>
                      <a:pt x="74" y="8"/>
                    </a:lnTo>
                    <a:lnTo>
                      <a:pt x="85" y="4"/>
                    </a:lnTo>
                    <a:lnTo>
                      <a:pt x="96" y="1"/>
                    </a:lnTo>
                    <a:lnTo>
                      <a:pt x="107" y="0"/>
                    </a:lnTo>
                    <a:lnTo>
                      <a:pt x="117" y="0"/>
                    </a:lnTo>
                    <a:lnTo>
                      <a:pt x="128" y="1"/>
                    </a:lnTo>
                    <a:lnTo>
                      <a:pt x="138" y="5"/>
                    </a:lnTo>
                    <a:lnTo>
                      <a:pt x="149" y="11"/>
                    </a:lnTo>
                    <a:lnTo>
                      <a:pt x="158" y="17"/>
                    </a:lnTo>
                    <a:lnTo>
                      <a:pt x="158" y="17"/>
                    </a:lnTo>
                    <a:lnTo>
                      <a:pt x="167" y="27"/>
                    </a:lnTo>
                    <a:lnTo>
                      <a:pt x="172" y="36"/>
                    </a:lnTo>
                    <a:lnTo>
                      <a:pt x="176" y="46"/>
                    </a:lnTo>
                    <a:lnTo>
                      <a:pt x="179" y="56"/>
                    </a:lnTo>
                    <a:lnTo>
                      <a:pt x="179" y="65"/>
                    </a:lnTo>
                    <a:lnTo>
                      <a:pt x="177" y="73"/>
                    </a:lnTo>
                    <a:lnTo>
                      <a:pt x="176" y="83"/>
                    </a:lnTo>
                    <a:lnTo>
                      <a:pt x="172" y="92"/>
                    </a:lnTo>
                    <a:lnTo>
                      <a:pt x="168" y="102"/>
                    </a:lnTo>
                    <a:lnTo>
                      <a:pt x="161" y="110"/>
                    </a:lnTo>
                    <a:lnTo>
                      <a:pt x="149" y="126"/>
                    </a:lnTo>
                    <a:lnTo>
                      <a:pt x="132" y="141"/>
                    </a:lnTo>
                    <a:lnTo>
                      <a:pt x="117" y="154"/>
                    </a:lnTo>
                    <a:lnTo>
                      <a:pt x="117" y="154"/>
                    </a:lnTo>
                    <a:lnTo>
                      <a:pt x="103" y="163"/>
                    </a:lnTo>
                    <a:lnTo>
                      <a:pt x="90" y="169"/>
                    </a:lnTo>
                    <a:lnTo>
                      <a:pt x="81" y="171"/>
                    </a:lnTo>
                    <a:lnTo>
                      <a:pt x="71" y="171"/>
                    </a:lnTo>
                    <a:lnTo>
                      <a:pt x="64" y="169"/>
                    </a:lnTo>
                    <a:lnTo>
                      <a:pt x="56" y="162"/>
                    </a:lnTo>
                    <a:lnTo>
                      <a:pt x="48" y="154"/>
                    </a:lnTo>
                    <a:lnTo>
                      <a:pt x="38" y="143"/>
                    </a:lnTo>
                    <a:lnTo>
                      <a:pt x="38" y="143"/>
                    </a:lnTo>
                    <a:close/>
                  </a:path>
                </a:pathLst>
              </a:custGeom>
              <a:solidFill>
                <a:srgbClr val="DBBCAD"/>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0" name="Freeform 17"/>
              <p:cNvSpPr>
                <a:spLocks noEditPoints="1"/>
              </p:cNvSpPr>
              <p:nvPr/>
            </p:nvSpPr>
            <p:spPr bwMode="auto">
              <a:xfrm rot="1800000">
                <a:off x="1436237" y="2776753"/>
                <a:ext cx="81956" cy="96006"/>
              </a:xfrm>
              <a:custGeom>
                <a:avLst/>
                <a:gdLst/>
                <a:ahLst/>
                <a:cxnLst>
                  <a:cxn ang="0">
                    <a:pos x="62" y="148"/>
                  </a:cxn>
                  <a:cxn ang="0">
                    <a:pos x="62" y="148"/>
                  </a:cxn>
                  <a:cxn ang="0">
                    <a:pos x="73" y="157"/>
                  </a:cxn>
                  <a:cxn ang="0">
                    <a:pos x="83" y="163"/>
                  </a:cxn>
                  <a:cxn ang="0">
                    <a:pos x="83" y="163"/>
                  </a:cxn>
                  <a:cxn ang="0">
                    <a:pos x="62" y="139"/>
                  </a:cxn>
                  <a:cxn ang="0">
                    <a:pos x="62" y="148"/>
                  </a:cxn>
                  <a:cxn ang="0">
                    <a:pos x="62" y="148"/>
                  </a:cxn>
                  <a:cxn ang="0">
                    <a:pos x="62" y="20"/>
                  </a:cxn>
                  <a:cxn ang="0">
                    <a:pos x="62" y="12"/>
                  </a:cxn>
                  <a:cxn ang="0">
                    <a:pos x="62" y="12"/>
                  </a:cxn>
                  <a:cxn ang="0">
                    <a:pos x="75" y="22"/>
                  </a:cxn>
                  <a:cxn ang="0">
                    <a:pos x="87" y="33"/>
                  </a:cxn>
                  <a:cxn ang="0">
                    <a:pos x="98" y="46"/>
                  </a:cxn>
                  <a:cxn ang="0">
                    <a:pos x="109" y="60"/>
                  </a:cxn>
                  <a:cxn ang="0">
                    <a:pos x="118" y="73"/>
                  </a:cxn>
                  <a:cxn ang="0">
                    <a:pos x="126" y="88"/>
                  </a:cxn>
                  <a:cxn ang="0">
                    <a:pos x="133" y="105"/>
                  </a:cxn>
                  <a:cxn ang="0">
                    <a:pos x="139" y="120"/>
                  </a:cxn>
                  <a:cxn ang="0">
                    <a:pos x="139" y="120"/>
                  </a:cxn>
                  <a:cxn ang="0">
                    <a:pos x="100" y="67"/>
                  </a:cxn>
                  <a:cxn ang="0">
                    <a:pos x="81" y="42"/>
                  </a:cxn>
                  <a:cxn ang="0">
                    <a:pos x="62" y="20"/>
                  </a:cxn>
                  <a:cxn ang="0">
                    <a:pos x="62" y="20"/>
                  </a:cxn>
                  <a:cxn ang="0">
                    <a:pos x="0" y="50"/>
                  </a:cxn>
                  <a:cxn ang="0">
                    <a:pos x="0" y="50"/>
                  </a:cxn>
                  <a:cxn ang="0">
                    <a:pos x="4" y="64"/>
                  </a:cxn>
                  <a:cxn ang="0">
                    <a:pos x="9" y="77"/>
                  </a:cxn>
                  <a:cxn ang="0">
                    <a:pos x="16" y="91"/>
                  </a:cxn>
                  <a:cxn ang="0">
                    <a:pos x="24" y="103"/>
                  </a:cxn>
                  <a:cxn ang="0">
                    <a:pos x="34" y="117"/>
                  </a:cxn>
                  <a:cxn ang="0">
                    <a:pos x="43" y="128"/>
                  </a:cxn>
                  <a:cxn ang="0">
                    <a:pos x="53" y="139"/>
                  </a:cxn>
                  <a:cxn ang="0">
                    <a:pos x="62" y="148"/>
                  </a:cxn>
                  <a:cxn ang="0">
                    <a:pos x="62" y="139"/>
                  </a:cxn>
                  <a:cxn ang="0">
                    <a:pos x="62" y="139"/>
                  </a:cxn>
                  <a:cxn ang="0">
                    <a:pos x="30" y="95"/>
                  </a:cxn>
                  <a:cxn ang="0">
                    <a:pos x="13" y="72"/>
                  </a:cxn>
                  <a:cxn ang="0">
                    <a:pos x="0" y="50"/>
                  </a:cxn>
                  <a:cxn ang="0">
                    <a:pos x="0" y="50"/>
                  </a:cxn>
                  <a:cxn ang="0">
                    <a:pos x="62" y="12"/>
                  </a:cxn>
                  <a:cxn ang="0">
                    <a:pos x="62" y="20"/>
                  </a:cxn>
                  <a:cxn ang="0">
                    <a:pos x="62" y="20"/>
                  </a:cxn>
                  <a:cxn ang="0">
                    <a:pos x="43" y="0"/>
                  </a:cxn>
                  <a:cxn ang="0">
                    <a:pos x="43" y="0"/>
                  </a:cxn>
                  <a:cxn ang="0">
                    <a:pos x="53" y="5"/>
                  </a:cxn>
                  <a:cxn ang="0">
                    <a:pos x="62" y="12"/>
                  </a:cxn>
                  <a:cxn ang="0">
                    <a:pos x="62" y="12"/>
                  </a:cxn>
                </a:cxnLst>
                <a:rect l="0" t="0" r="r" b="b"/>
                <a:pathLst>
                  <a:path w="139" h="163">
                    <a:moveTo>
                      <a:pt x="62" y="148"/>
                    </a:moveTo>
                    <a:lnTo>
                      <a:pt x="62" y="148"/>
                    </a:lnTo>
                    <a:lnTo>
                      <a:pt x="73" y="157"/>
                    </a:lnTo>
                    <a:lnTo>
                      <a:pt x="83" y="163"/>
                    </a:lnTo>
                    <a:lnTo>
                      <a:pt x="83" y="163"/>
                    </a:lnTo>
                    <a:lnTo>
                      <a:pt x="62" y="139"/>
                    </a:lnTo>
                    <a:lnTo>
                      <a:pt x="62" y="148"/>
                    </a:lnTo>
                    <a:lnTo>
                      <a:pt x="62" y="148"/>
                    </a:lnTo>
                    <a:close/>
                    <a:moveTo>
                      <a:pt x="62" y="20"/>
                    </a:moveTo>
                    <a:lnTo>
                      <a:pt x="62" y="12"/>
                    </a:lnTo>
                    <a:lnTo>
                      <a:pt x="62" y="12"/>
                    </a:lnTo>
                    <a:lnTo>
                      <a:pt x="75" y="22"/>
                    </a:lnTo>
                    <a:lnTo>
                      <a:pt x="87" y="33"/>
                    </a:lnTo>
                    <a:lnTo>
                      <a:pt x="98" y="46"/>
                    </a:lnTo>
                    <a:lnTo>
                      <a:pt x="109" y="60"/>
                    </a:lnTo>
                    <a:lnTo>
                      <a:pt x="118" y="73"/>
                    </a:lnTo>
                    <a:lnTo>
                      <a:pt x="126" y="88"/>
                    </a:lnTo>
                    <a:lnTo>
                      <a:pt x="133" y="105"/>
                    </a:lnTo>
                    <a:lnTo>
                      <a:pt x="139" y="120"/>
                    </a:lnTo>
                    <a:lnTo>
                      <a:pt x="139" y="120"/>
                    </a:lnTo>
                    <a:lnTo>
                      <a:pt x="100" y="67"/>
                    </a:lnTo>
                    <a:lnTo>
                      <a:pt x="81" y="42"/>
                    </a:lnTo>
                    <a:lnTo>
                      <a:pt x="62" y="20"/>
                    </a:lnTo>
                    <a:lnTo>
                      <a:pt x="62" y="20"/>
                    </a:lnTo>
                    <a:close/>
                    <a:moveTo>
                      <a:pt x="0" y="50"/>
                    </a:moveTo>
                    <a:lnTo>
                      <a:pt x="0" y="50"/>
                    </a:lnTo>
                    <a:lnTo>
                      <a:pt x="4" y="64"/>
                    </a:lnTo>
                    <a:lnTo>
                      <a:pt x="9" y="77"/>
                    </a:lnTo>
                    <a:lnTo>
                      <a:pt x="16" y="91"/>
                    </a:lnTo>
                    <a:lnTo>
                      <a:pt x="24" y="103"/>
                    </a:lnTo>
                    <a:lnTo>
                      <a:pt x="34" y="117"/>
                    </a:lnTo>
                    <a:lnTo>
                      <a:pt x="43" y="128"/>
                    </a:lnTo>
                    <a:lnTo>
                      <a:pt x="53" y="139"/>
                    </a:lnTo>
                    <a:lnTo>
                      <a:pt x="62" y="148"/>
                    </a:lnTo>
                    <a:lnTo>
                      <a:pt x="62" y="139"/>
                    </a:lnTo>
                    <a:lnTo>
                      <a:pt x="62" y="139"/>
                    </a:lnTo>
                    <a:lnTo>
                      <a:pt x="30" y="95"/>
                    </a:lnTo>
                    <a:lnTo>
                      <a:pt x="13" y="72"/>
                    </a:lnTo>
                    <a:lnTo>
                      <a:pt x="0" y="50"/>
                    </a:lnTo>
                    <a:lnTo>
                      <a:pt x="0" y="50"/>
                    </a:lnTo>
                    <a:close/>
                    <a:moveTo>
                      <a:pt x="62" y="12"/>
                    </a:moveTo>
                    <a:lnTo>
                      <a:pt x="62" y="20"/>
                    </a:lnTo>
                    <a:lnTo>
                      <a:pt x="62" y="20"/>
                    </a:lnTo>
                    <a:lnTo>
                      <a:pt x="43" y="0"/>
                    </a:lnTo>
                    <a:lnTo>
                      <a:pt x="43" y="0"/>
                    </a:lnTo>
                    <a:lnTo>
                      <a:pt x="53" y="5"/>
                    </a:lnTo>
                    <a:lnTo>
                      <a:pt x="62" y="12"/>
                    </a:lnTo>
                    <a:lnTo>
                      <a:pt x="62" y="12"/>
                    </a:lnTo>
                    <a:close/>
                  </a:path>
                </a:pathLst>
              </a:custGeom>
              <a:solidFill>
                <a:srgbClr val="AB826D"/>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1" name="Freeform 18"/>
              <p:cNvSpPr>
                <a:spLocks/>
              </p:cNvSpPr>
              <p:nvPr/>
            </p:nvSpPr>
            <p:spPr bwMode="auto">
              <a:xfrm rot="1800000">
                <a:off x="727012" y="2888206"/>
                <a:ext cx="243527" cy="162742"/>
              </a:xfrm>
              <a:custGeom>
                <a:avLst/>
                <a:gdLst/>
                <a:ahLst/>
                <a:cxnLst>
                  <a:cxn ang="0">
                    <a:pos x="416" y="164"/>
                  </a:cxn>
                  <a:cxn ang="0">
                    <a:pos x="402" y="173"/>
                  </a:cxn>
                  <a:cxn ang="0">
                    <a:pos x="383" y="177"/>
                  </a:cxn>
                  <a:cxn ang="0">
                    <a:pos x="359" y="176"/>
                  </a:cxn>
                  <a:cxn ang="0">
                    <a:pos x="303" y="164"/>
                  </a:cxn>
                  <a:cxn ang="0">
                    <a:pos x="239" y="140"/>
                  </a:cxn>
                  <a:cxn ang="0">
                    <a:pos x="176" y="109"/>
                  </a:cxn>
                  <a:cxn ang="0">
                    <a:pos x="119" y="76"/>
                  </a:cxn>
                  <a:cxn ang="0">
                    <a:pos x="78" y="46"/>
                  </a:cxn>
                  <a:cxn ang="0">
                    <a:pos x="60" y="27"/>
                  </a:cxn>
                  <a:cxn ang="0">
                    <a:pos x="56" y="19"/>
                  </a:cxn>
                  <a:cxn ang="0">
                    <a:pos x="58" y="15"/>
                  </a:cxn>
                  <a:cxn ang="0">
                    <a:pos x="60" y="4"/>
                  </a:cxn>
                  <a:cxn ang="0">
                    <a:pos x="56" y="0"/>
                  </a:cxn>
                  <a:cxn ang="0">
                    <a:pos x="45" y="3"/>
                  </a:cxn>
                  <a:cxn ang="0">
                    <a:pos x="33" y="12"/>
                  </a:cxn>
                  <a:cxn ang="0">
                    <a:pos x="19" y="29"/>
                  </a:cxn>
                  <a:cxn ang="0">
                    <a:pos x="7" y="52"/>
                  </a:cxn>
                  <a:cxn ang="0">
                    <a:pos x="0" y="83"/>
                  </a:cxn>
                  <a:cxn ang="0">
                    <a:pos x="2" y="121"/>
                  </a:cxn>
                  <a:cxn ang="0">
                    <a:pos x="3" y="132"/>
                  </a:cxn>
                  <a:cxn ang="0">
                    <a:pos x="14" y="154"/>
                  </a:cxn>
                  <a:cxn ang="0">
                    <a:pos x="29" y="176"/>
                  </a:cxn>
                  <a:cxn ang="0">
                    <a:pos x="51" y="196"/>
                  </a:cxn>
                  <a:cxn ang="0">
                    <a:pos x="78" y="217"/>
                  </a:cxn>
                  <a:cxn ang="0">
                    <a:pos x="108" y="236"/>
                  </a:cxn>
                  <a:cxn ang="0">
                    <a:pos x="141" y="251"/>
                  </a:cxn>
                  <a:cxn ang="0">
                    <a:pos x="176" y="264"/>
                  </a:cxn>
                  <a:cxn ang="0">
                    <a:pos x="212" y="274"/>
                  </a:cxn>
                  <a:cxn ang="0">
                    <a:pos x="247" y="278"/>
                  </a:cxn>
                  <a:cxn ang="0">
                    <a:pos x="281" y="278"/>
                  </a:cxn>
                  <a:cxn ang="0">
                    <a:pos x="315" y="273"/>
                  </a:cxn>
                  <a:cxn ang="0">
                    <a:pos x="345" y="262"/>
                  </a:cxn>
                  <a:cxn ang="0">
                    <a:pos x="371" y="243"/>
                  </a:cxn>
                  <a:cxn ang="0">
                    <a:pos x="394" y="217"/>
                  </a:cxn>
                  <a:cxn ang="0">
                    <a:pos x="411" y="184"/>
                  </a:cxn>
                  <a:cxn ang="0">
                    <a:pos x="416" y="164"/>
                  </a:cxn>
                </a:cxnLst>
                <a:rect l="0" t="0" r="r" b="b"/>
                <a:pathLst>
                  <a:path w="416" h="279">
                    <a:moveTo>
                      <a:pt x="416" y="164"/>
                    </a:moveTo>
                    <a:lnTo>
                      <a:pt x="416" y="164"/>
                    </a:lnTo>
                    <a:lnTo>
                      <a:pt x="409" y="169"/>
                    </a:lnTo>
                    <a:lnTo>
                      <a:pt x="402" y="173"/>
                    </a:lnTo>
                    <a:lnTo>
                      <a:pt x="393" y="176"/>
                    </a:lnTo>
                    <a:lnTo>
                      <a:pt x="383" y="177"/>
                    </a:lnTo>
                    <a:lnTo>
                      <a:pt x="371" y="177"/>
                    </a:lnTo>
                    <a:lnTo>
                      <a:pt x="359" y="176"/>
                    </a:lnTo>
                    <a:lnTo>
                      <a:pt x="333" y="172"/>
                    </a:lnTo>
                    <a:lnTo>
                      <a:pt x="303" y="164"/>
                    </a:lnTo>
                    <a:lnTo>
                      <a:pt x="272" y="153"/>
                    </a:lnTo>
                    <a:lnTo>
                      <a:pt x="239" y="140"/>
                    </a:lnTo>
                    <a:lnTo>
                      <a:pt x="208" y="125"/>
                    </a:lnTo>
                    <a:lnTo>
                      <a:pt x="176" y="109"/>
                    </a:lnTo>
                    <a:lnTo>
                      <a:pt x="146" y="93"/>
                    </a:lnTo>
                    <a:lnTo>
                      <a:pt x="119" y="76"/>
                    </a:lnTo>
                    <a:lnTo>
                      <a:pt x="96" y="61"/>
                    </a:lnTo>
                    <a:lnTo>
                      <a:pt x="78" y="46"/>
                    </a:lnTo>
                    <a:lnTo>
                      <a:pt x="64" y="34"/>
                    </a:lnTo>
                    <a:lnTo>
                      <a:pt x="60" y="27"/>
                    </a:lnTo>
                    <a:lnTo>
                      <a:pt x="58" y="23"/>
                    </a:lnTo>
                    <a:lnTo>
                      <a:pt x="56" y="19"/>
                    </a:lnTo>
                    <a:lnTo>
                      <a:pt x="58" y="15"/>
                    </a:lnTo>
                    <a:lnTo>
                      <a:pt x="58" y="15"/>
                    </a:lnTo>
                    <a:lnTo>
                      <a:pt x="60" y="8"/>
                    </a:lnTo>
                    <a:lnTo>
                      <a:pt x="60" y="4"/>
                    </a:lnTo>
                    <a:lnTo>
                      <a:pt x="59" y="1"/>
                    </a:lnTo>
                    <a:lnTo>
                      <a:pt x="56" y="0"/>
                    </a:lnTo>
                    <a:lnTo>
                      <a:pt x="51" y="0"/>
                    </a:lnTo>
                    <a:lnTo>
                      <a:pt x="45" y="3"/>
                    </a:lnTo>
                    <a:lnTo>
                      <a:pt x="40" y="7"/>
                    </a:lnTo>
                    <a:lnTo>
                      <a:pt x="33" y="12"/>
                    </a:lnTo>
                    <a:lnTo>
                      <a:pt x="26" y="19"/>
                    </a:lnTo>
                    <a:lnTo>
                      <a:pt x="19" y="29"/>
                    </a:lnTo>
                    <a:lnTo>
                      <a:pt x="13" y="40"/>
                    </a:lnTo>
                    <a:lnTo>
                      <a:pt x="7" y="52"/>
                    </a:lnTo>
                    <a:lnTo>
                      <a:pt x="3" y="67"/>
                    </a:lnTo>
                    <a:lnTo>
                      <a:pt x="0" y="83"/>
                    </a:lnTo>
                    <a:lnTo>
                      <a:pt x="0" y="101"/>
                    </a:lnTo>
                    <a:lnTo>
                      <a:pt x="2" y="121"/>
                    </a:lnTo>
                    <a:lnTo>
                      <a:pt x="2" y="121"/>
                    </a:lnTo>
                    <a:lnTo>
                      <a:pt x="3" y="132"/>
                    </a:lnTo>
                    <a:lnTo>
                      <a:pt x="7" y="143"/>
                    </a:lnTo>
                    <a:lnTo>
                      <a:pt x="14" y="154"/>
                    </a:lnTo>
                    <a:lnTo>
                      <a:pt x="21" y="165"/>
                    </a:lnTo>
                    <a:lnTo>
                      <a:pt x="29" y="176"/>
                    </a:lnTo>
                    <a:lnTo>
                      <a:pt x="40" y="187"/>
                    </a:lnTo>
                    <a:lnTo>
                      <a:pt x="51" y="196"/>
                    </a:lnTo>
                    <a:lnTo>
                      <a:pt x="64" y="207"/>
                    </a:lnTo>
                    <a:lnTo>
                      <a:pt x="78" y="217"/>
                    </a:lnTo>
                    <a:lnTo>
                      <a:pt x="93" y="226"/>
                    </a:lnTo>
                    <a:lnTo>
                      <a:pt x="108" y="236"/>
                    </a:lnTo>
                    <a:lnTo>
                      <a:pt x="124" y="244"/>
                    </a:lnTo>
                    <a:lnTo>
                      <a:pt x="141" y="251"/>
                    </a:lnTo>
                    <a:lnTo>
                      <a:pt x="158" y="258"/>
                    </a:lnTo>
                    <a:lnTo>
                      <a:pt x="176" y="264"/>
                    </a:lnTo>
                    <a:lnTo>
                      <a:pt x="194" y="270"/>
                    </a:lnTo>
                    <a:lnTo>
                      <a:pt x="212" y="274"/>
                    </a:lnTo>
                    <a:lnTo>
                      <a:pt x="229" y="277"/>
                    </a:lnTo>
                    <a:lnTo>
                      <a:pt x="247" y="278"/>
                    </a:lnTo>
                    <a:lnTo>
                      <a:pt x="265" y="279"/>
                    </a:lnTo>
                    <a:lnTo>
                      <a:pt x="281" y="278"/>
                    </a:lnTo>
                    <a:lnTo>
                      <a:pt x="299" y="277"/>
                    </a:lnTo>
                    <a:lnTo>
                      <a:pt x="315" y="273"/>
                    </a:lnTo>
                    <a:lnTo>
                      <a:pt x="330" y="269"/>
                    </a:lnTo>
                    <a:lnTo>
                      <a:pt x="345" y="262"/>
                    </a:lnTo>
                    <a:lnTo>
                      <a:pt x="359" y="254"/>
                    </a:lnTo>
                    <a:lnTo>
                      <a:pt x="371" y="243"/>
                    </a:lnTo>
                    <a:lnTo>
                      <a:pt x="383" y="232"/>
                    </a:lnTo>
                    <a:lnTo>
                      <a:pt x="394" y="217"/>
                    </a:lnTo>
                    <a:lnTo>
                      <a:pt x="402" y="202"/>
                    </a:lnTo>
                    <a:lnTo>
                      <a:pt x="411" y="184"/>
                    </a:lnTo>
                    <a:lnTo>
                      <a:pt x="416" y="164"/>
                    </a:lnTo>
                    <a:lnTo>
                      <a:pt x="416" y="164"/>
                    </a:lnTo>
                    <a:close/>
                  </a:path>
                </a:pathLst>
              </a:custGeom>
              <a:solidFill>
                <a:srgbClr val="BD9079"/>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2" name="Freeform 19"/>
              <p:cNvSpPr>
                <a:spLocks/>
              </p:cNvSpPr>
              <p:nvPr/>
            </p:nvSpPr>
            <p:spPr bwMode="auto">
              <a:xfrm rot="1800000">
                <a:off x="617512" y="2853263"/>
                <a:ext cx="362950" cy="222453"/>
              </a:xfrm>
              <a:custGeom>
                <a:avLst/>
                <a:gdLst/>
                <a:ahLst/>
                <a:cxnLst>
                  <a:cxn ang="0">
                    <a:pos x="593" y="358"/>
                  </a:cxn>
                  <a:cxn ang="0">
                    <a:pos x="593" y="358"/>
                  </a:cxn>
                  <a:cxn ang="0">
                    <a:pos x="597" y="357"/>
                  </a:cxn>
                  <a:cxn ang="0">
                    <a:pos x="600" y="354"/>
                  </a:cxn>
                  <a:cxn ang="0">
                    <a:pos x="607" y="345"/>
                  </a:cxn>
                  <a:cxn ang="0">
                    <a:pos x="611" y="334"/>
                  </a:cxn>
                  <a:cxn ang="0">
                    <a:pos x="615" y="323"/>
                  </a:cxn>
                  <a:cxn ang="0">
                    <a:pos x="620" y="303"/>
                  </a:cxn>
                  <a:cxn ang="0">
                    <a:pos x="622" y="293"/>
                  </a:cxn>
                  <a:cxn ang="0">
                    <a:pos x="622" y="293"/>
                  </a:cxn>
                  <a:cxn ang="0">
                    <a:pos x="605" y="281"/>
                  </a:cxn>
                  <a:cxn ang="0">
                    <a:pos x="585" y="266"/>
                  </a:cxn>
                  <a:cxn ang="0">
                    <a:pos x="556" y="248"/>
                  </a:cxn>
                  <a:cxn ang="0">
                    <a:pos x="525" y="229"/>
                  </a:cxn>
                  <a:cxn ang="0">
                    <a:pos x="447" y="187"/>
                  </a:cxn>
                  <a:cxn ang="0">
                    <a:pos x="360" y="142"/>
                  </a:cxn>
                  <a:cxn ang="0">
                    <a:pos x="266" y="98"/>
                  </a:cxn>
                  <a:cxn ang="0">
                    <a:pos x="175" y="59"/>
                  </a:cxn>
                  <a:cxn ang="0">
                    <a:pos x="131" y="40"/>
                  </a:cxn>
                  <a:cxn ang="0">
                    <a:pos x="90" y="25"/>
                  </a:cxn>
                  <a:cxn ang="0">
                    <a:pos x="53" y="11"/>
                  </a:cxn>
                  <a:cxn ang="0">
                    <a:pos x="19" y="0"/>
                  </a:cxn>
                  <a:cxn ang="0">
                    <a:pos x="19" y="0"/>
                  </a:cxn>
                  <a:cxn ang="0">
                    <a:pos x="14" y="8"/>
                  </a:cxn>
                  <a:cxn ang="0">
                    <a:pos x="10" y="18"/>
                  </a:cxn>
                  <a:cxn ang="0">
                    <a:pos x="4" y="31"/>
                  </a:cxn>
                  <a:cxn ang="0">
                    <a:pos x="2" y="49"/>
                  </a:cxn>
                  <a:cxn ang="0">
                    <a:pos x="0" y="59"/>
                  </a:cxn>
                  <a:cxn ang="0">
                    <a:pos x="0" y="70"/>
                  </a:cxn>
                  <a:cxn ang="0">
                    <a:pos x="2" y="80"/>
                  </a:cxn>
                  <a:cxn ang="0">
                    <a:pos x="3" y="93"/>
                  </a:cxn>
                  <a:cxn ang="0">
                    <a:pos x="7" y="106"/>
                  </a:cxn>
                  <a:cxn ang="0">
                    <a:pos x="11" y="120"/>
                  </a:cxn>
                  <a:cxn ang="0">
                    <a:pos x="11" y="120"/>
                  </a:cxn>
                  <a:cxn ang="0">
                    <a:pos x="15" y="128"/>
                  </a:cxn>
                  <a:cxn ang="0">
                    <a:pos x="21" y="138"/>
                  </a:cxn>
                  <a:cxn ang="0">
                    <a:pos x="29" y="147"/>
                  </a:cxn>
                  <a:cxn ang="0">
                    <a:pos x="40" y="157"/>
                  </a:cxn>
                  <a:cxn ang="0">
                    <a:pos x="64" y="180"/>
                  </a:cxn>
                  <a:cxn ang="0">
                    <a:pos x="97" y="204"/>
                  </a:cxn>
                  <a:cxn ang="0">
                    <a:pos x="134" y="229"/>
                  </a:cxn>
                  <a:cxn ang="0">
                    <a:pos x="176" y="255"/>
                  </a:cxn>
                  <a:cxn ang="0">
                    <a:pos x="220" y="281"/>
                  </a:cxn>
                  <a:cxn ang="0">
                    <a:pos x="267" y="304"/>
                  </a:cxn>
                  <a:cxn ang="0">
                    <a:pos x="315" y="327"/>
                  </a:cxn>
                  <a:cxn ang="0">
                    <a:pos x="363" y="346"/>
                  </a:cxn>
                  <a:cxn ang="0">
                    <a:pos x="386" y="354"/>
                  </a:cxn>
                  <a:cxn ang="0">
                    <a:pos x="409" y="361"/>
                  </a:cxn>
                  <a:cxn ang="0">
                    <a:pos x="432" y="368"/>
                  </a:cxn>
                  <a:cxn ang="0">
                    <a:pos x="454" y="372"/>
                  </a:cxn>
                  <a:cxn ang="0">
                    <a:pos x="476" y="376"/>
                  </a:cxn>
                  <a:cxn ang="0">
                    <a:pos x="496" y="379"/>
                  </a:cxn>
                  <a:cxn ang="0">
                    <a:pos x="515" y="380"/>
                  </a:cxn>
                  <a:cxn ang="0">
                    <a:pos x="534" y="379"/>
                  </a:cxn>
                  <a:cxn ang="0">
                    <a:pos x="551" y="378"/>
                  </a:cxn>
                  <a:cxn ang="0">
                    <a:pos x="567" y="373"/>
                  </a:cxn>
                  <a:cxn ang="0">
                    <a:pos x="581" y="367"/>
                  </a:cxn>
                  <a:cxn ang="0">
                    <a:pos x="593" y="358"/>
                  </a:cxn>
                  <a:cxn ang="0">
                    <a:pos x="593" y="358"/>
                  </a:cxn>
                </a:cxnLst>
                <a:rect l="0" t="0" r="r" b="b"/>
                <a:pathLst>
                  <a:path w="622" h="380">
                    <a:moveTo>
                      <a:pt x="593" y="358"/>
                    </a:moveTo>
                    <a:lnTo>
                      <a:pt x="593" y="358"/>
                    </a:lnTo>
                    <a:lnTo>
                      <a:pt x="597" y="357"/>
                    </a:lnTo>
                    <a:lnTo>
                      <a:pt x="600" y="354"/>
                    </a:lnTo>
                    <a:lnTo>
                      <a:pt x="607" y="345"/>
                    </a:lnTo>
                    <a:lnTo>
                      <a:pt x="611" y="334"/>
                    </a:lnTo>
                    <a:lnTo>
                      <a:pt x="615" y="323"/>
                    </a:lnTo>
                    <a:lnTo>
                      <a:pt x="620" y="303"/>
                    </a:lnTo>
                    <a:lnTo>
                      <a:pt x="622" y="293"/>
                    </a:lnTo>
                    <a:lnTo>
                      <a:pt x="622" y="293"/>
                    </a:lnTo>
                    <a:lnTo>
                      <a:pt x="605" y="281"/>
                    </a:lnTo>
                    <a:lnTo>
                      <a:pt x="585" y="266"/>
                    </a:lnTo>
                    <a:lnTo>
                      <a:pt x="556" y="248"/>
                    </a:lnTo>
                    <a:lnTo>
                      <a:pt x="525" y="229"/>
                    </a:lnTo>
                    <a:lnTo>
                      <a:pt x="447" y="187"/>
                    </a:lnTo>
                    <a:lnTo>
                      <a:pt x="360" y="142"/>
                    </a:lnTo>
                    <a:lnTo>
                      <a:pt x="266" y="98"/>
                    </a:lnTo>
                    <a:lnTo>
                      <a:pt x="175" y="59"/>
                    </a:lnTo>
                    <a:lnTo>
                      <a:pt x="131" y="40"/>
                    </a:lnTo>
                    <a:lnTo>
                      <a:pt x="90" y="25"/>
                    </a:lnTo>
                    <a:lnTo>
                      <a:pt x="53" y="11"/>
                    </a:lnTo>
                    <a:lnTo>
                      <a:pt x="19" y="0"/>
                    </a:lnTo>
                    <a:lnTo>
                      <a:pt x="19" y="0"/>
                    </a:lnTo>
                    <a:lnTo>
                      <a:pt x="14" y="8"/>
                    </a:lnTo>
                    <a:lnTo>
                      <a:pt x="10" y="18"/>
                    </a:lnTo>
                    <a:lnTo>
                      <a:pt x="4" y="31"/>
                    </a:lnTo>
                    <a:lnTo>
                      <a:pt x="2" y="49"/>
                    </a:lnTo>
                    <a:lnTo>
                      <a:pt x="0" y="59"/>
                    </a:lnTo>
                    <a:lnTo>
                      <a:pt x="0" y="70"/>
                    </a:lnTo>
                    <a:lnTo>
                      <a:pt x="2" y="80"/>
                    </a:lnTo>
                    <a:lnTo>
                      <a:pt x="3" y="93"/>
                    </a:lnTo>
                    <a:lnTo>
                      <a:pt x="7" y="106"/>
                    </a:lnTo>
                    <a:lnTo>
                      <a:pt x="11" y="120"/>
                    </a:lnTo>
                    <a:lnTo>
                      <a:pt x="11" y="120"/>
                    </a:lnTo>
                    <a:lnTo>
                      <a:pt x="15" y="128"/>
                    </a:lnTo>
                    <a:lnTo>
                      <a:pt x="21" y="138"/>
                    </a:lnTo>
                    <a:lnTo>
                      <a:pt x="29" y="147"/>
                    </a:lnTo>
                    <a:lnTo>
                      <a:pt x="40" y="157"/>
                    </a:lnTo>
                    <a:lnTo>
                      <a:pt x="64" y="180"/>
                    </a:lnTo>
                    <a:lnTo>
                      <a:pt x="97" y="204"/>
                    </a:lnTo>
                    <a:lnTo>
                      <a:pt x="134" y="229"/>
                    </a:lnTo>
                    <a:lnTo>
                      <a:pt x="176" y="255"/>
                    </a:lnTo>
                    <a:lnTo>
                      <a:pt x="220" y="281"/>
                    </a:lnTo>
                    <a:lnTo>
                      <a:pt x="267" y="304"/>
                    </a:lnTo>
                    <a:lnTo>
                      <a:pt x="315" y="327"/>
                    </a:lnTo>
                    <a:lnTo>
                      <a:pt x="363" y="346"/>
                    </a:lnTo>
                    <a:lnTo>
                      <a:pt x="386" y="354"/>
                    </a:lnTo>
                    <a:lnTo>
                      <a:pt x="409" y="361"/>
                    </a:lnTo>
                    <a:lnTo>
                      <a:pt x="432" y="368"/>
                    </a:lnTo>
                    <a:lnTo>
                      <a:pt x="454" y="372"/>
                    </a:lnTo>
                    <a:lnTo>
                      <a:pt x="476" y="376"/>
                    </a:lnTo>
                    <a:lnTo>
                      <a:pt x="496" y="379"/>
                    </a:lnTo>
                    <a:lnTo>
                      <a:pt x="515" y="380"/>
                    </a:lnTo>
                    <a:lnTo>
                      <a:pt x="534" y="379"/>
                    </a:lnTo>
                    <a:lnTo>
                      <a:pt x="551" y="378"/>
                    </a:lnTo>
                    <a:lnTo>
                      <a:pt x="567" y="373"/>
                    </a:lnTo>
                    <a:lnTo>
                      <a:pt x="581" y="367"/>
                    </a:lnTo>
                    <a:lnTo>
                      <a:pt x="593" y="358"/>
                    </a:lnTo>
                    <a:lnTo>
                      <a:pt x="593" y="358"/>
                    </a:lnTo>
                    <a:close/>
                  </a:path>
                </a:pathLst>
              </a:custGeom>
              <a:solidFill>
                <a:srgbClr val="DBF4FF"/>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3" name="Freeform 20"/>
              <p:cNvSpPr>
                <a:spLocks/>
              </p:cNvSpPr>
              <p:nvPr/>
            </p:nvSpPr>
            <p:spPr bwMode="auto">
              <a:xfrm rot="1800000">
                <a:off x="546110" y="2845526"/>
                <a:ext cx="413295" cy="292701"/>
              </a:xfrm>
              <a:custGeom>
                <a:avLst/>
                <a:gdLst/>
                <a:ahLst/>
                <a:cxnLst>
                  <a:cxn ang="0">
                    <a:pos x="635" y="498"/>
                  </a:cxn>
                  <a:cxn ang="0">
                    <a:pos x="635" y="498"/>
                  </a:cxn>
                  <a:cxn ang="0">
                    <a:pos x="659" y="446"/>
                  </a:cxn>
                  <a:cxn ang="0">
                    <a:pos x="679" y="400"/>
                  </a:cxn>
                  <a:cxn ang="0">
                    <a:pos x="692" y="366"/>
                  </a:cxn>
                  <a:cxn ang="0">
                    <a:pos x="703" y="343"/>
                  </a:cxn>
                  <a:cxn ang="0">
                    <a:pos x="703" y="343"/>
                  </a:cxn>
                  <a:cxn ang="0">
                    <a:pos x="704" y="337"/>
                  </a:cxn>
                  <a:cxn ang="0">
                    <a:pos x="706" y="331"/>
                  </a:cxn>
                  <a:cxn ang="0">
                    <a:pos x="704" y="324"/>
                  </a:cxn>
                  <a:cxn ang="0">
                    <a:pos x="702" y="318"/>
                  </a:cxn>
                  <a:cxn ang="0">
                    <a:pos x="698" y="312"/>
                  </a:cxn>
                  <a:cxn ang="0">
                    <a:pos x="692" y="306"/>
                  </a:cxn>
                  <a:cxn ang="0">
                    <a:pos x="676" y="293"/>
                  </a:cxn>
                  <a:cxn ang="0">
                    <a:pos x="654" y="278"/>
                  </a:cxn>
                  <a:cxn ang="0">
                    <a:pos x="627" y="263"/>
                  </a:cxn>
                  <a:cxn ang="0">
                    <a:pos x="560" y="223"/>
                  </a:cxn>
                  <a:cxn ang="0">
                    <a:pos x="560" y="223"/>
                  </a:cxn>
                  <a:cxn ang="0">
                    <a:pos x="512" y="198"/>
                  </a:cxn>
                  <a:cxn ang="0">
                    <a:pos x="448" y="166"/>
                  </a:cxn>
                  <a:cxn ang="0">
                    <a:pos x="375" y="130"/>
                  </a:cxn>
                  <a:cxn ang="0">
                    <a:pos x="300" y="94"/>
                  </a:cxn>
                  <a:cxn ang="0">
                    <a:pos x="162" y="31"/>
                  </a:cxn>
                  <a:cxn ang="0">
                    <a:pos x="114" y="10"/>
                  </a:cxn>
                  <a:cxn ang="0">
                    <a:pos x="87" y="0"/>
                  </a:cxn>
                  <a:cxn ang="0">
                    <a:pos x="87" y="0"/>
                  </a:cxn>
                  <a:cxn ang="0">
                    <a:pos x="0" y="155"/>
                  </a:cxn>
                  <a:cxn ang="0">
                    <a:pos x="0" y="498"/>
                  </a:cxn>
                  <a:cxn ang="0">
                    <a:pos x="635" y="498"/>
                  </a:cxn>
                </a:cxnLst>
                <a:rect l="0" t="0" r="r" b="b"/>
                <a:pathLst>
                  <a:path w="706" h="498">
                    <a:moveTo>
                      <a:pt x="635" y="498"/>
                    </a:moveTo>
                    <a:lnTo>
                      <a:pt x="635" y="498"/>
                    </a:lnTo>
                    <a:lnTo>
                      <a:pt x="659" y="446"/>
                    </a:lnTo>
                    <a:lnTo>
                      <a:pt x="679" y="400"/>
                    </a:lnTo>
                    <a:lnTo>
                      <a:pt x="692" y="366"/>
                    </a:lnTo>
                    <a:lnTo>
                      <a:pt x="703" y="343"/>
                    </a:lnTo>
                    <a:lnTo>
                      <a:pt x="703" y="343"/>
                    </a:lnTo>
                    <a:lnTo>
                      <a:pt x="704" y="337"/>
                    </a:lnTo>
                    <a:lnTo>
                      <a:pt x="706" y="331"/>
                    </a:lnTo>
                    <a:lnTo>
                      <a:pt x="704" y="324"/>
                    </a:lnTo>
                    <a:lnTo>
                      <a:pt x="702" y="318"/>
                    </a:lnTo>
                    <a:lnTo>
                      <a:pt x="698" y="312"/>
                    </a:lnTo>
                    <a:lnTo>
                      <a:pt x="692" y="306"/>
                    </a:lnTo>
                    <a:lnTo>
                      <a:pt x="676" y="293"/>
                    </a:lnTo>
                    <a:lnTo>
                      <a:pt x="654" y="278"/>
                    </a:lnTo>
                    <a:lnTo>
                      <a:pt x="627" y="263"/>
                    </a:lnTo>
                    <a:lnTo>
                      <a:pt x="560" y="223"/>
                    </a:lnTo>
                    <a:lnTo>
                      <a:pt x="560" y="223"/>
                    </a:lnTo>
                    <a:lnTo>
                      <a:pt x="512" y="198"/>
                    </a:lnTo>
                    <a:lnTo>
                      <a:pt x="448" y="166"/>
                    </a:lnTo>
                    <a:lnTo>
                      <a:pt x="375" y="130"/>
                    </a:lnTo>
                    <a:lnTo>
                      <a:pt x="300" y="94"/>
                    </a:lnTo>
                    <a:lnTo>
                      <a:pt x="162" y="31"/>
                    </a:lnTo>
                    <a:lnTo>
                      <a:pt x="114" y="10"/>
                    </a:lnTo>
                    <a:lnTo>
                      <a:pt x="87" y="0"/>
                    </a:lnTo>
                    <a:lnTo>
                      <a:pt x="87" y="0"/>
                    </a:lnTo>
                    <a:lnTo>
                      <a:pt x="0" y="155"/>
                    </a:lnTo>
                    <a:lnTo>
                      <a:pt x="0" y="498"/>
                    </a:lnTo>
                    <a:lnTo>
                      <a:pt x="635" y="498"/>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4" name="Freeform 21"/>
              <p:cNvSpPr>
                <a:spLocks/>
              </p:cNvSpPr>
              <p:nvPr/>
            </p:nvSpPr>
            <p:spPr bwMode="auto">
              <a:xfrm rot="1800000">
                <a:off x="543090" y="2856799"/>
                <a:ext cx="401587" cy="277480"/>
              </a:xfrm>
              <a:custGeom>
                <a:avLst/>
                <a:gdLst/>
                <a:ahLst/>
                <a:cxnLst>
                  <a:cxn ang="0">
                    <a:pos x="614" y="473"/>
                  </a:cxn>
                  <a:cxn ang="0">
                    <a:pos x="614" y="473"/>
                  </a:cxn>
                  <a:cxn ang="0">
                    <a:pos x="654" y="386"/>
                  </a:cxn>
                  <a:cxn ang="0">
                    <a:pos x="670" y="349"/>
                  </a:cxn>
                  <a:cxn ang="0">
                    <a:pos x="681" y="325"/>
                  </a:cxn>
                  <a:cxn ang="0">
                    <a:pos x="681" y="325"/>
                  </a:cxn>
                  <a:cxn ang="0">
                    <a:pos x="684" y="319"/>
                  </a:cxn>
                  <a:cxn ang="0">
                    <a:pos x="685" y="314"/>
                  </a:cxn>
                  <a:cxn ang="0">
                    <a:pos x="684" y="307"/>
                  </a:cxn>
                  <a:cxn ang="0">
                    <a:pos x="681" y="302"/>
                  </a:cxn>
                  <a:cxn ang="0">
                    <a:pos x="677" y="296"/>
                  </a:cxn>
                  <a:cxn ang="0">
                    <a:pos x="672" y="289"/>
                  </a:cxn>
                  <a:cxn ang="0">
                    <a:pos x="657" y="277"/>
                  </a:cxn>
                  <a:cxn ang="0">
                    <a:pos x="636" y="263"/>
                  </a:cxn>
                  <a:cxn ang="0">
                    <a:pos x="610" y="248"/>
                  </a:cxn>
                  <a:cxn ang="0">
                    <a:pos x="546" y="212"/>
                  </a:cxn>
                  <a:cxn ang="0">
                    <a:pos x="546" y="212"/>
                  </a:cxn>
                  <a:cxn ang="0">
                    <a:pos x="501" y="187"/>
                  </a:cxn>
                  <a:cxn ang="0">
                    <a:pos x="440" y="157"/>
                  </a:cxn>
                  <a:cxn ang="0">
                    <a:pos x="300" y="89"/>
                  </a:cxn>
                  <a:cxn ang="0">
                    <a:pos x="170" y="29"/>
                  </a:cxn>
                  <a:cxn ang="0">
                    <a:pos x="124" y="10"/>
                  </a:cxn>
                  <a:cxn ang="0">
                    <a:pos x="99" y="0"/>
                  </a:cxn>
                  <a:cxn ang="0">
                    <a:pos x="99" y="0"/>
                  </a:cxn>
                  <a:cxn ang="0">
                    <a:pos x="89" y="22"/>
                  </a:cxn>
                  <a:cxn ang="0">
                    <a:pos x="67" y="62"/>
                  </a:cxn>
                  <a:cxn ang="0">
                    <a:pos x="0" y="179"/>
                  </a:cxn>
                  <a:cxn ang="0">
                    <a:pos x="0" y="473"/>
                  </a:cxn>
                  <a:cxn ang="0">
                    <a:pos x="614" y="473"/>
                  </a:cxn>
                </a:cxnLst>
                <a:rect l="0" t="0" r="r" b="b"/>
                <a:pathLst>
                  <a:path w="685" h="473">
                    <a:moveTo>
                      <a:pt x="614" y="473"/>
                    </a:moveTo>
                    <a:lnTo>
                      <a:pt x="614" y="473"/>
                    </a:lnTo>
                    <a:lnTo>
                      <a:pt x="654" y="386"/>
                    </a:lnTo>
                    <a:lnTo>
                      <a:pt x="670" y="349"/>
                    </a:lnTo>
                    <a:lnTo>
                      <a:pt x="681" y="325"/>
                    </a:lnTo>
                    <a:lnTo>
                      <a:pt x="681" y="325"/>
                    </a:lnTo>
                    <a:lnTo>
                      <a:pt x="684" y="319"/>
                    </a:lnTo>
                    <a:lnTo>
                      <a:pt x="685" y="314"/>
                    </a:lnTo>
                    <a:lnTo>
                      <a:pt x="684" y="307"/>
                    </a:lnTo>
                    <a:lnTo>
                      <a:pt x="681" y="302"/>
                    </a:lnTo>
                    <a:lnTo>
                      <a:pt x="677" y="296"/>
                    </a:lnTo>
                    <a:lnTo>
                      <a:pt x="672" y="289"/>
                    </a:lnTo>
                    <a:lnTo>
                      <a:pt x="657" y="277"/>
                    </a:lnTo>
                    <a:lnTo>
                      <a:pt x="636" y="263"/>
                    </a:lnTo>
                    <a:lnTo>
                      <a:pt x="610" y="248"/>
                    </a:lnTo>
                    <a:lnTo>
                      <a:pt x="546" y="212"/>
                    </a:lnTo>
                    <a:lnTo>
                      <a:pt x="546" y="212"/>
                    </a:lnTo>
                    <a:lnTo>
                      <a:pt x="501" y="187"/>
                    </a:lnTo>
                    <a:lnTo>
                      <a:pt x="440" y="157"/>
                    </a:lnTo>
                    <a:lnTo>
                      <a:pt x="300" y="89"/>
                    </a:lnTo>
                    <a:lnTo>
                      <a:pt x="170" y="29"/>
                    </a:lnTo>
                    <a:lnTo>
                      <a:pt x="124" y="10"/>
                    </a:lnTo>
                    <a:lnTo>
                      <a:pt x="99" y="0"/>
                    </a:lnTo>
                    <a:lnTo>
                      <a:pt x="99" y="0"/>
                    </a:lnTo>
                    <a:lnTo>
                      <a:pt x="89" y="22"/>
                    </a:lnTo>
                    <a:lnTo>
                      <a:pt x="67" y="62"/>
                    </a:lnTo>
                    <a:lnTo>
                      <a:pt x="0" y="179"/>
                    </a:lnTo>
                    <a:lnTo>
                      <a:pt x="0" y="473"/>
                    </a:lnTo>
                    <a:lnTo>
                      <a:pt x="614" y="473"/>
                    </a:lnTo>
                    <a:close/>
                  </a:path>
                </a:pathLst>
              </a:custGeom>
              <a:solidFill>
                <a:srgbClr val="0F373B"/>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5" name="Freeform 22"/>
              <p:cNvSpPr>
                <a:spLocks/>
              </p:cNvSpPr>
              <p:nvPr/>
            </p:nvSpPr>
            <p:spPr bwMode="auto">
              <a:xfrm rot="1800000">
                <a:off x="603886" y="2887704"/>
                <a:ext cx="103031" cy="201378"/>
              </a:xfrm>
              <a:custGeom>
                <a:avLst/>
                <a:gdLst/>
                <a:ahLst/>
                <a:cxnLst>
                  <a:cxn ang="0">
                    <a:pos x="177" y="0"/>
                  </a:cxn>
                  <a:cxn ang="0">
                    <a:pos x="177" y="0"/>
                  </a:cxn>
                  <a:cxn ang="0">
                    <a:pos x="158" y="45"/>
                  </a:cxn>
                  <a:cxn ang="0">
                    <a:pos x="139" y="90"/>
                  </a:cxn>
                  <a:cxn ang="0">
                    <a:pos x="117" y="135"/>
                  </a:cxn>
                  <a:cxn ang="0">
                    <a:pos x="96" y="180"/>
                  </a:cxn>
                  <a:cxn ang="0">
                    <a:pos x="52" y="266"/>
                  </a:cxn>
                  <a:cxn ang="0">
                    <a:pos x="10" y="343"/>
                  </a:cxn>
                  <a:cxn ang="0">
                    <a:pos x="0" y="343"/>
                  </a:cxn>
                  <a:cxn ang="0">
                    <a:pos x="0" y="343"/>
                  </a:cxn>
                  <a:cxn ang="0">
                    <a:pos x="18" y="305"/>
                  </a:cxn>
                  <a:cxn ang="0">
                    <a:pos x="37" y="264"/>
                  </a:cxn>
                  <a:cxn ang="0">
                    <a:pos x="81" y="177"/>
                  </a:cxn>
                  <a:cxn ang="0">
                    <a:pos x="128" y="87"/>
                  </a:cxn>
                  <a:cxn ang="0">
                    <a:pos x="177" y="0"/>
                  </a:cxn>
                  <a:cxn ang="0">
                    <a:pos x="177" y="0"/>
                  </a:cxn>
                </a:cxnLst>
                <a:rect l="0" t="0" r="r" b="b"/>
                <a:pathLst>
                  <a:path w="177" h="343">
                    <a:moveTo>
                      <a:pt x="177" y="0"/>
                    </a:moveTo>
                    <a:lnTo>
                      <a:pt x="177" y="0"/>
                    </a:lnTo>
                    <a:lnTo>
                      <a:pt x="158" y="45"/>
                    </a:lnTo>
                    <a:lnTo>
                      <a:pt x="139" y="90"/>
                    </a:lnTo>
                    <a:lnTo>
                      <a:pt x="117" y="135"/>
                    </a:lnTo>
                    <a:lnTo>
                      <a:pt x="96" y="180"/>
                    </a:lnTo>
                    <a:lnTo>
                      <a:pt x="52" y="266"/>
                    </a:lnTo>
                    <a:lnTo>
                      <a:pt x="10" y="343"/>
                    </a:lnTo>
                    <a:lnTo>
                      <a:pt x="0" y="343"/>
                    </a:lnTo>
                    <a:lnTo>
                      <a:pt x="0" y="343"/>
                    </a:lnTo>
                    <a:lnTo>
                      <a:pt x="18" y="305"/>
                    </a:lnTo>
                    <a:lnTo>
                      <a:pt x="37" y="264"/>
                    </a:lnTo>
                    <a:lnTo>
                      <a:pt x="81" y="177"/>
                    </a:lnTo>
                    <a:lnTo>
                      <a:pt x="128" y="87"/>
                    </a:lnTo>
                    <a:lnTo>
                      <a:pt x="177" y="0"/>
                    </a:lnTo>
                    <a:lnTo>
                      <a:pt x="177" y="0"/>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6" name="Freeform 23"/>
              <p:cNvSpPr>
                <a:spLocks noEditPoints="1"/>
              </p:cNvSpPr>
              <p:nvPr/>
            </p:nvSpPr>
            <p:spPr bwMode="auto">
              <a:xfrm rot="1800000">
                <a:off x="640608" y="3001370"/>
                <a:ext cx="58540" cy="59711"/>
              </a:xfrm>
              <a:custGeom>
                <a:avLst/>
                <a:gdLst/>
                <a:ahLst/>
                <a:cxnLst>
                  <a:cxn ang="0">
                    <a:pos x="79" y="93"/>
                  </a:cxn>
                  <a:cxn ang="0">
                    <a:pos x="93" y="78"/>
                  </a:cxn>
                  <a:cxn ang="0">
                    <a:pos x="99" y="60"/>
                  </a:cxn>
                  <a:cxn ang="0">
                    <a:pos x="101" y="41"/>
                  </a:cxn>
                  <a:cxn ang="0">
                    <a:pos x="93" y="22"/>
                  </a:cxn>
                  <a:cxn ang="0">
                    <a:pos x="88" y="18"/>
                  </a:cxn>
                  <a:cxn ang="0">
                    <a:pos x="73" y="5"/>
                  </a:cxn>
                  <a:cxn ang="0">
                    <a:pos x="50" y="0"/>
                  </a:cxn>
                  <a:cxn ang="0">
                    <a:pos x="50" y="12"/>
                  </a:cxn>
                  <a:cxn ang="0">
                    <a:pos x="68" y="16"/>
                  </a:cxn>
                  <a:cxn ang="0">
                    <a:pos x="83" y="29"/>
                  </a:cxn>
                  <a:cxn ang="0">
                    <a:pos x="86" y="35"/>
                  </a:cxn>
                  <a:cxn ang="0">
                    <a:pos x="88" y="50"/>
                  </a:cxn>
                  <a:cxn ang="0">
                    <a:pos x="86" y="65"/>
                  </a:cxn>
                  <a:cxn ang="0">
                    <a:pos x="78" y="78"/>
                  </a:cxn>
                  <a:cxn ang="0">
                    <a:pos x="72" y="83"/>
                  </a:cxn>
                  <a:cxn ang="0">
                    <a:pos x="61" y="87"/>
                  </a:cxn>
                  <a:cxn ang="0">
                    <a:pos x="50" y="89"/>
                  </a:cxn>
                  <a:cxn ang="0">
                    <a:pos x="50" y="101"/>
                  </a:cxn>
                  <a:cxn ang="0">
                    <a:pos x="65" y="99"/>
                  </a:cxn>
                  <a:cxn ang="0">
                    <a:pos x="79" y="93"/>
                  </a:cxn>
                  <a:cxn ang="0">
                    <a:pos x="50" y="0"/>
                  </a:cxn>
                  <a:cxn ang="0">
                    <a:pos x="44" y="0"/>
                  </a:cxn>
                  <a:cxn ang="0">
                    <a:pos x="29" y="4"/>
                  </a:cxn>
                  <a:cxn ang="0">
                    <a:pos x="23" y="8"/>
                  </a:cxn>
                  <a:cxn ang="0">
                    <a:pos x="8" y="23"/>
                  </a:cxn>
                  <a:cxn ang="0">
                    <a:pos x="1" y="41"/>
                  </a:cxn>
                  <a:cxn ang="0">
                    <a:pos x="1" y="60"/>
                  </a:cxn>
                  <a:cxn ang="0">
                    <a:pos x="8" y="79"/>
                  </a:cxn>
                  <a:cxn ang="0">
                    <a:pos x="12" y="83"/>
                  </a:cxn>
                  <a:cxn ang="0">
                    <a:pos x="27" y="95"/>
                  </a:cxn>
                  <a:cxn ang="0">
                    <a:pos x="50" y="101"/>
                  </a:cxn>
                  <a:cxn ang="0">
                    <a:pos x="50" y="89"/>
                  </a:cxn>
                  <a:cxn ang="0">
                    <a:pos x="33" y="84"/>
                  </a:cxn>
                  <a:cxn ang="0">
                    <a:pos x="19" y="72"/>
                  </a:cxn>
                  <a:cxn ang="0">
                    <a:pos x="15" y="65"/>
                  </a:cxn>
                  <a:cxn ang="0">
                    <a:pos x="12" y="50"/>
                  </a:cxn>
                  <a:cxn ang="0">
                    <a:pos x="15" y="35"/>
                  </a:cxn>
                  <a:cxn ang="0">
                    <a:pos x="23" y="23"/>
                  </a:cxn>
                  <a:cxn ang="0">
                    <a:pos x="29" y="18"/>
                  </a:cxn>
                  <a:cxn ang="0">
                    <a:pos x="39" y="14"/>
                  </a:cxn>
                  <a:cxn ang="0">
                    <a:pos x="50" y="12"/>
                  </a:cxn>
                </a:cxnLst>
                <a:rect l="0" t="0" r="r" b="b"/>
                <a:pathLst>
                  <a:path w="101" h="101">
                    <a:moveTo>
                      <a:pt x="79" y="93"/>
                    </a:moveTo>
                    <a:lnTo>
                      <a:pt x="79" y="93"/>
                    </a:lnTo>
                    <a:lnTo>
                      <a:pt x="87" y="86"/>
                    </a:lnTo>
                    <a:lnTo>
                      <a:pt x="93" y="78"/>
                    </a:lnTo>
                    <a:lnTo>
                      <a:pt x="97" y="69"/>
                    </a:lnTo>
                    <a:lnTo>
                      <a:pt x="99" y="60"/>
                    </a:lnTo>
                    <a:lnTo>
                      <a:pt x="101" y="50"/>
                    </a:lnTo>
                    <a:lnTo>
                      <a:pt x="101" y="41"/>
                    </a:lnTo>
                    <a:lnTo>
                      <a:pt x="97" y="31"/>
                    </a:lnTo>
                    <a:lnTo>
                      <a:pt x="93" y="22"/>
                    </a:lnTo>
                    <a:lnTo>
                      <a:pt x="93" y="22"/>
                    </a:lnTo>
                    <a:lnTo>
                      <a:pt x="88" y="18"/>
                    </a:lnTo>
                    <a:lnTo>
                      <a:pt x="84" y="12"/>
                    </a:lnTo>
                    <a:lnTo>
                      <a:pt x="73" y="5"/>
                    </a:lnTo>
                    <a:lnTo>
                      <a:pt x="63" y="1"/>
                    </a:lnTo>
                    <a:lnTo>
                      <a:pt x="50" y="0"/>
                    </a:lnTo>
                    <a:lnTo>
                      <a:pt x="50" y="12"/>
                    </a:lnTo>
                    <a:lnTo>
                      <a:pt x="50" y="12"/>
                    </a:lnTo>
                    <a:lnTo>
                      <a:pt x="60" y="14"/>
                    </a:lnTo>
                    <a:lnTo>
                      <a:pt x="68" y="16"/>
                    </a:lnTo>
                    <a:lnTo>
                      <a:pt x="76" y="22"/>
                    </a:lnTo>
                    <a:lnTo>
                      <a:pt x="83" y="29"/>
                    </a:lnTo>
                    <a:lnTo>
                      <a:pt x="83" y="29"/>
                    </a:lnTo>
                    <a:lnTo>
                      <a:pt x="86" y="35"/>
                    </a:lnTo>
                    <a:lnTo>
                      <a:pt x="88" y="44"/>
                    </a:lnTo>
                    <a:lnTo>
                      <a:pt x="88" y="50"/>
                    </a:lnTo>
                    <a:lnTo>
                      <a:pt x="88" y="59"/>
                    </a:lnTo>
                    <a:lnTo>
                      <a:pt x="86" y="65"/>
                    </a:lnTo>
                    <a:lnTo>
                      <a:pt x="83" y="72"/>
                    </a:lnTo>
                    <a:lnTo>
                      <a:pt x="78" y="78"/>
                    </a:lnTo>
                    <a:lnTo>
                      <a:pt x="72" y="83"/>
                    </a:lnTo>
                    <a:lnTo>
                      <a:pt x="72" y="83"/>
                    </a:lnTo>
                    <a:lnTo>
                      <a:pt x="67" y="86"/>
                    </a:lnTo>
                    <a:lnTo>
                      <a:pt x="61" y="87"/>
                    </a:lnTo>
                    <a:lnTo>
                      <a:pt x="56" y="89"/>
                    </a:lnTo>
                    <a:lnTo>
                      <a:pt x="50" y="89"/>
                    </a:lnTo>
                    <a:lnTo>
                      <a:pt x="50" y="101"/>
                    </a:lnTo>
                    <a:lnTo>
                      <a:pt x="50" y="101"/>
                    </a:lnTo>
                    <a:lnTo>
                      <a:pt x="57" y="101"/>
                    </a:lnTo>
                    <a:lnTo>
                      <a:pt x="65" y="99"/>
                    </a:lnTo>
                    <a:lnTo>
                      <a:pt x="72" y="97"/>
                    </a:lnTo>
                    <a:lnTo>
                      <a:pt x="79" y="93"/>
                    </a:lnTo>
                    <a:lnTo>
                      <a:pt x="79" y="93"/>
                    </a:lnTo>
                    <a:close/>
                    <a:moveTo>
                      <a:pt x="50" y="0"/>
                    </a:moveTo>
                    <a:lnTo>
                      <a:pt x="50" y="0"/>
                    </a:lnTo>
                    <a:lnTo>
                      <a:pt x="44" y="0"/>
                    </a:lnTo>
                    <a:lnTo>
                      <a:pt x="37" y="3"/>
                    </a:lnTo>
                    <a:lnTo>
                      <a:pt x="29" y="4"/>
                    </a:lnTo>
                    <a:lnTo>
                      <a:pt x="23" y="8"/>
                    </a:lnTo>
                    <a:lnTo>
                      <a:pt x="23" y="8"/>
                    </a:lnTo>
                    <a:lnTo>
                      <a:pt x="15" y="15"/>
                    </a:lnTo>
                    <a:lnTo>
                      <a:pt x="8" y="23"/>
                    </a:lnTo>
                    <a:lnTo>
                      <a:pt x="4" y="31"/>
                    </a:lnTo>
                    <a:lnTo>
                      <a:pt x="1" y="41"/>
                    </a:lnTo>
                    <a:lnTo>
                      <a:pt x="0" y="50"/>
                    </a:lnTo>
                    <a:lnTo>
                      <a:pt x="1" y="60"/>
                    </a:lnTo>
                    <a:lnTo>
                      <a:pt x="4" y="69"/>
                    </a:lnTo>
                    <a:lnTo>
                      <a:pt x="8" y="79"/>
                    </a:lnTo>
                    <a:lnTo>
                      <a:pt x="8" y="79"/>
                    </a:lnTo>
                    <a:lnTo>
                      <a:pt x="12" y="83"/>
                    </a:lnTo>
                    <a:lnTo>
                      <a:pt x="18" y="89"/>
                    </a:lnTo>
                    <a:lnTo>
                      <a:pt x="27" y="95"/>
                    </a:lnTo>
                    <a:lnTo>
                      <a:pt x="38" y="99"/>
                    </a:lnTo>
                    <a:lnTo>
                      <a:pt x="50" y="101"/>
                    </a:lnTo>
                    <a:lnTo>
                      <a:pt x="50" y="89"/>
                    </a:lnTo>
                    <a:lnTo>
                      <a:pt x="50" y="89"/>
                    </a:lnTo>
                    <a:lnTo>
                      <a:pt x="41" y="89"/>
                    </a:lnTo>
                    <a:lnTo>
                      <a:pt x="33" y="84"/>
                    </a:lnTo>
                    <a:lnTo>
                      <a:pt x="24" y="79"/>
                    </a:lnTo>
                    <a:lnTo>
                      <a:pt x="19" y="72"/>
                    </a:lnTo>
                    <a:lnTo>
                      <a:pt x="19" y="72"/>
                    </a:lnTo>
                    <a:lnTo>
                      <a:pt x="15" y="65"/>
                    </a:lnTo>
                    <a:lnTo>
                      <a:pt x="12" y="57"/>
                    </a:lnTo>
                    <a:lnTo>
                      <a:pt x="12" y="50"/>
                    </a:lnTo>
                    <a:lnTo>
                      <a:pt x="12" y="44"/>
                    </a:lnTo>
                    <a:lnTo>
                      <a:pt x="15" y="35"/>
                    </a:lnTo>
                    <a:lnTo>
                      <a:pt x="18" y="29"/>
                    </a:lnTo>
                    <a:lnTo>
                      <a:pt x="23" y="23"/>
                    </a:lnTo>
                    <a:lnTo>
                      <a:pt x="29" y="18"/>
                    </a:lnTo>
                    <a:lnTo>
                      <a:pt x="29" y="18"/>
                    </a:lnTo>
                    <a:lnTo>
                      <a:pt x="34" y="15"/>
                    </a:lnTo>
                    <a:lnTo>
                      <a:pt x="39" y="14"/>
                    </a:lnTo>
                    <a:lnTo>
                      <a:pt x="45" y="12"/>
                    </a:lnTo>
                    <a:lnTo>
                      <a:pt x="50" y="12"/>
                    </a:lnTo>
                    <a:lnTo>
                      <a:pt x="50" y="0"/>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7" name="Freeform 24"/>
              <p:cNvSpPr>
                <a:spLocks/>
              </p:cNvSpPr>
              <p:nvPr/>
            </p:nvSpPr>
            <p:spPr bwMode="auto">
              <a:xfrm rot="1800000">
                <a:off x="664275" y="3034303"/>
                <a:ext cx="11708" cy="11708"/>
              </a:xfrm>
              <a:custGeom>
                <a:avLst/>
                <a:gdLst/>
                <a:ahLst/>
                <a:cxnLst>
                  <a:cxn ang="0">
                    <a:pos x="15" y="18"/>
                  </a:cxn>
                  <a:cxn ang="0">
                    <a:pos x="15" y="18"/>
                  </a:cxn>
                  <a:cxn ang="0">
                    <a:pos x="18" y="15"/>
                  </a:cxn>
                  <a:cxn ang="0">
                    <a:pos x="19" y="12"/>
                  </a:cxn>
                  <a:cxn ang="0">
                    <a:pos x="19" y="8"/>
                  </a:cxn>
                  <a:cxn ang="0">
                    <a:pos x="18" y="4"/>
                  </a:cxn>
                  <a:cxn ang="0">
                    <a:pos x="18" y="4"/>
                  </a:cxn>
                  <a:cxn ang="0">
                    <a:pos x="15" y="1"/>
                  </a:cxn>
                  <a:cxn ang="0">
                    <a:pos x="12" y="0"/>
                  </a:cxn>
                  <a:cxn ang="0">
                    <a:pos x="8" y="0"/>
                  </a:cxn>
                  <a:cxn ang="0">
                    <a:pos x="4" y="1"/>
                  </a:cxn>
                  <a:cxn ang="0">
                    <a:pos x="4" y="1"/>
                  </a:cxn>
                  <a:cxn ang="0">
                    <a:pos x="1" y="6"/>
                  </a:cxn>
                  <a:cxn ang="0">
                    <a:pos x="0" y="8"/>
                  </a:cxn>
                  <a:cxn ang="0">
                    <a:pos x="0" y="12"/>
                  </a:cxn>
                  <a:cxn ang="0">
                    <a:pos x="3" y="15"/>
                  </a:cxn>
                  <a:cxn ang="0">
                    <a:pos x="3" y="15"/>
                  </a:cxn>
                  <a:cxn ang="0">
                    <a:pos x="5" y="18"/>
                  </a:cxn>
                  <a:cxn ang="0">
                    <a:pos x="8" y="19"/>
                  </a:cxn>
                  <a:cxn ang="0">
                    <a:pos x="12" y="19"/>
                  </a:cxn>
                  <a:cxn ang="0">
                    <a:pos x="15" y="18"/>
                  </a:cxn>
                  <a:cxn ang="0">
                    <a:pos x="15" y="18"/>
                  </a:cxn>
                </a:cxnLst>
                <a:rect l="0" t="0" r="r" b="b"/>
                <a:pathLst>
                  <a:path w="19" h="19">
                    <a:moveTo>
                      <a:pt x="15" y="18"/>
                    </a:moveTo>
                    <a:lnTo>
                      <a:pt x="15" y="18"/>
                    </a:lnTo>
                    <a:lnTo>
                      <a:pt x="18" y="15"/>
                    </a:lnTo>
                    <a:lnTo>
                      <a:pt x="19" y="12"/>
                    </a:lnTo>
                    <a:lnTo>
                      <a:pt x="19" y="8"/>
                    </a:lnTo>
                    <a:lnTo>
                      <a:pt x="18" y="4"/>
                    </a:lnTo>
                    <a:lnTo>
                      <a:pt x="18" y="4"/>
                    </a:lnTo>
                    <a:lnTo>
                      <a:pt x="15" y="1"/>
                    </a:lnTo>
                    <a:lnTo>
                      <a:pt x="12" y="0"/>
                    </a:lnTo>
                    <a:lnTo>
                      <a:pt x="8" y="0"/>
                    </a:lnTo>
                    <a:lnTo>
                      <a:pt x="4" y="1"/>
                    </a:lnTo>
                    <a:lnTo>
                      <a:pt x="4" y="1"/>
                    </a:lnTo>
                    <a:lnTo>
                      <a:pt x="1" y="6"/>
                    </a:lnTo>
                    <a:lnTo>
                      <a:pt x="0" y="8"/>
                    </a:lnTo>
                    <a:lnTo>
                      <a:pt x="0" y="12"/>
                    </a:lnTo>
                    <a:lnTo>
                      <a:pt x="3" y="15"/>
                    </a:lnTo>
                    <a:lnTo>
                      <a:pt x="3" y="15"/>
                    </a:lnTo>
                    <a:lnTo>
                      <a:pt x="5" y="18"/>
                    </a:lnTo>
                    <a:lnTo>
                      <a:pt x="8" y="19"/>
                    </a:lnTo>
                    <a:lnTo>
                      <a:pt x="12" y="19"/>
                    </a:lnTo>
                    <a:lnTo>
                      <a:pt x="15" y="18"/>
                    </a:lnTo>
                    <a:lnTo>
                      <a:pt x="15" y="18"/>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8" name="Freeform 25"/>
              <p:cNvSpPr>
                <a:spLocks/>
              </p:cNvSpPr>
              <p:nvPr/>
            </p:nvSpPr>
            <p:spPr bwMode="auto">
              <a:xfrm rot="1800000">
                <a:off x="663481" y="3017531"/>
                <a:ext cx="11708" cy="10537"/>
              </a:xfrm>
              <a:custGeom>
                <a:avLst/>
                <a:gdLst/>
                <a:ahLst/>
                <a:cxnLst>
                  <a:cxn ang="0">
                    <a:pos x="15" y="17"/>
                  </a:cxn>
                  <a:cxn ang="0">
                    <a:pos x="15" y="17"/>
                  </a:cxn>
                  <a:cxn ang="0">
                    <a:pos x="17" y="15"/>
                  </a:cxn>
                  <a:cxn ang="0">
                    <a:pos x="19" y="10"/>
                  </a:cxn>
                  <a:cxn ang="0">
                    <a:pos x="19" y="6"/>
                  </a:cxn>
                  <a:cxn ang="0">
                    <a:pos x="17" y="4"/>
                  </a:cxn>
                  <a:cxn ang="0">
                    <a:pos x="17" y="4"/>
                  </a:cxn>
                  <a:cxn ang="0">
                    <a:pos x="15" y="1"/>
                  </a:cxn>
                  <a:cxn ang="0">
                    <a:pos x="11" y="0"/>
                  </a:cxn>
                  <a:cxn ang="0">
                    <a:pos x="8" y="0"/>
                  </a:cxn>
                  <a:cxn ang="0">
                    <a:pos x="4" y="1"/>
                  </a:cxn>
                  <a:cxn ang="0">
                    <a:pos x="4" y="1"/>
                  </a:cxn>
                  <a:cxn ang="0">
                    <a:pos x="1" y="4"/>
                  </a:cxn>
                  <a:cxn ang="0">
                    <a:pos x="0" y="6"/>
                  </a:cxn>
                  <a:cxn ang="0">
                    <a:pos x="0" y="10"/>
                  </a:cxn>
                  <a:cxn ang="0">
                    <a:pos x="1" y="15"/>
                  </a:cxn>
                  <a:cxn ang="0">
                    <a:pos x="1" y="15"/>
                  </a:cxn>
                  <a:cxn ang="0">
                    <a:pos x="4" y="17"/>
                  </a:cxn>
                  <a:cxn ang="0">
                    <a:pos x="8" y="19"/>
                  </a:cxn>
                  <a:cxn ang="0">
                    <a:pos x="11" y="19"/>
                  </a:cxn>
                  <a:cxn ang="0">
                    <a:pos x="15" y="17"/>
                  </a:cxn>
                  <a:cxn ang="0">
                    <a:pos x="15" y="17"/>
                  </a:cxn>
                </a:cxnLst>
                <a:rect l="0" t="0" r="r" b="b"/>
                <a:pathLst>
                  <a:path w="19" h="19">
                    <a:moveTo>
                      <a:pt x="15" y="17"/>
                    </a:moveTo>
                    <a:lnTo>
                      <a:pt x="15" y="17"/>
                    </a:lnTo>
                    <a:lnTo>
                      <a:pt x="17" y="15"/>
                    </a:lnTo>
                    <a:lnTo>
                      <a:pt x="19" y="10"/>
                    </a:lnTo>
                    <a:lnTo>
                      <a:pt x="19" y="6"/>
                    </a:lnTo>
                    <a:lnTo>
                      <a:pt x="17" y="4"/>
                    </a:lnTo>
                    <a:lnTo>
                      <a:pt x="17" y="4"/>
                    </a:lnTo>
                    <a:lnTo>
                      <a:pt x="15" y="1"/>
                    </a:lnTo>
                    <a:lnTo>
                      <a:pt x="11" y="0"/>
                    </a:lnTo>
                    <a:lnTo>
                      <a:pt x="8" y="0"/>
                    </a:lnTo>
                    <a:lnTo>
                      <a:pt x="4" y="1"/>
                    </a:lnTo>
                    <a:lnTo>
                      <a:pt x="4" y="1"/>
                    </a:lnTo>
                    <a:lnTo>
                      <a:pt x="1" y="4"/>
                    </a:lnTo>
                    <a:lnTo>
                      <a:pt x="0" y="6"/>
                    </a:lnTo>
                    <a:lnTo>
                      <a:pt x="0" y="10"/>
                    </a:lnTo>
                    <a:lnTo>
                      <a:pt x="1" y="15"/>
                    </a:lnTo>
                    <a:lnTo>
                      <a:pt x="1" y="15"/>
                    </a:lnTo>
                    <a:lnTo>
                      <a:pt x="4" y="17"/>
                    </a:lnTo>
                    <a:lnTo>
                      <a:pt x="8" y="19"/>
                    </a:lnTo>
                    <a:lnTo>
                      <a:pt x="11" y="19"/>
                    </a:lnTo>
                    <a:lnTo>
                      <a:pt x="15" y="17"/>
                    </a:lnTo>
                    <a:lnTo>
                      <a:pt x="15" y="17"/>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9" name="Freeform 26"/>
              <p:cNvSpPr>
                <a:spLocks/>
              </p:cNvSpPr>
              <p:nvPr/>
            </p:nvSpPr>
            <p:spPr bwMode="auto">
              <a:xfrm rot="1800000">
                <a:off x="586810" y="3043192"/>
                <a:ext cx="59711" cy="36295"/>
              </a:xfrm>
              <a:custGeom>
                <a:avLst/>
                <a:gdLst/>
                <a:ahLst/>
                <a:cxnLst>
                  <a:cxn ang="0">
                    <a:pos x="99" y="61"/>
                  </a:cxn>
                  <a:cxn ang="0">
                    <a:pos x="99" y="61"/>
                  </a:cxn>
                  <a:cxn ang="0">
                    <a:pos x="101" y="53"/>
                  </a:cxn>
                  <a:cxn ang="0">
                    <a:pos x="101" y="45"/>
                  </a:cxn>
                  <a:cxn ang="0">
                    <a:pos x="99" y="37"/>
                  </a:cxn>
                  <a:cxn ang="0">
                    <a:pos x="95" y="29"/>
                  </a:cxn>
                  <a:cxn ang="0">
                    <a:pos x="91" y="20"/>
                  </a:cxn>
                  <a:cxn ang="0">
                    <a:pos x="86" y="14"/>
                  </a:cxn>
                  <a:cxn ang="0">
                    <a:pos x="79" y="8"/>
                  </a:cxn>
                  <a:cxn ang="0">
                    <a:pos x="71" y="4"/>
                  </a:cxn>
                  <a:cxn ang="0">
                    <a:pos x="71" y="4"/>
                  </a:cxn>
                  <a:cxn ang="0">
                    <a:pos x="61" y="1"/>
                  </a:cxn>
                  <a:cxn ang="0">
                    <a:pos x="52" y="0"/>
                  </a:cxn>
                  <a:cxn ang="0">
                    <a:pos x="42" y="0"/>
                  </a:cxn>
                  <a:cxn ang="0">
                    <a:pos x="32" y="3"/>
                  </a:cxn>
                  <a:cxn ang="0">
                    <a:pos x="24" y="7"/>
                  </a:cxn>
                  <a:cxn ang="0">
                    <a:pos x="16" y="12"/>
                  </a:cxn>
                  <a:cxn ang="0">
                    <a:pos x="9" y="20"/>
                  </a:cxn>
                  <a:cxn ang="0">
                    <a:pos x="4" y="29"/>
                  </a:cxn>
                  <a:cxn ang="0">
                    <a:pos x="4" y="29"/>
                  </a:cxn>
                  <a:cxn ang="0">
                    <a:pos x="1" y="37"/>
                  </a:cxn>
                  <a:cxn ang="0">
                    <a:pos x="0" y="45"/>
                  </a:cxn>
                  <a:cxn ang="0">
                    <a:pos x="0" y="53"/>
                  </a:cxn>
                  <a:cxn ang="0">
                    <a:pos x="1" y="61"/>
                  </a:cxn>
                  <a:cxn ang="0">
                    <a:pos x="13" y="61"/>
                  </a:cxn>
                  <a:cxn ang="0">
                    <a:pos x="13" y="61"/>
                  </a:cxn>
                  <a:cxn ang="0">
                    <a:pos x="12" y="54"/>
                  </a:cxn>
                  <a:cxn ang="0">
                    <a:pos x="12" y="48"/>
                  </a:cxn>
                  <a:cxn ang="0">
                    <a:pos x="12" y="41"/>
                  </a:cxn>
                  <a:cxn ang="0">
                    <a:pos x="15" y="34"/>
                  </a:cxn>
                  <a:cxn ang="0">
                    <a:pos x="15" y="34"/>
                  </a:cxn>
                  <a:cxn ang="0">
                    <a:pos x="19" y="27"/>
                  </a:cxn>
                  <a:cxn ang="0">
                    <a:pos x="24" y="22"/>
                  </a:cxn>
                  <a:cxn ang="0">
                    <a:pos x="30" y="16"/>
                  </a:cxn>
                  <a:cxn ang="0">
                    <a:pos x="37" y="14"/>
                  </a:cxn>
                  <a:cxn ang="0">
                    <a:pos x="43" y="12"/>
                  </a:cxn>
                  <a:cxn ang="0">
                    <a:pos x="52" y="11"/>
                  </a:cxn>
                  <a:cxn ang="0">
                    <a:pos x="58" y="12"/>
                  </a:cxn>
                  <a:cxn ang="0">
                    <a:pos x="67" y="15"/>
                  </a:cxn>
                  <a:cxn ang="0">
                    <a:pos x="67" y="15"/>
                  </a:cxn>
                  <a:cxn ang="0">
                    <a:pos x="72" y="19"/>
                  </a:cxn>
                  <a:cxn ang="0">
                    <a:pos x="77" y="23"/>
                  </a:cxn>
                  <a:cxn ang="0">
                    <a:pos x="83" y="29"/>
                  </a:cxn>
                  <a:cxn ang="0">
                    <a:pos x="86" y="34"/>
                  </a:cxn>
                  <a:cxn ang="0">
                    <a:pos x="88" y="41"/>
                  </a:cxn>
                  <a:cxn ang="0">
                    <a:pos x="88" y="48"/>
                  </a:cxn>
                  <a:cxn ang="0">
                    <a:pos x="88" y="54"/>
                  </a:cxn>
                  <a:cxn ang="0">
                    <a:pos x="87" y="61"/>
                  </a:cxn>
                  <a:cxn ang="0">
                    <a:pos x="99" y="61"/>
                  </a:cxn>
                </a:cxnLst>
                <a:rect l="0" t="0" r="r" b="b"/>
                <a:pathLst>
                  <a:path w="101" h="61">
                    <a:moveTo>
                      <a:pt x="99" y="61"/>
                    </a:moveTo>
                    <a:lnTo>
                      <a:pt x="99" y="61"/>
                    </a:lnTo>
                    <a:lnTo>
                      <a:pt x="101" y="53"/>
                    </a:lnTo>
                    <a:lnTo>
                      <a:pt x="101" y="45"/>
                    </a:lnTo>
                    <a:lnTo>
                      <a:pt x="99" y="37"/>
                    </a:lnTo>
                    <a:lnTo>
                      <a:pt x="95" y="29"/>
                    </a:lnTo>
                    <a:lnTo>
                      <a:pt x="91" y="20"/>
                    </a:lnTo>
                    <a:lnTo>
                      <a:pt x="86" y="14"/>
                    </a:lnTo>
                    <a:lnTo>
                      <a:pt x="79" y="8"/>
                    </a:lnTo>
                    <a:lnTo>
                      <a:pt x="71" y="4"/>
                    </a:lnTo>
                    <a:lnTo>
                      <a:pt x="71" y="4"/>
                    </a:lnTo>
                    <a:lnTo>
                      <a:pt x="61" y="1"/>
                    </a:lnTo>
                    <a:lnTo>
                      <a:pt x="52" y="0"/>
                    </a:lnTo>
                    <a:lnTo>
                      <a:pt x="42" y="0"/>
                    </a:lnTo>
                    <a:lnTo>
                      <a:pt x="32" y="3"/>
                    </a:lnTo>
                    <a:lnTo>
                      <a:pt x="24" y="7"/>
                    </a:lnTo>
                    <a:lnTo>
                      <a:pt x="16" y="12"/>
                    </a:lnTo>
                    <a:lnTo>
                      <a:pt x="9" y="20"/>
                    </a:lnTo>
                    <a:lnTo>
                      <a:pt x="4" y="29"/>
                    </a:lnTo>
                    <a:lnTo>
                      <a:pt x="4" y="29"/>
                    </a:lnTo>
                    <a:lnTo>
                      <a:pt x="1" y="37"/>
                    </a:lnTo>
                    <a:lnTo>
                      <a:pt x="0" y="45"/>
                    </a:lnTo>
                    <a:lnTo>
                      <a:pt x="0" y="53"/>
                    </a:lnTo>
                    <a:lnTo>
                      <a:pt x="1" y="61"/>
                    </a:lnTo>
                    <a:lnTo>
                      <a:pt x="13" y="61"/>
                    </a:lnTo>
                    <a:lnTo>
                      <a:pt x="13" y="61"/>
                    </a:lnTo>
                    <a:lnTo>
                      <a:pt x="12" y="54"/>
                    </a:lnTo>
                    <a:lnTo>
                      <a:pt x="12" y="48"/>
                    </a:lnTo>
                    <a:lnTo>
                      <a:pt x="12" y="41"/>
                    </a:lnTo>
                    <a:lnTo>
                      <a:pt x="15" y="34"/>
                    </a:lnTo>
                    <a:lnTo>
                      <a:pt x="15" y="34"/>
                    </a:lnTo>
                    <a:lnTo>
                      <a:pt x="19" y="27"/>
                    </a:lnTo>
                    <a:lnTo>
                      <a:pt x="24" y="22"/>
                    </a:lnTo>
                    <a:lnTo>
                      <a:pt x="30" y="16"/>
                    </a:lnTo>
                    <a:lnTo>
                      <a:pt x="37" y="14"/>
                    </a:lnTo>
                    <a:lnTo>
                      <a:pt x="43" y="12"/>
                    </a:lnTo>
                    <a:lnTo>
                      <a:pt x="52" y="11"/>
                    </a:lnTo>
                    <a:lnTo>
                      <a:pt x="58" y="12"/>
                    </a:lnTo>
                    <a:lnTo>
                      <a:pt x="67" y="15"/>
                    </a:lnTo>
                    <a:lnTo>
                      <a:pt x="67" y="15"/>
                    </a:lnTo>
                    <a:lnTo>
                      <a:pt x="72" y="19"/>
                    </a:lnTo>
                    <a:lnTo>
                      <a:pt x="77" y="23"/>
                    </a:lnTo>
                    <a:lnTo>
                      <a:pt x="83" y="29"/>
                    </a:lnTo>
                    <a:lnTo>
                      <a:pt x="86" y="34"/>
                    </a:lnTo>
                    <a:lnTo>
                      <a:pt x="88" y="41"/>
                    </a:lnTo>
                    <a:lnTo>
                      <a:pt x="88" y="48"/>
                    </a:lnTo>
                    <a:lnTo>
                      <a:pt x="88" y="54"/>
                    </a:lnTo>
                    <a:lnTo>
                      <a:pt x="87" y="61"/>
                    </a:lnTo>
                    <a:lnTo>
                      <a:pt x="99" y="61"/>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0" name="Freeform 27"/>
              <p:cNvSpPr>
                <a:spLocks/>
              </p:cNvSpPr>
              <p:nvPr/>
            </p:nvSpPr>
            <p:spPr bwMode="auto">
              <a:xfrm rot="1800000">
                <a:off x="599360" y="3070638"/>
                <a:ext cx="11708" cy="4683"/>
              </a:xfrm>
              <a:custGeom>
                <a:avLst/>
                <a:gdLst/>
                <a:ahLst/>
                <a:cxnLst>
                  <a:cxn ang="0">
                    <a:pos x="19" y="7"/>
                  </a:cxn>
                  <a:cxn ang="0">
                    <a:pos x="19" y="7"/>
                  </a:cxn>
                  <a:cxn ang="0">
                    <a:pos x="18" y="3"/>
                  </a:cxn>
                  <a:cxn ang="0">
                    <a:pos x="13" y="0"/>
                  </a:cxn>
                  <a:cxn ang="0">
                    <a:pos x="13" y="0"/>
                  </a:cxn>
                  <a:cxn ang="0">
                    <a:pos x="9" y="0"/>
                  </a:cxn>
                  <a:cxn ang="0">
                    <a:pos x="7" y="0"/>
                  </a:cxn>
                  <a:cxn ang="0">
                    <a:pos x="3" y="3"/>
                  </a:cxn>
                  <a:cxn ang="0">
                    <a:pos x="1" y="6"/>
                  </a:cxn>
                  <a:cxn ang="0">
                    <a:pos x="1" y="6"/>
                  </a:cxn>
                  <a:cxn ang="0">
                    <a:pos x="0" y="7"/>
                  </a:cxn>
                  <a:cxn ang="0">
                    <a:pos x="19" y="7"/>
                  </a:cxn>
                </a:cxnLst>
                <a:rect l="0" t="0" r="r" b="b"/>
                <a:pathLst>
                  <a:path w="19" h="7">
                    <a:moveTo>
                      <a:pt x="19" y="7"/>
                    </a:moveTo>
                    <a:lnTo>
                      <a:pt x="19" y="7"/>
                    </a:lnTo>
                    <a:lnTo>
                      <a:pt x="18" y="3"/>
                    </a:lnTo>
                    <a:lnTo>
                      <a:pt x="13" y="0"/>
                    </a:lnTo>
                    <a:lnTo>
                      <a:pt x="13" y="0"/>
                    </a:lnTo>
                    <a:lnTo>
                      <a:pt x="9" y="0"/>
                    </a:lnTo>
                    <a:lnTo>
                      <a:pt x="7" y="0"/>
                    </a:lnTo>
                    <a:lnTo>
                      <a:pt x="3" y="3"/>
                    </a:lnTo>
                    <a:lnTo>
                      <a:pt x="1" y="6"/>
                    </a:lnTo>
                    <a:lnTo>
                      <a:pt x="1" y="6"/>
                    </a:lnTo>
                    <a:lnTo>
                      <a:pt x="0" y="7"/>
                    </a:lnTo>
                    <a:lnTo>
                      <a:pt x="19" y="7"/>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1" name="Freeform 28"/>
              <p:cNvSpPr>
                <a:spLocks/>
              </p:cNvSpPr>
              <p:nvPr/>
            </p:nvSpPr>
            <p:spPr bwMode="auto">
              <a:xfrm rot="1800000">
                <a:off x="613190" y="3060148"/>
                <a:ext cx="11708" cy="10537"/>
              </a:xfrm>
              <a:custGeom>
                <a:avLst/>
                <a:gdLst/>
                <a:ahLst/>
                <a:cxnLst>
                  <a:cxn ang="0">
                    <a:pos x="6" y="19"/>
                  </a:cxn>
                  <a:cxn ang="0">
                    <a:pos x="6" y="19"/>
                  </a:cxn>
                  <a:cxn ang="0">
                    <a:pos x="9" y="19"/>
                  </a:cxn>
                  <a:cxn ang="0">
                    <a:pos x="13" y="19"/>
                  </a:cxn>
                  <a:cxn ang="0">
                    <a:pos x="15" y="18"/>
                  </a:cxn>
                  <a:cxn ang="0">
                    <a:pos x="18" y="13"/>
                  </a:cxn>
                  <a:cxn ang="0">
                    <a:pos x="18" y="13"/>
                  </a:cxn>
                  <a:cxn ang="0">
                    <a:pos x="20" y="11"/>
                  </a:cxn>
                  <a:cxn ang="0">
                    <a:pos x="18" y="7"/>
                  </a:cxn>
                  <a:cxn ang="0">
                    <a:pos x="17" y="4"/>
                  </a:cxn>
                  <a:cxn ang="0">
                    <a:pos x="14" y="1"/>
                  </a:cxn>
                  <a:cxn ang="0">
                    <a:pos x="14" y="1"/>
                  </a:cxn>
                  <a:cxn ang="0">
                    <a:pos x="10" y="0"/>
                  </a:cxn>
                  <a:cxn ang="0">
                    <a:pos x="6" y="1"/>
                  </a:cxn>
                  <a:cxn ang="0">
                    <a:pos x="3" y="3"/>
                  </a:cxn>
                  <a:cxn ang="0">
                    <a:pos x="0" y="5"/>
                  </a:cxn>
                  <a:cxn ang="0">
                    <a:pos x="0" y="5"/>
                  </a:cxn>
                  <a:cxn ang="0">
                    <a:pos x="0" y="9"/>
                  </a:cxn>
                  <a:cxn ang="0">
                    <a:pos x="0" y="13"/>
                  </a:cxn>
                  <a:cxn ang="0">
                    <a:pos x="2" y="16"/>
                  </a:cxn>
                  <a:cxn ang="0">
                    <a:pos x="6" y="19"/>
                  </a:cxn>
                  <a:cxn ang="0">
                    <a:pos x="6" y="19"/>
                  </a:cxn>
                </a:cxnLst>
                <a:rect l="0" t="0" r="r" b="b"/>
                <a:pathLst>
                  <a:path w="20" h="19">
                    <a:moveTo>
                      <a:pt x="6" y="19"/>
                    </a:moveTo>
                    <a:lnTo>
                      <a:pt x="6" y="19"/>
                    </a:lnTo>
                    <a:lnTo>
                      <a:pt x="9" y="19"/>
                    </a:lnTo>
                    <a:lnTo>
                      <a:pt x="13" y="19"/>
                    </a:lnTo>
                    <a:lnTo>
                      <a:pt x="15" y="18"/>
                    </a:lnTo>
                    <a:lnTo>
                      <a:pt x="18" y="13"/>
                    </a:lnTo>
                    <a:lnTo>
                      <a:pt x="18" y="13"/>
                    </a:lnTo>
                    <a:lnTo>
                      <a:pt x="20" y="11"/>
                    </a:lnTo>
                    <a:lnTo>
                      <a:pt x="18" y="7"/>
                    </a:lnTo>
                    <a:lnTo>
                      <a:pt x="17" y="4"/>
                    </a:lnTo>
                    <a:lnTo>
                      <a:pt x="14" y="1"/>
                    </a:lnTo>
                    <a:lnTo>
                      <a:pt x="14" y="1"/>
                    </a:lnTo>
                    <a:lnTo>
                      <a:pt x="10" y="0"/>
                    </a:lnTo>
                    <a:lnTo>
                      <a:pt x="6" y="1"/>
                    </a:lnTo>
                    <a:lnTo>
                      <a:pt x="3" y="3"/>
                    </a:lnTo>
                    <a:lnTo>
                      <a:pt x="0" y="5"/>
                    </a:lnTo>
                    <a:lnTo>
                      <a:pt x="0" y="5"/>
                    </a:lnTo>
                    <a:lnTo>
                      <a:pt x="0" y="9"/>
                    </a:lnTo>
                    <a:lnTo>
                      <a:pt x="0" y="13"/>
                    </a:lnTo>
                    <a:lnTo>
                      <a:pt x="2" y="16"/>
                    </a:lnTo>
                    <a:lnTo>
                      <a:pt x="6" y="19"/>
                    </a:lnTo>
                    <a:lnTo>
                      <a:pt x="6" y="19"/>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2" name="Freeform 29"/>
              <p:cNvSpPr>
                <a:spLocks noEditPoints="1"/>
              </p:cNvSpPr>
              <p:nvPr/>
            </p:nvSpPr>
            <p:spPr bwMode="auto">
              <a:xfrm rot="1800000">
                <a:off x="707437" y="2962893"/>
                <a:ext cx="58540" cy="59711"/>
              </a:xfrm>
              <a:custGeom>
                <a:avLst/>
                <a:gdLst/>
                <a:ahLst/>
                <a:cxnLst>
                  <a:cxn ang="0">
                    <a:pos x="51" y="101"/>
                  </a:cxn>
                  <a:cxn ang="0">
                    <a:pos x="74" y="96"/>
                  </a:cxn>
                  <a:cxn ang="0">
                    <a:pos x="92" y="80"/>
                  </a:cxn>
                  <a:cxn ang="0">
                    <a:pos x="97" y="70"/>
                  </a:cxn>
                  <a:cxn ang="0">
                    <a:pos x="101" y="51"/>
                  </a:cxn>
                  <a:cxn ang="0">
                    <a:pos x="98" y="33"/>
                  </a:cxn>
                  <a:cxn ang="0">
                    <a:pos x="88" y="15"/>
                  </a:cxn>
                  <a:cxn ang="0">
                    <a:pos x="81" y="9"/>
                  </a:cxn>
                  <a:cxn ang="0">
                    <a:pos x="66" y="2"/>
                  </a:cxn>
                  <a:cxn ang="0">
                    <a:pos x="51" y="0"/>
                  </a:cxn>
                  <a:cxn ang="0">
                    <a:pos x="51" y="11"/>
                  </a:cxn>
                  <a:cxn ang="0">
                    <a:pos x="63" y="14"/>
                  </a:cxn>
                  <a:cxn ang="0">
                    <a:pos x="74" y="18"/>
                  </a:cxn>
                  <a:cxn ang="0">
                    <a:pos x="79" y="24"/>
                  </a:cxn>
                  <a:cxn ang="0">
                    <a:pos x="88" y="37"/>
                  </a:cxn>
                  <a:cxn ang="0">
                    <a:pos x="89" y="51"/>
                  </a:cxn>
                  <a:cxn ang="0">
                    <a:pos x="86" y="66"/>
                  </a:cxn>
                  <a:cxn ang="0">
                    <a:pos x="82" y="73"/>
                  </a:cxn>
                  <a:cxn ang="0">
                    <a:pos x="68" y="85"/>
                  </a:cxn>
                  <a:cxn ang="0">
                    <a:pos x="51" y="89"/>
                  </a:cxn>
                  <a:cxn ang="0">
                    <a:pos x="22" y="92"/>
                  </a:cxn>
                  <a:cxn ang="0">
                    <a:pos x="29" y="96"/>
                  </a:cxn>
                  <a:cxn ang="0">
                    <a:pos x="44" y="100"/>
                  </a:cxn>
                  <a:cxn ang="0">
                    <a:pos x="51" y="89"/>
                  </a:cxn>
                  <a:cxn ang="0">
                    <a:pos x="45" y="89"/>
                  </a:cxn>
                  <a:cxn ang="0">
                    <a:pos x="34" y="85"/>
                  </a:cxn>
                  <a:cxn ang="0">
                    <a:pos x="29" y="82"/>
                  </a:cxn>
                  <a:cxn ang="0">
                    <a:pos x="18" y="70"/>
                  </a:cxn>
                  <a:cxn ang="0">
                    <a:pos x="13" y="56"/>
                  </a:cxn>
                  <a:cxn ang="0">
                    <a:pos x="13" y="41"/>
                  </a:cxn>
                  <a:cxn ang="0">
                    <a:pos x="19" y="28"/>
                  </a:cxn>
                  <a:cxn ang="0">
                    <a:pos x="26" y="21"/>
                  </a:cxn>
                  <a:cxn ang="0">
                    <a:pos x="43" y="13"/>
                  </a:cxn>
                  <a:cxn ang="0">
                    <a:pos x="51" y="0"/>
                  </a:cxn>
                  <a:cxn ang="0">
                    <a:pos x="40" y="2"/>
                  </a:cxn>
                  <a:cxn ang="0">
                    <a:pos x="18" y="11"/>
                  </a:cxn>
                  <a:cxn ang="0">
                    <a:pos x="10" y="21"/>
                  </a:cxn>
                  <a:cxn ang="0">
                    <a:pos x="2" y="40"/>
                  </a:cxn>
                  <a:cxn ang="0">
                    <a:pos x="2" y="59"/>
                  </a:cxn>
                  <a:cxn ang="0">
                    <a:pos x="8" y="77"/>
                  </a:cxn>
                  <a:cxn ang="0">
                    <a:pos x="22" y="92"/>
                  </a:cxn>
                </a:cxnLst>
                <a:rect l="0" t="0" r="r" b="b"/>
                <a:pathLst>
                  <a:path w="101" h="101">
                    <a:moveTo>
                      <a:pt x="51" y="101"/>
                    </a:moveTo>
                    <a:lnTo>
                      <a:pt x="51" y="101"/>
                    </a:lnTo>
                    <a:lnTo>
                      <a:pt x="63" y="100"/>
                    </a:lnTo>
                    <a:lnTo>
                      <a:pt x="74" y="96"/>
                    </a:lnTo>
                    <a:lnTo>
                      <a:pt x="83" y="89"/>
                    </a:lnTo>
                    <a:lnTo>
                      <a:pt x="92" y="80"/>
                    </a:lnTo>
                    <a:lnTo>
                      <a:pt x="92" y="80"/>
                    </a:lnTo>
                    <a:lnTo>
                      <a:pt x="97" y="70"/>
                    </a:lnTo>
                    <a:lnTo>
                      <a:pt x="100" y="62"/>
                    </a:lnTo>
                    <a:lnTo>
                      <a:pt x="101" y="51"/>
                    </a:lnTo>
                    <a:lnTo>
                      <a:pt x="101" y="41"/>
                    </a:lnTo>
                    <a:lnTo>
                      <a:pt x="98" y="33"/>
                    </a:lnTo>
                    <a:lnTo>
                      <a:pt x="94" y="24"/>
                    </a:lnTo>
                    <a:lnTo>
                      <a:pt x="88" y="15"/>
                    </a:lnTo>
                    <a:lnTo>
                      <a:pt x="81" y="9"/>
                    </a:lnTo>
                    <a:lnTo>
                      <a:pt x="81" y="9"/>
                    </a:lnTo>
                    <a:lnTo>
                      <a:pt x="74" y="5"/>
                    </a:lnTo>
                    <a:lnTo>
                      <a:pt x="66" y="2"/>
                    </a:lnTo>
                    <a:lnTo>
                      <a:pt x="59" y="0"/>
                    </a:lnTo>
                    <a:lnTo>
                      <a:pt x="51" y="0"/>
                    </a:lnTo>
                    <a:lnTo>
                      <a:pt x="51" y="11"/>
                    </a:lnTo>
                    <a:lnTo>
                      <a:pt x="51" y="11"/>
                    </a:lnTo>
                    <a:lnTo>
                      <a:pt x="56" y="13"/>
                    </a:lnTo>
                    <a:lnTo>
                      <a:pt x="63" y="14"/>
                    </a:lnTo>
                    <a:lnTo>
                      <a:pt x="68" y="15"/>
                    </a:lnTo>
                    <a:lnTo>
                      <a:pt x="74" y="18"/>
                    </a:lnTo>
                    <a:lnTo>
                      <a:pt x="74" y="18"/>
                    </a:lnTo>
                    <a:lnTo>
                      <a:pt x="79" y="24"/>
                    </a:lnTo>
                    <a:lnTo>
                      <a:pt x="83" y="30"/>
                    </a:lnTo>
                    <a:lnTo>
                      <a:pt x="88" y="37"/>
                    </a:lnTo>
                    <a:lnTo>
                      <a:pt x="89" y="44"/>
                    </a:lnTo>
                    <a:lnTo>
                      <a:pt x="89" y="51"/>
                    </a:lnTo>
                    <a:lnTo>
                      <a:pt x="89" y="59"/>
                    </a:lnTo>
                    <a:lnTo>
                      <a:pt x="86" y="66"/>
                    </a:lnTo>
                    <a:lnTo>
                      <a:pt x="82" y="73"/>
                    </a:lnTo>
                    <a:lnTo>
                      <a:pt x="82" y="73"/>
                    </a:lnTo>
                    <a:lnTo>
                      <a:pt x="77" y="80"/>
                    </a:lnTo>
                    <a:lnTo>
                      <a:pt x="68" y="85"/>
                    </a:lnTo>
                    <a:lnTo>
                      <a:pt x="60" y="88"/>
                    </a:lnTo>
                    <a:lnTo>
                      <a:pt x="51" y="89"/>
                    </a:lnTo>
                    <a:lnTo>
                      <a:pt x="51" y="101"/>
                    </a:lnTo>
                    <a:close/>
                    <a:moveTo>
                      <a:pt x="22" y="92"/>
                    </a:moveTo>
                    <a:lnTo>
                      <a:pt x="22" y="92"/>
                    </a:lnTo>
                    <a:lnTo>
                      <a:pt x="29" y="96"/>
                    </a:lnTo>
                    <a:lnTo>
                      <a:pt x="36" y="99"/>
                    </a:lnTo>
                    <a:lnTo>
                      <a:pt x="44" y="100"/>
                    </a:lnTo>
                    <a:lnTo>
                      <a:pt x="51" y="101"/>
                    </a:lnTo>
                    <a:lnTo>
                      <a:pt x="51" y="89"/>
                    </a:lnTo>
                    <a:lnTo>
                      <a:pt x="51" y="89"/>
                    </a:lnTo>
                    <a:lnTo>
                      <a:pt x="45" y="89"/>
                    </a:lnTo>
                    <a:lnTo>
                      <a:pt x="40" y="88"/>
                    </a:lnTo>
                    <a:lnTo>
                      <a:pt x="34" y="85"/>
                    </a:lnTo>
                    <a:lnTo>
                      <a:pt x="29" y="82"/>
                    </a:lnTo>
                    <a:lnTo>
                      <a:pt x="29" y="82"/>
                    </a:lnTo>
                    <a:lnTo>
                      <a:pt x="22" y="77"/>
                    </a:lnTo>
                    <a:lnTo>
                      <a:pt x="18" y="70"/>
                    </a:lnTo>
                    <a:lnTo>
                      <a:pt x="15" y="65"/>
                    </a:lnTo>
                    <a:lnTo>
                      <a:pt x="13" y="56"/>
                    </a:lnTo>
                    <a:lnTo>
                      <a:pt x="13" y="50"/>
                    </a:lnTo>
                    <a:lnTo>
                      <a:pt x="13" y="41"/>
                    </a:lnTo>
                    <a:lnTo>
                      <a:pt x="15" y="35"/>
                    </a:lnTo>
                    <a:lnTo>
                      <a:pt x="19" y="28"/>
                    </a:lnTo>
                    <a:lnTo>
                      <a:pt x="19" y="28"/>
                    </a:lnTo>
                    <a:lnTo>
                      <a:pt x="26" y="21"/>
                    </a:lnTo>
                    <a:lnTo>
                      <a:pt x="33" y="15"/>
                    </a:lnTo>
                    <a:lnTo>
                      <a:pt x="43" y="13"/>
                    </a:lnTo>
                    <a:lnTo>
                      <a:pt x="51" y="11"/>
                    </a:lnTo>
                    <a:lnTo>
                      <a:pt x="51" y="0"/>
                    </a:lnTo>
                    <a:lnTo>
                      <a:pt x="51" y="0"/>
                    </a:lnTo>
                    <a:lnTo>
                      <a:pt x="40" y="2"/>
                    </a:lnTo>
                    <a:lnTo>
                      <a:pt x="28" y="5"/>
                    </a:lnTo>
                    <a:lnTo>
                      <a:pt x="18" y="11"/>
                    </a:lnTo>
                    <a:lnTo>
                      <a:pt x="10" y="21"/>
                    </a:lnTo>
                    <a:lnTo>
                      <a:pt x="10" y="21"/>
                    </a:lnTo>
                    <a:lnTo>
                      <a:pt x="4" y="30"/>
                    </a:lnTo>
                    <a:lnTo>
                      <a:pt x="2" y="40"/>
                    </a:lnTo>
                    <a:lnTo>
                      <a:pt x="0" y="50"/>
                    </a:lnTo>
                    <a:lnTo>
                      <a:pt x="2" y="59"/>
                    </a:lnTo>
                    <a:lnTo>
                      <a:pt x="3" y="69"/>
                    </a:lnTo>
                    <a:lnTo>
                      <a:pt x="8" y="77"/>
                    </a:lnTo>
                    <a:lnTo>
                      <a:pt x="14" y="85"/>
                    </a:lnTo>
                    <a:lnTo>
                      <a:pt x="22" y="92"/>
                    </a:lnTo>
                    <a:lnTo>
                      <a:pt x="22" y="92"/>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3" name="Freeform 30"/>
              <p:cNvSpPr>
                <a:spLocks/>
              </p:cNvSpPr>
              <p:nvPr/>
            </p:nvSpPr>
            <p:spPr bwMode="auto">
              <a:xfrm rot="1800000">
                <a:off x="723284" y="2991222"/>
                <a:ext cx="11708" cy="10537"/>
              </a:xfrm>
              <a:custGeom>
                <a:avLst/>
                <a:gdLst/>
                <a:ahLst/>
                <a:cxnLst>
                  <a:cxn ang="0">
                    <a:pos x="4" y="17"/>
                  </a:cxn>
                  <a:cxn ang="0">
                    <a:pos x="4" y="17"/>
                  </a:cxn>
                  <a:cxn ang="0">
                    <a:pos x="7" y="19"/>
                  </a:cxn>
                  <a:cxn ang="0">
                    <a:pos x="11" y="19"/>
                  </a:cxn>
                  <a:cxn ang="0">
                    <a:pos x="14" y="17"/>
                  </a:cxn>
                  <a:cxn ang="0">
                    <a:pos x="16" y="15"/>
                  </a:cxn>
                  <a:cxn ang="0">
                    <a:pos x="16" y="15"/>
                  </a:cxn>
                  <a:cxn ang="0">
                    <a:pos x="19" y="11"/>
                  </a:cxn>
                  <a:cxn ang="0">
                    <a:pos x="19" y="8"/>
                  </a:cxn>
                  <a:cxn ang="0">
                    <a:pos x="18" y="4"/>
                  </a:cxn>
                  <a:cxn ang="0">
                    <a:pos x="15" y="1"/>
                  </a:cxn>
                  <a:cxn ang="0">
                    <a:pos x="15" y="1"/>
                  </a:cxn>
                  <a:cxn ang="0">
                    <a:pos x="11" y="0"/>
                  </a:cxn>
                  <a:cxn ang="0">
                    <a:pos x="7" y="0"/>
                  </a:cxn>
                  <a:cxn ang="0">
                    <a:pos x="4" y="1"/>
                  </a:cxn>
                  <a:cxn ang="0">
                    <a:pos x="1" y="4"/>
                  </a:cxn>
                  <a:cxn ang="0">
                    <a:pos x="1" y="4"/>
                  </a:cxn>
                  <a:cxn ang="0">
                    <a:pos x="0" y="6"/>
                  </a:cxn>
                  <a:cxn ang="0">
                    <a:pos x="0" y="11"/>
                  </a:cxn>
                  <a:cxn ang="0">
                    <a:pos x="1" y="13"/>
                  </a:cxn>
                  <a:cxn ang="0">
                    <a:pos x="4" y="17"/>
                  </a:cxn>
                  <a:cxn ang="0">
                    <a:pos x="4" y="17"/>
                  </a:cxn>
                </a:cxnLst>
                <a:rect l="0" t="0" r="r" b="b"/>
                <a:pathLst>
                  <a:path w="19" h="19">
                    <a:moveTo>
                      <a:pt x="4" y="17"/>
                    </a:moveTo>
                    <a:lnTo>
                      <a:pt x="4" y="17"/>
                    </a:lnTo>
                    <a:lnTo>
                      <a:pt x="7" y="19"/>
                    </a:lnTo>
                    <a:lnTo>
                      <a:pt x="11" y="19"/>
                    </a:lnTo>
                    <a:lnTo>
                      <a:pt x="14" y="17"/>
                    </a:lnTo>
                    <a:lnTo>
                      <a:pt x="16" y="15"/>
                    </a:lnTo>
                    <a:lnTo>
                      <a:pt x="16" y="15"/>
                    </a:lnTo>
                    <a:lnTo>
                      <a:pt x="19" y="11"/>
                    </a:lnTo>
                    <a:lnTo>
                      <a:pt x="19" y="8"/>
                    </a:lnTo>
                    <a:lnTo>
                      <a:pt x="18" y="4"/>
                    </a:lnTo>
                    <a:lnTo>
                      <a:pt x="15" y="1"/>
                    </a:lnTo>
                    <a:lnTo>
                      <a:pt x="15" y="1"/>
                    </a:lnTo>
                    <a:lnTo>
                      <a:pt x="11" y="0"/>
                    </a:lnTo>
                    <a:lnTo>
                      <a:pt x="7" y="0"/>
                    </a:lnTo>
                    <a:lnTo>
                      <a:pt x="4" y="1"/>
                    </a:lnTo>
                    <a:lnTo>
                      <a:pt x="1" y="4"/>
                    </a:lnTo>
                    <a:lnTo>
                      <a:pt x="1" y="4"/>
                    </a:lnTo>
                    <a:lnTo>
                      <a:pt x="0" y="6"/>
                    </a:lnTo>
                    <a:lnTo>
                      <a:pt x="0" y="11"/>
                    </a:lnTo>
                    <a:lnTo>
                      <a:pt x="1" y="13"/>
                    </a:lnTo>
                    <a:lnTo>
                      <a:pt x="4" y="17"/>
                    </a:lnTo>
                    <a:lnTo>
                      <a:pt x="4" y="17"/>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4" name="Freeform 31"/>
              <p:cNvSpPr>
                <a:spLocks/>
              </p:cNvSpPr>
              <p:nvPr/>
            </p:nvSpPr>
            <p:spPr bwMode="auto">
              <a:xfrm rot="1800000">
                <a:off x="740099" y="2983017"/>
                <a:ext cx="10538" cy="10537"/>
              </a:xfrm>
              <a:custGeom>
                <a:avLst/>
                <a:gdLst/>
                <a:ahLst/>
                <a:cxnLst>
                  <a:cxn ang="0">
                    <a:pos x="4" y="17"/>
                  </a:cxn>
                  <a:cxn ang="0">
                    <a:pos x="4" y="17"/>
                  </a:cxn>
                  <a:cxn ang="0">
                    <a:pos x="7" y="19"/>
                  </a:cxn>
                  <a:cxn ang="0">
                    <a:pos x="11" y="19"/>
                  </a:cxn>
                  <a:cxn ang="0">
                    <a:pos x="13" y="17"/>
                  </a:cxn>
                  <a:cxn ang="0">
                    <a:pos x="16" y="15"/>
                  </a:cxn>
                  <a:cxn ang="0">
                    <a:pos x="16" y="15"/>
                  </a:cxn>
                  <a:cxn ang="0">
                    <a:pos x="19" y="12"/>
                  </a:cxn>
                  <a:cxn ang="0">
                    <a:pos x="19" y="8"/>
                  </a:cxn>
                  <a:cxn ang="0">
                    <a:pos x="17" y="5"/>
                  </a:cxn>
                  <a:cxn ang="0">
                    <a:pos x="15" y="2"/>
                  </a:cxn>
                  <a:cxn ang="0">
                    <a:pos x="15" y="2"/>
                  </a:cxn>
                  <a:cxn ang="0">
                    <a:pos x="11" y="0"/>
                  </a:cxn>
                  <a:cxn ang="0">
                    <a:pos x="8" y="0"/>
                  </a:cxn>
                  <a:cxn ang="0">
                    <a:pos x="4" y="1"/>
                  </a:cxn>
                  <a:cxn ang="0">
                    <a:pos x="1" y="4"/>
                  </a:cxn>
                  <a:cxn ang="0">
                    <a:pos x="1" y="4"/>
                  </a:cxn>
                  <a:cxn ang="0">
                    <a:pos x="0" y="8"/>
                  </a:cxn>
                  <a:cxn ang="0">
                    <a:pos x="0" y="12"/>
                  </a:cxn>
                  <a:cxn ang="0">
                    <a:pos x="1" y="15"/>
                  </a:cxn>
                  <a:cxn ang="0">
                    <a:pos x="4" y="17"/>
                  </a:cxn>
                  <a:cxn ang="0">
                    <a:pos x="4" y="17"/>
                  </a:cxn>
                </a:cxnLst>
                <a:rect l="0" t="0" r="r" b="b"/>
                <a:pathLst>
                  <a:path w="19" h="19">
                    <a:moveTo>
                      <a:pt x="4" y="17"/>
                    </a:moveTo>
                    <a:lnTo>
                      <a:pt x="4" y="17"/>
                    </a:lnTo>
                    <a:lnTo>
                      <a:pt x="7" y="19"/>
                    </a:lnTo>
                    <a:lnTo>
                      <a:pt x="11" y="19"/>
                    </a:lnTo>
                    <a:lnTo>
                      <a:pt x="13" y="17"/>
                    </a:lnTo>
                    <a:lnTo>
                      <a:pt x="16" y="15"/>
                    </a:lnTo>
                    <a:lnTo>
                      <a:pt x="16" y="15"/>
                    </a:lnTo>
                    <a:lnTo>
                      <a:pt x="19" y="12"/>
                    </a:lnTo>
                    <a:lnTo>
                      <a:pt x="19" y="8"/>
                    </a:lnTo>
                    <a:lnTo>
                      <a:pt x="17" y="5"/>
                    </a:lnTo>
                    <a:lnTo>
                      <a:pt x="15" y="2"/>
                    </a:lnTo>
                    <a:lnTo>
                      <a:pt x="15" y="2"/>
                    </a:lnTo>
                    <a:lnTo>
                      <a:pt x="11" y="0"/>
                    </a:lnTo>
                    <a:lnTo>
                      <a:pt x="8" y="0"/>
                    </a:lnTo>
                    <a:lnTo>
                      <a:pt x="4" y="1"/>
                    </a:lnTo>
                    <a:lnTo>
                      <a:pt x="1" y="4"/>
                    </a:lnTo>
                    <a:lnTo>
                      <a:pt x="1" y="4"/>
                    </a:lnTo>
                    <a:lnTo>
                      <a:pt x="0" y="8"/>
                    </a:lnTo>
                    <a:lnTo>
                      <a:pt x="0" y="12"/>
                    </a:lnTo>
                    <a:lnTo>
                      <a:pt x="1" y="15"/>
                    </a:lnTo>
                    <a:lnTo>
                      <a:pt x="4" y="17"/>
                    </a:lnTo>
                    <a:lnTo>
                      <a:pt x="4" y="17"/>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5" name="Freeform 33"/>
              <p:cNvSpPr>
                <a:spLocks/>
              </p:cNvSpPr>
              <p:nvPr/>
            </p:nvSpPr>
            <p:spPr bwMode="auto">
              <a:xfrm rot="1800000">
                <a:off x="1351836" y="2426147"/>
                <a:ext cx="1328864" cy="1030309"/>
              </a:xfrm>
              <a:custGeom>
                <a:avLst/>
                <a:gdLst/>
                <a:ahLst/>
                <a:cxnLst>
                  <a:cxn ang="0">
                    <a:pos x="0" y="1679"/>
                  </a:cxn>
                  <a:cxn ang="0">
                    <a:pos x="0" y="80"/>
                  </a:cxn>
                  <a:cxn ang="0">
                    <a:pos x="0" y="80"/>
                  </a:cxn>
                  <a:cxn ang="0">
                    <a:pos x="1" y="72"/>
                  </a:cxn>
                  <a:cxn ang="0">
                    <a:pos x="2" y="64"/>
                  </a:cxn>
                  <a:cxn ang="0">
                    <a:pos x="6" y="49"/>
                  </a:cxn>
                  <a:cxn ang="0">
                    <a:pos x="15" y="35"/>
                  </a:cxn>
                  <a:cxn ang="0">
                    <a:pos x="24" y="24"/>
                  </a:cxn>
                  <a:cxn ang="0">
                    <a:pos x="35" y="15"/>
                  </a:cxn>
                  <a:cxn ang="0">
                    <a:pos x="49" y="7"/>
                  </a:cxn>
                  <a:cxn ang="0">
                    <a:pos x="64" y="2"/>
                  </a:cxn>
                  <a:cxn ang="0">
                    <a:pos x="72" y="1"/>
                  </a:cxn>
                  <a:cxn ang="0">
                    <a:pos x="80" y="0"/>
                  </a:cxn>
                  <a:cxn ang="0">
                    <a:pos x="2192" y="0"/>
                  </a:cxn>
                  <a:cxn ang="0">
                    <a:pos x="2192" y="0"/>
                  </a:cxn>
                  <a:cxn ang="0">
                    <a:pos x="2200" y="1"/>
                  </a:cxn>
                  <a:cxn ang="0">
                    <a:pos x="2207" y="2"/>
                  </a:cxn>
                  <a:cxn ang="0">
                    <a:pos x="2222" y="7"/>
                  </a:cxn>
                  <a:cxn ang="0">
                    <a:pos x="2236" y="15"/>
                  </a:cxn>
                  <a:cxn ang="0">
                    <a:pos x="2248" y="24"/>
                  </a:cxn>
                  <a:cxn ang="0">
                    <a:pos x="2257" y="35"/>
                  </a:cxn>
                  <a:cxn ang="0">
                    <a:pos x="2266" y="49"/>
                  </a:cxn>
                  <a:cxn ang="0">
                    <a:pos x="2270" y="64"/>
                  </a:cxn>
                  <a:cxn ang="0">
                    <a:pos x="2271" y="72"/>
                  </a:cxn>
                  <a:cxn ang="0">
                    <a:pos x="2271" y="80"/>
                  </a:cxn>
                  <a:cxn ang="0">
                    <a:pos x="2271" y="1679"/>
                  </a:cxn>
                  <a:cxn ang="0">
                    <a:pos x="2271" y="1679"/>
                  </a:cxn>
                  <a:cxn ang="0">
                    <a:pos x="2271" y="1687"/>
                  </a:cxn>
                  <a:cxn ang="0">
                    <a:pos x="2270" y="1695"/>
                  </a:cxn>
                  <a:cxn ang="0">
                    <a:pos x="2266" y="1710"/>
                  </a:cxn>
                  <a:cxn ang="0">
                    <a:pos x="2257" y="1724"/>
                  </a:cxn>
                  <a:cxn ang="0">
                    <a:pos x="2248" y="1734"/>
                  </a:cxn>
                  <a:cxn ang="0">
                    <a:pos x="2236" y="1745"/>
                  </a:cxn>
                  <a:cxn ang="0">
                    <a:pos x="2222" y="1752"/>
                  </a:cxn>
                  <a:cxn ang="0">
                    <a:pos x="2207" y="1756"/>
                  </a:cxn>
                  <a:cxn ang="0">
                    <a:pos x="2200" y="1758"/>
                  </a:cxn>
                  <a:cxn ang="0">
                    <a:pos x="2192" y="1759"/>
                  </a:cxn>
                  <a:cxn ang="0">
                    <a:pos x="80" y="1759"/>
                  </a:cxn>
                  <a:cxn ang="0">
                    <a:pos x="80" y="1759"/>
                  </a:cxn>
                  <a:cxn ang="0">
                    <a:pos x="72" y="1758"/>
                  </a:cxn>
                  <a:cxn ang="0">
                    <a:pos x="64" y="1756"/>
                  </a:cxn>
                  <a:cxn ang="0">
                    <a:pos x="49" y="1752"/>
                  </a:cxn>
                  <a:cxn ang="0">
                    <a:pos x="35" y="1745"/>
                  </a:cxn>
                  <a:cxn ang="0">
                    <a:pos x="24" y="1734"/>
                  </a:cxn>
                  <a:cxn ang="0">
                    <a:pos x="15" y="1724"/>
                  </a:cxn>
                  <a:cxn ang="0">
                    <a:pos x="6" y="1710"/>
                  </a:cxn>
                  <a:cxn ang="0">
                    <a:pos x="2" y="1695"/>
                  </a:cxn>
                  <a:cxn ang="0">
                    <a:pos x="1" y="1687"/>
                  </a:cxn>
                  <a:cxn ang="0">
                    <a:pos x="0" y="1679"/>
                  </a:cxn>
                  <a:cxn ang="0">
                    <a:pos x="0" y="1679"/>
                  </a:cxn>
                </a:cxnLst>
                <a:rect l="0" t="0" r="r" b="b"/>
                <a:pathLst>
                  <a:path w="2271" h="1759">
                    <a:moveTo>
                      <a:pt x="0" y="1679"/>
                    </a:moveTo>
                    <a:lnTo>
                      <a:pt x="0" y="80"/>
                    </a:lnTo>
                    <a:lnTo>
                      <a:pt x="0" y="80"/>
                    </a:lnTo>
                    <a:lnTo>
                      <a:pt x="1" y="72"/>
                    </a:lnTo>
                    <a:lnTo>
                      <a:pt x="2" y="64"/>
                    </a:lnTo>
                    <a:lnTo>
                      <a:pt x="6" y="49"/>
                    </a:lnTo>
                    <a:lnTo>
                      <a:pt x="15" y="35"/>
                    </a:lnTo>
                    <a:lnTo>
                      <a:pt x="24" y="24"/>
                    </a:lnTo>
                    <a:lnTo>
                      <a:pt x="35" y="15"/>
                    </a:lnTo>
                    <a:lnTo>
                      <a:pt x="49" y="7"/>
                    </a:lnTo>
                    <a:lnTo>
                      <a:pt x="64" y="2"/>
                    </a:lnTo>
                    <a:lnTo>
                      <a:pt x="72" y="1"/>
                    </a:lnTo>
                    <a:lnTo>
                      <a:pt x="80" y="0"/>
                    </a:lnTo>
                    <a:lnTo>
                      <a:pt x="2192" y="0"/>
                    </a:lnTo>
                    <a:lnTo>
                      <a:pt x="2192" y="0"/>
                    </a:lnTo>
                    <a:lnTo>
                      <a:pt x="2200" y="1"/>
                    </a:lnTo>
                    <a:lnTo>
                      <a:pt x="2207" y="2"/>
                    </a:lnTo>
                    <a:lnTo>
                      <a:pt x="2222" y="7"/>
                    </a:lnTo>
                    <a:lnTo>
                      <a:pt x="2236" y="15"/>
                    </a:lnTo>
                    <a:lnTo>
                      <a:pt x="2248" y="24"/>
                    </a:lnTo>
                    <a:lnTo>
                      <a:pt x="2257" y="35"/>
                    </a:lnTo>
                    <a:lnTo>
                      <a:pt x="2266" y="49"/>
                    </a:lnTo>
                    <a:lnTo>
                      <a:pt x="2270" y="64"/>
                    </a:lnTo>
                    <a:lnTo>
                      <a:pt x="2271" y="72"/>
                    </a:lnTo>
                    <a:lnTo>
                      <a:pt x="2271" y="80"/>
                    </a:lnTo>
                    <a:lnTo>
                      <a:pt x="2271" y="1679"/>
                    </a:lnTo>
                    <a:lnTo>
                      <a:pt x="2271" y="1679"/>
                    </a:lnTo>
                    <a:lnTo>
                      <a:pt x="2271" y="1687"/>
                    </a:lnTo>
                    <a:lnTo>
                      <a:pt x="2270" y="1695"/>
                    </a:lnTo>
                    <a:lnTo>
                      <a:pt x="2266" y="1710"/>
                    </a:lnTo>
                    <a:lnTo>
                      <a:pt x="2257" y="1724"/>
                    </a:lnTo>
                    <a:lnTo>
                      <a:pt x="2248" y="1734"/>
                    </a:lnTo>
                    <a:lnTo>
                      <a:pt x="2236" y="1745"/>
                    </a:lnTo>
                    <a:lnTo>
                      <a:pt x="2222" y="1752"/>
                    </a:lnTo>
                    <a:lnTo>
                      <a:pt x="2207" y="1756"/>
                    </a:lnTo>
                    <a:lnTo>
                      <a:pt x="2200" y="1758"/>
                    </a:lnTo>
                    <a:lnTo>
                      <a:pt x="2192" y="1759"/>
                    </a:lnTo>
                    <a:lnTo>
                      <a:pt x="80" y="1759"/>
                    </a:lnTo>
                    <a:lnTo>
                      <a:pt x="80" y="1759"/>
                    </a:lnTo>
                    <a:lnTo>
                      <a:pt x="72" y="1758"/>
                    </a:lnTo>
                    <a:lnTo>
                      <a:pt x="64" y="1756"/>
                    </a:lnTo>
                    <a:lnTo>
                      <a:pt x="49" y="1752"/>
                    </a:lnTo>
                    <a:lnTo>
                      <a:pt x="35" y="1745"/>
                    </a:lnTo>
                    <a:lnTo>
                      <a:pt x="24" y="1734"/>
                    </a:lnTo>
                    <a:lnTo>
                      <a:pt x="15" y="1724"/>
                    </a:lnTo>
                    <a:lnTo>
                      <a:pt x="6" y="1710"/>
                    </a:lnTo>
                    <a:lnTo>
                      <a:pt x="2" y="1695"/>
                    </a:lnTo>
                    <a:lnTo>
                      <a:pt x="1" y="1687"/>
                    </a:lnTo>
                    <a:lnTo>
                      <a:pt x="0" y="1679"/>
                    </a:lnTo>
                    <a:lnTo>
                      <a:pt x="0" y="1679"/>
                    </a:lnTo>
                    <a:close/>
                  </a:path>
                </a:pathLst>
              </a:custGeom>
              <a:solidFill>
                <a:srgbClr val="C0BFC7"/>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6" name="Freeform 34"/>
              <p:cNvSpPr>
                <a:spLocks/>
              </p:cNvSpPr>
              <p:nvPr/>
            </p:nvSpPr>
            <p:spPr bwMode="auto">
              <a:xfrm rot="1800000">
                <a:off x="1359661" y="2435728"/>
                <a:ext cx="1313643" cy="1012746"/>
              </a:xfrm>
              <a:custGeom>
                <a:avLst/>
                <a:gdLst/>
                <a:ahLst/>
                <a:cxnLst>
                  <a:cxn ang="0">
                    <a:pos x="0" y="1664"/>
                  </a:cxn>
                  <a:cxn ang="0">
                    <a:pos x="0" y="65"/>
                  </a:cxn>
                  <a:cxn ang="0">
                    <a:pos x="0" y="65"/>
                  </a:cxn>
                  <a:cxn ang="0">
                    <a:pos x="1" y="52"/>
                  </a:cxn>
                  <a:cxn ang="0">
                    <a:pos x="5" y="39"/>
                  </a:cxn>
                  <a:cxn ang="0">
                    <a:pos x="11" y="28"/>
                  </a:cxn>
                  <a:cxn ang="0">
                    <a:pos x="19" y="19"/>
                  </a:cxn>
                  <a:cxn ang="0">
                    <a:pos x="28" y="11"/>
                  </a:cxn>
                  <a:cxn ang="0">
                    <a:pos x="39" y="5"/>
                  </a:cxn>
                  <a:cxn ang="0">
                    <a:pos x="51" y="1"/>
                  </a:cxn>
                  <a:cxn ang="0">
                    <a:pos x="65" y="0"/>
                  </a:cxn>
                  <a:cxn ang="0">
                    <a:pos x="2177" y="0"/>
                  </a:cxn>
                  <a:cxn ang="0">
                    <a:pos x="2177" y="0"/>
                  </a:cxn>
                  <a:cxn ang="0">
                    <a:pos x="2189" y="1"/>
                  </a:cxn>
                  <a:cxn ang="0">
                    <a:pos x="2201" y="5"/>
                  </a:cxn>
                  <a:cxn ang="0">
                    <a:pos x="2212" y="11"/>
                  </a:cxn>
                  <a:cxn ang="0">
                    <a:pos x="2222" y="19"/>
                  </a:cxn>
                  <a:cxn ang="0">
                    <a:pos x="2230" y="28"/>
                  </a:cxn>
                  <a:cxn ang="0">
                    <a:pos x="2237" y="39"/>
                  </a:cxn>
                  <a:cxn ang="0">
                    <a:pos x="2241" y="52"/>
                  </a:cxn>
                  <a:cxn ang="0">
                    <a:pos x="2242" y="65"/>
                  </a:cxn>
                  <a:cxn ang="0">
                    <a:pos x="2242" y="1664"/>
                  </a:cxn>
                  <a:cxn ang="0">
                    <a:pos x="2242" y="1664"/>
                  </a:cxn>
                  <a:cxn ang="0">
                    <a:pos x="2241" y="1677"/>
                  </a:cxn>
                  <a:cxn ang="0">
                    <a:pos x="2237" y="1689"/>
                  </a:cxn>
                  <a:cxn ang="0">
                    <a:pos x="2230" y="1700"/>
                  </a:cxn>
                  <a:cxn ang="0">
                    <a:pos x="2222" y="1710"/>
                  </a:cxn>
                  <a:cxn ang="0">
                    <a:pos x="2212" y="1718"/>
                  </a:cxn>
                  <a:cxn ang="0">
                    <a:pos x="2201" y="1724"/>
                  </a:cxn>
                  <a:cxn ang="0">
                    <a:pos x="2189" y="1728"/>
                  </a:cxn>
                  <a:cxn ang="0">
                    <a:pos x="2177" y="1729"/>
                  </a:cxn>
                  <a:cxn ang="0">
                    <a:pos x="65" y="1729"/>
                  </a:cxn>
                  <a:cxn ang="0">
                    <a:pos x="65" y="1729"/>
                  </a:cxn>
                  <a:cxn ang="0">
                    <a:pos x="51" y="1728"/>
                  </a:cxn>
                  <a:cxn ang="0">
                    <a:pos x="39" y="1724"/>
                  </a:cxn>
                  <a:cxn ang="0">
                    <a:pos x="28" y="1718"/>
                  </a:cxn>
                  <a:cxn ang="0">
                    <a:pos x="19" y="1710"/>
                  </a:cxn>
                  <a:cxn ang="0">
                    <a:pos x="11" y="1700"/>
                  </a:cxn>
                  <a:cxn ang="0">
                    <a:pos x="5" y="1689"/>
                  </a:cxn>
                  <a:cxn ang="0">
                    <a:pos x="1" y="1677"/>
                  </a:cxn>
                  <a:cxn ang="0">
                    <a:pos x="0" y="1664"/>
                  </a:cxn>
                  <a:cxn ang="0">
                    <a:pos x="0" y="1664"/>
                  </a:cxn>
                </a:cxnLst>
                <a:rect l="0" t="0" r="r" b="b"/>
                <a:pathLst>
                  <a:path w="2242" h="1729">
                    <a:moveTo>
                      <a:pt x="0" y="1664"/>
                    </a:moveTo>
                    <a:lnTo>
                      <a:pt x="0" y="65"/>
                    </a:lnTo>
                    <a:lnTo>
                      <a:pt x="0" y="65"/>
                    </a:lnTo>
                    <a:lnTo>
                      <a:pt x="1" y="52"/>
                    </a:lnTo>
                    <a:lnTo>
                      <a:pt x="5" y="39"/>
                    </a:lnTo>
                    <a:lnTo>
                      <a:pt x="11" y="28"/>
                    </a:lnTo>
                    <a:lnTo>
                      <a:pt x="19" y="19"/>
                    </a:lnTo>
                    <a:lnTo>
                      <a:pt x="28" y="11"/>
                    </a:lnTo>
                    <a:lnTo>
                      <a:pt x="39" y="5"/>
                    </a:lnTo>
                    <a:lnTo>
                      <a:pt x="51" y="1"/>
                    </a:lnTo>
                    <a:lnTo>
                      <a:pt x="65" y="0"/>
                    </a:lnTo>
                    <a:lnTo>
                      <a:pt x="2177" y="0"/>
                    </a:lnTo>
                    <a:lnTo>
                      <a:pt x="2177" y="0"/>
                    </a:lnTo>
                    <a:lnTo>
                      <a:pt x="2189" y="1"/>
                    </a:lnTo>
                    <a:lnTo>
                      <a:pt x="2201" y="5"/>
                    </a:lnTo>
                    <a:lnTo>
                      <a:pt x="2212" y="11"/>
                    </a:lnTo>
                    <a:lnTo>
                      <a:pt x="2222" y="19"/>
                    </a:lnTo>
                    <a:lnTo>
                      <a:pt x="2230" y="28"/>
                    </a:lnTo>
                    <a:lnTo>
                      <a:pt x="2237" y="39"/>
                    </a:lnTo>
                    <a:lnTo>
                      <a:pt x="2241" y="52"/>
                    </a:lnTo>
                    <a:lnTo>
                      <a:pt x="2242" y="65"/>
                    </a:lnTo>
                    <a:lnTo>
                      <a:pt x="2242" y="1664"/>
                    </a:lnTo>
                    <a:lnTo>
                      <a:pt x="2242" y="1664"/>
                    </a:lnTo>
                    <a:lnTo>
                      <a:pt x="2241" y="1677"/>
                    </a:lnTo>
                    <a:lnTo>
                      <a:pt x="2237" y="1689"/>
                    </a:lnTo>
                    <a:lnTo>
                      <a:pt x="2230" y="1700"/>
                    </a:lnTo>
                    <a:lnTo>
                      <a:pt x="2222" y="1710"/>
                    </a:lnTo>
                    <a:lnTo>
                      <a:pt x="2212" y="1718"/>
                    </a:lnTo>
                    <a:lnTo>
                      <a:pt x="2201" y="1724"/>
                    </a:lnTo>
                    <a:lnTo>
                      <a:pt x="2189" y="1728"/>
                    </a:lnTo>
                    <a:lnTo>
                      <a:pt x="2177" y="1729"/>
                    </a:lnTo>
                    <a:lnTo>
                      <a:pt x="65" y="1729"/>
                    </a:lnTo>
                    <a:lnTo>
                      <a:pt x="65" y="1729"/>
                    </a:lnTo>
                    <a:lnTo>
                      <a:pt x="51" y="1728"/>
                    </a:lnTo>
                    <a:lnTo>
                      <a:pt x="39" y="1724"/>
                    </a:lnTo>
                    <a:lnTo>
                      <a:pt x="28" y="1718"/>
                    </a:lnTo>
                    <a:lnTo>
                      <a:pt x="19" y="1710"/>
                    </a:lnTo>
                    <a:lnTo>
                      <a:pt x="11" y="1700"/>
                    </a:lnTo>
                    <a:lnTo>
                      <a:pt x="5" y="1689"/>
                    </a:lnTo>
                    <a:lnTo>
                      <a:pt x="1" y="1677"/>
                    </a:lnTo>
                    <a:lnTo>
                      <a:pt x="0" y="1664"/>
                    </a:lnTo>
                    <a:lnTo>
                      <a:pt x="0" y="1664"/>
                    </a:lnTo>
                    <a:close/>
                  </a:path>
                </a:pathLst>
              </a:custGeom>
              <a:solidFill>
                <a:srgbClr val="706F75"/>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7" name="Freeform 35"/>
              <p:cNvSpPr>
                <a:spLocks/>
              </p:cNvSpPr>
              <p:nvPr/>
            </p:nvSpPr>
            <p:spPr bwMode="auto">
              <a:xfrm rot="1800000">
                <a:off x="1481074" y="2419321"/>
                <a:ext cx="1130998" cy="576036"/>
              </a:xfrm>
              <a:custGeom>
                <a:avLst/>
                <a:gdLst/>
                <a:ahLst/>
                <a:cxnLst>
                  <a:cxn ang="0">
                    <a:pos x="0" y="984"/>
                  </a:cxn>
                  <a:cxn ang="0">
                    <a:pos x="0" y="65"/>
                  </a:cxn>
                  <a:cxn ang="0">
                    <a:pos x="0" y="65"/>
                  </a:cxn>
                  <a:cxn ang="0">
                    <a:pos x="1" y="52"/>
                  </a:cxn>
                  <a:cxn ang="0">
                    <a:pos x="5" y="39"/>
                  </a:cxn>
                  <a:cxn ang="0">
                    <a:pos x="11" y="28"/>
                  </a:cxn>
                  <a:cxn ang="0">
                    <a:pos x="19" y="19"/>
                  </a:cxn>
                  <a:cxn ang="0">
                    <a:pos x="28" y="11"/>
                  </a:cxn>
                  <a:cxn ang="0">
                    <a:pos x="39" y="5"/>
                  </a:cxn>
                  <a:cxn ang="0">
                    <a:pos x="51" y="1"/>
                  </a:cxn>
                  <a:cxn ang="0">
                    <a:pos x="65" y="0"/>
                  </a:cxn>
                  <a:cxn ang="0">
                    <a:pos x="1930" y="0"/>
                  </a:cxn>
                  <a:cxn ang="0">
                    <a:pos x="0" y="984"/>
                  </a:cxn>
                </a:cxnLst>
                <a:rect l="0" t="0" r="r" b="b"/>
                <a:pathLst>
                  <a:path w="1930" h="984">
                    <a:moveTo>
                      <a:pt x="0" y="984"/>
                    </a:moveTo>
                    <a:lnTo>
                      <a:pt x="0" y="65"/>
                    </a:lnTo>
                    <a:lnTo>
                      <a:pt x="0" y="65"/>
                    </a:lnTo>
                    <a:lnTo>
                      <a:pt x="1" y="52"/>
                    </a:lnTo>
                    <a:lnTo>
                      <a:pt x="5" y="39"/>
                    </a:lnTo>
                    <a:lnTo>
                      <a:pt x="11" y="28"/>
                    </a:lnTo>
                    <a:lnTo>
                      <a:pt x="19" y="19"/>
                    </a:lnTo>
                    <a:lnTo>
                      <a:pt x="28" y="11"/>
                    </a:lnTo>
                    <a:lnTo>
                      <a:pt x="39" y="5"/>
                    </a:lnTo>
                    <a:lnTo>
                      <a:pt x="51" y="1"/>
                    </a:lnTo>
                    <a:lnTo>
                      <a:pt x="65" y="0"/>
                    </a:lnTo>
                    <a:lnTo>
                      <a:pt x="1930" y="0"/>
                    </a:lnTo>
                    <a:lnTo>
                      <a:pt x="0" y="984"/>
                    </a:lnTo>
                    <a:close/>
                  </a:path>
                </a:pathLst>
              </a:custGeom>
              <a:solidFill>
                <a:srgbClr val="C0BFC7"/>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8" name="Freeform 36"/>
              <p:cNvSpPr>
                <a:spLocks/>
              </p:cNvSpPr>
              <p:nvPr/>
            </p:nvSpPr>
            <p:spPr bwMode="auto">
              <a:xfrm rot="1800000">
                <a:off x="2219910" y="2522582"/>
                <a:ext cx="49174" cy="49174"/>
              </a:xfrm>
              <a:custGeom>
                <a:avLst/>
                <a:gdLst/>
                <a:ahLst/>
                <a:cxnLst>
                  <a:cxn ang="0">
                    <a:pos x="0" y="43"/>
                  </a:cxn>
                  <a:cxn ang="0">
                    <a:pos x="0" y="43"/>
                  </a:cxn>
                  <a:cxn ang="0">
                    <a:pos x="1" y="34"/>
                  </a:cxn>
                  <a:cxn ang="0">
                    <a:pos x="2" y="26"/>
                  </a:cxn>
                  <a:cxn ang="0">
                    <a:pos x="7" y="19"/>
                  </a:cxn>
                  <a:cxn ang="0">
                    <a:pos x="12" y="13"/>
                  </a:cxn>
                  <a:cxn ang="0">
                    <a:pos x="19" y="7"/>
                  </a:cxn>
                  <a:cxn ang="0">
                    <a:pos x="26" y="3"/>
                  </a:cxn>
                  <a:cxn ang="0">
                    <a:pos x="34" y="2"/>
                  </a:cxn>
                  <a:cxn ang="0">
                    <a:pos x="42" y="0"/>
                  </a:cxn>
                  <a:cxn ang="0">
                    <a:pos x="42" y="0"/>
                  </a:cxn>
                  <a:cxn ang="0">
                    <a:pos x="50" y="2"/>
                  </a:cxn>
                  <a:cxn ang="0">
                    <a:pos x="58" y="3"/>
                  </a:cxn>
                  <a:cxn ang="0">
                    <a:pos x="65" y="7"/>
                  </a:cxn>
                  <a:cxn ang="0">
                    <a:pos x="72" y="13"/>
                  </a:cxn>
                  <a:cxn ang="0">
                    <a:pos x="76" y="19"/>
                  </a:cxn>
                  <a:cxn ang="0">
                    <a:pos x="80" y="26"/>
                  </a:cxn>
                  <a:cxn ang="0">
                    <a:pos x="83" y="34"/>
                  </a:cxn>
                  <a:cxn ang="0">
                    <a:pos x="84" y="43"/>
                  </a:cxn>
                  <a:cxn ang="0">
                    <a:pos x="84" y="43"/>
                  </a:cxn>
                  <a:cxn ang="0">
                    <a:pos x="83" y="51"/>
                  </a:cxn>
                  <a:cxn ang="0">
                    <a:pos x="80" y="59"/>
                  </a:cxn>
                  <a:cxn ang="0">
                    <a:pos x="76" y="66"/>
                  </a:cxn>
                  <a:cxn ang="0">
                    <a:pos x="72" y="73"/>
                  </a:cxn>
                  <a:cxn ang="0">
                    <a:pos x="65" y="78"/>
                  </a:cxn>
                  <a:cxn ang="0">
                    <a:pos x="58" y="81"/>
                  </a:cxn>
                  <a:cxn ang="0">
                    <a:pos x="50" y="83"/>
                  </a:cxn>
                  <a:cxn ang="0">
                    <a:pos x="42" y="85"/>
                  </a:cxn>
                  <a:cxn ang="0">
                    <a:pos x="42" y="85"/>
                  </a:cxn>
                  <a:cxn ang="0">
                    <a:pos x="34" y="83"/>
                  </a:cxn>
                  <a:cxn ang="0">
                    <a:pos x="26" y="81"/>
                  </a:cxn>
                  <a:cxn ang="0">
                    <a:pos x="19" y="78"/>
                  </a:cxn>
                  <a:cxn ang="0">
                    <a:pos x="12" y="73"/>
                  </a:cxn>
                  <a:cxn ang="0">
                    <a:pos x="7" y="66"/>
                  </a:cxn>
                  <a:cxn ang="0">
                    <a:pos x="2" y="59"/>
                  </a:cxn>
                  <a:cxn ang="0">
                    <a:pos x="1" y="51"/>
                  </a:cxn>
                  <a:cxn ang="0">
                    <a:pos x="0" y="43"/>
                  </a:cxn>
                  <a:cxn ang="0">
                    <a:pos x="0" y="43"/>
                  </a:cxn>
                </a:cxnLst>
                <a:rect l="0" t="0" r="r" b="b"/>
                <a:pathLst>
                  <a:path w="84" h="85">
                    <a:moveTo>
                      <a:pt x="0" y="43"/>
                    </a:moveTo>
                    <a:lnTo>
                      <a:pt x="0" y="43"/>
                    </a:lnTo>
                    <a:lnTo>
                      <a:pt x="1" y="34"/>
                    </a:lnTo>
                    <a:lnTo>
                      <a:pt x="2" y="26"/>
                    </a:lnTo>
                    <a:lnTo>
                      <a:pt x="7" y="19"/>
                    </a:lnTo>
                    <a:lnTo>
                      <a:pt x="12" y="13"/>
                    </a:lnTo>
                    <a:lnTo>
                      <a:pt x="19" y="7"/>
                    </a:lnTo>
                    <a:lnTo>
                      <a:pt x="26" y="3"/>
                    </a:lnTo>
                    <a:lnTo>
                      <a:pt x="34" y="2"/>
                    </a:lnTo>
                    <a:lnTo>
                      <a:pt x="42" y="0"/>
                    </a:lnTo>
                    <a:lnTo>
                      <a:pt x="42" y="0"/>
                    </a:lnTo>
                    <a:lnTo>
                      <a:pt x="50" y="2"/>
                    </a:lnTo>
                    <a:lnTo>
                      <a:pt x="58" y="3"/>
                    </a:lnTo>
                    <a:lnTo>
                      <a:pt x="65" y="7"/>
                    </a:lnTo>
                    <a:lnTo>
                      <a:pt x="72" y="13"/>
                    </a:lnTo>
                    <a:lnTo>
                      <a:pt x="76" y="19"/>
                    </a:lnTo>
                    <a:lnTo>
                      <a:pt x="80" y="26"/>
                    </a:lnTo>
                    <a:lnTo>
                      <a:pt x="83" y="34"/>
                    </a:lnTo>
                    <a:lnTo>
                      <a:pt x="84" y="43"/>
                    </a:lnTo>
                    <a:lnTo>
                      <a:pt x="84" y="43"/>
                    </a:lnTo>
                    <a:lnTo>
                      <a:pt x="83" y="51"/>
                    </a:lnTo>
                    <a:lnTo>
                      <a:pt x="80" y="59"/>
                    </a:lnTo>
                    <a:lnTo>
                      <a:pt x="76" y="66"/>
                    </a:lnTo>
                    <a:lnTo>
                      <a:pt x="72" y="73"/>
                    </a:lnTo>
                    <a:lnTo>
                      <a:pt x="65" y="78"/>
                    </a:lnTo>
                    <a:lnTo>
                      <a:pt x="58" y="81"/>
                    </a:lnTo>
                    <a:lnTo>
                      <a:pt x="50" y="83"/>
                    </a:lnTo>
                    <a:lnTo>
                      <a:pt x="42" y="85"/>
                    </a:lnTo>
                    <a:lnTo>
                      <a:pt x="42" y="85"/>
                    </a:lnTo>
                    <a:lnTo>
                      <a:pt x="34" y="83"/>
                    </a:lnTo>
                    <a:lnTo>
                      <a:pt x="26" y="81"/>
                    </a:lnTo>
                    <a:lnTo>
                      <a:pt x="19" y="78"/>
                    </a:lnTo>
                    <a:lnTo>
                      <a:pt x="12" y="73"/>
                    </a:lnTo>
                    <a:lnTo>
                      <a:pt x="7" y="66"/>
                    </a:lnTo>
                    <a:lnTo>
                      <a:pt x="2" y="59"/>
                    </a:lnTo>
                    <a:lnTo>
                      <a:pt x="1" y="51"/>
                    </a:lnTo>
                    <a:lnTo>
                      <a:pt x="0" y="43"/>
                    </a:lnTo>
                    <a:lnTo>
                      <a:pt x="0" y="43"/>
                    </a:lnTo>
                    <a:close/>
                  </a:path>
                </a:pathLst>
              </a:custGeom>
              <a:solidFill>
                <a:srgbClr val="706F75"/>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9" name="Rectangle 37"/>
              <p:cNvSpPr>
                <a:spLocks noChangeArrowheads="1"/>
              </p:cNvSpPr>
              <p:nvPr/>
            </p:nvSpPr>
            <p:spPr bwMode="auto">
              <a:xfrm rot="1800000">
                <a:off x="1476585" y="2531148"/>
                <a:ext cx="1081824" cy="823076"/>
              </a:xfrm>
              <a:prstGeom prst="rect">
                <a:avLst/>
              </a:prstGeom>
              <a:solidFill>
                <a:srgbClr val="FFFFFF"/>
              </a:solidFill>
              <a:ln w="9525">
                <a:noFill/>
                <a:miter lim="800000"/>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0" name="Freeform 40"/>
              <p:cNvSpPr>
                <a:spLocks/>
              </p:cNvSpPr>
              <p:nvPr/>
            </p:nvSpPr>
            <p:spPr bwMode="auto">
              <a:xfrm rot="1800000">
                <a:off x="2362395" y="2904623"/>
                <a:ext cx="15221" cy="14050"/>
              </a:xfrm>
              <a:custGeom>
                <a:avLst/>
                <a:gdLst/>
                <a:ahLst/>
                <a:cxnLst>
                  <a:cxn ang="0">
                    <a:pos x="0" y="21"/>
                  </a:cxn>
                  <a:cxn ang="0">
                    <a:pos x="1" y="0"/>
                  </a:cxn>
                  <a:cxn ang="0">
                    <a:pos x="26" y="1"/>
                  </a:cxn>
                  <a:cxn ang="0">
                    <a:pos x="23" y="23"/>
                  </a:cxn>
                  <a:cxn ang="0">
                    <a:pos x="0" y="21"/>
                  </a:cxn>
                  <a:cxn ang="0">
                    <a:pos x="0" y="21"/>
                  </a:cxn>
                </a:cxnLst>
                <a:rect l="0" t="0" r="r" b="b"/>
                <a:pathLst>
                  <a:path w="26" h="23">
                    <a:moveTo>
                      <a:pt x="0" y="21"/>
                    </a:moveTo>
                    <a:lnTo>
                      <a:pt x="1" y="0"/>
                    </a:lnTo>
                    <a:lnTo>
                      <a:pt x="26" y="1"/>
                    </a:lnTo>
                    <a:lnTo>
                      <a:pt x="23" y="23"/>
                    </a:lnTo>
                    <a:lnTo>
                      <a:pt x="0" y="21"/>
                    </a:lnTo>
                    <a:lnTo>
                      <a:pt x="0" y="21"/>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1" name="Freeform 59"/>
              <p:cNvSpPr>
                <a:spLocks/>
              </p:cNvSpPr>
              <p:nvPr/>
            </p:nvSpPr>
            <p:spPr bwMode="auto">
              <a:xfrm rot="1800000">
                <a:off x="2039198" y="3019098"/>
                <a:ext cx="833613" cy="1044358"/>
              </a:xfrm>
              <a:custGeom>
                <a:avLst/>
                <a:gdLst/>
                <a:ahLst/>
                <a:cxnLst>
                  <a:cxn ang="0">
                    <a:pos x="1390" y="1529"/>
                  </a:cxn>
                  <a:cxn ang="0">
                    <a:pos x="1360" y="1467"/>
                  </a:cxn>
                  <a:cxn ang="0">
                    <a:pos x="1234" y="1252"/>
                  </a:cxn>
                  <a:cxn ang="0">
                    <a:pos x="1189" y="1120"/>
                  </a:cxn>
                  <a:cxn ang="0">
                    <a:pos x="1127" y="817"/>
                  </a:cxn>
                  <a:cxn ang="0">
                    <a:pos x="1090" y="685"/>
                  </a:cxn>
                  <a:cxn ang="0">
                    <a:pos x="1016" y="550"/>
                  </a:cxn>
                  <a:cxn ang="0">
                    <a:pos x="950" y="474"/>
                  </a:cxn>
                  <a:cxn ang="0">
                    <a:pos x="880" y="407"/>
                  </a:cxn>
                  <a:cxn ang="0">
                    <a:pos x="835" y="391"/>
                  </a:cxn>
                  <a:cxn ang="0">
                    <a:pos x="794" y="409"/>
                  </a:cxn>
                  <a:cxn ang="0">
                    <a:pos x="759" y="444"/>
                  </a:cxn>
                  <a:cxn ang="0">
                    <a:pos x="743" y="437"/>
                  </a:cxn>
                  <a:cxn ang="0">
                    <a:pos x="681" y="383"/>
                  </a:cxn>
                  <a:cxn ang="0">
                    <a:pos x="629" y="362"/>
                  </a:cxn>
                  <a:cxn ang="0">
                    <a:pos x="591" y="368"/>
                  </a:cxn>
                  <a:cxn ang="0">
                    <a:pos x="557" y="388"/>
                  </a:cxn>
                  <a:cxn ang="0">
                    <a:pos x="535" y="424"/>
                  </a:cxn>
                  <a:cxn ang="0">
                    <a:pos x="515" y="405"/>
                  </a:cxn>
                  <a:cxn ang="0">
                    <a:pos x="474" y="368"/>
                  </a:cxn>
                  <a:cxn ang="0">
                    <a:pos x="428" y="358"/>
                  </a:cxn>
                  <a:cxn ang="0">
                    <a:pos x="373" y="376"/>
                  </a:cxn>
                  <a:cxn ang="0">
                    <a:pos x="342" y="407"/>
                  </a:cxn>
                  <a:cxn ang="0">
                    <a:pos x="219" y="208"/>
                  </a:cxn>
                  <a:cxn ang="0">
                    <a:pos x="157" y="93"/>
                  </a:cxn>
                  <a:cxn ang="0">
                    <a:pos x="106" y="16"/>
                  </a:cxn>
                  <a:cxn ang="0">
                    <a:pos x="79" y="0"/>
                  </a:cxn>
                  <a:cxn ang="0">
                    <a:pos x="56" y="3"/>
                  </a:cxn>
                  <a:cxn ang="0">
                    <a:pos x="26" y="20"/>
                  </a:cxn>
                  <a:cxn ang="0">
                    <a:pos x="4" y="54"/>
                  </a:cxn>
                  <a:cxn ang="0">
                    <a:pos x="1" y="109"/>
                  </a:cxn>
                  <a:cxn ang="0">
                    <a:pos x="29" y="184"/>
                  </a:cxn>
                  <a:cxn ang="0">
                    <a:pos x="120" y="391"/>
                  </a:cxn>
                  <a:cxn ang="0">
                    <a:pos x="198" y="575"/>
                  </a:cxn>
                  <a:cxn ang="0">
                    <a:pos x="302" y="802"/>
                  </a:cxn>
                  <a:cxn ang="0">
                    <a:pos x="350" y="943"/>
                  </a:cxn>
                  <a:cxn ang="0">
                    <a:pos x="373" y="1033"/>
                  </a:cxn>
                  <a:cxn ang="0">
                    <a:pos x="368" y="1041"/>
                  </a:cxn>
                  <a:cxn ang="0">
                    <a:pos x="345" y="1030"/>
                  </a:cxn>
                  <a:cxn ang="0">
                    <a:pos x="324" y="997"/>
                  </a:cxn>
                  <a:cxn ang="0">
                    <a:pos x="298" y="931"/>
                  </a:cxn>
                  <a:cxn ang="0">
                    <a:pos x="285" y="913"/>
                  </a:cxn>
                  <a:cxn ang="0">
                    <a:pos x="266" y="853"/>
                  </a:cxn>
                  <a:cxn ang="0">
                    <a:pos x="270" y="781"/>
                  </a:cxn>
                  <a:cxn ang="0">
                    <a:pos x="268" y="755"/>
                  </a:cxn>
                  <a:cxn ang="0">
                    <a:pos x="230" y="680"/>
                  </a:cxn>
                  <a:cxn ang="0">
                    <a:pos x="192" y="643"/>
                  </a:cxn>
                  <a:cxn ang="0">
                    <a:pos x="172" y="639"/>
                  </a:cxn>
                  <a:cxn ang="0">
                    <a:pos x="153" y="649"/>
                  </a:cxn>
                  <a:cxn ang="0">
                    <a:pos x="139" y="695"/>
                  </a:cxn>
                  <a:cxn ang="0">
                    <a:pos x="135" y="766"/>
                  </a:cxn>
                  <a:cxn ang="0">
                    <a:pos x="112" y="835"/>
                  </a:cxn>
                  <a:cxn ang="0">
                    <a:pos x="82" y="907"/>
                  </a:cxn>
                  <a:cxn ang="0">
                    <a:pos x="90" y="958"/>
                  </a:cxn>
                  <a:cxn ang="0">
                    <a:pos x="204" y="1190"/>
                  </a:cxn>
                  <a:cxn ang="0">
                    <a:pos x="233" y="1228"/>
                  </a:cxn>
                  <a:cxn ang="0">
                    <a:pos x="353" y="1324"/>
                  </a:cxn>
                  <a:cxn ang="0">
                    <a:pos x="429" y="1364"/>
                  </a:cxn>
                  <a:cxn ang="0">
                    <a:pos x="621" y="1455"/>
                  </a:cxn>
                  <a:cxn ang="0">
                    <a:pos x="717" y="1517"/>
                  </a:cxn>
                  <a:cxn ang="0">
                    <a:pos x="787" y="1585"/>
                  </a:cxn>
                  <a:cxn ang="0">
                    <a:pos x="914" y="1782"/>
                  </a:cxn>
                </a:cxnLst>
                <a:rect l="0" t="0" r="r" b="b"/>
                <a:pathLst>
                  <a:path w="1424" h="1782">
                    <a:moveTo>
                      <a:pt x="1424" y="1587"/>
                    </a:moveTo>
                    <a:lnTo>
                      <a:pt x="1424" y="1587"/>
                    </a:lnTo>
                    <a:lnTo>
                      <a:pt x="1398" y="1545"/>
                    </a:lnTo>
                    <a:lnTo>
                      <a:pt x="1390" y="1529"/>
                    </a:lnTo>
                    <a:lnTo>
                      <a:pt x="1384" y="1517"/>
                    </a:lnTo>
                    <a:lnTo>
                      <a:pt x="1384" y="1517"/>
                    </a:lnTo>
                    <a:lnTo>
                      <a:pt x="1373" y="1493"/>
                    </a:lnTo>
                    <a:lnTo>
                      <a:pt x="1360" y="1467"/>
                    </a:lnTo>
                    <a:lnTo>
                      <a:pt x="1326" y="1408"/>
                    </a:lnTo>
                    <a:lnTo>
                      <a:pt x="1244" y="1271"/>
                    </a:lnTo>
                    <a:lnTo>
                      <a:pt x="1244" y="1271"/>
                    </a:lnTo>
                    <a:lnTo>
                      <a:pt x="1234" y="1252"/>
                    </a:lnTo>
                    <a:lnTo>
                      <a:pt x="1223" y="1230"/>
                    </a:lnTo>
                    <a:lnTo>
                      <a:pt x="1215" y="1206"/>
                    </a:lnTo>
                    <a:lnTo>
                      <a:pt x="1206" y="1179"/>
                    </a:lnTo>
                    <a:lnTo>
                      <a:pt x="1189" y="1120"/>
                    </a:lnTo>
                    <a:lnTo>
                      <a:pt x="1174" y="1057"/>
                    </a:lnTo>
                    <a:lnTo>
                      <a:pt x="1161" y="992"/>
                    </a:lnTo>
                    <a:lnTo>
                      <a:pt x="1147" y="929"/>
                    </a:lnTo>
                    <a:lnTo>
                      <a:pt x="1127" y="817"/>
                    </a:lnTo>
                    <a:lnTo>
                      <a:pt x="1127" y="817"/>
                    </a:lnTo>
                    <a:lnTo>
                      <a:pt x="1117" y="771"/>
                    </a:lnTo>
                    <a:lnTo>
                      <a:pt x="1105" y="726"/>
                    </a:lnTo>
                    <a:lnTo>
                      <a:pt x="1090" y="685"/>
                    </a:lnTo>
                    <a:lnTo>
                      <a:pt x="1074" y="647"/>
                    </a:lnTo>
                    <a:lnTo>
                      <a:pt x="1056" y="612"/>
                    </a:lnTo>
                    <a:lnTo>
                      <a:pt x="1037" y="579"/>
                    </a:lnTo>
                    <a:lnTo>
                      <a:pt x="1016" y="550"/>
                    </a:lnTo>
                    <a:lnTo>
                      <a:pt x="995" y="526"/>
                    </a:lnTo>
                    <a:lnTo>
                      <a:pt x="995" y="526"/>
                    </a:lnTo>
                    <a:lnTo>
                      <a:pt x="973" y="500"/>
                    </a:lnTo>
                    <a:lnTo>
                      <a:pt x="950" y="474"/>
                    </a:lnTo>
                    <a:lnTo>
                      <a:pt x="926" y="450"/>
                    </a:lnTo>
                    <a:lnTo>
                      <a:pt x="903" y="426"/>
                    </a:lnTo>
                    <a:lnTo>
                      <a:pt x="891" y="417"/>
                    </a:lnTo>
                    <a:lnTo>
                      <a:pt x="880" y="407"/>
                    </a:lnTo>
                    <a:lnTo>
                      <a:pt x="869" y="400"/>
                    </a:lnTo>
                    <a:lnTo>
                      <a:pt x="857" y="395"/>
                    </a:lnTo>
                    <a:lnTo>
                      <a:pt x="846" y="392"/>
                    </a:lnTo>
                    <a:lnTo>
                      <a:pt x="835" y="391"/>
                    </a:lnTo>
                    <a:lnTo>
                      <a:pt x="824" y="394"/>
                    </a:lnTo>
                    <a:lnTo>
                      <a:pt x="813" y="398"/>
                    </a:lnTo>
                    <a:lnTo>
                      <a:pt x="813" y="398"/>
                    </a:lnTo>
                    <a:lnTo>
                      <a:pt x="794" y="409"/>
                    </a:lnTo>
                    <a:lnTo>
                      <a:pt x="781" y="420"/>
                    </a:lnTo>
                    <a:lnTo>
                      <a:pt x="770" y="429"/>
                    </a:lnTo>
                    <a:lnTo>
                      <a:pt x="763" y="437"/>
                    </a:lnTo>
                    <a:lnTo>
                      <a:pt x="759" y="444"/>
                    </a:lnTo>
                    <a:lnTo>
                      <a:pt x="758" y="450"/>
                    </a:lnTo>
                    <a:lnTo>
                      <a:pt x="756" y="454"/>
                    </a:lnTo>
                    <a:lnTo>
                      <a:pt x="756" y="454"/>
                    </a:lnTo>
                    <a:lnTo>
                      <a:pt x="743" y="437"/>
                    </a:lnTo>
                    <a:lnTo>
                      <a:pt x="726" y="420"/>
                    </a:lnTo>
                    <a:lnTo>
                      <a:pt x="706" y="400"/>
                    </a:lnTo>
                    <a:lnTo>
                      <a:pt x="693" y="392"/>
                    </a:lnTo>
                    <a:lnTo>
                      <a:pt x="681" y="383"/>
                    </a:lnTo>
                    <a:lnTo>
                      <a:pt x="669" y="376"/>
                    </a:lnTo>
                    <a:lnTo>
                      <a:pt x="657" y="369"/>
                    </a:lnTo>
                    <a:lnTo>
                      <a:pt x="643" y="365"/>
                    </a:lnTo>
                    <a:lnTo>
                      <a:pt x="629" y="362"/>
                    </a:lnTo>
                    <a:lnTo>
                      <a:pt x="617" y="361"/>
                    </a:lnTo>
                    <a:lnTo>
                      <a:pt x="604" y="364"/>
                    </a:lnTo>
                    <a:lnTo>
                      <a:pt x="604" y="364"/>
                    </a:lnTo>
                    <a:lnTo>
                      <a:pt x="591" y="368"/>
                    </a:lnTo>
                    <a:lnTo>
                      <a:pt x="582" y="373"/>
                    </a:lnTo>
                    <a:lnTo>
                      <a:pt x="572" y="377"/>
                    </a:lnTo>
                    <a:lnTo>
                      <a:pt x="564" y="383"/>
                    </a:lnTo>
                    <a:lnTo>
                      <a:pt x="557" y="388"/>
                    </a:lnTo>
                    <a:lnTo>
                      <a:pt x="552" y="394"/>
                    </a:lnTo>
                    <a:lnTo>
                      <a:pt x="544" y="406"/>
                    </a:lnTo>
                    <a:lnTo>
                      <a:pt x="538" y="415"/>
                    </a:lnTo>
                    <a:lnTo>
                      <a:pt x="535" y="424"/>
                    </a:lnTo>
                    <a:lnTo>
                      <a:pt x="533" y="432"/>
                    </a:lnTo>
                    <a:lnTo>
                      <a:pt x="533" y="432"/>
                    </a:lnTo>
                    <a:lnTo>
                      <a:pt x="525" y="418"/>
                    </a:lnTo>
                    <a:lnTo>
                      <a:pt x="515" y="405"/>
                    </a:lnTo>
                    <a:lnTo>
                      <a:pt x="501" y="388"/>
                    </a:lnTo>
                    <a:lnTo>
                      <a:pt x="493" y="381"/>
                    </a:lnTo>
                    <a:lnTo>
                      <a:pt x="484" y="375"/>
                    </a:lnTo>
                    <a:lnTo>
                      <a:pt x="474" y="368"/>
                    </a:lnTo>
                    <a:lnTo>
                      <a:pt x="465" y="364"/>
                    </a:lnTo>
                    <a:lnTo>
                      <a:pt x="452" y="360"/>
                    </a:lnTo>
                    <a:lnTo>
                      <a:pt x="441" y="357"/>
                    </a:lnTo>
                    <a:lnTo>
                      <a:pt x="428" y="358"/>
                    </a:lnTo>
                    <a:lnTo>
                      <a:pt x="416" y="360"/>
                    </a:lnTo>
                    <a:lnTo>
                      <a:pt x="416" y="360"/>
                    </a:lnTo>
                    <a:lnTo>
                      <a:pt x="391" y="368"/>
                    </a:lnTo>
                    <a:lnTo>
                      <a:pt x="373" y="376"/>
                    </a:lnTo>
                    <a:lnTo>
                      <a:pt x="360" y="386"/>
                    </a:lnTo>
                    <a:lnTo>
                      <a:pt x="351" y="394"/>
                    </a:lnTo>
                    <a:lnTo>
                      <a:pt x="345" y="402"/>
                    </a:lnTo>
                    <a:lnTo>
                      <a:pt x="342" y="407"/>
                    </a:lnTo>
                    <a:lnTo>
                      <a:pt x="341" y="413"/>
                    </a:lnTo>
                    <a:lnTo>
                      <a:pt x="341" y="413"/>
                    </a:lnTo>
                    <a:lnTo>
                      <a:pt x="274" y="302"/>
                    </a:lnTo>
                    <a:lnTo>
                      <a:pt x="219" y="208"/>
                    </a:lnTo>
                    <a:lnTo>
                      <a:pt x="193" y="163"/>
                    </a:lnTo>
                    <a:lnTo>
                      <a:pt x="173" y="124"/>
                    </a:lnTo>
                    <a:lnTo>
                      <a:pt x="173" y="124"/>
                    </a:lnTo>
                    <a:lnTo>
                      <a:pt x="157" y="93"/>
                    </a:lnTo>
                    <a:lnTo>
                      <a:pt x="142" y="65"/>
                    </a:lnTo>
                    <a:lnTo>
                      <a:pt x="127" y="42"/>
                    </a:lnTo>
                    <a:lnTo>
                      <a:pt x="113" y="23"/>
                    </a:lnTo>
                    <a:lnTo>
                      <a:pt x="106" y="16"/>
                    </a:lnTo>
                    <a:lnTo>
                      <a:pt x="99" y="11"/>
                    </a:lnTo>
                    <a:lnTo>
                      <a:pt x="93" y="5"/>
                    </a:lnTo>
                    <a:lnTo>
                      <a:pt x="86" y="3"/>
                    </a:lnTo>
                    <a:lnTo>
                      <a:pt x="79" y="0"/>
                    </a:lnTo>
                    <a:lnTo>
                      <a:pt x="72" y="0"/>
                    </a:lnTo>
                    <a:lnTo>
                      <a:pt x="64" y="0"/>
                    </a:lnTo>
                    <a:lnTo>
                      <a:pt x="56" y="3"/>
                    </a:lnTo>
                    <a:lnTo>
                      <a:pt x="56" y="3"/>
                    </a:lnTo>
                    <a:lnTo>
                      <a:pt x="49" y="5"/>
                    </a:lnTo>
                    <a:lnTo>
                      <a:pt x="41" y="9"/>
                    </a:lnTo>
                    <a:lnTo>
                      <a:pt x="33" y="15"/>
                    </a:lnTo>
                    <a:lnTo>
                      <a:pt x="26" y="20"/>
                    </a:lnTo>
                    <a:lnTo>
                      <a:pt x="19" y="27"/>
                    </a:lnTo>
                    <a:lnTo>
                      <a:pt x="14" y="35"/>
                    </a:lnTo>
                    <a:lnTo>
                      <a:pt x="8" y="45"/>
                    </a:lnTo>
                    <a:lnTo>
                      <a:pt x="4" y="54"/>
                    </a:lnTo>
                    <a:lnTo>
                      <a:pt x="1" y="67"/>
                    </a:lnTo>
                    <a:lnTo>
                      <a:pt x="0" y="79"/>
                    </a:lnTo>
                    <a:lnTo>
                      <a:pt x="0" y="93"/>
                    </a:lnTo>
                    <a:lnTo>
                      <a:pt x="1" y="109"/>
                    </a:lnTo>
                    <a:lnTo>
                      <a:pt x="5" y="125"/>
                    </a:lnTo>
                    <a:lnTo>
                      <a:pt x="11" y="143"/>
                    </a:lnTo>
                    <a:lnTo>
                      <a:pt x="18" y="162"/>
                    </a:lnTo>
                    <a:lnTo>
                      <a:pt x="29" y="184"/>
                    </a:lnTo>
                    <a:lnTo>
                      <a:pt x="29" y="184"/>
                    </a:lnTo>
                    <a:lnTo>
                      <a:pt x="50" y="230"/>
                    </a:lnTo>
                    <a:lnTo>
                      <a:pt x="74" y="282"/>
                    </a:lnTo>
                    <a:lnTo>
                      <a:pt x="120" y="391"/>
                    </a:lnTo>
                    <a:lnTo>
                      <a:pt x="162" y="495"/>
                    </a:lnTo>
                    <a:lnTo>
                      <a:pt x="181" y="538"/>
                    </a:lnTo>
                    <a:lnTo>
                      <a:pt x="198" y="575"/>
                    </a:lnTo>
                    <a:lnTo>
                      <a:pt x="198" y="575"/>
                    </a:lnTo>
                    <a:lnTo>
                      <a:pt x="236" y="653"/>
                    </a:lnTo>
                    <a:lnTo>
                      <a:pt x="257" y="700"/>
                    </a:lnTo>
                    <a:lnTo>
                      <a:pt x="281" y="751"/>
                    </a:lnTo>
                    <a:lnTo>
                      <a:pt x="302" y="802"/>
                    </a:lnTo>
                    <a:lnTo>
                      <a:pt x="322" y="852"/>
                    </a:lnTo>
                    <a:lnTo>
                      <a:pt x="338" y="899"/>
                    </a:lnTo>
                    <a:lnTo>
                      <a:pt x="345" y="922"/>
                    </a:lnTo>
                    <a:lnTo>
                      <a:pt x="350" y="943"/>
                    </a:lnTo>
                    <a:lnTo>
                      <a:pt x="350" y="943"/>
                    </a:lnTo>
                    <a:lnTo>
                      <a:pt x="366" y="1004"/>
                    </a:lnTo>
                    <a:lnTo>
                      <a:pt x="371" y="1022"/>
                    </a:lnTo>
                    <a:lnTo>
                      <a:pt x="373" y="1033"/>
                    </a:lnTo>
                    <a:lnTo>
                      <a:pt x="373" y="1037"/>
                    </a:lnTo>
                    <a:lnTo>
                      <a:pt x="372" y="1040"/>
                    </a:lnTo>
                    <a:lnTo>
                      <a:pt x="371" y="1041"/>
                    </a:lnTo>
                    <a:lnTo>
                      <a:pt x="368" y="1041"/>
                    </a:lnTo>
                    <a:lnTo>
                      <a:pt x="361" y="1038"/>
                    </a:lnTo>
                    <a:lnTo>
                      <a:pt x="351" y="1034"/>
                    </a:lnTo>
                    <a:lnTo>
                      <a:pt x="351" y="1034"/>
                    </a:lnTo>
                    <a:lnTo>
                      <a:pt x="345" y="1030"/>
                    </a:lnTo>
                    <a:lnTo>
                      <a:pt x="339" y="1026"/>
                    </a:lnTo>
                    <a:lnTo>
                      <a:pt x="335" y="1019"/>
                    </a:lnTo>
                    <a:lnTo>
                      <a:pt x="331" y="1014"/>
                    </a:lnTo>
                    <a:lnTo>
                      <a:pt x="324" y="997"/>
                    </a:lnTo>
                    <a:lnTo>
                      <a:pt x="319" y="981"/>
                    </a:lnTo>
                    <a:lnTo>
                      <a:pt x="312" y="963"/>
                    </a:lnTo>
                    <a:lnTo>
                      <a:pt x="307" y="946"/>
                    </a:lnTo>
                    <a:lnTo>
                      <a:pt x="298" y="931"/>
                    </a:lnTo>
                    <a:lnTo>
                      <a:pt x="294" y="924"/>
                    </a:lnTo>
                    <a:lnTo>
                      <a:pt x="290" y="918"/>
                    </a:lnTo>
                    <a:lnTo>
                      <a:pt x="290" y="918"/>
                    </a:lnTo>
                    <a:lnTo>
                      <a:pt x="285" y="913"/>
                    </a:lnTo>
                    <a:lnTo>
                      <a:pt x="281" y="906"/>
                    </a:lnTo>
                    <a:lnTo>
                      <a:pt x="274" y="891"/>
                    </a:lnTo>
                    <a:lnTo>
                      <a:pt x="268" y="872"/>
                    </a:lnTo>
                    <a:lnTo>
                      <a:pt x="266" y="853"/>
                    </a:lnTo>
                    <a:lnTo>
                      <a:pt x="264" y="832"/>
                    </a:lnTo>
                    <a:lnTo>
                      <a:pt x="264" y="812"/>
                    </a:lnTo>
                    <a:lnTo>
                      <a:pt x="266" y="794"/>
                    </a:lnTo>
                    <a:lnTo>
                      <a:pt x="270" y="781"/>
                    </a:lnTo>
                    <a:lnTo>
                      <a:pt x="270" y="781"/>
                    </a:lnTo>
                    <a:lnTo>
                      <a:pt x="271" y="773"/>
                    </a:lnTo>
                    <a:lnTo>
                      <a:pt x="270" y="764"/>
                    </a:lnTo>
                    <a:lnTo>
                      <a:pt x="268" y="755"/>
                    </a:lnTo>
                    <a:lnTo>
                      <a:pt x="266" y="745"/>
                    </a:lnTo>
                    <a:lnTo>
                      <a:pt x="256" y="723"/>
                    </a:lnTo>
                    <a:lnTo>
                      <a:pt x="245" y="700"/>
                    </a:lnTo>
                    <a:lnTo>
                      <a:pt x="230" y="680"/>
                    </a:lnTo>
                    <a:lnTo>
                      <a:pt x="215" y="661"/>
                    </a:lnTo>
                    <a:lnTo>
                      <a:pt x="207" y="654"/>
                    </a:lnTo>
                    <a:lnTo>
                      <a:pt x="199" y="647"/>
                    </a:lnTo>
                    <a:lnTo>
                      <a:pt x="192" y="643"/>
                    </a:lnTo>
                    <a:lnTo>
                      <a:pt x="184" y="640"/>
                    </a:lnTo>
                    <a:lnTo>
                      <a:pt x="184" y="640"/>
                    </a:lnTo>
                    <a:lnTo>
                      <a:pt x="177" y="639"/>
                    </a:lnTo>
                    <a:lnTo>
                      <a:pt x="172" y="639"/>
                    </a:lnTo>
                    <a:lnTo>
                      <a:pt x="166" y="640"/>
                    </a:lnTo>
                    <a:lnTo>
                      <a:pt x="161" y="642"/>
                    </a:lnTo>
                    <a:lnTo>
                      <a:pt x="157" y="644"/>
                    </a:lnTo>
                    <a:lnTo>
                      <a:pt x="153" y="649"/>
                    </a:lnTo>
                    <a:lnTo>
                      <a:pt x="150" y="653"/>
                    </a:lnTo>
                    <a:lnTo>
                      <a:pt x="147" y="659"/>
                    </a:lnTo>
                    <a:lnTo>
                      <a:pt x="142" y="674"/>
                    </a:lnTo>
                    <a:lnTo>
                      <a:pt x="139" y="695"/>
                    </a:lnTo>
                    <a:lnTo>
                      <a:pt x="138" y="719"/>
                    </a:lnTo>
                    <a:lnTo>
                      <a:pt x="136" y="749"/>
                    </a:lnTo>
                    <a:lnTo>
                      <a:pt x="136" y="749"/>
                    </a:lnTo>
                    <a:lnTo>
                      <a:pt x="135" y="766"/>
                    </a:lnTo>
                    <a:lnTo>
                      <a:pt x="132" y="781"/>
                    </a:lnTo>
                    <a:lnTo>
                      <a:pt x="128" y="796"/>
                    </a:lnTo>
                    <a:lnTo>
                      <a:pt x="124" y="809"/>
                    </a:lnTo>
                    <a:lnTo>
                      <a:pt x="112" y="835"/>
                    </a:lnTo>
                    <a:lnTo>
                      <a:pt x="99" y="860"/>
                    </a:lnTo>
                    <a:lnTo>
                      <a:pt x="89" y="884"/>
                    </a:lnTo>
                    <a:lnTo>
                      <a:pt x="84" y="895"/>
                    </a:lnTo>
                    <a:lnTo>
                      <a:pt x="82" y="907"/>
                    </a:lnTo>
                    <a:lnTo>
                      <a:pt x="80" y="920"/>
                    </a:lnTo>
                    <a:lnTo>
                      <a:pt x="82" y="932"/>
                    </a:lnTo>
                    <a:lnTo>
                      <a:pt x="84" y="944"/>
                    </a:lnTo>
                    <a:lnTo>
                      <a:pt x="90" y="958"/>
                    </a:lnTo>
                    <a:lnTo>
                      <a:pt x="90" y="958"/>
                    </a:lnTo>
                    <a:lnTo>
                      <a:pt x="153" y="1085"/>
                    </a:lnTo>
                    <a:lnTo>
                      <a:pt x="183" y="1145"/>
                    </a:lnTo>
                    <a:lnTo>
                      <a:pt x="204" y="1190"/>
                    </a:lnTo>
                    <a:lnTo>
                      <a:pt x="204" y="1190"/>
                    </a:lnTo>
                    <a:lnTo>
                      <a:pt x="208" y="1198"/>
                    </a:lnTo>
                    <a:lnTo>
                      <a:pt x="215" y="1207"/>
                    </a:lnTo>
                    <a:lnTo>
                      <a:pt x="233" y="1228"/>
                    </a:lnTo>
                    <a:lnTo>
                      <a:pt x="257" y="1252"/>
                    </a:lnTo>
                    <a:lnTo>
                      <a:pt x="286" y="1277"/>
                    </a:lnTo>
                    <a:lnTo>
                      <a:pt x="319" y="1301"/>
                    </a:lnTo>
                    <a:lnTo>
                      <a:pt x="353" y="1324"/>
                    </a:lnTo>
                    <a:lnTo>
                      <a:pt x="391" y="1345"/>
                    </a:lnTo>
                    <a:lnTo>
                      <a:pt x="410" y="1354"/>
                    </a:lnTo>
                    <a:lnTo>
                      <a:pt x="429" y="1364"/>
                    </a:lnTo>
                    <a:lnTo>
                      <a:pt x="429" y="1364"/>
                    </a:lnTo>
                    <a:lnTo>
                      <a:pt x="471" y="1382"/>
                    </a:lnTo>
                    <a:lnTo>
                      <a:pt x="519" y="1403"/>
                    </a:lnTo>
                    <a:lnTo>
                      <a:pt x="569" y="1428"/>
                    </a:lnTo>
                    <a:lnTo>
                      <a:pt x="621" y="1455"/>
                    </a:lnTo>
                    <a:lnTo>
                      <a:pt x="646" y="1469"/>
                    </a:lnTo>
                    <a:lnTo>
                      <a:pt x="670" y="1484"/>
                    </a:lnTo>
                    <a:lnTo>
                      <a:pt x="695" y="1500"/>
                    </a:lnTo>
                    <a:lnTo>
                      <a:pt x="717" y="1517"/>
                    </a:lnTo>
                    <a:lnTo>
                      <a:pt x="737" y="1533"/>
                    </a:lnTo>
                    <a:lnTo>
                      <a:pt x="756" y="1549"/>
                    </a:lnTo>
                    <a:lnTo>
                      <a:pt x="772" y="1567"/>
                    </a:lnTo>
                    <a:lnTo>
                      <a:pt x="787" y="1585"/>
                    </a:lnTo>
                    <a:lnTo>
                      <a:pt x="787" y="1585"/>
                    </a:lnTo>
                    <a:lnTo>
                      <a:pt x="809" y="1617"/>
                    </a:lnTo>
                    <a:lnTo>
                      <a:pt x="839" y="1664"/>
                    </a:lnTo>
                    <a:lnTo>
                      <a:pt x="914" y="1782"/>
                    </a:lnTo>
                    <a:lnTo>
                      <a:pt x="1132" y="1782"/>
                    </a:lnTo>
                    <a:lnTo>
                      <a:pt x="1424" y="1587"/>
                    </a:lnTo>
                    <a:close/>
                  </a:path>
                </a:pathLst>
              </a:custGeom>
              <a:solidFill>
                <a:srgbClr val="BD9079"/>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2" name="Freeform 60"/>
              <p:cNvSpPr>
                <a:spLocks/>
              </p:cNvSpPr>
              <p:nvPr/>
            </p:nvSpPr>
            <p:spPr bwMode="auto">
              <a:xfrm rot="1800000">
                <a:off x="2364382" y="3203650"/>
                <a:ext cx="92494" cy="151034"/>
              </a:xfrm>
              <a:custGeom>
                <a:avLst/>
                <a:gdLst/>
                <a:ahLst/>
                <a:cxnLst>
                  <a:cxn ang="0">
                    <a:pos x="0" y="0"/>
                  </a:cxn>
                  <a:cxn ang="0">
                    <a:pos x="0" y="0"/>
                  </a:cxn>
                  <a:cxn ang="0">
                    <a:pos x="23" y="41"/>
                  </a:cxn>
                  <a:cxn ang="0">
                    <a:pos x="55" y="105"/>
                  </a:cxn>
                  <a:cxn ang="0">
                    <a:pos x="113" y="221"/>
                  </a:cxn>
                  <a:cxn ang="0">
                    <a:pos x="113" y="221"/>
                  </a:cxn>
                  <a:cxn ang="0">
                    <a:pos x="117" y="227"/>
                  </a:cxn>
                  <a:cxn ang="0">
                    <a:pos x="122" y="234"/>
                  </a:cxn>
                  <a:cxn ang="0">
                    <a:pos x="132" y="245"/>
                  </a:cxn>
                  <a:cxn ang="0">
                    <a:pos x="143" y="253"/>
                  </a:cxn>
                  <a:cxn ang="0">
                    <a:pos x="151" y="257"/>
                  </a:cxn>
                  <a:cxn ang="0">
                    <a:pos x="156" y="257"/>
                  </a:cxn>
                  <a:cxn ang="0">
                    <a:pos x="159" y="257"/>
                  </a:cxn>
                  <a:cxn ang="0">
                    <a:pos x="159" y="256"/>
                  </a:cxn>
                  <a:cxn ang="0">
                    <a:pos x="159" y="253"/>
                  </a:cxn>
                  <a:cxn ang="0">
                    <a:pos x="158" y="250"/>
                  </a:cxn>
                  <a:cxn ang="0">
                    <a:pos x="149" y="242"/>
                  </a:cxn>
                  <a:cxn ang="0">
                    <a:pos x="149" y="242"/>
                  </a:cxn>
                  <a:cxn ang="0">
                    <a:pos x="143" y="237"/>
                  </a:cxn>
                  <a:cxn ang="0">
                    <a:pos x="137" y="227"/>
                  </a:cxn>
                  <a:cxn ang="0">
                    <a:pos x="122" y="206"/>
                  </a:cxn>
                  <a:cxn ang="0">
                    <a:pos x="104" y="177"/>
                  </a:cxn>
                  <a:cxn ang="0">
                    <a:pos x="87" y="144"/>
                  </a:cxn>
                  <a:cxn ang="0">
                    <a:pos x="45" y="71"/>
                  </a:cxn>
                  <a:cxn ang="0">
                    <a:pos x="23" y="34"/>
                  </a:cxn>
                  <a:cxn ang="0">
                    <a:pos x="0" y="0"/>
                  </a:cxn>
                  <a:cxn ang="0">
                    <a:pos x="0" y="0"/>
                  </a:cxn>
                </a:cxnLst>
                <a:rect l="0" t="0" r="r" b="b"/>
                <a:pathLst>
                  <a:path w="159" h="257">
                    <a:moveTo>
                      <a:pt x="0" y="0"/>
                    </a:moveTo>
                    <a:lnTo>
                      <a:pt x="0" y="0"/>
                    </a:lnTo>
                    <a:lnTo>
                      <a:pt x="23" y="41"/>
                    </a:lnTo>
                    <a:lnTo>
                      <a:pt x="55" y="105"/>
                    </a:lnTo>
                    <a:lnTo>
                      <a:pt x="113" y="221"/>
                    </a:lnTo>
                    <a:lnTo>
                      <a:pt x="113" y="221"/>
                    </a:lnTo>
                    <a:lnTo>
                      <a:pt x="117" y="227"/>
                    </a:lnTo>
                    <a:lnTo>
                      <a:pt x="122" y="234"/>
                    </a:lnTo>
                    <a:lnTo>
                      <a:pt x="132" y="245"/>
                    </a:lnTo>
                    <a:lnTo>
                      <a:pt x="143" y="253"/>
                    </a:lnTo>
                    <a:lnTo>
                      <a:pt x="151" y="257"/>
                    </a:lnTo>
                    <a:lnTo>
                      <a:pt x="156" y="257"/>
                    </a:lnTo>
                    <a:lnTo>
                      <a:pt x="159" y="257"/>
                    </a:lnTo>
                    <a:lnTo>
                      <a:pt x="159" y="256"/>
                    </a:lnTo>
                    <a:lnTo>
                      <a:pt x="159" y="253"/>
                    </a:lnTo>
                    <a:lnTo>
                      <a:pt x="158" y="250"/>
                    </a:lnTo>
                    <a:lnTo>
                      <a:pt x="149" y="242"/>
                    </a:lnTo>
                    <a:lnTo>
                      <a:pt x="149" y="242"/>
                    </a:lnTo>
                    <a:lnTo>
                      <a:pt x="143" y="237"/>
                    </a:lnTo>
                    <a:lnTo>
                      <a:pt x="137" y="227"/>
                    </a:lnTo>
                    <a:lnTo>
                      <a:pt x="122" y="206"/>
                    </a:lnTo>
                    <a:lnTo>
                      <a:pt x="104" y="177"/>
                    </a:lnTo>
                    <a:lnTo>
                      <a:pt x="87" y="144"/>
                    </a:lnTo>
                    <a:lnTo>
                      <a:pt x="45" y="71"/>
                    </a:lnTo>
                    <a:lnTo>
                      <a:pt x="23" y="34"/>
                    </a:lnTo>
                    <a:lnTo>
                      <a:pt x="0" y="0"/>
                    </a:lnTo>
                    <a:lnTo>
                      <a:pt x="0" y="0"/>
                    </a:lnTo>
                    <a:close/>
                  </a:path>
                </a:pathLst>
              </a:custGeom>
              <a:solidFill>
                <a:srgbClr val="8C6A5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3" name="Freeform 61"/>
              <p:cNvSpPr>
                <a:spLocks/>
              </p:cNvSpPr>
              <p:nvPr/>
            </p:nvSpPr>
            <p:spPr bwMode="auto">
              <a:xfrm rot="1800000">
                <a:off x="2466190" y="3271270"/>
                <a:ext cx="91323" cy="112397"/>
              </a:xfrm>
              <a:custGeom>
                <a:avLst/>
                <a:gdLst/>
                <a:ahLst/>
                <a:cxnLst>
                  <a:cxn ang="0">
                    <a:pos x="0" y="0"/>
                  </a:cxn>
                  <a:cxn ang="0">
                    <a:pos x="0" y="0"/>
                  </a:cxn>
                  <a:cxn ang="0">
                    <a:pos x="23" y="42"/>
                  </a:cxn>
                  <a:cxn ang="0">
                    <a:pos x="39" y="69"/>
                  </a:cxn>
                  <a:cxn ang="0">
                    <a:pos x="56" y="97"/>
                  </a:cxn>
                  <a:cxn ang="0">
                    <a:pos x="75" y="124"/>
                  </a:cxn>
                  <a:cxn ang="0">
                    <a:pos x="94" y="148"/>
                  </a:cxn>
                  <a:cxn ang="0">
                    <a:pos x="103" y="159"/>
                  </a:cxn>
                  <a:cxn ang="0">
                    <a:pos x="113" y="169"/>
                  </a:cxn>
                  <a:cxn ang="0">
                    <a:pos x="122" y="176"/>
                  </a:cxn>
                  <a:cxn ang="0">
                    <a:pos x="130" y="182"/>
                  </a:cxn>
                  <a:cxn ang="0">
                    <a:pos x="130" y="182"/>
                  </a:cxn>
                  <a:cxn ang="0">
                    <a:pos x="144" y="188"/>
                  </a:cxn>
                  <a:cxn ang="0">
                    <a:pos x="152" y="191"/>
                  </a:cxn>
                  <a:cxn ang="0">
                    <a:pos x="155" y="191"/>
                  </a:cxn>
                  <a:cxn ang="0">
                    <a:pos x="156" y="188"/>
                  </a:cxn>
                  <a:cxn ang="0">
                    <a:pos x="155" y="187"/>
                  </a:cxn>
                  <a:cxn ang="0">
                    <a:pos x="154" y="182"/>
                  </a:cxn>
                  <a:cxn ang="0">
                    <a:pos x="148" y="173"/>
                  </a:cxn>
                  <a:cxn ang="0">
                    <a:pos x="139" y="162"/>
                  </a:cxn>
                  <a:cxn ang="0">
                    <a:pos x="111" y="132"/>
                  </a:cxn>
                  <a:cxn ang="0">
                    <a:pos x="111" y="132"/>
                  </a:cxn>
                  <a:cxn ang="0">
                    <a:pos x="83" y="102"/>
                  </a:cxn>
                  <a:cxn ang="0">
                    <a:pos x="58" y="73"/>
                  </a:cxn>
                  <a:cxn ang="0">
                    <a:pos x="0" y="0"/>
                  </a:cxn>
                  <a:cxn ang="0">
                    <a:pos x="0" y="0"/>
                  </a:cxn>
                </a:cxnLst>
                <a:rect l="0" t="0" r="r" b="b"/>
                <a:pathLst>
                  <a:path w="156" h="191">
                    <a:moveTo>
                      <a:pt x="0" y="0"/>
                    </a:moveTo>
                    <a:lnTo>
                      <a:pt x="0" y="0"/>
                    </a:lnTo>
                    <a:lnTo>
                      <a:pt x="23" y="42"/>
                    </a:lnTo>
                    <a:lnTo>
                      <a:pt x="39" y="69"/>
                    </a:lnTo>
                    <a:lnTo>
                      <a:pt x="56" y="97"/>
                    </a:lnTo>
                    <a:lnTo>
                      <a:pt x="75" y="124"/>
                    </a:lnTo>
                    <a:lnTo>
                      <a:pt x="94" y="148"/>
                    </a:lnTo>
                    <a:lnTo>
                      <a:pt x="103" y="159"/>
                    </a:lnTo>
                    <a:lnTo>
                      <a:pt x="113" y="169"/>
                    </a:lnTo>
                    <a:lnTo>
                      <a:pt x="122" y="176"/>
                    </a:lnTo>
                    <a:lnTo>
                      <a:pt x="130" y="182"/>
                    </a:lnTo>
                    <a:lnTo>
                      <a:pt x="130" y="182"/>
                    </a:lnTo>
                    <a:lnTo>
                      <a:pt x="144" y="188"/>
                    </a:lnTo>
                    <a:lnTo>
                      <a:pt x="152" y="191"/>
                    </a:lnTo>
                    <a:lnTo>
                      <a:pt x="155" y="191"/>
                    </a:lnTo>
                    <a:lnTo>
                      <a:pt x="156" y="188"/>
                    </a:lnTo>
                    <a:lnTo>
                      <a:pt x="155" y="187"/>
                    </a:lnTo>
                    <a:lnTo>
                      <a:pt x="154" y="182"/>
                    </a:lnTo>
                    <a:lnTo>
                      <a:pt x="148" y="173"/>
                    </a:lnTo>
                    <a:lnTo>
                      <a:pt x="139" y="162"/>
                    </a:lnTo>
                    <a:lnTo>
                      <a:pt x="111" y="132"/>
                    </a:lnTo>
                    <a:lnTo>
                      <a:pt x="111" y="132"/>
                    </a:lnTo>
                    <a:lnTo>
                      <a:pt x="83" y="102"/>
                    </a:lnTo>
                    <a:lnTo>
                      <a:pt x="58" y="73"/>
                    </a:lnTo>
                    <a:lnTo>
                      <a:pt x="0" y="0"/>
                    </a:lnTo>
                    <a:lnTo>
                      <a:pt x="0" y="0"/>
                    </a:lnTo>
                    <a:close/>
                  </a:path>
                </a:pathLst>
              </a:custGeom>
              <a:solidFill>
                <a:srgbClr val="8C6A5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4" name="Freeform 62"/>
              <p:cNvSpPr>
                <a:spLocks/>
              </p:cNvSpPr>
              <p:nvPr/>
            </p:nvSpPr>
            <p:spPr bwMode="auto">
              <a:xfrm rot="1800000">
                <a:off x="2578482" y="3350942"/>
                <a:ext cx="97177" cy="90152"/>
              </a:xfrm>
              <a:custGeom>
                <a:avLst/>
                <a:gdLst/>
                <a:ahLst/>
                <a:cxnLst>
                  <a:cxn ang="0">
                    <a:pos x="0" y="0"/>
                  </a:cxn>
                  <a:cxn ang="0">
                    <a:pos x="0" y="0"/>
                  </a:cxn>
                  <a:cxn ang="0">
                    <a:pos x="12" y="21"/>
                  </a:cxn>
                  <a:cxn ang="0">
                    <a:pos x="26" y="45"/>
                  </a:cxn>
                  <a:cxn ang="0">
                    <a:pos x="42" y="69"/>
                  </a:cxn>
                  <a:cxn ang="0">
                    <a:pos x="61" y="94"/>
                  </a:cxn>
                  <a:cxn ang="0">
                    <a:pos x="81" y="115"/>
                  </a:cxn>
                  <a:cxn ang="0">
                    <a:pos x="90" y="125"/>
                  </a:cxn>
                  <a:cxn ang="0">
                    <a:pos x="101" y="133"/>
                  </a:cxn>
                  <a:cxn ang="0">
                    <a:pos x="112" y="140"/>
                  </a:cxn>
                  <a:cxn ang="0">
                    <a:pos x="121" y="147"/>
                  </a:cxn>
                  <a:cxn ang="0">
                    <a:pos x="132" y="150"/>
                  </a:cxn>
                  <a:cxn ang="0">
                    <a:pos x="143" y="152"/>
                  </a:cxn>
                  <a:cxn ang="0">
                    <a:pos x="143" y="152"/>
                  </a:cxn>
                  <a:cxn ang="0">
                    <a:pos x="160" y="152"/>
                  </a:cxn>
                  <a:cxn ang="0">
                    <a:pos x="164" y="151"/>
                  </a:cxn>
                  <a:cxn ang="0">
                    <a:pos x="166" y="150"/>
                  </a:cxn>
                  <a:cxn ang="0">
                    <a:pos x="168" y="148"/>
                  </a:cxn>
                  <a:cxn ang="0">
                    <a:pos x="166" y="145"/>
                  </a:cxn>
                  <a:cxn ang="0">
                    <a:pos x="161" y="140"/>
                  </a:cxn>
                  <a:cxn ang="0">
                    <a:pos x="151" y="133"/>
                  </a:cxn>
                  <a:cxn ang="0">
                    <a:pos x="140" y="126"/>
                  </a:cxn>
                  <a:cxn ang="0">
                    <a:pos x="119" y="114"/>
                  </a:cxn>
                  <a:cxn ang="0">
                    <a:pos x="119" y="114"/>
                  </a:cxn>
                  <a:cxn ang="0">
                    <a:pos x="98" y="99"/>
                  </a:cxn>
                  <a:cxn ang="0">
                    <a:pos x="86" y="90"/>
                  </a:cxn>
                  <a:cxn ang="0">
                    <a:pos x="72" y="77"/>
                  </a:cxn>
                  <a:cxn ang="0">
                    <a:pos x="57" y="64"/>
                  </a:cxn>
                  <a:cxn ang="0">
                    <a:pos x="40" y="46"/>
                  </a:cxn>
                  <a:cxn ang="0">
                    <a:pos x="22" y="24"/>
                  </a:cxn>
                  <a:cxn ang="0">
                    <a:pos x="0" y="0"/>
                  </a:cxn>
                  <a:cxn ang="0">
                    <a:pos x="0" y="0"/>
                  </a:cxn>
                </a:cxnLst>
                <a:rect l="0" t="0" r="r" b="b"/>
                <a:pathLst>
                  <a:path w="168" h="152">
                    <a:moveTo>
                      <a:pt x="0" y="0"/>
                    </a:moveTo>
                    <a:lnTo>
                      <a:pt x="0" y="0"/>
                    </a:lnTo>
                    <a:lnTo>
                      <a:pt x="12" y="21"/>
                    </a:lnTo>
                    <a:lnTo>
                      <a:pt x="26" y="45"/>
                    </a:lnTo>
                    <a:lnTo>
                      <a:pt x="42" y="69"/>
                    </a:lnTo>
                    <a:lnTo>
                      <a:pt x="61" y="94"/>
                    </a:lnTo>
                    <a:lnTo>
                      <a:pt x="81" y="115"/>
                    </a:lnTo>
                    <a:lnTo>
                      <a:pt x="90" y="125"/>
                    </a:lnTo>
                    <a:lnTo>
                      <a:pt x="101" y="133"/>
                    </a:lnTo>
                    <a:lnTo>
                      <a:pt x="112" y="140"/>
                    </a:lnTo>
                    <a:lnTo>
                      <a:pt x="121" y="147"/>
                    </a:lnTo>
                    <a:lnTo>
                      <a:pt x="132" y="150"/>
                    </a:lnTo>
                    <a:lnTo>
                      <a:pt x="143" y="152"/>
                    </a:lnTo>
                    <a:lnTo>
                      <a:pt x="143" y="152"/>
                    </a:lnTo>
                    <a:lnTo>
                      <a:pt x="160" y="152"/>
                    </a:lnTo>
                    <a:lnTo>
                      <a:pt x="164" y="151"/>
                    </a:lnTo>
                    <a:lnTo>
                      <a:pt x="166" y="150"/>
                    </a:lnTo>
                    <a:lnTo>
                      <a:pt x="168" y="148"/>
                    </a:lnTo>
                    <a:lnTo>
                      <a:pt x="166" y="145"/>
                    </a:lnTo>
                    <a:lnTo>
                      <a:pt x="161" y="140"/>
                    </a:lnTo>
                    <a:lnTo>
                      <a:pt x="151" y="133"/>
                    </a:lnTo>
                    <a:lnTo>
                      <a:pt x="140" y="126"/>
                    </a:lnTo>
                    <a:lnTo>
                      <a:pt x="119" y="114"/>
                    </a:lnTo>
                    <a:lnTo>
                      <a:pt x="119" y="114"/>
                    </a:lnTo>
                    <a:lnTo>
                      <a:pt x="98" y="99"/>
                    </a:lnTo>
                    <a:lnTo>
                      <a:pt x="86" y="90"/>
                    </a:lnTo>
                    <a:lnTo>
                      <a:pt x="72" y="77"/>
                    </a:lnTo>
                    <a:lnTo>
                      <a:pt x="57" y="64"/>
                    </a:lnTo>
                    <a:lnTo>
                      <a:pt x="40" y="46"/>
                    </a:lnTo>
                    <a:lnTo>
                      <a:pt x="22" y="24"/>
                    </a:lnTo>
                    <a:lnTo>
                      <a:pt x="0" y="0"/>
                    </a:lnTo>
                    <a:lnTo>
                      <a:pt x="0" y="0"/>
                    </a:lnTo>
                    <a:close/>
                  </a:path>
                </a:pathLst>
              </a:custGeom>
              <a:solidFill>
                <a:srgbClr val="8C6A5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5" name="Freeform 63"/>
              <p:cNvSpPr>
                <a:spLocks/>
              </p:cNvSpPr>
              <p:nvPr/>
            </p:nvSpPr>
            <p:spPr bwMode="auto">
              <a:xfrm rot="1800000">
                <a:off x="2342758" y="2894409"/>
                <a:ext cx="60882" cy="67907"/>
              </a:xfrm>
              <a:custGeom>
                <a:avLst/>
                <a:gdLst/>
                <a:ahLst/>
                <a:cxnLst>
                  <a:cxn ang="0">
                    <a:pos x="34" y="6"/>
                  </a:cxn>
                  <a:cxn ang="0">
                    <a:pos x="34" y="6"/>
                  </a:cxn>
                  <a:cxn ang="0">
                    <a:pos x="26" y="10"/>
                  </a:cxn>
                  <a:cxn ang="0">
                    <a:pos x="18" y="14"/>
                  </a:cxn>
                  <a:cxn ang="0">
                    <a:pos x="11" y="21"/>
                  </a:cxn>
                  <a:cxn ang="0">
                    <a:pos x="6" y="26"/>
                  </a:cxn>
                  <a:cxn ang="0">
                    <a:pos x="2" y="34"/>
                  </a:cxn>
                  <a:cxn ang="0">
                    <a:pos x="0" y="42"/>
                  </a:cxn>
                  <a:cxn ang="0">
                    <a:pos x="0" y="52"/>
                  </a:cxn>
                  <a:cxn ang="0">
                    <a:pos x="4" y="61"/>
                  </a:cxn>
                  <a:cxn ang="0">
                    <a:pos x="4" y="61"/>
                  </a:cxn>
                  <a:cxn ang="0">
                    <a:pos x="10" y="72"/>
                  </a:cxn>
                  <a:cxn ang="0">
                    <a:pos x="18" y="83"/>
                  </a:cxn>
                  <a:cxn ang="0">
                    <a:pos x="26" y="94"/>
                  </a:cxn>
                  <a:cxn ang="0">
                    <a:pos x="36" y="102"/>
                  </a:cxn>
                  <a:cxn ang="0">
                    <a:pos x="45" y="111"/>
                  </a:cxn>
                  <a:cxn ang="0">
                    <a:pos x="56" y="115"/>
                  </a:cxn>
                  <a:cxn ang="0">
                    <a:pos x="62" y="116"/>
                  </a:cxn>
                  <a:cxn ang="0">
                    <a:pos x="68" y="116"/>
                  </a:cxn>
                  <a:cxn ang="0">
                    <a:pos x="74" y="116"/>
                  </a:cxn>
                  <a:cxn ang="0">
                    <a:pos x="79" y="115"/>
                  </a:cxn>
                  <a:cxn ang="0">
                    <a:pos x="79" y="115"/>
                  </a:cxn>
                  <a:cxn ang="0">
                    <a:pos x="89" y="109"/>
                  </a:cxn>
                  <a:cxn ang="0">
                    <a:pos x="96" y="102"/>
                  </a:cxn>
                  <a:cxn ang="0">
                    <a:pos x="101" y="94"/>
                  </a:cxn>
                  <a:cxn ang="0">
                    <a:pos x="104" y="85"/>
                  </a:cxn>
                  <a:cxn ang="0">
                    <a:pos x="105" y="74"/>
                  </a:cxn>
                  <a:cxn ang="0">
                    <a:pos x="102" y="63"/>
                  </a:cxn>
                  <a:cxn ang="0">
                    <a:pos x="98" y="51"/>
                  </a:cxn>
                  <a:cxn ang="0">
                    <a:pos x="93" y="37"/>
                  </a:cxn>
                  <a:cxn ang="0">
                    <a:pos x="93" y="37"/>
                  </a:cxn>
                  <a:cxn ang="0">
                    <a:pos x="85" y="26"/>
                  </a:cxn>
                  <a:cxn ang="0">
                    <a:pos x="78" y="16"/>
                  </a:cxn>
                  <a:cxn ang="0">
                    <a:pos x="71" y="8"/>
                  </a:cxn>
                  <a:cxn ang="0">
                    <a:pos x="66" y="4"/>
                  </a:cxn>
                  <a:cxn ang="0">
                    <a:pos x="57" y="2"/>
                  </a:cxn>
                  <a:cxn ang="0">
                    <a:pos x="51" y="0"/>
                  </a:cxn>
                  <a:cxn ang="0">
                    <a:pos x="42" y="2"/>
                  </a:cxn>
                  <a:cxn ang="0">
                    <a:pos x="34" y="6"/>
                  </a:cxn>
                  <a:cxn ang="0">
                    <a:pos x="34" y="6"/>
                  </a:cxn>
                </a:cxnLst>
                <a:rect l="0" t="0" r="r" b="b"/>
                <a:pathLst>
                  <a:path w="105" h="116">
                    <a:moveTo>
                      <a:pt x="34" y="6"/>
                    </a:moveTo>
                    <a:lnTo>
                      <a:pt x="34" y="6"/>
                    </a:lnTo>
                    <a:lnTo>
                      <a:pt x="26" y="10"/>
                    </a:lnTo>
                    <a:lnTo>
                      <a:pt x="18" y="14"/>
                    </a:lnTo>
                    <a:lnTo>
                      <a:pt x="11" y="21"/>
                    </a:lnTo>
                    <a:lnTo>
                      <a:pt x="6" y="26"/>
                    </a:lnTo>
                    <a:lnTo>
                      <a:pt x="2" y="34"/>
                    </a:lnTo>
                    <a:lnTo>
                      <a:pt x="0" y="42"/>
                    </a:lnTo>
                    <a:lnTo>
                      <a:pt x="0" y="52"/>
                    </a:lnTo>
                    <a:lnTo>
                      <a:pt x="4" y="61"/>
                    </a:lnTo>
                    <a:lnTo>
                      <a:pt x="4" y="61"/>
                    </a:lnTo>
                    <a:lnTo>
                      <a:pt x="10" y="72"/>
                    </a:lnTo>
                    <a:lnTo>
                      <a:pt x="18" y="83"/>
                    </a:lnTo>
                    <a:lnTo>
                      <a:pt x="26" y="94"/>
                    </a:lnTo>
                    <a:lnTo>
                      <a:pt x="36" y="102"/>
                    </a:lnTo>
                    <a:lnTo>
                      <a:pt x="45" y="111"/>
                    </a:lnTo>
                    <a:lnTo>
                      <a:pt x="56" y="115"/>
                    </a:lnTo>
                    <a:lnTo>
                      <a:pt x="62" y="116"/>
                    </a:lnTo>
                    <a:lnTo>
                      <a:pt x="68" y="116"/>
                    </a:lnTo>
                    <a:lnTo>
                      <a:pt x="74" y="116"/>
                    </a:lnTo>
                    <a:lnTo>
                      <a:pt x="79" y="115"/>
                    </a:lnTo>
                    <a:lnTo>
                      <a:pt x="79" y="115"/>
                    </a:lnTo>
                    <a:lnTo>
                      <a:pt x="89" y="109"/>
                    </a:lnTo>
                    <a:lnTo>
                      <a:pt x="96" y="102"/>
                    </a:lnTo>
                    <a:lnTo>
                      <a:pt x="101" y="94"/>
                    </a:lnTo>
                    <a:lnTo>
                      <a:pt x="104" y="85"/>
                    </a:lnTo>
                    <a:lnTo>
                      <a:pt x="105" y="74"/>
                    </a:lnTo>
                    <a:lnTo>
                      <a:pt x="102" y="63"/>
                    </a:lnTo>
                    <a:lnTo>
                      <a:pt x="98" y="51"/>
                    </a:lnTo>
                    <a:lnTo>
                      <a:pt x="93" y="37"/>
                    </a:lnTo>
                    <a:lnTo>
                      <a:pt x="93" y="37"/>
                    </a:lnTo>
                    <a:lnTo>
                      <a:pt x="85" y="26"/>
                    </a:lnTo>
                    <a:lnTo>
                      <a:pt x="78" y="16"/>
                    </a:lnTo>
                    <a:lnTo>
                      <a:pt x="71" y="8"/>
                    </a:lnTo>
                    <a:lnTo>
                      <a:pt x="66" y="4"/>
                    </a:lnTo>
                    <a:lnTo>
                      <a:pt x="57" y="2"/>
                    </a:lnTo>
                    <a:lnTo>
                      <a:pt x="51" y="0"/>
                    </a:lnTo>
                    <a:lnTo>
                      <a:pt x="42" y="2"/>
                    </a:lnTo>
                    <a:lnTo>
                      <a:pt x="34" y="6"/>
                    </a:lnTo>
                    <a:lnTo>
                      <a:pt x="34" y="6"/>
                    </a:lnTo>
                    <a:close/>
                  </a:path>
                </a:pathLst>
              </a:custGeom>
              <a:solidFill>
                <a:srgbClr val="DBBCAD"/>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6" name="Freeform 64"/>
              <p:cNvSpPr>
                <a:spLocks/>
              </p:cNvSpPr>
              <p:nvPr/>
            </p:nvSpPr>
            <p:spPr bwMode="auto">
              <a:xfrm rot="1800000">
                <a:off x="2322323" y="3036316"/>
                <a:ext cx="73761" cy="101860"/>
              </a:xfrm>
              <a:custGeom>
                <a:avLst/>
                <a:gdLst/>
                <a:ahLst/>
                <a:cxnLst>
                  <a:cxn ang="0">
                    <a:pos x="27" y="3"/>
                  </a:cxn>
                  <a:cxn ang="0">
                    <a:pos x="27" y="3"/>
                  </a:cxn>
                  <a:cxn ang="0">
                    <a:pos x="21" y="7"/>
                  </a:cxn>
                  <a:cxn ang="0">
                    <a:pos x="16" y="11"/>
                  </a:cxn>
                  <a:cxn ang="0">
                    <a:pos x="12" y="15"/>
                  </a:cxn>
                  <a:cxn ang="0">
                    <a:pos x="8" y="22"/>
                  </a:cxn>
                  <a:cxn ang="0">
                    <a:pos x="3" y="34"/>
                  </a:cxn>
                  <a:cxn ang="0">
                    <a:pos x="0" y="48"/>
                  </a:cxn>
                  <a:cxn ang="0">
                    <a:pos x="0" y="64"/>
                  </a:cxn>
                  <a:cxn ang="0">
                    <a:pos x="1" y="81"/>
                  </a:cxn>
                  <a:cxn ang="0">
                    <a:pos x="6" y="97"/>
                  </a:cxn>
                  <a:cxn ang="0">
                    <a:pos x="11" y="113"/>
                  </a:cxn>
                  <a:cxn ang="0">
                    <a:pos x="18" y="128"/>
                  </a:cxn>
                  <a:cxn ang="0">
                    <a:pos x="26" y="142"/>
                  </a:cxn>
                  <a:cxn ang="0">
                    <a:pos x="36" y="154"/>
                  </a:cxn>
                  <a:cxn ang="0">
                    <a:pos x="46" y="164"/>
                  </a:cxn>
                  <a:cxn ang="0">
                    <a:pos x="59" y="171"/>
                  </a:cxn>
                  <a:cxn ang="0">
                    <a:pos x="66" y="173"/>
                  </a:cxn>
                  <a:cxn ang="0">
                    <a:pos x="71" y="175"/>
                  </a:cxn>
                  <a:cxn ang="0">
                    <a:pos x="78" y="175"/>
                  </a:cxn>
                  <a:cxn ang="0">
                    <a:pos x="85" y="175"/>
                  </a:cxn>
                  <a:cxn ang="0">
                    <a:pos x="91" y="173"/>
                  </a:cxn>
                  <a:cxn ang="0">
                    <a:pos x="98" y="171"/>
                  </a:cxn>
                  <a:cxn ang="0">
                    <a:pos x="98" y="171"/>
                  </a:cxn>
                  <a:cxn ang="0">
                    <a:pos x="104" y="166"/>
                  </a:cxn>
                  <a:cxn ang="0">
                    <a:pos x="109" y="162"/>
                  </a:cxn>
                  <a:cxn ang="0">
                    <a:pos x="115" y="157"/>
                  </a:cxn>
                  <a:cxn ang="0">
                    <a:pos x="119" y="151"/>
                  </a:cxn>
                  <a:cxn ang="0">
                    <a:pos x="121" y="146"/>
                  </a:cxn>
                  <a:cxn ang="0">
                    <a:pos x="123" y="139"/>
                  </a:cxn>
                  <a:cxn ang="0">
                    <a:pos x="125" y="124"/>
                  </a:cxn>
                  <a:cxn ang="0">
                    <a:pos x="125" y="109"/>
                  </a:cxn>
                  <a:cxn ang="0">
                    <a:pos x="123" y="94"/>
                  </a:cxn>
                  <a:cxn ang="0">
                    <a:pos x="117" y="78"/>
                  </a:cxn>
                  <a:cxn ang="0">
                    <a:pos x="110" y="63"/>
                  </a:cxn>
                  <a:cxn ang="0">
                    <a:pos x="102" y="48"/>
                  </a:cxn>
                  <a:cxn ang="0">
                    <a:pos x="93" y="34"/>
                  </a:cxn>
                  <a:cxn ang="0">
                    <a:pos x="83" y="22"/>
                  </a:cxn>
                  <a:cxn ang="0">
                    <a:pos x="72" y="12"/>
                  </a:cxn>
                  <a:cxn ang="0">
                    <a:pos x="60" y="4"/>
                  </a:cxn>
                  <a:cxn ang="0">
                    <a:pos x="49" y="0"/>
                  </a:cxn>
                  <a:cxn ang="0">
                    <a:pos x="44" y="0"/>
                  </a:cxn>
                  <a:cxn ang="0">
                    <a:pos x="38" y="0"/>
                  </a:cxn>
                  <a:cxn ang="0">
                    <a:pos x="33" y="2"/>
                  </a:cxn>
                  <a:cxn ang="0">
                    <a:pos x="27" y="3"/>
                  </a:cxn>
                  <a:cxn ang="0">
                    <a:pos x="27" y="3"/>
                  </a:cxn>
                </a:cxnLst>
                <a:rect l="0" t="0" r="r" b="b"/>
                <a:pathLst>
                  <a:path w="125" h="175">
                    <a:moveTo>
                      <a:pt x="27" y="3"/>
                    </a:moveTo>
                    <a:lnTo>
                      <a:pt x="27" y="3"/>
                    </a:lnTo>
                    <a:lnTo>
                      <a:pt x="21" y="7"/>
                    </a:lnTo>
                    <a:lnTo>
                      <a:pt x="16" y="11"/>
                    </a:lnTo>
                    <a:lnTo>
                      <a:pt x="12" y="15"/>
                    </a:lnTo>
                    <a:lnTo>
                      <a:pt x="8" y="22"/>
                    </a:lnTo>
                    <a:lnTo>
                      <a:pt x="3" y="34"/>
                    </a:lnTo>
                    <a:lnTo>
                      <a:pt x="0" y="48"/>
                    </a:lnTo>
                    <a:lnTo>
                      <a:pt x="0" y="64"/>
                    </a:lnTo>
                    <a:lnTo>
                      <a:pt x="1" y="81"/>
                    </a:lnTo>
                    <a:lnTo>
                      <a:pt x="6" y="97"/>
                    </a:lnTo>
                    <a:lnTo>
                      <a:pt x="11" y="113"/>
                    </a:lnTo>
                    <a:lnTo>
                      <a:pt x="18" y="128"/>
                    </a:lnTo>
                    <a:lnTo>
                      <a:pt x="26" y="142"/>
                    </a:lnTo>
                    <a:lnTo>
                      <a:pt x="36" y="154"/>
                    </a:lnTo>
                    <a:lnTo>
                      <a:pt x="46" y="164"/>
                    </a:lnTo>
                    <a:lnTo>
                      <a:pt x="59" y="171"/>
                    </a:lnTo>
                    <a:lnTo>
                      <a:pt x="66" y="173"/>
                    </a:lnTo>
                    <a:lnTo>
                      <a:pt x="71" y="175"/>
                    </a:lnTo>
                    <a:lnTo>
                      <a:pt x="78" y="175"/>
                    </a:lnTo>
                    <a:lnTo>
                      <a:pt x="85" y="175"/>
                    </a:lnTo>
                    <a:lnTo>
                      <a:pt x="91" y="173"/>
                    </a:lnTo>
                    <a:lnTo>
                      <a:pt x="98" y="171"/>
                    </a:lnTo>
                    <a:lnTo>
                      <a:pt x="98" y="171"/>
                    </a:lnTo>
                    <a:lnTo>
                      <a:pt x="104" y="166"/>
                    </a:lnTo>
                    <a:lnTo>
                      <a:pt x="109" y="162"/>
                    </a:lnTo>
                    <a:lnTo>
                      <a:pt x="115" y="157"/>
                    </a:lnTo>
                    <a:lnTo>
                      <a:pt x="119" y="151"/>
                    </a:lnTo>
                    <a:lnTo>
                      <a:pt x="121" y="146"/>
                    </a:lnTo>
                    <a:lnTo>
                      <a:pt x="123" y="139"/>
                    </a:lnTo>
                    <a:lnTo>
                      <a:pt x="125" y="124"/>
                    </a:lnTo>
                    <a:lnTo>
                      <a:pt x="125" y="109"/>
                    </a:lnTo>
                    <a:lnTo>
                      <a:pt x="123" y="94"/>
                    </a:lnTo>
                    <a:lnTo>
                      <a:pt x="117" y="78"/>
                    </a:lnTo>
                    <a:lnTo>
                      <a:pt x="110" y="63"/>
                    </a:lnTo>
                    <a:lnTo>
                      <a:pt x="102" y="48"/>
                    </a:lnTo>
                    <a:lnTo>
                      <a:pt x="93" y="34"/>
                    </a:lnTo>
                    <a:lnTo>
                      <a:pt x="83" y="22"/>
                    </a:lnTo>
                    <a:lnTo>
                      <a:pt x="72" y="12"/>
                    </a:lnTo>
                    <a:lnTo>
                      <a:pt x="60" y="4"/>
                    </a:lnTo>
                    <a:lnTo>
                      <a:pt x="49" y="0"/>
                    </a:lnTo>
                    <a:lnTo>
                      <a:pt x="44" y="0"/>
                    </a:lnTo>
                    <a:lnTo>
                      <a:pt x="38" y="0"/>
                    </a:lnTo>
                    <a:lnTo>
                      <a:pt x="33" y="2"/>
                    </a:lnTo>
                    <a:lnTo>
                      <a:pt x="27" y="3"/>
                    </a:lnTo>
                    <a:lnTo>
                      <a:pt x="27" y="3"/>
                    </a:lnTo>
                    <a:close/>
                  </a:path>
                </a:pathLst>
              </a:custGeom>
              <a:solidFill>
                <a:srgbClr val="C99E8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7" name="Freeform 65"/>
              <p:cNvSpPr>
                <a:spLocks/>
              </p:cNvSpPr>
              <p:nvPr/>
            </p:nvSpPr>
            <p:spPr bwMode="auto">
              <a:xfrm rot="1800000">
                <a:off x="2220239" y="3249078"/>
                <a:ext cx="18733" cy="62052"/>
              </a:xfrm>
              <a:custGeom>
                <a:avLst/>
                <a:gdLst/>
                <a:ahLst/>
                <a:cxnLst>
                  <a:cxn ang="0">
                    <a:pos x="19" y="0"/>
                  </a:cxn>
                  <a:cxn ang="0">
                    <a:pos x="19" y="0"/>
                  </a:cxn>
                  <a:cxn ang="0">
                    <a:pos x="13" y="6"/>
                  </a:cxn>
                  <a:cxn ang="0">
                    <a:pos x="9" y="14"/>
                  </a:cxn>
                  <a:cxn ang="0">
                    <a:pos x="6" y="24"/>
                  </a:cxn>
                  <a:cxn ang="0">
                    <a:pos x="4" y="36"/>
                  </a:cxn>
                  <a:cxn ang="0">
                    <a:pos x="1" y="66"/>
                  </a:cxn>
                  <a:cxn ang="0">
                    <a:pos x="0" y="105"/>
                  </a:cxn>
                  <a:cxn ang="0">
                    <a:pos x="0" y="105"/>
                  </a:cxn>
                  <a:cxn ang="0">
                    <a:pos x="0" y="107"/>
                  </a:cxn>
                  <a:cxn ang="0">
                    <a:pos x="0" y="107"/>
                  </a:cxn>
                  <a:cxn ang="0">
                    <a:pos x="6" y="101"/>
                  </a:cxn>
                  <a:cxn ang="0">
                    <a:pos x="13" y="96"/>
                  </a:cxn>
                  <a:cxn ang="0">
                    <a:pos x="19" y="89"/>
                  </a:cxn>
                  <a:cxn ang="0">
                    <a:pos x="23" y="81"/>
                  </a:cxn>
                  <a:cxn ang="0">
                    <a:pos x="25" y="73"/>
                  </a:cxn>
                  <a:cxn ang="0">
                    <a:pos x="27" y="64"/>
                  </a:cxn>
                  <a:cxn ang="0">
                    <a:pos x="30" y="47"/>
                  </a:cxn>
                  <a:cxn ang="0">
                    <a:pos x="30" y="47"/>
                  </a:cxn>
                  <a:cxn ang="0">
                    <a:pos x="31" y="32"/>
                  </a:cxn>
                  <a:cxn ang="0">
                    <a:pos x="30" y="19"/>
                  </a:cxn>
                  <a:cxn ang="0">
                    <a:pos x="28" y="14"/>
                  </a:cxn>
                  <a:cxn ang="0">
                    <a:pos x="25" y="9"/>
                  </a:cxn>
                  <a:cxn ang="0">
                    <a:pos x="23" y="5"/>
                  </a:cxn>
                  <a:cxn ang="0">
                    <a:pos x="19" y="0"/>
                  </a:cxn>
                  <a:cxn ang="0">
                    <a:pos x="19" y="0"/>
                  </a:cxn>
                </a:cxnLst>
                <a:rect l="0" t="0" r="r" b="b"/>
                <a:pathLst>
                  <a:path w="31" h="107">
                    <a:moveTo>
                      <a:pt x="19" y="0"/>
                    </a:moveTo>
                    <a:lnTo>
                      <a:pt x="19" y="0"/>
                    </a:lnTo>
                    <a:lnTo>
                      <a:pt x="13" y="6"/>
                    </a:lnTo>
                    <a:lnTo>
                      <a:pt x="9" y="14"/>
                    </a:lnTo>
                    <a:lnTo>
                      <a:pt x="6" y="24"/>
                    </a:lnTo>
                    <a:lnTo>
                      <a:pt x="4" y="36"/>
                    </a:lnTo>
                    <a:lnTo>
                      <a:pt x="1" y="66"/>
                    </a:lnTo>
                    <a:lnTo>
                      <a:pt x="0" y="105"/>
                    </a:lnTo>
                    <a:lnTo>
                      <a:pt x="0" y="105"/>
                    </a:lnTo>
                    <a:lnTo>
                      <a:pt x="0" y="107"/>
                    </a:lnTo>
                    <a:lnTo>
                      <a:pt x="0" y="107"/>
                    </a:lnTo>
                    <a:lnTo>
                      <a:pt x="6" y="101"/>
                    </a:lnTo>
                    <a:lnTo>
                      <a:pt x="13" y="96"/>
                    </a:lnTo>
                    <a:lnTo>
                      <a:pt x="19" y="89"/>
                    </a:lnTo>
                    <a:lnTo>
                      <a:pt x="23" y="81"/>
                    </a:lnTo>
                    <a:lnTo>
                      <a:pt x="25" y="73"/>
                    </a:lnTo>
                    <a:lnTo>
                      <a:pt x="27" y="64"/>
                    </a:lnTo>
                    <a:lnTo>
                      <a:pt x="30" y="47"/>
                    </a:lnTo>
                    <a:lnTo>
                      <a:pt x="30" y="47"/>
                    </a:lnTo>
                    <a:lnTo>
                      <a:pt x="31" y="32"/>
                    </a:lnTo>
                    <a:lnTo>
                      <a:pt x="30" y="19"/>
                    </a:lnTo>
                    <a:lnTo>
                      <a:pt x="28" y="14"/>
                    </a:lnTo>
                    <a:lnTo>
                      <a:pt x="25" y="9"/>
                    </a:lnTo>
                    <a:lnTo>
                      <a:pt x="23" y="5"/>
                    </a:lnTo>
                    <a:lnTo>
                      <a:pt x="19" y="0"/>
                    </a:lnTo>
                    <a:lnTo>
                      <a:pt x="19" y="0"/>
                    </a:lnTo>
                    <a:close/>
                  </a:path>
                </a:pathLst>
              </a:custGeom>
              <a:solidFill>
                <a:srgbClr val="DBBCAD"/>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8" name="Freeform 66"/>
              <p:cNvSpPr>
                <a:spLocks noEditPoints="1"/>
              </p:cNvSpPr>
              <p:nvPr/>
            </p:nvSpPr>
            <p:spPr bwMode="auto">
              <a:xfrm rot="1800000">
                <a:off x="2309907" y="3154254"/>
                <a:ext cx="72590" cy="63223"/>
              </a:xfrm>
              <a:custGeom>
                <a:avLst/>
                <a:gdLst/>
                <a:ahLst/>
                <a:cxnLst>
                  <a:cxn ang="0">
                    <a:pos x="23" y="106"/>
                  </a:cxn>
                  <a:cxn ang="0">
                    <a:pos x="23" y="106"/>
                  </a:cxn>
                  <a:cxn ang="0">
                    <a:pos x="39" y="104"/>
                  </a:cxn>
                  <a:cxn ang="0">
                    <a:pos x="54" y="101"/>
                  </a:cxn>
                  <a:cxn ang="0">
                    <a:pos x="68" y="97"/>
                  </a:cxn>
                  <a:cxn ang="0">
                    <a:pos x="82" y="91"/>
                  </a:cxn>
                  <a:cxn ang="0">
                    <a:pos x="94" y="84"/>
                  </a:cxn>
                  <a:cxn ang="0">
                    <a:pos x="105" y="78"/>
                  </a:cxn>
                  <a:cxn ang="0">
                    <a:pos x="114" y="69"/>
                  </a:cxn>
                  <a:cxn ang="0">
                    <a:pos x="124" y="61"/>
                  </a:cxn>
                  <a:cxn ang="0">
                    <a:pos x="124" y="61"/>
                  </a:cxn>
                  <a:cxn ang="0">
                    <a:pos x="73" y="86"/>
                  </a:cxn>
                  <a:cxn ang="0">
                    <a:pos x="48" y="97"/>
                  </a:cxn>
                  <a:cxn ang="0">
                    <a:pos x="23" y="106"/>
                  </a:cxn>
                  <a:cxn ang="0">
                    <a:pos x="23" y="106"/>
                  </a:cxn>
                  <a:cxn ang="0">
                    <a:pos x="97" y="0"/>
                  </a:cxn>
                  <a:cxn ang="0">
                    <a:pos x="97" y="0"/>
                  </a:cxn>
                  <a:cxn ang="0">
                    <a:pos x="86" y="0"/>
                  </a:cxn>
                  <a:cxn ang="0">
                    <a:pos x="73" y="3"/>
                  </a:cxn>
                  <a:cxn ang="0">
                    <a:pos x="60" y="8"/>
                  </a:cxn>
                  <a:cxn ang="0">
                    <a:pos x="45" y="16"/>
                  </a:cxn>
                  <a:cxn ang="0">
                    <a:pos x="31" y="26"/>
                  </a:cxn>
                  <a:cxn ang="0">
                    <a:pos x="19" y="37"/>
                  </a:cxn>
                  <a:cxn ang="0">
                    <a:pos x="8" y="48"/>
                  </a:cxn>
                  <a:cxn ang="0">
                    <a:pos x="0" y="61"/>
                  </a:cxn>
                  <a:cxn ang="0">
                    <a:pos x="0" y="61"/>
                  </a:cxn>
                  <a:cxn ang="0">
                    <a:pos x="23" y="42"/>
                  </a:cxn>
                  <a:cxn ang="0">
                    <a:pos x="52" y="24"/>
                  </a:cxn>
                  <a:cxn ang="0">
                    <a:pos x="78" y="9"/>
                  </a:cxn>
                  <a:cxn ang="0">
                    <a:pos x="88" y="4"/>
                  </a:cxn>
                  <a:cxn ang="0">
                    <a:pos x="97" y="0"/>
                  </a:cxn>
                  <a:cxn ang="0">
                    <a:pos x="97" y="0"/>
                  </a:cxn>
                </a:cxnLst>
                <a:rect l="0" t="0" r="r" b="b"/>
                <a:pathLst>
                  <a:path w="124" h="106">
                    <a:moveTo>
                      <a:pt x="23" y="106"/>
                    </a:moveTo>
                    <a:lnTo>
                      <a:pt x="23" y="106"/>
                    </a:lnTo>
                    <a:lnTo>
                      <a:pt x="39" y="104"/>
                    </a:lnTo>
                    <a:lnTo>
                      <a:pt x="54" y="101"/>
                    </a:lnTo>
                    <a:lnTo>
                      <a:pt x="68" y="97"/>
                    </a:lnTo>
                    <a:lnTo>
                      <a:pt x="82" y="91"/>
                    </a:lnTo>
                    <a:lnTo>
                      <a:pt x="94" y="84"/>
                    </a:lnTo>
                    <a:lnTo>
                      <a:pt x="105" y="78"/>
                    </a:lnTo>
                    <a:lnTo>
                      <a:pt x="114" y="69"/>
                    </a:lnTo>
                    <a:lnTo>
                      <a:pt x="124" y="61"/>
                    </a:lnTo>
                    <a:lnTo>
                      <a:pt x="124" y="61"/>
                    </a:lnTo>
                    <a:lnTo>
                      <a:pt x="73" y="86"/>
                    </a:lnTo>
                    <a:lnTo>
                      <a:pt x="48" y="97"/>
                    </a:lnTo>
                    <a:lnTo>
                      <a:pt x="23" y="106"/>
                    </a:lnTo>
                    <a:lnTo>
                      <a:pt x="23" y="106"/>
                    </a:lnTo>
                    <a:close/>
                    <a:moveTo>
                      <a:pt x="97" y="0"/>
                    </a:moveTo>
                    <a:lnTo>
                      <a:pt x="97" y="0"/>
                    </a:lnTo>
                    <a:lnTo>
                      <a:pt x="86" y="0"/>
                    </a:lnTo>
                    <a:lnTo>
                      <a:pt x="73" y="3"/>
                    </a:lnTo>
                    <a:lnTo>
                      <a:pt x="60" y="8"/>
                    </a:lnTo>
                    <a:lnTo>
                      <a:pt x="45" y="16"/>
                    </a:lnTo>
                    <a:lnTo>
                      <a:pt x="31" y="26"/>
                    </a:lnTo>
                    <a:lnTo>
                      <a:pt x="19" y="37"/>
                    </a:lnTo>
                    <a:lnTo>
                      <a:pt x="8" y="48"/>
                    </a:lnTo>
                    <a:lnTo>
                      <a:pt x="0" y="61"/>
                    </a:lnTo>
                    <a:lnTo>
                      <a:pt x="0" y="61"/>
                    </a:lnTo>
                    <a:lnTo>
                      <a:pt x="23" y="42"/>
                    </a:lnTo>
                    <a:lnTo>
                      <a:pt x="52" y="24"/>
                    </a:lnTo>
                    <a:lnTo>
                      <a:pt x="78" y="9"/>
                    </a:lnTo>
                    <a:lnTo>
                      <a:pt x="88" y="4"/>
                    </a:lnTo>
                    <a:lnTo>
                      <a:pt x="97" y="0"/>
                    </a:lnTo>
                    <a:lnTo>
                      <a:pt x="97" y="0"/>
                    </a:lnTo>
                    <a:close/>
                  </a:path>
                </a:pathLst>
              </a:custGeom>
              <a:solidFill>
                <a:srgbClr val="8C6A5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9" name="Freeform 67"/>
              <p:cNvSpPr>
                <a:spLocks/>
              </p:cNvSpPr>
              <p:nvPr/>
            </p:nvSpPr>
            <p:spPr bwMode="auto">
              <a:xfrm rot="1800000">
                <a:off x="2335637" y="2971136"/>
                <a:ext cx="60882" cy="46832"/>
              </a:xfrm>
              <a:custGeom>
                <a:avLst/>
                <a:gdLst/>
                <a:ahLst/>
                <a:cxnLst>
                  <a:cxn ang="0">
                    <a:pos x="39" y="9"/>
                  </a:cxn>
                  <a:cxn ang="0">
                    <a:pos x="39" y="9"/>
                  </a:cxn>
                  <a:cxn ang="0">
                    <a:pos x="28" y="15"/>
                  </a:cxn>
                  <a:cxn ang="0">
                    <a:pos x="19" y="22"/>
                  </a:cxn>
                  <a:cxn ang="0">
                    <a:pos x="10" y="30"/>
                  </a:cxn>
                  <a:cxn ang="0">
                    <a:pos x="5" y="37"/>
                  </a:cxn>
                  <a:cxn ang="0">
                    <a:pos x="2" y="45"/>
                  </a:cxn>
                  <a:cxn ang="0">
                    <a:pos x="0" y="52"/>
                  </a:cxn>
                  <a:cxn ang="0">
                    <a:pos x="0" y="59"/>
                  </a:cxn>
                  <a:cxn ang="0">
                    <a:pos x="1" y="66"/>
                  </a:cxn>
                  <a:cxn ang="0">
                    <a:pos x="4" y="71"/>
                  </a:cxn>
                  <a:cxn ang="0">
                    <a:pos x="8" y="75"/>
                  </a:cxn>
                  <a:cxn ang="0">
                    <a:pos x="15" y="78"/>
                  </a:cxn>
                  <a:cxn ang="0">
                    <a:pos x="21" y="81"/>
                  </a:cxn>
                  <a:cxn ang="0">
                    <a:pos x="31" y="81"/>
                  </a:cxn>
                  <a:cxn ang="0">
                    <a:pos x="42" y="79"/>
                  </a:cxn>
                  <a:cxn ang="0">
                    <a:pos x="53" y="75"/>
                  </a:cxn>
                  <a:cxn ang="0">
                    <a:pos x="66" y="70"/>
                  </a:cxn>
                  <a:cxn ang="0">
                    <a:pos x="66" y="70"/>
                  </a:cxn>
                  <a:cxn ang="0">
                    <a:pos x="79" y="63"/>
                  </a:cxn>
                  <a:cxn ang="0">
                    <a:pos x="88" y="56"/>
                  </a:cxn>
                  <a:cxn ang="0">
                    <a:pos x="95" y="48"/>
                  </a:cxn>
                  <a:cxn ang="0">
                    <a:pos x="100" y="41"/>
                  </a:cxn>
                  <a:cxn ang="0">
                    <a:pos x="103" y="34"/>
                  </a:cxn>
                  <a:cxn ang="0">
                    <a:pos x="104" y="28"/>
                  </a:cxn>
                  <a:cxn ang="0">
                    <a:pos x="103" y="21"/>
                  </a:cxn>
                  <a:cxn ang="0">
                    <a:pos x="102" y="15"/>
                  </a:cxn>
                  <a:cxn ang="0">
                    <a:pos x="98" y="10"/>
                  </a:cxn>
                  <a:cxn ang="0">
                    <a:pos x="92" y="6"/>
                  </a:cxn>
                  <a:cxn ang="0">
                    <a:pos x="85" y="3"/>
                  </a:cxn>
                  <a:cxn ang="0">
                    <a:pos x="77" y="2"/>
                  </a:cxn>
                  <a:cxn ang="0">
                    <a:pos x="69" y="0"/>
                  </a:cxn>
                  <a:cxn ang="0">
                    <a:pos x="59" y="2"/>
                  </a:cxn>
                  <a:cxn ang="0">
                    <a:pos x="50" y="5"/>
                  </a:cxn>
                  <a:cxn ang="0">
                    <a:pos x="39" y="9"/>
                  </a:cxn>
                  <a:cxn ang="0">
                    <a:pos x="39" y="9"/>
                  </a:cxn>
                </a:cxnLst>
                <a:rect l="0" t="0" r="r" b="b"/>
                <a:pathLst>
                  <a:path w="104" h="81">
                    <a:moveTo>
                      <a:pt x="39" y="9"/>
                    </a:moveTo>
                    <a:lnTo>
                      <a:pt x="39" y="9"/>
                    </a:lnTo>
                    <a:lnTo>
                      <a:pt x="28" y="15"/>
                    </a:lnTo>
                    <a:lnTo>
                      <a:pt x="19" y="22"/>
                    </a:lnTo>
                    <a:lnTo>
                      <a:pt x="10" y="30"/>
                    </a:lnTo>
                    <a:lnTo>
                      <a:pt x="5" y="37"/>
                    </a:lnTo>
                    <a:lnTo>
                      <a:pt x="2" y="45"/>
                    </a:lnTo>
                    <a:lnTo>
                      <a:pt x="0" y="52"/>
                    </a:lnTo>
                    <a:lnTo>
                      <a:pt x="0" y="59"/>
                    </a:lnTo>
                    <a:lnTo>
                      <a:pt x="1" y="66"/>
                    </a:lnTo>
                    <a:lnTo>
                      <a:pt x="4" y="71"/>
                    </a:lnTo>
                    <a:lnTo>
                      <a:pt x="8" y="75"/>
                    </a:lnTo>
                    <a:lnTo>
                      <a:pt x="15" y="78"/>
                    </a:lnTo>
                    <a:lnTo>
                      <a:pt x="21" y="81"/>
                    </a:lnTo>
                    <a:lnTo>
                      <a:pt x="31" y="81"/>
                    </a:lnTo>
                    <a:lnTo>
                      <a:pt x="42" y="79"/>
                    </a:lnTo>
                    <a:lnTo>
                      <a:pt x="53" y="75"/>
                    </a:lnTo>
                    <a:lnTo>
                      <a:pt x="66" y="70"/>
                    </a:lnTo>
                    <a:lnTo>
                      <a:pt x="66" y="70"/>
                    </a:lnTo>
                    <a:lnTo>
                      <a:pt x="79" y="63"/>
                    </a:lnTo>
                    <a:lnTo>
                      <a:pt x="88" y="56"/>
                    </a:lnTo>
                    <a:lnTo>
                      <a:pt x="95" y="48"/>
                    </a:lnTo>
                    <a:lnTo>
                      <a:pt x="100" y="41"/>
                    </a:lnTo>
                    <a:lnTo>
                      <a:pt x="103" y="34"/>
                    </a:lnTo>
                    <a:lnTo>
                      <a:pt x="104" y="28"/>
                    </a:lnTo>
                    <a:lnTo>
                      <a:pt x="103" y="21"/>
                    </a:lnTo>
                    <a:lnTo>
                      <a:pt x="102" y="15"/>
                    </a:lnTo>
                    <a:lnTo>
                      <a:pt x="98" y="10"/>
                    </a:lnTo>
                    <a:lnTo>
                      <a:pt x="92" y="6"/>
                    </a:lnTo>
                    <a:lnTo>
                      <a:pt x="85" y="3"/>
                    </a:lnTo>
                    <a:lnTo>
                      <a:pt x="77" y="2"/>
                    </a:lnTo>
                    <a:lnTo>
                      <a:pt x="69" y="0"/>
                    </a:lnTo>
                    <a:lnTo>
                      <a:pt x="59" y="2"/>
                    </a:lnTo>
                    <a:lnTo>
                      <a:pt x="50" y="5"/>
                    </a:lnTo>
                    <a:lnTo>
                      <a:pt x="39" y="9"/>
                    </a:lnTo>
                    <a:lnTo>
                      <a:pt x="39" y="9"/>
                    </a:lnTo>
                    <a:close/>
                  </a:path>
                </a:pathLst>
              </a:custGeom>
              <a:solidFill>
                <a:srgbClr val="C99E8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0" name="Freeform 68"/>
              <p:cNvSpPr>
                <a:spLocks/>
              </p:cNvSpPr>
              <p:nvPr/>
            </p:nvSpPr>
            <p:spPr bwMode="auto">
              <a:xfrm rot="1800000">
                <a:off x="2405481" y="3220047"/>
                <a:ext cx="165084" cy="187329"/>
              </a:xfrm>
              <a:custGeom>
                <a:avLst/>
                <a:gdLst/>
                <a:ahLst/>
                <a:cxnLst>
                  <a:cxn ang="0">
                    <a:pos x="8" y="5"/>
                  </a:cxn>
                  <a:cxn ang="0">
                    <a:pos x="8" y="5"/>
                  </a:cxn>
                  <a:cxn ang="0">
                    <a:pos x="5" y="7"/>
                  </a:cxn>
                  <a:cxn ang="0">
                    <a:pos x="2" y="10"/>
                  </a:cxn>
                  <a:cxn ang="0">
                    <a:pos x="0" y="17"/>
                  </a:cxn>
                  <a:cxn ang="0">
                    <a:pos x="0" y="25"/>
                  </a:cxn>
                  <a:cxn ang="0">
                    <a:pos x="1" y="36"/>
                  </a:cxn>
                  <a:cxn ang="0">
                    <a:pos x="4" y="48"/>
                  </a:cxn>
                  <a:cxn ang="0">
                    <a:pos x="7" y="62"/>
                  </a:cxn>
                  <a:cxn ang="0">
                    <a:pos x="17" y="92"/>
                  </a:cxn>
                  <a:cxn ang="0">
                    <a:pos x="31" y="124"/>
                  </a:cxn>
                  <a:cxn ang="0">
                    <a:pos x="46" y="157"/>
                  </a:cxn>
                  <a:cxn ang="0">
                    <a:pos x="73" y="217"/>
                  </a:cxn>
                  <a:cxn ang="0">
                    <a:pos x="73" y="217"/>
                  </a:cxn>
                  <a:cxn ang="0">
                    <a:pos x="76" y="224"/>
                  </a:cxn>
                  <a:cxn ang="0">
                    <a:pos x="81" y="231"/>
                  </a:cxn>
                  <a:cxn ang="0">
                    <a:pos x="92" y="243"/>
                  </a:cxn>
                  <a:cxn ang="0">
                    <a:pos x="107" y="255"/>
                  </a:cxn>
                  <a:cxn ang="0">
                    <a:pos x="124" y="268"/>
                  </a:cxn>
                  <a:cxn ang="0">
                    <a:pos x="143" y="278"/>
                  </a:cxn>
                  <a:cxn ang="0">
                    <a:pos x="163" y="289"/>
                  </a:cxn>
                  <a:cxn ang="0">
                    <a:pos x="184" y="297"/>
                  </a:cxn>
                  <a:cxn ang="0">
                    <a:pos x="203" y="306"/>
                  </a:cxn>
                  <a:cxn ang="0">
                    <a:pos x="222" y="312"/>
                  </a:cxn>
                  <a:cxn ang="0">
                    <a:pos x="239" y="317"/>
                  </a:cxn>
                  <a:cxn ang="0">
                    <a:pos x="254" y="319"/>
                  </a:cxn>
                  <a:cxn ang="0">
                    <a:pos x="267" y="321"/>
                  </a:cxn>
                  <a:cxn ang="0">
                    <a:pos x="276" y="321"/>
                  </a:cxn>
                  <a:cxn ang="0">
                    <a:pos x="279" y="319"/>
                  </a:cxn>
                  <a:cxn ang="0">
                    <a:pos x="280" y="318"/>
                  </a:cxn>
                  <a:cxn ang="0">
                    <a:pos x="282" y="315"/>
                  </a:cxn>
                  <a:cxn ang="0">
                    <a:pos x="280" y="312"/>
                  </a:cxn>
                  <a:cxn ang="0">
                    <a:pos x="275" y="304"/>
                  </a:cxn>
                  <a:cxn ang="0">
                    <a:pos x="275" y="304"/>
                  </a:cxn>
                  <a:cxn ang="0">
                    <a:pos x="257" y="284"/>
                  </a:cxn>
                  <a:cxn ang="0">
                    <a:pos x="241" y="262"/>
                  </a:cxn>
                  <a:cxn ang="0">
                    <a:pos x="208" y="216"/>
                  </a:cxn>
                  <a:cxn ang="0">
                    <a:pos x="178" y="171"/>
                  </a:cxn>
                  <a:cxn ang="0">
                    <a:pos x="163" y="150"/>
                  </a:cxn>
                  <a:cxn ang="0">
                    <a:pos x="148" y="133"/>
                  </a:cxn>
                  <a:cxn ang="0">
                    <a:pos x="148" y="133"/>
                  </a:cxn>
                  <a:cxn ang="0">
                    <a:pos x="133" y="114"/>
                  </a:cxn>
                  <a:cxn ang="0">
                    <a:pos x="117" y="92"/>
                  </a:cxn>
                  <a:cxn ang="0">
                    <a:pos x="101" y="66"/>
                  </a:cxn>
                  <a:cxn ang="0">
                    <a:pos x="83" y="43"/>
                  </a:cxn>
                  <a:cxn ang="0">
                    <a:pos x="73" y="32"/>
                  </a:cxn>
                  <a:cxn ang="0">
                    <a:pos x="65" y="22"/>
                  </a:cxn>
                  <a:cxn ang="0">
                    <a:pos x="56" y="14"/>
                  </a:cxn>
                  <a:cxn ang="0">
                    <a:pos x="46" y="7"/>
                  </a:cxn>
                  <a:cxn ang="0">
                    <a:pos x="36" y="3"/>
                  </a:cxn>
                  <a:cxn ang="0">
                    <a:pos x="27" y="0"/>
                  </a:cxn>
                  <a:cxn ang="0">
                    <a:pos x="17" y="2"/>
                  </a:cxn>
                  <a:cxn ang="0">
                    <a:pos x="8" y="5"/>
                  </a:cxn>
                  <a:cxn ang="0">
                    <a:pos x="8" y="5"/>
                  </a:cxn>
                </a:cxnLst>
                <a:rect l="0" t="0" r="r" b="b"/>
                <a:pathLst>
                  <a:path w="282" h="321">
                    <a:moveTo>
                      <a:pt x="8" y="5"/>
                    </a:moveTo>
                    <a:lnTo>
                      <a:pt x="8" y="5"/>
                    </a:lnTo>
                    <a:lnTo>
                      <a:pt x="5" y="7"/>
                    </a:lnTo>
                    <a:lnTo>
                      <a:pt x="2" y="10"/>
                    </a:lnTo>
                    <a:lnTo>
                      <a:pt x="0" y="17"/>
                    </a:lnTo>
                    <a:lnTo>
                      <a:pt x="0" y="25"/>
                    </a:lnTo>
                    <a:lnTo>
                      <a:pt x="1" y="36"/>
                    </a:lnTo>
                    <a:lnTo>
                      <a:pt x="4" y="48"/>
                    </a:lnTo>
                    <a:lnTo>
                      <a:pt x="7" y="62"/>
                    </a:lnTo>
                    <a:lnTo>
                      <a:pt x="17" y="92"/>
                    </a:lnTo>
                    <a:lnTo>
                      <a:pt x="31" y="124"/>
                    </a:lnTo>
                    <a:lnTo>
                      <a:pt x="46" y="157"/>
                    </a:lnTo>
                    <a:lnTo>
                      <a:pt x="73" y="217"/>
                    </a:lnTo>
                    <a:lnTo>
                      <a:pt x="73" y="217"/>
                    </a:lnTo>
                    <a:lnTo>
                      <a:pt x="76" y="224"/>
                    </a:lnTo>
                    <a:lnTo>
                      <a:pt x="81" y="231"/>
                    </a:lnTo>
                    <a:lnTo>
                      <a:pt x="92" y="243"/>
                    </a:lnTo>
                    <a:lnTo>
                      <a:pt x="107" y="255"/>
                    </a:lnTo>
                    <a:lnTo>
                      <a:pt x="124" y="268"/>
                    </a:lnTo>
                    <a:lnTo>
                      <a:pt x="143" y="278"/>
                    </a:lnTo>
                    <a:lnTo>
                      <a:pt x="163" y="289"/>
                    </a:lnTo>
                    <a:lnTo>
                      <a:pt x="184" y="297"/>
                    </a:lnTo>
                    <a:lnTo>
                      <a:pt x="203" y="306"/>
                    </a:lnTo>
                    <a:lnTo>
                      <a:pt x="222" y="312"/>
                    </a:lnTo>
                    <a:lnTo>
                      <a:pt x="239" y="317"/>
                    </a:lnTo>
                    <a:lnTo>
                      <a:pt x="254" y="319"/>
                    </a:lnTo>
                    <a:lnTo>
                      <a:pt x="267" y="321"/>
                    </a:lnTo>
                    <a:lnTo>
                      <a:pt x="276" y="321"/>
                    </a:lnTo>
                    <a:lnTo>
                      <a:pt x="279" y="319"/>
                    </a:lnTo>
                    <a:lnTo>
                      <a:pt x="280" y="318"/>
                    </a:lnTo>
                    <a:lnTo>
                      <a:pt x="282" y="315"/>
                    </a:lnTo>
                    <a:lnTo>
                      <a:pt x="280" y="312"/>
                    </a:lnTo>
                    <a:lnTo>
                      <a:pt x="275" y="304"/>
                    </a:lnTo>
                    <a:lnTo>
                      <a:pt x="275" y="304"/>
                    </a:lnTo>
                    <a:lnTo>
                      <a:pt x="257" y="284"/>
                    </a:lnTo>
                    <a:lnTo>
                      <a:pt x="241" y="262"/>
                    </a:lnTo>
                    <a:lnTo>
                      <a:pt x="208" y="216"/>
                    </a:lnTo>
                    <a:lnTo>
                      <a:pt x="178" y="171"/>
                    </a:lnTo>
                    <a:lnTo>
                      <a:pt x="163" y="150"/>
                    </a:lnTo>
                    <a:lnTo>
                      <a:pt x="148" y="133"/>
                    </a:lnTo>
                    <a:lnTo>
                      <a:pt x="148" y="133"/>
                    </a:lnTo>
                    <a:lnTo>
                      <a:pt x="133" y="114"/>
                    </a:lnTo>
                    <a:lnTo>
                      <a:pt x="117" y="92"/>
                    </a:lnTo>
                    <a:lnTo>
                      <a:pt x="101" y="66"/>
                    </a:lnTo>
                    <a:lnTo>
                      <a:pt x="83" y="43"/>
                    </a:lnTo>
                    <a:lnTo>
                      <a:pt x="73" y="32"/>
                    </a:lnTo>
                    <a:lnTo>
                      <a:pt x="65" y="22"/>
                    </a:lnTo>
                    <a:lnTo>
                      <a:pt x="56" y="14"/>
                    </a:lnTo>
                    <a:lnTo>
                      <a:pt x="46" y="7"/>
                    </a:lnTo>
                    <a:lnTo>
                      <a:pt x="36" y="3"/>
                    </a:lnTo>
                    <a:lnTo>
                      <a:pt x="27" y="0"/>
                    </a:lnTo>
                    <a:lnTo>
                      <a:pt x="17" y="2"/>
                    </a:lnTo>
                    <a:lnTo>
                      <a:pt x="8" y="5"/>
                    </a:lnTo>
                    <a:lnTo>
                      <a:pt x="8" y="5"/>
                    </a:lnTo>
                    <a:close/>
                  </a:path>
                </a:pathLst>
              </a:custGeom>
              <a:solidFill>
                <a:srgbClr val="C99E8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1" name="Freeform 69"/>
              <p:cNvSpPr>
                <a:spLocks/>
              </p:cNvSpPr>
              <p:nvPr/>
            </p:nvSpPr>
            <p:spPr bwMode="auto">
              <a:xfrm rot="1800000">
                <a:off x="2039448" y="3310925"/>
                <a:ext cx="751657" cy="751657"/>
              </a:xfrm>
              <a:custGeom>
                <a:avLst/>
                <a:gdLst/>
                <a:ahLst/>
                <a:cxnLst>
                  <a:cxn ang="0">
                    <a:pos x="181" y="38"/>
                  </a:cxn>
                  <a:cxn ang="0">
                    <a:pos x="218" y="2"/>
                  </a:cxn>
                  <a:cxn ang="0">
                    <a:pos x="239" y="5"/>
                  </a:cxn>
                  <a:cxn ang="0">
                    <a:pos x="256" y="30"/>
                  </a:cxn>
                  <a:cxn ang="0">
                    <a:pos x="350" y="214"/>
                  </a:cxn>
                  <a:cxn ang="0">
                    <a:pos x="402" y="271"/>
                  </a:cxn>
                  <a:cxn ang="0">
                    <a:pos x="447" y="303"/>
                  </a:cxn>
                  <a:cxn ang="0">
                    <a:pos x="472" y="298"/>
                  </a:cxn>
                  <a:cxn ang="0">
                    <a:pos x="481" y="269"/>
                  </a:cxn>
                  <a:cxn ang="0">
                    <a:pos x="512" y="238"/>
                  </a:cxn>
                  <a:cxn ang="0">
                    <a:pos x="556" y="218"/>
                  </a:cxn>
                  <a:cxn ang="0">
                    <a:pos x="600" y="218"/>
                  </a:cxn>
                  <a:cxn ang="0">
                    <a:pos x="624" y="231"/>
                  </a:cxn>
                  <a:cxn ang="0">
                    <a:pos x="646" y="230"/>
                  </a:cxn>
                  <a:cxn ang="0">
                    <a:pos x="675" y="189"/>
                  </a:cxn>
                  <a:cxn ang="0">
                    <a:pos x="699" y="169"/>
                  </a:cxn>
                  <a:cxn ang="0">
                    <a:pos x="725" y="166"/>
                  </a:cxn>
                  <a:cxn ang="0">
                    <a:pos x="784" y="188"/>
                  </a:cxn>
                  <a:cxn ang="0">
                    <a:pos x="818" y="194"/>
                  </a:cxn>
                  <a:cxn ang="0">
                    <a:pos x="845" y="174"/>
                  </a:cxn>
                  <a:cxn ang="0">
                    <a:pos x="890" y="139"/>
                  </a:cxn>
                  <a:cxn ang="0">
                    <a:pos x="916" y="137"/>
                  </a:cxn>
                  <a:cxn ang="0">
                    <a:pos x="935" y="158"/>
                  </a:cxn>
                  <a:cxn ang="0">
                    <a:pos x="970" y="265"/>
                  </a:cxn>
                  <a:cxn ang="0">
                    <a:pos x="1000" y="422"/>
                  </a:cxn>
                  <a:cxn ang="0">
                    <a:pos x="1015" y="547"/>
                  </a:cxn>
                  <a:cxn ang="0">
                    <a:pos x="1041" y="655"/>
                  </a:cxn>
                  <a:cxn ang="0">
                    <a:pos x="1097" y="760"/>
                  </a:cxn>
                  <a:cxn ang="0">
                    <a:pos x="1203" y="947"/>
                  </a:cxn>
                  <a:cxn ang="0">
                    <a:pos x="1000" y="1283"/>
                  </a:cxn>
                  <a:cxn ang="0">
                    <a:pos x="741" y="1112"/>
                  </a:cxn>
                  <a:cxn ang="0">
                    <a:pos x="670" y="1019"/>
                  </a:cxn>
                  <a:cxn ang="0">
                    <a:pos x="587" y="952"/>
                  </a:cxn>
                  <a:cxn ang="0">
                    <a:pos x="452" y="874"/>
                  </a:cxn>
                  <a:cxn ang="0">
                    <a:pos x="339" y="836"/>
                  </a:cxn>
                  <a:cxn ang="0">
                    <a:pos x="198" y="780"/>
                  </a:cxn>
                  <a:cxn ang="0">
                    <a:pos x="143" y="740"/>
                  </a:cxn>
                  <a:cxn ang="0">
                    <a:pos x="109" y="674"/>
                  </a:cxn>
                  <a:cxn ang="0">
                    <a:pos x="29" y="498"/>
                  </a:cxn>
                  <a:cxn ang="0">
                    <a:pos x="6" y="445"/>
                  </a:cxn>
                  <a:cxn ang="0">
                    <a:pos x="3" y="384"/>
                  </a:cxn>
                  <a:cxn ang="0">
                    <a:pos x="30" y="318"/>
                  </a:cxn>
                  <a:cxn ang="0">
                    <a:pos x="52" y="295"/>
                  </a:cxn>
                  <a:cxn ang="0">
                    <a:pos x="59" y="317"/>
                  </a:cxn>
                  <a:cxn ang="0">
                    <a:pos x="66" y="370"/>
                  </a:cxn>
                  <a:cxn ang="0">
                    <a:pos x="91" y="432"/>
                  </a:cxn>
                  <a:cxn ang="0">
                    <a:pos x="143" y="511"/>
                  </a:cxn>
                  <a:cxn ang="0">
                    <a:pos x="187" y="606"/>
                  </a:cxn>
                  <a:cxn ang="0">
                    <a:pos x="221" y="659"/>
                  </a:cxn>
                  <a:cxn ang="0">
                    <a:pos x="247" y="665"/>
                  </a:cxn>
                  <a:cxn ang="0">
                    <a:pos x="264" y="641"/>
                  </a:cxn>
                  <a:cxn ang="0">
                    <a:pos x="274" y="587"/>
                  </a:cxn>
                  <a:cxn ang="0">
                    <a:pos x="258" y="498"/>
                  </a:cxn>
                  <a:cxn ang="0">
                    <a:pos x="214" y="385"/>
                  </a:cxn>
                  <a:cxn ang="0">
                    <a:pos x="104" y="133"/>
                  </a:cxn>
                  <a:cxn ang="0">
                    <a:pos x="87" y="65"/>
                  </a:cxn>
                  <a:cxn ang="0">
                    <a:pos x="97" y="55"/>
                  </a:cxn>
                  <a:cxn ang="0">
                    <a:pos x="136" y="61"/>
                  </a:cxn>
                  <a:cxn ang="0">
                    <a:pos x="168" y="47"/>
                  </a:cxn>
                </a:cxnLst>
                <a:rect l="0" t="0" r="r" b="b"/>
                <a:pathLst>
                  <a:path w="1285" h="1283">
                    <a:moveTo>
                      <a:pt x="168" y="47"/>
                    </a:moveTo>
                    <a:lnTo>
                      <a:pt x="168" y="47"/>
                    </a:lnTo>
                    <a:lnTo>
                      <a:pt x="175" y="43"/>
                    </a:lnTo>
                    <a:lnTo>
                      <a:pt x="181" y="38"/>
                    </a:lnTo>
                    <a:lnTo>
                      <a:pt x="194" y="26"/>
                    </a:lnTo>
                    <a:lnTo>
                      <a:pt x="203" y="15"/>
                    </a:lnTo>
                    <a:lnTo>
                      <a:pt x="214" y="5"/>
                    </a:lnTo>
                    <a:lnTo>
                      <a:pt x="218" y="2"/>
                    </a:lnTo>
                    <a:lnTo>
                      <a:pt x="224" y="0"/>
                    </a:lnTo>
                    <a:lnTo>
                      <a:pt x="229" y="0"/>
                    </a:lnTo>
                    <a:lnTo>
                      <a:pt x="233" y="1"/>
                    </a:lnTo>
                    <a:lnTo>
                      <a:pt x="239" y="5"/>
                    </a:lnTo>
                    <a:lnTo>
                      <a:pt x="244" y="11"/>
                    </a:lnTo>
                    <a:lnTo>
                      <a:pt x="249" y="19"/>
                    </a:lnTo>
                    <a:lnTo>
                      <a:pt x="256" y="30"/>
                    </a:lnTo>
                    <a:lnTo>
                      <a:pt x="256" y="30"/>
                    </a:lnTo>
                    <a:lnTo>
                      <a:pt x="284" y="87"/>
                    </a:lnTo>
                    <a:lnTo>
                      <a:pt x="313" y="144"/>
                    </a:lnTo>
                    <a:lnTo>
                      <a:pt x="339" y="194"/>
                    </a:lnTo>
                    <a:lnTo>
                      <a:pt x="350" y="214"/>
                    </a:lnTo>
                    <a:lnTo>
                      <a:pt x="360" y="226"/>
                    </a:lnTo>
                    <a:lnTo>
                      <a:pt x="360" y="226"/>
                    </a:lnTo>
                    <a:lnTo>
                      <a:pt x="386" y="253"/>
                    </a:lnTo>
                    <a:lnTo>
                      <a:pt x="402" y="271"/>
                    </a:lnTo>
                    <a:lnTo>
                      <a:pt x="421" y="286"/>
                    </a:lnTo>
                    <a:lnTo>
                      <a:pt x="431" y="293"/>
                    </a:lnTo>
                    <a:lnTo>
                      <a:pt x="439" y="299"/>
                    </a:lnTo>
                    <a:lnTo>
                      <a:pt x="447" y="303"/>
                    </a:lnTo>
                    <a:lnTo>
                      <a:pt x="455" y="305"/>
                    </a:lnTo>
                    <a:lnTo>
                      <a:pt x="462" y="305"/>
                    </a:lnTo>
                    <a:lnTo>
                      <a:pt x="467" y="302"/>
                    </a:lnTo>
                    <a:lnTo>
                      <a:pt x="472" y="298"/>
                    </a:lnTo>
                    <a:lnTo>
                      <a:pt x="474" y="290"/>
                    </a:lnTo>
                    <a:lnTo>
                      <a:pt x="474" y="290"/>
                    </a:lnTo>
                    <a:lnTo>
                      <a:pt x="477" y="279"/>
                    </a:lnTo>
                    <a:lnTo>
                      <a:pt x="481" y="269"/>
                    </a:lnTo>
                    <a:lnTo>
                      <a:pt x="488" y="261"/>
                    </a:lnTo>
                    <a:lnTo>
                      <a:pt x="495" y="253"/>
                    </a:lnTo>
                    <a:lnTo>
                      <a:pt x="503" y="245"/>
                    </a:lnTo>
                    <a:lnTo>
                      <a:pt x="512" y="238"/>
                    </a:lnTo>
                    <a:lnTo>
                      <a:pt x="523" y="231"/>
                    </a:lnTo>
                    <a:lnTo>
                      <a:pt x="534" y="226"/>
                    </a:lnTo>
                    <a:lnTo>
                      <a:pt x="545" y="222"/>
                    </a:lnTo>
                    <a:lnTo>
                      <a:pt x="556" y="218"/>
                    </a:lnTo>
                    <a:lnTo>
                      <a:pt x="567" y="216"/>
                    </a:lnTo>
                    <a:lnTo>
                      <a:pt x="579" y="215"/>
                    </a:lnTo>
                    <a:lnTo>
                      <a:pt x="589" y="215"/>
                    </a:lnTo>
                    <a:lnTo>
                      <a:pt x="600" y="218"/>
                    </a:lnTo>
                    <a:lnTo>
                      <a:pt x="609" y="222"/>
                    </a:lnTo>
                    <a:lnTo>
                      <a:pt x="617" y="226"/>
                    </a:lnTo>
                    <a:lnTo>
                      <a:pt x="617" y="226"/>
                    </a:lnTo>
                    <a:lnTo>
                      <a:pt x="624" y="231"/>
                    </a:lnTo>
                    <a:lnTo>
                      <a:pt x="631" y="234"/>
                    </a:lnTo>
                    <a:lnTo>
                      <a:pt x="636" y="234"/>
                    </a:lnTo>
                    <a:lnTo>
                      <a:pt x="642" y="233"/>
                    </a:lnTo>
                    <a:lnTo>
                      <a:pt x="646" y="230"/>
                    </a:lnTo>
                    <a:lnTo>
                      <a:pt x="650" y="227"/>
                    </a:lnTo>
                    <a:lnTo>
                      <a:pt x="658" y="216"/>
                    </a:lnTo>
                    <a:lnTo>
                      <a:pt x="666" y="203"/>
                    </a:lnTo>
                    <a:lnTo>
                      <a:pt x="675" y="189"/>
                    </a:lnTo>
                    <a:lnTo>
                      <a:pt x="680" y="182"/>
                    </a:lnTo>
                    <a:lnTo>
                      <a:pt x="685" y="177"/>
                    </a:lnTo>
                    <a:lnTo>
                      <a:pt x="692" y="173"/>
                    </a:lnTo>
                    <a:lnTo>
                      <a:pt x="699" y="169"/>
                    </a:lnTo>
                    <a:lnTo>
                      <a:pt x="699" y="169"/>
                    </a:lnTo>
                    <a:lnTo>
                      <a:pt x="707" y="167"/>
                    </a:lnTo>
                    <a:lnTo>
                      <a:pt x="717" y="166"/>
                    </a:lnTo>
                    <a:lnTo>
                      <a:pt x="725" y="166"/>
                    </a:lnTo>
                    <a:lnTo>
                      <a:pt x="733" y="169"/>
                    </a:lnTo>
                    <a:lnTo>
                      <a:pt x="751" y="173"/>
                    </a:lnTo>
                    <a:lnTo>
                      <a:pt x="767" y="179"/>
                    </a:lnTo>
                    <a:lnTo>
                      <a:pt x="784" y="188"/>
                    </a:lnTo>
                    <a:lnTo>
                      <a:pt x="799" y="192"/>
                    </a:lnTo>
                    <a:lnTo>
                      <a:pt x="805" y="194"/>
                    </a:lnTo>
                    <a:lnTo>
                      <a:pt x="812" y="194"/>
                    </a:lnTo>
                    <a:lnTo>
                      <a:pt x="818" y="194"/>
                    </a:lnTo>
                    <a:lnTo>
                      <a:pt x="823" y="192"/>
                    </a:lnTo>
                    <a:lnTo>
                      <a:pt x="823" y="192"/>
                    </a:lnTo>
                    <a:lnTo>
                      <a:pt x="834" y="185"/>
                    </a:lnTo>
                    <a:lnTo>
                      <a:pt x="845" y="174"/>
                    </a:lnTo>
                    <a:lnTo>
                      <a:pt x="857" y="163"/>
                    </a:lnTo>
                    <a:lnTo>
                      <a:pt x="869" y="152"/>
                    </a:lnTo>
                    <a:lnTo>
                      <a:pt x="883" y="143"/>
                    </a:lnTo>
                    <a:lnTo>
                      <a:pt x="890" y="139"/>
                    </a:lnTo>
                    <a:lnTo>
                      <a:pt x="895" y="137"/>
                    </a:lnTo>
                    <a:lnTo>
                      <a:pt x="902" y="136"/>
                    </a:lnTo>
                    <a:lnTo>
                      <a:pt x="909" y="136"/>
                    </a:lnTo>
                    <a:lnTo>
                      <a:pt x="916" y="137"/>
                    </a:lnTo>
                    <a:lnTo>
                      <a:pt x="921" y="141"/>
                    </a:lnTo>
                    <a:lnTo>
                      <a:pt x="921" y="141"/>
                    </a:lnTo>
                    <a:lnTo>
                      <a:pt x="928" y="148"/>
                    </a:lnTo>
                    <a:lnTo>
                      <a:pt x="935" y="158"/>
                    </a:lnTo>
                    <a:lnTo>
                      <a:pt x="940" y="171"/>
                    </a:lnTo>
                    <a:lnTo>
                      <a:pt x="947" y="186"/>
                    </a:lnTo>
                    <a:lnTo>
                      <a:pt x="958" y="223"/>
                    </a:lnTo>
                    <a:lnTo>
                      <a:pt x="970" y="265"/>
                    </a:lnTo>
                    <a:lnTo>
                      <a:pt x="980" y="309"/>
                    </a:lnTo>
                    <a:lnTo>
                      <a:pt x="989" y="353"/>
                    </a:lnTo>
                    <a:lnTo>
                      <a:pt x="1000" y="422"/>
                    </a:lnTo>
                    <a:lnTo>
                      <a:pt x="1000" y="422"/>
                    </a:lnTo>
                    <a:lnTo>
                      <a:pt x="1004" y="449"/>
                    </a:lnTo>
                    <a:lnTo>
                      <a:pt x="1007" y="481"/>
                    </a:lnTo>
                    <a:lnTo>
                      <a:pt x="1010" y="513"/>
                    </a:lnTo>
                    <a:lnTo>
                      <a:pt x="1015" y="547"/>
                    </a:lnTo>
                    <a:lnTo>
                      <a:pt x="1021" y="583"/>
                    </a:lnTo>
                    <a:lnTo>
                      <a:pt x="1029" y="620"/>
                    </a:lnTo>
                    <a:lnTo>
                      <a:pt x="1036" y="637"/>
                    </a:lnTo>
                    <a:lnTo>
                      <a:pt x="1041" y="655"/>
                    </a:lnTo>
                    <a:lnTo>
                      <a:pt x="1049" y="673"/>
                    </a:lnTo>
                    <a:lnTo>
                      <a:pt x="1057" y="691"/>
                    </a:lnTo>
                    <a:lnTo>
                      <a:pt x="1057" y="691"/>
                    </a:lnTo>
                    <a:lnTo>
                      <a:pt x="1097" y="760"/>
                    </a:lnTo>
                    <a:lnTo>
                      <a:pt x="1136" y="828"/>
                    </a:lnTo>
                    <a:lnTo>
                      <a:pt x="1173" y="891"/>
                    </a:lnTo>
                    <a:lnTo>
                      <a:pt x="1190" y="919"/>
                    </a:lnTo>
                    <a:lnTo>
                      <a:pt x="1203" y="947"/>
                    </a:lnTo>
                    <a:lnTo>
                      <a:pt x="1203" y="947"/>
                    </a:lnTo>
                    <a:lnTo>
                      <a:pt x="1233" y="1003"/>
                    </a:lnTo>
                    <a:lnTo>
                      <a:pt x="1285" y="1092"/>
                    </a:lnTo>
                    <a:lnTo>
                      <a:pt x="1000" y="1283"/>
                    </a:lnTo>
                    <a:lnTo>
                      <a:pt x="854" y="1283"/>
                    </a:lnTo>
                    <a:lnTo>
                      <a:pt x="854" y="1283"/>
                    </a:lnTo>
                    <a:lnTo>
                      <a:pt x="794" y="1192"/>
                    </a:lnTo>
                    <a:lnTo>
                      <a:pt x="741" y="1112"/>
                    </a:lnTo>
                    <a:lnTo>
                      <a:pt x="718" y="1079"/>
                    </a:lnTo>
                    <a:lnTo>
                      <a:pt x="699" y="1052"/>
                    </a:lnTo>
                    <a:lnTo>
                      <a:pt x="683" y="1031"/>
                    </a:lnTo>
                    <a:lnTo>
                      <a:pt x="670" y="1019"/>
                    </a:lnTo>
                    <a:lnTo>
                      <a:pt x="670" y="1019"/>
                    </a:lnTo>
                    <a:lnTo>
                      <a:pt x="646" y="997"/>
                    </a:lnTo>
                    <a:lnTo>
                      <a:pt x="617" y="975"/>
                    </a:lnTo>
                    <a:lnTo>
                      <a:pt x="587" y="952"/>
                    </a:lnTo>
                    <a:lnTo>
                      <a:pt x="555" y="930"/>
                    </a:lnTo>
                    <a:lnTo>
                      <a:pt x="522" y="910"/>
                    </a:lnTo>
                    <a:lnTo>
                      <a:pt x="487" y="891"/>
                    </a:lnTo>
                    <a:lnTo>
                      <a:pt x="452" y="874"/>
                    </a:lnTo>
                    <a:lnTo>
                      <a:pt x="435" y="868"/>
                    </a:lnTo>
                    <a:lnTo>
                      <a:pt x="418" y="861"/>
                    </a:lnTo>
                    <a:lnTo>
                      <a:pt x="418" y="861"/>
                    </a:lnTo>
                    <a:lnTo>
                      <a:pt x="339" y="836"/>
                    </a:lnTo>
                    <a:lnTo>
                      <a:pt x="297" y="823"/>
                    </a:lnTo>
                    <a:lnTo>
                      <a:pt x="255" y="806"/>
                    </a:lnTo>
                    <a:lnTo>
                      <a:pt x="215" y="790"/>
                    </a:lnTo>
                    <a:lnTo>
                      <a:pt x="198" y="780"/>
                    </a:lnTo>
                    <a:lnTo>
                      <a:pt x="181" y="771"/>
                    </a:lnTo>
                    <a:lnTo>
                      <a:pt x="166" y="761"/>
                    </a:lnTo>
                    <a:lnTo>
                      <a:pt x="154" y="750"/>
                    </a:lnTo>
                    <a:lnTo>
                      <a:pt x="143" y="740"/>
                    </a:lnTo>
                    <a:lnTo>
                      <a:pt x="135" y="729"/>
                    </a:lnTo>
                    <a:lnTo>
                      <a:pt x="135" y="729"/>
                    </a:lnTo>
                    <a:lnTo>
                      <a:pt x="123" y="703"/>
                    </a:lnTo>
                    <a:lnTo>
                      <a:pt x="109" y="674"/>
                    </a:lnTo>
                    <a:lnTo>
                      <a:pt x="81" y="610"/>
                    </a:lnTo>
                    <a:lnTo>
                      <a:pt x="53" y="547"/>
                    </a:lnTo>
                    <a:lnTo>
                      <a:pt x="40" y="522"/>
                    </a:lnTo>
                    <a:lnTo>
                      <a:pt x="29" y="498"/>
                    </a:lnTo>
                    <a:lnTo>
                      <a:pt x="29" y="498"/>
                    </a:lnTo>
                    <a:lnTo>
                      <a:pt x="19" y="481"/>
                    </a:lnTo>
                    <a:lnTo>
                      <a:pt x="11" y="463"/>
                    </a:lnTo>
                    <a:lnTo>
                      <a:pt x="6" y="445"/>
                    </a:lnTo>
                    <a:lnTo>
                      <a:pt x="1" y="430"/>
                    </a:lnTo>
                    <a:lnTo>
                      <a:pt x="0" y="414"/>
                    </a:lnTo>
                    <a:lnTo>
                      <a:pt x="0" y="399"/>
                    </a:lnTo>
                    <a:lnTo>
                      <a:pt x="3" y="384"/>
                    </a:lnTo>
                    <a:lnTo>
                      <a:pt x="8" y="368"/>
                    </a:lnTo>
                    <a:lnTo>
                      <a:pt x="8" y="368"/>
                    </a:lnTo>
                    <a:lnTo>
                      <a:pt x="23" y="335"/>
                    </a:lnTo>
                    <a:lnTo>
                      <a:pt x="30" y="318"/>
                    </a:lnTo>
                    <a:lnTo>
                      <a:pt x="38" y="306"/>
                    </a:lnTo>
                    <a:lnTo>
                      <a:pt x="45" y="297"/>
                    </a:lnTo>
                    <a:lnTo>
                      <a:pt x="49" y="295"/>
                    </a:lnTo>
                    <a:lnTo>
                      <a:pt x="52" y="295"/>
                    </a:lnTo>
                    <a:lnTo>
                      <a:pt x="55" y="297"/>
                    </a:lnTo>
                    <a:lnTo>
                      <a:pt x="56" y="301"/>
                    </a:lnTo>
                    <a:lnTo>
                      <a:pt x="57" y="308"/>
                    </a:lnTo>
                    <a:lnTo>
                      <a:pt x="59" y="317"/>
                    </a:lnTo>
                    <a:lnTo>
                      <a:pt x="59" y="317"/>
                    </a:lnTo>
                    <a:lnTo>
                      <a:pt x="60" y="336"/>
                    </a:lnTo>
                    <a:lnTo>
                      <a:pt x="63" y="354"/>
                    </a:lnTo>
                    <a:lnTo>
                      <a:pt x="66" y="370"/>
                    </a:lnTo>
                    <a:lnTo>
                      <a:pt x="70" y="385"/>
                    </a:lnTo>
                    <a:lnTo>
                      <a:pt x="75" y="400"/>
                    </a:lnTo>
                    <a:lnTo>
                      <a:pt x="82" y="415"/>
                    </a:lnTo>
                    <a:lnTo>
                      <a:pt x="91" y="432"/>
                    </a:lnTo>
                    <a:lnTo>
                      <a:pt x="104" y="449"/>
                    </a:lnTo>
                    <a:lnTo>
                      <a:pt x="104" y="449"/>
                    </a:lnTo>
                    <a:lnTo>
                      <a:pt x="127" y="483"/>
                    </a:lnTo>
                    <a:lnTo>
                      <a:pt x="143" y="511"/>
                    </a:lnTo>
                    <a:lnTo>
                      <a:pt x="155" y="538"/>
                    </a:lnTo>
                    <a:lnTo>
                      <a:pt x="169" y="568"/>
                    </a:lnTo>
                    <a:lnTo>
                      <a:pt x="169" y="568"/>
                    </a:lnTo>
                    <a:lnTo>
                      <a:pt x="187" y="606"/>
                    </a:lnTo>
                    <a:lnTo>
                      <a:pt x="198" y="628"/>
                    </a:lnTo>
                    <a:lnTo>
                      <a:pt x="209" y="646"/>
                    </a:lnTo>
                    <a:lnTo>
                      <a:pt x="214" y="654"/>
                    </a:lnTo>
                    <a:lnTo>
                      <a:pt x="221" y="659"/>
                    </a:lnTo>
                    <a:lnTo>
                      <a:pt x="228" y="665"/>
                    </a:lnTo>
                    <a:lnTo>
                      <a:pt x="233" y="667"/>
                    </a:lnTo>
                    <a:lnTo>
                      <a:pt x="240" y="667"/>
                    </a:lnTo>
                    <a:lnTo>
                      <a:pt x="247" y="665"/>
                    </a:lnTo>
                    <a:lnTo>
                      <a:pt x="252" y="661"/>
                    </a:lnTo>
                    <a:lnTo>
                      <a:pt x="259" y="652"/>
                    </a:lnTo>
                    <a:lnTo>
                      <a:pt x="259" y="652"/>
                    </a:lnTo>
                    <a:lnTo>
                      <a:pt x="264" y="641"/>
                    </a:lnTo>
                    <a:lnTo>
                      <a:pt x="270" y="631"/>
                    </a:lnTo>
                    <a:lnTo>
                      <a:pt x="273" y="617"/>
                    </a:lnTo>
                    <a:lnTo>
                      <a:pt x="274" y="603"/>
                    </a:lnTo>
                    <a:lnTo>
                      <a:pt x="274" y="587"/>
                    </a:lnTo>
                    <a:lnTo>
                      <a:pt x="273" y="571"/>
                    </a:lnTo>
                    <a:lnTo>
                      <a:pt x="270" y="554"/>
                    </a:lnTo>
                    <a:lnTo>
                      <a:pt x="267" y="537"/>
                    </a:lnTo>
                    <a:lnTo>
                      <a:pt x="258" y="498"/>
                    </a:lnTo>
                    <a:lnTo>
                      <a:pt x="245" y="460"/>
                    </a:lnTo>
                    <a:lnTo>
                      <a:pt x="232" y="422"/>
                    </a:lnTo>
                    <a:lnTo>
                      <a:pt x="214" y="385"/>
                    </a:lnTo>
                    <a:lnTo>
                      <a:pt x="214" y="385"/>
                    </a:lnTo>
                    <a:lnTo>
                      <a:pt x="172" y="293"/>
                    </a:lnTo>
                    <a:lnTo>
                      <a:pt x="146" y="237"/>
                    </a:lnTo>
                    <a:lnTo>
                      <a:pt x="123" y="184"/>
                    </a:lnTo>
                    <a:lnTo>
                      <a:pt x="104" y="133"/>
                    </a:lnTo>
                    <a:lnTo>
                      <a:pt x="97" y="111"/>
                    </a:lnTo>
                    <a:lnTo>
                      <a:pt x="91" y="92"/>
                    </a:lnTo>
                    <a:lnTo>
                      <a:pt x="89" y="77"/>
                    </a:lnTo>
                    <a:lnTo>
                      <a:pt x="87" y="65"/>
                    </a:lnTo>
                    <a:lnTo>
                      <a:pt x="89" y="61"/>
                    </a:lnTo>
                    <a:lnTo>
                      <a:pt x="90" y="57"/>
                    </a:lnTo>
                    <a:lnTo>
                      <a:pt x="93" y="55"/>
                    </a:lnTo>
                    <a:lnTo>
                      <a:pt x="97" y="55"/>
                    </a:lnTo>
                    <a:lnTo>
                      <a:pt x="97" y="55"/>
                    </a:lnTo>
                    <a:lnTo>
                      <a:pt x="109" y="55"/>
                    </a:lnTo>
                    <a:lnTo>
                      <a:pt x="120" y="58"/>
                    </a:lnTo>
                    <a:lnTo>
                      <a:pt x="136" y="61"/>
                    </a:lnTo>
                    <a:lnTo>
                      <a:pt x="143" y="61"/>
                    </a:lnTo>
                    <a:lnTo>
                      <a:pt x="150" y="58"/>
                    </a:lnTo>
                    <a:lnTo>
                      <a:pt x="158" y="54"/>
                    </a:lnTo>
                    <a:lnTo>
                      <a:pt x="168" y="47"/>
                    </a:lnTo>
                    <a:lnTo>
                      <a:pt x="168" y="47"/>
                    </a:lnTo>
                    <a:close/>
                  </a:path>
                </a:pathLst>
              </a:custGeom>
              <a:solidFill>
                <a:srgbClr val="C99E8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2" name="Freeform 70"/>
              <p:cNvSpPr>
                <a:spLocks/>
              </p:cNvSpPr>
              <p:nvPr/>
            </p:nvSpPr>
            <p:spPr bwMode="auto">
              <a:xfrm rot="1800000">
                <a:off x="2501363" y="3283255"/>
                <a:ext cx="159230" cy="153375"/>
              </a:xfrm>
              <a:custGeom>
                <a:avLst/>
                <a:gdLst/>
                <a:ahLst/>
                <a:cxnLst>
                  <a:cxn ang="0">
                    <a:pos x="16" y="2"/>
                  </a:cxn>
                  <a:cxn ang="0">
                    <a:pos x="16" y="2"/>
                  </a:cxn>
                  <a:cxn ang="0">
                    <a:pos x="9" y="4"/>
                  </a:cxn>
                  <a:cxn ang="0">
                    <a:pos x="5" y="10"/>
                  </a:cxn>
                  <a:cxn ang="0">
                    <a:pos x="1" y="15"/>
                  </a:cxn>
                  <a:cxn ang="0">
                    <a:pos x="0" y="23"/>
                  </a:cxn>
                  <a:cxn ang="0">
                    <a:pos x="0" y="31"/>
                  </a:cxn>
                  <a:cxn ang="0">
                    <a:pos x="0" y="41"/>
                  </a:cxn>
                  <a:cxn ang="0">
                    <a:pos x="1" y="52"/>
                  </a:cxn>
                  <a:cxn ang="0">
                    <a:pos x="4" y="63"/>
                  </a:cxn>
                  <a:cxn ang="0">
                    <a:pos x="14" y="86"/>
                  </a:cxn>
                  <a:cxn ang="0">
                    <a:pos x="26" y="112"/>
                  </a:cxn>
                  <a:cxn ang="0">
                    <a:pos x="41" y="136"/>
                  </a:cxn>
                  <a:cxn ang="0">
                    <a:pos x="50" y="147"/>
                  </a:cxn>
                  <a:cxn ang="0">
                    <a:pos x="60" y="160"/>
                  </a:cxn>
                  <a:cxn ang="0">
                    <a:pos x="60" y="160"/>
                  </a:cxn>
                  <a:cxn ang="0">
                    <a:pos x="79" y="181"/>
                  </a:cxn>
                  <a:cxn ang="0">
                    <a:pos x="99" y="202"/>
                  </a:cxn>
                  <a:cxn ang="0">
                    <a:pos x="121" y="221"/>
                  </a:cxn>
                  <a:cxn ang="0">
                    <a:pos x="142" y="237"/>
                  </a:cxn>
                  <a:cxn ang="0">
                    <a:pos x="163" y="251"/>
                  </a:cxn>
                  <a:cxn ang="0">
                    <a:pos x="173" y="256"/>
                  </a:cxn>
                  <a:cxn ang="0">
                    <a:pos x="182" y="260"/>
                  </a:cxn>
                  <a:cxn ang="0">
                    <a:pos x="192" y="262"/>
                  </a:cxn>
                  <a:cxn ang="0">
                    <a:pos x="202" y="263"/>
                  </a:cxn>
                  <a:cxn ang="0">
                    <a:pos x="210" y="263"/>
                  </a:cxn>
                  <a:cxn ang="0">
                    <a:pos x="218" y="260"/>
                  </a:cxn>
                  <a:cxn ang="0">
                    <a:pos x="218" y="260"/>
                  </a:cxn>
                  <a:cxn ang="0">
                    <a:pos x="248" y="251"/>
                  </a:cxn>
                  <a:cxn ang="0">
                    <a:pos x="260" y="245"/>
                  </a:cxn>
                  <a:cxn ang="0">
                    <a:pos x="264" y="243"/>
                  </a:cxn>
                  <a:cxn ang="0">
                    <a:pos x="268" y="239"/>
                  </a:cxn>
                  <a:cxn ang="0">
                    <a:pos x="270" y="235"/>
                  </a:cxn>
                  <a:cxn ang="0">
                    <a:pos x="271" y="229"/>
                  </a:cxn>
                  <a:cxn ang="0">
                    <a:pos x="270" y="224"/>
                  </a:cxn>
                  <a:cxn ang="0">
                    <a:pos x="266" y="217"/>
                  </a:cxn>
                  <a:cxn ang="0">
                    <a:pos x="262" y="210"/>
                  </a:cxn>
                  <a:cxn ang="0">
                    <a:pos x="253" y="200"/>
                  </a:cxn>
                  <a:cxn ang="0">
                    <a:pos x="232" y="179"/>
                  </a:cxn>
                  <a:cxn ang="0">
                    <a:pos x="232" y="179"/>
                  </a:cxn>
                  <a:cxn ang="0">
                    <a:pos x="203" y="151"/>
                  </a:cxn>
                  <a:cxn ang="0">
                    <a:pos x="173" y="120"/>
                  </a:cxn>
                  <a:cxn ang="0">
                    <a:pos x="142" y="89"/>
                  </a:cxn>
                  <a:cxn ang="0">
                    <a:pos x="110" y="59"/>
                  </a:cxn>
                  <a:cxn ang="0">
                    <a:pos x="80" y="33"/>
                  </a:cxn>
                  <a:cxn ang="0">
                    <a:pos x="67" y="22"/>
                  </a:cxn>
                  <a:cxn ang="0">
                    <a:pos x="54" y="12"/>
                  </a:cxn>
                  <a:cxn ang="0">
                    <a:pos x="42" y="6"/>
                  </a:cxn>
                  <a:cxn ang="0">
                    <a:pos x="33" y="2"/>
                  </a:cxn>
                  <a:cxn ang="0">
                    <a:pos x="23" y="0"/>
                  </a:cxn>
                  <a:cxn ang="0">
                    <a:pos x="19" y="0"/>
                  </a:cxn>
                  <a:cxn ang="0">
                    <a:pos x="16" y="2"/>
                  </a:cxn>
                  <a:cxn ang="0">
                    <a:pos x="16" y="2"/>
                  </a:cxn>
                </a:cxnLst>
                <a:rect l="0" t="0" r="r" b="b"/>
                <a:pathLst>
                  <a:path w="271" h="263">
                    <a:moveTo>
                      <a:pt x="16" y="2"/>
                    </a:moveTo>
                    <a:lnTo>
                      <a:pt x="16" y="2"/>
                    </a:lnTo>
                    <a:lnTo>
                      <a:pt x="9" y="4"/>
                    </a:lnTo>
                    <a:lnTo>
                      <a:pt x="5" y="10"/>
                    </a:lnTo>
                    <a:lnTo>
                      <a:pt x="1" y="15"/>
                    </a:lnTo>
                    <a:lnTo>
                      <a:pt x="0" y="23"/>
                    </a:lnTo>
                    <a:lnTo>
                      <a:pt x="0" y="31"/>
                    </a:lnTo>
                    <a:lnTo>
                      <a:pt x="0" y="41"/>
                    </a:lnTo>
                    <a:lnTo>
                      <a:pt x="1" y="52"/>
                    </a:lnTo>
                    <a:lnTo>
                      <a:pt x="4" y="63"/>
                    </a:lnTo>
                    <a:lnTo>
                      <a:pt x="14" y="86"/>
                    </a:lnTo>
                    <a:lnTo>
                      <a:pt x="26" y="112"/>
                    </a:lnTo>
                    <a:lnTo>
                      <a:pt x="41" y="136"/>
                    </a:lnTo>
                    <a:lnTo>
                      <a:pt x="50" y="147"/>
                    </a:lnTo>
                    <a:lnTo>
                      <a:pt x="60" y="160"/>
                    </a:lnTo>
                    <a:lnTo>
                      <a:pt x="60" y="160"/>
                    </a:lnTo>
                    <a:lnTo>
                      <a:pt x="79" y="181"/>
                    </a:lnTo>
                    <a:lnTo>
                      <a:pt x="99" y="202"/>
                    </a:lnTo>
                    <a:lnTo>
                      <a:pt x="121" y="221"/>
                    </a:lnTo>
                    <a:lnTo>
                      <a:pt x="142" y="237"/>
                    </a:lnTo>
                    <a:lnTo>
                      <a:pt x="163" y="251"/>
                    </a:lnTo>
                    <a:lnTo>
                      <a:pt x="173" y="256"/>
                    </a:lnTo>
                    <a:lnTo>
                      <a:pt x="182" y="260"/>
                    </a:lnTo>
                    <a:lnTo>
                      <a:pt x="192" y="262"/>
                    </a:lnTo>
                    <a:lnTo>
                      <a:pt x="202" y="263"/>
                    </a:lnTo>
                    <a:lnTo>
                      <a:pt x="210" y="263"/>
                    </a:lnTo>
                    <a:lnTo>
                      <a:pt x="218" y="260"/>
                    </a:lnTo>
                    <a:lnTo>
                      <a:pt x="218" y="260"/>
                    </a:lnTo>
                    <a:lnTo>
                      <a:pt x="248" y="251"/>
                    </a:lnTo>
                    <a:lnTo>
                      <a:pt x="260" y="245"/>
                    </a:lnTo>
                    <a:lnTo>
                      <a:pt x="264" y="243"/>
                    </a:lnTo>
                    <a:lnTo>
                      <a:pt x="268" y="239"/>
                    </a:lnTo>
                    <a:lnTo>
                      <a:pt x="270" y="235"/>
                    </a:lnTo>
                    <a:lnTo>
                      <a:pt x="271" y="229"/>
                    </a:lnTo>
                    <a:lnTo>
                      <a:pt x="270" y="224"/>
                    </a:lnTo>
                    <a:lnTo>
                      <a:pt x="266" y="217"/>
                    </a:lnTo>
                    <a:lnTo>
                      <a:pt x="262" y="210"/>
                    </a:lnTo>
                    <a:lnTo>
                      <a:pt x="253" y="200"/>
                    </a:lnTo>
                    <a:lnTo>
                      <a:pt x="232" y="179"/>
                    </a:lnTo>
                    <a:lnTo>
                      <a:pt x="232" y="179"/>
                    </a:lnTo>
                    <a:lnTo>
                      <a:pt x="203" y="151"/>
                    </a:lnTo>
                    <a:lnTo>
                      <a:pt x="173" y="120"/>
                    </a:lnTo>
                    <a:lnTo>
                      <a:pt x="142" y="89"/>
                    </a:lnTo>
                    <a:lnTo>
                      <a:pt x="110" y="59"/>
                    </a:lnTo>
                    <a:lnTo>
                      <a:pt x="80" y="33"/>
                    </a:lnTo>
                    <a:lnTo>
                      <a:pt x="67" y="22"/>
                    </a:lnTo>
                    <a:lnTo>
                      <a:pt x="54" y="12"/>
                    </a:lnTo>
                    <a:lnTo>
                      <a:pt x="42" y="6"/>
                    </a:lnTo>
                    <a:lnTo>
                      <a:pt x="33" y="2"/>
                    </a:lnTo>
                    <a:lnTo>
                      <a:pt x="23" y="0"/>
                    </a:lnTo>
                    <a:lnTo>
                      <a:pt x="19" y="0"/>
                    </a:lnTo>
                    <a:lnTo>
                      <a:pt x="16" y="2"/>
                    </a:lnTo>
                    <a:lnTo>
                      <a:pt x="16" y="2"/>
                    </a:lnTo>
                    <a:close/>
                  </a:path>
                </a:pathLst>
              </a:custGeom>
              <a:solidFill>
                <a:srgbClr val="C99E8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3" name="Freeform 71"/>
              <p:cNvSpPr>
                <a:spLocks/>
              </p:cNvSpPr>
              <p:nvPr/>
            </p:nvSpPr>
            <p:spPr bwMode="auto">
              <a:xfrm rot="1800000">
                <a:off x="2617654" y="3353311"/>
                <a:ext cx="110056" cy="112397"/>
              </a:xfrm>
              <a:custGeom>
                <a:avLst/>
                <a:gdLst/>
                <a:ahLst/>
                <a:cxnLst>
                  <a:cxn ang="0">
                    <a:pos x="13" y="1"/>
                  </a:cxn>
                  <a:cxn ang="0">
                    <a:pos x="13" y="1"/>
                  </a:cxn>
                  <a:cxn ang="0">
                    <a:pos x="6" y="7"/>
                  </a:cxn>
                  <a:cxn ang="0">
                    <a:pos x="2" y="15"/>
                  </a:cxn>
                  <a:cxn ang="0">
                    <a:pos x="0" y="23"/>
                  </a:cxn>
                  <a:cxn ang="0">
                    <a:pos x="0" y="34"/>
                  </a:cxn>
                  <a:cxn ang="0">
                    <a:pos x="0" y="45"/>
                  </a:cxn>
                  <a:cxn ang="0">
                    <a:pos x="2" y="57"/>
                  </a:cxn>
                  <a:cxn ang="0">
                    <a:pos x="5" y="70"/>
                  </a:cxn>
                  <a:cxn ang="0">
                    <a:pos x="9" y="82"/>
                  </a:cxn>
                  <a:cxn ang="0">
                    <a:pos x="15" y="96"/>
                  </a:cxn>
                  <a:cxn ang="0">
                    <a:pos x="21" y="108"/>
                  </a:cxn>
                  <a:cxn ang="0">
                    <a:pos x="30" y="120"/>
                  </a:cxn>
                  <a:cxn ang="0">
                    <a:pos x="38" y="132"/>
                  </a:cxn>
                  <a:cxn ang="0">
                    <a:pos x="47" y="143"/>
                  </a:cxn>
                  <a:cxn ang="0">
                    <a:pos x="57" y="154"/>
                  </a:cxn>
                  <a:cxn ang="0">
                    <a:pos x="68" y="162"/>
                  </a:cxn>
                  <a:cxn ang="0">
                    <a:pos x="79" y="170"/>
                  </a:cxn>
                  <a:cxn ang="0">
                    <a:pos x="79" y="170"/>
                  </a:cxn>
                  <a:cxn ang="0">
                    <a:pos x="90" y="177"/>
                  </a:cxn>
                  <a:cxn ang="0">
                    <a:pos x="102" y="183"/>
                  </a:cxn>
                  <a:cxn ang="0">
                    <a:pos x="113" y="187"/>
                  </a:cxn>
                  <a:cxn ang="0">
                    <a:pos x="125" y="190"/>
                  </a:cxn>
                  <a:cxn ang="0">
                    <a:pos x="136" y="191"/>
                  </a:cxn>
                  <a:cxn ang="0">
                    <a:pos x="147" y="192"/>
                  </a:cxn>
                  <a:cxn ang="0">
                    <a:pos x="156" y="192"/>
                  </a:cxn>
                  <a:cxn ang="0">
                    <a:pos x="166" y="191"/>
                  </a:cxn>
                  <a:cxn ang="0">
                    <a:pos x="174" y="188"/>
                  </a:cxn>
                  <a:cxn ang="0">
                    <a:pos x="179" y="184"/>
                  </a:cxn>
                  <a:cxn ang="0">
                    <a:pos x="185" y="180"/>
                  </a:cxn>
                  <a:cxn ang="0">
                    <a:pos x="188" y="173"/>
                  </a:cxn>
                  <a:cxn ang="0">
                    <a:pos x="188" y="166"/>
                  </a:cxn>
                  <a:cxn ang="0">
                    <a:pos x="186" y="160"/>
                  </a:cxn>
                  <a:cxn ang="0">
                    <a:pos x="182" y="150"/>
                  </a:cxn>
                  <a:cxn ang="0">
                    <a:pos x="177" y="140"/>
                  </a:cxn>
                  <a:cxn ang="0">
                    <a:pos x="177" y="140"/>
                  </a:cxn>
                  <a:cxn ang="0">
                    <a:pos x="158" y="117"/>
                  </a:cxn>
                  <a:cxn ang="0">
                    <a:pos x="136" y="94"/>
                  </a:cxn>
                  <a:cxn ang="0">
                    <a:pos x="111" y="70"/>
                  </a:cxn>
                  <a:cxn ang="0">
                    <a:pos x="87" y="46"/>
                  </a:cxn>
                  <a:cxn ang="0">
                    <a:pos x="64" y="27"/>
                  </a:cxn>
                  <a:cxn ang="0">
                    <a:pos x="42" y="11"/>
                  </a:cxn>
                  <a:cxn ang="0">
                    <a:pos x="32" y="6"/>
                  </a:cxn>
                  <a:cxn ang="0">
                    <a:pos x="24" y="3"/>
                  </a:cxn>
                  <a:cxn ang="0">
                    <a:pos x="17" y="0"/>
                  </a:cxn>
                  <a:cxn ang="0">
                    <a:pos x="13" y="1"/>
                  </a:cxn>
                  <a:cxn ang="0">
                    <a:pos x="13" y="1"/>
                  </a:cxn>
                </a:cxnLst>
                <a:rect l="0" t="0" r="r" b="b"/>
                <a:pathLst>
                  <a:path w="188" h="192">
                    <a:moveTo>
                      <a:pt x="13" y="1"/>
                    </a:moveTo>
                    <a:lnTo>
                      <a:pt x="13" y="1"/>
                    </a:lnTo>
                    <a:lnTo>
                      <a:pt x="6" y="7"/>
                    </a:lnTo>
                    <a:lnTo>
                      <a:pt x="2" y="15"/>
                    </a:lnTo>
                    <a:lnTo>
                      <a:pt x="0" y="23"/>
                    </a:lnTo>
                    <a:lnTo>
                      <a:pt x="0" y="34"/>
                    </a:lnTo>
                    <a:lnTo>
                      <a:pt x="0" y="45"/>
                    </a:lnTo>
                    <a:lnTo>
                      <a:pt x="2" y="57"/>
                    </a:lnTo>
                    <a:lnTo>
                      <a:pt x="5" y="70"/>
                    </a:lnTo>
                    <a:lnTo>
                      <a:pt x="9" y="82"/>
                    </a:lnTo>
                    <a:lnTo>
                      <a:pt x="15" y="96"/>
                    </a:lnTo>
                    <a:lnTo>
                      <a:pt x="21" y="108"/>
                    </a:lnTo>
                    <a:lnTo>
                      <a:pt x="30" y="120"/>
                    </a:lnTo>
                    <a:lnTo>
                      <a:pt x="38" y="132"/>
                    </a:lnTo>
                    <a:lnTo>
                      <a:pt x="47" y="143"/>
                    </a:lnTo>
                    <a:lnTo>
                      <a:pt x="57" y="154"/>
                    </a:lnTo>
                    <a:lnTo>
                      <a:pt x="68" y="162"/>
                    </a:lnTo>
                    <a:lnTo>
                      <a:pt x="79" y="170"/>
                    </a:lnTo>
                    <a:lnTo>
                      <a:pt x="79" y="170"/>
                    </a:lnTo>
                    <a:lnTo>
                      <a:pt x="90" y="177"/>
                    </a:lnTo>
                    <a:lnTo>
                      <a:pt x="102" y="183"/>
                    </a:lnTo>
                    <a:lnTo>
                      <a:pt x="113" y="187"/>
                    </a:lnTo>
                    <a:lnTo>
                      <a:pt x="125" y="190"/>
                    </a:lnTo>
                    <a:lnTo>
                      <a:pt x="136" y="191"/>
                    </a:lnTo>
                    <a:lnTo>
                      <a:pt x="147" y="192"/>
                    </a:lnTo>
                    <a:lnTo>
                      <a:pt x="156" y="192"/>
                    </a:lnTo>
                    <a:lnTo>
                      <a:pt x="166" y="191"/>
                    </a:lnTo>
                    <a:lnTo>
                      <a:pt x="174" y="188"/>
                    </a:lnTo>
                    <a:lnTo>
                      <a:pt x="179" y="184"/>
                    </a:lnTo>
                    <a:lnTo>
                      <a:pt x="185" y="180"/>
                    </a:lnTo>
                    <a:lnTo>
                      <a:pt x="188" y="173"/>
                    </a:lnTo>
                    <a:lnTo>
                      <a:pt x="188" y="166"/>
                    </a:lnTo>
                    <a:lnTo>
                      <a:pt x="186" y="160"/>
                    </a:lnTo>
                    <a:lnTo>
                      <a:pt x="182" y="150"/>
                    </a:lnTo>
                    <a:lnTo>
                      <a:pt x="177" y="140"/>
                    </a:lnTo>
                    <a:lnTo>
                      <a:pt x="177" y="140"/>
                    </a:lnTo>
                    <a:lnTo>
                      <a:pt x="158" y="117"/>
                    </a:lnTo>
                    <a:lnTo>
                      <a:pt x="136" y="94"/>
                    </a:lnTo>
                    <a:lnTo>
                      <a:pt x="111" y="70"/>
                    </a:lnTo>
                    <a:lnTo>
                      <a:pt x="87" y="46"/>
                    </a:lnTo>
                    <a:lnTo>
                      <a:pt x="64" y="27"/>
                    </a:lnTo>
                    <a:lnTo>
                      <a:pt x="42" y="11"/>
                    </a:lnTo>
                    <a:lnTo>
                      <a:pt x="32" y="6"/>
                    </a:lnTo>
                    <a:lnTo>
                      <a:pt x="24" y="3"/>
                    </a:lnTo>
                    <a:lnTo>
                      <a:pt x="17" y="0"/>
                    </a:lnTo>
                    <a:lnTo>
                      <a:pt x="13" y="1"/>
                    </a:lnTo>
                    <a:lnTo>
                      <a:pt x="13" y="1"/>
                    </a:lnTo>
                    <a:close/>
                  </a:path>
                </a:pathLst>
              </a:custGeom>
              <a:solidFill>
                <a:srgbClr val="C99E8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4" name="Freeform 72"/>
              <p:cNvSpPr>
                <a:spLocks noEditPoints="1"/>
              </p:cNvSpPr>
              <p:nvPr/>
            </p:nvSpPr>
            <p:spPr bwMode="auto">
              <a:xfrm rot="1800000">
                <a:off x="2171464" y="3387032"/>
                <a:ext cx="90152" cy="142838"/>
              </a:xfrm>
              <a:custGeom>
                <a:avLst/>
                <a:gdLst/>
                <a:ahLst/>
                <a:cxnLst>
                  <a:cxn ang="0">
                    <a:pos x="0" y="9"/>
                  </a:cxn>
                  <a:cxn ang="0">
                    <a:pos x="0" y="9"/>
                  </a:cxn>
                  <a:cxn ang="0">
                    <a:pos x="11" y="4"/>
                  </a:cxn>
                  <a:cxn ang="0">
                    <a:pos x="21" y="0"/>
                  </a:cxn>
                  <a:cxn ang="0">
                    <a:pos x="30" y="0"/>
                  </a:cxn>
                  <a:cxn ang="0">
                    <a:pos x="39" y="1"/>
                  </a:cxn>
                  <a:cxn ang="0">
                    <a:pos x="45" y="5"/>
                  </a:cxn>
                  <a:cxn ang="0">
                    <a:pos x="52" y="12"/>
                  </a:cxn>
                  <a:cxn ang="0">
                    <a:pos x="58" y="19"/>
                  </a:cxn>
                  <a:cxn ang="0">
                    <a:pos x="63" y="28"/>
                  </a:cxn>
                  <a:cxn ang="0">
                    <a:pos x="63" y="28"/>
                  </a:cxn>
                  <a:cxn ang="0">
                    <a:pos x="51" y="19"/>
                  </a:cxn>
                  <a:cxn ang="0">
                    <a:pos x="44" y="15"/>
                  </a:cxn>
                  <a:cxn ang="0">
                    <a:pos x="37" y="10"/>
                  </a:cxn>
                  <a:cxn ang="0">
                    <a:pos x="29" y="8"/>
                  </a:cxn>
                  <a:cxn ang="0">
                    <a:pos x="21" y="6"/>
                  </a:cxn>
                  <a:cxn ang="0">
                    <a:pos x="11" y="6"/>
                  </a:cxn>
                  <a:cxn ang="0">
                    <a:pos x="0" y="9"/>
                  </a:cxn>
                  <a:cxn ang="0">
                    <a:pos x="0" y="9"/>
                  </a:cxn>
                  <a:cxn ang="0">
                    <a:pos x="133" y="243"/>
                  </a:cxn>
                  <a:cxn ang="0">
                    <a:pos x="133" y="243"/>
                  </a:cxn>
                  <a:cxn ang="0">
                    <a:pos x="145" y="233"/>
                  </a:cxn>
                  <a:cxn ang="0">
                    <a:pos x="149" y="227"/>
                  </a:cxn>
                  <a:cxn ang="0">
                    <a:pos x="152" y="222"/>
                  </a:cxn>
                  <a:cxn ang="0">
                    <a:pos x="154" y="215"/>
                  </a:cxn>
                  <a:cxn ang="0">
                    <a:pos x="156" y="208"/>
                  </a:cxn>
                  <a:cxn ang="0">
                    <a:pos x="156" y="199"/>
                  </a:cxn>
                  <a:cxn ang="0">
                    <a:pos x="154" y="186"/>
                  </a:cxn>
                  <a:cxn ang="0">
                    <a:pos x="154" y="186"/>
                  </a:cxn>
                  <a:cxn ang="0">
                    <a:pos x="149" y="208"/>
                  </a:cxn>
                  <a:cxn ang="0">
                    <a:pos x="143" y="222"/>
                  </a:cxn>
                  <a:cxn ang="0">
                    <a:pos x="139" y="233"/>
                  </a:cxn>
                  <a:cxn ang="0">
                    <a:pos x="133" y="243"/>
                  </a:cxn>
                  <a:cxn ang="0">
                    <a:pos x="133" y="243"/>
                  </a:cxn>
                </a:cxnLst>
                <a:rect l="0" t="0" r="r" b="b"/>
                <a:pathLst>
                  <a:path w="156" h="243">
                    <a:moveTo>
                      <a:pt x="0" y="9"/>
                    </a:moveTo>
                    <a:lnTo>
                      <a:pt x="0" y="9"/>
                    </a:lnTo>
                    <a:lnTo>
                      <a:pt x="11" y="4"/>
                    </a:lnTo>
                    <a:lnTo>
                      <a:pt x="21" y="0"/>
                    </a:lnTo>
                    <a:lnTo>
                      <a:pt x="30" y="0"/>
                    </a:lnTo>
                    <a:lnTo>
                      <a:pt x="39" y="1"/>
                    </a:lnTo>
                    <a:lnTo>
                      <a:pt x="45" y="5"/>
                    </a:lnTo>
                    <a:lnTo>
                      <a:pt x="52" y="12"/>
                    </a:lnTo>
                    <a:lnTo>
                      <a:pt x="58" y="19"/>
                    </a:lnTo>
                    <a:lnTo>
                      <a:pt x="63" y="28"/>
                    </a:lnTo>
                    <a:lnTo>
                      <a:pt x="63" y="28"/>
                    </a:lnTo>
                    <a:lnTo>
                      <a:pt x="51" y="19"/>
                    </a:lnTo>
                    <a:lnTo>
                      <a:pt x="44" y="15"/>
                    </a:lnTo>
                    <a:lnTo>
                      <a:pt x="37" y="10"/>
                    </a:lnTo>
                    <a:lnTo>
                      <a:pt x="29" y="8"/>
                    </a:lnTo>
                    <a:lnTo>
                      <a:pt x="21" y="6"/>
                    </a:lnTo>
                    <a:lnTo>
                      <a:pt x="11" y="6"/>
                    </a:lnTo>
                    <a:lnTo>
                      <a:pt x="0" y="9"/>
                    </a:lnTo>
                    <a:lnTo>
                      <a:pt x="0" y="9"/>
                    </a:lnTo>
                    <a:close/>
                    <a:moveTo>
                      <a:pt x="133" y="243"/>
                    </a:moveTo>
                    <a:lnTo>
                      <a:pt x="133" y="243"/>
                    </a:lnTo>
                    <a:lnTo>
                      <a:pt x="145" y="233"/>
                    </a:lnTo>
                    <a:lnTo>
                      <a:pt x="149" y="227"/>
                    </a:lnTo>
                    <a:lnTo>
                      <a:pt x="152" y="222"/>
                    </a:lnTo>
                    <a:lnTo>
                      <a:pt x="154" y="215"/>
                    </a:lnTo>
                    <a:lnTo>
                      <a:pt x="156" y="208"/>
                    </a:lnTo>
                    <a:lnTo>
                      <a:pt x="156" y="199"/>
                    </a:lnTo>
                    <a:lnTo>
                      <a:pt x="154" y="186"/>
                    </a:lnTo>
                    <a:lnTo>
                      <a:pt x="154" y="186"/>
                    </a:lnTo>
                    <a:lnTo>
                      <a:pt x="149" y="208"/>
                    </a:lnTo>
                    <a:lnTo>
                      <a:pt x="143" y="222"/>
                    </a:lnTo>
                    <a:lnTo>
                      <a:pt x="139" y="233"/>
                    </a:lnTo>
                    <a:lnTo>
                      <a:pt x="133" y="243"/>
                    </a:lnTo>
                    <a:lnTo>
                      <a:pt x="133" y="243"/>
                    </a:lnTo>
                    <a:close/>
                  </a:path>
                </a:pathLst>
              </a:custGeom>
              <a:solidFill>
                <a:srgbClr val="8C6A5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5" name="Freeform 73"/>
              <p:cNvSpPr>
                <a:spLocks/>
              </p:cNvSpPr>
              <p:nvPr/>
            </p:nvSpPr>
            <p:spPr bwMode="auto">
              <a:xfrm rot="1800000">
                <a:off x="1512747" y="2737980"/>
                <a:ext cx="25758" cy="19903"/>
              </a:xfrm>
              <a:custGeom>
                <a:avLst/>
                <a:gdLst/>
                <a:ahLst/>
                <a:cxnLst>
                  <a:cxn ang="0">
                    <a:pos x="0" y="35"/>
                  </a:cxn>
                  <a:cxn ang="0">
                    <a:pos x="4" y="13"/>
                  </a:cxn>
                  <a:cxn ang="0">
                    <a:pos x="4" y="13"/>
                  </a:cxn>
                  <a:cxn ang="0">
                    <a:pos x="23" y="0"/>
                  </a:cxn>
                  <a:cxn ang="0">
                    <a:pos x="23" y="0"/>
                  </a:cxn>
                  <a:cxn ang="0">
                    <a:pos x="32" y="4"/>
                  </a:cxn>
                  <a:cxn ang="0">
                    <a:pos x="43" y="5"/>
                  </a:cxn>
                  <a:cxn ang="0">
                    <a:pos x="43" y="5"/>
                  </a:cxn>
                  <a:cxn ang="0">
                    <a:pos x="0" y="35"/>
                  </a:cxn>
                  <a:cxn ang="0">
                    <a:pos x="0" y="35"/>
                  </a:cxn>
                </a:cxnLst>
                <a:rect l="0" t="0" r="r" b="b"/>
                <a:pathLst>
                  <a:path w="43" h="35">
                    <a:moveTo>
                      <a:pt x="0" y="35"/>
                    </a:moveTo>
                    <a:lnTo>
                      <a:pt x="4" y="13"/>
                    </a:lnTo>
                    <a:lnTo>
                      <a:pt x="4" y="13"/>
                    </a:lnTo>
                    <a:lnTo>
                      <a:pt x="23" y="0"/>
                    </a:lnTo>
                    <a:lnTo>
                      <a:pt x="23" y="0"/>
                    </a:lnTo>
                    <a:lnTo>
                      <a:pt x="32" y="4"/>
                    </a:lnTo>
                    <a:lnTo>
                      <a:pt x="43" y="5"/>
                    </a:lnTo>
                    <a:lnTo>
                      <a:pt x="43" y="5"/>
                    </a:lnTo>
                    <a:lnTo>
                      <a:pt x="0" y="35"/>
                    </a:lnTo>
                    <a:lnTo>
                      <a:pt x="0" y="35"/>
                    </a:lnTo>
                    <a:close/>
                  </a:path>
                </a:pathLst>
              </a:custGeom>
              <a:noFill/>
              <a:ln w="1">
                <a:solidFill>
                  <a:srgbClr val="000000"/>
                </a:solidFill>
                <a:prstDash val="solid"/>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6" name="Freeform 74"/>
              <p:cNvSpPr>
                <a:spLocks/>
              </p:cNvSpPr>
              <p:nvPr/>
            </p:nvSpPr>
            <p:spPr bwMode="auto">
              <a:xfrm rot="1800000">
                <a:off x="1087508" y="2622274"/>
                <a:ext cx="494080" cy="561987"/>
              </a:xfrm>
              <a:custGeom>
                <a:avLst/>
                <a:gdLst/>
                <a:ahLst/>
                <a:cxnLst>
                  <a:cxn ang="0">
                    <a:pos x="95" y="959"/>
                  </a:cxn>
                  <a:cxn ang="0">
                    <a:pos x="120" y="936"/>
                  </a:cxn>
                  <a:cxn ang="0">
                    <a:pos x="147" y="901"/>
                  </a:cxn>
                  <a:cxn ang="0">
                    <a:pos x="180" y="868"/>
                  </a:cxn>
                  <a:cxn ang="0">
                    <a:pos x="249" y="801"/>
                  </a:cxn>
                  <a:cxn ang="0">
                    <a:pos x="279" y="767"/>
                  </a:cxn>
                  <a:cxn ang="0">
                    <a:pos x="291" y="752"/>
                  </a:cxn>
                  <a:cxn ang="0">
                    <a:pos x="301" y="736"/>
                  </a:cxn>
                  <a:cxn ang="0">
                    <a:pos x="323" y="691"/>
                  </a:cxn>
                  <a:cxn ang="0">
                    <a:pos x="324" y="685"/>
                  </a:cxn>
                  <a:cxn ang="0">
                    <a:pos x="333" y="653"/>
                  </a:cxn>
                  <a:cxn ang="0">
                    <a:pos x="344" y="626"/>
                  </a:cxn>
                  <a:cxn ang="0">
                    <a:pos x="354" y="591"/>
                  </a:cxn>
                  <a:cxn ang="0">
                    <a:pos x="357" y="600"/>
                  </a:cxn>
                  <a:cxn ang="0">
                    <a:pos x="376" y="568"/>
                  </a:cxn>
                  <a:cxn ang="0">
                    <a:pos x="433" y="499"/>
                  </a:cxn>
                  <a:cxn ang="0">
                    <a:pos x="441" y="489"/>
                  </a:cxn>
                  <a:cxn ang="0">
                    <a:pos x="494" y="444"/>
                  </a:cxn>
                  <a:cxn ang="0">
                    <a:pos x="599" y="358"/>
                  </a:cxn>
                  <a:cxn ang="0">
                    <a:pos x="599" y="357"/>
                  </a:cxn>
                  <a:cxn ang="0">
                    <a:pos x="680" y="290"/>
                  </a:cxn>
                  <a:cxn ang="0">
                    <a:pos x="723" y="251"/>
                  </a:cxn>
                  <a:cxn ang="0">
                    <a:pos x="759" y="215"/>
                  </a:cxn>
                  <a:cxn ang="0">
                    <a:pos x="794" y="170"/>
                  </a:cxn>
                  <a:cxn ang="0">
                    <a:pos x="798" y="165"/>
                  </a:cxn>
                  <a:cxn ang="0">
                    <a:pos x="808" y="164"/>
                  </a:cxn>
                  <a:cxn ang="0">
                    <a:pos x="827" y="131"/>
                  </a:cxn>
                  <a:cxn ang="0">
                    <a:pos x="839" y="104"/>
                  </a:cxn>
                  <a:cxn ang="0">
                    <a:pos x="843" y="80"/>
                  </a:cxn>
                  <a:cxn ang="0">
                    <a:pos x="842" y="60"/>
                  </a:cxn>
                  <a:cxn ang="0">
                    <a:pos x="825" y="45"/>
                  </a:cxn>
                  <a:cxn ang="0">
                    <a:pos x="775" y="1"/>
                  </a:cxn>
                  <a:cxn ang="0">
                    <a:pos x="760" y="0"/>
                  </a:cxn>
                  <a:cxn ang="0">
                    <a:pos x="730" y="1"/>
                  </a:cxn>
                  <a:cxn ang="0">
                    <a:pos x="699" y="8"/>
                  </a:cxn>
                  <a:cxn ang="0">
                    <a:pos x="666" y="19"/>
                  </a:cxn>
                  <a:cxn ang="0">
                    <a:pos x="614" y="44"/>
                  </a:cxn>
                  <a:cxn ang="0">
                    <a:pos x="545" y="85"/>
                  </a:cxn>
                  <a:cxn ang="0">
                    <a:pos x="477" y="135"/>
                  </a:cxn>
                  <a:cxn ang="0">
                    <a:pos x="413" y="188"/>
                  </a:cxn>
                  <a:cxn ang="0">
                    <a:pos x="329" y="264"/>
                  </a:cxn>
                  <a:cxn ang="0">
                    <a:pos x="287" y="308"/>
                  </a:cxn>
                  <a:cxn ang="0">
                    <a:pos x="212" y="352"/>
                  </a:cxn>
                  <a:cxn ang="0">
                    <a:pos x="150" y="399"/>
                  </a:cxn>
                  <a:cxn ang="0">
                    <a:pos x="101" y="450"/>
                  </a:cxn>
                  <a:cxn ang="0">
                    <a:pos x="62" y="503"/>
                  </a:cxn>
                  <a:cxn ang="0">
                    <a:pos x="34" y="557"/>
                  </a:cxn>
                  <a:cxn ang="0">
                    <a:pos x="15" y="612"/>
                  </a:cxn>
                  <a:cxn ang="0">
                    <a:pos x="4" y="666"/>
                  </a:cxn>
                  <a:cxn ang="0">
                    <a:pos x="0" y="718"/>
                  </a:cxn>
                  <a:cxn ang="0">
                    <a:pos x="1" y="767"/>
                  </a:cxn>
                  <a:cxn ang="0">
                    <a:pos x="8" y="814"/>
                  </a:cxn>
                  <a:cxn ang="0">
                    <a:pos x="19" y="854"/>
                  </a:cxn>
                  <a:cxn ang="0">
                    <a:pos x="32" y="891"/>
                  </a:cxn>
                  <a:cxn ang="0">
                    <a:pos x="49" y="920"/>
                  </a:cxn>
                  <a:cxn ang="0">
                    <a:pos x="65" y="942"/>
                  </a:cxn>
                  <a:cxn ang="0">
                    <a:pos x="80" y="955"/>
                  </a:cxn>
                  <a:cxn ang="0">
                    <a:pos x="95" y="959"/>
                  </a:cxn>
                </a:cxnLst>
                <a:rect l="0" t="0" r="r" b="b"/>
                <a:pathLst>
                  <a:path w="843" h="959">
                    <a:moveTo>
                      <a:pt x="95" y="959"/>
                    </a:moveTo>
                    <a:lnTo>
                      <a:pt x="95" y="959"/>
                    </a:lnTo>
                    <a:lnTo>
                      <a:pt x="120" y="936"/>
                    </a:lnTo>
                    <a:lnTo>
                      <a:pt x="120" y="936"/>
                    </a:lnTo>
                    <a:lnTo>
                      <a:pt x="133" y="918"/>
                    </a:lnTo>
                    <a:lnTo>
                      <a:pt x="147" y="901"/>
                    </a:lnTo>
                    <a:lnTo>
                      <a:pt x="163" y="884"/>
                    </a:lnTo>
                    <a:lnTo>
                      <a:pt x="180" y="868"/>
                    </a:lnTo>
                    <a:lnTo>
                      <a:pt x="215" y="835"/>
                    </a:lnTo>
                    <a:lnTo>
                      <a:pt x="249" y="801"/>
                    </a:lnTo>
                    <a:lnTo>
                      <a:pt x="249" y="801"/>
                    </a:lnTo>
                    <a:lnTo>
                      <a:pt x="279" y="767"/>
                    </a:lnTo>
                    <a:lnTo>
                      <a:pt x="279" y="767"/>
                    </a:lnTo>
                    <a:lnTo>
                      <a:pt x="291" y="752"/>
                    </a:lnTo>
                    <a:lnTo>
                      <a:pt x="301" y="736"/>
                    </a:lnTo>
                    <a:lnTo>
                      <a:pt x="301" y="736"/>
                    </a:lnTo>
                    <a:lnTo>
                      <a:pt x="312" y="714"/>
                    </a:lnTo>
                    <a:lnTo>
                      <a:pt x="323" y="691"/>
                    </a:lnTo>
                    <a:lnTo>
                      <a:pt x="323" y="691"/>
                    </a:lnTo>
                    <a:lnTo>
                      <a:pt x="324" y="685"/>
                    </a:lnTo>
                    <a:lnTo>
                      <a:pt x="324" y="685"/>
                    </a:lnTo>
                    <a:lnTo>
                      <a:pt x="333" y="653"/>
                    </a:lnTo>
                    <a:lnTo>
                      <a:pt x="344" y="626"/>
                    </a:lnTo>
                    <a:lnTo>
                      <a:pt x="344" y="626"/>
                    </a:lnTo>
                    <a:lnTo>
                      <a:pt x="354" y="591"/>
                    </a:lnTo>
                    <a:lnTo>
                      <a:pt x="354" y="591"/>
                    </a:lnTo>
                    <a:lnTo>
                      <a:pt x="357" y="600"/>
                    </a:lnTo>
                    <a:lnTo>
                      <a:pt x="357" y="600"/>
                    </a:lnTo>
                    <a:lnTo>
                      <a:pt x="366" y="583"/>
                    </a:lnTo>
                    <a:lnTo>
                      <a:pt x="376" y="568"/>
                    </a:lnTo>
                    <a:lnTo>
                      <a:pt x="395" y="542"/>
                    </a:lnTo>
                    <a:lnTo>
                      <a:pt x="433" y="499"/>
                    </a:lnTo>
                    <a:lnTo>
                      <a:pt x="433" y="499"/>
                    </a:lnTo>
                    <a:lnTo>
                      <a:pt x="441" y="489"/>
                    </a:lnTo>
                    <a:lnTo>
                      <a:pt x="455" y="477"/>
                    </a:lnTo>
                    <a:lnTo>
                      <a:pt x="494" y="444"/>
                    </a:lnTo>
                    <a:lnTo>
                      <a:pt x="599" y="358"/>
                    </a:lnTo>
                    <a:lnTo>
                      <a:pt x="599" y="358"/>
                    </a:lnTo>
                    <a:lnTo>
                      <a:pt x="599" y="357"/>
                    </a:lnTo>
                    <a:lnTo>
                      <a:pt x="599" y="357"/>
                    </a:lnTo>
                    <a:lnTo>
                      <a:pt x="640" y="323"/>
                    </a:lnTo>
                    <a:lnTo>
                      <a:pt x="680" y="290"/>
                    </a:lnTo>
                    <a:lnTo>
                      <a:pt x="723" y="251"/>
                    </a:lnTo>
                    <a:lnTo>
                      <a:pt x="723" y="251"/>
                    </a:lnTo>
                    <a:lnTo>
                      <a:pt x="742" y="232"/>
                    </a:lnTo>
                    <a:lnTo>
                      <a:pt x="759" y="215"/>
                    </a:lnTo>
                    <a:lnTo>
                      <a:pt x="782" y="188"/>
                    </a:lnTo>
                    <a:lnTo>
                      <a:pt x="794" y="170"/>
                    </a:lnTo>
                    <a:lnTo>
                      <a:pt x="798" y="165"/>
                    </a:lnTo>
                    <a:lnTo>
                      <a:pt x="798" y="165"/>
                    </a:lnTo>
                    <a:lnTo>
                      <a:pt x="808" y="164"/>
                    </a:lnTo>
                    <a:lnTo>
                      <a:pt x="808" y="164"/>
                    </a:lnTo>
                    <a:lnTo>
                      <a:pt x="819" y="146"/>
                    </a:lnTo>
                    <a:lnTo>
                      <a:pt x="827" y="131"/>
                    </a:lnTo>
                    <a:lnTo>
                      <a:pt x="834" y="117"/>
                    </a:lnTo>
                    <a:lnTo>
                      <a:pt x="839" y="104"/>
                    </a:lnTo>
                    <a:lnTo>
                      <a:pt x="842" y="91"/>
                    </a:lnTo>
                    <a:lnTo>
                      <a:pt x="843" y="80"/>
                    </a:lnTo>
                    <a:lnTo>
                      <a:pt x="843" y="70"/>
                    </a:lnTo>
                    <a:lnTo>
                      <a:pt x="842" y="60"/>
                    </a:lnTo>
                    <a:lnTo>
                      <a:pt x="842" y="60"/>
                    </a:lnTo>
                    <a:lnTo>
                      <a:pt x="825" y="45"/>
                    </a:lnTo>
                    <a:lnTo>
                      <a:pt x="808" y="30"/>
                    </a:lnTo>
                    <a:lnTo>
                      <a:pt x="775" y="1"/>
                    </a:lnTo>
                    <a:lnTo>
                      <a:pt x="775" y="1"/>
                    </a:lnTo>
                    <a:lnTo>
                      <a:pt x="760" y="0"/>
                    </a:lnTo>
                    <a:lnTo>
                      <a:pt x="745" y="0"/>
                    </a:lnTo>
                    <a:lnTo>
                      <a:pt x="730" y="1"/>
                    </a:lnTo>
                    <a:lnTo>
                      <a:pt x="715" y="4"/>
                    </a:lnTo>
                    <a:lnTo>
                      <a:pt x="699" y="8"/>
                    </a:lnTo>
                    <a:lnTo>
                      <a:pt x="682" y="14"/>
                    </a:lnTo>
                    <a:lnTo>
                      <a:pt x="666" y="19"/>
                    </a:lnTo>
                    <a:lnTo>
                      <a:pt x="648" y="26"/>
                    </a:lnTo>
                    <a:lnTo>
                      <a:pt x="614" y="44"/>
                    </a:lnTo>
                    <a:lnTo>
                      <a:pt x="580" y="63"/>
                    </a:lnTo>
                    <a:lnTo>
                      <a:pt x="545" y="85"/>
                    </a:lnTo>
                    <a:lnTo>
                      <a:pt x="511" y="109"/>
                    </a:lnTo>
                    <a:lnTo>
                      <a:pt x="477" y="135"/>
                    </a:lnTo>
                    <a:lnTo>
                      <a:pt x="444" y="161"/>
                    </a:lnTo>
                    <a:lnTo>
                      <a:pt x="413" y="188"/>
                    </a:lnTo>
                    <a:lnTo>
                      <a:pt x="383" y="214"/>
                    </a:lnTo>
                    <a:lnTo>
                      <a:pt x="329" y="264"/>
                    </a:lnTo>
                    <a:lnTo>
                      <a:pt x="287" y="308"/>
                    </a:lnTo>
                    <a:lnTo>
                      <a:pt x="287" y="308"/>
                    </a:lnTo>
                    <a:lnTo>
                      <a:pt x="248" y="328"/>
                    </a:lnTo>
                    <a:lnTo>
                      <a:pt x="212" y="352"/>
                    </a:lnTo>
                    <a:lnTo>
                      <a:pt x="180" y="375"/>
                    </a:lnTo>
                    <a:lnTo>
                      <a:pt x="150" y="399"/>
                    </a:lnTo>
                    <a:lnTo>
                      <a:pt x="124" y="424"/>
                    </a:lnTo>
                    <a:lnTo>
                      <a:pt x="101" y="450"/>
                    </a:lnTo>
                    <a:lnTo>
                      <a:pt x="80" y="476"/>
                    </a:lnTo>
                    <a:lnTo>
                      <a:pt x="62" y="503"/>
                    </a:lnTo>
                    <a:lnTo>
                      <a:pt x="46" y="530"/>
                    </a:lnTo>
                    <a:lnTo>
                      <a:pt x="34" y="557"/>
                    </a:lnTo>
                    <a:lnTo>
                      <a:pt x="23" y="585"/>
                    </a:lnTo>
                    <a:lnTo>
                      <a:pt x="15" y="612"/>
                    </a:lnTo>
                    <a:lnTo>
                      <a:pt x="8" y="639"/>
                    </a:lnTo>
                    <a:lnTo>
                      <a:pt x="4" y="666"/>
                    </a:lnTo>
                    <a:lnTo>
                      <a:pt x="1" y="692"/>
                    </a:lnTo>
                    <a:lnTo>
                      <a:pt x="0" y="718"/>
                    </a:lnTo>
                    <a:lnTo>
                      <a:pt x="0" y="743"/>
                    </a:lnTo>
                    <a:lnTo>
                      <a:pt x="1" y="767"/>
                    </a:lnTo>
                    <a:lnTo>
                      <a:pt x="4" y="790"/>
                    </a:lnTo>
                    <a:lnTo>
                      <a:pt x="8" y="814"/>
                    </a:lnTo>
                    <a:lnTo>
                      <a:pt x="13" y="835"/>
                    </a:lnTo>
                    <a:lnTo>
                      <a:pt x="19" y="854"/>
                    </a:lnTo>
                    <a:lnTo>
                      <a:pt x="26" y="874"/>
                    </a:lnTo>
                    <a:lnTo>
                      <a:pt x="32" y="891"/>
                    </a:lnTo>
                    <a:lnTo>
                      <a:pt x="41" y="906"/>
                    </a:lnTo>
                    <a:lnTo>
                      <a:pt x="49" y="920"/>
                    </a:lnTo>
                    <a:lnTo>
                      <a:pt x="57" y="932"/>
                    </a:lnTo>
                    <a:lnTo>
                      <a:pt x="65" y="942"/>
                    </a:lnTo>
                    <a:lnTo>
                      <a:pt x="73" y="950"/>
                    </a:lnTo>
                    <a:lnTo>
                      <a:pt x="80" y="955"/>
                    </a:lnTo>
                    <a:lnTo>
                      <a:pt x="88" y="959"/>
                    </a:lnTo>
                    <a:lnTo>
                      <a:pt x="95" y="959"/>
                    </a:lnTo>
                    <a:lnTo>
                      <a:pt x="95" y="959"/>
                    </a:lnTo>
                    <a:close/>
                  </a:path>
                </a:pathLst>
              </a:custGeom>
              <a:solidFill>
                <a:srgbClr val="BD9079"/>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7" name="Freeform 75"/>
              <p:cNvSpPr>
                <a:spLocks noEditPoints="1"/>
              </p:cNvSpPr>
              <p:nvPr/>
            </p:nvSpPr>
            <p:spPr bwMode="auto">
              <a:xfrm rot="1800000">
                <a:off x="1290720" y="2848025"/>
                <a:ext cx="144009" cy="141667"/>
              </a:xfrm>
              <a:custGeom>
                <a:avLst/>
                <a:gdLst/>
                <a:ahLst/>
                <a:cxnLst>
                  <a:cxn ang="0">
                    <a:pos x="0" y="234"/>
                  </a:cxn>
                  <a:cxn ang="0">
                    <a:pos x="0" y="234"/>
                  </a:cxn>
                  <a:cxn ang="0">
                    <a:pos x="3" y="243"/>
                  </a:cxn>
                  <a:cxn ang="0">
                    <a:pos x="3" y="243"/>
                  </a:cxn>
                  <a:cxn ang="0">
                    <a:pos x="12" y="226"/>
                  </a:cxn>
                  <a:cxn ang="0">
                    <a:pos x="22" y="211"/>
                  </a:cxn>
                  <a:cxn ang="0">
                    <a:pos x="41" y="185"/>
                  </a:cxn>
                  <a:cxn ang="0">
                    <a:pos x="78" y="143"/>
                  </a:cxn>
                  <a:cxn ang="0">
                    <a:pos x="78" y="143"/>
                  </a:cxn>
                  <a:cxn ang="0">
                    <a:pos x="54" y="168"/>
                  </a:cxn>
                  <a:cxn ang="0">
                    <a:pos x="33" y="191"/>
                  </a:cxn>
                  <a:cxn ang="0">
                    <a:pos x="15" y="214"/>
                  </a:cxn>
                  <a:cxn ang="0">
                    <a:pos x="0" y="234"/>
                  </a:cxn>
                  <a:cxn ang="0">
                    <a:pos x="0" y="234"/>
                  </a:cxn>
                  <a:cxn ang="0">
                    <a:pos x="245" y="1"/>
                  </a:cxn>
                  <a:cxn ang="0">
                    <a:pos x="245" y="1"/>
                  </a:cxn>
                  <a:cxn ang="0">
                    <a:pos x="245" y="0"/>
                  </a:cxn>
                  <a:cxn ang="0">
                    <a:pos x="245" y="0"/>
                  </a:cxn>
                  <a:cxn ang="0">
                    <a:pos x="195" y="41"/>
                  </a:cxn>
                  <a:cxn ang="0">
                    <a:pos x="162" y="68"/>
                  </a:cxn>
                  <a:cxn ang="0">
                    <a:pos x="127" y="98"/>
                  </a:cxn>
                  <a:cxn ang="0">
                    <a:pos x="127" y="98"/>
                  </a:cxn>
                  <a:cxn ang="0">
                    <a:pos x="181" y="53"/>
                  </a:cxn>
                  <a:cxn ang="0">
                    <a:pos x="245" y="1"/>
                  </a:cxn>
                  <a:cxn ang="0">
                    <a:pos x="245" y="1"/>
                  </a:cxn>
                </a:cxnLst>
                <a:rect l="0" t="0" r="r" b="b"/>
                <a:pathLst>
                  <a:path w="245" h="243">
                    <a:moveTo>
                      <a:pt x="0" y="234"/>
                    </a:moveTo>
                    <a:lnTo>
                      <a:pt x="0" y="234"/>
                    </a:lnTo>
                    <a:lnTo>
                      <a:pt x="3" y="243"/>
                    </a:lnTo>
                    <a:lnTo>
                      <a:pt x="3" y="243"/>
                    </a:lnTo>
                    <a:lnTo>
                      <a:pt x="12" y="226"/>
                    </a:lnTo>
                    <a:lnTo>
                      <a:pt x="22" y="211"/>
                    </a:lnTo>
                    <a:lnTo>
                      <a:pt x="41" y="185"/>
                    </a:lnTo>
                    <a:lnTo>
                      <a:pt x="78" y="143"/>
                    </a:lnTo>
                    <a:lnTo>
                      <a:pt x="78" y="143"/>
                    </a:lnTo>
                    <a:lnTo>
                      <a:pt x="54" y="168"/>
                    </a:lnTo>
                    <a:lnTo>
                      <a:pt x="33" y="191"/>
                    </a:lnTo>
                    <a:lnTo>
                      <a:pt x="15" y="214"/>
                    </a:lnTo>
                    <a:lnTo>
                      <a:pt x="0" y="234"/>
                    </a:lnTo>
                    <a:lnTo>
                      <a:pt x="0" y="234"/>
                    </a:lnTo>
                    <a:close/>
                    <a:moveTo>
                      <a:pt x="245" y="1"/>
                    </a:moveTo>
                    <a:lnTo>
                      <a:pt x="245" y="1"/>
                    </a:lnTo>
                    <a:lnTo>
                      <a:pt x="245" y="0"/>
                    </a:lnTo>
                    <a:lnTo>
                      <a:pt x="245" y="0"/>
                    </a:lnTo>
                    <a:lnTo>
                      <a:pt x="195" y="41"/>
                    </a:lnTo>
                    <a:lnTo>
                      <a:pt x="162" y="68"/>
                    </a:lnTo>
                    <a:lnTo>
                      <a:pt x="127" y="98"/>
                    </a:lnTo>
                    <a:lnTo>
                      <a:pt x="127" y="98"/>
                    </a:lnTo>
                    <a:lnTo>
                      <a:pt x="181" y="53"/>
                    </a:lnTo>
                    <a:lnTo>
                      <a:pt x="245" y="1"/>
                    </a:lnTo>
                    <a:lnTo>
                      <a:pt x="245" y="1"/>
                    </a:lnTo>
                    <a:close/>
                  </a:path>
                </a:pathLst>
              </a:custGeom>
              <a:solidFill>
                <a:srgbClr val="AB826D"/>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8" name="Freeform 76"/>
              <p:cNvSpPr>
                <a:spLocks noEditPoints="1"/>
              </p:cNvSpPr>
              <p:nvPr/>
            </p:nvSpPr>
            <p:spPr bwMode="auto">
              <a:xfrm rot="1800000">
                <a:off x="1264268" y="2654578"/>
                <a:ext cx="341875" cy="228307"/>
              </a:xfrm>
              <a:custGeom>
                <a:avLst/>
                <a:gdLst/>
                <a:ahLst/>
                <a:cxnLst>
                  <a:cxn ang="0">
                    <a:pos x="0" y="390"/>
                  </a:cxn>
                  <a:cxn ang="0">
                    <a:pos x="0" y="390"/>
                  </a:cxn>
                  <a:cxn ang="0">
                    <a:pos x="2" y="387"/>
                  </a:cxn>
                  <a:cxn ang="0">
                    <a:pos x="2" y="387"/>
                  </a:cxn>
                  <a:cxn ang="0">
                    <a:pos x="23" y="369"/>
                  </a:cxn>
                  <a:cxn ang="0">
                    <a:pos x="48" y="352"/>
                  </a:cxn>
                  <a:cxn ang="0">
                    <a:pos x="74" y="335"/>
                  </a:cxn>
                  <a:cxn ang="0">
                    <a:pos x="101" y="320"/>
                  </a:cxn>
                  <a:cxn ang="0">
                    <a:pos x="101" y="320"/>
                  </a:cxn>
                  <a:cxn ang="0">
                    <a:pos x="75" y="335"/>
                  </a:cxn>
                  <a:cxn ang="0">
                    <a:pos x="49" y="352"/>
                  </a:cxn>
                  <a:cxn ang="0">
                    <a:pos x="25" y="369"/>
                  </a:cxn>
                  <a:cxn ang="0">
                    <a:pos x="0" y="390"/>
                  </a:cxn>
                  <a:cxn ang="0">
                    <a:pos x="0" y="390"/>
                  </a:cxn>
                  <a:cxn ang="0">
                    <a:pos x="585" y="0"/>
                  </a:cxn>
                  <a:cxn ang="0">
                    <a:pos x="585" y="0"/>
                  </a:cxn>
                  <a:cxn ang="0">
                    <a:pos x="545" y="14"/>
                  </a:cxn>
                  <a:cxn ang="0">
                    <a:pos x="522" y="25"/>
                  </a:cxn>
                  <a:cxn ang="0">
                    <a:pos x="496" y="37"/>
                  </a:cxn>
                  <a:cxn ang="0">
                    <a:pos x="463" y="55"/>
                  </a:cxn>
                  <a:cxn ang="0">
                    <a:pos x="427" y="78"/>
                  </a:cxn>
                  <a:cxn ang="0">
                    <a:pos x="382" y="108"/>
                  </a:cxn>
                  <a:cxn ang="0">
                    <a:pos x="329" y="146"/>
                  </a:cxn>
                  <a:cxn ang="0">
                    <a:pos x="329" y="146"/>
                  </a:cxn>
                  <a:cxn ang="0">
                    <a:pos x="304" y="165"/>
                  </a:cxn>
                  <a:cxn ang="0">
                    <a:pos x="281" y="184"/>
                  </a:cxn>
                  <a:cxn ang="0">
                    <a:pos x="239" y="219"/>
                  </a:cxn>
                  <a:cxn ang="0">
                    <a:pos x="202" y="251"/>
                  </a:cxn>
                  <a:cxn ang="0">
                    <a:pos x="185" y="264"/>
                  </a:cxn>
                  <a:cxn ang="0">
                    <a:pos x="169" y="277"/>
                  </a:cxn>
                  <a:cxn ang="0">
                    <a:pos x="169" y="277"/>
                  </a:cxn>
                  <a:cxn ang="0">
                    <a:pos x="128" y="304"/>
                  </a:cxn>
                  <a:cxn ang="0">
                    <a:pos x="128" y="304"/>
                  </a:cxn>
                  <a:cxn ang="0">
                    <a:pos x="170" y="262"/>
                  </a:cxn>
                  <a:cxn ang="0">
                    <a:pos x="221" y="215"/>
                  </a:cxn>
                  <a:cxn ang="0">
                    <a:pos x="278" y="165"/>
                  </a:cxn>
                  <a:cxn ang="0">
                    <a:pos x="308" y="140"/>
                  </a:cxn>
                  <a:cxn ang="0">
                    <a:pos x="339" y="116"/>
                  </a:cxn>
                  <a:cxn ang="0">
                    <a:pos x="371" y="93"/>
                  </a:cxn>
                  <a:cxn ang="0">
                    <a:pos x="402" y="71"/>
                  </a:cxn>
                  <a:cxn ang="0">
                    <a:pos x="435" y="52"/>
                  </a:cxn>
                  <a:cxn ang="0">
                    <a:pos x="466" y="34"/>
                  </a:cxn>
                  <a:cxn ang="0">
                    <a:pos x="497" y="20"/>
                  </a:cxn>
                  <a:cxn ang="0">
                    <a:pos x="527" y="10"/>
                  </a:cxn>
                  <a:cxn ang="0">
                    <a:pos x="542" y="5"/>
                  </a:cxn>
                  <a:cxn ang="0">
                    <a:pos x="556" y="3"/>
                  </a:cxn>
                  <a:cxn ang="0">
                    <a:pos x="571" y="1"/>
                  </a:cxn>
                  <a:cxn ang="0">
                    <a:pos x="585" y="0"/>
                  </a:cxn>
                  <a:cxn ang="0">
                    <a:pos x="585" y="0"/>
                  </a:cxn>
                </a:cxnLst>
                <a:rect l="0" t="0" r="r" b="b"/>
                <a:pathLst>
                  <a:path w="585" h="390">
                    <a:moveTo>
                      <a:pt x="0" y="390"/>
                    </a:moveTo>
                    <a:lnTo>
                      <a:pt x="0" y="390"/>
                    </a:lnTo>
                    <a:lnTo>
                      <a:pt x="2" y="387"/>
                    </a:lnTo>
                    <a:lnTo>
                      <a:pt x="2" y="387"/>
                    </a:lnTo>
                    <a:lnTo>
                      <a:pt x="23" y="369"/>
                    </a:lnTo>
                    <a:lnTo>
                      <a:pt x="48" y="352"/>
                    </a:lnTo>
                    <a:lnTo>
                      <a:pt x="74" y="335"/>
                    </a:lnTo>
                    <a:lnTo>
                      <a:pt x="101" y="320"/>
                    </a:lnTo>
                    <a:lnTo>
                      <a:pt x="101" y="320"/>
                    </a:lnTo>
                    <a:lnTo>
                      <a:pt x="75" y="335"/>
                    </a:lnTo>
                    <a:lnTo>
                      <a:pt x="49" y="352"/>
                    </a:lnTo>
                    <a:lnTo>
                      <a:pt x="25" y="369"/>
                    </a:lnTo>
                    <a:lnTo>
                      <a:pt x="0" y="390"/>
                    </a:lnTo>
                    <a:lnTo>
                      <a:pt x="0" y="390"/>
                    </a:lnTo>
                    <a:close/>
                    <a:moveTo>
                      <a:pt x="585" y="0"/>
                    </a:moveTo>
                    <a:lnTo>
                      <a:pt x="585" y="0"/>
                    </a:lnTo>
                    <a:lnTo>
                      <a:pt x="545" y="14"/>
                    </a:lnTo>
                    <a:lnTo>
                      <a:pt x="522" y="25"/>
                    </a:lnTo>
                    <a:lnTo>
                      <a:pt x="496" y="37"/>
                    </a:lnTo>
                    <a:lnTo>
                      <a:pt x="463" y="55"/>
                    </a:lnTo>
                    <a:lnTo>
                      <a:pt x="427" y="78"/>
                    </a:lnTo>
                    <a:lnTo>
                      <a:pt x="382" y="108"/>
                    </a:lnTo>
                    <a:lnTo>
                      <a:pt x="329" y="146"/>
                    </a:lnTo>
                    <a:lnTo>
                      <a:pt x="329" y="146"/>
                    </a:lnTo>
                    <a:lnTo>
                      <a:pt x="304" y="165"/>
                    </a:lnTo>
                    <a:lnTo>
                      <a:pt x="281" y="184"/>
                    </a:lnTo>
                    <a:lnTo>
                      <a:pt x="239" y="219"/>
                    </a:lnTo>
                    <a:lnTo>
                      <a:pt x="202" y="251"/>
                    </a:lnTo>
                    <a:lnTo>
                      <a:pt x="185" y="264"/>
                    </a:lnTo>
                    <a:lnTo>
                      <a:pt x="169" y="277"/>
                    </a:lnTo>
                    <a:lnTo>
                      <a:pt x="169" y="277"/>
                    </a:lnTo>
                    <a:lnTo>
                      <a:pt x="128" y="304"/>
                    </a:lnTo>
                    <a:lnTo>
                      <a:pt x="128" y="304"/>
                    </a:lnTo>
                    <a:lnTo>
                      <a:pt x="170" y="262"/>
                    </a:lnTo>
                    <a:lnTo>
                      <a:pt x="221" y="215"/>
                    </a:lnTo>
                    <a:lnTo>
                      <a:pt x="278" y="165"/>
                    </a:lnTo>
                    <a:lnTo>
                      <a:pt x="308" y="140"/>
                    </a:lnTo>
                    <a:lnTo>
                      <a:pt x="339" y="116"/>
                    </a:lnTo>
                    <a:lnTo>
                      <a:pt x="371" y="93"/>
                    </a:lnTo>
                    <a:lnTo>
                      <a:pt x="402" y="71"/>
                    </a:lnTo>
                    <a:lnTo>
                      <a:pt x="435" y="52"/>
                    </a:lnTo>
                    <a:lnTo>
                      <a:pt x="466" y="34"/>
                    </a:lnTo>
                    <a:lnTo>
                      <a:pt x="497" y="20"/>
                    </a:lnTo>
                    <a:lnTo>
                      <a:pt x="527" y="10"/>
                    </a:lnTo>
                    <a:lnTo>
                      <a:pt x="542" y="5"/>
                    </a:lnTo>
                    <a:lnTo>
                      <a:pt x="556" y="3"/>
                    </a:lnTo>
                    <a:lnTo>
                      <a:pt x="571" y="1"/>
                    </a:lnTo>
                    <a:lnTo>
                      <a:pt x="585" y="0"/>
                    </a:lnTo>
                    <a:lnTo>
                      <a:pt x="585" y="0"/>
                    </a:lnTo>
                    <a:close/>
                  </a:path>
                </a:pathLst>
              </a:custGeom>
              <a:solidFill>
                <a:srgbClr val="8C6A5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9" name="Freeform 77"/>
              <p:cNvSpPr>
                <a:spLocks/>
              </p:cNvSpPr>
              <p:nvPr/>
            </p:nvSpPr>
            <p:spPr bwMode="auto">
              <a:xfrm rot="1800000">
                <a:off x="1067332" y="2718648"/>
                <a:ext cx="310264" cy="389878"/>
              </a:xfrm>
              <a:custGeom>
                <a:avLst/>
                <a:gdLst/>
                <a:ahLst/>
                <a:cxnLst>
                  <a:cxn ang="0">
                    <a:pos x="51" y="665"/>
                  </a:cxn>
                  <a:cxn ang="0">
                    <a:pos x="128" y="568"/>
                  </a:cxn>
                  <a:cxn ang="0">
                    <a:pos x="162" y="518"/>
                  </a:cxn>
                  <a:cxn ang="0">
                    <a:pos x="190" y="466"/>
                  </a:cxn>
                  <a:cxn ang="0">
                    <a:pos x="222" y="405"/>
                  </a:cxn>
                  <a:cxn ang="0">
                    <a:pos x="280" y="304"/>
                  </a:cxn>
                  <a:cxn ang="0">
                    <a:pos x="309" y="264"/>
                  </a:cxn>
                  <a:cxn ang="0">
                    <a:pos x="338" y="229"/>
                  </a:cxn>
                  <a:cxn ang="0">
                    <a:pos x="369" y="198"/>
                  </a:cxn>
                  <a:cxn ang="0">
                    <a:pos x="404" y="169"/>
                  </a:cxn>
                  <a:cxn ang="0">
                    <a:pos x="442" y="142"/>
                  </a:cxn>
                  <a:cxn ang="0">
                    <a:pos x="478" y="118"/>
                  </a:cxn>
                  <a:cxn ang="0">
                    <a:pos x="512" y="93"/>
                  </a:cxn>
                  <a:cxn ang="0">
                    <a:pos x="524" y="79"/>
                  </a:cxn>
                  <a:cxn ang="0">
                    <a:pos x="528" y="69"/>
                  </a:cxn>
                  <a:cxn ang="0">
                    <a:pos x="527" y="60"/>
                  </a:cxn>
                  <a:cxn ang="0">
                    <a:pos x="517" y="45"/>
                  </a:cxn>
                  <a:cxn ang="0">
                    <a:pos x="508" y="35"/>
                  </a:cxn>
                  <a:cxn ang="0">
                    <a:pos x="485" y="14"/>
                  </a:cxn>
                  <a:cxn ang="0">
                    <a:pos x="471" y="5"/>
                  </a:cxn>
                  <a:cxn ang="0">
                    <a:pos x="456" y="1"/>
                  </a:cxn>
                  <a:cxn ang="0">
                    <a:pos x="437" y="1"/>
                  </a:cxn>
                  <a:cxn ang="0">
                    <a:pos x="417" y="7"/>
                  </a:cxn>
                  <a:cxn ang="0">
                    <a:pos x="392" y="20"/>
                  </a:cxn>
                  <a:cxn ang="0">
                    <a:pos x="366" y="42"/>
                  </a:cxn>
                  <a:cxn ang="0">
                    <a:pos x="336" y="67"/>
                  </a:cxn>
                  <a:cxn ang="0">
                    <a:pos x="275" y="110"/>
                  </a:cxn>
                  <a:cxn ang="0">
                    <a:pos x="229" y="135"/>
                  </a:cxn>
                  <a:cxn ang="0">
                    <a:pos x="200" y="146"/>
                  </a:cxn>
                  <a:cxn ang="0">
                    <a:pos x="175" y="150"/>
                  </a:cxn>
                  <a:cxn ang="0">
                    <a:pos x="154" y="148"/>
                  </a:cxn>
                  <a:cxn ang="0">
                    <a:pos x="145" y="144"/>
                  </a:cxn>
                  <a:cxn ang="0">
                    <a:pos x="110" y="180"/>
                  </a:cxn>
                  <a:cxn ang="0">
                    <a:pos x="81" y="215"/>
                  </a:cxn>
                  <a:cxn ang="0">
                    <a:pos x="57" y="252"/>
                  </a:cxn>
                  <a:cxn ang="0">
                    <a:pos x="38" y="290"/>
                  </a:cxn>
                  <a:cxn ang="0">
                    <a:pos x="21" y="328"/>
                  </a:cxn>
                  <a:cxn ang="0">
                    <a:pos x="11" y="365"/>
                  </a:cxn>
                  <a:cxn ang="0">
                    <a:pos x="4" y="403"/>
                  </a:cxn>
                  <a:cxn ang="0">
                    <a:pos x="0" y="476"/>
                  </a:cxn>
                  <a:cxn ang="0">
                    <a:pos x="6" y="541"/>
                  </a:cxn>
                  <a:cxn ang="0">
                    <a:pos x="20" y="600"/>
                  </a:cxn>
                  <a:cxn ang="0">
                    <a:pos x="41" y="646"/>
                  </a:cxn>
                  <a:cxn ang="0">
                    <a:pos x="51" y="665"/>
                  </a:cxn>
                </a:cxnLst>
                <a:rect l="0" t="0" r="r" b="b"/>
                <a:pathLst>
                  <a:path w="528" h="665">
                    <a:moveTo>
                      <a:pt x="51" y="665"/>
                    </a:moveTo>
                    <a:lnTo>
                      <a:pt x="51" y="665"/>
                    </a:lnTo>
                    <a:lnTo>
                      <a:pt x="91" y="617"/>
                    </a:lnTo>
                    <a:lnTo>
                      <a:pt x="128" y="568"/>
                    </a:lnTo>
                    <a:lnTo>
                      <a:pt x="145" y="542"/>
                    </a:lnTo>
                    <a:lnTo>
                      <a:pt x="162" y="518"/>
                    </a:lnTo>
                    <a:lnTo>
                      <a:pt x="177" y="492"/>
                    </a:lnTo>
                    <a:lnTo>
                      <a:pt x="190" y="466"/>
                    </a:lnTo>
                    <a:lnTo>
                      <a:pt x="190" y="466"/>
                    </a:lnTo>
                    <a:lnTo>
                      <a:pt x="222" y="405"/>
                    </a:lnTo>
                    <a:lnTo>
                      <a:pt x="252" y="350"/>
                    </a:lnTo>
                    <a:lnTo>
                      <a:pt x="280" y="304"/>
                    </a:lnTo>
                    <a:lnTo>
                      <a:pt x="295" y="283"/>
                    </a:lnTo>
                    <a:lnTo>
                      <a:pt x="309" y="264"/>
                    </a:lnTo>
                    <a:lnTo>
                      <a:pt x="324" y="245"/>
                    </a:lnTo>
                    <a:lnTo>
                      <a:pt x="338" y="229"/>
                    </a:lnTo>
                    <a:lnTo>
                      <a:pt x="354" y="213"/>
                    </a:lnTo>
                    <a:lnTo>
                      <a:pt x="369" y="198"/>
                    </a:lnTo>
                    <a:lnTo>
                      <a:pt x="387" y="183"/>
                    </a:lnTo>
                    <a:lnTo>
                      <a:pt x="404" y="169"/>
                    </a:lnTo>
                    <a:lnTo>
                      <a:pt x="423" y="155"/>
                    </a:lnTo>
                    <a:lnTo>
                      <a:pt x="442" y="142"/>
                    </a:lnTo>
                    <a:lnTo>
                      <a:pt x="442" y="142"/>
                    </a:lnTo>
                    <a:lnTo>
                      <a:pt x="478" y="118"/>
                    </a:lnTo>
                    <a:lnTo>
                      <a:pt x="504" y="101"/>
                    </a:lnTo>
                    <a:lnTo>
                      <a:pt x="512" y="93"/>
                    </a:lnTo>
                    <a:lnTo>
                      <a:pt x="519" y="86"/>
                    </a:lnTo>
                    <a:lnTo>
                      <a:pt x="524" y="79"/>
                    </a:lnTo>
                    <a:lnTo>
                      <a:pt x="527" y="74"/>
                    </a:lnTo>
                    <a:lnTo>
                      <a:pt x="528" y="69"/>
                    </a:lnTo>
                    <a:lnTo>
                      <a:pt x="528" y="64"/>
                    </a:lnTo>
                    <a:lnTo>
                      <a:pt x="527" y="60"/>
                    </a:lnTo>
                    <a:lnTo>
                      <a:pt x="526" y="54"/>
                    </a:lnTo>
                    <a:lnTo>
                      <a:pt x="517" y="45"/>
                    </a:lnTo>
                    <a:lnTo>
                      <a:pt x="508" y="35"/>
                    </a:lnTo>
                    <a:lnTo>
                      <a:pt x="508" y="35"/>
                    </a:lnTo>
                    <a:lnTo>
                      <a:pt x="497" y="23"/>
                    </a:lnTo>
                    <a:lnTo>
                      <a:pt x="485" y="14"/>
                    </a:lnTo>
                    <a:lnTo>
                      <a:pt x="479" y="8"/>
                    </a:lnTo>
                    <a:lnTo>
                      <a:pt x="471" y="5"/>
                    </a:lnTo>
                    <a:lnTo>
                      <a:pt x="464" y="3"/>
                    </a:lnTo>
                    <a:lnTo>
                      <a:pt x="456" y="1"/>
                    </a:lnTo>
                    <a:lnTo>
                      <a:pt x="447" y="0"/>
                    </a:lnTo>
                    <a:lnTo>
                      <a:pt x="437" y="1"/>
                    </a:lnTo>
                    <a:lnTo>
                      <a:pt x="428" y="3"/>
                    </a:lnTo>
                    <a:lnTo>
                      <a:pt x="417" y="7"/>
                    </a:lnTo>
                    <a:lnTo>
                      <a:pt x="404" y="12"/>
                    </a:lnTo>
                    <a:lnTo>
                      <a:pt x="392" y="20"/>
                    </a:lnTo>
                    <a:lnTo>
                      <a:pt x="380" y="30"/>
                    </a:lnTo>
                    <a:lnTo>
                      <a:pt x="366" y="42"/>
                    </a:lnTo>
                    <a:lnTo>
                      <a:pt x="366" y="42"/>
                    </a:lnTo>
                    <a:lnTo>
                      <a:pt x="336" y="67"/>
                    </a:lnTo>
                    <a:lnTo>
                      <a:pt x="306" y="90"/>
                    </a:lnTo>
                    <a:lnTo>
                      <a:pt x="275" y="110"/>
                    </a:lnTo>
                    <a:lnTo>
                      <a:pt x="244" y="128"/>
                    </a:lnTo>
                    <a:lnTo>
                      <a:pt x="229" y="135"/>
                    </a:lnTo>
                    <a:lnTo>
                      <a:pt x="214" y="140"/>
                    </a:lnTo>
                    <a:lnTo>
                      <a:pt x="200" y="146"/>
                    </a:lnTo>
                    <a:lnTo>
                      <a:pt x="186" y="148"/>
                    </a:lnTo>
                    <a:lnTo>
                      <a:pt x="175" y="150"/>
                    </a:lnTo>
                    <a:lnTo>
                      <a:pt x="163" y="150"/>
                    </a:lnTo>
                    <a:lnTo>
                      <a:pt x="154" y="148"/>
                    </a:lnTo>
                    <a:lnTo>
                      <a:pt x="145" y="144"/>
                    </a:lnTo>
                    <a:lnTo>
                      <a:pt x="145" y="144"/>
                    </a:lnTo>
                    <a:lnTo>
                      <a:pt x="128" y="162"/>
                    </a:lnTo>
                    <a:lnTo>
                      <a:pt x="110" y="180"/>
                    </a:lnTo>
                    <a:lnTo>
                      <a:pt x="95" y="198"/>
                    </a:lnTo>
                    <a:lnTo>
                      <a:pt x="81" y="215"/>
                    </a:lnTo>
                    <a:lnTo>
                      <a:pt x="68" y="234"/>
                    </a:lnTo>
                    <a:lnTo>
                      <a:pt x="57" y="252"/>
                    </a:lnTo>
                    <a:lnTo>
                      <a:pt x="46" y="271"/>
                    </a:lnTo>
                    <a:lnTo>
                      <a:pt x="38" y="290"/>
                    </a:lnTo>
                    <a:lnTo>
                      <a:pt x="30" y="309"/>
                    </a:lnTo>
                    <a:lnTo>
                      <a:pt x="21" y="328"/>
                    </a:lnTo>
                    <a:lnTo>
                      <a:pt x="16" y="347"/>
                    </a:lnTo>
                    <a:lnTo>
                      <a:pt x="11" y="365"/>
                    </a:lnTo>
                    <a:lnTo>
                      <a:pt x="6" y="384"/>
                    </a:lnTo>
                    <a:lnTo>
                      <a:pt x="4" y="403"/>
                    </a:lnTo>
                    <a:lnTo>
                      <a:pt x="0" y="440"/>
                    </a:lnTo>
                    <a:lnTo>
                      <a:pt x="0" y="476"/>
                    </a:lnTo>
                    <a:lnTo>
                      <a:pt x="1" y="508"/>
                    </a:lnTo>
                    <a:lnTo>
                      <a:pt x="6" y="541"/>
                    </a:lnTo>
                    <a:lnTo>
                      <a:pt x="12" y="571"/>
                    </a:lnTo>
                    <a:lnTo>
                      <a:pt x="20" y="600"/>
                    </a:lnTo>
                    <a:lnTo>
                      <a:pt x="30" y="624"/>
                    </a:lnTo>
                    <a:lnTo>
                      <a:pt x="41" y="646"/>
                    </a:lnTo>
                    <a:lnTo>
                      <a:pt x="51" y="665"/>
                    </a:lnTo>
                    <a:lnTo>
                      <a:pt x="51" y="665"/>
                    </a:lnTo>
                    <a:close/>
                  </a:path>
                </a:pathLst>
              </a:custGeom>
              <a:solidFill>
                <a:srgbClr val="C99E8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70" name="Freeform 78"/>
              <p:cNvSpPr>
                <a:spLocks/>
              </p:cNvSpPr>
              <p:nvPr/>
            </p:nvSpPr>
            <p:spPr bwMode="auto">
              <a:xfrm rot="1800000">
                <a:off x="1418825" y="2711364"/>
                <a:ext cx="247040" cy="162742"/>
              </a:xfrm>
              <a:custGeom>
                <a:avLst/>
                <a:gdLst/>
                <a:ahLst/>
                <a:cxnLst>
                  <a:cxn ang="0">
                    <a:pos x="0" y="200"/>
                  </a:cxn>
                  <a:cxn ang="0">
                    <a:pos x="0" y="200"/>
                  </a:cxn>
                  <a:cxn ang="0">
                    <a:pos x="48" y="161"/>
                  </a:cxn>
                  <a:cxn ang="0">
                    <a:pos x="101" y="120"/>
                  </a:cxn>
                  <a:cxn ang="0">
                    <a:pos x="128" y="100"/>
                  </a:cxn>
                  <a:cxn ang="0">
                    <a:pos x="157" y="79"/>
                  </a:cxn>
                  <a:cxn ang="0">
                    <a:pos x="184" y="61"/>
                  </a:cxn>
                  <a:cxn ang="0">
                    <a:pos x="213" y="44"/>
                  </a:cxn>
                  <a:cxn ang="0">
                    <a:pos x="240" y="29"/>
                  </a:cxn>
                  <a:cxn ang="0">
                    <a:pos x="267" y="16"/>
                  </a:cxn>
                  <a:cxn ang="0">
                    <a:pos x="293" y="8"/>
                  </a:cxn>
                  <a:cxn ang="0">
                    <a:pos x="318" y="1"/>
                  </a:cxn>
                  <a:cxn ang="0">
                    <a:pos x="328" y="0"/>
                  </a:cxn>
                  <a:cxn ang="0">
                    <a:pos x="339" y="0"/>
                  </a:cxn>
                  <a:cxn ang="0">
                    <a:pos x="350" y="0"/>
                  </a:cxn>
                  <a:cxn ang="0">
                    <a:pos x="361" y="1"/>
                  </a:cxn>
                  <a:cxn ang="0">
                    <a:pos x="371" y="4"/>
                  </a:cxn>
                  <a:cxn ang="0">
                    <a:pos x="380" y="8"/>
                  </a:cxn>
                  <a:cxn ang="0">
                    <a:pos x="388" y="14"/>
                  </a:cxn>
                  <a:cxn ang="0">
                    <a:pos x="397" y="20"/>
                  </a:cxn>
                  <a:cxn ang="0">
                    <a:pos x="397" y="20"/>
                  </a:cxn>
                  <a:cxn ang="0">
                    <a:pos x="403" y="29"/>
                  </a:cxn>
                  <a:cxn ang="0">
                    <a:pos x="409" y="35"/>
                  </a:cxn>
                  <a:cxn ang="0">
                    <a:pos x="414" y="44"/>
                  </a:cxn>
                  <a:cxn ang="0">
                    <a:pos x="417" y="50"/>
                  </a:cxn>
                  <a:cxn ang="0">
                    <a:pos x="420" y="59"/>
                  </a:cxn>
                  <a:cxn ang="0">
                    <a:pos x="421" y="67"/>
                  </a:cxn>
                  <a:cxn ang="0">
                    <a:pos x="422" y="75"/>
                  </a:cxn>
                  <a:cxn ang="0">
                    <a:pos x="422" y="83"/>
                  </a:cxn>
                  <a:cxn ang="0">
                    <a:pos x="420" y="100"/>
                  </a:cxn>
                  <a:cxn ang="0">
                    <a:pos x="414" y="116"/>
                  </a:cxn>
                  <a:cxn ang="0">
                    <a:pos x="406" y="132"/>
                  </a:cxn>
                  <a:cxn ang="0">
                    <a:pos x="395" y="149"/>
                  </a:cxn>
                  <a:cxn ang="0">
                    <a:pos x="383" y="166"/>
                  </a:cxn>
                  <a:cxn ang="0">
                    <a:pos x="368" y="183"/>
                  </a:cxn>
                  <a:cxn ang="0">
                    <a:pos x="337" y="215"/>
                  </a:cxn>
                  <a:cxn ang="0">
                    <a:pos x="304" y="248"/>
                  </a:cxn>
                  <a:cxn ang="0">
                    <a:pos x="271" y="278"/>
                  </a:cxn>
                  <a:cxn ang="0">
                    <a:pos x="271" y="278"/>
                  </a:cxn>
                  <a:cxn ang="0">
                    <a:pos x="264" y="271"/>
                  </a:cxn>
                  <a:cxn ang="0">
                    <a:pos x="256" y="263"/>
                  </a:cxn>
                  <a:cxn ang="0">
                    <a:pos x="247" y="256"/>
                  </a:cxn>
                  <a:cxn ang="0">
                    <a:pos x="238" y="252"/>
                  </a:cxn>
                  <a:cxn ang="0">
                    <a:pos x="238" y="252"/>
                  </a:cxn>
                  <a:cxn ang="0">
                    <a:pos x="213" y="237"/>
                  </a:cxn>
                  <a:cxn ang="0">
                    <a:pos x="187" y="224"/>
                  </a:cxn>
                  <a:cxn ang="0">
                    <a:pos x="158" y="213"/>
                  </a:cxn>
                  <a:cxn ang="0">
                    <a:pos x="128" y="202"/>
                  </a:cxn>
                  <a:cxn ang="0">
                    <a:pos x="113" y="198"/>
                  </a:cxn>
                  <a:cxn ang="0">
                    <a:pos x="98" y="195"/>
                  </a:cxn>
                  <a:cxn ang="0">
                    <a:pos x="82" y="192"/>
                  </a:cxn>
                  <a:cxn ang="0">
                    <a:pos x="67" y="192"/>
                  </a:cxn>
                  <a:cxn ang="0">
                    <a:pos x="50" y="192"/>
                  </a:cxn>
                  <a:cxn ang="0">
                    <a:pos x="34" y="194"/>
                  </a:cxn>
                  <a:cxn ang="0">
                    <a:pos x="16" y="196"/>
                  </a:cxn>
                  <a:cxn ang="0">
                    <a:pos x="0" y="200"/>
                  </a:cxn>
                  <a:cxn ang="0">
                    <a:pos x="0" y="200"/>
                  </a:cxn>
                </a:cxnLst>
                <a:rect l="0" t="0" r="r" b="b"/>
                <a:pathLst>
                  <a:path w="422" h="278">
                    <a:moveTo>
                      <a:pt x="0" y="200"/>
                    </a:moveTo>
                    <a:lnTo>
                      <a:pt x="0" y="200"/>
                    </a:lnTo>
                    <a:lnTo>
                      <a:pt x="48" y="161"/>
                    </a:lnTo>
                    <a:lnTo>
                      <a:pt x="101" y="120"/>
                    </a:lnTo>
                    <a:lnTo>
                      <a:pt x="128" y="100"/>
                    </a:lnTo>
                    <a:lnTo>
                      <a:pt x="157" y="79"/>
                    </a:lnTo>
                    <a:lnTo>
                      <a:pt x="184" y="61"/>
                    </a:lnTo>
                    <a:lnTo>
                      <a:pt x="213" y="44"/>
                    </a:lnTo>
                    <a:lnTo>
                      <a:pt x="240" y="29"/>
                    </a:lnTo>
                    <a:lnTo>
                      <a:pt x="267" y="16"/>
                    </a:lnTo>
                    <a:lnTo>
                      <a:pt x="293" y="8"/>
                    </a:lnTo>
                    <a:lnTo>
                      <a:pt x="318" y="1"/>
                    </a:lnTo>
                    <a:lnTo>
                      <a:pt x="328" y="0"/>
                    </a:lnTo>
                    <a:lnTo>
                      <a:pt x="339" y="0"/>
                    </a:lnTo>
                    <a:lnTo>
                      <a:pt x="350" y="0"/>
                    </a:lnTo>
                    <a:lnTo>
                      <a:pt x="361" y="1"/>
                    </a:lnTo>
                    <a:lnTo>
                      <a:pt x="371" y="4"/>
                    </a:lnTo>
                    <a:lnTo>
                      <a:pt x="380" y="8"/>
                    </a:lnTo>
                    <a:lnTo>
                      <a:pt x="388" y="14"/>
                    </a:lnTo>
                    <a:lnTo>
                      <a:pt x="397" y="20"/>
                    </a:lnTo>
                    <a:lnTo>
                      <a:pt x="397" y="20"/>
                    </a:lnTo>
                    <a:lnTo>
                      <a:pt x="403" y="29"/>
                    </a:lnTo>
                    <a:lnTo>
                      <a:pt x="409" y="35"/>
                    </a:lnTo>
                    <a:lnTo>
                      <a:pt x="414" y="44"/>
                    </a:lnTo>
                    <a:lnTo>
                      <a:pt x="417" y="50"/>
                    </a:lnTo>
                    <a:lnTo>
                      <a:pt x="420" y="59"/>
                    </a:lnTo>
                    <a:lnTo>
                      <a:pt x="421" y="67"/>
                    </a:lnTo>
                    <a:lnTo>
                      <a:pt x="422" y="75"/>
                    </a:lnTo>
                    <a:lnTo>
                      <a:pt x="422" y="83"/>
                    </a:lnTo>
                    <a:lnTo>
                      <a:pt x="420" y="100"/>
                    </a:lnTo>
                    <a:lnTo>
                      <a:pt x="414" y="116"/>
                    </a:lnTo>
                    <a:lnTo>
                      <a:pt x="406" y="132"/>
                    </a:lnTo>
                    <a:lnTo>
                      <a:pt x="395" y="149"/>
                    </a:lnTo>
                    <a:lnTo>
                      <a:pt x="383" y="166"/>
                    </a:lnTo>
                    <a:lnTo>
                      <a:pt x="368" y="183"/>
                    </a:lnTo>
                    <a:lnTo>
                      <a:pt x="337" y="215"/>
                    </a:lnTo>
                    <a:lnTo>
                      <a:pt x="304" y="248"/>
                    </a:lnTo>
                    <a:lnTo>
                      <a:pt x="271" y="278"/>
                    </a:lnTo>
                    <a:lnTo>
                      <a:pt x="271" y="278"/>
                    </a:lnTo>
                    <a:lnTo>
                      <a:pt x="264" y="271"/>
                    </a:lnTo>
                    <a:lnTo>
                      <a:pt x="256" y="263"/>
                    </a:lnTo>
                    <a:lnTo>
                      <a:pt x="247" y="256"/>
                    </a:lnTo>
                    <a:lnTo>
                      <a:pt x="238" y="252"/>
                    </a:lnTo>
                    <a:lnTo>
                      <a:pt x="238" y="252"/>
                    </a:lnTo>
                    <a:lnTo>
                      <a:pt x="213" y="237"/>
                    </a:lnTo>
                    <a:lnTo>
                      <a:pt x="187" y="224"/>
                    </a:lnTo>
                    <a:lnTo>
                      <a:pt x="158" y="213"/>
                    </a:lnTo>
                    <a:lnTo>
                      <a:pt x="128" y="202"/>
                    </a:lnTo>
                    <a:lnTo>
                      <a:pt x="113" y="198"/>
                    </a:lnTo>
                    <a:lnTo>
                      <a:pt x="98" y="195"/>
                    </a:lnTo>
                    <a:lnTo>
                      <a:pt x="82" y="192"/>
                    </a:lnTo>
                    <a:lnTo>
                      <a:pt x="67" y="192"/>
                    </a:lnTo>
                    <a:lnTo>
                      <a:pt x="50" y="192"/>
                    </a:lnTo>
                    <a:lnTo>
                      <a:pt x="34" y="194"/>
                    </a:lnTo>
                    <a:lnTo>
                      <a:pt x="16" y="196"/>
                    </a:lnTo>
                    <a:lnTo>
                      <a:pt x="0" y="200"/>
                    </a:lnTo>
                    <a:lnTo>
                      <a:pt x="0" y="200"/>
                    </a:lnTo>
                    <a:close/>
                  </a:path>
                </a:pathLst>
              </a:custGeom>
              <a:solidFill>
                <a:srgbClr val="BD9079"/>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71" name="Freeform 79"/>
              <p:cNvSpPr>
                <a:spLocks/>
              </p:cNvSpPr>
              <p:nvPr/>
            </p:nvSpPr>
            <p:spPr bwMode="auto">
              <a:xfrm rot="1800000">
                <a:off x="1556412" y="2754230"/>
                <a:ext cx="104202" cy="100689"/>
              </a:xfrm>
              <a:custGeom>
                <a:avLst/>
                <a:gdLst/>
                <a:ahLst/>
                <a:cxnLst>
                  <a:cxn ang="0">
                    <a:pos x="38" y="143"/>
                  </a:cxn>
                  <a:cxn ang="0">
                    <a:pos x="38" y="143"/>
                  </a:cxn>
                  <a:cxn ang="0">
                    <a:pos x="21" y="117"/>
                  </a:cxn>
                  <a:cxn ang="0">
                    <a:pos x="13" y="105"/>
                  </a:cxn>
                  <a:cxn ang="0">
                    <a:pos x="6" y="92"/>
                  </a:cxn>
                  <a:cxn ang="0">
                    <a:pos x="2" y="80"/>
                  </a:cxn>
                  <a:cxn ang="0">
                    <a:pos x="0" y="69"/>
                  </a:cxn>
                  <a:cxn ang="0">
                    <a:pos x="2" y="65"/>
                  </a:cxn>
                  <a:cxn ang="0">
                    <a:pos x="3" y="60"/>
                  </a:cxn>
                  <a:cxn ang="0">
                    <a:pos x="6" y="56"/>
                  </a:cxn>
                  <a:cxn ang="0">
                    <a:pos x="10" y="50"/>
                  </a:cxn>
                  <a:cxn ang="0">
                    <a:pos x="10" y="50"/>
                  </a:cxn>
                  <a:cxn ang="0">
                    <a:pos x="21" y="41"/>
                  </a:cxn>
                  <a:cxn ang="0">
                    <a:pos x="36" y="30"/>
                  </a:cxn>
                  <a:cxn ang="0">
                    <a:pos x="53" y="17"/>
                  </a:cxn>
                  <a:cxn ang="0">
                    <a:pos x="74" y="8"/>
                  </a:cxn>
                  <a:cxn ang="0">
                    <a:pos x="85" y="4"/>
                  </a:cxn>
                  <a:cxn ang="0">
                    <a:pos x="96" y="1"/>
                  </a:cxn>
                  <a:cxn ang="0">
                    <a:pos x="107" y="0"/>
                  </a:cxn>
                  <a:cxn ang="0">
                    <a:pos x="117" y="0"/>
                  </a:cxn>
                  <a:cxn ang="0">
                    <a:pos x="128" y="1"/>
                  </a:cxn>
                  <a:cxn ang="0">
                    <a:pos x="138" y="5"/>
                  </a:cxn>
                  <a:cxn ang="0">
                    <a:pos x="149" y="11"/>
                  </a:cxn>
                  <a:cxn ang="0">
                    <a:pos x="158" y="17"/>
                  </a:cxn>
                  <a:cxn ang="0">
                    <a:pos x="158" y="17"/>
                  </a:cxn>
                  <a:cxn ang="0">
                    <a:pos x="167" y="27"/>
                  </a:cxn>
                  <a:cxn ang="0">
                    <a:pos x="172" y="36"/>
                  </a:cxn>
                  <a:cxn ang="0">
                    <a:pos x="176" y="46"/>
                  </a:cxn>
                  <a:cxn ang="0">
                    <a:pos x="179" y="56"/>
                  </a:cxn>
                  <a:cxn ang="0">
                    <a:pos x="179" y="65"/>
                  </a:cxn>
                  <a:cxn ang="0">
                    <a:pos x="177" y="73"/>
                  </a:cxn>
                  <a:cxn ang="0">
                    <a:pos x="176" y="83"/>
                  </a:cxn>
                  <a:cxn ang="0">
                    <a:pos x="172" y="92"/>
                  </a:cxn>
                  <a:cxn ang="0">
                    <a:pos x="168" y="102"/>
                  </a:cxn>
                  <a:cxn ang="0">
                    <a:pos x="161" y="110"/>
                  </a:cxn>
                  <a:cxn ang="0">
                    <a:pos x="149" y="126"/>
                  </a:cxn>
                  <a:cxn ang="0">
                    <a:pos x="132" y="141"/>
                  </a:cxn>
                  <a:cxn ang="0">
                    <a:pos x="117" y="154"/>
                  </a:cxn>
                  <a:cxn ang="0">
                    <a:pos x="117" y="154"/>
                  </a:cxn>
                  <a:cxn ang="0">
                    <a:pos x="103" y="163"/>
                  </a:cxn>
                  <a:cxn ang="0">
                    <a:pos x="90" y="169"/>
                  </a:cxn>
                  <a:cxn ang="0">
                    <a:pos x="81" y="171"/>
                  </a:cxn>
                  <a:cxn ang="0">
                    <a:pos x="71" y="171"/>
                  </a:cxn>
                  <a:cxn ang="0">
                    <a:pos x="64" y="169"/>
                  </a:cxn>
                  <a:cxn ang="0">
                    <a:pos x="56" y="162"/>
                  </a:cxn>
                  <a:cxn ang="0">
                    <a:pos x="48" y="154"/>
                  </a:cxn>
                  <a:cxn ang="0">
                    <a:pos x="38" y="143"/>
                  </a:cxn>
                  <a:cxn ang="0">
                    <a:pos x="38" y="143"/>
                  </a:cxn>
                </a:cxnLst>
                <a:rect l="0" t="0" r="r" b="b"/>
                <a:pathLst>
                  <a:path w="179" h="171">
                    <a:moveTo>
                      <a:pt x="38" y="143"/>
                    </a:moveTo>
                    <a:lnTo>
                      <a:pt x="38" y="143"/>
                    </a:lnTo>
                    <a:lnTo>
                      <a:pt x="21" y="117"/>
                    </a:lnTo>
                    <a:lnTo>
                      <a:pt x="13" y="105"/>
                    </a:lnTo>
                    <a:lnTo>
                      <a:pt x="6" y="92"/>
                    </a:lnTo>
                    <a:lnTo>
                      <a:pt x="2" y="80"/>
                    </a:lnTo>
                    <a:lnTo>
                      <a:pt x="0" y="69"/>
                    </a:lnTo>
                    <a:lnTo>
                      <a:pt x="2" y="65"/>
                    </a:lnTo>
                    <a:lnTo>
                      <a:pt x="3" y="60"/>
                    </a:lnTo>
                    <a:lnTo>
                      <a:pt x="6" y="56"/>
                    </a:lnTo>
                    <a:lnTo>
                      <a:pt x="10" y="50"/>
                    </a:lnTo>
                    <a:lnTo>
                      <a:pt x="10" y="50"/>
                    </a:lnTo>
                    <a:lnTo>
                      <a:pt x="21" y="41"/>
                    </a:lnTo>
                    <a:lnTo>
                      <a:pt x="36" y="30"/>
                    </a:lnTo>
                    <a:lnTo>
                      <a:pt x="53" y="17"/>
                    </a:lnTo>
                    <a:lnTo>
                      <a:pt x="74" y="8"/>
                    </a:lnTo>
                    <a:lnTo>
                      <a:pt x="85" y="4"/>
                    </a:lnTo>
                    <a:lnTo>
                      <a:pt x="96" y="1"/>
                    </a:lnTo>
                    <a:lnTo>
                      <a:pt x="107" y="0"/>
                    </a:lnTo>
                    <a:lnTo>
                      <a:pt x="117" y="0"/>
                    </a:lnTo>
                    <a:lnTo>
                      <a:pt x="128" y="1"/>
                    </a:lnTo>
                    <a:lnTo>
                      <a:pt x="138" y="5"/>
                    </a:lnTo>
                    <a:lnTo>
                      <a:pt x="149" y="11"/>
                    </a:lnTo>
                    <a:lnTo>
                      <a:pt x="158" y="17"/>
                    </a:lnTo>
                    <a:lnTo>
                      <a:pt x="158" y="17"/>
                    </a:lnTo>
                    <a:lnTo>
                      <a:pt x="167" y="27"/>
                    </a:lnTo>
                    <a:lnTo>
                      <a:pt x="172" y="36"/>
                    </a:lnTo>
                    <a:lnTo>
                      <a:pt x="176" y="46"/>
                    </a:lnTo>
                    <a:lnTo>
                      <a:pt x="179" y="56"/>
                    </a:lnTo>
                    <a:lnTo>
                      <a:pt x="179" y="65"/>
                    </a:lnTo>
                    <a:lnTo>
                      <a:pt x="177" y="73"/>
                    </a:lnTo>
                    <a:lnTo>
                      <a:pt x="176" y="83"/>
                    </a:lnTo>
                    <a:lnTo>
                      <a:pt x="172" y="92"/>
                    </a:lnTo>
                    <a:lnTo>
                      <a:pt x="168" y="102"/>
                    </a:lnTo>
                    <a:lnTo>
                      <a:pt x="161" y="110"/>
                    </a:lnTo>
                    <a:lnTo>
                      <a:pt x="149" y="126"/>
                    </a:lnTo>
                    <a:lnTo>
                      <a:pt x="132" y="141"/>
                    </a:lnTo>
                    <a:lnTo>
                      <a:pt x="117" y="154"/>
                    </a:lnTo>
                    <a:lnTo>
                      <a:pt x="117" y="154"/>
                    </a:lnTo>
                    <a:lnTo>
                      <a:pt x="103" y="163"/>
                    </a:lnTo>
                    <a:lnTo>
                      <a:pt x="90" y="169"/>
                    </a:lnTo>
                    <a:lnTo>
                      <a:pt x="81" y="171"/>
                    </a:lnTo>
                    <a:lnTo>
                      <a:pt x="71" y="171"/>
                    </a:lnTo>
                    <a:lnTo>
                      <a:pt x="64" y="169"/>
                    </a:lnTo>
                    <a:lnTo>
                      <a:pt x="56" y="162"/>
                    </a:lnTo>
                    <a:lnTo>
                      <a:pt x="48" y="154"/>
                    </a:lnTo>
                    <a:lnTo>
                      <a:pt x="38" y="143"/>
                    </a:lnTo>
                    <a:lnTo>
                      <a:pt x="38" y="143"/>
                    </a:lnTo>
                    <a:close/>
                  </a:path>
                </a:pathLst>
              </a:custGeom>
              <a:solidFill>
                <a:srgbClr val="DBBCAD"/>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72" name="Freeform 80"/>
              <p:cNvSpPr>
                <a:spLocks noEditPoints="1"/>
              </p:cNvSpPr>
              <p:nvPr/>
            </p:nvSpPr>
            <p:spPr bwMode="auto">
              <a:xfrm rot="1800000">
                <a:off x="1436237" y="2776753"/>
                <a:ext cx="81956" cy="96006"/>
              </a:xfrm>
              <a:custGeom>
                <a:avLst/>
                <a:gdLst/>
                <a:ahLst/>
                <a:cxnLst>
                  <a:cxn ang="0">
                    <a:pos x="62" y="148"/>
                  </a:cxn>
                  <a:cxn ang="0">
                    <a:pos x="62" y="148"/>
                  </a:cxn>
                  <a:cxn ang="0">
                    <a:pos x="73" y="157"/>
                  </a:cxn>
                  <a:cxn ang="0">
                    <a:pos x="83" y="163"/>
                  </a:cxn>
                  <a:cxn ang="0">
                    <a:pos x="83" y="163"/>
                  </a:cxn>
                  <a:cxn ang="0">
                    <a:pos x="62" y="139"/>
                  </a:cxn>
                  <a:cxn ang="0">
                    <a:pos x="62" y="148"/>
                  </a:cxn>
                  <a:cxn ang="0">
                    <a:pos x="62" y="148"/>
                  </a:cxn>
                  <a:cxn ang="0">
                    <a:pos x="62" y="20"/>
                  </a:cxn>
                  <a:cxn ang="0">
                    <a:pos x="62" y="12"/>
                  </a:cxn>
                  <a:cxn ang="0">
                    <a:pos x="62" y="12"/>
                  </a:cxn>
                  <a:cxn ang="0">
                    <a:pos x="75" y="22"/>
                  </a:cxn>
                  <a:cxn ang="0">
                    <a:pos x="87" y="33"/>
                  </a:cxn>
                  <a:cxn ang="0">
                    <a:pos x="98" y="46"/>
                  </a:cxn>
                  <a:cxn ang="0">
                    <a:pos x="109" y="60"/>
                  </a:cxn>
                  <a:cxn ang="0">
                    <a:pos x="118" y="73"/>
                  </a:cxn>
                  <a:cxn ang="0">
                    <a:pos x="126" y="88"/>
                  </a:cxn>
                  <a:cxn ang="0">
                    <a:pos x="133" y="105"/>
                  </a:cxn>
                  <a:cxn ang="0">
                    <a:pos x="139" y="120"/>
                  </a:cxn>
                  <a:cxn ang="0">
                    <a:pos x="139" y="120"/>
                  </a:cxn>
                  <a:cxn ang="0">
                    <a:pos x="100" y="67"/>
                  </a:cxn>
                  <a:cxn ang="0">
                    <a:pos x="81" y="42"/>
                  </a:cxn>
                  <a:cxn ang="0">
                    <a:pos x="62" y="20"/>
                  </a:cxn>
                  <a:cxn ang="0">
                    <a:pos x="62" y="20"/>
                  </a:cxn>
                  <a:cxn ang="0">
                    <a:pos x="0" y="50"/>
                  </a:cxn>
                  <a:cxn ang="0">
                    <a:pos x="0" y="50"/>
                  </a:cxn>
                  <a:cxn ang="0">
                    <a:pos x="4" y="64"/>
                  </a:cxn>
                  <a:cxn ang="0">
                    <a:pos x="9" y="77"/>
                  </a:cxn>
                  <a:cxn ang="0">
                    <a:pos x="16" y="91"/>
                  </a:cxn>
                  <a:cxn ang="0">
                    <a:pos x="24" y="103"/>
                  </a:cxn>
                  <a:cxn ang="0">
                    <a:pos x="34" y="117"/>
                  </a:cxn>
                  <a:cxn ang="0">
                    <a:pos x="43" y="128"/>
                  </a:cxn>
                  <a:cxn ang="0">
                    <a:pos x="53" y="139"/>
                  </a:cxn>
                  <a:cxn ang="0">
                    <a:pos x="62" y="148"/>
                  </a:cxn>
                  <a:cxn ang="0">
                    <a:pos x="62" y="139"/>
                  </a:cxn>
                  <a:cxn ang="0">
                    <a:pos x="62" y="139"/>
                  </a:cxn>
                  <a:cxn ang="0">
                    <a:pos x="30" y="95"/>
                  </a:cxn>
                  <a:cxn ang="0">
                    <a:pos x="13" y="72"/>
                  </a:cxn>
                  <a:cxn ang="0">
                    <a:pos x="0" y="50"/>
                  </a:cxn>
                  <a:cxn ang="0">
                    <a:pos x="0" y="50"/>
                  </a:cxn>
                  <a:cxn ang="0">
                    <a:pos x="62" y="12"/>
                  </a:cxn>
                  <a:cxn ang="0">
                    <a:pos x="62" y="20"/>
                  </a:cxn>
                  <a:cxn ang="0">
                    <a:pos x="62" y="20"/>
                  </a:cxn>
                  <a:cxn ang="0">
                    <a:pos x="43" y="0"/>
                  </a:cxn>
                  <a:cxn ang="0">
                    <a:pos x="43" y="0"/>
                  </a:cxn>
                  <a:cxn ang="0">
                    <a:pos x="53" y="5"/>
                  </a:cxn>
                  <a:cxn ang="0">
                    <a:pos x="62" y="12"/>
                  </a:cxn>
                  <a:cxn ang="0">
                    <a:pos x="62" y="12"/>
                  </a:cxn>
                </a:cxnLst>
                <a:rect l="0" t="0" r="r" b="b"/>
                <a:pathLst>
                  <a:path w="139" h="163">
                    <a:moveTo>
                      <a:pt x="62" y="148"/>
                    </a:moveTo>
                    <a:lnTo>
                      <a:pt x="62" y="148"/>
                    </a:lnTo>
                    <a:lnTo>
                      <a:pt x="73" y="157"/>
                    </a:lnTo>
                    <a:lnTo>
                      <a:pt x="83" y="163"/>
                    </a:lnTo>
                    <a:lnTo>
                      <a:pt x="83" y="163"/>
                    </a:lnTo>
                    <a:lnTo>
                      <a:pt x="62" y="139"/>
                    </a:lnTo>
                    <a:lnTo>
                      <a:pt x="62" y="148"/>
                    </a:lnTo>
                    <a:lnTo>
                      <a:pt x="62" y="148"/>
                    </a:lnTo>
                    <a:close/>
                    <a:moveTo>
                      <a:pt x="62" y="20"/>
                    </a:moveTo>
                    <a:lnTo>
                      <a:pt x="62" y="12"/>
                    </a:lnTo>
                    <a:lnTo>
                      <a:pt x="62" y="12"/>
                    </a:lnTo>
                    <a:lnTo>
                      <a:pt x="75" y="22"/>
                    </a:lnTo>
                    <a:lnTo>
                      <a:pt x="87" y="33"/>
                    </a:lnTo>
                    <a:lnTo>
                      <a:pt x="98" y="46"/>
                    </a:lnTo>
                    <a:lnTo>
                      <a:pt x="109" y="60"/>
                    </a:lnTo>
                    <a:lnTo>
                      <a:pt x="118" y="73"/>
                    </a:lnTo>
                    <a:lnTo>
                      <a:pt x="126" y="88"/>
                    </a:lnTo>
                    <a:lnTo>
                      <a:pt x="133" y="105"/>
                    </a:lnTo>
                    <a:lnTo>
                      <a:pt x="139" y="120"/>
                    </a:lnTo>
                    <a:lnTo>
                      <a:pt x="139" y="120"/>
                    </a:lnTo>
                    <a:lnTo>
                      <a:pt x="100" y="67"/>
                    </a:lnTo>
                    <a:lnTo>
                      <a:pt x="81" y="42"/>
                    </a:lnTo>
                    <a:lnTo>
                      <a:pt x="62" y="20"/>
                    </a:lnTo>
                    <a:lnTo>
                      <a:pt x="62" y="20"/>
                    </a:lnTo>
                    <a:close/>
                    <a:moveTo>
                      <a:pt x="0" y="50"/>
                    </a:moveTo>
                    <a:lnTo>
                      <a:pt x="0" y="50"/>
                    </a:lnTo>
                    <a:lnTo>
                      <a:pt x="4" y="64"/>
                    </a:lnTo>
                    <a:lnTo>
                      <a:pt x="9" y="77"/>
                    </a:lnTo>
                    <a:lnTo>
                      <a:pt x="16" y="91"/>
                    </a:lnTo>
                    <a:lnTo>
                      <a:pt x="24" y="103"/>
                    </a:lnTo>
                    <a:lnTo>
                      <a:pt x="34" y="117"/>
                    </a:lnTo>
                    <a:lnTo>
                      <a:pt x="43" y="128"/>
                    </a:lnTo>
                    <a:lnTo>
                      <a:pt x="53" y="139"/>
                    </a:lnTo>
                    <a:lnTo>
                      <a:pt x="62" y="148"/>
                    </a:lnTo>
                    <a:lnTo>
                      <a:pt x="62" y="139"/>
                    </a:lnTo>
                    <a:lnTo>
                      <a:pt x="62" y="139"/>
                    </a:lnTo>
                    <a:lnTo>
                      <a:pt x="30" y="95"/>
                    </a:lnTo>
                    <a:lnTo>
                      <a:pt x="13" y="72"/>
                    </a:lnTo>
                    <a:lnTo>
                      <a:pt x="0" y="50"/>
                    </a:lnTo>
                    <a:lnTo>
                      <a:pt x="0" y="50"/>
                    </a:lnTo>
                    <a:close/>
                    <a:moveTo>
                      <a:pt x="62" y="12"/>
                    </a:moveTo>
                    <a:lnTo>
                      <a:pt x="62" y="20"/>
                    </a:lnTo>
                    <a:lnTo>
                      <a:pt x="62" y="20"/>
                    </a:lnTo>
                    <a:lnTo>
                      <a:pt x="43" y="0"/>
                    </a:lnTo>
                    <a:lnTo>
                      <a:pt x="43" y="0"/>
                    </a:lnTo>
                    <a:lnTo>
                      <a:pt x="53" y="5"/>
                    </a:lnTo>
                    <a:lnTo>
                      <a:pt x="62" y="12"/>
                    </a:lnTo>
                    <a:lnTo>
                      <a:pt x="62" y="12"/>
                    </a:lnTo>
                    <a:close/>
                  </a:path>
                </a:pathLst>
              </a:custGeom>
              <a:solidFill>
                <a:srgbClr val="8C6A58"/>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73" name="Freeform 150"/>
              <p:cNvSpPr>
                <a:spLocks/>
              </p:cNvSpPr>
              <p:nvPr/>
            </p:nvSpPr>
            <p:spPr bwMode="auto">
              <a:xfrm rot="1800000">
                <a:off x="2295056" y="3825072"/>
                <a:ext cx="347730" cy="251723"/>
              </a:xfrm>
              <a:custGeom>
                <a:avLst/>
                <a:gdLst/>
                <a:ahLst/>
                <a:cxnLst>
                  <a:cxn ang="0">
                    <a:pos x="35" y="416"/>
                  </a:cxn>
                  <a:cxn ang="0">
                    <a:pos x="35" y="416"/>
                  </a:cxn>
                  <a:cxn ang="0">
                    <a:pos x="31" y="413"/>
                  </a:cxn>
                  <a:cxn ang="0">
                    <a:pos x="27" y="410"/>
                  </a:cxn>
                  <a:cxn ang="0">
                    <a:pos x="20" y="404"/>
                  </a:cxn>
                  <a:cxn ang="0">
                    <a:pos x="15" y="393"/>
                  </a:cxn>
                  <a:cxn ang="0">
                    <a:pos x="10" y="382"/>
                  </a:cxn>
                  <a:cxn ang="0">
                    <a:pos x="3" y="361"/>
                  </a:cxn>
                  <a:cxn ang="0">
                    <a:pos x="0" y="353"/>
                  </a:cxn>
                  <a:cxn ang="0">
                    <a:pos x="0" y="353"/>
                  </a:cxn>
                  <a:cxn ang="0">
                    <a:pos x="14" y="338"/>
                  </a:cxn>
                  <a:cxn ang="0">
                    <a:pos x="34" y="320"/>
                  </a:cxn>
                  <a:cxn ang="0">
                    <a:pos x="60" y="301"/>
                  </a:cxn>
                  <a:cxn ang="0">
                    <a:pos x="90" y="278"/>
                  </a:cxn>
                  <a:cxn ang="0">
                    <a:pos x="162" y="229"/>
                  </a:cxn>
                  <a:cxn ang="0">
                    <a:pos x="245" y="176"/>
                  </a:cxn>
                  <a:cxn ang="0">
                    <a:pos x="332" y="123"/>
                  </a:cxn>
                  <a:cxn ang="0">
                    <a:pos x="420" y="72"/>
                  </a:cxn>
                  <a:cxn ang="0">
                    <a:pos x="461" y="51"/>
                  </a:cxn>
                  <a:cxn ang="0">
                    <a:pos x="500" y="30"/>
                  </a:cxn>
                  <a:cxn ang="0">
                    <a:pos x="535" y="14"/>
                  </a:cxn>
                  <a:cxn ang="0">
                    <a:pos x="568" y="0"/>
                  </a:cxn>
                  <a:cxn ang="0">
                    <a:pos x="568" y="0"/>
                  </a:cxn>
                  <a:cxn ang="0">
                    <a:pos x="575" y="7"/>
                  </a:cxn>
                  <a:cxn ang="0">
                    <a:pos x="580" y="17"/>
                  </a:cxn>
                  <a:cxn ang="0">
                    <a:pos x="586" y="29"/>
                  </a:cxn>
                  <a:cxn ang="0">
                    <a:pos x="591" y="45"/>
                  </a:cxn>
                  <a:cxn ang="0">
                    <a:pos x="593" y="55"/>
                  </a:cxn>
                  <a:cxn ang="0">
                    <a:pos x="594" y="66"/>
                  </a:cxn>
                  <a:cxn ang="0">
                    <a:pos x="595" y="78"/>
                  </a:cxn>
                  <a:cxn ang="0">
                    <a:pos x="594" y="90"/>
                  </a:cxn>
                  <a:cxn ang="0">
                    <a:pos x="593" y="104"/>
                  </a:cxn>
                  <a:cxn ang="0">
                    <a:pos x="589" y="119"/>
                  </a:cxn>
                  <a:cxn ang="0">
                    <a:pos x="589" y="119"/>
                  </a:cxn>
                  <a:cxn ang="0">
                    <a:pos x="586" y="126"/>
                  </a:cxn>
                  <a:cxn ang="0">
                    <a:pos x="580" y="135"/>
                  </a:cxn>
                  <a:cxn ang="0">
                    <a:pos x="574" y="146"/>
                  </a:cxn>
                  <a:cxn ang="0">
                    <a:pos x="565" y="157"/>
                  </a:cxn>
                  <a:cxn ang="0">
                    <a:pos x="542" y="183"/>
                  </a:cxn>
                  <a:cxn ang="0">
                    <a:pos x="512" y="210"/>
                  </a:cxn>
                  <a:cxn ang="0">
                    <a:pos x="478" y="239"/>
                  </a:cxn>
                  <a:cxn ang="0">
                    <a:pos x="440" y="269"/>
                  </a:cxn>
                  <a:cxn ang="0">
                    <a:pos x="398" y="299"/>
                  </a:cxn>
                  <a:cxn ang="0">
                    <a:pos x="354" y="327"/>
                  </a:cxn>
                  <a:cxn ang="0">
                    <a:pos x="308" y="355"/>
                  </a:cxn>
                  <a:cxn ang="0">
                    <a:pos x="263" y="379"/>
                  </a:cxn>
                  <a:cxn ang="0">
                    <a:pos x="240" y="389"/>
                  </a:cxn>
                  <a:cxn ang="0">
                    <a:pos x="218" y="400"/>
                  </a:cxn>
                  <a:cxn ang="0">
                    <a:pos x="196" y="408"/>
                  </a:cxn>
                  <a:cxn ang="0">
                    <a:pos x="174" y="415"/>
                  </a:cxn>
                  <a:cxn ang="0">
                    <a:pos x="154" y="421"/>
                  </a:cxn>
                  <a:cxn ang="0">
                    <a:pos x="134" y="425"/>
                  </a:cxn>
                  <a:cxn ang="0">
                    <a:pos x="114" y="428"/>
                  </a:cxn>
                  <a:cxn ang="0">
                    <a:pos x="95" y="430"/>
                  </a:cxn>
                  <a:cxn ang="0">
                    <a:pos x="79" y="430"/>
                  </a:cxn>
                  <a:cxn ang="0">
                    <a:pos x="63" y="427"/>
                  </a:cxn>
                  <a:cxn ang="0">
                    <a:pos x="48" y="423"/>
                  </a:cxn>
                  <a:cxn ang="0">
                    <a:pos x="35" y="416"/>
                  </a:cxn>
                  <a:cxn ang="0">
                    <a:pos x="35" y="416"/>
                  </a:cxn>
                </a:cxnLst>
                <a:rect l="0" t="0" r="r" b="b"/>
                <a:pathLst>
                  <a:path w="595" h="430">
                    <a:moveTo>
                      <a:pt x="35" y="416"/>
                    </a:moveTo>
                    <a:lnTo>
                      <a:pt x="35" y="416"/>
                    </a:lnTo>
                    <a:lnTo>
                      <a:pt x="31" y="413"/>
                    </a:lnTo>
                    <a:lnTo>
                      <a:pt x="27" y="410"/>
                    </a:lnTo>
                    <a:lnTo>
                      <a:pt x="20" y="404"/>
                    </a:lnTo>
                    <a:lnTo>
                      <a:pt x="15" y="393"/>
                    </a:lnTo>
                    <a:lnTo>
                      <a:pt x="10" y="382"/>
                    </a:lnTo>
                    <a:lnTo>
                      <a:pt x="3" y="361"/>
                    </a:lnTo>
                    <a:lnTo>
                      <a:pt x="0" y="353"/>
                    </a:lnTo>
                    <a:lnTo>
                      <a:pt x="0" y="353"/>
                    </a:lnTo>
                    <a:lnTo>
                      <a:pt x="14" y="338"/>
                    </a:lnTo>
                    <a:lnTo>
                      <a:pt x="34" y="320"/>
                    </a:lnTo>
                    <a:lnTo>
                      <a:pt x="60" y="301"/>
                    </a:lnTo>
                    <a:lnTo>
                      <a:pt x="90" y="278"/>
                    </a:lnTo>
                    <a:lnTo>
                      <a:pt x="162" y="229"/>
                    </a:lnTo>
                    <a:lnTo>
                      <a:pt x="245" y="176"/>
                    </a:lnTo>
                    <a:lnTo>
                      <a:pt x="332" y="123"/>
                    </a:lnTo>
                    <a:lnTo>
                      <a:pt x="420" y="72"/>
                    </a:lnTo>
                    <a:lnTo>
                      <a:pt x="461" y="51"/>
                    </a:lnTo>
                    <a:lnTo>
                      <a:pt x="500" y="30"/>
                    </a:lnTo>
                    <a:lnTo>
                      <a:pt x="535" y="14"/>
                    </a:lnTo>
                    <a:lnTo>
                      <a:pt x="568" y="0"/>
                    </a:lnTo>
                    <a:lnTo>
                      <a:pt x="568" y="0"/>
                    </a:lnTo>
                    <a:lnTo>
                      <a:pt x="575" y="7"/>
                    </a:lnTo>
                    <a:lnTo>
                      <a:pt x="580" y="17"/>
                    </a:lnTo>
                    <a:lnTo>
                      <a:pt x="586" y="29"/>
                    </a:lnTo>
                    <a:lnTo>
                      <a:pt x="591" y="45"/>
                    </a:lnTo>
                    <a:lnTo>
                      <a:pt x="593" y="55"/>
                    </a:lnTo>
                    <a:lnTo>
                      <a:pt x="594" y="66"/>
                    </a:lnTo>
                    <a:lnTo>
                      <a:pt x="595" y="78"/>
                    </a:lnTo>
                    <a:lnTo>
                      <a:pt x="594" y="90"/>
                    </a:lnTo>
                    <a:lnTo>
                      <a:pt x="593" y="104"/>
                    </a:lnTo>
                    <a:lnTo>
                      <a:pt x="589" y="119"/>
                    </a:lnTo>
                    <a:lnTo>
                      <a:pt x="589" y="119"/>
                    </a:lnTo>
                    <a:lnTo>
                      <a:pt x="586" y="126"/>
                    </a:lnTo>
                    <a:lnTo>
                      <a:pt x="580" y="135"/>
                    </a:lnTo>
                    <a:lnTo>
                      <a:pt x="574" y="146"/>
                    </a:lnTo>
                    <a:lnTo>
                      <a:pt x="565" y="157"/>
                    </a:lnTo>
                    <a:lnTo>
                      <a:pt x="542" y="183"/>
                    </a:lnTo>
                    <a:lnTo>
                      <a:pt x="512" y="210"/>
                    </a:lnTo>
                    <a:lnTo>
                      <a:pt x="478" y="239"/>
                    </a:lnTo>
                    <a:lnTo>
                      <a:pt x="440" y="269"/>
                    </a:lnTo>
                    <a:lnTo>
                      <a:pt x="398" y="299"/>
                    </a:lnTo>
                    <a:lnTo>
                      <a:pt x="354" y="327"/>
                    </a:lnTo>
                    <a:lnTo>
                      <a:pt x="308" y="355"/>
                    </a:lnTo>
                    <a:lnTo>
                      <a:pt x="263" y="379"/>
                    </a:lnTo>
                    <a:lnTo>
                      <a:pt x="240" y="389"/>
                    </a:lnTo>
                    <a:lnTo>
                      <a:pt x="218" y="400"/>
                    </a:lnTo>
                    <a:lnTo>
                      <a:pt x="196" y="408"/>
                    </a:lnTo>
                    <a:lnTo>
                      <a:pt x="174" y="415"/>
                    </a:lnTo>
                    <a:lnTo>
                      <a:pt x="154" y="421"/>
                    </a:lnTo>
                    <a:lnTo>
                      <a:pt x="134" y="425"/>
                    </a:lnTo>
                    <a:lnTo>
                      <a:pt x="114" y="428"/>
                    </a:lnTo>
                    <a:lnTo>
                      <a:pt x="95" y="430"/>
                    </a:lnTo>
                    <a:lnTo>
                      <a:pt x="79" y="430"/>
                    </a:lnTo>
                    <a:lnTo>
                      <a:pt x="63" y="427"/>
                    </a:lnTo>
                    <a:lnTo>
                      <a:pt x="48" y="423"/>
                    </a:lnTo>
                    <a:lnTo>
                      <a:pt x="35" y="416"/>
                    </a:lnTo>
                    <a:lnTo>
                      <a:pt x="35" y="416"/>
                    </a:lnTo>
                    <a:close/>
                  </a:path>
                </a:pathLst>
              </a:custGeom>
              <a:solidFill>
                <a:srgbClr val="DBF4FF"/>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74" name="Freeform 151"/>
              <p:cNvSpPr>
                <a:spLocks/>
              </p:cNvSpPr>
              <p:nvPr/>
            </p:nvSpPr>
            <p:spPr bwMode="auto">
              <a:xfrm rot="1800000">
                <a:off x="2276734" y="3861757"/>
                <a:ext cx="458956" cy="290360"/>
              </a:xfrm>
              <a:custGeom>
                <a:avLst/>
                <a:gdLst/>
                <a:ahLst/>
                <a:cxnLst>
                  <a:cxn ang="0">
                    <a:pos x="53" y="493"/>
                  </a:cxn>
                  <a:cxn ang="0">
                    <a:pos x="53" y="493"/>
                  </a:cxn>
                  <a:cxn ang="0">
                    <a:pos x="28" y="454"/>
                  </a:cxn>
                  <a:cxn ang="0">
                    <a:pos x="16" y="431"/>
                  </a:cxn>
                  <a:cxn ang="0">
                    <a:pos x="2" y="405"/>
                  </a:cxn>
                  <a:cxn ang="0">
                    <a:pos x="2" y="405"/>
                  </a:cxn>
                  <a:cxn ang="0">
                    <a:pos x="0" y="399"/>
                  </a:cxn>
                  <a:cxn ang="0">
                    <a:pos x="0" y="392"/>
                  </a:cxn>
                  <a:cxn ang="0">
                    <a:pos x="0" y="386"/>
                  </a:cxn>
                  <a:cxn ang="0">
                    <a:pos x="2" y="380"/>
                  </a:cxn>
                  <a:cxn ang="0">
                    <a:pos x="5" y="373"/>
                  </a:cxn>
                  <a:cxn ang="0">
                    <a:pos x="10" y="367"/>
                  </a:cxn>
                  <a:cxn ang="0">
                    <a:pos x="25" y="352"/>
                  </a:cxn>
                  <a:cxn ang="0">
                    <a:pos x="45" y="335"/>
                  </a:cxn>
                  <a:cxn ang="0">
                    <a:pos x="70" y="316"/>
                  </a:cxn>
                  <a:cxn ang="0">
                    <a:pos x="133" y="271"/>
                  </a:cxn>
                  <a:cxn ang="0">
                    <a:pos x="133" y="271"/>
                  </a:cxn>
                  <a:cxn ang="0">
                    <a:pos x="178" y="241"/>
                  </a:cxn>
                  <a:cxn ang="0">
                    <a:pos x="238" y="202"/>
                  </a:cxn>
                  <a:cxn ang="0">
                    <a:pos x="306" y="159"/>
                  </a:cxn>
                  <a:cxn ang="0">
                    <a:pos x="378" y="116"/>
                  </a:cxn>
                  <a:cxn ang="0">
                    <a:pos x="508" y="38"/>
                  </a:cxn>
                  <a:cxn ang="0">
                    <a:pos x="554" y="12"/>
                  </a:cxn>
                  <a:cxn ang="0">
                    <a:pos x="579" y="0"/>
                  </a:cxn>
                  <a:cxn ang="0">
                    <a:pos x="579" y="0"/>
                  </a:cxn>
                  <a:cxn ang="0">
                    <a:pos x="783" y="288"/>
                  </a:cxn>
                  <a:cxn ang="0">
                    <a:pos x="782" y="493"/>
                  </a:cxn>
                  <a:cxn ang="0">
                    <a:pos x="325" y="493"/>
                  </a:cxn>
                  <a:cxn ang="0">
                    <a:pos x="325" y="496"/>
                  </a:cxn>
                  <a:cxn ang="0">
                    <a:pos x="53" y="493"/>
                  </a:cxn>
                </a:cxnLst>
                <a:rect l="0" t="0" r="r" b="b"/>
                <a:pathLst>
                  <a:path w="783" h="496">
                    <a:moveTo>
                      <a:pt x="53" y="493"/>
                    </a:moveTo>
                    <a:lnTo>
                      <a:pt x="53" y="493"/>
                    </a:lnTo>
                    <a:lnTo>
                      <a:pt x="28" y="454"/>
                    </a:lnTo>
                    <a:lnTo>
                      <a:pt x="16" y="431"/>
                    </a:lnTo>
                    <a:lnTo>
                      <a:pt x="2" y="405"/>
                    </a:lnTo>
                    <a:lnTo>
                      <a:pt x="2" y="405"/>
                    </a:lnTo>
                    <a:lnTo>
                      <a:pt x="0" y="399"/>
                    </a:lnTo>
                    <a:lnTo>
                      <a:pt x="0" y="392"/>
                    </a:lnTo>
                    <a:lnTo>
                      <a:pt x="0" y="386"/>
                    </a:lnTo>
                    <a:lnTo>
                      <a:pt x="2" y="380"/>
                    </a:lnTo>
                    <a:lnTo>
                      <a:pt x="5" y="373"/>
                    </a:lnTo>
                    <a:lnTo>
                      <a:pt x="10" y="367"/>
                    </a:lnTo>
                    <a:lnTo>
                      <a:pt x="25" y="352"/>
                    </a:lnTo>
                    <a:lnTo>
                      <a:pt x="45" y="335"/>
                    </a:lnTo>
                    <a:lnTo>
                      <a:pt x="70" y="316"/>
                    </a:lnTo>
                    <a:lnTo>
                      <a:pt x="133" y="271"/>
                    </a:lnTo>
                    <a:lnTo>
                      <a:pt x="133" y="271"/>
                    </a:lnTo>
                    <a:lnTo>
                      <a:pt x="178" y="241"/>
                    </a:lnTo>
                    <a:lnTo>
                      <a:pt x="238" y="202"/>
                    </a:lnTo>
                    <a:lnTo>
                      <a:pt x="306" y="159"/>
                    </a:lnTo>
                    <a:lnTo>
                      <a:pt x="378" y="116"/>
                    </a:lnTo>
                    <a:lnTo>
                      <a:pt x="508" y="38"/>
                    </a:lnTo>
                    <a:lnTo>
                      <a:pt x="554" y="12"/>
                    </a:lnTo>
                    <a:lnTo>
                      <a:pt x="579" y="0"/>
                    </a:lnTo>
                    <a:lnTo>
                      <a:pt x="579" y="0"/>
                    </a:lnTo>
                    <a:lnTo>
                      <a:pt x="783" y="288"/>
                    </a:lnTo>
                    <a:lnTo>
                      <a:pt x="782" y="493"/>
                    </a:lnTo>
                    <a:lnTo>
                      <a:pt x="325" y="493"/>
                    </a:lnTo>
                    <a:lnTo>
                      <a:pt x="325" y="496"/>
                    </a:lnTo>
                    <a:lnTo>
                      <a:pt x="53" y="493"/>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75" name="Freeform 152"/>
              <p:cNvSpPr>
                <a:spLocks/>
              </p:cNvSpPr>
              <p:nvPr/>
            </p:nvSpPr>
            <p:spPr bwMode="auto">
              <a:xfrm rot="1800000">
                <a:off x="2285238" y="3879257"/>
                <a:ext cx="446077" cy="273968"/>
              </a:xfrm>
              <a:custGeom>
                <a:avLst/>
                <a:gdLst/>
                <a:ahLst/>
                <a:cxnLst>
                  <a:cxn ang="0">
                    <a:pos x="52" y="467"/>
                  </a:cxn>
                  <a:cxn ang="0">
                    <a:pos x="52" y="467"/>
                  </a:cxn>
                  <a:cxn ang="0">
                    <a:pos x="25" y="420"/>
                  </a:cxn>
                  <a:cxn ang="0">
                    <a:pos x="14" y="402"/>
                  </a:cxn>
                  <a:cxn ang="0">
                    <a:pos x="3" y="384"/>
                  </a:cxn>
                  <a:cxn ang="0">
                    <a:pos x="3" y="384"/>
                  </a:cxn>
                  <a:cxn ang="0">
                    <a:pos x="2" y="379"/>
                  </a:cxn>
                  <a:cxn ang="0">
                    <a:pos x="0" y="373"/>
                  </a:cxn>
                  <a:cxn ang="0">
                    <a:pos x="0" y="368"/>
                  </a:cxn>
                  <a:cxn ang="0">
                    <a:pos x="3" y="362"/>
                  </a:cxn>
                  <a:cxn ang="0">
                    <a:pos x="7" y="356"/>
                  </a:cxn>
                  <a:cxn ang="0">
                    <a:pos x="11" y="350"/>
                  </a:cxn>
                  <a:cxn ang="0">
                    <a:pos x="25" y="335"/>
                  </a:cxn>
                  <a:cxn ang="0">
                    <a:pos x="44" y="319"/>
                  </a:cxn>
                  <a:cxn ang="0">
                    <a:pos x="67" y="300"/>
                  </a:cxn>
                  <a:cxn ang="0">
                    <a:pos x="127" y="257"/>
                  </a:cxn>
                  <a:cxn ang="0">
                    <a:pos x="127" y="257"/>
                  </a:cxn>
                  <a:cxn ang="0">
                    <a:pos x="169" y="227"/>
                  </a:cxn>
                  <a:cxn ang="0">
                    <a:pos x="225" y="192"/>
                  </a:cxn>
                  <a:cxn ang="0">
                    <a:pos x="359" y="109"/>
                  </a:cxn>
                  <a:cxn ang="0">
                    <a:pos x="481" y="37"/>
                  </a:cxn>
                  <a:cxn ang="0">
                    <a:pos x="525" y="12"/>
                  </a:cxn>
                  <a:cxn ang="0">
                    <a:pos x="549" y="0"/>
                  </a:cxn>
                  <a:cxn ang="0">
                    <a:pos x="549" y="0"/>
                  </a:cxn>
                  <a:cxn ang="0">
                    <a:pos x="558" y="13"/>
                  </a:cxn>
                  <a:cxn ang="0">
                    <a:pos x="577" y="42"/>
                  </a:cxn>
                  <a:cxn ang="0">
                    <a:pos x="635" y="125"/>
                  </a:cxn>
                  <a:cxn ang="0">
                    <a:pos x="762" y="301"/>
                  </a:cxn>
                  <a:cxn ang="0">
                    <a:pos x="762" y="467"/>
                  </a:cxn>
                  <a:cxn ang="0">
                    <a:pos x="304" y="467"/>
                  </a:cxn>
                  <a:cxn ang="0">
                    <a:pos x="304" y="467"/>
                  </a:cxn>
                  <a:cxn ang="0">
                    <a:pos x="52" y="467"/>
                  </a:cxn>
                </a:cxnLst>
                <a:rect l="0" t="0" r="r" b="b"/>
                <a:pathLst>
                  <a:path w="762" h="467">
                    <a:moveTo>
                      <a:pt x="52" y="467"/>
                    </a:moveTo>
                    <a:lnTo>
                      <a:pt x="52" y="467"/>
                    </a:lnTo>
                    <a:lnTo>
                      <a:pt x="25" y="420"/>
                    </a:lnTo>
                    <a:lnTo>
                      <a:pt x="14" y="402"/>
                    </a:lnTo>
                    <a:lnTo>
                      <a:pt x="3" y="384"/>
                    </a:lnTo>
                    <a:lnTo>
                      <a:pt x="3" y="384"/>
                    </a:lnTo>
                    <a:lnTo>
                      <a:pt x="2" y="379"/>
                    </a:lnTo>
                    <a:lnTo>
                      <a:pt x="0" y="373"/>
                    </a:lnTo>
                    <a:lnTo>
                      <a:pt x="0" y="368"/>
                    </a:lnTo>
                    <a:lnTo>
                      <a:pt x="3" y="362"/>
                    </a:lnTo>
                    <a:lnTo>
                      <a:pt x="7" y="356"/>
                    </a:lnTo>
                    <a:lnTo>
                      <a:pt x="11" y="350"/>
                    </a:lnTo>
                    <a:lnTo>
                      <a:pt x="25" y="335"/>
                    </a:lnTo>
                    <a:lnTo>
                      <a:pt x="44" y="319"/>
                    </a:lnTo>
                    <a:lnTo>
                      <a:pt x="67" y="300"/>
                    </a:lnTo>
                    <a:lnTo>
                      <a:pt x="127" y="257"/>
                    </a:lnTo>
                    <a:lnTo>
                      <a:pt x="127" y="257"/>
                    </a:lnTo>
                    <a:lnTo>
                      <a:pt x="169" y="227"/>
                    </a:lnTo>
                    <a:lnTo>
                      <a:pt x="225" y="192"/>
                    </a:lnTo>
                    <a:lnTo>
                      <a:pt x="359" y="109"/>
                    </a:lnTo>
                    <a:lnTo>
                      <a:pt x="481" y="37"/>
                    </a:lnTo>
                    <a:lnTo>
                      <a:pt x="525" y="12"/>
                    </a:lnTo>
                    <a:lnTo>
                      <a:pt x="549" y="0"/>
                    </a:lnTo>
                    <a:lnTo>
                      <a:pt x="549" y="0"/>
                    </a:lnTo>
                    <a:lnTo>
                      <a:pt x="558" y="13"/>
                    </a:lnTo>
                    <a:lnTo>
                      <a:pt x="577" y="42"/>
                    </a:lnTo>
                    <a:lnTo>
                      <a:pt x="635" y="125"/>
                    </a:lnTo>
                    <a:lnTo>
                      <a:pt x="762" y="301"/>
                    </a:lnTo>
                    <a:lnTo>
                      <a:pt x="762" y="467"/>
                    </a:lnTo>
                    <a:lnTo>
                      <a:pt x="304" y="467"/>
                    </a:lnTo>
                    <a:lnTo>
                      <a:pt x="304" y="467"/>
                    </a:lnTo>
                    <a:lnTo>
                      <a:pt x="52" y="467"/>
                    </a:lnTo>
                    <a:close/>
                  </a:path>
                </a:pathLst>
              </a:custGeom>
              <a:solidFill>
                <a:srgbClr val="0F373B"/>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76" name="Freeform 153"/>
              <p:cNvSpPr>
                <a:spLocks/>
              </p:cNvSpPr>
              <p:nvPr/>
            </p:nvSpPr>
            <p:spPr bwMode="auto">
              <a:xfrm rot="1800000">
                <a:off x="2468456" y="3986357"/>
                <a:ext cx="122935" cy="186158"/>
              </a:xfrm>
              <a:custGeom>
                <a:avLst/>
                <a:gdLst/>
                <a:ahLst/>
                <a:cxnLst>
                  <a:cxn ang="0">
                    <a:pos x="0" y="0"/>
                  </a:cxn>
                  <a:cxn ang="0">
                    <a:pos x="0" y="0"/>
                  </a:cxn>
                  <a:cxn ang="0">
                    <a:pos x="23" y="41"/>
                  </a:cxn>
                  <a:cxn ang="0">
                    <a:pos x="46" y="83"/>
                  </a:cxn>
                  <a:cxn ang="0">
                    <a:pos x="97" y="166"/>
                  </a:cxn>
                  <a:cxn ang="0">
                    <a:pos x="148" y="245"/>
                  </a:cxn>
                  <a:cxn ang="0">
                    <a:pos x="197" y="317"/>
                  </a:cxn>
                  <a:cxn ang="0">
                    <a:pos x="210" y="317"/>
                  </a:cxn>
                  <a:cxn ang="0">
                    <a:pos x="210" y="317"/>
                  </a:cxn>
                  <a:cxn ang="0">
                    <a:pos x="188" y="282"/>
                  </a:cxn>
                  <a:cxn ang="0">
                    <a:pos x="165" y="242"/>
                  </a:cxn>
                  <a:cxn ang="0">
                    <a:pos x="113" y="162"/>
                  </a:cxn>
                  <a:cxn ang="0">
                    <a:pos x="57" y="80"/>
                  </a:cxn>
                  <a:cxn ang="0">
                    <a:pos x="0" y="0"/>
                  </a:cxn>
                  <a:cxn ang="0">
                    <a:pos x="0" y="0"/>
                  </a:cxn>
                </a:cxnLst>
                <a:rect l="0" t="0" r="r" b="b"/>
                <a:pathLst>
                  <a:path w="210" h="317">
                    <a:moveTo>
                      <a:pt x="0" y="0"/>
                    </a:moveTo>
                    <a:lnTo>
                      <a:pt x="0" y="0"/>
                    </a:lnTo>
                    <a:lnTo>
                      <a:pt x="23" y="41"/>
                    </a:lnTo>
                    <a:lnTo>
                      <a:pt x="46" y="83"/>
                    </a:lnTo>
                    <a:lnTo>
                      <a:pt x="97" y="166"/>
                    </a:lnTo>
                    <a:lnTo>
                      <a:pt x="148" y="245"/>
                    </a:lnTo>
                    <a:lnTo>
                      <a:pt x="197" y="317"/>
                    </a:lnTo>
                    <a:lnTo>
                      <a:pt x="210" y="317"/>
                    </a:lnTo>
                    <a:lnTo>
                      <a:pt x="210" y="317"/>
                    </a:lnTo>
                    <a:lnTo>
                      <a:pt x="188" y="282"/>
                    </a:lnTo>
                    <a:lnTo>
                      <a:pt x="165" y="242"/>
                    </a:lnTo>
                    <a:lnTo>
                      <a:pt x="113" y="162"/>
                    </a:lnTo>
                    <a:lnTo>
                      <a:pt x="57" y="80"/>
                    </a:lnTo>
                    <a:lnTo>
                      <a:pt x="0" y="0"/>
                    </a:lnTo>
                    <a:lnTo>
                      <a:pt x="0" y="0"/>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77" name="Freeform 154"/>
              <p:cNvSpPr>
                <a:spLocks noEditPoints="1"/>
              </p:cNvSpPr>
              <p:nvPr/>
            </p:nvSpPr>
            <p:spPr bwMode="auto">
              <a:xfrm rot="1800000">
                <a:off x="2455615" y="4067606"/>
                <a:ext cx="60882" cy="60882"/>
              </a:xfrm>
              <a:custGeom>
                <a:avLst/>
                <a:gdLst/>
                <a:ahLst/>
                <a:cxnLst>
                  <a:cxn ang="0">
                    <a:pos x="51" y="0"/>
                  </a:cxn>
                  <a:cxn ang="0">
                    <a:pos x="76" y="5"/>
                  </a:cxn>
                  <a:cxn ang="0">
                    <a:pos x="84" y="11"/>
                  </a:cxn>
                  <a:cxn ang="0">
                    <a:pos x="98" y="27"/>
                  </a:cxn>
                  <a:cxn ang="0">
                    <a:pos x="103" y="46"/>
                  </a:cxn>
                  <a:cxn ang="0">
                    <a:pos x="102" y="65"/>
                  </a:cxn>
                  <a:cxn ang="0">
                    <a:pos x="98" y="75"/>
                  </a:cxn>
                  <a:cxn ang="0">
                    <a:pos x="88" y="87"/>
                  </a:cxn>
                  <a:cxn ang="0">
                    <a:pos x="77" y="95"/>
                  </a:cxn>
                  <a:cxn ang="0">
                    <a:pos x="65" y="101"/>
                  </a:cxn>
                  <a:cxn ang="0">
                    <a:pos x="51" y="103"/>
                  </a:cxn>
                  <a:cxn ang="0">
                    <a:pos x="51" y="91"/>
                  </a:cxn>
                  <a:cxn ang="0">
                    <a:pos x="72" y="86"/>
                  </a:cxn>
                  <a:cxn ang="0">
                    <a:pos x="87" y="69"/>
                  </a:cxn>
                  <a:cxn ang="0">
                    <a:pos x="89" y="63"/>
                  </a:cxn>
                  <a:cxn ang="0">
                    <a:pos x="91" y="46"/>
                  </a:cxn>
                  <a:cxn ang="0">
                    <a:pos x="87" y="33"/>
                  </a:cxn>
                  <a:cxn ang="0">
                    <a:pos x="77" y="20"/>
                  </a:cxn>
                  <a:cxn ang="0">
                    <a:pos x="70" y="16"/>
                  </a:cxn>
                  <a:cxn ang="0">
                    <a:pos x="51" y="12"/>
                  </a:cxn>
                  <a:cxn ang="0">
                    <a:pos x="27" y="97"/>
                  </a:cxn>
                  <a:cxn ang="0">
                    <a:pos x="19" y="91"/>
                  </a:cxn>
                  <a:cxn ang="0">
                    <a:pos x="6" y="75"/>
                  </a:cxn>
                  <a:cxn ang="0">
                    <a:pos x="0" y="57"/>
                  </a:cxn>
                  <a:cxn ang="0">
                    <a:pos x="2" y="37"/>
                  </a:cxn>
                  <a:cxn ang="0">
                    <a:pos x="6" y="27"/>
                  </a:cxn>
                  <a:cxn ang="0">
                    <a:pos x="15" y="15"/>
                  </a:cxn>
                  <a:cxn ang="0">
                    <a:pos x="25" y="7"/>
                  </a:cxn>
                  <a:cxn ang="0">
                    <a:pos x="38" y="1"/>
                  </a:cxn>
                  <a:cxn ang="0">
                    <a:pos x="51" y="0"/>
                  </a:cxn>
                  <a:cxn ang="0">
                    <a:pos x="51" y="12"/>
                  </a:cxn>
                  <a:cxn ang="0">
                    <a:pos x="31" y="18"/>
                  </a:cxn>
                  <a:cxn ang="0">
                    <a:pos x="16" y="33"/>
                  </a:cxn>
                  <a:cxn ang="0">
                    <a:pos x="13" y="39"/>
                  </a:cxn>
                  <a:cxn ang="0">
                    <a:pos x="12" y="56"/>
                  </a:cxn>
                  <a:cxn ang="0">
                    <a:pos x="17" y="69"/>
                  </a:cxn>
                  <a:cxn ang="0">
                    <a:pos x="27" y="82"/>
                  </a:cxn>
                  <a:cxn ang="0">
                    <a:pos x="34" y="86"/>
                  </a:cxn>
                  <a:cxn ang="0">
                    <a:pos x="51" y="91"/>
                  </a:cxn>
                  <a:cxn ang="0">
                    <a:pos x="51" y="103"/>
                  </a:cxn>
                  <a:cxn ang="0">
                    <a:pos x="27" y="97"/>
                  </a:cxn>
                </a:cxnLst>
                <a:rect l="0" t="0" r="r" b="b"/>
                <a:pathLst>
                  <a:path w="103" h="103">
                    <a:moveTo>
                      <a:pt x="51" y="0"/>
                    </a:moveTo>
                    <a:lnTo>
                      <a:pt x="51" y="0"/>
                    </a:lnTo>
                    <a:lnTo>
                      <a:pt x="64" y="1"/>
                    </a:lnTo>
                    <a:lnTo>
                      <a:pt x="76" y="5"/>
                    </a:lnTo>
                    <a:lnTo>
                      <a:pt x="76" y="5"/>
                    </a:lnTo>
                    <a:lnTo>
                      <a:pt x="84" y="11"/>
                    </a:lnTo>
                    <a:lnTo>
                      <a:pt x="92" y="19"/>
                    </a:lnTo>
                    <a:lnTo>
                      <a:pt x="98" y="27"/>
                    </a:lnTo>
                    <a:lnTo>
                      <a:pt x="100" y="35"/>
                    </a:lnTo>
                    <a:lnTo>
                      <a:pt x="103" y="46"/>
                    </a:lnTo>
                    <a:lnTo>
                      <a:pt x="103" y="56"/>
                    </a:lnTo>
                    <a:lnTo>
                      <a:pt x="102" y="65"/>
                    </a:lnTo>
                    <a:lnTo>
                      <a:pt x="98" y="75"/>
                    </a:lnTo>
                    <a:lnTo>
                      <a:pt x="98" y="75"/>
                    </a:lnTo>
                    <a:lnTo>
                      <a:pt x="94" y="82"/>
                    </a:lnTo>
                    <a:lnTo>
                      <a:pt x="88" y="87"/>
                    </a:lnTo>
                    <a:lnTo>
                      <a:pt x="84" y="91"/>
                    </a:lnTo>
                    <a:lnTo>
                      <a:pt x="77" y="95"/>
                    </a:lnTo>
                    <a:lnTo>
                      <a:pt x="72" y="99"/>
                    </a:lnTo>
                    <a:lnTo>
                      <a:pt x="65" y="101"/>
                    </a:lnTo>
                    <a:lnTo>
                      <a:pt x="58" y="102"/>
                    </a:lnTo>
                    <a:lnTo>
                      <a:pt x="51" y="103"/>
                    </a:lnTo>
                    <a:lnTo>
                      <a:pt x="51" y="91"/>
                    </a:lnTo>
                    <a:lnTo>
                      <a:pt x="51" y="91"/>
                    </a:lnTo>
                    <a:lnTo>
                      <a:pt x="62" y="90"/>
                    </a:lnTo>
                    <a:lnTo>
                      <a:pt x="72" y="86"/>
                    </a:lnTo>
                    <a:lnTo>
                      <a:pt x="80" y="79"/>
                    </a:lnTo>
                    <a:lnTo>
                      <a:pt x="87" y="69"/>
                    </a:lnTo>
                    <a:lnTo>
                      <a:pt x="87" y="69"/>
                    </a:lnTo>
                    <a:lnTo>
                      <a:pt x="89" y="63"/>
                    </a:lnTo>
                    <a:lnTo>
                      <a:pt x="91" y="54"/>
                    </a:lnTo>
                    <a:lnTo>
                      <a:pt x="91" y="46"/>
                    </a:lnTo>
                    <a:lnTo>
                      <a:pt x="89" y="39"/>
                    </a:lnTo>
                    <a:lnTo>
                      <a:pt x="87" y="33"/>
                    </a:lnTo>
                    <a:lnTo>
                      <a:pt x="83" y="26"/>
                    </a:lnTo>
                    <a:lnTo>
                      <a:pt x="77" y="20"/>
                    </a:lnTo>
                    <a:lnTo>
                      <a:pt x="70" y="16"/>
                    </a:lnTo>
                    <a:lnTo>
                      <a:pt x="70" y="16"/>
                    </a:lnTo>
                    <a:lnTo>
                      <a:pt x="61" y="12"/>
                    </a:lnTo>
                    <a:lnTo>
                      <a:pt x="51" y="12"/>
                    </a:lnTo>
                    <a:lnTo>
                      <a:pt x="51" y="0"/>
                    </a:lnTo>
                    <a:close/>
                    <a:moveTo>
                      <a:pt x="27" y="97"/>
                    </a:moveTo>
                    <a:lnTo>
                      <a:pt x="27" y="97"/>
                    </a:lnTo>
                    <a:lnTo>
                      <a:pt x="19" y="91"/>
                    </a:lnTo>
                    <a:lnTo>
                      <a:pt x="12" y="84"/>
                    </a:lnTo>
                    <a:lnTo>
                      <a:pt x="6" y="75"/>
                    </a:lnTo>
                    <a:lnTo>
                      <a:pt x="2" y="67"/>
                    </a:lnTo>
                    <a:lnTo>
                      <a:pt x="0" y="57"/>
                    </a:lnTo>
                    <a:lnTo>
                      <a:pt x="0" y="46"/>
                    </a:lnTo>
                    <a:lnTo>
                      <a:pt x="2" y="37"/>
                    </a:lnTo>
                    <a:lnTo>
                      <a:pt x="6" y="27"/>
                    </a:lnTo>
                    <a:lnTo>
                      <a:pt x="6" y="27"/>
                    </a:lnTo>
                    <a:lnTo>
                      <a:pt x="9" y="20"/>
                    </a:lnTo>
                    <a:lnTo>
                      <a:pt x="15" y="15"/>
                    </a:lnTo>
                    <a:lnTo>
                      <a:pt x="20" y="11"/>
                    </a:lnTo>
                    <a:lnTo>
                      <a:pt x="25" y="7"/>
                    </a:lnTo>
                    <a:lnTo>
                      <a:pt x="31" y="4"/>
                    </a:lnTo>
                    <a:lnTo>
                      <a:pt x="38" y="1"/>
                    </a:lnTo>
                    <a:lnTo>
                      <a:pt x="44" y="0"/>
                    </a:lnTo>
                    <a:lnTo>
                      <a:pt x="51" y="0"/>
                    </a:lnTo>
                    <a:lnTo>
                      <a:pt x="51" y="12"/>
                    </a:lnTo>
                    <a:lnTo>
                      <a:pt x="51" y="12"/>
                    </a:lnTo>
                    <a:lnTo>
                      <a:pt x="40" y="13"/>
                    </a:lnTo>
                    <a:lnTo>
                      <a:pt x="31" y="18"/>
                    </a:lnTo>
                    <a:lnTo>
                      <a:pt x="23" y="23"/>
                    </a:lnTo>
                    <a:lnTo>
                      <a:pt x="16" y="33"/>
                    </a:lnTo>
                    <a:lnTo>
                      <a:pt x="16" y="33"/>
                    </a:lnTo>
                    <a:lnTo>
                      <a:pt x="13" y="39"/>
                    </a:lnTo>
                    <a:lnTo>
                      <a:pt x="12" y="48"/>
                    </a:lnTo>
                    <a:lnTo>
                      <a:pt x="12" y="56"/>
                    </a:lnTo>
                    <a:lnTo>
                      <a:pt x="13" y="63"/>
                    </a:lnTo>
                    <a:lnTo>
                      <a:pt x="17" y="69"/>
                    </a:lnTo>
                    <a:lnTo>
                      <a:pt x="21" y="76"/>
                    </a:lnTo>
                    <a:lnTo>
                      <a:pt x="27" y="82"/>
                    </a:lnTo>
                    <a:lnTo>
                      <a:pt x="34" y="86"/>
                    </a:lnTo>
                    <a:lnTo>
                      <a:pt x="34" y="86"/>
                    </a:lnTo>
                    <a:lnTo>
                      <a:pt x="42" y="90"/>
                    </a:lnTo>
                    <a:lnTo>
                      <a:pt x="51" y="91"/>
                    </a:lnTo>
                    <a:lnTo>
                      <a:pt x="51" y="103"/>
                    </a:lnTo>
                    <a:lnTo>
                      <a:pt x="51" y="103"/>
                    </a:lnTo>
                    <a:lnTo>
                      <a:pt x="39" y="101"/>
                    </a:lnTo>
                    <a:lnTo>
                      <a:pt x="27" y="97"/>
                    </a:lnTo>
                    <a:lnTo>
                      <a:pt x="27" y="97"/>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78" name="Freeform 155"/>
              <p:cNvSpPr>
                <a:spLocks/>
              </p:cNvSpPr>
              <p:nvPr/>
            </p:nvSpPr>
            <p:spPr bwMode="auto">
              <a:xfrm rot="1800000">
                <a:off x="2472048" y="4096949"/>
                <a:ext cx="11708" cy="11708"/>
              </a:xfrm>
              <a:custGeom>
                <a:avLst/>
                <a:gdLst/>
                <a:ahLst/>
                <a:cxnLst>
                  <a:cxn ang="0">
                    <a:pos x="5" y="17"/>
                  </a:cxn>
                  <a:cxn ang="0">
                    <a:pos x="5" y="17"/>
                  </a:cxn>
                  <a:cxn ang="0">
                    <a:pos x="2" y="15"/>
                  </a:cxn>
                  <a:cxn ang="0">
                    <a:pos x="1" y="12"/>
                  </a:cxn>
                  <a:cxn ang="0">
                    <a:pos x="0" y="8"/>
                  </a:cxn>
                  <a:cxn ang="0">
                    <a:pos x="1" y="4"/>
                  </a:cxn>
                  <a:cxn ang="0">
                    <a:pos x="1" y="4"/>
                  </a:cxn>
                  <a:cxn ang="0">
                    <a:pos x="4" y="1"/>
                  </a:cxn>
                  <a:cxn ang="0">
                    <a:pos x="8" y="0"/>
                  </a:cxn>
                  <a:cxn ang="0">
                    <a:pos x="10" y="0"/>
                  </a:cxn>
                  <a:cxn ang="0">
                    <a:pos x="15" y="0"/>
                  </a:cxn>
                  <a:cxn ang="0">
                    <a:pos x="15" y="0"/>
                  </a:cxn>
                  <a:cxn ang="0">
                    <a:pos x="17" y="2"/>
                  </a:cxn>
                  <a:cxn ang="0">
                    <a:pos x="20" y="7"/>
                  </a:cxn>
                  <a:cxn ang="0">
                    <a:pos x="20" y="9"/>
                  </a:cxn>
                  <a:cxn ang="0">
                    <a:pos x="19" y="13"/>
                  </a:cxn>
                  <a:cxn ang="0">
                    <a:pos x="19" y="13"/>
                  </a:cxn>
                  <a:cxn ang="0">
                    <a:pos x="16" y="16"/>
                  </a:cxn>
                  <a:cxn ang="0">
                    <a:pos x="13" y="19"/>
                  </a:cxn>
                  <a:cxn ang="0">
                    <a:pos x="9" y="19"/>
                  </a:cxn>
                  <a:cxn ang="0">
                    <a:pos x="5" y="17"/>
                  </a:cxn>
                  <a:cxn ang="0">
                    <a:pos x="5" y="17"/>
                  </a:cxn>
                </a:cxnLst>
                <a:rect l="0" t="0" r="r" b="b"/>
                <a:pathLst>
                  <a:path w="20" h="19">
                    <a:moveTo>
                      <a:pt x="5" y="17"/>
                    </a:moveTo>
                    <a:lnTo>
                      <a:pt x="5" y="17"/>
                    </a:lnTo>
                    <a:lnTo>
                      <a:pt x="2" y="15"/>
                    </a:lnTo>
                    <a:lnTo>
                      <a:pt x="1" y="12"/>
                    </a:lnTo>
                    <a:lnTo>
                      <a:pt x="0" y="8"/>
                    </a:lnTo>
                    <a:lnTo>
                      <a:pt x="1" y="4"/>
                    </a:lnTo>
                    <a:lnTo>
                      <a:pt x="1" y="4"/>
                    </a:lnTo>
                    <a:lnTo>
                      <a:pt x="4" y="1"/>
                    </a:lnTo>
                    <a:lnTo>
                      <a:pt x="8" y="0"/>
                    </a:lnTo>
                    <a:lnTo>
                      <a:pt x="10" y="0"/>
                    </a:lnTo>
                    <a:lnTo>
                      <a:pt x="15" y="0"/>
                    </a:lnTo>
                    <a:lnTo>
                      <a:pt x="15" y="0"/>
                    </a:lnTo>
                    <a:lnTo>
                      <a:pt x="17" y="2"/>
                    </a:lnTo>
                    <a:lnTo>
                      <a:pt x="20" y="7"/>
                    </a:lnTo>
                    <a:lnTo>
                      <a:pt x="20" y="9"/>
                    </a:lnTo>
                    <a:lnTo>
                      <a:pt x="19" y="13"/>
                    </a:lnTo>
                    <a:lnTo>
                      <a:pt x="19" y="13"/>
                    </a:lnTo>
                    <a:lnTo>
                      <a:pt x="16" y="16"/>
                    </a:lnTo>
                    <a:lnTo>
                      <a:pt x="13" y="19"/>
                    </a:lnTo>
                    <a:lnTo>
                      <a:pt x="9" y="19"/>
                    </a:lnTo>
                    <a:lnTo>
                      <a:pt x="5" y="17"/>
                    </a:lnTo>
                    <a:lnTo>
                      <a:pt x="5" y="17"/>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79" name="Freeform 156"/>
              <p:cNvSpPr>
                <a:spLocks/>
              </p:cNvSpPr>
              <p:nvPr/>
            </p:nvSpPr>
            <p:spPr bwMode="auto">
              <a:xfrm rot="1800000">
                <a:off x="2487263" y="4087144"/>
                <a:ext cx="12879" cy="11708"/>
              </a:xfrm>
              <a:custGeom>
                <a:avLst/>
                <a:gdLst/>
                <a:ahLst/>
                <a:cxnLst>
                  <a:cxn ang="0">
                    <a:pos x="5" y="19"/>
                  </a:cxn>
                  <a:cxn ang="0">
                    <a:pos x="5" y="19"/>
                  </a:cxn>
                  <a:cxn ang="0">
                    <a:pos x="2" y="16"/>
                  </a:cxn>
                  <a:cxn ang="0">
                    <a:pos x="1" y="14"/>
                  </a:cxn>
                  <a:cxn ang="0">
                    <a:pos x="0" y="10"/>
                  </a:cxn>
                  <a:cxn ang="0">
                    <a:pos x="1" y="6"/>
                  </a:cxn>
                  <a:cxn ang="0">
                    <a:pos x="1" y="6"/>
                  </a:cxn>
                  <a:cxn ang="0">
                    <a:pos x="4" y="3"/>
                  </a:cxn>
                  <a:cxn ang="0">
                    <a:pos x="6" y="0"/>
                  </a:cxn>
                  <a:cxn ang="0">
                    <a:pos x="10" y="0"/>
                  </a:cxn>
                  <a:cxn ang="0">
                    <a:pos x="15" y="1"/>
                  </a:cxn>
                  <a:cxn ang="0">
                    <a:pos x="15" y="1"/>
                  </a:cxn>
                  <a:cxn ang="0">
                    <a:pos x="17" y="4"/>
                  </a:cxn>
                  <a:cxn ang="0">
                    <a:pos x="19" y="7"/>
                  </a:cxn>
                  <a:cxn ang="0">
                    <a:pos x="20" y="11"/>
                  </a:cxn>
                  <a:cxn ang="0">
                    <a:pos x="19" y="15"/>
                  </a:cxn>
                  <a:cxn ang="0">
                    <a:pos x="19" y="15"/>
                  </a:cxn>
                  <a:cxn ang="0">
                    <a:pos x="16" y="18"/>
                  </a:cxn>
                  <a:cxn ang="0">
                    <a:pos x="13" y="19"/>
                  </a:cxn>
                  <a:cxn ang="0">
                    <a:pos x="9" y="21"/>
                  </a:cxn>
                  <a:cxn ang="0">
                    <a:pos x="5" y="19"/>
                  </a:cxn>
                  <a:cxn ang="0">
                    <a:pos x="5" y="19"/>
                  </a:cxn>
                </a:cxnLst>
                <a:rect l="0" t="0" r="r" b="b"/>
                <a:pathLst>
                  <a:path w="20" h="21">
                    <a:moveTo>
                      <a:pt x="5" y="19"/>
                    </a:moveTo>
                    <a:lnTo>
                      <a:pt x="5" y="19"/>
                    </a:lnTo>
                    <a:lnTo>
                      <a:pt x="2" y="16"/>
                    </a:lnTo>
                    <a:lnTo>
                      <a:pt x="1" y="14"/>
                    </a:lnTo>
                    <a:lnTo>
                      <a:pt x="0" y="10"/>
                    </a:lnTo>
                    <a:lnTo>
                      <a:pt x="1" y="6"/>
                    </a:lnTo>
                    <a:lnTo>
                      <a:pt x="1" y="6"/>
                    </a:lnTo>
                    <a:lnTo>
                      <a:pt x="4" y="3"/>
                    </a:lnTo>
                    <a:lnTo>
                      <a:pt x="6" y="0"/>
                    </a:lnTo>
                    <a:lnTo>
                      <a:pt x="10" y="0"/>
                    </a:lnTo>
                    <a:lnTo>
                      <a:pt x="15" y="1"/>
                    </a:lnTo>
                    <a:lnTo>
                      <a:pt x="15" y="1"/>
                    </a:lnTo>
                    <a:lnTo>
                      <a:pt x="17" y="4"/>
                    </a:lnTo>
                    <a:lnTo>
                      <a:pt x="19" y="7"/>
                    </a:lnTo>
                    <a:lnTo>
                      <a:pt x="20" y="11"/>
                    </a:lnTo>
                    <a:lnTo>
                      <a:pt x="19" y="15"/>
                    </a:lnTo>
                    <a:lnTo>
                      <a:pt x="19" y="15"/>
                    </a:lnTo>
                    <a:lnTo>
                      <a:pt x="16" y="18"/>
                    </a:lnTo>
                    <a:lnTo>
                      <a:pt x="13" y="19"/>
                    </a:lnTo>
                    <a:lnTo>
                      <a:pt x="9" y="21"/>
                    </a:lnTo>
                    <a:lnTo>
                      <a:pt x="5" y="19"/>
                    </a:lnTo>
                    <a:lnTo>
                      <a:pt x="5" y="19"/>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0" name="Freeform 157"/>
              <p:cNvSpPr>
                <a:spLocks/>
              </p:cNvSpPr>
              <p:nvPr/>
            </p:nvSpPr>
            <p:spPr bwMode="auto">
              <a:xfrm rot="1800000">
                <a:off x="2467494" y="4142881"/>
                <a:ext cx="59711" cy="23416"/>
              </a:xfrm>
              <a:custGeom>
                <a:avLst/>
                <a:gdLst/>
                <a:ahLst/>
                <a:cxnLst>
                  <a:cxn ang="0">
                    <a:pos x="0" y="39"/>
                  </a:cxn>
                  <a:cxn ang="0">
                    <a:pos x="0" y="39"/>
                  </a:cxn>
                  <a:cxn ang="0">
                    <a:pos x="4" y="30"/>
                  </a:cxn>
                  <a:cxn ang="0">
                    <a:pos x="10" y="22"/>
                  </a:cxn>
                  <a:cxn ang="0">
                    <a:pos x="17" y="13"/>
                  </a:cxn>
                  <a:cxn ang="0">
                    <a:pos x="25" y="7"/>
                  </a:cxn>
                  <a:cxn ang="0">
                    <a:pos x="25" y="7"/>
                  </a:cxn>
                  <a:cxn ang="0">
                    <a:pos x="34" y="2"/>
                  </a:cxn>
                  <a:cxn ang="0">
                    <a:pos x="44" y="0"/>
                  </a:cxn>
                  <a:cxn ang="0">
                    <a:pos x="55" y="0"/>
                  </a:cxn>
                  <a:cxn ang="0">
                    <a:pos x="64" y="1"/>
                  </a:cxn>
                  <a:cxn ang="0">
                    <a:pos x="74" y="4"/>
                  </a:cxn>
                  <a:cxn ang="0">
                    <a:pos x="82" y="9"/>
                  </a:cxn>
                  <a:cxn ang="0">
                    <a:pos x="90" y="16"/>
                  </a:cxn>
                  <a:cxn ang="0">
                    <a:pos x="96" y="24"/>
                  </a:cxn>
                  <a:cxn ang="0">
                    <a:pos x="96" y="24"/>
                  </a:cxn>
                  <a:cxn ang="0">
                    <a:pos x="100" y="32"/>
                  </a:cxn>
                  <a:cxn ang="0">
                    <a:pos x="102" y="39"/>
                  </a:cxn>
                  <a:cxn ang="0">
                    <a:pos x="89" y="39"/>
                  </a:cxn>
                  <a:cxn ang="0">
                    <a:pos x="89" y="39"/>
                  </a:cxn>
                  <a:cxn ang="0">
                    <a:pos x="85" y="31"/>
                  </a:cxn>
                  <a:cxn ang="0">
                    <a:pos x="85" y="31"/>
                  </a:cxn>
                  <a:cxn ang="0">
                    <a:pos x="81" y="24"/>
                  </a:cxn>
                  <a:cxn ang="0">
                    <a:pos x="75" y="19"/>
                  </a:cxn>
                  <a:cxn ang="0">
                    <a:pos x="68" y="15"/>
                  </a:cxn>
                  <a:cxn ang="0">
                    <a:pos x="62" y="12"/>
                  </a:cxn>
                  <a:cxn ang="0">
                    <a:pos x="53" y="12"/>
                  </a:cxn>
                  <a:cxn ang="0">
                    <a:pos x="47" y="12"/>
                  </a:cxn>
                  <a:cxn ang="0">
                    <a:pos x="38" y="13"/>
                  </a:cxn>
                  <a:cxn ang="0">
                    <a:pos x="32" y="17"/>
                  </a:cxn>
                  <a:cxn ang="0">
                    <a:pos x="32" y="17"/>
                  </a:cxn>
                  <a:cxn ang="0">
                    <a:pos x="25" y="22"/>
                  </a:cxn>
                  <a:cxn ang="0">
                    <a:pos x="19" y="27"/>
                  </a:cxn>
                  <a:cxn ang="0">
                    <a:pos x="17" y="32"/>
                  </a:cxn>
                  <a:cxn ang="0">
                    <a:pos x="14" y="39"/>
                  </a:cxn>
                  <a:cxn ang="0">
                    <a:pos x="0" y="39"/>
                  </a:cxn>
                </a:cxnLst>
                <a:rect l="0" t="0" r="r" b="b"/>
                <a:pathLst>
                  <a:path w="102" h="39">
                    <a:moveTo>
                      <a:pt x="0" y="39"/>
                    </a:moveTo>
                    <a:lnTo>
                      <a:pt x="0" y="39"/>
                    </a:lnTo>
                    <a:lnTo>
                      <a:pt x="4" y="30"/>
                    </a:lnTo>
                    <a:lnTo>
                      <a:pt x="10" y="22"/>
                    </a:lnTo>
                    <a:lnTo>
                      <a:pt x="17" y="13"/>
                    </a:lnTo>
                    <a:lnTo>
                      <a:pt x="25" y="7"/>
                    </a:lnTo>
                    <a:lnTo>
                      <a:pt x="25" y="7"/>
                    </a:lnTo>
                    <a:lnTo>
                      <a:pt x="34" y="2"/>
                    </a:lnTo>
                    <a:lnTo>
                      <a:pt x="44" y="0"/>
                    </a:lnTo>
                    <a:lnTo>
                      <a:pt x="55" y="0"/>
                    </a:lnTo>
                    <a:lnTo>
                      <a:pt x="64" y="1"/>
                    </a:lnTo>
                    <a:lnTo>
                      <a:pt x="74" y="4"/>
                    </a:lnTo>
                    <a:lnTo>
                      <a:pt x="82" y="9"/>
                    </a:lnTo>
                    <a:lnTo>
                      <a:pt x="90" y="16"/>
                    </a:lnTo>
                    <a:lnTo>
                      <a:pt x="96" y="24"/>
                    </a:lnTo>
                    <a:lnTo>
                      <a:pt x="96" y="24"/>
                    </a:lnTo>
                    <a:lnTo>
                      <a:pt x="100" y="32"/>
                    </a:lnTo>
                    <a:lnTo>
                      <a:pt x="102" y="39"/>
                    </a:lnTo>
                    <a:lnTo>
                      <a:pt x="89" y="39"/>
                    </a:lnTo>
                    <a:lnTo>
                      <a:pt x="89" y="39"/>
                    </a:lnTo>
                    <a:lnTo>
                      <a:pt x="85" y="31"/>
                    </a:lnTo>
                    <a:lnTo>
                      <a:pt x="85" y="31"/>
                    </a:lnTo>
                    <a:lnTo>
                      <a:pt x="81" y="24"/>
                    </a:lnTo>
                    <a:lnTo>
                      <a:pt x="75" y="19"/>
                    </a:lnTo>
                    <a:lnTo>
                      <a:pt x="68" y="15"/>
                    </a:lnTo>
                    <a:lnTo>
                      <a:pt x="62" y="12"/>
                    </a:lnTo>
                    <a:lnTo>
                      <a:pt x="53" y="12"/>
                    </a:lnTo>
                    <a:lnTo>
                      <a:pt x="47" y="12"/>
                    </a:lnTo>
                    <a:lnTo>
                      <a:pt x="38" y="13"/>
                    </a:lnTo>
                    <a:lnTo>
                      <a:pt x="32" y="17"/>
                    </a:lnTo>
                    <a:lnTo>
                      <a:pt x="32" y="17"/>
                    </a:lnTo>
                    <a:lnTo>
                      <a:pt x="25" y="22"/>
                    </a:lnTo>
                    <a:lnTo>
                      <a:pt x="19" y="27"/>
                    </a:lnTo>
                    <a:lnTo>
                      <a:pt x="17" y="32"/>
                    </a:lnTo>
                    <a:lnTo>
                      <a:pt x="14" y="39"/>
                    </a:lnTo>
                    <a:lnTo>
                      <a:pt x="0" y="39"/>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1" name="Freeform 158"/>
              <p:cNvSpPr>
                <a:spLocks/>
              </p:cNvSpPr>
              <p:nvPr/>
            </p:nvSpPr>
            <p:spPr bwMode="auto">
              <a:xfrm rot="1800000">
                <a:off x="2482756" y="4155832"/>
                <a:ext cx="12879" cy="7025"/>
              </a:xfrm>
              <a:custGeom>
                <a:avLst/>
                <a:gdLst/>
                <a:ahLst/>
                <a:cxnLst>
                  <a:cxn ang="0">
                    <a:pos x="1" y="12"/>
                  </a:cxn>
                  <a:cxn ang="0">
                    <a:pos x="1" y="12"/>
                  </a:cxn>
                  <a:cxn ang="0">
                    <a:pos x="0" y="10"/>
                  </a:cxn>
                  <a:cxn ang="0">
                    <a:pos x="1" y="7"/>
                  </a:cxn>
                  <a:cxn ang="0">
                    <a:pos x="3" y="4"/>
                  </a:cxn>
                  <a:cxn ang="0">
                    <a:pos x="5" y="1"/>
                  </a:cxn>
                  <a:cxn ang="0">
                    <a:pos x="5" y="1"/>
                  </a:cxn>
                  <a:cxn ang="0">
                    <a:pos x="10" y="0"/>
                  </a:cxn>
                  <a:cxn ang="0">
                    <a:pos x="12" y="1"/>
                  </a:cxn>
                  <a:cxn ang="0">
                    <a:pos x="16" y="3"/>
                  </a:cxn>
                  <a:cxn ang="0">
                    <a:pos x="19" y="5"/>
                  </a:cxn>
                  <a:cxn ang="0">
                    <a:pos x="19" y="5"/>
                  </a:cxn>
                  <a:cxn ang="0">
                    <a:pos x="20" y="10"/>
                  </a:cxn>
                  <a:cxn ang="0">
                    <a:pos x="20" y="12"/>
                  </a:cxn>
                  <a:cxn ang="0">
                    <a:pos x="1" y="12"/>
                  </a:cxn>
                </a:cxnLst>
                <a:rect l="0" t="0" r="r" b="b"/>
                <a:pathLst>
                  <a:path w="20" h="12">
                    <a:moveTo>
                      <a:pt x="1" y="12"/>
                    </a:moveTo>
                    <a:lnTo>
                      <a:pt x="1" y="12"/>
                    </a:lnTo>
                    <a:lnTo>
                      <a:pt x="0" y="10"/>
                    </a:lnTo>
                    <a:lnTo>
                      <a:pt x="1" y="7"/>
                    </a:lnTo>
                    <a:lnTo>
                      <a:pt x="3" y="4"/>
                    </a:lnTo>
                    <a:lnTo>
                      <a:pt x="5" y="1"/>
                    </a:lnTo>
                    <a:lnTo>
                      <a:pt x="5" y="1"/>
                    </a:lnTo>
                    <a:lnTo>
                      <a:pt x="10" y="0"/>
                    </a:lnTo>
                    <a:lnTo>
                      <a:pt x="12" y="1"/>
                    </a:lnTo>
                    <a:lnTo>
                      <a:pt x="16" y="3"/>
                    </a:lnTo>
                    <a:lnTo>
                      <a:pt x="19" y="5"/>
                    </a:lnTo>
                    <a:lnTo>
                      <a:pt x="19" y="5"/>
                    </a:lnTo>
                    <a:lnTo>
                      <a:pt x="20" y="10"/>
                    </a:lnTo>
                    <a:lnTo>
                      <a:pt x="20" y="12"/>
                    </a:lnTo>
                    <a:lnTo>
                      <a:pt x="1" y="12"/>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2" name="Freeform 159"/>
              <p:cNvSpPr>
                <a:spLocks noEditPoints="1"/>
              </p:cNvSpPr>
              <p:nvPr/>
            </p:nvSpPr>
            <p:spPr bwMode="auto">
              <a:xfrm rot="1800000">
                <a:off x="2447254" y="3988423"/>
                <a:ext cx="60882" cy="60882"/>
              </a:xfrm>
              <a:custGeom>
                <a:avLst/>
                <a:gdLst/>
                <a:ahLst/>
                <a:cxnLst>
                  <a:cxn ang="0">
                    <a:pos x="86" y="90"/>
                  </a:cxn>
                  <a:cxn ang="0">
                    <a:pos x="70" y="100"/>
                  </a:cxn>
                  <a:cxn ang="0">
                    <a:pos x="52" y="104"/>
                  </a:cxn>
                  <a:cxn ang="0">
                    <a:pos x="52" y="92"/>
                  </a:cxn>
                  <a:cxn ang="0">
                    <a:pos x="66" y="89"/>
                  </a:cxn>
                  <a:cxn ang="0">
                    <a:pos x="78" y="81"/>
                  </a:cxn>
                  <a:cxn ang="0">
                    <a:pos x="84" y="75"/>
                  </a:cxn>
                  <a:cxn ang="0">
                    <a:pos x="90" y="62"/>
                  </a:cxn>
                  <a:cxn ang="0">
                    <a:pos x="92" y="47"/>
                  </a:cxn>
                  <a:cxn ang="0">
                    <a:pos x="86" y="32"/>
                  </a:cxn>
                  <a:cxn ang="0">
                    <a:pos x="82" y="25"/>
                  </a:cxn>
                  <a:cxn ang="0">
                    <a:pos x="69" y="15"/>
                  </a:cxn>
                  <a:cxn ang="0">
                    <a:pos x="52" y="13"/>
                  </a:cxn>
                  <a:cxn ang="0">
                    <a:pos x="52" y="0"/>
                  </a:cxn>
                  <a:cxn ang="0">
                    <a:pos x="74" y="5"/>
                  </a:cxn>
                  <a:cxn ang="0">
                    <a:pos x="92" y="18"/>
                  </a:cxn>
                  <a:cxn ang="0">
                    <a:pos x="97" y="26"/>
                  </a:cxn>
                  <a:cxn ang="0">
                    <a:pos x="104" y="45"/>
                  </a:cxn>
                  <a:cxn ang="0">
                    <a:pos x="103" y="64"/>
                  </a:cxn>
                  <a:cxn ang="0">
                    <a:pos x="95" y="82"/>
                  </a:cxn>
                  <a:cxn ang="0">
                    <a:pos x="86" y="90"/>
                  </a:cxn>
                  <a:cxn ang="0">
                    <a:pos x="52" y="104"/>
                  </a:cxn>
                  <a:cxn ang="0">
                    <a:pos x="32" y="99"/>
                  </a:cxn>
                  <a:cxn ang="0">
                    <a:pos x="14" y="86"/>
                  </a:cxn>
                  <a:cxn ang="0">
                    <a:pos x="7" y="77"/>
                  </a:cxn>
                  <a:cxn ang="0">
                    <a:pos x="2" y="58"/>
                  </a:cxn>
                  <a:cxn ang="0">
                    <a:pos x="3" y="39"/>
                  </a:cxn>
                  <a:cxn ang="0">
                    <a:pos x="11" y="21"/>
                  </a:cxn>
                  <a:cxn ang="0">
                    <a:pos x="18" y="13"/>
                  </a:cxn>
                  <a:cxn ang="0">
                    <a:pos x="35" y="3"/>
                  </a:cxn>
                  <a:cxn ang="0">
                    <a:pos x="52" y="0"/>
                  </a:cxn>
                  <a:cxn ang="0">
                    <a:pos x="52" y="13"/>
                  </a:cxn>
                  <a:cxn ang="0">
                    <a:pos x="39" y="14"/>
                  </a:cxn>
                  <a:cxn ang="0">
                    <a:pos x="26" y="22"/>
                  </a:cxn>
                  <a:cxn ang="0">
                    <a:pos x="21" y="28"/>
                  </a:cxn>
                  <a:cxn ang="0">
                    <a:pos x="14" y="41"/>
                  </a:cxn>
                  <a:cxn ang="0">
                    <a:pos x="13" y="56"/>
                  </a:cxn>
                  <a:cxn ang="0">
                    <a:pos x="18" y="71"/>
                  </a:cxn>
                  <a:cxn ang="0">
                    <a:pos x="22" y="78"/>
                  </a:cxn>
                  <a:cxn ang="0">
                    <a:pos x="37" y="88"/>
                  </a:cxn>
                  <a:cxn ang="0">
                    <a:pos x="52" y="92"/>
                  </a:cxn>
                </a:cxnLst>
                <a:rect l="0" t="0" r="r" b="b"/>
                <a:pathLst>
                  <a:path w="104" h="104">
                    <a:moveTo>
                      <a:pt x="86" y="90"/>
                    </a:moveTo>
                    <a:lnTo>
                      <a:pt x="86" y="90"/>
                    </a:lnTo>
                    <a:lnTo>
                      <a:pt x="80" y="96"/>
                    </a:lnTo>
                    <a:lnTo>
                      <a:pt x="70" y="100"/>
                    </a:lnTo>
                    <a:lnTo>
                      <a:pt x="62" y="103"/>
                    </a:lnTo>
                    <a:lnTo>
                      <a:pt x="52" y="104"/>
                    </a:lnTo>
                    <a:lnTo>
                      <a:pt x="52" y="92"/>
                    </a:lnTo>
                    <a:lnTo>
                      <a:pt x="52" y="92"/>
                    </a:lnTo>
                    <a:lnTo>
                      <a:pt x="59" y="90"/>
                    </a:lnTo>
                    <a:lnTo>
                      <a:pt x="66" y="89"/>
                    </a:lnTo>
                    <a:lnTo>
                      <a:pt x="73" y="86"/>
                    </a:lnTo>
                    <a:lnTo>
                      <a:pt x="78" y="81"/>
                    </a:lnTo>
                    <a:lnTo>
                      <a:pt x="78" y="81"/>
                    </a:lnTo>
                    <a:lnTo>
                      <a:pt x="84" y="75"/>
                    </a:lnTo>
                    <a:lnTo>
                      <a:pt x="88" y="69"/>
                    </a:lnTo>
                    <a:lnTo>
                      <a:pt x="90" y="62"/>
                    </a:lnTo>
                    <a:lnTo>
                      <a:pt x="92" y="54"/>
                    </a:lnTo>
                    <a:lnTo>
                      <a:pt x="92" y="47"/>
                    </a:lnTo>
                    <a:lnTo>
                      <a:pt x="90" y="39"/>
                    </a:lnTo>
                    <a:lnTo>
                      <a:pt x="86" y="32"/>
                    </a:lnTo>
                    <a:lnTo>
                      <a:pt x="82" y="25"/>
                    </a:lnTo>
                    <a:lnTo>
                      <a:pt x="82" y="25"/>
                    </a:lnTo>
                    <a:lnTo>
                      <a:pt x="75" y="20"/>
                    </a:lnTo>
                    <a:lnTo>
                      <a:pt x="69" y="15"/>
                    </a:lnTo>
                    <a:lnTo>
                      <a:pt x="60" y="13"/>
                    </a:lnTo>
                    <a:lnTo>
                      <a:pt x="52" y="13"/>
                    </a:lnTo>
                    <a:lnTo>
                      <a:pt x="52" y="0"/>
                    </a:lnTo>
                    <a:lnTo>
                      <a:pt x="52" y="0"/>
                    </a:lnTo>
                    <a:lnTo>
                      <a:pt x="63" y="0"/>
                    </a:lnTo>
                    <a:lnTo>
                      <a:pt x="74" y="5"/>
                    </a:lnTo>
                    <a:lnTo>
                      <a:pt x="84" y="10"/>
                    </a:lnTo>
                    <a:lnTo>
                      <a:pt x="92" y="18"/>
                    </a:lnTo>
                    <a:lnTo>
                      <a:pt x="92" y="18"/>
                    </a:lnTo>
                    <a:lnTo>
                      <a:pt x="97" y="26"/>
                    </a:lnTo>
                    <a:lnTo>
                      <a:pt x="101" y="36"/>
                    </a:lnTo>
                    <a:lnTo>
                      <a:pt x="104" y="45"/>
                    </a:lnTo>
                    <a:lnTo>
                      <a:pt x="104" y="55"/>
                    </a:lnTo>
                    <a:lnTo>
                      <a:pt x="103" y="64"/>
                    </a:lnTo>
                    <a:lnTo>
                      <a:pt x="99" y="74"/>
                    </a:lnTo>
                    <a:lnTo>
                      <a:pt x="95" y="82"/>
                    </a:lnTo>
                    <a:lnTo>
                      <a:pt x="86" y="90"/>
                    </a:lnTo>
                    <a:lnTo>
                      <a:pt x="86" y="90"/>
                    </a:lnTo>
                    <a:close/>
                    <a:moveTo>
                      <a:pt x="52" y="104"/>
                    </a:moveTo>
                    <a:lnTo>
                      <a:pt x="52" y="104"/>
                    </a:lnTo>
                    <a:lnTo>
                      <a:pt x="41" y="103"/>
                    </a:lnTo>
                    <a:lnTo>
                      <a:pt x="32" y="99"/>
                    </a:lnTo>
                    <a:lnTo>
                      <a:pt x="22" y="93"/>
                    </a:lnTo>
                    <a:lnTo>
                      <a:pt x="14" y="86"/>
                    </a:lnTo>
                    <a:lnTo>
                      <a:pt x="14" y="86"/>
                    </a:lnTo>
                    <a:lnTo>
                      <a:pt x="7" y="77"/>
                    </a:lnTo>
                    <a:lnTo>
                      <a:pt x="3" y="69"/>
                    </a:lnTo>
                    <a:lnTo>
                      <a:pt x="2" y="58"/>
                    </a:lnTo>
                    <a:lnTo>
                      <a:pt x="0" y="48"/>
                    </a:lnTo>
                    <a:lnTo>
                      <a:pt x="3" y="39"/>
                    </a:lnTo>
                    <a:lnTo>
                      <a:pt x="6" y="29"/>
                    </a:lnTo>
                    <a:lnTo>
                      <a:pt x="11" y="21"/>
                    </a:lnTo>
                    <a:lnTo>
                      <a:pt x="18" y="13"/>
                    </a:lnTo>
                    <a:lnTo>
                      <a:pt x="18" y="13"/>
                    </a:lnTo>
                    <a:lnTo>
                      <a:pt x="26" y="7"/>
                    </a:lnTo>
                    <a:lnTo>
                      <a:pt x="35" y="3"/>
                    </a:lnTo>
                    <a:lnTo>
                      <a:pt x="44" y="0"/>
                    </a:lnTo>
                    <a:lnTo>
                      <a:pt x="52" y="0"/>
                    </a:lnTo>
                    <a:lnTo>
                      <a:pt x="52" y="13"/>
                    </a:lnTo>
                    <a:lnTo>
                      <a:pt x="52" y="13"/>
                    </a:lnTo>
                    <a:lnTo>
                      <a:pt x="45" y="13"/>
                    </a:lnTo>
                    <a:lnTo>
                      <a:pt x="39" y="14"/>
                    </a:lnTo>
                    <a:lnTo>
                      <a:pt x="32" y="18"/>
                    </a:lnTo>
                    <a:lnTo>
                      <a:pt x="26" y="22"/>
                    </a:lnTo>
                    <a:lnTo>
                      <a:pt x="26" y="22"/>
                    </a:lnTo>
                    <a:lnTo>
                      <a:pt x="21" y="28"/>
                    </a:lnTo>
                    <a:lnTo>
                      <a:pt x="17" y="35"/>
                    </a:lnTo>
                    <a:lnTo>
                      <a:pt x="14" y="41"/>
                    </a:lnTo>
                    <a:lnTo>
                      <a:pt x="13" y="50"/>
                    </a:lnTo>
                    <a:lnTo>
                      <a:pt x="13" y="56"/>
                    </a:lnTo>
                    <a:lnTo>
                      <a:pt x="15" y="64"/>
                    </a:lnTo>
                    <a:lnTo>
                      <a:pt x="18" y="71"/>
                    </a:lnTo>
                    <a:lnTo>
                      <a:pt x="22" y="78"/>
                    </a:lnTo>
                    <a:lnTo>
                      <a:pt x="22" y="78"/>
                    </a:lnTo>
                    <a:lnTo>
                      <a:pt x="29" y="84"/>
                    </a:lnTo>
                    <a:lnTo>
                      <a:pt x="37" y="88"/>
                    </a:lnTo>
                    <a:lnTo>
                      <a:pt x="44" y="90"/>
                    </a:lnTo>
                    <a:lnTo>
                      <a:pt x="52" y="92"/>
                    </a:lnTo>
                    <a:lnTo>
                      <a:pt x="52" y="104"/>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3" name="Freeform 160"/>
              <p:cNvSpPr>
                <a:spLocks/>
              </p:cNvSpPr>
              <p:nvPr/>
            </p:nvSpPr>
            <p:spPr bwMode="auto">
              <a:xfrm rot="1800000">
                <a:off x="2474491" y="4022313"/>
                <a:ext cx="10538" cy="11708"/>
              </a:xfrm>
              <a:custGeom>
                <a:avLst/>
                <a:gdLst/>
                <a:ahLst/>
                <a:cxnLst>
                  <a:cxn ang="0">
                    <a:pos x="16" y="17"/>
                  </a:cxn>
                  <a:cxn ang="0">
                    <a:pos x="16" y="17"/>
                  </a:cxn>
                  <a:cxn ang="0">
                    <a:pos x="12" y="19"/>
                  </a:cxn>
                  <a:cxn ang="0">
                    <a:pos x="8" y="20"/>
                  </a:cxn>
                  <a:cxn ang="0">
                    <a:pos x="5" y="19"/>
                  </a:cxn>
                  <a:cxn ang="0">
                    <a:pos x="1" y="16"/>
                  </a:cxn>
                  <a:cxn ang="0">
                    <a:pos x="1" y="16"/>
                  </a:cxn>
                  <a:cxn ang="0">
                    <a:pos x="0" y="13"/>
                  </a:cxn>
                  <a:cxn ang="0">
                    <a:pos x="0" y="9"/>
                  </a:cxn>
                  <a:cxn ang="0">
                    <a:pos x="0" y="5"/>
                  </a:cxn>
                  <a:cxn ang="0">
                    <a:pos x="2" y="2"/>
                  </a:cxn>
                  <a:cxn ang="0">
                    <a:pos x="2" y="2"/>
                  </a:cxn>
                  <a:cxn ang="0">
                    <a:pos x="6" y="0"/>
                  </a:cxn>
                  <a:cxn ang="0">
                    <a:pos x="9" y="0"/>
                  </a:cxn>
                  <a:cxn ang="0">
                    <a:pos x="13" y="1"/>
                  </a:cxn>
                  <a:cxn ang="0">
                    <a:pos x="16" y="2"/>
                  </a:cxn>
                  <a:cxn ang="0">
                    <a:pos x="16" y="2"/>
                  </a:cxn>
                  <a:cxn ang="0">
                    <a:pos x="19" y="6"/>
                  </a:cxn>
                  <a:cxn ang="0">
                    <a:pos x="19" y="10"/>
                  </a:cxn>
                  <a:cxn ang="0">
                    <a:pos x="17" y="13"/>
                  </a:cxn>
                  <a:cxn ang="0">
                    <a:pos x="16" y="17"/>
                  </a:cxn>
                  <a:cxn ang="0">
                    <a:pos x="16" y="17"/>
                  </a:cxn>
                </a:cxnLst>
                <a:rect l="0" t="0" r="r" b="b"/>
                <a:pathLst>
                  <a:path w="19" h="20">
                    <a:moveTo>
                      <a:pt x="16" y="17"/>
                    </a:moveTo>
                    <a:lnTo>
                      <a:pt x="16" y="17"/>
                    </a:lnTo>
                    <a:lnTo>
                      <a:pt x="12" y="19"/>
                    </a:lnTo>
                    <a:lnTo>
                      <a:pt x="8" y="20"/>
                    </a:lnTo>
                    <a:lnTo>
                      <a:pt x="5" y="19"/>
                    </a:lnTo>
                    <a:lnTo>
                      <a:pt x="1" y="16"/>
                    </a:lnTo>
                    <a:lnTo>
                      <a:pt x="1" y="16"/>
                    </a:lnTo>
                    <a:lnTo>
                      <a:pt x="0" y="13"/>
                    </a:lnTo>
                    <a:lnTo>
                      <a:pt x="0" y="9"/>
                    </a:lnTo>
                    <a:lnTo>
                      <a:pt x="0" y="5"/>
                    </a:lnTo>
                    <a:lnTo>
                      <a:pt x="2" y="2"/>
                    </a:lnTo>
                    <a:lnTo>
                      <a:pt x="2" y="2"/>
                    </a:lnTo>
                    <a:lnTo>
                      <a:pt x="6" y="0"/>
                    </a:lnTo>
                    <a:lnTo>
                      <a:pt x="9" y="0"/>
                    </a:lnTo>
                    <a:lnTo>
                      <a:pt x="13" y="1"/>
                    </a:lnTo>
                    <a:lnTo>
                      <a:pt x="16" y="2"/>
                    </a:lnTo>
                    <a:lnTo>
                      <a:pt x="16" y="2"/>
                    </a:lnTo>
                    <a:lnTo>
                      <a:pt x="19" y="6"/>
                    </a:lnTo>
                    <a:lnTo>
                      <a:pt x="19" y="10"/>
                    </a:lnTo>
                    <a:lnTo>
                      <a:pt x="17" y="13"/>
                    </a:lnTo>
                    <a:lnTo>
                      <a:pt x="16" y="17"/>
                    </a:lnTo>
                    <a:lnTo>
                      <a:pt x="16" y="17"/>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4" name="Freeform 161"/>
              <p:cNvSpPr>
                <a:spLocks/>
              </p:cNvSpPr>
              <p:nvPr/>
            </p:nvSpPr>
            <p:spPr bwMode="auto">
              <a:xfrm rot="1800000">
                <a:off x="2470284" y="4003999"/>
                <a:ext cx="11708" cy="11708"/>
              </a:xfrm>
              <a:custGeom>
                <a:avLst/>
                <a:gdLst/>
                <a:ahLst/>
                <a:cxnLst>
                  <a:cxn ang="0">
                    <a:pos x="16" y="17"/>
                  </a:cxn>
                  <a:cxn ang="0">
                    <a:pos x="16" y="17"/>
                  </a:cxn>
                  <a:cxn ang="0">
                    <a:pos x="13" y="20"/>
                  </a:cxn>
                  <a:cxn ang="0">
                    <a:pos x="9" y="20"/>
                  </a:cxn>
                  <a:cxn ang="0">
                    <a:pos x="5" y="18"/>
                  </a:cxn>
                  <a:cxn ang="0">
                    <a:pos x="3" y="17"/>
                  </a:cxn>
                  <a:cxn ang="0">
                    <a:pos x="3" y="17"/>
                  </a:cxn>
                  <a:cxn ang="0">
                    <a:pos x="1" y="13"/>
                  </a:cxn>
                  <a:cxn ang="0">
                    <a:pos x="0" y="9"/>
                  </a:cxn>
                  <a:cxn ang="0">
                    <a:pos x="1" y="6"/>
                  </a:cxn>
                  <a:cxn ang="0">
                    <a:pos x="4" y="2"/>
                  </a:cxn>
                  <a:cxn ang="0">
                    <a:pos x="4" y="2"/>
                  </a:cxn>
                  <a:cxn ang="0">
                    <a:pos x="7" y="0"/>
                  </a:cxn>
                  <a:cxn ang="0">
                    <a:pos x="11" y="0"/>
                  </a:cxn>
                  <a:cxn ang="0">
                    <a:pos x="15" y="0"/>
                  </a:cxn>
                  <a:cxn ang="0">
                    <a:pos x="18" y="3"/>
                  </a:cxn>
                  <a:cxn ang="0">
                    <a:pos x="18" y="3"/>
                  </a:cxn>
                  <a:cxn ang="0">
                    <a:pos x="20" y="7"/>
                  </a:cxn>
                  <a:cxn ang="0">
                    <a:pos x="20" y="10"/>
                  </a:cxn>
                  <a:cxn ang="0">
                    <a:pos x="19" y="14"/>
                  </a:cxn>
                  <a:cxn ang="0">
                    <a:pos x="16" y="17"/>
                  </a:cxn>
                  <a:cxn ang="0">
                    <a:pos x="16" y="17"/>
                  </a:cxn>
                </a:cxnLst>
                <a:rect l="0" t="0" r="r" b="b"/>
                <a:pathLst>
                  <a:path w="20" h="20">
                    <a:moveTo>
                      <a:pt x="16" y="17"/>
                    </a:moveTo>
                    <a:lnTo>
                      <a:pt x="16" y="17"/>
                    </a:lnTo>
                    <a:lnTo>
                      <a:pt x="13" y="20"/>
                    </a:lnTo>
                    <a:lnTo>
                      <a:pt x="9" y="20"/>
                    </a:lnTo>
                    <a:lnTo>
                      <a:pt x="5" y="18"/>
                    </a:lnTo>
                    <a:lnTo>
                      <a:pt x="3" y="17"/>
                    </a:lnTo>
                    <a:lnTo>
                      <a:pt x="3" y="17"/>
                    </a:lnTo>
                    <a:lnTo>
                      <a:pt x="1" y="13"/>
                    </a:lnTo>
                    <a:lnTo>
                      <a:pt x="0" y="9"/>
                    </a:lnTo>
                    <a:lnTo>
                      <a:pt x="1" y="6"/>
                    </a:lnTo>
                    <a:lnTo>
                      <a:pt x="4" y="2"/>
                    </a:lnTo>
                    <a:lnTo>
                      <a:pt x="4" y="2"/>
                    </a:lnTo>
                    <a:lnTo>
                      <a:pt x="7" y="0"/>
                    </a:lnTo>
                    <a:lnTo>
                      <a:pt x="11" y="0"/>
                    </a:lnTo>
                    <a:lnTo>
                      <a:pt x="15" y="0"/>
                    </a:lnTo>
                    <a:lnTo>
                      <a:pt x="18" y="3"/>
                    </a:lnTo>
                    <a:lnTo>
                      <a:pt x="18" y="3"/>
                    </a:lnTo>
                    <a:lnTo>
                      <a:pt x="20" y="7"/>
                    </a:lnTo>
                    <a:lnTo>
                      <a:pt x="20" y="10"/>
                    </a:lnTo>
                    <a:lnTo>
                      <a:pt x="19" y="14"/>
                    </a:lnTo>
                    <a:lnTo>
                      <a:pt x="16" y="17"/>
                    </a:lnTo>
                    <a:lnTo>
                      <a:pt x="16" y="17"/>
                    </a:lnTo>
                    <a:close/>
                  </a:path>
                </a:pathLst>
              </a:custGeom>
              <a:solidFill>
                <a:srgbClr val="09222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5" name="Freeform 190"/>
              <p:cNvSpPr>
                <a:spLocks/>
              </p:cNvSpPr>
              <p:nvPr/>
            </p:nvSpPr>
            <p:spPr bwMode="auto">
              <a:xfrm rot="1800000">
                <a:off x="2319274" y="3811651"/>
                <a:ext cx="280993" cy="181474"/>
              </a:xfrm>
              <a:custGeom>
                <a:avLst/>
                <a:gdLst/>
                <a:ahLst/>
                <a:cxnLst>
                  <a:cxn ang="0">
                    <a:pos x="0" y="236"/>
                  </a:cxn>
                  <a:cxn ang="0">
                    <a:pos x="0" y="236"/>
                  </a:cxn>
                  <a:cxn ang="0">
                    <a:pos x="8" y="241"/>
                  </a:cxn>
                  <a:cxn ang="0">
                    <a:pos x="17" y="245"/>
                  </a:cxn>
                  <a:cxn ang="0">
                    <a:pos x="28" y="248"/>
                  </a:cxn>
                  <a:cxn ang="0">
                    <a:pos x="41" y="247"/>
                  </a:cxn>
                  <a:cxn ang="0">
                    <a:pos x="53" y="245"/>
                  </a:cxn>
                  <a:cxn ang="0">
                    <a:pos x="67" y="241"/>
                  </a:cxn>
                  <a:cxn ang="0">
                    <a:pos x="80" y="236"/>
                  </a:cxn>
                  <a:cxn ang="0">
                    <a:pos x="95" y="229"/>
                  </a:cxn>
                  <a:cxn ang="0">
                    <a:pos x="126" y="213"/>
                  </a:cxn>
                  <a:cxn ang="0">
                    <a:pos x="159" y="194"/>
                  </a:cxn>
                  <a:cxn ang="0">
                    <a:pos x="227" y="153"/>
                  </a:cxn>
                  <a:cxn ang="0">
                    <a:pos x="227" y="153"/>
                  </a:cxn>
                  <a:cxn ang="0">
                    <a:pos x="264" y="132"/>
                  </a:cxn>
                  <a:cxn ang="0">
                    <a:pos x="305" y="113"/>
                  </a:cxn>
                  <a:cxn ang="0">
                    <a:pos x="347" y="93"/>
                  </a:cxn>
                  <a:cxn ang="0">
                    <a:pos x="388" y="74"/>
                  </a:cxn>
                  <a:cxn ang="0">
                    <a:pos x="422" y="55"/>
                  </a:cxn>
                  <a:cxn ang="0">
                    <a:pos x="436" y="45"/>
                  </a:cxn>
                  <a:cxn ang="0">
                    <a:pos x="448" y="36"/>
                  </a:cxn>
                  <a:cxn ang="0">
                    <a:pos x="456" y="27"/>
                  </a:cxn>
                  <a:cxn ang="0">
                    <a:pos x="462" y="19"/>
                  </a:cxn>
                  <a:cxn ang="0">
                    <a:pos x="463" y="15"/>
                  </a:cxn>
                  <a:cxn ang="0">
                    <a:pos x="463" y="11"/>
                  </a:cxn>
                  <a:cxn ang="0">
                    <a:pos x="462" y="7"/>
                  </a:cxn>
                  <a:cxn ang="0">
                    <a:pos x="459" y="4"/>
                  </a:cxn>
                  <a:cxn ang="0">
                    <a:pos x="459" y="4"/>
                  </a:cxn>
                  <a:cxn ang="0">
                    <a:pos x="456" y="0"/>
                  </a:cxn>
                  <a:cxn ang="0">
                    <a:pos x="460" y="7"/>
                  </a:cxn>
                  <a:cxn ang="0">
                    <a:pos x="481" y="44"/>
                  </a:cxn>
                  <a:cxn ang="0">
                    <a:pos x="481" y="44"/>
                  </a:cxn>
                  <a:cxn ang="0">
                    <a:pos x="426" y="72"/>
                  </a:cxn>
                  <a:cxn ang="0">
                    <a:pos x="368" y="104"/>
                  </a:cxn>
                  <a:cxn ang="0">
                    <a:pos x="309" y="139"/>
                  </a:cxn>
                  <a:cxn ang="0">
                    <a:pos x="249" y="175"/>
                  </a:cxn>
                  <a:cxn ang="0">
                    <a:pos x="192" y="211"/>
                  </a:cxn>
                  <a:cxn ang="0">
                    <a:pos x="139" y="247"/>
                  </a:cxn>
                  <a:cxn ang="0">
                    <a:pos x="91" y="280"/>
                  </a:cxn>
                  <a:cxn ang="0">
                    <a:pos x="50" y="310"/>
                  </a:cxn>
                  <a:cxn ang="0">
                    <a:pos x="50" y="310"/>
                  </a:cxn>
                  <a:cxn ang="0">
                    <a:pos x="35" y="290"/>
                  </a:cxn>
                  <a:cxn ang="0">
                    <a:pos x="22" y="271"/>
                  </a:cxn>
                  <a:cxn ang="0">
                    <a:pos x="9" y="254"/>
                  </a:cxn>
                  <a:cxn ang="0">
                    <a:pos x="0" y="236"/>
                  </a:cxn>
                  <a:cxn ang="0">
                    <a:pos x="0" y="236"/>
                  </a:cxn>
                </a:cxnLst>
                <a:rect l="0" t="0" r="r" b="b"/>
                <a:pathLst>
                  <a:path w="481" h="310">
                    <a:moveTo>
                      <a:pt x="0" y="236"/>
                    </a:moveTo>
                    <a:lnTo>
                      <a:pt x="0" y="236"/>
                    </a:lnTo>
                    <a:lnTo>
                      <a:pt x="8" y="241"/>
                    </a:lnTo>
                    <a:lnTo>
                      <a:pt x="17" y="245"/>
                    </a:lnTo>
                    <a:lnTo>
                      <a:pt x="28" y="248"/>
                    </a:lnTo>
                    <a:lnTo>
                      <a:pt x="41" y="247"/>
                    </a:lnTo>
                    <a:lnTo>
                      <a:pt x="53" y="245"/>
                    </a:lnTo>
                    <a:lnTo>
                      <a:pt x="67" y="241"/>
                    </a:lnTo>
                    <a:lnTo>
                      <a:pt x="80" y="236"/>
                    </a:lnTo>
                    <a:lnTo>
                      <a:pt x="95" y="229"/>
                    </a:lnTo>
                    <a:lnTo>
                      <a:pt x="126" y="213"/>
                    </a:lnTo>
                    <a:lnTo>
                      <a:pt x="159" y="194"/>
                    </a:lnTo>
                    <a:lnTo>
                      <a:pt x="227" y="153"/>
                    </a:lnTo>
                    <a:lnTo>
                      <a:pt x="227" y="153"/>
                    </a:lnTo>
                    <a:lnTo>
                      <a:pt x="264" y="132"/>
                    </a:lnTo>
                    <a:lnTo>
                      <a:pt x="305" y="113"/>
                    </a:lnTo>
                    <a:lnTo>
                      <a:pt x="347" y="93"/>
                    </a:lnTo>
                    <a:lnTo>
                      <a:pt x="388" y="74"/>
                    </a:lnTo>
                    <a:lnTo>
                      <a:pt x="422" y="55"/>
                    </a:lnTo>
                    <a:lnTo>
                      <a:pt x="436" y="45"/>
                    </a:lnTo>
                    <a:lnTo>
                      <a:pt x="448" y="36"/>
                    </a:lnTo>
                    <a:lnTo>
                      <a:pt x="456" y="27"/>
                    </a:lnTo>
                    <a:lnTo>
                      <a:pt x="462" y="19"/>
                    </a:lnTo>
                    <a:lnTo>
                      <a:pt x="463" y="15"/>
                    </a:lnTo>
                    <a:lnTo>
                      <a:pt x="463" y="11"/>
                    </a:lnTo>
                    <a:lnTo>
                      <a:pt x="462" y="7"/>
                    </a:lnTo>
                    <a:lnTo>
                      <a:pt x="459" y="4"/>
                    </a:lnTo>
                    <a:lnTo>
                      <a:pt x="459" y="4"/>
                    </a:lnTo>
                    <a:lnTo>
                      <a:pt x="456" y="0"/>
                    </a:lnTo>
                    <a:lnTo>
                      <a:pt x="460" y="7"/>
                    </a:lnTo>
                    <a:lnTo>
                      <a:pt x="481" y="44"/>
                    </a:lnTo>
                    <a:lnTo>
                      <a:pt x="481" y="44"/>
                    </a:lnTo>
                    <a:lnTo>
                      <a:pt x="426" y="72"/>
                    </a:lnTo>
                    <a:lnTo>
                      <a:pt x="368" y="104"/>
                    </a:lnTo>
                    <a:lnTo>
                      <a:pt x="309" y="139"/>
                    </a:lnTo>
                    <a:lnTo>
                      <a:pt x="249" y="175"/>
                    </a:lnTo>
                    <a:lnTo>
                      <a:pt x="192" y="211"/>
                    </a:lnTo>
                    <a:lnTo>
                      <a:pt x="139" y="247"/>
                    </a:lnTo>
                    <a:lnTo>
                      <a:pt x="91" y="280"/>
                    </a:lnTo>
                    <a:lnTo>
                      <a:pt x="50" y="310"/>
                    </a:lnTo>
                    <a:lnTo>
                      <a:pt x="50" y="310"/>
                    </a:lnTo>
                    <a:lnTo>
                      <a:pt x="35" y="290"/>
                    </a:lnTo>
                    <a:lnTo>
                      <a:pt x="22" y="271"/>
                    </a:lnTo>
                    <a:lnTo>
                      <a:pt x="9" y="254"/>
                    </a:lnTo>
                    <a:lnTo>
                      <a:pt x="0" y="236"/>
                    </a:lnTo>
                    <a:lnTo>
                      <a:pt x="0" y="236"/>
                    </a:lnTo>
                    <a:close/>
                  </a:path>
                </a:pathLst>
              </a:custGeom>
              <a:solidFill>
                <a:srgbClr val="BD9079"/>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6" name="Oval 85"/>
              <p:cNvSpPr/>
              <p:nvPr/>
            </p:nvSpPr>
            <p:spPr>
              <a:xfrm>
                <a:off x="2143108" y="2714626"/>
                <a:ext cx="197332" cy="19733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7" name="Oval 86"/>
              <p:cNvSpPr/>
              <p:nvPr/>
            </p:nvSpPr>
            <p:spPr>
              <a:xfrm>
                <a:off x="1885124" y="2813832"/>
                <a:ext cx="141796" cy="14179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8" name="Oval 87"/>
              <p:cNvSpPr/>
              <p:nvPr/>
            </p:nvSpPr>
            <p:spPr>
              <a:xfrm>
                <a:off x="2105816" y="3105962"/>
                <a:ext cx="73504" cy="7350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9" name="Oval 88"/>
              <p:cNvSpPr/>
              <p:nvPr/>
            </p:nvSpPr>
            <p:spPr>
              <a:xfrm>
                <a:off x="1785918" y="3071816"/>
                <a:ext cx="73504" cy="735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90" name="Straight Connector 89"/>
              <p:cNvCxnSpPr>
                <a:stCxn id="86" idx="2"/>
                <a:endCxn id="87" idx="7"/>
              </p:cNvCxnSpPr>
              <p:nvPr/>
            </p:nvCxnSpPr>
            <p:spPr>
              <a:xfrm rot="10800000" flipV="1">
                <a:off x="2006154" y="2813292"/>
                <a:ext cx="136954" cy="21306"/>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Straight Connector 90"/>
              <p:cNvCxnSpPr>
                <a:stCxn id="87" idx="5"/>
                <a:endCxn id="88" idx="1"/>
              </p:cNvCxnSpPr>
              <p:nvPr/>
            </p:nvCxnSpPr>
            <p:spPr>
              <a:xfrm rot="16200000" flipH="1">
                <a:off x="1970435" y="2970581"/>
                <a:ext cx="181864" cy="110426"/>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a:stCxn id="88" idx="2"/>
                <a:endCxn id="89" idx="6"/>
              </p:cNvCxnSpPr>
              <p:nvPr/>
            </p:nvCxnSpPr>
            <p:spPr>
              <a:xfrm rot="10800000">
                <a:off x="1859422" y="3108568"/>
                <a:ext cx="246394" cy="34146"/>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grpSp>
      <p:sp>
        <p:nvSpPr>
          <p:cNvPr id="9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369371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lide(fromBottom)">
                                      <p:cBhvr>
                                        <p:cTn id="7" dur="500"/>
                                        <p:tgtEl>
                                          <p:spTgt spid="4"/>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slide(fromLeft)">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30"/>
          <p:cNvSpPr>
            <a:spLocks noChangeArrowheads="1"/>
          </p:cNvSpPr>
          <p:nvPr/>
        </p:nvSpPr>
        <p:spPr bwMode="auto">
          <a:xfrm>
            <a:off x="3795713" y="3484563"/>
            <a:ext cx="514350" cy="590550"/>
          </a:xfrm>
          <a:prstGeom prst="rect">
            <a:avLst/>
          </a:prstGeom>
          <a:noFill/>
          <a:ln w="9525">
            <a:noFill/>
            <a:miter lim="800000"/>
            <a:headEnd/>
            <a:tailEnd/>
          </a:ln>
        </p:spPr>
        <p:txBody>
          <a:bodyPr wrap="none">
            <a:spAutoFit/>
          </a:bodyPr>
          <a:lstStyle/>
          <a:p>
            <a:pPr eaLnBrk="0" hangingPunct="0"/>
            <a:r>
              <a:rPr lang="en-US" sz="2400">
                <a:solidFill>
                  <a:prstClr val="white"/>
                </a:solidFill>
                <a:latin typeface="FontAwesome"/>
              </a:rPr>
              <a:t></a:t>
            </a:r>
          </a:p>
        </p:txBody>
      </p:sp>
      <p:sp>
        <p:nvSpPr>
          <p:cNvPr id="32" name="Content Placeholder 2"/>
          <p:cNvSpPr txBox="1">
            <a:spLocks/>
          </p:cNvSpPr>
          <p:nvPr/>
        </p:nvSpPr>
        <p:spPr>
          <a:xfrm>
            <a:off x="382772" y="2041233"/>
            <a:ext cx="8142103" cy="325378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a:buNone/>
            </a:pPr>
            <a:r>
              <a:rPr lang="ar-SA" sz="3200" b="1" dirty="0">
                <a:solidFill>
                  <a:schemeClr val="accent1"/>
                </a:solidFill>
              </a:rPr>
              <a:t>الراديو يواجه منافسة قوية من قبل وسائل التكنولوجيا الحديثة المستخدمة في الاتصال وخاصة من قبل إذاعات الإنترنت، نظراً لكون الإنترنت الوسيلة الأكثر استخداماً، ولكن مع ذلك فإن الراديو عبر الهواتف المحمولة سيبقى الأكثر استخداماً من الاستماع عبر الأقمار الصناعية (الساتلايت) أو الإنترنت.</a:t>
            </a:r>
            <a:endParaRPr lang="en-US" sz="3200" b="1" dirty="0">
              <a:solidFill>
                <a:schemeClr val="accent1"/>
              </a:solidFill>
            </a:endParaRPr>
          </a:p>
        </p:txBody>
      </p:sp>
      <p:sp>
        <p:nvSpPr>
          <p:cNvPr id="11" name="Rectangle 10"/>
          <p:cNvSpPr/>
          <p:nvPr/>
        </p:nvSpPr>
        <p:spPr>
          <a:xfrm>
            <a:off x="2523798" y="934848"/>
            <a:ext cx="9906069" cy="769441"/>
          </a:xfrm>
          <a:prstGeom prst="rect">
            <a:avLst/>
          </a:prstGeom>
        </p:spPr>
        <p:txBody>
          <a:bodyPr wrap="square">
            <a:spAutoFit/>
          </a:bodyPr>
          <a:lstStyle/>
          <a:p>
            <a:pPr rtl="1"/>
            <a:r>
              <a:rPr lang="ar-SA" sz="4400" b="1" dirty="0"/>
              <a:t>الإذاعة الإلكترونية ومصير الراديو..</a:t>
            </a:r>
            <a:endParaRPr lang="en-US" sz="4400" dirty="0"/>
          </a:p>
        </p:txBody>
      </p:sp>
      <p:grpSp>
        <p:nvGrpSpPr>
          <p:cNvPr id="131" name="Group 130"/>
          <p:cNvGrpSpPr/>
          <p:nvPr/>
        </p:nvGrpSpPr>
        <p:grpSpPr>
          <a:xfrm>
            <a:off x="8642080" y="1670204"/>
            <a:ext cx="3258588" cy="3676537"/>
            <a:chOff x="2117725" y="293687"/>
            <a:chExt cx="5951538" cy="6562726"/>
          </a:xfrm>
        </p:grpSpPr>
        <p:grpSp>
          <p:nvGrpSpPr>
            <p:cNvPr id="132" name="Group 131"/>
            <p:cNvGrpSpPr/>
            <p:nvPr/>
          </p:nvGrpSpPr>
          <p:grpSpPr>
            <a:xfrm>
              <a:off x="2117725" y="469900"/>
              <a:ext cx="5951538" cy="6386513"/>
              <a:chOff x="2117725" y="469900"/>
              <a:chExt cx="5951538" cy="6386513"/>
            </a:xfrm>
          </p:grpSpPr>
          <p:sp>
            <p:nvSpPr>
              <p:cNvPr id="134" name="Freeform 5"/>
              <p:cNvSpPr>
                <a:spLocks/>
              </p:cNvSpPr>
              <p:nvPr/>
            </p:nvSpPr>
            <p:spPr bwMode="auto">
              <a:xfrm>
                <a:off x="4149725" y="2713037"/>
                <a:ext cx="3898900" cy="2946400"/>
              </a:xfrm>
              <a:custGeom>
                <a:avLst/>
                <a:gdLst>
                  <a:gd name="T0" fmla="*/ 1045 w 1839"/>
                  <a:gd name="T1" fmla="*/ 1390 h 1390"/>
                  <a:gd name="T2" fmla="*/ 942 w 1839"/>
                  <a:gd name="T3" fmla="*/ 1385 h 1390"/>
                  <a:gd name="T4" fmla="*/ 575 w 1839"/>
                  <a:gd name="T5" fmla="*/ 1190 h 1390"/>
                  <a:gd name="T6" fmla="*/ 420 w 1839"/>
                  <a:gd name="T7" fmla="*/ 878 h 1390"/>
                  <a:gd name="T8" fmla="*/ 321 w 1839"/>
                  <a:gd name="T9" fmla="*/ 689 h 1390"/>
                  <a:gd name="T10" fmla="*/ 218 w 1839"/>
                  <a:gd name="T11" fmla="*/ 673 h 1390"/>
                  <a:gd name="T12" fmla="*/ 106 w 1839"/>
                  <a:gd name="T13" fmla="*/ 786 h 1390"/>
                  <a:gd name="T14" fmla="*/ 38 w 1839"/>
                  <a:gd name="T15" fmla="*/ 813 h 1390"/>
                  <a:gd name="T16" fmla="*/ 11 w 1839"/>
                  <a:gd name="T17" fmla="*/ 744 h 1390"/>
                  <a:gd name="T18" fmla="*/ 185 w 1839"/>
                  <a:gd name="T19" fmla="*/ 574 h 1390"/>
                  <a:gd name="T20" fmla="*/ 373 w 1839"/>
                  <a:gd name="T21" fmla="*/ 599 h 1390"/>
                  <a:gd name="T22" fmla="*/ 518 w 1839"/>
                  <a:gd name="T23" fmla="*/ 842 h 1390"/>
                  <a:gd name="T24" fmla="*/ 657 w 1839"/>
                  <a:gd name="T25" fmla="*/ 1126 h 1390"/>
                  <a:gd name="T26" fmla="*/ 951 w 1839"/>
                  <a:gd name="T27" fmla="*/ 1281 h 1390"/>
                  <a:gd name="T28" fmla="*/ 1462 w 1839"/>
                  <a:gd name="T29" fmla="*/ 1147 h 1390"/>
                  <a:gd name="T30" fmla="*/ 1682 w 1839"/>
                  <a:gd name="T31" fmla="*/ 774 h 1390"/>
                  <a:gd name="T32" fmla="*/ 1732 w 1839"/>
                  <a:gd name="T33" fmla="*/ 459 h 1390"/>
                  <a:gd name="T34" fmla="*/ 1732 w 1839"/>
                  <a:gd name="T35" fmla="*/ 457 h 1390"/>
                  <a:gd name="T36" fmla="*/ 1717 w 1839"/>
                  <a:gd name="T37" fmla="*/ 254 h 1390"/>
                  <a:gd name="T38" fmla="*/ 1651 w 1839"/>
                  <a:gd name="T39" fmla="*/ 105 h 1390"/>
                  <a:gd name="T40" fmla="*/ 1629 w 1839"/>
                  <a:gd name="T41" fmla="*/ 35 h 1390"/>
                  <a:gd name="T42" fmla="*/ 1700 w 1839"/>
                  <a:gd name="T43" fmla="*/ 14 h 1390"/>
                  <a:gd name="T44" fmla="*/ 1819 w 1839"/>
                  <a:gd name="T45" fmla="*/ 235 h 1390"/>
                  <a:gd name="T46" fmla="*/ 1836 w 1839"/>
                  <a:gd name="T47" fmla="*/ 464 h 1390"/>
                  <a:gd name="T48" fmla="*/ 1836 w 1839"/>
                  <a:gd name="T49" fmla="*/ 466 h 1390"/>
                  <a:gd name="T50" fmla="*/ 1782 w 1839"/>
                  <a:gd name="T51" fmla="*/ 802 h 1390"/>
                  <a:gd name="T52" fmla="*/ 1530 w 1839"/>
                  <a:gd name="T53" fmla="*/ 1226 h 1390"/>
                  <a:gd name="T54" fmla="*/ 1045 w 1839"/>
                  <a:gd name="T55" fmla="*/ 1390 h 1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39" h="1390">
                    <a:moveTo>
                      <a:pt x="1045" y="1390"/>
                    </a:moveTo>
                    <a:cubicBezTo>
                      <a:pt x="1011" y="1390"/>
                      <a:pt x="977" y="1388"/>
                      <a:pt x="942" y="1385"/>
                    </a:cubicBezTo>
                    <a:cubicBezTo>
                      <a:pt x="787" y="1371"/>
                      <a:pt x="667" y="1307"/>
                      <a:pt x="575" y="1190"/>
                    </a:cubicBezTo>
                    <a:cubicBezTo>
                      <a:pt x="499" y="1093"/>
                      <a:pt x="457" y="979"/>
                      <a:pt x="420" y="878"/>
                    </a:cubicBezTo>
                    <a:cubicBezTo>
                      <a:pt x="388" y="792"/>
                      <a:pt x="358" y="710"/>
                      <a:pt x="321" y="689"/>
                    </a:cubicBezTo>
                    <a:cubicBezTo>
                      <a:pt x="284" y="668"/>
                      <a:pt x="250" y="663"/>
                      <a:pt x="218" y="673"/>
                    </a:cubicBezTo>
                    <a:cubicBezTo>
                      <a:pt x="148" y="696"/>
                      <a:pt x="107" y="785"/>
                      <a:pt x="106" y="786"/>
                    </a:cubicBezTo>
                    <a:cubicBezTo>
                      <a:pt x="95" y="813"/>
                      <a:pt x="64" y="824"/>
                      <a:pt x="38" y="813"/>
                    </a:cubicBezTo>
                    <a:cubicBezTo>
                      <a:pt x="12" y="801"/>
                      <a:pt x="0" y="770"/>
                      <a:pt x="11" y="744"/>
                    </a:cubicBezTo>
                    <a:cubicBezTo>
                      <a:pt x="14" y="739"/>
                      <a:pt x="71" y="612"/>
                      <a:pt x="185" y="574"/>
                    </a:cubicBezTo>
                    <a:cubicBezTo>
                      <a:pt x="246" y="554"/>
                      <a:pt x="309" y="563"/>
                      <a:pt x="373" y="599"/>
                    </a:cubicBezTo>
                    <a:cubicBezTo>
                      <a:pt x="443" y="639"/>
                      <a:pt x="477" y="733"/>
                      <a:pt x="518" y="842"/>
                    </a:cubicBezTo>
                    <a:cubicBezTo>
                      <a:pt x="552" y="936"/>
                      <a:pt x="591" y="1042"/>
                      <a:pt x="657" y="1126"/>
                    </a:cubicBezTo>
                    <a:cubicBezTo>
                      <a:pt x="730" y="1219"/>
                      <a:pt x="826" y="1270"/>
                      <a:pt x="951" y="1281"/>
                    </a:cubicBezTo>
                    <a:cubicBezTo>
                      <a:pt x="1163" y="1301"/>
                      <a:pt x="1335" y="1255"/>
                      <a:pt x="1462" y="1147"/>
                    </a:cubicBezTo>
                    <a:cubicBezTo>
                      <a:pt x="1563" y="1061"/>
                      <a:pt x="1637" y="936"/>
                      <a:pt x="1682" y="774"/>
                    </a:cubicBezTo>
                    <a:cubicBezTo>
                      <a:pt x="1720" y="640"/>
                      <a:pt x="1728" y="518"/>
                      <a:pt x="1732" y="459"/>
                    </a:cubicBezTo>
                    <a:cubicBezTo>
                      <a:pt x="1732" y="457"/>
                      <a:pt x="1732" y="457"/>
                      <a:pt x="1732" y="457"/>
                    </a:cubicBezTo>
                    <a:cubicBezTo>
                      <a:pt x="1735" y="412"/>
                      <a:pt x="1731" y="330"/>
                      <a:pt x="1717" y="254"/>
                    </a:cubicBezTo>
                    <a:cubicBezTo>
                      <a:pt x="1699" y="161"/>
                      <a:pt x="1671" y="116"/>
                      <a:pt x="1651" y="105"/>
                    </a:cubicBezTo>
                    <a:cubicBezTo>
                      <a:pt x="1625" y="92"/>
                      <a:pt x="1616" y="60"/>
                      <a:pt x="1629" y="35"/>
                    </a:cubicBezTo>
                    <a:cubicBezTo>
                      <a:pt x="1643" y="10"/>
                      <a:pt x="1674" y="0"/>
                      <a:pt x="1700" y="14"/>
                    </a:cubicBezTo>
                    <a:cubicBezTo>
                      <a:pt x="1756" y="44"/>
                      <a:pt x="1796" y="118"/>
                      <a:pt x="1819" y="235"/>
                    </a:cubicBezTo>
                    <a:cubicBezTo>
                      <a:pt x="1835" y="320"/>
                      <a:pt x="1839" y="411"/>
                      <a:pt x="1836" y="464"/>
                    </a:cubicBezTo>
                    <a:cubicBezTo>
                      <a:pt x="1836" y="466"/>
                      <a:pt x="1836" y="466"/>
                      <a:pt x="1836" y="466"/>
                    </a:cubicBezTo>
                    <a:cubicBezTo>
                      <a:pt x="1831" y="528"/>
                      <a:pt x="1823" y="658"/>
                      <a:pt x="1782" y="802"/>
                    </a:cubicBezTo>
                    <a:cubicBezTo>
                      <a:pt x="1731" y="984"/>
                      <a:pt x="1646" y="1127"/>
                      <a:pt x="1530" y="1226"/>
                    </a:cubicBezTo>
                    <a:cubicBezTo>
                      <a:pt x="1403" y="1335"/>
                      <a:pt x="1240" y="1390"/>
                      <a:pt x="1045" y="1390"/>
                    </a:cubicBezTo>
                    <a:close/>
                  </a:path>
                </a:pathLst>
              </a:custGeom>
              <a:solidFill>
                <a:srgbClr val="69E2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35" name="Freeform 6"/>
              <p:cNvSpPr>
                <a:spLocks/>
              </p:cNvSpPr>
              <p:nvPr/>
            </p:nvSpPr>
            <p:spPr bwMode="auto">
              <a:xfrm>
                <a:off x="4254500" y="3622675"/>
                <a:ext cx="2792413" cy="1089025"/>
              </a:xfrm>
              <a:custGeom>
                <a:avLst/>
                <a:gdLst>
                  <a:gd name="T0" fmla="*/ 988 w 1318"/>
                  <a:gd name="T1" fmla="*/ 514 h 514"/>
                  <a:gd name="T2" fmla="*/ 793 w 1318"/>
                  <a:gd name="T3" fmla="*/ 476 h 514"/>
                  <a:gd name="T4" fmla="*/ 611 w 1318"/>
                  <a:gd name="T5" fmla="*/ 347 h 514"/>
                  <a:gd name="T6" fmla="*/ 86 w 1318"/>
                  <a:gd name="T7" fmla="*/ 151 h 514"/>
                  <a:gd name="T8" fmla="*/ 14 w 1318"/>
                  <a:gd name="T9" fmla="*/ 133 h 514"/>
                  <a:gd name="T10" fmla="*/ 33 w 1318"/>
                  <a:gd name="T11" fmla="*/ 62 h 514"/>
                  <a:gd name="T12" fmla="*/ 390 w 1318"/>
                  <a:gd name="T13" fmla="*/ 63 h 514"/>
                  <a:gd name="T14" fmla="*/ 678 w 1318"/>
                  <a:gd name="T15" fmla="*/ 267 h 514"/>
                  <a:gd name="T16" fmla="*/ 829 w 1318"/>
                  <a:gd name="T17" fmla="*/ 378 h 514"/>
                  <a:gd name="T18" fmla="*/ 1167 w 1318"/>
                  <a:gd name="T19" fmla="*/ 344 h 514"/>
                  <a:gd name="T20" fmla="*/ 1200 w 1318"/>
                  <a:gd name="T21" fmla="*/ 274 h 514"/>
                  <a:gd name="T22" fmla="*/ 1229 w 1318"/>
                  <a:gd name="T23" fmla="*/ 206 h 514"/>
                  <a:gd name="T24" fmla="*/ 1297 w 1318"/>
                  <a:gd name="T25" fmla="*/ 235 h 514"/>
                  <a:gd name="T26" fmla="*/ 1241 w 1318"/>
                  <a:gd name="T27" fmla="*/ 416 h 514"/>
                  <a:gd name="T28" fmla="*/ 1064 w 1318"/>
                  <a:gd name="T29" fmla="*/ 507 h 514"/>
                  <a:gd name="T30" fmla="*/ 988 w 1318"/>
                  <a:gd name="T31" fmla="*/ 514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8" h="514">
                    <a:moveTo>
                      <a:pt x="988" y="514"/>
                    </a:moveTo>
                    <a:cubicBezTo>
                      <a:pt x="927" y="514"/>
                      <a:pt x="862" y="501"/>
                      <a:pt x="793" y="476"/>
                    </a:cubicBezTo>
                    <a:cubicBezTo>
                      <a:pt x="742" y="457"/>
                      <a:pt x="684" y="409"/>
                      <a:pt x="611" y="347"/>
                    </a:cubicBezTo>
                    <a:cubicBezTo>
                      <a:pt x="454" y="214"/>
                      <a:pt x="258" y="49"/>
                      <a:pt x="86" y="151"/>
                    </a:cubicBezTo>
                    <a:cubicBezTo>
                      <a:pt x="61" y="166"/>
                      <a:pt x="29" y="158"/>
                      <a:pt x="14" y="133"/>
                    </a:cubicBezTo>
                    <a:cubicBezTo>
                      <a:pt x="0" y="108"/>
                      <a:pt x="8" y="77"/>
                      <a:pt x="33" y="62"/>
                    </a:cubicBezTo>
                    <a:cubicBezTo>
                      <a:pt x="138" y="0"/>
                      <a:pt x="258" y="0"/>
                      <a:pt x="390" y="63"/>
                    </a:cubicBezTo>
                    <a:cubicBezTo>
                      <a:pt x="496" y="114"/>
                      <a:pt x="597" y="199"/>
                      <a:pt x="678" y="267"/>
                    </a:cubicBezTo>
                    <a:cubicBezTo>
                      <a:pt x="738" y="318"/>
                      <a:pt x="795" y="366"/>
                      <a:pt x="829" y="378"/>
                    </a:cubicBezTo>
                    <a:cubicBezTo>
                      <a:pt x="1037" y="455"/>
                      <a:pt x="1140" y="371"/>
                      <a:pt x="1167" y="344"/>
                    </a:cubicBezTo>
                    <a:cubicBezTo>
                      <a:pt x="1197" y="312"/>
                      <a:pt x="1204" y="283"/>
                      <a:pt x="1200" y="274"/>
                    </a:cubicBezTo>
                    <a:cubicBezTo>
                      <a:pt x="1189" y="247"/>
                      <a:pt x="1202" y="217"/>
                      <a:pt x="1229" y="206"/>
                    </a:cubicBezTo>
                    <a:cubicBezTo>
                      <a:pt x="1256" y="196"/>
                      <a:pt x="1286" y="209"/>
                      <a:pt x="1297" y="235"/>
                    </a:cubicBezTo>
                    <a:cubicBezTo>
                      <a:pt x="1318" y="289"/>
                      <a:pt x="1296" y="360"/>
                      <a:pt x="1241" y="416"/>
                    </a:cubicBezTo>
                    <a:cubicBezTo>
                      <a:pt x="1210" y="449"/>
                      <a:pt x="1154" y="491"/>
                      <a:pt x="1064" y="507"/>
                    </a:cubicBezTo>
                    <a:cubicBezTo>
                      <a:pt x="1040" y="511"/>
                      <a:pt x="1014" y="514"/>
                      <a:pt x="988" y="514"/>
                    </a:cubicBezTo>
                    <a:close/>
                  </a:path>
                </a:pathLst>
              </a:custGeom>
              <a:solidFill>
                <a:srgbClr val="16A085"/>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36" name="Freeform 7"/>
              <p:cNvSpPr>
                <a:spLocks/>
              </p:cNvSpPr>
              <p:nvPr/>
            </p:nvSpPr>
            <p:spPr bwMode="auto">
              <a:xfrm>
                <a:off x="4003675" y="1208087"/>
                <a:ext cx="3565525" cy="2568575"/>
              </a:xfrm>
              <a:custGeom>
                <a:avLst/>
                <a:gdLst>
                  <a:gd name="T0" fmla="*/ 58 w 1682"/>
                  <a:gd name="T1" fmla="*/ 1212 h 1212"/>
                  <a:gd name="T2" fmla="*/ 42 w 1682"/>
                  <a:gd name="T3" fmla="*/ 1209 h 1212"/>
                  <a:gd name="T4" fmla="*/ 9 w 1682"/>
                  <a:gd name="T5" fmla="*/ 1143 h 1212"/>
                  <a:gd name="T6" fmla="*/ 583 w 1682"/>
                  <a:gd name="T7" fmla="*/ 903 h 1212"/>
                  <a:gd name="T8" fmla="*/ 1080 w 1682"/>
                  <a:gd name="T9" fmla="*/ 734 h 1212"/>
                  <a:gd name="T10" fmla="*/ 1052 w 1682"/>
                  <a:gd name="T11" fmla="*/ 626 h 1212"/>
                  <a:gd name="T12" fmla="*/ 809 w 1682"/>
                  <a:gd name="T13" fmla="*/ 478 h 1212"/>
                  <a:gd name="T14" fmla="*/ 573 w 1682"/>
                  <a:gd name="T15" fmla="*/ 314 h 1212"/>
                  <a:gd name="T16" fmla="*/ 573 w 1682"/>
                  <a:gd name="T17" fmla="*/ 186 h 1212"/>
                  <a:gd name="T18" fmla="*/ 740 w 1682"/>
                  <a:gd name="T19" fmla="*/ 62 h 1212"/>
                  <a:gd name="T20" fmla="*/ 1173 w 1682"/>
                  <a:gd name="T21" fmla="*/ 9 h 1212"/>
                  <a:gd name="T22" fmla="*/ 1647 w 1682"/>
                  <a:gd name="T23" fmla="*/ 65 h 1212"/>
                  <a:gd name="T24" fmla="*/ 1669 w 1682"/>
                  <a:gd name="T25" fmla="*/ 135 h 1212"/>
                  <a:gd name="T26" fmla="*/ 1598 w 1682"/>
                  <a:gd name="T27" fmla="*/ 157 h 1212"/>
                  <a:gd name="T28" fmla="*/ 1176 w 1682"/>
                  <a:gd name="T29" fmla="*/ 113 h 1212"/>
                  <a:gd name="T30" fmla="*/ 775 w 1682"/>
                  <a:gd name="T31" fmla="*/ 160 h 1212"/>
                  <a:gd name="T32" fmla="*/ 668 w 1682"/>
                  <a:gd name="T33" fmla="*/ 230 h 1212"/>
                  <a:gd name="T34" fmla="*/ 670 w 1682"/>
                  <a:gd name="T35" fmla="*/ 277 h 1212"/>
                  <a:gd name="T36" fmla="*/ 843 w 1682"/>
                  <a:gd name="T37" fmla="*/ 380 h 1212"/>
                  <a:gd name="T38" fmla="*/ 1139 w 1682"/>
                  <a:gd name="T39" fmla="*/ 568 h 1212"/>
                  <a:gd name="T40" fmla="*/ 1176 w 1682"/>
                  <a:gd name="T41" fmla="*/ 775 h 1212"/>
                  <a:gd name="T42" fmla="*/ 601 w 1682"/>
                  <a:gd name="T43" fmla="*/ 1006 h 1212"/>
                  <a:gd name="T44" fmla="*/ 263 w 1682"/>
                  <a:gd name="T45" fmla="*/ 1078 h 1212"/>
                  <a:gd name="T46" fmla="*/ 108 w 1682"/>
                  <a:gd name="T47" fmla="*/ 1176 h 1212"/>
                  <a:gd name="T48" fmla="*/ 58 w 1682"/>
                  <a:gd name="T49" fmla="*/ 1212 h 1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82" h="1212">
                    <a:moveTo>
                      <a:pt x="58" y="1212"/>
                    </a:moveTo>
                    <a:cubicBezTo>
                      <a:pt x="53" y="1212"/>
                      <a:pt x="47" y="1211"/>
                      <a:pt x="42" y="1209"/>
                    </a:cubicBezTo>
                    <a:cubicBezTo>
                      <a:pt x="15" y="1200"/>
                      <a:pt x="0" y="1170"/>
                      <a:pt x="9" y="1143"/>
                    </a:cubicBezTo>
                    <a:cubicBezTo>
                      <a:pt x="59" y="994"/>
                      <a:pt x="313" y="950"/>
                      <a:pt x="583" y="903"/>
                    </a:cubicBezTo>
                    <a:cubicBezTo>
                      <a:pt x="787" y="868"/>
                      <a:pt x="1042" y="823"/>
                      <a:pt x="1080" y="734"/>
                    </a:cubicBezTo>
                    <a:cubicBezTo>
                      <a:pt x="1092" y="708"/>
                      <a:pt x="1082" y="671"/>
                      <a:pt x="1052" y="626"/>
                    </a:cubicBezTo>
                    <a:cubicBezTo>
                      <a:pt x="998" y="543"/>
                      <a:pt x="902" y="510"/>
                      <a:pt x="809" y="478"/>
                    </a:cubicBezTo>
                    <a:cubicBezTo>
                      <a:pt x="711" y="445"/>
                      <a:pt x="610" y="410"/>
                      <a:pt x="573" y="314"/>
                    </a:cubicBezTo>
                    <a:cubicBezTo>
                      <a:pt x="556" y="269"/>
                      <a:pt x="556" y="225"/>
                      <a:pt x="573" y="186"/>
                    </a:cubicBezTo>
                    <a:cubicBezTo>
                      <a:pt x="605" y="117"/>
                      <a:pt x="684" y="82"/>
                      <a:pt x="740" y="62"/>
                    </a:cubicBezTo>
                    <a:cubicBezTo>
                      <a:pt x="811" y="37"/>
                      <a:pt x="993" y="14"/>
                      <a:pt x="1173" y="9"/>
                    </a:cubicBezTo>
                    <a:cubicBezTo>
                      <a:pt x="1461" y="0"/>
                      <a:pt x="1590" y="34"/>
                      <a:pt x="1647" y="65"/>
                    </a:cubicBezTo>
                    <a:cubicBezTo>
                      <a:pt x="1673" y="78"/>
                      <a:pt x="1682" y="110"/>
                      <a:pt x="1669" y="135"/>
                    </a:cubicBezTo>
                    <a:cubicBezTo>
                      <a:pt x="1655" y="161"/>
                      <a:pt x="1624" y="170"/>
                      <a:pt x="1598" y="157"/>
                    </a:cubicBezTo>
                    <a:cubicBezTo>
                      <a:pt x="1535" y="123"/>
                      <a:pt x="1377" y="107"/>
                      <a:pt x="1176" y="113"/>
                    </a:cubicBezTo>
                    <a:cubicBezTo>
                      <a:pt x="992" y="118"/>
                      <a:pt x="827" y="141"/>
                      <a:pt x="775" y="160"/>
                    </a:cubicBezTo>
                    <a:cubicBezTo>
                      <a:pt x="715" y="181"/>
                      <a:pt x="680" y="204"/>
                      <a:pt x="668" y="230"/>
                    </a:cubicBezTo>
                    <a:cubicBezTo>
                      <a:pt x="664" y="238"/>
                      <a:pt x="660" y="252"/>
                      <a:pt x="670" y="277"/>
                    </a:cubicBezTo>
                    <a:cubicBezTo>
                      <a:pt x="690" y="327"/>
                      <a:pt x="761" y="352"/>
                      <a:pt x="843" y="380"/>
                    </a:cubicBezTo>
                    <a:cubicBezTo>
                      <a:pt x="947" y="416"/>
                      <a:pt x="1065" y="457"/>
                      <a:pt x="1139" y="568"/>
                    </a:cubicBezTo>
                    <a:cubicBezTo>
                      <a:pt x="1190" y="645"/>
                      <a:pt x="1202" y="715"/>
                      <a:pt x="1176" y="775"/>
                    </a:cubicBezTo>
                    <a:cubicBezTo>
                      <a:pt x="1115" y="916"/>
                      <a:pt x="865" y="960"/>
                      <a:pt x="601" y="1006"/>
                    </a:cubicBezTo>
                    <a:cubicBezTo>
                      <a:pt x="481" y="1026"/>
                      <a:pt x="357" y="1048"/>
                      <a:pt x="263" y="1078"/>
                    </a:cubicBezTo>
                    <a:cubicBezTo>
                      <a:pt x="200" y="1098"/>
                      <a:pt x="123" y="1131"/>
                      <a:pt x="108" y="1176"/>
                    </a:cubicBezTo>
                    <a:cubicBezTo>
                      <a:pt x="100" y="1198"/>
                      <a:pt x="80" y="1212"/>
                      <a:pt x="58" y="1212"/>
                    </a:cubicBezTo>
                    <a:close/>
                  </a:path>
                </a:pathLst>
              </a:custGeom>
              <a:solidFill>
                <a:srgbClr val="FFA0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37" name="Freeform 8"/>
              <p:cNvSpPr>
                <a:spLocks/>
              </p:cNvSpPr>
              <p:nvPr/>
            </p:nvSpPr>
            <p:spPr bwMode="auto">
              <a:xfrm>
                <a:off x="2503488" y="712787"/>
                <a:ext cx="1571625" cy="2428875"/>
              </a:xfrm>
              <a:custGeom>
                <a:avLst/>
                <a:gdLst>
                  <a:gd name="T0" fmla="*/ 406 w 742"/>
                  <a:gd name="T1" fmla="*/ 1146 h 1146"/>
                  <a:gd name="T2" fmla="*/ 355 w 742"/>
                  <a:gd name="T3" fmla="*/ 1099 h 1146"/>
                  <a:gd name="T4" fmla="*/ 387 w 742"/>
                  <a:gd name="T5" fmla="*/ 1045 h 1146"/>
                  <a:gd name="T6" fmla="*/ 366 w 742"/>
                  <a:gd name="T7" fmla="*/ 853 h 1146"/>
                  <a:gd name="T8" fmla="*/ 247 w 742"/>
                  <a:gd name="T9" fmla="*/ 732 h 1146"/>
                  <a:gd name="T10" fmla="*/ 152 w 742"/>
                  <a:gd name="T11" fmla="*/ 650 h 1146"/>
                  <a:gd name="T12" fmla="*/ 136 w 742"/>
                  <a:gd name="T13" fmla="*/ 132 h 1146"/>
                  <a:gd name="T14" fmla="*/ 442 w 742"/>
                  <a:gd name="T15" fmla="*/ 2 h 1146"/>
                  <a:gd name="T16" fmla="*/ 709 w 742"/>
                  <a:gd name="T17" fmla="*/ 65 h 1146"/>
                  <a:gd name="T18" fmla="*/ 727 w 742"/>
                  <a:gd name="T19" fmla="*/ 137 h 1146"/>
                  <a:gd name="T20" fmla="*/ 655 w 742"/>
                  <a:gd name="T21" fmla="*/ 154 h 1146"/>
                  <a:gd name="T22" fmla="*/ 444 w 742"/>
                  <a:gd name="T23" fmla="*/ 106 h 1146"/>
                  <a:gd name="T24" fmla="*/ 214 w 742"/>
                  <a:gd name="T25" fmla="*/ 201 h 1146"/>
                  <a:gd name="T26" fmla="*/ 228 w 742"/>
                  <a:gd name="T27" fmla="*/ 579 h 1146"/>
                  <a:gd name="T28" fmla="*/ 310 w 742"/>
                  <a:gd name="T29" fmla="*/ 650 h 1146"/>
                  <a:gd name="T30" fmla="*/ 459 w 742"/>
                  <a:gd name="T31" fmla="*/ 806 h 1146"/>
                  <a:gd name="T32" fmla="*/ 477 w 742"/>
                  <a:gd name="T33" fmla="*/ 1099 h 1146"/>
                  <a:gd name="T34" fmla="*/ 412 w 742"/>
                  <a:gd name="T35" fmla="*/ 1145 h 1146"/>
                  <a:gd name="T36" fmla="*/ 406 w 742"/>
                  <a:gd name="T37" fmla="*/ 1146 h 1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2" h="1146">
                    <a:moveTo>
                      <a:pt x="406" y="1146"/>
                    </a:moveTo>
                    <a:cubicBezTo>
                      <a:pt x="380" y="1146"/>
                      <a:pt x="358" y="1126"/>
                      <a:pt x="355" y="1099"/>
                    </a:cubicBezTo>
                    <a:cubicBezTo>
                      <a:pt x="352" y="1076"/>
                      <a:pt x="366" y="1054"/>
                      <a:pt x="387" y="1045"/>
                    </a:cubicBezTo>
                    <a:cubicBezTo>
                      <a:pt x="399" y="1014"/>
                      <a:pt x="393" y="906"/>
                      <a:pt x="366" y="853"/>
                    </a:cubicBezTo>
                    <a:cubicBezTo>
                      <a:pt x="342" y="805"/>
                      <a:pt x="296" y="770"/>
                      <a:pt x="247" y="732"/>
                    </a:cubicBezTo>
                    <a:cubicBezTo>
                      <a:pt x="214" y="707"/>
                      <a:pt x="181" y="681"/>
                      <a:pt x="152" y="650"/>
                    </a:cubicBezTo>
                    <a:cubicBezTo>
                      <a:pt x="35" y="525"/>
                      <a:pt x="0" y="287"/>
                      <a:pt x="136" y="132"/>
                    </a:cubicBezTo>
                    <a:cubicBezTo>
                      <a:pt x="228" y="28"/>
                      <a:pt x="353" y="4"/>
                      <a:pt x="442" y="2"/>
                    </a:cubicBezTo>
                    <a:cubicBezTo>
                      <a:pt x="539" y="0"/>
                      <a:pt x="641" y="24"/>
                      <a:pt x="709" y="65"/>
                    </a:cubicBezTo>
                    <a:cubicBezTo>
                      <a:pt x="734" y="80"/>
                      <a:pt x="742" y="112"/>
                      <a:pt x="727" y="137"/>
                    </a:cubicBezTo>
                    <a:cubicBezTo>
                      <a:pt x="712" y="161"/>
                      <a:pt x="680" y="169"/>
                      <a:pt x="655" y="154"/>
                    </a:cubicBezTo>
                    <a:cubicBezTo>
                      <a:pt x="614" y="129"/>
                      <a:pt x="532" y="104"/>
                      <a:pt x="444" y="106"/>
                    </a:cubicBezTo>
                    <a:cubicBezTo>
                      <a:pt x="376" y="107"/>
                      <a:pt x="281" y="125"/>
                      <a:pt x="214" y="201"/>
                    </a:cubicBezTo>
                    <a:cubicBezTo>
                      <a:pt x="136" y="290"/>
                      <a:pt x="123" y="467"/>
                      <a:pt x="228" y="579"/>
                    </a:cubicBezTo>
                    <a:cubicBezTo>
                      <a:pt x="251" y="604"/>
                      <a:pt x="280" y="626"/>
                      <a:pt x="310" y="650"/>
                    </a:cubicBezTo>
                    <a:cubicBezTo>
                      <a:pt x="366" y="693"/>
                      <a:pt x="424" y="737"/>
                      <a:pt x="459" y="806"/>
                    </a:cubicBezTo>
                    <a:cubicBezTo>
                      <a:pt x="492" y="872"/>
                      <a:pt x="515" y="1027"/>
                      <a:pt x="477" y="1099"/>
                    </a:cubicBezTo>
                    <a:cubicBezTo>
                      <a:pt x="457" y="1135"/>
                      <a:pt x="428" y="1143"/>
                      <a:pt x="412" y="1145"/>
                    </a:cubicBezTo>
                    <a:cubicBezTo>
                      <a:pt x="410" y="1145"/>
                      <a:pt x="408" y="1146"/>
                      <a:pt x="406" y="1146"/>
                    </a:cubicBezTo>
                    <a:close/>
                  </a:path>
                </a:pathLst>
              </a:custGeom>
              <a:solidFill>
                <a:srgbClr val="AFC0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38" name="Freeform 9"/>
              <p:cNvSpPr>
                <a:spLocks/>
              </p:cNvSpPr>
              <p:nvPr/>
            </p:nvSpPr>
            <p:spPr bwMode="auto">
              <a:xfrm>
                <a:off x="3527425" y="898525"/>
                <a:ext cx="2271713" cy="2473325"/>
              </a:xfrm>
              <a:custGeom>
                <a:avLst/>
                <a:gdLst>
                  <a:gd name="T0" fmla="*/ 60 w 1072"/>
                  <a:gd name="T1" fmla="*/ 1167 h 1167"/>
                  <a:gd name="T2" fmla="*/ 36 w 1072"/>
                  <a:gd name="T3" fmla="*/ 1161 h 1167"/>
                  <a:gd name="T4" fmla="*/ 13 w 1072"/>
                  <a:gd name="T5" fmla="*/ 1091 h 1167"/>
                  <a:gd name="T6" fmla="*/ 28 w 1072"/>
                  <a:gd name="T7" fmla="*/ 1062 h 1167"/>
                  <a:gd name="T8" fmla="*/ 336 w 1072"/>
                  <a:gd name="T9" fmla="*/ 551 h 1167"/>
                  <a:gd name="T10" fmla="*/ 994 w 1072"/>
                  <a:gd name="T11" fmla="*/ 10 h 1167"/>
                  <a:gd name="T12" fmla="*/ 1062 w 1072"/>
                  <a:gd name="T13" fmla="*/ 40 h 1167"/>
                  <a:gd name="T14" fmla="*/ 1032 w 1072"/>
                  <a:gd name="T15" fmla="*/ 107 h 1167"/>
                  <a:gd name="T16" fmla="*/ 417 w 1072"/>
                  <a:gd name="T17" fmla="*/ 615 h 1167"/>
                  <a:gd name="T18" fmla="*/ 121 w 1072"/>
                  <a:gd name="T19" fmla="*/ 1109 h 1167"/>
                  <a:gd name="T20" fmla="*/ 106 w 1072"/>
                  <a:gd name="T21" fmla="*/ 1138 h 1167"/>
                  <a:gd name="T22" fmla="*/ 60 w 1072"/>
                  <a:gd name="T23" fmla="*/ 1167 h 1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2" h="1167">
                    <a:moveTo>
                      <a:pt x="60" y="1167"/>
                    </a:moveTo>
                    <a:cubicBezTo>
                      <a:pt x="52" y="1167"/>
                      <a:pt x="44" y="1165"/>
                      <a:pt x="36" y="1161"/>
                    </a:cubicBezTo>
                    <a:cubicBezTo>
                      <a:pt x="11" y="1148"/>
                      <a:pt x="0" y="1117"/>
                      <a:pt x="13" y="1091"/>
                    </a:cubicBezTo>
                    <a:cubicBezTo>
                      <a:pt x="18" y="1082"/>
                      <a:pt x="22" y="1073"/>
                      <a:pt x="28" y="1062"/>
                    </a:cubicBezTo>
                    <a:cubicBezTo>
                      <a:pt x="85" y="948"/>
                      <a:pt x="191" y="734"/>
                      <a:pt x="336" y="551"/>
                    </a:cubicBezTo>
                    <a:cubicBezTo>
                      <a:pt x="629" y="178"/>
                      <a:pt x="894" y="48"/>
                      <a:pt x="994" y="10"/>
                    </a:cubicBezTo>
                    <a:cubicBezTo>
                      <a:pt x="1021" y="0"/>
                      <a:pt x="1051" y="13"/>
                      <a:pt x="1062" y="40"/>
                    </a:cubicBezTo>
                    <a:cubicBezTo>
                      <a:pt x="1072" y="67"/>
                      <a:pt x="1058" y="97"/>
                      <a:pt x="1032" y="107"/>
                    </a:cubicBezTo>
                    <a:cubicBezTo>
                      <a:pt x="940" y="142"/>
                      <a:pt x="695" y="263"/>
                      <a:pt x="417" y="615"/>
                    </a:cubicBezTo>
                    <a:cubicBezTo>
                      <a:pt x="280" y="790"/>
                      <a:pt x="176" y="997"/>
                      <a:pt x="121" y="1109"/>
                    </a:cubicBezTo>
                    <a:cubicBezTo>
                      <a:pt x="115" y="1119"/>
                      <a:pt x="111" y="1129"/>
                      <a:pt x="106" y="1138"/>
                    </a:cubicBezTo>
                    <a:cubicBezTo>
                      <a:pt x="97" y="1156"/>
                      <a:pt x="79" y="1167"/>
                      <a:pt x="60" y="1167"/>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39" name="Freeform 10"/>
              <p:cNvSpPr>
                <a:spLocks/>
              </p:cNvSpPr>
              <p:nvPr/>
            </p:nvSpPr>
            <p:spPr bwMode="auto">
              <a:xfrm>
                <a:off x="3408363" y="2251075"/>
                <a:ext cx="2333625" cy="1746250"/>
              </a:xfrm>
              <a:custGeom>
                <a:avLst/>
                <a:gdLst>
                  <a:gd name="T0" fmla="*/ 59 w 1101"/>
                  <a:gd name="T1" fmla="*/ 824 h 824"/>
                  <a:gd name="T2" fmla="*/ 40 w 1101"/>
                  <a:gd name="T3" fmla="*/ 820 h 824"/>
                  <a:gd name="T4" fmla="*/ 11 w 1101"/>
                  <a:gd name="T5" fmla="*/ 752 h 824"/>
                  <a:gd name="T6" fmla="*/ 481 w 1101"/>
                  <a:gd name="T7" fmla="*/ 196 h 824"/>
                  <a:gd name="T8" fmla="*/ 1049 w 1101"/>
                  <a:gd name="T9" fmla="*/ 0 h 824"/>
                  <a:gd name="T10" fmla="*/ 1049 w 1101"/>
                  <a:gd name="T11" fmla="*/ 0 h 824"/>
                  <a:gd name="T12" fmla="*/ 1101 w 1101"/>
                  <a:gd name="T13" fmla="*/ 51 h 824"/>
                  <a:gd name="T14" fmla="*/ 1049 w 1101"/>
                  <a:gd name="T15" fmla="*/ 104 h 824"/>
                  <a:gd name="T16" fmla="*/ 539 w 1101"/>
                  <a:gd name="T17" fmla="*/ 283 h 824"/>
                  <a:gd name="T18" fmla="*/ 108 w 1101"/>
                  <a:gd name="T19" fmla="*/ 791 h 824"/>
                  <a:gd name="T20" fmla="*/ 59 w 1101"/>
                  <a:gd name="T21" fmla="*/ 824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1" h="824">
                    <a:moveTo>
                      <a:pt x="59" y="824"/>
                    </a:moveTo>
                    <a:cubicBezTo>
                      <a:pt x="53" y="824"/>
                      <a:pt x="46" y="822"/>
                      <a:pt x="40" y="820"/>
                    </a:cubicBezTo>
                    <a:cubicBezTo>
                      <a:pt x="13" y="809"/>
                      <a:pt x="0" y="779"/>
                      <a:pt x="11" y="752"/>
                    </a:cubicBezTo>
                    <a:cubicBezTo>
                      <a:pt x="124" y="474"/>
                      <a:pt x="329" y="296"/>
                      <a:pt x="481" y="196"/>
                    </a:cubicBezTo>
                    <a:cubicBezTo>
                      <a:pt x="668" y="73"/>
                      <a:pt x="880" y="0"/>
                      <a:pt x="1049" y="0"/>
                    </a:cubicBezTo>
                    <a:cubicBezTo>
                      <a:pt x="1049" y="0"/>
                      <a:pt x="1049" y="0"/>
                      <a:pt x="1049" y="0"/>
                    </a:cubicBezTo>
                    <a:cubicBezTo>
                      <a:pt x="1078" y="0"/>
                      <a:pt x="1101" y="23"/>
                      <a:pt x="1101" y="51"/>
                    </a:cubicBezTo>
                    <a:cubicBezTo>
                      <a:pt x="1101" y="80"/>
                      <a:pt x="1078" y="103"/>
                      <a:pt x="1049" y="104"/>
                    </a:cubicBezTo>
                    <a:cubicBezTo>
                      <a:pt x="899" y="104"/>
                      <a:pt x="709" y="171"/>
                      <a:pt x="539" y="283"/>
                    </a:cubicBezTo>
                    <a:cubicBezTo>
                      <a:pt x="399" y="375"/>
                      <a:pt x="210" y="537"/>
                      <a:pt x="108" y="791"/>
                    </a:cubicBezTo>
                    <a:cubicBezTo>
                      <a:pt x="99" y="811"/>
                      <a:pt x="80" y="824"/>
                      <a:pt x="59" y="824"/>
                    </a:cubicBezTo>
                    <a:close/>
                  </a:path>
                </a:pathLst>
              </a:custGeom>
              <a:solidFill>
                <a:srgbClr val="FF5B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40" name="Freeform 11"/>
              <p:cNvSpPr>
                <a:spLocks/>
              </p:cNvSpPr>
              <p:nvPr/>
            </p:nvSpPr>
            <p:spPr bwMode="auto">
              <a:xfrm>
                <a:off x="3163888" y="5002212"/>
                <a:ext cx="1009650" cy="1077913"/>
              </a:xfrm>
              <a:custGeom>
                <a:avLst/>
                <a:gdLst>
                  <a:gd name="T0" fmla="*/ 343 w 476"/>
                  <a:gd name="T1" fmla="*/ 51 h 509"/>
                  <a:gd name="T2" fmla="*/ 446 w 476"/>
                  <a:gd name="T3" fmla="*/ 265 h 509"/>
                  <a:gd name="T4" fmla="*/ 407 w 476"/>
                  <a:gd name="T5" fmla="*/ 376 h 509"/>
                  <a:gd name="T6" fmla="*/ 193 w 476"/>
                  <a:gd name="T7" fmla="*/ 479 h 509"/>
                  <a:gd name="T8" fmla="*/ 136 w 476"/>
                  <a:gd name="T9" fmla="*/ 459 h 509"/>
                  <a:gd name="T10" fmla="*/ 2 w 476"/>
                  <a:gd name="T11" fmla="*/ 229 h 509"/>
                  <a:gd name="T12" fmla="*/ 1 w 476"/>
                  <a:gd name="T13" fmla="*/ 110 h 509"/>
                  <a:gd name="T14" fmla="*/ 287 w 476"/>
                  <a:gd name="T15" fmla="*/ 31 h 509"/>
                  <a:gd name="T16" fmla="*/ 343 w 476"/>
                  <a:gd name="T17" fmla="*/ 51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6" h="509">
                    <a:moveTo>
                      <a:pt x="343" y="51"/>
                    </a:moveTo>
                    <a:cubicBezTo>
                      <a:pt x="430" y="82"/>
                      <a:pt x="476" y="178"/>
                      <a:pt x="446" y="265"/>
                    </a:cubicBezTo>
                    <a:cubicBezTo>
                      <a:pt x="407" y="376"/>
                      <a:pt x="407" y="376"/>
                      <a:pt x="407" y="376"/>
                    </a:cubicBezTo>
                    <a:cubicBezTo>
                      <a:pt x="376" y="463"/>
                      <a:pt x="280" y="509"/>
                      <a:pt x="193" y="479"/>
                    </a:cubicBezTo>
                    <a:cubicBezTo>
                      <a:pt x="136" y="459"/>
                      <a:pt x="136" y="459"/>
                      <a:pt x="136" y="459"/>
                    </a:cubicBezTo>
                    <a:cubicBezTo>
                      <a:pt x="49" y="428"/>
                      <a:pt x="9" y="385"/>
                      <a:pt x="2" y="229"/>
                    </a:cubicBezTo>
                    <a:cubicBezTo>
                      <a:pt x="0" y="193"/>
                      <a:pt x="1" y="110"/>
                      <a:pt x="1" y="110"/>
                    </a:cubicBezTo>
                    <a:cubicBezTo>
                      <a:pt x="32" y="23"/>
                      <a:pt x="199" y="0"/>
                      <a:pt x="287" y="31"/>
                    </a:cubicBezTo>
                    <a:lnTo>
                      <a:pt x="343" y="51"/>
                    </a:lnTo>
                    <a:close/>
                  </a:path>
                </a:pathLst>
              </a:custGeom>
              <a:solidFill>
                <a:srgbClr val="69E2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41" name="Freeform 12"/>
              <p:cNvSpPr>
                <a:spLocks/>
              </p:cNvSpPr>
              <p:nvPr/>
            </p:nvSpPr>
            <p:spPr bwMode="auto">
              <a:xfrm>
                <a:off x="3233738" y="4910137"/>
                <a:ext cx="1144588" cy="579438"/>
              </a:xfrm>
              <a:custGeom>
                <a:avLst/>
                <a:gdLst>
                  <a:gd name="T0" fmla="*/ 0 w 540"/>
                  <a:gd name="T1" fmla="*/ 0 h 273"/>
                  <a:gd name="T2" fmla="*/ 540 w 540"/>
                  <a:gd name="T3" fmla="*/ 259 h 273"/>
                </a:gdLst>
                <a:ahLst/>
                <a:cxnLst>
                  <a:cxn ang="0">
                    <a:pos x="T0" y="T1"/>
                  </a:cxn>
                  <a:cxn ang="0">
                    <a:pos x="T2" y="T3"/>
                  </a:cxn>
                </a:cxnLst>
                <a:rect l="0" t="0" r="r" b="b"/>
                <a:pathLst>
                  <a:path w="540" h="273">
                    <a:moveTo>
                      <a:pt x="0" y="0"/>
                    </a:moveTo>
                    <a:cubicBezTo>
                      <a:pt x="0" y="0"/>
                      <a:pt x="249" y="273"/>
                      <a:pt x="540" y="25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42" name="Freeform 13"/>
              <p:cNvSpPr>
                <a:spLocks/>
              </p:cNvSpPr>
              <p:nvPr/>
            </p:nvSpPr>
            <p:spPr bwMode="auto">
              <a:xfrm>
                <a:off x="3036888" y="4711700"/>
                <a:ext cx="1522413" cy="957263"/>
              </a:xfrm>
              <a:custGeom>
                <a:avLst/>
                <a:gdLst>
                  <a:gd name="T0" fmla="*/ 693 w 718"/>
                  <a:gd name="T1" fmla="*/ 412 h 452"/>
                  <a:gd name="T2" fmla="*/ 637 w 718"/>
                  <a:gd name="T3" fmla="*/ 437 h 452"/>
                  <a:gd name="T4" fmla="*/ 31 w 718"/>
                  <a:gd name="T5" fmla="*/ 150 h 452"/>
                  <a:gd name="T6" fmla="*/ 37 w 718"/>
                  <a:gd name="T7" fmla="*/ 32 h 452"/>
                  <a:gd name="T8" fmla="*/ 155 w 718"/>
                  <a:gd name="T9" fmla="*/ 37 h 452"/>
                  <a:gd name="T10" fmla="*/ 629 w 718"/>
                  <a:gd name="T11" fmla="*/ 269 h 452"/>
                  <a:gd name="T12" fmla="*/ 717 w 718"/>
                  <a:gd name="T13" fmla="*/ 349 h 452"/>
                  <a:gd name="T14" fmla="*/ 693 w 718"/>
                  <a:gd name="T15" fmla="*/ 41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8" h="452">
                    <a:moveTo>
                      <a:pt x="693" y="412"/>
                    </a:moveTo>
                    <a:cubicBezTo>
                      <a:pt x="678" y="426"/>
                      <a:pt x="659" y="435"/>
                      <a:pt x="637" y="437"/>
                    </a:cubicBezTo>
                    <a:cubicBezTo>
                      <a:pt x="311" y="452"/>
                      <a:pt x="42" y="162"/>
                      <a:pt x="31" y="150"/>
                    </a:cubicBezTo>
                    <a:cubicBezTo>
                      <a:pt x="0" y="116"/>
                      <a:pt x="2" y="63"/>
                      <a:pt x="37" y="32"/>
                    </a:cubicBezTo>
                    <a:cubicBezTo>
                      <a:pt x="71" y="0"/>
                      <a:pt x="124" y="3"/>
                      <a:pt x="155" y="37"/>
                    </a:cubicBezTo>
                    <a:cubicBezTo>
                      <a:pt x="159" y="41"/>
                      <a:pt x="383" y="281"/>
                      <a:pt x="629" y="269"/>
                    </a:cubicBezTo>
                    <a:cubicBezTo>
                      <a:pt x="676" y="267"/>
                      <a:pt x="715" y="302"/>
                      <a:pt x="717" y="349"/>
                    </a:cubicBezTo>
                    <a:cubicBezTo>
                      <a:pt x="718" y="373"/>
                      <a:pt x="709" y="396"/>
                      <a:pt x="693" y="412"/>
                    </a:cubicBezTo>
                    <a:close/>
                  </a:path>
                </a:pathLst>
              </a:custGeom>
              <a:solidFill>
                <a:srgbClr val="EF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43" name="Freeform 14"/>
              <p:cNvSpPr>
                <a:spLocks/>
              </p:cNvSpPr>
              <p:nvPr/>
            </p:nvSpPr>
            <p:spPr bwMode="auto">
              <a:xfrm>
                <a:off x="3335338" y="4762500"/>
                <a:ext cx="466725" cy="466725"/>
              </a:xfrm>
              <a:custGeom>
                <a:avLst/>
                <a:gdLst>
                  <a:gd name="T0" fmla="*/ 202 w 220"/>
                  <a:gd name="T1" fmla="*/ 17 h 220"/>
                  <a:gd name="T2" fmla="*/ 202 w 220"/>
                  <a:gd name="T3" fmla="*/ 81 h 220"/>
                  <a:gd name="T4" fmla="*/ 81 w 220"/>
                  <a:gd name="T5" fmla="*/ 202 h 220"/>
                  <a:gd name="T6" fmla="*/ 17 w 220"/>
                  <a:gd name="T7" fmla="*/ 202 h 220"/>
                  <a:gd name="T8" fmla="*/ 17 w 220"/>
                  <a:gd name="T9" fmla="*/ 202 h 220"/>
                  <a:gd name="T10" fmla="*/ 17 w 220"/>
                  <a:gd name="T11" fmla="*/ 139 h 220"/>
                  <a:gd name="T12" fmla="*/ 139 w 220"/>
                  <a:gd name="T13" fmla="*/ 17 h 220"/>
                  <a:gd name="T14" fmla="*/ 202 w 220"/>
                  <a:gd name="T15" fmla="*/ 17 h 2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 h="220">
                    <a:moveTo>
                      <a:pt x="202" y="17"/>
                    </a:moveTo>
                    <a:cubicBezTo>
                      <a:pt x="220" y="35"/>
                      <a:pt x="220" y="63"/>
                      <a:pt x="202" y="81"/>
                    </a:cubicBezTo>
                    <a:cubicBezTo>
                      <a:pt x="81" y="202"/>
                      <a:pt x="81" y="202"/>
                      <a:pt x="81" y="202"/>
                    </a:cubicBezTo>
                    <a:cubicBezTo>
                      <a:pt x="63" y="220"/>
                      <a:pt x="35" y="220"/>
                      <a:pt x="17" y="202"/>
                    </a:cubicBezTo>
                    <a:cubicBezTo>
                      <a:pt x="17" y="202"/>
                      <a:pt x="17" y="202"/>
                      <a:pt x="17" y="202"/>
                    </a:cubicBezTo>
                    <a:cubicBezTo>
                      <a:pt x="0" y="185"/>
                      <a:pt x="0" y="156"/>
                      <a:pt x="17" y="139"/>
                    </a:cubicBezTo>
                    <a:cubicBezTo>
                      <a:pt x="139" y="17"/>
                      <a:pt x="139" y="17"/>
                      <a:pt x="139" y="17"/>
                    </a:cubicBezTo>
                    <a:cubicBezTo>
                      <a:pt x="156" y="0"/>
                      <a:pt x="185" y="0"/>
                      <a:pt x="202" y="17"/>
                    </a:cubicBezTo>
                    <a:close/>
                  </a:path>
                </a:pathLst>
              </a:custGeom>
              <a:solidFill>
                <a:srgbClr val="00BE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44" name="Freeform 15"/>
              <p:cNvSpPr>
                <a:spLocks/>
              </p:cNvSpPr>
              <p:nvPr/>
            </p:nvSpPr>
            <p:spPr bwMode="auto">
              <a:xfrm>
                <a:off x="3738563" y="5165725"/>
                <a:ext cx="465138" cy="463550"/>
              </a:xfrm>
              <a:custGeom>
                <a:avLst/>
                <a:gdLst>
                  <a:gd name="T0" fmla="*/ 202 w 219"/>
                  <a:gd name="T1" fmla="*/ 17 h 219"/>
                  <a:gd name="T2" fmla="*/ 202 w 219"/>
                  <a:gd name="T3" fmla="*/ 81 h 219"/>
                  <a:gd name="T4" fmla="*/ 81 w 219"/>
                  <a:gd name="T5" fmla="*/ 202 h 219"/>
                  <a:gd name="T6" fmla="*/ 17 w 219"/>
                  <a:gd name="T7" fmla="*/ 202 h 219"/>
                  <a:gd name="T8" fmla="*/ 17 w 219"/>
                  <a:gd name="T9" fmla="*/ 202 h 219"/>
                  <a:gd name="T10" fmla="*/ 17 w 219"/>
                  <a:gd name="T11" fmla="*/ 139 h 219"/>
                  <a:gd name="T12" fmla="*/ 139 w 219"/>
                  <a:gd name="T13" fmla="*/ 17 h 219"/>
                  <a:gd name="T14" fmla="*/ 202 w 219"/>
                  <a:gd name="T15" fmla="*/ 17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9" h="219">
                    <a:moveTo>
                      <a:pt x="202" y="17"/>
                    </a:moveTo>
                    <a:cubicBezTo>
                      <a:pt x="219" y="35"/>
                      <a:pt x="219" y="63"/>
                      <a:pt x="202" y="81"/>
                    </a:cubicBezTo>
                    <a:cubicBezTo>
                      <a:pt x="81" y="202"/>
                      <a:pt x="81" y="202"/>
                      <a:pt x="81" y="202"/>
                    </a:cubicBezTo>
                    <a:cubicBezTo>
                      <a:pt x="63" y="219"/>
                      <a:pt x="35" y="219"/>
                      <a:pt x="17" y="202"/>
                    </a:cubicBezTo>
                    <a:cubicBezTo>
                      <a:pt x="17" y="202"/>
                      <a:pt x="17" y="202"/>
                      <a:pt x="17" y="202"/>
                    </a:cubicBezTo>
                    <a:cubicBezTo>
                      <a:pt x="0" y="185"/>
                      <a:pt x="0" y="156"/>
                      <a:pt x="17" y="139"/>
                    </a:cubicBezTo>
                    <a:cubicBezTo>
                      <a:pt x="139" y="17"/>
                      <a:pt x="139" y="17"/>
                      <a:pt x="139" y="17"/>
                    </a:cubicBezTo>
                    <a:cubicBezTo>
                      <a:pt x="156" y="0"/>
                      <a:pt x="184" y="0"/>
                      <a:pt x="202" y="17"/>
                    </a:cubicBezTo>
                    <a:close/>
                  </a:path>
                </a:pathLst>
              </a:custGeom>
              <a:solidFill>
                <a:srgbClr val="00BE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45" name="Freeform 16"/>
              <p:cNvSpPr>
                <a:spLocks/>
              </p:cNvSpPr>
              <p:nvPr/>
            </p:nvSpPr>
            <p:spPr bwMode="auto">
              <a:xfrm>
                <a:off x="3413125" y="4852987"/>
                <a:ext cx="565150" cy="568325"/>
              </a:xfrm>
              <a:custGeom>
                <a:avLst/>
                <a:gdLst>
                  <a:gd name="T0" fmla="*/ 249 w 267"/>
                  <a:gd name="T1" fmla="*/ 18 h 268"/>
                  <a:gd name="T2" fmla="*/ 249 w 267"/>
                  <a:gd name="T3" fmla="*/ 81 h 268"/>
                  <a:gd name="T4" fmla="*/ 80 w 267"/>
                  <a:gd name="T5" fmla="*/ 250 h 268"/>
                  <a:gd name="T6" fmla="*/ 17 w 267"/>
                  <a:gd name="T7" fmla="*/ 250 h 268"/>
                  <a:gd name="T8" fmla="*/ 17 w 267"/>
                  <a:gd name="T9" fmla="*/ 250 h 268"/>
                  <a:gd name="T10" fmla="*/ 17 w 267"/>
                  <a:gd name="T11" fmla="*/ 187 h 268"/>
                  <a:gd name="T12" fmla="*/ 186 w 267"/>
                  <a:gd name="T13" fmla="*/ 18 h 268"/>
                  <a:gd name="T14" fmla="*/ 249 w 267"/>
                  <a:gd name="T15" fmla="*/ 18 h 2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268">
                    <a:moveTo>
                      <a:pt x="249" y="18"/>
                    </a:moveTo>
                    <a:cubicBezTo>
                      <a:pt x="267" y="35"/>
                      <a:pt x="267" y="64"/>
                      <a:pt x="249" y="81"/>
                    </a:cubicBezTo>
                    <a:cubicBezTo>
                      <a:pt x="80" y="250"/>
                      <a:pt x="80" y="250"/>
                      <a:pt x="80" y="250"/>
                    </a:cubicBezTo>
                    <a:cubicBezTo>
                      <a:pt x="63" y="268"/>
                      <a:pt x="35" y="268"/>
                      <a:pt x="17" y="250"/>
                    </a:cubicBezTo>
                    <a:cubicBezTo>
                      <a:pt x="17" y="250"/>
                      <a:pt x="17" y="250"/>
                      <a:pt x="17" y="250"/>
                    </a:cubicBezTo>
                    <a:cubicBezTo>
                      <a:pt x="0" y="233"/>
                      <a:pt x="0" y="204"/>
                      <a:pt x="17" y="187"/>
                    </a:cubicBezTo>
                    <a:cubicBezTo>
                      <a:pt x="186" y="18"/>
                      <a:pt x="186" y="18"/>
                      <a:pt x="186" y="18"/>
                    </a:cubicBezTo>
                    <a:cubicBezTo>
                      <a:pt x="203" y="0"/>
                      <a:pt x="232" y="0"/>
                      <a:pt x="249" y="18"/>
                    </a:cubicBezTo>
                    <a:close/>
                  </a:path>
                </a:pathLst>
              </a:custGeom>
              <a:solidFill>
                <a:srgbClr val="00BE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46" name="Freeform 17"/>
              <p:cNvSpPr>
                <a:spLocks/>
              </p:cNvSpPr>
              <p:nvPr/>
            </p:nvSpPr>
            <p:spPr bwMode="auto">
              <a:xfrm>
                <a:off x="3546475" y="4989512"/>
                <a:ext cx="565150" cy="565150"/>
              </a:xfrm>
              <a:custGeom>
                <a:avLst/>
                <a:gdLst>
                  <a:gd name="T0" fmla="*/ 249 w 267"/>
                  <a:gd name="T1" fmla="*/ 17 h 267"/>
                  <a:gd name="T2" fmla="*/ 249 w 267"/>
                  <a:gd name="T3" fmla="*/ 81 h 267"/>
                  <a:gd name="T4" fmla="*/ 81 w 267"/>
                  <a:gd name="T5" fmla="*/ 249 h 267"/>
                  <a:gd name="T6" fmla="*/ 17 w 267"/>
                  <a:gd name="T7" fmla="*/ 249 h 267"/>
                  <a:gd name="T8" fmla="*/ 17 w 267"/>
                  <a:gd name="T9" fmla="*/ 249 h 267"/>
                  <a:gd name="T10" fmla="*/ 17 w 267"/>
                  <a:gd name="T11" fmla="*/ 186 h 267"/>
                  <a:gd name="T12" fmla="*/ 186 w 267"/>
                  <a:gd name="T13" fmla="*/ 17 h 267"/>
                  <a:gd name="T14" fmla="*/ 249 w 267"/>
                  <a:gd name="T15" fmla="*/ 17 h 2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267">
                    <a:moveTo>
                      <a:pt x="249" y="17"/>
                    </a:moveTo>
                    <a:cubicBezTo>
                      <a:pt x="267" y="35"/>
                      <a:pt x="267" y="63"/>
                      <a:pt x="249" y="81"/>
                    </a:cubicBezTo>
                    <a:cubicBezTo>
                      <a:pt x="81" y="249"/>
                      <a:pt x="81" y="249"/>
                      <a:pt x="81" y="249"/>
                    </a:cubicBezTo>
                    <a:cubicBezTo>
                      <a:pt x="63" y="267"/>
                      <a:pt x="35" y="267"/>
                      <a:pt x="17" y="249"/>
                    </a:cubicBezTo>
                    <a:cubicBezTo>
                      <a:pt x="17" y="249"/>
                      <a:pt x="17" y="249"/>
                      <a:pt x="17" y="249"/>
                    </a:cubicBezTo>
                    <a:cubicBezTo>
                      <a:pt x="0" y="232"/>
                      <a:pt x="0" y="204"/>
                      <a:pt x="17" y="186"/>
                    </a:cubicBezTo>
                    <a:cubicBezTo>
                      <a:pt x="186" y="17"/>
                      <a:pt x="186" y="17"/>
                      <a:pt x="186" y="17"/>
                    </a:cubicBezTo>
                    <a:cubicBezTo>
                      <a:pt x="204" y="0"/>
                      <a:pt x="232" y="0"/>
                      <a:pt x="249" y="17"/>
                    </a:cubicBezTo>
                    <a:close/>
                  </a:path>
                </a:pathLst>
              </a:custGeom>
              <a:solidFill>
                <a:srgbClr val="00BE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47" name="Freeform 18"/>
              <p:cNvSpPr>
                <a:spLocks/>
              </p:cNvSpPr>
              <p:nvPr/>
            </p:nvSpPr>
            <p:spPr bwMode="auto">
              <a:xfrm>
                <a:off x="3163888" y="5053012"/>
                <a:ext cx="563563" cy="277813"/>
              </a:xfrm>
              <a:custGeom>
                <a:avLst/>
                <a:gdLst>
                  <a:gd name="T0" fmla="*/ 261 w 266"/>
                  <a:gd name="T1" fmla="*/ 40 h 131"/>
                  <a:gd name="T2" fmla="*/ 226 w 266"/>
                  <a:gd name="T3" fmla="*/ 93 h 131"/>
                  <a:gd name="T4" fmla="*/ 58 w 266"/>
                  <a:gd name="T5" fmla="*/ 126 h 131"/>
                  <a:gd name="T6" fmla="*/ 5 w 266"/>
                  <a:gd name="T7" fmla="*/ 91 h 131"/>
                  <a:gd name="T8" fmla="*/ 5 w 266"/>
                  <a:gd name="T9" fmla="*/ 91 h 131"/>
                  <a:gd name="T10" fmla="*/ 40 w 266"/>
                  <a:gd name="T11" fmla="*/ 38 h 131"/>
                  <a:gd name="T12" fmla="*/ 209 w 266"/>
                  <a:gd name="T13" fmla="*/ 5 h 131"/>
                  <a:gd name="T14" fmla="*/ 261 w 266"/>
                  <a:gd name="T15" fmla="*/ 4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131">
                    <a:moveTo>
                      <a:pt x="261" y="40"/>
                    </a:moveTo>
                    <a:cubicBezTo>
                      <a:pt x="266" y="64"/>
                      <a:pt x="250" y="88"/>
                      <a:pt x="226" y="93"/>
                    </a:cubicBezTo>
                    <a:cubicBezTo>
                      <a:pt x="58" y="126"/>
                      <a:pt x="58" y="126"/>
                      <a:pt x="58" y="126"/>
                    </a:cubicBezTo>
                    <a:cubicBezTo>
                      <a:pt x="34" y="131"/>
                      <a:pt x="10" y="115"/>
                      <a:pt x="5" y="91"/>
                    </a:cubicBezTo>
                    <a:cubicBezTo>
                      <a:pt x="5" y="91"/>
                      <a:pt x="5" y="91"/>
                      <a:pt x="5" y="91"/>
                    </a:cubicBezTo>
                    <a:cubicBezTo>
                      <a:pt x="0" y="67"/>
                      <a:pt x="16" y="43"/>
                      <a:pt x="40" y="38"/>
                    </a:cubicBezTo>
                    <a:cubicBezTo>
                      <a:pt x="209" y="5"/>
                      <a:pt x="209" y="5"/>
                      <a:pt x="209" y="5"/>
                    </a:cubicBezTo>
                    <a:cubicBezTo>
                      <a:pt x="233" y="0"/>
                      <a:pt x="257" y="16"/>
                      <a:pt x="261" y="40"/>
                    </a:cubicBezTo>
                    <a:close/>
                  </a:path>
                </a:pathLst>
              </a:custGeom>
              <a:solidFill>
                <a:srgbClr val="69E2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48" name="Freeform 19"/>
              <p:cNvSpPr>
                <a:spLocks/>
              </p:cNvSpPr>
              <p:nvPr/>
            </p:nvSpPr>
            <p:spPr bwMode="auto">
              <a:xfrm>
                <a:off x="2117725" y="4819650"/>
                <a:ext cx="381000" cy="454025"/>
              </a:xfrm>
              <a:custGeom>
                <a:avLst/>
                <a:gdLst>
                  <a:gd name="T0" fmla="*/ 42 w 180"/>
                  <a:gd name="T1" fmla="*/ 0 h 214"/>
                  <a:gd name="T2" fmla="*/ 104 w 180"/>
                  <a:gd name="T3" fmla="*/ 214 h 214"/>
                  <a:gd name="T4" fmla="*/ 180 w 180"/>
                  <a:gd name="T5" fmla="*/ 137 h 214"/>
                  <a:gd name="T6" fmla="*/ 42 w 180"/>
                  <a:gd name="T7" fmla="*/ 0 h 214"/>
                </a:gdLst>
                <a:ahLst/>
                <a:cxnLst>
                  <a:cxn ang="0">
                    <a:pos x="T0" y="T1"/>
                  </a:cxn>
                  <a:cxn ang="0">
                    <a:pos x="T2" y="T3"/>
                  </a:cxn>
                  <a:cxn ang="0">
                    <a:pos x="T4" y="T5"/>
                  </a:cxn>
                  <a:cxn ang="0">
                    <a:pos x="T6" y="T7"/>
                  </a:cxn>
                </a:cxnLst>
                <a:rect l="0" t="0" r="r" b="b"/>
                <a:pathLst>
                  <a:path w="180" h="214">
                    <a:moveTo>
                      <a:pt x="42" y="0"/>
                    </a:moveTo>
                    <a:cubicBezTo>
                      <a:pt x="0" y="42"/>
                      <a:pt x="28" y="138"/>
                      <a:pt x="104" y="214"/>
                    </a:cubicBezTo>
                    <a:cubicBezTo>
                      <a:pt x="180" y="137"/>
                      <a:pt x="180" y="137"/>
                      <a:pt x="180" y="137"/>
                    </a:cubicBezTo>
                    <a:lnTo>
                      <a:pt x="4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49" name="Freeform 20"/>
              <p:cNvSpPr>
                <a:spLocks/>
              </p:cNvSpPr>
              <p:nvPr/>
            </p:nvSpPr>
            <p:spPr bwMode="auto">
              <a:xfrm>
                <a:off x="2143125" y="4078287"/>
                <a:ext cx="1031875" cy="869950"/>
              </a:xfrm>
              <a:custGeom>
                <a:avLst/>
                <a:gdLst>
                  <a:gd name="T0" fmla="*/ 245 w 487"/>
                  <a:gd name="T1" fmla="*/ 411 h 411"/>
                  <a:gd name="T2" fmla="*/ 487 w 487"/>
                  <a:gd name="T3" fmla="*/ 168 h 411"/>
                  <a:gd name="T4" fmla="*/ 350 w 487"/>
                  <a:gd name="T5" fmla="*/ 31 h 411"/>
                  <a:gd name="T6" fmla="*/ 319 w 487"/>
                  <a:gd name="T7" fmla="*/ 0 h 411"/>
                  <a:gd name="T8" fmla="*/ 0 w 487"/>
                  <a:gd name="T9" fmla="*/ 319 h 411"/>
                  <a:gd name="T10" fmla="*/ 30 w 487"/>
                  <a:gd name="T11" fmla="*/ 350 h 411"/>
                  <a:gd name="T12" fmla="*/ 245 w 487"/>
                  <a:gd name="T13" fmla="*/ 411 h 411"/>
                </a:gdLst>
                <a:ahLst/>
                <a:cxnLst>
                  <a:cxn ang="0">
                    <a:pos x="T0" y="T1"/>
                  </a:cxn>
                  <a:cxn ang="0">
                    <a:pos x="T2" y="T3"/>
                  </a:cxn>
                  <a:cxn ang="0">
                    <a:pos x="T4" y="T5"/>
                  </a:cxn>
                  <a:cxn ang="0">
                    <a:pos x="T6" y="T7"/>
                  </a:cxn>
                  <a:cxn ang="0">
                    <a:pos x="T8" y="T9"/>
                  </a:cxn>
                  <a:cxn ang="0">
                    <a:pos x="T10" y="T11"/>
                  </a:cxn>
                  <a:cxn ang="0">
                    <a:pos x="T12" y="T13"/>
                  </a:cxn>
                </a:cxnLst>
                <a:rect l="0" t="0" r="r" b="b"/>
                <a:pathLst>
                  <a:path w="487" h="411">
                    <a:moveTo>
                      <a:pt x="245" y="411"/>
                    </a:moveTo>
                    <a:cubicBezTo>
                      <a:pt x="487" y="168"/>
                      <a:pt x="487" y="168"/>
                      <a:pt x="487" y="168"/>
                    </a:cubicBezTo>
                    <a:cubicBezTo>
                      <a:pt x="350" y="31"/>
                      <a:pt x="350" y="31"/>
                      <a:pt x="350" y="31"/>
                    </a:cubicBezTo>
                    <a:cubicBezTo>
                      <a:pt x="319" y="0"/>
                      <a:pt x="319" y="0"/>
                      <a:pt x="319" y="0"/>
                    </a:cubicBezTo>
                    <a:cubicBezTo>
                      <a:pt x="0" y="319"/>
                      <a:pt x="0" y="319"/>
                      <a:pt x="0" y="319"/>
                    </a:cubicBezTo>
                    <a:cubicBezTo>
                      <a:pt x="30" y="350"/>
                      <a:pt x="30" y="350"/>
                      <a:pt x="30" y="350"/>
                    </a:cubicBezTo>
                    <a:cubicBezTo>
                      <a:pt x="73" y="307"/>
                      <a:pt x="169" y="335"/>
                      <a:pt x="245" y="411"/>
                    </a:cubicBezTo>
                    <a:close/>
                  </a:path>
                </a:pathLst>
              </a:custGeom>
              <a:solidFill>
                <a:srgbClr val="FF5B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50" name="Freeform 21"/>
              <p:cNvSpPr>
                <a:spLocks/>
              </p:cNvSpPr>
              <p:nvPr/>
            </p:nvSpPr>
            <p:spPr bwMode="auto">
              <a:xfrm>
                <a:off x="2206625" y="4729162"/>
                <a:ext cx="455613" cy="381000"/>
              </a:xfrm>
              <a:custGeom>
                <a:avLst/>
                <a:gdLst>
                  <a:gd name="T0" fmla="*/ 215 w 215"/>
                  <a:gd name="T1" fmla="*/ 104 h 180"/>
                  <a:gd name="T2" fmla="*/ 0 w 215"/>
                  <a:gd name="T3" fmla="*/ 43 h 180"/>
                  <a:gd name="T4" fmla="*/ 138 w 215"/>
                  <a:gd name="T5" fmla="*/ 180 h 180"/>
                  <a:gd name="T6" fmla="*/ 215 w 215"/>
                  <a:gd name="T7" fmla="*/ 104 h 180"/>
                </a:gdLst>
                <a:ahLst/>
                <a:cxnLst>
                  <a:cxn ang="0">
                    <a:pos x="T0" y="T1"/>
                  </a:cxn>
                  <a:cxn ang="0">
                    <a:pos x="T2" y="T3"/>
                  </a:cxn>
                  <a:cxn ang="0">
                    <a:pos x="T4" y="T5"/>
                  </a:cxn>
                  <a:cxn ang="0">
                    <a:pos x="T6" y="T7"/>
                  </a:cxn>
                </a:cxnLst>
                <a:rect l="0" t="0" r="r" b="b"/>
                <a:pathLst>
                  <a:path w="215" h="180">
                    <a:moveTo>
                      <a:pt x="215" y="104"/>
                    </a:moveTo>
                    <a:cubicBezTo>
                      <a:pt x="139" y="28"/>
                      <a:pt x="43" y="0"/>
                      <a:pt x="0" y="43"/>
                    </a:cubicBezTo>
                    <a:cubicBezTo>
                      <a:pt x="138" y="180"/>
                      <a:pt x="138" y="180"/>
                      <a:pt x="138" y="180"/>
                    </a:cubicBezTo>
                    <a:lnTo>
                      <a:pt x="215" y="104"/>
                    </a:lnTo>
                    <a:close/>
                  </a:path>
                </a:pathLst>
              </a:custGeom>
              <a:solidFill>
                <a:srgbClr val="FF5B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51" name="Freeform 22"/>
              <p:cNvSpPr>
                <a:spLocks/>
              </p:cNvSpPr>
              <p:nvPr/>
            </p:nvSpPr>
            <p:spPr bwMode="auto">
              <a:xfrm>
                <a:off x="2884488" y="2743200"/>
                <a:ext cx="1222375" cy="1690688"/>
              </a:xfrm>
              <a:custGeom>
                <a:avLst/>
                <a:gdLst>
                  <a:gd name="T0" fmla="*/ 577 w 577"/>
                  <a:gd name="T1" fmla="*/ 359 h 798"/>
                  <a:gd name="T2" fmla="*/ 233 w 577"/>
                  <a:gd name="T3" fmla="*/ 16 h 798"/>
                  <a:gd name="T4" fmla="*/ 178 w 577"/>
                  <a:gd name="T5" fmla="*/ 16 h 798"/>
                  <a:gd name="T6" fmla="*/ 178 w 577"/>
                  <a:gd name="T7" fmla="*/ 71 h 798"/>
                  <a:gd name="T8" fmla="*/ 192 w 577"/>
                  <a:gd name="T9" fmla="*/ 85 h 798"/>
                  <a:gd name="T10" fmla="*/ 0 w 577"/>
                  <a:gd name="T11" fmla="*/ 661 h 798"/>
                  <a:gd name="T12" fmla="*/ 137 w 577"/>
                  <a:gd name="T13" fmla="*/ 798 h 798"/>
                  <a:gd name="T14" fmla="*/ 577 w 577"/>
                  <a:gd name="T15" fmla="*/ 359 h 7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7" h="798">
                    <a:moveTo>
                      <a:pt x="577" y="359"/>
                    </a:moveTo>
                    <a:cubicBezTo>
                      <a:pt x="233" y="16"/>
                      <a:pt x="233" y="16"/>
                      <a:pt x="233" y="16"/>
                    </a:cubicBezTo>
                    <a:cubicBezTo>
                      <a:pt x="218" y="0"/>
                      <a:pt x="193" y="0"/>
                      <a:pt x="178" y="16"/>
                    </a:cubicBezTo>
                    <a:cubicBezTo>
                      <a:pt x="162" y="31"/>
                      <a:pt x="162" y="56"/>
                      <a:pt x="178" y="71"/>
                    </a:cubicBezTo>
                    <a:cubicBezTo>
                      <a:pt x="192" y="85"/>
                      <a:pt x="192" y="85"/>
                      <a:pt x="192" y="85"/>
                    </a:cubicBezTo>
                    <a:cubicBezTo>
                      <a:pt x="0" y="661"/>
                      <a:pt x="0" y="661"/>
                      <a:pt x="0" y="661"/>
                    </a:cubicBezTo>
                    <a:cubicBezTo>
                      <a:pt x="137" y="798"/>
                      <a:pt x="137" y="798"/>
                      <a:pt x="137" y="798"/>
                    </a:cubicBezTo>
                    <a:lnTo>
                      <a:pt x="577" y="35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52" name="Freeform 23"/>
              <p:cNvSpPr>
                <a:spLocks/>
              </p:cNvSpPr>
              <p:nvPr/>
            </p:nvSpPr>
            <p:spPr bwMode="auto">
              <a:xfrm>
                <a:off x="2338388" y="5110162"/>
                <a:ext cx="452438" cy="382588"/>
              </a:xfrm>
              <a:custGeom>
                <a:avLst/>
                <a:gdLst>
                  <a:gd name="T0" fmla="*/ 214 w 214"/>
                  <a:gd name="T1" fmla="*/ 138 h 181"/>
                  <a:gd name="T2" fmla="*/ 76 w 214"/>
                  <a:gd name="T3" fmla="*/ 0 h 181"/>
                  <a:gd name="T4" fmla="*/ 0 w 214"/>
                  <a:gd name="T5" fmla="*/ 77 h 181"/>
                  <a:gd name="T6" fmla="*/ 214 w 214"/>
                  <a:gd name="T7" fmla="*/ 138 h 181"/>
                </a:gdLst>
                <a:ahLst/>
                <a:cxnLst>
                  <a:cxn ang="0">
                    <a:pos x="T0" y="T1"/>
                  </a:cxn>
                  <a:cxn ang="0">
                    <a:pos x="T2" y="T3"/>
                  </a:cxn>
                  <a:cxn ang="0">
                    <a:pos x="T4" y="T5"/>
                  </a:cxn>
                  <a:cxn ang="0">
                    <a:pos x="T6" y="T7"/>
                  </a:cxn>
                </a:cxnLst>
                <a:rect l="0" t="0" r="r" b="b"/>
                <a:pathLst>
                  <a:path w="214" h="181">
                    <a:moveTo>
                      <a:pt x="214" y="138"/>
                    </a:moveTo>
                    <a:cubicBezTo>
                      <a:pt x="76" y="0"/>
                      <a:pt x="76" y="0"/>
                      <a:pt x="76" y="0"/>
                    </a:cubicBezTo>
                    <a:cubicBezTo>
                      <a:pt x="0" y="77"/>
                      <a:pt x="0" y="77"/>
                      <a:pt x="0" y="77"/>
                    </a:cubicBezTo>
                    <a:cubicBezTo>
                      <a:pt x="76" y="153"/>
                      <a:pt x="172" y="181"/>
                      <a:pt x="214" y="138"/>
                    </a:cubicBezTo>
                    <a:close/>
                  </a:path>
                </a:pathLst>
              </a:cu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53" name="Freeform 24"/>
              <p:cNvSpPr>
                <a:spLocks/>
              </p:cNvSpPr>
              <p:nvPr/>
            </p:nvSpPr>
            <p:spPr bwMode="auto">
              <a:xfrm>
                <a:off x="2662238" y="4433887"/>
                <a:ext cx="871538" cy="1033463"/>
              </a:xfrm>
              <a:custGeom>
                <a:avLst/>
                <a:gdLst>
                  <a:gd name="T0" fmla="*/ 0 w 411"/>
                  <a:gd name="T1" fmla="*/ 243 h 488"/>
                  <a:gd name="T2" fmla="*/ 61 w 411"/>
                  <a:gd name="T3" fmla="*/ 457 h 488"/>
                  <a:gd name="T4" fmla="*/ 91 w 411"/>
                  <a:gd name="T5" fmla="*/ 488 h 488"/>
                  <a:gd name="T6" fmla="*/ 411 w 411"/>
                  <a:gd name="T7" fmla="*/ 168 h 488"/>
                  <a:gd name="T8" fmla="*/ 380 w 411"/>
                  <a:gd name="T9" fmla="*/ 138 h 488"/>
                  <a:gd name="T10" fmla="*/ 242 w 411"/>
                  <a:gd name="T11" fmla="*/ 0 h 488"/>
                  <a:gd name="T12" fmla="*/ 0 w 411"/>
                  <a:gd name="T13" fmla="*/ 243 h 488"/>
                </a:gdLst>
                <a:ahLst/>
                <a:cxnLst>
                  <a:cxn ang="0">
                    <a:pos x="T0" y="T1"/>
                  </a:cxn>
                  <a:cxn ang="0">
                    <a:pos x="T2" y="T3"/>
                  </a:cxn>
                  <a:cxn ang="0">
                    <a:pos x="T4" y="T5"/>
                  </a:cxn>
                  <a:cxn ang="0">
                    <a:pos x="T6" y="T7"/>
                  </a:cxn>
                  <a:cxn ang="0">
                    <a:pos x="T8" y="T9"/>
                  </a:cxn>
                  <a:cxn ang="0">
                    <a:pos x="T10" y="T11"/>
                  </a:cxn>
                  <a:cxn ang="0">
                    <a:pos x="T12" y="T13"/>
                  </a:cxn>
                </a:cxnLst>
                <a:rect l="0" t="0" r="r" b="b"/>
                <a:pathLst>
                  <a:path w="411" h="488">
                    <a:moveTo>
                      <a:pt x="0" y="243"/>
                    </a:moveTo>
                    <a:cubicBezTo>
                      <a:pt x="76" y="319"/>
                      <a:pt x="103" y="415"/>
                      <a:pt x="61" y="457"/>
                    </a:cubicBezTo>
                    <a:cubicBezTo>
                      <a:pt x="91" y="488"/>
                      <a:pt x="91" y="488"/>
                      <a:pt x="91" y="488"/>
                    </a:cubicBezTo>
                    <a:cubicBezTo>
                      <a:pt x="411" y="168"/>
                      <a:pt x="411" y="168"/>
                      <a:pt x="411" y="168"/>
                    </a:cubicBezTo>
                    <a:cubicBezTo>
                      <a:pt x="380" y="138"/>
                      <a:pt x="380" y="138"/>
                      <a:pt x="380" y="138"/>
                    </a:cubicBezTo>
                    <a:cubicBezTo>
                      <a:pt x="242" y="0"/>
                      <a:pt x="242" y="0"/>
                      <a:pt x="242" y="0"/>
                    </a:cubicBezTo>
                    <a:lnTo>
                      <a:pt x="0" y="243"/>
                    </a:lnTo>
                    <a:close/>
                  </a:path>
                </a:pathLst>
              </a:custGeom>
              <a:solidFill>
                <a:srgbClr val="EF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54" name="Freeform 25"/>
              <p:cNvSpPr>
                <a:spLocks/>
              </p:cNvSpPr>
              <p:nvPr/>
            </p:nvSpPr>
            <p:spPr bwMode="auto">
              <a:xfrm>
                <a:off x="2498725" y="4948237"/>
                <a:ext cx="381000" cy="454025"/>
              </a:xfrm>
              <a:custGeom>
                <a:avLst/>
                <a:gdLst>
                  <a:gd name="T0" fmla="*/ 77 w 180"/>
                  <a:gd name="T1" fmla="*/ 0 h 214"/>
                  <a:gd name="T2" fmla="*/ 0 w 180"/>
                  <a:gd name="T3" fmla="*/ 76 h 214"/>
                  <a:gd name="T4" fmla="*/ 138 w 180"/>
                  <a:gd name="T5" fmla="*/ 214 h 214"/>
                  <a:gd name="T6" fmla="*/ 77 w 180"/>
                  <a:gd name="T7" fmla="*/ 0 h 214"/>
                </a:gdLst>
                <a:ahLst/>
                <a:cxnLst>
                  <a:cxn ang="0">
                    <a:pos x="T0" y="T1"/>
                  </a:cxn>
                  <a:cxn ang="0">
                    <a:pos x="T2" y="T3"/>
                  </a:cxn>
                  <a:cxn ang="0">
                    <a:pos x="T4" y="T5"/>
                  </a:cxn>
                  <a:cxn ang="0">
                    <a:pos x="T6" y="T7"/>
                  </a:cxn>
                </a:cxnLst>
                <a:rect l="0" t="0" r="r" b="b"/>
                <a:pathLst>
                  <a:path w="180" h="214">
                    <a:moveTo>
                      <a:pt x="77" y="0"/>
                    </a:moveTo>
                    <a:cubicBezTo>
                      <a:pt x="0" y="76"/>
                      <a:pt x="0" y="76"/>
                      <a:pt x="0" y="76"/>
                    </a:cubicBezTo>
                    <a:cubicBezTo>
                      <a:pt x="138" y="214"/>
                      <a:pt x="138" y="214"/>
                      <a:pt x="138" y="214"/>
                    </a:cubicBezTo>
                    <a:cubicBezTo>
                      <a:pt x="180" y="172"/>
                      <a:pt x="153" y="76"/>
                      <a:pt x="77" y="0"/>
                    </a:cubicBezTo>
                    <a:close/>
                  </a:path>
                </a:pathLst>
              </a:custGeom>
              <a:solidFill>
                <a:srgbClr val="EF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55" name="Freeform 26"/>
              <p:cNvSpPr>
                <a:spLocks/>
              </p:cNvSpPr>
              <p:nvPr/>
            </p:nvSpPr>
            <p:spPr bwMode="auto">
              <a:xfrm>
                <a:off x="3175000" y="3503612"/>
                <a:ext cx="1690688" cy="1222375"/>
              </a:xfrm>
              <a:custGeom>
                <a:avLst/>
                <a:gdLst>
                  <a:gd name="T0" fmla="*/ 138 w 798"/>
                  <a:gd name="T1" fmla="*/ 577 h 577"/>
                  <a:gd name="T2" fmla="*/ 714 w 798"/>
                  <a:gd name="T3" fmla="*/ 385 h 577"/>
                  <a:gd name="T4" fmla="*/ 728 w 798"/>
                  <a:gd name="T5" fmla="*/ 399 h 577"/>
                  <a:gd name="T6" fmla="*/ 783 w 798"/>
                  <a:gd name="T7" fmla="*/ 399 h 577"/>
                  <a:gd name="T8" fmla="*/ 783 w 798"/>
                  <a:gd name="T9" fmla="*/ 344 h 577"/>
                  <a:gd name="T10" fmla="*/ 440 w 798"/>
                  <a:gd name="T11" fmla="*/ 0 h 577"/>
                  <a:gd name="T12" fmla="*/ 0 w 798"/>
                  <a:gd name="T13" fmla="*/ 439 h 577"/>
                  <a:gd name="T14" fmla="*/ 138 w 798"/>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8" h="577">
                    <a:moveTo>
                      <a:pt x="138" y="577"/>
                    </a:moveTo>
                    <a:cubicBezTo>
                      <a:pt x="714" y="385"/>
                      <a:pt x="714" y="385"/>
                      <a:pt x="714" y="385"/>
                    </a:cubicBezTo>
                    <a:cubicBezTo>
                      <a:pt x="728" y="399"/>
                      <a:pt x="728" y="399"/>
                      <a:pt x="728" y="399"/>
                    </a:cubicBezTo>
                    <a:cubicBezTo>
                      <a:pt x="743" y="414"/>
                      <a:pt x="768" y="414"/>
                      <a:pt x="783" y="399"/>
                    </a:cubicBezTo>
                    <a:cubicBezTo>
                      <a:pt x="798" y="384"/>
                      <a:pt x="798" y="359"/>
                      <a:pt x="783" y="344"/>
                    </a:cubicBezTo>
                    <a:cubicBezTo>
                      <a:pt x="440" y="0"/>
                      <a:pt x="440" y="0"/>
                      <a:pt x="440" y="0"/>
                    </a:cubicBezTo>
                    <a:cubicBezTo>
                      <a:pt x="0" y="439"/>
                      <a:pt x="0" y="439"/>
                      <a:pt x="0" y="439"/>
                    </a:cubicBezTo>
                    <a:lnTo>
                      <a:pt x="138" y="577"/>
                    </a:lnTo>
                    <a:close/>
                  </a:path>
                </a:pathLst>
              </a:cu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56" name="Freeform 27"/>
              <p:cNvSpPr>
                <a:spLocks/>
              </p:cNvSpPr>
              <p:nvPr/>
            </p:nvSpPr>
            <p:spPr bwMode="auto">
              <a:xfrm>
                <a:off x="3884613" y="469900"/>
                <a:ext cx="1149350" cy="1147763"/>
              </a:xfrm>
              <a:custGeom>
                <a:avLst/>
                <a:gdLst>
                  <a:gd name="T0" fmla="*/ 516 w 542"/>
                  <a:gd name="T1" fmla="*/ 317 h 542"/>
                  <a:gd name="T2" fmla="*/ 224 w 542"/>
                  <a:gd name="T3" fmla="*/ 516 h 542"/>
                  <a:gd name="T4" fmla="*/ 26 w 542"/>
                  <a:gd name="T5" fmla="*/ 224 h 542"/>
                  <a:gd name="T6" fmla="*/ 318 w 542"/>
                  <a:gd name="T7" fmla="*/ 25 h 542"/>
                  <a:gd name="T8" fmla="*/ 516 w 542"/>
                  <a:gd name="T9" fmla="*/ 317 h 542"/>
                </a:gdLst>
                <a:ahLst/>
                <a:cxnLst>
                  <a:cxn ang="0">
                    <a:pos x="T0" y="T1"/>
                  </a:cxn>
                  <a:cxn ang="0">
                    <a:pos x="T2" y="T3"/>
                  </a:cxn>
                  <a:cxn ang="0">
                    <a:pos x="T4" y="T5"/>
                  </a:cxn>
                  <a:cxn ang="0">
                    <a:pos x="T6" y="T7"/>
                  </a:cxn>
                  <a:cxn ang="0">
                    <a:pos x="T8" y="T9"/>
                  </a:cxn>
                </a:cxnLst>
                <a:rect l="0" t="0" r="r" b="b"/>
                <a:pathLst>
                  <a:path w="542" h="542">
                    <a:moveTo>
                      <a:pt x="516" y="317"/>
                    </a:moveTo>
                    <a:cubicBezTo>
                      <a:pt x="490" y="453"/>
                      <a:pt x="359" y="542"/>
                      <a:pt x="224" y="516"/>
                    </a:cubicBezTo>
                    <a:cubicBezTo>
                      <a:pt x="89" y="490"/>
                      <a:pt x="0" y="359"/>
                      <a:pt x="26" y="224"/>
                    </a:cubicBezTo>
                    <a:cubicBezTo>
                      <a:pt x="51" y="88"/>
                      <a:pt x="182" y="0"/>
                      <a:pt x="318" y="25"/>
                    </a:cubicBezTo>
                    <a:cubicBezTo>
                      <a:pt x="453" y="51"/>
                      <a:pt x="542" y="182"/>
                      <a:pt x="516" y="317"/>
                    </a:cubicBezTo>
                    <a:close/>
                  </a:path>
                </a:pathLst>
              </a:custGeom>
              <a:solidFill>
                <a:srgbClr val="0048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57" name="Freeform 71"/>
              <p:cNvSpPr>
                <a:spLocks/>
              </p:cNvSpPr>
              <p:nvPr/>
            </p:nvSpPr>
            <p:spPr bwMode="auto">
              <a:xfrm>
                <a:off x="6919913" y="542925"/>
                <a:ext cx="1149350" cy="1150938"/>
              </a:xfrm>
              <a:custGeom>
                <a:avLst/>
                <a:gdLst>
                  <a:gd name="T0" fmla="*/ 516 w 542"/>
                  <a:gd name="T1" fmla="*/ 318 h 543"/>
                  <a:gd name="T2" fmla="*/ 224 w 542"/>
                  <a:gd name="T3" fmla="*/ 517 h 543"/>
                  <a:gd name="T4" fmla="*/ 25 w 542"/>
                  <a:gd name="T5" fmla="*/ 225 h 543"/>
                  <a:gd name="T6" fmla="*/ 318 w 542"/>
                  <a:gd name="T7" fmla="*/ 26 h 543"/>
                  <a:gd name="T8" fmla="*/ 516 w 542"/>
                  <a:gd name="T9" fmla="*/ 318 h 543"/>
                </a:gdLst>
                <a:ahLst/>
                <a:cxnLst>
                  <a:cxn ang="0">
                    <a:pos x="T0" y="T1"/>
                  </a:cxn>
                  <a:cxn ang="0">
                    <a:pos x="T2" y="T3"/>
                  </a:cxn>
                  <a:cxn ang="0">
                    <a:pos x="T4" y="T5"/>
                  </a:cxn>
                  <a:cxn ang="0">
                    <a:pos x="T6" y="T7"/>
                  </a:cxn>
                  <a:cxn ang="0">
                    <a:pos x="T8" y="T9"/>
                  </a:cxn>
                </a:cxnLst>
                <a:rect l="0" t="0" r="r" b="b"/>
                <a:pathLst>
                  <a:path w="542" h="543">
                    <a:moveTo>
                      <a:pt x="516" y="318"/>
                    </a:moveTo>
                    <a:cubicBezTo>
                      <a:pt x="490" y="454"/>
                      <a:pt x="359" y="543"/>
                      <a:pt x="224" y="517"/>
                    </a:cubicBezTo>
                    <a:cubicBezTo>
                      <a:pt x="88" y="491"/>
                      <a:pt x="0" y="360"/>
                      <a:pt x="25" y="225"/>
                    </a:cubicBezTo>
                    <a:cubicBezTo>
                      <a:pt x="51" y="89"/>
                      <a:pt x="182" y="0"/>
                      <a:pt x="318" y="26"/>
                    </a:cubicBezTo>
                    <a:cubicBezTo>
                      <a:pt x="453" y="52"/>
                      <a:pt x="542" y="183"/>
                      <a:pt x="516" y="318"/>
                    </a:cubicBezTo>
                    <a:close/>
                  </a:path>
                </a:pathLst>
              </a:custGeom>
              <a:solidFill>
                <a:srgbClr val="0048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58" name="Freeform 88"/>
              <p:cNvSpPr>
                <a:spLocks/>
              </p:cNvSpPr>
              <p:nvPr/>
            </p:nvSpPr>
            <p:spPr bwMode="auto">
              <a:xfrm>
                <a:off x="7600950" y="985837"/>
                <a:ext cx="12700" cy="3175"/>
              </a:xfrm>
              <a:custGeom>
                <a:avLst/>
                <a:gdLst>
                  <a:gd name="T0" fmla="*/ 0 w 6"/>
                  <a:gd name="T1" fmla="*/ 0 h 1"/>
                  <a:gd name="T2" fmla="*/ 6 w 6"/>
                  <a:gd name="T3" fmla="*/ 1 h 1"/>
                  <a:gd name="T4" fmla="*/ 0 w 6"/>
                  <a:gd name="T5" fmla="*/ 0 h 1"/>
                </a:gdLst>
                <a:ahLst/>
                <a:cxnLst>
                  <a:cxn ang="0">
                    <a:pos x="T0" y="T1"/>
                  </a:cxn>
                  <a:cxn ang="0">
                    <a:pos x="T2" y="T3"/>
                  </a:cxn>
                  <a:cxn ang="0">
                    <a:pos x="T4" y="T5"/>
                  </a:cxn>
                </a:cxnLst>
                <a:rect l="0" t="0" r="r" b="b"/>
                <a:pathLst>
                  <a:path w="6" h="1">
                    <a:moveTo>
                      <a:pt x="0" y="0"/>
                    </a:moveTo>
                    <a:cubicBezTo>
                      <a:pt x="2" y="0"/>
                      <a:pt x="4" y="1"/>
                      <a:pt x="6" y="1"/>
                    </a:cubicBezTo>
                    <a:cubicBezTo>
                      <a:pt x="4" y="1"/>
                      <a:pt x="2"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59" name="Freeform 90"/>
              <p:cNvSpPr>
                <a:spLocks/>
              </p:cNvSpPr>
              <p:nvPr/>
            </p:nvSpPr>
            <p:spPr bwMode="auto">
              <a:xfrm>
                <a:off x="7634288" y="992187"/>
                <a:ext cx="19050" cy="3175"/>
              </a:xfrm>
              <a:custGeom>
                <a:avLst/>
                <a:gdLst>
                  <a:gd name="T0" fmla="*/ 8 w 9"/>
                  <a:gd name="T1" fmla="*/ 1 h 1"/>
                  <a:gd name="T2" fmla="*/ 2 w 9"/>
                  <a:gd name="T3" fmla="*/ 0 h 1"/>
                  <a:gd name="T4" fmla="*/ 0 w 9"/>
                  <a:gd name="T5" fmla="*/ 0 h 1"/>
                  <a:gd name="T6" fmla="*/ 9 w 9"/>
                  <a:gd name="T7" fmla="*/ 1 h 1"/>
                  <a:gd name="T8" fmla="*/ 8 w 9"/>
                  <a:gd name="T9" fmla="*/ 1 h 1"/>
                </a:gdLst>
                <a:ahLst/>
                <a:cxnLst>
                  <a:cxn ang="0">
                    <a:pos x="T0" y="T1"/>
                  </a:cxn>
                  <a:cxn ang="0">
                    <a:pos x="T2" y="T3"/>
                  </a:cxn>
                  <a:cxn ang="0">
                    <a:pos x="T4" y="T5"/>
                  </a:cxn>
                  <a:cxn ang="0">
                    <a:pos x="T6" y="T7"/>
                  </a:cxn>
                  <a:cxn ang="0">
                    <a:pos x="T8" y="T9"/>
                  </a:cxn>
                </a:cxnLst>
                <a:rect l="0" t="0" r="r" b="b"/>
                <a:pathLst>
                  <a:path w="9" h="1">
                    <a:moveTo>
                      <a:pt x="8" y="1"/>
                    </a:moveTo>
                    <a:cubicBezTo>
                      <a:pt x="6" y="1"/>
                      <a:pt x="4" y="1"/>
                      <a:pt x="2" y="0"/>
                    </a:cubicBezTo>
                    <a:cubicBezTo>
                      <a:pt x="1" y="0"/>
                      <a:pt x="1" y="0"/>
                      <a:pt x="0" y="0"/>
                    </a:cubicBezTo>
                    <a:cubicBezTo>
                      <a:pt x="3" y="0"/>
                      <a:pt x="6" y="1"/>
                      <a:pt x="9" y="1"/>
                    </a:cubicBezTo>
                    <a:cubicBezTo>
                      <a:pt x="9" y="1"/>
                      <a:pt x="9" y="1"/>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60" name="Freeform 91"/>
              <p:cNvSpPr>
                <a:spLocks/>
              </p:cNvSpPr>
              <p:nvPr/>
            </p:nvSpPr>
            <p:spPr bwMode="auto">
              <a:xfrm>
                <a:off x="7658100" y="995362"/>
                <a:ext cx="17463" cy="0"/>
              </a:xfrm>
              <a:custGeom>
                <a:avLst/>
                <a:gdLst>
                  <a:gd name="T0" fmla="*/ 0 w 8"/>
                  <a:gd name="T1" fmla="*/ 8 w 8"/>
                  <a:gd name="T2" fmla="*/ 0 w 8"/>
                </a:gdLst>
                <a:ahLst/>
                <a:cxnLst>
                  <a:cxn ang="0">
                    <a:pos x="T0" y="0"/>
                  </a:cxn>
                  <a:cxn ang="0">
                    <a:pos x="T1" y="0"/>
                  </a:cxn>
                  <a:cxn ang="0">
                    <a:pos x="T2" y="0"/>
                  </a:cxn>
                </a:cxnLst>
                <a:rect l="0" t="0" r="r" b="b"/>
                <a:pathLst>
                  <a:path w="8">
                    <a:moveTo>
                      <a:pt x="0" y="0"/>
                    </a:moveTo>
                    <a:cubicBezTo>
                      <a:pt x="3" y="0"/>
                      <a:pt x="5" y="0"/>
                      <a:pt x="8" y="0"/>
                    </a:cubicBezTo>
                    <a:cubicBezTo>
                      <a:pt x="5" y="0"/>
                      <a:pt x="3"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61" name="Freeform 92"/>
              <p:cNvSpPr>
                <a:spLocks/>
              </p:cNvSpPr>
              <p:nvPr/>
            </p:nvSpPr>
            <p:spPr bwMode="auto">
              <a:xfrm>
                <a:off x="7618413" y="990600"/>
                <a:ext cx="15875" cy="1588"/>
              </a:xfrm>
              <a:custGeom>
                <a:avLst/>
                <a:gdLst>
                  <a:gd name="T0" fmla="*/ 0 w 8"/>
                  <a:gd name="T1" fmla="*/ 0 h 1"/>
                  <a:gd name="T2" fmla="*/ 8 w 8"/>
                  <a:gd name="T3" fmla="*/ 1 h 1"/>
                  <a:gd name="T4" fmla="*/ 0 w 8"/>
                  <a:gd name="T5" fmla="*/ 0 h 1"/>
                </a:gdLst>
                <a:ahLst/>
                <a:cxnLst>
                  <a:cxn ang="0">
                    <a:pos x="T0" y="T1"/>
                  </a:cxn>
                  <a:cxn ang="0">
                    <a:pos x="T2" y="T3"/>
                  </a:cxn>
                  <a:cxn ang="0">
                    <a:pos x="T4" y="T5"/>
                  </a:cxn>
                </a:cxnLst>
                <a:rect l="0" t="0" r="r" b="b"/>
                <a:pathLst>
                  <a:path w="8" h="1">
                    <a:moveTo>
                      <a:pt x="0" y="0"/>
                    </a:moveTo>
                    <a:cubicBezTo>
                      <a:pt x="3" y="0"/>
                      <a:pt x="5" y="1"/>
                      <a:pt x="8" y="1"/>
                    </a:cubicBezTo>
                    <a:cubicBezTo>
                      <a:pt x="5" y="1"/>
                      <a:pt x="3"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62" name="Freeform 95"/>
              <p:cNvSpPr>
                <a:spLocks/>
              </p:cNvSpPr>
              <p:nvPr/>
            </p:nvSpPr>
            <p:spPr bwMode="auto">
              <a:xfrm>
                <a:off x="7564438" y="973137"/>
                <a:ext cx="30163" cy="11113"/>
              </a:xfrm>
              <a:custGeom>
                <a:avLst/>
                <a:gdLst>
                  <a:gd name="T0" fmla="*/ 8 w 14"/>
                  <a:gd name="T1" fmla="*/ 3 h 5"/>
                  <a:gd name="T2" fmla="*/ 5 w 14"/>
                  <a:gd name="T3" fmla="*/ 1 h 5"/>
                  <a:gd name="T4" fmla="*/ 0 w 14"/>
                  <a:gd name="T5" fmla="*/ 0 h 5"/>
                  <a:gd name="T6" fmla="*/ 14 w 14"/>
                  <a:gd name="T7" fmla="*/ 5 h 5"/>
                  <a:gd name="T8" fmla="*/ 8 w 14"/>
                  <a:gd name="T9" fmla="*/ 3 h 5"/>
                </a:gdLst>
                <a:ahLst/>
                <a:cxnLst>
                  <a:cxn ang="0">
                    <a:pos x="T0" y="T1"/>
                  </a:cxn>
                  <a:cxn ang="0">
                    <a:pos x="T2" y="T3"/>
                  </a:cxn>
                  <a:cxn ang="0">
                    <a:pos x="T4" y="T5"/>
                  </a:cxn>
                  <a:cxn ang="0">
                    <a:pos x="T6" y="T7"/>
                  </a:cxn>
                  <a:cxn ang="0">
                    <a:pos x="T8" y="T9"/>
                  </a:cxn>
                </a:cxnLst>
                <a:rect l="0" t="0" r="r" b="b"/>
                <a:pathLst>
                  <a:path w="14" h="5">
                    <a:moveTo>
                      <a:pt x="8" y="3"/>
                    </a:moveTo>
                    <a:cubicBezTo>
                      <a:pt x="7" y="2"/>
                      <a:pt x="6" y="2"/>
                      <a:pt x="5" y="1"/>
                    </a:cubicBezTo>
                    <a:cubicBezTo>
                      <a:pt x="3" y="1"/>
                      <a:pt x="2" y="0"/>
                      <a:pt x="0" y="0"/>
                    </a:cubicBezTo>
                    <a:cubicBezTo>
                      <a:pt x="5" y="2"/>
                      <a:pt x="10" y="3"/>
                      <a:pt x="14" y="5"/>
                    </a:cubicBezTo>
                    <a:cubicBezTo>
                      <a:pt x="12" y="4"/>
                      <a:pt x="10" y="3"/>
                      <a:pt x="8"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63" name="Freeform 100"/>
              <p:cNvSpPr>
                <a:spLocks/>
              </p:cNvSpPr>
              <p:nvPr/>
            </p:nvSpPr>
            <p:spPr bwMode="auto">
              <a:xfrm>
                <a:off x="7594600" y="984250"/>
                <a:ext cx="6350" cy="1588"/>
              </a:xfrm>
              <a:custGeom>
                <a:avLst/>
                <a:gdLst>
                  <a:gd name="T0" fmla="*/ 3 w 3"/>
                  <a:gd name="T1" fmla="*/ 1 h 1"/>
                  <a:gd name="T2" fmla="*/ 3 w 3"/>
                  <a:gd name="T3" fmla="*/ 1 h 1"/>
                  <a:gd name="T4" fmla="*/ 0 w 3"/>
                  <a:gd name="T5" fmla="*/ 0 h 1"/>
                  <a:gd name="T6" fmla="*/ 0 w 3"/>
                  <a:gd name="T7" fmla="*/ 0 h 1"/>
                  <a:gd name="T8" fmla="*/ 3 w 3"/>
                  <a:gd name="T9" fmla="*/ 1 h 1"/>
                </a:gdLst>
                <a:ahLst/>
                <a:cxnLst>
                  <a:cxn ang="0">
                    <a:pos x="T0" y="T1"/>
                  </a:cxn>
                  <a:cxn ang="0">
                    <a:pos x="T2" y="T3"/>
                  </a:cxn>
                  <a:cxn ang="0">
                    <a:pos x="T4" y="T5"/>
                  </a:cxn>
                  <a:cxn ang="0">
                    <a:pos x="T6" y="T7"/>
                  </a:cxn>
                  <a:cxn ang="0">
                    <a:pos x="T8" y="T9"/>
                  </a:cxn>
                </a:cxnLst>
                <a:rect l="0" t="0" r="r" b="b"/>
                <a:pathLst>
                  <a:path w="3" h="1">
                    <a:moveTo>
                      <a:pt x="3" y="1"/>
                    </a:moveTo>
                    <a:cubicBezTo>
                      <a:pt x="3" y="1"/>
                      <a:pt x="3" y="1"/>
                      <a:pt x="3" y="1"/>
                    </a:cubicBezTo>
                    <a:cubicBezTo>
                      <a:pt x="2" y="0"/>
                      <a:pt x="1" y="0"/>
                      <a:pt x="0" y="0"/>
                    </a:cubicBezTo>
                    <a:cubicBezTo>
                      <a:pt x="0" y="0"/>
                      <a:pt x="0" y="0"/>
                      <a:pt x="0" y="0"/>
                    </a:cubicBezTo>
                    <a:cubicBezTo>
                      <a:pt x="1" y="0"/>
                      <a:pt x="2" y="0"/>
                      <a:pt x="3"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64" name="Freeform 102"/>
              <p:cNvSpPr>
                <a:spLocks/>
              </p:cNvSpPr>
              <p:nvPr/>
            </p:nvSpPr>
            <p:spPr bwMode="auto">
              <a:xfrm>
                <a:off x="7613650" y="989012"/>
                <a:ext cx="4763" cy="1588"/>
              </a:xfrm>
              <a:custGeom>
                <a:avLst/>
                <a:gdLst>
                  <a:gd name="T0" fmla="*/ 2 w 2"/>
                  <a:gd name="T1" fmla="*/ 1 h 1"/>
                  <a:gd name="T2" fmla="*/ 2 w 2"/>
                  <a:gd name="T3" fmla="*/ 1 h 1"/>
                  <a:gd name="T4" fmla="*/ 0 w 2"/>
                  <a:gd name="T5" fmla="*/ 0 h 1"/>
                  <a:gd name="T6" fmla="*/ 0 w 2"/>
                  <a:gd name="T7" fmla="*/ 0 h 1"/>
                  <a:gd name="T8" fmla="*/ 2 w 2"/>
                  <a:gd name="T9" fmla="*/ 1 h 1"/>
                </a:gdLst>
                <a:ahLst/>
                <a:cxnLst>
                  <a:cxn ang="0">
                    <a:pos x="T0" y="T1"/>
                  </a:cxn>
                  <a:cxn ang="0">
                    <a:pos x="T2" y="T3"/>
                  </a:cxn>
                  <a:cxn ang="0">
                    <a:pos x="T4" y="T5"/>
                  </a:cxn>
                  <a:cxn ang="0">
                    <a:pos x="T6" y="T7"/>
                  </a:cxn>
                  <a:cxn ang="0">
                    <a:pos x="T8" y="T9"/>
                  </a:cxn>
                </a:cxnLst>
                <a:rect l="0" t="0" r="r" b="b"/>
                <a:pathLst>
                  <a:path w="2" h="1">
                    <a:moveTo>
                      <a:pt x="2" y="1"/>
                    </a:moveTo>
                    <a:cubicBezTo>
                      <a:pt x="2" y="1"/>
                      <a:pt x="2" y="1"/>
                      <a:pt x="2" y="1"/>
                    </a:cubicBezTo>
                    <a:cubicBezTo>
                      <a:pt x="1" y="0"/>
                      <a:pt x="0" y="0"/>
                      <a:pt x="0" y="0"/>
                    </a:cubicBezTo>
                    <a:cubicBezTo>
                      <a:pt x="0" y="0"/>
                      <a:pt x="0" y="0"/>
                      <a:pt x="0" y="0"/>
                    </a:cubicBezTo>
                    <a:cubicBezTo>
                      <a:pt x="1" y="0"/>
                      <a:pt x="1" y="0"/>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65" name="Freeform 103"/>
              <p:cNvSpPr>
                <a:spLocks/>
              </p:cNvSpPr>
              <p:nvPr/>
            </p:nvSpPr>
            <p:spPr bwMode="auto">
              <a:xfrm>
                <a:off x="7653338" y="995362"/>
                <a:ext cx="4763"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66" name="Freeform 104"/>
              <p:cNvSpPr>
                <a:spLocks/>
              </p:cNvSpPr>
              <p:nvPr/>
            </p:nvSpPr>
            <p:spPr bwMode="auto">
              <a:xfrm>
                <a:off x="7634288" y="99218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67" name="Freeform 107"/>
              <p:cNvSpPr>
                <a:spLocks/>
              </p:cNvSpPr>
              <p:nvPr/>
            </p:nvSpPr>
            <p:spPr bwMode="auto">
              <a:xfrm>
                <a:off x="6786563" y="1931987"/>
                <a:ext cx="1149350" cy="1147763"/>
              </a:xfrm>
              <a:custGeom>
                <a:avLst/>
                <a:gdLst>
                  <a:gd name="T0" fmla="*/ 517 w 542"/>
                  <a:gd name="T1" fmla="*/ 318 h 542"/>
                  <a:gd name="T2" fmla="*/ 224 w 542"/>
                  <a:gd name="T3" fmla="*/ 516 h 542"/>
                  <a:gd name="T4" fmla="*/ 26 w 542"/>
                  <a:gd name="T5" fmla="*/ 224 h 542"/>
                  <a:gd name="T6" fmla="*/ 318 w 542"/>
                  <a:gd name="T7" fmla="*/ 26 h 542"/>
                  <a:gd name="T8" fmla="*/ 517 w 542"/>
                  <a:gd name="T9" fmla="*/ 318 h 542"/>
                </a:gdLst>
                <a:ahLst/>
                <a:cxnLst>
                  <a:cxn ang="0">
                    <a:pos x="T0" y="T1"/>
                  </a:cxn>
                  <a:cxn ang="0">
                    <a:pos x="T2" y="T3"/>
                  </a:cxn>
                  <a:cxn ang="0">
                    <a:pos x="T4" y="T5"/>
                  </a:cxn>
                  <a:cxn ang="0">
                    <a:pos x="T6" y="T7"/>
                  </a:cxn>
                  <a:cxn ang="0">
                    <a:pos x="T8" y="T9"/>
                  </a:cxn>
                </a:cxnLst>
                <a:rect l="0" t="0" r="r" b="b"/>
                <a:pathLst>
                  <a:path w="542" h="542">
                    <a:moveTo>
                      <a:pt x="517" y="318"/>
                    </a:moveTo>
                    <a:cubicBezTo>
                      <a:pt x="491" y="453"/>
                      <a:pt x="360" y="542"/>
                      <a:pt x="224" y="516"/>
                    </a:cubicBezTo>
                    <a:cubicBezTo>
                      <a:pt x="89" y="490"/>
                      <a:pt x="0" y="360"/>
                      <a:pt x="26" y="224"/>
                    </a:cubicBezTo>
                    <a:cubicBezTo>
                      <a:pt x="52" y="89"/>
                      <a:pt x="183" y="0"/>
                      <a:pt x="318" y="26"/>
                    </a:cubicBezTo>
                    <a:cubicBezTo>
                      <a:pt x="454" y="52"/>
                      <a:pt x="542" y="183"/>
                      <a:pt x="517" y="318"/>
                    </a:cubicBezTo>
                    <a:close/>
                  </a:path>
                </a:pathLst>
              </a:custGeom>
              <a:solidFill>
                <a:srgbClr val="0048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68" name="Freeform 114"/>
              <p:cNvSpPr>
                <a:spLocks/>
              </p:cNvSpPr>
              <p:nvPr/>
            </p:nvSpPr>
            <p:spPr bwMode="auto">
              <a:xfrm>
                <a:off x="7232650" y="2478087"/>
                <a:ext cx="9525" cy="11113"/>
              </a:xfrm>
              <a:custGeom>
                <a:avLst/>
                <a:gdLst>
                  <a:gd name="T0" fmla="*/ 5 w 5"/>
                  <a:gd name="T1" fmla="*/ 0 h 5"/>
                  <a:gd name="T2" fmla="*/ 0 w 5"/>
                  <a:gd name="T3" fmla="*/ 5 h 5"/>
                  <a:gd name="T4" fmla="*/ 5 w 5"/>
                  <a:gd name="T5" fmla="*/ 0 h 5"/>
                </a:gdLst>
                <a:ahLst/>
                <a:cxnLst>
                  <a:cxn ang="0">
                    <a:pos x="T0" y="T1"/>
                  </a:cxn>
                  <a:cxn ang="0">
                    <a:pos x="T2" y="T3"/>
                  </a:cxn>
                  <a:cxn ang="0">
                    <a:pos x="T4" y="T5"/>
                  </a:cxn>
                </a:cxnLst>
                <a:rect l="0" t="0" r="r" b="b"/>
                <a:pathLst>
                  <a:path w="5" h="5">
                    <a:moveTo>
                      <a:pt x="5" y="0"/>
                    </a:moveTo>
                    <a:cubicBezTo>
                      <a:pt x="3" y="1"/>
                      <a:pt x="1" y="3"/>
                      <a:pt x="0" y="5"/>
                    </a:cubicBezTo>
                    <a:cubicBezTo>
                      <a:pt x="1" y="3"/>
                      <a:pt x="3" y="1"/>
                      <a:pt x="5"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69" name="Freeform 115"/>
              <p:cNvSpPr>
                <a:spLocks/>
              </p:cNvSpPr>
              <p:nvPr/>
            </p:nvSpPr>
            <p:spPr bwMode="auto">
              <a:xfrm>
                <a:off x="7213600" y="2501900"/>
                <a:ext cx="6350" cy="9525"/>
              </a:xfrm>
              <a:custGeom>
                <a:avLst/>
                <a:gdLst>
                  <a:gd name="T0" fmla="*/ 3 w 3"/>
                  <a:gd name="T1" fmla="*/ 0 h 5"/>
                  <a:gd name="T2" fmla="*/ 0 w 3"/>
                  <a:gd name="T3" fmla="*/ 5 h 5"/>
                  <a:gd name="T4" fmla="*/ 3 w 3"/>
                  <a:gd name="T5" fmla="*/ 0 h 5"/>
                </a:gdLst>
                <a:ahLst/>
                <a:cxnLst>
                  <a:cxn ang="0">
                    <a:pos x="T0" y="T1"/>
                  </a:cxn>
                  <a:cxn ang="0">
                    <a:pos x="T2" y="T3"/>
                  </a:cxn>
                  <a:cxn ang="0">
                    <a:pos x="T4" y="T5"/>
                  </a:cxn>
                </a:cxnLst>
                <a:rect l="0" t="0" r="r" b="b"/>
                <a:pathLst>
                  <a:path w="3" h="5">
                    <a:moveTo>
                      <a:pt x="3" y="0"/>
                    </a:moveTo>
                    <a:cubicBezTo>
                      <a:pt x="2" y="1"/>
                      <a:pt x="1" y="3"/>
                      <a:pt x="0" y="5"/>
                    </a:cubicBezTo>
                    <a:cubicBezTo>
                      <a:pt x="1" y="3"/>
                      <a:pt x="2" y="1"/>
                      <a:pt x="3"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70" name="Freeform 116"/>
              <p:cNvSpPr>
                <a:spLocks/>
              </p:cNvSpPr>
              <p:nvPr/>
            </p:nvSpPr>
            <p:spPr bwMode="auto">
              <a:xfrm>
                <a:off x="7219950" y="2489200"/>
                <a:ext cx="9525" cy="9525"/>
              </a:xfrm>
              <a:custGeom>
                <a:avLst/>
                <a:gdLst>
                  <a:gd name="T0" fmla="*/ 0 w 5"/>
                  <a:gd name="T1" fmla="*/ 5 h 5"/>
                  <a:gd name="T2" fmla="*/ 5 w 5"/>
                  <a:gd name="T3" fmla="*/ 0 h 5"/>
                  <a:gd name="T4" fmla="*/ 0 w 5"/>
                  <a:gd name="T5" fmla="*/ 5 h 5"/>
                </a:gdLst>
                <a:ahLst/>
                <a:cxnLst>
                  <a:cxn ang="0">
                    <a:pos x="T0" y="T1"/>
                  </a:cxn>
                  <a:cxn ang="0">
                    <a:pos x="T2" y="T3"/>
                  </a:cxn>
                  <a:cxn ang="0">
                    <a:pos x="T4" y="T5"/>
                  </a:cxn>
                </a:cxnLst>
                <a:rect l="0" t="0" r="r" b="b"/>
                <a:pathLst>
                  <a:path w="5" h="5">
                    <a:moveTo>
                      <a:pt x="0" y="5"/>
                    </a:moveTo>
                    <a:cubicBezTo>
                      <a:pt x="2" y="4"/>
                      <a:pt x="3" y="2"/>
                      <a:pt x="5" y="0"/>
                    </a:cubicBezTo>
                    <a:cubicBezTo>
                      <a:pt x="3" y="2"/>
                      <a:pt x="2" y="4"/>
                      <a:pt x="0" y="5"/>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71" name="Freeform 117"/>
              <p:cNvSpPr>
                <a:spLocks/>
              </p:cNvSpPr>
              <p:nvPr/>
            </p:nvSpPr>
            <p:spPr bwMode="auto">
              <a:xfrm>
                <a:off x="7204075" y="2514600"/>
                <a:ext cx="6350" cy="12700"/>
              </a:xfrm>
              <a:custGeom>
                <a:avLst/>
                <a:gdLst>
                  <a:gd name="T0" fmla="*/ 0 w 3"/>
                  <a:gd name="T1" fmla="*/ 6 h 6"/>
                  <a:gd name="T2" fmla="*/ 3 w 3"/>
                  <a:gd name="T3" fmla="*/ 0 h 6"/>
                  <a:gd name="T4" fmla="*/ 0 w 3"/>
                  <a:gd name="T5" fmla="*/ 6 h 6"/>
                </a:gdLst>
                <a:ahLst/>
                <a:cxnLst>
                  <a:cxn ang="0">
                    <a:pos x="T0" y="T1"/>
                  </a:cxn>
                  <a:cxn ang="0">
                    <a:pos x="T2" y="T3"/>
                  </a:cxn>
                  <a:cxn ang="0">
                    <a:pos x="T4" y="T5"/>
                  </a:cxn>
                </a:cxnLst>
                <a:rect l="0" t="0" r="r" b="b"/>
                <a:pathLst>
                  <a:path w="3" h="6">
                    <a:moveTo>
                      <a:pt x="0" y="6"/>
                    </a:moveTo>
                    <a:cubicBezTo>
                      <a:pt x="1" y="4"/>
                      <a:pt x="2" y="2"/>
                      <a:pt x="3" y="0"/>
                    </a:cubicBezTo>
                    <a:cubicBezTo>
                      <a:pt x="2" y="2"/>
                      <a:pt x="1" y="4"/>
                      <a:pt x="0" y="6"/>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72" name="Freeform 119"/>
              <p:cNvSpPr>
                <a:spLocks/>
              </p:cNvSpPr>
              <p:nvPr/>
            </p:nvSpPr>
            <p:spPr bwMode="auto">
              <a:xfrm>
                <a:off x="7254875" y="2463800"/>
                <a:ext cx="9525" cy="6350"/>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3" y="1"/>
                      <a:pt x="1" y="2"/>
                      <a:pt x="0" y="3"/>
                    </a:cubicBezTo>
                    <a:cubicBezTo>
                      <a:pt x="1" y="2"/>
                      <a:pt x="3"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73" name="Freeform 120"/>
              <p:cNvSpPr>
                <a:spLocks/>
              </p:cNvSpPr>
              <p:nvPr/>
            </p:nvSpPr>
            <p:spPr bwMode="auto">
              <a:xfrm>
                <a:off x="7242175" y="2470150"/>
                <a:ext cx="11113" cy="7938"/>
              </a:xfrm>
              <a:custGeom>
                <a:avLst/>
                <a:gdLst>
                  <a:gd name="T0" fmla="*/ 5 w 5"/>
                  <a:gd name="T1" fmla="*/ 0 h 4"/>
                  <a:gd name="T2" fmla="*/ 0 w 5"/>
                  <a:gd name="T3" fmla="*/ 4 h 4"/>
                  <a:gd name="T4" fmla="*/ 5 w 5"/>
                  <a:gd name="T5" fmla="*/ 0 h 4"/>
                </a:gdLst>
                <a:ahLst/>
                <a:cxnLst>
                  <a:cxn ang="0">
                    <a:pos x="T0" y="T1"/>
                  </a:cxn>
                  <a:cxn ang="0">
                    <a:pos x="T2" y="T3"/>
                  </a:cxn>
                  <a:cxn ang="0">
                    <a:pos x="T4" y="T5"/>
                  </a:cxn>
                </a:cxnLst>
                <a:rect l="0" t="0" r="r" b="b"/>
                <a:pathLst>
                  <a:path w="5" h="4">
                    <a:moveTo>
                      <a:pt x="5" y="0"/>
                    </a:moveTo>
                    <a:cubicBezTo>
                      <a:pt x="3" y="1"/>
                      <a:pt x="2" y="3"/>
                      <a:pt x="0" y="4"/>
                    </a:cubicBezTo>
                    <a:cubicBezTo>
                      <a:pt x="2" y="3"/>
                      <a:pt x="3" y="1"/>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74" name="Freeform 121"/>
              <p:cNvSpPr>
                <a:spLocks/>
              </p:cNvSpPr>
              <p:nvPr/>
            </p:nvSpPr>
            <p:spPr bwMode="auto">
              <a:xfrm>
                <a:off x="7350125" y="2439987"/>
                <a:ext cx="317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75" name="Freeform 122"/>
              <p:cNvSpPr>
                <a:spLocks/>
              </p:cNvSpPr>
              <p:nvPr/>
            </p:nvSpPr>
            <p:spPr bwMode="auto">
              <a:xfrm>
                <a:off x="7267575" y="2457450"/>
                <a:ext cx="9525" cy="3175"/>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3" y="1"/>
                      <a:pt x="1" y="1"/>
                      <a:pt x="0" y="2"/>
                    </a:cubicBezTo>
                    <a:cubicBezTo>
                      <a:pt x="1" y="1"/>
                      <a:pt x="3"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76" name="Freeform 123"/>
              <p:cNvSpPr>
                <a:spLocks/>
              </p:cNvSpPr>
              <p:nvPr/>
            </p:nvSpPr>
            <p:spPr bwMode="auto">
              <a:xfrm>
                <a:off x="7337425" y="2439987"/>
                <a:ext cx="12700" cy="1588"/>
              </a:xfrm>
              <a:custGeom>
                <a:avLst/>
                <a:gdLst>
                  <a:gd name="T0" fmla="*/ 6 w 6"/>
                  <a:gd name="T1" fmla="*/ 0 h 1"/>
                  <a:gd name="T2" fmla="*/ 0 w 6"/>
                  <a:gd name="T3" fmla="*/ 1 h 1"/>
                  <a:gd name="T4" fmla="*/ 6 w 6"/>
                  <a:gd name="T5" fmla="*/ 0 h 1"/>
                </a:gdLst>
                <a:ahLst/>
                <a:cxnLst>
                  <a:cxn ang="0">
                    <a:pos x="T0" y="T1"/>
                  </a:cxn>
                  <a:cxn ang="0">
                    <a:pos x="T2" y="T3"/>
                  </a:cxn>
                  <a:cxn ang="0">
                    <a:pos x="T4" y="T5"/>
                  </a:cxn>
                </a:cxnLst>
                <a:rect l="0" t="0" r="r" b="b"/>
                <a:pathLst>
                  <a:path w="6" h="1">
                    <a:moveTo>
                      <a:pt x="6" y="0"/>
                    </a:moveTo>
                    <a:cubicBezTo>
                      <a:pt x="4" y="0"/>
                      <a:pt x="2" y="0"/>
                      <a:pt x="0" y="1"/>
                    </a:cubicBezTo>
                    <a:cubicBezTo>
                      <a:pt x="2" y="0"/>
                      <a:pt x="4"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77" name="Freeform 124"/>
              <p:cNvSpPr>
                <a:spLocks/>
              </p:cNvSpPr>
              <p:nvPr/>
            </p:nvSpPr>
            <p:spPr bwMode="auto">
              <a:xfrm>
                <a:off x="7308850" y="2444750"/>
                <a:ext cx="9525" cy="1588"/>
              </a:xfrm>
              <a:custGeom>
                <a:avLst/>
                <a:gdLst>
                  <a:gd name="T0" fmla="*/ 5 w 5"/>
                  <a:gd name="T1" fmla="*/ 0 h 1"/>
                  <a:gd name="T2" fmla="*/ 0 w 5"/>
                  <a:gd name="T3" fmla="*/ 1 h 1"/>
                  <a:gd name="T4" fmla="*/ 5 w 5"/>
                  <a:gd name="T5" fmla="*/ 0 h 1"/>
                </a:gdLst>
                <a:ahLst/>
                <a:cxnLst>
                  <a:cxn ang="0">
                    <a:pos x="T0" y="T1"/>
                  </a:cxn>
                  <a:cxn ang="0">
                    <a:pos x="T2" y="T3"/>
                  </a:cxn>
                  <a:cxn ang="0">
                    <a:pos x="T4" y="T5"/>
                  </a:cxn>
                </a:cxnLst>
                <a:rect l="0" t="0" r="r" b="b"/>
                <a:pathLst>
                  <a:path w="5" h="1">
                    <a:moveTo>
                      <a:pt x="5" y="0"/>
                    </a:moveTo>
                    <a:cubicBezTo>
                      <a:pt x="3" y="0"/>
                      <a:pt x="2" y="0"/>
                      <a:pt x="0" y="1"/>
                    </a:cubicBezTo>
                    <a:cubicBezTo>
                      <a:pt x="2" y="0"/>
                      <a:pt x="3" y="0"/>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78" name="Freeform 125"/>
              <p:cNvSpPr>
                <a:spLocks/>
              </p:cNvSpPr>
              <p:nvPr/>
            </p:nvSpPr>
            <p:spPr bwMode="auto">
              <a:xfrm>
                <a:off x="7323138" y="2441575"/>
                <a:ext cx="11113" cy="0"/>
              </a:xfrm>
              <a:custGeom>
                <a:avLst/>
                <a:gdLst>
                  <a:gd name="T0" fmla="*/ 5 w 5"/>
                  <a:gd name="T1" fmla="*/ 0 w 5"/>
                  <a:gd name="T2" fmla="*/ 5 w 5"/>
                </a:gdLst>
                <a:ahLst/>
                <a:cxnLst>
                  <a:cxn ang="0">
                    <a:pos x="T0" y="0"/>
                  </a:cxn>
                  <a:cxn ang="0">
                    <a:pos x="T1" y="0"/>
                  </a:cxn>
                  <a:cxn ang="0">
                    <a:pos x="T2" y="0"/>
                  </a:cxn>
                </a:cxnLst>
                <a:rect l="0" t="0" r="r" b="b"/>
                <a:pathLst>
                  <a:path w="5">
                    <a:moveTo>
                      <a:pt x="5" y="0"/>
                    </a:moveTo>
                    <a:cubicBezTo>
                      <a:pt x="3" y="0"/>
                      <a:pt x="2" y="0"/>
                      <a:pt x="0" y="0"/>
                    </a:cubicBezTo>
                    <a:cubicBezTo>
                      <a:pt x="2" y="0"/>
                      <a:pt x="3" y="0"/>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79" name="Freeform 126"/>
              <p:cNvSpPr>
                <a:spLocks/>
              </p:cNvSpPr>
              <p:nvPr/>
            </p:nvSpPr>
            <p:spPr bwMode="auto">
              <a:xfrm>
                <a:off x="7291388" y="2446337"/>
                <a:ext cx="14288" cy="4763"/>
              </a:xfrm>
              <a:custGeom>
                <a:avLst/>
                <a:gdLst>
                  <a:gd name="T0" fmla="*/ 7 w 7"/>
                  <a:gd name="T1" fmla="*/ 0 h 2"/>
                  <a:gd name="T2" fmla="*/ 0 w 7"/>
                  <a:gd name="T3" fmla="*/ 2 h 2"/>
                  <a:gd name="T4" fmla="*/ 7 w 7"/>
                  <a:gd name="T5" fmla="*/ 0 h 2"/>
                </a:gdLst>
                <a:ahLst/>
                <a:cxnLst>
                  <a:cxn ang="0">
                    <a:pos x="T0" y="T1"/>
                  </a:cxn>
                  <a:cxn ang="0">
                    <a:pos x="T2" y="T3"/>
                  </a:cxn>
                  <a:cxn ang="0">
                    <a:pos x="T4" y="T5"/>
                  </a:cxn>
                </a:cxnLst>
                <a:rect l="0" t="0" r="r" b="b"/>
                <a:pathLst>
                  <a:path w="7" h="2">
                    <a:moveTo>
                      <a:pt x="7" y="0"/>
                    </a:moveTo>
                    <a:cubicBezTo>
                      <a:pt x="4" y="1"/>
                      <a:pt x="2" y="1"/>
                      <a:pt x="0" y="2"/>
                    </a:cubicBezTo>
                    <a:cubicBezTo>
                      <a:pt x="2" y="1"/>
                      <a:pt x="4" y="1"/>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0" name="Freeform 127"/>
              <p:cNvSpPr>
                <a:spLocks/>
              </p:cNvSpPr>
              <p:nvPr/>
            </p:nvSpPr>
            <p:spPr bwMode="auto">
              <a:xfrm>
                <a:off x="7278688" y="2451100"/>
                <a:ext cx="12700" cy="3175"/>
              </a:xfrm>
              <a:custGeom>
                <a:avLst/>
                <a:gdLst>
                  <a:gd name="T0" fmla="*/ 6 w 6"/>
                  <a:gd name="T1" fmla="*/ 0 h 2"/>
                  <a:gd name="T2" fmla="*/ 0 w 6"/>
                  <a:gd name="T3" fmla="*/ 2 h 2"/>
                  <a:gd name="T4" fmla="*/ 6 w 6"/>
                  <a:gd name="T5" fmla="*/ 0 h 2"/>
                </a:gdLst>
                <a:ahLst/>
                <a:cxnLst>
                  <a:cxn ang="0">
                    <a:pos x="T0" y="T1"/>
                  </a:cxn>
                  <a:cxn ang="0">
                    <a:pos x="T2" y="T3"/>
                  </a:cxn>
                  <a:cxn ang="0">
                    <a:pos x="T4" y="T5"/>
                  </a:cxn>
                </a:cxnLst>
                <a:rect l="0" t="0" r="r" b="b"/>
                <a:pathLst>
                  <a:path w="6" h="2">
                    <a:moveTo>
                      <a:pt x="6" y="0"/>
                    </a:moveTo>
                    <a:cubicBezTo>
                      <a:pt x="4" y="1"/>
                      <a:pt x="2" y="2"/>
                      <a:pt x="0" y="2"/>
                    </a:cubicBezTo>
                    <a:cubicBezTo>
                      <a:pt x="2" y="2"/>
                      <a:pt x="4" y="1"/>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1" name="Freeform 129"/>
              <p:cNvSpPr>
                <a:spLocks/>
              </p:cNvSpPr>
              <p:nvPr/>
            </p:nvSpPr>
            <p:spPr bwMode="auto">
              <a:xfrm>
                <a:off x="7366000" y="2441575"/>
                <a:ext cx="317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2" y="0"/>
                      <a:pt x="2" y="0"/>
                    </a:cubicBezTo>
                    <a:cubicBezTo>
                      <a:pt x="2" y="0"/>
                      <a:pt x="1" y="0"/>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2" name="Freeform 130"/>
              <p:cNvSpPr>
                <a:spLocks/>
              </p:cNvSpPr>
              <p:nvPr/>
            </p:nvSpPr>
            <p:spPr bwMode="auto">
              <a:xfrm>
                <a:off x="7470775" y="2489200"/>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3" name="Freeform 131"/>
              <p:cNvSpPr>
                <a:spLocks/>
              </p:cNvSpPr>
              <p:nvPr/>
            </p:nvSpPr>
            <p:spPr bwMode="auto">
              <a:xfrm>
                <a:off x="7448550" y="2470150"/>
                <a:ext cx="158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4" name="Freeform 132"/>
              <p:cNvSpPr>
                <a:spLocks/>
              </p:cNvSpPr>
              <p:nvPr/>
            </p:nvSpPr>
            <p:spPr bwMode="auto">
              <a:xfrm>
                <a:off x="7423150" y="2454275"/>
                <a:ext cx="3175" cy="3175"/>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2" y="1"/>
                    </a:cubicBezTo>
                    <a:cubicBezTo>
                      <a:pt x="1" y="1"/>
                      <a:pt x="1" y="1"/>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5" name="Freeform 133"/>
              <p:cNvSpPr>
                <a:spLocks/>
              </p:cNvSpPr>
              <p:nvPr/>
            </p:nvSpPr>
            <p:spPr bwMode="auto">
              <a:xfrm>
                <a:off x="7435850" y="2460625"/>
                <a:ext cx="1588"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6" name="Freeform 134"/>
              <p:cNvSpPr>
                <a:spLocks/>
              </p:cNvSpPr>
              <p:nvPr/>
            </p:nvSpPr>
            <p:spPr bwMode="auto">
              <a:xfrm>
                <a:off x="7412038" y="24511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7" name="Freeform 135"/>
              <p:cNvSpPr>
                <a:spLocks/>
              </p:cNvSpPr>
              <p:nvPr/>
            </p:nvSpPr>
            <p:spPr bwMode="auto">
              <a:xfrm>
                <a:off x="7481888" y="2498725"/>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8" name="Freeform 136"/>
              <p:cNvSpPr>
                <a:spLocks/>
              </p:cNvSpPr>
              <p:nvPr/>
            </p:nvSpPr>
            <p:spPr bwMode="auto">
              <a:xfrm>
                <a:off x="7489825" y="2511425"/>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9" name="Freeform 137"/>
              <p:cNvSpPr>
                <a:spLocks/>
              </p:cNvSpPr>
              <p:nvPr/>
            </p:nvSpPr>
            <p:spPr bwMode="auto">
              <a:xfrm>
                <a:off x="7380288" y="2441575"/>
                <a:ext cx="4763" cy="3175"/>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1" y="0"/>
                      <a:pt x="1" y="1"/>
                      <a:pt x="2" y="1"/>
                    </a:cubicBezTo>
                    <a:cubicBezTo>
                      <a:pt x="1" y="1"/>
                      <a:pt x="1" y="0"/>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0" name="Freeform 138"/>
              <p:cNvSpPr>
                <a:spLocks/>
              </p:cNvSpPr>
              <p:nvPr/>
            </p:nvSpPr>
            <p:spPr bwMode="auto">
              <a:xfrm>
                <a:off x="7394575" y="2446337"/>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1" name="Freeform 142"/>
              <p:cNvSpPr>
                <a:spLocks/>
              </p:cNvSpPr>
              <p:nvPr/>
            </p:nvSpPr>
            <p:spPr bwMode="auto">
              <a:xfrm>
                <a:off x="7461250" y="2478087"/>
                <a:ext cx="9525" cy="11113"/>
              </a:xfrm>
              <a:custGeom>
                <a:avLst/>
                <a:gdLst>
                  <a:gd name="T0" fmla="*/ 5 w 5"/>
                  <a:gd name="T1" fmla="*/ 5 h 5"/>
                  <a:gd name="T2" fmla="*/ 0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cubicBezTo>
                      <a:pt x="3" y="3"/>
                      <a:pt x="2" y="1"/>
                      <a:pt x="0" y="0"/>
                    </a:cubicBezTo>
                    <a:cubicBezTo>
                      <a:pt x="0" y="0"/>
                      <a:pt x="0" y="0"/>
                      <a:pt x="0" y="0"/>
                    </a:cubicBezTo>
                    <a:cubicBezTo>
                      <a:pt x="2" y="1"/>
                      <a:pt x="3" y="3"/>
                      <a:pt x="5" y="5"/>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2" name="Freeform 143"/>
              <p:cNvSpPr>
                <a:spLocks/>
              </p:cNvSpPr>
              <p:nvPr/>
            </p:nvSpPr>
            <p:spPr bwMode="auto">
              <a:xfrm>
                <a:off x="7493000" y="2514600"/>
                <a:ext cx="6350" cy="12700"/>
              </a:xfrm>
              <a:custGeom>
                <a:avLst/>
                <a:gdLst>
                  <a:gd name="T0" fmla="*/ 3 w 3"/>
                  <a:gd name="T1" fmla="*/ 6 h 6"/>
                  <a:gd name="T2" fmla="*/ 0 w 3"/>
                  <a:gd name="T3" fmla="*/ 0 h 6"/>
                  <a:gd name="T4" fmla="*/ 3 w 3"/>
                  <a:gd name="T5" fmla="*/ 6 h 6"/>
                </a:gdLst>
                <a:ahLst/>
                <a:cxnLst>
                  <a:cxn ang="0">
                    <a:pos x="T0" y="T1"/>
                  </a:cxn>
                  <a:cxn ang="0">
                    <a:pos x="T2" y="T3"/>
                  </a:cxn>
                  <a:cxn ang="0">
                    <a:pos x="T4" y="T5"/>
                  </a:cxn>
                </a:cxnLst>
                <a:rect l="0" t="0" r="r" b="b"/>
                <a:pathLst>
                  <a:path w="3" h="6">
                    <a:moveTo>
                      <a:pt x="3" y="6"/>
                    </a:moveTo>
                    <a:cubicBezTo>
                      <a:pt x="2" y="4"/>
                      <a:pt x="1" y="2"/>
                      <a:pt x="0" y="0"/>
                    </a:cubicBezTo>
                    <a:cubicBezTo>
                      <a:pt x="1" y="2"/>
                      <a:pt x="2" y="4"/>
                      <a:pt x="3" y="6"/>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3" name="Freeform 144"/>
              <p:cNvSpPr>
                <a:spLocks/>
              </p:cNvSpPr>
              <p:nvPr/>
            </p:nvSpPr>
            <p:spPr bwMode="auto">
              <a:xfrm>
                <a:off x="7481888" y="2501900"/>
                <a:ext cx="7938" cy="9525"/>
              </a:xfrm>
              <a:custGeom>
                <a:avLst/>
                <a:gdLst>
                  <a:gd name="T0" fmla="*/ 0 w 4"/>
                  <a:gd name="T1" fmla="*/ 0 h 5"/>
                  <a:gd name="T2" fmla="*/ 4 w 4"/>
                  <a:gd name="T3" fmla="*/ 5 h 5"/>
                  <a:gd name="T4" fmla="*/ 0 w 4"/>
                  <a:gd name="T5" fmla="*/ 0 h 5"/>
                </a:gdLst>
                <a:ahLst/>
                <a:cxnLst>
                  <a:cxn ang="0">
                    <a:pos x="T0" y="T1"/>
                  </a:cxn>
                  <a:cxn ang="0">
                    <a:pos x="T2" y="T3"/>
                  </a:cxn>
                  <a:cxn ang="0">
                    <a:pos x="T4" y="T5"/>
                  </a:cxn>
                </a:cxnLst>
                <a:rect l="0" t="0" r="r" b="b"/>
                <a:pathLst>
                  <a:path w="4" h="5">
                    <a:moveTo>
                      <a:pt x="0" y="0"/>
                    </a:moveTo>
                    <a:cubicBezTo>
                      <a:pt x="2" y="1"/>
                      <a:pt x="3" y="3"/>
                      <a:pt x="4" y="5"/>
                    </a:cubicBezTo>
                    <a:cubicBezTo>
                      <a:pt x="3" y="3"/>
                      <a:pt x="2" y="1"/>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4" name="Freeform 145"/>
              <p:cNvSpPr>
                <a:spLocks/>
              </p:cNvSpPr>
              <p:nvPr/>
            </p:nvSpPr>
            <p:spPr bwMode="auto">
              <a:xfrm>
                <a:off x="7473950" y="2489200"/>
                <a:ext cx="7938" cy="9525"/>
              </a:xfrm>
              <a:custGeom>
                <a:avLst/>
                <a:gdLst>
                  <a:gd name="T0" fmla="*/ 0 w 4"/>
                  <a:gd name="T1" fmla="*/ 0 h 5"/>
                  <a:gd name="T2" fmla="*/ 4 w 4"/>
                  <a:gd name="T3" fmla="*/ 5 h 5"/>
                  <a:gd name="T4" fmla="*/ 0 w 4"/>
                  <a:gd name="T5" fmla="*/ 0 h 5"/>
                </a:gdLst>
                <a:ahLst/>
                <a:cxnLst>
                  <a:cxn ang="0">
                    <a:pos x="T0" y="T1"/>
                  </a:cxn>
                  <a:cxn ang="0">
                    <a:pos x="T2" y="T3"/>
                  </a:cxn>
                  <a:cxn ang="0">
                    <a:pos x="T4" y="T5"/>
                  </a:cxn>
                </a:cxnLst>
                <a:rect l="0" t="0" r="r" b="b"/>
                <a:pathLst>
                  <a:path w="4" h="5">
                    <a:moveTo>
                      <a:pt x="0" y="0"/>
                    </a:moveTo>
                    <a:cubicBezTo>
                      <a:pt x="1" y="2"/>
                      <a:pt x="3" y="4"/>
                      <a:pt x="4" y="5"/>
                    </a:cubicBezTo>
                    <a:cubicBezTo>
                      <a:pt x="3" y="4"/>
                      <a:pt x="1" y="2"/>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5" name="Freeform 147"/>
              <p:cNvSpPr>
                <a:spLocks/>
              </p:cNvSpPr>
              <p:nvPr/>
            </p:nvSpPr>
            <p:spPr bwMode="auto">
              <a:xfrm>
                <a:off x="7450138" y="2470150"/>
                <a:ext cx="11113" cy="7938"/>
              </a:xfrm>
              <a:custGeom>
                <a:avLst/>
                <a:gdLst>
                  <a:gd name="T0" fmla="*/ 5 w 5"/>
                  <a:gd name="T1" fmla="*/ 4 h 4"/>
                  <a:gd name="T2" fmla="*/ 0 w 5"/>
                  <a:gd name="T3" fmla="*/ 0 h 4"/>
                  <a:gd name="T4" fmla="*/ 5 w 5"/>
                  <a:gd name="T5" fmla="*/ 4 h 4"/>
                </a:gdLst>
                <a:ahLst/>
                <a:cxnLst>
                  <a:cxn ang="0">
                    <a:pos x="T0" y="T1"/>
                  </a:cxn>
                  <a:cxn ang="0">
                    <a:pos x="T2" y="T3"/>
                  </a:cxn>
                  <a:cxn ang="0">
                    <a:pos x="T4" y="T5"/>
                  </a:cxn>
                </a:cxnLst>
                <a:rect l="0" t="0" r="r" b="b"/>
                <a:pathLst>
                  <a:path w="5" h="4">
                    <a:moveTo>
                      <a:pt x="5" y="4"/>
                    </a:moveTo>
                    <a:cubicBezTo>
                      <a:pt x="3" y="3"/>
                      <a:pt x="2" y="1"/>
                      <a:pt x="0" y="0"/>
                    </a:cubicBezTo>
                    <a:cubicBezTo>
                      <a:pt x="2" y="1"/>
                      <a:pt x="3" y="3"/>
                      <a:pt x="5" y="4"/>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6" name="Freeform 148"/>
              <p:cNvSpPr>
                <a:spLocks/>
              </p:cNvSpPr>
              <p:nvPr/>
            </p:nvSpPr>
            <p:spPr bwMode="auto">
              <a:xfrm>
                <a:off x="7437438" y="2463800"/>
                <a:ext cx="11113" cy="6350"/>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cubicBezTo>
                      <a:pt x="2" y="1"/>
                      <a:pt x="4" y="2"/>
                      <a:pt x="5" y="3"/>
                    </a:cubicBezTo>
                    <a:cubicBezTo>
                      <a:pt x="4" y="2"/>
                      <a:pt x="2" y="1"/>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7" name="Freeform 149"/>
              <p:cNvSpPr>
                <a:spLocks/>
              </p:cNvSpPr>
              <p:nvPr/>
            </p:nvSpPr>
            <p:spPr bwMode="auto">
              <a:xfrm>
                <a:off x="7369175" y="2441575"/>
                <a:ext cx="11113" cy="0"/>
              </a:xfrm>
              <a:custGeom>
                <a:avLst/>
                <a:gdLst>
                  <a:gd name="T0" fmla="*/ 0 w 5"/>
                  <a:gd name="T1" fmla="*/ 5 w 5"/>
                  <a:gd name="T2" fmla="*/ 0 w 5"/>
                </a:gdLst>
                <a:ahLst/>
                <a:cxnLst>
                  <a:cxn ang="0">
                    <a:pos x="T0" y="0"/>
                  </a:cxn>
                  <a:cxn ang="0">
                    <a:pos x="T1" y="0"/>
                  </a:cxn>
                  <a:cxn ang="0">
                    <a:pos x="T2" y="0"/>
                  </a:cxn>
                </a:cxnLst>
                <a:rect l="0" t="0" r="r" b="b"/>
                <a:pathLst>
                  <a:path w="5">
                    <a:moveTo>
                      <a:pt x="0" y="0"/>
                    </a:moveTo>
                    <a:cubicBezTo>
                      <a:pt x="2" y="0"/>
                      <a:pt x="3" y="0"/>
                      <a:pt x="5" y="0"/>
                    </a:cubicBezTo>
                    <a:cubicBezTo>
                      <a:pt x="3" y="0"/>
                      <a:pt x="2" y="0"/>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8" name="Freeform 150"/>
              <p:cNvSpPr>
                <a:spLocks/>
              </p:cNvSpPr>
              <p:nvPr/>
            </p:nvSpPr>
            <p:spPr bwMode="auto">
              <a:xfrm>
                <a:off x="7385050" y="2444750"/>
                <a:ext cx="9525" cy="1588"/>
              </a:xfrm>
              <a:custGeom>
                <a:avLst/>
                <a:gdLst>
                  <a:gd name="T0" fmla="*/ 0 w 5"/>
                  <a:gd name="T1" fmla="*/ 0 h 1"/>
                  <a:gd name="T2" fmla="*/ 5 w 5"/>
                  <a:gd name="T3" fmla="*/ 1 h 1"/>
                  <a:gd name="T4" fmla="*/ 0 w 5"/>
                  <a:gd name="T5" fmla="*/ 0 h 1"/>
                </a:gdLst>
                <a:ahLst/>
                <a:cxnLst>
                  <a:cxn ang="0">
                    <a:pos x="T0" y="T1"/>
                  </a:cxn>
                  <a:cxn ang="0">
                    <a:pos x="T2" y="T3"/>
                  </a:cxn>
                  <a:cxn ang="0">
                    <a:pos x="T4" y="T5"/>
                  </a:cxn>
                </a:cxnLst>
                <a:rect l="0" t="0" r="r" b="b"/>
                <a:pathLst>
                  <a:path w="5" h="1">
                    <a:moveTo>
                      <a:pt x="0" y="0"/>
                    </a:moveTo>
                    <a:cubicBezTo>
                      <a:pt x="2" y="0"/>
                      <a:pt x="3" y="0"/>
                      <a:pt x="5" y="1"/>
                    </a:cubicBezTo>
                    <a:cubicBezTo>
                      <a:pt x="3" y="0"/>
                      <a:pt x="2" y="0"/>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9" name="Freeform 151"/>
              <p:cNvSpPr>
                <a:spLocks/>
              </p:cNvSpPr>
              <p:nvPr/>
            </p:nvSpPr>
            <p:spPr bwMode="auto">
              <a:xfrm>
                <a:off x="7353300" y="2439987"/>
                <a:ext cx="12700" cy="1588"/>
              </a:xfrm>
              <a:custGeom>
                <a:avLst/>
                <a:gdLst>
                  <a:gd name="T0" fmla="*/ 0 w 6"/>
                  <a:gd name="T1" fmla="*/ 0 h 1"/>
                  <a:gd name="T2" fmla="*/ 0 w 6"/>
                  <a:gd name="T3" fmla="*/ 0 h 1"/>
                  <a:gd name="T4" fmla="*/ 6 w 6"/>
                  <a:gd name="T5" fmla="*/ 1 h 1"/>
                  <a:gd name="T6" fmla="*/ 0 w 6"/>
                  <a:gd name="T7" fmla="*/ 0 h 1"/>
                </a:gdLst>
                <a:ahLst/>
                <a:cxnLst>
                  <a:cxn ang="0">
                    <a:pos x="T0" y="T1"/>
                  </a:cxn>
                  <a:cxn ang="0">
                    <a:pos x="T2" y="T3"/>
                  </a:cxn>
                  <a:cxn ang="0">
                    <a:pos x="T4" y="T5"/>
                  </a:cxn>
                  <a:cxn ang="0">
                    <a:pos x="T6" y="T7"/>
                  </a:cxn>
                </a:cxnLst>
                <a:rect l="0" t="0" r="r" b="b"/>
                <a:pathLst>
                  <a:path w="6" h="1">
                    <a:moveTo>
                      <a:pt x="0" y="0"/>
                    </a:moveTo>
                    <a:cubicBezTo>
                      <a:pt x="0" y="0"/>
                      <a:pt x="0" y="0"/>
                      <a:pt x="0" y="0"/>
                    </a:cubicBezTo>
                    <a:cubicBezTo>
                      <a:pt x="2" y="0"/>
                      <a:pt x="4" y="0"/>
                      <a:pt x="6" y="1"/>
                    </a:cubicBezTo>
                    <a:cubicBezTo>
                      <a:pt x="4" y="0"/>
                      <a:pt x="2" y="0"/>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0" name="Freeform 152"/>
              <p:cNvSpPr>
                <a:spLocks/>
              </p:cNvSpPr>
              <p:nvPr/>
            </p:nvSpPr>
            <p:spPr bwMode="auto">
              <a:xfrm>
                <a:off x="7397750" y="2446337"/>
                <a:ext cx="14288" cy="4763"/>
              </a:xfrm>
              <a:custGeom>
                <a:avLst/>
                <a:gdLst>
                  <a:gd name="T0" fmla="*/ 0 w 7"/>
                  <a:gd name="T1" fmla="*/ 0 h 2"/>
                  <a:gd name="T2" fmla="*/ 7 w 7"/>
                  <a:gd name="T3" fmla="*/ 2 h 2"/>
                  <a:gd name="T4" fmla="*/ 0 w 7"/>
                  <a:gd name="T5" fmla="*/ 0 h 2"/>
                </a:gdLst>
                <a:ahLst/>
                <a:cxnLst>
                  <a:cxn ang="0">
                    <a:pos x="T0" y="T1"/>
                  </a:cxn>
                  <a:cxn ang="0">
                    <a:pos x="T2" y="T3"/>
                  </a:cxn>
                  <a:cxn ang="0">
                    <a:pos x="T4" y="T5"/>
                  </a:cxn>
                </a:cxnLst>
                <a:rect l="0" t="0" r="r" b="b"/>
                <a:pathLst>
                  <a:path w="7" h="2">
                    <a:moveTo>
                      <a:pt x="0" y="0"/>
                    </a:moveTo>
                    <a:cubicBezTo>
                      <a:pt x="2" y="1"/>
                      <a:pt x="5" y="1"/>
                      <a:pt x="7" y="2"/>
                    </a:cubicBezTo>
                    <a:cubicBezTo>
                      <a:pt x="5" y="1"/>
                      <a:pt x="2" y="1"/>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1" name="Freeform 153"/>
              <p:cNvSpPr>
                <a:spLocks/>
              </p:cNvSpPr>
              <p:nvPr/>
            </p:nvSpPr>
            <p:spPr bwMode="auto">
              <a:xfrm>
                <a:off x="7426325" y="2457450"/>
                <a:ext cx="9525" cy="3175"/>
              </a:xfrm>
              <a:custGeom>
                <a:avLst/>
                <a:gdLst>
                  <a:gd name="T0" fmla="*/ 0 w 4"/>
                  <a:gd name="T1" fmla="*/ 0 h 2"/>
                  <a:gd name="T2" fmla="*/ 4 w 4"/>
                  <a:gd name="T3" fmla="*/ 2 h 2"/>
                  <a:gd name="T4" fmla="*/ 0 w 4"/>
                  <a:gd name="T5" fmla="*/ 0 h 2"/>
                </a:gdLst>
                <a:ahLst/>
                <a:cxnLst>
                  <a:cxn ang="0">
                    <a:pos x="T0" y="T1"/>
                  </a:cxn>
                  <a:cxn ang="0">
                    <a:pos x="T2" y="T3"/>
                  </a:cxn>
                  <a:cxn ang="0">
                    <a:pos x="T4" y="T5"/>
                  </a:cxn>
                </a:cxnLst>
                <a:rect l="0" t="0" r="r" b="b"/>
                <a:pathLst>
                  <a:path w="4" h="2">
                    <a:moveTo>
                      <a:pt x="0" y="0"/>
                    </a:moveTo>
                    <a:cubicBezTo>
                      <a:pt x="1" y="1"/>
                      <a:pt x="3" y="1"/>
                      <a:pt x="4" y="2"/>
                    </a:cubicBezTo>
                    <a:cubicBezTo>
                      <a:pt x="3" y="1"/>
                      <a:pt x="1" y="1"/>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2" name="Freeform 154"/>
              <p:cNvSpPr>
                <a:spLocks/>
              </p:cNvSpPr>
              <p:nvPr/>
            </p:nvSpPr>
            <p:spPr bwMode="auto">
              <a:xfrm>
                <a:off x="7412038" y="2451100"/>
                <a:ext cx="11113" cy="3175"/>
              </a:xfrm>
              <a:custGeom>
                <a:avLst/>
                <a:gdLst>
                  <a:gd name="T0" fmla="*/ 0 w 5"/>
                  <a:gd name="T1" fmla="*/ 0 h 2"/>
                  <a:gd name="T2" fmla="*/ 5 w 5"/>
                  <a:gd name="T3" fmla="*/ 2 h 2"/>
                  <a:gd name="T4" fmla="*/ 0 w 5"/>
                  <a:gd name="T5" fmla="*/ 0 h 2"/>
                </a:gdLst>
                <a:ahLst/>
                <a:cxnLst>
                  <a:cxn ang="0">
                    <a:pos x="T0" y="T1"/>
                  </a:cxn>
                  <a:cxn ang="0">
                    <a:pos x="T2" y="T3"/>
                  </a:cxn>
                  <a:cxn ang="0">
                    <a:pos x="T4" y="T5"/>
                  </a:cxn>
                </a:cxnLst>
                <a:rect l="0" t="0" r="r" b="b"/>
                <a:pathLst>
                  <a:path w="5" h="2">
                    <a:moveTo>
                      <a:pt x="0" y="0"/>
                    </a:moveTo>
                    <a:cubicBezTo>
                      <a:pt x="2" y="1"/>
                      <a:pt x="4" y="2"/>
                      <a:pt x="5" y="2"/>
                    </a:cubicBezTo>
                    <a:cubicBezTo>
                      <a:pt x="4" y="2"/>
                      <a:pt x="2" y="1"/>
                      <a:pt x="0" y="0"/>
                    </a:cubicBezTo>
                    <a:close/>
                  </a:path>
                </a:pathLst>
              </a:custGeom>
              <a:solidFill>
                <a:srgbClr val="002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3" name="Freeform 156"/>
              <p:cNvSpPr>
                <a:spLocks/>
              </p:cNvSpPr>
              <p:nvPr/>
            </p:nvSpPr>
            <p:spPr bwMode="auto">
              <a:xfrm>
                <a:off x="5222875" y="1643062"/>
                <a:ext cx="1147763" cy="1150938"/>
              </a:xfrm>
              <a:custGeom>
                <a:avLst/>
                <a:gdLst>
                  <a:gd name="T0" fmla="*/ 516 w 542"/>
                  <a:gd name="T1" fmla="*/ 318 h 543"/>
                  <a:gd name="T2" fmla="*/ 224 w 542"/>
                  <a:gd name="T3" fmla="*/ 517 h 543"/>
                  <a:gd name="T4" fmla="*/ 26 w 542"/>
                  <a:gd name="T5" fmla="*/ 225 h 543"/>
                  <a:gd name="T6" fmla="*/ 318 w 542"/>
                  <a:gd name="T7" fmla="*/ 26 h 543"/>
                  <a:gd name="T8" fmla="*/ 516 w 542"/>
                  <a:gd name="T9" fmla="*/ 318 h 543"/>
                </a:gdLst>
                <a:ahLst/>
                <a:cxnLst>
                  <a:cxn ang="0">
                    <a:pos x="T0" y="T1"/>
                  </a:cxn>
                  <a:cxn ang="0">
                    <a:pos x="T2" y="T3"/>
                  </a:cxn>
                  <a:cxn ang="0">
                    <a:pos x="T4" y="T5"/>
                  </a:cxn>
                  <a:cxn ang="0">
                    <a:pos x="T6" y="T7"/>
                  </a:cxn>
                  <a:cxn ang="0">
                    <a:pos x="T8" y="T9"/>
                  </a:cxn>
                </a:cxnLst>
                <a:rect l="0" t="0" r="r" b="b"/>
                <a:pathLst>
                  <a:path w="542" h="543">
                    <a:moveTo>
                      <a:pt x="516" y="318"/>
                    </a:moveTo>
                    <a:cubicBezTo>
                      <a:pt x="490" y="454"/>
                      <a:pt x="360" y="543"/>
                      <a:pt x="224" y="517"/>
                    </a:cubicBezTo>
                    <a:cubicBezTo>
                      <a:pt x="89" y="491"/>
                      <a:pt x="0" y="360"/>
                      <a:pt x="26" y="225"/>
                    </a:cubicBezTo>
                    <a:cubicBezTo>
                      <a:pt x="52" y="89"/>
                      <a:pt x="183" y="0"/>
                      <a:pt x="318" y="26"/>
                    </a:cubicBezTo>
                    <a:cubicBezTo>
                      <a:pt x="453" y="52"/>
                      <a:pt x="542" y="183"/>
                      <a:pt x="516" y="318"/>
                    </a:cubicBezTo>
                    <a:close/>
                  </a:path>
                </a:pathLst>
              </a:custGeom>
              <a:solidFill>
                <a:srgbClr val="0048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4" name="Freeform 165"/>
              <p:cNvSpPr>
                <a:spLocks/>
              </p:cNvSpPr>
              <p:nvPr/>
            </p:nvSpPr>
            <p:spPr bwMode="auto">
              <a:xfrm>
                <a:off x="6107113" y="3192462"/>
                <a:ext cx="1147763" cy="1147763"/>
              </a:xfrm>
              <a:custGeom>
                <a:avLst/>
                <a:gdLst>
                  <a:gd name="T0" fmla="*/ 516 w 542"/>
                  <a:gd name="T1" fmla="*/ 318 h 542"/>
                  <a:gd name="T2" fmla="*/ 224 w 542"/>
                  <a:gd name="T3" fmla="*/ 516 h 542"/>
                  <a:gd name="T4" fmla="*/ 26 w 542"/>
                  <a:gd name="T5" fmla="*/ 224 h 542"/>
                  <a:gd name="T6" fmla="*/ 318 w 542"/>
                  <a:gd name="T7" fmla="*/ 26 h 542"/>
                  <a:gd name="T8" fmla="*/ 516 w 542"/>
                  <a:gd name="T9" fmla="*/ 318 h 542"/>
                </a:gdLst>
                <a:ahLst/>
                <a:cxnLst>
                  <a:cxn ang="0">
                    <a:pos x="T0" y="T1"/>
                  </a:cxn>
                  <a:cxn ang="0">
                    <a:pos x="T2" y="T3"/>
                  </a:cxn>
                  <a:cxn ang="0">
                    <a:pos x="T4" y="T5"/>
                  </a:cxn>
                  <a:cxn ang="0">
                    <a:pos x="T6" y="T7"/>
                  </a:cxn>
                  <a:cxn ang="0">
                    <a:pos x="T8" y="T9"/>
                  </a:cxn>
                </a:cxnLst>
                <a:rect l="0" t="0" r="r" b="b"/>
                <a:pathLst>
                  <a:path w="542" h="542">
                    <a:moveTo>
                      <a:pt x="516" y="318"/>
                    </a:moveTo>
                    <a:cubicBezTo>
                      <a:pt x="490" y="453"/>
                      <a:pt x="360" y="542"/>
                      <a:pt x="224" y="516"/>
                    </a:cubicBezTo>
                    <a:cubicBezTo>
                      <a:pt x="89" y="490"/>
                      <a:pt x="0" y="360"/>
                      <a:pt x="26" y="224"/>
                    </a:cubicBezTo>
                    <a:cubicBezTo>
                      <a:pt x="52" y="89"/>
                      <a:pt x="183" y="0"/>
                      <a:pt x="318" y="26"/>
                    </a:cubicBezTo>
                    <a:cubicBezTo>
                      <a:pt x="453" y="52"/>
                      <a:pt x="542" y="183"/>
                      <a:pt x="516" y="318"/>
                    </a:cubicBezTo>
                    <a:close/>
                  </a:path>
                </a:pathLst>
              </a:custGeom>
              <a:solidFill>
                <a:srgbClr val="0048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5" name="Freeform 178"/>
              <p:cNvSpPr>
                <a:spLocks/>
              </p:cNvSpPr>
              <p:nvPr/>
            </p:nvSpPr>
            <p:spPr bwMode="auto">
              <a:xfrm>
                <a:off x="2332038" y="5857875"/>
                <a:ext cx="1322388" cy="998538"/>
              </a:xfrm>
              <a:custGeom>
                <a:avLst/>
                <a:gdLst>
                  <a:gd name="T0" fmla="*/ 590 w 833"/>
                  <a:gd name="T1" fmla="*/ 0 h 629"/>
                  <a:gd name="T2" fmla="*/ 0 w 833"/>
                  <a:gd name="T3" fmla="*/ 629 h 629"/>
                  <a:gd name="T4" fmla="*/ 526 w 833"/>
                  <a:gd name="T5" fmla="*/ 629 h 629"/>
                  <a:gd name="T6" fmla="*/ 833 w 833"/>
                  <a:gd name="T7" fmla="*/ 112 h 629"/>
                  <a:gd name="T8" fmla="*/ 590 w 833"/>
                  <a:gd name="T9" fmla="*/ 0 h 629"/>
                </a:gdLst>
                <a:ahLst/>
                <a:cxnLst>
                  <a:cxn ang="0">
                    <a:pos x="T0" y="T1"/>
                  </a:cxn>
                  <a:cxn ang="0">
                    <a:pos x="T2" y="T3"/>
                  </a:cxn>
                  <a:cxn ang="0">
                    <a:pos x="T4" y="T5"/>
                  </a:cxn>
                  <a:cxn ang="0">
                    <a:pos x="T6" y="T7"/>
                  </a:cxn>
                  <a:cxn ang="0">
                    <a:pos x="T8" y="T9"/>
                  </a:cxn>
                </a:cxnLst>
                <a:rect l="0" t="0" r="r" b="b"/>
                <a:pathLst>
                  <a:path w="833" h="629">
                    <a:moveTo>
                      <a:pt x="590" y="0"/>
                    </a:moveTo>
                    <a:lnTo>
                      <a:pt x="0" y="629"/>
                    </a:lnTo>
                    <a:lnTo>
                      <a:pt x="526" y="629"/>
                    </a:lnTo>
                    <a:lnTo>
                      <a:pt x="833" y="112"/>
                    </a:lnTo>
                    <a:lnTo>
                      <a:pt x="590" y="0"/>
                    </a:lnTo>
                    <a:close/>
                  </a:path>
                </a:pathLst>
              </a:custGeom>
              <a:solidFill>
                <a:srgbClr val="69E2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sp>
          <p:nvSpPr>
            <p:cNvPr id="133" name="Freeform 51"/>
            <p:cNvSpPr>
              <a:spLocks/>
            </p:cNvSpPr>
            <p:nvPr/>
          </p:nvSpPr>
          <p:spPr bwMode="auto">
            <a:xfrm>
              <a:off x="5399088" y="293687"/>
              <a:ext cx="1147763" cy="1147763"/>
            </a:xfrm>
            <a:custGeom>
              <a:avLst/>
              <a:gdLst>
                <a:gd name="T0" fmla="*/ 516 w 542"/>
                <a:gd name="T1" fmla="*/ 317 h 542"/>
                <a:gd name="T2" fmla="*/ 224 w 542"/>
                <a:gd name="T3" fmla="*/ 516 h 542"/>
                <a:gd name="T4" fmla="*/ 26 w 542"/>
                <a:gd name="T5" fmla="*/ 224 h 542"/>
                <a:gd name="T6" fmla="*/ 318 w 542"/>
                <a:gd name="T7" fmla="*/ 25 h 542"/>
                <a:gd name="T8" fmla="*/ 516 w 542"/>
                <a:gd name="T9" fmla="*/ 317 h 542"/>
              </a:gdLst>
              <a:ahLst/>
              <a:cxnLst>
                <a:cxn ang="0">
                  <a:pos x="T0" y="T1"/>
                </a:cxn>
                <a:cxn ang="0">
                  <a:pos x="T2" y="T3"/>
                </a:cxn>
                <a:cxn ang="0">
                  <a:pos x="T4" y="T5"/>
                </a:cxn>
                <a:cxn ang="0">
                  <a:pos x="T6" y="T7"/>
                </a:cxn>
                <a:cxn ang="0">
                  <a:pos x="T8" y="T9"/>
                </a:cxn>
              </a:cxnLst>
              <a:rect l="0" t="0" r="r" b="b"/>
              <a:pathLst>
                <a:path w="542" h="542">
                  <a:moveTo>
                    <a:pt x="516" y="317"/>
                  </a:moveTo>
                  <a:cubicBezTo>
                    <a:pt x="490" y="453"/>
                    <a:pt x="360" y="542"/>
                    <a:pt x="224" y="516"/>
                  </a:cubicBezTo>
                  <a:cubicBezTo>
                    <a:pt x="89" y="490"/>
                    <a:pt x="0" y="359"/>
                    <a:pt x="26" y="224"/>
                  </a:cubicBezTo>
                  <a:cubicBezTo>
                    <a:pt x="52" y="88"/>
                    <a:pt x="183" y="0"/>
                    <a:pt x="318" y="25"/>
                  </a:cubicBezTo>
                  <a:cubicBezTo>
                    <a:pt x="453" y="51"/>
                    <a:pt x="542" y="182"/>
                    <a:pt x="516" y="317"/>
                  </a:cubicBezTo>
                  <a:close/>
                </a:path>
              </a:pathLst>
            </a:custGeom>
            <a:solidFill>
              <a:srgbClr val="0048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sp>
        <p:nvSpPr>
          <p:cNvPr id="8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77261331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fade">
                                      <p:cBhvr>
                                        <p:cTn id="11"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32"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6086669" y="710913"/>
            <a:ext cx="6526306" cy="2822938"/>
          </a:xfrm>
          <a:prstGeom prst="hexagon">
            <a:avLst/>
          </a:prstGeom>
          <a:solidFill>
            <a:srgbClr val="0160A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6826101" y="1516030"/>
            <a:ext cx="4763275" cy="1077218"/>
          </a:xfrm>
          <a:prstGeom prst="rect">
            <a:avLst/>
          </a:prstGeom>
          <a:noFill/>
        </p:spPr>
        <p:txBody>
          <a:bodyPr wrap="square" rtlCol="0">
            <a:spAutoFit/>
          </a:bodyPr>
          <a:lstStyle/>
          <a:p>
            <a:pPr algn="r" rtl="1"/>
            <a:r>
              <a:rPr lang="ar-SA" sz="3200" b="1" u="sng" dirty="0">
                <a:solidFill>
                  <a:schemeClr val="bg1"/>
                </a:solidFill>
              </a:rPr>
              <a:t>4. التصوير </a:t>
            </a:r>
            <a:r>
              <a:rPr lang="ar-SA" sz="3200" b="1" u="sng" dirty="0" smtClean="0">
                <a:solidFill>
                  <a:schemeClr val="bg1"/>
                </a:solidFill>
              </a:rPr>
              <a:t>التعليمي</a:t>
            </a:r>
            <a:endParaRPr lang="el-GR" sz="3200" b="1" u="sng" dirty="0" smtClean="0">
              <a:solidFill>
                <a:schemeClr val="bg1"/>
              </a:solidFill>
            </a:endParaRPr>
          </a:p>
          <a:p>
            <a:pPr algn="r" rtl="1"/>
            <a:r>
              <a:rPr lang="ar-SA" sz="3200" b="1" u="sng" dirty="0" smtClean="0">
                <a:solidFill>
                  <a:schemeClr val="bg1"/>
                </a:solidFill>
              </a:rPr>
              <a:t> </a:t>
            </a:r>
            <a:r>
              <a:rPr lang="en-US" sz="3200" b="1" u="sng" dirty="0">
                <a:solidFill>
                  <a:schemeClr val="bg1"/>
                </a:solidFill>
              </a:rPr>
              <a:t>Photography education</a:t>
            </a:r>
            <a:endParaRPr lang="en-US" sz="3200" u="sng" dirty="0">
              <a:solidFill>
                <a:schemeClr val="bg1"/>
              </a:solidFill>
            </a:endParaRPr>
          </a:p>
        </p:txBody>
      </p:sp>
      <p:sp>
        <p:nvSpPr>
          <p:cNvPr id="8" name="Rectangle 7"/>
          <p:cNvSpPr/>
          <p:nvPr/>
        </p:nvSpPr>
        <p:spPr>
          <a:xfrm>
            <a:off x="373224" y="4612301"/>
            <a:ext cx="11426891" cy="1569660"/>
          </a:xfrm>
          <a:prstGeom prst="rect">
            <a:avLst/>
          </a:prstGeom>
        </p:spPr>
        <p:txBody>
          <a:bodyPr wrap="square">
            <a:spAutoFit/>
          </a:bodyPr>
          <a:lstStyle/>
          <a:p>
            <a:pPr algn="ctr" fontAlgn="auto">
              <a:spcBef>
                <a:spcPts val="0"/>
              </a:spcBef>
              <a:spcAft>
                <a:spcPts val="0"/>
              </a:spcAft>
            </a:pPr>
            <a:r>
              <a:rPr lang="ar-SA" sz="3200" b="1" dirty="0"/>
              <a:t>عملية إنتاج صور ومنظر بوساطة تأثيرات ضوئية؛ فالأشعة المنعكسة من المنظر تكوِّن خيالاً داخل مادة حسّاسة للضوء، ثم تُعالَج هذه المادة بعد ذلك، فينتج عنها صورة تمثل المنظر. ويسمى التصوير الضوئي أيضًا التصوير المنظورى الفوتوغرافي.</a:t>
            </a:r>
            <a:endParaRPr lang="en-US" sz="3200" b="1" dirty="0">
              <a:solidFill>
                <a:prstClr val="black"/>
              </a:solidFill>
              <a:latin typeface="Calibri" panose="020F0502020204030204"/>
            </a:endParaRPr>
          </a:p>
        </p:txBody>
      </p:sp>
      <p:grpSp>
        <p:nvGrpSpPr>
          <p:cNvPr id="9" name="Group 8"/>
          <p:cNvGrpSpPr/>
          <p:nvPr/>
        </p:nvGrpSpPr>
        <p:grpSpPr>
          <a:xfrm>
            <a:off x="2445396" y="523842"/>
            <a:ext cx="1897063" cy="3749675"/>
            <a:chOff x="5075238" y="1525588"/>
            <a:chExt cx="1897063" cy="3749675"/>
          </a:xfrm>
        </p:grpSpPr>
        <p:sp>
          <p:nvSpPr>
            <p:cNvPr id="10" name="AutoShape 3"/>
            <p:cNvSpPr>
              <a:spLocks noChangeAspect="1" noChangeArrowheads="1" noTextEdit="1"/>
            </p:cNvSpPr>
            <p:nvPr/>
          </p:nvSpPr>
          <p:spPr bwMode="auto">
            <a:xfrm>
              <a:off x="5091113" y="1525588"/>
              <a:ext cx="1866900" cy="374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1" name="Freeform 10"/>
            <p:cNvSpPr>
              <a:spLocks/>
            </p:cNvSpPr>
            <p:nvPr/>
          </p:nvSpPr>
          <p:spPr bwMode="auto">
            <a:xfrm>
              <a:off x="5251451" y="4984751"/>
              <a:ext cx="1512888" cy="288925"/>
            </a:xfrm>
            <a:custGeom>
              <a:avLst/>
              <a:gdLst>
                <a:gd name="T0" fmla="*/ 505 w 931"/>
                <a:gd name="T1" fmla="*/ 0 h 178"/>
                <a:gd name="T2" fmla="*/ 385 w 931"/>
                <a:gd name="T3" fmla="*/ 3 h 178"/>
                <a:gd name="T4" fmla="*/ 304 w 931"/>
                <a:gd name="T5" fmla="*/ 12 h 178"/>
                <a:gd name="T6" fmla="*/ 270 w 931"/>
                <a:gd name="T7" fmla="*/ 16 h 178"/>
                <a:gd name="T8" fmla="*/ 106 w 931"/>
                <a:gd name="T9" fmla="*/ 34 h 178"/>
                <a:gd name="T10" fmla="*/ 37 w 931"/>
                <a:gd name="T11" fmla="*/ 133 h 178"/>
                <a:gd name="T12" fmla="*/ 144 w 931"/>
                <a:gd name="T13" fmla="*/ 165 h 178"/>
                <a:gd name="T14" fmla="*/ 248 w 931"/>
                <a:gd name="T15" fmla="*/ 170 h 178"/>
                <a:gd name="T16" fmla="*/ 342 w 931"/>
                <a:gd name="T17" fmla="*/ 169 h 178"/>
                <a:gd name="T18" fmla="*/ 352 w 931"/>
                <a:gd name="T19" fmla="*/ 168 h 178"/>
                <a:gd name="T20" fmla="*/ 549 w 931"/>
                <a:gd name="T21" fmla="*/ 177 h 178"/>
                <a:gd name="T22" fmla="*/ 641 w 931"/>
                <a:gd name="T23" fmla="*/ 178 h 178"/>
                <a:gd name="T24" fmla="*/ 758 w 931"/>
                <a:gd name="T25" fmla="*/ 175 h 178"/>
                <a:gd name="T26" fmla="*/ 868 w 931"/>
                <a:gd name="T27" fmla="*/ 161 h 178"/>
                <a:gd name="T28" fmla="*/ 921 w 931"/>
                <a:gd name="T29" fmla="*/ 117 h 178"/>
                <a:gd name="T30" fmla="*/ 893 w 931"/>
                <a:gd name="T31" fmla="*/ 47 h 178"/>
                <a:gd name="T32" fmla="*/ 747 w 931"/>
                <a:gd name="T33" fmla="*/ 11 h 178"/>
                <a:gd name="T34" fmla="*/ 519 w 931"/>
                <a:gd name="T35" fmla="*/ 1 h 178"/>
                <a:gd name="T36" fmla="*/ 505 w 931"/>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1" h="178">
                  <a:moveTo>
                    <a:pt x="505" y="0"/>
                  </a:moveTo>
                  <a:cubicBezTo>
                    <a:pt x="465" y="0"/>
                    <a:pt x="425" y="2"/>
                    <a:pt x="385" y="3"/>
                  </a:cubicBezTo>
                  <a:cubicBezTo>
                    <a:pt x="359" y="5"/>
                    <a:pt x="331" y="7"/>
                    <a:pt x="304" y="12"/>
                  </a:cubicBezTo>
                  <a:cubicBezTo>
                    <a:pt x="292" y="13"/>
                    <a:pt x="281" y="15"/>
                    <a:pt x="270" y="16"/>
                  </a:cubicBezTo>
                  <a:cubicBezTo>
                    <a:pt x="215" y="22"/>
                    <a:pt x="159" y="18"/>
                    <a:pt x="106" y="34"/>
                  </a:cubicBezTo>
                  <a:cubicBezTo>
                    <a:pt x="64" y="47"/>
                    <a:pt x="0" y="82"/>
                    <a:pt x="37" y="133"/>
                  </a:cubicBezTo>
                  <a:cubicBezTo>
                    <a:pt x="57" y="162"/>
                    <a:pt x="113" y="162"/>
                    <a:pt x="144" y="165"/>
                  </a:cubicBezTo>
                  <a:cubicBezTo>
                    <a:pt x="179" y="169"/>
                    <a:pt x="213" y="170"/>
                    <a:pt x="248" y="170"/>
                  </a:cubicBezTo>
                  <a:cubicBezTo>
                    <a:pt x="279" y="170"/>
                    <a:pt x="311" y="169"/>
                    <a:pt x="342" y="169"/>
                  </a:cubicBezTo>
                  <a:cubicBezTo>
                    <a:pt x="345" y="169"/>
                    <a:pt x="349" y="168"/>
                    <a:pt x="352" y="168"/>
                  </a:cubicBezTo>
                  <a:cubicBezTo>
                    <a:pt x="418" y="168"/>
                    <a:pt x="483" y="174"/>
                    <a:pt x="549" y="177"/>
                  </a:cubicBezTo>
                  <a:cubicBezTo>
                    <a:pt x="580" y="178"/>
                    <a:pt x="611" y="178"/>
                    <a:pt x="641" y="178"/>
                  </a:cubicBezTo>
                  <a:cubicBezTo>
                    <a:pt x="680" y="178"/>
                    <a:pt x="719" y="177"/>
                    <a:pt x="758" y="175"/>
                  </a:cubicBezTo>
                  <a:cubicBezTo>
                    <a:pt x="794" y="173"/>
                    <a:pt x="833" y="172"/>
                    <a:pt x="868" y="161"/>
                  </a:cubicBezTo>
                  <a:cubicBezTo>
                    <a:pt x="891" y="154"/>
                    <a:pt x="912" y="142"/>
                    <a:pt x="921" y="117"/>
                  </a:cubicBezTo>
                  <a:cubicBezTo>
                    <a:pt x="931" y="90"/>
                    <a:pt x="914" y="63"/>
                    <a:pt x="893" y="47"/>
                  </a:cubicBezTo>
                  <a:cubicBezTo>
                    <a:pt x="855" y="16"/>
                    <a:pt x="793" y="15"/>
                    <a:pt x="747" y="11"/>
                  </a:cubicBezTo>
                  <a:cubicBezTo>
                    <a:pt x="671" y="5"/>
                    <a:pt x="595" y="1"/>
                    <a:pt x="519" y="1"/>
                  </a:cubicBezTo>
                  <a:cubicBezTo>
                    <a:pt x="514" y="0"/>
                    <a:pt x="510" y="0"/>
                    <a:pt x="505" y="0"/>
                  </a:cubicBezTo>
                </a:path>
              </a:pathLst>
            </a:custGeom>
            <a:solidFill>
              <a:srgbClr val="E7E6E6">
                <a:lumMod val="90000"/>
              </a:srgbClr>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2" name="Freeform 11"/>
            <p:cNvSpPr>
              <a:spLocks/>
            </p:cNvSpPr>
            <p:nvPr/>
          </p:nvSpPr>
          <p:spPr bwMode="auto">
            <a:xfrm>
              <a:off x="5235576" y="2057401"/>
              <a:ext cx="1484313" cy="1423988"/>
            </a:xfrm>
            <a:custGeom>
              <a:avLst/>
              <a:gdLst>
                <a:gd name="T0" fmla="*/ 878 w 913"/>
                <a:gd name="T1" fmla="*/ 747 h 878"/>
                <a:gd name="T2" fmla="*/ 881 w 913"/>
                <a:gd name="T3" fmla="*/ 746 h 878"/>
                <a:gd name="T4" fmla="*/ 809 w 913"/>
                <a:gd name="T5" fmla="*/ 247 h 878"/>
                <a:gd name="T6" fmla="*/ 135 w 913"/>
                <a:gd name="T7" fmla="*/ 225 h 878"/>
                <a:gd name="T8" fmla="*/ 77 w 913"/>
                <a:gd name="T9" fmla="*/ 772 h 878"/>
                <a:gd name="T10" fmla="*/ 78 w 913"/>
                <a:gd name="T11" fmla="*/ 772 h 878"/>
                <a:gd name="T12" fmla="*/ 878 w 913"/>
                <a:gd name="T13" fmla="*/ 747 h 878"/>
              </a:gdLst>
              <a:ahLst/>
              <a:cxnLst>
                <a:cxn ang="0">
                  <a:pos x="T0" y="T1"/>
                </a:cxn>
                <a:cxn ang="0">
                  <a:pos x="T2" y="T3"/>
                </a:cxn>
                <a:cxn ang="0">
                  <a:pos x="T4" y="T5"/>
                </a:cxn>
                <a:cxn ang="0">
                  <a:pos x="T6" y="T7"/>
                </a:cxn>
                <a:cxn ang="0">
                  <a:pos x="T8" y="T9"/>
                </a:cxn>
                <a:cxn ang="0">
                  <a:pos x="T10" y="T11"/>
                </a:cxn>
                <a:cxn ang="0">
                  <a:pos x="T12" y="T13"/>
                </a:cxn>
              </a:cxnLst>
              <a:rect l="0" t="0" r="r" b="b"/>
              <a:pathLst>
                <a:path w="913" h="878">
                  <a:moveTo>
                    <a:pt x="878" y="747"/>
                  </a:moveTo>
                  <a:cubicBezTo>
                    <a:pt x="880" y="746"/>
                    <a:pt x="881" y="746"/>
                    <a:pt x="881" y="746"/>
                  </a:cubicBezTo>
                  <a:cubicBezTo>
                    <a:pt x="913" y="526"/>
                    <a:pt x="881" y="350"/>
                    <a:pt x="809" y="247"/>
                  </a:cubicBezTo>
                  <a:cubicBezTo>
                    <a:pt x="636" y="0"/>
                    <a:pt x="253" y="67"/>
                    <a:pt x="135" y="225"/>
                  </a:cubicBezTo>
                  <a:cubicBezTo>
                    <a:pt x="0" y="407"/>
                    <a:pt x="77" y="772"/>
                    <a:pt x="77" y="772"/>
                  </a:cubicBezTo>
                  <a:cubicBezTo>
                    <a:pt x="77" y="772"/>
                    <a:pt x="78" y="772"/>
                    <a:pt x="78" y="772"/>
                  </a:cubicBezTo>
                  <a:cubicBezTo>
                    <a:pt x="467" y="878"/>
                    <a:pt x="841" y="759"/>
                    <a:pt x="878" y="747"/>
                  </a:cubicBezTo>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3" name="Freeform 12"/>
            <p:cNvSpPr>
              <a:spLocks/>
            </p:cNvSpPr>
            <p:nvPr/>
          </p:nvSpPr>
          <p:spPr bwMode="auto">
            <a:xfrm>
              <a:off x="5303838" y="2071688"/>
              <a:ext cx="1379538" cy="1041400"/>
            </a:xfrm>
            <a:custGeom>
              <a:avLst/>
              <a:gdLst>
                <a:gd name="T0" fmla="*/ 12 w 849"/>
                <a:gd name="T1" fmla="*/ 548 h 642"/>
                <a:gd name="T2" fmla="*/ 78 w 849"/>
                <a:gd name="T3" fmla="*/ 529 h 642"/>
                <a:gd name="T4" fmla="*/ 83 w 849"/>
                <a:gd name="T5" fmla="*/ 639 h 642"/>
                <a:gd name="T6" fmla="*/ 133 w 849"/>
                <a:gd name="T7" fmla="*/ 642 h 642"/>
                <a:gd name="T8" fmla="*/ 133 w 849"/>
                <a:gd name="T9" fmla="*/ 461 h 642"/>
                <a:gd name="T10" fmla="*/ 162 w 849"/>
                <a:gd name="T11" fmla="*/ 252 h 642"/>
                <a:gd name="T12" fmla="*/ 439 w 849"/>
                <a:gd name="T13" fmla="*/ 252 h 642"/>
                <a:gd name="T14" fmla="*/ 686 w 849"/>
                <a:gd name="T15" fmla="*/ 252 h 642"/>
                <a:gd name="T16" fmla="*/ 752 w 849"/>
                <a:gd name="T17" fmla="*/ 456 h 642"/>
                <a:gd name="T18" fmla="*/ 758 w 849"/>
                <a:gd name="T19" fmla="*/ 613 h 642"/>
                <a:gd name="T20" fmla="*/ 792 w 849"/>
                <a:gd name="T21" fmla="*/ 613 h 642"/>
                <a:gd name="T22" fmla="*/ 849 w 849"/>
                <a:gd name="T23" fmla="*/ 503 h 642"/>
                <a:gd name="T24" fmla="*/ 828 w 849"/>
                <a:gd name="T25" fmla="*/ 254 h 642"/>
                <a:gd name="T26" fmla="*/ 707 w 849"/>
                <a:gd name="T27" fmla="*/ 45 h 642"/>
                <a:gd name="T28" fmla="*/ 664 w 849"/>
                <a:gd name="T29" fmla="*/ 46 h 642"/>
                <a:gd name="T30" fmla="*/ 620 w 849"/>
                <a:gd name="T31" fmla="*/ 45 h 642"/>
                <a:gd name="T32" fmla="*/ 503 w 849"/>
                <a:gd name="T33" fmla="*/ 1 h 642"/>
                <a:gd name="T34" fmla="*/ 443 w 849"/>
                <a:gd name="T35" fmla="*/ 11 h 642"/>
                <a:gd name="T36" fmla="*/ 366 w 849"/>
                <a:gd name="T37" fmla="*/ 20 h 642"/>
                <a:gd name="T38" fmla="*/ 247 w 849"/>
                <a:gd name="T39" fmla="*/ 13 h 642"/>
                <a:gd name="T40" fmla="*/ 147 w 849"/>
                <a:gd name="T41" fmla="*/ 105 h 642"/>
                <a:gd name="T42" fmla="*/ 64 w 849"/>
                <a:gd name="T43" fmla="*/ 150 h 642"/>
                <a:gd name="T44" fmla="*/ 22 w 849"/>
                <a:gd name="T45" fmla="*/ 307 h 642"/>
                <a:gd name="T46" fmla="*/ 12 w 849"/>
                <a:gd name="T47" fmla="*/ 54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9" h="642">
                  <a:moveTo>
                    <a:pt x="12" y="548"/>
                  </a:moveTo>
                  <a:cubicBezTo>
                    <a:pt x="12" y="548"/>
                    <a:pt x="38" y="495"/>
                    <a:pt x="78" y="529"/>
                  </a:cubicBezTo>
                  <a:cubicBezTo>
                    <a:pt x="119" y="563"/>
                    <a:pt x="83" y="639"/>
                    <a:pt x="83" y="639"/>
                  </a:cubicBezTo>
                  <a:cubicBezTo>
                    <a:pt x="133" y="642"/>
                    <a:pt x="133" y="642"/>
                    <a:pt x="133" y="642"/>
                  </a:cubicBezTo>
                  <a:cubicBezTo>
                    <a:pt x="133" y="642"/>
                    <a:pt x="154" y="535"/>
                    <a:pt x="133" y="461"/>
                  </a:cubicBezTo>
                  <a:cubicBezTo>
                    <a:pt x="113" y="386"/>
                    <a:pt x="115" y="299"/>
                    <a:pt x="162" y="252"/>
                  </a:cubicBezTo>
                  <a:cubicBezTo>
                    <a:pt x="209" y="205"/>
                    <a:pt x="277" y="252"/>
                    <a:pt x="439" y="252"/>
                  </a:cubicBezTo>
                  <a:cubicBezTo>
                    <a:pt x="601" y="252"/>
                    <a:pt x="622" y="194"/>
                    <a:pt x="686" y="252"/>
                  </a:cubicBezTo>
                  <a:cubicBezTo>
                    <a:pt x="750" y="309"/>
                    <a:pt x="758" y="394"/>
                    <a:pt x="752" y="456"/>
                  </a:cubicBezTo>
                  <a:cubicBezTo>
                    <a:pt x="745" y="518"/>
                    <a:pt x="758" y="613"/>
                    <a:pt x="758" y="613"/>
                  </a:cubicBezTo>
                  <a:cubicBezTo>
                    <a:pt x="792" y="613"/>
                    <a:pt x="792" y="613"/>
                    <a:pt x="792" y="613"/>
                  </a:cubicBezTo>
                  <a:cubicBezTo>
                    <a:pt x="792" y="613"/>
                    <a:pt x="769" y="458"/>
                    <a:pt x="849" y="503"/>
                  </a:cubicBezTo>
                  <a:cubicBezTo>
                    <a:pt x="849" y="503"/>
                    <a:pt x="828" y="329"/>
                    <a:pt x="828" y="254"/>
                  </a:cubicBezTo>
                  <a:cubicBezTo>
                    <a:pt x="828" y="162"/>
                    <a:pt x="784" y="67"/>
                    <a:pt x="707" y="45"/>
                  </a:cubicBezTo>
                  <a:cubicBezTo>
                    <a:pt x="692" y="41"/>
                    <a:pt x="678" y="43"/>
                    <a:pt x="664" y="46"/>
                  </a:cubicBezTo>
                  <a:cubicBezTo>
                    <a:pt x="649" y="48"/>
                    <a:pt x="634" y="51"/>
                    <a:pt x="620" y="45"/>
                  </a:cubicBezTo>
                  <a:cubicBezTo>
                    <a:pt x="578" y="30"/>
                    <a:pt x="538" y="2"/>
                    <a:pt x="503" y="1"/>
                  </a:cubicBezTo>
                  <a:cubicBezTo>
                    <a:pt x="476" y="0"/>
                    <a:pt x="459" y="5"/>
                    <a:pt x="443" y="11"/>
                  </a:cubicBezTo>
                  <a:cubicBezTo>
                    <a:pt x="424" y="18"/>
                    <a:pt x="405" y="24"/>
                    <a:pt x="366" y="20"/>
                  </a:cubicBezTo>
                  <a:cubicBezTo>
                    <a:pt x="347" y="18"/>
                    <a:pt x="290" y="1"/>
                    <a:pt x="247" y="13"/>
                  </a:cubicBezTo>
                  <a:cubicBezTo>
                    <a:pt x="205" y="26"/>
                    <a:pt x="179" y="92"/>
                    <a:pt x="147" y="105"/>
                  </a:cubicBezTo>
                  <a:cubicBezTo>
                    <a:pt x="115" y="118"/>
                    <a:pt x="100" y="107"/>
                    <a:pt x="64" y="150"/>
                  </a:cubicBezTo>
                  <a:cubicBezTo>
                    <a:pt x="29" y="192"/>
                    <a:pt x="25" y="284"/>
                    <a:pt x="22" y="307"/>
                  </a:cubicBezTo>
                  <a:cubicBezTo>
                    <a:pt x="20" y="331"/>
                    <a:pt x="0" y="492"/>
                    <a:pt x="12" y="548"/>
                  </a:cubicBezTo>
                </a:path>
              </a:pathLst>
            </a:custGeom>
            <a:solidFill>
              <a:srgbClr val="BC85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4" name="Freeform 13"/>
            <p:cNvSpPr>
              <a:spLocks/>
            </p:cNvSpPr>
            <p:nvPr/>
          </p:nvSpPr>
          <p:spPr bwMode="auto">
            <a:xfrm>
              <a:off x="5922963" y="2852738"/>
              <a:ext cx="177800" cy="263525"/>
            </a:xfrm>
            <a:custGeom>
              <a:avLst/>
              <a:gdLst>
                <a:gd name="T0" fmla="*/ 56 w 109"/>
                <a:gd name="T1" fmla="*/ 0 h 162"/>
                <a:gd name="T2" fmla="*/ 32 w 109"/>
                <a:gd name="T3" fmla="*/ 136 h 162"/>
                <a:gd name="T4" fmla="*/ 100 w 109"/>
                <a:gd name="T5" fmla="*/ 121 h 162"/>
                <a:gd name="T6" fmla="*/ 56 w 109"/>
                <a:gd name="T7" fmla="*/ 0 h 162"/>
              </a:gdLst>
              <a:ahLst/>
              <a:cxnLst>
                <a:cxn ang="0">
                  <a:pos x="T0" y="T1"/>
                </a:cxn>
                <a:cxn ang="0">
                  <a:pos x="T2" y="T3"/>
                </a:cxn>
                <a:cxn ang="0">
                  <a:pos x="T4" y="T5"/>
                </a:cxn>
                <a:cxn ang="0">
                  <a:pos x="T6" y="T7"/>
                </a:cxn>
              </a:cxnLst>
              <a:rect l="0" t="0" r="r" b="b"/>
              <a:pathLst>
                <a:path w="109" h="162">
                  <a:moveTo>
                    <a:pt x="56" y="0"/>
                  </a:moveTo>
                  <a:cubicBezTo>
                    <a:pt x="56" y="0"/>
                    <a:pt x="0" y="111"/>
                    <a:pt x="32" y="136"/>
                  </a:cubicBezTo>
                  <a:cubicBezTo>
                    <a:pt x="64" y="162"/>
                    <a:pt x="92" y="145"/>
                    <a:pt x="100" y="121"/>
                  </a:cubicBezTo>
                  <a:cubicBezTo>
                    <a:pt x="109" y="98"/>
                    <a:pt x="56" y="0"/>
                    <a:pt x="56"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5" name="Freeform 14"/>
            <p:cNvSpPr>
              <a:spLocks/>
            </p:cNvSpPr>
            <p:nvPr/>
          </p:nvSpPr>
          <p:spPr bwMode="auto">
            <a:xfrm>
              <a:off x="5826126" y="2803526"/>
              <a:ext cx="92075" cy="92075"/>
            </a:xfrm>
            <a:custGeom>
              <a:avLst/>
              <a:gdLst>
                <a:gd name="T0" fmla="*/ 44 w 57"/>
                <a:gd name="T1" fmla="*/ 5 h 57"/>
                <a:gd name="T2" fmla="*/ 38 w 57"/>
                <a:gd name="T3" fmla="*/ 1 h 57"/>
                <a:gd name="T4" fmla="*/ 23 w 57"/>
                <a:gd name="T5" fmla="*/ 1 h 57"/>
                <a:gd name="T6" fmla="*/ 15 w 57"/>
                <a:gd name="T7" fmla="*/ 4 h 57"/>
                <a:gd name="T8" fmla="*/ 2 w 57"/>
                <a:gd name="T9" fmla="*/ 18 h 57"/>
                <a:gd name="T10" fmla="*/ 4 w 57"/>
                <a:gd name="T11" fmla="*/ 38 h 57"/>
                <a:gd name="T12" fmla="*/ 42 w 57"/>
                <a:gd name="T13" fmla="*/ 50 h 57"/>
                <a:gd name="T14" fmla="*/ 56 w 57"/>
                <a:gd name="T15" fmla="*/ 29 h 57"/>
                <a:gd name="T16" fmla="*/ 44 w 5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7">
                  <a:moveTo>
                    <a:pt x="44" y="5"/>
                  </a:moveTo>
                  <a:cubicBezTo>
                    <a:pt x="42" y="3"/>
                    <a:pt x="40" y="2"/>
                    <a:pt x="38" y="1"/>
                  </a:cubicBezTo>
                  <a:cubicBezTo>
                    <a:pt x="33" y="0"/>
                    <a:pt x="28" y="0"/>
                    <a:pt x="23" y="1"/>
                  </a:cubicBezTo>
                  <a:cubicBezTo>
                    <a:pt x="21" y="2"/>
                    <a:pt x="18" y="3"/>
                    <a:pt x="15" y="4"/>
                  </a:cubicBezTo>
                  <a:cubicBezTo>
                    <a:pt x="9" y="6"/>
                    <a:pt x="4" y="13"/>
                    <a:pt x="2" y="18"/>
                  </a:cubicBezTo>
                  <a:cubicBezTo>
                    <a:pt x="0" y="25"/>
                    <a:pt x="1" y="32"/>
                    <a:pt x="4" y="38"/>
                  </a:cubicBezTo>
                  <a:cubicBezTo>
                    <a:pt x="10" y="52"/>
                    <a:pt x="28" y="57"/>
                    <a:pt x="42" y="50"/>
                  </a:cubicBezTo>
                  <a:cubicBezTo>
                    <a:pt x="50" y="46"/>
                    <a:pt x="56" y="38"/>
                    <a:pt x="56" y="29"/>
                  </a:cubicBezTo>
                  <a:cubicBezTo>
                    <a:pt x="57" y="19"/>
                    <a:pt x="52" y="10"/>
                    <a:pt x="44" y="5"/>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6" name="Freeform 15"/>
            <p:cNvSpPr>
              <a:spLocks/>
            </p:cNvSpPr>
            <p:nvPr/>
          </p:nvSpPr>
          <p:spPr bwMode="auto">
            <a:xfrm>
              <a:off x="6091238" y="2813051"/>
              <a:ext cx="73025" cy="53975"/>
            </a:xfrm>
            <a:custGeom>
              <a:avLst/>
              <a:gdLst>
                <a:gd name="T0" fmla="*/ 23 w 44"/>
                <a:gd name="T1" fmla="*/ 0 h 33"/>
                <a:gd name="T2" fmla="*/ 21 w 44"/>
                <a:gd name="T3" fmla="*/ 33 h 33"/>
                <a:gd name="T4" fmla="*/ 23 w 44"/>
                <a:gd name="T5" fmla="*/ 0 h 33"/>
              </a:gdLst>
              <a:ahLst/>
              <a:cxnLst>
                <a:cxn ang="0">
                  <a:pos x="T0" y="T1"/>
                </a:cxn>
                <a:cxn ang="0">
                  <a:pos x="T2" y="T3"/>
                </a:cxn>
                <a:cxn ang="0">
                  <a:pos x="T4" y="T5"/>
                </a:cxn>
              </a:cxnLst>
              <a:rect l="0" t="0" r="r" b="b"/>
              <a:pathLst>
                <a:path w="44" h="33">
                  <a:moveTo>
                    <a:pt x="23" y="0"/>
                  </a:moveTo>
                  <a:cubicBezTo>
                    <a:pt x="2" y="0"/>
                    <a:pt x="0" y="33"/>
                    <a:pt x="21" y="33"/>
                  </a:cubicBezTo>
                  <a:cubicBezTo>
                    <a:pt x="42" y="33"/>
                    <a:pt x="44" y="0"/>
                    <a:pt x="23" y="0"/>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7" name="Freeform 16"/>
            <p:cNvSpPr>
              <a:spLocks/>
            </p:cNvSpPr>
            <p:nvPr/>
          </p:nvSpPr>
          <p:spPr bwMode="auto">
            <a:xfrm>
              <a:off x="6005513" y="3157538"/>
              <a:ext cx="52388" cy="93663"/>
            </a:xfrm>
            <a:custGeom>
              <a:avLst/>
              <a:gdLst>
                <a:gd name="T0" fmla="*/ 22 w 32"/>
                <a:gd name="T1" fmla="*/ 4 h 57"/>
                <a:gd name="T2" fmla="*/ 4 w 32"/>
                <a:gd name="T3" fmla="*/ 13 h 57"/>
                <a:gd name="T4" fmla="*/ 11 w 32"/>
                <a:gd name="T5" fmla="*/ 36 h 57"/>
                <a:gd name="T6" fmla="*/ 13 w 32"/>
                <a:gd name="T7" fmla="*/ 37 h 57"/>
                <a:gd name="T8" fmla="*/ 5 w 32"/>
                <a:gd name="T9" fmla="*/ 45 h 57"/>
                <a:gd name="T10" fmla="*/ 11 w 32"/>
                <a:gd name="T11" fmla="*/ 55 h 57"/>
                <a:gd name="T12" fmla="*/ 31 w 32"/>
                <a:gd name="T13" fmla="*/ 30 h 57"/>
                <a:gd name="T14" fmla="*/ 22 w 32"/>
                <a:gd name="T15" fmla="*/ 4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7">
                  <a:moveTo>
                    <a:pt x="22" y="4"/>
                  </a:moveTo>
                  <a:cubicBezTo>
                    <a:pt x="14" y="0"/>
                    <a:pt x="7" y="5"/>
                    <a:pt x="4" y="13"/>
                  </a:cubicBezTo>
                  <a:cubicBezTo>
                    <a:pt x="1" y="21"/>
                    <a:pt x="4" y="32"/>
                    <a:pt x="11" y="36"/>
                  </a:cubicBezTo>
                  <a:cubicBezTo>
                    <a:pt x="12" y="37"/>
                    <a:pt x="12" y="37"/>
                    <a:pt x="13" y="37"/>
                  </a:cubicBezTo>
                  <a:cubicBezTo>
                    <a:pt x="11" y="40"/>
                    <a:pt x="8" y="43"/>
                    <a:pt x="5" y="45"/>
                  </a:cubicBezTo>
                  <a:cubicBezTo>
                    <a:pt x="0" y="50"/>
                    <a:pt x="6" y="57"/>
                    <a:pt x="11" y="55"/>
                  </a:cubicBezTo>
                  <a:cubicBezTo>
                    <a:pt x="22" y="51"/>
                    <a:pt x="29" y="41"/>
                    <a:pt x="31" y="30"/>
                  </a:cubicBezTo>
                  <a:cubicBezTo>
                    <a:pt x="32" y="22"/>
                    <a:pt x="31" y="8"/>
                    <a:pt x="22" y="4"/>
                  </a:cubicBezTo>
                  <a:close/>
                </a:path>
              </a:pathLst>
            </a:custGeom>
            <a:solidFill>
              <a:srgbClr val="8337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8" name="Freeform 17"/>
            <p:cNvSpPr>
              <a:spLocks noEditPoints="1"/>
            </p:cNvSpPr>
            <p:nvPr/>
          </p:nvSpPr>
          <p:spPr bwMode="auto">
            <a:xfrm>
              <a:off x="5813426" y="2520951"/>
              <a:ext cx="358775" cy="209550"/>
            </a:xfrm>
            <a:custGeom>
              <a:avLst/>
              <a:gdLst>
                <a:gd name="T0" fmla="*/ 206 w 220"/>
                <a:gd name="T1" fmla="*/ 67 h 129"/>
                <a:gd name="T2" fmla="*/ 127 w 220"/>
                <a:gd name="T3" fmla="*/ 89 h 129"/>
                <a:gd name="T4" fmla="*/ 122 w 220"/>
                <a:gd name="T5" fmla="*/ 89 h 129"/>
                <a:gd name="T6" fmla="*/ 132 w 220"/>
                <a:gd name="T7" fmla="*/ 28 h 129"/>
                <a:gd name="T8" fmla="*/ 78 w 220"/>
                <a:gd name="T9" fmla="*/ 14 h 129"/>
                <a:gd name="T10" fmla="*/ 61 w 220"/>
                <a:gd name="T11" fmla="*/ 61 h 129"/>
                <a:gd name="T12" fmla="*/ 94 w 220"/>
                <a:gd name="T13" fmla="*/ 96 h 129"/>
                <a:gd name="T14" fmla="*/ 9 w 220"/>
                <a:gd name="T15" fmla="*/ 100 h 129"/>
                <a:gd name="T16" fmla="*/ 4 w 220"/>
                <a:gd name="T17" fmla="*/ 107 h 129"/>
                <a:gd name="T18" fmla="*/ 109 w 220"/>
                <a:gd name="T19" fmla="*/ 102 h 129"/>
                <a:gd name="T20" fmla="*/ 216 w 220"/>
                <a:gd name="T21" fmla="*/ 75 h 129"/>
                <a:gd name="T22" fmla="*/ 206 w 220"/>
                <a:gd name="T23" fmla="*/ 67 h 129"/>
                <a:gd name="T24" fmla="*/ 75 w 220"/>
                <a:gd name="T25" fmla="*/ 45 h 129"/>
                <a:gd name="T26" fmla="*/ 88 w 220"/>
                <a:gd name="T27" fmla="*/ 25 h 129"/>
                <a:gd name="T28" fmla="*/ 122 w 220"/>
                <a:gd name="T29" fmla="*/ 39 h 129"/>
                <a:gd name="T30" fmla="*/ 108 w 220"/>
                <a:gd name="T31" fmla="*/ 84 h 129"/>
                <a:gd name="T32" fmla="*/ 75 w 220"/>
                <a:gd name="T33" fmla="*/ 4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129">
                  <a:moveTo>
                    <a:pt x="206" y="67"/>
                  </a:moveTo>
                  <a:cubicBezTo>
                    <a:pt x="184" y="87"/>
                    <a:pt x="156" y="94"/>
                    <a:pt x="127" y="89"/>
                  </a:cubicBezTo>
                  <a:cubicBezTo>
                    <a:pt x="125" y="89"/>
                    <a:pt x="124" y="89"/>
                    <a:pt x="122" y="89"/>
                  </a:cubicBezTo>
                  <a:cubicBezTo>
                    <a:pt x="137" y="71"/>
                    <a:pt x="142" y="50"/>
                    <a:pt x="132" y="28"/>
                  </a:cubicBezTo>
                  <a:cubicBezTo>
                    <a:pt x="122" y="6"/>
                    <a:pt x="97" y="0"/>
                    <a:pt x="78" y="14"/>
                  </a:cubicBezTo>
                  <a:cubicBezTo>
                    <a:pt x="64" y="24"/>
                    <a:pt x="57" y="44"/>
                    <a:pt x="61" y="61"/>
                  </a:cubicBezTo>
                  <a:cubicBezTo>
                    <a:pt x="65" y="77"/>
                    <a:pt x="80" y="88"/>
                    <a:pt x="94" y="96"/>
                  </a:cubicBezTo>
                  <a:cubicBezTo>
                    <a:pt x="70" y="112"/>
                    <a:pt x="34" y="117"/>
                    <a:pt x="9" y="100"/>
                  </a:cubicBezTo>
                  <a:cubicBezTo>
                    <a:pt x="5" y="97"/>
                    <a:pt x="0" y="104"/>
                    <a:pt x="4" y="107"/>
                  </a:cubicBezTo>
                  <a:cubicBezTo>
                    <a:pt x="33" y="129"/>
                    <a:pt x="79" y="123"/>
                    <a:pt x="109" y="102"/>
                  </a:cubicBezTo>
                  <a:cubicBezTo>
                    <a:pt x="145" y="114"/>
                    <a:pt x="194" y="108"/>
                    <a:pt x="216" y="75"/>
                  </a:cubicBezTo>
                  <a:cubicBezTo>
                    <a:pt x="220" y="69"/>
                    <a:pt x="212" y="62"/>
                    <a:pt x="206" y="67"/>
                  </a:cubicBezTo>
                  <a:close/>
                  <a:moveTo>
                    <a:pt x="75" y="45"/>
                  </a:moveTo>
                  <a:cubicBezTo>
                    <a:pt x="77" y="37"/>
                    <a:pt x="82" y="30"/>
                    <a:pt x="88" y="25"/>
                  </a:cubicBezTo>
                  <a:cubicBezTo>
                    <a:pt x="102" y="11"/>
                    <a:pt x="116" y="28"/>
                    <a:pt x="122" y="39"/>
                  </a:cubicBezTo>
                  <a:cubicBezTo>
                    <a:pt x="129" y="55"/>
                    <a:pt x="119" y="73"/>
                    <a:pt x="108" y="84"/>
                  </a:cubicBezTo>
                  <a:cubicBezTo>
                    <a:pt x="89" y="78"/>
                    <a:pt x="71" y="64"/>
                    <a:pt x="7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9" name="Freeform 18"/>
            <p:cNvSpPr>
              <a:spLocks/>
            </p:cNvSpPr>
            <p:nvPr/>
          </p:nvSpPr>
          <p:spPr bwMode="auto">
            <a:xfrm>
              <a:off x="5568951" y="5072063"/>
              <a:ext cx="196850" cy="79375"/>
            </a:xfrm>
            <a:custGeom>
              <a:avLst/>
              <a:gdLst>
                <a:gd name="T0" fmla="*/ 67 w 121"/>
                <a:gd name="T1" fmla="*/ 4 h 49"/>
                <a:gd name="T2" fmla="*/ 33 w 121"/>
                <a:gd name="T3" fmla="*/ 7 h 49"/>
                <a:gd name="T4" fmla="*/ 8 w 121"/>
                <a:gd name="T5" fmla="*/ 21 h 49"/>
                <a:gd name="T6" fmla="*/ 39 w 121"/>
                <a:gd name="T7" fmla="*/ 48 h 49"/>
                <a:gd name="T8" fmla="*/ 93 w 121"/>
                <a:gd name="T9" fmla="*/ 40 h 49"/>
                <a:gd name="T10" fmla="*/ 112 w 121"/>
                <a:gd name="T11" fmla="*/ 0 h 49"/>
                <a:gd name="T12" fmla="*/ 67 w 121"/>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121" h="49">
                  <a:moveTo>
                    <a:pt x="67" y="4"/>
                  </a:moveTo>
                  <a:cubicBezTo>
                    <a:pt x="67" y="4"/>
                    <a:pt x="39" y="6"/>
                    <a:pt x="33" y="7"/>
                  </a:cubicBezTo>
                  <a:cubicBezTo>
                    <a:pt x="23" y="8"/>
                    <a:pt x="12" y="12"/>
                    <a:pt x="8" y="21"/>
                  </a:cubicBezTo>
                  <a:cubicBezTo>
                    <a:pt x="0" y="41"/>
                    <a:pt x="25" y="48"/>
                    <a:pt x="39" y="48"/>
                  </a:cubicBezTo>
                  <a:cubicBezTo>
                    <a:pt x="58" y="49"/>
                    <a:pt x="76" y="45"/>
                    <a:pt x="93" y="40"/>
                  </a:cubicBezTo>
                  <a:cubicBezTo>
                    <a:pt x="121" y="33"/>
                    <a:pt x="112" y="0"/>
                    <a:pt x="112" y="0"/>
                  </a:cubicBezTo>
                  <a:lnTo>
                    <a:pt x="67" y="4"/>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0" name="Freeform 19"/>
            <p:cNvSpPr>
              <a:spLocks/>
            </p:cNvSpPr>
            <p:nvPr/>
          </p:nvSpPr>
          <p:spPr bwMode="auto">
            <a:xfrm>
              <a:off x="6261101" y="5062538"/>
              <a:ext cx="209550" cy="85725"/>
            </a:xfrm>
            <a:custGeom>
              <a:avLst/>
              <a:gdLst>
                <a:gd name="T0" fmla="*/ 0 w 129"/>
                <a:gd name="T1" fmla="*/ 16 h 53"/>
                <a:gd name="T2" fmla="*/ 104 w 129"/>
                <a:gd name="T3" fmla="*/ 41 h 53"/>
                <a:gd name="T4" fmla="*/ 111 w 129"/>
                <a:gd name="T5" fmla="*/ 5 h 53"/>
                <a:gd name="T6" fmla="*/ 79 w 129"/>
                <a:gd name="T7" fmla="*/ 3 h 53"/>
                <a:gd name="T8" fmla="*/ 47 w 129"/>
                <a:gd name="T9" fmla="*/ 6 h 53"/>
                <a:gd name="T10" fmla="*/ 0 w 129"/>
                <a:gd name="T11" fmla="*/ 16 h 53"/>
              </a:gdLst>
              <a:ahLst/>
              <a:cxnLst>
                <a:cxn ang="0">
                  <a:pos x="T0" y="T1"/>
                </a:cxn>
                <a:cxn ang="0">
                  <a:pos x="T2" y="T3"/>
                </a:cxn>
                <a:cxn ang="0">
                  <a:pos x="T4" y="T5"/>
                </a:cxn>
                <a:cxn ang="0">
                  <a:pos x="T6" y="T7"/>
                </a:cxn>
                <a:cxn ang="0">
                  <a:pos x="T8" y="T9"/>
                </a:cxn>
                <a:cxn ang="0">
                  <a:pos x="T10" y="T11"/>
                </a:cxn>
              </a:cxnLst>
              <a:rect l="0" t="0" r="r" b="b"/>
              <a:pathLst>
                <a:path w="129" h="53">
                  <a:moveTo>
                    <a:pt x="0" y="16"/>
                  </a:moveTo>
                  <a:cubicBezTo>
                    <a:pt x="5" y="53"/>
                    <a:pt x="78" y="49"/>
                    <a:pt x="104" y="41"/>
                  </a:cubicBezTo>
                  <a:cubicBezTo>
                    <a:pt x="122" y="35"/>
                    <a:pt x="129" y="16"/>
                    <a:pt x="111" y="5"/>
                  </a:cubicBezTo>
                  <a:cubicBezTo>
                    <a:pt x="102" y="0"/>
                    <a:pt x="89" y="2"/>
                    <a:pt x="79" y="3"/>
                  </a:cubicBezTo>
                  <a:cubicBezTo>
                    <a:pt x="69" y="5"/>
                    <a:pt x="47" y="6"/>
                    <a:pt x="47" y="6"/>
                  </a:cubicBezTo>
                  <a:lnTo>
                    <a:pt x="0" y="16"/>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1" name="Freeform 20"/>
            <p:cNvSpPr>
              <a:spLocks/>
            </p:cNvSpPr>
            <p:nvPr/>
          </p:nvSpPr>
          <p:spPr bwMode="auto">
            <a:xfrm>
              <a:off x="5365751" y="4254501"/>
              <a:ext cx="1274763" cy="835025"/>
            </a:xfrm>
            <a:custGeom>
              <a:avLst/>
              <a:gdLst>
                <a:gd name="T0" fmla="*/ 785 w 785"/>
                <a:gd name="T1" fmla="*/ 2 h 515"/>
                <a:gd name="T2" fmla="*/ 772 w 785"/>
                <a:gd name="T3" fmla="*/ 0 h 515"/>
                <a:gd name="T4" fmla="*/ 2 w 785"/>
                <a:gd name="T5" fmla="*/ 0 h 515"/>
                <a:gd name="T6" fmla="*/ 0 w 785"/>
                <a:gd name="T7" fmla="*/ 4 h 515"/>
                <a:gd name="T8" fmla="*/ 165 w 785"/>
                <a:gd name="T9" fmla="*/ 128 h 515"/>
                <a:gd name="T10" fmla="*/ 167 w 785"/>
                <a:gd name="T11" fmla="*/ 271 h 515"/>
                <a:gd name="T12" fmla="*/ 191 w 785"/>
                <a:gd name="T13" fmla="*/ 502 h 515"/>
                <a:gd name="T14" fmla="*/ 192 w 785"/>
                <a:gd name="T15" fmla="*/ 509 h 515"/>
                <a:gd name="T16" fmla="*/ 237 w 785"/>
                <a:gd name="T17" fmla="*/ 505 h 515"/>
                <a:gd name="T18" fmla="*/ 237 w 785"/>
                <a:gd name="T19" fmla="*/ 498 h 515"/>
                <a:gd name="T20" fmla="*/ 237 w 785"/>
                <a:gd name="T21" fmla="*/ 295 h 515"/>
                <a:gd name="T22" fmla="*/ 263 w 785"/>
                <a:gd name="T23" fmla="*/ 162 h 515"/>
                <a:gd name="T24" fmla="*/ 497 w 785"/>
                <a:gd name="T25" fmla="*/ 161 h 515"/>
                <a:gd name="T26" fmla="*/ 538 w 785"/>
                <a:gd name="T27" fmla="*/ 339 h 515"/>
                <a:gd name="T28" fmla="*/ 550 w 785"/>
                <a:gd name="T29" fmla="*/ 515 h 515"/>
                <a:gd name="T30" fmla="*/ 552 w 785"/>
                <a:gd name="T31" fmla="*/ 515 h 515"/>
                <a:gd name="T32" fmla="*/ 598 w 785"/>
                <a:gd name="T33" fmla="*/ 505 h 515"/>
                <a:gd name="T34" fmla="*/ 598 w 785"/>
                <a:gd name="T35" fmla="*/ 502 h 515"/>
                <a:gd name="T36" fmla="*/ 601 w 785"/>
                <a:gd name="T37" fmla="*/ 315 h 515"/>
                <a:gd name="T38" fmla="*/ 591 w 785"/>
                <a:gd name="T39" fmla="*/ 137 h 515"/>
                <a:gd name="T40" fmla="*/ 785 w 785"/>
                <a:gd name="T41" fmla="*/ 2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515">
                  <a:moveTo>
                    <a:pt x="785" y="2"/>
                  </a:moveTo>
                  <a:cubicBezTo>
                    <a:pt x="785" y="2"/>
                    <a:pt x="781" y="1"/>
                    <a:pt x="772" y="0"/>
                  </a:cubicBezTo>
                  <a:cubicBezTo>
                    <a:pt x="396" y="81"/>
                    <a:pt x="35" y="7"/>
                    <a:pt x="2" y="0"/>
                  </a:cubicBezTo>
                  <a:cubicBezTo>
                    <a:pt x="1" y="1"/>
                    <a:pt x="0" y="3"/>
                    <a:pt x="0" y="4"/>
                  </a:cubicBezTo>
                  <a:cubicBezTo>
                    <a:pt x="0" y="4"/>
                    <a:pt x="21" y="60"/>
                    <a:pt x="165" y="128"/>
                  </a:cubicBezTo>
                  <a:cubicBezTo>
                    <a:pt x="165" y="128"/>
                    <a:pt x="164" y="192"/>
                    <a:pt x="167" y="271"/>
                  </a:cubicBezTo>
                  <a:cubicBezTo>
                    <a:pt x="170" y="366"/>
                    <a:pt x="187" y="474"/>
                    <a:pt x="191" y="502"/>
                  </a:cubicBezTo>
                  <a:cubicBezTo>
                    <a:pt x="192" y="507"/>
                    <a:pt x="192" y="509"/>
                    <a:pt x="192" y="509"/>
                  </a:cubicBezTo>
                  <a:cubicBezTo>
                    <a:pt x="237" y="505"/>
                    <a:pt x="237" y="505"/>
                    <a:pt x="237" y="505"/>
                  </a:cubicBezTo>
                  <a:cubicBezTo>
                    <a:pt x="237" y="505"/>
                    <a:pt x="237" y="502"/>
                    <a:pt x="237" y="498"/>
                  </a:cubicBezTo>
                  <a:cubicBezTo>
                    <a:pt x="235" y="471"/>
                    <a:pt x="230" y="363"/>
                    <a:pt x="237" y="295"/>
                  </a:cubicBezTo>
                  <a:cubicBezTo>
                    <a:pt x="243" y="231"/>
                    <a:pt x="263" y="162"/>
                    <a:pt x="263" y="162"/>
                  </a:cubicBezTo>
                  <a:cubicBezTo>
                    <a:pt x="263" y="162"/>
                    <a:pt x="395" y="188"/>
                    <a:pt x="497" y="161"/>
                  </a:cubicBezTo>
                  <a:cubicBezTo>
                    <a:pt x="497" y="161"/>
                    <a:pt x="532" y="285"/>
                    <a:pt x="538" y="339"/>
                  </a:cubicBezTo>
                  <a:cubicBezTo>
                    <a:pt x="543" y="386"/>
                    <a:pt x="550" y="515"/>
                    <a:pt x="550" y="515"/>
                  </a:cubicBezTo>
                  <a:cubicBezTo>
                    <a:pt x="552" y="515"/>
                    <a:pt x="552" y="515"/>
                    <a:pt x="552" y="515"/>
                  </a:cubicBezTo>
                  <a:cubicBezTo>
                    <a:pt x="598" y="505"/>
                    <a:pt x="598" y="505"/>
                    <a:pt x="598" y="505"/>
                  </a:cubicBezTo>
                  <a:cubicBezTo>
                    <a:pt x="598" y="505"/>
                    <a:pt x="598" y="504"/>
                    <a:pt x="598" y="502"/>
                  </a:cubicBezTo>
                  <a:cubicBezTo>
                    <a:pt x="600" y="481"/>
                    <a:pt x="606" y="380"/>
                    <a:pt x="601" y="315"/>
                  </a:cubicBezTo>
                  <a:cubicBezTo>
                    <a:pt x="597" y="276"/>
                    <a:pt x="603" y="228"/>
                    <a:pt x="591" y="137"/>
                  </a:cubicBezTo>
                  <a:cubicBezTo>
                    <a:pt x="591" y="137"/>
                    <a:pt x="735" y="63"/>
                    <a:pt x="785" y="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2" name="Freeform 21"/>
            <p:cNvSpPr>
              <a:spLocks/>
            </p:cNvSpPr>
            <p:nvPr/>
          </p:nvSpPr>
          <p:spPr bwMode="auto">
            <a:xfrm>
              <a:off x="6470651" y="1527176"/>
              <a:ext cx="330200" cy="403225"/>
            </a:xfrm>
            <a:custGeom>
              <a:avLst/>
              <a:gdLst>
                <a:gd name="T0" fmla="*/ 188 w 203"/>
                <a:gd name="T1" fmla="*/ 66 h 249"/>
                <a:gd name="T2" fmla="*/ 89 w 203"/>
                <a:gd name="T3" fmla="*/ 0 h 249"/>
                <a:gd name="T4" fmla="*/ 17 w 203"/>
                <a:gd name="T5" fmla="*/ 67 h 249"/>
                <a:gd name="T6" fmla="*/ 31 w 203"/>
                <a:gd name="T7" fmla="*/ 69 h 249"/>
                <a:gd name="T8" fmla="*/ 105 w 203"/>
                <a:gd name="T9" fmla="*/ 50 h 249"/>
                <a:gd name="T10" fmla="*/ 142 w 203"/>
                <a:gd name="T11" fmla="*/ 103 h 249"/>
                <a:gd name="T12" fmla="*/ 88 w 203"/>
                <a:gd name="T13" fmla="*/ 148 h 249"/>
                <a:gd name="T14" fmla="*/ 50 w 203"/>
                <a:gd name="T15" fmla="*/ 222 h 249"/>
                <a:gd name="T16" fmla="*/ 72 w 203"/>
                <a:gd name="T17" fmla="*/ 247 h 249"/>
                <a:gd name="T18" fmla="*/ 93 w 203"/>
                <a:gd name="T19" fmla="*/ 243 h 249"/>
                <a:gd name="T20" fmla="*/ 104 w 203"/>
                <a:gd name="T21" fmla="*/ 219 h 249"/>
                <a:gd name="T22" fmla="*/ 158 w 203"/>
                <a:gd name="T23" fmla="*/ 159 h 249"/>
                <a:gd name="T24" fmla="*/ 188 w 203"/>
                <a:gd name="T25" fmla="*/ 6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49">
                  <a:moveTo>
                    <a:pt x="188" y="66"/>
                  </a:moveTo>
                  <a:cubicBezTo>
                    <a:pt x="172" y="26"/>
                    <a:pt x="132" y="1"/>
                    <a:pt x="89" y="0"/>
                  </a:cubicBezTo>
                  <a:cubicBezTo>
                    <a:pt x="54" y="0"/>
                    <a:pt x="0" y="22"/>
                    <a:pt x="17" y="67"/>
                  </a:cubicBezTo>
                  <a:cubicBezTo>
                    <a:pt x="19" y="72"/>
                    <a:pt x="26" y="74"/>
                    <a:pt x="31" y="69"/>
                  </a:cubicBezTo>
                  <a:cubicBezTo>
                    <a:pt x="51" y="46"/>
                    <a:pt x="75" y="42"/>
                    <a:pt x="105" y="50"/>
                  </a:cubicBezTo>
                  <a:cubicBezTo>
                    <a:pt x="125" y="55"/>
                    <a:pt x="153" y="80"/>
                    <a:pt x="142" y="103"/>
                  </a:cubicBezTo>
                  <a:cubicBezTo>
                    <a:pt x="133" y="122"/>
                    <a:pt x="104" y="135"/>
                    <a:pt x="88" y="148"/>
                  </a:cubicBezTo>
                  <a:cubicBezTo>
                    <a:pt x="65" y="167"/>
                    <a:pt x="48" y="192"/>
                    <a:pt x="50" y="222"/>
                  </a:cubicBezTo>
                  <a:cubicBezTo>
                    <a:pt x="51" y="235"/>
                    <a:pt x="60" y="244"/>
                    <a:pt x="72" y="247"/>
                  </a:cubicBezTo>
                  <a:cubicBezTo>
                    <a:pt x="80" y="249"/>
                    <a:pt x="86" y="247"/>
                    <a:pt x="93" y="243"/>
                  </a:cubicBezTo>
                  <a:cubicBezTo>
                    <a:pt x="100" y="238"/>
                    <a:pt x="105" y="229"/>
                    <a:pt x="104" y="219"/>
                  </a:cubicBezTo>
                  <a:cubicBezTo>
                    <a:pt x="102" y="192"/>
                    <a:pt x="140" y="174"/>
                    <a:pt x="158" y="159"/>
                  </a:cubicBezTo>
                  <a:cubicBezTo>
                    <a:pt x="186" y="135"/>
                    <a:pt x="203" y="104"/>
                    <a:pt x="188" y="66"/>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3" name="Freeform 22"/>
            <p:cNvSpPr>
              <a:spLocks/>
            </p:cNvSpPr>
            <p:nvPr/>
          </p:nvSpPr>
          <p:spPr bwMode="auto">
            <a:xfrm>
              <a:off x="6519863" y="1992313"/>
              <a:ext cx="133350" cy="101600"/>
            </a:xfrm>
            <a:custGeom>
              <a:avLst/>
              <a:gdLst>
                <a:gd name="T0" fmla="*/ 47 w 82"/>
                <a:gd name="T1" fmla="*/ 4 h 63"/>
                <a:gd name="T2" fmla="*/ 35 w 82"/>
                <a:gd name="T3" fmla="*/ 59 h 63"/>
                <a:gd name="T4" fmla="*/ 47 w 82"/>
                <a:gd name="T5" fmla="*/ 4 h 63"/>
              </a:gdLst>
              <a:ahLst/>
              <a:cxnLst>
                <a:cxn ang="0">
                  <a:pos x="T0" y="T1"/>
                </a:cxn>
                <a:cxn ang="0">
                  <a:pos x="T2" y="T3"/>
                </a:cxn>
                <a:cxn ang="0">
                  <a:pos x="T4" y="T5"/>
                </a:cxn>
              </a:cxnLst>
              <a:rect l="0" t="0" r="r" b="b"/>
              <a:pathLst>
                <a:path w="82" h="63">
                  <a:moveTo>
                    <a:pt x="47" y="4"/>
                  </a:moveTo>
                  <a:cubicBezTo>
                    <a:pt x="11" y="0"/>
                    <a:pt x="0" y="54"/>
                    <a:pt x="35" y="59"/>
                  </a:cubicBezTo>
                  <a:cubicBezTo>
                    <a:pt x="71" y="63"/>
                    <a:pt x="82" y="9"/>
                    <a:pt x="47" y="4"/>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4" name="Freeform 23"/>
            <p:cNvSpPr>
              <a:spLocks/>
            </p:cNvSpPr>
            <p:nvPr/>
          </p:nvSpPr>
          <p:spPr bwMode="auto">
            <a:xfrm>
              <a:off x="6272213" y="1782763"/>
              <a:ext cx="176213" cy="222250"/>
            </a:xfrm>
            <a:custGeom>
              <a:avLst/>
              <a:gdLst>
                <a:gd name="T0" fmla="*/ 7 w 108"/>
                <a:gd name="T1" fmla="*/ 95 h 137"/>
                <a:gd name="T2" fmla="*/ 58 w 108"/>
                <a:gd name="T3" fmla="*/ 136 h 137"/>
                <a:gd name="T4" fmla="*/ 100 w 108"/>
                <a:gd name="T5" fmla="*/ 102 h 137"/>
                <a:gd name="T6" fmla="*/ 93 w 108"/>
                <a:gd name="T7" fmla="*/ 100 h 137"/>
                <a:gd name="T8" fmla="*/ 51 w 108"/>
                <a:gd name="T9" fmla="*/ 108 h 137"/>
                <a:gd name="T10" fmla="*/ 33 w 108"/>
                <a:gd name="T11" fmla="*/ 77 h 137"/>
                <a:gd name="T12" fmla="*/ 65 w 108"/>
                <a:gd name="T13" fmla="*/ 55 h 137"/>
                <a:gd name="T14" fmla="*/ 88 w 108"/>
                <a:gd name="T15" fmla="*/ 16 h 137"/>
                <a:gd name="T16" fmla="*/ 78 w 108"/>
                <a:gd name="T17" fmla="*/ 1 h 137"/>
                <a:gd name="T18" fmla="*/ 66 w 108"/>
                <a:gd name="T19" fmla="*/ 3 h 137"/>
                <a:gd name="T20" fmla="*/ 59 w 108"/>
                <a:gd name="T21" fmla="*/ 15 h 137"/>
                <a:gd name="T22" fmla="*/ 27 w 108"/>
                <a:gd name="T23" fmla="*/ 46 h 137"/>
                <a:gd name="T24" fmla="*/ 7 w 108"/>
                <a:gd name="T25"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37">
                  <a:moveTo>
                    <a:pt x="7" y="95"/>
                  </a:moveTo>
                  <a:cubicBezTo>
                    <a:pt x="14" y="118"/>
                    <a:pt x="34" y="133"/>
                    <a:pt x="58" y="136"/>
                  </a:cubicBezTo>
                  <a:cubicBezTo>
                    <a:pt x="77" y="137"/>
                    <a:pt x="108" y="128"/>
                    <a:pt x="100" y="102"/>
                  </a:cubicBezTo>
                  <a:cubicBezTo>
                    <a:pt x="99" y="99"/>
                    <a:pt x="95" y="98"/>
                    <a:pt x="93" y="100"/>
                  </a:cubicBezTo>
                  <a:cubicBezTo>
                    <a:pt x="81" y="112"/>
                    <a:pt x="68" y="114"/>
                    <a:pt x="51" y="108"/>
                  </a:cubicBezTo>
                  <a:cubicBezTo>
                    <a:pt x="41" y="104"/>
                    <a:pt x="26" y="89"/>
                    <a:pt x="33" y="77"/>
                  </a:cubicBezTo>
                  <a:cubicBezTo>
                    <a:pt x="39" y="67"/>
                    <a:pt x="56" y="61"/>
                    <a:pt x="65" y="55"/>
                  </a:cubicBezTo>
                  <a:cubicBezTo>
                    <a:pt x="78" y="45"/>
                    <a:pt x="88" y="33"/>
                    <a:pt x="88" y="16"/>
                  </a:cubicBezTo>
                  <a:cubicBezTo>
                    <a:pt x="88" y="9"/>
                    <a:pt x="84" y="3"/>
                    <a:pt x="78" y="1"/>
                  </a:cubicBezTo>
                  <a:cubicBezTo>
                    <a:pt x="74" y="0"/>
                    <a:pt x="70" y="1"/>
                    <a:pt x="66" y="3"/>
                  </a:cubicBezTo>
                  <a:cubicBezTo>
                    <a:pt x="62" y="5"/>
                    <a:pt x="59" y="10"/>
                    <a:pt x="59" y="15"/>
                  </a:cubicBezTo>
                  <a:cubicBezTo>
                    <a:pt x="59" y="30"/>
                    <a:pt x="37" y="38"/>
                    <a:pt x="27" y="46"/>
                  </a:cubicBezTo>
                  <a:cubicBezTo>
                    <a:pt x="10" y="58"/>
                    <a:pt x="0" y="74"/>
                    <a:pt x="7" y="95"/>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5" name="Freeform 24"/>
            <p:cNvSpPr>
              <a:spLocks/>
            </p:cNvSpPr>
            <p:nvPr/>
          </p:nvSpPr>
          <p:spPr bwMode="auto">
            <a:xfrm>
              <a:off x="6365876" y="1692276"/>
              <a:ext cx="77788" cy="60325"/>
            </a:xfrm>
            <a:custGeom>
              <a:avLst/>
              <a:gdLst>
                <a:gd name="T0" fmla="*/ 19 w 47"/>
                <a:gd name="T1" fmla="*/ 33 h 37"/>
                <a:gd name="T2" fmla="*/ 27 w 47"/>
                <a:gd name="T3" fmla="*/ 4 h 37"/>
                <a:gd name="T4" fmla="*/ 19 w 47"/>
                <a:gd name="T5" fmla="*/ 33 h 37"/>
              </a:gdLst>
              <a:ahLst/>
              <a:cxnLst>
                <a:cxn ang="0">
                  <a:pos x="T0" y="T1"/>
                </a:cxn>
                <a:cxn ang="0">
                  <a:pos x="T2" y="T3"/>
                </a:cxn>
                <a:cxn ang="0">
                  <a:pos x="T4" y="T5"/>
                </a:cxn>
              </a:cxnLst>
              <a:rect l="0" t="0" r="r" b="b"/>
              <a:pathLst>
                <a:path w="47" h="37">
                  <a:moveTo>
                    <a:pt x="19" y="33"/>
                  </a:moveTo>
                  <a:cubicBezTo>
                    <a:pt x="38" y="37"/>
                    <a:pt x="47" y="8"/>
                    <a:pt x="27" y="4"/>
                  </a:cubicBezTo>
                  <a:cubicBezTo>
                    <a:pt x="8" y="0"/>
                    <a:pt x="0" y="29"/>
                    <a:pt x="19" y="33"/>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6" name="Freeform 25"/>
            <p:cNvSpPr>
              <a:spLocks/>
            </p:cNvSpPr>
            <p:nvPr/>
          </p:nvSpPr>
          <p:spPr bwMode="auto">
            <a:xfrm>
              <a:off x="6797676" y="2100263"/>
              <a:ext cx="138113" cy="117475"/>
            </a:xfrm>
            <a:custGeom>
              <a:avLst/>
              <a:gdLst>
                <a:gd name="T0" fmla="*/ 49 w 85"/>
                <a:gd name="T1" fmla="*/ 0 h 73"/>
                <a:gd name="T2" fmla="*/ 35 w 85"/>
                <a:gd name="T3" fmla="*/ 8 h 73"/>
                <a:gd name="T4" fmla="*/ 38 w 85"/>
                <a:gd name="T5" fmla="*/ 13 h 73"/>
                <a:gd name="T6" fmla="*/ 38 w 85"/>
                <a:gd name="T7" fmla="*/ 13 h 73"/>
                <a:gd name="T8" fmla="*/ 40 w 85"/>
                <a:gd name="T9" fmla="*/ 13 h 73"/>
                <a:gd name="T10" fmla="*/ 62 w 85"/>
                <a:gd name="T11" fmla="*/ 27 h 73"/>
                <a:gd name="T12" fmla="*/ 58 w 85"/>
                <a:gd name="T13" fmla="*/ 50 h 73"/>
                <a:gd name="T14" fmla="*/ 52 w 85"/>
                <a:gd name="T15" fmla="*/ 51 h 73"/>
                <a:gd name="T16" fmla="*/ 32 w 85"/>
                <a:gd name="T17" fmla="*/ 47 h 73"/>
                <a:gd name="T18" fmla="*/ 27 w 85"/>
                <a:gd name="T19" fmla="*/ 47 h 73"/>
                <a:gd name="T20" fmla="*/ 4 w 85"/>
                <a:gd name="T21" fmla="*/ 57 h 73"/>
                <a:gd name="T22" fmla="*/ 3 w 85"/>
                <a:gd name="T23" fmla="*/ 69 h 73"/>
                <a:gd name="T24" fmla="*/ 9 w 85"/>
                <a:gd name="T25" fmla="*/ 73 h 73"/>
                <a:gd name="T26" fmla="*/ 11 w 85"/>
                <a:gd name="T27" fmla="*/ 73 h 73"/>
                <a:gd name="T28" fmla="*/ 18 w 85"/>
                <a:gd name="T29" fmla="*/ 70 h 73"/>
                <a:gd name="T30" fmla="*/ 29 w 85"/>
                <a:gd name="T31" fmla="*/ 66 h 73"/>
                <a:gd name="T32" fmla="*/ 47 w 85"/>
                <a:gd name="T33" fmla="*/ 68 h 73"/>
                <a:gd name="T34" fmla="*/ 52 w 85"/>
                <a:gd name="T35" fmla="*/ 69 h 73"/>
                <a:gd name="T36" fmla="*/ 79 w 85"/>
                <a:gd name="T37" fmla="*/ 53 h 73"/>
                <a:gd name="T38" fmla="*/ 71 w 85"/>
                <a:gd name="T39" fmla="*/ 10 h 73"/>
                <a:gd name="T40" fmla="*/ 49 w 85"/>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73">
                  <a:moveTo>
                    <a:pt x="49" y="0"/>
                  </a:moveTo>
                  <a:cubicBezTo>
                    <a:pt x="43" y="0"/>
                    <a:pt x="38" y="2"/>
                    <a:pt x="35" y="8"/>
                  </a:cubicBezTo>
                  <a:cubicBezTo>
                    <a:pt x="35" y="10"/>
                    <a:pt x="36" y="13"/>
                    <a:pt x="38" y="13"/>
                  </a:cubicBezTo>
                  <a:cubicBezTo>
                    <a:pt x="38" y="13"/>
                    <a:pt x="38" y="13"/>
                    <a:pt x="38" y="13"/>
                  </a:cubicBezTo>
                  <a:cubicBezTo>
                    <a:pt x="39" y="13"/>
                    <a:pt x="40" y="13"/>
                    <a:pt x="40" y="13"/>
                  </a:cubicBezTo>
                  <a:cubicBezTo>
                    <a:pt x="50" y="13"/>
                    <a:pt x="57" y="18"/>
                    <a:pt x="62" y="27"/>
                  </a:cubicBezTo>
                  <a:cubicBezTo>
                    <a:pt x="66" y="33"/>
                    <a:pt x="67" y="47"/>
                    <a:pt x="58" y="50"/>
                  </a:cubicBezTo>
                  <a:cubicBezTo>
                    <a:pt x="56" y="51"/>
                    <a:pt x="54" y="51"/>
                    <a:pt x="52" y="51"/>
                  </a:cubicBezTo>
                  <a:cubicBezTo>
                    <a:pt x="46" y="51"/>
                    <a:pt x="38" y="48"/>
                    <a:pt x="32" y="47"/>
                  </a:cubicBezTo>
                  <a:cubicBezTo>
                    <a:pt x="30" y="47"/>
                    <a:pt x="29" y="47"/>
                    <a:pt x="27" y="47"/>
                  </a:cubicBezTo>
                  <a:cubicBezTo>
                    <a:pt x="18" y="47"/>
                    <a:pt x="10" y="50"/>
                    <a:pt x="4" y="57"/>
                  </a:cubicBezTo>
                  <a:cubicBezTo>
                    <a:pt x="0" y="60"/>
                    <a:pt x="0" y="65"/>
                    <a:pt x="3" y="69"/>
                  </a:cubicBezTo>
                  <a:cubicBezTo>
                    <a:pt x="4" y="71"/>
                    <a:pt x="6" y="72"/>
                    <a:pt x="9" y="73"/>
                  </a:cubicBezTo>
                  <a:cubicBezTo>
                    <a:pt x="9" y="73"/>
                    <a:pt x="10" y="73"/>
                    <a:pt x="11" y="73"/>
                  </a:cubicBezTo>
                  <a:cubicBezTo>
                    <a:pt x="13" y="73"/>
                    <a:pt x="16" y="72"/>
                    <a:pt x="18" y="70"/>
                  </a:cubicBezTo>
                  <a:cubicBezTo>
                    <a:pt x="21" y="67"/>
                    <a:pt x="24" y="66"/>
                    <a:pt x="29" y="66"/>
                  </a:cubicBezTo>
                  <a:cubicBezTo>
                    <a:pt x="35" y="66"/>
                    <a:pt x="42" y="68"/>
                    <a:pt x="47" y="68"/>
                  </a:cubicBezTo>
                  <a:cubicBezTo>
                    <a:pt x="49" y="69"/>
                    <a:pt x="50" y="69"/>
                    <a:pt x="52" y="69"/>
                  </a:cubicBezTo>
                  <a:cubicBezTo>
                    <a:pt x="64" y="69"/>
                    <a:pt x="74" y="64"/>
                    <a:pt x="79" y="53"/>
                  </a:cubicBezTo>
                  <a:cubicBezTo>
                    <a:pt x="85" y="38"/>
                    <a:pt x="82" y="22"/>
                    <a:pt x="71" y="10"/>
                  </a:cubicBezTo>
                  <a:cubicBezTo>
                    <a:pt x="66" y="5"/>
                    <a:pt x="57" y="0"/>
                    <a:pt x="49"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7" name="Freeform 26"/>
            <p:cNvSpPr>
              <a:spLocks/>
            </p:cNvSpPr>
            <p:nvPr/>
          </p:nvSpPr>
          <p:spPr bwMode="auto">
            <a:xfrm>
              <a:off x="6748463" y="2224088"/>
              <a:ext cx="46038" cy="31750"/>
            </a:xfrm>
            <a:custGeom>
              <a:avLst/>
              <a:gdLst>
                <a:gd name="T0" fmla="*/ 14 w 28"/>
                <a:gd name="T1" fmla="*/ 0 h 19"/>
                <a:gd name="T2" fmla="*/ 5 w 28"/>
                <a:gd name="T3" fmla="*/ 15 h 19"/>
                <a:gd name="T4" fmla="*/ 13 w 28"/>
                <a:gd name="T5" fmla="*/ 19 h 19"/>
                <a:gd name="T6" fmla="*/ 22 w 28"/>
                <a:gd name="T7" fmla="*/ 4 h 19"/>
                <a:gd name="T8" fmla="*/ 14 w 28"/>
                <a:gd name="T9" fmla="*/ 0 h 19"/>
              </a:gdLst>
              <a:ahLst/>
              <a:cxnLst>
                <a:cxn ang="0">
                  <a:pos x="T0" y="T1"/>
                </a:cxn>
                <a:cxn ang="0">
                  <a:pos x="T2" y="T3"/>
                </a:cxn>
                <a:cxn ang="0">
                  <a:pos x="T4" y="T5"/>
                </a:cxn>
                <a:cxn ang="0">
                  <a:pos x="T6" y="T7"/>
                </a:cxn>
                <a:cxn ang="0">
                  <a:pos x="T8" y="T9"/>
                </a:cxn>
              </a:cxnLst>
              <a:rect l="0" t="0" r="r" b="b"/>
              <a:pathLst>
                <a:path w="28" h="19">
                  <a:moveTo>
                    <a:pt x="14" y="0"/>
                  </a:moveTo>
                  <a:cubicBezTo>
                    <a:pt x="7" y="0"/>
                    <a:pt x="0" y="7"/>
                    <a:pt x="5" y="15"/>
                  </a:cubicBezTo>
                  <a:cubicBezTo>
                    <a:pt x="8" y="18"/>
                    <a:pt x="10" y="19"/>
                    <a:pt x="13" y="19"/>
                  </a:cubicBezTo>
                  <a:cubicBezTo>
                    <a:pt x="21" y="19"/>
                    <a:pt x="28" y="11"/>
                    <a:pt x="22" y="4"/>
                  </a:cubicBezTo>
                  <a:cubicBezTo>
                    <a:pt x="20" y="1"/>
                    <a:pt x="17" y="0"/>
                    <a:pt x="14"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8" name="Freeform 27"/>
            <p:cNvSpPr>
              <a:spLocks/>
            </p:cNvSpPr>
            <p:nvPr/>
          </p:nvSpPr>
          <p:spPr bwMode="auto">
            <a:xfrm>
              <a:off x="5573713" y="1584326"/>
              <a:ext cx="206375" cy="234950"/>
            </a:xfrm>
            <a:custGeom>
              <a:avLst/>
              <a:gdLst>
                <a:gd name="T0" fmla="*/ 62 w 127"/>
                <a:gd name="T1" fmla="*/ 0 h 145"/>
                <a:gd name="T2" fmla="*/ 48 w 127"/>
                <a:gd name="T3" fmla="*/ 1 h 145"/>
                <a:gd name="T4" fmla="*/ 15 w 127"/>
                <a:gd name="T5" fmla="*/ 48 h 145"/>
                <a:gd name="T6" fmla="*/ 19 w 127"/>
                <a:gd name="T7" fmla="*/ 50 h 145"/>
                <a:gd name="T8" fmla="*/ 24 w 127"/>
                <a:gd name="T9" fmla="*/ 48 h 145"/>
                <a:gd name="T10" fmla="*/ 61 w 127"/>
                <a:gd name="T11" fmla="*/ 27 h 145"/>
                <a:gd name="T12" fmla="*/ 64 w 127"/>
                <a:gd name="T13" fmla="*/ 28 h 145"/>
                <a:gd name="T14" fmla="*/ 92 w 127"/>
                <a:gd name="T15" fmla="*/ 53 h 145"/>
                <a:gd name="T16" fmla="*/ 66 w 127"/>
                <a:gd name="T17" fmla="*/ 86 h 145"/>
                <a:gd name="T18" fmla="*/ 54 w 127"/>
                <a:gd name="T19" fmla="*/ 133 h 145"/>
                <a:gd name="T20" fmla="*/ 70 w 127"/>
                <a:gd name="T21" fmla="*/ 145 h 145"/>
                <a:gd name="T22" fmla="*/ 70 w 127"/>
                <a:gd name="T23" fmla="*/ 145 h 145"/>
                <a:gd name="T24" fmla="*/ 81 w 127"/>
                <a:gd name="T25" fmla="*/ 140 h 145"/>
                <a:gd name="T26" fmla="*/ 85 w 127"/>
                <a:gd name="T27" fmla="*/ 125 h 145"/>
                <a:gd name="T28" fmla="*/ 108 w 127"/>
                <a:gd name="T29" fmla="*/ 84 h 145"/>
                <a:gd name="T30" fmla="*/ 113 w 127"/>
                <a:gd name="T31" fmla="*/ 27 h 145"/>
                <a:gd name="T32" fmla="*/ 62 w 12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45">
                  <a:moveTo>
                    <a:pt x="62" y="0"/>
                  </a:moveTo>
                  <a:cubicBezTo>
                    <a:pt x="57" y="0"/>
                    <a:pt x="53" y="0"/>
                    <a:pt x="48" y="1"/>
                  </a:cubicBezTo>
                  <a:cubicBezTo>
                    <a:pt x="28" y="5"/>
                    <a:pt x="0" y="25"/>
                    <a:pt x="15" y="48"/>
                  </a:cubicBezTo>
                  <a:cubicBezTo>
                    <a:pt x="16" y="50"/>
                    <a:pt x="18" y="50"/>
                    <a:pt x="19" y="50"/>
                  </a:cubicBezTo>
                  <a:cubicBezTo>
                    <a:pt x="21" y="50"/>
                    <a:pt x="23" y="50"/>
                    <a:pt x="24" y="48"/>
                  </a:cubicBezTo>
                  <a:cubicBezTo>
                    <a:pt x="32" y="33"/>
                    <a:pt x="44" y="27"/>
                    <a:pt x="61" y="27"/>
                  </a:cubicBezTo>
                  <a:cubicBezTo>
                    <a:pt x="62" y="27"/>
                    <a:pt x="63" y="27"/>
                    <a:pt x="64" y="28"/>
                  </a:cubicBezTo>
                  <a:cubicBezTo>
                    <a:pt x="76" y="28"/>
                    <a:pt x="95" y="39"/>
                    <a:pt x="92" y="53"/>
                  </a:cubicBezTo>
                  <a:cubicBezTo>
                    <a:pt x="89" y="66"/>
                    <a:pt x="74" y="76"/>
                    <a:pt x="66" y="86"/>
                  </a:cubicBezTo>
                  <a:cubicBezTo>
                    <a:pt x="55" y="100"/>
                    <a:pt x="49" y="116"/>
                    <a:pt x="54" y="133"/>
                  </a:cubicBezTo>
                  <a:cubicBezTo>
                    <a:pt x="56" y="141"/>
                    <a:pt x="63" y="145"/>
                    <a:pt x="70" y="145"/>
                  </a:cubicBezTo>
                  <a:cubicBezTo>
                    <a:pt x="70" y="145"/>
                    <a:pt x="70" y="145"/>
                    <a:pt x="70" y="145"/>
                  </a:cubicBezTo>
                  <a:cubicBezTo>
                    <a:pt x="75" y="145"/>
                    <a:pt x="78" y="143"/>
                    <a:pt x="81" y="140"/>
                  </a:cubicBezTo>
                  <a:cubicBezTo>
                    <a:pt x="85" y="136"/>
                    <a:pt x="86" y="130"/>
                    <a:pt x="85" y="125"/>
                  </a:cubicBezTo>
                  <a:cubicBezTo>
                    <a:pt x="80" y="110"/>
                    <a:pt x="100" y="95"/>
                    <a:pt x="108" y="84"/>
                  </a:cubicBezTo>
                  <a:cubicBezTo>
                    <a:pt x="121" y="66"/>
                    <a:pt x="127" y="46"/>
                    <a:pt x="113" y="27"/>
                  </a:cubicBezTo>
                  <a:cubicBezTo>
                    <a:pt x="102" y="9"/>
                    <a:pt x="82" y="0"/>
                    <a:pt x="62"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9" name="Freeform 28"/>
            <p:cNvSpPr>
              <a:spLocks/>
            </p:cNvSpPr>
            <p:nvPr/>
          </p:nvSpPr>
          <p:spPr bwMode="auto">
            <a:xfrm>
              <a:off x="5665788" y="1858963"/>
              <a:ext cx="68263" cy="52388"/>
            </a:xfrm>
            <a:custGeom>
              <a:avLst/>
              <a:gdLst>
                <a:gd name="T0" fmla="*/ 23 w 42"/>
                <a:gd name="T1" fmla="*/ 0 h 32"/>
                <a:gd name="T2" fmla="*/ 21 w 42"/>
                <a:gd name="T3" fmla="*/ 0 h 32"/>
                <a:gd name="T4" fmla="*/ 20 w 42"/>
                <a:gd name="T5" fmla="*/ 32 h 32"/>
                <a:gd name="T6" fmla="*/ 21 w 42"/>
                <a:gd name="T7" fmla="*/ 32 h 32"/>
                <a:gd name="T8" fmla="*/ 23 w 42"/>
                <a:gd name="T9" fmla="*/ 0 h 32"/>
              </a:gdLst>
              <a:ahLst/>
              <a:cxnLst>
                <a:cxn ang="0">
                  <a:pos x="T0" y="T1"/>
                </a:cxn>
                <a:cxn ang="0">
                  <a:pos x="T2" y="T3"/>
                </a:cxn>
                <a:cxn ang="0">
                  <a:pos x="T4" y="T5"/>
                </a:cxn>
                <a:cxn ang="0">
                  <a:pos x="T6" y="T7"/>
                </a:cxn>
                <a:cxn ang="0">
                  <a:pos x="T8" y="T9"/>
                </a:cxn>
              </a:cxnLst>
              <a:rect l="0" t="0" r="r" b="b"/>
              <a:pathLst>
                <a:path w="42" h="32">
                  <a:moveTo>
                    <a:pt x="23" y="0"/>
                  </a:moveTo>
                  <a:cubicBezTo>
                    <a:pt x="22" y="0"/>
                    <a:pt x="21" y="0"/>
                    <a:pt x="21" y="0"/>
                  </a:cubicBezTo>
                  <a:cubicBezTo>
                    <a:pt x="0" y="1"/>
                    <a:pt x="0" y="32"/>
                    <a:pt x="20" y="32"/>
                  </a:cubicBezTo>
                  <a:cubicBezTo>
                    <a:pt x="20" y="32"/>
                    <a:pt x="21" y="32"/>
                    <a:pt x="21" y="32"/>
                  </a:cubicBezTo>
                  <a:cubicBezTo>
                    <a:pt x="42" y="31"/>
                    <a:pt x="42" y="0"/>
                    <a:pt x="23"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0" name="Freeform 29"/>
            <p:cNvSpPr>
              <a:spLocks/>
            </p:cNvSpPr>
            <p:nvPr/>
          </p:nvSpPr>
          <p:spPr bwMode="auto">
            <a:xfrm>
              <a:off x="5356226" y="2038351"/>
              <a:ext cx="160338" cy="144463"/>
            </a:xfrm>
            <a:custGeom>
              <a:avLst/>
              <a:gdLst>
                <a:gd name="T0" fmla="*/ 11 w 99"/>
                <a:gd name="T1" fmla="*/ 0 h 89"/>
                <a:gd name="T2" fmla="*/ 4 w 99"/>
                <a:gd name="T3" fmla="*/ 3 h 89"/>
                <a:gd name="T4" fmla="*/ 0 w 99"/>
                <a:gd name="T5" fmla="*/ 11 h 89"/>
                <a:gd name="T6" fmla="*/ 5 w 99"/>
                <a:gd name="T7" fmla="*/ 21 h 89"/>
                <a:gd name="T8" fmla="*/ 12 w 99"/>
                <a:gd name="T9" fmla="*/ 54 h 89"/>
                <a:gd name="T10" fmla="*/ 36 w 99"/>
                <a:gd name="T11" fmla="*/ 88 h 89"/>
                <a:gd name="T12" fmla="*/ 47 w 99"/>
                <a:gd name="T13" fmla="*/ 89 h 89"/>
                <a:gd name="T14" fmla="*/ 84 w 99"/>
                <a:gd name="T15" fmla="*/ 70 h 89"/>
                <a:gd name="T16" fmla="*/ 79 w 99"/>
                <a:gd name="T17" fmla="*/ 29 h 89"/>
                <a:gd name="T18" fmla="*/ 78 w 99"/>
                <a:gd name="T19" fmla="*/ 29 h 89"/>
                <a:gd name="T20" fmla="*/ 75 w 99"/>
                <a:gd name="T21" fmla="*/ 33 h 89"/>
                <a:gd name="T22" fmla="*/ 63 w 99"/>
                <a:gd name="T23" fmla="*/ 63 h 89"/>
                <a:gd name="T24" fmla="*/ 47 w 99"/>
                <a:gd name="T25" fmla="*/ 69 h 89"/>
                <a:gd name="T26" fmla="*/ 35 w 99"/>
                <a:gd name="T27" fmla="*/ 63 h 89"/>
                <a:gd name="T28" fmla="*/ 34 w 99"/>
                <a:gd name="T29" fmla="*/ 33 h 89"/>
                <a:gd name="T30" fmla="*/ 18 w 99"/>
                <a:gd name="T31" fmla="*/ 2 h 89"/>
                <a:gd name="T32" fmla="*/ 11 w 99"/>
                <a:gd name="T3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89">
                  <a:moveTo>
                    <a:pt x="11" y="0"/>
                  </a:moveTo>
                  <a:cubicBezTo>
                    <a:pt x="9" y="0"/>
                    <a:pt x="6" y="1"/>
                    <a:pt x="4" y="3"/>
                  </a:cubicBezTo>
                  <a:cubicBezTo>
                    <a:pt x="1" y="5"/>
                    <a:pt x="0" y="8"/>
                    <a:pt x="0" y="11"/>
                  </a:cubicBezTo>
                  <a:cubicBezTo>
                    <a:pt x="0" y="15"/>
                    <a:pt x="2" y="19"/>
                    <a:pt x="5" y="21"/>
                  </a:cubicBezTo>
                  <a:cubicBezTo>
                    <a:pt x="15" y="27"/>
                    <a:pt x="12" y="44"/>
                    <a:pt x="12" y="54"/>
                  </a:cubicBezTo>
                  <a:cubicBezTo>
                    <a:pt x="13" y="70"/>
                    <a:pt x="20" y="83"/>
                    <a:pt x="36" y="88"/>
                  </a:cubicBezTo>
                  <a:cubicBezTo>
                    <a:pt x="40" y="89"/>
                    <a:pt x="44" y="89"/>
                    <a:pt x="47" y="89"/>
                  </a:cubicBezTo>
                  <a:cubicBezTo>
                    <a:pt x="61" y="89"/>
                    <a:pt x="75" y="82"/>
                    <a:pt x="84" y="70"/>
                  </a:cubicBezTo>
                  <a:cubicBezTo>
                    <a:pt x="93" y="59"/>
                    <a:pt x="99" y="35"/>
                    <a:pt x="79" y="29"/>
                  </a:cubicBezTo>
                  <a:cubicBezTo>
                    <a:pt x="79" y="29"/>
                    <a:pt x="79" y="29"/>
                    <a:pt x="78" y="29"/>
                  </a:cubicBezTo>
                  <a:cubicBezTo>
                    <a:pt x="76" y="29"/>
                    <a:pt x="74" y="31"/>
                    <a:pt x="75" y="33"/>
                  </a:cubicBezTo>
                  <a:cubicBezTo>
                    <a:pt x="78" y="46"/>
                    <a:pt x="73" y="55"/>
                    <a:pt x="63" y="63"/>
                  </a:cubicBezTo>
                  <a:cubicBezTo>
                    <a:pt x="59" y="66"/>
                    <a:pt x="53" y="69"/>
                    <a:pt x="47" y="69"/>
                  </a:cubicBezTo>
                  <a:cubicBezTo>
                    <a:pt x="42" y="69"/>
                    <a:pt x="38" y="67"/>
                    <a:pt x="35" y="63"/>
                  </a:cubicBezTo>
                  <a:cubicBezTo>
                    <a:pt x="31" y="55"/>
                    <a:pt x="34" y="42"/>
                    <a:pt x="34" y="33"/>
                  </a:cubicBezTo>
                  <a:cubicBezTo>
                    <a:pt x="33" y="20"/>
                    <a:pt x="29" y="9"/>
                    <a:pt x="18" y="2"/>
                  </a:cubicBezTo>
                  <a:cubicBezTo>
                    <a:pt x="16" y="0"/>
                    <a:pt x="14" y="0"/>
                    <a:pt x="11"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1" name="Freeform 30"/>
            <p:cNvSpPr>
              <a:spLocks/>
            </p:cNvSpPr>
            <p:nvPr/>
          </p:nvSpPr>
          <p:spPr bwMode="auto">
            <a:xfrm>
              <a:off x="5297488" y="1992313"/>
              <a:ext cx="52388" cy="41275"/>
            </a:xfrm>
            <a:custGeom>
              <a:avLst/>
              <a:gdLst>
                <a:gd name="T0" fmla="*/ 15 w 32"/>
                <a:gd name="T1" fmla="*/ 0 h 25"/>
                <a:gd name="T2" fmla="*/ 8 w 32"/>
                <a:gd name="T3" fmla="*/ 4 h 25"/>
                <a:gd name="T4" fmla="*/ 16 w 32"/>
                <a:gd name="T5" fmla="*/ 25 h 25"/>
                <a:gd name="T6" fmla="*/ 24 w 32"/>
                <a:gd name="T7" fmla="*/ 21 h 25"/>
                <a:gd name="T8" fmla="*/ 15 w 32"/>
                <a:gd name="T9" fmla="*/ 0 h 25"/>
              </a:gdLst>
              <a:ahLst/>
              <a:cxnLst>
                <a:cxn ang="0">
                  <a:pos x="T0" y="T1"/>
                </a:cxn>
                <a:cxn ang="0">
                  <a:pos x="T2" y="T3"/>
                </a:cxn>
                <a:cxn ang="0">
                  <a:pos x="T4" y="T5"/>
                </a:cxn>
                <a:cxn ang="0">
                  <a:pos x="T6" y="T7"/>
                </a:cxn>
                <a:cxn ang="0">
                  <a:pos x="T8" y="T9"/>
                </a:cxn>
              </a:cxnLst>
              <a:rect l="0" t="0" r="r" b="b"/>
              <a:pathLst>
                <a:path w="32" h="25">
                  <a:moveTo>
                    <a:pt x="15" y="0"/>
                  </a:moveTo>
                  <a:cubicBezTo>
                    <a:pt x="13" y="0"/>
                    <a:pt x="10" y="1"/>
                    <a:pt x="8" y="4"/>
                  </a:cubicBezTo>
                  <a:cubicBezTo>
                    <a:pt x="0" y="12"/>
                    <a:pt x="7" y="25"/>
                    <a:pt x="16" y="25"/>
                  </a:cubicBezTo>
                  <a:cubicBezTo>
                    <a:pt x="19" y="25"/>
                    <a:pt x="21" y="24"/>
                    <a:pt x="24" y="21"/>
                  </a:cubicBezTo>
                  <a:cubicBezTo>
                    <a:pt x="32" y="13"/>
                    <a:pt x="24" y="0"/>
                    <a:pt x="15"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2" name="Freeform 31"/>
            <p:cNvSpPr>
              <a:spLocks/>
            </p:cNvSpPr>
            <p:nvPr/>
          </p:nvSpPr>
          <p:spPr bwMode="auto">
            <a:xfrm>
              <a:off x="5280026" y="3268663"/>
              <a:ext cx="1516063" cy="1116013"/>
            </a:xfrm>
            <a:custGeom>
              <a:avLst/>
              <a:gdLst>
                <a:gd name="T0" fmla="*/ 860 w 933"/>
                <a:gd name="T1" fmla="*/ 30 h 689"/>
                <a:gd name="T2" fmla="*/ 851 w 933"/>
                <a:gd name="T3" fmla="*/ 0 h 689"/>
                <a:gd name="T4" fmla="*/ 51 w 933"/>
                <a:gd name="T5" fmla="*/ 25 h 689"/>
                <a:gd name="T6" fmla="*/ 53 w 933"/>
                <a:gd name="T7" fmla="*/ 607 h 689"/>
                <a:gd name="T8" fmla="*/ 55 w 933"/>
                <a:gd name="T9" fmla="*/ 608 h 689"/>
                <a:gd name="T10" fmla="*/ 825 w 933"/>
                <a:gd name="T11" fmla="*/ 608 h 689"/>
                <a:gd name="T12" fmla="*/ 838 w 933"/>
                <a:gd name="T13" fmla="*/ 605 h 689"/>
                <a:gd name="T14" fmla="*/ 860 w 933"/>
                <a:gd name="T15" fmla="*/ 30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3" h="689">
                  <a:moveTo>
                    <a:pt x="860" y="30"/>
                  </a:moveTo>
                  <a:cubicBezTo>
                    <a:pt x="858" y="19"/>
                    <a:pt x="854" y="9"/>
                    <a:pt x="851" y="0"/>
                  </a:cubicBezTo>
                  <a:cubicBezTo>
                    <a:pt x="814" y="12"/>
                    <a:pt x="440" y="131"/>
                    <a:pt x="51" y="25"/>
                  </a:cubicBezTo>
                  <a:cubicBezTo>
                    <a:pt x="37" y="94"/>
                    <a:pt x="0" y="319"/>
                    <a:pt x="53" y="607"/>
                  </a:cubicBezTo>
                  <a:cubicBezTo>
                    <a:pt x="53" y="607"/>
                    <a:pt x="54" y="607"/>
                    <a:pt x="55" y="608"/>
                  </a:cubicBezTo>
                  <a:cubicBezTo>
                    <a:pt x="88" y="615"/>
                    <a:pt x="449" y="689"/>
                    <a:pt x="825" y="608"/>
                  </a:cubicBezTo>
                  <a:cubicBezTo>
                    <a:pt x="830" y="607"/>
                    <a:pt x="834" y="606"/>
                    <a:pt x="838" y="605"/>
                  </a:cubicBezTo>
                  <a:cubicBezTo>
                    <a:pt x="838" y="605"/>
                    <a:pt x="933" y="346"/>
                    <a:pt x="860" y="3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3" name="Freeform 32"/>
            <p:cNvSpPr>
              <a:spLocks/>
            </p:cNvSpPr>
            <p:nvPr/>
          </p:nvSpPr>
          <p:spPr bwMode="auto">
            <a:xfrm>
              <a:off x="5316538" y="2805113"/>
              <a:ext cx="3175" cy="14288"/>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6"/>
                    <a:pt x="0" y="9"/>
                  </a:cubicBezTo>
                  <a:cubicBezTo>
                    <a:pt x="1" y="9"/>
                    <a:pt x="1" y="8"/>
                    <a:pt x="1" y="8"/>
                  </a:cubicBezTo>
                  <a:cubicBezTo>
                    <a:pt x="1" y="5"/>
                    <a:pt x="1" y="2"/>
                    <a:pt x="2"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4" name="Freeform 33"/>
            <p:cNvSpPr>
              <a:spLocks/>
            </p:cNvSpPr>
            <p:nvPr/>
          </p:nvSpPr>
          <p:spPr bwMode="auto">
            <a:xfrm>
              <a:off x="5497513" y="2563813"/>
              <a:ext cx="84138" cy="176213"/>
            </a:xfrm>
            <a:custGeom>
              <a:avLst/>
              <a:gdLst>
                <a:gd name="T0" fmla="*/ 13 w 52"/>
                <a:gd name="T1" fmla="*/ 0 h 109"/>
                <a:gd name="T2" fmla="*/ 5 w 52"/>
                <a:gd name="T3" fmla="*/ 108 h 109"/>
                <a:gd name="T4" fmla="*/ 15 w 52"/>
                <a:gd name="T5" fmla="*/ 109 h 109"/>
                <a:gd name="T6" fmla="*/ 38 w 52"/>
                <a:gd name="T7" fmla="*/ 102 h 109"/>
                <a:gd name="T8" fmla="*/ 28 w 52"/>
                <a:gd name="T9" fmla="*/ 73 h 109"/>
                <a:gd name="T10" fmla="*/ 36 w 52"/>
                <a:gd name="T11" fmla="*/ 52 h 109"/>
                <a:gd name="T12" fmla="*/ 14 w 52"/>
                <a:gd name="T13" fmla="*/ 43 h 109"/>
                <a:gd name="T14" fmla="*/ 13 w 52"/>
                <a:gd name="T15" fmla="*/ 43 h 109"/>
                <a:gd name="T16" fmla="*/ 15 w 52"/>
                <a:gd name="T17" fmla="*/ 1 h 109"/>
                <a:gd name="T18" fmla="*/ 13 w 52"/>
                <a:gd name="T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09">
                  <a:moveTo>
                    <a:pt x="13" y="0"/>
                  </a:moveTo>
                  <a:cubicBezTo>
                    <a:pt x="2" y="32"/>
                    <a:pt x="0" y="70"/>
                    <a:pt x="5" y="108"/>
                  </a:cubicBezTo>
                  <a:cubicBezTo>
                    <a:pt x="8" y="109"/>
                    <a:pt x="12" y="109"/>
                    <a:pt x="15" y="109"/>
                  </a:cubicBezTo>
                  <a:cubicBezTo>
                    <a:pt x="24" y="109"/>
                    <a:pt x="32" y="107"/>
                    <a:pt x="38" y="102"/>
                  </a:cubicBezTo>
                  <a:cubicBezTo>
                    <a:pt x="52" y="89"/>
                    <a:pt x="41" y="78"/>
                    <a:pt x="28" y="73"/>
                  </a:cubicBezTo>
                  <a:cubicBezTo>
                    <a:pt x="34" y="67"/>
                    <a:pt x="40" y="59"/>
                    <a:pt x="36" y="52"/>
                  </a:cubicBezTo>
                  <a:cubicBezTo>
                    <a:pt x="33" y="44"/>
                    <a:pt x="23" y="43"/>
                    <a:pt x="14" y="43"/>
                  </a:cubicBezTo>
                  <a:cubicBezTo>
                    <a:pt x="13" y="43"/>
                    <a:pt x="13" y="43"/>
                    <a:pt x="13" y="43"/>
                  </a:cubicBezTo>
                  <a:cubicBezTo>
                    <a:pt x="18" y="29"/>
                    <a:pt x="31" y="11"/>
                    <a:pt x="15" y="1"/>
                  </a:cubicBezTo>
                  <a:cubicBezTo>
                    <a:pt x="14" y="1"/>
                    <a:pt x="14" y="0"/>
                    <a:pt x="13"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5" name="Freeform 34"/>
            <p:cNvSpPr>
              <a:spLocks noEditPoints="1"/>
            </p:cNvSpPr>
            <p:nvPr/>
          </p:nvSpPr>
          <p:spPr bwMode="auto">
            <a:xfrm>
              <a:off x="5318126" y="2549526"/>
              <a:ext cx="200025" cy="268288"/>
            </a:xfrm>
            <a:custGeom>
              <a:avLst/>
              <a:gdLst>
                <a:gd name="T0" fmla="*/ 60 w 123"/>
                <a:gd name="T1" fmla="*/ 57 h 165"/>
                <a:gd name="T2" fmla="*/ 60 w 123"/>
                <a:gd name="T3" fmla="*/ 56 h 165"/>
                <a:gd name="T4" fmla="*/ 61 w 123"/>
                <a:gd name="T5" fmla="*/ 57 h 165"/>
                <a:gd name="T6" fmla="*/ 61 w 123"/>
                <a:gd name="T7" fmla="*/ 57 h 165"/>
                <a:gd name="T8" fmla="*/ 60 w 123"/>
                <a:gd name="T9" fmla="*/ 57 h 165"/>
                <a:gd name="T10" fmla="*/ 87 w 123"/>
                <a:gd name="T11" fmla="*/ 0 h 165"/>
                <a:gd name="T12" fmla="*/ 85 w 123"/>
                <a:gd name="T13" fmla="*/ 0 h 165"/>
                <a:gd name="T14" fmla="*/ 57 w 123"/>
                <a:gd name="T15" fmla="*/ 51 h 165"/>
                <a:gd name="T16" fmla="*/ 11 w 123"/>
                <a:gd name="T17" fmla="*/ 91 h 165"/>
                <a:gd name="T18" fmla="*/ 2 w 123"/>
                <a:gd name="T19" fmla="*/ 144 h 165"/>
                <a:gd name="T20" fmla="*/ 1 w 123"/>
                <a:gd name="T21" fmla="*/ 157 h 165"/>
                <a:gd name="T22" fmla="*/ 0 w 123"/>
                <a:gd name="T23" fmla="*/ 165 h 165"/>
                <a:gd name="T24" fmla="*/ 69 w 123"/>
                <a:gd name="T25" fmla="*/ 100 h 165"/>
                <a:gd name="T26" fmla="*/ 78 w 123"/>
                <a:gd name="T27" fmla="*/ 103 h 165"/>
                <a:gd name="T28" fmla="*/ 115 w 123"/>
                <a:gd name="T29" fmla="*/ 116 h 165"/>
                <a:gd name="T30" fmla="*/ 123 w 123"/>
                <a:gd name="T31" fmla="*/ 8 h 165"/>
                <a:gd name="T32" fmla="*/ 119 w 123"/>
                <a:gd name="T33" fmla="*/ 7 h 165"/>
                <a:gd name="T34" fmla="*/ 96 w 123"/>
                <a:gd name="T35" fmla="*/ 22 h 165"/>
                <a:gd name="T36" fmla="*/ 87 w 123"/>
                <a:gd name="T3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65">
                  <a:moveTo>
                    <a:pt x="60" y="57"/>
                  </a:moveTo>
                  <a:cubicBezTo>
                    <a:pt x="60" y="56"/>
                    <a:pt x="60" y="56"/>
                    <a:pt x="60" y="56"/>
                  </a:cubicBezTo>
                  <a:cubicBezTo>
                    <a:pt x="61" y="56"/>
                    <a:pt x="61" y="56"/>
                    <a:pt x="61" y="57"/>
                  </a:cubicBezTo>
                  <a:cubicBezTo>
                    <a:pt x="61" y="57"/>
                    <a:pt x="61" y="57"/>
                    <a:pt x="61" y="57"/>
                  </a:cubicBezTo>
                  <a:cubicBezTo>
                    <a:pt x="61" y="57"/>
                    <a:pt x="61" y="57"/>
                    <a:pt x="60" y="57"/>
                  </a:cubicBezTo>
                  <a:moveTo>
                    <a:pt x="87" y="0"/>
                  </a:moveTo>
                  <a:cubicBezTo>
                    <a:pt x="86" y="0"/>
                    <a:pt x="86" y="0"/>
                    <a:pt x="85" y="0"/>
                  </a:cubicBezTo>
                  <a:cubicBezTo>
                    <a:pt x="63" y="4"/>
                    <a:pt x="63" y="34"/>
                    <a:pt x="57" y="51"/>
                  </a:cubicBezTo>
                  <a:cubicBezTo>
                    <a:pt x="40" y="65"/>
                    <a:pt x="25" y="78"/>
                    <a:pt x="11" y="91"/>
                  </a:cubicBezTo>
                  <a:cubicBezTo>
                    <a:pt x="9" y="109"/>
                    <a:pt x="5" y="126"/>
                    <a:pt x="2" y="144"/>
                  </a:cubicBezTo>
                  <a:cubicBezTo>
                    <a:pt x="2" y="149"/>
                    <a:pt x="1" y="153"/>
                    <a:pt x="1" y="157"/>
                  </a:cubicBezTo>
                  <a:cubicBezTo>
                    <a:pt x="0" y="159"/>
                    <a:pt x="0" y="162"/>
                    <a:pt x="0" y="165"/>
                  </a:cubicBezTo>
                  <a:cubicBezTo>
                    <a:pt x="38" y="124"/>
                    <a:pt x="69" y="100"/>
                    <a:pt x="69" y="100"/>
                  </a:cubicBezTo>
                  <a:cubicBezTo>
                    <a:pt x="69" y="100"/>
                    <a:pt x="75" y="101"/>
                    <a:pt x="78" y="103"/>
                  </a:cubicBezTo>
                  <a:cubicBezTo>
                    <a:pt x="86" y="108"/>
                    <a:pt x="101" y="114"/>
                    <a:pt x="115" y="116"/>
                  </a:cubicBezTo>
                  <a:cubicBezTo>
                    <a:pt x="110" y="78"/>
                    <a:pt x="112" y="40"/>
                    <a:pt x="123" y="8"/>
                  </a:cubicBezTo>
                  <a:cubicBezTo>
                    <a:pt x="121" y="7"/>
                    <a:pt x="120" y="7"/>
                    <a:pt x="119" y="7"/>
                  </a:cubicBezTo>
                  <a:cubicBezTo>
                    <a:pt x="111" y="7"/>
                    <a:pt x="103" y="15"/>
                    <a:pt x="96" y="22"/>
                  </a:cubicBezTo>
                  <a:cubicBezTo>
                    <a:pt x="96" y="12"/>
                    <a:pt x="95" y="0"/>
                    <a:pt x="87"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6" name="Freeform 35"/>
            <p:cNvSpPr>
              <a:spLocks/>
            </p:cNvSpPr>
            <p:nvPr/>
          </p:nvSpPr>
          <p:spPr bwMode="auto">
            <a:xfrm>
              <a:off x="5394326" y="2527301"/>
              <a:ext cx="174625" cy="204788"/>
            </a:xfrm>
            <a:custGeom>
              <a:avLst/>
              <a:gdLst>
                <a:gd name="T0" fmla="*/ 82 w 107"/>
                <a:gd name="T1" fmla="*/ 82 h 126"/>
                <a:gd name="T2" fmla="*/ 91 w 107"/>
                <a:gd name="T3" fmla="*/ 61 h 126"/>
                <a:gd name="T4" fmla="*/ 67 w 107"/>
                <a:gd name="T5" fmla="*/ 52 h 126"/>
                <a:gd name="T6" fmla="*/ 70 w 107"/>
                <a:gd name="T7" fmla="*/ 10 h 126"/>
                <a:gd name="T8" fmla="*/ 41 w 107"/>
                <a:gd name="T9" fmla="*/ 23 h 126"/>
                <a:gd name="T10" fmla="*/ 30 w 107"/>
                <a:gd name="T11" fmla="*/ 1 h 126"/>
                <a:gd name="T12" fmla="*/ 0 w 107"/>
                <a:gd name="T13" fmla="*/ 56 h 126"/>
                <a:gd name="T14" fmla="*/ 21 w 107"/>
                <a:gd name="T15" fmla="*/ 98 h 126"/>
                <a:gd name="T16" fmla="*/ 93 w 107"/>
                <a:gd name="T17" fmla="*/ 111 h 126"/>
                <a:gd name="T18" fmla="*/ 82 w 107"/>
                <a:gd name="T19" fmla="*/ 8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26">
                  <a:moveTo>
                    <a:pt x="82" y="82"/>
                  </a:moveTo>
                  <a:cubicBezTo>
                    <a:pt x="88" y="76"/>
                    <a:pt x="94" y="69"/>
                    <a:pt x="91" y="61"/>
                  </a:cubicBezTo>
                  <a:cubicBezTo>
                    <a:pt x="87" y="53"/>
                    <a:pt x="77" y="52"/>
                    <a:pt x="67" y="52"/>
                  </a:cubicBezTo>
                  <a:cubicBezTo>
                    <a:pt x="72" y="38"/>
                    <a:pt x="86" y="20"/>
                    <a:pt x="70" y="10"/>
                  </a:cubicBezTo>
                  <a:cubicBezTo>
                    <a:pt x="60" y="4"/>
                    <a:pt x="49" y="14"/>
                    <a:pt x="41" y="23"/>
                  </a:cubicBezTo>
                  <a:cubicBezTo>
                    <a:pt x="41" y="13"/>
                    <a:pt x="39" y="0"/>
                    <a:pt x="30" y="1"/>
                  </a:cubicBezTo>
                  <a:cubicBezTo>
                    <a:pt x="6" y="5"/>
                    <a:pt x="8" y="39"/>
                    <a:pt x="0" y="56"/>
                  </a:cubicBezTo>
                  <a:cubicBezTo>
                    <a:pt x="2" y="55"/>
                    <a:pt x="11" y="87"/>
                    <a:pt x="21" y="98"/>
                  </a:cubicBezTo>
                  <a:cubicBezTo>
                    <a:pt x="20" y="100"/>
                    <a:pt x="76" y="126"/>
                    <a:pt x="93" y="111"/>
                  </a:cubicBezTo>
                  <a:cubicBezTo>
                    <a:pt x="107" y="99"/>
                    <a:pt x="95" y="88"/>
                    <a:pt x="82" y="82"/>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7" name="Freeform 36"/>
            <p:cNvSpPr>
              <a:spLocks/>
            </p:cNvSpPr>
            <p:nvPr/>
          </p:nvSpPr>
          <p:spPr bwMode="auto">
            <a:xfrm>
              <a:off x="5075238" y="2611438"/>
              <a:ext cx="358775" cy="1035050"/>
            </a:xfrm>
            <a:custGeom>
              <a:avLst/>
              <a:gdLst>
                <a:gd name="T0" fmla="*/ 217 w 221"/>
                <a:gd name="T1" fmla="*/ 46 h 638"/>
                <a:gd name="T2" fmla="*/ 67 w 221"/>
                <a:gd name="T3" fmla="*/ 266 h 638"/>
                <a:gd name="T4" fmla="*/ 221 w 221"/>
                <a:gd name="T5" fmla="*/ 588 h 638"/>
                <a:gd name="T6" fmla="*/ 190 w 221"/>
                <a:gd name="T7" fmla="*/ 638 h 638"/>
                <a:gd name="T8" fmla="*/ 11 w 221"/>
                <a:gd name="T9" fmla="*/ 300 h 638"/>
                <a:gd name="T10" fmla="*/ 199 w 221"/>
                <a:gd name="T11" fmla="*/ 0 h 638"/>
              </a:gdLst>
              <a:ahLst/>
              <a:cxnLst>
                <a:cxn ang="0">
                  <a:pos x="T0" y="T1"/>
                </a:cxn>
                <a:cxn ang="0">
                  <a:pos x="T2" y="T3"/>
                </a:cxn>
                <a:cxn ang="0">
                  <a:pos x="T4" y="T5"/>
                </a:cxn>
                <a:cxn ang="0">
                  <a:pos x="T6" y="T7"/>
                </a:cxn>
                <a:cxn ang="0">
                  <a:pos x="T8" y="T9"/>
                </a:cxn>
                <a:cxn ang="0">
                  <a:pos x="T10" y="T11"/>
                </a:cxn>
              </a:cxnLst>
              <a:rect l="0" t="0" r="r" b="b"/>
              <a:pathLst>
                <a:path w="221" h="638">
                  <a:moveTo>
                    <a:pt x="217" y="46"/>
                  </a:moveTo>
                  <a:cubicBezTo>
                    <a:pt x="217" y="46"/>
                    <a:pt x="61" y="163"/>
                    <a:pt x="67" y="266"/>
                  </a:cubicBezTo>
                  <a:cubicBezTo>
                    <a:pt x="73" y="369"/>
                    <a:pt x="221" y="588"/>
                    <a:pt x="221" y="588"/>
                  </a:cubicBezTo>
                  <a:cubicBezTo>
                    <a:pt x="190" y="638"/>
                    <a:pt x="190" y="638"/>
                    <a:pt x="190" y="638"/>
                  </a:cubicBezTo>
                  <a:cubicBezTo>
                    <a:pt x="190" y="638"/>
                    <a:pt x="21" y="412"/>
                    <a:pt x="11" y="300"/>
                  </a:cubicBezTo>
                  <a:cubicBezTo>
                    <a:pt x="0" y="189"/>
                    <a:pt x="54" y="121"/>
                    <a:pt x="199" y="0"/>
                  </a:cubicBezTo>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8" name="Freeform 37"/>
            <p:cNvSpPr>
              <a:spLocks/>
            </p:cNvSpPr>
            <p:nvPr/>
          </p:nvSpPr>
          <p:spPr bwMode="auto">
            <a:xfrm>
              <a:off x="6657976" y="2627313"/>
              <a:ext cx="6350" cy="66675"/>
            </a:xfrm>
            <a:custGeom>
              <a:avLst/>
              <a:gdLst>
                <a:gd name="T0" fmla="*/ 0 w 4"/>
                <a:gd name="T1" fmla="*/ 0 h 41"/>
                <a:gd name="T2" fmla="*/ 3 w 4"/>
                <a:gd name="T3" fmla="*/ 41 h 41"/>
                <a:gd name="T4" fmla="*/ 3 w 4"/>
                <a:gd name="T5" fmla="*/ 13 h 41"/>
                <a:gd name="T6" fmla="*/ 1 w 4"/>
                <a:gd name="T7" fmla="*/ 3 h 41"/>
                <a:gd name="T8" fmla="*/ 1 w 4"/>
                <a:gd name="T9" fmla="*/ 2 h 41"/>
                <a:gd name="T10" fmla="*/ 0 w 4"/>
                <a:gd name="T11" fmla="*/ 0 h 41"/>
              </a:gdLst>
              <a:ahLst/>
              <a:cxnLst>
                <a:cxn ang="0">
                  <a:pos x="T0" y="T1"/>
                </a:cxn>
                <a:cxn ang="0">
                  <a:pos x="T2" y="T3"/>
                </a:cxn>
                <a:cxn ang="0">
                  <a:pos x="T4" y="T5"/>
                </a:cxn>
                <a:cxn ang="0">
                  <a:pos x="T6" y="T7"/>
                </a:cxn>
                <a:cxn ang="0">
                  <a:pos x="T8" y="T9"/>
                </a:cxn>
                <a:cxn ang="0">
                  <a:pos x="T10" y="T11"/>
                </a:cxn>
              </a:cxnLst>
              <a:rect l="0" t="0" r="r" b="b"/>
              <a:pathLst>
                <a:path w="4" h="41">
                  <a:moveTo>
                    <a:pt x="0" y="0"/>
                  </a:moveTo>
                  <a:cubicBezTo>
                    <a:pt x="1" y="13"/>
                    <a:pt x="2" y="27"/>
                    <a:pt x="3" y="41"/>
                  </a:cubicBezTo>
                  <a:cubicBezTo>
                    <a:pt x="3" y="32"/>
                    <a:pt x="4" y="23"/>
                    <a:pt x="3" y="13"/>
                  </a:cubicBezTo>
                  <a:cubicBezTo>
                    <a:pt x="2" y="10"/>
                    <a:pt x="1" y="7"/>
                    <a:pt x="1" y="3"/>
                  </a:cubicBezTo>
                  <a:cubicBezTo>
                    <a:pt x="1" y="3"/>
                    <a:pt x="1" y="2"/>
                    <a:pt x="1" y="2"/>
                  </a:cubicBezTo>
                  <a:cubicBezTo>
                    <a:pt x="0" y="1"/>
                    <a:pt x="0" y="0"/>
                    <a:pt x="0"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9" name="Freeform 38"/>
            <p:cNvSpPr>
              <a:spLocks noEditPoints="1"/>
            </p:cNvSpPr>
            <p:nvPr/>
          </p:nvSpPr>
          <p:spPr bwMode="auto">
            <a:xfrm>
              <a:off x="6488113" y="2578101"/>
              <a:ext cx="28575" cy="69850"/>
            </a:xfrm>
            <a:custGeom>
              <a:avLst/>
              <a:gdLst>
                <a:gd name="T0" fmla="*/ 10 w 17"/>
                <a:gd name="T1" fmla="*/ 21 h 43"/>
                <a:gd name="T2" fmla="*/ 8 w 17"/>
                <a:gd name="T3" fmla="*/ 35 h 43"/>
                <a:gd name="T4" fmla="*/ 17 w 17"/>
                <a:gd name="T5" fmla="*/ 43 h 43"/>
                <a:gd name="T6" fmla="*/ 10 w 17"/>
                <a:gd name="T7" fmla="*/ 21 h 43"/>
                <a:gd name="T8" fmla="*/ 2 w 17"/>
                <a:gd name="T9" fmla="*/ 0 h 43"/>
                <a:gd name="T10" fmla="*/ 7 w 17"/>
                <a:gd name="T11" fmla="*/ 13 h 43"/>
                <a:gd name="T12" fmla="*/ 2 w 1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 h="43">
                  <a:moveTo>
                    <a:pt x="10" y="21"/>
                  </a:moveTo>
                  <a:cubicBezTo>
                    <a:pt x="7" y="24"/>
                    <a:pt x="5" y="28"/>
                    <a:pt x="8" y="35"/>
                  </a:cubicBezTo>
                  <a:cubicBezTo>
                    <a:pt x="10" y="39"/>
                    <a:pt x="13" y="41"/>
                    <a:pt x="17" y="43"/>
                  </a:cubicBezTo>
                  <a:cubicBezTo>
                    <a:pt x="15" y="35"/>
                    <a:pt x="13" y="28"/>
                    <a:pt x="10" y="21"/>
                  </a:cubicBezTo>
                  <a:moveTo>
                    <a:pt x="2" y="0"/>
                  </a:moveTo>
                  <a:cubicBezTo>
                    <a:pt x="0" y="6"/>
                    <a:pt x="2" y="10"/>
                    <a:pt x="7" y="13"/>
                  </a:cubicBezTo>
                  <a:cubicBezTo>
                    <a:pt x="5" y="9"/>
                    <a:pt x="4" y="4"/>
                    <a:pt x="2"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0" name="Freeform 39"/>
            <p:cNvSpPr>
              <a:spLocks/>
            </p:cNvSpPr>
            <p:nvPr/>
          </p:nvSpPr>
          <p:spPr bwMode="auto">
            <a:xfrm>
              <a:off x="6491288" y="2517776"/>
              <a:ext cx="173038" cy="198438"/>
            </a:xfrm>
            <a:custGeom>
              <a:avLst/>
              <a:gdLst>
                <a:gd name="T0" fmla="*/ 31 w 106"/>
                <a:gd name="T1" fmla="*/ 0 h 122"/>
                <a:gd name="T2" fmla="*/ 21 w 106"/>
                <a:gd name="T3" fmla="*/ 5 h 122"/>
                <a:gd name="T4" fmla="*/ 27 w 106"/>
                <a:gd name="T5" fmla="*/ 25 h 122"/>
                <a:gd name="T6" fmla="*/ 23 w 106"/>
                <a:gd name="T7" fmla="*/ 25 h 122"/>
                <a:gd name="T8" fmla="*/ 0 w 106"/>
                <a:gd name="T9" fmla="*/ 35 h 122"/>
                <a:gd name="T10" fmla="*/ 0 w 106"/>
                <a:gd name="T11" fmla="*/ 37 h 122"/>
                <a:gd name="T12" fmla="*/ 5 w 106"/>
                <a:gd name="T13" fmla="*/ 50 h 122"/>
                <a:gd name="T14" fmla="*/ 17 w 106"/>
                <a:gd name="T15" fmla="*/ 55 h 122"/>
                <a:gd name="T16" fmla="*/ 8 w 106"/>
                <a:gd name="T17" fmla="*/ 58 h 122"/>
                <a:gd name="T18" fmla="*/ 15 w 106"/>
                <a:gd name="T19" fmla="*/ 80 h 122"/>
                <a:gd name="T20" fmla="*/ 29 w 106"/>
                <a:gd name="T21" fmla="*/ 84 h 122"/>
                <a:gd name="T22" fmla="*/ 73 w 106"/>
                <a:gd name="T23" fmla="*/ 94 h 122"/>
                <a:gd name="T24" fmla="*/ 73 w 106"/>
                <a:gd name="T25" fmla="*/ 95 h 122"/>
                <a:gd name="T26" fmla="*/ 106 w 106"/>
                <a:gd name="T27" fmla="*/ 122 h 122"/>
                <a:gd name="T28" fmla="*/ 105 w 106"/>
                <a:gd name="T29" fmla="*/ 109 h 122"/>
                <a:gd name="T30" fmla="*/ 102 w 106"/>
                <a:gd name="T31" fmla="*/ 68 h 122"/>
                <a:gd name="T32" fmla="*/ 100 w 106"/>
                <a:gd name="T33" fmla="*/ 55 h 122"/>
                <a:gd name="T34" fmla="*/ 99 w 106"/>
                <a:gd name="T35" fmla="*/ 46 h 122"/>
                <a:gd name="T36" fmla="*/ 96 w 106"/>
                <a:gd name="T37" fmla="*/ 43 h 122"/>
                <a:gd name="T38" fmla="*/ 96 w 106"/>
                <a:gd name="T39" fmla="*/ 45 h 122"/>
                <a:gd name="T40" fmla="*/ 93 w 106"/>
                <a:gd name="T41" fmla="*/ 43 h 122"/>
                <a:gd name="T42" fmla="*/ 80 w 106"/>
                <a:gd name="T43" fmla="*/ 8 h 122"/>
                <a:gd name="T44" fmla="*/ 68 w 106"/>
                <a:gd name="T45" fmla="*/ 3 h 122"/>
                <a:gd name="T46" fmla="*/ 66 w 106"/>
                <a:gd name="T47" fmla="*/ 3 h 122"/>
                <a:gd name="T48" fmla="*/ 65 w 106"/>
                <a:gd name="T49" fmla="*/ 3 h 122"/>
                <a:gd name="T50" fmla="*/ 63 w 106"/>
                <a:gd name="T51" fmla="*/ 3 h 122"/>
                <a:gd name="T52" fmla="*/ 60 w 106"/>
                <a:gd name="T53" fmla="*/ 5 h 122"/>
                <a:gd name="T54" fmla="*/ 55 w 106"/>
                <a:gd name="T55" fmla="*/ 14 h 122"/>
                <a:gd name="T56" fmla="*/ 31 w 106"/>
                <a:gd name="T5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6" h="122">
                  <a:moveTo>
                    <a:pt x="31" y="0"/>
                  </a:moveTo>
                  <a:cubicBezTo>
                    <a:pt x="27" y="0"/>
                    <a:pt x="24" y="1"/>
                    <a:pt x="21" y="5"/>
                  </a:cubicBezTo>
                  <a:cubicBezTo>
                    <a:pt x="16" y="11"/>
                    <a:pt x="21" y="19"/>
                    <a:pt x="27" y="25"/>
                  </a:cubicBezTo>
                  <a:cubicBezTo>
                    <a:pt x="26" y="25"/>
                    <a:pt x="25" y="25"/>
                    <a:pt x="23" y="25"/>
                  </a:cubicBezTo>
                  <a:cubicBezTo>
                    <a:pt x="13" y="25"/>
                    <a:pt x="4" y="27"/>
                    <a:pt x="0" y="35"/>
                  </a:cubicBezTo>
                  <a:cubicBezTo>
                    <a:pt x="0" y="36"/>
                    <a:pt x="0" y="36"/>
                    <a:pt x="0" y="37"/>
                  </a:cubicBezTo>
                  <a:cubicBezTo>
                    <a:pt x="2" y="41"/>
                    <a:pt x="3" y="46"/>
                    <a:pt x="5" y="50"/>
                  </a:cubicBezTo>
                  <a:cubicBezTo>
                    <a:pt x="8" y="52"/>
                    <a:pt x="12" y="53"/>
                    <a:pt x="17" y="55"/>
                  </a:cubicBezTo>
                  <a:cubicBezTo>
                    <a:pt x="13" y="55"/>
                    <a:pt x="10" y="56"/>
                    <a:pt x="8" y="58"/>
                  </a:cubicBezTo>
                  <a:cubicBezTo>
                    <a:pt x="11" y="65"/>
                    <a:pt x="13" y="72"/>
                    <a:pt x="15" y="80"/>
                  </a:cubicBezTo>
                  <a:cubicBezTo>
                    <a:pt x="19" y="82"/>
                    <a:pt x="24" y="83"/>
                    <a:pt x="29" y="84"/>
                  </a:cubicBezTo>
                  <a:cubicBezTo>
                    <a:pt x="42" y="88"/>
                    <a:pt x="58" y="92"/>
                    <a:pt x="73" y="94"/>
                  </a:cubicBezTo>
                  <a:cubicBezTo>
                    <a:pt x="73" y="95"/>
                    <a:pt x="73" y="95"/>
                    <a:pt x="73" y="95"/>
                  </a:cubicBezTo>
                  <a:cubicBezTo>
                    <a:pt x="73" y="95"/>
                    <a:pt x="85" y="105"/>
                    <a:pt x="106" y="122"/>
                  </a:cubicBezTo>
                  <a:cubicBezTo>
                    <a:pt x="106" y="117"/>
                    <a:pt x="106" y="113"/>
                    <a:pt x="105" y="109"/>
                  </a:cubicBezTo>
                  <a:cubicBezTo>
                    <a:pt x="104" y="95"/>
                    <a:pt x="103" y="81"/>
                    <a:pt x="102" y="68"/>
                  </a:cubicBezTo>
                  <a:cubicBezTo>
                    <a:pt x="101" y="64"/>
                    <a:pt x="100" y="60"/>
                    <a:pt x="100" y="55"/>
                  </a:cubicBezTo>
                  <a:cubicBezTo>
                    <a:pt x="100" y="52"/>
                    <a:pt x="100" y="49"/>
                    <a:pt x="99" y="46"/>
                  </a:cubicBezTo>
                  <a:cubicBezTo>
                    <a:pt x="98" y="45"/>
                    <a:pt x="97" y="44"/>
                    <a:pt x="96" y="43"/>
                  </a:cubicBezTo>
                  <a:cubicBezTo>
                    <a:pt x="96" y="45"/>
                    <a:pt x="96" y="45"/>
                    <a:pt x="96" y="45"/>
                  </a:cubicBezTo>
                  <a:cubicBezTo>
                    <a:pt x="95" y="44"/>
                    <a:pt x="94" y="44"/>
                    <a:pt x="93" y="43"/>
                  </a:cubicBezTo>
                  <a:cubicBezTo>
                    <a:pt x="94" y="31"/>
                    <a:pt x="87" y="16"/>
                    <a:pt x="80" y="8"/>
                  </a:cubicBezTo>
                  <a:cubicBezTo>
                    <a:pt x="76" y="5"/>
                    <a:pt x="72" y="3"/>
                    <a:pt x="68" y="3"/>
                  </a:cubicBezTo>
                  <a:cubicBezTo>
                    <a:pt x="67" y="3"/>
                    <a:pt x="66" y="3"/>
                    <a:pt x="66" y="3"/>
                  </a:cubicBezTo>
                  <a:cubicBezTo>
                    <a:pt x="65" y="3"/>
                    <a:pt x="65" y="3"/>
                    <a:pt x="65" y="3"/>
                  </a:cubicBezTo>
                  <a:cubicBezTo>
                    <a:pt x="64" y="3"/>
                    <a:pt x="64" y="3"/>
                    <a:pt x="63" y="3"/>
                  </a:cubicBezTo>
                  <a:cubicBezTo>
                    <a:pt x="62" y="4"/>
                    <a:pt x="61" y="4"/>
                    <a:pt x="60" y="5"/>
                  </a:cubicBezTo>
                  <a:cubicBezTo>
                    <a:pt x="57" y="7"/>
                    <a:pt x="56" y="11"/>
                    <a:pt x="55" y="14"/>
                  </a:cubicBezTo>
                  <a:cubicBezTo>
                    <a:pt x="48" y="7"/>
                    <a:pt x="39" y="0"/>
                    <a:pt x="31"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1" name="Freeform 40"/>
            <p:cNvSpPr>
              <a:spLocks/>
            </p:cNvSpPr>
            <p:nvPr/>
          </p:nvSpPr>
          <p:spPr bwMode="auto">
            <a:xfrm>
              <a:off x="6483351" y="2487613"/>
              <a:ext cx="165100" cy="163513"/>
            </a:xfrm>
            <a:custGeom>
              <a:avLst/>
              <a:gdLst>
                <a:gd name="T0" fmla="*/ 98 w 101"/>
                <a:gd name="T1" fmla="*/ 49 h 101"/>
                <a:gd name="T2" fmla="*/ 85 w 101"/>
                <a:gd name="T3" fmla="*/ 15 h 101"/>
                <a:gd name="T4" fmla="*/ 71 w 101"/>
                <a:gd name="T5" fmla="*/ 9 h 101"/>
                <a:gd name="T6" fmla="*/ 68 w 101"/>
                <a:gd name="T7" fmla="*/ 10 h 101"/>
                <a:gd name="T8" fmla="*/ 65 w 101"/>
                <a:gd name="T9" fmla="*/ 11 h 101"/>
                <a:gd name="T10" fmla="*/ 60 w 101"/>
                <a:gd name="T11" fmla="*/ 21 h 101"/>
                <a:gd name="T12" fmla="*/ 26 w 101"/>
                <a:gd name="T13" fmla="*/ 11 h 101"/>
                <a:gd name="T14" fmla="*/ 32 w 101"/>
                <a:gd name="T15" fmla="*/ 32 h 101"/>
                <a:gd name="T16" fmla="*/ 5 w 101"/>
                <a:gd name="T17" fmla="*/ 42 h 101"/>
                <a:gd name="T18" fmla="*/ 22 w 101"/>
                <a:gd name="T19" fmla="*/ 61 h 101"/>
                <a:gd name="T20" fmla="*/ 11 w 101"/>
                <a:gd name="T21" fmla="*/ 78 h 101"/>
                <a:gd name="T22" fmla="*/ 34 w 101"/>
                <a:gd name="T23" fmla="*/ 90 h 101"/>
                <a:gd name="T24" fmla="*/ 78 w 101"/>
                <a:gd name="T25" fmla="*/ 101 h 101"/>
                <a:gd name="T26" fmla="*/ 101 w 101"/>
                <a:gd name="T27" fmla="*/ 51 h 101"/>
                <a:gd name="T28" fmla="*/ 98 w 101"/>
                <a:gd name="T29" fmla="*/ 4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1">
                  <a:moveTo>
                    <a:pt x="98" y="49"/>
                  </a:moveTo>
                  <a:cubicBezTo>
                    <a:pt x="99" y="37"/>
                    <a:pt x="92" y="23"/>
                    <a:pt x="85" y="15"/>
                  </a:cubicBezTo>
                  <a:cubicBezTo>
                    <a:pt x="81" y="11"/>
                    <a:pt x="76" y="8"/>
                    <a:pt x="71" y="9"/>
                  </a:cubicBezTo>
                  <a:cubicBezTo>
                    <a:pt x="70" y="9"/>
                    <a:pt x="69" y="9"/>
                    <a:pt x="68" y="10"/>
                  </a:cubicBezTo>
                  <a:cubicBezTo>
                    <a:pt x="67" y="10"/>
                    <a:pt x="66" y="11"/>
                    <a:pt x="65" y="11"/>
                  </a:cubicBezTo>
                  <a:cubicBezTo>
                    <a:pt x="62" y="13"/>
                    <a:pt x="61" y="17"/>
                    <a:pt x="60" y="21"/>
                  </a:cubicBezTo>
                  <a:cubicBezTo>
                    <a:pt x="50" y="11"/>
                    <a:pt x="35" y="0"/>
                    <a:pt x="26" y="11"/>
                  </a:cubicBezTo>
                  <a:cubicBezTo>
                    <a:pt x="21" y="17"/>
                    <a:pt x="26" y="25"/>
                    <a:pt x="32" y="32"/>
                  </a:cubicBezTo>
                  <a:cubicBezTo>
                    <a:pt x="21" y="31"/>
                    <a:pt x="9" y="32"/>
                    <a:pt x="5" y="42"/>
                  </a:cubicBezTo>
                  <a:cubicBezTo>
                    <a:pt x="0" y="53"/>
                    <a:pt x="11" y="58"/>
                    <a:pt x="22" y="61"/>
                  </a:cubicBezTo>
                  <a:cubicBezTo>
                    <a:pt x="13" y="63"/>
                    <a:pt x="6" y="68"/>
                    <a:pt x="11" y="78"/>
                  </a:cubicBezTo>
                  <a:cubicBezTo>
                    <a:pt x="15" y="86"/>
                    <a:pt x="26" y="88"/>
                    <a:pt x="34" y="90"/>
                  </a:cubicBezTo>
                  <a:cubicBezTo>
                    <a:pt x="47" y="94"/>
                    <a:pt x="63" y="99"/>
                    <a:pt x="78" y="101"/>
                  </a:cubicBezTo>
                  <a:cubicBezTo>
                    <a:pt x="101" y="51"/>
                    <a:pt x="101" y="51"/>
                    <a:pt x="101" y="51"/>
                  </a:cubicBezTo>
                  <a:cubicBezTo>
                    <a:pt x="100" y="51"/>
                    <a:pt x="99" y="50"/>
                    <a:pt x="98" y="4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2" name="Freeform 41"/>
            <p:cNvSpPr>
              <a:spLocks/>
            </p:cNvSpPr>
            <p:nvPr/>
          </p:nvSpPr>
          <p:spPr bwMode="auto">
            <a:xfrm>
              <a:off x="6607176" y="2566988"/>
              <a:ext cx="365125" cy="1079500"/>
            </a:xfrm>
            <a:custGeom>
              <a:avLst/>
              <a:gdLst>
                <a:gd name="T0" fmla="*/ 25 w 225"/>
                <a:gd name="T1" fmla="*/ 0 h 666"/>
                <a:gd name="T2" fmla="*/ 25 w 225"/>
                <a:gd name="T3" fmla="*/ 2 h 666"/>
                <a:gd name="T4" fmla="*/ 2 w 225"/>
                <a:gd name="T5" fmla="*/ 52 h 666"/>
                <a:gd name="T6" fmla="*/ 2 w 225"/>
                <a:gd name="T7" fmla="*/ 52 h 666"/>
                <a:gd name="T8" fmla="*/ 158 w 225"/>
                <a:gd name="T9" fmla="*/ 264 h 666"/>
                <a:gd name="T10" fmla="*/ 0 w 225"/>
                <a:gd name="T11" fmla="*/ 616 h 666"/>
                <a:gd name="T12" fmla="*/ 30 w 225"/>
                <a:gd name="T13" fmla="*/ 666 h 666"/>
                <a:gd name="T14" fmla="*/ 214 w 225"/>
                <a:gd name="T15" fmla="*/ 299 h 666"/>
                <a:gd name="T16" fmla="*/ 25 w 225"/>
                <a:gd name="T1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666">
                  <a:moveTo>
                    <a:pt x="25" y="0"/>
                  </a:moveTo>
                  <a:cubicBezTo>
                    <a:pt x="25" y="2"/>
                    <a:pt x="25" y="2"/>
                    <a:pt x="25" y="2"/>
                  </a:cubicBezTo>
                  <a:cubicBezTo>
                    <a:pt x="2" y="52"/>
                    <a:pt x="2" y="52"/>
                    <a:pt x="2" y="52"/>
                  </a:cubicBezTo>
                  <a:cubicBezTo>
                    <a:pt x="2" y="52"/>
                    <a:pt x="2" y="52"/>
                    <a:pt x="2" y="52"/>
                  </a:cubicBezTo>
                  <a:cubicBezTo>
                    <a:pt x="2" y="52"/>
                    <a:pt x="164" y="161"/>
                    <a:pt x="158" y="264"/>
                  </a:cubicBezTo>
                  <a:cubicBezTo>
                    <a:pt x="152" y="367"/>
                    <a:pt x="0" y="616"/>
                    <a:pt x="0" y="616"/>
                  </a:cubicBezTo>
                  <a:cubicBezTo>
                    <a:pt x="30" y="666"/>
                    <a:pt x="30" y="666"/>
                    <a:pt x="30" y="666"/>
                  </a:cubicBezTo>
                  <a:cubicBezTo>
                    <a:pt x="30" y="666"/>
                    <a:pt x="204" y="410"/>
                    <a:pt x="214" y="299"/>
                  </a:cubicBezTo>
                  <a:cubicBezTo>
                    <a:pt x="225" y="187"/>
                    <a:pt x="170" y="121"/>
                    <a:pt x="25" y="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3" name="Freeform 42"/>
            <p:cNvSpPr>
              <a:spLocks/>
            </p:cNvSpPr>
            <p:nvPr/>
          </p:nvSpPr>
          <p:spPr bwMode="auto">
            <a:xfrm>
              <a:off x="5969001" y="3373438"/>
              <a:ext cx="201613" cy="733425"/>
            </a:xfrm>
            <a:custGeom>
              <a:avLst/>
              <a:gdLst>
                <a:gd name="T0" fmla="*/ 37 w 124"/>
                <a:gd name="T1" fmla="*/ 70 h 452"/>
                <a:gd name="T2" fmla="*/ 10 w 124"/>
                <a:gd name="T3" fmla="*/ 268 h 452"/>
                <a:gd name="T4" fmla="*/ 72 w 124"/>
                <a:gd name="T5" fmla="*/ 450 h 452"/>
                <a:gd name="T6" fmla="*/ 122 w 124"/>
                <a:gd name="T7" fmla="*/ 264 h 452"/>
                <a:gd name="T8" fmla="*/ 70 w 124"/>
                <a:gd name="T9" fmla="*/ 69 h 452"/>
                <a:gd name="T10" fmla="*/ 90 w 124"/>
                <a:gd name="T11" fmla="*/ 40 h 452"/>
                <a:gd name="T12" fmla="*/ 49 w 124"/>
                <a:gd name="T13" fmla="*/ 2 h 452"/>
                <a:gd name="T14" fmla="*/ 37 w 124"/>
                <a:gd name="T15" fmla="*/ 70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452">
                  <a:moveTo>
                    <a:pt x="37" y="70"/>
                  </a:moveTo>
                  <a:cubicBezTo>
                    <a:pt x="37" y="70"/>
                    <a:pt x="3" y="231"/>
                    <a:pt x="10" y="268"/>
                  </a:cubicBezTo>
                  <a:cubicBezTo>
                    <a:pt x="16" y="305"/>
                    <a:pt x="59" y="448"/>
                    <a:pt x="72" y="450"/>
                  </a:cubicBezTo>
                  <a:cubicBezTo>
                    <a:pt x="85" y="452"/>
                    <a:pt x="124" y="290"/>
                    <a:pt x="122" y="264"/>
                  </a:cubicBezTo>
                  <a:cubicBezTo>
                    <a:pt x="120" y="238"/>
                    <a:pt x="70" y="69"/>
                    <a:pt x="70" y="69"/>
                  </a:cubicBezTo>
                  <a:cubicBezTo>
                    <a:pt x="70" y="69"/>
                    <a:pt x="86" y="58"/>
                    <a:pt x="90" y="40"/>
                  </a:cubicBezTo>
                  <a:cubicBezTo>
                    <a:pt x="94" y="19"/>
                    <a:pt x="77" y="0"/>
                    <a:pt x="49" y="2"/>
                  </a:cubicBezTo>
                  <a:cubicBezTo>
                    <a:pt x="21" y="4"/>
                    <a:pt x="0" y="39"/>
                    <a:pt x="37" y="70"/>
                  </a:cubicBezTo>
                  <a:close/>
                </a:path>
              </a:pathLst>
            </a:custGeom>
            <a:solidFill>
              <a:srgbClr val="CA4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4" name="Freeform 43"/>
            <p:cNvSpPr>
              <a:spLocks/>
            </p:cNvSpPr>
            <p:nvPr/>
          </p:nvSpPr>
          <p:spPr bwMode="auto">
            <a:xfrm>
              <a:off x="5351463" y="3287713"/>
              <a:ext cx="695325" cy="269875"/>
            </a:xfrm>
            <a:custGeom>
              <a:avLst/>
              <a:gdLst>
                <a:gd name="T0" fmla="*/ 5 w 428"/>
                <a:gd name="T1" fmla="*/ 0 h 166"/>
                <a:gd name="T2" fmla="*/ 0 w 428"/>
                <a:gd name="T3" fmla="*/ 53 h 166"/>
                <a:gd name="T4" fmla="*/ 328 w 428"/>
                <a:gd name="T5" fmla="*/ 166 h 166"/>
                <a:gd name="T6" fmla="*/ 428 w 428"/>
                <a:gd name="T7" fmla="*/ 55 h 166"/>
                <a:gd name="T8" fmla="*/ 5 w 428"/>
                <a:gd name="T9" fmla="*/ 0 h 166"/>
              </a:gdLst>
              <a:ahLst/>
              <a:cxnLst>
                <a:cxn ang="0">
                  <a:pos x="T0" y="T1"/>
                </a:cxn>
                <a:cxn ang="0">
                  <a:pos x="T2" y="T3"/>
                </a:cxn>
                <a:cxn ang="0">
                  <a:pos x="T4" y="T5"/>
                </a:cxn>
                <a:cxn ang="0">
                  <a:pos x="T6" y="T7"/>
                </a:cxn>
                <a:cxn ang="0">
                  <a:pos x="T8" y="T9"/>
                </a:cxn>
              </a:cxnLst>
              <a:rect l="0" t="0" r="r" b="b"/>
              <a:pathLst>
                <a:path w="428" h="166">
                  <a:moveTo>
                    <a:pt x="5" y="0"/>
                  </a:moveTo>
                  <a:cubicBezTo>
                    <a:pt x="0" y="53"/>
                    <a:pt x="0" y="53"/>
                    <a:pt x="0" y="53"/>
                  </a:cubicBezTo>
                  <a:cubicBezTo>
                    <a:pt x="0" y="53"/>
                    <a:pt x="236" y="108"/>
                    <a:pt x="328" y="166"/>
                  </a:cubicBezTo>
                  <a:cubicBezTo>
                    <a:pt x="328" y="166"/>
                    <a:pt x="357" y="59"/>
                    <a:pt x="428" y="55"/>
                  </a:cubicBezTo>
                  <a:cubicBezTo>
                    <a:pt x="428" y="55"/>
                    <a:pt x="192" y="65"/>
                    <a:pt x="5" y="0"/>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5" name="Freeform 44"/>
            <p:cNvSpPr>
              <a:spLocks/>
            </p:cNvSpPr>
            <p:nvPr/>
          </p:nvSpPr>
          <p:spPr bwMode="auto">
            <a:xfrm>
              <a:off x="6103938" y="3267076"/>
              <a:ext cx="581025" cy="261938"/>
            </a:xfrm>
            <a:custGeom>
              <a:avLst/>
              <a:gdLst>
                <a:gd name="T0" fmla="*/ 0 w 358"/>
                <a:gd name="T1" fmla="*/ 66 h 162"/>
                <a:gd name="T2" fmla="*/ 154 w 358"/>
                <a:gd name="T3" fmla="*/ 162 h 162"/>
                <a:gd name="T4" fmla="*/ 358 w 358"/>
                <a:gd name="T5" fmla="*/ 51 h 162"/>
                <a:gd name="T6" fmla="*/ 347 w 358"/>
                <a:gd name="T7" fmla="*/ 0 h 162"/>
                <a:gd name="T8" fmla="*/ 0 w 358"/>
                <a:gd name="T9" fmla="*/ 66 h 162"/>
              </a:gdLst>
              <a:ahLst/>
              <a:cxnLst>
                <a:cxn ang="0">
                  <a:pos x="T0" y="T1"/>
                </a:cxn>
                <a:cxn ang="0">
                  <a:pos x="T2" y="T3"/>
                </a:cxn>
                <a:cxn ang="0">
                  <a:pos x="T4" y="T5"/>
                </a:cxn>
                <a:cxn ang="0">
                  <a:pos x="T6" y="T7"/>
                </a:cxn>
                <a:cxn ang="0">
                  <a:pos x="T8" y="T9"/>
                </a:cxn>
              </a:cxnLst>
              <a:rect l="0" t="0" r="r" b="b"/>
              <a:pathLst>
                <a:path w="358" h="162">
                  <a:moveTo>
                    <a:pt x="0" y="66"/>
                  </a:moveTo>
                  <a:cubicBezTo>
                    <a:pt x="0" y="66"/>
                    <a:pt x="135" y="82"/>
                    <a:pt x="154" y="162"/>
                  </a:cubicBezTo>
                  <a:cubicBezTo>
                    <a:pt x="154" y="162"/>
                    <a:pt x="259" y="69"/>
                    <a:pt x="358" y="51"/>
                  </a:cubicBezTo>
                  <a:cubicBezTo>
                    <a:pt x="358" y="51"/>
                    <a:pt x="353" y="11"/>
                    <a:pt x="347" y="0"/>
                  </a:cubicBezTo>
                  <a:cubicBezTo>
                    <a:pt x="347" y="0"/>
                    <a:pt x="163" y="46"/>
                    <a:pt x="0" y="66"/>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grpSp>
      <p:sp>
        <p:nvSpPr>
          <p:cNvPr id="46" name="Rectangle 45"/>
          <p:cNvSpPr/>
          <p:nvPr/>
        </p:nvSpPr>
        <p:spPr>
          <a:xfrm>
            <a:off x="7110266" y="3768404"/>
            <a:ext cx="4479111" cy="584775"/>
          </a:xfrm>
          <a:prstGeom prst="rect">
            <a:avLst/>
          </a:prstGeom>
        </p:spPr>
        <p:txBody>
          <a:bodyPr wrap="none">
            <a:spAutoFit/>
          </a:bodyPr>
          <a:lstStyle/>
          <a:p>
            <a:pPr rtl="1"/>
            <a:r>
              <a:rPr lang="ar-SA" sz="3200" b="1" u="sng" dirty="0">
                <a:solidFill>
                  <a:srgbClr val="FF0000"/>
                </a:solidFill>
              </a:rPr>
              <a:t>ما هو التصوير التعليمي الرقمي؟</a:t>
            </a:r>
            <a:endParaRPr lang="en-US" sz="3200" u="sng" dirty="0">
              <a:solidFill>
                <a:srgbClr val="FF0000"/>
              </a:solidFill>
            </a:endParaRPr>
          </a:p>
        </p:txBody>
      </p:sp>
      <p:sp>
        <p:nvSpPr>
          <p:cNvPr id="4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3789638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 fill="hold"/>
                                        <p:tgtEl>
                                          <p:spTgt spid="9"/>
                                        </p:tgtEl>
                                        <p:attrNameLst>
                                          <p:attrName>ppt_x</p:attrName>
                                        </p:attrNameLst>
                                      </p:cBhvr>
                                      <p:tavLst>
                                        <p:tav tm="0">
                                          <p:val>
                                            <p:strVal val="#ppt_x"/>
                                          </p:val>
                                        </p:tav>
                                        <p:tav tm="100000">
                                          <p:val>
                                            <p:strVal val="#ppt_x"/>
                                          </p:val>
                                        </p:tav>
                                      </p:tavLst>
                                    </p:anim>
                                    <p:anim calcmode="lin" valueType="num">
                                      <p:cBhvr additive="base">
                                        <p:cTn id="19" dur="500" fill="hold"/>
                                        <p:tgtEl>
                                          <p:spTgt spid="9"/>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8"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2379736" y="311029"/>
            <a:ext cx="9126398" cy="759626"/>
          </a:xfrm>
          <a:prstGeom prst="rect">
            <a:avLst/>
          </a:prstGeom>
          <a:noFill/>
        </p:spPr>
        <p:txBody>
          <a:bodyPr wrap="square" rIns="144000" bIns="36000" numCol="1" spcCol="360000" rtlCol="0">
            <a:spAutoFit/>
          </a:bodyPr>
          <a:lstStyle/>
          <a:p>
            <a:pPr lvl="1" algn="r" rtl="1"/>
            <a:r>
              <a:rPr lang="en-US" sz="4400" b="1" u="sng" dirty="0"/>
              <a:t> </a:t>
            </a:r>
            <a:r>
              <a:rPr lang="ar-SA" sz="4400" b="1" u="sng" dirty="0" smtClean="0"/>
              <a:t>أ - التطور </a:t>
            </a:r>
            <a:r>
              <a:rPr lang="ar-SA" sz="4400" b="1" u="sng" dirty="0"/>
              <a:t>التاريخي للتصوير </a:t>
            </a:r>
            <a:endParaRPr lang="en-US" sz="4400" u="sng" dirty="0"/>
          </a:p>
        </p:txBody>
      </p:sp>
      <p:grpSp>
        <p:nvGrpSpPr>
          <p:cNvPr id="64" name="Group 10"/>
          <p:cNvGrpSpPr>
            <a:grpSpLocks/>
          </p:cNvGrpSpPr>
          <p:nvPr/>
        </p:nvGrpSpPr>
        <p:grpSpPr bwMode="auto">
          <a:xfrm rot="6300000">
            <a:off x="3658350" y="2856363"/>
            <a:ext cx="716033" cy="1200733"/>
            <a:chOff x="2761515" y="2286000"/>
            <a:chExt cx="1645174" cy="2760228"/>
          </a:xfrm>
          <a:solidFill>
            <a:schemeClr val="accent6"/>
          </a:solidFill>
        </p:grpSpPr>
        <p:sp>
          <p:nvSpPr>
            <p:cNvPr id="72" name="Oval 71"/>
            <p:cNvSpPr>
              <a:spLocks noChangeArrowheads="1"/>
            </p:cNvSpPr>
            <p:nvPr/>
          </p:nvSpPr>
          <p:spPr bwMode="auto">
            <a:xfrm rot="-733528">
              <a:off x="3352800" y="2286000"/>
              <a:ext cx="304800" cy="38100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3" name="Oval 72"/>
            <p:cNvSpPr>
              <a:spLocks noChangeArrowheads="1"/>
            </p:cNvSpPr>
            <p:nvPr/>
          </p:nvSpPr>
          <p:spPr bwMode="auto">
            <a:xfrm rot="-733528">
              <a:off x="3151531" y="2515499"/>
              <a:ext cx="213632" cy="25804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4" name="Oval 73"/>
            <p:cNvSpPr>
              <a:spLocks noChangeArrowheads="1"/>
            </p:cNvSpPr>
            <p:nvPr/>
          </p:nvSpPr>
          <p:spPr bwMode="auto">
            <a:xfrm rot="-733528">
              <a:off x="2992344" y="2729550"/>
              <a:ext cx="186338" cy="225072"/>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5" name="Oval 74"/>
            <p:cNvSpPr>
              <a:spLocks noChangeArrowheads="1"/>
            </p:cNvSpPr>
            <p:nvPr/>
          </p:nvSpPr>
          <p:spPr bwMode="auto">
            <a:xfrm rot="-733528">
              <a:off x="2879347" y="292135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6" name="Oval 75"/>
            <p:cNvSpPr>
              <a:spLocks noChangeArrowheads="1"/>
            </p:cNvSpPr>
            <p:nvPr/>
          </p:nvSpPr>
          <p:spPr bwMode="auto">
            <a:xfrm rot="-733528">
              <a:off x="2761515" y="313797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7" name="Freeform 76"/>
            <p:cNvSpPr>
              <a:spLocks noChangeArrowheads="1"/>
            </p:cNvSpPr>
            <p:nvPr/>
          </p:nvSpPr>
          <p:spPr bwMode="auto">
            <a:xfrm>
              <a:off x="2939384" y="2737153"/>
              <a:ext cx="1467305" cy="2309075"/>
            </a:xfrm>
            <a:custGeom>
              <a:avLst/>
              <a:gdLst>
                <a:gd name="T0" fmla="*/ 631801 w 1467305"/>
                <a:gd name="T1" fmla="*/ 891166 h 2309075"/>
                <a:gd name="T2" fmla="*/ 669995 w 1467305"/>
                <a:gd name="T3" fmla="*/ 757491 h 2309075"/>
                <a:gd name="T4" fmla="*/ 860968 w 1467305"/>
                <a:gd name="T5" fmla="*/ 547430 h 2309075"/>
                <a:gd name="T6" fmla="*/ 899162 w 1467305"/>
                <a:gd name="T7" fmla="*/ 289629 h 2309075"/>
                <a:gd name="T8" fmla="*/ 794128 w 1467305"/>
                <a:gd name="T9" fmla="*/ 89116 h 2309075"/>
                <a:gd name="T10" fmla="*/ 555412 w 1467305"/>
                <a:gd name="T11" fmla="*/ 60472 h 2309075"/>
                <a:gd name="T12" fmla="*/ 106627 w 1467305"/>
                <a:gd name="T13" fmla="*/ 451948 h 2309075"/>
                <a:gd name="T14" fmla="*/ 20689 w 1467305"/>
                <a:gd name="T15" fmla="*/ 805232 h 2309075"/>
                <a:gd name="T16" fmla="*/ 230759 w 1467305"/>
                <a:gd name="T17" fmla="*/ 1320835 h 2309075"/>
                <a:gd name="T18" fmla="*/ 679544 w 1467305"/>
                <a:gd name="T19" fmla="*/ 2017854 h 2309075"/>
                <a:gd name="T20" fmla="*/ 946906 w 1467305"/>
                <a:gd name="T21" fmla="*/ 2266108 h 2309075"/>
                <a:gd name="T22" fmla="*/ 1204718 w 1467305"/>
                <a:gd name="T23" fmla="*/ 2275656 h 2309075"/>
                <a:gd name="T24" fmla="*/ 1405239 w 1467305"/>
                <a:gd name="T25" fmla="*/ 2103788 h 2309075"/>
                <a:gd name="T26" fmla="*/ 1462531 w 1467305"/>
                <a:gd name="T27" fmla="*/ 1884179 h 2309075"/>
                <a:gd name="T28" fmla="*/ 1376594 w 1467305"/>
                <a:gd name="T29" fmla="*/ 1655022 h 2309075"/>
                <a:gd name="T30" fmla="*/ 1166524 w 1467305"/>
                <a:gd name="T31" fmla="*/ 1530896 h 2309075"/>
                <a:gd name="T32" fmla="*/ 946906 w 1467305"/>
                <a:gd name="T33" fmla="*/ 1483155 h 2309075"/>
                <a:gd name="T34" fmla="*/ 765482 w 1467305"/>
                <a:gd name="T35" fmla="*/ 1349480 h 2309075"/>
                <a:gd name="T36" fmla="*/ 631801 w 1467305"/>
                <a:gd name="T37" fmla="*/ 1063034 h 2309075"/>
                <a:gd name="T38" fmla="*/ 631801 w 1467305"/>
                <a:gd name="T39" fmla="*/ 891166 h 23090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7305"/>
                <a:gd name="T61" fmla="*/ 0 h 2309075"/>
                <a:gd name="T62" fmla="*/ 1467305 w 1467305"/>
                <a:gd name="T63" fmla="*/ 2309075 h 23090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7305" h="2309075">
                  <a:moveTo>
                    <a:pt x="631801" y="891166"/>
                  </a:moveTo>
                  <a:cubicBezTo>
                    <a:pt x="641342" y="827542"/>
                    <a:pt x="644500" y="814780"/>
                    <a:pt x="669995" y="757491"/>
                  </a:cubicBezTo>
                  <a:cubicBezTo>
                    <a:pt x="708190" y="700202"/>
                    <a:pt x="822774" y="625407"/>
                    <a:pt x="860968" y="547430"/>
                  </a:cubicBezTo>
                  <a:cubicBezTo>
                    <a:pt x="899162" y="469453"/>
                    <a:pt x="910302" y="366015"/>
                    <a:pt x="899162" y="289629"/>
                  </a:cubicBezTo>
                  <a:cubicBezTo>
                    <a:pt x="888022" y="213243"/>
                    <a:pt x="851420" y="127309"/>
                    <a:pt x="794128" y="89116"/>
                  </a:cubicBezTo>
                  <a:cubicBezTo>
                    <a:pt x="736836" y="50923"/>
                    <a:pt x="669995" y="0"/>
                    <a:pt x="555412" y="60472"/>
                  </a:cubicBezTo>
                  <a:cubicBezTo>
                    <a:pt x="440829" y="120944"/>
                    <a:pt x="195748" y="327821"/>
                    <a:pt x="106627" y="451948"/>
                  </a:cubicBezTo>
                  <a:cubicBezTo>
                    <a:pt x="17507" y="576075"/>
                    <a:pt x="0" y="660418"/>
                    <a:pt x="20689" y="805232"/>
                  </a:cubicBezTo>
                  <a:cubicBezTo>
                    <a:pt x="41378" y="950046"/>
                    <a:pt x="120950" y="1118731"/>
                    <a:pt x="230759" y="1320835"/>
                  </a:cubicBezTo>
                  <a:cubicBezTo>
                    <a:pt x="340568" y="1522939"/>
                    <a:pt x="560186" y="1860309"/>
                    <a:pt x="679544" y="2017854"/>
                  </a:cubicBezTo>
                  <a:cubicBezTo>
                    <a:pt x="798902" y="2175399"/>
                    <a:pt x="859377" y="2223141"/>
                    <a:pt x="946906" y="2266108"/>
                  </a:cubicBezTo>
                  <a:cubicBezTo>
                    <a:pt x="1034435" y="2309075"/>
                    <a:pt x="1128329" y="2302709"/>
                    <a:pt x="1204718" y="2275656"/>
                  </a:cubicBezTo>
                  <a:cubicBezTo>
                    <a:pt x="1281107" y="2248603"/>
                    <a:pt x="1362270" y="2169034"/>
                    <a:pt x="1405239" y="2103788"/>
                  </a:cubicBezTo>
                  <a:cubicBezTo>
                    <a:pt x="1448208" y="2038542"/>
                    <a:pt x="1467305" y="1958973"/>
                    <a:pt x="1462531" y="1884179"/>
                  </a:cubicBezTo>
                  <a:cubicBezTo>
                    <a:pt x="1457757" y="1809385"/>
                    <a:pt x="1425928" y="1713902"/>
                    <a:pt x="1376594" y="1655022"/>
                  </a:cubicBezTo>
                  <a:cubicBezTo>
                    <a:pt x="1327260" y="1596142"/>
                    <a:pt x="1238139" y="1559541"/>
                    <a:pt x="1166524" y="1530896"/>
                  </a:cubicBezTo>
                  <a:cubicBezTo>
                    <a:pt x="1094909" y="1502251"/>
                    <a:pt x="1013746" y="1513391"/>
                    <a:pt x="946906" y="1483155"/>
                  </a:cubicBezTo>
                  <a:cubicBezTo>
                    <a:pt x="880066" y="1452919"/>
                    <a:pt x="817999" y="1419500"/>
                    <a:pt x="765482" y="1349480"/>
                  </a:cubicBezTo>
                  <a:cubicBezTo>
                    <a:pt x="712965" y="1279460"/>
                    <a:pt x="654081" y="1139420"/>
                    <a:pt x="631801" y="1063034"/>
                  </a:cubicBezTo>
                  <a:cubicBezTo>
                    <a:pt x="615871" y="945373"/>
                    <a:pt x="625435" y="942090"/>
                    <a:pt x="631801" y="891166"/>
                  </a:cubicBezTo>
                  <a:close/>
                </a:path>
              </a:pathLst>
            </a:cu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nvGrpSpPr>
          <p:cNvPr id="65" name="Group 11"/>
          <p:cNvGrpSpPr>
            <a:grpSpLocks/>
          </p:cNvGrpSpPr>
          <p:nvPr/>
        </p:nvGrpSpPr>
        <p:grpSpPr bwMode="auto">
          <a:xfrm rot="15300000" flipV="1">
            <a:off x="7683505" y="3805548"/>
            <a:ext cx="716033" cy="1200733"/>
            <a:chOff x="2761515" y="2286000"/>
            <a:chExt cx="1645174" cy="2760228"/>
          </a:xfrm>
          <a:solidFill>
            <a:schemeClr val="accent2">
              <a:lumMod val="75000"/>
            </a:schemeClr>
          </a:solidFill>
        </p:grpSpPr>
        <p:sp>
          <p:nvSpPr>
            <p:cNvPr id="66" name="Oval 65"/>
            <p:cNvSpPr>
              <a:spLocks noChangeArrowheads="1"/>
            </p:cNvSpPr>
            <p:nvPr/>
          </p:nvSpPr>
          <p:spPr bwMode="auto">
            <a:xfrm rot="-733528">
              <a:off x="3352800" y="2286000"/>
              <a:ext cx="304800" cy="38100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67" name="Oval 66"/>
            <p:cNvSpPr>
              <a:spLocks noChangeArrowheads="1"/>
            </p:cNvSpPr>
            <p:nvPr/>
          </p:nvSpPr>
          <p:spPr bwMode="auto">
            <a:xfrm rot="-733528">
              <a:off x="3151531" y="2515499"/>
              <a:ext cx="213632" cy="25804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68" name="Oval 67"/>
            <p:cNvSpPr>
              <a:spLocks noChangeArrowheads="1"/>
            </p:cNvSpPr>
            <p:nvPr/>
          </p:nvSpPr>
          <p:spPr bwMode="auto">
            <a:xfrm rot="-733528">
              <a:off x="2992344" y="2729550"/>
              <a:ext cx="186338" cy="225072"/>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69" name="Oval 68"/>
            <p:cNvSpPr>
              <a:spLocks noChangeArrowheads="1"/>
            </p:cNvSpPr>
            <p:nvPr/>
          </p:nvSpPr>
          <p:spPr bwMode="auto">
            <a:xfrm rot="-733528">
              <a:off x="2879347" y="292135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0" name="Oval 69"/>
            <p:cNvSpPr>
              <a:spLocks noChangeArrowheads="1"/>
            </p:cNvSpPr>
            <p:nvPr/>
          </p:nvSpPr>
          <p:spPr bwMode="auto">
            <a:xfrm rot="-733528">
              <a:off x="2761515" y="313797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1" name="Freeform 70"/>
            <p:cNvSpPr>
              <a:spLocks noChangeArrowheads="1"/>
            </p:cNvSpPr>
            <p:nvPr/>
          </p:nvSpPr>
          <p:spPr bwMode="auto">
            <a:xfrm>
              <a:off x="2939384" y="2737153"/>
              <a:ext cx="1467305" cy="2309075"/>
            </a:xfrm>
            <a:custGeom>
              <a:avLst/>
              <a:gdLst>
                <a:gd name="T0" fmla="*/ 631801 w 1467305"/>
                <a:gd name="T1" fmla="*/ 891166 h 2309075"/>
                <a:gd name="T2" fmla="*/ 669995 w 1467305"/>
                <a:gd name="T3" fmla="*/ 757491 h 2309075"/>
                <a:gd name="T4" fmla="*/ 860968 w 1467305"/>
                <a:gd name="T5" fmla="*/ 547430 h 2309075"/>
                <a:gd name="T6" fmla="*/ 899162 w 1467305"/>
                <a:gd name="T7" fmla="*/ 289629 h 2309075"/>
                <a:gd name="T8" fmla="*/ 794128 w 1467305"/>
                <a:gd name="T9" fmla="*/ 89116 h 2309075"/>
                <a:gd name="T10" fmla="*/ 555412 w 1467305"/>
                <a:gd name="T11" fmla="*/ 60472 h 2309075"/>
                <a:gd name="T12" fmla="*/ 106627 w 1467305"/>
                <a:gd name="T13" fmla="*/ 451948 h 2309075"/>
                <a:gd name="T14" fmla="*/ 20689 w 1467305"/>
                <a:gd name="T15" fmla="*/ 805232 h 2309075"/>
                <a:gd name="T16" fmla="*/ 230759 w 1467305"/>
                <a:gd name="T17" fmla="*/ 1320835 h 2309075"/>
                <a:gd name="T18" fmla="*/ 679544 w 1467305"/>
                <a:gd name="T19" fmla="*/ 2017854 h 2309075"/>
                <a:gd name="T20" fmla="*/ 946906 w 1467305"/>
                <a:gd name="T21" fmla="*/ 2266108 h 2309075"/>
                <a:gd name="T22" fmla="*/ 1204718 w 1467305"/>
                <a:gd name="T23" fmla="*/ 2275656 h 2309075"/>
                <a:gd name="T24" fmla="*/ 1405239 w 1467305"/>
                <a:gd name="T25" fmla="*/ 2103788 h 2309075"/>
                <a:gd name="T26" fmla="*/ 1462531 w 1467305"/>
                <a:gd name="T27" fmla="*/ 1884179 h 2309075"/>
                <a:gd name="T28" fmla="*/ 1376594 w 1467305"/>
                <a:gd name="T29" fmla="*/ 1655022 h 2309075"/>
                <a:gd name="T30" fmla="*/ 1166524 w 1467305"/>
                <a:gd name="T31" fmla="*/ 1530896 h 2309075"/>
                <a:gd name="T32" fmla="*/ 946906 w 1467305"/>
                <a:gd name="T33" fmla="*/ 1483155 h 2309075"/>
                <a:gd name="T34" fmla="*/ 765482 w 1467305"/>
                <a:gd name="T35" fmla="*/ 1349480 h 2309075"/>
                <a:gd name="T36" fmla="*/ 631801 w 1467305"/>
                <a:gd name="T37" fmla="*/ 1063034 h 2309075"/>
                <a:gd name="T38" fmla="*/ 631801 w 1467305"/>
                <a:gd name="T39" fmla="*/ 891166 h 23090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7305"/>
                <a:gd name="T61" fmla="*/ 0 h 2309075"/>
                <a:gd name="T62" fmla="*/ 1467305 w 1467305"/>
                <a:gd name="T63" fmla="*/ 2309075 h 23090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7305" h="2309075">
                  <a:moveTo>
                    <a:pt x="631801" y="891166"/>
                  </a:moveTo>
                  <a:cubicBezTo>
                    <a:pt x="641342" y="827542"/>
                    <a:pt x="644500" y="814780"/>
                    <a:pt x="669995" y="757491"/>
                  </a:cubicBezTo>
                  <a:cubicBezTo>
                    <a:pt x="708190" y="700202"/>
                    <a:pt x="822774" y="625407"/>
                    <a:pt x="860968" y="547430"/>
                  </a:cubicBezTo>
                  <a:cubicBezTo>
                    <a:pt x="899162" y="469453"/>
                    <a:pt x="910302" y="366015"/>
                    <a:pt x="899162" y="289629"/>
                  </a:cubicBezTo>
                  <a:cubicBezTo>
                    <a:pt x="888022" y="213243"/>
                    <a:pt x="851420" y="127309"/>
                    <a:pt x="794128" y="89116"/>
                  </a:cubicBezTo>
                  <a:cubicBezTo>
                    <a:pt x="736836" y="50923"/>
                    <a:pt x="669995" y="0"/>
                    <a:pt x="555412" y="60472"/>
                  </a:cubicBezTo>
                  <a:cubicBezTo>
                    <a:pt x="440829" y="120944"/>
                    <a:pt x="195748" y="327821"/>
                    <a:pt x="106627" y="451948"/>
                  </a:cubicBezTo>
                  <a:cubicBezTo>
                    <a:pt x="17507" y="576075"/>
                    <a:pt x="0" y="660418"/>
                    <a:pt x="20689" y="805232"/>
                  </a:cubicBezTo>
                  <a:cubicBezTo>
                    <a:pt x="41378" y="950046"/>
                    <a:pt x="120950" y="1118731"/>
                    <a:pt x="230759" y="1320835"/>
                  </a:cubicBezTo>
                  <a:cubicBezTo>
                    <a:pt x="340568" y="1522939"/>
                    <a:pt x="560186" y="1860309"/>
                    <a:pt x="679544" y="2017854"/>
                  </a:cubicBezTo>
                  <a:cubicBezTo>
                    <a:pt x="798902" y="2175399"/>
                    <a:pt x="859377" y="2223141"/>
                    <a:pt x="946906" y="2266108"/>
                  </a:cubicBezTo>
                  <a:cubicBezTo>
                    <a:pt x="1034435" y="2309075"/>
                    <a:pt x="1128329" y="2302709"/>
                    <a:pt x="1204718" y="2275656"/>
                  </a:cubicBezTo>
                  <a:cubicBezTo>
                    <a:pt x="1281107" y="2248603"/>
                    <a:pt x="1362270" y="2169034"/>
                    <a:pt x="1405239" y="2103788"/>
                  </a:cubicBezTo>
                  <a:cubicBezTo>
                    <a:pt x="1448208" y="2038542"/>
                    <a:pt x="1467305" y="1958973"/>
                    <a:pt x="1462531" y="1884179"/>
                  </a:cubicBezTo>
                  <a:cubicBezTo>
                    <a:pt x="1457757" y="1809385"/>
                    <a:pt x="1425928" y="1713902"/>
                    <a:pt x="1376594" y="1655022"/>
                  </a:cubicBezTo>
                  <a:cubicBezTo>
                    <a:pt x="1327260" y="1596142"/>
                    <a:pt x="1238139" y="1559541"/>
                    <a:pt x="1166524" y="1530896"/>
                  </a:cubicBezTo>
                  <a:cubicBezTo>
                    <a:pt x="1094909" y="1502251"/>
                    <a:pt x="1013746" y="1513391"/>
                    <a:pt x="946906" y="1483155"/>
                  </a:cubicBezTo>
                  <a:cubicBezTo>
                    <a:pt x="880066" y="1452919"/>
                    <a:pt x="817999" y="1419500"/>
                    <a:pt x="765482" y="1349480"/>
                  </a:cubicBezTo>
                  <a:cubicBezTo>
                    <a:pt x="712965" y="1279460"/>
                    <a:pt x="654081" y="1139420"/>
                    <a:pt x="631801" y="1063034"/>
                  </a:cubicBezTo>
                  <a:cubicBezTo>
                    <a:pt x="615871" y="945373"/>
                    <a:pt x="625435" y="942090"/>
                    <a:pt x="631801" y="891166"/>
                  </a:cubicBezTo>
                  <a:close/>
                </a:path>
              </a:pathLst>
            </a:cu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nvGrpSpPr>
          <p:cNvPr id="123" name="Group 122"/>
          <p:cNvGrpSpPr/>
          <p:nvPr/>
        </p:nvGrpSpPr>
        <p:grpSpPr>
          <a:xfrm>
            <a:off x="5903439" y="4729969"/>
            <a:ext cx="4362191" cy="1938524"/>
            <a:chOff x="-733296" y="2876550"/>
            <a:chExt cx="4362191" cy="1938524"/>
          </a:xfrm>
        </p:grpSpPr>
        <p:cxnSp>
          <p:nvCxnSpPr>
            <p:cNvPr id="124" name="Straight Connector 123"/>
            <p:cNvCxnSpPr/>
            <p:nvPr/>
          </p:nvCxnSpPr>
          <p:spPr>
            <a:xfrm>
              <a:off x="1447800" y="2876550"/>
              <a:ext cx="0" cy="609600"/>
            </a:xfrm>
            <a:prstGeom prst="line">
              <a:avLst/>
            </a:prstGeom>
            <a:ln w="12700">
              <a:solidFill>
                <a:schemeClr val="tx1">
                  <a:lumMod val="40000"/>
                  <a:lumOff val="6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sp>
          <p:nvSpPr>
            <p:cNvPr id="125" name="Rectangle 1436"/>
            <p:cNvSpPr>
              <a:spLocks noChangeArrowheads="1"/>
            </p:cNvSpPr>
            <p:nvPr/>
          </p:nvSpPr>
          <p:spPr bwMode="auto">
            <a:xfrm>
              <a:off x="-733296" y="3522412"/>
              <a:ext cx="4362191" cy="1292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algn="ctr"/>
              <a:r>
                <a:rPr lang="ar-SA" sz="2800" b="1" dirty="0"/>
                <a:t>في عام 1800م تم اكتشاف وملاحظة أن بعض المواد يتغير مظهرها إذا ما تعرضت للضوء</a:t>
              </a:r>
              <a:endParaRPr lang="en-US" sz="2800" b="1" u="sng" dirty="0" smtClean="0">
                <a:solidFill>
                  <a:prstClr val="white">
                    <a:lumMod val="65000"/>
                  </a:prstClr>
                </a:solidFill>
                <a:latin typeface="Calibri" panose="020F0502020204030204"/>
                <a:cs typeface="Arial" pitchFamily="34" charset="0"/>
              </a:endParaRPr>
            </a:p>
          </p:txBody>
        </p:sp>
      </p:grpSp>
      <p:grpSp>
        <p:nvGrpSpPr>
          <p:cNvPr id="126" name="Group 125"/>
          <p:cNvGrpSpPr/>
          <p:nvPr/>
        </p:nvGrpSpPr>
        <p:grpSpPr>
          <a:xfrm>
            <a:off x="1162371" y="1613751"/>
            <a:ext cx="5400754" cy="1443219"/>
            <a:chOff x="-815991" y="823731"/>
            <a:chExt cx="5400754" cy="1443219"/>
          </a:xfrm>
        </p:grpSpPr>
        <p:cxnSp>
          <p:nvCxnSpPr>
            <p:cNvPr id="127" name="Straight Connector 126"/>
            <p:cNvCxnSpPr/>
            <p:nvPr/>
          </p:nvCxnSpPr>
          <p:spPr>
            <a:xfrm flipV="1">
              <a:off x="1919654" y="1757797"/>
              <a:ext cx="0" cy="509153"/>
            </a:xfrm>
            <a:prstGeom prst="line">
              <a:avLst/>
            </a:prstGeom>
            <a:ln w="12700">
              <a:solidFill>
                <a:schemeClr val="tx1">
                  <a:lumMod val="40000"/>
                  <a:lumOff val="6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sp>
          <p:nvSpPr>
            <p:cNvPr id="128" name="Rectangle 1436"/>
            <p:cNvSpPr>
              <a:spLocks noChangeArrowheads="1"/>
            </p:cNvSpPr>
            <p:nvPr/>
          </p:nvSpPr>
          <p:spPr bwMode="auto">
            <a:xfrm>
              <a:off x="-815991" y="823731"/>
              <a:ext cx="5400754"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algn="ctr"/>
              <a:r>
                <a:rPr lang="ar-SA" sz="2800" b="1" dirty="0"/>
                <a:t> يعود الفضل في ظهور أول أفكار التصوير الفوتوغرافي للعالم المسلم ابن الهيثم </a:t>
              </a:r>
              <a:endParaRPr lang="en-US" sz="2800" b="1" u="sng" dirty="0" smtClean="0">
                <a:solidFill>
                  <a:prstClr val="white">
                    <a:lumMod val="65000"/>
                  </a:prstClr>
                </a:solidFill>
                <a:latin typeface="Calibri" panose="020F0502020204030204"/>
                <a:cs typeface="Arial" pitchFamily="34" charset="0"/>
              </a:endParaRPr>
            </a:p>
          </p:txBody>
        </p:sp>
      </p:grpSp>
      <p:sp>
        <p:nvSpPr>
          <p:cNvPr id="2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70688779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1+#ppt_w/2"/>
                                          </p:val>
                                        </p:tav>
                                        <p:tav tm="100000">
                                          <p:val>
                                            <p:strVal val="#ppt_x"/>
                                          </p:val>
                                        </p:tav>
                                      </p:tavLst>
                                    </p:anim>
                                    <p:anim calcmode="lin" valueType="num">
                                      <p:cBhvr additive="base">
                                        <p:cTn id="8" dur="500" fill="hold"/>
                                        <p:tgtEl>
                                          <p:spTgt spid="1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64"/>
                                        </p:tgtEl>
                                        <p:attrNameLst>
                                          <p:attrName>style.visibility</p:attrName>
                                        </p:attrNameLst>
                                      </p:cBhvr>
                                      <p:to>
                                        <p:strVal val="visible"/>
                                      </p:to>
                                    </p:set>
                                    <p:animEffect transition="in" filter="fade">
                                      <p:cBhvr>
                                        <p:cTn id="12" dur="500"/>
                                        <p:tgtEl>
                                          <p:spTgt spid="64"/>
                                        </p:tgtEl>
                                      </p:cBhvr>
                                    </p:animEffect>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126"/>
                                        </p:tgtEl>
                                        <p:attrNameLst>
                                          <p:attrName>style.visibility</p:attrName>
                                        </p:attrNameLst>
                                      </p:cBhvr>
                                      <p:to>
                                        <p:strVal val="visible"/>
                                      </p:to>
                                    </p:set>
                                    <p:animEffect transition="in" filter="fade">
                                      <p:cBhvr>
                                        <p:cTn id="16" dur="500"/>
                                        <p:tgtEl>
                                          <p:spTgt spid="126"/>
                                        </p:tgtEl>
                                      </p:cBhvr>
                                    </p:animEffect>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65"/>
                                        </p:tgtEl>
                                        <p:attrNameLst>
                                          <p:attrName>style.visibility</p:attrName>
                                        </p:attrNameLst>
                                      </p:cBhvr>
                                      <p:to>
                                        <p:strVal val="visible"/>
                                      </p:to>
                                    </p:set>
                                    <p:animEffect transition="in" filter="fade">
                                      <p:cBhvr>
                                        <p:cTn id="20" dur="500"/>
                                        <p:tgtEl>
                                          <p:spTgt spid="65"/>
                                        </p:tgtEl>
                                      </p:cBhvr>
                                    </p:animEffect>
                                  </p:childTnLst>
                                </p:cTn>
                              </p:par>
                            </p:childTnLst>
                          </p:cTn>
                        </p:par>
                        <p:par>
                          <p:cTn id="21" fill="hold">
                            <p:stCondLst>
                              <p:cond delay="2000"/>
                            </p:stCondLst>
                            <p:childTnLst>
                              <p:par>
                                <p:cTn id="22" presetID="10" presetClass="entr" presetSubtype="0" fill="hold" nodeType="afterEffect">
                                  <p:stCondLst>
                                    <p:cond delay="0"/>
                                  </p:stCondLst>
                                  <p:childTnLst>
                                    <p:set>
                                      <p:cBhvr>
                                        <p:cTn id="23" dur="1" fill="hold">
                                          <p:stCondLst>
                                            <p:cond delay="0"/>
                                          </p:stCondLst>
                                        </p:cTn>
                                        <p:tgtEl>
                                          <p:spTgt spid="123"/>
                                        </p:tgtEl>
                                        <p:attrNameLst>
                                          <p:attrName>style.visibility</p:attrName>
                                        </p:attrNameLst>
                                      </p:cBhvr>
                                      <p:to>
                                        <p:strVal val="visible"/>
                                      </p:to>
                                    </p:set>
                                    <p:animEffect transition="in" filter="fade">
                                      <p:cBhvr>
                                        <p:cTn id="24" dur="500"/>
                                        <p:tgtEl>
                                          <p:spTgt spid="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2095870" y="350111"/>
            <a:ext cx="9126398" cy="759626"/>
          </a:xfrm>
          <a:prstGeom prst="rect">
            <a:avLst/>
          </a:prstGeom>
          <a:noFill/>
        </p:spPr>
        <p:txBody>
          <a:bodyPr wrap="square" rIns="144000" bIns="36000" numCol="1" spcCol="360000" rtlCol="0">
            <a:spAutoFit/>
          </a:bodyPr>
          <a:lstStyle/>
          <a:p>
            <a:pPr lvl="1" algn="r" rtl="1"/>
            <a:r>
              <a:rPr lang="en-US" sz="4400" b="1" u="sng" dirty="0"/>
              <a:t> </a:t>
            </a:r>
            <a:r>
              <a:rPr lang="ar-SA" sz="4400" b="1" u="sng" dirty="0" smtClean="0"/>
              <a:t>أ - التطور </a:t>
            </a:r>
            <a:r>
              <a:rPr lang="ar-SA" sz="4400" b="1" u="sng" dirty="0"/>
              <a:t>التاريخي للتصوير </a:t>
            </a:r>
            <a:endParaRPr lang="en-US" sz="4400" u="sng" dirty="0"/>
          </a:p>
        </p:txBody>
      </p:sp>
      <p:grpSp>
        <p:nvGrpSpPr>
          <p:cNvPr id="79" name="Group 78"/>
          <p:cNvGrpSpPr>
            <a:grpSpLocks/>
          </p:cNvGrpSpPr>
          <p:nvPr/>
        </p:nvGrpSpPr>
        <p:grpSpPr bwMode="auto">
          <a:xfrm rot="6300000">
            <a:off x="3158362" y="2794914"/>
            <a:ext cx="780878" cy="1310084"/>
            <a:chOff x="2761515" y="2286000"/>
            <a:chExt cx="1645174" cy="2760228"/>
          </a:xfrm>
          <a:solidFill>
            <a:schemeClr val="accent2"/>
          </a:solidFill>
        </p:grpSpPr>
        <p:sp>
          <p:nvSpPr>
            <p:cNvPr id="87" name="Oval 86"/>
            <p:cNvSpPr>
              <a:spLocks noChangeArrowheads="1"/>
            </p:cNvSpPr>
            <p:nvPr/>
          </p:nvSpPr>
          <p:spPr bwMode="auto">
            <a:xfrm rot="-733528">
              <a:off x="3352800" y="2286000"/>
              <a:ext cx="304800" cy="38100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8" name="Oval 87"/>
            <p:cNvSpPr>
              <a:spLocks noChangeArrowheads="1"/>
            </p:cNvSpPr>
            <p:nvPr/>
          </p:nvSpPr>
          <p:spPr bwMode="auto">
            <a:xfrm rot="-733528">
              <a:off x="3151531" y="2515499"/>
              <a:ext cx="213632" cy="25804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9" name="Oval 88"/>
            <p:cNvSpPr>
              <a:spLocks noChangeArrowheads="1"/>
            </p:cNvSpPr>
            <p:nvPr/>
          </p:nvSpPr>
          <p:spPr bwMode="auto">
            <a:xfrm rot="-733528">
              <a:off x="2992344" y="2729550"/>
              <a:ext cx="186338" cy="225072"/>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90" name="Oval 89"/>
            <p:cNvSpPr>
              <a:spLocks noChangeArrowheads="1"/>
            </p:cNvSpPr>
            <p:nvPr/>
          </p:nvSpPr>
          <p:spPr bwMode="auto">
            <a:xfrm rot="-733528">
              <a:off x="2879347" y="292135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91" name="Oval 90"/>
            <p:cNvSpPr>
              <a:spLocks noChangeArrowheads="1"/>
            </p:cNvSpPr>
            <p:nvPr/>
          </p:nvSpPr>
          <p:spPr bwMode="auto">
            <a:xfrm rot="-733528">
              <a:off x="2761515" y="313797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92" name="Freeform 91"/>
            <p:cNvSpPr>
              <a:spLocks noChangeArrowheads="1"/>
            </p:cNvSpPr>
            <p:nvPr/>
          </p:nvSpPr>
          <p:spPr bwMode="auto">
            <a:xfrm>
              <a:off x="2939384" y="2737153"/>
              <a:ext cx="1467305" cy="2309075"/>
            </a:xfrm>
            <a:custGeom>
              <a:avLst/>
              <a:gdLst>
                <a:gd name="T0" fmla="*/ 631801 w 1467305"/>
                <a:gd name="T1" fmla="*/ 891166 h 2309075"/>
                <a:gd name="T2" fmla="*/ 669995 w 1467305"/>
                <a:gd name="T3" fmla="*/ 757491 h 2309075"/>
                <a:gd name="T4" fmla="*/ 860968 w 1467305"/>
                <a:gd name="T5" fmla="*/ 547430 h 2309075"/>
                <a:gd name="T6" fmla="*/ 899162 w 1467305"/>
                <a:gd name="T7" fmla="*/ 289629 h 2309075"/>
                <a:gd name="T8" fmla="*/ 794128 w 1467305"/>
                <a:gd name="T9" fmla="*/ 89116 h 2309075"/>
                <a:gd name="T10" fmla="*/ 555412 w 1467305"/>
                <a:gd name="T11" fmla="*/ 60472 h 2309075"/>
                <a:gd name="T12" fmla="*/ 106627 w 1467305"/>
                <a:gd name="T13" fmla="*/ 451948 h 2309075"/>
                <a:gd name="T14" fmla="*/ 20689 w 1467305"/>
                <a:gd name="T15" fmla="*/ 805232 h 2309075"/>
                <a:gd name="T16" fmla="*/ 230759 w 1467305"/>
                <a:gd name="T17" fmla="*/ 1320835 h 2309075"/>
                <a:gd name="T18" fmla="*/ 679544 w 1467305"/>
                <a:gd name="T19" fmla="*/ 2017854 h 2309075"/>
                <a:gd name="T20" fmla="*/ 946906 w 1467305"/>
                <a:gd name="T21" fmla="*/ 2266108 h 2309075"/>
                <a:gd name="T22" fmla="*/ 1204718 w 1467305"/>
                <a:gd name="T23" fmla="*/ 2275656 h 2309075"/>
                <a:gd name="T24" fmla="*/ 1405239 w 1467305"/>
                <a:gd name="T25" fmla="*/ 2103788 h 2309075"/>
                <a:gd name="T26" fmla="*/ 1462531 w 1467305"/>
                <a:gd name="T27" fmla="*/ 1884179 h 2309075"/>
                <a:gd name="T28" fmla="*/ 1376594 w 1467305"/>
                <a:gd name="T29" fmla="*/ 1655022 h 2309075"/>
                <a:gd name="T30" fmla="*/ 1166524 w 1467305"/>
                <a:gd name="T31" fmla="*/ 1530896 h 2309075"/>
                <a:gd name="T32" fmla="*/ 946906 w 1467305"/>
                <a:gd name="T33" fmla="*/ 1483155 h 2309075"/>
                <a:gd name="T34" fmla="*/ 765482 w 1467305"/>
                <a:gd name="T35" fmla="*/ 1349480 h 2309075"/>
                <a:gd name="T36" fmla="*/ 631801 w 1467305"/>
                <a:gd name="T37" fmla="*/ 1063034 h 2309075"/>
                <a:gd name="T38" fmla="*/ 631801 w 1467305"/>
                <a:gd name="T39" fmla="*/ 891166 h 23090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7305"/>
                <a:gd name="T61" fmla="*/ 0 h 2309075"/>
                <a:gd name="T62" fmla="*/ 1467305 w 1467305"/>
                <a:gd name="T63" fmla="*/ 2309075 h 23090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7305" h="2309075">
                  <a:moveTo>
                    <a:pt x="631801" y="891166"/>
                  </a:moveTo>
                  <a:cubicBezTo>
                    <a:pt x="641342" y="827542"/>
                    <a:pt x="644500" y="814780"/>
                    <a:pt x="669995" y="757491"/>
                  </a:cubicBezTo>
                  <a:cubicBezTo>
                    <a:pt x="708190" y="700202"/>
                    <a:pt x="822774" y="625407"/>
                    <a:pt x="860968" y="547430"/>
                  </a:cubicBezTo>
                  <a:cubicBezTo>
                    <a:pt x="899162" y="469453"/>
                    <a:pt x="910302" y="366015"/>
                    <a:pt x="899162" y="289629"/>
                  </a:cubicBezTo>
                  <a:cubicBezTo>
                    <a:pt x="888022" y="213243"/>
                    <a:pt x="851420" y="127309"/>
                    <a:pt x="794128" y="89116"/>
                  </a:cubicBezTo>
                  <a:cubicBezTo>
                    <a:pt x="736836" y="50923"/>
                    <a:pt x="669995" y="0"/>
                    <a:pt x="555412" y="60472"/>
                  </a:cubicBezTo>
                  <a:cubicBezTo>
                    <a:pt x="440829" y="120944"/>
                    <a:pt x="195748" y="327821"/>
                    <a:pt x="106627" y="451948"/>
                  </a:cubicBezTo>
                  <a:cubicBezTo>
                    <a:pt x="17507" y="576075"/>
                    <a:pt x="0" y="660418"/>
                    <a:pt x="20689" y="805232"/>
                  </a:cubicBezTo>
                  <a:cubicBezTo>
                    <a:pt x="41378" y="950046"/>
                    <a:pt x="120950" y="1118731"/>
                    <a:pt x="230759" y="1320835"/>
                  </a:cubicBezTo>
                  <a:cubicBezTo>
                    <a:pt x="340568" y="1522939"/>
                    <a:pt x="560186" y="1860309"/>
                    <a:pt x="679544" y="2017854"/>
                  </a:cubicBezTo>
                  <a:cubicBezTo>
                    <a:pt x="798902" y="2175399"/>
                    <a:pt x="859377" y="2223141"/>
                    <a:pt x="946906" y="2266108"/>
                  </a:cubicBezTo>
                  <a:cubicBezTo>
                    <a:pt x="1034435" y="2309075"/>
                    <a:pt x="1128329" y="2302709"/>
                    <a:pt x="1204718" y="2275656"/>
                  </a:cubicBezTo>
                  <a:cubicBezTo>
                    <a:pt x="1281107" y="2248603"/>
                    <a:pt x="1362270" y="2169034"/>
                    <a:pt x="1405239" y="2103788"/>
                  </a:cubicBezTo>
                  <a:cubicBezTo>
                    <a:pt x="1448208" y="2038542"/>
                    <a:pt x="1467305" y="1958973"/>
                    <a:pt x="1462531" y="1884179"/>
                  </a:cubicBezTo>
                  <a:cubicBezTo>
                    <a:pt x="1457757" y="1809385"/>
                    <a:pt x="1425928" y="1713902"/>
                    <a:pt x="1376594" y="1655022"/>
                  </a:cubicBezTo>
                  <a:cubicBezTo>
                    <a:pt x="1327260" y="1596142"/>
                    <a:pt x="1238139" y="1559541"/>
                    <a:pt x="1166524" y="1530896"/>
                  </a:cubicBezTo>
                  <a:cubicBezTo>
                    <a:pt x="1094909" y="1502251"/>
                    <a:pt x="1013746" y="1513391"/>
                    <a:pt x="946906" y="1483155"/>
                  </a:cubicBezTo>
                  <a:cubicBezTo>
                    <a:pt x="880066" y="1452919"/>
                    <a:pt x="817999" y="1419500"/>
                    <a:pt x="765482" y="1349480"/>
                  </a:cubicBezTo>
                  <a:cubicBezTo>
                    <a:pt x="712965" y="1279460"/>
                    <a:pt x="654081" y="1139420"/>
                    <a:pt x="631801" y="1063034"/>
                  </a:cubicBezTo>
                  <a:cubicBezTo>
                    <a:pt x="615871" y="945373"/>
                    <a:pt x="625435" y="942090"/>
                    <a:pt x="631801" y="891166"/>
                  </a:cubicBezTo>
                  <a:close/>
                </a:path>
              </a:pathLst>
            </a:cu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nvGrpSpPr>
          <p:cNvPr id="80" name="Group 25"/>
          <p:cNvGrpSpPr>
            <a:grpSpLocks/>
          </p:cNvGrpSpPr>
          <p:nvPr/>
        </p:nvGrpSpPr>
        <p:grpSpPr bwMode="auto">
          <a:xfrm rot="15300000" flipV="1">
            <a:off x="5901123" y="3919277"/>
            <a:ext cx="780878" cy="1310084"/>
            <a:chOff x="2761515" y="2286000"/>
            <a:chExt cx="1645174" cy="2760228"/>
          </a:xfrm>
          <a:solidFill>
            <a:schemeClr val="accent4"/>
          </a:solidFill>
        </p:grpSpPr>
        <p:sp>
          <p:nvSpPr>
            <p:cNvPr id="81" name="Oval 80"/>
            <p:cNvSpPr>
              <a:spLocks noChangeArrowheads="1"/>
            </p:cNvSpPr>
            <p:nvPr/>
          </p:nvSpPr>
          <p:spPr bwMode="auto">
            <a:xfrm rot="-733528">
              <a:off x="3352800" y="2286000"/>
              <a:ext cx="304800" cy="38100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2" name="Oval 81"/>
            <p:cNvSpPr>
              <a:spLocks noChangeArrowheads="1"/>
            </p:cNvSpPr>
            <p:nvPr/>
          </p:nvSpPr>
          <p:spPr bwMode="auto">
            <a:xfrm rot="-733528">
              <a:off x="3151531" y="2515499"/>
              <a:ext cx="213632" cy="25804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3" name="Oval 82"/>
            <p:cNvSpPr>
              <a:spLocks noChangeArrowheads="1"/>
            </p:cNvSpPr>
            <p:nvPr/>
          </p:nvSpPr>
          <p:spPr bwMode="auto">
            <a:xfrm rot="-733528">
              <a:off x="2992344" y="2729550"/>
              <a:ext cx="186338" cy="225072"/>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4" name="Oval 83"/>
            <p:cNvSpPr>
              <a:spLocks noChangeArrowheads="1"/>
            </p:cNvSpPr>
            <p:nvPr/>
          </p:nvSpPr>
          <p:spPr bwMode="auto">
            <a:xfrm rot="-733528">
              <a:off x="2879347" y="292135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5" name="Oval 84"/>
            <p:cNvSpPr>
              <a:spLocks noChangeArrowheads="1"/>
            </p:cNvSpPr>
            <p:nvPr/>
          </p:nvSpPr>
          <p:spPr bwMode="auto">
            <a:xfrm rot="-733528">
              <a:off x="2761515" y="313797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6" name="Freeform 85"/>
            <p:cNvSpPr>
              <a:spLocks noChangeArrowheads="1"/>
            </p:cNvSpPr>
            <p:nvPr/>
          </p:nvSpPr>
          <p:spPr bwMode="auto">
            <a:xfrm>
              <a:off x="2939384" y="2737153"/>
              <a:ext cx="1467305" cy="2309075"/>
            </a:xfrm>
            <a:custGeom>
              <a:avLst/>
              <a:gdLst>
                <a:gd name="T0" fmla="*/ 631801 w 1467305"/>
                <a:gd name="T1" fmla="*/ 891166 h 2309075"/>
                <a:gd name="T2" fmla="*/ 669995 w 1467305"/>
                <a:gd name="T3" fmla="*/ 757491 h 2309075"/>
                <a:gd name="T4" fmla="*/ 860968 w 1467305"/>
                <a:gd name="T5" fmla="*/ 547430 h 2309075"/>
                <a:gd name="T6" fmla="*/ 899162 w 1467305"/>
                <a:gd name="T7" fmla="*/ 289629 h 2309075"/>
                <a:gd name="T8" fmla="*/ 794128 w 1467305"/>
                <a:gd name="T9" fmla="*/ 89116 h 2309075"/>
                <a:gd name="T10" fmla="*/ 555412 w 1467305"/>
                <a:gd name="T11" fmla="*/ 60472 h 2309075"/>
                <a:gd name="T12" fmla="*/ 106627 w 1467305"/>
                <a:gd name="T13" fmla="*/ 451948 h 2309075"/>
                <a:gd name="T14" fmla="*/ 20689 w 1467305"/>
                <a:gd name="T15" fmla="*/ 805232 h 2309075"/>
                <a:gd name="T16" fmla="*/ 230759 w 1467305"/>
                <a:gd name="T17" fmla="*/ 1320835 h 2309075"/>
                <a:gd name="T18" fmla="*/ 679544 w 1467305"/>
                <a:gd name="T19" fmla="*/ 2017854 h 2309075"/>
                <a:gd name="T20" fmla="*/ 946906 w 1467305"/>
                <a:gd name="T21" fmla="*/ 2266108 h 2309075"/>
                <a:gd name="T22" fmla="*/ 1204718 w 1467305"/>
                <a:gd name="T23" fmla="*/ 2275656 h 2309075"/>
                <a:gd name="T24" fmla="*/ 1405239 w 1467305"/>
                <a:gd name="T25" fmla="*/ 2103788 h 2309075"/>
                <a:gd name="T26" fmla="*/ 1462531 w 1467305"/>
                <a:gd name="T27" fmla="*/ 1884179 h 2309075"/>
                <a:gd name="T28" fmla="*/ 1376594 w 1467305"/>
                <a:gd name="T29" fmla="*/ 1655022 h 2309075"/>
                <a:gd name="T30" fmla="*/ 1166524 w 1467305"/>
                <a:gd name="T31" fmla="*/ 1530896 h 2309075"/>
                <a:gd name="T32" fmla="*/ 946906 w 1467305"/>
                <a:gd name="T33" fmla="*/ 1483155 h 2309075"/>
                <a:gd name="T34" fmla="*/ 765482 w 1467305"/>
                <a:gd name="T35" fmla="*/ 1349480 h 2309075"/>
                <a:gd name="T36" fmla="*/ 631801 w 1467305"/>
                <a:gd name="T37" fmla="*/ 1063034 h 2309075"/>
                <a:gd name="T38" fmla="*/ 631801 w 1467305"/>
                <a:gd name="T39" fmla="*/ 891166 h 23090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7305"/>
                <a:gd name="T61" fmla="*/ 0 h 2309075"/>
                <a:gd name="T62" fmla="*/ 1467305 w 1467305"/>
                <a:gd name="T63" fmla="*/ 2309075 h 23090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7305" h="2309075">
                  <a:moveTo>
                    <a:pt x="631801" y="891166"/>
                  </a:moveTo>
                  <a:cubicBezTo>
                    <a:pt x="641342" y="827542"/>
                    <a:pt x="644500" y="814780"/>
                    <a:pt x="669995" y="757491"/>
                  </a:cubicBezTo>
                  <a:cubicBezTo>
                    <a:pt x="708190" y="700202"/>
                    <a:pt x="822774" y="625407"/>
                    <a:pt x="860968" y="547430"/>
                  </a:cubicBezTo>
                  <a:cubicBezTo>
                    <a:pt x="899162" y="469453"/>
                    <a:pt x="910302" y="366015"/>
                    <a:pt x="899162" y="289629"/>
                  </a:cubicBezTo>
                  <a:cubicBezTo>
                    <a:pt x="888022" y="213243"/>
                    <a:pt x="851420" y="127309"/>
                    <a:pt x="794128" y="89116"/>
                  </a:cubicBezTo>
                  <a:cubicBezTo>
                    <a:pt x="736836" y="50923"/>
                    <a:pt x="669995" y="0"/>
                    <a:pt x="555412" y="60472"/>
                  </a:cubicBezTo>
                  <a:cubicBezTo>
                    <a:pt x="440829" y="120944"/>
                    <a:pt x="195748" y="327821"/>
                    <a:pt x="106627" y="451948"/>
                  </a:cubicBezTo>
                  <a:cubicBezTo>
                    <a:pt x="17507" y="576075"/>
                    <a:pt x="0" y="660418"/>
                    <a:pt x="20689" y="805232"/>
                  </a:cubicBezTo>
                  <a:cubicBezTo>
                    <a:pt x="41378" y="950046"/>
                    <a:pt x="120950" y="1118731"/>
                    <a:pt x="230759" y="1320835"/>
                  </a:cubicBezTo>
                  <a:cubicBezTo>
                    <a:pt x="340568" y="1522939"/>
                    <a:pt x="560186" y="1860309"/>
                    <a:pt x="679544" y="2017854"/>
                  </a:cubicBezTo>
                  <a:cubicBezTo>
                    <a:pt x="798902" y="2175399"/>
                    <a:pt x="859377" y="2223141"/>
                    <a:pt x="946906" y="2266108"/>
                  </a:cubicBezTo>
                  <a:cubicBezTo>
                    <a:pt x="1034435" y="2309075"/>
                    <a:pt x="1128329" y="2302709"/>
                    <a:pt x="1204718" y="2275656"/>
                  </a:cubicBezTo>
                  <a:cubicBezTo>
                    <a:pt x="1281107" y="2248603"/>
                    <a:pt x="1362270" y="2169034"/>
                    <a:pt x="1405239" y="2103788"/>
                  </a:cubicBezTo>
                  <a:cubicBezTo>
                    <a:pt x="1448208" y="2038542"/>
                    <a:pt x="1467305" y="1958973"/>
                    <a:pt x="1462531" y="1884179"/>
                  </a:cubicBezTo>
                  <a:cubicBezTo>
                    <a:pt x="1457757" y="1809385"/>
                    <a:pt x="1425928" y="1713902"/>
                    <a:pt x="1376594" y="1655022"/>
                  </a:cubicBezTo>
                  <a:cubicBezTo>
                    <a:pt x="1327260" y="1596142"/>
                    <a:pt x="1238139" y="1559541"/>
                    <a:pt x="1166524" y="1530896"/>
                  </a:cubicBezTo>
                  <a:cubicBezTo>
                    <a:pt x="1094909" y="1502251"/>
                    <a:pt x="1013746" y="1513391"/>
                    <a:pt x="946906" y="1483155"/>
                  </a:cubicBezTo>
                  <a:cubicBezTo>
                    <a:pt x="880066" y="1452919"/>
                    <a:pt x="817999" y="1419500"/>
                    <a:pt x="765482" y="1349480"/>
                  </a:cubicBezTo>
                  <a:cubicBezTo>
                    <a:pt x="712965" y="1279460"/>
                    <a:pt x="654081" y="1139420"/>
                    <a:pt x="631801" y="1063034"/>
                  </a:cubicBezTo>
                  <a:cubicBezTo>
                    <a:pt x="615871" y="945373"/>
                    <a:pt x="625435" y="942090"/>
                    <a:pt x="631801" y="891166"/>
                  </a:cubicBezTo>
                  <a:close/>
                </a:path>
              </a:pathLst>
            </a:cu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nvGrpSpPr>
          <p:cNvPr id="94" name="Group 32"/>
          <p:cNvGrpSpPr>
            <a:grpSpLocks/>
          </p:cNvGrpSpPr>
          <p:nvPr/>
        </p:nvGrpSpPr>
        <p:grpSpPr bwMode="auto">
          <a:xfrm rot="6300000">
            <a:off x="8864218" y="2515441"/>
            <a:ext cx="873121" cy="1465086"/>
            <a:chOff x="2761515" y="2286000"/>
            <a:chExt cx="1645174" cy="2760228"/>
          </a:xfrm>
          <a:solidFill>
            <a:schemeClr val="accent3"/>
          </a:solidFill>
        </p:grpSpPr>
        <p:sp>
          <p:nvSpPr>
            <p:cNvPr id="102" name="Oval 101"/>
            <p:cNvSpPr>
              <a:spLocks noChangeArrowheads="1"/>
            </p:cNvSpPr>
            <p:nvPr/>
          </p:nvSpPr>
          <p:spPr bwMode="auto">
            <a:xfrm rot="-733528">
              <a:off x="3352800" y="2286000"/>
              <a:ext cx="304800" cy="38100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103" name="Oval 102"/>
            <p:cNvSpPr>
              <a:spLocks noChangeArrowheads="1"/>
            </p:cNvSpPr>
            <p:nvPr/>
          </p:nvSpPr>
          <p:spPr bwMode="auto">
            <a:xfrm rot="-733528">
              <a:off x="3151531" y="2515499"/>
              <a:ext cx="213632" cy="25804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104" name="Oval 103"/>
            <p:cNvSpPr>
              <a:spLocks noChangeArrowheads="1"/>
            </p:cNvSpPr>
            <p:nvPr/>
          </p:nvSpPr>
          <p:spPr bwMode="auto">
            <a:xfrm rot="-733528">
              <a:off x="2992344" y="2729550"/>
              <a:ext cx="186338" cy="225072"/>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105" name="Oval 104"/>
            <p:cNvSpPr>
              <a:spLocks noChangeArrowheads="1"/>
            </p:cNvSpPr>
            <p:nvPr/>
          </p:nvSpPr>
          <p:spPr bwMode="auto">
            <a:xfrm rot="-733528">
              <a:off x="2879347" y="292135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106" name="Oval 105"/>
            <p:cNvSpPr>
              <a:spLocks noChangeArrowheads="1"/>
            </p:cNvSpPr>
            <p:nvPr/>
          </p:nvSpPr>
          <p:spPr bwMode="auto">
            <a:xfrm rot="-733528">
              <a:off x="2761515" y="313797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107" name="Freeform 106"/>
            <p:cNvSpPr>
              <a:spLocks noChangeArrowheads="1"/>
            </p:cNvSpPr>
            <p:nvPr/>
          </p:nvSpPr>
          <p:spPr bwMode="auto">
            <a:xfrm>
              <a:off x="2939384" y="2737153"/>
              <a:ext cx="1467305" cy="2309075"/>
            </a:xfrm>
            <a:custGeom>
              <a:avLst/>
              <a:gdLst>
                <a:gd name="T0" fmla="*/ 631801 w 1467305"/>
                <a:gd name="T1" fmla="*/ 891166 h 2309075"/>
                <a:gd name="T2" fmla="*/ 669995 w 1467305"/>
                <a:gd name="T3" fmla="*/ 757491 h 2309075"/>
                <a:gd name="T4" fmla="*/ 860968 w 1467305"/>
                <a:gd name="T5" fmla="*/ 547430 h 2309075"/>
                <a:gd name="T6" fmla="*/ 899162 w 1467305"/>
                <a:gd name="T7" fmla="*/ 289629 h 2309075"/>
                <a:gd name="T8" fmla="*/ 794128 w 1467305"/>
                <a:gd name="T9" fmla="*/ 89116 h 2309075"/>
                <a:gd name="T10" fmla="*/ 555412 w 1467305"/>
                <a:gd name="T11" fmla="*/ 60472 h 2309075"/>
                <a:gd name="T12" fmla="*/ 106627 w 1467305"/>
                <a:gd name="T13" fmla="*/ 451948 h 2309075"/>
                <a:gd name="T14" fmla="*/ 20689 w 1467305"/>
                <a:gd name="T15" fmla="*/ 805232 h 2309075"/>
                <a:gd name="T16" fmla="*/ 230759 w 1467305"/>
                <a:gd name="T17" fmla="*/ 1320835 h 2309075"/>
                <a:gd name="T18" fmla="*/ 679544 w 1467305"/>
                <a:gd name="T19" fmla="*/ 2017854 h 2309075"/>
                <a:gd name="T20" fmla="*/ 946906 w 1467305"/>
                <a:gd name="T21" fmla="*/ 2266108 h 2309075"/>
                <a:gd name="T22" fmla="*/ 1204718 w 1467305"/>
                <a:gd name="T23" fmla="*/ 2275656 h 2309075"/>
                <a:gd name="T24" fmla="*/ 1405239 w 1467305"/>
                <a:gd name="T25" fmla="*/ 2103788 h 2309075"/>
                <a:gd name="T26" fmla="*/ 1462531 w 1467305"/>
                <a:gd name="T27" fmla="*/ 1884179 h 2309075"/>
                <a:gd name="T28" fmla="*/ 1376594 w 1467305"/>
                <a:gd name="T29" fmla="*/ 1655022 h 2309075"/>
                <a:gd name="T30" fmla="*/ 1166524 w 1467305"/>
                <a:gd name="T31" fmla="*/ 1530896 h 2309075"/>
                <a:gd name="T32" fmla="*/ 946906 w 1467305"/>
                <a:gd name="T33" fmla="*/ 1483155 h 2309075"/>
                <a:gd name="T34" fmla="*/ 765482 w 1467305"/>
                <a:gd name="T35" fmla="*/ 1349480 h 2309075"/>
                <a:gd name="T36" fmla="*/ 631801 w 1467305"/>
                <a:gd name="T37" fmla="*/ 1063034 h 2309075"/>
                <a:gd name="T38" fmla="*/ 631801 w 1467305"/>
                <a:gd name="T39" fmla="*/ 891166 h 23090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7305"/>
                <a:gd name="T61" fmla="*/ 0 h 2309075"/>
                <a:gd name="T62" fmla="*/ 1467305 w 1467305"/>
                <a:gd name="T63" fmla="*/ 2309075 h 23090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7305" h="2309075">
                  <a:moveTo>
                    <a:pt x="631801" y="891166"/>
                  </a:moveTo>
                  <a:cubicBezTo>
                    <a:pt x="641342" y="827542"/>
                    <a:pt x="644500" y="814780"/>
                    <a:pt x="669995" y="757491"/>
                  </a:cubicBezTo>
                  <a:cubicBezTo>
                    <a:pt x="708190" y="700202"/>
                    <a:pt x="822774" y="625407"/>
                    <a:pt x="860968" y="547430"/>
                  </a:cubicBezTo>
                  <a:cubicBezTo>
                    <a:pt x="899162" y="469453"/>
                    <a:pt x="910302" y="366015"/>
                    <a:pt x="899162" y="289629"/>
                  </a:cubicBezTo>
                  <a:cubicBezTo>
                    <a:pt x="888022" y="213243"/>
                    <a:pt x="851420" y="127309"/>
                    <a:pt x="794128" y="89116"/>
                  </a:cubicBezTo>
                  <a:cubicBezTo>
                    <a:pt x="736836" y="50923"/>
                    <a:pt x="669995" y="0"/>
                    <a:pt x="555412" y="60472"/>
                  </a:cubicBezTo>
                  <a:cubicBezTo>
                    <a:pt x="440829" y="120944"/>
                    <a:pt x="195748" y="327821"/>
                    <a:pt x="106627" y="451948"/>
                  </a:cubicBezTo>
                  <a:cubicBezTo>
                    <a:pt x="17507" y="576075"/>
                    <a:pt x="0" y="660418"/>
                    <a:pt x="20689" y="805232"/>
                  </a:cubicBezTo>
                  <a:cubicBezTo>
                    <a:pt x="41378" y="950046"/>
                    <a:pt x="120950" y="1118731"/>
                    <a:pt x="230759" y="1320835"/>
                  </a:cubicBezTo>
                  <a:cubicBezTo>
                    <a:pt x="340568" y="1522939"/>
                    <a:pt x="560186" y="1860309"/>
                    <a:pt x="679544" y="2017854"/>
                  </a:cubicBezTo>
                  <a:cubicBezTo>
                    <a:pt x="798902" y="2175399"/>
                    <a:pt x="859377" y="2223141"/>
                    <a:pt x="946906" y="2266108"/>
                  </a:cubicBezTo>
                  <a:cubicBezTo>
                    <a:pt x="1034435" y="2309075"/>
                    <a:pt x="1128329" y="2302709"/>
                    <a:pt x="1204718" y="2275656"/>
                  </a:cubicBezTo>
                  <a:cubicBezTo>
                    <a:pt x="1281107" y="2248603"/>
                    <a:pt x="1362270" y="2169034"/>
                    <a:pt x="1405239" y="2103788"/>
                  </a:cubicBezTo>
                  <a:cubicBezTo>
                    <a:pt x="1448208" y="2038542"/>
                    <a:pt x="1467305" y="1958973"/>
                    <a:pt x="1462531" y="1884179"/>
                  </a:cubicBezTo>
                  <a:cubicBezTo>
                    <a:pt x="1457757" y="1809385"/>
                    <a:pt x="1425928" y="1713902"/>
                    <a:pt x="1376594" y="1655022"/>
                  </a:cubicBezTo>
                  <a:cubicBezTo>
                    <a:pt x="1327260" y="1596142"/>
                    <a:pt x="1238139" y="1559541"/>
                    <a:pt x="1166524" y="1530896"/>
                  </a:cubicBezTo>
                  <a:cubicBezTo>
                    <a:pt x="1094909" y="1502251"/>
                    <a:pt x="1013746" y="1513391"/>
                    <a:pt x="946906" y="1483155"/>
                  </a:cubicBezTo>
                  <a:cubicBezTo>
                    <a:pt x="880066" y="1452919"/>
                    <a:pt x="817999" y="1419500"/>
                    <a:pt x="765482" y="1349480"/>
                  </a:cubicBezTo>
                  <a:cubicBezTo>
                    <a:pt x="712965" y="1279460"/>
                    <a:pt x="654081" y="1139420"/>
                    <a:pt x="631801" y="1063034"/>
                  </a:cubicBezTo>
                  <a:cubicBezTo>
                    <a:pt x="615871" y="945373"/>
                    <a:pt x="625435" y="942090"/>
                    <a:pt x="631801" y="891166"/>
                  </a:cubicBezTo>
                  <a:close/>
                </a:path>
              </a:pathLst>
            </a:cu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nvGrpSpPr>
          <p:cNvPr id="168" name="Group 167"/>
          <p:cNvGrpSpPr/>
          <p:nvPr/>
        </p:nvGrpSpPr>
        <p:grpSpPr>
          <a:xfrm>
            <a:off x="4503525" y="4985481"/>
            <a:ext cx="4064199" cy="1565916"/>
            <a:chOff x="-355573" y="2960958"/>
            <a:chExt cx="4064199" cy="1565916"/>
          </a:xfrm>
        </p:grpSpPr>
        <p:cxnSp>
          <p:nvCxnSpPr>
            <p:cNvPr id="169" name="Straight Connector 168"/>
            <p:cNvCxnSpPr/>
            <p:nvPr/>
          </p:nvCxnSpPr>
          <p:spPr>
            <a:xfrm>
              <a:off x="1447800" y="2960958"/>
              <a:ext cx="0" cy="540000"/>
            </a:xfrm>
            <a:prstGeom prst="line">
              <a:avLst/>
            </a:prstGeom>
            <a:ln w="12700">
              <a:solidFill>
                <a:schemeClr val="tx1">
                  <a:lumMod val="40000"/>
                  <a:lumOff val="6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sp>
          <p:nvSpPr>
            <p:cNvPr id="170" name="Rectangle 1436"/>
            <p:cNvSpPr>
              <a:spLocks noChangeArrowheads="1"/>
            </p:cNvSpPr>
            <p:nvPr/>
          </p:nvSpPr>
          <p:spPr bwMode="auto">
            <a:xfrm>
              <a:off x="-355573" y="3418878"/>
              <a:ext cx="4064199"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algn="ctr"/>
              <a:r>
                <a:rPr lang="ar-SA" sz="2400" b="1" dirty="0"/>
                <a:t>في عام 1837م، نجح مساعد العالم جوزيف نيبس وهو (لويس داجير) من تطوير عملية الداجيرية</a:t>
              </a:r>
              <a:endParaRPr lang="en-US" sz="2400" b="1" u="sng" dirty="0" smtClean="0">
                <a:solidFill>
                  <a:prstClr val="white">
                    <a:lumMod val="65000"/>
                  </a:prstClr>
                </a:solidFill>
                <a:latin typeface="Calibri" panose="020F0502020204030204"/>
                <a:cs typeface="Arial" pitchFamily="34" charset="0"/>
              </a:endParaRPr>
            </a:p>
          </p:txBody>
        </p:sp>
      </p:grpSp>
      <p:grpSp>
        <p:nvGrpSpPr>
          <p:cNvPr id="171" name="Group 170"/>
          <p:cNvGrpSpPr/>
          <p:nvPr/>
        </p:nvGrpSpPr>
        <p:grpSpPr>
          <a:xfrm>
            <a:off x="530998" y="1159374"/>
            <a:ext cx="5092155" cy="1955491"/>
            <a:chOff x="-789871" y="311459"/>
            <a:chExt cx="5092155" cy="1955491"/>
          </a:xfrm>
        </p:grpSpPr>
        <p:cxnSp>
          <p:nvCxnSpPr>
            <p:cNvPr id="172" name="Straight Connector 171"/>
            <p:cNvCxnSpPr/>
            <p:nvPr/>
          </p:nvCxnSpPr>
          <p:spPr>
            <a:xfrm flipV="1">
              <a:off x="1919654" y="1757797"/>
              <a:ext cx="0" cy="509153"/>
            </a:xfrm>
            <a:prstGeom prst="line">
              <a:avLst/>
            </a:prstGeom>
            <a:ln w="12700">
              <a:solidFill>
                <a:schemeClr val="tx1">
                  <a:lumMod val="40000"/>
                  <a:lumOff val="6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sp>
          <p:nvSpPr>
            <p:cNvPr id="173" name="Rectangle 1436"/>
            <p:cNvSpPr>
              <a:spLocks noChangeArrowheads="1"/>
            </p:cNvSpPr>
            <p:nvPr/>
          </p:nvSpPr>
          <p:spPr bwMode="auto">
            <a:xfrm>
              <a:off x="-789871" y="311459"/>
              <a:ext cx="5092155"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algn="ctr"/>
              <a:r>
                <a:rPr lang="ar-SA" sz="2400" b="1" dirty="0"/>
                <a:t>شهد العام 1826م نقلة نوعية كبيرة في تاريخ تطور التصوير، وذلك عندما تمكن العالم الفرنسي "جوزيف نيبس" من التقاط أول صورة فوتوغرافية حقيقية </a:t>
              </a:r>
              <a:endParaRPr lang="en-US" sz="2400" b="1" u="sng" dirty="0" smtClean="0">
                <a:solidFill>
                  <a:prstClr val="white">
                    <a:lumMod val="65000"/>
                  </a:prstClr>
                </a:solidFill>
                <a:latin typeface="Calibri" panose="020F0502020204030204"/>
                <a:cs typeface="Arial" pitchFamily="34" charset="0"/>
              </a:endParaRPr>
            </a:p>
          </p:txBody>
        </p:sp>
      </p:grpSp>
      <p:grpSp>
        <p:nvGrpSpPr>
          <p:cNvPr id="177" name="Group 176"/>
          <p:cNvGrpSpPr/>
          <p:nvPr/>
        </p:nvGrpSpPr>
        <p:grpSpPr>
          <a:xfrm>
            <a:off x="7678881" y="1542653"/>
            <a:ext cx="2763630" cy="1237526"/>
            <a:chOff x="460405" y="916271"/>
            <a:chExt cx="2763630" cy="1237526"/>
          </a:xfrm>
        </p:grpSpPr>
        <p:cxnSp>
          <p:nvCxnSpPr>
            <p:cNvPr id="178" name="Straight Connector 177"/>
            <p:cNvCxnSpPr/>
            <p:nvPr/>
          </p:nvCxnSpPr>
          <p:spPr>
            <a:xfrm flipV="1">
              <a:off x="1919654" y="1757797"/>
              <a:ext cx="0" cy="396000"/>
            </a:xfrm>
            <a:prstGeom prst="line">
              <a:avLst/>
            </a:prstGeom>
            <a:ln w="12700">
              <a:solidFill>
                <a:schemeClr val="tx1">
                  <a:lumMod val="40000"/>
                  <a:lumOff val="6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sp>
          <p:nvSpPr>
            <p:cNvPr id="179" name="Rectangle 1436"/>
            <p:cNvSpPr>
              <a:spLocks noChangeArrowheads="1"/>
            </p:cNvSpPr>
            <p:nvPr/>
          </p:nvSpPr>
          <p:spPr bwMode="auto">
            <a:xfrm>
              <a:off x="460405" y="916271"/>
              <a:ext cx="276363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algn="ctr"/>
              <a:r>
                <a:rPr lang="ar-SA" sz="2400" b="1" dirty="0"/>
                <a:t>شكل عام 1839م تاريخ ولادة التصوير العملي</a:t>
              </a:r>
              <a:endParaRPr lang="en-US" sz="2400" b="1" u="sng" dirty="0" smtClean="0">
                <a:solidFill>
                  <a:prstClr val="white">
                    <a:lumMod val="65000"/>
                  </a:prstClr>
                </a:solidFill>
                <a:latin typeface="Calibri" panose="020F0502020204030204"/>
                <a:cs typeface="Arial" pitchFamily="34" charset="0"/>
              </a:endParaRPr>
            </a:p>
          </p:txBody>
        </p:sp>
      </p:grpSp>
      <p:sp>
        <p:nvSpPr>
          <p:cNvPr id="3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194640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1+#ppt_w/2"/>
                                          </p:val>
                                        </p:tav>
                                        <p:tav tm="100000">
                                          <p:val>
                                            <p:strVal val="#ppt_x"/>
                                          </p:val>
                                        </p:tav>
                                      </p:tavLst>
                                    </p:anim>
                                    <p:anim calcmode="lin" valueType="num">
                                      <p:cBhvr additive="base">
                                        <p:cTn id="8" dur="500" fill="hold"/>
                                        <p:tgtEl>
                                          <p:spTgt spid="1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79"/>
                                        </p:tgtEl>
                                        <p:attrNameLst>
                                          <p:attrName>style.visibility</p:attrName>
                                        </p:attrNameLst>
                                      </p:cBhvr>
                                      <p:to>
                                        <p:strVal val="visible"/>
                                      </p:to>
                                    </p:set>
                                    <p:animEffect transition="in" filter="fade">
                                      <p:cBhvr>
                                        <p:cTn id="12" dur="500"/>
                                        <p:tgtEl>
                                          <p:spTgt spid="79"/>
                                        </p:tgtEl>
                                      </p:cBhvr>
                                    </p:animEffect>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171"/>
                                        </p:tgtEl>
                                        <p:attrNameLst>
                                          <p:attrName>style.visibility</p:attrName>
                                        </p:attrNameLst>
                                      </p:cBhvr>
                                      <p:to>
                                        <p:strVal val="visible"/>
                                      </p:to>
                                    </p:set>
                                    <p:animEffect transition="in" filter="fade">
                                      <p:cBhvr>
                                        <p:cTn id="16" dur="500"/>
                                        <p:tgtEl>
                                          <p:spTgt spid="171"/>
                                        </p:tgtEl>
                                      </p:cBhvr>
                                    </p:animEffect>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80"/>
                                        </p:tgtEl>
                                        <p:attrNameLst>
                                          <p:attrName>style.visibility</p:attrName>
                                        </p:attrNameLst>
                                      </p:cBhvr>
                                      <p:to>
                                        <p:strVal val="visible"/>
                                      </p:to>
                                    </p:set>
                                    <p:animEffect transition="in" filter="fade">
                                      <p:cBhvr>
                                        <p:cTn id="20" dur="500"/>
                                        <p:tgtEl>
                                          <p:spTgt spid="80"/>
                                        </p:tgtEl>
                                      </p:cBhvr>
                                    </p:animEffect>
                                  </p:childTnLst>
                                </p:cTn>
                              </p:par>
                            </p:childTnLst>
                          </p:cTn>
                        </p:par>
                        <p:par>
                          <p:cTn id="21" fill="hold">
                            <p:stCondLst>
                              <p:cond delay="2000"/>
                            </p:stCondLst>
                            <p:childTnLst>
                              <p:par>
                                <p:cTn id="22" presetID="10" presetClass="entr" presetSubtype="0" fill="hold" nodeType="afterEffect">
                                  <p:stCondLst>
                                    <p:cond delay="0"/>
                                  </p:stCondLst>
                                  <p:childTnLst>
                                    <p:set>
                                      <p:cBhvr>
                                        <p:cTn id="23" dur="1" fill="hold">
                                          <p:stCondLst>
                                            <p:cond delay="0"/>
                                          </p:stCondLst>
                                        </p:cTn>
                                        <p:tgtEl>
                                          <p:spTgt spid="168"/>
                                        </p:tgtEl>
                                        <p:attrNameLst>
                                          <p:attrName>style.visibility</p:attrName>
                                        </p:attrNameLst>
                                      </p:cBhvr>
                                      <p:to>
                                        <p:strVal val="visible"/>
                                      </p:to>
                                    </p:set>
                                    <p:animEffect transition="in" filter="fade">
                                      <p:cBhvr>
                                        <p:cTn id="24" dur="500"/>
                                        <p:tgtEl>
                                          <p:spTgt spid="168"/>
                                        </p:tgtEl>
                                      </p:cBhvr>
                                    </p:animEffect>
                                  </p:childTnLst>
                                </p:cTn>
                              </p:par>
                            </p:childTnLst>
                          </p:cTn>
                        </p:par>
                        <p:par>
                          <p:cTn id="25" fill="hold">
                            <p:stCondLst>
                              <p:cond delay="2500"/>
                            </p:stCondLst>
                            <p:childTnLst>
                              <p:par>
                                <p:cTn id="26" presetID="10" presetClass="entr" presetSubtype="0" fill="hold" nodeType="afterEffect">
                                  <p:stCondLst>
                                    <p:cond delay="0"/>
                                  </p:stCondLst>
                                  <p:childTnLst>
                                    <p:set>
                                      <p:cBhvr>
                                        <p:cTn id="27" dur="1" fill="hold">
                                          <p:stCondLst>
                                            <p:cond delay="0"/>
                                          </p:stCondLst>
                                        </p:cTn>
                                        <p:tgtEl>
                                          <p:spTgt spid="94"/>
                                        </p:tgtEl>
                                        <p:attrNameLst>
                                          <p:attrName>style.visibility</p:attrName>
                                        </p:attrNameLst>
                                      </p:cBhvr>
                                      <p:to>
                                        <p:strVal val="visible"/>
                                      </p:to>
                                    </p:set>
                                    <p:animEffect transition="in" filter="fade">
                                      <p:cBhvr>
                                        <p:cTn id="28" dur="500"/>
                                        <p:tgtEl>
                                          <p:spTgt spid="94"/>
                                        </p:tgtEl>
                                      </p:cBhvr>
                                    </p:animEffect>
                                  </p:childTnLst>
                                </p:cTn>
                              </p:par>
                            </p:childTnLst>
                          </p:cTn>
                        </p:par>
                        <p:par>
                          <p:cTn id="29" fill="hold">
                            <p:stCondLst>
                              <p:cond delay="3000"/>
                            </p:stCondLst>
                            <p:childTnLst>
                              <p:par>
                                <p:cTn id="30" presetID="10" presetClass="entr" presetSubtype="0" fill="hold" nodeType="afterEffect">
                                  <p:stCondLst>
                                    <p:cond delay="0"/>
                                  </p:stCondLst>
                                  <p:childTnLst>
                                    <p:set>
                                      <p:cBhvr>
                                        <p:cTn id="31" dur="1" fill="hold">
                                          <p:stCondLst>
                                            <p:cond delay="0"/>
                                          </p:stCondLst>
                                        </p:cTn>
                                        <p:tgtEl>
                                          <p:spTgt spid="177"/>
                                        </p:tgtEl>
                                        <p:attrNameLst>
                                          <p:attrName>style.visibility</p:attrName>
                                        </p:attrNameLst>
                                      </p:cBhvr>
                                      <p:to>
                                        <p:strVal val="visible"/>
                                      </p:to>
                                    </p:set>
                                    <p:animEffect transition="in" filter="fade">
                                      <p:cBhvr>
                                        <p:cTn id="32" dur="500"/>
                                        <p:tgtEl>
                                          <p:spTgt spid="1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1741783" y="709160"/>
            <a:ext cx="9126398" cy="636516"/>
          </a:xfrm>
          <a:prstGeom prst="rect">
            <a:avLst/>
          </a:prstGeom>
          <a:noFill/>
        </p:spPr>
        <p:txBody>
          <a:bodyPr wrap="square" rIns="144000" bIns="36000" numCol="1" spcCol="360000" rtlCol="0">
            <a:spAutoFit/>
          </a:bodyPr>
          <a:lstStyle/>
          <a:p>
            <a:pPr algn="ctr" rtl="1"/>
            <a:r>
              <a:rPr lang="ar-SA" sz="3600" b="1" dirty="0">
                <a:solidFill>
                  <a:srgbClr val="FF0000"/>
                </a:solidFill>
              </a:rPr>
              <a:t>ثورة في التصوير..</a:t>
            </a:r>
            <a:endParaRPr lang="en-US" sz="3600" dirty="0">
              <a:solidFill>
                <a:srgbClr val="FF0000"/>
              </a:solidFill>
            </a:endParaRPr>
          </a:p>
        </p:txBody>
      </p:sp>
      <p:grpSp>
        <p:nvGrpSpPr>
          <p:cNvPr id="64" name="Group 10"/>
          <p:cNvGrpSpPr>
            <a:grpSpLocks/>
          </p:cNvGrpSpPr>
          <p:nvPr/>
        </p:nvGrpSpPr>
        <p:grpSpPr bwMode="auto">
          <a:xfrm rot="7229187">
            <a:off x="9033503" y="4594408"/>
            <a:ext cx="716033" cy="1200733"/>
            <a:chOff x="2761515" y="2286000"/>
            <a:chExt cx="1645174" cy="2760228"/>
          </a:xfrm>
          <a:solidFill>
            <a:schemeClr val="accent6"/>
          </a:solidFill>
        </p:grpSpPr>
        <p:sp>
          <p:nvSpPr>
            <p:cNvPr id="72" name="Oval 71"/>
            <p:cNvSpPr>
              <a:spLocks noChangeArrowheads="1"/>
            </p:cNvSpPr>
            <p:nvPr/>
          </p:nvSpPr>
          <p:spPr bwMode="auto">
            <a:xfrm rot="-733528">
              <a:off x="3352800" y="2286000"/>
              <a:ext cx="304800" cy="38100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3" name="Oval 72"/>
            <p:cNvSpPr>
              <a:spLocks noChangeArrowheads="1"/>
            </p:cNvSpPr>
            <p:nvPr/>
          </p:nvSpPr>
          <p:spPr bwMode="auto">
            <a:xfrm rot="-733528">
              <a:off x="3151531" y="2515499"/>
              <a:ext cx="213632" cy="25804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4" name="Oval 73"/>
            <p:cNvSpPr>
              <a:spLocks noChangeArrowheads="1"/>
            </p:cNvSpPr>
            <p:nvPr/>
          </p:nvSpPr>
          <p:spPr bwMode="auto">
            <a:xfrm rot="-733528">
              <a:off x="2992344" y="2729550"/>
              <a:ext cx="186338" cy="225072"/>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5" name="Oval 74"/>
            <p:cNvSpPr>
              <a:spLocks noChangeArrowheads="1"/>
            </p:cNvSpPr>
            <p:nvPr/>
          </p:nvSpPr>
          <p:spPr bwMode="auto">
            <a:xfrm rot="-733528">
              <a:off x="2879347" y="292135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6" name="Oval 75"/>
            <p:cNvSpPr>
              <a:spLocks noChangeArrowheads="1"/>
            </p:cNvSpPr>
            <p:nvPr/>
          </p:nvSpPr>
          <p:spPr bwMode="auto">
            <a:xfrm rot="-733528">
              <a:off x="2761515" y="313797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7" name="Freeform 76"/>
            <p:cNvSpPr>
              <a:spLocks noChangeArrowheads="1"/>
            </p:cNvSpPr>
            <p:nvPr/>
          </p:nvSpPr>
          <p:spPr bwMode="auto">
            <a:xfrm>
              <a:off x="2939384" y="2737153"/>
              <a:ext cx="1467305" cy="2309075"/>
            </a:xfrm>
            <a:custGeom>
              <a:avLst/>
              <a:gdLst>
                <a:gd name="T0" fmla="*/ 631801 w 1467305"/>
                <a:gd name="T1" fmla="*/ 891166 h 2309075"/>
                <a:gd name="T2" fmla="*/ 669995 w 1467305"/>
                <a:gd name="T3" fmla="*/ 757491 h 2309075"/>
                <a:gd name="T4" fmla="*/ 860968 w 1467305"/>
                <a:gd name="T5" fmla="*/ 547430 h 2309075"/>
                <a:gd name="T6" fmla="*/ 899162 w 1467305"/>
                <a:gd name="T7" fmla="*/ 289629 h 2309075"/>
                <a:gd name="T8" fmla="*/ 794128 w 1467305"/>
                <a:gd name="T9" fmla="*/ 89116 h 2309075"/>
                <a:gd name="T10" fmla="*/ 555412 w 1467305"/>
                <a:gd name="T11" fmla="*/ 60472 h 2309075"/>
                <a:gd name="T12" fmla="*/ 106627 w 1467305"/>
                <a:gd name="T13" fmla="*/ 451948 h 2309075"/>
                <a:gd name="T14" fmla="*/ 20689 w 1467305"/>
                <a:gd name="T15" fmla="*/ 805232 h 2309075"/>
                <a:gd name="T16" fmla="*/ 230759 w 1467305"/>
                <a:gd name="T17" fmla="*/ 1320835 h 2309075"/>
                <a:gd name="T18" fmla="*/ 679544 w 1467305"/>
                <a:gd name="T19" fmla="*/ 2017854 h 2309075"/>
                <a:gd name="T20" fmla="*/ 946906 w 1467305"/>
                <a:gd name="T21" fmla="*/ 2266108 h 2309075"/>
                <a:gd name="T22" fmla="*/ 1204718 w 1467305"/>
                <a:gd name="T23" fmla="*/ 2275656 h 2309075"/>
                <a:gd name="T24" fmla="*/ 1405239 w 1467305"/>
                <a:gd name="T25" fmla="*/ 2103788 h 2309075"/>
                <a:gd name="T26" fmla="*/ 1462531 w 1467305"/>
                <a:gd name="T27" fmla="*/ 1884179 h 2309075"/>
                <a:gd name="T28" fmla="*/ 1376594 w 1467305"/>
                <a:gd name="T29" fmla="*/ 1655022 h 2309075"/>
                <a:gd name="T30" fmla="*/ 1166524 w 1467305"/>
                <a:gd name="T31" fmla="*/ 1530896 h 2309075"/>
                <a:gd name="T32" fmla="*/ 946906 w 1467305"/>
                <a:gd name="T33" fmla="*/ 1483155 h 2309075"/>
                <a:gd name="T34" fmla="*/ 765482 w 1467305"/>
                <a:gd name="T35" fmla="*/ 1349480 h 2309075"/>
                <a:gd name="T36" fmla="*/ 631801 w 1467305"/>
                <a:gd name="T37" fmla="*/ 1063034 h 2309075"/>
                <a:gd name="T38" fmla="*/ 631801 w 1467305"/>
                <a:gd name="T39" fmla="*/ 891166 h 23090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7305"/>
                <a:gd name="T61" fmla="*/ 0 h 2309075"/>
                <a:gd name="T62" fmla="*/ 1467305 w 1467305"/>
                <a:gd name="T63" fmla="*/ 2309075 h 23090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7305" h="2309075">
                  <a:moveTo>
                    <a:pt x="631801" y="891166"/>
                  </a:moveTo>
                  <a:cubicBezTo>
                    <a:pt x="641342" y="827542"/>
                    <a:pt x="644500" y="814780"/>
                    <a:pt x="669995" y="757491"/>
                  </a:cubicBezTo>
                  <a:cubicBezTo>
                    <a:pt x="708190" y="700202"/>
                    <a:pt x="822774" y="625407"/>
                    <a:pt x="860968" y="547430"/>
                  </a:cubicBezTo>
                  <a:cubicBezTo>
                    <a:pt x="899162" y="469453"/>
                    <a:pt x="910302" y="366015"/>
                    <a:pt x="899162" y="289629"/>
                  </a:cubicBezTo>
                  <a:cubicBezTo>
                    <a:pt x="888022" y="213243"/>
                    <a:pt x="851420" y="127309"/>
                    <a:pt x="794128" y="89116"/>
                  </a:cubicBezTo>
                  <a:cubicBezTo>
                    <a:pt x="736836" y="50923"/>
                    <a:pt x="669995" y="0"/>
                    <a:pt x="555412" y="60472"/>
                  </a:cubicBezTo>
                  <a:cubicBezTo>
                    <a:pt x="440829" y="120944"/>
                    <a:pt x="195748" y="327821"/>
                    <a:pt x="106627" y="451948"/>
                  </a:cubicBezTo>
                  <a:cubicBezTo>
                    <a:pt x="17507" y="576075"/>
                    <a:pt x="0" y="660418"/>
                    <a:pt x="20689" y="805232"/>
                  </a:cubicBezTo>
                  <a:cubicBezTo>
                    <a:pt x="41378" y="950046"/>
                    <a:pt x="120950" y="1118731"/>
                    <a:pt x="230759" y="1320835"/>
                  </a:cubicBezTo>
                  <a:cubicBezTo>
                    <a:pt x="340568" y="1522939"/>
                    <a:pt x="560186" y="1860309"/>
                    <a:pt x="679544" y="2017854"/>
                  </a:cubicBezTo>
                  <a:cubicBezTo>
                    <a:pt x="798902" y="2175399"/>
                    <a:pt x="859377" y="2223141"/>
                    <a:pt x="946906" y="2266108"/>
                  </a:cubicBezTo>
                  <a:cubicBezTo>
                    <a:pt x="1034435" y="2309075"/>
                    <a:pt x="1128329" y="2302709"/>
                    <a:pt x="1204718" y="2275656"/>
                  </a:cubicBezTo>
                  <a:cubicBezTo>
                    <a:pt x="1281107" y="2248603"/>
                    <a:pt x="1362270" y="2169034"/>
                    <a:pt x="1405239" y="2103788"/>
                  </a:cubicBezTo>
                  <a:cubicBezTo>
                    <a:pt x="1448208" y="2038542"/>
                    <a:pt x="1467305" y="1958973"/>
                    <a:pt x="1462531" y="1884179"/>
                  </a:cubicBezTo>
                  <a:cubicBezTo>
                    <a:pt x="1457757" y="1809385"/>
                    <a:pt x="1425928" y="1713902"/>
                    <a:pt x="1376594" y="1655022"/>
                  </a:cubicBezTo>
                  <a:cubicBezTo>
                    <a:pt x="1327260" y="1596142"/>
                    <a:pt x="1238139" y="1559541"/>
                    <a:pt x="1166524" y="1530896"/>
                  </a:cubicBezTo>
                  <a:cubicBezTo>
                    <a:pt x="1094909" y="1502251"/>
                    <a:pt x="1013746" y="1513391"/>
                    <a:pt x="946906" y="1483155"/>
                  </a:cubicBezTo>
                  <a:cubicBezTo>
                    <a:pt x="880066" y="1452919"/>
                    <a:pt x="817999" y="1419500"/>
                    <a:pt x="765482" y="1349480"/>
                  </a:cubicBezTo>
                  <a:cubicBezTo>
                    <a:pt x="712965" y="1279460"/>
                    <a:pt x="654081" y="1139420"/>
                    <a:pt x="631801" y="1063034"/>
                  </a:cubicBezTo>
                  <a:cubicBezTo>
                    <a:pt x="615871" y="945373"/>
                    <a:pt x="625435" y="942090"/>
                    <a:pt x="631801" y="891166"/>
                  </a:cubicBezTo>
                  <a:close/>
                </a:path>
              </a:pathLst>
            </a:cu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nvGrpSpPr>
          <p:cNvPr id="126" name="Group 125"/>
          <p:cNvGrpSpPr/>
          <p:nvPr/>
        </p:nvGrpSpPr>
        <p:grpSpPr>
          <a:xfrm>
            <a:off x="2041451" y="2059746"/>
            <a:ext cx="7686967" cy="2743379"/>
            <a:chOff x="-1429835" y="-256045"/>
            <a:chExt cx="6063413" cy="2141247"/>
          </a:xfrm>
        </p:grpSpPr>
        <p:cxnSp>
          <p:nvCxnSpPr>
            <p:cNvPr id="127" name="Straight Connector 126"/>
            <p:cNvCxnSpPr/>
            <p:nvPr/>
          </p:nvCxnSpPr>
          <p:spPr>
            <a:xfrm flipH="1" flipV="1">
              <a:off x="3333907" y="1376049"/>
              <a:ext cx="482563" cy="509153"/>
            </a:xfrm>
            <a:prstGeom prst="line">
              <a:avLst/>
            </a:prstGeom>
            <a:ln w="12700">
              <a:solidFill>
                <a:schemeClr val="tx1">
                  <a:lumMod val="40000"/>
                  <a:lumOff val="6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sp>
          <p:nvSpPr>
            <p:cNvPr id="128" name="Rectangle 1436"/>
            <p:cNvSpPr>
              <a:spLocks noChangeArrowheads="1"/>
            </p:cNvSpPr>
            <p:nvPr/>
          </p:nvSpPr>
          <p:spPr bwMode="auto">
            <a:xfrm>
              <a:off x="-1429835" y="-256045"/>
              <a:ext cx="6063413" cy="1345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algn="ctr"/>
              <a:r>
                <a:rPr lang="ar-SA" sz="2800" b="1" dirty="0"/>
                <a:t>في القرن العشرين شهد تقدم وتطور تكنولوجي فاق كل التوقعات، دفع بالإنسان إلى المزيد من الابتكار والاكتشافات، وفي هذا المجال توالت الابتكارات في صناعة الكاميرات، ليشهد ولادة التصوير الفوتوغرافي الرقمي مستفيداً من التطور التقني الكبير</a:t>
              </a:r>
              <a:endParaRPr lang="en-US" sz="2800" b="1" u="sng" dirty="0" smtClean="0">
                <a:solidFill>
                  <a:prstClr val="white">
                    <a:lumMod val="65000"/>
                  </a:prstClr>
                </a:solidFill>
                <a:latin typeface="Calibri" panose="020F0502020204030204"/>
                <a:cs typeface="Arial" pitchFamily="34" charset="0"/>
              </a:endParaRPr>
            </a:p>
          </p:txBody>
        </p:sp>
      </p:grpSp>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04765764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1+#ppt_w/2"/>
                                          </p:val>
                                        </p:tav>
                                        <p:tav tm="100000">
                                          <p:val>
                                            <p:strVal val="#ppt_x"/>
                                          </p:val>
                                        </p:tav>
                                      </p:tavLst>
                                    </p:anim>
                                    <p:anim calcmode="lin" valueType="num">
                                      <p:cBhvr additive="base">
                                        <p:cTn id="8" dur="500" fill="hold"/>
                                        <p:tgtEl>
                                          <p:spTgt spid="1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64"/>
                                        </p:tgtEl>
                                        <p:attrNameLst>
                                          <p:attrName>style.visibility</p:attrName>
                                        </p:attrNameLst>
                                      </p:cBhvr>
                                      <p:to>
                                        <p:strVal val="visible"/>
                                      </p:to>
                                    </p:set>
                                    <p:animEffect transition="in" filter="fade">
                                      <p:cBhvr>
                                        <p:cTn id="12" dur="500"/>
                                        <p:tgtEl>
                                          <p:spTgt spid="64"/>
                                        </p:tgtEl>
                                      </p:cBhvr>
                                    </p:animEffect>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126"/>
                                        </p:tgtEl>
                                        <p:attrNameLst>
                                          <p:attrName>style.visibility</p:attrName>
                                        </p:attrNameLst>
                                      </p:cBhvr>
                                      <p:to>
                                        <p:strVal val="visible"/>
                                      </p:to>
                                    </p:set>
                                    <p:animEffect transition="in" filter="fade">
                                      <p:cBhvr>
                                        <p:cTn id="16"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095472" y="426607"/>
            <a:ext cx="9906069" cy="769441"/>
          </a:xfrm>
          <a:prstGeom prst="rect">
            <a:avLst/>
          </a:prstGeom>
        </p:spPr>
        <p:txBody>
          <a:bodyPr wrap="square">
            <a:spAutoFit/>
          </a:bodyPr>
          <a:lstStyle/>
          <a:p>
            <a:pPr lvl="1" algn="r" rtl="1"/>
            <a:r>
              <a:rPr lang="ar-SA" sz="4400" b="1" u="sng" dirty="0" smtClean="0"/>
              <a:t>ب - </a:t>
            </a:r>
            <a:r>
              <a:rPr lang="en-US" sz="4400" b="1" u="sng" dirty="0" smtClean="0"/>
              <a:t> </a:t>
            </a:r>
            <a:r>
              <a:rPr lang="ar-SA" sz="4400" b="1" u="sng" dirty="0"/>
              <a:t>الغرض التعليمي </a:t>
            </a:r>
            <a:endParaRPr lang="en-US" sz="4400" u="sng" dirty="0"/>
          </a:p>
        </p:txBody>
      </p:sp>
      <p:grpSp>
        <p:nvGrpSpPr>
          <p:cNvPr id="34" name="Group 39"/>
          <p:cNvGrpSpPr/>
          <p:nvPr/>
        </p:nvGrpSpPr>
        <p:grpSpPr>
          <a:xfrm>
            <a:off x="7275488" y="2885967"/>
            <a:ext cx="3633516" cy="2909005"/>
            <a:chOff x="4622282" y="1643056"/>
            <a:chExt cx="2725137" cy="2181754"/>
          </a:xfrm>
        </p:grpSpPr>
        <p:sp>
          <p:nvSpPr>
            <p:cNvPr id="10" name="Arc 9"/>
            <p:cNvSpPr/>
            <p:nvPr/>
          </p:nvSpPr>
          <p:spPr>
            <a:xfrm>
              <a:off x="4643438" y="1643056"/>
              <a:ext cx="1903642" cy="1903642"/>
            </a:xfrm>
            <a:prstGeom prst="arc">
              <a:avLst>
                <a:gd name="adj1" fmla="val 10782369"/>
                <a:gd name="adj2" fmla="val 0"/>
              </a:avLst>
            </a:prstGeom>
            <a:solidFill>
              <a:schemeClr val="accent3"/>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3" name="Rectangle 12"/>
            <p:cNvSpPr/>
            <p:nvPr/>
          </p:nvSpPr>
          <p:spPr>
            <a:xfrm>
              <a:off x="4622282" y="2786064"/>
              <a:ext cx="2725137" cy="1038746"/>
            </a:xfrm>
            <a:prstGeom prst="rect">
              <a:avLst/>
            </a:prstGeom>
          </p:spPr>
          <p:txBody>
            <a:bodyPr wrap="square">
              <a:spAutoFit/>
            </a:bodyPr>
            <a:lstStyle/>
            <a:p>
              <a:pPr algn="ctr" fontAlgn="auto">
                <a:spcBef>
                  <a:spcPts val="0"/>
                </a:spcBef>
                <a:spcAft>
                  <a:spcPts val="0"/>
                </a:spcAft>
              </a:pPr>
              <a:r>
                <a:rPr lang="ar-SA" sz="2800" b="1" dirty="0"/>
                <a:t>يساعد التصوير في جذب انتباه الطالب وزيادة مشاركته الايجابية في اكتساب الخبرة</a:t>
              </a:r>
              <a:endParaRPr lang="en-US"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35" name="Group 33"/>
            <p:cNvGrpSpPr/>
            <p:nvPr/>
          </p:nvGrpSpPr>
          <p:grpSpPr>
            <a:xfrm>
              <a:off x="5357818" y="1928808"/>
              <a:ext cx="517136" cy="451834"/>
              <a:chOff x="4800505" y="2786674"/>
              <a:chExt cx="366676" cy="320373"/>
            </a:xfrm>
            <a:solidFill>
              <a:schemeClr val="bg1"/>
            </a:solidFill>
          </p:grpSpPr>
          <p:sp>
            <p:nvSpPr>
              <p:cNvPr id="27" name="AutoShape 43"/>
              <p:cNvSpPr>
                <a:spLocks/>
              </p:cNvSpPr>
              <p:nvPr/>
            </p:nvSpPr>
            <p:spPr bwMode="auto">
              <a:xfrm>
                <a:off x="4800505" y="2786674"/>
                <a:ext cx="366676" cy="26343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28" name="AutoShape 44"/>
              <p:cNvSpPr>
                <a:spLocks/>
              </p:cNvSpPr>
              <p:nvPr/>
            </p:nvSpPr>
            <p:spPr bwMode="auto">
              <a:xfrm>
                <a:off x="5132766" y="2901184"/>
                <a:ext cx="22526" cy="12577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29" name="AutoShape 45"/>
              <p:cNvSpPr>
                <a:spLocks/>
              </p:cNvSpPr>
              <p:nvPr/>
            </p:nvSpPr>
            <p:spPr bwMode="auto">
              <a:xfrm>
                <a:off x="5120877" y="3038217"/>
                <a:ext cx="46304"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grpSp>
        <p:nvGrpSpPr>
          <p:cNvPr id="36" name="Group 37"/>
          <p:cNvGrpSpPr/>
          <p:nvPr/>
        </p:nvGrpSpPr>
        <p:grpSpPr>
          <a:xfrm>
            <a:off x="1202930" y="2937713"/>
            <a:ext cx="3399563" cy="2909005"/>
            <a:chOff x="296142" y="1643056"/>
            <a:chExt cx="2549672" cy="2181754"/>
          </a:xfrm>
        </p:grpSpPr>
        <p:sp>
          <p:nvSpPr>
            <p:cNvPr id="8" name="Arc 7"/>
            <p:cNvSpPr/>
            <p:nvPr/>
          </p:nvSpPr>
          <p:spPr>
            <a:xfrm>
              <a:off x="785786" y="1643056"/>
              <a:ext cx="1903642" cy="1903642"/>
            </a:xfrm>
            <a:prstGeom prst="arc">
              <a:avLst>
                <a:gd name="adj1" fmla="val 10782369"/>
                <a:gd name="adj2" fmla="val 0"/>
              </a:avLst>
            </a:prstGeom>
            <a:solidFill>
              <a:schemeClr val="accent4"/>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4" name="Rectangle 13"/>
            <p:cNvSpPr/>
            <p:nvPr/>
          </p:nvSpPr>
          <p:spPr>
            <a:xfrm>
              <a:off x="296142" y="2786064"/>
              <a:ext cx="2549672" cy="1038746"/>
            </a:xfrm>
            <a:prstGeom prst="rect">
              <a:avLst/>
            </a:prstGeom>
          </p:spPr>
          <p:txBody>
            <a:bodyPr wrap="square">
              <a:spAutoFit/>
            </a:bodyPr>
            <a:lstStyle/>
            <a:p>
              <a:pPr lvl="0" algn="ctr" rtl="1"/>
              <a:r>
                <a:rPr lang="ar-SA" sz="2800" b="1" dirty="0"/>
                <a:t>يساعد التصوير على إبراز أدق التفاصيل للموقف التعليمي</a:t>
              </a:r>
              <a:endParaRPr lang="en-US" sz="2800" b="1" dirty="0"/>
            </a:p>
          </p:txBody>
        </p:sp>
        <p:grpSp>
          <p:nvGrpSpPr>
            <p:cNvPr id="37" name="Group 35"/>
            <p:cNvGrpSpPr/>
            <p:nvPr/>
          </p:nvGrpSpPr>
          <p:grpSpPr>
            <a:xfrm>
              <a:off x="1571604" y="1857370"/>
              <a:ext cx="387410" cy="517136"/>
              <a:chOff x="1868971" y="2767277"/>
              <a:chExt cx="274694" cy="366676"/>
            </a:xfrm>
            <a:solidFill>
              <a:schemeClr val="bg1"/>
            </a:solidFill>
          </p:grpSpPr>
          <p:sp>
            <p:nvSpPr>
              <p:cNvPr id="3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3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grpSp>
        <p:nvGrpSpPr>
          <p:cNvPr id="38" name="Group 38"/>
          <p:cNvGrpSpPr/>
          <p:nvPr/>
        </p:nvGrpSpPr>
        <p:grpSpPr>
          <a:xfrm>
            <a:off x="3848986" y="2004978"/>
            <a:ext cx="4007595" cy="3419178"/>
            <a:chOff x="2052405" y="982314"/>
            <a:chExt cx="3005696" cy="2564384"/>
          </a:xfrm>
        </p:grpSpPr>
        <p:sp>
          <p:nvSpPr>
            <p:cNvPr id="9" name="Arc 8"/>
            <p:cNvSpPr/>
            <p:nvPr/>
          </p:nvSpPr>
          <p:spPr>
            <a:xfrm>
              <a:off x="2714612" y="1643056"/>
              <a:ext cx="1903642" cy="1903642"/>
            </a:xfrm>
            <a:prstGeom prst="arc">
              <a:avLst>
                <a:gd name="adj1" fmla="val 21571566"/>
                <a:gd name="adj2" fmla="val 10822907"/>
              </a:avLst>
            </a:prstGeom>
            <a:solidFill>
              <a:schemeClr val="accent1"/>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5" name="Rectangle 14"/>
            <p:cNvSpPr/>
            <p:nvPr/>
          </p:nvSpPr>
          <p:spPr>
            <a:xfrm>
              <a:off x="2052405" y="982314"/>
              <a:ext cx="3005696" cy="1038747"/>
            </a:xfrm>
            <a:prstGeom prst="rect">
              <a:avLst/>
            </a:prstGeom>
          </p:spPr>
          <p:txBody>
            <a:bodyPr wrap="square">
              <a:spAutoFit/>
            </a:bodyPr>
            <a:lstStyle/>
            <a:p>
              <a:pPr algn="ctr" rtl="1"/>
              <a:r>
                <a:rPr lang="ar-SA" sz="2800" b="1" dirty="0"/>
                <a:t>يساهم استخدام التصوير كوسيلة تعليمية في تكوين مفاهيم سليمة تواكب تطورات العصر</a:t>
              </a:r>
              <a:endParaRPr lang="en-US" sz="2800" b="1" dirty="0">
                <a:solidFill>
                  <a:srgbClr val="000000"/>
                </a:solidFill>
              </a:endParaRPr>
            </a:p>
          </p:txBody>
        </p:sp>
        <p:grpSp>
          <p:nvGrpSpPr>
            <p:cNvPr id="39" name="Group 36"/>
            <p:cNvGrpSpPr/>
            <p:nvPr/>
          </p:nvGrpSpPr>
          <p:grpSpPr>
            <a:xfrm>
              <a:off x="3425328" y="2857502"/>
              <a:ext cx="516256" cy="387410"/>
              <a:chOff x="359092" y="2813581"/>
              <a:chExt cx="366051" cy="274694"/>
            </a:xfrm>
            <a:solidFill>
              <a:schemeClr val="bg1"/>
            </a:solidFill>
          </p:grpSpPr>
          <p:sp>
            <p:nvSpPr>
              <p:cNvPr id="32" name="AutoShape 118"/>
              <p:cNvSpPr>
                <a:spLocks/>
              </p:cNvSpPr>
              <p:nvPr/>
            </p:nvSpPr>
            <p:spPr bwMode="auto">
              <a:xfrm>
                <a:off x="359092" y="2813581"/>
                <a:ext cx="366051" cy="274694"/>
              </a:xfrm>
              <a:custGeom>
                <a:avLst/>
                <a:gdLst>
                  <a:gd name="T0" fmla="*/ 10732 w 21464"/>
                  <a:gd name="T1" fmla="*/ 10800 h 21600"/>
                  <a:gd name="T2" fmla="*/ 10732 w 21464"/>
                  <a:gd name="T3" fmla="*/ 10800 h 21600"/>
                  <a:gd name="T4" fmla="*/ 10732 w 21464"/>
                  <a:gd name="T5" fmla="*/ 10800 h 21600"/>
                  <a:gd name="T6" fmla="*/ 10732 w 21464"/>
                  <a:gd name="T7" fmla="*/ 10800 h 21600"/>
                </a:gdLst>
                <a:ahLst/>
                <a:cxnLst>
                  <a:cxn ang="0">
                    <a:pos x="T0" y="T1"/>
                  </a:cxn>
                  <a:cxn ang="0">
                    <a:pos x="T2" y="T3"/>
                  </a:cxn>
                  <a:cxn ang="0">
                    <a:pos x="T4" y="T5"/>
                  </a:cxn>
                  <a:cxn ang="0">
                    <a:pos x="T6" y="T7"/>
                  </a:cxn>
                </a:cxnLst>
                <a:rect l="0" t="0" r="r" b="b"/>
                <a:pathLst>
                  <a:path w="21464" h="21600">
                    <a:moveTo>
                      <a:pt x="19918" y="11754"/>
                    </a:moveTo>
                    <a:lnTo>
                      <a:pt x="16564" y="18954"/>
                    </a:lnTo>
                    <a:cubicBezTo>
                      <a:pt x="16317" y="19484"/>
                      <a:pt x="15892" y="19800"/>
                      <a:pt x="15427" y="19800"/>
                    </a:cubicBezTo>
                    <a:lnTo>
                      <a:pt x="2683" y="19800"/>
                    </a:lnTo>
                    <a:cubicBezTo>
                      <a:pt x="1943" y="19800"/>
                      <a:pt x="1341" y="18992"/>
                      <a:pt x="1341" y="18000"/>
                    </a:cubicBezTo>
                    <a:lnTo>
                      <a:pt x="1341" y="3600"/>
                    </a:lnTo>
                    <a:cubicBezTo>
                      <a:pt x="1341" y="2608"/>
                      <a:pt x="1943" y="1800"/>
                      <a:pt x="2683" y="1800"/>
                    </a:cubicBezTo>
                    <a:lnTo>
                      <a:pt x="15427" y="1800"/>
                    </a:lnTo>
                    <a:cubicBezTo>
                      <a:pt x="15892" y="1800"/>
                      <a:pt x="16317" y="2116"/>
                      <a:pt x="16564" y="2645"/>
                    </a:cubicBezTo>
                    <a:lnTo>
                      <a:pt x="19917" y="9845"/>
                    </a:lnTo>
                    <a:cubicBezTo>
                      <a:pt x="20188" y="10425"/>
                      <a:pt x="20188" y="11174"/>
                      <a:pt x="19918" y="11754"/>
                    </a:cubicBezTo>
                    <a:moveTo>
                      <a:pt x="21055" y="8891"/>
                    </a:moveTo>
                    <a:lnTo>
                      <a:pt x="17701" y="1691"/>
                    </a:lnTo>
                    <a:cubicBezTo>
                      <a:pt x="17211" y="639"/>
                      <a:pt x="16352" y="0"/>
                      <a:pt x="15427" y="0"/>
                    </a:cubicBezTo>
                    <a:lnTo>
                      <a:pt x="2683" y="0"/>
                    </a:lnTo>
                    <a:cubicBezTo>
                      <a:pt x="1201" y="0"/>
                      <a:pt x="0" y="1611"/>
                      <a:pt x="0" y="3600"/>
                    </a:cubicBezTo>
                    <a:lnTo>
                      <a:pt x="0" y="18000"/>
                    </a:lnTo>
                    <a:cubicBezTo>
                      <a:pt x="0" y="19988"/>
                      <a:pt x="1201" y="21599"/>
                      <a:pt x="2683" y="21599"/>
                    </a:cubicBezTo>
                    <a:lnTo>
                      <a:pt x="15427" y="21599"/>
                    </a:lnTo>
                    <a:cubicBezTo>
                      <a:pt x="16352" y="21599"/>
                      <a:pt x="17211" y="20960"/>
                      <a:pt x="17701" y="19908"/>
                    </a:cubicBezTo>
                    <a:lnTo>
                      <a:pt x="21055" y="12708"/>
                    </a:lnTo>
                    <a:cubicBezTo>
                      <a:pt x="21600" y="11541"/>
                      <a:pt x="21600" y="10059"/>
                      <a:pt x="21055" y="889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33" name="AutoShape 119"/>
              <p:cNvSpPr>
                <a:spLocks/>
              </p:cNvSpPr>
              <p:nvPr/>
            </p:nvSpPr>
            <p:spPr bwMode="auto">
              <a:xfrm>
                <a:off x="587481" y="2916200"/>
                <a:ext cx="68830"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000"/>
                    </a:moveTo>
                    <a:cubicBezTo>
                      <a:pt x="6825" y="18000"/>
                      <a:pt x="3600" y="14774"/>
                      <a:pt x="3600" y="10800"/>
                    </a:cubicBezTo>
                    <a:cubicBezTo>
                      <a:pt x="3600" y="6825"/>
                      <a:pt x="6825" y="3600"/>
                      <a:pt x="10800" y="3600"/>
                    </a:cubicBezTo>
                    <a:cubicBezTo>
                      <a:pt x="14774" y="3600"/>
                      <a:pt x="17999" y="6825"/>
                      <a:pt x="17999" y="10800"/>
                    </a:cubicBezTo>
                    <a:cubicBezTo>
                      <a:pt x="17999" y="14774"/>
                      <a:pt x="14774" y="18000"/>
                      <a:pt x="10800" y="18000"/>
                    </a:cubicBezTo>
                    <a:moveTo>
                      <a:pt x="10800" y="0"/>
                    </a:moveTo>
                    <a:cubicBezTo>
                      <a:pt x="4833" y="0"/>
                      <a:pt x="0" y="4833"/>
                      <a:pt x="0" y="10800"/>
                    </a:cubicBezTo>
                    <a:cubicBezTo>
                      <a:pt x="0" y="16766"/>
                      <a:pt x="4833" y="21599"/>
                      <a:pt x="10800" y="21599"/>
                    </a:cubicBezTo>
                    <a:cubicBezTo>
                      <a:pt x="16766" y="21599"/>
                      <a:pt x="21600" y="16766"/>
                      <a:pt x="21600" y="10800"/>
                    </a:cubicBezTo>
                    <a:cubicBezTo>
                      <a:pt x="21600" y="4833"/>
                      <a:pt x="16766"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6217990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36"/>
                                        </p:tgtEl>
                                        <p:attrNameLst>
                                          <p:attrName>style.visibility</p:attrName>
                                        </p:attrNameLst>
                                      </p:cBhvr>
                                      <p:to>
                                        <p:strVal val="visible"/>
                                      </p:to>
                                    </p:set>
                                    <p:animEffect transition="in" filter="slide(fromBottom)">
                                      <p:cBhvr>
                                        <p:cTn id="11" dur="500"/>
                                        <p:tgtEl>
                                          <p:spTgt spid="36"/>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slide(fromTop)">
                                      <p:cBhvr>
                                        <p:cTn id="15" dur="500"/>
                                        <p:tgtEl>
                                          <p:spTgt spid="38"/>
                                        </p:tgtEl>
                                      </p:cBhvr>
                                    </p:animEffect>
                                  </p:childTnLst>
                                </p:cTn>
                              </p:par>
                            </p:childTnLst>
                          </p:cTn>
                        </p:par>
                        <p:par>
                          <p:cTn id="16" fill="hold">
                            <p:stCondLst>
                              <p:cond delay="1500"/>
                            </p:stCondLst>
                            <p:childTnLst>
                              <p:par>
                                <p:cTn id="17" presetID="12" presetClass="entr" presetSubtype="4" fill="hold" nodeType="after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slide(fromBottom)">
                                      <p:cBhvr>
                                        <p:cTn id="19"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095472" y="426607"/>
            <a:ext cx="9906069" cy="769441"/>
          </a:xfrm>
          <a:prstGeom prst="rect">
            <a:avLst/>
          </a:prstGeom>
        </p:spPr>
        <p:txBody>
          <a:bodyPr wrap="square">
            <a:spAutoFit/>
          </a:bodyPr>
          <a:lstStyle/>
          <a:p>
            <a:pPr lvl="1" algn="r" rtl="1"/>
            <a:r>
              <a:rPr lang="ar-SA" sz="4400" b="1" u="sng" dirty="0" smtClean="0"/>
              <a:t>ب - </a:t>
            </a:r>
            <a:r>
              <a:rPr lang="en-US" sz="4400" b="1" u="sng" dirty="0" smtClean="0"/>
              <a:t> </a:t>
            </a:r>
            <a:r>
              <a:rPr lang="ar-SA" sz="4400" b="1" u="sng" dirty="0"/>
              <a:t>الغرض التعليمي </a:t>
            </a:r>
            <a:endParaRPr lang="en-US" sz="4400" u="sng" dirty="0"/>
          </a:p>
        </p:txBody>
      </p:sp>
      <p:grpSp>
        <p:nvGrpSpPr>
          <p:cNvPr id="34" name="Group 39"/>
          <p:cNvGrpSpPr/>
          <p:nvPr/>
        </p:nvGrpSpPr>
        <p:grpSpPr>
          <a:xfrm>
            <a:off x="7048507" y="2885967"/>
            <a:ext cx="4186411" cy="3272345"/>
            <a:chOff x="4452046" y="1643056"/>
            <a:chExt cx="3139808" cy="2454259"/>
          </a:xfrm>
        </p:grpSpPr>
        <p:sp>
          <p:nvSpPr>
            <p:cNvPr id="10" name="Arc 9"/>
            <p:cNvSpPr/>
            <p:nvPr/>
          </p:nvSpPr>
          <p:spPr>
            <a:xfrm>
              <a:off x="4643438" y="1643056"/>
              <a:ext cx="1903642" cy="1903642"/>
            </a:xfrm>
            <a:prstGeom prst="arc">
              <a:avLst>
                <a:gd name="adj1" fmla="val 10782369"/>
                <a:gd name="adj2" fmla="val 0"/>
              </a:avLst>
            </a:prstGeom>
            <a:solidFill>
              <a:schemeClr val="accent3"/>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3" name="Rectangle 12"/>
            <p:cNvSpPr/>
            <p:nvPr/>
          </p:nvSpPr>
          <p:spPr>
            <a:xfrm>
              <a:off x="4452046" y="2735403"/>
              <a:ext cx="3139808" cy="1361912"/>
            </a:xfrm>
            <a:prstGeom prst="rect">
              <a:avLst/>
            </a:prstGeom>
          </p:spPr>
          <p:txBody>
            <a:bodyPr wrap="square">
              <a:spAutoFit/>
            </a:bodyPr>
            <a:lstStyle/>
            <a:p>
              <a:pPr algn="ctr" fontAlgn="auto">
                <a:spcBef>
                  <a:spcPts val="0"/>
                </a:spcBef>
                <a:spcAft>
                  <a:spcPts val="0"/>
                </a:spcAft>
              </a:pPr>
              <a:r>
                <a:rPr lang="ar-SA" sz="2800" b="1" dirty="0"/>
                <a:t>يساعد التصوير على تذكر المعلومات المكتوبة التي تصاحبها، مع ترتيب واستمرار الأفكار التي يكونها المتعلم</a:t>
              </a:r>
              <a:endParaRPr lang="en-US"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35" name="Group 33"/>
            <p:cNvGrpSpPr/>
            <p:nvPr/>
          </p:nvGrpSpPr>
          <p:grpSpPr>
            <a:xfrm>
              <a:off x="5357818" y="1928808"/>
              <a:ext cx="517136" cy="451834"/>
              <a:chOff x="4800505" y="2786674"/>
              <a:chExt cx="366676" cy="320373"/>
            </a:xfrm>
            <a:solidFill>
              <a:schemeClr val="bg1"/>
            </a:solidFill>
          </p:grpSpPr>
          <p:sp>
            <p:nvSpPr>
              <p:cNvPr id="27" name="AutoShape 43"/>
              <p:cNvSpPr>
                <a:spLocks/>
              </p:cNvSpPr>
              <p:nvPr/>
            </p:nvSpPr>
            <p:spPr bwMode="auto">
              <a:xfrm>
                <a:off x="4800505" y="2786674"/>
                <a:ext cx="366676" cy="26343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28" name="AutoShape 44"/>
              <p:cNvSpPr>
                <a:spLocks/>
              </p:cNvSpPr>
              <p:nvPr/>
            </p:nvSpPr>
            <p:spPr bwMode="auto">
              <a:xfrm>
                <a:off x="5132766" y="2901184"/>
                <a:ext cx="22526" cy="12577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29" name="AutoShape 45"/>
              <p:cNvSpPr>
                <a:spLocks/>
              </p:cNvSpPr>
              <p:nvPr/>
            </p:nvSpPr>
            <p:spPr bwMode="auto">
              <a:xfrm>
                <a:off x="5120877" y="3038217"/>
                <a:ext cx="46304"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grpSp>
        <p:nvGrpSpPr>
          <p:cNvPr id="36" name="Group 37"/>
          <p:cNvGrpSpPr/>
          <p:nvPr/>
        </p:nvGrpSpPr>
        <p:grpSpPr>
          <a:xfrm>
            <a:off x="543546" y="2937713"/>
            <a:ext cx="4240986" cy="3208721"/>
            <a:chOff x="-198396" y="1643056"/>
            <a:chExt cx="3180739" cy="2406541"/>
          </a:xfrm>
        </p:grpSpPr>
        <p:sp>
          <p:nvSpPr>
            <p:cNvPr id="8" name="Arc 7"/>
            <p:cNvSpPr/>
            <p:nvPr/>
          </p:nvSpPr>
          <p:spPr>
            <a:xfrm>
              <a:off x="785786" y="1643056"/>
              <a:ext cx="1903642" cy="1903642"/>
            </a:xfrm>
            <a:prstGeom prst="arc">
              <a:avLst>
                <a:gd name="adj1" fmla="val 10782369"/>
                <a:gd name="adj2" fmla="val 0"/>
              </a:avLst>
            </a:prstGeom>
            <a:solidFill>
              <a:schemeClr val="accent4"/>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4" name="Rectangle 13"/>
            <p:cNvSpPr/>
            <p:nvPr/>
          </p:nvSpPr>
          <p:spPr>
            <a:xfrm>
              <a:off x="-198396" y="2687685"/>
              <a:ext cx="3180739" cy="1361912"/>
            </a:xfrm>
            <a:prstGeom prst="rect">
              <a:avLst/>
            </a:prstGeom>
          </p:spPr>
          <p:txBody>
            <a:bodyPr wrap="square">
              <a:spAutoFit/>
            </a:bodyPr>
            <a:lstStyle/>
            <a:p>
              <a:pPr lvl="0" algn="ctr" rtl="1"/>
              <a:r>
                <a:rPr lang="ar-SA" sz="2800" b="1" dirty="0"/>
                <a:t>استخدام التصوير في التعليم يساعد في تنويع أساليب التعزيز التي تؤدي إلى تثبيت الاستجابات الصحيحة (نظرية سكنر).</a:t>
              </a:r>
              <a:endParaRPr lang="en-US" sz="2800" b="1" dirty="0"/>
            </a:p>
          </p:txBody>
        </p:sp>
        <p:grpSp>
          <p:nvGrpSpPr>
            <p:cNvPr id="37" name="Group 35"/>
            <p:cNvGrpSpPr/>
            <p:nvPr/>
          </p:nvGrpSpPr>
          <p:grpSpPr>
            <a:xfrm>
              <a:off x="1571604" y="1857370"/>
              <a:ext cx="387410" cy="517136"/>
              <a:chOff x="1868971" y="2767277"/>
              <a:chExt cx="274694" cy="366676"/>
            </a:xfrm>
            <a:solidFill>
              <a:schemeClr val="bg1"/>
            </a:solidFill>
          </p:grpSpPr>
          <p:sp>
            <p:nvSpPr>
              <p:cNvPr id="3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3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grpSp>
        <p:nvGrpSpPr>
          <p:cNvPr id="38" name="Group 38"/>
          <p:cNvGrpSpPr/>
          <p:nvPr/>
        </p:nvGrpSpPr>
        <p:grpSpPr>
          <a:xfrm>
            <a:off x="3678866" y="2302704"/>
            <a:ext cx="4177716" cy="3121451"/>
            <a:chOff x="1924815" y="1205609"/>
            <a:chExt cx="3133287" cy="2341089"/>
          </a:xfrm>
        </p:grpSpPr>
        <p:sp>
          <p:nvSpPr>
            <p:cNvPr id="9" name="Arc 8"/>
            <p:cNvSpPr/>
            <p:nvPr/>
          </p:nvSpPr>
          <p:spPr>
            <a:xfrm>
              <a:off x="2714612" y="1643056"/>
              <a:ext cx="1903642" cy="1903642"/>
            </a:xfrm>
            <a:prstGeom prst="arc">
              <a:avLst>
                <a:gd name="adj1" fmla="val 21571566"/>
                <a:gd name="adj2" fmla="val 10822907"/>
              </a:avLst>
            </a:prstGeom>
            <a:solidFill>
              <a:schemeClr val="accent1"/>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5" name="Rectangle 14"/>
            <p:cNvSpPr/>
            <p:nvPr/>
          </p:nvSpPr>
          <p:spPr>
            <a:xfrm>
              <a:off x="1924815" y="1205609"/>
              <a:ext cx="3133287" cy="1038746"/>
            </a:xfrm>
            <a:prstGeom prst="rect">
              <a:avLst/>
            </a:prstGeom>
          </p:spPr>
          <p:txBody>
            <a:bodyPr wrap="square">
              <a:spAutoFit/>
            </a:bodyPr>
            <a:lstStyle/>
            <a:p>
              <a:pPr algn="ctr" rtl="1"/>
              <a:r>
                <a:rPr lang="ar-SA" sz="2800" b="1" dirty="0"/>
                <a:t>يساهم توظيف التصوير في التعليم في مواجهة الفروق الفردية بين المتعلمين</a:t>
              </a:r>
              <a:endParaRPr lang="en-US" sz="2800" b="1" dirty="0">
                <a:solidFill>
                  <a:srgbClr val="000000"/>
                </a:solidFill>
              </a:endParaRPr>
            </a:p>
          </p:txBody>
        </p:sp>
        <p:grpSp>
          <p:nvGrpSpPr>
            <p:cNvPr id="39" name="Group 36"/>
            <p:cNvGrpSpPr/>
            <p:nvPr/>
          </p:nvGrpSpPr>
          <p:grpSpPr>
            <a:xfrm>
              <a:off x="3425328" y="2857502"/>
              <a:ext cx="516256" cy="387410"/>
              <a:chOff x="359092" y="2813581"/>
              <a:chExt cx="366051" cy="274694"/>
            </a:xfrm>
            <a:solidFill>
              <a:schemeClr val="bg1"/>
            </a:solidFill>
          </p:grpSpPr>
          <p:sp>
            <p:nvSpPr>
              <p:cNvPr id="32" name="AutoShape 118"/>
              <p:cNvSpPr>
                <a:spLocks/>
              </p:cNvSpPr>
              <p:nvPr/>
            </p:nvSpPr>
            <p:spPr bwMode="auto">
              <a:xfrm>
                <a:off x="359092" y="2813581"/>
                <a:ext cx="366051" cy="274694"/>
              </a:xfrm>
              <a:custGeom>
                <a:avLst/>
                <a:gdLst>
                  <a:gd name="T0" fmla="*/ 10732 w 21464"/>
                  <a:gd name="T1" fmla="*/ 10800 h 21600"/>
                  <a:gd name="T2" fmla="*/ 10732 w 21464"/>
                  <a:gd name="T3" fmla="*/ 10800 h 21600"/>
                  <a:gd name="T4" fmla="*/ 10732 w 21464"/>
                  <a:gd name="T5" fmla="*/ 10800 h 21600"/>
                  <a:gd name="T6" fmla="*/ 10732 w 21464"/>
                  <a:gd name="T7" fmla="*/ 10800 h 21600"/>
                </a:gdLst>
                <a:ahLst/>
                <a:cxnLst>
                  <a:cxn ang="0">
                    <a:pos x="T0" y="T1"/>
                  </a:cxn>
                  <a:cxn ang="0">
                    <a:pos x="T2" y="T3"/>
                  </a:cxn>
                  <a:cxn ang="0">
                    <a:pos x="T4" y="T5"/>
                  </a:cxn>
                  <a:cxn ang="0">
                    <a:pos x="T6" y="T7"/>
                  </a:cxn>
                </a:cxnLst>
                <a:rect l="0" t="0" r="r" b="b"/>
                <a:pathLst>
                  <a:path w="21464" h="21600">
                    <a:moveTo>
                      <a:pt x="19918" y="11754"/>
                    </a:moveTo>
                    <a:lnTo>
                      <a:pt x="16564" y="18954"/>
                    </a:lnTo>
                    <a:cubicBezTo>
                      <a:pt x="16317" y="19484"/>
                      <a:pt x="15892" y="19800"/>
                      <a:pt x="15427" y="19800"/>
                    </a:cubicBezTo>
                    <a:lnTo>
                      <a:pt x="2683" y="19800"/>
                    </a:lnTo>
                    <a:cubicBezTo>
                      <a:pt x="1943" y="19800"/>
                      <a:pt x="1341" y="18992"/>
                      <a:pt x="1341" y="18000"/>
                    </a:cubicBezTo>
                    <a:lnTo>
                      <a:pt x="1341" y="3600"/>
                    </a:lnTo>
                    <a:cubicBezTo>
                      <a:pt x="1341" y="2608"/>
                      <a:pt x="1943" y="1800"/>
                      <a:pt x="2683" y="1800"/>
                    </a:cubicBezTo>
                    <a:lnTo>
                      <a:pt x="15427" y="1800"/>
                    </a:lnTo>
                    <a:cubicBezTo>
                      <a:pt x="15892" y="1800"/>
                      <a:pt x="16317" y="2116"/>
                      <a:pt x="16564" y="2645"/>
                    </a:cubicBezTo>
                    <a:lnTo>
                      <a:pt x="19917" y="9845"/>
                    </a:lnTo>
                    <a:cubicBezTo>
                      <a:pt x="20188" y="10425"/>
                      <a:pt x="20188" y="11174"/>
                      <a:pt x="19918" y="11754"/>
                    </a:cubicBezTo>
                    <a:moveTo>
                      <a:pt x="21055" y="8891"/>
                    </a:moveTo>
                    <a:lnTo>
                      <a:pt x="17701" y="1691"/>
                    </a:lnTo>
                    <a:cubicBezTo>
                      <a:pt x="17211" y="639"/>
                      <a:pt x="16352" y="0"/>
                      <a:pt x="15427" y="0"/>
                    </a:cubicBezTo>
                    <a:lnTo>
                      <a:pt x="2683" y="0"/>
                    </a:lnTo>
                    <a:cubicBezTo>
                      <a:pt x="1201" y="0"/>
                      <a:pt x="0" y="1611"/>
                      <a:pt x="0" y="3600"/>
                    </a:cubicBezTo>
                    <a:lnTo>
                      <a:pt x="0" y="18000"/>
                    </a:lnTo>
                    <a:cubicBezTo>
                      <a:pt x="0" y="19988"/>
                      <a:pt x="1201" y="21599"/>
                      <a:pt x="2683" y="21599"/>
                    </a:cubicBezTo>
                    <a:lnTo>
                      <a:pt x="15427" y="21599"/>
                    </a:lnTo>
                    <a:cubicBezTo>
                      <a:pt x="16352" y="21599"/>
                      <a:pt x="17211" y="20960"/>
                      <a:pt x="17701" y="19908"/>
                    </a:cubicBezTo>
                    <a:lnTo>
                      <a:pt x="21055" y="12708"/>
                    </a:lnTo>
                    <a:cubicBezTo>
                      <a:pt x="21600" y="11541"/>
                      <a:pt x="21600" y="10059"/>
                      <a:pt x="21055" y="889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33" name="AutoShape 119"/>
              <p:cNvSpPr>
                <a:spLocks/>
              </p:cNvSpPr>
              <p:nvPr/>
            </p:nvSpPr>
            <p:spPr bwMode="auto">
              <a:xfrm>
                <a:off x="587481" y="2916200"/>
                <a:ext cx="68830"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000"/>
                    </a:moveTo>
                    <a:cubicBezTo>
                      <a:pt x="6825" y="18000"/>
                      <a:pt x="3600" y="14774"/>
                      <a:pt x="3600" y="10800"/>
                    </a:cubicBezTo>
                    <a:cubicBezTo>
                      <a:pt x="3600" y="6825"/>
                      <a:pt x="6825" y="3600"/>
                      <a:pt x="10800" y="3600"/>
                    </a:cubicBezTo>
                    <a:cubicBezTo>
                      <a:pt x="14774" y="3600"/>
                      <a:pt x="17999" y="6825"/>
                      <a:pt x="17999" y="10800"/>
                    </a:cubicBezTo>
                    <a:cubicBezTo>
                      <a:pt x="17999" y="14774"/>
                      <a:pt x="14774" y="18000"/>
                      <a:pt x="10800" y="18000"/>
                    </a:cubicBezTo>
                    <a:moveTo>
                      <a:pt x="10800" y="0"/>
                    </a:moveTo>
                    <a:cubicBezTo>
                      <a:pt x="4833" y="0"/>
                      <a:pt x="0" y="4833"/>
                      <a:pt x="0" y="10800"/>
                    </a:cubicBezTo>
                    <a:cubicBezTo>
                      <a:pt x="0" y="16766"/>
                      <a:pt x="4833" y="21599"/>
                      <a:pt x="10800" y="21599"/>
                    </a:cubicBezTo>
                    <a:cubicBezTo>
                      <a:pt x="16766" y="21599"/>
                      <a:pt x="21600" y="16766"/>
                      <a:pt x="21600" y="10800"/>
                    </a:cubicBezTo>
                    <a:cubicBezTo>
                      <a:pt x="21600" y="4833"/>
                      <a:pt x="16766"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080363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36"/>
                                        </p:tgtEl>
                                        <p:attrNameLst>
                                          <p:attrName>style.visibility</p:attrName>
                                        </p:attrNameLst>
                                      </p:cBhvr>
                                      <p:to>
                                        <p:strVal val="visible"/>
                                      </p:to>
                                    </p:set>
                                    <p:animEffect transition="in" filter="slide(fromBottom)">
                                      <p:cBhvr>
                                        <p:cTn id="11" dur="500"/>
                                        <p:tgtEl>
                                          <p:spTgt spid="36"/>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slide(fromTop)">
                                      <p:cBhvr>
                                        <p:cTn id="15" dur="500"/>
                                        <p:tgtEl>
                                          <p:spTgt spid="38"/>
                                        </p:tgtEl>
                                      </p:cBhvr>
                                    </p:animEffect>
                                  </p:childTnLst>
                                </p:cTn>
                              </p:par>
                            </p:childTnLst>
                          </p:cTn>
                        </p:par>
                        <p:par>
                          <p:cTn id="16" fill="hold">
                            <p:stCondLst>
                              <p:cond delay="1500"/>
                            </p:stCondLst>
                            <p:childTnLst>
                              <p:par>
                                <p:cTn id="17" presetID="12" presetClass="entr" presetSubtype="4" fill="hold" nodeType="after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slide(fromBottom)">
                                      <p:cBhvr>
                                        <p:cTn id="19"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095472" y="426607"/>
            <a:ext cx="9906069" cy="769441"/>
          </a:xfrm>
          <a:prstGeom prst="rect">
            <a:avLst/>
          </a:prstGeom>
        </p:spPr>
        <p:txBody>
          <a:bodyPr wrap="square">
            <a:spAutoFit/>
          </a:bodyPr>
          <a:lstStyle/>
          <a:p>
            <a:pPr lvl="1" algn="r" rtl="1"/>
            <a:r>
              <a:rPr lang="ar-SA" sz="4400" b="1" u="sng" dirty="0" smtClean="0"/>
              <a:t>ج -  </a:t>
            </a:r>
            <a:r>
              <a:rPr lang="ar-SA" sz="4400" b="1" u="sng" dirty="0"/>
              <a:t>فوائد التصوير </a:t>
            </a:r>
            <a:endParaRPr lang="en-US" sz="4400" u="sng" dirty="0"/>
          </a:p>
        </p:txBody>
      </p:sp>
      <p:grpSp>
        <p:nvGrpSpPr>
          <p:cNvPr id="34" name="Group 39"/>
          <p:cNvGrpSpPr/>
          <p:nvPr/>
        </p:nvGrpSpPr>
        <p:grpSpPr>
          <a:xfrm>
            <a:off x="7048507" y="2885967"/>
            <a:ext cx="4186411" cy="2538189"/>
            <a:chOff x="4452046" y="1643056"/>
            <a:chExt cx="3139808" cy="1903642"/>
          </a:xfrm>
        </p:grpSpPr>
        <p:sp>
          <p:nvSpPr>
            <p:cNvPr id="10" name="Arc 9"/>
            <p:cNvSpPr/>
            <p:nvPr/>
          </p:nvSpPr>
          <p:spPr>
            <a:xfrm>
              <a:off x="4643438" y="1643056"/>
              <a:ext cx="1903642" cy="1903642"/>
            </a:xfrm>
            <a:prstGeom prst="arc">
              <a:avLst>
                <a:gd name="adj1" fmla="val 10782369"/>
                <a:gd name="adj2" fmla="val 0"/>
              </a:avLst>
            </a:prstGeom>
            <a:solidFill>
              <a:schemeClr val="accent3"/>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3" name="Rectangle 12"/>
            <p:cNvSpPr/>
            <p:nvPr/>
          </p:nvSpPr>
          <p:spPr>
            <a:xfrm>
              <a:off x="4452046" y="2735403"/>
              <a:ext cx="3139808" cy="715580"/>
            </a:xfrm>
            <a:prstGeom prst="rect">
              <a:avLst/>
            </a:prstGeom>
          </p:spPr>
          <p:txBody>
            <a:bodyPr wrap="square">
              <a:spAutoFit/>
            </a:bodyPr>
            <a:lstStyle/>
            <a:p>
              <a:pPr algn="ctr" fontAlgn="auto">
                <a:spcBef>
                  <a:spcPts val="0"/>
                </a:spcBef>
                <a:spcAft>
                  <a:spcPts val="0"/>
                </a:spcAft>
              </a:pPr>
              <a:r>
                <a:rPr lang="ar-SA" sz="2800" b="1" dirty="0"/>
                <a:t>ذات تأثير كبير في جذب انتباه الطلبة</a:t>
              </a:r>
              <a:endParaRPr lang="en-US"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35" name="Group 33"/>
            <p:cNvGrpSpPr/>
            <p:nvPr/>
          </p:nvGrpSpPr>
          <p:grpSpPr>
            <a:xfrm>
              <a:off x="5357818" y="1928808"/>
              <a:ext cx="517136" cy="451834"/>
              <a:chOff x="4800505" y="2786674"/>
              <a:chExt cx="366676" cy="320373"/>
            </a:xfrm>
            <a:solidFill>
              <a:schemeClr val="bg1"/>
            </a:solidFill>
          </p:grpSpPr>
          <p:sp>
            <p:nvSpPr>
              <p:cNvPr id="27" name="AutoShape 43"/>
              <p:cNvSpPr>
                <a:spLocks/>
              </p:cNvSpPr>
              <p:nvPr/>
            </p:nvSpPr>
            <p:spPr bwMode="auto">
              <a:xfrm>
                <a:off x="4800505" y="2786674"/>
                <a:ext cx="366676" cy="26343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28" name="AutoShape 44"/>
              <p:cNvSpPr>
                <a:spLocks/>
              </p:cNvSpPr>
              <p:nvPr/>
            </p:nvSpPr>
            <p:spPr bwMode="auto">
              <a:xfrm>
                <a:off x="5132766" y="2901184"/>
                <a:ext cx="22526" cy="12577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29" name="AutoShape 45"/>
              <p:cNvSpPr>
                <a:spLocks/>
              </p:cNvSpPr>
              <p:nvPr/>
            </p:nvSpPr>
            <p:spPr bwMode="auto">
              <a:xfrm>
                <a:off x="5120877" y="3038217"/>
                <a:ext cx="46304"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grpSp>
        <p:nvGrpSpPr>
          <p:cNvPr id="36" name="Group 37"/>
          <p:cNvGrpSpPr/>
          <p:nvPr/>
        </p:nvGrpSpPr>
        <p:grpSpPr>
          <a:xfrm>
            <a:off x="543546" y="2937713"/>
            <a:ext cx="4240986" cy="2538189"/>
            <a:chOff x="-198396" y="1643056"/>
            <a:chExt cx="3180739" cy="1903642"/>
          </a:xfrm>
        </p:grpSpPr>
        <p:sp>
          <p:nvSpPr>
            <p:cNvPr id="8" name="Arc 7"/>
            <p:cNvSpPr/>
            <p:nvPr/>
          </p:nvSpPr>
          <p:spPr>
            <a:xfrm>
              <a:off x="785786" y="1643056"/>
              <a:ext cx="1903642" cy="1903642"/>
            </a:xfrm>
            <a:prstGeom prst="arc">
              <a:avLst>
                <a:gd name="adj1" fmla="val 10782369"/>
                <a:gd name="adj2" fmla="val 0"/>
              </a:avLst>
            </a:prstGeom>
            <a:solidFill>
              <a:schemeClr val="accent4"/>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4" name="Rectangle 13"/>
            <p:cNvSpPr/>
            <p:nvPr/>
          </p:nvSpPr>
          <p:spPr>
            <a:xfrm>
              <a:off x="-198396" y="2687685"/>
              <a:ext cx="3180739" cy="715580"/>
            </a:xfrm>
            <a:prstGeom prst="rect">
              <a:avLst/>
            </a:prstGeom>
          </p:spPr>
          <p:txBody>
            <a:bodyPr wrap="square">
              <a:spAutoFit/>
            </a:bodyPr>
            <a:lstStyle/>
            <a:p>
              <a:pPr lvl="0" algn="ctr" rtl="1"/>
              <a:r>
                <a:rPr lang="ar-SA" sz="2800" b="1" dirty="0"/>
                <a:t>قدرتها على العرض والجمع بين عناصر الصوت والصورة والحركة</a:t>
              </a:r>
              <a:endParaRPr lang="en-US" sz="2800" b="1" dirty="0"/>
            </a:p>
          </p:txBody>
        </p:sp>
        <p:grpSp>
          <p:nvGrpSpPr>
            <p:cNvPr id="37" name="Group 35"/>
            <p:cNvGrpSpPr/>
            <p:nvPr/>
          </p:nvGrpSpPr>
          <p:grpSpPr>
            <a:xfrm>
              <a:off x="1571604" y="1857370"/>
              <a:ext cx="387410" cy="517136"/>
              <a:chOff x="1868971" y="2767277"/>
              <a:chExt cx="274694" cy="366676"/>
            </a:xfrm>
            <a:solidFill>
              <a:schemeClr val="bg1"/>
            </a:solidFill>
          </p:grpSpPr>
          <p:sp>
            <p:nvSpPr>
              <p:cNvPr id="3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3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grpSp>
        <p:nvGrpSpPr>
          <p:cNvPr id="38" name="Group 38"/>
          <p:cNvGrpSpPr/>
          <p:nvPr/>
        </p:nvGrpSpPr>
        <p:grpSpPr>
          <a:xfrm>
            <a:off x="3678866" y="2302704"/>
            <a:ext cx="4177716" cy="3121451"/>
            <a:chOff x="1924815" y="1205609"/>
            <a:chExt cx="3133287" cy="2341089"/>
          </a:xfrm>
        </p:grpSpPr>
        <p:sp>
          <p:nvSpPr>
            <p:cNvPr id="9" name="Arc 8"/>
            <p:cNvSpPr/>
            <p:nvPr/>
          </p:nvSpPr>
          <p:spPr>
            <a:xfrm>
              <a:off x="2714612" y="1643056"/>
              <a:ext cx="1903642" cy="1903642"/>
            </a:xfrm>
            <a:prstGeom prst="arc">
              <a:avLst>
                <a:gd name="adj1" fmla="val 21571566"/>
                <a:gd name="adj2" fmla="val 10822907"/>
              </a:avLst>
            </a:prstGeom>
            <a:solidFill>
              <a:schemeClr val="accent1"/>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5" name="Rectangle 14"/>
            <p:cNvSpPr/>
            <p:nvPr/>
          </p:nvSpPr>
          <p:spPr>
            <a:xfrm>
              <a:off x="1924815" y="1205609"/>
              <a:ext cx="3133287" cy="715580"/>
            </a:xfrm>
            <a:prstGeom prst="rect">
              <a:avLst/>
            </a:prstGeom>
          </p:spPr>
          <p:txBody>
            <a:bodyPr wrap="square">
              <a:spAutoFit/>
            </a:bodyPr>
            <a:lstStyle/>
            <a:p>
              <a:pPr algn="ctr" rtl="1"/>
              <a:r>
                <a:rPr lang="ar-SA" sz="2800" b="1" dirty="0" smtClean="0"/>
                <a:t>إمكانية </a:t>
              </a:r>
              <a:r>
                <a:rPr lang="ar-SA" sz="2800" b="1" dirty="0"/>
                <a:t>استخدام الأفلام داخل الفصول الدراسية والمعامل</a:t>
              </a:r>
              <a:endParaRPr lang="en-US" sz="2800" b="1" dirty="0">
                <a:solidFill>
                  <a:srgbClr val="000000"/>
                </a:solidFill>
              </a:endParaRPr>
            </a:p>
          </p:txBody>
        </p:sp>
        <p:grpSp>
          <p:nvGrpSpPr>
            <p:cNvPr id="39" name="Group 36"/>
            <p:cNvGrpSpPr/>
            <p:nvPr/>
          </p:nvGrpSpPr>
          <p:grpSpPr>
            <a:xfrm>
              <a:off x="3425328" y="2857502"/>
              <a:ext cx="516256" cy="387410"/>
              <a:chOff x="359092" y="2813581"/>
              <a:chExt cx="366051" cy="274694"/>
            </a:xfrm>
            <a:solidFill>
              <a:schemeClr val="bg1"/>
            </a:solidFill>
          </p:grpSpPr>
          <p:sp>
            <p:nvSpPr>
              <p:cNvPr id="32" name="AutoShape 118"/>
              <p:cNvSpPr>
                <a:spLocks/>
              </p:cNvSpPr>
              <p:nvPr/>
            </p:nvSpPr>
            <p:spPr bwMode="auto">
              <a:xfrm>
                <a:off x="359092" y="2813581"/>
                <a:ext cx="366051" cy="274694"/>
              </a:xfrm>
              <a:custGeom>
                <a:avLst/>
                <a:gdLst>
                  <a:gd name="T0" fmla="*/ 10732 w 21464"/>
                  <a:gd name="T1" fmla="*/ 10800 h 21600"/>
                  <a:gd name="T2" fmla="*/ 10732 w 21464"/>
                  <a:gd name="T3" fmla="*/ 10800 h 21600"/>
                  <a:gd name="T4" fmla="*/ 10732 w 21464"/>
                  <a:gd name="T5" fmla="*/ 10800 h 21600"/>
                  <a:gd name="T6" fmla="*/ 10732 w 21464"/>
                  <a:gd name="T7" fmla="*/ 10800 h 21600"/>
                </a:gdLst>
                <a:ahLst/>
                <a:cxnLst>
                  <a:cxn ang="0">
                    <a:pos x="T0" y="T1"/>
                  </a:cxn>
                  <a:cxn ang="0">
                    <a:pos x="T2" y="T3"/>
                  </a:cxn>
                  <a:cxn ang="0">
                    <a:pos x="T4" y="T5"/>
                  </a:cxn>
                  <a:cxn ang="0">
                    <a:pos x="T6" y="T7"/>
                  </a:cxn>
                </a:cxnLst>
                <a:rect l="0" t="0" r="r" b="b"/>
                <a:pathLst>
                  <a:path w="21464" h="21600">
                    <a:moveTo>
                      <a:pt x="19918" y="11754"/>
                    </a:moveTo>
                    <a:lnTo>
                      <a:pt x="16564" y="18954"/>
                    </a:lnTo>
                    <a:cubicBezTo>
                      <a:pt x="16317" y="19484"/>
                      <a:pt x="15892" y="19800"/>
                      <a:pt x="15427" y="19800"/>
                    </a:cubicBezTo>
                    <a:lnTo>
                      <a:pt x="2683" y="19800"/>
                    </a:lnTo>
                    <a:cubicBezTo>
                      <a:pt x="1943" y="19800"/>
                      <a:pt x="1341" y="18992"/>
                      <a:pt x="1341" y="18000"/>
                    </a:cubicBezTo>
                    <a:lnTo>
                      <a:pt x="1341" y="3600"/>
                    </a:lnTo>
                    <a:cubicBezTo>
                      <a:pt x="1341" y="2608"/>
                      <a:pt x="1943" y="1800"/>
                      <a:pt x="2683" y="1800"/>
                    </a:cubicBezTo>
                    <a:lnTo>
                      <a:pt x="15427" y="1800"/>
                    </a:lnTo>
                    <a:cubicBezTo>
                      <a:pt x="15892" y="1800"/>
                      <a:pt x="16317" y="2116"/>
                      <a:pt x="16564" y="2645"/>
                    </a:cubicBezTo>
                    <a:lnTo>
                      <a:pt x="19917" y="9845"/>
                    </a:lnTo>
                    <a:cubicBezTo>
                      <a:pt x="20188" y="10425"/>
                      <a:pt x="20188" y="11174"/>
                      <a:pt x="19918" y="11754"/>
                    </a:cubicBezTo>
                    <a:moveTo>
                      <a:pt x="21055" y="8891"/>
                    </a:moveTo>
                    <a:lnTo>
                      <a:pt x="17701" y="1691"/>
                    </a:lnTo>
                    <a:cubicBezTo>
                      <a:pt x="17211" y="639"/>
                      <a:pt x="16352" y="0"/>
                      <a:pt x="15427" y="0"/>
                    </a:cubicBezTo>
                    <a:lnTo>
                      <a:pt x="2683" y="0"/>
                    </a:lnTo>
                    <a:cubicBezTo>
                      <a:pt x="1201" y="0"/>
                      <a:pt x="0" y="1611"/>
                      <a:pt x="0" y="3600"/>
                    </a:cubicBezTo>
                    <a:lnTo>
                      <a:pt x="0" y="18000"/>
                    </a:lnTo>
                    <a:cubicBezTo>
                      <a:pt x="0" y="19988"/>
                      <a:pt x="1201" y="21599"/>
                      <a:pt x="2683" y="21599"/>
                    </a:cubicBezTo>
                    <a:lnTo>
                      <a:pt x="15427" y="21599"/>
                    </a:lnTo>
                    <a:cubicBezTo>
                      <a:pt x="16352" y="21599"/>
                      <a:pt x="17211" y="20960"/>
                      <a:pt x="17701" y="19908"/>
                    </a:cubicBezTo>
                    <a:lnTo>
                      <a:pt x="21055" y="12708"/>
                    </a:lnTo>
                    <a:cubicBezTo>
                      <a:pt x="21600" y="11541"/>
                      <a:pt x="21600" y="10059"/>
                      <a:pt x="21055" y="889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33" name="AutoShape 119"/>
              <p:cNvSpPr>
                <a:spLocks/>
              </p:cNvSpPr>
              <p:nvPr/>
            </p:nvSpPr>
            <p:spPr bwMode="auto">
              <a:xfrm>
                <a:off x="587481" y="2916200"/>
                <a:ext cx="68830"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000"/>
                    </a:moveTo>
                    <a:cubicBezTo>
                      <a:pt x="6825" y="18000"/>
                      <a:pt x="3600" y="14774"/>
                      <a:pt x="3600" y="10800"/>
                    </a:cubicBezTo>
                    <a:cubicBezTo>
                      <a:pt x="3600" y="6825"/>
                      <a:pt x="6825" y="3600"/>
                      <a:pt x="10800" y="3600"/>
                    </a:cubicBezTo>
                    <a:cubicBezTo>
                      <a:pt x="14774" y="3600"/>
                      <a:pt x="17999" y="6825"/>
                      <a:pt x="17999" y="10800"/>
                    </a:cubicBezTo>
                    <a:cubicBezTo>
                      <a:pt x="17999" y="14774"/>
                      <a:pt x="14774" y="18000"/>
                      <a:pt x="10800" y="18000"/>
                    </a:cubicBezTo>
                    <a:moveTo>
                      <a:pt x="10800" y="0"/>
                    </a:moveTo>
                    <a:cubicBezTo>
                      <a:pt x="4833" y="0"/>
                      <a:pt x="0" y="4833"/>
                      <a:pt x="0" y="10800"/>
                    </a:cubicBezTo>
                    <a:cubicBezTo>
                      <a:pt x="0" y="16766"/>
                      <a:pt x="4833" y="21599"/>
                      <a:pt x="10800" y="21599"/>
                    </a:cubicBezTo>
                    <a:cubicBezTo>
                      <a:pt x="16766" y="21599"/>
                      <a:pt x="21600" y="16766"/>
                      <a:pt x="21600" y="10800"/>
                    </a:cubicBezTo>
                    <a:cubicBezTo>
                      <a:pt x="21600" y="4833"/>
                      <a:pt x="16766"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603488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36"/>
                                        </p:tgtEl>
                                        <p:attrNameLst>
                                          <p:attrName>style.visibility</p:attrName>
                                        </p:attrNameLst>
                                      </p:cBhvr>
                                      <p:to>
                                        <p:strVal val="visible"/>
                                      </p:to>
                                    </p:set>
                                    <p:animEffect transition="in" filter="slide(fromBottom)">
                                      <p:cBhvr>
                                        <p:cTn id="11" dur="500"/>
                                        <p:tgtEl>
                                          <p:spTgt spid="36"/>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slide(fromTop)">
                                      <p:cBhvr>
                                        <p:cTn id="15" dur="500"/>
                                        <p:tgtEl>
                                          <p:spTgt spid="38"/>
                                        </p:tgtEl>
                                      </p:cBhvr>
                                    </p:animEffect>
                                  </p:childTnLst>
                                </p:cTn>
                              </p:par>
                            </p:childTnLst>
                          </p:cTn>
                        </p:par>
                        <p:par>
                          <p:cTn id="16" fill="hold">
                            <p:stCondLst>
                              <p:cond delay="1500"/>
                            </p:stCondLst>
                            <p:childTnLst>
                              <p:par>
                                <p:cTn id="17" presetID="12" presetClass="entr" presetSubtype="4" fill="hold" nodeType="after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slide(fromBottom)">
                                      <p:cBhvr>
                                        <p:cTn id="19"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095472" y="426607"/>
            <a:ext cx="9906069" cy="769441"/>
          </a:xfrm>
          <a:prstGeom prst="rect">
            <a:avLst/>
          </a:prstGeom>
        </p:spPr>
        <p:txBody>
          <a:bodyPr wrap="square">
            <a:spAutoFit/>
          </a:bodyPr>
          <a:lstStyle/>
          <a:p>
            <a:pPr lvl="1" algn="r" rtl="1"/>
            <a:r>
              <a:rPr lang="ar-SA" sz="4400" b="1" u="sng" dirty="0" smtClean="0"/>
              <a:t>ج -  </a:t>
            </a:r>
            <a:r>
              <a:rPr lang="ar-SA" sz="4400" b="1" u="sng" dirty="0"/>
              <a:t>فوائد التصوير </a:t>
            </a:r>
            <a:endParaRPr lang="en-US" sz="4400" u="sng" dirty="0"/>
          </a:p>
        </p:txBody>
      </p:sp>
      <p:grpSp>
        <p:nvGrpSpPr>
          <p:cNvPr id="34" name="Group 39"/>
          <p:cNvGrpSpPr/>
          <p:nvPr/>
        </p:nvGrpSpPr>
        <p:grpSpPr>
          <a:xfrm>
            <a:off x="7048507" y="2885967"/>
            <a:ext cx="4186411" cy="2841457"/>
            <a:chOff x="4452046" y="1643056"/>
            <a:chExt cx="3139808" cy="2131093"/>
          </a:xfrm>
        </p:grpSpPr>
        <p:sp>
          <p:nvSpPr>
            <p:cNvPr id="10" name="Arc 9"/>
            <p:cNvSpPr/>
            <p:nvPr/>
          </p:nvSpPr>
          <p:spPr>
            <a:xfrm>
              <a:off x="4643438" y="1643056"/>
              <a:ext cx="1903642" cy="1903642"/>
            </a:xfrm>
            <a:prstGeom prst="arc">
              <a:avLst>
                <a:gd name="adj1" fmla="val 10782369"/>
                <a:gd name="adj2" fmla="val 0"/>
              </a:avLst>
            </a:prstGeom>
            <a:solidFill>
              <a:schemeClr val="accent3"/>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3" name="Rectangle 12"/>
            <p:cNvSpPr/>
            <p:nvPr/>
          </p:nvSpPr>
          <p:spPr>
            <a:xfrm>
              <a:off x="4452046" y="2735403"/>
              <a:ext cx="3139808" cy="1038746"/>
            </a:xfrm>
            <a:prstGeom prst="rect">
              <a:avLst/>
            </a:prstGeom>
          </p:spPr>
          <p:txBody>
            <a:bodyPr wrap="square">
              <a:spAutoFit/>
            </a:bodyPr>
            <a:lstStyle/>
            <a:p>
              <a:pPr algn="ctr" fontAlgn="auto">
                <a:spcBef>
                  <a:spcPts val="0"/>
                </a:spcBef>
                <a:spcAft>
                  <a:spcPts val="0"/>
                </a:spcAft>
              </a:pPr>
              <a:r>
                <a:rPr lang="ar-SA" sz="2800" b="1" dirty="0"/>
                <a:t>تســــاعد في مراعاة الفوارق الفردية من جانب تحصيل الطلبة وتفكيرهم</a:t>
              </a:r>
              <a:endParaRPr lang="en-US"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35" name="Group 33"/>
            <p:cNvGrpSpPr/>
            <p:nvPr/>
          </p:nvGrpSpPr>
          <p:grpSpPr>
            <a:xfrm>
              <a:off x="5357818" y="1928808"/>
              <a:ext cx="517136" cy="451834"/>
              <a:chOff x="4800505" y="2786674"/>
              <a:chExt cx="366676" cy="320373"/>
            </a:xfrm>
            <a:solidFill>
              <a:schemeClr val="bg1"/>
            </a:solidFill>
          </p:grpSpPr>
          <p:sp>
            <p:nvSpPr>
              <p:cNvPr id="27" name="AutoShape 43"/>
              <p:cNvSpPr>
                <a:spLocks/>
              </p:cNvSpPr>
              <p:nvPr/>
            </p:nvSpPr>
            <p:spPr bwMode="auto">
              <a:xfrm>
                <a:off x="4800505" y="2786674"/>
                <a:ext cx="366676" cy="26343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28" name="AutoShape 44"/>
              <p:cNvSpPr>
                <a:spLocks/>
              </p:cNvSpPr>
              <p:nvPr/>
            </p:nvSpPr>
            <p:spPr bwMode="auto">
              <a:xfrm>
                <a:off x="5132766" y="2901184"/>
                <a:ext cx="22526" cy="12577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29" name="AutoShape 45"/>
              <p:cNvSpPr>
                <a:spLocks/>
              </p:cNvSpPr>
              <p:nvPr/>
            </p:nvSpPr>
            <p:spPr bwMode="auto">
              <a:xfrm>
                <a:off x="5120877" y="3038217"/>
                <a:ext cx="46304"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grpSp>
        <p:nvGrpSpPr>
          <p:cNvPr id="36" name="Group 37"/>
          <p:cNvGrpSpPr/>
          <p:nvPr/>
        </p:nvGrpSpPr>
        <p:grpSpPr>
          <a:xfrm>
            <a:off x="543546" y="2937713"/>
            <a:ext cx="4240986" cy="2538189"/>
            <a:chOff x="-198396" y="1643056"/>
            <a:chExt cx="3180739" cy="1903642"/>
          </a:xfrm>
        </p:grpSpPr>
        <p:sp>
          <p:nvSpPr>
            <p:cNvPr id="8" name="Arc 7"/>
            <p:cNvSpPr/>
            <p:nvPr/>
          </p:nvSpPr>
          <p:spPr>
            <a:xfrm>
              <a:off x="785786" y="1643056"/>
              <a:ext cx="1903642" cy="1903642"/>
            </a:xfrm>
            <a:prstGeom prst="arc">
              <a:avLst>
                <a:gd name="adj1" fmla="val 10782369"/>
                <a:gd name="adj2" fmla="val 0"/>
              </a:avLst>
            </a:prstGeom>
            <a:solidFill>
              <a:schemeClr val="accent4"/>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4" name="Rectangle 13"/>
            <p:cNvSpPr/>
            <p:nvPr/>
          </p:nvSpPr>
          <p:spPr>
            <a:xfrm>
              <a:off x="-198396" y="2687685"/>
              <a:ext cx="3180739" cy="715580"/>
            </a:xfrm>
            <a:prstGeom prst="rect">
              <a:avLst/>
            </a:prstGeom>
          </p:spPr>
          <p:txBody>
            <a:bodyPr wrap="square">
              <a:spAutoFit/>
            </a:bodyPr>
            <a:lstStyle/>
            <a:p>
              <a:pPr lvl="0" algn="ctr" rtl="1"/>
              <a:r>
                <a:rPr lang="ar-SA" sz="2800" b="1" dirty="0"/>
                <a:t>تتيح الفرصة للحوار والنقاش وكتابة تقرير عن الفيلم المشاهد</a:t>
              </a:r>
              <a:endParaRPr lang="en-US" sz="2800" b="1" dirty="0"/>
            </a:p>
          </p:txBody>
        </p:sp>
        <p:grpSp>
          <p:nvGrpSpPr>
            <p:cNvPr id="37" name="Group 35"/>
            <p:cNvGrpSpPr/>
            <p:nvPr/>
          </p:nvGrpSpPr>
          <p:grpSpPr>
            <a:xfrm>
              <a:off x="1571604" y="1857370"/>
              <a:ext cx="387410" cy="517136"/>
              <a:chOff x="1868971" y="2767277"/>
              <a:chExt cx="274694" cy="366676"/>
            </a:xfrm>
            <a:solidFill>
              <a:schemeClr val="bg1"/>
            </a:solidFill>
          </p:grpSpPr>
          <p:sp>
            <p:nvSpPr>
              <p:cNvPr id="3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3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grpSp>
        <p:nvGrpSpPr>
          <p:cNvPr id="38" name="Group 38"/>
          <p:cNvGrpSpPr/>
          <p:nvPr/>
        </p:nvGrpSpPr>
        <p:grpSpPr>
          <a:xfrm>
            <a:off x="3617365" y="2814134"/>
            <a:ext cx="4177716" cy="2610020"/>
            <a:chOff x="1878689" y="1589182"/>
            <a:chExt cx="3133287" cy="1957516"/>
          </a:xfrm>
        </p:grpSpPr>
        <p:sp>
          <p:nvSpPr>
            <p:cNvPr id="9" name="Arc 8"/>
            <p:cNvSpPr/>
            <p:nvPr/>
          </p:nvSpPr>
          <p:spPr>
            <a:xfrm>
              <a:off x="2714612" y="1643056"/>
              <a:ext cx="1903642" cy="1903642"/>
            </a:xfrm>
            <a:prstGeom prst="arc">
              <a:avLst>
                <a:gd name="adj1" fmla="val 21571566"/>
                <a:gd name="adj2" fmla="val 10822907"/>
              </a:avLst>
            </a:prstGeom>
            <a:solidFill>
              <a:schemeClr val="accent1"/>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5" name="Rectangle 14"/>
            <p:cNvSpPr/>
            <p:nvPr/>
          </p:nvSpPr>
          <p:spPr>
            <a:xfrm>
              <a:off x="1878689" y="1589182"/>
              <a:ext cx="3133287" cy="715580"/>
            </a:xfrm>
            <a:prstGeom prst="rect">
              <a:avLst/>
            </a:prstGeom>
          </p:spPr>
          <p:txBody>
            <a:bodyPr wrap="square">
              <a:spAutoFit/>
            </a:bodyPr>
            <a:lstStyle/>
            <a:p>
              <a:pPr algn="ctr" rtl="1"/>
              <a:r>
                <a:rPr lang="ar-SA" sz="2800" b="1" dirty="0"/>
                <a:t>تكشف للطالب أدق الأمور وأصغرها</a:t>
              </a:r>
              <a:endParaRPr lang="en-US" sz="2800" b="1" dirty="0">
                <a:solidFill>
                  <a:srgbClr val="000000"/>
                </a:solidFill>
              </a:endParaRPr>
            </a:p>
          </p:txBody>
        </p:sp>
        <p:grpSp>
          <p:nvGrpSpPr>
            <p:cNvPr id="39" name="Group 36"/>
            <p:cNvGrpSpPr/>
            <p:nvPr/>
          </p:nvGrpSpPr>
          <p:grpSpPr>
            <a:xfrm>
              <a:off x="3425328" y="2857502"/>
              <a:ext cx="516256" cy="387410"/>
              <a:chOff x="359092" y="2813581"/>
              <a:chExt cx="366051" cy="274694"/>
            </a:xfrm>
            <a:solidFill>
              <a:schemeClr val="bg1"/>
            </a:solidFill>
          </p:grpSpPr>
          <p:sp>
            <p:nvSpPr>
              <p:cNvPr id="32" name="AutoShape 118"/>
              <p:cNvSpPr>
                <a:spLocks/>
              </p:cNvSpPr>
              <p:nvPr/>
            </p:nvSpPr>
            <p:spPr bwMode="auto">
              <a:xfrm>
                <a:off x="359092" y="2813581"/>
                <a:ext cx="366051" cy="274694"/>
              </a:xfrm>
              <a:custGeom>
                <a:avLst/>
                <a:gdLst>
                  <a:gd name="T0" fmla="*/ 10732 w 21464"/>
                  <a:gd name="T1" fmla="*/ 10800 h 21600"/>
                  <a:gd name="T2" fmla="*/ 10732 w 21464"/>
                  <a:gd name="T3" fmla="*/ 10800 h 21600"/>
                  <a:gd name="T4" fmla="*/ 10732 w 21464"/>
                  <a:gd name="T5" fmla="*/ 10800 h 21600"/>
                  <a:gd name="T6" fmla="*/ 10732 w 21464"/>
                  <a:gd name="T7" fmla="*/ 10800 h 21600"/>
                </a:gdLst>
                <a:ahLst/>
                <a:cxnLst>
                  <a:cxn ang="0">
                    <a:pos x="T0" y="T1"/>
                  </a:cxn>
                  <a:cxn ang="0">
                    <a:pos x="T2" y="T3"/>
                  </a:cxn>
                  <a:cxn ang="0">
                    <a:pos x="T4" y="T5"/>
                  </a:cxn>
                  <a:cxn ang="0">
                    <a:pos x="T6" y="T7"/>
                  </a:cxn>
                </a:cxnLst>
                <a:rect l="0" t="0" r="r" b="b"/>
                <a:pathLst>
                  <a:path w="21464" h="21600">
                    <a:moveTo>
                      <a:pt x="19918" y="11754"/>
                    </a:moveTo>
                    <a:lnTo>
                      <a:pt x="16564" y="18954"/>
                    </a:lnTo>
                    <a:cubicBezTo>
                      <a:pt x="16317" y="19484"/>
                      <a:pt x="15892" y="19800"/>
                      <a:pt x="15427" y="19800"/>
                    </a:cubicBezTo>
                    <a:lnTo>
                      <a:pt x="2683" y="19800"/>
                    </a:lnTo>
                    <a:cubicBezTo>
                      <a:pt x="1943" y="19800"/>
                      <a:pt x="1341" y="18992"/>
                      <a:pt x="1341" y="18000"/>
                    </a:cubicBezTo>
                    <a:lnTo>
                      <a:pt x="1341" y="3600"/>
                    </a:lnTo>
                    <a:cubicBezTo>
                      <a:pt x="1341" y="2608"/>
                      <a:pt x="1943" y="1800"/>
                      <a:pt x="2683" y="1800"/>
                    </a:cubicBezTo>
                    <a:lnTo>
                      <a:pt x="15427" y="1800"/>
                    </a:lnTo>
                    <a:cubicBezTo>
                      <a:pt x="15892" y="1800"/>
                      <a:pt x="16317" y="2116"/>
                      <a:pt x="16564" y="2645"/>
                    </a:cubicBezTo>
                    <a:lnTo>
                      <a:pt x="19917" y="9845"/>
                    </a:lnTo>
                    <a:cubicBezTo>
                      <a:pt x="20188" y="10425"/>
                      <a:pt x="20188" y="11174"/>
                      <a:pt x="19918" y="11754"/>
                    </a:cubicBezTo>
                    <a:moveTo>
                      <a:pt x="21055" y="8891"/>
                    </a:moveTo>
                    <a:lnTo>
                      <a:pt x="17701" y="1691"/>
                    </a:lnTo>
                    <a:cubicBezTo>
                      <a:pt x="17211" y="639"/>
                      <a:pt x="16352" y="0"/>
                      <a:pt x="15427" y="0"/>
                    </a:cubicBezTo>
                    <a:lnTo>
                      <a:pt x="2683" y="0"/>
                    </a:lnTo>
                    <a:cubicBezTo>
                      <a:pt x="1201" y="0"/>
                      <a:pt x="0" y="1611"/>
                      <a:pt x="0" y="3600"/>
                    </a:cubicBezTo>
                    <a:lnTo>
                      <a:pt x="0" y="18000"/>
                    </a:lnTo>
                    <a:cubicBezTo>
                      <a:pt x="0" y="19988"/>
                      <a:pt x="1201" y="21599"/>
                      <a:pt x="2683" y="21599"/>
                    </a:cubicBezTo>
                    <a:lnTo>
                      <a:pt x="15427" y="21599"/>
                    </a:lnTo>
                    <a:cubicBezTo>
                      <a:pt x="16352" y="21599"/>
                      <a:pt x="17211" y="20960"/>
                      <a:pt x="17701" y="19908"/>
                    </a:cubicBezTo>
                    <a:lnTo>
                      <a:pt x="21055" y="12708"/>
                    </a:lnTo>
                    <a:cubicBezTo>
                      <a:pt x="21600" y="11541"/>
                      <a:pt x="21600" y="10059"/>
                      <a:pt x="21055" y="889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33" name="AutoShape 119"/>
              <p:cNvSpPr>
                <a:spLocks/>
              </p:cNvSpPr>
              <p:nvPr/>
            </p:nvSpPr>
            <p:spPr bwMode="auto">
              <a:xfrm>
                <a:off x="587481" y="2916200"/>
                <a:ext cx="68830"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000"/>
                    </a:moveTo>
                    <a:cubicBezTo>
                      <a:pt x="6825" y="18000"/>
                      <a:pt x="3600" y="14774"/>
                      <a:pt x="3600" y="10800"/>
                    </a:cubicBezTo>
                    <a:cubicBezTo>
                      <a:pt x="3600" y="6825"/>
                      <a:pt x="6825" y="3600"/>
                      <a:pt x="10800" y="3600"/>
                    </a:cubicBezTo>
                    <a:cubicBezTo>
                      <a:pt x="14774" y="3600"/>
                      <a:pt x="17999" y="6825"/>
                      <a:pt x="17999" y="10800"/>
                    </a:cubicBezTo>
                    <a:cubicBezTo>
                      <a:pt x="17999" y="14774"/>
                      <a:pt x="14774" y="18000"/>
                      <a:pt x="10800" y="18000"/>
                    </a:cubicBezTo>
                    <a:moveTo>
                      <a:pt x="10800" y="0"/>
                    </a:moveTo>
                    <a:cubicBezTo>
                      <a:pt x="4833" y="0"/>
                      <a:pt x="0" y="4833"/>
                      <a:pt x="0" y="10800"/>
                    </a:cubicBezTo>
                    <a:cubicBezTo>
                      <a:pt x="0" y="16766"/>
                      <a:pt x="4833" y="21599"/>
                      <a:pt x="10800" y="21599"/>
                    </a:cubicBezTo>
                    <a:cubicBezTo>
                      <a:pt x="16766" y="21599"/>
                      <a:pt x="21600" y="16766"/>
                      <a:pt x="21600" y="10800"/>
                    </a:cubicBezTo>
                    <a:cubicBezTo>
                      <a:pt x="21600" y="4833"/>
                      <a:pt x="16766"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5782749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36"/>
                                        </p:tgtEl>
                                        <p:attrNameLst>
                                          <p:attrName>style.visibility</p:attrName>
                                        </p:attrNameLst>
                                      </p:cBhvr>
                                      <p:to>
                                        <p:strVal val="visible"/>
                                      </p:to>
                                    </p:set>
                                    <p:animEffect transition="in" filter="slide(fromBottom)">
                                      <p:cBhvr>
                                        <p:cTn id="11" dur="500"/>
                                        <p:tgtEl>
                                          <p:spTgt spid="36"/>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slide(fromTop)">
                                      <p:cBhvr>
                                        <p:cTn id="15" dur="500"/>
                                        <p:tgtEl>
                                          <p:spTgt spid="38"/>
                                        </p:tgtEl>
                                      </p:cBhvr>
                                    </p:animEffect>
                                  </p:childTnLst>
                                </p:cTn>
                              </p:par>
                            </p:childTnLst>
                          </p:cTn>
                        </p:par>
                        <p:par>
                          <p:cTn id="16" fill="hold">
                            <p:stCondLst>
                              <p:cond delay="1500"/>
                            </p:stCondLst>
                            <p:childTnLst>
                              <p:par>
                                <p:cTn id="17" presetID="12" presetClass="entr" presetSubtype="4" fill="hold" nodeType="after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slide(fromBottom)">
                                      <p:cBhvr>
                                        <p:cTn id="19"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normAutofit/>
          </a:bodyPr>
          <a:lstStyle/>
          <a:p>
            <a:pPr lvl="1" rtl="1"/>
            <a:r>
              <a:rPr lang="ar-SA" sz="4000" b="1" u="sng" dirty="0"/>
              <a:t>تأثير التصوير على التعليم </a:t>
            </a:r>
            <a:endParaRPr lang="en-US" sz="4000" u="sng" dirty="0"/>
          </a:p>
        </p:txBody>
      </p:sp>
      <p:grpSp>
        <p:nvGrpSpPr>
          <p:cNvPr id="6" name="Group 5"/>
          <p:cNvGrpSpPr/>
          <p:nvPr/>
        </p:nvGrpSpPr>
        <p:grpSpPr>
          <a:xfrm>
            <a:off x="2320501" y="1860615"/>
            <a:ext cx="1584611" cy="4131273"/>
            <a:chOff x="8124826" y="0"/>
            <a:chExt cx="2630487" cy="6858001"/>
          </a:xfrm>
        </p:grpSpPr>
        <p:sp>
          <p:nvSpPr>
            <p:cNvPr id="7" name="Freeform 118"/>
            <p:cNvSpPr>
              <a:spLocks/>
            </p:cNvSpPr>
            <p:nvPr/>
          </p:nvSpPr>
          <p:spPr bwMode="auto">
            <a:xfrm>
              <a:off x="9105901" y="6450013"/>
              <a:ext cx="504825" cy="407988"/>
            </a:xfrm>
            <a:custGeom>
              <a:avLst/>
              <a:gdLst>
                <a:gd name="T0" fmla="*/ 16 w 318"/>
                <a:gd name="T1" fmla="*/ 0 h 257"/>
                <a:gd name="T2" fmla="*/ 16 w 318"/>
                <a:gd name="T3" fmla="*/ 0 h 257"/>
                <a:gd name="T4" fmla="*/ 13 w 318"/>
                <a:gd name="T5" fmla="*/ 6 h 257"/>
                <a:gd name="T6" fmla="*/ 7 w 318"/>
                <a:gd name="T7" fmla="*/ 21 h 257"/>
                <a:gd name="T8" fmla="*/ 2 w 318"/>
                <a:gd name="T9" fmla="*/ 44 h 257"/>
                <a:gd name="T10" fmla="*/ 0 w 318"/>
                <a:gd name="T11" fmla="*/ 58 h 257"/>
                <a:gd name="T12" fmla="*/ 0 w 318"/>
                <a:gd name="T13" fmla="*/ 72 h 257"/>
                <a:gd name="T14" fmla="*/ 0 w 318"/>
                <a:gd name="T15" fmla="*/ 72 h 257"/>
                <a:gd name="T16" fmla="*/ 2 w 318"/>
                <a:gd name="T17" fmla="*/ 116 h 257"/>
                <a:gd name="T18" fmla="*/ 0 w 318"/>
                <a:gd name="T19" fmla="*/ 174 h 257"/>
                <a:gd name="T20" fmla="*/ 0 w 318"/>
                <a:gd name="T21" fmla="*/ 245 h 257"/>
                <a:gd name="T22" fmla="*/ 16 w 318"/>
                <a:gd name="T23" fmla="*/ 245 h 257"/>
                <a:gd name="T24" fmla="*/ 16 w 318"/>
                <a:gd name="T25" fmla="*/ 245 h 257"/>
                <a:gd name="T26" fmla="*/ 16 w 318"/>
                <a:gd name="T27" fmla="*/ 232 h 257"/>
                <a:gd name="T28" fmla="*/ 18 w 318"/>
                <a:gd name="T29" fmla="*/ 218 h 257"/>
                <a:gd name="T30" fmla="*/ 20 w 318"/>
                <a:gd name="T31" fmla="*/ 206 h 257"/>
                <a:gd name="T32" fmla="*/ 25 w 318"/>
                <a:gd name="T33" fmla="*/ 194 h 257"/>
                <a:gd name="T34" fmla="*/ 28 w 318"/>
                <a:gd name="T35" fmla="*/ 188 h 257"/>
                <a:gd name="T36" fmla="*/ 32 w 318"/>
                <a:gd name="T37" fmla="*/ 185 h 257"/>
                <a:gd name="T38" fmla="*/ 37 w 318"/>
                <a:gd name="T39" fmla="*/ 183 h 257"/>
                <a:gd name="T40" fmla="*/ 43 w 318"/>
                <a:gd name="T41" fmla="*/ 183 h 257"/>
                <a:gd name="T42" fmla="*/ 48 w 318"/>
                <a:gd name="T43" fmla="*/ 185 h 257"/>
                <a:gd name="T44" fmla="*/ 55 w 318"/>
                <a:gd name="T45" fmla="*/ 190 h 257"/>
                <a:gd name="T46" fmla="*/ 55 w 318"/>
                <a:gd name="T47" fmla="*/ 190 h 257"/>
                <a:gd name="T48" fmla="*/ 88 w 318"/>
                <a:gd name="T49" fmla="*/ 213 h 257"/>
                <a:gd name="T50" fmla="*/ 106 w 318"/>
                <a:gd name="T51" fmla="*/ 224 h 257"/>
                <a:gd name="T52" fmla="*/ 125 w 318"/>
                <a:gd name="T53" fmla="*/ 234 h 257"/>
                <a:gd name="T54" fmla="*/ 144 w 318"/>
                <a:gd name="T55" fmla="*/ 243 h 257"/>
                <a:gd name="T56" fmla="*/ 166 w 318"/>
                <a:gd name="T57" fmla="*/ 250 h 257"/>
                <a:gd name="T58" fmla="*/ 187 w 318"/>
                <a:gd name="T59" fmla="*/ 253 h 257"/>
                <a:gd name="T60" fmla="*/ 208 w 318"/>
                <a:gd name="T61" fmla="*/ 255 h 257"/>
                <a:gd name="T62" fmla="*/ 208 w 318"/>
                <a:gd name="T63" fmla="*/ 255 h 257"/>
                <a:gd name="T64" fmla="*/ 252 w 318"/>
                <a:gd name="T65" fmla="*/ 257 h 257"/>
                <a:gd name="T66" fmla="*/ 289 w 318"/>
                <a:gd name="T67" fmla="*/ 257 h 257"/>
                <a:gd name="T68" fmla="*/ 303 w 318"/>
                <a:gd name="T69" fmla="*/ 255 h 257"/>
                <a:gd name="T70" fmla="*/ 313 w 318"/>
                <a:gd name="T71" fmla="*/ 252 h 257"/>
                <a:gd name="T72" fmla="*/ 317 w 318"/>
                <a:gd name="T73" fmla="*/ 250 h 257"/>
                <a:gd name="T74" fmla="*/ 318 w 318"/>
                <a:gd name="T75" fmla="*/ 246 h 257"/>
                <a:gd name="T76" fmla="*/ 318 w 318"/>
                <a:gd name="T77" fmla="*/ 243 h 257"/>
                <a:gd name="T78" fmla="*/ 318 w 318"/>
                <a:gd name="T79" fmla="*/ 238 h 257"/>
                <a:gd name="T80" fmla="*/ 318 w 318"/>
                <a:gd name="T81" fmla="*/ 238 h 257"/>
                <a:gd name="T82" fmla="*/ 313 w 318"/>
                <a:gd name="T83" fmla="*/ 229 h 257"/>
                <a:gd name="T84" fmla="*/ 308 w 318"/>
                <a:gd name="T85" fmla="*/ 220 h 257"/>
                <a:gd name="T86" fmla="*/ 299 w 318"/>
                <a:gd name="T87" fmla="*/ 211 h 257"/>
                <a:gd name="T88" fmla="*/ 290 w 318"/>
                <a:gd name="T89" fmla="*/ 201 h 257"/>
                <a:gd name="T90" fmla="*/ 269 w 318"/>
                <a:gd name="T91" fmla="*/ 181 h 257"/>
                <a:gd name="T92" fmla="*/ 241 w 318"/>
                <a:gd name="T93" fmla="*/ 160 h 257"/>
                <a:gd name="T94" fmla="*/ 241 w 318"/>
                <a:gd name="T95" fmla="*/ 160 h 257"/>
                <a:gd name="T96" fmla="*/ 208 w 318"/>
                <a:gd name="T97" fmla="*/ 137 h 257"/>
                <a:gd name="T98" fmla="*/ 171 w 318"/>
                <a:gd name="T99" fmla="*/ 109 h 257"/>
                <a:gd name="T100" fmla="*/ 155 w 318"/>
                <a:gd name="T101" fmla="*/ 95 h 257"/>
                <a:gd name="T102" fmla="*/ 139 w 318"/>
                <a:gd name="T103" fmla="*/ 81 h 257"/>
                <a:gd name="T104" fmla="*/ 127 w 318"/>
                <a:gd name="T105" fmla="*/ 67 h 257"/>
                <a:gd name="T106" fmla="*/ 116 w 318"/>
                <a:gd name="T107" fmla="*/ 53 h 257"/>
                <a:gd name="T108" fmla="*/ 116 w 318"/>
                <a:gd name="T109" fmla="*/ 53 h 257"/>
                <a:gd name="T110" fmla="*/ 111 w 318"/>
                <a:gd name="T111" fmla="*/ 46 h 257"/>
                <a:gd name="T112" fmla="*/ 106 w 318"/>
                <a:gd name="T113" fmla="*/ 41 h 257"/>
                <a:gd name="T114" fmla="*/ 92 w 318"/>
                <a:gd name="T115" fmla="*/ 30 h 257"/>
                <a:gd name="T116" fmla="*/ 74 w 318"/>
                <a:gd name="T117" fmla="*/ 21 h 257"/>
                <a:gd name="T118" fmla="*/ 57 w 318"/>
                <a:gd name="T119" fmla="*/ 13 h 257"/>
                <a:gd name="T120" fmla="*/ 28 w 318"/>
                <a:gd name="T121" fmla="*/ 2 h 257"/>
                <a:gd name="T122" fmla="*/ 16 w 318"/>
                <a:gd name="T123"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8" h="257">
                  <a:moveTo>
                    <a:pt x="16" y="0"/>
                  </a:moveTo>
                  <a:lnTo>
                    <a:pt x="16" y="0"/>
                  </a:lnTo>
                  <a:lnTo>
                    <a:pt x="13" y="6"/>
                  </a:lnTo>
                  <a:lnTo>
                    <a:pt x="7" y="21"/>
                  </a:lnTo>
                  <a:lnTo>
                    <a:pt x="2" y="44"/>
                  </a:lnTo>
                  <a:lnTo>
                    <a:pt x="0" y="58"/>
                  </a:lnTo>
                  <a:lnTo>
                    <a:pt x="0" y="72"/>
                  </a:lnTo>
                  <a:lnTo>
                    <a:pt x="0" y="72"/>
                  </a:lnTo>
                  <a:lnTo>
                    <a:pt x="2" y="116"/>
                  </a:lnTo>
                  <a:lnTo>
                    <a:pt x="0" y="174"/>
                  </a:lnTo>
                  <a:lnTo>
                    <a:pt x="0" y="245"/>
                  </a:lnTo>
                  <a:lnTo>
                    <a:pt x="16" y="245"/>
                  </a:lnTo>
                  <a:lnTo>
                    <a:pt x="16" y="245"/>
                  </a:lnTo>
                  <a:lnTo>
                    <a:pt x="16" y="232"/>
                  </a:lnTo>
                  <a:lnTo>
                    <a:pt x="18" y="218"/>
                  </a:lnTo>
                  <a:lnTo>
                    <a:pt x="20" y="206"/>
                  </a:lnTo>
                  <a:lnTo>
                    <a:pt x="25" y="194"/>
                  </a:lnTo>
                  <a:lnTo>
                    <a:pt x="28" y="188"/>
                  </a:lnTo>
                  <a:lnTo>
                    <a:pt x="32" y="185"/>
                  </a:lnTo>
                  <a:lnTo>
                    <a:pt x="37" y="183"/>
                  </a:lnTo>
                  <a:lnTo>
                    <a:pt x="43" y="183"/>
                  </a:lnTo>
                  <a:lnTo>
                    <a:pt x="48" y="185"/>
                  </a:lnTo>
                  <a:lnTo>
                    <a:pt x="55" y="190"/>
                  </a:lnTo>
                  <a:lnTo>
                    <a:pt x="55" y="190"/>
                  </a:lnTo>
                  <a:lnTo>
                    <a:pt x="88" y="213"/>
                  </a:lnTo>
                  <a:lnTo>
                    <a:pt x="106" y="224"/>
                  </a:lnTo>
                  <a:lnTo>
                    <a:pt x="125" y="234"/>
                  </a:lnTo>
                  <a:lnTo>
                    <a:pt x="144" y="243"/>
                  </a:lnTo>
                  <a:lnTo>
                    <a:pt x="166" y="250"/>
                  </a:lnTo>
                  <a:lnTo>
                    <a:pt x="187" y="253"/>
                  </a:lnTo>
                  <a:lnTo>
                    <a:pt x="208" y="255"/>
                  </a:lnTo>
                  <a:lnTo>
                    <a:pt x="208" y="255"/>
                  </a:lnTo>
                  <a:lnTo>
                    <a:pt x="252" y="257"/>
                  </a:lnTo>
                  <a:lnTo>
                    <a:pt x="289" y="257"/>
                  </a:lnTo>
                  <a:lnTo>
                    <a:pt x="303" y="255"/>
                  </a:lnTo>
                  <a:lnTo>
                    <a:pt x="313" y="252"/>
                  </a:lnTo>
                  <a:lnTo>
                    <a:pt x="317" y="250"/>
                  </a:lnTo>
                  <a:lnTo>
                    <a:pt x="318" y="246"/>
                  </a:lnTo>
                  <a:lnTo>
                    <a:pt x="318" y="243"/>
                  </a:lnTo>
                  <a:lnTo>
                    <a:pt x="318" y="238"/>
                  </a:lnTo>
                  <a:lnTo>
                    <a:pt x="318" y="238"/>
                  </a:lnTo>
                  <a:lnTo>
                    <a:pt x="313" y="229"/>
                  </a:lnTo>
                  <a:lnTo>
                    <a:pt x="308" y="220"/>
                  </a:lnTo>
                  <a:lnTo>
                    <a:pt x="299" y="211"/>
                  </a:lnTo>
                  <a:lnTo>
                    <a:pt x="290" y="201"/>
                  </a:lnTo>
                  <a:lnTo>
                    <a:pt x="269" y="181"/>
                  </a:lnTo>
                  <a:lnTo>
                    <a:pt x="241" y="160"/>
                  </a:lnTo>
                  <a:lnTo>
                    <a:pt x="241" y="160"/>
                  </a:lnTo>
                  <a:lnTo>
                    <a:pt x="208" y="137"/>
                  </a:lnTo>
                  <a:lnTo>
                    <a:pt x="171" y="109"/>
                  </a:lnTo>
                  <a:lnTo>
                    <a:pt x="155" y="95"/>
                  </a:lnTo>
                  <a:lnTo>
                    <a:pt x="139" y="81"/>
                  </a:lnTo>
                  <a:lnTo>
                    <a:pt x="127" y="67"/>
                  </a:lnTo>
                  <a:lnTo>
                    <a:pt x="116" y="53"/>
                  </a:lnTo>
                  <a:lnTo>
                    <a:pt x="116" y="53"/>
                  </a:lnTo>
                  <a:lnTo>
                    <a:pt x="111" y="46"/>
                  </a:lnTo>
                  <a:lnTo>
                    <a:pt x="106" y="41"/>
                  </a:lnTo>
                  <a:lnTo>
                    <a:pt x="92" y="30"/>
                  </a:lnTo>
                  <a:lnTo>
                    <a:pt x="74" y="21"/>
                  </a:lnTo>
                  <a:lnTo>
                    <a:pt x="57" y="13"/>
                  </a:lnTo>
                  <a:lnTo>
                    <a:pt x="28" y="2"/>
                  </a:lnTo>
                  <a:lnTo>
                    <a:pt x="16" y="0"/>
                  </a:lnTo>
                  <a:close/>
                </a:path>
              </a:pathLst>
            </a:custGeom>
            <a:solidFill>
              <a:srgbClr val="CC2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 name="Freeform 119"/>
            <p:cNvSpPr>
              <a:spLocks/>
            </p:cNvSpPr>
            <p:nvPr/>
          </p:nvSpPr>
          <p:spPr bwMode="auto">
            <a:xfrm>
              <a:off x="9105901" y="6450013"/>
              <a:ext cx="504825" cy="407988"/>
            </a:xfrm>
            <a:custGeom>
              <a:avLst/>
              <a:gdLst>
                <a:gd name="T0" fmla="*/ 16 w 318"/>
                <a:gd name="T1" fmla="*/ 0 h 257"/>
                <a:gd name="T2" fmla="*/ 16 w 318"/>
                <a:gd name="T3" fmla="*/ 0 h 257"/>
                <a:gd name="T4" fmla="*/ 13 w 318"/>
                <a:gd name="T5" fmla="*/ 6 h 257"/>
                <a:gd name="T6" fmla="*/ 7 w 318"/>
                <a:gd name="T7" fmla="*/ 21 h 257"/>
                <a:gd name="T8" fmla="*/ 2 w 318"/>
                <a:gd name="T9" fmla="*/ 44 h 257"/>
                <a:gd name="T10" fmla="*/ 0 w 318"/>
                <a:gd name="T11" fmla="*/ 58 h 257"/>
                <a:gd name="T12" fmla="*/ 0 w 318"/>
                <a:gd name="T13" fmla="*/ 72 h 257"/>
                <a:gd name="T14" fmla="*/ 0 w 318"/>
                <a:gd name="T15" fmla="*/ 72 h 257"/>
                <a:gd name="T16" fmla="*/ 2 w 318"/>
                <a:gd name="T17" fmla="*/ 116 h 257"/>
                <a:gd name="T18" fmla="*/ 0 w 318"/>
                <a:gd name="T19" fmla="*/ 174 h 257"/>
                <a:gd name="T20" fmla="*/ 0 w 318"/>
                <a:gd name="T21" fmla="*/ 245 h 257"/>
                <a:gd name="T22" fmla="*/ 16 w 318"/>
                <a:gd name="T23" fmla="*/ 245 h 257"/>
                <a:gd name="T24" fmla="*/ 16 w 318"/>
                <a:gd name="T25" fmla="*/ 245 h 257"/>
                <a:gd name="T26" fmla="*/ 16 w 318"/>
                <a:gd name="T27" fmla="*/ 232 h 257"/>
                <a:gd name="T28" fmla="*/ 18 w 318"/>
                <a:gd name="T29" fmla="*/ 218 h 257"/>
                <a:gd name="T30" fmla="*/ 20 w 318"/>
                <a:gd name="T31" fmla="*/ 206 h 257"/>
                <a:gd name="T32" fmla="*/ 25 w 318"/>
                <a:gd name="T33" fmla="*/ 194 h 257"/>
                <a:gd name="T34" fmla="*/ 28 w 318"/>
                <a:gd name="T35" fmla="*/ 188 h 257"/>
                <a:gd name="T36" fmla="*/ 32 w 318"/>
                <a:gd name="T37" fmla="*/ 185 h 257"/>
                <a:gd name="T38" fmla="*/ 37 w 318"/>
                <a:gd name="T39" fmla="*/ 183 h 257"/>
                <a:gd name="T40" fmla="*/ 43 w 318"/>
                <a:gd name="T41" fmla="*/ 183 h 257"/>
                <a:gd name="T42" fmla="*/ 48 w 318"/>
                <a:gd name="T43" fmla="*/ 185 h 257"/>
                <a:gd name="T44" fmla="*/ 55 w 318"/>
                <a:gd name="T45" fmla="*/ 190 h 257"/>
                <a:gd name="T46" fmla="*/ 55 w 318"/>
                <a:gd name="T47" fmla="*/ 190 h 257"/>
                <a:gd name="T48" fmla="*/ 88 w 318"/>
                <a:gd name="T49" fmla="*/ 213 h 257"/>
                <a:gd name="T50" fmla="*/ 106 w 318"/>
                <a:gd name="T51" fmla="*/ 224 h 257"/>
                <a:gd name="T52" fmla="*/ 125 w 318"/>
                <a:gd name="T53" fmla="*/ 234 h 257"/>
                <a:gd name="T54" fmla="*/ 144 w 318"/>
                <a:gd name="T55" fmla="*/ 243 h 257"/>
                <a:gd name="T56" fmla="*/ 166 w 318"/>
                <a:gd name="T57" fmla="*/ 250 h 257"/>
                <a:gd name="T58" fmla="*/ 187 w 318"/>
                <a:gd name="T59" fmla="*/ 253 h 257"/>
                <a:gd name="T60" fmla="*/ 208 w 318"/>
                <a:gd name="T61" fmla="*/ 255 h 257"/>
                <a:gd name="T62" fmla="*/ 208 w 318"/>
                <a:gd name="T63" fmla="*/ 255 h 257"/>
                <a:gd name="T64" fmla="*/ 252 w 318"/>
                <a:gd name="T65" fmla="*/ 257 h 257"/>
                <a:gd name="T66" fmla="*/ 289 w 318"/>
                <a:gd name="T67" fmla="*/ 257 h 257"/>
                <a:gd name="T68" fmla="*/ 303 w 318"/>
                <a:gd name="T69" fmla="*/ 255 h 257"/>
                <a:gd name="T70" fmla="*/ 313 w 318"/>
                <a:gd name="T71" fmla="*/ 252 h 257"/>
                <a:gd name="T72" fmla="*/ 317 w 318"/>
                <a:gd name="T73" fmla="*/ 250 h 257"/>
                <a:gd name="T74" fmla="*/ 318 w 318"/>
                <a:gd name="T75" fmla="*/ 246 h 257"/>
                <a:gd name="T76" fmla="*/ 318 w 318"/>
                <a:gd name="T77" fmla="*/ 243 h 257"/>
                <a:gd name="T78" fmla="*/ 318 w 318"/>
                <a:gd name="T79" fmla="*/ 238 h 257"/>
                <a:gd name="T80" fmla="*/ 318 w 318"/>
                <a:gd name="T81" fmla="*/ 238 h 257"/>
                <a:gd name="T82" fmla="*/ 313 w 318"/>
                <a:gd name="T83" fmla="*/ 229 h 257"/>
                <a:gd name="T84" fmla="*/ 308 w 318"/>
                <a:gd name="T85" fmla="*/ 220 h 257"/>
                <a:gd name="T86" fmla="*/ 299 w 318"/>
                <a:gd name="T87" fmla="*/ 211 h 257"/>
                <a:gd name="T88" fmla="*/ 290 w 318"/>
                <a:gd name="T89" fmla="*/ 201 h 257"/>
                <a:gd name="T90" fmla="*/ 269 w 318"/>
                <a:gd name="T91" fmla="*/ 181 h 257"/>
                <a:gd name="T92" fmla="*/ 241 w 318"/>
                <a:gd name="T93" fmla="*/ 160 h 257"/>
                <a:gd name="T94" fmla="*/ 241 w 318"/>
                <a:gd name="T95" fmla="*/ 160 h 257"/>
                <a:gd name="T96" fmla="*/ 208 w 318"/>
                <a:gd name="T97" fmla="*/ 137 h 257"/>
                <a:gd name="T98" fmla="*/ 171 w 318"/>
                <a:gd name="T99" fmla="*/ 109 h 257"/>
                <a:gd name="T100" fmla="*/ 155 w 318"/>
                <a:gd name="T101" fmla="*/ 95 h 257"/>
                <a:gd name="T102" fmla="*/ 139 w 318"/>
                <a:gd name="T103" fmla="*/ 81 h 257"/>
                <a:gd name="T104" fmla="*/ 127 w 318"/>
                <a:gd name="T105" fmla="*/ 67 h 257"/>
                <a:gd name="T106" fmla="*/ 116 w 318"/>
                <a:gd name="T107" fmla="*/ 53 h 257"/>
                <a:gd name="T108" fmla="*/ 116 w 318"/>
                <a:gd name="T109" fmla="*/ 53 h 257"/>
                <a:gd name="T110" fmla="*/ 111 w 318"/>
                <a:gd name="T111" fmla="*/ 46 h 257"/>
                <a:gd name="T112" fmla="*/ 106 w 318"/>
                <a:gd name="T113" fmla="*/ 41 h 257"/>
                <a:gd name="T114" fmla="*/ 92 w 318"/>
                <a:gd name="T115" fmla="*/ 30 h 257"/>
                <a:gd name="T116" fmla="*/ 74 w 318"/>
                <a:gd name="T117" fmla="*/ 21 h 257"/>
                <a:gd name="T118" fmla="*/ 57 w 318"/>
                <a:gd name="T119" fmla="*/ 13 h 257"/>
                <a:gd name="T120" fmla="*/ 28 w 318"/>
                <a:gd name="T121" fmla="*/ 2 h 257"/>
                <a:gd name="T122" fmla="*/ 16 w 318"/>
                <a:gd name="T123"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8" h="257">
                  <a:moveTo>
                    <a:pt x="16" y="0"/>
                  </a:moveTo>
                  <a:lnTo>
                    <a:pt x="16" y="0"/>
                  </a:lnTo>
                  <a:lnTo>
                    <a:pt x="13" y="6"/>
                  </a:lnTo>
                  <a:lnTo>
                    <a:pt x="7" y="21"/>
                  </a:lnTo>
                  <a:lnTo>
                    <a:pt x="2" y="44"/>
                  </a:lnTo>
                  <a:lnTo>
                    <a:pt x="0" y="58"/>
                  </a:lnTo>
                  <a:lnTo>
                    <a:pt x="0" y="72"/>
                  </a:lnTo>
                  <a:lnTo>
                    <a:pt x="0" y="72"/>
                  </a:lnTo>
                  <a:lnTo>
                    <a:pt x="2" y="116"/>
                  </a:lnTo>
                  <a:lnTo>
                    <a:pt x="0" y="174"/>
                  </a:lnTo>
                  <a:lnTo>
                    <a:pt x="0" y="245"/>
                  </a:lnTo>
                  <a:lnTo>
                    <a:pt x="16" y="245"/>
                  </a:lnTo>
                  <a:lnTo>
                    <a:pt x="16" y="245"/>
                  </a:lnTo>
                  <a:lnTo>
                    <a:pt x="16" y="232"/>
                  </a:lnTo>
                  <a:lnTo>
                    <a:pt x="18" y="218"/>
                  </a:lnTo>
                  <a:lnTo>
                    <a:pt x="20" y="206"/>
                  </a:lnTo>
                  <a:lnTo>
                    <a:pt x="25" y="194"/>
                  </a:lnTo>
                  <a:lnTo>
                    <a:pt x="28" y="188"/>
                  </a:lnTo>
                  <a:lnTo>
                    <a:pt x="32" y="185"/>
                  </a:lnTo>
                  <a:lnTo>
                    <a:pt x="37" y="183"/>
                  </a:lnTo>
                  <a:lnTo>
                    <a:pt x="43" y="183"/>
                  </a:lnTo>
                  <a:lnTo>
                    <a:pt x="48" y="185"/>
                  </a:lnTo>
                  <a:lnTo>
                    <a:pt x="55" y="190"/>
                  </a:lnTo>
                  <a:lnTo>
                    <a:pt x="55" y="190"/>
                  </a:lnTo>
                  <a:lnTo>
                    <a:pt x="88" y="213"/>
                  </a:lnTo>
                  <a:lnTo>
                    <a:pt x="106" y="224"/>
                  </a:lnTo>
                  <a:lnTo>
                    <a:pt x="125" y="234"/>
                  </a:lnTo>
                  <a:lnTo>
                    <a:pt x="144" y="243"/>
                  </a:lnTo>
                  <a:lnTo>
                    <a:pt x="166" y="250"/>
                  </a:lnTo>
                  <a:lnTo>
                    <a:pt x="187" y="253"/>
                  </a:lnTo>
                  <a:lnTo>
                    <a:pt x="208" y="255"/>
                  </a:lnTo>
                  <a:lnTo>
                    <a:pt x="208" y="255"/>
                  </a:lnTo>
                  <a:lnTo>
                    <a:pt x="252" y="257"/>
                  </a:lnTo>
                  <a:lnTo>
                    <a:pt x="289" y="257"/>
                  </a:lnTo>
                  <a:lnTo>
                    <a:pt x="303" y="255"/>
                  </a:lnTo>
                  <a:lnTo>
                    <a:pt x="313" y="252"/>
                  </a:lnTo>
                  <a:lnTo>
                    <a:pt x="317" y="250"/>
                  </a:lnTo>
                  <a:lnTo>
                    <a:pt x="318" y="246"/>
                  </a:lnTo>
                  <a:lnTo>
                    <a:pt x="318" y="243"/>
                  </a:lnTo>
                  <a:lnTo>
                    <a:pt x="318" y="238"/>
                  </a:lnTo>
                  <a:lnTo>
                    <a:pt x="318" y="238"/>
                  </a:lnTo>
                  <a:lnTo>
                    <a:pt x="313" y="229"/>
                  </a:lnTo>
                  <a:lnTo>
                    <a:pt x="308" y="220"/>
                  </a:lnTo>
                  <a:lnTo>
                    <a:pt x="299" y="211"/>
                  </a:lnTo>
                  <a:lnTo>
                    <a:pt x="290" y="201"/>
                  </a:lnTo>
                  <a:lnTo>
                    <a:pt x="269" y="181"/>
                  </a:lnTo>
                  <a:lnTo>
                    <a:pt x="241" y="160"/>
                  </a:lnTo>
                  <a:lnTo>
                    <a:pt x="241" y="160"/>
                  </a:lnTo>
                  <a:lnTo>
                    <a:pt x="208" y="137"/>
                  </a:lnTo>
                  <a:lnTo>
                    <a:pt x="171" y="109"/>
                  </a:lnTo>
                  <a:lnTo>
                    <a:pt x="155" y="95"/>
                  </a:lnTo>
                  <a:lnTo>
                    <a:pt x="139" y="81"/>
                  </a:lnTo>
                  <a:lnTo>
                    <a:pt x="127" y="67"/>
                  </a:lnTo>
                  <a:lnTo>
                    <a:pt x="116" y="53"/>
                  </a:lnTo>
                  <a:lnTo>
                    <a:pt x="116" y="53"/>
                  </a:lnTo>
                  <a:lnTo>
                    <a:pt x="111" y="46"/>
                  </a:lnTo>
                  <a:lnTo>
                    <a:pt x="106" y="41"/>
                  </a:lnTo>
                  <a:lnTo>
                    <a:pt x="92" y="30"/>
                  </a:lnTo>
                  <a:lnTo>
                    <a:pt x="74" y="21"/>
                  </a:lnTo>
                  <a:lnTo>
                    <a:pt x="57" y="13"/>
                  </a:lnTo>
                  <a:lnTo>
                    <a:pt x="28" y="2"/>
                  </a:lnTo>
                  <a:lnTo>
                    <a:pt x="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 name="Freeform 120"/>
            <p:cNvSpPr>
              <a:spLocks/>
            </p:cNvSpPr>
            <p:nvPr/>
          </p:nvSpPr>
          <p:spPr bwMode="auto">
            <a:xfrm>
              <a:off x="8928101" y="4802188"/>
              <a:ext cx="541338" cy="1935163"/>
            </a:xfrm>
            <a:custGeom>
              <a:avLst/>
              <a:gdLst>
                <a:gd name="T0" fmla="*/ 2 w 341"/>
                <a:gd name="T1" fmla="*/ 197 h 1219"/>
                <a:gd name="T2" fmla="*/ 40 w 341"/>
                <a:gd name="T3" fmla="*/ 302 h 1219"/>
                <a:gd name="T4" fmla="*/ 84 w 341"/>
                <a:gd name="T5" fmla="*/ 441 h 1219"/>
                <a:gd name="T6" fmla="*/ 111 w 341"/>
                <a:gd name="T7" fmla="*/ 548 h 1219"/>
                <a:gd name="T8" fmla="*/ 119 w 341"/>
                <a:gd name="T9" fmla="*/ 611 h 1219"/>
                <a:gd name="T10" fmla="*/ 119 w 341"/>
                <a:gd name="T11" fmla="*/ 638 h 1219"/>
                <a:gd name="T12" fmla="*/ 119 w 341"/>
                <a:gd name="T13" fmla="*/ 748 h 1219"/>
                <a:gd name="T14" fmla="*/ 126 w 341"/>
                <a:gd name="T15" fmla="*/ 986 h 1219"/>
                <a:gd name="T16" fmla="*/ 126 w 341"/>
                <a:gd name="T17" fmla="*/ 1058 h 1219"/>
                <a:gd name="T18" fmla="*/ 126 w 341"/>
                <a:gd name="T19" fmla="*/ 1079 h 1219"/>
                <a:gd name="T20" fmla="*/ 133 w 341"/>
                <a:gd name="T21" fmla="*/ 1114 h 1219"/>
                <a:gd name="T22" fmla="*/ 149 w 341"/>
                <a:gd name="T23" fmla="*/ 1140 h 1219"/>
                <a:gd name="T24" fmla="*/ 169 w 341"/>
                <a:gd name="T25" fmla="*/ 1160 h 1219"/>
                <a:gd name="T26" fmla="*/ 179 w 341"/>
                <a:gd name="T27" fmla="*/ 1167 h 1219"/>
                <a:gd name="T28" fmla="*/ 234 w 341"/>
                <a:gd name="T29" fmla="*/ 1193 h 1219"/>
                <a:gd name="T30" fmla="*/ 279 w 341"/>
                <a:gd name="T31" fmla="*/ 1212 h 1219"/>
                <a:gd name="T32" fmla="*/ 311 w 341"/>
                <a:gd name="T33" fmla="*/ 1219 h 1219"/>
                <a:gd name="T34" fmla="*/ 327 w 341"/>
                <a:gd name="T35" fmla="*/ 1219 h 1219"/>
                <a:gd name="T36" fmla="*/ 334 w 341"/>
                <a:gd name="T37" fmla="*/ 1216 h 1219"/>
                <a:gd name="T38" fmla="*/ 341 w 341"/>
                <a:gd name="T39" fmla="*/ 1209 h 1219"/>
                <a:gd name="T40" fmla="*/ 339 w 341"/>
                <a:gd name="T41" fmla="*/ 1198 h 1219"/>
                <a:gd name="T42" fmla="*/ 321 w 341"/>
                <a:gd name="T43" fmla="*/ 1175 h 1219"/>
                <a:gd name="T44" fmla="*/ 279 w 341"/>
                <a:gd name="T45" fmla="*/ 1135 h 1219"/>
                <a:gd name="T46" fmla="*/ 267 w 341"/>
                <a:gd name="T47" fmla="*/ 1123 h 1219"/>
                <a:gd name="T48" fmla="*/ 253 w 341"/>
                <a:gd name="T49" fmla="*/ 1095 h 1219"/>
                <a:gd name="T50" fmla="*/ 246 w 341"/>
                <a:gd name="T51" fmla="*/ 1059 h 1219"/>
                <a:gd name="T52" fmla="*/ 244 w 341"/>
                <a:gd name="T53" fmla="*/ 1005 h 1219"/>
                <a:gd name="T54" fmla="*/ 249 w 341"/>
                <a:gd name="T55" fmla="*/ 926 h 1219"/>
                <a:gd name="T56" fmla="*/ 262 w 341"/>
                <a:gd name="T57" fmla="*/ 820 h 1219"/>
                <a:gd name="T58" fmla="*/ 297 w 341"/>
                <a:gd name="T59" fmla="*/ 604 h 1219"/>
                <a:gd name="T60" fmla="*/ 307 w 341"/>
                <a:gd name="T61" fmla="*/ 539 h 1219"/>
                <a:gd name="T62" fmla="*/ 311 w 341"/>
                <a:gd name="T63" fmla="*/ 451 h 1219"/>
                <a:gd name="T64" fmla="*/ 320 w 341"/>
                <a:gd name="T65" fmla="*/ 121 h 1219"/>
                <a:gd name="T66" fmla="*/ 318 w 341"/>
                <a:gd name="T67" fmla="*/ 116 h 1219"/>
                <a:gd name="T68" fmla="*/ 299 w 341"/>
                <a:gd name="T69" fmla="*/ 77 h 1219"/>
                <a:gd name="T70" fmla="*/ 279 w 341"/>
                <a:gd name="T71" fmla="*/ 52 h 1219"/>
                <a:gd name="T72" fmla="*/ 253 w 341"/>
                <a:gd name="T73" fmla="*/ 28 h 1219"/>
                <a:gd name="T74" fmla="*/ 220 w 341"/>
                <a:gd name="T75" fmla="*/ 10 h 1219"/>
                <a:gd name="T76" fmla="*/ 176 w 341"/>
                <a:gd name="T77" fmla="*/ 0 h 1219"/>
                <a:gd name="T78" fmla="*/ 125 w 341"/>
                <a:gd name="T79" fmla="*/ 1 h 1219"/>
                <a:gd name="T80" fmla="*/ 98 w 341"/>
                <a:gd name="T81" fmla="*/ 8 h 1219"/>
                <a:gd name="T82" fmla="*/ 56 w 341"/>
                <a:gd name="T83" fmla="*/ 30 h 1219"/>
                <a:gd name="T84" fmla="*/ 28 w 341"/>
                <a:gd name="T85" fmla="*/ 58 h 1219"/>
                <a:gd name="T86" fmla="*/ 12 w 341"/>
                <a:gd name="T87" fmla="*/ 91 h 1219"/>
                <a:gd name="T88" fmla="*/ 3 w 341"/>
                <a:gd name="T89" fmla="*/ 126 h 1219"/>
                <a:gd name="T90" fmla="*/ 0 w 341"/>
                <a:gd name="T91" fmla="*/ 170 h 1219"/>
                <a:gd name="T92" fmla="*/ 2 w 341"/>
                <a:gd name="T93" fmla="*/ 197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1219">
                  <a:moveTo>
                    <a:pt x="2" y="197"/>
                  </a:moveTo>
                  <a:lnTo>
                    <a:pt x="2" y="197"/>
                  </a:lnTo>
                  <a:lnTo>
                    <a:pt x="21" y="248"/>
                  </a:lnTo>
                  <a:lnTo>
                    <a:pt x="40" y="302"/>
                  </a:lnTo>
                  <a:lnTo>
                    <a:pt x="63" y="369"/>
                  </a:lnTo>
                  <a:lnTo>
                    <a:pt x="84" y="441"/>
                  </a:lnTo>
                  <a:lnTo>
                    <a:pt x="104" y="515"/>
                  </a:lnTo>
                  <a:lnTo>
                    <a:pt x="111" y="548"/>
                  </a:lnTo>
                  <a:lnTo>
                    <a:pt x="116" y="581"/>
                  </a:lnTo>
                  <a:lnTo>
                    <a:pt x="119" y="611"/>
                  </a:lnTo>
                  <a:lnTo>
                    <a:pt x="119" y="638"/>
                  </a:lnTo>
                  <a:lnTo>
                    <a:pt x="119" y="638"/>
                  </a:lnTo>
                  <a:lnTo>
                    <a:pt x="119" y="690"/>
                  </a:lnTo>
                  <a:lnTo>
                    <a:pt x="119" y="748"/>
                  </a:lnTo>
                  <a:lnTo>
                    <a:pt x="123" y="875"/>
                  </a:lnTo>
                  <a:lnTo>
                    <a:pt x="126" y="986"/>
                  </a:lnTo>
                  <a:lnTo>
                    <a:pt x="128" y="1028"/>
                  </a:lnTo>
                  <a:lnTo>
                    <a:pt x="126" y="1058"/>
                  </a:lnTo>
                  <a:lnTo>
                    <a:pt x="126" y="1058"/>
                  </a:lnTo>
                  <a:lnTo>
                    <a:pt x="126" y="1079"/>
                  </a:lnTo>
                  <a:lnTo>
                    <a:pt x="128" y="1096"/>
                  </a:lnTo>
                  <a:lnTo>
                    <a:pt x="133" y="1114"/>
                  </a:lnTo>
                  <a:lnTo>
                    <a:pt x="140" y="1128"/>
                  </a:lnTo>
                  <a:lnTo>
                    <a:pt x="149" y="1140"/>
                  </a:lnTo>
                  <a:lnTo>
                    <a:pt x="158" y="1153"/>
                  </a:lnTo>
                  <a:lnTo>
                    <a:pt x="169" y="1160"/>
                  </a:lnTo>
                  <a:lnTo>
                    <a:pt x="179" y="1167"/>
                  </a:lnTo>
                  <a:lnTo>
                    <a:pt x="179" y="1167"/>
                  </a:lnTo>
                  <a:lnTo>
                    <a:pt x="211" y="1183"/>
                  </a:lnTo>
                  <a:lnTo>
                    <a:pt x="234" y="1193"/>
                  </a:lnTo>
                  <a:lnTo>
                    <a:pt x="256" y="1204"/>
                  </a:lnTo>
                  <a:lnTo>
                    <a:pt x="279" y="1212"/>
                  </a:lnTo>
                  <a:lnTo>
                    <a:pt x="300" y="1219"/>
                  </a:lnTo>
                  <a:lnTo>
                    <a:pt x="311" y="1219"/>
                  </a:lnTo>
                  <a:lnTo>
                    <a:pt x="320" y="1219"/>
                  </a:lnTo>
                  <a:lnTo>
                    <a:pt x="327" y="1219"/>
                  </a:lnTo>
                  <a:lnTo>
                    <a:pt x="334" y="1216"/>
                  </a:lnTo>
                  <a:lnTo>
                    <a:pt x="334" y="1216"/>
                  </a:lnTo>
                  <a:lnTo>
                    <a:pt x="337" y="1212"/>
                  </a:lnTo>
                  <a:lnTo>
                    <a:pt x="341" y="1209"/>
                  </a:lnTo>
                  <a:lnTo>
                    <a:pt x="341" y="1204"/>
                  </a:lnTo>
                  <a:lnTo>
                    <a:pt x="339" y="1198"/>
                  </a:lnTo>
                  <a:lnTo>
                    <a:pt x="332" y="1188"/>
                  </a:lnTo>
                  <a:lnTo>
                    <a:pt x="321" y="1175"/>
                  </a:lnTo>
                  <a:lnTo>
                    <a:pt x="293" y="1149"/>
                  </a:lnTo>
                  <a:lnTo>
                    <a:pt x="279" y="1135"/>
                  </a:lnTo>
                  <a:lnTo>
                    <a:pt x="267" y="1123"/>
                  </a:lnTo>
                  <a:lnTo>
                    <a:pt x="267" y="1123"/>
                  </a:lnTo>
                  <a:lnTo>
                    <a:pt x="258" y="1110"/>
                  </a:lnTo>
                  <a:lnTo>
                    <a:pt x="253" y="1095"/>
                  </a:lnTo>
                  <a:lnTo>
                    <a:pt x="248" y="1079"/>
                  </a:lnTo>
                  <a:lnTo>
                    <a:pt x="246" y="1059"/>
                  </a:lnTo>
                  <a:lnTo>
                    <a:pt x="244" y="1035"/>
                  </a:lnTo>
                  <a:lnTo>
                    <a:pt x="244" y="1005"/>
                  </a:lnTo>
                  <a:lnTo>
                    <a:pt x="249" y="926"/>
                  </a:lnTo>
                  <a:lnTo>
                    <a:pt x="249" y="926"/>
                  </a:lnTo>
                  <a:lnTo>
                    <a:pt x="255" y="877"/>
                  </a:lnTo>
                  <a:lnTo>
                    <a:pt x="262" y="820"/>
                  </a:lnTo>
                  <a:lnTo>
                    <a:pt x="279" y="706"/>
                  </a:lnTo>
                  <a:lnTo>
                    <a:pt x="297" y="604"/>
                  </a:lnTo>
                  <a:lnTo>
                    <a:pt x="304" y="566"/>
                  </a:lnTo>
                  <a:lnTo>
                    <a:pt x="307" y="539"/>
                  </a:lnTo>
                  <a:lnTo>
                    <a:pt x="307" y="539"/>
                  </a:lnTo>
                  <a:lnTo>
                    <a:pt x="311" y="451"/>
                  </a:lnTo>
                  <a:lnTo>
                    <a:pt x="316" y="309"/>
                  </a:lnTo>
                  <a:lnTo>
                    <a:pt x="320" y="121"/>
                  </a:lnTo>
                  <a:lnTo>
                    <a:pt x="320" y="121"/>
                  </a:lnTo>
                  <a:lnTo>
                    <a:pt x="318" y="116"/>
                  </a:lnTo>
                  <a:lnTo>
                    <a:pt x="311" y="100"/>
                  </a:lnTo>
                  <a:lnTo>
                    <a:pt x="299" y="77"/>
                  </a:lnTo>
                  <a:lnTo>
                    <a:pt x="290" y="65"/>
                  </a:lnTo>
                  <a:lnTo>
                    <a:pt x="279" y="52"/>
                  </a:lnTo>
                  <a:lnTo>
                    <a:pt x="267" y="40"/>
                  </a:lnTo>
                  <a:lnTo>
                    <a:pt x="253" y="28"/>
                  </a:lnTo>
                  <a:lnTo>
                    <a:pt x="237" y="19"/>
                  </a:lnTo>
                  <a:lnTo>
                    <a:pt x="220" y="10"/>
                  </a:lnTo>
                  <a:lnTo>
                    <a:pt x="198" y="3"/>
                  </a:lnTo>
                  <a:lnTo>
                    <a:pt x="176" y="0"/>
                  </a:lnTo>
                  <a:lnTo>
                    <a:pt x="151" y="0"/>
                  </a:lnTo>
                  <a:lnTo>
                    <a:pt x="125" y="1"/>
                  </a:lnTo>
                  <a:lnTo>
                    <a:pt x="125" y="1"/>
                  </a:lnTo>
                  <a:lnTo>
                    <a:pt x="98" y="8"/>
                  </a:lnTo>
                  <a:lnTo>
                    <a:pt x="75" y="17"/>
                  </a:lnTo>
                  <a:lnTo>
                    <a:pt x="56" y="30"/>
                  </a:lnTo>
                  <a:lnTo>
                    <a:pt x="40" y="44"/>
                  </a:lnTo>
                  <a:lnTo>
                    <a:pt x="28" y="58"/>
                  </a:lnTo>
                  <a:lnTo>
                    <a:pt x="19" y="75"/>
                  </a:lnTo>
                  <a:lnTo>
                    <a:pt x="12" y="91"/>
                  </a:lnTo>
                  <a:lnTo>
                    <a:pt x="7" y="109"/>
                  </a:lnTo>
                  <a:lnTo>
                    <a:pt x="3" y="126"/>
                  </a:lnTo>
                  <a:lnTo>
                    <a:pt x="2" y="142"/>
                  </a:lnTo>
                  <a:lnTo>
                    <a:pt x="0" y="170"/>
                  </a:lnTo>
                  <a:lnTo>
                    <a:pt x="2" y="190"/>
                  </a:lnTo>
                  <a:lnTo>
                    <a:pt x="2" y="197"/>
                  </a:lnTo>
                  <a:close/>
                </a:path>
              </a:pathLst>
            </a:custGeom>
            <a:solidFill>
              <a:srgbClr val="DBB9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 name="Freeform 121"/>
            <p:cNvSpPr>
              <a:spLocks/>
            </p:cNvSpPr>
            <p:nvPr/>
          </p:nvSpPr>
          <p:spPr bwMode="auto">
            <a:xfrm>
              <a:off x="8928101" y="4802188"/>
              <a:ext cx="541338" cy="1935163"/>
            </a:xfrm>
            <a:custGeom>
              <a:avLst/>
              <a:gdLst>
                <a:gd name="T0" fmla="*/ 2 w 341"/>
                <a:gd name="T1" fmla="*/ 197 h 1219"/>
                <a:gd name="T2" fmla="*/ 40 w 341"/>
                <a:gd name="T3" fmla="*/ 302 h 1219"/>
                <a:gd name="T4" fmla="*/ 84 w 341"/>
                <a:gd name="T5" fmla="*/ 441 h 1219"/>
                <a:gd name="T6" fmla="*/ 111 w 341"/>
                <a:gd name="T7" fmla="*/ 548 h 1219"/>
                <a:gd name="T8" fmla="*/ 119 w 341"/>
                <a:gd name="T9" fmla="*/ 611 h 1219"/>
                <a:gd name="T10" fmla="*/ 119 w 341"/>
                <a:gd name="T11" fmla="*/ 638 h 1219"/>
                <a:gd name="T12" fmla="*/ 119 w 341"/>
                <a:gd name="T13" fmla="*/ 748 h 1219"/>
                <a:gd name="T14" fmla="*/ 126 w 341"/>
                <a:gd name="T15" fmla="*/ 986 h 1219"/>
                <a:gd name="T16" fmla="*/ 126 w 341"/>
                <a:gd name="T17" fmla="*/ 1058 h 1219"/>
                <a:gd name="T18" fmla="*/ 126 w 341"/>
                <a:gd name="T19" fmla="*/ 1079 h 1219"/>
                <a:gd name="T20" fmla="*/ 133 w 341"/>
                <a:gd name="T21" fmla="*/ 1114 h 1219"/>
                <a:gd name="T22" fmla="*/ 149 w 341"/>
                <a:gd name="T23" fmla="*/ 1140 h 1219"/>
                <a:gd name="T24" fmla="*/ 169 w 341"/>
                <a:gd name="T25" fmla="*/ 1160 h 1219"/>
                <a:gd name="T26" fmla="*/ 179 w 341"/>
                <a:gd name="T27" fmla="*/ 1167 h 1219"/>
                <a:gd name="T28" fmla="*/ 234 w 341"/>
                <a:gd name="T29" fmla="*/ 1193 h 1219"/>
                <a:gd name="T30" fmla="*/ 279 w 341"/>
                <a:gd name="T31" fmla="*/ 1212 h 1219"/>
                <a:gd name="T32" fmla="*/ 311 w 341"/>
                <a:gd name="T33" fmla="*/ 1219 h 1219"/>
                <a:gd name="T34" fmla="*/ 327 w 341"/>
                <a:gd name="T35" fmla="*/ 1219 h 1219"/>
                <a:gd name="T36" fmla="*/ 334 w 341"/>
                <a:gd name="T37" fmla="*/ 1216 h 1219"/>
                <a:gd name="T38" fmla="*/ 341 w 341"/>
                <a:gd name="T39" fmla="*/ 1209 h 1219"/>
                <a:gd name="T40" fmla="*/ 339 w 341"/>
                <a:gd name="T41" fmla="*/ 1198 h 1219"/>
                <a:gd name="T42" fmla="*/ 321 w 341"/>
                <a:gd name="T43" fmla="*/ 1175 h 1219"/>
                <a:gd name="T44" fmla="*/ 279 w 341"/>
                <a:gd name="T45" fmla="*/ 1135 h 1219"/>
                <a:gd name="T46" fmla="*/ 267 w 341"/>
                <a:gd name="T47" fmla="*/ 1123 h 1219"/>
                <a:gd name="T48" fmla="*/ 253 w 341"/>
                <a:gd name="T49" fmla="*/ 1095 h 1219"/>
                <a:gd name="T50" fmla="*/ 246 w 341"/>
                <a:gd name="T51" fmla="*/ 1059 h 1219"/>
                <a:gd name="T52" fmla="*/ 244 w 341"/>
                <a:gd name="T53" fmla="*/ 1005 h 1219"/>
                <a:gd name="T54" fmla="*/ 249 w 341"/>
                <a:gd name="T55" fmla="*/ 926 h 1219"/>
                <a:gd name="T56" fmla="*/ 262 w 341"/>
                <a:gd name="T57" fmla="*/ 820 h 1219"/>
                <a:gd name="T58" fmla="*/ 297 w 341"/>
                <a:gd name="T59" fmla="*/ 604 h 1219"/>
                <a:gd name="T60" fmla="*/ 307 w 341"/>
                <a:gd name="T61" fmla="*/ 539 h 1219"/>
                <a:gd name="T62" fmla="*/ 311 w 341"/>
                <a:gd name="T63" fmla="*/ 451 h 1219"/>
                <a:gd name="T64" fmla="*/ 320 w 341"/>
                <a:gd name="T65" fmla="*/ 121 h 1219"/>
                <a:gd name="T66" fmla="*/ 318 w 341"/>
                <a:gd name="T67" fmla="*/ 116 h 1219"/>
                <a:gd name="T68" fmla="*/ 299 w 341"/>
                <a:gd name="T69" fmla="*/ 77 h 1219"/>
                <a:gd name="T70" fmla="*/ 279 w 341"/>
                <a:gd name="T71" fmla="*/ 52 h 1219"/>
                <a:gd name="T72" fmla="*/ 253 w 341"/>
                <a:gd name="T73" fmla="*/ 28 h 1219"/>
                <a:gd name="T74" fmla="*/ 220 w 341"/>
                <a:gd name="T75" fmla="*/ 10 h 1219"/>
                <a:gd name="T76" fmla="*/ 176 w 341"/>
                <a:gd name="T77" fmla="*/ 0 h 1219"/>
                <a:gd name="T78" fmla="*/ 125 w 341"/>
                <a:gd name="T79" fmla="*/ 1 h 1219"/>
                <a:gd name="T80" fmla="*/ 98 w 341"/>
                <a:gd name="T81" fmla="*/ 8 h 1219"/>
                <a:gd name="T82" fmla="*/ 56 w 341"/>
                <a:gd name="T83" fmla="*/ 30 h 1219"/>
                <a:gd name="T84" fmla="*/ 28 w 341"/>
                <a:gd name="T85" fmla="*/ 58 h 1219"/>
                <a:gd name="T86" fmla="*/ 12 w 341"/>
                <a:gd name="T87" fmla="*/ 91 h 1219"/>
                <a:gd name="T88" fmla="*/ 3 w 341"/>
                <a:gd name="T89" fmla="*/ 126 h 1219"/>
                <a:gd name="T90" fmla="*/ 0 w 341"/>
                <a:gd name="T91" fmla="*/ 170 h 1219"/>
                <a:gd name="T92" fmla="*/ 2 w 341"/>
                <a:gd name="T93" fmla="*/ 197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1219">
                  <a:moveTo>
                    <a:pt x="2" y="197"/>
                  </a:moveTo>
                  <a:lnTo>
                    <a:pt x="2" y="197"/>
                  </a:lnTo>
                  <a:lnTo>
                    <a:pt x="21" y="248"/>
                  </a:lnTo>
                  <a:lnTo>
                    <a:pt x="40" y="302"/>
                  </a:lnTo>
                  <a:lnTo>
                    <a:pt x="63" y="369"/>
                  </a:lnTo>
                  <a:lnTo>
                    <a:pt x="84" y="441"/>
                  </a:lnTo>
                  <a:lnTo>
                    <a:pt x="104" y="515"/>
                  </a:lnTo>
                  <a:lnTo>
                    <a:pt x="111" y="548"/>
                  </a:lnTo>
                  <a:lnTo>
                    <a:pt x="116" y="581"/>
                  </a:lnTo>
                  <a:lnTo>
                    <a:pt x="119" y="611"/>
                  </a:lnTo>
                  <a:lnTo>
                    <a:pt x="119" y="638"/>
                  </a:lnTo>
                  <a:lnTo>
                    <a:pt x="119" y="638"/>
                  </a:lnTo>
                  <a:lnTo>
                    <a:pt x="119" y="690"/>
                  </a:lnTo>
                  <a:lnTo>
                    <a:pt x="119" y="748"/>
                  </a:lnTo>
                  <a:lnTo>
                    <a:pt x="123" y="875"/>
                  </a:lnTo>
                  <a:lnTo>
                    <a:pt x="126" y="986"/>
                  </a:lnTo>
                  <a:lnTo>
                    <a:pt x="128" y="1028"/>
                  </a:lnTo>
                  <a:lnTo>
                    <a:pt x="126" y="1058"/>
                  </a:lnTo>
                  <a:lnTo>
                    <a:pt x="126" y="1058"/>
                  </a:lnTo>
                  <a:lnTo>
                    <a:pt x="126" y="1079"/>
                  </a:lnTo>
                  <a:lnTo>
                    <a:pt x="128" y="1096"/>
                  </a:lnTo>
                  <a:lnTo>
                    <a:pt x="133" y="1114"/>
                  </a:lnTo>
                  <a:lnTo>
                    <a:pt x="140" y="1128"/>
                  </a:lnTo>
                  <a:lnTo>
                    <a:pt x="149" y="1140"/>
                  </a:lnTo>
                  <a:lnTo>
                    <a:pt x="158" y="1153"/>
                  </a:lnTo>
                  <a:lnTo>
                    <a:pt x="169" y="1160"/>
                  </a:lnTo>
                  <a:lnTo>
                    <a:pt x="179" y="1167"/>
                  </a:lnTo>
                  <a:lnTo>
                    <a:pt x="179" y="1167"/>
                  </a:lnTo>
                  <a:lnTo>
                    <a:pt x="211" y="1183"/>
                  </a:lnTo>
                  <a:lnTo>
                    <a:pt x="234" y="1193"/>
                  </a:lnTo>
                  <a:lnTo>
                    <a:pt x="256" y="1204"/>
                  </a:lnTo>
                  <a:lnTo>
                    <a:pt x="279" y="1212"/>
                  </a:lnTo>
                  <a:lnTo>
                    <a:pt x="300" y="1219"/>
                  </a:lnTo>
                  <a:lnTo>
                    <a:pt x="311" y="1219"/>
                  </a:lnTo>
                  <a:lnTo>
                    <a:pt x="320" y="1219"/>
                  </a:lnTo>
                  <a:lnTo>
                    <a:pt x="327" y="1219"/>
                  </a:lnTo>
                  <a:lnTo>
                    <a:pt x="334" y="1216"/>
                  </a:lnTo>
                  <a:lnTo>
                    <a:pt x="334" y="1216"/>
                  </a:lnTo>
                  <a:lnTo>
                    <a:pt x="337" y="1212"/>
                  </a:lnTo>
                  <a:lnTo>
                    <a:pt x="341" y="1209"/>
                  </a:lnTo>
                  <a:lnTo>
                    <a:pt x="341" y="1204"/>
                  </a:lnTo>
                  <a:lnTo>
                    <a:pt x="339" y="1198"/>
                  </a:lnTo>
                  <a:lnTo>
                    <a:pt x="332" y="1188"/>
                  </a:lnTo>
                  <a:lnTo>
                    <a:pt x="321" y="1175"/>
                  </a:lnTo>
                  <a:lnTo>
                    <a:pt x="293" y="1149"/>
                  </a:lnTo>
                  <a:lnTo>
                    <a:pt x="279" y="1135"/>
                  </a:lnTo>
                  <a:lnTo>
                    <a:pt x="267" y="1123"/>
                  </a:lnTo>
                  <a:lnTo>
                    <a:pt x="267" y="1123"/>
                  </a:lnTo>
                  <a:lnTo>
                    <a:pt x="258" y="1110"/>
                  </a:lnTo>
                  <a:lnTo>
                    <a:pt x="253" y="1095"/>
                  </a:lnTo>
                  <a:lnTo>
                    <a:pt x="248" y="1079"/>
                  </a:lnTo>
                  <a:lnTo>
                    <a:pt x="246" y="1059"/>
                  </a:lnTo>
                  <a:lnTo>
                    <a:pt x="244" y="1035"/>
                  </a:lnTo>
                  <a:lnTo>
                    <a:pt x="244" y="1005"/>
                  </a:lnTo>
                  <a:lnTo>
                    <a:pt x="249" y="926"/>
                  </a:lnTo>
                  <a:lnTo>
                    <a:pt x="249" y="926"/>
                  </a:lnTo>
                  <a:lnTo>
                    <a:pt x="255" y="877"/>
                  </a:lnTo>
                  <a:lnTo>
                    <a:pt x="262" y="820"/>
                  </a:lnTo>
                  <a:lnTo>
                    <a:pt x="279" y="706"/>
                  </a:lnTo>
                  <a:lnTo>
                    <a:pt x="297" y="604"/>
                  </a:lnTo>
                  <a:lnTo>
                    <a:pt x="304" y="566"/>
                  </a:lnTo>
                  <a:lnTo>
                    <a:pt x="307" y="539"/>
                  </a:lnTo>
                  <a:lnTo>
                    <a:pt x="307" y="539"/>
                  </a:lnTo>
                  <a:lnTo>
                    <a:pt x="311" y="451"/>
                  </a:lnTo>
                  <a:lnTo>
                    <a:pt x="316" y="309"/>
                  </a:lnTo>
                  <a:lnTo>
                    <a:pt x="320" y="121"/>
                  </a:lnTo>
                  <a:lnTo>
                    <a:pt x="320" y="121"/>
                  </a:lnTo>
                  <a:lnTo>
                    <a:pt x="318" y="116"/>
                  </a:lnTo>
                  <a:lnTo>
                    <a:pt x="311" y="100"/>
                  </a:lnTo>
                  <a:lnTo>
                    <a:pt x="299" y="77"/>
                  </a:lnTo>
                  <a:lnTo>
                    <a:pt x="290" y="65"/>
                  </a:lnTo>
                  <a:lnTo>
                    <a:pt x="279" y="52"/>
                  </a:lnTo>
                  <a:lnTo>
                    <a:pt x="267" y="40"/>
                  </a:lnTo>
                  <a:lnTo>
                    <a:pt x="253" y="28"/>
                  </a:lnTo>
                  <a:lnTo>
                    <a:pt x="237" y="19"/>
                  </a:lnTo>
                  <a:lnTo>
                    <a:pt x="220" y="10"/>
                  </a:lnTo>
                  <a:lnTo>
                    <a:pt x="198" y="3"/>
                  </a:lnTo>
                  <a:lnTo>
                    <a:pt x="176" y="0"/>
                  </a:lnTo>
                  <a:lnTo>
                    <a:pt x="151" y="0"/>
                  </a:lnTo>
                  <a:lnTo>
                    <a:pt x="125" y="1"/>
                  </a:lnTo>
                  <a:lnTo>
                    <a:pt x="125" y="1"/>
                  </a:lnTo>
                  <a:lnTo>
                    <a:pt x="98" y="8"/>
                  </a:lnTo>
                  <a:lnTo>
                    <a:pt x="75" y="17"/>
                  </a:lnTo>
                  <a:lnTo>
                    <a:pt x="56" y="30"/>
                  </a:lnTo>
                  <a:lnTo>
                    <a:pt x="40" y="44"/>
                  </a:lnTo>
                  <a:lnTo>
                    <a:pt x="28" y="58"/>
                  </a:lnTo>
                  <a:lnTo>
                    <a:pt x="19" y="75"/>
                  </a:lnTo>
                  <a:lnTo>
                    <a:pt x="12" y="91"/>
                  </a:lnTo>
                  <a:lnTo>
                    <a:pt x="7" y="109"/>
                  </a:lnTo>
                  <a:lnTo>
                    <a:pt x="3" y="126"/>
                  </a:lnTo>
                  <a:lnTo>
                    <a:pt x="2" y="142"/>
                  </a:lnTo>
                  <a:lnTo>
                    <a:pt x="0" y="170"/>
                  </a:lnTo>
                  <a:lnTo>
                    <a:pt x="2" y="190"/>
                  </a:lnTo>
                  <a:lnTo>
                    <a:pt x="2" y="1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 name="Freeform 122"/>
            <p:cNvSpPr>
              <a:spLocks/>
            </p:cNvSpPr>
            <p:nvPr/>
          </p:nvSpPr>
          <p:spPr bwMode="auto">
            <a:xfrm>
              <a:off x="9555163" y="6450013"/>
              <a:ext cx="504825" cy="407988"/>
            </a:xfrm>
            <a:custGeom>
              <a:avLst/>
              <a:gdLst>
                <a:gd name="T0" fmla="*/ 14 w 318"/>
                <a:gd name="T1" fmla="*/ 0 h 257"/>
                <a:gd name="T2" fmla="*/ 14 w 318"/>
                <a:gd name="T3" fmla="*/ 0 h 257"/>
                <a:gd name="T4" fmla="*/ 13 w 318"/>
                <a:gd name="T5" fmla="*/ 6 h 257"/>
                <a:gd name="T6" fmla="*/ 7 w 318"/>
                <a:gd name="T7" fmla="*/ 21 h 257"/>
                <a:gd name="T8" fmla="*/ 2 w 318"/>
                <a:gd name="T9" fmla="*/ 44 h 257"/>
                <a:gd name="T10" fmla="*/ 0 w 318"/>
                <a:gd name="T11" fmla="*/ 58 h 257"/>
                <a:gd name="T12" fmla="*/ 0 w 318"/>
                <a:gd name="T13" fmla="*/ 72 h 257"/>
                <a:gd name="T14" fmla="*/ 0 w 318"/>
                <a:gd name="T15" fmla="*/ 72 h 257"/>
                <a:gd name="T16" fmla="*/ 0 w 318"/>
                <a:gd name="T17" fmla="*/ 116 h 257"/>
                <a:gd name="T18" fmla="*/ 0 w 318"/>
                <a:gd name="T19" fmla="*/ 174 h 257"/>
                <a:gd name="T20" fmla="*/ 0 w 318"/>
                <a:gd name="T21" fmla="*/ 245 h 257"/>
                <a:gd name="T22" fmla="*/ 14 w 318"/>
                <a:gd name="T23" fmla="*/ 245 h 257"/>
                <a:gd name="T24" fmla="*/ 14 w 318"/>
                <a:gd name="T25" fmla="*/ 245 h 257"/>
                <a:gd name="T26" fmla="*/ 16 w 318"/>
                <a:gd name="T27" fmla="*/ 232 h 257"/>
                <a:gd name="T28" fmla="*/ 16 w 318"/>
                <a:gd name="T29" fmla="*/ 218 h 257"/>
                <a:gd name="T30" fmla="*/ 20 w 318"/>
                <a:gd name="T31" fmla="*/ 206 h 257"/>
                <a:gd name="T32" fmla="*/ 25 w 318"/>
                <a:gd name="T33" fmla="*/ 194 h 257"/>
                <a:gd name="T34" fmla="*/ 28 w 318"/>
                <a:gd name="T35" fmla="*/ 188 h 257"/>
                <a:gd name="T36" fmla="*/ 32 w 318"/>
                <a:gd name="T37" fmla="*/ 185 h 257"/>
                <a:gd name="T38" fmla="*/ 35 w 318"/>
                <a:gd name="T39" fmla="*/ 183 h 257"/>
                <a:gd name="T40" fmla="*/ 41 w 318"/>
                <a:gd name="T41" fmla="*/ 183 h 257"/>
                <a:gd name="T42" fmla="*/ 48 w 318"/>
                <a:gd name="T43" fmla="*/ 185 h 257"/>
                <a:gd name="T44" fmla="*/ 55 w 318"/>
                <a:gd name="T45" fmla="*/ 190 h 257"/>
                <a:gd name="T46" fmla="*/ 55 w 318"/>
                <a:gd name="T47" fmla="*/ 190 h 257"/>
                <a:gd name="T48" fmla="*/ 86 w 318"/>
                <a:gd name="T49" fmla="*/ 213 h 257"/>
                <a:gd name="T50" fmla="*/ 106 w 318"/>
                <a:gd name="T51" fmla="*/ 224 h 257"/>
                <a:gd name="T52" fmla="*/ 125 w 318"/>
                <a:gd name="T53" fmla="*/ 234 h 257"/>
                <a:gd name="T54" fmla="*/ 144 w 318"/>
                <a:gd name="T55" fmla="*/ 243 h 257"/>
                <a:gd name="T56" fmla="*/ 165 w 318"/>
                <a:gd name="T57" fmla="*/ 250 h 257"/>
                <a:gd name="T58" fmla="*/ 187 w 318"/>
                <a:gd name="T59" fmla="*/ 253 h 257"/>
                <a:gd name="T60" fmla="*/ 208 w 318"/>
                <a:gd name="T61" fmla="*/ 255 h 257"/>
                <a:gd name="T62" fmla="*/ 208 w 318"/>
                <a:gd name="T63" fmla="*/ 255 h 257"/>
                <a:gd name="T64" fmla="*/ 250 w 318"/>
                <a:gd name="T65" fmla="*/ 257 h 257"/>
                <a:gd name="T66" fmla="*/ 287 w 318"/>
                <a:gd name="T67" fmla="*/ 257 h 257"/>
                <a:gd name="T68" fmla="*/ 303 w 318"/>
                <a:gd name="T69" fmla="*/ 255 h 257"/>
                <a:gd name="T70" fmla="*/ 311 w 318"/>
                <a:gd name="T71" fmla="*/ 252 h 257"/>
                <a:gd name="T72" fmla="*/ 315 w 318"/>
                <a:gd name="T73" fmla="*/ 250 h 257"/>
                <a:gd name="T74" fmla="*/ 317 w 318"/>
                <a:gd name="T75" fmla="*/ 246 h 257"/>
                <a:gd name="T76" fmla="*/ 318 w 318"/>
                <a:gd name="T77" fmla="*/ 243 h 257"/>
                <a:gd name="T78" fmla="*/ 317 w 318"/>
                <a:gd name="T79" fmla="*/ 238 h 257"/>
                <a:gd name="T80" fmla="*/ 317 w 318"/>
                <a:gd name="T81" fmla="*/ 238 h 257"/>
                <a:gd name="T82" fmla="*/ 313 w 318"/>
                <a:gd name="T83" fmla="*/ 229 h 257"/>
                <a:gd name="T84" fmla="*/ 306 w 318"/>
                <a:gd name="T85" fmla="*/ 220 h 257"/>
                <a:gd name="T86" fmla="*/ 299 w 318"/>
                <a:gd name="T87" fmla="*/ 211 h 257"/>
                <a:gd name="T88" fmla="*/ 290 w 318"/>
                <a:gd name="T89" fmla="*/ 201 h 257"/>
                <a:gd name="T90" fmla="*/ 267 w 318"/>
                <a:gd name="T91" fmla="*/ 181 h 257"/>
                <a:gd name="T92" fmla="*/ 239 w 318"/>
                <a:gd name="T93" fmla="*/ 160 h 257"/>
                <a:gd name="T94" fmla="*/ 239 w 318"/>
                <a:gd name="T95" fmla="*/ 160 h 257"/>
                <a:gd name="T96" fmla="*/ 206 w 318"/>
                <a:gd name="T97" fmla="*/ 137 h 257"/>
                <a:gd name="T98" fmla="*/ 171 w 318"/>
                <a:gd name="T99" fmla="*/ 109 h 257"/>
                <a:gd name="T100" fmla="*/ 155 w 318"/>
                <a:gd name="T101" fmla="*/ 95 h 257"/>
                <a:gd name="T102" fmla="*/ 139 w 318"/>
                <a:gd name="T103" fmla="*/ 81 h 257"/>
                <a:gd name="T104" fmla="*/ 127 w 318"/>
                <a:gd name="T105" fmla="*/ 67 h 257"/>
                <a:gd name="T106" fmla="*/ 116 w 318"/>
                <a:gd name="T107" fmla="*/ 53 h 257"/>
                <a:gd name="T108" fmla="*/ 116 w 318"/>
                <a:gd name="T109" fmla="*/ 53 h 257"/>
                <a:gd name="T110" fmla="*/ 111 w 318"/>
                <a:gd name="T111" fmla="*/ 46 h 257"/>
                <a:gd name="T112" fmla="*/ 106 w 318"/>
                <a:gd name="T113" fmla="*/ 41 h 257"/>
                <a:gd name="T114" fmla="*/ 90 w 318"/>
                <a:gd name="T115" fmla="*/ 30 h 257"/>
                <a:gd name="T116" fmla="*/ 74 w 318"/>
                <a:gd name="T117" fmla="*/ 21 h 257"/>
                <a:gd name="T118" fmla="*/ 57 w 318"/>
                <a:gd name="T119" fmla="*/ 13 h 257"/>
                <a:gd name="T120" fmla="*/ 27 w 318"/>
                <a:gd name="T121" fmla="*/ 2 h 257"/>
                <a:gd name="T122" fmla="*/ 14 w 318"/>
                <a:gd name="T123"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8" h="257">
                  <a:moveTo>
                    <a:pt x="14" y="0"/>
                  </a:moveTo>
                  <a:lnTo>
                    <a:pt x="14" y="0"/>
                  </a:lnTo>
                  <a:lnTo>
                    <a:pt x="13" y="6"/>
                  </a:lnTo>
                  <a:lnTo>
                    <a:pt x="7" y="21"/>
                  </a:lnTo>
                  <a:lnTo>
                    <a:pt x="2" y="44"/>
                  </a:lnTo>
                  <a:lnTo>
                    <a:pt x="0" y="58"/>
                  </a:lnTo>
                  <a:lnTo>
                    <a:pt x="0" y="72"/>
                  </a:lnTo>
                  <a:lnTo>
                    <a:pt x="0" y="72"/>
                  </a:lnTo>
                  <a:lnTo>
                    <a:pt x="0" y="116"/>
                  </a:lnTo>
                  <a:lnTo>
                    <a:pt x="0" y="174"/>
                  </a:lnTo>
                  <a:lnTo>
                    <a:pt x="0" y="245"/>
                  </a:lnTo>
                  <a:lnTo>
                    <a:pt x="14" y="245"/>
                  </a:lnTo>
                  <a:lnTo>
                    <a:pt x="14" y="245"/>
                  </a:lnTo>
                  <a:lnTo>
                    <a:pt x="16" y="232"/>
                  </a:lnTo>
                  <a:lnTo>
                    <a:pt x="16" y="218"/>
                  </a:lnTo>
                  <a:lnTo>
                    <a:pt x="20" y="206"/>
                  </a:lnTo>
                  <a:lnTo>
                    <a:pt x="25" y="194"/>
                  </a:lnTo>
                  <a:lnTo>
                    <a:pt x="28" y="188"/>
                  </a:lnTo>
                  <a:lnTo>
                    <a:pt x="32" y="185"/>
                  </a:lnTo>
                  <a:lnTo>
                    <a:pt x="35" y="183"/>
                  </a:lnTo>
                  <a:lnTo>
                    <a:pt x="41" y="183"/>
                  </a:lnTo>
                  <a:lnTo>
                    <a:pt x="48" y="185"/>
                  </a:lnTo>
                  <a:lnTo>
                    <a:pt x="55" y="190"/>
                  </a:lnTo>
                  <a:lnTo>
                    <a:pt x="55" y="190"/>
                  </a:lnTo>
                  <a:lnTo>
                    <a:pt x="86" y="213"/>
                  </a:lnTo>
                  <a:lnTo>
                    <a:pt x="106" y="224"/>
                  </a:lnTo>
                  <a:lnTo>
                    <a:pt x="125" y="234"/>
                  </a:lnTo>
                  <a:lnTo>
                    <a:pt x="144" y="243"/>
                  </a:lnTo>
                  <a:lnTo>
                    <a:pt x="165" y="250"/>
                  </a:lnTo>
                  <a:lnTo>
                    <a:pt x="187" y="253"/>
                  </a:lnTo>
                  <a:lnTo>
                    <a:pt x="208" y="255"/>
                  </a:lnTo>
                  <a:lnTo>
                    <a:pt x="208" y="255"/>
                  </a:lnTo>
                  <a:lnTo>
                    <a:pt x="250" y="257"/>
                  </a:lnTo>
                  <a:lnTo>
                    <a:pt x="287" y="257"/>
                  </a:lnTo>
                  <a:lnTo>
                    <a:pt x="303" y="255"/>
                  </a:lnTo>
                  <a:lnTo>
                    <a:pt x="311" y="252"/>
                  </a:lnTo>
                  <a:lnTo>
                    <a:pt x="315" y="250"/>
                  </a:lnTo>
                  <a:lnTo>
                    <a:pt x="317" y="246"/>
                  </a:lnTo>
                  <a:lnTo>
                    <a:pt x="318" y="243"/>
                  </a:lnTo>
                  <a:lnTo>
                    <a:pt x="317" y="238"/>
                  </a:lnTo>
                  <a:lnTo>
                    <a:pt x="317" y="238"/>
                  </a:lnTo>
                  <a:lnTo>
                    <a:pt x="313" y="229"/>
                  </a:lnTo>
                  <a:lnTo>
                    <a:pt x="306" y="220"/>
                  </a:lnTo>
                  <a:lnTo>
                    <a:pt x="299" y="211"/>
                  </a:lnTo>
                  <a:lnTo>
                    <a:pt x="290" y="201"/>
                  </a:lnTo>
                  <a:lnTo>
                    <a:pt x="267" y="181"/>
                  </a:lnTo>
                  <a:lnTo>
                    <a:pt x="239" y="160"/>
                  </a:lnTo>
                  <a:lnTo>
                    <a:pt x="239" y="160"/>
                  </a:lnTo>
                  <a:lnTo>
                    <a:pt x="206" y="137"/>
                  </a:lnTo>
                  <a:lnTo>
                    <a:pt x="171" y="109"/>
                  </a:lnTo>
                  <a:lnTo>
                    <a:pt x="155" y="95"/>
                  </a:lnTo>
                  <a:lnTo>
                    <a:pt x="139" y="81"/>
                  </a:lnTo>
                  <a:lnTo>
                    <a:pt x="127" y="67"/>
                  </a:lnTo>
                  <a:lnTo>
                    <a:pt x="116" y="53"/>
                  </a:lnTo>
                  <a:lnTo>
                    <a:pt x="116" y="53"/>
                  </a:lnTo>
                  <a:lnTo>
                    <a:pt x="111" y="46"/>
                  </a:lnTo>
                  <a:lnTo>
                    <a:pt x="106" y="41"/>
                  </a:lnTo>
                  <a:lnTo>
                    <a:pt x="90" y="30"/>
                  </a:lnTo>
                  <a:lnTo>
                    <a:pt x="74" y="21"/>
                  </a:lnTo>
                  <a:lnTo>
                    <a:pt x="57" y="13"/>
                  </a:lnTo>
                  <a:lnTo>
                    <a:pt x="27" y="2"/>
                  </a:lnTo>
                  <a:lnTo>
                    <a:pt x="14" y="0"/>
                  </a:lnTo>
                  <a:close/>
                </a:path>
              </a:pathLst>
            </a:custGeom>
            <a:solidFill>
              <a:srgbClr val="CC2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 name="Freeform 123"/>
            <p:cNvSpPr>
              <a:spLocks/>
            </p:cNvSpPr>
            <p:nvPr/>
          </p:nvSpPr>
          <p:spPr bwMode="auto">
            <a:xfrm>
              <a:off x="9555163" y="6450013"/>
              <a:ext cx="504825" cy="407988"/>
            </a:xfrm>
            <a:custGeom>
              <a:avLst/>
              <a:gdLst>
                <a:gd name="T0" fmla="*/ 14 w 318"/>
                <a:gd name="T1" fmla="*/ 0 h 257"/>
                <a:gd name="T2" fmla="*/ 14 w 318"/>
                <a:gd name="T3" fmla="*/ 0 h 257"/>
                <a:gd name="T4" fmla="*/ 13 w 318"/>
                <a:gd name="T5" fmla="*/ 6 h 257"/>
                <a:gd name="T6" fmla="*/ 7 w 318"/>
                <a:gd name="T7" fmla="*/ 21 h 257"/>
                <a:gd name="T8" fmla="*/ 2 w 318"/>
                <a:gd name="T9" fmla="*/ 44 h 257"/>
                <a:gd name="T10" fmla="*/ 0 w 318"/>
                <a:gd name="T11" fmla="*/ 58 h 257"/>
                <a:gd name="T12" fmla="*/ 0 w 318"/>
                <a:gd name="T13" fmla="*/ 72 h 257"/>
                <a:gd name="T14" fmla="*/ 0 w 318"/>
                <a:gd name="T15" fmla="*/ 72 h 257"/>
                <a:gd name="T16" fmla="*/ 0 w 318"/>
                <a:gd name="T17" fmla="*/ 116 h 257"/>
                <a:gd name="T18" fmla="*/ 0 w 318"/>
                <a:gd name="T19" fmla="*/ 174 h 257"/>
                <a:gd name="T20" fmla="*/ 0 w 318"/>
                <a:gd name="T21" fmla="*/ 245 h 257"/>
                <a:gd name="T22" fmla="*/ 14 w 318"/>
                <a:gd name="T23" fmla="*/ 245 h 257"/>
                <a:gd name="T24" fmla="*/ 14 w 318"/>
                <a:gd name="T25" fmla="*/ 245 h 257"/>
                <a:gd name="T26" fmla="*/ 16 w 318"/>
                <a:gd name="T27" fmla="*/ 232 h 257"/>
                <a:gd name="T28" fmla="*/ 16 w 318"/>
                <a:gd name="T29" fmla="*/ 218 h 257"/>
                <a:gd name="T30" fmla="*/ 20 w 318"/>
                <a:gd name="T31" fmla="*/ 206 h 257"/>
                <a:gd name="T32" fmla="*/ 25 w 318"/>
                <a:gd name="T33" fmla="*/ 194 h 257"/>
                <a:gd name="T34" fmla="*/ 28 w 318"/>
                <a:gd name="T35" fmla="*/ 188 h 257"/>
                <a:gd name="T36" fmla="*/ 32 w 318"/>
                <a:gd name="T37" fmla="*/ 185 h 257"/>
                <a:gd name="T38" fmla="*/ 35 w 318"/>
                <a:gd name="T39" fmla="*/ 183 h 257"/>
                <a:gd name="T40" fmla="*/ 41 w 318"/>
                <a:gd name="T41" fmla="*/ 183 h 257"/>
                <a:gd name="T42" fmla="*/ 48 w 318"/>
                <a:gd name="T43" fmla="*/ 185 h 257"/>
                <a:gd name="T44" fmla="*/ 55 w 318"/>
                <a:gd name="T45" fmla="*/ 190 h 257"/>
                <a:gd name="T46" fmla="*/ 55 w 318"/>
                <a:gd name="T47" fmla="*/ 190 h 257"/>
                <a:gd name="T48" fmla="*/ 86 w 318"/>
                <a:gd name="T49" fmla="*/ 213 h 257"/>
                <a:gd name="T50" fmla="*/ 106 w 318"/>
                <a:gd name="T51" fmla="*/ 224 h 257"/>
                <a:gd name="T52" fmla="*/ 125 w 318"/>
                <a:gd name="T53" fmla="*/ 234 h 257"/>
                <a:gd name="T54" fmla="*/ 144 w 318"/>
                <a:gd name="T55" fmla="*/ 243 h 257"/>
                <a:gd name="T56" fmla="*/ 165 w 318"/>
                <a:gd name="T57" fmla="*/ 250 h 257"/>
                <a:gd name="T58" fmla="*/ 187 w 318"/>
                <a:gd name="T59" fmla="*/ 253 h 257"/>
                <a:gd name="T60" fmla="*/ 208 w 318"/>
                <a:gd name="T61" fmla="*/ 255 h 257"/>
                <a:gd name="T62" fmla="*/ 208 w 318"/>
                <a:gd name="T63" fmla="*/ 255 h 257"/>
                <a:gd name="T64" fmla="*/ 250 w 318"/>
                <a:gd name="T65" fmla="*/ 257 h 257"/>
                <a:gd name="T66" fmla="*/ 287 w 318"/>
                <a:gd name="T67" fmla="*/ 257 h 257"/>
                <a:gd name="T68" fmla="*/ 303 w 318"/>
                <a:gd name="T69" fmla="*/ 255 h 257"/>
                <a:gd name="T70" fmla="*/ 311 w 318"/>
                <a:gd name="T71" fmla="*/ 252 h 257"/>
                <a:gd name="T72" fmla="*/ 315 w 318"/>
                <a:gd name="T73" fmla="*/ 250 h 257"/>
                <a:gd name="T74" fmla="*/ 317 w 318"/>
                <a:gd name="T75" fmla="*/ 246 h 257"/>
                <a:gd name="T76" fmla="*/ 318 w 318"/>
                <a:gd name="T77" fmla="*/ 243 h 257"/>
                <a:gd name="T78" fmla="*/ 317 w 318"/>
                <a:gd name="T79" fmla="*/ 238 h 257"/>
                <a:gd name="T80" fmla="*/ 317 w 318"/>
                <a:gd name="T81" fmla="*/ 238 h 257"/>
                <a:gd name="T82" fmla="*/ 313 w 318"/>
                <a:gd name="T83" fmla="*/ 229 h 257"/>
                <a:gd name="T84" fmla="*/ 306 w 318"/>
                <a:gd name="T85" fmla="*/ 220 h 257"/>
                <a:gd name="T86" fmla="*/ 299 w 318"/>
                <a:gd name="T87" fmla="*/ 211 h 257"/>
                <a:gd name="T88" fmla="*/ 290 w 318"/>
                <a:gd name="T89" fmla="*/ 201 h 257"/>
                <a:gd name="T90" fmla="*/ 267 w 318"/>
                <a:gd name="T91" fmla="*/ 181 h 257"/>
                <a:gd name="T92" fmla="*/ 239 w 318"/>
                <a:gd name="T93" fmla="*/ 160 h 257"/>
                <a:gd name="T94" fmla="*/ 239 w 318"/>
                <a:gd name="T95" fmla="*/ 160 h 257"/>
                <a:gd name="T96" fmla="*/ 206 w 318"/>
                <a:gd name="T97" fmla="*/ 137 h 257"/>
                <a:gd name="T98" fmla="*/ 171 w 318"/>
                <a:gd name="T99" fmla="*/ 109 h 257"/>
                <a:gd name="T100" fmla="*/ 155 w 318"/>
                <a:gd name="T101" fmla="*/ 95 h 257"/>
                <a:gd name="T102" fmla="*/ 139 w 318"/>
                <a:gd name="T103" fmla="*/ 81 h 257"/>
                <a:gd name="T104" fmla="*/ 127 w 318"/>
                <a:gd name="T105" fmla="*/ 67 h 257"/>
                <a:gd name="T106" fmla="*/ 116 w 318"/>
                <a:gd name="T107" fmla="*/ 53 h 257"/>
                <a:gd name="T108" fmla="*/ 116 w 318"/>
                <a:gd name="T109" fmla="*/ 53 h 257"/>
                <a:gd name="T110" fmla="*/ 111 w 318"/>
                <a:gd name="T111" fmla="*/ 46 h 257"/>
                <a:gd name="T112" fmla="*/ 106 w 318"/>
                <a:gd name="T113" fmla="*/ 41 h 257"/>
                <a:gd name="T114" fmla="*/ 90 w 318"/>
                <a:gd name="T115" fmla="*/ 30 h 257"/>
                <a:gd name="T116" fmla="*/ 74 w 318"/>
                <a:gd name="T117" fmla="*/ 21 h 257"/>
                <a:gd name="T118" fmla="*/ 57 w 318"/>
                <a:gd name="T119" fmla="*/ 13 h 257"/>
                <a:gd name="T120" fmla="*/ 27 w 318"/>
                <a:gd name="T121" fmla="*/ 2 h 257"/>
                <a:gd name="T122" fmla="*/ 14 w 318"/>
                <a:gd name="T123"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8" h="257">
                  <a:moveTo>
                    <a:pt x="14" y="0"/>
                  </a:moveTo>
                  <a:lnTo>
                    <a:pt x="14" y="0"/>
                  </a:lnTo>
                  <a:lnTo>
                    <a:pt x="13" y="6"/>
                  </a:lnTo>
                  <a:lnTo>
                    <a:pt x="7" y="21"/>
                  </a:lnTo>
                  <a:lnTo>
                    <a:pt x="2" y="44"/>
                  </a:lnTo>
                  <a:lnTo>
                    <a:pt x="0" y="58"/>
                  </a:lnTo>
                  <a:lnTo>
                    <a:pt x="0" y="72"/>
                  </a:lnTo>
                  <a:lnTo>
                    <a:pt x="0" y="72"/>
                  </a:lnTo>
                  <a:lnTo>
                    <a:pt x="0" y="116"/>
                  </a:lnTo>
                  <a:lnTo>
                    <a:pt x="0" y="174"/>
                  </a:lnTo>
                  <a:lnTo>
                    <a:pt x="0" y="245"/>
                  </a:lnTo>
                  <a:lnTo>
                    <a:pt x="14" y="245"/>
                  </a:lnTo>
                  <a:lnTo>
                    <a:pt x="14" y="245"/>
                  </a:lnTo>
                  <a:lnTo>
                    <a:pt x="16" y="232"/>
                  </a:lnTo>
                  <a:lnTo>
                    <a:pt x="16" y="218"/>
                  </a:lnTo>
                  <a:lnTo>
                    <a:pt x="20" y="206"/>
                  </a:lnTo>
                  <a:lnTo>
                    <a:pt x="25" y="194"/>
                  </a:lnTo>
                  <a:lnTo>
                    <a:pt x="28" y="188"/>
                  </a:lnTo>
                  <a:lnTo>
                    <a:pt x="32" y="185"/>
                  </a:lnTo>
                  <a:lnTo>
                    <a:pt x="35" y="183"/>
                  </a:lnTo>
                  <a:lnTo>
                    <a:pt x="41" y="183"/>
                  </a:lnTo>
                  <a:lnTo>
                    <a:pt x="48" y="185"/>
                  </a:lnTo>
                  <a:lnTo>
                    <a:pt x="55" y="190"/>
                  </a:lnTo>
                  <a:lnTo>
                    <a:pt x="55" y="190"/>
                  </a:lnTo>
                  <a:lnTo>
                    <a:pt x="86" y="213"/>
                  </a:lnTo>
                  <a:lnTo>
                    <a:pt x="106" y="224"/>
                  </a:lnTo>
                  <a:lnTo>
                    <a:pt x="125" y="234"/>
                  </a:lnTo>
                  <a:lnTo>
                    <a:pt x="144" y="243"/>
                  </a:lnTo>
                  <a:lnTo>
                    <a:pt x="165" y="250"/>
                  </a:lnTo>
                  <a:lnTo>
                    <a:pt x="187" y="253"/>
                  </a:lnTo>
                  <a:lnTo>
                    <a:pt x="208" y="255"/>
                  </a:lnTo>
                  <a:lnTo>
                    <a:pt x="208" y="255"/>
                  </a:lnTo>
                  <a:lnTo>
                    <a:pt x="250" y="257"/>
                  </a:lnTo>
                  <a:lnTo>
                    <a:pt x="287" y="257"/>
                  </a:lnTo>
                  <a:lnTo>
                    <a:pt x="303" y="255"/>
                  </a:lnTo>
                  <a:lnTo>
                    <a:pt x="311" y="252"/>
                  </a:lnTo>
                  <a:lnTo>
                    <a:pt x="315" y="250"/>
                  </a:lnTo>
                  <a:lnTo>
                    <a:pt x="317" y="246"/>
                  </a:lnTo>
                  <a:lnTo>
                    <a:pt x="318" y="243"/>
                  </a:lnTo>
                  <a:lnTo>
                    <a:pt x="317" y="238"/>
                  </a:lnTo>
                  <a:lnTo>
                    <a:pt x="317" y="238"/>
                  </a:lnTo>
                  <a:lnTo>
                    <a:pt x="313" y="229"/>
                  </a:lnTo>
                  <a:lnTo>
                    <a:pt x="306" y="220"/>
                  </a:lnTo>
                  <a:lnTo>
                    <a:pt x="299" y="211"/>
                  </a:lnTo>
                  <a:lnTo>
                    <a:pt x="290" y="201"/>
                  </a:lnTo>
                  <a:lnTo>
                    <a:pt x="267" y="181"/>
                  </a:lnTo>
                  <a:lnTo>
                    <a:pt x="239" y="160"/>
                  </a:lnTo>
                  <a:lnTo>
                    <a:pt x="239" y="160"/>
                  </a:lnTo>
                  <a:lnTo>
                    <a:pt x="206" y="137"/>
                  </a:lnTo>
                  <a:lnTo>
                    <a:pt x="171" y="109"/>
                  </a:lnTo>
                  <a:lnTo>
                    <a:pt x="155" y="95"/>
                  </a:lnTo>
                  <a:lnTo>
                    <a:pt x="139" y="81"/>
                  </a:lnTo>
                  <a:lnTo>
                    <a:pt x="127" y="67"/>
                  </a:lnTo>
                  <a:lnTo>
                    <a:pt x="116" y="53"/>
                  </a:lnTo>
                  <a:lnTo>
                    <a:pt x="116" y="53"/>
                  </a:lnTo>
                  <a:lnTo>
                    <a:pt x="111" y="46"/>
                  </a:lnTo>
                  <a:lnTo>
                    <a:pt x="106" y="41"/>
                  </a:lnTo>
                  <a:lnTo>
                    <a:pt x="90" y="30"/>
                  </a:lnTo>
                  <a:lnTo>
                    <a:pt x="74" y="21"/>
                  </a:lnTo>
                  <a:lnTo>
                    <a:pt x="57" y="13"/>
                  </a:lnTo>
                  <a:lnTo>
                    <a:pt x="27" y="2"/>
                  </a:lnTo>
                  <a:lnTo>
                    <a:pt x="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 name="Freeform 124"/>
            <p:cNvSpPr>
              <a:spLocks/>
            </p:cNvSpPr>
            <p:nvPr/>
          </p:nvSpPr>
          <p:spPr bwMode="auto">
            <a:xfrm>
              <a:off x="9377363" y="4802188"/>
              <a:ext cx="538163" cy="1935163"/>
            </a:xfrm>
            <a:custGeom>
              <a:avLst/>
              <a:gdLst>
                <a:gd name="T0" fmla="*/ 2 w 339"/>
                <a:gd name="T1" fmla="*/ 197 h 1219"/>
                <a:gd name="T2" fmla="*/ 40 w 339"/>
                <a:gd name="T3" fmla="*/ 302 h 1219"/>
                <a:gd name="T4" fmla="*/ 84 w 339"/>
                <a:gd name="T5" fmla="*/ 441 h 1219"/>
                <a:gd name="T6" fmla="*/ 111 w 339"/>
                <a:gd name="T7" fmla="*/ 548 h 1219"/>
                <a:gd name="T8" fmla="*/ 118 w 339"/>
                <a:gd name="T9" fmla="*/ 611 h 1219"/>
                <a:gd name="T10" fmla="*/ 119 w 339"/>
                <a:gd name="T11" fmla="*/ 638 h 1219"/>
                <a:gd name="T12" fmla="*/ 119 w 339"/>
                <a:gd name="T13" fmla="*/ 748 h 1219"/>
                <a:gd name="T14" fmla="*/ 126 w 339"/>
                <a:gd name="T15" fmla="*/ 986 h 1219"/>
                <a:gd name="T16" fmla="*/ 126 w 339"/>
                <a:gd name="T17" fmla="*/ 1058 h 1219"/>
                <a:gd name="T18" fmla="*/ 126 w 339"/>
                <a:gd name="T19" fmla="*/ 1079 h 1219"/>
                <a:gd name="T20" fmla="*/ 133 w 339"/>
                <a:gd name="T21" fmla="*/ 1114 h 1219"/>
                <a:gd name="T22" fmla="*/ 149 w 339"/>
                <a:gd name="T23" fmla="*/ 1140 h 1219"/>
                <a:gd name="T24" fmla="*/ 169 w 339"/>
                <a:gd name="T25" fmla="*/ 1160 h 1219"/>
                <a:gd name="T26" fmla="*/ 179 w 339"/>
                <a:gd name="T27" fmla="*/ 1167 h 1219"/>
                <a:gd name="T28" fmla="*/ 232 w 339"/>
                <a:gd name="T29" fmla="*/ 1193 h 1219"/>
                <a:gd name="T30" fmla="*/ 279 w 339"/>
                <a:gd name="T31" fmla="*/ 1212 h 1219"/>
                <a:gd name="T32" fmla="*/ 309 w 339"/>
                <a:gd name="T33" fmla="*/ 1219 h 1219"/>
                <a:gd name="T34" fmla="*/ 327 w 339"/>
                <a:gd name="T35" fmla="*/ 1219 h 1219"/>
                <a:gd name="T36" fmla="*/ 332 w 339"/>
                <a:gd name="T37" fmla="*/ 1216 h 1219"/>
                <a:gd name="T38" fmla="*/ 339 w 339"/>
                <a:gd name="T39" fmla="*/ 1209 h 1219"/>
                <a:gd name="T40" fmla="*/ 339 w 339"/>
                <a:gd name="T41" fmla="*/ 1198 h 1219"/>
                <a:gd name="T42" fmla="*/ 320 w 339"/>
                <a:gd name="T43" fmla="*/ 1175 h 1219"/>
                <a:gd name="T44" fmla="*/ 277 w 339"/>
                <a:gd name="T45" fmla="*/ 1135 h 1219"/>
                <a:gd name="T46" fmla="*/ 267 w 339"/>
                <a:gd name="T47" fmla="*/ 1123 h 1219"/>
                <a:gd name="T48" fmla="*/ 251 w 339"/>
                <a:gd name="T49" fmla="*/ 1095 h 1219"/>
                <a:gd name="T50" fmla="*/ 244 w 339"/>
                <a:gd name="T51" fmla="*/ 1059 h 1219"/>
                <a:gd name="T52" fmla="*/ 244 w 339"/>
                <a:gd name="T53" fmla="*/ 1005 h 1219"/>
                <a:gd name="T54" fmla="*/ 249 w 339"/>
                <a:gd name="T55" fmla="*/ 926 h 1219"/>
                <a:gd name="T56" fmla="*/ 262 w 339"/>
                <a:gd name="T57" fmla="*/ 820 h 1219"/>
                <a:gd name="T58" fmla="*/ 297 w 339"/>
                <a:gd name="T59" fmla="*/ 604 h 1219"/>
                <a:gd name="T60" fmla="*/ 306 w 339"/>
                <a:gd name="T61" fmla="*/ 539 h 1219"/>
                <a:gd name="T62" fmla="*/ 311 w 339"/>
                <a:gd name="T63" fmla="*/ 451 h 1219"/>
                <a:gd name="T64" fmla="*/ 320 w 339"/>
                <a:gd name="T65" fmla="*/ 121 h 1219"/>
                <a:gd name="T66" fmla="*/ 318 w 339"/>
                <a:gd name="T67" fmla="*/ 116 h 1219"/>
                <a:gd name="T68" fmla="*/ 299 w 339"/>
                <a:gd name="T69" fmla="*/ 77 h 1219"/>
                <a:gd name="T70" fmla="*/ 279 w 339"/>
                <a:gd name="T71" fmla="*/ 52 h 1219"/>
                <a:gd name="T72" fmla="*/ 253 w 339"/>
                <a:gd name="T73" fmla="*/ 28 h 1219"/>
                <a:gd name="T74" fmla="*/ 218 w 339"/>
                <a:gd name="T75" fmla="*/ 10 h 1219"/>
                <a:gd name="T76" fmla="*/ 176 w 339"/>
                <a:gd name="T77" fmla="*/ 0 h 1219"/>
                <a:gd name="T78" fmla="*/ 123 w 339"/>
                <a:gd name="T79" fmla="*/ 1 h 1219"/>
                <a:gd name="T80" fmla="*/ 96 w 339"/>
                <a:gd name="T81" fmla="*/ 8 h 1219"/>
                <a:gd name="T82" fmla="*/ 56 w 339"/>
                <a:gd name="T83" fmla="*/ 30 h 1219"/>
                <a:gd name="T84" fmla="*/ 28 w 339"/>
                <a:gd name="T85" fmla="*/ 58 h 1219"/>
                <a:gd name="T86" fmla="*/ 10 w 339"/>
                <a:gd name="T87" fmla="*/ 91 h 1219"/>
                <a:gd name="T88" fmla="*/ 2 w 339"/>
                <a:gd name="T89" fmla="*/ 126 h 1219"/>
                <a:gd name="T90" fmla="*/ 0 w 339"/>
                <a:gd name="T91" fmla="*/ 170 h 1219"/>
                <a:gd name="T92" fmla="*/ 2 w 339"/>
                <a:gd name="T93" fmla="*/ 197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9" h="1219">
                  <a:moveTo>
                    <a:pt x="2" y="197"/>
                  </a:moveTo>
                  <a:lnTo>
                    <a:pt x="2" y="197"/>
                  </a:lnTo>
                  <a:lnTo>
                    <a:pt x="21" y="248"/>
                  </a:lnTo>
                  <a:lnTo>
                    <a:pt x="40" y="302"/>
                  </a:lnTo>
                  <a:lnTo>
                    <a:pt x="61" y="369"/>
                  </a:lnTo>
                  <a:lnTo>
                    <a:pt x="84" y="441"/>
                  </a:lnTo>
                  <a:lnTo>
                    <a:pt x="102" y="515"/>
                  </a:lnTo>
                  <a:lnTo>
                    <a:pt x="111" y="548"/>
                  </a:lnTo>
                  <a:lnTo>
                    <a:pt x="116" y="581"/>
                  </a:lnTo>
                  <a:lnTo>
                    <a:pt x="118" y="611"/>
                  </a:lnTo>
                  <a:lnTo>
                    <a:pt x="119" y="638"/>
                  </a:lnTo>
                  <a:lnTo>
                    <a:pt x="119" y="638"/>
                  </a:lnTo>
                  <a:lnTo>
                    <a:pt x="118" y="690"/>
                  </a:lnTo>
                  <a:lnTo>
                    <a:pt x="119" y="748"/>
                  </a:lnTo>
                  <a:lnTo>
                    <a:pt x="123" y="875"/>
                  </a:lnTo>
                  <a:lnTo>
                    <a:pt x="126" y="986"/>
                  </a:lnTo>
                  <a:lnTo>
                    <a:pt x="126" y="1028"/>
                  </a:lnTo>
                  <a:lnTo>
                    <a:pt x="126" y="1058"/>
                  </a:lnTo>
                  <a:lnTo>
                    <a:pt x="126" y="1058"/>
                  </a:lnTo>
                  <a:lnTo>
                    <a:pt x="126" y="1079"/>
                  </a:lnTo>
                  <a:lnTo>
                    <a:pt x="128" y="1096"/>
                  </a:lnTo>
                  <a:lnTo>
                    <a:pt x="133" y="1114"/>
                  </a:lnTo>
                  <a:lnTo>
                    <a:pt x="140" y="1128"/>
                  </a:lnTo>
                  <a:lnTo>
                    <a:pt x="149" y="1140"/>
                  </a:lnTo>
                  <a:lnTo>
                    <a:pt x="158" y="1153"/>
                  </a:lnTo>
                  <a:lnTo>
                    <a:pt x="169" y="1160"/>
                  </a:lnTo>
                  <a:lnTo>
                    <a:pt x="179" y="1167"/>
                  </a:lnTo>
                  <a:lnTo>
                    <a:pt x="179" y="1167"/>
                  </a:lnTo>
                  <a:lnTo>
                    <a:pt x="211" y="1183"/>
                  </a:lnTo>
                  <a:lnTo>
                    <a:pt x="232" y="1193"/>
                  </a:lnTo>
                  <a:lnTo>
                    <a:pt x="255" y="1204"/>
                  </a:lnTo>
                  <a:lnTo>
                    <a:pt x="279" y="1212"/>
                  </a:lnTo>
                  <a:lnTo>
                    <a:pt x="300" y="1219"/>
                  </a:lnTo>
                  <a:lnTo>
                    <a:pt x="309" y="1219"/>
                  </a:lnTo>
                  <a:lnTo>
                    <a:pt x="318" y="1219"/>
                  </a:lnTo>
                  <a:lnTo>
                    <a:pt x="327" y="1219"/>
                  </a:lnTo>
                  <a:lnTo>
                    <a:pt x="332" y="1216"/>
                  </a:lnTo>
                  <a:lnTo>
                    <a:pt x="332" y="1216"/>
                  </a:lnTo>
                  <a:lnTo>
                    <a:pt x="337" y="1212"/>
                  </a:lnTo>
                  <a:lnTo>
                    <a:pt x="339" y="1209"/>
                  </a:lnTo>
                  <a:lnTo>
                    <a:pt x="339" y="1204"/>
                  </a:lnTo>
                  <a:lnTo>
                    <a:pt x="339" y="1198"/>
                  </a:lnTo>
                  <a:lnTo>
                    <a:pt x="332" y="1188"/>
                  </a:lnTo>
                  <a:lnTo>
                    <a:pt x="320" y="1175"/>
                  </a:lnTo>
                  <a:lnTo>
                    <a:pt x="292" y="1149"/>
                  </a:lnTo>
                  <a:lnTo>
                    <a:pt x="277" y="1135"/>
                  </a:lnTo>
                  <a:lnTo>
                    <a:pt x="267" y="1123"/>
                  </a:lnTo>
                  <a:lnTo>
                    <a:pt x="267" y="1123"/>
                  </a:lnTo>
                  <a:lnTo>
                    <a:pt x="258" y="1110"/>
                  </a:lnTo>
                  <a:lnTo>
                    <a:pt x="251" y="1095"/>
                  </a:lnTo>
                  <a:lnTo>
                    <a:pt x="248" y="1079"/>
                  </a:lnTo>
                  <a:lnTo>
                    <a:pt x="244" y="1059"/>
                  </a:lnTo>
                  <a:lnTo>
                    <a:pt x="244" y="1035"/>
                  </a:lnTo>
                  <a:lnTo>
                    <a:pt x="244" y="1005"/>
                  </a:lnTo>
                  <a:lnTo>
                    <a:pt x="249" y="926"/>
                  </a:lnTo>
                  <a:lnTo>
                    <a:pt x="249" y="926"/>
                  </a:lnTo>
                  <a:lnTo>
                    <a:pt x="255" y="877"/>
                  </a:lnTo>
                  <a:lnTo>
                    <a:pt x="262" y="820"/>
                  </a:lnTo>
                  <a:lnTo>
                    <a:pt x="279" y="706"/>
                  </a:lnTo>
                  <a:lnTo>
                    <a:pt x="297" y="604"/>
                  </a:lnTo>
                  <a:lnTo>
                    <a:pt x="302" y="566"/>
                  </a:lnTo>
                  <a:lnTo>
                    <a:pt x="306" y="539"/>
                  </a:lnTo>
                  <a:lnTo>
                    <a:pt x="306" y="539"/>
                  </a:lnTo>
                  <a:lnTo>
                    <a:pt x="311" y="451"/>
                  </a:lnTo>
                  <a:lnTo>
                    <a:pt x="314" y="309"/>
                  </a:lnTo>
                  <a:lnTo>
                    <a:pt x="320" y="121"/>
                  </a:lnTo>
                  <a:lnTo>
                    <a:pt x="320" y="121"/>
                  </a:lnTo>
                  <a:lnTo>
                    <a:pt x="318" y="116"/>
                  </a:lnTo>
                  <a:lnTo>
                    <a:pt x="311" y="100"/>
                  </a:lnTo>
                  <a:lnTo>
                    <a:pt x="299" y="77"/>
                  </a:lnTo>
                  <a:lnTo>
                    <a:pt x="290" y="65"/>
                  </a:lnTo>
                  <a:lnTo>
                    <a:pt x="279" y="52"/>
                  </a:lnTo>
                  <a:lnTo>
                    <a:pt x="267" y="40"/>
                  </a:lnTo>
                  <a:lnTo>
                    <a:pt x="253" y="28"/>
                  </a:lnTo>
                  <a:lnTo>
                    <a:pt x="237" y="19"/>
                  </a:lnTo>
                  <a:lnTo>
                    <a:pt x="218" y="10"/>
                  </a:lnTo>
                  <a:lnTo>
                    <a:pt x="198" y="3"/>
                  </a:lnTo>
                  <a:lnTo>
                    <a:pt x="176" y="0"/>
                  </a:lnTo>
                  <a:lnTo>
                    <a:pt x="151" y="0"/>
                  </a:lnTo>
                  <a:lnTo>
                    <a:pt x="123" y="1"/>
                  </a:lnTo>
                  <a:lnTo>
                    <a:pt x="123" y="1"/>
                  </a:lnTo>
                  <a:lnTo>
                    <a:pt x="96" y="8"/>
                  </a:lnTo>
                  <a:lnTo>
                    <a:pt x="75" y="17"/>
                  </a:lnTo>
                  <a:lnTo>
                    <a:pt x="56" y="30"/>
                  </a:lnTo>
                  <a:lnTo>
                    <a:pt x="40" y="44"/>
                  </a:lnTo>
                  <a:lnTo>
                    <a:pt x="28" y="58"/>
                  </a:lnTo>
                  <a:lnTo>
                    <a:pt x="17" y="75"/>
                  </a:lnTo>
                  <a:lnTo>
                    <a:pt x="10" y="91"/>
                  </a:lnTo>
                  <a:lnTo>
                    <a:pt x="5" y="109"/>
                  </a:lnTo>
                  <a:lnTo>
                    <a:pt x="2" y="126"/>
                  </a:lnTo>
                  <a:lnTo>
                    <a:pt x="0" y="142"/>
                  </a:lnTo>
                  <a:lnTo>
                    <a:pt x="0" y="170"/>
                  </a:lnTo>
                  <a:lnTo>
                    <a:pt x="0" y="190"/>
                  </a:lnTo>
                  <a:lnTo>
                    <a:pt x="2" y="197"/>
                  </a:lnTo>
                  <a:close/>
                </a:path>
              </a:pathLst>
            </a:custGeom>
            <a:solidFill>
              <a:srgbClr val="DBB9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 name="Freeform 125"/>
            <p:cNvSpPr>
              <a:spLocks/>
            </p:cNvSpPr>
            <p:nvPr/>
          </p:nvSpPr>
          <p:spPr bwMode="auto">
            <a:xfrm>
              <a:off x="9377363" y="4802188"/>
              <a:ext cx="538163" cy="1935163"/>
            </a:xfrm>
            <a:custGeom>
              <a:avLst/>
              <a:gdLst>
                <a:gd name="T0" fmla="*/ 2 w 339"/>
                <a:gd name="T1" fmla="*/ 197 h 1219"/>
                <a:gd name="T2" fmla="*/ 40 w 339"/>
                <a:gd name="T3" fmla="*/ 302 h 1219"/>
                <a:gd name="T4" fmla="*/ 84 w 339"/>
                <a:gd name="T5" fmla="*/ 441 h 1219"/>
                <a:gd name="T6" fmla="*/ 111 w 339"/>
                <a:gd name="T7" fmla="*/ 548 h 1219"/>
                <a:gd name="T8" fmla="*/ 118 w 339"/>
                <a:gd name="T9" fmla="*/ 611 h 1219"/>
                <a:gd name="T10" fmla="*/ 119 w 339"/>
                <a:gd name="T11" fmla="*/ 638 h 1219"/>
                <a:gd name="T12" fmla="*/ 119 w 339"/>
                <a:gd name="T13" fmla="*/ 748 h 1219"/>
                <a:gd name="T14" fmla="*/ 126 w 339"/>
                <a:gd name="T15" fmla="*/ 986 h 1219"/>
                <a:gd name="T16" fmla="*/ 126 w 339"/>
                <a:gd name="T17" fmla="*/ 1058 h 1219"/>
                <a:gd name="T18" fmla="*/ 126 w 339"/>
                <a:gd name="T19" fmla="*/ 1079 h 1219"/>
                <a:gd name="T20" fmla="*/ 133 w 339"/>
                <a:gd name="T21" fmla="*/ 1114 h 1219"/>
                <a:gd name="T22" fmla="*/ 149 w 339"/>
                <a:gd name="T23" fmla="*/ 1140 h 1219"/>
                <a:gd name="T24" fmla="*/ 169 w 339"/>
                <a:gd name="T25" fmla="*/ 1160 h 1219"/>
                <a:gd name="T26" fmla="*/ 179 w 339"/>
                <a:gd name="T27" fmla="*/ 1167 h 1219"/>
                <a:gd name="T28" fmla="*/ 232 w 339"/>
                <a:gd name="T29" fmla="*/ 1193 h 1219"/>
                <a:gd name="T30" fmla="*/ 279 w 339"/>
                <a:gd name="T31" fmla="*/ 1212 h 1219"/>
                <a:gd name="T32" fmla="*/ 309 w 339"/>
                <a:gd name="T33" fmla="*/ 1219 h 1219"/>
                <a:gd name="T34" fmla="*/ 327 w 339"/>
                <a:gd name="T35" fmla="*/ 1219 h 1219"/>
                <a:gd name="T36" fmla="*/ 332 w 339"/>
                <a:gd name="T37" fmla="*/ 1216 h 1219"/>
                <a:gd name="T38" fmla="*/ 339 w 339"/>
                <a:gd name="T39" fmla="*/ 1209 h 1219"/>
                <a:gd name="T40" fmla="*/ 339 w 339"/>
                <a:gd name="T41" fmla="*/ 1198 h 1219"/>
                <a:gd name="T42" fmla="*/ 320 w 339"/>
                <a:gd name="T43" fmla="*/ 1175 h 1219"/>
                <a:gd name="T44" fmla="*/ 277 w 339"/>
                <a:gd name="T45" fmla="*/ 1135 h 1219"/>
                <a:gd name="T46" fmla="*/ 267 w 339"/>
                <a:gd name="T47" fmla="*/ 1123 h 1219"/>
                <a:gd name="T48" fmla="*/ 251 w 339"/>
                <a:gd name="T49" fmla="*/ 1095 h 1219"/>
                <a:gd name="T50" fmla="*/ 244 w 339"/>
                <a:gd name="T51" fmla="*/ 1059 h 1219"/>
                <a:gd name="T52" fmla="*/ 244 w 339"/>
                <a:gd name="T53" fmla="*/ 1005 h 1219"/>
                <a:gd name="T54" fmla="*/ 249 w 339"/>
                <a:gd name="T55" fmla="*/ 926 h 1219"/>
                <a:gd name="T56" fmla="*/ 262 w 339"/>
                <a:gd name="T57" fmla="*/ 820 h 1219"/>
                <a:gd name="T58" fmla="*/ 297 w 339"/>
                <a:gd name="T59" fmla="*/ 604 h 1219"/>
                <a:gd name="T60" fmla="*/ 306 w 339"/>
                <a:gd name="T61" fmla="*/ 539 h 1219"/>
                <a:gd name="T62" fmla="*/ 311 w 339"/>
                <a:gd name="T63" fmla="*/ 451 h 1219"/>
                <a:gd name="T64" fmla="*/ 320 w 339"/>
                <a:gd name="T65" fmla="*/ 121 h 1219"/>
                <a:gd name="T66" fmla="*/ 318 w 339"/>
                <a:gd name="T67" fmla="*/ 116 h 1219"/>
                <a:gd name="T68" fmla="*/ 299 w 339"/>
                <a:gd name="T69" fmla="*/ 77 h 1219"/>
                <a:gd name="T70" fmla="*/ 279 w 339"/>
                <a:gd name="T71" fmla="*/ 52 h 1219"/>
                <a:gd name="T72" fmla="*/ 253 w 339"/>
                <a:gd name="T73" fmla="*/ 28 h 1219"/>
                <a:gd name="T74" fmla="*/ 218 w 339"/>
                <a:gd name="T75" fmla="*/ 10 h 1219"/>
                <a:gd name="T76" fmla="*/ 176 w 339"/>
                <a:gd name="T77" fmla="*/ 0 h 1219"/>
                <a:gd name="T78" fmla="*/ 123 w 339"/>
                <a:gd name="T79" fmla="*/ 1 h 1219"/>
                <a:gd name="T80" fmla="*/ 96 w 339"/>
                <a:gd name="T81" fmla="*/ 8 h 1219"/>
                <a:gd name="T82" fmla="*/ 56 w 339"/>
                <a:gd name="T83" fmla="*/ 30 h 1219"/>
                <a:gd name="T84" fmla="*/ 28 w 339"/>
                <a:gd name="T85" fmla="*/ 58 h 1219"/>
                <a:gd name="T86" fmla="*/ 10 w 339"/>
                <a:gd name="T87" fmla="*/ 91 h 1219"/>
                <a:gd name="T88" fmla="*/ 2 w 339"/>
                <a:gd name="T89" fmla="*/ 126 h 1219"/>
                <a:gd name="T90" fmla="*/ 0 w 339"/>
                <a:gd name="T91" fmla="*/ 170 h 1219"/>
                <a:gd name="T92" fmla="*/ 2 w 339"/>
                <a:gd name="T93" fmla="*/ 197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9" h="1219">
                  <a:moveTo>
                    <a:pt x="2" y="197"/>
                  </a:moveTo>
                  <a:lnTo>
                    <a:pt x="2" y="197"/>
                  </a:lnTo>
                  <a:lnTo>
                    <a:pt x="21" y="248"/>
                  </a:lnTo>
                  <a:lnTo>
                    <a:pt x="40" y="302"/>
                  </a:lnTo>
                  <a:lnTo>
                    <a:pt x="61" y="369"/>
                  </a:lnTo>
                  <a:lnTo>
                    <a:pt x="84" y="441"/>
                  </a:lnTo>
                  <a:lnTo>
                    <a:pt x="102" y="515"/>
                  </a:lnTo>
                  <a:lnTo>
                    <a:pt x="111" y="548"/>
                  </a:lnTo>
                  <a:lnTo>
                    <a:pt x="116" y="581"/>
                  </a:lnTo>
                  <a:lnTo>
                    <a:pt x="118" y="611"/>
                  </a:lnTo>
                  <a:lnTo>
                    <a:pt x="119" y="638"/>
                  </a:lnTo>
                  <a:lnTo>
                    <a:pt x="119" y="638"/>
                  </a:lnTo>
                  <a:lnTo>
                    <a:pt x="118" y="690"/>
                  </a:lnTo>
                  <a:lnTo>
                    <a:pt x="119" y="748"/>
                  </a:lnTo>
                  <a:lnTo>
                    <a:pt x="123" y="875"/>
                  </a:lnTo>
                  <a:lnTo>
                    <a:pt x="126" y="986"/>
                  </a:lnTo>
                  <a:lnTo>
                    <a:pt x="126" y="1028"/>
                  </a:lnTo>
                  <a:lnTo>
                    <a:pt x="126" y="1058"/>
                  </a:lnTo>
                  <a:lnTo>
                    <a:pt x="126" y="1058"/>
                  </a:lnTo>
                  <a:lnTo>
                    <a:pt x="126" y="1079"/>
                  </a:lnTo>
                  <a:lnTo>
                    <a:pt x="128" y="1096"/>
                  </a:lnTo>
                  <a:lnTo>
                    <a:pt x="133" y="1114"/>
                  </a:lnTo>
                  <a:lnTo>
                    <a:pt x="140" y="1128"/>
                  </a:lnTo>
                  <a:lnTo>
                    <a:pt x="149" y="1140"/>
                  </a:lnTo>
                  <a:lnTo>
                    <a:pt x="158" y="1153"/>
                  </a:lnTo>
                  <a:lnTo>
                    <a:pt x="169" y="1160"/>
                  </a:lnTo>
                  <a:lnTo>
                    <a:pt x="179" y="1167"/>
                  </a:lnTo>
                  <a:lnTo>
                    <a:pt x="179" y="1167"/>
                  </a:lnTo>
                  <a:lnTo>
                    <a:pt x="211" y="1183"/>
                  </a:lnTo>
                  <a:lnTo>
                    <a:pt x="232" y="1193"/>
                  </a:lnTo>
                  <a:lnTo>
                    <a:pt x="255" y="1204"/>
                  </a:lnTo>
                  <a:lnTo>
                    <a:pt x="279" y="1212"/>
                  </a:lnTo>
                  <a:lnTo>
                    <a:pt x="300" y="1219"/>
                  </a:lnTo>
                  <a:lnTo>
                    <a:pt x="309" y="1219"/>
                  </a:lnTo>
                  <a:lnTo>
                    <a:pt x="318" y="1219"/>
                  </a:lnTo>
                  <a:lnTo>
                    <a:pt x="327" y="1219"/>
                  </a:lnTo>
                  <a:lnTo>
                    <a:pt x="332" y="1216"/>
                  </a:lnTo>
                  <a:lnTo>
                    <a:pt x="332" y="1216"/>
                  </a:lnTo>
                  <a:lnTo>
                    <a:pt x="337" y="1212"/>
                  </a:lnTo>
                  <a:lnTo>
                    <a:pt x="339" y="1209"/>
                  </a:lnTo>
                  <a:lnTo>
                    <a:pt x="339" y="1204"/>
                  </a:lnTo>
                  <a:lnTo>
                    <a:pt x="339" y="1198"/>
                  </a:lnTo>
                  <a:lnTo>
                    <a:pt x="332" y="1188"/>
                  </a:lnTo>
                  <a:lnTo>
                    <a:pt x="320" y="1175"/>
                  </a:lnTo>
                  <a:lnTo>
                    <a:pt x="292" y="1149"/>
                  </a:lnTo>
                  <a:lnTo>
                    <a:pt x="277" y="1135"/>
                  </a:lnTo>
                  <a:lnTo>
                    <a:pt x="267" y="1123"/>
                  </a:lnTo>
                  <a:lnTo>
                    <a:pt x="267" y="1123"/>
                  </a:lnTo>
                  <a:lnTo>
                    <a:pt x="258" y="1110"/>
                  </a:lnTo>
                  <a:lnTo>
                    <a:pt x="251" y="1095"/>
                  </a:lnTo>
                  <a:lnTo>
                    <a:pt x="248" y="1079"/>
                  </a:lnTo>
                  <a:lnTo>
                    <a:pt x="244" y="1059"/>
                  </a:lnTo>
                  <a:lnTo>
                    <a:pt x="244" y="1035"/>
                  </a:lnTo>
                  <a:lnTo>
                    <a:pt x="244" y="1005"/>
                  </a:lnTo>
                  <a:lnTo>
                    <a:pt x="249" y="926"/>
                  </a:lnTo>
                  <a:lnTo>
                    <a:pt x="249" y="926"/>
                  </a:lnTo>
                  <a:lnTo>
                    <a:pt x="255" y="877"/>
                  </a:lnTo>
                  <a:lnTo>
                    <a:pt x="262" y="820"/>
                  </a:lnTo>
                  <a:lnTo>
                    <a:pt x="279" y="706"/>
                  </a:lnTo>
                  <a:lnTo>
                    <a:pt x="297" y="604"/>
                  </a:lnTo>
                  <a:lnTo>
                    <a:pt x="302" y="566"/>
                  </a:lnTo>
                  <a:lnTo>
                    <a:pt x="306" y="539"/>
                  </a:lnTo>
                  <a:lnTo>
                    <a:pt x="306" y="539"/>
                  </a:lnTo>
                  <a:lnTo>
                    <a:pt x="311" y="451"/>
                  </a:lnTo>
                  <a:lnTo>
                    <a:pt x="314" y="309"/>
                  </a:lnTo>
                  <a:lnTo>
                    <a:pt x="320" y="121"/>
                  </a:lnTo>
                  <a:lnTo>
                    <a:pt x="320" y="121"/>
                  </a:lnTo>
                  <a:lnTo>
                    <a:pt x="318" y="116"/>
                  </a:lnTo>
                  <a:lnTo>
                    <a:pt x="311" y="100"/>
                  </a:lnTo>
                  <a:lnTo>
                    <a:pt x="299" y="77"/>
                  </a:lnTo>
                  <a:lnTo>
                    <a:pt x="290" y="65"/>
                  </a:lnTo>
                  <a:lnTo>
                    <a:pt x="279" y="52"/>
                  </a:lnTo>
                  <a:lnTo>
                    <a:pt x="267" y="40"/>
                  </a:lnTo>
                  <a:lnTo>
                    <a:pt x="253" y="28"/>
                  </a:lnTo>
                  <a:lnTo>
                    <a:pt x="237" y="19"/>
                  </a:lnTo>
                  <a:lnTo>
                    <a:pt x="218" y="10"/>
                  </a:lnTo>
                  <a:lnTo>
                    <a:pt x="198" y="3"/>
                  </a:lnTo>
                  <a:lnTo>
                    <a:pt x="176" y="0"/>
                  </a:lnTo>
                  <a:lnTo>
                    <a:pt x="151" y="0"/>
                  </a:lnTo>
                  <a:lnTo>
                    <a:pt x="123" y="1"/>
                  </a:lnTo>
                  <a:lnTo>
                    <a:pt x="123" y="1"/>
                  </a:lnTo>
                  <a:lnTo>
                    <a:pt x="96" y="8"/>
                  </a:lnTo>
                  <a:lnTo>
                    <a:pt x="75" y="17"/>
                  </a:lnTo>
                  <a:lnTo>
                    <a:pt x="56" y="30"/>
                  </a:lnTo>
                  <a:lnTo>
                    <a:pt x="40" y="44"/>
                  </a:lnTo>
                  <a:lnTo>
                    <a:pt x="28" y="58"/>
                  </a:lnTo>
                  <a:lnTo>
                    <a:pt x="17" y="75"/>
                  </a:lnTo>
                  <a:lnTo>
                    <a:pt x="10" y="91"/>
                  </a:lnTo>
                  <a:lnTo>
                    <a:pt x="5" y="109"/>
                  </a:lnTo>
                  <a:lnTo>
                    <a:pt x="2" y="126"/>
                  </a:lnTo>
                  <a:lnTo>
                    <a:pt x="0" y="142"/>
                  </a:lnTo>
                  <a:lnTo>
                    <a:pt x="0" y="170"/>
                  </a:lnTo>
                  <a:lnTo>
                    <a:pt x="0" y="190"/>
                  </a:lnTo>
                  <a:lnTo>
                    <a:pt x="2" y="1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 name="Freeform 126"/>
            <p:cNvSpPr>
              <a:spLocks/>
            </p:cNvSpPr>
            <p:nvPr/>
          </p:nvSpPr>
          <p:spPr bwMode="auto">
            <a:xfrm>
              <a:off x="8785226" y="3641725"/>
              <a:ext cx="1274763" cy="1776413"/>
            </a:xfrm>
            <a:custGeom>
              <a:avLst/>
              <a:gdLst>
                <a:gd name="T0" fmla="*/ 76 w 803"/>
                <a:gd name="T1" fmla="*/ 145 h 1119"/>
                <a:gd name="T2" fmla="*/ 76 w 803"/>
                <a:gd name="T3" fmla="*/ 145 h 1119"/>
                <a:gd name="T4" fmla="*/ 72 w 803"/>
                <a:gd name="T5" fmla="*/ 154 h 1119"/>
                <a:gd name="T6" fmla="*/ 62 w 803"/>
                <a:gd name="T7" fmla="*/ 179 h 1119"/>
                <a:gd name="T8" fmla="*/ 48 w 803"/>
                <a:gd name="T9" fmla="*/ 218 h 1119"/>
                <a:gd name="T10" fmla="*/ 32 w 803"/>
                <a:gd name="T11" fmla="*/ 270 h 1119"/>
                <a:gd name="T12" fmla="*/ 25 w 803"/>
                <a:gd name="T13" fmla="*/ 302 h 1119"/>
                <a:gd name="T14" fmla="*/ 18 w 803"/>
                <a:gd name="T15" fmla="*/ 337 h 1119"/>
                <a:gd name="T16" fmla="*/ 11 w 803"/>
                <a:gd name="T17" fmla="*/ 374 h 1119"/>
                <a:gd name="T18" fmla="*/ 5 w 803"/>
                <a:gd name="T19" fmla="*/ 414 h 1119"/>
                <a:gd name="T20" fmla="*/ 2 w 803"/>
                <a:gd name="T21" fmla="*/ 458 h 1119"/>
                <a:gd name="T22" fmla="*/ 0 w 803"/>
                <a:gd name="T23" fmla="*/ 504 h 1119"/>
                <a:gd name="T24" fmla="*/ 0 w 803"/>
                <a:gd name="T25" fmla="*/ 551 h 1119"/>
                <a:gd name="T26" fmla="*/ 2 w 803"/>
                <a:gd name="T27" fmla="*/ 602 h 1119"/>
                <a:gd name="T28" fmla="*/ 2 w 803"/>
                <a:gd name="T29" fmla="*/ 602 h 1119"/>
                <a:gd name="T30" fmla="*/ 27 w 803"/>
                <a:gd name="T31" fmla="*/ 966 h 1119"/>
                <a:gd name="T32" fmla="*/ 37 w 803"/>
                <a:gd name="T33" fmla="*/ 1119 h 1119"/>
                <a:gd name="T34" fmla="*/ 139 w 803"/>
                <a:gd name="T35" fmla="*/ 1119 h 1119"/>
                <a:gd name="T36" fmla="*/ 139 w 803"/>
                <a:gd name="T37" fmla="*/ 968 h 1119"/>
                <a:gd name="T38" fmla="*/ 204 w 803"/>
                <a:gd name="T39" fmla="*/ 1119 h 1119"/>
                <a:gd name="T40" fmla="*/ 772 w 803"/>
                <a:gd name="T41" fmla="*/ 1105 h 1119"/>
                <a:gd name="T42" fmla="*/ 772 w 803"/>
                <a:gd name="T43" fmla="*/ 1105 h 1119"/>
                <a:gd name="T44" fmla="*/ 779 w 803"/>
                <a:gd name="T45" fmla="*/ 984 h 1119"/>
                <a:gd name="T46" fmla="*/ 788 w 803"/>
                <a:gd name="T47" fmla="*/ 855 h 1119"/>
                <a:gd name="T48" fmla="*/ 795 w 803"/>
                <a:gd name="T49" fmla="*/ 706 h 1119"/>
                <a:gd name="T50" fmla="*/ 800 w 803"/>
                <a:gd name="T51" fmla="*/ 551 h 1119"/>
                <a:gd name="T52" fmla="*/ 803 w 803"/>
                <a:gd name="T53" fmla="*/ 411 h 1119"/>
                <a:gd name="T54" fmla="*/ 803 w 803"/>
                <a:gd name="T55" fmla="*/ 349 h 1119"/>
                <a:gd name="T56" fmla="*/ 802 w 803"/>
                <a:gd name="T57" fmla="*/ 297 h 1119"/>
                <a:gd name="T58" fmla="*/ 798 w 803"/>
                <a:gd name="T59" fmla="*/ 258 h 1119"/>
                <a:gd name="T60" fmla="*/ 796 w 803"/>
                <a:gd name="T61" fmla="*/ 242 h 1119"/>
                <a:gd name="T62" fmla="*/ 793 w 803"/>
                <a:gd name="T63" fmla="*/ 230 h 1119"/>
                <a:gd name="T64" fmla="*/ 793 w 803"/>
                <a:gd name="T65" fmla="*/ 230 h 1119"/>
                <a:gd name="T66" fmla="*/ 789 w 803"/>
                <a:gd name="T67" fmla="*/ 221 h 1119"/>
                <a:gd name="T68" fmla="*/ 782 w 803"/>
                <a:gd name="T69" fmla="*/ 209 h 1119"/>
                <a:gd name="T70" fmla="*/ 775 w 803"/>
                <a:gd name="T71" fmla="*/ 196 h 1119"/>
                <a:gd name="T72" fmla="*/ 765 w 803"/>
                <a:gd name="T73" fmla="*/ 184 h 1119"/>
                <a:gd name="T74" fmla="*/ 740 w 803"/>
                <a:gd name="T75" fmla="*/ 156 h 1119"/>
                <a:gd name="T76" fmla="*/ 708 w 803"/>
                <a:gd name="T77" fmla="*/ 128 h 1119"/>
                <a:gd name="T78" fmla="*/ 672 w 803"/>
                <a:gd name="T79" fmla="*/ 100 h 1119"/>
                <a:gd name="T80" fmla="*/ 652 w 803"/>
                <a:gd name="T81" fmla="*/ 86 h 1119"/>
                <a:gd name="T82" fmla="*/ 629 w 803"/>
                <a:gd name="T83" fmla="*/ 73 h 1119"/>
                <a:gd name="T84" fmla="*/ 607 w 803"/>
                <a:gd name="T85" fmla="*/ 59 h 1119"/>
                <a:gd name="T86" fmla="*/ 584 w 803"/>
                <a:gd name="T87" fmla="*/ 49 h 1119"/>
                <a:gd name="T88" fmla="*/ 559 w 803"/>
                <a:gd name="T89" fmla="*/ 36 h 1119"/>
                <a:gd name="T90" fmla="*/ 533 w 803"/>
                <a:gd name="T91" fmla="*/ 28 h 1119"/>
                <a:gd name="T92" fmla="*/ 506 w 803"/>
                <a:gd name="T93" fmla="*/ 19 h 1119"/>
                <a:gd name="T94" fmla="*/ 480 w 803"/>
                <a:gd name="T95" fmla="*/ 12 h 1119"/>
                <a:gd name="T96" fmla="*/ 452 w 803"/>
                <a:gd name="T97" fmla="*/ 7 h 1119"/>
                <a:gd name="T98" fmla="*/ 424 w 803"/>
                <a:gd name="T99" fmla="*/ 3 h 1119"/>
                <a:gd name="T100" fmla="*/ 396 w 803"/>
                <a:gd name="T101" fmla="*/ 0 h 1119"/>
                <a:gd name="T102" fmla="*/ 366 w 803"/>
                <a:gd name="T103" fmla="*/ 0 h 1119"/>
                <a:gd name="T104" fmla="*/ 338 w 803"/>
                <a:gd name="T105" fmla="*/ 3 h 1119"/>
                <a:gd name="T106" fmla="*/ 308 w 803"/>
                <a:gd name="T107" fmla="*/ 7 h 1119"/>
                <a:gd name="T108" fmla="*/ 278 w 803"/>
                <a:gd name="T109" fmla="*/ 14 h 1119"/>
                <a:gd name="T110" fmla="*/ 250 w 803"/>
                <a:gd name="T111" fmla="*/ 24 h 1119"/>
                <a:gd name="T112" fmla="*/ 220 w 803"/>
                <a:gd name="T113" fmla="*/ 36 h 1119"/>
                <a:gd name="T114" fmla="*/ 190 w 803"/>
                <a:gd name="T115" fmla="*/ 52 h 1119"/>
                <a:gd name="T116" fmla="*/ 162 w 803"/>
                <a:gd name="T117" fmla="*/ 70 h 1119"/>
                <a:gd name="T118" fmla="*/ 132 w 803"/>
                <a:gd name="T119" fmla="*/ 93 h 1119"/>
                <a:gd name="T120" fmla="*/ 104 w 803"/>
                <a:gd name="T121" fmla="*/ 117 h 1119"/>
                <a:gd name="T122" fmla="*/ 76 w 803"/>
                <a:gd name="T123" fmla="*/ 145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03" h="1119">
                  <a:moveTo>
                    <a:pt x="76" y="145"/>
                  </a:moveTo>
                  <a:lnTo>
                    <a:pt x="76" y="145"/>
                  </a:lnTo>
                  <a:lnTo>
                    <a:pt x="72" y="154"/>
                  </a:lnTo>
                  <a:lnTo>
                    <a:pt x="62" y="179"/>
                  </a:lnTo>
                  <a:lnTo>
                    <a:pt x="48" y="218"/>
                  </a:lnTo>
                  <a:lnTo>
                    <a:pt x="32" y="270"/>
                  </a:lnTo>
                  <a:lnTo>
                    <a:pt x="25" y="302"/>
                  </a:lnTo>
                  <a:lnTo>
                    <a:pt x="18" y="337"/>
                  </a:lnTo>
                  <a:lnTo>
                    <a:pt x="11" y="374"/>
                  </a:lnTo>
                  <a:lnTo>
                    <a:pt x="5" y="414"/>
                  </a:lnTo>
                  <a:lnTo>
                    <a:pt x="2" y="458"/>
                  </a:lnTo>
                  <a:lnTo>
                    <a:pt x="0" y="504"/>
                  </a:lnTo>
                  <a:lnTo>
                    <a:pt x="0" y="551"/>
                  </a:lnTo>
                  <a:lnTo>
                    <a:pt x="2" y="602"/>
                  </a:lnTo>
                  <a:lnTo>
                    <a:pt x="2" y="602"/>
                  </a:lnTo>
                  <a:lnTo>
                    <a:pt x="27" y="966"/>
                  </a:lnTo>
                  <a:lnTo>
                    <a:pt x="37" y="1119"/>
                  </a:lnTo>
                  <a:lnTo>
                    <a:pt x="139" y="1119"/>
                  </a:lnTo>
                  <a:lnTo>
                    <a:pt x="139" y="968"/>
                  </a:lnTo>
                  <a:lnTo>
                    <a:pt x="204" y="1119"/>
                  </a:lnTo>
                  <a:lnTo>
                    <a:pt x="772" y="1105"/>
                  </a:lnTo>
                  <a:lnTo>
                    <a:pt x="772" y="1105"/>
                  </a:lnTo>
                  <a:lnTo>
                    <a:pt x="779" y="984"/>
                  </a:lnTo>
                  <a:lnTo>
                    <a:pt x="788" y="855"/>
                  </a:lnTo>
                  <a:lnTo>
                    <a:pt x="795" y="706"/>
                  </a:lnTo>
                  <a:lnTo>
                    <a:pt x="800" y="551"/>
                  </a:lnTo>
                  <a:lnTo>
                    <a:pt x="803" y="411"/>
                  </a:lnTo>
                  <a:lnTo>
                    <a:pt x="803" y="349"/>
                  </a:lnTo>
                  <a:lnTo>
                    <a:pt x="802" y="297"/>
                  </a:lnTo>
                  <a:lnTo>
                    <a:pt x="798" y="258"/>
                  </a:lnTo>
                  <a:lnTo>
                    <a:pt x="796" y="242"/>
                  </a:lnTo>
                  <a:lnTo>
                    <a:pt x="793" y="230"/>
                  </a:lnTo>
                  <a:lnTo>
                    <a:pt x="793" y="230"/>
                  </a:lnTo>
                  <a:lnTo>
                    <a:pt x="789" y="221"/>
                  </a:lnTo>
                  <a:lnTo>
                    <a:pt x="782" y="209"/>
                  </a:lnTo>
                  <a:lnTo>
                    <a:pt x="775" y="196"/>
                  </a:lnTo>
                  <a:lnTo>
                    <a:pt x="765" y="184"/>
                  </a:lnTo>
                  <a:lnTo>
                    <a:pt x="740" y="156"/>
                  </a:lnTo>
                  <a:lnTo>
                    <a:pt x="708" y="128"/>
                  </a:lnTo>
                  <a:lnTo>
                    <a:pt x="672" y="100"/>
                  </a:lnTo>
                  <a:lnTo>
                    <a:pt x="652" y="86"/>
                  </a:lnTo>
                  <a:lnTo>
                    <a:pt x="629" y="73"/>
                  </a:lnTo>
                  <a:lnTo>
                    <a:pt x="607" y="59"/>
                  </a:lnTo>
                  <a:lnTo>
                    <a:pt x="584" y="49"/>
                  </a:lnTo>
                  <a:lnTo>
                    <a:pt x="559" y="36"/>
                  </a:lnTo>
                  <a:lnTo>
                    <a:pt x="533" y="28"/>
                  </a:lnTo>
                  <a:lnTo>
                    <a:pt x="506" y="19"/>
                  </a:lnTo>
                  <a:lnTo>
                    <a:pt x="480" y="12"/>
                  </a:lnTo>
                  <a:lnTo>
                    <a:pt x="452" y="7"/>
                  </a:lnTo>
                  <a:lnTo>
                    <a:pt x="424" y="3"/>
                  </a:lnTo>
                  <a:lnTo>
                    <a:pt x="396" y="0"/>
                  </a:lnTo>
                  <a:lnTo>
                    <a:pt x="366" y="0"/>
                  </a:lnTo>
                  <a:lnTo>
                    <a:pt x="338" y="3"/>
                  </a:lnTo>
                  <a:lnTo>
                    <a:pt x="308" y="7"/>
                  </a:lnTo>
                  <a:lnTo>
                    <a:pt x="278" y="14"/>
                  </a:lnTo>
                  <a:lnTo>
                    <a:pt x="250" y="24"/>
                  </a:lnTo>
                  <a:lnTo>
                    <a:pt x="220" y="36"/>
                  </a:lnTo>
                  <a:lnTo>
                    <a:pt x="190" y="52"/>
                  </a:lnTo>
                  <a:lnTo>
                    <a:pt x="162" y="70"/>
                  </a:lnTo>
                  <a:lnTo>
                    <a:pt x="132" y="93"/>
                  </a:lnTo>
                  <a:lnTo>
                    <a:pt x="104" y="117"/>
                  </a:lnTo>
                  <a:lnTo>
                    <a:pt x="76" y="145"/>
                  </a:lnTo>
                  <a:close/>
                </a:path>
              </a:pathLst>
            </a:custGeom>
            <a:solidFill>
              <a:srgbClr val="7676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 name="Freeform 127"/>
            <p:cNvSpPr>
              <a:spLocks/>
            </p:cNvSpPr>
            <p:nvPr/>
          </p:nvSpPr>
          <p:spPr bwMode="auto">
            <a:xfrm>
              <a:off x="8785226" y="3641725"/>
              <a:ext cx="1274763" cy="1776413"/>
            </a:xfrm>
            <a:custGeom>
              <a:avLst/>
              <a:gdLst>
                <a:gd name="T0" fmla="*/ 76 w 803"/>
                <a:gd name="T1" fmla="*/ 145 h 1119"/>
                <a:gd name="T2" fmla="*/ 76 w 803"/>
                <a:gd name="T3" fmla="*/ 145 h 1119"/>
                <a:gd name="T4" fmla="*/ 72 w 803"/>
                <a:gd name="T5" fmla="*/ 154 h 1119"/>
                <a:gd name="T6" fmla="*/ 62 w 803"/>
                <a:gd name="T7" fmla="*/ 179 h 1119"/>
                <a:gd name="T8" fmla="*/ 48 w 803"/>
                <a:gd name="T9" fmla="*/ 218 h 1119"/>
                <a:gd name="T10" fmla="*/ 32 w 803"/>
                <a:gd name="T11" fmla="*/ 270 h 1119"/>
                <a:gd name="T12" fmla="*/ 25 w 803"/>
                <a:gd name="T13" fmla="*/ 302 h 1119"/>
                <a:gd name="T14" fmla="*/ 18 w 803"/>
                <a:gd name="T15" fmla="*/ 337 h 1119"/>
                <a:gd name="T16" fmla="*/ 11 w 803"/>
                <a:gd name="T17" fmla="*/ 374 h 1119"/>
                <a:gd name="T18" fmla="*/ 5 w 803"/>
                <a:gd name="T19" fmla="*/ 414 h 1119"/>
                <a:gd name="T20" fmla="*/ 2 w 803"/>
                <a:gd name="T21" fmla="*/ 458 h 1119"/>
                <a:gd name="T22" fmla="*/ 0 w 803"/>
                <a:gd name="T23" fmla="*/ 504 h 1119"/>
                <a:gd name="T24" fmla="*/ 0 w 803"/>
                <a:gd name="T25" fmla="*/ 551 h 1119"/>
                <a:gd name="T26" fmla="*/ 2 w 803"/>
                <a:gd name="T27" fmla="*/ 602 h 1119"/>
                <a:gd name="T28" fmla="*/ 2 w 803"/>
                <a:gd name="T29" fmla="*/ 602 h 1119"/>
                <a:gd name="T30" fmla="*/ 27 w 803"/>
                <a:gd name="T31" fmla="*/ 966 h 1119"/>
                <a:gd name="T32" fmla="*/ 37 w 803"/>
                <a:gd name="T33" fmla="*/ 1119 h 1119"/>
                <a:gd name="T34" fmla="*/ 139 w 803"/>
                <a:gd name="T35" fmla="*/ 1119 h 1119"/>
                <a:gd name="T36" fmla="*/ 139 w 803"/>
                <a:gd name="T37" fmla="*/ 968 h 1119"/>
                <a:gd name="T38" fmla="*/ 204 w 803"/>
                <a:gd name="T39" fmla="*/ 1119 h 1119"/>
                <a:gd name="T40" fmla="*/ 772 w 803"/>
                <a:gd name="T41" fmla="*/ 1105 h 1119"/>
                <a:gd name="T42" fmla="*/ 772 w 803"/>
                <a:gd name="T43" fmla="*/ 1105 h 1119"/>
                <a:gd name="T44" fmla="*/ 779 w 803"/>
                <a:gd name="T45" fmla="*/ 984 h 1119"/>
                <a:gd name="T46" fmla="*/ 788 w 803"/>
                <a:gd name="T47" fmla="*/ 855 h 1119"/>
                <a:gd name="T48" fmla="*/ 795 w 803"/>
                <a:gd name="T49" fmla="*/ 706 h 1119"/>
                <a:gd name="T50" fmla="*/ 800 w 803"/>
                <a:gd name="T51" fmla="*/ 551 h 1119"/>
                <a:gd name="T52" fmla="*/ 803 w 803"/>
                <a:gd name="T53" fmla="*/ 411 h 1119"/>
                <a:gd name="T54" fmla="*/ 803 w 803"/>
                <a:gd name="T55" fmla="*/ 349 h 1119"/>
                <a:gd name="T56" fmla="*/ 802 w 803"/>
                <a:gd name="T57" fmla="*/ 297 h 1119"/>
                <a:gd name="T58" fmla="*/ 798 w 803"/>
                <a:gd name="T59" fmla="*/ 258 h 1119"/>
                <a:gd name="T60" fmla="*/ 796 w 803"/>
                <a:gd name="T61" fmla="*/ 242 h 1119"/>
                <a:gd name="T62" fmla="*/ 793 w 803"/>
                <a:gd name="T63" fmla="*/ 230 h 1119"/>
                <a:gd name="T64" fmla="*/ 793 w 803"/>
                <a:gd name="T65" fmla="*/ 230 h 1119"/>
                <a:gd name="T66" fmla="*/ 789 w 803"/>
                <a:gd name="T67" fmla="*/ 221 h 1119"/>
                <a:gd name="T68" fmla="*/ 782 w 803"/>
                <a:gd name="T69" fmla="*/ 209 h 1119"/>
                <a:gd name="T70" fmla="*/ 775 w 803"/>
                <a:gd name="T71" fmla="*/ 196 h 1119"/>
                <a:gd name="T72" fmla="*/ 765 w 803"/>
                <a:gd name="T73" fmla="*/ 184 h 1119"/>
                <a:gd name="T74" fmla="*/ 740 w 803"/>
                <a:gd name="T75" fmla="*/ 156 h 1119"/>
                <a:gd name="T76" fmla="*/ 708 w 803"/>
                <a:gd name="T77" fmla="*/ 128 h 1119"/>
                <a:gd name="T78" fmla="*/ 672 w 803"/>
                <a:gd name="T79" fmla="*/ 100 h 1119"/>
                <a:gd name="T80" fmla="*/ 652 w 803"/>
                <a:gd name="T81" fmla="*/ 86 h 1119"/>
                <a:gd name="T82" fmla="*/ 629 w 803"/>
                <a:gd name="T83" fmla="*/ 73 h 1119"/>
                <a:gd name="T84" fmla="*/ 607 w 803"/>
                <a:gd name="T85" fmla="*/ 59 h 1119"/>
                <a:gd name="T86" fmla="*/ 584 w 803"/>
                <a:gd name="T87" fmla="*/ 49 h 1119"/>
                <a:gd name="T88" fmla="*/ 559 w 803"/>
                <a:gd name="T89" fmla="*/ 36 h 1119"/>
                <a:gd name="T90" fmla="*/ 533 w 803"/>
                <a:gd name="T91" fmla="*/ 28 h 1119"/>
                <a:gd name="T92" fmla="*/ 506 w 803"/>
                <a:gd name="T93" fmla="*/ 19 h 1119"/>
                <a:gd name="T94" fmla="*/ 480 w 803"/>
                <a:gd name="T95" fmla="*/ 12 h 1119"/>
                <a:gd name="T96" fmla="*/ 452 w 803"/>
                <a:gd name="T97" fmla="*/ 7 h 1119"/>
                <a:gd name="T98" fmla="*/ 424 w 803"/>
                <a:gd name="T99" fmla="*/ 3 h 1119"/>
                <a:gd name="T100" fmla="*/ 396 w 803"/>
                <a:gd name="T101" fmla="*/ 0 h 1119"/>
                <a:gd name="T102" fmla="*/ 366 w 803"/>
                <a:gd name="T103" fmla="*/ 0 h 1119"/>
                <a:gd name="T104" fmla="*/ 338 w 803"/>
                <a:gd name="T105" fmla="*/ 3 h 1119"/>
                <a:gd name="T106" fmla="*/ 308 w 803"/>
                <a:gd name="T107" fmla="*/ 7 h 1119"/>
                <a:gd name="T108" fmla="*/ 278 w 803"/>
                <a:gd name="T109" fmla="*/ 14 h 1119"/>
                <a:gd name="T110" fmla="*/ 250 w 803"/>
                <a:gd name="T111" fmla="*/ 24 h 1119"/>
                <a:gd name="T112" fmla="*/ 220 w 803"/>
                <a:gd name="T113" fmla="*/ 36 h 1119"/>
                <a:gd name="T114" fmla="*/ 190 w 803"/>
                <a:gd name="T115" fmla="*/ 52 h 1119"/>
                <a:gd name="T116" fmla="*/ 162 w 803"/>
                <a:gd name="T117" fmla="*/ 70 h 1119"/>
                <a:gd name="T118" fmla="*/ 132 w 803"/>
                <a:gd name="T119" fmla="*/ 93 h 1119"/>
                <a:gd name="T120" fmla="*/ 104 w 803"/>
                <a:gd name="T121" fmla="*/ 117 h 1119"/>
                <a:gd name="T122" fmla="*/ 76 w 803"/>
                <a:gd name="T123" fmla="*/ 145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03" h="1119">
                  <a:moveTo>
                    <a:pt x="76" y="145"/>
                  </a:moveTo>
                  <a:lnTo>
                    <a:pt x="76" y="145"/>
                  </a:lnTo>
                  <a:lnTo>
                    <a:pt x="72" y="154"/>
                  </a:lnTo>
                  <a:lnTo>
                    <a:pt x="62" y="179"/>
                  </a:lnTo>
                  <a:lnTo>
                    <a:pt x="48" y="218"/>
                  </a:lnTo>
                  <a:lnTo>
                    <a:pt x="32" y="270"/>
                  </a:lnTo>
                  <a:lnTo>
                    <a:pt x="25" y="302"/>
                  </a:lnTo>
                  <a:lnTo>
                    <a:pt x="18" y="337"/>
                  </a:lnTo>
                  <a:lnTo>
                    <a:pt x="11" y="374"/>
                  </a:lnTo>
                  <a:lnTo>
                    <a:pt x="5" y="414"/>
                  </a:lnTo>
                  <a:lnTo>
                    <a:pt x="2" y="458"/>
                  </a:lnTo>
                  <a:lnTo>
                    <a:pt x="0" y="504"/>
                  </a:lnTo>
                  <a:lnTo>
                    <a:pt x="0" y="551"/>
                  </a:lnTo>
                  <a:lnTo>
                    <a:pt x="2" y="602"/>
                  </a:lnTo>
                  <a:lnTo>
                    <a:pt x="2" y="602"/>
                  </a:lnTo>
                  <a:lnTo>
                    <a:pt x="27" y="966"/>
                  </a:lnTo>
                  <a:lnTo>
                    <a:pt x="37" y="1119"/>
                  </a:lnTo>
                  <a:lnTo>
                    <a:pt x="139" y="1119"/>
                  </a:lnTo>
                  <a:lnTo>
                    <a:pt x="139" y="968"/>
                  </a:lnTo>
                  <a:lnTo>
                    <a:pt x="204" y="1119"/>
                  </a:lnTo>
                  <a:lnTo>
                    <a:pt x="772" y="1105"/>
                  </a:lnTo>
                  <a:lnTo>
                    <a:pt x="772" y="1105"/>
                  </a:lnTo>
                  <a:lnTo>
                    <a:pt x="779" y="984"/>
                  </a:lnTo>
                  <a:lnTo>
                    <a:pt x="788" y="855"/>
                  </a:lnTo>
                  <a:lnTo>
                    <a:pt x="795" y="706"/>
                  </a:lnTo>
                  <a:lnTo>
                    <a:pt x="800" y="551"/>
                  </a:lnTo>
                  <a:lnTo>
                    <a:pt x="803" y="411"/>
                  </a:lnTo>
                  <a:lnTo>
                    <a:pt x="803" y="349"/>
                  </a:lnTo>
                  <a:lnTo>
                    <a:pt x="802" y="297"/>
                  </a:lnTo>
                  <a:lnTo>
                    <a:pt x="798" y="258"/>
                  </a:lnTo>
                  <a:lnTo>
                    <a:pt x="796" y="242"/>
                  </a:lnTo>
                  <a:lnTo>
                    <a:pt x="793" y="230"/>
                  </a:lnTo>
                  <a:lnTo>
                    <a:pt x="793" y="230"/>
                  </a:lnTo>
                  <a:lnTo>
                    <a:pt x="789" y="221"/>
                  </a:lnTo>
                  <a:lnTo>
                    <a:pt x="782" y="209"/>
                  </a:lnTo>
                  <a:lnTo>
                    <a:pt x="775" y="196"/>
                  </a:lnTo>
                  <a:lnTo>
                    <a:pt x="765" y="184"/>
                  </a:lnTo>
                  <a:lnTo>
                    <a:pt x="740" y="156"/>
                  </a:lnTo>
                  <a:lnTo>
                    <a:pt x="708" y="128"/>
                  </a:lnTo>
                  <a:lnTo>
                    <a:pt x="672" y="100"/>
                  </a:lnTo>
                  <a:lnTo>
                    <a:pt x="652" y="86"/>
                  </a:lnTo>
                  <a:lnTo>
                    <a:pt x="629" y="73"/>
                  </a:lnTo>
                  <a:lnTo>
                    <a:pt x="607" y="59"/>
                  </a:lnTo>
                  <a:lnTo>
                    <a:pt x="584" y="49"/>
                  </a:lnTo>
                  <a:lnTo>
                    <a:pt x="559" y="36"/>
                  </a:lnTo>
                  <a:lnTo>
                    <a:pt x="533" y="28"/>
                  </a:lnTo>
                  <a:lnTo>
                    <a:pt x="506" y="19"/>
                  </a:lnTo>
                  <a:lnTo>
                    <a:pt x="480" y="12"/>
                  </a:lnTo>
                  <a:lnTo>
                    <a:pt x="452" y="7"/>
                  </a:lnTo>
                  <a:lnTo>
                    <a:pt x="424" y="3"/>
                  </a:lnTo>
                  <a:lnTo>
                    <a:pt x="396" y="0"/>
                  </a:lnTo>
                  <a:lnTo>
                    <a:pt x="366" y="0"/>
                  </a:lnTo>
                  <a:lnTo>
                    <a:pt x="338" y="3"/>
                  </a:lnTo>
                  <a:lnTo>
                    <a:pt x="308" y="7"/>
                  </a:lnTo>
                  <a:lnTo>
                    <a:pt x="278" y="14"/>
                  </a:lnTo>
                  <a:lnTo>
                    <a:pt x="250" y="24"/>
                  </a:lnTo>
                  <a:lnTo>
                    <a:pt x="220" y="36"/>
                  </a:lnTo>
                  <a:lnTo>
                    <a:pt x="190" y="52"/>
                  </a:lnTo>
                  <a:lnTo>
                    <a:pt x="162" y="70"/>
                  </a:lnTo>
                  <a:lnTo>
                    <a:pt x="132" y="93"/>
                  </a:lnTo>
                  <a:lnTo>
                    <a:pt x="104" y="117"/>
                  </a:lnTo>
                  <a:lnTo>
                    <a:pt x="76" y="1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7" name="Freeform 128"/>
            <p:cNvSpPr>
              <a:spLocks/>
            </p:cNvSpPr>
            <p:nvPr/>
          </p:nvSpPr>
          <p:spPr bwMode="auto">
            <a:xfrm>
              <a:off x="10406063" y="1562100"/>
              <a:ext cx="195263" cy="76200"/>
            </a:xfrm>
            <a:custGeom>
              <a:avLst/>
              <a:gdLst>
                <a:gd name="T0" fmla="*/ 0 w 123"/>
                <a:gd name="T1" fmla="*/ 30 h 48"/>
                <a:gd name="T2" fmla="*/ 0 w 123"/>
                <a:gd name="T3" fmla="*/ 30 h 48"/>
                <a:gd name="T4" fmla="*/ 7 w 123"/>
                <a:gd name="T5" fmla="*/ 23 h 48"/>
                <a:gd name="T6" fmla="*/ 18 w 123"/>
                <a:gd name="T7" fmla="*/ 16 h 48"/>
                <a:gd name="T8" fmla="*/ 32 w 123"/>
                <a:gd name="T9" fmla="*/ 9 h 48"/>
                <a:gd name="T10" fmla="*/ 50 w 123"/>
                <a:gd name="T11" fmla="*/ 4 h 48"/>
                <a:gd name="T12" fmla="*/ 71 w 123"/>
                <a:gd name="T13" fmla="*/ 0 h 48"/>
                <a:gd name="T14" fmla="*/ 81 w 123"/>
                <a:gd name="T15" fmla="*/ 0 h 48"/>
                <a:gd name="T16" fmla="*/ 95 w 123"/>
                <a:gd name="T17" fmla="*/ 0 h 48"/>
                <a:gd name="T18" fmla="*/ 109 w 123"/>
                <a:gd name="T19" fmla="*/ 2 h 48"/>
                <a:gd name="T20" fmla="*/ 123 w 123"/>
                <a:gd name="T21" fmla="*/ 5 h 48"/>
                <a:gd name="T22" fmla="*/ 118 w 123"/>
                <a:gd name="T23" fmla="*/ 30 h 48"/>
                <a:gd name="T24" fmla="*/ 20 w 123"/>
                <a:gd name="T25" fmla="*/ 48 h 48"/>
                <a:gd name="T26" fmla="*/ 0 w 123"/>
                <a:gd name="T27" fmla="*/ 3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 h="48">
                  <a:moveTo>
                    <a:pt x="0" y="30"/>
                  </a:moveTo>
                  <a:lnTo>
                    <a:pt x="0" y="30"/>
                  </a:lnTo>
                  <a:lnTo>
                    <a:pt x="7" y="23"/>
                  </a:lnTo>
                  <a:lnTo>
                    <a:pt x="18" y="16"/>
                  </a:lnTo>
                  <a:lnTo>
                    <a:pt x="32" y="9"/>
                  </a:lnTo>
                  <a:lnTo>
                    <a:pt x="50" y="4"/>
                  </a:lnTo>
                  <a:lnTo>
                    <a:pt x="71" y="0"/>
                  </a:lnTo>
                  <a:lnTo>
                    <a:pt x="81" y="0"/>
                  </a:lnTo>
                  <a:lnTo>
                    <a:pt x="95" y="0"/>
                  </a:lnTo>
                  <a:lnTo>
                    <a:pt x="109" y="2"/>
                  </a:lnTo>
                  <a:lnTo>
                    <a:pt x="123" y="5"/>
                  </a:lnTo>
                  <a:lnTo>
                    <a:pt x="118" y="30"/>
                  </a:lnTo>
                  <a:lnTo>
                    <a:pt x="20" y="48"/>
                  </a:lnTo>
                  <a:lnTo>
                    <a:pt x="0" y="30"/>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8" name="Freeform 129"/>
            <p:cNvSpPr>
              <a:spLocks/>
            </p:cNvSpPr>
            <p:nvPr/>
          </p:nvSpPr>
          <p:spPr bwMode="auto">
            <a:xfrm>
              <a:off x="10393363" y="1651000"/>
              <a:ext cx="236538" cy="109538"/>
            </a:xfrm>
            <a:custGeom>
              <a:avLst/>
              <a:gdLst>
                <a:gd name="T0" fmla="*/ 0 w 149"/>
                <a:gd name="T1" fmla="*/ 32 h 69"/>
                <a:gd name="T2" fmla="*/ 0 w 149"/>
                <a:gd name="T3" fmla="*/ 32 h 69"/>
                <a:gd name="T4" fmla="*/ 12 w 149"/>
                <a:gd name="T5" fmla="*/ 23 h 69"/>
                <a:gd name="T6" fmla="*/ 26 w 149"/>
                <a:gd name="T7" fmla="*/ 16 h 69"/>
                <a:gd name="T8" fmla="*/ 45 w 149"/>
                <a:gd name="T9" fmla="*/ 9 h 69"/>
                <a:gd name="T10" fmla="*/ 66 w 149"/>
                <a:gd name="T11" fmla="*/ 4 h 69"/>
                <a:gd name="T12" fmla="*/ 79 w 149"/>
                <a:gd name="T13" fmla="*/ 2 h 69"/>
                <a:gd name="T14" fmla="*/ 93 w 149"/>
                <a:gd name="T15" fmla="*/ 0 h 69"/>
                <a:gd name="T16" fmla="*/ 105 w 149"/>
                <a:gd name="T17" fmla="*/ 2 h 69"/>
                <a:gd name="T18" fmla="*/ 119 w 149"/>
                <a:gd name="T19" fmla="*/ 4 h 69"/>
                <a:gd name="T20" fmla="*/ 135 w 149"/>
                <a:gd name="T21" fmla="*/ 7 h 69"/>
                <a:gd name="T22" fmla="*/ 149 w 149"/>
                <a:gd name="T23" fmla="*/ 13 h 69"/>
                <a:gd name="T24" fmla="*/ 126 w 149"/>
                <a:gd name="T25" fmla="*/ 53 h 69"/>
                <a:gd name="T26" fmla="*/ 17 w 149"/>
                <a:gd name="T27" fmla="*/ 69 h 69"/>
                <a:gd name="T28" fmla="*/ 0 w 149"/>
                <a:gd name="T29" fmla="*/ 3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69">
                  <a:moveTo>
                    <a:pt x="0" y="32"/>
                  </a:moveTo>
                  <a:lnTo>
                    <a:pt x="0" y="32"/>
                  </a:lnTo>
                  <a:lnTo>
                    <a:pt x="12" y="23"/>
                  </a:lnTo>
                  <a:lnTo>
                    <a:pt x="26" y="16"/>
                  </a:lnTo>
                  <a:lnTo>
                    <a:pt x="45" y="9"/>
                  </a:lnTo>
                  <a:lnTo>
                    <a:pt x="66" y="4"/>
                  </a:lnTo>
                  <a:lnTo>
                    <a:pt x="79" y="2"/>
                  </a:lnTo>
                  <a:lnTo>
                    <a:pt x="93" y="0"/>
                  </a:lnTo>
                  <a:lnTo>
                    <a:pt x="105" y="2"/>
                  </a:lnTo>
                  <a:lnTo>
                    <a:pt x="119" y="4"/>
                  </a:lnTo>
                  <a:lnTo>
                    <a:pt x="135" y="7"/>
                  </a:lnTo>
                  <a:lnTo>
                    <a:pt x="149" y="13"/>
                  </a:lnTo>
                  <a:lnTo>
                    <a:pt x="126" y="53"/>
                  </a:lnTo>
                  <a:lnTo>
                    <a:pt x="17" y="69"/>
                  </a:lnTo>
                  <a:lnTo>
                    <a:pt x="0" y="32"/>
                  </a:lnTo>
                  <a:close/>
                </a:path>
              </a:pathLst>
            </a:custGeom>
            <a:solidFill>
              <a:srgbClr val="2323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9" name="Freeform 130"/>
            <p:cNvSpPr>
              <a:spLocks/>
            </p:cNvSpPr>
            <p:nvPr/>
          </p:nvSpPr>
          <p:spPr bwMode="auto">
            <a:xfrm>
              <a:off x="8816976" y="2065338"/>
              <a:ext cx="1404938" cy="2093913"/>
            </a:xfrm>
            <a:custGeom>
              <a:avLst/>
              <a:gdLst>
                <a:gd name="T0" fmla="*/ 804 w 885"/>
                <a:gd name="T1" fmla="*/ 130 h 1319"/>
                <a:gd name="T2" fmla="*/ 806 w 885"/>
                <a:gd name="T3" fmla="*/ 158 h 1319"/>
                <a:gd name="T4" fmla="*/ 812 w 885"/>
                <a:gd name="T5" fmla="*/ 225 h 1319"/>
                <a:gd name="T6" fmla="*/ 826 w 885"/>
                <a:gd name="T7" fmla="*/ 304 h 1319"/>
                <a:gd name="T8" fmla="*/ 838 w 885"/>
                <a:gd name="T9" fmla="*/ 342 h 1319"/>
                <a:gd name="T10" fmla="*/ 852 w 885"/>
                <a:gd name="T11" fmla="*/ 374 h 1319"/>
                <a:gd name="T12" fmla="*/ 866 w 885"/>
                <a:gd name="T13" fmla="*/ 404 h 1319"/>
                <a:gd name="T14" fmla="*/ 878 w 885"/>
                <a:gd name="T15" fmla="*/ 434 h 1319"/>
                <a:gd name="T16" fmla="*/ 884 w 885"/>
                <a:gd name="T17" fmla="*/ 465 h 1319"/>
                <a:gd name="T18" fmla="*/ 885 w 885"/>
                <a:gd name="T19" fmla="*/ 497 h 1319"/>
                <a:gd name="T20" fmla="*/ 882 w 885"/>
                <a:gd name="T21" fmla="*/ 532 h 1319"/>
                <a:gd name="T22" fmla="*/ 870 w 885"/>
                <a:gd name="T23" fmla="*/ 569 h 1319"/>
                <a:gd name="T24" fmla="*/ 852 w 885"/>
                <a:gd name="T25" fmla="*/ 608 h 1319"/>
                <a:gd name="T26" fmla="*/ 826 w 885"/>
                <a:gd name="T27" fmla="*/ 648 h 1319"/>
                <a:gd name="T28" fmla="*/ 797 w 885"/>
                <a:gd name="T29" fmla="*/ 692 h 1319"/>
                <a:gd name="T30" fmla="*/ 761 w 885"/>
                <a:gd name="T31" fmla="*/ 757 h 1319"/>
                <a:gd name="T32" fmla="*/ 743 w 885"/>
                <a:gd name="T33" fmla="*/ 801 h 1319"/>
                <a:gd name="T34" fmla="*/ 729 w 885"/>
                <a:gd name="T35" fmla="*/ 847 h 1319"/>
                <a:gd name="T36" fmla="*/ 722 w 885"/>
                <a:gd name="T37" fmla="*/ 894 h 1319"/>
                <a:gd name="T38" fmla="*/ 720 w 885"/>
                <a:gd name="T39" fmla="*/ 940 h 1319"/>
                <a:gd name="T40" fmla="*/ 727 w 885"/>
                <a:gd name="T41" fmla="*/ 987 h 1319"/>
                <a:gd name="T42" fmla="*/ 732 w 885"/>
                <a:gd name="T43" fmla="*/ 1010 h 1319"/>
                <a:gd name="T44" fmla="*/ 785 w 885"/>
                <a:gd name="T45" fmla="*/ 1182 h 1319"/>
                <a:gd name="T46" fmla="*/ 710 w 885"/>
                <a:gd name="T47" fmla="*/ 1279 h 1319"/>
                <a:gd name="T48" fmla="*/ 662 w 885"/>
                <a:gd name="T49" fmla="*/ 1286 h 1319"/>
                <a:gd name="T50" fmla="*/ 630 w 885"/>
                <a:gd name="T51" fmla="*/ 1293 h 1319"/>
                <a:gd name="T52" fmla="*/ 492 w 885"/>
                <a:gd name="T53" fmla="*/ 1311 h 1319"/>
                <a:gd name="T54" fmla="*/ 369 w 885"/>
                <a:gd name="T55" fmla="*/ 1319 h 1319"/>
                <a:gd name="T56" fmla="*/ 307 w 885"/>
                <a:gd name="T57" fmla="*/ 1319 h 1319"/>
                <a:gd name="T58" fmla="*/ 207 w 885"/>
                <a:gd name="T59" fmla="*/ 1314 h 1319"/>
                <a:gd name="T60" fmla="*/ 144 w 885"/>
                <a:gd name="T61" fmla="*/ 1307 h 1319"/>
                <a:gd name="T62" fmla="*/ 112 w 885"/>
                <a:gd name="T63" fmla="*/ 1300 h 1319"/>
                <a:gd name="T64" fmla="*/ 123 w 885"/>
                <a:gd name="T65" fmla="*/ 1110 h 1319"/>
                <a:gd name="T66" fmla="*/ 0 w 885"/>
                <a:gd name="T67" fmla="*/ 1158 h 1319"/>
                <a:gd name="T68" fmla="*/ 15 w 885"/>
                <a:gd name="T69" fmla="*/ 1131 h 1319"/>
                <a:gd name="T70" fmla="*/ 52 w 885"/>
                <a:gd name="T71" fmla="*/ 1059 h 1319"/>
                <a:gd name="T72" fmla="*/ 93 w 885"/>
                <a:gd name="T73" fmla="*/ 961 h 1319"/>
                <a:gd name="T74" fmla="*/ 109 w 885"/>
                <a:gd name="T75" fmla="*/ 908 h 1319"/>
                <a:gd name="T76" fmla="*/ 119 w 885"/>
                <a:gd name="T77" fmla="*/ 854 h 1319"/>
                <a:gd name="T78" fmla="*/ 123 w 885"/>
                <a:gd name="T79" fmla="*/ 827 h 1319"/>
                <a:gd name="T80" fmla="*/ 124 w 885"/>
                <a:gd name="T81" fmla="*/ 731 h 1319"/>
                <a:gd name="T82" fmla="*/ 116 w 885"/>
                <a:gd name="T83" fmla="*/ 595 h 1319"/>
                <a:gd name="T84" fmla="*/ 103 w 885"/>
                <a:gd name="T85" fmla="*/ 488 h 1319"/>
                <a:gd name="T86" fmla="*/ 72 w 885"/>
                <a:gd name="T87" fmla="*/ 96 h 1319"/>
                <a:gd name="T88" fmla="*/ 580 w 885"/>
                <a:gd name="T89" fmla="*/ 12 h 1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5" h="1319">
                  <a:moveTo>
                    <a:pt x="580" y="12"/>
                  </a:moveTo>
                  <a:lnTo>
                    <a:pt x="804" y="130"/>
                  </a:lnTo>
                  <a:lnTo>
                    <a:pt x="804" y="130"/>
                  </a:lnTo>
                  <a:lnTo>
                    <a:pt x="806" y="158"/>
                  </a:lnTo>
                  <a:lnTo>
                    <a:pt x="808" y="188"/>
                  </a:lnTo>
                  <a:lnTo>
                    <a:pt x="812" y="225"/>
                  </a:lnTo>
                  <a:lnTo>
                    <a:pt x="819" y="263"/>
                  </a:lnTo>
                  <a:lnTo>
                    <a:pt x="826" y="304"/>
                  </a:lnTo>
                  <a:lnTo>
                    <a:pt x="831" y="325"/>
                  </a:lnTo>
                  <a:lnTo>
                    <a:pt x="838" y="342"/>
                  </a:lnTo>
                  <a:lnTo>
                    <a:pt x="845" y="360"/>
                  </a:lnTo>
                  <a:lnTo>
                    <a:pt x="852" y="374"/>
                  </a:lnTo>
                  <a:lnTo>
                    <a:pt x="852" y="374"/>
                  </a:lnTo>
                  <a:lnTo>
                    <a:pt x="866" y="404"/>
                  </a:lnTo>
                  <a:lnTo>
                    <a:pt x="873" y="418"/>
                  </a:lnTo>
                  <a:lnTo>
                    <a:pt x="878" y="434"/>
                  </a:lnTo>
                  <a:lnTo>
                    <a:pt x="882" y="449"/>
                  </a:lnTo>
                  <a:lnTo>
                    <a:pt x="884" y="465"/>
                  </a:lnTo>
                  <a:lnTo>
                    <a:pt x="885" y="481"/>
                  </a:lnTo>
                  <a:lnTo>
                    <a:pt x="885" y="497"/>
                  </a:lnTo>
                  <a:lnTo>
                    <a:pt x="884" y="515"/>
                  </a:lnTo>
                  <a:lnTo>
                    <a:pt x="882" y="532"/>
                  </a:lnTo>
                  <a:lnTo>
                    <a:pt x="877" y="550"/>
                  </a:lnTo>
                  <a:lnTo>
                    <a:pt x="870" y="569"/>
                  </a:lnTo>
                  <a:lnTo>
                    <a:pt x="862" y="588"/>
                  </a:lnTo>
                  <a:lnTo>
                    <a:pt x="852" y="608"/>
                  </a:lnTo>
                  <a:lnTo>
                    <a:pt x="840" y="629"/>
                  </a:lnTo>
                  <a:lnTo>
                    <a:pt x="826" y="648"/>
                  </a:lnTo>
                  <a:lnTo>
                    <a:pt x="826" y="648"/>
                  </a:lnTo>
                  <a:lnTo>
                    <a:pt x="797" y="692"/>
                  </a:lnTo>
                  <a:lnTo>
                    <a:pt x="771" y="734"/>
                  </a:lnTo>
                  <a:lnTo>
                    <a:pt x="761" y="757"/>
                  </a:lnTo>
                  <a:lnTo>
                    <a:pt x="752" y="780"/>
                  </a:lnTo>
                  <a:lnTo>
                    <a:pt x="743" y="801"/>
                  </a:lnTo>
                  <a:lnTo>
                    <a:pt x="736" y="824"/>
                  </a:lnTo>
                  <a:lnTo>
                    <a:pt x="729" y="847"/>
                  </a:lnTo>
                  <a:lnTo>
                    <a:pt x="725" y="870"/>
                  </a:lnTo>
                  <a:lnTo>
                    <a:pt x="722" y="894"/>
                  </a:lnTo>
                  <a:lnTo>
                    <a:pt x="720" y="917"/>
                  </a:lnTo>
                  <a:lnTo>
                    <a:pt x="720" y="940"/>
                  </a:lnTo>
                  <a:lnTo>
                    <a:pt x="724" y="963"/>
                  </a:lnTo>
                  <a:lnTo>
                    <a:pt x="727" y="987"/>
                  </a:lnTo>
                  <a:lnTo>
                    <a:pt x="732" y="1010"/>
                  </a:lnTo>
                  <a:lnTo>
                    <a:pt x="732" y="1010"/>
                  </a:lnTo>
                  <a:lnTo>
                    <a:pt x="761" y="1103"/>
                  </a:lnTo>
                  <a:lnTo>
                    <a:pt x="785" y="1182"/>
                  </a:lnTo>
                  <a:lnTo>
                    <a:pt x="810" y="1260"/>
                  </a:lnTo>
                  <a:lnTo>
                    <a:pt x="710" y="1279"/>
                  </a:lnTo>
                  <a:lnTo>
                    <a:pt x="653" y="1124"/>
                  </a:lnTo>
                  <a:lnTo>
                    <a:pt x="662" y="1286"/>
                  </a:lnTo>
                  <a:lnTo>
                    <a:pt x="662" y="1286"/>
                  </a:lnTo>
                  <a:lnTo>
                    <a:pt x="630" y="1293"/>
                  </a:lnTo>
                  <a:lnTo>
                    <a:pt x="546" y="1305"/>
                  </a:lnTo>
                  <a:lnTo>
                    <a:pt x="492" y="1311"/>
                  </a:lnTo>
                  <a:lnTo>
                    <a:pt x="432" y="1316"/>
                  </a:lnTo>
                  <a:lnTo>
                    <a:pt x="369" y="1319"/>
                  </a:lnTo>
                  <a:lnTo>
                    <a:pt x="307" y="1319"/>
                  </a:lnTo>
                  <a:lnTo>
                    <a:pt x="307" y="1319"/>
                  </a:lnTo>
                  <a:lnTo>
                    <a:pt x="251" y="1318"/>
                  </a:lnTo>
                  <a:lnTo>
                    <a:pt x="207" y="1314"/>
                  </a:lnTo>
                  <a:lnTo>
                    <a:pt x="170" y="1311"/>
                  </a:lnTo>
                  <a:lnTo>
                    <a:pt x="144" y="1307"/>
                  </a:lnTo>
                  <a:lnTo>
                    <a:pt x="124" y="1304"/>
                  </a:lnTo>
                  <a:lnTo>
                    <a:pt x="112" y="1300"/>
                  </a:lnTo>
                  <a:lnTo>
                    <a:pt x="103" y="1297"/>
                  </a:lnTo>
                  <a:lnTo>
                    <a:pt x="123" y="1110"/>
                  </a:lnTo>
                  <a:lnTo>
                    <a:pt x="58" y="1223"/>
                  </a:lnTo>
                  <a:lnTo>
                    <a:pt x="0" y="1158"/>
                  </a:lnTo>
                  <a:lnTo>
                    <a:pt x="0" y="1158"/>
                  </a:lnTo>
                  <a:lnTo>
                    <a:pt x="15" y="1131"/>
                  </a:lnTo>
                  <a:lnTo>
                    <a:pt x="33" y="1100"/>
                  </a:lnTo>
                  <a:lnTo>
                    <a:pt x="52" y="1059"/>
                  </a:lnTo>
                  <a:lnTo>
                    <a:pt x="73" y="1012"/>
                  </a:lnTo>
                  <a:lnTo>
                    <a:pt x="93" y="961"/>
                  </a:lnTo>
                  <a:lnTo>
                    <a:pt x="101" y="935"/>
                  </a:lnTo>
                  <a:lnTo>
                    <a:pt x="109" y="908"/>
                  </a:lnTo>
                  <a:lnTo>
                    <a:pt x="114" y="880"/>
                  </a:lnTo>
                  <a:lnTo>
                    <a:pt x="119" y="854"/>
                  </a:lnTo>
                  <a:lnTo>
                    <a:pt x="119" y="854"/>
                  </a:lnTo>
                  <a:lnTo>
                    <a:pt x="123" y="827"/>
                  </a:lnTo>
                  <a:lnTo>
                    <a:pt x="124" y="796"/>
                  </a:lnTo>
                  <a:lnTo>
                    <a:pt x="124" y="731"/>
                  </a:lnTo>
                  <a:lnTo>
                    <a:pt x="121" y="662"/>
                  </a:lnTo>
                  <a:lnTo>
                    <a:pt x="116" y="595"/>
                  </a:lnTo>
                  <a:lnTo>
                    <a:pt x="110" y="536"/>
                  </a:lnTo>
                  <a:lnTo>
                    <a:pt x="103" y="488"/>
                  </a:lnTo>
                  <a:lnTo>
                    <a:pt x="98" y="442"/>
                  </a:lnTo>
                  <a:lnTo>
                    <a:pt x="72" y="96"/>
                  </a:lnTo>
                  <a:lnTo>
                    <a:pt x="316" y="0"/>
                  </a:lnTo>
                  <a:lnTo>
                    <a:pt x="580" y="12"/>
                  </a:lnTo>
                  <a:close/>
                </a:path>
              </a:pathLst>
            </a:custGeom>
            <a:solidFill>
              <a:srgbClr val="3E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0" name="Freeform 131"/>
            <p:cNvSpPr>
              <a:spLocks/>
            </p:cNvSpPr>
            <p:nvPr/>
          </p:nvSpPr>
          <p:spPr bwMode="auto">
            <a:xfrm>
              <a:off x="8147051" y="3409950"/>
              <a:ext cx="1208088" cy="873125"/>
            </a:xfrm>
            <a:custGeom>
              <a:avLst/>
              <a:gdLst>
                <a:gd name="T0" fmla="*/ 761 w 761"/>
                <a:gd name="T1" fmla="*/ 483 h 550"/>
                <a:gd name="T2" fmla="*/ 45 w 761"/>
                <a:gd name="T3" fmla="*/ 550 h 550"/>
                <a:gd name="T4" fmla="*/ 0 w 761"/>
                <a:gd name="T5" fmla="*/ 68 h 550"/>
                <a:gd name="T6" fmla="*/ 715 w 761"/>
                <a:gd name="T7" fmla="*/ 0 h 550"/>
                <a:gd name="T8" fmla="*/ 761 w 761"/>
                <a:gd name="T9" fmla="*/ 483 h 550"/>
              </a:gdLst>
              <a:ahLst/>
              <a:cxnLst>
                <a:cxn ang="0">
                  <a:pos x="T0" y="T1"/>
                </a:cxn>
                <a:cxn ang="0">
                  <a:pos x="T2" y="T3"/>
                </a:cxn>
                <a:cxn ang="0">
                  <a:pos x="T4" y="T5"/>
                </a:cxn>
                <a:cxn ang="0">
                  <a:pos x="T6" y="T7"/>
                </a:cxn>
                <a:cxn ang="0">
                  <a:pos x="T8" y="T9"/>
                </a:cxn>
              </a:cxnLst>
              <a:rect l="0" t="0" r="r" b="b"/>
              <a:pathLst>
                <a:path w="761" h="550">
                  <a:moveTo>
                    <a:pt x="761" y="483"/>
                  </a:moveTo>
                  <a:lnTo>
                    <a:pt x="45" y="550"/>
                  </a:lnTo>
                  <a:lnTo>
                    <a:pt x="0" y="68"/>
                  </a:lnTo>
                  <a:lnTo>
                    <a:pt x="715" y="0"/>
                  </a:lnTo>
                  <a:lnTo>
                    <a:pt x="761" y="483"/>
                  </a:lnTo>
                  <a:close/>
                </a:path>
              </a:pathLst>
            </a:custGeom>
            <a:solidFill>
              <a:srgbClr val="7676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1" name="Freeform 132"/>
            <p:cNvSpPr>
              <a:spLocks/>
            </p:cNvSpPr>
            <p:nvPr/>
          </p:nvSpPr>
          <p:spPr bwMode="auto">
            <a:xfrm>
              <a:off x="8137526" y="3421063"/>
              <a:ext cx="1211263" cy="876300"/>
            </a:xfrm>
            <a:custGeom>
              <a:avLst/>
              <a:gdLst>
                <a:gd name="T0" fmla="*/ 763 w 763"/>
                <a:gd name="T1" fmla="*/ 483 h 552"/>
                <a:gd name="T2" fmla="*/ 46 w 763"/>
                <a:gd name="T3" fmla="*/ 552 h 552"/>
                <a:gd name="T4" fmla="*/ 0 w 763"/>
                <a:gd name="T5" fmla="*/ 68 h 552"/>
                <a:gd name="T6" fmla="*/ 718 w 763"/>
                <a:gd name="T7" fmla="*/ 0 h 552"/>
                <a:gd name="T8" fmla="*/ 763 w 763"/>
                <a:gd name="T9" fmla="*/ 483 h 552"/>
              </a:gdLst>
              <a:ahLst/>
              <a:cxnLst>
                <a:cxn ang="0">
                  <a:pos x="T0" y="T1"/>
                </a:cxn>
                <a:cxn ang="0">
                  <a:pos x="T2" y="T3"/>
                </a:cxn>
                <a:cxn ang="0">
                  <a:pos x="T4" y="T5"/>
                </a:cxn>
                <a:cxn ang="0">
                  <a:pos x="T6" y="T7"/>
                </a:cxn>
                <a:cxn ang="0">
                  <a:pos x="T8" y="T9"/>
                </a:cxn>
              </a:cxnLst>
              <a:rect l="0" t="0" r="r" b="b"/>
              <a:pathLst>
                <a:path w="763" h="552">
                  <a:moveTo>
                    <a:pt x="763" y="483"/>
                  </a:moveTo>
                  <a:lnTo>
                    <a:pt x="46" y="552"/>
                  </a:lnTo>
                  <a:lnTo>
                    <a:pt x="0" y="68"/>
                  </a:lnTo>
                  <a:lnTo>
                    <a:pt x="718" y="0"/>
                  </a:lnTo>
                  <a:lnTo>
                    <a:pt x="763" y="483"/>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2" name="Freeform 133"/>
            <p:cNvSpPr>
              <a:spLocks/>
            </p:cNvSpPr>
            <p:nvPr/>
          </p:nvSpPr>
          <p:spPr bwMode="auto">
            <a:xfrm>
              <a:off x="8124826" y="3435350"/>
              <a:ext cx="1216025" cy="885825"/>
            </a:xfrm>
            <a:custGeom>
              <a:avLst/>
              <a:gdLst>
                <a:gd name="T0" fmla="*/ 766 w 766"/>
                <a:gd name="T1" fmla="*/ 481 h 558"/>
                <a:gd name="T2" fmla="*/ 51 w 766"/>
                <a:gd name="T3" fmla="*/ 558 h 558"/>
                <a:gd name="T4" fmla="*/ 0 w 766"/>
                <a:gd name="T5" fmla="*/ 75 h 558"/>
                <a:gd name="T6" fmla="*/ 715 w 766"/>
                <a:gd name="T7" fmla="*/ 0 h 558"/>
                <a:gd name="T8" fmla="*/ 766 w 766"/>
                <a:gd name="T9" fmla="*/ 481 h 558"/>
              </a:gdLst>
              <a:ahLst/>
              <a:cxnLst>
                <a:cxn ang="0">
                  <a:pos x="T0" y="T1"/>
                </a:cxn>
                <a:cxn ang="0">
                  <a:pos x="T2" y="T3"/>
                </a:cxn>
                <a:cxn ang="0">
                  <a:pos x="T4" y="T5"/>
                </a:cxn>
                <a:cxn ang="0">
                  <a:pos x="T6" y="T7"/>
                </a:cxn>
                <a:cxn ang="0">
                  <a:pos x="T8" y="T9"/>
                </a:cxn>
              </a:cxnLst>
              <a:rect l="0" t="0" r="r" b="b"/>
              <a:pathLst>
                <a:path w="766" h="558">
                  <a:moveTo>
                    <a:pt x="766" y="481"/>
                  </a:moveTo>
                  <a:lnTo>
                    <a:pt x="51" y="558"/>
                  </a:lnTo>
                  <a:lnTo>
                    <a:pt x="0" y="75"/>
                  </a:lnTo>
                  <a:lnTo>
                    <a:pt x="715" y="0"/>
                  </a:lnTo>
                  <a:lnTo>
                    <a:pt x="766" y="481"/>
                  </a:lnTo>
                  <a:close/>
                </a:path>
              </a:pathLst>
            </a:custGeom>
            <a:solidFill>
              <a:srgbClr val="28A8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3" name="Freeform 134"/>
            <p:cNvSpPr>
              <a:spLocks/>
            </p:cNvSpPr>
            <p:nvPr/>
          </p:nvSpPr>
          <p:spPr bwMode="auto">
            <a:xfrm>
              <a:off x="8743951" y="14288"/>
              <a:ext cx="1536700" cy="2133600"/>
            </a:xfrm>
            <a:custGeom>
              <a:avLst/>
              <a:gdLst>
                <a:gd name="T0" fmla="*/ 416 w 968"/>
                <a:gd name="T1" fmla="*/ 0 h 1344"/>
                <a:gd name="T2" fmla="*/ 376 w 968"/>
                <a:gd name="T3" fmla="*/ 10 h 1344"/>
                <a:gd name="T4" fmla="*/ 314 w 968"/>
                <a:gd name="T5" fmla="*/ 31 h 1344"/>
                <a:gd name="T6" fmla="*/ 239 w 968"/>
                <a:gd name="T7" fmla="*/ 68 h 1344"/>
                <a:gd name="T8" fmla="*/ 198 w 968"/>
                <a:gd name="T9" fmla="*/ 95 h 1344"/>
                <a:gd name="T10" fmla="*/ 158 w 968"/>
                <a:gd name="T11" fmla="*/ 126 h 1344"/>
                <a:gd name="T12" fmla="*/ 121 w 968"/>
                <a:gd name="T13" fmla="*/ 163 h 1344"/>
                <a:gd name="T14" fmla="*/ 84 w 968"/>
                <a:gd name="T15" fmla="*/ 207 h 1344"/>
                <a:gd name="T16" fmla="*/ 54 w 968"/>
                <a:gd name="T17" fmla="*/ 258 h 1344"/>
                <a:gd name="T18" fmla="*/ 30 w 968"/>
                <a:gd name="T19" fmla="*/ 318 h 1344"/>
                <a:gd name="T20" fmla="*/ 10 w 968"/>
                <a:gd name="T21" fmla="*/ 385 h 1344"/>
                <a:gd name="T22" fmla="*/ 0 w 968"/>
                <a:gd name="T23" fmla="*/ 459 h 1344"/>
                <a:gd name="T24" fmla="*/ 0 w 968"/>
                <a:gd name="T25" fmla="*/ 543 h 1344"/>
                <a:gd name="T26" fmla="*/ 7 w 968"/>
                <a:gd name="T27" fmla="*/ 627 h 1344"/>
                <a:gd name="T28" fmla="*/ 23 w 968"/>
                <a:gd name="T29" fmla="*/ 771 h 1344"/>
                <a:gd name="T30" fmla="*/ 46 w 968"/>
                <a:gd name="T31" fmla="*/ 884 h 1344"/>
                <a:gd name="T32" fmla="*/ 68 w 968"/>
                <a:gd name="T33" fmla="*/ 973 h 1344"/>
                <a:gd name="T34" fmla="*/ 100 w 968"/>
                <a:gd name="T35" fmla="*/ 1072 h 1344"/>
                <a:gd name="T36" fmla="*/ 114 w 968"/>
                <a:gd name="T37" fmla="*/ 1123 h 1344"/>
                <a:gd name="T38" fmla="*/ 121 w 968"/>
                <a:gd name="T39" fmla="*/ 1167 h 1344"/>
                <a:gd name="T40" fmla="*/ 118 w 968"/>
                <a:gd name="T41" fmla="*/ 1209 h 1344"/>
                <a:gd name="T42" fmla="*/ 111 w 968"/>
                <a:gd name="T43" fmla="*/ 1230 h 1344"/>
                <a:gd name="T44" fmla="*/ 97 w 968"/>
                <a:gd name="T45" fmla="*/ 1265 h 1344"/>
                <a:gd name="T46" fmla="*/ 77 w 968"/>
                <a:gd name="T47" fmla="*/ 1293 h 1344"/>
                <a:gd name="T48" fmla="*/ 58 w 968"/>
                <a:gd name="T49" fmla="*/ 1313 h 1344"/>
                <a:gd name="T50" fmla="*/ 31 w 968"/>
                <a:gd name="T51" fmla="*/ 1332 h 1344"/>
                <a:gd name="T52" fmla="*/ 2 w 968"/>
                <a:gd name="T53" fmla="*/ 1344 h 1344"/>
                <a:gd name="T54" fmla="*/ 31 w 968"/>
                <a:gd name="T55" fmla="*/ 1344 h 1344"/>
                <a:gd name="T56" fmla="*/ 163 w 968"/>
                <a:gd name="T57" fmla="*/ 1336 h 1344"/>
                <a:gd name="T58" fmla="*/ 290 w 968"/>
                <a:gd name="T59" fmla="*/ 1321 h 1344"/>
                <a:gd name="T60" fmla="*/ 432 w 968"/>
                <a:gd name="T61" fmla="*/ 1297 h 1344"/>
                <a:gd name="T62" fmla="*/ 539 w 968"/>
                <a:gd name="T63" fmla="*/ 1270 h 1344"/>
                <a:gd name="T64" fmla="*/ 608 w 968"/>
                <a:gd name="T65" fmla="*/ 1246 h 1344"/>
                <a:gd name="T66" fmla="*/ 671 w 968"/>
                <a:gd name="T67" fmla="*/ 1220 h 1344"/>
                <a:gd name="T68" fmla="*/ 731 w 968"/>
                <a:gd name="T69" fmla="*/ 1188 h 1344"/>
                <a:gd name="T70" fmla="*/ 780 w 968"/>
                <a:gd name="T71" fmla="*/ 1151 h 1344"/>
                <a:gd name="T72" fmla="*/ 822 w 968"/>
                <a:gd name="T73" fmla="*/ 1109 h 1344"/>
                <a:gd name="T74" fmla="*/ 840 w 968"/>
                <a:gd name="T75" fmla="*/ 1086 h 1344"/>
                <a:gd name="T76" fmla="*/ 868 w 968"/>
                <a:gd name="T77" fmla="*/ 1031 h 1344"/>
                <a:gd name="T78" fmla="*/ 896 w 968"/>
                <a:gd name="T79" fmla="*/ 965 h 1344"/>
                <a:gd name="T80" fmla="*/ 923 w 968"/>
                <a:gd name="T81" fmla="*/ 889 h 1344"/>
                <a:gd name="T82" fmla="*/ 942 w 968"/>
                <a:gd name="T83" fmla="*/ 806 h 1344"/>
                <a:gd name="T84" fmla="*/ 958 w 968"/>
                <a:gd name="T85" fmla="*/ 717 h 1344"/>
                <a:gd name="T86" fmla="*/ 966 w 968"/>
                <a:gd name="T87" fmla="*/ 625 h 1344"/>
                <a:gd name="T88" fmla="*/ 966 w 968"/>
                <a:gd name="T89" fmla="*/ 532 h 1344"/>
                <a:gd name="T90" fmla="*/ 958 w 968"/>
                <a:gd name="T91" fmla="*/ 441 h 1344"/>
                <a:gd name="T92" fmla="*/ 940 w 968"/>
                <a:gd name="T93" fmla="*/ 351 h 1344"/>
                <a:gd name="T94" fmla="*/ 908 w 968"/>
                <a:gd name="T95" fmla="*/ 269 h 1344"/>
                <a:gd name="T96" fmla="*/ 866 w 968"/>
                <a:gd name="T97" fmla="*/ 193 h 1344"/>
                <a:gd name="T98" fmla="*/ 840 w 968"/>
                <a:gd name="T99" fmla="*/ 158 h 1344"/>
                <a:gd name="T100" fmla="*/ 808 w 968"/>
                <a:gd name="T101" fmla="*/ 126 h 1344"/>
                <a:gd name="T102" fmla="*/ 775 w 968"/>
                <a:gd name="T103" fmla="*/ 98 h 1344"/>
                <a:gd name="T104" fmla="*/ 736 w 968"/>
                <a:gd name="T105" fmla="*/ 72 h 1344"/>
                <a:gd name="T106" fmla="*/ 694 w 968"/>
                <a:gd name="T107" fmla="*/ 51 h 1344"/>
                <a:gd name="T108" fmla="*/ 648 w 968"/>
                <a:gd name="T109" fmla="*/ 31 h 1344"/>
                <a:gd name="T110" fmla="*/ 597 w 968"/>
                <a:gd name="T111" fmla="*/ 17 h 1344"/>
                <a:gd name="T112" fmla="*/ 541 w 968"/>
                <a:gd name="T113" fmla="*/ 7 h 1344"/>
                <a:gd name="T114" fmla="*/ 481 w 968"/>
                <a:gd name="T115" fmla="*/ 2 h 1344"/>
                <a:gd name="T116" fmla="*/ 416 w 968"/>
                <a:gd name="T117" fmla="*/ 0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8" h="1344">
                  <a:moveTo>
                    <a:pt x="416" y="0"/>
                  </a:moveTo>
                  <a:lnTo>
                    <a:pt x="416" y="0"/>
                  </a:lnTo>
                  <a:lnTo>
                    <a:pt x="397" y="5"/>
                  </a:lnTo>
                  <a:lnTo>
                    <a:pt x="376" y="10"/>
                  </a:lnTo>
                  <a:lnTo>
                    <a:pt x="348" y="19"/>
                  </a:lnTo>
                  <a:lnTo>
                    <a:pt x="314" y="31"/>
                  </a:lnTo>
                  <a:lnTo>
                    <a:pt x="278" y="47"/>
                  </a:lnTo>
                  <a:lnTo>
                    <a:pt x="239" y="68"/>
                  </a:lnTo>
                  <a:lnTo>
                    <a:pt x="218" y="81"/>
                  </a:lnTo>
                  <a:lnTo>
                    <a:pt x="198" y="95"/>
                  </a:lnTo>
                  <a:lnTo>
                    <a:pt x="179" y="109"/>
                  </a:lnTo>
                  <a:lnTo>
                    <a:pt x="158" y="126"/>
                  </a:lnTo>
                  <a:lnTo>
                    <a:pt x="139" y="144"/>
                  </a:lnTo>
                  <a:lnTo>
                    <a:pt x="121" y="163"/>
                  </a:lnTo>
                  <a:lnTo>
                    <a:pt x="102" y="184"/>
                  </a:lnTo>
                  <a:lnTo>
                    <a:pt x="84" y="207"/>
                  </a:lnTo>
                  <a:lnTo>
                    <a:pt x="68" y="232"/>
                  </a:lnTo>
                  <a:lnTo>
                    <a:pt x="54" y="258"/>
                  </a:lnTo>
                  <a:lnTo>
                    <a:pt x="40" y="288"/>
                  </a:lnTo>
                  <a:lnTo>
                    <a:pt x="30" y="318"/>
                  </a:lnTo>
                  <a:lnTo>
                    <a:pt x="19" y="350"/>
                  </a:lnTo>
                  <a:lnTo>
                    <a:pt x="10" y="385"/>
                  </a:lnTo>
                  <a:lnTo>
                    <a:pt x="5" y="420"/>
                  </a:lnTo>
                  <a:lnTo>
                    <a:pt x="0" y="459"/>
                  </a:lnTo>
                  <a:lnTo>
                    <a:pt x="0" y="501"/>
                  </a:lnTo>
                  <a:lnTo>
                    <a:pt x="0" y="543"/>
                  </a:lnTo>
                  <a:lnTo>
                    <a:pt x="0" y="543"/>
                  </a:lnTo>
                  <a:lnTo>
                    <a:pt x="7" y="627"/>
                  </a:lnTo>
                  <a:lnTo>
                    <a:pt x="14" y="703"/>
                  </a:lnTo>
                  <a:lnTo>
                    <a:pt x="23" y="771"/>
                  </a:lnTo>
                  <a:lnTo>
                    <a:pt x="33" y="831"/>
                  </a:lnTo>
                  <a:lnTo>
                    <a:pt x="46" y="884"/>
                  </a:lnTo>
                  <a:lnTo>
                    <a:pt x="56" y="931"/>
                  </a:lnTo>
                  <a:lnTo>
                    <a:pt x="68" y="973"/>
                  </a:lnTo>
                  <a:lnTo>
                    <a:pt x="79" y="1010"/>
                  </a:lnTo>
                  <a:lnTo>
                    <a:pt x="100" y="1072"/>
                  </a:lnTo>
                  <a:lnTo>
                    <a:pt x="107" y="1098"/>
                  </a:lnTo>
                  <a:lnTo>
                    <a:pt x="114" y="1123"/>
                  </a:lnTo>
                  <a:lnTo>
                    <a:pt x="119" y="1146"/>
                  </a:lnTo>
                  <a:lnTo>
                    <a:pt x="121" y="1167"/>
                  </a:lnTo>
                  <a:lnTo>
                    <a:pt x="121" y="1188"/>
                  </a:lnTo>
                  <a:lnTo>
                    <a:pt x="118" y="1209"/>
                  </a:lnTo>
                  <a:lnTo>
                    <a:pt x="118" y="1209"/>
                  </a:lnTo>
                  <a:lnTo>
                    <a:pt x="111" y="1230"/>
                  </a:lnTo>
                  <a:lnTo>
                    <a:pt x="104" y="1249"/>
                  </a:lnTo>
                  <a:lnTo>
                    <a:pt x="97" y="1265"/>
                  </a:lnTo>
                  <a:lnTo>
                    <a:pt x="88" y="1279"/>
                  </a:lnTo>
                  <a:lnTo>
                    <a:pt x="77" y="1293"/>
                  </a:lnTo>
                  <a:lnTo>
                    <a:pt x="68" y="1304"/>
                  </a:lnTo>
                  <a:lnTo>
                    <a:pt x="58" y="1313"/>
                  </a:lnTo>
                  <a:lnTo>
                    <a:pt x="49" y="1321"/>
                  </a:lnTo>
                  <a:lnTo>
                    <a:pt x="31" y="1332"/>
                  </a:lnTo>
                  <a:lnTo>
                    <a:pt x="16" y="1341"/>
                  </a:lnTo>
                  <a:lnTo>
                    <a:pt x="2" y="1344"/>
                  </a:lnTo>
                  <a:lnTo>
                    <a:pt x="2" y="1344"/>
                  </a:lnTo>
                  <a:lnTo>
                    <a:pt x="31" y="1344"/>
                  </a:lnTo>
                  <a:lnTo>
                    <a:pt x="111" y="1341"/>
                  </a:lnTo>
                  <a:lnTo>
                    <a:pt x="163" y="1336"/>
                  </a:lnTo>
                  <a:lnTo>
                    <a:pt x="225" y="1330"/>
                  </a:lnTo>
                  <a:lnTo>
                    <a:pt x="290" y="1321"/>
                  </a:lnTo>
                  <a:lnTo>
                    <a:pt x="360" y="1311"/>
                  </a:lnTo>
                  <a:lnTo>
                    <a:pt x="432" y="1297"/>
                  </a:lnTo>
                  <a:lnTo>
                    <a:pt x="502" y="1279"/>
                  </a:lnTo>
                  <a:lnTo>
                    <a:pt x="539" y="1270"/>
                  </a:lnTo>
                  <a:lnTo>
                    <a:pt x="573" y="1258"/>
                  </a:lnTo>
                  <a:lnTo>
                    <a:pt x="608" y="1246"/>
                  </a:lnTo>
                  <a:lnTo>
                    <a:pt x="640" y="1234"/>
                  </a:lnTo>
                  <a:lnTo>
                    <a:pt x="671" y="1220"/>
                  </a:lnTo>
                  <a:lnTo>
                    <a:pt x="701" y="1204"/>
                  </a:lnTo>
                  <a:lnTo>
                    <a:pt x="731" y="1188"/>
                  </a:lnTo>
                  <a:lnTo>
                    <a:pt x="757" y="1170"/>
                  </a:lnTo>
                  <a:lnTo>
                    <a:pt x="780" y="1151"/>
                  </a:lnTo>
                  <a:lnTo>
                    <a:pt x="803" y="1130"/>
                  </a:lnTo>
                  <a:lnTo>
                    <a:pt x="822" y="1109"/>
                  </a:lnTo>
                  <a:lnTo>
                    <a:pt x="840" y="1086"/>
                  </a:lnTo>
                  <a:lnTo>
                    <a:pt x="840" y="1086"/>
                  </a:lnTo>
                  <a:lnTo>
                    <a:pt x="854" y="1060"/>
                  </a:lnTo>
                  <a:lnTo>
                    <a:pt x="868" y="1031"/>
                  </a:lnTo>
                  <a:lnTo>
                    <a:pt x="884" y="1000"/>
                  </a:lnTo>
                  <a:lnTo>
                    <a:pt x="896" y="965"/>
                  </a:lnTo>
                  <a:lnTo>
                    <a:pt x="910" y="928"/>
                  </a:lnTo>
                  <a:lnTo>
                    <a:pt x="923" y="889"/>
                  </a:lnTo>
                  <a:lnTo>
                    <a:pt x="933" y="849"/>
                  </a:lnTo>
                  <a:lnTo>
                    <a:pt x="942" y="806"/>
                  </a:lnTo>
                  <a:lnTo>
                    <a:pt x="951" y="763"/>
                  </a:lnTo>
                  <a:lnTo>
                    <a:pt x="958" y="717"/>
                  </a:lnTo>
                  <a:lnTo>
                    <a:pt x="963" y="671"/>
                  </a:lnTo>
                  <a:lnTo>
                    <a:pt x="966" y="625"/>
                  </a:lnTo>
                  <a:lnTo>
                    <a:pt x="968" y="578"/>
                  </a:lnTo>
                  <a:lnTo>
                    <a:pt x="966" y="532"/>
                  </a:lnTo>
                  <a:lnTo>
                    <a:pt x="965" y="487"/>
                  </a:lnTo>
                  <a:lnTo>
                    <a:pt x="958" y="441"/>
                  </a:lnTo>
                  <a:lnTo>
                    <a:pt x="951" y="395"/>
                  </a:lnTo>
                  <a:lnTo>
                    <a:pt x="940" y="351"/>
                  </a:lnTo>
                  <a:lnTo>
                    <a:pt x="926" y="309"/>
                  </a:lnTo>
                  <a:lnTo>
                    <a:pt x="908" y="269"/>
                  </a:lnTo>
                  <a:lnTo>
                    <a:pt x="889" y="230"/>
                  </a:lnTo>
                  <a:lnTo>
                    <a:pt x="866" y="193"/>
                  </a:lnTo>
                  <a:lnTo>
                    <a:pt x="854" y="176"/>
                  </a:lnTo>
                  <a:lnTo>
                    <a:pt x="840" y="158"/>
                  </a:lnTo>
                  <a:lnTo>
                    <a:pt x="824" y="142"/>
                  </a:lnTo>
                  <a:lnTo>
                    <a:pt x="808" y="126"/>
                  </a:lnTo>
                  <a:lnTo>
                    <a:pt x="792" y="112"/>
                  </a:lnTo>
                  <a:lnTo>
                    <a:pt x="775" y="98"/>
                  </a:lnTo>
                  <a:lnTo>
                    <a:pt x="756" y="84"/>
                  </a:lnTo>
                  <a:lnTo>
                    <a:pt x="736" y="72"/>
                  </a:lnTo>
                  <a:lnTo>
                    <a:pt x="717" y="61"/>
                  </a:lnTo>
                  <a:lnTo>
                    <a:pt x="694" y="51"/>
                  </a:lnTo>
                  <a:lnTo>
                    <a:pt x="671" y="40"/>
                  </a:lnTo>
                  <a:lnTo>
                    <a:pt x="648" y="31"/>
                  </a:lnTo>
                  <a:lnTo>
                    <a:pt x="624" y="24"/>
                  </a:lnTo>
                  <a:lnTo>
                    <a:pt x="597" y="17"/>
                  </a:lnTo>
                  <a:lnTo>
                    <a:pt x="569" y="12"/>
                  </a:lnTo>
                  <a:lnTo>
                    <a:pt x="541" y="7"/>
                  </a:lnTo>
                  <a:lnTo>
                    <a:pt x="513" y="3"/>
                  </a:lnTo>
                  <a:lnTo>
                    <a:pt x="481" y="2"/>
                  </a:lnTo>
                  <a:lnTo>
                    <a:pt x="450" y="0"/>
                  </a:lnTo>
                  <a:lnTo>
                    <a:pt x="416" y="0"/>
                  </a:lnTo>
                  <a:close/>
                </a:path>
              </a:pathLst>
            </a:custGeom>
            <a:solidFill>
              <a:srgbClr val="A14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4" name="Freeform 135"/>
            <p:cNvSpPr>
              <a:spLocks/>
            </p:cNvSpPr>
            <p:nvPr/>
          </p:nvSpPr>
          <p:spPr bwMode="auto">
            <a:xfrm>
              <a:off x="8743951" y="14288"/>
              <a:ext cx="1536700" cy="2133600"/>
            </a:xfrm>
            <a:custGeom>
              <a:avLst/>
              <a:gdLst>
                <a:gd name="T0" fmla="*/ 416 w 968"/>
                <a:gd name="T1" fmla="*/ 0 h 1344"/>
                <a:gd name="T2" fmla="*/ 376 w 968"/>
                <a:gd name="T3" fmla="*/ 10 h 1344"/>
                <a:gd name="T4" fmla="*/ 314 w 968"/>
                <a:gd name="T5" fmla="*/ 31 h 1344"/>
                <a:gd name="T6" fmla="*/ 239 w 968"/>
                <a:gd name="T7" fmla="*/ 68 h 1344"/>
                <a:gd name="T8" fmla="*/ 198 w 968"/>
                <a:gd name="T9" fmla="*/ 95 h 1344"/>
                <a:gd name="T10" fmla="*/ 158 w 968"/>
                <a:gd name="T11" fmla="*/ 126 h 1344"/>
                <a:gd name="T12" fmla="*/ 121 w 968"/>
                <a:gd name="T13" fmla="*/ 163 h 1344"/>
                <a:gd name="T14" fmla="*/ 84 w 968"/>
                <a:gd name="T15" fmla="*/ 207 h 1344"/>
                <a:gd name="T16" fmla="*/ 54 w 968"/>
                <a:gd name="T17" fmla="*/ 258 h 1344"/>
                <a:gd name="T18" fmla="*/ 30 w 968"/>
                <a:gd name="T19" fmla="*/ 318 h 1344"/>
                <a:gd name="T20" fmla="*/ 10 w 968"/>
                <a:gd name="T21" fmla="*/ 385 h 1344"/>
                <a:gd name="T22" fmla="*/ 0 w 968"/>
                <a:gd name="T23" fmla="*/ 459 h 1344"/>
                <a:gd name="T24" fmla="*/ 0 w 968"/>
                <a:gd name="T25" fmla="*/ 543 h 1344"/>
                <a:gd name="T26" fmla="*/ 7 w 968"/>
                <a:gd name="T27" fmla="*/ 627 h 1344"/>
                <a:gd name="T28" fmla="*/ 23 w 968"/>
                <a:gd name="T29" fmla="*/ 771 h 1344"/>
                <a:gd name="T30" fmla="*/ 46 w 968"/>
                <a:gd name="T31" fmla="*/ 884 h 1344"/>
                <a:gd name="T32" fmla="*/ 68 w 968"/>
                <a:gd name="T33" fmla="*/ 973 h 1344"/>
                <a:gd name="T34" fmla="*/ 100 w 968"/>
                <a:gd name="T35" fmla="*/ 1072 h 1344"/>
                <a:gd name="T36" fmla="*/ 114 w 968"/>
                <a:gd name="T37" fmla="*/ 1123 h 1344"/>
                <a:gd name="T38" fmla="*/ 121 w 968"/>
                <a:gd name="T39" fmla="*/ 1167 h 1344"/>
                <a:gd name="T40" fmla="*/ 118 w 968"/>
                <a:gd name="T41" fmla="*/ 1209 h 1344"/>
                <a:gd name="T42" fmla="*/ 111 w 968"/>
                <a:gd name="T43" fmla="*/ 1230 h 1344"/>
                <a:gd name="T44" fmla="*/ 97 w 968"/>
                <a:gd name="T45" fmla="*/ 1265 h 1344"/>
                <a:gd name="T46" fmla="*/ 77 w 968"/>
                <a:gd name="T47" fmla="*/ 1293 h 1344"/>
                <a:gd name="T48" fmla="*/ 58 w 968"/>
                <a:gd name="T49" fmla="*/ 1313 h 1344"/>
                <a:gd name="T50" fmla="*/ 31 w 968"/>
                <a:gd name="T51" fmla="*/ 1332 h 1344"/>
                <a:gd name="T52" fmla="*/ 2 w 968"/>
                <a:gd name="T53" fmla="*/ 1344 h 1344"/>
                <a:gd name="T54" fmla="*/ 31 w 968"/>
                <a:gd name="T55" fmla="*/ 1344 h 1344"/>
                <a:gd name="T56" fmla="*/ 163 w 968"/>
                <a:gd name="T57" fmla="*/ 1336 h 1344"/>
                <a:gd name="T58" fmla="*/ 290 w 968"/>
                <a:gd name="T59" fmla="*/ 1321 h 1344"/>
                <a:gd name="T60" fmla="*/ 432 w 968"/>
                <a:gd name="T61" fmla="*/ 1297 h 1344"/>
                <a:gd name="T62" fmla="*/ 539 w 968"/>
                <a:gd name="T63" fmla="*/ 1270 h 1344"/>
                <a:gd name="T64" fmla="*/ 608 w 968"/>
                <a:gd name="T65" fmla="*/ 1246 h 1344"/>
                <a:gd name="T66" fmla="*/ 671 w 968"/>
                <a:gd name="T67" fmla="*/ 1220 h 1344"/>
                <a:gd name="T68" fmla="*/ 731 w 968"/>
                <a:gd name="T69" fmla="*/ 1188 h 1344"/>
                <a:gd name="T70" fmla="*/ 780 w 968"/>
                <a:gd name="T71" fmla="*/ 1151 h 1344"/>
                <a:gd name="T72" fmla="*/ 822 w 968"/>
                <a:gd name="T73" fmla="*/ 1109 h 1344"/>
                <a:gd name="T74" fmla="*/ 840 w 968"/>
                <a:gd name="T75" fmla="*/ 1086 h 1344"/>
                <a:gd name="T76" fmla="*/ 868 w 968"/>
                <a:gd name="T77" fmla="*/ 1031 h 1344"/>
                <a:gd name="T78" fmla="*/ 896 w 968"/>
                <a:gd name="T79" fmla="*/ 965 h 1344"/>
                <a:gd name="T80" fmla="*/ 923 w 968"/>
                <a:gd name="T81" fmla="*/ 889 h 1344"/>
                <a:gd name="T82" fmla="*/ 942 w 968"/>
                <a:gd name="T83" fmla="*/ 806 h 1344"/>
                <a:gd name="T84" fmla="*/ 958 w 968"/>
                <a:gd name="T85" fmla="*/ 717 h 1344"/>
                <a:gd name="T86" fmla="*/ 966 w 968"/>
                <a:gd name="T87" fmla="*/ 625 h 1344"/>
                <a:gd name="T88" fmla="*/ 966 w 968"/>
                <a:gd name="T89" fmla="*/ 532 h 1344"/>
                <a:gd name="T90" fmla="*/ 958 w 968"/>
                <a:gd name="T91" fmla="*/ 441 h 1344"/>
                <a:gd name="T92" fmla="*/ 940 w 968"/>
                <a:gd name="T93" fmla="*/ 351 h 1344"/>
                <a:gd name="T94" fmla="*/ 908 w 968"/>
                <a:gd name="T95" fmla="*/ 269 h 1344"/>
                <a:gd name="T96" fmla="*/ 866 w 968"/>
                <a:gd name="T97" fmla="*/ 193 h 1344"/>
                <a:gd name="T98" fmla="*/ 840 w 968"/>
                <a:gd name="T99" fmla="*/ 158 h 1344"/>
                <a:gd name="T100" fmla="*/ 808 w 968"/>
                <a:gd name="T101" fmla="*/ 126 h 1344"/>
                <a:gd name="T102" fmla="*/ 775 w 968"/>
                <a:gd name="T103" fmla="*/ 98 h 1344"/>
                <a:gd name="T104" fmla="*/ 736 w 968"/>
                <a:gd name="T105" fmla="*/ 72 h 1344"/>
                <a:gd name="T106" fmla="*/ 694 w 968"/>
                <a:gd name="T107" fmla="*/ 51 h 1344"/>
                <a:gd name="T108" fmla="*/ 648 w 968"/>
                <a:gd name="T109" fmla="*/ 31 h 1344"/>
                <a:gd name="T110" fmla="*/ 597 w 968"/>
                <a:gd name="T111" fmla="*/ 17 h 1344"/>
                <a:gd name="T112" fmla="*/ 541 w 968"/>
                <a:gd name="T113" fmla="*/ 7 h 1344"/>
                <a:gd name="T114" fmla="*/ 481 w 968"/>
                <a:gd name="T115" fmla="*/ 2 h 1344"/>
                <a:gd name="T116" fmla="*/ 416 w 968"/>
                <a:gd name="T117" fmla="*/ 0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8" h="1344">
                  <a:moveTo>
                    <a:pt x="416" y="0"/>
                  </a:moveTo>
                  <a:lnTo>
                    <a:pt x="416" y="0"/>
                  </a:lnTo>
                  <a:lnTo>
                    <a:pt x="397" y="5"/>
                  </a:lnTo>
                  <a:lnTo>
                    <a:pt x="376" y="10"/>
                  </a:lnTo>
                  <a:lnTo>
                    <a:pt x="348" y="19"/>
                  </a:lnTo>
                  <a:lnTo>
                    <a:pt x="314" y="31"/>
                  </a:lnTo>
                  <a:lnTo>
                    <a:pt x="278" y="47"/>
                  </a:lnTo>
                  <a:lnTo>
                    <a:pt x="239" y="68"/>
                  </a:lnTo>
                  <a:lnTo>
                    <a:pt x="218" y="81"/>
                  </a:lnTo>
                  <a:lnTo>
                    <a:pt x="198" y="95"/>
                  </a:lnTo>
                  <a:lnTo>
                    <a:pt x="179" y="109"/>
                  </a:lnTo>
                  <a:lnTo>
                    <a:pt x="158" y="126"/>
                  </a:lnTo>
                  <a:lnTo>
                    <a:pt x="139" y="144"/>
                  </a:lnTo>
                  <a:lnTo>
                    <a:pt x="121" y="163"/>
                  </a:lnTo>
                  <a:lnTo>
                    <a:pt x="102" y="184"/>
                  </a:lnTo>
                  <a:lnTo>
                    <a:pt x="84" y="207"/>
                  </a:lnTo>
                  <a:lnTo>
                    <a:pt x="68" y="232"/>
                  </a:lnTo>
                  <a:lnTo>
                    <a:pt x="54" y="258"/>
                  </a:lnTo>
                  <a:lnTo>
                    <a:pt x="40" y="288"/>
                  </a:lnTo>
                  <a:lnTo>
                    <a:pt x="30" y="318"/>
                  </a:lnTo>
                  <a:lnTo>
                    <a:pt x="19" y="350"/>
                  </a:lnTo>
                  <a:lnTo>
                    <a:pt x="10" y="385"/>
                  </a:lnTo>
                  <a:lnTo>
                    <a:pt x="5" y="420"/>
                  </a:lnTo>
                  <a:lnTo>
                    <a:pt x="0" y="459"/>
                  </a:lnTo>
                  <a:lnTo>
                    <a:pt x="0" y="501"/>
                  </a:lnTo>
                  <a:lnTo>
                    <a:pt x="0" y="543"/>
                  </a:lnTo>
                  <a:lnTo>
                    <a:pt x="0" y="543"/>
                  </a:lnTo>
                  <a:lnTo>
                    <a:pt x="7" y="627"/>
                  </a:lnTo>
                  <a:lnTo>
                    <a:pt x="14" y="703"/>
                  </a:lnTo>
                  <a:lnTo>
                    <a:pt x="23" y="771"/>
                  </a:lnTo>
                  <a:lnTo>
                    <a:pt x="33" y="831"/>
                  </a:lnTo>
                  <a:lnTo>
                    <a:pt x="46" y="884"/>
                  </a:lnTo>
                  <a:lnTo>
                    <a:pt x="56" y="931"/>
                  </a:lnTo>
                  <a:lnTo>
                    <a:pt x="68" y="973"/>
                  </a:lnTo>
                  <a:lnTo>
                    <a:pt x="79" y="1010"/>
                  </a:lnTo>
                  <a:lnTo>
                    <a:pt x="100" y="1072"/>
                  </a:lnTo>
                  <a:lnTo>
                    <a:pt x="107" y="1098"/>
                  </a:lnTo>
                  <a:lnTo>
                    <a:pt x="114" y="1123"/>
                  </a:lnTo>
                  <a:lnTo>
                    <a:pt x="119" y="1146"/>
                  </a:lnTo>
                  <a:lnTo>
                    <a:pt x="121" y="1167"/>
                  </a:lnTo>
                  <a:lnTo>
                    <a:pt x="121" y="1188"/>
                  </a:lnTo>
                  <a:lnTo>
                    <a:pt x="118" y="1209"/>
                  </a:lnTo>
                  <a:lnTo>
                    <a:pt x="118" y="1209"/>
                  </a:lnTo>
                  <a:lnTo>
                    <a:pt x="111" y="1230"/>
                  </a:lnTo>
                  <a:lnTo>
                    <a:pt x="104" y="1249"/>
                  </a:lnTo>
                  <a:lnTo>
                    <a:pt x="97" y="1265"/>
                  </a:lnTo>
                  <a:lnTo>
                    <a:pt x="88" y="1279"/>
                  </a:lnTo>
                  <a:lnTo>
                    <a:pt x="77" y="1293"/>
                  </a:lnTo>
                  <a:lnTo>
                    <a:pt x="68" y="1304"/>
                  </a:lnTo>
                  <a:lnTo>
                    <a:pt x="58" y="1313"/>
                  </a:lnTo>
                  <a:lnTo>
                    <a:pt x="49" y="1321"/>
                  </a:lnTo>
                  <a:lnTo>
                    <a:pt x="31" y="1332"/>
                  </a:lnTo>
                  <a:lnTo>
                    <a:pt x="16" y="1341"/>
                  </a:lnTo>
                  <a:lnTo>
                    <a:pt x="2" y="1344"/>
                  </a:lnTo>
                  <a:lnTo>
                    <a:pt x="2" y="1344"/>
                  </a:lnTo>
                  <a:lnTo>
                    <a:pt x="31" y="1344"/>
                  </a:lnTo>
                  <a:lnTo>
                    <a:pt x="111" y="1341"/>
                  </a:lnTo>
                  <a:lnTo>
                    <a:pt x="163" y="1336"/>
                  </a:lnTo>
                  <a:lnTo>
                    <a:pt x="225" y="1330"/>
                  </a:lnTo>
                  <a:lnTo>
                    <a:pt x="290" y="1321"/>
                  </a:lnTo>
                  <a:lnTo>
                    <a:pt x="360" y="1311"/>
                  </a:lnTo>
                  <a:lnTo>
                    <a:pt x="432" y="1297"/>
                  </a:lnTo>
                  <a:lnTo>
                    <a:pt x="502" y="1279"/>
                  </a:lnTo>
                  <a:lnTo>
                    <a:pt x="539" y="1270"/>
                  </a:lnTo>
                  <a:lnTo>
                    <a:pt x="573" y="1258"/>
                  </a:lnTo>
                  <a:lnTo>
                    <a:pt x="608" y="1246"/>
                  </a:lnTo>
                  <a:lnTo>
                    <a:pt x="640" y="1234"/>
                  </a:lnTo>
                  <a:lnTo>
                    <a:pt x="671" y="1220"/>
                  </a:lnTo>
                  <a:lnTo>
                    <a:pt x="701" y="1204"/>
                  </a:lnTo>
                  <a:lnTo>
                    <a:pt x="731" y="1188"/>
                  </a:lnTo>
                  <a:lnTo>
                    <a:pt x="757" y="1170"/>
                  </a:lnTo>
                  <a:lnTo>
                    <a:pt x="780" y="1151"/>
                  </a:lnTo>
                  <a:lnTo>
                    <a:pt x="803" y="1130"/>
                  </a:lnTo>
                  <a:lnTo>
                    <a:pt x="822" y="1109"/>
                  </a:lnTo>
                  <a:lnTo>
                    <a:pt x="840" y="1086"/>
                  </a:lnTo>
                  <a:lnTo>
                    <a:pt x="840" y="1086"/>
                  </a:lnTo>
                  <a:lnTo>
                    <a:pt x="854" y="1060"/>
                  </a:lnTo>
                  <a:lnTo>
                    <a:pt x="868" y="1031"/>
                  </a:lnTo>
                  <a:lnTo>
                    <a:pt x="884" y="1000"/>
                  </a:lnTo>
                  <a:lnTo>
                    <a:pt x="896" y="965"/>
                  </a:lnTo>
                  <a:lnTo>
                    <a:pt x="910" y="928"/>
                  </a:lnTo>
                  <a:lnTo>
                    <a:pt x="923" y="889"/>
                  </a:lnTo>
                  <a:lnTo>
                    <a:pt x="933" y="849"/>
                  </a:lnTo>
                  <a:lnTo>
                    <a:pt x="942" y="806"/>
                  </a:lnTo>
                  <a:lnTo>
                    <a:pt x="951" y="763"/>
                  </a:lnTo>
                  <a:lnTo>
                    <a:pt x="958" y="717"/>
                  </a:lnTo>
                  <a:lnTo>
                    <a:pt x="963" y="671"/>
                  </a:lnTo>
                  <a:lnTo>
                    <a:pt x="966" y="625"/>
                  </a:lnTo>
                  <a:lnTo>
                    <a:pt x="968" y="578"/>
                  </a:lnTo>
                  <a:lnTo>
                    <a:pt x="966" y="532"/>
                  </a:lnTo>
                  <a:lnTo>
                    <a:pt x="965" y="487"/>
                  </a:lnTo>
                  <a:lnTo>
                    <a:pt x="958" y="441"/>
                  </a:lnTo>
                  <a:lnTo>
                    <a:pt x="951" y="395"/>
                  </a:lnTo>
                  <a:lnTo>
                    <a:pt x="940" y="351"/>
                  </a:lnTo>
                  <a:lnTo>
                    <a:pt x="926" y="309"/>
                  </a:lnTo>
                  <a:lnTo>
                    <a:pt x="908" y="269"/>
                  </a:lnTo>
                  <a:lnTo>
                    <a:pt x="889" y="230"/>
                  </a:lnTo>
                  <a:lnTo>
                    <a:pt x="866" y="193"/>
                  </a:lnTo>
                  <a:lnTo>
                    <a:pt x="854" y="176"/>
                  </a:lnTo>
                  <a:lnTo>
                    <a:pt x="840" y="158"/>
                  </a:lnTo>
                  <a:lnTo>
                    <a:pt x="824" y="142"/>
                  </a:lnTo>
                  <a:lnTo>
                    <a:pt x="808" y="126"/>
                  </a:lnTo>
                  <a:lnTo>
                    <a:pt x="792" y="112"/>
                  </a:lnTo>
                  <a:lnTo>
                    <a:pt x="775" y="98"/>
                  </a:lnTo>
                  <a:lnTo>
                    <a:pt x="756" y="84"/>
                  </a:lnTo>
                  <a:lnTo>
                    <a:pt x="736" y="72"/>
                  </a:lnTo>
                  <a:lnTo>
                    <a:pt x="717" y="61"/>
                  </a:lnTo>
                  <a:lnTo>
                    <a:pt x="694" y="51"/>
                  </a:lnTo>
                  <a:lnTo>
                    <a:pt x="671" y="40"/>
                  </a:lnTo>
                  <a:lnTo>
                    <a:pt x="648" y="31"/>
                  </a:lnTo>
                  <a:lnTo>
                    <a:pt x="624" y="24"/>
                  </a:lnTo>
                  <a:lnTo>
                    <a:pt x="597" y="17"/>
                  </a:lnTo>
                  <a:lnTo>
                    <a:pt x="569" y="12"/>
                  </a:lnTo>
                  <a:lnTo>
                    <a:pt x="541" y="7"/>
                  </a:lnTo>
                  <a:lnTo>
                    <a:pt x="513" y="3"/>
                  </a:lnTo>
                  <a:lnTo>
                    <a:pt x="481" y="2"/>
                  </a:lnTo>
                  <a:lnTo>
                    <a:pt x="450" y="0"/>
                  </a:lnTo>
                  <a:lnTo>
                    <a:pt x="4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5" name="Freeform 136"/>
            <p:cNvSpPr>
              <a:spLocks/>
            </p:cNvSpPr>
            <p:nvPr/>
          </p:nvSpPr>
          <p:spPr bwMode="auto">
            <a:xfrm>
              <a:off x="9318626" y="1985963"/>
              <a:ext cx="442913" cy="128588"/>
            </a:xfrm>
            <a:custGeom>
              <a:avLst/>
              <a:gdLst>
                <a:gd name="T0" fmla="*/ 53 w 279"/>
                <a:gd name="T1" fmla="*/ 0 h 81"/>
                <a:gd name="T2" fmla="*/ 239 w 279"/>
                <a:gd name="T3" fmla="*/ 21 h 81"/>
                <a:gd name="T4" fmla="*/ 279 w 279"/>
                <a:gd name="T5" fmla="*/ 48 h 81"/>
                <a:gd name="T6" fmla="*/ 279 w 279"/>
                <a:gd name="T7" fmla="*/ 48 h 81"/>
                <a:gd name="T8" fmla="*/ 276 w 279"/>
                <a:gd name="T9" fmla="*/ 53 h 81"/>
                <a:gd name="T10" fmla="*/ 262 w 279"/>
                <a:gd name="T11" fmla="*/ 64 h 81"/>
                <a:gd name="T12" fmla="*/ 251 w 279"/>
                <a:gd name="T13" fmla="*/ 69 h 81"/>
                <a:gd name="T14" fmla="*/ 241 w 279"/>
                <a:gd name="T15" fmla="*/ 74 h 81"/>
                <a:gd name="T16" fmla="*/ 227 w 279"/>
                <a:gd name="T17" fmla="*/ 79 h 81"/>
                <a:gd name="T18" fmla="*/ 211 w 279"/>
                <a:gd name="T19" fmla="*/ 81 h 81"/>
                <a:gd name="T20" fmla="*/ 211 w 279"/>
                <a:gd name="T21" fmla="*/ 81 h 81"/>
                <a:gd name="T22" fmla="*/ 188 w 279"/>
                <a:gd name="T23" fmla="*/ 79 h 81"/>
                <a:gd name="T24" fmla="*/ 158 w 279"/>
                <a:gd name="T25" fmla="*/ 74 h 81"/>
                <a:gd name="T26" fmla="*/ 123 w 279"/>
                <a:gd name="T27" fmla="*/ 65 h 81"/>
                <a:gd name="T28" fmla="*/ 88 w 279"/>
                <a:gd name="T29" fmla="*/ 57 h 81"/>
                <a:gd name="T30" fmla="*/ 26 w 279"/>
                <a:gd name="T31" fmla="*/ 39 h 81"/>
                <a:gd name="T32" fmla="*/ 0 w 279"/>
                <a:gd name="T33" fmla="*/ 30 h 81"/>
                <a:gd name="T34" fmla="*/ 53 w 279"/>
                <a:gd name="T35"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9" h="81">
                  <a:moveTo>
                    <a:pt x="53" y="0"/>
                  </a:moveTo>
                  <a:lnTo>
                    <a:pt x="239" y="21"/>
                  </a:lnTo>
                  <a:lnTo>
                    <a:pt x="279" y="48"/>
                  </a:lnTo>
                  <a:lnTo>
                    <a:pt x="279" y="48"/>
                  </a:lnTo>
                  <a:lnTo>
                    <a:pt x="276" y="53"/>
                  </a:lnTo>
                  <a:lnTo>
                    <a:pt x="262" y="64"/>
                  </a:lnTo>
                  <a:lnTo>
                    <a:pt x="251" y="69"/>
                  </a:lnTo>
                  <a:lnTo>
                    <a:pt x="241" y="74"/>
                  </a:lnTo>
                  <a:lnTo>
                    <a:pt x="227" y="79"/>
                  </a:lnTo>
                  <a:lnTo>
                    <a:pt x="211" y="81"/>
                  </a:lnTo>
                  <a:lnTo>
                    <a:pt x="211" y="81"/>
                  </a:lnTo>
                  <a:lnTo>
                    <a:pt x="188" y="79"/>
                  </a:lnTo>
                  <a:lnTo>
                    <a:pt x="158" y="74"/>
                  </a:lnTo>
                  <a:lnTo>
                    <a:pt x="123" y="65"/>
                  </a:lnTo>
                  <a:lnTo>
                    <a:pt x="88" y="57"/>
                  </a:lnTo>
                  <a:lnTo>
                    <a:pt x="26" y="39"/>
                  </a:lnTo>
                  <a:lnTo>
                    <a:pt x="0" y="30"/>
                  </a:lnTo>
                  <a:lnTo>
                    <a:pt x="53" y="0"/>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6" name="Freeform 137"/>
            <p:cNvSpPr>
              <a:spLocks/>
            </p:cNvSpPr>
            <p:nvPr/>
          </p:nvSpPr>
          <p:spPr bwMode="auto">
            <a:xfrm>
              <a:off x="9402763" y="1833563"/>
              <a:ext cx="381000" cy="725488"/>
            </a:xfrm>
            <a:custGeom>
              <a:avLst/>
              <a:gdLst>
                <a:gd name="T0" fmla="*/ 0 w 240"/>
                <a:gd name="T1" fmla="*/ 0 h 457"/>
                <a:gd name="T2" fmla="*/ 0 w 240"/>
                <a:gd name="T3" fmla="*/ 0 h 457"/>
                <a:gd name="T4" fmla="*/ 7 w 240"/>
                <a:gd name="T5" fmla="*/ 14 h 457"/>
                <a:gd name="T6" fmla="*/ 14 w 240"/>
                <a:gd name="T7" fmla="*/ 30 h 457"/>
                <a:gd name="T8" fmla="*/ 19 w 240"/>
                <a:gd name="T9" fmla="*/ 49 h 457"/>
                <a:gd name="T10" fmla="*/ 22 w 240"/>
                <a:gd name="T11" fmla="*/ 74 h 457"/>
                <a:gd name="T12" fmla="*/ 22 w 240"/>
                <a:gd name="T13" fmla="*/ 86 h 457"/>
                <a:gd name="T14" fmla="*/ 22 w 240"/>
                <a:gd name="T15" fmla="*/ 98 h 457"/>
                <a:gd name="T16" fmla="*/ 19 w 240"/>
                <a:gd name="T17" fmla="*/ 110 h 457"/>
                <a:gd name="T18" fmla="*/ 15 w 240"/>
                <a:gd name="T19" fmla="*/ 124 h 457"/>
                <a:gd name="T20" fmla="*/ 8 w 240"/>
                <a:gd name="T21" fmla="*/ 137 h 457"/>
                <a:gd name="T22" fmla="*/ 0 w 240"/>
                <a:gd name="T23" fmla="*/ 149 h 457"/>
                <a:gd name="T24" fmla="*/ 0 w 240"/>
                <a:gd name="T25" fmla="*/ 149 h 457"/>
                <a:gd name="T26" fmla="*/ 0 w 240"/>
                <a:gd name="T27" fmla="*/ 160 h 457"/>
                <a:gd name="T28" fmla="*/ 0 w 240"/>
                <a:gd name="T29" fmla="*/ 186 h 457"/>
                <a:gd name="T30" fmla="*/ 3 w 240"/>
                <a:gd name="T31" fmla="*/ 205 h 457"/>
                <a:gd name="T32" fmla="*/ 5 w 240"/>
                <a:gd name="T33" fmla="*/ 226 h 457"/>
                <a:gd name="T34" fmla="*/ 10 w 240"/>
                <a:gd name="T35" fmla="*/ 249 h 457"/>
                <a:gd name="T36" fmla="*/ 17 w 240"/>
                <a:gd name="T37" fmla="*/ 274 h 457"/>
                <a:gd name="T38" fmla="*/ 28 w 240"/>
                <a:gd name="T39" fmla="*/ 300 h 457"/>
                <a:gd name="T40" fmla="*/ 40 w 240"/>
                <a:gd name="T41" fmla="*/ 327 h 457"/>
                <a:gd name="T42" fmla="*/ 56 w 240"/>
                <a:gd name="T43" fmla="*/ 351 h 457"/>
                <a:gd name="T44" fmla="*/ 75 w 240"/>
                <a:gd name="T45" fmla="*/ 376 h 457"/>
                <a:gd name="T46" fmla="*/ 98 w 240"/>
                <a:gd name="T47" fmla="*/ 400 h 457"/>
                <a:gd name="T48" fmla="*/ 112 w 240"/>
                <a:gd name="T49" fmla="*/ 411 h 457"/>
                <a:gd name="T50" fmla="*/ 126 w 240"/>
                <a:gd name="T51" fmla="*/ 422 h 457"/>
                <a:gd name="T52" fmla="*/ 142 w 240"/>
                <a:gd name="T53" fmla="*/ 432 h 457"/>
                <a:gd name="T54" fmla="*/ 158 w 240"/>
                <a:gd name="T55" fmla="*/ 441 h 457"/>
                <a:gd name="T56" fmla="*/ 177 w 240"/>
                <a:gd name="T57" fmla="*/ 450 h 457"/>
                <a:gd name="T58" fmla="*/ 196 w 240"/>
                <a:gd name="T59" fmla="*/ 457 h 457"/>
                <a:gd name="T60" fmla="*/ 196 w 240"/>
                <a:gd name="T61" fmla="*/ 457 h 457"/>
                <a:gd name="T62" fmla="*/ 207 w 240"/>
                <a:gd name="T63" fmla="*/ 432 h 457"/>
                <a:gd name="T64" fmla="*/ 218 w 240"/>
                <a:gd name="T65" fmla="*/ 406 h 457"/>
                <a:gd name="T66" fmla="*/ 228 w 240"/>
                <a:gd name="T67" fmla="*/ 371 h 457"/>
                <a:gd name="T68" fmla="*/ 232 w 240"/>
                <a:gd name="T69" fmla="*/ 351 h 457"/>
                <a:gd name="T70" fmla="*/ 235 w 240"/>
                <a:gd name="T71" fmla="*/ 330 h 457"/>
                <a:gd name="T72" fmla="*/ 239 w 240"/>
                <a:gd name="T73" fmla="*/ 307 h 457"/>
                <a:gd name="T74" fmla="*/ 240 w 240"/>
                <a:gd name="T75" fmla="*/ 284 h 457"/>
                <a:gd name="T76" fmla="*/ 239 w 240"/>
                <a:gd name="T77" fmla="*/ 262 h 457"/>
                <a:gd name="T78" fmla="*/ 237 w 240"/>
                <a:gd name="T79" fmla="*/ 239 h 457"/>
                <a:gd name="T80" fmla="*/ 233 w 240"/>
                <a:gd name="T81" fmla="*/ 216 h 457"/>
                <a:gd name="T82" fmla="*/ 226 w 240"/>
                <a:gd name="T83" fmla="*/ 193 h 457"/>
                <a:gd name="T84" fmla="*/ 226 w 240"/>
                <a:gd name="T85" fmla="*/ 193 h 457"/>
                <a:gd name="T86" fmla="*/ 214 w 240"/>
                <a:gd name="T87" fmla="*/ 186 h 457"/>
                <a:gd name="T88" fmla="*/ 202 w 240"/>
                <a:gd name="T89" fmla="*/ 177 h 457"/>
                <a:gd name="T90" fmla="*/ 188 w 240"/>
                <a:gd name="T91" fmla="*/ 165 h 457"/>
                <a:gd name="T92" fmla="*/ 181 w 240"/>
                <a:gd name="T93" fmla="*/ 156 h 457"/>
                <a:gd name="T94" fmla="*/ 175 w 240"/>
                <a:gd name="T95" fmla="*/ 146 h 457"/>
                <a:gd name="T96" fmla="*/ 170 w 240"/>
                <a:gd name="T97" fmla="*/ 135 h 457"/>
                <a:gd name="T98" fmla="*/ 165 w 240"/>
                <a:gd name="T99" fmla="*/ 121 h 457"/>
                <a:gd name="T100" fmla="*/ 161 w 240"/>
                <a:gd name="T101" fmla="*/ 107 h 457"/>
                <a:gd name="T102" fmla="*/ 160 w 240"/>
                <a:gd name="T103" fmla="*/ 91 h 457"/>
                <a:gd name="T104" fmla="*/ 160 w 240"/>
                <a:gd name="T105" fmla="*/ 72 h 457"/>
                <a:gd name="T106" fmla="*/ 161 w 240"/>
                <a:gd name="T107" fmla="*/ 52 h 457"/>
                <a:gd name="T108" fmla="*/ 0 w 240"/>
                <a:gd name="T10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0" h="457">
                  <a:moveTo>
                    <a:pt x="0" y="0"/>
                  </a:moveTo>
                  <a:lnTo>
                    <a:pt x="0" y="0"/>
                  </a:lnTo>
                  <a:lnTo>
                    <a:pt x="7" y="14"/>
                  </a:lnTo>
                  <a:lnTo>
                    <a:pt x="14" y="30"/>
                  </a:lnTo>
                  <a:lnTo>
                    <a:pt x="19" y="49"/>
                  </a:lnTo>
                  <a:lnTo>
                    <a:pt x="22" y="74"/>
                  </a:lnTo>
                  <a:lnTo>
                    <a:pt x="22" y="86"/>
                  </a:lnTo>
                  <a:lnTo>
                    <a:pt x="22" y="98"/>
                  </a:lnTo>
                  <a:lnTo>
                    <a:pt x="19" y="110"/>
                  </a:lnTo>
                  <a:lnTo>
                    <a:pt x="15" y="124"/>
                  </a:lnTo>
                  <a:lnTo>
                    <a:pt x="8" y="137"/>
                  </a:lnTo>
                  <a:lnTo>
                    <a:pt x="0" y="149"/>
                  </a:lnTo>
                  <a:lnTo>
                    <a:pt x="0" y="149"/>
                  </a:lnTo>
                  <a:lnTo>
                    <a:pt x="0" y="160"/>
                  </a:lnTo>
                  <a:lnTo>
                    <a:pt x="0" y="186"/>
                  </a:lnTo>
                  <a:lnTo>
                    <a:pt x="3" y="205"/>
                  </a:lnTo>
                  <a:lnTo>
                    <a:pt x="5" y="226"/>
                  </a:lnTo>
                  <a:lnTo>
                    <a:pt x="10" y="249"/>
                  </a:lnTo>
                  <a:lnTo>
                    <a:pt x="17" y="274"/>
                  </a:lnTo>
                  <a:lnTo>
                    <a:pt x="28" y="300"/>
                  </a:lnTo>
                  <a:lnTo>
                    <a:pt x="40" y="327"/>
                  </a:lnTo>
                  <a:lnTo>
                    <a:pt x="56" y="351"/>
                  </a:lnTo>
                  <a:lnTo>
                    <a:pt x="75" y="376"/>
                  </a:lnTo>
                  <a:lnTo>
                    <a:pt x="98" y="400"/>
                  </a:lnTo>
                  <a:lnTo>
                    <a:pt x="112" y="411"/>
                  </a:lnTo>
                  <a:lnTo>
                    <a:pt x="126" y="422"/>
                  </a:lnTo>
                  <a:lnTo>
                    <a:pt x="142" y="432"/>
                  </a:lnTo>
                  <a:lnTo>
                    <a:pt x="158" y="441"/>
                  </a:lnTo>
                  <a:lnTo>
                    <a:pt x="177" y="450"/>
                  </a:lnTo>
                  <a:lnTo>
                    <a:pt x="196" y="457"/>
                  </a:lnTo>
                  <a:lnTo>
                    <a:pt x="196" y="457"/>
                  </a:lnTo>
                  <a:lnTo>
                    <a:pt x="207" y="432"/>
                  </a:lnTo>
                  <a:lnTo>
                    <a:pt x="218" y="406"/>
                  </a:lnTo>
                  <a:lnTo>
                    <a:pt x="228" y="371"/>
                  </a:lnTo>
                  <a:lnTo>
                    <a:pt x="232" y="351"/>
                  </a:lnTo>
                  <a:lnTo>
                    <a:pt x="235" y="330"/>
                  </a:lnTo>
                  <a:lnTo>
                    <a:pt x="239" y="307"/>
                  </a:lnTo>
                  <a:lnTo>
                    <a:pt x="240" y="284"/>
                  </a:lnTo>
                  <a:lnTo>
                    <a:pt x="239" y="262"/>
                  </a:lnTo>
                  <a:lnTo>
                    <a:pt x="237" y="239"/>
                  </a:lnTo>
                  <a:lnTo>
                    <a:pt x="233" y="216"/>
                  </a:lnTo>
                  <a:lnTo>
                    <a:pt x="226" y="193"/>
                  </a:lnTo>
                  <a:lnTo>
                    <a:pt x="226" y="193"/>
                  </a:lnTo>
                  <a:lnTo>
                    <a:pt x="214" y="186"/>
                  </a:lnTo>
                  <a:lnTo>
                    <a:pt x="202" y="177"/>
                  </a:lnTo>
                  <a:lnTo>
                    <a:pt x="188" y="165"/>
                  </a:lnTo>
                  <a:lnTo>
                    <a:pt x="181" y="156"/>
                  </a:lnTo>
                  <a:lnTo>
                    <a:pt x="175" y="146"/>
                  </a:lnTo>
                  <a:lnTo>
                    <a:pt x="170" y="135"/>
                  </a:lnTo>
                  <a:lnTo>
                    <a:pt x="165" y="121"/>
                  </a:lnTo>
                  <a:lnTo>
                    <a:pt x="161" y="107"/>
                  </a:lnTo>
                  <a:lnTo>
                    <a:pt x="160" y="91"/>
                  </a:lnTo>
                  <a:lnTo>
                    <a:pt x="160" y="72"/>
                  </a:lnTo>
                  <a:lnTo>
                    <a:pt x="161" y="52"/>
                  </a:lnTo>
                  <a:lnTo>
                    <a:pt x="0" y="0"/>
                  </a:lnTo>
                  <a:close/>
                </a:path>
              </a:pathLst>
            </a:custGeom>
            <a:solidFill>
              <a:srgbClr val="F2D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7" name="Freeform 138"/>
            <p:cNvSpPr>
              <a:spLocks/>
            </p:cNvSpPr>
            <p:nvPr/>
          </p:nvSpPr>
          <p:spPr bwMode="auto">
            <a:xfrm>
              <a:off x="10202863" y="946150"/>
              <a:ext cx="114300" cy="393700"/>
            </a:xfrm>
            <a:custGeom>
              <a:avLst/>
              <a:gdLst>
                <a:gd name="T0" fmla="*/ 33 w 72"/>
                <a:gd name="T1" fmla="*/ 0 h 248"/>
                <a:gd name="T2" fmla="*/ 33 w 72"/>
                <a:gd name="T3" fmla="*/ 0 h 248"/>
                <a:gd name="T4" fmla="*/ 40 w 72"/>
                <a:gd name="T5" fmla="*/ 2 h 248"/>
                <a:gd name="T6" fmla="*/ 47 w 72"/>
                <a:gd name="T7" fmla="*/ 5 h 248"/>
                <a:gd name="T8" fmla="*/ 56 w 72"/>
                <a:gd name="T9" fmla="*/ 12 h 248"/>
                <a:gd name="T10" fmla="*/ 63 w 72"/>
                <a:gd name="T11" fmla="*/ 23 h 248"/>
                <a:gd name="T12" fmla="*/ 69 w 72"/>
                <a:gd name="T13" fmla="*/ 38 h 248"/>
                <a:gd name="T14" fmla="*/ 72 w 72"/>
                <a:gd name="T15" fmla="*/ 47 h 248"/>
                <a:gd name="T16" fmla="*/ 72 w 72"/>
                <a:gd name="T17" fmla="*/ 60 h 248"/>
                <a:gd name="T18" fmla="*/ 72 w 72"/>
                <a:gd name="T19" fmla="*/ 72 h 248"/>
                <a:gd name="T20" fmla="*/ 72 w 72"/>
                <a:gd name="T21" fmla="*/ 86 h 248"/>
                <a:gd name="T22" fmla="*/ 72 w 72"/>
                <a:gd name="T23" fmla="*/ 86 h 248"/>
                <a:gd name="T24" fmla="*/ 69 w 72"/>
                <a:gd name="T25" fmla="*/ 102 h 248"/>
                <a:gd name="T26" fmla="*/ 65 w 72"/>
                <a:gd name="T27" fmla="*/ 118 h 248"/>
                <a:gd name="T28" fmla="*/ 56 w 72"/>
                <a:gd name="T29" fmla="*/ 146 h 248"/>
                <a:gd name="T30" fmla="*/ 44 w 72"/>
                <a:gd name="T31" fmla="*/ 174 h 248"/>
                <a:gd name="T32" fmla="*/ 32 w 72"/>
                <a:gd name="T33" fmla="*/ 198 h 248"/>
                <a:gd name="T34" fmla="*/ 19 w 72"/>
                <a:gd name="T35" fmla="*/ 218 h 248"/>
                <a:gd name="T36" fmla="*/ 9 w 72"/>
                <a:gd name="T37" fmla="*/ 234 h 248"/>
                <a:gd name="T38" fmla="*/ 0 w 72"/>
                <a:gd name="T39" fmla="*/ 248 h 248"/>
                <a:gd name="T40" fmla="*/ 33 w 72"/>
                <a:gd name="T41"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248">
                  <a:moveTo>
                    <a:pt x="33" y="0"/>
                  </a:moveTo>
                  <a:lnTo>
                    <a:pt x="33" y="0"/>
                  </a:lnTo>
                  <a:lnTo>
                    <a:pt x="40" y="2"/>
                  </a:lnTo>
                  <a:lnTo>
                    <a:pt x="47" y="5"/>
                  </a:lnTo>
                  <a:lnTo>
                    <a:pt x="56" y="12"/>
                  </a:lnTo>
                  <a:lnTo>
                    <a:pt x="63" y="23"/>
                  </a:lnTo>
                  <a:lnTo>
                    <a:pt x="69" y="38"/>
                  </a:lnTo>
                  <a:lnTo>
                    <a:pt x="72" y="47"/>
                  </a:lnTo>
                  <a:lnTo>
                    <a:pt x="72" y="60"/>
                  </a:lnTo>
                  <a:lnTo>
                    <a:pt x="72" y="72"/>
                  </a:lnTo>
                  <a:lnTo>
                    <a:pt x="72" y="86"/>
                  </a:lnTo>
                  <a:lnTo>
                    <a:pt x="72" y="86"/>
                  </a:lnTo>
                  <a:lnTo>
                    <a:pt x="69" y="102"/>
                  </a:lnTo>
                  <a:lnTo>
                    <a:pt x="65" y="118"/>
                  </a:lnTo>
                  <a:lnTo>
                    <a:pt x="56" y="146"/>
                  </a:lnTo>
                  <a:lnTo>
                    <a:pt x="44" y="174"/>
                  </a:lnTo>
                  <a:lnTo>
                    <a:pt x="32" y="198"/>
                  </a:lnTo>
                  <a:lnTo>
                    <a:pt x="19" y="218"/>
                  </a:lnTo>
                  <a:lnTo>
                    <a:pt x="9" y="234"/>
                  </a:lnTo>
                  <a:lnTo>
                    <a:pt x="0" y="248"/>
                  </a:lnTo>
                  <a:lnTo>
                    <a:pt x="33" y="0"/>
                  </a:lnTo>
                  <a:close/>
                </a:path>
              </a:pathLst>
            </a:custGeom>
            <a:solidFill>
              <a:srgbClr val="F6DB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8" name="Freeform 139"/>
            <p:cNvSpPr>
              <a:spLocks/>
            </p:cNvSpPr>
            <p:nvPr/>
          </p:nvSpPr>
          <p:spPr bwMode="auto">
            <a:xfrm>
              <a:off x="8564563" y="3963988"/>
              <a:ext cx="371475" cy="382588"/>
            </a:xfrm>
            <a:custGeom>
              <a:avLst/>
              <a:gdLst>
                <a:gd name="T0" fmla="*/ 231 w 234"/>
                <a:gd name="T1" fmla="*/ 148 h 241"/>
                <a:gd name="T2" fmla="*/ 215 w 234"/>
                <a:gd name="T3" fmla="*/ 123 h 241"/>
                <a:gd name="T4" fmla="*/ 194 w 234"/>
                <a:gd name="T5" fmla="*/ 88 h 241"/>
                <a:gd name="T6" fmla="*/ 188 w 234"/>
                <a:gd name="T7" fmla="*/ 80 h 241"/>
                <a:gd name="T8" fmla="*/ 167 w 234"/>
                <a:gd name="T9" fmla="*/ 60 h 241"/>
                <a:gd name="T10" fmla="*/ 152 w 234"/>
                <a:gd name="T11" fmla="*/ 51 h 241"/>
                <a:gd name="T12" fmla="*/ 152 w 234"/>
                <a:gd name="T13" fmla="*/ 51 h 241"/>
                <a:gd name="T14" fmla="*/ 139 w 234"/>
                <a:gd name="T15" fmla="*/ 43 h 241"/>
                <a:gd name="T16" fmla="*/ 127 w 234"/>
                <a:gd name="T17" fmla="*/ 30 h 241"/>
                <a:gd name="T18" fmla="*/ 120 w 234"/>
                <a:gd name="T19" fmla="*/ 18 h 241"/>
                <a:gd name="T20" fmla="*/ 115 w 234"/>
                <a:gd name="T21" fmla="*/ 0 h 241"/>
                <a:gd name="T22" fmla="*/ 2 w 234"/>
                <a:gd name="T23" fmla="*/ 0 h 241"/>
                <a:gd name="T24" fmla="*/ 0 w 234"/>
                <a:gd name="T25" fmla="*/ 87 h 241"/>
                <a:gd name="T26" fmla="*/ 2 w 234"/>
                <a:gd name="T27" fmla="*/ 131 h 241"/>
                <a:gd name="T28" fmla="*/ 7 w 234"/>
                <a:gd name="T29" fmla="*/ 197 h 241"/>
                <a:gd name="T30" fmla="*/ 13 w 234"/>
                <a:gd name="T31" fmla="*/ 218 h 241"/>
                <a:gd name="T32" fmla="*/ 23 w 234"/>
                <a:gd name="T33" fmla="*/ 234 h 241"/>
                <a:gd name="T34" fmla="*/ 28 w 234"/>
                <a:gd name="T35" fmla="*/ 238 h 241"/>
                <a:gd name="T36" fmla="*/ 37 w 234"/>
                <a:gd name="T37" fmla="*/ 239 h 241"/>
                <a:gd name="T38" fmla="*/ 46 w 234"/>
                <a:gd name="T39" fmla="*/ 232 h 241"/>
                <a:gd name="T40" fmla="*/ 48 w 234"/>
                <a:gd name="T41" fmla="*/ 229 h 241"/>
                <a:gd name="T42" fmla="*/ 62 w 234"/>
                <a:gd name="T43" fmla="*/ 239 h 241"/>
                <a:gd name="T44" fmla="*/ 76 w 234"/>
                <a:gd name="T45" fmla="*/ 241 h 241"/>
                <a:gd name="T46" fmla="*/ 88 w 234"/>
                <a:gd name="T47" fmla="*/ 236 h 241"/>
                <a:gd name="T48" fmla="*/ 97 w 234"/>
                <a:gd name="T49" fmla="*/ 239 h 241"/>
                <a:gd name="T50" fmla="*/ 115 w 234"/>
                <a:gd name="T51" fmla="*/ 239 h 241"/>
                <a:gd name="T52" fmla="*/ 134 w 234"/>
                <a:gd name="T53" fmla="*/ 231 h 241"/>
                <a:gd name="T54" fmla="*/ 139 w 234"/>
                <a:gd name="T55" fmla="*/ 227 h 241"/>
                <a:gd name="T56" fmla="*/ 152 w 234"/>
                <a:gd name="T57" fmla="*/ 229 h 241"/>
                <a:gd name="T58" fmla="*/ 169 w 234"/>
                <a:gd name="T59" fmla="*/ 224 h 241"/>
                <a:gd name="T60" fmla="*/ 173 w 234"/>
                <a:gd name="T61" fmla="*/ 220 h 241"/>
                <a:gd name="T62" fmla="*/ 176 w 234"/>
                <a:gd name="T63" fmla="*/ 210 h 241"/>
                <a:gd name="T64" fmla="*/ 174 w 234"/>
                <a:gd name="T65" fmla="*/ 190 h 241"/>
                <a:gd name="T66" fmla="*/ 174 w 234"/>
                <a:gd name="T67" fmla="*/ 185 h 241"/>
                <a:gd name="T68" fmla="*/ 173 w 234"/>
                <a:gd name="T69" fmla="*/ 185 h 241"/>
                <a:gd name="T70" fmla="*/ 173 w 234"/>
                <a:gd name="T71" fmla="*/ 183 h 241"/>
                <a:gd name="T72" fmla="*/ 171 w 234"/>
                <a:gd name="T73" fmla="*/ 162 h 241"/>
                <a:gd name="T74" fmla="*/ 176 w 234"/>
                <a:gd name="T75" fmla="*/ 138 h 241"/>
                <a:gd name="T76" fmla="*/ 181 w 234"/>
                <a:gd name="T77" fmla="*/ 131 h 241"/>
                <a:gd name="T78" fmla="*/ 187 w 234"/>
                <a:gd name="T79" fmla="*/ 131 h 241"/>
                <a:gd name="T80" fmla="*/ 211 w 234"/>
                <a:gd name="T81" fmla="*/ 148 h 241"/>
                <a:gd name="T82" fmla="*/ 225 w 234"/>
                <a:gd name="T83" fmla="*/ 157 h 241"/>
                <a:gd name="T84" fmla="*/ 232 w 234"/>
                <a:gd name="T85" fmla="*/ 159 h 241"/>
                <a:gd name="T86" fmla="*/ 234 w 234"/>
                <a:gd name="T87" fmla="*/ 15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 h="241">
                  <a:moveTo>
                    <a:pt x="231" y="148"/>
                  </a:moveTo>
                  <a:lnTo>
                    <a:pt x="231" y="148"/>
                  </a:lnTo>
                  <a:lnTo>
                    <a:pt x="225" y="138"/>
                  </a:lnTo>
                  <a:lnTo>
                    <a:pt x="215" y="123"/>
                  </a:lnTo>
                  <a:lnTo>
                    <a:pt x="204" y="108"/>
                  </a:lnTo>
                  <a:lnTo>
                    <a:pt x="194" y="88"/>
                  </a:lnTo>
                  <a:lnTo>
                    <a:pt x="194" y="88"/>
                  </a:lnTo>
                  <a:lnTo>
                    <a:pt x="188" y="80"/>
                  </a:lnTo>
                  <a:lnTo>
                    <a:pt x="181" y="71"/>
                  </a:lnTo>
                  <a:lnTo>
                    <a:pt x="167" y="60"/>
                  </a:lnTo>
                  <a:lnTo>
                    <a:pt x="157" y="53"/>
                  </a:lnTo>
                  <a:lnTo>
                    <a:pt x="152" y="51"/>
                  </a:lnTo>
                  <a:lnTo>
                    <a:pt x="152" y="51"/>
                  </a:lnTo>
                  <a:lnTo>
                    <a:pt x="152" y="51"/>
                  </a:lnTo>
                  <a:lnTo>
                    <a:pt x="139" y="43"/>
                  </a:lnTo>
                  <a:lnTo>
                    <a:pt x="139" y="43"/>
                  </a:lnTo>
                  <a:lnTo>
                    <a:pt x="132" y="37"/>
                  </a:lnTo>
                  <a:lnTo>
                    <a:pt x="127" y="30"/>
                  </a:lnTo>
                  <a:lnTo>
                    <a:pt x="122" y="23"/>
                  </a:lnTo>
                  <a:lnTo>
                    <a:pt x="120" y="18"/>
                  </a:lnTo>
                  <a:lnTo>
                    <a:pt x="116" y="6"/>
                  </a:lnTo>
                  <a:lnTo>
                    <a:pt x="115" y="0"/>
                  </a:lnTo>
                  <a:lnTo>
                    <a:pt x="2" y="0"/>
                  </a:lnTo>
                  <a:lnTo>
                    <a:pt x="2" y="0"/>
                  </a:lnTo>
                  <a:lnTo>
                    <a:pt x="0" y="44"/>
                  </a:lnTo>
                  <a:lnTo>
                    <a:pt x="0" y="87"/>
                  </a:lnTo>
                  <a:lnTo>
                    <a:pt x="2" y="131"/>
                  </a:lnTo>
                  <a:lnTo>
                    <a:pt x="2" y="131"/>
                  </a:lnTo>
                  <a:lnTo>
                    <a:pt x="4" y="167"/>
                  </a:lnTo>
                  <a:lnTo>
                    <a:pt x="7" y="197"/>
                  </a:lnTo>
                  <a:lnTo>
                    <a:pt x="9" y="208"/>
                  </a:lnTo>
                  <a:lnTo>
                    <a:pt x="13" y="218"/>
                  </a:lnTo>
                  <a:lnTo>
                    <a:pt x="18" y="227"/>
                  </a:lnTo>
                  <a:lnTo>
                    <a:pt x="23" y="234"/>
                  </a:lnTo>
                  <a:lnTo>
                    <a:pt x="23" y="234"/>
                  </a:lnTo>
                  <a:lnTo>
                    <a:pt x="28" y="238"/>
                  </a:lnTo>
                  <a:lnTo>
                    <a:pt x="34" y="239"/>
                  </a:lnTo>
                  <a:lnTo>
                    <a:pt x="37" y="239"/>
                  </a:lnTo>
                  <a:lnTo>
                    <a:pt x="43" y="238"/>
                  </a:lnTo>
                  <a:lnTo>
                    <a:pt x="46" y="232"/>
                  </a:lnTo>
                  <a:lnTo>
                    <a:pt x="48" y="229"/>
                  </a:lnTo>
                  <a:lnTo>
                    <a:pt x="48" y="229"/>
                  </a:lnTo>
                  <a:lnTo>
                    <a:pt x="55" y="236"/>
                  </a:lnTo>
                  <a:lnTo>
                    <a:pt x="62" y="239"/>
                  </a:lnTo>
                  <a:lnTo>
                    <a:pt x="69" y="241"/>
                  </a:lnTo>
                  <a:lnTo>
                    <a:pt x="76" y="241"/>
                  </a:lnTo>
                  <a:lnTo>
                    <a:pt x="85" y="238"/>
                  </a:lnTo>
                  <a:lnTo>
                    <a:pt x="88" y="236"/>
                  </a:lnTo>
                  <a:lnTo>
                    <a:pt x="88" y="236"/>
                  </a:lnTo>
                  <a:lnTo>
                    <a:pt x="97" y="239"/>
                  </a:lnTo>
                  <a:lnTo>
                    <a:pt x="106" y="241"/>
                  </a:lnTo>
                  <a:lnTo>
                    <a:pt x="115" y="239"/>
                  </a:lnTo>
                  <a:lnTo>
                    <a:pt x="123" y="238"/>
                  </a:lnTo>
                  <a:lnTo>
                    <a:pt x="134" y="231"/>
                  </a:lnTo>
                  <a:lnTo>
                    <a:pt x="139" y="227"/>
                  </a:lnTo>
                  <a:lnTo>
                    <a:pt x="139" y="227"/>
                  </a:lnTo>
                  <a:lnTo>
                    <a:pt x="143" y="227"/>
                  </a:lnTo>
                  <a:lnTo>
                    <a:pt x="152" y="229"/>
                  </a:lnTo>
                  <a:lnTo>
                    <a:pt x="164" y="227"/>
                  </a:lnTo>
                  <a:lnTo>
                    <a:pt x="169" y="224"/>
                  </a:lnTo>
                  <a:lnTo>
                    <a:pt x="173" y="220"/>
                  </a:lnTo>
                  <a:lnTo>
                    <a:pt x="173" y="220"/>
                  </a:lnTo>
                  <a:lnTo>
                    <a:pt x="176" y="217"/>
                  </a:lnTo>
                  <a:lnTo>
                    <a:pt x="176" y="210"/>
                  </a:lnTo>
                  <a:lnTo>
                    <a:pt x="176" y="199"/>
                  </a:lnTo>
                  <a:lnTo>
                    <a:pt x="174" y="190"/>
                  </a:lnTo>
                  <a:lnTo>
                    <a:pt x="174" y="185"/>
                  </a:lnTo>
                  <a:lnTo>
                    <a:pt x="174" y="185"/>
                  </a:lnTo>
                  <a:lnTo>
                    <a:pt x="173" y="185"/>
                  </a:lnTo>
                  <a:lnTo>
                    <a:pt x="173" y="185"/>
                  </a:lnTo>
                  <a:lnTo>
                    <a:pt x="173" y="183"/>
                  </a:lnTo>
                  <a:lnTo>
                    <a:pt x="173" y="183"/>
                  </a:lnTo>
                  <a:lnTo>
                    <a:pt x="171" y="173"/>
                  </a:lnTo>
                  <a:lnTo>
                    <a:pt x="171" y="162"/>
                  </a:lnTo>
                  <a:lnTo>
                    <a:pt x="173" y="150"/>
                  </a:lnTo>
                  <a:lnTo>
                    <a:pt x="176" y="138"/>
                  </a:lnTo>
                  <a:lnTo>
                    <a:pt x="176" y="138"/>
                  </a:lnTo>
                  <a:lnTo>
                    <a:pt x="181" y="131"/>
                  </a:lnTo>
                  <a:lnTo>
                    <a:pt x="183" y="131"/>
                  </a:lnTo>
                  <a:lnTo>
                    <a:pt x="187" y="131"/>
                  </a:lnTo>
                  <a:lnTo>
                    <a:pt x="194" y="138"/>
                  </a:lnTo>
                  <a:lnTo>
                    <a:pt x="211" y="148"/>
                  </a:lnTo>
                  <a:lnTo>
                    <a:pt x="211" y="148"/>
                  </a:lnTo>
                  <a:lnTo>
                    <a:pt x="225" y="157"/>
                  </a:lnTo>
                  <a:lnTo>
                    <a:pt x="231" y="159"/>
                  </a:lnTo>
                  <a:lnTo>
                    <a:pt x="232" y="159"/>
                  </a:lnTo>
                  <a:lnTo>
                    <a:pt x="234" y="157"/>
                  </a:lnTo>
                  <a:lnTo>
                    <a:pt x="234" y="155"/>
                  </a:lnTo>
                  <a:lnTo>
                    <a:pt x="231" y="148"/>
                  </a:lnTo>
                  <a:close/>
                </a:path>
              </a:pathLst>
            </a:custGeom>
            <a:solidFill>
              <a:srgbClr val="FFE9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9" name="Freeform 140"/>
            <p:cNvSpPr>
              <a:spLocks/>
            </p:cNvSpPr>
            <p:nvPr/>
          </p:nvSpPr>
          <p:spPr bwMode="auto">
            <a:xfrm>
              <a:off x="8564563" y="3963988"/>
              <a:ext cx="371475" cy="382588"/>
            </a:xfrm>
            <a:custGeom>
              <a:avLst/>
              <a:gdLst>
                <a:gd name="T0" fmla="*/ 231 w 234"/>
                <a:gd name="T1" fmla="*/ 148 h 241"/>
                <a:gd name="T2" fmla="*/ 215 w 234"/>
                <a:gd name="T3" fmla="*/ 123 h 241"/>
                <a:gd name="T4" fmla="*/ 194 w 234"/>
                <a:gd name="T5" fmla="*/ 88 h 241"/>
                <a:gd name="T6" fmla="*/ 188 w 234"/>
                <a:gd name="T7" fmla="*/ 80 h 241"/>
                <a:gd name="T8" fmla="*/ 167 w 234"/>
                <a:gd name="T9" fmla="*/ 60 h 241"/>
                <a:gd name="T10" fmla="*/ 152 w 234"/>
                <a:gd name="T11" fmla="*/ 51 h 241"/>
                <a:gd name="T12" fmla="*/ 152 w 234"/>
                <a:gd name="T13" fmla="*/ 51 h 241"/>
                <a:gd name="T14" fmla="*/ 139 w 234"/>
                <a:gd name="T15" fmla="*/ 43 h 241"/>
                <a:gd name="T16" fmla="*/ 127 w 234"/>
                <a:gd name="T17" fmla="*/ 30 h 241"/>
                <a:gd name="T18" fmla="*/ 120 w 234"/>
                <a:gd name="T19" fmla="*/ 18 h 241"/>
                <a:gd name="T20" fmla="*/ 115 w 234"/>
                <a:gd name="T21" fmla="*/ 0 h 241"/>
                <a:gd name="T22" fmla="*/ 2 w 234"/>
                <a:gd name="T23" fmla="*/ 0 h 241"/>
                <a:gd name="T24" fmla="*/ 0 w 234"/>
                <a:gd name="T25" fmla="*/ 87 h 241"/>
                <a:gd name="T26" fmla="*/ 2 w 234"/>
                <a:gd name="T27" fmla="*/ 131 h 241"/>
                <a:gd name="T28" fmla="*/ 7 w 234"/>
                <a:gd name="T29" fmla="*/ 197 h 241"/>
                <a:gd name="T30" fmla="*/ 13 w 234"/>
                <a:gd name="T31" fmla="*/ 218 h 241"/>
                <a:gd name="T32" fmla="*/ 23 w 234"/>
                <a:gd name="T33" fmla="*/ 234 h 241"/>
                <a:gd name="T34" fmla="*/ 28 w 234"/>
                <a:gd name="T35" fmla="*/ 238 h 241"/>
                <a:gd name="T36" fmla="*/ 37 w 234"/>
                <a:gd name="T37" fmla="*/ 239 h 241"/>
                <a:gd name="T38" fmla="*/ 46 w 234"/>
                <a:gd name="T39" fmla="*/ 232 h 241"/>
                <a:gd name="T40" fmla="*/ 48 w 234"/>
                <a:gd name="T41" fmla="*/ 229 h 241"/>
                <a:gd name="T42" fmla="*/ 62 w 234"/>
                <a:gd name="T43" fmla="*/ 239 h 241"/>
                <a:gd name="T44" fmla="*/ 76 w 234"/>
                <a:gd name="T45" fmla="*/ 241 h 241"/>
                <a:gd name="T46" fmla="*/ 88 w 234"/>
                <a:gd name="T47" fmla="*/ 236 h 241"/>
                <a:gd name="T48" fmla="*/ 97 w 234"/>
                <a:gd name="T49" fmla="*/ 239 h 241"/>
                <a:gd name="T50" fmla="*/ 115 w 234"/>
                <a:gd name="T51" fmla="*/ 239 h 241"/>
                <a:gd name="T52" fmla="*/ 134 w 234"/>
                <a:gd name="T53" fmla="*/ 231 h 241"/>
                <a:gd name="T54" fmla="*/ 139 w 234"/>
                <a:gd name="T55" fmla="*/ 227 h 241"/>
                <a:gd name="T56" fmla="*/ 152 w 234"/>
                <a:gd name="T57" fmla="*/ 229 h 241"/>
                <a:gd name="T58" fmla="*/ 169 w 234"/>
                <a:gd name="T59" fmla="*/ 224 h 241"/>
                <a:gd name="T60" fmla="*/ 173 w 234"/>
                <a:gd name="T61" fmla="*/ 220 h 241"/>
                <a:gd name="T62" fmla="*/ 176 w 234"/>
                <a:gd name="T63" fmla="*/ 210 h 241"/>
                <a:gd name="T64" fmla="*/ 174 w 234"/>
                <a:gd name="T65" fmla="*/ 190 h 241"/>
                <a:gd name="T66" fmla="*/ 174 w 234"/>
                <a:gd name="T67" fmla="*/ 185 h 241"/>
                <a:gd name="T68" fmla="*/ 173 w 234"/>
                <a:gd name="T69" fmla="*/ 185 h 241"/>
                <a:gd name="T70" fmla="*/ 173 w 234"/>
                <a:gd name="T71" fmla="*/ 183 h 241"/>
                <a:gd name="T72" fmla="*/ 171 w 234"/>
                <a:gd name="T73" fmla="*/ 162 h 241"/>
                <a:gd name="T74" fmla="*/ 176 w 234"/>
                <a:gd name="T75" fmla="*/ 138 h 241"/>
                <a:gd name="T76" fmla="*/ 181 w 234"/>
                <a:gd name="T77" fmla="*/ 131 h 241"/>
                <a:gd name="T78" fmla="*/ 187 w 234"/>
                <a:gd name="T79" fmla="*/ 131 h 241"/>
                <a:gd name="T80" fmla="*/ 211 w 234"/>
                <a:gd name="T81" fmla="*/ 148 h 241"/>
                <a:gd name="T82" fmla="*/ 225 w 234"/>
                <a:gd name="T83" fmla="*/ 157 h 241"/>
                <a:gd name="T84" fmla="*/ 232 w 234"/>
                <a:gd name="T85" fmla="*/ 159 h 241"/>
                <a:gd name="T86" fmla="*/ 234 w 234"/>
                <a:gd name="T87" fmla="*/ 15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 h="241">
                  <a:moveTo>
                    <a:pt x="231" y="148"/>
                  </a:moveTo>
                  <a:lnTo>
                    <a:pt x="231" y="148"/>
                  </a:lnTo>
                  <a:lnTo>
                    <a:pt x="225" y="138"/>
                  </a:lnTo>
                  <a:lnTo>
                    <a:pt x="215" y="123"/>
                  </a:lnTo>
                  <a:lnTo>
                    <a:pt x="204" y="108"/>
                  </a:lnTo>
                  <a:lnTo>
                    <a:pt x="194" y="88"/>
                  </a:lnTo>
                  <a:lnTo>
                    <a:pt x="194" y="88"/>
                  </a:lnTo>
                  <a:lnTo>
                    <a:pt x="188" y="80"/>
                  </a:lnTo>
                  <a:lnTo>
                    <a:pt x="181" y="71"/>
                  </a:lnTo>
                  <a:lnTo>
                    <a:pt x="167" y="60"/>
                  </a:lnTo>
                  <a:lnTo>
                    <a:pt x="157" y="53"/>
                  </a:lnTo>
                  <a:lnTo>
                    <a:pt x="152" y="51"/>
                  </a:lnTo>
                  <a:lnTo>
                    <a:pt x="152" y="51"/>
                  </a:lnTo>
                  <a:lnTo>
                    <a:pt x="152" y="51"/>
                  </a:lnTo>
                  <a:lnTo>
                    <a:pt x="139" y="43"/>
                  </a:lnTo>
                  <a:lnTo>
                    <a:pt x="139" y="43"/>
                  </a:lnTo>
                  <a:lnTo>
                    <a:pt x="132" y="37"/>
                  </a:lnTo>
                  <a:lnTo>
                    <a:pt x="127" y="30"/>
                  </a:lnTo>
                  <a:lnTo>
                    <a:pt x="122" y="23"/>
                  </a:lnTo>
                  <a:lnTo>
                    <a:pt x="120" y="18"/>
                  </a:lnTo>
                  <a:lnTo>
                    <a:pt x="116" y="6"/>
                  </a:lnTo>
                  <a:lnTo>
                    <a:pt x="115" y="0"/>
                  </a:lnTo>
                  <a:lnTo>
                    <a:pt x="2" y="0"/>
                  </a:lnTo>
                  <a:lnTo>
                    <a:pt x="2" y="0"/>
                  </a:lnTo>
                  <a:lnTo>
                    <a:pt x="0" y="44"/>
                  </a:lnTo>
                  <a:lnTo>
                    <a:pt x="0" y="87"/>
                  </a:lnTo>
                  <a:lnTo>
                    <a:pt x="2" y="131"/>
                  </a:lnTo>
                  <a:lnTo>
                    <a:pt x="2" y="131"/>
                  </a:lnTo>
                  <a:lnTo>
                    <a:pt x="4" y="167"/>
                  </a:lnTo>
                  <a:lnTo>
                    <a:pt x="7" y="197"/>
                  </a:lnTo>
                  <a:lnTo>
                    <a:pt x="9" y="208"/>
                  </a:lnTo>
                  <a:lnTo>
                    <a:pt x="13" y="218"/>
                  </a:lnTo>
                  <a:lnTo>
                    <a:pt x="18" y="227"/>
                  </a:lnTo>
                  <a:lnTo>
                    <a:pt x="23" y="234"/>
                  </a:lnTo>
                  <a:lnTo>
                    <a:pt x="23" y="234"/>
                  </a:lnTo>
                  <a:lnTo>
                    <a:pt x="28" y="238"/>
                  </a:lnTo>
                  <a:lnTo>
                    <a:pt x="34" y="239"/>
                  </a:lnTo>
                  <a:lnTo>
                    <a:pt x="37" y="239"/>
                  </a:lnTo>
                  <a:lnTo>
                    <a:pt x="43" y="238"/>
                  </a:lnTo>
                  <a:lnTo>
                    <a:pt x="46" y="232"/>
                  </a:lnTo>
                  <a:lnTo>
                    <a:pt x="48" y="229"/>
                  </a:lnTo>
                  <a:lnTo>
                    <a:pt x="48" y="229"/>
                  </a:lnTo>
                  <a:lnTo>
                    <a:pt x="55" y="236"/>
                  </a:lnTo>
                  <a:lnTo>
                    <a:pt x="62" y="239"/>
                  </a:lnTo>
                  <a:lnTo>
                    <a:pt x="69" y="241"/>
                  </a:lnTo>
                  <a:lnTo>
                    <a:pt x="76" y="241"/>
                  </a:lnTo>
                  <a:lnTo>
                    <a:pt x="85" y="238"/>
                  </a:lnTo>
                  <a:lnTo>
                    <a:pt x="88" y="236"/>
                  </a:lnTo>
                  <a:lnTo>
                    <a:pt x="88" y="236"/>
                  </a:lnTo>
                  <a:lnTo>
                    <a:pt x="97" y="239"/>
                  </a:lnTo>
                  <a:lnTo>
                    <a:pt x="106" y="241"/>
                  </a:lnTo>
                  <a:lnTo>
                    <a:pt x="115" y="239"/>
                  </a:lnTo>
                  <a:lnTo>
                    <a:pt x="123" y="238"/>
                  </a:lnTo>
                  <a:lnTo>
                    <a:pt x="134" y="231"/>
                  </a:lnTo>
                  <a:lnTo>
                    <a:pt x="139" y="227"/>
                  </a:lnTo>
                  <a:lnTo>
                    <a:pt x="139" y="227"/>
                  </a:lnTo>
                  <a:lnTo>
                    <a:pt x="143" y="227"/>
                  </a:lnTo>
                  <a:lnTo>
                    <a:pt x="152" y="229"/>
                  </a:lnTo>
                  <a:lnTo>
                    <a:pt x="164" y="227"/>
                  </a:lnTo>
                  <a:lnTo>
                    <a:pt x="169" y="224"/>
                  </a:lnTo>
                  <a:lnTo>
                    <a:pt x="173" y="220"/>
                  </a:lnTo>
                  <a:lnTo>
                    <a:pt x="173" y="220"/>
                  </a:lnTo>
                  <a:lnTo>
                    <a:pt x="176" y="217"/>
                  </a:lnTo>
                  <a:lnTo>
                    <a:pt x="176" y="210"/>
                  </a:lnTo>
                  <a:lnTo>
                    <a:pt x="176" y="199"/>
                  </a:lnTo>
                  <a:lnTo>
                    <a:pt x="174" y="190"/>
                  </a:lnTo>
                  <a:lnTo>
                    <a:pt x="174" y="185"/>
                  </a:lnTo>
                  <a:lnTo>
                    <a:pt x="174" y="185"/>
                  </a:lnTo>
                  <a:lnTo>
                    <a:pt x="173" y="185"/>
                  </a:lnTo>
                  <a:lnTo>
                    <a:pt x="173" y="185"/>
                  </a:lnTo>
                  <a:lnTo>
                    <a:pt x="173" y="183"/>
                  </a:lnTo>
                  <a:lnTo>
                    <a:pt x="173" y="183"/>
                  </a:lnTo>
                  <a:lnTo>
                    <a:pt x="171" y="173"/>
                  </a:lnTo>
                  <a:lnTo>
                    <a:pt x="171" y="162"/>
                  </a:lnTo>
                  <a:lnTo>
                    <a:pt x="173" y="150"/>
                  </a:lnTo>
                  <a:lnTo>
                    <a:pt x="176" y="138"/>
                  </a:lnTo>
                  <a:lnTo>
                    <a:pt x="176" y="138"/>
                  </a:lnTo>
                  <a:lnTo>
                    <a:pt x="181" y="131"/>
                  </a:lnTo>
                  <a:lnTo>
                    <a:pt x="183" y="131"/>
                  </a:lnTo>
                  <a:lnTo>
                    <a:pt x="187" y="131"/>
                  </a:lnTo>
                  <a:lnTo>
                    <a:pt x="194" y="138"/>
                  </a:lnTo>
                  <a:lnTo>
                    <a:pt x="211" y="148"/>
                  </a:lnTo>
                  <a:lnTo>
                    <a:pt x="211" y="148"/>
                  </a:lnTo>
                  <a:lnTo>
                    <a:pt x="225" y="157"/>
                  </a:lnTo>
                  <a:lnTo>
                    <a:pt x="231" y="159"/>
                  </a:lnTo>
                  <a:lnTo>
                    <a:pt x="232" y="159"/>
                  </a:lnTo>
                  <a:lnTo>
                    <a:pt x="234" y="157"/>
                  </a:lnTo>
                  <a:lnTo>
                    <a:pt x="234" y="155"/>
                  </a:lnTo>
                  <a:lnTo>
                    <a:pt x="231" y="1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0" name="Freeform 141"/>
            <p:cNvSpPr>
              <a:spLocks/>
            </p:cNvSpPr>
            <p:nvPr/>
          </p:nvSpPr>
          <p:spPr bwMode="auto">
            <a:xfrm>
              <a:off x="8828088" y="125413"/>
              <a:ext cx="1427163" cy="1790700"/>
            </a:xfrm>
            <a:custGeom>
              <a:avLst/>
              <a:gdLst>
                <a:gd name="T0" fmla="*/ 891 w 899"/>
                <a:gd name="T1" fmla="*/ 353 h 1128"/>
                <a:gd name="T2" fmla="*/ 898 w 899"/>
                <a:gd name="T3" fmla="*/ 413 h 1128"/>
                <a:gd name="T4" fmla="*/ 899 w 899"/>
                <a:gd name="T5" fmla="*/ 506 h 1128"/>
                <a:gd name="T6" fmla="*/ 892 w 899"/>
                <a:gd name="T7" fmla="*/ 626 h 1128"/>
                <a:gd name="T8" fmla="*/ 882 w 899"/>
                <a:gd name="T9" fmla="*/ 693 h 1128"/>
                <a:gd name="T10" fmla="*/ 868 w 899"/>
                <a:gd name="T11" fmla="*/ 759 h 1128"/>
                <a:gd name="T12" fmla="*/ 845 w 899"/>
                <a:gd name="T13" fmla="*/ 826 h 1128"/>
                <a:gd name="T14" fmla="*/ 815 w 899"/>
                <a:gd name="T15" fmla="*/ 891 h 1128"/>
                <a:gd name="T16" fmla="*/ 778 w 899"/>
                <a:gd name="T17" fmla="*/ 953 h 1128"/>
                <a:gd name="T18" fmla="*/ 731 w 899"/>
                <a:gd name="T19" fmla="*/ 1009 h 1128"/>
                <a:gd name="T20" fmla="*/ 673 w 899"/>
                <a:gd name="T21" fmla="*/ 1058 h 1128"/>
                <a:gd name="T22" fmla="*/ 604 w 899"/>
                <a:gd name="T23" fmla="*/ 1099 h 1128"/>
                <a:gd name="T24" fmla="*/ 523 w 899"/>
                <a:gd name="T25" fmla="*/ 1128 h 1128"/>
                <a:gd name="T26" fmla="*/ 513 w 899"/>
                <a:gd name="T27" fmla="*/ 1128 h 1128"/>
                <a:gd name="T28" fmla="*/ 462 w 899"/>
                <a:gd name="T29" fmla="*/ 1118 h 1128"/>
                <a:gd name="T30" fmla="*/ 413 w 899"/>
                <a:gd name="T31" fmla="*/ 1100 h 1128"/>
                <a:gd name="T32" fmla="*/ 353 w 899"/>
                <a:gd name="T33" fmla="*/ 1070 h 1128"/>
                <a:gd name="T34" fmla="*/ 288 w 899"/>
                <a:gd name="T35" fmla="*/ 1023 h 1128"/>
                <a:gd name="T36" fmla="*/ 239 w 899"/>
                <a:gd name="T37" fmla="*/ 974 h 1128"/>
                <a:gd name="T38" fmla="*/ 205 w 899"/>
                <a:gd name="T39" fmla="*/ 935 h 1128"/>
                <a:gd name="T40" fmla="*/ 174 w 899"/>
                <a:gd name="T41" fmla="*/ 889 h 1128"/>
                <a:gd name="T42" fmla="*/ 144 w 899"/>
                <a:gd name="T43" fmla="*/ 837 h 1128"/>
                <a:gd name="T44" fmla="*/ 130 w 899"/>
                <a:gd name="T45" fmla="*/ 807 h 1128"/>
                <a:gd name="T46" fmla="*/ 109 w 899"/>
                <a:gd name="T47" fmla="*/ 800 h 1128"/>
                <a:gd name="T48" fmla="*/ 77 w 899"/>
                <a:gd name="T49" fmla="*/ 784 h 1128"/>
                <a:gd name="T50" fmla="*/ 54 w 899"/>
                <a:gd name="T51" fmla="*/ 765 h 1128"/>
                <a:gd name="T52" fmla="*/ 31 w 899"/>
                <a:gd name="T53" fmla="*/ 738 h 1128"/>
                <a:gd name="T54" fmla="*/ 12 w 899"/>
                <a:gd name="T55" fmla="*/ 705 h 1128"/>
                <a:gd name="T56" fmla="*/ 1 w 899"/>
                <a:gd name="T57" fmla="*/ 661 h 1128"/>
                <a:gd name="T58" fmla="*/ 0 w 899"/>
                <a:gd name="T59" fmla="*/ 636 h 1128"/>
                <a:gd name="T60" fmla="*/ 1 w 899"/>
                <a:gd name="T61" fmla="*/ 591 h 1128"/>
                <a:gd name="T62" fmla="*/ 14 w 899"/>
                <a:gd name="T63" fmla="*/ 562 h 1128"/>
                <a:gd name="T64" fmla="*/ 29 w 899"/>
                <a:gd name="T65" fmla="*/ 545 h 1128"/>
                <a:gd name="T66" fmla="*/ 49 w 899"/>
                <a:gd name="T67" fmla="*/ 538 h 1128"/>
                <a:gd name="T68" fmla="*/ 68 w 899"/>
                <a:gd name="T69" fmla="*/ 538 h 1128"/>
                <a:gd name="T70" fmla="*/ 98 w 899"/>
                <a:gd name="T71" fmla="*/ 547 h 1128"/>
                <a:gd name="T72" fmla="*/ 103 w 899"/>
                <a:gd name="T73" fmla="*/ 548 h 1128"/>
                <a:gd name="T74" fmla="*/ 94 w 899"/>
                <a:gd name="T75" fmla="*/ 487 h 1128"/>
                <a:gd name="T76" fmla="*/ 87 w 899"/>
                <a:gd name="T77" fmla="*/ 387 h 1128"/>
                <a:gd name="T78" fmla="*/ 89 w 899"/>
                <a:gd name="T79" fmla="*/ 306 h 1128"/>
                <a:gd name="T80" fmla="*/ 98 w 899"/>
                <a:gd name="T81" fmla="*/ 227 h 1128"/>
                <a:gd name="T82" fmla="*/ 117 w 899"/>
                <a:gd name="T83" fmla="*/ 153 h 1128"/>
                <a:gd name="T84" fmla="*/ 131 w 899"/>
                <a:gd name="T85" fmla="*/ 121 h 1128"/>
                <a:gd name="T86" fmla="*/ 151 w 899"/>
                <a:gd name="T87" fmla="*/ 95 h 1128"/>
                <a:gd name="T88" fmla="*/ 174 w 899"/>
                <a:gd name="T89" fmla="*/ 74 h 1128"/>
                <a:gd name="T90" fmla="*/ 188 w 899"/>
                <a:gd name="T91" fmla="*/ 65 h 1128"/>
                <a:gd name="T92" fmla="*/ 221 w 899"/>
                <a:gd name="T93" fmla="*/ 48 h 1128"/>
                <a:gd name="T94" fmla="*/ 286 w 899"/>
                <a:gd name="T95" fmla="*/ 25 h 1128"/>
                <a:gd name="T96" fmla="*/ 365 w 899"/>
                <a:gd name="T97" fmla="*/ 9 h 1128"/>
                <a:gd name="T98" fmla="*/ 421 w 899"/>
                <a:gd name="T99" fmla="*/ 2 h 1128"/>
                <a:gd name="T100" fmla="*/ 481 w 899"/>
                <a:gd name="T101" fmla="*/ 0 h 1128"/>
                <a:gd name="T102" fmla="*/ 541 w 899"/>
                <a:gd name="T103" fmla="*/ 4 h 1128"/>
                <a:gd name="T104" fmla="*/ 601 w 899"/>
                <a:gd name="T105" fmla="*/ 12 h 1128"/>
                <a:gd name="T106" fmla="*/ 657 w 899"/>
                <a:gd name="T107" fmla="*/ 28 h 1128"/>
                <a:gd name="T108" fmla="*/ 711 w 899"/>
                <a:gd name="T109" fmla="*/ 53 h 1128"/>
                <a:gd name="T110" fmla="*/ 762 w 899"/>
                <a:gd name="T111" fmla="*/ 84 h 1128"/>
                <a:gd name="T112" fmla="*/ 806 w 899"/>
                <a:gd name="T113" fmla="*/ 125 h 1128"/>
                <a:gd name="T114" fmla="*/ 841 w 899"/>
                <a:gd name="T115" fmla="*/ 176 h 1128"/>
                <a:gd name="T116" fmla="*/ 870 w 899"/>
                <a:gd name="T117" fmla="*/ 239 h 1128"/>
                <a:gd name="T118" fmla="*/ 887 w 899"/>
                <a:gd name="T119" fmla="*/ 311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99" h="1128">
                  <a:moveTo>
                    <a:pt x="891" y="353"/>
                  </a:moveTo>
                  <a:lnTo>
                    <a:pt x="891" y="353"/>
                  </a:lnTo>
                  <a:lnTo>
                    <a:pt x="894" y="381"/>
                  </a:lnTo>
                  <a:lnTo>
                    <a:pt x="898" y="413"/>
                  </a:lnTo>
                  <a:lnTo>
                    <a:pt x="899" y="455"/>
                  </a:lnTo>
                  <a:lnTo>
                    <a:pt x="899" y="506"/>
                  </a:lnTo>
                  <a:lnTo>
                    <a:pt x="898" y="564"/>
                  </a:lnTo>
                  <a:lnTo>
                    <a:pt x="892" y="626"/>
                  </a:lnTo>
                  <a:lnTo>
                    <a:pt x="889" y="659"/>
                  </a:lnTo>
                  <a:lnTo>
                    <a:pt x="882" y="693"/>
                  </a:lnTo>
                  <a:lnTo>
                    <a:pt x="875" y="726"/>
                  </a:lnTo>
                  <a:lnTo>
                    <a:pt x="868" y="759"/>
                  </a:lnTo>
                  <a:lnTo>
                    <a:pt x="857" y="793"/>
                  </a:lnTo>
                  <a:lnTo>
                    <a:pt x="845" y="826"/>
                  </a:lnTo>
                  <a:lnTo>
                    <a:pt x="831" y="858"/>
                  </a:lnTo>
                  <a:lnTo>
                    <a:pt x="815" y="891"/>
                  </a:lnTo>
                  <a:lnTo>
                    <a:pt x="797" y="923"/>
                  </a:lnTo>
                  <a:lnTo>
                    <a:pt x="778" y="953"/>
                  </a:lnTo>
                  <a:lnTo>
                    <a:pt x="755" y="981"/>
                  </a:lnTo>
                  <a:lnTo>
                    <a:pt x="731" y="1009"/>
                  </a:lnTo>
                  <a:lnTo>
                    <a:pt x="703" y="1034"/>
                  </a:lnTo>
                  <a:lnTo>
                    <a:pt x="673" y="1058"/>
                  </a:lnTo>
                  <a:lnTo>
                    <a:pt x="641" y="1079"/>
                  </a:lnTo>
                  <a:lnTo>
                    <a:pt x="604" y="1099"/>
                  </a:lnTo>
                  <a:lnTo>
                    <a:pt x="565" y="1114"/>
                  </a:lnTo>
                  <a:lnTo>
                    <a:pt x="523" y="1128"/>
                  </a:lnTo>
                  <a:lnTo>
                    <a:pt x="523" y="1128"/>
                  </a:lnTo>
                  <a:lnTo>
                    <a:pt x="513" y="1128"/>
                  </a:lnTo>
                  <a:lnTo>
                    <a:pt x="483" y="1123"/>
                  </a:lnTo>
                  <a:lnTo>
                    <a:pt x="462" y="1118"/>
                  </a:lnTo>
                  <a:lnTo>
                    <a:pt x="439" y="1111"/>
                  </a:lnTo>
                  <a:lnTo>
                    <a:pt x="413" y="1100"/>
                  </a:lnTo>
                  <a:lnTo>
                    <a:pt x="383" y="1088"/>
                  </a:lnTo>
                  <a:lnTo>
                    <a:pt x="353" y="1070"/>
                  </a:lnTo>
                  <a:lnTo>
                    <a:pt x="321" y="1049"/>
                  </a:lnTo>
                  <a:lnTo>
                    <a:pt x="288" y="1023"/>
                  </a:lnTo>
                  <a:lnTo>
                    <a:pt x="254" y="991"/>
                  </a:lnTo>
                  <a:lnTo>
                    <a:pt x="239" y="974"/>
                  </a:lnTo>
                  <a:lnTo>
                    <a:pt x="223" y="956"/>
                  </a:lnTo>
                  <a:lnTo>
                    <a:pt x="205" y="935"/>
                  </a:lnTo>
                  <a:lnTo>
                    <a:pt x="189" y="912"/>
                  </a:lnTo>
                  <a:lnTo>
                    <a:pt x="174" y="889"/>
                  </a:lnTo>
                  <a:lnTo>
                    <a:pt x="158" y="863"/>
                  </a:lnTo>
                  <a:lnTo>
                    <a:pt x="144" y="837"/>
                  </a:lnTo>
                  <a:lnTo>
                    <a:pt x="130" y="807"/>
                  </a:lnTo>
                  <a:lnTo>
                    <a:pt x="130" y="807"/>
                  </a:lnTo>
                  <a:lnTo>
                    <a:pt x="124" y="805"/>
                  </a:lnTo>
                  <a:lnTo>
                    <a:pt x="109" y="800"/>
                  </a:lnTo>
                  <a:lnTo>
                    <a:pt x="89" y="791"/>
                  </a:lnTo>
                  <a:lnTo>
                    <a:pt x="77" y="784"/>
                  </a:lnTo>
                  <a:lnTo>
                    <a:pt x="66" y="775"/>
                  </a:lnTo>
                  <a:lnTo>
                    <a:pt x="54" y="765"/>
                  </a:lnTo>
                  <a:lnTo>
                    <a:pt x="42" y="752"/>
                  </a:lnTo>
                  <a:lnTo>
                    <a:pt x="31" y="738"/>
                  </a:lnTo>
                  <a:lnTo>
                    <a:pt x="21" y="722"/>
                  </a:lnTo>
                  <a:lnTo>
                    <a:pt x="12" y="705"/>
                  </a:lnTo>
                  <a:lnTo>
                    <a:pt x="5" y="684"/>
                  </a:lnTo>
                  <a:lnTo>
                    <a:pt x="1" y="661"/>
                  </a:lnTo>
                  <a:lnTo>
                    <a:pt x="0" y="636"/>
                  </a:lnTo>
                  <a:lnTo>
                    <a:pt x="0" y="636"/>
                  </a:lnTo>
                  <a:lnTo>
                    <a:pt x="0" y="612"/>
                  </a:lnTo>
                  <a:lnTo>
                    <a:pt x="1" y="591"/>
                  </a:lnTo>
                  <a:lnTo>
                    <a:pt x="7" y="575"/>
                  </a:lnTo>
                  <a:lnTo>
                    <a:pt x="14" y="562"/>
                  </a:lnTo>
                  <a:lnTo>
                    <a:pt x="21" y="552"/>
                  </a:lnTo>
                  <a:lnTo>
                    <a:pt x="29" y="545"/>
                  </a:lnTo>
                  <a:lnTo>
                    <a:pt x="38" y="541"/>
                  </a:lnTo>
                  <a:lnTo>
                    <a:pt x="49" y="538"/>
                  </a:lnTo>
                  <a:lnTo>
                    <a:pt x="59" y="538"/>
                  </a:lnTo>
                  <a:lnTo>
                    <a:pt x="68" y="538"/>
                  </a:lnTo>
                  <a:lnTo>
                    <a:pt x="86" y="541"/>
                  </a:lnTo>
                  <a:lnTo>
                    <a:pt x="98" y="547"/>
                  </a:lnTo>
                  <a:lnTo>
                    <a:pt x="103" y="548"/>
                  </a:lnTo>
                  <a:lnTo>
                    <a:pt x="103" y="548"/>
                  </a:lnTo>
                  <a:lnTo>
                    <a:pt x="100" y="531"/>
                  </a:lnTo>
                  <a:lnTo>
                    <a:pt x="94" y="487"/>
                  </a:lnTo>
                  <a:lnTo>
                    <a:pt x="89" y="424"/>
                  </a:lnTo>
                  <a:lnTo>
                    <a:pt x="87" y="387"/>
                  </a:lnTo>
                  <a:lnTo>
                    <a:pt x="87" y="346"/>
                  </a:lnTo>
                  <a:lnTo>
                    <a:pt x="89" y="306"/>
                  </a:lnTo>
                  <a:lnTo>
                    <a:pt x="93" y="265"/>
                  </a:lnTo>
                  <a:lnTo>
                    <a:pt x="98" y="227"/>
                  </a:lnTo>
                  <a:lnTo>
                    <a:pt x="107" y="188"/>
                  </a:lnTo>
                  <a:lnTo>
                    <a:pt x="117" y="153"/>
                  </a:lnTo>
                  <a:lnTo>
                    <a:pt x="124" y="137"/>
                  </a:lnTo>
                  <a:lnTo>
                    <a:pt x="131" y="121"/>
                  </a:lnTo>
                  <a:lnTo>
                    <a:pt x="140" y="107"/>
                  </a:lnTo>
                  <a:lnTo>
                    <a:pt x="151" y="95"/>
                  </a:lnTo>
                  <a:lnTo>
                    <a:pt x="161" y="84"/>
                  </a:lnTo>
                  <a:lnTo>
                    <a:pt x="174" y="74"/>
                  </a:lnTo>
                  <a:lnTo>
                    <a:pt x="174" y="74"/>
                  </a:lnTo>
                  <a:lnTo>
                    <a:pt x="188" y="65"/>
                  </a:lnTo>
                  <a:lnTo>
                    <a:pt x="203" y="56"/>
                  </a:lnTo>
                  <a:lnTo>
                    <a:pt x="221" y="48"/>
                  </a:lnTo>
                  <a:lnTo>
                    <a:pt x="240" y="41"/>
                  </a:lnTo>
                  <a:lnTo>
                    <a:pt x="286" y="25"/>
                  </a:lnTo>
                  <a:lnTo>
                    <a:pt x="337" y="14"/>
                  </a:lnTo>
                  <a:lnTo>
                    <a:pt x="365" y="9"/>
                  </a:lnTo>
                  <a:lnTo>
                    <a:pt x="393" y="5"/>
                  </a:lnTo>
                  <a:lnTo>
                    <a:pt x="421" y="2"/>
                  </a:lnTo>
                  <a:lnTo>
                    <a:pt x="451" y="0"/>
                  </a:lnTo>
                  <a:lnTo>
                    <a:pt x="481" y="0"/>
                  </a:lnTo>
                  <a:lnTo>
                    <a:pt x="511" y="0"/>
                  </a:lnTo>
                  <a:lnTo>
                    <a:pt x="541" y="4"/>
                  </a:lnTo>
                  <a:lnTo>
                    <a:pt x="571" y="7"/>
                  </a:lnTo>
                  <a:lnTo>
                    <a:pt x="601" y="12"/>
                  </a:lnTo>
                  <a:lnTo>
                    <a:pt x="629" y="19"/>
                  </a:lnTo>
                  <a:lnTo>
                    <a:pt x="657" y="28"/>
                  </a:lnTo>
                  <a:lnTo>
                    <a:pt x="685" y="39"/>
                  </a:lnTo>
                  <a:lnTo>
                    <a:pt x="711" y="53"/>
                  </a:lnTo>
                  <a:lnTo>
                    <a:pt x="738" y="67"/>
                  </a:lnTo>
                  <a:lnTo>
                    <a:pt x="762" y="84"/>
                  </a:lnTo>
                  <a:lnTo>
                    <a:pt x="785" y="104"/>
                  </a:lnTo>
                  <a:lnTo>
                    <a:pt x="806" y="125"/>
                  </a:lnTo>
                  <a:lnTo>
                    <a:pt x="824" y="149"/>
                  </a:lnTo>
                  <a:lnTo>
                    <a:pt x="841" y="176"/>
                  </a:lnTo>
                  <a:lnTo>
                    <a:pt x="857" y="206"/>
                  </a:lnTo>
                  <a:lnTo>
                    <a:pt x="870" y="239"/>
                  </a:lnTo>
                  <a:lnTo>
                    <a:pt x="880" y="274"/>
                  </a:lnTo>
                  <a:lnTo>
                    <a:pt x="887" y="311"/>
                  </a:lnTo>
                  <a:lnTo>
                    <a:pt x="891" y="353"/>
                  </a:lnTo>
                  <a:close/>
                </a:path>
              </a:pathLst>
            </a:custGeom>
            <a:solidFill>
              <a:srgbClr val="FFE9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1" name="Freeform 142"/>
            <p:cNvSpPr>
              <a:spLocks/>
            </p:cNvSpPr>
            <p:nvPr/>
          </p:nvSpPr>
          <p:spPr bwMode="auto">
            <a:xfrm>
              <a:off x="8828088" y="125413"/>
              <a:ext cx="1427163" cy="1790700"/>
            </a:xfrm>
            <a:custGeom>
              <a:avLst/>
              <a:gdLst>
                <a:gd name="T0" fmla="*/ 891 w 899"/>
                <a:gd name="T1" fmla="*/ 353 h 1128"/>
                <a:gd name="T2" fmla="*/ 898 w 899"/>
                <a:gd name="T3" fmla="*/ 413 h 1128"/>
                <a:gd name="T4" fmla="*/ 899 w 899"/>
                <a:gd name="T5" fmla="*/ 506 h 1128"/>
                <a:gd name="T6" fmla="*/ 892 w 899"/>
                <a:gd name="T7" fmla="*/ 626 h 1128"/>
                <a:gd name="T8" fmla="*/ 882 w 899"/>
                <a:gd name="T9" fmla="*/ 693 h 1128"/>
                <a:gd name="T10" fmla="*/ 868 w 899"/>
                <a:gd name="T11" fmla="*/ 759 h 1128"/>
                <a:gd name="T12" fmla="*/ 845 w 899"/>
                <a:gd name="T13" fmla="*/ 826 h 1128"/>
                <a:gd name="T14" fmla="*/ 815 w 899"/>
                <a:gd name="T15" fmla="*/ 891 h 1128"/>
                <a:gd name="T16" fmla="*/ 778 w 899"/>
                <a:gd name="T17" fmla="*/ 953 h 1128"/>
                <a:gd name="T18" fmla="*/ 731 w 899"/>
                <a:gd name="T19" fmla="*/ 1009 h 1128"/>
                <a:gd name="T20" fmla="*/ 673 w 899"/>
                <a:gd name="T21" fmla="*/ 1058 h 1128"/>
                <a:gd name="T22" fmla="*/ 604 w 899"/>
                <a:gd name="T23" fmla="*/ 1099 h 1128"/>
                <a:gd name="T24" fmla="*/ 523 w 899"/>
                <a:gd name="T25" fmla="*/ 1128 h 1128"/>
                <a:gd name="T26" fmla="*/ 513 w 899"/>
                <a:gd name="T27" fmla="*/ 1128 h 1128"/>
                <a:gd name="T28" fmla="*/ 462 w 899"/>
                <a:gd name="T29" fmla="*/ 1118 h 1128"/>
                <a:gd name="T30" fmla="*/ 413 w 899"/>
                <a:gd name="T31" fmla="*/ 1100 h 1128"/>
                <a:gd name="T32" fmla="*/ 353 w 899"/>
                <a:gd name="T33" fmla="*/ 1070 h 1128"/>
                <a:gd name="T34" fmla="*/ 288 w 899"/>
                <a:gd name="T35" fmla="*/ 1023 h 1128"/>
                <a:gd name="T36" fmla="*/ 239 w 899"/>
                <a:gd name="T37" fmla="*/ 974 h 1128"/>
                <a:gd name="T38" fmla="*/ 205 w 899"/>
                <a:gd name="T39" fmla="*/ 935 h 1128"/>
                <a:gd name="T40" fmla="*/ 174 w 899"/>
                <a:gd name="T41" fmla="*/ 889 h 1128"/>
                <a:gd name="T42" fmla="*/ 144 w 899"/>
                <a:gd name="T43" fmla="*/ 837 h 1128"/>
                <a:gd name="T44" fmla="*/ 130 w 899"/>
                <a:gd name="T45" fmla="*/ 807 h 1128"/>
                <a:gd name="T46" fmla="*/ 109 w 899"/>
                <a:gd name="T47" fmla="*/ 800 h 1128"/>
                <a:gd name="T48" fmla="*/ 77 w 899"/>
                <a:gd name="T49" fmla="*/ 784 h 1128"/>
                <a:gd name="T50" fmla="*/ 54 w 899"/>
                <a:gd name="T51" fmla="*/ 765 h 1128"/>
                <a:gd name="T52" fmla="*/ 31 w 899"/>
                <a:gd name="T53" fmla="*/ 738 h 1128"/>
                <a:gd name="T54" fmla="*/ 12 w 899"/>
                <a:gd name="T55" fmla="*/ 705 h 1128"/>
                <a:gd name="T56" fmla="*/ 1 w 899"/>
                <a:gd name="T57" fmla="*/ 661 h 1128"/>
                <a:gd name="T58" fmla="*/ 0 w 899"/>
                <a:gd name="T59" fmla="*/ 636 h 1128"/>
                <a:gd name="T60" fmla="*/ 1 w 899"/>
                <a:gd name="T61" fmla="*/ 591 h 1128"/>
                <a:gd name="T62" fmla="*/ 14 w 899"/>
                <a:gd name="T63" fmla="*/ 562 h 1128"/>
                <a:gd name="T64" fmla="*/ 29 w 899"/>
                <a:gd name="T65" fmla="*/ 545 h 1128"/>
                <a:gd name="T66" fmla="*/ 49 w 899"/>
                <a:gd name="T67" fmla="*/ 538 h 1128"/>
                <a:gd name="T68" fmla="*/ 68 w 899"/>
                <a:gd name="T69" fmla="*/ 538 h 1128"/>
                <a:gd name="T70" fmla="*/ 98 w 899"/>
                <a:gd name="T71" fmla="*/ 547 h 1128"/>
                <a:gd name="T72" fmla="*/ 103 w 899"/>
                <a:gd name="T73" fmla="*/ 548 h 1128"/>
                <a:gd name="T74" fmla="*/ 94 w 899"/>
                <a:gd name="T75" fmla="*/ 487 h 1128"/>
                <a:gd name="T76" fmla="*/ 87 w 899"/>
                <a:gd name="T77" fmla="*/ 387 h 1128"/>
                <a:gd name="T78" fmla="*/ 89 w 899"/>
                <a:gd name="T79" fmla="*/ 306 h 1128"/>
                <a:gd name="T80" fmla="*/ 98 w 899"/>
                <a:gd name="T81" fmla="*/ 227 h 1128"/>
                <a:gd name="T82" fmla="*/ 117 w 899"/>
                <a:gd name="T83" fmla="*/ 153 h 1128"/>
                <a:gd name="T84" fmla="*/ 131 w 899"/>
                <a:gd name="T85" fmla="*/ 121 h 1128"/>
                <a:gd name="T86" fmla="*/ 151 w 899"/>
                <a:gd name="T87" fmla="*/ 95 h 1128"/>
                <a:gd name="T88" fmla="*/ 174 w 899"/>
                <a:gd name="T89" fmla="*/ 74 h 1128"/>
                <a:gd name="T90" fmla="*/ 188 w 899"/>
                <a:gd name="T91" fmla="*/ 65 h 1128"/>
                <a:gd name="T92" fmla="*/ 221 w 899"/>
                <a:gd name="T93" fmla="*/ 48 h 1128"/>
                <a:gd name="T94" fmla="*/ 286 w 899"/>
                <a:gd name="T95" fmla="*/ 25 h 1128"/>
                <a:gd name="T96" fmla="*/ 365 w 899"/>
                <a:gd name="T97" fmla="*/ 9 h 1128"/>
                <a:gd name="T98" fmla="*/ 421 w 899"/>
                <a:gd name="T99" fmla="*/ 2 h 1128"/>
                <a:gd name="T100" fmla="*/ 481 w 899"/>
                <a:gd name="T101" fmla="*/ 0 h 1128"/>
                <a:gd name="T102" fmla="*/ 541 w 899"/>
                <a:gd name="T103" fmla="*/ 4 h 1128"/>
                <a:gd name="T104" fmla="*/ 601 w 899"/>
                <a:gd name="T105" fmla="*/ 12 h 1128"/>
                <a:gd name="T106" fmla="*/ 657 w 899"/>
                <a:gd name="T107" fmla="*/ 28 h 1128"/>
                <a:gd name="T108" fmla="*/ 711 w 899"/>
                <a:gd name="T109" fmla="*/ 53 h 1128"/>
                <a:gd name="T110" fmla="*/ 762 w 899"/>
                <a:gd name="T111" fmla="*/ 84 h 1128"/>
                <a:gd name="T112" fmla="*/ 806 w 899"/>
                <a:gd name="T113" fmla="*/ 125 h 1128"/>
                <a:gd name="T114" fmla="*/ 841 w 899"/>
                <a:gd name="T115" fmla="*/ 176 h 1128"/>
                <a:gd name="T116" fmla="*/ 870 w 899"/>
                <a:gd name="T117" fmla="*/ 239 h 1128"/>
                <a:gd name="T118" fmla="*/ 887 w 899"/>
                <a:gd name="T119" fmla="*/ 311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99" h="1128">
                  <a:moveTo>
                    <a:pt x="891" y="353"/>
                  </a:moveTo>
                  <a:lnTo>
                    <a:pt x="891" y="353"/>
                  </a:lnTo>
                  <a:lnTo>
                    <a:pt x="894" y="381"/>
                  </a:lnTo>
                  <a:lnTo>
                    <a:pt x="898" y="413"/>
                  </a:lnTo>
                  <a:lnTo>
                    <a:pt x="899" y="455"/>
                  </a:lnTo>
                  <a:lnTo>
                    <a:pt x="899" y="506"/>
                  </a:lnTo>
                  <a:lnTo>
                    <a:pt x="898" y="564"/>
                  </a:lnTo>
                  <a:lnTo>
                    <a:pt x="892" y="626"/>
                  </a:lnTo>
                  <a:lnTo>
                    <a:pt x="889" y="659"/>
                  </a:lnTo>
                  <a:lnTo>
                    <a:pt x="882" y="693"/>
                  </a:lnTo>
                  <a:lnTo>
                    <a:pt x="875" y="726"/>
                  </a:lnTo>
                  <a:lnTo>
                    <a:pt x="868" y="759"/>
                  </a:lnTo>
                  <a:lnTo>
                    <a:pt x="857" y="793"/>
                  </a:lnTo>
                  <a:lnTo>
                    <a:pt x="845" y="826"/>
                  </a:lnTo>
                  <a:lnTo>
                    <a:pt x="831" y="858"/>
                  </a:lnTo>
                  <a:lnTo>
                    <a:pt x="815" y="891"/>
                  </a:lnTo>
                  <a:lnTo>
                    <a:pt x="797" y="923"/>
                  </a:lnTo>
                  <a:lnTo>
                    <a:pt x="778" y="953"/>
                  </a:lnTo>
                  <a:lnTo>
                    <a:pt x="755" y="981"/>
                  </a:lnTo>
                  <a:lnTo>
                    <a:pt x="731" y="1009"/>
                  </a:lnTo>
                  <a:lnTo>
                    <a:pt x="703" y="1034"/>
                  </a:lnTo>
                  <a:lnTo>
                    <a:pt x="673" y="1058"/>
                  </a:lnTo>
                  <a:lnTo>
                    <a:pt x="641" y="1079"/>
                  </a:lnTo>
                  <a:lnTo>
                    <a:pt x="604" y="1099"/>
                  </a:lnTo>
                  <a:lnTo>
                    <a:pt x="565" y="1114"/>
                  </a:lnTo>
                  <a:lnTo>
                    <a:pt x="523" y="1128"/>
                  </a:lnTo>
                  <a:lnTo>
                    <a:pt x="523" y="1128"/>
                  </a:lnTo>
                  <a:lnTo>
                    <a:pt x="513" y="1128"/>
                  </a:lnTo>
                  <a:lnTo>
                    <a:pt x="483" y="1123"/>
                  </a:lnTo>
                  <a:lnTo>
                    <a:pt x="462" y="1118"/>
                  </a:lnTo>
                  <a:lnTo>
                    <a:pt x="439" y="1111"/>
                  </a:lnTo>
                  <a:lnTo>
                    <a:pt x="413" y="1100"/>
                  </a:lnTo>
                  <a:lnTo>
                    <a:pt x="383" y="1088"/>
                  </a:lnTo>
                  <a:lnTo>
                    <a:pt x="353" y="1070"/>
                  </a:lnTo>
                  <a:lnTo>
                    <a:pt x="321" y="1049"/>
                  </a:lnTo>
                  <a:lnTo>
                    <a:pt x="288" y="1023"/>
                  </a:lnTo>
                  <a:lnTo>
                    <a:pt x="254" y="991"/>
                  </a:lnTo>
                  <a:lnTo>
                    <a:pt x="239" y="974"/>
                  </a:lnTo>
                  <a:lnTo>
                    <a:pt x="223" y="956"/>
                  </a:lnTo>
                  <a:lnTo>
                    <a:pt x="205" y="935"/>
                  </a:lnTo>
                  <a:lnTo>
                    <a:pt x="189" y="912"/>
                  </a:lnTo>
                  <a:lnTo>
                    <a:pt x="174" y="889"/>
                  </a:lnTo>
                  <a:lnTo>
                    <a:pt x="158" y="863"/>
                  </a:lnTo>
                  <a:lnTo>
                    <a:pt x="144" y="837"/>
                  </a:lnTo>
                  <a:lnTo>
                    <a:pt x="130" y="807"/>
                  </a:lnTo>
                  <a:lnTo>
                    <a:pt x="130" y="807"/>
                  </a:lnTo>
                  <a:lnTo>
                    <a:pt x="124" y="805"/>
                  </a:lnTo>
                  <a:lnTo>
                    <a:pt x="109" y="800"/>
                  </a:lnTo>
                  <a:lnTo>
                    <a:pt x="89" y="791"/>
                  </a:lnTo>
                  <a:lnTo>
                    <a:pt x="77" y="784"/>
                  </a:lnTo>
                  <a:lnTo>
                    <a:pt x="66" y="775"/>
                  </a:lnTo>
                  <a:lnTo>
                    <a:pt x="54" y="765"/>
                  </a:lnTo>
                  <a:lnTo>
                    <a:pt x="42" y="752"/>
                  </a:lnTo>
                  <a:lnTo>
                    <a:pt x="31" y="738"/>
                  </a:lnTo>
                  <a:lnTo>
                    <a:pt x="21" y="722"/>
                  </a:lnTo>
                  <a:lnTo>
                    <a:pt x="12" y="705"/>
                  </a:lnTo>
                  <a:lnTo>
                    <a:pt x="5" y="684"/>
                  </a:lnTo>
                  <a:lnTo>
                    <a:pt x="1" y="661"/>
                  </a:lnTo>
                  <a:lnTo>
                    <a:pt x="0" y="636"/>
                  </a:lnTo>
                  <a:lnTo>
                    <a:pt x="0" y="636"/>
                  </a:lnTo>
                  <a:lnTo>
                    <a:pt x="0" y="612"/>
                  </a:lnTo>
                  <a:lnTo>
                    <a:pt x="1" y="591"/>
                  </a:lnTo>
                  <a:lnTo>
                    <a:pt x="7" y="575"/>
                  </a:lnTo>
                  <a:lnTo>
                    <a:pt x="14" y="562"/>
                  </a:lnTo>
                  <a:lnTo>
                    <a:pt x="21" y="552"/>
                  </a:lnTo>
                  <a:lnTo>
                    <a:pt x="29" y="545"/>
                  </a:lnTo>
                  <a:lnTo>
                    <a:pt x="38" y="541"/>
                  </a:lnTo>
                  <a:lnTo>
                    <a:pt x="49" y="538"/>
                  </a:lnTo>
                  <a:lnTo>
                    <a:pt x="59" y="538"/>
                  </a:lnTo>
                  <a:lnTo>
                    <a:pt x="68" y="538"/>
                  </a:lnTo>
                  <a:lnTo>
                    <a:pt x="86" y="541"/>
                  </a:lnTo>
                  <a:lnTo>
                    <a:pt x="98" y="547"/>
                  </a:lnTo>
                  <a:lnTo>
                    <a:pt x="103" y="548"/>
                  </a:lnTo>
                  <a:lnTo>
                    <a:pt x="103" y="548"/>
                  </a:lnTo>
                  <a:lnTo>
                    <a:pt x="100" y="531"/>
                  </a:lnTo>
                  <a:lnTo>
                    <a:pt x="94" y="487"/>
                  </a:lnTo>
                  <a:lnTo>
                    <a:pt x="89" y="424"/>
                  </a:lnTo>
                  <a:lnTo>
                    <a:pt x="87" y="387"/>
                  </a:lnTo>
                  <a:lnTo>
                    <a:pt x="87" y="346"/>
                  </a:lnTo>
                  <a:lnTo>
                    <a:pt x="89" y="306"/>
                  </a:lnTo>
                  <a:lnTo>
                    <a:pt x="93" y="265"/>
                  </a:lnTo>
                  <a:lnTo>
                    <a:pt x="98" y="227"/>
                  </a:lnTo>
                  <a:lnTo>
                    <a:pt x="107" y="188"/>
                  </a:lnTo>
                  <a:lnTo>
                    <a:pt x="117" y="153"/>
                  </a:lnTo>
                  <a:lnTo>
                    <a:pt x="124" y="137"/>
                  </a:lnTo>
                  <a:lnTo>
                    <a:pt x="131" y="121"/>
                  </a:lnTo>
                  <a:lnTo>
                    <a:pt x="140" y="107"/>
                  </a:lnTo>
                  <a:lnTo>
                    <a:pt x="151" y="95"/>
                  </a:lnTo>
                  <a:lnTo>
                    <a:pt x="161" y="84"/>
                  </a:lnTo>
                  <a:lnTo>
                    <a:pt x="174" y="74"/>
                  </a:lnTo>
                  <a:lnTo>
                    <a:pt x="174" y="74"/>
                  </a:lnTo>
                  <a:lnTo>
                    <a:pt x="188" y="65"/>
                  </a:lnTo>
                  <a:lnTo>
                    <a:pt x="203" y="56"/>
                  </a:lnTo>
                  <a:lnTo>
                    <a:pt x="221" y="48"/>
                  </a:lnTo>
                  <a:lnTo>
                    <a:pt x="240" y="41"/>
                  </a:lnTo>
                  <a:lnTo>
                    <a:pt x="286" y="25"/>
                  </a:lnTo>
                  <a:lnTo>
                    <a:pt x="337" y="14"/>
                  </a:lnTo>
                  <a:lnTo>
                    <a:pt x="365" y="9"/>
                  </a:lnTo>
                  <a:lnTo>
                    <a:pt x="393" y="5"/>
                  </a:lnTo>
                  <a:lnTo>
                    <a:pt x="421" y="2"/>
                  </a:lnTo>
                  <a:lnTo>
                    <a:pt x="451" y="0"/>
                  </a:lnTo>
                  <a:lnTo>
                    <a:pt x="481" y="0"/>
                  </a:lnTo>
                  <a:lnTo>
                    <a:pt x="511" y="0"/>
                  </a:lnTo>
                  <a:lnTo>
                    <a:pt x="541" y="4"/>
                  </a:lnTo>
                  <a:lnTo>
                    <a:pt x="571" y="7"/>
                  </a:lnTo>
                  <a:lnTo>
                    <a:pt x="601" y="12"/>
                  </a:lnTo>
                  <a:lnTo>
                    <a:pt x="629" y="19"/>
                  </a:lnTo>
                  <a:lnTo>
                    <a:pt x="657" y="28"/>
                  </a:lnTo>
                  <a:lnTo>
                    <a:pt x="685" y="39"/>
                  </a:lnTo>
                  <a:lnTo>
                    <a:pt x="711" y="53"/>
                  </a:lnTo>
                  <a:lnTo>
                    <a:pt x="738" y="67"/>
                  </a:lnTo>
                  <a:lnTo>
                    <a:pt x="762" y="84"/>
                  </a:lnTo>
                  <a:lnTo>
                    <a:pt x="785" y="104"/>
                  </a:lnTo>
                  <a:lnTo>
                    <a:pt x="806" y="125"/>
                  </a:lnTo>
                  <a:lnTo>
                    <a:pt x="824" y="149"/>
                  </a:lnTo>
                  <a:lnTo>
                    <a:pt x="841" y="176"/>
                  </a:lnTo>
                  <a:lnTo>
                    <a:pt x="857" y="206"/>
                  </a:lnTo>
                  <a:lnTo>
                    <a:pt x="870" y="239"/>
                  </a:lnTo>
                  <a:lnTo>
                    <a:pt x="880" y="274"/>
                  </a:lnTo>
                  <a:lnTo>
                    <a:pt x="887" y="311"/>
                  </a:lnTo>
                  <a:lnTo>
                    <a:pt x="891" y="35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2" name="Freeform 143"/>
            <p:cNvSpPr>
              <a:spLocks/>
            </p:cNvSpPr>
            <p:nvPr/>
          </p:nvSpPr>
          <p:spPr bwMode="auto">
            <a:xfrm>
              <a:off x="8899526" y="1076325"/>
              <a:ext cx="131763" cy="252413"/>
            </a:xfrm>
            <a:custGeom>
              <a:avLst/>
              <a:gdLst>
                <a:gd name="T0" fmla="*/ 7 w 83"/>
                <a:gd name="T1" fmla="*/ 67 h 159"/>
                <a:gd name="T2" fmla="*/ 2 w 83"/>
                <a:gd name="T3" fmla="*/ 48 h 159"/>
                <a:gd name="T4" fmla="*/ 0 w 83"/>
                <a:gd name="T5" fmla="*/ 25 h 159"/>
                <a:gd name="T6" fmla="*/ 6 w 83"/>
                <a:gd name="T7" fmla="*/ 9 h 159"/>
                <a:gd name="T8" fmla="*/ 16 w 83"/>
                <a:gd name="T9" fmla="*/ 2 h 159"/>
                <a:gd name="T10" fmla="*/ 21 w 83"/>
                <a:gd name="T11" fmla="*/ 0 h 159"/>
                <a:gd name="T12" fmla="*/ 35 w 83"/>
                <a:gd name="T13" fmla="*/ 2 h 159"/>
                <a:gd name="T14" fmla="*/ 44 w 83"/>
                <a:gd name="T15" fmla="*/ 13 h 159"/>
                <a:gd name="T16" fmla="*/ 58 w 83"/>
                <a:gd name="T17" fmla="*/ 46 h 159"/>
                <a:gd name="T18" fmla="*/ 65 w 83"/>
                <a:gd name="T19" fmla="*/ 81 h 159"/>
                <a:gd name="T20" fmla="*/ 67 w 83"/>
                <a:gd name="T21" fmla="*/ 99 h 159"/>
                <a:gd name="T22" fmla="*/ 53 w 83"/>
                <a:gd name="T23" fmla="*/ 88 h 159"/>
                <a:gd name="T24" fmla="*/ 42 w 83"/>
                <a:gd name="T25" fmla="*/ 87 h 159"/>
                <a:gd name="T26" fmla="*/ 34 w 83"/>
                <a:gd name="T27" fmla="*/ 94 h 159"/>
                <a:gd name="T28" fmla="*/ 32 w 83"/>
                <a:gd name="T29" fmla="*/ 97 h 159"/>
                <a:gd name="T30" fmla="*/ 37 w 83"/>
                <a:gd name="T31" fmla="*/ 113 h 159"/>
                <a:gd name="T32" fmla="*/ 55 w 83"/>
                <a:gd name="T33" fmla="*/ 134 h 159"/>
                <a:gd name="T34" fmla="*/ 83 w 83"/>
                <a:gd name="T35" fmla="*/ 159 h 159"/>
                <a:gd name="T36" fmla="*/ 72 w 83"/>
                <a:gd name="T37" fmla="*/ 153 h 159"/>
                <a:gd name="T38" fmla="*/ 39 w 83"/>
                <a:gd name="T39" fmla="*/ 132 h 159"/>
                <a:gd name="T40" fmla="*/ 21 w 83"/>
                <a:gd name="T41" fmla="*/ 111 h 159"/>
                <a:gd name="T42" fmla="*/ 20 w 83"/>
                <a:gd name="T43" fmla="*/ 101 h 159"/>
                <a:gd name="T44" fmla="*/ 23 w 83"/>
                <a:gd name="T45" fmla="*/ 90 h 159"/>
                <a:gd name="T46" fmla="*/ 32 w 83"/>
                <a:gd name="T47" fmla="*/ 79 h 159"/>
                <a:gd name="T48" fmla="*/ 48 w 83"/>
                <a:gd name="T49" fmla="*/ 76 h 159"/>
                <a:gd name="T50" fmla="*/ 51 w 83"/>
                <a:gd name="T51" fmla="*/ 76 h 159"/>
                <a:gd name="T52" fmla="*/ 48 w 83"/>
                <a:gd name="T53" fmla="*/ 44 h 159"/>
                <a:gd name="T54" fmla="*/ 39 w 83"/>
                <a:gd name="T55" fmla="*/ 21 h 159"/>
                <a:gd name="T56" fmla="*/ 30 w 83"/>
                <a:gd name="T57" fmla="*/ 13 h 159"/>
                <a:gd name="T58" fmla="*/ 27 w 83"/>
                <a:gd name="T59" fmla="*/ 13 h 159"/>
                <a:gd name="T60" fmla="*/ 20 w 83"/>
                <a:gd name="T61" fmla="*/ 14 h 159"/>
                <a:gd name="T62" fmla="*/ 11 w 83"/>
                <a:gd name="T63" fmla="*/ 30 h 159"/>
                <a:gd name="T64" fmla="*/ 7 w 83"/>
                <a:gd name="T65" fmla="*/ 5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159">
                  <a:moveTo>
                    <a:pt x="7" y="67"/>
                  </a:moveTo>
                  <a:lnTo>
                    <a:pt x="7" y="67"/>
                  </a:lnTo>
                  <a:lnTo>
                    <a:pt x="4" y="57"/>
                  </a:lnTo>
                  <a:lnTo>
                    <a:pt x="2" y="48"/>
                  </a:lnTo>
                  <a:lnTo>
                    <a:pt x="0" y="37"/>
                  </a:lnTo>
                  <a:lnTo>
                    <a:pt x="0" y="25"/>
                  </a:lnTo>
                  <a:lnTo>
                    <a:pt x="4" y="14"/>
                  </a:lnTo>
                  <a:lnTo>
                    <a:pt x="6" y="9"/>
                  </a:lnTo>
                  <a:lnTo>
                    <a:pt x="11" y="6"/>
                  </a:lnTo>
                  <a:lnTo>
                    <a:pt x="16" y="2"/>
                  </a:lnTo>
                  <a:lnTo>
                    <a:pt x="21" y="0"/>
                  </a:lnTo>
                  <a:lnTo>
                    <a:pt x="21" y="0"/>
                  </a:lnTo>
                  <a:lnTo>
                    <a:pt x="28" y="0"/>
                  </a:lnTo>
                  <a:lnTo>
                    <a:pt x="35" y="2"/>
                  </a:lnTo>
                  <a:lnTo>
                    <a:pt x="41" y="7"/>
                  </a:lnTo>
                  <a:lnTo>
                    <a:pt x="44" y="13"/>
                  </a:lnTo>
                  <a:lnTo>
                    <a:pt x="53" y="29"/>
                  </a:lnTo>
                  <a:lnTo>
                    <a:pt x="58" y="46"/>
                  </a:lnTo>
                  <a:lnTo>
                    <a:pt x="62" y="65"/>
                  </a:lnTo>
                  <a:lnTo>
                    <a:pt x="65" y="81"/>
                  </a:lnTo>
                  <a:lnTo>
                    <a:pt x="67" y="99"/>
                  </a:lnTo>
                  <a:lnTo>
                    <a:pt x="67" y="99"/>
                  </a:lnTo>
                  <a:lnTo>
                    <a:pt x="62" y="95"/>
                  </a:lnTo>
                  <a:lnTo>
                    <a:pt x="53" y="88"/>
                  </a:lnTo>
                  <a:lnTo>
                    <a:pt x="48" y="87"/>
                  </a:lnTo>
                  <a:lnTo>
                    <a:pt x="42" y="87"/>
                  </a:lnTo>
                  <a:lnTo>
                    <a:pt x="37" y="88"/>
                  </a:lnTo>
                  <a:lnTo>
                    <a:pt x="34" y="94"/>
                  </a:lnTo>
                  <a:lnTo>
                    <a:pt x="34" y="94"/>
                  </a:lnTo>
                  <a:lnTo>
                    <a:pt x="32" y="97"/>
                  </a:lnTo>
                  <a:lnTo>
                    <a:pt x="34" y="102"/>
                  </a:lnTo>
                  <a:lnTo>
                    <a:pt x="37" y="113"/>
                  </a:lnTo>
                  <a:lnTo>
                    <a:pt x="46" y="123"/>
                  </a:lnTo>
                  <a:lnTo>
                    <a:pt x="55" y="134"/>
                  </a:lnTo>
                  <a:lnTo>
                    <a:pt x="74" y="152"/>
                  </a:lnTo>
                  <a:lnTo>
                    <a:pt x="83" y="159"/>
                  </a:lnTo>
                  <a:lnTo>
                    <a:pt x="83" y="159"/>
                  </a:lnTo>
                  <a:lnTo>
                    <a:pt x="72" y="153"/>
                  </a:lnTo>
                  <a:lnTo>
                    <a:pt x="51" y="141"/>
                  </a:lnTo>
                  <a:lnTo>
                    <a:pt x="39" y="132"/>
                  </a:lnTo>
                  <a:lnTo>
                    <a:pt x="28" y="122"/>
                  </a:lnTo>
                  <a:lnTo>
                    <a:pt x="21" y="111"/>
                  </a:lnTo>
                  <a:lnTo>
                    <a:pt x="20" y="106"/>
                  </a:lnTo>
                  <a:lnTo>
                    <a:pt x="20" y="101"/>
                  </a:lnTo>
                  <a:lnTo>
                    <a:pt x="20" y="101"/>
                  </a:lnTo>
                  <a:lnTo>
                    <a:pt x="23" y="90"/>
                  </a:lnTo>
                  <a:lnTo>
                    <a:pt x="27" y="83"/>
                  </a:lnTo>
                  <a:lnTo>
                    <a:pt x="32" y="79"/>
                  </a:lnTo>
                  <a:lnTo>
                    <a:pt x="37" y="76"/>
                  </a:lnTo>
                  <a:lnTo>
                    <a:pt x="48" y="76"/>
                  </a:lnTo>
                  <a:lnTo>
                    <a:pt x="51" y="76"/>
                  </a:lnTo>
                  <a:lnTo>
                    <a:pt x="51" y="76"/>
                  </a:lnTo>
                  <a:lnTo>
                    <a:pt x="51" y="65"/>
                  </a:lnTo>
                  <a:lnTo>
                    <a:pt x="48" y="44"/>
                  </a:lnTo>
                  <a:lnTo>
                    <a:pt x="44" y="32"/>
                  </a:lnTo>
                  <a:lnTo>
                    <a:pt x="39" y="21"/>
                  </a:lnTo>
                  <a:lnTo>
                    <a:pt x="34" y="14"/>
                  </a:lnTo>
                  <a:lnTo>
                    <a:pt x="30" y="13"/>
                  </a:lnTo>
                  <a:lnTo>
                    <a:pt x="27" y="13"/>
                  </a:lnTo>
                  <a:lnTo>
                    <a:pt x="27" y="13"/>
                  </a:lnTo>
                  <a:lnTo>
                    <a:pt x="21" y="13"/>
                  </a:lnTo>
                  <a:lnTo>
                    <a:pt x="20" y="14"/>
                  </a:lnTo>
                  <a:lnTo>
                    <a:pt x="14" y="21"/>
                  </a:lnTo>
                  <a:lnTo>
                    <a:pt x="11" y="30"/>
                  </a:lnTo>
                  <a:lnTo>
                    <a:pt x="9" y="39"/>
                  </a:lnTo>
                  <a:lnTo>
                    <a:pt x="7" y="58"/>
                  </a:lnTo>
                  <a:lnTo>
                    <a:pt x="7" y="67"/>
                  </a:lnTo>
                  <a:close/>
                </a:path>
              </a:pathLst>
            </a:custGeom>
            <a:solidFill>
              <a:srgbClr val="CB9C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3" name="Freeform 144"/>
            <p:cNvSpPr>
              <a:spLocks/>
            </p:cNvSpPr>
            <p:nvPr/>
          </p:nvSpPr>
          <p:spPr bwMode="auto">
            <a:xfrm>
              <a:off x="8899526" y="1076325"/>
              <a:ext cx="131763" cy="252413"/>
            </a:xfrm>
            <a:custGeom>
              <a:avLst/>
              <a:gdLst>
                <a:gd name="T0" fmla="*/ 7 w 83"/>
                <a:gd name="T1" fmla="*/ 67 h 159"/>
                <a:gd name="T2" fmla="*/ 2 w 83"/>
                <a:gd name="T3" fmla="*/ 48 h 159"/>
                <a:gd name="T4" fmla="*/ 0 w 83"/>
                <a:gd name="T5" fmla="*/ 25 h 159"/>
                <a:gd name="T6" fmla="*/ 6 w 83"/>
                <a:gd name="T7" fmla="*/ 9 h 159"/>
                <a:gd name="T8" fmla="*/ 16 w 83"/>
                <a:gd name="T9" fmla="*/ 2 h 159"/>
                <a:gd name="T10" fmla="*/ 21 w 83"/>
                <a:gd name="T11" fmla="*/ 0 h 159"/>
                <a:gd name="T12" fmla="*/ 35 w 83"/>
                <a:gd name="T13" fmla="*/ 2 h 159"/>
                <a:gd name="T14" fmla="*/ 44 w 83"/>
                <a:gd name="T15" fmla="*/ 13 h 159"/>
                <a:gd name="T16" fmla="*/ 58 w 83"/>
                <a:gd name="T17" fmla="*/ 46 h 159"/>
                <a:gd name="T18" fmla="*/ 65 w 83"/>
                <a:gd name="T19" fmla="*/ 81 h 159"/>
                <a:gd name="T20" fmla="*/ 67 w 83"/>
                <a:gd name="T21" fmla="*/ 99 h 159"/>
                <a:gd name="T22" fmla="*/ 53 w 83"/>
                <a:gd name="T23" fmla="*/ 88 h 159"/>
                <a:gd name="T24" fmla="*/ 42 w 83"/>
                <a:gd name="T25" fmla="*/ 87 h 159"/>
                <a:gd name="T26" fmla="*/ 34 w 83"/>
                <a:gd name="T27" fmla="*/ 94 h 159"/>
                <a:gd name="T28" fmla="*/ 32 w 83"/>
                <a:gd name="T29" fmla="*/ 97 h 159"/>
                <a:gd name="T30" fmla="*/ 37 w 83"/>
                <a:gd name="T31" fmla="*/ 113 h 159"/>
                <a:gd name="T32" fmla="*/ 55 w 83"/>
                <a:gd name="T33" fmla="*/ 134 h 159"/>
                <a:gd name="T34" fmla="*/ 83 w 83"/>
                <a:gd name="T35" fmla="*/ 159 h 159"/>
                <a:gd name="T36" fmla="*/ 72 w 83"/>
                <a:gd name="T37" fmla="*/ 153 h 159"/>
                <a:gd name="T38" fmla="*/ 39 w 83"/>
                <a:gd name="T39" fmla="*/ 132 h 159"/>
                <a:gd name="T40" fmla="*/ 21 w 83"/>
                <a:gd name="T41" fmla="*/ 111 h 159"/>
                <a:gd name="T42" fmla="*/ 20 w 83"/>
                <a:gd name="T43" fmla="*/ 101 h 159"/>
                <a:gd name="T44" fmla="*/ 23 w 83"/>
                <a:gd name="T45" fmla="*/ 90 h 159"/>
                <a:gd name="T46" fmla="*/ 32 w 83"/>
                <a:gd name="T47" fmla="*/ 79 h 159"/>
                <a:gd name="T48" fmla="*/ 48 w 83"/>
                <a:gd name="T49" fmla="*/ 76 h 159"/>
                <a:gd name="T50" fmla="*/ 51 w 83"/>
                <a:gd name="T51" fmla="*/ 76 h 159"/>
                <a:gd name="T52" fmla="*/ 48 w 83"/>
                <a:gd name="T53" fmla="*/ 44 h 159"/>
                <a:gd name="T54" fmla="*/ 39 w 83"/>
                <a:gd name="T55" fmla="*/ 21 h 159"/>
                <a:gd name="T56" fmla="*/ 30 w 83"/>
                <a:gd name="T57" fmla="*/ 13 h 159"/>
                <a:gd name="T58" fmla="*/ 27 w 83"/>
                <a:gd name="T59" fmla="*/ 13 h 159"/>
                <a:gd name="T60" fmla="*/ 20 w 83"/>
                <a:gd name="T61" fmla="*/ 14 h 159"/>
                <a:gd name="T62" fmla="*/ 11 w 83"/>
                <a:gd name="T63" fmla="*/ 30 h 159"/>
                <a:gd name="T64" fmla="*/ 7 w 83"/>
                <a:gd name="T65" fmla="*/ 5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159">
                  <a:moveTo>
                    <a:pt x="7" y="67"/>
                  </a:moveTo>
                  <a:lnTo>
                    <a:pt x="7" y="67"/>
                  </a:lnTo>
                  <a:lnTo>
                    <a:pt x="4" y="57"/>
                  </a:lnTo>
                  <a:lnTo>
                    <a:pt x="2" y="48"/>
                  </a:lnTo>
                  <a:lnTo>
                    <a:pt x="0" y="37"/>
                  </a:lnTo>
                  <a:lnTo>
                    <a:pt x="0" y="25"/>
                  </a:lnTo>
                  <a:lnTo>
                    <a:pt x="4" y="14"/>
                  </a:lnTo>
                  <a:lnTo>
                    <a:pt x="6" y="9"/>
                  </a:lnTo>
                  <a:lnTo>
                    <a:pt x="11" y="6"/>
                  </a:lnTo>
                  <a:lnTo>
                    <a:pt x="16" y="2"/>
                  </a:lnTo>
                  <a:lnTo>
                    <a:pt x="21" y="0"/>
                  </a:lnTo>
                  <a:lnTo>
                    <a:pt x="21" y="0"/>
                  </a:lnTo>
                  <a:lnTo>
                    <a:pt x="28" y="0"/>
                  </a:lnTo>
                  <a:lnTo>
                    <a:pt x="35" y="2"/>
                  </a:lnTo>
                  <a:lnTo>
                    <a:pt x="41" y="7"/>
                  </a:lnTo>
                  <a:lnTo>
                    <a:pt x="44" y="13"/>
                  </a:lnTo>
                  <a:lnTo>
                    <a:pt x="53" y="29"/>
                  </a:lnTo>
                  <a:lnTo>
                    <a:pt x="58" y="46"/>
                  </a:lnTo>
                  <a:lnTo>
                    <a:pt x="62" y="65"/>
                  </a:lnTo>
                  <a:lnTo>
                    <a:pt x="65" y="81"/>
                  </a:lnTo>
                  <a:lnTo>
                    <a:pt x="67" y="99"/>
                  </a:lnTo>
                  <a:lnTo>
                    <a:pt x="67" y="99"/>
                  </a:lnTo>
                  <a:lnTo>
                    <a:pt x="62" y="95"/>
                  </a:lnTo>
                  <a:lnTo>
                    <a:pt x="53" y="88"/>
                  </a:lnTo>
                  <a:lnTo>
                    <a:pt x="48" y="87"/>
                  </a:lnTo>
                  <a:lnTo>
                    <a:pt x="42" y="87"/>
                  </a:lnTo>
                  <a:lnTo>
                    <a:pt x="37" y="88"/>
                  </a:lnTo>
                  <a:lnTo>
                    <a:pt x="34" y="94"/>
                  </a:lnTo>
                  <a:lnTo>
                    <a:pt x="34" y="94"/>
                  </a:lnTo>
                  <a:lnTo>
                    <a:pt x="32" y="97"/>
                  </a:lnTo>
                  <a:lnTo>
                    <a:pt x="34" y="102"/>
                  </a:lnTo>
                  <a:lnTo>
                    <a:pt x="37" y="113"/>
                  </a:lnTo>
                  <a:lnTo>
                    <a:pt x="46" y="123"/>
                  </a:lnTo>
                  <a:lnTo>
                    <a:pt x="55" y="134"/>
                  </a:lnTo>
                  <a:lnTo>
                    <a:pt x="74" y="152"/>
                  </a:lnTo>
                  <a:lnTo>
                    <a:pt x="83" y="159"/>
                  </a:lnTo>
                  <a:lnTo>
                    <a:pt x="83" y="159"/>
                  </a:lnTo>
                  <a:lnTo>
                    <a:pt x="72" y="153"/>
                  </a:lnTo>
                  <a:lnTo>
                    <a:pt x="51" y="141"/>
                  </a:lnTo>
                  <a:lnTo>
                    <a:pt x="39" y="132"/>
                  </a:lnTo>
                  <a:lnTo>
                    <a:pt x="28" y="122"/>
                  </a:lnTo>
                  <a:lnTo>
                    <a:pt x="21" y="111"/>
                  </a:lnTo>
                  <a:lnTo>
                    <a:pt x="20" y="106"/>
                  </a:lnTo>
                  <a:lnTo>
                    <a:pt x="20" y="101"/>
                  </a:lnTo>
                  <a:lnTo>
                    <a:pt x="20" y="101"/>
                  </a:lnTo>
                  <a:lnTo>
                    <a:pt x="23" y="90"/>
                  </a:lnTo>
                  <a:lnTo>
                    <a:pt x="27" y="83"/>
                  </a:lnTo>
                  <a:lnTo>
                    <a:pt x="32" y="79"/>
                  </a:lnTo>
                  <a:lnTo>
                    <a:pt x="37" y="76"/>
                  </a:lnTo>
                  <a:lnTo>
                    <a:pt x="48" y="76"/>
                  </a:lnTo>
                  <a:lnTo>
                    <a:pt x="51" y="76"/>
                  </a:lnTo>
                  <a:lnTo>
                    <a:pt x="51" y="76"/>
                  </a:lnTo>
                  <a:lnTo>
                    <a:pt x="51" y="65"/>
                  </a:lnTo>
                  <a:lnTo>
                    <a:pt x="48" y="44"/>
                  </a:lnTo>
                  <a:lnTo>
                    <a:pt x="44" y="32"/>
                  </a:lnTo>
                  <a:lnTo>
                    <a:pt x="39" y="21"/>
                  </a:lnTo>
                  <a:lnTo>
                    <a:pt x="34" y="14"/>
                  </a:lnTo>
                  <a:lnTo>
                    <a:pt x="30" y="13"/>
                  </a:lnTo>
                  <a:lnTo>
                    <a:pt x="27" y="13"/>
                  </a:lnTo>
                  <a:lnTo>
                    <a:pt x="27" y="13"/>
                  </a:lnTo>
                  <a:lnTo>
                    <a:pt x="21" y="13"/>
                  </a:lnTo>
                  <a:lnTo>
                    <a:pt x="20" y="14"/>
                  </a:lnTo>
                  <a:lnTo>
                    <a:pt x="14" y="21"/>
                  </a:lnTo>
                  <a:lnTo>
                    <a:pt x="11" y="30"/>
                  </a:lnTo>
                  <a:lnTo>
                    <a:pt x="9" y="39"/>
                  </a:lnTo>
                  <a:lnTo>
                    <a:pt x="7" y="58"/>
                  </a:lnTo>
                  <a:lnTo>
                    <a:pt x="7" y="6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4" name="Freeform 145"/>
            <p:cNvSpPr>
              <a:spLocks/>
            </p:cNvSpPr>
            <p:nvPr/>
          </p:nvSpPr>
          <p:spPr bwMode="auto">
            <a:xfrm>
              <a:off x="10236201" y="1017588"/>
              <a:ext cx="55563" cy="215900"/>
            </a:xfrm>
            <a:custGeom>
              <a:avLst/>
              <a:gdLst>
                <a:gd name="T0" fmla="*/ 28 w 35"/>
                <a:gd name="T1" fmla="*/ 66 h 136"/>
                <a:gd name="T2" fmla="*/ 28 w 35"/>
                <a:gd name="T3" fmla="*/ 66 h 136"/>
                <a:gd name="T4" fmla="*/ 32 w 35"/>
                <a:gd name="T5" fmla="*/ 57 h 136"/>
                <a:gd name="T6" fmla="*/ 35 w 35"/>
                <a:gd name="T7" fmla="*/ 36 h 136"/>
                <a:gd name="T8" fmla="*/ 35 w 35"/>
                <a:gd name="T9" fmla="*/ 25 h 136"/>
                <a:gd name="T10" fmla="*/ 35 w 35"/>
                <a:gd name="T11" fmla="*/ 15 h 136"/>
                <a:gd name="T12" fmla="*/ 34 w 35"/>
                <a:gd name="T13" fmla="*/ 6 h 136"/>
                <a:gd name="T14" fmla="*/ 32 w 35"/>
                <a:gd name="T15" fmla="*/ 4 h 136"/>
                <a:gd name="T16" fmla="*/ 28 w 35"/>
                <a:gd name="T17" fmla="*/ 2 h 136"/>
                <a:gd name="T18" fmla="*/ 28 w 35"/>
                <a:gd name="T19" fmla="*/ 2 h 136"/>
                <a:gd name="T20" fmla="*/ 23 w 35"/>
                <a:gd name="T21" fmla="*/ 0 h 136"/>
                <a:gd name="T22" fmla="*/ 19 w 35"/>
                <a:gd name="T23" fmla="*/ 2 h 136"/>
                <a:gd name="T24" fmla="*/ 16 w 35"/>
                <a:gd name="T25" fmla="*/ 6 h 136"/>
                <a:gd name="T26" fmla="*/ 14 w 35"/>
                <a:gd name="T27" fmla="*/ 9 h 136"/>
                <a:gd name="T28" fmla="*/ 11 w 35"/>
                <a:gd name="T29" fmla="*/ 18 h 136"/>
                <a:gd name="T30" fmla="*/ 9 w 35"/>
                <a:gd name="T31" fmla="*/ 22 h 136"/>
                <a:gd name="T32" fmla="*/ 0 w 35"/>
                <a:gd name="T33" fmla="*/ 108 h 136"/>
                <a:gd name="T34" fmla="*/ 0 w 35"/>
                <a:gd name="T35" fmla="*/ 108 h 136"/>
                <a:gd name="T36" fmla="*/ 7 w 35"/>
                <a:gd name="T37" fmla="*/ 106 h 136"/>
                <a:gd name="T38" fmla="*/ 12 w 35"/>
                <a:gd name="T39" fmla="*/ 106 h 136"/>
                <a:gd name="T40" fmla="*/ 12 w 35"/>
                <a:gd name="T41" fmla="*/ 108 h 136"/>
                <a:gd name="T42" fmla="*/ 12 w 35"/>
                <a:gd name="T43" fmla="*/ 111 h 136"/>
                <a:gd name="T44" fmla="*/ 12 w 35"/>
                <a:gd name="T45" fmla="*/ 111 h 136"/>
                <a:gd name="T46" fmla="*/ 7 w 35"/>
                <a:gd name="T47" fmla="*/ 127 h 136"/>
                <a:gd name="T48" fmla="*/ 4 w 35"/>
                <a:gd name="T49" fmla="*/ 136 h 136"/>
                <a:gd name="T50" fmla="*/ 4 w 35"/>
                <a:gd name="T51" fmla="*/ 136 h 136"/>
                <a:gd name="T52" fmla="*/ 14 w 35"/>
                <a:gd name="T53" fmla="*/ 124 h 136"/>
                <a:gd name="T54" fmla="*/ 19 w 35"/>
                <a:gd name="T55" fmla="*/ 113 h 136"/>
                <a:gd name="T56" fmla="*/ 21 w 35"/>
                <a:gd name="T57" fmla="*/ 108 h 136"/>
                <a:gd name="T58" fmla="*/ 23 w 35"/>
                <a:gd name="T59" fmla="*/ 104 h 136"/>
                <a:gd name="T60" fmla="*/ 23 w 35"/>
                <a:gd name="T61" fmla="*/ 104 h 136"/>
                <a:gd name="T62" fmla="*/ 23 w 35"/>
                <a:gd name="T63" fmla="*/ 99 h 136"/>
                <a:gd name="T64" fmla="*/ 21 w 35"/>
                <a:gd name="T65" fmla="*/ 97 h 136"/>
                <a:gd name="T66" fmla="*/ 16 w 35"/>
                <a:gd name="T67" fmla="*/ 94 h 136"/>
                <a:gd name="T68" fmla="*/ 12 w 35"/>
                <a:gd name="T69" fmla="*/ 92 h 136"/>
                <a:gd name="T70" fmla="*/ 9 w 35"/>
                <a:gd name="T71" fmla="*/ 92 h 136"/>
                <a:gd name="T72" fmla="*/ 9 w 35"/>
                <a:gd name="T73" fmla="*/ 92 h 136"/>
                <a:gd name="T74" fmla="*/ 12 w 35"/>
                <a:gd name="T75" fmla="*/ 62 h 136"/>
                <a:gd name="T76" fmla="*/ 18 w 35"/>
                <a:gd name="T77" fmla="*/ 25 h 136"/>
                <a:gd name="T78" fmla="*/ 18 w 35"/>
                <a:gd name="T79" fmla="*/ 25 h 136"/>
                <a:gd name="T80" fmla="*/ 19 w 35"/>
                <a:gd name="T81" fmla="*/ 20 h 136"/>
                <a:gd name="T82" fmla="*/ 21 w 35"/>
                <a:gd name="T83" fmla="*/ 15 h 136"/>
                <a:gd name="T84" fmla="*/ 25 w 35"/>
                <a:gd name="T85" fmla="*/ 13 h 136"/>
                <a:gd name="T86" fmla="*/ 28 w 35"/>
                <a:gd name="T87" fmla="*/ 13 h 136"/>
                <a:gd name="T88" fmla="*/ 28 w 35"/>
                <a:gd name="T89" fmla="*/ 13 h 136"/>
                <a:gd name="T90" fmla="*/ 30 w 35"/>
                <a:gd name="T91" fmla="*/ 16 h 136"/>
                <a:gd name="T92" fmla="*/ 30 w 35"/>
                <a:gd name="T93" fmla="*/ 22 h 136"/>
                <a:gd name="T94" fmla="*/ 30 w 35"/>
                <a:gd name="T95" fmla="*/ 39 h 136"/>
                <a:gd name="T96" fmla="*/ 28 w 35"/>
                <a:gd name="T97" fmla="*/ 6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5" h="136">
                  <a:moveTo>
                    <a:pt x="28" y="66"/>
                  </a:moveTo>
                  <a:lnTo>
                    <a:pt x="28" y="66"/>
                  </a:lnTo>
                  <a:lnTo>
                    <a:pt x="32" y="57"/>
                  </a:lnTo>
                  <a:lnTo>
                    <a:pt x="35" y="36"/>
                  </a:lnTo>
                  <a:lnTo>
                    <a:pt x="35" y="25"/>
                  </a:lnTo>
                  <a:lnTo>
                    <a:pt x="35" y="15"/>
                  </a:lnTo>
                  <a:lnTo>
                    <a:pt x="34" y="6"/>
                  </a:lnTo>
                  <a:lnTo>
                    <a:pt x="32" y="4"/>
                  </a:lnTo>
                  <a:lnTo>
                    <a:pt x="28" y="2"/>
                  </a:lnTo>
                  <a:lnTo>
                    <a:pt x="28" y="2"/>
                  </a:lnTo>
                  <a:lnTo>
                    <a:pt x="23" y="0"/>
                  </a:lnTo>
                  <a:lnTo>
                    <a:pt x="19" y="2"/>
                  </a:lnTo>
                  <a:lnTo>
                    <a:pt x="16" y="6"/>
                  </a:lnTo>
                  <a:lnTo>
                    <a:pt x="14" y="9"/>
                  </a:lnTo>
                  <a:lnTo>
                    <a:pt x="11" y="18"/>
                  </a:lnTo>
                  <a:lnTo>
                    <a:pt x="9" y="22"/>
                  </a:lnTo>
                  <a:lnTo>
                    <a:pt x="0" y="108"/>
                  </a:lnTo>
                  <a:lnTo>
                    <a:pt x="0" y="108"/>
                  </a:lnTo>
                  <a:lnTo>
                    <a:pt x="7" y="106"/>
                  </a:lnTo>
                  <a:lnTo>
                    <a:pt x="12" y="106"/>
                  </a:lnTo>
                  <a:lnTo>
                    <a:pt x="12" y="108"/>
                  </a:lnTo>
                  <a:lnTo>
                    <a:pt x="12" y="111"/>
                  </a:lnTo>
                  <a:lnTo>
                    <a:pt x="12" y="111"/>
                  </a:lnTo>
                  <a:lnTo>
                    <a:pt x="7" y="127"/>
                  </a:lnTo>
                  <a:lnTo>
                    <a:pt x="4" y="136"/>
                  </a:lnTo>
                  <a:lnTo>
                    <a:pt x="4" y="136"/>
                  </a:lnTo>
                  <a:lnTo>
                    <a:pt x="14" y="124"/>
                  </a:lnTo>
                  <a:lnTo>
                    <a:pt x="19" y="113"/>
                  </a:lnTo>
                  <a:lnTo>
                    <a:pt x="21" y="108"/>
                  </a:lnTo>
                  <a:lnTo>
                    <a:pt x="23" y="104"/>
                  </a:lnTo>
                  <a:lnTo>
                    <a:pt x="23" y="104"/>
                  </a:lnTo>
                  <a:lnTo>
                    <a:pt x="23" y="99"/>
                  </a:lnTo>
                  <a:lnTo>
                    <a:pt x="21" y="97"/>
                  </a:lnTo>
                  <a:lnTo>
                    <a:pt x="16" y="94"/>
                  </a:lnTo>
                  <a:lnTo>
                    <a:pt x="12" y="92"/>
                  </a:lnTo>
                  <a:lnTo>
                    <a:pt x="9" y="92"/>
                  </a:lnTo>
                  <a:lnTo>
                    <a:pt x="9" y="92"/>
                  </a:lnTo>
                  <a:lnTo>
                    <a:pt x="12" y="62"/>
                  </a:lnTo>
                  <a:lnTo>
                    <a:pt x="18" y="25"/>
                  </a:lnTo>
                  <a:lnTo>
                    <a:pt x="18" y="25"/>
                  </a:lnTo>
                  <a:lnTo>
                    <a:pt x="19" y="20"/>
                  </a:lnTo>
                  <a:lnTo>
                    <a:pt x="21" y="15"/>
                  </a:lnTo>
                  <a:lnTo>
                    <a:pt x="25" y="13"/>
                  </a:lnTo>
                  <a:lnTo>
                    <a:pt x="28" y="13"/>
                  </a:lnTo>
                  <a:lnTo>
                    <a:pt x="28" y="13"/>
                  </a:lnTo>
                  <a:lnTo>
                    <a:pt x="30" y="16"/>
                  </a:lnTo>
                  <a:lnTo>
                    <a:pt x="30" y="22"/>
                  </a:lnTo>
                  <a:lnTo>
                    <a:pt x="30" y="39"/>
                  </a:lnTo>
                  <a:lnTo>
                    <a:pt x="28" y="66"/>
                  </a:lnTo>
                  <a:close/>
                </a:path>
              </a:pathLst>
            </a:custGeom>
            <a:solidFill>
              <a:srgbClr val="CB9C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5" name="Freeform 146"/>
            <p:cNvSpPr>
              <a:spLocks/>
            </p:cNvSpPr>
            <p:nvPr/>
          </p:nvSpPr>
          <p:spPr bwMode="auto">
            <a:xfrm>
              <a:off x="10236201" y="1017588"/>
              <a:ext cx="55563" cy="215900"/>
            </a:xfrm>
            <a:custGeom>
              <a:avLst/>
              <a:gdLst>
                <a:gd name="T0" fmla="*/ 28 w 35"/>
                <a:gd name="T1" fmla="*/ 66 h 136"/>
                <a:gd name="T2" fmla="*/ 28 w 35"/>
                <a:gd name="T3" fmla="*/ 66 h 136"/>
                <a:gd name="T4" fmla="*/ 32 w 35"/>
                <a:gd name="T5" fmla="*/ 57 h 136"/>
                <a:gd name="T6" fmla="*/ 35 w 35"/>
                <a:gd name="T7" fmla="*/ 36 h 136"/>
                <a:gd name="T8" fmla="*/ 35 w 35"/>
                <a:gd name="T9" fmla="*/ 25 h 136"/>
                <a:gd name="T10" fmla="*/ 35 w 35"/>
                <a:gd name="T11" fmla="*/ 15 h 136"/>
                <a:gd name="T12" fmla="*/ 34 w 35"/>
                <a:gd name="T13" fmla="*/ 6 h 136"/>
                <a:gd name="T14" fmla="*/ 32 w 35"/>
                <a:gd name="T15" fmla="*/ 4 h 136"/>
                <a:gd name="T16" fmla="*/ 28 w 35"/>
                <a:gd name="T17" fmla="*/ 2 h 136"/>
                <a:gd name="T18" fmla="*/ 28 w 35"/>
                <a:gd name="T19" fmla="*/ 2 h 136"/>
                <a:gd name="T20" fmla="*/ 23 w 35"/>
                <a:gd name="T21" fmla="*/ 0 h 136"/>
                <a:gd name="T22" fmla="*/ 19 w 35"/>
                <a:gd name="T23" fmla="*/ 2 h 136"/>
                <a:gd name="T24" fmla="*/ 16 w 35"/>
                <a:gd name="T25" fmla="*/ 6 h 136"/>
                <a:gd name="T26" fmla="*/ 14 w 35"/>
                <a:gd name="T27" fmla="*/ 9 h 136"/>
                <a:gd name="T28" fmla="*/ 11 w 35"/>
                <a:gd name="T29" fmla="*/ 18 h 136"/>
                <a:gd name="T30" fmla="*/ 9 w 35"/>
                <a:gd name="T31" fmla="*/ 22 h 136"/>
                <a:gd name="T32" fmla="*/ 0 w 35"/>
                <a:gd name="T33" fmla="*/ 108 h 136"/>
                <a:gd name="T34" fmla="*/ 0 w 35"/>
                <a:gd name="T35" fmla="*/ 108 h 136"/>
                <a:gd name="T36" fmla="*/ 7 w 35"/>
                <a:gd name="T37" fmla="*/ 106 h 136"/>
                <a:gd name="T38" fmla="*/ 12 w 35"/>
                <a:gd name="T39" fmla="*/ 106 h 136"/>
                <a:gd name="T40" fmla="*/ 12 w 35"/>
                <a:gd name="T41" fmla="*/ 108 h 136"/>
                <a:gd name="T42" fmla="*/ 12 w 35"/>
                <a:gd name="T43" fmla="*/ 111 h 136"/>
                <a:gd name="T44" fmla="*/ 12 w 35"/>
                <a:gd name="T45" fmla="*/ 111 h 136"/>
                <a:gd name="T46" fmla="*/ 7 w 35"/>
                <a:gd name="T47" fmla="*/ 127 h 136"/>
                <a:gd name="T48" fmla="*/ 4 w 35"/>
                <a:gd name="T49" fmla="*/ 136 h 136"/>
                <a:gd name="T50" fmla="*/ 4 w 35"/>
                <a:gd name="T51" fmla="*/ 136 h 136"/>
                <a:gd name="T52" fmla="*/ 14 w 35"/>
                <a:gd name="T53" fmla="*/ 124 h 136"/>
                <a:gd name="T54" fmla="*/ 19 w 35"/>
                <a:gd name="T55" fmla="*/ 113 h 136"/>
                <a:gd name="T56" fmla="*/ 21 w 35"/>
                <a:gd name="T57" fmla="*/ 108 h 136"/>
                <a:gd name="T58" fmla="*/ 23 w 35"/>
                <a:gd name="T59" fmla="*/ 104 h 136"/>
                <a:gd name="T60" fmla="*/ 23 w 35"/>
                <a:gd name="T61" fmla="*/ 104 h 136"/>
                <a:gd name="T62" fmla="*/ 23 w 35"/>
                <a:gd name="T63" fmla="*/ 99 h 136"/>
                <a:gd name="T64" fmla="*/ 21 w 35"/>
                <a:gd name="T65" fmla="*/ 97 h 136"/>
                <a:gd name="T66" fmla="*/ 16 w 35"/>
                <a:gd name="T67" fmla="*/ 94 h 136"/>
                <a:gd name="T68" fmla="*/ 12 w 35"/>
                <a:gd name="T69" fmla="*/ 92 h 136"/>
                <a:gd name="T70" fmla="*/ 9 w 35"/>
                <a:gd name="T71" fmla="*/ 92 h 136"/>
                <a:gd name="T72" fmla="*/ 9 w 35"/>
                <a:gd name="T73" fmla="*/ 92 h 136"/>
                <a:gd name="T74" fmla="*/ 12 w 35"/>
                <a:gd name="T75" fmla="*/ 62 h 136"/>
                <a:gd name="T76" fmla="*/ 18 w 35"/>
                <a:gd name="T77" fmla="*/ 25 h 136"/>
                <a:gd name="T78" fmla="*/ 18 w 35"/>
                <a:gd name="T79" fmla="*/ 25 h 136"/>
                <a:gd name="T80" fmla="*/ 19 w 35"/>
                <a:gd name="T81" fmla="*/ 20 h 136"/>
                <a:gd name="T82" fmla="*/ 21 w 35"/>
                <a:gd name="T83" fmla="*/ 15 h 136"/>
                <a:gd name="T84" fmla="*/ 25 w 35"/>
                <a:gd name="T85" fmla="*/ 13 h 136"/>
                <a:gd name="T86" fmla="*/ 28 w 35"/>
                <a:gd name="T87" fmla="*/ 13 h 136"/>
                <a:gd name="T88" fmla="*/ 28 w 35"/>
                <a:gd name="T89" fmla="*/ 13 h 136"/>
                <a:gd name="T90" fmla="*/ 30 w 35"/>
                <a:gd name="T91" fmla="*/ 16 h 136"/>
                <a:gd name="T92" fmla="*/ 30 w 35"/>
                <a:gd name="T93" fmla="*/ 22 h 136"/>
                <a:gd name="T94" fmla="*/ 30 w 35"/>
                <a:gd name="T95" fmla="*/ 39 h 136"/>
                <a:gd name="T96" fmla="*/ 28 w 35"/>
                <a:gd name="T97" fmla="*/ 6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5" h="136">
                  <a:moveTo>
                    <a:pt x="28" y="66"/>
                  </a:moveTo>
                  <a:lnTo>
                    <a:pt x="28" y="66"/>
                  </a:lnTo>
                  <a:lnTo>
                    <a:pt x="32" y="57"/>
                  </a:lnTo>
                  <a:lnTo>
                    <a:pt x="35" y="36"/>
                  </a:lnTo>
                  <a:lnTo>
                    <a:pt x="35" y="25"/>
                  </a:lnTo>
                  <a:lnTo>
                    <a:pt x="35" y="15"/>
                  </a:lnTo>
                  <a:lnTo>
                    <a:pt x="34" y="6"/>
                  </a:lnTo>
                  <a:lnTo>
                    <a:pt x="32" y="4"/>
                  </a:lnTo>
                  <a:lnTo>
                    <a:pt x="28" y="2"/>
                  </a:lnTo>
                  <a:lnTo>
                    <a:pt x="28" y="2"/>
                  </a:lnTo>
                  <a:lnTo>
                    <a:pt x="23" y="0"/>
                  </a:lnTo>
                  <a:lnTo>
                    <a:pt x="19" y="2"/>
                  </a:lnTo>
                  <a:lnTo>
                    <a:pt x="16" y="6"/>
                  </a:lnTo>
                  <a:lnTo>
                    <a:pt x="14" y="9"/>
                  </a:lnTo>
                  <a:lnTo>
                    <a:pt x="11" y="18"/>
                  </a:lnTo>
                  <a:lnTo>
                    <a:pt x="9" y="22"/>
                  </a:lnTo>
                  <a:lnTo>
                    <a:pt x="0" y="108"/>
                  </a:lnTo>
                  <a:lnTo>
                    <a:pt x="0" y="108"/>
                  </a:lnTo>
                  <a:lnTo>
                    <a:pt x="7" y="106"/>
                  </a:lnTo>
                  <a:lnTo>
                    <a:pt x="12" y="106"/>
                  </a:lnTo>
                  <a:lnTo>
                    <a:pt x="12" y="108"/>
                  </a:lnTo>
                  <a:lnTo>
                    <a:pt x="12" y="111"/>
                  </a:lnTo>
                  <a:lnTo>
                    <a:pt x="12" y="111"/>
                  </a:lnTo>
                  <a:lnTo>
                    <a:pt x="7" y="127"/>
                  </a:lnTo>
                  <a:lnTo>
                    <a:pt x="4" y="136"/>
                  </a:lnTo>
                  <a:lnTo>
                    <a:pt x="4" y="136"/>
                  </a:lnTo>
                  <a:lnTo>
                    <a:pt x="14" y="124"/>
                  </a:lnTo>
                  <a:lnTo>
                    <a:pt x="19" y="113"/>
                  </a:lnTo>
                  <a:lnTo>
                    <a:pt x="21" y="108"/>
                  </a:lnTo>
                  <a:lnTo>
                    <a:pt x="23" y="104"/>
                  </a:lnTo>
                  <a:lnTo>
                    <a:pt x="23" y="104"/>
                  </a:lnTo>
                  <a:lnTo>
                    <a:pt x="23" y="99"/>
                  </a:lnTo>
                  <a:lnTo>
                    <a:pt x="21" y="97"/>
                  </a:lnTo>
                  <a:lnTo>
                    <a:pt x="16" y="94"/>
                  </a:lnTo>
                  <a:lnTo>
                    <a:pt x="12" y="92"/>
                  </a:lnTo>
                  <a:lnTo>
                    <a:pt x="9" y="92"/>
                  </a:lnTo>
                  <a:lnTo>
                    <a:pt x="9" y="92"/>
                  </a:lnTo>
                  <a:lnTo>
                    <a:pt x="12" y="62"/>
                  </a:lnTo>
                  <a:lnTo>
                    <a:pt x="18" y="25"/>
                  </a:lnTo>
                  <a:lnTo>
                    <a:pt x="18" y="25"/>
                  </a:lnTo>
                  <a:lnTo>
                    <a:pt x="19" y="20"/>
                  </a:lnTo>
                  <a:lnTo>
                    <a:pt x="21" y="15"/>
                  </a:lnTo>
                  <a:lnTo>
                    <a:pt x="25" y="13"/>
                  </a:lnTo>
                  <a:lnTo>
                    <a:pt x="28" y="13"/>
                  </a:lnTo>
                  <a:lnTo>
                    <a:pt x="28" y="13"/>
                  </a:lnTo>
                  <a:lnTo>
                    <a:pt x="30" y="16"/>
                  </a:lnTo>
                  <a:lnTo>
                    <a:pt x="30" y="22"/>
                  </a:lnTo>
                  <a:lnTo>
                    <a:pt x="30" y="39"/>
                  </a:lnTo>
                  <a:lnTo>
                    <a:pt x="28" y="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6" name="Freeform 147"/>
            <p:cNvSpPr>
              <a:spLocks/>
            </p:cNvSpPr>
            <p:nvPr/>
          </p:nvSpPr>
          <p:spPr bwMode="auto">
            <a:xfrm>
              <a:off x="9783763" y="1201738"/>
              <a:ext cx="98425" cy="231775"/>
            </a:xfrm>
            <a:custGeom>
              <a:avLst/>
              <a:gdLst>
                <a:gd name="T0" fmla="*/ 2 w 62"/>
                <a:gd name="T1" fmla="*/ 0 h 146"/>
                <a:gd name="T2" fmla="*/ 2 w 62"/>
                <a:gd name="T3" fmla="*/ 0 h 146"/>
                <a:gd name="T4" fmla="*/ 2 w 62"/>
                <a:gd name="T5" fmla="*/ 8 h 146"/>
                <a:gd name="T6" fmla="*/ 0 w 62"/>
                <a:gd name="T7" fmla="*/ 22 h 146"/>
                <a:gd name="T8" fmla="*/ 2 w 62"/>
                <a:gd name="T9" fmla="*/ 32 h 146"/>
                <a:gd name="T10" fmla="*/ 4 w 62"/>
                <a:gd name="T11" fmla="*/ 43 h 146"/>
                <a:gd name="T12" fmla="*/ 9 w 62"/>
                <a:gd name="T13" fmla="*/ 55 h 146"/>
                <a:gd name="T14" fmla="*/ 14 w 62"/>
                <a:gd name="T15" fmla="*/ 66 h 146"/>
                <a:gd name="T16" fmla="*/ 14 w 62"/>
                <a:gd name="T17" fmla="*/ 66 h 146"/>
                <a:gd name="T18" fmla="*/ 37 w 62"/>
                <a:gd name="T19" fmla="*/ 99 h 146"/>
                <a:gd name="T20" fmla="*/ 41 w 62"/>
                <a:gd name="T21" fmla="*/ 104 h 146"/>
                <a:gd name="T22" fmla="*/ 43 w 62"/>
                <a:gd name="T23" fmla="*/ 109 h 146"/>
                <a:gd name="T24" fmla="*/ 43 w 62"/>
                <a:gd name="T25" fmla="*/ 115 h 146"/>
                <a:gd name="T26" fmla="*/ 41 w 62"/>
                <a:gd name="T27" fmla="*/ 120 h 146"/>
                <a:gd name="T28" fmla="*/ 41 w 62"/>
                <a:gd name="T29" fmla="*/ 120 h 146"/>
                <a:gd name="T30" fmla="*/ 32 w 62"/>
                <a:gd name="T31" fmla="*/ 129 h 146"/>
                <a:gd name="T32" fmla="*/ 20 w 62"/>
                <a:gd name="T33" fmla="*/ 138 h 146"/>
                <a:gd name="T34" fmla="*/ 6 w 62"/>
                <a:gd name="T35" fmla="*/ 146 h 146"/>
                <a:gd name="T36" fmla="*/ 6 w 62"/>
                <a:gd name="T37" fmla="*/ 146 h 146"/>
                <a:gd name="T38" fmla="*/ 14 w 62"/>
                <a:gd name="T39" fmla="*/ 145 h 146"/>
                <a:gd name="T40" fmla="*/ 34 w 62"/>
                <a:gd name="T41" fmla="*/ 138 h 146"/>
                <a:gd name="T42" fmla="*/ 44 w 62"/>
                <a:gd name="T43" fmla="*/ 131 h 146"/>
                <a:gd name="T44" fmla="*/ 53 w 62"/>
                <a:gd name="T45" fmla="*/ 124 h 146"/>
                <a:gd name="T46" fmla="*/ 58 w 62"/>
                <a:gd name="T47" fmla="*/ 115 h 146"/>
                <a:gd name="T48" fmla="*/ 62 w 62"/>
                <a:gd name="T49" fmla="*/ 109 h 146"/>
                <a:gd name="T50" fmla="*/ 62 w 62"/>
                <a:gd name="T51" fmla="*/ 104 h 146"/>
                <a:gd name="T52" fmla="*/ 62 w 62"/>
                <a:gd name="T53" fmla="*/ 104 h 146"/>
                <a:gd name="T54" fmla="*/ 62 w 62"/>
                <a:gd name="T55" fmla="*/ 99 h 146"/>
                <a:gd name="T56" fmla="*/ 58 w 62"/>
                <a:gd name="T57" fmla="*/ 94 h 146"/>
                <a:gd name="T58" fmla="*/ 51 w 62"/>
                <a:gd name="T59" fmla="*/ 83 h 146"/>
                <a:gd name="T60" fmla="*/ 30 w 62"/>
                <a:gd name="T61" fmla="*/ 64 h 146"/>
                <a:gd name="T62" fmla="*/ 18 w 62"/>
                <a:gd name="T63" fmla="*/ 53 h 146"/>
                <a:gd name="T64" fmla="*/ 13 w 62"/>
                <a:gd name="T65" fmla="*/ 46 h 146"/>
                <a:gd name="T66" fmla="*/ 9 w 62"/>
                <a:gd name="T67" fmla="*/ 39 h 146"/>
                <a:gd name="T68" fmla="*/ 6 w 62"/>
                <a:gd name="T69" fmla="*/ 30 h 146"/>
                <a:gd name="T70" fmla="*/ 2 w 62"/>
                <a:gd name="T71" fmla="*/ 22 h 146"/>
                <a:gd name="T72" fmla="*/ 2 w 62"/>
                <a:gd name="T73" fmla="*/ 11 h 146"/>
                <a:gd name="T74" fmla="*/ 2 w 62"/>
                <a:gd name="T7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2" h="146">
                  <a:moveTo>
                    <a:pt x="2" y="0"/>
                  </a:moveTo>
                  <a:lnTo>
                    <a:pt x="2" y="0"/>
                  </a:lnTo>
                  <a:lnTo>
                    <a:pt x="2" y="8"/>
                  </a:lnTo>
                  <a:lnTo>
                    <a:pt x="0" y="22"/>
                  </a:lnTo>
                  <a:lnTo>
                    <a:pt x="2" y="32"/>
                  </a:lnTo>
                  <a:lnTo>
                    <a:pt x="4" y="43"/>
                  </a:lnTo>
                  <a:lnTo>
                    <a:pt x="9" y="55"/>
                  </a:lnTo>
                  <a:lnTo>
                    <a:pt x="14" y="66"/>
                  </a:lnTo>
                  <a:lnTo>
                    <a:pt x="14" y="66"/>
                  </a:lnTo>
                  <a:lnTo>
                    <a:pt x="37" y="99"/>
                  </a:lnTo>
                  <a:lnTo>
                    <a:pt x="41" y="104"/>
                  </a:lnTo>
                  <a:lnTo>
                    <a:pt x="43" y="109"/>
                  </a:lnTo>
                  <a:lnTo>
                    <a:pt x="43" y="115"/>
                  </a:lnTo>
                  <a:lnTo>
                    <a:pt x="41" y="120"/>
                  </a:lnTo>
                  <a:lnTo>
                    <a:pt x="41" y="120"/>
                  </a:lnTo>
                  <a:lnTo>
                    <a:pt x="32" y="129"/>
                  </a:lnTo>
                  <a:lnTo>
                    <a:pt x="20" y="138"/>
                  </a:lnTo>
                  <a:lnTo>
                    <a:pt x="6" y="146"/>
                  </a:lnTo>
                  <a:lnTo>
                    <a:pt x="6" y="146"/>
                  </a:lnTo>
                  <a:lnTo>
                    <a:pt x="14" y="145"/>
                  </a:lnTo>
                  <a:lnTo>
                    <a:pt x="34" y="138"/>
                  </a:lnTo>
                  <a:lnTo>
                    <a:pt x="44" y="131"/>
                  </a:lnTo>
                  <a:lnTo>
                    <a:pt x="53" y="124"/>
                  </a:lnTo>
                  <a:lnTo>
                    <a:pt x="58" y="115"/>
                  </a:lnTo>
                  <a:lnTo>
                    <a:pt x="62" y="109"/>
                  </a:lnTo>
                  <a:lnTo>
                    <a:pt x="62" y="104"/>
                  </a:lnTo>
                  <a:lnTo>
                    <a:pt x="62" y="104"/>
                  </a:lnTo>
                  <a:lnTo>
                    <a:pt x="62" y="99"/>
                  </a:lnTo>
                  <a:lnTo>
                    <a:pt x="58" y="94"/>
                  </a:lnTo>
                  <a:lnTo>
                    <a:pt x="51" y="83"/>
                  </a:lnTo>
                  <a:lnTo>
                    <a:pt x="30" y="64"/>
                  </a:lnTo>
                  <a:lnTo>
                    <a:pt x="18" y="53"/>
                  </a:lnTo>
                  <a:lnTo>
                    <a:pt x="13" y="46"/>
                  </a:lnTo>
                  <a:lnTo>
                    <a:pt x="9" y="39"/>
                  </a:lnTo>
                  <a:lnTo>
                    <a:pt x="6" y="30"/>
                  </a:lnTo>
                  <a:lnTo>
                    <a:pt x="2" y="22"/>
                  </a:lnTo>
                  <a:lnTo>
                    <a:pt x="2" y="11"/>
                  </a:lnTo>
                  <a:lnTo>
                    <a:pt x="2" y="0"/>
                  </a:lnTo>
                  <a:close/>
                </a:path>
              </a:pathLst>
            </a:custGeom>
            <a:solidFill>
              <a:srgbClr val="CB9C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7" name="Freeform 148"/>
            <p:cNvSpPr>
              <a:spLocks/>
            </p:cNvSpPr>
            <p:nvPr/>
          </p:nvSpPr>
          <p:spPr bwMode="auto">
            <a:xfrm>
              <a:off x="9783763" y="1201738"/>
              <a:ext cx="98425" cy="231775"/>
            </a:xfrm>
            <a:custGeom>
              <a:avLst/>
              <a:gdLst>
                <a:gd name="T0" fmla="*/ 2 w 62"/>
                <a:gd name="T1" fmla="*/ 0 h 146"/>
                <a:gd name="T2" fmla="*/ 2 w 62"/>
                <a:gd name="T3" fmla="*/ 0 h 146"/>
                <a:gd name="T4" fmla="*/ 2 w 62"/>
                <a:gd name="T5" fmla="*/ 8 h 146"/>
                <a:gd name="T6" fmla="*/ 0 w 62"/>
                <a:gd name="T7" fmla="*/ 22 h 146"/>
                <a:gd name="T8" fmla="*/ 2 w 62"/>
                <a:gd name="T9" fmla="*/ 32 h 146"/>
                <a:gd name="T10" fmla="*/ 4 w 62"/>
                <a:gd name="T11" fmla="*/ 43 h 146"/>
                <a:gd name="T12" fmla="*/ 9 w 62"/>
                <a:gd name="T13" fmla="*/ 55 h 146"/>
                <a:gd name="T14" fmla="*/ 14 w 62"/>
                <a:gd name="T15" fmla="*/ 66 h 146"/>
                <a:gd name="T16" fmla="*/ 14 w 62"/>
                <a:gd name="T17" fmla="*/ 66 h 146"/>
                <a:gd name="T18" fmla="*/ 37 w 62"/>
                <a:gd name="T19" fmla="*/ 99 h 146"/>
                <a:gd name="T20" fmla="*/ 41 w 62"/>
                <a:gd name="T21" fmla="*/ 104 h 146"/>
                <a:gd name="T22" fmla="*/ 43 w 62"/>
                <a:gd name="T23" fmla="*/ 109 h 146"/>
                <a:gd name="T24" fmla="*/ 43 w 62"/>
                <a:gd name="T25" fmla="*/ 115 h 146"/>
                <a:gd name="T26" fmla="*/ 41 w 62"/>
                <a:gd name="T27" fmla="*/ 120 h 146"/>
                <a:gd name="T28" fmla="*/ 41 w 62"/>
                <a:gd name="T29" fmla="*/ 120 h 146"/>
                <a:gd name="T30" fmla="*/ 32 w 62"/>
                <a:gd name="T31" fmla="*/ 129 h 146"/>
                <a:gd name="T32" fmla="*/ 20 w 62"/>
                <a:gd name="T33" fmla="*/ 138 h 146"/>
                <a:gd name="T34" fmla="*/ 6 w 62"/>
                <a:gd name="T35" fmla="*/ 146 h 146"/>
                <a:gd name="T36" fmla="*/ 6 w 62"/>
                <a:gd name="T37" fmla="*/ 146 h 146"/>
                <a:gd name="T38" fmla="*/ 14 w 62"/>
                <a:gd name="T39" fmla="*/ 145 h 146"/>
                <a:gd name="T40" fmla="*/ 34 w 62"/>
                <a:gd name="T41" fmla="*/ 138 h 146"/>
                <a:gd name="T42" fmla="*/ 44 w 62"/>
                <a:gd name="T43" fmla="*/ 131 h 146"/>
                <a:gd name="T44" fmla="*/ 53 w 62"/>
                <a:gd name="T45" fmla="*/ 124 h 146"/>
                <a:gd name="T46" fmla="*/ 58 w 62"/>
                <a:gd name="T47" fmla="*/ 115 h 146"/>
                <a:gd name="T48" fmla="*/ 62 w 62"/>
                <a:gd name="T49" fmla="*/ 109 h 146"/>
                <a:gd name="T50" fmla="*/ 62 w 62"/>
                <a:gd name="T51" fmla="*/ 104 h 146"/>
                <a:gd name="T52" fmla="*/ 62 w 62"/>
                <a:gd name="T53" fmla="*/ 104 h 146"/>
                <a:gd name="T54" fmla="*/ 62 w 62"/>
                <a:gd name="T55" fmla="*/ 99 h 146"/>
                <a:gd name="T56" fmla="*/ 58 w 62"/>
                <a:gd name="T57" fmla="*/ 94 h 146"/>
                <a:gd name="T58" fmla="*/ 51 w 62"/>
                <a:gd name="T59" fmla="*/ 83 h 146"/>
                <a:gd name="T60" fmla="*/ 30 w 62"/>
                <a:gd name="T61" fmla="*/ 64 h 146"/>
                <a:gd name="T62" fmla="*/ 18 w 62"/>
                <a:gd name="T63" fmla="*/ 53 h 146"/>
                <a:gd name="T64" fmla="*/ 13 w 62"/>
                <a:gd name="T65" fmla="*/ 46 h 146"/>
                <a:gd name="T66" fmla="*/ 9 w 62"/>
                <a:gd name="T67" fmla="*/ 39 h 146"/>
                <a:gd name="T68" fmla="*/ 6 w 62"/>
                <a:gd name="T69" fmla="*/ 30 h 146"/>
                <a:gd name="T70" fmla="*/ 2 w 62"/>
                <a:gd name="T71" fmla="*/ 22 h 146"/>
                <a:gd name="T72" fmla="*/ 2 w 62"/>
                <a:gd name="T73" fmla="*/ 11 h 146"/>
                <a:gd name="T74" fmla="*/ 2 w 62"/>
                <a:gd name="T7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2" h="146">
                  <a:moveTo>
                    <a:pt x="2" y="0"/>
                  </a:moveTo>
                  <a:lnTo>
                    <a:pt x="2" y="0"/>
                  </a:lnTo>
                  <a:lnTo>
                    <a:pt x="2" y="8"/>
                  </a:lnTo>
                  <a:lnTo>
                    <a:pt x="0" y="22"/>
                  </a:lnTo>
                  <a:lnTo>
                    <a:pt x="2" y="32"/>
                  </a:lnTo>
                  <a:lnTo>
                    <a:pt x="4" y="43"/>
                  </a:lnTo>
                  <a:lnTo>
                    <a:pt x="9" y="55"/>
                  </a:lnTo>
                  <a:lnTo>
                    <a:pt x="14" y="66"/>
                  </a:lnTo>
                  <a:lnTo>
                    <a:pt x="14" y="66"/>
                  </a:lnTo>
                  <a:lnTo>
                    <a:pt x="37" y="99"/>
                  </a:lnTo>
                  <a:lnTo>
                    <a:pt x="41" y="104"/>
                  </a:lnTo>
                  <a:lnTo>
                    <a:pt x="43" y="109"/>
                  </a:lnTo>
                  <a:lnTo>
                    <a:pt x="43" y="115"/>
                  </a:lnTo>
                  <a:lnTo>
                    <a:pt x="41" y="120"/>
                  </a:lnTo>
                  <a:lnTo>
                    <a:pt x="41" y="120"/>
                  </a:lnTo>
                  <a:lnTo>
                    <a:pt x="32" y="129"/>
                  </a:lnTo>
                  <a:lnTo>
                    <a:pt x="20" y="138"/>
                  </a:lnTo>
                  <a:lnTo>
                    <a:pt x="6" y="146"/>
                  </a:lnTo>
                  <a:lnTo>
                    <a:pt x="6" y="146"/>
                  </a:lnTo>
                  <a:lnTo>
                    <a:pt x="14" y="145"/>
                  </a:lnTo>
                  <a:lnTo>
                    <a:pt x="34" y="138"/>
                  </a:lnTo>
                  <a:lnTo>
                    <a:pt x="44" y="131"/>
                  </a:lnTo>
                  <a:lnTo>
                    <a:pt x="53" y="124"/>
                  </a:lnTo>
                  <a:lnTo>
                    <a:pt x="58" y="115"/>
                  </a:lnTo>
                  <a:lnTo>
                    <a:pt x="62" y="109"/>
                  </a:lnTo>
                  <a:lnTo>
                    <a:pt x="62" y="104"/>
                  </a:lnTo>
                  <a:lnTo>
                    <a:pt x="62" y="104"/>
                  </a:lnTo>
                  <a:lnTo>
                    <a:pt x="62" y="99"/>
                  </a:lnTo>
                  <a:lnTo>
                    <a:pt x="58" y="94"/>
                  </a:lnTo>
                  <a:lnTo>
                    <a:pt x="51" y="83"/>
                  </a:lnTo>
                  <a:lnTo>
                    <a:pt x="30" y="64"/>
                  </a:lnTo>
                  <a:lnTo>
                    <a:pt x="18" y="53"/>
                  </a:lnTo>
                  <a:lnTo>
                    <a:pt x="13" y="46"/>
                  </a:lnTo>
                  <a:lnTo>
                    <a:pt x="9" y="39"/>
                  </a:lnTo>
                  <a:lnTo>
                    <a:pt x="6" y="30"/>
                  </a:lnTo>
                  <a:lnTo>
                    <a:pt x="2" y="22"/>
                  </a:lnTo>
                  <a:lnTo>
                    <a:pt x="2" y="11"/>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8" name="Freeform 149"/>
            <p:cNvSpPr>
              <a:spLocks/>
            </p:cNvSpPr>
            <p:nvPr/>
          </p:nvSpPr>
          <p:spPr bwMode="auto">
            <a:xfrm>
              <a:off x="9472613" y="1531938"/>
              <a:ext cx="381000" cy="61913"/>
            </a:xfrm>
            <a:custGeom>
              <a:avLst/>
              <a:gdLst>
                <a:gd name="T0" fmla="*/ 240 w 240"/>
                <a:gd name="T1" fmla="*/ 0 h 39"/>
                <a:gd name="T2" fmla="*/ 240 w 240"/>
                <a:gd name="T3" fmla="*/ 0 h 39"/>
                <a:gd name="T4" fmla="*/ 235 w 240"/>
                <a:gd name="T5" fmla="*/ 3 h 39"/>
                <a:gd name="T6" fmla="*/ 221 w 240"/>
                <a:gd name="T7" fmla="*/ 12 h 39"/>
                <a:gd name="T8" fmla="*/ 200 w 240"/>
                <a:gd name="T9" fmla="*/ 23 h 39"/>
                <a:gd name="T10" fmla="*/ 186 w 240"/>
                <a:gd name="T11" fmla="*/ 28 h 39"/>
                <a:gd name="T12" fmla="*/ 170 w 240"/>
                <a:gd name="T13" fmla="*/ 32 h 39"/>
                <a:gd name="T14" fmla="*/ 154 w 240"/>
                <a:gd name="T15" fmla="*/ 35 h 39"/>
                <a:gd name="T16" fmla="*/ 135 w 240"/>
                <a:gd name="T17" fmla="*/ 37 h 39"/>
                <a:gd name="T18" fmla="*/ 116 w 240"/>
                <a:gd name="T19" fmla="*/ 39 h 39"/>
                <a:gd name="T20" fmla="*/ 94 w 240"/>
                <a:gd name="T21" fmla="*/ 37 h 39"/>
                <a:gd name="T22" fmla="*/ 72 w 240"/>
                <a:gd name="T23" fmla="*/ 33 h 39"/>
                <a:gd name="T24" fmla="*/ 49 w 240"/>
                <a:gd name="T25" fmla="*/ 26 h 39"/>
                <a:gd name="T26" fmla="*/ 24 w 240"/>
                <a:gd name="T27" fmla="*/ 17 h 39"/>
                <a:gd name="T28" fmla="*/ 0 w 240"/>
                <a:gd name="T29"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0" h="39">
                  <a:moveTo>
                    <a:pt x="240" y="0"/>
                  </a:moveTo>
                  <a:lnTo>
                    <a:pt x="240" y="0"/>
                  </a:lnTo>
                  <a:lnTo>
                    <a:pt x="235" y="3"/>
                  </a:lnTo>
                  <a:lnTo>
                    <a:pt x="221" y="12"/>
                  </a:lnTo>
                  <a:lnTo>
                    <a:pt x="200" y="23"/>
                  </a:lnTo>
                  <a:lnTo>
                    <a:pt x="186" y="28"/>
                  </a:lnTo>
                  <a:lnTo>
                    <a:pt x="170" y="32"/>
                  </a:lnTo>
                  <a:lnTo>
                    <a:pt x="154" y="35"/>
                  </a:lnTo>
                  <a:lnTo>
                    <a:pt x="135" y="37"/>
                  </a:lnTo>
                  <a:lnTo>
                    <a:pt x="116" y="39"/>
                  </a:lnTo>
                  <a:lnTo>
                    <a:pt x="94" y="37"/>
                  </a:lnTo>
                  <a:lnTo>
                    <a:pt x="72" y="33"/>
                  </a:lnTo>
                  <a:lnTo>
                    <a:pt x="49" y="26"/>
                  </a:lnTo>
                  <a:lnTo>
                    <a:pt x="24" y="17"/>
                  </a:lnTo>
                  <a:lnTo>
                    <a:pt x="0" y="3"/>
                  </a:lnTo>
                </a:path>
              </a:pathLst>
            </a:custGeom>
            <a:noFill/>
            <a:ln w="14288">
              <a:solidFill>
                <a:srgbClr val="CB9C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9" name="Freeform 150"/>
            <p:cNvSpPr>
              <a:spLocks/>
            </p:cNvSpPr>
            <p:nvPr/>
          </p:nvSpPr>
          <p:spPr bwMode="auto">
            <a:xfrm>
              <a:off x="9223376" y="858838"/>
              <a:ext cx="249238" cy="296863"/>
            </a:xfrm>
            <a:custGeom>
              <a:avLst/>
              <a:gdLst>
                <a:gd name="T0" fmla="*/ 106 w 157"/>
                <a:gd name="T1" fmla="*/ 0 h 187"/>
                <a:gd name="T2" fmla="*/ 79 w 157"/>
                <a:gd name="T3" fmla="*/ 4 h 187"/>
                <a:gd name="T4" fmla="*/ 60 w 157"/>
                <a:gd name="T5" fmla="*/ 18 h 187"/>
                <a:gd name="T6" fmla="*/ 49 w 157"/>
                <a:gd name="T7" fmla="*/ 39 h 187"/>
                <a:gd name="T8" fmla="*/ 44 w 157"/>
                <a:gd name="T9" fmla="*/ 58 h 187"/>
                <a:gd name="T10" fmla="*/ 35 w 157"/>
                <a:gd name="T11" fmla="*/ 81 h 187"/>
                <a:gd name="T12" fmla="*/ 27 w 157"/>
                <a:gd name="T13" fmla="*/ 92 h 187"/>
                <a:gd name="T14" fmla="*/ 12 w 157"/>
                <a:gd name="T15" fmla="*/ 97 h 187"/>
                <a:gd name="T16" fmla="*/ 5 w 157"/>
                <a:gd name="T17" fmla="*/ 97 h 187"/>
                <a:gd name="T18" fmla="*/ 28 w 157"/>
                <a:gd name="T19" fmla="*/ 100 h 187"/>
                <a:gd name="T20" fmla="*/ 41 w 157"/>
                <a:gd name="T21" fmla="*/ 99 h 187"/>
                <a:gd name="T22" fmla="*/ 41 w 157"/>
                <a:gd name="T23" fmla="*/ 104 h 187"/>
                <a:gd name="T24" fmla="*/ 37 w 157"/>
                <a:gd name="T25" fmla="*/ 115 h 187"/>
                <a:gd name="T26" fmla="*/ 25 w 157"/>
                <a:gd name="T27" fmla="*/ 129 h 187"/>
                <a:gd name="T28" fmla="*/ 0 w 157"/>
                <a:gd name="T29" fmla="*/ 137 h 187"/>
                <a:gd name="T30" fmla="*/ 7 w 157"/>
                <a:gd name="T31" fmla="*/ 139 h 187"/>
                <a:gd name="T32" fmla="*/ 32 w 157"/>
                <a:gd name="T33" fmla="*/ 139 h 187"/>
                <a:gd name="T34" fmla="*/ 49 w 157"/>
                <a:gd name="T35" fmla="*/ 130 h 187"/>
                <a:gd name="T36" fmla="*/ 62 w 157"/>
                <a:gd name="T37" fmla="*/ 155 h 187"/>
                <a:gd name="T38" fmla="*/ 62 w 157"/>
                <a:gd name="T39" fmla="*/ 132 h 187"/>
                <a:gd name="T40" fmla="*/ 67 w 157"/>
                <a:gd name="T41" fmla="*/ 90 h 187"/>
                <a:gd name="T42" fmla="*/ 67 w 157"/>
                <a:gd name="T43" fmla="*/ 104 h 187"/>
                <a:gd name="T44" fmla="*/ 70 w 157"/>
                <a:gd name="T45" fmla="*/ 137 h 187"/>
                <a:gd name="T46" fmla="*/ 79 w 157"/>
                <a:gd name="T47" fmla="*/ 164 h 187"/>
                <a:gd name="T48" fmla="*/ 90 w 157"/>
                <a:gd name="T49" fmla="*/ 178 h 187"/>
                <a:gd name="T50" fmla="*/ 102 w 157"/>
                <a:gd name="T51" fmla="*/ 185 h 187"/>
                <a:gd name="T52" fmla="*/ 111 w 157"/>
                <a:gd name="T53" fmla="*/ 187 h 187"/>
                <a:gd name="T54" fmla="*/ 127 w 157"/>
                <a:gd name="T55" fmla="*/ 183 h 187"/>
                <a:gd name="T56" fmla="*/ 139 w 157"/>
                <a:gd name="T57" fmla="*/ 176 h 187"/>
                <a:gd name="T58" fmla="*/ 146 w 157"/>
                <a:gd name="T59" fmla="*/ 166 h 187"/>
                <a:gd name="T60" fmla="*/ 155 w 157"/>
                <a:gd name="T61" fmla="*/ 137 h 187"/>
                <a:gd name="T62" fmla="*/ 155 w 157"/>
                <a:gd name="T63" fmla="*/ 86 h 187"/>
                <a:gd name="T64" fmla="*/ 155 w 157"/>
                <a:gd name="T65" fmla="*/ 71 h 187"/>
                <a:gd name="T66" fmla="*/ 150 w 157"/>
                <a:gd name="T67" fmla="*/ 41 h 187"/>
                <a:gd name="T68" fmla="*/ 139 w 157"/>
                <a:gd name="T69" fmla="*/ 18 h 187"/>
                <a:gd name="T70" fmla="*/ 120 w 157"/>
                <a:gd name="T71" fmla="*/ 4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7" h="187">
                  <a:moveTo>
                    <a:pt x="106" y="0"/>
                  </a:moveTo>
                  <a:lnTo>
                    <a:pt x="106" y="0"/>
                  </a:lnTo>
                  <a:lnTo>
                    <a:pt x="92" y="0"/>
                  </a:lnTo>
                  <a:lnTo>
                    <a:pt x="79" y="4"/>
                  </a:lnTo>
                  <a:lnTo>
                    <a:pt x="69" y="9"/>
                  </a:lnTo>
                  <a:lnTo>
                    <a:pt x="60" y="18"/>
                  </a:lnTo>
                  <a:lnTo>
                    <a:pt x="55" y="28"/>
                  </a:lnTo>
                  <a:lnTo>
                    <a:pt x="49" y="39"/>
                  </a:lnTo>
                  <a:lnTo>
                    <a:pt x="44" y="58"/>
                  </a:lnTo>
                  <a:lnTo>
                    <a:pt x="44" y="58"/>
                  </a:lnTo>
                  <a:lnTo>
                    <a:pt x="39" y="74"/>
                  </a:lnTo>
                  <a:lnTo>
                    <a:pt x="35" y="81"/>
                  </a:lnTo>
                  <a:lnTo>
                    <a:pt x="32" y="86"/>
                  </a:lnTo>
                  <a:lnTo>
                    <a:pt x="27" y="92"/>
                  </a:lnTo>
                  <a:lnTo>
                    <a:pt x="19" y="95"/>
                  </a:lnTo>
                  <a:lnTo>
                    <a:pt x="12" y="97"/>
                  </a:lnTo>
                  <a:lnTo>
                    <a:pt x="5" y="97"/>
                  </a:lnTo>
                  <a:lnTo>
                    <a:pt x="5" y="97"/>
                  </a:lnTo>
                  <a:lnTo>
                    <a:pt x="18" y="100"/>
                  </a:lnTo>
                  <a:lnTo>
                    <a:pt x="28" y="100"/>
                  </a:lnTo>
                  <a:lnTo>
                    <a:pt x="35" y="100"/>
                  </a:lnTo>
                  <a:lnTo>
                    <a:pt x="41" y="99"/>
                  </a:lnTo>
                  <a:lnTo>
                    <a:pt x="41" y="99"/>
                  </a:lnTo>
                  <a:lnTo>
                    <a:pt x="41" y="104"/>
                  </a:lnTo>
                  <a:lnTo>
                    <a:pt x="39" y="109"/>
                  </a:lnTo>
                  <a:lnTo>
                    <a:pt x="37" y="115"/>
                  </a:lnTo>
                  <a:lnTo>
                    <a:pt x="32" y="122"/>
                  </a:lnTo>
                  <a:lnTo>
                    <a:pt x="25" y="129"/>
                  </a:lnTo>
                  <a:lnTo>
                    <a:pt x="14" y="134"/>
                  </a:lnTo>
                  <a:lnTo>
                    <a:pt x="0" y="137"/>
                  </a:lnTo>
                  <a:lnTo>
                    <a:pt x="0" y="137"/>
                  </a:lnTo>
                  <a:lnTo>
                    <a:pt x="7" y="139"/>
                  </a:lnTo>
                  <a:lnTo>
                    <a:pt x="23" y="139"/>
                  </a:lnTo>
                  <a:lnTo>
                    <a:pt x="32" y="139"/>
                  </a:lnTo>
                  <a:lnTo>
                    <a:pt x="42" y="136"/>
                  </a:lnTo>
                  <a:lnTo>
                    <a:pt x="49" y="130"/>
                  </a:lnTo>
                  <a:lnTo>
                    <a:pt x="56" y="122"/>
                  </a:lnTo>
                  <a:lnTo>
                    <a:pt x="62" y="155"/>
                  </a:lnTo>
                  <a:lnTo>
                    <a:pt x="62" y="155"/>
                  </a:lnTo>
                  <a:lnTo>
                    <a:pt x="62" y="132"/>
                  </a:lnTo>
                  <a:lnTo>
                    <a:pt x="63" y="111"/>
                  </a:lnTo>
                  <a:lnTo>
                    <a:pt x="67" y="90"/>
                  </a:lnTo>
                  <a:lnTo>
                    <a:pt x="67" y="90"/>
                  </a:lnTo>
                  <a:lnTo>
                    <a:pt x="67" y="104"/>
                  </a:lnTo>
                  <a:lnTo>
                    <a:pt x="67" y="120"/>
                  </a:lnTo>
                  <a:lnTo>
                    <a:pt x="70" y="137"/>
                  </a:lnTo>
                  <a:lnTo>
                    <a:pt x="76" y="155"/>
                  </a:lnTo>
                  <a:lnTo>
                    <a:pt x="79" y="164"/>
                  </a:lnTo>
                  <a:lnTo>
                    <a:pt x="85" y="171"/>
                  </a:lnTo>
                  <a:lnTo>
                    <a:pt x="90" y="178"/>
                  </a:lnTo>
                  <a:lnTo>
                    <a:pt x="95" y="181"/>
                  </a:lnTo>
                  <a:lnTo>
                    <a:pt x="102" y="185"/>
                  </a:lnTo>
                  <a:lnTo>
                    <a:pt x="111" y="187"/>
                  </a:lnTo>
                  <a:lnTo>
                    <a:pt x="111" y="187"/>
                  </a:lnTo>
                  <a:lnTo>
                    <a:pt x="120" y="185"/>
                  </a:lnTo>
                  <a:lnTo>
                    <a:pt x="127" y="183"/>
                  </a:lnTo>
                  <a:lnTo>
                    <a:pt x="134" y="180"/>
                  </a:lnTo>
                  <a:lnTo>
                    <a:pt x="139" y="176"/>
                  </a:lnTo>
                  <a:lnTo>
                    <a:pt x="142" y="171"/>
                  </a:lnTo>
                  <a:lnTo>
                    <a:pt x="146" y="166"/>
                  </a:lnTo>
                  <a:lnTo>
                    <a:pt x="151" y="151"/>
                  </a:lnTo>
                  <a:lnTo>
                    <a:pt x="155" y="137"/>
                  </a:lnTo>
                  <a:lnTo>
                    <a:pt x="157" y="120"/>
                  </a:lnTo>
                  <a:lnTo>
                    <a:pt x="155" y="86"/>
                  </a:lnTo>
                  <a:lnTo>
                    <a:pt x="155" y="86"/>
                  </a:lnTo>
                  <a:lnTo>
                    <a:pt x="155" y="71"/>
                  </a:lnTo>
                  <a:lnTo>
                    <a:pt x="153" y="55"/>
                  </a:lnTo>
                  <a:lnTo>
                    <a:pt x="150" y="41"/>
                  </a:lnTo>
                  <a:lnTo>
                    <a:pt x="146" y="28"/>
                  </a:lnTo>
                  <a:lnTo>
                    <a:pt x="139" y="18"/>
                  </a:lnTo>
                  <a:lnTo>
                    <a:pt x="130" y="9"/>
                  </a:lnTo>
                  <a:lnTo>
                    <a:pt x="120" y="4"/>
                  </a:lnTo>
                  <a:lnTo>
                    <a:pt x="106"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0" name="Freeform 151"/>
            <p:cNvSpPr>
              <a:spLocks/>
            </p:cNvSpPr>
            <p:nvPr/>
          </p:nvSpPr>
          <p:spPr bwMode="auto">
            <a:xfrm>
              <a:off x="9223376" y="858838"/>
              <a:ext cx="249238" cy="296863"/>
            </a:xfrm>
            <a:custGeom>
              <a:avLst/>
              <a:gdLst>
                <a:gd name="T0" fmla="*/ 106 w 157"/>
                <a:gd name="T1" fmla="*/ 0 h 187"/>
                <a:gd name="T2" fmla="*/ 79 w 157"/>
                <a:gd name="T3" fmla="*/ 4 h 187"/>
                <a:gd name="T4" fmla="*/ 60 w 157"/>
                <a:gd name="T5" fmla="*/ 18 h 187"/>
                <a:gd name="T6" fmla="*/ 49 w 157"/>
                <a:gd name="T7" fmla="*/ 39 h 187"/>
                <a:gd name="T8" fmla="*/ 44 w 157"/>
                <a:gd name="T9" fmla="*/ 58 h 187"/>
                <a:gd name="T10" fmla="*/ 35 w 157"/>
                <a:gd name="T11" fmla="*/ 81 h 187"/>
                <a:gd name="T12" fmla="*/ 27 w 157"/>
                <a:gd name="T13" fmla="*/ 92 h 187"/>
                <a:gd name="T14" fmla="*/ 12 w 157"/>
                <a:gd name="T15" fmla="*/ 97 h 187"/>
                <a:gd name="T16" fmla="*/ 5 w 157"/>
                <a:gd name="T17" fmla="*/ 97 h 187"/>
                <a:gd name="T18" fmla="*/ 28 w 157"/>
                <a:gd name="T19" fmla="*/ 100 h 187"/>
                <a:gd name="T20" fmla="*/ 41 w 157"/>
                <a:gd name="T21" fmla="*/ 99 h 187"/>
                <a:gd name="T22" fmla="*/ 41 w 157"/>
                <a:gd name="T23" fmla="*/ 104 h 187"/>
                <a:gd name="T24" fmla="*/ 37 w 157"/>
                <a:gd name="T25" fmla="*/ 115 h 187"/>
                <a:gd name="T26" fmla="*/ 25 w 157"/>
                <a:gd name="T27" fmla="*/ 129 h 187"/>
                <a:gd name="T28" fmla="*/ 0 w 157"/>
                <a:gd name="T29" fmla="*/ 137 h 187"/>
                <a:gd name="T30" fmla="*/ 7 w 157"/>
                <a:gd name="T31" fmla="*/ 139 h 187"/>
                <a:gd name="T32" fmla="*/ 32 w 157"/>
                <a:gd name="T33" fmla="*/ 139 h 187"/>
                <a:gd name="T34" fmla="*/ 49 w 157"/>
                <a:gd name="T35" fmla="*/ 130 h 187"/>
                <a:gd name="T36" fmla="*/ 62 w 157"/>
                <a:gd name="T37" fmla="*/ 155 h 187"/>
                <a:gd name="T38" fmla="*/ 62 w 157"/>
                <a:gd name="T39" fmla="*/ 132 h 187"/>
                <a:gd name="T40" fmla="*/ 67 w 157"/>
                <a:gd name="T41" fmla="*/ 90 h 187"/>
                <a:gd name="T42" fmla="*/ 67 w 157"/>
                <a:gd name="T43" fmla="*/ 104 h 187"/>
                <a:gd name="T44" fmla="*/ 70 w 157"/>
                <a:gd name="T45" fmla="*/ 137 h 187"/>
                <a:gd name="T46" fmla="*/ 79 w 157"/>
                <a:gd name="T47" fmla="*/ 164 h 187"/>
                <a:gd name="T48" fmla="*/ 90 w 157"/>
                <a:gd name="T49" fmla="*/ 178 h 187"/>
                <a:gd name="T50" fmla="*/ 102 w 157"/>
                <a:gd name="T51" fmla="*/ 185 h 187"/>
                <a:gd name="T52" fmla="*/ 111 w 157"/>
                <a:gd name="T53" fmla="*/ 187 h 187"/>
                <a:gd name="T54" fmla="*/ 127 w 157"/>
                <a:gd name="T55" fmla="*/ 183 h 187"/>
                <a:gd name="T56" fmla="*/ 139 w 157"/>
                <a:gd name="T57" fmla="*/ 176 h 187"/>
                <a:gd name="T58" fmla="*/ 146 w 157"/>
                <a:gd name="T59" fmla="*/ 166 h 187"/>
                <a:gd name="T60" fmla="*/ 155 w 157"/>
                <a:gd name="T61" fmla="*/ 137 h 187"/>
                <a:gd name="T62" fmla="*/ 155 w 157"/>
                <a:gd name="T63" fmla="*/ 86 h 187"/>
                <a:gd name="T64" fmla="*/ 155 w 157"/>
                <a:gd name="T65" fmla="*/ 71 h 187"/>
                <a:gd name="T66" fmla="*/ 150 w 157"/>
                <a:gd name="T67" fmla="*/ 41 h 187"/>
                <a:gd name="T68" fmla="*/ 139 w 157"/>
                <a:gd name="T69" fmla="*/ 18 h 187"/>
                <a:gd name="T70" fmla="*/ 120 w 157"/>
                <a:gd name="T71" fmla="*/ 4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7" h="187">
                  <a:moveTo>
                    <a:pt x="106" y="0"/>
                  </a:moveTo>
                  <a:lnTo>
                    <a:pt x="106" y="0"/>
                  </a:lnTo>
                  <a:lnTo>
                    <a:pt x="92" y="0"/>
                  </a:lnTo>
                  <a:lnTo>
                    <a:pt x="79" y="4"/>
                  </a:lnTo>
                  <a:lnTo>
                    <a:pt x="69" y="9"/>
                  </a:lnTo>
                  <a:lnTo>
                    <a:pt x="60" y="18"/>
                  </a:lnTo>
                  <a:lnTo>
                    <a:pt x="55" y="28"/>
                  </a:lnTo>
                  <a:lnTo>
                    <a:pt x="49" y="39"/>
                  </a:lnTo>
                  <a:lnTo>
                    <a:pt x="44" y="58"/>
                  </a:lnTo>
                  <a:lnTo>
                    <a:pt x="44" y="58"/>
                  </a:lnTo>
                  <a:lnTo>
                    <a:pt x="39" y="74"/>
                  </a:lnTo>
                  <a:lnTo>
                    <a:pt x="35" y="81"/>
                  </a:lnTo>
                  <a:lnTo>
                    <a:pt x="32" y="86"/>
                  </a:lnTo>
                  <a:lnTo>
                    <a:pt x="27" y="92"/>
                  </a:lnTo>
                  <a:lnTo>
                    <a:pt x="19" y="95"/>
                  </a:lnTo>
                  <a:lnTo>
                    <a:pt x="12" y="97"/>
                  </a:lnTo>
                  <a:lnTo>
                    <a:pt x="5" y="97"/>
                  </a:lnTo>
                  <a:lnTo>
                    <a:pt x="5" y="97"/>
                  </a:lnTo>
                  <a:lnTo>
                    <a:pt x="18" y="100"/>
                  </a:lnTo>
                  <a:lnTo>
                    <a:pt x="28" y="100"/>
                  </a:lnTo>
                  <a:lnTo>
                    <a:pt x="35" y="100"/>
                  </a:lnTo>
                  <a:lnTo>
                    <a:pt x="41" y="99"/>
                  </a:lnTo>
                  <a:lnTo>
                    <a:pt x="41" y="99"/>
                  </a:lnTo>
                  <a:lnTo>
                    <a:pt x="41" y="104"/>
                  </a:lnTo>
                  <a:lnTo>
                    <a:pt x="39" y="109"/>
                  </a:lnTo>
                  <a:lnTo>
                    <a:pt x="37" y="115"/>
                  </a:lnTo>
                  <a:lnTo>
                    <a:pt x="32" y="122"/>
                  </a:lnTo>
                  <a:lnTo>
                    <a:pt x="25" y="129"/>
                  </a:lnTo>
                  <a:lnTo>
                    <a:pt x="14" y="134"/>
                  </a:lnTo>
                  <a:lnTo>
                    <a:pt x="0" y="137"/>
                  </a:lnTo>
                  <a:lnTo>
                    <a:pt x="0" y="137"/>
                  </a:lnTo>
                  <a:lnTo>
                    <a:pt x="7" y="139"/>
                  </a:lnTo>
                  <a:lnTo>
                    <a:pt x="23" y="139"/>
                  </a:lnTo>
                  <a:lnTo>
                    <a:pt x="32" y="139"/>
                  </a:lnTo>
                  <a:lnTo>
                    <a:pt x="42" y="136"/>
                  </a:lnTo>
                  <a:lnTo>
                    <a:pt x="49" y="130"/>
                  </a:lnTo>
                  <a:lnTo>
                    <a:pt x="56" y="122"/>
                  </a:lnTo>
                  <a:lnTo>
                    <a:pt x="62" y="155"/>
                  </a:lnTo>
                  <a:lnTo>
                    <a:pt x="62" y="155"/>
                  </a:lnTo>
                  <a:lnTo>
                    <a:pt x="62" y="132"/>
                  </a:lnTo>
                  <a:lnTo>
                    <a:pt x="63" y="111"/>
                  </a:lnTo>
                  <a:lnTo>
                    <a:pt x="67" y="90"/>
                  </a:lnTo>
                  <a:lnTo>
                    <a:pt x="67" y="90"/>
                  </a:lnTo>
                  <a:lnTo>
                    <a:pt x="67" y="104"/>
                  </a:lnTo>
                  <a:lnTo>
                    <a:pt x="67" y="120"/>
                  </a:lnTo>
                  <a:lnTo>
                    <a:pt x="70" y="137"/>
                  </a:lnTo>
                  <a:lnTo>
                    <a:pt x="76" y="155"/>
                  </a:lnTo>
                  <a:lnTo>
                    <a:pt x="79" y="164"/>
                  </a:lnTo>
                  <a:lnTo>
                    <a:pt x="85" y="171"/>
                  </a:lnTo>
                  <a:lnTo>
                    <a:pt x="90" y="178"/>
                  </a:lnTo>
                  <a:lnTo>
                    <a:pt x="95" y="181"/>
                  </a:lnTo>
                  <a:lnTo>
                    <a:pt x="102" y="185"/>
                  </a:lnTo>
                  <a:lnTo>
                    <a:pt x="111" y="187"/>
                  </a:lnTo>
                  <a:lnTo>
                    <a:pt x="111" y="187"/>
                  </a:lnTo>
                  <a:lnTo>
                    <a:pt x="120" y="185"/>
                  </a:lnTo>
                  <a:lnTo>
                    <a:pt x="127" y="183"/>
                  </a:lnTo>
                  <a:lnTo>
                    <a:pt x="134" y="180"/>
                  </a:lnTo>
                  <a:lnTo>
                    <a:pt x="139" y="176"/>
                  </a:lnTo>
                  <a:lnTo>
                    <a:pt x="142" y="171"/>
                  </a:lnTo>
                  <a:lnTo>
                    <a:pt x="146" y="166"/>
                  </a:lnTo>
                  <a:lnTo>
                    <a:pt x="151" y="151"/>
                  </a:lnTo>
                  <a:lnTo>
                    <a:pt x="155" y="137"/>
                  </a:lnTo>
                  <a:lnTo>
                    <a:pt x="157" y="120"/>
                  </a:lnTo>
                  <a:lnTo>
                    <a:pt x="155" y="86"/>
                  </a:lnTo>
                  <a:lnTo>
                    <a:pt x="155" y="86"/>
                  </a:lnTo>
                  <a:lnTo>
                    <a:pt x="155" y="71"/>
                  </a:lnTo>
                  <a:lnTo>
                    <a:pt x="153" y="55"/>
                  </a:lnTo>
                  <a:lnTo>
                    <a:pt x="150" y="41"/>
                  </a:lnTo>
                  <a:lnTo>
                    <a:pt x="146" y="28"/>
                  </a:lnTo>
                  <a:lnTo>
                    <a:pt x="139" y="18"/>
                  </a:lnTo>
                  <a:lnTo>
                    <a:pt x="130" y="9"/>
                  </a:lnTo>
                  <a:lnTo>
                    <a:pt x="120" y="4"/>
                  </a:lnTo>
                  <a:lnTo>
                    <a:pt x="1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1" name="Freeform 152"/>
            <p:cNvSpPr>
              <a:spLocks/>
            </p:cNvSpPr>
            <p:nvPr/>
          </p:nvSpPr>
          <p:spPr bwMode="auto">
            <a:xfrm>
              <a:off x="9351963" y="1027113"/>
              <a:ext cx="103188" cy="106363"/>
            </a:xfrm>
            <a:custGeom>
              <a:avLst/>
              <a:gdLst>
                <a:gd name="T0" fmla="*/ 2 w 65"/>
                <a:gd name="T1" fmla="*/ 26 h 67"/>
                <a:gd name="T2" fmla="*/ 2 w 65"/>
                <a:gd name="T3" fmla="*/ 26 h 67"/>
                <a:gd name="T4" fmla="*/ 2 w 65"/>
                <a:gd name="T5" fmla="*/ 31 h 67"/>
                <a:gd name="T6" fmla="*/ 9 w 65"/>
                <a:gd name="T7" fmla="*/ 47 h 67"/>
                <a:gd name="T8" fmla="*/ 12 w 65"/>
                <a:gd name="T9" fmla="*/ 54 h 67"/>
                <a:gd name="T10" fmla="*/ 18 w 65"/>
                <a:gd name="T11" fmla="*/ 61 h 67"/>
                <a:gd name="T12" fmla="*/ 26 w 65"/>
                <a:gd name="T13" fmla="*/ 65 h 67"/>
                <a:gd name="T14" fmla="*/ 35 w 65"/>
                <a:gd name="T15" fmla="*/ 67 h 67"/>
                <a:gd name="T16" fmla="*/ 35 w 65"/>
                <a:gd name="T17" fmla="*/ 67 h 67"/>
                <a:gd name="T18" fmla="*/ 39 w 65"/>
                <a:gd name="T19" fmla="*/ 65 h 67"/>
                <a:gd name="T20" fmla="*/ 44 w 65"/>
                <a:gd name="T21" fmla="*/ 63 h 67"/>
                <a:gd name="T22" fmla="*/ 51 w 65"/>
                <a:gd name="T23" fmla="*/ 58 h 67"/>
                <a:gd name="T24" fmla="*/ 56 w 65"/>
                <a:gd name="T25" fmla="*/ 49 h 67"/>
                <a:gd name="T26" fmla="*/ 61 w 65"/>
                <a:gd name="T27" fmla="*/ 38 h 67"/>
                <a:gd name="T28" fmla="*/ 63 w 65"/>
                <a:gd name="T29" fmla="*/ 28 h 67"/>
                <a:gd name="T30" fmla="*/ 65 w 65"/>
                <a:gd name="T31" fmla="*/ 19 h 67"/>
                <a:gd name="T32" fmla="*/ 63 w 65"/>
                <a:gd name="T33" fmla="*/ 10 h 67"/>
                <a:gd name="T34" fmla="*/ 60 w 65"/>
                <a:gd name="T35" fmla="*/ 7 h 67"/>
                <a:gd name="T36" fmla="*/ 60 w 65"/>
                <a:gd name="T37" fmla="*/ 7 h 67"/>
                <a:gd name="T38" fmla="*/ 56 w 65"/>
                <a:gd name="T39" fmla="*/ 5 h 67"/>
                <a:gd name="T40" fmla="*/ 54 w 65"/>
                <a:gd name="T41" fmla="*/ 7 h 67"/>
                <a:gd name="T42" fmla="*/ 49 w 65"/>
                <a:gd name="T43" fmla="*/ 14 h 67"/>
                <a:gd name="T44" fmla="*/ 44 w 65"/>
                <a:gd name="T45" fmla="*/ 23 h 67"/>
                <a:gd name="T46" fmla="*/ 40 w 65"/>
                <a:gd name="T47" fmla="*/ 28 h 67"/>
                <a:gd name="T48" fmla="*/ 37 w 65"/>
                <a:gd name="T49" fmla="*/ 30 h 67"/>
                <a:gd name="T50" fmla="*/ 37 w 65"/>
                <a:gd name="T51" fmla="*/ 30 h 67"/>
                <a:gd name="T52" fmla="*/ 32 w 65"/>
                <a:gd name="T53" fmla="*/ 30 h 67"/>
                <a:gd name="T54" fmla="*/ 28 w 65"/>
                <a:gd name="T55" fmla="*/ 26 h 67"/>
                <a:gd name="T56" fmla="*/ 23 w 65"/>
                <a:gd name="T57" fmla="*/ 16 h 67"/>
                <a:gd name="T58" fmla="*/ 18 w 65"/>
                <a:gd name="T59" fmla="*/ 5 h 67"/>
                <a:gd name="T60" fmla="*/ 14 w 65"/>
                <a:gd name="T61" fmla="*/ 2 h 67"/>
                <a:gd name="T62" fmla="*/ 11 w 65"/>
                <a:gd name="T63" fmla="*/ 0 h 67"/>
                <a:gd name="T64" fmla="*/ 11 w 65"/>
                <a:gd name="T65" fmla="*/ 0 h 67"/>
                <a:gd name="T66" fmla="*/ 5 w 65"/>
                <a:gd name="T67" fmla="*/ 2 h 67"/>
                <a:gd name="T68" fmla="*/ 4 w 65"/>
                <a:gd name="T69" fmla="*/ 3 h 67"/>
                <a:gd name="T70" fmla="*/ 2 w 65"/>
                <a:gd name="T71" fmla="*/ 5 h 67"/>
                <a:gd name="T72" fmla="*/ 0 w 65"/>
                <a:gd name="T73" fmla="*/ 9 h 67"/>
                <a:gd name="T74" fmla="*/ 0 w 65"/>
                <a:gd name="T75" fmla="*/ 17 h 67"/>
                <a:gd name="T76" fmla="*/ 2 w 65"/>
                <a:gd name="T77" fmla="*/ 2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5" h="67">
                  <a:moveTo>
                    <a:pt x="2" y="26"/>
                  </a:moveTo>
                  <a:lnTo>
                    <a:pt x="2" y="26"/>
                  </a:lnTo>
                  <a:lnTo>
                    <a:pt x="2" y="31"/>
                  </a:lnTo>
                  <a:lnTo>
                    <a:pt x="9" y="47"/>
                  </a:lnTo>
                  <a:lnTo>
                    <a:pt x="12" y="54"/>
                  </a:lnTo>
                  <a:lnTo>
                    <a:pt x="18" y="61"/>
                  </a:lnTo>
                  <a:lnTo>
                    <a:pt x="26" y="65"/>
                  </a:lnTo>
                  <a:lnTo>
                    <a:pt x="35" y="67"/>
                  </a:lnTo>
                  <a:lnTo>
                    <a:pt x="35" y="67"/>
                  </a:lnTo>
                  <a:lnTo>
                    <a:pt x="39" y="65"/>
                  </a:lnTo>
                  <a:lnTo>
                    <a:pt x="44" y="63"/>
                  </a:lnTo>
                  <a:lnTo>
                    <a:pt x="51" y="58"/>
                  </a:lnTo>
                  <a:lnTo>
                    <a:pt x="56" y="49"/>
                  </a:lnTo>
                  <a:lnTo>
                    <a:pt x="61" y="38"/>
                  </a:lnTo>
                  <a:lnTo>
                    <a:pt x="63" y="28"/>
                  </a:lnTo>
                  <a:lnTo>
                    <a:pt x="65" y="19"/>
                  </a:lnTo>
                  <a:lnTo>
                    <a:pt x="63" y="10"/>
                  </a:lnTo>
                  <a:lnTo>
                    <a:pt x="60" y="7"/>
                  </a:lnTo>
                  <a:lnTo>
                    <a:pt x="60" y="7"/>
                  </a:lnTo>
                  <a:lnTo>
                    <a:pt x="56" y="5"/>
                  </a:lnTo>
                  <a:lnTo>
                    <a:pt x="54" y="7"/>
                  </a:lnTo>
                  <a:lnTo>
                    <a:pt x="49" y="14"/>
                  </a:lnTo>
                  <a:lnTo>
                    <a:pt x="44" y="23"/>
                  </a:lnTo>
                  <a:lnTo>
                    <a:pt x="40" y="28"/>
                  </a:lnTo>
                  <a:lnTo>
                    <a:pt x="37" y="30"/>
                  </a:lnTo>
                  <a:lnTo>
                    <a:pt x="37" y="30"/>
                  </a:lnTo>
                  <a:lnTo>
                    <a:pt x="32" y="30"/>
                  </a:lnTo>
                  <a:lnTo>
                    <a:pt x="28" y="26"/>
                  </a:lnTo>
                  <a:lnTo>
                    <a:pt x="23" y="16"/>
                  </a:lnTo>
                  <a:lnTo>
                    <a:pt x="18" y="5"/>
                  </a:lnTo>
                  <a:lnTo>
                    <a:pt x="14" y="2"/>
                  </a:lnTo>
                  <a:lnTo>
                    <a:pt x="11" y="0"/>
                  </a:lnTo>
                  <a:lnTo>
                    <a:pt x="11" y="0"/>
                  </a:lnTo>
                  <a:lnTo>
                    <a:pt x="5" y="2"/>
                  </a:lnTo>
                  <a:lnTo>
                    <a:pt x="4" y="3"/>
                  </a:lnTo>
                  <a:lnTo>
                    <a:pt x="2" y="5"/>
                  </a:lnTo>
                  <a:lnTo>
                    <a:pt x="0" y="9"/>
                  </a:lnTo>
                  <a:lnTo>
                    <a:pt x="0" y="17"/>
                  </a:lnTo>
                  <a:lnTo>
                    <a:pt x="2" y="26"/>
                  </a:lnTo>
                  <a:close/>
                </a:path>
              </a:pathLst>
            </a:custGeom>
            <a:solidFill>
              <a:srgbClr val="5F3F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2" name="Freeform 153"/>
            <p:cNvSpPr>
              <a:spLocks/>
            </p:cNvSpPr>
            <p:nvPr/>
          </p:nvSpPr>
          <p:spPr bwMode="auto">
            <a:xfrm>
              <a:off x="9351963" y="1027113"/>
              <a:ext cx="103188" cy="106363"/>
            </a:xfrm>
            <a:custGeom>
              <a:avLst/>
              <a:gdLst>
                <a:gd name="T0" fmla="*/ 2 w 65"/>
                <a:gd name="T1" fmla="*/ 26 h 67"/>
                <a:gd name="T2" fmla="*/ 2 w 65"/>
                <a:gd name="T3" fmla="*/ 26 h 67"/>
                <a:gd name="T4" fmla="*/ 2 w 65"/>
                <a:gd name="T5" fmla="*/ 31 h 67"/>
                <a:gd name="T6" fmla="*/ 9 w 65"/>
                <a:gd name="T7" fmla="*/ 47 h 67"/>
                <a:gd name="T8" fmla="*/ 12 w 65"/>
                <a:gd name="T9" fmla="*/ 54 h 67"/>
                <a:gd name="T10" fmla="*/ 18 w 65"/>
                <a:gd name="T11" fmla="*/ 61 h 67"/>
                <a:gd name="T12" fmla="*/ 26 w 65"/>
                <a:gd name="T13" fmla="*/ 65 h 67"/>
                <a:gd name="T14" fmla="*/ 35 w 65"/>
                <a:gd name="T15" fmla="*/ 67 h 67"/>
                <a:gd name="T16" fmla="*/ 35 w 65"/>
                <a:gd name="T17" fmla="*/ 67 h 67"/>
                <a:gd name="T18" fmla="*/ 39 w 65"/>
                <a:gd name="T19" fmla="*/ 65 h 67"/>
                <a:gd name="T20" fmla="*/ 44 w 65"/>
                <a:gd name="T21" fmla="*/ 63 h 67"/>
                <a:gd name="T22" fmla="*/ 51 w 65"/>
                <a:gd name="T23" fmla="*/ 58 h 67"/>
                <a:gd name="T24" fmla="*/ 56 w 65"/>
                <a:gd name="T25" fmla="*/ 49 h 67"/>
                <a:gd name="T26" fmla="*/ 61 w 65"/>
                <a:gd name="T27" fmla="*/ 38 h 67"/>
                <a:gd name="T28" fmla="*/ 63 w 65"/>
                <a:gd name="T29" fmla="*/ 28 h 67"/>
                <a:gd name="T30" fmla="*/ 65 w 65"/>
                <a:gd name="T31" fmla="*/ 19 h 67"/>
                <a:gd name="T32" fmla="*/ 63 w 65"/>
                <a:gd name="T33" fmla="*/ 10 h 67"/>
                <a:gd name="T34" fmla="*/ 60 w 65"/>
                <a:gd name="T35" fmla="*/ 7 h 67"/>
                <a:gd name="T36" fmla="*/ 60 w 65"/>
                <a:gd name="T37" fmla="*/ 7 h 67"/>
                <a:gd name="T38" fmla="*/ 56 w 65"/>
                <a:gd name="T39" fmla="*/ 5 h 67"/>
                <a:gd name="T40" fmla="*/ 54 w 65"/>
                <a:gd name="T41" fmla="*/ 7 h 67"/>
                <a:gd name="T42" fmla="*/ 49 w 65"/>
                <a:gd name="T43" fmla="*/ 14 h 67"/>
                <a:gd name="T44" fmla="*/ 44 w 65"/>
                <a:gd name="T45" fmla="*/ 23 h 67"/>
                <a:gd name="T46" fmla="*/ 40 w 65"/>
                <a:gd name="T47" fmla="*/ 28 h 67"/>
                <a:gd name="T48" fmla="*/ 37 w 65"/>
                <a:gd name="T49" fmla="*/ 30 h 67"/>
                <a:gd name="T50" fmla="*/ 37 w 65"/>
                <a:gd name="T51" fmla="*/ 30 h 67"/>
                <a:gd name="T52" fmla="*/ 32 w 65"/>
                <a:gd name="T53" fmla="*/ 30 h 67"/>
                <a:gd name="T54" fmla="*/ 28 w 65"/>
                <a:gd name="T55" fmla="*/ 26 h 67"/>
                <a:gd name="T56" fmla="*/ 23 w 65"/>
                <a:gd name="T57" fmla="*/ 16 h 67"/>
                <a:gd name="T58" fmla="*/ 18 w 65"/>
                <a:gd name="T59" fmla="*/ 5 h 67"/>
                <a:gd name="T60" fmla="*/ 14 w 65"/>
                <a:gd name="T61" fmla="*/ 2 h 67"/>
                <a:gd name="T62" fmla="*/ 11 w 65"/>
                <a:gd name="T63" fmla="*/ 0 h 67"/>
                <a:gd name="T64" fmla="*/ 11 w 65"/>
                <a:gd name="T65" fmla="*/ 0 h 67"/>
                <a:gd name="T66" fmla="*/ 5 w 65"/>
                <a:gd name="T67" fmla="*/ 2 h 67"/>
                <a:gd name="T68" fmla="*/ 4 w 65"/>
                <a:gd name="T69" fmla="*/ 3 h 67"/>
                <a:gd name="T70" fmla="*/ 2 w 65"/>
                <a:gd name="T71" fmla="*/ 5 h 67"/>
                <a:gd name="T72" fmla="*/ 0 w 65"/>
                <a:gd name="T73" fmla="*/ 9 h 67"/>
                <a:gd name="T74" fmla="*/ 0 w 65"/>
                <a:gd name="T75" fmla="*/ 17 h 67"/>
                <a:gd name="T76" fmla="*/ 2 w 65"/>
                <a:gd name="T77" fmla="*/ 2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5" h="67">
                  <a:moveTo>
                    <a:pt x="2" y="26"/>
                  </a:moveTo>
                  <a:lnTo>
                    <a:pt x="2" y="26"/>
                  </a:lnTo>
                  <a:lnTo>
                    <a:pt x="2" y="31"/>
                  </a:lnTo>
                  <a:lnTo>
                    <a:pt x="9" y="47"/>
                  </a:lnTo>
                  <a:lnTo>
                    <a:pt x="12" y="54"/>
                  </a:lnTo>
                  <a:lnTo>
                    <a:pt x="18" y="61"/>
                  </a:lnTo>
                  <a:lnTo>
                    <a:pt x="26" y="65"/>
                  </a:lnTo>
                  <a:lnTo>
                    <a:pt x="35" y="67"/>
                  </a:lnTo>
                  <a:lnTo>
                    <a:pt x="35" y="67"/>
                  </a:lnTo>
                  <a:lnTo>
                    <a:pt x="39" y="65"/>
                  </a:lnTo>
                  <a:lnTo>
                    <a:pt x="44" y="63"/>
                  </a:lnTo>
                  <a:lnTo>
                    <a:pt x="51" y="58"/>
                  </a:lnTo>
                  <a:lnTo>
                    <a:pt x="56" y="49"/>
                  </a:lnTo>
                  <a:lnTo>
                    <a:pt x="61" y="38"/>
                  </a:lnTo>
                  <a:lnTo>
                    <a:pt x="63" y="28"/>
                  </a:lnTo>
                  <a:lnTo>
                    <a:pt x="65" y="19"/>
                  </a:lnTo>
                  <a:lnTo>
                    <a:pt x="63" y="10"/>
                  </a:lnTo>
                  <a:lnTo>
                    <a:pt x="60" y="7"/>
                  </a:lnTo>
                  <a:lnTo>
                    <a:pt x="60" y="7"/>
                  </a:lnTo>
                  <a:lnTo>
                    <a:pt x="56" y="5"/>
                  </a:lnTo>
                  <a:lnTo>
                    <a:pt x="54" y="7"/>
                  </a:lnTo>
                  <a:lnTo>
                    <a:pt x="49" y="14"/>
                  </a:lnTo>
                  <a:lnTo>
                    <a:pt x="44" y="23"/>
                  </a:lnTo>
                  <a:lnTo>
                    <a:pt x="40" y="28"/>
                  </a:lnTo>
                  <a:lnTo>
                    <a:pt x="37" y="30"/>
                  </a:lnTo>
                  <a:lnTo>
                    <a:pt x="37" y="30"/>
                  </a:lnTo>
                  <a:lnTo>
                    <a:pt x="32" y="30"/>
                  </a:lnTo>
                  <a:lnTo>
                    <a:pt x="28" y="26"/>
                  </a:lnTo>
                  <a:lnTo>
                    <a:pt x="23" y="16"/>
                  </a:lnTo>
                  <a:lnTo>
                    <a:pt x="18" y="5"/>
                  </a:lnTo>
                  <a:lnTo>
                    <a:pt x="14" y="2"/>
                  </a:lnTo>
                  <a:lnTo>
                    <a:pt x="11" y="0"/>
                  </a:lnTo>
                  <a:lnTo>
                    <a:pt x="11" y="0"/>
                  </a:lnTo>
                  <a:lnTo>
                    <a:pt x="5" y="2"/>
                  </a:lnTo>
                  <a:lnTo>
                    <a:pt x="4" y="3"/>
                  </a:lnTo>
                  <a:lnTo>
                    <a:pt x="2" y="5"/>
                  </a:lnTo>
                  <a:lnTo>
                    <a:pt x="0" y="9"/>
                  </a:lnTo>
                  <a:lnTo>
                    <a:pt x="0" y="17"/>
                  </a:lnTo>
                  <a:lnTo>
                    <a:pt x="2"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3" name="Freeform 154"/>
            <p:cNvSpPr>
              <a:spLocks/>
            </p:cNvSpPr>
            <p:nvPr/>
          </p:nvSpPr>
          <p:spPr bwMode="auto">
            <a:xfrm>
              <a:off x="9366251" y="942975"/>
              <a:ext cx="71438" cy="147638"/>
            </a:xfrm>
            <a:custGeom>
              <a:avLst/>
              <a:gdLst>
                <a:gd name="T0" fmla="*/ 21 w 45"/>
                <a:gd name="T1" fmla="*/ 0 h 93"/>
                <a:gd name="T2" fmla="*/ 21 w 45"/>
                <a:gd name="T3" fmla="*/ 0 h 93"/>
                <a:gd name="T4" fmla="*/ 14 w 45"/>
                <a:gd name="T5" fmla="*/ 0 h 93"/>
                <a:gd name="T6" fmla="*/ 9 w 45"/>
                <a:gd name="T7" fmla="*/ 4 h 93"/>
                <a:gd name="T8" fmla="*/ 5 w 45"/>
                <a:gd name="T9" fmla="*/ 9 h 93"/>
                <a:gd name="T10" fmla="*/ 2 w 45"/>
                <a:gd name="T11" fmla="*/ 16 h 93"/>
                <a:gd name="T12" fmla="*/ 0 w 45"/>
                <a:gd name="T13" fmla="*/ 25 h 93"/>
                <a:gd name="T14" fmla="*/ 0 w 45"/>
                <a:gd name="T15" fmla="*/ 35 h 93"/>
                <a:gd name="T16" fmla="*/ 2 w 45"/>
                <a:gd name="T17" fmla="*/ 47 h 93"/>
                <a:gd name="T18" fmla="*/ 3 w 45"/>
                <a:gd name="T19" fmla="*/ 60 h 93"/>
                <a:gd name="T20" fmla="*/ 3 w 45"/>
                <a:gd name="T21" fmla="*/ 60 h 93"/>
                <a:gd name="T22" fmla="*/ 10 w 45"/>
                <a:gd name="T23" fmla="*/ 81 h 93"/>
                <a:gd name="T24" fmla="*/ 14 w 45"/>
                <a:gd name="T25" fmla="*/ 86 h 93"/>
                <a:gd name="T26" fmla="*/ 17 w 45"/>
                <a:gd name="T27" fmla="*/ 91 h 93"/>
                <a:gd name="T28" fmla="*/ 21 w 45"/>
                <a:gd name="T29" fmla="*/ 93 h 93"/>
                <a:gd name="T30" fmla="*/ 24 w 45"/>
                <a:gd name="T31" fmla="*/ 93 h 93"/>
                <a:gd name="T32" fmla="*/ 30 w 45"/>
                <a:gd name="T33" fmla="*/ 91 h 93"/>
                <a:gd name="T34" fmla="*/ 35 w 45"/>
                <a:gd name="T35" fmla="*/ 86 h 93"/>
                <a:gd name="T36" fmla="*/ 35 w 45"/>
                <a:gd name="T37" fmla="*/ 86 h 93"/>
                <a:gd name="T38" fmla="*/ 38 w 45"/>
                <a:gd name="T39" fmla="*/ 79 h 93"/>
                <a:gd name="T40" fmla="*/ 44 w 45"/>
                <a:gd name="T41" fmla="*/ 69 h 93"/>
                <a:gd name="T42" fmla="*/ 45 w 45"/>
                <a:gd name="T43" fmla="*/ 55 h 93"/>
                <a:gd name="T44" fmla="*/ 45 w 45"/>
                <a:gd name="T45" fmla="*/ 39 h 93"/>
                <a:gd name="T46" fmla="*/ 44 w 45"/>
                <a:gd name="T47" fmla="*/ 25 h 93"/>
                <a:gd name="T48" fmla="*/ 40 w 45"/>
                <a:gd name="T49" fmla="*/ 12 h 93"/>
                <a:gd name="T50" fmla="*/ 37 w 45"/>
                <a:gd name="T51" fmla="*/ 7 h 93"/>
                <a:gd name="T52" fmla="*/ 33 w 45"/>
                <a:gd name="T53" fmla="*/ 4 h 93"/>
                <a:gd name="T54" fmla="*/ 28 w 45"/>
                <a:gd name="T55" fmla="*/ 0 h 93"/>
                <a:gd name="T56" fmla="*/ 21 w 45"/>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93">
                  <a:moveTo>
                    <a:pt x="21" y="0"/>
                  </a:moveTo>
                  <a:lnTo>
                    <a:pt x="21" y="0"/>
                  </a:lnTo>
                  <a:lnTo>
                    <a:pt x="14" y="0"/>
                  </a:lnTo>
                  <a:lnTo>
                    <a:pt x="9" y="4"/>
                  </a:lnTo>
                  <a:lnTo>
                    <a:pt x="5" y="9"/>
                  </a:lnTo>
                  <a:lnTo>
                    <a:pt x="2" y="16"/>
                  </a:lnTo>
                  <a:lnTo>
                    <a:pt x="0" y="25"/>
                  </a:lnTo>
                  <a:lnTo>
                    <a:pt x="0" y="35"/>
                  </a:lnTo>
                  <a:lnTo>
                    <a:pt x="2" y="47"/>
                  </a:lnTo>
                  <a:lnTo>
                    <a:pt x="3" y="60"/>
                  </a:lnTo>
                  <a:lnTo>
                    <a:pt x="3" y="60"/>
                  </a:lnTo>
                  <a:lnTo>
                    <a:pt x="10" y="81"/>
                  </a:lnTo>
                  <a:lnTo>
                    <a:pt x="14" y="86"/>
                  </a:lnTo>
                  <a:lnTo>
                    <a:pt x="17" y="91"/>
                  </a:lnTo>
                  <a:lnTo>
                    <a:pt x="21" y="93"/>
                  </a:lnTo>
                  <a:lnTo>
                    <a:pt x="24" y="93"/>
                  </a:lnTo>
                  <a:lnTo>
                    <a:pt x="30" y="91"/>
                  </a:lnTo>
                  <a:lnTo>
                    <a:pt x="35" y="86"/>
                  </a:lnTo>
                  <a:lnTo>
                    <a:pt x="35" y="86"/>
                  </a:lnTo>
                  <a:lnTo>
                    <a:pt x="38" y="79"/>
                  </a:lnTo>
                  <a:lnTo>
                    <a:pt x="44" y="69"/>
                  </a:lnTo>
                  <a:lnTo>
                    <a:pt x="45" y="55"/>
                  </a:lnTo>
                  <a:lnTo>
                    <a:pt x="45" y="39"/>
                  </a:lnTo>
                  <a:lnTo>
                    <a:pt x="44" y="25"/>
                  </a:lnTo>
                  <a:lnTo>
                    <a:pt x="40" y="12"/>
                  </a:lnTo>
                  <a:lnTo>
                    <a:pt x="37" y="7"/>
                  </a:lnTo>
                  <a:lnTo>
                    <a:pt x="33" y="4"/>
                  </a:lnTo>
                  <a:lnTo>
                    <a:pt x="28" y="0"/>
                  </a:lnTo>
                  <a:lnTo>
                    <a:pt x="21"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4" name="Freeform 155"/>
            <p:cNvSpPr>
              <a:spLocks/>
            </p:cNvSpPr>
            <p:nvPr/>
          </p:nvSpPr>
          <p:spPr bwMode="auto">
            <a:xfrm>
              <a:off x="9366251" y="942975"/>
              <a:ext cx="71438" cy="147638"/>
            </a:xfrm>
            <a:custGeom>
              <a:avLst/>
              <a:gdLst>
                <a:gd name="T0" fmla="*/ 21 w 45"/>
                <a:gd name="T1" fmla="*/ 0 h 93"/>
                <a:gd name="T2" fmla="*/ 21 w 45"/>
                <a:gd name="T3" fmla="*/ 0 h 93"/>
                <a:gd name="T4" fmla="*/ 14 w 45"/>
                <a:gd name="T5" fmla="*/ 0 h 93"/>
                <a:gd name="T6" fmla="*/ 9 w 45"/>
                <a:gd name="T7" fmla="*/ 4 h 93"/>
                <a:gd name="T8" fmla="*/ 5 w 45"/>
                <a:gd name="T9" fmla="*/ 9 h 93"/>
                <a:gd name="T10" fmla="*/ 2 w 45"/>
                <a:gd name="T11" fmla="*/ 16 h 93"/>
                <a:gd name="T12" fmla="*/ 0 w 45"/>
                <a:gd name="T13" fmla="*/ 25 h 93"/>
                <a:gd name="T14" fmla="*/ 0 w 45"/>
                <a:gd name="T15" fmla="*/ 35 h 93"/>
                <a:gd name="T16" fmla="*/ 2 w 45"/>
                <a:gd name="T17" fmla="*/ 47 h 93"/>
                <a:gd name="T18" fmla="*/ 3 w 45"/>
                <a:gd name="T19" fmla="*/ 60 h 93"/>
                <a:gd name="T20" fmla="*/ 3 w 45"/>
                <a:gd name="T21" fmla="*/ 60 h 93"/>
                <a:gd name="T22" fmla="*/ 10 w 45"/>
                <a:gd name="T23" fmla="*/ 81 h 93"/>
                <a:gd name="T24" fmla="*/ 14 w 45"/>
                <a:gd name="T25" fmla="*/ 86 h 93"/>
                <a:gd name="T26" fmla="*/ 17 w 45"/>
                <a:gd name="T27" fmla="*/ 91 h 93"/>
                <a:gd name="T28" fmla="*/ 21 w 45"/>
                <a:gd name="T29" fmla="*/ 93 h 93"/>
                <a:gd name="T30" fmla="*/ 24 w 45"/>
                <a:gd name="T31" fmla="*/ 93 h 93"/>
                <a:gd name="T32" fmla="*/ 30 w 45"/>
                <a:gd name="T33" fmla="*/ 91 h 93"/>
                <a:gd name="T34" fmla="*/ 35 w 45"/>
                <a:gd name="T35" fmla="*/ 86 h 93"/>
                <a:gd name="T36" fmla="*/ 35 w 45"/>
                <a:gd name="T37" fmla="*/ 86 h 93"/>
                <a:gd name="T38" fmla="*/ 38 w 45"/>
                <a:gd name="T39" fmla="*/ 79 h 93"/>
                <a:gd name="T40" fmla="*/ 44 w 45"/>
                <a:gd name="T41" fmla="*/ 69 h 93"/>
                <a:gd name="T42" fmla="*/ 45 w 45"/>
                <a:gd name="T43" fmla="*/ 55 h 93"/>
                <a:gd name="T44" fmla="*/ 45 w 45"/>
                <a:gd name="T45" fmla="*/ 39 h 93"/>
                <a:gd name="T46" fmla="*/ 44 w 45"/>
                <a:gd name="T47" fmla="*/ 25 h 93"/>
                <a:gd name="T48" fmla="*/ 40 w 45"/>
                <a:gd name="T49" fmla="*/ 12 h 93"/>
                <a:gd name="T50" fmla="*/ 37 w 45"/>
                <a:gd name="T51" fmla="*/ 7 h 93"/>
                <a:gd name="T52" fmla="*/ 33 w 45"/>
                <a:gd name="T53" fmla="*/ 4 h 93"/>
                <a:gd name="T54" fmla="*/ 28 w 45"/>
                <a:gd name="T55" fmla="*/ 0 h 93"/>
                <a:gd name="T56" fmla="*/ 21 w 45"/>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93">
                  <a:moveTo>
                    <a:pt x="21" y="0"/>
                  </a:moveTo>
                  <a:lnTo>
                    <a:pt x="21" y="0"/>
                  </a:lnTo>
                  <a:lnTo>
                    <a:pt x="14" y="0"/>
                  </a:lnTo>
                  <a:lnTo>
                    <a:pt x="9" y="4"/>
                  </a:lnTo>
                  <a:lnTo>
                    <a:pt x="5" y="9"/>
                  </a:lnTo>
                  <a:lnTo>
                    <a:pt x="2" y="16"/>
                  </a:lnTo>
                  <a:lnTo>
                    <a:pt x="0" y="25"/>
                  </a:lnTo>
                  <a:lnTo>
                    <a:pt x="0" y="35"/>
                  </a:lnTo>
                  <a:lnTo>
                    <a:pt x="2" y="47"/>
                  </a:lnTo>
                  <a:lnTo>
                    <a:pt x="3" y="60"/>
                  </a:lnTo>
                  <a:lnTo>
                    <a:pt x="3" y="60"/>
                  </a:lnTo>
                  <a:lnTo>
                    <a:pt x="10" y="81"/>
                  </a:lnTo>
                  <a:lnTo>
                    <a:pt x="14" y="86"/>
                  </a:lnTo>
                  <a:lnTo>
                    <a:pt x="17" y="91"/>
                  </a:lnTo>
                  <a:lnTo>
                    <a:pt x="21" y="93"/>
                  </a:lnTo>
                  <a:lnTo>
                    <a:pt x="24" y="93"/>
                  </a:lnTo>
                  <a:lnTo>
                    <a:pt x="30" y="91"/>
                  </a:lnTo>
                  <a:lnTo>
                    <a:pt x="35" y="86"/>
                  </a:lnTo>
                  <a:lnTo>
                    <a:pt x="35" y="86"/>
                  </a:lnTo>
                  <a:lnTo>
                    <a:pt x="38" y="79"/>
                  </a:lnTo>
                  <a:lnTo>
                    <a:pt x="44" y="69"/>
                  </a:lnTo>
                  <a:lnTo>
                    <a:pt x="45" y="55"/>
                  </a:lnTo>
                  <a:lnTo>
                    <a:pt x="45" y="39"/>
                  </a:lnTo>
                  <a:lnTo>
                    <a:pt x="44" y="25"/>
                  </a:lnTo>
                  <a:lnTo>
                    <a:pt x="40" y="12"/>
                  </a:lnTo>
                  <a:lnTo>
                    <a:pt x="37" y="7"/>
                  </a:lnTo>
                  <a:lnTo>
                    <a:pt x="33" y="4"/>
                  </a:lnTo>
                  <a:lnTo>
                    <a:pt x="28" y="0"/>
                  </a:lnTo>
                  <a:lnTo>
                    <a:pt x="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5" name="Freeform 156"/>
            <p:cNvSpPr>
              <a:spLocks/>
            </p:cNvSpPr>
            <p:nvPr/>
          </p:nvSpPr>
          <p:spPr bwMode="auto">
            <a:xfrm>
              <a:off x="9366251" y="881063"/>
              <a:ext cx="77788" cy="146050"/>
            </a:xfrm>
            <a:custGeom>
              <a:avLst/>
              <a:gdLst>
                <a:gd name="T0" fmla="*/ 30 w 49"/>
                <a:gd name="T1" fmla="*/ 4 h 92"/>
                <a:gd name="T2" fmla="*/ 30 w 49"/>
                <a:gd name="T3" fmla="*/ 4 h 92"/>
                <a:gd name="T4" fmla="*/ 26 w 49"/>
                <a:gd name="T5" fmla="*/ 2 h 92"/>
                <a:gd name="T6" fmla="*/ 21 w 49"/>
                <a:gd name="T7" fmla="*/ 0 h 92"/>
                <a:gd name="T8" fmla="*/ 17 w 49"/>
                <a:gd name="T9" fmla="*/ 0 h 92"/>
                <a:gd name="T10" fmla="*/ 12 w 49"/>
                <a:gd name="T11" fmla="*/ 2 h 92"/>
                <a:gd name="T12" fmla="*/ 9 w 49"/>
                <a:gd name="T13" fmla="*/ 6 h 92"/>
                <a:gd name="T14" fmla="*/ 7 w 49"/>
                <a:gd name="T15" fmla="*/ 13 h 92"/>
                <a:gd name="T16" fmla="*/ 7 w 49"/>
                <a:gd name="T17" fmla="*/ 13 h 92"/>
                <a:gd name="T18" fmla="*/ 3 w 49"/>
                <a:gd name="T19" fmla="*/ 21 h 92"/>
                <a:gd name="T20" fmla="*/ 2 w 49"/>
                <a:gd name="T21" fmla="*/ 32 h 92"/>
                <a:gd name="T22" fmla="*/ 0 w 49"/>
                <a:gd name="T23" fmla="*/ 44 h 92"/>
                <a:gd name="T24" fmla="*/ 2 w 49"/>
                <a:gd name="T25" fmla="*/ 57 h 92"/>
                <a:gd name="T26" fmla="*/ 3 w 49"/>
                <a:gd name="T27" fmla="*/ 67 h 92"/>
                <a:gd name="T28" fmla="*/ 7 w 49"/>
                <a:gd name="T29" fmla="*/ 78 h 92"/>
                <a:gd name="T30" fmla="*/ 14 w 49"/>
                <a:gd name="T31" fmla="*/ 86 h 92"/>
                <a:gd name="T32" fmla="*/ 17 w 49"/>
                <a:gd name="T33" fmla="*/ 88 h 92"/>
                <a:gd name="T34" fmla="*/ 23 w 49"/>
                <a:gd name="T35" fmla="*/ 92 h 92"/>
                <a:gd name="T36" fmla="*/ 23 w 49"/>
                <a:gd name="T37" fmla="*/ 92 h 92"/>
                <a:gd name="T38" fmla="*/ 28 w 49"/>
                <a:gd name="T39" fmla="*/ 92 h 92"/>
                <a:gd name="T40" fmla="*/ 33 w 49"/>
                <a:gd name="T41" fmla="*/ 92 h 92"/>
                <a:gd name="T42" fmla="*/ 37 w 49"/>
                <a:gd name="T43" fmla="*/ 88 h 92"/>
                <a:gd name="T44" fmla="*/ 40 w 49"/>
                <a:gd name="T45" fmla="*/ 85 h 92"/>
                <a:gd name="T46" fmla="*/ 45 w 49"/>
                <a:gd name="T47" fmla="*/ 76 h 92"/>
                <a:gd name="T48" fmla="*/ 49 w 49"/>
                <a:gd name="T49" fmla="*/ 62 h 92"/>
                <a:gd name="T50" fmla="*/ 49 w 49"/>
                <a:gd name="T51" fmla="*/ 46 h 92"/>
                <a:gd name="T52" fmla="*/ 45 w 49"/>
                <a:gd name="T53" fmla="*/ 30 h 92"/>
                <a:gd name="T54" fmla="*/ 38 w 49"/>
                <a:gd name="T55" fmla="*/ 16 h 92"/>
                <a:gd name="T56" fmla="*/ 35 w 49"/>
                <a:gd name="T57" fmla="*/ 9 h 92"/>
                <a:gd name="T58" fmla="*/ 30 w 49"/>
                <a:gd name="T59"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92">
                  <a:moveTo>
                    <a:pt x="30" y="4"/>
                  </a:moveTo>
                  <a:lnTo>
                    <a:pt x="30" y="4"/>
                  </a:lnTo>
                  <a:lnTo>
                    <a:pt x="26" y="2"/>
                  </a:lnTo>
                  <a:lnTo>
                    <a:pt x="21" y="0"/>
                  </a:lnTo>
                  <a:lnTo>
                    <a:pt x="17" y="0"/>
                  </a:lnTo>
                  <a:lnTo>
                    <a:pt x="12" y="2"/>
                  </a:lnTo>
                  <a:lnTo>
                    <a:pt x="9" y="6"/>
                  </a:lnTo>
                  <a:lnTo>
                    <a:pt x="7" y="13"/>
                  </a:lnTo>
                  <a:lnTo>
                    <a:pt x="7" y="13"/>
                  </a:lnTo>
                  <a:lnTo>
                    <a:pt x="3" y="21"/>
                  </a:lnTo>
                  <a:lnTo>
                    <a:pt x="2" y="32"/>
                  </a:lnTo>
                  <a:lnTo>
                    <a:pt x="0" y="44"/>
                  </a:lnTo>
                  <a:lnTo>
                    <a:pt x="2" y="57"/>
                  </a:lnTo>
                  <a:lnTo>
                    <a:pt x="3" y="67"/>
                  </a:lnTo>
                  <a:lnTo>
                    <a:pt x="7" y="78"/>
                  </a:lnTo>
                  <a:lnTo>
                    <a:pt x="14" y="86"/>
                  </a:lnTo>
                  <a:lnTo>
                    <a:pt x="17" y="88"/>
                  </a:lnTo>
                  <a:lnTo>
                    <a:pt x="23" y="92"/>
                  </a:lnTo>
                  <a:lnTo>
                    <a:pt x="23" y="92"/>
                  </a:lnTo>
                  <a:lnTo>
                    <a:pt x="28" y="92"/>
                  </a:lnTo>
                  <a:lnTo>
                    <a:pt x="33" y="92"/>
                  </a:lnTo>
                  <a:lnTo>
                    <a:pt x="37" y="88"/>
                  </a:lnTo>
                  <a:lnTo>
                    <a:pt x="40" y="85"/>
                  </a:lnTo>
                  <a:lnTo>
                    <a:pt x="45" y="76"/>
                  </a:lnTo>
                  <a:lnTo>
                    <a:pt x="49" y="62"/>
                  </a:lnTo>
                  <a:lnTo>
                    <a:pt x="49" y="46"/>
                  </a:lnTo>
                  <a:lnTo>
                    <a:pt x="45" y="30"/>
                  </a:lnTo>
                  <a:lnTo>
                    <a:pt x="38" y="16"/>
                  </a:lnTo>
                  <a:lnTo>
                    <a:pt x="35" y="9"/>
                  </a:lnTo>
                  <a:lnTo>
                    <a:pt x="3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6" name="Freeform 157"/>
            <p:cNvSpPr>
              <a:spLocks/>
            </p:cNvSpPr>
            <p:nvPr/>
          </p:nvSpPr>
          <p:spPr bwMode="auto">
            <a:xfrm>
              <a:off x="9366251" y="881063"/>
              <a:ext cx="77788" cy="146050"/>
            </a:xfrm>
            <a:custGeom>
              <a:avLst/>
              <a:gdLst>
                <a:gd name="T0" fmla="*/ 30 w 49"/>
                <a:gd name="T1" fmla="*/ 4 h 92"/>
                <a:gd name="T2" fmla="*/ 30 w 49"/>
                <a:gd name="T3" fmla="*/ 4 h 92"/>
                <a:gd name="T4" fmla="*/ 26 w 49"/>
                <a:gd name="T5" fmla="*/ 2 h 92"/>
                <a:gd name="T6" fmla="*/ 21 w 49"/>
                <a:gd name="T7" fmla="*/ 0 h 92"/>
                <a:gd name="T8" fmla="*/ 17 w 49"/>
                <a:gd name="T9" fmla="*/ 0 h 92"/>
                <a:gd name="T10" fmla="*/ 12 w 49"/>
                <a:gd name="T11" fmla="*/ 2 h 92"/>
                <a:gd name="T12" fmla="*/ 9 w 49"/>
                <a:gd name="T13" fmla="*/ 6 h 92"/>
                <a:gd name="T14" fmla="*/ 7 w 49"/>
                <a:gd name="T15" fmla="*/ 13 h 92"/>
                <a:gd name="T16" fmla="*/ 7 w 49"/>
                <a:gd name="T17" fmla="*/ 13 h 92"/>
                <a:gd name="T18" fmla="*/ 3 w 49"/>
                <a:gd name="T19" fmla="*/ 21 h 92"/>
                <a:gd name="T20" fmla="*/ 2 w 49"/>
                <a:gd name="T21" fmla="*/ 32 h 92"/>
                <a:gd name="T22" fmla="*/ 0 w 49"/>
                <a:gd name="T23" fmla="*/ 44 h 92"/>
                <a:gd name="T24" fmla="*/ 2 w 49"/>
                <a:gd name="T25" fmla="*/ 57 h 92"/>
                <a:gd name="T26" fmla="*/ 3 w 49"/>
                <a:gd name="T27" fmla="*/ 67 h 92"/>
                <a:gd name="T28" fmla="*/ 7 w 49"/>
                <a:gd name="T29" fmla="*/ 78 h 92"/>
                <a:gd name="T30" fmla="*/ 14 w 49"/>
                <a:gd name="T31" fmla="*/ 86 h 92"/>
                <a:gd name="T32" fmla="*/ 17 w 49"/>
                <a:gd name="T33" fmla="*/ 88 h 92"/>
                <a:gd name="T34" fmla="*/ 23 w 49"/>
                <a:gd name="T35" fmla="*/ 92 h 92"/>
                <a:gd name="T36" fmla="*/ 23 w 49"/>
                <a:gd name="T37" fmla="*/ 92 h 92"/>
                <a:gd name="T38" fmla="*/ 28 w 49"/>
                <a:gd name="T39" fmla="*/ 92 h 92"/>
                <a:gd name="T40" fmla="*/ 33 w 49"/>
                <a:gd name="T41" fmla="*/ 92 h 92"/>
                <a:gd name="T42" fmla="*/ 37 w 49"/>
                <a:gd name="T43" fmla="*/ 88 h 92"/>
                <a:gd name="T44" fmla="*/ 40 w 49"/>
                <a:gd name="T45" fmla="*/ 85 h 92"/>
                <a:gd name="T46" fmla="*/ 45 w 49"/>
                <a:gd name="T47" fmla="*/ 76 h 92"/>
                <a:gd name="T48" fmla="*/ 49 w 49"/>
                <a:gd name="T49" fmla="*/ 62 h 92"/>
                <a:gd name="T50" fmla="*/ 49 w 49"/>
                <a:gd name="T51" fmla="*/ 46 h 92"/>
                <a:gd name="T52" fmla="*/ 45 w 49"/>
                <a:gd name="T53" fmla="*/ 30 h 92"/>
                <a:gd name="T54" fmla="*/ 38 w 49"/>
                <a:gd name="T55" fmla="*/ 16 h 92"/>
                <a:gd name="T56" fmla="*/ 35 w 49"/>
                <a:gd name="T57" fmla="*/ 9 h 92"/>
                <a:gd name="T58" fmla="*/ 30 w 49"/>
                <a:gd name="T59"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92">
                  <a:moveTo>
                    <a:pt x="30" y="4"/>
                  </a:moveTo>
                  <a:lnTo>
                    <a:pt x="30" y="4"/>
                  </a:lnTo>
                  <a:lnTo>
                    <a:pt x="26" y="2"/>
                  </a:lnTo>
                  <a:lnTo>
                    <a:pt x="21" y="0"/>
                  </a:lnTo>
                  <a:lnTo>
                    <a:pt x="17" y="0"/>
                  </a:lnTo>
                  <a:lnTo>
                    <a:pt x="12" y="2"/>
                  </a:lnTo>
                  <a:lnTo>
                    <a:pt x="9" y="6"/>
                  </a:lnTo>
                  <a:lnTo>
                    <a:pt x="7" y="13"/>
                  </a:lnTo>
                  <a:lnTo>
                    <a:pt x="7" y="13"/>
                  </a:lnTo>
                  <a:lnTo>
                    <a:pt x="3" y="21"/>
                  </a:lnTo>
                  <a:lnTo>
                    <a:pt x="2" y="32"/>
                  </a:lnTo>
                  <a:lnTo>
                    <a:pt x="0" y="44"/>
                  </a:lnTo>
                  <a:lnTo>
                    <a:pt x="2" y="57"/>
                  </a:lnTo>
                  <a:lnTo>
                    <a:pt x="3" y="67"/>
                  </a:lnTo>
                  <a:lnTo>
                    <a:pt x="7" y="78"/>
                  </a:lnTo>
                  <a:lnTo>
                    <a:pt x="14" y="86"/>
                  </a:lnTo>
                  <a:lnTo>
                    <a:pt x="17" y="88"/>
                  </a:lnTo>
                  <a:lnTo>
                    <a:pt x="23" y="92"/>
                  </a:lnTo>
                  <a:lnTo>
                    <a:pt x="23" y="92"/>
                  </a:lnTo>
                  <a:lnTo>
                    <a:pt x="28" y="92"/>
                  </a:lnTo>
                  <a:lnTo>
                    <a:pt x="33" y="92"/>
                  </a:lnTo>
                  <a:lnTo>
                    <a:pt x="37" y="88"/>
                  </a:lnTo>
                  <a:lnTo>
                    <a:pt x="40" y="85"/>
                  </a:lnTo>
                  <a:lnTo>
                    <a:pt x="45" y="76"/>
                  </a:lnTo>
                  <a:lnTo>
                    <a:pt x="49" y="62"/>
                  </a:lnTo>
                  <a:lnTo>
                    <a:pt x="49" y="46"/>
                  </a:lnTo>
                  <a:lnTo>
                    <a:pt x="45" y="30"/>
                  </a:lnTo>
                  <a:lnTo>
                    <a:pt x="38" y="16"/>
                  </a:lnTo>
                  <a:lnTo>
                    <a:pt x="35" y="9"/>
                  </a:lnTo>
                  <a:lnTo>
                    <a:pt x="3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7" name="Freeform 158"/>
            <p:cNvSpPr>
              <a:spLocks/>
            </p:cNvSpPr>
            <p:nvPr/>
          </p:nvSpPr>
          <p:spPr bwMode="auto">
            <a:xfrm>
              <a:off x="9893301" y="876300"/>
              <a:ext cx="200025" cy="279400"/>
            </a:xfrm>
            <a:custGeom>
              <a:avLst/>
              <a:gdLst>
                <a:gd name="T0" fmla="*/ 40 w 126"/>
                <a:gd name="T1" fmla="*/ 2 h 176"/>
                <a:gd name="T2" fmla="*/ 63 w 126"/>
                <a:gd name="T3" fmla="*/ 3 h 176"/>
                <a:gd name="T4" fmla="*/ 77 w 126"/>
                <a:gd name="T5" fmla="*/ 17 h 176"/>
                <a:gd name="T6" fmla="*/ 86 w 126"/>
                <a:gd name="T7" fmla="*/ 37 h 176"/>
                <a:gd name="T8" fmla="*/ 91 w 126"/>
                <a:gd name="T9" fmla="*/ 54 h 176"/>
                <a:gd name="T10" fmla="*/ 98 w 126"/>
                <a:gd name="T11" fmla="*/ 77 h 176"/>
                <a:gd name="T12" fmla="*/ 105 w 126"/>
                <a:gd name="T13" fmla="*/ 86 h 176"/>
                <a:gd name="T14" fmla="*/ 116 w 126"/>
                <a:gd name="T15" fmla="*/ 91 h 176"/>
                <a:gd name="T16" fmla="*/ 123 w 126"/>
                <a:gd name="T17" fmla="*/ 91 h 176"/>
                <a:gd name="T18" fmla="*/ 104 w 126"/>
                <a:gd name="T19" fmla="*/ 95 h 176"/>
                <a:gd name="T20" fmla="*/ 93 w 126"/>
                <a:gd name="T21" fmla="*/ 93 h 176"/>
                <a:gd name="T22" fmla="*/ 93 w 126"/>
                <a:gd name="T23" fmla="*/ 98 h 176"/>
                <a:gd name="T24" fmla="*/ 97 w 126"/>
                <a:gd name="T25" fmla="*/ 109 h 176"/>
                <a:gd name="T26" fmla="*/ 107 w 126"/>
                <a:gd name="T27" fmla="*/ 121 h 176"/>
                <a:gd name="T28" fmla="*/ 126 w 126"/>
                <a:gd name="T29" fmla="*/ 130 h 176"/>
                <a:gd name="T30" fmla="*/ 121 w 126"/>
                <a:gd name="T31" fmla="*/ 132 h 176"/>
                <a:gd name="T32" fmla="*/ 100 w 126"/>
                <a:gd name="T33" fmla="*/ 132 h 176"/>
                <a:gd name="T34" fmla="*/ 86 w 126"/>
                <a:gd name="T35" fmla="*/ 123 h 176"/>
                <a:gd name="T36" fmla="*/ 76 w 126"/>
                <a:gd name="T37" fmla="*/ 147 h 176"/>
                <a:gd name="T38" fmla="*/ 77 w 126"/>
                <a:gd name="T39" fmla="*/ 125 h 176"/>
                <a:gd name="T40" fmla="*/ 74 w 126"/>
                <a:gd name="T41" fmla="*/ 84 h 176"/>
                <a:gd name="T42" fmla="*/ 74 w 126"/>
                <a:gd name="T43" fmla="*/ 98 h 176"/>
                <a:gd name="T44" fmla="*/ 70 w 126"/>
                <a:gd name="T45" fmla="*/ 130 h 176"/>
                <a:gd name="T46" fmla="*/ 60 w 126"/>
                <a:gd name="T47" fmla="*/ 162 h 176"/>
                <a:gd name="T48" fmla="*/ 49 w 126"/>
                <a:gd name="T49" fmla="*/ 172 h 176"/>
                <a:gd name="T50" fmla="*/ 37 w 126"/>
                <a:gd name="T51" fmla="*/ 176 h 176"/>
                <a:gd name="T52" fmla="*/ 30 w 126"/>
                <a:gd name="T53" fmla="*/ 174 h 176"/>
                <a:gd name="T54" fmla="*/ 19 w 126"/>
                <a:gd name="T55" fmla="*/ 170 h 176"/>
                <a:gd name="T56" fmla="*/ 9 w 126"/>
                <a:gd name="T57" fmla="*/ 156 h 176"/>
                <a:gd name="T58" fmla="*/ 2 w 126"/>
                <a:gd name="T59" fmla="*/ 128 h 176"/>
                <a:gd name="T60" fmla="*/ 2 w 126"/>
                <a:gd name="T61" fmla="*/ 81 h 176"/>
                <a:gd name="T62" fmla="*/ 3 w 126"/>
                <a:gd name="T63" fmla="*/ 53 h 176"/>
                <a:gd name="T64" fmla="*/ 9 w 126"/>
                <a:gd name="T65" fmla="*/ 28 h 176"/>
                <a:gd name="T66" fmla="*/ 21 w 126"/>
                <a:gd name="T67" fmla="*/ 10 h 176"/>
                <a:gd name="T68" fmla="*/ 40 w 126"/>
                <a:gd name="T69" fmla="*/ 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6" h="176">
                  <a:moveTo>
                    <a:pt x="40" y="2"/>
                  </a:moveTo>
                  <a:lnTo>
                    <a:pt x="40" y="2"/>
                  </a:lnTo>
                  <a:lnTo>
                    <a:pt x="53" y="0"/>
                  </a:lnTo>
                  <a:lnTo>
                    <a:pt x="63" y="3"/>
                  </a:lnTo>
                  <a:lnTo>
                    <a:pt x="72" y="10"/>
                  </a:lnTo>
                  <a:lnTo>
                    <a:pt x="77" y="17"/>
                  </a:lnTo>
                  <a:lnTo>
                    <a:pt x="83" y="26"/>
                  </a:lnTo>
                  <a:lnTo>
                    <a:pt x="86" y="37"/>
                  </a:lnTo>
                  <a:lnTo>
                    <a:pt x="91" y="54"/>
                  </a:lnTo>
                  <a:lnTo>
                    <a:pt x="91" y="54"/>
                  </a:lnTo>
                  <a:lnTo>
                    <a:pt x="95" y="70"/>
                  </a:lnTo>
                  <a:lnTo>
                    <a:pt x="98" y="77"/>
                  </a:lnTo>
                  <a:lnTo>
                    <a:pt x="102" y="82"/>
                  </a:lnTo>
                  <a:lnTo>
                    <a:pt x="105" y="86"/>
                  </a:lnTo>
                  <a:lnTo>
                    <a:pt x="111" y="89"/>
                  </a:lnTo>
                  <a:lnTo>
                    <a:pt x="116" y="91"/>
                  </a:lnTo>
                  <a:lnTo>
                    <a:pt x="123" y="91"/>
                  </a:lnTo>
                  <a:lnTo>
                    <a:pt x="123" y="91"/>
                  </a:lnTo>
                  <a:lnTo>
                    <a:pt x="112" y="95"/>
                  </a:lnTo>
                  <a:lnTo>
                    <a:pt x="104" y="95"/>
                  </a:lnTo>
                  <a:lnTo>
                    <a:pt x="98" y="95"/>
                  </a:lnTo>
                  <a:lnTo>
                    <a:pt x="93" y="93"/>
                  </a:lnTo>
                  <a:lnTo>
                    <a:pt x="93" y="93"/>
                  </a:lnTo>
                  <a:lnTo>
                    <a:pt x="93" y="98"/>
                  </a:lnTo>
                  <a:lnTo>
                    <a:pt x="95" y="104"/>
                  </a:lnTo>
                  <a:lnTo>
                    <a:pt x="97" y="109"/>
                  </a:lnTo>
                  <a:lnTo>
                    <a:pt x="100" y="116"/>
                  </a:lnTo>
                  <a:lnTo>
                    <a:pt x="107" y="121"/>
                  </a:lnTo>
                  <a:lnTo>
                    <a:pt x="116" y="126"/>
                  </a:lnTo>
                  <a:lnTo>
                    <a:pt x="126" y="130"/>
                  </a:lnTo>
                  <a:lnTo>
                    <a:pt x="126" y="130"/>
                  </a:lnTo>
                  <a:lnTo>
                    <a:pt x="121" y="132"/>
                  </a:lnTo>
                  <a:lnTo>
                    <a:pt x="109" y="132"/>
                  </a:lnTo>
                  <a:lnTo>
                    <a:pt x="100" y="132"/>
                  </a:lnTo>
                  <a:lnTo>
                    <a:pt x="93" y="128"/>
                  </a:lnTo>
                  <a:lnTo>
                    <a:pt x="86" y="123"/>
                  </a:lnTo>
                  <a:lnTo>
                    <a:pt x="81" y="114"/>
                  </a:lnTo>
                  <a:lnTo>
                    <a:pt x="76" y="147"/>
                  </a:lnTo>
                  <a:lnTo>
                    <a:pt x="76" y="147"/>
                  </a:lnTo>
                  <a:lnTo>
                    <a:pt x="77" y="125"/>
                  </a:lnTo>
                  <a:lnTo>
                    <a:pt x="76" y="104"/>
                  </a:lnTo>
                  <a:lnTo>
                    <a:pt x="74" y="84"/>
                  </a:lnTo>
                  <a:lnTo>
                    <a:pt x="74" y="84"/>
                  </a:lnTo>
                  <a:lnTo>
                    <a:pt x="74" y="98"/>
                  </a:lnTo>
                  <a:lnTo>
                    <a:pt x="72" y="114"/>
                  </a:lnTo>
                  <a:lnTo>
                    <a:pt x="70" y="130"/>
                  </a:lnTo>
                  <a:lnTo>
                    <a:pt x="65" y="147"/>
                  </a:lnTo>
                  <a:lnTo>
                    <a:pt x="60" y="162"/>
                  </a:lnTo>
                  <a:lnTo>
                    <a:pt x="54" y="167"/>
                  </a:lnTo>
                  <a:lnTo>
                    <a:pt x="49" y="172"/>
                  </a:lnTo>
                  <a:lnTo>
                    <a:pt x="44" y="174"/>
                  </a:lnTo>
                  <a:lnTo>
                    <a:pt x="37" y="176"/>
                  </a:lnTo>
                  <a:lnTo>
                    <a:pt x="37" y="176"/>
                  </a:lnTo>
                  <a:lnTo>
                    <a:pt x="30" y="174"/>
                  </a:lnTo>
                  <a:lnTo>
                    <a:pt x="25" y="172"/>
                  </a:lnTo>
                  <a:lnTo>
                    <a:pt x="19" y="170"/>
                  </a:lnTo>
                  <a:lnTo>
                    <a:pt x="14" y="167"/>
                  </a:lnTo>
                  <a:lnTo>
                    <a:pt x="9" y="156"/>
                  </a:lnTo>
                  <a:lnTo>
                    <a:pt x="3" y="144"/>
                  </a:lnTo>
                  <a:lnTo>
                    <a:pt x="2" y="128"/>
                  </a:lnTo>
                  <a:lnTo>
                    <a:pt x="0" y="112"/>
                  </a:lnTo>
                  <a:lnTo>
                    <a:pt x="2" y="81"/>
                  </a:lnTo>
                  <a:lnTo>
                    <a:pt x="2" y="81"/>
                  </a:lnTo>
                  <a:lnTo>
                    <a:pt x="3" y="53"/>
                  </a:lnTo>
                  <a:lnTo>
                    <a:pt x="5" y="40"/>
                  </a:lnTo>
                  <a:lnTo>
                    <a:pt x="9" y="28"/>
                  </a:lnTo>
                  <a:lnTo>
                    <a:pt x="14" y="17"/>
                  </a:lnTo>
                  <a:lnTo>
                    <a:pt x="21" y="10"/>
                  </a:lnTo>
                  <a:lnTo>
                    <a:pt x="30" y="3"/>
                  </a:lnTo>
                  <a:lnTo>
                    <a:pt x="4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8" name="Freeform 159"/>
            <p:cNvSpPr>
              <a:spLocks/>
            </p:cNvSpPr>
            <p:nvPr/>
          </p:nvSpPr>
          <p:spPr bwMode="auto">
            <a:xfrm>
              <a:off x="9893301" y="876300"/>
              <a:ext cx="200025" cy="279400"/>
            </a:xfrm>
            <a:custGeom>
              <a:avLst/>
              <a:gdLst>
                <a:gd name="T0" fmla="*/ 40 w 126"/>
                <a:gd name="T1" fmla="*/ 2 h 176"/>
                <a:gd name="T2" fmla="*/ 63 w 126"/>
                <a:gd name="T3" fmla="*/ 3 h 176"/>
                <a:gd name="T4" fmla="*/ 77 w 126"/>
                <a:gd name="T5" fmla="*/ 17 h 176"/>
                <a:gd name="T6" fmla="*/ 86 w 126"/>
                <a:gd name="T7" fmla="*/ 37 h 176"/>
                <a:gd name="T8" fmla="*/ 91 w 126"/>
                <a:gd name="T9" fmla="*/ 54 h 176"/>
                <a:gd name="T10" fmla="*/ 98 w 126"/>
                <a:gd name="T11" fmla="*/ 77 h 176"/>
                <a:gd name="T12" fmla="*/ 105 w 126"/>
                <a:gd name="T13" fmla="*/ 86 h 176"/>
                <a:gd name="T14" fmla="*/ 116 w 126"/>
                <a:gd name="T15" fmla="*/ 91 h 176"/>
                <a:gd name="T16" fmla="*/ 123 w 126"/>
                <a:gd name="T17" fmla="*/ 91 h 176"/>
                <a:gd name="T18" fmla="*/ 104 w 126"/>
                <a:gd name="T19" fmla="*/ 95 h 176"/>
                <a:gd name="T20" fmla="*/ 93 w 126"/>
                <a:gd name="T21" fmla="*/ 93 h 176"/>
                <a:gd name="T22" fmla="*/ 93 w 126"/>
                <a:gd name="T23" fmla="*/ 98 h 176"/>
                <a:gd name="T24" fmla="*/ 97 w 126"/>
                <a:gd name="T25" fmla="*/ 109 h 176"/>
                <a:gd name="T26" fmla="*/ 107 w 126"/>
                <a:gd name="T27" fmla="*/ 121 h 176"/>
                <a:gd name="T28" fmla="*/ 126 w 126"/>
                <a:gd name="T29" fmla="*/ 130 h 176"/>
                <a:gd name="T30" fmla="*/ 121 w 126"/>
                <a:gd name="T31" fmla="*/ 132 h 176"/>
                <a:gd name="T32" fmla="*/ 100 w 126"/>
                <a:gd name="T33" fmla="*/ 132 h 176"/>
                <a:gd name="T34" fmla="*/ 86 w 126"/>
                <a:gd name="T35" fmla="*/ 123 h 176"/>
                <a:gd name="T36" fmla="*/ 76 w 126"/>
                <a:gd name="T37" fmla="*/ 147 h 176"/>
                <a:gd name="T38" fmla="*/ 77 w 126"/>
                <a:gd name="T39" fmla="*/ 125 h 176"/>
                <a:gd name="T40" fmla="*/ 74 w 126"/>
                <a:gd name="T41" fmla="*/ 84 h 176"/>
                <a:gd name="T42" fmla="*/ 74 w 126"/>
                <a:gd name="T43" fmla="*/ 98 h 176"/>
                <a:gd name="T44" fmla="*/ 70 w 126"/>
                <a:gd name="T45" fmla="*/ 130 h 176"/>
                <a:gd name="T46" fmla="*/ 60 w 126"/>
                <a:gd name="T47" fmla="*/ 162 h 176"/>
                <a:gd name="T48" fmla="*/ 49 w 126"/>
                <a:gd name="T49" fmla="*/ 172 h 176"/>
                <a:gd name="T50" fmla="*/ 37 w 126"/>
                <a:gd name="T51" fmla="*/ 176 h 176"/>
                <a:gd name="T52" fmla="*/ 30 w 126"/>
                <a:gd name="T53" fmla="*/ 174 h 176"/>
                <a:gd name="T54" fmla="*/ 19 w 126"/>
                <a:gd name="T55" fmla="*/ 170 h 176"/>
                <a:gd name="T56" fmla="*/ 9 w 126"/>
                <a:gd name="T57" fmla="*/ 156 h 176"/>
                <a:gd name="T58" fmla="*/ 2 w 126"/>
                <a:gd name="T59" fmla="*/ 128 h 176"/>
                <a:gd name="T60" fmla="*/ 2 w 126"/>
                <a:gd name="T61" fmla="*/ 81 h 176"/>
                <a:gd name="T62" fmla="*/ 3 w 126"/>
                <a:gd name="T63" fmla="*/ 53 h 176"/>
                <a:gd name="T64" fmla="*/ 9 w 126"/>
                <a:gd name="T65" fmla="*/ 28 h 176"/>
                <a:gd name="T66" fmla="*/ 21 w 126"/>
                <a:gd name="T67" fmla="*/ 10 h 176"/>
                <a:gd name="T68" fmla="*/ 40 w 126"/>
                <a:gd name="T69" fmla="*/ 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6" h="176">
                  <a:moveTo>
                    <a:pt x="40" y="2"/>
                  </a:moveTo>
                  <a:lnTo>
                    <a:pt x="40" y="2"/>
                  </a:lnTo>
                  <a:lnTo>
                    <a:pt x="53" y="0"/>
                  </a:lnTo>
                  <a:lnTo>
                    <a:pt x="63" y="3"/>
                  </a:lnTo>
                  <a:lnTo>
                    <a:pt x="72" y="10"/>
                  </a:lnTo>
                  <a:lnTo>
                    <a:pt x="77" y="17"/>
                  </a:lnTo>
                  <a:lnTo>
                    <a:pt x="83" y="26"/>
                  </a:lnTo>
                  <a:lnTo>
                    <a:pt x="86" y="37"/>
                  </a:lnTo>
                  <a:lnTo>
                    <a:pt x="91" y="54"/>
                  </a:lnTo>
                  <a:lnTo>
                    <a:pt x="91" y="54"/>
                  </a:lnTo>
                  <a:lnTo>
                    <a:pt x="95" y="70"/>
                  </a:lnTo>
                  <a:lnTo>
                    <a:pt x="98" y="77"/>
                  </a:lnTo>
                  <a:lnTo>
                    <a:pt x="102" y="82"/>
                  </a:lnTo>
                  <a:lnTo>
                    <a:pt x="105" y="86"/>
                  </a:lnTo>
                  <a:lnTo>
                    <a:pt x="111" y="89"/>
                  </a:lnTo>
                  <a:lnTo>
                    <a:pt x="116" y="91"/>
                  </a:lnTo>
                  <a:lnTo>
                    <a:pt x="123" y="91"/>
                  </a:lnTo>
                  <a:lnTo>
                    <a:pt x="123" y="91"/>
                  </a:lnTo>
                  <a:lnTo>
                    <a:pt x="112" y="95"/>
                  </a:lnTo>
                  <a:lnTo>
                    <a:pt x="104" y="95"/>
                  </a:lnTo>
                  <a:lnTo>
                    <a:pt x="98" y="95"/>
                  </a:lnTo>
                  <a:lnTo>
                    <a:pt x="93" y="93"/>
                  </a:lnTo>
                  <a:lnTo>
                    <a:pt x="93" y="93"/>
                  </a:lnTo>
                  <a:lnTo>
                    <a:pt x="93" y="98"/>
                  </a:lnTo>
                  <a:lnTo>
                    <a:pt x="95" y="104"/>
                  </a:lnTo>
                  <a:lnTo>
                    <a:pt x="97" y="109"/>
                  </a:lnTo>
                  <a:lnTo>
                    <a:pt x="100" y="116"/>
                  </a:lnTo>
                  <a:lnTo>
                    <a:pt x="107" y="121"/>
                  </a:lnTo>
                  <a:lnTo>
                    <a:pt x="116" y="126"/>
                  </a:lnTo>
                  <a:lnTo>
                    <a:pt x="126" y="130"/>
                  </a:lnTo>
                  <a:lnTo>
                    <a:pt x="126" y="130"/>
                  </a:lnTo>
                  <a:lnTo>
                    <a:pt x="121" y="132"/>
                  </a:lnTo>
                  <a:lnTo>
                    <a:pt x="109" y="132"/>
                  </a:lnTo>
                  <a:lnTo>
                    <a:pt x="100" y="132"/>
                  </a:lnTo>
                  <a:lnTo>
                    <a:pt x="93" y="128"/>
                  </a:lnTo>
                  <a:lnTo>
                    <a:pt x="86" y="123"/>
                  </a:lnTo>
                  <a:lnTo>
                    <a:pt x="81" y="114"/>
                  </a:lnTo>
                  <a:lnTo>
                    <a:pt x="76" y="147"/>
                  </a:lnTo>
                  <a:lnTo>
                    <a:pt x="76" y="147"/>
                  </a:lnTo>
                  <a:lnTo>
                    <a:pt x="77" y="125"/>
                  </a:lnTo>
                  <a:lnTo>
                    <a:pt x="76" y="104"/>
                  </a:lnTo>
                  <a:lnTo>
                    <a:pt x="74" y="84"/>
                  </a:lnTo>
                  <a:lnTo>
                    <a:pt x="74" y="84"/>
                  </a:lnTo>
                  <a:lnTo>
                    <a:pt x="74" y="98"/>
                  </a:lnTo>
                  <a:lnTo>
                    <a:pt x="72" y="114"/>
                  </a:lnTo>
                  <a:lnTo>
                    <a:pt x="70" y="130"/>
                  </a:lnTo>
                  <a:lnTo>
                    <a:pt x="65" y="147"/>
                  </a:lnTo>
                  <a:lnTo>
                    <a:pt x="60" y="162"/>
                  </a:lnTo>
                  <a:lnTo>
                    <a:pt x="54" y="167"/>
                  </a:lnTo>
                  <a:lnTo>
                    <a:pt x="49" y="172"/>
                  </a:lnTo>
                  <a:lnTo>
                    <a:pt x="44" y="174"/>
                  </a:lnTo>
                  <a:lnTo>
                    <a:pt x="37" y="176"/>
                  </a:lnTo>
                  <a:lnTo>
                    <a:pt x="37" y="176"/>
                  </a:lnTo>
                  <a:lnTo>
                    <a:pt x="30" y="174"/>
                  </a:lnTo>
                  <a:lnTo>
                    <a:pt x="25" y="172"/>
                  </a:lnTo>
                  <a:lnTo>
                    <a:pt x="19" y="170"/>
                  </a:lnTo>
                  <a:lnTo>
                    <a:pt x="14" y="167"/>
                  </a:lnTo>
                  <a:lnTo>
                    <a:pt x="9" y="156"/>
                  </a:lnTo>
                  <a:lnTo>
                    <a:pt x="3" y="144"/>
                  </a:lnTo>
                  <a:lnTo>
                    <a:pt x="2" y="128"/>
                  </a:lnTo>
                  <a:lnTo>
                    <a:pt x="0" y="112"/>
                  </a:lnTo>
                  <a:lnTo>
                    <a:pt x="2" y="81"/>
                  </a:lnTo>
                  <a:lnTo>
                    <a:pt x="2" y="81"/>
                  </a:lnTo>
                  <a:lnTo>
                    <a:pt x="3" y="53"/>
                  </a:lnTo>
                  <a:lnTo>
                    <a:pt x="5" y="40"/>
                  </a:lnTo>
                  <a:lnTo>
                    <a:pt x="9" y="28"/>
                  </a:lnTo>
                  <a:lnTo>
                    <a:pt x="14" y="17"/>
                  </a:lnTo>
                  <a:lnTo>
                    <a:pt x="21" y="10"/>
                  </a:lnTo>
                  <a:lnTo>
                    <a:pt x="30" y="3"/>
                  </a:lnTo>
                  <a:lnTo>
                    <a:pt x="4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9" name="Freeform 160"/>
            <p:cNvSpPr>
              <a:spLocks/>
            </p:cNvSpPr>
            <p:nvPr/>
          </p:nvSpPr>
          <p:spPr bwMode="auto">
            <a:xfrm>
              <a:off x="9907588" y="1035050"/>
              <a:ext cx="82550" cy="100013"/>
            </a:xfrm>
            <a:custGeom>
              <a:avLst/>
              <a:gdLst>
                <a:gd name="T0" fmla="*/ 51 w 52"/>
                <a:gd name="T1" fmla="*/ 25 h 63"/>
                <a:gd name="T2" fmla="*/ 51 w 52"/>
                <a:gd name="T3" fmla="*/ 25 h 63"/>
                <a:gd name="T4" fmla="*/ 51 w 52"/>
                <a:gd name="T5" fmla="*/ 30 h 63"/>
                <a:gd name="T6" fmla="*/ 45 w 52"/>
                <a:gd name="T7" fmla="*/ 44 h 63"/>
                <a:gd name="T8" fmla="*/ 42 w 52"/>
                <a:gd name="T9" fmla="*/ 51 h 63"/>
                <a:gd name="T10" fmla="*/ 37 w 52"/>
                <a:gd name="T11" fmla="*/ 58 h 63"/>
                <a:gd name="T12" fmla="*/ 31 w 52"/>
                <a:gd name="T13" fmla="*/ 62 h 63"/>
                <a:gd name="T14" fmla="*/ 24 w 52"/>
                <a:gd name="T15" fmla="*/ 63 h 63"/>
                <a:gd name="T16" fmla="*/ 24 w 52"/>
                <a:gd name="T17" fmla="*/ 63 h 63"/>
                <a:gd name="T18" fmla="*/ 17 w 52"/>
                <a:gd name="T19" fmla="*/ 60 h 63"/>
                <a:gd name="T20" fmla="*/ 10 w 52"/>
                <a:gd name="T21" fmla="*/ 55 h 63"/>
                <a:gd name="T22" fmla="*/ 7 w 52"/>
                <a:gd name="T23" fmla="*/ 46 h 63"/>
                <a:gd name="T24" fmla="*/ 3 w 52"/>
                <a:gd name="T25" fmla="*/ 37 h 63"/>
                <a:gd name="T26" fmla="*/ 0 w 52"/>
                <a:gd name="T27" fmla="*/ 26 h 63"/>
                <a:gd name="T28" fmla="*/ 0 w 52"/>
                <a:gd name="T29" fmla="*/ 18 h 63"/>
                <a:gd name="T30" fmla="*/ 1 w 52"/>
                <a:gd name="T31" fmla="*/ 11 h 63"/>
                <a:gd name="T32" fmla="*/ 3 w 52"/>
                <a:gd name="T33" fmla="*/ 7 h 63"/>
                <a:gd name="T34" fmla="*/ 3 w 52"/>
                <a:gd name="T35" fmla="*/ 7 h 63"/>
                <a:gd name="T36" fmla="*/ 7 w 52"/>
                <a:gd name="T37" fmla="*/ 5 h 63"/>
                <a:gd name="T38" fmla="*/ 9 w 52"/>
                <a:gd name="T39" fmla="*/ 7 h 63"/>
                <a:gd name="T40" fmla="*/ 12 w 52"/>
                <a:gd name="T41" fmla="*/ 14 h 63"/>
                <a:gd name="T42" fmla="*/ 16 w 52"/>
                <a:gd name="T43" fmla="*/ 21 h 63"/>
                <a:gd name="T44" fmla="*/ 19 w 52"/>
                <a:gd name="T45" fmla="*/ 26 h 63"/>
                <a:gd name="T46" fmla="*/ 23 w 52"/>
                <a:gd name="T47" fmla="*/ 28 h 63"/>
                <a:gd name="T48" fmla="*/ 23 w 52"/>
                <a:gd name="T49" fmla="*/ 28 h 63"/>
                <a:gd name="T50" fmla="*/ 26 w 52"/>
                <a:gd name="T51" fmla="*/ 28 h 63"/>
                <a:gd name="T52" fmla="*/ 30 w 52"/>
                <a:gd name="T53" fmla="*/ 25 h 63"/>
                <a:gd name="T54" fmla="*/ 33 w 52"/>
                <a:gd name="T55" fmla="*/ 14 h 63"/>
                <a:gd name="T56" fmla="*/ 38 w 52"/>
                <a:gd name="T57" fmla="*/ 5 h 63"/>
                <a:gd name="T58" fmla="*/ 40 w 52"/>
                <a:gd name="T59" fmla="*/ 2 h 63"/>
                <a:gd name="T60" fmla="*/ 44 w 52"/>
                <a:gd name="T61" fmla="*/ 0 h 63"/>
                <a:gd name="T62" fmla="*/ 44 w 52"/>
                <a:gd name="T63" fmla="*/ 0 h 63"/>
                <a:gd name="T64" fmla="*/ 47 w 52"/>
                <a:gd name="T65" fmla="*/ 2 h 63"/>
                <a:gd name="T66" fmla="*/ 49 w 52"/>
                <a:gd name="T67" fmla="*/ 4 h 63"/>
                <a:gd name="T68" fmla="*/ 52 w 52"/>
                <a:gd name="T69" fmla="*/ 9 h 63"/>
                <a:gd name="T70" fmla="*/ 52 w 52"/>
                <a:gd name="T71" fmla="*/ 16 h 63"/>
                <a:gd name="T72" fmla="*/ 51 w 52"/>
                <a:gd name="T73" fmla="*/ 2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63">
                  <a:moveTo>
                    <a:pt x="51" y="25"/>
                  </a:moveTo>
                  <a:lnTo>
                    <a:pt x="51" y="25"/>
                  </a:lnTo>
                  <a:lnTo>
                    <a:pt x="51" y="30"/>
                  </a:lnTo>
                  <a:lnTo>
                    <a:pt x="45" y="44"/>
                  </a:lnTo>
                  <a:lnTo>
                    <a:pt x="42" y="51"/>
                  </a:lnTo>
                  <a:lnTo>
                    <a:pt x="37" y="58"/>
                  </a:lnTo>
                  <a:lnTo>
                    <a:pt x="31" y="62"/>
                  </a:lnTo>
                  <a:lnTo>
                    <a:pt x="24" y="63"/>
                  </a:lnTo>
                  <a:lnTo>
                    <a:pt x="24" y="63"/>
                  </a:lnTo>
                  <a:lnTo>
                    <a:pt x="17" y="60"/>
                  </a:lnTo>
                  <a:lnTo>
                    <a:pt x="10" y="55"/>
                  </a:lnTo>
                  <a:lnTo>
                    <a:pt x="7" y="46"/>
                  </a:lnTo>
                  <a:lnTo>
                    <a:pt x="3" y="37"/>
                  </a:lnTo>
                  <a:lnTo>
                    <a:pt x="0" y="26"/>
                  </a:lnTo>
                  <a:lnTo>
                    <a:pt x="0" y="18"/>
                  </a:lnTo>
                  <a:lnTo>
                    <a:pt x="1" y="11"/>
                  </a:lnTo>
                  <a:lnTo>
                    <a:pt x="3" y="7"/>
                  </a:lnTo>
                  <a:lnTo>
                    <a:pt x="3" y="7"/>
                  </a:lnTo>
                  <a:lnTo>
                    <a:pt x="7" y="5"/>
                  </a:lnTo>
                  <a:lnTo>
                    <a:pt x="9" y="7"/>
                  </a:lnTo>
                  <a:lnTo>
                    <a:pt x="12" y="14"/>
                  </a:lnTo>
                  <a:lnTo>
                    <a:pt x="16" y="21"/>
                  </a:lnTo>
                  <a:lnTo>
                    <a:pt x="19" y="26"/>
                  </a:lnTo>
                  <a:lnTo>
                    <a:pt x="23" y="28"/>
                  </a:lnTo>
                  <a:lnTo>
                    <a:pt x="23" y="28"/>
                  </a:lnTo>
                  <a:lnTo>
                    <a:pt x="26" y="28"/>
                  </a:lnTo>
                  <a:lnTo>
                    <a:pt x="30" y="25"/>
                  </a:lnTo>
                  <a:lnTo>
                    <a:pt x="33" y="14"/>
                  </a:lnTo>
                  <a:lnTo>
                    <a:pt x="38" y="5"/>
                  </a:lnTo>
                  <a:lnTo>
                    <a:pt x="40" y="2"/>
                  </a:lnTo>
                  <a:lnTo>
                    <a:pt x="44" y="0"/>
                  </a:lnTo>
                  <a:lnTo>
                    <a:pt x="44" y="0"/>
                  </a:lnTo>
                  <a:lnTo>
                    <a:pt x="47" y="2"/>
                  </a:lnTo>
                  <a:lnTo>
                    <a:pt x="49" y="4"/>
                  </a:lnTo>
                  <a:lnTo>
                    <a:pt x="52" y="9"/>
                  </a:lnTo>
                  <a:lnTo>
                    <a:pt x="52" y="16"/>
                  </a:lnTo>
                  <a:lnTo>
                    <a:pt x="51" y="25"/>
                  </a:lnTo>
                  <a:close/>
                </a:path>
              </a:pathLst>
            </a:custGeom>
            <a:solidFill>
              <a:srgbClr val="5F3F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0" name="Freeform 161"/>
            <p:cNvSpPr>
              <a:spLocks/>
            </p:cNvSpPr>
            <p:nvPr/>
          </p:nvSpPr>
          <p:spPr bwMode="auto">
            <a:xfrm>
              <a:off x="9907588" y="1035050"/>
              <a:ext cx="82550" cy="100013"/>
            </a:xfrm>
            <a:custGeom>
              <a:avLst/>
              <a:gdLst>
                <a:gd name="T0" fmla="*/ 51 w 52"/>
                <a:gd name="T1" fmla="*/ 25 h 63"/>
                <a:gd name="T2" fmla="*/ 51 w 52"/>
                <a:gd name="T3" fmla="*/ 25 h 63"/>
                <a:gd name="T4" fmla="*/ 51 w 52"/>
                <a:gd name="T5" fmla="*/ 30 h 63"/>
                <a:gd name="T6" fmla="*/ 45 w 52"/>
                <a:gd name="T7" fmla="*/ 44 h 63"/>
                <a:gd name="T8" fmla="*/ 42 w 52"/>
                <a:gd name="T9" fmla="*/ 51 h 63"/>
                <a:gd name="T10" fmla="*/ 37 w 52"/>
                <a:gd name="T11" fmla="*/ 58 h 63"/>
                <a:gd name="T12" fmla="*/ 31 w 52"/>
                <a:gd name="T13" fmla="*/ 62 h 63"/>
                <a:gd name="T14" fmla="*/ 24 w 52"/>
                <a:gd name="T15" fmla="*/ 63 h 63"/>
                <a:gd name="T16" fmla="*/ 24 w 52"/>
                <a:gd name="T17" fmla="*/ 63 h 63"/>
                <a:gd name="T18" fmla="*/ 17 w 52"/>
                <a:gd name="T19" fmla="*/ 60 h 63"/>
                <a:gd name="T20" fmla="*/ 10 w 52"/>
                <a:gd name="T21" fmla="*/ 55 h 63"/>
                <a:gd name="T22" fmla="*/ 7 w 52"/>
                <a:gd name="T23" fmla="*/ 46 h 63"/>
                <a:gd name="T24" fmla="*/ 3 w 52"/>
                <a:gd name="T25" fmla="*/ 37 h 63"/>
                <a:gd name="T26" fmla="*/ 0 w 52"/>
                <a:gd name="T27" fmla="*/ 26 h 63"/>
                <a:gd name="T28" fmla="*/ 0 w 52"/>
                <a:gd name="T29" fmla="*/ 18 h 63"/>
                <a:gd name="T30" fmla="*/ 1 w 52"/>
                <a:gd name="T31" fmla="*/ 11 h 63"/>
                <a:gd name="T32" fmla="*/ 3 w 52"/>
                <a:gd name="T33" fmla="*/ 7 h 63"/>
                <a:gd name="T34" fmla="*/ 3 w 52"/>
                <a:gd name="T35" fmla="*/ 7 h 63"/>
                <a:gd name="T36" fmla="*/ 7 w 52"/>
                <a:gd name="T37" fmla="*/ 5 h 63"/>
                <a:gd name="T38" fmla="*/ 9 w 52"/>
                <a:gd name="T39" fmla="*/ 7 h 63"/>
                <a:gd name="T40" fmla="*/ 12 w 52"/>
                <a:gd name="T41" fmla="*/ 14 h 63"/>
                <a:gd name="T42" fmla="*/ 16 w 52"/>
                <a:gd name="T43" fmla="*/ 21 h 63"/>
                <a:gd name="T44" fmla="*/ 19 w 52"/>
                <a:gd name="T45" fmla="*/ 26 h 63"/>
                <a:gd name="T46" fmla="*/ 23 w 52"/>
                <a:gd name="T47" fmla="*/ 28 h 63"/>
                <a:gd name="T48" fmla="*/ 23 w 52"/>
                <a:gd name="T49" fmla="*/ 28 h 63"/>
                <a:gd name="T50" fmla="*/ 26 w 52"/>
                <a:gd name="T51" fmla="*/ 28 h 63"/>
                <a:gd name="T52" fmla="*/ 30 w 52"/>
                <a:gd name="T53" fmla="*/ 25 h 63"/>
                <a:gd name="T54" fmla="*/ 33 w 52"/>
                <a:gd name="T55" fmla="*/ 14 h 63"/>
                <a:gd name="T56" fmla="*/ 38 w 52"/>
                <a:gd name="T57" fmla="*/ 5 h 63"/>
                <a:gd name="T58" fmla="*/ 40 w 52"/>
                <a:gd name="T59" fmla="*/ 2 h 63"/>
                <a:gd name="T60" fmla="*/ 44 w 52"/>
                <a:gd name="T61" fmla="*/ 0 h 63"/>
                <a:gd name="T62" fmla="*/ 44 w 52"/>
                <a:gd name="T63" fmla="*/ 0 h 63"/>
                <a:gd name="T64" fmla="*/ 47 w 52"/>
                <a:gd name="T65" fmla="*/ 2 h 63"/>
                <a:gd name="T66" fmla="*/ 49 w 52"/>
                <a:gd name="T67" fmla="*/ 4 h 63"/>
                <a:gd name="T68" fmla="*/ 52 w 52"/>
                <a:gd name="T69" fmla="*/ 9 h 63"/>
                <a:gd name="T70" fmla="*/ 52 w 52"/>
                <a:gd name="T71" fmla="*/ 16 h 63"/>
                <a:gd name="T72" fmla="*/ 51 w 52"/>
                <a:gd name="T73" fmla="*/ 2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63">
                  <a:moveTo>
                    <a:pt x="51" y="25"/>
                  </a:moveTo>
                  <a:lnTo>
                    <a:pt x="51" y="25"/>
                  </a:lnTo>
                  <a:lnTo>
                    <a:pt x="51" y="30"/>
                  </a:lnTo>
                  <a:lnTo>
                    <a:pt x="45" y="44"/>
                  </a:lnTo>
                  <a:lnTo>
                    <a:pt x="42" y="51"/>
                  </a:lnTo>
                  <a:lnTo>
                    <a:pt x="37" y="58"/>
                  </a:lnTo>
                  <a:lnTo>
                    <a:pt x="31" y="62"/>
                  </a:lnTo>
                  <a:lnTo>
                    <a:pt x="24" y="63"/>
                  </a:lnTo>
                  <a:lnTo>
                    <a:pt x="24" y="63"/>
                  </a:lnTo>
                  <a:lnTo>
                    <a:pt x="17" y="60"/>
                  </a:lnTo>
                  <a:lnTo>
                    <a:pt x="10" y="55"/>
                  </a:lnTo>
                  <a:lnTo>
                    <a:pt x="7" y="46"/>
                  </a:lnTo>
                  <a:lnTo>
                    <a:pt x="3" y="37"/>
                  </a:lnTo>
                  <a:lnTo>
                    <a:pt x="0" y="26"/>
                  </a:lnTo>
                  <a:lnTo>
                    <a:pt x="0" y="18"/>
                  </a:lnTo>
                  <a:lnTo>
                    <a:pt x="1" y="11"/>
                  </a:lnTo>
                  <a:lnTo>
                    <a:pt x="3" y="7"/>
                  </a:lnTo>
                  <a:lnTo>
                    <a:pt x="3" y="7"/>
                  </a:lnTo>
                  <a:lnTo>
                    <a:pt x="7" y="5"/>
                  </a:lnTo>
                  <a:lnTo>
                    <a:pt x="9" y="7"/>
                  </a:lnTo>
                  <a:lnTo>
                    <a:pt x="12" y="14"/>
                  </a:lnTo>
                  <a:lnTo>
                    <a:pt x="16" y="21"/>
                  </a:lnTo>
                  <a:lnTo>
                    <a:pt x="19" y="26"/>
                  </a:lnTo>
                  <a:lnTo>
                    <a:pt x="23" y="28"/>
                  </a:lnTo>
                  <a:lnTo>
                    <a:pt x="23" y="28"/>
                  </a:lnTo>
                  <a:lnTo>
                    <a:pt x="26" y="28"/>
                  </a:lnTo>
                  <a:lnTo>
                    <a:pt x="30" y="25"/>
                  </a:lnTo>
                  <a:lnTo>
                    <a:pt x="33" y="14"/>
                  </a:lnTo>
                  <a:lnTo>
                    <a:pt x="38" y="5"/>
                  </a:lnTo>
                  <a:lnTo>
                    <a:pt x="40" y="2"/>
                  </a:lnTo>
                  <a:lnTo>
                    <a:pt x="44" y="0"/>
                  </a:lnTo>
                  <a:lnTo>
                    <a:pt x="44" y="0"/>
                  </a:lnTo>
                  <a:lnTo>
                    <a:pt x="47" y="2"/>
                  </a:lnTo>
                  <a:lnTo>
                    <a:pt x="49" y="4"/>
                  </a:lnTo>
                  <a:lnTo>
                    <a:pt x="52" y="9"/>
                  </a:lnTo>
                  <a:lnTo>
                    <a:pt x="52" y="16"/>
                  </a:lnTo>
                  <a:lnTo>
                    <a:pt x="51" y="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1" name="Freeform 162"/>
            <p:cNvSpPr>
              <a:spLocks/>
            </p:cNvSpPr>
            <p:nvPr/>
          </p:nvSpPr>
          <p:spPr bwMode="auto">
            <a:xfrm>
              <a:off x="9918701" y="957263"/>
              <a:ext cx="60325" cy="136525"/>
            </a:xfrm>
            <a:custGeom>
              <a:avLst/>
              <a:gdLst>
                <a:gd name="T0" fmla="*/ 21 w 38"/>
                <a:gd name="T1" fmla="*/ 0 h 86"/>
                <a:gd name="T2" fmla="*/ 21 w 38"/>
                <a:gd name="T3" fmla="*/ 0 h 86"/>
                <a:gd name="T4" fmla="*/ 26 w 38"/>
                <a:gd name="T5" fmla="*/ 0 h 86"/>
                <a:gd name="T6" fmla="*/ 31 w 38"/>
                <a:gd name="T7" fmla="*/ 3 h 86"/>
                <a:gd name="T8" fmla="*/ 35 w 38"/>
                <a:gd name="T9" fmla="*/ 9 h 86"/>
                <a:gd name="T10" fmla="*/ 37 w 38"/>
                <a:gd name="T11" fmla="*/ 16 h 86"/>
                <a:gd name="T12" fmla="*/ 38 w 38"/>
                <a:gd name="T13" fmla="*/ 23 h 86"/>
                <a:gd name="T14" fmla="*/ 38 w 38"/>
                <a:gd name="T15" fmla="*/ 33 h 86"/>
                <a:gd name="T16" fmla="*/ 35 w 38"/>
                <a:gd name="T17" fmla="*/ 56 h 86"/>
                <a:gd name="T18" fmla="*/ 35 w 38"/>
                <a:gd name="T19" fmla="*/ 56 h 86"/>
                <a:gd name="T20" fmla="*/ 30 w 38"/>
                <a:gd name="T21" fmla="*/ 74 h 86"/>
                <a:gd name="T22" fmla="*/ 26 w 38"/>
                <a:gd name="T23" fmla="*/ 81 h 86"/>
                <a:gd name="T24" fmla="*/ 24 w 38"/>
                <a:gd name="T25" fmla="*/ 84 h 86"/>
                <a:gd name="T26" fmla="*/ 21 w 38"/>
                <a:gd name="T27" fmla="*/ 86 h 86"/>
                <a:gd name="T28" fmla="*/ 17 w 38"/>
                <a:gd name="T29" fmla="*/ 86 h 86"/>
                <a:gd name="T30" fmla="*/ 14 w 38"/>
                <a:gd name="T31" fmla="*/ 84 h 86"/>
                <a:gd name="T32" fmla="*/ 10 w 38"/>
                <a:gd name="T33" fmla="*/ 81 h 86"/>
                <a:gd name="T34" fmla="*/ 10 w 38"/>
                <a:gd name="T35" fmla="*/ 81 h 86"/>
                <a:gd name="T36" fmla="*/ 7 w 38"/>
                <a:gd name="T37" fmla="*/ 74 h 86"/>
                <a:gd name="T38" fmla="*/ 3 w 38"/>
                <a:gd name="T39" fmla="*/ 63 h 86"/>
                <a:gd name="T40" fmla="*/ 2 w 38"/>
                <a:gd name="T41" fmla="*/ 51 h 86"/>
                <a:gd name="T42" fmla="*/ 0 w 38"/>
                <a:gd name="T43" fmla="*/ 37 h 86"/>
                <a:gd name="T44" fmla="*/ 2 w 38"/>
                <a:gd name="T45" fmla="*/ 23 h 86"/>
                <a:gd name="T46" fmla="*/ 5 w 38"/>
                <a:gd name="T47" fmla="*/ 10 h 86"/>
                <a:gd name="T48" fmla="*/ 9 w 38"/>
                <a:gd name="T49" fmla="*/ 7 h 86"/>
                <a:gd name="T50" fmla="*/ 12 w 38"/>
                <a:gd name="T51" fmla="*/ 3 h 86"/>
                <a:gd name="T52" fmla="*/ 16 w 38"/>
                <a:gd name="T53" fmla="*/ 0 h 86"/>
                <a:gd name="T54" fmla="*/ 21 w 38"/>
                <a:gd name="T5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 h="86">
                  <a:moveTo>
                    <a:pt x="21" y="0"/>
                  </a:moveTo>
                  <a:lnTo>
                    <a:pt x="21" y="0"/>
                  </a:lnTo>
                  <a:lnTo>
                    <a:pt x="26" y="0"/>
                  </a:lnTo>
                  <a:lnTo>
                    <a:pt x="31" y="3"/>
                  </a:lnTo>
                  <a:lnTo>
                    <a:pt x="35" y="9"/>
                  </a:lnTo>
                  <a:lnTo>
                    <a:pt x="37" y="16"/>
                  </a:lnTo>
                  <a:lnTo>
                    <a:pt x="38" y="23"/>
                  </a:lnTo>
                  <a:lnTo>
                    <a:pt x="38" y="33"/>
                  </a:lnTo>
                  <a:lnTo>
                    <a:pt x="35" y="56"/>
                  </a:lnTo>
                  <a:lnTo>
                    <a:pt x="35" y="56"/>
                  </a:lnTo>
                  <a:lnTo>
                    <a:pt x="30" y="74"/>
                  </a:lnTo>
                  <a:lnTo>
                    <a:pt x="26" y="81"/>
                  </a:lnTo>
                  <a:lnTo>
                    <a:pt x="24" y="84"/>
                  </a:lnTo>
                  <a:lnTo>
                    <a:pt x="21" y="86"/>
                  </a:lnTo>
                  <a:lnTo>
                    <a:pt x="17" y="86"/>
                  </a:lnTo>
                  <a:lnTo>
                    <a:pt x="14" y="84"/>
                  </a:lnTo>
                  <a:lnTo>
                    <a:pt x="10" y="81"/>
                  </a:lnTo>
                  <a:lnTo>
                    <a:pt x="10" y="81"/>
                  </a:lnTo>
                  <a:lnTo>
                    <a:pt x="7" y="74"/>
                  </a:lnTo>
                  <a:lnTo>
                    <a:pt x="3" y="63"/>
                  </a:lnTo>
                  <a:lnTo>
                    <a:pt x="2" y="51"/>
                  </a:lnTo>
                  <a:lnTo>
                    <a:pt x="0" y="37"/>
                  </a:lnTo>
                  <a:lnTo>
                    <a:pt x="2" y="23"/>
                  </a:lnTo>
                  <a:lnTo>
                    <a:pt x="5" y="10"/>
                  </a:lnTo>
                  <a:lnTo>
                    <a:pt x="9" y="7"/>
                  </a:lnTo>
                  <a:lnTo>
                    <a:pt x="12" y="3"/>
                  </a:lnTo>
                  <a:lnTo>
                    <a:pt x="16" y="0"/>
                  </a:lnTo>
                  <a:lnTo>
                    <a:pt x="21"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2" name="Freeform 163"/>
            <p:cNvSpPr>
              <a:spLocks/>
            </p:cNvSpPr>
            <p:nvPr/>
          </p:nvSpPr>
          <p:spPr bwMode="auto">
            <a:xfrm>
              <a:off x="9918701" y="957263"/>
              <a:ext cx="60325" cy="136525"/>
            </a:xfrm>
            <a:custGeom>
              <a:avLst/>
              <a:gdLst>
                <a:gd name="T0" fmla="*/ 21 w 38"/>
                <a:gd name="T1" fmla="*/ 0 h 86"/>
                <a:gd name="T2" fmla="*/ 21 w 38"/>
                <a:gd name="T3" fmla="*/ 0 h 86"/>
                <a:gd name="T4" fmla="*/ 26 w 38"/>
                <a:gd name="T5" fmla="*/ 0 h 86"/>
                <a:gd name="T6" fmla="*/ 31 w 38"/>
                <a:gd name="T7" fmla="*/ 3 h 86"/>
                <a:gd name="T8" fmla="*/ 35 w 38"/>
                <a:gd name="T9" fmla="*/ 9 h 86"/>
                <a:gd name="T10" fmla="*/ 37 w 38"/>
                <a:gd name="T11" fmla="*/ 16 h 86"/>
                <a:gd name="T12" fmla="*/ 38 w 38"/>
                <a:gd name="T13" fmla="*/ 23 h 86"/>
                <a:gd name="T14" fmla="*/ 38 w 38"/>
                <a:gd name="T15" fmla="*/ 33 h 86"/>
                <a:gd name="T16" fmla="*/ 35 w 38"/>
                <a:gd name="T17" fmla="*/ 56 h 86"/>
                <a:gd name="T18" fmla="*/ 35 w 38"/>
                <a:gd name="T19" fmla="*/ 56 h 86"/>
                <a:gd name="T20" fmla="*/ 30 w 38"/>
                <a:gd name="T21" fmla="*/ 74 h 86"/>
                <a:gd name="T22" fmla="*/ 26 w 38"/>
                <a:gd name="T23" fmla="*/ 81 h 86"/>
                <a:gd name="T24" fmla="*/ 24 w 38"/>
                <a:gd name="T25" fmla="*/ 84 h 86"/>
                <a:gd name="T26" fmla="*/ 21 w 38"/>
                <a:gd name="T27" fmla="*/ 86 h 86"/>
                <a:gd name="T28" fmla="*/ 17 w 38"/>
                <a:gd name="T29" fmla="*/ 86 h 86"/>
                <a:gd name="T30" fmla="*/ 14 w 38"/>
                <a:gd name="T31" fmla="*/ 84 h 86"/>
                <a:gd name="T32" fmla="*/ 10 w 38"/>
                <a:gd name="T33" fmla="*/ 81 h 86"/>
                <a:gd name="T34" fmla="*/ 10 w 38"/>
                <a:gd name="T35" fmla="*/ 81 h 86"/>
                <a:gd name="T36" fmla="*/ 7 w 38"/>
                <a:gd name="T37" fmla="*/ 74 h 86"/>
                <a:gd name="T38" fmla="*/ 3 w 38"/>
                <a:gd name="T39" fmla="*/ 63 h 86"/>
                <a:gd name="T40" fmla="*/ 2 w 38"/>
                <a:gd name="T41" fmla="*/ 51 h 86"/>
                <a:gd name="T42" fmla="*/ 0 w 38"/>
                <a:gd name="T43" fmla="*/ 37 h 86"/>
                <a:gd name="T44" fmla="*/ 2 w 38"/>
                <a:gd name="T45" fmla="*/ 23 h 86"/>
                <a:gd name="T46" fmla="*/ 5 w 38"/>
                <a:gd name="T47" fmla="*/ 10 h 86"/>
                <a:gd name="T48" fmla="*/ 9 w 38"/>
                <a:gd name="T49" fmla="*/ 7 h 86"/>
                <a:gd name="T50" fmla="*/ 12 w 38"/>
                <a:gd name="T51" fmla="*/ 3 h 86"/>
                <a:gd name="T52" fmla="*/ 16 w 38"/>
                <a:gd name="T53" fmla="*/ 0 h 86"/>
                <a:gd name="T54" fmla="*/ 21 w 38"/>
                <a:gd name="T5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 h="86">
                  <a:moveTo>
                    <a:pt x="21" y="0"/>
                  </a:moveTo>
                  <a:lnTo>
                    <a:pt x="21" y="0"/>
                  </a:lnTo>
                  <a:lnTo>
                    <a:pt x="26" y="0"/>
                  </a:lnTo>
                  <a:lnTo>
                    <a:pt x="31" y="3"/>
                  </a:lnTo>
                  <a:lnTo>
                    <a:pt x="35" y="9"/>
                  </a:lnTo>
                  <a:lnTo>
                    <a:pt x="37" y="16"/>
                  </a:lnTo>
                  <a:lnTo>
                    <a:pt x="38" y="23"/>
                  </a:lnTo>
                  <a:lnTo>
                    <a:pt x="38" y="33"/>
                  </a:lnTo>
                  <a:lnTo>
                    <a:pt x="35" y="56"/>
                  </a:lnTo>
                  <a:lnTo>
                    <a:pt x="35" y="56"/>
                  </a:lnTo>
                  <a:lnTo>
                    <a:pt x="30" y="74"/>
                  </a:lnTo>
                  <a:lnTo>
                    <a:pt x="26" y="81"/>
                  </a:lnTo>
                  <a:lnTo>
                    <a:pt x="24" y="84"/>
                  </a:lnTo>
                  <a:lnTo>
                    <a:pt x="21" y="86"/>
                  </a:lnTo>
                  <a:lnTo>
                    <a:pt x="17" y="86"/>
                  </a:lnTo>
                  <a:lnTo>
                    <a:pt x="14" y="84"/>
                  </a:lnTo>
                  <a:lnTo>
                    <a:pt x="10" y="81"/>
                  </a:lnTo>
                  <a:lnTo>
                    <a:pt x="10" y="81"/>
                  </a:lnTo>
                  <a:lnTo>
                    <a:pt x="7" y="74"/>
                  </a:lnTo>
                  <a:lnTo>
                    <a:pt x="3" y="63"/>
                  </a:lnTo>
                  <a:lnTo>
                    <a:pt x="2" y="51"/>
                  </a:lnTo>
                  <a:lnTo>
                    <a:pt x="0" y="37"/>
                  </a:lnTo>
                  <a:lnTo>
                    <a:pt x="2" y="23"/>
                  </a:lnTo>
                  <a:lnTo>
                    <a:pt x="5" y="10"/>
                  </a:lnTo>
                  <a:lnTo>
                    <a:pt x="9" y="7"/>
                  </a:lnTo>
                  <a:lnTo>
                    <a:pt x="12" y="3"/>
                  </a:lnTo>
                  <a:lnTo>
                    <a:pt x="16" y="0"/>
                  </a:lnTo>
                  <a:lnTo>
                    <a:pt x="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3" name="Freeform 164"/>
            <p:cNvSpPr>
              <a:spLocks/>
            </p:cNvSpPr>
            <p:nvPr/>
          </p:nvSpPr>
          <p:spPr bwMode="auto">
            <a:xfrm>
              <a:off x="9940926" y="898525"/>
              <a:ext cx="60325" cy="136525"/>
            </a:xfrm>
            <a:custGeom>
              <a:avLst/>
              <a:gdLst>
                <a:gd name="T0" fmla="*/ 16 w 38"/>
                <a:gd name="T1" fmla="*/ 3 h 86"/>
                <a:gd name="T2" fmla="*/ 16 w 38"/>
                <a:gd name="T3" fmla="*/ 3 h 86"/>
                <a:gd name="T4" fmla="*/ 17 w 38"/>
                <a:gd name="T5" fmla="*/ 2 h 86"/>
                <a:gd name="T6" fmla="*/ 23 w 38"/>
                <a:gd name="T7" fmla="*/ 0 h 86"/>
                <a:gd name="T8" fmla="*/ 24 w 38"/>
                <a:gd name="T9" fmla="*/ 0 h 86"/>
                <a:gd name="T10" fmla="*/ 28 w 38"/>
                <a:gd name="T11" fmla="*/ 2 h 86"/>
                <a:gd name="T12" fmla="*/ 31 w 38"/>
                <a:gd name="T13" fmla="*/ 5 h 86"/>
                <a:gd name="T14" fmla="*/ 33 w 38"/>
                <a:gd name="T15" fmla="*/ 12 h 86"/>
                <a:gd name="T16" fmla="*/ 33 w 38"/>
                <a:gd name="T17" fmla="*/ 12 h 86"/>
                <a:gd name="T18" fmla="*/ 37 w 38"/>
                <a:gd name="T19" fmla="*/ 30 h 86"/>
                <a:gd name="T20" fmla="*/ 38 w 38"/>
                <a:gd name="T21" fmla="*/ 42 h 86"/>
                <a:gd name="T22" fmla="*/ 37 w 38"/>
                <a:gd name="T23" fmla="*/ 53 h 86"/>
                <a:gd name="T24" fmla="*/ 35 w 38"/>
                <a:gd name="T25" fmla="*/ 63 h 86"/>
                <a:gd name="T26" fmla="*/ 33 w 38"/>
                <a:gd name="T27" fmla="*/ 74 h 86"/>
                <a:gd name="T28" fmla="*/ 28 w 38"/>
                <a:gd name="T29" fmla="*/ 81 h 86"/>
                <a:gd name="T30" fmla="*/ 19 w 38"/>
                <a:gd name="T31" fmla="*/ 86 h 86"/>
                <a:gd name="T32" fmla="*/ 19 w 38"/>
                <a:gd name="T33" fmla="*/ 86 h 86"/>
                <a:gd name="T34" fmla="*/ 16 w 38"/>
                <a:gd name="T35" fmla="*/ 86 h 86"/>
                <a:gd name="T36" fmla="*/ 12 w 38"/>
                <a:gd name="T37" fmla="*/ 86 h 86"/>
                <a:gd name="T38" fmla="*/ 9 w 38"/>
                <a:gd name="T39" fmla="*/ 83 h 86"/>
                <a:gd name="T40" fmla="*/ 5 w 38"/>
                <a:gd name="T41" fmla="*/ 81 h 86"/>
                <a:gd name="T42" fmla="*/ 2 w 38"/>
                <a:gd name="T43" fmla="*/ 70 h 86"/>
                <a:gd name="T44" fmla="*/ 0 w 38"/>
                <a:gd name="T45" fmla="*/ 58 h 86"/>
                <a:gd name="T46" fmla="*/ 0 w 38"/>
                <a:gd name="T47" fmla="*/ 44 h 86"/>
                <a:gd name="T48" fmla="*/ 2 w 38"/>
                <a:gd name="T49" fmla="*/ 30 h 86"/>
                <a:gd name="T50" fmla="*/ 7 w 38"/>
                <a:gd name="T51" fmla="*/ 16 h 86"/>
                <a:gd name="T52" fmla="*/ 16 w 38"/>
                <a:gd name="T53" fmla="*/ 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86">
                  <a:moveTo>
                    <a:pt x="16" y="3"/>
                  </a:moveTo>
                  <a:lnTo>
                    <a:pt x="16" y="3"/>
                  </a:lnTo>
                  <a:lnTo>
                    <a:pt x="17" y="2"/>
                  </a:lnTo>
                  <a:lnTo>
                    <a:pt x="23" y="0"/>
                  </a:lnTo>
                  <a:lnTo>
                    <a:pt x="24" y="0"/>
                  </a:lnTo>
                  <a:lnTo>
                    <a:pt x="28" y="2"/>
                  </a:lnTo>
                  <a:lnTo>
                    <a:pt x="31" y="5"/>
                  </a:lnTo>
                  <a:lnTo>
                    <a:pt x="33" y="12"/>
                  </a:lnTo>
                  <a:lnTo>
                    <a:pt x="33" y="12"/>
                  </a:lnTo>
                  <a:lnTo>
                    <a:pt x="37" y="30"/>
                  </a:lnTo>
                  <a:lnTo>
                    <a:pt x="38" y="42"/>
                  </a:lnTo>
                  <a:lnTo>
                    <a:pt x="37" y="53"/>
                  </a:lnTo>
                  <a:lnTo>
                    <a:pt x="35" y="63"/>
                  </a:lnTo>
                  <a:lnTo>
                    <a:pt x="33" y="74"/>
                  </a:lnTo>
                  <a:lnTo>
                    <a:pt x="28" y="81"/>
                  </a:lnTo>
                  <a:lnTo>
                    <a:pt x="19" y="86"/>
                  </a:lnTo>
                  <a:lnTo>
                    <a:pt x="19" y="86"/>
                  </a:lnTo>
                  <a:lnTo>
                    <a:pt x="16" y="86"/>
                  </a:lnTo>
                  <a:lnTo>
                    <a:pt x="12" y="86"/>
                  </a:lnTo>
                  <a:lnTo>
                    <a:pt x="9" y="83"/>
                  </a:lnTo>
                  <a:lnTo>
                    <a:pt x="5" y="81"/>
                  </a:lnTo>
                  <a:lnTo>
                    <a:pt x="2" y="70"/>
                  </a:lnTo>
                  <a:lnTo>
                    <a:pt x="0" y="58"/>
                  </a:lnTo>
                  <a:lnTo>
                    <a:pt x="0" y="44"/>
                  </a:lnTo>
                  <a:lnTo>
                    <a:pt x="2" y="30"/>
                  </a:lnTo>
                  <a:lnTo>
                    <a:pt x="7" y="16"/>
                  </a:lnTo>
                  <a:lnTo>
                    <a:pt x="16"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4" name="Freeform 165"/>
            <p:cNvSpPr>
              <a:spLocks/>
            </p:cNvSpPr>
            <p:nvPr/>
          </p:nvSpPr>
          <p:spPr bwMode="auto">
            <a:xfrm>
              <a:off x="9940926" y="898525"/>
              <a:ext cx="60325" cy="136525"/>
            </a:xfrm>
            <a:custGeom>
              <a:avLst/>
              <a:gdLst>
                <a:gd name="T0" fmla="*/ 16 w 38"/>
                <a:gd name="T1" fmla="*/ 3 h 86"/>
                <a:gd name="T2" fmla="*/ 16 w 38"/>
                <a:gd name="T3" fmla="*/ 3 h 86"/>
                <a:gd name="T4" fmla="*/ 17 w 38"/>
                <a:gd name="T5" fmla="*/ 2 h 86"/>
                <a:gd name="T6" fmla="*/ 23 w 38"/>
                <a:gd name="T7" fmla="*/ 0 h 86"/>
                <a:gd name="T8" fmla="*/ 24 w 38"/>
                <a:gd name="T9" fmla="*/ 0 h 86"/>
                <a:gd name="T10" fmla="*/ 28 w 38"/>
                <a:gd name="T11" fmla="*/ 2 h 86"/>
                <a:gd name="T12" fmla="*/ 31 w 38"/>
                <a:gd name="T13" fmla="*/ 5 h 86"/>
                <a:gd name="T14" fmla="*/ 33 w 38"/>
                <a:gd name="T15" fmla="*/ 12 h 86"/>
                <a:gd name="T16" fmla="*/ 33 w 38"/>
                <a:gd name="T17" fmla="*/ 12 h 86"/>
                <a:gd name="T18" fmla="*/ 37 w 38"/>
                <a:gd name="T19" fmla="*/ 30 h 86"/>
                <a:gd name="T20" fmla="*/ 38 w 38"/>
                <a:gd name="T21" fmla="*/ 42 h 86"/>
                <a:gd name="T22" fmla="*/ 37 w 38"/>
                <a:gd name="T23" fmla="*/ 53 h 86"/>
                <a:gd name="T24" fmla="*/ 35 w 38"/>
                <a:gd name="T25" fmla="*/ 63 h 86"/>
                <a:gd name="T26" fmla="*/ 33 w 38"/>
                <a:gd name="T27" fmla="*/ 74 h 86"/>
                <a:gd name="T28" fmla="*/ 28 w 38"/>
                <a:gd name="T29" fmla="*/ 81 h 86"/>
                <a:gd name="T30" fmla="*/ 19 w 38"/>
                <a:gd name="T31" fmla="*/ 86 h 86"/>
                <a:gd name="T32" fmla="*/ 19 w 38"/>
                <a:gd name="T33" fmla="*/ 86 h 86"/>
                <a:gd name="T34" fmla="*/ 16 w 38"/>
                <a:gd name="T35" fmla="*/ 86 h 86"/>
                <a:gd name="T36" fmla="*/ 12 w 38"/>
                <a:gd name="T37" fmla="*/ 86 h 86"/>
                <a:gd name="T38" fmla="*/ 9 w 38"/>
                <a:gd name="T39" fmla="*/ 83 h 86"/>
                <a:gd name="T40" fmla="*/ 5 w 38"/>
                <a:gd name="T41" fmla="*/ 81 h 86"/>
                <a:gd name="T42" fmla="*/ 2 w 38"/>
                <a:gd name="T43" fmla="*/ 70 h 86"/>
                <a:gd name="T44" fmla="*/ 0 w 38"/>
                <a:gd name="T45" fmla="*/ 58 h 86"/>
                <a:gd name="T46" fmla="*/ 0 w 38"/>
                <a:gd name="T47" fmla="*/ 44 h 86"/>
                <a:gd name="T48" fmla="*/ 2 w 38"/>
                <a:gd name="T49" fmla="*/ 30 h 86"/>
                <a:gd name="T50" fmla="*/ 7 w 38"/>
                <a:gd name="T51" fmla="*/ 16 h 86"/>
                <a:gd name="T52" fmla="*/ 16 w 38"/>
                <a:gd name="T53" fmla="*/ 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86">
                  <a:moveTo>
                    <a:pt x="16" y="3"/>
                  </a:moveTo>
                  <a:lnTo>
                    <a:pt x="16" y="3"/>
                  </a:lnTo>
                  <a:lnTo>
                    <a:pt x="17" y="2"/>
                  </a:lnTo>
                  <a:lnTo>
                    <a:pt x="23" y="0"/>
                  </a:lnTo>
                  <a:lnTo>
                    <a:pt x="24" y="0"/>
                  </a:lnTo>
                  <a:lnTo>
                    <a:pt x="28" y="2"/>
                  </a:lnTo>
                  <a:lnTo>
                    <a:pt x="31" y="5"/>
                  </a:lnTo>
                  <a:lnTo>
                    <a:pt x="33" y="12"/>
                  </a:lnTo>
                  <a:lnTo>
                    <a:pt x="33" y="12"/>
                  </a:lnTo>
                  <a:lnTo>
                    <a:pt x="37" y="30"/>
                  </a:lnTo>
                  <a:lnTo>
                    <a:pt x="38" y="42"/>
                  </a:lnTo>
                  <a:lnTo>
                    <a:pt x="37" y="53"/>
                  </a:lnTo>
                  <a:lnTo>
                    <a:pt x="35" y="63"/>
                  </a:lnTo>
                  <a:lnTo>
                    <a:pt x="33" y="74"/>
                  </a:lnTo>
                  <a:lnTo>
                    <a:pt x="28" y="81"/>
                  </a:lnTo>
                  <a:lnTo>
                    <a:pt x="19" y="86"/>
                  </a:lnTo>
                  <a:lnTo>
                    <a:pt x="19" y="86"/>
                  </a:lnTo>
                  <a:lnTo>
                    <a:pt x="16" y="86"/>
                  </a:lnTo>
                  <a:lnTo>
                    <a:pt x="12" y="86"/>
                  </a:lnTo>
                  <a:lnTo>
                    <a:pt x="9" y="83"/>
                  </a:lnTo>
                  <a:lnTo>
                    <a:pt x="5" y="81"/>
                  </a:lnTo>
                  <a:lnTo>
                    <a:pt x="2" y="70"/>
                  </a:lnTo>
                  <a:lnTo>
                    <a:pt x="0" y="58"/>
                  </a:lnTo>
                  <a:lnTo>
                    <a:pt x="0" y="44"/>
                  </a:lnTo>
                  <a:lnTo>
                    <a:pt x="2" y="30"/>
                  </a:lnTo>
                  <a:lnTo>
                    <a:pt x="7" y="16"/>
                  </a:lnTo>
                  <a:lnTo>
                    <a:pt x="16"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5" name="Freeform 166"/>
            <p:cNvSpPr>
              <a:spLocks/>
            </p:cNvSpPr>
            <p:nvPr/>
          </p:nvSpPr>
          <p:spPr bwMode="auto">
            <a:xfrm>
              <a:off x="8766176" y="0"/>
              <a:ext cx="1535113" cy="1617663"/>
            </a:xfrm>
            <a:custGeom>
              <a:avLst/>
              <a:gdLst>
                <a:gd name="T0" fmla="*/ 800 w 967"/>
                <a:gd name="T1" fmla="*/ 318 h 1019"/>
                <a:gd name="T2" fmla="*/ 749 w 967"/>
                <a:gd name="T3" fmla="*/ 390 h 1019"/>
                <a:gd name="T4" fmla="*/ 699 w 967"/>
                <a:gd name="T5" fmla="*/ 438 h 1019"/>
                <a:gd name="T6" fmla="*/ 633 w 967"/>
                <a:gd name="T7" fmla="*/ 478 h 1019"/>
                <a:gd name="T8" fmla="*/ 578 w 967"/>
                <a:gd name="T9" fmla="*/ 497 h 1019"/>
                <a:gd name="T10" fmla="*/ 488 w 967"/>
                <a:gd name="T11" fmla="*/ 510 h 1019"/>
                <a:gd name="T12" fmla="*/ 402 w 967"/>
                <a:gd name="T13" fmla="*/ 508 h 1019"/>
                <a:gd name="T14" fmla="*/ 271 w 967"/>
                <a:gd name="T15" fmla="*/ 489 h 1019"/>
                <a:gd name="T16" fmla="*/ 228 w 967"/>
                <a:gd name="T17" fmla="*/ 513 h 1019"/>
                <a:gd name="T18" fmla="*/ 195 w 967"/>
                <a:gd name="T19" fmla="*/ 641 h 1019"/>
                <a:gd name="T20" fmla="*/ 186 w 967"/>
                <a:gd name="T21" fmla="*/ 719 h 1019"/>
                <a:gd name="T22" fmla="*/ 195 w 967"/>
                <a:gd name="T23" fmla="*/ 793 h 1019"/>
                <a:gd name="T24" fmla="*/ 176 w 967"/>
                <a:gd name="T25" fmla="*/ 763 h 1019"/>
                <a:gd name="T26" fmla="*/ 142 w 967"/>
                <a:gd name="T27" fmla="*/ 684 h 1019"/>
                <a:gd name="T28" fmla="*/ 126 w 967"/>
                <a:gd name="T29" fmla="*/ 613 h 1019"/>
                <a:gd name="T30" fmla="*/ 91 w 967"/>
                <a:gd name="T31" fmla="*/ 626 h 1019"/>
                <a:gd name="T32" fmla="*/ 65 w 967"/>
                <a:gd name="T33" fmla="*/ 643 h 1019"/>
                <a:gd name="T34" fmla="*/ 44 w 967"/>
                <a:gd name="T35" fmla="*/ 675 h 1019"/>
                <a:gd name="T36" fmla="*/ 39 w 967"/>
                <a:gd name="T37" fmla="*/ 721 h 1019"/>
                <a:gd name="T38" fmla="*/ 47 w 967"/>
                <a:gd name="T39" fmla="*/ 759 h 1019"/>
                <a:gd name="T40" fmla="*/ 70 w 967"/>
                <a:gd name="T41" fmla="*/ 807 h 1019"/>
                <a:gd name="T42" fmla="*/ 98 w 967"/>
                <a:gd name="T43" fmla="*/ 840 h 1019"/>
                <a:gd name="T44" fmla="*/ 130 w 967"/>
                <a:gd name="T45" fmla="*/ 859 h 1019"/>
                <a:gd name="T46" fmla="*/ 174 w 967"/>
                <a:gd name="T47" fmla="*/ 872 h 1019"/>
                <a:gd name="T48" fmla="*/ 246 w 967"/>
                <a:gd name="T49" fmla="*/ 1019 h 1019"/>
                <a:gd name="T50" fmla="*/ 186 w 967"/>
                <a:gd name="T51" fmla="*/ 977 h 1019"/>
                <a:gd name="T52" fmla="*/ 118 w 967"/>
                <a:gd name="T53" fmla="*/ 910 h 1019"/>
                <a:gd name="T54" fmla="*/ 51 w 967"/>
                <a:gd name="T55" fmla="*/ 812 h 1019"/>
                <a:gd name="T56" fmla="*/ 25 w 967"/>
                <a:gd name="T57" fmla="*/ 752 h 1019"/>
                <a:gd name="T58" fmla="*/ 7 w 967"/>
                <a:gd name="T59" fmla="*/ 684 h 1019"/>
                <a:gd name="T60" fmla="*/ 0 w 967"/>
                <a:gd name="T61" fmla="*/ 606 h 1019"/>
                <a:gd name="T62" fmla="*/ 5 w 967"/>
                <a:gd name="T63" fmla="*/ 524 h 1019"/>
                <a:gd name="T64" fmla="*/ 32 w 967"/>
                <a:gd name="T65" fmla="*/ 364 h 1019"/>
                <a:gd name="T66" fmla="*/ 63 w 967"/>
                <a:gd name="T67" fmla="*/ 267 h 1019"/>
                <a:gd name="T68" fmla="*/ 97 w 967"/>
                <a:gd name="T69" fmla="*/ 200 h 1019"/>
                <a:gd name="T70" fmla="*/ 141 w 967"/>
                <a:gd name="T71" fmla="*/ 141 h 1019"/>
                <a:gd name="T72" fmla="*/ 195 w 967"/>
                <a:gd name="T73" fmla="*/ 91 h 1019"/>
                <a:gd name="T74" fmla="*/ 264 w 967"/>
                <a:gd name="T75" fmla="*/ 51 h 1019"/>
                <a:gd name="T76" fmla="*/ 346 w 967"/>
                <a:gd name="T77" fmla="*/ 21 h 1019"/>
                <a:gd name="T78" fmla="*/ 445 w 967"/>
                <a:gd name="T79" fmla="*/ 4 h 1019"/>
                <a:gd name="T80" fmla="*/ 520 w 967"/>
                <a:gd name="T81" fmla="*/ 0 h 1019"/>
                <a:gd name="T82" fmla="*/ 631 w 967"/>
                <a:gd name="T83" fmla="*/ 12 h 1019"/>
                <a:gd name="T84" fmla="*/ 722 w 967"/>
                <a:gd name="T85" fmla="*/ 46 h 1019"/>
                <a:gd name="T86" fmla="*/ 798 w 967"/>
                <a:gd name="T87" fmla="*/ 97 h 1019"/>
                <a:gd name="T88" fmla="*/ 859 w 967"/>
                <a:gd name="T89" fmla="*/ 162 h 1019"/>
                <a:gd name="T90" fmla="*/ 905 w 967"/>
                <a:gd name="T91" fmla="*/ 236 h 1019"/>
                <a:gd name="T92" fmla="*/ 938 w 967"/>
                <a:gd name="T93" fmla="*/ 316 h 1019"/>
                <a:gd name="T94" fmla="*/ 958 w 967"/>
                <a:gd name="T95" fmla="*/ 399 h 1019"/>
                <a:gd name="T96" fmla="*/ 967 w 967"/>
                <a:gd name="T97" fmla="*/ 480 h 1019"/>
                <a:gd name="T98" fmla="*/ 963 w 967"/>
                <a:gd name="T99" fmla="*/ 554 h 1019"/>
                <a:gd name="T100" fmla="*/ 951 w 967"/>
                <a:gd name="T101" fmla="*/ 619 h 1019"/>
                <a:gd name="T102" fmla="*/ 937 w 967"/>
                <a:gd name="T103" fmla="*/ 652 h 1019"/>
                <a:gd name="T104" fmla="*/ 912 w 967"/>
                <a:gd name="T105" fmla="*/ 499 h 1019"/>
                <a:gd name="T106" fmla="*/ 882 w 967"/>
                <a:gd name="T107" fmla="*/ 411 h 1019"/>
                <a:gd name="T108" fmla="*/ 840 w 967"/>
                <a:gd name="T109" fmla="*/ 339 h 1019"/>
                <a:gd name="T110" fmla="*/ 814 w 967"/>
                <a:gd name="T111" fmla="*/ 316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7" h="1019">
                  <a:moveTo>
                    <a:pt x="803" y="311"/>
                  </a:moveTo>
                  <a:lnTo>
                    <a:pt x="803" y="311"/>
                  </a:lnTo>
                  <a:lnTo>
                    <a:pt x="800" y="318"/>
                  </a:lnTo>
                  <a:lnTo>
                    <a:pt x="789" y="336"/>
                  </a:lnTo>
                  <a:lnTo>
                    <a:pt x="773" y="360"/>
                  </a:lnTo>
                  <a:lnTo>
                    <a:pt x="749" y="390"/>
                  </a:lnTo>
                  <a:lnTo>
                    <a:pt x="735" y="406"/>
                  </a:lnTo>
                  <a:lnTo>
                    <a:pt x="719" y="422"/>
                  </a:lnTo>
                  <a:lnTo>
                    <a:pt x="699" y="438"/>
                  </a:lnTo>
                  <a:lnTo>
                    <a:pt x="680" y="452"/>
                  </a:lnTo>
                  <a:lnTo>
                    <a:pt x="657" y="466"/>
                  </a:lnTo>
                  <a:lnTo>
                    <a:pt x="633" y="478"/>
                  </a:lnTo>
                  <a:lnTo>
                    <a:pt x="606" y="489"/>
                  </a:lnTo>
                  <a:lnTo>
                    <a:pt x="578" y="497"/>
                  </a:lnTo>
                  <a:lnTo>
                    <a:pt x="578" y="497"/>
                  </a:lnTo>
                  <a:lnTo>
                    <a:pt x="548" y="503"/>
                  </a:lnTo>
                  <a:lnTo>
                    <a:pt x="518" y="506"/>
                  </a:lnTo>
                  <a:lnTo>
                    <a:pt x="488" y="510"/>
                  </a:lnTo>
                  <a:lnTo>
                    <a:pt x="459" y="510"/>
                  </a:lnTo>
                  <a:lnTo>
                    <a:pt x="430" y="510"/>
                  </a:lnTo>
                  <a:lnTo>
                    <a:pt x="402" y="508"/>
                  </a:lnTo>
                  <a:lnTo>
                    <a:pt x="350" y="503"/>
                  </a:lnTo>
                  <a:lnTo>
                    <a:pt x="306" y="496"/>
                  </a:lnTo>
                  <a:lnTo>
                    <a:pt x="271" y="489"/>
                  </a:lnTo>
                  <a:lnTo>
                    <a:pt x="241" y="480"/>
                  </a:lnTo>
                  <a:lnTo>
                    <a:pt x="241" y="480"/>
                  </a:lnTo>
                  <a:lnTo>
                    <a:pt x="228" y="513"/>
                  </a:lnTo>
                  <a:lnTo>
                    <a:pt x="218" y="548"/>
                  </a:lnTo>
                  <a:lnTo>
                    <a:pt x="206" y="592"/>
                  </a:lnTo>
                  <a:lnTo>
                    <a:pt x="195" y="641"/>
                  </a:lnTo>
                  <a:lnTo>
                    <a:pt x="191" y="668"/>
                  </a:lnTo>
                  <a:lnTo>
                    <a:pt x="188" y="692"/>
                  </a:lnTo>
                  <a:lnTo>
                    <a:pt x="186" y="719"/>
                  </a:lnTo>
                  <a:lnTo>
                    <a:pt x="188" y="745"/>
                  </a:lnTo>
                  <a:lnTo>
                    <a:pt x="190" y="770"/>
                  </a:lnTo>
                  <a:lnTo>
                    <a:pt x="195" y="793"/>
                  </a:lnTo>
                  <a:lnTo>
                    <a:pt x="195" y="793"/>
                  </a:lnTo>
                  <a:lnTo>
                    <a:pt x="186" y="779"/>
                  </a:lnTo>
                  <a:lnTo>
                    <a:pt x="176" y="763"/>
                  </a:lnTo>
                  <a:lnTo>
                    <a:pt x="165" y="742"/>
                  </a:lnTo>
                  <a:lnTo>
                    <a:pt x="153" y="715"/>
                  </a:lnTo>
                  <a:lnTo>
                    <a:pt x="142" y="684"/>
                  </a:lnTo>
                  <a:lnTo>
                    <a:pt x="133" y="650"/>
                  </a:lnTo>
                  <a:lnTo>
                    <a:pt x="126" y="613"/>
                  </a:lnTo>
                  <a:lnTo>
                    <a:pt x="126" y="613"/>
                  </a:lnTo>
                  <a:lnTo>
                    <a:pt x="121" y="615"/>
                  </a:lnTo>
                  <a:lnTo>
                    <a:pt x="109" y="619"/>
                  </a:lnTo>
                  <a:lnTo>
                    <a:pt x="91" y="626"/>
                  </a:lnTo>
                  <a:lnTo>
                    <a:pt x="83" y="629"/>
                  </a:lnTo>
                  <a:lnTo>
                    <a:pt x="74" y="636"/>
                  </a:lnTo>
                  <a:lnTo>
                    <a:pt x="65" y="643"/>
                  </a:lnTo>
                  <a:lnTo>
                    <a:pt x="56" y="652"/>
                  </a:lnTo>
                  <a:lnTo>
                    <a:pt x="49" y="663"/>
                  </a:lnTo>
                  <a:lnTo>
                    <a:pt x="44" y="675"/>
                  </a:lnTo>
                  <a:lnTo>
                    <a:pt x="39" y="687"/>
                  </a:lnTo>
                  <a:lnTo>
                    <a:pt x="37" y="703"/>
                  </a:lnTo>
                  <a:lnTo>
                    <a:pt x="39" y="721"/>
                  </a:lnTo>
                  <a:lnTo>
                    <a:pt x="42" y="740"/>
                  </a:lnTo>
                  <a:lnTo>
                    <a:pt x="42" y="740"/>
                  </a:lnTo>
                  <a:lnTo>
                    <a:pt x="47" y="759"/>
                  </a:lnTo>
                  <a:lnTo>
                    <a:pt x="54" y="777"/>
                  </a:lnTo>
                  <a:lnTo>
                    <a:pt x="61" y="793"/>
                  </a:lnTo>
                  <a:lnTo>
                    <a:pt x="70" y="807"/>
                  </a:lnTo>
                  <a:lnTo>
                    <a:pt x="79" y="819"/>
                  </a:lnTo>
                  <a:lnTo>
                    <a:pt x="88" y="830"/>
                  </a:lnTo>
                  <a:lnTo>
                    <a:pt x="98" y="840"/>
                  </a:lnTo>
                  <a:lnTo>
                    <a:pt x="109" y="847"/>
                  </a:lnTo>
                  <a:lnTo>
                    <a:pt x="119" y="854"/>
                  </a:lnTo>
                  <a:lnTo>
                    <a:pt x="130" y="859"/>
                  </a:lnTo>
                  <a:lnTo>
                    <a:pt x="141" y="865"/>
                  </a:lnTo>
                  <a:lnTo>
                    <a:pt x="151" y="868"/>
                  </a:lnTo>
                  <a:lnTo>
                    <a:pt x="174" y="872"/>
                  </a:lnTo>
                  <a:lnTo>
                    <a:pt x="193" y="872"/>
                  </a:lnTo>
                  <a:lnTo>
                    <a:pt x="246" y="1019"/>
                  </a:lnTo>
                  <a:lnTo>
                    <a:pt x="246" y="1019"/>
                  </a:lnTo>
                  <a:lnTo>
                    <a:pt x="235" y="1012"/>
                  </a:lnTo>
                  <a:lnTo>
                    <a:pt x="206" y="991"/>
                  </a:lnTo>
                  <a:lnTo>
                    <a:pt x="186" y="977"/>
                  </a:lnTo>
                  <a:lnTo>
                    <a:pt x="163" y="958"/>
                  </a:lnTo>
                  <a:lnTo>
                    <a:pt x="141" y="937"/>
                  </a:lnTo>
                  <a:lnTo>
                    <a:pt x="118" y="910"/>
                  </a:lnTo>
                  <a:lnTo>
                    <a:pt x="93" y="881"/>
                  </a:lnTo>
                  <a:lnTo>
                    <a:pt x="70" y="849"/>
                  </a:lnTo>
                  <a:lnTo>
                    <a:pt x="51" y="812"/>
                  </a:lnTo>
                  <a:lnTo>
                    <a:pt x="40" y="793"/>
                  </a:lnTo>
                  <a:lnTo>
                    <a:pt x="32" y="773"/>
                  </a:lnTo>
                  <a:lnTo>
                    <a:pt x="25" y="752"/>
                  </a:lnTo>
                  <a:lnTo>
                    <a:pt x="17" y="729"/>
                  </a:lnTo>
                  <a:lnTo>
                    <a:pt x="12" y="707"/>
                  </a:lnTo>
                  <a:lnTo>
                    <a:pt x="7" y="684"/>
                  </a:lnTo>
                  <a:lnTo>
                    <a:pt x="3" y="659"/>
                  </a:lnTo>
                  <a:lnTo>
                    <a:pt x="2" y="633"/>
                  </a:lnTo>
                  <a:lnTo>
                    <a:pt x="0" y="606"/>
                  </a:lnTo>
                  <a:lnTo>
                    <a:pt x="2" y="580"/>
                  </a:lnTo>
                  <a:lnTo>
                    <a:pt x="2" y="580"/>
                  </a:lnTo>
                  <a:lnTo>
                    <a:pt x="5" y="524"/>
                  </a:lnTo>
                  <a:lnTo>
                    <a:pt x="12" y="469"/>
                  </a:lnTo>
                  <a:lnTo>
                    <a:pt x="21" y="417"/>
                  </a:lnTo>
                  <a:lnTo>
                    <a:pt x="32" y="364"/>
                  </a:lnTo>
                  <a:lnTo>
                    <a:pt x="46" y="315"/>
                  </a:lnTo>
                  <a:lnTo>
                    <a:pt x="53" y="290"/>
                  </a:lnTo>
                  <a:lnTo>
                    <a:pt x="63" y="267"/>
                  </a:lnTo>
                  <a:lnTo>
                    <a:pt x="72" y="244"/>
                  </a:lnTo>
                  <a:lnTo>
                    <a:pt x="84" y="221"/>
                  </a:lnTo>
                  <a:lnTo>
                    <a:pt x="97" y="200"/>
                  </a:lnTo>
                  <a:lnTo>
                    <a:pt x="109" y="179"/>
                  </a:lnTo>
                  <a:lnTo>
                    <a:pt x="125" y="160"/>
                  </a:lnTo>
                  <a:lnTo>
                    <a:pt x="141" y="141"/>
                  </a:lnTo>
                  <a:lnTo>
                    <a:pt x="156" y="123"/>
                  </a:lnTo>
                  <a:lnTo>
                    <a:pt x="176" y="107"/>
                  </a:lnTo>
                  <a:lnTo>
                    <a:pt x="195" y="91"/>
                  </a:lnTo>
                  <a:lnTo>
                    <a:pt x="216" y="76"/>
                  </a:lnTo>
                  <a:lnTo>
                    <a:pt x="239" y="63"/>
                  </a:lnTo>
                  <a:lnTo>
                    <a:pt x="264" y="51"/>
                  </a:lnTo>
                  <a:lnTo>
                    <a:pt x="290" y="39"/>
                  </a:lnTo>
                  <a:lnTo>
                    <a:pt x="318" y="30"/>
                  </a:lnTo>
                  <a:lnTo>
                    <a:pt x="346" y="21"/>
                  </a:lnTo>
                  <a:lnTo>
                    <a:pt x="378" y="14"/>
                  </a:lnTo>
                  <a:lnTo>
                    <a:pt x="411" y="9"/>
                  </a:lnTo>
                  <a:lnTo>
                    <a:pt x="445" y="4"/>
                  </a:lnTo>
                  <a:lnTo>
                    <a:pt x="481" y="2"/>
                  </a:lnTo>
                  <a:lnTo>
                    <a:pt x="520" y="0"/>
                  </a:lnTo>
                  <a:lnTo>
                    <a:pt x="520" y="0"/>
                  </a:lnTo>
                  <a:lnTo>
                    <a:pt x="559" y="2"/>
                  </a:lnTo>
                  <a:lnTo>
                    <a:pt x="596" y="5"/>
                  </a:lnTo>
                  <a:lnTo>
                    <a:pt x="631" y="12"/>
                  </a:lnTo>
                  <a:lnTo>
                    <a:pt x="662" y="21"/>
                  </a:lnTo>
                  <a:lnTo>
                    <a:pt x="694" y="32"/>
                  </a:lnTo>
                  <a:lnTo>
                    <a:pt x="722" y="46"/>
                  </a:lnTo>
                  <a:lnTo>
                    <a:pt x="750" y="60"/>
                  </a:lnTo>
                  <a:lnTo>
                    <a:pt x="775" y="77"/>
                  </a:lnTo>
                  <a:lnTo>
                    <a:pt x="798" y="97"/>
                  </a:lnTo>
                  <a:lnTo>
                    <a:pt x="821" y="116"/>
                  </a:lnTo>
                  <a:lnTo>
                    <a:pt x="840" y="139"/>
                  </a:lnTo>
                  <a:lnTo>
                    <a:pt x="859" y="162"/>
                  </a:lnTo>
                  <a:lnTo>
                    <a:pt x="877" y="186"/>
                  </a:lnTo>
                  <a:lnTo>
                    <a:pt x="891" y="211"/>
                  </a:lnTo>
                  <a:lnTo>
                    <a:pt x="905" y="236"/>
                  </a:lnTo>
                  <a:lnTo>
                    <a:pt x="917" y="264"/>
                  </a:lnTo>
                  <a:lnTo>
                    <a:pt x="928" y="290"/>
                  </a:lnTo>
                  <a:lnTo>
                    <a:pt x="938" y="316"/>
                  </a:lnTo>
                  <a:lnTo>
                    <a:pt x="945" y="344"/>
                  </a:lnTo>
                  <a:lnTo>
                    <a:pt x="952" y="373"/>
                  </a:lnTo>
                  <a:lnTo>
                    <a:pt x="958" y="399"/>
                  </a:lnTo>
                  <a:lnTo>
                    <a:pt x="961" y="427"/>
                  </a:lnTo>
                  <a:lnTo>
                    <a:pt x="965" y="453"/>
                  </a:lnTo>
                  <a:lnTo>
                    <a:pt x="967" y="480"/>
                  </a:lnTo>
                  <a:lnTo>
                    <a:pt x="967" y="506"/>
                  </a:lnTo>
                  <a:lnTo>
                    <a:pt x="965" y="531"/>
                  </a:lnTo>
                  <a:lnTo>
                    <a:pt x="963" y="554"/>
                  </a:lnTo>
                  <a:lnTo>
                    <a:pt x="960" y="576"/>
                  </a:lnTo>
                  <a:lnTo>
                    <a:pt x="956" y="598"/>
                  </a:lnTo>
                  <a:lnTo>
                    <a:pt x="951" y="619"/>
                  </a:lnTo>
                  <a:lnTo>
                    <a:pt x="944" y="636"/>
                  </a:lnTo>
                  <a:lnTo>
                    <a:pt x="937" y="652"/>
                  </a:lnTo>
                  <a:lnTo>
                    <a:pt x="937" y="652"/>
                  </a:lnTo>
                  <a:lnTo>
                    <a:pt x="931" y="606"/>
                  </a:lnTo>
                  <a:lnTo>
                    <a:pt x="924" y="557"/>
                  </a:lnTo>
                  <a:lnTo>
                    <a:pt x="912" y="499"/>
                  </a:lnTo>
                  <a:lnTo>
                    <a:pt x="903" y="469"/>
                  </a:lnTo>
                  <a:lnTo>
                    <a:pt x="894" y="439"/>
                  </a:lnTo>
                  <a:lnTo>
                    <a:pt x="882" y="411"/>
                  </a:lnTo>
                  <a:lnTo>
                    <a:pt x="870" y="385"/>
                  </a:lnTo>
                  <a:lnTo>
                    <a:pt x="856" y="360"/>
                  </a:lnTo>
                  <a:lnTo>
                    <a:pt x="840" y="339"/>
                  </a:lnTo>
                  <a:lnTo>
                    <a:pt x="831" y="330"/>
                  </a:lnTo>
                  <a:lnTo>
                    <a:pt x="822" y="323"/>
                  </a:lnTo>
                  <a:lnTo>
                    <a:pt x="814" y="316"/>
                  </a:lnTo>
                  <a:lnTo>
                    <a:pt x="803" y="311"/>
                  </a:lnTo>
                  <a:close/>
                </a:path>
              </a:pathLst>
            </a:custGeom>
            <a:solidFill>
              <a:srgbClr val="A14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6" name="Freeform 167"/>
            <p:cNvSpPr>
              <a:spLocks/>
            </p:cNvSpPr>
            <p:nvPr/>
          </p:nvSpPr>
          <p:spPr bwMode="auto">
            <a:xfrm>
              <a:off x="8766176" y="0"/>
              <a:ext cx="1535113" cy="1617663"/>
            </a:xfrm>
            <a:custGeom>
              <a:avLst/>
              <a:gdLst>
                <a:gd name="T0" fmla="*/ 800 w 967"/>
                <a:gd name="T1" fmla="*/ 318 h 1019"/>
                <a:gd name="T2" fmla="*/ 749 w 967"/>
                <a:gd name="T3" fmla="*/ 390 h 1019"/>
                <a:gd name="T4" fmla="*/ 699 w 967"/>
                <a:gd name="T5" fmla="*/ 438 h 1019"/>
                <a:gd name="T6" fmla="*/ 633 w 967"/>
                <a:gd name="T7" fmla="*/ 478 h 1019"/>
                <a:gd name="T8" fmla="*/ 578 w 967"/>
                <a:gd name="T9" fmla="*/ 497 h 1019"/>
                <a:gd name="T10" fmla="*/ 488 w 967"/>
                <a:gd name="T11" fmla="*/ 510 h 1019"/>
                <a:gd name="T12" fmla="*/ 402 w 967"/>
                <a:gd name="T13" fmla="*/ 508 h 1019"/>
                <a:gd name="T14" fmla="*/ 271 w 967"/>
                <a:gd name="T15" fmla="*/ 489 h 1019"/>
                <a:gd name="T16" fmla="*/ 228 w 967"/>
                <a:gd name="T17" fmla="*/ 513 h 1019"/>
                <a:gd name="T18" fmla="*/ 195 w 967"/>
                <a:gd name="T19" fmla="*/ 641 h 1019"/>
                <a:gd name="T20" fmla="*/ 186 w 967"/>
                <a:gd name="T21" fmla="*/ 719 h 1019"/>
                <a:gd name="T22" fmla="*/ 195 w 967"/>
                <a:gd name="T23" fmla="*/ 793 h 1019"/>
                <a:gd name="T24" fmla="*/ 176 w 967"/>
                <a:gd name="T25" fmla="*/ 763 h 1019"/>
                <a:gd name="T26" fmla="*/ 142 w 967"/>
                <a:gd name="T27" fmla="*/ 684 h 1019"/>
                <a:gd name="T28" fmla="*/ 126 w 967"/>
                <a:gd name="T29" fmla="*/ 613 h 1019"/>
                <a:gd name="T30" fmla="*/ 91 w 967"/>
                <a:gd name="T31" fmla="*/ 626 h 1019"/>
                <a:gd name="T32" fmla="*/ 65 w 967"/>
                <a:gd name="T33" fmla="*/ 643 h 1019"/>
                <a:gd name="T34" fmla="*/ 44 w 967"/>
                <a:gd name="T35" fmla="*/ 675 h 1019"/>
                <a:gd name="T36" fmla="*/ 39 w 967"/>
                <a:gd name="T37" fmla="*/ 721 h 1019"/>
                <a:gd name="T38" fmla="*/ 47 w 967"/>
                <a:gd name="T39" fmla="*/ 759 h 1019"/>
                <a:gd name="T40" fmla="*/ 70 w 967"/>
                <a:gd name="T41" fmla="*/ 807 h 1019"/>
                <a:gd name="T42" fmla="*/ 98 w 967"/>
                <a:gd name="T43" fmla="*/ 840 h 1019"/>
                <a:gd name="T44" fmla="*/ 130 w 967"/>
                <a:gd name="T45" fmla="*/ 859 h 1019"/>
                <a:gd name="T46" fmla="*/ 174 w 967"/>
                <a:gd name="T47" fmla="*/ 872 h 1019"/>
                <a:gd name="T48" fmla="*/ 246 w 967"/>
                <a:gd name="T49" fmla="*/ 1019 h 1019"/>
                <a:gd name="T50" fmla="*/ 186 w 967"/>
                <a:gd name="T51" fmla="*/ 977 h 1019"/>
                <a:gd name="T52" fmla="*/ 118 w 967"/>
                <a:gd name="T53" fmla="*/ 910 h 1019"/>
                <a:gd name="T54" fmla="*/ 51 w 967"/>
                <a:gd name="T55" fmla="*/ 812 h 1019"/>
                <a:gd name="T56" fmla="*/ 25 w 967"/>
                <a:gd name="T57" fmla="*/ 752 h 1019"/>
                <a:gd name="T58" fmla="*/ 7 w 967"/>
                <a:gd name="T59" fmla="*/ 684 h 1019"/>
                <a:gd name="T60" fmla="*/ 0 w 967"/>
                <a:gd name="T61" fmla="*/ 606 h 1019"/>
                <a:gd name="T62" fmla="*/ 5 w 967"/>
                <a:gd name="T63" fmla="*/ 524 h 1019"/>
                <a:gd name="T64" fmla="*/ 32 w 967"/>
                <a:gd name="T65" fmla="*/ 364 h 1019"/>
                <a:gd name="T66" fmla="*/ 63 w 967"/>
                <a:gd name="T67" fmla="*/ 267 h 1019"/>
                <a:gd name="T68" fmla="*/ 97 w 967"/>
                <a:gd name="T69" fmla="*/ 200 h 1019"/>
                <a:gd name="T70" fmla="*/ 141 w 967"/>
                <a:gd name="T71" fmla="*/ 141 h 1019"/>
                <a:gd name="T72" fmla="*/ 195 w 967"/>
                <a:gd name="T73" fmla="*/ 91 h 1019"/>
                <a:gd name="T74" fmla="*/ 264 w 967"/>
                <a:gd name="T75" fmla="*/ 51 h 1019"/>
                <a:gd name="T76" fmla="*/ 346 w 967"/>
                <a:gd name="T77" fmla="*/ 21 h 1019"/>
                <a:gd name="T78" fmla="*/ 445 w 967"/>
                <a:gd name="T79" fmla="*/ 4 h 1019"/>
                <a:gd name="T80" fmla="*/ 520 w 967"/>
                <a:gd name="T81" fmla="*/ 0 h 1019"/>
                <a:gd name="T82" fmla="*/ 631 w 967"/>
                <a:gd name="T83" fmla="*/ 12 h 1019"/>
                <a:gd name="T84" fmla="*/ 722 w 967"/>
                <a:gd name="T85" fmla="*/ 46 h 1019"/>
                <a:gd name="T86" fmla="*/ 798 w 967"/>
                <a:gd name="T87" fmla="*/ 97 h 1019"/>
                <a:gd name="T88" fmla="*/ 859 w 967"/>
                <a:gd name="T89" fmla="*/ 162 h 1019"/>
                <a:gd name="T90" fmla="*/ 905 w 967"/>
                <a:gd name="T91" fmla="*/ 236 h 1019"/>
                <a:gd name="T92" fmla="*/ 938 w 967"/>
                <a:gd name="T93" fmla="*/ 316 h 1019"/>
                <a:gd name="T94" fmla="*/ 958 w 967"/>
                <a:gd name="T95" fmla="*/ 399 h 1019"/>
                <a:gd name="T96" fmla="*/ 967 w 967"/>
                <a:gd name="T97" fmla="*/ 480 h 1019"/>
                <a:gd name="T98" fmla="*/ 963 w 967"/>
                <a:gd name="T99" fmla="*/ 554 h 1019"/>
                <a:gd name="T100" fmla="*/ 951 w 967"/>
                <a:gd name="T101" fmla="*/ 619 h 1019"/>
                <a:gd name="T102" fmla="*/ 937 w 967"/>
                <a:gd name="T103" fmla="*/ 652 h 1019"/>
                <a:gd name="T104" fmla="*/ 912 w 967"/>
                <a:gd name="T105" fmla="*/ 499 h 1019"/>
                <a:gd name="T106" fmla="*/ 882 w 967"/>
                <a:gd name="T107" fmla="*/ 411 h 1019"/>
                <a:gd name="T108" fmla="*/ 840 w 967"/>
                <a:gd name="T109" fmla="*/ 339 h 1019"/>
                <a:gd name="T110" fmla="*/ 814 w 967"/>
                <a:gd name="T111" fmla="*/ 316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7" h="1019">
                  <a:moveTo>
                    <a:pt x="803" y="311"/>
                  </a:moveTo>
                  <a:lnTo>
                    <a:pt x="803" y="311"/>
                  </a:lnTo>
                  <a:lnTo>
                    <a:pt x="800" y="318"/>
                  </a:lnTo>
                  <a:lnTo>
                    <a:pt x="789" y="336"/>
                  </a:lnTo>
                  <a:lnTo>
                    <a:pt x="773" y="360"/>
                  </a:lnTo>
                  <a:lnTo>
                    <a:pt x="749" y="390"/>
                  </a:lnTo>
                  <a:lnTo>
                    <a:pt x="735" y="406"/>
                  </a:lnTo>
                  <a:lnTo>
                    <a:pt x="719" y="422"/>
                  </a:lnTo>
                  <a:lnTo>
                    <a:pt x="699" y="438"/>
                  </a:lnTo>
                  <a:lnTo>
                    <a:pt x="680" y="452"/>
                  </a:lnTo>
                  <a:lnTo>
                    <a:pt x="657" y="466"/>
                  </a:lnTo>
                  <a:lnTo>
                    <a:pt x="633" y="478"/>
                  </a:lnTo>
                  <a:lnTo>
                    <a:pt x="606" y="489"/>
                  </a:lnTo>
                  <a:lnTo>
                    <a:pt x="578" y="497"/>
                  </a:lnTo>
                  <a:lnTo>
                    <a:pt x="578" y="497"/>
                  </a:lnTo>
                  <a:lnTo>
                    <a:pt x="548" y="503"/>
                  </a:lnTo>
                  <a:lnTo>
                    <a:pt x="518" y="506"/>
                  </a:lnTo>
                  <a:lnTo>
                    <a:pt x="488" y="510"/>
                  </a:lnTo>
                  <a:lnTo>
                    <a:pt x="459" y="510"/>
                  </a:lnTo>
                  <a:lnTo>
                    <a:pt x="430" y="510"/>
                  </a:lnTo>
                  <a:lnTo>
                    <a:pt x="402" y="508"/>
                  </a:lnTo>
                  <a:lnTo>
                    <a:pt x="350" y="503"/>
                  </a:lnTo>
                  <a:lnTo>
                    <a:pt x="306" y="496"/>
                  </a:lnTo>
                  <a:lnTo>
                    <a:pt x="271" y="489"/>
                  </a:lnTo>
                  <a:lnTo>
                    <a:pt x="241" y="480"/>
                  </a:lnTo>
                  <a:lnTo>
                    <a:pt x="241" y="480"/>
                  </a:lnTo>
                  <a:lnTo>
                    <a:pt x="228" y="513"/>
                  </a:lnTo>
                  <a:lnTo>
                    <a:pt x="218" y="548"/>
                  </a:lnTo>
                  <a:lnTo>
                    <a:pt x="206" y="592"/>
                  </a:lnTo>
                  <a:lnTo>
                    <a:pt x="195" y="641"/>
                  </a:lnTo>
                  <a:lnTo>
                    <a:pt x="191" y="668"/>
                  </a:lnTo>
                  <a:lnTo>
                    <a:pt x="188" y="692"/>
                  </a:lnTo>
                  <a:lnTo>
                    <a:pt x="186" y="719"/>
                  </a:lnTo>
                  <a:lnTo>
                    <a:pt x="188" y="745"/>
                  </a:lnTo>
                  <a:lnTo>
                    <a:pt x="190" y="770"/>
                  </a:lnTo>
                  <a:lnTo>
                    <a:pt x="195" y="793"/>
                  </a:lnTo>
                  <a:lnTo>
                    <a:pt x="195" y="793"/>
                  </a:lnTo>
                  <a:lnTo>
                    <a:pt x="186" y="779"/>
                  </a:lnTo>
                  <a:lnTo>
                    <a:pt x="176" y="763"/>
                  </a:lnTo>
                  <a:lnTo>
                    <a:pt x="165" y="742"/>
                  </a:lnTo>
                  <a:lnTo>
                    <a:pt x="153" y="715"/>
                  </a:lnTo>
                  <a:lnTo>
                    <a:pt x="142" y="684"/>
                  </a:lnTo>
                  <a:lnTo>
                    <a:pt x="133" y="650"/>
                  </a:lnTo>
                  <a:lnTo>
                    <a:pt x="126" y="613"/>
                  </a:lnTo>
                  <a:lnTo>
                    <a:pt x="126" y="613"/>
                  </a:lnTo>
                  <a:lnTo>
                    <a:pt x="121" y="615"/>
                  </a:lnTo>
                  <a:lnTo>
                    <a:pt x="109" y="619"/>
                  </a:lnTo>
                  <a:lnTo>
                    <a:pt x="91" y="626"/>
                  </a:lnTo>
                  <a:lnTo>
                    <a:pt x="83" y="629"/>
                  </a:lnTo>
                  <a:lnTo>
                    <a:pt x="74" y="636"/>
                  </a:lnTo>
                  <a:lnTo>
                    <a:pt x="65" y="643"/>
                  </a:lnTo>
                  <a:lnTo>
                    <a:pt x="56" y="652"/>
                  </a:lnTo>
                  <a:lnTo>
                    <a:pt x="49" y="663"/>
                  </a:lnTo>
                  <a:lnTo>
                    <a:pt x="44" y="675"/>
                  </a:lnTo>
                  <a:lnTo>
                    <a:pt x="39" y="687"/>
                  </a:lnTo>
                  <a:lnTo>
                    <a:pt x="37" y="703"/>
                  </a:lnTo>
                  <a:lnTo>
                    <a:pt x="39" y="721"/>
                  </a:lnTo>
                  <a:lnTo>
                    <a:pt x="42" y="740"/>
                  </a:lnTo>
                  <a:lnTo>
                    <a:pt x="42" y="740"/>
                  </a:lnTo>
                  <a:lnTo>
                    <a:pt x="47" y="759"/>
                  </a:lnTo>
                  <a:lnTo>
                    <a:pt x="54" y="777"/>
                  </a:lnTo>
                  <a:lnTo>
                    <a:pt x="61" y="793"/>
                  </a:lnTo>
                  <a:lnTo>
                    <a:pt x="70" y="807"/>
                  </a:lnTo>
                  <a:lnTo>
                    <a:pt x="79" y="819"/>
                  </a:lnTo>
                  <a:lnTo>
                    <a:pt x="88" y="830"/>
                  </a:lnTo>
                  <a:lnTo>
                    <a:pt x="98" y="840"/>
                  </a:lnTo>
                  <a:lnTo>
                    <a:pt x="109" y="847"/>
                  </a:lnTo>
                  <a:lnTo>
                    <a:pt x="119" y="854"/>
                  </a:lnTo>
                  <a:lnTo>
                    <a:pt x="130" y="859"/>
                  </a:lnTo>
                  <a:lnTo>
                    <a:pt x="141" y="865"/>
                  </a:lnTo>
                  <a:lnTo>
                    <a:pt x="151" y="868"/>
                  </a:lnTo>
                  <a:lnTo>
                    <a:pt x="174" y="872"/>
                  </a:lnTo>
                  <a:lnTo>
                    <a:pt x="193" y="872"/>
                  </a:lnTo>
                  <a:lnTo>
                    <a:pt x="246" y="1019"/>
                  </a:lnTo>
                  <a:lnTo>
                    <a:pt x="246" y="1019"/>
                  </a:lnTo>
                  <a:lnTo>
                    <a:pt x="235" y="1012"/>
                  </a:lnTo>
                  <a:lnTo>
                    <a:pt x="206" y="991"/>
                  </a:lnTo>
                  <a:lnTo>
                    <a:pt x="186" y="977"/>
                  </a:lnTo>
                  <a:lnTo>
                    <a:pt x="163" y="958"/>
                  </a:lnTo>
                  <a:lnTo>
                    <a:pt x="141" y="937"/>
                  </a:lnTo>
                  <a:lnTo>
                    <a:pt x="118" y="910"/>
                  </a:lnTo>
                  <a:lnTo>
                    <a:pt x="93" y="881"/>
                  </a:lnTo>
                  <a:lnTo>
                    <a:pt x="70" y="849"/>
                  </a:lnTo>
                  <a:lnTo>
                    <a:pt x="51" y="812"/>
                  </a:lnTo>
                  <a:lnTo>
                    <a:pt x="40" y="793"/>
                  </a:lnTo>
                  <a:lnTo>
                    <a:pt x="32" y="773"/>
                  </a:lnTo>
                  <a:lnTo>
                    <a:pt x="25" y="752"/>
                  </a:lnTo>
                  <a:lnTo>
                    <a:pt x="17" y="729"/>
                  </a:lnTo>
                  <a:lnTo>
                    <a:pt x="12" y="707"/>
                  </a:lnTo>
                  <a:lnTo>
                    <a:pt x="7" y="684"/>
                  </a:lnTo>
                  <a:lnTo>
                    <a:pt x="3" y="659"/>
                  </a:lnTo>
                  <a:lnTo>
                    <a:pt x="2" y="633"/>
                  </a:lnTo>
                  <a:lnTo>
                    <a:pt x="0" y="606"/>
                  </a:lnTo>
                  <a:lnTo>
                    <a:pt x="2" y="580"/>
                  </a:lnTo>
                  <a:lnTo>
                    <a:pt x="2" y="580"/>
                  </a:lnTo>
                  <a:lnTo>
                    <a:pt x="5" y="524"/>
                  </a:lnTo>
                  <a:lnTo>
                    <a:pt x="12" y="469"/>
                  </a:lnTo>
                  <a:lnTo>
                    <a:pt x="21" y="417"/>
                  </a:lnTo>
                  <a:lnTo>
                    <a:pt x="32" y="364"/>
                  </a:lnTo>
                  <a:lnTo>
                    <a:pt x="46" y="315"/>
                  </a:lnTo>
                  <a:lnTo>
                    <a:pt x="53" y="290"/>
                  </a:lnTo>
                  <a:lnTo>
                    <a:pt x="63" y="267"/>
                  </a:lnTo>
                  <a:lnTo>
                    <a:pt x="72" y="244"/>
                  </a:lnTo>
                  <a:lnTo>
                    <a:pt x="84" y="221"/>
                  </a:lnTo>
                  <a:lnTo>
                    <a:pt x="97" y="200"/>
                  </a:lnTo>
                  <a:lnTo>
                    <a:pt x="109" y="179"/>
                  </a:lnTo>
                  <a:lnTo>
                    <a:pt x="125" y="160"/>
                  </a:lnTo>
                  <a:lnTo>
                    <a:pt x="141" y="141"/>
                  </a:lnTo>
                  <a:lnTo>
                    <a:pt x="156" y="123"/>
                  </a:lnTo>
                  <a:lnTo>
                    <a:pt x="176" y="107"/>
                  </a:lnTo>
                  <a:lnTo>
                    <a:pt x="195" y="91"/>
                  </a:lnTo>
                  <a:lnTo>
                    <a:pt x="216" y="76"/>
                  </a:lnTo>
                  <a:lnTo>
                    <a:pt x="239" y="63"/>
                  </a:lnTo>
                  <a:lnTo>
                    <a:pt x="264" y="51"/>
                  </a:lnTo>
                  <a:lnTo>
                    <a:pt x="290" y="39"/>
                  </a:lnTo>
                  <a:lnTo>
                    <a:pt x="318" y="30"/>
                  </a:lnTo>
                  <a:lnTo>
                    <a:pt x="346" y="21"/>
                  </a:lnTo>
                  <a:lnTo>
                    <a:pt x="378" y="14"/>
                  </a:lnTo>
                  <a:lnTo>
                    <a:pt x="411" y="9"/>
                  </a:lnTo>
                  <a:lnTo>
                    <a:pt x="445" y="4"/>
                  </a:lnTo>
                  <a:lnTo>
                    <a:pt x="481" y="2"/>
                  </a:lnTo>
                  <a:lnTo>
                    <a:pt x="520" y="0"/>
                  </a:lnTo>
                  <a:lnTo>
                    <a:pt x="520" y="0"/>
                  </a:lnTo>
                  <a:lnTo>
                    <a:pt x="559" y="2"/>
                  </a:lnTo>
                  <a:lnTo>
                    <a:pt x="596" y="5"/>
                  </a:lnTo>
                  <a:lnTo>
                    <a:pt x="631" y="12"/>
                  </a:lnTo>
                  <a:lnTo>
                    <a:pt x="662" y="21"/>
                  </a:lnTo>
                  <a:lnTo>
                    <a:pt x="694" y="32"/>
                  </a:lnTo>
                  <a:lnTo>
                    <a:pt x="722" y="46"/>
                  </a:lnTo>
                  <a:lnTo>
                    <a:pt x="750" y="60"/>
                  </a:lnTo>
                  <a:lnTo>
                    <a:pt x="775" y="77"/>
                  </a:lnTo>
                  <a:lnTo>
                    <a:pt x="798" y="97"/>
                  </a:lnTo>
                  <a:lnTo>
                    <a:pt x="821" y="116"/>
                  </a:lnTo>
                  <a:lnTo>
                    <a:pt x="840" y="139"/>
                  </a:lnTo>
                  <a:lnTo>
                    <a:pt x="859" y="162"/>
                  </a:lnTo>
                  <a:lnTo>
                    <a:pt x="877" y="186"/>
                  </a:lnTo>
                  <a:lnTo>
                    <a:pt x="891" y="211"/>
                  </a:lnTo>
                  <a:lnTo>
                    <a:pt x="905" y="236"/>
                  </a:lnTo>
                  <a:lnTo>
                    <a:pt x="917" y="264"/>
                  </a:lnTo>
                  <a:lnTo>
                    <a:pt x="928" y="290"/>
                  </a:lnTo>
                  <a:lnTo>
                    <a:pt x="938" y="316"/>
                  </a:lnTo>
                  <a:lnTo>
                    <a:pt x="945" y="344"/>
                  </a:lnTo>
                  <a:lnTo>
                    <a:pt x="952" y="373"/>
                  </a:lnTo>
                  <a:lnTo>
                    <a:pt x="958" y="399"/>
                  </a:lnTo>
                  <a:lnTo>
                    <a:pt x="961" y="427"/>
                  </a:lnTo>
                  <a:lnTo>
                    <a:pt x="965" y="453"/>
                  </a:lnTo>
                  <a:lnTo>
                    <a:pt x="967" y="480"/>
                  </a:lnTo>
                  <a:lnTo>
                    <a:pt x="967" y="506"/>
                  </a:lnTo>
                  <a:lnTo>
                    <a:pt x="965" y="531"/>
                  </a:lnTo>
                  <a:lnTo>
                    <a:pt x="963" y="554"/>
                  </a:lnTo>
                  <a:lnTo>
                    <a:pt x="960" y="576"/>
                  </a:lnTo>
                  <a:lnTo>
                    <a:pt x="956" y="598"/>
                  </a:lnTo>
                  <a:lnTo>
                    <a:pt x="951" y="619"/>
                  </a:lnTo>
                  <a:lnTo>
                    <a:pt x="944" y="636"/>
                  </a:lnTo>
                  <a:lnTo>
                    <a:pt x="937" y="652"/>
                  </a:lnTo>
                  <a:lnTo>
                    <a:pt x="937" y="652"/>
                  </a:lnTo>
                  <a:lnTo>
                    <a:pt x="931" y="606"/>
                  </a:lnTo>
                  <a:lnTo>
                    <a:pt x="924" y="557"/>
                  </a:lnTo>
                  <a:lnTo>
                    <a:pt x="912" y="499"/>
                  </a:lnTo>
                  <a:lnTo>
                    <a:pt x="903" y="469"/>
                  </a:lnTo>
                  <a:lnTo>
                    <a:pt x="894" y="439"/>
                  </a:lnTo>
                  <a:lnTo>
                    <a:pt x="882" y="411"/>
                  </a:lnTo>
                  <a:lnTo>
                    <a:pt x="870" y="385"/>
                  </a:lnTo>
                  <a:lnTo>
                    <a:pt x="856" y="360"/>
                  </a:lnTo>
                  <a:lnTo>
                    <a:pt x="840" y="339"/>
                  </a:lnTo>
                  <a:lnTo>
                    <a:pt x="831" y="330"/>
                  </a:lnTo>
                  <a:lnTo>
                    <a:pt x="822" y="323"/>
                  </a:lnTo>
                  <a:lnTo>
                    <a:pt x="814" y="316"/>
                  </a:lnTo>
                  <a:lnTo>
                    <a:pt x="803" y="3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7" name="Freeform 168"/>
            <p:cNvSpPr>
              <a:spLocks/>
            </p:cNvSpPr>
            <p:nvPr/>
          </p:nvSpPr>
          <p:spPr bwMode="auto">
            <a:xfrm>
              <a:off x="9215438" y="603250"/>
              <a:ext cx="265113" cy="100013"/>
            </a:xfrm>
            <a:custGeom>
              <a:avLst/>
              <a:gdLst>
                <a:gd name="T0" fmla="*/ 167 w 167"/>
                <a:gd name="T1" fmla="*/ 33 h 63"/>
                <a:gd name="T2" fmla="*/ 167 w 167"/>
                <a:gd name="T3" fmla="*/ 33 h 63"/>
                <a:gd name="T4" fmla="*/ 156 w 167"/>
                <a:gd name="T5" fmla="*/ 26 h 63"/>
                <a:gd name="T6" fmla="*/ 144 w 167"/>
                <a:gd name="T7" fmla="*/ 19 h 63"/>
                <a:gd name="T8" fmla="*/ 128 w 167"/>
                <a:gd name="T9" fmla="*/ 12 h 63"/>
                <a:gd name="T10" fmla="*/ 111 w 167"/>
                <a:gd name="T11" fmla="*/ 7 h 63"/>
                <a:gd name="T12" fmla="*/ 91 w 167"/>
                <a:gd name="T13" fmla="*/ 1 h 63"/>
                <a:gd name="T14" fmla="*/ 70 w 167"/>
                <a:gd name="T15" fmla="*/ 0 h 63"/>
                <a:gd name="T16" fmla="*/ 60 w 167"/>
                <a:gd name="T17" fmla="*/ 1 h 63"/>
                <a:gd name="T18" fmla="*/ 51 w 167"/>
                <a:gd name="T19" fmla="*/ 3 h 63"/>
                <a:gd name="T20" fmla="*/ 51 w 167"/>
                <a:gd name="T21" fmla="*/ 3 h 63"/>
                <a:gd name="T22" fmla="*/ 40 w 167"/>
                <a:gd name="T23" fmla="*/ 5 h 63"/>
                <a:gd name="T24" fmla="*/ 33 w 167"/>
                <a:gd name="T25" fmla="*/ 8 h 63"/>
                <a:gd name="T26" fmla="*/ 19 w 167"/>
                <a:gd name="T27" fmla="*/ 17 h 63"/>
                <a:gd name="T28" fmla="*/ 10 w 167"/>
                <a:gd name="T29" fmla="*/ 28 h 63"/>
                <a:gd name="T30" fmla="*/ 5 w 167"/>
                <a:gd name="T31" fmla="*/ 37 h 63"/>
                <a:gd name="T32" fmla="*/ 2 w 167"/>
                <a:gd name="T33" fmla="*/ 47 h 63"/>
                <a:gd name="T34" fmla="*/ 0 w 167"/>
                <a:gd name="T35" fmla="*/ 56 h 63"/>
                <a:gd name="T36" fmla="*/ 0 w 167"/>
                <a:gd name="T37" fmla="*/ 63 h 63"/>
                <a:gd name="T38" fmla="*/ 0 w 167"/>
                <a:gd name="T39" fmla="*/ 63 h 63"/>
                <a:gd name="T40" fmla="*/ 0 w 167"/>
                <a:gd name="T41" fmla="*/ 59 h 63"/>
                <a:gd name="T42" fmla="*/ 5 w 167"/>
                <a:gd name="T43" fmla="*/ 51 h 63"/>
                <a:gd name="T44" fmla="*/ 16 w 167"/>
                <a:gd name="T45" fmla="*/ 40 h 63"/>
                <a:gd name="T46" fmla="*/ 21 w 167"/>
                <a:gd name="T47" fmla="*/ 35 h 63"/>
                <a:gd name="T48" fmla="*/ 30 w 167"/>
                <a:gd name="T49" fmla="*/ 30 h 63"/>
                <a:gd name="T50" fmla="*/ 40 w 167"/>
                <a:gd name="T51" fmla="*/ 24 h 63"/>
                <a:gd name="T52" fmla="*/ 51 w 167"/>
                <a:gd name="T53" fmla="*/ 21 h 63"/>
                <a:gd name="T54" fmla="*/ 65 w 167"/>
                <a:gd name="T55" fmla="*/ 17 h 63"/>
                <a:gd name="T56" fmla="*/ 81 w 167"/>
                <a:gd name="T57" fmla="*/ 15 h 63"/>
                <a:gd name="T58" fmla="*/ 98 w 167"/>
                <a:gd name="T59" fmla="*/ 17 h 63"/>
                <a:gd name="T60" fmla="*/ 119 w 167"/>
                <a:gd name="T61" fmla="*/ 19 h 63"/>
                <a:gd name="T62" fmla="*/ 140 w 167"/>
                <a:gd name="T63" fmla="*/ 24 h 63"/>
                <a:gd name="T64" fmla="*/ 167 w 167"/>
                <a:gd name="T65"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7" h="63">
                  <a:moveTo>
                    <a:pt x="167" y="33"/>
                  </a:moveTo>
                  <a:lnTo>
                    <a:pt x="167" y="33"/>
                  </a:lnTo>
                  <a:lnTo>
                    <a:pt x="156" y="26"/>
                  </a:lnTo>
                  <a:lnTo>
                    <a:pt x="144" y="19"/>
                  </a:lnTo>
                  <a:lnTo>
                    <a:pt x="128" y="12"/>
                  </a:lnTo>
                  <a:lnTo>
                    <a:pt x="111" y="7"/>
                  </a:lnTo>
                  <a:lnTo>
                    <a:pt x="91" y="1"/>
                  </a:lnTo>
                  <a:lnTo>
                    <a:pt x="70" y="0"/>
                  </a:lnTo>
                  <a:lnTo>
                    <a:pt x="60" y="1"/>
                  </a:lnTo>
                  <a:lnTo>
                    <a:pt x="51" y="3"/>
                  </a:lnTo>
                  <a:lnTo>
                    <a:pt x="51" y="3"/>
                  </a:lnTo>
                  <a:lnTo>
                    <a:pt x="40" y="5"/>
                  </a:lnTo>
                  <a:lnTo>
                    <a:pt x="33" y="8"/>
                  </a:lnTo>
                  <a:lnTo>
                    <a:pt x="19" y="17"/>
                  </a:lnTo>
                  <a:lnTo>
                    <a:pt x="10" y="28"/>
                  </a:lnTo>
                  <a:lnTo>
                    <a:pt x="5" y="37"/>
                  </a:lnTo>
                  <a:lnTo>
                    <a:pt x="2" y="47"/>
                  </a:lnTo>
                  <a:lnTo>
                    <a:pt x="0" y="56"/>
                  </a:lnTo>
                  <a:lnTo>
                    <a:pt x="0" y="63"/>
                  </a:lnTo>
                  <a:lnTo>
                    <a:pt x="0" y="63"/>
                  </a:lnTo>
                  <a:lnTo>
                    <a:pt x="0" y="59"/>
                  </a:lnTo>
                  <a:lnTo>
                    <a:pt x="5" y="51"/>
                  </a:lnTo>
                  <a:lnTo>
                    <a:pt x="16" y="40"/>
                  </a:lnTo>
                  <a:lnTo>
                    <a:pt x="21" y="35"/>
                  </a:lnTo>
                  <a:lnTo>
                    <a:pt x="30" y="30"/>
                  </a:lnTo>
                  <a:lnTo>
                    <a:pt x="40" y="24"/>
                  </a:lnTo>
                  <a:lnTo>
                    <a:pt x="51" y="21"/>
                  </a:lnTo>
                  <a:lnTo>
                    <a:pt x="65" y="17"/>
                  </a:lnTo>
                  <a:lnTo>
                    <a:pt x="81" y="15"/>
                  </a:lnTo>
                  <a:lnTo>
                    <a:pt x="98" y="17"/>
                  </a:lnTo>
                  <a:lnTo>
                    <a:pt x="119" y="19"/>
                  </a:lnTo>
                  <a:lnTo>
                    <a:pt x="140" y="24"/>
                  </a:lnTo>
                  <a:lnTo>
                    <a:pt x="167" y="33"/>
                  </a:lnTo>
                  <a:close/>
                </a:path>
              </a:pathLst>
            </a:custGeom>
            <a:solidFill>
              <a:srgbClr val="6B3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8" name="Freeform 169"/>
            <p:cNvSpPr>
              <a:spLocks/>
            </p:cNvSpPr>
            <p:nvPr/>
          </p:nvSpPr>
          <p:spPr bwMode="auto">
            <a:xfrm>
              <a:off x="9215438" y="603250"/>
              <a:ext cx="265113" cy="100013"/>
            </a:xfrm>
            <a:custGeom>
              <a:avLst/>
              <a:gdLst>
                <a:gd name="T0" fmla="*/ 167 w 167"/>
                <a:gd name="T1" fmla="*/ 33 h 63"/>
                <a:gd name="T2" fmla="*/ 167 w 167"/>
                <a:gd name="T3" fmla="*/ 33 h 63"/>
                <a:gd name="T4" fmla="*/ 156 w 167"/>
                <a:gd name="T5" fmla="*/ 26 h 63"/>
                <a:gd name="T6" fmla="*/ 144 w 167"/>
                <a:gd name="T7" fmla="*/ 19 h 63"/>
                <a:gd name="T8" fmla="*/ 128 w 167"/>
                <a:gd name="T9" fmla="*/ 12 h 63"/>
                <a:gd name="T10" fmla="*/ 111 w 167"/>
                <a:gd name="T11" fmla="*/ 7 h 63"/>
                <a:gd name="T12" fmla="*/ 91 w 167"/>
                <a:gd name="T13" fmla="*/ 1 h 63"/>
                <a:gd name="T14" fmla="*/ 70 w 167"/>
                <a:gd name="T15" fmla="*/ 0 h 63"/>
                <a:gd name="T16" fmla="*/ 60 w 167"/>
                <a:gd name="T17" fmla="*/ 1 h 63"/>
                <a:gd name="T18" fmla="*/ 51 w 167"/>
                <a:gd name="T19" fmla="*/ 3 h 63"/>
                <a:gd name="T20" fmla="*/ 51 w 167"/>
                <a:gd name="T21" fmla="*/ 3 h 63"/>
                <a:gd name="T22" fmla="*/ 40 w 167"/>
                <a:gd name="T23" fmla="*/ 5 h 63"/>
                <a:gd name="T24" fmla="*/ 33 w 167"/>
                <a:gd name="T25" fmla="*/ 8 h 63"/>
                <a:gd name="T26" fmla="*/ 19 w 167"/>
                <a:gd name="T27" fmla="*/ 17 h 63"/>
                <a:gd name="T28" fmla="*/ 10 w 167"/>
                <a:gd name="T29" fmla="*/ 28 h 63"/>
                <a:gd name="T30" fmla="*/ 5 w 167"/>
                <a:gd name="T31" fmla="*/ 37 h 63"/>
                <a:gd name="T32" fmla="*/ 2 w 167"/>
                <a:gd name="T33" fmla="*/ 47 h 63"/>
                <a:gd name="T34" fmla="*/ 0 w 167"/>
                <a:gd name="T35" fmla="*/ 56 h 63"/>
                <a:gd name="T36" fmla="*/ 0 w 167"/>
                <a:gd name="T37" fmla="*/ 63 h 63"/>
                <a:gd name="T38" fmla="*/ 0 w 167"/>
                <a:gd name="T39" fmla="*/ 63 h 63"/>
                <a:gd name="T40" fmla="*/ 0 w 167"/>
                <a:gd name="T41" fmla="*/ 59 h 63"/>
                <a:gd name="T42" fmla="*/ 5 w 167"/>
                <a:gd name="T43" fmla="*/ 51 h 63"/>
                <a:gd name="T44" fmla="*/ 16 w 167"/>
                <a:gd name="T45" fmla="*/ 40 h 63"/>
                <a:gd name="T46" fmla="*/ 21 w 167"/>
                <a:gd name="T47" fmla="*/ 35 h 63"/>
                <a:gd name="T48" fmla="*/ 30 w 167"/>
                <a:gd name="T49" fmla="*/ 30 h 63"/>
                <a:gd name="T50" fmla="*/ 40 w 167"/>
                <a:gd name="T51" fmla="*/ 24 h 63"/>
                <a:gd name="T52" fmla="*/ 51 w 167"/>
                <a:gd name="T53" fmla="*/ 21 h 63"/>
                <a:gd name="T54" fmla="*/ 65 w 167"/>
                <a:gd name="T55" fmla="*/ 17 h 63"/>
                <a:gd name="T56" fmla="*/ 81 w 167"/>
                <a:gd name="T57" fmla="*/ 15 h 63"/>
                <a:gd name="T58" fmla="*/ 98 w 167"/>
                <a:gd name="T59" fmla="*/ 17 h 63"/>
                <a:gd name="T60" fmla="*/ 119 w 167"/>
                <a:gd name="T61" fmla="*/ 19 h 63"/>
                <a:gd name="T62" fmla="*/ 140 w 167"/>
                <a:gd name="T63" fmla="*/ 24 h 63"/>
                <a:gd name="T64" fmla="*/ 167 w 167"/>
                <a:gd name="T65"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7" h="63">
                  <a:moveTo>
                    <a:pt x="167" y="33"/>
                  </a:moveTo>
                  <a:lnTo>
                    <a:pt x="167" y="33"/>
                  </a:lnTo>
                  <a:lnTo>
                    <a:pt x="156" y="26"/>
                  </a:lnTo>
                  <a:lnTo>
                    <a:pt x="144" y="19"/>
                  </a:lnTo>
                  <a:lnTo>
                    <a:pt x="128" y="12"/>
                  </a:lnTo>
                  <a:lnTo>
                    <a:pt x="111" y="7"/>
                  </a:lnTo>
                  <a:lnTo>
                    <a:pt x="91" y="1"/>
                  </a:lnTo>
                  <a:lnTo>
                    <a:pt x="70" y="0"/>
                  </a:lnTo>
                  <a:lnTo>
                    <a:pt x="60" y="1"/>
                  </a:lnTo>
                  <a:lnTo>
                    <a:pt x="51" y="3"/>
                  </a:lnTo>
                  <a:lnTo>
                    <a:pt x="51" y="3"/>
                  </a:lnTo>
                  <a:lnTo>
                    <a:pt x="40" y="5"/>
                  </a:lnTo>
                  <a:lnTo>
                    <a:pt x="33" y="8"/>
                  </a:lnTo>
                  <a:lnTo>
                    <a:pt x="19" y="17"/>
                  </a:lnTo>
                  <a:lnTo>
                    <a:pt x="10" y="28"/>
                  </a:lnTo>
                  <a:lnTo>
                    <a:pt x="5" y="37"/>
                  </a:lnTo>
                  <a:lnTo>
                    <a:pt x="2" y="47"/>
                  </a:lnTo>
                  <a:lnTo>
                    <a:pt x="0" y="56"/>
                  </a:lnTo>
                  <a:lnTo>
                    <a:pt x="0" y="63"/>
                  </a:lnTo>
                  <a:lnTo>
                    <a:pt x="0" y="63"/>
                  </a:lnTo>
                  <a:lnTo>
                    <a:pt x="0" y="59"/>
                  </a:lnTo>
                  <a:lnTo>
                    <a:pt x="5" y="51"/>
                  </a:lnTo>
                  <a:lnTo>
                    <a:pt x="16" y="40"/>
                  </a:lnTo>
                  <a:lnTo>
                    <a:pt x="21" y="35"/>
                  </a:lnTo>
                  <a:lnTo>
                    <a:pt x="30" y="30"/>
                  </a:lnTo>
                  <a:lnTo>
                    <a:pt x="40" y="24"/>
                  </a:lnTo>
                  <a:lnTo>
                    <a:pt x="51" y="21"/>
                  </a:lnTo>
                  <a:lnTo>
                    <a:pt x="65" y="17"/>
                  </a:lnTo>
                  <a:lnTo>
                    <a:pt x="81" y="15"/>
                  </a:lnTo>
                  <a:lnTo>
                    <a:pt x="98" y="17"/>
                  </a:lnTo>
                  <a:lnTo>
                    <a:pt x="119" y="19"/>
                  </a:lnTo>
                  <a:lnTo>
                    <a:pt x="140" y="24"/>
                  </a:lnTo>
                  <a:lnTo>
                    <a:pt x="167" y="3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9" name="Freeform 170"/>
            <p:cNvSpPr>
              <a:spLocks/>
            </p:cNvSpPr>
            <p:nvPr/>
          </p:nvSpPr>
          <p:spPr bwMode="auto">
            <a:xfrm>
              <a:off x="9837738" y="608013"/>
              <a:ext cx="222250" cy="87313"/>
            </a:xfrm>
            <a:custGeom>
              <a:avLst/>
              <a:gdLst>
                <a:gd name="T0" fmla="*/ 0 w 140"/>
                <a:gd name="T1" fmla="*/ 28 h 55"/>
                <a:gd name="T2" fmla="*/ 0 w 140"/>
                <a:gd name="T3" fmla="*/ 28 h 55"/>
                <a:gd name="T4" fmla="*/ 7 w 140"/>
                <a:gd name="T5" fmla="*/ 23 h 55"/>
                <a:gd name="T6" fmla="*/ 26 w 140"/>
                <a:gd name="T7" fmla="*/ 11 h 55"/>
                <a:gd name="T8" fmla="*/ 40 w 140"/>
                <a:gd name="T9" fmla="*/ 5 h 55"/>
                <a:gd name="T10" fmla="*/ 54 w 140"/>
                <a:gd name="T11" fmla="*/ 2 h 55"/>
                <a:gd name="T12" fmla="*/ 70 w 140"/>
                <a:gd name="T13" fmla="*/ 0 h 55"/>
                <a:gd name="T14" fmla="*/ 84 w 140"/>
                <a:gd name="T15" fmla="*/ 2 h 55"/>
                <a:gd name="T16" fmla="*/ 84 w 140"/>
                <a:gd name="T17" fmla="*/ 2 h 55"/>
                <a:gd name="T18" fmla="*/ 98 w 140"/>
                <a:gd name="T19" fmla="*/ 9 h 55"/>
                <a:gd name="T20" fmla="*/ 111 w 140"/>
                <a:gd name="T21" fmla="*/ 16 h 55"/>
                <a:gd name="T22" fmla="*/ 119 w 140"/>
                <a:gd name="T23" fmla="*/ 25 h 55"/>
                <a:gd name="T24" fmla="*/ 128 w 140"/>
                <a:gd name="T25" fmla="*/ 34 h 55"/>
                <a:gd name="T26" fmla="*/ 137 w 140"/>
                <a:gd name="T27" fmla="*/ 48 h 55"/>
                <a:gd name="T28" fmla="*/ 140 w 140"/>
                <a:gd name="T29" fmla="*/ 55 h 55"/>
                <a:gd name="T30" fmla="*/ 140 w 140"/>
                <a:gd name="T31" fmla="*/ 55 h 55"/>
                <a:gd name="T32" fmla="*/ 130 w 140"/>
                <a:gd name="T33" fmla="*/ 44 h 55"/>
                <a:gd name="T34" fmla="*/ 118 w 140"/>
                <a:gd name="T35" fmla="*/ 35 h 55"/>
                <a:gd name="T36" fmla="*/ 102 w 140"/>
                <a:gd name="T37" fmla="*/ 25 h 55"/>
                <a:gd name="T38" fmla="*/ 91 w 140"/>
                <a:gd name="T39" fmla="*/ 21 h 55"/>
                <a:gd name="T40" fmla="*/ 81 w 140"/>
                <a:gd name="T41" fmla="*/ 18 h 55"/>
                <a:gd name="T42" fmla="*/ 68 w 140"/>
                <a:gd name="T43" fmla="*/ 14 h 55"/>
                <a:gd name="T44" fmla="*/ 56 w 140"/>
                <a:gd name="T45" fmla="*/ 14 h 55"/>
                <a:gd name="T46" fmla="*/ 44 w 140"/>
                <a:gd name="T47" fmla="*/ 14 h 55"/>
                <a:gd name="T48" fmla="*/ 30 w 140"/>
                <a:gd name="T49" fmla="*/ 18 h 55"/>
                <a:gd name="T50" fmla="*/ 14 w 140"/>
                <a:gd name="T51" fmla="*/ 21 h 55"/>
                <a:gd name="T52" fmla="*/ 0 w 140"/>
                <a:gd name="T53"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55">
                  <a:moveTo>
                    <a:pt x="0" y="28"/>
                  </a:moveTo>
                  <a:lnTo>
                    <a:pt x="0" y="28"/>
                  </a:lnTo>
                  <a:lnTo>
                    <a:pt x="7" y="23"/>
                  </a:lnTo>
                  <a:lnTo>
                    <a:pt x="26" y="11"/>
                  </a:lnTo>
                  <a:lnTo>
                    <a:pt x="40" y="5"/>
                  </a:lnTo>
                  <a:lnTo>
                    <a:pt x="54" y="2"/>
                  </a:lnTo>
                  <a:lnTo>
                    <a:pt x="70" y="0"/>
                  </a:lnTo>
                  <a:lnTo>
                    <a:pt x="84" y="2"/>
                  </a:lnTo>
                  <a:lnTo>
                    <a:pt x="84" y="2"/>
                  </a:lnTo>
                  <a:lnTo>
                    <a:pt x="98" y="9"/>
                  </a:lnTo>
                  <a:lnTo>
                    <a:pt x="111" y="16"/>
                  </a:lnTo>
                  <a:lnTo>
                    <a:pt x="119" y="25"/>
                  </a:lnTo>
                  <a:lnTo>
                    <a:pt x="128" y="34"/>
                  </a:lnTo>
                  <a:lnTo>
                    <a:pt x="137" y="48"/>
                  </a:lnTo>
                  <a:lnTo>
                    <a:pt x="140" y="55"/>
                  </a:lnTo>
                  <a:lnTo>
                    <a:pt x="140" y="55"/>
                  </a:lnTo>
                  <a:lnTo>
                    <a:pt x="130" y="44"/>
                  </a:lnTo>
                  <a:lnTo>
                    <a:pt x="118" y="35"/>
                  </a:lnTo>
                  <a:lnTo>
                    <a:pt x="102" y="25"/>
                  </a:lnTo>
                  <a:lnTo>
                    <a:pt x="91" y="21"/>
                  </a:lnTo>
                  <a:lnTo>
                    <a:pt x="81" y="18"/>
                  </a:lnTo>
                  <a:lnTo>
                    <a:pt x="68" y="14"/>
                  </a:lnTo>
                  <a:lnTo>
                    <a:pt x="56" y="14"/>
                  </a:lnTo>
                  <a:lnTo>
                    <a:pt x="44" y="14"/>
                  </a:lnTo>
                  <a:lnTo>
                    <a:pt x="30" y="18"/>
                  </a:lnTo>
                  <a:lnTo>
                    <a:pt x="14" y="21"/>
                  </a:lnTo>
                  <a:lnTo>
                    <a:pt x="0" y="28"/>
                  </a:lnTo>
                  <a:close/>
                </a:path>
              </a:pathLst>
            </a:custGeom>
            <a:solidFill>
              <a:srgbClr val="6B3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0" name="Freeform 171"/>
            <p:cNvSpPr>
              <a:spLocks/>
            </p:cNvSpPr>
            <p:nvPr/>
          </p:nvSpPr>
          <p:spPr bwMode="auto">
            <a:xfrm>
              <a:off x="9837738" y="608013"/>
              <a:ext cx="222250" cy="87313"/>
            </a:xfrm>
            <a:custGeom>
              <a:avLst/>
              <a:gdLst>
                <a:gd name="T0" fmla="*/ 0 w 140"/>
                <a:gd name="T1" fmla="*/ 28 h 55"/>
                <a:gd name="T2" fmla="*/ 0 w 140"/>
                <a:gd name="T3" fmla="*/ 28 h 55"/>
                <a:gd name="T4" fmla="*/ 7 w 140"/>
                <a:gd name="T5" fmla="*/ 23 h 55"/>
                <a:gd name="T6" fmla="*/ 26 w 140"/>
                <a:gd name="T7" fmla="*/ 11 h 55"/>
                <a:gd name="T8" fmla="*/ 40 w 140"/>
                <a:gd name="T9" fmla="*/ 5 h 55"/>
                <a:gd name="T10" fmla="*/ 54 w 140"/>
                <a:gd name="T11" fmla="*/ 2 h 55"/>
                <a:gd name="T12" fmla="*/ 70 w 140"/>
                <a:gd name="T13" fmla="*/ 0 h 55"/>
                <a:gd name="T14" fmla="*/ 84 w 140"/>
                <a:gd name="T15" fmla="*/ 2 h 55"/>
                <a:gd name="T16" fmla="*/ 84 w 140"/>
                <a:gd name="T17" fmla="*/ 2 h 55"/>
                <a:gd name="T18" fmla="*/ 98 w 140"/>
                <a:gd name="T19" fmla="*/ 9 h 55"/>
                <a:gd name="T20" fmla="*/ 111 w 140"/>
                <a:gd name="T21" fmla="*/ 16 h 55"/>
                <a:gd name="T22" fmla="*/ 119 w 140"/>
                <a:gd name="T23" fmla="*/ 25 h 55"/>
                <a:gd name="T24" fmla="*/ 128 w 140"/>
                <a:gd name="T25" fmla="*/ 34 h 55"/>
                <a:gd name="T26" fmla="*/ 137 w 140"/>
                <a:gd name="T27" fmla="*/ 48 h 55"/>
                <a:gd name="T28" fmla="*/ 140 w 140"/>
                <a:gd name="T29" fmla="*/ 55 h 55"/>
                <a:gd name="T30" fmla="*/ 140 w 140"/>
                <a:gd name="T31" fmla="*/ 55 h 55"/>
                <a:gd name="T32" fmla="*/ 130 w 140"/>
                <a:gd name="T33" fmla="*/ 44 h 55"/>
                <a:gd name="T34" fmla="*/ 118 w 140"/>
                <a:gd name="T35" fmla="*/ 35 h 55"/>
                <a:gd name="T36" fmla="*/ 102 w 140"/>
                <a:gd name="T37" fmla="*/ 25 h 55"/>
                <a:gd name="T38" fmla="*/ 91 w 140"/>
                <a:gd name="T39" fmla="*/ 21 h 55"/>
                <a:gd name="T40" fmla="*/ 81 w 140"/>
                <a:gd name="T41" fmla="*/ 18 h 55"/>
                <a:gd name="T42" fmla="*/ 68 w 140"/>
                <a:gd name="T43" fmla="*/ 14 h 55"/>
                <a:gd name="T44" fmla="*/ 56 w 140"/>
                <a:gd name="T45" fmla="*/ 14 h 55"/>
                <a:gd name="T46" fmla="*/ 44 w 140"/>
                <a:gd name="T47" fmla="*/ 14 h 55"/>
                <a:gd name="T48" fmla="*/ 30 w 140"/>
                <a:gd name="T49" fmla="*/ 18 h 55"/>
                <a:gd name="T50" fmla="*/ 14 w 140"/>
                <a:gd name="T51" fmla="*/ 21 h 55"/>
                <a:gd name="T52" fmla="*/ 0 w 140"/>
                <a:gd name="T53"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55">
                  <a:moveTo>
                    <a:pt x="0" y="28"/>
                  </a:moveTo>
                  <a:lnTo>
                    <a:pt x="0" y="28"/>
                  </a:lnTo>
                  <a:lnTo>
                    <a:pt x="7" y="23"/>
                  </a:lnTo>
                  <a:lnTo>
                    <a:pt x="26" y="11"/>
                  </a:lnTo>
                  <a:lnTo>
                    <a:pt x="40" y="5"/>
                  </a:lnTo>
                  <a:lnTo>
                    <a:pt x="54" y="2"/>
                  </a:lnTo>
                  <a:lnTo>
                    <a:pt x="70" y="0"/>
                  </a:lnTo>
                  <a:lnTo>
                    <a:pt x="84" y="2"/>
                  </a:lnTo>
                  <a:lnTo>
                    <a:pt x="84" y="2"/>
                  </a:lnTo>
                  <a:lnTo>
                    <a:pt x="98" y="9"/>
                  </a:lnTo>
                  <a:lnTo>
                    <a:pt x="111" y="16"/>
                  </a:lnTo>
                  <a:lnTo>
                    <a:pt x="119" y="25"/>
                  </a:lnTo>
                  <a:lnTo>
                    <a:pt x="128" y="34"/>
                  </a:lnTo>
                  <a:lnTo>
                    <a:pt x="137" y="48"/>
                  </a:lnTo>
                  <a:lnTo>
                    <a:pt x="140" y="55"/>
                  </a:lnTo>
                  <a:lnTo>
                    <a:pt x="140" y="55"/>
                  </a:lnTo>
                  <a:lnTo>
                    <a:pt x="130" y="44"/>
                  </a:lnTo>
                  <a:lnTo>
                    <a:pt x="118" y="35"/>
                  </a:lnTo>
                  <a:lnTo>
                    <a:pt x="102" y="25"/>
                  </a:lnTo>
                  <a:lnTo>
                    <a:pt x="91" y="21"/>
                  </a:lnTo>
                  <a:lnTo>
                    <a:pt x="81" y="18"/>
                  </a:lnTo>
                  <a:lnTo>
                    <a:pt x="68" y="14"/>
                  </a:lnTo>
                  <a:lnTo>
                    <a:pt x="56" y="14"/>
                  </a:lnTo>
                  <a:lnTo>
                    <a:pt x="44" y="14"/>
                  </a:lnTo>
                  <a:lnTo>
                    <a:pt x="30" y="18"/>
                  </a:lnTo>
                  <a:lnTo>
                    <a:pt x="14" y="21"/>
                  </a:lnTo>
                  <a:lnTo>
                    <a:pt x="0" y="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1" name="Freeform 172"/>
            <p:cNvSpPr>
              <a:spLocks noEditPoints="1"/>
            </p:cNvSpPr>
            <p:nvPr/>
          </p:nvSpPr>
          <p:spPr bwMode="auto">
            <a:xfrm>
              <a:off x="8958263" y="935038"/>
              <a:ext cx="1328738" cy="287338"/>
            </a:xfrm>
            <a:custGeom>
              <a:avLst/>
              <a:gdLst>
                <a:gd name="T0" fmla="*/ 795 w 837"/>
                <a:gd name="T1" fmla="*/ 2 h 181"/>
                <a:gd name="T2" fmla="*/ 740 w 837"/>
                <a:gd name="T3" fmla="*/ 0 h 181"/>
                <a:gd name="T4" fmla="*/ 580 w 837"/>
                <a:gd name="T5" fmla="*/ 5 h 181"/>
                <a:gd name="T6" fmla="*/ 559 w 837"/>
                <a:gd name="T7" fmla="*/ 16 h 181"/>
                <a:gd name="T8" fmla="*/ 559 w 837"/>
                <a:gd name="T9" fmla="*/ 16 h 181"/>
                <a:gd name="T10" fmla="*/ 540 w 837"/>
                <a:gd name="T11" fmla="*/ 24 h 181"/>
                <a:gd name="T12" fmla="*/ 483 w 837"/>
                <a:gd name="T13" fmla="*/ 23 h 181"/>
                <a:gd name="T14" fmla="*/ 462 w 837"/>
                <a:gd name="T15" fmla="*/ 12 h 181"/>
                <a:gd name="T16" fmla="*/ 443 w 837"/>
                <a:gd name="T17" fmla="*/ 5 h 181"/>
                <a:gd name="T18" fmla="*/ 244 w 837"/>
                <a:gd name="T19" fmla="*/ 0 h 181"/>
                <a:gd name="T20" fmla="*/ 165 w 837"/>
                <a:gd name="T21" fmla="*/ 5 h 181"/>
                <a:gd name="T22" fmla="*/ 148 w 837"/>
                <a:gd name="T23" fmla="*/ 58 h 181"/>
                <a:gd name="T24" fmla="*/ 148 w 837"/>
                <a:gd name="T25" fmla="*/ 100 h 181"/>
                <a:gd name="T26" fmla="*/ 158 w 837"/>
                <a:gd name="T27" fmla="*/ 142 h 181"/>
                <a:gd name="T28" fmla="*/ 185 w 837"/>
                <a:gd name="T29" fmla="*/ 167 h 181"/>
                <a:gd name="T30" fmla="*/ 271 w 837"/>
                <a:gd name="T31" fmla="*/ 179 h 181"/>
                <a:gd name="T32" fmla="*/ 389 w 837"/>
                <a:gd name="T33" fmla="*/ 177 h 181"/>
                <a:gd name="T34" fmla="*/ 440 w 837"/>
                <a:gd name="T35" fmla="*/ 168 h 181"/>
                <a:gd name="T36" fmla="*/ 473 w 837"/>
                <a:gd name="T37" fmla="*/ 107 h 181"/>
                <a:gd name="T38" fmla="*/ 483 w 837"/>
                <a:gd name="T39" fmla="*/ 74 h 181"/>
                <a:gd name="T40" fmla="*/ 510 w 837"/>
                <a:gd name="T41" fmla="*/ 51 h 181"/>
                <a:gd name="T42" fmla="*/ 531 w 837"/>
                <a:gd name="T43" fmla="*/ 58 h 181"/>
                <a:gd name="T44" fmla="*/ 549 w 837"/>
                <a:gd name="T45" fmla="*/ 82 h 181"/>
                <a:gd name="T46" fmla="*/ 573 w 837"/>
                <a:gd name="T47" fmla="*/ 158 h 181"/>
                <a:gd name="T48" fmla="*/ 587 w 837"/>
                <a:gd name="T49" fmla="*/ 170 h 181"/>
                <a:gd name="T50" fmla="*/ 689 w 837"/>
                <a:gd name="T51" fmla="*/ 181 h 181"/>
                <a:gd name="T52" fmla="*/ 766 w 837"/>
                <a:gd name="T53" fmla="*/ 174 h 181"/>
                <a:gd name="T54" fmla="*/ 800 w 837"/>
                <a:gd name="T55" fmla="*/ 160 h 181"/>
                <a:gd name="T56" fmla="*/ 819 w 837"/>
                <a:gd name="T57" fmla="*/ 116 h 181"/>
                <a:gd name="T58" fmla="*/ 837 w 837"/>
                <a:gd name="T59" fmla="*/ 40 h 181"/>
                <a:gd name="T60" fmla="*/ 392 w 837"/>
                <a:gd name="T61" fmla="*/ 161 h 181"/>
                <a:gd name="T62" fmla="*/ 264 w 837"/>
                <a:gd name="T63" fmla="*/ 163 h 181"/>
                <a:gd name="T64" fmla="*/ 183 w 837"/>
                <a:gd name="T65" fmla="*/ 147 h 181"/>
                <a:gd name="T66" fmla="*/ 169 w 837"/>
                <a:gd name="T67" fmla="*/ 128 h 181"/>
                <a:gd name="T68" fmla="*/ 164 w 837"/>
                <a:gd name="T69" fmla="*/ 60 h 181"/>
                <a:gd name="T70" fmla="*/ 174 w 837"/>
                <a:gd name="T71" fmla="*/ 17 h 181"/>
                <a:gd name="T72" fmla="*/ 304 w 837"/>
                <a:gd name="T73" fmla="*/ 16 h 181"/>
                <a:gd name="T74" fmla="*/ 448 w 837"/>
                <a:gd name="T75" fmla="*/ 23 h 181"/>
                <a:gd name="T76" fmla="*/ 468 w 837"/>
                <a:gd name="T77" fmla="*/ 42 h 181"/>
                <a:gd name="T78" fmla="*/ 466 w 837"/>
                <a:gd name="T79" fmla="*/ 74 h 181"/>
                <a:gd name="T80" fmla="*/ 438 w 837"/>
                <a:gd name="T81" fmla="*/ 151 h 181"/>
                <a:gd name="T82" fmla="*/ 784 w 837"/>
                <a:gd name="T83" fmla="*/ 153 h 181"/>
                <a:gd name="T84" fmla="*/ 689 w 837"/>
                <a:gd name="T85" fmla="*/ 165 h 181"/>
                <a:gd name="T86" fmla="*/ 601 w 837"/>
                <a:gd name="T87" fmla="*/ 158 h 181"/>
                <a:gd name="T88" fmla="*/ 582 w 837"/>
                <a:gd name="T89" fmla="*/ 139 h 181"/>
                <a:gd name="T90" fmla="*/ 561 w 837"/>
                <a:gd name="T91" fmla="*/ 45 h 181"/>
                <a:gd name="T92" fmla="*/ 568 w 837"/>
                <a:gd name="T93" fmla="*/ 30 h 181"/>
                <a:gd name="T94" fmla="*/ 582 w 837"/>
                <a:gd name="T95" fmla="*/ 21 h 181"/>
                <a:gd name="T96" fmla="*/ 740 w 837"/>
                <a:gd name="T97" fmla="*/ 14 h 181"/>
                <a:gd name="T98" fmla="*/ 803 w 837"/>
                <a:gd name="T99" fmla="*/ 40 h 181"/>
                <a:gd name="T100" fmla="*/ 803 w 837"/>
                <a:gd name="T101" fmla="*/ 119 h 181"/>
                <a:gd name="T102" fmla="*/ 789 w 837"/>
                <a:gd name="T103" fmla="*/ 147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37" h="181">
                  <a:moveTo>
                    <a:pt x="837" y="40"/>
                  </a:moveTo>
                  <a:lnTo>
                    <a:pt x="833" y="7"/>
                  </a:lnTo>
                  <a:lnTo>
                    <a:pt x="795" y="2"/>
                  </a:lnTo>
                  <a:lnTo>
                    <a:pt x="795" y="2"/>
                  </a:lnTo>
                  <a:lnTo>
                    <a:pt x="795" y="2"/>
                  </a:lnTo>
                  <a:lnTo>
                    <a:pt x="775" y="0"/>
                  </a:lnTo>
                  <a:lnTo>
                    <a:pt x="740" y="0"/>
                  </a:lnTo>
                  <a:lnTo>
                    <a:pt x="740" y="0"/>
                  </a:lnTo>
                  <a:lnTo>
                    <a:pt x="693" y="0"/>
                  </a:lnTo>
                  <a:lnTo>
                    <a:pt x="643" y="2"/>
                  </a:lnTo>
                  <a:lnTo>
                    <a:pt x="580" y="5"/>
                  </a:lnTo>
                  <a:lnTo>
                    <a:pt x="580" y="5"/>
                  </a:lnTo>
                  <a:lnTo>
                    <a:pt x="573" y="7"/>
                  </a:lnTo>
                  <a:lnTo>
                    <a:pt x="568" y="9"/>
                  </a:lnTo>
                  <a:lnTo>
                    <a:pt x="559" y="16"/>
                  </a:lnTo>
                  <a:lnTo>
                    <a:pt x="559" y="16"/>
                  </a:lnTo>
                  <a:lnTo>
                    <a:pt x="559" y="16"/>
                  </a:lnTo>
                  <a:lnTo>
                    <a:pt x="559" y="16"/>
                  </a:lnTo>
                  <a:lnTo>
                    <a:pt x="559" y="16"/>
                  </a:lnTo>
                  <a:lnTo>
                    <a:pt x="559" y="16"/>
                  </a:lnTo>
                  <a:lnTo>
                    <a:pt x="559" y="16"/>
                  </a:lnTo>
                  <a:lnTo>
                    <a:pt x="554" y="21"/>
                  </a:lnTo>
                  <a:lnTo>
                    <a:pt x="547" y="23"/>
                  </a:lnTo>
                  <a:lnTo>
                    <a:pt x="540" y="24"/>
                  </a:lnTo>
                  <a:lnTo>
                    <a:pt x="540" y="24"/>
                  </a:lnTo>
                  <a:lnTo>
                    <a:pt x="510" y="24"/>
                  </a:lnTo>
                  <a:lnTo>
                    <a:pt x="494" y="24"/>
                  </a:lnTo>
                  <a:lnTo>
                    <a:pt x="483" y="23"/>
                  </a:lnTo>
                  <a:lnTo>
                    <a:pt x="483" y="23"/>
                  </a:lnTo>
                  <a:lnTo>
                    <a:pt x="469" y="16"/>
                  </a:lnTo>
                  <a:lnTo>
                    <a:pt x="462" y="12"/>
                  </a:lnTo>
                  <a:lnTo>
                    <a:pt x="462" y="12"/>
                  </a:lnTo>
                  <a:lnTo>
                    <a:pt x="462" y="12"/>
                  </a:lnTo>
                  <a:lnTo>
                    <a:pt x="454" y="9"/>
                  </a:lnTo>
                  <a:lnTo>
                    <a:pt x="443" y="5"/>
                  </a:lnTo>
                  <a:lnTo>
                    <a:pt x="443" y="5"/>
                  </a:lnTo>
                  <a:lnTo>
                    <a:pt x="364" y="2"/>
                  </a:lnTo>
                  <a:lnTo>
                    <a:pt x="304" y="0"/>
                  </a:lnTo>
                  <a:lnTo>
                    <a:pt x="244" y="0"/>
                  </a:lnTo>
                  <a:lnTo>
                    <a:pt x="244" y="0"/>
                  </a:lnTo>
                  <a:lnTo>
                    <a:pt x="209" y="0"/>
                  </a:lnTo>
                  <a:lnTo>
                    <a:pt x="186" y="0"/>
                  </a:lnTo>
                  <a:lnTo>
                    <a:pt x="172" y="2"/>
                  </a:lnTo>
                  <a:lnTo>
                    <a:pt x="165" y="5"/>
                  </a:lnTo>
                  <a:lnTo>
                    <a:pt x="0" y="31"/>
                  </a:lnTo>
                  <a:lnTo>
                    <a:pt x="12" y="61"/>
                  </a:lnTo>
                  <a:lnTo>
                    <a:pt x="111" y="45"/>
                  </a:lnTo>
                  <a:lnTo>
                    <a:pt x="148" y="58"/>
                  </a:lnTo>
                  <a:lnTo>
                    <a:pt x="148" y="58"/>
                  </a:lnTo>
                  <a:lnTo>
                    <a:pt x="148" y="58"/>
                  </a:lnTo>
                  <a:lnTo>
                    <a:pt x="146" y="86"/>
                  </a:lnTo>
                  <a:lnTo>
                    <a:pt x="148" y="100"/>
                  </a:lnTo>
                  <a:lnTo>
                    <a:pt x="150" y="114"/>
                  </a:lnTo>
                  <a:lnTo>
                    <a:pt x="150" y="114"/>
                  </a:lnTo>
                  <a:lnTo>
                    <a:pt x="153" y="130"/>
                  </a:lnTo>
                  <a:lnTo>
                    <a:pt x="158" y="142"/>
                  </a:lnTo>
                  <a:lnTo>
                    <a:pt x="165" y="153"/>
                  </a:lnTo>
                  <a:lnTo>
                    <a:pt x="174" y="160"/>
                  </a:lnTo>
                  <a:lnTo>
                    <a:pt x="174" y="160"/>
                  </a:lnTo>
                  <a:lnTo>
                    <a:pt x="185" y="167"/>
                  </a:lnTo>
                  <a:lnTo>
                    <a:pt x="199" y="170"/>
                  </a:lnTo>
                  <a:lnTo>
                    <a:pt x="215" y="174"/>
                  </a:lnTo>
                  <a:lnTo>
                    <a:pt x="232" y="176"/>
                  </a:lnTo>
                  <a:lnTo>
                    <a:pt x="271" y="179"/>
                  </a:lnTo>
                  <a:lnTo>
                    <a:pt x="308" y="181"/>
                  </a:lnTo>
                  <a:lnTo>
                    <a:pt x="308" y="181"/>
                  </a:lnTo>
                  <a:lnTo>
                    <a:pt x="348" y="179"/>
                  </a:lnTo>
                  <a:lnTo>
                    <a:pt x="389" y="177"/>
                  </a:lnTo>
                  <a:lnTo>
                    <a:pt x="422" y="174"/>
                  </a:lnTo>
                  <a:lnTo>
                    <a:pt x="434" y="172"/>
                  </a:lnTo>
                  <a:lnTo>
                    <a:pt x="440" y="168"/>
                  </a:lnTo>
                  <a:lnTo>
                    <a:pt x="440" y="168"/>
                  </a:lnTo>
                  <a:lnTo>
                    <a:pt x="447" y="165"/>
                  </a:lnTo>
                  <a:lnTo>
                    <a:pt x="452" y="156"/>
                  </a:lnTo>
                  <a:lnTo>
                    <a:pt x="462" y="135"/>
                  </a:lnTo>
                  <a:lnTo>
                    <a:pt x="473" y="107"/>
                  </a:lnTo>
                  <a:lnTo>
                    <a:pt x="480" y="79"/>
                  </a:lnTo>
                  <a:lnTo>
                    <a:pt x="480" y="79"/>
                  </a:lnTo>
                  <a:lnTo>
                    <a:pt x="480" y="79"/>
                  </a:lnTo>
                  <a:lnTo>
                    <a:pt x="483" y="74"/>
                  </a:lnTo>
                  <a:lnTo>
                    <a:pt x="491" y="63"/>
                  </a:lnTo>
                  <a:lnTo>
                    <a:pt x="496" y="58"/>
                  </a:lnTo>
                  <a:lnTo>
                    <a:pt x="503" y="54"/>
                  </a:lnTo>
                  <a:lnTo>
                    <a:pt x="510" y="51"/>
                  </a:lnTo>
                  <a:lnTo>
                    <a:pt x="517" y="51"/>
                  </a:lnTo>
                  <a:lnTo>
                    <a:pt x="517" y="51"/>
                  </a:lnTo>
                  <a:lnTo>
                    <a:pt x="526" y="54"/>
                  </a:lnTo>
                  <a:lnTo>
                    <a:pt x="531" y="58"/>
                  </a:lnTo>
                  <a:lnTo>
                    <a:pt x="536" y="63"/>
                  </a:lnTo>
                  <a:lnTo>
                    <a:pt x="541" y="68"/>
                  </a:lnTo>
                  <a:lnTo>
                    <a:pt x="547" y="79"/>
                  </a:lnTo>
                  <a:lnTo>
                    <a:pt x="549" y="82"/>
                  </a:lnTo>
                  <a:lnTo>
                    <a:pt x="549" y="82"/>
                  </a:lnTo>
                  <a:lnTo>
                    <a:pt x="556" y="110"/>
                  </a:lnTo>
                  <a:lnTo>
                    <a:pt x="564" y="137"/>
                  </a:lnTo>
                  <a:lnTo>
                    <a:pt x="573" y="158"/>
                  </a:lnTo>
                  <a:lnTo>
                    <a:pt x="577" y="165"/>
                  </a:lnTo>
                  <a:lnTo>
                    <a:pt x="582" y="168"/>
                  </a:lnTo>
                  <a:lnTo>
                    <a:pt x="582" y="168"/>
                  </a:lnTo>
                  <a:lnTo>
                    <a:pt x="587" y="170"/>
                  </a:lnTo>
                  <a:lnTo>
                    <a:pt x="596" y="174"/>
                  </a:lnTo>
                  <a:lnTo>
                    <a:pt x="622" y="177"/>
                  </a:lnTo>
                  <a:lnTo>
                    <a:pt x="656" y="179"/>
                  </a:lnTo>
                  <a:lnTo>
                    <a:pt x="689" y="181"/>
                  </a:lnTo>
                  <a:lnTo>
                    <a:pt x="689" y="181"/>
                  </a:lnTo>
                  <a:lnTo>
                    <a:pt x="721" y="179"/>
                  </a:lnTo>
                  <a:lnTo>
                    <a:pt x="752" y="176"/>
                  </a:lnTo>
                  <a:lnTo>
                    <a:pt x="766" y="174"/>
                  </a:lnTo>
                  <a:lnTo>
                    <a:pt x="779" y="170"/>
                  </a:lnTo>
                  <a:lnTo>
                    <a:pt x="791" y="165"/>
                  </a:lnTo>
                  <a:lnTo>
                    <a:pt x="800" y="160"/>
                  </a:lnTo>
                  <a:lnTo>
                    <a:pt x="800" y="160"/>
                  </a:lnTo>
                  <a:lnTo>
                    <a:pt x="807" y="151"/>
                  </a:lnTo>
                  <a:lnTo>
                    <a:pt x="812" y="140"/>
                  </a:lnTo>
                  <a:lnTo>
                    <a:pt x="817" y="128"/>
                  </a:lnTo>
                  <a:lnTo>
                    <a:pt x="819" y="116"/>
                  </a:lnTo>
                  <a:lnTo>
                    <a:pt x="821" y="100"/>
                  </a:lnTo>
                  <a:lnTo>
                    <a:pt x="823" y="86"/>
                  </a:lnTo>
                  <a:lnTo>
                    <a:pt x="821" y="58"/>
                  </a:lnTo>
                  <a:lnTo>
                    <a:pt x="837" y="40"/>
                  </a:lnTo>
                  <a:close/>
                  <a:moveTo>
                    <a:pt x="433" y="156"/>
                  </a:moveTo>
                  <a:lnTo>
                    <a:pt x="433" y="156"/>
                  </a:lnTo>
                  <a:lnTo>
                    <a:pt x="420" y="158"/>
                  </a:lnTo>
                  <a:lnTo>
                    <a:pt x="392" y="161"/>
                  </a:lnTo>
                  <a:lnTo>
                    <a:pt x="353" y="163"/>
                  </a:lnTo>
                  <a:lnTo>
                    <a:pt x="308" y="165"/>
                  </a:lnTo>
                  <a:lnTo>
                    <a:pt x="308" y="165"/>
                  </a:lnTo>
                  <a:lnTo>
                    <a:pt x="264" y="163"/>
                  </a:lnTo>
                  <a:lnTo>
                    <a:pt x="227" y="160"/>
                  </a:lnTo>
                  <a:lnTo>
                    <a:pt x="201" y="154"/>
                  </a:lnTo>
                  <a:lnTo>
                    <a:pt x="190" y="151"/>
                  </a:lnTo>
                  <a:lnTo>
                    <a:pt x="183" y="147"/>
                  </a:lnTo>
                  <a:lnTo>
                    <a:pt x="183" y="147"/>
                  </a:lnTo>
                  <a:lnTo>
                    <a:pt x="178" y="142"/>
                  </a:lnTo>
                  <a:lnTo>
                    <a:pt x="172" y="135"/>
                  </a:lnTo>
                  <a:lnTo>
                    <a:pt x="169" y="128"/>
                  </a:lnTo>
                  <a:lnTo>
                    <a:pt x="165" y="119"/>
                  </a:lnTo>
                  <a:lnTo>
                    <a:pt x="164" y="100"/>
                  </a:lnTo>
                  <a:lnTo>
                    <a:pt x="162" y="79"/>
                  </a:lnTo>
                  <a:lnTo>
                    <a:pt x="164" y="60"/>
                  </a:lnTo>
                  <a:lnTo>
                    <a:pt x="167" y="40"/>
                  </a:lnTo>
                  <a:lnTo>
                    <a:pt x="171" y="26"/>
                  </a:lnTo>
                  <a:lnTo>
                    <a:pt x="174" y="17"/>
                  </a:lnTo>
                  <a:lnTo>
                    <a:pt x="174" y="17"/>
                  </a:lnTo>
                  <a:lnTo>
                    <a:pt x="192" y="16"/>
                  </a:lnTo>
                  <a:lnTo>
                    <a:pt x="244" y="14"/>
                  </a:lnTo>
                  <a:lnTo>
                    <a:pt x="244" y="14"/>
                  </a:lnTo>
                  <a:lnTo>
                    <a:pt x="304" y="16"/>
                  </a:lnTo>
                  <a:lnTo>
                    <a:pt x="364" y="17"/>
                  </a:lnTo>
                  <a:lnTo>
                    <a:pt x="441" y="21"/>
                  </a:lnTo>
                  <a:lnTo>
                    <a:pt x="441" y="21"/>
                  </a:lnTo>
                  <a:lnTo>
                    <a:pt x="448" y="23"/>
                  </a:lnTo>
                  <a:lnTo>
                    <a:pt x="455" y="26"/>
                  </a:lnTo>
                  <a:lnTo>
                    <a:pt x="459" y="30"/>
                  </a:lnTo>
                  <a:lnTo>
                    <a:pt x="462" y="33"/>
                  </a:lnTo>
                  <a:lnTo>
                    <a:pt x="468" y="42"/>
                  </a:lnTo>
                  <a:lnTo>
                    <a:pt x="469" y="45"/>
                  </a:lnTo>
                  <a:lnTo>
                    <a:pt x="469" y="45"/>
                  </a:lnTo>
                  <a:lnTo>
                    <a:pt x="468" y="58"/>
                  </a:lnTo>
                  <a:lnTo>
                    <a:pt x="466" y="74"/>
                  </a:lnTo>
                  <a:lnTo>
                    <a:pt x="462" y="91"/>
                  </a:lnTo>
                  <a:lnTo>
                    <a:pt x="455" y="109"/>
                  </a:lnTo>
                  <a:lnTo>
                    <a:pt x="443" y="140"/>
                  </a:lnTo>
                  <a:lnTo>
                    <a:pt x="438" y="151"/>
                  </a:lnTo>
                  <a:lnTo>
                    <a:pt x="433" y="156"/>
                  </a:lnTo>
                  <a:close/>
                  <a:moveTo>
                    <a:pt x="789" y="147"/>
                  </a:moveTo>
                  <a:lnTo>
                    <a:pt x="789" y="147"/>
                  </a:lnTo>
                  <a:lnTo>
                    <a:pt x="784" y="153"/>
                  </a:lnTo>
                  <a:lnTo>
                    <a:pt x="775" y="154"/>
                  </a:lnTo>
                  <a:lnTo>
                    <a:pt x="754" y="160"/>
                  </a:lnTo>
                  <a:lnTo>
                    <a:pt x="726" y="163"/>
                  </a:lnTo>
                  <a:lnTo>
                    <a:pt x="689" y="165"/>
                  </a:lnTo>
                  <a:lnTo>
                    <a:pt x="689" y="165"/>
                  </a:lnTo>
                  <a:lnTo>
                    <a:pt x="654" y="163"/>
                  </a:lnTo>
                  <a:lnTo>
                    <a:pt x="622" y="161"/>
                  </a:lnTo>
                  <a:lnTo>
                    <a:pt x="601" y="158"/>
                  </a:lnTo>
                  <a:lnTo>
                    <a:pt x="589" y="156"/>
                  </a:lnTo>
                  <a:lnTo>
                    <a:pt x="589" y="156"/>
                  </a:lnTo>
                  <a:lnTo>
                    <a:pt x="585" y="151"/>
                  </a:lnTo>
                  <a:lnTo>
                    <a:pt x="582" y="139"/>
                  </a:lnTo>
                  <a:lnTo>
                    <a:pt x="571" y="109"/>
                  </a:lnTo>
                  <a:lnTo>
                    <a:pt x="563" y="74"/>
                  </a:lnTo>
                  <a:lnTo>
                    <a:pt x="561" y="58"/>
                  </a:lnTo>
                  <a:lnTo>
                    <a:pt x="561" y="45"/>
                  </a:lnTo>
                  <a:lnTo>
                    <a:pt x="561" y="45"/>
                  </a:lnTo>
                  <a:lnTo>
                    <a:pt x="563" y="42"/>
                  </a:lnTo>
                  <a:lnTo>
                    <a:pt x="566" y="35"/>
                  </a:lnTo>
                  <a:lnTo>
                    <a:pt x="568" y="30"/>
                  </a:lnTo>
                  <a:lnTo>
                    <a:pt x="571" y="26"/>
                  </a:lnTo>
                  <a:lnTo>
                    <a:pt x="577" y="23"/>
                  </a:lnTo>
                  <a:lnTo>
                    <a:pt x="582" y="21"/>
                  </a:lnTo>
                  <a:lnTo>
                    <a:pt x="582" y="21"/>
                  </a:lnTo>
                  <a:lnTo>
                    <a:pt x="645" y="17"/>
                  </a:lnTo>
                  <a:lnTo>
                    <a:pt x="693" y="16"/>
                  </a:lnTo>
                  <a:lnTo>
                    <a:pt x="740" y="14"/>
                  </a:lnTo>
                  <a:lnTo>
                    <a:pt x="740" y="14"/>
                  </a:lnTo>
                  <a:lnTo>
                    <a:pt x="782" y="16"/>
                  </a:lnTo>
                  <a:lnTo>
                    <a:pt x="796" y="17"/>
                  </a:lnTo>
                  <a:lnTo>
                    <a:pt x="796" y="17"/>
                  </a:lnTo>
                  <a:lnTo>
                    <a:pt x="803" y="40"/>
                  </a:lnTo>
                  <a:lnTo>
                    <a:pt x="805" y="60"/>
                  </a:lnTo>
                  <a:lnTo>
                    <a:pt x="807" y="79"/>
                  </a:lnTo>
                  <a:lnTo>
                    <a:pt x="807" y="100"/>
                  </a:lnTo>
                  <a:lnTo>
                    <a:pt x="803" y="119"/>
                  </a:lnTo>
                  <a:lnTo>
                    <a:pt x="802" y="128"/>
                  </a:lnTo>
                  <a:lnTo>
                    <a:pt x="798" y="137"/>
                  </a:lnTo>
                  <a:lnTo>
                    <a:pt x="795" y="142"/>
                  </a:lnTo>
                  <a:lnTo>
                    <a:pt x="789" y="147"/>
                  </a:lnTo>
                  <a:close/>
                </a:path>
              </a:pathLst>
            </a:custGeom>
            <a:solidFill>
              <a:srgbClr val="6D11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2" name="Freeform 173"/>
            <p:cNvSpPr>
              <a:spLocks/>
            </p:cNvSpPr>
            <p:nvPr/>
          </p:nvSpPr>
          <p:spPr bwMode="auto">
            <a:xfrm>
              <a:off x="8958263" y="935038"/>
              <a:ext cx="1328738" cy="287338"/>
            </a:xfrm>
            <a:custGeom>
              <a:avLst/>
              <a:gdLst>
                <a:gd name="T0" fmla="*/ 833 w 837"/>
                <a:gd name="T1" fmla="*/ 7 h 181"/>
                <a:gd name="T2" fmla="*/ 795 w 837"/>
                <a:gd name="T3" fmla="*/ 2 h 181"/>
                <a:gd name="T4" fmla="*/ 775 w 837"/>
                <a:gd name="T5" fmla="*/ 0 h 181"/>
                <a:gd name="T6" fmla="*/ 740 w 837"/>
                <a:gd name="T7" fmla="*/ 0 h 181"/>
                <a:gd name="T8" fmla="*/ 643 w 837"/>
                <a:gd name="T9" fmla="*/ 2 h 181"/>
                <a:gd name="T10" fmla="*/ 580 w 837"/>
                <a:gd name="T11" fmla="*/ 5 h 181"/>
                <a:gd name="T12" fmla="*/ 568 w 837"/>
                <a:gd name="T13" fmla="*/ 9 h 181"/>
                <a:gd name="T14" fmla="*/ 559 w 837"/>
                <a:gd name="T15" fmla="*/ 16 h 181"/>
                <a:gd name="T16" fmla="*/ 559 w 837"/>
                <a:gd name="T17" fmla="*/ 16 h 181"/>
                <a:gd name="T18" fmla="*/ 559 w 837"/>
                <a:gd name="T19" fmla="*/ 16 h 181"/>
                <a:gd name="T20" fmla="*/ 554 w 837"/>
                <a:gd name="T21" fmla="*/ 21 h 181"/>
                <a:gd name="T22" fmla="*/ 540 w 837"/>
                <a:gd name="T23" fmla="*/ 24 h 181"/>
                <a:gd name="T24" fmla="*/ 510 w 837"/>
                <a:gd name="T25" fmla="*/ 24 h 181"/>
                <a:gd name="T26" fmla="*/ 483 w 837"/>
                <a:gd name="T27" fmla="*/ 23 h 181"/>
                <a:gd name="T28" fmla="*/ 469 w 837"/>
                <a:gd name="T29" fmla="*/ 16 h 181"/>
                <a:gd name="T30" fmla="*/ 462 w 837"/>
                <a:gd name="T31" fmla="*/ 12 h 181"/>
                <a:gd name="T32" fmla="*/ 454 w 837"/>
                <a:gd name="T33" fmla="*/ 9 h 181"/>
                <a:gd name="T34" fmla="*/ 443 w 837"/>
                <a:gd name="T35" fmla="*/ 5 h 181"/>
                <a:gd name="T36" fmla="*/ 304 w 837"/>
                <a:gd name="T37" fmla="*/ 0 h 181"/>
                <a:gd name="T38" fmla="*/ 244 w 837"/>
                <a:gd name="T39" fmla="*/ 0 h 181"/>
                <a:gd name="T40" fmla="*/ 186 w 837"/>
                <a:gd name="T41" fmla="*/ 0 h 181"/>
                <a:gd name="T42" fmla="*/ 165 w 837"/>
                <a:gd name="T43" fmla="*/ 5 h 181"/>
                <a:gd name="T44" fmla="*/ 12 w 837"/>
                <a:gd name="T45" fmla="*/ 61 h 181"/>
                <a:gd name="T46" fmla="*/ 148 w 837"/>
                <a:gd name="T47" fmla="*/ 58 h 181"/>
                <a:gd name="T48" fmla="*/ 148 w 837"/>
                <a:gd name="T49" fmla="*/ 58 h 181"/>
                <a:gd name="T50" fmla="*/ 148 w 837"/>
                <a:gd name="T51" fmla="*/ 100 h 181"/>
                <a:gd name="T52" fmla="*/ 150 w 837"/>
                <a:gd name="T53" fmla="*/ 114 h 181"/>
                <a:gd name="T54" fmla="*/ 158 w 837"/>
                <a:gd name="T55" fmla="*/ 142 h 181"/>
                <a:gd name="T56" fmla="*/ 174 w 837"/>
                <a:gd name="T57" fmla="*/ 160 h 181"/>
                <a:gd name="T58" fmla="*/ 185 w 837"/>
                <a:gd name="T59" fmla="*/ 167 h 181"/>
                <a:gd name="T60" fmla="*/ 215 w 837"/>
                <a:gd name="T61" fmla="*/ 174 h 181"/>
                <a:gd name="T62" fmla="*/ 271 w 837"/>
                <a:gd name="T63" fmla="*/ 179 h 181"/>
                <a:gd name="T64" fmla="*/ 308 w 837"/>
                <a:gd name="T65" fmla="*/ 181 h 181"/>
                <a:gd name="T66" fmla="*/ 389 w 837"/>
                <a:gd name="T67" fmla="*/ 177 h 181"/>
                <a:gd name="T68" fmla="*/ 434 w 837"/>
                <a:gd name="T69" fmla="*/ 172 h 181"/>
                <a:gd name="T70" fmla="*/ 440 w 837"/>
                <a:gd name="T71" fmla="*/ 168 h 181"/>
                <a:gd name="T72" fmla="*/ 452 w 837"/>
                <a:gd name="T73" fmla="*/ 156 h 181"/>
                <a:gd name="T74" fmla="*/ 473 w 837"/>
                <a:gd name="T75" fmla="*/ 107 h 181"/>
                <a:gd name="T76" fmla="*/ 480 w 837"/>
                <a:gd name="T77" fmla="*/ 79 h 181"/>
                <a:gd name="T78" fmla="*/ 483 w 837"/>
                <a:gd name="T79" fmla="*/ 74 h 181"/>
                <a:gd name="T80" fmla="*/ 496 w 837"/>
                <a:gd name="T81" fmla="*/ 58 h 181"/>
                <a:gd name="T82" fmla="*/ 510 w 837"/>
                <a:gd name="T83" fmla="*/ 51 h 181"/>
                <a:gd name="T84" fmla="*/ 517 w 837"/>
                <a:gd name="T85" fmla="*/ 51 h 181"/>
                <a:gd name="T86" fmla="*/ 531 w 837"/>
                <a:gd name="T87" fmla="*/ 58 h 181"/>
                <a:gd name="T88" fmla="*/ 541 w 837"/>
                <a:gd name="T89" fmla="*/ 68 h 181"/>
                <a:gd name="T90" fmla="*/ 549 w 837"/>
                <a:gd name="T91" fmla="*/ 82 h 181"/>
                <a:gd name="T92" fmla="*/ 556 w 837"/>
                <a:gd name="T93" fmla="*/ 110 h 181"/>
                <a:gd name="T94" fmla="*/ 573 w 837"/>
                <a:gd name="T95" fmla="*/ 158 h 181"/>
                <a:gd name="T96" fmla="*/ 582 w 837"/>
                <a:gd name="T97" fmla="*/ 168 h 181"/>
                <a:gd name="T98" fmla="*/ 587 w 837"/>
                <a:gd name="T99" fmla="*/ 170 h 181"/>
                <a:gd name="T100" fmla="*/ 622 w 837"/>
                <a:gd name="T101" fmla="*/ 177 h 181"/>
                <a:gd name="T102" fmla="*/ 689 w 837"/>
                <a:gd name="T103" fmla="*/ 181 h 181"/>
                <a:gd name="T104" fmla="*/ 721 w 837"/>
                <a:gd name="T105" fmla="*/ 179 h 181"/>
                <a:gd name="T106" fmla="*/ 766 w 837"/>
                <a:gd name="T107" fmla="*/ 174 h 181"/>
                <a:gd name="T108" fmla="*/ 791 w 837"/>
                <a:gd name="T109" fmla="*/ 165 h 181"/>
                <a:gd name="T110" fmla="*/ 800 w 837"/>
                <a:gd name="T111" fmla="*/ 160 h 181"/>
                <a:gd name="T112" fmla="*/ 812 w 837"/>
                <a:gd name="T113" fmla="*/ 140 h 181"/>
                <a:gd name="T114" fmla="*/ 819 w 837"/>
                <a:gd name="T115" fmla="*/ 116 h 181"/>
                <a:gd name="T116" fmla="*/ 823 w 837"/>
                <a:gd name="T117" fmla="*/ 86 h 181"/>
                <a:gd name="T118" fmla="*/ 837 w 837"/>
                <a:gd name="T119" fmla="*/ 4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7" h="181">
                  <a:moveTo>
                    <a:pt x="837" y="40"/>
                  </a:moveTo>
                  <a:lnTo>
                    <a:pt x="833" y="7"/>
                  </a:lnTo>
                  <a:lnTo>
                    <a:pt x="795" y="2"/>
                  </a:lnTo>
                  <a:lnTo>
                    <a:pt x="795" y="2"/>
                  </a:lnTo>
                  <a:lnTo>
                    <a:pt x="795" y="2"/>
                  </a:lnTo>
                  <a:lnTo>
                    <a:pt x="775" y="0"/>
                  </a:lnTo>
                  <a:lnTo>
                    <a:pt x="740" y="0"/>
                  </a:lnTo>
                  <a:lnTo>
                    <a:pt x="740" y="0"/>
                  </a:lnTo>
                  <a:lnTo>
                    <a:pt x="693" y="0"/>
                  </a:lnTo>
                  <a:lnTo>
                    <a:pt x="643" y="2"/>
                  </a:lnTo>
                  <a:lnTo>
                    <a:pt x="580" y="5"/>
                  </a:lnTo>
                  <a:lnTo>
                    <a:pt x="580" y="5"/>
                  </a:lnTo>
                  <a:lnTo>
                    <a:pt x="573" y="7"/>
                  </a:lnTo>
                  <a:lnTo>
                    <a:pt x="568" y="9"/>
                  </a:lnTo>
                  <a:lnTo>
                    <a:pt x="559" y="16"/>
                  </a:lnTo>
                  <a:lnTo>
                    <a:pt x="559" y="16"/>
                  </a:lnTo>
                  <a:lnTo>
                    <a:pt x="559" y="16"/>
                  </a:lnTo>
                  <a:lnTo>
                    <a:pt x="559" y="16"/>
                  </a:lnTo>
                  <a:lnTo>
                    <a:pt x="559" y="16"/>
                  </a:lnTo>
                  <a:lnTo>
                    <a:pt x="559" y="16"/>
                  </a:lnTo>
                  <a:lnTo>
                    <a:pt x="559" y="16"/>
                  </a:lnTo>
                  <a:lnTo>
                    <a:pt x="554" y="21"/>
                  </a:lnTo>
                  <a:lnTo>
                    <a:pt x="547" y="23"/>
                  </a:lnTo>
                  <a:lnTo>
                    <a:pt x="540" y="24"/>
                  </a:lnTo>
                  <a:lnTo>
                    <a:pt x="540" y="24"/>
                  </a:lnTo>
                  <a:lnTo>
                    <a:pt x="510" y="24"/>
                  </a:lnTo>
                  <a:lnTo>
                    <a:pt x="494" y="24"/>
                  </a:lnTo>
                  <a:lnTo>
                    <a:pt x="483" y="23"/>
                  </a:lnTo>
                  <a:lnTo>
                    <a:pt x="483" y="23"/>
                  </a:lnTo>
                  <a:lnTo>
                    <a:pt x="469" y="16"/>
                  </a:lnTo>
                  <a:lnTo>
                    <a:pt x="462" y="12"/>
                  </a:lnTo>
                  <a:lnTo>
                    <a:pt x="462" y="12"/>
                  </a:lnTo>
                  <a:lnTo>
                    <a:pt x="462" y="12"/>
                  </a:lnTo>
                  <a:lnTo>
                    <a:pt x="454" y="9"/>
                  </a:lnTo>
                  <a:lnTo>
                    <a:pt x="443" y="5"/>
                  </a:lnTo>
                  <a:lnTo>
                    <a:pt x="443" y="5"/>
                  </a:lnTo>
                  <a:lnTo>
                    <a:pt x="364" y="2"/>
                  </a:lnTo>
                  <a:lnTo>
                    <a:pt x="304" y="0"/>
                  </a:lnTo>
                  <a:lnTo>
                    <a:pt x="244" y="0"/>
                  </a:lnTo>
                  <a:lnTo>
                    <a:pt x="244" y="0"/>
                  </a:lnTo>
                  <a:lnTo>
                    <a:pt x="209" y="0"/>
                  </a:lnTo>
                  <a:lnTo>
                    <a:pt x="186" y="0"/>
                  </a:lnTo>
                  <a:lnTo>
                    <a:pt x="172" y="2"/>
                  </a:lnTo>
                  <a:lnTo>
                    <a:pt x="165" y="5"/>
                  </a:lnTo>
                  <a:lnTo>
                    <a:pt x="0" y="31"/>
                  </a:lnTo>
                  <a:lnTo>
                    <a:pt x="12" y="61"/>
                  </a:lnTo>
                  <a:lnTo>
                    <a:pt x="111" y="45"/>
                  </a:lnTo>
                  <a:lnTo>
                    <a:pt x="148" y="58"/>
                  </a:lnTo>
                  <a:lnTo>
                    <a:pt x="148" y="58"/>
                  </a:lnTo>
                  <a:lnTo>
                    <a:pt x="148" y="58"/>
                  </a:lnTo>
                  <a:lnTo>
                    <a:pt x="146" y="86"/>
                  </a:lnTo>
                  <a:lnTo>
                    <a:pt x="148" y="100"/>
                  </a:lnTo>
                  <a:lnTo>
                    <a:pt x="150" y="114"/>
                  </a:lnTo>
                  <a:lnTo>
                    <a:pt x="150" y="114"/>
                  </a:lnTo>
                  <a:lnTo>
                    <a:pt x="153" y="130"/>
                  </a:lnTo>
                  <a:lnTo>
                    <a:pt x="158" y="142"/>
                  </a:lnTo>
                  <a:lnTo>
                    <a:pt x="165" y="153"/>
                  </a:lnTo>
                  <a:lnTo>
                    <a:pt x="174" y="160"/>
                  </a:lnTo>
                  <a:lnTo>
                    <a:pt x="174" y="160"/>
                  </a:lnTo>
                  <a:lnTo>
                    <a:pt x="185" y="167"/>
                  </a:lnTo>
                  <a:lnTo>
                    <a:pt x="199" y="170"/>
                  </a:lnTo>
                  <a:lnTo>
                    <a:pt x="215" y="174"/>
                  </a:lnTo>
                  <a:lnTo>
                    <a:pt x="232" y="176"/>
                  </a:lnTo>
                  <a:lnTo>
                    <a:pt x="271" y="179"/>
                  </a:lnTo>
                  <a:lnTo>
                    <a:pt x="308" y="181"/>
                  </a:lnTo>
                  <a:lnTo>
                    <a:pt x="308" y="181"/>
                  </a:lnTo>
                  <a:lnTo>
                    <a:pt x="348" y="179"/>
                  </a:lnTo>
                  <a:lnTo>
                    <a:pt x="389" y="177"/>
                  </a:lnTo>
                  <a:lnTo>
                    <a:pt x="422" y="174"/>
                  </a:lnTo>
                  <a:lnTo>
                    <a:pt x="434" y="172"/>
                  </a:lnTo>
                  <a:lnTo>
                    <a:pt x="440" y="168"/>
                  </a:lnTo>
                  <a:lnTo>
                    <a:pt x="440" y="168"/>
                  </a:lnTo>
                  <a:lnTo>
                    <a:pt x="447" y="165"/>
                  </a:lnTo>
                  <a:lnTo>
                    <a:pt x="452" y="156"/>
                  </a:lnTo>
                  <a:lnTo>
                    <a:pt x="462" y="135"/>
                  </a:lnTo>
                  <a:lnTo>
                    <a:pt x="473" y="107"/>
                  </a:lnTo>
                  <a:lnTo>
                    <a:pt x="480" y="79"/>
                  </a:lnTo>
                  <a:lnTo>
                    <a:pt x="480" y="79"/>
                  </a:lnTo>
                  <a:lnTo>
                    <a:pt x="480" y="79"/>
                  </a:lnTo>
                  <a:lnTo>
                    <a:pt x="483" y="74"/>
                  </a:lnTo>
                  <a:lnTo>
                    <a:pt x="491" y="63"/>
                  </a:lnTo>
                  <a:lnTo>
                    <a:pt x="496" y="58"/>
                  </a:lnTo>
                  <a:lnTo>
                    <a:pt x="503" y="54"/>
                  </a:lnTo>
                  <a:lnTo>
                    <a:pt x="510" y="51"/>
                  </a:lnTo>
                  <a:lnTo>
                    <a:pt x="517" y="51"/>
                  </a:lnTo>
                  <a:lnTo>
                    <a:pt x="517" y="51"/>
                  </a:lnTo>
                  <a:lnTo>
                    <a:pt x="526" y="54"/>
                  </a:lnTo>
                  <a:lnTo>
                    <a:pt x="531" y="58"/>
                  </a:lnTo>
                  <a:lnTo>
                    <a:pt x="536" y="63"/>
                  </a:lnTo>
                  <a:lnTo>
                    <a:pt x="541" y="68"/>
                  </a:lnTo>
                  <a:lnTo>
                    <a:pt x="547" y="79"/>
                  </a:lnTo>
                  <a:lnTo>
                    <a:pt x="549" y="82"/>
                  </a:lnTo>
                  <a:lnTo>
                    <a:pt x="549" y="82"/>
                  </a:lnTo>
                  <a:lnTo>
                    <a:pt x="556" y="110"/>
                  </a:lnTo>
                  <a:lnTo>
                    <a:pt x="564" y="137"/>
                  </a:lnTo>
                  <a:lnTo>
                    <a:pt x="573" y="158"/>
                  </a:lnTo>
                  <a:lnTo>
                    <a:pt x="577" y="165"/>
                  </a:lnTo>
                  <a:lnTo>
                    <a:pt x="582" y="168"/>
                  </a:lnTo>
                  <a:lnTo>
                    <a:pt x="582" y="168"/>
                  </a:lnTo>
                  <a:lnTo>
                    <a:pt x="587" y="170"/>
                  </a:lnTo>
                  <a:lnTo>
                    <a:pt x="596" y="174"/>
                  </a:lnTo>
                  <a:lnTo>
                    <a:pt x="622" y="177"/>
                  </a:lnTo>
                  <a:lnTo>
                    <a:pt x="656" y="179"/>
                  </a:lnTo>
                  <a:lnTo>
                    <a:pt x="689" y="181"/>
                  </a:lnTo>
                  <a:lnTo>
                    <a:pt x="689" y="181"/>
                  </a:lnTo>
                  <a:lnTo>
                    <a:pt x="721" y="179"/>
                  </a:lnTo>
                  <a:lnTo>
                    <a:pt x="752" y="176"/>
                  </a:lnTo>
                  <a:lnTo>
                    <a:pt x="766" y="174"/>
                  </a:lnTo>
                  <a:lnTo>
                    <a:pt x="779" y="170"/>
                  </a:lnTo>
                  <a:lnTo>
                    <a:pt x="791" y="165"/>
                  </a:lnTo>
                  <a:lnTo>
                    <a:pt x="800" y="160"/>
                  </a:lnTo>
                  <a:lnTo>
                    <a:pt x="800" y="160"/>
                  </a:lnTo>
                  <a:lnTo>
                    <a:pt x="807" y="151"/>
                  </a:lnTo>
                  <a:lnTo>
                    <a:pt x="812" y="140"/>
                  </a:lnTo>
                  <a:lnTo>
                    <a:pt x="817" y="128"/>
                  </a:lnTo>
                  <a:lnTo>
                    <a:pt x="819" y="116"/>
                  </a:lnTo>
                  <a:lnTo>
                    <a:pt x="821" y="100"/>
                  </a:lnTo>
                  <a:lnTo>
                    <a:pt x="823" y="86"/>
                  </a:lnTo>
                  <a:lnTo>
                    <a:pt x="821" y="58"/>
                  </a:lnTo>
                  <a:lnTo>
                    <a:pt x="837"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3" name="Freeform 174"/>
            <p:cNvSpPr>
              <a:spLocks/>
            </p:cNvSpPr>
            <p:nvPr/>
          </p:nvSpPr>
          <p:spPr bwMode="auto">
            <a:xfrm>
              <a:off x="9215438" y="957263"/>
              <a:ext cx="487363" cy="239713"/>
            </a:xfrm>
            <a:custGeom>
              <a:avLst/>
              <a:gdLst>
                <a:gd name="T0" fmla="*/ 271 w 307"/>
                <a:gd name="T1" fmla="*/ 142 h 151"/>
                <a:gd name="T2" fmla="*/ 271 w 307"/>
                <a:gd name="T3" fmla="*/ 142 h 151"/>
                <a:gd name="T4" fmla="*/ 258 w 307"/>
                <a:gd name="T5" fmla="*/ 144 h 151"/>
                <a:gd name="T6" fmla="*/ 230 w 307"/>
                <a:gd name="T7" fmla="*/ 147 h 151"/>
                <a:gd name="T8" fmla="*/ 191 w 307"/>
                <a:gd name="T9" fmla="*/ 149 h 151"/>
                <a:gd name="T10" fmla="*/ 146 w 307"/>
                <a:gd name="T11" fmla="*/ 151 h 151"/>
                <a:gd name="T12" fmla="*/ 146 w 307"/>
                <a:gd name="T13" fmla="*/ 151 h 151"/>
                <a:gd name="T14" fmla="*/ 102 w 307"/>
                <a:gd name="T15" fmla="*/ 149 h 151"/>
                <a:gd name="T16" fmla="*/ 65 w 307"/>
                <a:gd name="T17" fmla="*/ 146 h 151"/>
                <a:gd name="T18" fmla="*/ 39 w 307"/>
                <a:gd name="T19" fmla="*/ 140 h 151"/>
                <a:gd name="T20" fmla="*/ 28 w 307"/>
                <a:gd name="T21" fmla="*/ 137 h 151"/>
                <a:gd name="T22" fmla="*/ 21 w 307"/>
                <a:gd name="T23" fmla="*/ 133 h 151"/>
                <a:gd name="T24" fmla="*/ 21 w 307"/>
                <a:gd name="T25" fmla="*/ 133 h 151"/>
                <a:gd name="T26" fmla="*/ 16 w 307"/>
                <a:gd name="T27" fmla="*/ 128 h 151"/>
                <a:gd name="T28" fmla="*/ 10 w 307"/>
                <a:gd name="T29" fmla="*/ 121 h 151"/>
                <a:gd name="T30" fmla="*/ 7 w 307"/>
                <a:gd name="T31" fmla="*/ 114 h 151"/>
                <a:gd name="T32" fmla="*/ 3 w 307"/>
                <a:gd name="T33" fmla="*/ 105 h 151"/>
                <a:gd name="T34" fmla="*/ 2 w 307"/>
                <a:gd name="T35" fmla="*/ 86 h 151"/>
                <a:gd name="T36" fmla="*/ 0 w 307"/>
                <a:gd name="T37" fmla="*/ 65 h 151"/>
                <a:gd name="T38" fmla="*/ 2 w 307"/>
                <a:gd name="T39" fmla="*/ 46 h 151"/>
                <a:gd name="T40" fmla="*/ 5 w 307"/>
                <a:gd name="T41" fmla="*/ 26 h 151"/>
                <a:gd name="T42" fmla="*/ 9 w 307"/>
                <a:gd name="T43" fmla="*/ 12 h 151"/>
                <a:gd name="T44" fmla="*/ 12 w 307"/>
                <a:gd name="T45" fmla="*/ 3 h 151"/>
                <a:gd name="T46" fmla="*/ 12 w 307"/>
                <a:gd name="T47" fmla="*/ 3 h 151"/>
                <a:gd name="T48" fmla="*/ 30 w 307"/>
                <a:gd name="T49" fmla="*/ 2 h 151"/>
                <a:gd name="T50" fmla="*/ 82 w 307"/>
                <a:gd name="T51" fmla="*/ 0 h 151"/>
                <a:gd name="T52" fmla="*/ 82 w 307"/>
                <a:gd name="T53" fmla="*/ 0 h 151"/>
                <a:gd name="T54" fmla="*/ 142 w 307"/>
                <a:gd name="T55" fmla="*/ 2 h 151"/>
                <a:gd name="T56" fmla="*/ 202 w 307"/>
                <a:gd name="T57" fmla="*/ 3 h 151"/>
                <a:gd name="T58" fmla="*/ 279 w 307"/>
                <a:gd name="T59" fmla="*/ 7 h 151"/>
                <a:gd name="T60" fmla="*/ 279 w 307"/>
                <a:gd name="T61" fmla="*/ 7 h 151"/>
                <a:gd name="T62" fmla="*/ 286 w 307"/>
                <a:gd name="T63" fmla="*/ 9 h 151"/>
                <a:gd name="T64" fmla="*/ 293 w 307"/>
                <a:gd name="T65" fmla="*/ 12 h 151"/>
                <a:gd name="T66" fmla="*/ 297 w 307"/>
                <a:gd name="T67" fmla="*/ 16 h 151"/>
                <a:gd name="T68" fmla="*/ 300 w 307"/>
                <a:gd name="T69" fmla="*/ 19 h 151"/>
                <a:gd name="T70" fmla="*/ 306 w 307"/>
                <a:gd name="T71" fmla="*/ 28 h 151"/>
                <a:gd name="T72" fmla="*/ 307 w 307"/>
                <a:gd name="T73" fmla="*/ 31 h 151"/>
                <a:gd name="T74" fmla="*/ 307 w 307"/>
                <a:gd name="T75" fmla="*/ 31 h 151"/>
                <a:gd name="T76" fmla="*/ 306 w 307"/>
                <a:gd name="T77" fmla="*/ 44 h 151"/>
                <a:gd name="T78" fmla="*/ 304 w 307"/>
                <a:gd name="T79" fmla="*/ 60 h 151"/>
                <a:gd name="T80" fmla="*/ 300 w 307"/>
                <a:gd name="T81" fmla="*/ 77 h 151"/>
                <a:gd name="T82" fmla="*/ 293 w 307"/>
                <a:gd name="T83" fmla="*/ 95 h 151"/>
                <a:gd name="T84" fmla="*/ 281 w 307"/>
                <a:gd name="T85" fmla="*/ 126 h 151"/>
                <a:gd name="T86" fmla="*/ 276 w 307"/>
                <a:gd name="T87" fmla="*/ 137 h 151"/>
                <a:gd name="T88" fmla="*/ 271 w 307"/>
                <a:gd name="T89" fmla="*/ 14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7" h="151">
                  <a:moveTo>
                    <a:pt x="271" y="142"/>
                  </a:moveTo>
                  <a:lnTo>
                    <a:pt x="271" y="142"/>
                  </a:lnTo>
                  <a:lnTo>
                    <a:pt x="258" y="144"/>
                  </a:lnTo>
                  <a:lnTo>
                    <a:pt x="230" y="147"/>
                  </a:lnTo>
                  <a:lnTo>
                    <a:pt x="191" y="149"/>
                  </a:lnTo>
                  <a:lnTo>
                    <a:pt x="146" y="151"/>
                  </a:lnTo>
                  <a:lnTo>
                    <a:pt x="146" y="151"/>
                  </a:lnTo>
                  <a:lnTo>
                    <a:pt x="102" y="149"/>
                  </a:lnTo>
                  <a:lnTo>
                    <a:pt x="65" y="146"/>
                  </a:lnTo>
                  <a:lnTo>
                    <a:pt x="39" y="140"/>
                  </a:lnTo>
                  <a:lnTo>
                    <a:pt x="28" y="137"/>
                  </a:lnTo>
                  <a:lnTo>
                    <a:pt x="21" y="133"/>
                  </a:lnTo>
                  <a:lnTo>
                    <a:pt x="21" y="133"/>
                  </a:lnTo>
                  <a:lnTo>
                    <a:pt x="16" y="128"/>
                  </a:lnTo>
                  <a:lnTo>
                    <a:pt x="10" y="121"/>
                  </a:lnTo>
                  <a:lnTo>
                    <a:pt x="7" y="114"/>
                  </a:lnTo>
                  <a:lnTo>
                    <a:pt x="3" y="105"/>
                  </a:lnTo>
                  <a:lnTo>
                    <a:pt x="2" y="86"/>
                  </a:lnTo>
                  <a:lnTo>
                    <a:pt x="0" y="65"/>
                  </a:lnTo>
                  <a:lnTo>
                    <a:pt x="2" y="46"/>
                  </a:lnTo>
                  <a:lnTo>
                    <a:pt x="5" y="26"/>
                  </a:lnTo>
                  <a:lnTo>
                    <a:pt x="9" y="12"/>
                  </a:lnTo>
                  <a:lnTo>
                    <a:pt x="12" y="3"/>
                  </a:lnTo>
                  <a:lnTo>
                    <a:pt x="12" y="3"/>
                  </a:lnTo>
                  <a:lnTo>
                    <a:pt x="30" y="2"/>
                  </a:lnTo>
                  <a:lnTo>
                    <a:pt x="82" y="0"/>
                  </a:lnTo>
                  <a:lnTo>
                    <a:pt x="82" y="0"/>
                  </a:lnTo>
                  <a:lnTo>
                    <a:pt x="142" y="2"/>
                  </a:lnTo>
                  <a:lnTo>
                    <a:pt x="202" y="3"/>
                  </a:lnTo>
                  <a:lnTo>
                    <a:pt x="279" y="7"/>
                  </a:lnTo>
                  <a:lnTo>
                    <a:pt x="279" y="7"/>
                  </a:lnTo>
                  <a:lnTo>
                    <a:pt x="286" y="9"/>
                  </a:lnTo>
                  <a:lnTo>
                    <a:pt x="293" y="12"/>
                  </a:lnTo>
                  <a:lnTo>
                    <a:pt x="297" y="16"/>
                  </a:lnTo>
                  <a:lnTo>
                    <a:pt x="300" y="19"/>
                  </a:lnTo>
                  <a:lnTo>
                    <a:pt x="306" y="28"/>
                  </a:lnTo>
                  <a:lnTo>
                    <a:pt x="307" y="31"/>
                  </a:lnTo>
                  <a:lnTo>
                    <a:pt x="307" y="31"/>
                  </a:lnTo>
                  <a:lnTo>
                    <a:pt x="306" y="44"/>
                  </a:lnTo>
                  <a:lnTo>
                    <a:pt x="304" y="60"/>
                  </a:lnTo>
                  <a:lnTo>
                    <a:pt x="300" y="77"/>
                  </a:lnTo>
                  <a:lnTo>
                    <a:pt x="293" y="95"/>
                  </a:lnTo>
                  <a:lnTo>
                    <a:pt x="281" y="126"/>
                  </a:lnTo>
                  <a:lnTo>
                    <a:pt x="276" y="137"/>
                  </a:lnTo>
                  <a:lnTo>
                    <a:pt x="271"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4" name="Freeform 175"/>
            <p:cNvSpPr>
              <a:spLocks/>
            </p:cNvSpPr>
            <p:nvPr/>
          </p:nvSpPr>
          <p:spPr bwMode="auto">
            <a:xfrm>
              <a:off x="9848851" y="957263"/>
              <a:ext cx="390525" cy="239713"/>
            </a:xfrm>
            <a:custGeom>
              <a:avLst/>
              <a:gdLst>
                <a:gd name="T0" fmla="*/ 228 w 246"/>
                <a:gd name="T1" fmla="*/ 133 h 151"/>
                <a:gd name="T2" fmla="*/ 228 w 246"/>
                <a:gd name="T3" fmla="*/ 133 h 151"/>
                <a:gd name="T4" fmla="*/ 223 w 246"/>
                <a:gd name="T5" fmla="*/ 139 h 151"/>
                <a:gd name="T6" fmla="*/ 214 w 246"/>
                <a:gd name="T7" fmla="*/ 140 h 151"/>
                <a:gd name="T8" fmla="*/ 193 w 246"/>
                <a:gd name="T9" fmla="*/ 146 h 151"/>
                <a:gd name="T10" fmla="*/ 165 w 246"/>
                <a:gd name="T11" fmla="*/ 149 h 151"/>
                <a:gd name="T12" fmla="*/ 128 w 246"/>
                <a:gd name="T13" fmla="*/ 151 h 151"/>
                <a:gd name="T14" fmla="*/ 128 w 246"/>
                <a:gd name="T15" fmla="*/ 151 h 151"/>
                <a:gd name="T16" fmla="*/ 93 w 246"/>
                <a:gd name="T17" fmla="*/ 149 h 151"/>
                <a:gd name="T18" fmla="*/ 61 w 246"/>
                <a:gd name="T19" fmla="*/ 147 h 151"/>
                <a:gd name="T20" fmla="*/ 40 w 246"/>
                <a:gd name="T21" fmla="*/ 144 h 151"/>
                <a:gd name="T22" fmla="*/ 28 w 246"/>
                <a:gd name="T23" fmla="*/ 142 h 151"/>
                <a:gd name="T24" fmla="*/ 28 w 246"/>
                <a:gd name="T25" fmla="*/ 142 h 151"/>
                <a:gd name="T26" fmla="*/ 24 w 246"/>
                <a:gd name="T27" fmla="*/ 137 h 151"/>
                <a:gd name="T28" fmla="*/ 21 w 246"/>
                <a:gd name="T29" fmla="*/ 125 h 151"/>
                <a:gd name="T30" fmla="*/ 10 w 246"/>
                <a:gd name="T31" fmla="*/ 95 h 151"/>
                <a:gd name="T32" fmla="*/ 2 w 246"/>
                <a:gd name="T33" fmla="*/ 60 h 151"/>
                <a:gd name="T34" fmla="*/ 0 w 246"/>
                <a:gd name="T35" fmla="*/ 44 h 151"/>
                <a:gd name="T36" fmla="*/ 0 w 246"/>
                <a:gd name="T37" fmla="*/ 31 h 151"/>
                <a:gd name="T38" fmla="*/ 0 w 246"/>
                <a:gd name="T39" fmla="*/ 31 h 151"/>
                <a:gd name="T40" fmla="*/ 2 w 246"/>
                <a:gd name="T41" fmla="*/ 28 h 151"/>
                <a:gd name="T42" fmla="*/ 5 w 246"/>
                <a:gd name="T43" fmla="*/ 21 h 151"/>
                <a:gd name="T44" fmla="*/ 7 w 246"/>
                <a:gd name="T45" fmla="*/ 16 h 151"/>
                <a:gd name="T46" fmla="*/ 10 w 246"/>
                <a:gd name="T47" fmla="*/ 12 h 151"/>
                <a:gd name="T48" fmla="*/ 16 w 246"/>
                <a:gd name="T49" fmla="*/ 9 h 151"/>
                <a:gd name="T50" fmla="*/ 21 w 246"/>
                <a:gd name="T51" fmla="*/ 7 h 151"/>
                <a:gd name="T52" fmla="*/ 21 w 246"/>
                <a:gd name="T53" fmla="*/ 7 h 151"/>
                <a:gd name="T54" fmla="*/ 84 w 246"/>
                <a:gd name="T55" fmla="*/ 3 h 151"/>
                <a:gd name="T56" fmla="*/ 132 w 246"/>
                <a:gd name="T57" fmla="*/ 2 h 151"/>
                <a:gd name="T58" fmla="*/ 179 w 246"/>
                <a:gd name="T59" fmla="*/ 0 h 151"/>
                <a:gd name="T60" fmla="*/ 179 w 246"/>
                <a:gd name="T61" fmla="*/ 0 h 151"/>
                <a:gd name="T62" fmla="*/ 221 w 246"/>
                <a:gd name="T63" fmla="*/ 2 h 151"/>
                <a:gd name="T64" fmla="*/ 235 w 246"/>
                <a:gd name="T65" fmla="*/ 3 h 151"/>
                <a:gd name="T66" fmla="*/ 235 w 246"/>
                <a:gd name="T67" fmla="*/ 3 h 151"/>
                <a:gd name="T68" fmla="*/ 242 w 246"/>
                <a:gd name="T69" fmla="*/ 26 h 151"/>
                <a:gd name="T70" fmla="*/ 244 w 246"/>
                <a:gd name="T71" fmla="*/ 46 h 151"/>
                <a:gd name="T72" fmla="*/ 246 w 246"/>
                <a:gd name="T73" fmla="*/ 65 h 151"/>
                <a:gd name="T74" fmla="*/ 246 w 246"/>
                <a:gd name="T75" fmla="*/ 86 h 151"/>
                <a:gd name="T76" fmla="*/ 242 w 246"/>
                <a:gd name="T77" fmla="*/ 105 h 151"/>
                <a:gd name="T78" fmla="*/ 241 w 246"/>
                <a:gd name="T79" fmla="*/ 114 h 151"/>
                <a:gd name="T80" fmla="*/ 237 w 246"/>
                <a:gd name="T81" fmla="*/ 123 h 151"/>
                <a:gd name="T82" fmla="*/ 234 w 246"/>
                <a:gd name="T83" fmla="*/ 128 h 151"/>
                <a:gd name="T84" fmla="*/ 228 w 246"/>
                <a:gd name="T85" fmla="*/ 13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6" h="151">
                  <a:moveTo>
                    <a:pt x="228" y="133"/>
                  </a:moveTo>
                  <a:lnTo>
                    <a:pt x="228" y="133"/>
                  </a:lnTo>
                  <a:lnTo>
                    <a:pt x="223" y="139"/>
                  </a:lnTo>
                  <a:lnTo>
                    <a:pt x="214" y="140"/>
                  </a:lnTo>
                  <a:lnTo>
                    <a:pt x="193" y="146"/>
                  </a:lnTo>
                  <a:lnTo>
                    <a:pt x="165" y="149"/>
                  </a:lnTo>
                  <a:lnTo>
                    <a:pt x="128" y="151"/>
                  </a:lnTo>
                  <a:lnTo>
                    <a:pt x="128" y="151"/>
                  </a:lnTo>
                  <a:lnTo>
                    <a:pt x="93" y="149"/>
                  </a:lnTo>
                  <a:lnTo>
                    <a:pt x="61" y="147"/>
                  </a:lnTo>
                  <a:lnTo>
                    <a:pt x="40" y="144"/>
                  </a:lnTo>
                  <a:lnTo>
                    <a:pt x="28" y="142"/>
                  </a:lnTo>
                  <a:lnTo>
                    <a:pt x="28" y="142"/>
                  </a:lnTo>
                  <a:lnTo>
                    <a:pt x="24" y="137"/>
                  </a:lnTo>
                  <a:lnTo>
                    <a:pt x="21" y="125"/>
                  </a:lnTo>
                  <a:lnTo>
                    <a:pt x="10" y="95"/>
                  </a:lnTo>
                  <a:lnTo>
                    <a:pt x="2" y="60"/>
                  </a:lnTo>
                  <a:lnTo>
                    <a:pt x="0" y="44"/>
                  </a:lnTo>
                  <a:lnTo>
                    <a:pt x="0" y="31"/>
                  </a:lnTo>
                  <a:lnTo>
                    <a:pt x="0" y="31"/>
                  </a:lnTo>
                  <a:lnTo>
                    <a:pt x="2" y="28"/>
                  </a:lnTo>
                  <a:lnTo>
                    <a:pt x="5" y="21"/>
                  </a:lnTo>
                  <a:lnTo>
                    <a:pt x="7" y="16"/>
                  </a:lnTo>
                  <a:lnTo>
                    <a:pt x="10" y="12"/>
                  </a:lnTo>
                  <a:lnTo>
                    <a:pt x="16" y="9"/>
                  </a:lnTo>
                  <a:lnTo>
                    <a:pt x="21" y="7"/>
                  </a:lnTo>
                  <a:lnTo>
                    <a:pt x="21" y="7"/>
                  </a:lnTo>
                  <a:lnTo>
                    <a:pt x="84" y="3"/>
                  </a:lnTo>
                  <a:lnTo>
                    <a:pt x="132" y="2"/>
                  </a:lnTo>
                  <a:lnTo>
                    <a:pt x="179" y="0"/>
                  </a:lnTo>
                  <a:lnTo>
                    <a:pt x="179" y="0"/>
                  </a:lnTo>
                  <a:lnTo>
                    <a:pt x="221" y="2"/>
                  </a:lnTo>
                  <a:lnTo>
                    <a:pt x="235" y="3"/>
                  </a:lnTo>
                  <a:lnTo>
                    <a:pt x="235" y="3"/>
                  </a:lnTo>
                  <a:lnTo>
                    <a:pt x="242" y="26"/>
                  </a:lnTo>
                  <a:lnTo>
                    <a:pt x="244" y="46"/>
                  </a:lnTo>
                  <a:lnTo>
                    <a:pt x="246" y="65"/>
                  </a:lnTo>
                  <a:lnTo>
                    <a:pt x="246" y="86"/>
                  </a:lnTo>
                  <a:lnTo>
                    <a:pt x="242" y="105"/>
                  </a:lnTo>
                  <a:lnTo>
                    <a:pt x="241" y="114"/>
                  </a:lnTo>
                  <a:lnTo>
                    <a:pt x="237" y="123"/>
                  </a:lnTo>
                  <a:lnTo>
                    <a:pt x="234" y="128"/>
                  </a:lnTo>
                  <a:lnTo>
                    <a:pt x="228" y="13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5" name="Freeform 176"/>
            <p:cNvSpPr>
              <a:spLocks/>
            </p:cNvSpPr>
            <p:nvPr/>
          </p:nvSpPr>
          <p:spPr bwMode="auto">
            <a:xfrm>
              <a:off x="9109076" y="2084388"/>
              <a:ext cx="688975" cy="1149350"/>
            </a:xfrm>
            <a:custGeom>
              <a:avLst/>
              <a:gdLst>
                <a:gd name="T0" fmla="*/ 91 w 434"/>
                <a:gd name="T1" fmla="*/ 14 h 724"/>
                <a:gd name="T2" fmla="*/ 0 w 434"/>
                <a:gd name="T3" fmla="*/ 218 h 724"/>
                <a:gd name="T4" fmla="*/ 148 w 434"/>
                <a:gd name="T5" fmla="*/ 285 h 724"/>
                <a:gd name="T6" fmla="*/ 132 w 434"/>
                <a:gd name="T7" fmla="*/ 379 h 724"/>
                <a:gd name="T8" fmla="*/ 434 w 434"/>
                <a:gd name="T9" fmla="*/ 724 h 724"/>
                <a:gd name="T10" fmla="*/ 387 w 434"/>
                <a:gd name="T11" fmla="*/ 550 h 724"/>
                <a:gd name="T12" fmla="*/ 142 w 434"/>
                <a:gd name="T13" fmla="*/ 0 h 724"/>
                <a:gd name="T14" fmla="*/ 91 w 434"/>
                <a:gd name="T15" fmla="*/ 14 h 7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724">
                  <a:moveTo>
                    <a:pt x="91" y="14"/>
                  </a:moveTo>
                  <a:lnTo>
                    <a:pt x="0" y="218"/>
                  </a:lnTo>
                  <a:lnTo>
                    <a:pt x="148" y="285"/>
                  </a:lnTo>
                  <a:lnTo>
                    <a:pt x="132" y="379"/>
                  </a:lnTo>
                  <a:lnTo>
                    <a:pt x="434" y="724"/>
                  </a:lnTo>
                  <a:lnTo>
                    <a:pt x="387" y="550"/>
                  </a:lnTo>
                  <a:lnTo>
                    <a:pt x="142" y="0"/>
                  </a:lnTo>
                  <a:lnTo>
                    <a:pt x="91" y="14"/>
                  </a:lnTo>
                  <a:close/>
                </a:path>
              </a:pathLst>
            </a:custGeom>
            <a:solidFill>
              <a:srgbClr val="5C5A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6" name="Freeform 177"/>
            <p:cNvSpPr>
              <a:spLocks/>
            </p:cNvSpPr>
            <p:nvPr/>
          </p:nvSpPr>
          <p:spPr bwMode="auto">
            <a:xfrm>
              <a:off x="9725026" y="2095500"/>
              <a:ext cx="285750" cy="971550"/>
            </a:xfrm>
            <a:custGeom>
              <a:avLst/>
              <a:gdLst>
                <a:gd name="T0" fmla="*/ 23 w 180"/>
                <a:gd name="T1" fmla="*/ 0 h 612"/>
                <a:gd name="T2" fmla="*/ 180 w 180"/>
                <a:gd name="T3" fmla="*/ 160 h 612"/>
                <a:gd name="T4" fmla="*/ 116 w 180"/>
                <a:gd name="T5" fmla="*/ 227 h 612"/>
                <a:gd name="T6" fmla="*/ 180 w 180"/>
                <a:gd name="T7" fmla="*/ 307 h 612"/>
                <a:gd name="T8" fmla="*/ 18 w 180"/>
                <a:gd name="T9" fmla="*/ 612 h 612"/>
                <a:gd name="T10" fmla="*/ 0 w 180"/>
                <a:gd name="T11" fmla="*/ 548 h 612"/>
                <a:gd name="T12" fmla="*/ 0 w 180"/>
                <a:gd name="T13" fmla="*/ 548 h 612"/>
                <a:gd name="T14" fmla="*/ 9 w 180"/>
                <a:gd name="T15" fmla="*/ 483 h 612"/>
                <a:gd name="T16" fmla="*/ 16 w 180"/>
                <a:gd name="T17" fmla="*/ 411 h 612"/>
                <a:gd name="T18" fmla="*/ 25 w 180"/>
                <a:gd name="T19" fmla="*/ 327 h 612"/>
                <a:gd name="T20" fmla="*/ 30 w 180"/>
                <a:gd name="T21" fmla="*/ 235 h 612"/>
                <a:gd name="T22" fmla="*/ 34 w 180"/>
                <a:gd name="T23" fmla="*/ 144 h 612"/>
                <a:gd name="T24" fmla="*/ 34 w 180"/>
                <a:gd name="T25" fmla="*/ 102 h 612"/>
                <a:gd name="T26" fmla="*/ 32 w 180"/>
                <a:gd name="T27" fmla="*/ 63 h 612"/>
                <a:gd name="T28" fmla="*/ 29 w 180"/>
                <a:gd name="T29" fmla="*/ 30 h 612"/>
                <a:gd name="T30" fmla="*/ 23 w 180"/>
                <a:gd name="T31" fmla="*/ 0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612">
                  <a:moveTo>
                    <a:pt x="23" y="0"/>
                  </a:moveTo>
                  <a:lnTo>
                    <a:pt x="180" y="160"/>
                  </a:lnTo>
                  <a:lnTo>
                    <a:pt x="116" y="227"/>
                  </a:lnTo>
                  <a:lnTo>
                    <a:pt x="180" y="307"/>
                  </a:lnTo>
                  <a:lnTo>
                    <a:pt x="18" y="612"/>
                  </a:lnTo>
                  <a:lnTo>
                    <a:pt x="0" y="548"/>
                  </a:lnTo>
                  <a:lnTo>
                    <a:pt x="0" y="548"/>
                  </a:lnTo>
                  <a:lnTo>
                    <a:pt x="9" y="483"/>
                  </a:lnTo>
                  <a:lnTo>
                    <a:pt x="16" y="411"/>
                  </a:lnTo>
                  <a:lnTo>
                    <a:pt x="25" y="327"/>
                  </a:lnTo>
                  <a:lnTo>
                    <a:pt x="30" y="235"/>
                  </a:lnTo>
                  <a:lnTo>
                    <a:pt x="34" y="144"/>
                  </a:lnTo>
                  <a:lnTo>
                    <a:pt x="34" y="102"/>
                  </a:lnTo>
                  <a:lnTo>
                    <a:pt x="32" y="63"/>
                  </a:lnTo>
                  <a:lnTo>
                    <a:pt x="29" y="30"/>
                  </a:lnTo>
                  <a:lnTo>
                    <a:pt x="23" y="0"/>
                  </a:lnTo>
                  <a:close/>
                </a:path>
              </a:pathLst>
            </a:custGeom>
            <a:solidFill>
              <a:srgbClr val="5C5A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7" name="Freeform 178"/>
            <p:cNvSpPr>
              <a:spLocks/>
            </p:cNvSpPr>
            <p:nvPr/>
          </p:nvSpPr>
          <p:spPr bwMode="auto">
            <a:xfrm>
              <a:off x="9725026" y="2095500"/>
              <a:ext cx="285750" cy="971550"/>
            </a:xfrm>
            <a:custGeom>
              <a:avLst/>
              <a:gdLst>
                <a:gd name="T0" fmla="*/ 23 w 180"/>
                <a:gd name="T1" fmla="*/ 0 h 612"/>
                <a:gd name="T2" fmla="*/ 180 w 180"/>
                <a:gd name="T3" fmla="*/ 160 h 612"/>
                <a:gd name="T4" fmla="*/ 116 w 180"/>
                <a:gd name="T5" fmla="*/ 227 h 612"/>
                <a:gd name="T6" fmla="*/ 180 w 180"/>
                <a:gd name="T7" fmla="*/ 307 h 612"/>
                <a:gd name="T8" fmla="*/ 18 w 180"/>
                <a:gd name="T9" fmla="*/ 612 h 612"/>
                <a:gd name="T10" fmla="*/ 0 w 180"/>
                <a:gd name="T11" fmla="*/ 548 h 612"/>
                <a:gd name="T12" fmla="*/ 0 w 180"/>
                <a:gd name="T13" fmla="*/ 548 h 612"/>
                <a:gd name="T14" fmla="*/ 9 w 180"/>
                <a:gd name="T15" fmla="*/ 483 h 612"/>
                <a:gd name="T16" fmla="*/ 16 w 180"/>
                <a:gd name="T17" fmla="*/ 411 h 612"/>
                <a:gd name="T18" fmla="*/ 25 w 180"/>
                <a:gd name="T19" fmla="*/ 327 h 612"/>
                <a:gd name="T20" fmla="*/ 30 w 180"/>
                <a:gd name="T21" fmla="*/ 235 h 612"/>
                <a:gd name="T22" fmla="*/ 34 w 180"/>
                <a:gd name="T23" fmla="*/ 144 h 612"/>
                <a:gd name="T24" fmla="*/ 34 w 180"/>
                <a:gd name="T25" fmla="*/ 102 h 612"/>
                <a:gd name="T26" fmla="*/ 32 w 180"/>
                <a:gd name="T27" fmla="*/ 63 h 612"/>
                <a:gd name="T28" fmla="*/ 29 w 180"/>
                <a:gd name="T29" fmla="*/ 30 h 612"/>
                <a:gd name="T30" fmla="*/ 23 w 180"/>
                <a:gd name="T31" fmla="*/ 0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612">
                  <a:moveTo>
                    <a:pt x="23" y="0"/>
                  </a:moveTo>
                  <a:lnTo>
                    <a:pt x="180" y="160"/>
                  </a:lnTo>
                  <a:lnTo>
                    <a:pt x="116" y="227"/>
                  </a:lnTo>
                  <a:lnTo>
                    <a:pt x="180" y="307"/>
                  </a:lnTo>
                  <a:lnTo>
                    <a:pt x="18" y="612"/>
                  </a:lnTo>
                  <a:lnTo>
                    <a:pt x="0" y="548"/>
                  </a:lnTo>
                  <a:lnTo>
                    <a:pt x="0" y="548"/>
                  </a:lnTo>
                  <a:lnTo>
                    <a:pt x="9" y="483"/>
                  </a:lnTo>
                  <a:lnTo>
                    <a:pt x="16" y="411"/>
                  </a:lnTo>
                  <a:lnTo>
                    <a:pt x="25" y="327"/>
                  </a:lnTo>
                  <a:lnTo>
                    <a:pt x="30" y="235"/>
                  </a:lnTo>
                  <a:lnTo>
                    <a:pt x="34" y="144"/>
                  </a:lnTo>
                  <a:lnTo>
                    <a:pt x="34" y="102"/>
                  </a:lnTo>
                  <a:lnTo>
                    <a:pt x="32" y="63"/>
                  </a:lnTo>
                  <a:lnTo>
                    <a:pt x="29" y="30"/>
                  </a:lnTo>
                  <a:lnTo>
                    <a:pt x="2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8" name="Freeform 179"/>
            <p:cNvSpPr>
              <a:spLocks/>
            </p:cNvSpPr>
            <p:nvPr/>
          </p:nvSpPr>
          <p:spPr bwMode="auto">
            <a:xfrm>
              <a:off x="9402763" y="2243138"/>
              <a:ext cx="431800" cy="722313"/>
            </a:xfrm>
            <a:custGeom>
              <a:avLst/>
              <a:gdLst>
                <a:gd name="T0" fmla="*/ 112 w 272"/>
                <a:gd name="T1" fmla="*/ 109 h 455"/>
                <a:gd name="T2" fmla="*/ 170 w 272"/>
                <a:gd name="T3" fmla="*/ 172 h 455"/>
                <a:gd name="T4" fmla="*/ 186 w 272"/>
                <a:gd name="T5" fmla="*/ 95 h 455"/>
                <a:gd name="T6" fmla="*/ 233 w 272"/>
                <a:gd name="T7" fmla="*/ 0 h 455"/>
                <a:gd name="T8" fmla="*/ 272 w 272"/>
                <a:gd name="T9" fmla="*/ 63 h 455"/>
                <a:gd name="T10" fmla="*/ 205 w 272"/>
                <a:gd name="T11" fmla="*/ 455 h 455"/>
                <a:gd name="T12" fmla="*/ 205 w 272"/>
                <a:gd name="T13" fmla="*/ 455 h 455"/>
                <a:gd name="T14" fmla="*/ 181 w 272"/>
                <a:gd name="T15" fmla="*/ 399 h 455"/>
                <a:gd name="T16" fmla="*/ 121 w 272"/>
                <a:gd name="T17" fmla="*/ 267 h 455"/>
                <a:gd name="T18" fmla="*/ 86 w 272"/>
                <a:gd name="T19" fmla="*/ 193 h 455"/>
                <a:gd name="T20" fmla="*/ 52 w 272"/>
                <a:gd name="T21" fmla="*/ 125 h 455"/>
                <a:gd name="T22" fmla="*/ 22 w 272"/>
                <a:gd name="T23" fmla="*/ 67 h 455"/>
                <a:gd name="T24" fmla="*/ 10 w 272"/>
                <a:gd name="T25" fmla="*/ 46 h 455"/>
                <a:gd name="T26" fmla="*/ 0 w 272"/>
                <a:gd name="T27" fmla="*/ 30 h 455"/>
                <a:gd name="T28" fmla="*/ 112 w 272"/>
                <a:gd name="T29" fmla="*/ 109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2" h="455">
                  <a:moveTo>
                    <a:pt x="112" y="109"/>
                  </a:moveTo>
                  <a:lnTo>
                    <a:pt x="170" y="172"/>
                  </a:lnTo>
                  <a:lnTo>
                    <a:pt x="186" y="95"/>
                  </a:lnTo>
                  <a:lnTo>
                    <a:pt x="233" y="0"/>
                  </a:lnTo>
                  <a:lnTo>
                    <a:pt x="272" y="63"/>
                  </a:lnTo>
                  <a:lnTo>
                    <a:pt x="205" y="455"/>
                  </a:lnTo>
                  <a:lnTo>
                    <a:pt x="205" y="455"/>
                  </a:lnTo>
                  <a:lnTo>
                    <a:pt x="181" y="399"/>
                  </a:lnTo>
                  <a:lnTo>
                    <a:pt x="121" y="267"/>
                  </a:lnTo>
                  <a:lnTo>
                    <a:pt x="86" y="193"/>
                  </a:lnTo>
                  <a:lnTo>
                    <a:pt x="52" y="125"/>
                  </a:lnTo>
                  <a:lnTo>
                    <a:pt x="22" y="67"/>
                  </a:lnTo>
                  <a:lnTo>
                    <a:pt x="10" y="46"/>
                  </a:lnTo>
                  <a:lnTo>
                    <a:pt x="0" y="30"/>
                  </a:lnTo>
                  <a:lnTo>
                    <a:pt x="112" y="109"/>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9" name="Freeform 180"/>
            <p:cNvSpPr>
              <a:spLocks/>
            </p:cNvSpPr>
            <p:nvPr/>
          </p:nvSpPr>
          <p:spPr bwMode="auto">
            <a:xfrm>
              <a:off x="9253538" y="1985963"/>
              <a:ext cx="327025" cy="444500"/>
            </a:xfrm>
            <a:custGeom>
              <a:avLst/>
              <a:gdLst>
                <a:gd name="T0" fmla="*/ 41 w 206"/>
                <a:gd name="T1" fmla="*/ 30 h 280"/>
                <a:gd name="T2" fmla="*/ 0 w 206"/>
                <a:gd name="T3" fmla="*/ 280 h 280"/>
                <a:gd name="T4" fmla="*/ 104 w 206"/>
                <a:gd name="T5" fmla="*/ 227 h 280"/>
                <a:gd name="T6" fmla="*/ 206 w 206"/>
                <a:gd name="T7" fmla="*/ 271 h 280"/>
                <a:gd name="T8" fmla="*/ 94 w 206"/>
                <a:gd name="T9" fmla="*/ 0 h 280"/>
                <a:gd name="T10" fmla="*/ 41 w 206"/>
                <a:gd name="T11" fmla="*/ 30 h 280"/>
              </a:gdLst>
              <a:ahLst/>
              <a:cxnLst>
                <a:cxn ang="0">
                  <a:pos x="T0" y="T1"/>
                </a:cxn>
                <a:cxn ang="0">
                  <a:pos x="T2" y="T3"/>
                </a:cxn>
                <a:cxn ang="0">
                  <a:pos x="T4" y="T5"/>
                </a:cxn>
                <a:cxn ang="0">
                  <a:pos x="T6" y="T7"/>
                </a:cxn>
                <a:cxn ang="0">
                  <a:pos x="T8" y="T9"/>
                </a:cxn>
                <a:cxn ang="0">
                  <a:pos x="T10" y="T11"/>
                </a:cxn>
              </a:cxnLst>
              <a:rect l="0" t="0" r="r" b="b"/>
              <a:pathLst>
                <a:path w="206" h="280">
                  <a:moveTo>
                    <a:pt x="41" y="30"/>
                  </a:moveTo>
                  <a:lnTo>
                    <a:pt x="0" y="280"/>
                  </a:lnTo>
                  <a:lnTo>
                    <a:pt x="104" y="227"/>
                  </a:lnTo>
                  <a:lnTo>
                    <a:pt x="206" y="271"/>
                  </a:lnTo>
                  <a:lnTo>
                    <a:pt x="94" y="0"/>
                  </a:lnTo>
                  <a:lnTo>
                    <a:pt x="41" y="3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0" name="Freeform 181"/>
            <p:cNvSpPr>
              <a:spLocks/>
            </p:cNvSpPr>
            <p:nvPr/>
          </p:nvSpPr>
          <p:spPr bwMode="auto">
            <a:xfrm>
              <a:off x="9698038" y="2019300"/>
              <a:ext cx="198438" cy="393700"/>
            </a:xfrm>
            <a:custGeom>
              <a:avLst/>
              <a:gdLst>
                <a:gd name="T0" fmla="*/ 0 w 125"/>
                <a:gd name="T1" fmla="*/ 0 h 248"/>
                <a:gd name="T2" fmla="*/ 0 w 125"/>
                <a:gd name="T3" fmla="*/ 236 h 248"/>
                <a:gd name="T4" fmla="*/ 39 w 125"/>
                <a:gd name="T5" fmla="*/ 211 h 248"/>
                <a:gd name="T6" fmla="*/ 125 w 125"/>
                <a:gd name="T7" fmla="*/ 248 h 248"/>
                <a:gd name="T8" fmla="*/ 40 w 125"/>
                <a:gd name="T9" fmla="*/ 27 h 248"/>
                <a:gd name="T10" fmla="*/ 0 w 125"/>
                <a:gd name="T11" fmla="*/ 0 h 248"/>
              </a:gdLst>
              <a:ahLst/>
              <a:cxnLst>
                <a:cxn ang="0">
                  <a:pos x="T0" y="T1"/>
                </a:cxn>
                <a:cxn ang="0">
                  <a:pos x="T2" y="T3"/>
                </a:cxn>
                <a:cxn ang="0">
                  <a:pos x="T4" y="T5"/>
                </a:cxn>
                <a:cxn ang="0">
                  <a:pos x="T6" y="T7"/>
                </a:cxn>
                <a:cxn ang="0">
                  <a:pos x="T8" y="T9"/>
                </a:cxn>
                <a:cxn ang="0">
                  <a:pos x="T10" y="T11"/>
                </a:cxn>
              </a:cxnLst>
              <a:rect l="0" t="0" r="r" b="b"/>
              <a:pathLst>
                <a:path w="125" h="248">
                  <a:moveTo>
                    <a:pt x="0" y="0"/>
                  </a:moveTo>
                  <a:lnTo>
                    <a:pt x="0" y="236"/>
                  </a:lnTo>
                  <a:lnTo>
                    <a:pt x="39" y="211"/>
                  </a:lnTo>
                  <a:lnTo>
                    <a:pt x="125" y="248"/>
                  </a:lnTo>
                  <a:lnTo>
                    <a:pt x="40" y="27"/>
                  </a:lnTo>
                  <a:lnTo>
                    <a:pt x="0"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1" name="Freeform 182"/>
            <p:cNvSpPr>
              <a:spLocks/>
            </p:cNvSpPr>
            <p:nvPr/>
          </p:nvSpPr>
          <p:spPr bwMode="auto">
            <a:xfrm>
              <a:off x="10277476" y="923925"/>
              <a:ext cx="274638" cy="290513"/>
            </a:xfrm>
            <a:custGeom>
              <a:avLst/>
              <a:gdLst>
                <a:gd name="T0" fmla="*/ 173 w 173"/>
                <a:gd name="T1" fmla="*/ 175 h 183"/>
                <a:gd name="T2" fmla="*/ 173 w 173"/>
                <a:gd name="T3" fmla="*/ 175 h 183"/>
                <a:gd name="T4" fmla="*/ 171 w 173"/>
                <a:gd name="T5" fmla="*/ 163 h 183"/>
                <a:gd name="T6" fmla="*/ 164 w 173"/>
                <a:gd name="T7" fmla="*/ 132 h 183"/>
                <a:gd name="T8" fmla="*/ 159 w 173"/>
                <a:gd name="T9" fmla="*/ 114 h 183"/>
                <a:gd name="T10" fmla="*/ 152 w 173"/>
                <a:gd name="T11" fmla="*/ 98 h 183"/>
                <a:gd name="T12" fmla="*/ 145 w 173"/>
                <a:gd name="T13" fmla="*/ 82 h 183"/>
                <a:gd name="T14" fmla="*/ 136 w 173"/>
                <a:gd name="T15" fmla="*/ 72 h 183"/>
                <a:gd name="T16" fmla="*/ 136 w 173"/>
                <a:gd name="T17" fmla="*/ 72 h 183"/>
                <a:gd name="T18" fmla="*/ 122 w 173"/>
                <a:gd name="T19" fmla="*/ 63 h 183"/>
                <a:gd name="T20" fmla="*/ 104 w 173"/>
                <a:gd name="T21" fmla="*/ 51 h 183"/>
                <a:gd name="T22" fmla="*/ 60 w 173"/>
                <a:gd name="T23" fmla="*/ 28 h 183"/>
                <a:gd name="T24" fmla="*/ 2 w 173"/>
                <a:gd name="T25" fmla="*/ 0 h 183"/>
                <a:gd name="T26" fmla="*/ 2 w 173"/>
                <a:gd name="T27" fmla="*/ 0 h 183"/>
                <a:gd name="T28" fmla="*/ 2 w 173"/>
                <a:gd name="T29" fmla="*/ 1 h 183"/>
                <a:gd name="T30" fmla="*/ 0 w 173"/>
                <a:gd name="T31" fmla="*/ 10 h 183"/>
                <a:gd name="T32" fmla="*/ 2 w 173"/>
                <a:gd name="T33" fmla="*/ 21 h 183"/>
                <a:gd name="T34" fmla="*/ 6 w 173"/>
                <a:gd name="T35" fmla="*/ 26 h 183"/>
                <a:gd name="T36" fmla="*/ 9 w 173"/>
                <a:gd name="T37" fmla="*/ 31 h 183"/>
                <a:gd name="T38" fmla="*/ 9 w 173"/>
                <a:gd name="T39" fmla="*/ 31 h 183"/>
                <a:gd name="T40" fmla="*/ 27 w 173"/>
                <a:gd name="T41" fmla="*/ 47 h 183"/>
                <a:gd name="T42" fmla="*/ 55 w 173"/>
                <a:gd name="T43" fmla="*/ 67 h 183"/>
                <a:gd name="T44" fmla="*/ 83 w 173"/>
                <a:gd name="T45" fmla="*/ 89 h 183"/>
                <a:gd name="T46" fmla="*/ 94 w 173"/>
                <a:gd name="T47" fmla="*/ 100 h 183"/>
                <a:gd name="T48" fmla="*/ 99 w 173"/>
                <a:gd name="T49" fmla="*/ 109 h 183"/>
                <a:gd name="T50" fmla="*/ 99 w 173"/>
                <a:gd name="T51" fmla="*/ 109 h 183"/>
                <a:gd name="T52" fmla="*/ 106 w 173"/>
                <a:gd name="T53" fmla="*/ 126 h 183"/>
                <a:gd name="T54" fmla="*/ 108 w 173"/>
                <a:gd name="T55" fmla="*/ 142 h 183"/>
                <a:gd name="T56" fmla="*/ 109 w 173"/>
                <a:gd name="T57" fmla="*/ 160 h 183"/>
                <a:gd name="T58" fmla="*/ 109 w 173"/>
                <a:gd name="T59" fmla="*/ 160 h 183"/>
                <a:gd name="T60" fmla="*/ 115 w 173"/>
                <a:gd name="T61" fmla="*/ 165 h 183"/>
                <a:gd name="T62" fmla="*/ 120 w 173"/>
                <a:gd name="T63" fmla="*/ 170 h 183"/>
                <a:gd name="T64" fmla="*/ 127 w 173"/>
                <a:gd name="T65" fmla="*/ 175 h 183"/>
                <a:gd name="T66" fmla="*/ 136 w 173"/>
                <a:gd name="T67" fmla="*/ 179 h 183"/>
                <a:gd name="T68" fmla="*/ 146 w 173"/>
                <a:gd name="T69" fmla="*/ 183 h 183"/>
                <a:gd name="T70" fmla="*/ 159 w 173"/>
                <a:gd name="T71" fmla="*/ 181 h 183"/>
                <a:gd name="T72" fmla="*/ 166 w 173"/>
                <a:gd name="T73" fmla="*/ 179 h 183"/>
                <a:gd name="T74" fmla="*/ 173 w 173"/>
                <a:gd name="T75" fmla="*/ 17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3" h="183">
                  <a:moveTo>
                    <a:pt x="173" y="175"/>
                  </a:moveTo>
                  <a:lnTo>
                    <a:pt x="173" y="175"/>
                  </a:lnTo>
                  <a:lnTo>
                    <a:pt x="171" y="163"/>
                  </a:lnTo>
                  <a:lnTo>
                    <a:pt x="164" y="132"/>
                  </a:lnTo>
                  <a:lnTo>
                    <a:pt x="159" y="114"/>
                  </a:lnTo>
                  <a:lnTo>
                    <a:pt x="152" y="98"/>
                  </a:lnTo>
                  <a:lnTo>
                    <a:pt x="145" y="82"/>
                  </a:lnTo>
                  <a:lnTo>
                    <a:pt x="136" y="72"/>
                  </a:lnTo>
                  <a:lnTo>
                    <a:pt x="136" y="72"/>
                  </a:lnTo>
                  <a:lnTo>
                    <a:pt x="122" y="63"/>
                  </a:lnTo>
                  <a:lnTo>
                    <a:pt x="104" y="51"/>
                  </a:lnTo>
                  <a:lnTo>
                    <a:pt x="60" y="28"/>
                  </a:lnTo>
                  <a:lnTo>
                    <a:pt x="2" y="0"/>
                  </a:lnTo>
                  <a:lnTo>
                    <a:pt x="2" y="0"/>
                  </a:lnTo>
                  <a:lnTo>
                    <a:pt x="2" y="1"/>
                  </a:lnTo>
                  <a:lnTo>
                    <a:pt x="0" y="10"/>
                  </a:lnTo>
                  <a:lnTo>
                    <a:pt x="2" y="21"/>
                  </a:lnTo>
                  <a:lnTo>
                    <a:pt x="6" y="26"/>
                  </a:lnTo>
                  <a:lnTo>
                    <a:pt x="9" y="31"/>
                  </a:lnTo>
                  <a:lnTo>
                    <a:pt x="9" y="31"/>
                  </a:lnTo>
                  <a:lnTo>
                    <a:pt x="27" y="47"/>
                  </a:lnTo>
                  <a:lnTo>
                    <a:pt x="55" y="67"/>
                  </a:lnTo>
                  <a:lnTo>
                    <a:pt x="83" y="89"/>
                  </a:lnTo>
                  <a:lnTo>
                    <a:pt x="94" y="100"/>
                  </a:lnTo>
                  <a:lnTo>
                    <a:pt x="99" y="109"/>
                  </a:lnTo>
                  <a:lnTo>
                    <a:pt x="99" y="109"/>
                  </a:lnTo>
                  <a:lnTo>
                    <a:pt x="106" y="126"/>
                  </a:lnTo>
                  <a:lnTo>
                    <a:pt x="108" y="142"/>
                  </a:lnTo>
                  <a:lnTo>
                    <a:pt x="109" y="160"/>
                  </a:lnTo>
                  <a:lnTo>
                    <a:pt x="109" y="160"/>
                  </a:lnTo>
                  <a:lnTo>
                    <a:pt x="115" y="165"/>
                  </a:lnTo>
                  <a:lnTo>
                    <a:pt x="120" y="170"/>
                  </a:lnTo>
                  <a:lnTo>
                    <a:pt x="127" y="175"/>
                  </a:lnTo>
                  <a:lnTo>
                    <a:pt x="136" y="179"/>
                  </a:lnTo>
                  <a:lnTo>
                    <a:pt x="146" y="183"/>
                  </a:lnTo>
                  <a:lnTo>
                    <a:pt x="159" y="181"/>
                  </a:lnTo>
                  <a:lnTo>
                    <a:pt x="166" y="179"/>
                  </a:lnTo>
                  <a:lnTo>
                    <a:pt x="173" y="175"/>
                  </a:lnTo>
                  <a:close/>
                </a:path>
              </a:pathLst>
            </a:custGeom>
            <a:solidFill>
              <a:srgbClr val="F7D9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2" name="Freeform 183"/>
            <p:cNvSpPr>
              <a:spLocks/>
            </p:cNvSpPr>
            <p:nvPr/>
          </p:nvSpPr>
          <p:spPr bwMode="auto">
            <a:xfrm>
              <a:off x="10277476" y="923925"/>
              <a:ext cx="274638" cy="290513"/>
            </a:xfrm>
            <a:custGeom>
              <a:avLst/>
              <a:gdLst>
                <a:gd name="T0" fmla="*/ 173 w 173"/>
                <a:gd name="T1" fmla="*/ 175 h 183"/>
                <a:gd name="T2" fmla="*/ 173 w 173"/>
                <a:gd name="T3" fmla="*/ 175 h 183"/>
                <a:gd name="T4" fmla="*/ 171 w 173"/>
                <a:gd name="T5" fmla="*/ 163 h 183"/>
                <a:gd name="T6" fmla="*/ 164 w 173"/>
                <a:gd name="T7" fmla="*/ 132 h 183"/>
                <a:gd name="T8" fmla="*/ 159 w 173"/>
                <a:gd name="T9" fmla="*/ 114 h 183"/>
                <a:gd name="T10" fmla="*/ 152 w 173"/>
                <a:gd name="T11" fmla="*/ 98 h 183"/>
                <a:gd name="T12" fmla="*/ 145 w 173"/>
                <a:gd name="T13" fmla="*/ 82 h 183"/>
                <a:gd name="T14" fmla="*/ 136 w 173"/>
                <a:gd name="T15" fmla="*/ 72 h 183"/>
                <a:gd name="T16" fmla="*/ 136 w 173"/>
                <a:gd name="T17" fmla="*/ 72 h 183"/>
                <a:gd name="T18" fmla="*/ 122 w 173"/>
                <a:gd name="T19" fmla="*/ 63 h 183"/>
                <a:gd name="T20" fmla="*/ 104 w 173"/>
                <a:gd name="T21" fmla="*/ 51 h 183"/>
                <a:gd name="T22" fmla="*/ 60 w 173"/>
                <a:gd name="T23" fmla="*/ 28 h 183"/>
                <a:gd name="T24" fmla="*/ 2 w 173"/>
                <a:gd name="T25" fmla="*/ 0 h 183"/>
                <a:gd name="T26" fmla="*/ 2 w 173"/>
                <a:gd name="T27" fmla="*/ 0 h 183"/>
                <a:gd name="T28" fmla="*/ 2 w 173"/>
                <a:gd name="T29" fmla="*/ 1 h 183"/>
                <a:gd name="T30" fmla="*/ 0 w 173"/>
                <a:gd name="T31" fmla="*/ 10 h 183"/>
                <a:gd name="T32" fmla="*/ 2 w 173"/>
                <a:gd name="T33" fmla="*/ 21 h 183"/>
                <a:gd name="T34" fmla="*/ 6 w 173"/>
                <a:gd name="T35" fmla="*/ 26 h 183"/>
                <a:gd name="T36" fmla="*/ 9 w 173"/>
                <a:gd name="T37" fmla="*/ 31 h 183"/>
                <a:gd name="T38" fmla="*/ 9 w 173"/>
                <a:gd name="T39" fmla="*/ 31 h 183"/>
                <a:gd name="T40" fmla="*/ 27 w 173"/>
                <a:gd name="T41" fmla="*/ 47 h 183"/>
                <a:gd name="T42" fmla="*/ 55 w 173"/>
                <a:gd name="T43" fmla="*/ 67 h 183"/>
                <a:gd name="T44" fmla="*/ 83 w 173"/>
                <a:gd name="T45" fmla="*/ 89 h 183"/>
                <a:gd name="T46" fmla="*/ 94 w 173"/>
                <a:gd name="T47" fmla="*/ 100 h 183"/>
                <a:gd name="T48" fmla="*/ 99 w 173"/>
                <a:gd name="T49" fmla="*/ 109 h 183"/>
                <a:gd name="T50" fmla="*/ 99 w 173"/>
                <a:gd name="T51" fmla="*/ 109 h 183"/>
                <a:gd name="T52" fmla="*/ 106 w 173"/>
                <a:gd name="T53" fmla="*/ 126 h 183"/>
                <a:gd name="T54" fmla="*/ 108 w 173"/>
                <a:gd name="T55" fmla="*/ 142 h 183"/>
                <a:gd name="T56" fmla="*/ 109 w 173"/>
                <a:gd name="T57" fmla="*/ 160 h 183"/>
                <a:gd name="T58" fmla="*/ 109 w 173"/>
                <a:gd name="T59" fmla="*/ 160 h 183"/>
                <a:gd name="T60" fmla="*/ 115 w 173"/>
                <a:gd name="T61" fmla="*/ 165 h 183"/>
                <a:gd name="T62" fmla="*/ 120 w 173"/>
                <a:gd name="T63" fmla="*/ 170 h 183"/>
                <a:gd name="T64" fmla="*/ 127 w 173"/>
                <a:gd name="T65" fmla="*/ 175 h 183"/>
                <a:gd name="T66" fmla="*/ 136 w 173"/>
                <a:gd name="T67" fmla="*/ 179 h 183"/>
                <a:gd name="T68" fmla="*/ 146 w 173"/>
                <a:gd name="T69" fmla="*/ 183 h 183"/>
                <a:gd name="T70" fmla="*/ 159 w 173"/>
                <a:gd name="T71" fmla="*/ 181 h 183"/>
                <a:gd name="T72" fmla="*/ 166 w 173"/>
                <a:gd name="T73" fmla="*/ 179 h 183"/>
                <a:gd name="T74" fmla="*/ 173 w 173"/>
                <a:gd name="T75" fmla="*/ 17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3" h="183">
                  <a:moveTo>
                    <a:pt x="173" y="175"/>
                  </a:moveTo>
                  <a:lnTo>
                    <a:pt x="173" y="175"/>
                  </a:lnTo>
                  <a:lnTo>
                    <a:pt x="171" y="163"/>
                  </a:lnTo>
                  <a:lnTo>
                    <a:pt x="164" y="132"/>
                  </a:lnTo>
                  <a:lnTo>
                    <a:pt x="159" y="114"/>
                  </a:lnTo>
                  <a:lnTo>
                    <a:pt x="152" y="98"/>
                  </a:lnTo>
                  <a:lnTo>
                    <a:pt x="145" y="82"/>
                  </a:lnTo>
                  <a:lnTo>
                    <a:pt x="136" y="72"/>
                  </a:lnTo>
                  <a:lnTo>
                    <a:pt x="136" y="72"/>
                  </a:lnTo>
                  <a:lnTo>
                    <a:pt x="122" y="63"/>
                  </a:lnTo>
                  <a:lnTo>
                    <a:pt x="104" y="51"/>
                  </a:lnTo>
                  <a:lnTo>
                    <a:pt x="60" y="28"/>
                  </a:lnTo>
                  <a:lnTo>
                    <a:pt x="2" y="0"/>
                  </a:lnTo>
                  <a:lnTo>
                    <a:pt x="2" y="0"/>
                  </a:lnTo>
                  <a:lnTo>
                    <a:pt x="2" y="1"/>
                  </a:lnTo>
                  <a:lnTo>
                    <a:pt x="0" y="10"/>
                  </a:lnTo>
                  <a:lnTo>
                    <a:pt x="2" y="21"/>
                  </a:lnTo>
                  <a:lnTo>
                    <a:pt x="6" y="26"/>
                  </a:lnTo>
                  <a:lnTo>
                    <a:pt x="9" y="31"/>
                  </a:lnTo>
                  <a:lnTo>
                    <a:pt x="9" y="31"/>
                  </a:lnTo>
                  <a:lnTo>
                    <a:pt x="27" y="47"/>
                  </a:lnTo>
                  <a:lnTo>
                    <a:pt x="55" y="67"/>
                  </a:lnTo>
                  <a:lnTo>
                    <a:pt x="83" y="89"/>
                  </a:lnTo>
                  <a:lnTo>
                    <a:pt x="94" y="100"/>
                  </a:lnTo>
                  <a:lnTo>
                    <a:pt x="99" y="109"/>
                  </a:lnTo>
                  <a:lnTo>
                    <a:pt x="99" y="109"/>
                  </a:lnTo>
                  <a:lnTo>
                    <a:pt x="106" y="126"/>
                  </a:lnTo>
                  <a:lnTo>
                    <a:pt x="108" y="142"/>
                  </a:lnTo>
                  <a:lnTo>
                    <a:pt x="109" y="160"/>
                  </a:lnTo>
                  <a:lnTo>
                    <a:pt x="109" y="160"/>
                  </a:lnTo>
                  <a:lnTo>
                    <a:pt x="115" y="165"/>
                  </a:lnTo>
                  <a:lnTo>
                    <a:pt x="120" y="170"/>
                  </a:lnTo>
                  <a:lnTo>
                    <a:pt x="127" y="175"/>
                  </a:lnTo>
                  <a:lnTo>
                    <a:pt x="136" y="179"/>
                  </a:lnTo>
                  <a:lnTo>
                    <a:pt x="146" y="183"/>
                  </a:lnTo>
                  <a:lnTo>
                    <a:pt x="159" y="181"/>
                  </a:lnTo>
                  <a:lnTo>
                    <a:pt x="166" y="179"/>
                  </a:lnTo>
                  <a:lnTo>
                    <a:pt x="173" y="17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3" name="Freeform 184"/>
            <p:cNvSpPr>
              <a:spLocks/>
            </p:cNvSpPr>
            <p:nvPr/>
          </p:nvSpPr>
          <p:spPr bwMode="auto">
            <a:xfrm>
              <a:off x="10264776" y="1023938"/>
              <a:ext cx="336550" cy="622300"/>
            </a:xfrm>
            <a:custGeom>
              <a:avLst/>
              <a:gdLst>
                <a:gd name="T0" fmla="*/ 47 w 212"/>
                <a:gd name="T1" fmla="*/ 53 h 392"/>
                <a:gd name="T2" fmla="*/ 47 w 212"/>
                <a:gd name="T3" fmla="*/ 53 h 392"/>
                <a:gd name="T4" fmla="*/ 44 w 212"/>
                <a:gd name="T5" fmla="*/ 39 h 392"/>
                <a:gd name="T6" fmla="*/ 38 w 212"/>
                <a:gd name="T7" fmla="*/ 28 h 392"/>
                <a:gd name="T8" fmla="*/ 31 w 212"/>
                <a:gd name="T9" fmla="*/ 18 h 392"/>
                <a:gd name="T10" fmla="*/ 23 w 212"/>
                <a:gd name="T11" fmla="*/ 9 h 392"/>
                <a:gd name="T12" fmla="*/ 14 w 212"/>
                <a:gd name="T13" fmla="*/ 4 h 392"/>
                <a:gd name="T14" fmla="*/ 7 w 212"/>
                <a:gd name="T15" fmla="*/ 0 h 392"/>
                <a:gd name="T16" fmla="*/ 3 w 212"/>
                <a:gd name="T17" fmla="*/ 2 h 392"/>
                <a:gd name="T18" fmla="*/ 1 w 212"/>
                <a:gd name="T19" fmla="*/ 2 h 392"/>
                <a:gd name="T20" fmla="*/ 0 w 212"/>
                <a:gd name="T21" fmla="*/ 5 h 392"/>
                <a:gd name="T22" fmla="*/ 0 w 212"/>
                <a:gd name="T23" fmla="*/ 9 h 392"/>
                <a:gd name="T24" fmla="*/ 0 w 212"/>
                <a:gd name="T25" fmla="*/ 9 h 392"/>
                <a:gd name="T26" fmla="*/ 0 w 212"/>
                <a:gd name="T27" fmla="*/ 19 h 392"/>
                <a:gd name="T28" fmla="*/ 3 w 212"/>
                <a:gd name="T29" fmla="*/ 30 h 392"/>
                <a:gd name="T30" fmla="*/ 12 w 212"/>
                <a:gd name="T31" fmla="*/ 56 h 392"/>
                <a:gd name="T32" fmla="*/ 19 w 212"/>
                <a:gd name="T33" fmla="*/ 84 h 392"/>
                <a:gd name="T34" fmla="*/ 23 w 212"/>
                <a:gd name="T35" fmla="*/ 98 h 392"/>
                <a:gd name="T36" fmla="*/ 24 w 212"/>
                <a:gd name="T37" fmla="*/ 112 h 392"/>
                <a:gd name="T38" fmla="*/ 24 w 212"/>
                <a:gd name="T39" fmla="*/ 112 h 392"/>
                <a:gd name="T40" fmla="*/ 24 w 212"/>
                <a:gd name="T41" fmla="*/ 149 h 392"/>
                <a:gd name="T42" fmla="*/ 26 w 212"/>
                <a:gd name="T43" fmla="*/ 170 h 392"/>
                <a:gd name="T44" fmla="*/ 30 w 212"/>
                <a:gd name="T45" fmla="*/ 192 h 392"/>
                <a:gd name="T46" fmla="*/ 33 w 212"/>
                <a:gd name="T47" fmla="*/ 213 h 392"/>
                <a:gd name="T48" fmla="*/ 40 w 212"/>
                <a:gd name="T49" fmla="*/ 232 h 392"/>
                <a:gd name="T50" fmla="*/ 49 w 212"/>
                <a:gd name="T51" fmla="*/ 250 h 392"/>
                <a:gd name="T52" fmla="*/ 54 w 212"/>
                <a:gd name="T53" fmla="*/ 257 h 392"/>
                <a:gd name="T54" fmla="*/ 61 w 212"/>
                <a:gd name="T55" fmla="*/ 264 h 392"/>
                <a:gd name="T56" fmla="*/ 61 w 212"/>
                <a:gd name="T57" fmla="*/ 264 h 392"/>
                <a:gd name="T58" fmla="*/ 68 w 212"/>
                <a:gd name="T59" fmla="*/ 269 h 392"/>
                <a:gd name="T60" fmla="*/ 73 w 212"/>
                <a:gd name="T61" fmla="*/ 276 h 392"/>
                <a:gd name="T62" fmla="*/ 82 w 212"/>
                <a:gd name="T63" fmla="*/ 292 h 392"/>
                <a:gd name="T64" fmla="*/ 88 w 212"/>
                <a:gd name="T65" fmla="*/ 308 h 392"/>
                <a:gd name="T66" fmla="*/ 91 w 212"/>
                <a:gd name="T67" fmla="*/ 325 h 392"/>
                <a:gd name="T68" fmla="*/ 93 w 212"/>
                <a:gd name="T69" fmla="*/ 343 h 392"/>
                <a:gd name="T70" fmla="*/ 95 w 212"/>
                <a:gd name="T71" fmla="*/ 359 h 392"/>
                <a:gd name="T72" fmla="*/ 95 w 212"/>
                <a:gd name="T73" fmla="*/ 381 h 392"/>
                <a:gd name="T74" fmla="*/ 95 w 212"/>
                <a:gd name="T75" fmla="*/ 381 h 392"/>
                <a:gd name="T76" fmla="*/ 105 w 212"/>
                <a:gd name="T77" fmla="*/ 387 h 392"/>
                <a:gd name="T78" fmla="*/ 117 w 212"/>
                <a:gd name="T79" fmla="*/ 390 h 392"/>
                <a:gd name="T80" fmla="*/ 133 w 212"/>
                <a:gd name="T81" fmla="*/ 392 h 392"/>
                <a:gd name="T82" fmla="*/ 151 w 212"/>
                <a:gd name="T83" fmla="*/ 392 h 392"/>
                <a:gd name="T84" fmla="*/ 160 w 212"/>
                <a:gd name="T85" fmla="*/ 390 h 392"/>
                <a:gd name="T86" fmla="*/ 168 w 212"/>
                <a:gd name="T87" fmla="*/ 388 h 392"/>
                <a:gd name="T88" fmla="*/ 179 w 212"/>
                <a:gd name="T89" fmla="*/ 385 h 392"/>
                <a:gd name="T90" fmla="*/ 189 w 212"/>
                <a:gd name="T91" fmla="*/ 380 h 392"/>
                <a:gd name="T92" fmla="*/ 198 w 212"/>
                <a:gd name="T93" fmla="*/ 373 h 392"/>
                <a:gd name="T94" fmla="*/ 207 w 212"/>
                <a:gd name="T95" fmla="*/ 366 h 392"/>
                <a:gd name="T96" fmla="*/ 212 w 212"/>
                <a:gd name="T97" fmla="*/ 274 h 392"/>
                <a:gd name="T98" fmla="*/ 212 w 212"/>
                <a:gd name="T99" fmla="*/ 274 h 392"/>
                <a:gd name="T100" fmla="*/ 188 w 212"/>
                <a:gd name="T101" fmla="*/ 243 h 392"/>
                <a:gd name="T102" fmla="*/ 131 w 212"/>
                <a:gd name="T103" fmla="*/ 174 h 392"/>
                <a:gd name="T104" fmla="*/ 102 w 212"/>
                <a:gd name="T105" fmla="*/ 135 h 392"/>
                <a:gd name="T106" fmla="*/ 75 w 212"/>
                <a:gd name="T107" fmla="*/ 98 h 392"/>
                <a:gd name="T108" fmla="*/ 56 w 212"/>
                <a:gd name="T109" fmla="*/ 70 h 392"/>
                <a:gd name="T110" fmla="*/ 51 w 212"/>
                <a:gd name="T111" fmla="*/ 60 h 392"/>
                <a:gd name="T112" fmla="*/ 47 w 212"/>
                <a:gd name="T113" fmla="*/ 53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2" h="392">
                  <a:moveTo>
                    <a:pt x="47" y="53"/>
                  </a:moveTo>
                  <a:lnTo>
                    <a:pt x="47" y="53"/>
                  </a:lnTo>
                  <a:lnTo>
                    <a:pt x="44" y="39"/>
                  </a:lnTo>
                  <a:lnTo>
                    <a:pt x="38" y="28"/>
                  </a:lnTo>
                  <a:lnTo>
                    <a:pt x="31" y="18"/>
                  </a:lnTo>
                  <a:lnTo>
                    <a:pt x="23" y="9"/>
                  </a:lnTo>
                  <a:lnTo>
                    <a:pt x="14" y="4"/>
                  </a:lnTo>
                  <a:lnTo>
                    <a:pt x="7" y="0"/>
                  </a:lnTo>
                  <a:lnTo>
                    <a:pt x="3" y="2"/>
                  </a:lnTo>
                  <a:lnTo>
                    <a:pt x="1" y="2"/>
                  </a:lnTo>
                  <a:lnTo>
                    <a:pt x="0" y="5"/>
                  </a:lnTo>
                  <a:lnTo>
                    <a:pt x="0" y="9"/>
                  </a:lnTo>
                  <a:lnTo>
                    <a:pt x="0" y="9"/>
                  </a:lnTo>
                  <a:lnTo>
                    <a:pt x="0" y="19"/>
                  </a:lnTo>
                  <a:lnTo>
                    <a:pt x="3" y="30"/>
                  </a:lnTo>
                  <a:lnTo>
                    <a:pt x="12" y="56"/>
                  </a:lnTo>
                  <a:lnTo>
                    <a:pt x="19" y="84"/>
                  </a:lnTo>
                  <a:lnTo>
                    <a:pt x="23" y="98"/>
                  </a:lnTo>
                  <a:lnTo>
                    <a:pt x="24" y="112"/>
                  </a:lnTo>
                  <a:lnTo>
                    <a:pt x="24" y="112"/>
                  </a:lnTo>
                  <a:lnTo>
                    <a:pt x="24" y="149"/>
                  </a:lnTo>
                  <a:lnTo>
                    <a:pt x="26" y="170"/>
                  </a:lnTo>
                  <a:lnTo>
                    <a:pt x="30" y="192"/>
                  </a:lnTo>
                  <a:lnTo>
                    <a:pt x="33" y="213"/>
                  </a:lnTo>
                  <a:lnTo>
                    <a:pt x="40" y="232"/>
                  </a:lnTo>
                  <a:lnTo>
                    <a:pt x="49" y="250"/>
                  </a:lnTo>
                  <a:lnTo>
                    <a:pt x="54" y="257"/>
                  </a:lnTo>
                  <a:lnTo>
                    <a:pt x="61" y="264"/>
                  </a:lnTo>
                  <a:lnTo>
                    <a:pt x="61" y="264"/>
                  </a:lnTo>
                  <a:lnTo>
                    <a:pt x="68" y="269"/>
                  </a:lnTo>
                  <a:lnTo>
                    <a:pt x="73" y="276"/>
                  </a:lnTo>
                  <a:lnTo>
                    <a:pt x="82" y="292"/>
                  </a:lnTo>
                  <a:lnTo>
                    <a:pt x="88" y="308"/>
                  </a:lnTo>
                  <a:lnTo>
                    <a:pt x="91" y="325"/>
                  </a:lnTo>
                  <a:lnTo>
                    <a:pt x="93" y="343"/>
                  </a:lnTo>
                  <a:lnTo>
                    <a:pt x="95" y="359"/>
                  </a:lnTo>
                  <a:lnTo>
                    <a:pt x="95" y="381"/>
                  </a:lnTo>
                  <a:lnTo>
                    <a:pt x="95" y="381"/>
                  </a:lnTo>
                  <a:lnTo>
                    <a:pt x="105" y="387"/>
                  </a:lnTo>
                  <a:lnTo>
                    <a:pt x="117" y="390"/>
                  </a:lnTo>
                  <a:lnTo>
                    <a:pt x="133" y="392"/>
                  </a:lnTo>
                  <a:lnTo>
                    <a:pt x="151" y="392"/>
                  </a:lnTo>
                  <a:lnTo>
                    <a:pt x="160" y="390"/>
                  </a:lnTo>
                  <a:lnTo>
                    <a:pt x="168" y="388"/>
                  </a:lnTo>
                  <a:lnTo>
                    <a:pt x="179" y="385"/>
                  </a:lnTo>
                  <a:lnTo>
                    <a:pt x="189" y="380"/>
                  </a:lnTo>
                  <a:lnTo>
                    <a:pt x="198" y="373"/>
                  </a:lnTo>
                  <a:lnTo>
                    <a:pt x="207" y="366"/>
                  </a:lnTo>
                  <a:lnTo>
                    <a:pt x="212" y="274"/>
                  </a:lnTo>
                  <a:lnTo>
                    <a:pt x="212" y="274"/>
                  </a:lnTo>
                  <a:lnTo>
                    <a:pt x="188" y="243"/>
                  </a:lnTo>
                  <a:lnTo>
                    <a:pt x="131" y="174"/>
                  </a:lnTo>
                  <a:lnTo>
                    <a:pt x="102" y="135"/>
                  </a:lnTo>
                  <a:lnTo>
                    <a:pt x="75" y="98"/>
                  </a:lnTo>
                  <a:lnTo>
                    <a:pt x="56" y="70"/>
                  </a:lnTo>
                  <a:lnTo>
                    <a:pt x="51" y="60"/>
                  </a:lnTo>
                  <a:lnTo>
                    <a:pt x="47" y="53"/>
                  </a:lnTo>
                  <a:close/>
                </a:path>
              </a:pathLst>
            </a:custGeom>
            <a:solidFill>
              <a:srgbClr val="F2D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4" name="Freeform 185"/>
            <p:cNvSpPr>
              <a:spLocks/>
            </p:cNvSpPr>
            <p:nvPr/>
          </p:nvSpPr>
          <p:spPr bwMode="auto">
            <a:xfrm>
              <a:off x="10264776" y="1023938"/>
              <a:ext cx="336550" cy="622300"/>
            </a:xfrm>
            <a:custGeom>
              <a:avLst/>
              <a:gdLst>
                <a:gd name="T0" fmla="*/ 47 w 212"/>
                <a:gd name="T1" fmla="*/ 53 h 392"/>
                <a:gd name="T2" fmla="*/ 47 w 212"/>
                <a:gd name="T3" fmla="*/ 53 h 392"/>
                <a:gd name="T4" fmla="*/ 44 w 212"/>
                <a:gd name="T5" fmla="*/ 39 h 392"/>
                <a:gd name="T6" fmla="*/ 38 w 212"/>
                <a:gd name="T7" fmla="*/ 28 h 392"/>
                <a:gd name="T8" fmla="*/ 31 w 212"/>
                <a:gd name="T9" fmla="*/ 18 h 392"/>
                <a:gd name="T10" fmla="*/ 23 w 212"/>
                <a:gd name="T11" fmla="*/ 9 h 392"/>
                <a:gd name="T12" fmla="*/ 14 w 212"/>
                <a:gd name="T13" fmla="*/ 4 h 392"/>
                <a:gd name="T14" fmla="*/ 7 w 212"/>
                <a:gd name="T15" fmla="*/ 0 h 392"/>
                <a:gd name="T16" fmla="*/ 3 w 212"/>
                <a:gd name="T17" fmla="*/ 2 h 392"/>
                <a:gd name="T18" fmla="*/ 1 w 212"/>
                <a:gd name="T19" fmla="*/ 2 h 392"/>
                <a:gd name="T20" fmla="*/ 0 w 212"/>
                <a:gd name="T21" fmla="*/ 5 h 392"/>
                <a:gd name="T22" fmla="*/ 0 w 212"/>
                <a:gd name="T23" fmla="*/ 9 h 392"/>
                <a:gd name="T24" fmla="*/ 0 w 212"/>
                <a:gd name="T25" fmla="*/ 9 h 392"/>
                <a:gd name="T26" fmla="*/ 0 w 212"/>
                <a:gd name="T27" fmla="*/ 19 h 392"/>
                <a:gd name="T28" fmla="*/ 3 w 212"/>
                <a:gd name="T29" fmla="*/ 30 h 392"/>
                <a:gd name="T30" fmla="*/ 12 w 212"/>
                <a:gd name="T31" fmla="*/ 56 h 392"/>
                <a:gd name="T32" fmla="*/ 19 w 212"/>
                <a:gd name="T33" fmla="*/ 84 h 392"/>
                <a:gd name="T34" fmla="*/ 23 w 212"/>
                <a:gd name="T35" fmla="*/ 98 h 392"/>
                <a:gd name="T36" fmla="*/ 24 w 212"/>
                <a:gd name="T37" fmla="*/ 112 h 392"/>
                <a:gd name="T38" fmla="*/ 24 w 212"/>
                <a:gd name="T39" fmla="*/ 112 h 392"/>
                <a:gd name="T40" fmla="*/ 24 w 212"/>
                <a:gd name="T41" fmla="*/ 149 h 392"/>
                <a:gd name="T42" fmla="*/ 26 w 212"/>
                <a:gd name="T43" fmla="*/ 170 h 392"/>
                <a:gd name="T44" fmla="*/ 30 w 212"/>
                <a:gd name="T45" fmla="*/ 192 h 392"/>
                <a:gd name="T46" fmla="*/ 33 w 212"/>
                <a:gd name="T47" fmla="*/ 213 h 392"/>
                <a:gd name="T48" fmla="*/ 40 w 212"/>
                <a:gd name="T49" fmla="*/ 232 h 392"/>
                <a:gd name="T50" fmla="*/ 49 w 212"/>
                <a:gd name="T51" fmla="*/ 250 h 392"/>
                <a:gd name="T52" fmla="*/ 54 w 212"/>
                <a:gd name="T53" fmla="*/ 257 h 392"/>
                <a:gd name="T54" fmla="*/ 61 w 212"/>
                <a:gd name="T55" fmla="*/ 264 h 392"/>
                <a:gd name="T56" fmla="*/ 61 w 212"/>
                <a:gd name="T57" fmla="*/ 264 h 392"/>
                <a:gd name="T58" fmla="*/ 68 w 212"/>
                <a:gd name="T59" fmla="*/ 269 h 392"/>
                <a:gd name="T60" fmla="*/ 73 w 212"/>
                <a:gd name="T61" fmla="*/ 276 h 392"/>
                <a:gd name="T62" fmla="*/ 82 w 212"/>
                <a:gd name="T63" fmla="*/ 292 h 392"/>
                <a:gd name="T64" fmla="*/ 88 w 212"/>
                <a:gd name="T65" fmla="*/ 308 h 392"/>
                <a:gd name="T66" fmla="*/ 91 w 212"/>
                <a:gd name="T67" fmla="*/ 325 h 392"/>
                <a:gd name="T68" fmla="*/ 93 w 212"/>
                <a:gd name="T69" fmla="*/ 343 h 392"/>
                <a:gd name="T70" fmla="*/ 95 w 212"/>
                <a:gd name="T71" fmla="*/ 359 h 392"/>
                <a:gd name="T72" fmla="*/ 95 w 212"/>
                <a:gd name="T73" fmla="*/ 381 h 392"/>
                <a:gd name="T74" fmla="*/ 95 w 212"/>
                <a:gd name="T75" fmla="*/ 381 h 392"/>
                <a:gd name="T76" fmla="*/ 105 w 212"/>
                <a:gd name="T77" fmla="*/ 387 h 392"/>
                <a:gd name="T78" fmla="*/ 117 w 212"/>
                <a:gd name="T79" fmla="*/ 390 h 392"/>
                <a:gd name="T80" fmla="*/ 133 w 212"/>
                <a:gd name="T81" fmla="*/ 392 h 392"/>
                <a:gd name="T82" fmla="*/ 151 w 212"/>
                <a:gd name="T83" fmla="*/ 392 h 392"/>
                <a:gd name="T84" fmla="*/ 160 w 212"/>
                <a:gd name="T85" fmla="*/ 390 h 392"/>
                <a:gd name="T86" fmla="*/ 168 w 212"/>
                <a:gd name="T87" fmla="*/ 388 h 392"/>
                <a:gd name="T88" fmla="*/ 179 w 212"/>
                <a:gd name="T89" fmla="*/ 385 h 392"/>
                <a:gd name="T90" fmla="*/ 189 w 212"/>
                <a:gd name="T91" fmla="*/ 380 h 392"/>
                <a:gd name="T92" fmla="*/ 198 w 212"/>
                <a:gd name="T93" fmla="*/ 373 h 392"/>
                <a:gd name="T94" fmla="*/ 207 w 212"/>
                <a:gd name="T95" fmla="*/ 366 h 392"/>
                <a:gd name="T96" fmla="*/ 212 w 212"/>
                <a:gd name="T97" fmla="*/ 274 h 392"/>
                <a:gd name="T98" fmla="*/ 212 w 212"/>
                <a:gd name="T99" fmla="*/ 274 h 392"/>
                <a:gd name="T100" fmla="*/ 188 w 212"/>
                <a:gd name="T101" fmla="*/ 243 h 392"/>
                <a:gd name="T102" fmla="*/ 131 w 212"/>
                <a:gd name="T103" fmla="*/ 174 h 392"/>
                <a:gd name="T104" fmla="*/ 102 w 212"/>
                <a:gd name="T105" fmla="*/ 135 h 392"/>
                <a:gd name="T106" fmla="*/ 75 w 212"/>
                <a:gd name="T107" fmla="*/ 98 h 392"/>
                <a:gd name="T108" fmla="*/ 56 w 212"/>
                <a:gd name="T109" fmla="*/ 70 h 392"/>
                <a:gd name="T110" fmla="*/ 51 w 212"/>
                <a:gd name="T111" fmla="*/ 60 h 392"/>
                <a:gd name="T112" fmla="*/ 47 w 212"/>
                <a:gd name="T113" fmla="*/ 53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2" h="392">
                  <a:moveTo>
                    <a:pt x="47" y="53"/>
                  </a:moveTo>
                  <a:lnTo>
                    <a:pt x="47" y="53"/>
                  </a:lnTo>
                  <a:lnTo>
                    <a:pt x="44" y="39"/>
                  </a:lnTo>
                  <a:lnTo>
                    <a:pt x="38" y="28"/>
                  </a:lnTo>
                  <a:lnTo>
                    <a:pt x="31" y="18"/>
                  </a:lnTo>
                  <a:lnTo>
                    <a:pt x="23" y="9"/>
                  </a:lnTo>
                  <a:lnTo>
                    <a:pt x="14" y="4"/>
                  </a:lnTo>
                  <a:lnTo>
                    <a:pt x="7" y="0"/>
                  </a:lnTo>
                  <a:lnTo>
                    <a:pt x="3" y="2"/>
                  </a:lnTo>
                  <a:lnTo>
                    <a:pt x="1" y="2"/>
                  </a:lnTo>
                  <a:lnTo>
                    <a:pt x="0" y="5"/>
                  </a:lnTo>
                  <a:lnTo>
                    <a:pt x="0" y="9"/>
                  </a:lnTo>
                  <a:lnTo>
                    <a:pt x="0" y="9"/>
                  </a:lnTo>
                  <a:lnTo>
                    <a:pt x="0" y="19"/>
                  </a:lnTo>
                  <a:lnTo>
                    <a:pt x="3" y="30"/>
                  </a:lnTo>
                  <a:lnTo>
                    <a:pt x="12" y="56"/>
                  </a:lnTo>
                  <a:lnTo>
                    <a:pt x="19" y="84"/>
                  </a:lnTo>
                  <a:lnTo>
                    <a:pt x="23" y="98"/>
                  </a:lnTo>
                  <a:lnTo>
                    <a:pt x="24" y="112"/>
                  </a:lnTo>
                  <a:lnTo>
                    <a:pt x="24" y="112"/>
                  </a:lnTo>
                  <a:lnTo>
                    <a:pt x="24" y="149"/>
                  </a:lnTo>
                  <a:lnTo>
                    <a:pt x="26" y="170"/>
                  </a:lnTo>
                  <a:lnTo>
                    <a:pt x="30" y="192"/>
                  </a:lnTo>
                  <a:lnTo>
                    <a:pt x="33" y="213"/>
                  </a:lnTo>
                  <a:lnTo>
                    <a:pt x="40" y="232"/>
                  </a:lnTo>
                  <a:lnTo>
                    <a:pt x="49" y="250"/>
                  </a:lnTo>
                  <a:lnTo>
                    <a:pt x="54" y="257"/>
                  </a:lnTo>
                  <a:lnTo>
                    <a:pt x="61" y="264"/>
                  </a:lnTo>
                  <a:lnTo>
                    <a:pt x="61" y="264"/>
                  </a:lnTo>
                  <a:lnTo>
                    <a:pt x="68" y="269"/>
                  </a:lnTo>
                  <a:lnTo>
                    <a:pt x="73" y="276"/>
                  </a:lnTo>
                  <a:lnTo>
                    <a:pt x="82" y="292"/>
                  </a:lnTo>
                  <a:lnTo>
                    <a:pt x="88" y="308"/>
                  </a:lnTo>
                  <a:lnTo>
                    <a:pt x="91" y="325"/>
                  </a:lnTo>
                  <a:lnTo>
                    <a:pt x="93" y="343"/>
                  </a:lnTo>
                  <a:lnTo>
                    <a:pt x="95" y="359"/>
                  </a:lnTo>
                  <a:lnTo>
                    <a:pt x="95" y="381"/>
                  </a:lnTo>
                  <a:lnTo>
                    <a:pt x="95" y="381"/>
                  </a:lnTo>
                  <a:lnTo>
                    <a:pt x="105" y="387"/>
                  </a:lnTo>
                  <a:lnTo>
                    <a:pt x="117" y="390"/>
                  </a:lnTo>
                  <a:lnTo>
                    <a:pt x="133" y="392"/>
                  </a:lnTo>
                  <a:lnTo>
                    <a:pt x="151" y="392"/>
                  </a:lnTo>
                  <a:lnTo>
                    <a:pt x="160" y="390"/>
                  </a:lnTo>
                  <a:lnTo>
                    <a:pt x="168" y="388"/>
                  </a:lnTo>
                  <a:lnTo>
                    <a:pt x="179" y="385"/>
                  </a:lnTo>
                  <a:lnTo>
                    <a:pt x="189" y="380"/>
                  </a:lnTo>
                  <a:lnTo>
                    <a:pt x="198" y="373"/>
                  </a:lnTo>
                  <a:lnTo>
                    <a:pt x="207" y="366"/>
                  </a:lnTo>
                  <a:lnTo>
                    <a:pt x="212" y="274"/>
                  </a:lnTo>
                  <a:lnTo>
                    <a:pt x="212" y="274"/>
                  </a:lnTo>
                  <a:lnTo>
                    <a:pt x="188" y="243"/>
                  </a:lnTo>
                  <a:lnTo>
                    <a:pt x="131" y="174"/>
                  </a:lnTo>
                  <a:lnTo>
                    <a:pt x="102" y="135"/>
                  </a:lnTo>
                  <a:lnTo>
                    <a:pt x="75" y="98"/>
                  </a:lnTo>
                  <a:lnTo>
                    <a:pt x="56" y="70"/>
                  </a:lnTo>
                  <a:lnTo>
                    <a:pt x="51" y="60"/>
                  </a:lnTo>
                  <a:lnTo>
                    <a:pt x="47" y="5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5" name="Freeform 186"/>
            <p:cNvSpPr>
              <a:spLocks/>
            </p:cNvSpPr>
            <p:nvPr/>
          </p:nvSpPr>
          <p:spPr bwMode="auto">
            <a:xfrm>
              <a:off x="10347326" y="1116013"/>
              <a:ext cx="254000" cy="412750"/>
            </a:xfrm>
            <a:custGeom>
              <a:avLst/>
              <a:gdLst>
                <a:gd name="T0" fmla="*/ 134 w 160"/>
                <a:gd name="T1" fmla="*/ 46 h 260"/>
                <a:gd name="T2" fmla="*/ 134 w 160"/>
                <a:gd name="T3" fmla="*/ 46 h 260"/>
                <a:gd name="T4" fmla="*/ 97 w 160"/>
                <a:gd name="T5" fmla="*/ 23 h 260"/>
                <a:gd name="T6" fmla="*/ 65 w 160"/>
                <a:gd name="T7" fmla="*/ 7 h 260"/>
                <a:gd name="T8" fmla="*/ 53 w 160"/>
                <a:gd name="T9" fmla="*/ 2 h 260"/>
                <a:gd name="T10" fmla="*/ 43 w 160"/>
                <a:gd name="T11" fmla="*/ 0 h 260"/>
                <a:gd name="T12" fmla="*/ 43 w 160"/>
                <a:gd name="T13" fmla="*/ 0 h 260"/>
                <a:gd name="T14" fmla="*/ 39 w 160"/>
                <a:gd name="T15" fmla="*/ 2 h 260"/>
                <a:gd name="T16" fmla="*/ 36 w 160"/>
                <a:gd name="T17" fmla="*/ 4 h 260"/>
                <a:gd name="T18" fmla="*/ 27 w 160"/>
                <a:gd name="T19" fmla="*/ 11 h 260"/>
                <a:gd name="T20" fmla="*/ 20 w 160"/>
                <a:gd name="T21" fmla="*/ 21 h 260"/>
                <a:gd name="T22" fmla="*/ 13 w 160"/>
                <a:gd name="T23" fmla="*/ 33 h 260"/>
                <a:gd name="T24" fmla="*/ 7 w 160"/>
                <a:gd name="T25" fmla="*/ 46 h 260"/>
                <a:gd name="T26" fmla="*/ 2 w 160"/>
                <a:gd name="T27" fmla="*/ 58 h 260"/>
                <a:gd name="T28" fmla="*/ 0 w 160"/>
                <a:gd name="T29" fmla="*/ 69 h 260"/>
                <a:gd name="T30" fmla="*/ 2 w 160"/>
                <a:gd name="T31" fmla="*/ 76 h 260"/>
                <a:gd name="T32" fmla="*/ 2 w 160"/>
                <a:gd name="T33" fmla="*/ 76 h 260"/>
                <a:gd name="T34" fmla="*/ 7 w 160"/>
                <a:gd name="T35" fmla="*/ 86 h 260"/>
                <a:gd name="T36" fmla="*/ 13 w 160"/>
                <a:gd name="T37" fmla="*/ 91 h 260"/>
                <a:gd name="T38" fmla="*/ 20 w 160"/>
                <a:gd name="T39" fmla="*/ 97 h 260"/>
                <a:gd name="T40" fmla="*/ 20 w 160"/>
                <a:gd name="T41" fmla="*/ 97 h 260"/>
                <a:gd name="T42" fmla="*/ 13 w 160"/>
                <a:gd name="T43" fmla="*/ 114 h 260"/>
                <a:gd name="T44" fmla="*/ 9 w 160"/>
                <a:gd name="T45" fmla="*/ 127 h 260"/>
                <a:gd name="T46" fmla="*/ 9 w 160"/>
                <a:gd name="T47" fmla="*/ 132 h 260"/>
                <a:gd name="T48" fmla="*/ 11 w 160"/>
                <a:gd name="T49" fmla="*/ 137 h 260"/>
                <a:gd name="T50" fmla="*/ 11 w 160"/>
                <a:gd name="T51" fmla="*/ 137 h 260"/>
                <a:gd name="T52" fmla="*/ 18 w 160"/>
                <a:gd name="T53" fmla="*/ 144 h 260"/>
                <a:gd name="T54" fmla="*/ 27 w 160"/>
                <a:gd name="T55" fmla="*/ 149 h 260"/>
                <a:gd name="T56" fmla="*/ 37 w 160"/>
                <a:gd name="T57" fmla="*/ 155 h 260"/>
                <a:gd name="T58" fmla="*/ 37 w 160"/>
                <a:gd name="T59" fmla="*/ 155 h 260"/>
                <a:gd name="T60" fmla="*/ 34 w 160"/>
                <a:gd name="T61" fmla="*/ 162 h 260"/>
                <a:gd name="T62" fmla="*/ 32 w 160"/>
                <a:gd name="T63" fmla="*/ 178 h 260"/>
                <a:gd name="T64" fmla="*/ 32 w 160"/>
                <a:gd name="T65" fmla="*/ 186 h 260"/>
                <a:gd name="T66" fmla="*/ 34 w 160"/>
                <a:gd name="T67" fmla="*/ 195 h 260"/>
                <a:gd name="T68" fmla="*/ 39 w 160"/>
                <a:gd name="T69" fmla="*/ 200 h 260"/>
                <a:gd name="T70" fmla="*/ 44 w 160"/>
                <a:gd name="T71" fmla="*/ 204 h 260"/>
                <a:gd name="T72" fmla="*/ 50 w 160"/>
                <a:gd name="T73" fmla="*/ 206 h 260"/>
                <a:gd name="T74" fmla="*/ 50 w 160"/>
                <a:gd name="T75" fmla="*/ 206 h 260"/>
                <a:gd name="T76" fmla="*/ 50 w 160"/>
                <a:gd name="T77" fmla="*/ 213 h 260"/>
                <a:gd name="T78" fmla="*/ 51 w 160"/>
                <a:gd name="T79" fmla="*/ 220 h 260"/>
                <a:gd name="T80" fmla="*/ 55 w 160"/>
                <a:gd name="T81" fmla="*/ 228 h 260"/>
                <a:gd name="T82" fmla="*/ 60 w 160"/>
                <a:gd name="T83" fmla="*/ 237 h 260"/>
                <a:gd name="T84" fmla="*/ 69 w 160"/>
                <a:gd name="T85" fmla="*/ 246 h 260"/>
                <a:gd name="T86" fmla="*/ 79 w 160"/>
                <a:gd name="T87" fmla="*/ 253 h 260"/>
                <a:gd name="T88" fmla="*/ 87 w 160"/>
                <a:gd name="T89" fmla="*/ 255 h 260"/>
                <a:gd name="T90" fmla="*/ 95 w 160"/>
                <a:gd name="T91" fmla="*/ 257 h 260"/>
                <a:gd name="T92" fmla="*/ 95 w 160"/>
                <a:gd name="T93" fmla="*/ 257 h 260"/>
                <a:gd name="T94" fmla="*/ 123 w 160"/>
                <a:gd name="T95" fmla="*/ 260 h 260"/>
                <a:gd name="T96" fmla="*/ 145 w 160"/>
                <a:gd name="T97" fmla="*/ 260 h 260"/>
                <a:gd name="T98" fmla="*/ 157 w 160"/>
                <a:gd name="T99" fmla="*/ 258 h 260"/>
                <a:gd name="T100" fmla="*/ 160 w 160"/>
                <a:gd name="T101" fmla="*/ 257 h 260"/>
                <a:gd name="T102" fmla="*/ 160 w 160"/>
                <a:gd name="T103" fmla="*/ 257 h 260"/>
                <a:gd name="T104" fmla="*/ 160 w 160"/>
                <a:gd name="T105" fmla="*/ 239 h 260"/>
                <a:gd name="T106" fmla="*/ 159 w 160"/>
                <a:gd name="T107" fmla="*/ 193 h 260"/>
                <a:gd name="T108" fmla="*/ 157 w 160"/>
                <a:gd name="T109" fmla="*/ 162 h 260"/>
                <a:gd name="T110" fmla="*/ 152 w 160"/>
                <a:gd name="T111" fmla="*/ 125 h 260"/>
                <a:gd name="T112" fmla="*/ 145 w 160"/>
                <a:gd name="T113" fmla="*/ 86 h 260"/>
                <a:gd name="T114" fmla="*/ 134 w 160"/>
                <a:gd name="T115" fmla="*/ 4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 h="260">
                  <a:moveTo>
                    <a:pt x="134" y="46"/>
                  </a:moveTo>
                  <a:lnTo>
                    <a:pt x="134" y="46"/>
                  </a:lnTo>
                  <a:lnTo>
                    <a:pt x="97" y="23"/>
                  </a:lnTo>
                  <a:lnTo>
                    <a:pt x="65" y="7"/>
                  </a:lnTo>
                  <a:lnTo>
                    <a:pt x="53" y="2"/>
                  </a:lnTo>
                  <a:lnTo>
                    <a:pt x="43" y="0"/>
                  </a:lnTo>
                  <a:lnTo>
                    <a:pt x="43" y="0"/>
                  </a:lnTo>
                  <a:lnTo>
                    <a:pt x="39" y="2"/>
                  </a:lnTo>
                  <a:lnTo>
                    <a:pt x="36" y="4"/>
                  </a:lnTo>
                  <a:lnTo>
                    <a:pt x="27" y="11"/>
                  </a:lnTo>
                  <a:lnTo>
                    <a:pt x="20" y="21"/>
                  </a:lnTo>
                  <a:lnTo>
                    <a:pt x="13" y="33"/>
                  </a:lnTo>
                  <a:lnTo>
                    <a:pt x="7" y="46"/>
                  </a:lnTo>
                  <a:lnTo>
                    <a:pt x="2" y="58"/>
                  </a:lnTo>
                  <a:lnTo>
                    <a:pt x="0" y="69"/>
                  </a:lnTo>
                  <a:lnTo>
                    <a:pt x="2" y="76"/>
                  </a:lnTo>
                  <a:lnTo>
                    <a:pt x="2" y="76"/>
                  </a:lnTo>
                  <a:lnTo>
                    <a:pt x="7" y="86"/>
                  </a:lnTo>
                  <a:lnTo>
                    <a:pt x="13" y="91"/>
                  </a:lnTo>
                  <a:lnTo>
                    <a:pt x="20" y="97"/>
                  </a:lnTo>
                  <a:lnTo>
                    <a:pt x="20" y="97"/>
                  </a:lnTo>
                  <a:lnTo>
                    <a:pt x="13" y="114"/>
                  </a:lnTo>
                  <a:lnTo>
                    <a:pt x="9" y="127"/>
                  </a:lnTo>
                  <a:lnTo>
                    <a:pt x="9" y="132"/>
                  </a:lnTo>
                  <a:lnTo>
                    <a:pt x="11" y="137"/>
                  </a:lnTo>
                  <a:lnTo>
                    <a:pt x="11" y="137"/>
                  </a:lnTo>
                  <a:lnTo>
                    <a:pt x="18" y="144"/>
                  </a:lnTo>
                  <a:lnTo>
                    <a:pt x="27" y="149"/>
                  </a:lnTo>
                  <a:lnTo>
                    <a:pt x="37" y="155"/>
                  </a:lnTo>
                  <a:lnTo>
                    <a:pt x="37" y="155"/>
                  </a:lnTo>
                  <a:lnTo>
                    <a:pt x="34" y="162"/>
                  </a:lnTo>
                  <a:lnTo>
                    <a:pt x="32" y="178"/>
                  </a:lnTo>
                  <a:lnTo>
                    <a:pt x="32" y="186"/>
                  </a:lnTo>
                  <a:lnTo>
                    <a:pt x="34" y="195"/>
                  </a:lnTo>
                  <a:lnTo>
                    <a:pt x="39" y="200"/>
                  </a:lnTo>
                  <a:lnTo>
                    <a:pt x="44" y="204"/>
                  </a:lnTo>
                  <a:lnTo>
                    <a:pt x="50" y="206"/>
                  </a:lnTo>
                  <a:lnTo>
                    <a:pt x="50" y="206"/>
                  </a:lnTo>
                  <a:lnTo>
                    <a:pt x="50" y="213"/>
                  </a:lnTo>
                  <a:lnTo>
                    <a:pt x="51" y="220"/>
                  </a:lnTo>
                  <a:lnTo>
                    <a:pt x="55" y="228"/>
                  </a:lnTo>
                  <a:lnTo>
                    <a:pt x="60" y="237"/>
                  </a:lnTo>
                  <a:lnTo>
                    <a:pt x="69" y="246"/>
                  </a:lnTo>
                  <a:lnTo>
                    <a:pt x="79" y="253"/>
                  </a:lnTo>
                  <a:lnTo>
                    <a:pt x="87" y="255"/>
                  </a:lnTo>
                  <a:lnTo>
                    <a:pt x="95" y="257"/>
                  </a:lnTo>
                  <a:lnTo>
                    <a:pt x="95" y="257"/>
                  </a:lnTo>
                  <a:lnTo>
                    <a:pt x="123" y="260"/>
                  </a:lnTo>
                  <a:lnTo>
                    <a:pt x="145" y="260"/>
                  </a:lnTo>
                  <a:lnTo>
                    <a:pt x="157" y="258"/>
                  </a:lnTo>
                  <a:lnTo>
                    <a:pt x="160" y="257"/>
                  </a:lnTo>
                  <a:lnTo>
                    <a:pt x="160" y="257"/>
                  </a:lnTo>
                  <a:lnTo>
                    <a:pt x="160" y="239"/>
                  </a:lnTo>
                  <a:lnTo>
                    <a:pt x="159" y="193"/>
                  </a:lnTo>
                  <a:lnTo>
                    <a:pt x="157" y="162"/>
                  </a:lnTo>
                  <a:lnTo>
                    <a:pt x="152" y="125"/>
                  </a:lnTo>
                  <a:lnTo>
                    <a:pt x="145" y="86"/>
                  </a:lnTo>
                  <a:lnTo>
                    <a:pt x="134" y="46"/>
                  </a:lnTo>
                  <a:close/>
                </a:path>
              </a:pathLst>
            </a:custGeom>
            <a:solidFill>
              <a:srgbClr val="FFE9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6" name="Freeform 187"/>
            <p:cNvSpPr>
              <a:spLocks/>
            </p:cNvSpPr>
            <p:nvPr/>
          </p:nvSpPr>
          <p:spPr bwMode="auto">
            <a:xfrm>
              <a:off x="10347326" y="1116013"/>
              <a:ext cx="254000" cy="412750"/>
            </a:xfrm>
            <a:custGeom>
              <a:avLst/>
              <a:gdLst>
                <a:gd name="T0" fmla="*/ 134 w 160"/>
                <a:gd name="T1" fmla="*/ 46 h 260"/>
                <a:gd name="T2" fmla="*/ 134 w 160"/>
                <a:gd name="T3" fmla="*/ 46 h 260"/>
                <a:gd name="T4" fmla="*/ 97 w 160"/>
                <a:gd name="T5" fmla="*/ 23 h 260"/>
                <a:gd name="T6" fmla="*/ 65 w 160"/>
                <a:gd name="T7" fmla="*/ 7 h 260"/>
                <a:gd name="T8" fmla="*/ 53 w 160"/>
                <a:gd name="T9" fmla="*/ 2 h 260"/>
                <a:gd name="T10" fmla="*/ 43 w 160"/>
                <a:gd name="T11" fmla="*/ 0 h 260"/>
                <a:gd name="T12" fmla="*/ 43 w 160"/>
                <a:gd name="T13" fmla="*/ 0 h 260"/>
                <a:gd name="T14" fmla="*/ 39 w 160"/>
                <a:gd name="T15" fmla="*/ 2 h 260"/>
                <a:gd name="T16" fmla="*/ 36 w 160"/>
                <a:gd name="T17" fmla="*/ 4 h 260"/>
                <a:gd name="T18" fmla="*/ 27 w 160"/>
                <a:gd name="T19" fmla="*/ 11 h 260"/>
                <a:gd name="T20" fmla="*/ 20 w 160"/>
                <a:gd name="T21" fmla="*/ 21 h 260"/>
                <a:gd name="T22" fmla="*/ 13 w 160"/>
                <a:gd name="T23" fmla="*/ 33 h 260"/>
                <a:gd name="T24" fmla="*/ 7 w 160"/>
                <a:gd name="T25" fmla="*/ 46 h 260"/>
                <a:gd name="T26" fmla="*/ 2 w 160"/>
                <a:gd name="T27" fmla="*/ 58 h 260"/>
                <a:gd name="T28" fmla="*/ 0 w 160"/>
                <a:gd name="T29" fmla="*/ 69 h 260"/>
                <a:gd name="T30" fmla="*/ 2 w 160"/>
                <a:gd name="T31" fmla="*/ 76 h 260"/>
                <a:gd name="T32" fmla="*/ 2 w 160"/>
                <a:gd name="T33" fmla="*/ 76 h 260"/>
                <a:gd name="T34" fmla="*/ 7 w 160"/>
                <a:gd name="T35" fmla="*/ 86 h 260"/>
                <a:gd name="T36" fmla="*/ 13 w 160"/>
                <a:gd name="T37" fmla="*/ 91 h 260"/>
                <a:gd name="T38" fmla="*/ 20 w 160"/>
                <a:gd name="T39" fmla="*/ 97 h 260"/>
                <a:gd name="T40" fmla="*/ 20 w 160"/>
                <a:gd name="T41" fmla="*/ 97 h 260"/>
                <a:gd name="T42" fmla="*/ 13 w 160"/>
                <a:gd name="T43" fmla="*/ 114 h 260"/>
                <a:gd name="T44" fmla="*/ 9 w 160"/>
                <a:gd name="T45" fmla="*/ 127 h 260"/>
                <a:gd name="T46" fmla="*/ 9 w 160"/>
                <a:gd name="T47" fmla="*/ 132 h 260"/>
                <a:gd name="T48" fmla="*/ 11 w 160"/>
                <a:gd name="T49" fmla="*/ 137 h 260"/>
                <a:gd name="T50" fmla="*/ 11 w 160"/>
                <a:gd name="T51" fmla="*/ 137 h 260"/>
                <a:gd name="T52" fmla="*/ 18 w 160"/>
                <a:gd name="T53" fmla="*/ 144 h 260"/>
                <a:gd name="T54" fmla="*/ 27 w 160"/>
                <a:gd name="T55" fmla="*/ 149 h 260"/>
                <a:gd name="T56" fmla="*/ 37 w 160"/>
                <a:gd name="T57" fmla="*/ 155 h 260"/>
                <a:gd name="T58" fmla="*/ 37 w 160"/>
                <a:gd name="T59" fmla="*/ 155 h 260"/>
                <a:gd name="T60" fmla="*/ 34 w 160"/>
                <a:gd name="T61" fmla="*/ 162 h 260"/>
                <a:gd name="T62" fmla="*/ 32 w 160"/>
                <a:gd name="T63" fmla="*/ 178 h 260"/>
                <a:gd name="T64" fmla="*/ 32 w 160"/>
                <a:gd name="T65" fmla="*/ 186 h 260"/>
                <a:gd name="T66" fmla="*/ 34 w 160"/>
                <a:gd name="T67" fmla="*/ 195 h 260"/>
                <a:gd name="T68" fmla="*/ 39 w 160"/>
                <a:gd name="T69" fmla="*/ 200 h 260"/>
                <a:gd name="T70" fmla="*/ 44 w 160"/>
                <a:gd name="T71" fmla="*/ 204 h 260"/>
                <a:gd name="T72" fmla="*/ 50 w 160"/>
                <a:gd name="T73" fmla="*/ 206 h 260"/>
                <a:gd name="T74" fmla="*/ 50 w 160"/>
                <a:gd name="T75" fmla="*/ 206 h 260"/>
                <a:gd name="T76" fmla="*/ 50 w 160"/>
                <a:gd name="T77" fmla="*/ 213 h 260"/>
                <a:gd name="T78" fmla="*/ 51 w 160"/>
                <a:gd name="T79" fmla="*/ 220 h 260"/>
                <a:gd name="T80" fmla="*/ 55 w 160"/>
                <a:gd name="T81" fmla="*/ 228 h 260"/>
                <a:gd name="T82" fmla="*/ 60 w 160"/>
                <a:gd name="T83" fmla="*/ 237 h 260"/>
                <a:gd name="T84" fmla="*/ 69 w 160"/>
                <a:gd name="T85" fmla="*/ 246 h 260"/>
                <a:gd name="T86" fmla="*/ 79 w 160"/>
                <a:gd name="T87" fmla="*/ 253 h 260"/>
                <a:gd name="T88" fmla="*/ 87 w 160"/>
                <a:gd name="T89" fmla="*/ 255 h 260"/>
                <a:gd name="T90" fmla="*/ 95 w 160"/>
                <a:gd name="T91" fmla="*/ 257 h 260"/>
                <a:gd name="T92" fmla="*/ 95 w 160"/>
                <a:gd name="T93" fmla="*/ 257 h 260"/>
                <a:gd name="T94" fmla="*/ 123 w 160"/>
                <a:gd name="T95" fmla="*/ 260 h 260"/>
                <a:gd name="T96" fmla="*/ 145 w 160"/>
                <a:gd name="T97" fmla="*/ 260 h 260"/>
                <a:gd name="T98" fmla="*/ 157 w 160"/>
                <a:gd name="T99" fmla="*/ 258 h 260"/>
                <a:gd name="T100" fmla="*/ 160 w 160"/>
                <a:gd name="T101" fmla="*/ 257 h 260"/>
                <a:gd name="T102" fmla="*/ 160 w 160"/>
                <a:gd name="T103" fmla="*/ 257 h 260"/>
                <a:gd name="T104" fmla="*/ 160 w 160"/>
                <a:gd name="T105" fmla="*/ 239 h 260"/>
                <a:gd name="T106" fmla="*/ 159 w 160"/>
                <a:gd name="T107" fmla="*/ 193 h 260"/>
                <a:gd name="T108" fmla="*/ 157 w 160"/>
                <a:gd name="T109" fmla="*/ 162 h 260"/>
                <a:gd name="T110" fmla="*/ 152 w 160"/>
                <a:gd name="T111" fmla="*/ 125 h 260"/>
                <a:gd name="T112" fmla="*/ 145 w 160"/>
                <a:gd name="T113" fmla="*/ 86 h 260"/>
                <a:gd name="T114" fmla="*/ 134 w 160"/>
                <a:gd name="T115" fmla="*/ 4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 h="260">
                  <a:moveTo>
                    <a:pt x="134" y="46"/>
                  </a:moveTo>
                  <a:lnTo>
                    <a:pt x="134" y="46"/>
                  </a:lnTo>
                  <a:lnTo>
                    <a:pt x="97" y="23"/>
                  </a:lnTo>
                  <a:lnTo>
                    <a:pt x="65" y="7"/>
                  </a:lnTo>
                  <a:lnTo>
                    <a:pt x="53" y="2"/>
                  </a:lnTo>
                  <a:lnTo>
                    <a:pt x="43" y="0"/>
                  </a:lnTo>
                  <a:lnTo>
                    <a:pt x="43" y="0"/>
                  </a:lnTo>
                  <a:lnTo>
                    <a:pt x="39" y="2"/>
                  </a:lnTo>
                  <a:lnTo>
                    <a:pt x="36" y="4"/>
                  </a:lnTo>
                  <a:lnTo>
                    <a:pt x="27" y="11"/>
                  </a:lnTo>
                  <a:lnTo>
                    <a:pt x="20" y="21"/>
                  </a:lnTo>
                  <a:lnTo>
                    <a:pt x="13" y="33"/>
                  </a:lnTo>
                  <a:lnTo>
                    <a:pt x="7" y="46"/>
                  </a:lnTo>
                  <a:lnTo>
                    <a:pt x="2" y="58"/>
                  </a:lnTo>
                  <a:lnTo>
                    <a:pt x="0" y="69"/>
                  </a:lnTo>
                  <a:lnTo>
                    <a:pt x="2" y="76"/>
                  </a:lnTo>
                  <a:lnTo>
                    <a:pt x="2" y="76"/>
                  </a:lnTo>
                  <a:lnTo>
                    <a:pt x="7" y="86"/>
                  </a:lnTo>
                  <a:lnTo>
                    <a:pt x="13" y="91"/>
                  </a:lnTo>
                  <a:lnTo>
                    <a:pt x="20" y="97"/>
                  </a:lnTo>
                  <a:lnTo>
                    <a:pt x="20" y="97"/>
                  </a:lnTo>
                  <a:lnTo>
                    <a:pt x="13" y="114"/>
                  </a:lnTo>
                  <a:lnTo>
                    <a:pt x="9" y="127"/>
                  </a:lnTo>
                  <a:lnTo>
                    <a:pt x="9" y="132"/>
                  </a:lnTo>
                  <a:lnTo>
                    <a:pt x="11" y="137"/>
                  </a:lnTo>
                  <a:lnTo>
                    <a:pt x="11" y="137"/>
                  </a:lnTo>
                  <a:lnTo>
                    <a:pt x="18" y="144"/>
                  </a:lnTo>
                  <a:lnTo>
                    <a:pt x="27" y="149"/>
                  </a:lnTo>
                  <a:lnTo>
                    <a:pt x="37" y="155"/>
                  </a:lnTo>
                  <a:lnTo>
                    <a:pt x="37" y="155"/>
                  </a:lnTo>
                  <a:lnTo>
                    <a:pt x="34" y="162"/>
                  </a:lnTo>
                  <a:lnTo>
                    <a:pt x="32" y="178"/>
                  </a:lnTo>
                  <a:lnTo>
                    <a:pt x="32" y="186"/>
                  </a:lnTo>
                  <a:lnTo>
                    <a:pt x="34" y="195"/>
                  </a:lnTo>
                  <a:lnTo>
                    <a:pt x="39" y="200"/>
                  </a:lnTo>
                  <a:lnTo>
                    <a:pt x="44" y="204"/>
                  </a:lnTo>
                  <a:lnTo>
                    <a:pt x="50" y="206"/>
                  </a:lnTo>
                  <a:lnTo>
                    <a:pt x="50" y="206"/>
                  </a:lnTo>
                  <a:lnTo>
                    <a:pt x="50" y="213"/>
                  </a:lnTo>
                  <a:lnTo>
                    <a:pt x="51" y="220"/>
                  </a:lnTo>
                  <a:lnTo>
                    <a:pt x="55" y="228"/>
                  </a:lnTo>
                  <a:lnTo>
                    <a:pt x="60" y="237"/>
                  </a:lnTo>
                  <a:lnTo>
                    <a:pt x="69" y="246"/>
                  </a:lnTo>
                  <a:lnTo>
                    <a:pt x="79" y="253"/>
                  </a:lnTo>
                  <a:lnTo>
                    <a:pt x="87" y="255"/>
                  </a:lnTo>
                  <a:lnTo>
                    <a:pt x="95" y="257"/>
                  </a:lnTo>
                  <a:lnTo>
                    <a:pt x="95" y="257"/>
                  </a:lnTo>
                  <a:lnTo>
                    <a:pt x="123" y="260"/>
                  </a:lnTo>
                  <a:lnTo>
                    <a:pt x="145" y="260"/>
                  </a:lnTo>
                  <a:lnTo>
                    <a:pt x="157" y="258"/>
                  </a:lnTo>
                  <a:lnTo>
                    <a:pt x="160" y="257"/>
                  </a:lnTo>
                  <a:lnTo>
                    <a:pt x="160" y="257"/>
                  </a:lnTo>
                  <a:lnTo>
                    <a:pt x="160" y="239"/>
                  </a:lnTo>
                  <a:lnTo>
                    <a:pt x="159" y="193"/>
                  </a:lnTo>
                  <a:lnTo>
                    <a:pt x="157" y="162"/>
                  </a:lnTo>
                  <a:lnTo>
                    <a:pt x="152" y="125"/>
                  </a:lnTo>
                  <a:lnTo>
                    <a:pt x="145" y="86"/>
                  </a:lnTo>
                  <a:lnTo>
                    <a:pt x="134"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7" name="Freeform 188"/>
            <p:cNvSpPr>
              <a:spLocks/>
            </p:cNvSpPr>
            <p:nvPr/>
          </p:nvSpPr>
          <p:spPr bwMode="auto">
            <a:xfrm>
              <a:off x="10347326" y="1182688"/>
              <a:ext cx="234950" cy="346075"/>
            </a:xfrm>
            <a:custGeom>
              <a:avLst/>
              <a:gdLst>
                <a:gd name="T0" fmla="*/ 81 w 148"/>
                <a:gd name="T1" fmla="*/ 195 h 218"/>
                <a:gd name="T2" fmla="*/ 65 w 148"/>
                <a:gd name="T3" fmla="*/ 171 h 218"/>
                <a:gd name="T4" fmla="*/ 83 w 148"/>
                <a:gd name="T5" fmla="*/ 162 h 218"/>
                <a:gd name="T6" fmla="*/ 71 w 148"/>
                <a:gd name="T7" fmla="*/ 158 h 218"/>
                <a:gd name="T8" fmla="*/ 53 w 148"/>
                <a:gd name="T9" fmla="*/ 148 h 218"/>
                <a:gd name="T10" fmla="*/ 51 w 148"/>
                <a:gd name="T11" fmla="*/ 141 h 218"/>
                <a:gd name="T12" fmla="*/ 51 w 148"/>
                <a:gd name="T13" fmla="*/ 123 h 218"/>
                <a:gd name="T14" fmla="*/ 57 w 148"/>
                <a:gd name="T15" fmla="*/ 118 h 218"/>
                <a:gd name="T16" fmla="*/ 60 w 148"/>
                <a:gd name="T17" fmla="*/ 116 h 218"/>
                <a:gd name="T18" fmla="*/ 92 w 148"/>
                <a:gd name="T19" fmla="*/ 116 h 218"/>
                <a:gd name="T20" fmla="*/ 120 w 148"/>
                <a:gd name="T21" fmla="*/ 118 h 218"/>
                <a:gd name="T22" fmla="*/ 65 w 148"/>
                <a:gd name="T23" fmla="*/ 102 h 218"/>
                <a:gd name="T24" fmla="*/ 50 w 148"/>
                <a:gd name="T25" fmla="*/ 100 h 218"/>
                <a:gd name="T26" fmla="*/ 37 w 148"/>
                <a:gd name="T27" fmla="*/ 102 h 218"/>
                <a:gd name="T28" fmla="*/ 30 w 148"/>
                <a:gd name="T29" fmla="*/ 97 h 218"/>
                <a:gd name="T30" fmla="*/ 29 w 148"/>
                <a:gd name="T31" fmla="*/ 86 h 218"/>
                <a:gd name="T32" fmla="*/ 30 w 148"/>
                <a:gd name="T33" fmla="*/ 60 h 218"/>
                <a:gd name="T34" fmla="*/ 36 w 148"/>
                <a:gd name="T35" fmla="*/ 46 h 218"/>
                <a:gd name="T36" fmla="*/ 43 w 148"/>
                <a:gd name="T37" fmla="*/ 35 h 218"/>
                <a:gd name="T38" fmla="*/ 53 w 148"/>
                <a:gd name="T39" fmla="*/ 30 h 218"/>
                <a:gd name="T40" fmla="*/ 72 w 148"/>
                <a:gd name="T41" fmla="*/ 30 h 218"/>
                <a:gd name="T42" fmla="*/ 102 w 148"/>
                <a:gd name="T43" fmla="*/ 37 h 218"/>
                <a:gd name="T44" fmla="*/ 60 w 148"/>
                <a:gd name="T45" fmla="*/ 20 h 218"/>
                <a:gd name="T46" fmla="*/ 48 w 148"/>
                <a:gd name="T47" fmla="*/ 20 h 218"/>
                <a:gd name="T48" fmla="*/ 41 w 148"/>
                <a:gd name="T49" fmla="*/ 25 h 218"/>
                <a:gd name="T50" fmla="*/ 30 w 148"/>
                <a:gd name="T51" fmla="*/ 37 h 218"/>
                <a:gd name="T52" fmla="*/ 27 w 148"/>
                <a:gd name="T53" fmla="*/ 37 h 218"/>
                <a:gd name="T54" fmla="*/ 18 w 148"/>
                <a:gd name="T55" fmla="*/ 34 h 218"/>
                <a:gd name="T56" fmla="*/ 11 w 148"/>
                <a:gd name="T57" fmla="*/ 23 h 218"/>
                <a:gd name="T58" fmla="*/ 7 w 148"/>
                <a:gd name="T59" fmla="*/ 0 h 218"/>
                <a:gd name="T60" fmla="*/ 7 w 148"/>
                <a:gd name="T61" fmla="*/ 0 h 218"/>
                <a:gd name="T62" fmla="*/ 0 w 148"/>
                <a:gd name="T63" fmla="*/ 28 h 218"/>
                <a:gd name="T64" fmla="*/ 2 w 148"/>
                <a:gd name="T65" fmla="*/ 34 h 218"/>
                <a:gd name="T66" fmla="*/ 13 w 148"/>
                <a:gd name="T67" fmla="*/ 49 h 218"/>
                <a:gd name="T68" fmla="*/ 20 w 148"/>
                <a:gd name="T69" fmla="*/ 55 h 218"/>
                <a:gd name="T70" fmla="*/ 9 w 148"/>
                <a:gd name="T71" fmla="*/ 85 h 218"/>
                <a:gd name="T72" fmla="*/ 11 w 148"/>
                <a:gd name="T73" fmla="*/ 95 h 218"/>
                <a:gd name="T74" fmla="*/ 18 w 148"/>
                <a:gd name="T75" fmla="*/ 102 h 218"/>
                <a:gd name="T76" fmla="*/ 37 w 148"/>
                <a:gd name="T77" fmla="*/ 113 h 218"/>
                <a:gd name="T78" fmla="*/ 34 w 148"/>
                <a:gd name="T79" fmla="*/ 120 h 218"/>
                <a:gd name="T80" fmla="*/ 32 w 148"/>
                <a:gd name="T81" fmla="*/ 144 h 218"/>
                <a:gd name="T82" fmla="*/ 41 w 148"/>
                <a:gd name="T83" fmla="*/ 158 h 218"/>
                <a:gd name="T84" fmla="*/ 50 w 148"/>
                <a:gd name="T85" fmla="*/ 164 h 218"/>
                <a:gd name="T86" fmla="*/ 50 w 148"/>
                <a:gd name="T87" fmla="*/ 171 h 218"/>
                <a:gd name="T88" fmla="*/ 55 w 148"/>
                <a:gd name="T89" fmla="*/ 186 h 218"/>
                <a:gd name="T90" fmla="*/ 69 w 148"/>
                <a:gd name="T91" fmla="*/ 204 h 218"/>
                <a:gd name="T92" fmla="*/ 87 w 148"/>
                <a:gd name="T93" fmla="*/ 213 h 218"/>
                <a:gd name="T94" fmla="*/ 95 w 148"/>
                <a:gd name="T95" fmla="*/ 215 h 218"/>
                <a:gd name="T96" fmla="*/ 127 w 148"/>
                <a:gd name="T97" fmla="*/ 218 h 218"/>
                <a:gd name="T98" fmla="*/ 148 w 148"/>
                <a:gd name="T99" fmla="*/ 216 h 218"/>
                <a:gd name="T100" fmla="*/ 113 w 148"/>
                <a:gd name="T101" fmla="*/ 211 h 218"/>
                <a:gd name="T102" fmla="*/ 87 w 148"/>
                <a:gd name="T103" fmla="*/ 20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8" h="218">
                  <a:moveTo>
                    <a:pt x="81" y="195"/>
                  </a:moveTo>
                  <a:lnTo>
                    <a:pt x="81" y="195"/>
                  </a:lnTo>
                  <a:lnTo>
                    <a:pt x="71" y="181"/>
                  </a:lnTo>
                  <a:lnTo>
                    <a:pt x="65" y="171"/>
                  </a:lnTo>
                  <a:lnTo>
                    <a:pt x="62" y="164"/>
                  </a:lnTo>
                  <a:lnTo>
                    <a:pt x="83" y="162"/>
                  </a:lnTo>
                  <a:lnTo>
                    <a:pt x="83" y="162"/>
                  </a:lnTo>
                  <a:lnTo>
                    <a:pt x="71" y="158"/>
                  </a:lnTo>
                  <a:lnTo>
                    <a:pt x="60" y="153"/>
                  </a:lnTo>
                  <a:lnTo>
                    <a:pt x="53" y="148"/>
                  </a:lnTo>
                  <a:lnTo>
                    <a:pt x="53" y="148"/>
                  </a:lnTo>
                  <a:lnTo>
                    <a:pt x="51" y="141"/>
                  </a:lnTo>
                  <a:lnTo>
                    <a:pt x="51" y="132"/>
                  </a:lnTo>
                  <a:lnTo>
                    <a:pt x="51" y="123"/>
                  </a:lnTo>
                  <a:lnTo>
                    <a:pt x="53" y="120"/>
                  </a:lnTo>
                  <a:lnTo>
                    <a:pt x="57" y="118"/>
                  </a:lnTo>
                  <a:lnTo>
                    <a:pt x="57" y="118"/>
                  </a:lnTo>
                  <a:lnTo>
                    <a:pt x="60" y="116"/>
                  </a:lnTo>
                  <a:lnTo>
                    <a:pt x="69" y="116"/>
                  </a:lnTo>
                  <a:lnTo>
                    <a:pt x="92" y="116"/>
                  </a:lnTo>
                  <a:lnTo>
                    <a:pt x="120" y="118"/>
                  </a:lnTo>
                  <a:lnTo>
                    <a:pt x="120" y="118"/>
                  </a:lnTo>
                  <a:lnTo>
                    <a:pt x="88" y="109"/>
                  </a:lnTo>
                  <a:lnTo>
                    <a:pt x="65" y="102"/>
                  </a:lnTo>
                  <a:lnTo>
                    <a:pt x="50" y="100"/>
                  </a:lnTo>
                  <a:lnTo>
                    <a:pt x="50" y="100"/>
                  </a:lnTo>
                  <a:lnTo>
                    <a:pt x="43" y="100"/>
                  </a:lnTo>
                  <a:lnTo>
                    <a:pt x="37" y="102"/>
                  </a:lnTo>
                  <a:lnTo>
                    <a:pt x="34" y="102"/>
                  </a:lnTo>
                  <a:lnTo>
                    <a:pt x="30" y="97"/>
                  </a:lnTo>
                  <a:lnTo>
                    <a:pt x="30" y="97"/>
                  </a:lnTo>
                  <a:lnTo>
                    <a:pt x="29" y="86"/>
                  </a:lnTo>
                  <a:lnTo>
                    <a:pt x="29" y="74"/>
                  </a:lnTo>
                  <a:lnTo>
                    <a:pt x="30" y="60"/>
                  </a:lnTo>
                  <a:lnTo>
                    <a:pt x="36" y="46"/>
                  </a:lnTo>
                  <a:lnTo>
                    <a:pt x="36" y="46"/>
                  </a:lnTo>
                  <a:lnTo>
                    <a:pt x="39" y="41"/>
                  </a:lnTo>
                  <a:lnTo>
                    <a:pt x="43" y="35"/>
                  </a:lnTo>
                  <a:lnTo>
                    <a:pt x="48" y="32"/>
                  </a:lnTo>
                  <a:lnTo>
                    <a:pt x="53" y="30"/>
                  </a:lnTo>
                  <a:lnTo>
                    <a:pt x="62" y="28"/>
                  </a:lnTo>
                  <a:lnTo>
                    <a:pt x="72" y="30"/>
                  </a:lnTo>
                  <a:lnTo>
                    <a:pt x="102" y="37"/>
                  </a:lnTo>
                  <a:lnTo>
                    <a:pt x="102" y="37"/>
                  </a:lnTo>
                  <a:lnTo>
                    <a:pt x="79" y="25"/>
                  </a:lnTo>
                  <a:lnTo>
                    <a:pt x="60" y="20"/>
                  </a:lnTo>
                  <a:lnTo>
                    <a:pt x="53" y="18"/>
                  </a:lnTo>
                  <a:lnTo>
                    <a:pt x="48" y="20"/>
                  </a:lnTo>
                  <a:lnTo>
                    <a:pt x="48" y="20"/>
                  </a:lnTo>
                  <a:lnTo>
                    <a:pt x="41" y="25"/>
                  </a:lnTo>
                  <a:lnTo>
                    <a:pt x="36" y="30"/>
                  </a:lnTo>
                  <a:lnTo>
                    <a:pt x="30" y="37"/>
                  </a:lnTo>
                  <a:lnTo>
                    <a:pt x="30" y="37"/>
                  </a:lnTo>
                  <a:lnTo>
                    <a:pt x="27" y="37"/>
                  </a:lnTo>
                  <a:lnTo>
                    <a:pt x="21" y="35"/>
                  </a:lnTo>
                  <a:lnTo>
                    <a:pt x="18" y="34"/>
                  </a:lnTo>
                  <a:lnTo>
                    <a:pt x="14" y="30"/>
                  </a:lnTo>
                  <a:lnTo>
                    <a:pt x="11" y="23"/>
                  </a:lnTo>
                  <a:lnTo>
                    <a:pt x="7" y="12"/>
                  </a:lnTo>
                  <a:lnTo>
                    <a:pt x="7" y="0"/>
                  </a:lnTo>
                  <a:lnTo>
                    <a:pt x="7" y="0"/>
                  </a:lnTo>
                  <a:lnTo>
                    <a:pt x="7" y="0"/>
                  </a:lnTo>
                  <a:lnTo>
                    <a:pt x="2" y="20"/>
                  </a:lnTo>
                  <a:lnTo>
                    <a:pt x="0" y="28"/>
                  </a:lnTo>
                  <a:lnTo>
                    <a:pt x="2" y="34"/>
                  </a:lnTo>
                  <a:lnTo>
                    <a:pt x="2" y="34"/>
                  </a:lnTo>
                  <a:lnTo>
                    <a:pt x="7" y="44"/>
                  </a:lnTo>
                  <a:lnTo>
                    <a:pt x="13" y="49"/>
                  </a:lnTo>
                  <a:lnTo>
                    <a:pt x="20" y="55"/>
                  </a:lnTo>
                  <a:lnTo>
                    <a:pt x="20" y="55"/>
                  </a:lnTo>
                  <a:lnTo>
                    <a:pt x="13" y="72"/>
                  </a:lnTo>
                  <a:lnTo>
                    <a:pt x="9" y="85"/>
                  </a:lnTo>
                  <a:lnTo>
                    <a:pt x="9" y="90"/>
                  </a:lnTo>
                  <a:lnTo>
                    <a:pt x="11" y="95"/>
                  </a:lnTo>
                  <a:lnTo>
                    <a:pt x="11" y="95"/>
                  </a:lnTo>
                  <a:lnTo>
                    <a:pt x="18" y="102"/>
                  </a:lnTo>
                  <a:lnTo>
                    <a:pt x="27" y="107"/>
                  </a:lnTo>
                  <a:lnTo>
                    <a:pt x="37" y="113"/>
                  </a:lnTo>
                  <a:lnTo>
                    <a:pt x="37" y="113"/>
                  </a:lnTo>
                  <a:lnTo>
                    <a:pt x="34" y="120"/>
                  </a:lnTo>
                  <a:lnTo>
                    <a:pt x="32" y="136"/>
                  </a:lnTo>
                  <a:lnTo>
                    <a:pt x="32" y="144"/>
                  </a:lnTo>
                  <a:lnTo>
                    <a:pt x="36" y="153"/>
                  </a:lnTo>
                  <a:lnTo>
                    <a:pt x="41" y="158"/>
                  </a:lnTo>
                  <a:lnTo>
                    <a:pt x="44" y="162"/>
                  </a:lnTo>
                  <a:lnTo>
                    <a:pt x="50" y="164"/>
                  </a:lnTo>
                  <a:lnTo>
                    <a:pt x="50" y="164"/>
                  </a:lnTo>
                  <a:lnTo>
                    <a:pt x="50" y="171"/>
                  </a:lnTo>
                  <a:lnTo>
                    <a:pt x="51" y="178"/>
                  </a:lnTo>
                  <a:lnTo>
                    <a:pt x="55" y="186"/>
                  </a:lnTo>
                  <a:lnTo>
                    <a:pt x="60" y="195"/>
                  </a:lnTo>
                  <a:lnTo>
                    <a:pt x="69" y="204"/>
                  </a:lnTo>
                  <a:lnTo>
                    <a:pt x="79" y="211"/>
                  </a:lnTo>
                  <a:lnTo>
                    <a:pt x="87" y="213"/>
                  </a:lnTo>
                  <a:lnTo>
                    <a:pt x="95" y="215"/>
                  </a:lnTo>
                  <a:lnTo>
                    <a:pt x="95" y="215"/>
                  </a:lnTo>
                  <a:lnTo>
                    <a:pt x="113" y="216"/>
                  </a:lnTo>
                  <a:lnTo>
                    <a:pt x="127" y="218"/>
                  </a:lnTo>
                  <a:lnTo>
                    <a:pt x="148" y="216"/>
                  </a:lnTo>
                  <a:lnTo>
                    <a:pt x="148" y="216"/>
                  </a:lnTo>
                  <a:lnTo>
                    <a:pt x="132" y="215"/>
                  </a:lnTo>
                  <a:lnTo>
                    <a:pt x="113" y="211"/>
                  </a:lnTo>
                  <a:lnTo>
                    <a:pt x="94" y="204"/>
                  </a:lnTo>
                  <a:lnTo>
                    <a:pt x="87" y="201"/>
                  </a:lnTo>
                  <a:lnTo>
                    <a:pt x="81" y="195"/>
                  </a:lnTo>
                  <a:close/>
                </a:path>
              </a:pathLst>
            </a:custGeom>
            <a:solidFill>
              <a:srgbClr val="D8AD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8" name="Freeform 189"/>
            <p:cNvSpPr>
              <a:spLocks/>
            </p:cNvSpPr>
            <p:nvPr/>
          </p:nvSpPr>
          <p:spPr bwMode="auto">
            <a:xfrm>
              <a:off x="10347326" y="1182688"/>
              <a:ext cx="234950" cy="346075"/>
            </a:xfrm>
            <a:custGeom>
              <a:avLst/>
              <a:gdLst>
                <a:gd name="T0" fmla="*/ 81 w 148"/>
                <a:gd name="T1" fmla="*/ 195 h 218"/>
                <a:gd name="T2" fmla="*/ 65 w 148"/>
                <a:gd name="T3" fmla="*/ 171 h 218"/>
                <a:gd name="T4" fmla="*/ 83 w 148"/>
                <a:gd name="T5" fmla="*/ 162 h 218"/>
                <a:gd name="T6" fmla="*/ 71 w 148"/>
                <a:gd name="T7" fmla="*/ 158 h 218"/>
                <a:gd name="T8" fmla="*/ 53 w 148"/>
                <a:gd name="T9" fmla="*/ 148 h 218"/>
                <a:gd name="T10" fmla="*/ 51 w 148"/>
                <a:gd name="T11" fmla="*/ 141 h 218"/>
                <a:gd name="T12" fmla="*/ 51 w 148"/>
                <a:gd name="T13" fmla="*/ 123 h 218"/>
                <a:gd name="T14" fmla="*/ 57 w 148"/>
                <a:gd name="T15" fmla="*/ 118 h 218"/>
                <a:gd name="T16" fmla="*/ 60 w 148"/>
                <a:gd name="T17" fmla="*/ 116 h 218"/>
                <a:gd name="T18" fmla="*/ 92 w 148"/>
                <a:gd name="T19" fmla="*/ 116 h 218"/>
                <a:gd name="T20" fmla="*/ 120 w 148"/>
                <a:gd name="T21" fmla="*/ 118 h 218"/>
                <a:gd name="T22" fmla="*/ 65 w 148"/>
                <a:gd name="T23" fmla="*/ 102 h 218"/>
                <a:gd name="T24" fmla="*/ 50 w 148"/>
                <a:gd name="T25" fmla="*/ 100 h 218"/>
                <a:gd name="T26" fmla="*/ 37 w 148"/>
                <a:gd name="T27" fmla="*/ 102 h 218"/>
                <a:gd name="T28" fmla="*/ 30 w 148"/>
                <a:gd name="T29" fmla="*/ 97 h 218"/>
                <a:gd name="T30" fmla="*/ 29 w 148"/>
                <a:gd name="T31" fmla="*/ 86 h 218"/>
                <a:gd name="T32" fmla="*/ 30 w 148"/>
                <a:gd name="T33" fmla="*/ 60 h 218"/>
                <a:gd name="T34" fmla="*/ 36 w 148"/>
                <a:gd name="T35" fmla="*/ 46 h 218"/>
                <a:gd name="T36" fmla="*/ 43 w 148"/>
                <a:gd name="T37" fmla="*/ 35 h 218"/>
                <a:gd name="T38" fmla="*/ 53 w 148"/>
                <a:gd name="T39" fmla="*/ 30 h 218"/>
                <a:gd name="T40" fmla="*/ 72 w 148"/>
                <a:gd name="T41" fmla="*/ 30 h 218"/>
                <a:gd name="T42" fmla="*/ 102 w 148"/>
                <a:gd name="T43" fmla="*/ 37 h 218"/>
                <a:gd name="T44" fmla="*/ 60 w 148"/>
                <a:gd name="T45" fmla="*/ 20 h 218"/>
                <a:gd name="T46" fmla="*/ 48 w 148"/>
                <a:gd name="T47" fmla="*/ 20 h 218"/>
                <a:gd name="T48" fmla="*/ 41 w 148"/>
                <a:gd name="T49" fmla="*/ 25 h 218"/>
                <a:gd name="T50" fmla="*/ 30 w 148"/>
                <a:gd name="T51" fmla="*/ 37 h 218"/>
                <a:gd name="T52" fmla="*/ 27 w 148"/>
                <a:gd name="T53" fmla="*/ 37 h 218"/>
                <a:gd name="T54" fmla="*/ 18 w 148"/>
                <a:gd name="T55" fmla="*/ 34 h 218"/>
                <a:gd name="T56" fmla="*/ 11 w 148"/>
                <a:gd name="T57" fmla="*/ 23 h 218"/>
                <a:gd name="T58" fmla="*/ 7 w 148"/>
                <a:gd name="T59" fmla="*/ 0 h 218"/>
                <a:gd name="T60" fmla="*/ 7 w 148"/>
                <a:gd name="T61" fmla="*/ 0 h 218"/>
                <a:gd name="T62" fmla="*/ 0 w 148"/>
                <a:gd name="T63" fmla="*/ 28 h 218"/>
                <a:gd name="T64" fmla="*/ 2 w 148"/>
                <a:gd name="T65" fmla="*/ 34 h 218"/>
                <a:gd name="T66" fmla="*/ 13 w 148"/>
                <a:gd name="T67" fmla="*/ 49 h 218"/>
                <a:gd name="T68" fmla="*/ 20 w 148"/>
                <a:gd name="T69" fmla="*/ 55 h 218"/>
                <a:gd name="T70" fmla="*/ 9 w 148"/>
                <a:gd name="T71" fmla="*/ 85 h 218"/>
                <a:gd name="T72" fmla="*/ 11 w 148"/>
                <a:gd name="T73" fmla="*/ 95 h 218"/>
                <a:gd name="T74" fmla="*/ 18 w 148"/>
                <a:gd name="T75" fmla="*/ 102 h 218"/>
                <a:gd name="T76" fmla="*/ 37 w 148"/>
                <a:gd name="T77" fmla="*/ 113 h 218"/>
                <a:gd name="T78" fmla="*/ 34 w 148"/>
                <a:gd name="T79" fmla="*/ 120 h 218"/>
                <a:gd name="T80" fmla="*/ 32 w 148"/>
                <a:gd name="T81" fmla="*/ 144 h 218"/>
                <a:gd name="T82" fmla="*/ 41 w 148"/>
                <a:gd name="T83" fmla="*/ 158 h 218"/>
                <a:gd name="T84" fmla="*/ 50 w 148"/>
                <a:gd name="T85" fmla="*/ 164 h 218"/>
                <a:gd name="T86" fmla="*/ 50 w 148"/>
                <a:gd name="T87" fmla="*/ 171 h 218"/>
                <a:gd name="T88" fmla="*/ 55 w 148"/>
                <a:gd name="T89" fmla="*/ 186 h 218"/>
                <a:gd name="T90" fmla="*/ 69 w 148"/>
                <a:gd name="T91" fmla="*/ 204 h 218"/>
                <a:gd name="T92" fmla="*/ 87 w 148"/>
                <a:gd name="T93" fmla="*/ 213 h 218"/>
                <a:gd name="T94" fmla="*/ 95 w 148"/>
                <a:gd name="T95" fmla="*/ 215 h 218"/>
                <a:gd name="T96" fmla="*/ 127 w 148"/>
                <a:gd name="T97" fmla="*/ 218 h 218"/>
                <a:gd name="T98" fmla="*/ 148 w 148"/>
                <a:gd name="T99" fmla="*/ 216 h 218"/>
                <a:gd name="T100" fmla="*/ 113 w 148"/>
                <a:gd name="T101" fmla="*/ 211 h 218"/>
                <a:gd name="T102" fmla="*/ 87 w 148"/>
                <a:gd name="T103" fmla="*/ 20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8" h="218">
                  <a:moveTo>
                    <a:pt x="81" y="195"/>
                  </a:moveTo>
                  <a:lnTo>
                    <a:pt x="81" y="195"/>
                  </a:lnTo>
                  <a:lnTo>
                    <a:pt x="71" y="181"/>
                  </a:lnTo>
                  <a:lnTo>
                    <a:pt x="65" y="171"/>
                  </a:lnTo>
                  <a:lnTo>
                    <a:pt x="62" y="164"/>
                  </a:lnTo>
                  <a:lnTo>
                    <a:pt x="83" y="162"/>
                  </a:lnTo>
                  <a:lnTo>
                    <a:pt x="83" y="162"/>
                  </a:lnTo>
                  <a:lnTo>
                    <a:pt x="71" y="158"/>
                  </a:lnTo>
                  <a:lnTo>
                    <a:pt x="60" y="153"/>
                  </a:lnTo>
                  <a:lnTo>
                    <a:pt x="53" y="148"/>
                  </a:lnTo>
                  <a:lnTo>
                    <a:pt x="53" y="148"/>
                  </a:lnTo>
                  <a:lnTo>
                    <a:pt x="51" y="141"/>
                  </a:lnTo>
                  <a:lnTo>
                    <a:pt x="51" y="132"/>
                  </a:lnTo>
                  <a:lnTo>
                    <a:pt x="51" y="123"/>
                  </a:lnTo>
                  <a:lnTo>
                    <a:pt x="53" y="120"/>
                  </a:lnTo>
                  <a:lnTo>
                    <a:pt x="57" y="118"/>
                  </a:lnTo>
                  <a:lnTo>
                    <a:pt x="57" y="118"/>
                  </a:lnTo>
                  <a:lnTo>
                    <a:pt x="60" y="116"/>
                  </a:lnTo>
                  <a:lnTo>
                    <a:pt x="69" y="116"/>
                  </a:lnTo>
                  <a:lnTo>
                    <a:pt x="92" y="116"/>
                  </a:lnTo>
                  <a:lnTo>
                    <a:pt x="120" y="118"/>
                  </a:lnTo>
                  <a:lnTo>
                    <a:pt x="120" y="118"/>
                  </a:lnTo>
                  <a:lnTo>
                    <a:pt x="88" y="109"/>
                  </a:lnTo>
                  <a:lnTo>
                    <a:pt x="65" y="102"/>
                  </a:lnTo>
                  <a:lnTo>
                    <a:pt x="50" y="100"/>
                  </a:lnTo>
                  <a:lnTo>
                    <a:pt x="50" y="100"/>
                  </a:lnTo>
                  <a:lnTo>
                    <a:pt x="43" y="100"/>
                  </a:lnTo>
                  <a:lnTo>
                    <a:pt x="37" y="102"/>
                  </a:lnTo>
                  <a:lnTo>
                    <a:pt x="34" y="102"/>
                  </a:lnTo>
                  <a:lnTo>
                    <a:pt x="30" y="97"/>
                  </a:lnTo>
                  <a:lnTo>
                    <a:pt x="30" y="97"/>
                  </a:lnTo>
                  <a:lnTo>
                    <a:pt x="29" y="86"/>
                  </a:lnTo>
                  <a:lnTo>
                    <a:pt x="29" y="74"/>
                  </a:lnTo>
                  <a:lnTo>
                    <a:pt x="30" y="60"/>
                  </a:lnTo>
                  <a:lnTo>
                    <a:pt x="36" y="46"/>
                  </a:lnTo>
                  <a:lnTo>
                    <a:pt x="36" y="46"/>
                  </a:lnTo>
                  <a:lnTo>
                    <a:pt x="39" y="41"/>
                  </a:lnTo>
                  <a:lnTo>
                    <a:pt x="43" y="35"/>
                  </a:lnTo>
                  <a:lnTo>
                    <a:pt x="48" y="32"/>
                  </a:lnTo>
                  <a:lnTo>
                    <a:pt x="53" y="30"/>
                  </a:lnTo>
                  <a:lnTo>
                    <a:pt x="62" y="28"/>
                  </a:lnTo>
                  <a:lnTo>
                    <a:pt x="72" y="30"/>
                  </a:lnTo>
                  <a:lnTo>
                    <a:pt x="102" y="37"/>
                  </a:lnTo>
                  <a:lnTo>
                    <a:pt x="102" y="37"/>
                  </a:lnTo>
                  <a:lnTo>
                    <a:pt x="79" y="25"/>
                  </a:lnTo>
                  <a:lnTo>
                    <a:pt x="60" y="20"/>
                  </a:lnTo>
                  <a:lnTo>
                    <a:pt x="53" y="18"/>
                  </a:lnTo>
                  <a:lnTo>
                    <a:pt x="48" y="20"/>
                  </a:lnTo>
                  <a:lnTo>
                    <a:pt x="48" y="20"/>
                  </a:lnTo>
                  <a:lnTo>
                    <a:pt x="41" y="25"/>
                  </a:lnTo>
                  <a:lnTo>
                    <a:pt x="36" y="30"/>
                  </a:lnTo>
                  <a:lnTo>
                    <a:pt x="30" y="37"/>
                  </a:lnTo>
                  <a:lnTo>
                    <a:pt x="30" y="37"/>
                  </a:lnTo>
                  <a:lnTo>
                    <a:pt x="27" y="37"/>
                  </a:lnTo>
                  <a:lnTo>
                    <a:pt x="21" y="35"/>
                  </a:lnTo>
                  <a:lnTo>
                    <a:pt x="18" y="34"/>
                  </a:lnTo>
                  <a:lnTo>
                    <a:pt x="14" y="30"/>
                  </a:lnTo>
                  <a:lnTo>
                    <a:pt x="11" y="23"/>
                  </a:lnTo>
                  <a:lnTo>
                    <a:pt x="7" y="12"/>
                  </a:lnTo>
                  <a:lnTo>
                    <a:pt x="7" y="0"/>
                  </a:lnTo>
                  <a:lnTo>
                    <a:pt x="7" y="0"/>
                  </a:lnTo>
                  <a:lnTo>
                    <a:pt x="7" y="0"/>
                  </a:lnTo>
                  <a:lnTo>
                    <a:pt x="2" y="20"/>
                  </a:lnTo>
                  <a:lnTo>
                    <a:pt x="0" y="28"/>
                  </a:lnTo>
                  <a:lnTo>
                    <a:pt x="2" y="34"/>
                  </a:lnTo>
                  <a:lnTo>
                    <a:pt x="2" y="34"/>
                  </a:lnTo>
                  <a:lnTo>
                    <a:pt x="7" y="44"/>
                  </a:lnTo>
                  <a:lnTo>
                    <a:pt x="13" y="49"/>
                  </a:lnTo>
                  <a:lnTo>
                    <a:pt x="20" y="55"/>
                  </a:lnTo>
                  <a:lnTo>
                    <a:pt x="20" y="55"/>
                  </a:lnTo>
                  <a:lnTo>
                    <a:pt x="13" y="72"/>
                  </a:lnTo>
                  <a:lnTo>
                    <a:pt x="9" y="85"/>
                  </a:lnTo>
                  <a:lnTo>
                    <a:pt x="9" y="90"/>
                  </a:lnTo>
                  <a:lnTo>
                    <a:pt x="11" y="95"/>
                  </a:lnTo>
                  <a:lnTo>
                    <a:pt x="11" y="95"/>
                  </a:lnTo>
                  <a:lnTo>
                    <a:pt x="18" y="102"/>
                  </a:lnTo>
                  <a:lnTo>
                    <a:pt x="27" y="107"/>
                  </a:lnTo>
                  <a:lnTo>
                    <a:pt x="37" y="113"/>
                  </a:lnTo>
                  <a:lnTo>
                    <a:pt x="37" y="113"/>
                  </a:lnTo>
                  <a:lnTo>
                    <a:pt x="34" y="120"/>
                  </a:lnTo>
                  <a:lnTo>
                    <a:pt x="32" y="136"/>
                  </a:lnTo>
                  <a:lnTo>
                    <a:pt x="32" y="144"/>
                  </a:lnTo>
                  <a:lnTo>
                    <a:pt x="36" y="153"/>
                  </a:lnTo>
                  <a:lnTo>
                    <a:pt x="41" y="158"/>
                  </a:lnTo>
                  <a:lnTo>
                    <a:pt x="44" y="162"/>
                  </a:lnTo>
                  <a:lnTo>
                    <a:pt x="50" y="164"/>
                  </a:lnTo>
                  <a:lnTo>
                    <a:pt x="50" y="164"/>
                  </a:lnTo>
                  <a:lnTo>
                    <a:pt x="50" y="171"/>
                  </a:lnTo>
                  <a:lnTo>
                    <a:pt x="51" y="178"/>
                  </a:lnTo>
                  <a:lnTo>
                    <a:pt x="55" y="186"/>
                  </a:lnTo>
                  <a:lnTo>
                    <a:pt x="60" y="195"/>
                  </a:lnTo>
                  <a:lnTo>
                    <a:pt x="69" y="204"/>
                  </a:lnTo>
                  <a:lnTo>
                    <a:pt x="79" y="211"/>
                  </a:lnTo>
                  <a:lnTo>
                    <a:pt x="87" y="213"/>
                  </a:lnTo>
                  <a:lnTo>
                    <a:pt x="95" y="215"/>
                  </a:lnTo>
                  <a:lnTo>
                    <a:pt x="95" y="215"/>
                  </a:lnTo>
                  <a:lnTo>
                    <a:pt x="113" y="216"/>
                  </a:lnTo>
                  <a:lnTo>
                    <a:pt x="127" y="218"/>
                  </a:lnTo>
                  <a:lnTo>
                    <a:pt x="148" y="216"/>
                  </a:lnTo>
                  <a:lnTo>
                    <a:pt x="148" y="216"/>
                  </a:lnTo>
                  <a:lnTo>
                    <a:pt x="132" y="215"/>
                  </a:lnTo>
                  <a:lnTo>
                    <a:pt x="113" y="211"/>
                  </a:lnTo>
                  <a:lnTo>
                    <a:pt x="94" y="204"/>
                  </a:lnTo>
                  <a:lnTo>
                    <a:pt x="87" y="201"/>
                  </a:lnTo>
                  <a:lnTo>
                    <a:pt x="81" y="19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9" name="Freeform 190"/>
            <p:cNvSpPr>
              <a:spLocks/>
            </p:cNvSpPr>
            <p:nvPr/>
          </p:nvSpPr>
          <p:spPr bwMode="auto">
            <a:xfrm>
              <a:off x="10406063" y="1570038"/>
              <a:ext cx="220663" cy="238125"/>
            </a:xfrm>
            <a:custGeom>
              <a:avLst/>
              <a:gdLst>
                <a:gd name="T0" fmla="*/ 0 w 139"/>
                <a:gd name="T1" fmla="*/ 25 h 150"/>
                <a:gd name="T2" fmla="*/ 0 w 139"/>
                <a:gd name="T3" fmla="*/ 25 h 150"/>
                <a:gd name="T4" fmla="*/ 4 w 139"/>
                <a:gd name="T5" fmla="*/ 27 h 150"/>
                <a:gd name="T6" fmla="*/ 14 w 139"/>
                <a:gd name="T7" fmla="*/ 29 h 150"/>
                <a:gd name="T8" fmla="*/ 32 w 139"/>
                <a:gd name="T9" fmla="*/ 30 h 150"/>
                <a:gd name="T10" fmla="*/ 44 w 139"/>
                <a:gd name="T11" fmla="*/ 30 h 150"/>
                <a:gd name="T12" fmla="*/ 58 w 139"/>
                <a:gd name="T13" fmla="*/ 30 h 150"/>
                <a:gd name="T14" fmla="*/ 58 w 139"/>
                <a:gd name="T15" fmla="*/ 30 h 150"/>
                <a:gd name="T16" fmla="*/ 72 w 139"/>
                <a:gd name="T17" fmla="*/ 27 h 150"/>
                <a:gd name="T18" fmla="*/ 86 w 139"/>
                <a:gd name="T19" fmla="*/ 23 h 150"/>
                <a:gd name="T20" fmla="*/ 97 w 139"/>
                <a:gd name="T21" fmla="*/ 18 h 150"/>
                <a:gd name="T22" fmla="*/ 106 w 139"/>
                <a:gd name="T23" fmla="*/ 13 h 150"/>
                <a:gd name="T24" fmla="*/ 120 w 139"/>
                <a:gd name="T25" fmla="*/ 4 h 150"/>
                <a:gd name="T26" fmla="*/ 123 w 139"/>
                <a:gd name="T27" fmla="*/ 0 h 150"/>
                <a:gd name="T28" fmla="*/ 139 w 139"/>
                <a:gd name="T29" fmla="*/ 94 h 150"/>
                <a:gd name="T30" fmla="*/ 139 w 139"/>
                <a:gd name="T31" fmla="*/ 94 h 150"/>
                <a:gd name="T32" fmla="*/ 132 w 139"/>
                <a:gd name="T33" fmla="*/ 104 h 150"/>
                <a:gd name="T34" fmla="*/ 122 w 139"/>
                <a:gd name="T35" fmla="*/ 113 h 150"/>
                <a:gd name="T36" fmla="*/ 111 w 139"/>
                <a:gd name="T37" fmla="*/ 125 h 150"/>
                <a:gd name="T38" fmla="*/ 97 w 139"/>
                <a:gd name="T39" fmla="*/ 136 h 150"/>
                <a:gd name="T40" fmla="*/ 83 w 139"/>
                <a:gd name="T41" fmla="*/ 145 h 150"/>
                <a:gd name="T42" fmla="*/ 76 w 139"/>
                <a:gd name="T43" fmla="*/ 146 h 150"/>
                <a:gd name="T44" fmla="*/ 69 w 139"/>
                <a:gd name="T45" fmla="*/ 148 h 150"/>
                <a:gd name="T46" fmla="*/ 62 w 139"/>
                <a:gd name="T47" fmla="*/ 150 h 150"/>
                <a:gd name="T48" fmla="*/ 55 w 139"/>
                <a:gd name="T49" fmla="*/ 148 h 150"/>
                <a:gd name="T50" fmla="*/ 55 w 139"/>
                <a:gd name="T51" fmla="*/ 148 h 150"/>
                <a:gd name="T52" fmla="*/ 42 w 139"/>
                <a:gd name="T53" fmla="*/ 145 h 150"/>
                <a:gd name="T54" fmla="*/ 30 w 139"/>
                <a:gd name="T55" fmla="*/ 139 h 150"/>
                <a:gd name="T56" fmla="*/ 21 w 139"/>
                <a:gd name="T57" fmla="*/ 132 h 150"/>
                <a:gd name="T58" fmla="*/ 14 w 139"/>
                <a:gd name="T59" fmla="*/ 125 h 150"/>
                <a:gd name="T60" fmla="*/ 4 w 139"/>
                <a:gd name="T61" fmla="*/ 115 h 150"/>
                <a:gd name="T62" fmla="*/ 0 w 139"/>
                <a:gd name="T63" fmla="*/ 109 h 150"/>
                <a:gd name="T64" fmla="*/ 0 w 139"/>
                <a:gd name="T65" fmla="*/ 2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50">
                  <a:moveTo>
                    <a:pt x="0" y="25"/>
                  </a:moveTo>
                  <a:lnTo>
                    <a:pt x="0" y="25"/>
                  </a:lnTo>
                  <a:lnTo>
                    <a:pt x="4" y="27"/>
                  </a:lnTo>
                  <a:lnTo>
                    <a:pt x="14" y="29"/>
                  </a:lnTo>
                  <a:lnTo>
                    <a:pt x="32" y="30"/>
                  </a:lnTo>
                  <a:lnTo>
                    <a:pt x="44" y="30"/>
                  </a:lnTo>
                  <a:lnTo>
                    <a:pt x="58" y="30"/>
                  </a:lnTo>
                  <a:lnTo>
                    <a:pt x="58" y="30"/>
                  </a:lnTo>
                  <a:lnTo>
                    <a:pt x="72" y="27"/>
                  </a:lnTo>
                  <a:lnTo>
                    <a:pt x="86" y="23"/>
                  </a:lnTo>
                  <a:lnTo>
                    <a:pt x="97" y="18"/>
                  </a:lnTo>
                  <a:lnTo>
                    <a:pt x="106" y="13"/>
                  </a:lnTo>
                  <a:lnTo>
                    <a:pt x="120" y="4"/>
                  </a:lnTo>
                  <a:lnTo>
                    <a:pt x="123" y="0"/>
                  </a:lnTo>
                  <a:lnTo>
                    <a:pt x="139" y="94"/>
                  </a:lnTo>
                  <a:lnTo>
                    <a:pt x="139" y="94"/>
                  </a:lnTo>
                  <a:lnTo>
                    <a:pt x="132" y="104"/>
                  </a:lnTo>
                  <a:lnTo>
                    <a:pt x="122" y="113"/>
                  </a:lnTo>
                  <a:lnTo>
                    <a:pt x="111" y="125"/>
                  </a:lnTo>
                  <a:lnTo>
                    <a:pt x="97" y="136"/>
                  </a:lnTo>
                  <a:lnTo>
                    <a:pt x="83" y="145"/>
                  </a:lnTo>
                  <a:lnTo>
                    <a:pt x="76" y="146"/>
                  </a:lnTo>
                  <a:lnTo>
                    <a:pt x="69" y="148"/>
                  </a:lnTo>
                  <a:lnTo>
                    <a:pt x="62" y="150"/>
                  </a:lnTo>
                  <a:lnTo>
                    <a:pt x="55" y="148"/>
                  </a:lnTo>
                  <a:lnTo>
                    <a:pt x="55" y="148"/>
                  </a:lnTo>
                  <a:lnTo>
                    <a:pt x="42" y="145"/>
                  </a:lnTo>
                  <a:lnTo>
                    <a:pt x="30" y="139"/>
                  </a:lnTo>
                  <a:lnTo>
                    <a:pt x="21" y="132"/>
                  </a:lnTo>
                  <a:lnTo>
                    <a:pt x="14" y="125"/>
                  </a:lnTo>
                  <a:lnTo>
                    <a:pt x="4" y="115"/>
                  </a:lnTo>
                  <a:lnTo>
                    <a:pt x="0" y="109"/>
                  </a:lnTo>
                  <a:lnTo>
                    <a:pt x="0" y="25"/>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0" name="Freeform 191"/>
            <p:cNvSpPr>
              <a:spLocks/>
            </p:cNvSpPr>
            <p:nvPr/>
          </p:nvSpPr>
          <p:spPr bwMode="auto">
            <a:xfrm>
              <a:off x="10085388" y="1671638"/>
              <a:ext cx="669925" cy="1023938"/>
            </a:xfrm>
            <a:custGeom>
              <a:avLst/>
              <a:gdLst>
                <a:gd name="T0" fmla="*/ 5 w 422"/>
                <a:gd name="T1" fmla="*/ 378 h 645"/>
                <a:gd name="T2" fmla="*/ 176 w 422"/>
                <a:gd name="T3" fmla="*/ 416 h 645"/>
                <a:gd name="T4" fmla="*/ 194 w 422"/>
                <a:gd name="T5" fmla="*/ 19 h 645"/>
                <a:gd name="T6" fmla="*/ 194 w 422"/>
                <a:gd name="T7" fmla="*/ 19 h 645"/>
                <a:gd name="T8" fmla="*/ 195 w 422"/>
                <a:gd name="T9" fmla="*/ 23 h 645"/>
                <a:gd name="T10" fmla="*/ 204 w 422"/>
                <a:gd name="T11" fmla="*/ 28 h 645"/>
                <a:gd name="T12" fmla="*/ 218 w 422"/>
                <a:gd name="T13" fmla="*/ 37 h 645"/>
                <a:gd name="T14" fmla="*/ 227 w 422"/>
                <a:gd name="T15" fmla="*/ 40 h 645"/>
                <a:gd name="T16" fmla="*/ 236 w 422"/>
                <a:gd name="T17" fmla="*/ 44 h 645"/>
                <a:gd name="T18" fmla="*/ 246 w 422"/>
                <a:gd name="T19" fmla="*/ 45 h 645"/>
                <a:gd name="T20" fmla="*/ 259 w 422"/>
                <a:gd name="T21" fmla="*/ 45 h 645"/>
                <a:gd name="T22" fmla="*/ 271 w 422"/>
                <a:gd name="T23" fmla="*/ 44 h 645"/>
                <a:gd name="T24" fmla="*/ 283 w 422"/>
                <a:gd name="T25" fmla="*/ 40 h 645"/>
                <a:gd name="T26" fmla="*/ 297 w 422"/>
                <a:gd name="T27" fmla="*/ 35 h 645"/>
                <a:gd name="T28" fmla="*/ 313 w 422"/>
                <a:gd name="T29" fmla="*/ 26 h 645"/>
                <a:gd name="T30" fmla="*/ 327 w 422"/>
                <a:gd name="T31" fmla="*/ 16 h 645"/>
                <a:gd name="T32" fmla="*/ 343 w 422"/>
                <a:gd name="T33" fmla="*/ 0 h 645"/>
                <a:gd name="T34" fmla="*/ 422 w 422"/>
                <a:gd name="T35" fmla="*/ 589 h 645"/>
                <a:gd name="T36" fmla="*/ 422 w 422"/>
                <a:gd name="T37" fmla="*/ 589 h 645"/>
                <a:gd name="T38" fmla="*/ 418 w 422"/>
                <a:gd name="T39" fmla="*/ 597 h 645"/>
                <a:gd name="T40" fmla="*/ 411 w 422"/>
                <a:gd name="T41" fmla="*/ 606 h 645"/>
                <a:gd name="T42" fmla="*/ 401 w 422"/>
                <a:gd name="T43" fmla="*/ 617 h 645"/>
                <a:gd name="T44" fmla="*/ 387 w 422"/>
                <a:gd name="T45" fmla="*/ 627 h 645"/>
                <a:gd name="T46" fmla="*/ 369 w 422"/>
                <a:gd name="T47" fmla="*/ 636 h 645"/>
                <a:gd name="T48" fmla="*/ 359 w 422"/>
                <a:gd name="T49" fmla="*/ 639 h 645"/>
                <a:gd name="T50" fmla="*/ 346 w 422"/>
                <a:gd name="T51" fmla="*/ 643 h 645"/>
                <a:gd name="T52" fmla="*/ 334 w 422"/>
                <a:gd name="T53" fmla="*/ 645 h 645"/>
                <a:gd name="T54" fmla="*/ 320 w 422"/>
                <a:gd name="T55" fmla="*/ 645 h 645"/>
                <a:gd name="T56" fmla="*/ 320 w 422"/>
                <a:gd name="T57" fmla="*/ 645 h 645"/>
                <a:gd name="T58" fmla="*/ 246 w 422"/>
                <a:gd name="T59" fmla="*/ 645 h 645"/>
                <a:gd name="T60" fmla="*/ 160 w 422"/>
                <a:gd name="T61" fmla="*/ 641 h 645"/>
                <a:gd name="T62" fmla="*/ 60 w 422"/>
                <a:gd name="T63" fmla="*/ 636 h 645"/>
                <a:gd name="T64" fmla="*/ 60 w 422"/>
                <a:gd name="T65" fmla="*/ 636 h 645"/>
                <a:gd name="T66" fmla="*/ 48 w 422"/>
                <a:gd name="T67" fmla="*/ 617 h 645"/>
                <a:gd name="T68" fmla="*/ 35 w 422"/>
                <a:gd name="T69" fmla="*/ 594 h 645"/>
                <a:gd name="T70" fmla="*/ 23 w 422"/>
                <a:gd name="T71" fmla="*/ 562 h 645"/>
                <a:gd name="T72" fmla="*/ 16 w 422"/>
                <a:gd name="T73" fmla="*/ 545 h 645"/>
                <a:gd name="T74" fmla="*/ 11 w 422"/>
                <a:gd name="T75" fmla="*/ 525 h 645"/>
                <a:gd name="T76" fmla="*/ 5 w 422"/>
                <a:gd name="T77" fmla="*/ 504 h 645"/>
                <a:gd name="T78" fmla="*/ 2 w 422"/>
                <a:gd name="T79" fmla="*/ 481 h 645"/>
                <a:gd name="T80" fmla="*/ 0 w 422"/>
                <a:gd name="T81" fmla="*/ 457 h 645"/>
                <a:gd name="T82" fmla="*/ 0 w 422"/>
                <a:gd name="T83" fmla="*/ 432 h 645"/>
                <a:gd name="T84" fmla="*/ 2 w 422"/>
                <a:gd name="T85" fmla="*/ 406 h 645"/>
                <a:gd name="T86" fmla="*/ 5 w 422"/>
                <a:gd name="T87" fmla="*/ 378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2" h="645">
                  <a:moveTo>
                    <a:pt x="5" y="378"/>
                  </a:moveTo>
                  <a:lnTo>
                    <a:pt x="176" y="416"/>
                  </a:lnTo>
                  <a:lnTo>
                    <a:pt x="194" y="19"/>
                  </a:lnTo>
                  <a:lnTo>
                    <a:pt x="194" y="19"/>
                  </a:lnTo>
                  <a:lnTo>
                    <a:pt x="195" y="23"/>
                  </a:lnTo>
                  <a:lnTo>
                    <a:pt x="204" y="28"/>
                  </a:lnTo>
                  <a:lnTo>
                    <a:pt x="218" y="37"/>
                  </a:lnTo>
                  <a:lnTo>
                    <a:pt x="227" y="40"/>
                  </a:lnTo>
                  <a:lnTo>
                    <a:pt x="236" y="44"/>
                  </a:lnTo>
                  <a:lnTo>
                    <a:pt x="246" y="45"/>
                  </a:lnTo>
                  <a:lnTo>
                    <a:pt x="259" y="45"/>
                  </a:lnTo>
                  <a:lnTo>
                    <a:pt x="271" y="44"/>
                  </a:lnTo>
                  <a:lnTo>
                    <a:pt x="283" y="40"/>
                  </a:lnTo>
                  <a:lnTo>
                    <a:pt x="297" y="35"/>
                  </a:lnTo>
                  <a:lnTo>
                    <a:pt x="313" y="26"/>
                  </a:lnTo>
                  <a:lnTo>
                    <a:pt x="327" y="16"/>
                  </a:lnTo>
                  <a:lnTo>
                    <a:pt x="343" y="0"/>
                  </a:lnTo>
                  <a:lnTo>
                    <a:pt x="422" y="589"/>
                  </a:lnTo>
                  <a:lnTo>
                    <a:pt x="422" y="589"/>
                  </a:lnTo>
                  <a:lnTo>
                    <a:pt x="418" y="597"/>
                  </a:lnTo>
                  <a:lnTo>
                    <a:pt x="411" y="606"/>
                  </a:lnTo>
                  <a:lnTo>
                    <a:pt x="401" y="617"/>
                  </a:lnTo>
                  <a:lnTo>
                    <a:pt x="387" y="627"/>
                  </a:lnTo>
                  <a:lnTo>
                    <a:pt x="369" y="636"/>
                  </a:lnTo>
                  <a:lnTo>
                    <a:pt x="359" y="639"/>
                  </a:lnTo>
                  <a:lnTo>
                    <a:pt x="346" y="643"/>
                  </a:lnTo>
                  <a:lnTo>
                    <a:pt x="334" y="645"/>
                  </a:lnTo>
                  <a:lnTo>
                    <a:pt x="320" y="645"/>
                  </a:lnTo>
                  <a:lnTo>
                    <a:pt x="320" y="645"/>
                  </a:lnTo>
                  <a:lnTo>
                    <a:pt x="246" y="645"/>
                  </a:lnTo>
                  <a:lnTo>
                    <a:pt x="160" y="641"/>
                  </a:lnTo>
                  <a:lnTo>
                    <a:pt x="60" y="636"/>
                  </a:lnTo>
                  <a:lnTo>
                    <a:pt x="60" y="636"/>
                  </a:lnTo>
                  <a:lnTo>
                    <a:pt x="48" y="617"/>
                  </a:lnTo>
                  <a:lnTo>
                    <a:pt x="35" y="594"/>
                  </a:lnTo>
                  <a:lnTo>
                    <a:pt x="23" y="562"/>
                  </a:lnTo>
                  <a:lnTo>
                    <a:pt x="16" y="545"/>
                  </a:lnTo>
                  <a:lnTo>
                    <a:pt x="11" y="525"/>
                  </a:lnTo>
                  <a:lnTo>
                    <a:pt x="5" y="504"/>
                  </a:lnTo>
                  <a:lnTo>
                    <a:pt x="2" y="481"/>
                  </a:lnTo>
                  <a:lnTo>
                    <a:pt x="0" y="457"/>
                  </a:lnTo>
                  <a:lnTo>
                    <a:pt x="0" y="432"/>
                  </a:lnTo>
                  <a:lnTo>
                    <a:pt x="2" y="406"/>
                  </a:lnTo>
                  <a:lnTo>
                    <a:pt x="5" y="378"/>
                  </a:lnTo>
                  <a:close/>
                </a:path>
              </a:pathLst>
            </a:custGeom>
            <a:solidFill>
              <a:srgbClr val="2D2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1" name="Freeform 192"/>
            <p:cNvSpPr>
              <a:spLocks/>
            </p:cNvSpPr>
            <p:nvPr/>
          </p:nvSpPr>
          <p:spPr bwMode="auto">
            <a:xfrm>
              <a:off x="10085388" y="1671638"/>
              <a:ext cx="669925" cy="1023938"/>
            </a:xfrm>
            <a:custGeom>
              <a:avLst/>
              <a:gdLst>
                <a:gd name="T0" fmla="*/ 5 w 422"/>
                <a:gd name="T1" fmla="*/ 378 h 645"/>
                <a:gd name="T2" fmla="*/ 176 w 422"/>
                <a:gd name="T3" fmla="*/ 416 h 645"/>
                <a:gd name="T4" fmla="*/ 194 w 422"/>
                <a:gd name="T5" fmla="*/ 19 h 645"/>
                <a:gd name="T6" fmla="*/ 194 w 422"/>
                <a:gd name="T7" fmla="*/ 19 h 645"/>
                <a:gd name="T8" fmla="*/ 195 w 422"/>
                <a:gd name="T9" fmla="*/ 23 h 645"/>
                <a:gd name="T10" fmla="*/ 204 w 422"/>
                <a:gd name="T11" fmla="*/ 28 h 645"/>
                <a:gd name="T12" fmla="*/ 218 w 422"/>
                <a:gd name="T13" fmla="*/ 37 h 645"/>
                <a:gd name="T14" fmla="*/ 227 w 422"/>
                <a:gd name="T15" fmla="*/ 40 h 645"/>
                <a:gd name="T16" fmla="*/ 236 w 422"/>
                <a:gd name="T17" fmla="*/ 44 h 645"/>
                <a:gd name="T18" fmla="*/ 246 w 422"/>
                <a:gd name="T19" fmla="*/ 45 h 645"/>
                <a:gd name="T20" fmla="*/ 259 w 422"/>
                <a:gd name="T21" fmla="*/ 45 h 645"/>
                <a:gd name="T22" fmla="*/ 271 w 422"/>
                <a:gd name="T23" fmla="*/ 44 h 645"/>
                <a:gd name="T24" fmla="*/ 283 w 422"/>
                <a:gd name="T25" fmla="*/ 40 h 645"/>
                <a:gd name="T26" fmla="*/ 297 w 422"/>
                <a:gd name="T27" fmla="*/ 35 h 645"/>
                <a:gd name="T28" fmla="*/ 313 w 422"/>
                <a:gd name="T29" fmla="*/ 26 h 645"/>
                <a:gd name="T30" fmla="*/ 327 w 422"/>
                <a:gd name="T31" fmla="*/ 16 h 645"/>
                <a:gd name="T32" fmla="*/ 343 w 422"/>
                <a:gd name="T33" fmla="*/ 0 h 645"/>
                <a:gd name="T34" fmla="*/ 422 w 422"/>
                <a:gd name="T35" fmla="*/ 589 h 645"/>
                <a:gd name="T36" fmla="*/ 422 w 422"/>
                <a:gd name="T37" fmla="*/ 589 h 645"/>
                <a:gd name="T38" fmla="*/ 418 w 422"/>
                <a:gd name="T39" fmla="*/ 597 h 645"/>
                <a:gd name="T40" fmla="*/ 411 w 422"/>
                <a:gd name="T41" fmla="*/ 606 h 645"/>
                <a:gd name="T42" fmla="*/ 401 w 422"/>
                <a:gd name="T43" fmla="*/ 617 h 645"/>
                <a:gd name="T44" fmla="*/ 387 w 422"/>
                <a:gd name="T45" fmla="*/ 627 h 645"/>
                <a:gd name="T46" fmla="*/ 369 w 422"/>
                <a:gd name="T47" fmla="*/ 636 h 645"/>
                <a:gd name="T48" fmla="*/ 359 w 422"/>
                <a:gd name="T49" fmla="*/ 639 h 645"/>
                <a:gd name="T50" fmla="*/ 346 w 422"/>
                <a:gd name="T51" fmla="*/ 643 h 645"/>
                <a:gd name="T52" fmla="*/ 334 w 422"/>
                <a:gd name="T53" fmla="*/ 645 h 645"/>
                <a:gd name="T54" fmla="*/ 320 w 422"/>
                <a:gd name="T55" fmla="*/ 645 h 645"/>
                <a:gd name="T56" fmla="*/ 320 w 422"/>
                <a:gd name="T57" fmla="*/ 645 h 645"/>
                <a:gd name="T58" fmla="*/ 246 w 422"/>
                <a:gd name="T59" fmla="*/ 645 h 645"/>
                <a:gd name="T60" fmla="*/ 160 w 422"/>
                <a:gd name="T61" fmla="*/ 641 h 645"/>
                <a:gd name="T62" fmla="*/ 60 w 422"/>
                <a:gd name="T63" fmla="*/ 636 h 645"/>
                <a:gd name="T64" fmla="*/ 60 w 422"/>
                <a:gd name="T65" fmla="*/ 636 h 645"/>
                <a:gd name="T66" fmla="*/ 48 w 422"/>
                <a:gd name="T67" fmla="*/ 617 h 645"/>
                <a:gd name="T68" fmla="*/ 35 w 422"/>
                <a:gd name="T69" fmla="*/ 594 h 645"/>
                <a:gd name="T70" fmla="*/ 23 w 422"/>
                <a:gd name="T71" fmla="*/ 562 h 645"/>
                <a:gd name="T72" fmla="*/ 16 w 422"/>
                <a:gd name="T73" fmla="*/ 545 h 645"/>
                <a:gd name="T74" fmla="*/ 11 w 422"/>
                <a:gd name="T75" fmla="*/ 525 h 645"/>
                <a:gd name="T76" fmla="*/ 5 w 422"/>
                <a:gd name="T77" fmla="*/ 504 h 645"/>
                <a:gd name="T78" fmla="*/ 2 w 422"/>
                <a:gd name="T79" fmla="*/ 481 h 645"/>
                <a:gd name="T80" fmla="*/ 0 w 422"/>
                <a:gd name="T81" fmla="*/ 457 h 645"/>
                <a:gd name="T82" fmla="*/ 0 w 422"/>
                <a:gd name="T83" fmla="*/ 432 h 645"/>
                <a:gd name="T84" fmla="*/ 2 w 422"/>
                <a:gd name="T85" fmla="*/ 406 h 645"/>
                <a:gd name="T86" fmla="*/ 5 w 422"/>
                <a:gd name="T87" fmla="*/ 378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2" h="645">
                  <a:moveTo>
                    <a:pt x="5" y="378"/>
                  </a:moveTo>
                  <a:lnTo>
                    <a:pt x="176" y="416"/>
                  </a:lnTo>
                  <a:lnTo>
                    <a:pt x="194" y="19"/>
                  </a:lnTo>
                  <a:lnTo>
                    <a:pt x="194" y="19"/>
                  </a:lnTo>
                  <a:lnTo>
                    <a:pt x="195" y="23"/>
                  </a:lnTo>
                  <a:lnTo>
                    <a:pt x="204" y="28"/>
                  </a:lnTo>
                  <a:lnTo>
                    <a:pt x="218" y="37"/>
                  </a:lnTo>
                  <a:lnTo>
                    <a:pt x="227" y="40"/>
                  </a:lnTo>
                  <a:lnTo>
                    <a:pt x="236" y="44"/>
                  </a:lnTo>
                  <a:lnTo>
                    <a:pt x="246" y="45"/>
                  </a:lnTo>
                  <a:lnTo>
                    <a:pt x="259" y="45"/>
                  </a:lnTo>
                  <a:lnTo>
                    <a:pt x="271" y="44"/>
                  </a:lnTo>
                  <a:lnTo>
                    <a:pt x="283" y="40"/>
                  </a:lnTo>
                  <a:lnTo>
                    <a:pt x="297" y="35"/>
                  </a:lnTo>
                  <a:lnTo>
                    <a:pt x="313" y="26"/>
                  </a:lnTo>
                  <a:lnTo>
                    <a:pt x="327" y="16"/>
                  </a:lnTo>
                  <a:lnTo>
                    <a:pt x="343" y="0"/>
                  </a:lnTo>
                  <a:lnTo>
                    <a:pt x="422" y="589"/>
                  </a:lnTo>
                  <a:lnTo>
                    <a:pt x="422" y="589"/>
                  </a:lnTo>
                  <a:lnTo>
                    <a:pt x="418" y="597"/>
                  </a:lnTo>
                  <a:lnTo>
                    <a:pt x="411" y="606"/>
                  </a:lnTo>
                  <a:lnTo>
                    <a:pt x="401" y="617"/>
                  </a:lnTo>
                  <a:lnTo>
                    <a:pt x="387" y="627"/>
                  </a:lnTo>
                  <a:lnTo>
                    <a:pt x="369" y="636"/>
                  </a:lnTo>
                  <a:lnTo>
                    <a:pt x="359" y="639"/>
                  </a:lnTo>
                  <a:lnTo>
                    <a:pt x="346" y="643"/>
                  </a:lnTo>
                  <a:lnTo>
                    <a:pt x="334" y="645"/>
                  </a:lnTo>
                  <a:lnTo>
                    <a:pt x="320" y="645"/>
                  </a:lnTo>
                  <a:lnTo>
                    <a:pt x="320" y="645"/>
                  </a:lnTo>
                  <a:lnTo>
                    <a:pt x="246" y="645"/>
                  </a:lnTo>
                  <a:lnTo>
                    <a:pt x="160" y="641"/>
                  </a:lnTo>
                  <a:lnTo>
                    <a:pt x="60" y="636"/>
                  </a:lnTo>
                  <a:lnTo>
                    <a:pt x="60" y="636"/>
                  </a:lnTo>
                  <a:lnTo>
                    <a:pt x="48" y="617"/>
                  </a:lnTo>
                  <a:lnTo>
                    <a:pt x="35" y="594"/>
                  </a:lnTo>
                  <a:lnTo>
                    <a:pt x="23" y="562"/>
                  </a:lnTo>
                  <a:lnTo>
                    <a:pt x="16" y="545"/>
                  </a:lnTo>
                  <a:lnTo>
                    <a:pt x="11" y="525"/>
                  </a:lnTo>
                  <a:lnTo>
                    <a:pt x="5" y="504"/>
                  </a:lnTo>
                  <a:lnTo>
                    <a:pt x="2" y="481"/>
                  </a:lnTo>
                  <a:lnTo>
                    <a:pt x="0" y="457"/>
                  </a:lnTo>
                  <a:lnTo>
                    <a:pt x="0" y="432"/>
                  </a:lnTo>
                  <a:lnTo>
                    <a:pt x="2" y="406"/>
                  </a:lnTo>
                  <a:lnTo>
                    <a:pt x="5" y="3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2" name="Freeform 193"/>
            <p:cNvSpPr>
              <a:spLocks/>
            </p:cNvSpPr>
            <p:nvPr/>
          </p:nvSpPr>
          <p:spPr bwMode="auto">
            <a:xfrm>
              <a:off x="8559801" y="3925888"/>
              <a:ext cx="211138" cy="77788"/>
            </a:xfrm>
            <a:custGeom>
              <a:avLst/>
              <a:gdLst>
                <a:gd name="T0" fmla="*/ 0 w 133"/>
                <a:gd name="T1" fmla="*/ 12 h 49"/>
                <a:gd name="T2" fmla="*/ 0 w 133"/>
                <a:gd name="T3" fmla="*/ 49 h 49"/>
                <a:gd name="T4" fmla="*/ 133 w 133"/>
                <a:gd name="T5" fmla="*/ 31 h 49"/>
                <a:gd name="T6" fmla="*/ 133 w 133"/>
                <a:gd name="T7" fmla="*/ 0 h 49"/>
                <a:gd name="T8" fmla="*/ 0 w 133"/>
                <a:gd name="T9" fmla="*/ 12 h 49"/>
              </a:gdLst>
              <a:ahLst/>
              <a:cxnLst>
                <a:cxn ang="0">
                  <a:pos x="T0" y="T1"/>
                </a:cxn>
                <a:cxn ang="0">
                  <a:pos x="T2" y="T3"/>
                </a:cxn>
                <a:cxn ang="0">
                  <a:pos x="T4" y="T5"/>
                </a:cxn>
                <a:cxn ang="0">
                  <a:pos x="T6" y="T7"/>
                </a:cxn>
                <a:cxn ang="0">
                  <a:pos x="T8" y="T9"/>
                </a:cxn>
              </a:cxnLst>
              <a:rect l="0" t="0" r="r" b="b"/>
              <a:pathLst>
                <a:path w="133" h="49">
                  <a:moveTo>
                    <a:pt x="0" y="12"/>
                  </a:moveTo>
                  <a:lnTo>
                    <a:pt x="0" y="49"/>
                  </a:lnTo>
                  <a:lnTo>
                    <a:pt x="133" y="31"/>
                  </a:lnTo>
                  <a:lnTo>
                    <a:pt x="133" y="0"/>
                  </a:lnTo>
                  <a:lnTo>
                    <a:pt x="0" y="12"/>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3" name="Freeform 194"/>
            <p:cNvSpPr>
              <a:spLocks/>
            </p:cNvSpPr>
            <p:nvPr/>
          </p:nvSpPr>
          <p:spPr bwMode="auto">
            <a:xfrm>
              <a:off x="8520113" y="2217738"/>
              <a:ext cx="493713" cy="1746250"/>
            </a:xfrm>
            <a:custGeom>
              <a:avLst/>
              <a:gdLst>
                <a:gd name="T0" fmla="*/ 259 w 311"/>
                <a:gd name="T1" fmla="*/ 0 h 1100"/>
                <a:gd name="T2" fmla="*/ 259 w 311"/>
                <a:gd name="T3" fmla="*/ 0 h 1100"/>
                <a:gd name="T4" fmla="*/ 273 w 311"/>
                <a:gd name="T5" fmla="*/ 37 h 1100"/>
                <a:gd name="T6" fmla="*/ 285 w 311"/>
                <a:gd name="T7" fmla="*/ 79 h 1100"/>
                <a:gd name="T8" fmla="*/ 297 w 311"/>
                <a:gd name="T9" fmla="*/ 134 h 1100"/>
                <a:gd name="T10" fmla="*/ 303 w 311"/>
                <a:gd name="T11" fmla="*/ 164 h 1100"/>
                <a:gd name="T12" fmla="*/ 308 w 311"/>
                <a:gd name="T13" fmla="*/ 195 h 1100"/>
                <a:gd name="T14" fmla="*/ 310 w 311"/>
                <a:gd name="T15" fmla="*/ 227 h 1100"/>
                <a:gd name="T16" fmla="*/ 311 w 311"/>
                <a:gd name="T17" fmla="*/ 260 h 1100"/>
                <a:gd name="T18" fmla="*/ 310 w 311"/>
                <a:gd name="T19" fmla="*/ 294 h 1100"/>
                <a:gd name="T20" fmla="*/ 306 w 311"/>
                <a:gd name="T21" fmla="*/ 325 h 1100"/>
                <a:gd name="T22" fmla="*/ 301 w 311"/>
                <a:gd name="T23" fmla="*/ 359 h 1100"/>
                <a:gd name="T24" fmla="*/ 290 w 311"/>
                <a:gd name="T25" fmla="*/ 390 h 1100"/>
                <a:gd name="T26" fmla="*/ 290 w 311"/>
                <a:gd name="T27" fmla="*/ 390 h 1100"/>
                <a:gd name="T28" fmla="*/ 283 w 311"/>
                <a:gd name="T29" fmla="*/ 404 h 1100"/>
                <a:gd name="T30" fmla="*/ 266 w 311"/>
                <a:gd name="T31" fmla="*/ 443 h 1100"/>
                <a:gd name="T32" fmla="*/ 253 w 311"/>
                <a:gd name="T33" fmla="*/ 473 h 1100"/>
                <a:gd name="T34" fmla="*/ 239 w 311"/>
                <a:gd name="T35" fmla="*/ 506 h 1100"/>
                <a:gd name="T36" fmla="*/ 225 w 311"/>
                <a:gd name="T37" fmla="*/ 547 h 1100"/>
                <a:gd name="T38" fmla="*/ 213 w 311"/>
                <a:gd name="T39" fmla="*/ 591 h 1100"/>
                <a:gd name="T40" fmla="*/ 199 w 311"/>
                <a:gd name="T41" fmla="*/ 640 h 1100"/>
                <a:gd name="T42" fmla="*/ 187 w 311"/>
                <a:gd name="T43" fmla="*/ 694 h 1100"/>
                <a:gd name="T44" fmla="*/ 176 w 311"/>
                <a:gd name="T45" fmla="*/ 751 h 1100"/>
                <a:gd name="T46" fmla="*/ 167 w 311"/>
                <a:gd name="T47" fmla="*/ 812 h 1100"/>
                <a:gd name="T48" fmla="*/ 162 w 311"/>
                <a:gd name="T49" fmla="*/ 877 h 1100"/>
                <a:gd name="T50" fmla="*/ 160 w 311"/>
                <a:gd name="T51" fmla="*/ 946 h 1100"/>
                <a:gd name="T52" fmla="*/ 160 w 311"/>
                <a:gd name="T53" fmla="*/ 1016 h 1100"/>
                <a:gd name="T54" fmla="*/ 164 w 311"/>
                <a:gd name="T55" fmla="*/ 1051 h 1100"/>
                <a:gd name="T56" fmla="*/ 167 w 311"/>
                <a:gd name="T57" fmla="*/ 1088 h 1100"/>
                <a:gd name="T58" fmla="*/ 7 w 311"/>
                <a:gd name="T59" fmla="*/ 1100 h 1100"/>
                <a:gd name="T60" fmla="*/ 7 w 311"/>
                <a:gd name="T61" fmla="*/ 1100 h 1100"/>
                <a:gd name="T62" fmla="*/ 4 w 311"/>
                <a:gd name="T63" fmla="*/ 1041 h 1100"/>
                <a:gd name="T64" fmla="*/ 2 w 311"/>
                <a:gd name="T65" fmla="*/ 976 h 1100"/>
                <a:gd name="T66" fmla="*/ 0 w 311"/>
                <a:gd name="T67" fmla="*/ 893 h 1100"/>
                <a:gd name="T68" fmla="*/ 2 w 311"/>
                <a:gd name="T69" fmla="*/ 802 h 1100"/>
                <a:gd name="T70" fmla="*/ 4 w 311"/>
                <a:gd name="T71" fmla="*/ 752 h 1100"/>
                <a:gd name="T72" fmla="*/ 7 w 311"/>
                <a:gd name="T73" fmla="*/ 703 h 1100"/>
                <a:gd name="T74" fmla="*/ 13 w 311"/>
                <a:gd name="T75" fmla="*/ 656 h 1100"/>
                <a:gd name="T76" fmla="*/ 18 w 311"/>
                <a:gd name="T77" fmla="*/ 608 h 1100"/>
                <a:gd name="T78" fmla="*/ 27 w 311"/>
                <a:gd name="T79" fmla="*/ 563 h 1100"/>
                <a:gd name="T80" fmla="*/ 35 w 311"/>
                <a:gd name="T81" fmla="*/ 519 h 1100"/>
                <a:gd name="T82" fmla="*/ 35 w 311"/>
                <a:gd name="T83" fmla="*/ 519 h 1100"/>
                <a:gd name="T84" fmla="*/ 48 w 311"/>
                <a:gd name="T85" fmla="*/ 477 h 1100"/>
                <a:gd name="T86" fmla="*/ 62 w 311"/>
                <a:gd name="T87" fmla="*/ 433 h 1100"/>
                <a:gd name="T88" fmla="*/ 78 w 311"/>
                <a:gd name="T89" fmla="*/ 389 h 1100"/>
                <a:gd name="T90" fmla="*/ 93 w 311"/>
                <a:gd name="T91" fmla="*/ 345 h 1100"/>
                <a:gd name="T92" fmla="*/ 130 w 311"/>
                <a:gd name="T93" fmla="*/ 257 h 1100"/>
                <a:gd name="T94" fmla="*/ 169 w 311"/>
                <a:gd name="T95" fmla="*/ 176 h 1100"/>
                <a:gd name="T96" fmla="*/ 202 w 311"/>
                <a:gd name="T97" fmla="*/ 106 h 1100"/>
                <a:gd name="T98" fmla="*/ 232 w 311"/>
                <a:gd name="T99" fmla="*/ 49 h 1100"/>
                <a:gd name="T100" fmla="*/ 259 w 311"/>
                <a:gd name="T101"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 h="1100">
                  <a:moveTo>
                    <a:pt x="259" y="0"/>
                  </a:moveTo>
                  <a:lnTo>
                    <a:pt x="259" y="0"/>
                  </a:lnTo>
                  <a:lnTo>
                    <a:pt x="273" y="37"/>
                  </a:lnTo>
                  <a:lnTo>
                    <a:pt x="285" y="79"/>
                  </a:lnTo>
                  <a:lnTo>
                    <a:pt x="297" y="134"/>
                  </a:lnTo>
                  <a:lnTo>
                    <a:pt x="303" y="164"/>
                  </a:lnTo>
                  <a:lnTo>
                    <a:pt x="308" y="195"/>
                  </a:lnTo>
                  <a:lnTo>
                    <a:pt x="310" y="227"/>
                  </a:lnTo>
                  <a:lnTo>
                    <a:pt x="311" y="260"/>
                  </a:lnTo>
                  <a:lnTo>
                    <a:pt x="310" y="294"/>
                  </a:lnTo>
                  <a:lnTo>
                    <a:pt x="306" y="325"/>
                  </a:lnTo>
                  <a:lnTo>
                    <a:pt x="301" y="359"/>
                  </a:lnTo>
                  <a:lnTo>
                    <a:pt x="290" y="390"/>
                  </a:lnTo>
                  <a:lnTo>
                    <a:pt x="290" y="390"/>
                  </a:lnTo>
                  <a:lnTo>
                    <a:pt x="283" y="404"/>
                  </a:lnTo>
                  <a:lnTo>
                    <a:pt x="266" y="443"/>
                  </a:lnTo>
                  <a:lnTo>
                    <a:pt x="253" y="473"/>
                  </a:lnTo>
                  <a:lnTo>
                    <a:pt x="239" y="506"/>
                  </a:lnTo>
                  <a:lnTo>
                    <a:pt x="225" y="547"/>
                  </a:lnTo>
                  <a:lnTo>
                    <a:pt x="213" y="591"/>
                  </a:lnTo>
                  <a:lnTo>
                    <a:pt x="199" y="640"/>
                  </a:lnTo>
                  <a:lnTo>
                    <a:pt x="187" y="694"/>
                  </a:lnTo>
                  <a:lnTo>
                    <a:pt x="176" y="751"/>
                  </a:lnTo>
                  <a:lnTo>
                    <a:pt x="167" y="812"/>
                  </a:lnTo>
                  <a:lnTo>
                    <a:pt x="162" y="877"/>
                  </a:lnTo>
                  <a:lnTo>
                    <a:pt x="160" y="946"/>
                  </a:lnTo>
                  <a:lnTo>
                    <a:pt x="160" y="1016"/>
                  </a:lnTo>
                  <a:lnTo>
                    <a:pt x="164" y="1051"/>
                  </a:lnTo>
                  <a:lnTo>
                    <a:pt x="167" y="1088"/>
                  </a:lnTo>
                  <a:lnTo>
                    <a:pt x="7" y="1100"/>
                  </a:lnTo>
                  <a:lnTo>
                    <a:pt x="7" y="1100"/>
                  </a:lnTo>
                  <a:lnTo>
                    <a:pt x="4" y="1041"/>
                  </a:lnTo>
                  <a:lnTo>
                    <a:pt x="2" y="976"/>
                  </a:lnTo>
                  <a:lnTo>
                    <a:pt x="0" y="893"/>
                  </a:lnTo>
                  <a:lnTo>
                    <a:pt x="2" y="802"/>
                  </a:lnTo>
                  <a:lnTo>
                    <a:pt x="4" y="752"/>
                  </a:lnTo>
                  <a:lnTo>
                    <a:pt x="7" y="703"/>
                  </a:lnTo>
                  <a:lnTo>
                    <a:pt x="13" y="656"/>
                  </a:lnTo>
                  <a:lnTo>
                    <a:pt x="18" y="608"/>
                  </a:lnTo>
                  <a:lnTo>
                    <a:pt x="27" y="563"/>
                  </a:lnTo>
                  <a:lnTo>
                    <a:pt x="35" y="519"/>
                  </a:lnTo>
                  <a:lnTo>
                    <a:pt x="35" y="519"/>
                  </a:lnTo>
                  <a:lnTo>
                    <a:pt x="48" y="477"/>
                  </a:lnTo>
                  <a:lnTo>
                    <a:pt x="62" y="433"/>
                  </a:lnTo>
                  <a:lnTo>
                    <a:pt x="78" y="389"/>
                  </a:lnTo>
                  <a:lnTo>
                    <a:pt x="93" y="345"/>
                  </a:lnTo>
                  <a:lnTo>
                    <a:pt x="130" y="257"/>
                  </a:lnTo>
                  <a:lnTo>
                    <a:pt x="169" y="176"/>
                  </a:lnTo>
                  <a:lnTo>
                    <a:pt x="202" y="106"/>
                  </a:lnTo>
                  <a:lnTo>
                    <a:pt x="232" y="49"/>
                  </a:lnTo>
                  <a:lnTo>
                    <a:pt x="259" y="0"/>
                  </a:lnTo>
                  <a:close/>
                </a:path>
              </a:pathLst>
            </a:custGeom>
            <a:solidFill>
              <a:srgbClr val="2D2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4" name="Freeform 195"/>
            <p:cNvSpPr>
              <a:spLocks/>
            </p:cNvSpPr>
            <p:nvPr/>
          </p:nvSpPr>
          <p:spPr bwMode="auto">
            <a:xfrm>
              <a:off x="8520113" y="2217738"/>
              <a:ext cx="493713" cy="1746250"/>
            </a:xfrm>
            <a:custGeom>
              <a:avLst/>
              <a:gdLst>
                <a:gd name="T0" fmla="*/ 259 w 311"/>
                <a:gd name="T1" fmla="*/ 0 h 1100"/>
                <a:gd name="T2" fmla="*/ 259 w 311"/>
                <a:gd name="T3" fmla="*/ 0 h 1100"/>
                <a:gd name="T4" fmla="*/ 273 w 311"/>
                <a:gd name="T5" fmla="*/ 37 h 1100"/>
                <a:gd name="T6" fmla="*/ 285 w 311"/>
                <a:gd name="T7" fmla="*/ 79 h 1100"/>
                <a:gd name="T8" fmla="*/ 297 w 311"/>
                <a:gd name="T9" fmla="*/ 134 h 1100"/>
                <a:gd name="T10" fmla="*/ 303 w 311"/>
                <a:gd name="T11" fmla="*/ 164 h 1100"/>
                <a:gd name="T12" fmla="*/ 308 w 311"/>
                <a:gd name="T13" fmla="*/ 195 h 1100"/>
                <a:gd name="T14" fmla="*/ 310 w 311"/>
                <a:gd name="T15" fmla="*/ 227 h 1100"/>
                <a:gd name="T16" fmla="*/ 311 w 311"/>
                <a:gd name="T17" fmla="*/ 260 h 1100"/>
                <a:gd name="T18" fmla="*/ 310 w 311"/>
                <a:gd name="T19" fmla="*/ 294 h 1100"/>
                <a:gd name="T20" fmla="*/ 306 w 311"/>
                <a:gd name="T21" fmla="*/ 325 h 1100"/>
                <a:gd name="T22" fmla="*/ 301 w 311"/>
                <a:gd name="T23" fmla="*/ 359 h 1100"/>
                <a:gd name="T24" fmla="*/ 290 w 311"/>
                <a:gd name="T25" fmla="*/ 390 h 1100"/>
                <a:gd name="T26" fmla="*/ 290 w 311"/>
                <a:gd name="T27" fmla="*/ 390 h 1100"/>
                <a:gd name="T28" fmla="*/ 283 w 311"/>
                <a:gd name="T29" fmla="*/ 404 h 1100"/>
                <a:gd name="T30" fmla="*/ 266 w 311"/>
                <a:gd name="T31" fmla="*/ 443 h 1100"/>
                <a:gd name="T32" fmla="*/ 253 w 311"/>
                <a:gd name="T33" fmla="*/ 473 h 1100"/>
                <a:gd name="T34" fmla="*/ 239 w 311"/>
                <a:gd name="T35" fmla="*/ 506 h 1100"/>
                <a:gd name="T36" fmla="*/ 225 w 311"/>
                <a:gd name="T37" fmla="*/ 547 h 1100"/>
                <a:gd name="T38" fmla="*/ 213 w 311"/>
                <a:gd name="T39" fmla="*/ 591 h 1100"/>
                <a:gd name="T40" fmla="*/ 199 w 311"/>
                <a:gd name="T41" fmla="*/ 640 h 1100"/>
                <a:gd name="T42" fmla="*/ 187 w 311"/>
                <a:gd name="T43" fmla="*/ 694 h 1100"/>
                <a:gd name="T44" fmla="*/ 176 w 311"/>
                <a:gd name="T45" fmla="*/ 751 h 1100"/>
                <a:gd name="T46" fmla="*/ 167 w 311"/>
                <a:gd name="T47" fmla="*/ 812 h 1100"/>
                <a:gd name="T48" fmla="*/ 162 w 311"/>
                <a:gd name="T49" fmla="*/ 877 h 1100"/>
                <a:gd name="T50" fmla="*/ 160 w 311"/>
                <a:gd name="T51" fmla="*/ 946 h 1100"/>
                <a:gd name="T52" fmla="*/ 160 w 311"/>
                <a:gd name="T53" fmla="*/ 1016 h 1100"/>
                <a:gd name="T54" fmla="*/ 164 w 311"/>
                <a:gd name="T55" fmla="*/ 1051 h 1100"/>
                <a:gd name="T56" fmla="*/ 167 w 311"/>
                <a:gd name="T57" fmla="*/ 1088 h 1100"/>
                <a:gd name="T58" fmla="*/ 7 w 311"/>
                <a:gd name="T59" fmla="*/ 1100 h 1100"/>
                <a:gd name="T60" fmla="*/ 7 w 311"/>
                <a:gd name="T61" fmla="*/ 1100 h 1100"/>
                <a:gd name="T62" fmla="*/ 4 w 311"/>
                <a:gd name="T63" fmla="*/ 1041 h 1100"/>
                <a:gd name="T64" fmla="*/ 2 w 311"/>
                <a:gd name="T65" fmla="*/ 976 h 1100"/>
                <a:gd name="T66" fmla="*/ 0 w 311"/>
                <a:gd name="T67" fmla="*/ 893 h 1100"/>
                <a:gd name="T68" fmla="*/ 2 w 311"/>
                <a:gd name="T69" fmla="*/ 802 h 1100"/>
                <a:gd name="T70" fmla="*/ 4 w 311"/>
                <a:gd name="T71" fmla="*/ 752 h 1100"/>
                <a:gd name="T72" fmla="*/ 7 w 311"/>
                <a:gd name="T73" fmla="*/ 703 h 1100"/>
                <a:gd name="T74" fmla="*/ 13 w 311"/>
                <a:gd name="T75" fmla="*/ 656 h 1100"/>
                <a:gd name="T76" fmla="*/ 18 w 311"/>
                <a:gd name="T77" fmla="*/ 608 h 1100"/>
                <a:gd name="T78" fmla="*/ 27 w 311"/>
                <a:gd name="T79" fmla="*/ 563 h 1100"/>
                <a:gd name="T80" fmla="*/ 35 w 311"/>
                <a:gd name="T81" fmla="*/ 519 h 1100"/>
                <a:gd name="T82" fmla="*/ 35 w 311"/>
                <a:gd name="T83" fmla="*/ 519 h 1100"/>
                <a:gd name="T84" fmla="*/ 48 w 311"/>
                <a:gd name="T85" fmla="*/ 477 h 1100"/>
                <a:gd name="T86" fmla="*/ 62 w 311"/>
                <a:gd name="T87" fmla="*/ 433 h 1100"/>
                <a:gd name="T88" fmla="*/ 78 w 311"/>
                <a:gd name="T89" fmla="*/ 389 h 1100"/>
                <a:gd name="T90" fmla="*/ 93 w 311"/>
                <a:gd name="T91" fmla="*/ 345 h 1100"/>
                <a:gd name="T92" fmla="*/ 130 w 311"/>
                <a:gd name="T93" fmla="*/ 257 h 1100"/>
                <a:gd name="T94" fmla="*/ 169 w 311"/>
                <a:gd name="T95" fmla="*/ 176 h 1100"/>
                <a:gd name="T96" fmla="*/ 202 w 311"/>
                <a:gd name="T97" fmla="*/ 106 h 1100"/>
                <a:gd name="T98" fmla="*/ 232 w 311"/>
                <a:gd name="T99" fmla="*/ 49 h 1100"/>
                <a:gd name="T100" fmla="*/ 259 w 311"/>
                <a:gd name="T101"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 h="1100">
                  <a:moveTo>
                    <a:pt x="259" y="0"/>
                  </a:moveTo>
                  <a:lnTo>
                    <a:pt x="259" y="0"/>
                  </a:lnTo>
                  <a:lnTo>
                    <a:pt x="273" y="37"/>
                  </a:lnTo>
                  <a:lnTo>
                    <a:pt x="285" y="79"/>
                  </a:lnTo>
                  <a:lnTo>
                    <a:pt x="297" y="134"/>
                  </a:lnTo>
                  <a:lnTo>
                    <a:pt x="303" y="164"/>
                  </a:lnTo>
                  <a:lnTo>
                    <a:pt x="308" y="195"/>
                  </a:lnTo>
                  <a:lnTo>
                    <a:pt x="310" y="227"/>
                  </a:lnTo>
                  <a:lnTo>
                    <a:pt x="311" y="260"/>
                  </a:lnTo>
                  <a:lnTo>
                    <a:pt x="310" y="294"/>
                  </a:lnTo>
                  <a:lnTo>
                    <a:pt x="306" y="325"/>
                  </a:lnTo>
                  <a:lnTo>
                    <a:pt x="301" y="359"/>
                  </a:lnTo>
                  <a:lnTo>
                    <a:pt x="290" y="390"/>
                  </a:lnTo>
                  <a:lnTo>
                    <a:pt x="290" y="390"/>
                  </a:lnTo>
                  <a:lnTo>
                    <a:pt x="283" y="404"/>
                  </a:lnTo>
                  <a:lnTo>
                    <a:pt x="266" y="443"/>
                  </a:lnTo>
                  <a:lnTo>
                    <a:pt x="253" y="473"/>
                  </a:lnTo>
                  <a:lnTo>
                    <a:pt x="239" y="506"/>
                  </a:lnTo>
                  <a:lnTo>
                    <a:pt x="225" y="547"/>
                  </a:lnTo>
                  <a:lnTo>
                    <a:pt x="213" y="591"/>
                  </a:lnTo>
                  <a:lnTo>
                    <a:pt x="199" y="640"/>
                  </a:lnTo>
                  <a:lnTo>
                    <a:pt x="187" y="694"/>
                  </a:lnTo>
                  <a:lnTo>
                    <a:pt x="176" y="751"/>
                  </a:lnTo>
                  <a:lnTo>
                    <a:pt x="167" y="812"/>
                  </a:lnTo>
                  <a:lnTo>
                    <a:pt x="162" y="877"/>
                  </a:lnTo>
                  <a:lnTo>
                    <a:pt x="160" y="946"/>
                  </a:lnTo>
                  <a:lnTo>
                    <a:pt x="160" y="1016"/>
                  </a:lnTo>
                  <a:lnTo>
                    <a:pt x="164" y="1051"/>
                  </a:lnTo>
                  <a:lnTo>
                    <a:pt x="167" y="1088"/>
                  </a:lnTo>
                  <a:lnTo>
                    <a:pt x="7" y="1100"/>
                  </a:lnTo>
                  <a:lnTo>
                    <a:pt x="7" y="1100"/>
                  </a:lnTo>
                  <a:lnTo>
                    <a:pt x="4" y="1041"/>
                  </a:lnTo>
                  <a:lnTo>
                    <a:pt x="2" y="976"/>
                  </a:lnTo>
                  <a:lnTo>
                    <a:pt x="0" y="893"/>
                  </a:lnTo>
                  <a:lnTo>
                    <a:pt x="2" y="802"/>
                  </a:lnTo>
                  <a:lnTo>
                    <a:pt x="4" y="752"/>
                  </a:lnTo>
                  <a:lnTo>
                    <a:pt x="7" y="703"/>
                  </a:lnTo>
                  <a:lnTo>
                    <a:pt x="13" y="656"/>
                  </a:lnTo>
                  <a:lnTo>
                    <a:pt x="18" y="608"/>
                  </a:lnTo>
                  <a:lnTo>
                    <a:pt x="27" y="563"/>
                  </a:lnTo>
                  <a:lnTo>
                    <a:pt x="35" y="519"/>
                  </a:lnTo>
                  <a:lnTo>
                    <a:pt x="35" y="519"/>
                  </a:lnTo>
                  <a:lnTo>
                    <a:pt x="48" y="477"/>
                  </a:lnTo>
                  <a:lnTo>
                    <a:pt x="62" y="433"/>
                  </a:lnTo>
                  <a:lnTo>
                    <a:pt x="78" y="389"/>
                  </a:lnTo>
                  <a:lnTo>
                    <a:pt x="93" y="345"/>
                  </a:lnTo>
                  <a:lnTo>
                    <a:pt x="130" y="257"/>
                  </a:lnTo>
                  <a:lnTo>
                    <a:pt x="169" y="176"/>
                  </a:lnTo>
                  <a:lnTo>
                    <a:pt x="202" y="106"/>
                  </a:lnTo>
                  <a:lnTo>
                    <a:pt x="232" y="49"/>
                  </a:lnTo>
                  <a:lnTo>
                    <a:pt x="25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sp>
        <p:nvSpPr>
          <p:cNvPr id="86" name="TextBox 85"/>
          <p:cNvSpPr txBox="1"/>
          <p:nvPr/>
        </p:nvSpPr>
        <p:spPr>
          <a:xfrm>
            <a:off x="4662512" y="2908139"/>
            <a:ext cx="7331105" cy="2062103"/>
          </a:xfrm>
          <a:prstGeom prst="rect">
            <a:avLst/>
          </a:prstGeom>
          <a:noFill/>
        </p:spPr>
        <p:txBody>
          <a:bodyPr wrap="square" rtlCol="0">
            <a:spAutoFit/>
          </a:bodyPr>
          <a:lstStyle/>
          <a:p>
            <a:pPr rtl="1"/>
            <a:r>
              <a:rPr lang="ar-SA" sz="3200" b="1" dirty="0">
                <a:solidFill>
                  <a:srgbClr val="0070C0"/>
                </a:solidFill>
              </a:rPr>
              <a:t>وقد أظهرت دراسات الباحثين المختلفة أهمية استخدام التصوير في عملية التعليم، وأن استخدامه أصبح حاجة ملحة، حيث وجدوا إنه يتيح خبرات من الصعب الحصول عليها عن طريق غيره</a:t>
            </a:r>
            <a:endParaRPr lang="en-US" sz="3200" b="1" dirty="0">
              <a:solidFill>
                <a:srgbClr val="0070C0"/>
              </a:solidFill>
            </a:endParaRPr>
          </a:p>
        </p:txBody>
      </p:sp>
      <p:sp>
        <p:nvSpPr>
          <p:cNvPr id="8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45798832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86"/>
                                        </p:tgtEl>
                                        <p:attrNameLst>
                                          <p:attrName>style.visibility</p:attrName>
                                        </p:attrNameLst>
                                      </p:cBhvr>
                                      <p:to>
                                        <p:strVal val="visible"/>
                                      </p:to>
                                    </p:set>
                                    <p:animEffect transition="in" filter="fade">
                                      <p:cBhvr>
                                        <p:cTn id="12"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5594997" y="710913"/>
            <a:ext cx="7017978" cy="2822938"/>
          </a:xfrm>
          <a:prstGeom prst="hexagon">
            <a:avLst/>
          </a:prstGeom>
          <a:solidFill>
            <a:srgbClr val="0160A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5721104" y="1728755"/>
            <a:ext cx="6281543" cy="584775"/>
          </a:xfrm>
          <a:prstGeom prst="rect">
            <a:avLst/>
          </a:prstGeom>
          <a:noFill/>
        </p:spPr>
        <p:txBody>
          <a:bodyPr wrap="square" rtlCol="0">
            <a:spAutoFit/>
          </a:bodyPr>
          <a:lstStyle/>
          <a:p>
            <a:pPr marL="514350" indent="-514350" algn="r" rtl="1">
              <a:buFont typeface="+mj-lt"/>
              <a:buAutoNum type="arabicPeriod" startAt="5"/>
            </a:pPr>
            <a:r>
              <a:rPr lang="ar-SA" sz="3200" b="1" u="sng" dirty="0" smtClean="0">
                <a:solidFill>
                  <a:schemeClr val="bg1"/>
                </a:solidFill>
              </a:rPr>
              <a:t>الألعاب </a:t>
            </a:r>
            <a:r>
              <a:rPr lang="ar-SA" sz="3200" b="1" u="sng" dirty="0">
                <a:solidFill>
                  <a:schemeClr val="bg1"/>
                </a:solidFill>
              </a:rPr>
              <a:t>التعليمية Educational games</a:t>
            </a:r>
            <a:endParaRPr lang="en-US" sz="3200" u="sng" dirty="0">
              <a:solidFill>
                <a:schemeClr val="bg1"/>
              </a:solidFill>
            </a:endParaRPr>
          </a:p>
        </p:txBody>
      </p:sp>
      <p:sp>
        <p:nvSpPr>
          <p:cNvPr id="8" name="Rectangle 7"/>
          <p:cNvSpPr/>
          <p:nvPr/>
        </p:nvSpPr>
        <p:spPr>
          <a:xfrm>
            <a:off x="373224" y="4440205"/>
            <a:ext cx="11426891" cy="2062103"/>
          </a:xfrm>
          <a:prstGeom prst="rect">
            <a:avLst/>
          </a:prstGeom>
        </p:spPr>
        <p:txBody>
          <a:bodyPr wrap="square">
            <a:spAutoFit/>
          </a:bodyPr>
          <a:lstStyle/>
          <a:p>
            <a:pPr algn="ctr" rtl="1"/>
            <a:r>
              <a:rPr lang="ar-SA" sz="3200" b="1" dirty="0"/>
              <a:t>مدرسة غير رسمية للعلاقات الاجتماعية وبنائها، والبيت يزود الطالب بالأمان، بينما يزوده اللعب بالتدريب، ويوسع خبرته في بناء العلاقات الاجتماعية غير المتوافرة في البيت، وهذا يتطلب منه تطوير مقدرته على الاستجابة لنماذج مختلفة واسعة، بحيث يكون قادراً على الانتقال من واحد إلى آخر</a:t>
            </a:r>
            <a:endParaRPr lang="en-US" sz="3200" b="1" dirty="0"/>
          </a:p>
        </p:txBody>
      </p:sp>
      <p:grpSp>
        <p:nvGrpSpPr>
          <p:cNvPr id="9" name="Group 8"/>
          <p:cNvGrpSpPr/>
          <p:nvPr/>
        </p:nvGrpSpPr>
        <p:grpSpPr>
          <a:xfrm>
            <a:off x="2445396" y="523842"/>
            <a:ext cx="1897063" cy="3749675"/>
            <a:chOff x="5075238" y="1525588"/>
            <a:chExt cx="1897063" cy="3749675"/>
          </a:xfrm>
        </p:grpSpPr>
        <p:sp>
          <p:nvSpPr>
            <p:cNvPr id="10" name="AutoShape 3"/>
            <p:cNvSpPr>
              <a:spLocks noChangeAspect="1" noChangeArrowheads="1" noTextEdit="1"/>
            </p:cNvSpPr>
            <p:nvPr/>
          </p:nvSpPr>
          <p:spPr bwMode="auto">
            <a:xfrm>
              <a:off x="5091113" y="1525588"/>
              <a:ext cx="1866900" cy="374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1" name="Freeform 10"/>
            <p:cNvSpPr>
              <a:spLocks/>
            </p:cNvSpPr>
            <p:nvPr/>
          </p:nvSpPr>
          <p:spPr bwMode="auto">
            <a:xfrm>
              <a:off x="5251451" y="4984751"/>
              <a:ext cx="1512888" cy="288925"/>
            </a:xfrm>
            <a:custGeom>
              <a:avLst/>
              <a:gdLst>
                <a:gd name="T0" fmla="*/ 505 w 931"/>
                <a:gd name="T1" fmla="*/ 0 h 178"/>
                <a:gd name="T2" fmla="*/ 385 w 931"/>
                <a:gd name="T3" fmla="*/ 3 h 178"/>
                <a:gd name="T4" fmla="*/ 304 w 931"/>
                <a:gd name="T5" fmla="*/ 12 h 178"/>
                <a:gd name="T6" fmla="*/ 270 w 931"/>
                <a:gd name="T7" fmla="*/ 16 h 178"/>
                <a:gd name="T8" fmla="*/ 106 w 931"/>
                <a:gd name="T9" fmla="*/ 34 h 178"/>
                <a:gd name="T10" fmla="*/ 37 w 931"/>
                <a:gd name="T11" fmla="*/ 133 h 178"/>
                <a:gd name="T12" fmla="*/ 144 w 931"/>
                <a:gd name="T13" fmla="*/ 165 h 178"/>
                <a:gd name="T14" fmla="*/ 248 w 931"/>
                <a:gd name="T15" fmla="*/ 170 h 178"/>
                <a:gd name="T16" fmla="*/ 342 w 931"/>
                <a:gd name="T17" fmla="*/ 169 h 178"/>
                <a:gd name="T18" fmla="*/ 352 w 931"/>
                <a:gd name="T19" fmla="*/ 168 h 178"/>
                <a:gd name="T20" fmla="*/ 549 w 931"/>
                <a:gd name="T21" fmla="*/ 177 h 178"/>
                <a:gd name="T22" fmla="*/ 641 w 931"/>
                <a:gd name="T23" fmla="*/ 178 h 178"/>
                <a:gd name="T24" fmla="*/ 758 w 931"/>
                <a:gd name="T25" fmla="*/ 175 h 178"/>
                <a:gd name="T26" fmla="*/ 868 w 931"/>
                <a:gd name="T27" fmla="*/ 161 h 178"/>
                <a:gd name="T28" fmla="*/ 921 w 931"/>
                <a:gd name="T29" fmla="*/ 117 h 178"/>
                <a:gd name="T30" fmla="*/ 893 w 931"/>
                <a:gd name="T31" fmla="*/ 47 h 178"/>
                <a:gd name="T32" fmla="*/ 747 w 931"/>
                <a:gd name="T33" fmla="*/ 11 h 178"/>
                <a:gd name="T34" fmla="*/ 519 w 931"/>
                <a:gd name="T35" fmla="*/ 1 h 178"/>
                <a:gd name="T36" fmla="*/ 505 w 931"/>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1" h="178">
                  <a:moveTo>
                    <a:pt x="505" y="0"/>
                  </a:moveTo>
                  <a:cubicBezTo>
                    <a:pt x="465" y="0"/>
                    <a:pt x="425" y="2"/>
                    <a:pt x="385" y="3"/>
                  </a:cubicBezTo>
                  <a:cubicBezTo>
                    <a:pt x="359" y="5"/>
                    <a:pt x="331" y="7"/>
                    <a:pt x="304" y="12"/>
                  </a:cubicBezTo>
                  <a:cubicBezTo>
                    <a:pt x="292" y="13"/>
                    <a:pt x="281" y="15"/>
                    <a:pt x="270" y="16"/>
                  </a:cubicBezTo>
                  <a:cubicBezTo>
                    <a:pt x="215" y="22"/>
                    <a:pt x="159" y="18"/>
                    <a:pt x="106" y="34"/>
                  </a:cubicBezTo>
                  <a:cubicBezTo>
                    <a:pt x="64" y="47"/>
                    <a:pt x="0" y="82"/>
                    <a:pt x="37" y="133"/>
                  </a:cubicBezTo>
                  <a:cubicBezTo>
                    <a:pt x="57" y="162"/>
                    <a:pt x="113" y="162"/>
                    <a:pt x="144" y="165"/>
                  </a:cubicBezTo>
                  <a:cubicBezTo>
                    <a:pt x="179" y="169"/>
                    <a:pt x="213" y="170"/>
                    <a:pt x="248" y="170"/>
                  </a:cubicBezTo>
                  <a:cubicBezTo>
                    <a:pt x="279" y="170"/>
                    <a:pt x="311" y="169"/>
                    <a:pt x="342" y="169"/>
                  </a:cubicBezTo>
                  <a:cubicBezTo>
                    <a:pt x="345" y="169"/>
                    <a:pt x="349" y="168"/>
                    <a:pt x="352" y="168"/>
                  </a:cubicBezTo>
                  <a:cubicBezTo>
                    <a:pt x="418" y="168"/>
                    <a:pt x="483" y="174"/>
                    <a:pt x="549" y="177"/>
                  </a:cubicBezTo>
                  <a:cubicBezTo>
                    <a:pt x="580" y="178"/>
                    <a:pt x="611" y="178"/>
                    <a:pt x="641" y="178"/>
                  </a:cubicBezTo>
                  <a:cubicBezTo>
                    <a:pt x="680" y="178"/>
                    <a:pt x="719" y="177"/>
                    <a:pt x="758" y="175"/>
                  </a:cubicBezTo>
                  <a:cubicBezTo>
                    <a:pt x="794" y="173"/>
                    <a:pt x="833" y="172"/>
                    <a:pt x="868" y="161"/>
                  </a:cubicBezTo>
                  <a:cubicBezTo>
                    <a:pt x="891" y="154"/>
                    <a:pt x="912" y="142"/>
                    <a:pt x="921" y="117"/>
                  </a:cubicBezTo>
                  <a:cubicBezTo>
                    <a:pt x="931" y="90"/>
                    <a:pt x="914" y="63"/>
                    <a:pt x="893" y="47"/>
                  </a:cubicBezTo>
                  <a:cubicBezTo>
                    <a:pt x="855" y="16"/>
                    <a:pt x="793" y="15"/>
                    <a:pt x="747" y="11"/>
                  </a:cubicBezTo>
                  <a:cubicBezTo>
                    <a:pt x="671" y="5"/>
                    <a:pt x="595" y="1"/>
                    <a:pt x="519" y="1"/>
                  </a:cubicBezTo>
                  <a:cubicBezTo>
                    <a:pt x="514" y="0"/>
                    <a:pt x="510" y="0"/>
                    <a:pt x="505" y="0"/>
                  </a:cubicBezTo>
                </a:path>
              </a:pathLst>
            </a:custGeom>
            <a:solidFill>
              <a:srgbClr val="E7E6E6">
                <a:lumMod val="90000"/>
              </a:srgbClr>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2" name="Freeform 11"/>
            <p:cNvSpPr>
              <a:spLocks/>
            </p:cNvSpPr>
            <p:nvPr/>
          </p:nvSpPr>
          <p:spPr bwMode="auto">
            <a:xfrm>
              <a:off x="5235576" y="2057401"/>
              <a:ext cx="1484313" cy="1423988"/>
            </a:xfrm>
            <a:custGeom>
              <a:avLst/>
              <a:gdLst>
                <a:gd name="T0" fmla="*/ 878 w 913"/>
                <a:gd name="T1" fmla="*/ 747 h 878"/>
                <a:gd name="T2" fmla="*/ 881 w 913"/>
                <a:gd name="T3" fmla="*/ 746 h 878"/>
                <a:gd name="T4" fmla="*/ 809 w 913"/>
                <a:gd name="T5" fmla="*/ 247 h 878"/>
                <a:gd name="T6" fmla="*/ 135 w 913"/>
                <a:gd name="T7" fmla="*/ 225 h 878"/>
                <a:gd name="T8" fmla="*/ 77 w 913"/>
                <a:gd name="T9" fmla="*/ 772 h 878"/>
                <a:gd name="T10" fmla="*/ 78 w 913"/>
                <a:gd name="T11" fmla="*/ 772 h 878"/>
                <a:gd name="T12" fmla="*/ 878 w 913"/>
                <a:gd name="T13" fmla="*/ 747 h 878"/>
              </a:gdLst>
              <a:ahLst/>
              <a:cxnLst>
                <a:cxn ang="0">
                  <a:pos x="T0" y="T1"/>
                </a:cxn>
                <a:cxn ang="0">
                  <a:pos x="T2" y="T3"/>
                </a:cxn>
                <a:cxn ang="0">
                  <a:pos x="T4" y="T5"/>
                </a:cxn>
                <a:cxn ang="0">
                  <a:pos x="T6" y="T7"/>
                </a:cxn>
                <a:cxn ang="0">
                  <a:pos x="T8" y="T9"/>
                </a:cxn>
                <a:cxn ang="0">
                  <a:pos x="T10" y="T11"/>
                </a:cxn>
                <a:cxn ang="0">
                  <a:pos x="T12" y="T13"/>
                </a:cxn>
              </a:cxnLst>
              <a:rect l="0" t="0" r="r" b="b"/>
              <a:pathLst>
                <a:path w="913" h="878">
                  <a:moveTo>
                    <a:pt x="878" y="747"/>
                  </a:moveTo>
                  <a:cubicBezTo>
                    <a:pt x="880" y="746"/>
                    <a:pt x="881" y="746"/>
                    <a:pt x="881" y="746"/>
                  </a:cubicBezTo>
                  <a:cubicBezTo>
                    <a:pt x="913" y="526"/>
                    <a:pt x="881" y="350"/>
                    <a:pt x="809" y="247"/>
                  </a:cubicBezTo>
                  <a:cubicBezTo>
                    <a:pt x="636" y="0"/>
                    <a:pt x="253" y="67"/>
                    <a:pt x="135" y="225"/>
                  </a:cubicBezTo>
                  <a:cubicBezTo>
                    <a:pt x="0" y="407"/>
                    <a:pt x="77" y="772"/>
                    <a:pt x="77" y="772"/>
                  </a:cubicBezTo>
                  <a:cubicBezTo>
                    <a:pt x="77" y="772"/>
                    <a:pt x="78" y="772"/>
                    <a:pt x="78" y="772"/>
                  </a:cubicBezTo>
                  <a:cubicBezTo>
                    <a:pt x="467" y="878"/>
                    <a:pt x="841" y="759"/>
                    <a:pt x="878" y="747"/>
                  </a:cubicBezTo>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3" name="Freeform 12"/>
            <p:cNvSpPr>
              <a:spLocks/>
            </p:cNvSpPr>
            <p:nvPr/>
          </p:nvSpPr>
          <p:spPr bwMode="auto">
            <a:xfrm>
              <a:off x="5303838" y="2071688"/>
              <a:ext cx="1379538" cy="1041400"/>
            </a:xfrm>
            <a:custGeom>
              <a:avLst/>
              <a:gdLst>
                <a:gd name="T0" fmla="*/ 12 w 849"/>
                <a:gd name="T1" fmla="*/ 548 h 642"/>
                <a:gd name="T2" fmla="*/ 78 w 849"/>
                <a:gd name="T3" fmla="*/ 529 h 642"/>
                <a:gd name="T4" fmla="*/ 83 w 849"/>
                <a:gd name="T5" fmla="*/ 639 h 642"/>
                <a:gd name="T6" fmla="*/ 133 w 849"/>
                <a:gd name="T7" fmla="*/ 642 h 642"/>
                <a:gd name="T8" fmla="*/ 133 w 849"/>
                <a:gd name="T9" fmla="*/ 461 h 642"/>
                <a:gd name="T10" fmla="*/ 162 w 849"/>
                <a:gd name="T11" fmla="*/ 252 h 642"/>
                <a:gd name="T12" fmla="*/ 439 w 849"/>
                <a:gd name="T13" fmla="*/ 252 h 642"/>
                <a:gd name="T14" fmla="*/ 686 w 849"/>
                <a:gd name="T15" fmla="*/ 252 h 642"/>
                <a:gd name="T16" fmla="*/ 752 w 849"/>
                <a:gd name="T17" fmla="*/ 456 h 642"/>
                <a:gd name="T18" fmla="*/ 758 w 849"/>
                <a:gd name="T19" fmla="*/ 613 h 642"/>
                <a:gd name="T20" fmla="*/ 792 w 849"/>
                <a:gd name="T21" fmla="*/ 613 h 642"/>
                <a:gd name="T22" fmla="*/ 849 w 849"/>
                <a:gd name="T23" fmla="*/ 503 h 642"/>
                <a:gd name="T24" fmla="*/ 828 w 849"/>
                <a:gd name="T25" fmla="*/ 254 h 642"/>
                <a:gd name="T26" fmla="*/ 707 w 849"/>
                <a:gd name="T27" fmla="*/ 45 h 642"/>
                <a:gd name="T28" fmla="*/ 664 w 849"/>
                <a:gd name="T29" fmla="*/ 46 h 642"/>
                <a:gd name="T30" fmla="*/ 620 w 849"/>
                <a:gd name="T31" fmla="*/ 45 h 642"/>
                <a:gd name="T32" fmla="*/ 503 w 849"/>
                <a:gd name="T33" fmla="*/ 1 h 642"/>
                <a:gd name="T34" fmla="*/ 443 w 849"/>
                <a:gd name="T35" fmla="*/ 11 h 642"/>
                <a:gd name="T36" fmla="*/ 366 w 849"/>
                <a:gd name="T37" fmla="*/ 20 h 642"/>
                <a:gd name="T38" fmla="*/ 247 w 849"/>
                <a:gd name="T39" fmla="*/ 13 h 642"/>
                <a:gd name="T40" fmla="*/ 147 w 849"/>
                <a:gd name="T41" fmla="*/ 105 h 642"/>
                <a:gd name="T42" fmla="*/ 64 w 849"/>
                <a:gd name="T43" fmla="*/ 150 h 642"/>
                <a:gd name="T44" fmla="*/ 22 w 849"/>
                <a:gd name="T45" fmla="*/ 307 h 642"/>
                <a:gd name="T46" fmla="*/ 12 w 849"/>
                <a:gd name="T47" fmla="*/ 54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9" h="642">
                  <a:moveTo>
                    <a:pt x="12" y="548"/>
                  </a:moveTo>
                  <a:cubicBezTo>
                    <a:pt x="12" y="548"/>
                    <a:pt x="38" y="495"/>
                    <a:pt x="78" y="529"/>
                  </a:cubicBezTo>
                  <a:cubicBezTo>
                    <a:pt x="119" y="563"/>
                    <a:pt x="83" y="639"/>
                    <a:pt x="83" y="639"/>
                  </a:cubicBezTo>
                  <a:cubicBezTo>
                    <a:pt x="133" y="642"/>
                    <a:pt x="133" y="642"/>
                    <a:pt x="133" y="642"/>
                  </a:cubicBezTo>
                  <a:cubicBezTo>
                    <a:pt x="133" y="642"/>
                    <a:pt x="154" y="535"/>
                    <a:pt x="133" y="461"/>
                  </a:cubicBezTo>
                  <a:cubicBezTo>
                    <a:pt x="113" y="386"/>
                    <a:pt x="115" y="299"/>
                    <a:pt x="162" y="252"/>
                  </a:cubicBezTo>
                  <a:cubicBezTo>
                    <a:pt x="209" y="205"/>
                    <a:pt x="277" y="252"/>
                    <a:pt x="439" y="252"/>
                  </a:cubicBezTo>
                  <a:cubicBezTo>
                    <a:pt x="601" y="252"/>
                    <a:pt x="622" y="194"/>
                    <a:pt x="686" y="252"/>
                  </a:cubicBezTo>
                  <a:cubicBezTo>
                    <a:pt x="750" y="309"/>
                    <a:pt x="758" y="394"/>
                    <a:pt x="752" y="456"/>
                  </a:cubicBezTo>
                  <a:cubicBezTo>
                    <a:pt x="745" y="518"/>
                    <a:pt x="758" y="613"/>
                    <a:pt x="758" y="613"/>
                  </a:cubicBezTo>
                  <a:cubicBezTo>
                    <a:pt x="792" y="613"/>
                    <a:pt x="792" y="613"/>
                    <a:pt x="792" y="613"/>
                  </a:cubicBezTo>
                  <a:cubicBezTo>
                    <a:pt x="792" y="613"/>
                    <a:pt x="769" y="458"/>
                    <a:pt x="849" y="503"/>
                  </a:cubicBezTo>
                  <a:cubicBezTo>
                    <a:pt x="849" y="503"/>
                    <a:pt x="828" y="329"/>
                    <a:pt x="828" y="254"/>
                  </a:cubicBezTo>
                  <a:cubicBezTo>
                    <a:pt x="828" y="162"/>
                    <a:pt x="784" y="67"/>
                    <a:pt x="707" y="45"/>
                  </a:cubicBezTo>
                  <a:cubicBezTo>
                    <a:pt x="692" y="41"/>
                    <a:pt x="678" y="43"/>
                    <a:pt x="664" y="46"/>
                  </a:cubicBezTo>
                  <a:cubicBezTo>
                    <a:pt x="649" y="48"/>
                    <a:pt x="634" y="51"/>
                    <a:pt x="620" y="45"/>
                  </a:cubicBezTo>
                  <a:cubicBezTo>
                    <a:pt x="578" y="30"/>
                    <a:pt x="538" y="2"/>
                    <a:pt x="503" y="1"/>
                  </a:cubicBezTo>
                  <a:cubicBezTo>
                    <a:pt x="476" y="0"/>
                    <a:pt x="459" y="5"/>
                    <a:pt x="443" y="11"/>
                  </a:cubicBezTo>
                  <a:cubicBezTo>
                    <a:pt x="424" y="18"/>
                    <a:pt x="405" y="24"/>
                    <a:pt x="366" y="20"/>
                  </a:cubicBezTo>
                  <a:cubicBezTo>
                    <a:pt x="347" y="18"/>
                    <a:pt x="290" y="1"/>
                    <a:pt x="247" y="13"/>
                  </a:cubicBezTo>
                  <a:cubicBezTo>
                    <a:pt x="205" y="26"/>
                    <a:pt x="179" y="92"/>
                    <a:pt x="147" y="105"/>
                  </a:cubicBezTo>
                  <a:cubicBezTo>
                    <a:pt x="115" y="118"/>
                    <a:pt x="100" y="107"/>
                    <a:pt x="64" y="150"/>
                  </a:cubicBezTo>
                  <a:cubicBezTo>
                    <a:pt x="29" y="192"/>
                    <a:pt x="25" y="284"/>
                    <a:pt x="22" y="307"/>
                  </a:cubicBezTo>
                  <a:cubicBezTo>
                    <a:pt x="20" y="331"/>
                    <a:pt x="0" y="492"/>
                    <a:pt x="12" y="548"/>
                  </a:cubicBezTo>
                </a:path>
              </a:pathLst>
            </a:custGeom>
            <a:solidFill>
              <a:srgbClr val="BC85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4" name="Freeform 13"/>
            <p:cNvSpPr>
              <a:spLocks/>
            </p:cNvSpPr>
            <p:nvPr/>
          </p:nvSpPr>
          <p:spPr bwMode="auto">
            <a:xfrm>
              <a:off x="5922963" y="2852738"/>
              <a:ext cx="177800" cy="263525"/>
            </a:xfrm>
            <a:custGeom>
              <a:avLst/>
              <a:gdLst>
                <a:gd name="T0" fmla="*/ 56 w 109"/>
                <a:gd name="T1" fmla="*/ 0 h 162"/>
                <a:gd name="T2" fmla="*/ 32 w 109"/>
                <a:gd name="T3" fmla="*/ 136 h 162"/>
                <a:gd name="T4" fmla="*/ 100 w 109"/>
                <a:gd name="T5" fmla="*/ 121 h 162"/>
                <a:gd name="T6" fmla="*/ 56 w 109"/>
                <a:gd name="T7" fmla="*/ 0 h 162"/>
              </a:gdLst>
              <a:ahLst/>
              <a:cxnLst>
                <a:cxn ang="0">
                  <a:pos x="T0" y="T1"/>
                </a:cxn>
                <a:cxn ang="0">
                  <a:pos x="T2" y="T3"/>
                </a:cxn>
                <a:cxn ang="0">
                  <a:pos x="T4" y="T5"/>
                </a:cxn>
                <a:cxn ang="0">
                  <a:pos x="T6" y="T7"/>
                </a:cxn>
              </a:cxnLst>
              <a:rect l="0" t="0" r="r" b="b"/>
              <a:pathLst>
                <a:path w="109" h="162">
                  <a:moveTo>
                    <a:pt x="56" y="0"/>
                  </a:moveTo>
                  <a:cubicBezTo>
                    <a:pt x="56" y="0"/>
                    <a:pt x="0" y="111"/>
                    <a:pt x="32" y="136"/>
                  </a:cubicBezTo>
                  <a:cubicBezTo>
                    <a:pt x="64" y="162"/>
                    <a:pt x="92" y="145"/>
                    <a:pt x="100" y="121"/>
                  </a:cubicBezTo>
                  <a:cubicBezTo>
                    <a:pt x="109" y="98"/>
                    <a:pt x="56" y="0"/>
                    <a:pt x="56"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5" name="Freeform 14"/>
            <p:cNvSpPr>
              <a:spLocks/>
            </p:cNvSpPr>
            <p:nvPr/>
          </p:nvSpPr>
          <p:spPr bwMode="auto">
            <a:xfrm>
              <a:off x="5826126" y="2803526"/>
              <a:ext cx="92075" cy="92075"/>
            </a:xfrm>
            <a:custGeom>
              <a:avLst/>
              <a:gdLst>
                <a:gd name="T0" fmla="*/ 44 w 57"/>
                <a:gd name="T1" fmla="*/ 5 h 57"/>
                <a:gd name="T2" fmla="*/ 38 w 57"/>
                <a:gd name="T3" fmla="*/ 1 h 57"/>
                <a:gd name="T4" fmla="*/ 23 w 57"/>
                <a:gd name="T5" fmla="*/ 1 h 57"/>
                <a:gd name="T6" fmla="*/ 15 w 57"/>
                <a:gd name="T7" fmla="*/ 4 h 57"/>
                <a:gd name="T8" fmla="*/ 2 w 57"/>
                <a:gd name="T9" fmla="*/ 18 h 57"/>
                <a:gd name="T10" fmla="*/ 4 w 57"/>
                <a:gd name="T11" fmla="*/ 38 h 57"/>
                <a:gd name="T12" fmla="*/ 42 w 57"/>
                <a:gd name="T13" fmla="*/ 50 h 57"/>
                <a:gd name="T14" fmla="*/ 56 w 57"/>
                <a:gd name="T15" fmla="*/ 29 h 57"/>
                <a:gd name="T16" fmla="*/ 44 w 5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7">
                  <a:moveTo>
                    <a:pt x="44" y="5"/>
                  </a:moveTo>
                  <a:cubicBezTo>
                    <a:pt x="42" y="3"/>
                    <a:pt x="40" y="2"/>
                    <a:pt x="38" y="1"/>
                  </a:cubicBezTo>
                  <a:cubicBezTo>
                    <a:pt x="33" y="0"/>
                    <a:pt x="28" y="0"/>
                    <a:pt x="23" y="1"/>
                  </a:cubicBezTo>
                  <a:cubicBezTo>
                    <a:pt x="21" y="2"/>
                    <a:pt x="18" y="3"/>
                    <a:pt x="15" y="4"/>
                  </a:cubicBezTo>
                  <a:cubicBezTo>
                    <a:pt x="9" y="6"/>
                    <a:pt x="4" y="13"/>
                    <a:pt x="2" y="18"/>
                  </a:cubicBezTo>
                  <a:cubicBezTo>
                    <a:pt x="0" y="25"/>
                    <a:pt x="1" y="32"/>
                    <a:pt x="4" y="38"/>
                  </a:cubicBezTo>
                  <a:cubicBezTo>
                    <a:pt x="10" y="52"/>
                    <a:pt x="28" y="57"/>
                    <a:pt x="42" y="50"/>
                  </a:cubicBezTo>
                  <a:cubicBezTo>
                    <a:pt x="50" y="46"/>
                    <a:pt x="56" y="38"/>
                    <a:pt x="56" y="29"/>
                  </a:cubicBezTo>
                  <a:cubicBezTo>
                    <a:pt x="57" y="19"/>
                    <a:pt x="52" y="10"/>
                    <a:pt x="44" y="5"/>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6" name="Freeform 15"/>
            <p:cNvSpPr>
              <a:spLocks/>
            </p:cNvSpPr>
            <p:nvPr/>
          </p:nvSpPr>
          <p:spPr bwMode="auto">
            <a:xfrm>
              <a:off x="6091238" y="2813051"/>
              <a:ext cx="73025" cy="53975"/>
            </a:xfrm>
            <a:custGeom>
              <a:avLst/>
              <a:gdLst>
                <a:gd name="T0" fmla="*/ 23 w 44"/>
                <a:gd name="T1" fmla="*/ 0 h 33"/>
                <a:gd name="T2" fmla="*/ 21 w 44"/>
                <a:gd name="T3" fmla="*/ 33 h 33"/>
                <a:gd name="T4" fmla="*/ 23 w 44"/>
                <a:gd name="T5" fmla="*/ 0 h 33"/>
              </a:gdLst>
              <a:ahLst/>
              <a:cxnLst>
                <a:cxn ang="0">
                  <a:pos x="T0" y="T1"/>
                </a:cxn>
                <a:cxn ang="0">
                  <a:pos x="T2" y="T3"/>
                </a:cxn>
                <a:cxn ang="0">
                  <a:pos x="T4" y="T5"/>
                </a:cxn>
              </a:cxnLst>
              <a:rect l="0" t="0" r="r" b="b"/>
              <a:pathLst>
                <a:path w="44" h="33">
                  <a:moveTo>
                    <a:pt x="23" y="0"/>
                  </a:moveTo>
                  <a:cubicBezTo>
                    <a:pt x="2" y="0"/>
                    <a:pt x="0" y="33"/>
                    <a:pt x="21" y="33"/>
                  </a:cubicBezTo>
                  <a:cubicBezTo>
                    <a:pt x="42" y="33"/>
                    <a:pt x="44" y="0"/>
                    <a:pt x="23" y="0"/>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7" name="Freeform 16"/>
            <p:cNvSpPr>
              <a:spLocks/>
            </p:cNvSpPr>
            <p:nvPr/>
          </p:nvSpPr>
          <p:spPr bwMode="auto">
            <a:xfrm>
              <a:off x="6005513" y="3157538"/>
              <a:ext cx="52388" cy="93663"/>
            </a:xfrm>
            <a:custGeom>
              <a:avLst/>
              <a:gdLst>
                <a:gd name="T0" fmla="*/ 22 w 32"/>
                <a:gd name="T1" fmla="*/ 4 h 57"/>
                <a:gd name="T2" fmla="*/ 4 w 32"/>
                <a:gd name="T3" fmla="*/ 13 h 57"/>
                <a:gd name="T4" fmla="*/ 11 w 32"/>
                <a:gd name="T5" fmla="*/ 36 h 57"/>
                <a:gd name="T6" fmla="*/ 13 w 32"/>
                <a:gd name="T7" fmla="*/ 37 h 57"/>
                <a:gd name="T8" fmla="*/ 5 w 32"/>
                <a:gd name="T9" fmla="*/ 45 h 57"/>
                <a:gd name="T10" fmla="*/ 11 w 32"/>
                <a:gd name="T11" fmla="*/ 55 h 57"/>
                <a:gd name="T12" fmla="*/ 31 w 32"/>
                <a:gd name="T13" fmla="*/ 30 h 57"/>
                <a:gd name="T14" fmla="*/ 22 w 32"/>
                <a:gd name="T15" fmla="*/ 4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7">
                  <a:moveTo>
                    <a:pt x="22" y="4"/>
                  </a:moveTo>
                  <a:cubicBezTo>
                    <a:pt x="14" y="0"/>
                    <a:pt x="7" y="5"/>
                    <a:pt x="4" y="13"/>
                  </a:cubicBezTo>
                  <a:cubicBezTo>
                    <a:pt x="1" y="21"/>
                    <a:pt x="4" y="32"/>
                    <a:pt x="11" y="36"/>
                  </a:cubicBezTo>
                  <a:cubicBezTo>
                    <a:pt x="12" y="37"/>
                    <a:pt x="12" y="37"/>
                    <a:pt x="13" y="37"/>
                  </a:cubicBezTo>
                  <a:cubicBezTo>
                    <a:pt x="11" y="40"/>
                    <a:pt x="8" y="43"/>
                    <a:pt x="5" y="45"/>
                  </a:cubicBezTo>
                  <a:cubicBezTo>
                    <a:pt x="0" y="50"/>
                    <a:pt x="6" y="57"/>
                    <a:pt x="11" y="55"/>
                  </a:cubicBezTo>
                  <a:cubicBezTo>
                    <a:pt x="22" y="51"/>
                    <a:pt x="29" y="41"/>
                    <a:pt x="31" y="30"/>
                  </a:cubicBezTo>
                  <a:cubicBezTo>
                    <a:pt x="32" y="22"/>
                    <a:pt x="31" y="8"/>
                    <a:pt x="22" y="4"/>
                  </a:cubicBezTo>
                  <a:close/>
                </a:path>
              </a:pathLst>
            </a:custGeom>
            <a:solidFill>
              <a:srgbClr val="8337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8" name="Freeform 17"/>
            <p:cNvSpPr>
              <a:spLocks noEditPoints="1"/>
            </p:cNvSpPr>
            <p:nvPr/>
          </p:nvSpPr>
          <p:spPr bwMode="auto">
            <a:xfrm>
              <a:off x="5813426" y="2520951"/>
              <a:ext cx="358775" cy="209550"/>
            </a:xfrm>
            <a:custGeom>
              <a:avLst/>
              <a:gdLst>
                <a:gd name="T0" fmla="*/ 206 w 220"/>
                <a:gd name="T1" fmla="*/ 67 h 129"/>
                <a:gd name="T2" fmla="*/ 127 w 220"/>
                <a:gd name="T3" fmla="*/ 89 h 129"/>
                <a:gd name="T4" fmla="*/ 122 w 220"/>
                <a:gd name="T5" fmla="*/ 89 h 129"/>
                <a:gd name="T6" fmla="*/ 132 w 220"/>
                <a:gd name="T7" fmla="*/ 28 h 129"/>
                <a:gd name="T8" fmla="*/ 78 w 220"/>
                <a:gd name="T9" fmla="*/ 14 h 129"/>
                <a:gd name="T10" fmla="*/ 61 w 220"/>
                <a:gd name="T11" fmla="*/ 61 h 129"/>
                <a:gd name="T12" fmla="*/ 94 w 220"/>
                <a:gd name="T13" fmla="*/ 96 h 129"/>
                <a:gd name="T14" fmla="*/ 9 w 220"/>
                <a:gd name="T15" fmla="*/ 100 h 129"/>
                <a:gd name="T16" fmla="*/ 4 w 220"/>
                <a:gd name="T17" fmla="*/ 107 h 129"/>
                <a:gd name="T18" fmla="*/ 109 w 220"/>
                <a:gd name="T19" fmla="*/ 102 h 129"/>
                <a:gd name="T20" fmla="*/ 216 w 220"/>
                <a:gd name="T21" fmla="*/ 75 h 129"/>
                <a:gd name="T22" fmla="*/ 206 w 220"/>
                <a:gd name="T23" fmla="*/ 67 h 129"/>
                <a:gd name="T24" fmla="*/ 75 w 220"/>
                <a:gd name="T25" fmla="*/ 45 h 129"/>
                <a:gd name="T26" fmla="*/ 88 w 220"/>
                <a:gd name="T27" fmla="*/ 25 h 129"/>
                <a:gd name="T28" fmla="*/ 122 w 220"/>
                <a:gd name="T29" fmla="*/ 39 h 129"/>
                <a:gd name="T30" fmla="*/ 108 w 220"/>
                <a:gd name="T31" fmla="*/ 84 h 129"/>
                <a:gd name="T32" fmla="*/ 75 w 220"/>
                <a:gd name="T33" fmla="*/ 4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129">
                  <a:moveTo>
                    <a:pt x="206" y="67"/>
                  </a:moveTo>
                  <a:cubicBezTo>
                    <a:pt x="184" y="87"/>
                    <a:pt x="156" y="94"/>
                    <a:pt x="127" y="89"/>
                  </a:cubicBezTo>
                  <a:cubicBezTo>
                    <a:pt x="125" y="89"/>
                    <a:pt x="124" y="89"/>
                    <a:pt x="122" y="89"/>
                  </a:cubicBezTo>
                  <a:cubicBezTo>
                    <a:pt x="137" y="71"/>
                    <a:pt x="142" y="50"/>
                    <a:pt x="132" y="28"/>
                  </a:cubicBezTo>
                  <a:cubicBezTo>
                    <a:pt x="122" y="6"/>
                    <a:pt x="97" y="0"/>
                    <a:pt x="78" y="14"/>
                  </a:cubicBezTo>
                  <a:cubicBezTo>
                    <a:pt x="64" y="24"/>
                    <a:pt x="57" y="44"/>
                    <a:pt x="61" y="61"/>
                  </a:cubicBezTo>
                  <a:cubicBezTo>
                    <a:pt x="65" y="77"/>
                    <a:pt x="80" y="88"/>
                    <a:pt x="94" y="96"/>
                  </a:cubicBezTo>
                  <a:cubicBezTo>
                    <a:pt x="70" y="112"/>
                    <a:pt x="34" y="117"/>
                    <a:pt x="9" y="100"/>
                  </a:cubicBezTo>
                  <a:cubicBezTo>
                    <a:pt x="5" y="97"/>
                    <a:pt x="0" y="104"/>
                    <a:pt x="4" y="107"/>
                  </a:cubicBezTo>
                  <a:cubicBezTo>
                    <a:pt x="33" y="129"/>
                    <a:pt x="79" y="123"/>
                    <a:pt x="109" y="102"/>
                  </a:cubicBezTo>
                  <a:cubicBezTo>
                    <a:pt x="145" y="114"/>
                    <a:pt x="194" y="108"/>
                    <a:pt x="216" y="75"/>
                  </a:cubicBezTo>
                  <a:cubicBezTo>
                    <a:pt x="220" y="69"/>
                    <a:pt x="212" y="62"/>
                    <a:pt x="206" y="67"/>
                  </a:cubicBezTo>
                  <a:close/>
                  <a:moveTo>
                    <a:pt x="75" y="45"/>
                  </a:moveTo>
                  <a:cubicBezTo>
                    <a:pt x="77" y="37"/>
                    <a:pt x="82" y="30"/>
                    <a:pt x="88" y="25"/>
                  </a:cubicBezTo>
                  <a:cubicBezTo>
                    <a:pt x="102" y="11"/>
                    <a:pt x="116" y="28"/>
                    <a:pt x="122" y="39"/>
                  </a:cubicBezTo>
                  <a:cubicBezTo>
                    <a:pt x="129" y="55"/>
                    <a:pt x="119" y="73"/>
                    <a:pt x="108" y="84"/>
                  </a:cubicBezTo>
                  <a:cubicBezTo>
                    <a:pt x="89" y="78"/>
                    <a:pt x="71" y="64"/>
                    <a:pt x="7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19" name="Freeform 18"/>
            <p:cNvSpPr>
              <a:spLocks/>
            </p:cNvSpPr>
            <p:nvPr/>
          </p:nvSpPr>
          <p:spPr bwMode="auto">
            <a:xfrm>
              <a:off x="5568951" y="5072063"/>
              <a:ext cx="196850" cy="79375"/>
            </a:xfrm>
            <a:custGeom>
              <a:avLst/>
              <a:gdLst>
                <a:gd name="T0" fmla="*/ 67 w 121"/>
                <a:gd name="T1" fmla="*/ 4 h 49"/>
                <a:gd name="T2" fmla="*/ 33 w 121"/>
                <a:gd name="T3" fmla="*/ 7 h 49"/>
                <a:gd name="T4" fmla="*/ 8 w 121"/>
                <a:gd name="T5" fmla="*/ 21 h 49"/>
                <a:gd name="T6" fmla="*/ 39 w 121"/>
                <a:gd name="T7" fmla="*/ 48 h 49"/>
                <a:gd name="T8" fmla="*/ 93 w 121"/>
                <a:gd name="T9" fmla="*/ 40 h 49"/>
                <a:gd name="T10" fmla="*/ 112 w 121"/>
                <a:gd name="T11" fmla="*/ 0 h 49"/>
                <a:gd name="T12" fmla="*/ 67 w 121"/>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121" h="49">
                  <a:moveTo>
                    <a:pt x="67" y="4"/>
                  </a:moveTo>
                  <a:cubicBezTo>
                    <a:pt x="67" y="4"/>
                    <a:pt x="39" y="6"/>
                    <a:pt x="33" y="7"/>
                  </a:cubicBezTo>
                  <a:cubicBezTo>
                    <a:pt x="23" y="8"/>
                    <a:pt x="12" y="12"/>
                    <a:pt x="8" y="21"/>
                  </a:cubicBezTo>
                  <a:cubicBezTo>
                    <a:pt x="0" y="41"/>
                    <a:pt x="25" y="48"/>
                    <a:pt x="39" y="48"/>
                  </a:cubicBezTo>
                  <a:cubicBezTo>
                    <a:pt x="58" y="49"/>
                    <a:pt x="76" y="45"/>
                    <a:pt x="93" y="40"/>
                  </a:cubicBezTo>
                  <a:cubicBezTo>
                    <a:pt x="121" y="33"/>
                    <a:pt x="112" y="0"/>
                    <a:pt x="112" y="0"/>
                  </a:cubicBezTo>
                  <a:lnTo>
                    <a:pt x="67" y="4"/>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0" name="Freeform 19"/>
            <p:cNvSpPr>
              <a:spLocks/>
            </p:cNvSpPr>
            <p:nvPr/>
          </p:nvSpPr>
          <p:spPr bwMode="auto">
            <a:xfrm>
              <a:off x="6261101" y="5062538"/>
              <a:ext cx="209550" cy="85725"/>
            </a:xfrm>
            <a:custGeom>
              <a:avLst/>
              <a:gdLst>
                <a:gd name="T0" fmla="*/ 0 w 129"/>
                <a:gd name="T1" fmla="*/ 16 h 53"/>
                <a:gd name="T2" fmla="*/ 104 w 129"/>
                <a:gd name="T3" fmla="*/ 41 h 53"/>
                <a:gd name="T4" fmla="*/ 111 w 129"/>
                <a:gd name="T5" fmla="*/ 5 h 53"/>
                <a:gd name="T6" fmla="*/ 79 w 129"/>
                <a:gd name="T7" fmla="*/ 3 h 53"/>
                <a:gd name="T8" fmla="*/ 47 w 129"/>
                <a:gd name="T9" fmla="*/ 6 h 53"/>
                <a:gd name="T10" fmla="*/ 0 w 129"/>
                <a:gd name="T11" fmla="*/ 16 h 53"/>
              </a:gdLst>
              <a:ahLst/>
              <a:cxnLst>
                <a:cxn ang="0">
                  <a:pos x="T0" y="T1"/>
                </a:cxn>
                <a:cxn ang="0">
                  <a:pos x="T2" y="T3"/>
                </a:cxn>
                <a:cxn ang="0">
                  <a:pos x="T4" y="T5"/>
                </a:cxn>
                <a:cxn ang="0">
                  <a:pos x="T6" y="T7"/>
                </a:cxn>
                <a:cxn ang="0">
                  <a:pos x="T8" y="T9"/>
                </a:cxn>
                <a:cxn ang="0">
                  <a:pos x="T10" y="T11"/>
                </a:cxn>
              </a:cxnLst>
              <a:rect l="0" t="0" r="r" b="b"/>
              <a:pathLst>
                <a:path w="129" h="53">
                  <a:moveTo>
                    <a:pt x="0" y="16"/>
                  </a:moveTo>
                  <a:cubicBezTo>
                    <a:pt x="5" y="53"/>
                    <a:pt x="78" y="49"/>
                    <a:pt x="104" y="41"/>
                  </a:cubicBezTo>
                  <a:cubicBezTo>
                    <a:pt x="122" y="35"/>
                    <a:pt x="129" y="16"/>
                    <a:pt x="111" y="5"/>
                  </a:cubicBezTo>
                  <a:cubicBezTo>
                    <a:pt x="102" y="0"/>
                    <a:pt x="89" y="2"/>
                    <a:pt x="79" y="3"/>
                  </a:cubicBezTo>
                  <a:cubicBezTo>
                    <a:pt x="69" y="5"/>
                    <a:pt x="47" y="6"/>
                    <a:pt x="47" y="6"/>
                  </a:cubicBezTo>
                  <a:lnTo>
                    <a:pt x="0" y="16"/>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1" name="Freeform 20"/>
            <p:cNvSpPr>
              <a:spLocks/>
            </p:cNvSpPr>
            <p:nvPr/>
          </p:nvSpPr>
          <p:spPr bwMode="auto">
            <a:xfrm>
              <a:off x="5365751" y="4254501"/>
              <a:ext cx="1274763" cy="835025"/>
            </a:xfrm>
            <a:custGeom>
              <a:avLst/>
              <a:gdLst>
                <a:gd name="T0" fmla="*/ 785 w 785"/>
                <a:gd name="T1" fmla="*/ 2 h 515"/>
                <a:gd name="T2" fmla="*/ 772 w 785"/>
                <a:gd name="T3" fmla="*/ 0 h 515"/>
                <a:gd name="T4" fmla="*/ 2 w 785"/>
                <a:gd name="T5" fmla="*/ 0 h 515"/>
                <a:gd name="T6" fmla="*/ 0 w 785"/>
                <a:gd name="T7" fmla="*/ 4 h 515"/>
                <a:gd name="T8" fmla="*/ 165 w 785"/>
                <a:gd name="T9" fmla="*/ 128 h 515"/>
                <a:gd name="T10" fmla="*/ 167 w 785"/>
                <a:gd name="T11" fmla="*/ 271 h 515"/>
                <a:gd name="T12" fmla="*/ 191 w 785"/>
                <a:gd name="T13" fmla="*/ 502 h 515"/>
                <a:gd name="T14" fmla="*/ 192 w 785"/>
                <a:gd name="T15" fmla="*/ 509 h 515"/>
                <a:gd name="T16" fmla="*/ 237 w 785"/>
                <a:gd name="T17" fmla="*/ 505 h 515"/>
                <a:gd name="T18" fmla="*/ 237 w 785"/>
                <a:gd name="T19" fmla="*/ 498 h 515"/>
                <a:gd name="T20" fmla="*/ 237 w 785"/>
                <a:gd name="T21" fmla="*/ 295 h 515"/>
                <a:gd name="T22" fmla="*/ 263 w 785"/>
                <a:gd name="T23" fmla="*/ 162 h 515"/>
                <a:gd name="T24" fmla="*/ 497 w 785"/>
                <a:gd name="T25" fmla="*/ 161 h 515"/>
                <a:gd name="T26" fmla="*/ 538 w 785"/>
                <a:gd name="T27" fmla="*/ 339 h 515"/>
                <a:gd name="T28" fmla="*/ 550 w 785"/>
                <a:gd name="T29" fmla="*/ 515 h 515"/>
                <a:gd name="T30" fmla="*/ 552 w 785"/>
                <a:gd name="T31" fmla="*/ 515 h 515"/>
                <a:gd name="T32" fmla="*/ 598 w 785"/>
                <a:gd name="T33" fmla="*/ 505 h 515"/>
                <a:gd name="T34" fmla="*/ 598 w 785"/>
                <a:gd name="T35" fmla="*/ 502 h 515"/>
                <a:gd name="T36" fmla="*/ 601 w 785"/>
                <a:gd name="T37" fmla="*/ 315 h 515"/>
                <a:gd name="T38" fmla="*/ 591 w 785"/>
                <a:gd name="T39" fmla="*/ 137 h 515"/>
                <a:gd name="T40" fmla="*/ 785 w 785"/>
                <a:gd name="T41" fmla="*/ 2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515">
                  <a:moveTo>
                    <a:pt x="785" y="2"/>
                  </a:moveTo>
                  <a:cubicBezTo>
                    <a:pt x="785" y="2"/>
                    <a:pt x="781" y="1"/>
                    <a:pt x="772" y="0"/>
                  </a:cubicBezTo>
                  <a:cubicBezTo>
                    <a:pt x="396" y="81"/>
                    <a:pt x="35" y="7"/>
                    <a:pt x="2" y="0"/>
                  </a:cubicBezTo>
                  <a:cubicBezTo>
                    <a:pt x="1" y="1"/>
                    <a:pt x="0" y="3"/>
                    <a:pt x="0" y="4"/>
                  </a:cubicBezTo>
                  <a:cubicBezTo>
                    <a:pt x="0" y="4"/>
                    <a:pt x="21" y="60"/>
                    <a:pt x="165" y="128"/>
                  </a:cubicBezTo>
                  <a:cubicBezTo>
                    <a:pt x="165" y="128"/>
                    <a:pt x="164" y="192"/>
                    <a:pt x="167" y="271"/>
                  </a:cubicBezTo>
                  <a:cubicBezTo>
                    <a:pt x="170" y="366"/>
                    <a:pt x="187" y="474"/>
                    <a:pt x="191" y="502"/>
                  </a:cubicBezTo>
                  <a:cubicBezTo>
                    <a:pt x="192" y="507"/>
                    <a:pt x="192" y="509"/>
                    <a:pt x="192" y="509"/>
                  </a:cubicBezTo>
                  <a:cubicBezTo>
                    <a:pt x="237" y="505"/>
                    <a:pt x="237" y="505"/>
                    <a:pt x="237" y="505"/>
                  </a:cubicBezTo>
                  <a:cubicBezTo>
                    <a:pt x="237" y="505"/>
                    <a:pt x="237" y="502"/>
                    <a:pt x="237" y="498"/>
                  </a:cubicBezTo>
                  <a:cubicBezTo>
                    <a:pt x="235" y="471"/>
                    <a:pt x="230" y="363"/>
                    <a:pt x="237" y="295"/>
                  </a:cubicBezTo>
                  <a:cubicBezTo>
                    <a:pt x="243" y="231"/>
                    <a:pt x="263" y="162"/>
                    <a:pt x="263" y="162"/>
                  </a:cubicBezTo>
                  <a:cubicBezTo>
                    <a:pt x="263" y="162"/>
                    <a:pt x="395" y="188"/>
                    <a:pt x="497" y="161"/>
                  </a:cubicBezTo>
                  <a:cubicBezTo>
                    <a:pt x="497" y="161"/>
                    <a:pt x="532" y="285"/>
                    <a:pt x="538" y="339"/>
                  </a:cubicBezTo>
                  <a:cubicBezTo>
                    <a:pt x="543" y="386"/>
                    <a:pt x="550" y="515"/>
                    <a:pt x="550" y="515"/>
                  </a:cubicBezTo>
                  <a:cubicBezTo>
                    <a:pt x="552" y="515"/>
                    <a:pt x="552" y="515"/>
                    <a:pt x="552" y="515"/>
                  </a:cubicBezTo>
                  <a:cubicBezTo>
                    <a:pt x="598" y="505"/>
                    <a:pt x="598" y="505"/>
                    <a:pt x="598" y="505"/>
                  </a:cubicBezTo>
                  <a:cubicBezTo>
                    <a:pt x="598" y="505"/>
                    <a:pt x="598" y="504"/>
                    <a:pt x="598" y="502"/>
                  </a:cubicBezTo>
                  <a:cubicBezTo>
                    <a:pt x="600" y="481"/>
                    <a:pt x="606" y="380"/>
                    <a:pt x="601" y="315"/>
                  </a:cubicBezTo>
                  <a:cubicBezTo>
                    <a:pt x="597" y="276"/>
                    <a:pt x="603" y="228"/>
                    <a:pt x="591" y="137"/>
                  </a:cubicBezTo>
                  <a:cubicBezTo>
                    <a:pt x="591" y="137"/>
                    <a:pt x="735" y="63"/>
                    <a:pt x="785" y="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2" name="Freeform 21"/>
            <p:cNvSpPr>
              <a:spLocks/>
            </p:cNvSpPr>
            <p:nvPr/>
          </p:nvSpPr>
          <p:spPr bwMode="auto">
            <a:xfrm>
              <a:off x="6470651" y="1527176"/>
              <a:ext cx="330200" cy="403225"/>
            </a:xfrm>
            <a:custGeom>
              <a:avLst/>
              <a:gdLst>
                <a:gd name="T0" fmla="*/ 188 w 203"/>
                <a:gd name="T1" fmla="*/ 66 h 249"/>
                <a:gd name="T2" fmla="*/ 89 w 203"/>
                <a:gd name="T3" fmla="*/ 0 h 249"/>
                <a:gd name="T4" fmla="*/ 17 w 203"/>
                <a:gd name="T5" fmla="*/ 67 h 249"/>
                <a:gd name="T6" fmla="*/ 31 w 203"/>
                <a:gd name="T7" fmla="*/ 69 h 249"/>
                <a:gd name="T8" fmla="*/ 105 w 203"/>
                <a:gd name="T9" fmla="*/ 50 h 249"/>
                <a:gd name="T10" fmla="*/ 142 w 203"/>
                <a:gd name="T11" fmla="*/ 103 h 249"/>
                <a:gd name="T12" fmla="*/ 88 w 203"/>
                <a:gd name="T13" fmla="*/ 148 h 249"/>
                <a:gd name="T14" fmla="*/ 50 w 203"/>
                <a:gd name="T15" fmla="*/ 222 h 249"/>
                <a:gd name="T16" fmla="*/ 72 w 203"/>
                <a:gd name="T17" fmla="*/ 247 h 249"/>
                <a:gd name="T18" fmla="*/ 93 w 203"/>
                <a:gd name="T19" fmla="*/ 243 h 249"/>
                <a:gd name="T20" fmla="*/ 104 w 203"/>
                <a:gd name="T21" fmla="*/ 219 h 249"/>
                <a:gd name="T22" fmla="*/ 158 w 203"/>
                <a:gd name="T23" fmla="*/ 159 h 249"/>
                <a:gd name="T24" fmla="*/ 188 w 203"/>
                <a:gd name="T25" fmla="*/ 6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49">
                  <a:moveTo>
                    <a:pt x="188" y="66"/>
                  </a:moveTo>
                  <a:cubicBezTo>
                    <a:pt x="172" y="26"/>
                    <a:pt x="132" y="1"/>
                    <a:pt x="89" y="0"/>
                  </a:cubicBezTo>
                  <a:cubicBezTo>
                    <a:pt x="54" y="0"/>
                    <a:pt x="0" y="22"/>
                    <a:pt x="17" y="67"/>
                  </a:cubicBezTo>
                  <a:cubicBezTo>
                    <a:pt x="19" y="72"/>
                    <a:pt x="26" y="74"/>
                    <a:pt x="31" y="69"/>
                  </a:cubicBezTo>
                  <a:cubicBezTo>
                    <a:pt x="51" y="46"/>
                    <a:pt x="75" y="42"/>
                    <a:pt x="105" y="50"/>
                  </a:cubicBezTo>
                  <a:cubicBezTo>
                    <a:pt x="125" y="55"/>
                    <a:pt x="153" y="80"/>
                    <a:pt x="142" y="103"/>
                  </a:cubicBezTo>
                  <a:cubicBezTo>
                    <a:pt x="133" y="122"/>
                    <a:pt x="104" y="135"/>
                    <a:pt x="88" y="148"/>
                  </a:cubicBezTo>
                  <a:cubicBezTo>
                    <a:pt x="65" y="167"/>
                    <a:pt x="48" y="192"/>
                    <a:pt x="50" y="222"/>
                  </a:cubicBezTo>
                  <a:cubicBezTo>
                    <a:pt x="51" y="235"/>
                    <a:pt x="60" y="244"/>
                    <a:pt x="72" y="247"/>
                  </a:cubicBezTo>
                  <a:cubicBezTo>
                    <a:pt x="80" y="249"/>
                    <a:pt x="86" y="247"/>
                    <a:pt x="93" y="243"/>
                  </a:cubicBezTo>
                  <a:cubicBezTo>
                    <a:pt x="100" y="238"/>
                    <a:pt x="105" y="229"/>
                    <a:pt x="104" y="219"/>
                  </a:cubicBezTo>
                  <a:cubicBezTo>
                    <a:pt x="102" y="192"/>
                    <a:pt x="140" y="174"/>
                    <a:pt x="158" y="159"/>
                  </a:cubicBezTo>
                  <a:cubicBezTo>
                    <a:pt x="186" y="135"/>
                    <a:pt x="203" y="104"/>
                    <a:pt x="188" y="66"/>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3" name="Freeform 22"/>
            <p:cNvSpPr>
              <a:spLocks/>
            </p:cNvSpPr>
            <p:nvPr/>
          </p:nvSpPr>
          <p:spPr bwMode="auto">
            <a:xfrm>
              <a:off x="6519863" y="1992313"/>
              <a:ext cx="133350" cy="101600"/>
            </a:xfrm>
            <a:custGeom>
              <a:avLst/>
              <a:gdLst>
                <a:gd name="T0" fmla="*/ 47 w 82"/>
                <a:gd name="T1" fmla="*/ 4 h 63"/>
                <a:gd name="T2" fmla="*/ 35 w 82"/>
                <a:gd name="T3" fmla="*/ 59 h 63"/>
                <a:gd name="T4" fmla="*/ 47 w 82"/>
                <a:gd name="T5" fmla="*/ 4 h 63"/>
              </a:gdLst>
              <a:ahLst/>
              <a:cxnLst>
                <a:cxn ang="0">
                  <a:pos x="T0" y="T1"/>
                </a:cxn>
                <a:cxn ang="0">
                  <a:pos x="T2" y="T3"/>
                </a:cxn>
                <a:cxn ang="0">
                  <a:pos x="T4" y="T5"/>
                </a:cxn>
              </a:cxnLst>
              <a:rect l="0" t="0" r="r" b="b"/>
              <a:pathLst>
                <a:path w="82" h="63">
                  <a:moveTo>
                    <a:pt x="47" y="4"/>
                  </a:moveTo>
                  <a:cubicBezTo>
                    <a:pt x="11" y="0"/>
                    <a:pt x="0" y="54"/>
                    <a:pt x="35" y="59"/>
                  </a:cubicBezTo>
                  <a:cubicBezTo>
                    <a:pt x="71" y="63"/>
                    <a:pt x="82" y="9"/>
                    <a:pt x="47" y="4"/>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4" name="Freeform 23"/>
            <p:cNvSpPr>
              <a:spLocks/>
            </p:cNvSpPr>
            <p:nvPr/>
          </p:nvSpPr>
          <p:spPr bwMode="auto">
            <a:xfrm>
              <a:off x="6272213" y="1782763"/>
              <a:ext cx="176213" cy="222250"/>
            </a:xfrm>
            <a:custGeom>
              <a:avLst/>
              <a:gdLst>
                <a:gd name="T0" fmla="*/ 7 w 108"/>
                <a:gd name="T1" fmla="*/ 95 h 137"/>
                <a:gd name="T2" fmla="*/ 58 w 108"/>
                <a:gd name="T3" fmla="*/ 136 h 137"/>
                <a:gd name="T4" fmla="*/ 100 w 108"/>
                <a:gd name="T5" fmla="*/ 102 h 137"/>
                <a:gd name="T6" fmla="*/ 93 w 108"/>
                <a:gd name="T7" fmla="*/ 100 h 137"/>
                <a:gd name="T8" fmla="*/ 51 w 108"/>
                <a:gd name="T9" fmla="*/ 108 h 137"/>
                <a:gd name="T10" fmla="*/ 33 w 108"/>
                <a:gd name="T11" fmla="*/ 77 h 137"/>
                <a:gd name="T12" fmla="*/ 65 w 108"/>
                <a:gd name="T13" fmla="*/ 55 h 137"/>
                <a:gd name="T14" fmla="*/ 88 w 108"/>
                <a:gd name="T15" fmla="*/ 16 h 137"/>
                <a:gd name="T16" fmla="*/ 78 w 108"/>
                <a:gd name="T17" fmla="*/ 1 h 137"/>
                <a:gd name="T18" fmla="*/ 66 w 108"/>
                <a:gd name="T19" fmla="*/ 3 h 137"/>
                <a:gd name="T20" fmla="*/ 59 w 108"/>
                <a:gd name="T21" fmla="*/ 15 h 137"/>
                <a:gd name="T22" fmla="*/ 27 w 108"/>
                <a:gd name="T23" fmla="*/ 46 h 137"/>
                <a:gd name="T24" fmla="*/ 7 w 108"/>
                <a:gd name="T25"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37">
                  <a:moveTo>
                    <a:pt x="7" y="95"/>
                  </a:moveTo>
                  <a:cubicBezTo>
                    <a:pt x="14" y="118"/>
                    <a:pt x="34" y="133"/>
                    <a:pt x="58" y="136"/>
                  </a:cubicBezTo>
                  <a:cubicBezTo>
                    <a:pt x="77" y="137"/>
                    <a:pt x="108" y="128"/>
                    <a:pt x="100" y="102"/>
                  </a:cubicBezTo>
                  <a:cubicBezTo>
                    <a:pt x="99" y="99"/>
                    <a:pt x="95" y="98"/>
                    <a:pt x="93" y="100"/>
                  </a:cubicBezTo>
                  <a:cubicBezTo>
                    <a:pt x="81" y="112"/>
                    <a:pt x="68" y="114"/>
                    <a:pt x="51" y="108"/>
                  </a:cubicBezTo>
                  <a:cubicBezTo>
                    <a:pt x="41" y="104"/>
                    <a:pt x="26" y="89"/>
                    <a:pt x="33" y="77"/>
                  </a:cubicBezTo>
                  <a:cubicBezTo>
                    <a:pt x="39" y="67"/>
                    <a:pt x="56" y="61"/>
                    <a:pt x="65" y="55"/>
                  </a:cubicBezTo>
                  <a:cubicBezTo>
                    <a:pt x="78" y="45"/>
                    <a:pt x="88" y="33"/>
                    <a:pt x="88" y="16"/>
                  </a:cubicBezTo>
                  <a:cubicBezTo>
                    <a:pt x="88" y="9"/>
                    <a:pt x="84" y="3"/>
                    <a:pt x="78" y="1"/>
                  </a:cubicBezTo>
                  <a:cubicBezTo>
                    <a:pt x="74" y="0"/>
                    <a:pt x="70" y="1"/>
                    <a:pt x="66" y="3"/>
                  </a:cubicBezTo>
                  <a:cubicBezTo>
                    <a:pt x="62" y="5"/>
                    <a:pt x="59" y="10"/>
                    <a:pt x="59" y="15"/>
                  </a:cubicBezTo>
                  <a:cubicBezTo>
                    <a:pt x="59" y="30"/>
                    <a:pt x="37" y="38"/>
                    <a:pt x="27" y="46"/>
                  </a:cubicBezTo>
                  <a:cubicBezTo>
                    <a:pt x="10" y="58"/>
                    <a:pt x="0" y="74"/>
                    <a:pt x="7" y="95"/>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5" name="Freeform 24"/>
            <p:cNvSpPr>
              <a:spLocks/>
            </p:cNvSpPr>
            <p:nvPr/>
          </p:nvSpPr>
          <p:spPr bwMode="auto">
            <a:xfrm>
              <a:off x="6365876" y="1692276"/>
              <a:ext cx="77788" cy="60325"/>
            </a:xfrm>
            <a:custGeom>
              <a:avLst/>
              <a:gdLst>
                <a:gd name="T0" fmla="*/ 19 w 47"/>
                <a:gd name="T1" fmla="*/ 33 h 37"/>
                <a:gd name="T2" fmla="*/ 27 w 47"/>
                <a:gd name="T3" fmla="*/ 4 h 37"/>
                <a:gd name="T4" fmla="*/ 19 w 47"/>
                <a:gd name="T5" fmla="*/ 33 h 37"/>
              </a:gdLst>
              <a:ahLst/>
              <a:cxnLst>
                <a:cxn ang="0">
                  <a:pos x="T0" y="T1"/>
                </a:cxn>
                <a:cxn ang="0">
                  <a:pos x="T2" y="T3"/>
                </a:cxn>
                <a:cxn ang="0">
                  <a:pos x="T4" y="T5"/>
                </a:cxn>
              </a:cxnLst>
              <a:rect l="0" t="0" r="r" b="b"/>
              <a:pathLst>
                <a:path w="47" h="37">
                  <a:moveTo>
                    <a:pt x="19" y="33"/>
                  </a:moveTo>
                  <a:cubicBezTo>
                    <a:pt x="38" y="37"/>
                    <a:pt x="47" y="8"/>
                    <a:pt x="27" y="4"/>
                  </a:cubicBezTo>
                  <a:cubicBezTo>
                    <a:pt x="8" y="0"/>
                    <a:pt x="0" y="29"/>
                    <a:pt x="19" y="33"/>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6" name="Freeform 25"/>
            <p:cNvSpPr>
              <a:spLocks/>
            </p:cNvSpPr>
            <p:nvPr/>
          </p:nvSpPr>
          <p:spPr bwMode="auto">
            <a:xfrm>
              <a:off x="6797676" y="2100263"/>
              <a:ext cx="138113" cy="117475"/>
            </a:xfrm>
            <a:custGeom>
              <a:avLst/>
              <a:gdLst>
                <a:gd name="T0" fmla="*/ 49 w 85"/>
                <a:gd name="T1" fmla="*/ 0 h 73"/>
                <a:gd name="T2" fmla="*/ 35 w 85"/>
                <a:gd name="T3" fmla="*/ 8 h 73"/>
                <a:gd name="T4" fmla="*/ 38 w 85"/>
                <a:gd name="T5" fmla="*/ 13 h 73"/>
                <a:gd name="T6" fmla="*/ 38 w 85"/>
                <a:gd name="T7" fmla="*/ 13 h 73"/>
                <a:gd name="T8" fmla="*/ 40 w 85"/>
                <a:gd name="T9" fmla="*/ 13 h 73"/>
                <a:gd name="T10" fmla="*/ 62 w 85"/>
                <a:gd name="T11" fmla="*/ 27 h 73"/>
                <a:gd name="T12" fmla="*/ 58 w 85"/>
                <a:gd name="T13" fmla="*/ 50 h 73"/>
                <a:gd name="T14" fmla="*/ 52 w 85"/>
                <a:gd name="T15" fmla="*/ 51 h 73"/>
                <a:gd name="T16" fmla="*/ 32 w 85"/>
                <a:gd name="T17" fmla="*/ 47 h 73"/>
                <a:gd name="T18" fmla="*/ 27 w 85"/>
                <a:gd name="T19" fmla="*/ 47 h 73"/>
                <a:gd name="T20" fmla="*/ 4 w 85"/>
                <a:gd name="T21" fmla="*/ 57 h 73"/>
                <a:gd name="T22" fmla="*/ 3 w 85"/>
                <a:gd name="T23" fmla="*/ 69 h 73"/>
                <a:gd name="T24" fmla="*/ 9 w 85"/>
                <a:gd name="T25" fmla="*/ 73 h 73"/>
                <a:gd name="T26" fmla="*/ 11 w 85"/>
                <a:gd name="T27" fmla="*/ 73 h 73"/>
                <a:gd name="T28" fmla="*/ 18 w 85"/>
                <a:gd name="T29" fmla="*/ 70 h 73"/>
                <a:gd name="T30" fmla="*/ 29 w 85"/>
                <a:gd name="T31" fmla="*/ 66 h 73"/>
                <a:gd name="T32" fmla="*/ 47 w 85"/>
                <a:gd name="T33" fmla="*/ 68 h 73"/>
                <a:gd name="T34" fmla="*/ 52 w 85"/>
                <a:gd name="T35" fmla="*/ 69 h 73"/>
                <a:gd name="T36" fmla="*/ 79 w 85"/>
                <a:gd name="T37" fmla="*/ 53 h 73"/>
                <a:gd name="T38" fmla="*/ 71 w 85"/>
                <a:gd name="T39" fmla="*/ 10 h 73"/>
                <a:gd name="T40" fmla="*/ 49 w 85"/>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73">
                  <a:moveTo>
                    <a:pt x="49" y="0"/>
                  </a:moveTo>
                  <a:cubicBezTo>
                    <a:pt x="43" y="0"/>
                    <a:pt x="38" y="2"/>
                    <a:pt x="35" y="8"/>
                  </a:cubicBezTo>
                  <a:cubicBezTo>
                    <a:pt x="35" y="10"/>
                    <a:pt x="36" y="13"/>
                    <a:pt x="38" y="13"/>
                  </a:cubicBezTo>
                  <a:cubicBezTo>
                    <a:pt x="38" y="13"/>
                    <a:pt x="38" y="13"/>
                    <a:pt x="38" y="13"/>
                  </a:cubicBezTo>
                  <a:cubicBezTo>
                    <a:pt x="39" y="13"/>
                    <a:pt x="40" y="13"/>
                    <a:pt x="40" y="13"/>
                  </a:cubicBezTo>
                  <a:cubicBezTo>
                    <a:pt x="50" y="13"/>
                    <a:pt x="57" y="18"/>
                    <a:pt x="62" y="27"/>
                  </a:cubicBezTo>
                  <a:cubicBezTo>
                    <a:pt x="66" y="33"/>
                    <a:pt x="67" y="47"/>
                    <a:pt x="58" y="50"/>
                  </a:cubicBezTo>
                  <a:cubicBezTo>
                    <a:pt x="56" y="51"/>
                    <a:pt x="54" y="51"/>
                    <a:pt x="52" y="51"/>
                  </a:cubicBezTo>
                  <a:cubicBezTo>
                    <a:pt x="46" y="51"/>
                    <a:pt x="38" y="48"/>
                    <a:pt x="32" y="47"/>
                  </a:cubicBezTo>
                  <a:cubicBezTo>
                    <a:pt x="30" y="47"/>
                    <a:pt x="29" y="47"/>
                    <a:pt x="27" y="47"/>
                  </a:cubicBezTo>
                  <a:cubicBezTo>
                    <a:pt x="18" y="47"/>
                    <a:pt x="10" y="50"/>
                    <a:pt x="4" y="57"/>
                  </a:cubicBezTo>
                  <a:cubicBezTo>
                    <a:pt x="0" y="60"/>
                    <a:pt x="0" y="65"/>
                    <a:pt x="3" y="69"/>
                  </a:cubicBezTo>
                  <a:cubicBezTo>
                    <a:pt x="4" y="71"/>
                    <a:pt x="6" y="72"/>
                    <a:pt x="9" y="73"/>
                  </a:cubicBezTo>
                  <a:cubicBezTo>
                    <a:pt x="9" y="73"/>
                    <a:pt x="10" y="73"/>
                    <a:pt x="11" y="73"/>
                  </a:cubicBezTo>
                  <a:cubicBezTo>
                    <a:pt x="13" y="73"/>
                    <a:pt x="16" y="72"/>
                    <a:pt x="18" y="70"/>
                  </a:cubicBezTo>
                  <a:cubicBezTo>
                    <a:pt x="21" y="67"/>
                    <a:pt x="24" y="66"/>
                    <a:pt x="29" y="66"/>
                  </a:cubicBezTo>
                  <a:cubicBezTo>
                    <a:pt x="35" y="66"/>
                    <a:pt x="42" y="68"/>
                    <a:pt x="47" y="68"/>
                  </a:cubicBezTo>
                  <a:cubicBezTo>
                    <a:pt x="49" y="69"/>
                    <a:pt x="50" y="69"/>
                    <a:pt x="52" y="69"/>
                  </a:cubicBezTo>
                  <a:cubicBezTo>
                    <a:pt x="64" y="69"/>
                    <a:pt x="74" y="64"/>
                    <a:pt x="79" y="53"/>
                  </a:cubicBezTo>
                  <a:cubicBezTo>
                    <a:pt x="85" y="38"/>
                    <a:pt x="82" y="22"/>
                    <a:pt x="71" y="10"/>
                  </a:cubicBezTo>
                  <a:cubicBezTo>
                    <a:pt x="66" y="5"/>
                    <a:pt x="57" y="0"/>
                    <a:pt x="49"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7" name="Freeform 26"/>
            <p:cNvSpPr>
              <a:spLocks/>
            </p:cNvSpPr>
            <p:nvPr/>
          </p:nvSpPr>
          <p:spPr bwMode="auto">
            <a:xfrm>
              <a:off x="6748463" y="2224088"/>
              <a:ext cx="46038" cy="31750"/>
            </a:xfrm>
            <a:custGeom>
              <a:avLst/>
              <a:gdLst>
                <a:gd name="T0" fmla="*/ 14 w 28"/>
                <a:gd name="T1" fmla="*/ 0 h 19"/>
                <a:gd name="T2" fmla="*/ 5 w 28"/>
                <a:gd name="T3" fmla="*/ 15 h 19"/>
                <a:gd name="T4" fmla="*/ 13 w 28"/>
                <a:gd name="T5" fmla="*/ 19 h 19"/>
                <a:gd name="T6" fmla="*/ 22 w 28"/>
                <a:gd name="T7" fmla="*/ 4 h 19"/>
                <a:gd name="T8" fmla="*/ 14 w 28"/>
                <a:gd name="T9" fmla="*/ 0 h 19"/>
              </a:gdLst>
              <a:ahLst/>
              <a:cxnLst>
                <a:cxn ang="0">
                  <a:pos x="T0" y="T1"/>
                </a:cxn>
                <a:cxn ang="0">
                  <a:pos x="T2" y="T3"/>
                </a:cxn>
                <a:cxn ang="0">
                  <a:pos x="T4" y="T5"/>
                </a:cxn>
                <a:cxn ang="0">
                  <a:pos x="T6" y="T7"/>
                </a:cxn>
                <a:cxn ang="0">
                  <a:pos x="T8" y="T9"/>
                </a:cxn>
              </a:cxnLst>
              <a:rect l="0" t="0" r="r" b="b"/>
              <a:pathLst>
                <a:path w="28" h="19">
                  <a:moveTo>
                    <a:pt x="14" y="0"/>
                  </a:moveTo>
                  <a:cubicBezTo>
                    <a:pt x="7" y="0"/>
                    <a:pt x="0" y="7"/>
                    <a:pt x="5" y="15"/>
                  </a:cubicBezTo>
                  <a:cubicBezTo>
                    <a:pt x="8" y="18"/>
                    <a:pt x="10" y="19"/>
                    <a:pt x="13" y="19"/>
                  </a:cubicBezTo>
                  <a:cubicBezTo>
                    <a:pt x="21" y="19"/>
                    <a:pt x="28" y="11"/>
                    <a:pt x="22" y="4"/>
                  </a:cubicBezTo>
                  <a:cubicBezTo>
                    <a:pt x="20" y="1"/>
                    <a:pt x="17" y="0"/>
                    <a:pt x="14"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8" name="Freeform 27"/>
            <p:cNvSpPr>
              <a:spLocks/>
            </p:cNvSpPr>
            <p:nvPr/>
          </p:nvSpPr>
          <p:spPr bwMode="auto">
            <a:xfrm>
              <a:off x="5573713" y="1584326"/>
              <a:ext cx="206375" cy="234950"/>
            </a:xfrm>
            <a:custGeom>
              <a:avLst/>
              <a:gdLst>
                <a:gd name="T0" fmla="*/ 62 w 127"/>
                <a:gd name="T1" fmla="*/ 0 h 145"/>
                <a:gd name="T2" fmla="*/ 48 w 127"/>
                <a:gd name="T3" fmla="*/ 1 h 145"/>
                <a:gd name="T4" fmla="*/ 15 w 127"/>
                <a:gd name="T5" fmla="*/ 48 h 145"/>
                <a:gd name="T6" fmla="*/ 19 w 127"/>
                <a:gd name="T7" fmla="*/ 50 h 145"/>
                <a:gd name="T8" fmla="*/ 24 w 127"/>
                <a:gd name="T9" fmla="*/ 48 h 145"/>
                <a:gd name="T10" fmla="*/ 61 w 127"/>
                <a:gd name="T11" fmla="*/ 27 h 145"/>
                <a:gd name="T12" fmla="*/ 64 w 127"/>
                <a:gd name="T13" fmla="*/ 28 h 145"/>
                <a:gd name="T14" fmla="*/ 92 w 127"/>
                <a:gd name="T15" fmla="*/ 53 h 145"/>
                <a:gd name="T16" fmla="*/ 66 w 127"/>
                <a:gd name="T17" fmla="*/ 86 h 145"/>
                <a:gd name="T18" fmla="*/ 54 w 127"/>
                <a:gd name="T19" fmla="*/ 133 h 145"/>
                <a:gd name="T20" fmla="*/ 70 w 127"/>
                <a:gd name="T21" fmla="*/ 145 h 145"/>
                <a:gd name="T22" fmla="*/ 70 w 127"/>
                <a:gd name="T23" fmla="*/ 145 h 145"/>
                <a:gd name="T24" fmla="*/ 81 w 127"/>
                <a:gd name="T25" fmla="*/ 140 h 145"/>
                <a:gd name="T26" fmla="*/ 85 w 127"/>
                <a:gd name="T27" fmla="*/ 125 h 145"/>
                <a:gd name="T28" fmla="*/ 108 w 127"/>
                <a:gd name="T29" fmla="*/ 84 h 145"/>
                <a:gd name="T30" fmla="*/ 113 w 127"/>
                <a:gd name="T31" fmla="*/ 27 h 145"/>
                <a:gd name="T32" fmla="*/ 62 w 12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45">
                  <a:moveTo>
                    <a:pt x="62" y="0"/>
                  </a:moveTo>
                  <a:cubicBezTo>
                    <a:pt x="57" y="0"/>
                    <a:pt x="53" y="0"/>
                    <a:pt x="48" y="1"/>
                  </a:cubicBezTo>
                  <a:cubicBezTo>
                    <a:pt x="28" y="5"/>
                    <a:pt x="0" y="25"/>
                    <a:pt x="15" y="48"/>
                  </a:cubicBezTo>
                  <a:cubicBezTo>
                    <a:pt x="16" y="50"/>
                    <a:pt x="18" y="50"/>
                    <a:pt x="19" y="50"/>
                  </a:cubicBezTo>
                  <a:cubicBezTo>
                    <a:pt x="21" y="50"/>
                    <a:pt x="23" y="50"/>
                    <a:pt x="24" y="48"/>
                  </a:cubicBezTo>
                  <a:cubicBezTo>
                    <a:pt x="32" y="33"/>
                    <a:pt x="44" y="27"/>
                    <a:pt x="61" y="27"/>
                  </a:cubicBezTo>
                  <a:cubicBezTo>
                    <a:pt x="62" y="27"/>
                    <a:pt x="63" y="27"/>
                    <a:pt x="64" y="28"/>
                  </a:cubicBezTo>
                  <a:cubicBezTo>
                    <a:pt x="76" y="28"/>
                    <a:pt x="95" y="39"/>
                    <a:pt x="92" y="53"/>
                  </a:cubicBezTo>
                  <a:cubicBezTo>
                    <a:pt x="89" y="66"/>
                    <a:pt x="74" y="76"/>
                    <a:pt x="66" y="86"/>
                  </a:cubicBezTo>
                  <a:cubicBezTo>
                    <a:pt x="55" y="100"/>
                    <a:pt x="49" y="116"/>
                    <a:pt x="54" y="133"/>
                  </a:cubicBezTo>
                  <a:cubicBezTo>
                    <a:pt x="56" y="141"/>
                    <a:pt x="63" y="145"/>
                    <a:pt x="70" y="145"/>
                  </a:cubicBezTo>
                  <a:cubicBezTo>
                    <a:pt x="70" y="145"/>
                    <a:pt x="70" y="145"/>
                    <a:pt x="70" y="145"/>
                  </a:cubicBezTo>
                  <a:cubicBezTo>
                    <a:pt x="75" y="145"/>
                    <a:pt x="78" y="143"/>
                    <a:pt x="81" y="140"/>
                  </a:cubicBezTo>
                  <a:cubicBezTo>
                    <a:pt x="85" y="136"/>
                    <a:pt x="86" y="130"/>
                    <a:pt x="85" y="125"/>
                  </a:cubicBezTo>
                  <a:cubicBezTo>
                    <a:pt x="80" y="110"/>
                    <a:pt x="100" y="95"/>
                    <a:pt x="108" y="84"/>
                  </a:cubicBezTo>
                  <a:cubicBezTo>
                    <a:pt x="121" y="66"/>
                    <a:pt x="127" y="46"/>
                    <a:pt x="113" y="27"/>
                  </a:cubicBezTo>
                  <a:cubicBezTo>
                    <a:pt x="102" y="9"/>
                    <a:pt x="82" y="0"/>
                    <a:pt x="62"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29" name="Freeform 28"/>
            <p:cNvSpPr>
              <a:spLocks/>
            </p:cNvSpPr>
            <p:nvPr/>
          </p:nvSpPr>
          <p:spPr bwMode="auto">
            <a:xfrm>
              <a:off x="5665788" y="1858963"/>
              <a:ext cx="68263" cy="52388"/>
            </a:xfrm>
            <a:custGeom>
              <a:avLst/>
              <a:gdLst>
                <a:gd name="T0" fmla="*/ 23 w 42"/>
                <a:gd name="T1" fmla="*/ 0 h 32"/>
                <a:gd name="T2" fmla="*/ 21 w 42"/>
                <a:gd name="T3" fmla="*/ 0 h 32"/>
                <a:gd name="T4" fmla="*/ 20 w 42"/>
                <a:gd name="T5" fmla="*/ 32 h 32"/>
                <a:gd name="T6" fmla="*/ 21 w 42"/>
                <a:gd name="T7" fmla="*/ 32 h 32"/>
                <a:gd name="T8" fmla="*/ 23 w 42"/>
                <a:gd name="T9" fmla="*/ 0 h 32"/>
              </a:gdLst>
              <a:ahLst/>
              <a:cxnLst>
                <a:cxn ang="0">
                  <a:pos x="T0" y="T1"/>
                </a:cxn>
                <a:cxn ang="0">
                  <a:pos x="T2" y="T3"/>
                </a:cxn>
                <a:cxn ang="0">
                  <a:pos x="T4" y="T5"/>
                </a:cxn>
                <a:cxn ang="0">
                  <a:pos x="T6" y="T7"/>
                </a:cxn>
                <a:cxn ang="0">
                  <a:pos x="T8" y="T9"/>
                </a:cxn>
              </a:cxnLst>
              <a:rect l="0" t="0" r="r" b="b"/>
              <a:pathLst>
                <a:path w="42" h="32">
                  <a:moveTo>
                    <a:pt x="23" y="0"/>
                  </a:moveTo>
                  <a:cubicBezTo>
                    <a:pt x="22" y="0"/>
                    <a:pt x="21" y="0"/>
                    <a:pt x="21" y="0"/>
                  </a:cubicBezTo>
                  <a:cubicBezTo>
                    <a:pt x="0" y="1"/>
                    <a:pt x="0" y="32"/>
                    <a:pt x="20" y="32"/>
                  </a:cubicBezTo>
                  <a:cubicBezTo>
                    <a:pt x="20" y="32"/>
                    <a:pt x="21" y="32"/>
                    <a:pt x="21" y="32"/>
                  </a:cubicBezTo>
                  <a:cubicBezTo>
                    <a:pt x="42" y="31"/>
                    <a:pt x="42" y="0"/>
                    <a:pt x="23"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0" name="Freeform 29"/>
            <p:cNvSpPr>
              <a:spLocks/>
            </p:cNvSpPr>
            <p:nvPr/>
          </p:nvSpPr>
          <p:spPr bwMode="auto">
            <a:xfrm>
              <a:off x="5356226" y="2038351"/>
              <a:ext cx="160338" cy="144463"/>
            </a:xfrm>
            <a:custGeom>
              <a:avLst/>
              <a:gdLst>
                <a:gd name="T0" fmla="*/ 11 w 99"/>
                <a:gd name="T1" fmla="*/ 0 h 89"/>
                <a:gd name="T2" fmla="*/ 4 w 99"/>
                <a:gd name="T3" fmla="*/ 3 h 89"/>
                <a:gd name="T4" fmla="*/ 0 w 99"/>
                <a:gd name="T5" fmla="*/ 11 h 89"/>
                <a:gd name="T6" fmla="*/ 5 w 99"/>
                <a:gd name="T7" fmla="*/ 21 h 89"/>
                <a:gd name="T8" fmla="*/ 12 w 99"/>
                <a:gd name="T9" fmla="*/ 54 h 89"/>
                <a:gd name="T10" fmla="*/ 36 w 99"/>
                <a:gd name="T11" fmla="*/ 88 h 89"/>
                <a:gd name="T12" fmla="*/ 47 w 99"/>
                <a:gd name="T13" fmla="*/ 89 h 89"/>
                <a:gd name="T14" fmla="*/ 84 w 99"/>
                <a:gd name="T15" fmla="*/ 70 h 89"/>
                <a:gd name="T16" fmla="*/ 79 w 99"/>
                <a:gd name="T17" fmla="*/ 29 h 89"/>
                <a:gd name="T18" fmla="*/ 78 w 99"/>
                <a:gd name="T19" fmla="*/ 29 h 89"/>
                <a:gd name="T20" fmla="*/ 75 w 99"/>
                <a:gd name="T21" fmla="*/ 33 h 89"/>
                <a:gd name="T22" fmla="*/ 63 w 99"/>
                <a:gd name="T23" fmla="*/ 63 h 89"/>
                <a:gd name="T24" fmla="*/ 47 w 99"/>
                <a:gd name="T25" fmla="*/ 69 h 89"/>
                <a:gd name="T26" fmla="*/ 35 w 99"/>
                <a:gd name="T27" fmla="*/ 63 h 89"/>
                <a:gd name="T28" fmla="*/ 34 w 99"/>
                <a:gd name="T29" fmla="*/ 33 h 89"/>
                <a:gd name="T30" fmla="*/ 18 w 99"/>
                <a:gd name="T31" fmla="*/ 2 h 89"/>
                <a:gd name="T32" fmla="*/ 11 w 99"/>
                <a:gd name="T3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89">
                  <a:moveTo>
                    <a:pt x="11" y="0"/>
                  </a:moveTo>
                  <a:cubicBezTo>
                    <a:pt x="9" y="0"/>
                    <a:pt x="6" y="1"/>
                    <a:pt x="4" y="3"/>
                  </a:cubicBezTo>
                  <a:cubicBezTo>
                    <a:pt x="1" y="5"/>
                    <a:pt x="0" y="8"/>
                    <a:pt x="0" y="11"/>
                  </a:cubicBezTo>
                  <a:cubicBezTo>
                    <a:pt x="0" y="15"/>
                    <a:pt x="2" y="19"/>
                    <a:pt x="5" y="21"/>
                  </a:cubicBezTo>
                  <a:cubicBezTo>
                    <a:pt x="15" y="27"/>
                    <a:pt x="12" y="44"/>
                    <a:pt x="12" y="54"/>
                  </a:cubicBezTo>
                  <a:cubicBezTo>
                    <a:pt x="13" y="70"/>
                    <a:pt x="20" y="83"/>
                    <a:pt x="36" y="88"/>
                  </a:cubicBezTo>
                  <a:cubicBezTo>
                    <a:pt x="40" y="89"/>
                    <a:pt x="44" y="89"/>
                    <a:pt x="47" y="89"/>
                  </a:cubicBezTo>
                  <a:cubicBezTo>
                    <a:pt x="61" y="89"/>
                    <a:pt x="75" y="82"/>
                    <a:pt x="84" y="70"/>
                  </a:cubicBezTo>
                  <a:cubicBezTo>
                    <a:pt x="93" y="59"/>
                    <a:pt x="99" y="35"/>
                    <a:pt x="79" y="29"/>
                  </a:cubicBezTo>
                  <a:cubicBezTo>
                    <a:pt x="79" y="29"/>
                    <a:pt x="79" y="29"/>
                    <a:pt x="78" y="29"/>
                  </a:cubicBezTo>
                  <a:cubicBezTo>
                    <a:pt x="76" y="29"/>
                    <a:pt x="74" y="31"/>
                    <a:pt x="75" y="33"/>
                  </a:cubicBezTo>
                  <a:cubicBezTo>
                    <a:pt x="78" y="46"/>
                    <a:pt x="73" y="55"/>
                    <a:pt x="63" y="63"/>
                  </a:cubicBezTo>
                  <a:cubicBezTo>
                    <a:pt x="59" y="66"/>
                    <a:pt x="53" y="69"/>
                    <a:pt x="47" y="69"/>
                  </a:cubicBezTo>
                  <a:cubicBezTo>
                    <a:pt x="42" y="69"/>
                    <a:pt x="38" y="67"/>
                    <a:pt x="35" y="63"/>
                  </a:cubicBezTo>
                  <a:cubicBezTo>
                    <a:pt x="31" y="55"/>
                    <a:pt x="34" y="42"/>
                    <a:pt x="34" y="33"/>
                  </a:cubicBezTo>
                  <a:cubicBezTo>
                    <a:pt x="33" y="20"/>
                    <a:pt x="29" y="9"/>
                    <a:pt x="18" y="2"/>
                  </a:cubicBezTo>
                  <a:cubicBezTo>
                    <a:pt x="16" y="0"/>
                    <a:pt x="14" y="0"/>
                    <a:pt x="11"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1" name="Freeform 30"/>
            <p:cNvSpPr>
              <a:spLocks/>
            </p:cNvSpPr>
            <p:nvPr/>
          </p:nvSpPr>
          <p:spPr bwMode="auto">
            <a:xfrm>
              <a:off x="5297488" y="1992313"/>
              <a:ext cx="52388" cy="41275"/>
            </a:xfrm>
            <a:custGeom>
              <a:avLst/>
              <a:gdLst>
                <a:gd name="T0" fmla="*/ 15 w 32"/>
                <a:gd name="T1" fmla="*/ 0 h 25"/>
                <a:gd name="T2" fmla="*/ 8 w 32"/>
                <a:gd name="T3" fmla="*/ 4 h 25"/>
                <a:gd name="T4" fmla="*/ 16 w 32"/>
                <a:gd name="T5" fmla="*/ 25 h 25"/>
                <a:gd name="T6" fmla="*/ 24 w 32"/>
                <a:gd name="T7" fmla="*/ 21 h 25"/>
                <a:gd name="T8" fmla="*/ 15 w 32"/>
                <a:gd name="T9" fmla="*/ 0 h 25"/>
              </a:gdLst>
              <a:ahLst/>
              <a:cxnLst>
                <a:cxn ang="0">
                  <a:pos x="T0" y="T1"/>
                </a:cxn>
                <a:cxn ang="0">
                  <a:pos x="T2" y="T3"/>
                </a:cxn>
                <a:cxn ang="0">
                  <a:pos x="T4" y="T5"/>
                </a:cxn>
                <a:cxn ang="0">
                  <a:pos x="T6" y="T7"/>
                </a:cxn>
                <a:cxn ang="0">
                  <a:pos x="T8" y="T9"/>
                </a:cxn>
              </a:cxnLst>
              <a:rect l="0" t="0" r="r" b="b"/>
              <a:pathLst>
                <a:path w="32" h="25">
                  <a:moveTo>
                    <a:pt x="15" y="0"/>
                  </a:moveTo>
                  <a:cubicBezTo>
                    <a:pt x="13" y="0"/>
                    <a:pt x="10" y="1"/>
                    <a:pt x="8" y="4"/>
                  </a:cubicBezTo>
                  <a:cubicBezTo>
                    <a:pt x="0" y="12"/>
                    <a:pt x="7" y="25"/>
                    <a:pt x="16" y="25"/>
                  </a:cubicBezTo>
                  <a:cubicBezTo>
                    <a:pt x="19" y="25"/>
                    <a:pt x="21" y="24"/>
                    <a:pt x="24" y="21"/>
                  </a:cubicBezTo>
                  <a:cubicBezTo>
                    <a:pt x="32" y="13"/>
                    <a:pt x="24" y="0"/>
                    <a:pt x="15"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2" name="Freeform 31"/>
            <p:cNvSpPr>
              <a:spLocks/>
            </p:cNvSpPr>
            <p:nvPr/>
          </p:nvSpPr>
          <p:spPr bwMode="auto">
            <a:xfrm>
              <a:off x="5280026" y="3268663"/>
              <a:ext cx="1516063" cy="1116013"/>
            </a:xfrm>
            <a:custGeom>
              <a:avLst/>
              <a:gdLst>
                <a:gd name="T0" fmla="*/ 860 w 933"/>
                <a:gd name="T1" fmla="*/ 30 h 689"/>
                <a:gd name="T2" fmla="*/ 851 w 933"/>
                <a:gd name="T3" fmla="*/ 0 h 689"/>
                <a:gd name="T4" fmla="*/ 51 w 933"/>
                <a:gd name="T5" fmla="*/ 25 h 689"/>
                <a:gd name="T6" fmla="*/ 53 w 933"/>
                <a:gd name="T7" fmla="*/ 607 h 689"/>
                <a:gd name="T8" fmla="*/ 55 w 933"/>
                <a:gd name="T9" fmla="*/ 608 h 689"/>
                <a:gd name="T10" fmla="*/ 825 w 933"/>
                <a:gd name="T11" fmla="*/ 608 h 689"/>
                <a:gd name="T12" fmla="*/ 838 w 933"/>
                <a:gd name="T13" fmla="*/ 605 h 689"/>
                <a:gd name="T14" fmla="*/ 860 w 933"/>
                <a:gd name="T15" fmla="*/ 30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3" h="689">
                  <a:moveTo>
                    <a:pt x="860" y="30"/>
                  </a:moveTo>
                  <a:cubicBezTo>
                    <a:pt x="858" y="19"/>
                    <a:pt x="854" y="9"/>
                    <a:pt x="851" y="0"/>
                  </a:cubicBezTo>
                  <a:cubicBezTo>
                    <a:pt x="814" y="12"/>
                    <a:pt x="440" y="131"/>
                    <a:pt x="51" y="25"/>
                  </a:cubicBezTo>
                  <a:cubicBezTo>
                    <a:pt x="37" y="94"/>
                    <a:pt x="0" y="319"/>
                    <a:pt x="53" y="607"/>
                  </a:cubicBezTo>
                  <a:cubicBezTo>
                    <a:pt x="53" y="607"/>
                    <a:pt x="54" y="607"/>
                    <a:pt x="55" y="608"/>
                  </a:cubicBezTo>
                  <a:cubicBezTo>
                    <a:pt x="88" y="615"/>
                    <a:pt x="449" y="689"/>
                    <a:pt x="825" y="608"/>
                  </a:cubicBezTo>
                  <a:cubicBezTo>
                    <a:pt x="830" y="607"/>
                    <a:pt x="834" y="606"/>
                    <a:pt x="838" y="605"/>
                  </a:cubicBezTo>
                  <a:cubicBezTo>
                    <a:pt x="838" y="605"/>
                    <a:pt x="933" y="346"/>
                    <a:pt x="860" y="3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3" name="Freeform 32"/>
            <p:cNvSpPr>
              <a:spLocks/>
            </p:cNvSpPr>
            <p:nvPr/>
          </p:nvSpPr>
          <p:spPr bwMode="auto">
            <a:xfrm>
              <a:off x="5316538" y="2805113"/>
              <a:ext cx="3175" cy="14288"/>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6"/>
                    <a:pt x="0" y="9"/>
                  </a:cubicBezTo>
                  <a:cubicBezTo>
                    <a:pt x="1" y="9"/>
                    <a:pt x="1" y="8"/>
                    <a:pt x="1" y="8"/>
                  </a:cubicBezTo>
                  <a:cubicBezTo>
                    <a:pt x="1" y="5"/>
                    <a:pt x="1" y="2"/>
                    <a:pt x="2"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4" name="Freeform 33"/>
            <p:cNvSpPr>
              <a:spLocks/>
            </p:cNvSpPr>
            <p:nvPr/>
          </p:nvSpPr>
          <p:spPr bwMode="auto">
            <a:xfrm>
              <a:off x="5497513" y="2563813"/>
              <a:ext cx="84138" cy="176213"/>
            </a:xfrm>
            <a:custGeom>
              <a:avLst/>
              <a:gdLst>
                <a:gd name="T0" fmla="*/ 13 w 52"/>
                <a:gd name="T1" fmla="*/ 0 h 109"/>
                <a:gd name="T2" fmla="*/ 5 w 52"/>
                <a:gd name="T3" fmla="*/ 108 h 109"/>
                <a:gd name="T4" fmla="*/ 15 w 52"/>
                <a:gd name="T5" fmla="*/ 109 h 109"/>
                <a:gd name="T6" fmla="*/ 38 w 52"/>
                <a:gd name="T7" fmla="*/ 102 h 109"/>
                <a:gd name="T8" fmla="*/ 28 w 52"/>
                <a:gd name="T9" fmla="*/ 73 h 109"/>
                <a:gd name="T10" fmla="*/ 36 w 52"/>
                <a:gd name="T11" fmla="*/ 52 h 109"/>
                <a:gd name="T12" fmla="*/ 14 w 52"/>
                <a:gd name="T13" fmla="*/ 43 h 109"/>
                <a:gd name="T14" fmla="*/ 13 w 52"/>
                <a:gd name="T15" fmla="*/ 43 h 109"/>
                <a:gd name="T16" fmla="*/ 15 w 52"/>
                <a:gd name="T17" fmla="*/ 1 h 109"/>
                <a:gd name="T18" fmla="*/ 13 w 52"/>
                <a:gd name="T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09">
                  <a:moveTo>
                    <a:pt x="13" y="0"/>
                  </a:moveTo>
                  <a:cubicBezTo>
                    <a:pt x="2" y="32"/>
                    <a:pt x="0" y="70"/>
                    <a:pt x="5" y="108"/>
                  </a:cubicBezTo>
                  <a:cubicBezTo>
                    <a:pt x="8" y="109"/>
                    <a:pt x="12" y="109"/>
                    <a:pt x="15" y="109"/>
                  </a:cubicBezTo>
                  <a:cubicBezTo>
                    <a:pt x="24" y="109"/>
                    <a:pt x="32" y="107"/>
                    <a:pt x="38" y="102"/>
                  </a:cubicBezTo>
                  <a:cubicBezTo>
                    <a:pt x="52" y="89"/>
                    <a:pt x="41" y="78"/>
                    <a:pt x="28" y="73"/>
                  </a:cubicBezTo>
                  <a:cubicBezTo>
                    <a:pt x="34" y="67"/>
                    <a:pt x="40" y="59"/>
                    <a:pt x="36" y="52"/>
                  </a:cubicBezTo>
                  <a:cubicBezTo>
                    <a:pt x="33" y="44"/>
                    <a:pt x="23" y="43"/>
                    <a:pt x="14" y="43"/>
                  </a:cubicBezTo>
                  <a:cubicBezTo>
                    <a:pt x="13" y="43"/>
                    <a:pt x="13" y="43"/>
                    <a:pt x="13" y="43"/>
                  </a:cubicBezTo>
                  <a:cubicBezTo>
                    <a:pt x="18" y="29"/>
                    <a:pt x="31" y="11"/>
                    <a:pt x="15" y="1"/>
                  </a:cubicBezTo>
                  <a:cubicBezTo>
                    <a:pt x="14" y="1"/>
                    <a:pt x="14" y="0"/>
                    <a:pt x="13"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5" name="Freeform 34"/>
            <p:cNvSpPr>
              <a:spLocks noEditPoints="1"/>
            </p:cNvSpPr>
            <p:nvPr/>
          </p:nvSpPr>
          <p:spPr bwMode="auto">
            <a:xfrm>
              <a:off x="5318126" y="2549526"/>
              <a:ext cx="200025" cy="268288"/>
            </a:xfrm>
            <a:custGeom>
              <a:avLst/>
              <a:gdLst>
                <a:gd name="T0" fmla="*/ 60 w 123"/>
                <a:gd name="T1" fmla="*/ 57 h 165"/>
                <a:gd name="T2" fmla="*/ 60 w 123"/>
                <a:gd name="T3" fmla="*/ 56 h 165"/>
                <a:gd name="T4" fmla="*/ 61 w 123"/>
                <a:gd name="T5" fmla="*/ 57 h 165"/>
                <a:gd name="T6" fmla="*/ 61 w 123"/>
                <a:gd name="T7" fmla="*/ 57 h 165"/>
                <a:gd name="T8" fmla="*/ 60 w 123"/>
                <a:gd name="T9" fmla="*/ 57 h 165"/>
                <a:gd name="T10" fmla="*/ 87 w 123"/>
                <a:gd name="T11" fmla="*/ 0 h 165"/>
                <a:gd name="T12" fmla="*/ 85 w 123"/>
                <a:gd name="T13" fmla="*/ 0 h 165"/>
                <a:gd name="T14" fmla="*/ 57 w 123"/>
                <a:gd name="T15" fmla="*/ 51 h 165"/>
                <a:gd name="T16" fmla="*/ 11 w 123"/>
                <a:gd name="T17" fmla="*/ 91 h 165"/>
                <a:gd name="T18" fmla="*/ 2 w 123"/>
                <a:gd name="T19" fmla="*/ 144 h 165"/>
                <a:gd name="T20" fmla="*/ 1 w 123"/>
                <a:gd name="T21" fmla="*/ 157 h 165"/>
                <a:gd name="T22" fmla="*/ 0 w 123"/>
                <a:gd name="T23" fmla="*/ 165 h 165"/>
                <a:gd name="T24" fmla="*/ 69 w 123"/>
                <a:gd name="T25" fmla="*/ 100 h 165"/>
                <a:gd name="T26" fmla="*/ 78 w 123"/>
                <a:gd name="T27" fmla="*/ 103 h 165"/>
                <a:gd name="T28" fmla="*/ 115 w 123"/>
                <a:gd name="T29" fmla="*/ 116 h 165"/>
                <a:gd name="T30" fmla="*/ 123 w 123"/>
                <a:gd name="T31" fmla="*/ 8 h 165"/>
                <a:gd name="T32" fmla="*/ 119 w 123"/>
                <a:gd name="T33" fmla="*/ 7 h 165"/>
                <a:gd name="T34" fmla="*/ 96 w 123"/>
                <a:gd name="T35" fmla="*/ 22 h 165"/>
                <a:gd name="T36" fmla="*/ 87 w 123"/>
                <a:gd name="T3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65">
                  <a:moveTo>
                    <a:pt x="60" y="57"/>
                  </a:moveTo>
                  <a:cubicBezTo>
                    <a:pt x="60" y="56"/>
                    <a:pt x="60" y="56"/>
                    <a:pt x="60" y="56"/>
                  </a:cubicBezTo>
                  <a:cubicBezTo>
                    <a:pt x="61" y="56"/>
                    <a:pt x="61" y="56"/>
                    <a:pt x="61" y="57"/>
                  </a:cubicBezTo>
                  <a:cubicBezTo>
                    <a:pt x="61" y="57"/>
                    <a:pt x="61" y="57"/>
                    <a:pt x="61" y="57"/>
                  </a:cubicBezTo>
                  <a:cubicBezTo>
                    <a:pt x="61" y="57"/>
                    <a:pt x="61" y="57"/>
                    <a:pt x="60" y="57"/>
                  </a:cubicBezTo>
                  <a:moveTo>
                    <a:pt x="87" y="0"/>
                  </a:moveTo>
                  <a:cubicBezTo>
                    <a:pt x="86" y="0"/>
                    <a:pt x="86" y="0"/>
                    <a:pt x="85" y="0"/>
                  </a:cubicBezTo>
                  <a:cubicBezTo>
                    <a:pt x="63" y="4"/>
                    <a:pt x="63" y="34"/>
                    <a:pt x="57" y="51"/>
                  </a:cubicBezTo>
                  <a:cubicBezTo>
                    <a:pt x="40" y="65"/>
                    <a:pt x="25" y="78"/>
                    <a:pt x="11" y="91"/>
                  </a:cubicBezTo>
                  <a:cubicBezTo>
                    <a:pt x="9" y="109"/>
                    <a:pt x="5" y="126"/>
                    <a:pt x="2" y="144"/>
                  </a:cubicBezTo>
                  <a:cubicBezTo>
                    <a:pt x="2" y="149"/>
                    <a:pt x="1" y="153"/>
                    <a:pt x="1" y="157"/>
                  </a:cubicBezTo>
                  <a:cubicBezTo>
                    <a:pt x="0" y="159"/>
                    <a:pt x="0" y="162"/>
                    <a:pt x="0" y="165"/>
                  </a:cubicBezTo>
                  <a:cubicBezTo>
                    <a:pt x="38" y="124"/>
                    <a:pt x="69" y="100"/>
                    <a:pt x="69" y="100"/>
                  </a:cubicBezTo>
                  <a:cubicBezTo>
                    <a:pt x="69" y="100"/>
                    <a:pt x="75" y="101"/>
                    <a:pt x="78" y="103"/>
                  </a:cubicBezTo>
                  <a:cubicBezTo>
                    <a:pt x="86" y="108"/>
                    <a:pt x="101" y="114"/>
                    <a:pt x="115" y="116"/>
                  </a:cubicBezTo>
                  <a:cubicBezTo>
                    <a:pt x="110" y="78"/>
                    <a:pt x="112" y="40"/>
                    <a:pt x="123" y="8"/>
                  </a:cubicBezTo>
                  <a:cubicBezTo>
                    <a:pt x="121" y="7"/>
                    <a:pt x="120" y="7"/>
                    <a:pt x="119" y="7"/>
                  </a:cubicBezTo>
                  <a:cubicBezTo>
                    <a:pt x="111" y="7"/>
                    <a:pt x="103" y="15"/>
                    <a:pt x="96" y="22"/>
                  </a:cubicBezTo>
                  <a:cubicBezTo>
                    <a:pt x="96" y="12"/>
                    <a:pt x="95" y="0"/>
                    <a:pt x="87"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6" name="Freeform 35"/>
            <p:cNvSpPr>
              <a:spLocks/>
            </p:cNvSpPr>
            <p:nvPr/>
          </p:nvSpPr>
          <p:spPr bwMode="auto">
            <a:xfrm>
              <a:off x="5394326" y="2527301"/>
              <a:ext cx="174625" cy="204788"/>
            </a:xfrm>
            <a:custGeom>
              <a:avLst/>
              <a:gdLst>
                <a:gd name="T0" fmla="*/ 82 w 107"/>
                <a:gd name="T1" fmla="*/ 82 h 126"/>
                <a:gd name="T2" fmla="*/ 91 w 107"/>
                <a:gd name="T3" fmla="*/ 61 h 126"/>
                <a:gd name="T4" fmla="*/ 67 w 107"/>
                <a:gd name="T5" fmla="*/ 52 h 126"/>
                <a:gd name="T6" fmla="*/ 70 w 107"/>
                <a:gd name="T7" fmla="*/ 10 h 126"/>
                <a:gd name="T8" fmla="*/ 41 w 107"/>
                <a:gd name="T9" fmla="*/ 23 h 126"/>
                <a:gd name="T10" fmla="*/ 30 w 107"/>
                <a:gd name="T11" fmla="*/ 1 h 126"/>
                <a:gd name="T12" fmla="*/ 0 w 107"/>
                <a:gd name="T13" fmla="*/ 56 h 126"/>
                <a:gd name="T14" fmla="*/ 21 w 107"/>
                <a:gd name="T15" fmla="*/ 98 h 126"/>
                <a:gd name="T16" fmla="*/ 93 w 107"/>
                <a:gd name="T17" fmla="*/ 111 h 126"/>
                <a:gd name="T18" fmla="*/ 82 w 107"/>
                <a:gd name="T19" fmla="*/ 8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26">
                  <a:moveTo>
                    <a:pt x="82" y="82"/>
                  </a:moveTo>
                  <a:cubicBezTo>
                    <a:pt x="88" y="76"/>
                    <a:pt x="94" y="69"/>
                    <a:pt x="91" y="61"/>
                  </a:cubicBezTo>
                  <a:cubicBezTo>
                    <a:pt x="87" y="53"/>
                    <a:pt x="77" y="52"/>
                    <a:pt x="67" y="52"/>
                  </a:cubicBezTo>
                  <a:cubicBezTo>
                    <a:pt x="72" y="38"/>
                    <a:pt x="86" y="20"/>
                    <a:pt x="70" y="10"/>
                  </a:cubicBezTo>
                  <a:cubicBezTo>
                    <a:pt x="60" y="4"/>
                    <a:pt x="49" y="14"/>
                    <a:pt x="41" y="23"/>
                  </a:cubicBezTo>
                  <a:cubicBezTo>
                    <a:pt x="41" y="13"/>
                    <a:pt x="39" y="0"/>
                    <a:pt x="30" y="1"/>
                  </a:cubicBezTo>
                  <a:cubicBezTo>
                    <a:pt x="6" y="5"/>
                    <a:pt x="8" y="39"/>
                    <a:pt x="0" y="56"/>
                  </a:cubicBezTo>
                  <a:cubicBezTo>
                    <a:pt x="2" y="55"/>
                    <a:pt x="11" y="87"/>
                    <a:pt x="21" y="98"/>
                  </a:cubicBezTo>
                  <a:cubicBezTo>
                    <a:pt x="20" y="100"/>
                    <a:pt x="76" y="126"/>
                    <a:pt x="93" y="111"/>
                  </a:cubicBezTo>
                  <a:cubicBezTo>
                    <a:pt x="107" y="99"/>
                    <a:pt x="95" y="88"/>
                    <a:pt x="82" y="82"/>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7" name="Freeform 36"/>
            <p:cNvSpPr>
              <a:spLocks/>
            </p:cNvSpPr>
            <p:nvPr/>
          </p:nvSpPr>
          <p:spPr bwMode="auto">
            <a:xfrm>
              <a:off x="5075238" y="2611438"/>
              <a:ext cx="358775" cy="1035050"/>
            </a:xfrm>
            <a:custGeom>
              <a:avLst/>
              <a:gdLst>
                <a:gd name="T0" fmla="*/ 217 w 221"/>
                <a:gd name="T1" fmla="*/ 46 h 638"/>
                <a:gd name="T2" fmla="*/ 67 w 221"/>
                <a:gd name="T3" fmla="*/ 266 h 638"/>
                <a:gd name="T4" fmla="*/ 221 w 221"/>
                <a:gd name="T5" fmla="*/ 588 h 638"/>
                <a:gd name="T6" fmla="*/ 190 w 221"/>
                <a:gd name="T7" fmla="*/ 638 h 638"/>
                <a:gd name="T8" fmla="*/ 11 w 221"/>
                <a:gd name="T9" fmla="*/ 300 h 638"/>
                <a:gd name="T10" fmla="*/ 199 w 221"/>
                <a:gd name="T11" fmla="*/ 0 h 638"/>
              </a:gdLst>
              <a:ahLst/>
              <a:cxnLst>
                <a:cxn ang="0">
                  <a:pos x="T0" y="T1"/>
                </a:cxn>
                <a:cxn ang="0">
                  <a:pos x="T2" y="T3"/>
                </a:cxn>
                <a:cxn ang="0">
                  <a:pos x="T4" y="T5"/>
                </a:cxn>
                <a:cxn ang="0">
                  <a:pos x="T6" y="T7"/>
                </a:cxn>
                <a:cxn ang="0">
                  <a:pos x="T8" y="T9"/>
                </a:cxn>
                <a:cxn ang="0">
                  <a:pos x="T10" y="T11"/>
                </a:cxn>
              </a:cxnLst>
              <a:rect l="0" t="0" r="r" b="b"/>
              <a:pathLst>
                <a:path w="221" h="638">
                  <a:moveTo>
                    <a:pt x="217" y="46"/>
                  </a:moveTo>
                  <a:cubicBezTo>
                    <a:pt x="217" y="46"/>
                    <a:pt x="61" y="163"/>
                    <a:pt x="67" y="266"/>
                  </a:cubicBezTo>
                  <a:cubicBezTo>
                    <a:pt x="73" y="369"/>
                    <a:pt x="221" y="588"/>
                    <a:pt x="221" y="588"/>
                  </a:cubicBezTo>
                  <a:cubicBezTo>
                    <a:pt x="190" y="638"/>
                    <a:pt x="190" y="638"/>
                    <a:pt x="190" y="638"/>
                  </a:cubicBezTo>
                  <a:cubicBezTo>
                    <a:pt x="190" y="638"/>
                    <a:pt x="21" y="412"/>
                    <a:pt x="11" y="300"/>
                  </a:cubicBezTo>
                  <a:cubicBezTo>
                    <a:pt x="0" y="189"/>
                    <a:pt x="54" y="121"/>
                    <a:pt x="199" y="0"/>
                  </a:cubicBezTo>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8" name="Freeform 37"/>
            <p:cNvSpPr>
              <a:spLocks/>
            </p:cNvSpPr>
            <p:nvPr/>
          </p:nvSpPr>
          <p:spPr bwMode="auto">
            <a:xfrm>
              <a:off x="6657976" y="2627313"/>
              <a:ext cx="6350" cy="66675"/>
            </a:xfrm>
            <a:custGeom>
              <a:avLst/>
              <a:gdLst>
                <a:gd name="T0" fmla="*/ 0 w 4"/>
                <a:gd name="T1" fmla="*/ 0 h 41"/>
                <a:gd name="T2" fmla="*/ 3 w 4"/>
                <a:gd name="T3" fmla="*/ 41 h 41"/>
                <a:gd name="T4" fmla="*/ 3 w 4"/>
                <a:gd name="T5" fmla="*/ 13 h 41"/>
                <a:gd name="T6" fmla="*/ 1 w 4"/>
                <a:gd name="T7" fmla="*/ 3 h 41"/>
                <a:gd name="T8" fmla="*/ 1 w 4"/>
                <a:gd name="T9" fmla="*/ 2 h 41"/>
                <a:gd name="T10" fmla="*/ 0 w 4"/>
                <a:gd name="T11" fmla="*/ 0 h 41"/>
              </a:gdLst>
              <a:ahLst/>
              <a:cxnLst>
                <a:cxn ang="0">
                  <a:pos x="T0" y="T1"/>
                </a:cxn>
                <a:cxn ang="0">
                  <a:pos x="T2" y="T3"/>
                </a:cxn>
                <a:cxn ang="0">
                  <a:pos x="T4" y="T5"/>
                </a:cxn>
                <a:cxn ang="0">
                  <a:pos x="T6" y="T7"/>
                </a:cxn>
                <a:cxn ang="0">
                  <a:pos x="T8" y="T9"/>
                </a:cxn>
                <a:cxn ang="0">
                  <a:pos x="T10" y="T11"/>
                </a:cxn>
              </a:cxnLst>
              <a:rect l="0" t="0" r="r" b="b"/>
              <a:pathLst>
                <a:path w="4" h="41">
                  <a:moveTo>
                    <a:pt x="0" y="0"/>
                  </a:moveTo>
                  <a:cubicBezTo>
                    <a:pt x="1" y="13"/>
                    <a:pt x="2" y="27"/>
                    <a:pt x="3" y="41"/>
                  </a:cubicBezTo>
                  <a:cubicBezTo>
                    <a:pt x="3" y="32"/>
                    <a:pt x="4" y="23"/>
                    <a:pt x="3" y="13"/>
                  </a:cubicBezTo>
                  <a:cubicBezTo>
                    <a:pt x="2" y="10"/>
                    <a:pt x="1" y="7"/>
                    <a:pt x="1" y="3"/>
                  </a:cubicBezTo>
                  <a:cubicBezTo>
                    <a:pt x="1" y="3"/>
                    <a:pt x="1" y="2"/>
                    <a:pt x="1" y="2"/>
                  </a:cubicBezTo>
                  <a:cubicBezTo>
                    <a:pt x="0" y="1"/>
                    <a:pt x="0" y="0"/>
                    <a:pt x="0"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39" name="Freeform 38"/>
            <p:cNvSpPr>
              <a:spLocks noEditPoints="1"/>
            </p:cNvSpPr>
            <p:nvPr/>
          </p:nvSpPr>
          <p:spPr bwMode="auto">
            <a:xfrm>
              <a:off x="6488113" y="2578101"/>
              <a:ext cx="28575" cy="69850"/>
            </a:xfrm>
            <a:custGeom>
              <a:avLst/>
              <a:gdLst>
                <a:gd name="T0" fmla="*/ 10 w 17"/>
                <a:gd name="T1" fmla="*/ 21 h 43"/>
                <a:gd name="T2" fmla="*/ 8 w 17"/>
                <a:gd name="T3" fmla="*/ 35 h 43"/>
                <a:gd name="T4" fmla="*/ 17 w 17"/>
                <a:gd name="T5" fmla="*/ 43 h 43"/>
                <a:gd name="T6" fmla="*/ 10 w 17"/>
                <a:gd name="T7" fmla="*/ 21 h 43"/>
                <a:gd name="T8" fmla="*/ 2 w 17"/>
                <a:gd name="T9" fmla="*/ 0 h 43"/>
                <a:gd name="T10" fmla="*/ 7 w 17"/>
                <a:gd name="T11" fmla="*/ 13 h 43"/>
                <a:gd name="T12" fmla="*/ 2 w 1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 h="43">
                  <a:moveTo>
                    <a:pt x="10" y="21"/>
                  </a:moveTo>
                  <a:cubicBezTo>
                    <a:pt x="7" y="24"/>
                    <a:pt x="5" y="28"/>
                    <a:pt x="8" y="35"/>
                  </a:cubicBezTo>
                  <a:cubicBezTo>
                    <a:pt x="10" y="39"/>
                    <a:pt x="13" y="41"/>
                    <a:pt x="17" y="43"/>
                  </a:cubicBezTo>
                  <a:cubicBezTo>
                    <a:pt x="15" y="35"/>
                    <a:pt x="13" y="28"/>
                    <a:pt x="10" y="21"/>
                  </a:cubicBezTo>
                  <a:moveTo>
                    <a:pt x="2" y="0"/>
                  </a:moveTo>
                  <a:cubicBezTo>
                    <a:pt x="0" y="6"/>
                    <a:pt x="2" y="10"/>
                    <a:pt x="7" y="13"/>
                  </a:cubicBezTo>
                  <a:cubicBezTo>
                    <a:pt x="5" y="9"/>
                    <a:pt x="4" y="4"/>
                    <a:pt x="2"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0" name="Freeform 39"/>
            <p:cNvSpPr>
              <a:spLocks/>
            </p:cNvSpPr>
            <p:nvPr/>
          </p:nvSpPr>
          <p:spPr bwMode="auto">
            <a:xfrm>
              <a:off x="6491288" y="2517776"/>
              <a:ext cx="173038" cy="198438"/>
            </a:xfrm>
            <a:custGeom>
              <a:avLst/>
              <a:gdLst>
                <a:gd name="T0" fmla="*/ 31 w 106"/>
                <a:gd name="T1" fmla="*/ 0 h 122"/>
                <a:gd name="T2" fmla="*/ 21 w 106"/>
                <a:gd name="T3" fmla="*/ 5 h 122"/>
                <a:gd name="T4" fmla="*/ 27 w 106"/>
                <a:gd name="T5" fmla="*/ 25 h 122"/>
                <a:gd name="T6" fmla="*/ 23 w 106"/>
                <a:gd name="T7" fmla="*/ 25 h 122"/>
                <a:gd name="T8" fmla="*/ 0 w 106"/>
                <a:gd name="T9" fmla="*/ 35 h 122"/>
                <a:gd name="T10" fmla="*/ 0 w 106"/>
                <a:gd name="T11" fmla="*/ 37 h 122"/>
                <a:gd name="T12" fmla="*/ 5 w 106"/>
                <a:gd name="T13" fmla="*/ 50 h 122"/>
                <a:gd name="T14" fmla="*/ 17 w 106"/>
                <a:gd name="T15" fmla="*/ 55 h 122"/>
                <a:gd name="T16" fmla="*/ 8 w 106"/>
                <a:gd name="T17" fmla="*/ 58 h 122"/>
                <a:gd name="T18" fmla="*/ 15 w 106"/>
                <a:gd name="T19" fmla="*/ 80 h 122"/>
                <a:gd name="T20" fmla="*/ 29 w 106"/>
                <a:gd name="T21" fmla="*/ 84 h 122"/>
                <a:gd name="T22" fmla="*/ 73 w 106"/>
                <a:gd name="T23" fmla="*/ 94 h 122"/>
                <a:gd name="T24" fmla="*/ 73 w 106"/>
                <a:gd name="T25" fmla="*/ 95 h 122"/>
                <a:gd name="T26" fmla="*/ 106 w 106"/>
                <a:gd name="T27" fmla="*/ 122 h 122"/>
                <a:gd name="T28" fmla="*/ 105 w 106"/>
                <a:gd name="T29" fmla="*/ 109 h 122"/>
                <a:gd name="T30" fmla="*/ 102 w 106"/>
                <a:gd name="T31" fmla="*/ 68 h 122"/>
                <a:gd name="T32" fmla="*/ 100 w 106"/>
                <a:gd name="T33" fmla="*/ 55 h 122"/>
                <a:gd name="T34" fmla="*/ 99 w 106"/>
                <a:gd name="T35" fmla="*/ 46 h 122"/>
                <a:gd name="T36" fmla="*/ 96 w 106"/>
                <a:gd name="T37" fmla="*/ 43 h 122"/>
                <a:gd name="T38" fmla="*/ 96 w 106"/>
                <a:gd name="T39" fmla="*/ 45 h 122"/>
                <a:gd name="T40" fmla="*/ 93 w 106"/>
                <a:gd name="T41" fmla="*/ 43 h 122"/>
                <a:gd name="T42" fmla="*/ 80 w 106"/>
                <a:gd name="T43" fmla="*/ 8 h 122"/>
                <a:gd name="T44" fmla="*/ 68 w 106"/>
                <a:gd name="T45" fmla="*/ 3 h 122"/>
                <a:gd name="T46" fmla="*/ 66 w 106"/>
                <a:gd name="T47" fmla="*/ 3 h 122"/>
                <a:gd name="T48" fmla="*/ 65 w 106"/>
                <a:gd name="T49" fmla="*/ 3 h 122"/>
                <a:gd name="T50" fmla="*/ 63 w 106"/>
                <a:gd name="T51" fmla="*/ 3 h 122"/>
                <a:gd name="T52" fmla="*/ 60 w 106"/>
                <a:gd name="T53" fmla="*/ 5 h 122"/>
                <a:gd name="T54" fmla="*/ 55 w 106"/>
                <a:gd name="T55" fmla="*/ 14 h 122"/>
                <a:gd name="T56" fmla="*/ 31 w 106"/>
                <a:gd name="T5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6" h="122">
                  <a:moveTo>
                    <a:pt x="31" y="0"/>
                  </a:moveTo>
                  <a:cubicBezTo>
                    <a:pt x="27" y="0"/>
                    <a:pt x="24" y="1"/>
                    <a:pt x="21" y="5"/>
                  </a:cubicBezTo>
                  <a:cubicBezTo>
                    <a:pt x="16" y="11"/>
                    <a:pt x="21" y="19"/>
                    <a:pt x="27" y="25"/>
                  </a:cubicBezTo>
                  <a:cubicBezTo>
                    <a:pt x="26" y="25"/>
                    <a:pt x="25" y="25"/>
                    <a:pt x="23" y="25"/>
                  </a:cubicBezTo>
                  <a:cubicBezTo>
                    <a:pt x="13" y="25"/>
                    <a:pt x="4" y="27"/>
                    <a:pt x="0" y="35"/>
                  </a:cubicBezTo>
                  <a:cubicBezTo>
                    <a:pt x="0" y="36"/>
                    <a:pt x="0" y="36"/>
                    <a:pt x="0" y="37"/>
                  </a:cubicBezTo>
                  <a:cubicBezTo>
                    <a:pt x="2" y="41"/>
                    <a:pt x="3" y="46"/>
                    <a:pt x="5" y="50"/>
                  </a:cubicBezTo>
                  <a:cubicBezTo>
                    <a:pt x="8" y="52"/>
                    <a:pt x="12" y="53"/>
                    <a:pt x="17" y="55"/>
                  </a:cubicBezTo>
                  <a:cubicBezTo>
                    <a:pt x="13" y="55"/>
                    <a:pt x="10" y="56"/>
                    <a:pt x="8" y="58"/>
                  </a:cubicBezTo>
                  <a:cubicBezTo>
                    <a:pt x="11" y="65"/>
                    <a:pt x="13" y="72"/>
                    <a:pt x="15" y="80"/>
                  </a:cubicBezTo>
                  <a:cubicBezTo>
                    <a:pt x="19" y="82"/>
                    <a:pt x="24" y="83"/>
                    <a:pt x="29" y="84"/>
                  </a:cubicBezTo>
                  <a:cubicBezTo>
                    <a:pt x="42" y="88"/>
                    <a:pt x="58" y="92"/>
                    <a:pt x="73" y="94"/>
                  </a:cubicBezTo>
                  <a:cubicBezTo>
                    <a:pt x="73" y="95"/>
                    <a:pt x="73" y="95"/>
                    <a:pt x="73" y="95"/>
                  </a:cubicBezTo>
                  <a:cubicBezTo>
                    <a:pt x="73" y="95"/>
                    <a:pt x="85" y="105"/>
                    <a:pt x="106" y="122"/>
                  </a:cubicBezTo>
                  <a:cubicBezTo>
                    <a:pt x="106" y="117"/>
                    <a:pt x="106" y="113"/>
                    <a:pt x="105" y="109"/>
                  </a:cubicBezTo>
                  <a:cubicBezTo>
                    <a:pt x="104" y="95"/>
                    <a:pt x="103" y="81"/>
                    <a:pt x="102" y="68"/>
                  </a:cubicBezTo>
                  <a:cubicBezTo>
                    <a:pt x="101" y="64"/>
                    <a:pt x="100" y="60"/>
                    <a:pt x="100" y="55"/>
                  </a:cubicBezTo>
                  <a:cubicBezTo>
                    <a:pt x="100" y="52"/>
                    <a:pt x="100" y="49"/>
                    <a:pt x="99" y="46"/>
                  </a:cubicBezTo>
                  <a:cubicBezTo>
                    <a:pt x="98" y="45"/>
                    <a:pt x="97" y="44"/>
                    <a:pt x="96" y="43"/>
                  </a:cubicBezTo>
                  <a:cubicBezTo>
                    <a:pt x="96" y="45"/>
                    <a:pt x="96" y="45"/>
                    <a:pt x="96" y="45"/>
                  </a:cubicBezTo>
                  <a:cubicBezTo>
                    <a:pt x="95" y="44"/>
                    <a:pt x="94" y="44"/>
                    <a:pt x="93" y="43"/>
                  </a:cubicBezTo>
                  <a:cubicBezTo>
                    <a:pt x="94" y="31"/>
                    <a:pt x="87" y="16"/>
                    <a:pt x="80" y="8"/>
                  </a:cubicBezTo>
                  <a:cubicBezTo>
                    <a:pt x="76" y="5"/>
                    <a:pt x="72" y="3"/>
                    <a:pt x="68" y="3"/>
                  </a:cubicBezTo>
                  <a:cubicBezTo>
                    <a:pt x="67" y="3"/>
                    <a:pt x="66" y="3"/>
                    <a:pt x="66" y="3"/>
                  </a:cubicBezTo>
                  <a:cubicBezTo>
                    <a:pt x="65" y="3"/>
                    <a:pt x="65" y="3"/>
                    <a:pt x="65" y="3"/>
                  </a:cubicBezTo>
                  <a:cubicBezTo>
                    <a:pt x="64" y="3"/>
                    <a:pt x="64" y="3"/>
                    <a:pt x="63" y="3"/>
                  </a:cubicBezTo>
                  <a:cubicBezTo>
                    <a:pt x="62" y="4"/>
                    <a:pt x="61" y="4"/>
                    <a:pt x="60" y="5"/>
                  </a:cubicBezTo>
                  <a:cubicBezTo>
                    <a:pt x="57" y="7"/>
                    <a:pt x="56" y="11"/>
                    <a:pt x="55" y="14"/>
                  </a:cubicBezTo>
                  <a:cubicBezTo>
                    <a:pt x="48" y="7"/>
                    <a:pt x="39" y="0"/>
                    <a:pt x="31"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1" name="Freeform 40"/>
            <p:cNvSpPr>
              <a:spLocks/>
            </p:cNvSpPr>
            <p:nvPr/>
          </p:nvSpPr>
          <p:spPr bwMode="auto">
            <a:xfrm>
              <a:off x="6483351" y="2487613"/>
              <a:ext cx="165100" cy="163513"/>
            </a:xfrm>
            <a:custGeom>
              <a:avLst/>
              <a:gdLst>
                <a:gd name="T0" fmla="*/ 98 w 101"/>
                <a:gd name="T1" fmla="*/ 49 h 101"/>
                <a:gd name="T2" fmla="*/ 85 w 101"/>
                <a:gd name="T3" fmla="*/ 15 h 101"/>
                <a:gd name="T4" fmla="*/ 71 w 101"/>
                <a:gd name="T5" fmla="*/ 9 h 101"/>
                <a:gd name="T6" fmla="*/ 68 w 101"/>
                <a:gd name="T7" fmla="*/ 10 h 101"/>
                <a:gd name="T8" fmla="*/ 65 w 101"/>
                <a:gd name="T9" fmla="*/ 11 h 101"/>
                <a:gd name="T10" fmla="*/ 60 w 101"/>
                <a:gd name="T11" fmla="*/ 21 h 101"/>
                <a:gd name="T12" fmla="*/ 26 w 101"/>
                <a:gd name="T13" fmla="*/ 11 h 101"/>
                <a:gd name="T14" fmla="*/ 32 w 101"/>
                <a:gd name="T15" fmla="*/ 32 h 101"/>
                <a:gd name="T16" fmla="*/ 5 w 101"/>
                <a:gd name="T17" fmla="*/ 42 h 101"/>
                <a:gd name="T18" fmla="*/ 22 w 101"/>
                <a:gd name="T19" fmla="*/ 61 h 101"/>
                <a:gd name="T20" fmla="*/ 11 w 101"/>
                <a:gd name="T21" fmla="*/ 78 h 101"/>
                <a:gd name="T22" fmla="*/ 34 w 101"/>
                <a:gd name="T23" fmla="*/ 90 h 101"/>
                <a:gd name="T24" fmla="*/ 78 w 101"/>
                <a:gd name="T25" fmla="*/ 101 h 101"/>
                <a:gd name="T26" fmla="*/ 101 w 101"/>
                <a:gd name="T27" fmla="*/ 51 h 101"/>
                <a:gd name="T28" fmla="*/ 98 w 101"/>
                <a:gd name="T29" fmla="*/ 4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1">
                  <a:moveTo>
                    <a:pt x="98" y="49"/>
                  </a:moveTo>
                  <a:cubicBezTo>
                    <a:pt x="99" y="37"/>
                    <a:pt x="92" y="23"/>
                    <a:pt x="85" y="15"/>
                  </a:cubicBezTo>
                  <a:cubicBezTo>
                    <a:pt x="81" y="11"/>
                    <a:pt x="76" y="8"/>
                    <a:pt x="71" y="9"/>
                  </a:cubicBezTo>
                  <a:cubicBezTo>
                    <a:pt x="70" y="9"/>
                    <a:pt x="69" y="9"/>
                    <a:pt x="68" y="10"/>
                  </a:cubicBezTo>
                  <a:cubicBezTo>
                    <a:pt x="67" y="10"/>
                    <a:pt x="66" y="11"/>
                    <a:pt x="65" y="11"/>
                  </a:cubicBezTo>
                  <a:cubicBezTo>
                    <a:pt x="62" y="13"/>
                    <a:pt x="61" y="17"/>
                    <a:pt x="60" y="21"/>
                  </a:cubicBezTo>
                  <a:cubicBezTo>
                    <a:pt x="50" y="11"/>
                    <a:pt x="35" y="0"/>
                    <a:pt x="26" y="11"/>
                  </a:cubicBezTo>
                  <a:cubicBezTo>
                    <a:pt x="21" y="17"/>
                    <a:pt x="26" y="25"/>
                    <a:pt x="32" y="32"/>
                  </a:cubicBezTo>
                  <a:cubicBezTo>
                    <a:pt x="21" y="31"/>
                    <a:pt x="9" y="32"/>
                    <a:pt x="5" y="42"/>
                  </a:cubicBezTo>
                  <a:cubicBezTo>
                    <a:pt x="0" y="53"/>
                    <a:pt x="11" y="58"/>
                    <a:pt x="22" y="61"/>
                  </a:cubicBezTo>
                  <a:cubicBezTo>
                    <a:pt x="13" y="63"/>
                    <a:pt x="6" y="68"/>
                    <a:pt x="11" y="78"/>
                  </a:cubicBezTo>
                  <a:cubicBezTo>
                    <a:pt x="15" y="86"/>
                    <a:pt x="26" y="88"/>
                    <a:pt x="34" y="90"/>
                  </a:cubicBezTo>
                  <a:cubicBezTo>
                    <a:pt x="47" y="94"/>
                    <a:pt x="63" y="99"/>
                    <a:pt x="78" y="101"/>
                  </a:cubicBezTo>
                  <a:cubicBezTo>
                    <a:pt x="101" y="51"/>
                    <a:pt x="101" y="51"/>
                    <a:pt x="101" y="51"/>
                  </a:cubicBezTo>
                  <a:cubicBezTo>
                    <a:pt x="100" y="51"/>
                    <a:pt x="99" y="50"/>
                    <a:pt x="98" y="4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2" name="Freeform 41"/>
            <p:cNvSpPr>
              <a:spLocks/>
            </p:cNvSpPr>
            <p:nvPr/>
          </p:nvSpPr>
          <p:spPr bwMode="auto">
            <a:xfrm>
              <a:off x="6607176" y="2566988"/>
              <a:ext cx="365125" cy="1079500"/>
            </a:xfrm>
            <a:custGeom>
              <a:avLst/>
              <a:gdLst>
                <a:gd name="T0" fmla="*/ 25 w 225"/>
                <a:gd name="T1" fmla="*/ 0 h 666"/>
                <a:gd name="T2" fmla="*/ 25 w 225"/>
                <a:gd name="T3" fmla="*/ 2 h 666"/>
                <a:gd name="T4" fmla="*/ 2 w 225"/>
                <a:gd name="T5" fmla="*/ 52 h 666"/>
                <a:gd name="T6" fmla="*/ 2 w 225"/>
                <a:gd name="T7" fmla="*/ 52 h 666"/>
                <a:gd name="T8" fmla="*/ 158 w 225"/>
                <a:gd name="T9" fmla="*/ 264 h 666"/>
                <a:gd name="T10" fmla="*/ 0 w 225"/>
                <a:gd name="T11" fmla="*/ 616 h 666"/>
                <a:gd name="T12" fmla="*/ 30 w 225"/>
                <a:gd name="T13" fmla="*/ 666 h 666"/>
                <a:gd name="T14" fmla="*/ 214 w 225"/>
                <a:gd name="T15" fmla="*/ 299 h 666"/>
                <a:gd name="T16" fmla="*/ 25 w 225"/>
                <a:gd name="T1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666">
                  <a:moveTo>
                    <a:pt x="25" y="0"/>
                  </a:moveTo>
                  <a:cubicBezTo>
                    <a:pt x="25" y="2"/>
                    <a:pt x="25" y="2"/>
                    <a:pt x="25" y="2"/>
                  </a:cubicBezTo>
                  <a:cubicBezTo>
                    <a:pt x="2" y="52"/>
                    <a:pt x="2" y="52"/>
                    <a:pt x="2" y="52"/>
                  </a:cubicBezTo>
                  <a:cubicBezTo>
                    <a:pt x="2" y="52"/>
                    <a:pt x="2" y="52"/>
                    <a:pt x="2" y="52"/>
                  </a:cubicBezTo>
                  <a:cubicBezTo>
                    <a:pt x="2" y="52"/>
                    <a:pt x="164" y="161"/>
                    <a:pt x="158" y="264"/>
                  </a:cubicBezTo>
                  <a:cubicBezTo>
                    <a:pt x="152" y="367"/>
                    <a:pt x="0" y="616"/>
                    <a:pt x="0" y="616"/>
                  </a:cubicBezTo>
                  <a:cubicBezTo>
                    <a:pt x="30" y="666"/>
                    <a:pt x="30" y="666"/>
                    <a:pt x="30" y="666"/>
                  </a:cubicBezTo>
                  <a:cubicBezTo>
                    <a:pt x="30" y="666"/>
                    <a:pt x="204" y="410"/>
                    <a:pt x="214" y="299"/>
                  </a:cubicBezTo>
                  <a:cubicBezTo>
                    <a:pt x="225" y="187"/>
                    <a:pt x="170" y="121"/>
                    <a:pt x="25" y="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3" name="Freeform 42"/>
            <p:cNvSpPr>
              <a:spLocks/>
            </p:cNvSpPr>
            <p:nvPr/>
          </p:nvSpPr>
          <p:spPr bwMode="auto">
            <a:xfrm>
              <a:off x="5969001" y="3373438"/>
              <a:ext cx="201613" cy="733425"/>
            </a:xfrm>
            <a:custGeom>
              <a:avLst/>
              <a:gdLst>
                <a:gd name="T0" fmla="*/ 37 w 124"/>
                <a:gd name="T1" fmla="*/ 70 h 452"/>
                <a:gd name="T2" fmla="*/ 10 w 124"/>
                <a:gd name="T3" fmla="*/ 268 h 452"/>
                <a:gd name="T4" fmla="*/ 72 w 124"/>
                <a:gd name="T5" fmla="*/ 450 h 452"/>
                <a:gd name="T6" fmla="*/ 122 w 124"/>
                <a:gd name="T7" fmla="*/ 264 h 452"/>
                <a:gd name="T8" fmla="*/ 70 w 124"/>
                <a:gd name="T9" fmla="*/ 69 h 452"/>
                <a:gd name="T10" fmla="*/ 90 w 124"/>
                <a:gd name="T11" fmla="*/ 40 h 452"/>
                <a:gd name="T12" fmla="*/ 49 w 124"/>
                <a:gd name="T13" fmla="*/ 2 h 452"/>
                <a:gd name="T14" fmla="*/ 37 w 124"/>
                <a:gd name="T15" fmla="*/ 70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452">
                  <a:moveTo>
                    <a:pt x="37" y="70"/>
                  </a:moveTo>
                  <a:cubicBezTo>
                    <a:pt x="37" y="70"/>
                    <a:pt x="3" y="231"/>
                    <a:pt x="10" y="268"/>
                  </a:cubicBezTo>
                  <a:cubicBezTo>
                    <a:pt x="16" y="305"/>
                    <a:pt x="59" y="448"/>
                    <a:pt x="72" y="450"/>
                  </a:cubicBezTo>
                  <a:cubicBezTo>
                    <a:pt x="85" y="452"/>
                    <a:pt x="124" y="290"/>
                    <a:pt x="122" y="264"/>
                  </a:cubicBezTo>
                  <a:cubicBezTo>
                    <a:pt x="120" y="238"/>
                    <a:pt x="70" y="69"/>
                    <a:pt x="70" y="69"/>
                  </a:cubicBezTo>
                  <a:cubicBezTo>
                    <a:pt x="70" y="69"/>
                    <a:pt x="86" y="58"/>
                    <a:pt x="90" y="40"/>
                  </a:cubicBezTo>
                  <a:cubicBezTo>
                    <a:pt x="94" y="19"/>
                    <a:pt x="77" y="0"/>
                    <a:pt x="49" y="2"/>
                  </a:cubicBezTo>
                  <a:cubicBezTo>
                    <a:pt x="21" y="4"/>
                    <a:pt x="0" y="39"/>
                    <a:pt x="37" y="70"/>
                  </a:cubicBezTo>
                  <a:close/>
                </a:path>
              </a:pathLst>
            </a:custGeom>
            <a:solidFill>
              <a:srgbClr val="CA4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4" name="Freeform 43"/>
            <p:cNvSpPr>
              <a:spLocks/>
            </p:cNvSpPr>
            <p:nvPr/>
          </p:nvSpPr>
          <p:spPr bwMode="auto">
            <a:xfrm>
              <a:off x="5351463" y="3287713"/>
              <a:ext cx="695325" cy="269875"/>
            </a:xfrm>
            <a:custGeom>
              <a:avLst/>
              <a:gdLst>
                <a:gd name="T0" fmla="*/ 5 w 428"/>
                <a:gd name="T1" fmla="*/ 0 h 166"/>
                <a:gd name="T2" fmla="*/ 0 w 428"/>
                <a:gd name="T3" fmla="*/ 53 h 166"/>
                <a:gd name="T4" fmla="*/ 328 w 428"/>
                <a:gd name="T5" fmla="*/ 166 h 166"/>
                <a:gd name="T6" fmla="*/ 428 w 428"/>
                <a:gd name="T7" fmla="*/ 55 h 166"/>
                <a:gd name="T8" fmla="*/ 5 w 428"/>
                <a:gd name="T9" fmla="*/ 0 h 166"/>
              </a:gdLst>
              <a:ahLst/>
              <a:cxnLst>
                <a:cxn ang="0">
                  <a:pos x="T0" y="T1"/>
                </a:cxn>
                <a:cxn ang="0">
                  <a:pos x="T2" y="T3"/>
                </a:cxn>
                <a:cxn ang="0">
                  <a:pos x="T4" y="T5"/>
                </a:cxn>
                <a:cxn ang="0">
                  <a:pos x="T6" y="T7"/>
                </a:cxn>
                <a:cxn ang="0">
                  <a:pos x="T8" y="T9"/>
                </a:cxn>
              </a:cxnLst>
              <a:rect l="0" t="0" r="r" b="b"/>
              <a:pathLst>
                <a:path w="428" h="166">
                  <a:moveTo>
                    <a:pt x="5" y="0"/>
                  </a:moveTo>
                  <a:cubicBezTo>
                    <a:pt x="0" y="53"/>
                    <a:pt x="0" y="53"/>
                    <a:pt x="0" y="53"/>
                  </a:cubicBezTo>
                  <a:cubicBezTo>
                    <a:pt x="0" y="53"/>
                    <a:pt x="236" y="108"/>
                    <a:pt x="328" y="166"/>
                  </a:cubicBezTo>
                  <a:cubicBezTo>
                    <a:pt x="328" y="166"/>
                    <a:pt x="357" y="59"/>
                    <a:pt x="428" y="55"/>
                  </a:cubicBezTo>
                  <a:cubicBezTo>
                    <a:pt x="428" y="55"/>
                    <a:pt x="192" y="65"/>
                    <a:pt x="5" y="0"/>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sp>
          <p:nvSpPr>
            <p:cNvPr id="45" name="Freeform 44"/>
            <p:cNvSpPr>
              <a:spLocks/>
            </p:cNvSpPr>
            <p:nvPr/>
          </p:nvSpPr>
          <p:spPr bwMode="auto">
            <a:xfrm>
              <a:off x="6103938" y="3267076"/>
              <a:ext cx="581025" cy="261938"/>
            </a:xfrm>
            <a:custGeom>
              <a:avLst/>
              <a:gdLst>
                <a:gd name="T0" fmla="*/ 0 w 358"/>
                <a:gd name="T1" fmla="*/ 66 h 162"/>
                <a:gd name="T2" fmla="*/ 154 w 358"/>
                <a:gd name="T3" fmla="*/ 162 h 162"/>
                <a:gd name="T4" fmla="*/ 358 w 358"/>
                <a:gd name="T5" fmla="*/ 51 h 162"/>
                <a:gd name="T6" fmla="*/ 347 w 358"/>
                <a:gd name="T7" fmla="*/ 0 h 162"/>
                <a:gd name="T8" fmla="*/ 0 w 358"/>
                <a:gd name="T9" fmla="*/ 66 h 162"/>
              </a:gdLst>
              <a:ahLst/>
              <a:cxnLst>
                <a:cxn ang="0">
                  <a:pos x="T0" y="T1"/>
                </a:cxn>
                <a:cxn ang="0">
                  <a:pos x="T2" y="T3"/>
                </a:cxn>
                <a:cxn ang="0">
                  <a:pos x="T4" y="T5"/>
                </a:cxn>
                <a:cxn ang="0">
                  <a:pos x="T6" y="T7"/>
                </a:cxn>
                <a:cxn ang="0">
                  <a:pos x="T8" y="T9"/>
                </a:cxn>
              </a:cxnLst>
              <a:rect l="0" t="0" r="r" b="b"/>
              <a:pathLst>
                <a:path w="358" h="162">
                  <a:moveTo>
                    <a:pt x="0" y="66"/>
                  </a:moveTo>
                  <a:cubicBezTo>
                    <a:pt x="0" y="66"/>
                    <a:pt x="135" y="82"/>
                    <a:pt x="154" y="162"/>
                  </a:cubicBezTo>
                  <a:cubicBezTo>
                    <a:pt x="154" y="162"/>
                    <a:pt x="259" y="69"/>
                    <a:pt x="358" y="51"/>
                  </a:cubicBezTo>
                  <a:cubicBezTo>
                    <a:pt x="358" y="51"/>
                    <a:pt x="353" y="11"/>
                    <a:pt x="347" y="0"/>
                  </a:cubicBezTo>
                  <a:cubicBezTo>
                    <a:pt x="347" y="0"/>
                    <a:pt x="163" y="46"/>
                    <a:pt x="0" y="66"/>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smtClean="0">
                <a:solidFill>
                  <a:prstClr val="black"/>
                </a:solidFill>
                <a:latin typeface="Calibri" panose="020F0502020204030204"/>
              </a:endParaRPr>
            </a:p>
          </p:txBody>
        </p:sp>
      </p:grpSp>
      <p:sp>
        <p:nvSpPr>
          <p:cNvPr id="46" name="Rectangle 45"/>
          <p:cNvSpPr/>
          <p:nvPr/>
        </p:nvSpPr>
        <p:spPr>
          <a:xfrm>
            <a:off x="7400410" y="3674745"/>
            <a:ext cx="3898824" cy="646331"/>
          </a:xfrm>
          <a:prstGeom prst="rect">
            <a:avLst/>
          </a:prstGeom>
        </p:spPr>
        <p:txBody>
          <a:bodyPr wrap="none">
            <a:spAutoFit/>
          </a:bodyPr>
          <a:lstStyle/>
          <a:p>
            <a:pPr rtl="1"/>
            <a:r>
              <a:rPr lang="ar-SA" sz="3600" b="1" u="sng" dirty="0">
                <a:solidFill>
                  <a:srgbClr val="FF0000"/>
                </a:solidFill>
              </a:rPr>
              <a:t>ما هي  الألعاب التعليمية؟</a:t>
            </a:r>
            <a:endParaRPr lang="en-US" sz="3600" u="sng" dirty="0">
              <a:solidFill>
                <a:srgbClr val="FF0000"/>
              </a:solidFill>
            </a:endParaRPr>
          </a:p>
        </p:txBody>
      </p:sp>
      <p:sp>
        <p:nvSpPr>
          <p:cNvPr id="4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8336498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 fill="hold"/>
                                        <p:tgtEl>
                                          <p:spTgt spid="9"/>
                                        </p:tgtEl>
                                        <p:attrNameLst>
                                          <p:attrName>ppt_x</p:attrName>
                                        </p:attrNameLst>
                                      </p:cBhvr>
                                      <p:tavLst>
                                        <p:tav tm="0">
                                          <p:val>
                                            <p:strVal val="#ppt_x"/>
                                          </p:val>
                                        </p:tav>
                                        <p:tav tm="100000">
                                          <p:val>
                                            <p:strVal val="#ppt_x"/>
                                          </p:val>
                                        </p:tav>
                                      </p:tavLst>
                                    </p:anim>
                                    <p:anim calcmode="lin" valueType="num">
                                      <p:cBhvr additive="base">
                                        <p:cTn id="19" dur="500" fill="hold"/>
                                        <p:tgtEl>
                                          <p:spTgt spid="9"/>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8"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4486940" y="1210340"/>
            <a:ext cx="6849300" cy="828098"/>
          </a:xfrm>
        </p:spPr>
        <p:txBody>
          <a:bodyPr>
            <a:normAutofit/>
          </a:bodyPr>
          <a:lstStyle/>
          <a:p>
            <a:pPr rtl="1"/>
            <a:r>
              <a:rPr lang="ar-SA" u="sng" dirty="0">
                <a:solidFill>
                  <a:srgbClr val="FF0000"/>
                </a:solidFill>
              </a:rPr>
              <a:t>أ- أهمية الألعاب التعليمية </a:t>
            </a:r>
            <a:endParaRPr lang="en-US" u="sng" dirty="0">
              <a:solidFill>
                <a:srgbClr val="FF0000"/>
              </a:solidFill>
            </a:endParaRPr>
          </a:p>
        </p:txBody>
      </p:sp>
      <p:grpSp>
        <p:nvGrpSpPr>
          <p:cNvPr id="228" name="Group 227"/>
          <p:cNvGrpSpPr/>
          <p:nvPr/>
        </p:nvGrpSpPr>
        <p:grpSpPr>
          <a:xfrm>
            <a:off x="1881118" y="1679121"/>
            <a:ext cx="2089231" cy="4401642"/>
            <a:chOff x="2701175" y="2061936"/>
            <a:chExt cx="1772241" cy="3733800"/>
          </a:xfrm>
        </p:grpSpPr>
        <p:pic>
          <p:nvPicPr>
            <p:cNvPr id="6"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10996" y="5414736"/>
              <a:ext cx="16192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Freeform 130"/>
            <p:cNvSpPr>
              <a:spLocks/>
            </p:cNvSpPr>
            <p:nvPr/>
          </p:nvSpPr>
          <p:spPr bwMode="auto">
            <a:xfrm>
              <a:off x="3095171" y="5316311"/>
              <a:ext cx="431800" cy="203200"/>
            </a:xfrm>
            <a:custGeom>
              <a:avLst/>
              <a:gdLst>
                <a:gd name="T0" fmla="*/ 272 w 272"/>
                <a:gd name="T1" fmla="*/ 54 h 128"/>
                <a:gd name="T2" fmla="*/ 4 w 272"/>
                <a:gd name="T3" fmla="*/ 128 h 128"/>
                <a:gd name="T4" fmla="*/ 0 w 272"/>
                <a:gd name="T5" fmla="*/ 118 h 128"/>
                <a:gd name="T6" fmla="*/ 272 w 272"/>
                <a:gd name="T7" fmla="*/ 0 h 128"/>
                <a:gd name="T8" fmla="*/ 272 w 272"/>
                <a:gd name="T9" fmla="*/ 54 h 128"/>
              </a:gdLst>
              <a:ahLst/>
              <a:cxnLst>
                <a:cxn ang="0">
                  <a:pos x="T0" y="T1"/>
                </a:cxn>
                <a:cxn ang="0">
                  <a:pos x="T2" y="T3"/>
                </a:cxn>
                <a:cxn ang="0">
                  <a:pos x="T4" y="T5"/>
                </a:cxn>
                <a:cxn ang="0">
                  <a:pos x="T6" y="T7"/>
                </a:cxn>
                <a:cxn ang="0">
                  <a:pos x="T8" y="T9"/>
                </a:cxn>
              </a:cxnLst>
              <a:rect l="0" t="0" r="r" b="b"/>
              <a:pathLst>
                <a:path w="272" h="128">
                  <a:moveTo>
                    <a:pt x="272" y="54"/>
                  </a:moveTo>
                  <a:lnTo>
                    <a:pt x="4" y="128"/>
                  </a:lnTo>
                  <a:lnTo>
                    <a:pt x="0" y="118"/>
                  </a:lnTo>
                  <a:lnTo>
                    <a:pt x="272" y="0"/>
                  </a:lnTo>
                  <a:lnTo>
                    <a:pt x="272" y="54"/>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 name="Freeform 131"/>
            <p:cNvSpPr>
              <a:spLocks/>
            </p:cNvSpPr>
            <p:nvPr/>
          </p:nvSpPr>
          <p:spPr bwMode="auto">
            <a:xfrm>
              <a:off x="3050721" y="5529036"/>
              <a:ext cx="117475" cy="114300"/>
            </a:xfrm>
            <a:custGeom>
              <a:avLst/>
              <a:gdLst>
                <a:gd name="T0" fmla="*/ 74 w 74"/>
                <a:gd name="T1" fmla="*/ 36 h 72"/>
                <a:gd name="T2" fmla="*/ 74 w 74"/>
                <a:gd name="T3" fmla="*/ 36 h 72"/>
                <a:gd name="T4" fmla="*/ 72 w 74"/>
                <a:gd name="T5" fmla="*/ 44 h 72"/>
                <a:gd name="T6" fmla="*/ 70 w 74"/>
                <a:gd name="T7" fmla="*/ 50 h 72"/>
                <a:gd name="T8" fmla="*/ 68 w 74"/>
                <a:gd name="T9" fmla="*/ 56 h 72"/>
                <a:gd name="T10" fmla="*/ 62 w 74"/>
                <a:gd name="T11" fmla="*/ 62 h 72"/>
                <a:gd name="T12" fmla="*/ 58 w 74"/>
                <a:gd name="T13" fmla="*/ 66 h 72"/>
                <a:gd name="T14" fmla="*/ 52 w 74"/>
                <a:gd name="T15" fmla="*/ 70 h 72"/>
                <a:gd name="T16" fmla="*/ 44 w 74"/>
                <a:gd name="T17" fmla="*/ 72 h 72"/>
                <a:gd name="T18" fmla="*/ 36 w 74"/>
                <a:gd name="T19" fmla="*/ 72 h 72"/>
                <a:gd name="T20" fmla="*/ 36 w 74"/>
                <a:gd name="T21" fmla="*/ 72 h 72"/>
                <a:gd name="T22" fmla="*/ 30 w 74"/>
                <a:gd name="T23" fmla="*/ 72 h 72"/>
                <a:gd name="T24" fmla="*/ 22 w 74"/>
                <a:gd name="T25" fmla="*/ 70 h 72"/>
                <a:gd name="T26" fmla="*/ 16 w 74"/>
                <a:gd name="T27" fmla="*/ 66 h 72"/>
                <a:gd name="T28" fmla="*/ 10 w 74"/>
                <a:gd name="T29" fmla="*/ 62 h 72"/>
                <a:gd name="T30" fmla="*/ 6 w 74"/>
                <a:gd name="T31" fmla="*/ 56 h 72"/>
                <a:gd name="T32" fmla="*/ 4 w 74"/>
                <a:gd name="T33" fmla="*/ 50 h 72"/>
                <a:gd name="T34" fmla="*/ 0 w 74"/>
                <a:gd name="T35" fmla="*/ 44 h 72"/>
                <a:gd name="T36" fmla="*/ 0 w 74"/>
                <a:gd name="T37" fmla="*/ 36 h 72"/>
                <a:gd name="T38" fmla="*/ 0 w 74"/>
                <a:gd name="T39" fmla="*/ 36 h 72"/>
                <a:gd name="T40" fmla="*/ 0 w 74"/>
                <a:gd name="T41" fmla="*/ 28 h 72"/>
                <a:gd name="T42" fmla="*/ 4 w 74"/>
                <a:gd name="T43" fmla="*/ 22 h 72"/>
                <a:gd name="T44" fmla="*/ 6 w 74"/>
                <a:gd name="T45" fmla="*/ 16 h 72"/>
                <a:gd name="T46" fmla="*/ 10 w 74"/>
                <a:gd name="T47" fmla="*/ 10 h 72"/>
                <a:gd name="T48" fmla="*/ 16 w 74"/>
                <a:gd name="T49" fmla="*/ 6 h 72"/>
                <a:gd name="T50" fmla="*/ 22 w 74"/>
                <a:gd name="T51" fmla="*/ 2 h 72"/>
                <a:gd name="T52" fmla="*/ 30 w 74"/>
                <a:gd name="T53" fmla="*/ 0 h 72"/>
                <a:gd name="T54" fmla="*/ 36 w 74"/>
                <a:gd name="T55" fmla="*/ 0 h 72"/>
                <a:gd name="T56" fmla="*/ 36 w 74"/>
                <a:gd name="T57" fmla="*/ 0 h 72"/>
                <a:gd name="T58" fmla="*/ 44 w 74"/>
                <a:gd name="T59" fmla="*/ 0 h 72"/>
                <a:gd name="T60" fmla="*/ 52 w 74"/>
                <a:gd name="T61" fmla="*/ 2 h 72"/>
                <a:gd name="T62" fmla="*/ 58 w 74"/>
                <a:gd name="T63" fmla="*/ 6 h 72"/>
                <a:gd name="T64" fmla="*/ 62 w 74"/>
                <a:gd name="T65" fmla="*/ 10 h 72"/>
                <a:gd name="T66" fmla="*/ 68 w 74"/>
                <a:gd name="T67" fmla="*/ 16 h 72"/>
                <a:gd name="T68" fmla="*/ 70 w 74"/>
                <a:gd name="T69" fmla="*/ 22 h 72"/>
                <a:gd name="T70" fmla="*/ 72 w 74"/>
                <a:gd name="T71" fmla="*/ 28 h 72"/>
                <a:gd name="T72" fmla="*/ 74 w 74"/>
                <a:gd name="T73" fmla="*/ 36 h 72"/>
                <a:gd name="T74" fmla="*/ 74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74" y="36"/>
                  </a:moveTo>
                  <a:lnTo>
                    <a:pt x="74" y="36"/>
                  </a:lnTo>
                  <a:lnTo>
                    <a:pt x="72" y="44"/>
                  </a:lnTo>
                  <a:lnTo>
                    <a:pt x="70" y="50"/>
                  </a:lnTo>
                  <a:lnTo>
                    <a:pt x="68" y="56"/>
                  </a:lnTo>
                  <a:lnTo>
                    <a:pt x="62" y="62"/>
                  </a:lnTo>
                  <a:lnTo>
                    <a:pt x="58" y="66"/>
                  </a:lnTo>
                  <a:lnTo>
                    <a:pt x="52" y="70"/>
                  </a:lnTo>
                  <a:lnTo>
                    <a:pt x="44" y="72"/>
                  </a:lnTo>
                  <a:lnTo>
                    <a:pt x="36" y="72"/>
                  </a:lnTo>
                  <a:lnTo>
                    <a:pt x="36" y="72"/>
                  </a:lnTo>
                  <a:lnTo>
                    <a:pt x="30" y="72"/>
                  </a:lnTo>
                  <a:lnTo>
                    <a:pt x="22" y="70"/>
                  </a:lnTo>
                  <a:lnTo>
                    <a:pt x="16" y="66"/>
                  </a:lnTo>
                  <a:lnTo>
                    <a:pt x="10" y="62"/>
                  </a:lnTo>
                  <a:lnTo>
                    <a:pt x="6" y="56"/>
                  </a:lnTo>
                  <a:lnTo>
                    <a:pt x="4" y="50"/>
                  </a:lnTo>
                  <a:lnTo>
                    <a:pt x="0" y="44"/>
                  </a:lnTo>
                  <a:lnTo>
                    <a:pt x="0" y="36"/>
                  </a:lnTo>
                  <a:lnTo>
                    <a:pt x="0" y="36"/>
                  </a:lnTo>
                  <a:lnTo>
                    <a:pt x="0" y="28"/>
                  </a:lnTo>
                  <a:lnTo>
                    <a:pt x="4" y="22"/>
                  </a:lnTo>
                  <a:lnTo>
                    <a:pt x="6" y="16"/>
                  </a:lnTo>
                  <a:lnTo>
                    <a:pt x="10" y="10"/>
                  </a:lnTo>
                  <a:lnTo>
                    <a:pt x="16" y="6"/>
                  </a:lnTo>
                  <a:lnTo>
                    <a:pt x="22" y="2"/>
                  </a:lnTo>
                  <a:lnTo>
                    <a:pt x="30" y="0"/>
                  </a:lnTo>
                  <a:lnTo>
                    <a:pt x="36" y="0"/>
                  </a:lnTo>
                  <a:lnTo>
                    <a:pt x="36" y="0"/>
                  </a:lnTo>
                  <a:lnTo>
                    <a:pt x="44" y="0"/>
                  </a:lnTo>
                  <a:lnTo>
                    <a:pt x="52" y="2"/>
                  </a:lnTo>
                  <a:lnTo>
                    <a:pt x="58" y="6"/>
                  </a:lnTo>
                  <a:lnTo>
                    <a:pt x="62" y="10"/>
                  </a:lnTo>
                  <a:lnTo>
                    <a:pt x="68" y="16"/>
                  </a:lnTo>
                  <a:lnTo>
                    <a:pt x="70" y="22"/>
                  </a:lnTo>
                  <a:lnTo>
                    <a:pt x="72" y="28"/>
                  </a:lnTo>
                  <a:lnTo>
                    <a:pt x="74" y="36"/>
                  </a:lnTo>
                  <a:lnTo>
                    <a:pt x="74"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 name="Freeform 132"/>
            <p:cNvSpPr>
              <a:spLocks/>
            </p:cNvSpPr>
            <p:nvPr/>
          </p:nvSpPr>
          <p:spPr bwMode="auto">
            <a:xfrm>
              <a:off x="3063421" y="5541736"/>
              <a:ext cx="92075" cy="92075"/>
            </a:xfrm>
            <a:custGeom>
              <a:avLst/>
              <a:gdLst>
                <a:gd name="T0" fmla="*/ 58 w 58"/>
                <a:gd name="T1" fmla="*/ 28 h 58"/>
                <a:gd name="T2" fmla="*/ 58 w 58"/>
                <a:gd name="T3" fmla="*/ 28 h 58"/>
                <a:gd name="T4" fmla="*/ 56 w 58"/>
                <a:gd name="T5" fmla="*/ 40 h 58"/>
                <a:gd name="T6" fmla="*/ 50 w 58"/>
                <a:gd name="T7" fmla="*/ 48 h 58"/>
                <a:gd name="T8" fmla="*/ 40 w 58"/>
                <a:gd name="T9" fmla="*/ 54 h 58"/>
                <a:gd name="T10" fmla="*/ 28 w 58"/>
                <a:gd name="T11" fmla="*/ 58 h 58"/>
                <a:gd name="T12" fmla="*/ 28 w 58"/>
                <a:gd name="T13" fmla="*/ 58 h 58"/>
                <a:gd name="T14" fmla="*/ 18 w 58"/>
                <a:gd name="T15" fmla="*/ 54 h 58"/>
                <a:gd name="T16" fmla="*/ 8 w 58"/>
                <a:gd name="T17" fmla="*/ 48 h 58"/>
                <a:gd name="T18" fmla="*/ 2 w 58"/>
                <a:gd name="T19" fmla="*/ 40 h 58"/>
                <a:gd name="T20" fmla="*/ 0 w 58"/>
                <a:gd name="T21" fmla="*/ 28 h 58"/>
                <a:gd name="T22" fmla="*/ 0 w 58"/>
                <a:gd name="T23" fmla="*/ 28 h 58"/>
                <a:gd name="T24" fmla="*/ 2 w 58"/>
                <a:gd name="T25" fmla="*/ 18 h 58"/>
                <a:gd name="T26" fmla="*/ 8 w 58"/>
                <a:gd name="T27" fmla="*/ 8 h 58"/>
                <a:gd name="T28" fmla="*/ 18 w 58"/>
                <a:gd name="T29" fmla="*/ 2 h 58"/>
                <a:gd name="T30" fmla="*/ 28 w 58"/>
                <a:gd name="T31" fmla="*/ 0 h 58"/>
                <a:gd name="T32" fmla="*/ 28 w 58"/>
                <a:gd name="T33" fmla="*/ 0 h 58"/>
                <a:gd name="T34" fmla="*/ 40 w 58"/>
                <a:gd name="T35" fmla="*/ 2 h 58"/>
                <a:gd name="T36" fmla="*/ 50 w 58"/>
                <a:gd name="T37" fmla="*/ 8 h 58"/>
                <a:gd name="T38" fmla="*/ 56 w 58"/>
                <a:gd name="T39" fmla="*/ 18 h 58"/>
                <a:gd name="T40" fmla="*/ 58 w 58"/>
                <a:gd name="T41" fmla="*/ 28 h 58"/>
                <a:gd name="T42" fmla="*/ 58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58" y="28"/>
                  </a:moveTo>
                  <a:lnTo>
                    <a:pt x="58" y="28"/>
                  </a:lnTo>
                  <a:lnTo>
                    <a:pt x="56" y="40"/>
                  </a:lnTo>
                  <a:lnTo>
                    <a:pt x="50" y="48"/>
                  </a:lnTo>
                  <a:lnTo>
                    <a:pt x="40" y="54"/>
                  </a:lnTo>
                  <a:lnTo>
                    <a:pt x="28" y="58"/>
                  </a:lnTo>
                  <a:lnTo>
                    <a:pt x="28" y="58"/>
                  </a:lnTo>
                  <a:lnTo>
                    <a:pt x="18" y="54"/>
                  </a:lnTo>
                  <a:lnTo>
                    <a:pt x="8" y="48"/>
                  </a:lnTo>
                  <a:lnTo>
                    <a:pt x="2" y="40"/>
                  </a:lnTo>
                  <a:lnTo>
                    <a:pt x="0" y="28"/>
                  </a:lnTo>
                  <a:lnTo>
                    <a:pt x="0" y="28"/>
                  </a:lnTo>
                  <a:lnTo>
                    <a:pt x="2" y="18"/>
                  </a:lnTo>
                  <a:lnTo>
                    <a:pt x="8" y="8"/>
                  </a:lnTo>
                  <a:lnTo>
                    <a:pt x="18" y="2"/>
                  </a:lnTo>
                  <a:lnTo>
                    <a:pt x="28" y="0"/>
                  </a:lnTo>
                  <a:lnTo>
                    <a:pt x="28" y="0"/>
                  </a:lnTo>
                  <a:lnTo>
                    <a:pt x="40" y="2"/>
                  </a:lnTo>
                  <a:lnTo>
                    <a:pt x="50" y="8"/>
                  </a:lnTo>
                  <a:lnTo>
                    <a:pt x="56" y="18"/>
                  </a:lnTo>
                  <a:lnTo>
                    <a:pt x="58" y="28"/>
                  </a:lnTo>
                  <a:lnTo>
                    <a:pt x="58"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 name="Freeform 133"/>
            <p:cNvSpPr>
              <a:spLocks/>
            </p:cNvSpPr>
            <p:nvPr/>
          </p:nvSpPr>
          <p:spPr bwMode="auto">
            <a:xfrm>
              <a:off x="3079296" y="5557611"/>
              <a:ext cx="60325" cy="57150"/>
            </a:xfrm>
            <a:custGeom>
              <a:avLst/>
              <a:gdLst>
                <a:gd name="T0" fmla="*/ 38 w 38"/>
                <a:gd name="T1" fmla="*/ 18 h 36"/>
                <a:gd name="T2" fmla="*/ 38 w 38"/>
                <a:gd name="T3" fmla="*/ 18 h 36"/>
                <a:gd name="T4" fmla="*/ 36 w 38"/>
                <a:gd name="T5" fmla="*/ 26 h 36"/>
                <a:gd name="T6" fmla="*/ 32 w 38"/>
                <a:gd name="T7" fmla="*/ 32 h 36"/>
                <a:gd name="T8" fmla="*/ 26 w 38"/>
                <a:gd name="T9" fmla="*/ 36 h 36"/>
                <a:gd name="T10" fmla="*/ 18 w 38"/>
                <a:gd name="T11" fmla="*/ 36 h 36"/>
                <a:gd name="T12" fmla="*/ 18 w 38"/>
                <a:gd name="T13" fmla="*/ 36 h 36"/>
                <a:gd name="T14" fmla="*/ 12 w 38"/>
                <a:gd name="T15" fmla="*/ 36 h 36"/>
                <a:gd name="T16" fmla="*/ 6 w 38"/>
                <a:gd name="T17" fmla="*/ 32 h 36"/>
                <a:gd name="T18" fmla="*/ 2 w 38"/>
                <a:gd name="T19" fmla="*/ 26 h 36"/>
                <a:gd name="T20" fmla="*/ 0 w 38"/>
                <a:gd name="T21" fmla="*/ 18 h 36"/>
                <a:gd name="T22" fmla="*/ 0 w 38"/>
                <a:gd name="T23" fmla="*/ 18 h 36"/>
                <a:gd name="T24" fmla="*/ 2 w 38"/>
                <a:gd name="T25" fmla="*/ 12 h 36"/>
                <a:gd name="T26" fmla="*/ 6 w 38"/>
                <a:gd name="T27" fmla="*/ 6 h 36"/>
                <a:gd name="T28" fmla="*/ 12 w 38"/>
                <a:gd name="T29" fmla="*/ 2 h 36"/>
                <a:gd name="T30" fmla="*/ 18 w 38"/>
                <a:gd name="T31" fmla="*/ 0 h 36"/>
                <a:gd name="T32" fmla="*/ 18 w 38"/>
                <a:gd name="T33" fmla="*/ 0 h 36"/>
                <a:gd name="T34" fmla="*/ 26 w 38"/>
                <a:gd name="T35" fmla="*/ 2 h 36"/>
                <a:gd name="T36" fmla="*/ 32 w 38"/>
                <a:gd name="T37" fmla="*/ 6 h 36"/>
                <a:gd name="T38" fmla="*/ 36 w 38"/>
                <a:gd name="T39" fmla="*/ 12 h 36"/>
                <a:gd name="T40" fmla="*/ 38 w 38"/>
                <a:gd name="T41" fmla="*/ 18 h 36"/>
                <a:gd name="T42" fmla="*/ 38 w 38"/>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36">
                  <a:moveTo>
                    <a:pt x="38" y="18"/>
                  </a:moveTo>
                  <a:lnTo>
                    <a:pt x="38" y="18"/>
                  </a:lnTo>
                  <a:lnTo>
                    <a:pt x="36" y="26"/>
                  </a:lnTo>
                  <a:lnTo>
                    <a:pt x="32" y="32"/>
                  </a:lnTo>
                  <a:lnTo>
                    <a:pt x="26" y="36"/>
                  </a:lnTo>
                  <a:lnTo>
                    <a:pt x="18" y="36"/>
                  </a:lnTo>
                  <a:lnTo>
                    <a:pt x="18" y="36"/>
                  </a:lnTo>
                  <a:lnTo>
                    <a:pt x="12" y="36"/>
                  </a:lnTo>
                  <a:lnTo>
                    <a:pt x="6" y="32"/>
                  </a:lnTo>
                  <a:lnTo>
                    <a:pt x="2" y="26"/>
                  </a:lnTo>
                  <a:lnTo>
                    <a:pt x="0" y="18"/>
                  </a:lnTo>
                  <a:lnTo>
                    <a:pt x="0" y="18"/>
                  </a:lnTo>
                  <a:lnTo>
                    <a:pt x="2" y="12"/>
                  </a:lnTo>
                  <a:lnTo>
                    <a:pt x="6" y="6"/>
                  </a:lnTo>
                  <a:lnTo>
                    <a:pt x="12" y="2"/>
                  </a:lnTo>
                  <a:lnTo>
                    <a:pt x="18" y="0"/>
                  </a:lnTo>
                  <a:lnTo>
                    <a:pt x="18" y="0"/>
                  </a:lnTo>
                  <a:lnTo>
                    <a:pt x="26" y="2"/>
                  </a:lnTo>
                  <a:lnTo>
                    <a:pt x="32" y="6"/>
                  </a:lnTo>
                  <a:lnTo>
                    <a:pt x="36" y="12"/>
                  </a:lnTo>
                  <a:lnTo>
                    <a:pt x="38" y="18"/>
                  </a:lnTo>
                  <a:lnTo>
                    <a:pt x="38"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 name="Freeform 134"/>
            <p:cNvSpPr>
              <a:spLocks/>
            </p:cNvSpPr>
            <p:nvPr/>
          </p:nvSpPr>
          <p:spPr bwMode="auto">
            <a:xfrm>
              <a:off x="3034846" y="5500461"/>
              <a:ext cx="149225" cy="82550"/>
            </a:xfrm>
            <a:custGeom>
              <a:avLst/>
              <a:gdLst>
                <a:gd name="T0" fmla="*/ 46 w 94"/>
                <a:gd name="T1" fmla="*/ 12 h 52"/>
                <a:gd name="T2" fmla="*/ 46 w 94"/>
                <a:gd name="T3" fmla="*/ 12 h 52"/>
                <a:gd name="T4" fmla="*/ 56 w 94"/>
                <a:gd name="T5" fmla="*/ 12 h 52"/>
                <a:gd name="T6" fmla="*/ 64 w 94"/>
                <a:gd name="T7" fmla="*/ 14 h 52"/>
                <a:gd name="T8" fmla="*/ 72 w 94"/>
                <a:gd name="T9" fmla="*/ 18 h 52"/>
                <a:gd name="T10" fmla="*/ 78 w 94"/>
                <a:gd name="T11" fmla="*/ 22 h 52"/>
                <a:gd name="T12" fmla="*/ 84 w 94"/>
                <a:gd name="T13" fmla="*/ 28 h 52"/>
                <a:gd name="T14" fmla="*/ 88 w 94"/>
                <a:gd name="T15" fmla="*/ 36 h 52"/>
                <a:gd name="T16" fmla="*/ 92 w 94"/>
                <a:gd name="T17" fmla="*/ 44 h 52"/>
                <a:gd name="T18" fmla="*/ 94 w 94"/>
                <a:gd name="T19" fmla="*/ 52 h 52"/>
                <a:gd name="T20" fmla="*/ 94 w 94"/>
                <a:gd name="T21" fmla="*/ 52 h 52"/>
                <a:gd name="T22" fmla="*/ 94 w 94"/>
                <a:gd name="T23" fmla="*/ 46 h 52"/>
                <a:gd name="T24" fmla="*/ 94 w 94"/>
                <a:gd name="T25" fmla="*/ 46 h 52"/>
                <a:gd name="T26" fmla="*/ 92 w 94"/>
                <a:gd name="T27" fmla="*/ 36 h 52"/>
                <a:gd name="T28" fmla="*/ 90 w 94"/>
                <a:gd name="T29" fmla="*/ 28 h 52"/>
                <a:gd name="T30" fmla="*/ 86 w 94"/>
                <a:gd name="T31" fmla="*/ 20 h 52"/>
                <a:gd name="T32" fmla="*/ 80 w 94"/>
                <a:gd name="T33" fmla="*/ 14 h 52"/>
                <a:gd name="T34" fmla="*/ 74 w 94"/>
                <a:gd name="T35" fmla="*/ 8 h 52"/>
                <a:gd name="T36" fmla="*/ 66 w 94"/>
                <a:gd name="T37" fmla="*/ 4 h 52"/>
                <a:gd name="T38" fmla="*/ 56 w 94"/>
                <a:gd name="T39" fmla="*/ 0 h 52"/>
                <a:gd name="T40" fmla="*/ 46 w 94"/>
                <a:gd name="T41" fmla="*/ 0 h 52"/>
                <a:gd name="T42" fmla="*/ 46 w 94"/>
                <a:gd name="T43" fmla="*/ 0 h 52"/>
                <a:gd name="T44" fmla="*/ 38 w 94"/>
                <a:gd name="T45" fmla="*/ 0 h 52"/>
                <a:gd name="T46" fmla="*/ 28 w 94"/>
                <a:gd name="T47" fmla="*/ 4 h 52"/>
                <a:gd name="T48" fmla="*/ 20 w 94"/>
                <a:gd name="T49" fmla="*/ 8 h 52"/>
                <a:gd name="T50" fmla="*/ 14 w 94"/>
                <a:gd name="T51" fmla="*/ 14 h 52"/>
                <a:gd name="T52" fmla="*/ 8 w 94"/>
                <a:gd name="T53" fmla="*/ 20 h 52"/>
                <a:gd name="T54" fmla="*/ 4 w 94"/>
                <a:gd name="T55" fmla="*/ 28 h 52"/>
                <a:gd name="T56" fmla="*/ 0 w 94"/>
                <a:gd name="T57" fmla="*/ 36 h 52"/>
                <a:gd name="T58" fmla="*/ 0 w 94"/>
                <a:gd name="T59" fmla="*/ 46 h 52"/>
                <a:gd name="T60" fmla="*/ 0 w 94"/>
                <a:gd name="T61" fmla="*/ 46 h 52"/>
                <a:gd name="T62" fmla="*/ 0 w 94"/>
                <a:gd name="T63" fmla="*/ 52 h 52"/>
                <a:gd name="T64" fmla="*/ 0 w 94"/>
                <a:gd name="T65" fmla="*/ 52 h 52"/>
                <a:gd name="T66" fmla="*/ 2 w 94"/>
                <a:gd name="T67" fmla="*/ 44 h 52"/>
                <a:gd name="T68" fmla="*/ 6 w 94"/>
                <a:gd name="T69" fmla="*/ 36 h 52"/>
                <a:gd name="T70" fmla="*/ 10 w 94"/>
                <a:gd name="T71" fmla="*/ 28 h 52"/>
                <a:gd name="T72" fmla="*/ 16 w 94"/>
                <a:gd name="T73" fmla="*/ 22 h 52"/>
                <a:gd name="T74" fmla="*/ 22 w 94"/>
                <a:gd name="T75" fmla="*/ 18 h 52"/>
                <a:gd name="T76" fmla="*/ 30 w 94"/>
                <a:gd name="T77" fmla="*/ 14 h 52"/>
                <a:gd name="T78" fmla="*/ 38 w 94"/>
                <a:gd name="T79" fmla="*/ 12 h 52"/>
                <a:gd name="T80" fmla="*/ 46 w 94"/>
                <a:gd name="T81" fmla="*/ 12 h 52"/>
                <a:gd name="T82" fmla="*/ 46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6" y="12"/>
                  </a:moveTo>
                  <a:lnTo>
                    <a:pt x="46" y="12"/>
                  </a:lnTo>
                  <a:lnTo>
                    <a:pt x="56" y="12"/>
                  </a:lnTo>
                  <a:lnTo>
                    <a:pt x="64" y="14"/>
                  </a:lnTo>
                  <a:lnTo>
                    <a:pt x="72" y="18"/>
                  </a:lnTo>
                  <a:lnTo>
                    <a:pt x="78" y="22"/>
                  </a:lnTo>
                  <a:lnTo>
                    <a:pt x="84" y="28"/>
                  </a:lnTo>
                  <a:lnTo>
                    <a:pt x="88" y="36"/>
                  </a:lnTo>
                  <a:lnTo>
                    <a:pt x="92" y="44"/>
                  </a:lnTo>
                  <a:lnTo>
                    <a:pt x="94" y="52"/>
                  </a:lnTo>
                  <a:lnTo>
                    <a:pt x="94" y="52"/>
                  </a:lnTo>
                  <a:lnTo>
                    <a:pt x="94" y="46"/>
                  </a:lnTo>
                  <a:lnTo>
                    <a:pt x="94" y="46"/>
                  </a:lnTo>
                  <a:lnTo>
                    <a:pt x="92" y="36"/>
                  </a:lnTo>
                  <a:lnTo>
                    <a:pt x="90" y="28"/>
                  </a:lnTo>
                  <a:lnTo>
                    <a:pt x="86" y="20"/>
                  </a:lnTo>
                  <a:lnTo>
                    <a:pt x="80" y="14"/>
                  </a:lnTo>
                  <a:lnTo>
                    <a:pt x="74" y="8"/>
                  </a:lnTo>
                  <a:lnTo>
                    <a:pt x="66" y="4"/>
                  </a:lnTo>
                  <a:lnTo>
                    <a:pt x="56" y="0"/>
                  </a:lnTo>
                  <a:lnTo>
                    <a:pt x="46" y="0"/>
                  </a:lnTo>
                  <a:lnTo>
                    <a:pt x="46" y="0"/>
                  </a:lnTo>
                  <a:lnTo>
                    <a:pt x="38" y="0"/>
                  </a:lnTo>
                  <a:lnTo>
                    <a:pt x="28" y="4"/>
                  </a:lnTo>
                  <a:lnTo>
                    <a:pt x="20" y="8"/>
                  </a:lnTo>
                  <a:lnTo>
                    <a:pt x="14" y="14"/>
                  </a:lnTo>
                  <a:lnTo>
                    <a:pt x="8" y="20"/>
                  </a:lnTo>
                  <a:lnTo>
                    <a:pt x="4" y="28"/>
                  </a:lnTo>
                  <a:lnTo>
                    <a:pt x="0" y="36"/>
                  </a:lnTo>
                  <a:lnTo>
                    <a:pt x="0" y="46"/>
                  </a:lnTo>
                  <a:lnTo>
                    <a:pt x="0" y="46"/>
                  </a:lnTo>
                  <a:lnTo>
                    <a:pt x="0" y="52"/>
                  </a:lnTo>
                  <a:lnTo>
                    <a:pt x="0" y="52"/>
                  </a:lnTo>
                  <a:lnTo>
                    <a:pt x="2" y="44"/>
                  </a:lnTo>
                  <a:lnTo>
                    <a:pt x="6" y="36"/>
                  </a:lnTo>
                  <a:lnTo>
                    <a:pt x="10" y="28"/>
                  </a:lnTo>
                  <a:lnTo>
                    <a:pt x="16" y="22"/>
                  </a:lnTo>
                  <a:lnTo>
                    <a:pt x="22" y="18"/>
                  </a:lnTo>
                  <a:lnTo>
                    <a:pt x="30" y="14"/>
                  </a:lnTo>
                  <a:lnTo>
                    <a:pt x="38" y="12"/>
                  </a:lnTo>
                  <a:lnTo>
                    <a:pt x="46" y="12"/>
                  </a:lnTo>
                  <a:lnTo>
                    <a:pt x="46"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 name="Freeform 135"/>
            <p:cNvSpPr>
              <a:spLocks/>
            </p:cNvSpPr>
            <p:nvPr/>
          </p:nvSpPr>
          <p:spPr bwMode="auto">
            <a:xfrm>
              <a:off x="3571421" y="5325836"/>
              <a:ext cx="431800" cy="193675"/>
            </a:xfrm>
            <a:custGeom>
              <a:avLst/>
              <a:gdLst>
                <a:gd name="T0" fmla="*/ 0 w 272"/>
                <a:gd name="T1" fmla="*/ 48 h 122"/>
                <a:gd name="T2" fmla="*/ 268 w 272"/>
                <a:gd name="T3" fmla="*/ 122 h 122"/>
                <a:gd name="T4" fmla="*/ 272 w 272"/>
                <a:gd name="T5" fmla="*/ 112 h 122"/>
                <a:gd name="T6" fmla="*/ 0 w 272"/>
                <a:gd name="T7" fmla="*/ 0 h 122"/>
                <a:gd name="T8" fmla="*/ 0 w 272"/>
                <a:gd name="T9" fmla="*/ 48 h 122"/>
              </a:gdLst>
              <a:ahLst/>
              <a:cxnLst>
                <a:cxn ang="0">
                  <a:pos x="T0" y="T1"/>
                </a:cxn>
                <a:cxn ang="0">
                  <a:pos x="T2" y="T3"/>
                </a:cxn>
                <a:cxn ang="0">
                  <a:pos x="T4" y="T5"/>
                </a:cxn>
                <a:cxn ang="0">
                  <a:pos x="T6" y="T7"/>
                </a:cxn>
                <a:cxn ang="0">
                  <a:pos x="T8" y="T9"/>
                </a:cxn>
              </a:cxnLst>
              <a:rect l="0" t="0" r="r" b="b"/>
              <a:pathLst>
                <a:path w="272" h="122">
                  <a:moveTo>
                    <a:pt x="0" y="48"/>
                  </a:moveTo>
                  <a:lnTo>
                    <a:pt x="268" y="122"/>
                  </a:lnTo>
                  <a:lnTo>
                    <a:pt x="272" y="112"/>
                  </a:lnTo>
                  <a:lnTo>
                    <a:pt x="0" y="0"/>
                  </a:lnTo>
                  <a:lnTo>
                    <a:pt x="0" y="48"/>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 name="Freeform 136"/>
            <p:cNvSpPr>
              <a:spLocks/>
            </p:cNvSpPr>
            <p:nvPr/>
          </p:nvSpPr>
          <p:spPr bwMode="auto">
            <a:xfrm>
              <a:off x="3930196" y="5529036"/>
              <a:ext cx="117475" cy="114300"/>
            </a:xfrm>
            <a:custGeom>
              <a:avLst/>
              <a:gdLst>
                <a:gd name="T0" fmla="*/ 0 w 74"/>
                <a:gd name="T1" fmla="*/ 36 h 72"/>
                <a:gd name="T2" fmla="*/ 0 w 74"/>
                <a:gd name="T3" fmla="*/ 36 h 72"/>
                <a:gd name="T4" fmla="*/ 2 w 74"/>
                <a:gd name="T5" fmla="*/ 44 h 72"/>
                <a:gd name="T6" fmla="*/ 4 w 74"/>
                <a:gd name="T7" fmla="*/ 50 h 72"/>
                <a:gd name="T8" fmla="*/ 8 w 74"/>
                <a:gd name="T9" fmla="*/ 56 h 72"/>
                <a:gd name="T10" fmla="*/ 12 w 74"/>
                <a:gd name="T11" fmla="*/ 62 h 72"/>
                <a:gd name="T12" fmla="*/ 18 w 74"/>
                <a:gd name="T13" fmla="*/ 66 h 72"/>
                <a:gd name="T14" fmla="*/ 24 w 74"/>
                <a:gd name="T15" fmla="*/ 70 h 72"/>
                <a:gd name="T16" fmla="*/ 30 w 74"/>
                <a:gd name="T17" fmla="*/ 72 h 72"/>
                <a:gd name="T18" fmla="*/ 38 w 74"/>
                <a:gd name="T19" fmla="*/ 72 h 72"/>
                <a:gd name="T20" fmla="*/ 38 w 74"/>
                <a:gd name="T21" fmla="*/ 72 h 72"/>
                <a:gd name="T22" fmla="*/ 44 w 74"/>
                <a:gd name="T23" fmla="*/ 72 h 72"/>
                <a:gd name="T24" fmla="*/ 52 w 74"/>
                <a:gd name="T25" fmla="*/ 70 h 72"/>
                <a:gd name="T26" fmla="*/ 58 w 74"/>
                <a:gd name="T27" fmla="*/ 66 h 72"/>
                <a:gd name="T28" fmla="*/ 64 w 74"/>
                <a:gd name="T29" fmla="*/ 62 h 72"/>
                <a:gd name="T30" fmla="*/ 68 w 74"/>
                <a:gd name="T31" fmla="*/ 56 h 72"/>
                <a:gd name="T32" fmla="*/ 72 w 74"/>
                <a:gd name="T33" fmla="*/ 50 h 72"/>
                <a:gd name="T34" fmla="*/ 74 w 74"/>
                <a:gd name="T35" fmla="*/ 44 h 72"/>
                <a:gd name="T36" fmla="*/ 74 w 74"/>
                <a:gd name="T37" fmla="*/ 36 h 72"/>
                <a:gd name="T38" fmla="*/ 74 w 74"/>
                <a:gd name="T39" fmla="*/ 36 h 72"/>
                <a:gd name="T40" fmla="*/ 74 w 74"/>
                <a:gd name="T41" fmla="*/ 28 h 72"/>
                <a:gd name="T42" fmla="*/ 72 w 74"/>
                <a:gd name="T43" fmla="*/ 22 h 72"/>
                <a:gd name="T44" fmla="*/ 68 w 74"/>
                <a:gd name="T45" fmla="*/ 16 h 72"/>
                <a:gd name="T46" fmla="*/ 64 w 74"/>
                <a:gd name="T47" fmla="*/ 10 h 72"/>
                <a:gd name="T48" fmla="*/ 58 w 74"/>
                <a:gd name="T49" fmla="*/ 6 h 72"/>
                <a:gd name="T50" fmla="*/ 52 w 74"/>
                <a:gd name="T51" fmla="*/ 2 h 72"/>
                <a:gd name="T52" fmla="*/ 44 w 74"/>
                <a:gd name="T53" fmla="*/ 0 h 72"/>
                <a:gd name="T54" fmla="*/ 38 w 74"/>
                <a:gd name="T55" fmla="*/ 0 h 72"/>
                <a:gd name="T56" fmla="*/ 38 w 74"/>
                <a:gd name="T57" fmla="*/ 0 h 72"/>
                <a:gd name="T58" fmla="*/ 30 w 74"/>
                <a:gd name="T59" fmla="*/ 0 h 72"/>
                <a:gd name="T60" fmla="*/ 24 w 74"/>
                <a:gd name="T61" fmla="*/ 2 h 72"/>
                <a:gd name="T62" fmla="*/ 18 w 74"/>
                <a:gd name="T63" fmla="*/ 6 h 72"/>
                <a:gd name="T64" fmla="*/ 12 w 74"/>
                <a:gd name="T65" fmla="*/ 10 h 72"/>
                <a:gd name="T66" fmla="*/ 8 w 74"/>
                <a:gd name="T67" fmla="*/ 16 h 72"/>
                <a:gd name="T68" fmla="*/ 4 w 74"/>
                <a:gd name="T69" fmla="*/ 22 h 72"/>
                <a:gd name="T70" fmla="*/ 2 w 74"/>
                <a:gd name="T71" fmla="*/ 28 h 72"/>
                <a:gd name="T72" fmla="*/ 0 w 74"/>
                <a:gd name="T73" fmla="*/ 36 h 72"/>
                <a:gd name="T74" fmla="*/ 0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0" y="36"/>
                  </a:moveTo>
                  <a:lnTo>
                    <a:pt x="0" y="36"/>
                  </a:lnTo>
                  <a:lnTo>
                    <a:pt x="2" y="44"/>
                  </a:lnTo>
                  <a:lnTo>
                    <a:pt x="4" y="50"/>
                  </a:lnTo>
                  <a:lnTo>
                    <a:pt x="8" y="56"/>
                  </a:lnTo>
                  <a:lnTo>
                    <a:pt x="12" y="62"/>
                  </a:lnTo>
                  <a:lnTo>
                    <a:pt x="18" y="66"/>
                  </a:lnTo>
                  <a:lnTo>
                    <a:pt x="24" y="70"/>
                  </a:lnTo>
                  <a:lnTo>
                    <a:pt x="30" y="72"/>
                  </a:lnTo>
                  <a:lnTo>
                    <a:pt x="38" y="72"/>
                  </a:lnTo>
                  <a:lnTo>
                    <a:pt x="38" y="72"/>
                  </a:lnTo>
                  <a:lnTo>
                    <a:pt x="44" y="72"/>
                  </a:lnTo>
                  <a:lnTo>
                    <a:pt x="52" y="70"/>
                  </a:lnTo>
                  <a:lnTo>
                    <a:pt x="58" y="66"/>
                  </a:lnTo>
                  <a:lnTo>
                    <a:pt x="64" y="62"/>
                  </a:lnTo>
                  <a:lnTo>
                    <a:pt x="68" y="56"/>
                  </a:lnTo>
                  <a:lnTo>
                    <a:pt x="72" y="50"/>
                  </a:lnTo>
                  <a:lnTo>
                    <a:pt x="74" y="44"/>
                  </a:lnTo>
                  <a:lnTo>
                    <a:pt x="74" y="36"/>
                  </a:lnTo>
                  <a:lnTo>
                    <a:pt x="74" y="36"/>
                  </a:lnTo>
                  <a:lnTo>
                    <a:pt x="74" y="28"/>
                  </a:lnTo>
                  <a:lnTo>
                    <a:pt x="72" y="22"/>
                  </a:lnTo>
                  <a:lnTo>
                    <a:pt x="68" y="16"/>
                  </a:lnTo>
                  <a:lnTo>
                    <a:pt x="64" y="10"/>
                  </a:lnTo>
                  <a:lnTo>
                    <a:pt x="58" y="6"/>
                  </a:lnTo>
                  <a:lnTo>
                    <a:pt x="52" y="2"/>
                  </a:lnTo>
                  <a:lnTo>
                    <a:pt x="44" y="0"/>
                  </a:lnTo>
                  <a:lnTo>
                    <a:pt x="38" y="0"/>
                  </a:lnTo>
                  <a:lnTo>
                    <a:pt x="38" y="0"/>
                  </a:lnTo>
                  <a:lnTo>
                    <a:pt x="30" y="0"/>
                  </a:lnTo>
                  <a:lnTo>
                    <a:pt x="24" y="2"/>
                  </a:lnTo>
                  <a:lnTo>
                    <a:pt x="18" y="6"/>
                  </a:lnTo>
                  <a:lnTo>
                    <a:pt x="12" y="10"/>
                  </a:lnTo>
                  <a:lnTo>
                    <a:pt x="8" y="16"/>
                  </a:lnTo>
                  <a:lnTo>
                    <a:pt x="4" y="22"/>
                  </a:lnTo>
                  <a:lnTo>
                    <a:pt x="2" y="28"/>
                  </a:lnTo>
                  <a:lnTo>
                    <a:pt x="0" y="36"/>
                  </a:lnTo>
                  <a:lnTo>
                    <a:pt x="0"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 name="Freeform 137"/>
            <p:cNvSpPr>
              <a:spLocks/>
            </p:cNvSpPr>
            <p:nvPr/>
          </p:nvSpPr>
          <p:spPr bwMode="auto">
            <a:xfrm>
              <a:off x="3942896" y="5541736"/>
              <a:ext cx="92075" cy="92075"/>
            </a:xfrm>
            <a:custGeom>
              <a:avLst/>
              <a:gdLst>
                <a:gd name="T0" fmla="*/ 0 w 58"/>
                <a:gd name="T1" fmla="*/ 28 h 58"/>
                <a:gd name="T2" fmla="*/ 0 w 58"/>
                <a:gd name="T3" fmla="*/ 28 h 58"/>
                <a:gd name="T4" fmla="*/ 4 w 58"/>
                <a:gd name="T5" fmla="*/ 40 h 58"/>
                <a:gd name="T6" fmla="*/ 10 w 58"/>
                <a:gd name="T7" fmla="*/ 48 h 58"/>
                <a:gd name="T8" fmla="*/ 18 w 58"/>
                <a:gd name="T9" fmla="*/ 54 h 58"/>
                <a:gd name="T10" fmla="*/ 30 w 58"/>
                <a:gd name="T11" fmla="*/ 58 h 58"/>
                <a:gd name="T12" fmla="*/ 30 w 58"/>
                <a:gd name="T13" fmla="*/ 58 h 58"/>
                <a:gd name="T14" fmla="*/ 40 w 58"/>
                <a:gd name="T15" fmla="*/ 54 h 58"/>
                <a:gd name="T16" fmla="*/ 50 w 58"/>
                <a:gd name="T17" fmla="*/ 48 h 58"/>
                <a:gd name="T18" fmla="*/ 56 w 58"/>
                <a:gd name="T19" fmla="*/ 40 h 58"/>
                <a:gd name="T20" fmla="*/ 58 w 58"/>
                <a:gd name="T21" fmla="*/ 28 h 58"/>
                <a:gd name="T22" fmla="*/ 58 w 58"/>
                <a:gd name="T23" fmla="*/ 28 h 58"/>
                <a:gd name="T24" fmla="*/ 56 w 58"/>
                <a:gd name="T25" fmla="*/ 18 h 58"/>
                <a:gd name="T26" fmla="*/ 50 w 58"/>
                <a:gd name="T27" fmla="*/ 8 h 58"/>
                <a:gd name="T28" fmla="*/ 40 w 58"/>
                <a:gd name="T29" fmla="*/ 2 h 58"/>
                <a:gd name="T30" fmla="*/ 30 w 58"/>
                <a:gd name="T31" fmla="*/ 0 h 58"/>
                <a:gd name="T32" fmla="*/ 30 w 58"/>
                <a:gd name="T33" fmla="*/ 0 h 58"/>
                <a:gd name="T34" fmla="*/ 18 w 58"/>
                <a:gd name="T35" fmla="*/ 2 h 58"/>
                <a:gd name="T36" fmla="*/ 10 w 58"/>
                <a:gd name="T37" fmla="*/ 8 h 58"/>
                <a:gd name="T38" fmla="*/ 4 w 58"/>
                <a:gd name="T39" fmla="*/ 18 h 58"/>
                <a:gd name="T40" fmla="*/ 0 w 58"/>
                <a:gd name="T41" fmla="*/ 28 h 58"/>
                <a:gd name="T42" fmla="*/ 0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0" y="28"/>
                  </a:moveTo>
                  <a:lnTo>
                    <a:pt x="0" y="28"/>
                  </a:lnTo>
                  <a:lnTo>
                    <a:pt x="4" y="40"/>
                  </a:lnTo>
                  <a:lnTo>
                    <a:pt x="10" y="48"/>
                  </a:lnTo>
                  <a:lnTo>
                    <a:pt x="18" y="54"/>
                  </a:lnTo>
                  <a:lnTo>
                    <a:pt x="30" y="58"/>
                  </a:lnTo>
                  <a:lnTo>
                    <a:pt x="30" y="58"/>
                  </a:lnTo>
                  <a:lnTo>
                    <a:pt x="40" y="54"/>
                  </a:lnTo>
                  <a:lnTo>
                    <a:pt x="50" y="48"/>
                  </a:lnTo>
                  <a:lnTo>
                    <a:pt x="56" y="40"/>
                  </a:lnTo>
                  <a:lnTo>
                    <a:pt x="58" y="28"/>
                  </a:lnTo>
                  <a:lnTo>
                    <a:pt x="58" y="28"/>
                  </a:lnTo>
                  <a:lnTo>
                    <a:pt x="56" y="18"/>
                  </a:lnTo>
                  <a:lnTo>
                    <a:pt x="50" y="8"/>
                  </a:lnTo>
                  <a:lnTo>
                    <a:pt x="40" y="2"/>
                  </a:lnTo>
                  <a:lnTo>
                    <a:pt x="30" y="0"/>
                  </a:lnTo>
                  <a:lnTo>
                    <a:pt x="30" y="0"/>
                  </a:lnTo>
                  <a:lnTo>
                    <a:pt x="18" y="2"/>
                  </a:lnTo>
                  <a:lnTo>
                    <a:pt x="10" y="8"/>
                  </a:lnTo>
                  <a:lnTo>
                    <a:pt x="4" y="18"/>
                  </a:lnTo>
                  <a:lnTo>
                    <a:pt x="0" y="28"/>
                  </a:lnTo>
                  <a:lnTo>
                    <a:pt x="0"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 name="Freeform 138"/>
            <p:cNvSpPr>
              <a:spLocks/>
            </p:cNvSpPr>
            <p:nvPr/>
          </p:nvSpPr>
          <p:spPr bwMode="auto">
            <a:xfrm>
              <a:off x="3961946" y="5557611"/>
              <a:ext cx="57150" cy="57150"/>
            </a:xfrm>
            <a:custGeom>
              <a:avLst/>
              <a:gdLst>
                <a:gd name="T0" fmla="*/ 0 w 36"/>
                <a:gd name="T1" fmla="*/ 18 h 36"/>
                <a:gd name="T2" fmla="*/ 0 w 36"/>
                <a:gd name="T3" fmla="*/ 18 h 36"/>
                <a:gd name="T4" fmla="*/ 0 w 36"/>
                <a:gd name="T5" fmla="*/ 26 h 36"/>
                <a:gd name="T6" fmla="*/ 4 w 36"/>
                <a:gd name="T7" fmla="*/ 32 h 36"/>
                <a:gd name="T8" fmla="*/ 10 w 36"/>
                <a:gd name="T9" fmla="*/ 36 h 36"/>
                <a:gd name="T10" fmla="*/ 18 w 36"/>
                <a:gd name="T11" fmla="*/ 36 h 36"/>
                <a:gd name="T12" fmla="*/ 18 w 36"/>
                <a:gd name="T13" fmla="*/ 36 h 36"/>
                <a:gd name="T14" fmla="*/ 24 w 36"/>
                <a:gd name="T15" fmla="*/ 36 h 36"/>
                <a:gd name="T16" fmla="*/ 30 w 36"/>
                <a:gd name="T17" fmla="*/ 32 h 36"/>
                <a:gd name="T18" fmla="*/ 34 w 36"/>
                <a:gd name="T19" fmla="*/ 26 h 36"/>
                <a:gd name="T20" fmla="*/ 36 w 36"/>
                <a:gd name="T21" fmla="*/ 18 h 36"/>
                <a:gd name="T22" fmla="*/ 36 w 36"/>
                <a:gd name="T23" fmla="*/ 18 h 36"/>
                <a:gd name="T24" fmla="*/ 34 w 36"/>
                <a:gd name="T25" fmla="*/ 12 h 36"/>
                <a:gd name="T26" fmla="*/ 30 w 36"/>
                <a:gd name="T27" fmla="*/ 6 h 36"/>
                <a:gd name="T28" fmla="*/ 24 w 36"/>
                <a:gd name="T29" fmla="*/ 2 h 36"/>
                <a:gd name="T30" fmla="*/ 18 w 36"/>
                <a:gd name="T31" fmla="*/ 0 h 36"/>
                <a:gd name="T32" fmla="*/ 18 w 36"/>
                <a:gd name="T33" fmla="*/ 0 h 36"/>
                <a:gd name="T34" fmla="*/ 10 w 36"/>
                <a:gd name="T35" fmla="*/ 2 h 36"/>
                <a:gd name="T36" fmla="*/ 4 w 36"/>
                <a:gd name="T37" fmla="*/ 6 h 36"/>
                <a:gd name="T38" fmla="*/ 0 w 36"/>
                <a:gd name="T39" fmla="*/ 12 h 36"/>
                <a:gd name="T40" fmla="*/ 0 w 36"/>
                <a:gd name="T41" fmla="*/ 18 h 36"/>
                <a:gd name="T42" fmla="*/ 0 w 36"/>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0" y="18"/>
                  </a:moveTo>
                  <a:lnTo>
                    <a:pt x="0" y="18"/>
                  </a:lnTo>
                  <a:lnTo>
                    <a:pt x="0" y="26"/>
                  </a:lnTo>
                  <a:lnTo>
                    <a:pt x="4" y="32"/>
                  </a:lnTo>
                  <a:lnTo>
                    <a:pt x="10" y="36"/>
                  </a:lnTo>
                  <a:lnTo>
                    <a:pt x="18" y="36"/>
                  </a:lnTo>
                  <a:lnTo>
                    <a:pt x="18" y="36"/>
                  </a:lnTo>
                  <a:lnTo>
                    <a:pt x="24" y="36"/>
                  </a:lnTo>
                  <a:lnTo>
                    <a:pt x="30" y="32"/>
                  </a:lnTo>
                  <a:lnTo>
                    <a:pt x="34" y="26"/>
                  </a:lnTo>
                  <a:lnTo>
                    <a:pt x="36" y="18"/>
                  </a:lnTo>
                  <a:lnTo>
                    <a:pt x="36" y="18"/>
                  </a:lnTo>
                  <a:lnTo>
                    <a:pt x="34" y="12"/>
                  </a:lnTo>
                  <a:lnTo>
                    <a:pt x="30" y="6"/>
                  </a:lnTo>
                  <a:lnTo>
                    <a:pt x="24" y="2"/>
                  </a:lnTo>
                  <a:lnTo>
                    <a:pt x="18" y="0"/>
                  </a:lnTo>
                  <a:lnTo>
                    <a:pt x="18" y="0"/>
                  </a:lnTo>
                  <a:lnTo>
                    <a:pt x="10" y="2"/>
                  </a:lnTo>
                  <a:lnTo>
                    <a:pt x="4" y="6"/>
                  </a:lnTo>
                  <a:lnTo>
                    <a:pt x="0" y="12"/>
                  </a:lnTo>
                  <a:lnTo>
                    <a:pt x="0" y="18"/>
                  </a:lnTo>
                  <a:lnTo>
                    <a:pt x="0"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 name="Freeform 139"/>
            <p:cNvSpPr>
              <a:spLocks/>
            </p:cNvSpPr>
            <p:nvPr/>
          </p:nvSpPr>
          <p:spPr bwMode="auto">
            <a:xfrm>
              <a:off x="3914321" y="5500461"/>
              <a:ext cx="149225" cy="82550"/>
            </a:xfrm>
            <a:custGeom>
              <a:avLst/>
              <a:gdLst>
                <a:gd name="T0" fmla="*/ 48 w 94"/>
                <a:gd name="T1" fmla="*/ 12 h 52"/>
                <a:gd name="T2" fmla="*/ 48 w 94"/>
                <a:gd name="T3" fmla="*/ 12 h 52"/>
                <a:gd name="T4" fmla="*/ 38 w 94"/>
                <a:gd name="T5" fmla="*/ 12 h 52"/>
                <a:gd name="T6" fmla="*/ 30 w 94"/>
                <a:gd name="T7" fmla="*/ 14 h 52"/>
                <a:gd name="T8" fmla="*/ 24 w 94"/>
                <a:gd name="T9" fmla="*/ 18 h 52"/>
                <a:gd name="T10" fmla="*/ 16 w 94"/>
                <a:gd name="T11" fmla="*/ 22 h 52"/>
                <a:gd name="T12" fmla="*/ 10 w 94"/>
                <a:gd name="T13" fmla="*/ 28 h 52"/>
                <a:gd name="T14" fmla="*/ 6 w 94"/>
                <a:gd name="T15" fmla="*/ 36 h 52"/>
                <a:gd name="T16" fmla="*/ 2 w 94"/>
                <a:gd name="T17" fmla="*/ 44 h 52"/>
                <a:gd name="T18" fmla="*/ 0 w 94"/>
                <a:gd name="T19" fmla="*/ 52 h 52"/>
                <a:gd name="T20" fmla="*/ 0 w 94"/>
                <a:gd name="T21" fmla="*/ 52 h 52"/>
                <a:gd name="T22" fmla="*/ 0 w 94"/>
                <a:gd name="T23" fmla="*/ 46 h 52"/>
                <a:gd name="T24" fmla="*/ 0 w 94"/>
                <a:gd name="T25" fmla="*/ 46 h 52"/>
                <a:gd name="T26" fmla="*/ 2 w 94"/>
                <a:gd name="T27" fmla="*/ 36 h 52"/>
                <a:gd name="T28" fmla="*/ 4 w 94"/>
                <a:gd name="T29" fmla="*/ 28 h 52"/>
                <a:gd name="T30" fmla="*/ 8 w 94"/>
                <a:gd name="T31" fmla="*/ 20 h 52"/>
                <a:gd name="T32" fmla="*/ 14 w 94"/>
                <a:gd name="T33" fmla="*/ 14 h 52"/>
                <a:gd name="T34" fmla="*/ 22 w 94"/>
                <a:gd name="T35" fmla="*/ 8 h 52"/>
                <a:gd name="T36" fmla="*/ 30 w 94"/>
                <a:gd name="T37" fmla="*/ 4 h 52"/>
                <a:gd name="T38" fmla="*/ 38 w 94"/>
                <a:gd name="T39" fmla="*/ 0 h 52"/>
                <a:gd name="T40" fmla="*/ 48 w 94"/>
                <a:gd name="T41" fmla="*/ 0 h 52"/>
                <a:gd name="T42" fmla="*/ 48 w 94"/>
                <a:gd name="T43" fmla="*/ 0 h 52"/>
                <a:gd name="T44" fmla="*/ 56 w 94"/>
                <a:gd name="T45" fmla="*/ 0 h 52"/>
                <a:gd name="T46" fmla="*/ 66 w 94"/>
                <a:gd name="T47" fmla="*/ 4 h 52"/>
                <a:gd name="T48" fmla="*/ 74 w 94"/>
                <a:gd name="T49" fmla="*/ 8 h 52"/>
                <a:gd name="T50" fmla="*/ 80 w 94"/>
                <a:gd name="T51" fmla="*/ 14 h 52"/>
                <a:gd name="T52" fmla="*/ 86 w 94"/>
                <a:gd name="T53" fmla="*/ 20 h 52"/>
                <a:gd name="T54" fmla="*/ 90 w 94"/>
                <a:gd name="T55" fmla="*/ 28 h 52"/>
                <a:gd name="T56" fmla="*/ 94 w 94"/>
                <a:gd name="T57" fmla="*/ 36 h 52"/>
                <a:gd name="T58" fmla="*/ 94 w 94"/>
                <a:gd name="T59" fmla="*/ 46 h 52"/>
                <a:gd name="T60" fmla="*/ 94 w 94"/>
                <a:gd name="T61" fmla="*/ 46 h 52"/>
                <a:gd name="T62" fmla="*/ 94 w 94"/>
                <a:gd name="T63" fmla="*/ 52 h 52"/>
                <a:gd name="T64" fmla="*/ 94 w 94"/>
                <a:gd name="T65" fmla="*/ 52 h 52"/>
                <a:gd name="T66" fmla="*/ 92 w 94"/>
                <a:gd name="T67" fmla="*/ 44 h 52"/>
                <a:gd name="T68" fmla="*/ 88 w 94"/>
                <a:gd name="T69" fmla="*/ 36 h 52"/>
                <a:gd name="T70" fmla="*/ 84 w 94"/>
                <a:gd name="T71" fmla="*/ 28 h 52"/>
                <a:gd name="T72" fmla="*/ 78 w 94"/>
                <a:gd name="T73" fmla="*/ 22 h 52"/>
                <a:gd name="T74" fmla="*/ 72 w 94"/>
                <a:gd name="T75" fmla="*/ 18 h 52"/>
                <a:gd name="T76" fmla="*/ 64 w 94"/>
                <a:gd name="T77" fmla="*/ 14 h 52"/>
                <a:gd name="T78" fmla="*/ 56 w 94"/>
                <a:gd name="T79" fmla="*/ 12 h 52"/>
                <a:gd name="T80" fmla="*/ 48 w 94"/>
                <a:gd name="T81" fmla="*/ 12 h 52"/>
                <a:gd name="T82" fmla="*/ 48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8" y="12"/>
                  </a:moveTo>
                  <a:lnTo>
                    <a:pt x="48" y="12"/>
                  </a:lnTo>
                  <a:lnTo>
                    <a:pt x="38" y="12"/>
                  </a:lnTo>
                  <a:lnTo>
                    <a:pt x="30" y="14"/>
                  </a:lnTo>
                  <a:lnTo>
                    <a:pt x="24" y="18"/>
                  </a:lnTo>
                  <a:lnTo>
                    <a:pt x="16" y="22"/>
                  </a:lnTo>
                  <a:lnTo>
                    <a:pt x="10" y="28"/>
                  </a:lnTo>
                  <a:lnTo>
                    <a:pt x="6" y="36"/>
                  </a:lnTo>
                  <a:lnTo>
                    <a:pt x="2" y="44"/>
                  </a:lnTo>
                  <a:lnTo>
                    <a:pt x="0" y="52"/>
                  </a:lnTo>
                  <a:lnTo>
                    <a:pt x="0" y="52"/>
                  </a:lnTo>
                  <a:lnTo>
                    <a:pt x="0" y="46"/>
                  </a:lnTo>
                  <a:lnTo>
                    <a:pt x="0" y="46"/>
                  </a:lnTo>
                  <a:lnTo>
                    <a:pt x="2" y="36"/>
                  </a:lnTo>
                  <a:lnTo>
                    <a:pt x="4" y="28"/>
                  </a:lnTo>
                  <a:lnTo>
                    <a:pt x="8" y="20"/>
                  </a:lnTo>
                  <a:lnTo>
                    <a:pt x="14" y="14"/>
                  </a:lnTo>
                  <a:lnTo>
                    <a:pt x="22" y="8"/>
                  </a:lnTo>
                  <a:lnTo>
                    <a:pt x="30" y="4"/>
                  </a:lnTo>
                  <a:lnTo>
                    <a:pt x="38" y="0"/>
                  </a:lnTo>
                  <a:lnTo>
                    <a:pt x="48" y="0"/>
                  </a:lnTo>
                  <a:lnTo>
                    <a:pt x="48" y="0"/>
                  </a:lnTo>
                  <a:lnTo>
                    <a:pt x="56" y="0"/>
                  </a:lnTo>
                  <a:lnTo>
                    <a:pt x="66" y="4"/>
                  </a:lnTo>
                  <a:lnTo>
                    <a:pt x="74" y="8"/>
                  </a:lnTo>
                  <a:lnTo>
                    <a:pt x="80" y="14"/>
                  </a:lnTo>
                  <a:lnTo>
                    <a:pt x="86" y="20"/>
                  </a:lnTo>
                  <a:lnTo>
                    <a:pt x="90" y="28"/>
                  </a:lnTo>
                  <a:lnTo>
                    <a:pt x="94" y="36"/>
                  </a:lnTo>
                  <a:lnTo>
                    <a:pt x="94" y="46"/>
                  </a:lnTo>
                  <a:lnTo>
                    <a:pt x="94" y="46"/>
                  </a:lnTo>
                  <a:lnTo>
                    <a:pt x="94" y="52"/>
                  </a:lnTo>
                  <a:lnTo>
                    <a:pt x="94" y="52"/>
                  </a:lnTo>
                  <a:lnTo>
                    <a:pt x="92" y="44"/>
                  </a:lnTo>
                  <a:lnTo>
                    <a:pt x="88" y="36"/>
                  </a:lnTo>
                  <a:lnTo>
                    <a:pt x="84" y="28"/>
                  </a:lnTo>
                  <a:lnTo>
                    <a:pt x="78" y="22"/>
                  </a:lnTo>
                  <a:lnTo>
                    <a:pt x="72" y="18"/>
                  </a:lnTo>
                  <a:lnTo>
                    <a:pt x="64" y="14"/>
                  </a:lnTo>
                  <a:lnTo>
                    <a:pt x="56" y="12"/>
                  </a:lnTo>
                  <a:lnTo>
                    <a:pt x="48" y="12"/>
                  </a:lnTo>
                  <a:lnTo>
                    <a:pt x="48"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7" name="Rectangle 140"/>
            <p:cNvSpPr>
              <a:spLocks noChangeArrowheads="1"/>
            </p:cNvSpPr>
            <p:nvPr/>
          </p:nvSpPr>
          <p:spPr bwMode="auto">
            <a:xfrm>
              <a:off x="3253921" y="4389211"/>
              <a:ext cx="590550" cy="107950"/>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8" name="Rectangle 141"/>
            <p:cNvSpPr>
              <a:spLocks noChangeArrowheads="1"/>
            </p:cNvSpPr>
            <p:nvPr/>
          </p:nvSpPr>
          <p:spPr bwMode="auto">
            <a:xfrm>
              <a:off x="3523796" y="4497161"/>
              <a:ext cx="41275" cy="860425"/>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9" name="Rectangle 142"/>
            <p:cNvSpPr>
              <a:spLocks noChangeArrowheads="1"/>
            </p:cNvSpPr>
            <p:nvPr/>
          </p:nvSpPr>
          <p:spPr bwMode="auto">
            <a:xfrm>
              <a:off x="3501571" y="4582886"/>
              <a:ext cx="85725" cy="29845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0" name="Rectangle 143"/>
            <p:cNvSpPr>
              <a:spLocks noChangeArrowheads="1"/>
            </p:cNvSpPr>
            <p:nvPr/>
          </p:nvSpPr>
          <p:spPr bwMode="auto">
            <a:xfrm>
              <a:off x="3517446" y="5027386"/>
              <a:ext cx="53975" cy="298450"/>
            </a:xfrm>
            <a:prstGeom prst="rect">
              <a:avLst/>
            </a:prstGeom>
            <a:solidFill>
              <a:srgbClr val="36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1" name="Rectangle 144"/>
            <p:cNvSpPr>
              <a:spLocks noChangeArrowheads="1"/>
            </p:cNvSpPr>
            <p:nvPr/>
          </p:nvSpPr>
          <p:spPr bwMode="auto">
            <a:xfrm>
              <a:off x="3501571" y="5113111"/>
              <a:ext cx="85725" cy="29845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2" name="Freeform 145"/>
            <p:cNvSpPr>
              <a:spLocks/>
            </p:cNvSpPr>
            <p:nvPr/>
          </p:nvSpPr>
          <p:spPr bwMode="auto">
            <a:xfrm>
              <a:off x="3076121" y="4271736"/>
              <a:ext cx="936625" cy="180975"/>
            </a:xfrm>
            <a:custGeom>
              <a:avLst/>
              <a:gdLst>
                <a:gd name="T0" fmla="*/ 2 w 590"/>
                <a:gd name="T1" fmla="*/ 4 h 114"/>
                <a:gd name="T2" fmla="*/ 2 w 590"/>
                <a:gd name="T3" fmla="*/ 4 h 114"/>
                <a:gd name="T4" fmla="*/ 0 w 590"/>
                <a:gd name="T5" fmla="*/ 12 h 114"/>
                <a:gd name="T6" fmla="*/ 0 w 590"/>
                <a:gd name="T7" fmla="*/ 24 h 114"/>
                <a:gd name="T8" fmla="*/ 2 w 590"/>
                <a:gd name="T9" fmla="*/ 46 h 114"/>
                <a:gd name="T10" fmla="*/ 2 w 590"/>
                <a:gd name="T11" fmla="*/ 46 h 114"/>
                <a:gd name="T12" fmla="*/ 2 w 590"/>
                <a:gd name="T13" fmla="*/ 52 h 114"/>
                <a:gd name="T14" fmla="*/ 8 w 590"/>
                <a:gd name="T15" fmla="*/ 60 h 114"/>
                <a:gd name="T16" fmla="*/ 14 w 590"/>
                <a:gd name="T17" fmla="*/ 66 h 114"/>
                <a:gd name="T18" fmla="*/ 24 w 590"/>
                <a:gd name="T19" fmla="*/ 72 h 114"/>
                <a:gd name="T20" fmla="*/ 36 w 590"/>
                <a:gd name="T21" fmla="*/ 78 h 114"/>
                <a:gd name="T22" fmla="*/ 52 w 590"/>
                <a:gd name="T23" fmla="*/ 84 h 114"/>
                <a:gd name="T24" fmla="*/ 88 w 590"/>
                <a:gd name="T25" fmla="*/ 94 h 114"/>
                <a:gd name="T26" fmla="*/ 130 w 590"/>
                <a:gd name="T27" fmla="*/ 102 h 114"/>
                <a:gd name="T28" fmla="*/ 180 w 590"/>
                <a:gd name="T29" fmla="*/ 110 h 114"/>
                <a:gd name="T30" fmla="*/ 236 w 590"/>
                <a:gd name="T31" fmla="*/ 114 h 114"/>
                <a:gd name="T32" fmla="*/ 296 w 590"/>
                <a:gd name="T33" fmla="*/ 114 h 114"/>
                <a:gd name="T34" fmla="*/ 296 w 590"/>
                <a:gd name="T35" fmla="*/ 114 h 114"/>
                <a:gd name="T36" fmla="*/ 354 w 590"/>
                <a:gd name="T37" fmla="*/ 114 h 114"/>
                <a:gd name="T38" fmla="*/ 410 w 590"/>
                <a:gd name="T39" fmla="*/ 110 h 114"/>
                <a:gd name="T40" fmla="*/ 460 w 590"/>
                <a:gd name="T41" fmla="*/ 102 h 114"/>
                <a:gd name="T42" fmla="*/ 502 w 590"/>
                <a:gd name="T43" fmla="*/ 94 h 114"/>
                <a:gd name="T44" fmla="*/ 538 w 590"/>
                <a:gd name="T45" fmla="*/ 84 h 114"/>
                <a:gd name="T46" fmla="*/ 554 w 590"/>
                <a:gd name="T47" fmla="*/ 78 h 114"/>
                <a:gd name="T48" fmla="*/ 566 w 590"/>
                <a:gd name="T49" fmla="*/ 72 h 114"/>
                <a:gd name="T50" fmla="*/ 576 w 590"/>
                <a:gd name="T51" fmla="*/ 66 h 114"/>
                <a:gd name="T52" fmla="*/ 582 w 590"/>
                <a:gd name="T53" fmla="*/ 60 h 114"/>
                <a:gd name="T54" fmla="*/ 588 w 590"/>
                <a:gd name="T55" fmla="*/ 52 h 114"/>
                <a:gd name="T56" fmla="*/ 588 w 590"/>
                <a:gd name="T57" fmla="*/ 46 h 114"/>
                <a:gd name="T58" fmla="*/ 588 w 590"/>
                <a:gd name="T59" fmla="*/ 46 h 114"/>
                <a:gd name="T60" fmla="*/ 590 w 590"/>
                <a:gd name="T61" fmla="*/ 22 h 114"/>
                <a:gd name="T62" fmla="*/ 590 w 590"/>
                <a:gd name="T63" fmla="*/ 8 h 114"/>
                <a:gd name="T64" fmla="*/ 588 w 590"/>
                <a:gd name="T65" fmla="*/ 0 h 114"/>
                <a:gd name="T66" fmla="*/ 2 w 590"/>
                <a:gd name="T67" fmla="*/ 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0" h="114">
                  <a:moveTo>
                    <a:pt x="2" y="4"/>
                  </a:moveTo>
                  <a:lnTo>
                    <a:pt x="2" y="4"/>
                  </a:lnTo>
                  <a:lnTo>
                    <a:pt x="0" y="12"/>
                  </a:lnTo>
                  <a:lnTo>
                    <a:pt x="0" y="24"/>
                  </a:lnTo>
                  <a:lnTo>
                    <a:pt x="2" y="46"/>
                  </a:lnTo>
                  <a:lnTo>
                    <a:pt x="2" y="46"/>
                  </a:lnTo>
                  <a:lnTo>
                    <a:pt x="2" y="52"/>
                  </a:lnTo>
                  <a:lnTo>
                    <a:pt x="8" y="60"/>
                  </a:lnTo>
                  <a:lnTo>
                    <a:pt x="14" y="66"/>
                  </a:lnTo>
                  <a:lnTo>
                    <a:pt x="24" y="72"/>
                  </a:lnTo>
                  <a:lnTo>
                    <a:pt x="36" y="78"/>
                  </a:lnTo>
                  <a:lnTo>
                    <a:pt x="52" y="84"/>
                  </a:lnTo>
                  <a:lnTo>
                    <a:pt x="88" y="94"/>
                  </a:lnTo>
                  <a:lnTo>
                    <a:pt x="130" y="102"/>
                  </a:lnTo>
                  <a:lnTo>
                    <a:pt x="180" y="110"/>
                  </a:lnTo>
                  <a:lnTo>
                    <a:pt x="236" y="114"/>
                  </a:lnTo>
                  <a:lnTo>
                    <a:pt x="296" y="114"/>
                  </a:lnTo>
                  <a:lnTo>
                    <a:pt x="296" y="114"/>
                  </a:lnTo>
                  <a:lnTo>
                    <a:pt x="354" y="114"/>
                  </a:lnTo>
                  <a:lnTo>
                    <a:pt x="410" y="110"/>
                  </a:lnTo>
                  <a:lnTo>
                    <a:pt x="460" y="102"/>
                  </a:lnTo>
                  <a:lnTo>
                    <a:pt x="502" y="94"/>
                  </a:lnTo>
                  <a:lnTo>
                    <a:pt x="538" y="84"/>
                  </a:lnTo>
                  <a:lnTo>
                    <a:pt x="554" y="78"/>
                  </a:lnTo>
                  <a:lnTo>
                    <a:pt x="566" y="72"/>
                  </a:lnTo>
                  <a:lnTo>
                    <a:pt x="576" y="66"/>
                  </a:lnTo>
                  <a:lnTo>
                    <a:pt x="582" y="60"/>
                  </a:lnTo>
                  <a:lnTo>
                    <a:pt x="588" y="52"/>
                  </a:lnTo>
                  <a:lnTo>
                    <a:pt x="588" y="46"/>
                  </a:lnTo>
                  <a:lnTo>
                    <a:pt x="588" y="46"/>
                  </a:lnTo>
                  <a:lnTo>
                    <a:pt x="590" y="22"/>
                  </a:lnTo>
                  <a:lnTo>
                    <a:pt x="590" y="8"/>
                  </a:lnTo>
                  <a:lnTo>
                    <a:pt x="588" y="0"/>
                  </a:lnTo>
                  <a:lnTo>
                    <a:pt x="2" y="4"/>
                  </a:lnTo>
                  <a:close/>
                </a:path>
              </a:pathLst>
            </a:custGeom>
            <a:solidFill>
              <a:srgbClr val="6E6F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3" name="Freeform 146"/>
            <p:cNvSpPr>
              <a:spLocks/>
            </p:cNvSpPr>
            <p:nvPr/>
          </p:nvSpPr>
          <p:spPr bwMode="auto">
            <a:xfrm>
              <a:off x="3079296" y="4166961"/>
              <a:ext cx="930275" cy="222250"/>
            </a:xfrm>
            <a:custGeom>
              <a:avLst/>
              <a:gdLst>
                <a:gd name="T0" fmla="*/ 586 w 586"/>
                <a:gd name="T1" fmla="*/ 70 h 140"/>
                <a:gd name="T2" fmla="*/ 586 w 586"/>
                <a:gd name="T3" fmla="*/ 70 h 140"/>
                <a:gd name="T4" fmla="*/ 586 w 586"/>
                <a:gd name="T5" fmla="*/ 76 h 140"/>
                <a:gd name="T6" fmla="*/ 580 w 586"/>
                <a:gd name="T7" fmla="*/ 84 h 140"/>
                <a:gd name="T8" fmla="*/ 574 w 586"/>
                <a:gd name="T9" fmla="*/ 90 h 140"/>
                <a:gd name="T10" fmla="*/ 564 w 586"/>
                <a:gd name="T11" fmla="*/ 96 h 140"/>
                <a:gd name="T12" fmla="*/ 552 w 586"/>
                <a:gd name="T13" fmla="*/ 102 h 140"/>
                <a:gd name="T14" fmla="*/ 536 w 586"/>
                <a:gd name="T15" fmla="*/ 108 h 140"/>
                <a:gd name="T16" fmla="*/ 500 w 586"/>
                <a:gd name="T17" fmla="*/ 118 h 140"/>
                <a:gd name="T18" fmla="*/ 458 w 586"/>
                <a:gd name="T19" fmla="*/ 128 h 140"/>
                <a:gd name="T20" fmla="*/ 408 w 586"/>
                <a:gd name="T21" fmla="*/ 134 h 140"/>
                <a:gd name="T22" fmla="*/ 352 w 586"/>
                <a:gd name="T23" fmla="*/ 138 h 140"/>
                <a:gd name="T24" fmla="*/ 294 w 586"/>
                <a:gd name="T25" fmla="*/ 140 h 140"/>
                <a:gd name="T26" fmla="*/ 294 w 586"/>
                <a:gd name="T27" fmla="*/ 140 h 140"/>
                <a:gd name="T28" fmla="*/ 234 w 586"/>
                <a:gd name="T29" fmla="*/ 138 h 140"/>
                <a:gd name="T30" fmla="*/ 178 w 586"/>
                <a:gd name="T31" fmla="*/ 134 h 140"/>
                <a:gd name="T32" fmla="*/ 128 w 586"/>
                <a:gd name="T33" fmla="*/ 128 h 140"/>
                <a:gd name="T34" fmla="*/ 86 w 586"/>
                <a:gd name="T35" fmla="*/ 118 h 140"/>
                <a:gd name="T36" fmla="*/ 50 w 586"/>
                <a:gd name="T37" fmla="*/ 108 h 140"/>
                <a:gd name="T38" fmla="*/ 34 w 586"/>
                <a:gd name="T39" fmla="*/ 102 h 140"/>
                <a:gd name="T40" fmla="*/ 22 w 586"/>
                <a:gd name="T41" fmla="*/ 96 h 140"/>
                <a:gd name="T42" fmla="*/ 12 w 586"/>
                <a:gd name="T43" fmla="*/ 90 h 140"/>
                <a:gd name="T44" fmla="*/ 6 w 586"/>
                <a:gd name="T45" fmla="*/ 84 h 140"/>
                <a:gd name="T46" fmla="*/ 0 w 586"/>
                <a:gd name="T47" fmla="*/ 76 h 140"/>
                <a:gd name="T48" fmla="*/ 0 w 586"/>
                <a:gd name="T49" fmla="*/ 70 h 140"/>
                <a:gd name="T50" fmla="*/ 0 w 586"/>
                <a:gd name="T51" fmla="*/ 70 h 140"/>
                <a:gd name="T52" fmla="*/ 0 w 586"/>
                <a:gd name="T53" fmla="*/ 62 h 140"/>
                <a:gd name="T54" fmla="*/ 6 w 586"/>
                <a:gd name="T55" fmla="*/ 56 h 140"/>
                <a:gd name="T56" fmla="*/ 12 w 586"/>
                <a:gd name="T57" fmla="*/ 50 h 140"/>
                <a:gd name="T58" fmla="*/ 22 w 586"/>
                <a:gd name="T59" fmla="*/ 42 h 140"/>
                <a:gd name="T60" fmla="*/ 34 w 586"/>
                <a:gd name="T61" fmla="*/ 36 h 140"/>
                <a:gd name="T62" fmla="*/ 50 w 586"/>
                <a:gd name="T63" fmla="*/ 30 h 140"/>
                <a:gd name="T64" fmla="*/ 86 w 586"/>
                <a:gd name="T65" fmla="*/ 20 h 140"/>
                <a:gd name="T66" fmla="*/ 128 w 586"/>
                <a:gd name="T67" fmla="*/ 12 h 140"/>
                <a:gd name="T68" fmla="*/ 178 w 586"/>
                <a:gd name="T69" fmla="*/ 6 h 140"/>
                <a:gd name="T70" fmla="*/ 234 w 586"/>
                <a:gd name="T71" fmla="*/ 2 h 140"/>
                <a:gd name="T72" fmla="*/ 294 w 586"/>
                <a:gd name="T73" fmla="*/ 0 h 140"/>
                <a:gd name="T74" fmla="*/ 294 w 586"/>
                <a:gd name="T75" fmla="*/ 0 h 140"/>
                <a:gd name="T76" fmla="*/ 352 w 586"/>
                <a:gd name="T77" fmla="*/ 2 h 140"/>
                <a:gd name="T78" fmla="*/ 408 w 586"/>
                <a:gd name="T79" fmla="*/ 6 h 140"/>
                <a:gd name="T80" fmla="*/ 458 w 586"/>
                <a:gd name="T81" fmla="*/ 12 h 140"/>
                <a:gd name="T82" fmla="*/ 500 w 586"/>
                <a:gd name="T83" fmla="*/ 20 h 140"/>
                <a:gd name="T84" fmla="*/ 536 w 586"/>
                <a:gd name="T85" fmla="*/ 30 h 140"/>
                <a:gd name="T86" fmla="*/ 552 w 586"/>
                <a:gd name="T87" fmla="*/ 36 h 140"/>
                <a:gd name="T88" fmla="*/ 564 w 586"/>
                <a:gd name="T89" fmla="*/ 42 h 140"/>
                <a:gd name="T90" fmla="*/ 574 w 586"/>
                <a:gd name="T91" fmla="*/ 50 h 140"/>
                <a:gd name="T92" fmla="*/ 580 w 586"/>
                <a:gd name="T93" fmla="*/ 56 h 140"/>
                <a:gd name="T94" fmla="*/ 586 w 586"/>
                <a:gd name="T95" fmla="*/ 62 h 140"/>
                <a:gd name="T96" fmla="*/ 586 w 586"/>
                <a:gd name="T97" fmla="*/ 70 h 140"/>
                <a:gd name="T98" fmla="*/ 586 w 586"/>
                <a:gd name="T99" fmla="*/ 7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6" h="140">
                  <a:moveTo>
                    <a:pt x="586" y="70"/>
                  </a:moveTo>
                  <a:lnTo>
                    <a:pt x="586" y="70"/>
                  </a:lnTo>
                  <a:lnTo>
                    <a:pt x="586" y="76"/>
                  </a:lnTo>
                  <a:lnTo>
                    <a:pt x="580" y="84"/>
                  </a:lnTo>
                  <a:lnTo>
                    <a:pt x="574" y="90"/>
                  </a:lnTo>
                  <a:lnTo>
                    <a:pt x="564" y="96"/>
                  </a:lnTo>
                  <a:lnTo>
                    <a:pt x="552" y="102"/>
                  </a:lnTo>
                  <a:lnTo>
                    <a:pt x="536" y="108"/>
                  </a:lnTo>
                  <a:lnTo>
                    <a:pt x="500" y="118"/>
                  </a:lnTo>
                  <a:lnTo>
                    <a:pt x="458" y="128"/>
                  </a:lnTo>
                  <a:lnTo>
                    <a:pt x="408" y="134"/>
                  </a:lnTo>
                  <a:lnTo>
                    <a:pt x="352" y="138"/>
                  </a:lnTo>
                  <a:lnTo>
                    <a:pt x="294" y="140"/>
                  </a:lnTo>
                  <a:lnTo>
                    <a:pt x="294" y="140"/>
                  </a:lnTo>
                  <a:lnTo>
                    <a:pt x="234" y="138"/>
                  </a:lnTo>
                  <a:lnTo>
                    <a:pt x="178" y="134"/>
                  </a:lnTo>
                  <a:lnTo>
                    <a:pt x="128" y="128"/>
                  </a:lnTo>
                  <a:lnTo>
                    <a:pt x="86" y="118"/>
                  </a:lnTo>
                  <a:lnTo>
                    <a:pt x="50" y="108"/>
                  </a:lnTo>
                  <a:lnTo>
                    <a:pt x="34" y="102"/>
                  </a:lnTo>
                  <a:lnTo>
                    <a:pt x="22" y="96"/>
                  </a:lnTo>
                  <a:lnTo>
                    <a:pt x="12" y="90"/>
                  </a:lnTo>
                  <a:lnTo>
                    <a:pt x="6" y="84"/>
                  </a:lnTo>
                  <a:lnTo>
                    <a:pt x="0" y="76"/>
                  </a:lnTo>
                  <a:lnTo>
                    <a:pt x="0" y="70"/>
                  </a:lnTo>
                  <a:lnTo>
                    <a:pt x="0" y="70"/>
                  </a:lnTo>
                  <a:lnTo>
                    <a:pt x="0" y="62"/>
                  </a:lnTo>
                  <a:lnTo>
                    <a:pt x="6" y="56"/>
                  </a:lnTo>
                  <a:lnTo>
                    <a:pt x="12" y="50"/>
                  </a:lnTo>
                  <a:lnTo>
                    <a:pt x="22" y="42"/>
                  </a:lnTo>
                  <a:lnTo>
                    <a:pt x="34" y="36"/>
                  </a:lnTo>
                  <a:lnTo>
                    <a:pt x="50" y="30"/>
                  </a:lnTo>
                  <a:lnTo>
                    <a:pt x="86" y="20"/>
                  </a:lnTo>
                  <a:lnTo>
                    <a:pt x="128" y="12"/>
                  </a:lnTo>
                  <a:lnTo>
                    <a:pt x="178" y="6"/>
                  </a:lnTo>
                  <a:lnTo>
                    <a:pt x="234" y="2"/>
                  </a:lnTo>
                  <a:lnTo>
                    <a:pt x="294" y="0"/>
                  </a:lnTo>
                  <a:lnTo>
                    <a:pt x="294" y="0"/>
                  </a:lnTo>
                  <a:lnTo>
                    <a:pt x="352" y="2"/>
                  </a:lnTo>
                  <a:lnTo>
                    <a:pt x="408" y="6"/>
                  </a:lnTo>
                  <a:lnTo>
                    <a:pt x="458" y="12"/>
                  </a:lnTo>
                  <a:lnTo>
                    <a:pt x="500" y="20"/>
                  </a:lnTo>
                  <a:lnTo>
                    <a:pt x="536" y="30"/>
                  </a:lnTo>
                  <a:lnTo>
                    <a:pt x="552" y="36"/>
                  </a:lnTo>
                  <a:lnTo>
                    <a:pt x="564" y="42"/>
                  </a:lnTo>
                  <a:lnTo>
                    <a:pt x="574" y="50"/>
                  </a:lnTo>
                  <a:lnTo>
                    <a:pt x="580" y="56"/>
                  </a:lnTo>
                  <a:lnTo>
                    <a:pt x="586" y="62"/>
                  </a:lnTo>
                  <a:lnTo>
                    <a:pt x="586" y="70"/>
                  </a:lnTo>
                  <a:lnTo>
                    <a:pt x="586" y="70"/>
                  </a:lnTo>
                  <a:close/>
                </a:path>
              </a:pathLst>
            </a:custGeom>
            <a:solidFill>
              <a:srgbClr val="A6A8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4" name="Freeform 147"/>
            <p:cNvSpPr>
              <a:spLocks/>
            </p:cNvSpPr>
            <p:nvPr/>
          </p:nvSpPr>
          <p:spPr bwMode="auto">
            <a:xfrm>
              <a:off x="3838121" y="3373211"/>
              <a:ext cx="438150" cy="409575"/>
            </a:xfrm>
            <a:custGeom>
              <a:avLst/>
              <a:gdLst>
                <a:gd name="T0" fmla="*/ 156 w 276"/>
                <a:gd name="T1" fmla="*/ 234 h 258"/>
                <a:gd name="T2" fmla="*/ 156 w 276"/>
                <a:gd name="T3" fmla="*/ 234 h 258"/>
                <a:gd name="T4" fmla="*/ 172 w 276"/>
                <a:gd name="T5" fmla="*/ 244 h 258"/>
                <a:gd name="T6" fmla="*/ 188 w 276"/>
                <a:gd name="T7" fmla="*/ 250 h 258"/>
                <a:gd name="T8" fmla="*/ 202 w 276"/>
                <a:gd name="T9" fmla="*/ 254 h 258"/>
                <a:gd name="T10" fmla="*/ 214 w 276"/>
                <a:gd name="T11" fmla="*/ 256 h 258"/>
                <a:gd name="T12" fmla="*/ 226 w 276"/>
                <a:gd name="T13" fmla="*/ 258 h 258"/>
                <a:gd name="T14" fmla="*/ 236 w 276"/>
                <a:gd name="T15" fmla="*/ 256 h 258"/>
                <a:gd name="T16" fmla="*/ 244 w 276"/>
                <a:gd name="T17" fmla="*/ 254 h 258"/>
                <a:gd name="T18" fmla="*/ 252 w 276"/>
                <a:gd name="T19" fmla="*/ 252 h 258"/>
                <a:gd name="T20" fmla="*/ 262 w 276"/>
                <a:gd name="T21" fmla="*/ 244 h 258"/>
                <a:gd name="T22" fmla="*/ 270 w 276"/>
                <a:gd name="T23" fmla="*/ 234 h 258"/>
                <a:gd name="T24" fmla="*/ 276 w 276"/>
                <a:gd name="T25" fmla="*/ 226 h 258"/>
                <a:gd name="T26" fmla="*/ 140 w 276"/>
                <a:gd name="T27" fmla="*/ 0 h 258"/>
                <a:gd name="T28" fmla="*/ 0 w 276"/>
                <a:gd name="T29" fmla="*/ 60 h 258"/>
                <a:gd name="T30" fmla="*/ 0 w 276"/>
                <a:gd name="T31" fmla="*/ 60 h 258"/>
                <a:gd name="T32" fmla="*/ 10 w 276"/>
                <a:gd name="T33" fmla="*/ 82 h 258"/>
                <a:gd name="T34" fmla="*/ 22 w 276"/>
                <a:gd name="T35" fmla="*/ 104 h 258"/>
                <a:gd name="T36" fmla="*/ 40 w 276"/>
                <a:gd name="T37" fmla="*/ 130 h 258"/>
                <a:gd name="T38" fmla="*/ 62 w 276"/>
                <a:gd name="T39" fmla="*/ 158 h 258"/>
                <a:gd name="T40" fmla="*/ 88 w 276"/>
                <a:gd name="T41" fmla="*/ 188 h 258"/>
                <a:gd name="T42" fmla="*/ 104 w 276"/>
                <a:gd name="T43" fmla="*/ 200 h 258"/>
                <a:gd name="T44" fmla="*/ 120 w 276"/>
                <a:gd name="T45" fmla="*/ 212 h 258"/>
                <a:gd name="T46" fmla="*/ 138 w 276"/>
                <a:gd name="T47" fmla="*/ 224 h 258"/>
                <a:gd name="T48" fmla="*/ 156 w 276"/>
                <a:gd name="T49" fmla="*/ 234 h 258"/>
                <a:gd name="T50" fmla="*/ 156 w 276"/>
                <a:gd name="T51"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6" h="258">
                  <a:moveTo>
                    <a:pt x="156" y="234"/>
                  </a:moveTo>
                  <a:lnTo>
                    <a:pt x="156" y="234"/>
                  </a:lnTo>
                  <a:lnTo>
                    <a:pt x="172" y="244"/>
                  </a:lnTo>
                  <a:lnTo>
                    <a:pt x="188" y="250"/>
                  </a:lnTo>
                  <a:lnTo>
                    <a:pt x="202" y="254"/>
                  </a:lnTo>
                  <a:lnTo>
                    <a:pt x="214" y="256"/>
                  </a:lnTo>
                  <a:lnTo>
                    <a:pt x="226" y="258"/>
                  </a:lnTo>
                  <a:lnTo>
                    <a:pt x="236" y="256"/>
                  </a:lnTo>
                  <a:lnTo>
                    <a:pt x="244" y="254"/>
                  </a:lnTo>
                  <a:lnTo>
                    <a:pt x="252" y="252"/>
                  </a:lnTo>
                  <a:lnTo>
                    <a:pt x="262" y="244"/>
                  </a:lnTo>
                  <a:lnTo>
                    <a:pt x="270" y="234"/>
                  </a:lnTo>
                  <a:lnTo>
                    <a:pt x="276" y="226"/>
                  </a:lnTo>
                  <a:lnTo>
                    <a:pt x="140" y="0"/>
                  </a:lnTo>
                  <a:lnTo>
                    <a:pt x="0" y="60"/>
                  </a:lnTo>
                  <a:lnTo>
                    <a:pt x="0" y="60"/>
                  </a:lnTo>
                  <a:lnTo>
                    <a:pt x="10" y="82"/>
                  </a:lnTo>
                  <a:lnTo>
                    <a:pt x="22" y="104"/>
                  </a:lnTo>
                  <a:lnTo>
                    <a:pt x="40" y="130"/>
                  </a:lnTo>
                  <a:lnTo>
                    <a:pt x="62" y="158"/>
                  </a:lnTo>
                  <a:lnTo>
                    <a:pt x="88" y="188"/>
                  </a:lnTo>
                  <a:lnTo>
                    <a:pt x="104" y="200"/>
                  </a:lnTo>
                  <a:lnTo>
                    <a:pt x="120" y="212"/>
                  </a:lnTo>
                  <a:lnTo>
                    <a:pt x="138" y="224"/>
                  </a:lnTo>
                  <a:lnTo>
                    <a:pt x="156" y="234"/>
                  </a:lnTo>
                  <a:lnTo>
                    <a:pt x="156" y="23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5" name="Freeform 148"/>
            <p:cNvSpPr>
              <a:spLocks/>
            </p:cNvSpPr>
            <p:nvPr/>
          </p:nvSpPr>
          <p:spPr bwMode="auto">
            <a:xfrm>
              <a:off x="3441246" y="2925536"/>
              <a:ext cx="190500" cy="155575"/>
            </a:xfrm>
            <a:custGeom>
              <a:avLst/>
              <a:gdLst>
                <a:gd name="T0" fmla="*/ 10 w 120"/>
                <a:gd name="T1" fmla="*/ 0 h 98"/>
                <a:gd name="T2" fmla="*/ 112 w 120"/>
                <a:gd name="T3" fmla="*/ 0 h 98"/>
                <a:gd name="T4" fmla="*/ 112 w 120"/>
                <a:gd name="T5" fmla="*/ 0 h 98"/>
                <a:gd name="T6" fmla="*/ 108 w 120"/>
                <a:gd name="T7" fmla="*/ 8 h 98"/>
                <a:gd name="T8" fmla="*/ 106 w 120"/>
                <a:gd name="T9" fmla="*/ 32 h 98"/>
                <a:gd name="T10" fmla="*/ 106 w 120"/>
                <a:gd name="T11" fmla="*/ 46 h 98"/>
                <a:gd name="T12" fmla="*/ 108 w 120"/>
                <a:gd name="T13" fmla="*/ 64 h 98"/>
                <a:gd name="T14" fmla="*/ 112 w 120"/>
                <a:gd name="T15" fmla="*/ 80 h 98"/>
                <a:gd name="T16" fmla="*/ 120 w 120"/>
                <a:gd name="T17" fmla="*/ 98 h 98"/>
                <a:gd name="T18" fmla="*/ 0 w 120"/>
                <a:gd name="T19" fmla="*/ 98 h 98"/>
                <a:gd name="T20" fmla="*/ 0 w 120"/>
                <a:gd name="T21" fmla="*/ 98 h 98"/>
                <a:gd name="T22" fmla="*/ 6 w 120"/>
                <a:gd name="T23" fmla="*/ 92 h 98"/>
                <a:gd name="T24" fmla="*/ 10 w 120"/>
                <a:gd name="T25" fmla="*/ 86 h 98"/>
                <a:gd name="T26" fmla="*/ 14 w 120"/>
                <a:gd name="T27" fmla="*/ 76 h 98"/>
                <a:gd name="T28" fmla="*/ 18 w 120"/>
                <a:gd name="T29" fmla="*/ 62 h 98"/>
                <a:gd name="T30" fmla="*/ 20 w 120"/>
                <a:gd name="T31" fmla="*/ 46 h 98"/>
                <a:gd name="T32" fmla="*/ 16 w 120"/>
                <a:gd name="T33" fmla="*/ 24 h 98"/>
                <a:gd name="T34" fmla="*/ 10 w 120"/>
                <a:gd name="T35" fmla="*/ 0 h 98"/>
                <a:gd name="T36" fmla="*/ 10 w 120"/>
                <a:gd name="T3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0" h="98">
                  <a:moveTo>
                    <a:pt x="10" y="0"/>
                  </a:moveTo>
                  <a:lnTo>
                    <a:pt x="112" y="0"/>
                  </a:lnTo>
                  <a:lnTo>
                    <a:pt x="112" y="0"/>
                  </a:lnTo>
                  <a:lnTo>
                    <a:pt x="108" y="8"/>
                  </a:lnTo>
                  <a:lnTo>
                    <a:pt x="106" y="32"/>
                  </a:lnTo>
                  <a:lnTo>
                    <a:pt x="106" y="46"/>
                  </a:lnTo>
                  <a:lnTo>
                    <a:pt x="108" y="64"/>
                  </a:lnTo>
                  <a:lnTo>
                    <a:pt x="112" y="80"/>
                  </a:lnTo>
                  <a:lnTo>
                    <a:pt x="120" y="98"/>
                  </a:lnTo>
                  <a:lnTo>
                    <a:pt x="0" y="98"/>
                  </a:lnTo>
                  <a:lnTo>
                    <a:pt x="0" y="98"/>
                  </a:lnTo>
                  <a:lnTo>
                    <a:pt x="6" y="92"/>
                  </a:lnTo>
                  <a:lnTo>
                    <a:pt x="10" y="86"/>
                  </a:lnTo>
                  <a:lnTo>
                    <a:pt x="14" y="76"/>
                  </a:lnTo>
                  <a:lnTo>
                    <a:pt x="18" y="62"/>
                  </a:lnTo>
                  <a:lnTo>
                    <a:pt x="20" y="46"/>
                  </a:lnTo>
                  <a:lnTo>
                    <a:pt x="16" y="24"/>
                  </a:lnTo>
                  <a:lnTo>
                    <a:pt x="10" y="0"/>
                  </a:lnTo>
                  <a:lnTo>
                    <a:pt x="10"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6" name="Freeform 149"/>
            <p:cNvSpPr>
              <a:spLocks/>
            </p:cNvSpPr>
            <p:nvPr/>
          </p:nvSpPr>
          <p:spPr bwMode="auto">
            <a:xfrm>
              <a:off x="3457121" y="2925536"/>
              <a:ext cx="161925" cy="98425"/>
            </a:xfrm>
            <a:custGeom>
              <a:avLst/>
              <a:gdLst>
                <a:gd name="T0" fmla="*/ 0 w 102"/>
                <a:gd name="T1" fmla="*/ 0 h 62"/>
                <a:gd name="T2" fmla="*/ 102 w 102"/>
                <a:gd name="T3" fmla="*/ 0 h 62"/>
                <a:gd name="T4" fmla="*/ 102 w 102"/>
                <a:gd name="T5" fmla="*/ 0 h 62"/>
                <a:gd name="T6" fmla="*/ 100 w 102"/>
                <a:gd name="T7" fmla="*/ 6 h 62"/>
                <a:gd name="T8" fmla="*/ 96 w 102"/>
                <a:gd name="T9" fmla="*/ 20 h 62"/>
                <a:gd name="T10" fmla="*/ 94 w 102"/>
                <a:gd name="T11" fmla="*/ 40 h 62"/>
                <a:gd name="T12" fmla="*/ 96 w 102"/>
                <a:gd name="T13" fmla="*/ 50 h 62"/>
                <a:gd name="T14" fmla="*/ 98 w 102"/>
                <a:gd name="T15" fmla="*/ 62 h 62"/>
                <a:gd name="T16" fmla="*/ 98 w 102"/>
                <a:gd name="T17" fmla="*/ 62 h 62"/>
                <a:gd name="T18" fmla="*/ 88 w 102"/>
                <a:gd name="T19" fmla="*/ 62 h 62"/>
                <a:gd name="T20" fmla="*/ 64 w 102"/>
                <a:gd name="T21" fmla="*/ 56 h 62"/>
                <a:gd name="T22" fmla="*/ 50 w 102"/>
                <a:gd name="T23" fmla="*/ 52 h 62"/>
                <a:gd name="T24" fmla="*/ 34 w 102"/>
                <a:gd name="T25" fmla="*/ 46 h 62"/>
                <a:gd name="T26" fmla="*/ 20 w 102"/>
                <a:gd name="T27" fmla="*/ 40 h 62"/>
                <a:gd name="T28" fmla="*/ 8 w 102"/>
                <a:gd name="T29" fmla="*/ 32 h 62"/>
                <a:gd name="T30" fmla="*/ 8 w 102"/>
                <a:gd name="T31" fmla="*/ 32 h 62"/>
                <a:gd name="T32" fmla="*/ 6 w 102"/>
                <a:gd name="T33" fmla="*/ 22 h 62"/>
                <a:gd name="T34" fmla="*/ 0 w 102"/>
                <a:gd name="T35" fmla="*/ 0 h 62"/>
                <a:gd name="T36" fmla="*/ 0 w 102"/>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62">
                  <a:moveTo>
                    <a:pt x="0" y="0"/>
                  </a:moveTo>
                  <a:lnTo>
                    <a:pt x="102" y="0"/>
                  </a:lnTo>
                  <a:lnTo>
                    <a:pt x="102" y="0"/>
                  </a:lnTo>
                  <a:lnTo>
                    <a:pt x="100" y="6"/>
                  </a:lnTo>
                  <a:lnTo>
                    <a:pt x="96" y="20"/>
                  </a:lnTo>
                  <a:lnTo>
                    <a:pt x="94" y="40"/>
                  </a:lnTo>
                  <a:lnTo>
                    <a:pt x="96" y="50"/>
                  </a:lnTo>
                  <a:lnTo>
                    <a:pt x="98" y="62"/>
                  </a:lnTo>
                  <a:lnTo>
                    <a:pt x="98" y="62"/>
                  </a:lnTo>
                  <a:lnTo>
                    <a:pt x="88" y="62"/>
                  </a:lnTo>
                  <a:lnTo>
                    <a:pt x="64" y="56"/>
                  </a:lnTo>
                  <a:lnTo>
                    <a:pt x="50" y="52"/>
                  </a:lnTo>
                  <a:lnTo>
                    <a:pt x="34" y="46"/>
                  </a:lnTo>
                  <a:lnTo>
                    <a:pt x="20" y="40"/>
                  </a:lnTo>
                  <a:lnTo>
                    <a:pt x="8" y="32"/>
                  </a:lnTo>
                  <a:lnTo>
                    <a:pt x="8" y="32"/>
                  </a:lnTo>
                  <a:lnTo>
                    <a:pt x="6" y="22"/>
                  </a:lnTo>
                  <a:lnTo>
                    <a:pt x="0" y="0"/>
                  </a:lnTo>
                  <a:lnTo>
                    <a:pt x="0" y="0"/>
                  </a:lnTo>
                  <a:close/>
                </a:path>
              </a:pathLst>
            </a:custGeom>
            <a:solidFill>
              <a:srgbClr val="D4A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7" name="Freeform 150"/>
            <p:cNvSpPr>
              <a:spLocks/>
            </p:cNvSpPr>
            <p:nvPr/>
          </p:nvSpPr>
          <p:spPr bwMode="auto">
            <a:xfrm>
              <a:off x="3787321" y="2582636"/>
              <a:ext cx="60325" cy="111125"/>
            </a:xfrm>
            <a:custGeom>
              <a:avLst/>
              <a:gdLst>
                <a:gd name="T0" fmla="*/ 36 w 38"/>
                <a:gd name="T1" fmla="*/ 38 h 70"/>
                <a:gd name="T2" fmla="*/ 36 w 38"/>
                <a:gd name="T3" fmla="*/ 38 h 70"/>
                <a:gd name="T4" fmla="*/ 32 w 38"/>
                <a:gd name="T5" fmla="*/ 52 h 70"/>
                <a:gd name="T6" fmla="*/ 26 w 38"/>
                <a:gd name="T7" fmla="*/ 62 h 70"/>
                <a:gd name="T8" fmla="*/ 18 w 38"/>
                <a:gd name="T9" fmla="*/ 68 h 70"/>
                <a:gd name="T10" fmla="*/ 14 w 38"/>
                <a:gd name="T11" fmla="*/ 70 h 70"/>
                <a:gd name="T12" fmla="*/ 12 w 38"/>
                <a:gd name="T13" fmla="*/ 70 h 70"/>
                <a:gd name="T14" fmla="*/ 12 w 38"/>
                <a:gd name="T15" fmla="*/ 70 h 70"/>
                <a:gd name="T16" fmla="*/ 8 w 38"/>
                <a:gd name="T17" fmla="*/ 68 h 70"/>
                <a:gd name="T18" fmla="*/ 6 w 38"/>
                <a:gd name="T19" fmla="*/ 66 h 70"/>
                <a:gd name="T20" fmla="*/ 2 w 38"/>
                <a:gd name="T21" fmla="*/ 58 h 70"/>
                <a:gd name="T22" fmla="*/ 0 w 38"/>
                <a:gd name="T23" fmla="*/ 46 h 70"/>
                <a:gd name="T24" fmla="*/ 2 w 38"/>
                <a:gd name="T25" fmla="*/ 32 h 70"/>
                <a:gd name="T26" fmla="*/ 2 w 38"/>
                <a:gd name="T27" fmla="*/ 32 h 70"/>
                <a:gd name="T28" fmla="*/ 6 w 38"/>
                <a:gd name="T29" fmla="*/ 18 h 70"/>
                <a:gd name="T30" fmla="*/ 12 w 38"/>
                <a:gd name="T31" fmla="*/ 8 h 70"/>
                <a:gd name="T32" fmla="*/ 18 w 38"/>
                <a:gd name="T33" fmla="*/ 0 h 70"/>
                <a:gd name="T34" fmla="*/ 22 w 38"/>
                <a:gd name="T35" fmla="*/ 0 h 70"/>
                <a:gd name="T36" fmla="*/ 26 w 38"/>
                <a:gd name="T37" fmla="*/ 0 h 70"/>
                <a:gd name="T38" fmla="*/ 26 w 38"/>
                <a:gd name="T39" fmla="*/ 0 h 70"/>
                <a:gd name="T40" fmla="*/ 30 w 38"/>
                <a:gd name="T41" fmla="*/ 0 h 70"/>
                <a:gd name="T42" fmla="*/ 32 w 38"/>
                <a:gd name="T43" fmla="*/ 4 h 70"/>
                <a:gd name="T44" fmla="*/ 36 w 38"/>
                <a:gd name="T45" fmla="*/ 12 h 70"/>
                <a:gd name="T46" fmla="*/ 38 w 38"/>
                <a:gd name="T47" fmla="*/ 24 h 70"/>
                <a:gd name="T48" fmla="*/ 36 w 38"/>
                <a:gd name="T49" fmla="*/ 38 h 70"/>
                <a:gd name="T50" fmla="*/ 36 w 38"/>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70">
                  <a:moveTo>
                    <a:pt x="36" y="38"/>
                  </a:moveTo>
                  <a:lnTo>
                    <a:pt x="36" y="38"/>
                  </a:lnTo>
                  <a:lnTo>
                    <a:pt x="32" y="52"/>
                  </a:lnTo>
                  <a:lnTo>
                    <a:pt x="26" y="62"/>
                  </a:lnTo>
                  <a:lnTo>
                    <a:pt x="18" y="68"/>
                  </a:lnTo>
                  <a:lnTo>
                    <a:pt x="14" y="70"/>
                  </a:lnTo>
                  <a:lnTo>
                    <a:pt x="12" y="70"/>
                  </a:lnTo>
                  <a:lnTo>
                    <a:pt x="12" y="70"/>
                  </a:lnTo>
                  <a:lnTo>
                    <a:pt x="8" y="68"/>
                  </a:lnTo>
                  <a:lnTo>
                    <a:pt x="6" y="66"/>
                  </a:lnTo>
                  <a:lnTo>
                    <a:pt x="2" y="58"/>
                  </a:lnTo>
                  <a:lnTo>
                    <a:pt x="0" y="46"/>
                  </a:lnTo>
                  <a:lnTo>
                    <a:pt x="2" y="32"/>
                  </a:lnTo>
                  <a:lnTo>
                    <a:pt x="2" y="32"/>
                  </a:lnTo>
                  <a:lnTo>
                    <a:pt x="6" y="18"/>
                  </a:lnTo>
                  <a:lnTo>
                    <a:pt x="12" y="8"/>
                  </a:lnTo>
                  <a:lnTo>
                    <a:pt x="18" y="0"/>
                  </a:lnTo>
                  <a:lnTo>
                    <a:pt x="22" y="0"/>
                  </a:lnTo>
                  <a:lnTo>
                    <a:pt x="26" y="0"/>
                  </a:lnTo>
                  <a:lnTo>
                    <a:pt x="26" y="0"/>
                  </a:lnTo>
                  <a:lnTo>
                    <a:pt x="30" y="0"/>
                  </a:lnTo>
                  <a:lnTo>
                    <a:pt x="32" y="4"/>
                  </a:lnTo>
                  <a:lnTo>
                    <a:pt x="36" y="12"/>
                  </a:lnTo>
                  <a:lnTo>
                    <a:pt x="38" y="24"/>
                  </a:lnTo>
                  <a:lnTo>
                    <a:pt x="36" y="38"/>
                  </a:lnTo>
                  <a:lnTo>
                    <a:pt x="36"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8" name="Freeform 151"/>
            <p:cNvSpPr>
              <a:spLocks/>
            </p:cNvSpPr>
            <p:nvPr/>
          </p:nvSpPr>
          <p:spPr bwMode="auto">
            <a:xfrm>
              <a:off x="3774621" y="2592161"/>
              <a:ext cx="57150" cy="92075"/>
            </a:xfrm>
            <a:custGeom>
              <a:avLst/>
              <a:gdLst>
                <a:gd name="T0" fmla="*/ 34 w 36"/>
                <a:gd name="T1" fmla="*/ 32 h 58"/>
                <a:gd name="T2" fmla="*/ 34 w 36"/>
                <a:gd name="T3" fmla="*/ 32 h 58"/>
                <a:gd name="T4" fmla="*/ 30 w 36"/>
                <a:gd name="T5" fmla="*/ 44 h 58"/>
                <a:gd name="T6" fmla="*/ 26 w 36"/>
                <a:gd name="T7" fmla="*/ 52 h 58"/>
                <a:gd name="T8" fmla="*/ 18 w 36"/>
                <a:gd name="T9" fmla="*/ 58 h 58"/>
                <a:gd name="T10" fmla="*/ 12 w 36"/>
                <a:gd name="T11" fmla="*/ 58 h 58"/>
                <a:gd name="T12" fmla="*/ 12 w 36"/>
                <a:gd name="T13" fmla="*/ 58 h 58"/>
                <a:gd name="T14" fmla="*/ 6 w 36"/>
                <a:gd name="T15" fmla="*/ 54 h 58"/>
                <a:gd name="T16" fmla="*/ 0 w 36"/>
                <a:gd name="T17" fmla="*/ 46 h 58"/>
                <a:gd name="T18" fmla="*/ 0 w 36"/>
                <a:gd name="T19" fmla="*/ 36 h 58"/>
                <a:gd name="T20" fmla="*/ 0 w 36"/>
                <a:gd name="T21" fmla="*/ 26 h 58"/>
                <a:gd name="T22" fmla="*/ 0 w 36"/>
                <a:gd name="T23" fmla="*/ 26 h 58"/>
                <a:gd name="T24" fmla="*/ 4 w 36"/>
                <a:gd name="T25" fmla="*/ 14 h 58"/>
                <a:gd name="T26" fmla="*/ 10 w 36"/>
                <a:gd name="T27" fmla="*/ 6 h 58"/>
                <a:gd name="T28" fmla="*/ 16 w 36"/>
                <a:gd name="T29" fmla="*/ 0 h 58"/>
                <a:gd name="T30" fmla="*/ 24 w 36"/>
                <a:gd name="T31" fmla="*/ 0 h 58"/>
                <a:gd name="T32" fmla="*/ 24 w 36"/>
                <a:gd name="T33" fmla="*/ 0 h 58"/>
                <a:gd name="T34" fmla="*/ 30 w 36"/>
                <a:gd name="T35" fmla="*/ 4 h 58"/>
                <a:gd name="T36" fmla="*/ 34 w 36"/>
                <a:gd name="T37" fmla="*/ 10 h 58"/>
                <a:gd name="T38" fmla="*/ 36 w 36"/>
                <a:gd name="T39" fmla="*/ 20 h 58"/>
                <a:gd name="T40" fmla="*/ 34 w 36"/>
                <a:gd name="T41" fmla="*/ 32 h 58"/>
                <a:gd name="T42" fmla="*/ 34 w 36"/>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58">
                  <a:moveTo>
                    <a:pt x="34" y="32"/>
                  </a:moveTo>
                  <a:lnTo>
                    <a:pt x="34" y="32"/>
                  </a:lnTo>
                  <a:lnTo>
                    <a:pt x="30" y="44"/>
                  </a:lnTo>
                  <a:lnTo>
                    <a:pt x="26" y="52"/>
                  </a:lnTo>
                  <a:lnTo>
                    <a:pt x="18" y="58"/>
                  </a:lnTo>
                  <a:lnTo>
                    <a:pt x="12" y="58"/>
                  </a:lnTo>
                  <a:lnTo>
                    <a:pt x="12" y="58"/>
                  </a:lnTo>
                  <a:lnTo>
                    <a:pt x="6" y="54"/>
                  </a:lnTo>
                  <a:lnTo>
                    <a:pt x="0" y="46"/>
                  </a:lnTo>
                  <a:lnTo>
                    <a:pt x="0" y="36"/>
                  </a:lnTo>
                  <a:lnTo>
                    <a:pt x="0" y="26"/>
                  </a:lnTo>
                  <a:lnTo>
                    <a:pt x="0" y="26"/>
                  </a:lnTo>
                  <a:lnTo>
                    <a:pt x="4" y="14"/>
                  </a:lnTo>
                  <a:lnTo>
                    <a:pt x="10" y="6"/>
                  </a:lnTo>
                  <a:lnTo>
                    <a:pt x="16" y="0"/>
                  </a:lnTo>
                  <a:lnTo>
                    <a:pt x="24" y="0"/>
                  </a:lnTo>
                  <a:lnTo>
                    <a:pt x="24" y="0"/>
                  </a:lnTo>
                  <a:lnTo>
                    <a:pt x="30" y="4"/>
                  </a:lnTo>
                  <a:lnTo>
                    <a:pt x="34" y="10"/>
                  </a:lnTo>
                  <a:lnTo>
                    <a:pt x="36" y="20"/>
                  </a:lnTo>
                  <a:lnTo>
                    <a:pt x="34" y="32"/>
                  </a:lnTo>
                  <a:lnTo>
                    <a:pt x="34"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9" name="Freeform 152"/>
            <p:cNvSpPr>
              <a:spLocks/>
            </p:cNvSpPr>
            <p:nvPr/>
          </p:nvSpPr>
          <p:spPr bwMode="auto">
            <a:xfrm>
              <a:off x="3244396" y="2592161"/>
              <a:ext cx="57150" cy="111125"/>
            </a:xfrm>
            <a:custGeom>
              <a:avLst/>
              <a:gdLst>
                <a:gd name="T0" fmla="*/ 0 w 36"/>
                <a:gd name="T1" fmla="*/ 38 h 70"/>
                <a:gd name="T2" fmla="*/ 0 w 36"/>
                <a:gd name="T3" fmla="*/ 38 h 70"/>
                <a:gd name="T4" fmla="*/ 4 w 36"/>
                <a:gd name="T5" fmla="*/ 52 h 70"/>
                <a:gd name="T6" fmla="*/ 10 w 36"/>
                <a:gd name="T7" fmla="*/ 62 h 70"/>
                <a:gd name="T8" fmla="*/ 18 w 36"/>
                <a:gd name="T9" fmla="*/ 68 h 70"/>
                <a:gd name="T10" fmla="*/ 22 w 36"/>
                <a:gd name="T11" fmla="*/ 70 h 70"/>
                <a:gd name="T12" fmla="*/ 26 w 36"/>
                <a:gd name="T13" fmla="*/ 70 h 70"/>
                <a:gd name="T14" fmla="*/ 26 w 36"/>
                <a:gd name="T15" fmla="*/ 70 h 70"/>
                <a:gd name="T16" fmla="*/ 28 w 36"/>
                <a:gd name="T17" fmla="*/ 68 h 70"/>
                <a:gd name="T18" fmla="*/ 32 w 36"/>
                <a:gd name="T19" fmla="*/ 66 h 70"/>
                <a:gd name="T20" fmla="*/ 36 w 36"/>
                <a:gd name="T21" fmla="*/ 58 h 70"/>
                <a:gd name="T22" fmla="*/ 36 w 36"/>
                <a:gd name="T23" fmla="*/ 46 h 70"/>
                <a:gd name="T24" fmla="*/ 34 w 36"/>
                <a:gd name="T25" fmla="*/ 32 h 70"/>
                <a:gd name="T26" fmla="*/ 34 w 36"/>
                <a:gd name="T27" fmla="*/ 32 h 70"/>
                <a:gd name="T28" fmla="*/ 30 w 36"/>
                <a:gd name="T29" fmla="*/ 18 h 70"/>
                <a:gd name="T30" fmla="*/ 24 w 36"/>
                <a:gd name="T31" fmla="*/ 8 h 70"/>
                <a:gd name="T32" fmla="*/ 18 w 36"/>
                <a:gd name="T33" fmla="*/ 2 h 70"/>
                <a:gd name="T34" fmla="*/ 14 w 36"/>
                <a:gd name="T35" fmla="*/ 0 h 70"/>
                <a:gd name="T36" fmla="*/ 10 w 36"/>
                <a:gd name="T37" fmla="*/ 0 h 70"/>
                <a:gd name="T38" fmla="*/ 10 w 36"/>
                <a:gd name="T39" fmla="*/ 0 h 70"/>
                <a:gd name="T40" fmla="*/ 8 w 36"/>
                <a:gd name="T41" fmla="*/ 2 h 70"/>
                <a:gd name="T42" fmla="*/ 4 w 36"/>
                <a:gd name="T43" fmla="*/ 4 h 70"/>
                <a:gd name="T44" fmla="*/ 0 w 36"/>
                <a:gd name="T45" fmla="*/ 12 h 70"/>
                <a:gd name="T46" fmla="*/ 0 w 36"/>
                <a:gd name="T47" fmla="*/ 24 h 70"/>
                <a:gd name="T48" fmla="*/ 0 w 36"/>
                <a:gd name="T49" fmla="*/ 38 h 70"/>
                <a:gd name="T50" fmla="*/ 0 w 36"/>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70">
                  <a:moveTo>
                    <a:pt x="0" y="38"/>
                  </a:moveTo>
                  <a:lnTo>
                    <a:pt x="0" y="38"/>
                  </a:lnTo>
                  <a:lnTo>
                    <a:pt x="4" y="52"/>
                  </a:lnTo>
                  <a:lnTo>
                    <a:pt x="10" y="62"/>
                  </a:lnTo>
                  <a:lnTo>
                    <a:pt x="18" y="68"/>
                  </a:lnTo>
                  <a:lnTo>
                    <a:pt x="22" y="70"/>
                  </a:lnTo>
                  <a:lnTo>
                    <a:pt x="26" y="70"/>
                  </a:lnTo>
                  <a:lnTo>
                    <a:pt x="26" y="70"/>
                  </a:lnTo>
                  <a:lnTo>
                    <a:pt x="28" y="68"/>
                  </a:lnTo>
                  <a:lnTo>
                    <a:pt x="32" y="66"/>
                  </a:lnTo>
                  <a:lnTo>
                    <a:pt x="36" y="58"/>
                  </a:lnTo>
                  <a:lnTo>
                    <a:pt x="36" y="46"/>
                  </a:lnTo>
                  <a:lnTo>
                    <a:pt x="34" y="32"/>
                  </a:lnTo>
                  <a:lnTo>
                    <a:pt x="34" y="32"/>
                  </a:lnTo>
                  <a:lnTo>
                    <a:pt x="30" y="18"/>
                  </a:lnTo>
                  <a:lnTo>
                    <a:pt x="24" y="8"/>
                  </a:lnTo>
                  <a:lnTo>
                    <a:pt x="18" y="2"/>
                  </a:lnTo>
                  <a:lnTo>
                    <a:pt x="14" y="0"/>
                  </a:lnTo>
                  <a:lnTo>
                    <a:pt x="10" y="0"/>
                  </a:lnTo>
                  <a:lnTo>
                    <a:pt x="10" y="0"/>
                  </a:lnTo>
                  <a:lnTo>
                    <a:pt x="8" y="2"/>
                  </a:lnTo>
                  <a:lnTo>
                    <a:pt x="4" y="4"/>
                  </a:lnTo>
                  <a:lnTo>
                    <a:pt x="0" y="12"/>
                  </a:lnTo>
                  <a:lnTo>
                    <a:pt x="0" y="24"/>
                  </a:lnTo>
                  <a:lnTo>
                    <a:pt x="0" y="38"/>
                  </a:lnTo>
                  <a:lnTo>
                    <a:pt x="0"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0" name="Freeform 153"/>
            <p:cNvSpPr>
              <a:spLocks/>
            </p:cNvSpPr>
            <p:nvPr/>
          </p:nvSpPr>
          <p:spPr bwMode="auto">
            <a:xfrm>
              <a:off x="3257096" y="2601686"/>
              <a:ext cx="60325" cy="92075"/>
            </a:xfrm>
            <a:custGeom>
              <a:avLst/>
              <a:gdLst>
                <a:gd name="T0" fmla="*/ 2 w 38"/>
                <a:gd name="T1" fmla="*/ 32 h 58"/>
                <a:gd name="T2" fmla="*/ 2 w 38"/>
                <a:gd name="T3" fmla="*/ 32 h 58"/>
                <a:gd name="T4" fmla="*/ 6 w 38"/>
                <a:gd name="T5" fmla="*/ 44 h 58"/>
                <a:gd name="T6" fmla="*/ 12 w 38"/>
                <a:gd name="T7" fmla="*/ 52 h 58"/>
                <a:gd name="T8" fmla="*/ 18 w 38"/>
                <a:gd name="T9" fmla="*/ 58 h 58"/>
                <a:gd name="T10" fmla="*/ 26 w 38"/>
                <a:gd name="T11" fmla="*/ 58 h 58"/>
                <a:gd name="T12" fmla="*/ 26 w 38"/>
                <a:gd name="T13" fmla="*/ 58 h 58"/>
                <a:gd name="T14" fmla="*/ 32 w 38"/>
                <a:gd name="T15" fmla="*/ 54 h 58"/>
                <a:gd name="T16" fmla="*/ 36 w 38"/>
                <a:gd name="T17" fmla="*/ 48 h 58"/>
                <a:gd name="T18" fmla="*/ 38 w 38"/>
                <a:gd name="T19" fmla="*/ 38 h 58"/>
                <a:gd name="T20" fmla="*/ 36 w 38"/>
                <a:gd name="T21" fmla="*/ 26 h 58"/>
                <a:gd name="T22" fmla="*/ 36 w 38"/>
                <a:gd name="T23" fmla="*/ 26 h 58"/>
                <a:gd name="T24" fmla="*/ 32 w 38"/>
                <a:gd name="T25" fmla="*/ 14 h 58"/>
                <a:gd name="T26" fmla="*/ 26 w 38"/>
                <a:gd name="T27" fmla="*/ 6 h 58"/>
                <a:gd name="T28" fmla="*/ 20 w 38"/>
                <a:gd name="T29" fmla="*/ 0 h 58"/>
                <a:gd name="T30" fmla="*/ 12 w 38"/>
                <a:gd name="T31" fmla="*/ 0 h 58"/>
                <a:gd name="T32" fmla="*/ 12 w 38"/>
                <a:gd name="T33" fmla="*/ 0 h 58"/>
                <a:gd name="T34" fmla="*/ 6 w 38"/>
                <a:gd name="T35" fmla="*/ 4 h 58"/>
                <a:gd name="T36" fmla="*/ 2 w 38"/>
                <a:gd name="T37" fmla="*/ 10 h 58"/>
                <a:gd name="T38" fmla="*/ 0 w 38"/>
                <a:gd name="T39" fmla="*/ 20 h 58"/>
                <a:gd name="T40" fmla="*/ 2 w 38"/>
                <a:gd name="T41" fmla="*/ 32 h 58"/>
                <a:gd name="T42" fmla="*/ 2 w 38"/>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58">
                  <a:moveTo>
                    <a:pt x="2" y="32"/>
                  </a:moveTo>
                  <a:lnTo>
                    <a:pt x="2" y="32"/>
                  </a:lnTo>
                  <a:lnTo>
                    <a:pt x="6" y="44"/>
                  </a:lnTo>
                  <a:lnTo>
                    <a:pt x="12" y="52"/>
                  </a:lnTo>
                  <a:lnTo>
                    <a:pt x="18" y="58"/>
                  </a:lnTo>
                  <a:lnTo>
                    <a:pt x="26" y="58"/>
                  </a:lnTo>
                  <a:lnTo>
                    <a:pt x="26" y="58"/>
                  </a:lnTo>
                  <a:lnTo>
                    <a:pt x="32" y="54"/>
                  </a:lnTo>
                  <a:lnTo>
                    <a:pt x="36" y="48"/>
                  </a:lnTo>
                  <a:lnTo>
                    <a:pt x="38" y="38"/>
                  </a:lnTo>
                  <a:lnTo>
                    <a:pt x="36" y="26"/>
                  </a:lnTo>
                  <a:lnTo>
                    <a:pt x="36" y="26"/>
                  </a:lnTo>
                  <a:lnTo>
                    <a:pt x="32" y="14"/>
                  </a:lnTo>
                  <a:lnTo>
                    <a:pt x="26" y="6"/>
                  </a:lnTo>
                  <a:lnTo>
                    <a:pt x="20" y="0"/>
                  </a:lnTo>
                  <a:lnTo>
                    <a:pt x="12" y="0"/>
                  </a:lnTo>
                  <a:lnTo>
                    <a:pt x="12" y="0"/>
                  </a:lnTo>
                  <a:lnTo>
                    <a:pt x="6" y="4"/>
                  </a:lnTo>
                  <a:lnTo>
                    <a:pt x="2" y="10"/>
                  </a:lnTo>
                  <a:lnTo>
                    <a:pt x="0" y="20"/>
                  </a:lnTo>
                  <a:lnTo>
                    <a:pt x="2" y="32"/>
                  </a:lnTo>
                  <a:lnTo>
                    <a:pt x="2"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1" name="Freeform 154"/>
            <p:cNvSpPr>
              <a:spLocks/>
            </p:cNvSpPr>
            <p:nvPr/>
          </p:nvSpPr>
          <p:spPr bwMode="auto">
            <a:xfrm>
              <a:off x="3269796" y="2214336"/>
              <a:ext cx="546100" cy="752475"/>
            </a:xfrm>
            <a:custGeom>
              <a:avLst/>
              <a:gdLst>
                <a:gd name="T0" fmla="*/ 340 w 344"/>
                <a:gd name="T1" fmla="*/ 248 h 474"/>
                <a:gd name="T2" fmla="*/ 330 w 344"/>
                <a:gd name="T3" fmla="*/ 310 h 474"/>
                <a:gd name="T4" fmla="*/ 308 w 344"/>
                <a:gd name="T5" fmla="*/ 368 h 474"/>
                <a:gd name="T6" fmla="*/ 300 w 344"/>
                <a:gd name="T7" fmla="*/ 382 h 474"/>
                <a:gd name="T8" fmla="*/ 274 w 344"/>
                <a:gd name="T9" fmla="*/ 414 h 474"/>
                <a:gd name="T10" fmla="*/ 242 w 344"/>
                <a:gd name="T11" fmla="*/ 442 h 474"/>
                <a:gd name="T12" fmla="*/ 210 w 344"/>
                <a:gd name="T13" fmla="*/ 464 h 474"/>
                <a:gd name="T14" fmla="*/ 194 w 344"/>
                <a:gd name="T15" fmla="*/ 470 h 474"/>
                <a:gd name="T16" fmla="*/ 174 w 344"/>
                <a:gd name="T17" fmla="*/ 474 h 474"/>
                <a:gd name="T18" fmla="*/ 172 w 344"/>
                <a:gd name="T19" fmla="*/ 474 h 474"/>
                <a:gd name="T20" fmla="*/ 164 w 344"/>
                <a:gd name="T21" fmla="*/ 474 h 474"/>
                <a:gd name="T22" fmla="*/ 154 w 344"/>
                <a:gd name="T23" fmla="*/ 470 h 474"/>
                <a:gd name="T24" fmla="*/ 120 w 344"/>
                <a:gd name="T25" fmla="*/ 454 h 474"/>
                <a:gd name="T26" fmla="*/ 88 w 344"/>
                <a:gd name="T27" fmla="*/ 428 h 474"/>
                <a:gd name="T28" fmla="*/ 58 w 344"/>
                <a:gd name="T29" fmla="*/ 398 h 474"/>
                <a:gd name="T30" fmla="*/ 38 w 344"/>
                <a:gd name="T31" fmla="*/ 368 h 474"/>
                <a:gd name="T32" fmla="*/ 26 w 344"/>
                <a:gd name="T33" fmla="*/ 338 h 474"/>
                <a:gd name="T34" fmla="*/ 12 w 344"/>
                <a:gd name="T35" fmla="*/ 278 h 474"/>
                <a:gd name="T36" fmla="*/ 6 w 344"/>
                <a:gd name="T37" fmla="*/ 248 h 474"/>
                <a:gd name="T38" fmla="*/ 2 w 344"/>
                <a:gd name="T39" fmla="*/ 208 h 474"/>
                <a:gd name="T40" fmla="*/ 2 w 344"/>
                <a:gd name="T41" fmla="*/ 166 h 474"/>
                <a:gd name="T42" fmla="*/ 8 w 344"/>
                <a:gd name="T43" fmla="*/ 120 h 474"/>
                <a:gd name="T44" fmla="*/ 26 w 344"/>
                <a:gd name="T45" fmla="*/ 74 h 474"/>
                <a:gd name="T46" fmla="*/ 48 w 344"/>
                <a:gd name="T47" fmla="*/ 44 h 474"/>
                <a:gd name="T48" fmla="*/ 68 w 344"/>
                <a:gd name="T49" fmla="*/ 26 h 474"/>
                <a:gd name="T50" fmla="*/ 92 w 344"/>
                <a:gd name="T51" fmla="*/ 14 h 474"/>
                <a:gd name="T52" fmla="*/ 122 w 344"/>
                <a:gd name="T53" fmla="*/ 4 h 474"/>
                <a:gd name="T54" fmla="*/ 160 w 344"/>
                <a:gd name="T55" fmla="*/ 0 h 474"/>
                <a:gd name="T56" fmla="*/ 180 w 344"/>
                <a:gd name="T57" fmla="*/ 0 h 474"/>
                <a:gd name="T58" fmla="*/ 208 w 344"/>
                <a:gd name="T59" fmla="*/ 4 h 474"/>
                <a:gd name="T60" fmla="*/ 238 w 344"/>
                <a:gd name="T61" fmla="*/ 12 h 474"/>
                <a:gd name="T62" fmla="*/ 270 w 344"/>
                <a:gd name="T63" fmla="*/ 28 h 474"/>
                <a:gd name="T64" fmla="*/ 302 w 344"/>
                <a:gd name="T65" fmla="*/ 56 h 474"/>
                <a:gd name="T66" fmla="*/ 326 w 344"/>
                <a:gd name="T67" fmla="*/ 100 h 474"/>
                <a:gd name="T68" fmla="*/ 342 w 344"/>
                <a:gd name="T69" fmla="*/ 164 h 474"/>
                <a:gd name="T70" fmla="*/ 340 w 344"/>
                <a:gd name="T71" fmla="*/ 248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474">
                  <a:moveTo>
                    <a:pt x="340" y="248"/>
                  </a:moveTo>
                  <a:lnTo>
                    <a:pt x="340" y="248"/>
                  </a:lnTo>
                  <a:lnTo>
                    <a:pt x="336" y="278"/>
                  </a:lnTo>
                  <a:lnTo>
                    <a:pt x="330" y="310"/>
                  </a:lnTo>
                  <a:lnTo>
                    <a:pt x="320" y="338"/>
                  </a:lnTo>
                  <a:lnTo>
                    <a:pt x="308" y="368"/>
                  </a:lnTo>
                  <a:lnTo>
                    <a:pt x="308" y="368"/>
                  </a:lnTo>
                  <a:lnTo>
                    <a:pt x="300" y="382"/>
                  </a:lnTo>
                  <a:lnTo>
                    <a:pt x="288" y="398"/>
                  </a:lnTo>
                  <a:lnTo>
                    <a:pt x="274" y="414"/>
                  </a:lnTo>
                  <a:lnTo>
                    <a:pt x="258" y="428"/>
                  </a:lnTo>
                  <a:lnTo>
                    <a:pt x="242" y="442"/>
                  </a:lnTo>
                  <a:lnTo>
                    <a:pt x="226" y="454"/>
                  </a:lnTo>
                  <a:lnTo>
                    <a:pt x="210" y="464"/>
                  </a:lnTo>
                  <a:lnTo>
                    <a:pt x="194" y="470"/>
                  </a:lnTo>
                  <a:lnTo>
                    <a:pt x="194" y="470"/>
                  </a:lnTo>
                  <a:lnTo>
                    <a:pt x="182" y="474"/>
                  </a:lnTo>
                  <a:lnTo>
                    <a:pt x="174" y="474"/>
                  </a:lnTo>
                  <a:lnTo>
                    <a:pt x="174" y="474"/>
                  </a:lnTo>
                  <a:lnTo>
                    <a:pt x="172" y="474"/>
                  </a:lnTo>
                  <a:lnTo>
                    <a:pt x="172" y="474"/>
                  </a:lnTo>
                  <a:lnTo>
                    <a:pt x="164" y="474"/>
                  </a:lnTo>
                  <a:lnTo>
                    <a:pt x="154" y="470"/>
                  </a:lnTo>
                  <a:lnTo>
                    <a:pt x="154" y="470"/>
                  </a:lnTo>
                  <a:lnTo>
                    <a:pt x="138" y="464"/>
                  </a:lnTo>
                  <a:lnTo>
                    <a:pt x="120" y="454"/>
                  </a:lnTo>
                  <a:lnTo>
                    <a:pt x="104" y="442"/>
                  </a:lnTo>
                  <a:lnTo>
                    <a:pt x="88" y="428"/>
                  </a:lnTo>
                  <a:lnTo>
                    <a:pt x="72" y="414"/>
                  </a:lnTo>
                  <a:lnTo>
                    <a:pt x="58" y="398"/>
                  </a:lnTo>
                  <a:lnTo>
                    <a:pt x="48" y="382"/>
                  </a:lnTo>
                  <a:lnTo>
                    <a:pt x="38" y="368"/>
                  </a:lnTo>
                  <a:lnTo>
                    <a:pt x="38" y="368"/>
                  </a:lnTo>
                  <a:lnTo>
                    <a:pt x="26" y="338"/>
                  </a:lnTo>
                  <a:lnTo>
                    <a:pt x="18" y="308"/>
                  </a:lnTo>
                  <a:lnTo>
                    <a:pt x="12" y="278"/>
                  </a:lnTo>
                  <a:lnTo>
                    <a:pt x="6" y="248"/>
                  </a:lnTo>
                  <a:lnTo>
                    <a:pt x="6" y="248"/>
                  </a:lnTo>
                  <a:lnTo>
                    <a:pt x="4" y="236"/>
                  </a:lnTo>
                  <a:lnTo>
                    <a:pt x="2" y="208"/>
                  </a:lnTo>
                  <a:lnTo>
                    <a:pt x="0" y="188"/>
                  </a:lnTo>
                  <a:lnTo>
                    <a:pt x="2" y="166"/>
                  </a:lnTo>
                  <a:lnTo>
                    <a:pt x="4" y="144"/>
                  </a:lnTo>
                  <a:lnTo>
                    <a:pt x="8" y="120"/>
                  </a:lnTo>
                  <a:lnTo>
                    <a:pt x="16" y="96"/>
                  </a:lnTo>
                  <a:lnTo>
                    <a:pt x="26" y="74"/>
                  </a:lnTo>
                  <a:lnTo>
                    <a:pt x="40" y="54"/>
                  </a:lnTo>
                  <a:lnTo>
                    <a:pt x="48" y="44"/>
                  </a:lnTo>
                  <a:lnTo>
                    <a:pt x="58" y="34"/>
                  </a:lnTo>
                  <a:lnTo>
                    <a:pt x="68" y="26"/>
                  </a:lnTo>
                  <a:lnTo>
                    <a:pt x="80" y="20"/>
                  </a:lnTo>
                  <a:lnTo>
                    <a:pt x="92" y="14"/>
                  </a:lnTo>
                  <a:lnTo>
                    <a:pt x="108" y="8"/>
                  </a:lnTo>
                  <a:lnTo>
                    <a:pt x="122" y="4"/>
                  </a:lnTo>
                  <a:lnTo>
                    <a:pt x="140" y="2"/>
                  </a:lnTo>
                  <a:lnTo>
                    <a:pt x="160" y="0"/>
                  </a:lnTo>
                  <a:lnTo>
                    <a:pt x="180" y="0"/>
                  </a:lnTo>
                  <a:lnTo>
                    <a:pt x="180" y="0"/>
                  </a:lnTo>
                  <a:lnTo>
                    <a:pt x="188" y="0"/>
                  </a:lnTo>
                  <a:lnTo>
                    <a:pt x="208" y="4"/>
                  </a:lnTo>
                  <a:lnTo>
                    <a:pt x="222" y="6"/>
                  </a:lnTo>
                  <a:lnTo>
                    <a:pt x="238" y="12"/>
                  </a:lnTo>
                  <a:lnTo>
                    <a:pt x="254" y="18"/>
                  </a:lnTo>
                  <a:lnTo>
                    <a:pt x="270" y="28"/>
                  </a:lnTo>
                  <a:lnTo>
                    <a:pt x="286" y="40"/>
                  </a:lnTo>
                  <a:lnTo>
                    <a:pt x="302" y="56"/>
                  </a:lnTo>
                  <a:lnTo>
                    <a:pt x="316" y="76"/>
                  </a:lnTo>
                  <a:lnTo>
                    <a:pt x="326" y="100"/>
                  </a:lnTo>
                  <a:lnTo>
                    <a:pt x="336" y="130"/>
                  </a:lnTo>
                  <a:lnTo>
                    <a:pt x="342" y="164"/>
                  </a:lnTo>
                  <a:lnTo>
                    <a:pt x="344" y="202"/>
                  </a:lnTo>
                  <a:lnTo>
                    <a:pt x="340" y="248"/>
                  </a:lnTo>
                  <a:lnTo>
                    <a:pt x="340" y="24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2" name="Freeform 155"/>
            <p:cNvSpPr>
              <a:spLocks/>
            </p:cNvSpPr>
            <p:nvPr/>
          </p:nvSpPr>
          <p:spPr bwMode="auto">
            <a:xfrm>
              <a:off x="3095171" y="3062061"/>
              <a:ext cx="892175" cy="263525"/>
            </a:xfrm>
            <a:custGeom>
              <a:avLst/>
              <a:gdLst>
                <a:gd name="T0" fmla="*/ 554 w 562"/>
                <a:gd name="T1" fmla="*/ 114 h 166"/>
                <a:gd name="T2" fmla="*/ 554 w 562"/>
                <a:gd name="T3" fmla="*/ 114 h 166"/>
                <a:gd name="T4" fmla="*/ 548 w 562"/>
                <a:gd name="T5" fmla="*/ 98 h 166"/>
                <a:gd name="T6" fmla="*/ 538 w 562"/>
                <a:gd name="T7" fmla="*/ 80 h 166"/>
                <a:gd name="T8" fmla="*/ 528 w 562"/>
                <a:gd name="T9" fmla="*/ 66 h 166"/>
                <a:gd name="T10" fmla="*/ 514 w 562"/>
                <a:gd name="T11" fmla="*/ 52 h 166"/>
                <a:gd name="T12" fmla="*/ 500 w 562"/>
                <a:gd name="T13" fmla="*/ 42 h 166"/>
                <a:gd name="T14" fmla="*/ 482 w 562"/>
                <a:gd name="T15" fmla="*/ 32 h 166"/>
                <a:gd name="T16" fmla="*/ 466 w 562"/>
                <a:gd name="T17" fmla="*/ 26 h 166"/>
                <a:gd name="T18" fmla="*/ 446 w 562"/>
                <a:gd name="T19" fmla="*/ 24 h 166"/>
                <a:gd name="T20" fmla="*/ 446 w 562"/>
                <a:gd name="T21" fmla="*/ 24 h 166"/>
                <a:gd name="T22" fmla="*/ 406 w 562"/>
                <a:gd name="T23" fmla="*/ 18 h 166"/>
                <a:gd name="T24" fmla="*/ 364 w 562"/>
                <a:gd name="T25" fmla="*/ 12 h 166"/>
                <a:gd name="T26" fmla="*/ 282 w 562"/>
                <a:gd name="T27" fmla="*/ 0 h 166"/>
                <a:gd name="T28" fmla="*/ 282 w 562"/>
                <a:gd name="T29" fmla="*/ 0 h 166"/>
                <a:gd name="T30" fmla="*/ 198 w 562"/>
                <a:gd name="T31" fmla="*/ 12 h 166"/>
                <a:gd name="T32" fmla="*/ 156 w 562"/>
                <a:gd name="T33" fmla="*/ 18 h 166"/>
                <a:gd name="T34" fmla="*/ 116 w 562"/>
                <a:gd name="T35" fmla="*/ 24 h 166"/>
                <a:gd name="T36" fmla="*/ 116 w 562"/>
                <a:gd name="T37" fmla="*/ 24 h 166"/>
                <a:gd name="T38" fmla="*/ 96 w 562"/>
                <a:gd name="T39" fmla="*/ 26 h 166"/>
                <a:gd name="T40" fmla="*/ 80 w 562"/>
                <a:gd name="T41" fmla="*/ 32 h 166"/>
                <a:gd name="T42" fmla="*/ 62 w 562"/>
                <a:gd name="T43" fmla="*/ 42 h 166"/>
                <a:gd name="T44" fmla="*/ 48 w 562"/>
                <a:gd name="T45" fmla="*/ 52 h 166"/>
                <a:gd name="T46" fmla="*/ 34 w 562"/>
                <a:gd name="T47" fmla="*/ 66 h 166"/>
                <a:gd name="T48" fmla="*/ 24 w 562"/>
                <a:gd name="T49" fmla="*/ 80 h 166"/>
                <a:gd name="T50" fmla="*/ 14 w 562"/>
                <a:gd name="T51" fmla="*/ 98 h 166"/>
                <a:gd name="T52" fmla="*/ 8 w 562"/>
                <a:gd name="T53" fmla="*/ 114 h 166"/>
                <a:gd name="T54" fmla="*/ 8 w 562"/>
                <a:gd name="T55" fmla="*/ 114 h 166"/>
                <a:gd name="T56" fmla="*/ 2 w 562"/>
                <a:gd name="T57" fmla="*/ 140 h 166"/>
                <a:gd name="T58" fmla="*/ 0 w 562"/>
                <a:gd name="T59" fmla="*/ 166 h 166"/>
                <a:gd name="T60" fmla="*/ 282 w 562"/>
                <a:gd name="T61" fmla="*/ 166 h 166"/>
                <a:gd name="T62" fmla="*/ 562 w 562"/>
                <a:gd name="T63" fmla="*/ 166 h 166"/>
                <a:gd name="T64" fmla="*/ 562 w 562"/>
                <a:gd name="T65" fmla="*/ 166 h 166"/>
                <a:gd name="T66" fmla="*/ 560 w 562"/>
                <a:gd name="T67" fmla="*/ 140 h 166"/>
                <a:gd name="T68" fmla="*/ 554 w 562"/>
                <a:gd name="T69" fmla="*/ 114 h 166"/>
                <a:gd name="T70" fmla="*/ 554 w 562"/>
                <a:gd name="T71" fmla="*/ 11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2" h="166">
                  <a:moveTo>
                    <a:pt x="554" y="114"/>
                  </a:moveTo>
                  <a:lnTo>
                    <a:pt x="554" y="114"/>
                  </a:lnTo>
                  <a:lnTo>
                    <a:pt x="548" y="98"/>
                  </a:lnTo>
                  <a:lnTo>
                    <a:pt x="538" y="80"/>
                  </a:lnTo>
                  <a:lnTo>
                    <a:pt x="528" y="66"/>
                  </a:lnTo>
                  <a:lnTo>
                    <a:pt x="514" y="52"/>
                  </a:lnTo>
                  <a:lnTo>
                    <a:pt x="500" y="42"/>
                  </a:lnTo>
                  <a:lnTo>
                    <a:pt x="482" y="32"/>
                  </a:lnTo>
                  <a:lnTo>
                    <a:pt x="466" y="26"/>
                  </a:lnTo>
                  <a:lnTo>
                    <a:pt x="446" y="24"/>
                  </a:lnTo>
                  <a:lnTo>
                    <a:pt x="446" y="24"/>
                  </a:lnTo>
                  <a:lnTo>
                    <a:pt x="406" y="18"/>
                  </a:lnTo>
                  <a:lnTo>
                    <a:pt x="364" y="12"/>
                  </a:lnTo>
                  <a:lnTo>
                    <a:pt x="282" y="0"/>
                  </a:lnTo>
                  <a:lnTo>
                    <a:pt x="282" y="0"/>
                  </a:lnTo>
                  <a:lnTo>
                    <a:pt x="198" y="12"/>
                  </a:lnTo>
                  <a:lnTo>
                    <a:pt x="156" y="18"/>
                  </a:lnTo>
                  <a:lnTo>
                    <a:pt x="116" y="24"/>
                  </a:lnTo>
                  <a:lnTo>
                    <a:pt x="116" y="24"/>
                  </a:lnTo>
                  <a:lnTo>
                    <a:pt x="96" y="26"/>
                  </a:lnTo>
                  <a:lnTo>
                    <a:pt x="80" y="32"/>
                  </a:lnTo>
                  <a:lnTo>
                    <a:pt x="62" y="42"/>
                  </a:lnTo>
                  <a:lnTo>
                    <a:pt x="48" y="52"/>
                  </a:lnTo>
                  <a:lnTo>
                    <a:pt x="34" y="66"/>
                  </a:lnTo>
                  <a:lnTo>
                    <a:pt x="24" y="80"/>
                  </a:lnTo>
                  <a:lnTo>
                    <a:pt x="14" y="98"/>
                  </a:lnTo>
                  <a:lnTo>
                    <a:pt x="8" y="114"/>
                  </a:lnTo>
                  <a:lnTo>
                    <a:pt x="8" y="114"/>
                  </a:lnTo>
                  <a:lnTo>
                    <a:pt x="2" y="140"/>
                  </a:lnTo>
                  <a:lnTo>
                    <a:pt x="0" y="166"/>
                  </a:lnTo>
                  <a:lnTo>
                    <a:pt x="282" y="166"/>
                  </a:lnTo>
                  <a:lnTo>
                    <a:pt x="562" y="166"/>
                  </a:lnTo>
                  <a:lnTo>
                    <a:pt x="562" y="166"/>
                  </a:lnTo>
                  <a:lnTo>
                    <a:pt x="560" y="140"/>
                  </a:lnTo>
                  <a:lnTo>
                    <a:pt x="554" y="114"/>
                  </a:lnTo>
                  <a:lnTo>
                    <a:pt x="554" y="11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3" name="Freeform 156"/>
            <p:cNvSpPr>
              <a:spLocks/>
            </p:cNvSpPr>
            <p:nvPr/>
          </p:nvSpPr>
          <p:spPr bwMode="auto">
            <a:xfrm>
              <a:off x="2834821" y="3331936"/>
              <a:ext cx="431800" cy="396875"/>
            </a:xfrm>
            <a:custGeom>
              <a:avLst/>
              <a:gdLst>
                <a:gd name="T0" fmla="*/ 116 w 272"/>
                <a:gd name="T1" fmla="*/ 224 h 250"/>
                <a:gd name="T2" fmla="*/ 116 w 272"/>
                <a:gd name="T3" fmla="*/ 224 h 250"/>
                <a:gd name="T4" fmla="*/ 98 w 272"/>
                <a:gd name="T5" fmla="*/ 234 h 250"/>
                <a:gd name="T6" fmla="*/ 84 w 272"/>
                <a:gd name="T7" fmla="*/ 242 h 250"/>
                <a:gd name="T8" fmla="*/ 70 w 272"/>
                <a:gd name="T9" fmla="*/ 246 h 250"/>
                <a:gd name="T10" fmla="*/ 58 w 272"/>
                <a:gd name="T11" fmla="*/ 250 h 250"/>
                <a:gd name="T12" fmla="*/ 46 w 272"/>
                <a:gd name="T13" fmla="*/ 250 h 250"/>
                <a:gd name="T14" fmla="*/ 38 w 272"/>
                <a:gd name="T15" fmla="*/ 250 h 250"/>
                <a:gd name="T16" fmla="*/ 30 w 272"/>
                <a:gd name="T17" fmla="*/ 250 h 250"/>
                <a:gd name="T18" fmla="*/ 22 w 272"/>
                <a:gd name="T19" fmla="*/ 248 h 250"/>
                <a:gd name="T20" fmla="*/ 12 w 272"/>
                <a:gd name="T21" fmla="*/ 242 h 250"/>
                <a:gd name="T22" fmla="*/ 4 w 272"/>
                <a:gd name="T23" fmla="*/ 234 h 250"/>
                <a:gd name="T24" fmla="*/ 0 w 272"/>
                <a:gd name="T25" fmla="*/ 226 h 250"/>
                <a:gd name="T26" fmla="*/ 136 w 272"/>
                <a:gd name="T27" fmla="*/ 0 h 250"/>
                <a:gd name="T28" fmla="*/ 272 w 272"/>
                <a:gd name="T29" fmla="*/ 52 h 250"/>
                <a:gd name="T30" fmla="*/ 272 w 272"/>
                <a:gd name="T31" fmla="*/ 52 h 250"/>
                <a:gd name="T32" fmla="*/ 262 w 272"/>
                <a:gd name="T33" fmla="*/ 72 h 250"/>
                <a:gd name="T34" fmla="*/ 250 w 272"/>
                <a:gd name="T35" fmla="*/ 94 h 250"/>
                <a:gd name="T36" fmla="*/ 232 w 272"/>
                <a:gd name="T37" fmla="*/ 120 h 250"/>
                <a:gd name="T38" fmla="*/ 210 w 272"/>
                <a:gd name="T39" fmla="*/ 150 h 250"/>
                <a:gd name="T40" fmla="*/ 182 w 272"/>
                <a:gd name="T41" fmla="*/ 178 h 250"/>
                <a:gd name="T42" fmla="*/ 168 w 272"/>
                <a:gd name="T43" fmla="*/ 192 h 250"/>
                <a:gd name="T44" fmla="*/ 152 w 272"/>
                <a:gd name="T45" fmla="*/ 204 h 250"/>
                <a:gd name="T46" fmla="*/ 134 w 272"/>
                <a:gd name="T47" fmla="*/ 216 h 250"/>
                <a:gd name="T48" fmla="*/ 116 w 272"/>
                <a:gd name="T49" fmla="*/ 224 h 250"/>
                <a:gd name="T50" fmla="*/ 116 w 272"/>
                <a:gd name="T51" fmla="*/ 22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2" h="250">
                  <a:moveTo>
                    <a:pt x="116" y="224"/>
                  </a:moveTo>
                  <a:lnTo>
                    <a:pt x="116" y="224"/>
                  </a:lnTo>
                  <a:lnTo>
                    <a:pt x="98" y="234"/>
                  </a:lnTo>
                  <a:lnTo>
                    <a:pt x="84" y="242"/>
                  </a:lnTo>
                  <a:lnTo>
                    <a:pt x="70" y="246"/>
                  </a:lnTo>
                  <a:lnTo>
                    <a:pt x="58" y="250"/>
                  </a:lnTo>
                  <a:lnTo>
                    <a:pt x="46" y="250"/>
                  </a:lnTo>
                  <a:lnTo>
                    <a:pt x="38" y="250"/>
                  </a:lnTo>
                  <a:lnTo>
                    <a:pt x="30" y="250"/>
                  </a:lnTo>
                  <a:lnTo>
                    <a:pt x="22" y="248"/>
                  </a:lnTo>
                  <a:lnTo>
                    <a:pt x="12" y="242"/>
                  </a:lnTo>
                  <a:lnTo>
                    <a:pt x="4" y="234"/>
                  </a:lnTo>
                  <a:lnTo>
                    <a:pt x="0" y="226"/>
                  </a:lnTo>
                  <a:lnTo>
                    <a:pt x="136" y="0"/>
                  </a:lnTo>
                  <a:lnTo>
                    <a:pt x="272" y="52"/>
                  </a:lnTo>
                  <a:lnTo>
                    <a:pt x="272" y="52"/>
                  </a:lnTo>
                  <a:lnTo>
                    <a:pt x="262" y="72"/>
                  </a:lnTo>
                  <a:lnTo>
                    <a:pt x="250" y="94"/>
                  </a:lnTo>
                  <a:lnTo>
                    <a:pt x="232" y="120"/>
                  </a:lnTo>
                  <a:lnTo>
                    <a:pt x="210" y="150"/>
                  </a:lnTo>
                  <a:lnTo>
                    <a:pt x="182" y="178"/>
                  </a:lnTo>
                  <a:lnTo>
                    <a:pt x="168" y="192"/>
                  </a:lnTo>
                  <a:lnTo>
                    <a:pt x="152" y="204"/>
                  </a:lnTo>
                  <a:lnTo>
                    <a:pt x="134" y="216"/>
                  </a:lnTo>
                  <a:lnTo>
                    <a:pt x="116" y="224"/>
                  </a:lnTo>
                  <a:lnTo>
                    <a:pt x="116" y="22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4" name="Freeform 157"/>
            <p:cNvSpPr>
              <a:spLocks/>
            </p:cNvSpPr>
            <p:nvPr/>
          </p:nvSpPr>
          <p:spPr bwMode="auto">
            <a:xfrm>
              <a:off x="3260271" y="3325586"/>
              <a:ext cx="561975" cy="682625"/>
            </a:xfrm>
            <a:custGeom>
              <a:avLst/>
              <a:gdLst>
                <a:gd name="T0" fmla="*/ 18 w 354"/>
                <a:gd name="T1" fmla="*/ 0 h 430"/>
                <a:gd name="T2" fmla="*/ 346 w 354"/>
                <a:gd name="T3" fmla="*/ 0 h 430"/>
                <a:gd name="T4" fmla="*/ 346 w 354"/>
                <a:gd name="T5" fmla="*/ 0 h 430"/>
                <a:gd name="T6" fmla="*/ 342 w 354"/>
                <a:gd name="T7" fmla="*/ 12 h 430"/>
                <a:gd name="T8" fmla="*/ 334 w 354"/>
                <a:gd name="T9" fmla="*/ 44 h 430"/>
                <a:gd name="T10" fmla="*/ 324 w 354"/>
                <a:gd name="T11" fmla="*/ 92 h 430"/>
                <a:gd name="T12" fmla="*/ 314 w 354"/>
                <a:gd name="T13" fmla="*/ 154 h 430"/>
                <a:gd name="T14" fmla="*/ 312 w 354"/>
                <a:gd name="T15" fmla="*/ 186 h 430"/>
                <a:gd name="T16" fmla="*/ 310 w 354"/>
                <a:gd name="T17" fmla="*/ 222 h 430"/>
                <a:gd name="T18" fmla="*/ 310 w 354"/>
                <a:gd name="T19" fmla="*/ 258 h 430"/>
                <a:gd name="T20" fmla="*/ 314 w 354"/>
                <a:gd name="T21" fmla="*/ 294 h 430"/>
                <a:gd name="T22" fmla="*/ 318 w 354"/>
                <a:gd name="T23" fmla="*/ 330 h 430"/>
                <a:gd name="T24" fmla="*/ 328 w 354"/>
                <a:gd name="T25" fmla="*/ 364 h 430"/>
                <a:gd name="T26" fmla="*/ 338 w 354"/>
                <a:gd name="T27" fmla="*/ 398 h 430"/>
                <a:gd name="T28" fmla="*/ 354 w 354"/>
                <a:gd name="T29" fmla="*/ 430 h 430"/>
                <a:gd name="T30" fmla="*/ 0 w 354"/>
                <a:gd name="T31" fmla="*/ 430 h 430"/>
                <a:gd name="T32" fmla="*/ 0 w 354"/>
                <a:gd name="T33" fmla="*/ 430 h 430"/>
                <a:gd name="T34" fmla="*/ 4 w 354"/>
                <a:gd name="T35" fmla="*/ 424 h 430"/>
                <a:gd name="T36" fmla="*/ 12 w 354"/>
                <a:gd name="T37" fmla="*/ 406 h 430"/>
                <a:gd name="T38" fmla="*/ 22 w 354"/>
                <a:gd name="T39" fmla="*/ 374 h 430"/>
                <a:gd name="T40" fmla="*/ 26 w 354"/>
                <a:gd name="T41" fmla="*/ 354 h 430"/>
                <a:gd name="T42" fmla="*/ 32 w 354"/>
                <a:gd name="T43" fmla="*/ 330 h 430"/>
                <a:gd name="T44" fmla="*/ 36 w 354"/>
                <a:gd name="T45" fmla="*/ 302 h 430"/>
                <a:gd name="T46" fmla="*/ 40 w 354"/>
                <a:gd name="T47" fmla="*/ 270 h 430"/>
                <a:gd name="T48" fmla="*/ 40 w 354"/>
                <a:gd name="T49" fmla="*/ 236 h 430"/>
                <a:gd name="T50" fmla="*/ 40 w 354"/>
                <a:gd name="T51" fmla="*/ 196 h 430"/>
                <a:gd name="T52" fmla="*/ 38 w 354"/>
                <a:gd name="T53" fmla="*/ 154 h 430"/>
                <a:gd name="T54" fmla="*/ 34 w 354"/>
                <a:gd name="T55" fmla="*/ 106 h 430"/>
                <a:gd name="T56" fmla="*/ 28 w 354"/>
                <a:gd name="T57" fmla="*/ 56 h 430"/>
                <a:gd name="T58" fmla="*/ 18 w 354"/>
                <a:gd name="T59" fmla="*/ 0 h 430"/>
                <a:gd name="T60" fmla="*/ 18 w 354"/>
                <a:gd name="T61" fmla="*/ 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4" h="430">
                  <a:moveTo>
                    <a:pt x="18" y="0"/>
                  </a:moveTo>
                  <a:lnTo>
                    <a:pt x="346" y="0"/>
                  </a:lnTo>
                  <a:lnTo>
                    <a:pt x="346" y="0"/>
                  </a:lnTo>
                  <a:lnTo>
                    <a:pt x="342" y="12"/>
                  </a:lnTo>
                  <a:lnTo>
                    <a:pt x="334" y="44"/>
                  </a:lnTo>
                  <a:lnTo>
                    <a:pt x="324" y="92"/>
                  </a:lnTo>
                  <a:lnTo>
                    <a:pt x="314" y="154"/>
                  </a:lnTo>
                  <a:lnTo>
                    <a:pt x="312" y="186"/>
                  </a:lnTo>
                  <a:lnTo>
                    <a:pt x="310" y="222"/>
                  </a:lnTo>
                  <a:lnTo>
                    <a:pt x="310" y="258"/>
                  </a:lnTo>
                  <a:lnTo>
                    <a:pt x="314" y="294"/>
                  </a:lnTo>
                  <a:lnTo>
                    <a:pt x="318" y="330"/>
                  </a:lnTo>
                  <a:lnTo>
                    <a:pt x="328" y="364"/>
                  </a:lnTo>
                  <a:lnTo>
                    <a:pt x="338" y="398"/>
                  </a:lnTo>
                  <a:lnTo>
                    <a:pt x="354" y="430"/>
                  </a:lnTo>
                  <a:lnTo>
                    <a:pt x="0" y="430"/>
                  </a:lnTo>
                  <a:lnTo>
                    <a:pt x="0" y="430"/>
                  </a:lnTo>
                  <a:lnTo>
                    <a:pt x="4" y="424"/>
                  </a:lnTo>
                  <a:lnTo>
                    <a:pt x="12" y="406"/>
                  </a:lnTo>
                  <a:lnTo>
                    <a:pt x="22" y="374"/>
                  </a:lnTo>
                  <a:lnTo>
                    <a:pt x="26" y="354"/>
                  </a:lnTo>
                  <a:lnTo>
                    <a:pt x="32" y="330"/>
                  </a:lnTo>
                  <a:lnTo>
                    <a:pt x="36" y="302"/>
                  </a:lnTo>
                  <a:lnTo>
                    <a:pt x="40" y="270"/>
                  </a:lnTo>
                  <a:lnTo>
                    <a:pt x="40" y="236"/>
                  </a:lnTo>
                  <a:lnTo>
                    <a:pt x="40" y="196"/>
                  </a:lnTo>
                  <a:lnTo>
                    <a:pt x="38" y="154"/>
                  </a:lnTo>
                  <a:lnTo>
                    <a:pt x="34" y="106"/>
                  </a:lnTo>
                  <a:lnTo>
                    <a:pt x="28" y="56"/>
                  </a:lnTo>
                  <a:lnTo>
                    <a:pt x="18" y="0"/>
                  </a:lnTo>
                  <a:lnTo>
                    <a:pt x="18"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5" name="Freeform 158"/>
            <p:cNvSpPr>
              <a:spLocks/>
            </p:cNvSpPr>
            <p:nvPr/>
          </p:nvSpPr>
          <p:spPr bwMode="auto">
            <a:xfrm>
              <a:off x="3107871" y="3887561"/>
              <a:ext cx="857250" cy="450850"/>
            </a:xfrm>
            <a:custGeom>
              <a:avLst/>
              <a:gdLst>
                <a:gd name="T0" fmla="*/ 100 w 540"/>
                <a:gd name="T1" fmla="*/ 0 h 284"/>
                <a:gd name="T2" fmla="*/ 436 w 540"/>
                <a:gd name="T3" fmla="*/ 0 h 284"/>
                <a:gd name="T4" fmla="*/ 436 w 540"/>
                <a:gd name="T5" fmla="*/ 0 h 284"/>
                <a:gd name="T6" fmla="*/ 450 w 540"/>
                <a:gd name="T7" fmla="*/ 16 h 284"/>
                <a:gd name="T8" fmla="*/ 478 w 540"/>
                <a:gd name="T9" fmla="*/ 54 h 284"/>
                <a:gd name="T10" fmla="*/ 496 w 540"/>
                <a:gd name="T11" fmla="*/ 80 h 284"/>
                <a:gd name="T12" fmla="*/ 512 w 540"/>
                <a:gd name="T13" fmla="*/ 106 h 284"/>
                <a:gd name="T14" fmla="*/ 526 w 540"/>
                <a:gd name="T15" fmla="*/ 136 h 284"/>
                <a:gd name="T16" fmla="*/ 536 w 540"/>
                <a:gd name="T17" fmla="*/ 164 h 284"/>
                <a:gd name="T18" fmla="*/ 538 w 540"/>
                <a:gd name="T19" fmla="*/ 180 h 284"/>
                <a:gd name="T20" fmla="*/ 540 w 540"/>
                <a:gd name="T21" fmla="*/ 194 h 284"/>
                <a:gd name="T22" fmla="*/ 538 w 540"/>
                <a:gd name="T23" fmla="*/ 206 h 284"/>
                <a:gd name="T24" fmla="*/ 536 w 540"/>
                <a:gd name="T25" fmla="*/ 220 h 284"/>
                <a:gd name="T26" fmla="*/ 530 w 540"/>
                <a:gd name="T27" fmla="*/ 232 h 284"/>
                <a:gd name="T28" fmla="*/ 524 w 540"/>
                <a:gd name="T29" fmla="*/ 242 h 284"/>
                <a:gd name="T30" fmla="*/ 514 w 540"/>
                <a:gd name="T31" fmla="*/ 252 h 284"/>
                <a:gd name="T32" fmla="*/ 500 w 540"/>
                <a:gd name="T33" fmla="*/ 260 h 284"/>
                <a:gd name="T34" fmla="*/ 484 w 540"/>
                <a:gd name="T35" fmla="*/ 268 h 284"/>
                <a:gd name="T36" fmla="*/ 466 w 540"/>
                <a:gd name="T37" fmla="*/ 274 h 284"/>
                <a:gd name="T38" fmla="*/ 442 w 540"/>
                <a:gd name="T39" fmla="*/ 278 h 284"/>
                <a:gd name="T40" fmla="*/ 416 w 540"/>
                <a:gd name="T41" fmla="*/ 280 h 284"/>
                <a:gd name="T42" fmla="*/ 386 w 540"/>
                <a:gd name="T43" fmla="*/ 280 h 284"/>
                <a:gd name="T44" fmla="*/ 352 w 540"/>
                <a:gd name="T45" fmla="*/ 280 h 284"/>
                <a:gd name="T46" fmla="*/ 314 w 540"/>
                <a:gd name="T47" fmla="*/ 276 h 284"/>
                <a:gd name="T48" fmla="*/ 270 w 540"/>
                <a:gd name="T49" fmla="*/ 268 h 284"/>
                <a:gd name="T50" fmla="*/ 270 w 540"/>
                <a:gd name="T51" fmla="*/ 268 h 284"/>
                <a:gd name="T52" fmla="*/ 250 w 540"/>
                <a:gd name="T53" fmla="*/ 274 h 284"/>
                <a:gd name="T54" fmla="*/ 202 w 540"/>
                <a:gd name="T55" fmla="*/ 280 h 284"/>
                <a:gd name="T56" fmla="*/ 170 w 540"/>
                <a:gd name="T57" fmla="*/ 284 h 284"/>
                <a:gd name="T58" fmla="*/ 138 w 540"/>
                <a:gd name="T59" fmla="*/ 284 h 284"/>
                <a:gd name="T60" fmla="*/ 104 w 540"/>
                <a:gd name="T61" fmla="*/ 284 h 284"/>
                <a:gd name="T62" fmla="*/ 74 w 540"/>
                <a:gd name="T63" fmla="*/ 278 h 284"/>
                <a:gd name="T64" fmla="*/ 58 w 540"/>
                <a:gd name="T65" fmla="*/ 274 h 284"/>
                <a:gd name="T66" fmla="*/ 46 w 540"/>
                <a:gd name="T67" fmla="*/ 268 h 284"/>
                <a:gd name="T68" fmla="*/ 34 w 540"/>
                <a:gd name="T69" fmla="*/ 262 h 284"/>
                <a:gd name="T70" fmla="*/ 22 w 540"/>
                <a:gd name="T71" fmla="*/ 254 h 284"/>
                <a:gd name="T72" fmla="*/ 14 w 540"/>
                <a:gd name="T73" fmla="*/ 244 h 284"/>
                <a:gd name="T74" fmla="*/ 8 w 540"/>
                <a:gd name="T75" fmla="*/ 232 h 284"/>
                <a:gd name="T76" fmla="*/ 2 w 540"/>
                <a:gd name="T77" fmla="*/ 220 h 284"/>
                <a:gd name="T78" fmla="*/ 0 w 540"/>
                <a:gd name="T79" fmla="*/ 204 h 284"/>
                <a:gd name="T80" fmla="*/ 2 w 540"/>
                <a:gd name="T81" fmla="*/ 186 h 284"/>
                <a:gd name="T82" fmla="*/ 6 w 540"/>
                <a:gd name="T83" fmla="*/ 168 h 284"/>
                <a:gd name="T84" fmla="*/ 12 w 540"/>
                <a:gd name="T85" fmla="*/ 146 h 284"/>
                <a:gd name="T86" fmla="*/ 22 w 540"/>
                <a:gd name="T87" fmla="*/ 122 h 284"/>
                <a:gd name="T88" fmla="*/ 36 w 540"/>
                <a:gd name="T89" fmla="*/ 96 h 284"/>
                <a:gd name="T90" fmla="*/ 54 w 540"/>
                <a:gd name="T91" fmla="*/ 66 h 284"/>
                <a:gd name="T92" fmla="*/ 74 w 540"/>
                <a:gd name="T93" fmla="*/ 36 h 284"/>
                <a:gd name="T94" fmla="*/ 100 w 540"/>
                <a:gd name="T95" fmla="*/ 0 h 284"/>
                <a:gd name="T96" fmla="*/ 100 w 540"/>
                <a:gd name="T97"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0" h="284">
                  <a:moveTo>
                    <a:pt x="100" y="0"/>
                  </a:moveTo>
                  <a:lnTo>
                    <a:pt x="436" y="0"/>
                  </a:lnTo>
                  <a:lnTo>
                    <a:pt x="436" y="0"/>
                  </a:lnTo>
                  <a:lnTo>
                    <a:pt x="450" y="16"/>
                  </a:lnTo>
                  <a:lnTo>
                    <a:pt x="478" y="54"/>
                  </a:lnTo>
                  <a:lnTo>
                    <a:pt x="496" y="80"/>
                  </a:lnTo>
                  <a:lnTo>
                    <a:pt x="512" y="106"/>
                  </a:lnTo>
                  <a:lnTo>
                    <a:pt x="526" y="136"/>
                  </a:lnTo>
                  <a:lnTo>
                    <a:pt x="536" y="164"/>
                  </a:lnTo>
                  <a:lnTo>
                    <a:pt x="538" y="180"/>
                  </a:lnTo>
                  <a:lnTo>
                    <a:pt x="540" y="194"/>
                  </a:lnTo>
                  <a:lnTo>
                    <a:pt x="538" y="206"/>
                  </a:lnTo>
                  <a:lnTo>
                    <a:pt x="536" y="220"/>
                  </a:lnTo>
                  <a:lnTo>
                    <a:pt x="530" y="232"/>
                  </a:lnTo>
                  <a:lnTo>
                    <a:pt x="524" y="242"/>
                  </a:lnTo>
                  <a:lnTo>
                    <a:pt x="514" y="252"/>
                  </a:lnTo>
                  <a:lnTo>
                    <a:pt x="500" y="260"/>
                  </a:lnTo>
                  <a:lnTo>
                    <a:pt x="484" y="268"/>
                  </a:lnTo>
                  <a:lnTo>
                    <a:pt x="466" y="274"/>
                  </a:lnTo>
                  <a:lnTo>
                    <a:pt x="442" y="278"/>
                  </a:lnTo>
                  <a:lnTo>
                    <a:pt x="416" y="280"/>
                  </a:lnTo>
                  <a:lnTo>
                    <a:pt x="386" y="280"/>
                  </a:lnTo>
                  <a:lnTo>
                    <a:pt x="352" y="280"/>
                  </a:lnTo>
                  <a:lnTo>
                    <a:pt x="314" y="276"/>
                  </a:lnTo>
                  <a:lnTo>
                    <a:pt x="270" y="268"/>
                  </a:lnTo>
                  <a:lnTo>
                    <a:pt x="270" y="268"/>
                  </a:lnTo>
                  <a:lnTo>
                    <a:pt x="250" y="274"/>
                  </a:lnTo>
                  <a:lnTo>
                    <a:pt x="202" y="280"/>
                  </a:lnTo>
                  <a:lnTo>
                    <a:pt x="170" y="284"/>
                  </a:lnTo>
                  <a:lnTo>
                    <a:pt x="138" y="284"/>
                  </a:lnTo>
                  <a:lnTo>
                    <a:pt x="104" y="284"/>
                  </a:lnTo>
                  <a:lnTo>
                    <a:pt x="74" y="278"/>
                  </a:lnTo>
                  <a:lnTo>
                    <a:pt x="58" y="274"/>
                  </a:lnTo>
                  <a:lnTo>
                    <a:pt x="46" y="268"/>
                  </a:lnTo>
                  <a:lnTo>
                    <a:pt x="34" y="262"/>
                  </a:lnTo>
                  <a:lnTo>
                    <a:pt x="22" y="254"/>
                  </a:lnTo>
                  <a:lnTo>
                    <a:pt x="14" y="244"/>
                  </a:lnTo>
                  <a:lnTo>
                    <a:pt x="8" y="232"/>
                  </a:lnTo>
                  <a:lnTo>
                    <a:pt x="2" y="220"/>
                  </a:lnTo>
                  <a:lnTo>
                    <a:pt x="0" y="204"/>
                  </a:lnTo>
                  <a:lnTo>
                    <a:pt x="2" y="186"/>
                  </a:lnTo>
                  <a:lnTo>
                    <a:pt x="6" y="168"/>
                  </a:lnTo>
                  <a:lnTo>
                    <a:pt x="12" y="146"/>
                  </a:lnTo>
                  <a:lnTo>
                    <a:pt x="22" y="122"/>
                  </a:lnTo>
                  <a:lnTo>
                    <a:pt x="36" y="96"/>
                  </a:lnTo>
                  <a:lnTo>
                    <a:pt x="54" y="66"/>
                  </a:lnTo>
                  <a:lnTo>
                    <a:pt x="74" y="36"/>
                  </a:lnTo>
                  <a:lnTo>
                    <a:pt x="100" y="0"/>
                  </a:lnTo>
                  <a:lnTo>
                    <a:pt x="100" y="0"/>
                  </a:lnTo>
                  <a:close/>
                </a:path>
              </a:pathLst>
            </a:custGeom>
            <a:solidFill>
              <a:srgbClr val="002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6" name="Freeform 159"/>
            <p:cNvSpPr>
              <a:spLocks/>
            </p:cNvSpPr>
            <p:nvPr/>
          </p:nvSpPr>
          <p:spPr bwMode="auto">
            <a:xfrm>
              <a:off x="3399971" y="5297261"/>
              <a:ext cx="161925" cy="336550"/>
            </a:xfrm>
            <a:custGeom>
              <a:avLst/>
              <a:gdLst>
                <a:gd name="T0" fmla="*/ 0 w 102"/>
                <a:gd name="T1" fmla="*/ 16 h 212"/>
                <a:gd name="T2" fmla="*/ 72 w 102"/>
                <a:gd name="T3" fmla="*/ 0 h 212"/>
                <a:gd name="T4" fmla="*/ 98 w 102"/>
                <a:gd name="T5" fmla="*/ 108 h 212"/>
                <a:gd name="T6" fmla="*/ 98 w 102"/>
                <a:gd name="T7" fmla="*/ 108 h 212"/>
                <a:gd name="T8" fmla="*/ 100 w 102"/>
                <a:gd name="T9" fmla="*/ 122 h 212"/>
                <a:gd name="T10" fmla="*/ 102 w 102"/>
                <a:gd name="T11" fmla="*/ 136 h 212"/>
                <a:gd name="T12" fmla="*/ 102 w 102"/>
                <a:gd name="T13" fmla="*/ 152 h 212"/>
                <a:gd name="T14" fmla="*/ 100 w 102"/>
                <a:gd name="T15" fmla="*/ 170 h 212"/>
                <a:gd name="T16" fmla="*/ 96 w 102"/>
                <a:gd name="T17" fmla="*/ 188 h 212"/>
                <a:gd name="T18" fmla="*/ 92 w 102"/>
                <a:gd name="T19" fmla="*/ 194 h 212"/>
                <a:gd name="T20" fmla="*/ 86 w 102"/>
                <a:gd name="T21" fmla="*/ 202 h 212"/>
                <a:gd name="T22" fmla="*/ 80 w 102"/>
                <a:gd name="T23" fmla="*/ 208 h 212"/>
                <a:gd name="T24" fmla="*/ 74 w 102"/>
                <a:gd name="T25" fmla="*/ 212 h 212"/>
                <a:gd name="T26" fmla="*/ 74 w 102"/>
                <a:gd name="T27" fmla="*/ 212 h 212"/>
                <a:gd name="T28" fmla="*/ 68 w 102"/>
                <a:gd name="T29" fmla="*/ 210 h 212"/>
                <a:gd name="T30" fmla="*/ 60 w 102"/>
                <a:gd name="T31" fmla="*/ 206 h 212"/>
                <a:gd name="T32" fmla="*/ 52 w 102"/>
                <a:gd name="T33" fmla="*/ 198 h 212"/>
                <a:gd name="T34" fmla="*/ 44 w 102"/>
                <a:gd name="T35" fmla="*/ 188 h 212"/>
                <a:gd name="T36" fmla="*/ 34 w 102"/>
                <a:gd name="T37" fmla="*/ 174 h 212"/>
                <a:gd name="T38" fmla="*/ 26 w 102"/>
                <a:gd name="T39" fmla="*/ 154 h 212"/>
                <a:gd name="T40" fmla="*/ 20 w 102"/>
                <a:gd name="T41" fmla="*/ 128 h 212"/>
                <a:gd name="T42" fmla="*/ 0 w 102"/>
                <a:gd name="T43" fmla="*/ 1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2" h="212">
                  <a:moveTo>
                    <a:pt x="0" y="16"/>
                  </a:moveTo>
                  <a:lnTo>
                    <a:pt x="72" y="0"/>
                  </a:lnTo>
                  <a:lnTo>
                    <a:pt x="98" y="108"/>
                  </a:lnTo>
                  <a:lnTo>
                    <a:pt x="98" y="108"/>
                  </a:lnTo>
                  <a:lnTo>
                    <a:pt x="100" y="122"/>
                  </a:lnTo>
                  <a:lnTo>
                    <a:pt x="102" y="136"/>
                  </a:lnTo>
                  <a:lnTo>
                    <a:pt x="102" y="152"/>
                  </a:lnTo>
                  <a:lnTo>
                    <a:pt x="100" y="170"/>
                  </a:lnTo>
                  <a:lnTo>
                    <a:pt x="96" y="188"/>
                  </a:lnTo>
                  <a:lnTo>
                    <a:pt x="92" y="194"/>
                  </a:lnTo>
                  <a:lnTo>
                    <a:pt x="86" y="202"/>
                  </a:lnTo>
                  <a:lnTo>
                    <a:pt x="80" y="208"/>
                  </a:lnTo>
                  <a:lnTo>
                    <a:pt x="74" y="212"/>
                  </a:lnTo>
                  <a:lnTo>
                    <a:pt x="74" y="212"/>
                  </a:lnTo>
                  <a:lnTo>
                    <a:pt x="68" y="210"/>
                  </a:lnTo>
                  <a:lnTo>
                    <a:pt x="60" y="206"/>
                  </a:lnTo>
                  <a:lnTo>
                    <a:pt x="52" y="198"/>
                  </a:lnTo>
                  <a:lnTo>
                    <a:pt x="44" y="188"/>
                  </a:lnTo>
                  <a:lnTo>
                    <a:pt x="34" y="174"/>
                  </a:lnTo>
                  <a:lnTo>
                    <a:pt x="26" y="154"/>
                  </a:lnTo>
                  <a:lnTo>
                    <a:pt x="20" y="128"/>
                  </a:lnTo>
                  <a:lnTo>
                    <a:pt x="0" y="1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7" name="Freeform 160"/>
            <p:cNvSpPr>
              <a:spLocks/>
            </p:cNvSpPr>
            <p:nvPr/>
          </p:nvSpPr>
          <p:spPr bwMode="auto">
            <a:xfrm>
              <a:off x="3431721" y="5465536"/>
              <a:ext cx="155575" cy="231775"/>
            </a:xfrm>
            <a:custGeom>
              <a:avLst/>
              <a:gdLst>
                <a:gd name="T0" fmla="*/ 0 w 98"/>
                <a:gd name="T1" fmla="*/ 16 h 146"/>
                <a:gd name="T2" fmla="*/ 0 w 98"/>
                <a:gd name="T3" fmla="*/ 16 h 146"/>
                <a:gd name="T4" fmla="*/ 6 w 98"/>
                <a:gd name="T5" fmla="*/ 16 h 146"/>
                <a:gd name="T6" fmla="*/ 24 w 98"/>
                <a:gd name="T7" fmla="*/ 14 h 146"/>
                <a:gd name="T8" fmla="*/ 50 w 98"/>
                <a:gd name="T9" fmla="*/ 8 h 146"/>
                <a:gd name="T10" fmla="*/ 62 w 98"/>
                <a:gd name="T11" fmla="*/ 4 h 146"/>
                <a:gd name="T12" fmla="*/ 78 w 98"/>
                <a:gd name="T13" fmla="*/ 0 h 146"/>
                <a:gd name="T14" fmla="*/ 78 w 98"/>
                <a:gd name="T15" fmla="*/ 0 h 146"/>
                <a:gd name="T16" fmla="*/ 84 w 98"/>
                <a:gd name="T17" fmla="*/ 20 h 146"/>
                <a:gd name="T18" fmla="*/ 92 w 98"/>
                <a:gd name="T19" fmla="*/ 42 h 146"/>
                <a:gd name="T20" fmla="*/ 96 w 98"/>
                <a:gd name="T21" fmla="*/ 68 h 146"/>
                <a:gd name="T22" fmla="*/ 98 w 98"/>
                <a:gd name="T23" fmla="*/ 94 h 146"/>
                <a:gd name="T24" fmla="*/ 98 w 98"/>
                <a:gd name="T25" fmla="*/ 106 h 146"/>
                <a:gd name="T26" fmla="*/ 96 w 98"/>
                <a:gd name="T27" fmla="*/ 118 h 146"/>
                <a:gd name="T28" fmla="*/ 92 w 98"/>
                <a:gd name="T29" fmla="*/ 128 h 146"/>
                <a:gd name="T30" fmla="*/ 84 w 98"/>
                <a:gd name="T31" fmla="*/ 136 h 146"/>
                <a:gd name="T32" fmla="*/ 76 w 98"/>
                <a:gd name="T33" fmla="*/ 142 h 146"/>
                <a:gd name="T34" fmla="*/ 64 w 98"/>
                <a:gd name="T35" fmla="*/ 146 h 146"/>
                <a:gd name="T36" fmla="*/ 64 w 98"/>
                <a:gd name="T37" fmla="*/ 146 h 146"/>
                <a:gd name="T38" fmla="*/ 62 w 98"/>
                <a:gd name="T39" fmla="*/ 146 h 146"/>
                <a:gd name="T40" fmla="*/ 54 w 98"/>
                <a:gd name="T41" fmla="*/ 144 h 146"/>
                <a:gd name="T42" fmla="*/ 44 w 98"/>
                <a:gd name="T43" fmla="*/ 140 h 146"/>
                <a:gd name="T44" fmla="*/ 34 w 98"/>
                <a:gd name="T45" fmla="*/ 132 h 146"/>
                <a:gd name="T46" fmla="*/ 28 w 98"/>
                <a:gd name="T47" fmla="*/ 126 h 146"/>
                <a:gd name="T48" fmla="*/ 22 w 98"/>
                <a:gd name="T49" fmla="*/ 118 h 146"/>
                <a:gd name="T50" fmla="*/ 16 w 98"/>
                <a:gd name="T51" fmla="*/ 106 h 146"/>
                <a:gd name="T52" fmla="*/ 12 w 98"/>
                <a:gd name="T53" fmla="*/ 94 h 146"/>
                <a:gd name="T54" fmla="*/ 6 w 98"/>
                <a:gd name="T55" fmla="*/ 78 h 146"/>
                <a:gd name="T56" fmla="*/ 4 w 98"/>
                <a:gd name="T57" fmla="*/ 60 h 146"/>
                <a:gd name="T58" fmla="*/ 0 w 98"/>
                <a:gd name="T59" fmla="*/ 40 h 146"/>
                <a:gd name="T60" fmla="*/ 0 w 98"/>
                <a:gd name="T61" fmla="*/ 16 h 146"/>
                <a:gd name="T62" fmla="*/ 0 w 98"/>
                <a:gd name="T63"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146">
                  <a:moveTo>
                    <a:pt x="0" y="16"/>
                  </a:moveTo>
                  <a:lnTo>
                    <a:pt x="0" y="16"/>
                  </a:lnTo>
                  <a:lnTo>
                    <a:pt x="6" y="16"/>
                  </a:lnTo>
                  <a:lnTo>
                    <a:pt x="24" y="14"/>
                  </a:lnTo>
                  <a:lnTo>
                    <a:pt x="50" y="8"/>
                  </a:lnTo>
                  <a:lnTo>
                    <a:pt x="62" y="4"/>
                  </a:lnTo>
                  <a:lnTo>
                    <a:pt x="78" y="0"/>
                  </a:lnTo>
                  <a:lnTo>
                    <a:pt x="78" y="0"/>
                  </a:lnTo>
                  <a:lnTo>
                    <a:pt x="84" y="20"/>
                  </a:lnTo>
                  <a:lnTo>
                    <a:pt x="92" y="42"/>
                  </a:lnTo>
                  <a:lnTo>
                    <a:pt x="96" y="68"/>
                  </a:lnTo>
                  <a:lnTo>
                    <a:pt x="98" y="94"/>
                  </a:lnTo>
                  <a:lnTo>
                    <a:pt x="98" y="106"/>
                  </a:lnTo>
                  <a:lnTo>
                    <a:pt x="96" y="118"/>
                  </a:lnTo>
                  <a:lnTo>
                    <a:pt x="92" y="128"/>
                  </a:lnTo>
                  <a:lnTo>
                    <a:pt x="84" y="136"/>
                  </a:lnTo>
                  <a:lnTo>
                    <a:pt x="76" y="142"/>
                  </a:lnTo>
                  <a:lnTo>
                    <a:pt x="64" y="146"/>
                  </a:lnTo>
                  <a:lnTo>
                    <a:pt x="64" y="146"/>
                  </a:lnTo>
                  <a:lnTo>
                    <a:pt x="62" y="146"/>
                  </a:lnTo>
                  <a:lnTo>
                    <a:pt x="54" y="144"/>
                  </a:lnTo>
                  <a:lnTo>
                    <a:pt x="44" y="140"/>
                  </a:lnTo>
                  <a:lnTo>
                    <a:pt x="34" y="132"/>
                  </a:lnTo>
                  <a:lnTo>
                    <a:pt x="28" y="126"/>
                  </a:lnTo>
                  <a:lnTo>
                    <a:pt x="22" y="118"/>
                  </a:lnTo>
                  <a:lnTo>
                    <a:pt x="16" y="106"/>
                  </a:lnTo>
                  <a:lnTo>
                    <a:pt x="12" y="94"/>
                  </a:lnTo>
                  <a:lnTo>
                    <a:pt x="6" y="78"/>
                  </a:lnTo>
                  <a:lnTo>
                    <a:pt x="4" y="60"/>
                  </a:lnTo>
                  <a:lnTo>
                    <a:pt x="0" y="40"/>
                  </a:lnTo>
                  <a:lnTo>
                    <a:pt x="0" y="16"/>
                  </a:lnTo>
                  <a:lnTo>
                    <a:pt x="0" y="16"/>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8" name="Freeform 161"/>
            <p:cNvSpPr>
              <a:spLocks/>
            </p:cNvSpPr>
            <p:nvPr/>
          </p:nvSpPr>
          <p:spPr bwMode="auto">
            <a:xfrm>
              <a:off x="3438071" y="5544911"/>
              <a:ext cx="149225" cy="155575"/>
            </a:xfrm>
            <a:custGeom>
              <a:avLst/>
              <a:gdLst>
                <a:gd name="T0" fmla="*/ 58 w 94"/>
                <a:gd name="T1" fmla="*/ 84 h 98"/>
                <a:gd name="T2" fmla="*/ 58 w 94"/>
                <a:gd name="T3" fmla="*/ 84 h 98"/>
                <a:gd name="T4" fmla="*/ 50 w 94"/>
                <a:gd name="T5" fmla="*/ 84 h 98"/>
                <a:gd name="T6" fmla="*/ 44 w 94"/>
                <a:gd name="T7" fmla="*/ 82 h 98"/>
                <a:gd name="T8" fmla="*/ 36 w 94"/>
                <a:gd name="T9" fmla="*/ 78 h 98"/>
                <a:gd name="T10" fmla="*/ 26 w 94"/>
                <a:gd name="T11" fmla="*/ 70 h 98"/>
                <a:gd name="T12" fmla="*/ 16 w 94"/>
                <a:gd name="T13" fmla="*/ 58 h 98"/>
                <a:gd name="T14" fmla="*/ 8 w 94"/>
                <a:gd name="T15" fmla="*/ 40 h 98"/>
                <a:gd name="T16" fmla="*/ 0 w 94"/>
                <a:gd name="T17" fmla="*/ 18 h 98"/>
                <a:gd name="T18" fmla="*/ 0 w 94"/>
                <a:gd name="T19" fmla="*/ 18 h 98"/>
                <a:gd name="T20" fmla="*/ 8 w 94"/>
                <a:gd name="T21" fmla="*/ 44 h 98"/>
                <a:gd name="T22" fmla="*/ 16 w 94"/>
                <a:gd name="T23" fmla="*/ 66 h 98"/>
                <a:gd name="T24" fmla="*/ 26 w 94"/>
                <a:gd name="T25" fmla="*/ 80 h 98"/>
                <a:gd name="T26" fmla="*/ 36 w 94"/>
                <a:gd name="T27" fmla="*/ 90 h 98"/>
                <a:gd name="T28" fmla="*/ 46 w 94"/>
                <a:gd name="T29" fmla="*/ 94 h 98"/>
                <a:gd name="T30" fmla="*/ 52 w 94"/>
                <a:gd name="T31" fmla="*/ 96 h 98"/>
                <a:gd name="T32" fmla="*/ 60 w 94"/>
                <a:gd name="T33" fmla="*/ 98 h 98"/>
                <a:gd name="T34" fmla="*/ 60 w 94"/>
                <a:gd name="T35" fmla="*/ 98 h 98"/>
                <a:gd name="T36" fmla="*/ 68 w 94"/>
                <a:gd name="T37" fmla="*/ 96 h 98"/>
                <a:gd name="T38" fmla="*/ 74 w 94"/>
                <a:gd name="T39" fmla="*/ 92 h 98"/>
                <a:gd name="T40" fmla="*/ 84 w 94"/>
                <a:gd name="T41" fmla="*/ 84 h 98"/>
                <a:gd name="T42" fmla="*/ 90 w 94"/>
                <a:gd name="T43" fmla="*/ 74 h 98"/>
                <a:gd name="T44" fmla="*/ 94 w 94"/>
                <a:gd name="T45" fmla="*/ 60 h 98"/>
                <a:gd name="T46" fmla="*/ 94 w 94"/>
                <a:gd name="T47" fmla="*/ 46 h 98"/>
                <a:gd name="T48" fmla="*/ 94 w 94"/>
                <a:gd name="T49" fmla="*/ 30 h 98"/>
                <a:gd name="T50" fmla="*/ 92 w 94"/>
                <a:gd name="T51" fmla="*/ 16 h 98"/>
                <a:gd name="T52" fmla="*/ 90 w 94"/>
                <a:gd name="T53" fmla="*/ 0 h 98"/>
                <a:gd name="T54" fmla="*/ 90 w 94"/>
                <a:gd name="T55" fmla="*/ 0 h 98"/>
                <a:gd name="T56" fmla="*/ 92 w 94"/>
                <a:gd name="T57" fmla="*/ 28 h 98"/>
                <a:gd name="T58" fmla="*/ 92 w 94"/>
                <a:gd name="T59" fmla="*/ 40 h 98"/>
                <a:gd name="T60" fmla="*/ 90 w 94"/>
                <a:gd name="T61" fmla="*/ 52 h 98"/>
                <a:gd name="T62" fmla="*/ 86 w 94"/>
                <a:gd name="T63" fmla="*/ 64 h 98"/>
                <a:gd name="T64" fmla="*/ 78 w 94"/>
                <a:gd name="T65" fmla="*/ 72 h 98"/>
                <a:gd name="T66" fmla="*/ 70 w 94"/>
                <a:gd name="T67" fmla="*/ 80 h 98"/>
                <a:gd name="T68" fmla="*/ 58 w 94"/>
                <a:gd name="T69" fmla="*/ 84 h 98"/>
                <a:gd name="T70" fmla="*/ 58 w 94"/>
                <a:gd name="T71" fmla="*/ 8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 h="98">
                  <a:moveTo>
                    <a:pt x="58" y="84"/>
                  </a:moveTo>
                  <a:lnTo>
                    <a:pt x="58" y="84"/>
                  </a:lnTo>
                  <a:lnTo>
                    <a:pt x="50" y="84"/>
                  </a:lnTo>
                  <a:lnTo>
                    <a:pt x="44" y="82"/>
                  </a:lnTo>
                  <a:lnTo>
                    <a:pt x="36" y="78"/>
                  </a:lnTo>
                  <a:lnTo>
                    <a:pt x="26" y="70"/>
                  </a:lnTo>
                  <a:lnTo>
                    <a:pt x="16" y="58"/>
                  </a:lnTo>
                  <a:lnTo>
                    <a:pt x="8" y="40"/>
                  </a:lnTo>
                  <a:lnTo>
                    <a:pt x="0" y="18"/>
                  </a:lnTo>
                  <a:lnTo>
                    <a:pt x="0" y="18"/>
                  </a:lnTo>
                  <a:lnTo>
                    <a:pt x="8" y="44"/>
                  </a:lnTo>
                  <a:lnTo>
                    <a:pt x="16" y="66"/>
                  </a:lnTo>
                  <a:lnTo>
                    <a:pt x="26" y="80"/>
                  </a:lnTo>
                  <a:lnTo>
                    <a:pt x="36" y="90"/>
                  </a:lnTo>
                  <a:lnTo>
                    <a:pt x="46" y="94"/>
                  </a:lnTo>
                  <a:lnTo>
                    <a:pt x="52" y="96"/>
                  </a:lnTo>
                  <a:lnTo>
                    <a:pt x="60" y="98"/>
                  </a:lnTo>
                  <a:lnTo>
                    <a:pt x="60" y="98"/>
                  </a:lnTo>
                  <a:lnTo>
                    <a:pt x="68" y="96"/>
                  </a:lnTo>
                  <a:lnTo>
                    <a:pt x="74" y="92"/>
                  </a:lnTo>
                  <a:lnTo>
                    <a:pt x="84" y="84"/>
                  </a:lnTo>
                  <a:lnTo>
                    <a:pt x="90" y="74"/>
                  </a:lnTo>
                  <a:lnTo>
                    <a:pt x="94" y="60"/>
                  </a:lnTo>
                  <a:lnTo>
                    <a:pt x="94" y="46"/>
                  </a:lnTo>
                  <a:lnTo>
                    <a:pt x="94" y="30"/>
                  </a:lnTo>
                  <a:lnTo>
                    <a:pt x="92" y="16"/>
                  </a:lnTo>
                  <a:lnTo>
                    <a:pt x="90" y="0"/>
                  </a:lnTo>
                  <a:lnTo>
                    <a:pt x="90" y="0"/>
                  </a:lnTo>
                  <a:lnTo>
                    <a:pt x="92" y="28"/>
                  </a:lnTo>
                  <a:lnTo>
                    <a:pt x="92" y="40"/>
                  </a:lnTo>
                  <a:lnTo>
                    <a:pt x="90" y="52"/>
                  </a:lnTo>
                  <a:lnTo>
                    <a:pt x="86" y="64"/>
                  </a:lnTo>
                  <a:lnTo>
                    <a:pt x="78" y="72"/>
                  </a:lnTo>
                  <a:lnTo>
                    <a:pt x="70" y="80"/>
                  </a:lnTo>
                  <a:lnTo>
                    <a:pt x="58" y="84"/>
                  </a:lnTo>
                  <a:lnTo>
                    <a:pt x="58" y="8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9" name="Freeform 162"/>
            <p:cNvSpPr>
              <a:spLocks/>
            </p:cNvSpPr>
            <p:nvPr/>
          </p:nvSpPr>
          <p:spPr bwMode="auto">
            <a:xfrm>
              <a:off x="3472996" y="5516336"/>
              <a:ext cx="12700" cy="12700"/>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4 w 8"/>
                <a:gd name="T19" fmla="*/ 0 h 8"/>
                <a:gd name="T20" fmla="*/ 4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4"/>
                  </a:lnTo>
                  <a:lnTo>
                    <a:pt x="0" y="4"/>
                  </a:lnTo>
                  <a:lnTo>
                    <a:pt x="0" y="2"/>
                  </a:lnTo>
                  <a:lnTo>
                    <a:pt x="4" y="0"/>
                  </a:lnTo>
                  <a:lnTo>
                    <a:pt x="4"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0" name="Freeform 163"/>
            <p:cNvSpPr>
              <a:spLocks/>
            </p:cNvSpPr>
            <p:nvPr/>
          </p:nvSpPr>
          <p:spPr bwMode="auto">
            <a:xfrm>
              <a:off x="3514271" y="5506811"/>
              <a:ext cx="15875" cy="12700"/>
            </a:xfrm>
            <a:custGeom>
              <a:avLst/>
              <a:gdLst>
                <a:gd name="T0" fmla="*/ 10 w 10"/>
                <a:gd name="T1" fmla="*/ 4 h 8"/>
                <a:gd name="T2" fmla="*/ 10 w 10"/>
                <a:gd name="T3" fmla="*/ 4 h 8"/>
                <a:gd name="T4" fmla="*/ 8 w 10"/>
                <a:gd name="T5" fmla="*/ 6 h 8"/>
                <a:gd name="T6" fmla="*/ 6 w 10"/>
                <a:gd name="T7" fmla="*/ 8 h 8"/>
                <a:gd name="T8" fmla="*/ 6 w 10"/>
                <a:gd name="T9" fmla="*/ 8 h 8"/>
                <a:gd name="T10" fmla="*/ 2 w 10"/>
                <a:gd name="T11" fmla="*/ 8 h 8"/>
                <a:gd name="T12" fmla="*/ 0 w 10"/>
                <a:gd name="T13" fmla="*/ 6 h 8"/>
                <a:gd name="T14" fmla="*/ 0 w 10"/>
                <a:gd name="T15" fmla="*/ 6 h 8"/>
                <a:gd name="T16" fmla="*/ 2 w 10"/>
                <a:gd name="T17" fmla="*/ 2 h 8"/>
                <a:gd name="T18" fmla="*/ 4 w 10"/>
                <a:gd name="T19" fmla="*/ 0 h 8"/>
                <a:gd name="T20" fmla="*/ 4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6"/>
                  </a:lnTo>
                  <a:lnTo>
                    <a:pt x="6" y="8"/>
                  </a:lnTo>
                  <a:lnTo>
                    <a:pt x="6" y="8"/>
                  </a:lnTo>
                  <a:lnTo>
                    <a:pt x="2" y="8"/>
                  </a:lnTo>
                  <a:lnTo>
                    <a:pt x="0" y="6"/>
                  </a:lnTo>
                  <a:lnTo>
                    <a:pt x="0" y="6"/>
                  </a:lnTo>
                  <a:lnTo>
                    <a:pt x="2" y="2"/>
                  </a:lnTo>
                  <a:lnTo>
                    <a:pt x="4" y="0"/>
                  </a:lnTo>
                  <a:lnTo>
                    <a:pt x="4"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1" name="Freeform 164"/>
            <p:cNvSpPr>
              <a:spLocks/>
            </p:cNvSpPr>
            <p:nvPr/>
          </p:nvSpPr>
          <p:spPr bwMode="auto">
            <a:xfrm>
              <a:off x="3479346" y="5544911"/>
              <a:ext cx="12700" cy="12700"/>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2 w 8"/>
                <a:gd name="T19" fmla="*/ 0 h 8"/>
                <a:gd name="T20" fmla="*/ 2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2"/>
                  </a:lnTo>
                  <a:lnTo>
                    <a:pt x="2" y="0"/>
                  </a:lnTo>
                  <a:lnTo>
                    <a:pt x="2"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2" name="Freeform 165"/>
            <p:cNvSpPr>
              <a:spLocks/>
            </p:cNvSpPr>
            <p:nvPr/>
          </p:nvSpPr>
          <p:spPr bwMode="auto">
            <a:xfrm>
              <a:off x="3520621" y="5535386"/>
              <a:ext cx="15875" cy="12700"/>
            </a:xfrm>
            <a:custGeom>
              <a:avLst/>
              <a:gdLst>
                <a:gd name="T0" fmla="*/ 10 w 10"/>
                <a:gd name="T1" fmla="*/ 2 h 8"/>
                <a:gd name="T2" fmla="*/ 10 w 10"/>
                <a:gd name="T3" fmla="*/ 2 h 8"/>
                <a:gd name="T4" fmla="*/ 8 w 10"/>
                <a:gd name="T5" fmla="*/ 6 h 8"/>
                <a:gd name="T6" fmla="*/ 6 w 10"/>
                <a:gd name="T7" fmla="*/ 8 h 8"/>
                <a:gd name="T8" fmla="*/ 6 w 10"/>
                <a:gd name="T9" fmla="*/ 8 h 8"/>
                <a:gd name="T10" fmla="*/ 2 w 10"/>
                <a:gd name="T11" fmla="*/ 8 h 8"/>
                <a:gd name="T12" fmla="*/ 0 w 10"/>
                <a:gd name="T13" fmla="*/ 4 h 8"/>
                <a:gd name="T14" fmla="*/ 0 w 10"/>
                <a:gd name="T15" fmla="*/ 4 h 8"/>
                <a:gd name="T16" fmla="*/ 0 w 10"/>
                <a:gd name="T17" fmla="*/ 2 h 8"/>
                <a:gd name="T18" fmla="*/ 4 w 10"/>
                <a:gd name="T19" fmla="*/ 0 h 8"/>
                <a:gd name="T20" fmla="*/ 4 w 10"/>
                <a:gd name="T21" fmla="*/ 0 h 8"/>
                <a:gd name="T22" fmla="*/ 8 w 10"/>
                <a:gd name="T23" fmla="*/ 0 h 8"/>
                <a:gd name="T24" fmla="*/ 10 w 10"/>
                <a:gd name="T25" fmla="*/ 2 h 8"/>
                <a:gd name="T26" fmla="*/ 10 w 10"/>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2"/>
                  </a:moveTo>
                  <a:lnTo>
                    <a:pt x="10" y="2"/>
                  </a:lnTo>
                  <a:lnTo>
                    <a:pt x="8" y="6"/>
                  </a:lnTo>
                  <a:lnTo>
                    <a:pt x="6" y="8"/>
                  </a:lnTo>
                  <a:lnTo>
                    <a:pt x="6" y="8"/>
                  </a:lnTo>
                  <a:lnTo>
                    <a:pt x="2" y="8"/>
                  </a:lnTo>
                  <a:lnTo>
                    <a:pt x="0" y="4"/>
                  </a:lnTo>
                  <a:lnTo>
                    <a:pt x="0" y="4"/>
                  </a:lnTo>
                  <a:lnTo>
                    <a:pt x="0" y="2"/>
                  </a:lnTo>
                  <a:lnTo>
                    <a:pt x="4" y="0"/>
                  </a:lnTo>
                  <a:lnTo>
                    <a:pt x="4" y="0"/>
                  </a:lnTo>
                  <a:lnTo>
                    <a:pt x="8" y="0"/>
                  </a:lnTo>
                  <a:lnTo>
                    <a:pt x="10" y="2"/>
                  </a:lnTo>
                  <a:lnTo>
                    <a:pt x="1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3" name="Freeform 166"/>
            <p:cNvSpPr>
              <a:spLocks/>
            </p:cNvSpPr>
            <p:nvPr/>
          </p:nvSpPr>
          <p:spPr bwMode="auto">
            <a:xfrm>
              <a:off x="3482521" y="5567136"/>
              <a:ext cx="15875" cy="15875"/>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0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0"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4" name="Freeform 167"/>
            <p:cNvSpPr>
              <a:spLocks/>
            </p:cNvSpPr>
            <p:nvPr/>
          </p:nvSpPr>
          <p:spPr bwMode="auto">
            <a:xfrm>
              <a:off x="3526971" y="5560786"/>
              <a:ext cx="12700" cy="12700"/>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0 h 8"/>
                <a:gd name="T18" fmla="*/ 4 w 8"/>
                <a:gd name="T19" fmla="*/ 0 h 8"/>
                <a:gd name="T20" fmla="*/ 4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0"/>
                  </a:lnTo>
                  <a:lnTo>
                    <a:pt x="4" y="0"/>
                  </a:lnTo>
                  <a:lnTo>
                    <a:pt x="4"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5" name="Freeform 168"/>
            <p:cNvSpPr>
              <a:spLocks/>
            </p:cNvSpPr>
            <p:nvPr/>
          </p:nvSpPr>
          <p:spPr bwMode="auto">
            <a:xfrm>
              <a:off x="3488871" y="5592536"/>
              <a:ext cx="12700" cy="12700"/>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6 h 8"/>
                <a:gd name="T14" fmla="*/ 0 w 8"/>
                <a:gd name="T15" fmla="*/ 6 h 8"/>
                <a:gd name="T16" fmla="*/ 0 w 8"/>
                <a:gd name="T17" fmla="*/ 2 h 8"/>
                <a:gd name="T18" fmla="*/ 2 w 8"/>
                <a:gd name="T19" fmla="*/ 0 h 8"/>
                <a:gd name="T20" fmla="*/ 2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6"/>
                  </a:lnTo>
                  <a:lnTo>
                    <a:pt x="0" y="6"/>
                  </a:lnTo>
                  <a:lnTo>
                    <a:pt x="0" y="2"/>
                  </a:lnTo>
                  <a:lnTo>
                    <a:pt x="2" y="0"/>
                  </a:lnTo>
                  <a:lnTo>
                    <a:pt x="2"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6" name="Freeform 169"/>
            <p:cNvSpPr>
              <a:spLocks/>
            </p:cNvSpPr>
            <p:nvPr/>
          </p:nvSpPr>
          <p:spPr bwMode="auto">
            <a:xfrm>
              <a:off x="3530146" y="5583011"/>
              <a:ext cx="15875" cy="15875"/>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2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2"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7" name="Freeform 170"/>
            <p:cNvSpPr>
              <a:spLocks/>
            </p:cNvSpPr>
            <p:nvPr/>
          </p:nvSpPr>
          <p:spPr bwMode="auto">
            <a:xfrm>
              <a:off x="3476171" y="5509986"/>
              <a:ext cx="47625" cy="15875"/>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8" name="Freeform 171"/>
            <p:cNvSpPr>
              <a:spLocks/>
            </p:cNvSpPr>
            <p:nvPr/>
          </p:nvSpPr>
          <p:spPr bwMode="auto">
            <a:xfrm>
              <a:off x="3482521" y="5538561"/>
              <a:ext cx="47625" cy="15875"/>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9" name="Freeform 172"/>
            <p:cNvSpPr>
              <a:spLocks/>
            </p:cNvSpPr>
            <p:nvPr/>
          </p:nvSpPr>
          <p:spPr bwMode="auto">
            <a:xfrm>
              <a:off x="3485696" y="5563961"/>
              <a:ext cx="50800" cy="12700"/>
            </a:xfrm>
            <a:custGeom>
              <a:avLst/>
              <a:gdLst>
                <a:gd name="T0" fmla="*/ 32 w 32"/>
                <a:gd name="T1" fmla="*/ 0 h 8"/>
                <a:gd name="T2" fmla="*/ 32 w 32"/>
                <a:gd name="T3" fmla="*/ 0 h 8"/>
                <a:gd name="T4" fmla="*/ 30 w 32"/>
                <a:gd name="T5" fmla="*/ 2 h 8"/>
                <a:gd name="T6" fmla="*/ 2 w 32"/>
                <a:gd name="T7" fmla="*/ 8 h 8"/>
                <a:gd name="T8" fmla="*/ 2 w 32"/>
                <a:gd name="T9" fmla="*/ 8 h 8"/>
                <a:gd name="T10" fmla="*/ 0 w 32"/>
                <a:gd name="T11" fmla="*/ 8 h 8"/>
                <a:gd name="T12" fmla="*/ 0 w 32"/>
                <a:gd name="T13" fmla="*/ 8 h 8"/>
                <a:gd name="T14" fmla="*/ 2 w 32"/>
                <a:gd name="T15" fmla="*/ 6 h 8"/>
                <a:gd name="T16" fmla="*/ 30 w 32"/>
                <a:gd name="T17" fmla="*/ 0 h 8"/>
                <a:gd name="T18" fmla="*/ 30 w 32"/>
                <a:gd name="T19" fmla="*/ 0 h 8"/>
                <a:gd name="T20" fmla="*/ 32 w 32"/>
                <a:gd name="T21" fmla="*/ 0 h 8"/>
                <a:gd name="T22" fmla="*/ 32 w 32"/>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0"/>
                  </a:moveTo>
                  <a:lnTo>
                    <a:pt x="32" y="0"/>
                  </a:lnTo>
                  <a:lnTo>
                    <a:pt x="30" y="2"/>
                  </a:lnTo>
                  <a:lnTo>
                    <a:pt x="2" y="8"/>
                  </a:lnTo>
                  <a:lnTo>
                    <a:pt x="2" y="8"/>
                  </a:lnTo>
                  <a:lnTo>
                    <a:pt x="0" y="8"/>
                  </a:lnTo>
                  <a:lnTo>
                    <a:pt x="0" y="8"/>
                  </a:lnTo>
                  <a:lnTo>
                    <a:pt x="2" y="6"/>
                  </a:lnTo>
                  <a:lnTo>
                    <a:pt x="30" y="0"/>
                  </a:lnTo>
                  <a:lnTo>
                    <a:pt x="30" y="0"/>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0" name="Freeform 173"/>
            <p:cNvSpPr>
              <a:spLocks/>
            </p:cNvSpPr>
            <p:nvPr/>
          </p:nvSpPr>
          <p:spPr bwMode="auto">
            <a:xfrm>
              <a:off x="3492046" y="5589361"/>
              <a:ext cx="47625" cy="12700"/>
            </a:xfrm>
            <a:custGeom>
              <a:avLst/>
              <a:gdLst>
                <a:gd name="T0" fmla="*/ 30 w 30"/>
                <a:gd name="T1" fmla="*/ 0 h 8"/>
                <a:gd name="T2" fmla="*/ 30 w 30"/>
                <a:gd name="T3" fmla="*/ 0 h 8"/>
                <a:gd name="T4" fmla="*/ 30 w 30"/>
                <a:gd name="T5" fmla="*/ 2 h 8"/>
                <a:gd name="T6" fmla="*/ 2 w 30"/>
                <a:gd name="T7" fmla="*/ 8 h 8"/>
                <a:gd name="T8" fmla="*/ 2 w 30"/>
                <a:gd name="T9" fmla="*/ 8 h 8"/>
                <a:gd name="T10" fmla="*/ 0 w 30"/>
                <a:gd name="T11" fmla="*/ 6 h 8"/>
                <a:gd name="T12" fmla="*/ 0 w 30"/>
                <a:gd name="T13" fmla="*/ 6 h 8"/>
                <a:gd name="T14" fmla="*/ 0 w 30"/>
                <a:gd name="T15" fmla="*/ 6 h 8"/>
                <a:gd name="T16" fmla="*/ 30 w 30"/>
                <a:gd name="T17" fmla="*/ 0 h 8"/>
                <a:gd name="T18" fmla="*/ 30 w 30"/>
                <a:gd name="T19" fmla="*/ 0 h 8"/>
                <a:gd name="T20" fmla="*/ 30 w 30"/>
                <a:gd name="T21" fmla="*/ 0 h 8"/>
                <a:gd name="T22" fmla="*/ 30 w 30"/>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8">
                  <a:moveTo>
                    <a:pt x="30" y="0"/>
                  </a:moveTo>
                  <a:lnTo>
                    <a:pt x="30" y="0"/>
                  </a:lnTo>
                  <a:lnTo>
                    <a:pt x="30" y="2"/>
                  </a:lnTo>
                  <a:lnTo>
                    <a:pt x="2" y="8"/>
                  </a:lnTo>
                  <a:lnTo>
                    <a:pt x="2" y="8"/>
                  </a:lnTo>
                  <a:lnTo>
                    <a:pt x="0" y="6"/>
                  </a:lnTo>
                  <a:lnTo>
                    <a:pt x="0" y="6"/>
                  </a:lnTo>
                  <a:lnTo>
                    <a:pt x="0" y="6"/>
                  </a:lnTo>
                  <a:lnTo>
                    <a:pt x="30" y="0"/>
                  </a:lnTo>
                  <a:lnTo>
                    <a:pt x="30" y="0"/>
                  </a:lnTo>
                  <a:lnTo>
                    <a:pt x="30" y="0"/>
                  </a:lnTo>
                  <a:lnTo>
                    <a:pt x="3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1" name="Freeform 174"/>
            <p:cNvSpPr>
              <a:spLocks/>
            </p:cNvSpPr>
            <p:nvPr/>
          </p:nvSpPr>
          <p:spPr bwMode="auto">
            <a:xfrm>
              <a:off x="3476171" y="5519511"/>
              <a:ext cx="53975" cy="25400"/>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2" name="Freeform 175"/>
            <p:cNvSpPr>
              <a:spLocks/>
            </p:cNvSpPr>
            <p:nvPr/>
          </p:nvSpPr>
          <p:spPr bwMode="auto">
            <a:xfrm>
              <a:off x="3482521" y="5509986"/>
              <a:ext cx="41275" cy="41275"/>
            </a:xfrm>
            <a:custGeom>
              <a:avLst/>
              <a:gdLst>
                <a:gd name="T0" fmla="*/ 0 w 26"/>
                <a:gd name="T1" fmla="*/ 26 h 26"/>
                <a:gd name="T2" fmla="*/ 0 w 26"/>
                <a:gd name="T3" fmla="*/ 24 h 26"/>
                <a:gd name="T4" fmla="*/ 24 w 26"/>
                <a:gd name="T5" fmla="*/ 0 h 26"/>
                <a:gd name="T6" fmla="*/ 26 w 26"/>
                <a:gd name="T7" fmla="*/ 0 h 26"/>
                <a:gd name="T8" fmla="*/ 26 w 26"/>
                <a:gd name="T9" fmla="*/ 4 h 26"/>
                <a:gd name="T10" fmla="*/ 2 w 26"/>
                <a:gd name="T11" fmla="*/ 26 h 26"/>
                <a:gd name="T12" fmla="*/ 0 w 26"/>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0" y="26"/>
                  </a:moveTo>
                  <a:lnTo>
                    <a:pt x="0" y="24"/>
                  </a:lnTo>
                  <a:lnTo>
                    <a:pt x="24" y="0"/>
                  </a:lnTo>
                  <a:lnTo>
                    <a:pt x="26" y="0"/>
                  </a:lnTo>
                  <a:lnTo>
                    <a:pt x="26" y="4"/>
                  </a:lnTo>
                  <a:lnTo>
                    <a:pt x="2" y="26"/>
                  </a:lnTo>
                  <a:lnTo>
                    <a:pt x="0" y="2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3" name="Freeform 176"/>
            <p:cNvSpPr>
              <a:spLocks/>
            </p:cNvSpPr>
            <p:nvPr/>
          </p:nvSpPr>
          <p:spPr bwMode="auto">
            <a:xfrm>
              <a:off x="3482521" y="5544911"/>
              <a:ext cx="53975" cy="25400"/>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4" name="Freeform 177"/>
            <p:cNvSpPr>
              <a:spLocks/>
            </p:cNvSpPr>
            <p:nvPr/>
          </p:nvSpPr>
          <p:spPr bwMode="auto">
            <a:xfrm>
              <a:off x="3485696" y="5538561"/>
              <a:ext cx="44450" cy="38100"/>
            </a:xfrm>
            <a:custGeom>
              <a:avLst/>
              <a:gdLst>
                <a:gd name="T0" fmla="*/ 0 w 28"/>
                <a:gd name="T1" fmla="*/ 24 h 24"/>
                <a:gd name="T2" fmla="*/ 0 w 28"/>
                <a:gd name="T3" fmla="*/ 22 h 24"/>
                <a:gd name="T4" fmla="*/ 24 w 28"/>
                <a:gd name="T5" fmla="*/ 0 h 24"/>
                <a:gd name="T6" fmla="*/ 28 w 28"/>
                <a:gd name="T7" fmla="*/ 0 h 24"/>
                <a:gd name="T8" fmla="*/ 28 w 28"/>
                <a:gd name="T9" fmla="*/ 2 h 24"/>
                <a:gd name="T10" fmla="*/ 4 w 28"/>
                <a:gd name="T11" fmla="*/ 24 h 24"/>
                <a:gd name="T12" fmla="*/ 0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0" y="24"/>
                  </a:moveTo>
                  <a:lnTo>
                    <a:pt x="0" y="22"/>
                  </a:lnTo>
                  <a:lnTo>
                    <a:pt x="24" y="0"/>
                  </a:lnTo>
                  <a:lnTo>
                    <a:pt x="28" y="0"/>
                  </a:lnTo>
                  <a:lnTo>
                    <a:pt x="28" y="2"/>
                  </a:lnTo>
                  <a:lnTo>
                    <a:pt x="4"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5" name="Freeform 178"/>
            <p:cNvSpPr>
              <a:spLocks/>
            </p:cNvSpPr>
            <p:nvPr/>
          </p:nvSpPr>
          <p:spPr bwMode="auto">
            <a:xfrm>
              <a:off x="3485696" y="5573486"/>
              <a:ext cx="53975" cy="19050"/>
            </a:xfrm>
            <a:custGeom>
              <a:avLst/>
              <a:gdLst>
                <a:gd name="T0" fmla="*/ 34 w 34"/>
                <a:gd name="T1" fmla="*/ 12 h 12"/>
                <a:gd name="T2" fmla="*/ 34 w 34"/>
                <a:gd name="T3" fmla="*/ 12 h 12"/>
                <a:gd name="T4" fmla="*/ 32 w 34"/>
                <a:gd name="T5" fmla="*/ 12 h 12"/>
                <a:gd name="T6" fmla="*/ 2 w 34"/>
                <a:gd name="T7" fmla="*/ 2 h 12"/>
                <a:gd name="T8" fmla="*/ 2 w 34"/>
                <a:gd name="T9" fmla="*/ 2 h 12"/>
                <a:gd name="T10" fmla="*/ 0 w 34"/>
                <a:gd name="T11" fmla="*/ 0 h 12"/>
                <a:gd name="T12" fmla="*/ 0 w 34"/>
                <a:gd name="T13" fmla="*/ 0 h 12"/>
                <a:gd name="T14" fmla="*/ 2 w 34"/>
                <a:gd name="T15" fmla="*/ 0 h 12"/>
                <a:gd name="T16" fmla="*/ 34 w 34"/>
                <a:gd name="T17" fmla="*/ 10 h 12"/>
                <a:gd name="T18" fmla="*/ 34 w 34"/>
                <a:gd name="T19" fmla="*/ 10 h 12"/>
                <a:gd name="T20" fmla="*/ 34 w 34"/>
                <a:gd name="T21" fmla="*/ 12 h 12"/>
                <a:gd name="T22" fmla="*/ 34 w 34"/>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
                  <a:moveTo>
                    <a:pt x="34" y="12"/>
                  </a:moveTo>
                  <a:lnTo>
                    <a:pt x="34" y="12"/>
                  </a:lnTo>
                  <a:lnTo>
                    <a:pt x="32" y="12"/>
                  </a:lnTo>
                  <a:lnTo>
                    <a:pt x="2" y="2"/>
                  </a:lnTo>
                  <a:lnTo>
                    <a:pt x="2" y="2"/>
                  </a:lnTo>
                  <a:lnTo>
                    <a:pt x="0" y="0"/>
                  </a:lnTo>
                  <a:lnTo>
                    <a:pt x="0" y="0"/>
                  </a:lnTo>
                  <a:lnTo>
                    <a:pt x="2" y="0"/>
                  </a:lnTo>
                  <a:lnTo>
                    <a:pt x="34" y="10"/>
                  </a:lnTo>
                  <a:lnTo>
                    <a:pt x="34" y="10"/>
                  </a:lnTo>
                  <a:lnTo>
                    <a:pt x="34" y="12"/>
                  </a:lnTo>
                  <a:lnTo>
                    <a:pt x="34"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6" name="Freeform 179"/>
            <p:cNvSpPr>
              <a:spLocks/>
            </p:cNvSpPr>
            <p:nvPr/>
          </p:nvSpPr>
          <p:spPr bwMode="auto">
            <a:xfrm>
              <a:off x="3492046" y="5563961"/>
              <a:ext cx="41275" cy="38100"/>
            </a:xfrm>
            <a:custGeom>
              <a:avLst/>
              <a:gdLst>
                <a:gd name="T0" fmla="*/ 0 w 26"/>
                <a:gd name="T1" fmla="*/ 24 h 24"/>
                <a:gd name="T2" fmla="*/ 0 w 26"/>
                <a:gd name="T3" fmla="*/ 22 h 24"/>
                <a:gd name="T4" fmla="*/ 24 w 26"/>
                <a:gd name="T5" fmla="*/ 0 h 24"/>
                <a:gd name="T6" fmla="*/ 26 w 26"/>
                <a:gd name="T7" fmla="*/ 0 h 24"/>
                <a:gd name="T8" fmla="*/ 26 w 26"/>
                <a:gd name="T9" fmla="*/ 2 h 24"/>
                <a:gd name="T10" fmla="*/ 2 w 26"/>
                <a:gd name="T11" fmla="*/ 24 h 24"/>
                <a:gd name="T12" fmla="*/ 0 w 2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6" h="24">
                  <a:moveTo>
                    <a:pt x="0" y="24"/>
                  </a:moveTo>
                  <a:lnTo>
                    <a:pt x="0" y="22"/>
                  </a:lnTo>
                  <a:lnTo>
                    <a:pt x="24" y="0"/>
                  </a:lnTo>
                  <a:lnTo>
                    <a:pt x="26" y="0"/>
                  </a:lnTo>
                  <a:lnTo>
                    <a:pt x="26" y="2"/>
                  </a:lnTo>
                  <a:lnTo>
                    <a:pt x="2"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7" name="Freeform 180"/>
            <p:cNvSpPr>
              <a:spLocks/>
            </p:cNvSpPr>
            <p:nvPr/>
          </p:nvSpPr>
          <p:spPr bwMode="auto">
            <a:xfrm>
              <a:off x="3072946" y="4103461"/>
              <a:ext cx="495300" cy="1393825"/>
            </a:xfrm>
            <a:custGeom>
              <a:avLst/>
              <a:gdLst>
                <a:gd name="T0" fmla="*/ 4 w 312"/>
                <a:gd name="T1" fmla="*/ 56 h 878"/>
                <a:gd name="T2" fmla="*/ 4 w 312"/>
                <a:gd name="T3" fmla="*/ 56 h 878"/>
                <a:gd name="T4" fmla="*/ 10 w 312"/>
                <a:gd name="T5" fmla="*/ 42 h 878"/>
                <a:gd name="T6" fmla="*/ 20 w 312"/>
                <a:gd name="T7" fmla="*/ 30 h 878"/>
                <a:gd name="T8" fmla="*/ 32 w 312"/>
                <a:gd name="T9" fmla="*/ 18 h 878"/>
                <a:gd name="T10" fmla="*/ 48 w 312"/>
                <a:gd name="T11" fmla="*/ 8 h 878"/>
                <a:gd name="T12" fmla="*/ 48 w 312"/>
                <a:gd name="T13" fmla="*/ 8 h 878"/>
                <a:gd name="T14" fmla="*/ 60 w 312"/>
                <a:gd name="T15" fmla="*/ 4 h 878"/>
                <a:gd name="T16" fmla="*/ 72 w 312"/>
                <a:gd name="T17" fmla="*/ 0 h 878"/>
                <a:gd name="T18" fmla="*/ 86 w 312"/>
                <a:gd name="T19" fmla="*/ 0 h 878"/>
                <a:gd name="T20" fmla="*/ 98 w 312"/>
                <a:gd name="T21" fmla="*/ 0 h 878"/>
                <a:gd name="T22" fmla="*/ 98 w 312"/>
                <a:gd name="T23" fmla="*/ 0 h 878"/>
                <a:gd name="T24" fmla="*/ 110 w 312"/>
                <a:gd name="T25" fmla="*/ 0 h 878"/>
                <a:gd name="T26" fmla="*/ 120 w 312"/>
                <a:gd name="T27" fmla="*/ 4 h 878"/>
                <a:gd name="T28" fmla="*/ 130 w 312"/>
                <a:gd name="T29" fmla="*/ 8 h 878"/>
                <a:gd name="T30" fmla="*/ 140 w 312"/>
                <a:gd name="T31" fmla="*/ 14 h 878"/>
                <a:gd name="T32" fmla="*/ 146 w 312"/>
                <a:gd name="T33" fmla="*/ 20 h 878"/>
                <a:gd name="T34" fmla="*/ 154 w 312"/>
                <a:gd name="T35" fmla="*/ 26 h 878"/>
                <a:gd name="T36" fmla="*/ 166 w 312"/>
                <a:gd name="T37" fmla="*/ 44 h 878"/>
                <a:gd name="T38" fmla="*/ 174 w 312"/>
                <a:gd name="T39" fmla="*/ 62 h 878"/>
                <a:gd name="T40" fmla="*/ 182 w 312"/>
                <a:gd name="T41" fmla="*/ 82 h 878"/>
                <a:gd name="T42" fmla="*/ 190 w 312"/>
                <a:gd name="T43" fmla="*/ 124 h 878"/>
                <a:gd name="T44" fmla="*/ 190 w 312"/>
                <a:gd name="T45" fmla="*/ 124 h 878"/>
                <a:gd name="T46" fmla="*/ 202 w 312"/>
                <a:gd name="T47" fmla="*/ 182 h 878"/>
                <a:gd name="T48" fmla="*/ 214 w 312"/>
                <a:gd name="T49" fmla="*/ 238 h 878"/>
                <a:gd name="T50" fmla="*/ 228 w 312"/>
                <a:gd name="T51" fmla="*/ 296 h 878"/>
                <a:gd name="T52" fmla="*/ 240 w 312"/>
                <a:gd name="T53" fmla="*/ 354 h 878"/>
                <a:gd name="T54" fmla="*/ 240 w 312"/>
                <a:gd name="T55" fmla="*/ 354 h 878"/>
                <a:gd name="T56" fmla="*/ 254 w 312"/>
                <a:gd name="T57" fmla="*/ 436 h 878"/>
                <a:gd name="T58" fmla="*/ 266 w 312"/>
                <a:gd name="T59" fmla="*/ 518 h 878"/>
                <a:gd name="T60" fmla="*/ 266 w 312"/>
                <a:gd name="T61" fmla="*/ 518 h 878"/>
                <a:gd name="T62" fmla="*/ 290 w 312"/>
                <a:gd name="T63" fmla="*/ 686 h 878"/>
                <a:gd name="T64" fmla="*/ 304 w 312"/>
                <a:gd name="T65" fmla="*/ 780 h 878"/>
                <a:gd name="T66" fmla="*/ 312 w 312"/>
                <a:gd name="T67" fmla="*/ 856 h 878"/>
                <a:gd name="T68" fmla="*/ 204 w 312"/>
                <a:gd name="T69" fmla="*/ 878 h 878"/>
                <a:gd name="T70" fmla="*/ 204 w 312"/>
                <a:gd name="T71" fmla="*/ 878 h 878"/>
                <a:gd name="T72" fmla="*/ 188 w 312"/>
                <a:gd name="T73" fmla="*/ 836 h 878"/>
                <a:gd name="T74" fmla="*/ 172 w 312"/>
                <a:gd name="T75" fmla="*/ 796 h 878"/>
                <a:gd name="T76" fmla="*/ 150 w 312"/>
                <a:gd name="T77" fmla="*/ 722 h 878"/>
                <a:gd name="T78" fmla="*/ 132 w 312"/>
                <a:gd name="T79" fmla="*/ 658 h 878"/>
                <a:gd name="T80" fmla="*/ 118 w 312"/>
                <a:gd name="T81" fmla="*/ 608 h 878"/>
                <a:gd name="T82" fmla="*/ 118 w 312"/>
                <a:gd name="T83" fmla="*/ 608 h 878"/>
                <a:gd name="T84" fmla="*/ 92 w 312"/>
                <a:gd name="T85" fmla="*/ 522 h 878"/>
                <a:gd name="T86" fmla="*/ 66 w 312"/>
                <a:gd name="T87" fmla="*/ 432 h 878"/>
                <a:gd name="T88" fmla="*/ 44 w 312"/>
                <a:gd name="T89" fmla="*/ 340 h 878"/>
                <a:gd name="T90" fmla="*/ 26 w 312"/>
                <a:gd name="T91" fmla="*/ 250 h 878"/>
                <a:gd name="T92" fmla="*/ 26 w 312"/>
                <a:gd name="T93" fmla="*/ 250 h 878"/>
                <a:gd name="T94" fmla="*/ 6 w 312"/>
                <a:gd name="T95" fmla="*/ 150 h 878"/>
                <a:gd name="T96" fmla="*/ 6 w 312"/>
                <a:gd name="T97" fmla="*/ 150 h 878"/>
                <a:gd name="T98" fmla="*/ 2 w 312"/>
                <a:gd name="T99" fmla="*/ 128 h 878"/>
                <a:gd name="T100" fmla="*/ 0 w 312"/>
                <a:gd name="T101" fmla="*/ 104 h 878"/>
                <a:gd name="T102" fmla="*/ 0 w 312"/>
                <a:gd name="T103" fmla="*/ 80 h 878"/>
                <a:gd name="T104" fmla="*/ 4 w 312"/>
                <a:gd name="T105" fmla="*/ 56 h 878"/>
                <a:gd name="T106" fmla="*/ 4 w 312"/>
                <a:gd name="T107" fmla="*/ 56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2" h="878">
                  <a:moveTo>
                    <a:pt x="4" y="56"/>
                  </a:moveTo>
                  <a:lnTo>
                    <a:pt x="4" y="56"/>
                  </a:lnTo>
                  <a:lnTo>
                    <a:pt x="10" y="42"/>
                  </a:lnTo>
                  <a:lnTo>
                    <a:pt x="20" y="30"/>
                  </a:lnTo>
                  <a:lnTo>
                    <a:pt x="32" y="18"/>
                  </a:lnTo>
                  <a:lnTo>
                    <a:pt x="48" y="8"/>
                  </a:lnTo>
                  <a:lnTo>
                    <a:pt x="48" y="8"/>
                  </a:lnTo>
                  <a:lnTo>
                    <a:pt x="60" y="4"/>
                  </a:lnTo>
                  <a:lnTo>
                    <a:pt x="72" y="0"/>
                  </a:lnTo>
                  <a:lnTo>
                    <a:pt x="86" y="0"/>
                  </a:lnTo>
                  <a:lnTo>
                    <a:pt x="98" y="0"/>
                  </a:lnTo>
                  <a:lnTo>
                    <a:pt x="98" y="0"/>
                  </a:lnTo>
                  <a:lnTo>
                    <a:pt x="110" y="0"/>
                  </a:lnTo>
                  <a:lnTo>
                    <a:pt x="120" y="4"/>
                  </a:lnTo>
                  <a:lnTo>
                    <a:pt x="130" y="8"/>
                  </a:lnTo>
                  <a:lnTo>
                    <a:pt x="140" y="14"/>
                  </a:lnTo>
                  <a:lnTo>
                    <a:pt x="146" y="20"/>
                  </a:lnTo>
                  <a:lnTo>
                    <a:pt x="154" y="26"/>
                  </a:lnTo>
                  <a:lnTo>
                    <a:pt x="166" y="44"/>
                  </a:lnTo>
                  <a:lnTo>
                    <a:pt x="174" y="62"/>
                  </a:lnTo>
                  <a:lnTo>
                    <a:pt x="182" y="82"/>
                  </a:lnTo>
                  <a:lnTo>
                    <a:pt x="190" y="124"/>
                  </a:lnTo>
                  <a:lnTo>
                    <a:pt x="190" y="124"/>
                  </a:lnTo>
                  <a:lnTo>
                    <a:pt x="202" y="182"/>
                  </a:lnTo>
                  <a:lnTo>
                    <a:pt x="214" y="238"/>
                  </a:lnTo>
                  <a:lnTo>
                    <a:pt x="228" y="296"/>
                  </a:lnTo>
                  <a:lnTo>
                    <a:pt x="240" y="354"/>
                  </a:lnTo>
                  <a:lnTo>
                    <a:pt x="240" y="354"/>
                  </a:lnTo>
                  <a:lnTo>
                    <a:pt x="254" y="436"/>
                  </a:lnTo>
                  <a:lnTo>
                    <a:pt x="266" y="518"/>
                  </a:lnTo>
                  <a:lnTo>
                    <a:pt x="266" y="518"/>
                  </a:lnTo>
                  <a:lnTo>
                    <a:pt x="290" y="686"/>
                  </a:lnTo>
                  <a:lnTo>
                    <a:pt x="304" y="780"/>
                  </a:lnTo>
                  <a:lnTo>
                    <a:pt x="312" y="856"/>
                  </a:lnTo>
                  <a:lnTo>
                    <a:pt x="204" y="878"/>
                  </a:lnTo>
                  <a:lnTo>
                    <a:pt x="204" y="878"/>
                  </a:lnTo>
                  <a:lnTo>
                    <a:pt x="188" y="836"/>
                  </a:lnTo>
                  <a:lnTo>
                    <a:pt x="172" y="796"/>
                  </a:lnTo>
                  <a:lnTo>
                    <a:pt x="150" y="722"/>
                  </a:lnTo>
                  <a:lnTo>
                    <a:pt x="132" y="658"/>
                  </a:lnTo>
                  <a:lnTo>
                    <a:pt x="118" y="608"/>
                  </a:lnTo>
                  <a:lnTo>
                    <a:pt x="118" y="608"/>
                  </a:lnTo>
                  <a:lnTo>
                    <a:pt x="92" y="522"/>
                  </a:lnTo>
                  <a:lnTo>
                    <a:pt x="66" y="432"/>
                  </a:lnTo>
                  <a:lnTo>
                    <a:pt x="44" y="340"/>
                  </a:lnTo>
                  <a:lnTo>
                    <a:pt x="26" y="250"/>
                  </a:lnTo>
                  <a:lnTo>
                    <a:pt x="26" y="250"/>
                  </a:lnTo>
                  <a:lnTo>
                    <a:pt x="6" y="150"/>
                  </a:lnTo>
                  <a:lnTo>
                    <a:pt x="6" y="150"/>
                  </a:lnTo>
                  <a:lnTo>
                    <a:pt x="2" y="128"/>
                  </a:lnTo>
                  <a:lnTo>
                    <a:pt x="0" y="104"/>
                  </a:lnTo>
                  <a:lnTo>
                    <a:pt x="0" y="80"/>
                  </a:lnTo>
                  <a:lnTo>
                    <a:pt x="4" y="56"/>
                  </a:lnTo>
                  <a:lnTo>
                    <a:pt x="4" y="56"/>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8" name="Freeform 181"/>
            <p:cNvSpPr>
              <a:spLocks/>
            </p:cNvSpPr>
            <p:nvPr/>
          </p:nvSpPr>
          <p:spPr bwMode="auto">
            <a:xfrm>
              <a:off x="3596821" y="5189311"/>
              <a:ext cx="155575" cy="333375"/>
            </a:xfrm>
            <a:custGeom>
              <a:avLst/>
              <a:gdLst>
                <a:gd name="T0" fmla="*/ 24 w 98"/>
                <a:gd name="T1" fmla="*/ 0 h 210"/>
                <a:gd name="T2" fmla="*/ 98 w 98"/>
                <a:gd name="T3" fmla="*/ 12 h 210"/>
                <a:gd name="T4" fmla="*/ 82 w 98"/>
                <a:gd name="T5" fmla="*/ 122 h 210"/>
                <a:gd name="T6" fmla="*/ 82 w 98"/>
                <a:gd name="T7" fmla="*/ 122 h 210"/>
                <a:gd name="T8" fmla="*/ 80 w 98"/>
                <a:gd name="T9" fmla="*/ 136 h 210"/>
                <a:gd name="T10" fmla="*/ 76 w 98"/>
                <a:gd name="T11" fmla="*/ 150 h 210"/>
                <a:gd name="T12" fmla="*/ 70 w 98"/>
                <a:gd name="T13" fmla="*/ 166 h 210"/>
                <a:gd name="T14" fmla="*/ 62 w 98"/>
                <a:gd name="T15" fmla="*/ 182 h 210"/>
                <a:gd name="T16" fmla="*/ 52 w 98"/>
                <a:gd name="T17" fmla="*/ 196 h 210"/>
                <a:gd name="T18" fmla="*/ 46 w 98"/>
                <a:gd name="T19" fmla="*/ 202 h 210"/>
                <a:gd name="T20" fmla="*/ 40 w 98"/>
                <a:gd name="T21" fmla="*/ 206 h 210"/>
                <a:gd name="T22" fmla="*/ 32 w 98"/>
                <a:gd name="T23" fmla="*/ 210 h 210"/>
                <a:gd name="T24" fmla="*/ 24 w 98"/>
                <a:gd name="T25" fmla="*/ 210 h 210"/>
                <a:gd name="T26" fmla="*/ 24 w 98"/>
                <a:gd name="T27" fmla="*/ 210 h 210"/>
                <a:gd name="T28" fmla="*/ 18 w 98"/>
                <a:gd name="T29" fmla="*/ 206 h 210"/>
                <a:gd name="T30" fmla="*/ 14 w 98"/>
                <a:gd name="T31" fmla="*/ 200 h 210"/>
                <a:gd name="T32" fmla="*/ 8 w 98"/>
                <a:gd name="T33" fmla="*/ 192 h 210"/>
                <a:gd name="T34" fmla="*/ 4 w 98"/>
                <a:gd name="T35" fmla="*/ 178 h 210"/>
                <a:gd name="T36" fmla="*/ 0 w 98"/>
                <a:gd name="T37" fmla="*/ 162 h 210"/>
                <a:gd name="T38" fmla="*/ 0 w 98"/>
                <a:gd name="T39" fmla="*/ 140 h 210"/>
                <a:gd name="T40" fmla="*/ 4 w 98"/>
                <a:gd name="T41" fmla="*/ 114 h 210"/>
                <a:gd name="T42" fmla="*/ 24 w 98"/>
                <a:gd name="T4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210">
                  <a:moveTo>
                    <a:pt x="24" y="0"/>
                  </a:moveTo>
                  <a:lnTo>
                    <a:pt x="98" y="12"/>
                  </a:lnTo>
                  <a:lnTo>
                    <a:pt x="82" y="122"/>
                  </a:lnTo>
                  <a:lnTo>
                    <a:pt x="82" y="122"/>
                  </a:lnTo>
                  <a:lnTo>
                    <a:pt x="80" y="136"/>
                  </a:lnTo>
                  <a:lnTo>
                    <a:pt x="76" y="150"/>
                  </a:lnTo>
                  <a:lnTo>
                    <a:pt x="70" y="166"/>
                  </a:lnTo>
                  <a:lnTo>
                    <a:pt x="62" y="182"/>
                  </a:lnTo>
                  <a:lnTo>
                    <a:pt x="52" y="196"/>
                  </a:lnTo>
                  <a:lnTo>
                    <a:pt x="46" y="202"/>
                  </a:lnTo>
                  <a:lnTo>
                    <a:pt x="40" y="206"/>
                  </a:lnTo>
                  <a:lnTo>
                    <a:pt x="32" y="210"/>
                  </a:lnTo>
                  <a:lnTo>
                    <a:pt x="24" y="210"/>
                  </a:lnTo>
                  <a:lnTo>
                    <a:pt x="24" y="210"/>
                  </a:lnTo>
                  <a:lnTo>
                    <a:pt x="18" y="206"/>
                  </a:lnTo>
                  <a:lnTo>
                    <a:pt x="14" y="200"/>
                  </a:lnTo>
                  <a:lnTo>
                    <a:pt x="8" y="192"/>
                  </a:lnTo>
                  <a:lnTo>
                    <a:pt x="4" y="178"/>
                  </a:lnTo>
                  <a:lnTo>
                    <a:pt x="0" y="162"/>
                  </a:lnTo>
                  <a:lnTo>
                    <a:pt x="0" y="140"/>
                  </a:lnTo>
                  <a:lnTo>
                    <a:pt x="4" y="114"/>
                  </a:lnTo>
                  <a:lnTo>
                    <a:pt x="24"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9" name="Freeform 182"/>
            <p:cNvSpPr>
              <a:spLocks/>
            </p:cNvSpPr>
            <p:nvPr/>
          </p:nvSpPr>
          <p:spPr bwMode="auto">
            <a:xfrm>
              <a:off x="3574596" y="5373461"/>
              <a:ext cx="152400" cy="231775"/>
            </a:xfrm>
            <a:custGeom>
              <a:avLst/>
              <a:gdLst>
                <a:gd name="T0" fmla="*/ 18 w 96"/>
                <a:gd name="T1" fmla="*/ 0 h 146"/>
                <a:gd name="T2" fmla="*/ 18 w 96"/>
                <a:gd name="T3" fmla="*/ 0 h 146"/>
                <a:gd name="T4" fmla="*/ 24 w 96"/>
                <a:gd name="T5" fmla="*/ 2 h 146"/>
                <a:gd name="T6" fmla="*/ 42 w 96"/>
                <a:gd name="T7" fmla="*/ 6 h 146"/>
                <a:gd name="T8" fmla="*/ 66 w 96"/>
                <a:gd name="T9" fmla="*/ 12 h 146"/>
                <a:gd name="T10" fmla="*/ 80 w 96"/>
                <a:gd name="T11" fmla="*/ 12 h 146"/>
                <a:gd name="T12" fmla="*/ 96 w 96"/>
                <a:gd name="T13" fmla="*/ 12 h 146"/>
                <a:gd name="T14" fmla="*/ 96 w 96"/>
                <a:gd name="T15" fmla="*/ 12 h 146"/>
                <a:gd name="T16" fmla="*/ 96 w 96"/>
                <a:gd name="T17" fmla="*/ 34 h 146"/>
                <a:gd name="T18" fmla="*/ 94 w 96"/>
                <a:gd name="T19" fmla="*/ 58 h 146"/>
                <a:gd name="T20" fmla="*/ 90 w 96"/>
                <a:gd name="T21" fmla="*/ 82 h 146"/>
                <a:gd name="T22" fmla="*/ 82 w 96"/>
                <a:gd name="T23" fmla="*/ 108 h 146"/>
                <a:gd name="T24" fmla="*/ 78 w 96"/>
                <a:gd name="T25" fmla="*/ 120 h 146"/>
                <a:gd name="T26" fmla="*/ 72 w 96"/>
                <a:gd name="T27" fmla="*/ 128 h 146"/>
                <a:gd name="T28" fmla="*/ 64 w 96"/>
                <a:gd name="T29" fmla="*/ 136 h 146"/>
                <a:gd name="T30" fmla="*/ 54 w 96"/>
                <a:gd name="T31" fmla="*/ 142 h 146"/>
                <a:gd name="T32" fmla="*/ 44 w 96"/>
                <a:gd name="T33" fmla="*/ 146 h 146"/>
                <a:gd name="T34" fmla="*/ 32 w 96"/>
                <a:gd name="T35" fmla="*/ 144 h 146"/>
                <a:gd name="T36" fmla="*/ 32 w 96"/>
                <a:gd name="T37" fmla="*/ 144 h 146"/>
                <a:gd name="T38" fmla="*/ 28 w 96"/>
                <a:gd name="T39" fmla="*/ 144 h 146"/>
                <a:gd name="T40" fmla="*/ 22 w 96"/>
                <a:gd name="T41" fmla="*/ 140 h 146"/>
                <a:gd name="T42" fmla="*/ 14 w 96"/>
                <a:gd name="T43" fmla="*/ 134 h 146"/>
                <a:gd name="T44" fmla="*/ 8 w 96"/>
                <a:gd name="T45" fmla="*/ 120 h 146"/>
                <a:gd name="T46" fmla="*/ 4 w 96"/>
                <a:gd name="T47" fmla="*/ 112 h 146"/>
                <a:gd name="T48" fmla="*/ 2 w 96"/>
                <a:gd name="T49" fmla="*/ 102 h 146"/>
                <a:gd name="T50" fmla="*/ 0 w 96"/>
                <a:gd name="T51" fmla="*/ 90 h 146"/>
                <a:gd name="T52" fmla="*/ 0 w 96"/>
                <a:gd name="T53" fmla="*/ 78 h 146"/>
                <a:gd name="T54" fmla="*/ 2 w 96"/>
                <a:gd name="T55" fmla="*/ 62 h 146"/>
                <a:gd name="T56" fmla="*/ 4 w 96"/>
                <a:gd name="T57" fmla="*/ 44 h 146"/>
                <a:gd name="T58" fmla="*/ 10 w 96"/>
                <a:gd name="T59" fmla="*/ 22 h 146"/>
                <a:gd name="T60" fmla="*/ 18 w 96"/>
                <a:gd name="T61" fmla="*/ 0 h 146"/>
                <a:gd name="T62" fmla="*/ 18 w 96"/>
                <a:gd name="T6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146">
                  <a:moveTo>
                    <a:pt x="18" y="0"/>
                  </a:moveTo>
                  <a:lnTo>
                    <a:pt x="18" y="0"/>
                  </a:lnTo>
                  <a:lnTo>
                    <a:pt x="24" y="2"/>
                  </a:lnTo>
                  <a:lnTo>
                    <a:pt x="42" y="6"/>
                  </a:lnTo>
                  <a:lnTo>
                    <a:pt x="66" y="12"/>
                  </a:lnTo>
                  <a:lnTo>
                    <a:pt x="80" y="12"/>
                  </a:lnTo>
                  <a:lnTo>
                    <a:pt x="96" y="12"/>
                  </a:lnTo>
                  <a:lnTo>
                    <a:pt x="96" y="12"/>
                  </a:lnTo>
                  <a:lnTo>
                    <a:pt x="96" y="34"/>
                  </a:lnTo>
                  <a:lnTo>
                    <a:pt x="94" y="58"/>
                  </a:lnTo>
                  <a:lnTo>
                    <a:pt x="90" y="82"/>
                  </a:lnTo>
                  <a:lnTo>
                    <a:pt x="82" y="108"/>
                  </a:lnTo>
                  <a:lnTo>
                    <a:pt x="78" y="120"/>
                  </a:lnTo>
                  <a:lnTo>
                    <a:pt x="72" y="128"/>
                  </a:lnTo>
                  <a:lnTo>
                    <a:pt x="64" y="136"/>
                  </a:lnTo>
                  <a:lnTo>
                    <a:pt x="54" y="142"/>
                  </a:lnTo>
                  <a:lnTo>
                    <a:pt x="44" y="146"/>
                  </a:lnTo>
                  <a:lnTo>
                    <a:pt x="32" y="144"/>
                  </a:lnTo>
                  <a:lnTo>
                    <a:pt x="32" y="144"/>
                  </a:lnTo>
                  <a:lnTo>
                    <a:pt x="28" y="144"/>
                  </a:lnTo>
                  <a:lnTo>
                    <a:pt x="22" y="140"/>
                  </a:lnTo>
                  <a:lnTo>
                    <a:pt x="14" y="134"/>
                  </a:lnTo>
                  <a:lnTo>
                    <a:pt x="8" y="120"/>
                  </a:lnTo>
                  <a:lnTo>
                    <a:pt x="4" y="112"/>
                  </a:lnTo>
                  <a:lnTo>
                    <a:pt x="2" y="102"/>
                  </a:lnTo>
                  <a:lnTo>
                    <a:pt x="0" y="90"/>
                  </a:lnTo>
                  <a:lnTo>
                    <a:pt x="0" y="78"/>
                  </a:lnTo>
                  <a:lnTo>
                    <a:pt x="2" y="62"/>
                  </a:lnTo>
                  <a:lnTo>
                    <a:pt x="4" y="44"/>
                  </a:lnTo>
                  <a:lnTo>
                    <a:pt x="10" y="22"/>
                  </a:lnTo>
                  <a:lnTo>
                    <a:pt x="18" y="0"/>
                  </a:lnTo>
                  <a:lnTo>
                    <a:pt x="18"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0" name="Freeform 183"/>
            <p:cNvSpPr>
              <a:spLocks/>
            </p:cNvSpPr>
            <p:nvPr/>
          </p:nvSpPr>
          <p:spPr bwMode="auto">
            <a:xfrm>
              <a:off x="3574596" y="5452836"/>
              <a:ext cx="146050" cy="152400"/>
            </a:xfrm>
            <a:custGeom>
              <a:avLst/>
              <a:gdLst>
                <a:gd name="T0" fmla="*/ 34 w 92"/>
                <a:gd name="T1" fmla="*/ 82 h 96"/>
                <a:gd name="T2" fmla="*/ 34 w 92"/>
                <a:gd name="T3" fmla="*/ 82 h 96"/>
                <a:gd name="T4" fmla="*/ 28 w 92"/>
                <a:gd name="T5" fmla="*/ 80 h 96"/>
                <a:gd name="T6" fmla="*/ 22 w 92"/>
                <a:gd name="T7" fmla="*/ 76 h 96"/>
                <a:gd name="T8" fmla="*/ 16 w 92"/>
                <a:gd name="T9" fmla="*/ 68 h 96"/>
                <a:gd name="T10" fmla="*/ 8 w 92"/>
                <a:gd name="T11" fmla="*/ 58 h 96"/>
                <a:gd name="T12" fmla="*/ 4 w 92"/>
                <a:gd name="T13" fmla="*/ 44 h 96"/>
                <a:gd name="T14" fmla="*/ 2 w 92"/>
                <a:gd name="T15" fmla="*/ 24 h 96"/>
                <a:gd name="T16" fmla="*/ 4 w 92"/>
                <a:gd name="T17" fmla="*/ 0 h 96"/>
                <a:gd name="T18" fmla="*/ 4 w 92"/>
                <a:gd name="T19" fmla="*/ 0 h 96"/>
                <a:gd name="T20" fmla="*/ 0 w 92"/>
                <a:gd name="T21" fmla="*/ 28 h 96"/>
                <a:gd name="T22" fmla="*/ 2 w 92"/>
                <a:gd name="T23" fmla="*/ 50 h 96"/>
                <a:gd name="T24" fmla="*/ 6 w 92"/>
                <a:gd name="T25" fmla="*/ 68 h 96"/>
                <a:gd name="T26" fmla="*/ 12 w 92"/>
                <a:gd name="T27" fmla="*/ 80 h 96"/>
                <a:gd name="T28" fmla="*/ 18 w 92"/>
                <a:gd name="T29" fmla="*/ 88 h 96"/>
                <a:gd name="T30" fmla="*/ 24 w 92"/>
                <a:gd name="T31" fmla="*/ 94 h 96"/>
                <a:gd name="T32" fmla="*/ 30 w 92"/>
                <a:gd name="T33" fmla="*/ 96 h 96"/>
                <a:gd name="T34" fmla="*/ 30 w 92"/>
                <a:gd name="T35" fmla="*/ 96 h 96"/>
                <a:gd name="T36" fmla="*/ 38 w 92"/>
                <a:gd name="T37" fmla="*/ 96 h 96"/>
                <a:gd name="T38" fmla="*/ 46 w 92"/>
                <a:gd name="T39" fmla="*/ 96 h 96"/>
                <a:gd name="T40" fmla="*/ 58 w 92"/>
                <a:gd name="T41" fmla="*/ 92 h 96"/>
                <a:gd name="T42" fmla="*/ 68 w 92"/>
                <a:gd name="T43" fmla="*/ 84 h 96"/>
                <a:gd name="T44" fmla="*/ 76 w 92"/>
                <a:gd name="T45" fmla="*/ 74 h 96"/>
                <a:gd name="T46" fmla="*/ 82 w 92"/>
                <a:gd name="T47" fmla="*/ 60 h 96"/>
                <a:gd name="T48" fmla="*/ 86 w 92"/>
                <a:gd name="T49" fmla="*/ 46 h 96"/>
                <a:gd name="T50" fmla="*/ 90 w 92"/>
                <a:gd name="T51" fmla="*/ 30 h 96"/>
                <a:gd name="T52" fmla="*/ 92 w 92"/>
                <a:gd name="T53" fmla="*/ 16 h 96"/>
                <a:gd name="T54" fmla="*/ 92 w 92"/>
                <a:gd name="T55" fmla="*/ 16 h 96"/>
                <a:gd name="T56" fmla="*/ 86 w 92"/>
                <a:gd name="T57" fmla="*/ 42 h 96"/>
                <a:gd name="T58" fmla="*/ 80 w 92"/>
                <a:gd name="T59" fmla="*/ 54 h 96"/>
                <a:gd name="T60" fmla="*/ 74 w 92"/>
                <a:gd name="T61" fmla="*/ 64 h 96"/>
                <a:gd name="T62" fmla="*/ 66 w 92"/>
                <a:gd name="T63" fmla="*/ 74 h 96"/>
                <a:gd name="T64" fmla="*/ 58 w 92"/>
                <a:gd name="T65" fmla="*/ 80 h 96"/>
                <a:gd name="T66" fmla="*/ 46 w 92"/>
                <a:gd name="T67" fmla="*/ 82 h 96"/>
                <a:gd name="T68" fmla="*/ 34 w 92"/>
                <a:gd name="T69" fmla="*/ 82 h 96"/>
                <a:gd name="T70" fmla="*/ 34 w 92"/>
                <a:gd name="T71"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2" h="96">
                  <a:moveTo>
                    <a:pt x="34" y="82"/>
                  </a:moveTo>
                  <a:lnTo>
                    <a:pt x="34" y="82"/>
                  </a:lnTo>
                  <a:lnTo>
                    <a:pt x="28" y="80"/>
                  </a:lnTo>
                  <a:lnTo>
                    <a:pt x="22" y="76"/>
                  </a:lnTo>
                  <a:lnTo>
                    <a:pt x="16" y="68"/>
                  </a:lnTo>
                  <a:lnTo>
                    <a:pt x="8" y="58"/>
                  </a:lnTo>
                  <a:lnTo>
                    <a:pt x="4" y="44"/>
                  </a:lnTo>
                  <a:lnTo>
                    <a:pt x="2" y="24"/>
                  </a:lnTo>
                  <a:lnTo>
                    <a:pt x="4" y="0"/>
                  </a:lnTo>
                  <a:lnTo>
                    <a:pt x="4" y="0"/>
                  </a:lnTo>
                  <a:lnTo>
                    <a:pt x="0" y="28"/>
                  </a:lnTo>
                  <a:lnTo>
                    <a:pt x="2" y="50"/>
                  </a:lnTo>
                  <a:lnTo>
                    <a:pt x="6" y="68"/>
                  </a:lnTo>
                  <a:lnTo>
                    <a:pt x="12" y="80"/>
                  </a:lnTo>
                  <a:lnTo>
                    <a:pt x="18" y="88"/>
                  </a:lnTo>
                  <a:lnTo>
                    <a:pt x="24" y="94"/>
                  </a:lnTo>
                  <a:lnTo>
                    <a:pt x="30" y="96"/>
                  </a:lnTo>
                  <a:lnTo>
                    <a:pt x="30" y="96"/>
                  </a:lnTo>
                  <a:lnTo>
                    <a:pt x="38" y="96"/>
                  </a:lnTo>
                  <a:lnTo>
                    <a:pt x="46" y="96"/>
                  </a:lnTo>
                  <a:lnTo>
                    <a:pt x="58" y="92"/>
                  </a:lnTo>
                  <a:lnTo>
                    <a:pt x="68" y="84"/>
                  </a:lnTo>
                  <a:lnTo>
                    <a:pt x="76" y="74"/>
                  </a:lnTo>
                  <a:lnTo>
                    <a:pt x="82" y="60"/>
                  </a:lnTo>
                  <a:lnTo>
                    <a:pt x="86" y="46"/>
                  </a:lnTo>
                  <a:lnTo>
                    <a:pt x="90" y="30"/>
                  </a:lnTo>
                  <a:lnTo>
                    <a:pt x="92" y="16"/>
                  </a:lnTo>
                  <a:lnTo>
                    <a:pt x="92" y="16"/>
                  </a:lnTo>
                  <a:lnTo>
                    <a:pt x="86" y="42"/>
                  </a:lnTo>
                  <a:lnTo>
                    <a:pt x="80" y="54"/>
                  </a:lnTo>
                  <a:lnTo>
                    <a:pt x="74" y="64"/>
                  </a:lnTo>
                  <a:lnTo>
                    <a:pt x="66" y="74"/>
                  </a:lnTo>
                  <a:lnTo>
                    <a:pt x="58" y="80"/>
                  </a:lnTo>
                  <a:lnTo>
                    <a:pt x="46" y="82"/>
                  </a:lnTo>
                  <a:lnTo>
                    <a:pt x="34" y="82"/>
                  </a:lnTo>
                  <a:lnTo>
                    <a:pt x="34" y="8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1" name="Freeform 184"/>
            <p:cNvSpPr>
              <a:spLocks/>
            </p:cNvSpPr>
            <p:nvPr/>
          </p:nvSpPr>
          <p:spPr bwMode="auto">
            <a:xfrm>
              <a:off x="3628571" y="5414736"/>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2" name="Freeform 185"/>
            <p:cNvSpPr>
              <a:spLocks/>
            </p:cNvSpPr>
            <p:nvPr/>
          </p:nvSpPr>
          <p:spPr bwMode="auto">
            <a:xfrm>
              <a:off x="3673021" y="5421086"/>
              <a:ext cx="12700" cy="12700"/>
            </a:xfrm>
            <a:custGeom>
              <a:avLst/>
              <a:gdLst>
                <a:gd name="T0" fmla="*/ 8 w 8"/>
                <a:gd name="T1" fmla="*/ 4 h 8"/>
                <a:gd name="T2" fmla="*/ 8 w 8"/>
                <a:gd name="T3" fmla="*/ 4 h 8"/>
                <a:gd name="T4" fmla="*/ 6 w 8"/>
                <a:gd name="T5" fmla="*/ 8 h 8"/>
                <a:gd name="T6" fmla="*/ 4 w 8"/>
                <a:gd name="T7" fmla="*/ 8 h 8"/>
                <a:gd name="T8" fmla="*/ 4 w 8"/>
                <a:gd name="T9" fmla="*/ 8 h 8"/>
                <a:gd name="T10" fmla="*/ 0 w 8"/>
                <a:gd name="T11" fmla="*/ 6 h 8"/>
                <a:gd name="T12" fmla="*/ 0 w 8"/>
                <a:gd name="T13" fmla="*/ 4 h 8"/>
                <a:gd name="T14" fmla="*/ 0 w 8"/>
                <a:gd name="T15" fmla="*/ 4 h 8"/>
                <a:gd name="T16" fmla="*/ 2 w 8"/>
                <a:gd name="T17" fmla="*/ 0 h 8"/>
                <a:gd name="T18" fmla="*/ 4 w 8"/>
                <a:gd name="T19" fmla="*/ 0 h 8"/>
                <a:gd name="T20" fmla="*/ 4 w 8"/>
                <a:gd name="T21" fmla="*/ 0 h 8"/>
                <a:gd name="T22" fmla="*/ 8 w 8"/>
                <a:gd name="T23" fmla="*/ 2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4" y="8"/>
                  </a:lnTo>
                  <a:lnTo>
                    <a:pt x="4" y="8"/>
                  </a:lnTo>
                  <a:lnTo>
                    <a:pt x="0" y="6"/>
                  </a:lnTo>
                  <a:lnTo>
                    <a:pt x="0" y="4"/>
                  </a:lnTo>
                  <a:lnTo>
                    <a:pt x="0" y="4"/>
                  </a:lnTo>
                  <a:lnTo>
                    <a:pt x="2" y="0"/>
                  </a:lnTo>
                  <a:lnTo>
                    <a:pt x="4" y="0"/>
                  </a:lnTo>
                  <a:lnTo>
                    <a:pt x="4" y="0"/>
                  </a:lnTo>
                  <a:lnTo>
                    <a:pt x="8" y="2"/>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3" name="Freeform 186"/>
            <p:cNvSpPr>
              <a:spLocks/>
            </p:cNvSpPr>
            <p:nvPr/>
          </p:nvSpPr>
          <p:spPr bwMode="auto">
            <a:xfrm>
              <a:off x="3625396" y="5443311"/>
              <a:ext cx="12700" cy="12700"/>
            </a:xfrm>
            <a:custGeom>
              <a:avLst/>
              <a:gdLst>
                <a:gd name="T0" fmla="*/ 8 w 8"/>
                <a:gd name="T1" fmla="*/ 4 h 8"/>
                <a:gd name="T2" fmla="*/ 8 w 8"/>
                <a:gd name="T3" fmla="*/ 4 h 8"/>
                <a:gd name="T4" fmla="*/ 6 w 8"/>
                <a:gd name="T5" fmla="*/ 8 h 8"/>
                <a:gd name="T6" fmla="*/ 2 w 8"/>
                <a:gd name="T7" fmla="*/ 8 h 8"/>
                <a:gd name="T8" fmla="*/ 2 w 8"/>
                <a:gd name="T9" fmla="*/ 8 h 8"/>
                <a:gd name="T10" fmla="*/ 0 w 8"/>
                <a:gd name="T11" fmla="*/ 6 h 8"/>
                <a:gd name="T12" fmla="*/ 0 w 8"/>
                <a:gd name="T13" fmla="*/ 2 h 8"/>
                <a:gd name="T14" fmla="*/ 0 w 8"/>
                <a:gd name="T15" fmla="*/ 2 h 8"/>
                <a:gd name="T16" fmla="*/ 0 w 8"/>
                <a:gd name="T17" fmla="*/ 0 h 8"/>
                <a:gd name="T18" fmla="*/ 4 w 8"/>
                <a:gd name="T19" fmla="*/ 0 h 8"/>
                <a:gd name="T20" fmla="*/ 4 w 8"/>
                <a:gd name="T21" fmla="*/ 0 h 8"/>
                <a:gd name="T22" fmla="*/ 8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2" y="8"/>
                  </a:lnTo>
                  <a:lnTo>
                    <a:pt x="2" y="8"/>
                  </a:lnTo>
                  <a:lnTo>
                    <a:pt x="0" y="6"/>
                  </a:lnTo>
                  <a:lnTo>
                    <a:pt x="0" y="2"/>
                  </a:lnTo>
                  <a:lnTo>
                    <a:pt x="0" y="2"/>
                  </a:lnTo>
                  <a:lnTo>
                    <a:pt x="0" y="0"/>
                  </a:lnTo>
                  <a:lnTo>
                    <a:pt x="4" y="0"/>
                  </a:lnTo>
                  <a:lnTo>
                    <a:pt x="4" y="0"/>
                  </a:lnTo>
                  <a:lnTo>
                    <a:pt x="8"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4" name="Freeform 187"/>
            <p:cNvSpPr>
              <a:spLocks/>
            </p:cNvSpPr>
            <p:nvPr/>
          </p:nvSpPr>
          <p:spPr bwMode="auto">
            <a:xfrm>
              <a:off x="3666671" y="5449661"/>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2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2"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5" name="Freeform 188"/>
            <p:cNvSpPr>
              <a:spLocks/>
            </p:cNvSpPr>
            <p:nvPr/>
          </p:nvSpPr>
          <p:spPr bwMode="auto">
            <a:xfrm>
              <a:off x="3619046" y="5465536"/>
              <a:ext cx="15875" cy="15875"/>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2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2"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6" name="Freeform 189"/>
            <p:cNvSpPr>
              <a:spLocks/>
            </p:cNvSpPr>
            <p:nvPr/>
          </p:nvSpPr>
          <p:spPr bwMode="auto">
            <a:xfrm>
              <a:off x="3663496" y="5475061"/>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2 h 8"/>
                <a:gd name="T14" fmla="*/ 0 w 10"/>
                <a:gd name="T15" fmla="*/ 2 h 8"/>
                <a:gd name="T16" fmla="*/ 2 w 10"/>
                <a:gd name="T17" fmla="*/ 0 h 8"/>
                <a:gd name="T18" fmla="*/ 6 w 10"/>
                <a:gd name="T19" fmla="*/ 0 h 8"/>
                <a:gd name="T20" fmla="*/ 6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2"/>
                  </a:lnTo>
                  <a:lnTo>
                    <a:pt x="0" y="2"/>
                  </a:lnTo>
                  <a:lnTo>
                    <a:pt x="2" y="0"/>
                  </a:lnTo>
                  <a:lnTo>
                    <a:pt x="6" y="0"/>
                  </a:lnTo>
                  <a:lnTo>
                    <a:pt x="6"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7" name="Freeform 190"/>
            <p:cNvSpPr>
              <a:spLocks/>
            </p:cNvSpPr>
            <p:nvPr/>
          </p:nvSpPr>
          <p:spPr bwMode="auto">
            <a:xfrm>
              <a:off x="3615871" y="5490936"/>
              <a:ext cx="15875" cy="15875"/>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0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0"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8" name="Freeform 191"/>
            <p:cNvSpPr>
              <a:spLocks/>
            </p:cNvSpPr>
            <p:nvPr/>
          </p:nvSpPr>
          <p:spPr bwMode="auto">
            <a:xfrm>
              <a:off x="3660321" y="5497286"/>
              <a:ext cx="12700" cy="15875"/>
            </a:xfrm>
            <a:custGeom>
              <a:avLst/>
              <a:gdLst>
                <a:gd name="T0" fmla="*/ 8 w 8"/>
                <a:gd name="T1" fmla="*/ 6 h 10"/>
                <a:gd name="T2" fmla="*/ 8 w 8"/>
                <a:gd name="T3" fmla="*/ 6 h 10"/>
                <a:gd name="T4" fmla="*/ 6 w 8"/>
                <a:gd name="T5" fmla="*/ 8 h 10"/>
                <a:gd name="T6" fmla="*/ 4 w 8"/>
                <a:gd name="T7" fmla="*/ 10 h 10"/>
                <a:gd name="T8" fmla="*/ 4 w 8"/>
                <a:gd name="T9" fmla="*/ 10 h 10"/>
                <a:gd name="T10" fmla="*/ 0 w 8"/>
                <a:gd name="T11" fmla="*/ 8 h 10"/>
                <a:gd name="T12" fmla="*/ 0 w 8"/>
                <a:gd name="T13" fmla="*/ 4 h 10"/>
                <a:gd name="T14" fmla="*/ 0 w 8"/>
                <a:gd name="T15" fmla="*/ 4 h 10"/>
                <a:gd name="T16" fmla="*/ 2 w 8"/>
                <a:gd name="T17" fmla="*/ 2 h 10"/>
                <a:gd name="T18" fmla="*/ 4 w 8"/>
                <a:gd name="T19" fmla="*/ 0 h 10"/>
                <a:gd name="T20" fmla="*/ 4 w 8"/>
                <a:gd name="T21" fmla="*/ 0 h 10"/>
                <a:gd name="T22" fmla="*/ 8 w 8"/>
                <a:gd name="T23" fmla="*/ 2 h 10"/>
                <a:gd name="T24" fmla="*/ 8 w 8"/>
                <a:gd name="T25" fmla="*/ 6 h 10"/>
                <a:gd name="T26" fmla="*/ 8 w 8"/>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8" y="6"/>
                  </a:moveTo>
                  <a:lnTo>
                    <a:pt x="8" y="6"/>
                  </a:lnTo>
                  <a:lnTo>
                    <a:pt x="6" y="8"/>
                  </a:lnTo>
                  <a:lnTo>
                    <a:pt x="4" y="10"/>
                  </a:lnTo>
                  <a:lnTo>
                    <a:pt x="4" y="10"/>
                  </a:lnTo>
                  <a:lnTo>
                    <a:pt x="0" y="8"/>
                  </a:lnTo>
                  <a:lnTo>
                    <a:pt x="0" y="4"/>
                  </a:lnTo>
                  <a:lnTo>
                    <a:pt x="0" y="4"/>
                  </a:lnTo>
                  <a:lnTo>
                    <a:pt x="2" y="2"/>
                  </a:lnTo>
                  <a:lnTo>
                    <a:pt x="4" y="0"/>
                  </a:lnTo>
                  <a:lnTo>
                    <a:pt x="4" y="0"/>
                  </a:lnTo>
                  <a:lnTo>
                    <a:pt x="8" y="2"/>
                  </a:lnTo>
                  <a:lnTo>
                    <a:pt x="8" y="6"/>
                  </a:lnTo>
                  <a:lnTo>
                    <a:pt x="8"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9" name="Freeform 192"/>
            <p:cNvSpPr>
              <a:spLocks/>
            </p:cNvSpPr>
            <p:nvPr/>
          </p:nvSpPr>
          <p:spPr bwMode="auto">
            <a:xfrm>
              <a:off x="3631746" y="5417911"/>
              <a:ext cx="50800" cy="12700"/>
            </a:xfrm>
            <a:custGeom>
              <a:avLst/>
              <a:gdLst>
                <a:gd name="T0" fmla="*/ 32 w 32"/>
                <a:gd name="T1" fmla="*/ 6 h 8"/>
                <a:gd name="T2" fmla="*/ 32 w 32"/>
                <a:gd name="T3" fmla="*/ 6 h 8"/>
                <a:gd name="T4" fmla="*/ 30 w 32"/>
                <a:gd name="T5" fmla="*/ 8 h 8"/>
                <a:gd name="T6" fmla="*/ 2 w 32"/>
                <a:gd name="T7" fmla="*/ 2 h 8"/>
                <a:gd name="T8" fmla="*/ 2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2" y="2"/>
                  </a:lnTo>
                  <a:lnTo>
                    <a:pt x="2"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0" name="Freeform 193"/>
            <p:cNvSpPr>
              <a:spLocks/>
            </p:cNvSpPr>
            <p:nvPr/>
          </p:nvSpPr>
          <p:spPr bwMode="auto">
            <a:xfrm>
              <a:off x="3628571" y="5446486"/>
              <a:ext cx="50800" cy="12700"/>
            </a:xfrm>
            <a:custGeom>
              <a:avLst/>
              <a:gdLst>
                <a:gd name="T0" fmla="*/ 32 w 32"/>
                <a:gd name="T1" fmla="*/ 6 h 8"/>
                <a:gd name="T2" fmla="*/ 32 w 32"/>
                <a:gd name="T3" fmla="*/ 6 h 8"/>
                <a:gd name="T4" fmla="*/ 30 w 32"/>
                <a:gd name="T5" fmla="*/ 8 h 8"/>
                <a:gd name="T6" fmla="*/ 0 w 32"/>
                <a:gd name="T7" fmla="*/ 2 h 8"/>
                <a:gd name="T8" fmla="*/ 0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0" y="2"/>
                  </a:lnTo>
                  <a:lnTo>
                    <a:pt x="0"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1" name="Freeform 194"/>
            <p:cNvSpPr>
              <a:spLocks/>
            </p:cNvSpPr>
            <p:nvPr/>
          </p:nvSpPr>
          <p:spPr bwMode="auto">
            <a:xfrm>
              <a:off x="3625396" y="5471886"/>
              <a:ext cx="47625" cy="9525"/>
            </a:xfrm>
            <a:custGeom>
              <a:avLst/>
              <a:gdLst>
                <a:gd name="T0" fmla="*/ 30 w 30"/>
                <a:gd name="T1" fmla="*/ 6 h 6"/>
                <a:gd name="T2" fmla="*/ 30 w 30"/>
                <a:gd name="T3" fmla="*/ 6 h 6"/>
                <a:gd name="T4" fmla="*/ 30 w 30"/>
                <a:gd name="T5" fmla="*/ 6 h 6"/>
                <a:gd name="T6" fmla="*/ 0 w 30"/>
                <a:gd name="T7" fmla="*/ 2 h 6"/>
                <a:gd name="T8" fmla="*/ 0 w 30"/>
                <a:gd name="T9" fmla="*/ 2 h 6"/>
                <a:gd name="T10" fmla="*/ 0 w 30"/>
                <a:gd name="T11" fmla="*/ 0 h 6"/>
                <a:gd name="T12" fmla="*/ 0 w 30"/>
                <a:gd name="T13" fmla="*/ 0 h 6"/>
                <a:gd name="T14" fmla="*/ 0 w 30"/>
                <a:gd name="T15" fmla="*/ 0 h 6"/>
                <a:gd name="T16" fmla="*/ 30 w 30"/>
                <a:gd name="T17" fmla="*/ 4 h 6"/>
                <a:gd name="T18" fmla="*/ 30 w 30"/>
                <a:gd name="T19" fmla="*/ 4 h 6"/>
                <a:gd name="T20" fmla="*/ 30 w 30"/>
                <a:gd name="T21" fmla="*/ 6 h 6"/>
                <a:gd name="T22" fmla="*/ 30 w 30"/>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6">
                  <a:moveTo>
                    <a:pt x="30" y="6"/>
                  </a:moveTo>
                  <a:lnTo>
                    <a:pt x="30" y="6"/>
                  </a:lnTo>
                  <a:lnTo>
                    <a:pt x="30" y="6"/>
                  </a:lnTo>
                  <a:lnTo>
                    <a:pt x="0" y="2"/>
                  </a:lnTo>
                  <a:lnTo>
                    <a:pt x="0" y="2"/>
                  </a:lnTo>
                  <a:lnTo>
                    <a:pt x="0" y="0"/>
                  </a:lnTo>
                  <a:lnTo>
                    <a:pt x="0" y="0"/>
                  </a:lnTo>
                  <a:lnTo>
                    <a:pt x="0" y="0"/>
                  </a:lnTo>
                  <a:lnTo>
                    <a:pt x="30" y="4"/>
                  </a:lnTo>
                  <a:lnTo>
                    <a:pt x="30" y="4"/>
                  </a:lnTo>
                  <a:lnTo>
                    <a:pt x="30" y="6"/>
                  </a:lnTo>
                  <a:lnTo>
                    <a:pt x="3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2" name="Freeform 195"/>
            <p:cNvSpPr>
              <a:spLocks/>
            </p:cNvSpPr>
            <p:nvPr/>
          </p:nvSpPr>
          <p:spPr bwMode="auto">
            <a:xfrm>
              <a:off x="3619046" y="5497286"/>
              <a:ext cx="50800" cy="9525"/>
            </a:xfrm>
            <a:custGeom>
              <a:avLst/>
              <a:gdLst>
                <a:gd name="T0" fmla="*/ 32 w 32"/>
                <a:gd name="T1" fmla="*/ 6 h 6"/>
                <a:gd name="T2" fmla="*/ 32 w 32"/>
                <a:gd name="T3" fmla="*/ 6 h 6"/>
                <a:gd name="T4" fmla="*/ 30 w 32"/>
                <a:gd name="T5" fmla="*/ 6 h 6"/>
                <a:gd name="T6" fmla="*/ 2 w 32"/>
                <a:gd name="T7" fmla="*/ 2 h 6"/>
                <a:gd name="T8" fmla="*/ 2 w 32"/>
                <a:gd name="T9" fmla="*/ 2 h 6"/>
                <a:gd name="T10" fmla="*/ 0 w 32"/>
                <a:gd name="T11" fmla="*/ 0 h 6"/>
                <a:gd name="T12" fmla="*/ 0 w 32"/>
                <a:gd name="T13" fmla="*/ 0 h 6"/>
                <a:gd name="T14" fmla="*/ 2 w 32"/>
                <a:gd name="T15" fmla="*/ 0 h 6"/>
                <a:gd name="T16" fmla="*/ 30 w 32"/>
                <a:gd name="T17" fmla="*/ 4 h 6"/>
                <a:gd name="T18" fmla="*/ 30 w 32"/>
                <a:gd name="T19" fmla="*/ 4 h 6"/>
                <a:gd name="T20" fmla="*/ 32 w 32"/>
                <a:gd name="T21" fmla="*/ 6 h 6"/>
                <a:gd name="T22" fmla="*/ 32 w 32"/>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6">
                  <a:moveTo>
                    <a:pt x="32" y="6"/>
                  </a:moveTo>
                  <a:lnTo>
                    <a:pt x="32" y="6"/>
                  </a:lnTo>
                  <a:lnTo>
                    <a:pt x="30" y="6"/>
                  </a:lnTo>
                  <a:lnTo>
                    <a:pt x="2" y="2"/>
                  </a:lnTo>
                  <a:lnTo>
                    <a:pt x="2" y="2"/>
                  </a:lnTo>
                  <a:lnTo>
                    <a:pt x="0" y="0"/>
                  </a:lnTo>
                  <a:lnTo>
                    <a:pt x="0" y="0"/>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3" name="Freeform 196"/>
            <p:cNvSpPr>
              <a:spLocks/>
            </p:cNvSpPr>
            <p:nvPr/>
          </p:nvSpPr>
          <p:spPr bwMode="auto">
            <a:xfrm>
              <a:off x="3631746" y="5417911"/>
              <a:ext cx="44450" cy="38100"/>
            </a:xfrm>
            <a:custGeom>
              <a:avLst/>
              <a:gdLst>
                <a:gd name="T0" fmla="*/ 28 w 28"/>
                <a:gd name="T1" fmla="*/ 24 h 24"/>
                <a:gd name="T2" fmla="*/ 26 w 28"/>
                <a:gd name="T3" fmla="*/ 24 h 24"/>
                <a:gd name="T4" fmla="*/ 0 w 28"/>
                <a:gd name="T5" fmla="*/ 2 h 24"/>
                <a:gd name="T6" fmla="*/ 0 w 28"/>
                <a:gd name="T7" fmla="*/ 0 h 24"/>
                <a:gd name="T8" fmla="*/ 2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2"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4" name="Freeform 197"/>
            <p:cNvSpPr>
              <a:spLocks/>
            </p:cNvSpPr>
            <p:nvPr/>
          </p:nvSpPr>
          <p:spPr bwMode="auto">
            <a:xfrm>
              <a:off x="3628571" y="5424261"/>
              <a:ext cx="53975" cy="25400"/>
            </a:xfrm>
            <a:custGeom>
              <a:avLst/>
              <a:gdLst>
                <a:gd name="T0" fmla="*/ 0 w 34"/>
                <a:gd name="T1" fmla="*/ 16 h 16"/>
                <a:gd name="T2" fmla="*/ 0 w 34"/>
                <a:gd name="T3" fmla="*/ 16 h 16"/>
                <a:gd name="T4" fmla="*/ 0 w 34"/>
                <a:gd name="T5" fmla="*/ 12 h 16"/>
                <a:gd name="T6" fmla="*/ 32 w 34"/>
                <a:gd name="T7" fmla="*/ 0 h 16"/>
                <a:gd name="T8" fmla="*/ 32 w 34"/>
                <a:gd name="T9" fmla="*/ 0 h 16"/>
                <a:gd name="T10" fmla="*/ 34 w 34"/>
                <a:gd name="T11" fmla="*/ 2 h 16"/>
                <a:gd name="T12" fmla="*/ 34 w 34"/>
                <a:gd name="T13" fmla="*/ 2 h 16"/>
                <a:gd name="T14" fmla="*/ 34 w 34"/>
                <a:gd name="T15" fmla="*/ 4 h 16"/>
                <a:gd name="T16" fmla="*/ 2 w 34"/>
                <a:gd name="T17" fmla="*/ 16 h 16"/>
                <a:gd name="T18" fmla="*/ 2 w 34"/>
                <a:gd name="T19" fmla="*/ 16 h 16"/>
                <a:gd name="T20" fmla="*/ 0 w 34"/>
                <a:gd name="T21" fmla="*/ 16 h 16"/>
                <a:gd name="T22" fmla="*/ 0 w 34"/>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0" y="16"/>
                  </a:moveTo>
                  <a:lnTo>
                    <a:pt x="0" y="16"/>
                  </a:lnTo>
                  <a:lnTo>
                    <a:pt x="0" y="12"/>
                  </a:lnTo>
                  <a:lnTo>
                    <a:pt x="32" y="0"/>
                  </a:lnTo>
                  <a:lnTo>
                    <a:pt x="32" y="0"/>
                  </a:lnTo>
                  <a:lnTo>
                    <a:pt x="34" y="2"/>
                  </a:lnTo>
                  <a:lnTo>
                    <a:pt x="34" y="2"/>
                  </a:lnTo>
                  <a:lnTo>
                    <a:pt x="34" y="4"/>
                  </a:lnTo>
                  <a:lnTo>
                    <a:pt x="2" y="16"/>
                  </a:lnTo>
                  <a:lnTo>
                    <a:pt x="2" y="16"/>
                  </a:lnTo>
                  <a:lnTo>
                    <a:pt x="0" y="16"/>
                  </a:lnTo>
                  <a:lnTo>
                    <a:pt x="0" y="1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5" name="Freeform 198"/>
            <p:cNvSpPr>
              <a:spLocks/>
            </p:cNvSpPr>
            <p:nvPr/>
          </p:nvSpPr>
          <p:spPr bwMode="auto">
            <a:xfrm>
              <a:off x="3628571" y="5446486"/>
              <a:ext cx="44450" cy="38100"/>
            </a:xfrm>
            <a:custGeom>
              <a:avLst/>
              <a:gdLst>
                <a:gd name="T0" fmla="*/ 28 w 28"/>
                <a:gd name="T1" fmla="*/ 24 h 24"/>
                <a:gd name="T2" fmla="*/ 26 w 28"/>
                <a:gd name="T3" fmla="*/ 24 h 24"/>
                <a:gd name="T4" fmla="*/ 0 w 28"/>
                <a:gd name="T5" fmla="*/ 2 h 24"/>
                <a:gd name="T6" fmla="*/ 0 w 28"/>
                <a:gd name="T7" fmla="*/ 0 h 24"/>
                <a:gd name="T8" fmla="*/ 4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4"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6" name="Freeform 199"/>
            <p:cNvSpPr>
              <a:spLocks/>
            </p:cNvSpPr>
            <p:nvPr/>
          </p:nvSpPr>
          <p:spPr bwMode="auto">
            <a:xfrm>
              <a:off x="3625396" y="5452836"/>
              <a:ext cx="50800" cy="22225"/>
            </a:xfrm>
            <a:custGeom>
              <a:avLst/>
              <a:gdLst>
                <a:gd name="T0" fmla="*/ 0 w 32"/>
                <a:gd name="T1" fmla="*/ 14 h 14"/>
                <a:gd name="T2" fmla="*/ 0 w 32"/>
                <a:gd name="T3" fmla="*/ 14 h 14"/>
                <a:gd name="T4" fmla="*/ 0 w 32"/>
                <a:gd name="T5" fmla="*/ 12 h 14"/>
                <a:gd name="T6" fmla="*/ 30 w 32"/>
                <a:gd name="T7" fmla="*/ 0 h 14"/>
                <a:gd name="T8" fmla="*/ 30 w 32"/>
                <a:gd name="T9" fmla="*/ 0 h 14"/>
                <a:gd name="T10" fmla="*/ 32 w 32"/>
                <a:gd name="T11" fmla="*/ 0 h 14"/>
                <a:gd name="T12" fmla="*/ 32 w 32"/>
                <a:gd name="T13" fmla="*/ 0 h 14"/>
                <a:gd name="T14" fmla="*/ 32 w 32"/>
                <a:gd name="T15" fmla="*/ 2 h 14"/>
                <a:gd name="T16" fmla="*/ 2 w 32"/>
                <a:gd name="T17" fmla="*/ 14 h 14"/>
                <a:gd name="T18" fmla="*/ 2 w 32"/>
                <a:gd name="T19" fmla="*/ 14 h 14"/>
                <a:gd name="T20" fmla="*/ 0 w 32"/>
                <a:gd name="T21" fmla="*/ 14 h 14"/>
                <a:gd name="T22" fmla="*/ 0 w 32"/>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4"/>
                  </a:moveTo>
                  <a:lnTo>
                    <a:pt x="0" y="14"/>
                  </a:lnTo>
                  <a:lnTo>
                    <a:pt x="0" y="12"/>
                  </a:lnTo>
                  <a:lnTo>
                    <a:pt x="30" y="0"/>
                  </a:lnTo>
                  <a:lnTo>
                    <a:pt x="30" y="0"/>
                  </a:lnTo>
                  <a:lnTo>
                    <a:pt x="32" y="0"/>
                  </a:lnTo>
                  <a:lnTo>
                    <a:pt x="32" y="0"/>
                  </a:lnTo>
                  <a:lnTo>
                    <a:pt x="32" y="2"/>
                  </a:lnTo>
                  <a:lnTo>
                    <a:pt x="2" y="14"/>
                  </a:lnTo>
                  <a:lnTo>
                    <a:pt x="2" y="14"/>
                  </a:lnTo>
                  <a:lnTo>
                    <a:pt x="0" y="14"/>
                  </a:lnTo>
                  <a:lnTo>
                    <a:pt x="0"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7" name="Freeform 200"/>
            <p:cNvSpPr>
              <a:spLocks/>
            </p:cNvSpPr>
            <p:nvPr/>
          </p:nvSpPr>
          <p:spPr bwMode="auto">
            <a:xfrm>
              <a:off x="3625396" y="5471886"/>
              <a:ext cx="44450" cy="34925"/>
            </a:xfrm>
            <a:custGeom>
              <a:avLst/>
              <a:gdLst>
                <a:gd name="T0" fmla="*/ 28 w 28"/>
                <a:gd name="T1" fmla="*/ 22 h 22"/>
                <a:gd name="T2" fmla="*/ 26 w 28"/>
                <a:gd name="T3" fmla="*/ 22 h 22"/>
                <a:gd name="T4" fmla="*/ 0 w 28"/>
                <a:gd name="T5" fmla="*/ 2 h 22"/>
                <a:gd name="T6" fmla="*/ 0 w 28"/>
                <a:gd name="T7" fmla="*/ 0 h 22"/>
                <a:gd name="T8" fmla="*/ 2 w 28"/>
                <a:gd name="T9" fmla="*/ 0 h 22"/>
                <a:gd name="T10" fmla="*/ 28 w 28"/>
                <a:gd name="T11" fmla="*/ 20 h 22"/>
                <a:gd name="T12" fmla="*/ 28 w 28"/>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8" y="22"/>
                  </a:moveTo>
                  <a:lnTo>
                    <a:pt x="26" y="22"/>
                  </a:lnTo>
                  <a:lnTo>
                    <a:pt x="0" y="2"/>
                  </a:lnTo>
                  <a:lnTo>
                    <a:pt x="0" y="0"/>
                  </a:lnTo>
                  <a:lnTo>
                    <a:pt x="2" y="0"/>
                  </a:lnTo>
                  <a:lnTo>
                    <a:pt x="28" y="20"/>
                  </a:lnTo>
                  <a:lnTo>
                    <a:pt x="28" y="2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8" name="Freeform 201"/>
            <p:cNvSpPr>
              <a:spLocks/>
            </p:cNvSpPr>
            <p:nvPr/>
          </p:nvSpPr>
          <p:spPr bwMode="auto">
            <a:xfrm>
              <a:off x="3619046" y="5478236"/>
              <a:ext cx="50800" cy="22225"/>
            </a:xfrm>
            <a:custGeom>
              <a:avLst/>
              <a:gdLst>
                <a:gd name="T0" fmla="*/ 0 w 32"/>
                <a:gd name="T1" fmla="*/ 12 h 14"/>
                <a:gd name="T2" fmla="*/ 0 w 32"/>
                <a:gd name="T3" fmla="*/ 12 h 14"/>
                <a:gd name="T4" fmla="*/ 0 w 32"/>
                <a:gd name="T5" fmla="*/ 10 h 14"/>
                <a:gd name="T6" fmla="*/ 30 w 32"/>
                <a:gd name="T7" fmla="*/ 0 h 14"/>
                <a:gd name="T8" fmla="*/ 30 w 32"/>
                <a:gd name="T9" fmla="*/ 0 h 14"/>
                <a:gd name="T10" fmla="*/ 32 w 32"/>
                <a:gd name="T11" fmla="*/ 2 h 14"/>
                <a:gd name="T12" fmla="*/ 32 w 32"/>
                <a:gd name="T13" fmla="*/ 2 h 14"/>
                <a:gd name="T14" fmla="*/ 32 w 32"/>
                <a:gd name="T15" fmla="*/ 2 h 14"/>
                <a:gd name="T16" fmla="*/ 2 w 32"/>
                <a:gd name="T17" fmla="*/ 14 h 14"/>
                <a:gd name="T18" fmla="*/ 2 w 32"/>
                <a:gd name="T19" fmla="*/ 14 h 14"/>
                <a:gd name="T20" fmla="*/ 0 w 32"/>
                <a:gd name="T21" fmla="*/ 12 h 14"/>
                <a:gd name="T22" fmla="*/ 0 w 32"/>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2"/>
                  </a:moveTo>
                  <a:lnTo>
                    <a:pt x="0" y="12"/>
                  </a:lnTo>
                  <a:lnTo>
                    <a:pt x="0" y="10"/>
                  </a:lnTo>
                  <a:lnTo>
                    <a:pt x="30" y="0"/>
                  </a:lnTo>
                  <a:lnTo>
                    <a:pt x="30" y="0"/>
                  </a:lnTo>
                  <a:lnTo>
                    <a:pt x="32" y="2"/>
                  </a:lnTo>
                  <a:lnTo>
                    <a:pt x="32" y="2"/>
                  </a:lnTo>
                  <a:lnTo>
                    <a:pt x="32" y="2"/>
                  </a:lnTo>
                  <a:lnTo>
                    <a:pt x="2" y="14"/>
                  </a:lnTo>
                  <a:lnTo>
                    <a:pt x="2" y="14"/>
                  </a:lnTo>
                  <a:lnTo>
                    <a:pt x="0" y="12"/>
                  </a:lnTo>
                  <a:lnTo>
                    <a:pt x="0"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9" name="Freeform 202"/>
            <p:cNvSpPr>
              <a:spLocks/>
            </p:cNvSpPr>
            <p:nvPr/>
          </p:nvSpPr>
          <p:spPr bwMode="auto">
            <a:xfrm>
              <a:off x="3587296" y="3995511"/>
              <a:ext cx="466725" cy="1393825"/>
            </a:xfrm>
            <a:custGeom>
              <a:avLst/>
              <a:gdLst>
                <a:gd name="T0" fmla="*/ 128 w 294"/>
                <a:gd name="T1" fmla="*/ 30 h 878"/>
                <a:gd name="T2" fmla="*/ 128 w 294"/>
                <a:gd name="T3" fmla="*/ 30 h 878"/>
                <a:gd name="T4" fmla="*/ 136 w 294"/>
                <a:gd name="T5" fmla="*/ 20 h 878"/>
                <a:gd name="T6" fmla="*/ 148 w 294"/>
                <a:gd name="T7" fmla="*/ 12 h 878"/>
                <a:gd name="T8" fmla="*/ 162 w 294"/>
                <a:gd name="T9" fmla="*/ 4 h 878"/>
                <a:gd name="T10" fmla="*/ 178 w 294"/>
                <a:gd name="T11" fmla="*/ 0 h 878"/>
                <a:gd name="T12" fmla="*/ 178 w 294"/>
                <a:gd name="T13" fmla="*/ 0 h 878"/>
                <a:gd name="T14" fmla="*/ 188 w 294"/>
                <a:gd name="T15" fmla="*/ 0 h 878"/>
                <a:gd name="T16" fmla="*/ 200 w 294"/>
                <a:gd name="T17" fmla="*/ 0 h 878"/>
                <a:gd name="T18" fmla="*/ 224 w 294"/>
                <a:gd name="T19" fmla="*/ 6 h 878"/>
                <a:gd name="T20" fmla="*/ 224 w 294"/>
                <a:gd name="T21" fmla="*/ 6 h 878"/>
                <a:gd name="T22" fmla="*/ 238 w 294"/>
                <a:gd name="T23" fmla="*/ 10 h 878"/>
                <a:gd name="T24" fmla="*/ 250 w 294"/>
                <a:gd name="T25" fmla="*/ 16 h 878"/>
                <a:gd name="T26" fmla="*/ 260 w 294"/>
                <a:gd name="T27" fmla="*/ 22 h 878"/>
                <a:gd name="T28" fmla="*/ 268 w 294"/>
                <a:gd name="T29" fmla="*/ 30 h 878"/>
                <a:gd name="T30" fmla="*/ 276 w 294"/>
                <a:gd name="T31" fmla="*/ 40 h 878"/>
                <a:gd name="T32" fmla="*/ 282 w 294"/>
                <a:gd name="T33" fmla="*/ 48 h 878"/>
                <a:gd name="T34" fmla="*/ 286 w 294"/>
                <a:gd name="T35" fmla="*/ 58 h 878"/>
                <a:gd name="T36" fmla="*/ 290 w 294"/>
                <a:gd name="T37" fmla="*/ 68 h 878"/>
                <a:gd name="T38" fmla="*/ 294 w 294"/>
                <a:gd name="T39" fmla="*/ 90 h 878"/>
                <a:gd name="T40" fmla="*/ 294 w 294"/>
                <a:gd name="T41" fmla="*/ 114 h 878"/>
                <a:gd name="T42" fmla="*/ 292 w 294"/>
                <a:gd name="T43" fmla="*/ 136 h 878"/>
                <a:gd name="T44" fmla="*/ 288 w 294"/>
                <a:gd name="T45" fmla="*/ 156 h 878"/>
                <a:gd name="T46" fmla="*/ 288 w 294"/>
                <a:gd name="T47" fmla="*/ 156 h 878"/>
                <a:gd name="T48" fmla="*/ 278 w 294"/>
                <a:gd name="T49" fmla="*/ 214 h 878"/>
                <a:gd name="T50" fmla="*/ 266 w 294"/>
                <a:gd name="T51" fmla="*/ 270 h 878"/>
                <a:gd name="T52" fmla="*/ 252 w 294"/>
                <a:gd name="T53" fmla="*/ 328 h 878"/>
                <a:gd name="T54" fmla="*/ 242 w 294"/>
                <a:gd name="T55" fmla="*/ 384 h 878"/>
                <a:gd name="T56" fmla="*/ 242 w 294"/>
                <a:gd name="T57" fmla="*/ 384 h 878"/>
                <a:gd name="T58" fmla="*/ 232 w 294"/>
                <a:gd name="T59" fmla="*/ 426 h 878"/>
                <a:gd name="T60" fmla="*/ 220 w 294"/>
                <a:gd name="T61" fmla="*/ 468 h 878"/>
                <a:gd name="T62" fmla="*/ 208 w 294"/>
                <a:gd name="T63" fmla="*/ 510 h 878"/>
                <a:gd name="T64" fmla="*/ 198 w 294"/>
                <a:gd name="T65" fmla="*/ 550 h 878"/>
                <a:gd name="T66" fmla="*/ 198 w 294"/>
                <a:gd name="T67" fmla="*/ 550 h 878"/>
                <a:gd name="T68" fmla="*/ 180 w 294"/>
                <a:gd name="T69" fmla="*/ 624 h 878"/>
                <a:gd name="T70" fmla="*/ 154 w 294"/>
                <a:gd name="T71" fmla="*/ 714 h 878"/>
                <a:gd name="T72" fmla="*/ 110 w 294"/>
                <a:gd name="T73" fmla="*/ 878 h 878"/>
                <a:gd name="T74" fmla="*/ 0 w 294"/>
                <a:gd name="T75" fmla="*/ 866 h 878"/>
                <a:gd name="T76" fmla="*/ 0 w 294"/>
                <a:gd name="T77" fmla="*/ 866 h 878"/>
                <a:gd name="T78" fmla="*/ 8 w 294"/>
                <a:gd name="T79" fmla="*/ 808 h 878"/>
                <a:gd name="T80" fmla="*/ 16 w 294"/>
                <a:gd name="T81" fmla="*/ 728 h 878"/>
                <a:gd name="T82" fmla="*/ 28 w 294"/>
                <a:gd name="T83" fmla="*/ 582 h 878"/>
                <a:gd name="T84" fmla="*/ 28 w 294"/>
                <a:gd name="T85" fmla="*/ 582 h 878"/>
                <a:gd name="T86" fmla="*/ 36 w 294"/>
                <a:gd name="T87" fmla="*/ 494 h 878"/>
                <a:gd name="T88" fmla="*/ 46 w 294"/>
                <a:gd name="T89" fmla="*/ 404 h 878"/>
                <a:gd name="T90" fmla="*/ 58 w 294"/>
                <a:gd name="T91" fmla="*/ 314 h 878"/>
                <a:gd name="T92" fmla="*/ 74 w 294"/>
                <a:gd name="T93" fmla="*/ 226 h 878"/>
                <a:gd name="T94" fmla="*/ 74 w 294"/>
                <a:gd name="T95" fmla="*/ 226 h 878"/>
                <a:gd name="T96" fmla="*/ 94 w 294"/>
                <a:gd name="T97" fmla="*/ 124 h 878"/>
                <a:gd name="T98" fmla="*/ 94 w 294"/>
                <a:gd name="T99" fmla="*/ 124 h 878"/>
                <a:gd name="T100" fmla="*/ 98 w 294"/>
                <a:gd name="T101" fmla="*/ 100 h 878"/>
                <a:gd name="T102" fmla="*/ 106 w 294"/>
                <a:gd name="T103" fmla="*/ 76 h 878"/>
                <a:gd name="T104" fmla="*/ 116 w 294"/>
                <a:gd name="T105" fmla="*/ 52 h 878"/>
                <a:gd name="T106" fmla="*/ 128 w 294"/>
                <a:gd name="T107" fmla="*/ 30 h 878"/>
                <a:gd name="T108" fmla="*/ 128 w 294"/>
                <a:gd name="T109" fmla="*/ 30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4" h="878">
                  <a:moveTo>
                    <a:pt x="128" y="30"/>
                  </a:moveTo>
                  <a:lnTo>
                    <a:pt x="128" y="30"/>
                  </a:lnTo>
                  <a:lnTo>
                    <a:pt x="136" y="20"/>
                  </a:lnTo>
                  <a:lnTo>
                    <a:pt x="148" y="12"/>
                  </a:lnTo>
                  <a:lnTo>
                    <a:pt x="162" y="4"/>
                  </a:lnTo>
                  <a:lnTo>
                    <a:pt x="178" y="0"/>
                  </a:lnTo>
                  <a:lnTo>
                    <a:pt x="178" y="0"/>
                  </a:lnTo>
                  <a:lnTo>
                    <a:pt x="188" y="0"/>
                  </a:lnTo>
                  <a:lnTo>
                    <a:pt x="200" y="0"/>
                  </a:lnTo>
                  <a:lnTo>
                    <a:pt x="224" y="6"/>
                  </a:lnTo>
                  <a:lnTo>
                    <a:pt x="224" y="6"/>
                  </a:lnTo>
                  <a:lnTo>
                    <a:pt x="238" y="10"/>
                  </a:lnTo>
                  <a:lnTo>
                    <a:pt x="250" y="16"/>
                  </a:lnTo>
                  <a:lnTo>
                    <a:pt x="260" y="22"/>
                  </a:lnTo>
                  <a:lnTo>
                    <a:pt x="268" y="30"/>
                  </a:lnTo>
                  <a:lnTo>
                    <a:pt x="276" y="40"/>
                  </a:lnTo>
                  <a:lnTo>
                    <a:pt x="282" y="48"/>
                  </a:lnTo>
                  <a:lnTo>
                    <a:pt x="286" y="58"/>
                  </a:lnTo>
                  <a:lnTo>
                    <a:pt x="290" y="68"/>
                  </a:lnTo>
                  <a:lnTo>
                    <a:pt x="294" y="90"/>
                  </a:lnTo>
                  <a:lnTo>
                    <a:pt x="294" y="114"/>
                  </a:lnTo>
                  <a:lnTo>
                    <a:pt x="292" y="136"/>
                  </a:lnTo>
                  <a:lnTo>
                    <a:pt x="288" y="156"/>
                  </a:lnTo>
                  <a:lnTo>
                    <a:pt x="288" y="156"/>
                  </a:lnTo>
                  <a:lnTo>
                    <a:pt x="278" y="214"/>
                  </a:lnTo>
                  <a:lnTo>
                    <a:pt x="266" y="270"/>
                  </a:lnTo>
                  <a:lnTo>
                    <a:pt x="252" y="328"/>
                  </a:lnTo>
                  <a:lnTo>
                    <a:pt x="242" y="384"/>
                  </a:lnTo>
                  <a:lnTo>
                    <a:pt x="242" y="384"/>
                  </a:lnTo>
                  <a:lnTo>
                    <a:pt x="232" y="426"/>
                  </a:lnTo>
                  <a:lnTo>
                    <a:pt x="220" y="468"/>
                  </a:lnTo>
                  <a:lnTo>
                    <a:pt x="208" y="510"/>
                  </a:lnTo>
                  <a:lnTo>
                    <a:pt x="198" y="550"/>
                  </a:lnTo>
                  <a:lnTo>
                    <a:pt x="198" y="550"/>
                  </a:lnTo>
                  <a:lnTo>
                    <a:pt x="180" y="624"/>
                  </a:lnTo>
                  <a:lnTo>
                    <a:pt x="154" y="714"/>
                  </a:lnTo>
                  <a:lnTo>
                    <a:pt x="110" y="878"/>
                  </a:lnTo>
                  <a:lnTo>
                    <a:pt x="0" y="866"/>
                  </a:lnTo>
                  <a:lnTo>
                    <a:pt x="0" y="866"/>
                  </a:lnTo>
                  <a:lnTo>
                    <a:pt x="8" y="808"/>
                  </a:lnTo>
                  <a:lnTo>
                    <a:pt x="16" y="728"/>
                  </a:lnTo>
                  <a:lnTo>
                    <a:pt x="28" y="582"/>
                  </a:lnTo>
                  <a:lnTo>
                    <a:pt x="28" y="582"/>
                  </a:lnTo>
                  <a:lnTo>
                    <a:pt x="36" y="494"/>
                  </a:lnTo>
                  <a:lnTo>
                    <a:pt x="46" y="404"/>
                  </a:lnTo>
                  <a:lnTo>
                    <a:pt x="58" y="314"/>
                  </a:lnTo>
                  <a:lnTo>
                    <a:pt x="74" y="226"/>
                  </a:lnTo>
                  <a:lnTo>
                    <a:pt x="74" y="226"/>
                  </a:lnTo>
                  <a:lnTo>
                    <a:pt x="94" y="124"/>
                  </a:lnTo>
                  <a:lnTo>
                    <a:pt x="94" y="124"/>
                  </a:lnTo>
                  <a:lnTo>
                    <a:pt x="98" y="100"/>
                  </a:lnTo>
                  <a:lnTo>
                    <a:pt x="106" y="76"/>
                  </a:lnTo>
                  <a:lnTo>
                    <a:pt x="116" y="52"/>
                  </a:lnTo>
                  <a:lnTo>
                    <a:pt x="128" y="30"/>
                  </a:lnTo>
                  <a:lnTo>
                    <a:pt x="128" y="30"/>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0" name="Freeform 203"/>
            <p:cNvSpPr>
              <a:spLocks/>
            </p:cNvSpPr>
            <p:nvPr/>
          </p:nvSpPr>
          <p:spPr bwMode="auto">
            <a:xfrm>
              <a:off x="3095171" y="3087461"/>
              <a:ext cx="892175" cy="368300"/>
            </a:xfrm>
            <a:custGeom>
              <a:avLst/>
              <a:gdLst>
                <a:gd name="T0" fmla="*/ 404 w 562"/>
                <a:gd name="T1" fmla="*/ 2 h 232"/>
                <a:gd name="T2" fmla="*/ 404 w 562"/>
                <a:gd name="T3" fmla="*/ 2 h 232"/>
                <a:gd name="T4" fmla="*/ 426 w 562"/>
                <a:gd name="T5" fmla="*/ 4 h 232"/>
                <a:gd name="T6" fmla="*/ 448 w 562"/>
                <a:gd name="T7" fmla="*/ 6 h 232"/>
                <a:gd name="T8" fmla="*/ 448 w 562"/>
                <a:gd name="T9" fmla="*/ 6 h 232"/>
                <a:gd name="T10" fmla="*/ 466 w 562"/>
                <a:gd name="T11" fmla="*/ 8 h 232"/>
                <a:gd name="T12" fmla="*/ 484 w 562"/>
                <a:gd name="T13" fmla="*/ 16 h 232"/>
                <a:gd name="T14" fmla="*/ 500 w 562"/>
                <a:gd name="T15" fmla="*/ 24 h 232"/>
                <a:gd name="T16" fmla="*/ 514 w 562"/>
                <a:gd name="T17" fmla="*/ 36 h 232"/>
                <a:gd name="T18" fmla="*/ 528 w 562"/>
                <a:gd name="T19" fmla="*/ 50 h 232"/>
                <a:gd name="T20" fmla="*/ 538 w 562"/>
                <a:gd name="T21" fmla="*/ 64 h 232"/>
                <a:gd name="T22" fmla="*/ 548 w 562"/>
                <a:gd name="T23" fmla="*/ 82 h 232"/>
                <a:gd name="T24" fmla="*/ 554 w 562"/>
                <a:gd name="T25" fmla="*/ 98 h 232"/>
                <a:gd name="T26" fmla="*/ 554 w 562"/>
                <a:gd name="T27" fmla="*/ 98 h 232"/>
                <a:gd name="T28" fmla="*/ 560 w 562"/>
                <a:gd name="T29" fmla="*/ 124 h 232"/>
                <a:gd name="T30" fmla="*/ 562 w 562"/>
                <a:gd name="T31" fmla="*/ 150 h 232"/>
                <a:gd name="T32" fmla="*/ 282 w 562"/>
                <a:gd name="T33" fmla="*/ 150 h 232"/>
                <a:gd name="T34" fmla="*/ 0 w 562"/>
                <a:gd name="T35" fmla="*/ 150 h 232"/>
                <a:gd name="T36" fmla="*/ 0 w 562"/>
                <a:gd name="T37" fmla="*/ 150 h 232"/>
                <a:gd name="T38" fmla="*/ 2 w 562"/>
                <a:gd name="T39" fmla="*/ 124 h 232"/>
                <a:gd name="T40" fmla="*/ 8 w 562"/>
                <a:gd name="T41" fmla="*/ 98 h 232"/>
                <a:gd name="T42" fmla="*/ 8 w 562"/>
                <a:gd name="T43" fmla="*/ 98 h 232"/>
                <a:gd name="T44" fmla="*/ 14 w 562"/>
                <a:gd name="T45" fmla="*/ 82 h 232"/>
                <a:gd name="T46" fmla="*/ 24 w 562"/>
                <a:gd name="T47" fmla="*/ 64 h 232"/>
                <a:gd name="T48" fmla="*/ 34 w 562"/>
                <a:gd name="T49" fmla="*/ 50 h 232"/>
                <a:gd name="T50" fmla="*/ 48 w 562"/>
                <a:gd name="T51" fmla="*/ 36 h 232"/>
                <a:gd name="T52" fmla="*/ 62 w 562"/>
                <a:gd name="T53" fmla="*/ 26 h 232"/>
                <a:gd name="T54" fmla="*/ 80 w 562"/>
                <a:gd name="T55" fmla="*/ 16 h 232"/>
                <a:gd name="T56" fmla="*/ 96 w 562"/>
                <a:gd name="T57" fmla="*/ 10 h 232"/>
                <a:gd name="T58" fmla="*/ 116 w 562"/>
                <a:gd name="T59" fmla="*/ 8 h 232"/>
                <a:gd name="T60" fmla="*/ 116 w 562"/>
                <a:gd name="T61" fmla="*/ 8 h 232"/>
                <a:gd name="T62" fmla="*/ 172 w 562"/>
                <a:gd name="T63" fmla="*/ 0 h 232"/>
                <a:gd name="T64" fmla="*/ 276 w 562"/>
                <a:gd name="T65" fmla="*/ 232 h 232"/>
                <a:gd name="T66" fmla="*/ 404 w 562"/>
                <a:gd name="T67" fmla="*/ 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62" h="232">
                  <a:moveTo>
                    <a:pt x="404" y="2"/>
                  </a:moveTo>
                  <a:lnTo>
                    <a:pt x="404" y="2"/>
                  </a:lnTo>
                  <a:lnTo>
                    <a:pt x="426" y="4"/>
                  </a:lnTo>
                  <a:lnTo>
                    <a:pt x="448" y="6"/>
                  </a:lnTo>
                  <a:lnTo>
                    <a:pt x="448" y="6"/>
                  </a:lnTo>
                  <a:lnTo>
                    <a:pt x="466" y="8"/>
                  </a:lnTo>
                  <a:lnTo>
                    <a:pt x="484" y="16"/>
                  </a:lnTo>
                  <a:lnTo>
                    <a:pt x="500" y="24"/>
                  </a:lnTo>
                  <a:lnTo>
                    <a:pt x="514" y="36"/>
                  </a:lnTo>
                  <a:lnTo>
                    <a:pt x="528" y="50"/>
                  </a:lnTo>
                  <a:lnTo>
                    <a:pt x="538" y="64"/>
                  </a:lnTo>
                  <a:lnTo>
                    <a:pt x="548" y="82"/>
                  </a:lnTo>
                  <a:lnTo>
                    <a:pt x="554" y="98"/>
                  </a:lnTo>
                  <a:lnTo>
                    <a:pt x="554" y="98"/>
                  </a:lnTo>
                  <a:lnTo>
                    <a:pt x="560" y="124"/>
                  </a:lnTo>
                  <a:lnTo>
                    <a:pt x="562" y="150"/>
                  </a:lnTo>
                  <a:lnTo>
                    <a:pt x="282" y="150"/>
                  </a:lnTo>
                  <a:lnTo>
                    <a:pt x="0" y="150"/>
                  </a:lnTo>
                  <a:lnTo>
                    <a:pt x="0" y="150"/>
                  </a:lnTo>
                  <a:lnTo>
                    <a:pt x="2" y="124"/>
                  </a:lnTo>
                  <a:lnTo>
                    <a:pt x="8" y="98"/>
                  </a:lnTo>
                  <a:lnTo>
                    <a:pt x="8" y="98"/>
                  </a:lnTo>
                  <a:lnTo>
                    <a:pt x="14" y="82"/>
                  </a:lnTo>
                  <a:lnTo>
                    <a:pt x="24" y="64"/>
                  </a:lnTo>
                  <a:lnTo>
                    <a:pt x="34" y="50"/>
                  </a:lnTo>
                  <a:lnTo>
                    <a:pt x="48" y="36"/>
                  </a:lnTo>
                  <a:lnTo>
                    <a:pt x="62" y="26"/>
                  </a:lnTo>
                  <a:lnTo>
                    <a:pt x="80" y="16"/>
                  </a:lnTo>
                  <a:lnTo>
                    <a:pt x="96" y="10"/>
                  </a:lnTo>
                  <a:lnTo>
                    <a:pt x="116" y="8"/>
                  </a:lnTo>
                  <a:lnTo>
                    <a:pt x="116" y="8"/>
                  </a:lnTo>
                  <a:lnTo>
                    <a:pt x="172" y="0"/>
                  </a:lnTo>
                  <a:lnTo>
                    <a:pt x="276" y="232"/>
                  </a:lnTo>
                  <a:lnTo>
                    <a:pt x="404" y="2"/>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1" name="Freeform 204"/>
            <p:cNvSpPr>
              <a:spLocks/>
            </p:cNvSpPr>
            <p:nvPr/>
          </p:nvSpPr>
          <p:spPr bwMode="auto">
            <a:xfrm>
              <a:off x="3241221" y="3312886"/>
              <a:ext cx="593725" cy="609600"/>
            </a:xfrm>
            <a:custGeom>
              <a:avLst/>
              <a:gdLst>
                <a:gd name="T0" fmla="*/ 362 w 374"/>
                <a:gd name="T1" fmla="*/ 0 h 384"/>
                <a:gd name="T2" fmla="*/ 16 w 374"/>
                <a:gd name="T3" fmla="*/ 0 h 384"/>
                <a:gd name="T4" fmla="*/ 16 w 374"/>
                <a:gd name="T5" fmla="*/ 0 h 384"/>
                <a:gd name="T6" fmla="*/ 16 w 374"/>
                <a:gd name="T7" fmla="*/ 146 h 384"/>
                <a:gd name="T8" fmla="*/ 16 w 374"/>
                <a:gd name="T9" fmla="*/ 146 h 384"/>
                <a:gd name="T10" fmla="*/ 16 w 374"/>
                <a:gd name="T11" fmla="*/ 190 h 384"/>
                <a:gd name="T12" fmla="*/ 14 w 374"/>
                <a:gd name="T13" fmla="*/ 232 h 384"/>
                <a:gd name="T14" fmla="*/ 8 w 374"/>
                <a:gd name="T15" fmla="*/ 308 h 384"/>
                <a:gd name="T16" fmla="*/ 0 w 374"/>
                <a:gd name="T17" fmla="*/ 384 h 384"/>
                <a:gd name="T18" fmla="*/ 374 w 374"/>
                <a:gd name="T19" fmla="*/ 384 h 384"/>
                <a:gd name="T20" fmla="*/ 374 w 374"/>
                <a:gd name="T21" fmla="*/ 384 h 384"/>
                <a:gd name="T22" fmla="*/ 370 w 374"/>
                <a:gd name="T23" fmla="*/ 276 h 384"/>
                <a:gd name="T24" fmla="*/ 366 w 374"/>
                <a:gd name="T25" fmla="*/ 186 h 384"/>
                <a:gd name="T26" fmla="*/ 366 w 374"/>
                <a:gd name="T27" fmla="*/ 134 h 384"/>
                <a:gd name="T28" fmla="*/ 366 w 374"/>
                <a:gd name="T29" fmla="*/ 148 h 384"/>
                <a:gd name="T30" fmla="*/ 366 w 374"/>
                <a:gd name="T31" fmla="*/ 148 h 384"/>
                <a:gd name="T32" fmla="*/ 366 w 374"/>
                <a:gd name="T33" fmla="*/ 102 h 384"/>
                <a:gd name="T34" fmla="*/ 362 w 374"/>
                <a:gd name="T35" fmla="*/ 0 h 384"/>
                <a:gd name="T36" fmla="*/ 362 w 374"/>
                <a:gd name="T37"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4" h="384">
                  <a:moveTo>
                    <a:pt x="362" y="0"/>
                  </a:moveTo>
                  <a:lnTo>
                    <a:pt x="16" y="0"/>
                  </a:lnTo>
                  <a:lnTo>
                    <a:pt x="16" y="0"/>
                  </a:lnTo>
                  <a:lnTo>
                    <a:pt x="16" y="146"/>
                  </a:lnTo>
                  <a:lnTo>
                    <a:pt x="16" y="146"/>
                  </a:lnTo>
                  <a:lnTo>
                    <a:pt x="16" y="190"/>
                  </a:lnTo>
                  <a:lnTo>
                    <a:pt x="14" y="232"/>
                  </a:lnTo>
                  <a:lnTo>
                    <a:pt x="8" y="308"/>
                  </a:lnTo>
                  <a:lnTo>
                    <a:pt x="0" y="384"/>
                  </a:lnTo>
                  <a:lnTo>
                    <a:pt x="374" y="384"/>
                  </a:lnTo>
                  <a:lnTo>
                    <a:pt x="374" y="384"/>
                  </a:lnTo>
                  <a:lnTo>
                    <a:pt x="370" y="276"/>
                  </a:lnTo>
                  <a:lnTo>
                    <a:pt x="366" y="186"/>
                  </a:lnTo>
                  <a:lnTo>
                    <a:pt x="366" y="134"/>
                  </a:lnTo>
                  <a:lnTo>
                    <a:pt x="366" y="148"/>
                  </a:lnTo>
                  <a:lnTo>
                    <a:pt x="366" y="148"/>
                  </a:lnTo>
                  <a:lnTo>
                    <a:pt x="366" y="102"/>
                  </a:lnTo>
                  <a:lnTo>
                    <a:pt x="362" y="0"/>
                  </a:lnTo>
                  <a:lnTo>
                    <a:pt x="36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2" name="Freeform 206"/>
            <p:cNvSpPr>
              <a:spLocks/>
            </p:cNvSpPr>
            <p:nvPr/>
          </p:nvSpPr>
          <p:spPr bwMode="auto">
            <a:xfrm>
              <a:off x="2904671" y="3185886"/>
              <a:ext cx="396875" cy="463550"/>
            </a:xfrm>
            <a:custGeom>
              <a:avLst/>
              <a:gdLst>
                <a:gd name="T0" fmla="*/ 146 w 250"/>
                <a:gd name="T1" fmla="*/ 0 h 292"/>
                <a:gd name="T2" fmla="*/ 146 w 250"/>
                <a:gd name="T3" fmla="*/ 0 h 292"/>
                <a:gd name="T4" fmla="*/ 134 w 250"/>
                <a:gd name="T5" fmla="*/ 14 h 292"/>
                <a:gd name="T6" fmla="*/ 118 w 250"/>
                <a:gd name="T7" fmla="*/ 34 h 292"/>
                <a:gd name="T8" fmla="*/ 100 w 250"/>
                <a:gd name="T9" fmla="*/ 60 h 292"/>
                <a:gd name="T10" fmla="*/ 78 w 250"/>
                <a:gd name="T11" fmla="*/ 94 h 292"/>
                <a:gd name="T12" fmla="*/ 52 w 250"/>
                <a:gd name="T13" fmla="*/ 138 h 292"/>
                <a:gd name="T14" fmla="*/ 26 w 250"/>
                <a:gd name="T15" fmla="*/ 188 h 292"/>
                <a:gd name="T16" fmla="*/ 0 w 250"/>
                <a:gd name="T17" fmla="*/ 244 h 292"/>
                <a:gd name="T18" fmla="*/ 146 w 250"/>
                <a:gd name="T19" fmla="*/ 292 h 292"/>
                <a:gd name="T20" fmla="*/ 250 w 250"/>
                <a:gd name="T21" fmla="*/ 118 h 292"/>
                <a:gd name="T22" fmla="*/ 250 w 250"/>
                <a:gd name="T23" fmla="*/ 118 h 292"/>
                <a:gd name="T24" fmla="*/ 250 w 250"/>
                <a:gd name="T25" fmla="*/ 100 h 292"/>
                <a:gd name="T26" fmla="*/ 250 w 250"/>
                <a:gd name="T27" fmla="*/ 84 h 292"/>
                <a:gd name="T28" fmla="*/ 246 w 250"/>
                <a:gd name="T29" fmla="*/ 64 h 292"/>
                <a:gd name="T30" fmla="*/ 240 w 250"/>
                <a:gd name="T31" fmla="*/ 52 h 292"/>
                <a:gd name="T32" fmla="*/ 234 w 250"/>
                <a:gd name="T33" fmla="*/ 42 h 292"/>
                <a:gd name="T34" fmla="*/ 226 w 250"/>
                <a:gd name="T35" fmla="*/ 32 h 292"/>
                <a:gd name="T36" fmla="*/ 216 w 250"/>
                <a:gd name="T37" fmla="*/ 24 h 292"/>
                <a:gd name="T38" fmla="*/ 202 w 250"/>
                <a:gd name="T39" fmla="*/ 16 h 292"/>
                <a:gd name="T40" fmla="*/ 186 w 250"/>
                <a:gd name="T41" fmla="*/ 8 h 292"/>
                <a:gd name="T42" fmla="*/ 168 w 250"/>
                <a:gd name="T43" fmla="*/ 2 h 292"/>
                <a:gd name="T44" fmla="*/ 146 w 250"/>
                <a:gd name="T45" fmla="*/ 0 h 292"/>
                <a:gd name="T46" fmla="*/ 146 w 250"/>
                <a:gd name="T4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0" h="292">
                  <a:moveTo>
                    <a:pt x="146" y="0"/>
                  </a:moveTo>
                  <a:lnTo>
                    <a:pt x="146" y="0"/>
                  </a:lnTo>
                  <a:lnTo>
                    <a:pt x="134" y="14"/>
                  </a:lnTo>
                  <a:lnTo>
                    <a:pt x="118" y="34"/>
                  </a:lnTo>
                  <a:lnTo>
                    <a:pt x="100" y="60"/>
                  </a:lnTo>
                  <a:lnTo>
                    <a:pt x="78" y="94"/>
                  </a:lnTo>
                  <a:lnTo>
                    <a:pt x="52" y="138"/>
                  </a:lnTo>
                  <a:lnTo>
                    <a:pt x="26" y="188"/>
                  </a:lnTo>
                  <a:lnTo>
                    <a:pt x="0" y="244"/>
                  </a:lnTo>
                  <a:lnTo>
                    <a:pt x="146" y="292"/>
                  </a:lnTo>
                  <a:lnTo>
                    <a:pt x="250" y="118"/>
                  </a:lnTo>
                  <a:lnTo>
                    <a:pt x="250" y="118"/>
                  </a:lnTo>
                  <a:lnTo>
                    <a:pt x="250" y="100"/>
                  </a:lnTo>
                  <a:lnTo>
                    <a:pt x="250" y="84"/>
                  </a:lnTo>
                  <a:lnTo>
                    <a:pt x="246" y="64"/>
                  </a:lnTo>
                  <a:lnTo>
                    <a:pt x="240" y="52"/>
                  </a:lnTo>
                  <a:lnTo>
                    <a:pt x="234" y="42"/>
                  </a:lnTo>
                  <a:lnTo>
                    <a:pt x="226" y="32"/>
                  </a:lnTo>
                  <a:lnTo>
                    <a:pt x="216" y="24"/>
                  </a:lnTo>
                  <a:lnTo>
                    <a:pt x="202" y="16"/>
                  </a:lnTo>
                  <a:lnTo>
                    <a:pt x="186" y="8"/>
                  </a:lnTo>
                  <a:lnTo>
                    <a:pt x="168" y="2"/>
                  </a:lnTo>
                  <a:lnTo>
                    <a:pt x="146" y="0"/>
                  </a:lnTo>
                  <a:lnTo>
                    <a:pt x="146"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3" name="Freeform 207"/>
            <p:cNvSpPr>
              <a:spLocks/>
            </p:cNvSpPr>
            <p:nvPr/>
          </p:nvSpPr>
          <p:spPr bwMode="auto">
            <a:xfrm>
              <a:off x="3777796" y="3195411"/>
              <a:ext cx="412750" cy="476250"/>
            </a:xfrm>
            <a:custGeom>
              <a:avLst/>
              <a:gdLst>
                <a:gd name="T0" fmla="*/ 112 w 260"/>
                <a:gd name="T1" fmla="*/ 0 h 300"/>
                <a:gd name="T2" fmla="*/ 112 w 260"/>
                <a:gd name="T3" fmla="*/ 0 h 300"/>
                <a:gd name="T4" fmla="*/ 124 w 260"/>
                <a:gd name="T5" fmla="*/ 14 h 300"/>
                <a:gd name="T6" fmla="*/ 140 w 260"/>
                <a:gd name="T7" fmla="*/ 34 h 300"/>
                <a:gd name="T8" fmla="*/ 160 w 260"/>
                <a:gd name="T9" fmla="*/ 58 h 300"/>
                <a:gd name="T10" fmla="*/ 182 w 260"/>
                <a:gd name="T11" fmla="*/ 92 h 300"/>
                <a:gd name="T12" fmla="*/ 208 w 260"/>
                <a:gd name="T13" fmla="*/ 134 h 300"/>
                <a:gd name="T14" fmla="*/ 234 w 260"/>
                <a:gd name="T15" fmla="*/ 182 h 300"/>
                <a:gd name="T16" fmla="*/ 260 w 260"/>
                <a:gd name="T17" fmla="*/ 240 h 300"/>
                <a:gd name="T18" fmla="*/ 106 w 260"/>
                <a:gd name="T19" fmla="*/ 300 h 300"/>
                <a:gd name="T20" fmla="*/ 0 w 260"/>
                <a:gd name="T21" fmla="*/ 118 h 300"/>
                <a:gd name="T22" fmla="*/ 0 w 260"/>
                <a:gd name="T23" fmla="*/ 118 h 300"/>
                <a:gd name="T24" fmla="*/ 0 w 260"/>
                <a:gd name="T25" fmla="*/ 102 h 300"/>
                <a:gd name="T26" fmla="*/ 2 w 260"/>
                <a:gd name="T27" fmla="*/ 84 h 300"/>
                <a:gd name="T28" fmla="*/ 8 w 260"/>
                <a:gd name="T29" fmla="*/ 64 h 300"/>
                <a:gd name="T30" fmla="*/ 14 w 260"/>
                <a:gd name="T31" fmla="*/ 54 h 300"/>
                <a:gd name="T32" fmla="*/ 20 w 260"/>
                <a:gd name="T33" fmla="*/ 44 h 300"/>
                <a:gd name="T34" fmla="*/ 30 w 260"/>
                <a:gd name="T35" fmla="*/ 34 h 300"/>
                <a:gd name="T36" fmla="*/ 40 w 260"/>
                <a:gd name="T37" fmla="*/ 24 h 300"/>
                <a:gd name="T38" fmla="*/ 54 w 260"/>
                <a:gd name="T39" fmla="*/ 16 h 300"/>
                <a:gd name="T40" fmla="*/ 70 w 260"/>
                <a:gd name="T41" fmla="*/ 10 h 300"/>
                <a:gd name="T42" fmla="*/ 88 w 260"/>
                <a:gd name="T43" fmla="*/ 4 h 300"/>
                <a:gd name="T44" fmla="*/ 112 w 260"/>
                <a:gd name="T45" fmla="*/ 0 h 300"/>
                <a:gd name="T46" fmla="*/ 112 w 260"/>
                <a:gd name="T47"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0" h="300">
                  <a:moveTo>
                    <a:pt x="112" y="0"/>
                  </a:moveTo>
                  <a:lnTo>
                    <a:pt x="112" y="0"/>
                  </a:lnTo>
                  <a:lnTo>
                    <a:pt x="124" y="14"/>
                  </a:lnTo>
                  <a:lnTo>
                    <a:pt x="140" y="34"/>
                  </a:lnTo>
                  <a:lnTo>
                    <a:pt x="160" y="58"/>
                  </a:lnTo>
                  <a:lnTo>
                    <a:pt x="182" y="92"/>
                  </a:lnTo>
                  <a:lnTo>
                    <a:pt x="208" y="134"/>
                  </a:lnTo>
                  <a:lnTo>
                    <a:pt x="234" y="182"/>
                  </a:lnTo>
                  <a:lnTo>
                    <a:pt x="260" y="240"/>
                  </a:lnTo>
                  <a:lnTo>
                    <a:pt x="106" y="300"/>
                  </a:lnTo>
                  <a:lnTo>
                    <a:pt x="0" y="118"/>
                  </a:lnTo>
                  <a:lnTo>
                    <a:pt x="0" y="118"/>
                  </a:lnTo>
                  <a:lnTo>
                    <a:pt x="0" y="102"/>
                  </a:lnTo>
                  <a:lnTo>
                    <a:pt x="2" y="84"/>
                  </a:lnTo>
                  <a:lnTo>
                    <a:pt x="8" y="64"/>
                  </a:lnTo>
                  <a:lnTo>
                    <a:pt x="14" y="54"/>
                  </a:lnTo>
                  <a:lnTo>
                    <a:pt x="20" y="44"/>
                  </a:lnTo>
                  <a:lnTo>
                    <a:pt x="30" y="34"/>
                  </a:lnTo>
                  <a:lnTo>
                    <a:pt x="40" y="24"/>
                  </a:lnTo>
                  <a:lnTo>
                    <a:pt x="54" y="16"/>
                  </a:lnTo>
                  <a:lnTo>
                    <a:pt x="70" y="10"/>
                  </a:lnTo>
                  <a:lnTo>
                    <a:pt x="88" y="4"/>
                  </a:lnTo>
                  <a:lnTo>
                    <a:pt x="112" y="0"/>
                  </a:lnTo>
                  <a:lnTo>
                    <a:pt x="11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4" name="Freeform 208"/>
            <p:cNvSpPr>
              <a:spLocks/>
            </p:cNvSpPr>
            <p:nvPr/>
          </p:nvSpPr>
          <p:spPr bwMode="auto">
            <a:xfrm>
              <a:off x="3263446" y="2233386"/>
              <a:ext cx="558800" cy="387350"/>
            </a:xfrm>
            <a:custGeom>
              <a:avLst/>
              <a:gdLst>
                <a:gd name="T0" fmla="*/ 174 w 352"/>
                <a:gd name="T1" fmla="*/ 134 h 244"/>
                <a:gd name="T2" fmla="*/ 154 w 352"/>
                <a:gd name="T3" fmla="*/ 124 h 244"/>
                <a:gd name="T4" fmla="*/ 120 w 352"/>
                <a:gd name="T5" fmla="*/ 116 h 244"/>
                <a:gd name="T6" fmla="*/ 94 w 352"/>
                <a:gd name="T7" fmla="*/ 116 h 244"/>
                <a:gd name="T8" fmla="*/ 66 w 352"/>
                <a:gd name="T9" fmla="*/ 128 h 244"/>
                <a:gd name="T10" fmla="*/ 38 w 352"/>
                <a:gd name="T11" fmla="*/ 152 h 244"/>
                <a:gd name="T12" fmla="*/ 16 w 352"/>
                <a:gd name="T13" fmla="*/ 196 h 244"/>
                <a:gd name="T14" fmla="*/ 6 w 352"/>
                <a:gd name="T15" fmla="*/ 226 h 244"/>
                <a:gd name="T16" fmla="*/ 2 w 352"/>
                <a:gd name="T17" fmla="*/ 198 h 244"/>
                <a:gd name="T18" fmla="*/ 0 w 352"/>
                <a:gd name="T19" fmla="*/ 148 h 244"/>
                <a:gd name="T20" fmla="*/ 8 w 352"/>
                <a:gd name="T21" fmla="*/ 110 h 244"/>
                <a:gd name="T22" fmla="*/ 26 w 352"/>
                <a:gd name="T23" fmla="*/ 72 h 244"/>
                <a:gd name="T24" fmla="*/ 58 w 352"/>
                <a:gd name="T25" fmla="*/ 38 h 244"/>
                <a:gd name="T26" fmla="*/ 108 w 352"/>
                <a:gd name="T27" fmla="*/ 12 h 244"/>
                <a:gd name="T28" fmla="*/ 142 w 352"/>
                <a:gd name="T29" fmla="*/ 2 h 244"/>
                <a:gd name="T30" fmla="*/ 174 w 352"/>
                <a:gd name="T31" fmla="*/ 0 h 244"/>
                <a:gd name="T32" fmla="*/ 228 w 352"/>
                <a:gd name="T33" fmla="*/ 4 h 244"/>
                <a:gd name="T34" fmla="*/ 268 w 352"/>
                <a:gd name="T35" fmla="*/ 14 h 244"/>
                <a:gd name="T36" fmla="*/ 304 w 352"/>
                <a:gd name="T37" fmla="*/ 34 h 244"/>
                <a:gd name="T38" fmla="*/ 334 w 352"/>
                <a:gd name="T39" fmla="*/ 68 h 244"/>
                <a:gd name="T40" fmla="*/ 344 w 352"/>
                <a:gd name="T41" fmla="*/ 90 h 244"/>
                <a:gd name="T42" fmla="*/ 350 w 352"/>
                <a:gd name="T43" fmla="*/ 114 h 244"/>
                <a:gd name="T44" fmla="*/ 352 w 352"/>
                <a:gd name="T45" fmla="*/ 146 h 244"/>
                <a:gd name="T46" fmla="*/ 352 w 352"/>
                <a:gd name="T47" fmla="*/ 178 h 244"/>
                <a:gd name="T48" fmla="*/ 342 w 352"/>
                <a:gd name="T49" fmla="*/ 244 h 244"/>
                <a:gd name="T50" fmla="*/ 340 w 352"/>
                <a:gd name="T51" fmla="*/ 236 h 244"/>
                <a:gd name="T52" fmla="*/ 324 w 352"/>
                <a:gd name="T53" fmla="*/ 186 h 244"/>
                <a:gd name="T54" fmla="*/ 308 w 352"/>
                <a:gd name="T55" fmla="*/ 158 h 244"/>
                <a:gd name="T56" fmla="*/ 286 w 352"/>
                <a:gd name="T57" fmla="*/ 132 h 244"/>
                <a:gd name="T58" fmla="*/ 256 w 352"/>
                <a:gd name="T59" fmla="*/ 116 h 244"/>
                <a:gd name="T60" fmla="*/ 220 w 352"/>
                <a:gd name="T61" fmla="*/ 114 h 244"/>
                <a:gd name="T62" fmla="*/ 174 w 352"/>
                <a:gd name="T63" fmla="*/ 13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2" h="244">
                  <a:moveTo>
                    <a:pt x="174" y="134"/>
                  </a:moveTo>
                  <a:lnTo>
                    <a:pt x="174" y="134"/>
                  </a:lnTo>
                  <a:lnTo>
                    <a:pt x="170" y="132"/>
                  </a:lnTo>
                  <a:lnTo>
                    <a:pt x="154" y="124"/>
                  </a:lnTo>
                  <a:lnTo>
                    <a:pt x="134" y="118"/>
                  </a:lnTo>
                  <a:lnTo>
                    <a:pt x="120" y="116"/>
                  </a:lnTo>
                  <a:lnTo>
                    <a:pt x="108" y="114"/>
                  </a:lnTo>
                  <a:lnTo>
                    <a:pt x="94" y="116"/>
                  </a:lnTo>
                  <a:lnTo>
                    <a:pt x="80" y="120"/>
                  </a:lnTo>
                  <a:lnTo>
                    <a:pt x="66" y="128"/>
                  </a:lnTo>
                  <a:lnTo>
                    <a:pt x="52" y="138"/>
                  </a:lnTo>
                  <a:lnTo>
                    <a:pt x="38" y="152"/>
                  </a:lnTo>
                  <a:lnTo>
                    <a:pt x="26" y="172"/>
                  </a:lnTo>
                  <a:lnTo>
                    <a:pt x="16" y="196"/>
                  </a:lnTo>
                  <a:lnTo>
                    <a:pt x="6" y="226"/>
                  </a:lnTo>
                  <a:lnTo>
                    <a:pt x="6" y="226"/>
                  </a:lnTo>
                  <a:lnTo>
                    <a:pt x="4" y="218"/>
                  </a:lnTo>
                  <a:lnTo>
                    <a:pt x="2" y="198"/>
                  </a:lnTo>
                  <a:lnTo>
                    <a:pt x="0" y="166"/>
                  </a:lnTo>
                  <a:lnTo>
                    <a:pt x="0" y="148"/>
                  </a:lnTo>
                  <a:lnTo>
                    <a:pt x="2" y="130"/>
                  </a:lnTo>
                  <a:lnTo>
                    <a:pt x="8" y="110"/>
                  </a:lnTo>
                  <a:lnTo>
                    <a:pt x="16" y="90"/>
                  </a:lnTo>
                  <a:lnTo>
                    <a:pt x="26" y="72"/>
                  </a:lnTo>
                  <a:lnTo>
                    <a:pt x="40" y="54"/>
                  </a:lnTo>
                  <a:lnTo>
                    <a:pt x="58" y="38"/>
                  </a:lnTo>
                  <a:lnTo>
                    <a:pt x="82" y="24"/>
                  </a:lnTo>
                  <a:lnTo>
                    <a:pt x="108" y="12"/>
                  </a:lnTo>
                  <a:lnTo>
                    <a:pt x="142" y="2"/>
                  </a:lnTo>
                  <a:lnTo>
                    <a:pt x="142" y="2"/>
                  </a:lnTo>
                  <a:lnTo>
                    <a:pt x="150" y="2"/>
                  </a:lnTo>
                  <a:lnTo>
                    <a:pt x="174" y="0"/>
                  </a:lnTo>
                  <a:lnTo>
                    <a:pt x="208" y="2"/>
                  </a:lnTo>
                  <a:lnTo>
                    <a:pt x="228" y="4"/>
                  </a:lnTo>
                  <a:lnTo>
                    <a:pt x="248" y="8"/>
                  </a:lnTo>
                  <a:lnTo>
                    <a:pt x="268" y="14"/>
                  </a:lnTo>
                  <a:lnTo>
                    <a:pt x="286" y="24"/>
                  </a:lnTo>
                  <a:lnTo>
                    <a:pt x="304" y="34"/>
                  </a:lnTo>
                  <a:lnTo>
                    <a:pt x="320" y="50"/>
                  </a:lnTo>
                  <a:lnTo>
                    <a:pt x="334" y="68"/>
                  </a:lnTo>
                  <a:lnTo>
                    <a:pt x="340" y="78"/>
                  </a:lnTo>
                  <a:lnTo>
                    <a:pt x="344" y="90"/>
                  </a:lnTo>
                  <a:lnTo>
                    <a:pt x="348" y="102"/>
                  </a:lnTo>
                  <a:lnTo>
                    <a:pt x="350" y="114"/>
                  </a:lnTo>
                  <a:lnTo>
                    <a:pt x="352" y="130"/>
                  </a:lnTo>
                  <a:lnTo>
                    <a:pt x="352" y="146"/>
                  </a:lnTo>
                  <a:lnTo>
                    <a:pt x="352" y="146"/>
                  </a:lnTo>
                  <a:lnTo>
                    <a:pt x="352" y="178"/>
                  </a:lnTo>
                  <a:lnTo>
                    <a:pt x="348" y="208"/>
                  </a:lnTo>
                  <a:lnTo>
                    <a:pt x="342" y="244"/>
                  </a:lnTo>
                  <a:lnTo>
                    <a:pt x="342" y="244"/>
                  </a:lnTo>
                  <a:lnTo>
                    <a:pt x="340" y="236"/>
                  </a:lnTo>
                  <a:lnTo>
                    <a:pt x="334" y="214"/>
                  </a:lnTo>
                  <a:lnTo>
                    <a:pt x="324" y="186"/>
                  </a:lnTo>
                  <a:lnTo>
                    <a:pt x="318" y="172"/>
                  </a:lnTo>
                  <a:lnTo>
                    <a:pt x="308" y="158"/>
                  </a:lnTo>
                  <a:lnTo>
                    <a:pt x="298" y="144"/>
                  </a:lnTo>
                  <a:lnTo>
                    <a:pt x="286" y="132"/>
                  </a:lnTo>
                  <a:lnTo>
                    <a:pt x="272" y="122"/>
                  </a:lnTo>
                  <a:lnTo>
                    <a:pt x="256" y="116"/>
                  </a:lnTo>
                  <a:lnTo>
                    <a:pt x="240" y="114"/>
                  </a:lnTo>
                  <a:lnTo>
                    <a:pt x="220" y="114"/>
                  </a:lnTo>
                  <a:lnTo>
                    <a:pt x="198" y="122"/>
                  </a:lnTo>
                  <a:lnTo>
                    <a:pt x="174" y="134"/>
                  </a:lnTo>
                  <a:lnTo>
                    <a:pt x="174" y="13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5" name="Freeform 209"/>
            <p:cNvSpPr>
              <a:spLocks/>
            </p:cNvSpPr>
            <p:nvPr/>
          </p:nvSpPr>
          <p:spPr bwMode="auto">
            <a:xfrm>
              <a:off x="3247571" y="2061936"/>
              <a:ext cx="650875" cy="609600"/>
            </a:xfrm>
            <a:custGeom>
              <a:avLst/>
              <a:gdLst>
                <a:gd name="T0" fmla="*/ 352 w 410"/>
                <a:gd name="T1" fmla="*/ 384 h 384"/>
                <a:gd name="T2" fmla="*/ 352 w 410"/>
                <a:gd name="T3" fmla="*/ 360 h 384"/>
                <a:gd name="T4" fmla="*/ 356 w 410"/>
                <a:gd name="T5" fmla="*/ 320 h 384"/>
                <a:gd name="T6" fmla="*/ 374 w 410"/>
                <a:gd name="T7" fmla="*/ 270 h 384"/>
                <a:gd name="T8" fmla="*/ 362 w 410"/>
                <a:gd name="T9" fmla="*/ 254 h 384"/>
                <a:gd name="T10" fmla="*/ 364 w 410"/>
                <a:gd name="T11" fmla="*/ 240 h 384"/>
                <a:gd name="T12" fmla="*/ 368 w 410"/>
                <a:gd name="T13" fmla="*/ 208 h 384"/>
                <a:gd name="T14" fmla="*/ 382 w 410"/>
                <a:gd name="T15" fmla="*/ 174 h 384"/>
                <a:gd name="T16" fmla="*/ 394 w 410"/>
                <a:gd name="T17" fmla="*/ 160 h 384"/>
                <a:gd name="T18" fmla="*/ 410 w 410"/>
                <a:gd name="T19" fmla="*/ 152 h 384"/>
                <a:gd name="T20" fmla="*/ 352 w 410"/>
                <a:gd name="T21" fmla="*/ 194 h 384"/>
                <a:gd name="T22" fmla="*/ 352 w 410"/>
                <a:gd name="T23" fmla="*/ 182 h 384"/>
                <a:gd name="T24" fmla="*/ 358 w 410"/>
                <a:gd name="T25" fmla="*/ 162 h 384"/>
                <a:gd name="T26" fmla="*/ 380 w 410"/>
                <a:gd name="T27" fmla="*/ 130 h 384"/>
                <a:gd name="T28" fmla="*/ 400 w 410"/>
                <a:gd name="T29" fmla="*/ 108 h 384"/>
                <a:gd name="T30" fmla="*/ 366 w 410"/>
                <a:gd name="T31" fmla="*/ 120 h 384"/>
                <a:gd name="T32" fmla="*/ 340 w 410"/>
                <a:gd name="T33" fmla="*/ 132 h 384"/>
                <a:gd name="T34" fmla="*/ 324 w 410"/>
                <a:gd name="T35" fmla="*/ 150 h 384"/>
                <a:gd name="T36" fmla="*/ 320 w 410"/>
                <a:gd name="T37" fmla="*/ 138 h 384"/>
                <a:gd name="T38" fmla="*/ 316 w 410"/>
                <a:gd name="T39" fmla="*/ 108 h 384"/>
                <a:gd name="T40" fmla="*/ 322 w 410"/>
                <a:gd name="T41" fmla="*/ 78 h 384"/>
                <a:gd name="T42" fmla="*/ 334 w 410"/>
                <a:gd name="T43" fmla="*/ 54 h 384"/>
                <a:gd name="T44" fmla="*/ 354 w 410"/>
                <a:gd name="T45" fmla="*/ 30 h 384"/>
                <a:gd name="T46" fmla="*/ 366 w 410"/>
                <a:gd name="T47" fmla="*/ 18 h 384"/>
                <a:gd name="T48" fmla="*/ 342 w 410"/>
                <a:gd name="T49" fmla="*/ 18 h 384"/>
                <a:gd name="T50" fmla="*/ 310 w 410"/>
                <a:gd name="T51" fmla="*/ 30 h 384"/>
                <a:gd name="T52" fmla="*/ 294 w 410"/>
                <a:gd name="T53" fmla="*/ 44 h 384"/>
                <a:gd name="T54" fmla="*/ 278 w 410"/>
                <a:gd name="T55" fmla="*/ 64 h 384"/>
                <a:gd name="T56" fmla="*/ 264 w 410"/>
                <a:gd name="T57" fmla="*/ 92 h 384"/>
                <a:gd name="T58" fmla="*/ 262 w 410"/>
                <a:gd name="T59" fmla="*/ 84 h 384"/>
                <a:gd name="T60" fmla="*/ 256 w 410"/>
                <a:gd name="T61" fmla="*/ 46 h 384"/>
                <a:gd name="T62" fmla="*/ 240 w 410"/>
                <a:gd name="T63" fmla="*/ 16 h 384"/>
                <a:gd name="T64" fmla="*/ 226 w 410"/>
                <a:gd name="T65" fmla="*/ 0 h 384"/>
                <a:gd name="T66" fmla="*/ 236 w 410"/>
                <a:gd name="T67" fmla="*/ 26 h 384"/>
                <a:gd name="T68" fmla="*/ 238 w 410"/>
                <a:gd name="T69" fmla="*/ 50 h 384"/>
                <a:gd name="T70" fmla="*/ 226 w 410"/>
                <a:gd name="T71" fmla="*/ 76 h 384"/>
                <a:gd name="T72" fmla="*/ 220 w 410"/>
                <a:gd name="T73" fmla="*/ 74 h 384"/>
                <a:gd name="T74" fmla="*/ 174 w 410"/>
                <a:gd name="T75" fmla="*/ 66 h 384"/>
                <a:gd name="T76" fmla="*/ 140 w 410"/>
                <a:gd name="T77" fmla="*/ 68 h 384"/>
                <a:gd name="T78" fmla="*/ 104 w 410"/>
                <a:gd name="T79" fmla="*/ 78 h 384"/>
                <a:gd name="T80" fmla="*/ 66 w 410"/>
                <a:gd name="T81" fmla="*/ 96 h 384"/>
                <a:gd name="T82" fmla="*/ 30 w 410"/>
                <a:gd name="T83" fmla="*/ 130 h 384"/>
                <a:gd name="T84" fmla="*/ 0 w 410"/>
                <a:gd name="T85" fmla="*/ 180 h 384"/>
                <a:gd name="T86" fmla="*/ 4 w 410"/>
                <a:gd name="T87" fmla="*/ 176 h 384"/>
                <a:gd name="T88" fmla="*/ 24 w 410"/>
                <a:gd name="T89" fmla="*/ 162 h 384"/>
                <a:gd name="T90" fmla="*/ 42 w 410"/>
                <a:gd name="T91" fmla="*/ 156 h 384"/>
                <a:gd name="T92" fmla="*/ 50 w 410"/>
                <a:gd name="T93" fmla="*/ 158 h 384"/>
                <a:gd name="T94" fmla="*/ 38 w 410"/>
                <a:gd name="T95" fmla="*/ 164 h 384"/>
                <a:gd name="T96" fmla="*/ 20 w 410"/>
                <a:gd name="T97" fmla="*/ 184 h 384"/>
                <a:gd name="T98" fmla="*/ 4 w 410"/>
                <a:gd name="T99" fmla="*/ 224 h 384"/>
                <a:gd name="T100" fmla="*/ 28 w 410"/>
                <a:gd name="T101" fmla="*/ 230 h 384"/>
                <a:gd name="T102" fmla="*/ 260 w 410"/>
                <a:gd name="T103" fmla="*/ 206 h 384"/>
                <a:gd name="T104" fmla="*/ 352 w 410"/>
                <a:gd name="T10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0" h="384">
                  <a:moveTo>
                    <a:pt x="352" y="384"/>
                  </a:moveTo>
                  <a:lnTo>
                    <a:pt x="352" y="384"/>
                  </a:lnTo>
                  <a:lnTo>
                    <a:pt x="352" y="372"/>
                  </a:lnTo>
                  <a:lnTo>
                    <a:pt x="352" y="360"/>
                  </a:lnTo>
                  <a:lnTo>
                    <a:pt x="352" y="342"/>
                  </a:lnTo>
                  <a:lnTo>
                    <a:pt x="356" y="320"/>
                  </a:lnTo>
                  <a:lnTo>
                    <a:pt x="364" y="298"/>
                  </a:lnTo>
                  <a:lnTo>
                    <a:pt x="374" y="270"/>
                  </a:lnTo>
                  <a:lnTo>
                    <a:pt x="392" y="242"/>
                  </a:lnTo>
                  <a:lnTo>
                    <a:pt x="362" y="254"/>
                  </a:lnTo>
                  <a:lnTo>
                    <a:pt x="362" y="254"/>
                  </a:lnTo>
                  <a:lnTo>
                    <a:pt x="364" y="240"/>
                  </a:lnTo>
                  <a:lnTo>
                    <a:pt x="366" y="224"/>
                  </a:lnTo>
                  <a:lnTo>
                    <a:pt x="368" y="208"/>
                  </a:lnTo>
                  <a:lnTo>
                    <a:pt x="374" y="190"/>
                  </a:lnTo>
                  <a:lnTo>
                    <a:pt x="382" y="174"/>
                  </a:lnTo>
                  <a:lnTo>
                    <a:pt x="388" y="166"/>
                  </a:lnTo>
                  <a:lnTo>
                    <a:pt x="394" y="160"/>
                  </a:lnTo>
                  <a:lnTo>
                    <a:pt x="402" y="156"/>
                  </a:lnTo>
                  <a:lnTo>
                    <a:pt x="410" y="152"/>
                  </a:lnTo>
                  <a:lnTo>
                    <a:pt x="352" y="194"/>
                  </a:lnTo>
                  <a:lnTo>
                    <a:pt x="352" y="194"/>
                  </a:lnTo>
                  <a:lnTo>
                    <a:pt x="352" y="188"/>
                  </a:lnTo>
                  <a:lnTo>
                    <a:pt x="352" y="182"/>
                  </a:lnTo>
                  <a:lnTo>
                    <a:pt x="352" y="174"/>
                  </a:lnTo>
                  <a:lnTo>
                    <a:pt x="358" y="162"/>
                  </a:lnTo>
                  <a:lnTo>
                    <a:pt x="366" y="148"/>
                  </a:lnTo>
                  <a:lnTo>
                    <a:pt x="380" y="130"/>
                  </a:lnTo>
                  <a:lnTo>
                    <a:pt x="400" y="108"/>
                  </a:lnTo>
                  <a:lnTo>
                    <a:pt x="400" y="108"/>
                  </a:lnTo>
                  <a:lnTo>
                    <a:pt x="390" y="112"/>
                  </a:lnTo>
                  <a:lnTo>
                    <a:pt x="366" y="120"/>
                  </a:lnTo>
                  <a:lnTo>
                    <a:pt x="352" y="126"/>
                  </a:lnTo>
                  <a:lnTo>
                    <a:pt x="340" y="132"/>
                  </a:lnTo>
                  <a:lnTo>
                    <a:pt x="330" y="140"/>
                  </a:lnTo>
                  <a:lnTo>
                    <a:pt x="324" y="150"/>
                  </a:lnTo>
                  <a:lnTo>
                    <a:pt x="324" y="150"/>
                  </a:lnTo>
                  <a:lnTo>
                    <a:pt x="320" y="138"/>
                  </a:lnTo>
                  <a:lnTo>
                    <a:pt x="316" y="126"/>
                  </a:lnTo>
                  <a:lnTo>
                    <a:pt x="316" y="108"/>
                  </a:lnTo>
                  <a:lnTo>
                    <a:pt x="320" y="88"/>
                  </a:lnTo>
                  <a:lnTo>
                    <a:pt x="322" y="78"/>
                  </a:lnTo>
                  <a:lnTo>
                    <a:pt x="328" y="66"/>
                  </a:lnTo>
                  <a:lnTo>
                    <a:pt x="334" y="54"/>
                  </a:lnTo>
                  <a:lnTo>
                    <a:pt x="342" y="42"/>
                  </a:lnTo>
                  <a:lnTo>
                    <a:pt x="354" y="30"/>
                  </a:lnTo>
                  <a:lnTo>
                    <a:pt x="366" y="18"/>
                  </a:lnTo>
                  <a:lnTo>
                    <a:pt x="366" y="18"/>
                  </a:lnTo>
                  <a:lnTo>
                    <a:pt x="356" y="18"/>
                  </a:lnTo>
                  <a:lnTo>
                    <a:pt x="342" y="18"/>
                  </a:lnTo>
                  <a:lnTo>
                    <a:pt x="328" y="22"/>
                  </a:lnTo>
                  <a:lnTo>
                    <a:pt x="310" y="30"/>
                  </a:lnTo>
                  <a:lnTo>
                    <a:pt x="302" y="36"/>
                  </a:lnTo>
                  <a:lnTo>
                    <a:pt x="294" y="44"/>
                  </a:lnTo>
                  <a:lnTo>
                    <a:pt x="286" y="54"/>
                  </a:lnTo>
                  <a:lnTo>
                    <a:pt x="278" y="64"/>
                  </a:lnTo>
                  <a:lnTo>
                    <a:pt x="270" y="78"/>
                  </a:lnTo>
                  <a:lnTo>
                    <a:pt x="264" y="92"/>
                  </a:lnTo>
                  <a:lnTo>
                    <a:pt x="264" y="92"/>
                  </a:lnTo>
                  <a:lnTo>
                    <a:pt x="262" y="84"/>
                  </a:lnTo>
                  <a:lnTo>
                    <a:pt x="260" y="62"/>
                  </a:lnTo>
                  <a:lnTo>
                    <a:pt x="256" y="46"/>
                  </a:lnTo>
                  <a:lnTo>
                    <a:pt x="248" y="32"/>
                  </a:lnTo>
                  <a:lnTo>
                    <a:pt x="240" y="16"/>
                  </a:lnTo>
                  <a:lnTo>
                    <a:pt x="226" y="0"/>
                  </a:lnTo>
                  <a:lnTo>
                    <a:pt x="226" y="0"/>
                  </a:lnTo>
                  <a:lnTo>
                    <a:pt x="230" y="6"/>
                  </a:lnTo>
                  <a:lnTo>
                    <a:pt x="236" y="26"/>
                  </a:lnTo>
                  <a:lnTo>
                    <a:pt x="238" y="38"/>
                  </a:lnTo>
                  <a:lnTo>
                    <a:pt x="238" y="50"/>
                  </a:lnTo>
                  <a:lnTo>
                    <a:pt x="234" y="64"/>
                  </a:lnTo>
                  <a:lnTo>
                    <a:pt x="226" y="76"/>
                  </a:lnTo>
                  <a:lnTo>
                    <a:pt x="226" y="76"/>
                  </a:lnTo>
                  <a:lnTo>
                    <a:pt x="220" y="74"/>
                  </a:lnTo>
                  <a:lnTo>
                    <a:pt x="202" y="70"/>
                  </a:lnTo>
                  <a:lnTo>
                    <a:pt x="174" y="66"/>
                  </a:lnTo>
                  <a:lnTo>
                    <a:pt x="158" y="66"/>
                  </a:lnTo>
                  <a:lnTo>
                    <a:pt x="140" y="68"/>
                  </a:lnTo>
                  <a:lnTo>
                    <a:pt x="122" y="72"/>
                  </a:lnTo>
                  <a:lnTo>
                    <a:pt x="104" y="78"/>
                  </a:lnTo>
                  <a:lnTo>
                    <a:pt x="84" y="86"/>
                  </a:lnTo>
                  <a:lnTo>
                    <a:pt x="66" y="96"/>
                  </a:lnTo>
                  <a:lnTo>
                    <a:pt x="48" y="112"/>
                  </a:lnTo>
                  <a:lnTo>
                    <a:pt x="30" y="130"/>
                  </a:lnTo>
                  <a:lnTo>
                    <a:pt x="14" y="154"/>
                  </a:lnTo>
                  <a:lnTo>
                    <a:pt x="0" y="180"/>
                  </a:lnTo>
                  <a:lnTo>
                    <a:pt x="0" y="180"/>
                  </a:lnTo>
                  <a:lnTo>
                    <a:pt x="4" y="176"/>
                  </a:lnTo>
                  <a:lnTo>
                    <a:pt x="16" y="168"/>
                  </a:lnTo>
                  <a:lnTo>
                    <a:pt x="24" y="162"/>
                  </a:lnTo>
                  <a:lnTo>
                    <a:pt x="34" y="160"/>
                  </a:lnTo>
                  <a:lnTo>
                    <a:pt x="42" y="156"/>
                  </a:lnTo>
                  <a:lnTo>
                    <a:pt x="50" y="158"/>
                  </a:lnTo>
                  <a:lnTo>
                    <a:pt x="50" y="158"/>
                  </a:lnTo>
                  <a:lnTo>
                    <a:pt x="44" y="160"/>
                  </a:lnTo>
                  <a:lnTo>
                    <a:pt x="38" y="164"/>
                  </a:lnTo>
                  <a:lnTo>
                    <a:pt x="28" y="172"/>
                  </a:lnTo>
                  <a:lnTo>
                    <a:pt x="20" y="184"/>
                  </a:lnTo>
                  <a:lnTo>
                    <a:pt x="12" y="200"/>
                  </a:lnTo>
                  <a:lnTo>
                    <a:pt x="4" y="224"/>
                  </a:lnTo>
                  <a:lnTo>
                    <a:pt x="0" y="256"/>
                  </a:lnTo>
                  <a:lnTo>
                    <a:pt x="28" y="230"/>
                  </a:lnTo>
                  <a:lnTo>
                    <a:pt x="166" y="180"/>
                  </a:lnTo>
                  <a:lnTo>
                    <a:pt x="260" y="206"/>
                  </a:lnTo>
                  <a:lnTo>
                    <a:pt x="308" y="208"/>
                  </a:lnTo>
                  <a:lnTo>
                    <a:pt x="352" y="38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6" name="Freeform 210"/>
            <p:cNvSpPr>
              <a:spLocks/>
            </p:cNvSpPr>
            <p:nvPr/>
          </p:nvSpPr>
          <p:spPr bwMode="auto">
            <a:xfrm>
              <a:off x="3752396" y="2471511"/>
              <a:ext cx="66675" cy="200025"/>
            </a:xfrm>
            <a:custGeom>
              <a:avLst/>
              <a:gdLst>
                <a:gd name="T0" fmla="*/ 0 w 42"/>
                <a:gd name="T1" fmla="*/ 0 h 126"/>
                <a:gd name="T2" fmla="*/ 0 w 42"/>
                <a:gd name="T3" fmla="*/ 0 h 126"/>
                <a:gd name="T4" fmla="*/ 2 w 42"/>
                <a:gd name="T5" fmla="*/ 8 h 126"/>
                <a:gd name="T6" fmla="*/ 6 w 42"/>
                <a:gd name="T7" fmla="*/ 14 h 126"/>
                <a:gd name="T8" fmla="*/ 8 w 42"/>
                <a:gd name="T9" fmla="*/ 24 h 126"/>
                <a:gd name="T10" fmla="*/ 10 w 42"/>
                <a:gd name="T11" fmla="*/ 38 h 126"/>
                <a:gd name="T12" fmla="*/ 10 w 42"/>
                <a:gd name="T13" fmla="*/ 52 h 126"/>
                <a:gd name="T14" fmla="*/ 6 w 42"/>
                <a:gd name="T15" fmla="*/ 68 h 126"/>
                <a:gd name="T16" fmla="*/ 0 w 42"/>
                <a:gd name="T17" fmla="*/ 84 h 126"/>
                <a:gd name="T18" fmla="*/ 0 w 42"/>
                <a:gd name="T19" fmla="*/ 84 h 126"/>
                <a:gd name="T20" fmla="*/ 0 w 42"/>
                <a:gd name="T21" fmla="*/ 88 h 126"/>
                <a:gd name="T22" fmla="*/ 6 w 42"/>
                <a:gd name="T23" fmla="*/ 100 h 126"/>
                <a:gd name="T24" fmla="*/ 18 w 42"/>
                <a:gd name="T25" fmla="*/ 114 h 126"/>
                <a:gd name="T26" fmla="*/ 26 w 42"/>
                <a:gd name="T27" fmla="*/ 120 h 126"/>
                <a:gd name="T28" fmla="*/ 34 w 42"/>
                <a:gd name="T29" fmla="*/ 126 h 126"/>
                <a:gd name="T30" fmla="*/ 42 w 42"/>
                <a:gd name="T31" fmla="*/ 54 h 126"/>
                <a:gd name="T32" fmla="*/ 0 w 42"/>
                <a:gd name="T3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126">
                  <a:moveTo>
                    <a:pt x="0" y="0"/>
                  </a:moveTo>
                  <a:lnTo>
                    <a:pt x="0" y="0"/>
                  </a:lnTo>
                  <a:lnTo>
                    <a:pt x="2" y="8"/>
                  </a:lnTo>
                  <a:lnTo>
                    <a:pt x="6" y="14"/>
                  </a:lnTo>
                  <a:lnTo>
                    <a:pt x="8" y="24"/>
                  </a:lnTo>
                  <a:lnTo>
                    <a:pt x="10" y="38"/>
                  </a:lnTo>
                  <a:lnTo>
                    <a:pt x="10" y="52"/>
                  </a:lnTo>
                  <a:lnTo>
                    <a:pt x="6" y="68"/>
                  </a:lnTo>
                  <a:lnTo>
                    <a:pt x="0" y="84"/>
                  </a:lnTo>
                  <a:lnTo>
                    <a:pt x="0" y="84"/>
                  </a:lnTo>
                  <a:lnTo>
                    <a:pt x="0" y="88"/>
                  </a:lnTo>
                  <a:lnTo>
                    <a:pt x="6" y="100"/>
                  </a:lnTo>
                  <a:lnTo>
                    <a:pt x="18" y="114"/>
                  </a:lnTo>
                  <a:lnTo>
                    <a:pt x="26" y="120"/>
                  </a:lnTo>
                  <a:lnTo>
                    <a:pt x="34" y="126"/>
                  </a:lnTo>
                  <a:lnTo>
                    <a:pt x="42" y="54"/>
                  </a:lnTo>
                  <a:lnTo>
                    <a:pt x="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7" name="Freeform 211"/>
            <p:cNvSpPr>
              <a:spLocks/>
            </p:cNvSpPr>
            <p:nvPr/>
          </p:nvSpPr>
          <p:spPr bwMode="auto">
            <a:xfrm>
              <a:off x="3266621" y="2468336"/>
              <a:ext cx="63500" cy="196850"/>
            </a:xfrm>
            <a:custGeom>
              <a:avLst/>
              <a:gdLst>
                <a:gd name="T0" fmla="*/ 40 w 40"/>
                <a:gd name="T1" fmla="*/ 0 h 124"/>
                <a:gd name="T2" fmla="*/ 40 w 40"/>
                <a:gd name="T3" fmla="*/ 0 h 124"/>
                <a:gd name="T4" fmla="*/ 38 w 40"/>
                <a:gd name="T5" fmla="*/ 6 h 124"/>
                <a:gd name="T6" fmla="*/ 34 w 40"/>
                <a:gd name="T7" fmla="*/ 14 h 124"/>
                <a:gd name="T8" fmla="*/ 32 w 40"/>
                <a:gd name="T9" fmla="*/ 24 h 124"/>
                <a:gd name="T10" fmla="*/ 30 w 40"/>
                <a:gd name="T11" fmla="*/ 36 h 124"/>
                <a:gd name="T12" fmla="*/ 30 w 40"/>
                <a:gd name="T13" fmla="*/ 50 h 124"/>
                <a:gd name="T14" fmla="*/ 34 w 40"/>
                <a:gd name="T15" fmla="*/ 66 h 124"/>
                <a:gd name="T16" fmla="*/ 40 w 40"/>
                <a:gd name="T17" fmla="*/ 82 h 124"/>
                <a:gd name="T18" fmla="*/ 40 w 40"/>
                <a:gd name="T19" fmla="*/ 82 h 124"/>
                <a:gd name="T20" fmla="*/ 38 w 40"/>
                <a:gd name="T21" fmla="*/ 88 h 124"/>
                <a:gd name="T22" fmla="*/ 32 w 40"/>
                <a:gd name="T23" fmla="*/ 98 h 124"/>
                <a:gd name="T24" fmla="*/ 22 w 40"/>
                <a:gd name="T25" fmla="*/ 112 h 124"/>
                <a:gd name="T26" fmla="*/ 14 w 40"/>
                <a:gd name="T27" fmla="*/ 118 h 124"/>
                <a:gd name="T28" fmla="*/ 4 w 40"/>
                <a:gd name="T29" fmla="*/ 124 h 124"/>
                <a:gd name="T30" fmla="*/ 0 w 40"/>
                <a:gd name="T31" fmla="*/ 46 h 124"/>
                <a:gd name="T32" fmla="*/ 40 w 40"/>
                <a:gd name="T3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124">
                  <a:moveTo>
                    <a:pt x="40" y="0"/>
                  </a:moveTo>
                  <a:lnTo>
                    <a:pt x="40" y="0"/>
                  </a:lnTo>
                  <a:lnTo>
                    <a:pt x="38" y="6"/>
                  </a:lnTo>
                  <a:lnTo>
                    <a:pt x="34" y="14"/>
                  </a:lnTo>
                  <a:lnTo>
                    <a:pt x="32" y="24"/>
                  </a:lnTo>
                  <a:lnTo>
                    <a:pt x="30" y="36"/>
                  </a:lnTo>
                  <a:lnTo>
                    <a:pt x="30" y="50"/>
                  </a:lnTo>
                  <a:lnTo>
                    <a:pt x="34" y="66"/>
                  </a:lnTo>
                  <a:lnTo>
                    <a:pt x="40" y="82"/>
                  </a:lnTo>
                  <a:lnTo>
                    <a:pt x="40" y="82"/>
                  </a:lnTo>
                  <a:lnTo>
                    <a:pt x="38" y="88"/>
                  </a:lnTo>
                  <a:lnTo>
                    <a:pt x="32" y="98"/>
                  </a:lnTo>
                  <a:lnTo>
                    <a:pt x="22" y="112"/>
                  </a:lnTo>
                  <a:lnTo>
                    <a:pt x="14" y="118"/>
                  </a:lnTo>
                  <a:lnTo>
                    <a:pt x="4" y="124"/>
                  </a:lnTo>
                  <a:lnTo>
                    <a:pt x="0" y="46"/>
                  </a:lnTo>
                  <a:lnTo>
                    <a:pt x="4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8" name="Freeform 212"/>
            <p:cNvSpPr>
              <a:spLocks/>
            </p:cNvSpPr>
            <p:nvPr/>
          </p:nvSpPr>
          <p:spPr bwMode="auto">
            <a:xfrm>
              <a:off x="3438071" y="3173186"/>
              <a:ext cx="196850" cy="257175"/>
            </a:xfrm>
            <a:custGeom>
              <a:avLst/>
              <a:gdLst>
                <a:gd name="T0" fmla="*/ 0 w 124"/>
                <a:gd name="T1" fmla="*/ 48 h 162"/>
                <a:gd name="T2" fmla="*/ 60 w 124"/>
                <a:gd name="T3" fmla="*/ 162 h 162"/>
                <a:gd name="T4" fmla="*/ 124 w 124"/>
                <a:gd name="T5" fmla="*/ 40 h 162"/>
                <a:gd name="T6" fmla="*/ 68 w 124"/>
                <a:gd name="T7" fmla="*/ 0 h 162"/>
                <a:gd name="T8" fmla="*/ 0 w 124"/>
                <a:gd name="T9" fmla="*/ 48 h 162"/>
              </a:gdLst>
              <a:ahLst/>
              <a:cxnLst>
                <a:cxn ang="0">
                  <a:pos x="T0" y="T1"/>
                </a:cxn>
                <a:cxn ang="0">
                  <a:pos x="T2" y="T3"/>
                </a:cxn>
                <a:cxn ang="0">
                  <a:pos x="T4" y="T5"/>
                </a:cxn>
                <a:cxn ang="0">
                  <a:pos x="T6" y="T7"/>
                </a:cxn>
                <a:cxn ang="0">
                  <a:pos x="T8" y="T9"/>
                </a:cxn>
              </a:cxnLst>
              <a:rect l="0" t="0" r="r" b="b"/>
              <a:pathLst>
                <a:path w="124" h="162">
                  <a:moveTo>
                    <a:pt x="0" y="48"/>
                  </a:moveTo>
                  <a:lnTo>
                    <a:pt x="60" y="162"/>
                  </a:lnTo>
                  <a:lnTo>
                    <a:pt x="124" y="40"/>
                  </a:lnTo>
                  <a:lnTo>
                    <a:pt x="68" y="0"/>
                  </a:lnTo>
                  <a:lnTo>
                    <a:pt x="0" y="48"/>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9" name="Freeform 213"/>
            <p:cNvSpPr>
              <a:spLocks/>
            </p:cNvSpPr>
            <p:nvPr/>
          </p:nvSpPr>
          <p:spPr bwMode="auto">
            <a:xfrm>
              <a:off x="3336471" y="3087461"/>
              <a:ext cx="196850" cy="406400"/>
            </a:xfrm>
            <a:custGeom>
              <a:avLst/>
              <a:gdLst>
                <a:gd name="T0" fmla="*/ 20 w 124"/>
                <a:gd name="T1" fmla="*/ 0 h 256"/>
                <a:gd name="T2" fmla="*/ 124 w 124"/>
                <a:gd name="T3" fmla="*/ 216 h 256"/>
                <a:gd name="T4" fmla="*/ 124 w 124"/>
                <a:gd name="T5" fmla="*/ 256 h 256"/>
                <a:gd name="T6" fmla="*/ 0 w 124"/>
                <a:gd name="T7" fmla="*/ 4 h 256"/>
                <a:gd name="T8" fmla="*/ 20 w 124"/>
                <a:gd name="T9" fmla="*/ 0 h 256"/>
              </a:gdLst>
              <a:ahLst/>
              <a:cxnLst>
                <a:cxn ang="0">
                  <a:pos x="T0" y="T1"/>
                </a:cxn>
                <a:cxn ang="0">
                  <a:pos x="T2" y="T3"/>
                </a:cxn>
                <a:cxn ang="0">
                  <a:pos x="T4" y="T5"/>
                </a:cxn>
                <a:cxn ang="0">
                  <a:pos x="T6" y="T7"/>
                </a:cxn>
                <a:cxn ang="0">
                  <a:pos x="T8" y="T9"/>
                </a:cxn>
              </a:cxnLst>
              <a:rect l="0" t="0" r="r" b="b"/>
              <a:pathLst>
                <a:path w="124" h="256">
                  <a:moveTo>
                    <a:pt x="20" y="0"/>
                  </a:moveTo>
                  <a:lnTo>
                    <a:pt x="124" y="216"/>
                  </a:lnTo>
                  <a:lnTo>
                    <a:pt x="124" y="256"/>
                  </a:lnTo>
                  <a:lnTo>
                    <a:pt x="0" y="4"/>
                  </a:lnTo>
                  <a:lnTo>
                    <a:pt x="2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0" name="Freeform 214"/>
            <p:cNvSpPr>
              <a:spLocks/>
            </p:cNvSpPr>
            <p:nvPr/>
          </p:nvSpPr>
          <p:spPr bwMode="auto">
            <a:xfrm>
              <a:off x="3533321" y="3087461"/>
              <a:ext cx="200025" cy="406400"/>
            </a:xfrm>
            <a:custGeom>
              <a:avLst/>
              <a:gdLst>
                <a:gd name="T0" fmla="*/ 106 w 126"/>
                <a:gd name="T1" fmla="*/ 0 h 256"/>
                <a:gd name="T2" fmla="*/ 0 w 126"/>
                <a:gd name="T3" fmla="*/ 216 h 256"/>
                <a:gd name="T4" fmla="*/ 0 w 126"/>
                <a:gd name="T5" fmla="*/ 256 h 256"/>
                <a:gd name="T6" fmla="*/ 126 w 126"/>
                <a:gd name="T7" fmla="*/ 4 h 256"/>
                <a:gd name="T8" fmla="*/ 106 w 126"/>
                <a:gd name="T9" fmla="*/ 0 h 256"/>
              </a:gdLst>
              <a:ahLst/>
              <a:cxnLst>
                <a:cxn ang="0">
                  <a:pos x="T0" y="T1"/>
                </a:cxn>
                <a:cxn ang="0">
                  <a:pos x="T2" y="T3"/>
                </a:cxn>
                <a:cxn ang="0">
                  <a:pos x="T4" y="T5"/>
                </a:cxn>
                <a:cxn ang="0">
                  <a:pos x="T6" y="T7"/>
                </a:cxn>
                <a:cxn ang="0">
                  <a:pos x="T8" y="T9"/>
                </a:cxn>
              </a:cxnLst>
              <a:rect l="0" t="0" r="r" b="b"/>
              <a:pathLst>
                <a:path w="126" h="256">
                  <a:moveTo>
                    <a:pt x="106" y="0"/>
                  </a:moveTo>
                  <a:lnTo>
                    <a:pt x="0" y="216"/>
                  </a:lnTo>
                  <a:lnTo>
                    <a:pt x="0" y="256"/>
                  </a:lnTo>
                  <a:lnTo>
                    <a:pt x="126" y="4"/>
                  </a:lnTo>
                  <a:lnTo>
                    <a:pt x="106"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1" name="Freeform 215"/>
            <p:cNvSpPr>
              <a:spLocks/>
            </p:cNvSpPr>
            <p:nvPr/>
          </p:nvSpPr>
          <p:spPr bwMode="auto">
            <a:xfrm>
              <a:off x="3345996" y="3055711"/>
              <a:ext cx="200025" cy="234950"/>
            </a:xfrm>
            <a:custGeom>
              <a:avLst/>
              <a:gdLst>
                <a:gd name="T0" fmla="*/ 0 w 126"/>
                <a:gd name="T1" fmla="*/ 16 h 148"/>
                <a:gd name="T2" fmla="*/ 72 w 126"/>
                <a:gd name="T3" fmla="*/ 0 h 148"/>
                <a:gd name="T4" fmla="*/ 126 w 126"/>
                <a:gd name="T5" fmla="*/ 74 h 148"/>
                <a:gd name="T6" fmla="*/ 22 w 126"/>
                <a:gd name="T7" fmla="*/ 148 h 148"/>
                <a:gd name="T8" fmla="*/ 0 w 126"/>
                <a:gd name="T9" fmla="*/ 16 h 148"/>
              </a:gdLst>
              <a:ahLst/>
              <a:cxnLst>
                <a:cxn ang="0">
                  <a:pos x="T0" y="T1"/>
                </a:cxn>
                <a:cxn ang="0">
                  <a:pos x="T2" y="T3"/>
                </a:cxn>
                <a:cxn ang="0">
                  <a:pos x="T4" y="T5"/>
                </a:cxn>
                <a:cxn ang="0">
                  <a:pos x="T6" y="T7"/>
                </a:cxn>
                <a:cxn ang="0">
                  <a:pos x="T8" y="T9"/>
                </a:cxn>
              </a:cxnLst>
              <a:rect l="0" t="0" r="r" b="b"/>
              <a:pathLst>
                <a:path w="126" h="148">
                  <a:moveTo>
                    <a:pt x="0" y="16"/>
                  </a:moveTo>
                  <a:lnTo>
                    <a:pt x="72" y="0"/>
                  </a:lnTo>
                  <a:lnTo>
                    <a:pt x="126" y="74"/>
                  </a:lnTo>
                  <a:lnTo>
                    <a:pt x="22" y="148"/>
                  </a:lnTo>
                  <a:lnTo>
                    <a:pt x="0"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2" name="Freeform 216"/>
            <p:cNvSpPr>
              <a:spLocks/>
            </p:cNvSpPr>
            <p:nvPr/>
          </p:nvSpPr>
          <p:spPr bwMode="auto">
            <a:xfrm>
              <a:off x="3546021" y="3055711"/>
              <a:ext cx="200025" cy="234950"/>
            </a:xfrm>
            <a:custGeom>
              <a:avLst/>
              <a:gdLst>
                <a:gd name="T0" fmla="*/ 126 w 126"/>
                <a:gd name="T1" fmla="*/ 16 h 148"/>
                <a:gd name="T2" fmla="*/ 46 w 126"/>
                <a:gd name="T3" fmla="*/ 0 h 148"/>
                <a:gd name="T4" fmla="*/ 0 w 126"/>
                <a:gd name="T5" fmla="*/ 74 h 148"/>
                <a:gd name="T6" fmla="*/ 102 w 126"/>
                <a:gd name="T7" fmla="*/ 148 h 148"/>
                <a:gd name="T8" fmla="*/ 126 w 126"/>
                <a:gd name="T9" fmla="*/ 16 h 148"/>
              </a:gdLst>
              <a:ahLst/>
              <a:cxnLst>
                <a:cxn ang="0">
                  <a:pos x="T0" y="T1"/>
                </a:cxn>
                <a:cxn ang="0">
                  <a:pos x="T2" y="T3"/>
                </a:cxn>
                <a:cxn ang="0">
                  <a:pos x="T4" y="T5"/>
                </a:cxn>
                <a:cxn ang="0">
                  <a:pos x="T6" y="T7"/>
                </a:cxn>
                <a:cxn ang="0">
                  <a:pos x="T8" y="T9"/>
                </a:cxn>
              </a:cxnLst>
              <a:rect l="0" t="0" r="r" b="b"/>
              <a:pathLst>
                <a:path w="126" h="148">
                  <a:moveTo>
                    <a:pt x="126" y="16"/>
                  </a:moveTo>
                  <a:lnTo>
                    <a:pt x="46" y="0"/>
                  </a:lnTo>
                  <a:lnTo>
                    <a:pt x="0" y="74"/>
                  </a:lnTo>
                  <a:lnTo>
                    <a:pt x="102" y="148"/>
                  </a:lnTo>
                  <a:lnTo>
                    <a:pt x="126"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3" name="Freeform 217"/>
            <p:cNvSpPr>
              <a:spLocks noEditPoints="1"/>
            </p:cNvSpPr>
            <p:nvPr/>
          </p:nvSpPr>
          <p:spPr bwMode="auto">
            <a:xfrm>
              <a:off x="3342821" y="2573111"/>
              <a:ext cx="177800" cy="149225"/>
            </a:xfrm>
            <a:custGeom>
              <a:avLst/>
              <a:gdLst>
                <a:gd name="T0" fmla="*/ 56 w 112"/>
                <a:gd name="T1" fmla="*/ 0 h 94"/>
                <a:gd name="T2" fmla="*/ 24 w 112"/>
                <a:gd name="T3" fmla="*/ 4 h 94"/>
                <a:gd name="T4" fmla="*/ 10 w 112"/>
                <a:gd name="T5" fmla="*/ 12 h 94"/>
                <a:gd name="T6" fmla="*/ 2 w 112"/>
                <a:gd name="T7" fmla="*/ 30 h 94"/>
                <a:gd name="T8" fmla="*/ 0 w 112"/>
                <a:gd name="T9" fmla="*/ 44 h 94"/>
                <a:gd name="T10" fmla="*/ 6 w 112"/>
                <a:gd name="T11" fmla="*/ 62 h 94"/>
                <a:gd name="T12" fmla="*/ 14 w 112"/>
                <a:gd name="T13" fmla="*/ 78 h 94"/>
                <a:gd name="T14" fmla="*/ 30 w 112"/>
                <a:gd name="T15" fmla="*/ 88 h 94"/>
                <a:gd name="T16" fmla="*/ 50 w 112"/>
                <a:gd name="T17" fmla="*/ 94 h 94"/>
                <a:gd name="T18" fmla="*/ 60 w 112"/>
                <a:gd name="T19" fmla="*/ 92 h 94"/>
                <a:gd name="T20" fmla="*/ 78 w 112"/>
                <a:gd name="T21" fmla="*/ 88 h 94"/>
                <a:gd name="T22" fmla="*/ 94 w 112"/>
                <a:gd name="T23" fmla="*/ 76 h 94"/>
                <a:gd name="T24" fmla="*/ 104 w 112"/>
                <a:gd name="T25" fmla="*/ 60 h 94"/>
                <a:gd name="T26" fmla="*/ 108 w 112"/>
                <a:gd name="T27" fmla="*/ 50 h 94"/>
                <a:gd name="T28" fmla="*/ 112 w 112"/>
                <a:gd name="T29" fmla="*/ 24 h 94"/>
                <a:gd name="T30" fmla="*/ 104 w 112"/>
                <a:gd name="T31" fmla="*/ 10 h 94"/>
                <a:gd name="T32" fmla="*/ 78 w 112"/>
                <a:gd name="T33" fmla="*/ 2 h 94"/>
                <a:gd name="T34" fmla="*/ 56 w 112"/>
                <a:gd name="T35" fmla="*/ 0 h 94"/>
                <a:gd name="T36" fmla="*/ 102 w 112"/>
                <a:gd name="T37" fmla="*/ 50 h 94"/>
                <a:gd name="T38" fmla="*/ 94 w 112"/>
                <a:gd name="T39" fmla="*/ 66 h 94"/>
                <a:gd name="T40" fmla="*/ 82 w 112"/>
                <a:gd name="T41" fmla="*/ 78 h 94"/>
                <a:gd name="T42" fmla="*/ 68 w 112"/>
                <a:gd name="T43" fmla="*/ 84 h 94"/>
                <a:gd name="T44" fmla="*/ 50 w 112"/>
                <a:gd name="T45" fmla="*/ 86 h 94"/>
                <a:gd name="T46" fmla="*/ 42 w 112"/>
                <a:gd name="T47" fmla="*/ 86 h 94"/>
                <a:gd name="T48" fmla="*/ 26 w 112"/>
                <a:gd name="T49" fmla="*/ 78 h 94"/>
                <a:gd name="T50" fmla="*/ 16 w 112"/>
                <a:gd name="T51" fmla="*/ 66 h 94"/>
                <a:gd name="T52" fmla="*/ 10 w 112"/>
                <a:gd name="T53" fmla="*/ 52 h 94"/>
                <a:gd name="T54" fmla="*/ 8 w 112"/>
                <a:gd name="T55" fmla="*/ 44 h 94"/>
                <a:gd name="T56" fmla="*/ 12 w 112"/>
                <a:gd name="T57" fmla="*/ 22 h 94"/>
                <a:gd name="T58" fmla="*/ 22 w 112"/>
                <a:gd name="T59" fmla="*/ 12 h 94"/>
                <a:gd name="T60" fmla="*/ 38 w 112"/>
                <a:gd name="T61" fmla="*/ 8 h 94"/>
                <a:gd name="T62" fmla="*/ 56 w 112"/>
                <a:gd name="T63" fmla="*/ 8 h 94"/>
                <a:gd name="T64" fmla="*/ 88 w 112"/>
                <a:gd name="T65" fmla="*/ 12 h 94"/>
                <a:gd name="T66" fmla="*/ 102 w 112"/>
                <a:gd name="T67" fmla="*/ 22 h 94"/>
                <a:gd name="T68" fmla="*/ 104 w 112"/>
                <a:gd name="T69" fmla="*/ 36 h 94"/>
                <a:gd name="T70" fmla="*/ 102 w 112"/>
                <a:gd name="T71" fmla="*/ 5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56" y="0"/>
                  </a:moveTo>
                  <a:lnTo>
                    <a:pt x="56" y="0"/>
                  </a:lnTo>
                  <a:lnTo>
                    <a:pt x="34" y="2"/>
                  </a:lnTo>
                  <a:lnTo>
                    <a:pt x="24" y="4"/>
                  </a:lnTo>
                  <a:lnTo>
                    <a:pt x="16" y="6"/>
                  </a:lnTo>
                  <a:lnTo>
                    <a:pt x="10" y="12"/>
                  </a:lnTo>
                  <a:lnTo>
                    <a:pt x="4" y="18"/>
                  </a:lnTo>
                  <a:lnTo>
                    <a:pt x="2" y="30"/>
                  </a:lnTo>
                  <a:lnTo>
                    <a:pt x="0" y="44"/>
                  </a:lnTo>
                  <a:lnTo>
                    <a:pt x="0" y="44"/>
                  </a:lnTo>
                  <a:lnTo>
                    <a:pt x="2" y="52"/>
                  </a:lnTo>
                  <a:lnTo>
                    <a:pt x="6" y="62"/>
                  </a:lnTo>
                  <a:lnTo>
                    <a:pt x="10" y="70"/>
                  </a:lnTo>
                  <a:lnTo>
                    <a:pt x="14" y="78"/>
                  </a:lnTo>
                  <a:lnTo>
                    <a:pt x="22" y="84"/>
                  </a:lnTo>
                  <a:lnTo>
                    <a:pt x="30" y="88"/>
                  </a:lnTo>
                  <a:lnTo>
                    <a:pt x="38" y="92"/>
                  </a:lnTo>
                  <a:lnTo>
                    <a:pt x="50" y="94"/>
                  </a:lnTo>
                  <a:lnTo>
                    <a:pt x="50" y="94"/>
                  </a:lnTo>
                  <a:lnTo>
                    <a:pt x="60" y="92"/>
                  </a:lnTo>
                  <a:lnTo>
                    <a:pt x="70" y="90"/>
                  </a:lnTo>
                  <a:lnTo>
                    <a:pt x="78" y="88"/>
                  </a:lnTo>
                  <a:lnTo>
                    <a:pt x="86" y="82"/>
                  </a:lnTo>
                  <a:lnTo>
                    <a:pt x="94" y="76"/>
                  </a:lnTo>
                  <a:lnTo>
                    <a:pt x="100" y="68"/>
                  </a:lnTo>
                  <a:lnTo>
                    <a:pt x="104" y="60"/>
                  </a:lnTo>
                  <a:lnTo>
                    <a:pt x="108" y="50"/>
                  </a:lnTo>
                  <a:lnTo>
                    <a:pt x="108" y="50"/>
                  </a:lnTo>
                  <a:lnTo>
                    <a:pt x="112" y="34"/>
                  </a:lnTo>
                  <a:lnTo>
                    <a:pt x="112" y="24"/>
                  </a:lnTo>
                  <a:lnTo>
                    <a:pt x="110" y="18"/>
                  </a:lnTo>
                  <a:lnTo>
                    <a:pt x="104" y="10"/>
                  </a:lnTo>
                  <a:lnTo>
                    <a:pt x="94" y="6"/>
                  </a:lnTo>
                  <a:lnTo>
                    <a:pt x="78" y="2"/>
                  </a:lnTo>
                  <a:lnTo>
                    <a:pt x="56" y="0"/>
                  </a:lnTo>
                  <a:lnTo>
                    <a:pt x="56" y="0"/>
                  </a:lnTo>
                  <a:close/>
                  <a:moveTo>
                    <a:pt x="102" y="50"/>
                  </a:moveTo>
                  <a:lnTo>
                    <a:pt x="102" y="50"/>
                  </a:lnTo>
                  <a:lnTo>
                    <a:pt x="98" y="58"/>
                  </a:lnTo>
                  <a:lnTo>
                    <a:pt x="94" y="66"/>
                  </a:lnTo>
                  <a:lnTo>
                    <a:pt x="88" y="72"/>
                  </a:lnTo>
                  <a:lnTo>
                    <a:pt x="82" y="78"/>
                  </a:lnTo>
                  <a:lnTo>
                    <a:pt x="74" y="82"/>
                  </a:lnTo>
                  <a:lnTo>
                    <a:pt x="68" y="84"/>
                  </a:lnTo>
                  <a:lnTo>
                    <a:pt x="58" y="86"/>
                  </a:lnTo>
                  <a:lnTo>
                    <a:pt x="50" y="86"/>
                  </a:lnTo>
                  <a:lnTo>
                    <a:pt x="50" y="86"/>
                  </a:lnTo>
                  <a:lnTo>
                    <a:pt x="42" y="86"/>
                  </a:lnTo>
                  <a:lnTo>
                    <a:pt x="34" y="82"/>
                  </a:lnTo>
                  <a:lnTo>
                    <a:pt x="26" y="78"/>
                  </a:lnTo>
                  <a:lnTo>
                    <a:pt x="20" y="74"/>
                  </a:lnTo>
                  <a:lnTo>
                    <a:pt x="16" y="66"/>
                  </a:lnTo>
                  <a:lnTo>
                    <a:pt x="12" y="60"/>
                  </a:lnTo>
                  <a:lnTo>
                    <a:pt x="10" y="52"/>
                  </a:lnTo>
                  <a:lnTo>
                    <a:pt x="8" y="44"/>
                  </a:lnTo>
                  <a:lnTo>
                    <a:pt x="8" y="44"/>
                  </a:lnTo>
                  <a:lnTo>
                    <a:pt x="8" y="32"/>
                  </a:lnTo>
                  <a:lnTo>
                    <a:pt x="12" y="22"/>
                  </a:lnTo>
                  <a:lnTo>
                    <a:pt x="16" y="16"/>
                  </a:lnTo>
                  <a:lnTo>
                    <a:pt x="22" y="12"/>
                  </a:lnTo>
                  <a:lnTo>
                    <a:pt x="30" y="10"/>
                  </a:lnTo>
                  <a:lnTo>
                    <a:pt x="38" y="8"/>
                  </a:lnTo>
                  <a:lnTo>
                    <a:pt x="56" y="8"/>
                  </a:lnTo>
                  <a:lnTo>
                    <a:pt x="56" y="8"/>
                  </a:lnTo>
                  <a:lnTo>
                    <a:pt x="74" y="8"/>
                  </a:lnTo>
                  <a:lnTo>
                    <a:pt x="88" y="12"/>
                  </a:lnTo>
                  <a:lnTo>
                    <a:pt x="98" y="16"/>
                  </a:lnTo>
                  <a:lnTo>
                    <a:pt x="102" y="22"/>
                  </a:lnTo>
                  <a:lnTo>
                    <a:pt x="104" y="28"/>
                  </a:lnTo>
                  <a:lnTo>
                    <a:pt x="104" y="36"/>
                  </a:lnTo>
                  <a:lnTo>
                    <a:pt x="102" y="50"/>
                  </a:lnTo>
                  <a:lnTo>
                    <a:pt x="102" y="5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4" name="Freeform 218"/>
            <p:cNvSpPr>
              <a:spLocks noEditPoints="1"/>
            </p:cNvSpPr>
            <p:nvPr/>
          </p:nvSpPr>
          <p:spPr bwMode="auto">
            <a:xfrm>
              <a:off x="3555546" y="2573111"/>
              <a:ext cx="177800" cy="149225"/>
            </a:xfrm>
            <a:custGeom>
              <a:avLst/>
              <a:gdLst>
                <a:gd name="T0" fmla="*/ 6 w 112"/>
                <a:gd name="T1" fmla="*/ 54 h 94"/>
                <a:gd name="T2" fmla="*/ 16 w 112"/>
                <a:gd name="T3" fmla="*/ 70 h 94"/>
                <a:gd name="T4" fmla="*/ 30 w 112"/>
                <a:gd name="T5" fmla="*/ 84 h 94"/>
                <a:gd name="T6" fmla="*/ 46 w 112"/>
                <a:gd name="T7" fmla="*/ 92 h 94"/>
                <a:gd name="T8" fmla="*/ 66 w 112"/>
                <a:gd name="T9" fmla="*/ 92 h 94"/>
                <a:gd name="T10" fmla="*/ 78 w 112"/>
                <a:gd name="T11" fmla="*/ 90 h 94"/>
                <a:gd name="T12" fmla="*/ 94 w 112"/>
                <a:gd name="T13" fmla="*/ 82 h 94"/>
                <a:gd name="T14" fmla="*/ 106 w 112"/>
                <a:gd name="T15" fmla="*/ 68 h 94"/>
                <a:gd name="T16" fmla="*/ 112 w 112"/>
                <a:gd name="T17" fmla="*/ 50 h 94"/>
                <a:gd name="T18" fmla="*/ 112 w 112"/>
                <a:gd name="T19" fmla="*/ 42 h 94"/>
                <a:gd name="T20" fmla="*/ 108 w 112"/>
                <a:gd name="T21" fmla="*/ 16 h 94"/>
                <a:gd name="T22" fmla="*/ 96 w 112"/>
                <a:gd name="T23" fmla="*/ 4 h 94"/>
                <a:gd name="T24" fmla="*/ 78 w 112"/>
                <a:gd name="T25" fmla="*/ 0 h 94"/>
                <a:gd name="T26" fmla="*/ 56 w 112"/>
                <a:gd name="T27" fmla="*/ 0 h 94"/>
                <a:gd name="T28" fmla="*/ 18 w 112"/>
                <a:gd name="T29" fmla="*/ 8 h 94"/>
                <a:gd name="T30" fmla="*/ 2 w 112"/>
                <a:gd name="T31" fmla="*/ 20 h 94"/>
                <a:gd name="T32" fmla="*/ 2 w 112"/>
                <a:gd name="T33" fmla="*/ 36 h 94"/>
                <a:gd name="T34" fmla="*/ 6 w 112"/>
                <a:gd name="T35" fmla="*/ 54 h 94"/>
                <a:gd name="T36" fmla="*/ 56 w 112"/>
                <a:gd name="T37" fmla="*/ 8 h 94"/>
                <a:gd name="T38" fmla="*/ 84 w 112"/>
                <a:gd name="T39" fmla="*/ 8 h 94"/>
                <a:gd name="T40" fmla="*/ 96 w 112"/>
                <a:gd name="T41" fmla="*/ 14 h 94"/>
                <a:gd name="T42" fmla="*/ 104 w 112"/>
                <a:gd name="T43" fmla="*/ 30 h 94"/>
                <a:gd name="T44" fmla="*/ 106 w 112"/>
                <a:gd name="T45" fmla="*/ 42 h 94"/>
                <a:gd name="T46" fmla="*/ 102 w 112"/>
                <a:gd name="T47" fmla="*/ 58 h 94"/>
                <a:gd name="T48" fmla="*/ 94 w 112"/>
                <a:gd name="T49" fmla="*/ 72 h 94"/>
                <a:gd name="T50" fmla="*/ 82 w 112"/>
                <a:gd name="T51" fmla="*/ 82 h 94"/>
                <a:gd name="T52" fmla="*/ 66 w 112"/>
                <a:gd name="T53" fmla="*/ 86 h 94"/>
                <a:gd name="T54" fmla="*/ 56 w 112"/>
                <a:gd name="T55" fmla="*/ 86 h 94"/>
                <a:gd name="T56" fmla="*/ 40 w 112"/>
                <a:gd name="T57" fmla="*/ 82 h 94"/>
                <a:gd name="T58" fmla="*/ 26 w 112"/>
                <a:gd name="T59" fmla="*/ 74 h 94"/>
                <a:gd name="T60" fmla="*/ 16 w 112"/>
                <a:gd name="T61" fmla="*/ 60 h 94"/>
                <a:gd name="T62" fmla="*/ 14 w 112"/>
                <a:gd name="T63" fmla="*/ 52 h 94"/>
                <a:gd name="T64" fmla="*/ 8 w 112"/>
                <a:gd name="T65" fmla="*/ 30 h 94"/>
                <a:gd name="T66" fmla="*/ 16 w 112"/>
                <a:gd name="T67" fmla="*/ 18 h 94"/>
                <a:gd name="T68" fmla="*/ 38 w 112"/>
                <a:gd name="T69" fmla="*/ 10 h 94"/>
                <a:gd name="T70" fmla="*/ 56 w 112"/>
                <a:gd name="T71" fmla="*/ 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6" y="54"/>
                  </a:moveTo>
                  <a:lnTo>
                    <a:pt x="6" y="54"/>
                  </a:lnTo>
                  <a:lnTo>
                    <a:pt x="10" y="62"/>
                  </a:lnTo>
                  <a:lnTo>
                    <a:pt x="16" y="70"/>
                  </a:lnTo>
                  <a:lnTo>
                    <a:pt x="22" y="78"/>
                  </a:lnTo>
                  <a:lnTo>
                    <a:pt x="30" y="84"/>
                  </a:lnTo>
                  <a:lnTo>
                    <a:pt x="38" y="88"/>
                  </a:lnTo>
                  <a:lnTo>
                    <a:pt x="46" y="92"/>
                  </a:lnTo>
                  <a:lnTo>
                    <a:pt x="56" y="94"/>
                  </a:lnTo>
                  <a:lnTo>
                    <a:pt x="66" y="92"/>
                  </a:lnTo>
                  <a:lnTo>
                    <a:pt x="66" y="92"/>
                  </a:lnTo>
                  <a:lnTo>
                    <a:pt x="78" y="90"/>
                  </a:lnTo>
                  <a:lnTo>
                    <a:pt x="86" y="88"/>
                  </a:lnTo>
                  <a:lnTo>
                    <a:pt x="94" y="82"/>
                  </a:lnTo>
                  <a:lnTo>
                    <a:pt x="100" y="76"/>
                  </a:lnTo>
                  <a:lnTo>
                    <a:pt x="106" y="68"/>
                  </a:lnTo>
                  <a:lnTo>
                    <a:pt x="110" y="60"/>
                  </a:lnTo>
                  <a:lnTo>
                    <a:pt x="112" y="50"/>
                  </a:lnTo>
                  <a:lnTo>
                    <a:pt x="112" y="42"/>
                  </a:lnTo>
                  <a:lnTo>
                    <a:pt x="112" y="42"/>
                  </a:lnTo>
                  <a:lnTo>
                    <a:pt x="112" y="26"/>
                  </a:lnTo>
                  <a:lnTo>
                    <a:pt x="108" y="16"/>
                  </a:lnTo>
                  <a:lnTo>
                    <a:pt x="102" y="10"/>
                  </a:lnTo>
                  <a:lnTo>
                    <a:pt x="96" y="4"/>
                  </a:lnTo>
                  <a:lnTo>
                    <a:pt x="88" y="2"/>
                  </a:lnTo>
                  <a:lnTo>
                    <a:pt x="78" y="0"/>
                  </a:lnTo>
                  <a:lnTo>
                    <a:pt x="56" y="0"/>
                  </a:lnTo>
                  <a:lnTo>
                    <a:pt x="56" y="0"/>
                  </a:lnTo>
                  <a:lnTo>
                    <a:pt x="34" y="4"/>
                  </a:lnTo>
                  <a:lnTo>
                    <a:pt x="18" y="8"/>
                  </a:lnTo>
                  <a:lnTo>
                    <a:pt x="8" y="12"/>
                  </a:lnTo>
                  <a:lnTo>
                    <a:pt x="2" y="20"/>
                  </a:lnTo>
                  <a:lnTo>
                    <a:pt x="0" y="28"/>
                  </a:lnTo>
                  <a:lnTo>
                    <a:pt x="2" y="36"/>
                  </a:lnTo>
                  <a:lnTo>
                    <a:pt x="6" y="54"/>
                  </a:lnTo>
                  <a:lnTo>
                    <a:pt x="6" y="54"/>
                  </a:lnTo>
                  <a:close/>
                  <a:moveTo>
                    <a:pt x="56" y="8"/>
                  </a:moveTo>
                  <a:lnTo>
                    <a:pt x="56" y="8"/>
                  </a:lnTo>
                  <a:lnTo>
                    <a:pt x="74" y="8"/>
                  </a:lnTo>
                  <a:lnTo>
                    <a:pt x="84" y="8"/>
                  </a:lnTo>
                  <a:lnTo>
                    <a:pt x="90" y="10"/>
                  </a:lnTo>
                  <a:lnTo>
                    <a:pt x="96" y="14"/>
                  </a:lnTo>
                  <a:lnTo>
                    <a:pt x="102" y="20"/>
                  </a:lnTo>
                  <a:lnTo>
                    <a:pt x="104" y="30"/>
                  </a:lnTo>
                  <a:lnTo>
                    <a:pt x="106" y="42"/>
                  </a:lnTo>
                  <a:lnTo>
                    <a:pt x="106" y="42"/>
                  </a:lnTo>
                  <a:lnTo>
                    <a:pt x="104" y="50"/>
                  </a:lnTo>
                  <a:lnTo>
                    <a:pt x="102" y="58"/>
                  </a:lnTo>
                  <a:lnTo>
                    <a:pt x="100" y="66"/>
                  </a:lnTo>
                  <a:lnTo>
                    <a:pt x="94" y="72"/>
                  </a:lnTo>
                  <a:lnTo>
                    <a:pt x="88" y="78"/>
                  </a:lnTo>
                  <a:lnTo>
                    <a:pt x="82" y="82"/>
                  </a:lnTo>
                  <a:lnTo>
                    <a:pt x="74" y="84"/>
                  </a:lnTo>
                  <a:lnTo>
                    <a:pt x="66" y="86"/>
                  </a:lnTo>
                  <a:lnTo>
                    <a:pt x="66" y="86"/>
                  </a:lnTo>
                  <a:lnTo>
                    <a:pt x="56" y="86"/>
                  </a:lnTo>
                  <a:lnTo>
                    <a:pt x="48" y="86"/>
                  </a:lnTo>
                  <a:lnTo>
                    <a:pt x="40" y="82"/>
                  </a:lnTo>
                  <a:lnTo>
                    <a:pt x="34" y="78"/>
                  </a:lnTo>
                  <a:lnTo>
                    <a:pt x="26" y="74"/>
                  </a:lnTo>
                  <a:lnTo>
                    <a:pt x="22" y="68"/>
                  </a:lnTo>
                  <a:lnTo>
                    <a:pt x="16" y="60"/>
                  </a:lnTo>
                  <a:lnTo>
                    <a:pt x="14" y="52"/>
                  </a:lnTo>
                  <a:lnTo>
                    <a:pt x="14" y="52"/>
                  </a:lnTo>
                  <a:lnTo>
                    <a:pt x="10" y="38"/>
                  </a:lnTo>
                  <a:lnTo>
                    <a:pt x="8" y="30"/>
                  </a:lnTo>
                  <a:lnTo>
                    <a:pt x="10" y="24"/>
                  </a:lnTo>
                  <a:lnTo>
                    <a:pt x="16" y="18"/>
                  </a:lnTo>
                  <a:lnTo>
                    <a:pt x="24" y="12"/>
                  </a:lnTo>
                  <a:lnTo>
                    <a:pt x="38" y="10"/>
                  </a:lnTo>
                  <a:lnTo>
                    <a:pt x="56" y="8"/>
                  </a:lnTo>
                  <a:lnTo>
                    <a:pt x="56" y="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5" name="Freeform 219"/>
            <p:cNvSpPr>
              <a:spLocks/>
            </p:cNvSpPr>
            <p:nvPr/>
          </p:nvSpPr>
          <p:spPr bwMode="auto">
            <a:xfrm>
              <a:off x="3514271" y="2588986"/>
              <a:ext cx="57150" cy="31750"/>
            </a:xfrm>
            <a:custGeom>
              <a:avLst/>
              <a:gdLst>
                <a:gd name="T0" fmla="*/ 4 w 36"/>
                <a:gd name="T1" fmla="*/ 20 h 20"/>
                <a:gd name="T2" fmla="*/ 4 w 36"/>
                <a:gd name="T3" fmla="*/ 20 h 20"/>
                <a:gd name="T4" fmla="*/ 6 w 36"/>
                <a:gd name="T5" fmla="*/ 18 h 20"/>
                <a:gd name="T6" fmla="*/ 12 w 36"/>
                <a:gd name="T7" fmla="*/ 16 h 20"/>
                <a:gd name="T8" fmla="*/ 22 w 36"/>
                <a:gd name="T9" fmla="*/ 16 h 20"/>
                <a:gd name="T10" fmla="*/ 28 w 36"/>
                <a:gd name="T11" fmla="*/ 16 h 20"/>
                <a:gd name="T12" fmla="*/ 32 w 36"/>
                <a:gd name="T13" fmla="*/ 20 h 20"/>
                <a:gd name="T14" fmla="*/ 32 w 36"/>
                <a:gd name="T15" fmla="*/ 20 h 20"/>
                <a:gd name="T16" fmla="*/ 32 w 36"/>
                <a:gd name="T17" fmla="*/ 14 h 20"/>
                <a:gd name="T18" fmla="*/ 32 w 36"/>
                <a:gd name="T19" fmla="*/ 8 h 20"/>
                <a:gd name="T20" fmla="*/ 36 w 36"/>
                <a:gd name="T21" fmla="*/ 4 h 20"/>
                <a:gd name="T22" fmla="*/ 36 w 36"/>
                <a:gd name="T23" fmla="*/ 4 h 20"/>
                <a:gd name="T24" fmla="*/ 24 w 36"/>
                <a:gd name="T25" fmla="*/ 0 h 20"/>
                <a:gd name="T26" fmla="*/ 14 w 36"/>
                <a:gd name="T27" fmla="*/ 0 h 20"/>
                <a:gd name="T28" fmla="*/ 0 w 36"/>
                <a:gd name="T29" fmla="*/ 4 h 20"/>
                <a:gd name="T30" fmla="*/ 0 w 36"/>
                <a:gd name="T31" fmla="*/ 4 h 20"/>
                <a:gd name="T32" fmla="*/ 2 w 36"/>
                <a:gd name="T33" fmla="*/ 10 h 20"/>
                <a:gd name="T34" fmla="*/ 2 w 36"/>
                <a:gd name="T35" fmla="*/ 14 h 20"/>
                <a:gd name="T36" fmla="*/ 4 w 36"/>
                <a:gd name="T37" fmla="*/ 20 h 20"/>
                <a:gd name="T38" fmla="*/ 4 w 36"/>
                <a:gd name="T3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 h="20">
                  <a:moveTo>
                    <a:pt x="4" y="20"/>
                  </a:moveTo>
                  <a:lnTo>
                    <a:pt x="4" y="20"/>
                  </a:lnTo>
                  <a:lnTo>
                    <a:pt x="6" y="18"/>
                  </a:lnTo>
                  <a:lnTo>
                    <a:pt x="12" y="16"/>
                  </a:lnTo>
                  <a:lnTo>
                    <a:pt x="22" y="16"/>
                  </a:lnTo>
                  <a:lnTo>
                    <a:pt x="28" y="16"/>
                  </a:lnTo>
                  <a:lnTo>
                    <a:pt x="32" y="20"/>
                  </a:lnTo>
                  <a:lnTo>
                    <a:pt x="32" y="20"/>
                  </a:lnTo>
                  <a:lnTo>
                    <a:pt x="32" y="14"/>
                  </a:lnTo>
                  <a:lnTo>
                    <a:pt x="32" y="8"/>
                  </a:lnTo>
                  <a:lnTo>
                    <a:pt x="36" y="4"/>
                  </a:lnTo>
                  <a:lnTo>
                    <a:pt x="36" y="4"/>
                  </a:lnTo>
                  <a:lnTo>
                    <a:pt x="24" y="0"/>
                  </a:lnTo>
                  <a:lnTo>
                    <a:pt x="14" y="0"/>
                  </a:lnTo>
                  <a:lnTo>
                    <a:pt x="0" y="4"/>
                  </a:lnTo>
                  <a:lnTo>
                    <a:pt x="0" y="4"/>
                  </a:lnTo>
                  <a:lnTo>
                    <a:pt x="2" y="10"/>
                  </a:lnTo>
                  <a:lnTo>
                    <a:pt x="2" y="14"/>
                  </a:lnTo>
                  <a:lnTo>
                    <a:pt x="4" y="20"/>
                  </a:lnTo>
                  <a:lnTo>
                    <a:pt x="4" y="2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6" name="Freeform 220"/>
            <p:cNvSpPr>
              <a:spLocks/>
            </p:cNvSpPr>
            <p:nvPr/>
          </p:nvSpPr>
          <p:spPr bwMode="auto">
            <a:xfrm>
              <a:off x="3317421" y="2582636"/>
              <a:ext cx="50800" cy="73025"/>
            </a:xfrm>
            <a:custGeom>
              <a:avLst/>
              <a:gdLst>
                <a:gd name="T0" fmla="*/ 32 w 32"/>
                <a:gd name="T1" fmla="*/ 0 h 46"/>
                <a:gd name="T2" fmla="*/ 2 w 32"/>
                <a:gd name="T3" fmla="*/ 4 h 46"/>
                <a:gd name="T4" fmla="*/ 0 w 32"/>
                <a:gd name="T5" fmla="*/ 32 h 46"/>
                <a:gd name="T6" fmla="*/ 22 w 32"/>
                <a:gd name="T7" fmla="*/ 46 h 46"/>
                <a:gd name="T8" fmla="*/ 22 w 32"/>
                <a:gd name="T9" fmla="*/ 46 h 46"/>
                <a:gd name="T10" fmla="*/ 20 w 32"/>
                <a:gd name="T11" fmla="*/ 42 h 46"/>
                <a:gd name="T12" fmla="*/ 20 w 32"/>
                <a:gd name="T13" fmla="*/ 30 h 46"/>
                <a:gd name="T14" fmla="*/ 24 w 32"/>
                <a:gd name="T15" fmla="*/ 16 h 46"/>
                <a:gd name="T16" fmla="*/ 26 w 32"/>
                <a:gd name="T17" fmla="*/ 8 h 46"/>
                <a:gd name="T18" fmla="*/ 32 w 32"/>
                <a:gd name="T19" fmla="*/ 0 h 46"/>
                <a:gd name="T20" fmla="*/ 32 w 32"/>
                <a:gd name="T2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6">
                  <a:moveTo>
                    <a:pt x="32" y="0"/>
                  </a:moveTo>
                  <a:lnTo>
                    <a:pt x="2" y="4"/>
                  </a:lnTo>
                  <a:lnTo>
                    <a:pt x="0" y="32"/>
                  </a:lnTo>
                  <a:lnTo>
                    <a:pt x="22" y="46"/>
                  </a:lnTo>
                  <a:lnTo>
                    <a:pt x="22" y="46"/>
                  </a:lnTo>
                  <a:lnTo>
                    <a:pt x="20" y="42"/>
                  </a:lnTo>
                  <a:lnTo>
                    <a:pt x="20" y="30"/>
                  </a:lnTo>
                  <a:lnTo>
                    <a:pt x="24" y="16"/>
                  </a:lnTo>
                  <a:lnTo>
                    <a:pt x="26" y="8"/>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7" name="Freeform 221"/>
            <p:cNvSpPr>
              <a:spLocks/>
            </p:cNvSpPr>
            <p:nvPr/>
          </p:nvSpPr>
          <p:spPr bwMode="auto">
            <a:xfrm>
              <a:off x="3714296" y="2585811"/>
              <a:ext cx="50800" cy="69850"/>
            </a:xfrm>
            <a:custGeom>
              <a:avLst/>
              <a:gdLst>
                <a:gd name="T0" fmla="*/ 0 w 32"/>
                <a:gd name="T1" fmla="*/ 0 h 44"/>
                <a:gd name="T2" fmla="*/ 30 w 32"/>
                <a:gd name="T3" fmla="*/ 2 h 44"/>
                <a:gd name="T4" fmla="*/ 32 w 32"/>
                <a:gd name="T5" fmla="*/ 30 h 44"/>
                <a:gd name="T6" fmla="*/ 12 w 32"/>
                <a:gd name="T7" fmla="*/ 44 h 44"/>
                <a:gd name="T8" fmla="*/ 12 w 32"/>
                <a:gd name="T9" fmla="*/ 44 h 44"/>
                <a:gd name="T10" fmla="*/ 12 w 32"/>
                <a:gd name="T11" fmla="*/ 40 h 44"/>
                <a:gd name="T12" fmla="*/ 12 w 32"/>
                <a:gd name="T13" fmla="*/ 28 h 44"/>
                <a:gd name="T14" fmla="*/ 8 w 32"/>
                <a:gd name="T15" fmla="*/ 14 h 44"/>
                <a:gd name="T16" fmla="*/ 6 w 32"/>
                <a:gd name="T17" fmla="*/ 6 h 44"/>
                <a:gd name="T18" fmla="*/ 0 w 32"/>
                <a:gd name="T19" fmla="*/ 0 h 44"/>
                <a:gd name="T20" fmla="*/ 0 w 32"/>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4">
                  <a:moveTo>
                    <a:pt x="0" y="0"/>
                  </a:moveTo>
                  <a:lnTo>
                    <a:pt x="30" y="2"/>
                  </a:lnTo>
                  <a:lnTo>
                    <a:pt x="32" y="30"/>
                  </a:lnTo>
                  <a:lnTo>
                    <a:pt x="12" y="44"/>
                  </a:lnTo>
                  <a:lnTo>
                    <a:pt x="12" y="44"/>
                  </a:lnTo>
                  <a:lnTo>
                    <a:pt x="12" y="40"/>
                  </a:lnTo>
                  <a:lnTo>
                    <a:pt x="12" y="28"/>
                  </a:lnTo>
                  <a:lnTo>
                    <a:pt x="8" y="14"/>
                  </a:lnTo>
                  <a:lnTo>
                    <a:pt x="6" y="6"/>
                  </a:lnTo>
                  <a:lnTo>
                    <a:pt x="0" y="0"/>
                  </a:lnTo>
                  <a:lnTo>
                    <a:pt x="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8" name="Freeform 222"/>
            <p:cNvSpPr>
              <a:spLocks/>
            </p:cNvSpPr>
            <p:nvPr/>
          </p:nvSpPr>
          <p:spPr bwMode="auto">
            <a:xfrm>
              <a:off x="2825296" y="3630386"/>
              <a:ext cx="695325" cy="225425"/>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9" name="Freeform 223"/>
            <p:cNvSpPr>
              <a:spLocks/>
            </p:cNvSpPr>
            <p:nvPr/>
          </p:nvSpPr>
          <p:spPr bwMode="auto">
            <a:xfrm>
              <a:off x="2825296" y="3630386"/>
              <a:ext cx="695325" cy="225425"/>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0" name="Freeform 224"/>
            <p:cNvSpPr>
              <a:spLocks/>
            </p:cNvSpPr>
            <p:nvPr/>
          </p:nvSpPr>
          <p:spPr bwMode="auto">
            <a:xfrm>
              <a:off x="2822121" y="3493861"/>
              <a:ext cx="727075" cy="374650"/>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1" name="Freeform 225"/>
            <p:cNvSpPr>
              <a:spLocks/>
            </p:cNvSpPr>
            <p:nvPr/>
          </p:nvSpPr>
          <p:spPr bwMode="auto">
            <a:xfrm>
              <a:off x="2822121" y="3493861"/>
              <a:ext cx="727075" cy="374650"/>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2" name="Freeform 226"/>
            <p:cNvSpPr>
              <a:spLocks/>
            </p:cNvSpPr>
            <p:nvPr/>
          </p:nvSpPr>
          <p:spPr bwMode="auto">
            <a:xfrm>
              <a:off x="3580946" y="3652611"/>
              <a:ext cx="695325" cy="225425"/>
            </a:xfrm>
            <a:custGeom>
              <a:avLst/>
              <a:gdLst>
                <a:gd name="T0" fmla="*/ 10 w 438"/>
                <a:gd name="T1" fmla="*/ 86 h 142"/>
                <a:gd name="T2" fmla="*/ 0 w 438"/>
                <a:gd name="T3" fmla="*/ 142 h 142"/>
                <a:gd name="T4" fmla="*/ 0 w 438"/>
                <a:gd name="T5" fmla="*/ 142 h 142"/>
                <a:gd name="T6" fmla="*/ 122 w 438"/>
                <a:gd name="T7" fmla="*/ 130 h 142"/>
                <a:gd name="T8" fmla="*/ 244 w 438"/>
                <a:gd name="T9" fmla="*/ 118 h 142"/>
                <a:gd name="T10" fmla="*/ 244 w 438"/>
                <a:gd name="T11" fmla="*/ 118 h 142"/>
                <a:gd name="T12" fmla="*/ 300 w 438"/>
                <a:gd name="T13" fmla="*/ 112 h 142"/>
                <a:gd name="T14" fmla="*/ 354 w 438"/>
                <a:gd name="T15" fmla="*/ 106 h 142"/>
                <a:gd name="T16" fmla="*/ 354 w 438"/>
                <a:gd name="T17" fmla="*/ 106 h 142"/>
                <a:gd name="T18" fmla="*/ 382 w 438"/>
                <a:gd name="T19" fmla="*/ 102 h 142"/>
                <a:gd name="T20" fmla="*/ 398 w 438"/>
                <a:gd name="T21" fmla="*/ 98 h 142"/>
                <a:gd name="T22" fmla="*/ 412 w 438"/>
                <a:gd name="T23" fmla="*/ 94 h 142"/>
                <a:gd name="T24" fmla="*/ 424 w 438"/>
                <a:gd name="T25" fmla="*/ 86 h 142"/>
                <a:gd name="T26" fmla="*/ 430 w 438"/>
                <a:gd name="T27" fmla="*/ 80 h 142"/>
                <a:gd name="T28" fmla="*/ 434 w 438"/>
                <a:gd name="T29" fmla="*/ 76 h 142"/>
                <a:gd name="T30" fmla="*/ 436 w 438"/>
                <a:gd name="T31" fmla="*/ 70 h 142"/>
                <a:gd name="T32" fmla="*/ 438 w 438"/>
                <a:gd name="T33" fmla="*/ 62 h 142"/>
                <a:gd name="T34" fmla="*/ 438 w 438"/>
                <a:gd name="T35" fmla="*/ 54 h 142"/>
                <a:gd name="T36" fmla="*/ 436 w 438"/>
                <a:gd name="T37" fmla="*/ 46 h 142"/>
                <a:gd name="T38" fmla="*/ 436 w 438"/>
                <a:gd name="T39" fmla="*/ 46 h 142"/>
                <a:gd name="T40" fmla="*/ 432 w 438"/>
                <a:gd name="T41" fmla="*/ 38 h 142"/>
                <a:gd name="T42" fmla="*/ 428 w 438"/>
                <a:gd name="T43" fmla="*/ 32 h 142"/>
                <a:gd name="T44" fmla="*/ 422 w 438"/>
                <a:gd name="T45" fmla="*/ 26 h 142"/>
                <a:gd name="T46" fmla="*/ 416 w 438"/>
                <a:gd name="T47" fmla="*/ 20 h 142"/>
                <a:gd name="T48" fmla="*/ 402 w 438"/>
                <a:gd name="T49" fmla="*/ 12 h 142"/>
                <a:gd name="T50" fmla="*/ 384 w 438"/>
                <a:gd name="T51" fmla="*/ 6 h 142"/>
                <a:gd name="T52" fmla="*/ 366 w 438"/>
                <a:gd name="T53" fmla="*/ 2 h 142"/>
                <a:gd name="T54" fmla="*/ 346 w 438"/>
                <a:gd name="T55" fmla="*/ 0 h 142"/>
                <a:gd name="T56" fmla="*/ 316 w 438"/>
                <a:gd name="T57" fmla="*/ 0 h 142"/>
                <a:gd name="T58" fmla="*/ 316 w 438"/>
                <a:gd name="T59" fmla="*/ 0 h 142"/>
                <a:gd name="T60" fmla="*/ 276 w 438"/>
                <a:gd name="T61" fmla="*/ 4 h 142"/>
                <a:gd name="T62" fmla="*/ 234 w 438"/>
                <a:gd name="T63" fmla="*/ 10 h 142"/>
                <a:gd name="T64" fmla="*/ 184 w 438"/>
                <a:gd name="T65" fmla="*/ 20 h 142"/>
                <a:gd name="T66" fmla="*/ 132 w 438"/>
                <a:gd name="T67" fmla="*/ 32 h 142"/>
                <a:gd name="T68" fmla="*/ 82 w 438"/>
                <a:gd name="T69" fmla="*/ 48 h 142"/>
                <a:gd name="T70" fmla="*/ 60 w 438"/>
                <a:gd name="T71" fmla="*/ 56 h 142"/>
                <a:gd name="T72" fmla="*/ 40 w 438"/>
                <a:gd name="T73" fmla="*/ 64 h 142"/>
                <a:gd name="T74" fmla="*/ 24 w 438"/>
                <a:gd name="T75" fmla="*/ 74 h 142"/>
                <a:gd name="T76" fmla="*/ 10 w 438"/>
                <a:gd name="T77" fmla="*/ 86 h 142"/>
                <a:gd name="T78" fmla="*/ 10 w 438"/>
                <a:gd name="T79"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8" h="142">
                  <a:moveTo>
                    <a:pt x="10" y="86"/>
                  </a:moveTo>
                  <a:lnTo>
                    <a:pt x="0" y="142"/>
                  </a:lnTo>
                  <a:lnTo>
                    <a:pt x="0" y="142"/>
                  </a:lnTo>
                  <a:lnTo>
                    <a:pt x="122" y="130"/>
                  </a:lnTo>
                  <a:lnTo>
                    <a:pt x="244" y="118"/>
                  </a:lnTo>
                  <a:lnTo>
                    <a:pt x="244" y="118"/>
                  </a:lnTo>
                  <a:lnTo>
                    <a:pt x="300" y="112"/>
                  </a:lnTo>
                  <a:lnTo>
                    <a:pt x="354" y="106"/>
                  </a:lnTo>
                  <a:lnTo>
                    <a:pt x="354" y="106"/>
                  </a:lnTo>
                  <a:lnTo>
                    <a:pt x="382" y="102"/>
                  </a:lnTo>
                  <a:lnTo>
                    <a:pt x="398" y="98"/>
                  </a:lnTo>
                  <a:lnTo>
                    <a:pt x="412" y="94"/>
                  </a:lnTo>
                  <a:lnTo>
                    <a:pt x="424" y="86"/>
                  </a:lnTo>
                  <a:lnTo>
                    <a:pt x="430" y="80"/>
                  </a:lnTo>
                  <a:lnTo>
                    <a:pt x="434" y="76"/>
                  </a:lnTo>
                  <a:lnTo>
                    <a:pt x="436" y="70"/>
                  </a:lnTo>
                  <a:lnTo>
                    <a:pt x="438" y="62"/>
                  </a:lnTo>
                  <a:lnTo>
                    <a:pt x="438" y="54"/>
                  </a:lnTo>
                  <a:lnTo>
                    <a:pt x="436" y="46"/>
                  </a:lnTo>
                  <a:lnTo>
                    <a:pt x="436" y="46"/>
                  </a:lnTo>
                  <a:lnTo>
                    <a:pt x="432" y="38"/>
                  </a:lnTo>
                  <a:lnTo>
                    <a:pt x="428" y="32"/>
                  </a:lnTo>
                  <a:lnTo>
                    <a:pt x="422" y="26"/>
                  </a:lnTo>
                  <a:lnTo>
                    <a:pt x="416" y="20"/>
                  </a:lnTo>
                  <a:lnTo>
                    <a:pt x="402" y="12"/>
                  </a:lnTo>
                  <a:lnTo>
                    <a:pt x="384" y="6"/>
                  </a:lnTo>
                  <a:lnTo>
                    <a:pt x="366" y="2"/>
                  </a:lnTo>
                  <a:lnTo>
                    <a:pt x="346" y="0"/>
                  </a:lnTo>
                  <a:lnTo>
                    <a:pt x="316" y="0"/>
                  </a:lnTo>
                  <a:lnTo>
                    <a:pt x="316" y="0"/>
                  </a:lnTo>
                  <a:lnTo>
                    <a:pt x="276" y="4"/>
                  </a:lnTo>
                  <a:lnTo>
                    <a:pt x="234" y="10"/>
                  </a:lnTo>
                  <a:lnTo>
                    <a:pt x="184" y="20"/>
                  </a:lnTo>
                  <a:lnTo>
                    <a:pt x="132" y="32"/>
                  </a:lnTo>
                  <a:lnTo>
                    <a:pt x="82" y="48"/>
                  </a:lnTo>
                  <a:lnTo>
                    <a:pt x="60" y="56"/>
                  </a:lnTo>
                  <a:lnTo>
                    <a:pt x="40" y="64"/>
                  </a:lnTo>
                  <a:lnTo>
                    <a:pt x="24" y="74"/>
                  </a:lnTo>
                  <a:lnTo>
                    <a:pt x="10" y="86"/>
                  </a:lnTo>
                  <a:lnTo>
                    <a:pt x="10"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3" name="Freeform 227"/>
            <p:cNvSpPr>
              <a:spLocks/>
            </p:cNvSpPr>
            <p:nvPr/>
          </p:nvSpPr>
          <p:spPr bwMode="auto">
            <a:xfrm>
              <a:off x="3552371" y="3516086"/>
              <a:ext cx="727075" cy="371475"/>
            </a:xfrm>
            <a:custGeom>
              <a:avLst/>
              <a:gdLst>
                <a:gd name="T0" fmla="*/ 384 w 458"/>
                <a:gd name="T1" fmla="*/ 0 h 234"/>
                <a:gd name="T2" fmla="*/ 0 w 458"/>
                <a:gd name="T3" fmla="*/ 158 h 234"/>
                <a:gd name="T4" fmla="*/ 10 w 458"/>
                <a:gd name="T5" fmla="*/ 234 h 234"/>
                <a:gd name="T6" fmla="*/ 430 w 458"/>
                <a:gd name="T7" fmla="*/ 190 h 234"/>
                <a:gd name="T8" fmla="*/ 430 w 458"/>
                <a:gd name="T9" fmla="*/ 190 h 234"/>
                <a:gd name="T10" fmla="*/ 438 w 458"/>
                <a:gd name="T11" fmla="*/ 186 h 234"/>
                <a:gd name="T12" fmla="*/ 444 w 458"/>
                <a:gd name="T13" fmla="*/ 180 h 234"/>
                <a:gd name="T14" fmla="*/ 452 w 458"/>
                <a:gd name="T15" fmla="*/ 172 h 234"/>
                <a:gd name="T16" fmla="*/ 456 w 458"/>
                <a:gd name="T17" fmla="*/ 160 h 234"/>
                <a:gd name="T18" fmla="*/ 458 w 458"/>
                <a:gd name="T19" fmla="*/ 152 h 234"/>
                <a:gd name="T20" fmla="*/ 458 w 458"/>
                <a:gd name="T21" fmla="*/ 144 h 234"/>
                <a:gd name="T22" fmla="*/ 458 w 458"/>
                <a:gd name="T23" fmla="*/ 134 h 234"/>
                <a:gd name="T24" fmla="*/ 454 w 458"/>
                <a:gd name="T25" fmla="*/ 122 h 234"/>
                <a:gd name="T26" fmla="*/ 450 w 458"/>
                <a:gd name="T27" fmla="*/ 110 h 234"/>
                <a:gd name="T28" fmla="*/ 444 w 458"/>
                <a:gd name="T29" fmla="*/ 98 h 234"/>
                <a:gd name="T30" fmla="*/ 384 w 458"/>
                <a:gd name="T3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4">
                  <a:moveTo>
                    <a:pt x="384" y="0"/>
                  </a:moveTo>
                  <a:lnTo>
                    <a:pt x="0" y="158"/>
                  </a:lnTo>
                  <a:lnTo>
                    <a:pt x="10" y="234"/>
                  </a:lnTo>
                  <a:lnTo>
                    <a:pt x="430" y="190"/>
                  </a:lnTo>
                  <a:lnTo>
                    <a:pt x="430" y="190"/>
                  </a:lnTo>
                  <a:lnTo>
                    <a:pt x="438" y="186"/>
                  </a:lnTo>
                  <a:lnTo>
                    <a:pt x="444" y="180"/>
                  </a:lnTo>
                  <a:lnTo>
                    <a:pt x="452" y="172"/>
                  </a:lnTo>
                  <a:lnTo>
                    <a:pt x="456" y="160"/>
                  </a:lnTo>
                  <a:lnTo>
                    <a:pt x="458" y="152"/>
                  </a:lnTo>
                  <a:lnTo>
                    <a:pt x="458" y="144"/>
                  </a:lnTo>
                  <a:lnTo>
                    <a:pt x="458" y="134"/>
                  </a:lnTo>
                  <a:lnTo>
                    <a:pt x="454" y="122"/>
                  </a:lnTo>
                  <a:lnTo>
                    <a:pt x="450" y="110"/>
                  </a:lnTo>
                  <a:lnTo>
                    <a:pt x="444" y="98"/>
                  </a:lnTo>
                  <a:lnTo>
                    <a:pt x="38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4" name="Freeform 228"/>
            <p:cNvSpPr>
              <a:spLocks/>
            </p:cNvSpPr>
            <p:nvPr/>
          </p:nvSpPr>
          <p:spPr bwMode="auto">
            <a:xfrm>
              <a:off x="3120571" y="3449411"/>
              <a:ext cx="831850" cy="498475"/>
            </a:xfrm>
            <a:custGeom>
              <a:avLst/>
              <a:gdLst>
                <a:gd name="T0" fmla="*/ 496 w 524"/>
                <a:gd name="T1" fmla="*/ 282 h 314"/>
                <a:gd name="T2" fmla="*/ 496 w 524"/>
                <a:gd name="T3" fmla="*/ 282 h 314"/>
                <a:gd name="T4" fmla="*/ 496 w 524"/>
                <a:gd name="T5" fmla="*/ 288 h 314"/>
                <a:gd name="T6" fmla="*/ 494 w 524"/>
                <a:gd name="T7" fmla="*/ 294 h 314"/>
                <a:gd name="T8" fmla="*/ 492 w 524"/>
                <a:gd name="T9" fmla="*/ 300 h 314"/>
                <a:gd name="T10" fmla="*/ 488 w 524"/>
                <a:gd name="T11" fmla="*/ 304 h 314"/>
                <a:gd name="T12" fmla="*/ 482 w 524"/>
                <a:gd name="T13" fmla="*/ 308 h 314"/>
                <a:gd name="T14" fmla="*/ 478 w 524"/>
                <a:gd name="T15" fmla="*/ 312 h 314"/>
                <a:gd name="T16" fmla="*/ 472 w 524"/>
                <a:gd name="T17" fmla="*/ 314 h 314"/>
                <a:gd name="T18" fmla="*/ 464 w 524"/>
                <a:gd name="T19" fmla="*/ 314 h 314"/>
                <a:gd name="T20" fmla="*/ 60 w 524"/>
                <a:gd name="T21" fmla="*/ 314 h 314"/>
                <a:gd name="T22" fmla="*/ 60 w 524"/>
                <a:gd name="T23" fmla="*/ 314 h 314"/>
                <a:gd name="T24" fmla="*/ 52 w 524"/>
                <a:gd name="T25" fmla="*/ 314 h 314"/>
                <a:gd name="T26" fmla="*/ 46 w 524"/>
                <a:gd name="T27" fmla="*/ 312 h 314"/>
                <a:gd name="T28" fmla="*/ 42 w 524"/>
                <a:gd name="T29" fmla="*/ 308 h 314"/>
                <a:gd name="T30" fmla="*/ 36 w 524"/>
                <a:gd name="T31" fmla="*/ 304 h 314"/>
                <a:gd name="T32" fmla="*/ 32 w 524"/>
                <a:gd name="T33" fmla="*/ 300 h 314"/>
                <a:gd name="T34" fmla="*/ 30 w 524"/>
                <a:gd name="T35" fmla="*/ 294 h 314"/>
                <a:gd name="T36" fmla="*/ 28 w 524"/>
                <a:gd name="T37" fmla="*/ 288 h 314"/>
                <a:gd name="T38" fmla="*/ 28 w 524"/>
                <a:gd name="T39" fmla="*/ 282 h 314"/>
                <a:gd name="T40" fmla="*/ 0 w 524"/>
                <a:gd name="T41" fmla="*/ 32 h 314"/>
                <a:gd name="T42" fmla="*/ 0 w 524"/>
                <a:gd name="T43" fmla="*/ 32 h 314"/>
                <a:gd name="T44" fmla="*/ 0 w 524"/>
                <a:gd name="T45" fmla="*/ 26 h 314"/>
                <a:gd name="T46" fmla="*/ 2 w 524"/>
                <a:gd name="T47" fmla="*/ 20 h 314"/>
                <a:gd name="T48" fmla="*/ 6 w 524"/>
                <a:gd name="T49" fmla="*/ 14 h 314"/>
                <a:gd name="T50" fmla="*/ 10 w 524"/>
                <a:gd name="T51" fmla="*/ 10 h 314"/>
                <a:gd name="T52" fmla="*/ 14 w 524"/>
                <a:gd name="T53" fmla="*/ 6 h 314"/>
                <a:gd name="T54" fmla="*/ 20 w 524"/>
                <a:gd name="T55" fmla="*/ 2 h 314"/>
                <a:gd name="T56" fmla="*/ 26 w 524"/>
                <a:gd name="T57" fmla="*/ 0 h 314"/>
                <a:gd name="T58" fmla="*/ 32 w 524"/>
                <a:gd name="T59" fmla="*/ 0 h 314"/>
                <a:gd name="T60" fmla="*/ 492 w 524"/>
                <a:gd name="T61" fmla="*/ 0 h 314"/>
                <a:gd name="T62" fmla="*/ 492 w 524"/>
                <a:gd name="T63" fmla="*/ 0 h 314"/>
                <a:gd name="T64" fmla="*/ 498 w 524"/>
                <a:gd name="T65" fmla="*/ 0 h 314"/>
                <a:gd name="T66" fmla="*/ 504 w 524"/>
                <a:gd name="T67" fmla="*/ 2 h 314"/>
                <a:gd name="T68" fmla="*/ 510 w 524"/>
                <a:gd name="T69" fmla="*/ 6 h 314"/>
                <a:gd name="T70" fmla="*/ 514 w 524"/>
                <a:gd name="T71" fmla="*/ 10 h 314"/>
                <a:gd name="T72" fmla="*/ 518 w 524"/>
                <a:gd name="T73" fmla="*/ 14 h 314"/>
                <a:gd name="T74" fmla="*/ 522 w 524"/>
                <a:gd name="T75" fmla="*/ 20 h 314"/>
                <a:gd name="T76" fmla="*/ 524 w 524"/>
                <a:gd name="T77" fmla="*/ 26 h 314"/>
                <a:gd name="T78" fmla="*/ 524 w 524"/>
                <a:gd name="T79" fmla="*/ 32 h 314"/>
                <a:gd name="T80" fmla="*/ 496 w 524"/>
                <a:gd name="T81" fmla="*/ 28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24" h="314">
                  <a:moveTo>
                    <a:pt x="496" y="282"/>
                  </a:moveTo>
                  <a:lnTo>
                    <a:pt x="496" y="282"/>
                  </a:lnTo>
                  <a:lnTo>
                    <a:pt x="496" y="288"/>
                  </a:lnTo>
                  <a:lnTo>
                    <a:pt x="494" y="294"/>
                  </a:lnTo>
                  <a:lnTo>
                    <a:pt x="492" y="300"/>
                  </a:lnTo>
                  <a:lnTo>
                    <a:pt x="488" y="304"/>
                  </a:lnTo>
                  <a:lnTo>
                    <a:pt x="482" y="308"/>
                  </a:lnTo>
                  <a:lnTo>
                    <a:pt x="478" y="312"/>
                  </a:lnTo>
                  <a:lnTo>
                    <a:pt x="472" y="314"/>
                  </a:lnTo>
                  <a:lnTo>
                    <a:pt x="464" y="314"/>
                  </a:lnTo>
                  <a:lnTo>
                    <a:pt x="60" y="314"/>
                  </a:lnTo>
                  <a:lnTo>
                    <a:pt x="60" y="314"/>
                  </a:lnTo>
                  <a:lnTo>
                    <a:pt x="52" y="314"/>
                  </a:lnTo>
                  <a:lnTo>
                    <a:pt x="46" y="312"/>
                  </a:lnTo>
                  <a:lnTo>
                    <a:pt x="42" y="308"/>
                  </a:lnTo>
                  <a:lnTo>
                    <a:pt x="36" y="304"/>
                  </a:lnTo>
                  <a:lnTo>
                    <a:pt x="32" y="300"/>
                  </a:lnTo>
                  <a:lnTo>
                    <a:pt x="30" y="294"/>
                  </a:lnTo>
                  <a:lnTo>
                    <a:pt x="28" y="288"/>
                  </a:lnTo>
                  <a:lnTo>
                    <a:pt x="28" y="282"/>
                  </a:lnTo>
                  <a:lnTo>
                    <a:pt x="0" y="32"/>
                  </a:lnTo>
                  <a:lnTo>
                    <a:pt x="0" y="32"/>
                  </a:lnTo>
                  <a:lnTo>
                    <a:pt x="0" y="26"/>
                  </a:lnTo>
                  <a:lnTo>
                    <a:pt x="2" y="20"/>
                  </a:lnTo>
                  <a:lnTo>
                    <a:pt x="6" y="14"/>
                  </a:lnTo>
                  <a:lnTo>
                    <a:pt x="10" y="10"/>
                  </a:lnTo>
                  <a:lnTo>
                    <a:pt x="14" y="6"/>
                  </a:lnTo>
                  <a:lnTo>
                    <a:pt x="20" y="2"/>
                  </a:lnTo>
                  <a:lnTo>
                    <a:pt x="26" y="0"/>
                  </a:lnTo>
                  <a:lnTo>
                    <a:pt x="32" y="0"/>
                  </a:lnTo>
                  <a:lnTo>
                    <a:pt x="492" y="0"/>
                  </a:lnTo>
                  <a:lnTo>
                    <a:pt x="492" y="0"/>
                  </a:lnTo>
                  <a:lnTo>
                    <a:pt x="498" y="0"/>
                  </a:lnTo>
                  <a:lnTo>
                    <a:pt x="504" y="2"/>
                  </a:lnTo>
                  <a:lnTo>
                    <a:pt x="510" y="6"/>
                  </a:lnTo>
                  <a:lnTo>
                    <a:pt x="514" y="10"/>
                  </a:lnTo>
                  <a:lnTo>
                    <a:pt x="518" y="14"/>
                  </a:lnTo>
                  <a:lnTo>
                    <a:pt x="522" y="20"/>
                  </a:lnTo>
                  <a:lnTo>
                    <a:pt x="524" y="26"/>
                  </a:lnTo>
                  <a:lnTo>
                    <a:pt x="524" y="32"/>
                  </a:lnTo>
                  <a:lnTo>
                    <a:pt x="496" y="282"/>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5" name="Freeform 229"/>
            <p:cNvSpPr>
              <a:spLocks/>
            </p:cNvSpPr>
            <p:nvPr/>
          </p:nvSpPr>
          <p:spPr bwMode="auto">
            <a:xfrm>
              <a:off x="3149146" y="3487511"/>
              <a:ext cx="774700" cy="460375"/>
            </a:xfrm>
            <a:custGeom>
              <a:avLst/>
              <a:gdLst>
                <a:gd name="T0" fmla="*/ 462 w 488"/>
                <a:gd name="T1" fmla="*/ 260 h 290"/>
                <a:gd name="T2" fmla="*/ 462 w 488"/>
                <a:gd name="T3" fmla="*/ 260 h 290"/>
                <a:gd name="T4" fmla="*/ 462 w 488"/>
                <a:gd name="T5" fmla="*/ 266 h 290"/>
                <a:gd name="T6" fmla="*/ 460 w 488"/>
                <a:gd name="T7" fmla="*/ 272 h 290"/>
                <a:gd name="T8" fmla="*/ 454 w 488"/>
                <a:gd name="T9" fmla="*/ 282 h 290"/>
                <a:gd name="T10" fmla="*/ 444 w 488"/>
                <a:gd name="T11" fmla="*/ 288 h 290"/>
                <a:gd name="T12" fmla="*/ 438 w 488"/>
                <a:gd name="T13" fmla="*/ 290 h 290"/>
                <a:gd name="T14" fmla="*/ 432 w 488"/>
                <a:gd name="T15" fmla="*/ 290 h 290"/>
                <a:gd name="T16" fmla="*/ 56 w 488"/>
                <a:gd name="T17" fmla="*/ 290 h 290"/>
                <a:gd name="T18" fmla="*/ 56 w 488"/>
                <a:gd name="T19" fmla="*/ 290 h 290"/>
                <a:gd name="T20" fmla="*/ 50 w 488"/>
                <a:gd name="T21" fmla="*/ 290 h 290"/>
                <a:gd name="T22" fmla="*/ 44 w 488"/>
                <a:gd name="T23" fmla="*/ 288 h 290"/>
                <a:gd name="T24" fmla="*/ 36 w 488"/>
                <a:gd name="T25" fmla="*/ 282 h 290"/>
                <a:gd name="T26" fmla="*/ 28 w 488"/>
                <a:gd name="T27" fmla="*/ 272 h 290"/>
                <a:gd name="T28" fmla="*/ 26 w 488"/>
                <a:gd name="T29" fmla="*/ 266 h 290"/>
                <a:gd name="T30" fmla="*/ 26 w 488"/>
                <a:gd name="T31" fmla="*/ 260 h 290"/>
                <a:gd name="T32" fmla="*/ 0 w 488"/>
                <a:gd name="T33" fmla="*/ 30 h 290"/>
                <a:gd name="T34" fmla="*/ 0 w 488"/>
                <a:gd name="T35" fmla="*/ 30 h 290"/>
                <a:gd name="T36" fmla="*/ 0 w 488"/>
                <a:gd name="T37" fmla="*/ 24 h 290"/>
                <a:gd name="T38" fmla="*/ 2 w 488"/>
                <a:gd name="T39" fmla="*/ 18 h 290"/>
                <a:gd name="T40" fmla="*/ 8 w 488"/>
                <a:gd name="T41" fmla="*/ 8 h 290"/>
                <a:gd name="T42" fmla="*/ 18 w 488"/>
                <a:gd name="T43" fmla="*/ 2 h 290"/>
                <a:gd name="T44" fmla="*/ 24 w 488"/>
                <a:gd name="T45" fmla="*/ 0 h 290"/>
                <a:gd name="T46" fmla="*/ 30 w 488"/>
                <a:gd name="T47" fmla="*/ 0 h 290"/>
                <a:gd name="T48" fmla="*/ 458 w 488"/>
                <a:gd name="T49" fmla="*/ 0 h 290"/>
                <a:gd name="T50" fmla="*/ 458 w 488"/>
                <a:gd name="T51" fmla="*/ 0 h 290"/>
                <a:gd name="T52" fmla="*/ 464 w 488"/>
                <a:gd name="T53" fmla="*/ 0 h 290"/>
                <a:gd name="T54" fmla="*/ 470 w 488"/>
                <a:gd name="T55" fmla="*/ 2 h 290"/>
                <a:gd name="T56" fmla="*/ 480 w 488"/>
                <a:gd name="T57" fmla="*/ 8 h 290"/>
                <a:gd name="T58" fmla="*/ 486 w 488"/>
                <a:gd name="T59" fmla="*/ 18 h 290"/>
                <a:gd name="T60" fmla="*/ 488 w 488"/>
                <a:gd name="T61" fmla="*/ 24 h 290"/>
                <a:gd name="T62" fmla="*/ 488 w 488"/>
                <a:gd name="T63" fmla="*/ 30 h 290"/>
                <a:gd name="T64" fmla="*/ 462 w 488"/>
                <a:gd name="T65" fmla="*/ 26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8" h="290">
                  <a:moveTo>
                    <a:pt x="462" y="260"/>
                  </a:moveTo>
                  <a:lnTo>
                    <a:pt x="462" y="260"/>
                  </a:lnTo>
                  <a:lnTo>
                    <a:pt x="462" y="266"/>
                  </a:lnTo>
                  <a:lnTo>
                    <a:pt x="460" y="272"/>
                  </a:lnTo>
                  <a:lnTo>
                    <a:pt x="454" y="282"/>
                  </a:lnTo>
                  <a:lnTo>
                    <a:pt x="444" y="288"/>
                  </a:lnTo>
                  <a:lnTo>
                    <a:pt x="438" y="290"/>
                  </a:lnTo>
                  <a:lnTo>
                    <a:pt x="432" y="290"/>
                  </a:lnTo>
                  <a:lnTo>
                    <a:pt x="56" y="290"/>
                  </a:lnTo>
                  <a:lnTo>
                    <a:pt x="56" y="290"/>
                  </a:lnTo>
                  <a:lnTo>
                    <a:pt x="50" y="290"/>
                  </a:lnTo>
                  <a:lnTo>
                    <a:pt x="44" y="288"/>
                  </a:lnTo>
                  <a:lnTo>
                    <a:pt x="36" y="282"/>
                  </a:lnTo>
                  <a:lnTo>
                    <a:pt x="28" y="272"/>
                  </a:lnTo>
                  <a:lnTo>
                    <a:pt x="26" y="266"/>
                  </a:lnTo>
                  <a:lnTo>
                    <a:pt x="26" y="260"/>
                  </a:lnTo>
                  <a:lnTo>
                    <a:pt x="0" y="30"/>
                  </a:lnTo>
                  <a:lnTo>
                    <a:pt x="0" y="30"/>
                  </a:lnTo>
                  <a:lnTo>
                    <a:pt x="0" y="24"/>
                  </a:lnTo>
                  <a:lnTo>
                    <a:pt x="2" y="18"/>
                  </a:lnTo>
                  <a:lnTo>
                    <a:pt x="8" y="8"/>
                  </a:lnTo>
                  <a:lnTo>
                    <a:pt x="18" y="2"/>
                  </a:lnTo>
                  <a:lnTo>
                    <a:pt x="24" y="0"/>
                  </a:lnTo>
                  <a:lnTo>
                    <a:pt x="30" y="0"/>
                  </a:lnTo>
                  <a:lnTo>
                    <a:pt x="458" y="0"/>
                  </a:lnTo>
                  <a:lnTo>
                    <a:pt x="458" y="0"/>
                  </a:lnTo>
                  <a:lnTo>
                    <a:pt x="464" y="0"/>
                  </a:lnTo>
                  <a:lnTo>
                    <a:pt x="470" y="2"/>
                  </a:lnTo>
                  <a:lnTo>
                    <a:pt x="480" y="8"/>
                  </a:lnTo>
                  <a:lnTo>
                    <a:pt x="486" y="18"/>
                  </a:lnTo>
                  <a:lnTo>
                    <a:pt x="488" y="24"/>
                  </a:lnTo>
                  <a:lnTo>
                    <a:pt x="488" y="30"/>
                  </a:lnTo>
                  <a:lnTo>
                    <a:pt x="462" y="26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6" name="Freeform 230"/>
            <p:cNvSpPr>
              <a:spLocks noEditPoints="1"/>
            </p:cNvSpPr>
            <p:nvPr/>
          </p:nvSpPr>
          <p:spPr bwMode="auto">
            <a:xfrm>
              <a:off x="3463471" y="3633561"/>
              <a:ext cx="174625" cy="177800"/>
            </a:xfrm>
            <a:custGeom>
              <a:avLst/>
              <a:gdLst>
                <a:gd name="T0" fmla="*/ 56 w 110"/>
                <a:gd name="T1" fmla="*/ 0 h 112"/>
                <a:gd name="T2" fmla="*/ 34 w 110"/>
                <a:gd name="T3" fmla="*/ 4 h 112"/>
                <a:gd name="T4" fmla="*/ 16 w 110"/>
                <a:gd name="T5" fmla="*/ 16 h 112"/>
                <a:gd name="T6" fmla="*/ 4 w 110"/>
                <a:gd name="T7" fmla="*/ 34 h 112"/>
                <a:gd name="T8" fmla="*/ 0 w 110"/>
                <a:gd name="T9" fmla="*/ 56 h 112"/>
                <a:gd name="T10" fmla="*/ 2 w 110"/>
                <a:gd name="T11" fmla="*/ 68 h 112"/>
                <a:gd name="T12" fmla="*/ 10 w 110"/>
                <a:gd name="T13" fmla="*/ 86 h 112"/>
                <a:gd name="T14" fmla="*/ 24 w 110"/>
                <a:gd name="T15" fmla="*/ 102 h 112"/>
                <a:gd name="T16" fmla="*/ 44 w 110"/>
                <a:gd name="T17" fmla="*/ 110 h 112"/>
                <a:gd name="T18" fmla="*/ 56 w 110"/>
                <a:gd name="T19" fmla="*/ 112 h 112"/>
                <a:gd name="T20" fmla="*/ 78 w 110"/>
                <a:gd name="T21" fmla="*/ 106 h 112"/>
                <a:gd name="T22" fmla="*/ 94 w 110"/>
                <a:gd name="T23" fmla="*/ 96 h 112"/>
                <a:gd name="T24" fmla="*/ 106 w 110"/>
                <a:gd name="T25" fmla="*/ 78 h 112"/>
                <a:gd name="T26" fmla="*/ 110 w 110"/>
                <a:gd name="T27" fmla="*/ 56 h 112"/>
                <a:gd name="T28" fmla="*/ 110 w 110"/>
                <a:gd name="T29" fmla="*/ 44 h 112"/>
                <a:gd name="T30" fmla="*/ 102 w 110"/>
                <a:gd name="T31" fmla="*/ 24 h 112"/>
                <a:gd name="T32" fmla="*/ 86 w 110"/>
                <a:gd name="T33" fmla="*/ 10 h 112"/>
                <a:gd name="T34" fmla="*/ 66 w 110"/>
                <a:gd name="T35" fmla="*/ 2 h 112"/>
                <a:gd name="T36" fmla="*/ 56 w 110"/>
                <a:gd name="T37" fmla="*/ 0 h 112"/>
                <a:gd name="T38" fmla="*/ 56 w 110"/>
                <a:gd name="T39" fmla="*/ 98 h 112"/>
                <a:gd name="T40" fmla="*/ 38 w 110"/>
                <a:gd name="T41" fmla="*/ 96 h 112"/>
                <a:gd name="T42" fmla="*/ 26 w 110"/>
                <a:gd name="T43" fmla="*/ 86 h 112"/>
                <a:gd name="T44" fmla="*/ 16 w 110"/>
                <a:gd name="T45" fmla="*/ 72 h 112"/>
                <a:gd name="T46" fmla="*/ 12 w 110"/>
                <a:gd name="T47" fmla="*/ 56 h 112"/>
                <a:gd name="T48" fmla="*/ 14 w 110"/>
                <a:gd name="T49" fmla="*/ 48 h 112"/>
                <a:gd name="T50" fmla="*/ 20 w 110"/>
                <a:gd name="T51" fmla="*/ 32 h 112"/>
                <a:gd name="T52" fmla="*/ 32 w 110"/>
                <a:gd name="T53" fmla="*/ 20 h 112"/>
                <a:gd name="T54" fmla="*/ 46 w 110"/>
                <a:gd name="T55" fmla="*/ 14 h 112"/>
                <a:gd name="T56" fmla="*/ 56 w 110"/>
                <a:gd name="T57" fmla="*/ 14 h 112"/>
                <a:gd name="T58" fmla="*/ 72 w 110"/>
                <a:gd name="T59" fmla="*/ 16 h 112"/>
                <a:gd name="T60" fmla="*/ 86 w 110"/>
                <a:gd name="T61" fmla="*/ 26 h 112"/>
                <a:gd name="T62" fmla="*/ 94 w 110"/>
                <a:gd name="T63" fmla="*/ 40 h 112"/>
                <a:gd name="T64" fmla="*/ 98 w 110"/>
                <a:gd name="T65" fmla="*/ 56 h 112"/>
                <a:gd name="T66" fmla="*/ 98 w 110"/>
                <a:gd name="T67" fmla="*/ 64 h 112"/>
                <a:gd name="T68" fmla="*/ 90 w 110"/>
                <a:gd name="T69" fmla="*/ 80 h 112"/>
                <a:gd name="T70" fmla="*/ 80 w 110"/>
                <a:gd name="T71" fmla="*/ 92 h 112"/>
                <a:gd name="T72" fmla="*/ 64 w 110"/>
                <a:gd name="T73" fmla="*/ 98 h 112"/>
                <a:gd name="T74" fmla="*/ 56 w 110"/>
                <a:gd name="T75" fmla="*/ 9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12">
                  <a:moveTo>
                    <a:pt x="56" y="0"/>
                  </a:moveTo>
                  <a:lnTo>
                    <a:pt x="56" y="0"/>
                  </a:lnTo>
                  <a:lnTo>
                    <a:pt x="44" y="2"/>
                  </a:lnTo>
                  <a:lnTo>
                    <a:pt x="34" y="4"/>
                  </a:lnTo>
                  <a:lnTo>
                    <a:pt x="24" y="10"/>
                  </a:lnTo>
                  <a:lnTo>
                    <a:pt x="16" y="16"/>
                  </a:lnTo>
                  <a:lnTo>
                    <a:pt x="10" y="24"/>
                  </a:lnTo>
                  <a:lnTo>
                    <a:pt x="4" y="34"/>
                  </a:lnTo>
                  <a:lnTo>
                    <a:pt x="2" y="44"/>
                  </a:lnTo>
                  <a:lnTo>
                    <a:pt x="0" y="56"/>
                  </a:lnTo>
                  <a:lnTo>
                    <a:pt x="0" y="56"/>
                  </a:lnTo>
                  <a:lnTo>
                    <a:pt x="2" y="68"/>
                  </a:lnTo>
                  <a:lnTo>
                    <a:pt x="4" y="78"/>
                  </a:lnTo>
                  <a:lnTo>
                    <a:pt x="10" y="86"/>
                  </a:lnTo>
                  <a:lnTo>
                    <a:pt x="16" y="96"/>
                  </a:lnTo>
                  <a:lnTo>
                    <a:pt x="24" y="102"/>
                  </a:lnTo>
                  <a:lnTo>
                    <a:pt x="34" y="106"/>
                  </a:lnTo>
                  <a:lnTo>
                    <a:pt x="44" y="110"/>
                  </a:lnTo>
                  <a:lnTo>
                    <a:pt x="56" y="112"/>
                  </a:lnTo>
                  <a:lnTo>
                    <a:pt x="56" y="112"/>
                  </a:lnTo>
                  <a:lnTo>
                    <a:pt x="66" y="110"/>
                  </a:lnTo>
                  <a:lnTo>
                    <a:pt x="78" y="106"/>
                  </a:lnTo>
                  <a:lnTo>
                    <a:pt x="86" y="102"/>
                  </a:lnTo>
                  <a:lnTo>
                    <a:pt x="94" y="96"/>
                  </a:lnTo>
                  <a:lnTo>
                    <a:pt x="102" y="86"/>
                  </a:lnTo>
                  <a:lnTo>
                    <a:pt x="106" y="78"/>
                  </a:lnTo>
                  <a:lnTo>
                    <a:pt x="110" y="68"/>
                  </a:lnTo>
                  <a:lnTo>
                    <a:pt x="110" y="56"/>
                  </a:lnTo>
                  <a:lnTo>
                    <a:pt x="110" y="56"/>
                  </a:lnTo>
                  <a:lnTo>
                    <a:pt x="110" y="44"/>
                  </a:lnTo>
                  <a:lnTo>
                    <a:pt x="106" y="34"/>
                  </a:lnTo>
                  <a:lnTo>
                    <a:pt x="102" y="24"/>
                  </a:lnTo>
                  <a:lnTo>
                    <a:pt x="94" y="16"/>
                  </a:lnTo>
                  <a:lnTo>
                    <a:pt x="86" y="10"/>
                  </a:lnTo>
                  <a:lnTo>
                    <a:pt x="78" y="4"/>
                  </a:lnTo>
                  <a:lnTo>
                    <a:pt x="66" y="2"/>
                  </a:lnTo>
                  <a:lnTo>
                    <a:pt x="56" y="0"/>
                  </a:lnTo>
                  <a:lnTo>
                    <a:pt x="56" y="0"/>
                  </a:lnTo>
                  <a:close/>
                  <a:moveTo>
                    <a:pt x="56" y="98"/>
                  </a:moveTo>
                  <a:lnTo>
                    <a:pt x="56" y="98"/>
                  </a:lnTo>
                  <a:lnTo>
                    <a:pt x="46" y="98"/>
                  </a:lnTo>
                  <a:lnTo>
                    <a:pt x="38" y="96"/>
                  </a:lnTo>
                  <a:lnTo>
                    <a:pt x="32" y="92"/>
                  </a:lnTo>
                  <a:lnTo>
                    <a:pt x="26" y="86"/>
                  </a:lnTo>
                  <a:lnTo>
                    <a:pt x="20" y="80"/>
                  </a:lnTo>
                  <a:lnTo>
                    <a:pt x="16" y="72"/>
                  </a:lnTo>
                  <a:lnTo>
                    <a:pt x="14" y="64"/>
                  </a:lnTo>
                  <a:lnTo>
                    <a:pt x="12" y="56"/>
                  </a:lnTo>
                  <a:lnTo>
                    <a:pt x="12" y="56"/>
                  </a:lnTo>
                  <a:lnTo>
                    <a:pt x="14" y="48"/>
                  </a:lnTo>
                  <a:lnTo>
                    <a:pt x="16" y="40"/>
                  </a:lnTo>
                  <a:lnTo>
                    <a:pt x="20" y="32"/>
                  </a:lnTo>
                  <a:lnTo>
                    <a:pt x="26" y="26"/>
                  </a:lnTo>
                  <a:lnTo>
                    <a:pt x="32" y="20"/>
                  </a:lnTo>
                  <a:lnTo>
                    <a:pt x="38" y="16"/>
                  </a:lnTo>
                  <a:lnTo>
                    <a:pt x="46" y="14"/>
                  </a:lnTo>
                  <a:lnTo>
                    <a:pt x="56" y="14"/>
                  </a:lnTo>
                  <a:lnTo>
                    <a:pt x="56" y="14"/>
                  </a:lnTo>
                  <a:lnTo>
                    <a:pt x="64" y="14"/>
                  </a:lnTo>
                  <a:lnTo>
                    <a:pt x="72" y="16"/>
                  </a:lnTo>
                  <a:lnTo>
                    <a:pt x="80" y="20"/>
                  </a:lnTo>
                  <a:lnTo>
                    <a:pt x="86" y="26"/>
                  </a:lnTo>
                  <a:lnTo>
                    <a:pt x="90" y="32"/>
                  </a:lnTo>
                  <a:lnTo>
                    <a:pt x="94" y="40"/>
                  </a:lnTo>
                  <a:lnTo>
                    <a:pt x="98" y="48"/>
                  </a:lnTo>
                  <a:lnTo>
                    <a:pt x="98" y="56"/>
                  </a:lnTo>
                  <a:lnTo>
                    <a:pt x="98" y="56"/>
                  </a:lnTo>
                  <a:lnTo>
                    <a:pt x="98" y="64"/>
                  </a:lnTo>
                  <a:lnTo>
                    <a:pt x="94" y="72"/>
                  </a:lnTo>
                  <a:lnTo>
                    <a:pt x="90" y="80"/>
                  </a:lnTo>
                  <a:lnTo>
                    <a:pt x="86" y="86"/>
                  </a:lnTo>
                  <a:lnTo>
                    <a:pt x="80" y="92"/>
                  </a:lnTo>
                  <a:lnTo>
                    <a:pt x="72" y="96"/>
                  </a:lnTo>
                  <a:lnTo>
                    <a:pt x="64" y="98"/>
                  </a:lnTo>
                  <a:lnTo>
                    <a:pt x="56" y="98"/>
                  </a:lnTo>
                  <a:lnTo>
                    <a:pt x="56" y="9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7" name="Freeform 231"/>
            <p:cNvSpPr>
              <a:spLocks noEditPoints="1"/>
            </p:cNvSpPr>
            <p:nvPr/>
          </p:nvSpPr>
          <p:spPr bwMode="auto">
            <a:xfrm>
              <a:off x="3501571" y="3697061"/>
              <a:ext cx="44450" cy="47625"/>
            </a:xfrm>
            <a:custGeom>
              <a:avLst/>
              <a:gdLst>
                <a:gd name="T0" fmla="*/ 20 w 28"/>
                <a:gd name="T1" fmla="*/ 0 h 30"/>
                <a:gd name="T2" fmla="*/ 20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0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0 w 28"/>
                <a:gd name="T37" fmla="*/ 0 h 30"/>
                <a:gd name="T38" fmla="*/ 4 w 28"/>
                <a:gd name="T39" fmla="*/ 18 h 30"/>
                <a:gd name="T40" fmla="*/ 20 w 28"/>
                <a:gd name="T41" fmla="*/ 18 h 30"/>
                <a:gd name="T42" fmla="*/ 20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0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0" y="0"/>
                  </a:moveTo>
                  <a:lnTo>
                    <a:pt x="20" y="0"/>
                  </a:lnTo>
                  <a:lnTo>
                    <a:pt x="26" y="2"/>
                  </a:lnTo>
                  <a:lnTo>
                    <a:pt x="28" y="6"/>
                  </a:lnTo>
                  <a:lnTo>
                    <a:pt x="28" y="16"/>
                  </a:lnTo>
                  <a:lnTo>
                    <a:pt x="28" y="16"/>
                  </a:lnTo>
                  <a:lnTo>
                    <a:pt x="26" y="20"/>
                  </a:lnTo>
                  <a:lnTo>
                    <a:pt x="20" y="22"/>
                  </a:lnTo>
                  <a:lnTo>
                    <a:pt x="4" y="22"/>
                  </a:lnTo>
                  <a:lnTo>
                    <a:pt x="4" y="28"/>
                  </a:lnTo>
                  <a:lnTo>
                    <a:pt x="4" y="28"/>
                  </a:lnTo>
                  <a:lnTo>
                    <a:pt x="2" y="30"/>
                  </a:lnTo>
                  <a:lnTo>
                    <a:pt x="2" y="30"/>
                  </a:lnTo>
                  <a:lnTo>
                    <a:pt x="0" y="28"/>
                  </a:lnTo>
                  <a:lnTo>
                    <a:pt x="0" y="6"/>
                  </a:lnTo>
                  <a:lnTo>
                    <a:pt x="0" y="6"/>
                  </a:lnTo>
                  <a:lnTo>
                    <a:pt x="2" y="2"/>
                  </a:lnTo>
                  <a:lnTo>
                    <a:pt x="6" y="0"/>
                  </a:lnTo>
                  <a:lnTo>
                    <a:pt x="20" y="0"/>
                  </a:lnTo>
                  <a:close/>
                  <a:moveTo>
                    <a:pt x="4" y="18"/>
                  </a:moveTo>
                  <a:lnTo>
                    <a:pt x="20" y="18"/>
                  </a:lnTo>
                  <a:lnTo>
                    <a:pt x="20" y="18"/>
                  </a:lnTo>
                  <a:lnTo>
                    <a:pt x="22" y="18"/>
                  </a:lnTo>
                  <a:lnTo>
                    <a:pt x="24" y="16"/>
                  </a:lnTo>
                  <a:lnTo>
                    <a:pt x="24" y="6"/>
                  </a:lnTo>
                  <a:lnTo>
                    <a:pt x="24" y="6"/>
                  </a:lnTo>
                  <a:lnTo>
                    <a:pt x="22" y="4"/>
                  </a:lnTo>
                  <a:lnTo>
                    <a:pt x="20" y="4"/>
                  </a:lnTo>
                  <a:lnTo>
                    <a:pt x="6" y="4"/>
                  </a:lnTo>
                  <a:lnTo>
                    <a:pt x="6" y="4"/>
                  </a:lnTo>
                  <a:lnTo>
                    <a:pt x="4" y="4"/>
                  </a:lnTo>
                  <a:lnTo>
                    <a:pt x="4" y="6"/>
                  </a:lnTo>
                  <a:lnTo>
                    <a:pt x="4" y="1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8" name="Freeform 232"/>
            <p:cNvSpPr>
              <a:spLocks/>
            </p:cNvSpPr>
            <p:nvPr/>
          </p:nvSpPr>
          <p:spPr bwMode="auto">
            <a:xfrm>
              <a:off x="3552371" y="3697061"/>
              <a:ext cx="41275" cy="47625"/>
            </a:xfrm>
            <a:custGeom>
              <a:avLst/>
              <a:gdLst>
                <a:gd name="T0" fmla="*/ 24 w 26"/>
                <a:gd name="T1" fmla="*/ 0 h 30"/>
                <a:gd name="T2" fmla="*/ 24 w 26"/>
                <a:gd name="T3" fmla="*/ 0 h 30"/>
                <a:gd name="T4" fmla="*/ 24 w 26"/>
                <a:gd name="T5" fmla="*/ 0 h 30"/>
                <a:gd name="T6" fmla="*/ 26 w 26"/>
                <a:gd name="T7" fmla="*/ 2 h 30"/>
                <a:gd name="T8" fmla="*/ 26 w 26"/>
                <a:gd name="T9" fmla="*/ 2 h 30"/>
                <a:gd name="T10" fmla="*/ 24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4 w 26"/>
                <a:gd name="T35" fmla="*/ 28 h 30"/>
                <a:gd name="T36" fmla="*/ 26 w 26"/>
                <a:gd name="T37" fmla="*/ 28 h 30"/>
                <a:gd name="T38" fmla="*/ 26 w 26"/>
                <a:gd name="T39" fmla="*/ 28 h 30"/>
                <a:gd name="T40" fmla="*/ 24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4" y="0"/>
                  </a:lnTo>
                  <a:lnTo>
                    <a:pt x="26" y="2"/>
                  </a:lnTo>
                  <a:lnTo>
                    <a:pt x="26" y="2"/>
                  </a:lnTo>
                  <a:lnTo>
                    <a:pt x="24" y="4"/>
                  </a:lnTo>
                  <a:lnTo>
                    <a:pt x="24" y="4"/>
                  </a:lnTo>
                  <a:lnTo>
                    <a:pt x="6" y="4"/>
                  </a:lnTo>
                  <a:lnTo>
                    <a:pt x="6" y="4"/>
                  </a:lnTo>
                  <a:lnTo>
                    <a:pt x="4" y="4"/>
                  </a:lnTo>
                  <a:lnTo>
                    <a:pt x="4" y="6"/>
                  </a:lnTo>
                  <a:lnTo>
                    <a:pt x="4" y="24"/>
                  </a:lnTo>
                  <a:lnTo>
                    <a:pt x="4" y="24"/>
                  </a:lnTo>
                  <a:lnTo>
                    <a:pt x="4" y="26"/>
                  </a:lnTo>
                  <a:lnTo>
                    <a:pt x="6" y="26"/>
                  </a:lnTo>
                  <a:lnTo>
                    <a:pt x="24" y="26"/>
                  </a:lnTo>
                  <a:lnTo>
                    <a:pt x="24" y="26"/>
                  </a:lnTo>
                  <a:lnTo>
                    <a:pt x="24" y="28"/>
                  </a:lnTo>
                  <a:lnTo>
                    <a:pt x="26" y="28"/>
                  </a:lnTo>
                  <a:lnTo>
                    <a:pt x="26" y="28"/>
                  </a:lnTo>
                  <a:lnTo>
                    <a:pt x="24"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9" name="Freeform 233"/>
            <p:cNvSpPr>
              <a:spLocks noEditPoints="1"/>
            </p:cNvSpPr>
            <p:nvPr/>
          </p:nvSpPr>
          <p:spPr bwMode="auto">
            <a:xfrm>
              <a:off x="3447596" y="3630386"/>
              <a:ext cx="177800" cy="174625"/>
            </a:xfrm>
            <a:custGeom>
              <a:avLst/>
              <a:gdLst>
                <a:gd name="T0" fmla="*/ 56 w 112"/>
                <a:gd name="T1" fmla="*/ 0 h 110"/>
                <a:gd name="T2" fmla="*/ 34 w 112"/>
                <a:gd name="T3" fmla="*/ 4 h 110"/>
                <a:gd name="T4" fmla="*/ 16 w 112"/>
                <a:gd name="T5" fmla="*/ 16 h 110"/>
                <a:gd name="T6" fmla="*/ 4 w 112"/>
                <a:gd name="T7" fmla="*/ 34 h 110"/>
                <a:gd name="T8" fmla="*/ 0 w 112"/>
                <a:gd name="T9" fmla="*/ 54 h 110"/>
                <a:gd name="T10" fmla="*/ 2 w 112"/>
                <a:gd name="T11" fmla="*/ 66 h 110"/>
                <a:gd name="T12" fmla="*/ 10 w 112"/>
                <a:gd name="T13" fmla="*/ 86 h 110"/>
                <a:gd name="T14" fmla="*/ 26 w 112"/>
                <a:gd name="T15" fmla="*/ 100 h 110"/>
                <a:gd name="T16" fmla="*/ 44 w 112"/>
                <a:gd name="T17" fmla="*/ 110 h 110"/>
                <a:gd name="T18" fmla="*/ 56 w 112"/>
                <a:gd name="T19" fmla="*/ 110 h 110"/>
                <a:gd name="T20" fmla="*/ 78 w 112"/>
                <a:gd name="T21" fmla="*/ 106 h 110"/>
                <a:gd name="T22" fmla="*/ 96 w 112"/>
                <a:gd name="T23" fmla="*/ 94 h 110"/>
                <a:gd name="T24" fmla="*/ 108 w 112"/>
                <a:gd name="T25" fmla="*/ 76 h 110"/>
                <a:gd name="T26" fmla="*/ 112 w 112"/>
                <a:gd name="T27" fmla="*/ 54 h 110"/>
                <a:gd name="T28" fmla="*/ 110 w 112"/>
                <a:gd name="T29" fmla="*/ 44 h 110"/>
                <a:gd name="T30" fmla="*/ 102 w 112"/>
                <a:gd name="T31" fmla="*/ 24 h 110"/>
                <a:gd name="T32" fmla="*/ 88 w 112"/>
                <a:gd name="T33" fmla="*/ 10 h 110"/>
                <a:gd name="T34" fmla="*/ 68 w 112"/>
                <a:gd name="T35" fmla="*/ 0 h 110"/>
                <a:gd name="T36" fmla="*/ 56 w 112"/>
                <a:gd name="T37" fmla="*/ 0 h 110"/>
                <a:gd name="T38" fmla="*/ 56 w 112"/>
                <a:gd name="T39" fmla="*/ 98 h 110"/>
                <a:gd name="T40" fmla="*/ 40 w 112"/>
                <a:gd name="T41" fmla="*/ 94 h 110"/>
                <a:gd name="T42" fmla="*/ 26 w 112"/>
                <a:gd name="T43" fmla="*/ 86 h 110"/>
                <a:gd name="T44" fmla="*/ 16 w 112"/>
                <a:gd name="T45" fmla="*/ 72 h 110"/>
                <a:gd name="T46" fmla="*/ 14 w 112"/>
                <a:gd name="T47" fmla="*/ 54 h 110"/>
                <a:gd name="T48" fmla="*/ 14 w 112"/>
                <a:gd name="T49" fmla="*/ 46 h 110"/>
                <a:gd name="T50" fmla="*/ 20 w 112"/>
                <a:gd name="T51" fmla="*/ 32 h 110"/>
                <a:gd name="T52" fmla="*/ 32 w 112"/>
                <a:gd name="T53" fmla="*/ 20 h 110"/>
                <a:gd name="T54" fmla="*/ 48 w 112"/>
                <a:gd name="T55" fmla="*/ 14 h 110"/>
                <a:gd name="T56" fmla="*/ 56 w 112"/>
                <a:gd name="T57" fmla="*/ 12 h 110"/>
                <a:gd name="T58" fmla="*/ 72 w 112"/>
                <a:gd name="T59" fmla="*/ 16 h 110"/>
                <a:gd name="T60" fmla="*/ 86 w 112"/>
                <a:gd name="T61" fmla="*/ 24 h 110"/>
                <a:gd name="T62" fmla="*/ 96 w 112"/>
                <a:gd name="T63" fmla="*/ 38 h 110"/>
                <a:gd name="T64" fmla="*/ 98 w 112"/>
                <a:gd name="T65" fmla="*/ 54 h 110"/>
                <a:gd name="T66" fmla="*/ 98 w 112"/>
                <a:gd name="T67" fmla="*/ 64 h 110"/>
                <a:gd name="T68" fmla="*/ 92 w 112"/>
                <a:gd name="T69" fmla="*/ 78 h 110"/>
                <a:gd name="T70" fmla="*/ 80 w 112"/>
                <a:gd name="T71" fmla="*/ 90 h 110"/>
                <a:gd name="T72" fmla="*/ 64 w 112"/>
                <a:gd name="T73" fmla="*/ 96 h 110"/>
                <a:gd name="T74" fmla="*/ 56 w 112"/>
                <a:gd name="T75" fmla="*/ 9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0">
                  <a:moveTo>
                    <a:pt x="56" y="0"/>
                  </a:moveTo>
                  <a:lnTo>
                    <a:pt x="56" y="0"/>
                  </a:lnTo>
                  <a:lnTo>
                    <a:pt x="44" y="0"/>
                  </a:lnTo>
                  <a:lnTo>
                    <a:pt x="34" y="4"/>
                  </a:lnTo>
                  <a:lnTo>
                    <a:pt x="26" y="10"/>
                  </a:lnTo>
                  <a:lnTo>
                    <a:pt x="16" y="16"/>
                  </a:lnTo>
                  <a:lnTo>
                    <a:pt x="10" y="24"/>
                  </a:lnTo>
                  <a:lnTo>
                    <a:pt x="4" y="34"/>
                  </a:lnTo>
                  <a:lnTo>
                    <a:pt x="2" y="44"/>
                  </a:lnTo>
                  <a:lnTo>
                    <a:pt x="0" y="54"/>
                  </a:lnTo>
                  <a:lnTo>
                    <a:pt x="0" y="54"/>
                  </a:lnTo>
                  <a:lnTo>
                    <a:pt x="2" y="66"/>
                  </a:lnTo>
                  <a:lnTo>
                    <a:pt x="4" y="76"/>
                  </a:lnTo>
                  <a:lnTo>
                    <a:pt x="10" y="86"/>
                  </a:lnTo>
                  <a:lnTo>
                    <a:pt x="16" y="94"/>
                  </a:lnTo>
                  <a:lnTo>
                    <a:pt x="26" y="100"/>
                  </a:lnTo>
                  <a:lnTo>
                    <a:pt x="34" y="106"/>
                  </a:lnTo>
                  <a:lnTo>
                    <a:pt x="44" y="110"/>
                  </a:lnTo>
                  <a:lnTo>
                    <a:pt x="56" y="110"/>
                  </a:lnTo>
                  <a:lnTo>
                    <a:pt x="56" y="110"/>
                  </a:lnTo>
                  <a:lnTo>
                    <a:pt x="68" y="110"/>
                  </a:lnTo>
                  <a:lnTo>
                    <a:pt x="78" y="106"/>
                  </a:lnTo>
                  <a:lnTo>
                    <a:pt x="88" y="100"/>
                  </a:lnTo>
                  <a:lnTo>
                    <a:pt x="96" y="94"/>
                  </a:lnTo>
                  <a:lnTo>
                    <a:pt x="102" y="86"/>
                  </a:lnTo>
                  <a:lnTo>
                    <a:pt x="108" y="76"/>
                  </a:lnTo>
                  <a:lnTo>
                    <a:pt x="110" y="66"/>
                  </a:lnTo>
                  <a:lnTo>
                    <a:pt x="112" y="54"/>
                  </a:lnTo>
                  <a:lnTo>
                    <a:pt x="112" y="54"/>
                  </a:lnTo>
                  <a:lnTo>
                    <a:pt x="110" y="44"/>
                  </a:lnTo>
                  <a:lnTo>
                    <a:pt x="108" y="34"/>
                  </a:lnTo>
                  <a:lnTo>
                    <a:pt x="102" y="24"/>
                  </a:lnTo>
                  <a:lnTo>
                    <a:pt x="96" y="16"/>
                  </a:lnTo>
                  <a:lnTo>
                    <a:pt x="88" y="10"/>
                  </a:lnTo>
                  <a:lnTo>
                    <a:pt x="78" y="4"/>
                  </a:lnTo>
                  <a:lnTo>
                    <a:pt x="68" y="0"/>
                  </a:lnTo>
                  <a:lnTo>
                    <a:pt x="56" y="0"/>
                  </a:lnTo>
                  <a:lnTo>
                    <a:pt x="56" y="0"/>
                  </a:lnTo>
                  <a:close/>
                  <a:moveTo>
                    <a:pt x="56" y="98"/>
                  </a:moveTo>
                  <a:lnTo>
                    <a:pt x="56" y="98"/>
                  </a:lnTo>
                  <a:lnTo>
                    <a:pt x="48" y="96"/>
                  </a:lnTo>
                  <a:lnTo>
                    <a:pt x="40" y="94"/>
                  </a:lnTo>
                  <a:lnTo>
                    <a:pt x="32" y="90"/>
                  </a:lnTo>
                  <a:lnTo>
                    <a:pt x="26" y="86"/>
                  </a:lnTo>
                  <a:lnTo>
                    <a:pt x="20" y="78"/>
                  </a:lnTo>
                  <a:lnTo>
                    <a:pt x="16" y="72"/>
                  </a:lnTo>
                  <a:lnTo>
                    <a:pt x="14" y="64"/>
                  </a:lnTo>
                  <a:lnTo>
                    <a:pt x="14" y="54"/>
                  </a:lnTo>
                  <a:lnTo>
                    <a:pt x="14" y="54"/>
                  </a:lnTo>
                  <a:lnTo>
                    <a:pt x="14" y="46"/>
                  </a:lnTo>
                  <a:lnTo>
                    <a:pt x="16" y="38"/>
                  </a:lnTo>
                  <a:lnTo>
                    <a:pt x="20" y="32"/>
                  </a:lnTo>
                  <a:lnTo>
                    <a:pt x="26" y="24"/>
                  </a:lnTo>
                  <a:lnTo>
                    <a:pt x="32" y="20"/>
                  </a:lnTo>
                  <a:lnTo>
                    <a:pt x="40" y="16"/>
                  </a:lnTo>
                  <a:lnTo>
                    <a:pt x="48" y="14"/>
                  </a:lnTo>
                  <a:lnTo>
                    <a:pt x="56" y="12"/>
                  </a:lnTo>
                  <a:lnTo>
                    <a:pt x="56" y="12"/>
                  </a:lnTo>
                  <a:lnTo>
                    <a:pt x="64" y="14"/>
                  </a:lnTo>
                  <a:lnTo>
                    <a:pt x="72" y="16"/>
                  </a:lnTo>
                  <a:lnTo>
                    <a:pt x="80" y="20"/>
                  </a:lnTo>
                  <a:lnTo>
                    <a:pt x="86" y="24"/>
                  </a:lnTo>
                  <a:lnTo>
                    <a:pt x="92" y="32"/>
                  </a:lnTo>
                  <a:lnTo>
                    <a:pt x="96" y="38"/>
                  </a:lnTo>
                  <a:lnTo>
                    <a:pt x="98" y="46"/>
                  </a:lnTo>
                  <a:lnTo>
                    <a:pt x="98" y="54"/>
                  </a:lnTo>
                  <a:lnTo>
                    <a:pt x="98" y="54"/>
                  </a:lnTo>
                  <a:lnTo>
                    <a:pt x="98" y="64"/>
                  </a:lnTo>
                  <a:lnTo>
                    <a:pt x="96" y="72"/>
                  </a:lnTo>
                  <a:lnTo>
                    <a:pt x="92" y="78"/>
                  </a:lnTo>
                  <a:lnTo>
                    <a:pt x="86" y="86"/>
                  </a:lnTo>
                  <a:lnTo>
                    <a:pt x="80" y="90"/>
                  </a:lnTo>
                  <a:lnTo>
                    <a:pt x="72" y="94"/>
                  </a:lnTo>
                  <a:lnTo>
                    <a:pt x="64" y="96"/>
                  </a:lnTo>
                  <a:lnTo>
                    <a:pt x="56" y="98"/>
                  </a:lnTo>
                  <a:lnTo>
                    <a:pt x="56" y="9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0" name="Freeform 234"/>
            <p:cNvSpPr>
              <a:spLocks noEditPoints="1"/>
            </p:cNvSpPr>
            <p:nvPr/>
          </p:nvSpPr>
          <p:spPr bwMode="auto">
            <a:xfrm>
              <a:off x="3495221" y="3693886"/>
              <a:ext cx="44450" cy="47625"/>
            </a:xfrm>
            <a:custGeom>
              <a:avLst/>
              <a:gdLst>
                <a:gd name="T0" fmla="*/ 22 w 28"/>
                <a:gd name="T1" fmla="*/ 0 h 30"/>
                <a:gd name="T2" fmla="*/ 22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2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2 w 28"/>
                <a:gd name="T37" fmla="*/ 0 h 30"/>
                <a:gd name="T38" fmla="*/ 4 w 28"/>
                <a:gd name="T39" fmla="*/ 18 h 30"/>
                <a:gd name="T40" fmla="*/ 22 w 28"/>
                <a:gd name="T41" fmla="*/ 18 h 30"/>
                <a:gd name="T42" fmla="*/ 22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2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2" y="0"/>
                  </a:moveTo>
                  <a:lnTo>
                    <a:pt x="22" y="0"/>
                  </a:lnTo>
                  <a:lnTo>
                    <a:pt x="26" y="2"/>
                  </a:lnTo>
                  <a:lnTo>
                    <a:pt x="28" y="6"/>
                  </a:lnTo>
                  <a:lnTo>
                    <a:pt x="28" y="16"/>
                  </a:lnTo>
                  <a:lnTo>
                    <a:pt x="28" y="16"/>
                  </a:lnTo>
                  <a:lnTo>
                    <a:pt x="26" y="20"/>
                  </a:lnTo>
                  <a:lnTo>
                    <a:pt x="22" y="22"/>
                  </a:lnTo>
                  <a:lnTo>
                    <a:pt x="4" y="22"/>
                  </a:lnTo>
                  <a:lnTo>
                    <a:pt x="4" y="28"/>
                  </a:lnTo>
                  <a:lnTo>
                    <a:pt x="4" y="28"/>
                  </a:lnTo>
                  <a:lnTo>
                    <a:pt x="2" y="30"/>
                  </a:lnTo>
                  <a:lnTo>
                    <a:pt x="2" y="30"/>
                  </a:lnTo>
                  <a:lnTo>
                    <a:pt x="0" y="28"/>
                  </a:lnTo>
                  <a:lnTo>
                    <a:pt x="0" y="6"/>
                  </a:lnTo>
                  <a:lnTo>
                    <a:pt x="0" y="6"/>
                  </a:lnTo>
                  <a:lnTo>
                    <a:pt x="2" y="2"/>
                  </a:lnTo>
                  <a:lnTo>
                    <a:pt x="6" y="0"/>
                  </a:lnTo>
                  <a:lnTo>
                    <a:pt x="22" y="0"/>
                  </a:lnTo>
                  <a:close/>
                  <a:moveTo>
                    <a:pt x="4" y="18"/>
                  </a:moveTo>
                  <a:lnTo>
                    <a:pt x="22" y="18"/>
                  </a:lnTo>
                  <a:lnTo>
                    <a:pt x="22" y="18"/>
                  </a:lnTo>
                  <a:lnTo>
                    <a:pt x="22" y="18"/>
                  </a:lnTo>
                  <a:lnTo>
                    <a:pt x="24" y="16"/>
                  </a:lnTo>
                  <a:lnTo>
                    <a:pt x="24" y="6"/>
                  </a:lnTo>
                  <a:lnTo>
                    <a:pt x="24" y="6"/>
                  </a:lnTo>
                  <a:lnTo>
                    <a:pt x="22" y="4"/>
                  </a:lnTo>
                  <a:lnTo>
                    <a:pt x="22" y="4"/>
                  </a:lnTo>
                  <a:lnTo>
                    <a:pt x="6" y="4"/>
                  </a:lnTo>
                  <a:lnTo>
                    <a:pt x="6" y="4"/>
                  </a:lnTo>
                  <a:lnTo>
                    <a:pt x="4" y="4"/>
                  </a:lnTo>
                  <a:lnTo>
                    <a:pt x="4" y="6"/>
                  </a:lnTo>
                  <a:lnTo>
                    <a:pt x="4" y="1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1" name="Freeform 235"/>
            <p:cNvSpPr>
              <a:spLocks/>
            </p:cNvSpPr>
            <p:nvPr/>
          </p:nvSpPr>
          <p:spPr bwMode="auto">
            <a:xfrm>
              <a:off x="3546021" y="3693886"/>
              <a:ext cx="41275" cy="47625"/>
            </a:xfrm>
            <a:custGeom>
              <a:avLst/>
              <a:gdLst>
                <a:gd name="T0" fmla="*/ 24 w 26"/>
                <a:gd name="T1" fmla="*/ 0 h 30"/>
                <a:gd name="T2" fmla="*/ 24 w 26"/>
                <a:gd name="T3" fmla="*/ 0 h 30"/>
                <a:gd name="T4" fmla="*/ 26 w 26"/>
                <a:gd name="T5" fmla="*/ 0 h 30"/>
                <a:gd name="T6" fmla="*/ 26 w 26"/>
                <a:gd name="T7" fmla="*/ 2 h 30"/>
                <a:gd name="T8" fmla="*/ 26 w 26"/>
                <a:gd name="T9" fmla="*/ 2 h 30"/>
                <a:gd name="T10" fmla="*/ 26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6 w 26"/>
                <a:gd name="T35" fmla="*/ 28 h 30"/>
                <a:gd name="T36" fmla="*/ 26 w 26"/>
                <a:gd name="T37" fmla="*/ 28 h 30"/>
                <a:gd name="T38" fmla="*/ 26 w 26"/>
                <a:gd name="T39" fmla="*/ 28 h 30"/>
                <a:gd name="T40" fmla="*/ 26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6" y="0"/>
                  </a:lnTo>
                  <a:lnTo>
                    <a:pt x="26" y="2"/>
                  </a:lnTo>
                  <a:lnTo>
                    <a:pt x="26" y="2"/>
                  </a:lnTo>
                  <a:lnTo>
                    <a:pt x="26" y="4"/>
                  </a:lnTo>
                  <a:lnTo>
                    <a:pt x="24" y="4"/>
                  </a:lnTo>
                  <a:lnTo>
                    <a:pt x="6" y="4"/>
                  </a:lnTo>
                  <a:lnTo>
                    <a:pt x="6" y="4"/>
                  </a:lnTo>
                  <a:lnTo>
                    <a:pt x="4" y="4"/>
                  </a:lnTo>
                  <a:lnTo>
                    <a:pt x="4" y="6"/>
                  </a:lnTo>
                  <a:lnTo>
                    <a:pt x="4" y="24"/>
                  </a:lnTo>
                  <a:lnTo>
                    <a:pt x="4" y="24"/>
                  </a:lnTo>
                  <a:lnTo>
                    <a:pt x="4" y="26"/>
                  </a:lnTo>
                  <a:lnTo>
                    <a:pt x="6" y="26"/>
                  </a:lnTo>
                  <a:lnTo>
                    <a:pt x="24" y="26"/>
                  </a:lnTo>
                  <a:lnTo>
                    <a:pt x="24" y="26"/>
                  </a:lnTo>
                  <a:lnTo>
                    <a:pt x="26" y="28"/>
                  </a:lnTo>
                  <a:lnTo>
                    <a:pt x="26" y="28"/>
                  </a:lnTo>
                  <a:lnTo>
                    <a:pt x="26" y="28"/>
                  </a:lnTo>
                  <a:lnTo>
                    <a:pt x="26"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2" name="Freeform 382"/>
            <p:cNvSpPr>
              <a:spLocks/>
            </p:cNvSpPr>
            <p:nvPr/>
          </p:nvSpPr>
          <p:spPr bwMode="auto">
            <a:xfrm>
              <a:off x="2920546" y="3751036"/>
              <a:ext cx="193675" cy="212725"/>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3" name="Freeform 383"/>
            <p:cNvSpPr>
              <a:spLocks/>
            </p:cNvSpPr>
            <p:nvPr/>
          </p:nvSpPr>
          <p:spPr bwMode="auto">
            <a:xfrm>
              <a:off x="2920546" y="3751036"/>
              <a:ext cx="193675" cy="212725"/>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4" name="Freeform 384"/>
            <p:cNvSpPr>
              <a:spLocks/>
            </p:cNvSpPr>
            <p:nvPr/>
          </p:nvSpPr>
          <p:spPr bwMode="auto">
            <a:xfrm>
              <a:off x="2911021" y="3754211"/>
              <a:ext cx="193675" cy="212725"/>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5" name="Freeform 385"/>
            <p:cNvSpPr>
              <a:spLocks/>
            </p:cNvSpPr>
            <p:nvPr/>
          </p:nvSpPr>
          <p:spPr bwMode="auto">
            <a:xfrm>
              <a:off x="2911021" y="3754211"/>
              <a:ext cx="193675" cy="212725"/>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6" name="Freeform 386"/>
            <p:cNvSpPr>
              <a:spLocks/>
            </p:cNvSpPr>
            <p:nvPr/>
          </p:nvSpPr>
          <p:spPr bwMode="auto">
            <a:xfrm>
              <a:off x="2898321" y="3763736"/>
              <a:ext cx="180975" cy="200025"/>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7" name="Freeform 387"/>
            <p:cNvSpPr>
              <a:spLocks/>
            </p:cNvSpPr>
            <p:nvPr/>
          </p:nvSpPr>
          <p:spPr bwMode="auto">
            <a:xfrm>
              <a:off x="2898321" y="3763736"/>
              <a:ext cx="180975" cy="200025"/>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8" name="Freeform 388"/>
            <p:cNvSpPr>
              <a:spLocks/>
            </p:cNvSpPr>
            <p:nvPr/>
          </p:nvSpPr>
          <p:spPr bwMode="auto">
            <a:xfrm>
              <a:off x="2920546" y="3776436"/>
              <a:ext cx="146050" cy="168275"/>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close/>
                </a:path>
              </a:pathLst>
            </a:custGeom>
            <a:solidFill>
              <a:srgbClr val="BD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9" name="Freeform 389"/>
            <p:cNvSpPr>
              <a:spLocks/>
            </p:cNvSpPr>
            <p:nvPr/>
          </p:nvSpPr>
          <p:spPr bwMode="auto">
            <a:xfrm>
              <a:off x="2920546" y="3776436"/>
              <a:ext cx="146050" cy="168275"/>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0" name="Freeform 390"/>
            <p:cNvSpPr>
              <a:spLocks/>
            </p:cNvSpPr>
            <p:nvPr/>
          </p:nvSpPr>
          <p:spPr bwMode="auto">
            <a:xfrm>
              <a:off x="2952296" y="3820886"/>
              <a:ext cx="73025" cy="82550"/>
            </a:xfrm>
            <a:custGeom>
              <a:avLst/>
              <a:gdLst>
                <a:gd name="T0" fmla="*/ 0 w 46"/>
                <a:gd name="T1" fmla="*/ 32 h 52"/>
                <a:gd name="T2" fmla="*/ 0 w 46"/>
                <a:gd name="T3" fmla="*/ 32 h 52"/>
                <a:gd name="T4" fmla="*/ 4 w 46"/>
                <a:gd name="T5" fmla="*/ 42 h 52"/>
                <a:gd name="T6" fmla="*/ 10 w 46"/>
                <a:gd name="T7" fmla="*/ 48 h 52"/>
                <a:gd name="T8" fmla="*/ 18 w 46"/>
                <a:gd name="T9" fmla="*/ 52 h 52"/>
                <a:gd name="T10" fmla="*/ 28 w 46"/>
                <a:gd name="T11" fmla="*/ 52 h 52"/>
                <a:gd name="T12" fmla="*/ 28 w 46"/>
                <a:gd name="T13" fmla="*/ 52 h 52"/>
                <a:gd name="T14" fmla="*/ 38 w 46"/>
                <a:gd name="T15" fmla="*/ 48 h 52"/>
                <a:gd name="T16" fmla="*/ 44 w 46"/>
                <a:gd name="T17" fmla="*/ 42 h 52"/>
                <a:gd name="T18" fmla="*/ 46 w 46"/>
                <a:gd name="T19" fmla="*/ 32 h 52"/>
                <a:gd name="T20" fmla="*/ 46 w 46"/>
                <a:gd name="T21" fmla="*/ 22 h 52"/>
                <a:gd name="T22" fmla="*/ 46 w 46"/>
                <a:gd name="T23" fmla="*/ 22 h 52"/>
                <a:gd name="T24" fmla="*/ 42 w 46"/>
                <a:gd name="T25" fmla="*/ 12 h 52"/>
                <a:gd name="T26" fmla="*/ 36 w 46"/>
                <a:gd name="T27" fmla="*/ 6 h 52"/>
                <a:gd name="T28" fmla="*/ 28 w 46"/>
                <a:gd name="T29" fmla="*/ 2 h 52"/>
                <a:gd name="T30" fmla="*/ 18 w 46"/>
                <a:gd name="T31" fmla="*/ 0 h 52"/>
                <a:gd name="T32" fmla="*/ 18 w 46"/>
                <a:gd name="T33" fmla="*/ 0 h 52"/>
                <a:gd name="T34" fmla="*/ 10 w 46"/>
                <a:gd name="T35" fmla="*/ 4 h 52"/>
                <a:gd name="T36" fmla="*/ 2 w 46"/>
                <a:gd name="T37" fmla="*/ 12 h 52"/>
                <a:gd name="T38" fmla="*/ 0 w 46"/>
                <a:gd name="T39" fmla="*/ 22 h 52"/>
                <a:gd name="T40" fmla="*/ 0 w 46"/>
                <a:gd name="T41" fmla="*/ 32 h 52"/>
                <a:gd name="T42" fmla="*/ 0 w 46"/>
                <a:gd name="T4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52">
                  <a:moveTo>
                    <a:pt x="0" y="32"/>
                  </a:moveTo>
                  <a:lnTo>
                    <a:pt x="0" y="32"/>
                  </a:lnTo>
                  <a:lnTo>
                    <a:pt x="4" y="42"/>
                  </a:lnTo>
                  <a:lnTo>
                    <a:pt x="10" y="48"/>
                  </a:lnTo>
                  <a:lnTo>
                    <a:pt x="18" y="52"/>
                  </a:lnTo>
                  <a:lnTo>
                    <a:pt x="28" y="52"/>
                  </a:lnTo>
                  <a:lnTo>
                    <a:pt x="28" y="52"/>
                  </a:lnTo>
                  <a:lnTo>
                    <a:pt x="38" y="48"/>
                  </a:lnTo>
                  <a:lnTo>
                    <a:pt x="44" y="42"/>
                  </a:lnTo>
                  <a:lnTo>
                    <a:pt x="46" y="32"/>
                  </a:lnTo>
                  <a:lnTo>
                    <a:pt x="46" y="22"/>
                  </a:lnTo>
                  <a:lnTo>
                    <a:pt x="46" y="22"/>
                  </a:lnTo>
                  <a:lnTo>
                    <a:pt x="42" y="12"/>
                  </a:lnTo>
                  <a:lnTo>
                    <a:pt x="36" y="6"/>
                  </a:lnTo>
                  <a:lnTo>
                    <a:pt x="28" y="2"/>
                  </a:lnTo>
                  <a:lnTo>
                    <a:pt x="18" y="0"/>
                  </a:lnTo>
                  <a:lnTo>
                    <a:pt x="18" y="0"/>
                  </a:lnTo>
                  <a:lnTo>
                    <a:pt x="10" y="4"/>
                  </a:lnTo>
                  <a:lnTo>
                    <a:pt x="2" y="12"/>
                  </a:lnTo>
                  <a:lnTo>
                    <a:pt x="0" y="22"/>
                  </a:lnTo>
                  <a:lnTo>
                    <a:pt x="0" y="32"/>
                  </a:lnTo>
                  <a:lnTo>
                    <a:pt x="0" y="32"/>
                  </a:lnTo>
                  <a:close/>
                </a:path>
              </a:pathLst>
            </a:custGeom>
            <a:solidFill>
              <a:srgbClr val="93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1" name="Freeform 391"/>
            <p:cNvSpPr>
              <a:spLocks/>
            </p:cNvSpPr>
            <p:nvPr/>
          </p:nvSpPr>
          <p:spPr bwMode="auto">
            <a:xfrm>
              <a:off x="2787196" y="3852636"/>
              <a:ext cx="38100" cy="53975"/>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2" name="Freeform 392"/>
            <p:cNvSpPr>
              <a:spLocks/>
            </p:cNvSpPr>
            <p:nvPr/>
          </p:nvSpPr>
          <p:spPr bwMode="auto">
            <a:xfrm>
              <a:off x="2787196" y="3852636"/>
              <a:ext cx="38100" cy="53975"/>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3" name="Freeform 393"/>
            <p:cNvSpPr>
              <a:spLocks/>
            </p:cNvSpPr>
            <p:nvPr/>
          </p:nvSpPr>
          <p:spPr bwMode="auto">
            <a:xfrm>
              <a:off x="2825296" y="3751036"/>
              <a:ext cx="193675" cy="212725"/>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4" name="Freeform 394"/>
            <p:cNvSpPr>
              <a:spLocks/>
            </p:cNvSpPr>
            <p:nvPr/>
          </p:nvSpPr>
          <p:spPr bwMode="auto">
            <a:xfrm>
              <a:off x="2825296" y="3751036"/>
              <a:ext cx="193675" cy="212725"/>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5" name="Freeform 395"/>
            <p:cNvSpPr>
              <a:spLocks/>
            </p:cNvSpPr>
            <p:nvPr/>
          </p:nvSpPr>
          <p:spPr bwMode="auto">
            <a:xfrm>
              <a:off x="2726871" y="3865336"/>
              <a:ext cx="41275" cy="53975"/>
            </a:xfrm>
            <a:custGeom>
              <a:avLst/>
              <a:gdLst>
                <a:gd name="T0" fmla="*/ 6 w 26"/>
                <a:gd name="T1" fmla="*/ 34 h 34"/>
                <a:gd name="T2" fmla="*/ 26 w 26"/>
                <a:gd name="T3" fmla="*/ 30 h 34"/>
                <a:gd name="T4" fmla="*/ 20 w 26"/>
                <a:gd name="T5" fmla="*/ 0 h 34"/>
                <a:gd name="T6" fmla="*/ 0 w 26"/>
                <a:gd name="T7" fmla="*/ 4 h 34"/>
                <a:gd name="T8" fmla="*/ 6 w 26"/>
                <a:gd name="T9" fmla="*/ 34 h 34"/>
              </a:gdLst>
              <a:ahLst/>
              <a:cxnLst>
                <a:cxn ang="0">
                  <a:pos x="T0" y="T1"/>
                </a:cxn>
                <a:cxn ang="0">
                  <a:pos x="T2" y="T3"/>
                </a:cxn>
                <a:cxn ang="0">
                  <a:pos x="T4" y="T5"/>
                </a:cxn>
                <a:cxn ang="0">
                  <a:pos x="T6" y="T7"/>
                </a:cxn>
                <a:cxn ang="0">
                  <a:pos x="T8" y="T9"/>
                </a:cxn>
              </a:cxnLst>
              <a:rect l="0" t="0" r="r" b="b"/>
              <a:pathLst>
                <a:path w="26" h="34">
                  <a:moveTo>
                    <a:pt x="6" y="34"/>
                  </a:moveTo>
                  <a:lnTo>
                    <a:pt x="26" y="30"/>
                  </a:lnTo>
                  <a:lnTo>
                    <a:pt x="20" y="0"/>
                  </a:lnTo>
                  <a:lnTo>
                    <a:pt x="0" y="4"/>
                  </a:lnTo>
                  <a:lnTo>
                    <a:pt x="6" y="3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6" name="Freeform 396"/>
            <p:cNvSpPr>
              <a:spLocks/>
            </p:cNvSpPr>
            <p:nvPr/>
          </p:nvSpPr>
          <p:spPr bwMode="auto">
            <a:xfrm>
              <a:off x="2745921" y="3846286"/>
              <a:ext cx="50800" cy="82550"/>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7" name="Freeform 397"/>
            <p:cNvSpPr>
              <a:spLocks/>
            </p:cNvSpPr>
            <p:nvPr/>
          </p:nvSpPr>
          <p:spPr bwMode="auto">
            <a:xfrm>
              <a:off x="2745921" y="3846286"/>
              <a:ext cx="50800" cy="82550"/>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8" name="Freeform 400"/>
            <p:cNvSpPr>
              <a:spLocks/>
            </p:cNvSpPr>
            <p:nvPr/>
          </p:nvSpPr>
          <p:spPr bwMode="auto">
            <a:xfrm>
              <a:off x="2799896" y="3754211"/>
              <a:ext cx="193675" cy="212725"/>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close/>
                </a:path>
              </a:pathLst>
            </a:custGeom>
            <a:solidFill>
              <a:srgbClr val="A8A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9" name="Freeform 401"/>
            <p:cNvSpPr>
              <a:spLocks/>
            </p:cNvSpPr>
            <p:nvPr/>
          </p:nvSpPr>
          <p:spPr bwMode="auto">
            <a:xfrm>
              <a:off x="2799896" y="3754211"/>
              <a:ext cx="193675" cy="212725"/>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0" name="Freeform 402"/>
            <p:cNvSpPr>
              <a:spLocks/>
            </p:cNvSpPr>
            <p:nvPr/>
          </p:nvSpPr>
          <p:spPr bwMode="auto">
            <a:xfrm>
              <a:off x="2806246" y="3763736"/>
              <a:ext cx="177800" cy="196850"/>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1" name="Freeform 403"/>
            <p:cNvSpPr>
              <a:spLocks/>
            </p:cNvSpPr>
            <p:nvPr/>
          </p:nvSpPr>
          <p:spPr bwMode="auto">
            <a:xfrm>
              <a:off x="2806246" y="3763736"/>
              <a:ext cx="177800" cy="196850"/>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2" name="Freeform 404"/>
            <p:cNvSpPr>
              <a:spLocks/>
            </p:cNvSpPr>
            <p:nvPr/>
          </p:nvSpPr>
          <p:spPr bwMode="auto">
            <a:xfrm>
              <a:off x="2812596" y="3766911"/>
              <a:ext cx="168275" cy="187325"/>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3" name="Freeform 405"/>
            <p:cNvSpPr>
              <a:spLocks/>
            </p:cNvSpPr>
            <p:nvPr/>
          </p:nvSpPr>
          <p:spPr bwMode="auto">
            <a:xfrm>
              <a:off x="2812596" y="3766911"/>
              <a:ext cx="168275" cy="187325"/>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4" name="Freeform 407"/>
            <p:cNvSpPr>
              <a:spLocks/>
            </p:cNvSpPr>
            <p:nvPr/>
          </p:nvSpPr>
          <p:spPr bwMode="auto">
            <a:xfrm>
              <a:off x="2822121" y="3779611"/>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close/>
                </a:path>
              </a:pathLst>
            </a:custGeom>
            <a:solidFill>
              <a:srgbClr val="F794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5" name="Freeform 408"/>
            <p:cNvSpPr>
              <a:spLocks/>
            </p:cNvSpPr>
            <p:nvPr/>
          </p:nvSpPr>
          <p:spPr bwMode="auto">
            <a:xfrm>
              <a:off x="2822121" y="3779611"/>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6" name="Freeform 409"/>
            <p:cNvSpPr>
              <a:spLocks/>
            </p:cNvSpPr>
            <p:nvPr/>
          </p:nvSpPr>
          <p:spPr bwMode="auto">
            <a:xfrm>
              <a:off x="2866571" y="3827236"/>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7" name="Freeform 410"/>
            <p:cNvSpPr>
              <a:spLocks/>
            </p:cNvSpPr>
            <p:nvPr/>
          </p:nvSpPr>
          <p:spPr bwMode="auto">
            <a:xfrm>
              <a:off x="2866571" y="3827236"/>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8" name="Freeform 411"/>
            <p:cNvSpPr>
              <a:spLocks/>
            </p:cNvSpPr>
            <p:nvPr/>
          </p:nvSpPr>
          <p:spPr bwMode="auto">
            <a:xfrm>
              <a:off x="2809421" y="3903436"/>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close/>
                </a:path>
              </a:pathLst>
            </a:custGeom>
            <a:solidFill>
              <a:srgbClr val="D4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9" name="Freeform 412"/>
            <p:cNvSpPr>
              <a:spLocks/>
            </p:cNvSpPr>
            <p:nvPr/>
          </p:nvSpPr>
          <p:spPr bwMode="auto">
            <a:xfrm>
              <a:off x="2809421" y="3903436"/>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0" name="Freeform 413"/>
            <p:cNvSpPr>
              <a:spLocks/>
            </p:cNvSpPr>
            <p:nvPr/>
          </p:nvSpPr>
          <p:spPr bwMode="auto">
            <a:xfrm>
              <a:off x="2850696" y="3954236"/>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close/>
                </a:path>
              </a:pathLst>
            </a:custGeom>
            <a:solidFill>
              <a:srgbClr val="CC8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1" name="Freeform 414"/>
            <p:cNvSpPr>
              <a:spLocks/>
            </p:cNvSpPr>
            <p:nvPr/>
          </p:nvSpPr>
          <p:spPr bwMode="auto">
            <a:xfrm>
              <a:off x="2850696" y="3954236"/>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2" name="Freeform 415"/>
            <p:cNvSpPr>
              <a:spLocks/>
            </p:cNvSpPr>
            <p:nvPr/>
          </p:nvSpPr>
          <p:spPr bwMode="auto">
            <a:xfrm>
              <a:off x="2799896" y="3858986"/>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3" name="Freeform 416"/>
            <p:cNvSpPr>
              <a:spLocks/>
            </p:cNvSpPr>
            <p:nvPr/>
          </p:nvSpPr>
          <p:spPr bwMode="auto">
            <a:xfrm>
              <a:off x="2799896" y="3858986"/>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4" name="Freeform 417"/>
            <p:cNvSpPr>
              <a:spLocks/>
            </p:cNvSpPr>
            <p:nvPr/>
          </p:nvSpPr>
          <p:spPr bwMode="auto">
            <a:xfrm>
              <a:off x="2930071" y="3912961"/>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5" name="Freeform 418"/>
            <p:cNvSpPr>
              <a:spLocks/>
            </p:cNvSpPr>
            <p:nvPr/>
          </p:nvSpPr>
          <p:spPr bwMode="auto">
            <a:xfrm>
              <a:off x="2930071" y="3912961"/>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6" name="Freeform 419"/>
            <p:cNvSpPr>
              <a:spLocks/>
            </p:cNvSpPr>
            <p:nvPr/>
          </p:nvSpPr>
          <p:spPr bwMode="auto">
            <a:xfrm>
              <a:off x="2799896" y="3760561"/>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close/>
                </a:path>
              </a:pathLst>
            </a:custGeom>
            <a:solidFill>
              <a:srgbClr val="939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7" name="Freeform 420"/>
            <p:cNvSpPr>
              <a:spLocks/>
            </p:cNvSpPr>
            <p:nvPr/>
          </p:nvSpPr>
          <p:spPr bwMode="auto">
            <a:xfrm>
              <a:off x="2799896" y="3760561"/>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8" name="Freeform 421"/>
            <p:cNvSpPr>
              <a:spLocks/>
            </p:cNvSpPr>
            <p:nvPr/>
          </p:nvSpPr>
          <p:spPr bwMode="auto">
            <a:xfrm>
              <a:off x="2806246" y="3770086"/>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9" name="Freeform 422"/>
            <p:cNvSpPr>
              <a:spLocks/>
            </p:cNvSpPr>
            <p:nvPr/>
          </p:nvSpPr>
          <p:spPr bwMode="auto">
            <a:xfrm>
              <a:off x="2806246" y="3770086"/>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0" name="Freeform 423"/>
            <p:cNvSpPr>
              <a:spLocks/>
            </p:cNvSpPr>
            <p:nvPr/>
          </p:nvSpPr>
          <p:spPr bwMode="auto">
            <a:xfrm>
              <a:off x="2812596" y="3776436"/>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1" name="Freeform 424"/>
            <p:cNvSpPr>
              <a:spLocks/>
            </p:cNvSpPr>
            <p:nvPr/>
          </p:nvSpPr>
          <p:spPr bwMode="auto">
            <a:xfrm>
              <a:off x="2812596" y="3776436"/>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2" name="Freeform 425"/>
            <p:cNvSpPr>
              <a:spLocks/>
            </p:cNvSpPr>
            <p:nvPr/>
          </p:nvSpPr>
          <p:spPr bwMode="auto">
            <a:xfrm>
              <a:off x="2822121" y="3792311"/>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close/>
                </a:path>
              </a:pathLst>
            </a:custGeom>
            <a:solidFill>
              <a:srgbClr val="D38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3" name="Freeform 426"/>
            <p:cNvSpPr>
              <a:spLocks/>
            </p:cNvSpPr>
            <p:nvPr/>
          </p:nvSpPr>
          <p:spPr bwMode="auto">
            <a:xfrm>
              <a:off x="2822121" y="3792311"/>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4" name="Freeform 427"/>
            <p:cNvSpPr>
              <a:spLocks/>
            </p:cNvSpPr>
            <p:nvPr/>
          </p:nvSpPr>
          <p:spPr bwMode="auto">
            <a:xfrm>
              <a:off x="2866571" y="3862161"/>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5" name="Freeform 428"/>
            <p:cNvSpPr>
              <a:spLocks/>
            </p:cNvSpPr>
            <p:nvPr/>
          </p:nvSpPr>
          <p:spPr bwMode="auto">
            <a:xfrm>
              <a:off x="2866571" y="3862161"/>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nvGrpSpPr>
            <p:cNvPr id="3" name="Group 2"/>
            <p:cNvGrpSpPr/>
            <p:nvPr/>
          </p:nvGrpSpPr>
          <p:grpSpPr>
            <a:xfrm>
              <a:off x="2701175" y="3947886"/>
              <a:ext cx="1772241" cy="1711325"/>
              <a:chOff x="3044825" y="3765550"/>
              <a:chExt cx="6988175" cy="1711325"/>
            </a:xfrm>
          </p:grpSpPr>
          <p:sp>
            <p:nvSpPr>
              <p:cNvPr id="158" name="Freeform 236"/>
              <p:cNvSpPr>
                <a:spLocks/>
              </p:cNvSpPr>
              <p:nvPr/>
            </p:nvSpPr>
            <p:spPr bwMode="auto">
              <a:xfrm>
                <a:off x="3044825" y="3765550"/>
                <a:ext cx="6988175" cy="117475"/>
              </a:xfrm>
              <a:custGeom>
                <a:avLst/>
                <a:gdLst>
                  <a:gd name="T0" fmla="*/ 4368 w 4402"/>
                  <a:gd name="T1" fmla="*/ 74 h 74"/>
                  <a:gd name="T2" fmla="*/ 32 w 4402"/>
                  <a:gd name="T3" fmla="*/ 74 h 74"/>
                  <a:gd name="T4" fmla="*/ 0 w 4402"/>
                  <a:gd name="T5" fmla="*/ 0 h 74"/>
                  <a:gd name="T6" fmla="*/ 4402 w 4402"/>
                  <a:gd name="T7" fmla="*/ 0 h 74"/>
                  <a:gd name="T8" fmla="*/ 4368 w 4402"/>
                  <a:gd name="T9" fmla="*/ 74 h 74"/>
                </a:gdLst>
                <a:ahLst/>
                <a:cxnLst>
                  <a:cxn ang="0">
                    <a:pos x="T0" y="T1"/>
                  </a:cxn>
                  <a:cxn ang="0">
                    <a:pos x="T2" y="T3"/>
                  </a:cxn>
                  <a:cxn ang="0">
                    <a:pos x="T4" y="T5"/>
                  </a:cxn>
                  <a:cxn ang="0">
                    <a:pos x="T6" y="T7"/>
                  </a:cxn>
                  <a:cxn ang="0">
                    <a:pos x="T8" y="T9"/>
                  </a:cxn>
                </a:cxnLst>
                <a:rect l="0" t="0" r="r" b="b"/>
                <a:pathLst>
                  <a:path w="4402" h="74">
                    <a:moveTo>
                      <a:pt x="4368" y="74"/>
                    </a:moveTo>
                    <a:lnTo>
                      <a:pt x="32" y="74"/>
                    </a:lnTo>
                    <a:lnTo>
                      <a:pt x="0" y="0"/>
                    </a:lnTo>
                    <a:lnTo>
                      <a:pt x="4402" y="0"/>
                    </a:lnTo>
                    <a:lnTo>
                      <a:pt x="4368" y="74"/>
                    </a:lnTo>
                    <a:close/>
                  </a:path>
                </a:pathLst>
              </a:custGeom>
              <a:solidFill>
                <a:srgbClr val="755B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9" name="Freeform 238"/>
              <p:cNvSpPr>
                <a:spLocks/>
              </p:cNvSpPr>
              <p:nvPr/>
            </p:nvSpPr>
            <p:spPr bwMode="auto">
              <a:xfrm>
                <a:off x="3044825" y="3765550"/>
                <a:ext cx="6988175" cy="44450"/>
              </a:xfrm>
              <a:custGeom>
                <a:avLst/>
                <a:gdLst>
                  <a:gd name="T0" fmla="*/ 4402 w 4402"/>
                  <a:gd name="T1" fmla="*/ 0 h 28"/>
                  <a:gd name="T2" fmla="*/ 0 w 4402"/>
                  <a:gd name="T3" fmla="*/ 0 h 28"/>
                  <a:gd name="T4" fmla="*/ 12 w 4402"/>
                  <a:gd name="T5" fmla="*/ 28 h 28"/>
                  <a:gd name="T6" fmla="*/ 4390 w 4402"/>
                  <a:gd name="T7" fmla="*/ 28 h 28"/>
                  <a:gd name="T8" fmla="*/ 4402 w 4402"/>
                  <a:gd name="T9" fmla="*/ 0 h 28"/>
                </a:gdLst>
                <a:ahLst/>
                <a:cxnLst>
                  <a:cxn ang="0">
                    <a:pos x="T0" y="T1"/>
                  </a:cxn>
                  <a:cxn ang="0">
                    <a:pos x="T2" y="T3"/>
                  </a:cxn>
                  <a:cxn ang="0">
                    <a:pos x="T4" y="T5"/>
                  </a:cxn>
                  <a:cxn ang="0">
                    <a:pos x="T6" y="T7"/>
                  </a:cxn>
                  <a:cxn ang="0">
                    <a:pos x="T8" y="T9"/>
                  </a:cxn>
                </a:cxnLst>
                <a:rect l="0" t="0" r="r" b="b"/>
                <a:pathLst>
                  <a:path w="4402" h="28">
                    <a:moveTo>
                      <a:pt x="4402" y="0"/>
                    </a:moveTo>
                    <a:lnTo>
                      <a:pt x="0" y="0"/>
                    </a:lnTo>
                    <a:lnTo>
                      <a:pt x="12" y="28"/>
                    </a:lnTo>
                    <a:lnTo>
                      <a:pt x="4390" y="28"/>
                    </a:lnTo>
                    <a:lnTo>
                      <a:pt x="4402" y="0"/>
                    </a:lnTo>
                    <a:close/>
                  </a:path>
                </a:pathLst>
              </a:custGeom>
              <a:solidFill>
                <a:srgbClr val="EEA2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0" name="Rectangle 240"/>
              <p:cNvSpPr>
                <a:spLocks noChangeArrowheads="1"/>
              </p:cNvSpPr>
              <p:nvPr/>
            </p:nvSpPr>
            <p:spPr bwMode="auto">
              <a:xfrm>
                <a:off x="9277130" y="3883025"/>
                <a:ext cx="244801" cy="1593850"/>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1" name="Rectangle 241"/>
              <p:cNvSpPr>
                <a:spLocks noChangeArrowheads="1"/>
              </p:cNvSpPr>
              <p:nvPr/>
            </p:nvSpPr>
            <p:spPr bwMode="auto">
              <a:xfrm>
                <a:off x="3533552" y="3883025"/>
                <a:ext cx="244801" cy="1593850"/>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sp>
          <p:nvSpPr>
            <p:cNvPr id="189" name="Freeform 188"/>
            <p:cNvSpPr>
              <a:spLocks/>
            </p:cNvSpPr>
            <p:nvPr/>
          </p:nvSpPr>
          <p:spPr bwMode="auto">
            <a:xfrm>
              <a:off x="3528358" y="2677622"/>
              <a:ext cx="43779" cy="65670"/>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1" name="Freeform 190"/>
            <p:cNvSpPr>
              <a:spLocks/>
            </p:cNvSpPr>
            <p:nvPr/>
          </p:nvSpPr>
          <p:spPr bwMode="auto">
            <a:xfrm>
              <a:off x="3357156" y="2529139"/>
              <a:ext cx="101231" cy="47084"/>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2" name="Freeform 191"/>
            <p:cNvSpPr>
              <a:spLocks/>
            </p:cNvSpPr>
            <p:nvPr/>
          </p:nvSpPr>
          <p:spPr bwMode="auto">
            <a:xfrm>
              <a:off x="3373635" y="2590643"/>
              <a:ext cx="108293" cy="94168"/>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3" name="Oval 192"/>
            <p:cNvSpPr>
              <a:spLocks noChangeArrowheads="1"/>
            </p:cNvSpPr>
            <p:nvPr/>
          </p:nvSpPr>
          <p:spPr bwMode="auto">
            <a:xfrm>
              <a:off x="3401885" y="2602413"/>
              <a:ext cx="68272" cy="65918"/>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4" name="Oval 193"/>
            <p:cNvSpPr>
              <a:spLocks noChangeArrowheads="1"/>
            </p:cNvSpPr>
            <p:nvPr/>
          </p:nvSpPr>
          <p:spPr bwMode="auto">
            <a:xfrm>
              <a:off x="3413657" y="2618893"/>
              <a:ext cx="16480" cy="1648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5" name="Freeform 194"/>
            <p:cNvSpPr>
              <a:spLocks/>
            </p:cNvSpPr>
            <p:nvPr/>
          </p:nvSpPr>
          <p:spPr bwMode="auto">
            <a:xfrm>
              <a:off x="3632596" y="2529139"/>
              <a:ext cx="98876" cy="47084"/>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6" name="Freeform 195"/>
            <p:cNvSpPr>
              <a:spLocks/>
            </p:cNvSpPr>
            <p:nvPr/>
          </p:nvSpPr>
          <p:spPr bwMode="auto">
            <a:xfrm>
              <a:off x="3604346" y="2590643"/>
              <a:ext cx="110648" cy="94168"/>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7" name="Oval 196"/>
            <p:cNvSpPr>
              <a:spLocks noChangeArrowheads="1"/>
            </p:cNvSpPr>
            <p:nvPr/>
          </p:nvSpPr>
          <p:spPr bwMode="auto">
            <a:xfrm>
              <a:off x="3620826" y="2602413"/>
              <a:ext cx="65918" cy="65918"/>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8" name="Oval 197"/>
            <p:cNvSpPr>
              <a:spLocks noChangeArrowheads="1"/>
            </p:cNvSpPr>
            <p:nvPr/>
          </p:nvSpPr>
          <p:spPr bwMode="auto">
            <a:xfrm>
              <a:off x="3660847" y="2618893"/>
              <a:ext cx="16480" cy="1648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grpSp>
          <p:nvGrpSpPr>
            <p:cNvPr id="227" name="Group 226"/>
            <p:cNvGrpSpPr/>
            <p:nvPr/>
          </p:nvGrpSpPr>
          <p:grpSpPr>
            <a:xfrm>
              <a:off x="3467322" y="2770510"/>
              <a:ext cx="171945" cy="135505"/>
              <a:chOff x="3298711" y="2633973"/>
              <a:chExt cx="469203" cy="345002"/>
            </a:xfrm>
          </p:grpSpPr>
          <p:sp>
            <p:nvSpPr>
              <p:cNvPr id="225" name="Freeform 32"/>
              <p:cNvSpPr>
                <a:spLocks/>
              </p:cNvSpPr>
              <p:nvPr/>
            </p:nvSpPr>
            <p:spPr bwMode="auto">
              <a:xfrm>
                <a:off x="3376911" y="2850174"/>
                <a:ext cx="308202" cy="128801"/>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close/>
                  </a:path>
                </a:pathLst>
              </a:custGeom>
              <a:solidFill>
                <a:srgbClr val="DA9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26" name="Freeform 34"/>
              <p:cNvSpPr>
                <a:spLocks/>
              </p:cNvSpPr>
              <p:nvPr/>
            </p:nvSpPr>
            <p:spPr bwMode="auto">
              <a:xfrm>
                <a:off x="3298711" y="2633973"/>
                <a:ext cx="469203" cy="305902"/>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close/>
                  </a:path>
                </a:pathLst>
              </a:custGeom>
              <a:solidFill>
                <a:srgbClr val="763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grpSp>
      <p:sp>
        <p:nvSpPr>
          <p:cNvPr id="307" name="TextBox 306"/>
          <p:cNvSpPr txBox="1"/>
          <p:nvPr/>
        </p:nvSpPr>
        <p:spPr>
          <a:xfrm>
            <a:off x="4314695" y="2858132"/>
            <a:ext cx="7021545" cy="2246769"/>
          </a:xfrm>
          <a:prstGeom prst="rect">
            <a:avLst/>
          </a:prstGeom>
          <a:noFill/>
        </p:spPr>
        <p:txBody>
          <a:bodyPr wrap="square" rtlCol="0">
            <a:spAutoFit/>
          </a:bodyPr>
          <a:lstStyle/>
          <a:p>
            <a:pPr fontAlgn="auto">
              <a:spcBef>
                <a:spcPts val="0"/>
              </a:spcBef>
              <a:spcAft>
                <a:spcPts val="0"/>
              </a:spcAft>
            </a:pPr>
            <a:r>
              <a:rPr lang="ar-SA" sz="2800" b="1" dirty="0"/>
              <a:t>تقوم الألعاب التعليمية الإلكترونية على برامج مهمة لجذب انتباه الأطفال، ومحاولة تعليمهم المفاهيم المختلفة، كما يمكن استخدام برامج الألعاب التعليمية في تدريس مواد وموضوعات مختلفة مثل الرياضيات والعلوم والاجتماعيات، ولجميع المستويات السنية والمعرفية للأطفال </a:t>
            </a:r>
            <a:endParaRPr lang="en-US" sz="2800" b="1" dirty="0">
              <a:solidFill>
                <a:srgbClr val="2980B9"/>
              </a:solidFill>
              <a:latin typeface="Montserrat Light"/>
            </a:endParaRPr>
          </a:p>
        </p:txBody>
      </p:sp>
      <p:sp>
        <p:nvSpPr>
          <p:cNvPr id="17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35632093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28"/>
                                        </p:tgtEl>
                                        <p:attrNameLst>
                                          <p:attrName>style.visibility</p:attrName>
                                        </p:attrNameLst>
                                      </p:cBhvr>
                                      <p:to>
                                        <p:strVal val="visible"/>
                                      </p:to>
                                    </p:set>
                                    <p:anim calcmode="lin" valueType="num">
                                      <p:cBhvr>
                                        <p:cTn id="7" dur="500" fill="hold"/>
                                        <p:tgtEl>
                                          <p:spTgt spid="228"/>
                                        </p:tgtEl>
                                        <p:attrNameLst>
                                          <p:attrName>ppt_w</p:attrName>
                                        </p:attrNameLst>
                                      </p:cBhvr>
                                      <p:tavLst>
                                        <p:tav tm="0">
                                          <p:val>
                                            <p:fltVal val="0"/>
                                          </p:val>
                                        </p:tav>
                                        <p:tav tm="100000">
                                          <p:val>
                                            <p:strVal val="#ppt_w"/>
                                          </p:val>
                                        </p:tav>
                                      </p:tavLst>
                                    </p:anim>
                                    <p:anim calcmode="lin" valueType="num">
                                      <p:cBhvr>
                                        <p:cTn id="8" dur="500" fill="hold"/>
                                        <p:tgtEl>
                                          <p:spTgt spid="228"/>
                                        </p:tgtEl>
                                        <p:attrNameLst>
                                          <p:attrName>ppt_h</p:attrName>
                                        </p:attrNameLst>
                                      </p:cBhvr>
                                      <p:tavLst>
                                        <p:tav tm="0">
                                          <p:val>
                                            <p:fltVal val="0"/>
                                          </p:val>
                                        </p:tav>
                                        <p:tav tm="100000">
                                          <p:val>
                                            <p:strVal val="#ppt_h"/>
                                          </p:val>
                                        </p:tav>
                                      </p:tavLst>
                                    </p:anim>
                                    <p:animEffect transition="in" filter="fade">
                                      <p:cBhvr>
                                        <p:cTn id="9" dur="500"/>
                                        <p:tgtEl>
                                          <p:spTgt spid="228"/>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307"/>
                                        </p:tgtEl>
                                        <p:attrNameLst>
                                          <p:attrName>style.visibility</p:attrName>
                                        </p:attrNameLst>
                                      </p:cBhvr>
                                      <p:to>
                                        <p:strVal val="visible"/>
                                      </p:to>
                                    </p:set>
                                    <p:animEffect transition="in" filter="fade">
                                      <p:cBhvr>
                                        <p:cTn id="12" dur="500"/>
                                        <p:tgtEl>
                                          <p:spTgt spid="3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4"/>
          <p:cNvSpPr/>
          <p:nvPr/>
        </p:nvSpPr>
        <p:spPr>
          <a:xfrm>
            <a:off x="1142966" y="190502"/>
            <a:ext cx="9906069" cy="769441"/>
          </a:xfrm>
          <a:prstGeom prst="rect">
            <a:avLst/>
          </a:prstGeom>
        </p:spPr>
        <p:txBody>
          <a:bodyPr wrap="square">
            <a:spAutoFit/>
          </a:bodyPr>
          <a:lstStyle/>
          <a:p>
            <a:pPr algn="r" rtl="1"/>
            <a:r>
              <a:rPr lang="ar-SA" sz="4400" b="1" u="sng" dirty="0"/>
              <a:t>ما الذي يميز برامج الألعاب التعليمية؟</a:t>
            </a:r>
            <a:endParaRPr lang="en-US" sz="4400" u="sng" dirty="0"/>
          </a:p>
        </p:txBody>
      </p:sp>
      <p:sp>
        <p:nvSpPr>
          <p:cNvPr id="37" name="Rectangle 36"/>
          <p:cNvSpPr/>
          <p:nvPr/>
        </p:nvSpPr>
        <p:spPr>
          <a:xfrm>
            <a:off x="5320061" y="2302807"/>
            <a:ext cx="6740624" cy="3046988"/>
          </a:xfrm>
          <a:prstGeom prst="rect">
            <a:avLst/>
          </a:prstGeom>
        </p:spPr>
        <p:txBody>
          <a:bodyPr wrap="square">
            <a:spAutoFit/>
          </a:bodyPr>
          <a:lstStyle/>
          <a:p>
            <a:pPr fontAlgn="auto">
              <a:spcBef>
                <a:spcPts val="0"/>
              </a:spcBef>
              <a:spcAft>
                <a:spcPts val="0"/>
              </a:spcAft>
            </a:pPr>
            <a:r>
              <a:rPr lang="ar-SA" sz="3200" b="1" dirty="0">
                <a:solidFill>
                  <a:schemeClr val="accent2">
                    <a:lumMod val="75000"/>
                  </a:schemeClr>
                </a:solidFill>
              </a:rPr>
              <a:t>تتميز برامج الألعاب التعليمية باعتمادها على دمج عملية التعلم باللعب في نموذج ترويحي، يتبارى فيه الأطفال، ويتنافسون سواء بين فرد وآخر، أو مجموعة وأخرى للحصول على بعض النقاط، وفي سبيل تحقيق ذلك يتطلب الأمر من الطفل أن يحل مشكلة حسابية أو منطقية</a:t>
            </a:r>
            <a:endParaRPr lang="en-US" sz="3200" b="1" dirty="0">
              <a:solidFill>
                <a:schemeClr val="accent2">
                  <a:lumMod val="75000"/>
                </a:schemeClr>
              </a:solidFill>
              <a:latin typeface="Open Sans" pitchFamily="34" charset="0"/>
              <a:ea typeface="Open Sans" pitchFamily="34" charset="0"/>
              <a:cs typeface="Open Sans" pitchFamily="34" charset="0"/>
            </a:endParaRPr>
          </a:p>
        </p:txBody>
      </p:sp>
      <p:grpSp>
        <p:nvGrpSpPr>
          <p:cNvPr id="4" name="Group 83"/>
          <p:cNvGrpSpPr/>
          <p:nvPr/>
        </p:nvGrpSpPr>
        <p:grpSpPr>
          <a:xfrm>
            <a:off x="608257" y="1825056"/>
            <a:ext cx="3904552" cy="4002491"/>
            <a:chOff x="357158" y="928676"/>
            <a:chExt cx="2522727" cy="2586006"/>
          </a:xfrm>
          <a:solidFill>
            <a:schemeClr val="bg1">
              <a:lumMod val="50000"/>
            </a:schemeClr>
          </a:solidFill>
        </p:grpSpPr>
        <p:sp>
          <p:nvSpPr>
            <p:cNvPr id="64" name="Freeform 5"/>
            <p:cNvSpPr>
              <a:spLocks noEditPoints="1"/>
            </p:cNvSpPr>
            <p:nvPr/>
          </p:nvSpPr>
          <p:spPr bwMode="auto">
            <a:xfrm>
              <a:off x="357158" y="928676"/>
              <a:ext cx="722862" cy="2586006"/>
            </a:xfrm>
            <a:custGeom>
              <a:avLst/>
              <a:gdLst/>
              <a:ahLst/>
              <a:cxnLst>
                <a:cxn ang="0">
                  <a:pos x="412" y="479"/>
                </a:cxn>
                <a:cxn ang="0">
                  <a:pos x="399" y="421"/>
                </a:cxn>
                <a:cxn ang="0">
                  <a:pos x="392" y="355"/>
                </a:cxn>
                <a:cxn ang="0">
                  <a:pos x="357" y="279"/>
                </a:cxn>
                <a:cxn ang="0">
                  <a:pos x="281" y="256"/>
                </a:cxn>
                <a:cxn ang="0">
                  <a:pos x="221" y="259"/>
                </a:cxn>
                <a:cxn ang="0">
                  <a:pos x="161" y="321"/>
                </a:cxn>
                <a:cxn ang="0">
                  <a:pos x="176" y="286"/>
                </a:cxn>
                <a:cxn ang="0">
                  <a:pos x="203" y="227"/>
                </a:cxn>
                <a:cxn ang="0">
                  <a:pos x="223" y="177"/>
                </a:cxn>
                <a:cxn ang="0">
                  <a:pos x="238" y="130"/>
                </a:cxn>
                <a:cxn ang="0">
                  <a:pos x="233" y="56"/>
                </a:cxn>
                <a:cxn ang="0">
                  <a:pos x="198" y="4"/>
                </a:cxn>
                <a:cxn ang="0">
                  <a:pos x="113" y="26"/>
                </a:cxn>
                <a:cxn ang="0">
                  <a:pos x="89" y="83"/>
                </a:cxn>
                <a:cxn ang="0">
                  <a:pos x="86" y="122"/>
                </a:cxn>
                <a:cxn ang="0">
                  <a:pos x="125" y="223"/>
                </a:cxn>
                <a:cxn ang="0">
                  <a:pos x="138" y="275"/>
                </a:cxn>
                <a:cxn ang="0">
                  <a:pos x="140" y="301"/>
                </a:cxn>
                <a:cxn ang="0">
                  <a:pos x="105" y="399"/>
                </a:cxn>
                <a:cxn ang="0">
                  <a:pos x="99" y="297"/>
                </a:cxn>
                <a:cxn ang="0">
                  <a:pos x="131" y="238"/>
                </a:cxn>
                <a:cxn ang="0">
                  <a:pos x="41" y="306"/>
                </a:cxn>
                <a:cxn ang="0">
                  <a:pos x="26" y="444"/>
                </a:cxn>
                <a:cxn ang="0">
                  <a:pos x="37" y="597"/>
                </a:cxn>
                <a:cxn ang="0">
                  <a:pos x="34" y="684"/>
                </a:cxn>
                <a:cxn ang="0">
                  <a:pos x="11" y="775"/>
                </a:cxn>
                <a:cxn ang="0">
                  <a:pos x="7" y="820"/>
                </a:cxn>
                <a:cxn ang="0">
                  <a:pos x="49" y="973"/>
                </a:cxn>
                <a:cxn ang="0">
                  <a:pos x="74" y="1132"/>
                </a:cxn>
                <a:cxn ang="0">
                  <a:pos x="80" y="1213"/>
                </a:cxn>
                <a:cxn ang="0">
                  <a:pos x="80" y="1237"/>
                </a:cxn>
                <a:cxn ang="0">
                  <a:pos x="91" y="1284"/>
                </a:cxn>
                <a:cxn ang="0">
                  <a:pos x="64" y="1342"/>
                </a:cxn>
                <a:cxn ang="0">
                  <a:pos x="27" y="1401"/>
                </a:cxn>
                <a:cxn ang="0">
                  <a:pos x="50" y="1419"/>
                </a:cxn>
                <a:cxn ang="0">
                  <a:pos x="104" y="1400"/>
                </a:cxn>
                <a:cxn ang="0">
                  <a:pos x="134" y="1355"/>
                </a:cxn>
                <a:cxn ang="0">
                  <a:pos x="166" y="1342"/>
                </a:cxn>
                <a:cxn ang="0">
                  <a:pos x="178" y="1244"/>
                </a:cxn>
                <a:cxn ang="0">
                  <a:pos x="180" y="1131"/>
                </a:cxn>
                <a:cxn ang="0">
                  <a:pos x="178" y="969"/>
                </a:cxn>
                <a:cxn ang="0">
                  <a:pos x="207" y="1113"/>
                </a:cxn>
                <a:cxn ang="0">
                  <a:pos x="228" y="1194"/>
                </a:cxn>
                <a:cxn ang="0">
                  <a:pos x="236" y="1282"/>
                </a:cxn>
                <a:cxn ang="0">
                  <a:pos x="252" y="1370"/>
                </a:cxn>
                <a:cxn ang="0">
                  <a:pos x="267" y="1398"/>
                </a:cxn>
                <a:cxn ang="0">
                  <a:pos x="270" y="1440"/>
                </a:cxn>
                <a:cxn ang="0">
                  <a:pos x="304" y="1514"/>
                </a:cxn>
                <a:cxn ang="0">
                  <a:pos x="330" y="1519"/>
                </a:cxn>
                <a:cxn ang="0">
                  <a:pos x="346" y="1455"/>
                </a:cxn>
                <a:cxn ang="0">
                  <a:pos x="334" y="1376"/>
                </a:cxn>
                <a:cxn ang="0">
                  <a:pos x="346" y="1250"/>
                </a:cxn>
                <a:cxn ang="0">
                  <a:pos x="339" y="1176"/>
                </a:cxn>
                <a:cxn ang="0">
                  <a:pos x="335" y="1108"/>
                </a:cxn>
                <a:cxn ang="0">
                  <a:pos x="326" y="1045"/>
                </a:cxn>
                <a:cxn ang="0">
                  <a:pos x="347" y="853"/>
                </a:cxn>
                <a:cxn ang="0">
                  <a:pos x="379" y="802"/>
                </a:cxn>
                <a:cxn ang="0">
                  <a:pos x="365" y="738"/>
                </a:cxn>
                <a:cxn ang="0">
                  <a:pos x="376" y="695"/>
                </a:cxn>
                <a:cxn ang="0">
                  <a:pos x="425" y="583"/>
                </a:cxn>
                <a:cxn ang="0">
                  <a:pos x="420" y="530"/>
                </a:cxn>
                <a:cxn ang="0">
                  <a:pos x="331" y="832"/>
                </a:cxn>
              </a:cxnLst>
              <a:rect l="0" t="0" r="r" b="b"/>
              <a:pathLst>
                <a:path w="425" h="1524">
                  <a:moveTo>
                    <a:pt x="420" y="530"/>
                  </a:moveTo>
                  <a:lnTo>
                    <a:pt x="420" y="530"/>
                  </a:lnTo>
                  <a:lnTo>
                    <a:pt x="420" y="522"/>
                  </a:lnTo>
                  <a:lnTo>
                    <a:pt x="420" y="515"/>
                  </a:lnTo>
                  <a:lnTo>
                    <a:pt x="416" y="501"/>
                  </a:lnTo>
                  <a:lnTo>
                    <a:pt x="412" y="488"/>
                  </a:lnTo>
                  <a:lnTo>
                    <a:pt x="412" y="479"/>
                  </a:lnTo>
                  <a:lnTo>
                    <a:pt x="412" y="473"/>
                  </a:lnTo>
                  <a:lnTo>
                    <a:pt x="412" y="473"/>
                  </a:lnTo>
                  <a:lnTo>
                    <a:pt x="413" y="466"/>
                  </a:lnTo>
                  <a:lnTo>
                    <a:pt x="413" y="459"/>
                  </a:lnTo>
                  <a:lnTo>
                    <a:pt x="410" y="447"/>
                  </a:lnTo>
                  <a:lnTo>
                    <a:pt x="399" y="421"/>
                  </a:lnTo>
                  <a:lnTo>
                    <a:pt x="399" y="421"/>
                  </a:lnTo>
                  <a:lnTo>
                    <a:pt x="398" y="415"/>
                  </a:lnTo>
                  <a:lnTo>
                    <a:pt x="397" y="409"/>
                  </a:lnTo>
                  <a:lnTo>
                    <a:pt x="397" y="396"/>
                  </a:lnTo>
                  <a:lnTo>
                    <a:pt x="397" y="384"/>
                  </a:lnTo>
                  <a:lnTo>
                    <a:pt x="395" y="370"/>
                  </a:lnTo>
                  <a:lnTo>
                    <a:pt x="395" y="370"/>
                  </a:lnTo>
                  <a:lnTo>
                    <a:pt x="392" y="355"/>
                  </a:lnTo>
                  <a:lnTo>
                    <a:pt x="388" y="340"/>
                  </a:lnTo>
                  <a:lnTo>
                    <a:pt x="382" y="312"/>
                  </a:lnTo>
                  <a:lnTo>
                    <a:pt x="382" y="312"/>
                  </a:lnTo>
                  <a:lnTo>
                    <a:pt x="377" y="299"/>
                  </a:lnTo>
                  <a:lnTo>
                    <a:pt x="372" y="291"/>
                  </a:lnTo>
                  <a:lnTo>
                    <a:pt x="365" y="285"/>
                  </a:lnTo>
                  <a:lnTo>
                    <a:pt x="357" y="279"/>
                  </a:lnTo>
                  <a:lnTo>
                    <a:pt x="347" y="275"/>
                  </a:lnTo>
                  <a:lnTo>
                    <a:pt x="337" y="272"/>
                  </a:lnTo>
                  <a:lnTo>
                    <a:pt x="315" y="267"/>
                  </a:lnTo>
                  <a:lnTo>
                    <a:pt x="315" y="267"/>
                  </a:lnTo>
                  <a:lnTo>
                    <a:pt x="303" y="264"/>
                  </a:lnTo>
                  <a:lnTo>
                    <a:pt x="292" y="260"/>
                  </a:lnTo>
                  <a:lnTo>
                    <a:pt x="281" y="256"/>
                  </a:lnTo>
                  <a:lnTo>
                    <a:pt x="270" y="250"/>
                  </a:lnTo>
                  <a:lnTo>
                    <a:pt x="260" y="244"/>
                  </a:lnTo>
                  <a:lnTo>
                    <a:pt x="251" y="237"/>
                  </a:lnTo>
                  <a:lnTo>
                    <a:pt x="243" y="229"/>
                  </a:lnTo>
                  <a:lnTo>
                    <a:pt x="234" y="219"/>
                  </a:lnTo>
                  <a:lnTo>
                    <a:pt x="234" y="219"/>
                  </a:lnTo>
                  <a:lnTo>
                    <a:pt x="221" y="259"/>
                  </a:lnTo>
                  <a:lnTo>
                    <a:pt x="206" y="298"/>
                  </a:lnTo>
                  <a:lnTo>
                    <a:pt x="187" y="336"/>
                  </a:lnTo>
                  <a:lnTo>
                    <a:pt x="166" y="373"/>
                  </a:lnTo>
                  <a:lnTo>
                    <a:pt x="166" y="373"/>
                  </a:lnTo>
                  <a:lnTo>
                    <a:pt x="164" y="354"/>
                  </a:lnTo>
                  <a:lnTo>
                    <a:pt x="161" y="332"/>
                  </a:lnTo>
                  <a:lnTo>
                    <a:pt x="161" y="321"/>
                  </a:lnTo>
                  <a:lnTo>
                    <a:pt x="162" y="310"/>
                  </a:lnTo>
                  <a:lnTo>
                    <a:pt x="165" y="302"/>
                  </a:lnTo>
                  <a:lnTo>
                    <a:pt x="168" y="299"/>
                  </a:lnTo>
                  <a:lnTo>
                    <a:pt x="170" y="295"/>
                  </a:lnTo>
                  <a:lnTo>
                    <a:pt x="170" y="295"/>
                  </a:lnTo>
                  <a:lnTo>
                    <a:pt x="174" y="291"/>
                  </a:lnTo>
                  <a:lnTo>
                    <a:pt x="176" y="286"/>
                  </a:lnTo>
                  <a:lnTo>
                    <a:pt x="176" y="282"/>
                  </a:lnTo>
                  <a:lnTo>
                    <a:pt x="173" y="278"/>
                  </a:lnTo>
                  <a:lnTo>
                    <a:pt x="166" y="270"/>
                  </a:lnTo>
                  <a:lnTo>
                    <a:pt x="158" y="260"/>
                  </a:lnTo>
                  <a:lnTo>
                    <a:pt x="158" y="260"/>
                  </a:lnTo>
                  <a:lnTo>
                    <a:pt x="188" y="238"/>
                  </a:lnTo>
                  <a:lnTo>
                    <a:pt x="203" y="227"/>
                  </a:lnTo>
                  <a:lnTo>
                    <a:pt x="217" y="215"/>
                  </a:lnTo>
                  <a:lnTo>
                    <a:pt x="217" y="215"/>
                  </a:lnTo>
                  <a:lnTo>
                    <a:pt x="219" y="211"/>
                  </a:lnTo>
                  <a:lnTo>
                    <a:pt x="222" y="207"/>
                  </a:lnTo>
                  <a:lnTo>
                    <a:pt x="223" y="197"/>
                  </a:lnTo>
                  <a:lnTo>
                    <a:pt x="223" y="186"/>
                  </a:lnTo>
                  <a:lnTo>
                    <a:pt x="223" y="177"/>
                  </a:lnTo>
                  <a:lnTo>
                    <a:pt x="223" y="177"/>
                  </a:lnTo>
                  <a:lnTo>
                    <a:pt x="223" y="170"/>
                  </a:lnTo>
                  <a:lnTo>
                    <a:pt x="225" y="165"/>
                  </a:lnTo>
                  <a:lnTo>
                    <a:pt x="229" y="152"/>
                  </a:lnTo>
                  <a:lnTo>
                    <a:pt x="234" y="141"/>
                  </a:lnTo>
                  <a:lnTo>
                    <a:pt x="238" y="130"/>
                  </a:lnTo>
                  <a:lnTo>
                    <a:pt x="238" y="130"/>
                  </a:lnTo>
                  <a:lnTo>
                    <a:pt x="240" y="120"/>
                  </a:lnTo>
                  <a:lnTo>
                    <a:pt x="238" y="109"/>
                  </a:lnTo>
                  <a:lnTo>
                    <a:pt x="237" y="98"/>
                  </a:lnTo>
                  <a:lnTo>
                    <a:pt x="236" y="87"/>
                  </a:lnTo>
                  <a:lnTo>
                    <a:pt x="236" y="87"/>
                  </a:lnTo>
                  <a:lnTo>
                    <a:pt x="234" y="66"/>
                  </a:lnTo>
                  <a:lnTo>
                    <a:pt x="233" y="56"/>
                  </a:lnTo>
                  <a:lnTo>
                    <a:pt x="230" y="45"/>
                  </a:lnTo>
                  <a:lnTo>
                    <a:pt x="228" y="35"/>
                  </a:lnTo>
                  <a:lnTo>
                    <a:pt x="222" y="26"/>
                  </a:lnTo>
                  <a:lnTo>
                    <a:pt x="217" y="17"/>
                  </a:lnTo>
                  <a:lnTo>
                    <a:pt x="208" y="9"/>
                  </a:lnTo>
                  <a:lnTo>
                    <a:pt x="208" y="9"/>
                  </a:lnTo>
                  <a:lnTo>
                    <a:pt x="198" y="4"/>
                  </a:lnTo>
                  <a:lnTo>
                    <a:pt x="184" y="0"/>
                  </a:lnTo>
                  <a:lnTo>
                    <a:pt x="172" y="0"/>
                  </a:lnTo>
                  <a:lnTo>
                    <a:pt x="158" y="0"/>
                  </a:lnTo>
                  <a:lnTo>
                    <a:pt x="144" y="4"/>
                  </a:lnTo>
                  <a:lnTo>
                    <a:pt x="132" y="9"/>
                  </a:lnTo>
                  <a:lnTo>
                    <a:pt x="121" y="16"/>
                  </a:lnTo>
                  <a:lnTo>
                    <a:pt x="113" y="26"/>
                  </a:lnTo>
                  <a:lnTo>
                    <a:pt x="113" y="26"/>
                  </a:lnTo>
                  <a:lnTo>
                    <a:pt x="105" y="35"/>
                  </a:lnTo>
                  <a:lnTo>
                    <a:pt x="98" y="47"/>
                  </a:lnTo>
                  <a:lnTo>
                    <a:pt x="93" y="58"/>
                  </a:lnTo>
                  <a:lnTo>
                    <a:pt x="90" y="72"/>
                  </a:lnTo>
                  <a:lnTo>
                    <a:pt x="90" y="72"/>
                  </a:lnTo>
                  <a:lnTo>
                    <a:pt x="89" y="83"/>
                  </a:lnTo>
                  <a:lnTo>
                    <a:pt x="90" y="94"/>
                  </a:lnTo>
                  <a:lnTo>
                    <a:pt x="90" y="94"/>
                  </a:lnTo>
                  <a:lnTo>
                    <a:pt x="90" y="102"/>
                  </a:lnTo>
                  <a:lnTo>
                    <a:pt x="89" y="109"/>
                  </a:lnTo>
                  <a:lnTo>
                    <a:pt x="87" y="115"/>
                  </a:lnTo>
                  <a:lnTo>
                    <a:pt x="86" y="122"/>
                  </a:lnTo>
                  <a:lnTo>
                    <a:pt x="86" y="122"/>
                  </a:lnTo>
                  <a:lnTo>
                    <a:pt x="87" y="136"/>
                  </a:lnTo>
                  <a:lnTo>
                    <a:pt x="90" y="150"/>
                  </a:lnTo>
                  <a:lnTo>
                    <a:pt x="94" y="162"/>
                  </a:lnTo>
                  <a:lnTo>
                    <a:pt x="99" y="174"/>
                  </a:lnTo>
                  <a:lnTo>
                    <a:pt x="113" y="199"/>
                  </a:lnTo>
                  <a:lnTo>
                    <a:pt x="125" y="223"/>
                  </a:lnTo>
                  <a:lnTo>
                    <a:pt x="125" y="223"/>
                  </a:lnTo>
                  <a:lnTo>
                    <a:pt x="135" y="241"/>
                  </a:lnTo>
                  <a:lnTo>
                    <a:pt x="142" y="259"/>
                  </a:lnTo>
                  <a:lnTo>
                    <a:pt x="142" y="259"/>
                  </a:lnTo>
                  <a:lnTo>
                    <a:pt x="143" y="263"/>
                  </a:lnTo>
                  <a:lnTo>
                    <a:pt x="143" y="265"/>
                  </a:lnTo>
                  <a:lnTo>
                    <a:pt x="140" y="271"/>
                  </a:lnTo>
                  <a:lnTo>
                    <a:pt x="138" y="275"/>
                  </a:lnTo>
                  <a:lnTo>
                    <a:pt x="136" y="279"/>
                  </a:lnTo>
                  <a:lnTo>
                    <a:pt x="136" y="282"/>
                  </a:lnTo>
                  <a:lnTo>
                    <a:pt x="136" y="282"/>
                  </a:lnTo>
                  <a:lnTo>
                    <a:pt x="140" y="291"/>
                  </a:lnTo>
                  <a:lnTo>
                    <a:pt x="140" y="297"/>
                  </a:lnTo>
                  <a:lnTo>
                    <a:pt x="140" y="301"/>
                  </a:lnTo>
                  <a:lnTo>
                    <a:pt x="140" y="301"/>
                  </a:lnTo>
                  <a:lnTo>
                    <a:pt x="138" y="305"/>
                  </a:lnTo>
                  <a:lnTo>
                    <a:pt x="134" y="308"/>
                  </a:lnTo>
                  <a:lnTo>
                    <a:pt x="128" y="312"/>
                  </a:lnTo>
                  <a:lnTo>
                    <a:pt x="127" y="313"/>
                  </a:lnTo>
                  <a:lnTo>
                    <a:pt x="125" y="316"/>
                  </a:lnTo>
                  <a:lnTo>
                    <a:pt x="125" y="316"/>
                  </a:lnTo>
                  <a:lnTo>
                    <a:pt x="105" y="399"/>
                  </a:lnTo>
                  <a:lnTo>
                    <a:pt x="105" y="399"/>
                  </a:lnTo>
                  <a:lnTo>
                    <a:pt x="101" y="376"/>
                  </a:lnTo>
                  <a:lnTo>
                    <a:pt x="98" y="353"/>
                  </a:lnTo>
                  <a:lnTo>
                    <a:pt x="98" y="329"/>
                  </a:lnTo>
                  <a:lnTo>
                    <a:pt x="98" y="308"/>
                  </a:lnTo>
                  <a:lnTo>
                    <a:pt x="98" y="308"/>
                  </a:lnTo>
                  <a:lnTo>
                    <a:pt x="99" y="297"/>
                  </a:lnTo>
                  <a:lnTo>
                    <a:pt x="101" y="287"/>
                  </a:lnTo>
                  <a:lnTo>
                    <a:pt x="104" y="279"/>
                  </a:lnTo>
                  <a:lnTo>
                    <a:pt x="109" y="270"/>
                  </a:lnTo>
                  <a:lnTo>
                    <a:pt x="109" y="270"/>
                  </a:lnTo>
                  <a:lnTo>
                    <a:pt x="121" y="255"/>
                  </a:lnTo>
                  <a:lnTo>
                    <a:pt x="127" y="246"/>
                  </a:lnTo>
                  <a:lnTo>
                    <a:pt x="131" y="238"/>
                  </a:lnTo>
                  <a:lnTo>
                    <a:pt x="131" y="238"/>
                  </a:lnTo>
                  <a:lnTo>
                    <a:pt x="113" y="252"/>
                  </a:lnTo>
                  <a:lnTo>
                    <a:pt x="95" y="267"/>
                  </a:lnTo>
                  <a:lnTo>
                    <a:pt x="57" y="293"/>
                  </a:lnTo>
                  <a:lnTo>
                    <a:pt x="57" y="293"/>
                  </a:lnTo>
                  <a:lnTo>
                    <a:pt x="46" y="302"/>
                  </a:lnTo>
                  <a:lnTo>
                    <a:pt x="41" y="306"/>
                  </a:lnTo>
                  <a:lnTo>
                    <a:pt x="38" y="312"/>
                  </a:lnTo>
                  <a:lnTo>
                    <a:pt x="35" y="317"/>
                  </a:lnTo>
                  <a:lnTo>
                    <a:pt x="34" y="324"/>
                  </a:lnTo>
                  <a:lnTo>
                    <a:pt x="31" y="339"/>
                  </a:lnTo>
                  <a:lnTo>
                    <a:pt x="31" y="339"/>
                  </a:lnTo>
                  <a:lnTo>
                    <a:pt x="29" y="391"/>
                  </a:lnTo>
                  <a:lnTo>
                    <a:pt x="26" y="444"/>
                  </a:lnTo>
                  <a:lnTo>
                    <a:pt x="26" y="470"/>
                  </a:lnTo>
                  <a:lnTo>
                    <a:pt x="26" y="497"/>
                  </a:lnTo>
                  <a:lnTo>
                    <a:pt x="27" y="523"/>
                  </a:lnTo>
                  <a:lnTo>
                    <a:pt x="31" y="549"/>
                  </a:lnTo>
                  <a:lnTo>
                    <a:pt x="31" y="549"/>
                  </a:lnTo>
                  <a:lnTo>
                    <a:pt x="34" y="573"/>
                  </a:lnTo>
                  <a:lnTo>
                    <a:pt x="37" y="597"/>
                  </a:lnTo>
                  <a:lnTo>
                    <a:pt x="38" y="621"/>
                  </a:lnTo>
                  <a:lnTo>
                    <a:pt x="38" y="633"/>
                  </a:lnTo>
                  <a:lnTo>
                    <a:pt x="37" y="646"/>
                  </a:lnTo>
                  <a:lnTo>
                    <a:pt x="37" y="646"/>
                  </a:lnTo>
                  <a:lnTo>
                    <a:pt x="33" y="665"/>
                  </a:lnTo>
                  <a:lnTo>
                    <a:pt x="31" y="673"/>
                  </a:lnTo>
                  <a:lnTo>
                    <a:pt x="34" y="684"/>
                  </a:lnTo>
                  <a:lnTo>
                    <a:pt x="34" y="684"/>
                  </a:lnTo>
                  <a:lnTo>
                    <a:pt x="34" y="688"/>
                  </a:lnTo>
                  <a:lnTo>
                    <a:pt x="34" y="693"/>
                  </a:lnTo>
                  <a:lnTo>
                    <a:pt x="31" y="706"/>
                  </a:lnTo>
                  <a:lnTo>
                    <a:pt x="24" y="728"/>
                  </a:lnTo>
                  <a:lnTo>
                    <a:pt x="24" y="728"/>
                  </a:lnTo>
                  <a:lnTo>
                    <a:pt x="11" y="775"/>
                  </a:lnTo>
                  <a:lnTo>
                    <a:pt x="11" y="775"/>
                  </a:lnTo>
                  <a:lnTo>
                    <a:pt x="4" y="794"/>
                  </a:lnTo>
                  <a:lnTo>
                    <a:pt x="1" y="804"/>
                  </a:lnTo>
                  <a:lnTo>
                    <a:pt x="0" y="812"/>
                  </a:lnTo>
                  <a:lnTo>
                    <a:pt x="0" y="812"/>
                  </a:lnTo>
                  <a:lnTo>
                    <a:pt x="3" y="817"/>
                  </a:lnTo>
                  <a:lnTo>
                    <a:pt x="7" y="820"/>
                  </a:lnTo>
                  <a:lnTo>
                    <a:pt x="12" y="822"/>
                  </a:lnTo>
                  <a:lnTo>
                    <a:pt x="19" y="822"/>
                  </a:lnTo>
                  <a:lnTo>
                    <a:pt x="31" y="819"/>
                  </a:lnTo>
                  <a:lnTo>
                    <a:pt x="41" y="816"/>
                  </a:lnTo>
                  <a:lnTo>
                    <a:pt x="41" y="816"/>
                  </a:lnTo>
                  <a:lnTo>
                    <a:pt x="46" y="920"/>
                  </a:lnTo>
                  <a:lnTo>
                    <a:pt x="49" y="973"/>
                  </a:lnTo>
                  <a:lnTo>
                    <a:pt x="53" y="1025"/>
                  </a:lnTo>
                  <a:lnTo>
                    <a:pt x="53" y="1025"/>
                  </a:lnTo>
                  <a:lnTo>
                    <a:pt x="57" y="1046"/>
                  </a:lnTo>
                  <a:lnTo>
                    <a:pt x="61" y="1068"/>
                  </a:lnTo>
                  <a:lnTo>
                    <a:pt x="71" y="1113"/>
                  </a:lnTo>
                  <a:lnTo>
                    <a:pt x="71" y="1113"/>
                  </a:lnTo>
                  <a:lnTo>
                    <a:pt x="74" y="1132"/>
                  </a:lnTo>
                  <a:lnTo>
                    <a:pt x="75" y="1151"/>
                  </a:lnTo>
                  <a:lnTo>
                    <a:pt x="75" y="1191"/>
                  </a:lnTo>
                  <a:lnTo>
                    <a:pt x="75" y="1191"/>
                  </a:lnTo>
                  <a:lnTo>
                    <a:pt x="76" y="1202"/>
                  </a:lnTo>
                  <a:lnTo>
                    <a:pt x="78" y="1209"/>
                  </a:lnTo>
                  <a:lnTo>
                    <a:pt x="80" y="1213"/>
                  </a:lnTo>
                  <a:lnTo>
                    <a:pt x="80" y="1213"/>
                  </a:lnTo>
                  <a:lnTo>
                    <a:pt x="82" y="1215"/>
                  </a:lnTo>
                  <a:lnTo>
                    <a:pt x="83" y="1218"/>
                  </a:lnTo>
                  <a:lnTo>
                    <a:pt x="82" y="1224"/>
                  </a:lnTo>
                  <a:lnTo>
                    <a:pt x="79" y="1228"/>
                  </a:lnTo>
                  <a:lnTo>
                    <a:pt x="79" y="1233"/>
                  </a:lnTo>
                  <a:lnTo>
                    <a:pt x="79" y="1233"/>
                  </a:lnTo>
                  <a:lnTo>
                    <a:pt x="80" y="1237"/>
                  </a:lnTo>
                  <a:lnTo>
                    <a:pt x="83" y="1241"/>
                  </a:lnTo>
                  <a:lnTo>
                    <a:pt x="89" y="1248"/>
                  </a:lnTo>
                  <a:lnTo>
                    <a:pt x="93" y="1256"/>
                  </a:lnTo>
                  <a:lnTo>
                    <a:pt x="94" y="1260"/>
                  </a:lnTo>
                  <a:lnTo>
                    <a:pt x="94" y="1266"/>
                  </a:lnTo>
                  <a:lnTo>
                    <a:pt x="94" y="1266"/>
                  </a:lnTo>
                  <a:lnTo>
                    <a:pt x="91" y="1284"/>
                  </a:lnTo>
                  <a:lnTo>
                    <a:pt x="89" y="1301"/>
                  </a:lnTo>
                  <a:lnTo>
                    <a:pt x="89" y="1301"/>
                  </a:lnTo>
                  <a:lnTo>
                    <a:pt x="87" y="1311"/>
                  </a:lnTo>
                  <a:lnTo>
                    <a:pt x="84" y="1319"/>
                  </a:lnTo>
                  <a:lnTo>
                    <a:pt x="82" y="1326"/>
                  </a:lnTo>
                  <a:lnTo>
                    <a:pt x="76" y="1331"/>
                  </a:lnTo>
                  <a:lnTo>
                    <a:pt x="64" y="1342"/>
                  </a:lnTo>
                  <a:lnTo>
                    <a:pt x="52" y="1355"/>
                  </a:lnTo>
                  <a:lnTo>
                    <a:pt x="52" y="1355"/>
                  </a:lnTo>
                  <a:lnTo>
                    <a:pt x="41" y="1367"/>
                  </a:lnTo>
                  <a:lnTo>
                    <a:pt x="35" y="1375"/>
                  </a:lnTo>
                  <a:lnTo>
                    <a:pt x="31" y="1385"/>
                  </a:lnTo>
                  <a:lnTo>
                    <a:pt x="27" y="1393"/>
                  </a:lnTo>
                  <a:lnTo>
                    <a:pt x="27" y="1401"/>
                  </a:lnTo>
                  <a:lnTo>
                    <a:pt x="29" y="1405"/>
                  </a:lnTo>
                  <a:lnTo>
                    <a:pt x="30" y="1409"/>
                  </a:lnTo>
                  <a:lnTo>
                    <a:pt x="33" y="1412"/>
                  </a:lnTo>
                  <a:lnTo>
                    <a:pt x="37" y="1415"/>
                  </a:lnTo>
                  <a:lnTo>
                    <a:pt x="37" y="1415"/>
                  </a:lnTo>
                  <a:lnTo>
                    <a:pt x="44" y="1417"/>
                  </a:lnTo>
                  <a:lnTo>
                    <a:pt x="50" y="1419"/>
                  </a:lnTo>
                  <a:lnTo>
                    <a:pt x="57" y="1419"/>
                  </a:lnTo>
                  <a:lnTo>
                    <a:pt x="65" y="1417"/>
                  </a:lnTo>
                  <a:lnTo>
                    <a:pt x="80" y="1415"/>
                  </a:lnTo>
                  <a:lnTo>
                    <a:pt x="93" y="1409"/>
                  </a:lnTo>
                  <a:lnTo>
                    <a:pt x="93" y="1409"/>
                  </a:lnTo>
                  <a:lnTo>
                    <a:pt x="98" y="1405"/>
                  </a:lnTo>
                  <a:lnTo>
                    <a:pt x="104" y="1400"/>
                  </a:lnTo>
                  <a:lnTo>
                    <a:pt x="108" y="1394"/>
                  </a:lnTo>
                  <a:lnTo>
                    <a:pt x="110" y="1389"/>
                  </a:lnTo>
                  <a:lnTo>
                    <a:pt x="116" y="1375"/>
                  </a:lnTo>
                  <a:lnTo>
                    <a:pt x="123" y="1363"/>
                  </a:lnTo>
                  <a:lnTo>
                    <a:pt x="123" y="1363"/>
                  </a:lnTo>
                  <a:lnTo>
                    <a:pt x="128" y="1357"/>
                  </a:lnTo>
                  <a:lnTo>
                    <a:pt x="134" y="1355"/>
                  </a:lnTo>
                  <a:lnTo>
                    <a:pt x="139" y="1353"/>
                  </a:lnTo>
                  <a:lnTo>
                    <a:pt x="146" y="1353"/>
                  </a:lnTo>
                  <a:lnTo>
                    <a:pt x="151" y="1353"/>
                  </a:lnTo>
                  <a:lnTo>
                    <a:pt x="157" y="1352"/>
                  </a:lnTo>
                  <a:lnTo>
                    <a:pt x="161" y="1348"/>
                  </a:lnTo>
                  <a:lnTo>
                    <a:pt x="166" y="1342"/>
                  </a:lnTo>
                  <a:lnTo>
                    <a:pt x="166" y="1342"/>
                  </a:lnTo>
                  <a:lnTo>
                    <a:pt x="173" y="1327"/>
                  </a:lnTo>
                  <a:lnTo>
                    <a:pt x="177" y="1311"/>
                  </a:lnTo>
                  <a:lnTo>
                    <a:pt x="178" y="1293"/>
                  </a:lnTo>
                  <a:lnTo>
                    <a:pt x="180" y="1278"/>
                  </a:lnTo>
                  <a:lnTo>
                    <a:pt x="180" y="1278"/>
                  </a:lnTo>
                  <a:lnTo>
                    <a:pt x="180" y="1260"/>
                  </a:lnTo>
                  <a:lnTo>
                    <a:pt x="178" y="1244"/>
                  </a:lnTo>
                  <a:lnTo>
                    <a:pt x="176" y="1210"/>
                  </a:lnTo>
                  <a:lnTo>
                    <a:pt x="176" y="1210"/>
                  </a:lnTo>
                  <a:lnTo>
                    <a:pt x="174" y="1199"/>
                  </a:lnTo>
                  <a:lnTo>
                    <a:pt x="176" y="1187"/>
                  </a:lnTo>
                  <a:lnTo>
                    <a:pt x="178" y="1165"/>
                  </a:lnTo>
                  <a:lnTo>
                    <a:pt x="180" y="1143"/>
                  </a:lnTo>
                  <a:lnTo>
                    <a:pt x="180" y="1131"/>
                  </a:lnTo>
                  <a:lnTo>
                    <a:pt x="178" y="1120"/>
                  </a:lnTo>
                  <a:lnTo>
                    <a:pt x="178" y="1120"/>
                  </a:lnTo>
                  <a:lnTo>
                    <a:pt x="176" y="1096"/>
                  </a:lnTo>
                  <a:lnTo>
                    <a:pt x="173" y="1071"/>
                  </a:lnTo>
                  <a:lnTo>
                    <a:pt x="173" y="1045"/>
                  </a:lnTo>
                  <a:lnTo>
                    <a:pt x="174" y="1019"/>
                  </a:lnTo>
                  <a:lnTo>
                    <a:pt x="178" y="969"/>
                  </a:lnTo>
                  <a:lnTo>
                    <a:pt x="184" y="920"/>
                  </a:lnTo>
                  <a:lnTo>
                    <a:pt x="184" y="920"/>
                  </a:lnTo>
                  <a:lnTo>
                    <a:pt x="192" y="967"/>
                  </a:lnTo>
                  <a:lnTo>
                    <a:pt x="199" y="1015"/>
                  </a:lnTo>
                  <a:lnTo>
                    <a:pt x="204" y="1064"/>
                  </a:lnTo>
                  <a:lnTo>
                    <a:pt x="207" y="1113"/>
                  </a:lnTo>
                  <a:lnTo>
                    <a:pt x="207" y="1113"/>
                  </a:lnTo>
                  <a:lnTo>
                    <a:pt x="208" y="1124"/>
                  </a:lnTo>
                  <a:lnTo>
                    <a:pt x="211" y="1134"/>
                  </a:lnTo>
                  <a:lnTo>
                    <a:pt x="218" y="1153"/>
                  </a:lnTo>
                  <a:lnTo>
                    <a:pt x="225" y="1173"/>
                  </a:lnTo>
                  <a:lnTo>
                    <a:pt x="228" y="1183"/>
                  </a:lnTo>
                  <a:lnTo>
                    <a:pt x="228" y="1194"/>
                  </a:lnTo>
                  <a:lnTo>
                    <a:pt x="228" y="1194"/>
                  </a:lnTo>
                  <a:lnTo>
                    <a:pt x="228" y="1215"/>
                  </a:lnTo>
                  <a:lnTo>
                    <a:pt x="228" y="1226"/>
                  </a:lnTo>
                  <a:lnTo>
                    <a:pt x="230" y="1237"/>
                  </a:lnTo>
                  <a:lnTo>
                    <a:pt x="230" y="1237"/>
                  </a:lnTo>
                  <a:lnTo>
                    <a:pt x="234" y="1259"/>
                  </a:lnTo>
                  <a:lnTo>
                    <a:pt x="236" y="1270"/>
                  </a:lnTo>
                  <a:lnTo>
                    <a:pt x="236" y="1282"/>
                  </a:lnTo>
                  <a:lnTo>
                    <a:pt x="236" y="1282"/>
                  </a:lnTo>
                  <a:lnTo>
                    <a:pt x="236" y="1305"/>
                  </a:lnTo>
                  <a:lnTo>
                    <a:pt x="237" y="1327"/>
                  </a:lnTo>
                  <a:lnTo>
                    <a:pt x="240" y="1338"/>
                  </a:lnTo>
                  <a:lnTo>
                    <a:pt x="243" y="1348"/>
                  </a:lnTo>
                  <a:lnTo>
                    <a:pt x="247" y="1359"/>
                  </a:lnTo>
                  <a:lnTo>
                    <a:pt x="252" y="1370"/>
                  </a:lnTo>
                  <a:lnTo>
                    <a:pt x="252" y="1370"/>
                  </a:lnTo>
                  <a:lnTo>
                    <a:pt x="258" y="1379"/>
                  </a:lnTo>
                  <a:lnTo>
                    <a:pt x="264" y="1389"/>
                  </a:lnTo>
                  <a:lnTo>
                    <a:pt x="264" y="1389"/>
                  </a:lnTo>
                  <a:lnTo>
                    <a:pt x="267" y="1394"/>
                  </a:lnTo>
                  <a:lnTo>
                    <a:pt x="268" y="1397"/>
                  </a:lnTo>
                  <a:lnTo>
                    <a:pt x="267" y="1398"/>
                  </a:lnTo>
                  <a:lnTo>
                    <a:pt x="266" y="1404"/>
                  </a:lnTo>
                  <a:lnTo>
                    <a:pt x="266" y="1404"/>
                  </a:lnTo>
                  <a:lnTo>
                    <a:pt x="266" y="1413"/>
                  </a:lnTo>
                  <a:lnTo>
                    <a:pt x="267" y="1423"/>
                  </a:lnTo>
                  <a:lnTo>
                    <a:pt x="268" y="1431"/>
                  </a:lnTo>
                  <a:lnTo>
                    <a:pt x="270" y="1440"/>
                  </a:lnTo>
                  <a:lnTo>
                    <a:pt x="270" y="1440"/>
                  </a:lnTo>
                  <a:lnTo>
                    <a:pt x="271" y="1457"/>
                  </a:lnTo>
                  <a:lnTo>
                    <a:pt x="274" y="1469"/>
                  </a:lnTo>
                  <a:lnTo>
                    <a:pt x="279" y="1483"/>
                  </a:lnTo>
                  <a:lnTo>
                    <a:pt x="288" y="1495"/>
                  </a:lnTo>
                  <a:lnTo>
                    <a:pt x="288" y="1495"/>
                  </a:lnTo>
                  <a:lnTo>
                    <a:pt x="294" y="1504"/>
                  </a:lnTo>
                  <a:lnTo>
                    <a:pt x="304" y="1514"/>
                  </a:lnTo>
                  <a:lnTo>
                    <a:pt x="308" y="1518"/>
                  </a:lnTo>
                  <a:lnTo>
                    <a:pt x="313" y="1521"/>
                  </a:lnTo>
                  <a:lnTo>
                    <a:pt x="319" y="1524"/>
                  </a:lnTo>
                  <a:lnTo>
                    <a:pt x="324" y="1524"/>
                  </a:lnTo>
                  <a:lnTo>
                    <a:pt x="324" y="1524"/>
                  </a:lnTo>
                  <a:lnTo>
                    <a:pt x="327" y="1522"/>
                  </a:lnTo>
                  <a:lnTo>
                    <a:pt x="330" y="1519"/>
                  </a:lnTo>
                  <a:lnTo>
                    <a:pt x="335" y="1513"/>
                  </a:lnTo>
                  <a:lnTo>
                    <a:pt x="342" y="1498"/>
                  </a:lnTo>
                  <a:lnTo>
                    <a:pt x="342" y="1498"/>
                  </a:lnTo>
                  <a:lnTo>
                    <a:pt x="345" y="1488"/>
                  </a:lnTo>
                  <a:lnTo>
                    <a:pt x="347" y="1477"/>
                  </a:lnTo>
                  <a:lnTo>
                    <a:pt x="347" y="1466"/>
                  </a:lnTo>
                  <a:lnTo>
                    <a:pt x="346" y="1455"/>
                  </a:lnTo>
                  <a:lnTo>
                    <a:pt x="346" y="1455"/>
                  </a:lnTo>
                  <a:lnTo>
                    <a:pt x="341" y="1435"/>
                  </a:lnTo>
                  <a:lnTo>
                    <a:pt x="335" y="1416"/>
                  </a:lnTo>
                  <a:lnTo>
                    <a:pt x="334" y="1406"/>
                  </a:lnTo>
                  <a:lnTo>
                    <a:pt x="332" y="1397"/>
                  </a:lnTo>
                  <a:lnTo>
                    <a:pt x="332" y="1387"/>
                  </a:lnTo>
                  <a:lnTo>
                    <a:pt x="334" y="1376"/>
                  </a:lnTo>
                  <a:lnTo>
                    <a:pt x="334" y="1376"/>
                  </a:lnTo>
                  <a:lnTo>
                    <a:pt x="339" y="1355"/>
                  </a:lnTo>
                  <a:lnTo>
                    <a:pt x="342" y="1334"/>
                  </a:lnTo>
                  <a:lnTo>
                    <a:pt x="345" y="1312"/>
                  </a:lnTo>
                  <a:lnTo>
                    <a:pt x="346" y="1292"/>
                  </a:lnTo>
                  <a:lnTo>
                    <a:pt x="346" y="1271"/>
                  </a:lnTo>
                  <a:lnTo>
                    <a:pt x="346" y="1250"/>
                  </a:lnTo>
                  <a:lnTo>
                    <a:pt x="343" y="1229"/>
                  </a:lnTo>
                  <a:lnTo>
                    <a:pt x="339" y="1207"/>
                  </a:lnTo>
                  <a:lnTo>
                    <a:pt x="339" y="1207"/>
                  </a:lnTo>
                  <a:lnTo>
                    <a:pt x="338" y="1199"/>
                  </a:lnTo>
                  <a:lnTo>
                    <a:pt x="338" y="1192"/>
                  </a:lnTo>
                  <a:lnTo>
                    <a:pt x="339" y="1176"/>
                  </a:lnTo>
                  <a:lnTo>
                    <a:pt x="339" y="1176"/>
                  </a:lnTo>
                  <a:lnTo>
                    <a:pt x="339" y="1165"/>
                  </a:lnTo>
                  <a:lnTo>
                    <a:pt x="338" y="1153"/>
                  </a:lnTo>
                  <a:lnTo>
                    <a:pt x="337" y="1142"/>
                  </a:lnTo>
                  <a:lnTo>
                    <a:pt x="335" y="1131"/>
                  </a:lnTo>
                  <a:lnTo>
                    <a:pt x="335" y="1131"/>
                  </a:lnTo>
                  <a:lnTo>
                    <a:pt x="335" y="1120"/>
                  </a:lnTo>
                  <a:lnTo>
                    <a:pt x="335" y="1108"/>
                  </a:lnTo>
                  <a:lnTo>
                    <a:pt x="335" y="1097"/>
                  </a:lnTo>
                  <a:lnTo>
                    <a:pt x="332" y="1086"/>
                  </a:lnTo>
                  <a:lnTo>
                    <a:pt x="332" y="1086"/>
                  </a:lnTo>
                  <a:lnTo>
                    <a:pt x="327" y="1066"/>
                  </a:lnTo>
                  <a:lnTo>
                    <a:pt x="326" y="1056"/>
                  </a:lnTo>
                  <a:lnTo>
                    <a:pt x="326" y="1045"/>
                  </a:lnTo>
                  <a:lnTo>
                    <a:pt x="326" y="1045"/>
                  </a:lnTo>
                  <a:lnTo>
                    <a:pt x="327" y="832"/>
                  </a:lnTo>
                  <a:lnTo>
                    <a:pt x="327" y="832"/>
                  </a:lnTo>
                  <a:lnTo>
                    <a:pt x="331" y="832"/>
                  </a:lnTo>
                  <a:lnTo>
                    <a:pt x="334" y="834"/>
                  </a:lnTo>
                  <a:lnTo>
                    <a:pt x="341" y="838"/>
                  </a:lnTo>
                  <a:lnTo>
                    <a:pt x="345" y="845"/>
                  </a:lnTo>
                  <a:lnTo>
                    <a:pt x="347" y="853"/>
                  </a:lnTo>
                  <a:lnTo>
                    <a:pt x="347" y="853"/>
                  </a:lnTo>
                  <a:lnTo>
                    <a:pt x="356" y="845"/>
                  </a:lnTo>
                  <a:lnTo>
                    <a:pt x="362" y="838"/>
                  </a:lnTo>
                  <a:lnTo>
                    <a:pt x="368" y="830"/>
                  </a:lnTo>
                  <a:lnTo>
                    <a:pt x="373" y="822"/>
                  </a:lnTo>
                  <a:lnTo>
                    <a:pt x="376" y="812"/>
                  </a:lnTo>
                  <a:lnTo>
                    <a:pt x="379" y="802"/>
                  </a:lnTo>
                  <a:lnTo>
                    <a:pt x="380" y="792"/>
                  </a:lnTo>
                  <a:lnTo>
                    <a:pt x="379" y="781"/>
                  </a:lnTo>
                  <a:lnTo>
                    <a:pt x="379" y="781"/>
                  </a:lnTo>
                  <a:lnTo>
                    <a:pt x="377" y="770"/>
                  </a:lnTo>
                  <a:lnTo>
                    <a:pt x="373" y="759"/>
                  </a:lnTo>
                  <a:lnTo>
                    <a:pt x="369" y="749"/>
                  </a:lnTo>
                  <a:lnTo>
                    <a:pt x="365" y="738"/>
                  </a:lnTo>
                  <a:lnTo>
                    <a:pt x="365" y="738"/>
                  </a:lnTo>
                  <a:lnTo>
                    <a:pt x="365" y="732"/>
                  </a:lnTo>
                  <a:lnTo>
                    <a:pt x="364" y="726"/>
                  </a:lnTo>
                  <a:lnTo>
                    <a:pt x="367" y="715"/>
                  </a:lnTo>
                  <a:lnTo>
                    <a:pt x="371" y="706"/>
                  </a:lnTo>
                  <a:lnTo>
                    <a:pt x="376" y="695"/>
                  </a:lnTo>
                  <a:lnTo>
                    <a:pt x="376" y="695"/>
                  </a:lnTo>
                  <a:lnTo>
                    <a:pt x="387" y="676"/>
                  </a:lnTo>
                  <a:lnTo>
                    <a:pt x="397" y="655"/>
                  </a:lnTo>
                  <a:lnTo>
                    <a:pt x="407" y="633"/>
                  </a:lnTo>
                  <a:lnTo>
                    <a:pt x="416" y="613"/>
                  </a:lnTo>
                  <a:lnTo>
                    <a:pt x="416" y="613"/>
                  </a:lnTo>
                  <a:lnTo>
                    <a:pt x="422" y="593"/>
                  </a:lnTo>
                  <a:lnTo>
                    <a:pt x="425" y="583"/>
                  </a:lnTo>
                  <a:lnTo>
                    <a:pt x="425" y="572"/>
                  </a:lnTo>
                  <a:lnTo>
                    <a:pt x="425" y="572"/>
                  </a:lnTo>
                  <a:lnTo>
                    <a:pt x="424" y="561"/>
                  </a:lnTo>
                  <a:lnTo>
                    <a:pt x="421" y="550"/>
                  </a:lnTo>
                  <a:lnTo>
                    <a:pt x="420" y="541"/>
                  </a:lnTo>
                  <a:lnTo>
                    <a:pt x="420" y="530"/>
                  </a:lnTo>
                  <a:lnTo>
                    <a:pt x="420" y="530"/>
                  </a:lnTo>
                  <a:lnTo>
                    <a:pt x="420" y="531"/>
                  </a:lnTo>
                  <a:lnTo>
                    <a:pt x="420" y="530"/>
                  </a:lnTo>
                  <a:lnTo>
                    <a:pt x="420" y="530"/>
                  </a:lnTo>
                  <a:close/>
                  <a:moveTo>
                    <a:pt x="327" y="832"/>
                  </a:moveTo>
                  <a:lnTo>
                    <a:pt x="327" y="832"/>
                  </a:lnTo>
                  <a:lnTo>
                    <a:pt x="331" y="832"/>
                  </a:lnTo>
                  <a:lnTo>
                    <a:pt x="331" y="832"/>
                  </a:lnTo>
                  <a:lnTo>
                    <a:pt x="332" y="832"/>
                  </a:lnTo>
                  <a:lnTo>
                    <a:pt x="327" y="832"/>
                  </a:lnTo>
                  <a:lnTo>
                    <a:pt x="327" y="83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nvGrpSpPr>
            <p:cNvPr id="5" name="Group 79"/>
            <p:cNvGrpSpPr/>
            <p:nvPr/>
          </p:nvGrpSpPr>
          <p:grpSpPr>
            <a:xfrm>
              <a:off x="2285984" y="1000114"/>
              <a:ext cx="593901" cy="2463832"/>
              <a:chOff x="1858693" y="1193726"/>
              <a:chExt cx="593901" cy="2463832"/>
            </a:xfrm>
            <a:grpFill/>
          </p:grpSpPr>
          <p:sp>
            <p:nvSpPr>
              <p:cNvPr id="65" name="Freeform 7"/>
              <p:cNvSpPr>
                <a:spLocks/>
              </p:cNvSpPr>
              <p:nvPr/>
            </p:nvSpPr>
            <p:spPr bwMode="auto">
              <a:xfrm>
                <a:off x="1943535" y="1193726"/>
                <a:ext cx="295254" cy="363128"/>
              </a:xfrm>
              <a:custGeom>
                <a:avLst/>
                <a:gdLst/>
                <a:ahLst/>
                <a:cxnLst>
                  <a:cxn ang="0">
                    <a:pos x="0" y="160"/>
                  </a:cxn>
                  <a:cxn ang="0">
                    <a:pos x="11" y="163"/>
                  </a:cxn>
                  <a:cxn ang="0">
                    <a:pos x="27" y="175"/>
                  </a:cxn>
                  <a:cxn ang="0">
                    <a:pos x="36" y="182"/>
                  </a:cxn>
                  <a:cxn ang="0">
                    <a:pos x="93" y="215"/>
                  </a:cxn>
                  <a:cxn ang="0">
                    <a:pos x="93" y="209"/>
                  </a:cxn>
                  <a:cxn ang="0">
                    <a:pos x="96" y="206"/>
                  </a:cxn>
                  <a:cxn ang="0">
                    <a:pos x="106" y="204"/>
                  </a:cxn>
                  <a:cxn ang="0">
                    <a:pos x="126" y="202"/>
                  </a:cxn>
                  <a:cxn ang="0">
                    <a:pos x="130" y="200"/>
                  </a:cxn>
                  <a:cxn ang="0">
                    <a:pos x="141" y="183"/>
                  </a:cxn>
                  <a:cxn ang="0">
                    <a:pos x="147" y="164"/>
                  </a:cxn>
                  <a:cxn ang="0">
                    <a:pos x="156" y="125"/>
                  </a:cxn>
                  <a:cxn ang="0">
                    <a:pos x="164" y="104"/>
                  </a:cxn>
                  <a:cxn ang="0">
                    <a:pos x="175" y="86"/>
                  </a:cxn>
                  <a:cxn ang="0">
                    <a:pos x="175" y="80"/>
                  </a:cxn>
                  <a:cxn ang="0">
                    <a:pos x="171" y="56"/>
                  </a:cxn>
                  <a:cxn ang="0">
                    <a:pos x="164" y="43"/>
                  </a:cxn>
                  <a:cxn ang="0">
                    <a:pos x="146" y="21"/>
                  </a:cxn>
                  <a:cxn ang="0">
                    <a:pos x="134" y="11"/>
                  </a:cxn>
                  <a:cxn ang="0">
                    <a:pos x="119" y="5"/>
                  </a:cxn>
                  <a:cxn ang="0">
                    <a:pos x="104" y="0"/>
                  </a:cxn>
                  <a:cxn ang="0">
                    <a:pos x="89" y="2"/>
                  </a:cxn>
                  <a:cxn ang="0">
                    <a:pos x="74" y="6"/>
                  </a:cxn>
                  <a:cxn ang="0">
                    <a:pos x="49" y="21"/>
                  </a:cxn>
                  <a:cxn ang="0">
                    <a:pos x="29" y="47"/>
                  </a:cxn>
                  <a:cxn ang="0">
                    <a:pos x="23" y="63"/>
                  </a:cxn>
                  <a:cxn ang="0">
                    <a:pos x="14" y="96"/>
                  </a:cxn>
                  <a:cxn ang="0">
                    <a:pos x="11" y="114"/>
                  </a:cxn>
                  <a:cxn ang="0">
                    <a:pos x="12" y="141"/>
                  </a:cxn>
                  <a:cxn ang="0">
                    <a:pos x="10" y="152"/>
                  </a:cxn>
                  <a:cxn ang="0">
                    <a:pos x="0" y="160"/>
                  </a:cxn>
                  <a:cxn ang="0">
                    <a:pos x="10" y="159"/>
                  </a:cxn>
                  <a:cxn ang="0">
                    <a:pos x="14" y="157"/>
                  </a:cxn>
                  <a:cxn ang="0">
                    <a:pos x="0" y="160"/>
                  </a:cxn>
                </a:cxnLst>
                <a:rect l="0" t="0" r="r" b="b"/>
                <a:pathLst>
                  <a:path w="175" h="215">
                    <a:moveTo>
                      <a:pt x="0" y="160"/>
                    </a:moveTo>
                    <a:lnTo>
                      <a:pt x="0" y="160"/>
                    </a:lnTo>
                    <a:lnTo>
                      <a:pt x="6" y="161"/>
                    </a:lnTo>
                    <a:lnTo>
                      <a:pt x="11" y="163"/>
                    </a:lnTo>
                    <a:lnTo>
                      <a:pt x="19" y="168"/>
                    </a:lnTo>
                    <a:lnTo>
                      <a:pt x="27" y="175"/>
                    </a:lnTo>
                    <a:lnTo>
                      <a:pt x="36" y="182"/>
                    </a:lnTo>
                    <a:lnTo>
                      <a:pt x="36" y="182"/>
                    </a:lnTo>
                    <a:lnTo>
                      <a:pt x="64" y="198"/>
                    </a:lnTo>
                    <a:lnTo>
                      <a:pt x="93" y="215"/>
                    </a:lnTo>
                    <a:lnTo>
                      <a:pt x="93" y="215"/>
                    </a:lnTo>
                    <a:lnTo>
                      <a:pt x="93" y="209"/>
                    </a:lnTo>
                    <a:lnTo>
                      <a:pt x="94" y="208"/>
                    </a:lnTo>
                    <a:lnTo>
                      <a:pt x="96" y="206"/>
                    </a:lnTo>
                    <a:lnTo>
                      <a:pt x="101" y="205"/>
                    </a:lnTo>
                    <a:lnTo>
                      <a:pt x="106" y="204"/>
                    </a:lnTo>
                    <a:lnTo>
                      <a:pt x="120" y="204"/>
                    </a:lnTo>
                    <a:lnTo>
                      <a:pt x="126" y="202"/>
                    </a:lnTo>
                    <a:lnTo>
                      <a:pt x="130" y="200"/>
                    </a:lnTo>
                    <a:lnTo>
                      <a:pt x="130" y="200"/>
                    </a:lnTo>
                    <a:lnTo>
                      <a:pt x="135" y="191"/>
                    </a:lnTo>
                    <a:lnTo>
                      <a:pt x="141" y="183"/>
                    </a:lnTo>
                    <a:lnTo>
                      <a:pt x="143" y="174"/>
                    </a:lnTo>
                    <a:lnTo>
                      <a:pt x="147" y="164"/>
                    </a:lnTo>
                    <a:lnTo>
                      <a:pt x="156" y="125"/>
                    </a:lnTo>
                    <a:lnTo>
                      <a:pt x="156" y="125"/>
                    </a:lnTo>
                    <a:lnTo>
                      <a:pt x="160" y="114"/>
                    </a:lnTo>
                    <a:lnTo>
                      <a:pt x="164" y="104"/>
                    </a:lnTo>
                    <a:lnTo>
                      <a:pt x="169" y="95"/>
                    </a:lnTo>
                    <a:lnTo>
                      <a:pt x="175" y="86"/>
                    </a:lnTo>
                    <a:lnTo>
                      <a:pt x="175" y="86"/>
                    </a:lnTo>
                    <a:lnTo>
                      <a:pt x="175" y="80"/>
                    </a:lnTo>
                    <a:lnTo>
                      <a:pt x="175" y="71"/>
                    </a:lnTo>
                    <a:lnTo>
                      <a:pt x="171" y="56"/>
                    </a:lnTo>
                    <a:lnTo>
                      <a:pt x="171" y="56"/>
                    </a:lnTo>
                    <a:lnTo>
                      <a:pt x="164" y="43"/>
                    </a:lnTo>
                    <a:lnTo>
                      <a:pt x="156" y="30"/>
                    </a:lnTo>
                    <a:lnTo>
                      <a:pt x="146" y="21"/>
                    </a:lnTo>
                    <a:lnTo>
                      <a:pt x="134" y="11"/>
                    </a:lnTo>
                    <a:lnTo>
                      <a:pt x="134" y="11"/>
                    </a:lnTo>
                    <a:lnTo>
                      <a:pt x="126" y="7"/>
                    </a:lnTo>
                    <a:lnTo>
                      <a:pt x="119" y="5"/>
                    </a:lnTo>
                    <a:lnTo>
                      <a:pt x="111" y="2"/>
                    </a:lnTo>
                    <a:lnTo>
                      <a:pt x="104" y="0"/>
                    </a:lnTo>
                    <a:lnTo>
                      <a:pt x="96" y="0"/>
                    </a:lnTo>
                    <a:lnTo>
                      <a:pt x="89" y="2"/>
                    </a:lnTo>
                    <a:lnTo>
                      <a:pt x="81" y="3"/>
                    </a:lnTo>
                    <a:lnTo>
                      <a:pt x="74" y="6"/>
                    </a:lnTo>
                    <a:lnTo>
                      <a:pt x="62" y="11"/>
                    </a:lnTo>
                    <a:lnTo>
                      <a:pt x="49" y="21"/>
                    </a:lnTo>
                    <a:lnTo>
                      <a:pt x="38" y="33"/>
                    </a:lnTo>
                    <a:lnTo>
                      <a:pt x="29" y="47"/>
                    </a:lnTo>
                    <a:lnTo>
                      <a:pt x="29" y="47"/>
                    </a:lnTo>
                    <a:lnTo>
                      <a:pt x="23" y="63"/>
                    </a:lnTo>
                    <a:lnTo>
                      <a:pt x="18" y="80"/>
                    </a:lnTo>
                    <a:lnTo>
                      <a:pt x="14" y="96"/>
                    </a:lnTo>
                    <a:lnTo>
                      <a:pt x="11" y="114"/>
                    </a:lnTo>
                    <a:lnTo>
                      <a:pt x="11" y="114"/>
                    </a:lnTo>
                    <a:lnTo>
                      <a:pt x="11" y="126"/>
                    </a:lnTo>
                    <a:lnTo>
                      <a:pt x="12" y="141"/>
                    </a:lnTo>
                    <a:lnTo>
                      <a:pt x="12" y="146"/>
                    </a:lnTo>
                    <a:lnTo>
                      <a:pt x="10" y="152"/>
                    </a:lnTo>
                    <a:lnTo>
                      <a:pt x="7" y="157"/>
                    </a:lnTo>
                    <a:lnTo>
                      <a:pt x="0" y="160"/>
                    </a:lnTo>
                    <a:lnTo>
                      <a:pt x="0" y="160"/>
                    </a:lnTo>
                    <a:lnTo>
                      <a:pt x="10" y="159"/>
                    </a:lnTo>
                    <a:lnTo>
                      <a:pt x="14" y="157"/>
                    </a:lnTo>
                    <a:lnTo>
                      <a:pt x="14" y="157"/>
                    </a:lnTo>
                    <a:lnTo>
                      <a:pt x="12" y="157"/>
                    </a:lnTo>
                    <a:lnTo>
                      <a:pt x="0" y="160"/>
                    </a:lnTo>
                    <a:lnTo>
                      <a:pt x="0" y="16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6" name="Freeform 8"/>
              <p:cNvSpPr>
                <a:spLocks noEditPoints="1"/>
              </p:cNvSpPr>
              <p:nvPr/>
            </p:nvSpPr>
            <p:spPr bwMode="auto">
              <a:xfrm>
                <a:off x="1858693" y="1526309"/>
                <a:ext cx="593901" cy="2131249"/>
              </a:xfrm>
              <a:custGeom>
                <a:avLst/>
                <a:gdLst/>
                <a:ahLst/>
                <a:cxnLst>
                  <a:cxn ang="0">
                    <a:pos x="256" y="133"/>
                  </a:cxn>
                  <a:cxn ang="0">
                    <a:pos x="209" y="60"/>
                  </a:cxn>
                  <a:cxn ang="0">
                    <a:pos x="143" y="26"/>
                  </a:cxn>
                  <a:cxn ang="0">
                    <a:pos x="126" y="34"/>
                  </a:cxn>
                  <a:cxn ang="0">
                    <a:pos x="76" y="1"/>
                  </a:cxn>
                  <a:cxn ang="0">
                    <a:pos x="33" y="13"/>
                  </a:cxn>
                  <a:cxn ang="0">
                    <a:pos x="0" y="109"/>
                  </a:cxn>
                  <a:cxn ang="0">
                    <a:pos x="29" y="230"/>
                  </a:cxn>
                  <a:cxn ang="0">
                    <a:pos x="61" y="369"/>
                  </a:cxn>
                  <a:cxn ang="0">
                    <a:pos x="63" y="523"/>
                  </a:cxn>
                  <a:cxn ang="0">
                    <a:pos x="90" y="529"/>
                  </a:cxn>
                  <a:cxn ang="0">
                    <a:pos x="98" y="789"/>
                  </a:cxn>
                  <a:cxn ang="0">
                    <a:pos x="90" y="861"/>
                  </a:cxn>
                  <a:cxn ang="0">
                    <a:pos x="61" y="989"/>
                  </a:cxn>
                  <a:cxn ang="0">
                    <a:pos x="52" y="1096"/>
                  </a:cxn>
                  <a:cxn ang="0">
                    <a:pos x="41" y="1124"/>
                  </a:cxn>
                  <a:cxn ang="0">
                    <a:pos x="49" y="1148"/>
                  </a:cxn>
                  <a:cxn ang="0">
                    <a:pos x="45" y="1212"/>
                  </a:cxn>
                  <a:cxn ang="0">
                    <a:pos x="67" y="1228"/>
                  </a:cxn>
                  <a:cxn ang="0">
                    <a:pos x="98" y="1242"/>
                  </a:cxn>
                  <a:cxn ang="0">
                    <a:pos x="190" y="1257"/>
                  </a:cxn>
                  <a:cxn ang="0">
                    <a:pos x="241" y="1246"/>
                  </a:cxn>
                  <a:cxn ang="0">
                    <a:pos x="213" y="1210"/>
                  </a:cxn>
                  <a:cxn ang="0">
                    <a:pos x="168" y="1175"/>
                  </a:cxn>
                  <a:cxn ang="0">
                    <a:pos x="170" y="1137"/>
                  </a:cxn>
                  <a:cxn ang="0">
                    <a:pos x="210" y="1152"/>
                  </a:cxn>
                  <a:cxn ang="0">
                    <a:pos x="277" y="1150"/>
                  </a:cxn>
                  <a:cxn ang="0">
                    <a:pos x="292" y="1130"/>
                  </a:cxn>
                  <a:cxn ang="0">
                    <a:pos x="244" y="1113"/>
                  </a:cxn>
                  <a:cxn ang="0">
                    <a:pos x="205" y="1083"/>
                  </a:cxn>
                  <a:cxn ang="0">
                    <a:pos x="192" y="1059"/>
                  </a:cxn>
                  <a:cxn ang="0">
                    <a:pos x="190" y="1015"/>
                  </a:cxn>
                  <a:cxn ang="0">
                    <a:pos x="206" y="929"/>
                  </a:cxn>
                  <a:cxn ang="0">
                    <a:pos x="255" y="760"/>
                  </a:cxn>
                  <a:cxn ang="0">
                    <a:pos x="275" y="559"/>
                  </a:cxn>
                  <a:cxn ang="0">
                    <a:pos x="305" y="516"/>
                  </a:cxn>
                  <a:cxn ang="0">
                    <a:pos x="318" y="452"/>
                  </a:cxn>
                  <a:cxn ang="0">
                    <a:pos x="275" y="315"/>
                  </a:cxn>
                  <a:cxn ang="0">
                    <a:pos x="282" y="270"/>
                  </a:cxn>
                  <a:cxn ang="0">
                    <a:pos x="341" y="261"/>
                  </a:cxn>
                  <a:cxn ang="0">
                    <a:pos x="350" y="219"/>
                  </a:cxn>
                  <a:cxn ang="0">
                    <a:pos x="315" y="180"/>
                  </a:cxn>
                  <a:cxn ang="0">
                    <a:pos x="161" y="41"/>
                  </a:cxn>
                  <a:cxn ang="0">
                    <a:pos x="202" y="146"/>
                  </a:cxn>
                  <a:cxn ang="0">
                    <a:pos x="177" y="84"/>
                  </a:cxn>
                  <a:cxn ang="0">
                    <a:pos x="170" y="56"/>
                  </a:cxn>
                  <a:cxn ang="0">
                    <a:pos x="214" y="124"/>
                  </a:cxn>
                  <a:cxn ang="0">
                    <a:pos x="215" y="159"/>
                  </a:cxn>
                  <a:cxn ang="0">
                    <a:pos x="220" y="107"/>
                  </a:cxn>
                  <a:cxn ang="0">
                    <a:pos x="207" y="80"/>
                  </a:cxn>
                  <a:cxn ang="0">
                    <a:pos x="251" y="161"/>
                  </a:cxn>
                  <a:cxn ang="0">
                    <a:pos x="222" y="113"/>
                  </a:cxn>
                  <a:cxn ang="0">
                    <a:pos x="248" y="443"/>
                  </a:cxn>
                  <a:cxn ang="0">
                    <a:pos x="265" y="417"/>
                  </a:cxn>
                  <a:cxn ang="0">
                    <a:pos x="248" y="443"/>
                  </a:cxn>
                  <a:cxn ang="0">
                    <a:pos x="255" y="407"/>
                  </a:cxn>
                  <a:cxn ang="0">
                    <a:pos x="254" y="353"/>
                  </a:cxn>
                  <a:cxn ang="0">
                    <a:pos x="262" y="281"/>
                  </a:cxn>
                  <a:cxn ang="0">
                    <a:pos x="278" y="405"/>
                  </a:cxn>
                </a:cxnLst>
                <a:rect l="0" t="0" r="r" b="b"/>
                <a:pathLst>
                  <a:path w="350" h="1257">
                    <a:moveTo>
                      <a:pt x="315" y="180"/>
                    </a:moveTo>
                    <a:lnTo>
                      <a:pt x="315" y="180"/>
                    </a:lnTo>
                    <a:lnTo>
                      <a:pt x="297" y="169"/>
                    </a:lnTo>
                    <a:lnTo>
                      <a:pt x="280" y="157"/>
                    </a:lnTo>
                    <a:lnTo>
                      <a:pt x="271" y="150"/>
                    </a:lnTo>
                    <a:lnTo>
                      <a:pt x="263" y="142"/>
                    </a:lnTo>
                    <a:lnTo>
                      <a:pt x="256" y="133"/>
                    </a:lnTo>
                    <a:lnTo>
                      <a:pt x="251" y="124"/>
                    </a:lnTo>
                    <a:lnTo>
                      <a:pt x="251" y="124"/>
                    </a:lnTo>
                    <a:lnTo>
                      <a:pt x="241" y="105"/>
                    </a:lnTo>
                    <a:lnTo>
                      <a:pt x="230" y="84"/>
                    </a:lnTo>
                    <a:lnTo>
                      <a:pt x="225" y="75"/>
                    </a:lnTo>
                    <a:lnTo>
                      <a:pt x="217" y="67"/>
                    </a:lnTo>
                    <a:lnTo>
                      <a:pt x="209" y="60"/>
                    </a:lnTo>
                    <a:lnTo>
                      <a:pt x="199" y="54"/>
                    </a:lnTo>
                    <a:lnTo>
                      <a:pt x="199" y="54"/>
                    </a:lnTo>
                    <a:lnTo>
                      <a:pt x="175" y="41"/>
                    </a:lnTo>
                    <a:lnTo>
                      <a:pt x="150" y="27"/>
                    </a:lnTo>
                    <a:lnTo>
                      <a:pt x="150" y="27"/>
                    </a:lnTo>
                    <a:lnTo>
                      <a:pt x="146" y="26"/>
                    </a:lnTo>
                    <a:lnTo>
                      <a:pt x="143" y="26"/>
                    </a:lnTo>
                    <a:lnTo>
                      <a:pt x="142" y="27"/>
                    </a:lnTo>
                    <a:lnTo>
                      <a:pt x="139" y="30"/>
                    </a:lnTo>
                    <a:lnTo>
                      <a:pt x="136" y="34"/>
                    </a:lnTo>
                    <a:lnTo>
                      <a:pt x="134" y="35"/>
                    </a:lnTo>
                    <a:lnTo>
                      <a:pt x="130" y="35"/>
                    </a:lnTo>
                    <a:lnTo>
                      <a:pt x="130" y="35"/>
                    </a:lnTo>
                    <a:lnTo>
                      <a:pt x="126" y="34"/>
                    </a:lnTo>
                    <a:lnTo>
                      <a:pt x="120" y="30"/>
                    </a:lnTo>
                    <a:lnTo>
                      <a:pt x="112" y="23"/>
                    </a:lnTo>
                    <a:lnTo>
                      <a:pt x="112" y="23"/>
                    </a:lnTo>
                    <a:lnTo>
                      <a:pt x="100" y="13"/>
                    </a:lnTo>
                    <a:lnTo>
                      <a:pt x="85" y="5"/>
                    </a:lnTo>
                    <a:lnTo>
                      <a:pt x="85" y="5"/>
                    </a:lnTo>
                    <a:lnTo>
                      <a:pt x="76" y="1"/>
                    </a:lnTo>
                    <a:lnTo>
                      <a:pt x="70" y="0"/>
                    </a:lnTo>
                    <a:lnTo>
                      <a:pt x="63" y="0"/>
                    </a:lnTo>
                    <a:lnTo>
                      <a:pt x="56" y="0"/>
                    </a:lnTo>
                    <a:lnTo>
                      <a:pt x="49" y="3"/>
                    </a:lnTo>
                    <a:lnTo>
                      <a:pt x="44" y="5"/>
                    </a:lnTo>
                    <a:lnTo>
                      <a:pt x="38" y="9"/>
                    </a:lnTo>
                    <a:lnTo>
                      <a:pt x="33" y="13"/>
                    </a:lnTo>
                    <a:lnTo>
                      <a:pt x="25" y="26"/>
                    </a:lnTo>
                    <a:lnTo>
                      <a:pt x="16" y="39"/>
                    </a:lnTo>
                    <a:lnTo>
                      <a:pt x="11" y="53"/>
                    </a:lnTo>
                    <a:lnTo>
                      <a:pt x="7" y="68"/>
                    </a:lnTo>
                    <a:lnTo>
                      <a:pt x="7" y="68"/>
                    </a:lnTo>
                    <a:lnTo>
                      <a:pt x="3" y="87"/>
                    </a:lnTo>
                    <a:lnTo>
                      <a:pt x="0" y="109"/>
                    </a:lnTo>
                    <a:lnTo>
                      <a:pt x="1" y="129"/>
                    </a:lnTo>
                    <a:lnTo>
                      <a:pt x="4" y="150"/>
                    </a:lnTo>
                    <a:lnTo>
                      <a:pt x="8" y="172"/>
                    </a:lnTo>
                    <a:lnTo>
                      <a:pt x="14" y="192"/>
                    </a:lnTo>
                    <a:lnTo>
                      <a:pt x="21" y="211"/>
                    </a:lnTo>
                    <a:lnTo>
                      <a:pt x="29" y="230"/>
                    </a:lnTo>
                    <a:lnTo>
                      <a:pt x="29" y="230"/>
                    </a:lnTo>
                    <a:lnTo>
                      <a:pt x="48" y="271"/>
                    </a:lnTo>
                    <a:lnTo>
                      <a:pt x="56" y="291"/>
                    </a:lnTo>
                    <a:lnTo>
                      <a:pt x="59" y="302"/>
                    </a:lnTo>
                    <a:lnTo>
                      <a:pt x="60" y="313"/>
                    </a:lnTo>
                    <a:lnTo>
                      <a:pt x="60" y="313"/>
                    </a:lnTo>
                    <a:lnTo>
                      <a:pt x="61" y="341"/>
                    </a:lnTo>
                    <a:lnTo>
                      <a:pt x="61" y="369"/>
                    </a:lnTo>
                    <a:lnTo>
                      <a:pt x="61" y="424"/>
                    </a:lnTo>
                    <a:lnTo>
                      <a:pt x="61" y="424"/>
                    </a:lnTo>
                    <a:lnTo>
                      <a:pt x="61" y="448"/>
                    </a:lnTo>
                    <a:lnTo>
                      <a:pt x="60" y="474"/>
                    </a:lnTo>
                    <a:lnTo>
                      <a:pt x="60" y="499"/>
                    </a:lnTo>
                    <a:lnTo>
                      <a:pt x="60" y="511"/>
                    </a:lnTo>
                    <a:lnTo>
                      <a:pt x="63" y="523"/>
                    </a:lnTo>
                    <a:lnTo>
                      <a:pt x="63" y="523"/>
                    </a:lnTo>
                    <a:lnTo>
                      <a:pt x="63" y="526"/>
                    </a:lnTo>
                    <a:lnTo>
                      <a:pt x="66" y="527"/>
                    </a:lnTo>
                    <a:lnTo>
                      <a:pt x="71" y="529"/>
                    </a:lnTo>
                    <a:lnTo>
                      <a:pt x="83" y="529"/>
                    </a:lnTo>
                    <a:lnTo>
                      <a:pt x="83" y="529"/>
                    </a:lnTo>
                    <a:lnTo>
                      <a:pt x="90" y="529"/>
                    </a:lnTo>
                    <a:lnTo>
                      <a:pt x="94" y="531"/>
                    </a:lnTo>
                    <a:lnTo>
                      <a:pt x="97" y="535"/>
                    </a:lnTo>
                    <a:lnTo>
                      <a:pt x="98" y="540"/>
                    </a:lnTo>
                    <a:lnTo>
                      <a:pt x="98" y="552"/>
                    </a:lnTo>
                    <a:lnTo>
                      <a:pt x="97" y="563"/>
                    </a:lnTo>
                    <a:lnTo>
                      <a:pt x="97" y="563"/>
                    </a:lnTo>
                    <a:lnTo>
                      <a:pt x="98" y="789"/>
                    </a:lnTo>
                    <a:lnTo>
                      <a:pt x="98" y="789"/>
                    </a:lnTo>
                    <a:lnTo>
                      <a:pt x="98" y="815"/>
                    </a:lnTo>
                    <a:lnTo>
                      <a:pt x="98" y="829"/>
                    </a:lnTo>
                    <a:lnTo>
                      <a:pt x="97" y="841"/>
                    </a:lnTo>
                    <a:lnTo>
                      <a:pt x="97" y="841"/>
                    </a:lnTo>
                    <a:lnTo>
                      <a:pt x="94" y="850"/>
                    </a:lnTo>
                    <a:lnTo>
                      <a:pt x="90" y="861"/>
                    </a:lnTo>
                    <a:lnTo>
                      <a:pt x="83" y="882"/>
                    </a:lnTo>
                    <a:lnTo>
                      <a:pt x="83" y="882"/>
                    </a:lnTo>
                    <a:lnTo>
                      <a:pt x="76" y="909"/>
                    </a:lnTo>
                    <a:lnTo>
                      <a:pt x="70" y="935"/>
                    </a:lnTo>
                    <a:lnTo>
                      <a:pt x="66" y="962"/>
                    </a:lnTo>
                    <a:lnTo>
                      <a:pt x="61" y="989"/>
                    </a:lnTo>
                    <a:lnTo>
                      <a:pt x="61" y="989"/>
                    </a:lnTo>
                    <a:lnTo>
                      <a:pt x="56" y="1037"/>
                    </a:lnTo>
                    <a:lnTo>
                      <a:pt x="53" y="1085"/>
                    </a:lnTo>
                    <a:lnTo>
                      <a:pt x="53" y="1085"/>
                    </a:lnTo>
                    <a:lnTo>
                      <a:pt x="55" y="1081"/>
                    </a:lnTo>
                    <a:lnTo>
                      <a:pt x="55" y="1081"/>
                    </a:lnTo>
                    <a:lnTo>
                      <a:pt x="53" y="1090"/>
                    </a:lnTo>
                    <a:lnTo>
                      <a:pt x="52" y="1096"/>
                    </a:lnTo>
                    <a:lnTo>
                      <a:pt x="51" y="1101"/>
                    </a:lnTo>
                    <a:lnTo>
                      <a:pt x="51" y="1101"/>
                    </a:lnTo>
                    <a:lnTo>
                      <a:pt x="53" y="1086"/>
                    </a:lnTo>
                    <a:lnTo>
                      <a:pt x="53" y="1086"/>
                    </a:lnTo>
                    <a:lnTo>
                      <a:pt x="45" y="1108"/>
                    </a:lnTo>
                    <a:lnTo>
                      <a:pt x="41" y="1119"/>
                    </a:lnTo>
                    <a:lnTo>
                      <a:pt x="41" y="1124"/>
                    </a:lnTo>
                    <a:lnTo>
                      <a:pt x="41" y="1130"/>
                    </a:lnTo>
                    <a:lnTo>
                      <a:pt x="41" y="1130"/>
                    </a:lnTo>
                    <a:lnTo>
                      <a:pt x="45" y="1135"/>
                    </a:lnTo>
                    <a:lnTo>
                      <a:pt x="48" y="1138"/>
                    </a:lnTo>
                    <a:lnTo>
                      <a:pt x="49" y="1141"/>
                    </a:lnTo>
                    <a:lnTo>
                      <a:pt x="49" y="1141"/>
                    </a:lnTo>
                    <a:lnTo>
                      <a:pt x="49" y="1148"/>
                    </a:lnTo>
                    <a:lnTo>
                      <a:pt x="48" y="1154"/>
                    </a:lnTo>
                    <a:lnTo>
                      <a:pt x="44" y="1168"/>
                    </a:lnTo>
                    <a:lnTo>
                      <a:pt x="44" y="1168"/>
                    </a:lnTo>
                    <a:lnTo>
                      <a:pt x="42" y="1182"/>
                    </a:lnTo>
                    <a:lnTo>
                      <a:pt x="42" y="1197"/>
                    </a:lnTo>
                    <a:lnTo>
                      <a:pt x="42" y="1205"/>
                    </a:lnTo>
                    <a:lnTo>
                      <a:pt x="45" y="1212"/>
                    </a:lnTo>
                    <a:lnTo>
                      <a:pt x="48" y="1217"/>
                    </a:lnTo>
                    <a:lnTo>
                      <a:pt x="52" y="1222"/>
                    </a:lnTo>
                    <a:lnTo>
                      <a:pt x="52" y="1222"/>
                    </a:lnTo>
                    <a:lnTo>
                      <a:pt x="56" y="1227"/>
                    </a:lnTo>
                    <a:lnTo>
                      <a:pt x="60" y="1229"/>
                    </a:lnTo>
                    <a:lnTo>
                      <a:pt x="64" y="1229"/>
                    </a:lnTo>
                    <a:lnTo>
                      <a:pt x="67" y="1228"/>
                    </a:lnTo>
                    <a:lnTo>
                      <a:pt x="72" y="1224"/>
                    </a:lnTo>
                    <a:lnTo>
                      <a:pt x="81" y="1218"/>
                    </a:lnTo>
                    <a:lnTo>
                      <a:pt x="81" y="1218"/>
                    </a:lnTo>
                    <a:lnTo>
                      <a:pt x="83" y="1225"/>
                    </a:lnTo>
                    <a:lnTo>
                      <a:pt x="87" y="1232"/>
                    </a:lnTo>
                    <a:lnTo>
                      <a:pt x="93" y="1236"/>
                    </a:lnTo>
                    <a:lnTo>
                      <a:pt x="98" y="1242"/>
                    </a:lnTo>
                    <a:lnTo>
                      <a:pt x="105" y="1244"/>
                    </a:lnTo>
                    <a:lnTo>
                      <a:pt x="112" y="1248"/>
                    </a:lnTo>
                    <a:lnTo>
                      <a:pt x="128" y="1252"/>
                    </a:lnTo>
                    <a:lnTo>
                      <a:pt x="145" y="1255"/>
                    </a:lnTo>
                    <a:lnTo>
                      <a:pt x="161" y="1257"/>
                    </a:lnTo>
                    <a:lnTo>
                      <a:pt x="190" y="1257"/>
                    </a:lnTo>
                    <a:lnTo>
                      <a:pt x="190" y="1257"/>
                    </a:lnTo>
                    <a:lnTo>
                      <a:pt x="205" y="1257"/>
                    </a:lnTo>
                    <a:lnTo>
                      <a:pt x="222" y="1257"/>
                    </a:lnTo>
                    <a:lnTo>
                      <a:pt x="232" y="1255"/>
                    </a:lnTo>
                    <a:lnTo>
                      <a:pt x="239" y="1252"/>
                    </a:lnTo>
                    <a:lnTo>
                      <a:pt x="240" y="1251"/>
                    </a:lnTo>
                    <a:lnTo>
                      <a:pt x="241" y="1248"/>
                    </a:lnTo>
                    <a:lnTo>
                      <a:pt x="241" y="1246"/>
                    </a:lnTo>
                    <a:lnTo>
                      <a:pt x="241" y="1242"/>
                    </a:lnTo>
                    <a:lnTo>
                      <a:pt x="241" y="1242"/>
                    </a:lnTo>
                    <a:lnTo>
                      <a:pt x="237" y="1235"/>
                    </a:lnTo>
                    <a:lnTo>
                      <a:pt x="233" y="1228"/>
                    </a:lnTo>
                    <a:lnTo>
                      <a:pt x="229" y="1222"/>
                    </a:lnTo>
                    <a:lnTo>
                      <a:pt x="224" y="1218"/>
                    </a:lnTo>
                    <a:lnTo>
                      <a:pt x="213" y="1210"/>
                    </a:lnTo>
                    <a:lnTo>
                      <a:pt x="199" y="1203"/>
                    </a:lnTo>
                    <a:lnTo>
                      <a:pt x="199" y="1203"/>
                    </a:lnTo>
                    <a:lnTo>
                      <a:pt x="185" y="1195"/>
                    </a:lnTo>
                    <a:lnTo>
                      <a:pt x="180" y="1191"/>
                    </a:lnTo>
                    <a:lnTo>
                      <a:pt x="176" y="1186"/>
                    </a:lnTo>
                    <a:lnTo>
                      <a:pt x="172" y="1180"/>
                    </a:lnTo>
                    <a:lnTo>
                      <a:pt x="168" y="1175"/>
                    </a:lnTo>
                    <a:lnTo>
                      <a:pt x="165" y="1167"/>
                    </a:lnTo>
                    <a:lnTo>
                      <a:pt x="164" y="1160"/>
                    </a:lnTo>
                    <a:lnTo>
                      <a:pt x="164" y="1160"/>
                    </a:lnTo>
                    <a:lnTo>
                      <a:pt x="164" y="1152"/>
                    </a:lnTo>
                    <a:lnTo>
                      <a:pt x="164" y="1145"/>
                    </a:lnTo>
                    <a:lnTo>
                      <a:pt x="166" y="1139"/>
                    </a:lnTo>
                    <a:lnTo>
                      <a:pt x="170" y="1137"/>
                    </a:lnTo>
                    <a:lnTo>
                      <a:pt x="175" y="1135"/>
                    </a:lnTo>
                    <a:lnTo>
                      <a:pt x="181" y="1135"/>
                    </a:lnTo>
                    <a:lnTo>
                      <a:pt x="187" y="1138"/>
                    </a:lnTo>
                    <a:lnTo>
                      <a:pt x="194" y="1142"/>
                    </a:lnTo>
                    <a:lnTo>
                      <a:pt x="194" y="1142"/>
                    </a:lnTo>
                    <a:lnTo>
                      <a:pt x="202" y="1148"/>
                    </a:lnTo>
                    <a:lnTo>
                      <a:pt x="210" y="1152"/>
                    </a:lnTo>
                    <a:lnTo>
                      <a:pt x="220" y="1153"/>
                    </a:lnTo>
                    <a:lnTo>
                      <a:pt x="230" y="1154"/>
                    </a:lnTo>
                    <a:lnTo>
                      <a:pt x="240" y="1154"/>
                    </a:lnTo>
                    <a:lnTo>
                      <a:pt x="251" y="1154"/>
                    </a:lnTo>
                    <a:lnTo>
                      <a:pt x="270" y="1152"/>
                    </a:lnTo>
                    <a:lnTo>
                      <a:pt x="270" y="1152"/>
                    </a:lnTo>
                    <a:lnTo>
                      <a:pt x="277" y="1150"/>
                    </a:lnTo>
                    <a:lnTo>
                      <a:pt x="285" y="1149"/>
                    </a:lnTo>
                    <a:lnTo>
                      <a:pt x="288" y="1148"/>
                    </a:lnTo>
                    <a:lnTo>
                      <a:pt x="292" y="1145"/>
                    </a:lnTo>
                    <a:lnTo>
                      <a:pt x="293" y="1142"/>
                    </a:lnTo>
                    <a:lnTo>
                      <a:pt x="293" y="1138"/>
                    </a:lnTo>
                    <a:lnTo>
                      <a:pt x="293" y="1138"/>
                    </a:lnTo>
                    <a:lnTo>
                      <a:pt x="292" y="1130"/>
                    </a:lnTo>
                    <a:lnTo>
                      <a:pt x="290" y="1127"/>
                    </a:lnTo>
                    <a:lnTo>
                      <a:pt x="289" y="1126"/>
                    </a:lnTo>
                    <a:lnTo>
                      <a:pt x="284" y="1123"/>
                    </a:lnTo>
                    <a:lnTo>
                      <a:pt x="275" y="1122"/>
                    </a:lnTo>
                    <a:lnTo>
                      <a:pt x="275" y="1122"/>
                    </a:lnTo>
                    <a:lnTo>
                      <a:pt x="255" y="1116"/>
                    </a:lnTo>
                    <a:lnTo>
                      <a:pt x="244" y="1113"/>
                    </a:lnTo>
                    <a:lnTo>
                      <a:pt x="232" y="1111"/>
                    </a:lnTo>
                    <a:lnTo>
                      <a:pt x="222" y="1105"/>
                    </a:lnTo>
                    <a:lnTo>
                      <a:pt x="213" y="1100"/>
                    </a:lnTo>
                    <a:lnTo>
                      <a:pt x="210" y="1097"/>
                    </a:lnTo>
                    <a:lnTo>
                      <a:pt x="207" y="1093"/>
                    </a:lnTo>
                    <a:lnTo>
                      <a:pt x="206" y="1089"/>
                    </a:lnTo>
                    <a:lnTo>
                      <a:pt x="205" y="1083"/>
                    </a:lnTo>
                    <a:lnTo>
                      <a:pt x="205" y="1083"/>
                    </a:lnTo>
                    <a:lnTo>
                      <a:pt x="203" y="1077"/>
                    </a:lnTo>
                    <a:lnTo>
                      <a:pt x="200" y="1073"/>
                    </a:lnTo>
                    <a:lnTo>
                      <a:pt x="196" y="1067"/>
                    </a:lnTo>
                    <a:lnTo>
                      <a:pt x="194" y="1062"/>
                    </a:lnTo>
                    <a:lnTo>
                      <a:pt x="194" y="1062"/>
                    </a:lnTo>
                    <a:lnTo>
                      <a:pt x="192" y="1059"/>
                    </a:lnTo>
                    <a:lnTo>
                      <a:pt x="192" y="1055"/>
                    </a:lnTo>
                    <a:lnTo>
                      <a:pt x="195" y="1047"/>
                    </a:lnTo>
                    <a:lnTo>
                      <a:pt x="198" y="1040"/>
                    </a:lnTo>
                    <a:lnTo>
                      <a:pt x="198" y="1036"/>
                    </a:lnTo>
                    <a:lnTo>
                      <a:pt x="198" y="1032"/>
                    </a:lnTo>
                    <a:lnTo>
                      <a:pt x="198" y="1032"/>
                    </a:lnTo>
                    <a:lnTo>
                      <a:pt x="190" y="1015"/>
                    </a:lnTo>
                    <a:lnTo>
                      <a:pt x="187" y="1006"/>
                    </a:lnTo>
                    <a:lnTo>
                      <a:pt x="187" y="1002"/>
                    </a:lnTo>
                    <a:lnTo>
                      <a:pt x="187" y="996"/>
                    </a:lnTo>
                    <a:lnTo>
                      <a:pt x="187" y="996"/>
                    </a:lnTo>
                    <a:lnTo>
                      <a:pt x="198" y="953"/>
                    </a:lnTo>
                    <a:lnTo>
                      <a:pt x="198" y="953"/>
                    </a:lnTo>
                    <a:lnTo>
                      <a:pt x="206" y="929"/>
                    </a:lnTo>
                    <a:lnTo>
                      <a:pt x="215" y="906"/>
                    </a:lnTo>
                    <a:lnTo>
                      <a:pt x="225" y="884"/>
                    </a:lnTo>
                    <a:lnTo>
                      <a:pt x="233" y="861"/>
                    </a:lnTo>
                    <a:lnTo>
                      <a:pt x="233" y="861"/>
                    </a:lnTo>
                    <a:lnTo>
                      <a:pt x="240" y="837"/>
                    </a:lnTo>
                    <a:lnTo>
                      <a:pt x="245" y="811"/>
                    </a:lnTo>
                    <a:lnTo>
                      <a:pt x="255" y="760"/>
                    </a:lnTo>
                    <a:lnTo>
                      <a:pt x="262" y="709"/>
                    </a:lnTo>
                    <a:lnTo>
                      <a:pt x="269" y="658"/>
                    </a:lnTo>
                    <a:lnTo>
                      <a:pt x="269" y="658"/>
                    </a:lnTo>
                    <a:lnTo>
                      <a:pt x="274" y="609"/>
                    </a:lnTo>
                    <a:lnTo>
                      <a:pt x="275" y="583"/>
                    </a:lnTo>
                    <a:lnTo>
                      <a:pt x="275" y="559"/>
                    </a:lnTo>
                    <a:lnTo>
                      <a:pt x="275" y="559"/>
                    </a:lnTo>
                    <a:lnTo>
                      <a:pt x="275" y="548"/>
                    </a:lnTo>
                    <a:lnTo>
                      <a:pt x="277" y="538"/>
                    </a:lnTo>
                    <a:lnTo>
                      <a:pt x="278" y="530"/>
                    </a:lnTo>
                    <a:lnTo>
                      <a:pt x="282" y="523"/>
                    </a:lnTo>
                    <a:lnTo>
                      <a:pt x="288" y="519"/>
                    </a:lnTo>
                    <a:lnTo>
                      <a:pt x="296" y="516"/>
                    </a:lnTo>
                    <a:lnTo>
                      <a:pt x="305" y="516"/>
                    </a:lnTo>
                    <a:lnTo>
                      <a:pt x="316" y="518"/>
                    </a:lnTo>
                    <a:lnTo>
                      <a:pt x="316" y="518"/>
                    </a:lnTo>
                    <a:lnTo>
                      <a:pt x="331" y="519"/>
                    </a:lnTo>
                    <a:lnTo>
                      <a:pt x="331" y="519"/>
                    </a:lnTo>
                    <a:lnTo>
                      <a:pt x="329" y="501"/>
                    </a:lnTo>
                    <a:lnTo>
                      <a:pt x="326" y="485"/>
                    </a:lnTo>
                    <a:lnTo>
                      <a:pt x="318" y="452"/>
                    </a:lnTo>
                    <a:lnTo>
                      <a:pt x="307" y="420"/>
                    </a:lnTo>
                    <a:lnTo>
                      <a:pt x="296" y="388"/>
                    </a:lnTo>
                    <a:lnTo>
                      <a:pt x="296" y="388"/>
                    </a:lnTo>
                    <a:lnTo>
                      <a:pt x="286" y="357"/>
                    </a:lnTo>
                    <a:lnTo>
                      <a:pt x="278" y="327"/>
                    </a:lnTo>
                    <a:lnTo>
                      <a:pt x="278" y="327"/>
                    </a:lnTo>
                    <a:lnTo>
                      <a:pt x="275" y="315"/>
                    </a:lnTo>
                    <a:lnTo>
                      <a:pt x="271" y="298"/>
                    </a:lnTo>
                    <a:lnTo>
                      <a:pt x="270" y="290"/>
                    </a:lnTo>
                    <a:lnTo>
                      <a:pt x="270" y="283"/>
                    </a:lnTo>
                    <a:lnTo>
                      <a:pt x="271" y="276"/>
                    </a:lnTo>
                    <a:lnTo>
                      <a:pt x="274" y="272"/>
                    </a:lnTo>
                    <a:lnTo>
                      <a:pt x="274" y="272"/>
                    </a:lnTo>
                    <a:lnTo>
                      <a:pt x="282" y="270"/>
                    </a:lnTo>
                    <a:lnTo>
                      <a:pt x="290" y="268"/>
                    </a:lnTo>
                    <a:lnTo>
                      <a:pt x="308" y="270"/>
                    </a:lnTo>
                    <a:lnTo>
                      <a:pt x="318" y="271"/>
                    </a:lnTo>
                    <a:lnTo>
                      <a:pt x="326" y="271"/>
                    </a:lnTo>
                    <a:lnTo>
                      <a:pt x="334" y="268"/>
                    </a:lnTo>
                    <a:lnTo>
                      <a:pt x="338" y="266"/>
                    </a:lnTo>
                    <a:lnTo>
                      <a:pt x="341" y="261"/>
                    </a:lnTo>
                    <a:lnTo>
                      <a:pt x="341" y="261"/>
                    </a:lnTo>
                    <a:lnTo>
                      <a:pt x="345" y="257"/>
                    </a:lnTo>
                    <a:lnTo>
                      <a:pt x="346" y="253"/>
                    </a:lnTo>
                    <a:lnTo>
                      <a:pt x="350" y="241"/>
                    </a:lnTo>
                    <a:lnTo>
                      <a:pt x="350" y="230"/>
                    </a:lnTo>
                    <a:lnTo>
                      <a:pt x="350" y="219"/>
                    </a:lnTo>
                    <a:lnTo>
                      <a:pt x="350" y="219"/>
                    </a:lnTo>
                    <a:lnTo>
                      <a:pt x="349" y="212"/>
                    </a:lnTo>
                    <a:lnTo>
                      <a:pt x="345" y="207"/>
                    </a:lnTo>
                    <a:lnTo>
                      <a:pt x="342" y="202"/>
                    </a:lnTo>
                    <a:lnTo>
                      <a:pt x="337" y="196"/>
                    </a:lnTo>
                    <a:lnTo>
                      <a:pt x="326" y="188"/>
                    </a:lnTo>
                    <a:lnTo>
                      <a:pt x="315" y="180"/>
                    </a:lnTo>
                    <a:lnTo>
                      <a:pt x="315" y="180"/>
                    </a:lnTo>
                    <a:lnTo>
                      <a:pt x="316" y="181"/>
                    </a:lnTo>
                    <a:lnTo>
                      <a:pt x="315" y="180"/>
                    </a:lnTo>
                    <a:lnTo>
                      <a:pt x="315" y="180"/>
                    </a:lnTo>
                    <a:close/>
                    <a:moveTo>
                      <a:pt x="165" y="43"/>
                    </a:moveTo>
                    <a:lnTo>
                      <a:pt x="165" y="43"/>
                    </a:lnTo>
                    <a:lnTo>
                      <a:pt x="162" y="43"/>
                    </a:lnTo>
                    <a:lnTo>
                      <a:pt x="161" y="41"/>
                    </a:lnTo>
                    <a:lnTo>
                      <a:pt x="165" y="43"/>
                    </a:lnTo>
                    <a:close/>
                    <a:moveTo>
                      <a:pt x="221" y="158"/>
                    </a:moveTo>
                    <a:lnTo>
                      <a:pt x="221" y="158"/>
                    </a:lnTo>
                    <a:lnTo>
                      <a:pt x="213" y="158"/>
                    </a:lnTo>
                    <a:lnTo>
                      <a:pt x="207" y="157"/>
                    </a:lnTo>
                    <a:lnTo>
                      <a:pt x="203" y="152"/>
                    </a:lnTo>
                    <a:lnTo>
                      <a:pt x="202" y="146"/>
                    </a:lnTo>
                    <a:lnTo>
                      <a:pt x="199" y="132"/>
                    </a:lnTo>
                    <a:lnTo>
                      <a:pt x="198" y="124"/>
                    </a:lnTo>
                    <a:lnTo>
                      <a:pt x="195" y="116"/>
                    </a:lnTo>
                    <a:lnTo>
                      <a:pt x="195" y="116"/>
                    </a:lnTo>
                    <a:lnTo>
                      <a:pt x="190" y="105"/>
                    </a:lnTo>
                    <a:lnTo>
                      <a:pt x="184" y="95"/>
                    </a:lnTo>
                    <a:lnTo>
                      <a:pt x="177" y="84"/>
                    </a:lnTo>
                    <a:lnTo>
                      <a:pt x="169" y="75"/>
                    </a:lnTo>
                    <a:lnTo>
                      <a:pt x="153" y="57"/>
                    </a:lnTo>
                    <a:lnTo>
                      <a:pt x="135" y="41"/>
                    </a:lnTo>
                    <a:lnTo>
                      <a:pt x="135" y="41"/>
                    </a:lnTo>
                    <a:lnTo>
                      <a:pt x="151" y="46"/>
                    </a:lnTo>
                    <a:lnTo>
                      <a:pt x="165" y="52"/>
                    </a:lnTo>
                    <a:lnTo>
                      <a:pt x="170" y="56"/>
                    </a:lnTo>
                    <a:lnTo>
                      <a:pt x="177" y="61"/>
                    </a:lnTo>
                    <a:lnTo>
                      <a:pt x="190" y="73"/>
                    </a:lnTo>
                    <a:lnTo>
                      <a:pt x="190" y="73"/>
                    </a:lnTo>
                    <a:lnTo>
                      <a:pt x="198" y="84"/>
                    </a:lnTo>
                    <a:lnTo>
                      <a:pt x="205" y="97"/>
                    </a:lnTo>
                    <a:lnTo>
                      <a:pt x="210" y="110"/>
                    </a:lnTo>
                    <a:lnTo>
                      <a:pt x="214" y="124"/>
                    </a:lnTo>
                    <a:lnTo>
                      <a:pt x="214" y="124"/>
                    </a:lnTo>
                    <a:lnTo>
                      <a:pt x="220" y="142"/>
                    </a:lnTo>
                    <a:lnTo>
                      <a:pt x="222" y="151"/>
                    </a:lnTo>
                    <a:lnTo>
                      <a:pt x="222" y="155"/>
                    </a:lnTo>
                    <a:lnTo>
                      <a:pt x="221" y="158"/>
                    </a:lnTo>
                    <a:lnTo>
                      <a:pt x="221" y="158"/>
                    </a:lnTo>
                    <a:lnTo>
                      <a:pt x="215" y="159"/>
                    </a:lnTo>
                    <a:lnTo>
                      <a:pt x="217" y="158"/>
                    </a:lnTo>
                    <a:lnTo>
                      <a:pt x="220" y="158"/>
                    </a:lnTo>
                    <a:lnTo>
                      <a:pt x="221" y="158"/>
                    </a:lnTo>
                    <a:lnTo>
                      <a:pt x="221" y="158"/>
                    </a:lnTo>
                    <a:lnTo>
                      <a:pt x="221" y="158"/>
                    </a:lnTo>
                    <a:close/>
                    <a:moveTo>
                      <a:pt x="220" y="107"/>
                    </a:moveTo>
                    <a:lnTo>
                      <a:pt x="220" y="107"/>
                    </a:lnTo>
                    <a:lnTo>
                      <a:pt x="209" y="90"/>
                    </a:lnTo>
                    <a:lnTo>
                      <a:pt x="195" y="73"/>
                    </a:lnTo>
                    <a:lnTo>
                      <a:pt x="180" y="58"/>
                    </a:lnTo>
                    <a:lnTo>
                      <a:pt x="165" y="43"/>
                    </a:lnTo>
                    <a:lnTo>
                      <a:pt x="165" y="43"/>
                    </a:lnTo>
                    <a:lnTo>
                      <a:pt x="194" y="67"/>
                    </a:lnTo>
                    <a:lnTo>
                      <a:pt x="207" y="80"/>
                    </a:lnTo>
                    <a:lnTo>
                      <a:pt x="220" y="95"/>
                    </a:lnTo>
                    <a:lnTo>
                      <a:pt x="232" y="110"/>
                    </a:lnTo>
                    <a:lnTo>
                      <a:pt x="240" y="127"/>
                    </a:lnTo>
                    <a:lnTo>
                      <a:pt x="247" y="143"/>
                    </a:lnTo>
                    <a:lnTo>
                      <a:pt x="250" y="152"/>
                    </a:lnTo>
                    <a:lnTo>
                      <a:pt x="251" y="161"/>
                    </a:lnTo>
                    <a:lnTo>
                      <a:pt x="251" y="161"/>
                    </a:lnTo>
                    <a:lnTo>
                      <a:pt x="247" y="161"/>
                    </a:lnTo>
                    <a:lnTo>
                      <a:pt x="244" y="161"/>
                    </a:lnTo>
                    <a:lnTo>
                      <a:pt x="239" y="155"/>
                    </a:lnTo>
                    <a:lnTo>
                      <a:pt x="235" y="148"/>
                    </a:lnTo>
                    <a:lnTo>
                      <a:pt x="230" y="140"/>
                    </a:lnTo>
                    <a:lnTo>
                      <a:pt x="225" y="121"/>
                    </a:lnTo>
                    <a:lnTo>
                      <a:pt x="222" y="113"/>
                    </a:lnTo>
                    <a:lnTo>
                      <a:pt x="220" y="107"/>
                    </a:lnTo>
                    <a:lnTo>
                      <a:pt x="220" y="107"/>
                    </a:lnTo>
                    <a:lnTo>
                      <a:pt x="217" y="102"/>
                    </a:lnTo>
                    <a:lnTo>
                      <a:pt x="220" y="107"/>
                    </a:lnTo>
                    <a:lnTo>
                      <a:pt x="220" y="107"/>
                    </a:lnTo>
                    <a:close/>
                    <a:moveTo>
                      <a:pt x="248" y="443"/>
                    </a:moveTo>
                    <a:lnTo>
                      <a:pt x="248" y="443"/>
                    </a:lnTo>
                    <a:lnTo>
                      <a:pt x="250" y="433"/>
                    </a:lnTo>
                    <a:lnTo>
                      <a:pt x="251" y="422"/>
                    </a:lnTo>
                    <a:lnTo>
                      <a:pt x="252" y="420"/>
                    </a:lnTo>
                    <a:lnTo>
                      <a:pt x="255" y="417"/>
                    </a:lnTo>
                    <a:lnTo>
                      <a:pt x="259" y="416"/>
                    </a:lnTo>
                    <a:lnTo>
                      <a:pt x="265" y="417"/>
                    </a:lnTo>
                    <a:lnTo>
                      <a:pt x="265" y="417"/>
                    </a:lnTo>
                    <a:lnTo>
                      <a:pt x="265" y="429"/>
                    </a:lnTo>
                    <a:lnTo>
                      <a:pt x="265" y="437"/>
                    </a:lnTo>
                    <a:lnTo>
                      <a:pt x="262" y="440"/>
                    </a:lnTo>
                    <a:lnTo>
                      <a:pt x="259" y="441"/>
                    </a:lnTo>
                    <a:lnTo>
                      <a:pt x="255" y="443"/>
                    </a:lnTo>
                    <a:lnTo>
                      <a:pt x="248" y="443"/>
                    </a:lnTo>
                    <a:lnTo>
                      <a:pt x="248" y="443"/>
                    </a:lnTo>
                    <a:close/>
                    <a:moveTo>
                      <a:pt x="281" y="410"/>
                    </a:moveTo>
                    <a:lnTo>
                      <a:pt x="281" y="410"/>
                    </a:lnTo>
                    <a:lnTo>
                      <a:pt x="271" y="413"/>
                    </a:lnTo>
                    <a:lnTo>
                      <a:pt x="263" y="414"/>
                    </a:lnTo>
                    <a:lnTo>
                      <a:pt x="260" y="413"/>
                    </a:lnTo>
                    <a:lnTo>
                      <a:pt x="258" y="411"/>
                    </a:lnTo>
                    <a:lnTo>
                      <a:pt x="255" y="407"/>
                    </a:lnTo>
                    <a:lnTo>
                      <a:pt x="254" y="403"/>
                    </a:lnTo>
                    <a:lnTo>
                      <a:pt x="254" y="403"/>
                    </a:lnTo>
                    <a:lnTo>
                      <a:pt x="251" y="391"/>
                    </a:lnTo>
                    <a:lnTo>
                      <a:pt x="252" y="379"/>
                    </a:lnTo>
                    <a:lnTo>
                      <a:pt x="254" y="365"/>
                    </a:lnTo>
                    <a:lnTo>
                      <a:pt x="254" y="353"/>
                    </a:lnTo>
                    <a:lnTo>
                      <a:pt x="254" y="353"/>
                    </a:lnTo>
                    <a:lnTo>
                      <a:pt x="252" y="336"/>
                    </a:lnTo>
                    <a:lnTo>
                      <a:pt x="251" y="313"/>
                    </a:lnTo>
                    <a:lnTo>
                      <a:pt x="252" y="301"/>
                    </a:lnTo>
                    <a:lnTo>
                      <a:pt x="254" y="291"/>
                    </a:lnTo>
                    <a:lnTo>
                      <a:pt x="256" y="283"/>
                    </a:lnTo>
                    <a:lnTo>
                      <a:pt x="259" y="282"/>
                    </a:lnTo>
                    <a:lnTo>
                      <a:pt x="262" y="281"/>
                    </a:lnTo>
                    <a:lnTo>
                      <a:pt x="262" y="281"/>
                    </a:lnTo>
                    <a:lnTo>
                      <a:pt x="266" y="313"/>
                    </a:lnTo>
                    <a:lnTo>
                      <a:pt x="271" y="346"/>
                    </a:lnTo>
                    <a:lnTo>
                      <a:pt x="281" y="410"/>
                    </a:lnTo>
                    <a:lnTo>
                      <a:pt x="281" y="410"/>
                    </a:lnTo>
                    <a:lnTo>
                      <a:pt x="280" y="409"/>
                    </a:lnTo>
                    <a:lnTo>
                      <a:pt x="278" y="405"/>
                    </a:lnTo>
                    <a:lnTo>
                      <a:pt x="277" y="395"/>
                    </a:lnTo>
                    <a:lnTo>
                      <a:pt x="277" y="392"/>
                    </a:lnTo>
                    <a:lnTo>
                      <a:pt x="278" y="392"/>
                    </a:lnTo>
                    <a:lnTo>
                      <a:pt x="281" y="410"/>
                    </a:lnTo>
                    <a:lnTo>
                      <a:pt x="281" y="41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6" name="Group 82"/>
            <p:cNvGrpSpPr/>
            <p:nvPr/>
          </p:nvGrpSpPr>
          <p:grpSpPr>
            <a:xfrm>
              <a:off x="1285852" y="1000114"/>
              <a:ext cx="729094" cy="2511672"/>
              <a:chOff x="5075236" y="1428742"/>
              <a:chExt cx="360363" cy="1241426"/>
            </a:xfrm>
            <a:grpFill/>
          </p:grpSpPr>
          <p:sp>
            <p:nvSpPr>
              <p:cNvPr id="81" name="Freeform 18"/>
              <p:cNvSpPr>
                <a:spLocks/>
              </p:cNvSpPr>
              <p:nvPr/>
            </p:nvSpPr>
            <p:spPr bwMode="auto">
              <a:xfrm>
                <a:off x="5187948" y="1428742"/>
                <a:ext cx="123825" cy="182563"/>
              </a:xfrm>
              <a:custGeom>
                <a:avLst/>
                <a:gdLst/>
                <a:ahLst/>
                <a:cxnLst>
                  <a:cxn ang="0">
                    <a:pos x="21" y="184"/>
                  </a:cxn>
                  <a:cxn ang="0">
                    <a:pos x="24" y="198"/>
                  </a:cxn>
                  <a:cxn ang="0">
                    <a:pos x="24" y="211"/>
                  </a:cxn>
                  <a:cxn ang="0">
                    <a:pos x="27" y="215"/>
                  </a:cxn>
                  <a:cxn ang="0">
                    <a:pos x="43" y="224"/>
                  </a:cxn>
                  <a:cxn ang="0">
                    <a:pos x="55" y="228"/>
                  </a:cxn>
                  <a:cxn ang="0">
                    <a:pos x="81" y="228"/>
                  </a:cxn>
                  <a:cxn ang="0">
                    <a:pos x="95" y="224"/>
                  </a:cxn>
                  <a:cxn ang="0">
                    <a:pos x="110" y="213"/>
                  </a:cxn>
                  <a:cxn ang="0">
                    <a:pos x="124" y="206"/>
                  </a:cxn>
                  <a:cxn ang="0">
                    <a:pos x="126" y="204"/>
                  </a:cxn>
                  <a:cxn ang="0">
                    <a:pos x="125" y="179"/>
                  </a:cxn>
                  <a:cxn ang="0">
                    <a:pos x="132" y="153"/>
                  </a:cxn>
                  <a:cxn ang="0">
                    <a:pos x="141" y="139"/>
                  </a:cxn>
                  <a:cxn ang="0">
                    <a:pos x="154" y="116"/>
                  </a:cxn>
                  <a:cxn ang="0">
                    <a:pos x="155" y="104"/>
                  </a:cxn>
                  <a:cxn ang="0">
                    <a:pos x="152" y="97"/>
                  </a:cxn>
                  <a:cxn ang="0">
                    <a:pos x="148" y="94"/>
                  </a:cxn>
                  <a:cxn ang="0">
                    <a:pos x="145" y="86"/>
                  </a:cxn>
                  <a:cxn ang="0">
                    <a:pos x="144" y="60"/>
                  </a:cxn>
                  <a:cxn ang="0">
                    <a:pos x="141" y="50"/>
                  </a:cxn>
                  <a:cxn ang="0">
                    <a:pos x="130" y="25"/>
                  </a:cxn>
                  <a:cxn ang="0">
                    <a:pos x="125" y="18"/>
                  </a:cxn>
                  <a:cxn ang="0">
                    <a:pos x="110" y="7"/>
                  </a:cxn>
                  <a:cxn ang="0">
                    <a:pos x="92" y="1"/>
                  </a:cxn>
                  <a:cxn ang="0">
                    <a:pos x="75" y="0"/>
                  </a:cxn>
                  <a:cxn ang="0">
                    <a:pos x="55" y="3"/>
                  </a:cxn>
                  <a:cxn ang="0">
                    <a:pos x="39" y="10"/>
                  </a:cxn>
                  <a:cxn ang="0">
                    <a:pos x="24" y="19"/>
                  </a:cxn>
                  <a:cxn ang="0">
                    <a:pos x="13" y="34"/>
                  </a:cxn>
                  <a:cxn ang="0">
                    <a:pos x="6" y="52"/>
                  </a:cxn>
                  <a:cxn ang="0">
                    <a:pos x="5" y="65"/>
                  </a:cxn>
                  <a:cxn ang="0">
                    <a:pos x="5" y="93"/>
                  </a:cxn>
                  <a:cxn ang="0">
                    <a:pos x="4" y="105"/>
                  </a:cxn>
                  <a:cxn ang="0">
                    <a:pos x="1" y="116"/>
                  </a:cxn>
                  <a:cxn ang="0">
                    <a:pos x="2" y="138"/>
                  </a:cxn>
                  <a:cxn ang="0">
                    <a:pos x="6" y="147"/>
                  </a:cxn>
                  <a:cxn ang="0">
                    <a:pos x="15" y="166"/>
                  </a:cxn>
                  <a:cxn ang="0">
                    <a:pos x="21" y="184"/>
                  </a:cxn>
                  <a:cxn ang="0">
                    <a:pos x="21" y="184"/>
                  </a:cxn>
                </a:cxnLst>
                <a:rect l="0" t="0" r="r" b="b"/>
                <a:pathLst>
                  <a:path w="155" h="229">
                    <a:moveTo>
                      <a:pt x="21" y="184"/>
                    </a:moveTo>
                    <a:lnTo>
                      <a:pt x="21" y="184"/>
                    </a:lnTo>
                    <a:lnTo>
                      <a:pt x="24" y="191"/>
                    </a:lnTo>
                    <a:lnTo>
                      <a:pt x="24" y="198"/>
                    </a:lnTo>
                    <a:lnTo>
                      <a:pt x="24" y="211"/>
                    </a:lnTo>
                    <a:lnTo>
                      <a:pt x="24" y="211"/>
                    </a:lnTo>
                    <a:lnTo>
                      <a:pt x="26" y="214"/>
                    </a:lnTo>
                    <a:lnTo>
                      <a:pt x="27" y="215"/>
                    </a:lnTo>
                    <a:lnTo>
                      <a:pt x="31" y="219"/>
                    </a:lnTo>
                    <a:lnTo>
                      <a:pt x="43" y="224"/>
                    </a:lnTo>
                    <a:lnTo>
                      <a:pt x="43" y="224"/>
                    </a:lnTo>
                    <a:lnTo>
                      <a:pt x="55" y="228"/>
                    </a:lnTo>
                    <a:lnTo>
                      <a:pt x="69" y="229"/>
                    </a:lnTo>
                    <a:lnTo>
                      <a:pt x="81" y="228"/>
                    </a:lnTo>
                    <a:lnTo>
                      <a:pt x="95" y="224"/>
                    </a:lnTo>
                    <a:lnTo>
                      <a:pt x="95" y="224"/>
                    </a:lnTo>
                    <a:lnTo>
                      <a:pt x="102" y="219"/>
                    </a:lnTo>
                    <a:lnTo>
                      <a:pt x="110" y="213"/>
                    </a:lnTo>
                    <a:lnTo>
                      <a:pt x="120" y="207"/>
                    </a:lnTo>
                    <a:lnTo>
                      <a:pt x="124" y="206"/>
                    </a:lnTo>
                    <a:lnTo>
                      <a:pt x="126" y="204"/>
                    </a:lnTo>
                    <a:lnTo>
                      <a:pt x="126" y="204"/>
                    </a:lnTo>
                    <a:lnTo>
                      <a:pt x="125" y="191"/>
                    </a:lnTo>
                    <a:lnTo>
                      <a:pt x="125" y="179"/>
                    </a:lnTo>
                    <a:lnTo>
                      <a:pt x="128" y="165"/>
                    </a:lnTo>
                    <a:lnTo>
                      <a:pt x="132" y="153"/>
                    </a:lnTo>
                    <a:lnTo>
                      <a:pt x="132" y="153"/>
                    </a:lnTo>
                    <a:lnTo>
                      <a:pt x="141" y="139"/>
                    </a:lnTo>
                    <a:lnTo>
                      <a:pt x="151" y="124"/>
                    </a:lnTo>
                    <a:lnTo>
                      <a:pt x="154" y="116"/>
                    </a:lnTo>
                    <a:lnTo>
                      <a:pt x="155" y="108"/>
                    </a:lnTo>
                    <a:lnTo>
                      <a:pt x="155" y="104"/>
                    </a:lnTo>
                    <a:lnTo>
                      <a:pt x="154" y="101"/>
                    </a:lnTo>
                    <a:lnTo>
                      <a:pt x="152" y="97"/>
                    </a:lnTo>
                    <a:lnTo>
                      <a:pt x="148" y="94"/>
                    </a:lnTo>
                    <a:lnTo>
                      <a:pt x="148" y="94"/>
                    </a:lnTo>
                    <a:lnTo>
                      <a:pt x="147" y="91"/>
                    </a:lnTo>
                    <a:lnTo>
                      <a:pt x="145" y="86"/>
                    </a:lnTo>
                    <a:lnTo>
                      <a:pt x="144" y="74"/>
                    </a:lnTo>
                    <a:lnTo>
                      <a:pt x="144" y="60"/>
                    </a:lnTo>
                    <a:lnTo>
                      <a:pt x="141" y="50"/>
                    </a:lnTo>
                    <a:lnTo>
                      <a:pt x="141" y="50"/>
                    </a:lnTo>
                    <a:lnTo>
                      <a:pt x="136" y="33"/>
                    </a:lnTo>
                    <a:lnTo>
                      <a:pt x="130" y="25"/>
                    </a:lnTo>
                    <a:lnTo>
                      <a:pt x="125" y="18"/>
                    </a:lnTo>
                    <a:lnTo>
                      <a:pt x="125" y="18"/>
                    </a:lnTo>
                    <a:lnTo>
                      <a:pt x="118" y="12"/>
                    </a:lnTo>
                    <a:lnTo>
                      <a:pt x="110" y="7"/>
                    </a:lnTo>
                    <a:lnTo>
                      <a:pt x="102" y="4"/>
                    </a:lnTo>
                    <a:lnTo>
                      <a:pt x="92" y="1"/>
                    </a:lnTo>
                    <a:lnTo>
                      <a:pt x="84" y="0"/>
                    </a:lnTo>
                    <a:lnTo>
                      <a:pt x="75" y="0"/>
                    </a:lnTo>
                    <a:lnTo>
                      <a:pt x="65" y="0"/>
                    </a:lnTo>
                    <a:lnTo>
                      <a:pt x="55" y="3"/>
                    </a:lnTo>
                    <a:lnTo>
                      <a:pt x="47" y="5"/>
                    </a:lnTo>
                    <a:lnTo>
                      <a:pt x="39" y="10"/>
                    </a:lnTo>
                    <a:lnTo>
                      <a:pt x="31" y="14"/>
                    </a:lnTo>
                    <a:lnTo>
                      <a:pt x="24" y="19"/>
                    </a:lnTo>
                    <a:lnTo>
                      <a:pt x="17" y="26"/>
                    </a:lnTo>
                    <a:lnTo>
                      <a:pt x="13" y="34"/>
                    </a:lnTo>
                    <a:lnTo>
                      <a:pt x="9" y="42"/>
                    </a:lnTo>
                    <a:lnTo>
                      <a:pt x="6" y="52"/>
                    </a:lnTo>
                    <a:lnTo>
                      <a:pt x="6" y="52"/>
                    </a:lnTo>
                    <a:lnTo>
                      <a:pt x="5" y="65"/>
                    </a:lnTo>
                    <a:lnTo>
                      <a:pt x="5" y="79"/>
                    </a:lnTo>
                    <a:lnTo>
                      <a:pt x="5" y="93"/>
                    </a:lnTo>
                    <a:lnTo>
                      <a:pt x="5" y="100"/>
                    </a:lnTo>
                    <a:lnTo>
                      <a:pt x="4" y="105"/>
                    </a:lnTo>
                    <a:lnTo>
                      <a:pt x="4" y="105"/>
                    </a:lnTo>
                    <a:lnTo>
                      <a:pt x="1" y="116"/>
                    </a:lnTo>
                    <a:lnTo>
                      <a:pt x="0" y="127"/>
                    </a:lnTo>
                    <a:lnTo>
                      <a:pt x="2" y="138"/>
                    </a:lnTo>
                    <a:lnTo>
                      <a:pt x="6" y="147"/>
                    </a:lnTo>
                    <a:lnTo>
                      <a:pt x="6" y="147"/>
                    </a:lnTo>
                    <a:lnTo>
                      <a:pt x="12" y="157"/>
                    </a:lnTo>
                    <a:lnTo>
                      <a:pt x="15" y="166"/>
                    </a:lnTo>
                    <a:lnTo>
                      <a:pt x="21" y="184"/>
                    </a:lnTo>
                    <a:lnTo>
                      <a:pt x="21" y="184"/>
                    </a:lnTo>
                    <a:lnTo>
                      <a:pt x="21" y="184"/>
                    </a:lnTo>
                    <a:lnTo>
                      <a:pt x="21" y="184"/>
                    </a:lnTo>
                    <a:lnTo>
                      <a:pt x="21" y="18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2" name="Freeform 19"/>
              <p:cNvSpPr>
                <a:spLocks noEditPoints="1"/>
              </p:cNvSpPr>
              <p:nvPr/>
            </p:nvSpPr>
            <p:spPr bwMode="auto">
              <a:xfrm>
                <a:off x="5075236" y="1604955"/>
                <a:ext cx="360363" cy="1065213"/>
              </a:xfrm>
              <a:custGeom>
                <a:avLst/>
                <a:gdLst/>
                <a:ahLst/>
                <a:cxnLst>
                  <a:cxn ang="0">
                    <a:pos x="124" y="1301"/>
                  </a:cxn>
                  <a:cxn ang="0">
                    <a:pos x="136" y="1239"/>
                  </a:cxn>
                  <a:cxn ang="0">
                    <a:pos x="160" y="984"/>
                  </a:cxn>
                  <a:cxn ang="0">
                    <a:pos x="171" y="908"/>
                  </a:cxn>
                  <a:cxn ang="0">
                    <a:pos x="193" y="716"/>
                  </a:cxn>
                  <a:cxn ang="0">
                    <a:pos x="230" y="623"/>
                  </a:cxn>
                  <a:cxn ang="0">
                    <a:pos x="245" y="629"/>
                  </a:cxn>
                  <a:cxn ang="0">
                    <a:pos x="254" y="785"/>
                  </a:cxn>
                  <a:cxn ang="0">
                    <a:pos x="290" y="973"/>
                  </a:cxn>
                  <a:cxn ang="0">
                    <a:pos x="301" y="1207"/>
                  </a:cxn>
                  <a:cxn ang="0">
                    <a:pos x="321" y="1258"/>
                  </a:cxn>
                  <a:cxn ang="0">
                    <a:pos x="329" y="1296"/>
                  </a:cxn>
                  <a:cxn ang="0">
                    <a:pos x="366" y="1322"/>
                  </a:cxn>
                  <a:cxn ang="0">
                    <a:pos x="433" y="1343"/>
                  </a:cxn>
                  <a:cxn ang="0">
                    <a:pos x="452" y="1325"/>
                  </a:cxn>
                  <a:cxn ang="0">
                    <a:pos x="414" y="1287"/>
                  </a:cxn>
                  <a:cxn ang="0">
                    <a:pos x="411" y="1241"/>
                  </a:cxn>
                  <a:cxn ang="0">
                    <a:pos x="417" y="1198"/>
                  </a:cxn>
                  <a:cxn ang="0">
                    <a:pos x="406" y="1108"/>
                  </a:cxn>
                  <a:cxn ang="0">
                    <a:pos x="410" y="1014"/>
                  </a:cxn>
                  <a:cxn ang="0">
                    <a:pos x="402" y="935"/>
                  </a:cxn>
                  <a:cxn ang="0">
                    <a:pos x="400" y="638"/>
                  </a:cxn>
                  <a:cxn ang="0">
                    <a:pos x="433" y="569"/>
                  </a:cxn>
                  <a:cxn ang="0">
                    <a:pos x="410" y="483"/>
                  </a:cxn>
                  <a:cxn ang="0">
                    <a:pos x="381" y="310"/>
                  </a:cxn>
                  <a:cxn ang="0">
                    <a:pos x="408" y="269"/>
                  </a:cxn>
                  <a:cxn ang="0">
                    <a:pos x="432" y="141"/>
                  </a:cxn>
                  <a:cxn ang="0">
                    <a:pos x="406" y="71"/>
                  </a:cxn>
                  <a:cxn ang="0">
                    <a:pos x="282" y="0"/>
                  </a:cxn>
                  <a:cxn ang="0">
                    <a:pos x="273" y="116"/>
                  </a:cxn>
                  <a:cxn ang="0">
                    <a:pos x="227" y="187"/>
                  </a:cxn>
                  <a:cxn ang="0">
                    <a:pos x="224" y="57"/>
                  </a:cxn>
                  <a:cxn ang="0">
                    <a:pos x="226" y="29"/>
                  </a:cxn>
                  <a:cxn ang="0">
                    <a:pos x="196" y="38"/>
                  </a:cxn>
                  <a:cxn ang="0">
                    <a:pos x="201" y="67"/>
                  </a:cxn>
                  <a:cxn ang="0">
                    <a:pos x="173" y="186"/>
                  </a:cxn>
                  <a:cxn ang="0">
                    <a:pos x="163" y="34"/>
                  </a:cxn>
                  <a:cxn ang="0">
                    <a:pos x="88" y="42"/>
                  </a:cxn>
                  <a:cxn ang="0">
                    <a:pos x="20" y="82"/>
                  </a:cxn>
                  <a:cxn ang="0">
                    <a:pos x="5" y="202"/>
                  </a:cxn>
                  <a:cxn ang="0">
                    <a:pos x="25" y="300"/>
                  </a:cxn>
                  <a:cxn ang="0">
                    <a:pos x="70" y="301"/>
                  </a:cxn>
                  <a:cxn ang="0">
                    <a:pos x="54" y="449"/>
                  </a:cxn>
                  <a:cxn ang="0">
                    <a:pos x="21" y="554"/>
                  </a:cxn>
                  <a:cxn ang="0">
                    <a:pos x="44" y="584"/>
                  </a:cxn>
                  <a:cxn ang="0">
                    <a:pos x="51" y="777"/>
                  </a:cxn>
                  <a:cxn ang="0">
                    <a:pos x="47" y="1261"/>
                  </a:cxn>
                  <a:cxn ang="0">
                    <a:pos x="21" y="1287"/>
                  </a:cxn>
                  <a:cxn ang="0">
                    <a:pos x="4" y="1326"/>
                  </a:cxn>
                  <a:cxn ang="0">
                    <a:pos x="61" y="1335"/>
                  </a:cxn>
                  <a:cxn ang="0">
                    <a:pos x="96" y="1313"/>
                  </a:cxn>
                  <a:cxn ang="0">
                    <a:pos x="173" y="395"/>
                  </a:cxn>
                  <a:cxn ang="0">
                    <a:pos x="198" y="450"/>
                  </a:cxn>
                  <a:cxn ang="0">
                    <a:pos x="239" y="427"/>
                  </a:cxn>
                  <a:cxn ang="0">
                    <a:pos x="283" y="286"/>
                  </a:cxn>
                  <a:cxn ang="0">
                    <a:pos x="308" y="442"/>
                  </a:cxn>
                  <a:cxn ang="0">
                    <a:pos x="298" y="498"/>
                  </a:cxn>
                  <a:cxn ang="0">
                    <a:pos x="211" y="513"/>
                  </a:cxn>
                  <a:cxn ang="0">
                    <a:pos x="134" y="479"/>
                  </a:cxn>
                  <a:cxn ang="0">
                    <a:pos x="136" y="319"/>
                  </a:cxn>
                </a:cxnLst>
                <a:rect l="0" t="0" r="r" b="b"/>
                <a:pathLst>
                  <a:path w="453" h="1343">
                    <a:moveTo>
                      <a:pt x="96" y="1313"/>
                    </a:moveTo>
                    <a:lnTo>
                      <a:pt x="96" y="1313"/>
                    </a:lnTo>
                    <a:lnTo>
                      <a:pt x="107" y="1311"/>
                    </a:lnTo>
                    <a:lnTo>
                      <a:pt x="113" y="1310"/>
                    </a:lnTo>
                    <a:lnTo>
                      <a:pt x="117" y="1307"/>
                    </a:lnTo>
                    <a:lnTo>
                      <a:pt x="121" y="1305"/>
                    </a:lnTo>
                    <a:lnTo>
                      <a:pt x="124" y="1301"/>
                    </a:lnTo>
                    <a:lnTo>
                      <a:pt x="126" y="1296"/>
                    </a:lnTo>
                    <a:lnTo>
                      <a:pt x="126" y="1291"/>
                    </a:lnTo>
                    <a:lnTo>
                      <a:pt x="126" y="1291"/>
                    </a:lnTo>
                    <a:lnTo>
                      <a:pt x="126" y="1277"/>
                    </a:lnTo>
                    <a:lnTo>
                      <a:pt x="128" y="1264"/>
                    </a:lnTo>
                    <a:lnTo>
                      <a:pt x="132" y="1252"/>
                    </a:lnTo>
                    <a:lnTo>
                      <a:pt x="136" y="1239"/>
                    </a:lnTo>
                    <a:lnTo>
                      <a:pt x="136" y="1239"/>
                    </a:lnTo>
                    <a:lnTo>
                      <a:pt x="143" y="1224"/>
                    </a:lnTo>
                    <a:lnTo>
                      <a:pt x="147" y="1208"/>
                    </a:lnTo>
                    <a:lnTo>
                      <a:pt x="151" y="1192"/>
                    </a:lnTo>
                    <a:lnTo>
                      <a:pt x="152" y="1175"/>
                    </a:lnTo>
                    <a:lnTo>
                      <a:pt x="152" y="1175"/>
                    </a:lnTo>
                    <a:lnTo>
                      <a:pt x="160" y="984"/>
                    </a:lnTo>
                    <a:lnTo>
                      <a:pt x="160" y="984"/>
                    </a:lnTo>
                    <a:lnTo>
                      <a:pt x="160" y="957"/>
                    </a:lnTo>
                    <a:lnTo>
                      <a:pt x="162" y="943"/>
                    </a:lnTo>
                    <a:lnTo>
                      <a:pt x="163" y="930"/>
                    </a:lnTo>
                    <a:lnTo>
                      <a:pt x="163" y="930"/>
                    </a:lnTo>
                    <a:lnTo>
                      <a:pt x="167" y="919"/>
                    </a:lnTo>
                    <a:lnTo>
                      <a:pt x="171" y="908"/>
                    </a:lnTo>
                    <a:lnTo>
                      <a:pt x="173" y="896"/>
                    </a:lnTo>
                    <a:lnTo>
                      <a:pt x="175" y="882"/>
                    </a:lnTo>
                    <a:lnTo>
                      <a:pt x="179" y="833"/>
                    </a:lnTo>
                    <a:lnTo>
                      <a:pt x="179" y="833"/>
                    </a:lnTo>
                    <a:lnTo>
                      <a:pt x="183" y="787"/>
                    </a:lnTo>
                    <a:lnTo>
                      <a:pt x="189" y="739"/>
                    </a:lnTo>
                    <a:lnTo>
                      <a:pt x="193" y="716"/>
                    </a:lnTo>
                    <a:lnTo>
                      <a:pt x="198" y="693"/>
                    </a:lnTo>
                    <a:lnTo>
                      <a:pt x="205" y="671"/>
                    </a:lnTo>
                    <a:lnTo>
                      <a:pt x="213" y="649"/>
                    </a:lnTo>
                    <a:lnTo>
                      <a:pt x="213" y="649"/>
                    </a:lnTo>
                    <a:lnTo>
                      <a:pt x="218" y="639"/>
                    </a:lnTo>
                    <a:lnTo>
                      <a:pt x="224" y="627"/>
                    </a:lnTo>
                    <a:lnTo>
                      <a:pt x="230" y="623"/>
                    </a:lnTo>
                    <a:lnTo>
                      <a:pt x="234" y="620"/>
                    </a:lnTo>
                    <a:lnTo>
                      <a:pt x="237" y="620"/>
                    </a:lnTo>
                    <a:lnTo>
                      <a:pt x="238" y="622"/>
                    </a:lnTo>
                    <a:lnTo>
                      <a:pt x="241" y="623"/>
                    </a:lnTo>
                    <a:lnTo>
                      <a:pt x="242" y="624"/>
                    </a:lnTo>
                    <a:lnTo>
                      <a:pt x="242" y="624"/>
                    </a:lnTo>
                    <a:lnTo>
                      <a:pt x="245" y="629"/>
                    </a:lnTo>
                    <a:lnTo>
                      <a:pt x="246" y="633"/>
                    </a:lnTo>
                    <a:lnTo>
                      <a:pt x="246" y="641"/>
                    </a:lnTo>
                    <a:lnTo>
                      <a:pt x="246" y="641"/>
                    </a:lnTo>
                    <a:lnTo>
                      <a:pt x="250" y="742"/>
                    </a:lnTo>
                    <a:lnTo>
                      <a:pt x="250" y="742"/>
                    </a:lnTo>
                    <a:lnTo>
                      <a:pt x="252" y="764"/>
                    </a:lnTo>
                    <a:lnTo>
                      <a:pt x="254" y="785"/>
                    </a:lnTo>
                    <a:lnTo>
                      <a:pt x="260" y="806"/>
                    </a:lnTo>
                    <a:lnTo>
                      <a:pt x="264" y="828"/>
                    </a:lnTo>
                    <a:lnTo>
                      <a:pt x="275" y="870"/>
                    </a:lnTo>
                    <a:lnTo>
                      <a:pt x="280" y="892"/>
                    </a:lnTo>
                    <a:lnTo>
                      <a:pt x="283" y="913"/>
                    </a:lnTo>
                    <a:lnTo>
                      <a:pt x="283" y="913"/>
                    </a:lnTo>
                    <a:lnTo>
                      <a:pt x="290" y="973"/>
                    </a:lnTo>
                    <a:lnTo>
                      <a:pt x="294" y="1033"/>
                    </a:lnTo>
                    <a:lnTo>
                      <a:pt x="298" y="1155"/>
                    </a:lnTo>
                    <a:lnTo>
                      <a:pt x="298" y="1155"/>
                    </a:lnTo>
                    <a:lnTo>
                      <a:pt x="297" y="1181"/>
                    </a:lnTo>
                    <a:lnTo>
                      <a:pt x="298" y="1194"/>
                    </a:lnTo>
                    <a:lnTo>
                      <a:pt x="298" y="1201"/>
                    </a:lnTo>
                    <a:lnTo>
                      <a:pt x="301" y="1207"/>
                    </a:lnTo>
                    <a:lnTo>
                      <a:pt x="301" y="1207"/>
                    </a:lnTo>
                    <a:lnTo>
                      <a:pt x="317" y="1250"/>
                    </a:lnTo>
                    <a:lnTo>
                      <a:pt x="317" y="1250"/>
                    </a:lnTo>
                    <a:lnTo>
                      <a:pt x="318" y="1254"/>
                    </a:lnTo>
                    <a:lnTo>
                      <a:pt x="320" y="1257"/>
                    </a:lnTo>
                    <a:lnTo>
                      <a:pt x="321" y="1258"/>
                    </a:lnTo>
                    <a:lnTo>
                      <a:pt x="321" y="1258"/>
                    </a:lnTo>
                    <a:lnTo>
                      <a:pt x="324" y="1260"/>
                    </a:lnTo>
                    <a:lnTo>
                      <a:pt x="327" y="1261"/>
                    </a:lnTo>
                    <a:lnTo>
                      <a:pt x="329" y="1265"/>
                    </a:lnTo>
                    <a:lnTo>
                      <a:pt x="329" y="1269"/>
                    </a:lnTo>
                    <a:lnTo>
                      <a:pt x="329" y="1275"/>
                    </a:lnTo>
                    <a:lnTo>
                      <a:pt x="329" y="1275"/>
                    </a:lnTo>
                    <a:lnTo>
                      <a:pt x="329" y="1296"/>
                    </a:lnTo>
                    <a:lnTo>
                      <a:pt x="331" y="1310"/>
                    </a:lnTo>
                    <a:lnTo>
                      <a:pt x="331" y="1314"/>
                    </a:lnTo>
                    <a:lnTo>
                      <a:pt x="332" y="1316"/>
                    </a:lnTo>
                    <a:lnTo>
                      <a:pt x="332" y="1316"/>
                    </a:lnTo>
                    <a:lnTo>
                      <a:pt x="352" y="1317"/>
                    </a:lnTo>
                    <a:lnTo>
                      <a:pt x="362" y="1320"/>
                    </a:lnTo>
                    <a:lnTo>
                      <a:pt x="366" y="1322"/>
                    </a:lnTo>
                    <a:lnTo>
                      <a:pt x="370" y="1325"/>
                    </a:lnTo>
                    <a:lnTo>
                      <a:pt x="370" y="1325"/>
                    </a:lnTo>
                    <a:lnTo>
                      <a:pt x="378" y="1329"/>
                    </a:lnTo>
                    <a:lnTo>
                      <a:pt x="389" y="1335"/>
                    </a:lnTo>
                    <a:lnTo>
                      <a:pt x="404" y="1339"/>
                    </a:lnTo>
                    <a:lnTo>
                      <a:pt x="419" y="1341"/>
                    </a:lnTo>
                    <a:lnTo>
                      <a:pt x="433" y="1343"/>
                    </a:lnTo>
                    <a:lnTo>
                      <a:pt x="438" y="1343"/>
                    </a:lnTo>
                    <a:lnTo>
                      <a:pt x="444" y="1341"/>
                    </a:lnTo>
                    <a:lnTo>
                      <a:pt x="448" y="1339"/>
                    </a:lnTo>
                    <a:lnTo>
                      <a:pt x="451" y="1336"/>
                    </a:lnTo>
                    <a:lnTo>
                      <a:pt x="453" y="1331"/>
                    </a:lnTo>
                    <a:lnTo>
                      <a:pt x="452" y="1325"/>
                    </a:lnTo>
                    <a:lnTo>
                      <a:pt x="452" y="1325"/>
                    </a:lnTo>
                    <a:lnTo>
                      <a:pt x="451" y="1320"/>
                    </a:lnTo>
                    <a:lnTo>
                      <a:pt x="449" y="1316"/>
                    </a:lnTo>
                    <a:lnTo>
                      <a:pt x="445" y="1311"/>
                    </a:lnTo>
                    <a:lnTo>
                      <a:pt x="441" y="1307"/>
                    </a:lnTo>
                    <a:lnTo>
                      <a:pt x="441" y="1307"/>
                    </a:lnTo>
                    <a:lnTo>
                      <a:pt x="423" y="1295"/>
                    </a:lnTo>
                    <a:lnTo>
                      <a:pt x="414" y="1287"/>
                    </a:lnTo>
                    <a:lnTo>
                      <a:pt x="411" y="1283"/>
                    </a:lnTo>
                    <a:lnTo>
                      <a:pt x="408" y="1280"/>
                    </a:lnTo>
                    <a:lnTo>
                      <a:pt x="408" y="1280"/>
                    </a:lnTo>
                    <a:lnTo>
                      <a:pt x="407" y="1271"/>
                    </a:lnTo>
                    <a:lnTo>
                      <a:pt x="408" y="1261"/>
                    </a:lnTo>
                    <a:lnTo>
                      <a:pt x="411" y="1241"/>
                    </a:lnTo>
                    <a:lnTo>
                      <a:pt x="411" y="1241"/>
                    </a:lnTo>
                    <a:lnTo>
                      <a:pt x="412" y="1235"/>
                    </a:lnTo>
                    <a:lnTo>
                      <a:pt x="414" y="1228"/>
                    </a:lnTo>
                    <a:lnTo>
                      <a:pt x="417" y="1223"/>
                    </a:lnTo>
                    <a:lnTo>
                      <a:pt x="418" y="1216"/>
                    </a:lnTo>
                    <a:lnTo>
                      <a:pt x="418" y="1216"/>
                    </a:lnTo>
                    <a:lnTo>
                      <a:pt x="418" y="1207"/>
                    </a:lnTo>
                    <a:lnTo>
                      <a:pt x="417" y="1198"/>
                    </a:lnTo>
                    <a:lnTo>
                      <a:pt x="412" y="1182"/>
                    </a:lnTo>
                    <a:lnTo>
                      <a:pt x="412" y="1182"/>
                    </a:lnTo>
                    <a:lnTo>
                      <a:pt x="410" y="1174"/>
                    </a:lnTo>
                    <a:lnTo>
                      <a:pt x="408" y="1164"/>
                    </a:lnTo>
                    <a:lnTo>
                      <a:pt x="407" y="1145"/>
                    </a:lnTo>
                    <a:lnTo>
                      <a:pt x="406" y="1108"/>
                    </a:lnTo>
                    <a:lnTo>
                      <a:pt x="406" y="1108"/>
                    </a:lnTo>
                    <a:lnTo>
                      <a:pt x="403" y="1065"/>
                    </a:lnTo>
                    <a:lnTo>
                      <a:pt x="403" y="1065"/>
                    </a:lnTo>
                    <a:lnTo>
                      <a:pt x="403" y="1052"/>
                    </a:lnTo>
                    <a:lnTo>
                      <a:pt x="406" y="1040"/>
                    </a:lnTo>
                    <a:lnTo>
                      <a:pt x="408" y="1028"/>
                    </a:lnTo>
                    <a:lnTo>
                      <a:pt x="410" y="1014"/>
                    </a:lnTo>
                    <a:lnTo>
                      <a:pt x="410" y="1014"/>
                    </a:lnTo>
                    <a:lnTo>
                      <a:pt x="410" y="1005"/>
                    </a:lnTo>
                    <a:lnTo>
                      <a:pt x="408" y="994"/>
                    </a:lnTo>
                    <a:lnTo>
                      <a:pt x="404" y="975"/>
                    </a:lnTo>
                    <a:lnTo>
                      <a:pt x="400" y="954"/>
                    </a:lnTo>
                    <a:lnTo>
                      <a:pt x="400" y="945"/>
                    </a:lnTo>
                    <a:lnTo>
                      <a:pt x="402" y="935"/>
                    </a:lnTo>
                    <a:lnTo>
                      <a:pt x="402" y="935"/>
                    </a:lnTo>
                    <a:lnTo>
                      <a:pt x="403" y="916"/>
                    </a:lnTo>
                    <a:lnTo>
                      <a:pt x="404" y="896"/>
                    </a:lnTo>
                    <a:lnTo>
                      <a:pt x="406" y="858"/>
                    </a:lnTo>
                    <a:lnTo>
                      <a:pt x="406" y="858"/>
                    </a:lnTo>
                    <a:lnTo>
                      <a:pt x="404" y="802"/>
                    </a:lnTo>
                    <a:lnTo>
                      <a:pt x="404" y="747"/>
                    </a:lnTo>
                    <a:lnTo>
                      <a:pt x="400" y="638"/>
                    </a:lnTo>
                    <a:lnTo>
                      <a:pt x="400" y="638"/>
                    </a:lnTo>
                    <a:lnTo>
                      <a:pt x="397" y="590"/>
                    </a:lnTo>
                    <a:lnTo>
                      <a:pt x="397" y="590"/>
                    </a:lnTo>
                    <a:lnTo>
                      <a:pt x="399" y="590"/>
                    </a:lnTo>
                    <a:lnTo>
                      <a:pt x="403" y="588"/>
                    </a:lnTo>
                    <a:lnTo>
                      <a:pt x="414" y="581"/>
                    </a:lnTo>
                    <a:lnTo>
                      <a:pt x="433" y="569"/>
                    </a:lnTo>
                    <a:lnTo>
                      <a:pt x="433" y="569"/>
                    </a:lnTo>
                    <a:lnTo>
                      <a:pt x="434" y="566"/>
                    </a:lnTo>
                    <a:lnTo>
                      <a:pt x="434" y="563"/>
                    </a:lnTo>
                    <a:lnTo>
                      <a:pt x="433" y="554"/>
                    </a:lnTo>
                    <a:lnTo>
                      <a:pt x="425" y="528"/>
                    </a:lnTo>
                    <a:lnTo>
                      <a:pt x="410" y="483"/>
                    </a:lnTo>
                    <a:lnTo>
                      <a:pt x="410" y="483"/>
                    </a:lnTo>
                    <a:lnTo>
                      <a:pt x="399" y="440"/>
                    </a:lnTo>
                    <a:lnTo>
                      <a:pt x="388" y="397"/>
                    </a:lnTo>
                    <a:lnTo>
                      <a:pt x="384" y="375"/>
                    </a:lnTo>
                    <a:lnTo>
                      <a:pt x="381" y="353"/>
                    </a:lnTo>
                    <a:lnTo>
                      <a:pt x="380" y="330"/>
                    </a:lnTo>
                    <a:lnTo>
                      <a:pt x="381" y="310"/>
                    </a:lnTo>
                    <a:lnTo>
                      <a:pt x="381" y="310"/>
                    </a:lnTo>
                    <a:lnTo>
                      <a:pt x="382" y="306"/>
                    </a:lnTo>
                    <a:lnTo>
                      <a:pt x="384" y="303"/>
                    </a:lnTo>
                    <a:lnTo>
                      <a:pt x="389" y="297"/>
                    </a:lnTo>
                    <a:lnTo>
                      <a:pt x="395" y="293"/>
                    </a:lnTo>
                    <a:lnTo>
                      <a:pt x="399" y="286"/>
                    </a:lnTo>
                    <a:lnTo>
                      <a:pt x="399" y="286"/>
                    </a:lnTo>
                    <a:lnTo>
                      <a:pt x="408" y="269"/>
                    </a:lnTo>
                    <a:lnTo>
                      <a:pt x="415" y="251"/>
                    </a:lnTo>
                    <a:lnTo>
                      <a:pt x="422" y="233"/>
                    </a:lnTo>
                    <a:lnTo>
                      <a:pt x="427" y="216"/>
                    </a:lnTo>
                    <a:lnTo>
                      <a:pt x="430" y="198"/>
                    </a:lnTo>
                    <a:lnTo>
                      <a:pt x="433" y="179"/>
                    </a:lnTo>
                    <a:lnTo>
                      <a:pt x="433" y="160"/>
                    </a:lnTo>
                    <a:lnTo>
                      <a:pt x="432" y="141"/>
                    </a:lnTo>
                    <a:lnTo>
                      <a:pt x="432" y="141"/>
                    </a:lnTo>
                    <a:lnTo>
                      <a:pt x="429" y="112"/>
                    </a:lnTo>
                    <a:lnTo>
                      <a:pt x="422" y="85"/>
                    </a:lnTo>
                    <a:lnTo>
                      <a:pt x="422" y="85"/>
                    </a:lnTo>
                    <a:lnTo>
                      <a:pt x="421" y="79"/>
                    </a:lnTo>
                    <a:lnTo>
                      <a:pt x="417" y="77"/>
                    </a:lnTo>
                    <a:lnTo>
                      <a:pt x="406" y="71"/>
                    </a:lnTo>
                    <a:lnTo>
                      <a:pt x="406" y="71"/>
                    </a:lnTo>
                    <a:lnTo>
                      <a:pt x="373" y="56"/>
                    </a:lnTo>
                    <a:lnTo>
                      <a:pt x="342" y="40"/>
                    </a:lnTo>
                    <a:lnTo>
                      <a:pt x="310" y="22"/>
                    </a:lnTo>
                    <a:lnTo>
                      <a:pt x="295" y="11"/>
                    </a:lnTo>
                    <a:lnTo>
                      <a:pt x="282" y="0"/>
                    </a:lnTo>
                    <a:lnTo>
                      <a:pt x="282" y="0"/>
                    </a:lnTo>
                    <a:lnTo>
                      <a:pt x="271" y="26"/>
                    </a:lnTo>
                    <a:lnTo>
                      <a:pt x="267" y="40"/>
                    </a:lnTo>
                    <a:lnTo>
                      <a:pt x="265" y="47"/>
                    </a:lnTo>
                    <a:lnTo>
                      <a:pt x="265" y="53"/>
                    </a:lnTo>
                    <a:lnTo>
                      <a:pt x="265" y="53"/>
                    </a:lnTo>
                    <a:lnTo>
                      <a:pt x="273" y="116"/>
                    </a:lnTo>
                    <a:lnTo>
                      <a:pt x="273" y="116"/>
                    </a:lnTo>
                    <a:lnTo>
                      <a:pt x="280" y="168"/>
                    </a:lnTo>
                    <a:lnTo>
                      <a:pt x="280" y="168"/>
                    </a:lnTo>
                    <a:lnTo>
                      <a:pt x="278" y="169"/>
                    </a:lnTo>
                    <a:lnTo>
                      <a:pt x="275" y="171"/>
                    </a:lnTo>
                    <a:lnTo>
                      <a:pt x="268" y="172"/>
                    </a:lnTo>
                    <a:lnTo>
                      <a:pt x="268" y="172"/>
                    </a:lnTo>
                    <a:lnTo>
                      <a:pt x="227" y="187"/>
                    </a:lnTo>
                    <a:lnTo>
                      <a:pt x="227" y="187"/>
                    </a:lnTo>
                    <a:lnTo>
                      <a:pt x="222" y="72"/>
                    </a:lnTo>
                    <a:lnTo>
                      <a:pt x="222" y="72"/>
                    </a:lnTo>
                    <a:lnTo>
                      <a:pt x="220" y="67"/>
                    </a:lnTo>
                    <a:lnTo>
                      <a:pt x="220" y="60"/>
                    </a:lnTo>
                    <a:lnTo>
                      <a:pt x="220" y="60"/>
                    </a:lnTo>
                    <a:lnTo>
                      <a:pt x="224" y="57"/>
                    </a:lnTo>
                    <a:lnTo>
                      <a:pt x="230" y="52"/>
                    </a:lnTo>
                    <a:lnTo>
                      <a:pt x="235" y="48"/>
                    </a:lnTo>
                    <a:lnTo>
                      <a:pt x="237" y="47"/>
                    </a:lnTo>
                    <a:lnTo>
                      <a:pt x="238" y="45"/>
                    </a:lnTo>
                    <a:lnTo>
                      <a:pt x="238" y="45"/>
                    </a:lnTo>
                    <a:lnTo>
                      <a:pt x="231" y="34"/>
                    </a:lnTo>
                    <a:lnTo>
                      <a:pt x="226" y="29"/>
                    </a:lnTo>
                    <a:lnTo>
                      <a:pt x="222" y="25"/>
                    </a:lnTo>
                    <a:lnTo>
                      <a:pt x="218" y="22"/>
                    </a:lnTo>
                    <a:lnTo>
                      <a:pt x="212" y="21"/>
                    </a:lnTo>
                    <a:lnTo>
                      <a:pt x="207" y="23"/>
                    </a:lnTo>
                    <a:lnTo>
                      <a:pt x="203" y="29"/>
                    </a:lnTo>
                    <a:lnTo>
                      <a:pt x="203" y="29"/>
                    </a:lnTo>
                    <a:lnTo>
                      <a:pt x="196" y="38"/>
                    </a:lnTo>
                    <a:lnTo>
                      <a:pt x="194" y="44"/>
                    </a:lnTo>
                    <a:lnTo>
                      <a:pt x="196" y="49"/>
                    </a:lnTo>
                    <a:lnTo>
                      <a:pt x="196" y="49"/>
                    </a:lnTo>
                    <a:lnTo>
                      <a:pt x="200" y="57"/>
                    </a:lnTo>
                    <a:lnTo>
                      <a:pt x="201" y="63"/>
                    </a:lnTo>
                    <a:lnTo>
                      <a:pt x="201" y="67"/>
                    </a:lnTo>
                    <a:lnTo>
                      <a:pt x="201" y="67"/>
                    </a:lnTo>
                    <a:lnTo>
                      <a:pt x="197" y="127"/>
                    </a:lnTo>
                    <a:lnTo>
                      <a:pt x="197" y="127"/>
                    </a:lnTo>
                    <a:lnTo>
                      <a:pt x="192" y="186"/>
                    </a:lnTo>
                    <a:lnTo>
                      <a:pt x="192" y="186"/>
                    </a:lnTo>
                    <a:lnTo>
                      <a:pt x="189" y="186"/>
                    </a:lnTo>
                    <a:lnTo>
                      <a:pt x="185" y="187"/>
                    </a:lnTo>
                    <a:lnTo>
                      <a:pt x="173" y="186"/>
                    </a:lnTo>
                    <a:lnTo>
                      <a:pt x="148" y="184"/>
                    </a:lnTo>
                    <a:lnTo>
                      <a:pt x="148" y="184"/>
                    </a:lnTo>
                    <a:lnTo>
                      <a:pt x="158" y="123"/>
                    </a:lnTo>
                    <a:lnTo>
                      <a:pt x="164" y="62"/>
                    </a:lnTo>
                    <a:lnTo>
                      <a:pt x="164" y="62"/>
                    </a:lnTo>
                    <a:lnTo>
                      <a:pt x="164" y="47"/>
                    </a:lnTo>
                    <a:lnTo>
                      <a:pt x="163" y="34"/>
                    </a:lnTo>
                    <a:lnTo>
                      <a:pt x="160" y="21"/>
                    </a:lnTo>
                    <a:lnTo>
                      <a:pt x="158" y="7"/>
                    </a:lnTo>
                    <a:lnTo>
                      <a:pt x="158" y="7"/>
                    </a:lnTo>
                    <a:lnTo>
                      <a:pt x="147" y="14"/>
                    </a:lnTo>
                    <a:lnTo>
                      <a:pt x="136" y="21"/>
                    </a:lnTo>
                    <a:lnTo>
                      <a:pt x="111" y="32"/>
                    </a:lnTo>
                    <a:lnTo>
                      <a:pt x="88" y="42"/>
                    </a:lnTo>
                    <a:lnTo>
                      <a:pt x="65" y="53"/>
                    </a:lnTo>
                    <a:lnTo>
                      <a:pt x="65" y="53"/>
                    </a:lnTo>
                    <a:lnTo>
                      <a:pt x="43" y="66"/>
                    </a:lnTo>
                    <a:lnTo>
                      <a:pt x="32" y="72"/>
                    </a:lnTo>
                    <a:lnTo>
                      <a:pt x="23" y="79"/>
                    </a:lnTo>
                    <a:lnTo>
                      <a:pt x="23" y="79"/>
                    </a:lnTo>
                    <a:lnTo>
                      <a:pt x="20" y="82"/>
                    </a:lnTo>
                    <a:lnTo>
                      <a:pt x="19" y="86"/>
                    </a:lnTo>
                    <a:lnTo>
                      <a:pt x="16" y="96"/>
                    </a:lnTo>
                    <a:lnTo>
                      <a:pt x="15" y="115"/>
                    </a:lnTo>
                    <a:lnTo>
                      <a:pt x="15" y="115"/>
                    </a:lnTo>
                    <a:lnTo>
                      <a:pt x="10" y="135"/>
                    </a:lnTo>
                    <a:lnTo>
                      <a:pt x="8" y="166"/>
                    </a:lnTo>
                    <a:lnTo>
                      <a:pt x="5" y="202"/>
                    </a:lnTo>
                    <a:lnTo>
                      <a:pt x="4" y="221"/>
                    </a:lnTo>
                    <a:lnTo>
                      <a:pt x="5" y="239"/>
                    </a:lnTo>
                    <a:lnTo>
                      <a:pt x="6" y="256"/>
                    </a:lnTo>
                    <a:lnTo>
                      <a:pt x="10" y="271"/>
                    </a:lnTo>
                    <a:lnTo>
                      <a:pt x="15" y="285"/>
                    </a:lnTo>
                    <a:lnTo>
                      <a:pt x="21" y="296"/>
                    </a:lnTo>
                    <a:lnTo>
                      <a:pt x="25" y="300"/>
                    </a:lnTo>
                    <a:lnTo>
                      <a:pt x="29" y="303"/>
                    </a:lnTo>
                    <a:lnTo>
                      <a:pt x="35" y="306"/>
                    </a:lnTo>
                    <a:lnTo>
                      <a:pt x="40" y="307"/>
                    </a:lnTo>
                    <a:lnTo>
                      <a:pt x="47" y="308"/>
                    </a:lnTo>
                    <a:lnTo>
                      <a:pt x="54" y="307"/>
                    </a:lnTo>
                    <a:lnTo>
                      <a:pt x="61" y="306"/>
                    </a:lnTo>
                    <a:lnTo>
                      <a:pt x="70" y="301"/>
                    </a:lnTo>
                    <a:lnTo>
                      <a:pt x="70" y="301"/>
                    </a:lnTo>
                    <a:lnTo>
                      <a:pt x="70" y="312"/>
                    </a:lnTo>
                    <a:lnTo>
                      <a:pt x="72" y="323"/>
                    </a:lnTo>
                    <a:lnTo>
                      <a:pt x="69" y="345"/>
                    </a:lnTo>
                    <a:lnTo>
                      <a:pt x="62" y="389"/>
                    </a:lnTo>
                    <a:lnTo>
                      <a:pt x="62" y="389"/>
                    </a:lnTo>
                    <a:lnTo>
                      <a:pt x="54" y="449"/>
                    </a:lnTo>
                    <a:lnTo>
                      <a:pt x="47" y="479"/>
                    </a:lnTo>
                    <a:lnTo>
                      <a:pt x="40" y="509"/>
                    </a:lnTo>
                    <a:lnTo>
                      <a:pt x="40" y="509"/>
                    </a:lnTo>
                    <a:lnTo>
                      <a:pt x="38" y="515"/>
                    </a:lnTo>
                    <a:lnTo>
                      <a:pt x="34" y="525"/>
                    </a:lnTo>
                    <a:lnTo>
                      <a:pt x="24" y="544"/>
                    </a:lnTo>
                    <a:lnTo>
                      <a:pt x="21" y="554"/>
                    </a:lnTo>
                    <a:lnTo>
                      <a:pt x="21" y="562"/>
                    </a:lnTo>
                    <a:lnTo>
                      <a:pt x="21" y="566"/>
                    </a:lnTo>
                    <a:lnTo>
                      <a:pt x="23" y="570"/>
                    </a:lnTo>
                    <a:lnTo>
                      <a:pt x="25" y="573"/>
                    </a:lnTo>
                    <a:lnTo>
                      <a:pt x="29" y="575"/>
                    </a:lnTo>
                    <a:lnTo>
                      <a:pt x="29" y="575"/>
                    </a:lnTo>
                    <a:lnTo>
                      <a:pt x="44" y="584"/>
                    </a:lnTo>
                    <a:lnTo>
                      <a:pt x="53" y="588"/>
                    </a:lnTo>
                    <a:lnTo>
                      <a:pt x="55" y="590"/>
                    </a:lnTo>
                    <a:lnTo>
                      <a:pt x="57" y="592"/>
                    </a:lnTo>
                    <a:lnTo>
                      <a:pt x="57" y="592"/>
                    </a:lnTo>
                    <a:lnTo>
                      <a:pt x="55" y="615"/>
                    </a:lnTo>
                    <a:lnTo>
                      <a:pt x="55" y="615"/>
                    </a:lnTo>
                    <a:lnTo>
                      <a:pt x="51" y="777"/>
                    </a:lnTo>
                    <a:lnTo>
                      <a:pt x="49" y="858"/>
                    </a:lnTo>
                    <a:lnTo>
                      <a:pt x="49" y="938"/>
                    </a:lnTo>
                    <a:lnTo>
                      <a:pt x="49" y="938"/>
                    </a:lnTo>
                    <a:lnTo>
                      <a:pt x="49" y="1185"/>
                    </a:lnTo>
                    <a:lnTo>
                      <a:pt x="49" y="1185"/>
                    </a:lnTo>
                    <a:lnTo>
                      <a:pt x="49" y="1223"/>
                    </a:lnTo>
                    <a:lnTo>
                      <a:pt x="47" y="1261"/>
                    </a:lnTo>
                    <a:lnTo>
                      <a:pt x="47" y="1261"/>
                    </a:lnTo>
                    <a:lnTo>
                      <a:pt x="47" y="1268"/>
                    </a:lnTo>
                    <a:lnTo>
                      <a:pt x="46" y="1273"/>
                    </a:lnTo>
                    <a:lnTo>
                      <a:pt x="43" y="1276"/>
                    </a:lnTo>
                    <a:lnTo>
                      <a:pt x="40" y="1279"/>
                    </a:lnTo>
                    <a:lnTo>
                      <a:pt x="34" y="1281"/>
                    </a:lnTo>
                    <a:lnTo>
                      <a:pt x="21" y="1287"/>
                    </a:lnTo>
                    <a:lnTo>
                      <a:pt x="21" y="1287"/>
                    </a:lnTo>
                    <a:lnTo>
                      <a:pt x="12" y="1292"/>
                    </a:lnTo>
                    <a:lnTo>
                      <a:pt x="5" y="1301"/>
                    </a:lnTo>
                    <a:lnTo>
                      <a:pt x="1" y="1309"/>
                    </a:lnTo>
                    <a:lnTo>
                      <a:pt x="0" y="1316"/>
                    </a:lnTo>
                    <a:lnTo>
                      <a:pt x="2" y="1324"/>
                    </a:lnTo>
                    <a:lnTo>
                      <a:pt x="4" y="1326"/>
                    </a:lnTo>
                    <a:lnTo>
                      <a:pt x="6" y="1329"/>
                    </a:lnTo>
                    <a:lnTo>
                      <a:pt x="10" y="1332"/>
                    </a:lnTo>
                    <a:lnTo>
                      <a:pt x="15" y="1335"/>
                    </a:lnTo>
                    <a:lnTo>
                      <a:pt x="27" y="1337"/>
                    </a:lnTo>
                    <a:lnTo>
                      <a:pt x="27" y="1337"/>
                    </a:lnTo>
                    <a:lnTo>
                      <a:pt x="43" y="1337"/>
                    </a:lnTo>
                    <a:lnTo>
                      <a:pt x="61" y="1335"/>
                    </a:lnTo>
                    <a:lnTo>
                      <a:pt x="61" y="1335"/>
                    </a:lnTo>
                    <a:lnTo>
                      <a:pt x="66" y="1333"/>
                    </a:lnTo>
                    <a:lnTo>
                      <a:pt x="70" y="1331"/>
                    </a:lnTo>
                    <a:lnTo>
                      <a:pt x="80" y="1324"/>
                    </a:lnTo>
                    <a:lnTo>
                      <a:pt x="88" y="1316"/>
                    </a:lnTo>
                    <a:lnTo>
                      <a:pt x="92" y="1314"/>
                    </a:lnTo>
                    <a:lnTo>
                      <a:pt x="96" y="1313"/>
                    </a:lnTo>
                    <a:lnTo>
                      <a:pt x="96" y="1313"/>
                    </a:lnTo>
                    <a:close/>
                    <a:moveTo>
                      <a:pt x="140" y="297"/>
                    </a:moveTo>
                    <a:lnTo>
                      <a:pt x="140" y="297"/>
                    </a:lnTo>
                    <a:lnTo>
                      <a:pt x="185" y="295"/>
                    </a:lnTo>
                    <a:lnTo>
                      <a:pt x="185" y="295"/>
                    </a:lnTo>
                    <a:lnTo>
                      <a:pt x="173" y="395"/>
                    </a:lnTo>
                    <a:lnTo>
                      <a:pt x="173" y="395"/>
                    </a:lnTo>
                    <a:lnTo>
                      <a:pt x="171" y="409"/>
                    </a:lnTo>
                    <a:lnTo>
                      <a:pt x="171" y="417"/>
                    </a:lnTo>
                    <a:lnTo>
                      <a:pt x="171" y="420"/>
                    </a:lnTo>
                    <a:lnTo>
                      <a:pt x="174" y="423"/>
                    </a:lnTo>
                    <a:lnTo>
                      <a:pt x="174" y="423"/>
                    </a:lnTo>
                    <a:lnTo>
                      <a:pt x="189" y="440"/>
                    </a:lnTo>
                    <a:lnTo>
                      <a:pt x="198" y="450"/>
                    </a:lnTo>
                    <a:lnTo>
                      <a:pt x="203" y="453"/>
                    </a:lnTo>
                    <a:lnTo>
                      <a:pt x="205" y="453"/>
                    </a:lnTo>
                    <a:lnTo>
                      <a:pt x="205" y="453"/>
                    </a:lnTo>
                    <a:lnTo>
                      <a:pt x="224" y="440"/>
                    </a:lnTo>
                    <a:lnTo>
                      <a:pt x="235" y="432"/>
                    </a:lnTo>
                    <a:lnTo>
                      <a:pt x="238" y="430"/>
                    </a:lnTo>
                    <a:lnTo>
                      <a:pt x="239" y="427"/>
                    </a:lnTo>
                    <a:lnTo>
                      <a:pt x="239" y="427"/>
                    </a:lnTo>
                    <a:lnTo>
                      <a:pt x="238" y="385"/>
                    </a:lnTo>
                    <a:lnTo>
                      <a:pt x="238" y="385"/>
                    </a:lnTo>
                    <a:lnTo>
                      <a:pt x="233" y="285"/>
                    </a:lnTo>
                    <a:lnTo>
                      <a:pt x="233" y="285"/>
                    </a:lnTo>
                    <a:lnTo>
                      <a:pt x="283" y="286"/>
                    </a:lnTo>
                    <a:lnTo>
                      <a:pt x="283" y="286"/>
                    </a:lnTo>
                    <a:lnTo>
                      <a:pt x="283" y="289"/>
                    </a:lnTo>
                    <a:lnTo>
                      <a:pt x="286" y="296"/>
                    </a:lnTo>
                    <a:lnTo>
                      <a:pt x="288" y="319"/>
                    </a:lnTo>
                    <a:lnTo>
                      <a:pt x="294" y="355"/>
                    </a:lnTo>
                    <a:lnTo>
                      <a:pt x="294" y="355"/>
                    </a:lnTo>
                    <a:lnTo>
                      <a:pt x="301" y="398"/>
                    </a:lnTo>
                    <a:lnTo>
                      <a:pt x="308" y="442"/>
                    </a:lnTo>
                    <a:lnTo>
                      <a:pt x="308" y="442"/>
                    </a:lnTo>
                    <a:lnTo>
                      <a:pt x="312" y="465"/>
                    </a:lnTo>
                    <a:lnTo>
                      <a:pt x="316" y="479"/>
                    </a:lnTo>
                    <a:lnTo>
                      <a:pt x="317" y="483"/>
                    </a:lnTo>
                    <a:lnTo>
                      <a:pt x="320" y="485"/>
                    </a:lnTo>
                    <a:lnTo>
                      <a:pt x="320" y="485"/>
                    </a:lnTo>
                    <a:lnTo>
                      <a:pt x="298" y="498"/>
                    </a:lnTo>
                    <a:lnTo>
                      <a:pt x="273" y="507"/>
                    </a:lnTo>
                    <a:lnTo>
                      <a:pt x="261" y="510"/>
                    </a:lnTo>
                    <a:lnTo>
                      <a:pt x="249" y="513"/>
                    </a:lnTo>
                    <a:lnTo>
                      <a:pt x="235" y="514"/>
                    </a:lnTo>
                    <a:lnTo>
                      <a:pt x="223" y="514"/>
                    </a:lnTo>
                    <a:lnTo>
                      <a:pt x="223" y="514"/>
                    </a:lnTo>
                    <a:lnTo>
                      <a:pt x="211" y="513"/>
                    </a:lnTo>
                    <a:lnTo>
                      <a:pt x="198" y="510"/>
                    </a:lnTo>
                    <a:lnTo>
                      <a:pt x="186" y="507"/>
                    </a:lnTo>
                    <a:lnTo>
                      <a:pt x="174" y="502"/>
                    </a:lnTo>
                    <a:lnTo>
                      <a:pt x="174" y="502"/>
                    </a:lnTo>
                    <a:lnTo>
                      <a:pt x="163" y="496"/>
                    </a:lnTo>
                    <a:lnTo>
                      <a:pt x="148" y="488"/>
                    </a:lnTo>
                    <a:lnTo>
                      <a:pt x="134" y="479"/>
                    </a:lnTo>
                    <a:lnTo>
                      <a:pt x="130" y="473"/>
                    </a:lnTo>
                    <a:lnTo>
                      <a:pt x="129" y="469"/>
                    </a:lnTo>
                    <a:lnTo>
                      <a:pt x="129" y="469"/>
                    </a:lnTo>
                    <a:lnTo>
                      <a:pt x="129" y="427"/>
                    </a:lnTo>
                    <a:lnTo>
                      <a:pt x="130" y="383"/>
                    </a:lnTo>
                    <a:lnTo>
                      <a:pt x="133" y="341"/>
                    </a:lnTo>
                    <a:lnTo>
                      <a:pt x="136" y="319"/>
                    </a:lnTo>
                    <a:lnTo>
                      <a:pt x="140" y="297"/>
                    </a:lnTo>
                    <a:lnTo>
                      <a:pt x="140" y="29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50150083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fade">
                                      <p:cBhvr>
                                        <p:cTn id="11" dur="500"/>
                                        <p:tgtEl>
                                          <p:spTgt spid="2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fade">
                                      <p:cBhvr>
                                        <p:cTn id="15"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37" grpId="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4"/>
          <p:cNvSpPr/>
          <p:nvPr/>
        </p:nvSpPr>
        <p:spPr>
          <a:xfrm>
            <a:off x="1142966" y="190502"/>
            <a:ext cx="9906069" cy="769441"/>
          </a:xfrm>
          <a:prstGeom prst="rect">
            <a:avLst/>
          </a:prstGeom>
        </p:spPr>
        <p:txBody>
          <a:bodyPr wrap="square">
            <a:spAutoFit/>
          </a:bodyPr>
          <a:lstStyle/>
          <a:p>
            <a:pPr algn="r" rtl="1"/>
            <a:r>
              <a:rPr lang="ar-SA" sz="4400" b="1" u="sng" dirty="0"/>
              <a:t>ما الذي يميز برامج الألعاب التعليمية؟</a:t>
            </a:r>
            <a:endParaRPr lang="en-US" sz="4400" u="sng" dirty="0"/>
          </a:p>
        </p:txBody>
      </p:sp>
      <p:sp>
        <p:nvSpPr>
          <p:cNvPr id="38" name="Rectangle 37"/>
          <p:cNvSpPr/>
          <p:nvPr/>
        </p:nvSpPr>
        <p:spPr>
          <a:xfrm>
            <a:off x="5639038" y="2549028"/>
            <a:ext cx="6003851" cy="2554545"/>
          </a:xfrm>
          <a:prstGeom prst="rect">
            <a:avLst/>
          </a:prstGeom>
        </p:spPr>
        <p:txBody>
          <a:bodyPr wrap="square">
            <a:spAutoFit/>
          </a:bodyPr>
          <a:lstStyle/>
          <a:p>
            <a:pPr rtl="1"/>
            <a:r>
              <a:rPr lang="ar-SA" sz="3200" b="1" dirty="0">
                <a:solidFill>
                  <a:schemeClr val="accent2">
                    <a:lumMod val="75000"/>
                  </a:schemeClr>
                </a:solidFill>
              </a:rPr>
              <a:t>أو أن يقرأ ويفسر بعض الإرشادات، أو أن يجيب عن بعض الأسئلة حول موضوع ما بممارسة مهارة أو مهارات معينة، وبهذه الطريقة تضيف الألعاب التعليمية عنصر الإثارة والحافز إلى العمل التعليمي.</a:t>
            </a:r>
            <a:endParaRPr lang="en-US" sz="3200" b="1" dirty="0">
              <a:solidFill>
                <a:schemeClr val="accent2">
                  <a:lumMod val="75000"/>
                </a:schemeClr>
              </a:solidFill>
            </a:endParaRPr>
          </a:p>
        </p:txBody>
      </p:sp>
      <p:grpSp>
        <p:nvGrpSpPr>
          <p:cNvPr id="4" name="Group 83"/>
          <p:cNvGrpSpPr/>
          <p:nvPr/>
        </p:nvGrpSpPr>
        <p:grpSpPr>
          <a:xfrm>
            <a:off x="608257" y="1825056"/>
            <a:ext cx="3904552" cy="4002491"/>
            <a:chOff x="357158" y="928676"/>
            <a:chExt cx="2522727" cy="2586006"/>
          </a:xfrm>
          <a:solidFill>
            <a:schemeClr val="bg1">
              <a:lumMod val="50000"/>
            </a:schemeClr>
          </a:solidFill>
        </p:grpSpPr>
        <p:sp>
          <p:nvSpPr>
            <p:cNvPr id="64" name="Freeform 5"/>
            <p:cNvSpPr>
              <a:spLocks noEditPoints="1"/>
            </p:cNvSpPr>
            <p:nvPr/>
          </p:nvSpPr>
          <p:spPr bwMode="auto">
            <a:xfrm>
              <a:off x="357158" y="928676"/>
              <a:ext cx="722862" cy="2586006"/>
            </a:xfrm>
            <a:custGeom>
              <a:avLst/>
              <a:gdLst/>
              <a:ahLst/>
              <a:cxnLst>
                <a:cxn ang="0">
                  <a:pos x="412" y="479"/>
                </a:cxn>
                <a:cxn ang="0">
                  <a:pos x="399" y="421"/>
                </a:cxn>
                <a:cxn ang="0">
                  <a:pos x="392" y="355"/>
                </a:cxn>
                <a:cxn ang="0">
                  <a:pos x="357" y="279"/>
                </a:cxn>
                <a:cxn ang="0">
                  <a:pos x="281" y="256"/>
                </a:cxn>
                <a:cxn ang="0">
                  <a:pos x="221" y="259"/>
                </a:cxn>
                <a:cxn ang="0">
                  <a:pos x="161" y="321"/>
                </a:cxn>
                <a:cxn ang="0">
                  <a:pos x="176" y="286"/>
                </a:cxn>
                <a:cxn ang="0">
                  <a:pos x="203" y="227"/>
                </a:cxn>
                <a:cxn ang="0">
                  <a:pos x="223" y="177"/>
                </a:cxn>
                <a:cxn ang="0">
                  <a:pos x="238" y="130"/>
                </a:cxn>
                <a:cxn ang="0">
                  <a:pos x="233" y="56"/>
                </a:cxn>
                <a:cxn ang="0">
                  <a:pos x="198" y="4"/>
                </a:cxn>
                <a:cxn ang="0">
                  <a:pos x="113" y="26"/>
                </a:cxn>
                <a:cxn ang="0">
                  <a:pos x="89" y="83"/>
                </a:cxn>
                <a:cxn ang="0">
                  <a:pos x="86" y="122"/>
                </a:cxn>
                <a:cxn ang="0">
                  <a:pos x="125" y="223"/>
                </a:cxn>
                <a:cxn ang="0">
                  <a:pos x="138" y="275"/>
                </a:cxn>
                <a:cxn ang="0">
                  <a:pos x="140" y="301"/>
                </a:cxn>
                <a:cxn ang="0">
                  <a:pos x="105" y="399"/>
                </a:cxn>
                <a:cxn ang="0">
                  <a:pos x="99" y="297"/>
                </a:cxn>
                <a:cxn ang="0">
                  <a:pos x="131" y="238"/>
                </a:cxn>
                <a:cxn ang="0">
                  <a:pos x="41" y="306"/>
                </a:cxn>
                <a:cxn ang="0">
                  <a:pos x="26" y="444"/>
                </a:cxn>
                <a:cxn ang="0">
                  <a:pos x="37" y="597"/>
                </a:cxn>
                <a:cxn ang="0">
                  <a:pos x="34" y="684"/>
                </a:cxn>
                <a:cxn ang="0">
                  <a:pos x="11" y="775"/>
                </a:cxn>
                <a:cxn ang="0">
                  <a:pos x="7" y="820"/>
                </a:cxn>
                <a:cxn ang="0">
                  <a:pos x="49" y="973"/>
                </a:cxn>
                <a:cxn ang="0">
                  <a:pos x="74" y="1132"/>
                </a:cxn>
                <a:cxn ang="0">
                  <a:pos x="80" y="1213"/>
                </a:cxn>
                <a:cxn ang="0">
                  <a:pos x="80" y="1237"/>
                </a:cxn>
                <a:cxn ang="0">
                  <a:pos x="91" y="1284"/>
                </a:cxn>
                <a:cxn ang="0">
                  <a:pos x="64" y="1342"/>
                </a:cxn>
                <a:cxn ang="0">
                  <a:pos x="27" y="1401"/>
                </a:cxn>
                <a:cxn ang="0">
                  <a:pos x="50" y="1419"/>
                </a:cxn>
                <a:cxn ang="0">
                  <a:pos x="104" y="1400"/>
                </a:cxn>
                <a:cxn ang="0">
                  <a:pos x="134" y="1355"/>
                </a:cxn>
                <a:cxn ang="0">
                  <a:pos x="166" y="1342"/>
                </a:cxn>
                <a:cxn ang="0">
                  <a:pos x="178" y="1244"/>
                </a:cxn>
                <a:cxn ang="0">
                  <a:pos x="180" y="1131"/>
                </a:cxn>
                <a:cxn ang="0">
                  <a:pos x="178" y="969"/>
                </a:cxn>
                <a:cxn ang="0">
                  <a:pos x="207" y="1113"/>
                </a:cxn>
                <a:cxn ang="0">
                  <a:pos x="228" y="1194"/>
                </a:cxn>
                <a:cxn ang="0">
                  <a:pos x="236" y="1282"/>
                </a:cxn>
                <a:cxn ang="0">
                  <a:pos x="252" y="1370"/>
                </a:cxn>
                <a:cxn ang="0">
                  <a:pos x="267" y="1398"/>
                </a:cxn>
                <a:cxn ang="0">
                  <a:pos x="270" y="1440"/>
                </a:cxn>
                <a:cxn ang="0">
                  <a:pos x="304" y="1514"/>
                </a:cxn>
                <a:cxn ang="0">
                  <a:pos x="330" y="1519"/>
                </a:cxn>
                <a:cxn ang="0">
                  <a:pos x="346" y="1455"/>
                </a:cxn>
                <a:cxn ang="0">
                  <a:pos x="334" y="1376"/>
                </a:cxn>
                <a:cxn ang="0">
                  <a:pos x="346" y="1250"/>
                </a:cxn>
                <a:cxn ang="0">
                  <a:pos x="339" y="1176"/>
                </a:cxn>
                <a:cxn ang="0">
                  <a:pos x="335" y="1108"/>
                </a:cxn>
                <a:cxn ang="0">
                  <a:pos x="326" y="1045"/>
                </a:cxn>
                <a:cxn ang="0">
                  <a:pos x="347" y="853"/>
                </a:cxn>
                <a:cxn ang="0">
                  <a:pos x="379" y="802"/>
                </a:cxn>
                <a:cxn ang="0">
                  <a:pos x="365" y="738"/>
                </a:cxn>
                <a:cxn ang="0">
                  <a:pos x="376" y="695"/>
                </a:cxn>
                <a:cxn ang="0">
                  <a:pos x="425" y="583"/>
                </a:cxn>
                <a:cxn ang="0">
                  <a:pos x="420" y="530"/>
                </a:cxn>
                <a:cxn ang="0">
                  <a:pos x="331" y="832"/>
                </a:cxn>
              </a:cxnLst>
              <a:rect l="0" t="0" r="r" b="b"/>
              <a:pathLst>
                <a:path w="425" h="1524">
                  <a:moveTo>
                    <a:pt x="420" y="530"/>
                  </a:moveTo>
                  <a:lnTo>
                    <a:pt x="420" y="530"/>
                  </a:lnTo>
                  <a:lnTo>
                    <a:pt x="420" y="522"/>
                  </a:lnTo>
                  <a:lnTo>
                    <a:pt x="420" y="515"/>
                  </a:lnTo>
                  <a:lnTo>
                    <a:pt x="416" y="501"/>
                  </a:lnTo>
                  <a:lnTo>
                    <a:pt x="412" y="488"/>
                  </a:lnTo>
                  <a:lnTo>
                    <a:pt x="412" y="479"/>
                  </a:lnTo>
                  <a:lnTo>
                    <a:pt x="412" y="473"/>
                  </a:lnTo>
                  <a:lnTo>
                    <a:pt x="412" y="473"/>
                  </a:lnTo>
                  <a:lnTo>
                    <a:pt x="413" y="466"/>
                  </a:lnTo>
                  <a:lnTo>
                    <a:pt x="413" y="459"/>
                  </a:lnTo>
                  <a:lnTo>
                    <a:pt x="410" y="447"/>
                  </a:lnTo>
                  <a:lnTo>
                    <a:pt x="399" y="421"/>
                  </a:lnTo>
                  <a:lnTo>
                    <a:pt x="399" y="421"/>
                  </a:lnTo>
                  <a:lnTo>
                    <a:pt x="398" y="415"/>
                  </a:lnTo>
                  <a:lnTo>
                    <a:pt x="397" y="409"/>
                  </a:lnTo>
                  <a:lnTo>
                    <a:pt x="397" y="396"/>
                  </a:lnTo>
                  <a:lnTo>
                    <a:pt x="397" y="384"/>
                  </a:lnTo>
                  <a:lnTo>
                    <a:pt x="395" y="370"/>
                  </a:lnTo>
                  <a:lnTo>
                    <a:pt x="395" y="370"/>
                  </a:lnTo>
                  <a:lnTo>
                    <a:pt x="392" y="355"/>
                  </a:lnTo>
                  <a:lnTo>
                    <a:pt x="388" y="340"/>
                  </a:lnTo>
                  <a:lnTo>
                    <a:pt x="382" y="312"/>
                  </a:lnTo>
                  <a:lnTo>
                    <a:pt x="382" y="312"/>
                  </a:lnTo>
                  <a:lnTo>
                    <a:pt x="377" y="299"/>
                  </a:lnTo>
                  <a:lnTo>
                    <a:pt x="372" y="291"/>
                  </a:lnTo>
                  <a:lnTo>
                    <a:pt x="365" y="285"/>
                  </a:lnTo>
                  <a:lnTo>
                    <a:pt x="357" y="279"/>
                  </a:lnTo>
                  <a:lnTo>
                    <a:pt x="347" y="275"/>
                  </a:lnTo>
                  <a:lnTo>
                    <a:pt x="337" y="272"/>
                  </a:lnTo>
                  <a:lnTo>
                    <a:pt x="315" y="267"/>
                  </a:lnTo>
                  <a:lnTo>
                    <a:pt x="315" y="267"/>
                  </a:lnTo>
                  <a:lnTo>
                    <a:pt x="303" y="264"/>
                  </a:lnTo>
                  <a:lnTo>
                    <a:pt x="292" y="260"/>
                  </a:lnTo>
                  <a:lnTo>
                    <a:pt x="281" y="256"/>
                  </a:lnTo>
                  <a:lnTo>
                    <a:pt x="270" y="250"/>
                  </a:lnTo>
                  <a:lnTo>
                    <a:pt x="260" y="244"/>
                  </a:lnTo>
                  <a:lnTo>
                    <a:pt x="251" y="237"/>
                  </a:lnTo>
                  <a:lnTo>
                    <a:pt x="243" y="229"/>
                  </a:lnTo>
                  <a:lnTo>
                    <a:pt x="234" y="219"/>
                  </a:lnTo>
                  <a:lnTo>
                    <a:pt x="234" y="219"/>
                  </a:lnTo>
                  <a:lnTo>
                    <a:pt x="221" y="259"/>
                  </a:lnTo>
                  <a:lnTo>
                    <a:pt x="206" y="298"/>
                  </a:lnTo>
                  <a:lnTo>
                    <a:pt x="187" y="336"/>
                  </a:lnTo>
                  <a:lnTo>
                    <a:pt x="166" y="373"/>
                  </a:lnTo>
                  <a:lnTo>
                    <a:pt x="166" y="373"/>
                  </a:lnTo>
                  <a:lnTo>
                    <a:pt x="164" y="354"/>
                  </a:lnTo>
                  <a:lnTo>
                    <a:pt x="161" y="332"/>
                  </a:lnTo>
                  <a:lnTo>
                    <a:pt x="161" y="321"/>
                  </a:lnTo>
                  <a:lnTo>
                    <a:pt x="162" y="310"/>
                  </a:lnTo>
                  <a:lnTo>
                    <a:pt x="165" y="302"/>
                  </a:lnTo>
                  <a:lnTo>
                    <a:pt x="168" y="299"/>
                  </a:lnTo>
                  <a:lnTo>
                    <a:pt x="170" y="295"/>
                  </a:lnTo>
                  <a:lnTo>
                    <a:pt x="170" y="295"/>
                  </a:lnTo>
                  <a:lnTo>
                    <a:pt x="174" y="291"/>
                  </a:lnTo>
                  <a:lnTo>
                    <a:pt x="176" y="286"/>
                  </a:lnTo>
                  <a:lnTo>
                    <a:pt x="176" y="282"/>
                  </a:lnTo>
                  <a:lnTo>
                    <a:pt x="173" y="278"/>
                  </a:lnTo>
                  <a:lnTo>
                    <a:pt x="166" y="270"/>
                  </a:lnTo>
                  <a:lnTo>
                    <a:pt x="158" y="260"/>
                  </a:lnTo>
                  <a:lnTo>
                    <a:pt x="158" y="260"/>
                  </a:lnTo>
                  <a:lnTo>
                    <a:pt x="188" y="238"/>
                  </a:lnTo>
                  <a:lnTo>
                    <a:pt x="203" y="227"/>
                  </a:lnTo>
                  <a:lnTo>
                    <a:pt x="217" y="215"/>
                  </a:lnTo>
                  <a:lnTo>
                    <a:pt x="217" y="215"/>
                  </a:lnTo>
                  <a:lnTo>
                    <a:pt x="219" y="211"/>
                  </a:lnTo>
                  <a:lnTo>
                    <a:pt x="222" y="207"/>
                  </a:lnTo>
                  <a:lnTo>
                    <a:pt x="223" y="197"/>
                  </a:lnTo>
                  <a:lnTo>
                    <a:pt x="223" y="186"/>
                  </a:lnTo>
                  <a:lnTo>
                    <a:pt x="223" y="177"/>
                  </a:lnTo>
                  <a:lnTo>
                    <a:pt x="223" y="177"/>
                  </a:lnTo>
                  <a:lnTo>
                    <a:pt x="223" y="170"/>
                  </a:lnTo>
                  <a:lnTo>
                    <a:pt x="225" y="165"/>
                  </a:lnTo>
                  <a:lnTo>
                    <a:pt x="229" y="152"/>
                  </a:lnTo>
                  <a:lnTo>
                    <a:pt x="234" y="141"/>
                  </a:lnTo>
                  <a:lnTo>
                    <a:pt x="238" y="130"/>
                  </a:lnTo>
                  <a:lnTo>
                    <a:pt x="238" y="130"/>
                  </a:lnTo>
                  <a:lnTo>
                    <a:pt x="240" y="120"/>
                  </a:lnTo>
                  <a:lnTo>
                    <a:pt x="238" y="109"/>
                  </a:lnTo>
                  <a:lnTo>
                    <a:pt x="237" y="98"/>
                  </a:lnTo>
                  <a:lnTo>
                    <a:pt x="236" y="87"/>
                  </a:lnTo>
                  <a:lnTo>
                    <a:pt x="236" y="87"/>
                  </a:lnTo>
                  <a:lnTo>
                    <a:pt x="234" y="66"/>
                  </a:lnTo>
                  <a:lnTo>
                    <a:pt x="233" y="56"/>
                  </a:lnTo>
                  <a:lnTo>
                    <a:pt x="230" y="45"/>
                  </a:lnTo>
                  <a:lnTo>
                    <a:pt x="228" y="35"/>
                  </a:lnTo>
                  <a:lnTo>
                    <a:pt x="222" y="26"/>
                  </a:lnTo>
                  <a:lnTo>
                    <a:pt x="217" y="17"/>
                  </a:lnTo>
                  <a:lnTo>
                    <a:pt x="208" y="9"/>
                  </a:lnTo>
                  <a:lnTo>
                    <a:pt x="208" y="9"/>
                  </a:lnTo>
                  <a:lnTo>
                    <a:pt x="198" y="4"/>
                  </a:lnTo>
                  <a:lnTo>
                    <a:pt x="184" y="0"/>
                  </a:lnTo>
                  <a:lnTo>
                    <a:pt x="172" y="0"/>
                  </a:lnTo>
                  <a:lnTo>
                    <a:pt x="158" y="0"/>
                  </a:lnTo>
                  <a:lnTo>
                    <a:pt x="144" y="4"/>
                  </a:lnTo>
                  <a:lnTo>
                    <a:pt x="132" y="9"/>
                  </a:lnTo>
                  <a:lnTo>
                    <a:pt x="121" y="16"/>
                  </a:lnTo>
                  <a:lnTo>
                    <a:pt x="113" y="26"/>
                  </a:lnTo>
                  <a:lnTo>
                    <a:pt x="113" y="26"/>
                  </a:lnTo>
                  <a:lnTo>
                    <a:pt x="105" y="35"/>
                  </a:lnTo>
                  <a:lnTo>
                    <a:pt x="98" y="47"/>
                  </a:lnTo>
                  <a:lnTo>
                    <a:pt x="93" y="58"/>
                  </a:lnTo>
                  <a:lnTo>
                    <a:pt x="90" y="72"/>
                  </a:lnTo>
                  <a:lnTo>
                    <a:pt x="90" y="72"/>
                  </a:lnTo>
                  <a:lnTo>
                    <a:pt x="89" y="83"/>
                  </a:lnTo>
                  <a:lnTo>
                    <a:pt x="90" y="94"/>
                  </a:lnTo>
                  <a:lnTo>
                    <a:pt x="90" y="94"/>
                  </a:lnTo>
                  <a:lnTo>
                    <a:pt x="90" y="102"/>
                  </a:lnTo>
                  <a:lnTo>
                    <a:pt x="89" y="109"/>
                  </a:lnTo>
                  <a:lnTo>
                    <a:pt x="87" y="115"/>
                  </a:lnTo>
                  <a:lnTo>
                    <a:pt x="86" y="122"/>
                  </a:lnTo>
                  <a:lnTo>
                    <a:pt x="86" y="122"/>
                  </a:lnTo>
                  <a:lnTo>
                    <a:pt x="87" y="136"/>
                  </a:lnTo>
                  <a:lnTo>
                    <a:pt x="90" y="150"/>
                  </a:lnTo>
                  <a:lnTo>
                    <a:pt x="94" y="162"/>
                  </a:lnTo>
                  <a:lnTo>
                    <a:pt x="99" y="174"/>
                  </a:lnTo>
                  <a:lnTo>
                    <a:pt x="113" y="199"/>
                  </a:lnTo>
                  <a:lnTo>
                    <a:pt x="125" y="223"/>
                  </a:lnTo>
                  <a:lnTo>
                    <a:pt x="125" y="223"/>
                  </a:lnTo>
                  <a:lnTo>
                    <a:pt x="135" y="241"/>
                  </a:lnTo>
                  <a:lnTo>
                    <a:pt x="142" y="259"/>
                  </a:lnTo>
                  <a:lnTo>
                    <a:pt x="142" y="259"/>
                  </a:lnTo>
                  <a:lnTo>
                    <a:pt x="143" y="263"/>
                  </a:lnTo>
                  <a:lnTo>
                    <a:pt x="143" y="265"/>
                  </a:lnTo>
                  <a:lnTo>
                    <a:pt x="140" y="271"/>
                  </a:lnTo>
                  <a:lnTo>
                    <a:pt x="138" y="275"/>
                  </a:lnTo>
                  <a:lnTo>
                    <a:pt x="136" y="279"/>
                  </a:lnTo>
                  <a:lnTo>
                    <a:pt x="136" y="282"/>
                  </a:lnTo>
                  <a:lnTo>
                    <a:pt x="136" y="282"/>
                  </a:lnTo>
                  <a:lnTo>
                    <a:pt x="140" y="291"/>
                  </a:lnTo>
                  <a:lnTo>
                    <a:pt x="140" y="297"/>
                  </a:lnTo>
                  <a:lnTo>
                    <a:pt x="140" y="301"/>
                  </a:lnTo>
                  <a:lnTo>
                    <a:pt x="140" y="301"/>
                  </a:lnTo>
                  <a:lnTo>
                    <a:pt x="138" y="305"/>
                  </a:lnTo>
                  <a:lnTo>
                    <a:pt x="134" y="308"/>
                  </a:lnTo>
                  <a:lnTo>
                    <a:pt x="128" y="312"/>
                  </a:lnTo>
                  <a:lnTo>
                    <a:pt x="127" y="313"/>
                  </a:lnTo>
                  <a:lnTo>
                    <a:pt x="125" y="316"/>
                  </a:lnTo>
                  <a:lnTo>
                    <a:pt x="125" y="316"/>
                  </a:lnTo>
                  <a:lnTo>
                    <a:pt x="105" y="399"/>
                  </a:lnTo>
                  <a:lnTo>
                    <a:pt x="105" y="399"/>
                  </a:lnTo>
                  <a:lnTo>
                    <a:pt x="101" y="376"/>
                  </a:lnTo>
                  <a:lnTo>
                    <a:pt x="98" y="353"/>
                  </a:lnTo>
                  <a:lnTo>
                    <a:pt x="98" y="329"/>
                  </a:lnTo>
                  <a:lnTo>
                    <a:pt x="98" y="308"/>
                  </a:lnTo>
                  <a:lnTo>
                    <a:pt x="98" y="308"/>
                  </a:lnTo>
                  <a:lnTo>
                    <a:pt x="99" y="297"/>
                  </a:lnTo>
                  <a:lnTo>
                    <a:pt x="101" y="287"/>
                  </a:lnTo>
                  <a:lnTo>
                    <a:pt x="104" y="279"/>
                  </a:lnTo>
                  <a:lnTo>
                    <a:pt x="109" y="270"/>
                  </a:lnTo>
                  <a:lnTo>
                    <a:pt x="109" y="270"/>
                  </a:lnTo>
                  <a:lnTo>
                    <a:pt x="121" y="255"/>
                  </a:lnTo>
                  <a:lnTo>
                    <a:pt x="127" y="246"/>
                  </a:lnTo>
                  <a:lnTo>
                    <a:pt x="131" y="238"/>
                  </a:lnTo>
                  <a:lnTo>
                    <a:pt x="131" y="238"/>
                  </a:lnTo>
                  <a:lnTo>
                    <a:pt x="113" y="252"/>
                  </a:lnTo>
                  <a:lnTo>
                    <a:pt x="95" y="267"/>
                  </a:lnTo>
                  <a:lnTo>
                    <a:pt x="57" y="293"/>
                  </a:lnTo>
                  <a:lnTo>
                    <a:pt x="57" y="293"/>
                  </a:lnTo>
                  <a:lnTo>
                    <a:pt x="46" y="302"/>
                  </a:lnTo>
                  <a:lnTo>
                    <a:pt x="41" y="306"/>
                  </a:lnTo>
                  <a:lnTo>
                    <a:pt x="38" y="312"/>
                  </a:lnTo>
                  <a:lnTo>
                    <a:pt x="35" y="317"/>
                  </a:lnTo>
                  <a:lnTo>
                    <a:pt x="34" y="324"/>
                  </a:lnTo>
                  <a:lnTo>
                    <a:pt x="31" y="339"/>
                  </a:lnTo>
                  <a:lnTo>
                    <a:pt x="31" y="339"/>
                  </a:lnTo>
                  <a:lnTo>
                    <a:pt x="29" y="391"/>
                  </a:lnTo>
                  <a:lnTo>
                    <a:pt x="26" y="444"/>
                  </a:lnTo>
                  <a:lnTo>
                    <a:pt x="26" y="470"/>
                  </a:lnTo>
                  <a:lnTo>
                    <a:pt x="26" y="497"/>
                  </a:lnTo>
                  <a:lnTo>
                    <a:pt x="27" y="523"/>
                  </a:lnTo>
                  <a:lnTo>
                    <a:pt x="31" y="549"/>
                  </a:lnTo>
                  <a:lnTo>
                    <a:pt x="31" y="549"/>
                  </a:lnTo>
                  <a:lnTo>
                    <a:pt x="34" y="573"/>
                  </a:lnTo>
                  <a:lnTo>
                    <a:pt x="37" y="597"/>
                  </a:lnTo>
                  <a:lnTo>
                    <a:pt x="38" y="621"/>
                  </a:lnTo>
                  <a:lnTo>
                    <a:pt x="38" y="633"/>
                  </a:lnTo>
                  <a:lnTo>
                    <a:pt x="37" y="646"/>
                  </a:lnTo>
                  <a:lnTo>
                    <a:pt x="37" y="646"/>
                  </a:lnTo>
                  <a:lnTo>
                    <a:pt x="33" y="665"/>
                  </a:lnTo>
                  <a:lnTo>
                    <a:pt x="31" y="673"/>
                  </a:lnTo>
                  <a:lnTo>
                    <a:pt x="34" y="684"/>
                  </a:lnTo>
                  <a:lnTo>
                    <a:pt x="34" y="684"/>
                  </a:lnTo>
                  <a:lnTo>
                    <a:pt x="34" y="688"/>
                  </a:lnTo>
                  <a:lnTo>
                    <a:pt x="34" y="693"/>
                  </a:lnTo>
                  <a:lnTo>
                    <a:pt x="31" y="706"/>
                  </a:lnTo>
                  <a:lnTo>
                    <a:pt x="24" y="728"/>
                  </a:lnTo>
                  <a:lnTo>
                    <a:pt x="24" y="728"/>
                  </a:lnTo>
                  <a:lnTo>
                    <a:pt x="11" y="775"/>
                  </a:lnTo>
                  <a:lnTo>
                    <a:pt x="11" y="775"/>
                  </a:lnTo>
                  <a:lnTo>
                    <a:pt x="4" y="794"/>
                  </a:lnTo>
                  <a:lnTo>
                    <a:pt x="1" y="804"/>
                  </a:lnTo>
                  <a:lnTo>
                    <a:pt x="0" y="812"/>
                  </a:lnTo>
                  <a:lnTo>
                    <a:pt x="0" y="812"/>
                  </a:lnTo>
                  <a:lnTo>
                    <a:pt x="3" y="817"/>
                  </a:lnTo>
                  <a:lnTo>
                    <a:pt x="7" y="820"/>
                  </a:lnTo>
                  <a:lnTo>
                    <a:pt x="12" y="822"/>
                  </a:lnTo>
                  <a:lnTo>
                    <a:pt x="19" y="822"/>
                  </a:lnTo>
                  <a:lnTo>
                    <a:pt x="31" y="819"/>
                  </a:lnTo>
                  <a:lnTo>
                    <a:pt x="41" y="816"/>
                  </a:lnTo>
                  <a:lnTo>
                    <a:pt x="41" y="816"/>
                  </a:lnTo>
                  <a:lnTo>
                    <a:pt x="46" y="920"/>
                  </a:lnTo>
                  <a:lnTo>
                    <a:pt x="49" y="973"/>
                  </a:lnTo>
                  <a:lnTo>
                    <a:pt x="53" y="1025"/>
                  </a:lnTo>
                  <a:lnTo>
                    <a:pt x="53" y="1025"/>
                  </a:lnTo>
                  <a:lnTo>
                    <a:pt x="57" y="1046"/>
                  </a:lnTo>
                  <a:lnTo>
                    <a:pt x="61" y="1068"/>
                  </a:lnTo>
                  <a:lnTo>
                    <a:pt x="71" y="1113"/>
                  </a:lnTo>
                  <a:lnTo>
                    <a:pt x="71" y="1113"/>
                  </a:lnTo>
                  <a:lnTo>
                    <a:pt x="74" y="1132"/>
                  </a:lnTo>
                  <a:lnTo>
                    <a:pt x="75" y="1151"/>
                  </a:lnTo>
                  <a:lnTo>
                    <a:pt x="75" y="1191"/>
                  </a:lnTo>
                  <a:lnTo>
                    <a:pt x="75" y="1191"/>
                  </a:lnTo>
                  <a:lnTo>
                    <a:pt x="76" y="1202"/>
                  </a:lnTo>
                  <a:lnTo>
                    <a:pt x="78" y="1209"/>
                  </a:lnTo>
                  <a:lnTo>
                    <a:pt x="80" y="1213"/>
                  </a:lnTo>
                  <a:lnTo>
                    <a:pt x="80" y="1213"/>
                  </a:lnTo>
                  <a:lnTo>
                    <a:pt x="82" y="1215"/>
                  </a:lnTo>
                  <a:lnTo>
                    <a:pt x="83" y="1218"/>
                  </a:lnTo>
                  <a:lnTo>
                    <a:pt x="82" y="1224"/>
                  </a:lnTo>
                  <a:lnTo>
                    <a:pt x="79" y="1228"/>
                  </a:lnTo>
                  <a:lnTo>
                    <a:pt x="79" y="1233"/>
                  </a:lnTo>
                  <a:lnTo>
                    <a:pt x="79" y="1233"/>
                  </a:lnTo>
                  <a:lnTo>
                    <a:pt x="80" y="1237"/>
                  </a:lnTo>
                  <a:lnTo>
                    <a:pt x="83" y="1241"/>
                  </a:lnTo>
                  <a:lnTo>
                    <a:pt x="89" y="1248"/>
                  </a:lnTo>
                  <a:lnTo>
                    <a:pt x="93" y="1256"/>
                  </a:lnTo>
                  <a:lnTo>
                    <a:pt x="94" y="1260"/>
                  </a:lnTo>
                  <a:lnTo>
                    <a:pt x="94" y="1266"/>
                  </a:lnTo>
                  <a:lnTo>
                    <a:pt x="94" y="1266"/>
                  </a:lnTo>
                  <a:lnTo>
                    <a:pt x="91" y="1284"/>
                  </a:lnTo>
                  <a:lnTo>
                    <a:pt x="89" y="1301"/>
                  </a:lnTo>
                  <a:lnTo>
                    <a:pt x="89" y="1301"/>
                  </a:lnTo>
                  <a:lnTo>
                    <a:pt x="87" y="1311"/>
                  </a:lnTo>
                  <a:lnTo>
                    <a:pt x="84" y="1319"/>
                  </a:lnTo>
                  <a:lnTo>
                    <a:pt x="82" y="1326"/>
                  </a:lnTo>
                  <a:lnTo>
                    <a:pt x="76" y="1331"/>
                  </a:lnTo>
                  <a:lnTo>
                    <a:pt x="64" y="1342"/>
                  </a:lnTo>
                  <a:lnTo>
                    <a:pt x="52" y="1355"/>
                  </a:lnTo>
                  <a:lnTo>
                    <a:pt x="52" y="1355"/>
                  </a:lnTo>
                  <a:lnTo>
                    <a:pt x="41" y="1367"/>
                  </a:lnTo>
                  <a:lnTo>
                    <a:pt x="35" y="1375"/>
                  </a:lnTo>
                  <a:lnTo>
                    <a:pt x="31" y="1385"/>
                  </a:lnTo>
                  <a:lnTo>
                    <a:pt x="27" y="1393"/>
                  </a:lnTo>
                  <a:lnTo>
                    <a:pt x="27" y="1401"/>
                  </a:lnTo>
                  <a:lnTo>
                    <a:pt x="29" y="1405"/>
                  </a:lnTo>
                  <a:lnTo>
                    <a:pt x="30" y="1409"/>
                  </a:lnTo>
                  <a:lnTo>
                    <a:pt x="33" y="1412"/>
                  </a:lnTo>
                  <a:lnTo>
                    <a:pt x="37" y="1415"/>
                  </a:lnTo>
                  <a:lnTo>
                    <a:pt x="37" y="1415"/>
                  </a:lnTo>
                  <a:lnTo>
                    <a:pt x="44" y="1417"/>
                  </a:lnTo>
                  <a:lnTo>
                    <a:pt x="50" y="1419"/>
                  </a:lnTo>
                  <a:lnTo>
                    <a:pt x="57" y="1419"/>
                  </a:lnTo>
                  <a:lnTo>
                    <a:pt x="65" y="1417"/>
                  </a:lnTo>
                  <a:lnTo>
                    <a:pt x="80" y="1415"/>
                  </a:lnTo>
                  <a:lnTo>
                    <a:pt x="93" y="1409"/>
                  </a:lnTo>
                  <a:lnTo>
                    <a:pt x="93" y="1409"/>
                  </a:lnTo>
                  <a:lnTo>
                    <a:pt x="98" y="1405"/>
                  </a:lnTo>
                  <a:lnTo>
                    <a:pt x="104" y="1400"/>
                  </a:lnTo>
                  <a:lnTo>
                    <a:pt x="108" y="1394"/>
                  </a:lnTo>
                  <a:lnTo>
                    <a:pt x="110" y="1389"/>
                  </a:lnTo>
                  <a:lnTo>
                    <a:pt x="116" y="1375"/>
                  </a:lnTo>
                  <a:lnTo>
                    <a:pt x="123" y="1363"/>
                  </a:lnTo>
                  <a:lnTo>
                    <a:pt x="123" y="1363"/>
                  </a:lnTo>
                  <a:lnTo>
                    <a:pt x="128" y="1357"/>
                  </a:lnTo>
                  <a:lnTo>
                    <a:pt x="134" y="1355"/>
                  </a:lnTo>
                  <a:lnTo>
                    <a:pt x="139" y="1353"/>
                  </a:lnTo>
                  <a:lnTo>
                    <a:pt x="146" y="1353"/>
                  </a:lnTo>
                  <a:lnTo>
                    <a:pt x="151" y="1353"/>
                  </a:lnTo>
                  <a:lnTo>
                    <a:pt x="157" y="1352"/>
                  </a:lnTo>
                  <a:lnTo>
                    <a:pt x="161" y="1348"/>
                  </a:lnTo>
                  <a:lnTo>
                    <a:pt x="166" y="1342"/>
                  </a:lnTo>
                  <a:lnTo>
                    <a:pt x="166" y="1342"/>
                  </a:lnTo>
                  <a:lnTo>
                    <a:pt x="173" y="1327"/>
                  </a:lnTo>
                  <a:lnTo>
                    <a:pt x="177" y="1311"/>
                  </a:lnTo>
                  <a:lnTo>
                    <a:pt x="178" y="1293"/>
                  </a:lnTo>
                  <a:lnTo>
                    <a:pt x="180" y="1278"/>
                  </a:lnTo>
                  <a:lnTo>
                    <a:pt x="180" y="1278"/>
                  </a:lnTo>
                  <a:lnTo>
                    <a:pt x="180" y="1260"/>
                  </a:lnTo>
                  <a:lnTo>
                    <a:pt x="178" y="1244"/>
                  </a:lnTo>
                  <a:lnTo>
                    <a:pt x="176" y="1210"/>
                  </a:lnTo>
                  <a:lnTo>
                    <a:pt x="176" y="1210"/>
                  </a:lnTo>
                  <a:lnTo>
                    <a:pt x="174" y="1199"/>
                  </a:lnTo>
                  <a:lnTo>
                    <a:pt x="176" y="1187"/>
                  </a:lnTo>
                  <a:lnTo>
                    <a:pt x="178" y="1165"/>
                  </a:lnTo>
                  <a:lnTo>
                    <a:pt x="180" y="1143"/>
                  </a:lnTo>
                  <a:lnTo>
                    <a:pt x="180" y="1131"/>
                  </a:lnTo>
                  <a:lnTo>
                    <a:pt x="178" y="1120"/>
                  </a:lnTo>
                  <a:lnTo>
                    <a:pt x="178" y="1120"/>
                  </a:lnTo>
                  <a:lnTo>
                    <a:pt x="176" y="1096"/>
                  </a:lnTo>
                  <a:lnTo>
                    <a:pt x="173" y="1071"/>
                  </a:lnTo>
                  <a:lnTo>
                    <a:pt x="173" y="1045"/>
                  </a:lnTo>
                  <a:lnTo>
                    <a:pt x="174" y="1019"/>
                  </a:lnTo>
                  <a:lnTo>
                    <a:pt x="178" y="969"/>
                  </a:lnTo>
                  <a:lnTo>
                    <a:pt x="184" y="920"/>
                  </a:lnTo>
                  <a:lnTo>
                    <a:pt x="184" y="920"/>
                  </a:lnTo>
                  <a:lnTo>
                    <a:pt x="192" y="967"/>
                  </a:lnTo>
                  <a:lnTo>
                    <a:pt x="199" y="1015"/>
                  </a:lnTo>
                  <a:lnTo>
                    <a:pt x="204" y="1064"/>
                  </a:lnTo>
                  <a:lnTo>
                    <a:pt x="207" y="1113"/>
                  </a:lnTo>
                  <a:lnTo>
                    <a:pt x="207" y="1113"/>
                  </a:lnTo>
                  <a:lnTo>
                    <a:pt x="208" y="1124"/>
                  </a:lnTo>
                  <a:lnTo>
                    <a:pt x="211" y="1134"/>
                  </a:lnTo>
                  <a:lnTo>
                    <a:pt x="218" y="1153"/>
                  </a:lnTo>
                  <a:lnTo>
                    <a:pt x="225" y="1173"/>
                  </a:lnTo>
                  <a:lnTo>
                    <a:pt x="228" y="1183"/>
                  </a:lnTo>
                  <a:lnTo>
                    <a:pt x="228" y="1194"/>
                  </a:lnTo>
                  <a:lnTo>
                    <a:pt x="228" y="1194"/>
                  </a:lnTo>
                  <a:lnTo>
                    <a:pt x="228" y="1215"/>
                  </a:lnTo>
                  <a:lnTo>
                    <a:pt x="228" y="1226"/>
                  </a:lnTo>
                  <a:lnTo>
                    <a:pt x="230" y="1237"/>
                  </a:lnTo>
                  <a:lnTo>
                    <a:pt x="230" y="1237"/>
                  </a:lnTo>
                  <a:lnTo>
                    <a:pt x="234" y="1259"/>
                  </a:lnTo>
                  <a:lnTo>
                    <a:pt x="236" y="1270"/>
                  </a:lnTo>
                  <a:lnTo>
                    <a:pt x="236" y="1282"/>
                  </a:lnTo>
                  <a:lnTo>
                    <a:pt x="236" y="1282"/>
                  </a:lnTo>
                  <a:lnTo>
                    <a:pt x="236" y="1305"/>
                  </a:lnTo>
                  <a:lnTo>
                    <a:pt x="237" y="1327"/>
                  </a:lnTo>
                  <a:lnTo>
                    <a:pt x="240" y="1338"/>
                  </a:lnTo>
                  <a:lnTo>
                    <a:pt x="243" y="1348"/>
                  </a:lnTo>
                  <a:lnTo>
                    <a:pt x="247" y="1359"/>
                  </a:lnTo>
                  <a:lnTo>
                    <a:pt x="252" y="1370"/>
                  </a:lnTo>
                  <a:lnTo>
                    <a:pt x="252" y="1370"/>
                  </a:lnTo>
                  <a:lnTo>
                    <a:pt x="258" y="1379"/>
                  </a:lnTo>
                  <a:lnTo>
                    <a:pt x="264" y="1389"/>
                  </a:lnTo>
                  <a:lnTo>
                    <a:pt x="264" y="1389"/>
                  </a:lnTo>
                  <a:lnTo>
                    <a:pt x="267" y="1394"/>
                  </a:lnTo>
                  <a:lnTo>
                    <a:pt x="268" y="1397"/>
                  </a:lnTo>
                  <a:lnTo>
                    <a:pt x="267" y="1398"/>
                  </a:lnTo>
                  <a:lnTo>
                    <a:pt x="266" y="1404"/>
                  </a:lnTo>
                  <a:lnTo>
                    <a:pt x="266" y="1404"/>
                  </a:lnTo>
                  <a:lnTo>
                    <a:pt x="266" y="1413"/>
                  </a:lnTo>
                  <a:lnTo>
                    <a:pt x="267" y="1423"/>
                  </a:lnTo>
                  <a:lnTo>
                    <a:pt x="268" y="1431"/>
                  </a:lnTo>
                  <a:lnTo>
                    <a:pt x="270" y="1440"/>
                  </a:lnTo>
                  <a:lnTo>
                    <a:pt x="270" y="1440"/>
                  </a:lnTo>
                  <a:lnTo>
                    <a:pt x="271" y="1457"/>
                  </a:lnTo>
                  <a:lnTo>
                    <a:pt x="274" y="1469"/>
                  </a:lnTo>
                  <a:lnTo>
                    <a:pt x="279" y="1483"/>
                  </a:lnTo>
                  <a:lnTo>
                    <a:pt x="288" y="1495"/>
                  </a:lnTo>
                  <a:lnTo>
                    <a:pt x="288" y="1495"/>
                  </a:lnTo>
                  <a:lnTo>
                    <a:pt x="294" y="1504"/>
                  </a:lnTo>
                  <a:lnTo>
                    <a:pt x="304" y="1514"/>
                  </a:lnTo>
                  <a:lnTo>
                    <a:pt x="308" y="1518"/>
                  </a:lnTo>
                  <a:lnTo>
                    <a:pt x="313" y="1521"/>
                  </a:lnTo>
                  <a:lnTo>
                    <a:pt x="319" y="1524"/>
                  </a:lnTo>
                  <a:lnTo>
                    <a:pt x="324" y="1524"/>
                  </a:lnTo>
                  <a:lnTo>
                    <a:pt x="324" y="1524"/>
                  </a:lnTo>
                  <a:lnTo>
                    <a:pt x="327" y="1522"/>
                  </a:lnTo>
                  <a:lnTo>
                    <a:pt x="330" y="1519"/>
                  </a:lnTo>
                  <a:lnTo>
                    <a:pt x="335" y="1513"/>
                  </a:lnTo>
                  <a:lnTo>
                    <a:pt x="342" y="1498"/>
                  </a:lnTo>
                  <a:lnTo>
                    <a:pt x="342" y="1498"/>
                  </a:lnTo>
                  <a:lnTo>
                    <a:pt x="345" y="1488"/>
                  </a:lnTo>
                  <a:lnTo>
                    <a:pt x="347" y="1477"/>
                  </a:lnTo>
                  <a:lnTo>
                    <a:pt x="347" y="1466"/>
                  </a:lnTo>
                  <a:lnTo>
                    <a:pt x="346" y="1455"/>
                  </a:lnTo>
                  <a:lnTo>
                    <a:pt x="346" y="1455"/>
                  </a:lnTo>
                  <a:lnTo>
                    <a:pt x="341" y="1435"/>
                  </a:lnTo>
                  <a:lnTo>
                    <a:pt x="335" y="1416"/>
                  </a:lnTo>
                  <a:lnTo>
                    <a:pt x="334" y="1406"/>
                  </a:lnTo>
                  <a:lnTo>
                    <a:pt x="332" y="1397"/>
                  </a:lnTo>
                  <a:lnTo>
                    <a:pt x="332" y="1387"/>
                  </a:lnTo>
                  <a:lnTo>
                    <a:pt x="334" y="1376"/>
                  </a:lnTo>
                  <a:lnTo>
                    <a:pt x="334" y="1376"/>
                  </a:lnTo>
                  <a:lnTo>
                    <a:pt x="339" y="1355"/>
                  </a:lnTo>
                  <a:lnTo>
                    <a:pt x="342" y="1334"/>
                  </a:lnTo>
                  <a:lnTo>
                    <a:pt x="345" y="1312"/>
                  </a:lnTo>
                  <a:lnTo>
                    <a:pt x="346" y="1292"/>
                  </a:lnTo>
                  <a:lnTo>
                    <a:pt x="346" y="1271"/>
                  </a:lnTo>
                  <a:lnTo>
                    <a:pt x="346" y="1250"/>
                  </a:lnTo>
                  <a:lnTo>
                    <a:pt x="343" y="1229"/>
                  </a:lnTo>
                  <a:lnTo>
                    <a:pt x="339" y="1207"/>
                  </a:lnTo>
                  <a:lnTo>
                    <a:pt x="339" y="1207"/>
                  </a:lnTo>
                  <a:lnTo>
                    <a:pt x="338" y="1199"/>
                  </a:lnTo>
                  <a:lnTo>
                    <a:pt x="338" y="1192"/>
                  </a:lnTo>
                  <a:lnTo>
                    <a:pt x="339" y="1176"/>
                  </a:lnTo>
                  <a:lnTo>
                    <a:pt x="339" y="1176"/>
                  </a:lnTo>
                  <a:lnTo>
                    <a:pt x="339" y="1165"/>
                  </a:lnTo>
                  <a:lnTo>
                    <a:pt x="338" y="1153"/>
                  </a:lnTo>
                  <a:lnTo>
                    <a:pt x="337" y="1142"/>
                  </a:lnTo>
                  <a:lnTo>
                    <a:pt x="335" y="1131"/>
                  </a:lnTo>
                  <a:lnTo>
                    <a:pt x="335" y="1131"/>
                  </a:lnTo>
                  <a:lnTo>
                    <a:pt x="335" y="1120"/>
                  </a:lnTo>
                  <a:lnTo>
                    <a:pt x="335" y="1108"/>
                  </a:lnTo>
                  <a:lnTo>
                    <a:pt x="335" y="1097"/>
                  </a:lnTo>
                  <a:lnTo>
                    <a:pt x="332" y="1086"/>
                  </a:lnTo>
                  <a:lnTo>
                    <a:pt x="332" y="1086"/>
                  </a:lnTo>
                  <a:lnTo>
                    <a:pt x="327" y="1066"/>
                  </a:lnTo>
                  <a:lnTo>
                    <a:pt x="326" y="1056"/>
                  </a:lnTo>
                  <a:lnTo>
                    <a:pt x="326" y="1045"/>
                  </a:lnTo>
                  <a:lnTo>
                    <a:pt x="326" y="1045"/>
                  </a:lnTo>
                  <a:lnTo>
                    <a:pt x="327" y="832"/>
                  </a:lnTo>
                  <a:lnTo>
                    <a:pt x="327" y="832"/>
                  </a:lnTo>
                  <a:lnTo>
                    <a:pt x="331" y="832"/>
                  </a:lnTo>
                  <a:lnTo>
                    <a:pt x="334" y="834"/>
                  </a:lnTo>
                  <a:lnTo>
                    <a:pt x="341" y="838"/>
                  </a:lnTo>
                  <a:lnTo>
                    <a:pt x="345" y="845"/>
                  </a:lnTo>
                  <a:lnTo>
                    <a:pt x="347" y="853"/>
                  </a:lnTo>
                  <a:lnTo>
                    <a:pt x="347" y="853"/>
                  </a:lnTo>
                  <a:lnTo>
                    <a:pt x="356" y="845"/>
                  </a:lnTo>
                  <a:lnTo>
                    <a:pt x="362" y="838"/>
                  </a:lnTo>
                  <a:lnTo>
                    <a:pt x="368" y="830"/>
                  </a:lnTo>
                  <a:lnTo>
                    <a:pt x="373" y="822"/>
                  </a:lnTo>
                  <a:lnTo>
                    <a:pt x="376" y="812"/>
                  </a:lnTo>
                  <a:lnTo>
                    <a:pt x="379" y="802"/>
                  </a:lnTo>
                  <a:lnTo>
                    <a:pt x="380" y="792"/>
                  </a:lnTo>
                  <a:lnTo>
                    <a:pt x="379" y="781"/>
                  </a:lnTo>
                  <a:lnTo>
                    <a:pt x="379" y="781"/>
                  </a:lnTo>
                  <a:lnTo>
                    <a:pt x="377" y="770"/>
                  </a:lnTo>
                  <a:lnTo>
                    <a:pt x="373" y="759"/>
                  </a:lnTo>
                  <a:lnTo>
                    <a:pt x="369" y="749"/>
                  </a:lnTo>
                  <a:lnTo>
                    <a:pt x="365" y="738"/>
                  </a:lnTo>
                  <a:lnTo>
                    <a:pt x="365" y="738"/>
                  </a:lnTo>
                  <a:lnTo>
                    <a:pt x="365" y="732"/>
                  </a:lnTo>
                  <a:lnTo>
                    <a:pt x="364" y="726"/>
                  </a:lnTo>
                  <a:lnTo>
                    <a:pt x="367" y="715"/>
                  </a:lnTo>
                  <a:lnTo>
                    <a:pt x="371" y="706"/>
                  </a:lnTo>
                  <a:lnTo>
                    <a:pt x="376" y="695"/>
                  </a:lnTo>
                  <a:lnTo>
                    <a:pt x="376" y="695"/>
                  </a:lnTo>
                  <a:lnTo>
                    <a:pt x="387" y="676"/>
                  </a:lnTo>
                  <a:lnTo>
                    <a:pt x="397" y="655"/>
                  </a:lnTo>
                  <a:lnTo>
                    <a:pt x="407" y="633"/>
                  </a:lnTo>
                  <a:lnTo>
                    <a:pt x="416" y="613"/>
                  </a:lnTo>
                  <a:lnTo>
                    <a:pt x="416" y="613"/>
                  </a:lnTo>
                  <a:lnTo>
                    <a:pt x="422" y="593"/>
                  </a:lnTo>
                  <a:lnTo>
                    <a:pt x="425" y="583"/>
                  </a:lnTo>
                  <a:lnTo>
                    <a:pt x="425" y="572"/>
                  </a:lnTo>
                  <a:lnTo>
                    <a:pt x="425" y="572"/>
                  </a:lnTo>
                  <a:lnTo>
                    <a:pt x="424" y="561"/>
                  </a:lnTo>
                  <a:lnTo>
                    <a:pt x="421" y="550"/>
                  </a:lnTo>
                  <a:lnTo>
                    <a:pt x="420" y="541"/>
                  </a:lnTo>
                  <a:lnTo>
                    <a:pt x="420" y="530"/>
                  </a:lnTo>
                  <a:lnTo>
                    <a:pt x="420" y="530"/>
                  </a:lnTo>
                  <a:lnTo>
                    <a:pt x="420" y="531"/>
                  </a:lnTo>
                  <a:lnTo>
                    <a:pt x="420" y="530"/>
                  </a:lnTo>
                  <a:lnTo>
                    <a:pt x="420" y="530"/>
                  </a:lnTo>
                  <a:close/>
                  <a:moveTo>
                    <a:pt x="327" y="832"/>
                  </a:moveTo>
                  <a:lnTo>
                    <a:pt x="327" y="832"/>
                  </a:lnTo>
                  <a:lnTo>
                    <a:pt x="331" y="832"/>
                  </a:lnTo>
                  <a:lnTo>
                    <a:pt x="331" y="832"/>
                  </a:lnTo>
                  <a:lnTo>
                    <a:pt x="332" y="832"/>
                  </a:lnTo>
                  <a:lnTo>
                    <a:pt x="327" y="832"/>
                  </a:lnTo>
                  <a:lnTo>
                    <a:pt x="327" y="83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nvGrpSpPr>
            <p:cNvPr id="5" name="Group 79"/>
            <p:cNvGrpSpPr/>
            <p:nvPr/>
          </p:nvGrpSpPr>
          <p:grpSpPr>
            <a:xfrm>
              <a:off x="2285984" y="1000114"/>
              <a:ext cx="593901" cy="2463832"/>
              <a:chOff x="1858693" y="1193726"/>
              <a:chExt cx="593901" cy="2463832"/>
            </a:xfrm>
            <a:grpFill/>
          </p:grpSpPr>
          <p:sp>
            <p:nvSpPr>
              <p:cNvPr id="65" name="Freeform 7"/>
              <p:cNvSpPr>
                <a:spLocks/>
              </p:cNvSpPr>
              <p:nvPr/>
            </p:nvSpPr>
            <p:spPr bwMode="auto">
              <a:xfrm>
                <a:off x="1943535" y="1193726"/>
                <a:ext cx="295254" cy="363128"/>
              </a:xfrm>
              <a:custGeom>
                <a:avLst/>
                <a:gdLst/>
                <a:ahLst/>
                <a:cxnLst>
                  <a:cxn ang="0">
                    <a:pos x="0" y="160"/>
                  </a:cxn>
                  <a:cxn ang="0">
                    <a:pos x="11" y="163"/>
                  </a:cxn>
                  <a:cxn ang="0">
                    <a:pos x="27" y="175"/>
                  </a:cxn>
                  <a:cxn ang="0">
                    <a:pos x="36" y="182"/>
                  </a:cxn>
                  <a:cxn ang="0">
                    <a:pos x="93" y="215"/>
                  </a:cxn>
                  <a:cxn ang="0">
                    <a:pos x="93" y="209"/>
                  </a:cxn>
                  <a:cxn ang="0">
                    <a:pos x="96" y="206"/>
                  </a:cxn>
                  <a:cxn ang="0">
                    <a:pos x="106" y="204"/>
                  </a:cxn>
                  <a:cxn ang="0">
                    <a:pos x="126" y="202"/>
                  </a:cxn>
                  <a:cxn ang="0">
                    <a:pos x="130" y="200"/>
                  </a:cxn>
                  <a:cxn ang="0">
                    <a:pos x="141" y="183"/>
                  </a:cxn>
                  <a:cxn ang="0">
                    <a:pos x="147" y="164"/>
                  </a:cxn>
                  <a:cxn ang="0">
                    <a:pos x="156" y="125"/>
                  </a:cxn>
                  <a:cxn ang="0">
                    <a:pos x="164" y="104"/>
                  </a:cxn>
                  <a:cxn ang="0">
                    <a:pos x="175" y="86"/>
                  </a:cxn>
                  <a:cxn ang="0">
                    <a:pos x="175" y="80"/>
                  </a:cxn>
                  <a:cxn ang="0">
                    <a:pos x="171" y="56"/>
                  </a:cxn>
                  <a:cxn ang="0">
                    <a:pos x="164" y="43"/>
                  </a:cxn>
                  <a:cxn ang="0">
                    <a:pos x="146" y="21"/>
                  </a:cxn>
                  <a:cxn ang="0">
                    <a:pos x="134" y="11"/>
                  </a:cxn>
                  <a:cxn ang="0">
                    <a:pos x="119" y="5"/>
                  </a:cxn>
                  <a:cxn ang="0">
                    <a:pos x="104" y="0"/>
                  </a:cxn>
                  <a:cxn ang="0">
                    <a:pos x="89" y="2"/>
                  </a:cxn>
                  <a:cxn ang="0">
                    <a:pos x="74" y="6"/>
                  </a:cxn>
                  <a:cxn ang="0">
                    <a:pos x="49" y="21"/>
                  </a:cxn>
                  <a:cxn ang="0">
                    <a:pos x="29" y="47"/>
                  </a:cxn>
                  <a:cxn ang="0">
                    <a:pos x="23" y="63"/>
                  </a:cxn>
                  <a:cxn ang="0">
                    <a:pos x="14" y="96"/>
                  </a:cxn>
                  <a:cxn ang="0">
                    <a:pos x="11" y="114"/>
                  </a:cxn>
                  <a:cxn ang="0">
                    <a:pos x="12" y="141"/>
                  </a:cxn>
                  <a:cxn ang="0">
                    <a:pos x="10" y="152"/>
                  </a:cxn>
                  <a:cxn ang="0">
                    <a:pos x="0" y="160"/>
                  </a:cxn>
                  <a:cxn ang="0">
                    <a:pos x="10" y="159"/>
                  </a:cxn>
                  <a:cxn ang="0">
                    <a:pos x="14" y="157"/>
                  </a:cxn>
                  <a:cxn ang="0">
                    <a:pos x="0" y="160"/>
                  </a:cxn>
                </a:cxnLst>
                <a:rect l="0" t="0" r="r" b="b"/>
                <a:pathLst>
                  <a:path w="175" h="215">
                    <a:moveTo>
                      <a:pt x="0" y="160"/>
                    </a:moveTo>
                    <a:lnTo>
                      <a:pt x="0" y="160"/>
                    </a:lnTo>
                    <a:lnTo>
                      <a:pt x="6" y="161"/>
                    </a:lnTo>
                    <a:lnTo>
                      <a:pt x="11" y="163"/>
                    </a:lnTo>
                    <a:lnTo>
                      <a:pt x="19" y="168"/>
                    </a:lnTo>
                    <a:lnTo>
                      <a:pt x="27" y="175"/>
                    </a:lnTo>
                    <a:lnTo>
                      <a:pt x="36" y="182"/>
                    </a:lnTo>
                    <a:lnTo>
                      <a:pt x="36" y="182"/>
                    </a:lnTo>
                    <a:lnTo>
                      <a:pt x="64" y="198"/>
                    </a:lnTo>
                    <a:lnTo>
                      <a:pt x="93" y="215"/>
                    </a:lnTo>
                    <a:lnTo>
                      <a:pt x="93" y="215"/>
                    </a:lnTo>
                    <a:lnTo>
                      <a:pt x="93" y="209"/>
                    </a:lnTo>
                    <a:lnTo>
                      <a:pt x="94" y="208"/>
                    </a:lnTo>
                    <a:lnTo>
                      <a:pt x="96" y="206"/>
                    </a:lnTo>
                    <a:lnTo>
                      <a:pt x="101" y="205"/>
                    </a:lnTo>
                    <a:lnTo>
                      <a:pt x="106" y="204"/>
                    </a:lnTo>
                    <a:lnTo>
                      <a:pt x="120" y="204"/>
                    </a:lnTo>
                    <a:lnTo>
                      <a:pt x="126" y="202"/>
                    </a:lnTo>
                    <a:lnTo>
                      <a:pt x="130" y="200"/>
                    </a:lnTo>
                    <a:lnTo>
                      <a:pt x="130" y="200"/>
                    </a:lnTo>
                    <a:lnTo>
                      <a:pt x="135" y="191"/>
                    </a:lnTo>
                    <a:lnTo>
                      <a:pt x="141" y="183"/>
                    </a:lnTo>
                    <a:lnTo>
                      <a:pt x="143" y="174"/>
                    </a:lnTo>
                    <a:lnTo>
                      <a:pt x="147" y="164"/>
                    </a:lnTo>
                    <a:lnTo>
                      <a:pt x="156" y="125"/>
                    </a:lnTo>
                    <a:lnTo>
                      <a:pt x="156" y="125"/>
                    </a:lnTo>
                    <a:lnTo>
                      <a:pt x="160" y="114"/>
                    </a:lnTo>
                    <a:lnTo>
                      <a:pt x="164" y="104"/>
                    </a:lnTo>
                    <a:lnTo>
                      <a:pt x="169" y="95"/>
                    </a:lnTo>
                    <a:lnTo>
                      <a:pt x="175" y="86"/>
                    </a:lnTo>
                    <a:lnTo>
                      <a:pt x="175" y="86"/>
                    </a:lnTo>
                    <a:lnTo>
                      <a:pt x="175" y="80"/>
                    </a:lnTo>
                    <a:lnTo>
                      <a:pt x="175" y="71"/>
                    </a:lnTo>
                    <a:lnTo>
                      <a:pt x="171" y="56"/>
                    </a:lnTo>
                    <a:lnTo>
                      <a:pt x="171" y="56"/>
                    </a:lnTo>
                    <a:lnTo>
                      <a:pt x="164" y="43"/>
                    </a:lnTo>
                    <a:lnTo>
                      <a:pt x="156" y="30"/>
                    </a:lnTo>
                    <a:lnTo>
                      <a:pt x="146" y="21"/>
                    </a:lnTo>
                    <a:lnTo>
                      <a:pt x="134" y="11"/>
                    </a:lnTo>
                    <a:lnTo>
                      <a:pt x="134" y="11"/>
                    </a:lnTo>
                    <a:lnTo>
                      <a:pt x="126" y="7"/>
                    </a:lnTo>
                    <a:lnTo>
                      <a:pt x="119" y="5"/>
                    </a:lnTo>
                    <a:lnTo>
                      <a:pt x="111" y="2"/>
                    </a:lnTo>
                    <a:lnTo>
                      <a:pt x="104" y="0"/>
                    </a:lnTo>
                    <a:lnTo>
                      <a:pt x="96" y="0"/>
                    </a:lnTo>
                    <a:lnTo>
                      <a:pt x="89" y="2"/>
                    </a:lnTo>
                    <a:lnTo>
                      <a:pt x="81" y="3"/>
                    </a:lnTo>
                    <a:lnTo>
                      <a:pt x="74" y="6"/>
                    </a:lnTo>
                    <a:lnTo>
                      <a:pt x="62" y="11"/>
                    </a:lnTo>
                    <a:lnTo>
                      <a:pt x="49" y="21"/>
                    </a:lnTo>
                    <a:lnTo>
                      <a:pt x="38" y="33"/>
                    </a:lnTo>
                    <a:lnTo>
                      <a:pt x="29" y="47"/>
                    </a:lnTo>
                    <a:lnTo>
                      <a:pt x="29" y="47"/>
                    </a:lnTo>
                    <a:lnTo>
                      <a:pt x="23" y="63"/>
                    </a:lnTo>
                    <a:lnTo>
                      <a:pt x="18" y="80"/>
                    </a:lnTo>
                    <a:lnTo>
                      <a:pt x="14" y="96"/>
                    </a:lnTo>
                    <a:lnTo>
                      <a:pt x="11" y="114"/>
                    </a:lnTo>
                    <a:lnTo>
                      <a:pt x="11" y="114"/>
                    </a:lnTo>
                    <a:lnTo>
                      <a:pt x="11" y="126"/>
                    </a:lnTo>
                    <a:lnTo>
                      <a:pt x="12" y="141"/>
                    </a:lnTo>
                    <a:lnTo>
                      <a:pt x="12" y="146"/>
                    </a:lnTo>
                    <a:lnTo>
                      <a:pt x="10" y="152"/>
                    </a:lnTo>
                    <a:lnTo>
                      <a:pt x="7" y="157"/>
                    </a:lnTo>
                    <a:lnTo>
                      <a:pt x="0" y="160"/>
                    </a:lnTo>
                    <a:lnTo>
                      <a:pt x="0" y="160"/>
                    </a:lnTo>
                    <a:lnTo>
                      <a:pt x="10" y="159"/>
                    </a:lnTo>
                    <a:lnTo>
                      <a:pt x="14" y="157"/>
                    </a:lnTo>
                    <a:lnTo>
                      <a:pt x="14" y="157"/>
                    </a:lnTo>
                    <a:lnTo>
                      <a:pt x="12" y="157"/>
                    </a:lnTo>
                    <a:lnTo>
                      <a:pt x="0" y="160"/>
                    </a:lnTo>
                    <a:lnTo>
                      <a:pt x="0" y="16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6" name="Freeform 8"/>
              <p:cNvSpPr>
                <a:spLocks noEditPoints="1"/>
              </p:cNvSpPr>
              <p:nvPr/>
            </p:nvSpPr>
            <p:spPr bwMode="auto">
              <a:xfrm>
                <a:off x="1858693" y="1526309"/>
                <a:ext cx="593901" cy="2131249"/>
              </a:xfrm>
              <a:custGeom>
                <a:avLst/>
                <a:gdLst/>
                <a:ahLst/>
                <a:cxnLst>
                  <a:cxn ang="0">
                    <a:pos x="256" y="133"/>
                  </a:cxn>
                  <a:cxn ang="0">
                    <a:pos x="209" y="60"/>
                  </a:cxn>
                  <a:cxn ang="0">
                    <a:pos x="143" y="26"/>
                  </a:cxn>
                  <a:cxn ang="0">
                    <a:pos x="126" y="34"/>
                  </a:cxn>
                  <a:cxn ang="0">
                    <a:pos x="76" y="1"/>
                  </a:cxn>
                  <a:cxn ang="0">
                    <a:pos x="33" y="13"/>
                  </a:cxn>
                  <a:cxn ang="0">
                    <a:pos x="0" y="109"/>
                  </a:cxn>
                  <a:cxn ang="0">
                    <a:pos x="29" y="230"/>
                  </a:cxn>
                  <a:cxn ang="0">
                    <a:pos x="61" y="369"/>
                  </a:cxn>
                  <a:cxn ang="0">
                    <a:pos x="63" y="523"/>
                  </a:cxn>
                  <a:cxn ang="0">
                    <a:pos x="90" y="529"/>
                  </a:cxn>
                  <a:cxn ang="0">
                    <a:pos x="98" y="789"/>
                  </a:cxn>
                  <a:cxn ang="0">
                    <a:pos x="90" y="861"/>
                  </a:cxn>
                  <a:cxn ang="0">
                    <a:pos x="61" y="989"/>
                  </a:cxn>
                  <a:cxn ang="0">
                    <a:pos x="52" y="1096"/>
                  </a:cxn>
                  <a:cxn ang="0">
                    <a:pos x="41" y="1124"/>
                  </a:cxn>
                  <a:cxn ang="0">
                    <a:pos x="49" y="1148"/>
                  </a:cxn>
                  <a:cxn ang="0">
                    <a:pos x="45" y="1212"/>
                  </a:cxn>
                  <a:cxn ang="0">
                    <a:pos x="67" y="1228"/>
                  </a:cxn>
                  <a:cxn ang="0">
                    <a:pos x="98" y="1242"/>
                  </a:cxn>
                  <a:cxn ang="0">
                    <a:pos x="190" y="1257"/>
                  </a:cxn>
                  <a:cxn ang="0">
                    <a:pos x="241" y="1246"/>
                  </a:cxn>
                  <a:cxn ang="0">
                    <a:pos x="213" y="1210"/>
                  </a:cxn>
                  <a:cxn ang="0">
                    <a:pos x="168" y="1175"/>
                  </a:cxn>
                  <a:cxn ang="0">
                    <a:pos x="170" y="1137"/>
                  </a:cxn>
                  <a:cxn ang="0">
                    <a:pos x="210" y="1152"/>
                  </a:cxn>
                  <a:cxn ang="0">
                    <a:pos x="277" y="1150"/>
                  </a:cxn>
                  <a:cxn ang="0">
                    <a:pos x="292" y="1130"/>
                  </a:cxn>
                  <a:cxn ang="0">
                    <a:pos x="244" y="1113"/>
                  </a:cxn>
                  <a:cxn ang="0">
                    <a:pos x="205" y="1083"/>
                  </a:cxn>
                  <a:cxn ang="0">
                    <a:pos x="192" y="1059"/>
                  </a:cxn>
                  <a:cxn ang="0">
                    <a:pos x="190" y="1015"/>
                  </a:cxn>
                  <a:cxn ang="0">
                    <a:pos x="206" y="929"/>
                  </a:cxn>
                  <a:cxn ang="0">
                    <a:pos x="255" y="760"/>
                  </a:cxn>
                  <a:cxn ang="0">
                    <a:pos x="275" y="559"/>
                  </a:cxn>
                  <a:cxn ang="0">
                    <a:pos x="305" y="516"/>
                  </a:cxn>
                  <a:cxn ang="0">
                    <a:pos x="318" y="452"/>
                  </a:cxn>
                  <a:cxn ang="0">
                    <a:pos x="275" y="315"/>
                  </a:cxn>
                  <a:cxn ang="0">
                    <a:pos x="282" y="270"/>
                  </a:cxn>
                  <a:cxn ang="0">
                    <a:pos x="341" y="261"/>
                  </a:cxn>
                  <a:cxn ang="0">
                    <a:pos x="350" y="219"/>
                  </a:cxn>
                  <a:cxn ang="0">
                    <a:pos x="315" y="180"/>
                  </a:cxn>
                  <a:cxn ang="0">
                    <a:pos x="161" y="41"/>
                  </a:cxn>
                  <a:cxn ang="0">
                    <a:pos x="202" y="146"/>
                  </a:cxn>
                  <a:cxn ang="0">
                    <a:pos x="177" y="84"/>
                  </a:cxn>
                  <a:cxn ang="0">
                    <a:pos x="170" y="56"/>
                  </a:cxn>
                  <a:cxn ang="0">
                    <a:pos x="214" y="124"/>
                  </a:cxn>
                  <a:cxn ang="0">
                    <a:pos x="215" y="159"/>
                  </a:cxn>
                  <a:cxn ang="0">
                    <a:pos x="220" y="107"/>
                  </a:cxn>
                  <a:cxn ang="0">
                    <a:pos x="207" y="80"/>
                  </a:cxn>
                  <a:cxn ang="0">
                    <a:pos x="251" y="161"/>
                  </a:cxn>
                  <a:cxn ang="0">
                    <a:pos x="222" y="113"/>
                  </a:cxn>
                  <a:cxn ang="0">
                    <a:pos x="248" y="443"/>
                  </a:cxn>
                  <a:cxn ang="0">
                    <a:pos x="265" y="417"/>
                  </a:cxn>
                  <a:cxn ang="0">
                    <a:pos x="248" y="443"/>
                  </a:cxn>
                  <a:cxn ang="0">
                    <a:pos x="255" y="407"/>
                  </a:cxn>
                  <a:cxn ang="0">
                    <a:pos x="254" y="353"/>
                  </a:cxn>
                  <a:cxn ang="0">
                    <a:pos x="262" y="281"/>
                  </a:cxn>
                  <a:cxn ang="0">
                    <a:pos x="278" y="405"/>
                  </a:cxn>
                </a:cxnLst>
                <a:rect l="0" t="0" r="r" b="b"/>
                <a:pathLst>
                  <a:path w="350" h="1257">
                    <a:moveTo>
                      <a:pt x="315" y="180"/>
                    </a:moveTo>
                    <a:lnTo>
                      <a:pt x="315" y="180"/>
                    </a:lnTo>
                    <a:lnTo>
                      <a:pt x="297" y="169"/>
                    </a:lnTo>
                    <a:lnTo>
                      <a:pt x="280" y="157"/>
                    </a:lnTo>
                    <a:lnTo>
                      <a:pt x="271" y="150"/>
                    </a:lnTo>
                    <a:lnTo>
                      <a:pt x="263" y="142"/>
                    </a:lnTo>
                    <a:lnTo>
                      <a:pt x="256" y="133"/>
                    </a:lnTo>
                    <a:lnTo>
                      <a:pt x="251" y="124"/>
                    </a:lnTo>
                    <a:lnTo>
                      <a:pt x="251" y="124"/>
                    </a:lnTo>
                    <a:lnTo>
                      <a:pt x="241" y="105"/>
                    </a:lnTo>
                    <a:lnTo>
                      <a:pt x="230" y="84"/>
                    </a:lnTo>
                    <a:lnTo>
                      <a:pt x="225" y="75"/>
                    </a:lnTo>
                    <a:lnTo>
                      <a:pt x="217" y="67"/>
                    </a:lnTo>
                    <a:lnTo>
                      <a:pt x="209" y="60"/>
                    </a:lnTo>
                    <a:lnTo>
                      <a:pt x="199" y="54"/>
                    </a:lnTo>
                    <a:lnTo>
                      <a:pt x="199" y="54"/>
                    </a:lnTo>
                    <a:lnTo>
                      <a:pt x="175" y="41"/>
                    </a:lnTo>
                    <a:lnTo>
                      <a:pt x="150" y="27"/>
                    </a:lnTo>
                    <a:lnTo>
                      <a:pt x="150" y="27"/>
                    </a:lnTo>
                    <a:lnTo>
                      <a:pt x="146" y="26"/>
                    </a:lnTo>
                    <a:lnTo>
                      <a:pt x="143" y="26"/>
                    </a:lnTo>
                    <a:lnTo>
                      <a:pt x="142" y="27"/>
                    </a:lnTo>
                    <a:lnTo>
                      <a:pt x="139" y="30"/>
                    </a:lnTo>
                    <a:lnTo>
                      <a:pt x="136" y="34"/>
                    </a:lnTo>
                    <a:lnTo>
                      <a:pt x="134" y="35"/>
                    </a:lnTo>
                    <a:lnTo>
                      <a:pt x="130" y="35"/>
                    </a:lnTo>
                    <a:lnTo>
                      <a:pt x="130" y="35"/>
                    </a:lnTo>
                    <a:lnTo>
                      <a:pt x="126" y="34"/>
                    </a:lnTo>
                    <a:lnTo>
                      <a:pt x="120" y="30"/>
                    </a:lnTo>
                    <a:lnTo>
                      <a:pt x="112" y="23"/>
                    </a:lnTo>
                    <a:lnTo>
                      <a:pt x="112" y="23"/>
                    </a:lnTo>
                    <a:lnTo>
                      <a:pt x="100" y="13"/>
                    </a:lnTo>
                    <a:lnTo>
                      <a:pt x="85" y="5"/>
                    </a:lnTo>
                    <a:lnTo>
                      <a:pt x="85" y="5"/>
                    </a:lnTo>
                    <a:lnTo>
                      <a:pt x="76" y="1"/>
                    </a:lnTo>
                    <a:lnTo>
                      <a:pt x="70" y="0"/>
                    </a:lnTo>
                    <a:lnTo>
                      <a:pt x="63" y="0"/>
                    </a:lnTo>
                    <a:lnTo>
                      <a:pt x="56" y="0"/>
                    </a:lnTo>
                    <a:lnTo>
                      <a:pt x="49" y="3"/>
                    </a:lnTo>
                    <a:lnTo>
                      <a:pt x="44" y="5"/>
                    </a:lnTo>
                    <a:lnTo>
                      <a:pt x="38" y="9"/>
                    </a:lnTo>
                    <a:lnTo>
                      <a:pt x="33" y="13"/>
                    </a:lnTo>
                    <a:lnTo>
                      <a:pt x="25" y="26"/>
                    </a:lnTo>
                    <a:lnTo>
                      <a:pt x="16" y="39"/>
                    </a:lnTo>
                    <a:lnTo>
                      <a:pt x="11" y="53"/>
                    </a:lnTo>
                    <a:lnTo>
                      <a:pt x="7" y="68"/>
                    </a:lnTo>
                    <a:lnTo>
                      <a:pt x="7" y="68"/>
                    </a:lnTo>
                    <a:lnTo>
                      <a:pt x="3" y="87"/>
                    </a:lnTo>
                    <a:lnTo>
                      <a:pt x="0" y="109"/>
                    </a:lnTo>
                    <a:lnTo>
                      <a:pt x="1" y="129"/>
                    </a:lnTo>
                    <a:lnTo>
                      <a:pt x="4" y="150"/>
                    </a:lnTo>
                    <a:lnTo>
                      <a:pt x="8" y="172"/>
                    </a:lnTo>
                    <a:lnTo>
                      <a:pt x="14" y="192"/>
                    </a:lnTo>
                    <a:lnTo>
                      <a:pt x="21" y="211"/>
                    </a:lnTo>
                    <a:lnTo>
                      <a:pt x="29" y="230"/>
                    </a:lnTo>
                    <a:lnTo>
                      <a:pt x="29" y="230"/>
                    </a:lnTo>
                    <a:lnTo>
                      <a:pt x="48" y="271"/>
                    </a:lnTo>
                    <a:lnTo>
                      <a:pt x="56" y="291"/>
                    </a:lnTo>
                    <a:lnTo>
                      <a:pt x="59" y="302"/>
                    </a:lnTo>
                    <a:lnTo>
                      <a:pt x="60" y="313"/>
                    </a:lnTo>
                    <a:lnTo>
                      <a:pt x="60" y="313"/>
                    </a:lnTo>
                    <a:lnTo>
                      <a:pt x="61" y="341"/>
                    </a:lnTo>
                    <a:lnTo>
                      <a:pt x="61" y="369"/>
                    </a:lnTo>
                    <a:lnTo>
                      <a:pt x="61" y="424"/>
                    </a:lnTo>
                    <a:lnTo>
                      <a:pt x="61" y="424"/>
                    </a:lnTo>
                    <a:lnTo>
                      <a:pt x="61" y="448"/>
                    </a:lnTo>
                    <a:lnTo>
                      <a:pt x="60" y="474"/>
                    </a:lnTo>
                    <a:lnTo>
                      <a:pt x="60" y="499"/>
                    </a:lnTo>
                    <a:lnTo>
                      <a:pt x="60" y="511"/>
                    </a:lnTo>
                    <a:lnTo>
                      <a:pt x="63" y="523"/>
                    </a:lnTo>
                    <a:lnTo>
                      <a:pt x="63" y="523"/>
                    </a:lnTo>
                    <a:lnTo>
                      <a:pt x="63" y="526"/>
                    </a:lnTo>
                    <a:lnTo>
                      <a:pt x="66" y="527"/>
                    </a:lnTo>
                    <a:lnTo>
                      <a:pt x="71" y="529"/>
                    </a:lnTo>
                    <a:lnTo>
                      <a:pt x="83" y="529"/>
                    </a:lnTo>
                    <a:lnTo>
                      <a:pt x="83" y="529"/>
                    </a:lnTo>
                    <a:lnTo>
                      <a:pt x="90" y="529"/>
                    </a:lnTo>
                    <a:lnTo>
                      <a:pt x="94" y="531"/>
                    </a:lnTo>
                    <a:lnTo>
                      <a:pt x="97" y="535"/>
                    </a:lnTo>
                    <a:lnTo>
                      <a:pt x="98" y="540"/>
                    </a:lnTo>
                    <a:lnTo>
                      <a:pt x="98" y="552"/>
                    </a:lnTo>
                    <a:lnTo>
                      <a:pt x="97" y="563"/>
                    </a:lnTo>
                    <a:lnTo>
                      <a:pt x="97" y="563"/>
                    </a:lnTo>
                    <a:lnTo>
                      <a:pt x="98" y="789"/>
                    </a:lnTo>
                    <a:lnTo>
                      <a:pt x="98" y="789"/>
                    </a:lnTo>
                    <a:lnTo>
                      <a:pt x="98" y="815"/>
                    </a:lnTo>
                    <a:lnTo>
                      <a:pt x="98" y="829"/>
                    </a:lnTo>
                    <a:lnTo>
                      <a:pt x="97" y="841"/>
                    </a:lnTo>
                    <a:lnTo>
                      <a:pt x="97" y="841"/>
                    </a:lnTo>
                    <a:lnTo>
                      <a:pt x="94" y="850"/>
                    </a:lnTo>
                    <a:lnTo>
                      <a:pt x="90" y="861"/>
                    </a:lnTo>
                    <a:lnTo>
                      <a:pt x="83" y="882"/>
                    </a:lnTo>
                    <a:lnTo>
                      <a:pt x="83" y="882"/>
                    </a:lnTo>
                    <a:lnTo>
                      <a:pt x="76" y="909"/>
                    </a:lnTo>
                    <a:lnTo>
                      <a:pt x="70" y="935"/>
                    </a:lnTo>
                    <a:lnTo>
                      <a:pt x="66" y="962"/>
                    </a:lnTo>
                    <a:lnTo>
                      <a:pt x="61" y="989"/>
                    </a:lnTo>
                    <a:lnTo>
                      <a:pt x="61" y="989"/>
                    </a:lnTo>
                    <a:lnTo>
                      <a:pt x="56" y="1037"/>
                    </a:lnTo>
                    <a:lnTo>
                      <a:pt x="53" y="1085"/>
                    </a:lnTo>
                    <a:lnTo>
                      <a:pt x="53" y="1085"/>
                    </a:lnTo>
                    <a:lnTo>
                      <a:pt x="55" y="1081"/>
                    </a:lnTo>
                    <a:lnTo>
                      <a:pt x="55" y="1081"/>
                    </a:lnTo>
                    <a:lnTo>
                      <a:pt x="53" y="1090"/>
                    </a:lnTo>
                    <a:lnTo>
                      <a:pt x="52" y="1096"/>
                    </a:lnTo>
                    <a:lnTo>
                      <a:pt x="51" y="1101"/>
                    </a:lnTo>
                    <a:lnTo>
                      <a:pt x="51" y="1101"/>
                    </a:lnTo>
                    <a:lnTo>
                      <a:pt x="53" y="1086"/>
                    </a:lnTo>
                    <a:lnTo>
                      <a:pt x="53" y="1086"/>
                    </a:lnTo>
                    <a:lnTo>
                      <a:pt x="45" y="1108"/>
                    </a:lnTo>
                    <a:lnTo>
                      <a:pt x="41" y="1119"/>
                    </a:lnTo>
                    <a:lnTo>
                      <a:pt x="41" y="1124"/>
                    </a:lnTo>
                    <a:lnTo>
                      <a:pt x="41" y="1130"/>
                    </a:lnTo>
                    <a:lnTo>
                      <a:pt x="41" y="1130"/>
                    </a:lnTo>
                    <a:lnTo>
                      <a:pt x="45" y="1135"/>
                    </a:lnTo>
                    <a:lnTo>
                      <a:pt x="48" y="1138"/>
                    </a:lnTo>
                    <a:lnTo>
                      <a:pt x="49" y="1141"/>
                    </a:lnTo>
                    <a:lnTo>
                      <a:pt x="49" y="1141"/>
                    </a:lnTo>
                    <a:lnTo>
                      <a:pt x="49" y="1148"/>
                    </a:lnTo>
                    <a:lnTo>
                      <a:pt x="48" y="1154"/>
                    </a:lnTo>
                    <a:lnTo>
                      <a:pt x="44" y="1168"/>
                    </a:lnTo>
                    <a:lnTo>
                      <a:pt x="44" y="1168"/>
                    </a:lnTo>
                    <a:lnTo>
                      <a:pt x="42" y="1182"/>
                    </a:lnTo>
                    <a:lnTo>
                      <a:pt x="42" y="1197"/>
                    </a:lnTo>
                    <a:lnTo>
                      <a:pt x="42" y="1205"/>
                    </a:lnTo>
                    <a:lnTo>
                      <a:pt x="45" y="1212"/>
                    </a:lnTo>
                    <a:lnTo>
                      <a:pt x="48" y="1217"/>
                    </a:lnTo>
                    <a:lnTo>
                      <a:pt x="52" y="1222"/>
                    </a:lnTo>
                    <a:lnTo>
                      <a:pt x="52" y="1222"/>
                    </a:lnTo>
                    <a:lnTo>
                      <a:pt x="56" y="1227"/>
                    </a:lnTo>
                    <a:lnTo>
                      <a:pt x="60" y="1229"/>
                    </a:lnTo>
                    <a:lnTo>
                      <a:pt x="64" y="1229"/>
                    </a:lnTo>
                    <a:lnTo>
                      <a:pt x="67" y="1228"/>
                    </a:lnTo>
                    <a:lnTo>
                      <a:pt x="72" y="1224"/>
                    </a:lnTo>
                    <a:lnTo>
                      <a:pt x="81" y="1218"/>
                    </a:lnTo>
                    <a:lnTo>
                      <a:pt x="81" y="1218"/>
                    </a:lnTo>
                    <a:lnTo>
                      <a:pt x="83" y="1225"/>
                    </a:lnTo>
                    <a:lnTo>
                      <a:pt x="87" y="1232"/>
                    </a:lnTo>
                    <a:lnTo>
                      <a:pt x="93" y="1236"/>
                    </a:lnTo>
                    <a:lnTo>
                      <a:pt x="98" y="1242"/>
                    </a:lnTo>
                    <a:lnTo>
                      <a:pt x="105" y="1244"/>
                    </a:lnTo>
                    <a:lnTo>
                      <a:pt x="112" y="1248"/>
                    </a:lnTo>
                    <a:lnTo>
                      <a:pt x="128" y="1252"/>
                    </a:lnTo>
                    <a:lnTo>
                      <a:pt x="145" y="1255"/>
                    </a:lnTo>
                    <a:lnTo>
                      <a:pt x="161" y="1257"/>
                    </a:lnTo>
                    <a:lnTo>
                      <a:pt x="190" y="1257"/>
                    </a:lnTo>
                    <a:lnTo>
                      <a:pt x="190" y="1257"/>
                    </a:lnTo>
                    <a:lnTo>
                      <a:pt x="205" y="1257"/>
                    </a:lnTo>
                    <a:lnTo>
                      <a:pt x="222" y="1257"/>
                    </a:lnTo>
                    <a:lnTo>
                      <a:pt x="232" y="1255"/>
                    </a:lnTo>
                    <a:lnTo>
                      <a:pt x="239" y="1252"/>
                    </a:lnTo>
                    <a:lnTo>
                      <a:pt x="240" y="1251"/>
                    </a:lnTo>
                    <a:lnTo>
                      <a:pt x="241" y="1248"/>
                    </a:lnTo>
                    <a:lnTo>
                      <a:pt x="241" y="1246"/>
                    </a:lnTo>
                    <a:lnTo>
                      <a:pt x="241" y="1242"/>
                    </a:lnTo>
                    <a:lnTo>
                      <a:pt x="241" y="1242"/>
                    </a:lnTo>
                    <a:lnTo>
                      <a:pt x="237" y="1235"/>
                    </a:lnTo>
                    <a:lnTo>
                      <a:pt x="233" y="1228"/>
                    </a:lnTo>
                    <a:lnTo>
                      <a:pt x="229" y="1222"/>
                    </a:lnTo>
                    <a:lnTo>
                      <a:pt x="224" y="1218"/>
                    </a:lnTo>
                    <a:lnTo>
                      <a:pt x="213" y="1210"/>
                    </a:lnTo>
                    <a:lnTo>
                      <a:pt x="199" y="1203"/>
                    </a:lnTo>
                    <a:lnTo>
                      <a:pt x="199" y="1203"/>
                    </a:lnTo>
                    <a:lnTo>
                      <a:pt x="185" y="1195"/>
                    </a:lnTo>
                    <a:lnTo>
                      <a:pt x="180" y="1191"/>
                    </a:lnTo>
                    <a:lnTo>
                      <a:pt x="176" y="1186"/>
                    </a:lnTo>
                    <a:lnTo>
                      <a:pt x="172" y="1180"/>
                    </a:lnTo>
                    <a:lnTo>
                      <a:pt x="168" y="1175"/>
                    </a:lnTo>
                    <a:lnTo>
                      <a:pt x="165" y="1167"/>
                    </a:lnTo>
                    <a:lnTo>
                      <a:pt x="164" y="1160"/>
                    </a:lnTo>
                    <a:lnTo>
                      <a:pt x="164" y="1160"/>
                    </a:lnTo>
                    <a:lnTo>
                      <a:pt x="164" y="1152"/>
                    </a:lnTo>
                    <a:lnTo>
                      <a:pt x="164" y="1145"/>
                    </a:lnTo>
                    <a:lnTo>
                      <a:pt x="166" y="1139"/>
                    </a:lnTo>
                    <a:lnTo>
                      <a:pt x="170" y="1137"/>
                    </a:lnTo>
                    <a:lnTo>
                      <a:pt x="175" y="1135"/>
                    </a:lnTo>
                    <a:lnTo>
                      <a:pt x="181" y="1135"/>
                    </a:lnTo>
                    <a:lnTo>
                      <a:pt x="187" y="1138"/>
                    </a:lnTo>
                    <a:lnTo>
                      <a:pt x="194" y="1142"/>
                    </a:lnTo>
                    <a:lnTo>
                      <a:pt x="194" y="1142"/>
                    </a:lnTo>
                    <a:lnTo>
                      <a:pt x="202" y="1148"/>
                    </a:lnTo>
                    <a:lnTo>
                      <a:pt x="210" y="1152"/>
                    </a:lnTo>
                    <a:lnTo>
                      <a:pt x="220" y="1153"/>
                    </a:lnTo>
                    <a:lnTo>
                      <a:pt x="230" y="1154"/>
                    </a:lnTo>
                    <a:lnTo>
                      <a:pt x="240" y="1154"/>
                    </a:lnTo>
                    <a:lnTo>
                      <a:pt x="251" y="1154"/>
                    </a:lnTo>
                    <a:lnTo>
                      <a:pt x="270" y="1152"/>
                    </a:lnTo>
                    <a:lnTo>
                      <a:pt x="270" y="1152"/>
                    </a:lnTo>
                    <a:lnTo>
                      <a:pt x="277" y="1150"/>
                    </a:lnTo>
                    <a:lnTo>
                      <a:pt x="285" y="1149"/>
                    </a:lnTo>
                    <a:lnTo>
                      <a:pt x="288" y="1148"/>
                    </a:lnTo>
                    <a:lnTo>
                      <a:pt x="292" y="1145"/>
                    </a:lnTo>
                    <a:lnTo>
                      <a:pt x="293" y="1142"/>
                    </a:lnTo>
                    <a:lnTo>
                      <a:pt x="293" y="1138"/>
                    </a:lnTo>
                    <a:lnTo>
                      <a:pt x="293" y="1138"/>
                    </a:lnTo>
                    <a:lnTo>
                      <a:pt x="292" y="1130"/>
                    </a:lnTo>
                    <a:lnTo>
                      <a:pt x="290" y="1127"/>
                    </a:lnTo>
                    <a:lnTo>
                      <a:pt x="289" y="1126"/>
                    </a:lnTo>
                    <a:lnTo>
                      <a:pt x="284" y="1123"/>
                    </a:lnTo>
                    <a:lnTo>
                      <a:pt x="275" y="1122"/>
                    </a:lnTo>
                    <a:lnTo>
                      <a:pt x="275" y="1122"/>
                    </a:lnTo>
                    <a:lnTo>
                      <a:pt x="255" y="1116"/>
                    </a:lnTo>
                    <a:lnTo>
                      <a:pt x="244" y="1113"/>
                    </a:lnTo>
                    <a:lnTo>
                      <a:pt x="232" y="1111"/>
                    </a:lnTo>
                    <a:lnTo>
                      <a:pt x="222" y="1105"/>
                    </a:lnTo>
                    <a:lnTo>
                      <a:pt x="213" y="1100"/>
                    </a:lnTo>
                    <a:lnTo>
                      <a:pt x="210" y="1097"/>
                    </a:lnTo>
                    <a:lnTo>
                      <a:pt x="207" y="1093"/>
                    </a:lnTo>
                    <a:lnTo>
                      <a:pt x="206" y="1089"/>
                    </a:lnTo>
                    <a:lnTo>
                      <a:pt x="205" y="1083"/>
                    </a:lnTo>
                    <a:lnTo>
                      <a:pt x="205" y="1083"/>
                    </a:lnTo>
                    <a:lnTo>
                      <a:pt x="203" y="1077"/>
                    </a:lnTo>
                    <a:lnTo>
                      <a:pt x="200" y="1073"/>
                    </a:lnTo>
                    <a:lnTo>
                      <a:pt x="196" y="1067"/>
                    </a:lnTo>
                    <a:lnTo>
                      <a:pt x="194" y="1062"/>
                    </a:lnTo>
                    <a:lnTo>
                      <a:pt x="194" y="1062"/>
                    </a:lnTo>
                    <a:lnTo>
                      <a:pt x="192" y="1059"/>
                    </a:lnTo>
                    <a:lnTo>
                      <a:pt x="192" y="1055"/>
                    </a:lnTo>
                    <a:lnTo>
                      <a:pt x="195" y="1047"/>
                    </a:lnTo>
                    <a:lnTo>
                      <a:pt x="198" y="1040"/>
                    </a:lnTo>
                    <a:lnTo>
                      <a:pt x="198" y="1036"/>
                    </a:lnTo>
                    <a:lnTo>
                      <a:pt x="198" y="1032"/>
                    </a:lnTo>
                    <a:lnTo>
                      <a:pt x="198" y="1032"/>
                    </a:lnTo>
                    <a:lnTo>
                      <a:pt x="190" y="1015"/>
                    </a:lnTo>
                    <a:lnTo>
                      <a:pt x="187" y="1006"/>
                    </a:lnTo>
                    <a:lnTo>
                      <a:pt x="187" y="1002"/>
                    </a:lnTo>
                    <a:lnTo>
                      <a:pt x="187" y="996"/>
                    </a:lnTo>
                    <a:lnTo>
                      <a:pt x="187" y="996"/>
                    </a:lnTo>
                    <a:lnTo>
                      <a:pt x="198" y="953"/>
                    </a:lnTo>
                    <a:lnTo>
                      <a:pt x="198" y="953"/>
                    </a:lnTo>
                    <a:lnTo>
                      <a:pt x="206" y="929"/>
                    </a:lnTo>
                    <a:lnTo>
                      <a:pt x="215" y="906"/>
                    </a:lnTo>
                    <a:lnTo>
                      <a:pt x="225" y="884"/>
                    </a:lnTo>
                    <a:lnTo>
                      <a:pt x="233" y="861"/>
                    </a:lnTo>
                    <a:lnTo>
                      <a:pt x="233" y="861"/>
                    </a:lnTo>
                    <a:lnTo>
                      <a:pt x="240" y="837"/>
                    </a:lnTo>
                    <a:lnTo>
                      <a:pt x="245" y="811"/>
                    </a:lnTo>
                    <a:lnTo>
                      <a:pt x="255" y="760"/>
                    </a:lnTo>
                    <a:lnTo>
                      <a:pt x="262" y="709"/>
                    </a:lnTo>
                    <a:lnTo>
                      <a:pt x="269" y="658"/>
                    </a:lnTo>
                    <a:lnTo>
                      <a:pt x="269" y="658"/>
                    </a:lnTo>
                    <a:lnTo>
                      <a:pt x="274" y="609"/>
                    </a:lnTo>
                    <a:lnTo>
                      <a:pt x="275" y="583"/>
                    </a:lnTo>
                    <a:lnTo>
                      <a:pt x="275" y="559"/>
                    </a:lnTo>
                    <a:lnTo>
                      <a:pt x="275" y="559"/>
                    </a:lnTo>
                    <a:lnTo>
                      <a:pt x="275" y="548"/>
                    </a:lnTo>
                    <a:lnTo>
                      <a:pt x="277" y="538"/>
                    </a:lnTo>
                    <a:lnTo>
                      <a:pt x="278" y="530"/>
                    </a:lnTo>
                    <a:lnTo>
                      <a:pt x="282" y="523"/>
                    </a:lnTo>
                    <a:lnTo>
                      <a:pt x="288" y="519"/>
                    </a:lnTo>
                    <a:lnTo>
                      <a:pt x="296" y="516"/>
                    </a:lnTo>
                    <a:lnTo>
                      <a:pt x="305" y="516"/>
                    </a:lnTo>
                    <a:lnTo>
                      <a:pt x="316" y="518"/>
                    </a:lnTo>
                    <a:lnTo>
                      <a:pt x="316" y="518"/>
                    </a:lnTo>
                    <a:lnTo>
                      <a:pt x="331" y="519"/>
                    </a:lnTo>
                    <a:lnTo>
                      <a:pt x="331" y="519"/>
                    </a:lnTo>
                    <a:lnTo>
                      <a:pt x="329" y="501"/>
                    </a:lnTo>
                    <a:lnTo>
                      <a:pt x="326" y="485"/>
                    </a:lnTo>
                    <a:lnTo>
                      <a:pt x="318" y="452"/>
                    </a:lnTo>
                    <a:lnTo>
                      <a:pt x="307" y="420"/>
                    </a:lnTo>
                    <a:lnTo>
                      <a:pt x="296" y="388"/>
                    </a:lnTo>
                    <a:lnTo>
                      <a:pt x="296" y="388"/>
                    </a:lnTo>
                    <a:lnTo>
                      <a:pt x="286" y="357"/>
                    </a:lnTo>
                    <a:lnTo>
                      <a:pt x="278" y="327"/>
                    </a:lnTo>
                    <a:lnTo>
                      <a:pt x="278" y="327"/>
                    </a:lnTo>
                    <a:lnTo>
                      <a:pt x="275" y="315"/>
                    </a:lnTo>
                    <a:lnTo>
                      <a:pt x="271" y="298"/>
                    </a:lnTo>
                    <a:lnTo>
                      <a:pt x="270" y="290"/>
                    </a:lnTo>
                    <a:lnTo>
                      <a:pt x="270" y="283"/>
                    </a:lnTo>
                    <a:lnTo>
                      <a:pt x="271" y="276"/>
                    </a:lnTo>
                    <a:lnTo>
                      <a:pt x="274" y="272"/>
                    </a:lnTo>
                    <a:lnTo>
                      <a:pt x="274" y="272"/>
                    </a:lnTo>
                    <a:lnTo>
                      <a:pt x="282" y="270"/>
                    </a:lnTo>
                    <a:lnTo>
                      <a:pt x="290" y="268"/>
                    </a:lnTo>
                    <a:lnTo>
                      <a:pt x="308" y="270"/>
                    </a:lnTo>
                    <a:lnTo>
                      <a:pt x="318" y="271"/>
                    </a:lnTo>
                    <a:lnTo>
                      <a:pt x="326" y="271"/>
                    </a:lnTo>
                    <a:lnTo>
                      <a:pt x="334" y="268"/>
                    </a:lnTo>
                    <a:lnTo>
                      <a:pt x="338" y="266"/>
                    </a:lnTo>
                    <a:lnTo>
                      <a:pt x="341" y="261"/>
                    </a:lnTo>
                    <a:lnTo>
                      <a:pt x="341" y="261"/>
                    </a:lnTo>
                    <a:lnTo>
                      <a:pt x="345" y="257"/>
                    </a:lnTo>
                    <a:lnTo>
                      <a:pt x="346" y="253"/>
                    </a:lnTo>
                    <a:lnTo>
                      <a:pt x="350" y="241"/>
                    </a:lnTo>
                    <a:lnTo>
                      <a:pt x="350" y="230"/>
                    </a:lnTo>
                    <a:lnTo>
                      <a:pt x="350" y="219"/>
                    </a:lnTo>
                    <a:lnTo>
                      <a:pt x="350" y="219"/>
                    </a:lnTo>
                    <a:lnTo>
                      <a:pt x="349" y="212"/>
                    </a:lnTo>
                    <a:lnTo>
                      <a:pt x="345" y="207"/>
                    </a:lnTo>
                    <a:lnTo>
                      <a:pt x="342" y="202"/>
                    </a:lnTo>
                    <a:lnTo>
                      <a:pt x="337" y="196"/>
                    </a:lnTo>
                    <a:lnTo>
                      <a:pt x="326" y="188"/>
                    </a:lnTo>
                    <a:lnTo>
                      <a:pt x="315" y="180"/>
                    </a:lnTo>
                    <a:lnTo>
                      <a:pt x="315" y="180"/>
                    </a:lnTo>
                    <a:lnTo>
                      <a:pt x="316" y="181"/>
                    </a:lnTo>
                    <a:lnTo>
                      <a:pt x="315" y="180"/>
                    </a:lnTo>
                    <a:lnTo>
                      <a:pt x="315" y="180"/>
                    </a:lnTo>
                    <a:close/>
                    <a:moveTo>
                      <a:pt x="165" y="43"/>
                    </a:moveTo>
                    <a:lnTo>
                      <a:pt x="165" y="43"/>
                    </a:lnTo>
                    <a:lnTo>
                      <a:pt x="162" y="43"/>
                    </a:lnTo>
                    <a:lnTo>
                      <a:pt x="161" y="41"/>
                    </a:lnTo>
                    <a:lnTo>
                      <a:pt x="165" y="43"/>
                    </a:lnTo>
                    <a:close/>
                    <a:moveTo>
                      <a:pt x="221" y="158"/>
                    </a:moveTo>
                    <a:lnTo>
                      <a:pt x="221" y="158"/>
                    </a:lnTo>
                    <a:lnTo>
                      <a:pt x="213" y="158"/>
                    </a:lnTo>
                    <a:lnTo>
                      <a:pt x="207" y="157"/>
                    </a:lnTo>
                    <a:lnTo>
                      <a:pt x="203" y="152"/>
                    </a:lnTo>
                    <a:lnTo>
                      <a:pt x="202" y="146"/>
                    </a:lnTo>
                    <a:lnTo>
                      <a:pt x="199" y="132"/>
                    </a:lnTo>
                    <a:lnTo>
                      <a:pt x="198" y="124"/>
                    </a:lnTo>
                    <a:lnTo>
                      <a:pt x="195" y="116"/>
                    </a:lnTo>
                    <a:lnTo>
                      <a:pt x="195" y="116"/>
                    </a:lnTo>
                    <a:lnTo>
                      <a:pt x="190" y="105"/>
                    </a:lnTo>
                    <a:lnTo>
                      <a:pt x="184" y="95"/>
                    </a:lnTo>
                    <a:lnTo>
                      <a:pt x="177" y="84"/>
                    </a:lnTo>
                    <a:lnTo>
                      <a:pt x="169" y="75"/>
                    </a:lnTo>
                    <a:lnTo>
                      <a:pt x="153" y="57"/>
                    </a:lnTo>
                    <a:lnTo>
                      <a:pt x="135" y="41"/>
                    </a:lnTo>
                    <a:lnTo>
                      <a:pt x="135" y="41"/>
                    </a:lnTo>
                    <a:lnTo>
                      <a:pt x="151" y="46"/>
                    </a:lnTo>
                    <a:lnTo>
                      <a:pt x="165" y="52"/>
                    </a:lnTo>
                    <a:lnTo>
                      <a:pt x="170" y="56"/>
                    </a:lnTo>
                    <a:lnTo>
                      <a:pt x="177" y="61"/>
                    </a:lnTo>
                    <a:lnTo>
                      <a:pt x="190" y="73"/>
                    </a:lnTo>
                    <a:lnTo>
                      <a:pt x="190" y="73"/>
                    </a:lnTo>
                    <a:lnTo>
                      <a:pt x="198" y="84"/>
                    </a:lnTo>
                    <a:lnTo>
                      <a:pt x="205" y="97"/>
                    </a:lnTo>
                    <a:lnTo>
                      <a:pt x="210" y="110"/>
                    </a:lnTo>
                    <a:lnTo>
                      <a:pt x="214" y="124"/>
                    </a:lnTo>
                    <a:lnTo>
                      <a:pt x="214" y="124"/>
                    </a:lnTo>
                    <a:lnTo>
                      <a:pt x="220" y="142"/>
                    </a:lnTo>
                    <a:lnTo>
                      <a:pt x="222" y="151"/>
                    </a:lnTo>
                    <a:lnTo>
                      <a:pt x="222" y="155"/>
                    </a:lnTo>
                    <a:lnTo>
                      <a:pt x="221" y="158"/>
                    </a:lnTo>
                    <a:lnTo>
                      <a:pt x="221" y="158"/>
                    </a:lnTo>
                    <a:lnTo>
                      <a:pt x="215" y="159"/>
                    </a:lnTo>
                    <a:lnTo>
                      <a:pt x="217" y="158"/>
                    </a:lnTo>
                    <a:lnTo>
                      <a:pt x="220" y="158"/>
                    </a:lnTo>
                    <a:lnTo>
                      <a:pt x="221" y="158"/>
                    </a:lnTo>
                    <a:lnTo>
                      <a:pt x="221" y="158"/>
                    </a:lnTo>
                    <a:lnTo>
                      <a:pt x="221" y="158"/>
                    </a:lnTo>
                    <a:close/>
                    <a:moveTo>
                      <a:pt x="220" y="107"/>
                    </a:moveTo>
                    <a:lnTo>
                      <a:pt x="220" y="107"/>
                    </a:lnTo>
                    <a:lnTo>
                      <a:pt x="209" y="90"/>
                    </a:lnTo>
                    <a:lnTo>
                      <a:pt x="195" y="73"/>
                    </a:lnTo>
                    <a:lnTo>
                      <a:pt x="180" y="58"/>
                    </a:lnTo>
                    <a:lnTo>
                      <a:pt x="165" y="43"/>
                    </a:lnTo>
                    <a:lnTo>
                      <a:pt x="165" y="43"/>
                    </a:lnTo>
                    <a:lnTo>
                      <a:pt x="194" y="67"/>
                    </a:lnTo>
                    <a:lnTo>
                      <a:pt x="207" y="80"/>
                    </a:lnTo>
                    <a:lnTo>
                      <a:pt x="220" y="95"/>
                    </a:lnTo>
                    <a:lnTo>
                      <a:pt x="232" y="110"/>
                    </a:lnTo>
                    <a:lnTo>
                      <a:pt x="240" y="127"/>
                    </a:lnTo>
                    <a:lnTo>
                      <a:pt x="247" y="143"/>
                    </a:lnTo>
                    <a:lnTo>
                      <a:pt x="250" y="152"/>
                    </a:lnTo>
                    <a:lnTo>
                      <a:pt x="251" y="161"/>
                    </a:lnTo>
                    <a:lnTo>
                      <a:pt x="251" y="161"/>
                    </a:lnTo>
                    <a:lnTo>
                      <a:pt x="247" y="161"/>
                    </a:lnTo>
                    <a:lnTo>
                      <a:pt x="244" y="161"/>
                    </a:lnTo>
                    <a:lnTo>
                      <a:pt x="239" y="155"/>
                    </a:lnTo>
                    <a:lnTo>
                      <a:pt x="235" y="148"/>
                    </a:lnTo>
                    <a:lnTo>
                      <a:pt x="230" y="140"/>
                    </a:lnTo>
                    <a:lnTo>
                      <a:pt x="225" y="121"/>
                    </a:lnTo>
                    <a:lnTo>
                      <a:pt x="222" y="113"/>
                    </a:lnTo>
                    <a:lnTo>
                      <a:pt x="220" y="107"/>
                    </a:lnTo>
                    <a:lnTo>
                      <a:pt x="220" y="107"/>
                    </a:lnTo>
                    <a:lnTo>
                      <a:pt x="217" y="102"/>
                    </a:lnTo>
                    <a:lnTo>
                      <a:pt x="220" y="107"/>
                    </a:lnTo>
                    <a:lnTo>
                      <a:pt x="220" y="107"/>
                    </a:lnTo>
                    <a:close/>
                    <a:moveTo>
                      <a:pt x="248" y="443"/>
                    </a:moveTo>
                    <a:lnTo>
                      <a:pt x="248" y="443"/>
                    </a:lnTo>
                    <a:lnTo>
                      <a:pt x="250" y="433"/>
                    </a:lnTo>
                    <a:lnTo>
                      <a:pt x="251" y="422"/>
                    </a:lnTo>
                    <a:lnTo>
                      <a:pt x="252" y="420"/>
                    </a:lnTo>
                    <a:lnTo>
                      <a:pt x="255" y="417"/>
                    </a:lnTo>
                    <a:lnTo>
                      <a:pt x="259" y="416"/>
                    </a:lnTo>
                    <a:lnTo>
                      <a:pt x="265" y="417"/>
                    </a:lnTo>
                    <a:lnTo>
                      <a:pt x="265" y="417"/>
                    </a:lnTo>
                    <a:lnTo>
                      <a:pt x="265" y="429"/>
                    </a:lnTo>
                    <a:lnTo>
                      <a:pt x="265" y="437"/>
                    </a:lnTo>
                    <a:lnTo>
                      <a:pt x="262" y="440"/>
                    </a:lnTo>
                    <a:lnTo>
                      <a:pt x="259" y="441"/>
                    </a:lnTo>
                    <a:lnTo>
                      <a:pt x="255" y="443"/>
                    </a:lnTo>
                    <a:lnTo>
                      <a:pt x="248" y="443"/>
                    </a:lnTo>
                    <a:lnTo>
                      <a:pt x="248" y="443"/>
                    </a:lnTo>
                    <a:close/>
                    <a:moveTo>
                      <a:pt x="281" y="410"/>
                    </a:moveTo>
                    <a:lnTo>
                      <a:pt x="281" y="410"/>
                    </a:lnTo>
                    <a:lnTo>
                      <a:pt x="271" y="413"/>
                    </a:lnTo>
                    <a:lnTo>
                      <a:pt x="263" y="414"/>
                    </a:lnTo>
                    <a:lnTo>
                      <a:pt x="260" y="413"/>
                    </a:lnTo>
                    <a:lnTo>
                      <a:pt x="258" y="411"/>
                    </a:lnTo>
                    <a:lnTo>
                      <a:pt x="255" y="407"/>
                    </a:lnTo>
                    <a:lnTo>
                      <a:pt x="254" y="403"/>
                    </a:lnTo>
                    <a:lnTo>
                      <a:pt x="254" y="403"/>
                    </a:lnTo>
                    <a:lnTo>
                      <a:pt x="251" y="391"/>
                    </a:lnTo>
                    <a:lnTo>
                      <a:pt x="252" y="379"/>
                    </a:lnTo>
                    <a:lnTo>
                      <a:pt x="254" y="365"/>
                    </a:lnTo>
                    <a:lnTo>
                      <a:pt x="254" y="353"/>
                    </a:lnTo>
                    <a:lnTo>
                      <a:pt x="254" y="353"/>
                    </a:lnTo>
                    <a:lnTo>
                      <a:pt x="252" y="336"/>
                    </a:lnTo>
                    <a:lnTo>
                      <a:pt x="251" y="313"/>
                    </a:lnTo>
                    <a:lnTo>
                      <a:pt x="252" y="301"/>
                    </a:lnTo>
                    <a:lnTo>
                      <a:pt x="254" y="291"/>
                    </a:lnTo>
                    <a:lnTo>
                      <a:pt x="256" y="283"/>
                    </a:lnTo>
                    <a:lnTo>
                      <a:pt x="259" y="282"/>
                    </a:lnTo>
                    <a:lnTo>
                      <a:pt x="262" y="281"/>
                    </a:lnTo>
                    <a:lnTo>
                      <a:pt x="262" y="281"/>
                    </a:lnTo>
                    <a:lnTo>
                      <a:pt x="266" y="313"/>
                    </a:lnTo>
                    <a:lnTo>
                      <a:pt x="271" y="346"/>
                    </a:lnTo>
                    <a:lnTo>
                      <a:pt x="281" y="410"/>
                    </a:lnTo>
                    <a:lnTo>
                      <a:pt x="281" y="410"/>
                    </a:lnTo>
                    <a:lnTo>
                      <a:pt x="280" y="409"/>
                    </a:lnTo>
                    <a:lnTo>
                      <a:pt x="278" y="405"/>
                    </a:lnTo>
                    <a:lnTo>
                      <a:pt x="277" y="395"/>
                    </a:lnTo>
                    <a:lnTo>
                      <a:pt x="277" y="392"/>
                    </a:lnTo>
                    <a:lnTo>
                      <a:pt x="278" y="392"/>
                    </a:lnTo>
                    <a:lnTo>
                      <a:pt x="281" y="410"/>
                    </a:lnTo>
                    <a:lnTo>
                      <a:pt x="281" y="41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6" name="Group 82"/>
            <p:cNvGrpSpPr/>
            <p:nvPr/>
          </p:nvGrpSpPr>
          <p:grpSpPr>
            <a:xfrm>
              <a:off x="1285852" y="1000114"/>
              <a:ext cx="729094" cy="2511672"/>
              <a:chOff x="5075236" y="1428742"/>
              <a:chExt cx="360363" cy="1241426"/>
            </a:xfrm>
            <a:grpFill/>
          </p:grpSpPr>
          <p:sp>
            <p:nvSpPr>
              <p:cNvPr id="81" name="Freeform 18"/>
              <p:cNvSpPr>
                <a:spLocks/>
              </p:cNvSpPr>
              <p:nvPr/>
            </p:nvSpPr>
            <p:spPr bwMode="auto">
              <a:xfrm>
                <a:off x="5187948" y="1428742"/>
                <a:ext cx="123825" cy="182563"/>
              </a:xfrm>
              <a:custGeom>
                <a:avLst/>
                <a:gdLst/>
                <a:ahLst/>
                <a:cxnLst>
                  <a:cxn ang="0">
                    <a:pos x="21" y="184"/>
                  </a:cxn>
                  <a:cxn ang="0">
                    <a:pos x="24" y="198"/>
                  </a:cxn>
                  <a:cxn ang="0">
                    <a:pos x="24" y="211"/>
                  </a:cxn>
                  <a:cxn ang="0">
                    <a:pos x="27" y="215"/>
                  </a:cxn>
                  <a:cxn ang="0">
                    <a:pos x="43" y="224"/>
                  </a:cxn>
                  <a:cxn ang="0">
                    <a:pos x="55" y="228"/>
                  </a:cxn>
                  <a:cxn ang="0">
                    <a:pos x="81" y="228"/>
                  </a:cxn>
                  <a:cxn ang="0">
                    <a:pos x="95" y="224"/>
                  </a:cxn>
                  <a:cxn ang="0">
                    <a:pos x="110" y="213"/>
                  </a:cxn>
                  <a:cxn ang="0">
                    <a:pos x="124" y="206"/>
                  </a:cxn>
                  <a:cxn ang="0">
                    <a:pos x="126" y="204"/>
                  </a:cxn>
                  <a:cxn ang="0">
                    <a:pos x="125" y="179"/>
                  </a:cxn>
                  <a:cxn ang="0">
                    <a:pos x="132" y="153"/>
                  </a:cxn>
                  <a:cxn ang="0">
                    <a:pos x="141" y="139"/>
                  </a:cxn>
                  <a:cxn ang="0">
                    <a:pos x="154" y="116"/>
                  </a:cxn>
                  <a:cxn ang="0">
                    <a:pos x="155" y="104"/>
                  </a:cxn>
                  <a:cxn ang="0">
                    <a:pos x="152" y="97"/>
                  </a:cxn>
                  <a:cxn ang="0">
                    <a:pos x="148" y="94"/>
                  </a:cxn>
                  <a:cxn ang="0">
                    <a:pos x="145" y="86"/>
                  </a:cxn>
                  <a:cxn ang="0">
                    <a:pos x="144" y="60"/>
                  </a:cxn>
                  <a:cxn ang="0">
                    <a:pos x="141" y="50"/>
                  </a:cxn>
                  <a:cxn ang="0">
                    <a:pos x="130" y="25"/>
                  </a:cxn>
                  <a:cxn ang="0">
                    <a:pos x="125" y="18"/>
                  </a:cxn>
                  <a:cxn ang="0">
                    <a:pos x="110" y="7"/>
                  </a:cxn>
                  <a:cxn ang="0">
                    <a:pos x="92" y="1"/>
                  </a:cxn>
                  <a:cxn ang="0">
                    <a:pos x="75" y="0"/>
                  </a:cxn>
                  <a:cxn ang="0">
                    <a:pos x="55" y="3"/>
                  </a:cxn>
                  <a:cxn ang="0">
                    <a:pos x="39" y="10"/>
                  </a:cxn>
                  <a:cxn ang="0">
                    <a:pos x="24" y="19"/>
                  </a:cxn>
                  <a:cxn ang="0">
                    <a:pos x="13" y="34"/>
                  </a:cxn>
                  <a:cxn ang="0">
                    <a:pos x="6" y="52"/>
                  </a:cxn>
                  <a:cxn ang="0">
                    <a:pos x="5" y="65"/>
                  </a:cxn>
                  <a:cxn ang="0">
                    <a:pos x="5" y="93"/>
                  </a:cxn>
                  <a:cxn ang="0">
                    <a:pos x="4" y="105"/>
                  </a:cxn>
                  <a:cxn ang="0">
                    <a:pos x="1" y="116"/>
                  </a:cxn>
                  <a:cxn ang="0">
                    <a:pos x="2" y="138"/>
                  </a:cxn>
                  <a:cxn ang="0">
                    <a:pos x="6" y="147"/>
                  </a:cxn>
                  <a:cxn ang="0">
                    <a:pos x="15" y="166"/>
                  </a:cxn>
                  <a:cxn ang="0">
                    <a:pos x="21" y="184"/>
                  </a:cxn>
                  <a:cxn ang="0">
                    <a:pos x="21" y="184"/>
                  </a:cxn>
                </a:cxnLst>
                <a:rect l="0" t="0" r="r" b="b"/>
                <a:pathLst>
                  <a:path w="155" h="229">
                    <a:moveTo>
                      <a:pt x="21" y="184"/>
                    </a:moveTo>
                    <a:lnTo>
                      <a:pt x="21" y="184"/>
                    </a:lnTo>
                    <a:lnTo>
                      <a:pt x="24" y="191"/>
                    </a:lnTo>
                    <a:lnTo>
                      <a:pt x="24" y="198"/>
                    </a:lnTo>
                    <a:lnTo>
                      <a:pt x="24" y="211"/>
                    </a:lnTo>
                    <a:lnTo>
                      <a:pt x="24" y="211"/>
                    </a:lnTo>
                    <a:lnTo>
                      <a:pt x="26" y="214"/>
                    </a:lnTo>
                    <a:lnTo>
                      <a:pt x="27" y="215"/>
                    </a:lnTo>
                    <a:lnTo>
                      <a:pt x="31" y="219"/>
                    </a:lnTo>
                    <a:lnTo>
                      <a:pt x="43" y="224"/>
                    </a:lnTo>
                    <a:lnTo>
                      <a:pt x="43" y="224"/>
                    </a:lnTo>
                    <a:lnTo>
                      <a:pt x="55" y="228"/>
                    </a:lnTo>
                    <a:lnTo>
                      <a:pt x="69" y="229"/>
                    </a:lnTo>
                    <a:lnTo>
                      <a:pt x="81" y="228"/>
                    </a:lnTo>
                    <a:lnTo>
                      <a:pt x="95" y="224"/>
                    </a:lnTo>
                    <a:lnTo>
                      <a:pt x="95" y="224"/>
                    </a:lnTo>
                    <a:lnTo>
                      <a:pt x="102" y="219"/>
                    </a:lnTo>
                    <a:lnTo>
                      <a:pt x="110" y="213"/>
                    </a:lnTo>
                    <a:lnTo>
                      <a:pt x="120" y="207"/>
                    </a:lnTo>
                    <a:lnTo>
                      <a:pt x="124" y="206"/>
                    </a:lnTo>
                    <a:lnTo>
                      <a:pt x="126" y="204"/>
                    </a:lnTo>
                    <a:lnTo>
                      <a:pt x="126" y="204"/>
                    </a:lnTo>
                    <a:lnTo>
                      <a:pt x="125" y="191"/>
                    </a:lnTo>
                    <a:lnTo>
                      <a:pt x="125" y="179"/>
                    </a:lnTo>
                    <a:lnTo>
                      <a:pt x="128" y="165"/>
                    </a:lnTo>
                    <a:lnTo>
                      <a:pt x="132" y="153"/>
                    </a:lnTo>
                    <a:lnTo>
                      <a:pt x="132" y="153"/>
                    </a:lnTo>
                    <a:lnTo>
                      <a:pt x="141" y="139"/>
                    </a:lnTo>
                    <a:lnTo>
                      <a:pt x="151" y="124"/>
                    </a:lnTo>
                    <a:lnTo>
                      <a:pt x="154" y="116"/>
                    </a:lnTo>
                    <a:lnTo>
                      <a:pt x="155" y="108"/>
                    </a:lnTo>
                    <a:lnTo>
                      <a:pt x="155" y="104"/>
                    </a:lnTo>
                    <a:lnTo>
                      <a:pt x="154" y="101"/>
                    </a:lnTo>
                    <a:lnTo>
                      <a:pt x="152" y="97"/>
                    </a:lnTo>
                    <a:lnTo>
                      <a:pt x="148" y="94"/>
                    </a:lnTo>
                    <a:lnTo>
                      <a:pt x="148" y="94"/>
                    </a:lnTo>
                    <a:lnTo>
                      <a:pt x="147" y="91"/>
                    </a:lnTo>
                    <a:lnTo>
                      <a:pt x="145" y="86"/>
                    </a:lnTo>
                    <a:lnTo>
                      <a:pt x="144" y="74"/>
                    </a:lnTo>
                    <a:lnTo>
                      <a:pt x="144" y="60"/>
                    </a:lnTo>
                    <a:lnTo>
                      <a:pt x="141" y="50"/>
                    </a:lnTo>
                    <a:lnTo>
                      <a:pt x="141" y="50"/>
                    </a:lnTo>
                    <a:lnTo>
                      <a:pt x="136" y="33"/>
                    </a:lnTo>
                    <a:lnTo>
                      <a:pt x="130" y="25"/>
                    </a:lnTo>
                    <a:lnTo>
                      <a:pt x="125" y="18"/>
                    </a:lnTo>
                    <a:lnTo>
                      <a:pt x="125" y="18"/>
                    </a:lnTo>
                    <a:lnTo>
                      <a:pt x="118" y="12"/>
                    </a:lnTo>
                    <a:lnTo>
                      <a:pt x="110" y="7"/>
                    </a:lnTo>
                    <a:lnTo>
                      <a:pt x="102" y="4"/>
                    </a:lnTo>
                    <a:lnTo>
                      <a:pt x="92" y="1"/>
                    </a:lnTo>
                    <a:lnTo>
                      <a:pt x="84" y="0"/>
                    </a:lnTo>
                    <a:lnTo>
                      <a:pt x="75" y="0"/>
                    </a:lnTo>
                    <a:lnTo>
                      <a:pt x="65" y="0"/>
                    </a:lnTo>
                    <a:lnTo>
                      <a:pt x="55" y="3"/>
                    </a:lnTo>
                    <a:lnTo>
                      <a:pt x="47" y="5"/>
                    </a:lnTo>
                    <a:lnTo>
                      <a:pt x="39" y="10"/>
                    </a:lnTo>
                    <a:lnTo>
                      <a:pt x="31" y="14"/>
                    </a:lnTo>
                    <a:lnTo>
                      <a:pt x="24" y="19"/>
                    </a:lnTo>
                    <a:lnTo>
                      <a:pt x="17" y="26"/>
                    </a:lnTo>
                    <a:lnTo>
                      <a:pt x="13" y="34"/>
                    </a:lnTo>
                    <a:lnTo>
                      <a:pt x="9" y="42"/>
                    </a:lnTo>
                    <a:lnTo>
                      <a:pt x="6" y="52"/>
                    </a:lnTo>
                    <a:lnTo>
                      <a:pt x="6" y="52"/>
                    </a:lnTo>
                    <a:lnTo>
                      <a:pt x="5" y="65"/>
                    </a:lnTo>
                    <a:lnTo>
                      <a:pt x="5" y="79"/>
                    </a:lnTo>
                    <a:lnTo>
                      <a:pt x="5" y="93"/>
                    </a:lnTo>
                    <a:lnTo>
                      <a:pt x="5" y="100"/>
                    </a:lnTo>
                    <a:lnTo>
                      <a:pt x="4" y="105"/>
                    </a:lnTo>
                    <a:lnTo>
                      <a:pt x="4" y="105"/>
                    </a:lnTo>
                    <a:lnTo>
                      <a:pt x="1" y="116"/>
                    </a:lnTo>
                    <a:lnTo>
                      <a:pt x="0" y="127"/>
                    </a:lnTo>
                    <a:lnTo>
                      <a:pt x="2" y="138"/>
                    </a:lnTo>
                    <a:lnTo>
                      <a:pt x="6" y="147"/>
                    </a:lnTo>
                    <a:lnTo>
                      <a:pt x="6" y="147"/>
                    </a:lnTo>
                    <a:lnTo>
                      <a:pt x="12" y="157"/>
                    </a:lnTo>
                    <a:lnTo>
                      <a:pt x="15" y="166"/>
                    </a:lnTo>
                    <a:lnTo>
                      <a:pt x="21" y="184"/>
                    </a:lnTo>
                    <a:lnTo>
                      <a:pt x="21" y="184"/>
                    </a:lnTo>
                    <a:lnTo>
                      <a:pt x="21" y="184"/>
                    </a:lnTo>
                    <a:lnTo>
                      <a:pt x="21" y="184"/>
                    </a:lnTo>
                    <a:lnTo>
                      <a:pt x="21" y="18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2" name="Freeform 19"/>
              <p:cNvSpPr>
                <a:spLocks noEditPoints="1"/>
              </p:cNvSpPr>
              <p:nvPr/>
            </p:nvSpPr>
            <p:spPr bwMode="auto">
              <a:xfrm>
                <a:off x="5075236" y="1604955"/>
                <a:ext cx="360363" cy="1065213"/>
              </a:xfrm>
              <a:custGeom>
                <a:avLst/>
                <a:gdLst/>
                <a:ahLst/>
                <a:cxnLst>
                  <a:cxn ang="0">
                    <a:pos x="124" y="1301"/>
                  </a:cxn>
                  <a:cxn ang="0">
                    <a:pos x="136" y="1239"/>
                  </a:cxn>
                  <a:cxn ang="0">
                    <a:pos x="160" y="984"/>
                  </a:cxn>
                  <a:cxn ang="0">
                    <a:pos x="171" y="908"/>
                  </a:cxn>
                  <a:cxn ang="0">
                    <a:pos x="193" y="716"/>
                  </a:cxn>
                  <a:cxn ang="0">
                    <a:pos x="230" y="623"/>
                  </a:cxn>
                  <a:cxn ang="0">
                    <a:pos x="245" y="629"/>
                  </a:cxn>
                  <a:cxn ang="0">
                    <a:pos x="254" y="785"/>
                  </a:cxn>
                  <a:cxn ang="0">
                    <a:pos x="290" y="973"/>
                  </a:cxn>
                  <a:cxn ang="0">
                    <a:pos x="301" y="1207"/>
                  </a:cxn>
                  <a:cxn ang="0">
                    <a:pos x="321" y="1258"/>
                  </a:cxn>
                  <a:cxn ang="0">
                    <a:pos x="329" y="1296"/>
                  </a:cxn>
                  <a:cxn ang="0">
                    <a:pos x="366" y="1322"/>
                  </a:cxn>
                  <a:cxn ang="0">
                    <a:pos x="433" y="1343"/>
                  </a:cxn>
                  <a:cxn ang="0">
                    <a:pos x="452" y="1325"/>
                  </a:cxn>
                  <a:cxn ang="0">
                    <a:pos x="414" y="1287"/>
                  </a:cxn>
                  <a:cxn ang="0">
                    <a:pos x="411" y="1241"/>
                  </a:cxn>
                  <a:cxn ang="0">
                    <a:pos x="417" y="1198"/>
                  </a:cxn>
                  <a:cxn ang="0">
                    <a:pos x="406" y="1108"/>
                  </a:cxn>
                  <a:cxn ang="0">
                    <a:pos x="410" y="1014"/>
                  </a:cxn>
                  <a:cxn ang="0">
                    <a:pos x="402" y="935"/>
                  </a:cxn>
                  <a:cxn ang="0">
                    <a:pos x="400" y="638"/>
                  </a:cxn>
                  <a:cxn ang="0">
                    <a:pos x="433" y="569"/>
                  </a:cxn>
                  <a:cxn ang="0">
                    <a:pos x="410" y="483"/>
                  </a:cxn>
                  <a:cxn ang="0">
                    <a:pos x="381" y="310"/>
                  </a:cxn>
                  <a:cxn ang="0">
                    <a:pos x="408" y="269"/>
                  </a:cxn>
                  <a:cxn ang="0">
                    <a:pos x="432" y="141"/>
                  </a:cxn>
                  <a:cxn ang="0">
                    <a:pos x="406" y="71"/>
                  </a:cxn>
                  <a:cxn ang="0">
                    <a:pos x="282" y="0"/>
                  </a:cxn>
                  <a:cxn ang="0">
                    <a:pos x="273" y="116"/>
                  </a:cxn>
                  <a:cxn ang="0">
                    <a:pos x="227" y="187"/>
                  </a:cxn>
                  <a:cxn ang="0">
                    <a:pos x="224" y="57"/>
                  </a:cxn>
                  <a:cxn ang="0">
                    <a:pos x="226" y="29"/>
                  </a:cxn>
                  <a:cxn ang="0">
                    <a:pos x="196" y="38"/>
                  </a:cxn>
                  <a:cxn ang="0">
                    <a:pos x="201" y="67"/>
                  </a:cxn>
                  <a:cxn ang="0">
                    <a:pos x="173" y="186"/>
                  </a:cxn>
                  <a:cxn ang="0">
                    <a:pos x="163" y="34"/>
                  </a:cxn>
                  <a:cxn ang="0">
                    <a:pos x="88" y="42"/>
                  </a:cxn>
                  <a:cxn ang="0">
                    <a:pos x="20" y="82"/>
                  </a:cxn>
                  <a:cxn ang="0">
                    <a:pos x="5" y="202"/>
                  </a:cxn>
                  <a:cxn ang="0">
                    <a:pos x="25" y="300"/>
                  </a:cxn>
                  <a:cxn ang="0">
                    <a:pos x="70" y="301"/>
                  </a:cxn>
                  <a:cxn ang="0">
                    <a:pos x="54" y="449"/>
                  </a:cxn>
                  <a:cxn ang="0">
                    <a:pos x="21" y="554"/>
                  </a:cxn>
                  <a:cxn ang="0">
                    <a:pos x="44" y="584"/>
                  </a:cxn>
                  <a:cxn ang="0">
                    <a:pos x="51" y="777"/>
                  </a:cxn>
                  <a:cxn ang="0">
                    <a:pos x="47" y="1261"/>
                  </a:cxn>
                  <a:cxn ang="0">
                    <a:pos x="21" y="1287"/>
                  </a:cxn>
                  <a:cxn ang="0">
                    <a:pos x="4" y="1326"/>
                  </a:cxn>
                  <a:cxn ang="0">
                    <a:pos x="61" y="1335"/>
                  </a:cxn>
                  <a:cxn ang="0">
                    <a:pos x="96" y="1313"/>
                  </a:cxn>
                  <a:cxn ang="0">
                    <a:pos x="173" y="395"/>
                  </a:cxn>
                  <a:cxn ang="0">
                    <a:pos x="198" y="450"/>
                  </a:cxn>
                  <a:cxn ang="0">
                    <a:pos x="239" y="427"/>
                  </a:cxn>
                  <a:cxn ang="0">
                    <a:pos x="283" y="286"/>
                  </a:cxn>
                  <a:cxn ang="0">
                    <a:pos x="308" y="442"/>
                  </a:cxn>
                  <a:cxn ang="0">
                    <a:pos x="298" y="498"/>
                  </a:cxn>
                  <a:cxn ang="0">
                    <a:pos x="211" y="513"/>
                  </a:cxn>
                  <a:cxn ang="0">
                    <a:pos x="134" y="479"/>
                  </a:cxn>
                  <a:cxn ang="0">
                    <a:pos x="136" y="319"/>
                  </a:cxn>
                </a:cxnLst>
                <a:rect l="0" t="0" r="r" b="b"/>
                <a:pathLst>
                  <a:path w="453" h="1343">
                    <a:moveTo>
                      <a:pt x="96" y="1313"/>
                    </a:moveTo>
                    <a:lnTo>
                      <a:pt x="96" y="1313"/>
                    </a:lnTo>
                    <a:lnTo>
                      <a:pt x="107" y="1311"/>
                    </a:lnTo>
                    <a:lnTo>
                      <a:pt x="113" y="1310"/>
                    </a:lnTo>
                    <a:lnTo>
                      <a:pt x="117" y="1307"/>
                    </a:lnTo>
                    <a:lnTo>
                      <a:pt x="121" y="1305"/>
                    </a:lnTo>
                    <a:lnTo>
                      <a:pt x="124" y="1301"/>
                    </a:lnTo>
                    <a:lnTo>
                      <a:pt x="126" y="1296"/>
                    </a:lnTo>
                    <a:lnTo>
                      <a:pt x="126" y="1291"/>
                    </a:lnTo>
                    <a:lnTo>
                      <a:pt x="126" y="1291"/>
                    </a:lnTo>
                    <a:lnTo>
                      <a:pt x="126" y="1277"/>
                    </a:lnTo>
                    <a:lnTo>
                      <a:pt x="128" y="1264"/>
                    </a:lnTo>
                    <a:lnTo>
                      <a:pt x="132" y="1252"/>
                    </a:lnTo>
                    <a:lnTo>
                      <a:pt x="136" y="1239"/>
                    </a:lnTo>
                    <a:lnTo>
                      <a:pt x="136" y="1239"/>
                    </a:lnTo>
                    <a:lnTo>
                      <a:pt x="143" y="1224"/>
                    </a:lnTo>
                    <a:lnTo>
                      <a:pt x="147" y="1208"/>
                    </a:lnTo>
                    <a:lnTo>
                      <a:pt x="151" y="1192"/>
                    </a:lnTo>
                    <a:lnTo>
                      <a:pt x="152" y="1175"/>
                    </a:lnTo>
                    <a:lnTo>
                      <a:pt x="152" y="1175"/>
                    </a:lnTo>
                    <a:lnTo>
                      <a:pt x="160" y="984"/>
                    </a:lnTo>
                    <a:lnTo>
                      <a:pt x="160" y="984"/>
                    </a:lnTo>
                    <a:lnTo>
                      <a:pt x="160" y="957"/>
                    </a:lnTo>
                    <a:lnTo>
                      <a:pt x="162" y="943"/>
                    </a:lnTo>
                    <a:lnTo>
                      <a:pt x="163" y="930"/>
                    </a:lnTo>
                    <a:lnTo>
                      <a:pt x="163" y="930"/>
                    </a:lnTo>
                    <a:lnTo>
                      <a:pt x="167" y="919"/>
                    </a:lnTo>
                    <a:lnTo>
                      <a:pt x="171" y="908"/>
                    </a:lnTo>
                    <a:lnTo>
                      <a:pt x="173" y="896"/>
                    </a:lnTo>
                    <a:lnTo>
                      <a:pt x="175" y="882"/>
                    </a:lnTo>
                    <a:lnTo>
                      <a:pt x="179" y="833"/>
                    </a:lnTo>
                    <a:lnTo>
                      <a:pt x="179" y="833"/>
                    </a:lnTo>
                    <a:lnTo>
                      <a:pt x="183" y="787"/>
                    </a:lnTo>
                    <a:lnTo>
                      <a:pt x="189" y="739"/>
                    </a:lnTo>
                    <a:lnTo>
                      <a:pt x="193" y="716"/>
                    </a:lnTo>
                    <a:lnTo>
                      <a:pt x="198" y="693"/>
                    </a:lnTo>
                    <a:lnTo>
                      <a:pt x="205" y="671"/>
                    </a:lnTo>
                    <a:lnTo>
                      <a:pt x="213" y="649"/>
                    </a:lnTo>
                    <a:lnTo>
                      <a:pt x="213" y="649"/>
                    </a:lnTo>
                    <a:lnTo>
                      <a:pt x="218" y="639"/>
                    </a:lnTo>
                    <a:lnTo>
                      <a:pt x="224" y="627"/>
                    </a:lnTo>
                    <a:lnTo>
                      <a:pt x="230" y="623"/>
                    </a:lnTo>
                    <a:lnTo>
                      <a:pt x="234" y="620"/>
                    </a:lnTo>
                    <a:lnTo>
                      <a:pt x="237" y="620"/>
                    </a:lnTo>
                    <a:lnTo>
                      <a:pt x="238" y="622"/>
                    </a:lnTo>
                    <a:lnTo>
                      <a:pt x="241" y="623"/>
                    </a:lnTo>
                    <a:lnTo>
                      <a:pt x="242" y="624"/>
                    </a:lnTo>
                    <a:lnTo>
                      <a:pt x="242" y="624"/>
                    </a:lnTo>
                    <a:lnTo>
                      <a:pt x="245" y="629"/>
                    </a:lnTo>
                    <a:lnTo>
                      <a:pt x="246" y="633"/>
                    </a:lnTo>
                    <a:lnTo>
                      <a:pt x="246" y="641"/>
                    </a:lnTo>
                    <a:lnTo>
                      <a:pt x="246" y="641"/>
                    </a:lnTo>
                    <a:lnTo>
                      <a:pt x="250" y="742"/>
                    </a:lnTo>
                    <a:lnTo>
                      <a:pt x="250" y="742"/>
                    </a:lnTo>
                    <a:lnTo>
                      <a:pt x="252" y="764"/>
                    </a:lnTo>
                    <a:lnTo>
                      <a:pt x="254" y="785"/>
                    </a:lnTo>
                    <a:lnTo>
                      <a:pt x="260" y="806"/>
                    </a:lnTo>
                    <a:lnTo>
                      <a:pt x="264" y="828"/>
                    </a:lnTo>
                    <a:lnTo>
                      <a:pt x="275" y="870"/>
                    </a:lnTo>
                    <a:lnTo>
                      <a:pt x="280" y="892"/>
                    </a:lnTo>
                    <a:lnTo>
                      <a:pt x="283" y="913"/>
                    </a:lnTo>
                    <a:lnTo>
                      <a:pt x="283" y="913"/>
                    </a:lnTo>
                    <a:lnTo>
                      <a:pt x="290" y="973"/>
                    </a:lnTo>
                    <a:lnTo>
                      <a:pt x="294" y="1033"/>
                    </a:lnTo>
                    <a:lnTo>
                      <a:pt x="298" y="1155"/>
                    </a:lnTo>
                    <a:lnTo>
                      <a:pt x="298" y="1155"/>
                    </a:lnTo>
                    <a:lnTo>
                      <a:pt x="297" y="1181"/>
                    </a:lnTo>
                    <a:lnTo>
                      <a:pt x="298" y="1194"/>
                    </a:lnTo>
                    <a:lnTo>
                      <a:pt x="298" y="1201"/>
                    </a:lnTo>
                    <a:lnTo>
                      <a:pt x="301" y="1207"/>
                    </a:lnTo>
                    <a:lnTo>
                      <a:pt x="301" y="1207"/>
                    </a:lnTo>
                    <a:lnTo>
                      <a:pt x="317" y="1250"/>
                    </a:lnTo>
                    <a:lnTo>
                      <a:pt x="317" y="1250"/>
                    </a:lnTo>
                    <a:lnTo>
                      <a:pt x="318" y="1254"/>
                    </a:lnTo>
                    <a:lnTo>
                      <a:pt x="320" y="1257"/>
                    </a:lnTo>
                    <a:lnTo>
                      <a:pt x="321" y="1258"/>
                    </a:lnTo>
                    <a:lnTo>
                      <a:pt x="321" y="1258"/>
                    </a:lnTo>
                    <a:lnTo>
                      <a:pt x="324" y="1260"/>
                    </a:lnTo>
                    <a:lnTo>
                      <a:pt x="327" y="1261"/>
                    </a:lnTo>
                    <a:lnTo>
                      <a:pt x="329" y="1265"/>
                    </a:lnTo>
                    <a:lnTo>
                      <a:pt x="329" y="1269"/>
                    </a:lnTo>
                    <a:lnTo>
                      <a:pt x="329" y="1275"/>
                    </a:lnTo>
                    <a:lnTo>
                      <a:pt x="329" y="1275"/>
                    </a:lnTo>
                    <a:lnTo>
                      <a:pt x="329" y="1296"/>
                    </a:lnTo>
                    <a:lnTo>
                      <a:pt x="331" y="1310"/>
                    </a:lnTo>
                    <a:lnTo>
                      <a:pt x="331" y="1314"/>
                    </a:lnTo>
                    <a:lnTo>
                      <a:pt x="332" y="1316"/>
                    </a:lnTo>
                    <a:lnTo>
                      <a:pt x="332" y="1316"/>
                    </a:lnTo>
                    <a:lnTo>
                      <a:pt x="352" y="1317"/>
                    </a:lnTo>
                    <a:lnTo>
                      <a:pt x="362" y="1320"/>
                    </a:lnTo>
                    <a:lnTo>
                      <a:pt x="366" y="1322"/>
                    </a:lnTo>
                    <a:lnTo>
                      <a:pt x="370" y="1325"/>
                    </a:lnTo>
                    <a:lnTo>
                      <a:pt x="370" y="1325"/>
                    </a:lnTo>
                    <a:lnTo>
                      <a:pt x="378" y="1329"/>
                    </a:lnTo>
                    <a:lnTo>
                      <a:pt x="389" y="1335"/>
                    </a:lnTo>
                    <a:lnTo>
                      <a:pt x="404" y="1339"/>
                    </a:lnTo>
                    <a:lnTo>
                      <a:pt x="419" y="1341"/>
                    </a:lnTo>
                    <a:lnTo>
                      <a:pt x="433" y="1343"/>
                    </a:lnTo>
                    <a:lnTo>
                      <a:pt x="438" y="1343"/>
                    </a:lnTo>
                    <a:lnTo>
                      <a:pt x="444" y="1341"/>
                    </a:lnTo>
                    <a:lnTo>
                      <a:pt x="448" y="1339"/>
                    </a:lnTo>
                    <a:lnTo>
                      <a:pt x="451" y="1336"/>
                    </a:lnTo>
                    <a:lnTo>
                      <a:pt x="453" y="1331"/>
                    </a:lnTo>
                    <a:lnTo>
                      <a:pt x="452" y="1325"/>
                    </a:lnTo>
                    <a:lnTo>
                      <a:pt x="452" y="1325"/>
                    </a:lnTo>
                    <a:lnTo>
                      <a:pt x="451" y="1320"/>
                    </a:lnTo>
                    <a:lnTo>
                      <a:pt x="449" y="1316"/>
                    </a:lnTo>
                    <a:lnTo>
                      <a:pt x="445" y="1311"/>
                    </a:lnTo>
                    <a:lnTo>
                      <a:pt x="441" y="1307"/>
                    </a:lnTo>
                    <a:lnTo>
                      <a:pt x="441" y="1307"/>
                    </a:lnTo>
                    <a:lnTo>
                      <a:pt x="423" y="1295"/>
                    </a:lnTo>
                    <a:lnTo>
                      <a:pt x="414" y="1287"/>
                    </a:lnTo>
                    <a:lnTo>
                      <a:pt x="411" y="1283"/>
                    </a:lnTo>
                    <a:lnTo>
                      <a:pt x="408" y="1280"/>
                    </a:lnTo>
                    <a:lnTo>
                      <a:pt x="408" y="1280"/>
                    </a:lnTo>
                    <a:lnTo>
                      <a:pt x="407" y="1271"/>
                    </a:lnTo>
                    <a:lnTo>
                      <a:pt x="408" y="1261"/>
                    </a:lnTo>
                    <a:lnTo>
                      <a:pt x="411" y="1241"/>
                    </a:lnTo>
                    <a:lnTo>
                      <a:pt x="411" y="1241"/>
                    </a:lnTo>
                    <a:lnTo>
                      <a:pt x="412" y="1235"/>
                    </a:lnTo>
                    <a:lnTo>
                      <a:pt x="414" y="1228"/>
                    </a:lnTo>
                    <a:lnTo>
                      <a:pt x="417" y="1223"/>
                    </a:lnTo>
                    <a:lnTo>
                      <a:pt x="418" y="1216"/>
                    </a:lnTo>
                    <a:lnTo>
                      <a:pt x="418" y="1216"/>
                    </a:lnTo>
                    <a:lnTo>
                      <a:pt x="418" y="1207"/>
                    </a:lnTo>
                    <a:lnTo>
                      <a:pt x="417" y="1198"/>
                    </a:lnTo>
                    <a:lnTo>
                      <a:pt x="412" y="1182"/>
                    </a:lnTo>
                    <a:lnTo>
                      <a:pt x="412" y="1182"/>
                    </a:lnTo>
                    <a:lnTo>
                      <a:pt x="410" y="1174"/>
                    </a:lnTo>
                    <a:lnTo>
                      <a:pt x="408" y="1164"/>
                    </a:lnTo>
                    <a:lnTo>
                      <a:pt x="407" y="1145"/>
                    </a:lnTo>
                    <a:lnTo>
                      <a:pt x="406" y="1108"/>
                    </a:lnTo>
                    <a:lnTo>
                      <a:pt x="406" y="1108"/>
                    </a:lnTo>
                    <a:lnTo>
                      <a:pt x="403" y="1065"/>
                    </a:lnTo>
                    <a:lnTo>
                      <a:pt x="403" y="1065"/>
                    </a:lnTo>
                    <a:lnTo>
                      <a:pt x="403" y="1052"/>
                    </a:lnTo>
                    <a:lnTo>
                      <a:pt x="406" y="1040"/>
                    </a:lnTo>
                    <a:lnTo>
                      <a:pt x="408" y="1028"/>
                    </a:lnTo>
                    <a:lnTo>
                      <a:pt x="410" y="1014"/>
                    </a:lnTo>
                    <a:lnTo>
                      <a:pt x="410" y="1014"/>
                    </a:lnTo>
                    <a:lnTo>
                      <a:pt x="410" y="1005"/>
                    </a:lnTo>
                    <a:lnTo>
                      <a:pt x="408" y="994"/>
                    </a:lnTo>
                    <a:lnTo>
                      <a:pt x="404" y="975"/>
                    </a:lnTo>
                    <a:lnTo>
                      <a:pt x="400" y="954"/>
                    </a:lnTo>
                    <a:lnTo>
                      <a:pt x="400" y="945"/>
                    </a:lnTo>
                    <a:lnTo>
                      <a:pt x="402" y="935"/>
                    </a:lnTo>
                    <a:lnTo>
                      <a:pt x="402" y="935"/>
                    </a:lnTo>
                    <a:lnTo>
                      <a:pt x="403" y="916"/>
                    </a:lnTo>
                    <a:lnTo>
                      <a:pt x="404" y="896"/>
                    </a:lnTo>
                    <a:lnTo>
                      <a:pt x="406" y="858"/>
                    </a:lnTo>
                    <a:lnTo>
                      <a:pt x="406" y="858"/>
                    </a:lnTo>
                    <a:lnTo>
                      <a:pt x="404" y="802"/>
                    </a:lnTo>
                    <a:lnTo>
                      <a:pt x="404" y="747"/>
                    </a:lnTo>
                    <a:lnTo>
                      <a:pt x="400" y="638"/>
                    </a:lnTo>
                    <a:lnTo>
                      <a:pt x="400" y="638"/>
                    </a:lnTo>
                    <a:lnTo>
                      <a:pt x="397" y="590"/>
                    </a:lnTo>
                    <a:lnTo>
                      <a:pt x="397" y="590"/>
                    </a:lnTo>
                    <a:lnTo>
                      <a:pt x="399" y="590"/>
                    </a:lnTo>
                    <a:lnTo>
                      <a:pt x="403" y="588"/>
                    </a:lnTo>
                    <a:lnTo>
                      <a:pt x="414" y="581"/>
                    </a:lnTo>
                    <a:lnTo>
                      <a:pt x="433" y="569"/>
                    </a:lnTo>
                    <a:lnTo>
                      <a:pt x="433" y="569"/>
                    </a:lnTo>
                    <a:lnTo>
                      <a:pt x="434" y="566"/>
                    </a:lnTo>
                    <a:lnTo>
                      <a:pt x="434" y="563"/>
                    </a:lnTo>
                    <a:lnTo>
                      <a:pt x="433" y="554"/>
                    </a:lnTo>
                    <a:lnTo>
                      <a:pt x="425" y="528"/>
                    </a:lnTo>
                    <a:lnTo>
                      <a:pt x="410" y="483"/>
                    </a:lnTo>
                    <a:lnTo>
                      <a:pt x="410" y="483"/>
                    </a:lnTo>
                    <a:lnTo>
                      <a:pt x="399" y="440"/>
                    </a:lnTo>
                    <a:lnTo>
                      <a:pt x="388" y="397"/>
                    </a:lnTo>
                    <a:lnTo>
                      <a:pt x="384" y="375"/>
                    </a:lnTo>
                    <a:lnTo>
                      <a:pt x="381" y="353"/>
                    </a:lnTo>
                    <a:lnTo>
                      <a:pt x="380" y="330"/>
                    </a:lnTo>
                    <a:lnTo>
                      <a:pt x="381" y="310"/>
                    </a:lnTo>
                    <a:lnTo>
                      <a:pt x="381" y="310"/>
                    </a:lnTo>
                    <a:lnTo>
                      <a:pt x="382" y="306"/>
                    </a:lnTo>
                    <a:lnTo>
                      <a:pt x="384" y="303"/>
                    </a:lnTo>
                    <a:lnTo>
                      <a:pt x="389" y="297"/>
                    </a:lnTo>
                    <a:lnTo>
                      <a:pt x="395" y="293"/>
                    </a:lnTo>
                    <a:lnTo>
                      <a:pt x="399" y="286"/>
                    </a:lnTo>
                    <a:lnTo>
                      <a:pt x="399" y="286"/>
                    </a:lnTo>
                    <a:lnTo>
                      <a:pt x="408" y="269"/>
                    </a:lnTo>
                    <a:lnTo>
                      <a:pt x="415" y="251"/>
                    </a:lnTo>
                    <a:lnTo>
                      <a:pt x="422" y="233"/>
                    </a:lnTo>
                    <a:lnTo>
                      <a:pt x="427" y="216"/>
                    </a:lnTo>
                    <a:lnTo>
                      <a:pt x="430" y="198"/>
                    </a:lnTo>
                    <a:lnTo>
                      <a:pt x="433" y="179"/>
                    </a:lnTo>
                    <a:lnTo>
                      <a:pt x="433" y="160"/>
                    </a:lnTo>
                    <a:lnTo>
                      <a:pt x="432" y="141"/>
                    </a:lnTo>
                    <a:lnTo>
                      <a:pt x="432" y="141"/>
                    </a:lnTo>
                    <a:lnTo>
                      <a:pt x="429" y="112"/>
                    </a:lnTo>
                    <a:lnTo>
                      <a:pt x="422" y="85"/>
                    </a:lnTo>
                    <a:lnTo>
                      <a:pt x="422" y="85"/>
                    </a:lnTo>
                    <a:lnTo>
                      <a:pt x="421" y="79"/>
                    </a:lnTo>
                    <a:lnTo>
                      <a:pt x="417" y="77"/>
                    </a:lnTo>
                    <a:lnTo>
                      <a:pt x="406" y="71"/>
                    </a:lnTo>
                    <a:lnTo>
                      <a:pt x="406" y="71"/>
                    </a:lnTo>
                    <a:lnTo>
                      <a:pt x="373" y="56"/>
                    </a:lnTo>
                    <a:lnTo>
                      <a:pt x="342" y="40"/>
                    </a:lnTo>
                    <a:lnTo>
                      <a:pt x="310" y="22"/>
                    </a:lnTo>
                    <a:lnTo>
                      <a:pt x="295" y="11"/>
                    </a:lnTo>
                    <a:lnTo>
                      <a:pt x="282" y="0"/>
                    </a:lnTo>
                    <a:lnTo>
                      <a:pt x="282" y="0"/>
                    </a:lnTo>
                    <a:lnTo>
                      <a:pt x="271" y="26"/>
                    </a:lnTo>
                    <a:lnTo>
                      <a:pt x="267" y="40"/>
                    </a:lnTo>
                    <a:lnTo>
                      <a:pt x="265" y="47"/>
                    </a:lnTo>
                    <a:lnTo>
                      <a:pt x="265" y="53"/>
                    </a:lnTo>
                    <a:lnTo>
                      <a:pt x="265" y="53"/>
                    </a:lnTo>
                    <a:lnTo>
                      <a:pt x="273" y="116"/>
                    </a:lnTo>
                    <a:lnTo>
                      <a:pt x="273" y="116"/>
                    </a:lnTo>
                    <a:lnTo>
                      <a:pt x="280" y="168"/>
                    </a:lnTo>
                    <a:lnTo>
                      <a:pt x="280" y="168"/>
                    </a:lnTo>
                    <a:lnTo>
                      <a:pt x="278" y="169"/>
                    </a:lnTo>
                    <a:lnTo>
                      <a:pt x="275" y="171"/>
                    </a:lnTo>
                    <a:lnTo>
                      <a:pt x="268" y="172"/>
                    </a:lnTo>
                    <a:lnTo>
                      <a:pt x="268" y="172"/>
                    </a:lnTo>
                    <a:lnTo>
                      <a:pt x="227" y="187"/>
                    </a:lnTo>
                    <a:lnTo>
                      <a:pt x="227" y="187"/>
                    </a:lnTo>
                    <a:lnTo>
                      <a:pt x="222" y="72"/>
                    </a:lnTo>
                    <a:lnTo>
                      <a:pt x="222" y="72"/>
                    </a:lnTo>
                    <a:lnTo>
                      <a:pt x="220" y="67"/>
                    </a:lnTo>
                    <a:lnTo>
                      <a:pt x="220" y="60"/>
                    </a:lnTo>
                    <a:lnTo>
                      <a:pt x="220" y="60"/>
                    </a:lnTo>
                    <a:lnTo>
                      <a:pt x="224" y="57"/>
                    </a:lnTo>
                    <a:lnTo>
                      <a:pt x="230" y="52"/>
                    </a:lnTo>
                    <a:lnTo>
                      <a:pt x="235" y="48"/>
                    </a:lnTo>
                    <a:lnTo>
                      <a:pt x="237" y="47"/>
                    </a:lnTo>
                    <a:lnTo>
                      <a:pt x="238" y="45"/>
                    </a:lnTo>
                    <a:lnTo>
                      <a:pt x="238" y="45"/>
                    </a:lnTo>
                    <a:lnTo>
                      <a:pt x="231" y="34"/>
                    </a:lnTo>
                    <a:lnTo>
                      <a:pt x="226" y="29"/>
                    </a:lnTo>
                    <a:lnTo>
                      <a:pt x="222" y="25"/>
                    </a:lnTo>
                    <a:lnTo>
                      <a:pt x="218" y="22"/>
                    </a:lnTo>
                    <a:lnTo>
                      <a:pt x="212" y="21"/>
                    </a:lnTo>
                    <a:lnTo>
                      <a:pt x="207" y="23"/>
                    </a:lnTo>
                    <a:lnTo>
                      <a:pt x="203" y="29"/>
                    </a:lnTo>
                    <a:lnTo>
                      <a:pt x="203" y="29"/>
                    </a:lnTo>
                    <a:lnTo>
                      <a:pt x="196" y="38"/>
                    </a:lnTo>
                    <a:lnTo>
                      <a:pt x="194" y="44"/>
                    </a:lnTo>
                    <a:lnTo>
                      <a:pt x="196" y="49"/>
                    </a:lnTo>
                    <a:lnTo>
                      <a:pt x="196" y="49"/>
                    </a:lnTo>
                    <a:lnTo>
                      <a:pt x="200" y="57"/>
                    </a:lnTo>
                    <a:lnTo>
                      <a:pt x="201" y="63"/>
                    </a:lnTo>
                    <a:lnTo>
                      <a:pt x="201" y="67"/>
                    </a:lnTo>
                    <a:lnTo>
                      <a:pt x="201" y="67"/>
                    </a:lnTo>
                    <a:lnTo>
                      <a:pt x="197" y="127"/>
                    </a:lnTo>
                    <a:lnTo>
                      <a:pt x="197" y="127"/>
                    </a:lnTo>
                    <a:lnTo>
                      <a:pt x="192" y="186"/>
                    </a:lnTo>
                    <a:lnTo>
                      <a:pt x="192" y="186"/>
                    </a:lnTo>
                    <a:lnTo>
                      <a:pt x="189" y="186"/>
                    </a:lnTo>
                    <a:lnTo>
                      <a:pt x="185" y="187"/>
                    </a:lnTo>
                    <a:lnTo>
                      <a:pt x="173" y="186"/>
                    </a:lnTo>
                    <a:lnTo>
                      <a:pt x="148" y="184"/>
                    </a:lnTo>
                    <a:lnTo>
                      <a:pt x="148" y="184"/>
                    </a:lnTo>
                    <a:lnTo>
                      <a:pt x="158" y="123"/>
                    </a:lnTo>
                    <a:lnTo>
                      <a:pt x="164" y="62"/>
                    </a:lnTo>
                    <a:lnTo>
                      <a:pt x="164" y="62"/>
                    </a:lnTo>
                    <a:lnTo>
                      <a:pt x="164" y="47"/>
                    </a:lnTo>
                    <a:lnTo>
                      <a:pt x="163" y="34"/>
                    </a:lnTo>
                    <a:lnTo>
                      <a:pt x="160" y="21"/>
                    </a:lnTo>
                    <a:lnTo>
                      <a:pt x="158" y="7"/>
                    </a:lnTo>
                    <a:lnTo>
                      <a:pt x="158" y="7"/>
                    </a:lnTo>
                    <a:lnTo>
                      <a:pt x="147" y="14"/>
                    </a:lnTo>
                    <a:lnTo>
                      <a:pt x="136" y="21"/>
                    </a:lnTo>
                    <a:lnTo>
                      <a:pt x="111" y="32"/>
                    </a:lnTo>
                    <a:lnTo>
                      <a:pt x="88" y="42"/>
                    </a:lnTo>
                    <a:lnTo>
                      <a:pt x="65" y="53"/>
                    </a:lnTo>
                    <a:lnTo>
                      <a:pt x="65" y="53"/>
                    </a:lnTo>
                    <a:lnTo>
                      <a:pt x="43" y="66"/>
                    </a:lnTo>
                    <a:lnTo>
                      <a:pt x="32" y="72"/>
                    </a:lnTo>
                    <a:lnTo>
                      <a:pt x="23" y="79"/>
                    </a:lnTo>
                    <a:lnTo>
                      <a:pt x="23" y="79"/>
                    </a:lnTo>
                    <a:lnTo>
                      <a:pt x="20" y="82"/>
                    </a:lnTo>
                    <a:lnTo>
                      <a:pt x="19" y="86"/>
                    </a:lnTo>
                    <a:lnTo>
                      <a:pt x="16" y="96"/>
                    </a:lnTo>
                    <a:lnTo>
                      <a:pt x="15" y="115"/>
                    </a:lnTo>
                    <a:lnTo>
                      <a:pt x="15" y="115"/>
                    </a:lnTo>
                    <a:lnTo>
                      <a:pt x="10" y="135"/>
                    </a:lnTo>
                    <a:lnTo>
                      <a:pt x="8" y="166"/>
                    </a:lnTo>
                    <a:lnTo>
                      <a:pt x="5" y="202"/>
                    </a:lnTo>
                    <a:lnTo>
                      <a:pt x="4" y="221"/>
                    </a:lnTo>
                    <a:lnTo>
                      <a:pt x="5" y="239"/>
                    </a:lnTo>
                    <a:lnTo>
                      <a:pt x="6" y="256"/>
                    </a:lnTo>
                    <a:lnTo>
                      <a:pt x="10" y="271"/>
                    </a:lnTo>
                    <a:lnTo>
                      <a:pt x="15" y="285"/>
                    </a:lnTo>
                    <a:lnTo>
                      <a:pt x="21" y="296"/>
                    </a:lnTo>
                    <a:lnTo>
                      <a:pt x="25" y="300"/>
                    </a:lnTo>
                    <a:lnTo>
                      <a:pt x="29" y="303"/>
                    </a:lnTo>
                    <a:lnTo>
                      <a:pt x="35" y="306"/>
                    </a:lnTo>
                    <a:lnTo>
                      <a:pt x="40" y="307"/>
                    </a:lnTo>
                    <a:lnTo>
                      <a:pt x="47" y="308"/>
                    </a:lnTo>
                    <a:lnTo>
                      <a:pt x="54" y="307"/>
                    </a:lnTo>
                    <a:lnTo>
                      <a:pt x="61" y="306"/>
                    </a:lnTo>
                    <a:lnTo>
                      <a:pt x="70" y="301"/>
                    </a:lnTo>
                    <a:lnTo>
                      <a:pt x="70" y="301"/>
                    </a:lnTo>
                    <a:lnTo>
                      <a:pt x="70" y="312"/>
                    </a:lnTo>
                    <a:lnTo>
                      <a:pt x="72" y="323"/>
                    </a:lnTo>
                    <a:lnTo>
                      <a:pt x="69" y="345"/>
                    </a:lnTo>
                    <a:lnTo>
                      <a:pt x="62" y="389"/>
                    </a:lnTo>
                    <a:lnTo>
                      <a:pt x="62" y="389"/>
                    </a:lnTo>
                    <a:lnTo>
                      <a:pt x="54" y="449"/>
                    </a:lnTo>
                    <a:lnTo>
                      <a:pt x="47" y="479"/>
                    </a:lnTo>
                    <a:lnTo>
                      <a:pt x="40" y="509"/>
                    </a:lnTo>
                    <a:lnTo>
                      <a:pt x="40" y="509"/>
                    </a:lnTo>
                    <a:lnTo>
                      <a:pt x="38" y="515"/>
                    </a:lnTo>
                    <a:lnTo>
                      <a:pt x="34" y="525"/>
                    </a:lnTo>
                    <a:lnTo>
                      <a:pt x="24" y="544"/>
                    </a:lnTo>
                    <a:lnTo>
                      <a:pt x="21" y="554"/>
                    </a:lnTo>
                    <a:lnTo>
                      <a:pt x="21" y="562"/>
                    </a:lnTo>
                    <a:lnTo>
                      <a:pt x="21" y="566"/>
                    </a:lnTo>
                    <a:lnTo>
                      <a:pt x="23" y="570"/>
                    </a:lnTo>
                    <a:lnTo>
                      <a:pt x="25" y="573"/>
                    </a:lnTo>
                    <a:lnTo>
                      <a:pt x="29" y="575"/>
                    </a:lnTo>
                    <a:lnTo>
                      <a:pt x="29" y="575"/>
                    </a:lnTo>
                    <a:lnTo>
                      <a:pt x="44" y="584"/>
                    </a:lnTo>
                    <a:lnTo>
                      <a:pt x="53" y="588"/>
                    </a:lnTo>
                    <a:lnTo>
                      <a:pt x="55" y="590"/>
                    </a:lnTo>
                    <a:lnTo>
                      <a:pt x="57" y="592"/>
                    </a:lnTo>
                    <a:lnTo>
                      <a:pt x="57" y="592"/>
                    </a:lnTo>
                    <a:lnTo>
                      <a:pt x="55" y="615"/>
                    </a:lnTo>
                    <a:lnTo>
                      <a:pt x="55" y="615"/>
                    </a:lnTo>
                    <a:lnTo>
                      <a:pt x="51" y="777"/>
                    </a:lnTo>
                    <a:lnTo>
                      <a:pt x="49" y="858"/>
                    </a:lnTo>
                    <a:lnTo>
                      <a:pt x="49" y="938"/>
                    </a:lnTo>
                    <a:lnTo>
                      <a:pt x="49" y="938"/>
                    </a:lnTo>
                    <a:lnTo>
                      <a:pt x="49" y="1185"/>
                    </a:lnTo>
                    <a:lnTo>
                      <a:pt x="49" y="1185"/>
                    </a:lnTo>
                    <a:lnTo>
                      <a:pt x="49" y="1223"/>
                    </a:lnTo>
                    <a:lnTo>
                      <a:pt x="47" y="1261"/>
                    </a:lnTo>
                    <a:lnTo>
                      <a:pt x="47" y="1261"/>
                    </a:lnTo>
                    <a:lnTo>
                      <a:pt x="47" y="1268"/>
                    </a:lnTo>
                    <a:lnTo>
                      <a:pt x="46" y="1273"/>
                    </a:lnTo>
                    <a:lnTo>
                      <a:pt x="43" y="1276"/>
                    </a:lnTo>
                    <a:lnTo>
                      <a:pt x="40" y="1279"/>
                    </a:lnTo>
                    <a:lnTo>
                      <a:pt x="34" y="1281"/>
                    </a:lnTo>
                    <a:lnTo>
                      <a:pt x="21" y="1287"/>
                    </a:lnTo>
                    <a:lnTo>
                      <a:pt x="21" y="1287"/>
                    </a:lnTo>
                    <a:lnTo>
                      <a:pt x="12" y="1292"/>
                    </a:lnTo>
                    <a:lnTo>
                      <a:pt x="5" y="1301"/>
                    </a:lnTo>
                    <a:lnTo>
                      <a:pt x="1" y="1309"/>
                    </a:lnTo>
                    <a:lnTo>
                      <a:pt x="0" y="1316"/>
                    </a:lnTo>
                    <a:lnTo>
                      <a:pt x="2" y="1324"/>
                    </a:lnTo>
                    <a:lnTo>
                      <a:pt x="4" y="1326"/>
                    </a:lnTo>
                    <a:lnTo>
                      <a:pt x="6" y="1329"/>
                    </a:lnTo>
                    <a:lnTo>
                      <a:pt x="10" y="1332"/>
                    </a:lnTo>
                    <a:lnTo>
                      <a:pt x="15" y="1335"/>
                    </a:lnTo>
                    <a:lnTo>
                      <a:pt x="27" y="1337"/>
                    </a:lnTo>
                    <a:lnTo>
                      <a:pt x="27" y="1337"/>
                    </a:lnTo>
                    <a:lnTo>
                      <a:pt x="43" y="1337"/>
                    </a:lnTo>
                    <a:lnTo>
                      <a:pt x="61" y="1335"/>
                    </a:lnTo>
                    <a:lnTo>
                      <a:pt x="61" y="1335"/>
                    </a:lnTo>
                    <a:lnTo>
                      <a:pt x="66" y="1333"/>
                    </a:lnTo>
                    <a:lnTo>
                      <a:pt x="70" y="1331"/>
                    </a:lnTo>
                    <a:lnTo>
                      <a:pt x="80" y="1324"/>
                    </a:lnTo>
                    <a:lnTo>
                      <a:pt x="88" y="1316"/>
                    </a:lnTo>
                    <a:lnTo>
                      <a:pt x="92" y="1314"/>
                    </a:lnTo>
                    <a:lnTo>
                      <a:pt x="96" y="1313"/>
                    </a:lnTo>
                    <a:lnTo>
                      <a:pt x="96" y="1313"/>
                    </a:lnTo>
                    <a:close/>
                    <a:moveTo>
                      <a:pt x="140" y="297"/>
                    </a:moveTo>
                    <a:lnTo>
                      <a:pt x="140" y="297"/>
                    </a:lnTo>
                    <a:lnTo>
                      <a:pt x="185" y="295"/>
                    </a:lnTo>
                    <a:lnTo>
                      <a:pt x="185" y="295"/>
                    </a:lnTo>
                    <a:lnTo>
                      <a:pt x="173" y="395"/>
                    </a:lnTo>
                    <a:lnTo>
                      <a:pt x="173" y="395"/>
                    </a:lnTo>
                    <a:lnTo>
                      <a:pt x="171" y="409"/>
                    </a:lnTo>
                    <a:lnTo>
                      <a:pt x="171" y="417"/>
                    </a:lnTo>
                    <a:lnTo>
                      <a:pt x="171" y="420"/>
                    </a:lnTo>
                    <a:lnTo>
                      <a:pt x="174" y="423"/>
                    </a:lnTo>
                    <a:lnTo>
                      <a:pt x="174" y="423"/>
                    </a:lnTo>
                    <a:lnTo>
                      <a:pt x="189" y="440"/>
                    </a:lnTo>
                    <a:lnTo>
                      <a:pt x="198" y="450"/>
                    </a:lnTo>
                    <a:lnTo>
                      <a:pt x="203" y="453"/>
                    </a:lnTo>
                    <a:lnTo>
                      <a:pt x="205" y="453"/>
                    </a:lnTo>
                    <a:lnTo>
                      <a:pt x="205" y="453"/>
                    </a:lnTo>
                    <a:lnTo>
                      <a:pt x="224" y="440"/>
                    </a:lnTo>
                    <a:lnTo>
                      <a:pt x="235" y="432"/>
                    </a:lnTo>
                    <a:lnTo>
                      <a:pt x="238" y="430"/>
                    </a:lnTo>
                    <a:lnTo>
                      <a:pt x="239" y="427"/>
                    </a:lnTo>
                    <a:lnTo>
                      <a:pt x="239" y="427"/>
                    </a:lnTo>
                    <a:lnTo>
                      <a:pt x="238" y="385"/>
                    </a:lnTo>
                    <a:lnTo>
                      <a:pt x="238" y="385"/>
                    </a:lnTo>
                    <a:lnTo>
                      <a:pt x="233" y="285"/>
                    </a:lnTo>
                    <a:lnTo>
                      <a:pt x="233" y="285"/>
                    </a:lnTo>
                    <a:lnTo>
                      <a:pt x="283" y="286"/>
                    </a:lnTo>
                    <a:lnTo>
                      <a:pt x="283" y="286"/>
                    </a:lnTo>
                    <a:lnTo>
                      <a:pt x="283" y="289"/>
                    </a:lnTo>
                    <a:lnTo>
                      <a:pt x="286" y="296"/>
                    </a:lnTo>
                    <a:lnTo>
                      <a:pt x="288" y="319"/>
                    </a:lnTo>
                    <a:lnTo>
                      <a:pt x="294" y="355"/>
                    </a:lnTo>
                    <a:lnTo>
                      <a:pt x="294" y="355"/>
                    </a:lnTo>
                    <a:lnTo>
                      <a:pt x="301" y="398"/>
                    </a:lnTo>
                    <a:lnTo>
                      <a:pt x="308" y="442"/>
                    </a:lnTo>
                    <a:lnTo>
                      <a:pt x="308" y="442"/>
                    </a:lnTo>
                    <a:lnTo>
                      <a:pt x="312" y="465"/>
                    </a:lnTo>
                    <a:lnTo>
                      <a:pt x="316" y="479"/>
                    </a:lnTo>
                    <a:lnTo>
                      <a:pt x="317" y="483"/>
                    </a:lnTo>
                    <a:lnTo>
                      <a:pt x="320" y="485"/>
                    </a:lnTo>
                    <a:lnTo>
                      <a:pt x="320" y="485"/>
                    </a:lnTo>
                    <a:lnTo>
                      <a:pt x="298" y="498"/>
                    </a:lnTo>
                    <a:lnTo>
                      <a:pt x="273" y="507"/>
                    </a:lnTo>
                    <a:lnTo>
                      <a:pt x="261" y="510"/>
                    </a:lnTo>
                    <a:lnTo>
                      <a:pt x="249" y="513"/>
                    </a:lnTo>
                    <a:lnTo>
                      <a:pt x="235" y="514"/>
                    </a:lnTo>
                    <a:lnTo>
                      <a:pt x="223" y="514"/>
                    </a:lnTo>
                    <a:lnTo>
                      <a:pt x="223" y="514"/>
                    </a:lnTo>
                    <a:lnTo>
                      <a:pt x="211" y="513"/>
                    </a:lnTo>
                    <a:lnTo>
                      <a:pt x="198" y="510"/>
                    </a:lnTo>
                    <a:lnTo>
                      <a:pt x="186" y="507"/>
                    </a:lnTo>
                    <a:lnTo>
                      <a:pt x="174" y="502"/>
                    </a:lnTo>
                    <a:lnTo>
                      <a:pt x="174" y="502"/>
                    </a:lnTo>
                    <a:lnTo>
                      <a:pt x="163" y="496"/>
                    </a:lnTo>
                    <a:lnTo>
                      <a:pt x="148" y="488"/>
                    </a:lnTo>
                    <a:lnTo>
                      <a:pt x="134" y="479"/>
                    </a:lnTo>
                    <a:lnTo>
                      <a:pt x="130" y="473"/>
                    </a:lnTo>
                    <a:lnTo>
                      <a:pt x="129" y="469"/>
                    </a:lnTo>
                    <a:lnTo>
                      <a:pt x="129" y="469"/>
                    </a:lnTo>
                    <a:lnTo>
                      <a:pt x="129" y="427"/>
                    </a:lnTo>
                    <a:lnTo>
                      <a:pt x="130" y="383"/>
                    </a:lnTo>
                    <a:lnTo>
                      <a:pt x="133" y="341"/>
                    </a:lnTo>
                    <a:lnTo>
                      <a:pt x="136" y="319"/>
                    </a:lnTo>
                    <a:lnTo>
                      <a:pt x="140" y="297"/>
                    </a:lnTo>
                    <a:lnTo>
                      <a:pt x="140" y="29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563892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lide(fromBottom)">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821094" y="432803"/>
            <a:ext cx="10898155" cy="769441"/>
          </a:xfrm>
          <a:prstGeom prst="rect">
            <a:avLst/>
          </a:prstGeom>
          <a:noFill/>
        </p:spPr>
        <p:txBody>
          <a:bodyPr wrap="square" rtlCol="0">
            <a:spAutoFit/>
          </a:bodyPr>
          <a:lstStyle/>
          <a:p>
            <a:pPr algn="r" rtl="1"/>
            <a:r>
              <a:rPr lang="ar-SA" sz="4400" b="1" u="sng" dirty="0"/>
              <a:t>ب- التطور التاريخي للألعاب التعليمية </a:t>
            </a:r>
            <a:endParaRPr lang="en-US" sz="4400" u="sng" dirty="0"/>
          </a:p>
        </p:txBody>
      </p:sp>
      <p:sp>
        <p:nvSpPr>
          <p:cNvPr id="3" name="Down Arrow Callout 2"/>
          <p:cNvSpPr/>
          <p:nvPr/>
        </p:nvSpPr>
        <p:spPr>
          <a:xfrm>
            <a:off x="0" y="1523332"/>
            <a:ext cx="12192000" cy="1463040"/>
          </a:xfrm>
          <a:prstGeom prst="downArrowCallou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Down Arrow Callout 22"/>
          <p:cNvSpPr/>
          <p:nvPr/>
        </p:nvSpPr>
        <p:spPr>
          <a:xfrm>
            <a:off x="0" y="3021932"/>
            <a:ext cx="12192000" cy="1463040"/>
          </a:xfrm>
          <a:prstGeom prst="downArrowCallou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4" name="Down Arrow Callout 23"/>
          <p:cNvSpPr/>
          <p:nvPr/>
        </p:nvSpPr>
        <p:spPr>
          <a:xfrm>
            <a:off x="0" y="4520532"/>
            <a:ext cx="12192000" cy="1463040"/>
          </a:xfrm>
          <a:prstGeom prst="downArrowCallo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6" name="TextBox 25"/>
          <p:cNvSpPr txBox="1"/>
          <p:nvPr/>
        </p:nvSpPr>
        <p:spPr>
          <a:xfrm>
            <a:off x="0" y="1487772"/>
            <a:ext cx="12192000" cy="954107"/>
          </a:xfrm>
          <a:prstGeom prst="rect">
            <a:avLst/>
          </a:prstGeom>
          <a:noFill/>
        </p:spPr>
        <p:txBody>
          <a:bodyPr wrap="square" rtlCol="0">
            <a:spAutoFit/>
          </a:bodyPr>
          <a:lstStyle/>
          <a:p>
            <a:pPr algn="ctr" rtl="1" fontAlgn="auto">
              <a:spcBef>
                <a:spcPts val="0"/>
              </a:spcBef>
              <a:spcAft>
                <a:spcPts val="0"/>
              </a:spcAft>
            </a:pPr>
            <a:r>
              <a:rPr lang="ar-SA" sz="2800" b="1" dirty="0"/>
              <a:t>يرجع استعمال الألعاب إلى ما قبل 1500 سنة، عندما استعمل الهنود لعبة الشطرنج، أما عن استعمال الألعاب كوسيلة تعليمية في المجال التربوي، فقد انتشر أيضاً منذ فترة طويلة </a:t>
            </a:r>
            <a:endParaRPr lang="en-US" sz="2800" b="1" dirty="0">
              <a:latin typeface="Bebas Neue" panose="020B0606020202050201" pitchFamily="34" charset="0"/>
            </a:endParaRPr>
          </a:p>
        </p:txBody>
      </p:sp>
      <p:sp>
        <p:nvSpPr>
          <p:cNvPr id="34" name="TextBox 33"/>
          <p:cNvSpPr txBox="1"/>
          <p:nvPr/>
        </p:nvSpPr>
        <p:spPr>
          <a:xfrm>
            <a:off x="0" y="3075935"/>
            <a:ext cx="12192000" cy="954107"/>
          </a:xfrm>
          <a:prstGeom prst="rect">
            <a:avLst/>
          </a:prstGeom>
          <a:noFill/>
        </p:spPr>
        <p:txBody>
          <a:bodyPr wrap="square" rtlCol="0">
            <a:spAutoFit/>
          </a:bodyPr>
          <a:lstStyle/>
          <a:p>
            <a:pPr algn="ctr" rtl="1" fontAlgn="auto">
              <a:spcBef>
                <a:spcPts val="0"/>
              </a:spcBef>
              <a:spcAft>
                <a:spcPts val="0"/>
              </a:spcAft>
            </a:pPr>
            <a:r>
              <a:rPr lang="ar-SA" sz="2800" b="1" dirty="0"/>
              <a:t>في القرن التاسع عشر ميلادي استطاع البروسيين (أهل بروسيا) من تطوير الألعاب التربوية وخاصة ألعاب الحرب، وذلك عندما استعملوا لعبة الشطرنج</a:t>
            </a:r>
            <a:endParaRPr lang="en-US" sz="2800" b="1" dirty="0">
              <a:latin typeface="Bebas Neue" panose="020B0606020202050201" pitchFamily="34" charset="0"/>
            </a:endParaRPr>
          </a:p>
        </p:txBody>
      </p:sp>
      <p:sp>
        <p:nvSpPr>
          <p:cNvPr id="36" name="TextBox 35"/>
          <p:cNvSpPr txBox="1"/>
          <p:nvPr/>
        </p:nvSpPr>
        <p:spPr>
          <a:xfrm>
            <a:off x="0" y="4745197"/>
            <a:ext cx="12192000" cy="523220"/>
          </a:xfrm>
          <a:prstGeom prst="rect">
            <a:avLst/>
          </a:prstGeom>
          <a:noFill/>
        </p:spPr>
        <p:txBody>
          <a:bodyPr wrap="square" rtlCol="0">
            <a:spAutoFit/>
          </a:bodyPr>
          <a:lstStyle/>
          <a:p>
            <a:pPr algn="ctr" fontAlgn="auto">
              <a:spcBef>
                <a:spcPts val="0"/>
              </a:spcBef>
              <a:spcAft>
                <a:spcPts val="0"/>
              </a:spcAft>
            </a:pPr>
            <a:r>
              <a:rPr lang="ar-SA" sz="2800" b="1" dirty="0"/>
              <a:t>في السنوات العشر التي تلت الحرب العالمية الثانية، ومع تطور وتعدد استعمالات الحاسوب </a:t>
            </a:r>
            <a:endParaRPr lang="en-US" sz="2800" b="1" dirty="0">
              <a:solidFill>
                <a:prstClr val="white"/>
              </a:solidFill>
              <a:latin typeface="Bebas Neue" panose="020B0606020202050201" pitchFamily="34" charset="0"/>
            </a:endParaRPr>
          </a:p>
        </p:txBody>
      </p:sp>
      <p:sp>
        <p:nvSpPr>
          <p:cNvPr id="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7322719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anim calcmode="lin" valueType="num">
                                      <p:cBhvr>
                                        <p:cTn id="8" dur="500" fill="hold"/>
                                        <p:tgtEl>
                                          <p:spTgt spid="3"/>
                                        </p:tgtEl>
                                        <p:attrNameLst>
                                          <p:attrName>ppt_x</p:attrName>
                                        </p:attrNameLst>
                                      </p:cBhvr>
                                      <p:tavLst>
                                        <p:tav tm="0">
                                          <p:val>
                                            <p:strVal val="#ppt_x"/>
                                          </p:val>
                                        </p:tav>
                                        <p:tav tm="100000">
                                          <p:val>
                                            <p:strVal val="#ppt_x"/>
                                          </p:val>
                                        </p:tav>
                                      </p:tavLst>
                                    </p:anim>
                                    <p:anim calcmode="lin" valueType="num">
                                      <p:cBhvr>
                                        <p:cTn id="9" dur="500" fill="hold"/>
                                        <p:tgtEl>
                                          <p:spTgt spid="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anim calcmode="lin" valueType="num">
                                      <p:cBhvr>
                                        <p:cTn id="14" dur="500" fill="hold"/>
                                        <p:tgtEl>
                                          <p:spTgt spid="26"/>
                                        </p:tgtEl>
                                        <p:attrNameLst>
                                          <p:attrName>ppt_x</p:attrName>
                                        </p:attrNameLst>
                                      </p:cBhvr>
                                      <p:tavLst>
                                        <p:tav tm="0">
                                          <p:val>
                                            <p:strVal val="#ppt_x"/>
                                          </p:val>
                                        </p:tav>
                                        <p:tav tm="100000">
                                          <p:val>
                                            <p:strVal val="#ppt_x"/>
                                          </p:val>
                                        </p:tav>
                                      </p:tavLst>
                                    </p:anim>
                                    <p:anim calcmode="lin" valueType="num">
                                      <p:cBhvr>
                                        <p:cTn id="15" dur="500" fill="hold"/>
                                        <p:tgtEl>
                                          <p:spTgt spid="26"/>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anim calcmode="lin" valueType="num">
                                      <p:cBhvr>
                                        <p:cTn id="20" dur="500" fill="hold"/>
                                        <p:tgtEl>
                                          <p:spTgt spid="23"/>
                                        </p:tgtEl>
                                        <p:attrNameLst>
                                          <p:attrName>ppt_x</p:attrName>
                                        </p:attrNameLst>
                                      </p:cBhvr>
                                      <p:tavLst>
                                        <p:tav tm="0">
                                          <p:val>
                                            <p:strVal val="#ppt_x"/>
                                          </p:val>
                                        </p:tav>
                                        <p:tav tm="100000">
                                          <p:val>
                                            <p:strVal val="#ppt_x"/>
                                          </p:val>
                                        </p:tav>
                                      </p:tavLst>
                                    </p:anim>
                                    <p:anim calcmode="lin" valueType="num">
                                      <p:cBhvr>
                                        <p:cTn id="21" dur="500" fill="hold"/>
                                        <p:tgtEl>
                                          <p:spTgt spid="23"/>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grpId="0" nodeType="after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fade">
                                      <p:cBhvr>
                                        <p:cTn id="25" dur="500"/>
                                        <p:tgtEl>
                                          <p:spTgt spid="34"/>
                                        </p:tgtEl>
                                      </p:cBhvr>
                                    </p:animEffect>
                                    <p:anim calcmode="lin" valueType="num">
                                      <p:cBhvr>
                                        <p:cTn id="26" dur="500" fill="hold"/>
                                        <p:tgtEl>
                                          <p:spTgt spid="34"/>
                                        </p:tgtEl>
                                        <p:attrNameLst>
                                          <p:attrName>ppt_x</p:attrName>
                                        </p:attrNameLst>
                                      </p:cBhvr>
                                      <p:tavLst>
                                        <p:tav tm="0">
                                          <p:val>
                                            <p:strVal val="#ppt_x"/>
                                          </p:val>
                                        </p:tav>
                                        <p:tav tm="100000">
                                          <p:val>
                                            <p:strVal val="#ppt_x"/>
                                          </p:val>
                                        </p:tav>
                                      </p:tavLst>
                                    </p:anim>
                                    <p:anim calcmode="lin" valueType="num">
                                      <p:cBhvr>
                                        <p:cTn id="27" dur="500" fill="hold"/>
                                        <p:tgtEl>
                                          <p:spTgt spid="34"/>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anim calcmode="lin" valueType="num">
                                      <p:cBhvr>
                                        <p:cTn id="32" dur="500" fill="hold"/>
                                        <p:tgtEl>
                                          <p:spTgt spid="24"/>
                                        </p:tgtEl>
                                        <p:attrNameLst>
                                          <p:attrName>ppt_x</p:attrName>
                                        </p:attrNameLst>
                                      </p:cBhvr>
                                      <p:tavLst>
                                        <p:tav tm="0">
                                          <p:val>
                                            <p:strVal val="#ppt_x"/>
                                          </p:val>
                                        </p:tav>
                                        <p:tav tm="100000">
                                          <p:val>
                                            <p:strVal val="#ppt_x"/>
                                          </p:val>
                                        </p:tav>
                                      </p:tavLst>
                                    </p:anim>
                                    <p:anim calcmode="lin" valueType="num">
                                      <p:cBhvr>
                                        <p:cTn id="33" dur="500" fill="hold"/>
                                        <p:tgtEl>
                                          <p:spTgt spid="24"/>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grpId="0" nodeType="afterEffect">
                                  <p:stCondLst>
                                    <p:cond delay="0"/>
                                  </p:stCondLst>
                                  <p:childTnLst>
                                    <p:set>
                                      <p:cBhvr>
                                        <p:cTn id="36" dur="1" fill="hold">
                                          <p:stCondLst>
                                            <p:cond delay="0"/>
                                          </p:stCondLst>
                                        </p:cTn>
                                        <p:tgtEl>
                                          <p:spTgt spid="36"/>
                                        </p:tgtEl>
                                        <p:attrNameLst>
                                          <p:attrName>style.visibility</p:attrName>
                                        </p:attrNameLst>
                                      </p:cBhvr>
                                      <p:to>
                                        <p:strVal val="visible"/>
                                      </p:to>
                                    </p:set>
                                    <p:animEffect transition="in" filter="fade">
                                      <p:cBhvr>
                                        <p:cTn id="37" dur="500"/>
                                        <p:tgtEl>
                                          <p:spTgt spid="36"/>
                                        </p:tgtEl>
                                      </p:cBhvr>
                                    </p:animEffect>
                                    <p:anim calcmode="lin" valueType="num">
                                      <p:cBhvr>
                                        <p:cTn id="38" dur="500" fill="hold"/>
                                        <p:tgtEl>
                                          <p:spTgt spid="36"/>
                                        </p:tgtEl>
                                        <p:attrNameLst>
                                          <p:attrName>ppt_x</p:attrName>
                                        </p:attrNameLst>
                                      </p:cBhvr>
                                      <p:tavLst>
                                        <p:tav tm="0">
                                          <p:val>
                                            <p:strVal val="#ppt_x"/>
                                          </p:val>
                                        </p:tav>
                                        <p:tav tm="100000">
                                          <p:val>
                                            <p:strVal val="#ppt_x"/>
                                          </p:val>
                                        </p:tav>
                                      </p:tavLst>
                                    </p:anim>
                                    <p:anim calcmode="lin" valueType="num">
                                      <p:cBhvr>
                                        <p:cTn id="39" dur="5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3" grpId="0" animBg="1"/>
      <p:bldP spid="24" grpId="0" animBg="1"/>
      <p:bldP spid="26" grpId="0"/>
      <p:bldP spid="34" grpId="0"/>
      <p:bldP spid="36"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821094" y="432803"/>
            <a:ext cx="10898155" cy="769441"/>
          </a:xfrm>
          <a:prstGeom prst="rect">
            <a:avLst/>
          </a:prstGeom>
          <a:noFill/>
        </p:spPr>
        <p:txBody>
          <a:bodyPr wrap="square" rtlCol="0">
            <a:spAutoFit/>
          </a:bodyPr>
          <a:lstStyle/>
          <a:p>
            <a:pPr algn="r" rtl="1"/>
            <a:r>
              <a:rPr lang="ar-SA" sz="4400" b="1" u="sng" dirty="0"/>
              <a:t>ب- التطور التاريخي للألعاب التعليمية </a:t>
            </a:r>
            <a:endParaRPr lang="en-US" sz="4400" u="sng" dirty="0"/>
          </a:p>
        </p:txBody>
      </p:sp>
      <p:sp>
        <p:nvSpPr>
          <p:cNvPr id="3" name="Down Arrow Callout 2"/>
          <p:cNvSpPr/>
          <p:nvPr/>
        </p:nvSpPr>
        <p:spPr>
          <a:xfrm>
            <a:off x="0" y="2254852"/>
            <a:ext cx="12192000" cy="1934376"/>
          </a:xfrm>
          <a:prstGeom prst="downArrowCallou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4" name="Down Arrow Callout 23"/>
          <p:cNvSpPr/>
          <p:nvPr/>
        </p:nvSpPr>
        <p:spPr>
          <a:xfrm>
            <a:off x="0" y="4189228"/>
            <a:ext cx="12192000" cy="1794344"/>
          </a:xfrm>
          <a:prstGeom prst="downArrowCallo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6" name="TextBox 25"/>
          <p:cNvSpPr txBox="1"/>
          <p:nvPr/>
        </p:nvSpPr>
        <p:spPr>
          <a:xfrm>
            <a:off x="0" y="2328720"/>
            <a:ext cx="12192000" cy="954107"/>
          </a:xfrm>
          <a:prstGeom prst="rect">
            <a:avLst/>
          </a:prstGeom>
          <a:noFill/>
        </p:spPr>
        <p:txBody>
          <a:bodyPr wrap="square" rtlCol="0">
            <a:spAutoFit/>
          </a:bodyPr>
          <a:lstStyle/>
          <a:p>
            <a:pPr algn="ctr" rtl="1" fontAlgn="auto">
              <a:spcBef>
                <a:spcPts val="0"/>
              </a:spcBef>
              <a:spcAft>
                <a:spcPts val="0"/>
              </a:spcAft>
            </a:pPr>
            <a:r>
              <a:rPr lang="ar-SA" sz="2800" b="1" dirty="0"/>
              <a:t>مع نهاية خمسينيات القرن العشرين، اتسع مجال استعمال الألعاب، حيث قام التربويون بإدخال الألعاب التربوية في مساقات العلوم السياسية لطلبة الدراسات العليا، وفي مجال التدريب والتعليم المهني</a:t>
            </a:r>
            <a:endParaRPr lang="en-US" sz="2800" b="1" dirty="0">
              <a:latin typeface="Bebas Neue" panose="020B0606020202050201" pitchFamily="34" charset="0"/>
            </a:endParaRPr>
          </a:p>
        </p:txBody>
      </p:sp>
      <p:sp>
        <p:nvSpPr>
          <p:cNvPr id="36" name="TextBox 35"/>
          <p:cNvSpPr txBox="1"/>
          <p:nvPr/>
        </p:nvSpPr>
        <p:spPr>
          <a:xfrm>
            <a:off x="276446" y="4312070"/>
            <a:ext cx="11639107" cy="954107"/>
          </a:xfrm>
          <a:prstGeom prst="rect">
            <a:avLst/>
          </a:prstGeom>
          <a:noFill/>
        </p:spPr>
        <p:txBody>
          <a:bodyPr wrap="square" rtlCol="0">
            <a:spAutoFit/>
          </a:bodyPr>
          <a:lstStyle/>
          <a:p>
            <a:pPr algn="ctr" fontAlgn="auto">
              <a:spcBef>
                <a:spcPts val="0"/>
              </a:spcBef>
              <a:spcAft>
                <a:spcPts val="0"/>
              </a:spcAft>
            </a:pPr>
            <a:r>
              <a:rPr lang="ar-SA" sz="2800" b="1" dirty="0"/>
              <a:t>وفي ستينات القرن العشرين انتشر استعمال الألعاب التربوية في المدارس ومؤسسات التعليم العالي، كما شاع استخدامها في جميع المواد الدراسية</a:t>
            </a:r>
            <a:endParaRPr lang="en-US" sz="2800" b="1" dirty="0">
              <a:solidFill>
                <a:prstClr val="white"/>
              </a:solidFill>
              <a:latin typeface="Bebas Neue" panose="020B0606020202050201" pitchFamily="34" charset="0"/>
            </a:endParaRPr>
          </a:p>
        </p:txBody>
      </p:sp>
      <p:sp>
        <p:nvSpPr>
          <p:cNvPr id="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33707246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anim calcmode="lin" valueType="num">
                                      <p:cBhvr>
                                        <p:cTn id="8" dur="500" fill="hold"/>
                                        <p:tgtEl>
                                          <p:spTgt spid="3"/>
                                        </p:tgtEl>
                                        <p:attrNameLst>
                                          <p:attrName>ppt_x</p:attrName>
                                        </p:attrNameLst>
                                      </p:cBhvr>
                                      <p:tavLst>
                                        <p:tav tm="0">
                                          <p:val>
                                            <p:strVal val="#ppt_x"/>
                                          </p:val>
                                        </p:tav>
                                        <p:tav tm="100000">
                                          <p:val>
                                            <p:strVal val="#ppt_x"/>
                                          </p:val>
                                        </p:tav>
                                      </p:tavLst>
                                    </p:anim>
                                    <p:anim calcmode="lin" valueType="num">
                                      <p:cBhvr>
                                        <p:cTn id="9" dur="500" fill="hold"/>
                                        <p:tgtEl>
                                          <p:spTgt spid="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anim calcmode="lin" valueType="num">
                                      <p:cBhvr>
                                        <p:cTn id="14" dur="500" fill="hold"/>
                                        <p:tgtEl>
                                          <p:spTgt spid="26"/>
                                        </p:tgtEl>
                                        <p:attrNameLst>
                                          <p:attrName>ppt_x</p:attrName>
                                        </p:attrNameLst>
                                      </p:cBhvr>
                                      <p:tavLst>
                                        <p:tav tm="0">
                                          <p:val>
                                            <p:strVal val="#ppt_x"/>
                                          </p:val>
                                        </p:tav>
                                        <p:tav tm="100000">
                                          <p:val>
                                            <p:strVal val="#ppt_x"/>
                                          </p:val>
                                        </p:tav>
                                      </p:tavLst>
                                    </p:anim>
                                    <p:anim calcmode="lin" valueType="num">
                                      <p:cBhvr>
                                        <p:cTn id="15" dur="500" fill="hold"/>
                                        <p:tgtEl>
                                          <p:spTgt spid="26"/>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500"/>
                                        <p:tgtEl>
                                          <p:spTgt spid="24"/>
                                        </p:tgtEl>
                                      </p:cBhvr>
                                    </p:animEffect>
                                    <p:anim calcmode="lin" valueType="num">
                                      <p:cBhvr>
                                        <p:cTn id="20" dur="500" fill="hold"/>
                                        <p:tgtEl>
                                          <p:spTgt spid="24"/>
                                        </p:tgtEl>
                                        <p:attrNameLst>
                                          <p:attrName>ppt_x</p:attrName>
                                        </p:attrNameLst>
                                      </p:cBhvr>
                                      <p:tavLst>
                                        <p:tav tm="0">
                                          <p:val>
                                            <p:strVal val="#ppt_x"/>
                                          </p:val>
                                        </p:tav>
                                        <p:tav tm="100000">
                                          <p:val>
                                            <p:strVal val="#ppt_x"/>
                                          </p:val>
                                        </p:tav>
                                      </p:tavLst>
                                    </p:anim>
                                    <p:anim calcmode="lin" valueType="num">
                                      <p:cBhvr>
                                        <p:cTn id="21" dur="500" fill="hold"/>
                                        <p:tgtEl>
                                          <p:spTgt spid="24"/>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grpId="0" nodeType="afterEffect">
                                  <p:stCondLst>
                                    <p:cond delay="0"/>
                                  </p:stCondLst>
                                  <p:childTnLst>
                                    <p:set>
                                      <p:cBhvr>
                                        <p:cTn id="24" dur="1" fill="hold">
                                          <p:stCondLst>
                                            <p:cond delay="0"/>
                                          </p:stCondLst>
                                        </p:cTn>
                                        <p:tgtEl>
                                          <p:spTgt spid="36"/>
                                        </p:tgtEl>
                                        <p:attrNameLst>
                                          <p:attrName>style.visibility</p:attrName>
                                        </p:attrNameLst>
                                      </p:cBhvr>
                                      <p:to>
                                        <p:strVal val="visible"/>
                                      </p:to>
                                    </p:set>
                                    <p:animEffect transition="in" filter="fade">
                                      <p:cBhvr>
                                        <p:cTn id="25" dur="500"/>
                                        <p:tgtEl>
                                          <p:spTgt spid="36"/>
                                        </p:tgtEl>
                                      </p:cBhvr>
                                    </p:animEffect>
                                    <p:anim calcmode="lin" valueType="num">
                                      <p:cBhvr>
                                        <p:cTn id="26" dur="500" fill="hold"/>
                                        <p:tgtEl>
                                          <p:spTgt spid="36"/>
                                        </p:tgtEl>
                                        <p:attrNameLst>
                                          <p:attrName>ppt_x</p:attrName>
                                        </p:attrNameLst>
                                      </p:cBhvr>
                                      <p:tavLst>
                                        <p:tav tm="0">
                                          <p:val>
                                            <p:strVal val="#ppt_x"/>
                                          </p:val>
                                        </p:tav>
                                        <p:tav tm="100000">
                                          <p:val>
                                            <p:strVal val="#ppt_x"/>
                                          </p:val>
                                        </p:tav>
                                      </p:tavLst>
                                    </p:anim>
                                    <p:anim calcmode="lin" valueType="num">
                                      <p:cBhvr>
                                        <p:cTn id="27" dur="5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4" grpId="0" animBg="1"/>
      <p:bldP spid="26" grpId="0"/>
      <p:bldP spid="36"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4"/>
          <p:cNvSpPr>
            <a:spLocks noChangeAspect="1" noChangeArrowheads="1" noTextEdit="1"/>
          </p:cNvSpPr>
          <p:nvPr/>
        </p:nvSpPr>
        <p:spPr bwMode="auto">
          <a:xfrm>
            <a:off x="164012" y="2120834"/>
            <a:ext cx="2825749" cy="3736405"/>
          </a:xfrm>
          <a:prstGeom prst="rect">
            <a:avLst/>
          </a:prstGeom>
          <a:noFill/>
          <a:ln w="9525">
            <a:noFill/>
            <a:miter lim="800000"/>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3" name="Freeform 7"/>
          <p:cNvSpPr>
            <a:spLocks/>
          </p:cNvSpPr>
          <p:nvPr/>
        </p:nvSpPr>
        <p:spPr bwMode="auto">
          <a:xfrm>
            <a:off x="1" y="1768566"/>
            <a:ext cx="1947283" cy="125986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4" name="Freeform 9"/>
          <p:cNvSpPr>
            <a:spLocks/>
          </p:cNvSpPr>
          <p:nvPr/>
        </p:nvSpPr>
        <p:spPr bwMode="auto">
          <a:xfrm>
            <a:off x="3" y="2590527"/>
            <a:ext cx="1947280" cy="1003339"/>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5" name="Freeform 11"/>
          <p:cNvSpPr>
            <a:spLocks/>
          </p:cNvSpPr>
          <p:nvPr/>
        </p:nvSpPr>
        <p:spPr bwMode="auto">
          <a:xfrm>
            <a:off x="0" y="3303399"/>
            <a:ext cx="1947285" cy="746819"/>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6" name="Freeform 13"/>
          <p:cNvSpPr>
            <a:spLocks/>
          </p:cNvSpPr>
          <p:nvPr/>
        </p:nvSpPr>
        <p:spPr bwMode="auto">
          <a:xfrm>
            <a:off x="0" y="3924241"/>
            <a:ext cx="1947285" cy="748887"/>
          </a:xfrm>
          <a:custGeom>
            <a:avLst/>
            <a:gdLst/>
            <a:ahLst/>
            <a:cxnLst>
              <a:cxn ang="0">
                <a:pos x="0" y="0"/>
              </a:cxn>
              <a:cxn ang="0">
                <a:pos x="0" y="725"/>
              </a:cxn>
              <a:cxn ang="0">
                <a:pos x="859" y="479"/>
              </a:cxn>
              <a:cxn ang="0">
                <a:pos x="859" y="0"/>
              </a:cxn>
              <a:cxn ang="0">
                <a:pos x="0" y="0"/>
              </a:cxn>
            </a:cxnLst>
            <a:rect l="0" t="0" r="r" b="b"/>
            <a:pathLst>
              <a:path w="859" h="725">
                <a:moveTo>
                  <a:pt x="0" y="0"/>
                </a:moveTo>
                <a:lnTo>
                  <a:pt x="0" y="725"/>
                </a:lnTo>
                <a:lnTo>
                  <a:pt x="859" y="479"/>
                </a:lnTo>
                <a:lnTo>
                  <a:pt x="859" y="0"/>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7" name="Freeform 15"/>
          <p:cNvSpPr>
            <a:spLocks/>
          </p:cNvSpPr>
          <p:nvPr/>
        </p:nvSpPr>
        <p:spPr bwMode="auto">
          <a:xfrm>
            <a:off x="3" y="4313951"/>
            <a:ext cx="1947280" cy="1003339"/>
          </a:xfrm>
          <a:custGeom>
            <a:avLst/>
            <a:gdLst/>
            <a:ahLst/>
            <a:cxnLst>
              <a:cxn ang="0">
                <a:pos x="0" y="246"/>
              </a:cxn>
              <a:cxn ang="0">
                <a:pos x="0" y="969"/>
              </a:cxn>
              <a:cxn ang="0">
                <a:pos x="859" y="476"/>
              </a:cxn>
              <a:cxn ang="0">
                <a:pos x="859" y="0"/>
              </a:cxn>
              <a:cxn ang="0">
                <a:pos x="0" y="246"/>
              </a:cxn>
            </a:cxnLst>
            <a:rect l="0" t="0" r="r" b="b"/>
            <a:pathLst>
              <a:path w="859" h="969">
                <a:moveTo>
                  <a:pt x="0" y="246"/>
                </a:moveTo>
                <a:lnTo>
                  <a:pt x="0" y="969"/>
                </a:lnTo>
                <a:lnTo>
                  <a:pt x="859" y="476"/>
                </a:lnTo>
                <a:lnTo>
                  <a:pt x="859" y="0"/>
                </a:lnTo>
                <a:lnTo>
                  <a:pt x="0" y="246"/>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8" name="Freeform 6"/>
          <p:cNvSpPr>
            <a:spLocks/>
          </p:cNvSpPr>
          <p:nvPr/>
        </p:nvSpPr>
        <p:spPr bwMode="auto">
          <a:xfrm>
            <a:off x="1" y="1322826"/>
            <a:ext cx="1947283" cy="227303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close/>
              </a:path>
            </a:pathLst>
          </a:custGeom>
          <a:solidFill>
            <a:schemeClr val="accent3">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10" name="Freeform 8"/>
          <p:cNvSpPr>
            <a:spLocks/>
          </p:cNvSpPr>
          <p:nvPr/>
        </p:nvSpPr>
        <p:spPr bwMode="auto">
          <a:xfrm>
            <a:off x="3" y="2997048"/>
            <a:ext cx="1947280" cy="1785524"/>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close/>
              </a:path>
            </a:pathLst>
          </a:custGeom>
          <a:solidFill>
            <a:schemeClr val="accent4">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12" name="Freeform 10"/>
          <p:cNvSpPr>
            <a:spLocks/>
          </p:cNvSpPr>
          <p:nvPr/>
        </p:nvSpPr>
        <p:spPr bwMode="auto">
          <a:xfrm>
            <a:off x="13508" y="4474656"/>
            <a:ext cx="1947285" cy="1432607"/>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close/>
              </a:path>
            </a:pathLst>
          </a:custGeom>
          <a:solidFill>
            <a:schemeClr val="accent1">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20" name="Rectangle 19"/>
          <p:cNvSpPr/>
          <p:nvPr/>
        </p:nvSpPr>
        <p:spPr>
          <a:xfrm>
            <a:off x="1947283" y="361106"/>
            <a:ext cx="9906069" cy="769441"/>
          </a:xfrm>
          <a:prstGeom prst="rect">
            <a:avLst/>
          </a:prstGeom>
        </p:spPr>
        <p:txBody>
          <a:bodyPr wrap="square">
            <a:spAutoFit/>
          </a:bodyPr>
          <a:lstStyle/>
          <a:p>
            <a:pPr algn="r" rtl="1"/>
            <a:r>
              <a:rPr lang="ar-SA" sz="4400" b="1" u="sng" dirty="0"/>
              <a:t>ج- الغرض التعليمي للألعاب التعليمية </a:t>
            </a:r>
            <a:endParaRPr lang="en-US" sz="4400" u="sng" dirty="0"/>
          </a:p>
        </p:txBody>
      </p:sp>
      <p:grpSp>
        <p:nvGrpSpPr>
          <p:cNvPr id="50" name="Group 49"/>
          <p:cNvGrpSpPr/>
          <p:nvPr/>
        </p:nvGrpSpPr>
        <p:grpSpPr>
          <a:xfrm>
            <a:off x="1947283" y="2679121"/>
            <a:ext cx="10018339" cy="916739"/>
            <a:chOff x="1470594" y="1670061"/>
            <a:chExt cx="7513754" cy="685891"/>
          </a:xfrm>
        </p:grpSpPr>
        <p:sp>
          <p:nvSpPr>
            <p:cNvPr id="29" name="Rectangle 28"/>
            <p:cNvSpPr/>
            <p:nvPr/>
          </p:nvSpPr>
          <p:spPr>
            <a:xfrm>
              <a:off x="4055126" y="1670061"/>
              <a:ext cx="4929222" cy="621740"/>
            </a:xfrm>
            <a:prstGeom prst="rect">
              <a:avLst/>
            </a:prstGeom>
          </p:spPr>
          <p:txBody>
            <a:bodyPr wrap="square">
              <a:spAutoFit/>
            </a:bodyPr>
            <a:lstStyle/>
            <a:p>
              <a:pPr fontAlgn="auto">
                <a:spcBef>
                  <a:spcPts val="0"/>
                </a:spcBef>
                <a:spcAft>
                  <a:spcPts val="0"/>
                </a:spcAft>
              </a:pPr>
              <a:r>
                <a:rPr lang="ar-SA" sz="2400" b="1" dirty="0"/>
                <a:t>أداة تربوية تعليمية تساعد في إحداث تفاعل الفرد مع عناصر البيئة لغرض التعلم وإنماء الشخصية والسلوك</a:t>
              </a:r>
              <a:endParaRPr lang="ms-MY" sz="24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3" name="Group 47"/>
            <p:cNvGrpSpPr/>
            <p:nvPr/>
          </p:nvGrpSpPr>
          <p:grpSpPr>
            <a:xfrm>
              <a:off x="1470594" y="1670061"/>
              <a:ext cx="2396330" cy="685891"/>
              <a:chOff x="1470594" y="1670061"/>
              <a:chExt cx="2396330" cy="685891"/>
            </a:xfrm>
          </p:grpSpPr>
          <p:sp>
            <p:nvSpPr>
              <p:cNvPr id="9" name="Rectangle 8"/>
              <p:cNvSpPr/>
              <p:nvPr/>
            </p:nvSpPr>
            <p:spPr>
              <a:xfrm>
                <a:off x="1470594" y="1670061"/>
                <a:ext cx="2396330" cy="68589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0" name="Rectangle 29"/>
              <p:cNvSpPr/>
              <p:nvPr/>
            </p:nvSpPr>
            <p:spPr>
              <a:xfrm>
                <a:off x="1857356" y="1857370"/>
                <a:ext cx="571504" cy="438581"/>
              </a:xfrm>
              <a:prstGeom prst="rect">
                <a:avLst/>
              </a:prstGeom>
            </p:spPr>
            <p:txBody>
              <a:bodyPr wrap="square">
                <a:spAutoFit/>
              </a:bodyPr>
              <a:lstStyle/>
              <a:p>
                <a:pPr algn="ctr" fontAlgn="auto">
                  <a:spcBef>
                    <a:spcPts val="0"/>
                  </a:spcBef>
                  <a:spcAft>
                    <a:spcPts val="0"/>
                  </a:spcAft>
                </a:pPr>
                <a:r>
                  <a:rPr lang="en-US" sz="3200" b="1" dirty="0">
                    <a:solidFill>
                      <a:prstClr val="white"/>
                    </a:solidFill>
                    <a:latin typeface="Open Sans" pitchFamily="34" charset="0"/>
                    <a:ea typeface="Open Sans" pitchFamily="34" charset="0"/>
                    <a:cs typeface="Open Sans" pitchFamily="34" charset="0"/>
                  </a:rPr>
                  <a:t>01</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1" name="Group 50"/>
          <p:cNvGrpSpPr/>
          <p:nvPr/>
        </p:nvGrpSpPr>
        <p:grpSpPr>
          <a:xfrm>
            <a:off x="1947283" y="3920362"/>
            <a:ext cx="9726163" cy="882623"/>
            <a:chOff x="1461290" y="2344453"/>
            <a:chExt cx="7294622" cy="660367"/>
          </a:xfrm>
        </p:grpSpPr>
        <p:sp>
          <p:nvSpPr>
            <p:cNvPr id="31" name="Rectangle 30"/>
            <p:cNvSpPr/>
            <p:nvPr/>
          </p:nvSpPr>
          <p:spPr>
            <a:xfrm>
              <a:off x="4542569" y="2352980"/>
              <a:ext cx="4213343" cy="621741"/>
            </a:xfrm>
            <a:prstGeom prst="rect">
              <a:avLst/>
            </a:prstGeom>
          </p:spPr>
          <p:txBody>
            <a:bodyPr wrap="square">
              <a:spAutoFit/>
            </a:bodyPr>
            <a:lstStyle/>
            <a:p>
              <a:pPr fontAlgn="auto">
                <a:spcBef>
                  <a:spcPts val="0"/>
                </a:spcBef>
                <a:spcAft>
                  <a:spcPts val="0"/>
                </a:spcAft>
              </a:pPr>
              <a:r>
                <a:rPr lang="ar-SA" sz="2400" b="1" dirty="0"/>
                <a:t>وسيلة تعليمية تقرب المفاهيم وتساعد في إدراك معاني الأشياء</a:t>
              </a:r>
              <a:endParaRPr lang="ms-MY" sz="24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0" name="Group 46"/>
            <p:cNvGrpSpPr/>
            <p:nvPr/>
          </p:nvGrpSpPr>
          <p:grpSpPr>
            <a:xfrm>
              <a:off x="1461290" y="2344453"/>
              <a:ext cx="2824958" cy="660367"/>
              <a:chOff x="1461290" y="2344453"/>
              <a:chExt cx="2824958" cy="660367"/>
            </a:xfrm>
          </p:grpSpPr>
          <p:sp>
            <p:nvSpPr>
              <p:cNvPr id="11" name="Rectangle 10"/>
              <p:cNvSpPr/>
              <p:nvPr/>
            </p:nvSpPr>
            <p:spPr>
              <a:xfrm>
                <a:off x="1461290" y="2344453"/>
                <a:ext cx="2824958" cy="66036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Rectangle 34"/>
              <p:cNvSpPr/>
              <p:nvPr/>
            </p:nvSpPr>
            <p:spPr>
              <a:xfrm>
                <a:off x="2285984" y="2357436"/>
                <a:ext cx="571504" cy="438581"/>
              </a:xfrm>
              <a:prstGeom prst="rect">
                <a:avLst/>
              </a:prstGeom>
            </p:spPr>
            <p:txBody>
              <a:bodyPr wrap="square">
                <a:spAutoFit/>
              </a:bodyPr>
              <a:lstStyle/>
              <a:p>
                <a:pPr algn="ctr" fontAlgn="auto">
                  <a:spcBef>
                    <a:spcPts val="0"/>
                  </a:spcBef>
                  <a:spcAft>
                    <a:spcPts val="0"/>
                  </a:spcAft>
                </a:pPr>
                <a:r>
                  <a:rPr lang="en-US" sz="3200" b="1" dirty="0">
                    <a:solidFill>
                      <a:prstClr val="white"/>
                    </a:solidFill>
                    <a:latin typeface="Open Sans" pitchFamily="34" charset="0"/>
                    <a:ea typeface="Open Sans" pitchFamily="34" charset="0"/>
                    <a:cs typeface="Open Sans" pitchFamily="34" charset="0"/>
                  </a:rPr>
                  <a:t>02</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2" name="Group 51"/>
          <p:cNvGrpSpPr/>
          <p:nvPr/>
        </p:nvGrpSpPr>
        <p:grpSpPr>
          <a:xfrm>
            <a:off x="1947283" y="4955581"/>
            <a:ext cx="10018339" cy="954529"/>
            <a:chOff x="1461290" y="2873238"/>
            <a:chExt cx="7493936" cy="714164"/>
          </a:xfrm>
        </p:grpSpPr>
        <p:sp>
          <p:nvSpPr>
            <p:cNvPr id="32" name="Rectangle 31"/>
            <p:cNvSpPr/>
            <p:nvPr/>
          </p:nvSpPr>
          <p:spPr>
            <a:xfrm>
              <a:off x="4749869" y="2926106"/>
              <a:ext cx="4205357" cy="621740"/>
            </a:xfrm>
            <a:prstGeom prst="rect">
              <a:avLst/>
            </a:prstGeom>
          </p:spPr>
          <p:txBody>
            <a:bodyPr wrap="square">
              <a:spAutoFit/>
            </a:bodyPr>
            <a:lstStyle/>
            <a:p>
              <a:pPr fontAlgn="auto">
                <a:spcBef>
                  <a:spcPts val="0"/>
                </a:spcBef>
                <a:spcAft>
                  <a:spcPts val="0"/>
                </a:spcAft>
              </a:pPr>
              <a:r>
                <a:rPr lang="ar-SA" sz="2400" b="1" dirty="0"/>
                <a:t>أداة فعالة في تفريد التعلم وتنظيمه لمواجهة الفروق الفردية وتعليم الأطفال وفقاً لإمكاناتهم وقدراتهم</a:t>
              </a:r>
              <a:endParaRPr lang="ms-MY" sz="24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2" name="Group 45"/>
            <p:cNvGrpSpPr/>
            <p:nvPr/>
          </p:nvGrpSpPr>
          <p:grpSpPr>
            <a:xfrm>
              <a:off x="1461290" y="2873238"/>
              <a:ext cx="3182147" cy="714164"/>
              <a:chOff x="1461290" y="2873238"/>
              <a:chExt cx="3182147" cy="714164"/>
            </a:xfrm>
          </p:grpSpPr>
          <p:sp>
            <p:nvSpPr>
              <p:cNvPr id="13" name="Rectangle 12"/>
              <p:cNvSpPr/>
              <p:nvPr/>
            </p:nvSpPr>
            <p:spPr>
              <a:xfrm>
                <a:off x="1461290" y="2873238"/>
                <a:ext cx="3182147" cy="714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Rectangle 35"/>
              <p:cNvSpPr/>
              <p:nvPr/>
            </p:nvSpPr>
            <p:spPr>
              <a:xfrm>
                <a:off x="2807732" y="2910954"/>
                <a:ext cx="571504" cy="438581"/>
              </a:xfrm>
              <a:prstGeom prst="rect">
                <a:avLst/>
              </a:prstGeom>
            </p:spPr>
            <p:txBody>
              <a:bodyPr wrap="square">
                <a:spAutoFit/>
              </a:bodyPr>
              <a:lstStyle/>
              <a:p>
                <a:pPr algn="ctr" fontAlgn="auto">
                  <a:spcBef>
                    <a:spcPts val="0"/>
                  </a:spcBef>
                  <a:spcAft>
                    <a:spcPts val="0"/>
                  </a:spcAft>
                </a:pPr>
                <a:r>
                  <a:rPr lang="en-US" sz="3200" b="1" dirty="0">
                    <a:solidFill>
                      <a:prstClr val="white"/>
                    </a:solidFill>
                    <a:latin typeface="Open Sans" pitchFamily="34" charset="0"/>
                    <a:ea typeface="Open Sans" pitchFamily="34" charset="0"/>
                    <a:cs typeface="Open Sans" pitchFamily="34" charset="0"/>
                  </a:rPr>
                  <a:t>03</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sp>
        <p:nvSpPr>
          <p:cNvPr id="3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138357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lide(fromLeft)">
                                      <p:cBhvr>
                                        <p:cTn id="7" dur="500"/>
                                        <p:tgtEl>
                                          <p:spTgt spid="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slide(fromLeft)">
                                      <p:cBhvr>
                                        <p:cTn id="11" dur="500"/>
                                        <p:tgtEl>
                                          <p:spTgt spid="50"/>
                                        </p:tgtEl>
                                      </p:cBhvr>
                                    </p:animEffect>
                                  </p:childTnLst>
                                </p:cTn>
                              </p:par>
                            </p:childTnLst>
                          </p:cTn>
                        </p:par>
                        <p:par>
                          <p:cTn id="12" fill="hold">
                            <p:stCondLst>
                              <p:cond delay="1000"/>
                            </p:stCondLst>
                            <p:childTnLst>
                              <p:par>
                                <p:cTn id="13" presetID="12" presetClass="entr" presetSubtype="8"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slide(fromLeft)">
                                      <p:cBhvr>
                                        <p:cTn id="15" dur="500"/>
                                        <p:tgtEl>
                                          <p:spTgt spid="10"/>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slide(fromLeft)">
                                      <p:cBhvr>
                                        <p:cTn id="19" dur="500"/>
                                        <p:tgtEl>
                                          <p:spTgt spid="51"/>
                                        </p:tgtEl>
                                      </p:cBhvr>
                                    </p:animEffect>
                                  </p:childTnLst>
                                </p:cTn>
                              </p:par>
                            </p:childTnLst>
                          </p:cTn>
                        </p:par>
                        <p:par>
                          <p:cTn id="20" fill="hold">
                            <p:stCondLst>
                              <p:cond delay="2000"/>
                            </p:stCondLst>
                            <p:childTnLst>
                              <p:par>
                                <p:cTn id="21" presetID="12" presetClass="entr" presetSubtype="8"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slide(fromLeft)">
                                      <p:cBhvr>
                                        <p:cTn id="23" dur="500"/>
                                        <p:tgtEl>
                                          <p:spTgt spid="12"/>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slide(fromLeft)">
                                      <p:cBhvr>
                                        <p:cTn id="27"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4"/>
          <p:cNvSpPr>
            <a:spLocks noChangeAspect="1" noChangeArrowheads="1" noTextEdit="1"/>
          </p:cNvSpPr>
          <p:nvPr/>
        </p:nvSpPr>
        <p:spPr bwMode="auto">
          <a:xfrm>
            <a:off x="164012" y="2120834"/>
            <a:ext cx="2825749" cy="3736405"/>
          </a:xfrm>
          <a:prstGeom prst="rect">
            <a:avLst/>
          </a:prstGeom>
          <a:noFill/>
          <a:ln w="9525">
            <a:noFill/>
            <a:miter lim="800000"/>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3" name="Freeform 7"/>
          <p:cNvSpPr>
            <a:spLocks/>
          </p:cNvSpPr>
          <p:nvPr/>
        </p:nvSpPr>
        <p:spPr bwMode="auto">
          <a:xfrm>
            <a:off x="1" y="1768566"/>
            <a:ext cx="1947283" cy="125986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4" name="Freeform 9"/>
          <p:cNvSpPr>
            <a:spLocks/>
          </p:cNvSpPr>
          <p:nvPr/>
        </p:nvSpPr>
        <p:spPr bwMode="auto">
          <a:xfrm>
            <a:off x="3" y="2590527"/>
            <a:ext cx="1947280" cy="1003339"/>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5" name="Freeform 11"/>
          <p:cNvSpPr>
            <a:spLocks/>
          </p:cNvSpPr>
          <p:nvPr/>
        </p:nvSpPr>
        <p:spPr bwMode="auto">
          <a:xfrm>
            <a:off x="0" y="3303399"/>
            <a:ext cx="1947285" cy="746819"/>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6" name="Freeform 13"/>
          <p:cNvSpPr>
            <a:spLocks/>
          </p:cNvSpPr>
          <p:nvPr/>
        </p:nvSpPr>
        <p:spPr bwMode="auto">
          <a:xfrm>
            <a:off x="0" y="3924241"/>
            <a:ext cx="1947285" cy="748887"/>
          </a:xfrm>
          <a:custGeom>
            <a:avLst/>
            <a:gdLst/>
            <a:ahLst/>
            <a:cxnLst>
              <a:cxn ang="0">
                <a:pos x="0" y="0"/>
              </a:cxn>
              <a:cxn ang="0">
                <a:pos x="0" y="725"/>
              </a:cxn>
              <a:cxn ang="0">
                <a:pos x="859" y="479"/>
              </a:cxn>
              <a:cxn ang="0">
                <a:pos x="859" y="0"/>
              </a:cxn>
              <a:cxn ang="0">
                <a:pos x="0" y="0"/>
              </a:cxn>
            </a:cxnLst>
            <a:rect l="0" t="0" r="r" b="b"/>
            <a:pathLst>
              <a:path w="859" h="725">
                <a:moveTo>
                  <a:pt x="0" y="0"/>
                </a:moveTo>
                <a:lnTo>
                  <a:pt x="0" y="725"/>
                </a:lnTo>
                <a:lnTo>
                  <a:pt x="859" y="479"/>
                </a:lnTo>
                <a:lnTo>
                  <a:pt x="859" y="0"/>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7" name="Freeform 15"/>
          <p:cNvSpPr>
            <a:spLocks/>
          </p:cNvSpPr>
          <p:nvPr/>
        </p:nvSpPr>
        <p:spPr bwMode="auto">
          <a:xfrm>
            <a:off x="3" y="4313951"/>
            <a:ext cx="1947280" cy="1003339"/>
          </a:xfrm>
          <a:custGeom>
            <a:avLst/>
            <a:gdLst/>
            <a:ahLst/>
            <a:cxnLst>
              <a:cxn ang="0">
                <a:pos x="0" y="246"/>
              </a:cxn>
              <a:cxn ang="0">
                <a:pos x="0" y="969"/>
              </a:cxn>
              <a:cxn ang="0">
                <a:pos x="859" y="476"/>
              </a:cxn>
              <a:cxn ang="0">
                <a:pos x="859" y="0"/>
              </a:cxn>
              <a:cxn ang="0">
                <a:pos x="0" y="246"/>
              </a:cxn>
            </a:cxnLst>
            <a:rect l="0" t="0" r="r" b="b"/>
            <a:pathLst>
              <a:path w="859" h="969">
                <a:moveTo>
                  <a:pt x="0" y="246"/>
                </a:moveTo>
                <a:lnTo>
                  <a:pt x="0" y="969"/>
                </a:lnTo>
                <a:lnTo>
                  <a:pt x="859" y="476"/>
                </a:lnTo>
                <a:lnTo>
                  <a:pt x="859" y="0"/>
                </a:lnTo>
                <a:lnTo>
                  <a:pt x="0" y="246"/>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8" name="Freeform 6"/>
          <p:cNvSpPr>
            <a:spLocks/>
          </p:cNvSpPr>
          <p:nvPr/>
        </p:nvSpPr>
        <p:spPr bwMode="auto">
          <a:xfrm>
            <a:off x="1" y="1322826"/>
            <a:ext cx="1947283" cy="227303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close/>
              </a:path>
            </a:pathLst>
          </a:custGeom>
          <a:solidFill>
            <a:schemeClr val="accent3">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10" name="Freeform 8"/>
          <p:cNvSpPr>
            <a:spLocks/>
          </p:cNvSpPr>
          <p:nvPr/>
        </p:nvSpPr>
        <p:spPr bwMode="auto">
          <a:xfrm>
            <a:off x="3" y="2997048"/>
            <a:ext cx="1947280" cy="1785524"/>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close/>
              </a:path>
            </a:pathLst>
          </a:custGeom>
          <a:solidFill>
            <a:schemeClr val="accent4">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12" name="Freeform 10"/>
          <p:cNvSpPr>
            <a:spLocks/>
          </p:cNvSpPr>
          <p:nvPr/>
        </p:nvSpPr>
        <p:spPr bwMode="auto">
          <a:xfrm>
            <a:off x="13508" y="4474656"/>
            <a:ext cx="1947285" cy="1432607"/>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close/>
              </a:path>
            </a:pathLst>
          </a:custGeom>
          <a:solidFill>
            <a:schemeClr val="accent1">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20" name="Rectangle 19"/>
          <p:cNvSpPr/>
          <p:nvPr/>
        </p:nvSpPr>
        <p:spPr>
          <a:xfrm>
            <a:off x="1619626" y="403725"/>
            <a:ext cx="9906069" cy="769441"/>
          </a:xfrm>
          <a:prstGeom prst="rect">
            <a:avLst/>
          </a:prstGeom>
        </p:spPr>
        <p:txBody>
          <a:bodyPr wrap="square">
            <a:spAutoFit/>
          </a:bodyPr>
          <a:lstStyle/>
          <a:p>
            <a:pPr algn="r" rtl="1"/>
            <a:r>
              <a:rPr lang="ar-SA" sz="4400" b="1" u="sng" dirty="0"/>
              <a:t>ج- الغرض التعليمي للألعاب التعليمية </a:t>
            </a:r>
            <a:endParaRPr lang="en-US" sz="4400" u="sng" dirty="0"/>
          </a:p>
        </p:txBody>
      </p:sp>
      <p:grpSp>
        <p:nvGrpSpPr>
          <p:cNvPr id="50" name="Group 49"/>
          <p:cNvGrpSpPr/>
          <p:nvPr/>
        </p:nvGrpSpPr>
        <p:grpSpPr>
          <a:xfrm>
            <a:off x="1947283" y="2658621"/>
            <a:ext cx="9984698" cy="954107"/>
            <a:chOff x="1470594" y="1654722"/>
            <a:chExt cx="7488523" cy="713849"/>
          </a:xfrm>
        </p:grpSpPr>
        <p:sp>
          <p:nvSpPr>
            <p:cNvPr id="29" name="Rectangle 28"/>
            <p:cNvSpPr/>
            <p:nvPr/>
          </p:nvSpPr>
          <p:spPr>
            <a:xfrm>
              <a:off x="4029895" y="1654722"/>
              <a:ext cx="4929222" cy="713849"/>
            </a:xfrm>
            <a:prstGeom prst="rect">
              <a:avLst/>
            </a:prstGeom>
          </p:spPr>
          <p:txBody>
            <a:bodyPr wrap="square">
              <a:spAutoFit/>
            </a:bodyPr>
            <a:lstStyle/>
            <a:p>
              <a:pPr fontAlgn="auto">
                <a:spcBef>
                  <a:spcPts val="0"/>
                </a:spcBef>
                <a:spcAft>
                  <a:spcPts val="0"/>
                </a:spcAft>
              </a:pPr>
              <a:r>
                <a:rPr lang="ar-SA" sz="2800" b="1" dirty="0"/>
                <a:t>طريقة علاجية يلجأ إليها المربون لمساعدتهم في حل بعض المشكلات التي يعاني منها بعض الأطفال</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3" name="Group 47"/>
            <p:cNvGrpSpPr/>
            <p:nvPr/>
          </p:nvGrpSpPr>
          <p:grpSpPr>
            <a:xfrm>
              <a:off x="1470594" y="1695726"/>
              <a:ext cx="2396330" cy="660226"/>
              <a:chOff x="1470594" y="1695726"/>
              <a:chExt cx="2396330" cy="660226"/>
            </a:xfrm>
          </p:grpSpPr>
          <p:sp>
            <p:nvSpPr>
              <p:cNvPr id="9" name="Rectangle 8"/>
              <p:cNvSpPr/>
              <p:nvPr/>
            </p:nvSpPr>
            <p:spPr>
              <a:xfrm>
                <a:off x="1470594" y="1695726"/>
                <a:ext cx="2396330" cy="66022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0" name="Rectangle 29"/>
              <p:cNvSpPr/>
              <p:nvPr/>
            </p:nvSpPr>
            <p:spPr>
              <a:xfrm>
                <a:off x="1857356" y="1857370"/>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04</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1" name="Group 50"/>
          <p:cNvGrpSpPr/>
          <p:nvPr/>
        </p:nvGrpSpPr>
        <p:grpSpPr>
          <a:xfrm>
            <a:off x="1948387" y="3899002"/>
            <a:ext cx="10225994" cy="865271"/>
            <a:chOff x="1461290" y="2357436"/>
            <a:chExt cx="7669495" cy="647384"/>
          </a:xfrm>
        </p:grpSpPr>
        <p:sp>
          <p:nvSpPr>
            <p:cNvPr id="31" name="Rectangle 30"/>
            <p:cNvSpPr/>
            <p:nvPr/>
          </p:nvSpPr>
          <p:spPr>
            <a:xfrm>
              <a:off x="4529354" y="2455091"/>
              <a:ext cx="4601431" cy="391466"/>
            </a:xfrm>
            <a:prstGeom prst="rect">
              <a:avLst/>
            </a:prstGeom>
          </p:spPr>
          <p:txBody>
            <a:bodyPr wrap="square">
              <a:spAutoFit/>
            </a:bodyPr>
            <a:lstStyle/>
            <a:p>
              <a:pPr fontAlgn="auto">
                <a:spcBef>
                  <a:spcPts val="0"/>
                </a:spcBef>
                <a:spcAft>
                  <a:spcPts val="0"/>
                </a:spcAft>
              </a:pPr>
              <a:r>
                <a:rPr lang="ar-SA" sz="2800" b="1" dirty="0"/>
                <a:t>أداة تعبير وتواصل بين الأطفال</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0" name="Group 46"/>
            <p:cNvGrpSpPr/>
            <p:nvPr/>
          </p:nvGrpSpPr>
          <p:grpSpPr>
            <a:xfrm>
              <a:off x="1461290" y="2357436"/>
              <a:ext cx="2824958" cy="647384"/>
              <a:chOff x="1461290" y="2357436"/>
              <a:chExt cx="2824958" cy="647384"/>
            </a:xfrm>
          </p:grpSpPr>
          <p:sp>
            <p:nvSpPr>
              <p:cNvPr id="11" name="Rectangle 10"/>
              <p:cNvSpPr/>
              <p:nvPr/>
            </p:nvSpPr>
            <p:spPr>
              <a:xfrm>
                <a:off x="1461290" y="2372024"/>
                <a:ext cx="2824958" cy="63279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Rectangle 34"/>
              <p:cNvSpPr/>
              <p:nvPr/>
            </p:nvSpPr>
            <p:spPr>
              <a:xfrm>
                <a:off x="2285984" y="2357436"/>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05</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2" name="Group 51"/>
          <p:cNvGrpSpPr/>
          <p:nvPr/>
        </p:nvGrpSpPr>
        <p:grpSpPr>
          <a:xfrm>
            <a:off x="1947283" y="4977181"/>
            <a:ext cx="9578412" cy="979481"/>
            <a:chOff x="1461290" y="2889400"/>
            <a:chExt cx="7164861" cy="732833"/>
          </a:xfrm>
        </p:grpSpPr>
        <p:sp>
          <p:nvSpPr>
            <p:cNvPr id="32" name="Rectangle 31"/>
            <p:cNvSpPr/>
            <p:nvPr/>
          </p:nvSpPr>
          <p:spPr>
            <a:xfrm>
              <a:off x="4749870" y="2908385"/>
              <a:ext cx="3876281" cy="713848"/>
            </a:xfrm>
            <a:prstGeom prst="rect">
              <a:avLst/>
            </a:prstGeom>
          </p:spPr>
          <p:txBody>
            <a:bodyPr wrap="square">
              <a:spAutoFit/>
            </a:bodyPr>
            <a:lstStyle/>
            <a:p>
              <a:pPr fontAlgn="auto">
                <a:spcBef>
                  <a:spcPts val="0"/>
                </a:spcBef>
                <a:spcAft>
                  <a:spcPts val="0"/>
                </a:spcAft>
              </a:pPr>
              <a:r>
                <a:rPr lang="ar-SA" sz="2800" b="1" dirty="0"/>
                <a:t>تنشيط القدرات العقلية وتحسين المواهب الإبداعية لدى الأطفال</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2" name="Group 45"/>
            <p:cNvGrpSpPr/>
            <p:nvPr/>
          </p:nvGrpSpPr>
          <p:grpSpPr>
            <a:xfrm>
              <a:off x="1461290" y="2889400"/>
              <a:ext cx="3182147" cy="698002"/>
              <a:chOff x="1461290" y="2889400"/>
              <a:chExt cx="3182147" cy="698002"/>
            </a:xfrm>
          </p:grpSpPr>
          <p:sp>
            <p:nvSpPr>
              <p:cNvPr id="13" name="Rectangle 12"/>
              <p:cNvSpPr/>
              <p:nvPr/>
            </p:nvSpPr>
            <p:spPr>
              <a:xfrm>
                <a:off x="1461290" y="2889400"/>
                <a:ext cx="3182147" cy="69800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Rectangle 35"/>
              <p:cNvSpPr/>
              <p:nvPr/>
            </p:nvSpPr>
            <p:spPr>
              <a:xfrm>
                <a:off x="2807732" y="2910954"/>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06</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sp>
        <p:nvSpPr>
          <p:cNvPr id="3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4039844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lide(fromLeft)">
                                      <p:cBhvr>
                                        <p:cTn id="7" dur="500"/>
                                        <p:tgtEl>
                                          <p:spTgt spid="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slide(fromLeft)">
                                      <p:cBhvr>
                                        <p:cTn id="11" dur="500"/>
                                        <p:tgtEl>
                                          <p:spTgt spid="50"/>
                                        </p:tgtEl>
                                      </p:cBhvr>
                                    </p:animEffect>
                                  </p:childTnLst>
                                </p:cTn>
                              </p:par>
                            </p:childTnLst>
                          </p:cTn>
                        </p:par>
                        <p:par>
                          <p:cTn id="12" fill="hold">
                            <p:stCondLst>
                              <p:cond delay="1000"/>
                            </p:stCondLst>
                            <p:childTnLst>
                              <p:par>
                                <p:cTn id="13" presetID="12" presetClass="entr" presetSubtype="8"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slide(fromLeft)">
                                      <p:cBhvr>
                                        <p:cTn id="15" dur="500"/>
                                        <p:tgtEl>
                                          <p:spTgt spid="10"/>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slide(fromLeft)">
                                      <p:cBhvr>
                                        <p:cTn id="19" dur="500"/>
                                        <p:tgtEl>
                                          <p:spTgt spid="51"/>
                                        </p:tgtEl>
                                      </p:cBhvr>
                                    </p:animEffect>
                                  </p:childTnLst>
                                </p:cTn>
                              </p:par>
                            </p:childTnLst>
                          </p:cTn>
                        </p:par>
                        <p:par>
                          <p:cTn id="20" fill="hold">
                            <p:stCondLst>
                              <p:cond delay="2000"/>
                            </p:stCondLst>
                            <p:childTnLst>
                              <p:par>
                                <p:cTn id="21" presetID="12" presetClass="entr" presetSubtype="8"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slide(fromLeft)">
                                      <p:cBhvr>
                                        <p:cTn id="23" dur="500"/>
                                        <p:tgtEl>
                                          <p:spTgt spid="12"/>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slide(fromLeft)">
                                      <p:cBhvr>
                                        <p:cTn id="27"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p:nvPr/>
        </p:nvCxnSpPr>
        <p:spPr>
          <a:xfrm flipV="1">
            <a:off x="6065519" y="2334243"/>
            <a:ext cx="2386" cy="3991912"/>
          </a:xfrm>
          <a:prstGeom prst="line">
            <a:avLst/>
          </a:prstGeom>
          <a:ln w="5715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1" name="Teardrop 30"/>
          <p:cNvSpPr/>
          <p:nvPr/>
        </p:nvSpPr>
        <p:spPr>
          <a:xfrm rot="2700000">
            <a:off x="5983366" y="4987921"/>
            <a:ext cx="164306" cy="164306"/>
          </a:xfrm>
          <a:prstGeom prst="teardrop">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3" name="Straight Connector 32"/>
          <p:cNvCxnSpPr/>
          <p:nvPr/>
        </p:nvCxnSpPr>
        <p:spPr>
          <a:xfrm>
            <a:off x="6181701" y="5070074"/>
            <a:ext cx="730972" cy="0"/>
          </a:xfrm>
          <a:prstGeom prst="line">
            <a:avLst/>
          </a:prstGeom>
          <a:ln w="44450" cap="rnd">
            <a:solidFill>
              <a:srgbClr val="3DBF9C"/>
            </a:solidFill>
            <a:prstDash val="sysDot"/>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3465255" y="4824725"/>
            <a:ext cx="2485696" cy="461665"/>
          </a:xfrm>
          <a:prstGeom prst="rect">
            <a:avLst/>
          </a:prstGeom>
          <a:noFill/>
        </p:spPr>
        <p:txBody>
          <a:bodyPr wrap="square" rtlCol="0">
            <a:spAutoFit/>
          </a:bodyPr>
          <a:lstStyle/>
          <a:p>
            <a:pPr algn="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2</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35" name="Rectangle 34"/>
          <p:cNvSpPr/>
          <p:nvPr/>
        </p:nvSpPr>
        <p:spPr>
          <a:xfrm>
            <a:off x="7110956" y="4824725"/>
            <a:ext cx="4626815" cy="954107"/>
          </a:xfrm>
          <a:prstGeom prst="rect">
            <a:avLst/>
          </a:prstGeom>
        </p:spPr>
        <p:txBody>
          <a:bodyPr wrap="square">
            <a:spAutoFit/>
          </a:bodyPr>
          <a:lstStyle/>
          <a:p>
            <a:pPr defTabSz="914294" rtl="1" fontAlgn="auto">
              <a:spcBef>
                <a:spcPts val="0"/>
              </a:spcBef>
              <a:spcAft>
                <a:spcPts val="0"/>
              </a:spcAft>
            </a:pPr>
            <a:r>
              <a:rPr lang="ar-SA" sz="2800" b="1" dirty="0"/>
              <a:t>القواعد: أن يكون لكل لعبة قواعد تحدد كيفية اللعب</a:t>
            </a:r>
            <a:endParaRPr lang="ru-RU" sz="2800" b="1" dirty="0">
              <a:solidFill>
                <a:schemeClr val="bg1"/>
              </a:solidFill>
              <a:latin typeface="Calibri" panose="020F0502020204030204"/>
            </a:endParaRPr>
          </a:p>
        </p:txBody>
      </p:sp>
      <p:sp>
        <p:nvSpPr>
          <p:cNvPr id="38" name="Teardrop 37"/>
          <p:cNvSpPr/>
          <p:nvPr/>
        </p:nvSpPr>
        <p:spPr>
          <a:xfrm rot="13500000">
            <a:off x="5988862" y="3440268"/>
            <a:ext cx="164306" cy="164306"/>
          </a:xfrm>
          <a:prstGeom prst="teardrop">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0" name="Straight Connector 39"/>
          <p:cNvCxnSpPr/>
          <p:nvPr/>
        </p:nvCxnSpPr>
        <p:spPr>
          <a:xfrm>
            <a:off x="5250409" y="3522420"/>
            <a:ext cx="730972" cy="0"/>
          </a:xfrm>
          <a:prstGeom prst="line">
            <a:avLst/>
          </a:prstGeom>
          <a:ln w="44450" cap="rnd">
            <a:solidFill>
              <a:srgbClr val="D43E01"/>
            </a:solidFill>
            <a:prstDash val="sysDot"/>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6182050" y="3291587"/>
            <a:ext cx="2485696" cy="461665"/>
          </a:xfrm>
          <a:prstGeom prst="rect">
            <a:avLst/>
          </a:prstGeom>
          <a:noFill/>
        </p:spPr>
        <p:txBody>
          <a:bodyPr wrap="square" rtlCol="0">
            <a:spAutoFit/>
          </a:bodyPr>
          <a:lstStyle/>
          <a:p>
            <a:pP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1</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42" name="Rectangle 41"/>
          <p:cNvSpPr/>
          <p:nvPr/>
        </p:nvSpPr>
        <p:spPr>
          <a:xfrm>
            <a:off x="-86838" y="3276198"/>
            <a:ext cx="5223102" cy="954107"/>
          </a:xfrm>
          <a:prstGeom prst="rect">
            <a:avLst/>
          </a:prstGeom>
        </p:spPr>
        <p:txBody>
          <a:bodyPr wrap="square">
            <a:spAutoFit/>
          </a:bodyPr>
          <a:lstStyle/>
          <a:p>
            <a:pPr algn="ctr" defTabSz="914294" fontAlgn="auto">
              <a:spcBef>
                <a:spcPts val="0"/>
              </a:spcBef>
              <a:spcAft>
                <a:spcPts val="0"/>
              </a:spcAft>
            </a:pPr>
            <a:r>
              <a:rPr lang="ar-SA" sz="2800" b="1" dirty="0"/>
              <a:t>الهدف: أن يكون لها هدف تعليمي واضح ومحدد </a:t>
            </a:r>
            <a:endParaRPr lang="ru-RU" sz="2800" b="1" dirty="0">
              <a:solidFill>
                <a:schemeClr val="bg1"/>
              </a:solidFill>
              <a:latin typeface="Calibri" panose="020F0502020204030204"/>
            </a:endParaRPr>
          </a:p>
        </p:txBody>
      </p:sp>
      <p:sp>
        <p:nvSpPr>
          <p:cNvPr id="27" name="TextBox 26"/>
          <p:cNvSpPr txBox="1"/>
          <p:nvPr/>
        </p:nvSpPr>
        <p:spPr>
          <a:xfrm>
            <a:off x="4380614" y="664175"/>
            <a:ext cx="6977582" cy="707886"/>
          </a:xfrm>
          <a:prstGeom prst="rect">
            <a:avLst/>
          </a:prstGeom>
          <a:noFill/>
        </p:spPr>
        <p:txBody>
          <a:bodyPr wrap="square" rtlCol="0">
            <a:spAutoFit/>
          </a:bodyPr>
          <a:lstStyle/>
          <a:p>
            <a:pPr algn="r" rtl="1"/>
            <a:r>
              <a:rPr lang="ar-SA" sz="4000" b="1" u="sng" dirty="0"/>
              <a:t>د. العناصر الأساسية للألعاب التعليمية</a:t>
            </a:r>
            <a:endParaRPr lang="en-US" sz="4000" u="sng" dirty="0"/>
          </a:p>
        </p:txBody>
      </p:sp>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241441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up)">
                                      <p:cBhvr>
                                        <p:cTn id="11" dur="2000"/>
                                        <p:tgtEl>
                                          <p:spTgt spid="3"/>
                                        </p:tgtEl>
                                      </p:cBhvr>
                                    </p:animEffect>
                                  </p:childTnLst>
                                </p:cTn>
                              </p:par>
                              <p:par>
                                <p:cTn id="12" presetID="53" presetClass="entr" presetSubtype="16" fill="hold" grpId="0" nodeType="withEffect">
                                  <p:stCondLst>
                                    <p:cond delay="250"/>
                                  </p:stCondLst>
                                  <p:childTnLst>
                                    <p:set>
                                      <p:cBhvr>
                                        <p:cTn id="13" dur="1" fill="hold">
                                          <p:stCondLst>
                                            <p:cond delay="0"/>
                                          </p:stCondLst>
                                        </p:cTn>
                                        <p:tgtEl>
                                          <p:spTgt spid="38"/>
                                        </p:tgtEl>
                                        <p:attrNameLst>
                                          <p:attrName>style.visibility</p:attrName>
                                        </p:attrNameLst>
                                      </p:cBhvr>
                                      <p:to>
                                        <p:strVal val="visible"/>
                                      </p:to>
                                    </p:set>
                                    <p:anim calcmode="lin" valueType="num">
                                      <p:cBhvr>
                                        <p:cTn id="14" dur="500" fill="hold"/>
                                        <p:tgtEl>
                                          <p:spTgt spid="38"/>
                                        </p:tgtEl>
                                        <p:attrNameLst>
                                          <p:attrName>ppt_w</p:attrName>
                                        </p:attrNameLst>
                                      </p:cBhvr>
                                      <p:tavLst>
                                        <p:tav tm="0">
                                          <p:val>
                                            <p:fltVal val="0"/>
                                          </p:val>
                                        </p:tav>
                                        <p:tav tm="100000">
                                          <p:val>
                                            <p:strVal val="#ppt_w"/>
                                          </p:val>
                                        </p:tav>
                                      </p:tavLst>
                                    </p:anim>
                                    <p:anim calcmode="lin" valueType="num">
                                      <p:cBhvr>
                                        <p:cTn id="15" dur="500" fill="hold"/>
                                        <p:tgtEl>
                                          <p:spTgt spid="38"/>
                                        </p:tgtEl>
                                        <p:attrNameLst>
                                          <p:attrName>ppt_h</p:attrName>
                                        </p:attrNameLst>
                                      </p:cBhvr>
                                      <p:tavLst>
                                        <p:tav tm="0">
                                          <p:val>
                                            <p:fltVal val="0"/>
                                          </p:val>
                                        </p:tav>
                                        <p:tav tm="100000">
                                          <p:val>
                                            <p:strVal val="#ppt_h"/>
                                          </p:val>
                                        </p:tav>
                                      </p:tavLst>
                                    </p:anim>
                                    <p:animEffect transition="in" filter="fade">
                                      <p:cBhvr>
                                        <p:cTn id="16" dur="500"/>
                                        <p:tgtEl>
                                          <p:spTgt spid="38"/>
                                        </p:tgtEl>
                                      </p:cBhvr>
                                    </p:animEffect>
                                  </p:childTnLst>
                                </p:cTn>
                              </p:par>
                              <p:par>
                                <p:cTn id="17" presetID="22" presetClass="entr" presetSubtype="2" fill="hold" nodeType="withEffect">
                                  <p:stCondLst>
                                    <p:cond delay="500"/>
                                  </p:stCondLst>
                                  <p:childTnLst>
                                    <p:set>
                                      <p:cBhvr>
                                        <p:cTn id="18" dur="1" fill="hold">
                                          <p:stCondLst>
                                            <p:cond delay="0"/>
                                          </p:stCondLst>
                                        </p:cTn>
                                        <p:tgtEl>
                                          <p:spTgt spid="40"/>
                                        </p:tgtEl>
                                        <p:attrNameLst>
                                          <p:attrName>style.visibility</p:attrName>
                                        </p:attrNameLst>
                                      </p:cBhvr>
                                      <p:to>
                                        <p:strVal val="visible"/>
                                      </p:to>
                                    </p:set>
                                    <p:animEffect transition="in" filter="wipe(right)">
                                      <p:cBhvr>
                                        <p:cTn id="19" dur="500"/>
                                        <p:tgtEl>
                                          <p:spTgt spid="40"/>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41"/>
                                        </p:tgtEl>
                                        <p:attrNameLst>
                                          <p:attrName>style.visibility</p:attrName>
                                        </p:attrNameLst>
                                      </p:cBhvr>
                                      <p:to>
                                        <p:strVal val="visible"/>
                                      </p:to>
                                    </p:set>
                                    <p:animEffect transition="in" filter="fade">
                                      <p:cBhvr>
                                        <p:cTn id="22" dur="500"/>
                                        <p:tgtEl>
                                          <p:spTgt spid="41"/>
                                        </p:tgtEl>
                                      </p:cBhvr>
                                    </p:animEffect>
                                  </p:childTnLst>
                                </p:cTn>
                              </p:par>
                              <p:par>
                                <p:cTn id="23" presetID="22" presetClass="entr" presetSubtype="2" fill="hold" grpId="0" nodeType="withEffect">
                                  <p:stCondLst>
                                    <p:cond delay="750"/>
                                  </p:stCondLst>
                                  <p:childTnLst>
                                    <p:set>
                                      <p:cBhvr>
                                        <p:cTn id="24" dur="1" fill="hold">
                                          <p:stCondLst>
                                            <p:cond delay="0"/>
                                          </p:stCondLst>
                                        </p:cTn>
                                        <p:tgtEl>
                                          <p:spTgt spid="42"/>
                                        </p:tgtEl>
                                        <p:attrNameLst>
                                          <p:attrName>style.visibility</p:attrName>
                                        </p:attrNameLst>
                                      </p:cBhvr>
                                      <p:to>
                                        <p:strVal val="visible"/>
                                      </p:to>
                                    </p:set>
                                    <p:animEffect transition="in" filter="wipe(right)">
                                      <p:cBhvr>
                                        <p:cTn id="25" dur="500"/>
                                        <p:tgtEl>
                                          <p:spTgt spid="42"/>
                                        </p:tgtEl>
                                      </p:cBhvr>
                                    </p:animEffect>
                                  </p:childTnLst>
                                </p:cTn>
                              </p:par>
                              <p:par>
                                <p:cTn id="26" presetID="53" presetClass="entr" presetSubtype="16" fill="hold" grpId="0" nodeType="withEffect">
                                  <p:stCondLst>
                                    <p:cond delay="1250"/>
                                  </p:stCondLst>
                                  <p:childTnLst>
                                    <p:set>
                                      <p:cBhvr>
                                        <p:cTn id="27" dur="1" fill="hold">
                                          <p:stCondLst>
                                            <p:cond delay="0"/>
                                          </p:stCondLst>
                                        </p:cTn>
                                        <p:tgtEl>
                                          <p:spTgt spid="31"/>
                                        </p:tgtEl>
                                        <p:attrNameLst>
                                          <p:attrName>style.visibility</p:attrName>
                                        </p:attrNameLst>
                                      </p:cBhvr>
                                      <p:to>
                                        <p:strVal val="visible"/>
                                      </p:to>
                                    </p:set>
                                    <p:anim calcmode="lin" valueType="num">
                                      <p:cBhvr>
                                        <p:cTn id="28" dur="500" fill="hold"/>
                                        <p:tgtEl>
                                          <p:spTgt spid="31"/>
                                        </p:tgtEl>
                                        <p:attrNameLst>
                                          <p:attrName>ppt_w</p:attrName>
                                        </p:attrNameLst>
                                      </p:cBhvr>
                                      <p:tavLst>
                                        <p:tav tm="0">
                                          <p:val>
                                            <p:fltVal val="0"/>
                                          </p:val>
                                        </p:tav>
                                        <p:tav tm="100000">
                                          <p:val>
                                            <p:strVal val="#ppt_w"/>
                                          </p:val>
                                        </p:tav>
                                      </p:tavLst>
                                    </p:anim>
                                    <p:anim calcmode="lin" valueType="num">
                                      <p:cBhvr>
                                        <p:cTn id="29" dur="500" fill="hold"/>
                                        <p:tgtEl>
                                          <p:spTgt spid="31"/>
                                        </p:tgtEl>
                                        <p:attrNameLst>
                                          <p:attrName>ppt_h</p:attrName>
                                        </p:attrNameLst>
                                      </p:cBhvr>
                                      <p:tavLst>
                                        <p:tav tm="0">
                                          <p:val>
                                            <p:fltVal val="0"/>
                                          </p:val>
                                        </p:tav>
                                        <p:tav tm="100000">
                                          <p:val>
                                            <p:strVal val="#ppt_h"/>
                                          </p:val>
                                        </p:tav>
                                      </p:tavLst>
                                    </p:anim>
                                    <p:animEffect transition="in" filter="fade">
                                      <p:cBhvr>
                                        <p:cTn id="30" dur="500"/>
                                        <p:tgtEl>
                                          <p:spTgt spid="31"/>
                                        </p:tgtEl>
                                      </p:cBhvr>
                                    </p:animEffect>
                                  </p:childTnLst>
                                </p:cTn>
                              </p:par>
                              <p:par>
                                <p:cTn id="31" presetID="22" presetClass="entr" presetSubtype="8" fill="hold" nodeType="withEffect">
                                  <p:stCondLst>
                                    <p:cond delay="1500"/>
                                  </p:stCondLst>
                                  <p:childTnLst>
                                    <p:set>
                                      <p:cBhvr>
                                        <p:cTn id="32" dur="1" fill="hold">
                                          <p:stCondLst>
                                            <p:cond delay="0"/>
                                          </p:stCondLst>
                                        </p:cTn>
                                        <p:tgtEl>
                                          <p:spTgt spid="33"/>
                                        </p:tgtEl>
                                        <p:attrNameLst>
                                          <p:attrName>style.visibility</p:attrName>
                                        </p:attrNameLst>
                                      </p:cBhvr>
                                      <p:to>
                                        <p:strVal val="visible"/>
                                      </p:to>
                                    </p:set>
                                    <p:animEffect transition="in" filter="wipe(left)">
                                      <p:cBhvr>
                                        <p:cTn id="33" dur="500"/>
                                        <p:tgtEl>
                                          <p:spTgt spid="33"/>
                                        </p:tgtEl>
                                      </p:cBhvr>
                                    </p:animEffect>
                                  </p:childTnLst>
                                </p:cTn>
                              </p:par>
                              <p:par>
                                <p:cTn id="34" presetID="10" presetClass="entr" presetSubtype="0" fill="hold" grpId="0" nodeType="withEffect">
                                  <p:stCondLst>
                                    <p:cond delay="1500"/>
                                  </p:stCondLst>
                                  <p:childTnLst>
                                    <p:set>
                                      <p:cBhvr>
                                        <p:cTn id="35" dur="1" fill="hold">
                                          <p:stCondLst>
                                            <p:cond delay="0"/>
                                          </p:stCondLst>
                                        </p:cTn>
                                        <p:tgtEl>
                                          <p:spTgt spid="34"/>
                                        </p:tgtEl>
                                        <p:attrNameLst>
                                          <p:attrName>style.visibility</p:attrName>
                                        </p:attrNameLst>
                                      </p:cBhvr>
                                      <p:to>
                                        <p:strVal val="visible"/>
                                      </p:to>
                                    </p:set>
                                    <p:animEffect transition="in" filter="fade">
                                      <p:cBhvr>
                                        <p:cTn id="36" dur="500"/>
                                        <p:tgtEl>
                                          <p:spTgt spid="34"/>
                                        </p:tgtEl>
                                      </p:cBhvr>
                                    </p:animEffect>
                                  </p:childTnLst>
                                </p:cTn>
                              </p:par>
                              <p:par>
                                <p:cTn id="37" presetID="22" presetClass="entr" presetSubtype="8" fill="hold" grpId="0" nodeType="withEffect">
                                  <p:stCondLst>
                                    <p:cond delay="1750"/>
                                  </p:stCondLst>
                                  <p:childTnLst>
                                    <p:set>
                                      <p:cBhvr>
                                        <p:cTn id="38" dur="1" fill="hold">
                                          <p:stCondLst>
                                            <p:cond delay="0"/>
                                          </p:stCondLst>
                                        </p:cTn>
                                        <p:tgtEl>
                                          <p:spTgt spid="35"/>
                                        </p:tgtEl>
                                        <p:attrNameLst>
                                          <p:attrName>style.visibility</p:attrName>
                                        </p:attrNameLst>
                                      </p:cBhvr>
                                      <p:to>
                                        <p:strVal val="visible"/>
                                      </p:to>
                                    </p:set>
                                    <p:animEffect transition="in" filter="wipe(left)">
                                      <p:cBhvr>
                                        <p:cTn id="39"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p:bldP spid="35" grpId="0"/>
      <p:bldP spid="38" grpId="0" animBg="1"/>
      <p:bldP spid="41" grpId="0"/>
      <p:bldP spid="42" grpId="0"/>
      <p:bldP spid="27"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p:nvPr/>
        </p:nvCxnSpPr>
        <p:spPr>
          <a:xfrm flipV="1">
            <a:off x="6071016" y="0"/>
            <a:ext cx="0" cy="6858000"/>
          </a:xfrm>
          <a:prstGeom prst="line">
            <a:avLst/>
          </a:prstGeom>
          <a:ln w="5715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 name="Teardrop 8"/>
          <p:cNvSpPr/>
          <p:nvPr/>
        </p:nvSpPr>
        <p:spPr>
          <a:xfrm rot="13500000">
            <a:off x="5988862" y="2060732"/>
            <a:ext cx="164306" cy="164306"/>
          </a:xfrm>
          <a:prstGeom prst="teardrop">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16" name="Straight Connector 15"/>
          <p:cNvCxnSpPr/>
          <p:nvPr/>
        </p:nvCxnSpPr>
        <p:spPr>
          <a:xfrm>
            <a:off x="5250409" y="2142884"/>
            <a:ext cx="730972" cy="0"/>
          </a:xfrm>
          <a:prstGeom prst="line">
            <a:avLst/>
          </a:prstGeom>
          <a:ln w="44450" cap="rnd">
            <a:solidFill>
              <a:srgbClr val="0087B1"/>
            </a:solidFill>
            <a:prstDash val="sysDot"/>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6182050" y="1912051"/>
            <a:ext cx="2485696" cy="461665"/>
          </a:xfrm>
          <a:prstGeom prst="rect">
            <a:avLst/>
          </a:prstGeom>
          <a:noFill/>
        </p:spPr>
        <p:txBody>
          <a:bodyPr wrap="square" rtlCol="0">
            <a:spAutoFit/>
          </a:bodyPr>
          <a:lstStyle/>
          <a:p>
            <a:pP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3</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29" name="Rectangle 28"/>
          <p:cNvSpPr/>
          <p:nvPr/>
        </p:nvSpPr>
        <p:spPr>
          <a:xfrm>
            <a:off x="199492" y="1833804"/>
            <a:ext cx="4901915" cy="954107"/>
          </a:xfrm>
          <a:prstGeom prst="rect">
            <a:avLst/>
          </a:prstGeom>
        </p:spPr>
        <p:txBody>
          <a:bodyPr wrap="square">
            <a:spAutoFit/>
          </a:bodyPr>
          <a:lstStyle/>
          <a:p>
            <a:pPr algn="r" defTabSz="914294" fontAlgn="auto">
              <a:spcBef>
                <a:spcPts val="0"/>
              </a:spcBef>
              <a:spcAft>
                <a:spcPts val="0"/>
              </a:spcAft>
            </a:pPr>
            <a:r>
              <a:rPr lang="ar-SA" sz="2800" b="1" dirty="0"/>
              <a:t>المنافسة: أن تعتمد في تحقيقها للأهداف على عنصر المنافسة</a:t>
            </a:r>
            <a:endParaRPr lang="ru-RU" sz="2800" b="1" dirty="0">
              <a:solidFill>
                <a:schemeClr val="bg1"/>
              </a:solidFill>
              <a:latin typeface="Calibri" panose="020F0502020204030204"/>
            </a:endParaRPr>
          </a:p>
        </p:txBody>
      </p:sp>
      <p:sp>
        <p:nvSpPr>
          <p:cNvPr id="31" name="Teardrop 30"/>
          <p:cNvSpPr/>
          <p:nvPr/>
        </p:nvSpPr>
        <p:spPr>
          <a:xfrm rot="2700000">
            <a:off x="5988861" y="3707800"/>
            <a:ext cx="164306" cy="164306"/>
          </a:xfrm>
          <a:prstGeom prst="teardrop">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3" name="Straight Connector 32"/>
          <p:cNvCxnSpPr/>
          <p:nvPr/>
        </p:nvCxnSpPr>
        <p:spPr>
          <a:xfrm>
            <a:off x="6187196" y="3789953"/>
            <a:ext cx="730972" cy="0"/>
          </a:xfrm>
          <a:prstGeom prst="line">
            <a:avLst/>
          </a:prstGeom>
          <a:ln w="44450" cap="rnd">
            <a:solidFill>
              <a:srgbClr val="FE8301"/>
            </a:solidFill>
            <a:prstDash val="sysDot"/>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3495685" y="3557267"/>
            <a:ext cx="2485696" cy="461665"/>
          </a:xfrm>
          <a:prstGeom prst="rect">
            <a:avLst/>
          </a:prstGeom>
          <a:noFill/>
        </p:spPr>
        <p:txBody>
          <a:bodyPr wrap="square" rtlCol="0">
            <a:spAutoFit/>
          </a:bodyPr>
          <a:lstStyle/>
          <a:p>
            <a:pPr algn="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4</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35" name="Rectangle 34"/>
          <p:cNvSpPr/>
          <p:nvPr/>
        </p:nvSpPr>
        <p:spPr>
          <a:xfrm>
            <a:off x="7034347" y="3463349"/>
            <a:ext cx="5003725" cy="1384995"/>
          </a:xfrm>
          <a:prstGeom prst="rect">
            <a:avLst/>
          </a:prstGeom>
        </p:spPr>
        <p:txBody>
          <a:bodyPr wrap="square">
            <a:spAutoFit/>
          </a:bodyPr>
          <a:lstStyle/>
          <a:p>
            <a:pPr algn="ctr" defTabSz="914294" fontAlgn="auto">
              <a:spcBef>
                <a:spcPts val="0"/>
              </a:spcBef>
              <a:spcAft>
                <a:spcPts val="0"/>
              </a:spcAft>
            </a:pPr>
            <a:r>
              <a:rPr lang="ar-SA" sz="2800" b="1" dirty="0"/>
              <a:t>التحدي: أن تتضمن اللعبة قدراً من التحدي الملائم الذي يستنفر قدرات الفرد في حدود ممكنة</a:t>
            </a:r>
            <a:endParaRPr lang="ru-RU" sz="2800" b="1" dirty="0">
              <a:solidFill>
                <a:schemeClr val="bg1"/>
              </a:solidFill>
              <a:latin typeface="Calibri" panose="020F0502020204030204"/>
            </a:endParaRPr>
          </a:p>
        </p:txBody>
      </p:sp>
      <p:sp>
        <p:nvSpPr>
          <p:cNvPr id="38" name="Teardrop 37"/>
          <p:cNvSpPr/>
          <p:nvPr/>
        </p:nvSpPr>
        <p:spPr>
          <a:xfrm rot="13500000">
            <a:off x="5988862" y="5227857"/>
            <a:ext cx="164306" cy="164306"/>
          </a:xfrm>
          <a:prstGeom prst="teardrop">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0" name="Straight Connector 39"/>
          <p:cNvCxnSpPr/>
          <p:nvPr/>
        </p:nvCxnSpPr>
        <p:spPr>
          <a:xfrm>
            <a:off x="5250409" y="5310009"/>
            <a:ext cx="730972" cy="0"/>
          </a:xfrm>
          <a:prstGeom prst="line">
            <a:avLst/>
          </a:prstGeom>
          <a:ln w="44450" cap="rnd">
            <a:solidFill>
              <a:srgbClr val="A1BB22"/>
            </a:solidFill>
            <a:prstDash val="sysDot"/>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6182050" y="5079176"/>
            <a:ext cx="2485696" cy="461665"/>
          </a:xfrm>
          <a:prstGeom prst="rect">
            <a:avLst/>
          </a:prstGeom>
          <a:noFill/>
        </p:spPr>
        <p:txBody>
          <a:bodyPr wrap="square" rtlCol="0">
            <a:spAutoFit/>
          </a:bodyPr>
          <a:lstStyle/>
          <a:p>
            <a:pP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5</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42" name="Rectangle 41"/>
          <p:cNvSpPr/>
          <p:nvPr/>
        </p:nvSpPr>
        <p:spPr>
          <a:xfrm>
            <a:off x="127934" y="4885963"/>
            <a:ext cx="5197360" cy="954107"/>
          </a:xfrm>
          <a:prstGeom prst="rect">
            <a:avLst/>
          </a:prstGeom>
        </p:spPr>
        <p:txBody>
          <a:bodyPr wrap="square">
            <a:spAutoFit/>
          </a:bodyPr>
          <a:lstStyle/>
          <a:p>
            <a:pPr algn="ctr" defTabSz="914294" fontAlgn="auto">
              <a:spcBef>
                <a:spcPts val="0"/>
              </a:spcBef>
              <a:spcAft>
                <a:spcPts val="0"/>
              </a:spcAft>
            </a:pPr>
            <a:r>
              <a:rPr lang="ar-SA" sz="2800" b="1" dirty="0"/>
              <a:t>الخيال: أن تثير اللعبة خيال الفرد وهذا ما يحقق الدافعية والرغبة لدى الفرد في التعلم</a:t>
            </a:r>
            <a:endParaRPr lang="ru-RU" sz="2800" b="1" dirty="0">
              <a:solidFill>
                <a:schemeClr val="bg1"/>
              </a:solidFill>
              <a:latin typeface="Calibri" panose="020F0502020204030204"/>
            </a:endParaRPr>
          </a:p>
        </p:txBody>
      </p:sp>
      <p:sp>
        <p:nvSpPr>
          <p:cNvPr id="30" name="TextBox 29"/>
          <p:cNvSpPr txBox="1"/>
          <p:nvPr/>
        </p:nvSpPr>
        <p:spPr>
          <a:xfrm>
            <a:off x="4920334" y="261957"/>
            <a:ext cx="6977582" cy="707886"/>
          </a:xfrm>
          <a:prstGeom prst="rect">
            <a:avLst/>
          </a:prstGeom>
          <a:noFill/>
        </p:spPr>
        <p:txBody>
          <a:bodyPr wrap="square" rtlCol="0">
            <a:spAutoFit/>
          </a:bodyPr>
          <a:lstStyle/>
          <a:p>
            <a:pPr algn="r" rtl="1"/>
            <a:r>
              <a:rPr lang="ar-SA" sz="4000" b="1" u="sng" dirty="0"/>
              <a:t>د. العناصر الأساسية للألعاب التعليمية</a:t>
            </a:r>
            <a:endParaRPr lang="en-US" sz="4000" u="sng" dirty="0"/>
          </a:p>
        </p:txBody>
      </p: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96417711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2500"/>
                                        <p:tgtEl>
                                          <p:spTgt spid="3"/>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9"/>
                                        </p:tgtEl>
                                        <p:attrNameLst>
                                          <p:attrName>style.visibility</p:attrName>
                                        </p:attrNameLst>
                                      </p:cBhvr>
                                      <p:to>
                                        <p:strVal val="visible"/>
                                      </p:to>
                                    </p:set>
                                    <p:anim calcmode="lin" valueType="num">
                                      <p:cBhvr>
                                        <p:cTn id="10" dur="500" fill="hold"/>
                                        <p:tgtEl>
                                          <p:spTgt spid="9"/>
                                        </p:tgtEl>
                                        <p:attrNameLst>
                                          <p:attrName>ppt_w</p:attrName>
                                        </p:attrNameLst>
                                      </p:cBhvr>
                                      <p:tavLst>
                                        <p:tav tm="0">
                                          <p:val>
                                            <p:fltVal val="0"/>
                                          </p:val>
                                        </p:tav>
                                        <p:tav tm="100000">
                                          <p:val>
                                            <p:strVal val="#ppt_w"/>
                                          </p:val>
                                        </p:tav>
                                      </p:tavLst>
                                    </p:anim>
                                    <p:anim calcmode="lin" valueType="num">
                                      <p:cBhvr>
                                        <p:cTn id="11" dur="500" fill="hold"/>
                                        <p:tgtEl>
                                          <p:spTgt spid="9"/>
                                        </p:tgtEl>
                                        <p:attrNameLst>
                                          <p:attrName>ppt_h</p:attrName>
                                        </p:attrNameLst>
                                      </p:cBhvr>
                                      <p:tavLst>
                                        <p:tav tm="0">
                                          <p:val>
                                            <p:fltVal val="0"/>
                                          </p:val>
                                        </p:tav>
                                        <p:tav tm="100000">
                                          <p:val>
                                            <p:strVal val="#ppt_h"/>
                                          </p:val>
                                        </p:tav>
                                      </p:tavLst>
                                    </p:anim>
                                    <p:animEffect transition="in" filter="fade">
                                      <p:cBhvr>
                                        <p:cTn id="12" dur="500"/>
                                        <p:tgtEl>
                                          <p:spTgt spid="9"/>
                                        </p:tgtEl>
                                      </p:cBhvr>
                                    </p:animEffect>
                                  </p:childTnLst>
                                </p:cTn>
                              </p:par>
                              <p:par>
                                <p:cTn id="13" presetID="22" presetClass="entr" presetSubtype="2" fill="hold" nodeType="withEffect">
                                  <p:stCondLst>
                                    <p:cond delay="500"/>
                                  </p:stCondLst>
                                  <p:childTnLst>
                                    <p:set>
                                      <p:cBhvr>
                                        <p:cTn id="14" dur="1" fill="hold">
                                          <p:stCondLst>
                                            <p:cond delay="0"/>
                                          </p:stCondLst>
                                        </p:cTn>
                                        <p:tgtEl>
                                          <p:spTgt spid="16"/>
                                        </p:tgtEl>
                                        <p:attrNameLst>
                                          <p:attrName>style.visibility</p:attrName>
                                        </p:attrNameLst>
                                      </p:cBhvr>
                                      <p:to>
                                        <p:strVal val="visible"/>
                                      </p:to>
                                    </p:set>
                                    <p:animEffect transition="in" filter="wipe(right)">
                                      <p:cBhvr>
                                        <p:cTn id="15" dur="500"/>
                                        <p:tgtEl>
                                          <p:spTgt spid="16"/>
                                        </p:tgtEl>
                                      </p:cBhvr>
                                    </p:animEffect>
                                  </p:childTnLst>
                                </p:cTn>
                              </p:par>
                              <p:par>
                                <p:cTn id="16" presetID="10" presetClass="entr" presetSubtype="0" fill="hold" grpId="0" nodeType="withEffect">
                                  <p:stCondLst>
                                    <p:cond delay="500"/>
                                  </p:stCondLst>
                                  <p:childTnLst>
                                    <p:set>
                                      <p:cBhvr>
                                        <p:cTn id="17" dur="1" fill="hold">
                                          <p:stCondLst>
                                            <p:cond delay="0"/>
                                          </p:stCondLst>
                                        </p:cTn>
                                        <p:tgtEl>
                                          <p:spTgt spid="28"/>
                                        </p:tgtEl>
                                        <p:attrNameLst>
                                          <p:attrName>style.visibility</p:attrName>
                                        </p:attrNameLst>
                                      </p:cBhvr>
                                      <p:to>
                                        <p:strVal val="visible"/>
                                      </p:to>
                                    </p:set>
                                    <p:animEffect transition="in" filter="fade">
                                      <p:cBhvr>
                                        <p:cTn id="18" dur="500"/>
                                        <p:tgtEl>
                                          <p:spTgt spid="28"/>
                                        </p:tgtEl>
                                      </p:cBhvr>
                                    </p:animEffect>
                                  </p:childTnLst>
                                </p:cTn>
                              </p:par>
                              <p:par>
                                <p:cTn id="19" presetID="22" presetClass="entr" presetSubtype="2" fill="hold" grpId="0" nodeType="withEffect">
                                  <p:stCondLst>
                                    <p:cond delay="750"/>
                                  </p:stCondLst>
                                  <p:childTnLst>
                                    <p:set>
                                      <p:cBhvr>
                                        <p:cTn id="20" dur="1" fill="hold">
                                          <p:stCondLst>
                                            <p:cond delay="0"/>
                                          </p:stCondLst>
                                        </p:cTn>
                                        <p:tgtEl>
                                          <p:spTgt spid="29"/>
                                        </p:tgtEl>
                                        <p:attrNameLst>
                                          <p:attrName>style.visibility</p:attrName>
                                        </p:attrNameLst>
                                      </p:cBhvr>
                                      <p:to>
                                        <p:strVal val="visible"/>
                                      </p:to>
                                    </p:set>
                                    <p:animEffect transition="in" filter="wipe(right)">
                                      <p:cBhvr>
                                        <p:cTn id="21" dur="500"/>
                                        <p:tgtEl>
                                          <p:spTgt spid="29"/>
                                        </p:tgtEl>
                                      </p:cBhvr>
                                    </p:animEffect>
                                  </p:childTnLst>
                                </p:cTn>
                              </p:par>
                              <p:par>
                                <p:cTn id="22" presetID="53" presetClass="entr" presetSubtype="16" fill="hold" grpId="0" nodeType="withEffect">
                                  <p:stCondLst>
                                    <p:cond delay="1250"/>
                                  </p:stCondLst>
                                  <p:childTnLst>
                                    <p:set>
                                      <p:cBhvr>
                                        <p:cTn id="23" dur="1" fill="hold">
                                          <p:stCondLst>
                                            <p:cond delay="0"/>
                                          </p:stCondLst>
                                        </p:cTn>
                                        <p:tgtEl>
                                          <p:spTgt spid="31"/>
                                        </p:tgtEl>
                                        <p:attrNameLst>
                                          <p:attrName>style.visibility</p:attrName>
                                        </p:attrNameLst>
                                      </p:cBhvr>
                                      <p:to>
                                        <p:strVal val="visible"/>
                                      </p:to>
                                    </p:set>
                                    <p:anim calcmode="lin" valueType="num">
                                      <p:cBhvr>
                                        <p:cTn id="24" dur="500" fill="hold"/>
                                        <p:tgtEl>
                                          <p:spTgt spid="31"/>
                                        </p:tgtEl>
                                        <p:attrNameLst>
                                          <p:attrName>ppt_w</p:attrName>
                                        </p:attrNameLst>
                                      </p:cBhvr>
                                      <p:tavLst>
                                        <p:tav tm="0">
                                          <p:val>
                                            <p:fltVal val="0"/>
                                          </p:val>
                                        </p:tav>
                                        <p:tav tm="100000">
                                          <p:val>
                                            <p:strVal val="#ppt_w"/>
                                          </p:val>
                                        </p:tav>
                                      </p:tavLst>
                                    </p:anim>
                                    <p:anim calcmode="lin" valueType="num">
                                      <p:cBhvr>
                                        <p:cTn id="25" dur="500" fill="hold"/>
                                        <p:tgtEl>
                                          <p:spTgt spid="31"/>
                                        </p:tgtEl>
                                        <p:attrNameLst>
                                          <p:attrName>ppt_h</p:attrName>
                                        </p:attrNameLst>
                                      </p:cBhvr>
                                      <p:tavLst>
                                        <p:tav tm="0">
                                          <p:val>
                                            <p:fltVal val="0"/>
                                          </p:val>
                                        </p:tav>
                                        <p:tav tm="100000">
                                          <p:val>
                                            <p:strVal val="#ppt_h"/>
                                          </p:val>
                                        </p:tav>
                                      </p:tavLst>
                                    </p:anim>
                                    <p:animEffect transition="in" filter="fade">
                                      <p:cBhvr>
                                        <p:cTn id="26" dur="500"/>
                                        <p:tgtEl>
                                          <p:spTgt spid="31"/>
                                        </p:tgtEl>
                                      </p:cBhvr>
                                    </p:animEffect>
                                  </p:childTnLst>
                                </p:cTn>
                              </p:par>
                              <p:par>
                                <p:cTn id="27" presetID="22" presetClass="entr" presetSubtype="8" fill="hold" nodeType="withEffect">
                                  <p:stCondLst>
                                    <p:cond delay="1500"/>
                                  </p:stCondLst>
                                  <p:childTnLst>
                                    <p:set>
                                      <p:cBhvr>
                                        <p:cTn id="28" dur="1" fill="hold">
                                          <p:stCondLst>
                                            <p:cond delay="0"/>
                                          </p:stCondLst>
                                        </p:cTn>
                                        <p:tgtEl>
                                          <p:spTgt spid="33"/>
                                        </p:tgtEl>
                                        <p:attrNameLst>
                                          <p:attrName>style.visibility</p:attrName>
                                        </p:attrNameLst>
                                      </p:cBhvr>
                                      <p:to>
                                        <p:strVal val="visible"/>
                                      </p:to>
                                    </p:set>
                                    <p:animEffect transition="in" filter="wipe(left)">
                                      <p:cBhvr>
                                        <p:cTn id="29" dur="500"/>
                                        <p:tgtEl>
                                          <p:spTgt spid="33"/>
                                        </p:tgtEl>
                                      </p:cBhvr>
                                    </p:animEffect>
                                  </p:childTnLst>
                                </p:cTn>
                              </p:par>
                              <p:par>
                                <p:cTn id="30" presetID="10" presetClass="entr" presetSubtype="0" fill="hold" grpId="0" nodeType="withEffect">
                                  <p:stCondLst>
                                    <p:cond delay="1500"/>
                                  </p:stCondLst>
                                  <p:childTnLst>
                                    <p:set>
                                      <p:cBhvr>
                                        <p:cTn id="31" dur="1" fill="hold">
                                          <p:stCondLst>
                                            <p:cond delay="0"/>
                                          </p:stCondLst>
                                        </p:cTn>
                                        <p:tgtEl>
                                          <p:spTgt spid="34"/>
                                        </p:tgtEl>
                                        <p:attrNameLst>
                                          <p:attrName>style.visibility</p:attrName>
                                        </p:attrNameLst>
                                      </p:cBhvr>
                                      <p:to>
                                        <p:strVal val="visible"/>
                                      </p:to>
                                    </p:set>
                                    <p:animEffect transition="in" filter="fade">
                                      <p:cBhvr>
                                        <p:cTn id="32" dur="500"/>
                                        <p:tgtEl>
                                          <p:spTgt spid="34"/>
                                        </p:tgtEl>
                                      </p:cBhvr>
                                    </p:animEffect>
                                  </p:childTnLst>
                                </p:cTn>
                              </p:par>
                              <p:par>
                                <p:cTn id="33" presetID="22" presetClass="entr" presetSubtype="8" fill="hold" grpId="0" nodeType="withEffect">
                                  <p:stCondLst>
                                    <p:cond delay="1750"/>
                                  </p:stCondLst>
                                  <p:childTnLst>
                                    <p:set>
                                      <p:cBhvr>
                                        <p:cTn id="34" dur="1" fill="hold">
                                          <p:stCondLst>
                                            <p:cond delay="0"/>
                                          </p:stCondLst>
                                        </p:cTn>
                                        <p:tgtEl>
                                          <p:spTgt spid="35"/>
                                        </p:tgtEl>
                                        <p:attrNameLst>
                                          <p:attrName>style.visibility</p:attrName>
                                        </p:attrNameLst>
                                      </p:cBhvr>
                                      <p:to>
                                        <p:strVal val="visible"/>
                                      </p:to>
                                    </p:set>
                                    <p:animEffect transition="in" filter="wipe(left)">
                                      <p:cBhvr>
                                        <p:cTn id="35" dur="500"/>
                                        <p:tgtEl>
                                          <p:spTgt spid="35"/>
                                        </p:tgtEl>
                                      </p:cBhvr>
                                    </p:animEffect>
                                  </p:childTnLst>
                                </p:cTn>
                              </p:par>
                              <p:par>
                                <p:cTn id="36" presetID="53" presetClass="entr" presetSubtype="16" fill="hold" grpId="0" nodeType="withEffect">
                                  <p:stCondLst>
                                    <p:cond delay="2250"/>
                                  </p:stCondLst>
                                  <p:childTnLst>
                                    <p:set>
                                      <p:cBhvr>
                                        <p:cTn id="37" dur="1" fill="hold">
                                          <p:stCondLst>
                                            <p:cond delay="0"/>
                                          </p:stCondLst>
                                        </p:cTn>
                                        <p:tgtEl>
                                          <p:spTgt spid="38"/>
                                        </p:tgtEl>
                                        <p:attrNameLst>
                                          <p:attrName>style.visibility</p:attrName>
                                        </p:attrNameLst>
                                      </p:cBhvr>
                                      <p:to>
                                        <p:strVal val="visible"/>
                                      </p:to>
                                    </p:set>
                                    <p:anim calcmode="lin" valueType="num">
                                      <p:cBhvr>
                                        <p:cTn id="38" dur="500" fill="hold"/>
                                        <p:tgtEl>
                                          <p:spTgt spid="38"/>
                                        </p:tgtEl>
                                        <p:attrNameLst>
                                          <p:attrName>ppt_w</p:attrName>
                                        </p:attrNameLst>
                                      </p:cBhvr>
                                      <p:tavLst>
                                        <p:tav tm="0">
                                          <p:val>
                                            <p:fltVal val="0"/>
                                          </p:val>
                                        </p:tav>
                                        <p:tav tm="100000">
                                          <p:val>
                                            <p:strVal val="#ppt_w"/>
                                          </p:val>
                                        </p:tav>
                                      </p:tavLst>
                                    </p:anim>
                                    <p:anim calcmode="lin" valueType="num">
                                      <p:cBhvr>
                                        <p:cTn id="39" dur="500" fill="hold"/>
                                        <p:tgtEl>
                                          <p:spTgt spid="38"/>
                                        </p:tgtEl>
                                        <p:attrNameLst>
                                          <p:attrName>ppt_h</p:attrName>
                                        </p:attrNameLst>
                                      </p:cBhvr>
                                      <p:tavLst>
                                        <p:tav tm="0">
                                          <p:val>
                                            <p:fltVal val="0"/>
                                          </p:val>
                                        </p:tav>
                                        <p:tav tm="100000">
                                          <p:val>
                                            <p:strVal val="#ppt_h"/>
                                          </p:val>
                                        </p:tav>
                                      </p:tavLst>
                                    </p:anim>
                                    <p:animEffect transition="in" filter="fade">
                                      <p:cBhvr>
                                        <p:cTn id="40" dur="500"/>
                                        <p:tgtEl>
                                          <p:spTgt spid="38"/>
                                        </p:tgtEl>
                                      </p:cBhvr>
                                    </p:animEffect>
                                  </p:childTnLst>
                                </p:cTn>
                              </p:par>
                              <p:par>
                                <p:cTn id="41" presetID="22" presetClass="entr" presetSubtype="2" fill="hold" nodeType="withEffect">
                                  <p:stCondLst>
                                    <p:cond delay="2500"/>
                                  </p:stCondLst>
                                  <p:childTnLst>
                                    <p:set>
                                      <p:cBhvr>
                                        <p:cTn id="42" dur="1" fill="hold">
                                          <p:stCondLst>
                                            <p:cond delay="0"/>
                                          </p:stCondLst>
                                        </p:cTn>
                                        <p:tgtEl>
                                          <p:spTgt spid="40"/>
                                        </p:tgtEl>
                                        <p:attrNameLst>
                                          <p:attrName>style.visibility</p:attrName>
                                        </p:attrNameLst>
                                      </p:cBhvr>
                                      <p:to>
                                        <p:strVal val="visible"/>
                                      </p:to>
                                    </p:set>
                                    <p:animEffect transition="in" filter="wipe(right)">
                                      <p:cBhvr>
                                        <p:cTn id="43" dur="500"/>
                                        <p:tgtEl>
                                          <p:spTgt spid="40"/>
                                        </p:tgtEl>
                                      </p:cBhvr>
                                    </p:animEffect>
                                  </p:childTnLst>
                                </p:cTn>
                              </p:par>
                              <p:par>
                                <p:cTn id="44" presetID="10" presetClass="entr" presetSubtype="0" fill="hold" grpId="0" nodeType="withEffect">
                                  <p:stCondLst>
                                    <p:cond delay="2500"/>
                                  </p:stCondLst>
                                  <p:childTnLst>
                                    <p:set>
                                      <p:cBhvr>
                                        <p:cTn id="45" dur="1" fill="hold">
                                          <p:stCondLst>
                                            <p:cond delay="0"/>
                                          </p:stCondLst>
                                        </p:cTn>
                                        <p:tgtEl>
                                          <p:spTgt spid="41"/>
                                        </p:tgtEl>
                                        <p:attrNameLst>
                                          <p:attrName>style.visibility</p:attrName>
                                        </p:attrNameLst>
                                      </p:cBhvr>
                                      <p:to>
                                        <p:strVal val="visible"/>
                                      </p:to>
                                    </p:set>
                                    <p:animEffect transition="in" filter="fade">
                                      <p:cBhvr>
                                        <p:cTn id="46" dur="500"/>
                                        <p:tgtEl>
                                          <p:spTgt spid="41"/>
                                        </p:tgtEl>
                                      </p:cBhvr>
                                    </p:animEffect>
                                  </p:childTnLst>
                                </p:cTn>
                              </p:par>
                              <p:par>
                                <p:cTn id="47" presetID="22" presetClass="entr" presetSubtype="2" fill="hold" grpId="0" nodeType="withEffect">
                                  <p:stCondLst>
                                    <p:cond delay="2750"/>
                                  </p:stCondLst>
                                  <p:childTnLst>
                                    <p:set>
                                      <p:cBhvr>
                                        <p:cTn id="48" dur="1" fill="hold">
                                          <p:stCondLst>
                                            <p:cond delay="0"/>
                                          </p:stCondLst>
                                        </p:cTn>
                                        <p:tgtEl>
                                          <p:spTgt spid="42"/>
                                        </p:tgtEl>
                                        <p:attrNameLst>
                                          <p:attrName>style.visibility</p:attrName>
                                        </p:attrNameLst>
                                      </p:cBhvr>
                                      <p:to>
                                        <p:strVal val="visible"/>
                                      </p:to>
                                    </p:set>
                                    <p:animEffect transition="in" filter="wipe(right)">
                                      <p:cBhvr>
                                        <p:cTn id="49" dur="500"/>
                                        <p:tgtEl>
                                          <p:spTgt spid="42"/>
                                        </p:tgtEl>
                                      </p:cBhvr>
                                    </p:animEffect>
                                  </p:childTnLst>
                                </p:cTn>
                              </p:par>
                            </p:childTnLst>
                          </p:cTn>
                        </p:par>
                        <p:par>
                          <p:cTn id="50" fill="hold">
                            <p:stCondLst>
                              <p:cond delay="3250"/>
                            </p:stCondLst>
                            <p:childTnLst>
                              <p:par>
                                <p:cTn id="51" presetID="10" presetClass="entr" presetSubtype="0" fill="hold" grpId="0" nodeType="afterEffect">
                                  <p:stCondLst>
                                    <p:cond delay="0"/>
                                  </p:stCondLst>
                                  <p:childTnLst>
                                    <p:set>
                                      <p:cBhvr>
                                        <p:cTn id="52" dur="1" fill="hold">
                                          <p:stCondLst>
                                            <p:cond delay="0"/>
                                          </p:stCondLst>
                                        </p:cTn>
                                        <p:tgtEl>
                                          <p:spTgt spid="30"/>
                                        </p:tgtEl>
                                        <p:attrNameLst>
                                          <p:attrName>style.visibility</p:attrName>
                                        </p:attrNameLst>
                                      </p:cBhvr>
                                      <p:to>
                                        <p:strVal val="visible"/>
                                      </p:to>
                                    </p:set>
                                    <p:animEffect transition="in" filter="fade">
                                      <p:cBhvr>
                                        <p:cTn id="53"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8" grpId="0"/>
      <p:bldP spid="29" grpId="0"/>
      <p:bldP spid="31" grpId="0" animBg="1"/>
      <p:bldP spid="34" grpId="0"/>
      <p:bldP spid="35" grpId="0"/>
      <p:bldP spid="38" grpId="0" animBg="1"/>
      <p:bldP spid="41" grpId="0"/>
      <p:bldP spid="42" grpId="0"/>
      <p:bldP spid="30"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4"/>
          <p:cNvSpPr>
            <a:spLocks noChangeAspect="1" noChangeArrowheads="1" noTextEdit="1"/>
          </p:cNvSpPr>
          <p:nvPr/>
        </p:nvSpPr>
        <p:spPr bwMode="auto">
          <a:xfrm>
            <a:off x="164012" y="2120834"/>
            <a:ext cx="2825749" cy="3736405"/>
          </a:xfrm>
          <a:prstGeom prst="rect">
            <a:avLst/>
          </a:prstGeom>
          <a:noFill/>
          <a:ln w="9525">
            <a:noFill/>
            <a:miter lim="800000"/>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3" name="Freeform 7"/>
          <p:cNvSpPr>
            <a:spLocks/>
          </p:cNvSpPr>
          <p:nvPr/>
        </p:nvSpPr>
        <p:spPr bwMode="auto">
          <a:xfrm>
            <a:off x="1" y="1768566"/>
            <a:ext cx="1947283" cy="125986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4" name="Freeform 9"/>
          <p:cNvSpPr>
            <a:spLocks/>
          </p:cNvSpPr>
          <p:nvPr/>
        </p:nvSpPr>
        <p:spPr bwMode="auto">
          <a:xfrm>
            <a:off x="3" y="2590527"/>
            <a:ext cx="1947280" cy="1003339"/>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5" name="Freeform 11"/>
          <p:cNvSpPr>
            <a:spLocks/>
          </p:cNvSpPr>
          <p:nvPr/>
        </p:nvSpPr>
        <p:spPr bwMode="auto">
          <a:xfrm>
            <a:off x="0" y="3303399"/>
            <a:ext cx="1947285" cy="746819"/>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6" name="Freeform 13"/>
          <p:cNvSpPr>
            <a:spLocks/>
          </p:cNvSpPr>
          <p:nvPr/>
        </p:nvSpPr>
        <p:spPr bwMode="auto">
          <a:xfrm>
            <a:off x="0" y="3924241"/>
            <a:ext cx="1947285" cy="748887"/>
          </a:xfrm>
          <a:custGeom>
            <a:avLst/>
            <a:gdLst/>
            <a:ahLst/>
            <a:cxnLst>
              <a:cxn ang="0">
                <a:pos x="0" y="0"/>
              </a:cxn>
              <a:cxn ang="0">
                <a:pos x="0" y="725"/>
              </a:cxn>
              <a:cxn ang="0">
                <a:pos x="859" y="479"/>
              </a:cxn>
              <a:cxn ang="0">
                <a:pos x="859" y="0"/>
              </a:cxn>
              <a:cxn ang="0">
                <a:pos x="0" y="0"/>
              </a:cxn>
            </a:cxnLst>
            <a:rect l="0" t="0" r="r" b="b"/>
            <a:pathLst>
              <a:path w="859" h="725">
                <a:moveTo>
                  <a:pt x="0" y="0"/>
                </a:moveTo>
                <a:lnTo>
                  <a:pt x="0" y="725"/>
                </a:lnTo>
                <a:lnTo>
                  <a:pt x="859" y="479"/>
                </a:lnTo>
                <a:lnTo>
                  <a:pt x="859" y="0"/>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7" name="Freeform 15"/>
          <p:cNvSpPr>
            <a:spLocks/>
          </p:cNvSpPr>
          <p:nvPr/>
        </p:nvSpPr>
        <p:spPr bwMode="auto">
          <a:xfrm>
            <a:off x="3" y="4313951"/>
            <a:ext cx="1947280" cy="1003339"/>
          </a:xfrm>
          <a:custGeom>
            <a:avLst/>
            <a:gdLst/>
            <a:ahLst/>
            <a:cxnLst>
              <a:cxn ang="0">
                <a:pos x="0" y="246"/>
              </a:cxn>
              <a:cxn ang="0">
                <a:pos x="0" y="969"/>
              </a:cxn>
              <a:cxn ang="0">
                <a:pos x="859" y="476"/>
              </a:cxn>
              <a:cxn ang="0">
                <a:pos x="859" y="0"/>
              </a:cxn>
              <a:cxn ang="0">
                <a:pos x="0" y="246"/>
              </a:cxn>
            </a:cxnLst>
            <a:rect l="0" t="0" r="r" b="b"/>
            <a:pathLst>
              <a:path w="859" h="969">
                <a:moveTo>
                  <a:pt x="0" y="246"/>
                </a:moveTo>
                <a:lnTo>
                  <a:pt x="0" y="969"/>
                </a:lnTo>
                <a:lnTo>
                  <a:pt x="859" y="476"/>
                </a:lnTo>
                <a:lnTo>
                  <a:pt x="859" y="0"/>
                </a:lnTo>
                <a:lnTo>
                  <a:pt x="0" y="246"/>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8" name="Freeform 6"/>
          <p:cNvSpPr>
            <a:spLocks/>
          </p:cNvSpPr>
          <p:nvPr/>
        </p:nvSpPr>
        <p:spPr bwMode="auto">
          <a:xfrm>
            <a:off x="1" y="1322826"/>
            <a:ext cx="1947283" cy="227303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close/>
              </a:path>
            </a:pathLst>
          </a:custGeom>
          <a:solidFill>
            <a:schemeClr val="accent3">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10" name="Freeform 8"/>
          <p:cNvSpPr>
            <a:spLocks/>
          </p:cNvSpPr>
          <p:nvPr/>
        </p:nvSpPr>
        <p:spPr bwMode="auto">
          <a:xfrm>
            <a:off x="3" y="2997048"/>
            <a:ext cx="1947280" cy="1785524"/>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close/>
              </a:path>
            </a:pathLst>
          </a:custGeom>
          <a:solidFill>
            <a:schemeClr val="accent4">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12" name="Freeform 10"/>
          <p:cNvSpPr>
            <a:spLocks/>
          </p:cNvSpPr>
          <p:nvPr/>
        </p:nvSpPr>
        <p:spPr bwMode="auto">
          <a:xfrm>
            <a:off x="13508" y="4474656"/>
            <a:ext cx="1947285" cy="1432607"/>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close/>
              </a:path>
            </a:pathLst>
          </a:custGeom>
          <a:solidFill>
            <a:schemeClr val="accent1">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20" name="Rectangle 19"/>
          <p:cNvSpPr/>
          <p:nvPr/>
        </p:nvSpPr>
        <p:spPr>
          <a:xfrm>
            <a:off x="1947283" y="361106"/>
            <a:ext cx="9906069" cy="769441"/>
          </a:xfrm>
          <a:prstGeom prst="rect">
            <a:avLst/>
          </a:prstGeom>
        </p:spPr>
        <p:txBody>
          <a:bodyPr wrap="square">
            <a:spAutoFit/>
          </a:bodyPr>
          <a:lstStyle/>
          <a:p>
            <a:pPr algn="r" rtl="1"/>
            <a:r>
              <a:rPr lang="ar-SA" sz="4400" b="1" u="sng" dirty="0"/>
              <a:t>ه- فوائد الألعاب التعليمية</a:t>
            </a:r>
            <a:endParaRPr lang="en-US" sz="4400" u="sng" dirty="0"/>
          </a:p>
        </p:txBody>
      </p:sp>
      <p:grpSp>
        <p:nvGrpSpPr>
          <p:cNvPr id="50" name="Group 49"/>
          <p:cNvGrpSpPr/>
          <p:nvPr/>
        </p:nvGrpSpPr>
        <p:grpSpPr>
          <a:xfrm>
            <a:off x="1947283" y="2679121"/>
            <a:ext cx="10018339" cy="916739"/>
            <a:chOff x="1470594" y="1670061"/>
            <a:chExt cx="7513754" cy="685891"/>
          </a:xfrm>
        </p:grpSpPr>
        <p:sp>
          <p:nvSpPr>
            <p:cNvPr id="29" name="Rectangle 28"/>
            <p:cNvSpPr/>
            <p:nvPr/>
          </p:nvSpPr>
          <p:spPr>
            <a:xfrm>
              <a:off x="4055126" y="1670061"/>
              <a:ext cx="4929222" cy="621740"/>
            </a:xfrm>
            <a:prstGeom prst="rect">
              <a:avLst/>
            </a:prstGeom>
          </p:spPr>
          <p:txBody>
            <a:bodyPr wrap="square">
              <a:spAutoFit/>
            </a:bodyPr>
            <a:lstStyle/>
            <a:p>
              <a:pPr fontAlgn="auto">
                <a:spcBef>
                  <a:spcPts val="0"/>
                </a:spcBef>
                <a:spcAft>
                  <a:spcPts val="0"/>
                </a:spcAft>
              </a:pPr>
              <a:r>
                <a:rPr lang="ar-SA" sz="2400" b="1" dirty="0"/>
                <a:t>أنها تساعد في إحداث تفاعل الفرد مع عناصر البيئة لغرض التعلم وإنماء الشخصية والسلوك</a:t>
              </a:r>
              <a:endParaRPr lang="ms-MY" sz="24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3" name="Group 47"/>
            <p:cNvGrpSpPr/>
            <p:nvPr/>
          </p:nvGrpSpPr>
          <p:grpSpPr>
            <a:xfrm>
              <a:off x="1470594" y="1695728"/>
              <a:ext cx="2396330" cy="660224"/>
              <a:chOff x="1470594" y="1695728"/>
              <a:chExt cx="2396330" cy="660224"/>
            </a:xfrm>
          </p:grpSpPr>
          <p:sp>
            <p:nvSpPr>
              <p:cNvPr id="9" name="Rectangle 8"/>
              <p:cNvSpPr/>
              <p:nvPr/>
            </p:nvSpPr>
            <p:spPr>
              <a:xfrm>
                <a:off x="1470594" y="1695728"/>
                <a:ext cx="2396330" cy="66022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0" name="Rectangle 29"/>
              <p:cNvSpPr/>
              <p:nvPr/>
            </p:nvSpPr>
            <p:spPr>
              <a:xfrm>
                <a:off x="1857356" y="1857370"/>
                <a:ext cx="571504" cy="438581"/>
              </a:xfrm>
              <a:prstGeom prst="rect">
                <a:avLst/>
              </a:prstGeom>
            </p:spPr>
            <p:txBody>
              <a:bodyPr wrap="square">
                <a:spAutoFit/>
              </a:bodyPr>
              <a:lstStyle/>
              <a:p>
                <a:pPr algn="ctr" fontAlgn="auto">
                  <a:spcBef>
                    <a:spcPts val="0"/>
                  </a:spcBef>
                  <a:spcAft>
                    <a:spcPts val="0"/>
                  </a:spcAft>
                </a:pPr>
                <a:r>
                  <a:rPr lang="en-US" sz="3200" b="1" dirty="0">
                    <a:solidFill>
                      <a:prstClr val="white"/>
                    </a:solidFill>
                    <a:latin typeface="Open Sans" pitchFamily="34" charset="0"/>
                    <a:ea typeface="Open Sans" pitchFamily="34" charset="0"/>
                    <a:cs typeface="Open Sans" pitchFamily="34" charset="0"/>
                  </a:rPr>
                  <a:t>01</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1" name="Group 50"/>
          <p:cNvGrpSpPr/>
          <p:nvPr/>
        </p:nvGrpSpPr>
        <p:grpSpPr>
          <a:xfrm>
            <a:off x="1948387" y="3893043"/>
            <a:ext cx="9726163" cy="871226"/>
            <a:chOff x="1461290" y="2352980"/>
            <a:chExt cx="7294622" cy="651840"/>
          </a:xfrm>
        </p:grpSpPr>
        <p:sp>
          <p:nvSpPr>
            <p:cNvPr id="31" name="Rectangle 30"/>
            <p:cNvSpPr/>
            <p:nvPr/>
          </p:nvSpPr>
          <p:spPr>
            <a:xfrm>
              <a:off x="4542569" y="2352980"/>
              <a:ext cx="4213343" cy="621741"/>
            </a:xfrm>
            <a:prstGeom prst="rect">
              <a:avLst/>
            </a:prstGeom>
          </p:spPr>
          <p:txBody>
            <a:bodyPr wrap="square">
              <a:spAutoFit/>
            </a:bodyPr>
            <a:lstStyle/>
            <a:p>
              <a:pPr fontAlgn="auto">
                <a:spcBef>
                  <a:spcPts val="0"/>
                </a:spcBef>
                <a:spcAft>
                  <a:spcPts val="0"/>
                </a:spcAft>
              </a:pPr>
              <a:r>
                <a:rPr lang="ar-SA" sz="2400" b="1" dirty="0"/>
                <a:t>تمثل وسيلة تعليمية تقرب المفاهيم وتساعد في إدراك معاني الأشياء</a:t>
              </a:r>
              <a:endParaRPr lang="ms-MY" sz="24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0" name="Group 46"/>
            <p:cNvGrpSpPr/>
            <p:nvPr/>
          </p:nvGrpSpPr>
          <p:grpSpPr>
            <a:xfrm>
              <a:off x="1461290" y="2357436"/>
              <a:ext cx="2824958" cy="647384"/>
              <a:chOff x="1461290" y="2357436"/>
              <a:chExt cx="2824958" cy="647384"/>
            </a:xfrm>
          </p:grpSpPr>
          <p:sp>
            <p:nvSpPr>
              <p:cNvPr id="11" name="Rectangle 10"/>
              <p:cNvSpPr/>
              <p:nvPr/>
            </p:nvSpPr>
            <p:spPr>
              <a:xfrm>
                <a:off x="1461290" y="2370634"/>
                <a:ext cx="2824958" cy="63418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Rectangle 34"/>
              <p:cNvSpPr/>
              <p:nvPr/>
            </p:nvSpPr>
            <p:spPr>
              <a:xfrm>
                <a:off x="2285984" y="2357436"/>
                <a:ext cx="571504" cy="438581"/>
              </a:xfrm>
              <a:prstGeom prst="rect">
                <a:avLst/>
              </a:prstGeom>
            </p:spPr>
            <p:txBody>
              <a:bodyPr wrap="square">
                <a:spAutoFit/>
              </a:bodyPr>
              <a:lstStyle/>
              <a:p>
                <a:pPr algn="ctr" fontAlgn="auto">
                  <a:spcBef>
                    <a:spcPts val="0"/>
                  </a:spcBef>
                  <a:spcAft>
                    <a:spcPts val="0"/>
                  </a:spcAft>
                </a:pPr>
                <a:r>
                  <a:rPr lang="en-US" sz="3200" b="1" dirty="0">
                    <a:solidFill>
                      <a:prstClr val="white"/>
                    </a:solidFill>
                    <a:latin typeface="Open Sans" pitchFamily="34" charset="0"/>
                    <a:ea typeface="Open Sans" pitchFamily="34" charset="0"/>
                    <a:cs typeface="Open Sans" pitchFamily="34" charset="0"/>
                  </a:rPr>
                  <a:t>02</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2" name="Group 51"/>
          <p:cNvGrpSpPr/>
          <p:nvPr/>
        </p:nvGrpSpPr>
        <p:grpSpPr>
          <a:xfrm>
            <a:off x="1947283" y="4955581"/>
            <a:ext cx="10018339" cy="954529"/>
            <a:chOff x="1461290" y="2873238"/>
            <a:chExt cx="7493936" cy="714164"/>
          </a:xfrm>
        </p:grpSpPr>
        <p:sp>
          <p:nvSpPr>
            <p:cNvPr id="32" name="Rectangle 31"/>
            <p:cNvSpPr/>
            <p:nvPr/>
          </p:nvSpPr>
          <p:spPr>
            <a:xfrm>
              <a:off x="4749869" y="2926106"/>
              <a:ext cx="4205357" cy="621739"/>
            </a:xfrm>
            <a:prstGeom prst="rect">
              <a:avLst/>
            </a:prstGeom>
          </p:spPr>
          <p:txBody>
            <a:bodyPr wrap="square">
              <a:spAutoFit/>
            </a:bodyPr>
            <a:lstStyle/>
            <a:p>
              <a:pPr fontAlgn="auto">
                <a:spcBef>
                  <a:spcPts val="0"/>
                </a:spcBef>
                <a:spcAft>
                  <a:spcPts val="0"/>
                </a:spcAft>
              </a:pPr>
              <a:r>
                <a:rPr lang="ar-SA" sz="2400" b="1" dirty="0"/>
                <a:t>تعتبر أداة فعالة في تفريد التعلم وتنظيمه لمواجهة الفروق الفردية وتعليم الأطفال وفقاً لإمكاناتهم وقدراتهم</a:t>
              </a:r>
              <a:endParaRPr lang="ms-MY" sz="24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2" name="Group 45"/>
            <p:cNvGrpSpPr/>
            <p:nvPr/>
          </p:nvGrpSpPr>
          <p:grpSpPr>
            <a:xfrm>
              <a:off x="1461290" y="2873238"/>
              <a:ext cx="3182147" cy="714164"/>
              <a:chOff x="1461290" y="2873238"/>
              <a:chExt cx="3182147" cy="714164"/>
            </a:xfrm>
          </p:grpSpPr>
          <p:sp>
            <p:nvSpPr>
              <p:cNvPr id="13" name="Rectangle 12"/>
              <p:cNvSpPr/>
              <p:nvPr/>
            </p:nvSpPr>
            <p:spPr>
              <a:xfrm>
                <a:off x="1461290" y="2873238"/>
                <a:ext cx="3182147" cy="714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Rectangle 35"/>
              <p:cNvSpPr/>
              <p:nvPr/>
            </p:nvSpPr>
            <p:spPr>
              <a:xfrm>
                <a:off x="2807732" y="2910954"/>
                <a:ext cx="571504" cy="438581"/>
              </a:xfrm>
              <a:prstGeom prst="rect">
                <a:avLst/>
              </a:prstGeom>
            </p:spPr>
            <p:txBody>
              <a:bodyPr wrap="square">
                <a:spAutoFit/>
              </a:bodyPr>
              <a:lstStyle/>
              <a:p>
                <a:pPr algn="ctr" fontAlgn="auto">
                  <a:spcBef>
                    <a:spcPts val="0"/>
                  </a:spcBef>
                  <a:spcAft>
                    <a:spcPts val="0"/>
                  </a:spcAft>
                </a:pPr>
                <a:r>
                  <a:rPr lang="en-US" sz="3200" b="1" dirty="0">
                    <a:solidFill>
                      <a:prstClr val="white"/>
                    </a:solidFill>
                    <a:latin typeface="Open Sans" pitchFamily="34" charset="0"/>
                    <a:ea typeface="Open Sans" pitchFamily="34" charset="0"/>
                    <a:cs typeface="Open Sans" pitchFamily="34" charset="0"/>
                  </a:rPr>
                  <a:t>03</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sp>
        <p:nvSpPr>
          <p:cNvPr id="3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11649209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lide(fromLeft)">
                                      <p:cBhvr>
                                        <p:cTn id="7" dur="500"/>
                                        <p:tgtEl>
                                          <p:spTgt spid="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slide(fromLeft)">
                                      <p:cBhvr>
                                        <p:cTn id="11" dur="500"/>
                                        <p:tgtEl>
                                          <p:spTgt spid="50"/>
                                        </p:tgtEl>
                                      </p:cBhvr>
                                    </p:animEffect>
                                  </p:childTnLst>
                                </p:cTn>
                              </p:par>
                            </p:childTnLst>
                          </p:cTn>
                        </p:par>
                        <p:par>
                          <p:cTn id="12" fill="hold">
                            <p:stCondLst>
                              <p:cond delay="1000"/>
                            </p:stCondLst>
                            <p:childTnLst>
                              <p:par>
                                <p:cTn id="13" presetID="12" presetClass="entr" presetSubtype="8"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slide(fromLeft)">
                                      <p:cBhvr>
                                        <p:cTn id="15" dur="500"/>
                                        <p:tgtEl>
                                          <p:spTgt spid="10"/>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slide(fromLeft)">
                                      <p:cBhvr>
                                        <p:cTn id="19" dur="500"/>
                                        <p:tgtEl>
                                          <p:spTgt spid="51"/>
                                        </p:tgtEl>
                                      </p:cBhvr>
                                    </p:animEffect>
                                  </p:childTnLst>
                                </p:cTn>
                              </p:par>
                            </p:childTnLst>
                          </p:cTn>
                        </p:par>
                        <p:par>
                          <p:cTn id="20" fill="hold">
                            <p:stCondLst>
                              <p:cond delay="2000"/>
                            </p:stCondLst>
                            <p:childTnLst>
                              <p:par>
                                <p:cTn id="21" presetID="12" presetClass="entr" presetSubtype="8"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slide(fromLeft)">
                                      <p:cBhvr>
                                        <p:cTn id="23" dur="500"/>
                                        <p:tgtEl>
                                          <p:spTgt spid="12"/>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slide(fromLeft)">
                                      <p:cBhvr>
                                        <p:cTn id="27"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4"/>
          <p:cNvSpPr>
            <a:spLocks noChangeAspect="1" noChangeArrowheads="1" noTextEdit="1"/>
          </p:cNvSpPr>
          <p:nvPr/>
        </p:nvSpPr>
        <p:spPr bwMode="auto">
          <a:xfrm>
            <a:off x="164012" y="2120834"/>
            <a:ext cx="2825749" cy="3736405"/>
          </a:xfrm>
          <a:prstGeom prst="rect">
            <a:avLst/>
          </a:prstGeom>
          <a:noFill/>
          <a:ln w="9525">
            <a:noFill/>
            <a:miter lim="800000"/>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3" name="Freeform 7"/>
          <p:cNvSpPr>
            <a:spLocks/>
          </p:cNvSpPr>
          <p:nvPr/>
        </p:nvSpPr>
        <p:spPr bwMode="auto">
          <a:xfrm>
            <a:off x="1" y="1768566"/>
            <a:ext cx="1947283" cy="125986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4" name="Freeform 9"/>
          <p:cNvSpPr>
            <a:spLocks/>
          </p:cNvSpPr>
          <p:nvPr/>
        </p:nvSpPr>
        <p:spPr bwMode="auto">
          <a:xfrm>
            <a:off x="3" y="2590527"/>
            <a:ext cx="1947280" cy="1003339"/>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5" name="Freeform 11"/>
          <p:cNvSpPr>
            <a:spLocks/>
          </p:cNvSpPr>
          <p:nvPr/>
        </p:nvSpPr>
        <p:spPr bwMode="auto">
          <a:xfrm>
            <a:off x="0" y="3303399"/>
            <a:ext cx="1947285" cy="746819"/>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6" name="Freeform 13"/>
          <p:cNvSpPr>
            <a:spLocks/>
          </p:cNvSpPr>
          <p:nvPr/>
        </p:nvSpPr>
        <p:spPr bwMode="auto">
          <a:xfrm>
            <a:off x="0" y="3924241"/>
            <a:ext cx="1947285" cy="748887"/>
          </a:xfrm>
          <a:custGeom>
            <a:avLst/>
            <a:gdLst/>
            <a:ahLst/>
            <a:cxnLst>
              <a:cxn ang="0">
                <a:pos x="0" y="0"/>
              </a:cxn>
              <a:cxn ang="0">
                <a:pos x="0" y="725"/>
              </a:cxn>
              <a:cxn ang="0">
                <a:pos x="859" y="479"/>
              </a:cxn>
              <a:cxn ang="0">
                <a:pos x="859" y="0"/>
              </a:cxn>
              <a:cxn ang="0">
                <a:pos x="0" y="0"/>
              </a:cxn>
            </a:cxnLst>
            <a:rect l="0" t="0" r="r" b="b"/>
            <a:pathLst>
              <a:path w="859" h="725">
                <a:moveTo>
                  <a:pt x="0" y="0"/>
                </a:moveTo>
                <a:lnTo>
                  <a:pt x="0" y="725"/>
                </a:lnTo>
                <a:lnTo>
                  <a:pt x="859" y="479"/>
                </a:lnTo>
                <a:lnTo>
                  <a:pt x="859" y="0"/>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7" name="Freeform 15"/>
          <p:cNvSpPr>
            <a:spLocks/>
          </p:cNvSpPr>
          <p:nvPr/>
        </p:nvSpPr>
        <p:spPr bwMode="auto">
          <a:xfrm>
            <a:off x="3" y="4313951"/>
            <a:ext cx="1947280" cy="1003339"/>
          </a:xfrm>
          <a:custGeom>
            <a:avLst/>
            <a:gdLst/>
            <a:ahLst/>
            <a:cxnLst>
              <a:cxn ang="0">
                <a:pos x="0" y="246"/>
              </a:cxn>
              <a:cxn ang="0">
                <a:pos x="0" y="969"/>
              </a:cxn>
              <a:cxn ang="0">
                <a:pos x="859" y="476"/>
              </a:cxn>
              <a:cxn ang="0">
                <a:pos x="859" y="0"/>
              </a:cxn>
              <a:cxn ang="0">
                <a:pos x="0" y="246"/>
              </a:cxn>
            </a:cxnLst>
            <a:rect l="0" t="0" r="r" b="b"/>
            <a:pathLst>
              <a:path w="859" h="969">
                <a:moveTo>
                  <a:pt x="0" y="246"/>
                </a:moveTo>
                <a:lnTo>
                  <a:pt x="0" y="969"/>
                </a:lnTo>
                <a:lnTo>
                  <a:pt x="859" y="476"/>
                </a:lnTo>
                <a:lnTo>
                  <a:pt x="859" y="0"/>
                </a:lnTo>
                <a:lnTo>
                  <a:pt x="0" y="246"/>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8" name="Freeform 6"/>
          <p:cNvSpPr>
            <a:spLocks/>
          </p:cNvSpPr>
          <p:nvPr/>
        </p:nvSpPr>
        <p:spPr bwMode="auto">
          <a:xfrm>
            <a:off x="1" y="1322826"/>
            <a:ext cx="1947283" cy="227303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close/>
              </a:path>
            </a:pathLst>
          </a:custGeom>
          <a:solidFill>
            <a:schemeClr val="accent3">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10" name="Freeform 8"/>
          <p:cNvSpPr>
            <a:spLocks/>
          </p:cNvSpPr>
          <p:nvPr/>
        </p:nvSpPr>
        <p:spPr bwMode="auto">
          <a:xfrm>
            <a:off x="3" y="2997048"/>
            <a:ext cx="1947280" cy="1785524"/>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close/>
              </a:path>
            </a:pathLst>
          </a:custGeom>
          <a:solidFill>
            <a:schemeClr val="accent4">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12" name="Freeform 10"/>
          <p:cNvSpPr>
            <a:spLocks/>
          </p:cNvSpPr>
          <p:nvPr/>
        </p:nvSpPr>
        <p:spPr bwMode="auto">
          <a:xfrm>
            <a:off x="13508" y="4474656"/>
            <a:ext cx="1947285" cy="1432607"/>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close/>
              </a:path>
            </a:pathLst>
          </a:custGeom>
          <a:solidFill>
            <a:schemeClr val="accent1">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20" name="Rectangle 19"/>
          <p:cNvSpPr/>
          <p:nvPr/>
        </p:nvSpPr>
        <p:spPr>
          <a:xfrm>
            <a:off x="1619626" y="403725"/>
            <a:ext cx="9906069" cy="769441"/>
          </a:xfrm>
          <a:prstGeom prst="rect">
            <a:avLst/>
          </a:prstGeom>
        </p:spPr>
        <p:txBody>
          <a:bodyPr wrap="square">
            <a:spAutoFit/>
          </a:bodyPr>
          <a:lstStyle/>
          <a:p>
            <a:pPr algn="r" rtl="1"/>
            <a:r>
              <a:rPr lang="ar-SA" sz="4400" b="1" u="sng" dirty="0">
                <a:solidFill>
                  <a:srgbClr val="000000"/>
                </a:solidFill>
              </a:rPr>
              <a:t>ج- الغرض التعليمي للألعاب التعليمية </a:t>
            </a:r>
            <a:endParaRPr lang="en-US" sz="4400" u="sng" dirty="0">
              <a:solidFill>
                <a:srgbClr val="000000"/>
              </a:solidFill>
            </a:endParaRPr>
          </a:p>
        </p:txBody>
      </p:sp>
      <p:grpSp>
        <p:nvGrpSpPr>
          <p:cNvPr id="50" name="Group 49"/>
          <p:cNvGrpSpPr/>
          <p:nvPr/>
        </p:nvGrpSpPr>
        <p:grpSpPr>
          <a:xfrm>
            <a:off x="1947283" y="2713427"/>
            <a:ext cx="9984698" cy="882435"/>
            <a:chOff x="1470594" y="1695727"/>
            <a:chExt cx="7488523" cy="660225"/>
          </a:xfrm>
        </p:grpSpPr>
        <p:sp>
          <p:nvSpPr>
            <p:cNvPr id="29" name="Rectangle 28"/>
            <p:cNvSpPr/>
            <p:nvPr/>
          </p:nvSpPr>
          <p:spPr>
            <a:xfrm>
              <a:off x="4029895" y="1702136"/>
              <a:ext cx="4929222" cy="621740"/>
            </a:xfrm>
            <a:prstGeom prst="rect">
              <a:avLst/>
            </a:prstGeom>
          </p:spPr>
          <p:txBody>
            <a:bodyPr wrap="square">
              <a:spAutoFit/>
            </a:bodyPr>
            <a:lstStyle/>
            <a:p>
              <a:pPr rtl="1"/>
              <a:r>
                <a:rPr lang="ar-SA" sz="2400" b="1" dirty="0" smtClean="0"/>
                <a:t>تمكن </a:t>
              </a:r>
              <a:r>
                <a:rPr lang="ar-SA" sz="2400" b="1" dirty="0"/>
                <a:t>المربين من الحكم على قدرة المتعلمين على تطبيق المفاهيم والحقائق والمهارات التي تعلموها على المواقف </a:t>
              </a:r>
              <a:r>
                <a:rPr lang="ar-SA" sz="2400" b="1" dirty="0" smtClean="0"/>
                <a:t>الحياتية</a:t>
              </a:r>
              <a:endParaRPr lang="en-US" sz="2400" b="1" dirty="0"/>
            </a:p>
          </p:txBody>
        </p:sp>
        <p:grpSp>
          <p:nvGrpSpPr>
            <p:cNvPr id="23" name="Group 47"/>
            <p:cNvGrpSpPr/>
            <p:nvPr/>
          </p:nvGrpSpPr>
          <p:grpSpPr>
            <a:xfrm>
              <a:off x="1470594" y="1695727"/>
              <a:ext cx="2396330" cy="660225"/>
              <a:chOff x="1470594" y="1695727"/>
              <a:chExt cx="2396330" cy="660225"/>
            </a:xfrm>
          </p:grpSpPr>
          <p:sp>
            <p:nvSpPr>
              <p:cNvPr id="9" name="Rectangle 8"/>
              <p:cNvSpPr/>
              <p:nvPr/>
            </p:nvSpPr>
            <p:spPr>
              <a:xfrm>
                <a:off x="1470594" y="1695727"/>
                <a:ext cx="2396330" cy="6602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0" name="Rectangle 29"/>
              <p:cNvSpPr/>
              <p:nvPr/>
            </p:nvSpPr>
            <p:spPr>
              <a:xfrm>
                <a:off x="1857356" y="1857370"/>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04</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1" name="Group 50"/>
          <p:cNvGrpSpPr/>
          <p:nvPr/>
        </p:nvGrpSpPr>
        <p:grpSpPr>
          <a:xfrm>
            <a:off x="1948387" y="3899001"/>
            <a:ext cx="10225994" cy="865271"/>
            <a:chOff x="1461290" y="2357436"/>
            <a:chExt cx="7669495" cy="647384"/>
          </a:xfrm>
        </p:grpSpPr>
        <p:sp>
          <p:nvSpPr>
            <p:cNvPr id="31" name="Rectangle 30"/>
            <p:cNvSpPr/>
            <p:nvPr/>
          </p:nvSpPr>
          <p:spPr>
            <a:xfrm>
              <a:off x="4529354" y="2376317"/>
              <a:ext cx="4601431" cy="621740"/>
            </a:xfrm>
            <a:prstGeom prst="rect">
              <a:avLst/>
            </a:prstGeom>
          </p:spPr>
          <p:txBody>
            <a:bodyPr wrap="square">
              <a:spAutoFit/>
            </a:bodyPr>
            <a:lstStyle/>
            <a:p>
              <a:pPr fontAlgn="auto">
                <a:spcBef>
                  <a:spcPts val="0"/>
                </a:spcBef>
                <a:spcAft>
                  <a:spcPts val="0"/>
                </a:spcAft>
              </a:pPr>
              <a:r>
                <a:rPr lang="ar-SA" sz="2400" b="1" dirty="0"/>
                <a:t>تزود المتعلمين بخبرات أقرب إلى الواقع من أي وسيلة تعليمية أخرى</a:t>
              </a:r>
              <a:endParaRPr lang="ms-MY" sz="24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0" name="Group 46"/>
            <p:cNvGrpSpPr/>
            <p:nvPr/>
          </p:nvGrpSpPr>
          <p:grpSpPr>
            <a:xfrm>
              <a:off x="1461290" y="2357436"/>
              <a:ext cx="2824958" cy="647384"/>
              <a:chOff x="1461290" y="2357436"/>
              <a:chExt cx="2824958" cy="647384"/>
            </a:xfrm>
          </p:grpSpPr>
          <p:sp>
            <p:nvSpPr>
              <p:cNvPr id="11" name="Rectangle 10"/>
              <p:cNvSpPr/>
              <p:nvPr/>
            </p:nvSpPr>
            <p:spPr>
              <a:xfrm>
                <a:off x="1461290" y="2362116"/>
                <a:ext cx="2824958" cy="642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Rectangle 34"/>
              <p:cNvSpPr/>
              <p:nvPr/>
            </p:nvSpPr>
            <p:spPr>
              <a:xfrm>
                <a:off x="2285984" y="2357436"/>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05</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2" name="Group 51"/>
          <p:cNvGrpSpPr/>
          <p:nvPr/>
        </p:nvGrpSpPr>
        <p:grpSpPr>
          <a:xfrm>
            <a:off x="1947283" y="4955581"/>
            <a:ext cx="9750498" cy="954529"/>
            <a:chOff x="1461290" y="2873238"/>
            <a:chExt cx="7293585" cy="714164"/>
          </a:xfrm>
        </p:grpSpPr>
        <p:sp>
          <p:nvSpPr>
            <p:cNvPr id="32" name="Rectangle 31"/>
            <p:cNvSpPr/>
            <p:nvPr/>
          </p:nvSpPr>
          <p:spPr>
            <a:xfrm>
              <a:off x="4878594" y="2877170"/>
              <a:ext cx="3876281" cy="621739"/>
            </a:xfrm>
            <a:prstGeom prst="rect">
              <a:avLst/>
            </a:prstGeom>
          </p:spPr>
          <p:txBody>
            <a:bodyPr wrap="square">
              <a:spAutoFit/>
            </a:bodyPr>
            <a:lstStyle/>
            <a:p>
              <a:pPr fontAlgn="auto">
                <a:spcBef>
                  <a:spcPts val="0"/>
                </a:spcBef>
                <a:spcAft>
                  <a:spcPts val="0"/>
                </a:spcAft>
              </a:pPr>
              <a:r>
                <a:rPr lang="ar-SA" sz="2400" b="1" dirty="0"/>
                <a:t>تعمل الألعاب على تنشيط القدرات العقلية وتحسن الموهبة الإبداعية لدى الأطفال</a:t>
              </a:r>
              <a:endParaRPr lang="ms-MY" sz="24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2" name="Group 45"/>
            <p:cNvGrpSpPr/>
            <p:nvPr/>
          </p:nvGrpSpPr>
          <p:grpSpPr>
            <a:xfrm>
              <a:off x="1461290" y="2873238"/>
              <a:ext cx="3182147" cy="714164"/>
              <a:chOff x="1461290" y="2873238"/>
              <a:chExt cx="3182147" cy="714164"/>
            </a:xfrm>
          </p:grpSpPr>
          <p:sp>
            <p:nvSpPr>
              <p:cNvPr id="13" name="Rectangle 12"/>
              <p:cNvSpPr/>
              <p:nvPr/>
            </p:nvSpPr>
            <p:spPr>
              <a:xfrm>
                <a:off x="1461290" y="2873238"/>
                <a:ext cx="3182147" cy="714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Rectangle 35"/>
              <p:cNvSpPr/>
              <p:nvPr/>
            </p:nvSpPr>
            <p:spPr>
              <a:xfrm>
                <a:off x="2807732" y="2910954"/>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06</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sp>
        <p:nvSpPr>
          <p:cNvPr id="3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7749028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lide(fromLeft)">
                                      <p:cBhvr>
                                        <p:cTn id="7" dur="500"/>
                                        <p:tgtEl>
                                          <p:spTgt spid="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slide(fromLeft)">
                                      <p:cBhvr>
                                        <p:cTn id="11" dur="500"/>
                                        <p:tgtEl>
                                          <p:spTgt spid="50"/>
                                        </p:tgtEl>
                                      </p:cBhvr>
                                    </p:animEffect>
                                  </p:childTnLst>
                                </p:cTn>
                              </p:par>
                            </p:childTnLst>
                          </p:cTn>
                        </p:par>
                        <p:par>
                          <p:cTn id="12" fill="hold">
                            <p:stCondLst>
                              <p:cond delay="1000"/>
                            </p:stCondLst>
                            <p:childTnLst>
                              <p:par>
                                <p:cTn id="13" presetID="12" presetClass="entr" presetSubtype="8"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slide(fromLeft)">
                                      <p:cBhvr>
                                        <p:cTn id="15" dur="500"/>
                                        <p:tgtEl>
                                          <p:spTgt spid="10"/>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slide(fromLeft)">
                                      <p:cBhvr>
                                        <p:cTn id="19" dur="500"/>
                                        <p:tgtEl>
                                          <p:spTgt spid="51"/>
                                        </p:tgtEl>
                                      </p:cBhvr>
                                    </p:animEffect>
                                  </p:childTnLst>
                                </p:cTn>
                              </p:par>
                            </p:childTnLst>
                          </p:cTn>
                        </p:par>
                        <p:par>
                          <p:cTn id="20" fill="hold">
                            <p:stCondLst>
                              <p:cond delay="2000"/>
                            </p:stCondLst>
                            <p:childTnLst>
                              <p:par>
                                <p:cTn id="21" presetID="12" presetClass="entr" presetSubtype="8"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slide(fromLeft)">
                                      <p:cBhvr>
                                        <p:cTn id="23" dur="500"/>
                                        <p:tgtEl>
                                          <p:spTgt spid="12"/>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slide(fromLeft)">
                                      <p:cBhvr>
                                        <p:cTn id="27"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p:nvPr/>
        </p:nvCxnSpPr>
        <p:spPr>
          <a:xfrm flipV="1">
            <a:off x="6065519" y="2334243"/>
            <a:ext cx="2386" cy="3991912"/>
          </a:xfrm>
          <a:prstGeom prst="line">
            <a:avLst/>
          </a:prstGeom>
          <a:ln w="5715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1" name="Teardrop 30"/>
          <p:cNvSpPr/>
          <p:nvPr/>
        </p:nvSpPr>
        <p:spPr>
          <a:xfrm rot="2700000">
            <a:off x="5983366" y="4987921"/>
            <a:ext cx="164306" cy="164306"/>
          </a:xfrm>
          <a:prstGeom prst="teardrop">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3" name="Straight Connector 32"/>
          <p:cNvCxnSpPr/>
          <p:nvPr/>
        </p:nvCxnSpPr>
        <p:spPr>
          <a:xfrm>
            <a:off x="6181701" y="5070074"/>
            <a:ext cx="730972" cy="0"/>
          </a:xfrm>
          <a:prstGeom prst="line">
            <a:avLst/>
          </a:prstGeom>
          <a:ln w="44450" cap="rnd">
            <a:solidFill>
              <a:srgbClr val="3DBF9C"/>
            </a:solidFill>
            <a:prstDash val="sysDot"/>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3465255" y="4824725"/>
            <a:ext cx="2485696" cy="461665"/>
          </a:xfrm>
          <a:prstGeom prst="rect">
            <a:avLst/>
          </a:prstGeom>
          <a:noFill/>
        </p:spPr>
        <p:txBody>
          <a:bodyPr wrap="square" rtlCol="0">
            <a:spAutoFit/>
          </a:bodyPr>
          <a:lstStyle/>
          <a:p>
            <a:pPr algn="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2</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35" name="Rectangle 34"/>
          <p:cNvSpPr/>
          <p:nvPr/>
        </p:nvSpPr>
        <p:spPr>
          <a:xfrm>
            <a:off x="7110956" y="4578503"/>
            <a:ext cx="4797509" cy="954107"/>
          </a:xfrm>
          <a:prstGeom prst="rect">
            <a:avLst/>
          </a:prstGeom>
        </p:spPr>
        <p:txBody>
          <a:bodyPr wrap="square">
            <a:spAutoFit/>
          </a:bodyPr>
          <a:lstStyle/>
          <a:p>
            <a:pPr defTabSz="914294" rtl="1" fontAlgn="auto">
              <a:spcBef>
                <a:spcPts val="0"/>
              </a:spcBef>
              <a:spcAft>
                <a:spcPts val="0"/>
              </a:spcAft>
            </a:pPr>
            <a:r>
              <a:rPr lang="ar-SA" sz="2800" b="1" dirty="0"/>
              <a:t>تدرب المتعلم على التعاون واحترام القوانين وحقوق الآخرين</a:t>
            </a:r>
            <a:endParaRPr lang="ru-RU" sz="2800" b="1" dirty="0">
              <a:solidFill>
                <a:prstClr val="white"/>
              </a:solidFill>
              <a:latin typeface="Calibri" panose="020F0502020204030204"/>
            </a:endParaRPr>
          </a:p>
        </p:txBody>
      </p:sp>
      <p:sp>
        <p:nvSpPr>
          <p:cNvPr id="38" name="Teardrop 37"/>
          <p:cNvSpPr/>
          <p:nvPr/>
        </p:nvSpPr>
        <p:spPr>
          <a:xfrm rot="13500000">
            <a:off x="5988862" y="3440268"/>
            <a:ext cx="164306" cy="164306"/>
          </a:xfrm>
          <a:prstGeom prst="teardrop">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0" name="Straight Connector 39"/>
          <p:cNvCxnSpPr/>
          <p:nvPr/>
        </p:nvCxnSpPr>
        <p:spPr>
          <a:xfrm>
            <a:off x="5250409" y="3522420"/>
            <a:ext cx="730972" cy="0"/>
          </a:xfrm>
          <a:prstGeom prst="line">
            <a:avLst/>
          </a:prstGeom>
          <a:ln w="44450" cap="rnd">
            <a:solidFill>
              <a:srgbClr val="D43E01"/>
            </a:solidFill>
            <a:prstDash val="sysDot"/>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6182050" y="3291587"/>
            <a:ext cx="2485696" cy="461665"/>
          </a:xfrm>
          <a:prstGeom prst="rect">
            <a:avLst/>
          </a:prstGeom>
          <a:noFill/>
        </p:spPr>
        <p:txBody>
          <a:bodyPr wrap="square" rtlCol="0">
            <a:spAutoFit/>
          </a:bodyPr>
          <a:lstStyle/>
          <a:p>
            <a:pP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1</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42" name="Rectangle 41"/>
          <p:cNvSpPr/>
          <p:nvPr/>
        </p:nvSpPr>
        <p:spPr>
          <a:xfrm>
            <a:off x="407937" y="3161549"/>
            <a:ext cx="4842471" cy="954107"/>
          </a:xfrm>
          <a:prstGeom prst="rect">
            <a:avLst/>
          </a:prstGeom>
        </p:spPr>
        <p:txBody>
          <a:bodyPr wrap="square">
            <a:spAutoFit/>
          </a:bodyPr>
          <a:lstStyle/>
          <a:p>
            <a:pPr algn="ctr" defTabSz="914294" fontAlgn="auto">
              <a:spcBef>
                <a:spcPts val="0"/>
              </a:spcBef>
              <a:spcAft>
                <a:spcPts val="0"/>
              </a:spcAft>
            </a:pPr>
            <a:r>
              <a:rPr lang="ar-SA" sz="2800" b="1" dirty="0"/>
              <a:t>تتيح للمتعلم تأكيد ذاته من خلال التفوق على الآخرين فردياً وفي نطاق الجماعة</a:t>
            </a:r>
            <a:endParaRPr lang="ru-RU" sz="2800" b="1" dirty="0">
              <a:solidFill>
                <a:prstClr val="white"/>
              </a:solidFill>
              <a:latin typeface="Calibri" panose="020F0502020204030204"/>
            </a:endParaRPr>
          </a:p>
        </p:txBody>
      </p:sp>
      <p:sp>
        <p:nvSpPr>
          <p:cNvPr id="27" name="TextBox 26"/>
          <p:cNvSpPr txBox="1"/>
          <p:nvPr/>
        </p:nvSpPr>
        <p:spPr>
          <a:xfrm>
            <a:off x="382772" y="664175"/>
            <a:ext cx="10975424" cy="1200329"/>
          </a:xfrm>
          <a:prstGeom prst="rect">
            <a:avLst/>
          </a:prstGeom>
          <a:noFill/>
        </p:spPr>
        <p:txBody>
          <a:bodyPr wrap="square" rtlCol="0">
            <a:spAutoFit/>
          </a:bodyPr>
          <a:lstStyle/>
          <a:p>
            <a:pPr algn="ctr" rtl="1"/>
            <a:r>
              <a:rPr lang="ar-SA" sz="3600" dirty="0">
                <a:solidFill>
                  <a:schemeClr val="accent4">
                    <a:lumMod val="75000"/>
                  </a:schemeClr>
                </a:solidFill>
              </a:rPr>
              <a:t>كما أن للتعلم باللعب فوائد أخرى عديدة يمكن أن نلمسها في سلوك الطالب وعلاقاته بأقرانه، منها</a:t>
            </a:r>
            <a:endParaRPr lang="en-US" sz="3600" u="sng" dirty="0">
              <a:solidFill>
                <a:schemeClr val="accent4">
                  <a:lumMod val="75000"/>
                </a:schemeClr>
              </a:solidFill>
            </a:endParaRPr>
          </a:p>
        </p:txBody>
      </p:sp>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6639344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up)">
                                      <p:cBhvr>
                                        <p:cTn id="11" dur="2000"/>
                                        <p:tgtEl>
                                          <p:spTgt spid="3"/>
                                        </p:tgtEl>
                                      </p:cBhvr>
                                    </p:animEffect>
                                  </p:childTnLst>
                                </p:cTn>
                              </p:par>
                              <p:par>
                                <p:cTn id="12" presetID="53" presetClass="entr" presetSubtype="16" fill="hold" grpId="0" nodeType="withEffect">
                                  <p:stCondLst>
                                    <p:cond delay="250"/>
                                  </p:stCondLst>
                                  <p:childTnLst>
                                    <p:set>
                                      <p:cBhvr>
                                        <p:cTn id="13" dur="1" fill="hold">
                                          <p:stCondLst>
                                            <p:cond delay="0"/>
                                          </p:stCondLst>
                                        </p:cTn>
                                        <p:tgtEl>
                                          <p:spTgt spid="38"/>
                                        </p:tgtEl>
                                        <p:attrNameLst>
                                          <p:attrName>style.visibility</p:attrName>
                                        </p:attrNameLst>
                                      </p:cBhvr>
                                      <p:to>
                                        <p:strVal val="visible"/>
                                      </p:to>
                                    </p:set>
                                    <p:anim calcmode="lin" valueType="num">
                                      <p:cBhvr>
                                        <p:cTn id="14" dur="500" fill="hold"/>
                                        <p:tgtEl>
                                          <p:spTgt spid="38"/>
                                        </p:tgtEl>
                                        <p:attrNameLst>
                                          <p:attrName>ppt_w</p:attrName>
                                        </p:attrNameLst>
                                      </p:cBhvr>
                                      <p:tavLst>
                                        <p:tav tm="0">
                                          <p:val>
                                            <p:fltVal val="0"/>
                                          </p:val>
                                        </p:tav>
                                        <p:tav tm="100000">
                                          <p:val>
                                            <p:strVal val="#ppt_w"/>
                                          </p:val>
                                        </p:tav>
                                      </p:tavLst>
                                    </p:anim>
                                    <p:anim calcmode="lin" valueType="num">
                                      <p:cBhvr>
                                        <p:cTn id="15" dur="500" fill="hold"/>
                                        <p:tgtEl>
                                          <p:spTgt spid="38"/>
                                        </p:tgtEl>
                                        <p:attrNameLst>
                                          <p:attrName>ppt_h</p:attrName>
                                        </p:attrNameLst>
                                      </p:cBhvr>
                                      <p:tavLst>
                                        <p:tav tm="0">
                                          <p:val>
                                            <p:fltVal val="0"/>
                                          </p:val>
                                        </p:tav>
                                        <p:tav tm="100000">
                                          <p:val>
                                            <p:strVal val="#ppt_h"/>
                                          </p:val>
                                        </p:tav>
                                      </p:tavLst>
                                    </p:anim>
                                    <p:animEffect transition="in" filter="fade">
                                      <p:cBhvr>
                                        <p:cTn id="16" dur="500"/>
                                        <p:tgtEl>
                                          <p:spTgt spid="38"/>
                                        </p:tgtEl>
                                      </p:cBhvr>
                                    </p:animEffect>
                                  </p:childTnLst>
                                </p:cTn>
                              </p:par>
                              <p:par>
                                <p:cTn id="17" presetID="22" presetClass="entr" presetSubtype="2" fill="hold" nodeType="withEffect">
                                  <p:stCondLst>
                                    <p:cond delay="500"/>
                                  </p:stCondLst>
                                  <p:childTnLst>
                                    <p:set>
                                      <p:cBhvr>
                                        <p:cTn id="18" dur="1" fill="hold">
                                          <p:stCondLst>
                                            <p:cond delay="0"/>
                                          </p:stCondLst>
                                        </p:cTn>
                                        <p:tgtEl>
                                          <p:spTgt spid="40"/>
                                        </p:tgtEl>
                                        <p:attrNameLst>
                                          <p:attrName>style.visibility</p:attrName>
                                        </p:attrNameLst>
                                      </p:cBhvr>
                                      <p:to>
                                        <p:strVal val="visible"/>
                                      </p:to>
                                    </p:set>
                                    <p:animEffect transition="in" filter="wipe(right)">
                                      <p:cBhvr>
                                        <p:cTn id="19" dur="500"/>
                                        <p:tgtEl>
                                          <p:spTgt spid="40"/>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41"/>
                                        </p:tgtEl>
                                        <p:attrNameLst>
                                          <p:attrName>style.visibility</p:attrName>
                                        </p:attrNameLst>
                                      </p:cBhvr>
                                      <p:to>
                                        <p:strVal val="visible"/>
                                      </p:to>
                                    </p:set>
                                    <p:animEffect transition="in" filter="fade">
                                      <p:cBhvr>
                                        <p:cTn id="22" dur="500"/>
                                        <p:tgtEl>
                                          <p:spTgt spid="41"/>
                                        </p:tgtEl>
                                      </p:cBhvr>
                                    </p:animEffect>
                                  </p:childTnLst>
                                </p:cTn>
                              </p:par>
                              <p:par>
                                <p:cTn id="23" presetID="22" presetClass="entr" presetSubtype="2" fill="hold" grpId="0" nodeType="withEffect">
                                  <p:stCondLst>
                                    <p:cond delay="750"/>
                                  </p:stCondLst>
                                  <p:childTnLst>
                                    <p:set>
                                      <p:cBhvr>
                                        <p:cTn id="24" dur="1" fill="hold">
                                          <p:stCondLst>
                                            <p:cond delay="0"/>
                                          </p:stCondLst>
                                        </p:cTn>
                                        <p:tgtEl>
                                          <p:spTgt spid="42"/>
                                        </p:tgtEl>
                                        <p:attrNameLst>
                                          <p:attrName>style.visibility</p:attrName>
                                        </p:attrNameLst>
                                      </p:cBhvr>
                                      <p:to>
                                        <p:strVal val="visible"/>
                                      </p:to>
                                    </p:set>
                                    <p:animEffect transition="in" filter="wipe(right)">
                                      <p:cBhvr>
                                        <p:cTn id="25" dur="500"/>
                                        <p:tgtEl>
                                          <p:spTgt spid="42"/>
                                        </p:tgtEl>
                                      </p:cBhvr>
                                    </p:animEffect>
                                  </p:childTnLst>
                                </p:cTn>
                              </p:par>
                              <p:par>
                                <p:cTn id="26" presetID="53" presetClass="entr" presetSubtype="16" fill="hold" grpId="0" nodeType="withEffect">
                                  <p:stCondLst>
                                    <p:cond delay="1250"/>
                                  </p:stCondLst>
                                  <p:childTnLst>
                                    <p:set>
                                      <p:cBhvr>
                                        <p:cTn id="27" dur="1" fill="hold">
                                          <p:stCondLst>
                                            <p:cond delay="0"/>
                                          </p:stCondLst>
                                        </p:cTn>
                                        <p:tgtEl>
                                          <p:spTgt spid="31"/>
                                        </p:tgtEl>
                                        <p:attrNameLst>
                                          <p:attrName>style.visibility</p:attrName>
                                        </p:attrNameLst>
                                      </p:cBhvr>
                                      <p:to>
                                        <p:strVal val="visible"/>
                                      </p:to>
                                    </p:set>
                                    <p:anim calcmode="lin" valueType="num">
                                      <p:cBhvr>
                                        <p:cTn id="28" dur="500" fill="hold"/>
                                        <p:tgtEl>
                                          <p:spTgt spid="31"/>
                                        </p:tgtEl>
                                        <p:attrNameLst>
                                          <p:attrName>ppt_w</p:attrName>
                                        </p:attrNameLst>
                                      </p:cBhvr>
                                      <p:tavLst>
                                        <p:tav tm="0">
                                          <p:val>
                                            <p:fltVal val="0"/>
                                          </p:val>
                                        </p:tav>
                                        <p:tav tm="100000">
                                          <p:val>
                                            <p:strVal val="#ppt_w"/>
                                          </p:val>
                                        </p:tav>
                                      </p:tavLst>
                                    </p:anim>
                                    <p:anim calcmode="lin" valueType="num">
                                      <p:cBhvr>
                                        <p:cTn id="29" dur="500" fill="hold"/>
                                        <p:tgtEl>
                                          <p:spTgt spid="31"/>
                                        </p:tgtEl>
                                        <p:attrNameLst>
                                          <p:attrName>ppt_h</p:attrName>
                                        </p:attrNameLst>
                                      </p:cBhvr>
                                      <p:tavLst>
                                        <p:tav tm="0">
                                          <p:val>
                                            <p:fltVal val="0"/>
                                          </p:val>
                                        </p:tav>
                                        <p:tav tm="100000">
                                          <p:val>
                                            <p:strVal val="#ppt_h"/>
                                          </p:val>
                                        </p:tav>
                                      </p:tavLst>
                                    </p:anim>
                                    <p:animEffect transition="in" filter="fade">
                                      <p:cBhvr>
                                        <p:cTn id="30" dur="500"/>
                                        <p:tgtEl>
                                          <p:spTgt spid="31"/>
                                        </p:tgtEl>
                                      </p:cBhvr>
                                    </p:animEffect>
                                  </p:childTnLst>
                                </p:cTn>
                              </p:par>
                              <p:par>
                                <p:cTn id="31" presetID="22" presetClass="entr" presetSubtype="8" fill="hold" nodeType="withEffect">
                                  <p:stCondLst>
                                    <p:cond delay="1500"/>
                                  </p:stCondLst>
                                  <p:childTnLst>
                                    <p:set>
                                      <p:cBhvr>
                                        <p:cTn id="32" dur="1" fill="hold">
                                          <p:stCondLst>
                                            <p:cond delay="0"/>
                                          </p:stCondLst>
                                        </p:cTn>
                                        <p:tgtEl>
                                          <p:spTgt spid="33"/>
                                        </p:tgtEl>
                                        <p:attrNameLst>
                                          <p:attrName>style.visibility</p:attrName>
                                        </p:attrNameLst>
                                      </p:cBhvr>
                                      <p:to>
                                        <p:strVal val="visible"/>
                                      </p:to>
                                    </p:set>
                                    <p:animEffect transition="in" filter="wipe(left)">
                                      <p:cBhvr>
                                        <p:cTn id="33" dur="500"/>
                                        <p:tgtEl>
                                          <p:spTgt spid="33"/>
                                        </p:tgtEl>
                                      </p:cBhvr>
                                    </p:animEffect>
                                  </p:childTnLst>
                                </p:cTn>
                              </p:par>
                              <p:par>
                                <p:cTn id="34" presetID="10" presetClass="entr" presetSubtype="0" fill="hold" grpId="0" nodeType="withEffect">
                                  <p:stCondLst>
                                    <p:cond delay="1500"/>
                                  </p:stCondLst>
                                  <p:childTnLst>
                                    <p:set>
                                      <p:cBhvr>
                                        <p:cTn id="35" dur="1" fill="hold">
                                          <p:stCondLst>
                                            <p:cond delay="0"/>
                                          </p:stCondLst>
                                        </p:cTn>
                                        <p:tgtEl>
                                          <p:spTgt spid="34"/>
                                        </p:tgtEl>
                                        <p:attrNameLst>
                                          <p:attrName>style.visibility</p:attrName>
                                        </p:attrNameLst>
                                      </p:cBhvr>
                                      <p:to>
                                        <p:strVal val="visible"/>
                                      </p:to>
                                    </p:set>
                                    <p:animEffect transition="in" filter="fade">
                                      <p:cBhvr>
                                        <p:cTn id="36" dur="500"/>
                                        <p:tgtEl>
                                          <p:spTgt spid="34"/>
                                        </p:tgtEl>
                                      </p:cBhvr>
                                    </p:animEffect>
                                  </p:childTnLst>
                                </p:cTn>
                              </p:par>
                              <p:par>
                                <p:cTn id="37" presetID="22" presetClass="entr" presetSubtype="8" fill="hold" grpId="0" nodeType="withEffect">
                                  <p:stCondLst>
                                    <p:cond delay="1750"/>
                                  </p:stCondLst>
                                  <p:childTnLst>
                                    <p:set>
                                      <p:cBhvr>
                                        <p:cTn id="38" dur="1" fill="hold">
                                          <p:stCondLst>
                                            <p:cond delay="0"/>
                                          </p:stCondLst>
                                        </p:cTn>
                                        <p:tgtEl>
                                          <p:spTgt spid="35"/>
                                        </p:tgtEl>
                                        <p:attrNameLst>
                                          <p:attrName>style.visibility</p:attrName>
                                        </p:attrNameLst>
                                      </p:cBhvr>
                                      <p:to>
                                        <p:strVal val="visible"/>
                                      </p:to>
                                    </p:set>
                                    <p:animEffect transition="in" filter="wipe(left)">
                                      <p:cBhvr>
                                        <p:cTn id="39"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p:bldP spid="35" grpId="0"/>
      <p:bldP spid="38" grpId="0" animBg="1"/>
      <p:bldP spid="41" grpId="0"/>
      <p:bldP spid="42" grpId="0"/>
      <p:bldP spid="27" grpId="0"/>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p:nvPr/>
        </p:nvCxnSpPr>
        <p:spPr>
          <a:xfrm flipV="1">
            <a:off x="6071016" y="0"/>
            <a:ext cx="0" cy="6858000"/>
          </a:xfrm>
          <a:prstGeom prst="line">
            <a:avLst/>
          </a:prstGeom>
          <a:ln w="5715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 name="Teardrop 8"/>
          <p:cNvSpPr/>
          <p:nvPr/>
        </p:nvSpPr>
        <p:spPr>
          <a:xfrm rot="13500000">
            <a:off x="5988862" y="2060732"/>
            <a:ext cx="164306" cy="164306"/>
          </a:xfrm>
          <a:prstGeom prst="teardrop">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16" name="Straight Connector 15"/>
          <p:cNvCxnSpPr/>
          <p:nvPr/>
        </p:nvCxnSpPr>
        <p:spPr>
          <a:xfrm>
            <a:off x="5250409" y="2142884"/>
            <a:ext cx="730972" cy="0"/>
          </a:xfrm>
          <a:prstGeom prst="line">
            <a:avLst/>
          </a:prstGeom>
          <a:ln w="44450" cap="rnd">
            <a:solidFill>
              <a:srgbClr val="0087B1"/>
            </a:solidFill>
            <a:prstDash val="sysDot"/>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6182050" y="1912051"/>
            <a:ext cx="2485696" cy="461665"/>
          </a:xfrm>
          <a:prstGeom prst="rect">
            <a:avLst/>
          </a:prstGeom>
          <a:noFill/>
        </p:spPr>
        <p:txBody>
          <a:bodyPr wrap="square" rtlCol="0">
            <a:spAutoFit/>
          </a:bodyPr>
          <a:lstStyle/>
          <a:p>
            <a:pP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3</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29" name="Rectangle 28"/>
          <p:cNvSpPr/>
          <p:nvPr/>
        </p:nvSpPr>
        <p:spPr>
          <a:xfrm>
            <a:off x="-315756" y="1938320"/>
            <a:ext cx="4992825" cy="523220"/>
          </a:xfrm>
          <a:prstGeom prst="rect">
            <a:avLst/>
          </a:prstGeom>
        </p:spPr>
        <p:txBody>
          <a:bodyPr wrap="square">
            <a:spAutoFit/>
          </a:bodyPr>
          <a:lstStyle/>
          <a:p>
            <a:pPr algn="r" defTabSz="914294" fontAlgn="auto">
              <a:spcBef>
                <a:spcPts val="0"/>
              </a:spcBef>
              <a:spcAft>
                <a:spcPts val="0"/>
              </a:spcAft>
            </a:pPr>
            <a:r>
              <a:rPr lang="ar-SA" sz="2800" b="1" dirty="0"/>
              <a:t>تعزز انتمائه للجماعة</a:t>
            </a:r>
            <a:endParaRPr lang="ru-RU" sz="2800" b="1" dirty="0">
              <a:solidFill>
                <a:prstClr val="white"/>
              </a:solidFill>
              <a:latin typeface="Calibri" panose="020F0502020204030204"/>
            </a:endParaRPr>
          </a:p>
        </p:txBody>
      </p:sp>
      <p:sp>
        <p:nvSpPr>
          <p:cNvPr id="31" name="Teardrop 30"/>
          <p:cNvSpPr/>
          <p:nvPr/>
        </p:nvSpPr>
        <p:spPr>
          <a:xfrm rot="2700000">
            <a:off x="5988861" y="3707800"/>
            <a:ext cx="164306" cy="164306"/>
          </a:xfrm>
          <a:prstGeom prst="teardrop">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3" name="Straight Connector 32"/>
          <p:cNvCxnSpPr/>
          <p:nvPr/>
        </p:nvCxnSpPr>
        <p:spPr>
          <a:xfrm>
            <a:off x="6187196" y="3789953"/>
            <a:ext cx="730972" cy="0"/>
          </a:xfrm>
          <a:prstGeom prst="line">
            <a:avLst/>
          </a:prstGeom>
          <a:ln w="44450" cap="rnd">
            <a:solidFill>
              <a:srgbClr val="FE8301"/>
            </a:solidFill>
            <a:prstDash val="sysDot"/>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3495685" y="3557267"/>
            <a:ext cx="2485696" cy="461665"/>
          </a:xfrm>
          <a:prstGeom prst="rect">
            <a:avLst/>
          </a:prstGeom>
          <a:noFill/>
        </p:spPr>
        <p:txBody>
          <a:bodyPr wrap="square" rtlCol="0">
            <a:spAutoFit/>
          </a:bodyPr>
          <a:lstStyle/>
          <a:p>
            <a:pPr algn="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4</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35" name="Rectangle 34"/>
          <p:cNvSpPr/>
          <p:nvPr/>
        </p:nvSpPr>
        <p:spPr>
          <a:xfrm>
            <a:off x="7034347" y="3463349"/>
            <a:ext cx="5003725" cy="954107"/>
          </a:xfrm>
          <a:prstGeom prst="rect">
            <a:avLst/>
          </a:prstGeom>
        </p:spPr>
        <p:txBody>
          <a:bodyPr wrap="square">
            <a:spAutoFit/>
          </a:bodyPr>
          <a:lstStyle/>
          <a:p>
            <a:pPr algn="ctr" defTabSz="914294" fontAlgn="auto">
              <a:spcBef>
                <a:spcPts val="0"/>
              </a:spcBef>
              <a:spcAft>
                <a:spcPts val="0"/>
              </a:spcAft>
            </a:pPr>
            <a:r>
              <a:rPr lang="ar-SA" sz="2800" b="1" dirty="0"/>
              <a:t>تقوي ذاكرة المتعلم وتزيد من قدرته على التفكير والإدراك والتخيل</a:t>
            </a:r>
            <a:endParaRPr lang="ru-RU" sz="2800" b="1" dirty="0">
              <a:solidFill>
                <a:prstClr val="white"/>
              </a:solidFill>
              <a:latin typeface="Calibri" panose="020F0502020204030204"/>
            </a:endParaRPr>
          </a:p>
        </p:txBody>
      </p:sp>
      <p:sp>
        <p:nvSpPr>
          <p:cNvPr id="38" name="Teardrop 37"/>
          <p:cNvSpPr/>
          <p:nvPr/>
        </p:nvSpPr>
        <p:spPr>
          <a:xfrm rot="13500000">
            <a:off x="5988862" y="5227857"/>
            <a:ext cx="164306" cy="164306"/>
          </a:xfrm>
          <a:prstGeom prst="teardrop">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0" name="Straight Connector 39"/>
          <p:cNvCxnSpPr/>
          <p:nvPr/>
        </p:nvCxnSpPr>
        <p:spPr>
          <a:xfrm>
            <a:off x="5250409" y="5310009"/>
            <a:ext cx="730972" cy="0"/>
          </a:xfrm>
          <a:prstGeom prst="line">
            <a:avLst/>
          </a:prstGeom>
          <a:ln w="44450" cap="rnd">
            <a:solidFill>
              <a:srgbClr val="A1BB22"/>
            </a:solidFill>
            <a:prstDash val="sysDot"/>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6182050" y="5079176"/>
            <a:ext cx="2485696" cy="461665"/>
          </a:xfrm>
          <a:prstGeom prst="rect">
            <a:avLst/>
          </a:prstGeom>
          <a:noFill/>
        </p:spPr>
        <p:txBody>
          <a:bodyPr wrap="square" rtlCol="0">
            <a:spAutoFit/>
          </a:bodyPr>
          <a:lstStyle/>
          <a:p>
            <a:pP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5</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42" name="Rectangle 41"/>
          <p:cNvSpPr/>
          <p:nvPr/>
        </p:nvSpPr>
        <p:spPr>
          <a:xfrm>
            <a:off x="127934" y="4885963"/>
            <a:ext cx="5197360" cy="954107"/>
          </a:xfrm>
          <a:prstGeom prst="rect">
            <a:avLst/>
          </a:prstGeom>
        </p:spPr>
        <p:txBody>
          <a:bodyPr wrap="square">
            <a:spAutoFit/>
          </a:bodyPr>
          <a:lstStyle/>
          <a:p>
            <a:pPr algn="ctr" defTabSz="914294" fontAlgn="auto">
              <a:spcBef>
                <a:spcPts val="0"/>
              </a:spcBef>
              <a:spcAft>
                <a:spcPts val="0"/>
              </a:spcAft>
            </a:pPr>
            <a:r>
              <a:rPr lang="ar-SA" sz="2800" b="1" dirty="0"/>
              <a:t>تكسب المتعلم الثقة بالنفس وتدربه على عمليات الاستكشاف وحل المشكلات</a:t>
            </a:r>
            <a:endParaRPr lang="ru-RU" sz="2800" b="1" dirty="0">
              <a:solidFill>
                <a:prstClr val="white"/>
              </a:solidFill>
              <a:latin typeface="Calibri" panose="020F0502020204030204"/>
            </a:endParaRPr>
          </a:p>
        </p:txBody>
      </p:sp>
      <p:sp>
        <p:nvSpPr>
          <p:cNvPr id="30" name="TextBox 29"/>
          <p:cNvSpPr txBox="1"/>
          <p:nvPr/>
        </p:nvSpPr>
        <p:spPr>
          <a:xfrm>
            <a:off x="4920334" y="261957"/>
            <a:ext cx="6977582" cy="707886"/>
          </a:xfrm>
          <a:prstGeom prst="rect">
            <a:avLst/>
          </a:prstGeom>
          <a:noFill/>
        </p:spPr>
        <p:txBody>
          <a:bodyPr wrap="square" rtlCol="0">
            <a:spAutoFit/>
          </a:bodyPr>
          <a:lstStyle/>
          <a:p>
            <a:pPr algn="r" rtl="1"/>
            <a:r>
              <a:rPr lang="ar-SA" sz="4000" b="1" u="sng" dirty="0">
                <a:solidFill>
                  <a:srgbClr val="000000"/>
                </a:solidFill>
              </a:rPr>
              <a:t>د. العناصر الأساسية للألعاب التعليمية</a:t>
            </a:r>
            <a:endParaRPr lang="en-US" sz="4000" u="sng" dirty="0">
              <a:solidFill>
                <a:srgbClr val="000000"/>
              </a:solidFill>
            </a:endParaRPr>
          </a:p>
        </p:txBody>
      </p: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5105806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2500"/>
                                        <p:tgtEl>
                                          <p:spTgt spid="3"/>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9"/>
                                        </p:tgtEl>
                                        <p:attrNameLst>
                                          <p:attrName>style.visibility</p:attrName>
                                        </p:attrNameLst>
                                      </p:cBhvr>
                                      <p:to>
                                        <p:strVal val="visible"/>
                                      </p:to>
                                    </p:set>
                                    <p:anim calcmode="lin" valueType="num">
                                      <p:cBhvr>
                                        <p:cTn id="10" dur="500" fill="hold"/>
                                        <p:tgtEl>
                                          <p:spTgt spid="9"/>
                                        </p:tgtEl>
                                        <p:attrNameLst>
                                          <p:attrName>ppt_w</p:attrName>
                                        </p:attrNameLst>
                                      </p:cBhvr>
                                      <p:tavLst>
                                        <p:tav tm="0">
                                          <p:val>
                                            <p:fltVal val="0"/>
                                          </p:val>
                                        </p:tav>
                                        <p:tav tm="100000">
                                          <p:val>
                                            <p:strVal val="#ppt_w"/>
                                          </p:val>
                                        </p:tav>
                                      </p:tavLst>
                                    </p:anim>
                                    <p:anim calcmode="lin" valueType="num">
                                      <p:cBhvr>
                                        <p:cTn id="11" dur="500" fill="hold"/>
                                        <p:tgtEl>
                                          <p:spTgt spid="9"/>
                                        </p:tgtEl>
                                        <p:attrNameLst>
                                          <p:attrName>ppt_h</p:attrName>
                                        </p:attrNameLst>
                                      </p:cBhvr>
                                      <p:tavLst>
                                        <p:tav tm="0">
                                          <p:val>
                                            <p:fltVal val="0"/>
                                          </p:val>
                                        </p:tav>
                                        <p:tav tm="100000">
                                          <p:val>
                                            <p:strVal val="#ppt_h"/>
                                          </p:val>
                                        </p:tav>
                                      </p:tavLst>
                                    </p:anim>
                                    <p:animEffect transition="in" filter="fade">
                                      <p:cBhvr>
                                        <p:cTn id="12" dur="500"/>
                                        <p:tgtEl>
                                          <p:spTgt spid="9"/>
                                        </p:tgtEl>
                                      </p:cBhvr>
                                    </p:animEffect>
                                  </p:childTnLst>
                                </p:cTn>
                              </p:par>
                              <p:par>
                                <p:cTn id="13" presetID="22" presetClass="entr" presetSubtype="2" fill="hold" nodeType="withEffect">
                                  <p:stCondLst>
                                    <p:cond delay="500"/>
                                  </p:stCondLst>
                                  <p:childTnLst>
                                    <p:set>
                                      <p:cBhvr>
                                        <p:cTn id="14" dur="1" fill="hold">
                                          <p:stCondLst>
                                            <p:cond delay="0"/>
                                          </p:stCondLst>
                                        </p:cTn>
                                        <p:tgtEl>
                                          <p:spTgt spid="16"/>
                                        </p:tgtEl>
                                        <p:attrNameLst>
                                          <p:attrName>style.visibility</p:attrName>
                                        </p:attrNameLst>
                                      </p:cBhvr>
                                      <p:to>
                                        <p:strVal val="visible"/>
                                      </p:to>
                                    </p:set>
                                    <p:animEffect transition="in" filter="wipe(right)">
                                      <p:cBhvr>
                                        <p:cTn id="15" dur="500"/>
                                        <p:tgtEl>
                                          <p:spTgt spid="16"/>
                                        </p:tgtEl>
                                      </p:cBhvr>
                                    </p:animEffect>
                                  </p:childTnLst>
                                </p:cTn>
                              </p:par>
                              <p:par>
                                <p:cTn id="16" presetID="10" presetClass="entr" presetSubtype="0" fill="hold" grpId="0" nodeType="withEffect">
                                  <p:stCondLst>
                                    <p:cond delay="500"/>
                                  </p:stCondLst>
                                  <p:childTnLst>
                                    <p:set>
                                      <p:cBhvr>
                                        <p:cTn id="17" dur="1" fill="hold">
                                          <p:stCondLst>
                                            <p:cond delay="0"/>
                                          </p:stCondLst>
                                        </p:cTn>
                                        <p:tgtEl>
                                          <p:spTgt spid="28"/>
                                        </p:tgtEl>
                                        <p:attrNameLst>
                                          <p:attrName>style.visibility</p:attrName>
                                        </p:attrNameLst>
                                      </p:cBhvr>
                                      <p:to>
                                        <p:strVal val="visible"/>
                                      </p:to>
                                    </p:set>
                                    <p:animEffect transition="in" filter="fade">
                                      <p:cBhvr>
                                        <p:cTn id="18" dur="500"/>
                                        <p:tgtEl>
                                          <p:spTgt spid="28"/>
                                        </p:tgtEl>
                                      </p:cBhvr>
                                    </p:animEffect>
                                  </p:childTnLst>
                                </p:cTn>
                              </p:par>
                              <p:par>
                                <p:cTn id="19" presetID="22" presetClass="entr" presetSubtype="2" fill="hold" grpId="0" nodeType="withEffect">
                                  <p:stCondLst>
                                    <p:cond delay="750"/>
                                  </p:stCondLst>
                                  <p:childTnLst>
                                    <p:set>
                                      <p:cBhvr>
                                        <p:cTn id="20" dur="1" fill="hold">
                                          <p:stCondLst>
                                            <p:cond delay="0"/>
                                          </p:stCondLst>
                                        </p:cTn>
                                        <p:tgtEl>
                                          <p:spTgt spid="29"/>
                                        </p:tgtEl>
                                        <p:attrNameLst>
                                          <p:attrName>style.visibility</p:attrName>
                                        </p:attrNameLst>
                                      </p:cBhvr>
                                      <p:to>
                                        <p:strVal val="visible"/>
                                      </p:to>
                                    </p:set>
                                    <p:animEffect transition="in" filter="wipe(right)">
                                      <p:cBhvr>
                                        <p:cTn id="21" dur="500"/>
                                        <p:tgtEl>
                                          <p:spTgt spid="29"/>
                                        </p:tgtEl>
                                      </p:cBhvr>
                                    </p:animEffect>
                                  </p:childTnLst>
                                </p:cTn>
                              </p:par>
                              <p:par>
                                <p:cTn id="22" presetID="53" presetClass="entr" presetSubtype="16" fill="hold" grpId="0" nodeType="withEffect">
                                  <p:stCondLst>
                                    <p:cond delay="1250"/>
                                  </p:stCondLst>
                                  <p:childTnLst>
                                    <p:set>
                                      <p:cBhvr>
                                        <p:cTn id="23" dur="1" fill="hold">
                                          <p:stCondLst>
                                            <p:cond delay="0"/>
                                          </p:stCondLst>
                                        </p:cTn>
                                        <p:tgtEl>
                                          <p:spTgt spid="31"/>
                                        </p:tgtEl>
                                        <p:attrNameLst>
                                          <p:attrName>style.visibility</p:attrName>
                                        </p:attrNameLst>
                                      </p:cBhvr>
                                      <p:to>
                                        <p:strVal val="visible"/>
                                      </p:to>
                                    </p:set>
                                    <p:anim calcmode="lin" valueType="num">
                                      <p:cBhvr>
                                        <p:cTn id="24" dur="500" fill="hold"/>
                                        <p:tgtEl>
                                          <p:spTgt spid="31"/>
                                        </p:tgtEl>
                                        <p:attrNameLst>
                                          <p:attrName>ppt_w</p:attrName>
                                        </p:attrNameLst>
                                      </p:cBhvr>
                                      <p:tavLst>
                                        <p:tav tm="0">
                                          <p:val>
                                            <p:fltVal val="0"/>
                                          </p:val>
                                        </p:tav>
                                        <p:tav tm="100000">
                                          <p:val>
                                            <p:strVal val="#ppt_w"/>
                                          </p:val>
                                        </p:tav>
                                      </p:tavLst>
                                    </p:anim>
                                    <p:anim calcmode="lin" valueType="num">
                                      <p:cBhvr>
                                        <p:cTn id="25" dur="500" fill="hold"/>
                                        <p:tgtEl>
                                          <p:spTgt spid="31"/>
                                        </p:tgtEl>
                                        <p:attrNameLst>
                                          <p:attrName>ppt_h</p:attrName>
                                        </p:attrNameLst>
                                      </p:cBhvr>
                                      <p:tavLst>
                                        <p:tav tm="0">
                                          <p:val>
                                            <p:fltVal val="0"/>
                                          </p:val>
                                        </p:tav>
                                        <p:tav tm="100000">
                                          <p:val>
                                            <p:strVal val="#ppt_h"/>
                                          </p:val>
                                        </p:tav>
                                      </p:tavLst>
                                    </p:anim>
                                    <p:animEffect transition="in" filter="fade">
                                      <p:cBhvr>
                                        <p:cTn id="26" dur="500"/>
                                        <p:tgtEl>
                                          <p:spTgt spid="31"/>
                                        </p:tgtEl>
                                      </p:cBhvr>
                                    </p:animEffect>
                                  </p:childTnLst>
                                </p:cTn>
                              </p:par>
                              <p:par>
                                <p:cTn id="27" presetID="22" presetClass="entr" presetSubtype="8" fill="hold" nodeType="withEffect">
                                  <p:stCondLst>
                                    <p:cond delay="1500"/>
                                  </p:stCondLst>
                                  <p:childTnLst>
                                    <p:set>
                                      <p:cBhvr>
                                        <p:cTn id="28" dur="1" fill="hold">
                                          <p:stCondLst>
                                            <p:cond delay="0"/>
                                          </p:stCondLst>
                                        </p:cTn>
                                        <p:tgtEl>
                                          <p:spTgt spid="33"/>
                                        </p:tgtEl>
                                        <p:attrNameLst>
                                          <p:attrName>style.visibility</p:attrName>
                                        </p:attrNameLst>
                                      </p:cBhvr>
                                      <p:to>
                                        <p:strVal val="visible"/>
                                      </p:to>
                                    </p:set>
                                    <p:animEffect transition="in" filter="wipe(left)">
                                      <p:cBhvr>
                                        <p:cTn id="29" dur="500"/>
                                        <p:tgtEl>
                                          <p:spTgt spid="33"/>
                                        </p:tgtEl>
                                      </p:cBhvr>
                                    </p:animEffect>
                                  </p:childTnLst>
                                </p:cTn>
                              </p:par>
                              <p:par>
                                <p:cTn id="30" presetID="10" presetClass="entr" presetSubtype="0" fill="hold" grpId="0" nodeType="withEffect">
                                  <p:stCondLst>
                                    <p:cond delay="1500"/>
                                  </p:stCondLst>
                                  <p:childTnLst>
                                    <p:set>
                                      <p:cBhvr>
                                        <p:cTn id="31" dur="1" fill="hold">
                                          <p:stCondLst>
                                            <p:cond delay="0"/>
                                          </p:stCondLst>
                                        </p:cTn>
                                        <p:tgtEl>
                                          <p:spTgt spid="34"/>
                                        </p:tgtEl>
                                        <p:attrNameLst>
                                          <p:attrName>style.visibility</p:attrName>
                                        </p:attrNameLst>
                                      </p:cBhvr>
                                      <p:to>
                                        <p:strVal val="visible"/>
                                      </p:to>
                                    </p:set>
                                    <p:animEffect transition="in" filter="fade">
                                      <p:cBhvr>
                                        <p:cTn id="32" dur="500"/>
                                        <p:tgtEl>
                                          <p:spTgt spid="34"/>
                                        </p:tgtEl>
                                      </p:cBhvr>
                                    </p:animEffect>
                                  </p:childTnLst>
                                </p:cTn>
                              </p:par>
                              <p:par>
                                <p:cTn id="33" presetID="22" presetClass="entr" presetSubtype="8" fill="hold" grpId="0" nodeType="withEffect">
                                  <p:stCondLst>
                                    <p:cond delay="1750"/>
                                  </p:stCondLst>
                                  <p:childTnLst>
                                    <p:set>
                                      <p:cBhvr>
                                        <p:cTn id="34" dur="1" fill="hold">
                                          <p:stCondLst>
                                            <p:cond delay="0"/>
                                          </p:stCondLst>
                                        </p:cTn>
                                        <p:tgtEl>
                                          <p:spTgt spid="35"/>
                                        </p:tgtEl>
                                        <p:attrNameLst>
                                          <p:attrName>style.visibility</p:attrName>
                                        </p:attrNameLst>
                                      </p:cBhvr>
                                      <p:to>
                                        <p:strVal val="visible"/>
                                      </p:to>
                                    </p:set>
                                    <p:animEffect transition="in" filter="wipe(left)">
                                      <p:cBhvr>
                                        <p:cTn id="35" dur="500"/>
                                        <p:tgtEl>
                                          <p:spTgt spid="35"/>
                                        </p:tgtEl>
                                      </p:cBhvr>
                                    </p:animEffect>
                                  </p:childTnLst>
                                </p:cTn>
                              </p:par>
                              <p:par>
                                <p:cTn id="36" presetID="53" presetClass="entr" presetSubtype="16" fill="hold" grpId="0" nodeType="withEffect">
                                  <p:stCondLst>
                                    <p:cond delay="2250"/>
                                  </p:stCondLst>
                                  <p:childTnLst>
                                    <p:set>
                                      <p:cBhvr>
                                        <p:cTn id="37" dur="1" fill="hold">
                                          <p:stCondLst>
                                            <p:cond delay="0"/>
                                          </p:stCondLst>
                                        </p:cTn>
                                        <p:tgtEl>
                                          <p:spTgt spid="38"/>
                                        </p:tgtEl>
                                        <p:attrNameLst>
                                          <p:attrName>style.visibility</p:attrName>
                                        </p:attrNameLst>
                                      </p:cBhvr>
                                      <p:to>
                                        <p:strVal val="visible"/>
                                      </p:to>
                                    </p:set>
                                    <p:anim calcmode="lin" valueType="num">
                                      <p:cBhvr>
                                        <p:cTn id="38" dur="500" fill="hold"/>
                                        <p:tgtEl>
                                          <p:spTgt spid="38"/>
                                        </p:tgtEl>
                                        <p:attrNameLst>
                                          <p:attrName>ppt_w</p:attrName>
                                        </p:attrNameLst>
                                      </p:cBhvr>
                                      <p:tavLst>
                                        <p:tav tm="0">
                                          <p:val>
                                            <p:fltVal val="0"/>
                                          </p:val>
                                        </p:tav>
                                        <p:tav tm="100000">
                                          <p:val>
                                            <p:strVal val="#ppt_w"/>
                                          </p:val>
                                        </p:tav>
                                      </p:tavLst>
                                    </p:anim>
                                    <p:anim calcmode="lin" valueType="num">
                                      <p:cBhvr>
                                        <p:cTn id="39" dur="500" fill="hold"/>
                                        <p:tgtEl>
                                          <p:spTgt spid="38"/>
                                        </p:tgtEl>
                                        <p:attrNameLst>
                                          <p:attrName>ppt_h</p:attrName>
                                        </p:attrNameLst>
                                      </p:cBhvr>
                                      <p:tavLst>
                                        <p:tav tm="0">
                                          <p:val>
                                            <p:fltVal val="0"/>
                                          </p:val>
                                        </p:tav>
                                        <p:tav tm="100000">
                                          <p:val>
                                            <p:strVal val="#ppt_h"/>
                                          </p:val>
                                        </p:tav>
                                      </p:tavLst>
                                    </p:anim>
                                    <p:animEffect transition="in" filter="fade">
                                      <p:cBhvr>
                                        <p:cTn id="40" dur="500"/>
                                        <p:tgtEl>
                                          <p:spTgt spid="38"/>
                                        </p:tgtEl>
                                      </p:cBhvr>
                                    </p:animEffect>
                                  </p:childTnLst>
                                </p:cTn>
                              </p:par>
                              <p:par>
                                <p:cTn id="41" presetID="22" presetClass="entr" presetSubtype="2" fill="hold" nodeType="withEffect">
                                  <p:stCondLst>
                                    <p:cond delay="2500"/>
                                  </p:stCondLst>
                                  <p:childTnLst>
                                    <p:set>
                                      <p:cBhvr>
                                        <p:cTn id="42" dur="1" fill="hold">
                                          <p:stCondLst>
                                            <p:cond delay="0"/>
                                          </p:stCondLst>
                                        </p:cTn>
                                        <p:tgtEl>
                                          <p:spTgt spid="40"/>
                                        </p:tgtEl>
                                        <p:attrNameLst>
                                          <p:attrName>style.visibility</p:attrName>
                                        </p:attrNameLst>
                                      </p:cBhvr>
                                      <p:to>
                                        <p:strVal val="visible"/>
                                      </p:to>
                                    </p:set>
                                    <p:animEffect transition="in" filter="wipe(right)">
                                      <p:cBhvr>
                                        <p:cTn id="43" dur="500"/>
                                        <p:tgtEl>
                                          <p:spTgt spid="40"/>
                                        </p:tgtEl>
                                      </p:cBhvr>
                                    </p:animEffect>
                                  </p:childTnLst>
                                </p:cTn>
                              </p:par>
                              <p:par>
                                <p:cTn id="44" presetID="10" presetClass="entr" presetSubtype="0" fill="hold" grpId="0" nodeType="withEffect">
                                  <p:stCondLst>
                                    <p:cond delay="2500"/>
                                  </p:stCondLst>
                                  <p:childTnLst>
                                    <p:set>
                                      <p:cBhvr>
                                        <p:cTn id="45" dur="1" fill="hold">
                                          <p:stCondLst>
                                            <p:cond delay="0"/>
                                          </p:stCondLst>
                                        </p:cTn>
                                        <p:tgtEl>
                                          <p:spTgt spid="41"/>
                                        </p:tgtEl>
                                        <p:attrNameLst>
                                          <p:attrName>style.visibility</p:attrName>
                                        </p:attrNameLst>
                                      </p:cBhvr>
                                      <p:to>
                                        <p:strVal val="visible"/>
                                      </p:to>
                                    </p:set>
                                    <p:animEffect transition="in" filter="fade">
                                      <p:cBhvr>
                                        <p:cTn id="46" dur="500"/>
                                        <p:tgtEl>
                                          <p:spTgt spid="41"/>
                                        </p:tgtEl>
                                      </p:cBhvr>
                                    </p:animEffect>
                                  </p:childTnLst>
                                </p:cTn>
                              </p:par>
                              <p:par>
                                <p:cTn id="47" presetID="22" presetClass="entr" presetSubtype="2" fill="hold" grpId="0" nodeType="withEffect">
                                  <p:stCondLst>
                                    <p:cond delay="2750"/>
                                  </p:stCondLst>
                                  <p:childTnLst>
                                    <p:set>
                                      <p:cBhvr>
                                        <p:cTn id="48" dur="1" fill="hold">
                                          <p:stCondLst>
                                            <p:cond delay="0"/>
                                          </p:stCondLst>
                                        </p:cTn>
                                        <p:tgtEl>
                                          <p:spTgt spid="42"/>
                                        </p:tgtEl>
                                        <p:attrNameLst>
                                          <p:attrName>style.visibility</p:attrName>
                                        </p:attrNameLst>
                                      </p:cBhvr>
                                      <p:to>
                                        <p:strVal val="visible"/>
                                      </p:to>
                                    </p:set>
                                    <p:animEffect transition="in" filter="wipe(right)">
                                      <p:cBhvr>
                                        <p:cTn id="49" dur="500"/>
                                        <p:tgtEl>
                                          <p:spTgt spid="42"/>
                                        </p:tgtEl>
                                      </p:cBhvr>
                                    </p:animEffect>
                                  </p:childTnLst>
                                </p:cTn>
                              </p:par>
                            </p:childTnLst>
                          </p:cTn>
                        </p:par>
                        <p:par>
                          <p:cTn id="50" fill="hold">
                            <p:stCondLst>
                              <p:cond delay="3250"/>
                            </p:stCondLst>
                            <p:childTnLst>
                              <p:par>
                                <p:cTn id="51" presetID="10" presetClass="entr" presetSubtype="0" fill="hold" grpId="0" nodeType="afterEffect">
                                  <p:stCondLst>
                                    <p:cond delay="0"/>
                                  </p:stCondLst>
                                  <p:childTnLst>
                                    <p:set>
                                      <p:cBhvr>
                                        <p:cTn id="52" dur="1" fill="hold">
                                          <p:stCondLst>
                                            <p:cond delay="0"/>
                                          </p:stCondLst>
                                        </p:cTn>
                                        <p:tgtEl>
                                          <p:spTgt spid="30"/>
                                        </p:tgtEl>
                                        <p:attrNameLst>
                                          <p:attrName>style.visibility</p:attrName>
                                        </p:attrNameLst>
                                      </p:cBhvr>
                                      <p:to>
                                        <p:strVal val="visible"/>
                                      </p:to>
                                    </p:set>
                                    <p:animEffect transition="in" filter="fade">
                                      <p:cBhvr>
                                        <p:cTn id="53"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8" grpId="0"/>
      <p:bldP spid="29" grpId="0"/>
      <p:bldP spid="31" grpId="0" animBg="1"/>
      <p:bldP spid="34" grpId="0"/>
      <p:bldP spid="35" grpId="0"/>
      <p:bldP spid="38" grpId="0" animBg="1"/>
      <p:bldP spid="41" grpId="0"/>
      <p:bldP spid="42" grpId="0"/>
      <p:bldP spid="30"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4486940" y="1210340"/>
            <a:ext cx="6849300" cy="828098"/>
          </a:xfrm>
        </p:spPr>
        <p:txBody>
          <a:bodyPr>
            <a:normAutofit/>
          </a:bodyPr>
          <a:lstStyle/>
          <a:p>
            <a:pPr rtl="1"/>
            <a:r>
              <a:rPr lang="ar-SA" sz="4400" u="sng" dirty="0"/>
              <a:t>و- تأثير الألعاب على التعليم</a:t>
            </a:r>
            <a:endParaRPr lang="en-US" sz="4400" u="sng" dirty="0"/>
          </a:p>
        </p:txBody>
      </p:sp>
      <p:grpSp>
        <p:nvGrpSpPr>
          <p:cNvPr id="228" name="Group 227"/>
          <p:cNvGrpSpPr/>
          <p:nvPr/>
        </p:nvGrpSpPr>
        <p:grpSpPr>
          <a:xfrm>
            <a:off x="1881118" y="1679121"/>
            <a:ext cx="2089231" cy="4289355"/>
            <a:chOff x="2701175" y="2061936"/>
            <a:chExt cx="1772241" cy="3638550"/>
          </a:xfrm>
        </p:grpSpPr>
        <p:sp>
          <p:nvSpPr>
            <p:cNvPr id="7" name="Freeform 130"/>
            <p:cNvSpPr>
              <a:spLocks/>
            </p:cNvSpPr>
            <p:nvPr/>
          </p:nvSpPr>
          <p:spPr bwMode="auto">
            <a:xfrm>
              <a:off x="3095171" y="5316311"/>
              <a:ext cx="431800" cy="203200"/>
            </a:xfrm>
            <a:custGeom>
              <a:avLst/>
              <a:gdLst>
                <a:gd name="T0" fmla="*/ 272 w 272"/>
                <a:gd name="T1" fmla="*/ 54 h 128"/>
                <a:gd name="T2" fmla="*/ 4 w 272"/>
                <a:gd name="T3" fmla="*/ 128 h 128"/>
                <a:gd name="T4" fmla="*/ 0 w 272"/>
                <a:gd name="T5" fmla="*/ 118 h 128"/>
                <a:gd name="T6" fmla="*/ 272 w 272"/>
                <a:gd name="T7" fmla="*/ 0 h 128"/>
                <a:gd name="T8" fmla="*/ 272 w 272"/>
                <a:gd name="T9" fmla="*/ 54 h 128"/>
              </a:gdLst>
              <a:ahLst/>
              <a:cxnLst>
                <a:cxn ang="0">
                  <a:pos x="T0" y="T1"/>
                </a:cxn>
                <a:cxn ang="0">
                  <a:pos x="T2" y="T3"/>
                </a:cxn>
                <a:cxn ang="0">
                  <a:pos x="T4" y="T5"/>
                </a:cxn>
                <a:cxn ang="0">
                  <a:pos x="T6" y="T7"/>
                </a:cxn>
                <a:cxn ang="0">
                  <a:pos x="T8" y="T9"/>
                </a:cxn>
              </a:cxnLst>
              <a:rect l="0" t="0" r="r" b="b"/>
              <a:pathLst>
                <a:path w="272" h="128">
                  <a:moveTo>
                    <a:pt x="272" y="54"/>
                  </a:moveTo>
                  <a:lnTo>
                    <a:pt x="4" y="128"/>
                  </a:lnTo>
                  <a:lnTo>
                    <a:pt x="0" y="118"/>
                  </a:lnTo>
                  <a:lnTo>
                    <a:pt x="272" y="0"/>
                  </a:lnTo>
                  <a:lnTo>
                    <a:pt x="272" y="54"/>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 name="Freeform 131"/>
            <p:cNvSpPr>
              <a:spLocks/>
            </p:cNvSpPr>
            <p:nvPr/>
          </p:nvSpPr>
          <p:spPr bwMode="auto">
            <a:xfrm>
              <a:off x="3050721" y="5529036"/>
              <a:ext cx="117475" cy="114300"/>
            </a:xfrm>
            <a:custGeom>
              <a:avLst/>
              <a:gdLst>
                <a:gd name="T0" fmla="*/ 74 w 74"/>
                <a:gd name="T1" fmla="*/ 36 h 72"/>
                <a:gd name="T2" fmla="*/ 74 w 74"/>
                <a:gd name="T3" fmla="*/ 36 h 72"/>
                <a:gd name="T4" fmla="*/ 72 w 74"/>
                <a:gd name="T5" fmla="*/ 44 h 72"/>
                <a:gd name="T6" fmla="*/ 70 w 74"/>
                <a:gd name="T7" fmla="*/ 50 h 72"/>
                <a:gd name="T8" fmla="*/ 68 w 74"/>
                <a:gd name="T9" fmla="*/ 56 h 72"/>
                <a:gd name="T10" fmla="*/ 62 w 74"/>
                <a:gd name="T11" fmla="*/ 62 h 72"/>
                <a:gd name="T12" fmla="*/ 58 w 74"/>
                <a:gd name="T13" fmla="*/ 66 h 72"/>
                <a:gd name="T14" fmla="*/ 52 w 74"/>
                <a:gd name="T15" fmla="*/ 70 h 72"/>
                <a:gd name="T16" fmla="*/ 44 w 74"/>
                <a:gd name="T17" fmla="*/ 72 h 72"/>
                <a:gd name="T18" fmla="*/ 36 w 74"/>
                <a:gd name="T19" fmla="*/ 72 h 72"/>
                <a:gd name="T20" fmla="*/ 36 w 74"/>
                <a:gd name="T21" fmla="*/ 72 h 72"/>
                <a:gd name="T22" fmla="*/ 30 w 74"/>
                <a:gd name="T23" fmla="*/ 72 h 72"/>
                <a:gd name="T24" fmla="*/ 22 w 74"/>
                <a:gd name="T25" fmla="*/ 70 h 72"/>
                <a:gd name="T26" fmla="*/ 16 w 74"/>
                <a:gd name="T27" fmla="*/ 66 h 72"/>
                <a:gd name="T28" fmla="*/ 10 w 74"/>
                <a:gd name="T29" fmla="*/ 62 h 72"/>
                <a:gd name="T30" fmla="*/ 6 w 74"/>
                <a:gd name="T31" fmla="*/ 56 h 72"/>
                <a:gd name="T32" fmla="*/ 4 w 74"/>
                <a:gd name="T33" fmla="*/ 50 h 72"/>
                <a:gd name="T34" fmla="*/ 0 w 74"/>
                <a:gd name="T35" fmla="*/ 44 h 72"/>
                <a:gd name="T36" fmla="*/ 0 w 74"/>
                <a:gd name="T37" fmla="*/ 36 h 72"/>
                <a:gd name="T38" fmla="*/ 0 w 74"/>
                <a:gd name="T39" fmla="*/ 36 h 72"/>
                <a:gd name="T40" fmla="*/ 0 w 74"/>
                <a:gd name="T41" fmla="*/ 28 h 72"/>
                <a:gd name="T42" fmla="*/ 4 w 74"/>
                <a:gd name="T43" fmla="*/ 22 h 72"/>
                <a:gd name="T44" fmla="*/ 6 w 74"/>
                <a:gd name="T45" fmla="*/ 16 h 72"/>
                <a:gd name="T46" fmla="*/ 10 w 74"/>
                <a:gd name="T47" fmla="*/ 10 h 72"/>
                <a:gd name="T48" fmla="*/ 16 w 74"/>
                <a:gd name="T49" fmla="*/ 6 h 72"/>
                <a:gd name="T50" fmla="*/ 22 w 74"/>
                <a:gd name="T51" fmla="*/ 2 h 72"/>
                <a:gd name="T52" fmla="*/ 30 w 74"/>
                <a:gd name="T53" fmla="*/ 0 h 72"/>
                <a:gd name="T54" fmla="*/ 36 w 74"/>
                <a:gd name="T55" fmla="*/ 0 h 72"/>
                <a:gd name="T56" fmla="*/ 36 w 74"/>
                <a:gd name="T57" fmla="*/ 0 h 72"/>
                <a:gd name="T58" fmla="*/ 44 w 74"/>
                <a:gd name="T59" fmla="*/ 0 h 72"/>
                <a:gd name="T60" fmla="*/ 52 w 74"/>
                <a:gd name="T61" fmla="*/ 2 h 72"/>
                <a:gd name="T62" fmla="*/ 58 w 74"/>
                <a:gd name="T63" fmla="*/ 6 h 72"/>
                <a:gd name="T64" fmla="*/ 62 w 74"/>
                <a:gd name="T65" fmla="*/ 10 h 72"/>
                <a:gd name="T66" fmla="*/ 68 w 74"/>
                <a:gd name="T67" fmla="*/ 16 h 72"/>
                <a:gd name="T68" fmla="*/ 70 w 74"/>
                <a:gd name="T69" fmla="*/ 22 h 72"/>
                <a:gd name="T70" fmla="*/ 72 w 74"/>
                <a:gd name="T71" fmla="*/ 28 h 72"/>
                <a:gd name="T72" fmla="*/ 74 w 74"/>
                <a:gd name="T73" fmla="*/ 36 h 72"/>
                <a:gd name="T74" fmla="*/ 74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74" y="36"/>
                  </a:moveTo>
                  <a:lnTo>
                    <a:pt x="74" y="36"/>
                  </a:lnTo>
                  <a:lnTo>
                    <a:pt x="72" y="44"/>
                  </a:lnTo>
                  <a:lnTo>
                    <a:pt x="70" y="50"/>
                  </a:lnTo>
                  <a:lnTo>
                    <a:pt x="68" y="56"/>
                  </a:lnTo>
                  <a:lnTo>
                    <a:pt x="62" y="62"/>
                  </a:lnTo>
                  <a:lnTo>
                    <a:pt x="58" y="66"/>
                  </a:lnTo>
                  <a:lnTo>
                    <a:pt x="52" y="70"/>
                  </a:lnTo>
                  <a:lnTo>
                    <a:pt x="44" y="72"/>
                  </a:lnTo>
                  <a:lnTo>
                    <a:pt x="36" y="72"/>
                  </a:lnTo>
                  <a:lnTo>
                    <a:pt x="36" y="72"/>
                  </a:lnTo>
                  <a:lnTo>
                    <a:pt x="30" y="72"/>
                  </a:lnTo>
                  <a:lnTo>
                    <a:pt x="22" y="70"/>
                  </a:lnTo>
                  <a:lnTo>
                    <a:pt x="16" y="66"/>
                  </a:lnTo>
                  <a:lnTo>
                    <a:pt x="10" y="62"/>
                  </a:lnTo>
                  <a:lnTo>
                    <a:pt x="6" y="56"/>
                  </a:lnTo>
                  <a:lnTo>
                    <a:pt x="4" y="50"/>
                  </a:lnTo>
                  <a:lnTo>
                    <a:pt x="0" y="44"/>
                  </a:lnTo>
                  <a:lnTo>
                    <a:pt x="0" y="36"/>
                  </a:lnTo>
                  <a:lnTo>
                    <a:pt x="0" y="36"/>
                  </a:lnTo>
                  <a:lnTo>
                    <a:pt x="0" y="28"/>
                  </a:lnTo>
                  <a:lnTo>
                    <a:pt x="4" y="22"/>
                  </a:lnTo>
                  <a:lnTo>
                    <a:pt x="6" y="16"/>
                  </a:lnTo>
                  <a:lnTo>
                    <a:pt x="10" y="10"/>
                  </a:lnTo>
                  <a:lnTo>
                    <a:pt x="16" y="6"/>
                  </a:lnTo>
                  <a:lnTo>
                    <a:pt x="22" y="2"/>
                  </a:lnTo>
                  <a:lnTo>
                    <a:pt x="30" y="0"/>
                  </a:lnTo>
                  <a:lnTo>
                    <a:pt x="36" y="0"/>
                  </a:lnTo>
                  <a:lnTo>
                    <a:pt x="36" y="0"/>
                  </a:lnTo>
                  <a:lnTo>
                    <a:pt x="44" y="0"/>
                  </a:lnTo>
                  <a:lnTo>
                    <a:pt x="52" y="2"/>
                  </a:lnTo>
                  <a:lnTo>
                    <a:pt x="58" y="6"/>
                  </a:lnTo>
                  <a:lnTo>
                    <a:pt x="62" y="10"/>
                  </a:lnTo>
                  <a:lnTo>
                    <a:pt x="68" y="16"/>
                  </a:lnTo>
                  <a:lnTo>
                    <a:pt x="70" y="22"/>
                  </a:lnTo>
                  <a:lnTo>
                    <a:pt x="72" y="28"/>
                  </a:lnTo>
                  <a:lnTo>
                    <a:pt x="74" y="36"/>
                  </a:lnTo>
                  <a:lnTo>
                    <a:pt x="74"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 name="Freeform 132"/>
            <p:cNvSpPr>
              <a:spLocks/>
            </p:cNvSpPr>
            <p:nvPr/>
          </p:nvSpPr>
          <p:spPr bwMode="auto">
            <a:xfrm>
              <a:off x="3063421" y="5541736"/>
              <a:ext cx="92075" cy="92075"/>
            </a:xfrm>
            <a:custGeom>
              <a:avLst/>
              <a:gdLst>
                <a:gd name="T0" fmla="*/ 58 w 58"/>
                <a:gd name="T1" fmla="*/ 28 h 58"/>
                <a:gd name="T2" fmla="*/ 58 w 58"/>
                <a:gd name="T3" fmla="*/ 28 h 58"/>
                <a:gd name="T4" fmla="*/ 56 w 58"/>
                <a:gd name="T5" fmla="*/ 40 h 58"/>
                <a:gd name="T6" fmla="*/ 50 w 58"/>
                <a:gd name="T7" fmla="*/ 48 h 58"/>
                <a:gd name="T8" fmla="*/ 40 w 58"/>
                <a:gd name="T9" fmla="*/ 54 h 58"/>
                <a:gd name="T10" fmla="*/ 28 w 58"/>
                <a:gd name="T11" fmla="*/ 58 h 58"/>
                <a:gd name="T12" fmla="*/ 28 w 58"/>
                <a:gd name="T13" fmla="*/ 58 h 58"/>
                <a:gd name="T14" fmla="*/ 18 w 58"/>
                <a:gd name="T15" fmla="*/ 54 h 58"/>
                <a:gd name="T16" fmla="*/ 8 w 58"/>
                <a:gd name="T17" fmla="*/ 48 h 58"/>
                <a:gd name="T18" fmla="*/ 2 w 58"/>
                <a:gd name="T19" fmla="*/ 40 h 58"/>
                <a:gd name="T20" fmla="*/ 0 w 58"/>
                <a:gd name="T21" fmla="*/ 28 h 58"/>
                <a:gd name="T22" fmla="*/ 0 w 58"/>
                <a:gd name="T23" fmla="*/ 28 h 58"/>
                <a:gd name="T24" fmla="*/ 2 w 58"/>
                <a:gd name="T25" fmla="*/ 18 h 58"/>
                <a:gd name="T26" fmla="*/ 8 w 58"/>
                <a:gd name="T27" fmla="*/ 8 h 58"/>
                <a:gd name="T28" fmla="*/ 18 w 58"/>
                <a:gd name="T29" fmla="*/ 2 h 58"/>
                <a:gd name="T30" fmla="*/ 28 w 58"/>
                <a:gd name="T31" fmla="*/ 0 h 58"/>
                <a:gd name="T32" fmla="*/ 28 w 58"/>
                <a:gd name="T33" fmla="*/ 0 h 58"/>
                <a:gd name="T34" fmla="*/ 40 w 58"/>
                <a:gd name="T35" fmla="*/ 2 h 58"/>
                <a:gd name="T36" fmla="*/ 50 w 58"/>
                <a:gd name="T37" fmla="*/ 8 h 58"/>
                <a:gd name="T38" fmla="*/ 56 w 58"/>
                <a:gd name="T39" fmla="*/ 18 h 58"/>
                <a:gd name="T40" fmla="*/ 58 w 58"/>
                <a:gd name="T41" fmla="*/ 28 h 58"/>
                <a:gd name="T42" fmla="*/ 58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58" y="28"/>
                  </a:moveTo>
                  <a:lnTo>
                    <a:pt x="58" y="28"/>
                  </a:lnTo>
                  <a:lnTo>
                    <a:pt x="56" y="40"/>
                  </a:lnTo>
                  <a:lnTo>
                    <a:pt x="50" y="48"/>
                  </a:lnTo>
                  <a:lnTo>
                    <a:pt x="40" y="54"/>
                  </a:lnTo>
                  <a:lnTo>
                    <a:pt x="28" y="58"/>
                  </a:lnTo>
                  <a:lnTo>
                    <a:pt x="28" y="58"/>
                  </a:lnTo>
                  <a:lnTo>
                    <a:pt x="18" y="54"/>
                  </a:lnTo>
                  <a:lnTo>
                    <a:pt x="8" y="48"/>
                  </a:lnTo>
                  <a:lnTo>
                    <a:pt x="2" y="40"/>
                  </a:lnTo>
                  <a:lnTo>
                    <a:pt x="0" y="28"/>
                  </a:lnTo>
                  <a:lnTo>
                    <a:pt x="0" y="28"/>
                  </a:lnTo>
                  <a:lnTo>
                    <a:pt x="2" y="18"/>
                  </a:lnTo>
                  <a:lnTo>
                    <a:pt x="8" y="8"/>
                  </a:lnTo>
                  <a:lnTo>
                    <a:pt x="18" y="2"/>
                  </a:lnTo>
                  <a:lnTo>
                    <a:pt x="28" y="0"/>
                  </a:lnTo>
                  <a:lnTo>
                    <a:pt x="28" y="0"/>
                  </a:lnTo>
                  <a:lnTo>
                    <a:pt x="40" y="2"/>
                  </a:lnTo>
                  <a:lnTo>
                    <a:pt x="50" y="8"/>
                  </a:lnTo>
                  <a:lnTo>
                    <a:pt x="56" y="18"/>
                  </a:lnTo>
                  <a:lnTo>
                    <a:pt x="58" y="28"/>
                  </a:lnTo>
                  <a:lnTo>
                    <a:pt x="58"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 name="Freeform 133"/>
            <p:cNvSpPr>
              <a:spLocks/>
            </p:cNvSpPr>
            <p:nvPr/>
          </p:nvSpPr>
          <p:spPr bwMode="auto">
            <a:xfrm>
              <a:off x="3079296" y="5557611"/>
              <a:ext cx="60325" cy="57150"/>
            </a:xfrm>
            <a:custGeom>
              <a:avLst/>
              <a:gdLst>
                <a:gd name="T0" fmla="*/ 38 w 38"/>
                <a:gd name="T1" fmla="*/ 18 h 36"/>
                <a:gd name="T2" fmla="*/ 38 w 38"/>
                <a:gd name="T3" fmla="*/ 18 h 36"/>
                <a:gd name="T4" fmla="*/ 36 w 38"/>
                <a:gd name="T5" fmla="*/ 26 h 36"/>
                <a:gd name="T6" fmla="*/ 32 w 38"/>
                <a:gd name="T7" fmla="*/ 32 h 36"/>
                <a:gd name="T8" fmla="*/ 26 w 38"/>
                <a:gd name="T9" fmla="*/ 36 h 36"/>
                <a:gd name="T10" fmla="*/ 18 w 38"/>
                <a:gd name="T11" fmla="*/ 36 h 36"/>
                <a:gd name="T12" fmla="*/ 18 w 38"/>
                <a:gd name="T13" fmla="*/ 36 h 36"/>
                <a:gd name="T14" fmla="*/ 12 w 38"/>
                <a:gd name="T15" fmla="*/ 36 h 36"/>
                <a:gd name="T16" fmla="*/ 6 w 38"/>
                <a:gd name="T17" fmla="*/ 32 h 36"/>
                <a:gd name="T18" fmla="*/ 2 w 38"/>
                <a:gd name="T19" fmla="*/ 26 h 36"/>
                <a:gd name="T20" fmla="*/ 0 w 38"/>
                <a:gd name="T21" fmla="*/ 18 h 36"/>
                <a:gd name="T22" fmla="*/ 0 w 38"/>
                <a:gd name="T23" fmla="*/ 18 h 36"/>
                <a:gd name="T24" fmla="*/ 2 w 38"/>
                <a:gd name="T25" fmla="*/ 12 h 36"/>
                <a:gd name="T26" fmla="*/ 6 w 38"/>
                <a:gd name="T27" fmla="*/ 6 h 36"/>
                <a:gd name="T28" fmla="*/ 12 w 38"/>
                <a:gd name="T29" fmla="*/ 2 h 36"/>
                <a:gd name="T30" fmla="*/ 18 w 38"/>
                <a:gd name="T31" fmla="*/ 0 h 36"/>
                <a:gd name="T32" fmla="*/ 18 w 38"/>
                <a:gd name="T33" fmla="*/ 0 h 36"/>
                <a:gd name="T34" fmla="*/ 26 w 38"/>
                <a:gd name="T35" fmla="*/ 2 h 36"/>
                <a:gd name="T36" fmla="*/ 32 w 38"/>
                <a:gd name="T37" fmla="*/ 6 h 36"/>
                <a:gd name="T38" fmla="*/ 36 w 38"/>
                <a:gd name="T39" fmla="*/ 12 h 36"/>
                <a:gd name="T40" fmla="*/ 38 w 38"/>
                <a:gd name="T41" fmla="*/ 18 h 36"/>
                <a:gd name="T42" fmla="*/ 38 w 38"/>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36">
                  <a:moveTo>
                    <a:pt x="38" y="18"/>
                  </a:moveTo>
                  <a:lnTo>
                    <a:pt x="38" y="18"/>
                  </a:lnTo>
                  <a:lnTo>
                    <a:pt x="36" y="26"/>
                  </a:lnTo>
                  <a:lnTo>
                    <a:pt x="32" y="32"/>
                  </a:lnTo>
                  <a:lnTo>
                    <a:pt x="26" y="36"/>
                  </a:lnTo>
                  <a:lnTo>
                    <a:pt x="18" y="36"/>
                  </a:lnTo>
                  <a:lnTo>
                    <a:pt x="18" y="36"/>
                  </a:lnTo>
                  <a:lnTo>
                    <a:pt x="12" y="36"/>
                  </a:lnTo>
                  <a:lnTo>
                    <a:pt x="6" y="32"/>
                  </a:lnTo>
                  <a:lnTo>
                    <a:pt x="2" y="26"/>
                  </a:lnTo>
                  <a:lnTo>
                    <a:pt x="0" y="18"/>
                  </a:lnTo>
                  <a:lnTo>
                    <a:pt x="0" y="18"/>
                  </a:lnTo>
                  <a:lnTo>
                    <a:pt x="2" y="12"/>
                  </a:lnTo>
                  <a:lnTo>
                    <a:pt x="6" y="6"/>
                  </a:lnTo>
                  <a:lnTo>
                    <a:pt x="12" y="2"/>
                  </a:lnTo>
                  <a:lnTo>
                    <a:pt x="18" y="0"/>
                  </a:lnTo>
                  <a:lnTo>
                    <a:pt x="18" y="0"/>
                  </a:lnTo>
                  <a:lnTo>
                    <a:pt x="26" y="2"/>
                  </a:lnTo>
                  <a:lnTo>
                    <a:pt x="32" y="6"/>
                  </a:lnTo>
                  <a:lnTo>
                    <a:pt x="36" y="12"/>
                  </a:lnTo>
                  <a:lnTo>
                    <a:pt x="38" y="18"/>
                  </a:lnTo>
                  <a:lnTo>
                    <a:pt x="38"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 name="Freeform 134"/>
            <p:cNvSpPr>
              <a:spLocks/>
            </p:cNvSpPr>
            <p:nvPr/>
          </p:nvSpPr>
          <p:spPr bwMode="auto">
            <a:xfrm>
              <a:off x="3034846" y="5500461"/>
              <a:ext cx="149225" cy="82550"/>
            </a:xfrm>
            <a:custGeom>
              <a:avLst/>
              <a:gdLst>
                <a:gd name="T0" fmla="*/ 46 w 94"/>
                <a:gd name="T1" fmla="*/ 12 h 52"/>
                <a:gd name="T2" fmla="*/ 46 w 94"/>
                <a:gd name="T3" fmla="*/ 12 h 52"/>
                <a:gd name="T4" fmla="*/ 56 w 94"/>
                <a:gd name="T5" fmla="*/ 12 h 52"/>
                <a:gd name="T6" fmla="*/ 64 w 94"/>
                <a:gd name="T7" fmla="*/ 14 h 52"/>
                <a:gd name="T8" fmla="*/ 72 w 94"/>
                <a:gd name="T9" fmla="*/ 18 h 52"/>
                <a:gd name="T10" fmla="*/ 78 w 94"/>
                <a:gd name="T11" fmla="*/ 22 h 52"/>
                <a:gd name="T12" fmla="*/ 84 w 94"/>
                <a:gd name="T13" fmla="*/ 28 h 52"/>
                <a:gd name="T14" fmla="*/ 88 w 94"/>
                <a:gd name="T15" fmla="*/ 36 h 52"/>
                <a:gd name="T16" fmla="*/ 92 w 94"/>
                <a:gd name="T17" fmla="*/ 44 h 52"/>
                <a:gd name="T18" fmla="*/ 94 w 94"/>
                <a:gd name="T19" fmla="*/ 52 h 52"/>
                <a:gd name="T20" fmla="*/ 94 w 94"/>
                <a:gd name="T21" fmla="*/ 52 h 52"/>
                <a:gd name="T22" fmla="*/ 94 w 94"/>
                <a:gd name="T23" fmla="*/ 46 h 52"/>
                <a:gd name="T24" fmla="*/ 94 w 94"/>
                <a:gd name="T25" fmla="*/ 46 h 52"/>
                <a:gd name="T26" fmla="*/ 92 w 94"/>
                <a:gd name="T27" fmla="*/ 36 h 52"/>
                <a:gd name="T28" fmla="*/ 90 w 94"/>
                <a:gd name="T29" fmla="*/ 28 h 52"/>
                <a:gd name="T30" fmla="*/ 86 w 94"/>
                <a:gd name="T31" fmla="*/ 20 h 52"/>
                <a:gd name="T32" fmla="*/ 80 w 94"/>
                <a:gd name="T33" fmla="*/ 14 h 52"/>
                <a:gd name="T34" fmla="*/ 74 w 94"/>
                <a:gd name="T35" fmla="*/ 8 h 52"/>
                <a:gd name="T36" fmla="*/ 66 w 94"/>
                <a:gd name="T37" fmla="*/ 4 h 52"/>
                <a:gd name="T38" fmla="*/ 56 w 94"/>
                <a:gd name="T39" fmla="*/ 0 h 52"/>
                <a:gd name="T40" fmla="*/ 46 w 94"/>
                <a:gd name="T41" fmla="*/ 0 h 52"/>
                <a:gd name="T42" fmla="*/ 46 w 94"/>
                <a:gd name="T43" fmla="*/ 0 h 52"/>
                <a:gd name="T44" fmla="*/ 38 w 94"/>
                <a:gd name="T45" fmla="*/ 0 h 52"/>
                <a:gd name="T46" fmla="*/ 28 w 94"/>
                <a:gd name="T47" fmla="*/ 4 h 52"/>
                <a:gd name="T48" fmla="*/ 20 w 94"/>
                <a:gd name="T49" fmla="*/ 8 h 52"/>
                <a:gd name="T50" fmla="*/ 14 w 94"/>
                <a:gd name="T51" fmla="*/ 14 h 52"/>
                <a:gd name="T52" fmla="*/ 8 w 94"/>
                <a:gd name="T53" fmla="*/ 20 h 52"/>
                <a:gd name="T54" fmla="*/ 4 w 94"/>
                <a:gd name="T55" fmla="*/ 28 h 52"/>
                <a:gd name="T56" fmla="*/ 0 w 94"/>
                <a:gd name="T57" fmla="*/ 36 h 52"/>
                <a:gd name="T58" fmla="*/ 0 w 94"/>
                <a:gd name="T59" fmla="*/ 46 h 52"/>
                <a:gd name="T60" fmla="*/ 0 w 94"/>
                <a:gd name="T61" fmla="*/ 46 h 52"/>
                <a:gd name="T62" fmla="*/ 0 w 94"/>
                <a:gd name="T63" fmla="*/ 52 h 52"/>
                <a:gd name="T64" fmla="*/ 0 w 94"/>
                <a:gd name="T65" fmla="*/ 52 h 52"/>
                <a:gd name="T66" fmla="*/ 2 w 94"/>
                <a:gd name="T67" fmla="*/ 44 h 52"/>
                <a:gd name="T68" fmla="*/ 6 w 94"/>
                <a:gd name="T69" fmla="*/ 36 h 52"/>
                <a:gd name="T70" fmla="*/ 10 w 94"/>
                <a:gd name="T71" fmla="*/ 28 h 52"/>
                <a:gd name="T72" fmla="*/ 16 w 94"/>
                <a:gd name="T73" fmla="*/ 22 h 52"/>
                <a:gd name="T74" fmla="*/ 22 w 94"/>
                <a:gd name="T75" fmla="*/ 18 h 52"/>
                <a:gd name="T76" fmla="*/ 30 w 94"/>
                <a:gd name="T77" fmla="*/ 14 h 52"/>
                <a:gd name="T78" fmla="*/ 38 w 94"/>
                <a:gd name="T79" fmla="*/ 12 h 52"/>
                <a:gd name="T80" fmla="*/ 46 w 94"/>
                <a:gd name="T81" fmla="*/ 12 h 52"/>
                <a:gd name="T82" fmla="*/ 46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6" y="12"/>
                  </a:moveTo>
                  <a:lnTo>
                    <a:pt x="46" y="12"/>
                  </a:lnTo>
                  <a:lnTo>
                    <a:pt x="56" y="12"/>
                  </a:lnTo>
                  <a:lnTo>
                    <a:pt x="64" y="14"/>
                  </a:lnTo>
                  <a:lnTo>
                    <a:pt x="72" y="18"/>
                  </a:lnTo>
                  <a:lnTo>
                    <a:pt x="78" y="22"/>
                  </a:lnTo>
                  <a:lnTo>
                    <a:pt x="84" y="28"/>
                  </a:lnTo>
                  <a:lnTo>
                    <a:pt x="88" y="36"/>
                  </a:lnTo>
                  <a:lnTo>
                    <a:pt x="92" y="44"/>
                  </a:lnTo>
                  <a:lnTo>
                    <a:pt x="94" y="52"/>
                  </a:lnTo>
                  <a:lnTo>
                    <a:pt x="94" y="52"/>
                  </a:lnTo>
                  <a:lnTo>
                    <a:pt x="94" y="46"/>
                  </a:lnTo>
                  <a:lnTo>
                    <a:pt x="94" y="46"/>
                  </a:lnTo>
                  <a:lnTo>
                    <a:pt x="92" y="36"/>
                  </a:lnTo>
                  <a:lnTo>
                    <a:pt x="90" y="28"/>
                  </a:lnTo>
                  <a:lnTo>
                    <a:pt x="86" y="20"/>
                  </a:lnTo>
                  <a:lnTo>
                    <a:pt x="80" y="14"/>
                  </a:lnTo>
                  <a:lnTo>
                    <a:pt x="74" y="8"/>
                  </a:lnTo>
                  <a:lnTo>
                    <a:pt x="66" y="4"/>
                  </a:lnTo>
                  <a:lnTo>
                    <a:pt x="56" y="0"/>
                  </a:lnTo>
                  <a:lnTo>
                    <a:pt x="46" y="0"/>
                  </a:lnTo>
                  <a:lnTo>
                    <a:pt x="46" y="0"/>
                  </a:lnTo>
                  <a:lnTo>
                    <a:pt x="38" y="0"/>
                  </a:lnTo>
                  <a:lnTo>
                    <a:pt x="28" y="4"/>
                  </a:lnTo>
                  <a:lnTo>
                    <a:pt x="20" y="8"/>
                  </a:lnTo>
                  <a:lnTo>
                    <a:pt x="14" y="14"/>
                  </a:lnTo>
                  <a:lnTo>
                    <a:pt x="8" y="20"/>
                  </a:lnTo>
                  <a:lnTo>
                    <a:pt x="4" y="28"/>
                  </a:lnTo>
                  <a:lnTo>
                    <a:pt x="0" y="36"/>
                  </a:lnTo>
                  <a:lnTo>
                    <a:pt x="0" y="46"/>
                  </a:lnTo>
                  <a:lnTo>
                    <a:pt x="0" y="46"/>
                  </a:lnTo>
                  <a:lnTo>
                    <a:pt x="0" y="52"/>
                  </a:lnTo>
                  <a:lnTo>
                    <a:pt x="0" y="52"/>
                  </a:lnTo>
                  <a:lnTo>
                    <a:pt x="2" y="44"/>
                  </a:lnTo>
                  <a:lnTo>
                    <a:pt x="6" y="36"/>
                  </a:lnTo>
                  <a:lnTo>
                    <a:pt x="10" y="28"/>
                  </a:lnTo>
                  <a:lnTo>
                    <a:pt x="16" y="22"/>
                  </a:lnTo>
                  <a:lnTo>
                    <a:pt x="22" y="18"/>
                  </a:lnTo>
                  <a:lnTo>
                    <a:pt x="30" y="14"/>
                  </a:lnTo>
                  <a:lnTo>
                    <a:pt x="38" y="12"/>
                  </a:lnTo>
                  <a:lnTo>
                    <a:pt x="46" y="12"/>
                  </a:lnTo>
                  <a:lnTo>
                    <a:pt x="46"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 name="Freeform 135"/>
            <p:cNvSpPr>
              <a:spLocks/>
            </p:cNvSpPr>
            <p:nvPr/>
          </p:nvSpPr>
          <p:spPr bwMode="auto">
            <a:xfrm>
              <a:off x="3571421" y="5325836"/>
              <a:ext cx="431800" cy="193675"/>
            </a:xfrm>
            <a:custGeom>
              <a:avLst/>
              <a:gdLst>
                <a:gd name="T0" fmla="*/ 0 w 272"/>
                <a:gd name="T1" fmla="*/ 48 h 122"/>
                <a:gd name="T2" fmla="*/ 268 w 272"/>
                <a:gd name="T3" fmla="*/ 122 h 122"/>
                <a:gd name="T4" fmla="*/ 272 w 272"/>
                <a:gd name="T5" fmla="*/ 112 h 122"/>
                <a:gd name="T6" fmla="*/ 0 w 272"/>
                <a:gd name="T7" fmla="*/ 0 h 122"/>
                <a:gd name="T8" fmla="*/ 0 w 272"/>
                <a:gd name="T9" fmla="*/ 48 h 122"/>
              </a:gdLst>
              <a:ahLst/>
              <a:cxnLst>
                <a:cxn ang="0">
                  <a:pos x="T0" y="T1"/>
                </a:cxn>
                <a:cxn ang="0">
                  <a:pos x="T2" y="T3"/>
                </a:cxn>
                <a:cxn ang="0">
                  <a:pos x="T4" y="T5"/>
                </a:cxn>
                <a:cxn ang="0">
                  <a:pos x="T6" y="T7"/>
                </a:cxn>
                <a:cxn ang="0">
                  <a:pos x="T8" y="T9"/>
                </a:cxn>
              </a:cxnLst>
              <a:rect l="0" t="0" r="r" b="b"/>
              <a:pathLst>
                <a:path w="272" h="122">
                  <a:moveTo>
                    <a:pt x="0" y="48"/>
                  </a:moveTo>
                  <a:lnTo>
                    <a:pt x="268" y="122"/>
                  </a:lnTo>
                  <a:lnTo>
                    <a:pt x="272" y="112"/>
                  </a:lnTo>
                  <a:lnTo>
                    <a:pt x="0" y="0"/>
                  </a:lnTo>
                  <a:lnTo>
                    <a:pt x="0" y="48"/>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 name="Freeform 136"/>
            <p:cNvSpPr>
              <a:spLocks/>
            </p:cNvSpPr>
            <p:nvPr/>
          </p:nvSpPr>
          <p:spPr bwMode="auto">
            <a:xfrm>
              <a:off x="3930196" y="5529036"/>
              <a:ext cx="117475" cy="114300"/>
            </a:xfrm>
            <a:custGeom>
              <a:avLst/>
              <a:gdLst>
                <a:gd name="T0" fmla="*/ 0 w 74"/>
                <a:gd name="T1" fmla="*/ 36 h 72"/>
                <a:gd name="T2" fmla="*/ 0 w 74"/>
                <a:gd name="T3" fmla="*/ 36 h 72"/>
                <a:gd name="T4" fmla="*/ 2 w 74"/>
                <a:gd name="T5" fmla="*/ 44 h 72"/>
                <a:gd name="T6" fmla="*/ 4 w 74"/>
                <a:gd name="T7" fmla="*/ 50 h 72"/>
                <a:gd name="T8" fmla="*/ 8 w 74"/>
                <a:gd name="T9" fmla="*/ 56 h 72"/>
                <a:gd name="T10" fmla="*/ 12 w 74"/>
                <a:gd name="T11" fmla="*/ 62 h 72"/>
                <a:gd name="T12" fmla="*/ 18 w 74"/>
                <a:gd name="T13" fmla="*/ 66 h 72"/>
                <a:gd name="T14" fmla="*/ 24 w 74"/>
                <a:gd name="T15" fmla="*/ 70 h 72"/>
                <a:gd name="T16" fmla="*/ 30 w 74"/>
                <a:gd name="T17" fmla="*/ 72 h 72"/>
                <a:gd name="T18" fmla="*/ 38 w 74"/>
                <a:gd name="T19" fmla="*/ 72 h 72"/>
                <a:gd name="T20" fmla="*/ 38 w 74"/>
                <a:gd name="T21" fmla="*/ 72 h 72"/>
                <a:gd name="T22" fmla="*/ 44 w 74"/>
                <a:gd name="T23" fmla="*/ 72 h 72"/>
                <a:gd name="T24" fmla="*/ 52 w 74"/>
                <a:gd name="T25" fmla="*/ 70 h 72"/>
                <a:gd name="T26" fmla="*/ 58 w 74"/>
                <a:gd name="T27" fmla="*/ 66 h 72"/>
                <a:gd name="T28" fmla="*/ 64 w 74"/>
                <a:gd name="T29" fmla="*/ 62 h 72"/>
                <a:gd name="T30" fmla="*/ 68 w 74"/>
                <a:gd name="T31" fmla="*/ 56 h 72"/>
                <a:gd name="T32" fmla="*/ 72 w 74"/>
                <a:gd name="T33" fmla="*/ 50 h 72"/>
                <a:gd name="T34" fmla="*/ 74 w 74"/>
                <a:gd name="T35" fmla="*/ 44 h 72"/>
                <a:gd name="T36" fmla="*/ 74 w 74"/>
                <a:gd name="T37" fmla="*/ 36 h 72"/>
                <a:gd name="T38" fmla="*/ 74 w 74"/>
                <a:gd name="T39" fmla="*/ 36 h 72"/>
                <a:gd name="T40" fmla="*/ 74 w 74"/>
                <a:gd name="T41" fmla="*/ 28 h 72"/>
                <a:gd name="T42" fmla="*/ 72 w 74"/>
                <a:gd name="T43" fmla="*/ 22 h 72"/>
                <a:gd name="T44" fmla="*/ 68 w 74"/>
                <a:gd name="T45" fmla="*/ 16 h 72"/>
                <a:gd name="T46" fmla="*/ 64 w 74"/>
                <a:gd name="T47" fmla="*/ 10 h 72"/>
                <a:gd name="T48" fmla="*/ 58 w 74"/>
                <a:gd name="T49" fmla="*/ 6 h 72"/>
                <a:gd name="T50" fmla="*/ 52 w 74"/>
                <a:gd name="T51" fmla="*/ 2 h 72"/>
                <a:gd name="T52" fmla="*/ 44 w 74"/>
                <a:gd name="T53" fmla="*/ 0 h 72"/>
                <a:gd name="T54" fmla="*/ 38 w 74"/>
                <a:gd name="T55" fmla="*/ 0 h 72"/>
                <a:gd name="T56" fmla="*/ 38 w 74"/>
                <a:gd name="T57" fmla="*/ 0 h 72"/>
                <a:gd name="T58" fmla="*/ 30 w 74"/>
                <a:gd name="T59" fmla="*/ 0 h 72"/>
                <a:gd name="T60" fmla="*/ 24 w 74"/>
                <a:gd name="T61" fmla="*/ 2 h 72"/>
                <a:gd name="T62" fmla="*/ 18 w 74"/>
                <a:gd name="T63" fmla="*/ 6 h 72"/>
                <a:gd name="T64" fmla="*/ 12 w 74"/>
                <a:gd name="T65" fmla="*/ 10 h 72"/>
                <a:gd name="T66" fmla="*/ 8 w 74"/>
                <a:gd name="T67" fmla="*/ 16 h 72"/>
                <a:gd name="T68" fmla="*/ 4 w 74"/>
                <a:gd name="T69" fmla="*/ 22 h 72"/>
                <a:gd name="T70" fmla="*/ 2 w 74"/>
                <a:gd name="T71" fmla="*/ 28 h 72"/>
                <a:gd name="T72" fmla="*/ 0 w 74"/>
                <a:gd name="T73" fmla="*/ 36 h 72"/>
                <a:gd name="T74" fmla="*/ 0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0" y="36"/>
                  </a:moveTo>
                  <a:lnTo>
                    <a:pt x="0" y="36"/>
                  </a:lnTo>
                  <a:lnTo>
                    <a:pt x="2" y="44"/>
                  </a:lnTo>
                  <a:lnTo>
                    <a:pt x="4" y="50"/>
                  </a:lnTo>
                  <a:lnTo>
                    <a:pt x="8" y="56"/>
                  </a:lnTo>
                  <a:lnTo>
                    <a:pt x="12" y="62"/>
                  </a:lnTo>
                  <a:lnTo>
                    <a:pt x="18" y="66"/>
                  </a:lnTo>
                  <a:lnTo>
                    <a:pt x="24" y="70"/>
                  </a:lnTo>
                  <a:lnTo>
                    <a:pt x="30" y="72"/>
                  </a:lnTo>
                  <a:lnTo>
                    <a:pt x="38" y="72"/>
                  </a:lnTo>
                  <a:lnTo>
                    <a:pt x="38" y="72"/>
                  </a:lnTo>
                  <a:lnTo>
                    <a:pt x="44" y="72"/>
                  </a:lnTo>
                  <a:lnTo>
                    <a:pt x="52" y="70"/>
                  </a:lnTo>
                  <a:lnTo>
                    <a:pt x="58" y="66"/>
                  </a:lnTo>
                  <a:lnTo>
                    <a:pt x="64" y="62"/>
                  </a:lnTo>
                  <a:lnTo>
                    <a:pt x="68" y="56"/>
                  </a:lnTo>
                  <a:lnTo>
                    <a:pt x="72" y="50"/>
                  </a:lnTo>
                  <a:lnTo>
                    <a:pt x="74" y="44"/>
                  </a:lnTo>
                  <a:lnTo>
                    <a:pt x="74" y="36"/>
                  </a:lnTo>
                  <a:lnTo>
                    <a:pt x="74" y="36"/>
                  </a:lnTo>
                  <a:lnTo>
                    <a:pt x="74" y="28"/>
                  </a:lnTo>
                  <a:lnTo>
                    <a:pt x="72" y="22"/>
                  </a:lnTo>
                  <a:lnTo>
                    <a:pt x="68" y="16"/>
                  </a:lnTo>
                  <a:lnTo>
                    <a:pt x="64" y="10"/>
                  </a:lnTo>
                  <a:lnTo>
                    <a:pt x="58" y="6"/>
                  </a:lnTo>
                  <a:lnTo>
                    <a:pt x="52" y="2"/>
                  </a:lnTo>
                  <a:lnTo>
                    <a:pt x="44" y="0"/>
                  </a:lnTo>
                  <a:lnTo>
                    <a:pt x="38" y="0"/>
                  </a:lnTo>
                  <a:lnTo>
                    <a:pt x="38" y="0"/>
                  </a:lnTo>
                  <a:lnTo>
                    <a:pt x="30" y="0"/>
                  </a:lnTo>
                  <a:lnTo>
                    <a:pt x="24" y="2"/>
                  </a:lnTo>
                  <a:lnTo>
                    <a:pt x="18" y="6"/>
                  </a:lnTo>
                  <a:lnTo>
                    <a:pt x="12" y="10"/>
                  </a:lnTo>
                  <a:lnTo>
                    <a:pt x="8" y="16"/>
                  </a:lnTo>
                  <a:lnTo>
                    <a:pt x="4" y="22"/>
                  </a:lnTo>
                  <a:lnTo>
                    <a:pt x="2" y="28"/>
                  </a:lnTo>
                  <a:lnTo>
                    <a:pt x="0" y="36"/>
                  </a:lnTo>
                  <a:lnTo>
                    <a:pt x="0"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 name="Freeform 137"/>
            <p:cNvSpPr>
              <a:spLocks/>
            </p:cNvSpPr>
            <p:nvPr/>
          </p:nvSpPr>
          <p:spPr bwMode="auto">
            <a:xfrm>
              <a:off x="3942896" y="5541736"/>
              <a:ext cx="92075" cy="92075"/>
            </a:xfrm>
            <a:custGeom>
              <a:avLst/>
              <a:gdLst>
                <a:gd name="T0" fmla="*/ 0 w 58"/>
                <a:gd name="T1" fmla="*/ 28 h 58"/>
                <a:gd name="T2" fmla="*/ 0 w 58"/>
                <a:gd name="T3" fmla="*/ 28 h 58"/>
                <a:gd name="T4" fmla="*/ 4 w 58"/>
                <a:gd name="T5" fmla="*/ 40 h 58"/>
                <a:gd name="T6" fmla="*/ 10 w 58"/>
                <a:gd name="T7" fmla="*/ 48 h 58"/>
                <a:gd name="T8" fmla="*/ 18 w 58"/>
                <a:gd name="T9" fmla="*/ 54 h 58"/>
                <a:gd name="T10" fmla="*/ 30 w 58"/>
                <a:gd name="T11" fmla="*/ 58 h 58"/>
                <a:gd name="T12" fmla="*/ 30 w 58"/>
                <a:gd name="T13" fmla="*/ 58 h 58"/>
                <a:gd name="T14" fmla="*/ 40 w 58"/>
                <a:gd name="T15" fmla="*/ 54 h 58"/>
                <a:gd name="T16" fmla="*/ 50 w 58"/>
                <a:gd name="T17" fmla="*/ 48 h 58"/>
                <a:gd name="T18" fmla="*/ 56 w 58"/>
                <a:gd name="T19" fmla="*/ 40 h 58"/>
                <a:gd name="T20" fmla="*/ 58 w 58"/>
                <a:gd name="T21" fmla="*/ 28 h 58"/>
                <a:gd name="T22" fmla="*/ 58 w 58"/>
                <a:gd name="T23" fmla="*/ 28 h 58"/>
                <a:gd name="T24" fmla="*/ 56 w 58"/>
                <a:gd name="T25" fmla="*/ 18 h 58"/>
                <a:gd name="T26" fmla="*/ 50 w 58"/>
                <a:gd name="T27" fmla="*/ 8 h 58"/>
                <a:gd name="T28" fmla="*/ 40 w 58"/>
                <a:gd name="T29" fmla="*/ 2 h 58"/>
                <a:gd name="T30" fmla="*/ 30 w 58"/>
                <a:gd name="T31" fmla="*/ 0 h 58"/>
                <a:gd name="T32" fmla="*/ 30 w 58"/>
                <a:gd name="T33" fmla="*/ 0 h 58"/>
                <a:gd name="T34" fmla="*/ 18 w 58"/>
                <a:gd name="T35" fmla="*/ 2 h 58"/>
                <a:gd name="T36" fmla="*/ 10 w 58"/>
                <a:gd name="T37" fmla="*/ 8 h 58"/>
                <a:gd name="T38" fmla="*/ 4 w 58"/>
                <a:gd name="T39" fmla="*/ 18 h 58"/>
                <a:gd name="T40" fmla="*/ 0 w 58"/>
                <a:gd name="T41" fmla="*/ 28 h 58"/>
                <a:gd name="T42" fmla="*/ 0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0" y="28"/>
                  </a:moveTo>
                  <a:lnTo>
                    <a:pt x="0" y="28"/>
                  </a:lnTo>
                  <a:lnTo>
                    <a:pt x="4" y="40"/>
                  </a:lnTo>
                  <a:lnTo>
                    <a:pt x="10" y="48"/>
                  </a:lnTo>
                  <a:lnTo>
                    <a:pt x="18" y="54"/>
                  </a:lnTo>
                  <a:lnTo>
                    <a:pt x="30" y="58"/>
                  </a:lnTo>
                  <a:lnTo>
                    <a:pt x="30" y="58"/>
                  </a:lnTo>
                  <a:lnTo>
                    <a:pt x="40" y="54"/>
                  </a:lnTo>
                  <a:lnTo>
                    <a:pt x="50" y="48"/>
                  </a:lnTo>
                  <a:lnTo>
                    <a:pt x="56" y="40"/>
                  </a:lnTo>
                  <a:lnTo>
                    <a:pt x="58" y="28"/>
                  </a:lnTo>
                  <a:lnTo>
                    <a:pt x="58" y="28"/>
                  </a:lnTo>
                  <a:lnTo>
                    <a:pt x="56" y="18"/>
                  </a:lnTo>
                  <a:lnTo>
                    <a:pt x="50" y="8"/>
                  </a:lnTo>
                  <a:lnTo>
                    <a:pt x="40" y="2"/>
                  </a:lnTo>
                  <a:lnTo>
                    <a:pt x="30" y="0"/>
                  </a:lnTo>
                  <a:lnTo>
                    <a:pt x="30" y="0"/>
                  </a:lnTo>
                  <a:lnTo>
                    <a:pt x="18" y="2"/>
                  </a:lnTo>
                  <a:lnTo>
                    <a:pt x="10" y="8"/>
                  </a:lnTo>
                  <a:lnTo>
                    <a:pt x="4" y="18"/>
                  </a:lnTo>
                  <a:lnTo>
                    <a:pt x="0" y="28"/>
                  </a:lnTo>
                  <a:lnTo>
                    <a:pt x="0"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 name="Freeform 138"/>
            <p:cNvSpPr>
              <a:spLocks/>
            </p:cNvSpPr>
            <p:nvPr/>
          </p:nvSpPr>
          <p:spPr bwMode="auto">
            <a:xfrm>
              <a:off x="3961946" y="5557611"/>
              <a:ext cx="57150" cy="57150"/>
            </a:xfrm>
            <a:custGeom>
              <a:avLst/>
              <a:gdLst>
                <a:gd name="T0" fmla="*/ 0 w 36"/>
                <a:gd name="T1" fmla="*/ 18 h 36"/>
                <a:gd name="T2" fmla="*/ 0 w 36"/>
                <a:gd name="T3" fmla="*/ 18 h 36"/>
                <a:gd name="T4" fmla="*/ 0 w 36"/>
                <a:gd name="T5" fmla="*/ 26 h 36"/>
                <a:gd name="T6" fmla="*/ 4 w 36"/>
                <a:gd name="T7" fmla="*/ 32 h 36"/>
                <a:gd name="T8" fmla="*/ 10 w 36"/>
                <a:gd name="T9" fmla="*/ 36 h 36"/>
                <a:gd name="T10" fmla="*/ 18 w 36"/>
                <a:gd name="T11" fmla="*/ 36 h 36"/>
                <a:gd name="T12" fmla="*/ 18 w 36"/>
                <a:gd name="T13" fmla="*/ 36 h 36"/>
                <a:gd name="T14" fmla="*/ 24 w 36"/>
                <a:gd name="T15" fmla="*/ 36 h 36"/>
                <a:gd name="T16" fmla="*/ 30 w 36"/>
                <a:gd name="T17" fmla="*/ 32 h 36"/>
                <a:gd name="T18" fmla="*/ 34 w 36"/>
                <a:gd name="T19" fmla="*/ 26 h 36"/>
                <a:gd name="T20" fmla="*/ 36 w 36"/>
                <a:gd name="T21" fmla="*/ 18 h 36"/>
                <a:gd name="T22" fmla="*/ 36 w 36"/>
                <a:gd name="T23" fmla="*/ 18 h 36"/>
                <a:gd name="T24" fmla="*/ 34 w 36"/>
                <a:gd name="T25" fmla="*/ 12 h 36"/>
                <a:gd name="T26" fmla="*/ 30 w 36"/>
                <a:gd name="T27" fmla="*/ 6 h 36"/>
                <a:gd name="T28" fmla="*/ 24 w 36"/>
                <a:gd name="T29" fmla="*/ 2 h 36"/>
                <a:gd name="T30" fmla="*/ 18 w 36"/>
                <a:gd name="T31" fmla="*/ 0 h 36"/>
                <a:gd name="T32" fmla="*/ 18 w 36"/>
                <a:gd name="T33" fmla="*/ 0 h 36"/>
                <a:gd name="T34" fmla="*/ 10 w 36"/>
                <a:gd name="T35" fmla="*/ 2 h 36"/>
                <a:gd name="T36" fmla="*/ 4 w 36"/>
                <a:gd name="T37" fmla="*/ 6 h 36"/>
                <a:gd name="T38" fmla="*/ 0 w 36"/>
                <a:gd name="T39" fmla="*/ 12 h 36"/>
                <a:gd name="T40" fmla="*/ 0 w 36"/>
                <a:gd name="T41" fmla="*/ 18 h 36"/>
                <a:gd name="T42" fmla="*/ 0 w 36"/>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0" y="18"/>
                  </a:moveTo>
                  <a:lnTo>
                    <a:pt x="0" y="18"/>
                  </a:lnTo>
                  <a:lnTo>
                    <a:pt x="0" y="26"/>
                  </a:lnTo>
                  <a:lnTo>
                    <a:pt x="4" y="32"/>
                  </a:lnTo>
                  <a:lnTo>
                    <a:pt x="10" y="36"/>
                  </a:lnTo>
                  <a:lnTo>
                    <a:pt x="18" y="36"/>
                  </a:lnTo>
                  <a:lnTo>
                    <a:pt x="18" y="36"/>
                  </a:lnTo>
                  <a:lnTo>
                    <a:pt x="24" y="36"/>
                  </a:lnTo>
                  <a:lnTo>
                    <a:pt x="30" y="32"/>
                  </a:lnTo>
                  <a:lnTo>
                    <a:pt x="34" y="26"/>
                  </a:lnTo>
                  <a:lnTo>
                    <a:pt x="36" y="18"/>
                  </a:lnTo>
                  <a:lnTo>
                    <a:pt x="36" y="18"/>
                  </a:lnTo>
                  <a:lnTo>
                    <a:pt x="34" y="12"/>
                  </a:lnTo>
                  <a:lnTo>
                    <a:pt x="30" y="6"/>
                  </a:lnTo>
                  <a:lnTo>
                    <a:pt x="24" y="2"/>
                  </a:lnTo>
                  <a:lnTo>
                    <a:pt x="18" y="0"/>
                  </a:lnTo>
                  <a:lnTo>
                    <a:pt x="18" y="0"/>
                  </a:lnTo>
                  <a:lnTo>
                    <a:pt x="10" y="2"/>
                  </a:lnTo>
                  <a:lnTo>
                    <a:pt x="4" y="6"/>
                  </a:lnTo>
                  <a:lnTo>
                    <a:pt x="0" y="12"/>
                  </a:lnTo>
                  <a:lnTo>
                    <a:pt x="0" y="18"/>
                  </a:lnTo>
                  <a:lnTo>
                    <a:pt x="0"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 name="Freeform 139"/>
            <p:cNvSpPr>
              <a:spLocks/>
            </p:cNvSpPr>
            <p:nvPr/>
          </p:nvSpPr>
          <p:spPr bwMode="auto">
            <a:xfrm>
              <a:off x="3914321" y="5500461"/>
              <a:ext cx="149225" cy="82550"/>
            </a:xfrm>
            <a:custGeom>
              <a:avLst/>
              <a:gdLst>
                <a:gd name="T0" fmla="*/ 48 w 94"/>
                <a:gd name="T1" fmla="*/ 12 h 52"/>
                <a:gd name="T2" fmla="*/ 48 w 94"/>
                <a:gd name="T3" fmla="*/ 12 h 52"/>
                <a:gd name="T4" fmla="*/ 38 w 94"/>
                <a:gd name="T5" fmla="*/ 12 h 52"/>
                <a:gd name="T6" fmla="*/ 30 w 94"/>
                <a:gd name="T7" fmla="*/ 14 h 52"/>
                <a:gd name="T8" fmla="*/ 24 w 94"/>
                <a:gd name="T9" fmla="*/ 18 h 52"/>
                <a:gd name="T10" fmla="*/ 16 w 94"/>
                <a:gd name="T11" fmla="*/ 22 h 52"/>
                <a:gd name="T12" fmla="*/ 10 w 94"/>
                <a:gd name="T13" fmla="*/ 28 h 52"/>
                <a:gd name="T14" fmla="*/ 6 w 94"/>
                <a:gd name="T15" fmla="*/ 36 h 52"/>
                <a:gd name="T16" fmla="*/ 2 w 94"/>
                <a:gd name="T17" fmla="*/ 44 h 52"/>
                <a:gd name="T18" fmla="*/ 0 w 94"/>
                <a:gd name="T19" fmla="*/ 52 h 52"/>
                <a:gd name="T20" fmla="*/ 0 w 94"/>
                <a:gd name="T21" fmla="*/ 52 h 52"/>
                <a:gd name="T22" fmla="*/ 0 w 94"/>
                <a:gd name="T23" fmla="*/ 46 h 52"/>
                <a:gd name="T24" fmla="*/ 0 w 94"/>
                <a:gd name="T25" fmla="*/ 46 h 52"/>
                <a:gd name="T26" fmla="*/ 2 w 94"/>
                <a:gd name="T27" fmla="*/ 36 h 52"/>
                <a:gd name="T28" fmla="*/ 4 w 94"/>
                <a:gd name="T29" fmla="*/ 28 h 52"/>
                <a:gd name="T30" fmla="*/ 8 w 94"/>
                <a:gd name="T31" fmla="*/ 20 h 52"/>
                <a:gd name="T32" fmla="*/ 14 w 94"/>
                <a:gd name="T33" fmla="*/ 14 h 52"/>
                <a:gd name="T34" fmla="*/ 22 w 94"/>
                <a:gd name="T35" fmla="*/ 8 h 52"/>
                <a:gd name="T36" fmla="*/ 30 w 94"/>
                <a:gd name="T37" fmla="*/ 4 h 52"/>
                <a:gd name="T38" fmla="*/ 38 w 94"/>
                <a:gd name="T39" fmla="*/ 0 h 52"/>
                <a:gd name="T40" fmla="*/ 48 w 94"/>
                <a:gd name="T41" fmla="*/ 0 h 52"/>
                <a:gd name="T42" fmla="*/ 48 w 94"/>
                <a:gd name="T43" fmla="*/ 0 h 52"/>
                <a:gd name="T44" fmla="*/ 56 w 94"/>
                <a:gd name="T45" fmla="*/ 0 h 52"/>
                <a:gd name="T46" fmla="*/ 66 w 94"/>
                <a:gd name="T47" fmla="*/ 4 h 52"/>
                <a:gd name="T48" fmla="*/ 74 w 94"/>
                <a:gd name="T49" fmla="*/ 8 h 52"/>
                <a:gd name="T50" fmla="*/ 80 w 94"/>
                <a:gd name="T51" fmla="*/ 14 h 52"/>
                <a:gd name="T52" fmla="*/ 86 w 94"/>
                <a:gd name="T53" fmla="*/ 20 h 52"/>
                <a:gd name="T54" fmla="*/ 90 w 94"/>
                <a:gd name="T55" fmla="*/ 28 h 52"/>
                <a:gd name="T56" fmla="*/ 94 w 94"/>
                <a:gd name="T57" fmla="*/ 36 h 52"/>
                <a:gd name="T58" fmla="*/ 94 w 94"/>
                <a:gd name="T59" fmla="*/ 46 h 52"/>
                <a:gd name="T60" fmla="*/ 94 w 94"/>
                <a:gd name="T61" fmla="*/ 46 h 52"/>
                <a:gd name="T62" fmla="*/ 94 w 94"/>
                <a:gd name="T63" fmla="*/ 52 h 52"/>
                <a:gd name="T64" fmla="*/ 94 w 94"/>
                <a:gd name="T65" fmla="*/ 52 h 52"/>
                <a:gd name="T66" fmla="*/ 92 w 94"/>
                <a:gd name="T67" fmla="*/ 44 h 52"/>
                <a:gd name="T68" fmla="*/ 88 w 94"/>
                <a:gd name="T69" fmla="*/ 36 h 52"/>
                <a:gd name="T70" fmla="*/ 84 w 94"/>
                <a:gd name="T71" fmla="*/ 28 h 52"/>
                <a:gd name="T72" fmla="*/ 78 w 94"/>
                <a:gd name="T73" fmla="*/ 22 h 52"/>
                <a:gd name="T74" fmla="*/ 72 w 94"/>
                <a:gd name="T75" fmla="*/ 18 h 52"/>
                <a:gd name="T76" fmla="*/ 64 w 94"/>
                <a:gd name="T77" fmla="*/ 14 h 52"/>
                <a:gd name="T78" fmla="*/ 56 w 94"/>
                <a:gd name="T79" fmla="*/ 12 h 52"/>
                <a:gd name="T80" fmla="*/ 48 w 94"/>
                <a:gd name="T81" fmla="*/ 12 h 52"/>
                <a:gd name="T82" fmla="*/ 48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8" y="12"/>
                  </a:moveTo>
                  <a:lnTo>
                    <a:pt x="48" y="12"/>
                  </a:lnTo>
                  <a:lnTo>
                    <a:pt x="38" y="12"/>
                  </a:lnTo>
                  <a:lnTo>
                    <a:pt x="30" y="14"/>
                  </a:lnTo>
                  <a:lnTo>
                    <a:pt x="24" y="18"/>
                  </a:lnTo>
                  <a:lnTo>
                    <a:pt x="16" y="22"/>
                  </a:lnTo>
                  <a:lnTo>
                    <a:pt x="10" y="28"/>
                  </a:lnTo>
                  <a:lnTo>
                    <a:pt x="6" y="36"/>
                  </a:lnTo>
                  <a:lnTo>
                    <a:pt x="2" y="44"/>
                  </a:lnTo>
                  <a:lnTo>
                    <a:pt x="0" y="52"/>
                  </a:lnTo>
                  <a:lnTo>
                    <a:pt x="0" y="52"/>
                  </a:lnTo>
                  <a:lnTo>
                    <a:pt x="0" y="46"/>
                  </a:lnTo>
                  <a:lnTo>
                    <a:pt x="0" y="46"/>
                  </a:lnTo>
                  <a:lnTo>
                    <a:pt x="2" y="36"/>
                  </a:lnTo>
                  <a:lnTo>
                    <a:pt x="4" y="28"/>
                  </a:lnTo>
                  <a:lnTo>
                    <a:pt x="8" y="20"/>
                  </a:lnTo>
                  <a:lnTo>
                    <a:pt x="14" y="14"/>
                  </a:lnTo>
                  <a:lnTo>
                    <a:pt x="22" y="8"/>
                  </a:lnTo>
                  <a:lnTo>
                    <a:pt x="30" y="4"/>
                  </a:lnTo>
                  <a:lnTo>
                    <a:pt x="38" y="0"/>
                  </a:lnTo>
                  <a:lnTo>
                    <a:pt x="48" y="0"/>
                  </a:lnTo>
                  <a:lnTo>
                    <a:pt x="48" y="0"/>
                  </a:lnTo>
                  <a:lnTo>
                    <a:pt x="56" y="0"/>
                  </a:lnTo>
                  <a:lnTo>
                    <a:pt x="66" y="4"/>
                  </a:lnTo>
                  <a:lnTo>
                    <a:pt x="74" y="8"/>
                  </a:lnTo>
                  <a:lnTo>
                    <a:pt x="80" y="14"/>
                  </a:lnTo>
                  <a:lnTo>
                    <a:pt x="86" y="20"/>
                  </a:lnTo>
                  <a:lnTo>
                    <a:pt x="90" y="28"/>
                  </a:lnTo>
                  <a:lnTo>
                    <a:pt x="94" y="36"/>
                  </a:lnTo>
                  <a:lnTo>
                    <a:pt x="94" y="46"/>
                  </a:lnTo>
                  <a:lnTo>
                    <a:pt x="94" y="46"/>
                  </a:lnTo>
                  <a:lnTo>
                    <a:pt x="94" y="52"/>
                  </a:lnTo>
                  <a:lnTo>
                    <a:pt x="94" y="52"/>
                  </a:lnTo>
                  <a:lnTo>
                    <a:pt x="92" y="44"/>
                  </a:lnTo>
                  <a:lnTo>
                    <a:pt x="88" y="36"/>
                  </a:lnTo>
                  <a:lnTo>
                    <a:pt x="84" y="28"/>
                  </a:lnTo>
                  <a:lnTo>
                    <a:pt x="78" y="22"/>
                  </a:lnTo>
                  <a:lnTo>
                    <a:pt x="72" y="18"/>
                  </a:lnTo>
                  <a:lnTo>
                    <a:pt x="64" y="14"/>
                  </a:lnTo>
                  <a:lnTo>
                    <a:pt x="56" y="12"/>
                  </a:lnTo>
                  <a:lnTo>
                    <a:pt x="48" y="12"/>
                  </a:lnTo>
                  <a:lnTo>
                    <a:pt x="48"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7" name="Rectangle 140"/>
            <p:cNvSpPr>
              <a:spLocks noChangeArrowheads="1"/>
            </p:cNvSpPr>
            <p:nvPr/>
          </p:nvSpPr>
          <p:spPr bwMode="auto">
            <a:xfrm>
              <a:off x="3253921" y="4389211"/>
              <a:ext cx="590550" cy="107950"/>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8" name="Rectangle 141"/>
            <p:cNvSpPr>
              <a:spLocks noChangeArrowheads="1"/>
            </p:cNvSpPr>
            <p:nvPr/>
          </p:nvSpPr>
          <p:spPr bwMode="auto">
            <a:xfrm>
              <a:off x="3523796" y="4497161"/>
              <a:ext cx="41275" cy="860425"/>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9" name="Rectangle 142"/>
            <p:cNvSpPr>
              <a:spLocks noChangeArrowheads="1"/>
            </p:cNvSpPr>
            <p:nvPr/>
          </p:nvSpPr>
          <p:spPr bwMode="auto">
            <a:xfrm>
              <a:off x="3501571" y="4582886"/>
              <a:ext cx="85725" cy="29845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0" name="Rectangle 143"/>
            <p:cNvSpPr>
              <a:spLocks noChangeArrowheads="1"/>
            </p:cNvSpPr>
            <p:nvPr/>
          </p:nvSpPr>
          <p:spPr bwMode="auto">
            <a:xfrm>
              <a:off x="3517446" y="5027386"/>
              <a:ext cx="53975" cy="298450"/>
            </a:xfrm>
            <a:prstGeom prst="rect">
              <a:avLst/>
            </a:prstGeom>
            <a:solidFill>
              <a:srgbClr val="36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1" name="Rectangle 144"/>
            <p:cNvSpPr>
              <a:spLocks noChangeArrowheads="1"/>
            </p:cNvSpPr>
            <p:nvPr/>
          </p:nvSpPr>
          <p:spPr bwMode="auto">
            <a:xfrm>
              <a:off x="3501571" y="5113111"/>
              <a:ext cx="85725" cy="29845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2" name="Freeform 145"/>
            <p:cNvSpPr>
              <a:spLocks/>
            </p:cNvSpPr>
            <p:nvPr/>
          </p:nvSpPr>
          <p:spPr bwMode="auto">
            <a:xfrm>
              <a:off x="3076121" y="4271736"/>
              <a:ext cx="936625" cy="180975"/>
            </a:xfrm>
            <a:custGeom>
              <a:avLst/>
              <a:gdLst>
                <a:gd name="T0" fmla="*/ 2 w 590"/>
                <a:gd name="T1" fmla="*/ 4 h 114"/>
                <a:gd name="T2" fmla="*/ 2 w 590"/>
                <a:gd name="T3" fmla="*/ 4 h 114"/>
                <a:gd name="T4" fmla="*/ 0 w 590"/>
                <a:gd name="T5" fmla="*/ 12 h 114"/>
                <a:gd name="T6" fmla="*/ 0 w 590"/>
                <a:gd name="T7" fmla="*/ 24 h 114"/>
                <a:gd name="T8" fmla="*/ 2 w 590"/>
                <a:gd name="T9" fmla="*/ 46 h 114"/>
                <a:gd name="T10" fmla="*/ 2 w 590"/>
                <a:gd name="T11" fmla="*/ 46 h 114"/>
                <a:gd name="T12" fmla="*/ 2 w 590"/>
                <a:gd name="T13" fmla="*/ 52 h 114"/>
                <a:gd name="T14" fmla="*/ 8 w 590"/>
                <a:gd name="T15" fmla="*/ 60 h 114"/>
                <a:gd name="T16" fmla="*/ 14 w 590"/>
                <a:gd name="T17" fmla="*/ 66 h 114"/>
                <a:gd name="T18" fmla="*/ 24 w 590"/>
                <a:gd name="T19" fmla="*/ 72 h 114"/>
                <a:gd name="T20" fmla="*/ 36 w 590"/>
                <a:gd name="T21" fmla="*/ 78 h 114"/>
                <a:gd name="T22" fmla="*/ 52 w 590"/>
                <a:gd name="T23" fmla="*/ 84 h 114"/>
                <a:gd name="T24" fmla="*/ 88 w 590"/>
                <a:gd name="T25" fmla="*/ 94 h 114"/>
                <a:gd name="T26" fmla="*/ 130 w 590"/>
                <a:gd name="T27" fmla="*/ 102 h 114"/>
                <a:gd name="T28" fmla="*/ 180 w 590"/>
                <a:gd name="T29" fmla="*/ 110 h 114"/>
                <a:gd name="T30" fmla="*/ 236 w 590"/>
                <a:gd name="T31" fmla="*/ 114 h 114"/>
                <a:gd name="T32" fmla="*/ 296 w 590"/>
                <a:gd name="T33" fmla="*/ 114 h 114"/>
                <a:gd name="T34" fmla="*/ 296 w 590"/>
                <a:gd name="T35" fmla="*/ 114 h 114"/>
                <a:gd name="T36" fmla="*/ 354 w 590"/>
                <a:gd name="T37" fmla="*/ 114 h 114"/>
                <a:gd name="T38" fmla="*/ 410 w 590"/>
                <a:gd name="T39" fmla="*/ 110 h 114"/>
                <a:gd name="T40" fmla="*/ 460 w 590"/>
                <a:gd name="T41" fmla="*/ 102 h 114"/>
                <a:gd name="T42" fmla="*/ 502 w 590"/>
                <a:gd name="T43" fmla="*/ 94 h 114"/>
                <a:gd name="T44" fmla="*/ 538 w 590"/>
                <a:gd name="T45" fmla="*/ 84 h 114"/>
                <a:gd name="T46" fmla="*/ 554 w 590"/>
                <a:gd name="T47" fmla="*/ 78 h 114"/>
                <a:gd name="T48" fmla="*/ 566 w 590"/>
                <a:gd name="T49" fmla="*/ 72 h 114"/>
                <a:gd name="T50" fmla="*/ 576 w 590"/>
                <a:gd name="T51" fmla="*/ 66 h 114"/>
                <a:gd name="T52" fmla="*/ 582 w 590"/>
                <a:gd name="T53" fmla="*/ 60 h 114"/>
                <a:gd name="T54" fmla="*/ 588 w 590"/>
                <a:gd name="T55" fmla="*/ 52 h 114"/>
                <a:gd name="T56" fmla="*/ 588 w 590"/>
                <a:gd name="T57" fmla="*/ 46 h 114"/>
                <a:gd name="T58" fmla="*/ 588 w 590"/>
                <a:gd name="T59" fmla="*/ 46 h 114"/>
                <a:gd name="T60" fmla="*/ 590 w 590"/>
                <a:gd name="T61" fmla="*/ 22 h 114"/>
                <a:gd name="T62" fmla="*/ 590 w 590"/>
                <a:gd name="T63" fmla="*/ 8 h 114"/>
                <a:gd name="T64" fmla="*/ 588 w 590"/>
                <a:gd name="T65" fmla="*/ 0 h 114"/>
                <a:gd name="T66" fmla="*/ 2 w 590"/>
                <a:gd name="T67" fmla="*/ 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0" h="114">
                  <a:moveTo>
                    <a:pt x="2" y="4"/>
                  </a:moveTo>
                  <a:lnTo>
                    <a:pt x="2" y="4"/>
                  </a:lnTo>
                  <a:lnTo>
                    <a:pt x="0" y="12"/>
                  </a:lnTo>
                  <a:lnTo>
                    <a:pt x="0" y="24"/>
                  </a:lnTo>
                  <a:lnTo>
                    <a:pt x="2" y="46"/>
                  </a:lnTo>
                  <a:lnTo>
                    <a:pt x="2" y="46"/>
                  </a:lnTo>
                  <a:lnTo>
                    <a:pt x="2" y="52"/>
                  </a:lnTo>
                  <a:lnTo>
                    <a:pt x="8" y="60"/>
                  </a:lnTo>
                  <a:lnTo>
                    <a:pt x="14" y="66"/>
                  </a:lnTo>
                  <a:lnTo>
                    <a:pt x="24" y="72"/>
                  </a:lnTo>
                  <a:lnTo>
                    <a:pt x="36" y="78"/>
                  </a:lnTo>
                  <a:lnTo>
                    <a:pt x="52" y="84"/>
                  </a:lnTo>
                  <a:lnTo>
                    <a:pt x="88" y="94"/>
                  </a:lnTo>
                  <a:lnTo>
                    <a:pt x="130" y="102"/>
                  </a:lnTo>
                  <a:lnTo>
                    <a:pt x="180" y="110"/>
                  </a:lnTo>
                  <a:lnTo>
                    <a:pt x="236" y="114"/>
                  </a:lnTo>
                  <a:lnTo>
                    <a:pt x="296" y="114"/>
                  </a:lnTo>
                  <a:lnTo>
                    <a:pt x="296" y="114"/>
                  </a:lnTo>
                  <a:lnTo>
                    <a:pt x="354" y="114"/>
                  </a:lnTo>
                  <a:lnTo>
                    <a:pt x="410" y="110"/>
                  </a:lnTo>
                  <a:lnTo>
                    <a:pt x="460" y="102"/>
                  </a:lnTo>
                  <a:lnTo>
                    <a:pt x="502" y="94"/>
                  </a:lnTo>
                  <a:lnTo>
                    <a:pt x="538" y="84"/>
                  </a:lnTo>
                  <a:lnTo>
                    <a:pt x="554" y="78"/>
                  </a:lnTo>
                  <a:lnTo>
                    <a:pt x="566" y="72"/>
                  </a:lnTo>
                  <a:lnTo>
                    <a:pt x="576" y="66"/>
                  </a:lnTo>
                  <a:lnTo>
                    <a:pt x="582" y="60"/>
                  </a:lnTo>
                  <a:lnTo>
                    <a:pt x="588" y="52"/>
                  </a:lnTo>
                  <a:lnTo>
                    <a:pt x="588" y="46"/>
                  </a:lnTo>
                  <a:lnTo>
                    <a:pt x="588" y="46"/>
                  </a:lnTo>
                  <a:lnTo>
                    <a:pt x="590" y="22"/>
                  </a:lnTo>
                  <a:lnTo>
                    <a:pt x="590" y="8"/>
                  </a:lnTo>
                  <a:lnTo>
                    <a:pt x="588" y="0"/>
                  </a:lnTo>
                  <a:lnTo>
                    <a:pt x="2" y="4"/>
                  </a:lnTo>
                  <a:close/>
                </a:path>
              </a:pathLst>
            </a:custGeom>
            <a:solidFill>
              <a:srgbClr val="6E6F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3" name="Freeform 146"/>
            <p:cNvSpPr>
              <a:spLocks/>
            </p:cNvSpPr>
            <p:nvPr/>
          </p:nvSpPr>
          <p:spPr bwMode="auto">
            <a:xfrm>
              <a:off x="3079296" y="4166961"/>
              <a:ext cx="930275" cy="222250"/>
            </a:xfrm>
            <a:custGeom>
              <a:avLst/>
              <a:gdLst>
                <a:gd name="T0" fmla="*/ 586 w 586"/>
                <a:gd name="T1" fmla="*/ 70 h 140"/>
                <a:gd name="T2" fmla="*/ 586 w 586"/>
                <a:gd name="T3" fmla="*/ 70 h 140"/>
                <a:gd name="T4" fmla="*/ 586 w 586"/>
                <a:gd name="T5" fmla="*/ 76 h 140"/>
                <a:gd name="T6" fmla="*/ 580 w 586"/>
                <a:gd name="T7" fmla="*/ 84 h 140"/>
                <a:gd name="T8" fmla="*/ 574 w 586"/>
                <a:gd name="T9" fmla="*/ 90 h 140"/>
                <a:gd name="T10" fmla="*/ 564 w 586"/>
                <a:gd name="T11" fmla="*/ 96 h 140"/>
                <a:gd name="T12" fmla="*/ 552 w 586"/>
                <a:gd name="T13" fmla="*/ 102 h 140"/>
                <a:gd name="T14" fmla="*/ 536 w 586"/>
                <a:gd name="T15" fmla="*/ 108 h 140"/>
                <a:gd name="T16" fmla="*/ 500 w 586"/>
                <a:gd name="T17" fmla="*/ 118 h 140"/>
                <a:gd name="T18" fmla="*/ 458 w 586"/>
                <a:gd name="T19" fmla="*/ 128 h 140"/>
                <a:gd name="T20" fmla="*/ 408 w 586"/>
                <a:gd name="T21" fmla="*/ 134 h 140"/>
                <a:gd name="T22" fmla="*/ 352 w 586"/>
                <a:gd name="T23" fmla="*/ 138 h 140"/>
                <a:gd name="T24" fmla="*/ 294 w 586"/>
                <a:gd name="T25" fmla="*/ 140 h 140"/>
                <a:gd name="T26" fmla="*/ 294 w 586"/>
                <a:gd name="T27" fmla="*/ 140 h 140"/>
                <a:gd name="T28" fmla="*/ 234 w 586"/>
                <a:gd name="T29" fmla="*/ 138 h 140"/>
                <a:gd name="T30" fmla="*/ 178 w 586"/>
                <a:gd name="T31" fmla="*/ 134 h 140"/>
                <a:gd name="T32" fmla="*/ 128 w 586"/>
                <a:gd name="T33" fmla="*/ 128 h 140"/>
                <a:gd name="T34" fmla="*/ 86 w 586"/>
                <a:gd name="T35" fmla="*/ 118 h 140"/>
                <a:gd name="T36" fmla="*/ 50 w 586"/>
                <a:gd name="T37" fmla="*/ 108 h 140"/>
                <a:gd name="T38" fmla="*/ 34 w 586"/>
                <a:gd name="T39" fmla="*/ 102 h 140"/>
                <a:gd name="T40" fmla="*/ 22 w 586"/>
                <a:gd name="T41" fmla="*/ 96 h 140"/>
                <a:gd name="T42" fmla="*/ 12 w 586"/>
                <a:gd name="T43" fmla="*/ 90 h 140"/>
                <a:gd name="T44" fmla="*/ 6 w 586"/>
                <a:gd name="T45" fmla="*/ 84 h 140"/>
                <a:gd name="T46" fmla="*/ 0 w 586"/>
                <a:gd name="T47" fmla="*/ 76 h 140"/>
                <a:gd name="T48" fmla="*/ 0 w 586"/>
                <a:gd name="T49" fmla="*/ 70 h 140"/>
                <a:gd name="T50" fmla="*/ 0 w 586"/>
                <a:gd name="T51" fmla="*/ 70 h 140"/>
                <a:gd name="T52" fmla="*/ 0 w 586"/>
                <a:gd name="T53" fmla="*/ 62 h 140"/>
                <a:gd name="T54" fmla="*/ 6 w 586"/>
                <a:gd name="T55" fmla="*/ 56 h 140"/>
                <a:gd name="T56" fmla="*/ 12 w 586"/>
                <a:gd name="T57" fmla="*/ 50 h 140"/>
                <a:gd name="T58" fmla="*/ 22 w 586"/>
                <a:gd name="T59" fmla="*/ 42 h 140"/>
                <a:gd name="T60" fmla="*/ 34 w 586"/>
                <a:gd name="T61" fmla="*/ 36 h 140"/>
                <a:gd name="T62" fmla="*/ 50 w 586"/>
                <a:gd name="T63" fmla="*/ 30 h 140"/>
                <a:gd name="T64" fmla="*/ 86 w 586"/>
                <a:gd name="T65" fmla="*/ 20 h 140"/>
                <a:gd name="T66" fmla="*/ 128 w 586"/>
                <a:gd name="T67" fmla="*/ 12 h 140"/>
                <a:gd name="T68" fmla="*/ 178 w 586"/>
                <a:gd name="T69" fmla="*/ 6 h 140"/>
                <a:gd name="T70" fmla="*/ 234 w 586"/>
                <a:gd name="T71" fmla="*/ 2 h 140"/>
                <a:gd name="T72" fmla="*/ 294 w 586"/>
                <a:gd name="T73" fmla="*/ 0 h 140"/>
                <a:gd name="T74" fmla="*/ 294 w 586"/>
                <a:gd name="T75" fmla="*/ 0 h 140"/>
                <a:gd name="T76" fmla="*/ 352 w 586"/>
                <a:gd name="T77" fmla="*/ 2 h 140"/>
                <a:gd name="T78" fmla="*/ 408 w 586"/>
                <a:gd name="T79" fmla="*/ 6 h 140"/>
                <a:gd name="T80" fmla="*/ 458 w 586"/>
                <a:gd name="T81" fmla="*/ 12 h 140"/>
                <a:gd name="T82" fmla="*/ 500 w 586"/>
                <a:gd name="T83" fmla="*/ 20 h 140"/>
                <a:gd name="T84" fmla="*/ 536 w 586"/>
                <a:gd name="T85" fmla="*/ 30 h 140"/>
                <a:gd name="T86" fmla="*/ 552 w 586"/>
                <a:gd name="T87" fmla="*/ 36 h 140"/>
                <a:gd name="T88" fmla="*/ 564 w 586"/>
                <a:gd name="T89" fmla="*/ 42 h 140"/>
                <a:gd name="T90" fmla="*/ 574 w 586"/>
                <a:gd name="T91" fmla="*/ 50 h 140"/>
                <a:gd name="T92" fmla="*/ 580 w 586"/>
                <a:gd name="T93" fmla="*/ 56 h 140"/>
                <a:gd name="T94" fmla="*/ 586 w 586"/>
                <a:gd name="T95" fmla="*/ 62 h 140"/>
                <a:gd name="T96" fmla="*/ 586 w 586"/>
                <a:gd name="T97" fmla="*/ 70 h 140"/>
                <a:gd name="T98" fmla="*/ 586 w 586"/>
                <a:gd name="T99" fmla="*/ 7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6" h="140">
                  <a:moveTo>
                    <a:pt x="586" y="70"/>
                  </a:moveTo>
                  <a:lnTo>
                    <a:pt x="586" y="70"/>
                  </a:lnTo>
                  <a:lnTo>
                    <a:pt x="586" y="76"/>
                  </a:lnTo>
                  <a:lnTo>
                    <a:pt x="580" y="84"/>
                  </a:lnTo>
                  <a:lnTo>
                    <a:pt x="574" y="90"/>
                  </a:lnTo>
                  <a:lnTo>
                    <a:pt x="564" y="96"/>
                  </a:lnTo>
                  <a:lnTo>
                    <a:pt x="552" y="102"/>
                  </a:lnTo>
                  <a:lnTo>
                    <a:pt x="536" y="108"/>
                  </a:lnTo>
                  <a:lnTo>
                    <a:pt x="500" y="118"/>
                  </a:lnTo>
                  <a:lnTo>
                    <a:pt x="458" y="128"/>
                  </a:lnTo>
                  <a:lnTo>
                    <a:pt x="408" y="134"/>
                  </a:lnTo>
                  <a:lnTo>
                    <a:pt x="352" y="138"/>
                  </a:lnTo>
                  <a:lnTo>
                    <a:pt x="294" y="140"/>
                  </a:lnTo>
                  <a:lnTo>
                    <a:pt x="294" y="140"/>
                  </a:lnTo>
                  <a:lnTo>
                    <a:pt x="234" y="138"/>
                  </a:lnTo>
                  <a:lnTo>
                    <a:pt x="178" y="134"/>
                  </a:lnTo>
                  <a:lnTo>
                    <a:pt x="128" y="128"/>
                  </a:lnTo>
                  <a:lnTo>
                    <a:pt x="86" y="118"/>
                  </a:lnTo>
                  <a:lnTo>
                    <a:pt x="50" y="108"/>
                  </a:lnTo>
                  <a:lnTo>
                    <a:pt x="34" y="102"/>
                  </a:lnTo>
                  <a:lnTo>
                    <a:pt x="22" y="96"/>
                  </a:lnTo>
                  <a:lnTo>
                    <a:pt x="12" y="90"/>
                  </a:lnTo>
                  <a:lnTo>
                    <a:pt x="6" y="84"/>
                  </a:lnTo>
                  <a:lnTo>
                    <a:pt x="0" y="76"/>
                  </a:lnTo>
                  <a:lnTo>
                    <a:pt x="0" y="70"/>
                  </a:lnTo>
                  <a:lnTo>
                    <a:pt x="0" y="70"/>
                  </a:lnTo>
                  <a:lnTo>
                    <a:pt x="0" y="62"/>
                  </a:lnTo>
                  <a:lnTo>
                    <a:pt x="6" y="56"/>
                  </a:lnTo>
                  <a:lnTo>
                    <a:pt x="12" y="50"/>
                  </a:lnTo>
                  <a:lnTo>
                    <a:pt x="22" y="42"/>
                  </a:lnTo>
                  <a:lnTo>
                    <a:pt x="34" y="36"/>
                  </a:lnTo>
                  <a:lnTo>
                    <a:pt x="50" y="30"/>
                  </a:lnTo>
                  <a:lnTo>
                    <a:pt x="86" y="20"/>
                  </a:lnTo>
                  <a:lnTo>
                    <a:pt x="128" y="12"/>
                  </a:lnTo>
                  <a:lnTo>
                    <a:pt x="178" y="6"/>
                  </a:lnTo>
                  <a:lnTo>
                    <a:pt x="234" y="2"/>
                  </a:lnTo>
                  <a:lnTo>
                    <a:pt x="294" y="0"/>
                  </a:lnTo>
                  <a:lnTo>
                    <a:pt x="294" y="0"/>
                  </a:lnTo>
                  <a:lnTo>
                    <a:pt x="352" y="2"/>
                  </a:lnTo>
                  <a:lnTo>
                    <a:pt x="408" y="6"/>
                  </a:lnTo>
                  <a:lnTo>
                    <a:pt x="458" y="12"/>
                  </a:lnTo>
                  <a:lnTo>
                    <a:pt x="500" y="20"/>
                  </a:lnTo>
                  <a:lnTo>
                    <a:pt x="536" y="30"/>
                  </a:lnTo>
                  <a:lnTo>
                    <a:pt x="552" y="36"/>
                  </a:lnTo>
                  <a:lnTo>
                    <a:pt x="564" y="42"/>
                  </a:lnTo>
                  <a:lnTo>
                    <a:pt x="574" y="50"/>
                  </a:lnTo>
                  <a:lnTo>
                    <a:pt x="580" y="56"/>
                  </a:lnTo>
                  <a:lnTo>
                    <a:pt x="586" y="62"/>
                  </a:lnTo>
                  <a:lnTo>
                    <a:pt x="586" y="70"/>
                  </a:lnTo>
                  <a:lnTo>
                    <a:pt x="586" y="70"/>
                  </a:lnTo>
                  <a:close/>
                </a:path>
              </a:pathLst>
            </a:custGeom>
            <a:solidFill>
              <a:srgbClr val="A6A8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4" name="Freeform 147"/>
            <p:cNvSpPr>
              <a:spLocks/>
            </p:cNvSpPr>
            <p:nvPr/>
          </p:nvSpPr>
          <p:spPr bwMode="auto">
            <a:xfrm>
              <a:off x="3838121" y="3373211"/>
              <a:ext cx="438150" cy="409575"/>
            </a:xfrm>
            <a:custGeom>
              <a:avLst/>
              <a:gdLst>
                <a:gd name="T0" fmla="*/ 156 w 276"/>
                <a:gd name="T1" fmla="*/ 234 h 258"/>
                <a:gd name="T2" fmla="*/ 156 w 276"/>
                <a:gd name="T3" fmla="*/ 234 h 258"/>
                <a:gd name="T4" fmla="*/ 172 w 276"/>
                <a:gd name="T5" fmla="*/ 244 h 258"/>
                <a:gd name="T6" fmla="*/ 188 w 276"/>
                <a:gd name="T7" fmla="*/ 250 h 258"/>
                <a:gd name="T8" fmla="*/ 202 w 276"/>
                <a:gd name="T9" fmla="*/ 254 h 258"/>
                <a:gd name="T10" fmla="*/ 214 w 276"/>
                <a:gd name="T11" fmla="*/ 256 h 258"/>
                <a:gd name="T12" fmla="*/ 226 w 276"/>
                <a:gd name="T13" fmla="*/ 258 h 258"/>
                <a:gd name="T14" fmla="*/ 236 w 276"/>
                <a:gd name="T15" fmla="*/ 256 h 258"/>
                <a:gd name="T16" fmla="*/ 244 w 276"/>
                <a:gd name="T17" fmla="*/ 254 h 258"/>
                <a:gd name="T18" fmla="*/ 252 w 276"/>
                <a:gd name="T19" fmla="*/ 252 h 258"/>
                <a:gd name="T20" fmla="*/ 262 w 276"/>
                <a:gd name="T21" fmla="*/ 244 h 258"/>
                <a:gd name="T22" fmla="*/ 270 w 276"/>
                <a:gd name="T23" fmla="*/ 234 h 258"/>
                <a:gd name="T24" fmla="*/ 276 w 276"/>
                <a:gd name="T25" fmla="*/ 226 h 258"/>
                <a:gd name="T26" fmla="*/ 140 w 276"/>
                <a:gd name="T27" fmla="*/ 0 h 258"/>
                <a:gd name="T28" fmla="*/ 0 w 276"/>
                <a:gd name="T29" fmla="*/ 60 h 258"/>
                <a:gd name="T30" fmla="*/ 0 w 276"/>
                <a:gd name="T31" fmla="*/ 60 h 258"/>
                <a:gd name="T32" fmla="*/ 10 w 276"/>
                <a:gd name="T33" fmla="*/ 82 h 258"/>
                <a:gd name="T34" fmla="*/ 22 w 276"/>
                <a:gd name="T35" fmla="*/ 104 h 258"/>
                <a:gd name="T36" fmla="*/ 40 w 276"/>
                <a:gd name="T37" fmla="*/ 130 h 258"/>
                <a:gd name="T38" fmla="*/ 62 w 276"/>
                <a:gd name="T39" fmla="*/ 158 h 258"/>
                <a:gd name="T40" fmla="*/ 88 w 276"/>
                <a:gd name="T41" fmla="*/ 188 h 258"/>
                <a:gd name="T42" fmla="*/ 104 w 276"/>
                <a:gd name="T43" fmla="*/ 200 h 258"/>
                <a:gd name="T44" fmla="*/ 120 w 276"/>
                <a:gd name="T45" fmla="*/ 212 h 258"/>
                <a:gd name="T46" fmla="*/ 138 w 276"/>
                <a:gd name="T47" fmla="*/ 224 h 258"/>
                <a:gd name="T48" fmla="*/ 156 w 276"/>
                <a:gd name="T49" fmla="*/ 234 h 258"/>
                <a:gd name="T50" fmla="*/ 156 w 276"/>
                <a:gd name="T51"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6" h="258">
                  <a:moveTo>
                    <a:pt x="156" y="234"/>
                  </a:moveTo>
                  <a:lnTo>
                    <a:pt x="156" y="234"/>
                  </a:lnTo>
                  <a:lnTo>
                    <a:pt x="172" y="244"/>
                  </a:lnTo>
                  <a:lnTo>
                    <a:pt x="188" y="250"/>
                  </a:lnTo>
                  <a:lnTo>
                    <a:pt x="202" y="254"/>
                  </a:lnTo>
                  <a:lnTo>
                    <a:pt x="214" y="256"/>
                  </a:lnTo>
                  <a:lnTo>
                    <a:pt x="226" y="258"/>
                  </a:lnTo>
                  <a:lnTo>
                    <a:pt x="236" y="256"/>
                  </a:lnTo>
                  <a:lnTo>
                    <a:pt x="244" y="254"/>
                  </a:lnTo>
                  <a:lnTo>
                    <a:pt x="252" y="252"/>
                  </a:lnTo>
                  <a:lnTo>
                    <a:pt x="262" y="244"/>
                  </a:lnTo>
                  <a:lnTo>
                    <a:pt x="270" y="234"/>
                  </a:lnTo>
                  <a:lnTo>
                    <a:pt x="276" y="226"/>
                  </a:lnTo>
                  <a:lnTo>
                    <a:pt x="140" y="0"/>
                  </a:lnTo>
                  <a:lnTo>
                    <a:pt x="0" y="60"/>
                  </a:lnTo>
                  <a:lnTo>
                    <a:pt x="0" y="60"/>
                  </a:lnTo>
                  <a:lnTo>
                    <a:pt x="10" y="82"/>
                  </a:lnTo>
                  <a:lnTo>
                    <a:pt x="22" y="104"/>
                  </a:lnTo>
                  <a:lnTo>
                    <a:pt x="40" y="130"/>
                  </a:lnTo>
                  <a:lnTo>
                    <a:pt x="62" y="158"/>
                  </a:lnTo>
                  <a:lnTo>
                    <a:pt x="88" y="188"/>
                  </a:lnTo>
                  <a:lnTo>
                    <a:pt x="104" y="200"/>
                  </a:lnTo>
                  <a:lnTo>
                    <a:pt x="120" y="212"/>
                  </a:lnTo>
                  <a:lnTo>
                    <a:pt x="138" y="224"/>
                  </a:lnTo>
                  <a:lnTo>
                    <a:pt x="156" y="234"/>
                  </a:lnTo>
                  <a:lnTo>
                    <a:pt x="156" y="23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5" name="Freeform 148"/>
            <p:cNvSpPr>
              <a:spLocks/>
            </p:cNvSpPr>
            <p:nvPr/>
          </p:nvSpPr>
          <p:spPr bwMode="auto">
            <a:xfrm>
              <a:off x="3441246" y="2925536"/>
              <a:ext cx="190500" cy="155575"/>
            </a:xfrm>
            <a:custGeom>
              <a:avLst/>
              <a:gdLst>
                <a:gd name="T0" fmla="*/ 10 w 120"/>
                <a:gd name="T1" fmla="*/ 0 h 98"/>
                <a:gd name="T2" fmla="*/ 112 w 120"/>
                <a:gd name="T3" fmla="*/ 0 h 98"/>
                <a:gd name="T4" fmla="*/ 112 w 120"/>
                <a:gd name="T5" fmla="*/ 0 h 98"/>
                <a:gd name="T6" fmla="*/ 108 w 120"/>
                <a:gd name="T7" fmla="*/ 8 h 98"/>
                <a:gd name="T8" fmla="*/ 106 w 120"/>
                <a:gd name="T9" fmla="*/ 32 h 98"/>
                <a:gd name="T10" fmla="*/ 106 w 120"/>
                <a:gd name="T11" fmla="*/ 46 h 98"/>
                <a:gd name="T12" fmla="*/ 108 w 120"/>
                <a:gd name="T13" fmla="*/ 64 h 98"/>
                <a:gd name="T14" fmla="*/ 112 w 120"/>
                <a:gd name="T15" fmla="*/ 80 h 98"/>
                <a:gd name="T16" fmla="*/ 120 w 120"/>
                <a:gd name="T17" fmla="*/ 98 h 98"/>
                <a:gd name="T18" fmla="*/ 0 w 120"/>
                <a:gd name="T19" fmla="*/ 98 h 98"/>
                <a:gd name="T20" fmla="*/ 0 w 120"/>
                <a:gd name="T21" fmla="*/ 98 h 98"/>
                <a:gd name="T22" fmla="*/ 6 w 120"/>
                <a:gd name="T23" fmla="*/ 92 h 98"/>
                <a:gd name="T24" fmla="*/ 10 w 120"/>
                <a:gd name="T25" fmla="*/ 86 h 98"/>
                <a:gd name="T26" fmla="*/ 14 w 120"/>
                <a:gd name="T27" fmla="*/ 76 h 98"/>
                <a:gd name="T28" fmla="*/ 18 w 120"/>
                <a:gd name="T29" fmla="*/ 62 h 98"/>
                <a:gd name="T30" fmla="*/ 20 w 120"/>
                <a:gd name="T31" fmla="*/ 46 h 98"/>
                <a:gd name="T32" fmla="*/ 16 w 120"/>
                <a:gd name="T33" fmla="*/ 24 h 98"/>
                <a:gd name="T34" fmla="*/ 10 w 120"/>
                <a:gd name="T35" fmla="*/ 0 h 98"/>
                <a:gd name="T36" fmla="*/ 10 w 120"/>
                <a:gd name="T3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0" h="98">
                  <a:moveTo>
                    <a:pt x="10" y="0"/>
                  </a:moveTo>
                  <a:lnTo>
                    <a:pt x="112" y="0"/>
                  </a:lnTo>
                  <a:lnTo>
                    <a:pt x="112" y="0"/>
                  </a:lnTo>
                  <a:lnTo>
                    <a:pt x="108" y="8"/>
                  </a:lnTo>
                  <a:lnTo>
                    <a:pt x="106" y="32"/>
                  </a:lnTo>
                  <a:lnTo>
                    <a:pt x="106" y="46"/>
                  </a:lnTo>
                  <a:lnTo>
                    <a:pt x="108" y="64"/>
                  </a:lnTo>
                  <a:lnTo>
                    <a:pt x="112" y="80"/>
                  </a:lnTo>
                  <a:lnTo>
                    <a:pt x="120" y="98"/>
                  </a:lnTo>
                  <a:lnTo>
                    <a:pt x="0" y="98"/>
                  </a:lnTo>
                  <a:lnTo>
                    <a:pt x="0" y="98"/>
                  </a:lnTo>
                  <a:lnTo>
                    <a:pt x="6" y="92"/>
                  </a:lnTo>
                  <a:lnTo>
                    <a:pt x="10" y="86"/>
                  </a:lnTo>
                  <a:lnTo>
                    <a:pt x="14" y="76"/>
                  </a:lnTo>
                  <a:lnTo>
                    <a:pt x="18" y="62"/>
                  </a:lnTo>
                  <a:lnTo>
                    <a:pt x="20" y="46"/>
                  </a:lnTo>
                  <a:lnTo>
                    <a:pt x="16" y="24"/>
                  </a:lnTo>
                  <a:lnTo>
                    <a:pt x="10" y="0"/>
                  </a:lnTo>
                  <a:lnTo>
                    <a:pt x="10"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6" name="Freeform 149"/>
            <p:cNvSpPr>
              <a:spLocks/>
            </p:cNvSpPr>
            <p:nvPr/>
          </p:nvSpPr>
          <p:spPr bwMode="auto">
            <a:xfrm>
              <a:off x="3457121" y="2925536"/>
              <a:ext cx="161925" cy="98425"/>
            </a:xfrm>
            <a:custGeom>
              <a:avLst/>
              <a:gdLst>
                <a:gd name="T0" fmla="*/ 0 w 102"/>
                <a:gd name="T1" fmla="*/ 0 h 62"/>
                <a:gd name="T2" fmla="*/ 102 w 102"/>
                <a:gd name="T3" fmla="*/ 0 h 62"/>
                <a:gd name="T4" fmla="*/ 102 w 102"/>
                <a:gd name="T5" fmla="*/ 0 h 62"/>
                <a:gd name="T6" fmla="*/ 100 w 102"/>
                <a:gd name="T7" fmla="*/ 6 h 62"/>
                <a:gd name="T8" fmla="*/ 96 w 102"/>
                <a:gd name="T9" fmla="*/ 20 h 62"/>
                <a:gd name="T10" fmla="*/ 94 w 102"/>
                <a:gd name="T11" fmla="*/ 40 h 62"/>
                <a:gd name="T12" fmla="*/ 96 w 102"/>
                <a:gd name="T13" fmla="*/ 50 h 62"/>
                <a:gd name="T14" fmla="*/ 98 w 102"/>
                <a:gd name="T15" fmla="*/ 62 h 62"/>
                <a:gd name="T16" fmla="*/ 98 w 102"/>
                <a:gd name="T17" fmla="*/ 62 h 62"/>
                <a:gd name="T18" fmla="*/ 88 w 102"/>
                <a:gd name="T19" fmla="*/ 62 h 62"/>
                <a:gd name="T20" fmla="*/ 64 w 102"/>
                <a:gd name="T21" fmla="*/ 56 h 62"/>
                <a:gd name="T22" fmla="*/ 50 w 102"/>
                <a:gd name="T23" fmla="*/ 52 h 62"/>
                <a:gd name="T24" fmla="*/ 34 w 102"/>
                <a:gd name="T25" fmla="*/ 46 h 62"/>
                <a:gd name="T26" fmla="*/ 20 w 102"/>
                <a:gd name="T27" fmla="*/ 40 h 62"/>
                <a:gd name="T28" fmla="*/ 8 w 102"/>
                <a:gd name="T29" fmla="*/ 32 h 62"/>
                <a:gd name="T30" fmla="*/ 8 w 102"/>
                <a:gd name="T31" fmla="*/ 32 h 62"/>
                <a:gd name="T32" fmla="*/ 6 w 102"/>
                <a:gd name="T33" fmla="*/ 22 h 62"/>
                <a:gd name="T34" fmla="*/ 0 w 102"/>
                <a:gd name="T35" fmla="*/ 0 h 62"/>
                <a:gd name="T36" fmla="*/ 0 w 102"/>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62">
                  <a:moveTo>
                    <a:pt x="0" y="0"/>
                  </a:moveTo>
                  <a:lnTo>
                    <a:pt x="102" y="0"/>
                  </a:lnTo>
                  <a:lnTo>
                    <a:pt x="102" y="0"/>
                  </a:lnTo>
                  <a:lnTo>
                    <a:pt x="100" y="6"/>
                  </a:lnTo>
                  <a:lnTo>
                    <a:pt x="96" y="20"/>
                  </a:lnTo>
                  <a:lnTo>
                    <a:pt x="94" y="40"/>
                  </a:lnTo>
                  <a:lnTo>
                    <a:pt x="96" y="50"/>
                  </a:lnTo>
                  <a:lnTo>
                    <a:pt x="98" y="62"/>
                  </a:lnTo>
                  <a:lnTo>
                    <a:pt x="98" y="62"/>
                  </a:lnTo>
                  <a:lnTo>
                    <a:pt x="88" y="62"/>
                  </a:lnTo>
                  <a:lnTo>
                    <a:pt x="64" y="56"/>
                  </a:lnTo>
                  <a:lnTo>
                    <a:pt x="50" y="52"/>
                  </a:lnTo>
                  <a:lnTo>
                    <a:pt x="34" y="46"/>
                  </a:lnTo>
                  <a:lnTo>
                    <a:pt x="20" y="40"/>
                  </a:lnTo>
                  <a:lnTo>
                    <a:pt x="8" y="32"/>
                  </a:lnTo>
                  <a:lnTo>
                    <a:pt x="8" y="32"/>
                  </a:lnTo>
                  <a:lnTo>
                    <a:pt x="6" y="22"/>
                  </a:lnTo>
                  <a:lnTo>
                    <a:pt x="0" y="0"/>
                  </a:lnTo>
                  <a:lnTo>
                    <a:pt x="0" y="0"/>
                  </a:lnTo>
                  <a:close/>
                </a:path>
              </a:pathLst>
            </a:custGeom>
            <a:solidFill>
              <a:srgbClr val="D4A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7" name="Freeform 150"/>
            <p:cNvSpPr>
              <a:spLocks/>
            </p:cNvSpPr>
            <p:nvPr/>
          </p:nvSpPr>
          <p:spPr bwMode="auto">
            <a:xfrm>
              <a:off x="3787321" y="2582636"/>
              <a:ext cx="60325" cy="111125"/>
            </a:xfrm>
            <a:custGeom>
              <a:avLst/>
              <a:gdLst>
                <a:gd name="T0" fmla="*/ 36 w 38"/>
                <a:gd name="T1" fmla="*/ 38 h 70"/>
                <a:gd name="T2" fmla="*/ 36 w 38"/>
                <a:gd name="T3" fmla="*/ 38 h 70"/>
                <a:gd name="T4" fmla="*/ 32 w 38"/>
                <a:gd name="T5" fmla="*/ 52 h 70"/>
                <a:gd name="T6" fmla="*/ 26 w 38"/>
                <a:gd name="T7" fmla="*/ 62 h 70"/>
                <a:gd name="T8" fmla="*/ 18 w 38"/>
                <a:gd name="T9" fmla="*/ 68 h 70"/>
                <a:gd name="T10" fmla="*/ 14 w 38"/>
                <a:gd name="T11" fmla="*/ 70 h 70"/>
                <a:gd name="T12" fmla="*/ 12 w 38"/>
                <a:gd name="T13" fmla="*/ 70 h 70"/>
                <a:gd name="T14" fmla="*/ 12 w 38"/>
                <a:gd name="T15" fmla="*/ 70 h 70"/>
                <a:gd name="T16" fmla="*/ 8 w 38"/>
                <a:gd name="T17" fmla="*/ 68 h 70"/>
                <a:gd name="T18" fmla="*/ 6 w 38"/>
                <a:gd name="T19" fmla="*/ 66 h 70"/>
                <a:gd name="T20" fmla="*/ 2 w 38"/>
                <a:gd name="T21" fmla="*/ 58 h 70"/>
                <a:gd name="T22" fmla="*/ 0 w 38"/>
                <a:gd name="T23" fmla="*/ 46 h 70"/>
                <a:gd name="T24" fmla="*/ 2 w 38"/>
                <a:gd name="T25" fmla="*/ 32 h 70"/>
                <a:gd name="T26" fmla="*/ 2 w 38"/>
                <a:gd name="T27" fmla="*/ 32 h 70"/>
                <a:gd name="T28" fmla="*/ 6 w 38"/>
                <a:gd name="T29" fmla="*/ 18 h 70"/>
                <a:gd name="T30" fmla="*/ 12 w 38"/>
                <a:gd name="T31" fmla="*/ 8 h 70"/>
                <a:gd name="T32" fmla="*/ 18 w 38"/>
                <a:gd name="T33" fmla="*/ 0 h 70"/>
                <a:gd name="T34" fmla="*/ 22 w 38"/>
                <a:gd name="T35" fmla="*/ 0 h 70"/>
                <a:gd name="T36" fmla="*/ 26 w 38"/>
                <a:gd name="T37" fmla="*/ 0 h 70"/>
                <a:gd name="T38" fmla="*/ 26 w 38"/>
                <a:gd name="T39" fmla="*/ 0 h 70"/>
                <a:gd name="T40" fmla="*/ 30 w 38"/>
                <a:gd name="T41" fmla="*/ 0 h 70"/>
                <a:gd name="T42" fmla="*/ 32 w 38"/>
                <a:gd name="T43" fmla="*/ 4 h 70"/>
                <a:gd name="T44" fmla="*/ 36 w 38"/>
                <a:gd name="T45" fmla="*/ 12 h 70"/>
                <a:gd name="T46" fmla="*/ 38 w 38"/>
                <a:gd name="T47" fmla="*/ 24 h 70"/>
                <a:gd name="T48" fmla="*/ 36 w 38"/>
                <a:gd name="T49" fmla="*/ 38 h 70"/>
                <a:gd name="T50" fmla="*/ 36 w 38"/>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70">
                  <a:moveTo>
                    <a:pt x="36" y="38"/>
                  </a:moveTo>
                  <a:lnTo>
                    <a:pt x="36" y="38"/>
                  </a:lnTo>
                  <a:lnTo>
                    <a:pt x="32" y="52"/>
                  </a:lnTo>
                  <a:lnTo>
                    <a:pt x="26" y="62"/>
                  </a:lnTo>
                  <a:lnTo>
                    <a:pt x="18" y="68"/>
                  </a:lnTo>
                  <a:lnTo>
                    <a:pt x="14" y="70"/>
                  </a:lnTo>
                  <a:lnTo>
                    <a:pt x="12" y="70"/>
                  </a:lnTo>
                  <a:lnTo>
                    <a:pt x="12" y="70"/>
                  </a:lnTo>
                  <a:lnTo>
                    <a:pt x="8" y="68"/>
                  </a:lnTo>
                  <a:lnTo>
                    <a:pt x="6" y="66"/>
                  </a:lnTo>
                  <a:lnTo>
                    <a:pt x="2" y="58"/>
                  </a:lnTo>
                  <a:lnTo>
                    <a:pt x="0" y="46"/>
                  </a:lnTo>
                  <a:lnTo>
                    <a:pt x="2" y="32"/>
                  </a:lnTo>
                  <a:lnTo>
                    <a:pt x="2" y="32"/>
                  </a:lnTo>
                  <a:lnTo>
                    <a:pt x="6" y="18"/>
                  </a:lnTo>
                  <a:lnTo>
                    <a:pt x="12" y="8"/>
                  </a:lnTo>
                  <a:lnTo>
                    <a:pt x="18" y="0"/>
                  </a:lnTo>
                  <a:lnTo>
                    <a:pt x="22" y="0"/>
                  </a:lnTo>
                  <a:lnTo>
                    <a:pt x="26" y="0"/>
                  </a:lnTo>
                  <a:lnTo>
                    <a:pt x="26" y="0"/>
                  </a:lnTo>
                  <a:lnTo>
                    <a:pt x="30" y="0"/>
                  </a:lnTo>
                  <a:lnTo>
                    <a:pt x="32" y="4"/>
                  </a:lnTo>
                  <a:lnTo>
                    <a:pt x="36" y="12"/>
                  </a:lnTo>
                  <a:lnTo>
                    <a:pt x="38" y="24"/>
                  </a:lnTo>
                  <a:lnTo>
                    <a:pt x="36" y="38"/>
                  </a:lnTo>
                  <a:lnTo>
                    <a:pt x="36"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8" name="Freeform 151"/>
            <p:cNvSpPr>
              <a:spLocks/>
            </p:cNvSpPr>
            <p:nvPr/>
          </p:nvSpPr>
          <p:spPr bwMode="auto">
            <a:xfrm>
              <a:off x="3774621" y="2592161"/>
              <a:ext cx="57150" cy="92075"/>
            </a:xfrm>
            <a:custGeom>
              <a:avLst/>
              <a:gdLst>
                <a:gd name="T0" fmla="*/ 34 w 36"/>
                <a:gd name="T1" fmla="*/ 32 h 58"/>
                <a:gd name="T2" fmla="*/ 34 w 36"/>
                <a:gd name="T3" fmla="*/ 32 h 58"/>
                <a:gd name="T4" fmla="*/ 30 w 36"/>
                <a:gd name="T5" fmla="*/ 44 h 58"/>
                <a:gd name="T6" fmla="*/ 26 w 36"/>
                <a:gd name="T7" fmla="*/ 52 h 58"/>
                <a:gd name="T8" fmla="*/ 18 w 36"/>
                <a:gd name="T9" fmla="*/ 58 h 58"/>
                <a:gd name="T10" fmla="*/ 12 w 36"/>
                <a:gd name="T11" fmla="*/ 58 h 58"/>
                <a:gd name="T12" fmla="*/ 12 w 36"/>
                <a:gd name="T13" fmla="*/ 58 h 58"/>
                <a:gd name="T14" fmla="*/ 6 w 36"/>
                <a:gd name="T15" fmla="*/ 54 h 58"/>
                <a:gd name="T16" fmla="*/ 0 w 36"/>
                <a:gd name="T17" fmla="*/ 46 h 58"/>
                <a:gd name="T18" fmla="*/ 0 w 36"/>
                <a:gd name="T19" fmla="*/ 36 h 58"/>
                <a:gd name="T20" fmla="*/ 0 w 36"/>
                <a:gd name="T21" fmla="*/ 26 h 58"/>
                <a:gd name="T22" fmla="*/ 0 w 36"/>
                <a:gd name="T23" fmla="*/ 26 h 58"/>
                <a:gd name="T24" fmla="*/ 4 w 36"/>
                <a:gd name="T25" fmla="*/ 14 h 58"/>
                <a:gd name="T26" fmla="*/ 10 w 36"/>
                <a:gd name="T27" fmla="*/ 6 h 58"/>
                <a:gd name="T28" fmla="*/ 16 w 36"/>
                <a:gd name="T29" fmla="*/ 0 h 58"/>
                <a:gd name="T30" fmla="*/ 24 w 36"/>
                <a:gd name="T31" fmla="*/ 0 h 58"/>
                <a:gd name="T32" fmla="*/ 24 w 36"/>
                <a:gd name="T33" fmla="*/ 0 h 58"/>
                <a:gd name="T34" fmla="*/ 30 w 36"/>
                <a:gd name="T35" fmla="*/ 4 h 58"/>
                <a:gd name="T36" fmla="*/ 34 w 36"/>
                <a:gd name="T37" fmla="*/ 10 h 58"/>
                <a:gd name="T38" fmla="*/ 36 w 36"/>
                <a:gd name="T39" fmla="*/ 20 h 58"/>
                <a:gd name="T40" fmla="*/ 34 w 36"/>
                <a:gd name="T41" fmla="*/ 32 h 58"/>
                <a:gd name="T42" fmla="*/ 34 w 36"/>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58">
                  <a:moveTo>
                    <a:pt x="34" y="32"/>
                  </a:moveTo>
                  <a:lnTo>
                    <a:pt x="34" y="32"/>
                  </a:lnTo>
                  <a:lnTo>
                    <a:pt x="30" y="44"/>
                  </a:lnTo>
                  <a:lnTo>
                    <a:pt x="26" y="52"/>
                  </a:lnTo>
                  <a:lnTo>
                    <a:pt x="18" y="58"/>
                  </a:lnTo>
                  <a:lnTo>
                    <a:pt x="12" y="58"/>
                  </a:lnTo>
                  <a:lnTo>
                    <a:pt x="12" y="58"/>
                  </a:lnTo>
                  <a:lnTo>
                    <a:pt x="6" y="54"/>
                  </a:lnTo>
                  <a:lnTo>
                    <a:pt x="0" y="46"/>
                  </a:lnTo>
                  <a:lnTo>
                    <a:pt x="0" y="36"/>
                  </a:lnTo>
                  <a:lnTo>
                    <a:pt x="0" y="26"/>
                  </a:lnTo>
                  <a:lnTo>
                    <a:pt x="0" y="26"/>
                  </a:lnTo>
                  <a:lnTo>
                    <a:pt x="4" y="14"/>
                  </a:lnTo>
                  <a:lnTo>
                    <a:pt x="10" y="6"/>
                  </a:lnTo>
                  <a:lnTo>
                    <a:pt x="16" y="0"/>
                  </a:lnTo>
                  <a:lnTo>
                    <a:pt x="24" y="0"/>
                  </a:lnTo>
                  <a:lnTo>
                    <a:pt x="24" y="0"/>
                  </a:lnTo>
                  <a:lnTo>
                    <a:pt x="30" y="4"/>
                  </a:lnTo>
                  <a:lnTo>
                    <a:pt x="34" y="10"/>
                  </a:lnTo>
                  <a:lnTo>
                    <a:pt x="36" y="20"/>
                  </a:lnTo>
                  <a:lnTo>
                    <a:pt x="34" y="32"/>
                  </a:lnTo>
                  <a:lnTo>
                    <a:pt x="34"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9" name="Freeform 152"/>
            <p:cNvSpPr>
              <a:spLocks/>
            </p:cNvSpPr>
            <p:nvPr/>
          </p:nvSpPr>
          <p:spPr bwMode="auto">
            <a:xfrm>
              <a:off x="3244396" y="2592161"/>
              <a:ext cx="57150" cy="111125"/>
            </a:xfrm>
            <a:custGeom>
              <a:avLst/>
              <a:gdLst>
                <a:gd name="T0" fmla="*/ 0 w 36"/>
                <a:gd name="T1" fmla="*/ 38 h 70"/>
                <a:gd name="T2" fmla="*/ 0 w 36"/>
                <a:gd name="T3" fmla="*/ 38 h 70"/>
                <a:gd name="T4" fmla="*/ 4 w 36"/>
                <a:gd name="T5" fmla="*/ 52 h 70"/>
                <a:gd name="T6" fmla="*/ 10 w 36"/>
                <a:gd name="T7" fmla="*/ 62 h 70"/>
                <a:gd name="T8" fmla="*/ 18 w 36"/>
                <a:gd name="T9" fmla="*/ 68 h 70"/>
                <a:gd name="T10" fmla="*/ 22 w 36"/>
                <a:gd name="T11" fmla="*/ 70 h 70"/>
                <a:gd name="T12" fmla="*/ 26 w 36"/>
                <a:gd name="T13" fmla="*/ 70 h 70"/>
                <a:gd name="T14" fmla="*/ 26 w 36"/>
                <a:gd name="T15" fmla="*/ 70 h 70"/>
                <a:gd name="T16" fmla="*/ 28 w 36"/>
                <a:gd name="T17" fmla="*/ 68 h 70"/>
                <a:gd name="T18" fmla="*/ 32 w 36"/>
                <a:gd name="T19" fmla="*/ 66 h 70"/>
                <a:gd name="T20" fmla="*/ 36 w 36"/>
                <a:gd name="T21" fmla="*/ 58 h 70"/>
                <a:gd name="T22" fmla="*/ 36 w 36"/>
                <a:gd name="T23" fmla="*/ 46 h 70"/>
                <a:gd name="T24" fmla="*/ 34 w 36"/>
                <a:gd name="T25" fmla="*/ 32 h 70"/>
                <a:gd name="T26" fmla="*/ 34 w 36"/>
                <a:gd name="T27" fmla="*/ 32 h 70"/>
                <a:gd name="T28" fmla="*/ 30 w 36"/>
                <a:gd name="T29" fmla="*/ 18 h 70"/>
                <a:gd name="T30" fmla="*/ 24 w 36"/>
                <a:gd name="T31" fmla="*/ 8 h 70"/>
                <a:gd name="T32" fmla="*/ 18 w 36"/>
                <a:gd name="T33" fmla="*/ 2 h 70"/>
                <a:gd name="T34" fmla="*/ 14 w 36"/>
                <a:gd name="T35" fmla="*/ 0 h 70"/>
                <a:gd name="T36" fmla="*/ 10 w 36"/>
                <a:gd name="T37" fmla="*/ 0 h 70"/>
                <a:gd name="T38" fmla="*/ 10 w 36"/>
                <a:gd name="T39" fmla="*/ 0 h 70"/>
                <a:gd name="T40" fmla="*/ 8 w 36"/>
                <a:gd name="T41" fmla="*/ 2 h 70"/>
                <a:gd name="T42" fmla="*/ 4 w 36"/>
                <a:gd name="T43" fmla="*/ 4 h 70"/>
                <a:gd name="T44" fmla="*/ 0 w 36"/>
                <a:gd name="T45" fmla="*/ 12 h 70"/>
                <a:gd name="T46" fmla="*/ 0 w 36"/>
                <a:gd name="T47" fmla="*/ 24 h 70"/>
                <a:gd name="T48" fmla="*/ 0 w 36"/>
                <a:gd name="T49" fmla="*/ 38 h 70"/>
                <a:gd name="T50" fmla="*/ 0 w 36"/>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70">
                  <a:moveTo>
                    <a:pt x="0" y="38"/>
                  </a:moveTo>
                  <a:lnTo>
                    <a:pt x="0" y="38"/>
                  </a:lnTo>
                  <a:lnTo>
                    <a:pt x="4" y="52"/>
                  </a:lnTo>
                  <a:lnTo>
                    <a:pt x="10" y="62"/>
                  </a:lnTo>
                  <a:lnTo>
                    <a:pt x="18" y="68"/>
                  </a:lnTo>
                  <a:lnTo>
                    <a:pt x="22" y="70"/>
                  </a:lnTo>
                  <a:lnTo>
                    <a:pt x="26" y="70"/>
                  </a:lnTo>
                  <a:lnTo>
                    <a:pt x="26" y="70"/>
                  </a:lnTo>
                  <a:lnTo>
                    <a:pt x="28" y="68"/>
                  </a:lnTo>
                  <a:lnTo>
                    <a:pt x="32" y="66"/>
                  </a:lnTo>
                  <a:lnTo>
                    <a:pt x="36" y="58"/>
                  </a:lnTo>
                  <a:lnTo>
                    <a:pt x="36" y="46"/>
                  </a:lnTo>
                  <a:lnTo>
                    <a:pt x="34" y="32"/>
                  </a:lnTo>
                  <a:lnTo>
                    <a:pt x="34" y="32"/>
                  </a:lnTo>
                  <a:lnTo>
                    <a:pt x="30" y="18"/>
                  </a:lnTo>
                  <a:lnTo>
                    <a:pt x="24" y="8"/>
                  </a:lnTo>
                  <a:lnTo>
                    <a:pt x="18" y="2"/>
                  </a:lnTo>
                  <a:lnTo>
                    <a:pt x="14" y="0"/>
                  </a:lnTo>
                  <a:lnTo>
                    <a:pt x="10" y="0"/>
                  </a:lnTo>
                  <a:lnTo>
                    <a:pt x="10" y="0"/>
                  </a:lnTo>
                  <a:lnTo>
                    <a:pt x="8" y="2"/>
                  </a:lnTo>
                  <a:lnTo>
                    <a:pt x="4" y="4"/>
                  </a:lnTo>
                  <a:lnTo>
                    <a:pt x="0" y="12"/>
                  </a:lnTo>
                  <a:lnTo>
                    <a:pt x="0" y="24"/>
                  </a:lnTo>
                  <a:lnTo>
                    <a:pt x="0" y="38"/>
                  </a:lnTo>
                  <a:lnTo>
                    <a:pt x="0"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0" name="Freeform 153"/>
            <p:cNvSpPr>
              <a:spLocks/>
            </p:cNvSpPr>
            <p:nvPr/>
          </p:nvSpPr>
          <p:spPr bwMode="auto">
            <a:xfrm>
              <a:off x="3257096" y="2601686"/>
              <a:ext cx="60325" cy="92075"/>
            </a:xfrm>
            <a:custGeom>
              <a:avLst/>
              <a:gdLst>
                <a:gd name="T0" fmla="*/ 2 w 38"/>
                <a:gd name="T1" fmla="*/ 32 h 58"/>
                <a:gd name="T2" fmla="*/ 2 w 38"/>
                <a:gd name="T3" fmla="*/ 32 h 58"/>
                <a:gd name="T4" fmla="*/ 6 w 38"/>
                <a:gd name="T5" fmla="*/ 44 h 58"/>
                <a:gd name="T6" fmla="*/ 12 w 38"/>
                <a:gd name="T7" fmla="*/ 52 h 58"/>
                <a:gd name="T8" fmla="*/ 18 w 38"/>
                <a:gd name="T9" fmla="*/ 58 h 58"/>
                <a:gd name="T10" fmla="*/ 26 w 38"/>
                <a:gd name="T11" fmla="*/ 58 h 58"/>
                <a:gd name="T12" fmla="*/ 26 w 38"/>
                <a:gd name="T13" fmla="*/ 58 h 58"/>
                <a:gd name="T14" fmla="*/ 32 w 38"/>
                <a:gd name="T15" fmla="*/ 54 h 58"/>
                <a:gd name="T16" fmla="*/ 36 w 38"/>
                <a:gd name="T17" fmla="*/ 48 h 58"/>
                <a:gd name="T18" fmla="*/ 38 w 38"/>
                <a:gd name="T19" fmla="*/ 38 h 58"/>
                <a:gd name="T20" fmla="*/ 36 w 38"/>
                <a:gd name="T21" fmla="*/ 26 h 58"/>
                <a:gd name="T22" fmla="*/ 36 w 38"/>
                <a:gd name="T23" fmla="*/ 26 h 58"/>
                <a:gd name="T24" fmla="*/ 32 w 38"/>
                <a:gd name="T25" fmla="*/ 14 h 58"/>
                <a:gd name="T26" fmla="*/ 26 w 38"/>
                <a:gd name="T27" fmla="*/ 6 h 58"/>
                <a:gd name="T28" fmla="*/ 20 w 38"/>
                <a:gd name="T29" fmla="*/ 0 h 58"/>
                <a:gd name="T30" fmla="*/ 12 w 38"/>
                <a:gd name="T31" fmla="*/ 0 h 58"/>
                <a:gd name="T32" fmla="*/ 12 w 38"/>
                <a:gd name="T33" fmla="*/ 0 h 58"/>
                <a:gd name="T34" fmla="*/ 6 w 38"/>
                <a:gd name="T35" fmla="*/ 4 h 58"/>
                <a:gd name="T36" fmla="*/ 2 w 38"/>
                <a:gd name="T37" fmla="*/ 10 h 58"/>
                <a:gd name="T38" fmla="*/ 0 w 38"/>
                <a:gd name="T39" fmla="*/ 20 h 58"/>
                <a:gd name="T40" fmla="*/ 2 w 38"/>
                <a:gd name="T41" fmla="*/ 32 h 58"/>
                <a:gd name="T42" fmla="*/ 2 w 38"/>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58">
                  <a:moveTo>
                    <a:pt x="2" y="32"/>
                  </a:moveTo>
                  <a:lnTo>
                    <a:pt x="2" y="32"/>
                  </a:lnTo>
                  <a:lnTo>
                    <a:pt x="6" y="44"/>
                  </a:lnTo>
                  <a:lnTo>
                    <a:pt x="12" y="52"/>
                  </a:lnTo>
                  <a:lnTo>
                    <a:pt x="18" y="58"/>
                  </a:lnTo>
                  <a:lnTo>
                    <a:pt x="26" y="58"/>
                  </a:lnTo>
                  <a:lnTo>
                    <a:pt x="26" y="58"/>
                  </a:lnTo>
                  <a:lnTo>
                    <a:pt x="32" y="54"/>
                  </a:lnTo>
                  <a:lnTo>
                    <a:pt x="36" y="48"/>
                  </a:lnTo>
                  <a:lnTo>
                    <a:pt x="38" y="38"/>
                  </a:lnTo>
                  <a:lnTo>
                    <a:pt x="36" y="26"/>
                  </a:lnTo>
                  <a:lnTo>
                    <a:pt x="36" y="26"/>
                  </a:lnTo>
                  <a:lnTo>
                    <a:pt x="32" y="14"/>
                  </a:lnTo>
                  <a:lnTo>
                    <a:pt x="26" y="6"/>
                  </a:lnTo>
                  <a:lnTo>
                    <a:pt x="20" y="0"/>
                  </a:lnTo>
                  <a:lnTo>
                    <a:pt x="12" y="0"/>
                  </a:lnTo>
                  <a:lnTo>
                    <a:pt x="12" y="0"/>
                  </a:lnTo>
                  <a:lnTo>
                    <a:pt x="6" y="4"/>
                  </a:lnTo>
                  <a:lnTo>
                    <a:pt x="2" y="10"/>
                  </a:lnTo>
                  <a:lnTo>
                    <a:pt x="0" y="20"/>
                  </a:lnTo>
                  <a:lnTo>
                    <a:pt x="2" y="32"/>
                  </a:lnTo>
                  <a:lnTo>
                    <a:pt x="2"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1" name="Freeform 154"/>
            <p:cNvSpPr>
              <a:spLocks/>
            </p:cNvSpPr>
            <p:nvPr/>
          </p:nvSpPr>
          <p:spPr bwMode="auto">
            <a:xfrm>
              <a:off x="3269796" y="2214336"/>
              <a:ext cx="546100" cy="752475"/>
            </a:xfrm>
            <a:custGeom>
              <a:avLst/>
              <a:gdLst>
                <a:gd name="T0" fmla="*/ 340 w 344"/>
                <a:gd name="T1" fmla="*/ 248 h 474"/>
                <a:gd name="T2" fmla="*/ 330 w 344"/>
                <a:gd name="T3" fmla="*/ 310 h 474"/>
                <a:gd name="T4" fmla="*/ 308 w 344"/>
                <a:gd name="T5" fmla="*/ 368 h 474"/>
                <a:gd name="T6" fmla="*/ 300 w 344"/>
                <a:gd name="T7" fmla="*/ 382 h 474"/>
                <a:gd name="T8" fmla="*/ 274 w 344"/>
                <a:gd name="T9" fmla="*/ 414 h 474"/>
                <a:gd name="T10" fmla="*/ 242 w 344"/>
                <a:gd name="T11" fmla="*/ 442 h 474"/>
                <a:gd name="T12" fmla="*/ 210 w 344"/>
                <a:gd name="T13" fmla="*/ 464 h 474"/>
                <a:gd name="T14" fmla="*/ 194 w 344"/>
                <a:gd name="T15" fmla="*/ 470 h 474"/>
                <a:gd name="T16" fmla="*/ 174 w 344"/>
                <a:gd name="T17" fmla="*/ 474 h 474"/>
                <a:gd name="T18" fmla="*/ 172 w 344"/>
                <a:gd name="T19" fmla="*/ 474 h 474"/>
                <a:gd name="T20" fmla="*/ 164 w 344"/>
                <a:gd name="T21" fmla="*/ 474 h 474"/>
                <a:gd name="T22" fmla="*/ 154 w 344"/>
                <a:gd name="T23" fmla="*/ 470 h 474"/>
                <a:gd name="T24" fmla="*/ 120 w 344"/>
                <a:gd name="T25" fmla="*/ 454 h 474"/>
                <a:gd name="T26" fmla="*/ 88 w 344"/>
                <a:gd name="T27" fmla="*/ 428 h 474"/>
                <a:gd name="T28" fmla="*/ 58 w 344"/>
                <a:gd name="T29" fmla="*/ 398 h 474"/>
                <a:gd name="T30" fmla="*/ 38 w 344"/>
                <a:gd name="T31" fmla="*/ 368 h 474"/>
                <a:gd name="T32" fmla="*/ 26 w 344"/>
                <a:gd name="T33" fmla="*/ 338 h 474"/>
                <a:gd name="T34" fmla="*/ 12 w 344"/>
                <a:gd name="T35" fmla="*/ 278 h 474"/>
                <a:gd name="T36" fmla="*/ 6 w 344"/>
                <a:gd name="T37" fmla="*/ 248 h 474"/>
                <a:gd name="T38" fmla="*/ 2 w 344"/>
                <a:gd name="T39" fmla="*/ 208 h 474"/>
                <a:gd name="T40" fmla="*/ 2 w 344"/>
                <a:gd name="T41" fmla="*/ 166 h 474"/>
                <a:gd name="T42" fmla="*/ 8 w 344"/>
                <a:gd name="T43" fmla="*/ 120 h 474"/>
                <a:gd name="T44" fmla="*/ 26 w 344"/>
                <a:gd name="T45" fmla="*/ 74 h 474"/>
                <a:gd name="T46" fmla="*/ 48 w 344"/>
                <a:gd name="T47" fmla="*/ 44 h 474"/>
                <a:gd name="T48" fmla="*/ 68 w 344"/>
                <a:gd name="T49" fmla="*/ 26 h 474"/>
                <a:gd name="T50" fmla="*/ 92 w 344"/>
                <a:gd name="T51" fmla="*/ 14 h 474"/>
                <a:gd name="T52" fmla="*/ 122 w 344"/>
                <a:gd name="T53" fmla="*/ 4 h 474"/>
                <a:gd name="T54" fmla="*/ 160 w 344"/>
                <a:gd name="T55" fmla="*/ 0 h 474"/>
                <a:gd name="T56" fmla="*/ 180 w 344"/>
                <a:gd name="T57" fmla="*/ 0 h 474"/>
                <a:gd name="T58" fmla="*/ 208 w 344"/>
                <a:gd name="T59" fmla="*/ 4 h 474"/>
                <a:gd name="T60" fmla="*/ 238 w 344"/>
                <a:gd name="T61" fmla="*/ 12 h 474"/>
                <a:gd name="T62" fmla="*/ 270 w 344"/>
                <a:gd name="T63" fmla="*/ 28 h 474"/>
                <a:gd name="T64" fmla="*/ 302 w 344"/>
                <a:gd name="T65" fmla="*/ 56 h 474"/>
                <a:gd name="T66" fmla="*/ 326 w 344"/>
                <a:gd name="T67" fmla="*/ 100 h 474"/>
                <a:gd name="T68" fmla="*/ 342 w 344"/>
                <a:gd name="T69" fmla="*/ 164 h 474"/>
                <a:gd name="T70" fmla="*/ 340 w 344"/>
                <a:gd name="T71" fmla="*/ 248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474">
                  <a:moveTo>
                    <a:pt x="340" y="248"/>
                  </a:moveTo>
                  <a:lnTo>
                    <a:pt x="340" y="248"/>
                  </a:lnTo>
                  <a:lnTo>
                    <a:pt x="336" y="278"/>
                  </a:lnTo>
                  <a:lnTo>
                    <a:pt x="330" y="310"/>
                  </a:lnTo>
                  <a:lnTo>
                    <a:pt x="320" y="338"/>
                  </a:lnTo>
                  <a:lnTo>
                    <a:pt x="308" y="368"/>
                  </a:lnTo>
                  <a:lnTo>
                    <a:pt x="308" y="368"/>
                  </a:lnTo>
                  <a:lnTo>
                    <a:pt x="300" y="382"/>
                  </a:lnTo>
                  <a:lnTo>
                    <a:pt x="288" y="398"/>
                  </a:lnTo>
                  <a:lnTo>
                    <a:pt x="274" y="414"/>
                  </a:lnTo>
                  <a:lnTo>
                    <a:pt x="258" y="428"/>
                  </a:lnTo>
                  <a:lnTo>
                    <a:pt x="242" y="442"/>
                  </a:lnTo>
                  <a:lnTo>
                    <a:pt x="226" y="454"/>
                  </a:lnTo>
                  <a:lnTo>
                    <a:pt x="210" y="464"/>
                  </a:lnTo>
                  <a:lnTo>
                    <a:pt x="194" y="470"/>
                  </a:lnTo>
                  <a:lnTo>
                    <a:pt x="194" y="470"/>
                  </a:lnTo>
                  <a:lnTo>
                    <a:pt x="182" y="474"/>
                  </a:lnTo>
                  <a:lnTo>
                    <a:pt x="174" y="474"/>
                  </a:lnTo>
                  <a:lnTo>
                    <a:pt x="174" y="474"/>
                  </a:lnTo>
                  <a:lnTo>
                    <a:pt x="172" y="474"/>
                  </a:lnTo>
                  <a:lnTo>
                    <a:pt x="172" y="474"/>
                  </a:lnTo>
                  <a:lnTo>
                    <a:pt x="164" y="474"/>
                  </a:lnTo>
                  <a:lnTo>
                    <a:pt x="154" y="470"/>
                  </a:lnTo>
                  <a:lnTo>
                    <a:pt x="154" y="470"/>
                  </a:lnTo>
                  <a:lnTo>
                    <a:pt x="138" y="464"/>
                  </a:lnTo>
                  <a:lnTo>
                    <a:pt x="120" y="454"/>
                  </a:lnTo>
                  <a:lnTo>
                    <a:pt x="104" y="442"/>
                  </a:lnTo>
                  <a:lnTo>
                    <a:pt x="88" y="428"/>
                  </a:lnTo>
                  <a:lnTo>
                    <a:pt x="72" y="414"/>
                  </a:lnTo>
                  <a:lnTo>
                    <a:pt x="58" y="398"/>
                  </a:lnTo>
                  <a:lnTo>
                    <a:pt x="48" y="382"/>
                  </a:lnTo>
                  <a:lnTo>
                    <a:pt x="38" y="368"/>
                  </a:lnTo>
                  <a:lnTo>
                    <a:pt x="38" y="368"/>
                  </a:lnTo>
                  <a:lnTo>
                    <a:pt x="26" y="338"/>
                  </a:lnTo>
                  <a:lnTo>
                    <a:pt x="18" y="308"/>
                  </a:lnTo>
                  <a:lnTo>
                    <a:pt x="12" y="278"/>
                  </a:lnTo>
                  <a:lnTo>
                    <a:pt x="6" y="248"/>
                  </a:lnTo>
                  <a:lnTo>
                    <a:pt x="6" y="248"/>
                  </a:lnTo>
                  <a:lnTo>
                    <a:pt x="4" y="236"/>
                  </a:lnTo>
                  <a:lnTo>
                    <a:pt x="2" y="208"/>
                  </a:lnTo>
                  <a:lnTo>
                    <a:pt x="0" y="188"/>
                  </a:lnTo>
                  <a:lnTo>
                    <a:pt x="2" y="166"/>
                  </a:lnTo>
                  <a:lnTo>
                    <a:pt x="4" y="144"/>
                  </a:lnTo>
                  <a:lnTo>
                    <a:pt x="8" y="120"/>
                  </a:lnTo>
                  <a:lnTo>
                    <a:pt x="16" y="96"/>
                  </a:lnTo>
                  <a:lnTo>
                    <a:pt x="26" y="74"/>
                  </a:lnTo>
                  <a:lnTo>
                    <a:pt x="40" y="54"/>
                  </a:lnTo>
                  <a:lnTo>
                    <a:pt x="48" y="44"/>
                  </a:lnTo>
                  <a:lnTo>
                    <a:pt x="58" y="34"/>
                  </a:lnTo>
                  <a:lnTo>
                    <a:pt x="68" y="26"/>
                  </a:lnTo>
                  <a:lnTo>
                    <a:pt x="80" y="20"/>
                  </a:lnTo>
                  <a:lnTo>
                    <a:pt x="92" y="14"/>
                  </a:lnTo>
                  <a:lnTo>
                    <a:pt x="108" y="8"/>
                  </a:lnTo>
                  <a:lnTo>
                    <a:pt x="122" y="4"/>
                  </a:lnTo>
                  <a:lnTo>
                    <a:pt x="140" y="2"/>
                  </a:lnTo>
                  <a:lnTo>
                    <a:pt x="160" y="0"/>
                  </a:lnTo>
                  <a:lnTo>
                    <a:pt x="180" y="0"/>
                  </a:lnTo>
                  <a:lnTo>
                    <a:pt x="180" y="0"/>
                  </a:lnTo>
                  <a:lnTo>
                    <a:pt x="188" y="0"/>
                  </a:lnTo>
                  <a:lnTo>
                    <a:pt x="208" y="4"/>
                  </a:lnTo>
                  <a:lnTo>
                    <a:pt x="222" y="6"/>
                  </a:lnTo>
                  <a:lnTo>
                    <a:pt x="238" y="12"/>
                  </a:lnTo>
                  <a:lnTo>
                    <a:pt x="254" y="18"/>
                  </a:lnTo>
                  <a:lnTo>
                    <a:pt x="270" y="28"/>
                  </a:lnTo>
                  <a:lnTo>
                    <a:pt x="286" y="40"/>
                  </a:lnTo>
                  <a:lnTo>
                    <a:pt x="302" y="56"/>
                  </a:lnTo>
                  <a:lnTo>
                    <a:pt x="316" y="76"/>
                  </a:lnTo>
                  <a:lnTo>
                    <a:pt x="326" y="100"/>
                  </a:lnTo>
                  <a:lnTo>
                    <a:pt x="336" y="130"/>
                  </a:lnTo>
                  <a:lnTo>
                    <a:pt x="342" y="164"/>
                  </a:lnTo>
                  <a:lnTo>
                    <a:pt x="344" y="202"/>
                  </a:lnTo>
                  <a:lnTo>
                    <a:pt x="340" y="248"/>
                  </a:lnTo>
                  <a:lnTo>
                    <a:pt x="340" y="24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2" name="Freeform 155"/>
            <p:cNvSpPr>
              <a:spLocks/>
            </p:cNvSpPr>
            <p:nvPr/>
          </p:nvSpPr>
          <p:spPr bwMode="auto">
            <a:xfrm>
              <a:off x="3095171" y="3062061"/>
              <a:ext cx="892175" cy="263525"/>
            </a:xfrm>
            <a:custGeom>
              <a:avLst/>
              <a:gdLst>
                <a:gd name="T0" fmla="*/ 554 w 562"/>
                <a:gd name="T1" fmla="*/ 114 h 166"/>
                <a:gd name="T2" fmla="*/ 554 w 562"/>
                <a:gd name="T3" fmla="*/ 114 h 166"/>
                <a:gd name="T4" fmla="*/ 548 w 562"/>
                <a:gd name="T5" fmla="*/ 98 h 166"/>
                <a:gd name="T6" fmla="*/ 538 w 562"/>
                <a:gd name="T7" fmla="*/ 80 h 166"/>
                <a:gd name="T8" fmla="*/ 528 w 562"/>
                <a:gd name="T9" fmla="*/ 66 h 166"/>
                <a:gd name="T10" fmla="*/ 514 w 562"/>
                <a:gd name="T11" fmla="*/ 52 h 166"/>
                <a:gd name="T12" fmla="*/ 500 w 562"/>
                <a:gd name="T13" fmla="*/ 42 h 166"/>
                <a:gd name="T14" fmla="*/ 482 w 562"/>
                <a:gd name="T15" fmla="*/ 32 h 166"/>
                <a:gd name="T16" fmla="*/ 466 w 562"/>
                <a:gd name="T17" fmla="*/ 26 h 166"/>
                <a:gd name="T18" fmla="*/ 446 w 562"/>
                <a:gd name="T19" fmla="*/ 24 h 166"/>
                <a:gd name="T20" fmla="*/ 446 w 562"/>
                <a:gd name="T21" fmla="*/ 24 h 166"/>
                <a:gd name="T22" fmla="*/ 406 w 562"/>
                <a:gd name="T23" fmla="*/ 18 h 166"/>
                <a:gd name="T24" fmla="*/ 364 w 562"/>
                <a:gd name="T25" fmla="*/ 12 h 166"/>
                <a:gd name="T26" fmla="*/ 282 w 562"/>
                <a:gd name="T27" fmla="*/ 0 h 166"/>
                <a:gd name="T28" fmla="*/ 282 w 562"/>
                <a:gd name="T29" fmla="*/ 0 h 166"/>
                <a:gd name="T30" fmla="*/ 198 w 562"/>
                <a:gd name="T31" fmla="*/ 12 h 166"/>
                <a:gd name="T32" fmla="*/ 156 w 562"/>
                <a:gd name="T33" fmla="*/ 18 h 166"/>
                <a:gd name="T34" fmla="*/ 116 w 562"/>
                <a:gd name="T35" fmla="*/ 24 h 166"/>
                <a:gd name="T36" fmla="*/ 116 w 562"/>
                <a:gd name="T37" fmla="*/ 24 h 166"/>
                <a:gd name="T38" fmla="*/ 96 w 562"/>
                <a:gd name="T39" fmla="*/ 26 h 166"/>
                <a:gd name="T40" fmla="*/ 80 w 562"/>
                <a:gd name="T41" fmla="*/ 32 h 166"/>
                <a:gd name="T42" fmla="*/ 62 w 562"/>
                <a:gd name="T43" fmla="*/ 42 h 166"/>
                <a:gd name="T44" fmla="*/ 48 w 562"/>
                <a:gd name="T45" fmla="*/ 52 h 166"/>
                <a:gd name="T46" fmla="*/ 34 w 562"/>
                <a:gd name="T47" fmla="*/ 66 h 166"/>
                <a:gd name="T48" fmla="*/ 24 w 562"/>
                <a:gd name="T49" fmla="*/ 80 h 166"/>
                <a:gd name="T50" fmla="*/ 14 w 562"/>
                <a:gd name="T51" fmla="*/ 98 h 166"/>
                <a:gd name="T52" fmla="*/ 8 w 562"/>
                <a:gd name="T53" fmla="*/ 114 h 166"/>
                <a:gd name="T54" fmla="*/ 8 w 562"/>
                <a:gd name="T55" fmla="*/ 114 h 166"/>
                <a:gd name="T56" fmla="*/ 2 w 562"/>
                <a:gd name="T57" fmla="*/ 140 h 166"/>
                <a:gd name="T58" fmla="*/ 0 w 562"/>
                <a:gd name="T59" fmla="*/ 166 h 166"/>
                <a:gd name="T60" fmla="*/ 282 w 562"/>
                <a:gd name="T61" fmla="*/ 166 h 166"/>
                <a:gd name="T62" fmla="*/ 562 w 562"/>
                <a:gd name="T63" fmla="*/ 166 h 166"/>
                <a:gd name="T64" fmla="*/ 562 w 562"/>
                <a:gd name="T65" fmla="*/ 166 h 166"/>
                <a:gd name="T66" fmla="*/ 560 w 562"/>
                <a:gd name="T67" fmla="*/ 140 h 166"/>
                <a:gd name="T68" fmla="*/ 554 w 562"/>
                <a:gd name="T69" fmla="*/ 114 h 166"/>
                <a:gd name="T70" fmla="*/ 554 w 562"/>
                <a:gd name="T71" fmla="*/ 11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2" h="166">
                  <a:moveTo>
                    <a:pt x="554" y="114"/>
                  </a:moveTo>
                  <a:lnTo>
                    <a:pt x="554" y="114"/>
                  </a:lnTo>
                  <a:lnTo>
                    <a:pt x="548" y="98"/>
                  </a:lnTo>
                  <a:lnTo>
                    <a:pt x="538" y="80"/>
                  </a:lnTo>
                  <a:lnTo>
                    <a:pt x="528" y="66"/>
                  </a:lnTo>
                  <a:lnTo>
                    <a:pt x="514" y="52"/>
                  </a:lnTo>
                  <a:lnTo>
                    <a:pt x="500" y="42"/>
                  </a:lnTo>
                  <a:lnTo>
                    <a:pt x="482" y="32"/>
                  </a:lnTo>
                  <a:lnTo>
                    <a:pt x="466" y="26"/>
                  </a:lnTo>
                  <a:lnTo>
                    <a:pt x="446" y="24"/>
                  </a:lnTo>
                  <a:lnTo>
                    <a:pt x="446" y="24"/>
                  </a:lnTo>
                  <a:lnTo>
                    <a:pt x="406" y="18"/>
                  </a:lnTo>
                  <a:lnTo>
                    <a:pt x="364" y="12"/>
                  </a:lnTo>
                  <a:lnTo>
                    <a:pt x="282" y="0"/>
                  </a:lnTo>
                  <a:lnTo>
                    <a:pt x="282" y="0"/>
                  </a:lnTo>
                  <a:lnTo>
                    <a:pt x="198" y="12"/>
                  </a:lnTo>
                  <a:lnTo>
                    <a:pt x="156" y="18"/>
                  </a:lnTo>
                  <a:lnTo>
                    <a:pt x="116" y="24"/>
                  </a:lnTo>
                  <a:lnTo>
                    <a:pt x="116" y="24"/>
                  </a:lnTo>
                  <a:lnTo>
                    <a:pt x="96" y="26"/>
                  </a:lnTo>
                  <a:lnTo>
                    <a:pt x="80" y="32"/>
                  </a:lnTo>
                  <a:lnTo>
                    <a:pt x="62" y="42"/>
                  </a:lnTo>
                  <a:lnTo>
                    <a:pt x="48" y="52"/>
                  </a:lnTo>
                  <a:lnTo>
                    <a:pt x="34" y="66"/>
                  </a:lnTo>
                  <a:lnTo>
                    <a:pt x="24" y="80"/>
                  </a:lnTo>
                  <a:lnTo>
                    <a:pt x="14" y="98"/>
                  </a:lnTo>
                  <a:lnTo>
                    <a:pt x="8" y="114"/>
                  </a:lnTo>
                  <a:lnTo>
                    <a:pt x="8" y="114"/>
                  </a:lnTo>
                  <a:lnTo>
                    <a:pt x="2" y="140"/>
                  </a:lnTo>
                  <a:lnTo>
                    <a:pt x="0" y="166"/>
                  </a:lnTo>
                  <a:lnTo>
                    <a:pt x="282" y="166"/>
                  </a:lnTo>
                  <a:lnTo>
                    <a:pt x="562" y="166"/>
                  </a:lnTo>
                  <a:lnTo>
                    <a:pt x="562" y="166"/>
                  </a:lnTo>
                  <a:lnTo>
                    <a:pt x="560" y="140"/>
                  </a:lnTo>
                  <a:lnTo>
                    <a:pt x="554" y="114"/>
                  </a:lnTo>
                  <a:lnTo>
                    <a:pt x="554" y="11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3" name="Freeform 156"/>
            <p:cNvSpPr>
              <a:spLocks/>
            </p:cNvSpPr>
            <p:nvPr/>
          </p:nvSpPr>
          <p:spPr bwMode="auto">
            <a:xfrm>
              <a:off x="2834821" y="3331936"/>
              <a:ext cx="431800" cy="396875"/>
            </a:xfrm>
            <a:custGeom>
              <a:avLst/>
              <a:gdLst>
                <a:gd name="T0" fmla="*/ 116 w 272"/>
                <a:gd name="T1" fmla="*/ 224 h 250"/>
                <a:gd name="T2" fmla="*/ 116 w 272"/>
                <a:gd name="T3" fmla="*/ 224 h 250"/>
                <a:gd name="T4" fmla="*/ 98 w 272"/>
                <a:gd name="T5" fmla="*/ 234 h 250"/>
                <a:gd name="T6" fmla="*/ 84 w 272"/>
                <a:gd name="T7" fmla="*/ 242 h 250"/>
                <a:gd name="T8" fmla="*/ 70 w 272"/>
                <a:gd name="T9" fmla="*/ 246 h 250"/>
                <a:gd name="T10" fmla="*/ 58 w 272"/>
                <a:gd name="T11" fmla="*/ 250 h 250"/>
                <a:gd name="T12" fmla="*/ 46 w 272"/>
                <a:gd name="T13" fmla="*/ 250 h 250"/>
                <a:gd name="T14" fmla="*/ 38 w 272"/>
                <a:gd name="T15" fmla="*/ 250 h 250"/>
                <a:gd name="T16" fmla="*/ 30 w 272"/>
                <a:gd name="T17" fmla="*/ 250 h 250"/>
                <a:gd name="T18" fmla="*/ 22 w 272"/>
                <a:gd name="T19" fmla="*/ 248 h 250"/>
                <a:gd name="T20" fmla="*/ 12 w 272"/>
                <a:gd name="T21" fmla="*/ 242 h 250"/>
                <a:gd name="T22" fmla="*/ 4 w 272"/>
                <a:gd name="T23" fmla="*/ 234 h 250"/>
                <a:gd name="T24" fmla="*/ 0 w 272"/>
                <a:gd name="T25" fmla="*/ 226 h 250"/>
                <a:gd name="T26" fmla="*/ 136 w 272"/>
                <a:gd name="T27" fmla="*/ 0 h 250"/>
                <a:gd name="T28" fmla="*/ 272 w 272"/>
                <a:gd name="T29" fmla="*/ 52 h 250"/>
                <a:gd name="T30" fmla="*/ 272 w 272"/>
                <a:gd name="T31" fmla="*/ 52 h 250"/>
                <a:gd name="T32" fmla="*/ 262 w 272"/>
                <a:gd name="T33" fmla="*/ 72 h 250"/>
                <a:gd name="T34" fmla="*/ 250 w 272"/>
                <a:gd name="T35" fmla="*/ 94 h 250"/>
                <a:gd name="T36" fmla="*/ 232 w 272"/>
                <a:gd name="T37" fmla="*/ 120 h 250"/>
                <a:gd name="T38" fmla="*/ 210 w 272"/>
                <a:gd name="T39" fmla="*/ 150 h 250"/>
                <a:gd name="T40" fmla="*/ 182 w 272"/>
                <a:gd name="T41" fmla="*/ 178 h 250"/>
                <a:gd name="T42" fmla="*/ 168 w 272"/>
                <a:gd name="T43" fmla="*/ 192 h 250"/>
                <a:gd name="T44" fmla="*/ 152 w 272"/>
                <a:gd name="T45" fmla="*/ 204 h 250"/>
                <a:gd name="T46" fmla="*/ 134 w 272"/>
                <a:gd name="T47" fmla="*/ 216 h 250"/>
                <a:gd name="T48" fmla="*/ 116 w 272"/>
                <a:gd name="T49" fmla="*/ 224 h 250"/>
                <a:gd name="T50" fmla="*/ 116 w 272"/>
                <a:gd name="T51" fmla="*/ 22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2" h="250">
                  <a:moveTo>
                    <a:pt x="116" y="224"/>
                  </a:moveTo>
                  <a:lnTo>
                    <a:pt x="116" y="224"/>
                  </a:lnTo>
                  <a:lnTo>
                    <a:pt x="98" y="234"/>
                  </a:lnTo>
                  <a:lnTo>
                    <a:pt x="84" y="242"/>
                  </a:lnTo>
                  <a:lnTo>
                    <a:pt x="70" y="246"/>
                  </a:lnTo>
                  <a:lnTo>
                    <a:pt x="58" y="250"/>
                  </a:lnTo>
                  <a:lnTo>
                    <a:pt x="46" y="250"/>
                  </a:lnTo>
                  <a:lnTo>
                    <a:pt x="38" y="250"/>
                  </a:lnTo>
                  <a:lnTo>
                    <a:pt x="30" y="250"/>
                  </a:lnTo>
                  <a:lnTo>
                    <a:pt x="22" y="248"/>
                  </a:lnTo>
                  <a:lnTo>
                    <a:pt x="12" y="242"/>
                  </a:lnTo>
                  <a:lnTo>
                    <a:pt x="4" y="234"/>
                  </a:lnTo>
                  <a:lnTo>
                    <a:pt x="0" y="226"/>
                  </a:lnTo>
                  <a:lnTo>
                    <a:pt x="136" y="0"/>
                  </a:lnTo>
                  <a:lnTo>
                    <a:pt x="272" y="52"/>
                  </a:lnTo>
                  <a:lnTo>
                    <a:pt x="272" y="52"/>
                  </a:lnTo>
                  <a:lnTo>
                    <a:pt x="262" y="72"/>
                  </a:lnTo>
                  <a:lnTo>
                    <a:pt x="250" y="94"/>
                  </a:lnTo>
                  <a:lnTo>
                    <a:pt x="232" y="120"/>
                  </a:lnTo>
                  <a:lnTo>
                    <a:pt x="210" y="150"/>
                  </a:lnTo>
                  <a:lnTo>
                    <a:pt x="182" y="178"/>
                  </a:lnTo>
                  <a:lnTo>
                    <a:pt x="168" y="192"/>
                  </a:lnTo>
                  <a:lnTo>
                    <a:pt x="152" y="204"/>
                  </a:lnTo>
                  <a:lnTo>
                    <a:pt x="134" y="216"/>
                  </a:lnTo>
                  <a:lnTo>
                    <a:pt x="116" y="224"/>
                  </a:lnTo>
                  <a:lnTo>
                    <a:pt x="116" y="22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4" name="Freeform 157"/>
            <p:cNvSpPr>
              <a:spLocks/>
            </p:cNvSpPr>
            <p:nvPr/>
          </p:nvSpPr>
          <p:spPr bwMode="auto">
            <a:xfrm>
              <a:off x="3260271" y="3325586"/>
              <a:ext cx="561975" cy="682625"/>
            </a:xfrm>
            <a:custGeom>
              <a:avLst/>
              <a:gdLst>
                <a:gd name="T0" fmla="*/ 18 w 354"/>
                <a:gd name="T1" fmla="*/ 0 h 430"/>
                <a:gd name="T2" fmla="*/ 346 w 354"/>
                <a:gd name="T3" fmla="*/ 0 h 430"/>
                <a:gd name="T4" fmla="*/ 346 w 354"/>
                <a:gd name="T5" fmla="*/ 0 h 430"/>
                <a:gd name="T6" fmla="*/ 342 w 354"/>
                <a:gd name="T7" fmla="*/ 12 h 430"/>
                <a:gd name="T8" fmla="*/ 334 w 354"/>
                <a:gd name="T9" fmla="*/ 44 h 430"/>
                <a:gd name="T10" fmla="*/ 324 w 354"/>
                <a:gd name="T11" fmla="*/ 92 h 430"/>
                <a:gd name="T12" fmla="*/ 314 w 354"/>
                <a:gd name="T13" fmla="*/ 154 h 430"/>
                <a:gd name="T14" fmla="*/ 312 w 354"/>
                <a:gd name="T15" fmla="*/ 186 h 430"/>
                <a:gd name="T16" fmla="*/ 310 w 354"/>
                <a:gd name="T17" fmla="*/ 222 h 430"/>
                <a:gd name="T18" fmla="*/ 310 w 354"/>
                <a:gd name="T19" fmla="*/ 258 h 430"/>
                <a:gd name="T20" fmla="*/ 314 w 354"/>
                <a:gd name="T21" fmla="*/ 294 h 430"/>
                <a:gd name="T22" fmla="*/ 318 w 354"/>
                <a:gd name="T23" fmla="*/ 330 h 430"/>
                <a:gd name="T24" fmla="*/ 328 w 354"/>
                <a:gd name="T25" fmla="*/ 364 h 430"/>
                <a:gd name="T26" fmla="*/ 338 w 354"/>
                <a:gd name="T27" fmla="*/ 398 h 430"/>
                <a:gd name="T28" fmla="*/ 354 w 354"/>
                <a:gd name="T29" fmla="*/ 430 h 430"/>
                <a:gd name="T30" fmla="*/ 0 w 354"/>
                <a:gd name="T31" fmla="*/ 430 h 430"/>
                <a:gd name="T32" fmla="*/ 0 w 354"/>
                <a:gd name="T33" fmla="*/ 430 h 430"/>
                <a:gd name="T34" fmla="*/ 4 w 354"/>
                <a:gd name="T35" fmla="*/ 424 h 430"/>
                <a:gd name="T36" fmla="*/ 12 w 354"/>
                <a:gd name="T37" fmla="*/ 406 h 430"/>
                <a:gd name="T38" fmla="*/ 22 w 354"/>
                <a:gd name="T39" fmla="*/ 374 h 430"/>
                <a:gd name="T40" fmla="*/ 26 w 354"/>
                <a:gd name="T41" fmla="*/ 354 h 430"/>
                <a:gd name="T42" fmla="*/ 32 w 354"/>
                <a:gd name="T43" fmla="*/ 330 h 430"/>
                <a:gd name="T44" fmla="*/ 36 w 354"/>
                <a:gd name="T45" fmla="*/ 302 h 430"/>
                <a:gd name="T46" fmla="*/ 40 w 354"/>
                <a:gd name="T47" fmla="*/ 270 h 430"/>
                <a:gd name="T48" fmla="*/ 40 w 354"/>
                <a:gd name="T49" fmla="*/ 236 h 430"/>
                <a:gd name="T50" fmla="*/ 40 w 354"/>
                <a:gd name="T51" fmla="*/ 196 h 430"/>
                <a:gd name="T52" fmla="*/ 38 w 354"/>
                <a:gd name="T53" fmla="*/ 154 h 430"/>
                <a:gd name="T54" fmla="*/ 34 w 354"/>
                <a:gd name="T55" fmla="*/ 106 h 430"/>
                <a:gd name="T56" fmla="*/ 28 w 354"/>
                <a:gd name="T57" fmla="*/ 56 h 430"/>
                <a:gd name="T58" fmla="*/ 18 w 354"/>
                <a:gd name="T59" fmla="*/ 0 h 430"/>
                <a:gd name="T60" fmla="*/ 18 w 354"/>
                <a:gd name="T61" fmla="*/ 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4" h="430">
                  <a:moveTo>
                    <a:pt x="18" y="0"/>
                  </a:moveTo>
                  <a:lnTo>
                    <a:pt x="346" y="0"/>
                  </a:lnTo>
                  <a:lnTo>
                    <a:pt x="346" y="0"/>
                  </a:lnTo>
                  <a:lnTo>
                    <a:pt x="342" y="12"/>
                  </a:lnTo>
                  <a:lnTo>
                    <a:pt x="334" y="44"/>
                  </a:lnTo>
                  <a:lnTo>
                    <a:pt x="324" y="92"/>
                  </a:lnTo>
                  <a:lnTo>
                    <a:pt x="314" y="154"/>
                  </a:lnTo>
                  <a:lnTo>
                    <a:pt x="312" y="186"/>
                  </a:lnTo>
                  <a:lnTo>
                    <a:pt x="310" y="222"/>
                  </a:lnTo>
                  <a:lnTo>
                    <a:pt x="310" y="258"/>
                  </a:lnTo>
                  <a:lnTo>
                    <a:pt x="314" y="294"/>
                  </a:lnTo>
                  <a:lnTo>
                    <a:pt x="318" y="330"/>
                  </a:lnTo>
                  <a:lnTo>
                    <a:pt x="328" y="364"/>
                  </a:lnTo>
                  <a:lnTo>
                    <a:pt x="338" y="398"/>
                  </a:lnTo>
                  <a:lnTo>
                    <a:pt x="354" y="430"/>
                  </a:lnTo>
                  <a:lnTo>
                    <a:pt x="0" y="430"/>
                  </a:lnTo>
                  <a:lnTo>
                    <a:pt x="0" y="430"/>
                  </a:lnTo>
                  <a:lnTo>
                    <a:pt x="4" y="424"/>
                  </a:lnTo>
                  <a:lnTo>
                    <a:pt x="12" y="406"/>
                  </a:lnTo>
                  <a:lnTo>
                    <a:pt x="22" y="374"/>
                  </a:lnTo>
                  <a:lnTo>
                    <a:pt x="26" y="354"/>
                  </a:lnTo>
                  <a:lnTo>
                    <a:pt x="32" y="330"/>
                  </a:lnTo>
                  <a:lnTo>
                    <a:pt x="36" y="302"/>
                  </a:lnTo>
                  <a:lnTo>
                    <a:pt x="40" y="270"/>
                  </a:lnTo>
                  <a:lnTo>
                    <a:pt x="40" y="236"/>
                  </a:lnTo>
                  <a:lnTo>
                    <a:pt x="40" y="196"/>
                  </a:lnTo>
                  <a:lnTo>
                    <a:pt x="38" y="154"/>
                  </a:lnTo>
                  <a:lnTo>
                    <a:pt x="34" y="106"/>
                  </a:lnTo>
                  <a:lnTo>
                    <a:pt x="28" y="56"/>
                  </a:lnTo>
                  <a:lnTo>
                    <a:pt x="18" y="0"/>
                  </a:lnTo>
                  <a:lnTo>
                    <a:pt x="18"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5" name="Freeform 158"/>
            <p:cNvSpPr>
              <a:spLocks/>
            </p:cNvSpPr>
            <p:nvPr/>
          </p:nvSpPr>
          <p:spPr bwMode="auto">
            <a:xfrm>
              <a:off x="3107871" y="3887561"/>
              <a:ext cx="857250" cy="450850"/>
            </a:xfrm>
            <a:custGeom>
              <a:avLst/>
              <a:gdLst>
                <a:gd name="T0" fmla="*/ 100 w 540"/>
                <a:gd name="T1" fmla="*/ 0 h 284"/>
                <a:gd name="T2" fmla="*/ 436 w 540"/>
                <a:gd name="T3" fmla="*/ 0 h 284"/>
                <a:gd name="T4" fmla="*/ 436 w 540"/>
                <a:gd name="T5" fmla="*/ 0 h 284"/>
                <a:gd name="T6" fmla="*/ 450 w 540"/>
                <a:gd name="T7" fmla="*/ 16 h 284"/>
                <a:gd name="T8" fmla="*/ 478 w 540"/>
                <a:gd name="T9" fmla="*/ 54 h 284"/>
                <a:gd name="T10" fmla="*/ 496 w 540"/>
                <a:gd name="T11" fmla="*/ 80 h 284"/>
                <a:gd name="T12" fmla="*/ 512 w 540"/>
                <a:gd name="T13" fmla="*/ 106 h 284"/>
                <a:gd name="T14" fmla="*/ 526 w 540"/>
                <a:gd name="T15" fmla="*/ 136 h 284"/>
                <a:gd name="T16" fmla="*/ 536 w 540"/>
                <a:gd name="T17" fmla="*/ 164 h 284"/>
                <a:gd name="T18" fmla="*/ 538 w 540"/>
                <a:gd name="T19" fmla="*/ 180 h 284"/>
                <a:gd name="T20" fmla="*/ 540 w 540"/>
                <a:gd name="T21" fmla="*/ 194 h 284"/>
                <a:gd name="T22" fmla="*/ 538 w 540"/>
                <a:gd name="T23" fmla="*/ 206 h 284"/>
                <a:gd name="T24" fmla="*/ 536 w 540"/>
                <a:gd name="T25" fmla="*/ 220 h 284"/>
                <a:gd name="T26" fmla="*/ 530 w 540"/>
                <a:gd name="T27" fmla="*/ 232 h 284"/>
                <a:gd name="T28" fmla="*/ 524 w 540"/>
                <a:gd name="T29" fmla="*/ 242 h 284"/>
                <a:gd name="T30" fmla="*/ 514 w 540"/>
                <a:gd name="T31" fmla="*/ 252 h 284"/>
                <a:gd name="T32" fmla="*/ 500 w 540"/>
                <a:gd name="T33" fmla="*/ 260 h 284"/>
                <a:gd name="T34" fmla="*/ 484 w 540"/>
                <a:gd name="T35" fmla="*/ 268 h 284"/>
                <a:gd name="T36" fmla="*/ 466 w 540"/>
                <a:gd name="T37" fmla="*/ 274 h 284"/>
                <a:gd name="T38" fmla="*/ 442 w 540"/>
                <a:gd name="T39" fmla="*/ 278 h 284"/>
                <a:gd name="T40" fmla="*/ 416 w 540"/>
                <a:gd name="T41" fmla="*/ 280 h 284"/>
                <a:gd name="T42" fmla="*/ 386 w 540"/>
                <a:gd name="T43" fmla="*/ 280 h 284"/>
                <a:gd name="T44" fmla="*/ 352 w 540"/>
                <a:gd name="T45" fmla="*/ 280 h 284"/>
                <a:gd name="T46" fmla="*/ 314 w 540"/>
                <a:gd name="T47" fmla="*/ 276 h 284"/>
                <a:gd name="T48" fmla="*/ 270 w 540"/>
                <a:gd name="T49" fmla="*/ 268 h 284"/>
                <a:gd name="T50" fmla="*/ 270 w 540"/>
                <a:gd name="T51" fmla="*/ 268 h 284"/>
                <a:gd name="T52" fmla="*/ 250 w 540"/>
                <a:gd name="T53" fmla="*/ 274 h 284"/>
                <a:gd name="T54" fmla="*/ 202 w 540"/>
                <a:gd name="T55" fmla="*/ 280 h 284"/>
                <a:gd name="T56" fmla="*/ 170 w 540"/>
                <a:gd name="T57" fmla="*/ 284 h 284"/>
                <a:gd name="T58" fmla="*/ 138 w 540"/>
                <a:gd name="T59" fmla="*/ 284 h 284"/>
                <a:gd name="T60" fmla="*/ 104 w 540"/>
                <a:gd name="T61" fmla="*/ 284 h 284"/>
                <a:gd name="T62" fmla="*/ 74 w 540"/>
                <a:gd name="T63" fmla="*/ 278 h 284"/>
                <a:gd name="T64" fmla="*/ 58 w 540"/>
                <a:gd name="T65" fmla="*/ 274 h 284"/>
                <a:gd name="T66" fmla="*/ 46 w 540"/>
                <a:gd name="T67" fmla="*/ 268 h 284"/>
                <a:gd name="T68" fmla="*/ 34 w 540"/>
                <a:gd name="T69" fmla="*/ 262 h 284"/>
                <a:gd name="T70" fmla="*/ 22 w 540"/>
                <a:gd name="T71" fmla="*/ 254 h 284"/>
                <a:gd name="T72" fmla="*/ 14 w 540"/>
                <a:gd name="T73" fmla="*/ 244 h 284"/>
                <a:gd name="T74" fmla="*/ 8 w 540"/>
                <a:gd name="T75" fmla="*/ 232 h 284"/>
                <a:gd name="T76" fmla="*/ 2 w 540"/>
                <a:gd name="T77" fmla="*/ 220 h 284"/>
                <a:gd name="T78" fmla="*/ 0 w 540"/>
                <a:gd name="T79" fmla="*/ 204 h 284"/>
                <a:gd name="T80" fmla="*/ 2 w 540"/>
                <a:gd name="T81" fmla="*/ 186 h 284"/>
                <a:gd name="T82" fmla="*/ 6 w 540"/>
                <a:gd name="T83" fmla="*/ 168 h 284"/>
                <a:gd name="T84" fmla="*/ 12 w 540"/>
                <a:gd name="T85" fmla="*/ 146 h 284"/>
                <a:gd name="T86" fmla="*/ 22 w 540"/>
                <a:gd name="T87" fmla="*/ 122 h 284"/>
                <a:gd name="T88" fmla="*/ 36 w 540"/>
                <a:gd name="T89" fmla="*/ 96 h 284"/>
                <a:gd name="T90" fmla="*/ 54 w 540"/>
                <a:gd name="T91" fmla="*/ 66 h 284"/>
                <a:gd name="T92" fmla="*/ 74 w 540"/>
                <a:gd name="T93" fmla="*/ 36 h 284"/>
                <a:gd name="T94" fmla="*/ 100 w 540"/>
                <a:gd name="T95" fmla="*/ 0 h 284"/>
                <a:gd name="T96" fmla="*/ 100 w 540"/>
                <a:gd name="T97"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0" h="284">
                  <a:moveTo>
                    <a:pt x="100" y="0"/>
                  </a:moveTo>
                  <a:lnTo>
                    <a:pt x="436" y="0"/>
                  </a:lnTo>
                  <a:lnTo>
                    <a:pt x="436" y="0"/>
                  </a:lnTo>
                  <a:lnTo>
                    <a:pt x="450" y="16"/>
                  </a:lnTo>
                  <a:lnTo>
                    <a:pt x="478" y="54"/>
                  </a:lnTo>
                  <a:lnTo>
                    <a:pt x="496" y="80"/>
                  </a:lnTo>
                  <a:lnTo>
                    <a:pt x="512" y="106"/>
                  </a:lnTo>
                  <a:lnTo>
                    <a:pt x="526" y="136"/>
                  </a:lnTo>
                  <a:lnTo>
                    <a:pt x="536" y="164"/>
                  </a:lnTo>
                  <a:lnTo>
                    <a:pt x="538" y="180"/>
                  </a:lnTo>
                  <a:lnTo>
                    <a:pt x="540" y="194"/>
                  </a:lnTo>
                  <a:lnTo>
                    <a:pt x="538" y="206"/>
                  </a:lnTo>
                  <a:lnTo>
                    <a:pt x="536" y="220"/>
                  </a:lnTo>
                  <a:lnTo>
                    <a:pt x="530" y="232"/>
                  </a:lnTo>
                  <a:lnTo>
                    <a:pt x="524" y="242"/>
                  </a:lnTo>
                  <a:lnTo>
                    <a:pt x="514" y="252"/>
                  </a:lnTo>
                  <a:lnTo>
                    <a:pt x="500" y="260"/>
                  </a:lnTo>
                  <a:lnTo>
                    <a:pt x="484" y="268"/>
                  </a:lnTo>
                  <a:lnTo>
                    <a:pt x="466" y="274"/>
                  </a:lnTo>
                  <a:lnTo>
                    <a:pt x="442" y="278"/>
                  </a:lnTo>
                  <a:lnTo>
                    <a:pt x="416" y="280"/>
                  </a:lnTo>
                  <a:lnTo>
                    <a:pt x="386" y="280"/>
                  </a:lnTo>
                  <a:lnTo>
                    <a:pt x="352" y="280"/>
                  </a:lnTo>
                  <a:lnTo>
                    <a:pt x="314" y="276"/>
                  </a:lnTo>
                  <a:lnTo>
                    <a:pt x="270" y="268"/>
                  </a:lnTo>
                  <a:lnTo>
                    <a:pt x="270" y="268"/>
                  </a:lnTo>
                  <a:lnTo>
                    <a:pt x="250" y="274"/>
                  </a:lnTo>
                  <a:lnTo>
                    <a:pt x="202" y="280"/>
                  </a:lnTo>
                  <a:lnTo>
                    <a:pt x="170" y="284"/>
                  </a:lnTo>
                  <a:lnTo>
                    <a:pt x="138" y="284"/>
                  </a:lnTo>
                  <a:lnTo>
                    <a:pt x="104" y="284"/>
                  </a:lnTo>
                  <a:lnTo>
                    <a:pt x="74" y="278"/>
                  </a:lnTo>
                  <a:lnTo>
                    <a:pt x="58" y="274"/>
                  </a:lnTo>
                  <a:lnTo>
                    <a:pt x="46" y="268"/>
                  </a:lnTo>
                  <a:lnTo>
                    <a:pt x="34" y="262"/>
                  </a:lnTo>
                  <a:lnTo>
                    <a:pt x="22" y="254"/>
                  </a:lnTo>
                  <a:lnTo>
                    <a:pt x="14" y="244"/>
                  </a:lnTo>
                  <a:lnTo>
                    <a:pt x="8" y="232"/>
                  </a:lnTo>
                  <a:lnTo>
                    <a:pt x="2" y="220"/>
                  </a:lnTo>
                  <a:lnTo>
                    <a:pt x="0" y="204"/>
                  </a:lnTo>
                  <a:lnTo>
                    <a:pt x="2" y="186"/>
                  </a:lnTo>
                  <a:lnTo>
                    <a:pt x="6" y="168"/>
                  </a:lnTo>
                  <a:lnTo>
                    <a:pt x="12" y="146"/>
                  </a:lnTo>
                  <a:lnTo>
                    <a:pt x="22" y="122"/>
                  </a:lnTo>
                  <a:lnTo>
                    <a:pt x="36" y="96"/>
                  </a:lnTo>
                  <a:lnTo>
                    <a:pt x="54" y="66"/>
                  </a:lnTo>
                  <a:lnTo>
                    <a:pt x="74" y="36"/>
                  </a:lnTo>
                  <a:lnTo>
                    <a:pt x="100" y="0"/>
                  </a:lnTo>
                  <a:lnTo>
                    <a:pt x="100" y="0"/>
                  </a:lnTo>
                  <a:close/>
                </a:path>
              </a:pathLst>
            </a:custGeom>
            <a:solidFill>
              <a:srgbClr val="002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6" name="Freeform 159"/>
            <p:cNvSpPr>
              <a:spLocks/>
            </p:cNvSpPr>
            <p:nvPr/>
          </p:nvSpPr>
          <p:spPr bwMode="auto">
            <a:xfrm>
              <a:off x="3399971" y="5297261"/>
              <a:ext cx="161925" cy="336550"/>
            </a:xfrm>
            <a:custGeom>
              <a:avLst/>
              <a:gdLst>
                <a:gd name="T0" fmla="*/ 0 w 102"/>
                <a:gd name="T1" fmla="*/ 16 h 212"/>
                <a:gd name="T2" fmla="*/ 72 w 102"/>
                <a:gd name="T3" fmla="*/ 0 h 212"/>
                <a:gd name="T4" fmla="*/ 98 w 102"/>
                <a:gd name="T5" fmla="*/ 108 h 212"/>
                <a:gd name="T6" fmla="*/ 98 w 102"/>
                <a:gd name="T7" fmla="*/ 108 h 212"/>
                <a:gd name="T8" fmla="*/ 100 w 102"/>
                <a:gd name="T9" fmla="*/ 122 h 212"/>
                <a:gd name="T10" fmla="*/ 102 w 102"/>
                <a:gd name="T11" fmla="*/ 136 h 212"/>
                <a:gd name="T12" fmla="*/ 102 w 102"/>
                <a:gd name="T13" fmla="*/ 152 h 212"/>
                <a:gd name="T14" fmla="*/ 100 w 102"/>
                <a:gd name="T15" fmla="*/ 170 h 212"/>
                <a:gd name="T16" fmla="*/ 96 w 102"/>
                <a:gd name="T17" fmla="*/ 188 h 212"/>
                <a:gd name="T18" fmla="*/ 92 w 102"/>
                <a:gd name="T19" fmla="*/ 194 h 212"/>
                <a:gd name="T20" fmla="*/ 86 w 102"/>
                <a:gd name="T21" fmla="*/ 202 h 212"/>
                <a:gd name="T22" fmla="*/ 80 w 102"/>
                <a:gd name="T23" fmla="*/ 208 h 212"/>
                <a:gd name="T24" fmla="*/ 74 w 102"/>
                <a:gd name="T25" fmla="*/ 212 h 212"/>
                <a:gd name="T26" fmla="*/ 74 w 102"/>
                <a:gd name="T27" fmla="*/ 212 h 212"/>
                <a:gd name="T28" fmla="*/ 68 w 102"/>
                <a:gd name="T29" fmla="*/ 210 h 212"/>
                <a:gd name="T30" fmla="*/ 60 w 102"/>
                <a:gd name="T31" fmla="*/ 206 h 212"/>
                <a:gd name="T32" fmla="*/ 52 w 102"/>
                <a:gd name="T33" fmla="*/ 198 h 212"/>
                <a:gd name="T34" fmla="*/ 44 w 102"/>
                <a:gd name="T35" fmla="*/ 188 h 212"/>
                <a:gd name="T36" fmla="*/ 34 w 102"/>
                <a:gd name="T37" fmla="*/ 174 h 212"/>
                <a:gd name="T38" fmla="*/ 26 w 102"/>
                <a:gd name="T39" fmla="*/ 154 h 212"/>
                <a:gd name="T40" fmla="*/ 20 w 102"/>
                <a:gd name="T41" fmla="*/ 128 h 212"/>
                <a:gd name="T42" fmla="*/ 0 w 102"/>
                <a:gd name="T43" fmla="*/ 1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2" h="212">
                  <a:moveTo>
                    <a:pt x="0" y="16"/>
                  </a:moveTo>
                  <a:lnTo>
                    <a:pt x="72" y="0"/>
                  </a:lnTo>
                  <a:lnTo>
                    <a:pt x="98" y="108"/>
                  </a:lnTo>
                  <a:lnTo>
                    <a:pt x="98" y="108"/>
                  </a:lnTo>
                  <a:lnTo>
                    <a:pt x="100" y="122"/>
                  </a:lnTo>
                  <a:lnTo>
                    <a:pt x="102" y="136"/>
                  </a:lnTo>
                  <a:lnTo>
                    <a:pt x="102" y="152"/>
                  </a:lnTo>
                  <a:lnTo>
                    <a:pt x="100" y="170"/>
                  </a:lnTo>
                  <a:lnTo>
                    <a:pt x="96" y="188"/>
                  </a:lnTo>
                  <a:lnTo>
                    <a:pt x="92" y="194"/>
                  </a:lnTo>
                  <a:lnTo>
                    <a:pt x="86" y="202"/>
                  </a:lnTo>
                  <a:lnTo>
                    <a:pt x="80" y="208"/>
                  </a:lnTo>
                  <a:lnTo>
                    <a:pt x="74" y="212"/>
                  </a:lnTo>
                  <a:lnTo>
                    <a:pt x="74" y="212"/>
                  </a:lnTo>
                  <a:lnTo>
                    <a:pt x="68" y="210"/>
                  </a:lnTo>
                  <a:lnTo>
                    <a:pt x="60" y="206"/>
                  </a:lnTo>
                  <a:lnTo>
                    <a:pt x="52" y="198"/>
                  </a:lnTo>
                  <a:lnTo>
                    <a:pt x="44" y="188"/>
                  </a:lnTo>
                  <a:lnTo>
                    <a:pt x="34" y="174"/>
                  </a:lnTo>
                  <a:lnTo>
                    <a:pt x="26" y="154"/>
                  </a:lnTo>
                  <a:lnTo>
                    <a:pt x="20" y="128"/>
                  </a:lnTo>
                  <a:lnTo>
                    <a:pt x="0" y="1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7" name="Freeform 160"/>
            <p:cNvSpPr>
              <a:spLocks/>
            </p:cNvSpPr>
            <p:nvPr/>
          </p:nvSpPr>
          <p:spPr bwMode="auto">
            <a:xfrm>
              <a:off x="3431721" y="5465536"/>
              <a:ext cx="155575" cy="231775"/>
            </a:xfrm>
            <a:custGeom>
              <a:avLst/>
              <a:gdLst>
                <a:gd name="T0" fmla="*/ 0 w 98"/>
                <a:gd name="T1" fmla="*/ 16 h 146"/>
                <a:gd name="T2" fmla="*/ 0 w 98"/>
                <a:gd name="T3" fmla="*/ 16 h 146"/>
                <a:gd name="T4" fmla="*/ 6 w 98"/>
                <a:gd name="T5" fmla="*/ 16 h 146"/>
                <a:gd name="T6" fmla="*/ 24 w 98"/>
                <a:gd name="T7" fmla="*/ 14 h 146"/>
                <a:gd name="T8" fmla="*/ 50 w 98"/>
                <a:gd name="T9" fmla="*/ 8 h 146"/>
                <a:gd name="T10" fmla="*/ 62 w 98"/>
                <a:gd name="T11" fmla="*/ 4 h 146"/>
                <a:gd name="T12" fmla="*/ 78 w 98"/>
                <a:gd name="T13" fmla="*/ 0 h 146"/>
                <a:gd name="T14" fmla="*/ 78 w 98"/>
                <a:gd name="T15" fmla="*/ 0 h 146"/>
                <a:gd name="T16" fmla="*/ 84 w 98"/>
                <a:gd name="T17" fmla="*/ 20 h 146"/>
                <a:gd name="T18" fmla="*/ 92 w 98"/>
                <a:gd name="T19" fmla="*/ 42 h 146"/>
                <a:gd name="T20" fmla="*/ 96 w 98"/>
                <a:gd name="T21" fmla="*/ 68 h 146"/>
                <a:gd name="T22" fmla="*/ 98 w 98"/>
                <a:gd name="T23" fmla="*/ 94 h 146"/>
                <a:gd name="T24" fmla="*/ 98 w 98"/>
                <a:gd name="T25" fmla="*/ 106 h 146"/>
                <a:gd name="T26" fmla="*/ 96 w 98"/>
                <a:gd name="T27" fmla="*/ 118 h 146"/>
                <a:gd name="T28" fmla="*/ 92 w 98"/>
                <a:gd name="T29" fmla="*/ 128 h 146"/>
                <a:gd name="T30" fmla="*/ 84 w 98"/>
                <a:gd name="T31" fmla="*/ 136 h 146"/>
                <a:gd name="T32" fmla="*/ 76 w 98"/>
                <a:gd name="T33" fmla="*/ 142 h 146"/>
                <a:gd name="T34" fmla="*/ 64 w 98"/>
                <a:gd name="T35" fmla="*/ 146 h 146"/>
                <a:gd name="T36" fmla="*/ 64 w 98"/>
                <a:gd name="T37" fmla="*/ 146 h 146"/>
                <a:gd name="T38" fmla="*/ 62 w 98"/>
                <a:gd name="T39" fmla="*/ 146 h 146"/>
                <a:gd name="T40" fmla="*/ 54 w 98"/>
                <a:gd name="T41" fmla="*/ 144 h 146"/>
                <a:gd name="T42" fmla="*/ 44 w 98"/>
                <a:gd name="T43" fmla="*/ 140 h 146"/>
                <a:gd name="T44" fmla="*/ 34 w 98"/>
                <a:gd name="T45" fmla="*/ 132 h 146"/>
                <a:gd name="T46" fmla="*/ 28 w 98"/>
                <a:gd name="T47" fmla="*/ 126 h 146"/>
                <a:gd name="T48" fmla="*/ 22 w 98"/>
                <a:gd name="T49" fmla="*/ 118 h 146"/>
                <a:gd name="T50" fmla="*/ 16 w 98"/>
                <a:gd name="T51" fmla="*/ 106 h 146"/>
                <a:gd name="T52" fmla="*/ 12 w 98"/>
                <a:gd name="T53" fmla="*/ 94 h 146"/>
                <a:gd name="T54" fmla="*/ 6 w 98"/>
                <a:gd name="T55" fmla="*/ 78 h 146"/>
                <a:gd name="T56" fmla="*/ 4 w 98"/>
                <a:gd name="T57" fmla="*/ 60 h 146"/>
                <a:gd name="T58" fmla="*/ 0 w 98"/>
                <a:gd name="T59" fmla="*/ 40 h 146"/>
                <a:gd name="T60" fmla="*/ 0 w 98"/>
                <a:gd name="T61" fmla="*/ 16 h 146"/>
                <a:gd name="T62" fmla="*/ 0 w 98"/>
                <a:gd name="T63"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146">
                  <a:moveTo>
                    <a:pt x="0" y="16"/>
                  </a:moveTo>
                  <a:lnTo>
                    <a:pt x="0" y="16"/>
                  </a:lnTo>
                  <a:lnTo>
                    <a:pt x="6" y="16"/>
                  </a:lnTo>
                  <a:lnTo>
                    <a:pt x="24" y="14"/>
                  </a:lnTo>
                  <a:lnTo>
                    <a:pt x="50" y="8"/>
                  </a:lnTo>
                  <a:lnTo>
                    <a:pt x="62" y="4"/>
                  </a:lnTo>
                  <a:lnTo>
                    <a:pt x="78" y="0"/>
                  </a:lnTo>
                  <a:lnTo>
                    <a:pt x="78" y="0"/>
                  </a:lnTo>
                  <a:lnTo>
                    <a:pt x="84" y="20"/>
                  </a:lnTo>
                  <a:lnTo>
                    <a:pt x="92" y="42"/>
                  </a:lnTo>
                  <a:lnTo>
                    <a:pt x="96" y="68"/>
                  </a:lnTo>
                  <a:lnTo>
                    <a:pt x="98" y="94"/>
                  </a:lnTo>
                  <a:lnTo>
                    <a:pt x="98" y="106"/>
                  </a:lnTo>
                  <a:lnTo>
                    <a:pt x="96" y="118"/>
                  </a:lnTo>
                  <a:lnTo>
                    <a:pt x="92" y="128"/>
                  </a:lnTo>
                  <a:lnTo>
                    <a:pt x="84" y="136"/>
                  </a:lnTo>
                  <a:lnTo>
                    <a:pt x="76" y="142"/>
                  </a:lnTo>
                  <a:lnTo>
                    <a:pt x="64" y="146"/>
                  </a:lnTo>
                  <a:lnTo>
                    <a:pt x="64" y="146"/>
                  </a:lnTo>
                  <a:lnTo>
                    <a:pt x="62" y="146"/>
                  </a:lnTo>
                  <a:lnTo>
                    <a:pt x="54" y="144"/>
                  </a:lnTo>
                  <a:lnTo>
                    <a:pt x="44" y="140"/>
                  </a:lnTo>
                  <a:lnTo>
                    <a:pt x="34" y="132"/>
                  </a:lnTo>
                  <a:lnTo>
                    <a:pt x="28" y="126"/>
                  </a:lnTo>
                  <a:lnTo>
                    <a:pt x="22" y="118"/>
                  </a:lnTo>
                  <a:lnTo>
                    <a:pt x="16" y="106"/>
                  </a:lnTo>
                  <a:lnTo>
                    <a:pt x="12" y="94"/>
                  </a:lnTo>
                  <a:lnTo>
                    <a:pt x="6" y="78"/>
                  </a:lnTo>
                  <a:lnTo>
                    <a:pt x="4" y="60"/>
                  </a:lnTo>
                  <a:lnTo>
                    <a:pt x="0" y="40"/>
                  </a:lnTo>
                  <a:lnTo>
                    <a:pt x="0" y="16"/>
                  </a:lnTo>
                  <a:lnTo>
                    <a:pt x="0" y="16"/>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8" name="Freeform 161"/>
            <p:cNvSpPr>
              <a:spLocks/>
            </p:cNvSpPr>
            <p:nvPr/>
          </p:nvSpPr>
          <p:spPr bwMode="auto">
            <a:xfrm>
              <a:off x="3438071" y="5544911"/>
              <a:ext cx="149225" cy="155575"/>
            </a:xfrm>
            <a:custGeom>
              <a:avLst/>
              <a:gdLst>
                <a:gd name="T0" fmla="*/ 58 w 94"/>
                <a:gd name="T1" fmla="*/ 84 h 98"/>
                <a:gd name="T2" fmla="*/ 58 w 94"/>
                <a:gd name="T3" fmla="*/ 84 h 98"/>
                <a:gd name="T4" fmla="*/ 50 w 94"/>
                <a:gd name="T5" fmla="*/ 84 h 98"/>
                <a:gd name="T6" fmla="*/ 44 w 94"/>
                <a:gd name="T7" fmla="*/ 82 h 98"/>
                <a:gd name="T8" fmla="*/ 36 w 94"/>
                <a:gd name="T9" fmla="*/ 78 h 98"/>
                <a:gd name="T10" fmla="*/ 26 w 94"/>
                <a:gd name="T11" fmla="*/ 70 h 98"/>
                <a:gd name="T12" fmla="*/ 16 w 94"/>
                <a:gd name="T13" fmla="*/ 58 h 98"/>
                <a:gd name="T14" fmla="*/ 8 w 94"/>
                <a:gd name="T15" fmla="*/ 40 h 98"/>
                <a:gd name="T16" fmla="*/ 0 w 94"/>
                <a:gd name="T17" fmla="*/ 18 h 98"/>
                <a:gd name="T18" fmla="*/ 0 w 94"/>
                <a:gd name="T19" fmla="*/ 18 h 98"/>
                <a:gd name="T20" fmla="*/ 8 w 94"/>
                <a:gd name="T21" fmla="*/ 44 h 98"/>
                <a:gd name="T22" fmla="*/ 16 w 94"/>
                <a:gd name="T23" fmla="*/ 66 h 98"/>
                <a:gd name="T24" fmla="*/ 26 w 94"/>
                <a:gd name="T25" fmla="*/ 80 h 98"/>
                <a:gd name="T26" fmla="*/ 36 w 94"/>
                <a:gd name="T27" fmla="*/ 90 h 98"/>
                <a:gd name="T28" fmla="*/ 46 w 94"/>
                <a:gd name="T29" fmla="*/ 94 h 98"/>
                <a:gd name="T30" fmla="*/ 52 w 94"/>
                <a:gd name="T31" fmla="*/ 96 h 98"/>
                <a:gd name="T32" fmla="*/ 60 w 94"/>
                <a:gd name="T33" fmla="*/ 98 h 98"/>
                <a:gd name="T34" fmla="*/ 60 w 94"/>
                <a:gd name="T35" fmla="*/ 98 h 98"/>
                <a:gd name="T36" fmla="*/ 68 w 94"/>
                <a:gd name="T37" fmla="*/ 96 h 98"/>
                <a:gd name="T38" fmla="*/ 74 w 94"/>
                <a:gd name="T39" fmla="*/ 92 h 98"/>
                <a:gd name="T40" fmla="*/ 84 w 94"/>
                <a:gd name="T41" fmla="*/ 84 h 98"/>
                <a:gd name="T42" fmla="*/ 90 w 94"/>
                <a:gd name="T43" fmla="*/ 74 h 98"/>
                <a:gd name="T44" fmla="*/ 94 w 94"/>
                <a:gd name="T45" fmla="*/ 60 h 98"/>
                <a:gd name="T46" fmla="*/ 94 w 94"/>
                <a:gd name="T47" fmla="*/ 46 h 98"/>
                <a:gd name="T48" fmla="*/ 94 w 94"/>
                <a:gd name="T49" fmla="*/ 30 h 98"/>
                <a:gd name="T50" fmla="*/ 92 w 94"/>
                <a:gd name="T51" fmla="*/ 16 h 98"/>
                <a:gd name="T52" fmla="*/ 90 w 94"/>
                <a:gd name="T53" fmla="*/ 0 h 98"/>
                <a:gd name="T54" fmla="*/ 90 w 94"/>
                <a:gd name="T55" fmla="*/ 0 h 98"/>
                <a:gd name="T56" fmla="*/ 92 w 94"/>
                <a:gd name="T57" fmla="*/ 28 h 98"/>
                <a:gd name="T58" fmla="*/ 92 w 94"/>
                <a:gd name="T59" fmla="*/ 40 h 98"/>
                <a:gd name="T60" fmla="*/ 90 w 94"/>
                <a:gd name="T61" fmla="*/ 52 h 98"/>
                <a:gd name="T62" fmla="*/ 86 w 94"/>
                <a:gd name="T63" fmla="*/ 64 h 98"/>
                <a:gd name="T64" fmla="*/ 78 w 94"/>
                <a:gd name="T65" fmla="*/ 72 h 98"/>
                <a:gd name="T66" fmla="*/ 70 w 94"/>
                <a:gd name="T67" fmla="*/ 80 h 98"/>
                <a:gd name="T68" fmla="*/ 58 w 94"/>
                <a:gd name="T69" fmla="*/ 84 h 98"/>
                <a:gd name="T70" fmla="*/ 58 w 94"/>
                <a:gd name="T71" fmla="*/ 8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 h="98">
                  <a:moveTo>
                    <a:pt x="58" y="84"/>
                  </a:moveTo>
                  <a:lnTo>
                    <a:pt x="58" y="84"/>
                  </a:lnTo>
                  <a:lnTo>
                    <a:pt x="50" y="84"/>
                  </a:lnTo>
                  <a:lnTo>
                    <a:pt x="44" y="82"/>
                  </a:lnTo>
                  <a:lnTo>
                    <a:pt x="36" y="78"/>
                  </a:lnTo>
                  <a:lnTo>
                    <a:pt x="26" y="70"/>
                  </a:lnTo>
                  <a:lnTo>
                    <a:pt x="16" y="58"/>
                  </a:lnTo>
                  <a:lnTo>
                    <a:pt x="8" y="40"/>
                  </a:lnTo>
                  <a:lnTo>
                    <a:pt x="0" y="18"/>
                  </a:lnTo>
                  <a:lnTo>
                    <a:pt x="0" y="18"/>
                  </a:lnTo>
                  <a:lnTo>
                    <a:pt x="8" y="44"/>
                  </a:lnTo>
                  <a:lnTo>
                    <a:pt x="16" y="66"/>
                  </a:lnTo>
                  <a:lnTo>
                    <a:pt x="26" y="80"/>
                  </a:lnTo>
                  <a:lnTo>
                    <a:pt x="36" y="90"/>
                  </a:lnTo>
                  <a:lnTo>
                    <a:pt x="46" y="94"/>
                  </a:lnTo>
                  <a:lnTo>
                    <a:pt x="52" y="96"/>
                  </a:lnTo>
                  <a:lnTo>
                    <a:pt x="60" y="98"/>
                  </a:lnTo>
                  <a:lnTo>
                    <a:pt x="60" y="98"/>
                  </a:lnTo>
                  <a:lnTo>
                    <a:pt x="68" y="96"/>
                  </a:lnTo>
                  <a:lnTo>
                    <a:pt x="74" y="92"/>
                  </a:lnTo>
                  <a:lnTo>
                    <a:pt x="84" y="84"/>
                  </a:lnTo>
                  <a:lnTo>
                    <a:pt x="90" y="74"/>
                  </a:lnTo>
                  <a:lnTo>
                    <a:pt x="94" y="60"/>
                  </a:lnTo>
                  <a:lnTo>
                    <a:pt x="94" y="46"/>
                  </a:lnTo>
                  <a:lnTo>
                    <a:pt x="94" y="30"/>
                  </a:lnTo>
                  <a:lnTo>
                    <a:pt x="92" y="16"/>
                  </a:lnTo>
                  <a:lnTo>
                    <a:pt x="90" y="0"/>
                  </a:lnTo>
                  <a:lnTo>
                    <a:pt x="90" y="0"/>
                  </a:lnTo>
                  <a:lnTo>
                    <a:pt x="92" y="28"/>
                  </a:lnTo>
                  <a:lnTo>
                    <a:pt x="92" y="40"/>
                  </a:lnTo>
                  <a:lnTo>
                    <a:pt x="90" y="52"/>
                  </a:lnTo>
                  <a:lnTo>
                    <a:pt x="86" y="64"/>
                  </a:lnTo>
                  <a:lnTo>
                    <a:pt x="78" y="72"/>
                  </a:lnTo>
                  <a:lnTo>
                    <a:pt x="70" y="80"/>
                  </a:lnTo>
                  <a:lnTo>
                    <a:pt x="58" y="84"/>
                  </a:lnTo>
                  <a:lnTo>
                    <a:pt x="58" y="8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9" name="Freeform 162"/>
            <p:cNvSpPr>
              <a:spLocks/>
            </p:cNvSpPr>
            <p:nvPr/>
          </p:nvSpPr>
          <p:spPr bwMode="auto">
            <a:xfrm>
              <a:off x="3472996" y="5516336"/>
              <a:ext cx="12700" cy="12700"/>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4 w 8"/>
                <a:gd name="T19" fmla="*/ 0 h 8"/>
                <a:gd name="T20" fmla="*/ 4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4"/>
                  </a:lnTo>
                  <a:lnTo>
                    <a:pt x="0" y="4"/>
                  </a:lnTo>
                  <a:lnTo>
                    <a:pt x="0" y="2"/>
                  </a:lnTo>
                  <a:lnTo>
                    <a:pt x="4" y="0"/>
                  </a:lnTo>
                  <a:lnTo>
                    <a:pt x="4"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0" name="Freeform 163"/>
            <p:cNvSpPr>
              <a:spLocks/>
            </p:cNvSpPr>
            <p:nvPr/>
          </p:nvSpPr>
          <p:spPr bwMode="auto">
            <a:xfrm>
              <a:off x="3514271" y="5506811"/>
              <a:ext cx="15875" cy="12700"/>
            </a:xfrm>
            <a:custGeom>
              <a:avLst/>
              <a:gdLst>
                <a:gd name="T0" fmla="*/ 10 w 10"/>
                <a:gd name="T1" fmla="*/ 4 h 8"/>
                <a:gd name="T2" fmla="*/ 10 w 10"/>
                <a:gd name="T3" fmla="*/ 4 h 8"/>
                <a:gd name="T4" fmla="*/ 8 w 10"/>
                <a:gd name="T5" fmla="*/ 6 h 8"/>
                <a:gd name="T6" fmla="*/ 6 w 10"/>
                <a:gd name="T7" fmla="*/ 8 h 8"/>
                <a:gd name="T8" fmla="*/ 6 w 10"/>
                <a:gd name="T9" fmla="*/ 8 h 8"/>
                <a:gd name="T10" fmla="*/ 2 w 10"/>
                <a:gd name="T11" fmla="*/ 8 h 8"/>
                <a:gd name="T12" fmla="*/ 0 w 10"/>
                <a:gd name="T13" fmla="*/ 6 h 8"/>
                <a:gd name="T14" fmla="*/ 0 w 10"/>
                <a:gd name="T15" fmla="*/ 6 h 8"/>
                <a:gd name="T16" fmla="*/ 2 w 10"/>
                <a:gd name="T17" fmla="*/ 2 h 8"/>
                <a:gd name="T18" fmla="*/ 4 w 10"/>
                <a:gd name="T19" fmla="*/ 0 h 8"/>
                <a:gd name="T20" fmla="*/ 4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6"/>
                  </a:lnTo>
                  <a:lnTo>
                    <a:pt x="6" y="8"/>
                  </a:lnTo>
                  <a:lnTo>
                    <a:pt x="6" y="8"/>
                  </a:lnTo>
                  <a:lnTo>
                    <a:pt x="2" y="8"/>
                  </a:lnTo>
                  <a:lnTo>
                    <a:pt x="0" y="6"/>
                  </a:lnTo>
                  <a:lnTo>
                    <a:pt x="0" y="6"/>
                  </a:lnTo>
                  <a:lnTo>
                    <a:pt x="2" y="2"/>
                  </a:lnTo>
                  <a:lnTo>
                    <a:pt x="4" y="0"/>
                  </a:lnTo>
                  <a:lnTo>
                    <a:pt x="4"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1" name="Freeform 164"/>
            <p:cNvSpPr>
              <a:spLocks/>
            </p:cNvSpPr>
            <p:nvPr/>
          </p:nvSpPr>
          <p:spPr bwMode="auto">
            <a:xfrm>
              <a:off x="3479346" y="5544911"/>
              <a:ext cx="12700" cy="12700"/>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2 w 8"/>
                <a:gd name="T19" fmla="*/ 0 h 8"/>
                <a:gd name="T20" fmla="*/ 2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2"/>
                  </a:lnTo>
                  <a:lnTo>
                    <a:pt x="2" y="0"/>
                  </a:lnTo>
                  <a:lnTo>
                    <a:pt x="2"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2" name="Freeform 165"/>
            <p:cNvSpPr>
              <a:spLocks/>
            </p:cNvSpPr>
            <p:nvPr/>
          </p:nvSpPr>
          <p:spPr bwMode="auto">
            <a:xfrm>
              <a:off x="3520621" y="5535386"/>
              <a:ext cx="15875" cy="12700"/>
            </a:xfrm>
            <a:custGeom>
              <a:avLst/>
              <a:gdLst>
                <a:gd name="T0" fmla="*/ 10 w 10"/>
                <a:gd name="T1" fmla="*/ 2 h 8"/>
                <a:gd name="T2" fmla="*/ 10 w 10"/>
                <a:gd name="T3" fmla="*/ 2 h 8"/>
                <a:gd name="T4" fmla="*/ 8 w 10"/>
                <a:gd name="T5" fmla="*/ 6 h 8"/>
                <a:gd name="T6" fmla="*/ 6 w 10"/>
                <a:gd name="T7" fmla="*/ 8 h 8"/>
                <a:gd name="T8" fmla="*/ 6 w 10"/>
                <a:gd name="T9" fmla="*/ 8 h 8"/>
                <a:gd name="T10" fmla="*/ 2 w 10"/>
                <a:gd name="T11" fmla="*/ 8 h 8"/>
                <a:gd name="T12" fmla="*/ 0 w 10"/>
                <a:gd name="T13" fmla="*/ 4 h 8"/>
                <a:gd name="T14" fmla="*/ 0 w 10"/>
                <a:gd name="T15" fmla="*/ 4 h 8"/>
                <a:gd name="T16" fmla="*/ 0 w 10"/>
                <a:gd name="T17" fmla="*/ 2 h 8"/>
                <a:gd name="T18" fmla="*/ 4 w 10"/>
                <a:gd name="T19" fmla="*/ 0 h 8"/>
                <a:gd name="T20" fmla="*/ 4 w 10"/>
                <a:gd name="T21" fmla="*/ 0 h 8"/>
                <a:gd name="T22" fmla="*/ 8 w 10"/>
                <a:gd name="T23" fmla="*/ 0 h 8"/>
                <a:gd name="T24" fmla="*/ 10 w 10"/>
                <a:gd name="T25" fmla="*/ 2 h 8"/>
                <a:gd name="T26" fmla="*/ 10 w 10"/>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2"/>
                  </a:moveTo>
                  <a:lnTo>
                    <a:pt x="10" y="2"/>
                  </a:lnTo>
                  <a:lnTo>
                    <a:pt x="8" y="6"/>
                  </a:lnTo>
                  <a:lnTo>
                    <a:pt x="6" y="8"/>
                  </a:lnTo>
                  <a:lnTo>
                    <a:pt x="6" y="8"/>
                  </a:lnTo>
                  <a:lnTo>
                    <a:pt x="2" y="8"/>
                  </a:lnTo>
                  <a:lnTo>
                    <a:pt x="0" y="4"/>
                  </a:lnTo>
                  <a:lnTo>
                    <a:pt x="0" y="4"/>
                  </a:lnTo>
                  <a:lnTo>
                    <a:pt x="0" y="2"/>
                  </a:lnTo>
                  <a:lnTo>
                    <a:pt x="4" y="0"/>
                  </a:lnTo>
                  <a:lnTo>
                    <a:pt x="4" y="0"/>
                  </a:lnTo>
                  <a:lnTo>
                    <a:pt x="8" y="0"/>
                  </a:lnTo>
                  <a:lnTo>
                    <a:pt x="10" y="2"/>
                  </a:lnTo>
                  <a:lnTo>
                    <a:pt x="1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3" name="Freeform 166"/>
            <p:cNvSpPr>
              <a:spLocks/>
            </p:cNvSpPr>
            <p:nvPr/>
          </p:nvSpPr>
          <p:spPr bwMode="auto">
            <a:xfrm>
              <a:off x="3482521" y="5567136"/>
              <a:ext cx="15875" cy="15875"/>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0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0"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4" name="Freeform 167"/>
            <p:cNvSpPr>
              <a:spLocks/>
            </p:cNvSpPr>
            <p:nvPr/>
          </p:nvSpPr>
          <p:spPr bwMode="auto">
            <a:xfrm>
              <a:off x="3526971" y="5560786"/>
              <a:ext cx="12700" cy="12700"/>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0 h 8"/>
                <a:gd name="T18" fmla="*/ 4 w 8"/>
                <a:gd name="T19" fmla="*/ 0 h 8"/>
                <a:gd name="T20" fmla="*/ 4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0"/>
                  </a:lnTo>
                  <a:lnTo>
                    <a:pt x="4" y="0"/>
                  </a:lnTo>
                  <a:lnTo>
                    <a:pt x="4"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5" name="Freeform 168"/>
            <p:cNvSpPr>
              <a:spLocks/>
            </p:cNvSpPr>
            <p:nvPr/>
          </p:nvSpPr>
          <p:spPr bwMode="auto">
            <a:xfrm>
              <a:off x="3488871" y="5592536"/>
              <a:ext cx="12700" cy="12700"/>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6 h 8"/>
                <a:gd name="T14" fmla="*/ 0 w 8"/>
                <a:gd name="T15" fmla="*/ 6 h 8"/>
                <a:gd name="T16" fmla="*/ 0 w 8"/>
                <a:gd name="T17" fmla="*/ 2 h 8"/>
                <a:gd name="T18" fmla="*/ 2 w 8"/>
                <a:gd name="T19" fmla="*/ 0 h 8"/>
                <a:gd name="T20" fmla="*/ 2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6"/>
                  </a:lnTo>
                  <a:lnTo>
                    <a:pt x="0" y="6"/>
                  </a:lnTo>
                  <a:lnTo>
                    <a:pt x="0" y="2"/>
                  </a:lnTo>
                  <a:lnTo>
                    <a:pt x="2" y="0"/>
                  </a:lnTo>
                  <a:lnTo>
                    <a:pt x="2"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6" name="Freeform 169"/>
            <p:cNvSpPr>
              <a:spLocks/>
            </p:cNvSpPr>
            <p:nvPr/>
          </p:nvSpPr>
          <p:spPr bwMode="auto">
            <a:xfrm>
              <a:off x="3530146" y="5583011"/>
              <a:ext cx="15875" cy="15875"/>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2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2"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7" name="Freeform 170"/>
            <p:cNvSpPr>
              <a:spLocks/>
            </p:cNvSpPr>
            <p:nvPr/>
          </p:nvSpPr>
          <p:spPr bwMode="auto">
            <a:xfrm>
              <a:off x="3476171" y="5509986"/>
              <a:ext cx="47625" cy="15875"/>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8" name="Freeform 171"/>
            <p:cNvSpPr>
              <a:spLocks/>
            </p:cNvSpPr>
            <p:nvPr/>
          </p:nvSpPr>
          <p:spPr bwMode="auto">
            <a:xfrm>
              <a:off x="3482521" y="5538561"/>
              <a:ext cx="47625" cy="15875"/>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9" name="Freeform 172"/>
            <p:cNvSpPr>
              <a:spLocks/>
            </p:cNvSpPr>
            <p:nvPr/>
          </p:nvSpPr>
          <p:spPr bwMode="auto">
            <a:xfrm>
              <a:off x="3485696" y="5563961"/>
              <a:ext cx="50800" cy="12700"/>
            </a:xfrm>
            <a:custGeom>
              <a:avLst/>
              <a:gdLst>
                <a:gd name="T0" fmla="*/ 32 w 32"/>
                <a:gd name="T1" fmla="*/ 0 h 8"/>
                <a:gd name="T2" fmla="*/ 32 w 32"/>
                <a:gd name="T3" fmla="*/ 0 h 8"/>
                <a:gd name="T4" fmla="*/ 30 w 32"/>
                <a:gd name="T5" fmla="*/ 2 h 8"/>
                <a:gd name="T6" fmla="*/ 2 w 32"/>
                <a:gd name="T7" fmla="*/ 8 h 8"/>
                <a:gd name="T8" fmla="*/ 2 w 32"/>
                <a:gd name="T9" fmla="*/ 8 h 8"/>
                <a:gd name="T10" fmla="*/ 0 w 32"/>
                <a:gd name="T11" fmla="*/ 8 h 8"/>
                <a:gd name="T12" fmla="*/ 0 w 32"/>
                <a:gd name="T13" fmla="*/ 8 h 8"/>
                <a:gd name="T14" fmla="*/ 2 w 32"/>
                <a:gd name="T15" fmla="*/ 6 h 8"/>
                <a:gd name="T16" fmla="*/ 30 w 32"/>
                <a:gd name="T17" fmla="*/ 0 h 8"/>
                <a:gd name="T18" fmla="*/ 30 w 32"/>
                <a:gd name="T19" fmla="*/ 0 h 8"/>
                <a:gd name="T20" fmla="*/ 32 w 32"/>
                <a:gd name="T21" fmla="*/ 0 h 8"/>
                <a:gd name="T22" fmla="*/ 32 w 32"/>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0"/>
                  </a:moveTo>
                  <a:lnTo>
                    <a:pt x="32" y="0"/>
                  </a:lnTo>
                  <a:lnTo>
                    <a:pt x="30" y="2"/>
                  </a:lnTo>
                  <a:lnTo>
                    <a:pt x="2" y="8"/>
                  </a:lnTo>
                  <a:lnTo>
                    <a:pt x="2" y="8"/>
                  </a:lnTo>
                  <a:lnTo>
                    <a:pt x="0" y="8"/>
                  </a:lnTo>
                  <a:lnTo>
                    <a:pt x="0" y="8"/>
                  </a:lnTo>
                  <a:lnTo>
                    <a:pt x="2" y="6"/>
                  </a:lnTo>
                  <a:lnTo>
                    <a:pt x="30" y="0"/>
                  </a:lnTo>
                  <a:lnTo>
                    <a:pt x="30" y="0"/>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0" name="Freeform 173"/>
            <p:cNvSpPr>
              <a:spLocks/>
            </p:cNvSpPr>
            <p:nvPr/>
          </p:nvSpPr>
          <p:spPr bwMode="auto">
            <a:xfrm>
              <a:off x="3492046" y="5589361"/>
              <a:ext cx="47625" cy="12700"/>
            </a:xfrm>
            <a:custGeom>
              <a:avLst/>
              <a:gdLst>
                <a:gd name="T0" fmla="*/ 30 w 30"/>
                <a:gd name="T1" fmla="*/ 0 h 8"/>
                <a:gd name="T2" fmla="*/ 30 w 30"/>
                <a:gd name="T3" fmla="*/ 0 h 8"/>
                <a:gd name="T4" fmla="*/ 30 w 30"/>
                <a:gd name="T5" fmla="*/ 2 h 8"/>
                <a:gd name="T6" fmla="*/ 2 w 30"/>
                <a:gd name="T7" fmla="*/ 8 h 8"/>
                <a:gd name="T8" fmla="*/ 2 w 30"/>
                <a:gd name="T9" fmla="*/ 8 h 8"/>
                <a:gd name="T10" fmla="*/ 0 w 30"/>
                <a:gd name="T11" fmla="*/ 6 h 8"/>
                <a:gd name="T12" fmla="*/ 0 w 30"/>
                <a:gd name="T13" fmla="*/ 6 h 8"/>
                <a:gd name="T14" fmla="*/ 0 w 30"/>
                <a:gd name="T15" fmla="*/ 6 h 8"/>
                <a:gd name="T16" fmla="*/ 30 w 30"/>
                <a:gd name="T17" fmla="*/ 0 h 8"/>
                <a:gd name="T18" fmla="*/ 30 w 30"/>
                <a:gd name="T19" fmla="*/ 0 h 8"/>
                <a:gd name="T20" fmla="*/ 30 w 30"/>
                <a:gd name="T21" fmla="*/ 0 h 8"/>
                <a:gd name="T22" fmla="*/ 30 w 30"/>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8">
                  <a:moveTo>
                    <a:pt x="30" y="0"/>
                  </a:moveTo>
                  <a:lnTo>
                    <a:pt x="30" y="0"/>
                  </a:lnTo>
                  <a:lnTo>
                    <a:pt x="30" y="2"/>
                  </a:lnTo>
                  <a:lnTo>
                    <a:pt x="2" y="8"/>
                  </a:lnTo>
                  <a:lnTo>
                    <a:pt x="2" y="8"/>
                  </a:lnTo>
                  <a:lnTo>
                    <a:pt x="0" y="6"/>
                  </a:lnTo>
                  <a:lnTo>
                    <a:pt x="0" y="6"/>
                  </a:lnTo>
                  <a:lnTo>
                    <a:pt x="0" y="6"/>
                  </a:lnTo>
                  <a:lnTo>
                    <a:pt x="30" y="0"/>
                  </a:lnTo>
                  <a:lnTo>
                    <a:pt x="30" y="0"/>
                  </a:lnTo>
                  <a:lnTo>
                    <a:pt x="30" y="0"/>
                  </a:lnTo>
                  <a:lnTo>
                    <a:pt x="3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1" name="Freeform 174"/>
            <p:cNvSpPr>
              <a:spLocks/>
            </p:cNvSpPr>
            <p:nvPr/>
          </p:nvSpPr>
          <p:spPr bwMode="auto">
            <a:xfrm>
              <a:off x="3476171" y="5519511"/>
              <a:ext cx="53975" cy="25400"/>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2" name="Freeform 175"/>
            <p:cNvSpPr>
              <a:spLocks/>
            </p:cNvSpPr>
            <p:nvPr/>
          </p:nvSpPr>
          <p:spPr bwMode="auto">
            <a:xfrm>
              <a:off x="3482521" y="5509986"/>
              <a:ext cx="41275" cy="41275"/>
            </a:xfrm>
            <a:custGeom>
              <a:avLst/>
              <a:gdLst>
                <a:gd name="T0" fmla="*/ 0 w 26"/>
                <a:gd name="T1" fmla="*/ 26 h 26"/>
                <a:gd name="T2" fmla="*/ 0 w 26"/>
                <a:gd name="T3" fmla="*/ 24 h 26"/>
                <a:gd name="T4" fmla="*/ 24 w 26"/>
                <a:gd name="T5" fmla="*/ 0 h 26"/>
                <a:gd name="T6" fmla="*/ 26 w 26"/>
                <a:gd name="T7" fmla="*/ 0 h 26"/>
                <a:gd name="T8" fmla="*/ 26 w 26"/>
                <a:gd name="T9" fmla="*/ 4 h 26"/>
                <a:gd name="T10" fmla="*/ 2 w 26"/>
                <a:gd name="T11" fmla="*/ 26 h 26"/>
                <a:gd name="T12" fmla="*/ 0 w 26"/>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0" y="26"/>
                  </a:moveTo>
                  <a:lnTo>
                    <a:pt x="0" y="24"/>
                  </a:lnTo>
                  <a:lnTo>
                    <a:pt x="24" y="0"/>
                  </a:lnTo>
                  <a:lnTo>
                    <a:pt x="26" y="0"/>
                  </a:lnTo>
                  <a:lnTo>
                    <a:pt x="26" y="4"/>
                  </a:lnTo>
                  <a:lnTo>
                    <a:pt x="2" y="26"/>
                  </a:lnTo>
                  <a:lnTo>
                    <a:pt x="0" y="2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3" name="Freeform 176"/>
            <p:cNvSpPr>
              <a:spLocks/>
            </p:cNvSpPr>
            <p:nvPr/>
          </p:nvSpPr>
          <p:spPr bwMode="auto">
            <a:xfrm>
              <a:off x="3482521" y="5544911"/>
              <a:ext cx="53975" cy="25400"/>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4" name="Freeform 177"/>
            <p:cNvSpPr>
              <a:spLocks/>
            </p:cNvSpPr>
            <p:nvPr/>
          </p:nvSpPr>
          <p:spPr bwMode="auto">
            <a:xfrm>
              <a:off x="3485696" y="5538561"/>
              <a:ext cx="44450" cy="38100"/>
            </a:xfrm>
            <a:custGeom>
              <a:avLst/>
              <a:gdLst>
                <a:gd name="T0" fmla="*/ 0 w 28"/>
                <a:gd name="T1" fmla="*/ 24 h 24"/>
                <a:gd name="T2" fmla="*/ 0 w 28"/>
                <a:gd name="T3" fmla="*/ 22 h 24"/>
                <a:gd name="T4" fmla="*/ 24 w 28"/>
                <a:gd name="T5" fmla="*/ 0 h 24"/>
                <a:gd name="T6" fmla="*/ 28 w 28"/>
                <a:gd name="T7" fmla="*/ 0 h 24"/>
                <a:gd name="T8" fmla="*/ 28 w 28"/>
                <a:gd name="T9" fmla="*/ 2 h 24"/>
                <a:gd name="T10" fmla="*/ 4 w 28"/>
                <a:gd name="T11" fmla="*/ 24 h 24"/>
                <a:gd name="T12" fmla="*/ 0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0" y="24"/>
                  </a:moveTo>
                  <a:lnTo>
                    <a:pt x="0" y="22"/>
                  </a:lnTo>
                  <a:lnTo>
                    <a:pt x="24" y="0"/>
                  </a:lnTo>
                  <a:lnTo>
                    <a:pt x="28" y="0"/>
                  </a:lnTo>
                  <a:lnTo>
                    <a:pt x="28" y="2"/>
                  </a:lnTo>
                  <a:lnTo>
                    <a:pt x="4"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5" name="Freeform 178"/>
            <p:cNvSpPr>
              <a:spLocks/>
            </p:cNvSpPr>
            <p:nvPr/>
          </p:nvSpPr>
          <p:spPr bwMode="auto">
            <a:xfrm>
              <a:off x="3485696" y="5573486"/>
              <a:ext cx="53975" cy="19050"/>
            </a:xfrm>
            <a:custGeom>
              <a:avLst/>
              <a:gdLst>
                <a:gd name="T0" fmla="*/ 34 w 34"/>
                <a:gd name="T1" fmla="*/ 12 h 12"/>
                <a:gd name="T2" fmla="*/ 34 w 34"/>
                <a:gd name="T3" fmla="*/ 12 h 12"/>
                <a:gd name="T4" fmla="*/ 32 w 34"/>
                <a:gd name="T5" fmla="*/ 12 h 12"/>
                <a:gd name="T6" fmla="*/ 2 w 34"/>
                <a:gd name="T7" fmla="*/ 2 h 12"/>
                <a:gd name="T8" fmla="*/ 2 w 34"/>
                <a:gd name="T9" fmla="*/ 2 h 12"/>
                <a:gd name="T10" fmla="*/ 0 w 34"/>
                <a:gd name="T11" fmla="*/ 0 h 12"/>
                <a:gd name="T12" fmla="*/ 0 w 34"/>
                <a:gd name="T13" fmla="*/ 0 h 12"/>
                <a:gd name="T14" fmla="*/ 2 w 34"/>
                <a:gd name="T15" fmla="*/ 0 h 12"/>
                <a:gd name="T16" fmla="*/ 34 w 34"/>
                <a:gd name="T17" fmla="*/ 10 h 12"/>
                <a:gd name="T18" fmla="*/ 34 w 34"/>
                <a:gd name="T19" fmla="*/ 10 h 12"/>
                <a:gd name="T20" fmla="*/ 34 w 34"/>
                <a:gd name="T21" fmla="*/ 12 h 12"/>
                <a:gd name="T22" fmla="*/ 34 w 34"/>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
                  <a:moveTo>
                    <a:pt x="34" y="12"/>
                  </a:moveTo>
                  <a:lnTo>
                    <a:pt x="34" y="12"/>
                  </a:lnTo>
                  <a:lnTo>
                    <a:pt x="32" y="12"/>
                  </a:lnTo>
                  <a:lnTo>
                    <a:pt x="2" y="2"/>
                  </a:lnTo>
                  <a:lnTo>
                    <a:pt x="2" y="2"/>
                  </a:lnTo>
                  <a:lnTo>
                    <a:pt x="0" y="0"/>
                  </a:lnTo>
                  <a:lnTo>
                    <a:pt x="0" y="0"/>
                  </a:lnTo>
                  <a:lnTo>
                    <a:pt x="2" y="0"/>
                  </a:lnTo>
                  <a:lnTo>
                    <a:pt x="34" y="10"/>
                  </a:lnTo>
                  <a:lnTo>
                    <a:pt x="34" y="10"/>
                  </a:lnTo>
                  <a:lnTo>
                    <a:pt x="34" y="12"/>
                  </a:lnTo>
                  <a:lnTo>
                    <a:pt x="34"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6" name="Freeform 179"/>
            <p:cNvSpPr>
              <a:spLocks/>
            </p:cNvSpPr>
            <p:nvPr/>
          </p:nvSpPr>
          <p:spPr bwMode="auto">
            <a:xfrm>
              <a:off x="3492046" y="5563961"/>
              <a:ext cx="41275" cy="38100"/>
            </a:xfrm>
            <a:custGeom>
              <a:avLst/>
              <a:gdLst>
                <a:gd name="T0" fmla="*/ 0 w 26"/>
                <a:gd name="T1" fmla="*/ 24 h 24"/>
                <a:gd name="T2" fmla="*/ 0 w 26"/>
                <a:gd name="T3" fmla="*/ 22 h 24"/>
                <a:gd name="T4" fmla="*/ 24 w 26"/>
                <a:gd name="T5" fmla="*/ 0 h 24"/>
                <a:gd name="T6" fmla="*/ 26 w 26"/>
                <a:gd name="T7" fmla="*/ 0 h 24"/>
                <a:gd name="T8" fmla="*/ 26 w 26"/>
                <a:gd name="T9" fmla="*/ 2 h 24"/>
                <a:gd name="T10" fmla="*/ 2 w 26"/>
                <a:gd name="T11" fmla="*/ 24 h 24"/>
                <a:gd name="T12" fmla="*/ 0 w 2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6" h="24">
                  <a:moveTo>
                    <a:pt x="0" y="24"/>
                  </a:moveTo>
                  <a:lnTo>
                    <a:pt x="0" y="22"/>
                  </a:lnTo>
                  <a:lnTo>
                    <a:pt x="24" y="0"/>
                  </a:lnTo>
                  <a:lnTo>
                    <a:pt x="26" y="0"/>
                  </a:lnTo>
                  <a:lnTo>
                    <a:pt x="26" y="2"/>
                  </a:lnTo>
                  <a:lnTo>
                    <a:pt x="2"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7" name="Freeform 180"/>
            <p:cNvSpPr>
              <a:spLocks/>
            </p:cNvSpPr>
            <p:nvPr/>
          </p:nvSpPr>
          <p:spPr bwMode="auto">
            <a:xfrm>
              <a:off x="3072946" y="4103461"/>
              <a:ext cx="495300" cy="1393825"/>
            </a:xfrm>
            <a:custGeom>
              <a:avLst/>
              <a:gdLst>
                <a:gd name="T0" fmla="*/ 4 w 312"/>
                <a:gd name="T1" fmla="*/ 56 h 878"/>
                <a:gd name="T2" fmla="*/ 4 w 312"/>
                <a:gd name="T3" fmla="*/ 56 h 878"/>
                <a:gd name="T4" fmla="*/ 10 w 312"/>
                <a:gd name="T5" fmla="*/ 42 h 878"/>
                <a:gd name="T6" fmla="*/ 20 w 312"/>
                <a:gd name="T7" fmla="*/ 30 h 878"/>
                <a:gd name="T8" fmla="*/ 32 w 312"/>
                <a:gd name="T9" fmla="*/ 18 h 878"/>
                <a:gd name="T10" fmla="*/ 48 w 312"/>
                <a:gd name="T11" fmla="*/ 8 h 878"/>
                <a:gd name="T12" fmla="*/ 48 w 312"/>
                <a:gd name="T13" fmla="*/ 8 h 878"/>
                <a:gd name="T14" fmla="*/ 60 w 312"/>
                <a:gd name="T15" fmla="*/ 4 h 878"/>
                <a:gd name="T16" fmla="*/ 72 w 312"/>
                <a:gd name="T17" fmla="*/ 0 h 878"/>
                <a:gd name="T18" fmla="*/ 86 w 312"/>
                <a:gd name="T19" fmla="*/ 0 h 878"/>
                <a:gd name="T20" fmla="*/ 98 w 312"/>
                <a:gd name="T21" fmla="*/ 0 h 878"/>
                <a:gd name="T22" fmla="*/ 98 w 312"/>
                <a:gd name="T23" fmla="*/ 0 h 878"/>
                <a:gd name="T24" fmla="*/ 110 w 312"/>
                <a:gd name="T25" fmla="*/ 0 h 878"/>
                <a:gd name="T26" fmla="*/ 120 w 312"/>
                <a:gd name="T27" fmla="*/ 4 h 878"/>
                <a:gd name="T28" fmla="*/ 130 w 312"/>
                <a:gd name="T29" fmla="*/ 8 h 878"/>
                <a:gd name="T30" fmla="*/ 140 w 312"/>
                <a:gd name="T31" fmla="*/ 14 h 878"/>
                <a:gd name="T32" fmla="*/ 146 w 312"/>
                <a:gd name="T33" fmla="*/ 20 h 878"/>
                <a:gd name="T34" fmla="*/ 154 w 312"/>
                <a:gd name="T35" fmla="*/ 26 h 878"/>
                <a:gd name="T36" fmla="*/ 166 w 312"/>
                <a:gd name="T37" fmla="*/ 44 h 878"/>
                <a:gd name="T38" fmla="*/ 174 w 312"/>
                <a:gd name="T39" fmla="*/ 62 h 878"/>
                <a:gd name="T40" fmla="*/ 182 w 312"/>
                <a:gd name="T41" fmla="*/ 82 h 878"/>
                <a:gd name="T42" fmla="*/ 190 w 312"/>
                <a:gd name="T43" fmla="*/ 124 h 878"/>
                <a:gd name="T44" fmla="*/ 190 w 312"/>
                <a:gd name="T45" fmla="*/ 124 h 878"/>
                <a:gd name="T46" fmla="*/ 202 w 312"/>
                <a:gd name="T47" fmla="*/ 182 h 878"/>
                <a:gd name="T48" fmla="*/ 214 w 312"/>
                <a:gd name="T49" fmla="*/ 238 h 878"/>
                <a:gd name="T50" fmla="*/ 228 w 312"/>
                <a:gd name="T51" fmla="*/ 296 h 878"/>
                <a:gd name="T52" fmla="*/ 240 w 312"/>
                <a:gd name="T53" fmla="*/ 354 h 878"/>
                <a:gd name="T54" fmla="*/ 240 w 312"/>
                <a:gd name="T55" fmla="*/ 354 h 878"/>
                <a:gd name="T56" fmla="*/ 254 w 312"/>
                <a:gd name="T57" fmla="*/ 436 h 878"/>
                <a:gd name="T58" fmla="*/ 266 w 312"/>
                <a:gd name="T59" fmla="*/ 518 h 878"/>
                <a:gd name="T60" fmla="*/ 266 w 312"/>
                <a:gd name="T61" fmla="*/ 518 h 878"/>
                <a:gd name="T62" fmla="*/ 290 w 312"/>
                <a:gd name="T63" fmla="*/ 686 h 878"/>
                <a:gd name="T64" fmla="*/ 304 w 312"/>
                <a:gd name="T65" fmla="*/ 780 h 878"/>
                <a:gd name="T66" fmla="*/ 312 w 312"/>
                <a:gd name="T67" fmla="*/ 856 h 878"/>
                <a:gd name="T68" fmla="*/ 204 w 312"/>
                <a:gd name="T69" fmla="*/ 878 h 878"/>
                <a:gd name="T70" fmla="*/ 204 w 312"/>
                <a:gd name="T71" fmla="*/ 878 h 878"/>
                <a:gd name="T72" fmla="*/ 188 w 312"/>
                <a:gd name="T73" fmla="*/ 836 h 878"/>
                <a:gd name="T74" fmla="*/ 172 w 312"/>
                <a:gd name="T75" fmla="*/ 796 h 878"/>
                <a:gd name="T76" fmla="*/ 150 w 312"/>
                <a:gd name="T77" fmla="*/ 722 h 878"/>
                <a:gd name="T78" fmla="*/ 132 w 312"/>
                <a:gd name="T79" fmla="*/ 658 h 878"/>
                <a:gd name="T80" fmla="*/ 118 w 312"/>
                <a:gd name="T81" fmla="*/ 608 h 878"/>
                <a:gd name="T82" fmla="*/ 118 w 312"/>
                <a:gd name="T83" fmla="*/ 608 h 878"/>
                <a:gd name="T84" fmla="*/ 92 w 312"/>
                <a:gd name="T85" fmla="*/ 522 h 878"/>
                <a:gd name="T86" fmla="*/ 66 w 312"/>
                <a:gd name="T87" fmla="*/ 432 h 878"/>
                <a:gd name="T88" fmla="*/ 44 w 312"/>
                <a:gd name="T89" fmla="*/ 340 h 878"/>
                <a:gd name="T90" fmla="*/ 26 w 312"/>
                <a:gd name="T91" fmla="*/ 250 h 878"/>
                <a:gd name="T92" fmla="*/ 26 w 312"/>
                <a:gd name="T93" fmla="*/ 250 h 878"/>
                <a:gd name="T94" fmla="*/ 6 w 312"/>
                <a:gd name="T95" fmla="*/ 150 h 878"/>
                <a:gd name="T96" fmla="*/ 6 w 312"/>
                <a:gd name="T97" fmla="*/ 150 h 878"/>
                <a:gd name="T98" fmla="*/ 2 w 312"/>
                <a:gd name="T99" fmla="*/ 128 h 878"/>
                <a:gd name="T100" fmla="*/ 0 w 312"/>
                <a:gd name="T101" fmla="*/ 104 h 878"/>
                <a:gd name="T102" fmla="*/ 0 w 312"/>
                <a:gd name="T103" fmla="*/ 80 h 878"/>
                <a:gd name="T104" fmla="*/ 4 w 312"/>
                <a:gd name="T105" fmla="*/ 56 h 878"/>
                <a:gd name="T106" fmla="*/ 4 w 312"/>
                <a:gd name="T107" fmla="*/ 56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2" h="878">
                  <a:moveTo>
                    <a:pt x="4" y="56"/>
                  </a:moveTo>
                  <a:lnTo>
                    <a:pt x="4" y="56"/>
                  </a:lnTo>
                  <a:lnTo>
                    <a:pt x="10" y="42"/>
                  </a:lnTo>
                  <a:lnTo>
                    <a:pt x="20" y="30"/>
                  </a:lnTo>
                  <a:lnTo>
                    <a:pt x="32" y="18"/>
                  </a:lnTo>
                  <a:lnTo>
                    <a:pt x="48" y="8"/>
                  </a:lnTo>
                  <a:lnTo>
                    <a:pt x="48" y="8"/>
                  </a:lnTo>
                  <a:lnTo>
                    <a:pt x="60" y="4"/>
                  </a:lnTo>
                  <a:lnTo>
                    <a:pt x="72" y="0"/>
                  </a:lnTo>
                  <a:lnTo>
                    <a:pt x="86" y="0"/>
                  </a:lnTo>
                  <a:lnTo>
                    <a:pt x="98" y="0"/>
                  </a:lnTo>
                  <a:lnTo>
                    <a:pt x="98" y="0"/>
                  </a:lnTo>
                  <a:lnTo>
                    <a:pt x="110" y="0"/>
                  </a:lnTo>
                  <a:lnTo>
                    <a:pt x="120" y="4"/>
                  </a:lnTo>
                  <a:lnTo>
                    <a:pt x="130" y="8"/>
                  </a:lnTo>
                  <a:lnTo>
                    <a:pt x="140" y="14"/>
                  </a:lnTo>
                  <a:lnTo>
                    <a:pt x="146" y="20"/>
                  </a:lnTo>
                  <a:lnTo>
                    <a:pt x="154" y="26"/>
                  </a:lnTo>
                  <a:lnTo>
                    <a:pt x="166" y="44"/>
                  </a:lnTo>
                  <a:lnTo>
                    <a:pt x="174" y="62"/>
                  </a:lnTo>
                  <a:lnTo>
                    <a:pt x="182" y="82"/>
                  </a:lnTo>
                  <a:lnTo>
                    <a:pt x="190" y="124"/>
                  </a:lnTo>
                  <a:lnTo>
                    <a:pt x="190" y="124"/>
                  </a:lnTo>
                  <a:lnTo>
                    <a:pt x="202" y="182"/>
                  </a:lnTo>
                  <a:lnTo>
                    <a:pt x="214" y="238"/>
                  </a:lnTo>
                  <a:lnTo>
                    <a:pt x="228" y="296"/>
                  </a:lnTo>
                  <a:lnTo>
                    <a:pt x="240" y="354"/>
                  </a:lnTo>
                  <a:lnTo>
                    <a:pt x="240" y="354"/>
                  </a:lnTo>
                  <a:lnTo>
                    <a:pt x="254" y="436"/>
                  </a:lnTo>
                  <a:lnTo>
                    <a:pt x="266" y="518"/>
                  </a:lnTo>
                  <a:lnTo>
                    <a:pt x="266" y="518"/>
                  </a:lnTo>
                  <a:lnTo>
                    <a:pt x="290" y="686"/>
                  </a:lnTo>
                  <a:lnTo>
                    <a:pt x="304" y="780"/>
                  </a:lnTo>
                  <a:lnTo>
                    <a:pt x="312" y="856"/>
                  </a:lnTo>
                  <a:lnTo>
                    <a:pt x="204" y="878"/>
                  </a:lnTo>
                  <a:lnTo>
                    <a:pt x="204" y="878"/>
                  </a:lnTo>
                  <a:lnTo>
                    <a:pt x="188" y="836"/>
                  </a:lnTo>
                  <a:lnTo>
                    <a:pt x="172" y="796"/>
                  </a:lnTo>
                  <a:lnTo>
                    <a:pt x="150" y="722"/>
                  </a:lnTo>
                  <a:lnTo>
                    <a:pt x="132" y="658"/>
                  </a:lnTo>
                  <a:lnTo>
                    <a:pt x="118" y="608"/>
                  </a:lnTo>
                  <a:lnTo>
                    <a:pt x="118" y="608"/>
                  </a:lnTo>
                  <a:lnTo>
                    <a:pt x="92" y="522"/>
                  </a:lnTo>
                  <a:lnTo>
                    <a:pt x="66" y="432"/>
                  </a:lnTo>
                  <a:lnTo>
                    <a:pt x="44" y="340"/>
                  </a:lnTo>
                  <a:lnTo>
                    <a:pt x="26" y="250"/>
                  </a:lnTo>
                  <a:lnTo>
                    <a:pt x="26" y="250"/>
                  </a:lnTo>
                  <a:lnTo>
                    <a:pt x="6" y="150"/>
                  </a:lnTo>
                  <a:lnTo>
                    <a:pt x="6" y="150"/>
                  </a:lnTo>
                  <a:lnTo>
                    <a:pt x="2" y="128"/>
                  </a:lnTo>
                  <a:lnTo>
                    <a:pt x="0" y="104"/>
                  </a:lnTo>
                  <a:lnTo>
                    <a:pt x="0" y="80"/>
                  </a:lnTo>
                  <a:lnTo>
                    <a:pt x="4" y="56"/>
                  </a:lnTo>
                  <a:lnTo>
                    <a:pt x="4" y="56"/>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8" name="Freeform 181"/>
            <p:cNvSpPr>
              <a:spLocks/>
            </p:cNvSpPr>
            <p:nvPr/>
          </p:nvSpPr>
          <p:spPr bwMode="auto">
            <a:xfrm>
              <a:off x="3596821" y="5189311"/>
              <a:ext cx="155575" cy="333375"/>
            </a:xfrm>
            <a:custGeom>
              <a:avLst/>
              <a:gdLst>
                <a:gd name="T0" fmla="*/ 24 w 98"/>
                <a:gd name="T1" fmla="*/ 0 h 210"/>
                <a:gd name="T2" fmla="*/ 98 w 98"/>
                <a:gd name="T3" fmla="*/ 12 h 210"/>
                <a:gd name="T4" fmla="*/ 82 w 98"/>
                <a:gd name="T5" fmla="*/ 122 h 210"/>
                <a:gd name="T6" fmla="*/ 82 w 98"/>
                <a:gd name="T7" fmla="*/ 122 h 210"/>
                <a:gd name="T8" fmla="*/ 80 w 98"/>
                <a:gd name="T9" fmla="*/ 136 h 210"/>
                <a:gd name="T10" fmla="*/ 76 w 98"/>
                <a:gd name="T11" fmla="*/ 150 h 210"/>
                <a:gd name="T12" fmla="*/ 70 w 98"/>
                <a:gd name="T13" fmla="*/ 166 h 210"/>
                <a:gd name="T14" fmla="*/ 62 w 98"/>
                <a:gd name="T15" fmla="*/ 182 h 210"/>
                <a:gd name="T16" fmla="*/ 52 w 98"/>
                <a:gd name="T17" fmla="*/ 196 h 210"/>
                <a:gd name="T18" fmla="*/ 46 w 98"/>
                <a:gd name="T19" fmla="*/ 202 h 210"/>
                <a:gd name="T20" fmla="*/ 40 w 98"/>
                <a:gd name="T21" fmla="*/ 206 h 210"/>
                <a:gd name="T22" fmla="*/ 32 w 98"/>
                <a:gd name="T23" fmla="*/ 210 h 210"/>
                <a:gd name="T24" fmla="*/ 24 w 98"/>
                <a:gd name="T25" fmla="*/ 210 h 210"/>
                <a:gd name="T26" fmla="*/ 24 w 98"/>
                <a:gd name="T27" fmla="*/ 210 h 210"/>
                <a:gd name="T28" fmla="*/ 18 w 98"/>
                <a:gd name="T29" fmla="*/ 206 h 210"/>
                <a:gd name="T30" fmla="*/ 14 w 98"/>
                <a:gd name="T31" fmla="*/ 200 h 210"/>
                <a:gd name="T32" fmla="*/ 8 w 98"/>
                <a:gd name="T33" fmla="*/ 192 h 210"/>
                <a:gd name="T34" fmla="*/ 4 w 98"/>
                <a:gd name="T35" fmla="*/ 178 h 210"/>
                <a:gd name="T36" fmla="*/ 0 w 98"/>
                <a:gd name="T37" fmla="*/ 162 h 210"/>
                <a:gd name="T38" fmla="*/ 0 w 98"/>
                <a:gd name="T39" fmla="*/ 140 h 210"/>
                <a:gd name="T40" fmla="*/ 4 w 98"/>
                <a:gd name="T41" fmla="*/ 114 h 210"/>
                <a:gd name="T42" fmla="*/ 24 w 98"/>
                <a:gd name="T4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210">
                  <a:moveTo>
                    <a:pt x="24" y="0"/>
                  </a:moveTo>
                  <a:lnTo>
                    <a:pt x="98" y="12"/>
                  </a:lnTo>
                  <a:lnTo>
                    <a:pt x="82" y="122"/>
                  </a:lnTo>
                  <a:lnTo>
                    <a:pt x="82" y="122"/>
                  </a:lnTo>
                  <a:lnTo>
                    <a:pt x="80" y="136"/>
                  </a:lnTo>
                  <a:lnTo>
                    <a:pt x="76" y="150"/>
                  </a:lnTo>
                  <a:lnTo>
                    <a:pt x="70" y="166"/>
                  </a:lnTo>
                  <a:lnTo>
                    <a:pt x="62" y="182"/>
                  </a:lnTo>
                  <a:lnTo>
                    <a:pt x="52" y="196"/>
                  </a:lnTo>
                  <a:lnTo>
                    <a:pt x="46" y="202"/>
                  </a:lnTo>
                  <a:lnTo>
                    <a:pt x="40" y="206"/>
                  </a:lnTo>
                  <a:lnTo>
                    <a:pt x="32" y="210"/>
                  </a:lnTo>
                  <a:lnTo>
                    <a:pt x="24" y="210"/>
                  </a:lnTo>
                  <a:lnTo>
                    <a:pt x="24" y="210"/>
                  </a:lnTo>
                  <a:lnTo>
                    <a:pt x="18" y="206"/>
                  </a:lnTo>
                  <a:lnTo>
                    <a:pt x="14" y="200"/>
                  </a:lnTo>
                  <a:lnTo>
                    <a:pt x="8" y="192"/>
                  </a:lnTo>
                  <a:lnTo>
                    <a:pt x="4" y="178"/>
                  </a:lnTo>
                  <a:lnTo>
                    <a:pt x="0" y="162"/>
                  </a:lnTo>
                  <a:lnTo>
                    <a:pt x="0" y="140"/>
                  </a:lnTo>
                  <a:lnTo>
                    <a:pt x="4" y="114"/>
                  </a:lnTo>
                  <a:lnTo>
                    <a:pt x="24"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9" name="Freeform 182"/>
            <p:cNvSpPr>
              <a:spLocks/>
            </p:cNvSpPr>
            <p:nvPr/>
          </p:nvSpPr>
          <p:spPr bwMode="auto">
            <a:xfrm>
              <a:off x="3574596" y="5373461"/>
              <a:ext cx="152400" cy="231775"/>
            </a:xfrm>
            <a:custGeom>
              <a:avLst/>
              <a:gdLst>
                <a:gd name="T0" fmla="*/ 18 w 96"/>
                <a:gd name="T1" fmla="*/ 0 h 146"/>
                <a:gd name="T2" fmla="*/ 18 w 96"/>
                <a:gd name="T3" fmla="*/ 0 h 146"/>
                <a:gd name="T4" fmla="*/ 24 w 96"/>
                <a:gd name="T5" fmla="*/ 2 h 146"/>
                <a:gd name="T6" fmla="*/ 42 w 96"/>
                <a:gd name="T7" fmla="*/ 6 h 146"/>
                <a:gd name="T8" fmla="*/ 66 w 96"/>
                <a:gd name="T9" fmla="*/ 12 h 146"/>
                <a:gd name="T10" fmla="*/ 80 w 96"/>
                <a:gd name="T11" fmla="*/ 12 h 146"/>
                <a:gd name="T12" fmla="*/ 96 w 96"/>
                <a:gd name="T13" fmla="*/ 12 h 146"/>
                <a:gd name="T14" fmla="*/ 96 w 96"/>
                <a:gd name="T15" fmla="*/ 12 h 146"/>
                <a:gd name="T16" fmla="*/ 96 w 96"/>
                <a:gd name="T17" fmla="*/ 34 h 146"/>
                <a:gd name="T18" fmla="*/ 94 w 96"/>
                <a:gd name="T19" fmla="*/ 58 h 146"/>
                <a:gd name="T20" fmla="*/ 90 w 96"/>
                <a:gd name="T21" fmla="*/ 82 h 146"/>
                <a:gd name="T22" fmla="*/ 82 w 96"/>
                <a:gd name="T23" fmla="*/ 108 h 146"/>
                <a:gd name="T24" fmla="*/ 78 w 96"/>
                <a:gd name="T25" fmla="*/ 120 h 146"/>
                <a:gd name="T26" fmla="*/ 72 w 96"/>
                <a:gd name="T27" fmla="*/ 128 h 146"/>
                <a:gd name="T28" fmla="*/ 64 w 96"/>
                <a:gd name="T29" fmla="*/ 136 h 146"/>
                <a:gd name="T30" fmla="*/ 54 w 96"/>
                <a:gd name="T31" fmla="*/ 142 h 146"/>
                <a:gd name="T32" fmla="*/ 44 w 96"/>
                <a:gd name="T33" fmla="*/ 146 h 146"/>
                <a:gd name="T34" fmla="*/ 32 w 96"/>
                <a:gd name="T35" fmla="*/ 144 h 146"/>
                <a:gd name="T36" fmla="*/ 32 w 96"/>
                <a:gd name="T37" fmla="*/ 144 h 146"/>
                <a:gd name="T38" fmla="*/ 28 w 96"/>
                <a:gd name="T39" fmla="*/ 144 h 146"/>
                <a:gd name="T40" fmla="*/ 22 w 96"/>
                <a:gd name="T41" fmla="*/ 140 h 146"/>
                <a:gd name="T42" fmla="*/ 14 w 96"/>
                <a:gd name="T43" fmla="*/ 134 h 146"/>
                <a:gd name="T44" fmla="*/ 8 w 96"/>
                <a:gd name="T45" fmla="*/ 120 h 146"/>
                <a:gd name="T46" fmla="*/ 4 w 96"/>
                <a:gd name="T47" fmla="*/ 112 h 146"/>
                <a:gd name="T48" fmla="*/ 2 w 96"/>
                <a:gd name="T49" fmla="*/ 102 h 146"/>
                <a:gd name="T50" fmla="*/ 0 w 96"/>
                <a:gd name="T51" fmla="*/ 90 h 146"/>
                <a:gd name="T52" fmla="*/ 0 w 96"/>
                <a:gd name="T53" fmla="*/ 78 h 146"/>
                <a:gd name="T54" fmla="*/ 2 w 96"/>
                <a:gd name="T55" fmla="*/ 62 h 146"/>
                <a:gd name="T56" fmla="*/ 4 w 96"/>
                <a:gd name="T57" fmla="*/ 44 h 146"/>
                <a:gd name="T58" fmla="*/ 10 w 96"/>
                <a:gd name="T59" fmla="*/ 22 h 146"/>
                <a:gd name="T60" fmla="*/ 18 w 96"/>
                <a:gd name="T61" fmla="*/ 0 h 146"/>
                <a:gd name="T62" fmla="*/ 18 w 96"/>
                <a:gd name="T6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146">
                  <a:moveTo>
                    <a:pt x="18" y="0"/>
                  </a:moveTo>
                  <a:lnTo>
                    <a:pt x="18" y="0"/>
                  </a:lnTo>
                  <a:lnTo>
                    <a:pt x="24" y="2"/>
                  </a:lnTo>
                  <a:lnTo>
                    <a:pt x="42" y="6"/>
                  </a:lnTo>
                  <a:lnTo>
                    <a:pt x="66" y="12"/>
                  </a:lnTo>
                  <a:lnTo>
                    <a:pt x="80" y="12"/>
                  </a:lnTo>
                  <a:lnTo>
                    <a:pt x="96" y="12"/>
                  </a:lnTo>
                  <a:lnTo>
                    <a:pt x="96" y="12"/>
                  </a:lnTo>
                  <a:lnTo>
                    <a:pt x="96" y="34"/>
                  </a:lnTo>
                  <a:lnTo>
                    <a:pt x="94" y="58"/>
                  </a:lnTo>
                  <a:lnTo>
                    <a:pt x="90" y="82"/>
                  </a:lnTo>
                  <a:lnTo>
                    <a:pt x="82" y="108"/>
                  </a:lnTo>
                  <a:lnTo>
                    <a:pt x="78" y="120"/>
                  </a:lnTo>
                  <a:lnTo>
                    <a:pt x="72" y="128"/>
                  </a:lnTo>
                  <a:lnTo>
                    <a:pt x="64" y="136"/>
                  </a:lnTo>
                  <a:lnTo>
                    <a:pt x="54" y="142"/>
                  </a:lnTo>
                  <a:lnTo>
                    <a:pt x="44" y="146"/>
                  </a:lnTo>
                  <a:lnTo>
                    <a:pt x="32" y="144"/>
                  </a:lnTo>
                  <a:lnTo>
                    <a:pt x="32" y="144"/>
                  </a:lnTo>
                  <a:lnTo>
                    <a:pt x="28" y="144"/>
                  </a:lnTo>
                  <a:lnTo>
                    <a:pt x="22" y="140"/>
                  </a:lnTo>
                  <a:lnTo>
                    <a:pt x="14" y="134"/>
                  </a:lnTo>
                  <a:lnTo>
                    <a:pt x="8" y="120"/>
                  </a:lnTo>
                  <a:lnTo>
                    <a:pt x="4" y="112"/>
                  </a:lnTo>
                  <a:lnTo>
                    <a:pt x="2" y="102"/>
                  </a:lnTo>
                  <a:lnTo>
                    <a:pt x="0" y="90"/>
                  </a:lnTo>
                  <a:lnTo>
                    <a:pt x="0" y="78"/>
                  </a:lnTo>
                  <a:lnTo>
                    <a:pt x="2" y="62"/>
                  </a:lnTo>
                  <a:lnTo>
                    <a:pt x="4" y="44"/>
                  </a:lnTo>
                  <a:lnTo>
                    <a:pt x="10" y="22"/>
                  </a:lnTo>
                  <a:lnTo>
                    <a:pt x="18" y="0"/>
                  </a:lnTo>
                  <a:lnTo>
                    <a:pt x="18"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0" name="Freeform 183"/>
            <p:cNvSpPr>
              <a:spLocks/>
            </p:cNvSpPr>
            <p:nvPr/>
          </p:nvSpPr>
          <p:spPr bwMode="auto">
            <a:xfrm>
              <a:off x="3574596" y="5452836"/>
              <a:ext cx="146050" cy="152400"/>
            </a:xfrm>
            <a:custGeom>
              <a:avLst/>
              <a:gdLst>
                <a:gd name="T0" fmla="*/ 34 w 92"/>
                <a:gd name="T1" fmla="*/ 82 h 96"/>
                <a:gd name="T2" fmla="*/ 34 w 92"/>
                <a:gd name="T3" fmla="*/ 82 h 96"/>
                <a:gd name="T4" fmla="*/ 28 w 92"/>
                <a:gd name="T5" fmla="*/ 80 h 96"/>
                <a:gd name="T6" fmla="*/ 22 w 92"/>
                <a:gd name="T7" fmla="*/ 76 h 96"/>
                <a:gd name="T8" fmla="*/ 16 w 92"/>
                <a:gd name="T9" fmla="*/ 68 h 96"/>
                <a:gd name="T10" fmla="*/ 8 w 92"/>
                <a:gd name="T11" fmla="*/ 58 h 96"/>
                <a:gd name="T12" fmla="*/ 4 w 92"/>
                <a:gd name="T13" fmla="*/ 44 h 96"/>
                <a:gd name="T14" fmla="*/ 2 w 92"/>
                <a:gd name="T15" fmla="*/ 24 h 96"/>
                <a:gd name="T16" fmla="*/ 4 w 92"/>
                <a:gd name="T17" fmla="*/ 0 h 96"/>
                <a:gd name="T18" fmla="*/ 4 w 92"/>
                <a:gd name="T19" fmla="*/ 0 h 96"/>
                <a:gd name="T20" fmla="*/ 0 w 92"/>
                <a:gd name="T21" fmla="*/ 28 h 96"/>
                <a:gd name="T22" fmla="*/ 2 w 92"/>
                <a:gd name="T23" fmla="*/ 50 h 96"/>
                <a:gd name="T24" fmla="*/ 6 w 92"/>
                <a:gd name="T25" fmla="*/ 68 h 96"/>
                <a:gd name="T26" fmla="*/ 12 w 92"/>
                <a:gd name="T27" fmla="*/ 80 h 96"/>
                <a:gd name="T28" fmla="*/ 18 w 92"/>
                <a:gd name="T29" fmla="*/ 88 h 96"/>
                <a:gd name="T30" fmla="*/ 24 w 92"/>
                <a:gd name="T31" fmla="*/ 94 h 96"/>
                <a:gd name="T32" fmla="*/ 30 w 92"/>
                <a:gd name="T33" fmla="*/ 96 h 96"/>
                <a:gd name="T34" fmla="*/ 30 w 92"/>
                <a:gd name="T35" fmla="*/ 96 h 96"/>
                <a:gd name="T36" fmla="*/ 38 w 92"/>
                <a:gd name="T37" fmla="*/ 96 h 96"/>
                <a:gd name="T38" fmla="*/ 46 w 92"/>
                <a:gd name="T39" fmla="*/ 96 h 96"/>
                <a:gd name="T40" fmla="*/ 58 w 92"/>
                <a:gd name="T41" fmla="*/ 92 h 96"/>
                <a:gd name="T42" fmla="*/ 68 w 92"/>
                <a:gd name="T43" fmla="*/ 84 h 96"/>
                <a:gd name="T44" fmla="*/ 76 w 92"/>
                <a:gd name="T45" fmla="*/ 74 h 96"/>
                <a:gd name="T46" fmla="*/ 82 w 92"/>
                <a:gd name="T47" fmla="*/ 60 h 96"/>
                <a:gd name="T48" fmla="*/ 86 w 92"/>
                <a:gd name="T49" fmla="*/ 46 h 96"/>
                <a:gd name="T50" fmla="*/ 90 w 92"/>
                <a:gd name="T51" fmla="*/ 30 h 96"/>
                <a:gd name="T52" fmla="*/ 92 w 92"/>
                <a:gd name="T53" fmla="*/ 16 h 96"/>
                <a:gd name="T54" fmla="*/ 92 w 92"/>
                <a:gd name="T55" fmla="*/ 16 h 96"/>
                <a:gd name="T56" fmla="*/ 86 w 92"/>
                <a:gd name="T57" fmla="*/ 42 h 96"/>
                <a:gd name="T58" fmla="*/ 80 w 92"/>
                <a:gd name="T59" fmla="*/ 54 h 96"/>
                <a:gd name="T60" fmla="*/ 74 w 92"/>
                <a:gd name="T61" fmla="*/ 64 h 96"/>
                <a:gd name="T62" fmla="*/ 66 w 92"/>
                <a:gd name="T63" fmla="*/ 74 h 96"/>
                <a:gd name="T64" fmla="*/ 58 w 92"/>
                <a:gd name="T65" fmla="*/ 80 h 96"/>
                <a:gd name="T66" fmla="*/ 46 w 92"/>
                <a:gd name="T67" fmla="*/ 82 h 96"/>
                <a:gd name="T68" fmla="*/ 34 w 92"/>
                <a:gd name="T69" fmla="*/ 82 h 96"/>
                <a:gd name="T70" fmla="*/ 34 w 92"/>
                <a:gd name="T71"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2" h="96">
                  <a:moveTo>
                    <a:pt x="34" y="82"/>
                  </a:moveTo>
                  <a:lnTo>
                    <a:pt x="34" y="82"/>
                  </a:lnTo>
                  <a:lnTo>
                    <a:pt x="28" y="80"/>
                  </a:lnTo>
                  <a:lnTo>
                    <a:pt x="22" y="76"/>
                  </a:lnTo>
                  <a:lnTo>
                    <a:pt x="16" y="68"/>
                  </a:lnTo>
                  <a:lnTo>
                    <a:pt x="8" y="58"/>
                  </a:lnTo>
                  <a:lnTo>
                    <a:pt x="4" y="44"/>
                  </a:lnTo>
                  <a:lnTo>
                    <a:pt x="2" y="24"/>
                  </a:lnTo>
                  <a:lnTo>
                    <a:pt x="4" y="0"/>
                  </a:lnTo>
                  <a:lnTo>
                    <a:pt x="4" y="0"/>
                  </a:lnTo>
                  <a:lnTo>
                    <a:pt x="0" y="28"/>
                  </a:lnTo>
                  <a:lnTo>
                    <a:pt x="2" y="50"/>
                  </a:lnTo>
                  <a:lnTo>
                    <a:pt x="6" y="68"/>
                  </a:lnTo>
                  <a:lnTo>
                    <a:pt x="12" y="80"/>
                  </a:lnTo>
                  <a:lnTo>
                    <a:pt x="18" y="88"/>
                  </a:lnTo>
                  <a:lnTo>
                    <a:pt x="24" y="94"/>
                  </a:lnTo>
                  <a:lnTo>
                    <a:pt x="30" y="96"/>
                  </a:lnTo>
                  <a:lnTo>
                    <a:pt x="30" y="96"/>
                  </a:lnTo>
                  <a:lnTo>
                    <a:pt x="38" y="96"/>
                  </a:lnTo>
                  <a:lnTo>
                    <a:pt x="46" y="96"/>
                  </a:lnTo>
                  <a:lnTo>
                    <a:pt x="58" y="92"/>
                  </a:lnTo>
                  <a:lnTo>
                    <a:pt x="68" y="84"/>
                  </a:lnTo>
                  <a:lnTo>
                    <a:pt x="76" y="74"/>
                  </a:lnTo>
                  <a:lnTo>
                    <a:pt x="82" y="60"/>
                  </a:lnTo>
                  <a:lnTo>
                    <a:pt x="86" y="46"/>
                  </a:lnTo>
                  <a:lnTo>
                    <a:pt x="90" y="30"/>
                  </a:lnTo>
                  <a:lnTo>
                    <a:pt x="92" y="16"/>
                  </a:lnTo>
                  <a:lnTo>
                    <a:pt x="92" y="16"/>
                  </a:lnTo>
                  <a:lnTo>
                    <a:pt x="86" y="42"/>
                  </a:lnTo>
                  <a:lnTo>
                    <a:pt x="80" y="54"/>
                  </a:lnTo>
                  <a:lnTo>
                    <a:pt x="74" y="64"/>
                  </a:lnTo>
                  <a:lnTo>
                    <a:pt x="66" y="74"/>
                  </a:lnTo>
                  <a:lnTo>
                    <a:pt x="58" y="80"/>
                  </a:lnTo>
                  <a:lnTo>
                    <a:pt x="46" y="82"/>
                  </a:lnTo>
                  <a:lnTo>
                    <a:pt x="34" y="82"/>
                  </a:lnTo>
                  <a:lnTo>
                    <a:pt x="34" y="8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1" name="Freeform 184"/>
            <p:cNvSpPr>
              <a:spLocks/>
            </p:cNvSpPr>
            <p:nvPr/>
          </p:nvSpPr>
          <p:spPr bwMode="auto">
            <a:xfrm>
              <a:off x="3628571" y="5414736"/>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2" name="Freeform 185"/>
            <p:cNvSpPr>
              <a:spLocks/>
            </p:cNvSpPr>
            <p:nvPr/>
          </p:nvSpPr>
          <p:spPr bwMode="auto">
            <a:xfrm>
              <a:off x="3673021" y="5421086"/>
              <a:ext cx="12700" cy="12700"/>
            </a:xfrm>
            <a:custGeom>
              <a:avLst/>
              <a:gdLst>
                <a:gd name="T0" fmla="*/ 8 w 8"/>
                <a:gd name="T1" fmla="*/ 4 h 8"/>
                <a:gd name="T2" fmla="*/ 8 w 8"/>
                <a:gd name="T3" fmla="*/ 4 h 8"/>
                <a:gd name="T4" fmla="*/ 6 w 8"/>
                <a:gd name="T5" fmla="*/ 8 h 8"/>
                <a:gd name="T6" fmla="*/ 4 w 8"/>
                <a:gd name="T7" fmla="*/ 8 h 8"/>
                <a:gd name="T8" fmla="*/ 4 w 8"/>
                <a:gd name="T9" fmla="*/ 8 h 8"/>
                <a:gd name="T10" fmla="*/ 0 w 8"/>
                <a:gd name="T11" fmla="*/ 6 h 8"/>
                <a:gd name="T12" fmla="*/ 0 w 8"/>
                <a:gd name="T13" fmla="*/ 4 h 8"/>
                <a:gd name="T14" fmla="*/ 0 w 8"/>
                <a:gd name="T15" fmla="*/ 4 h 8"/>
                <a:gd name="T16" fmla="*/ 2 w 8"/>
                <a:gd name="T17" fmla="*/ 0 h 8"/>
                <a:gd name="T18" fmla="*/ 4 w 8"/>
                <a:gd name="T19" fmla="*/ 0 h 8"/>
                <a:gd name="T20" fmla="*/ 4 w 8"/>
                <a:gd name="T21" fmla="*/ 0 h 8"/>
                <a:gd name="T22" fmla="*/ 8 w 8"/>
                <a:gd name="T23" fmla="*/ 2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4" y="8"/>
                  </a:lnTo>
                  <a:lnTo>
                    <a:pt x="4" y="8"/>
                  </a:lnTo>
                  <a:lnTo>
                    <a:pt x="0" y="6"/>
                  </a:lnTo>
                  <a:lnTo>
                    <a:pt x="0" y="4"/>
                  </a:lnTo>
                  <a:lnTo>
                    <a:pt x="0" y="4"/>
                  </a:lnTo>
                  <a:lnTo>
                    <a:pt x="2" y="0"/>
                  </a:lnTo>
                  <a:lnTo>
                    <a:pt x="4" y="0"/>
                  </a:lnTo>
                  <a:lnTo>
                    <a:pt x="4" y="0"/>
                  </a:lnTo>
                  <a:lnTo>
                    <a:pt x="8" y="2"/>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3" name="Freeform 186"/>
            <p:cNvSpPr>
              <a:spLocks/>
            </p:cNvSpPr>
            <p:nvPr/>
          </p:nvSpPr>
          <p:spPr bwMode="auto">
            <a:xfrm>
              <a:off x="3625396" y="5443311"/>
              <a:ext cx="12700" cy="12700"/>
            </a:xfrm>
            <a:custGeom>
              <a:avLst/>
              <a:gdLst>
                <a:gd name="T0" fmla="*/ 8 w 8"/>
                <a:gd name="T1" fmla="*/ 4 h 8"/>
                <a:gd name="T2" fmla="*/ 8 w 8"/>
                <a:gd name="T3" fmla="*/ 4 h 8"/>
                <a:gd name="T4" fmla="*/ 6 w 8"/>
                <a:gd name="T5" fmla="*/ 8 h 8"/>
                <a:gd name="T6" fmla="*/ 2 w 8"/>
                <a:gd name="T7" fmla="*/ 8 h 8"/>
                <a:gd name="T8" fmla="*/ 2 w 8"/>
                <a:gd name="T9" fmla="*/ 8 h 8"/>
                <a:gd name="T10" fmla="*/ 0 w 8"/>
                <a:gd name="T11" fmla="*/ 6 h 8"/>
                <a:gd name="T12" fmla="*/ 0 w 8"/>
                <a:gd name="T13" fmla="*/ 2 h 8"/>
                <a:gd name="T14" fmla="*/ 0 w 8"/>
                <a:gd name="T15" fmla="*/ 2 h 8"/>
                <a:gd name="T16" fmla="*/ 0 w 8"/>
                <a:gd name="T17" fmla="*/ 0 h 8"/>
                <a:gd name="T18" fmla="*/ 4 w 8"/>
                <a:gd name="T19" fmla="*/ 0 h 8"/>
                <a:gd name="T20" fmla="*/ 4 w 8"/>
                <a:gd name="T21" fmla="*/ 0 h 8"/>
                <a:gd name="T22" fmla="*/ 8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2" y="8"/>
                  </a:lnTo>
                  <a:lnTo>
                    <a:pt x="2" y="8"/>
                  </a:lnTo>
                  <a:lnTo>
                    <a:pt x="0" y="6"/>
                  </a:lnTo>
                  <a:lnTo>
                    <a:pt x="0" y="2"/>
                  </a:lnTo>
                  <a:lnTo>
                    <a:pt x="0" y="2"/>
                  </a:lnTo>
                  <a:lnTo>
                    <a:pt x="0" y="0"/>
                  </a:lnTo>
                  <a:lnTo>
                    <a:pt x="4" y="0"/>
                  </a:lnTo>
                  <a:lnTo>
                    <a:pt x="4" y="0"/>
                  </a:lnTo>
                  <a:lnTo>
                    <a:pt x="8"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4" name="Freeform 187"/>
            <p:cNvSpPr>
              <a:spLocks/>
            </p:cNvSpPr>
            <p:nvPr/>
          </p:nvSpPr>
          <p:spPr bwMode="auto">
            <a:xfrm>
              <a:off x="3666671" y="5449661"/>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2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2"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5" name="Freeform 188"/>
            <p:cNvSpPr>
              <a:spLocks/>
            </p:cNvSpPr>
            <p:nvPr/>
          </p:nvSpPr>
          <p:spPr bwMode="auto">
            <a:xfrm>
              <a:off x="3619046" y="5465536"/>
              <a:ext cx="15875" cy="15875"/>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2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2"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6" name="Freeform 189"/>
            <p:cNvSpPr>
              <a:spLocks/>
            </p:cNvSpPr>
            <p:nvPr/>
          </p:nvSpPr>
          <p:spPr bwMode="auto">
            <a:xfrm>
              <a:off x="3663496" y="5475061"/>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2 h 8"/>
                <a:gd name="T14" fmla="*/ 0 w 10"/>
                <a:gd name="T15" fmla="*/ 2 h 8"/>
                <a:gd name="T16" fmla="*/ 2 w 10"/>
                <a:gd name="T17" fmla="*/ 0 h 8"/>
                <a:gd name="T18" fmla="*/ 6 w 10"/>
                <a:gd name="T19" fmla="*/ 0 h 8"/>
                <a:gd name="T20" fmla="*/ 6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2"/>
                  </a:lnTo>
                  <a:lnTo>
                    <a:pt x="0" y="2"/>
                  </a:lnTo>
                  <a:lnTo>
                    <a:pt x="2" y="0"/>
                  </a:lnTo>
                  <a:lnTo>
                    <a:pt x="6" y="0"/>
                  </a:lnTo>
                  <a:lnTo>
                    <a:pt x="6"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7" name="Freeform 190"/>
            <p:cNvSpPr>
              <a:spLocks/>
            </p:cNvSpPr>
            <p:nvPr/>
          </p:nvSpPr>
          <p:spPr bwMode="auto">
            <a:xfrm>
              <a:off x="3615871" y="5490936"/>
              <a:ext cx="15875" cy="15875"/>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0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0"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8" name="Freeform 191"/>
            <p:cNvSpPr>
              <a:spLocks/>
            </p:cNvSpPr>
            <p:nvPr/>
          </p:nvSpPr>
          <p:spPr bwMode="auto">
            <a:xfrm>
              <a:off x="3660321" y="5497286"/>
              <a:ext cx="12700" cy="15875"/>
            </a:xfrm>
            <a:custGeom>
              <a:avLst/>
              <a:gdLst>
                <a:gd name="T0" fmla="*/ 8 w 8"/>
                <a:gd name="T1" fmla="*/ 6 h 10"/>
                <a:gd name="T2" fmla="*/ 8 w 8"/>
                <a:gd name="T3" fmla="*/ 6 h 10"/>
                <a:gd name="T4" fmla="*/ 6 w 8"/>
                <a:gd name="T5" fmla="*/ 8 h 10"/>
                <a:gd name="T6" fmla="*/ 4 w 8"/>
                <a:gd name="T7" fmla="*/ 10 h 10"/>
                <a:gd name="T8" fmla="*/ 4 w 8"/>
                <a:gd name="T9" fmla="*/ 10 h 10"/>
                <a:gd name="T10" fmla="*/ 0 w 8"/>
                <a:gd name="T11" fmla="*/ 8 h 10"/>
                <a:gd name="T12" fmla="*/ 0 w 8"/>
                <a:gd name="T13" fmla="*/ 4 h 10"/>
                <a:gd name="T14" fmla="*/ 0 w 8"/>
                <a:gd name="T15" fmla="*/ 4 h 10"/>
                <a:gd name="T16" fmla="*/ 2 w 8"/>
                <a:gd name="T17" fmla="*/ 2 h 10"/>
                <a:gd name="T18" fmla="*/ 4 w 8"/>
                <a:gd name="T19" fmla="*/ 0 h 10"/>
                <a:gd name="T20" fmla="*/ 4 w 8"/>
                <a:gd name="T21" fmla="*/ 0 h 10"/>
                <a:gd name="T22" fmla="*/ 8 w 8"/>
                <a:gd name="T23" fmla="*/ 2 h 10"/>
                <a:gd name="T24" fmla="*/ 8 w 8"/>
                <a:gd name="T25" fmla="*/ 6 h 10"/>
                <a:gd name="T26" fmla="*/ 8 w 8"/>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8" y="6"/>
                  </a:moveTo>
                  <a:lnTo>
                    <a:pt x="8" y="6"/>
                  </a:lnTo>
                  <a:lnTo>
                    <a:pt x="6" y="8"/>
                  </a:lnTo>
                  <a:lnTo>
                    <a:pt x="4" y="10"/>
                  </a:lnTo>
                  <a:lnTo>
                    <a:pt x="4" y="10"/>
                  </a:lnTo>
                  <a:lnTo>
                    <a:pt x="0" y="8"/>
                  </a:lnTo>
                  <a:lnTo>
                    <a:pt x="0" y="4"/>
                  </a:lnTo>
                  <a:lnTo>
                    <a:pt x="0" y="4"/>
                  </a:lnTo>
                  <a:lnTo>
                    <a:pt x="2" y="2"/>
                  </a:lnTo>
                  <a:lnTo>
                    <a:pt x="4" y="0"/>
                  </a:lnTo>
                  <a:lnTo>
                    <a:pt x="4" y="0"/>
                  </a:lnTo>
                  <a:lnTo>
                    <a:pt x="8" y="2"/>
                  </a:lnTo>
                  <a:lnTo>
                    <a:pt x="8" y="6"/>
                  </a:lnTo>
                  <a:lnTo>
                    <a:pt x="8"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9" name="Freeform 192"/>
            <p:cNvSpPr>
              <a:spLocks/>
            </p:cNvSpPr>
            <p:nvPr/>
          </p:nvSpPr>
          <p:spPr bwMode="auto">
            <a:xfrm>
              <a:off x="3631746" y="5417911"/>
              <a:ext cx="50800" cy="12700"/>
            </a:xfrm>
            <a:custGeom>
              <a:avLst/>
              <a:gdLst>
                <a:gd name="T0" fmla="*/ 32 w 32"/>
                <a:gd name="T1" fmla="*/ 6 h 8"/>
                <a:gd name="T2" fmla="*/ 32 w 32"/>
                <a:gd name="T3" fmla="*/ 6 h 8"/>
                <a:gd name="T4" fmla="*/ 30 w 32"/>
                <a:gd name="T5" fmla="*/ 8 h 8"/>
                <a:gd name="T6" fmla="*/ 2 w 32"/>
                <a:gd name="T7" fmla="*/ 2 h 8"/>
                <a:gd name="T8" fmla="*/ 2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2" y="2"/>
                  </a:lnTo>
                  <a:lnTo>
                    <a:pt x="2"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0" name="Freeform 193"/>
            <p:cNvSpPr>
              <a:spLocks/>
            </p:cNvSpPr>
            <p:nvPr/>
          </p:nvSpPr>
          <p:spPr bwMode="auto">
            <a:xfrm>
              <a:off x="3628571" y="5446486"/>
              <a:ext cx="50800" cy="12700"/>
            </a:xfrm>
            <a:custGeom>
              <a:avLst/>
              <a:gdLst>
                <a:gd name="T0" fmla="*/ 32 w 32"/>
                <a:gd name="T1" fmla="*/ 6 h 8"/>
                <a:gd name="T2" fmla="*/ 32 w 32"/>
                <a:gd name="T3" fmla="*/ 6 h 8"/>
                <a:gd name="T4" fmla="*/ 30 w 32"/>
                <a:gd name="T5" fmla="*/ 8 h 8"/>
                <a:gd name="T6" fmla="*/ 0 w 32"/>
                <a:gd name="T7" fmla="*/ 2 h 8"/>
                <a:gd name="T8" fmla="*/ 0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0" y="2"/>
                  </a:lnTo>
                  <a:lnTo>
                    <a:pt x="0"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1" name="Freeform 194"/>
            <p:cNvSpPr>
              <a:spLocks/>
            </p:cNvSpPr>
            <p:nvPr/>
          </p:nvSpPr>
          <p:spPr bwMode="auto">
            <a:xfrm>
              <a:off x="3625396" y="5471886"/>
              <a:ext cx="47625" cy="9525"/>
            </a:xfrm>
            <a:custGeom>
              <a:avLst/>
              <a:gdLst>
                <a:gd name="T0" fmla="*/ 30 w 30"/>
                <a:gd name="T1" fmla="*/ 6 h 6"/>
                <a:gd name="T2" fmla="*/ 30 w 30"/>
                <a:gd name="T3" fmla="*/ 6 h 6"/>
                <a:gd name="T4" fmla="*/ 30 w 30"/>
                <a:gd name="T5" fmla="*/ 6 h 6"/>
                <a:gd name="T6" fmla="*/ 0 w 30"/>
                <a:gd name="T7" fmla="*/ 2 h 6"/>
                <a:gd name="T8" fmla="*/ 0 w 30"/>
                <a:gd name="T9" fmla="*/ 2 h 6"/>
                <a:gd name="T10" fmla="*/ 0 w 30"/>
                <a:gd name="T11" fmla="*/ 0 h 6"/>
                <a:gd name="T12" fmla="*/ 0 w 30"/>
                <a:gd name="T13" fmla="*/ 0 h 6"/>
                <a:gd name="T14" fmla="*/ 0 w 30"/>
                <a:gd name="T15" fmla="*/ 0 h 6"/>
                <a:gd name="T16" fmla="*/ 30 w 30"/>
                <a:gd name="T17" fmla="*/ 4 h 6"/>
                <a:gd name="T18" fmla="*/ 30 w 30"/>
                <a:gd name="T19" fmla="*/ 4 h 6"/>
                <a:gd name="T20" fmla="*/ 30 w 30"/>
                <a:gd name="T21" fmla="*/ 6 h 6"/>
                <a:gd name="T22" fmla="*/ 30 w 30"/>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6">
                  <a:moveTo>
                    <a:pt x="30" y="6"/>
                  </a:moveTo>
                  <a:lnTo>
                    <a:pt x="30" y="6"/>
                  </a:lnTo>
                  <a:lnTo>
                    <a:pt x="30" y="6"/>
                  </a:lnTo>
                  <a:lnTo>
                    <a:pt x="0" y="2"/>
                  </a:lnTo>
                  <a:lnTo>
                    <a:pt x="0" y="2"/>
                  </a:lnTo>
                  <a:lnTo>
                    <a:pt x="0" y="0"/>
                  </a:lnTo>
                  <a:lnTo>
                    <a:pt x="0" y="0"/>
                  </a:lnTo>
                  <a:lnTo>
                    <a:pt x="0" y="0"/>
                  </a:lnTo>
                  <a:lnTo>
                    <a:pt x="30" y="4"/>
                  </a:lnTo>
                  <a:lnTo>
                    <a:pt x="30" y="4"/>
                  </a:lnTo>
                  <a:lnTo>
                    <a:pt x="30" y="6"/>
                  </a:lnTo>
                  <a:lnTo>
                    <a:pt x="3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2" name="Freeform 195"/>
            <p:cNvSpPr>
              <a:spLocks/>
            </p:cNvSpPr>
            <p:nvPr/>
          </p:nvSpPr>
          <p:spPr bwMode="auto">
            <a:xfrm>
              <a:off x="3619046" y="5497286"/>
              <a:ext cx="50800" cy="9525"/>
            </a:xfrm>
            <a:custGeom>
              <a:avLst/>
              <a:gdLst>
                <a:gd name="T0" fmla="*/ 32 w 32"/>
                <a:gd name="T1" fmla="*/ 6 h 6"/>
                <a:gd name="T2" fmla="*/ 32 w 32"/>
                <a:gd name="T3" fmla="*/ 6 h 6"/>
                <a:gd name="T4" fmla="*/ 30 w 32"/>
                <a:gd name="T5" fmla="*/ 6 h 6"/>
                <a:gd name="T6" fmla="*/ 2 w 32"/>
                <a:gd name="T7" fmla="*/ 2 h 6"/>
                <a:gd name="T8" fmla="*/ 2 w 32"/>
                <a:gd name="T9" fmla="*/ 2 h 6"/>
                <a:gd name="T10" fmla="*/ 0 w 32"/>
                <a:gd name="T11" fmla="*/ 0 h 6"/>
                <a:gd name="T12" fmla="*/ 0 w 32"/>
                <a:gd name="T13" fmla="*/ 0 h 6"/>
                <a:gd name="T14" fmla="*/ 2 w 32"/>
                <a:gd name="T15" fmla="*/ 0 h 6"/>
                <a:gd name="T16" fmla="*/ 30 w 32"/>
                <a:gd name="T17" fmla="*/ 4 h 6"/>
                <a:gd name="T18" fmla="*/ 30 w 32"/>
                <a:gd name="T19" fmla="*/ 4 h 6"/>
                <a:gd name="T20" fmla="*/ 32 w 32"/>
                <a:gd name="T21" fmla="*/ 6 h 6"/>
                <a:gd name="T22" fmla="*/ 32 w 32"/>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6">
                  <a:moveTo>
                    <a:pt x="32" y="6"/>
                  </a:moveTo>
                  <a:lnTo>
                    <a:pt x="32" y="6"/>
                  </a:lnTo>
                  <a:lnTo>
                    <a:pt x="30" y="6"/>
                  </a:lnTo>
                  <a:lnTo>
                    <a:pt x="2" y="2"/>
                  </a:lnTo>
                  <a:lnTo>
                    <a:pt x="2" y="2"/>
                  </a:lnTo>
                  <a:lnTo>
                    <a:pt x="0" y="0"/>
                  </a:lnTo>
                  <a:lnTo>
                    <a:pt x="0" y="0"/>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3" name="Freeform 196"/>
            <p:cNvSpPr>
              <a:spLocks/>
            </p:cNvSpPr>
            <p:nvPr/>
          </p:nvSpPr>
          <p:spPr bwMode="auto">
            <a:xfrm>
              <a:off x="3631746" y="5417911"/>
              <a:ext cx="44450" cy="38100"/>
            </a:xfrm>
            <a:custGeom>
              <a:avLst/>
              <a:gdLst>
                <a:gd name="T0" fmla="*/ 28 w 28"/>
                <a:gd name="T1" fmla="*/ 24 h 24"/>
                <a:gd name="T2" fmla="*/ 26 w 28"/>
                <a:gd name="T3" fmla="*/ 24 h 24"/>
                <a:gd name="T4" fmla="*/ 0 w 28"/>
                <a:gd name="T5" fmla="*/ 2 h 24"/>
                <a:gd name="T6" fmla="*/ 0 w 28"/>
                <a:gd name="T7" fmla="*/ 0 h 24"/>
                <a:gd name="T8" fmla="*/ 2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2"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4" name="Freeform 197"/>
            <p:cNvSpPr>
              <a:spLocks/>
            </p:cNvSpPr>
            <p:nvPr/>
          </p:nvSpPr>
          <p:spPr bwMode="auto">
            <a:xfrm>
              <a:off x="3628571" y="5424261"/>
              <a:ext cx="53975" cy="25400"/>
            </a:xfrm>
            <a:custGeom>
              <a:avLst/>
              <a:gdLst>
                <a:gd name="T0" fmla="*/ 0 w 34"/>
                <a:gd name="T1" fmla="*/ 16 h 16"/>
                <a:gd name="T2" fmla="*/ 0 w 34"/>
                <a:gd name="T3" fmla="*/ 16 h 16"/>
                <a:gd name="T4" fmla="*/ 0 w 34"/>
                <a:gd name="T5" fmla="*/ 12 h 16"/>
                <a:gd name="T6" fmla="*/ 32 w 34"/>
                <a:gd name="T7" fmla="*/ 0 h 16"/>
                <a:gd name="T8" fmla="*/ 32 w 34"/>
                <a:gd name="T9" fmla="*/ 0 h 16"/>
                <a:gd name="T10" fmla="*/ 34 w 34"/>
                <a:gd name="T11" fmla="*/ 2 h 16"/>
                <a:gd name="T12" fmla="*/ 34 w 34"/>
                <a:gd name="T13" fmla="*/ 2 h 16"/>
                <a:gd name="T14" fmla="*/ 34 w 34"/>
                <a:gd name="T15" fmla="*/ 4 h 16"/>
                <a:gd name="T16" fmla="*/ 2 w 34"/>
                <a:gd name="T17" fmla="*/ 16 h 16"/>
                <a:gd name="T18" fmla="*/ 2 w 34"/>
                <a:gd name="T19" fmla="*/ 16 h 16"/>
                <a:gd name="T20" fmla="*/ 0 w 34"/>
                <a:gd name="T21" fmla="*/ 16 h 16"/>
                <a:gd name="T22" fmla="*/ 0 w 34"/>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0" y="16"/>
                  </a:moveTo>
                  <a:lnTo>
                    <a:pt x="0" y="16"/>
                  </a:lnTo>
                  <a:lnTo>
                    <a:pt x="0" y="12"/>
                  </a:lnTo>
                  <a:lnTo>
                    <a:pt x="32" y="0"/>
                  </a:lnTo>
                  <a:lnTo>
                    <a:pt x="32" y="0"/>
                  </a:lnTo>
                  <a:lnTo>
                    <a:pt x="34" y="2"/>
                  </a:lnTo>
                  <a:lnTo>
                    <a:pt x="34" y="2"/>
                  </a:lnTo>
                  <a:lnTo>
                    <a:pt x="34" y="4"/>
                  </a:lnTo>
                  <a:lnTo>
                    <a:pt x="2" y="16"/>
                  </a:lnTo>
                  <a:lnTo>
                    <a:pt x="2" y="16"/>
                  </a:lnTo>
                  <a:lnTo>
                    <a:pt x="0" y="16"/>
                  </a:lnTo>
                  <a:lnTo>
                    <a:pt x="0" y="1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5" name="Freeform 198"/>
            <p:cNvSpPr>
              <a:spLocks/>
            </p:cNvSpPr>
            <p:nvPr/>
          </p:nvSpPr>
          <p:spPr bwMode="auto">
            <a:xfrm>
              <a:off x="3628571" y="5446486"/>
              <a:ext cx="44450" cy="38100"/>
            </a:xfrm>
            <a:custGeom>
              <a:avLst/>
              <a:gdLst>
                <a:gd name="T0" fmla="*/ 28 w 28"/>
                <a:gd name="T1" fmla="*/ 24 h 24"/>
                <a:gd name="T2" fmla="*/ 26 w 28"/>
                <a:gd name="T3" fmla="*/ 24 h 24"/>
                <a:gd name="T4" fmla="*/ 0 w 28"/>
                <a:gd name="T5" fmla="*/ 2 h 24"/>
                <a:gd name="T6" fmla="*/ 0 w 28"/>
                <a:gd name="T7" fmla="*/ 0 h 24"/>
                <a:gd name="T8" fmla="*/ 4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4"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6" name="Freeform 199"/>
            <p:cNvSpPr>
              <a:spLocks/>
            </p:cNvSpPr>
            <p:nvPr/>
          </p:nvSpPr>
          <p:spPr bwMode="auto">
            <a:xfrm>
              <a:off x="3625396" y="5452836"/>
              <a:ext cx="50800" cy="22225"/>
            </a:xfrm>
            <a:custGeom>
              <a:avLst/>
              <a:gdLst>
                <a:gd name="T0" fmla="*/ 0 w 32"/>
                <a:gd name="T1" fmla="*/ 14 h 14"/>
                <a:gd name="T2" fmla="*/ 0 w 32"/>
                <a:gd name="T3" fmla="*/ 14 h 14"/>
                <a:gd name="T4" fmla="*/ 0 w 32"/>
                <a:gd name="T5" fmla="*/ 12 h 14"/>
                <a:gd name="T6" fmla="*/ 30 w 32"/>
                <a:gd name="T7" fmla="*/ 0 h 14"/>
                <a:gd name="T8" fmla="*/ 30 w 32"/>
                <a:gd name="T9" fmla="*/ 0 h 14"/>
                <a:gd name="T10" fmla="*/ 32 w 32"/>
                <a:gd name="T11" fmla="*/ 0 h 14"/>
                <a:gd name="T12" fmla="*/ 32 w 32"/>
                <a:gd name="T13" fmla="*/ 0 h 14"/>
                <a:gd name="T14" fmla="*/ 32 w 32"/>
                <a:gd name="T15" fmla="*/ 2 h 14"/>
                <a:gd name="T16" fmla="*/ 2 w 32"/>
                <a:gd name="T17" fmla="*/ 14 h 14"/>
                <a:gd name="T18" fmla="*/ 2 w 32"/>
                <a:gd name="T19" fmla="*/ 14 h 14"/>
                <a:gd name="T20" fmla="*/ 0 w 32"/>
                <a:gd name="T21" fmla="*/ 14 h 14"/>
                <a:gd name="T22" fmla="*/ 0 w 32"/>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4"/>
                  </a:moveTo>
                  <a:lnTo>
                    <a:pt x="0" y="14"/>
                  </a:lnTo>
                  <a:lnTo>
                    <a:pt x="0" y="12"/>
                  </a:lnTo>
                  <a:lnTo>
                    <a:pt x="30" y="0"/>
                  </a:lnTo>
                  <a:lnTo>
                    <a:pt x="30" y="0"/>
                  </a:lnTo>
                  <a:lnTo>
                    <a:pt x="32" y="0"/>
                  </a:lnTo>
                  <a:lnTo>
                    <a:pt x="32" y="0"/>
                  </a:lnTo>
                  <a:lnTo>
                    <a:pt x="32" y="2"/>
                  </a:lnTo>
                  <a:lnTo>
                    <a:pt x="2" y="14"/>
                  </a:lnTo>
                  <a:lnTo>
                    <a:pt x="2" y="14"/>
                  </a:lnTo>
                  <a:lnTo>
                    <a:pt x="0" y="14"/>
                  </a:lnTo>
                  <a:lnTo>
                    <a:pt x="0"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7" name="Freeform 200"/>
            <p:cNvSpPr>
              <a:spLocks/>
            </p:cNvSpPr>
            <p:nvPr/>
          </p:nvSpPr>
          <p:spPr bwMode="auto">
            <a:xfrm>
              <a:off x="3625396" y="5471886"/>
              <a:ext cx="44450" cy="34925"/>
            </a:xfrm>
            <a:custGeom>
              <a:avLst/>
              <a:gdLst>
                <a:gd name="T0" fmla="*/ 28 w 28"/>
                <a:gd name="T1" fmla="*/ 22 h 22"/>
                <a:gd name="T2" fmla="*/ 26 w 28"/>
                <a:gd name="T3" fmla="*/ 22 h 22"/>
                <a:gd name="T4" fmla="*/ 0 w 28"/>
                <a:gd name="T5" fmla="*/ 2 h 22"/>
                <a:gd name="T6" fmla="*/ 0 w 28"/>
                <a:gd name="T7" fmla="*/ 0 h 22"/>
                <a:gd name="T8" fmla="*/ 2 w 28"/>
                <a:gd name="T9" fmla="*/ 0 h 22"/>
                <a:gd name="T10" fmla="*/ 28 w 28"/>
                <a:gd name="T11" fmla="*/ 20 h 22"/>
                <a:gd name="T12" fmla="*/ 28 w 28"/>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8" y="22"/>
                  </a:moveTo>
                  <a:lnTo>
                    <a:pt x="26" y="22"/>
                  </a:lnTo>
                  <a:lnTo>
                    <a:pt x="0" y="2"/>
                  </a:lnTo>
                  <a:lnTo>
                    <a:pt x="0" y="0"/>
                  </a:lnTo>
                  <a:lnTo>
                    <a:pt x="2" y="0"/>
                  </a:lnTo>
                  <a:lnTo>
                    <a:pt x="28" y="20"/>
                  </a:lnTo>
                  <a:lnTo>
                    <a:pt x="28" y="2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8" name="Freeform 201"/>
            <p:cNvSpPr>
              <a:spLocks/>
            </p:cNvSpPr>
            <p:nvPr/>
          </p:nvSpPr>
          <p:spPr bwMode="auto">
            <a:xfrm>
              <a:off x="3619046" y="5478236"/>
              <a:ext cx="50800" cy="22225"/>
            </a:xfrm>
            <a:custGeom>
              <a:avLst/>
              <a:gdLst>
                <a:gd name="T0" fmla="*/ 0 w 32"/>
                <a:gd name="T1" fmla="*/ 12 h 14"/>
                <a:gd name="T2" fmla="*/ 0 w 32"/>
                <a:gd name="T3" fmla="*/ 12 h 14"/>
                <a:gd name="T4" fmla="*/ 0 w 32"/>
                <a:gd name="T5" fmla="*/ 10 h 14"/>
                <a:gd name="T6" fmla="*/ 30 w 32"/>
                <a:gd name="T7" fmla="*/ 0 h 14"/>
                <a:gd name="T8" fmla="*/ 30 w 32"/>
                <a:gd name="T9" fmla="*/ 0 h 14"/>
                <a:gd name="T10" fmla="*/ 32 w 32"/>
                <a:gd name="T11" fmla="*/ 2 h 14"/>
                <a:gd name="T12" fmla="*/ 32 w 32"/>
                <a:gd name="T13" fmla="*/ 2 h 14"/>
                <a:gd name="T14" fmla="*/ 32 w 32"/>
                <a:gd name="T15" fmla="*/ 2 h 14"/>
                <a:gd name="T16" fmla="*/ 2 w 32"/>
                <a:gd name="T17" fmla="*/ 14 h 14"/>
                <a:gd name="T18" fmla="*/ 2 w 32"/>
                <a:gd name="T19" fmla="*/ 14 h 14"/>
                <a:gd name="T20" fmla="*/ 0 w 32"/>
                <a:gd name="T21" fmla="*/ 12 h 14"/>
                <a:gd name="T22" fmla="*/ 0 w 32"/>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2"/>
                  </a:moveTo>
                  <a:lnTo>
                    <a:pt x="0" y="12"/>
                  </a:lnTo>
                  <a:lnTo>
                    <a:pt x="0" y="10"/>
                  </a:lnTo>
                  <a:lnTo>
                    <a:pt x="30" y="0"/>
                  </a:lnTo>
                  <a:lnTo>
                    <a:pt x="30" y="0"/>
                  </a:lnTo>
                  <a:lnTo>
                    <a:pt x="32" y="2"/>
                  </a:lnTo>
                  <a:lnTo>
                    <a:pt x="32" y="2"/>
                  </a:lnTo>
                  <a:lnTo>
                    <a:pt x="32" y="2"/>
                  </a:lnTo>
                  <a:lnTo>
                    <a:pt x="2" y="14"/>
                  </a:lnTo>
                  <a:lnTo>
                    <a:pt x="2" y="14"/>
                  </a:lnTo>
                  <a:lnTo>
                    <a:pt x="0" y="12"/>
                  </a:lnTo>
                  <a:lnTo>
                    <a:pt x="0"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9" name="Freeform 202"/>
            <p:cNvSpPr>
              <a:spLocks/>
            </p:cNvSpPr>
            <p:nvPr/>
          </p:nvSpPr>
          <p:spPr bwMode="auto">
            <a:xfrm>
              <a:off x="3587296" y="3995511"/>
              <a:ext cx="466725" cy="1393825"/>
            </a:xfrm>
            <a:custGeom>
              <a:avLst/>
              <a:gdLst>
                <a:gd name="T0" fmla="*/ 128 w 294"/>
                <a:gd name="T1" fmla="*/ 30 h 878"/>
                <a:gd name="T2" fmla="*/ 128 w 294"/>
                <a:gd name="T3" fmla="*/ 30 h 878"/>
                <a:gd name="T4" fmla="*/ 136 w 294"/>
                <a:gd name="T5" fmla="*/ 20 h 878"/>
                <a:gd name="T6" fmla="*/ 148 w 294"/>
                <a:gd name="T7" fmla="*/ 12 h 878"/>
                <a:gd name="T8" fmla="*/ 162 w 294"/>
                <a:gd name="T9" fmla="*/ 4 h 878"/>
                <a:gd name="T10" fmla="*/ 178 w 294"/>
                <a:gd name="T11" fmla="*/ 0 h 878"/>
                <a:gd name="T12" fmla="*/ 178 w 294"/>
                <a:gd name="T13" fmla="*/ 0 h 878"/>
                <a:gd name="T14" fmla="*/ 188 w 294"/>
                <a:gd name="T15" fmla="*/ 0 h 878"/>
                <a:gd name="T16" fmla="*/ 200 w 294"/>
                <a:gd name="T17" fmla="*/ 0 h 878"/>
                <a:gd name="T18" fmla="*/ 224 w 294"/>
                <a:gd name="T19" fmla="*/ 6 h 878"/>
                <a:gd name="T20" fmla="*/ 224 w 294"/>
                <a:gd name="T21" fmla="*/ 6 h 878"/>
                <a:gd name="T22" fmla="*/ 238 w 294"/>
                <a:gd name="T23" fmla="*/ 10 h 878"/>
                <a:gd name="T24" fmla="*/ 250 w 294"/>
                <a:gd name="T25" fmla="*/ 16 h 878"/>
                <a:gd name="T26" fmla="*/ 260 w 294"/>
                <a:gd name="T27" fmla="*/ 22 h 878"/>
                <a:gd name="T28" fmla="*/ 268 w 294"/>
                <a:gd name="T29" fmla="*/ 30 h 878"/>
                <a:gd name="T30" fmla="*/ 276 w 294"/>
                <a:gd name="T31" fmla="*/ 40 h 878"/>
                <a:gd name="T32" fmla="*/ 282 w 294"/>
                <a:gd name="T33" fmla="*/ 48 h 878"/>
                <a:gd name="T34" fmla="*/ 286 w 294"/>
                <a:gd name="T35" fmla="*/ 58 h 878"/>
                <a:gd name="T36" fmla="*/ 290 w 294"/>
                <a:gd name="T37" fmla="*/ 68 h 878"/>
                <a:gd name="T38" fmla="*/ 294 w 294"/>
                <a:gd name="T39" fmla="*/ 90 h 878"/>
                <a:gd name="T40" fmla="*/ 294 w 294"/>
                <a:gd name="T41" fmla="*/ 114 h 878"/>
                <a:gd name="T42" fmla="*/ 292 w 294"/>
                <a:gd name="T43" fmla="*/ 136 h 878"/>
                <a:gd name="T44" fmla="*/ 288 w 294"/>
                <a:gd name="T45" fmla="*/ 156 h 878"/>
                <a:gd name="T46" fmla="*/ 288 w 294"/>
                <a:gd name="T47" fmla="*/ 156 h 878"/>
                <a:gd name="T48" fmla="*/ 278 w 294"/>
                <a:gd name="T49" fmla="*/ 214 h 878"/>
                <a:gd name="T50" fmla="*/ 266 w 294"/>
                <a:gd name="T51" fmla="*/ 270 h 878"/>
                <a:gd name="T52" fmla="*/ 252 w 294"/>
                <a:gd name="T53" fmla="*/ 328 h 878"/>
                <a:gd name="T54" fmla="*/ 242 w 294"/>
                <a:gd name="T55" fmla="*/ 384 h 878"/>
                <a:gd name="T56" fmla="*/ 242 w 294"/>
                <a:gd name="T57" fmla="*/ 384 h 878"/>
                <a:gd name="T58" fmla="*/ 232 w 294"/>
                <a:gd name="T59" fmla="*/ 426 h 878"/>
                <a:gd name="T60" fmla="*/ 220 w 294"/>
                <a:gd name="T61" fmla="*/ 468 h 878"/>
                <a:gd name="T62" fmla="*/ 208 w 294"/>
                <a:gd name="T63" fmla="*/ 510 h 878"/>
                <a:gd name="T64" fmla="*/ 198 w 294"/>
                <a:gd name="T65" fmla="*/ 550 h 878"/>
                <a:gd name="T66" fmla="*/ 198 w 294"/>
                <a:gd name="T67" fmla="*/ 550 h 878"/>
                <a:gd name="T68" fmla="*/ 180 w 294"/>
                <a:gd name="T69" fmla="*/ 624 h 878"/>
                <a:gd name="T70" fmla="*/ 154 w 294"/>
                <a:gd name="T71" fmla="*/ 714 h 878"/>
                <a:gd name="T72" fmla="*/ 110 w 294"/>
                <a:gd name="T73" fmla="*/ 878 h 878"/>
                <a:gd name="T74" fmla="*/ 0 w 294"/>
                <a:gd name="T75" fmla="*/ 866 h 878"/>
                <a:gd name="T76" fmla="*/ 0 w 294"/>
                <a:gd name="T77" fmla="*/ 866 h 878"/>
                <a:gd name="T78" fmla="*/ 8 w 294"/>
                <a:gd name="T79" fmla="*/ 808 h 878"/>
                <a:gd name="T80" fmla="*/ 16 w 294"/>
                <a:gd name="T81" fmla="*/ 728 h 878"/>
                <a:gd name="T82" fmla="*/ 28 w 294"/>
                <a:gd name="T83" fmla="*/ 582 h 878"/>
                <a:gd name="T84" fmla="*/ 28 w 294"/>
                <a:gd name="T85" fmla="*/ 582 h 878"/>
                <a:gd name="T86" fmla="*/ 36 w 294"/>
                <a:gd name="T87" fmla="*/ 494 h 878"/>
                <a:gd name="T88" fmla="*/ 46 w 294"/>
                <a:gd name="T89" fmla="*/ 404 h 878"/>
                <a:gd name="T90" fmla="*/ 58 w 294"/>
                <a:gd name="T91" fmla="*/ 314 h 878"/>
                <a:gd name="T92" fmla="*/ 74 w 294"/>
                <a:gd name="T93" fmla="*/ 226 h 878"/>
                <a:gd name="T94" fmla="*/ 74 w 294"/>
                <a:gd name="T95" fmla="*/ 226 h 878"/>
                <a:gd name="T96" fmla="*/ 94 w 294"/>
                <a:gd name="T97" fmla="*/ 124 h 878"/>
                <a:gd name="T98" fmla="*/ 94 w 294"/>
                <a:gd name="T99" fmla="*/ 124 h 878"/>
                <a:gd name="T100" fmla="*/ 98 w 294"/>
                <a:gd name="T101" fmla="*/ 100 h 878"/>
                <a:gd name="T102" fmla="*/ 106 w 294"/>
                <a:gd name="T103" fmla="*/ 76 h 878"/>
                <a:gd name="T104" fmla="*/ 116 w 294"/>
                <a:gd name="T105" fmla="*/ 52 h 878"/>
                <a:gd name="T106" fmla="*/ 128 w 294"/>
                <a:gd name="T107" fmla="*/ 30 h 878"/>
                <a:gd name="T108" fmla="*/ 128 w 294"/>
                <a:gd name="T109" fmla="*/ 30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4" h="878">
                  <a:moveTo>
                    <a:pt x="128" y="30"/>
                  </a:moveTo>
                  <a:lnTo>
                    <a:pt x="128" y="30"/>
                  </a:lnTo>
                  <a:lnTo>
                    <a:pt x="136" y="20"/>
                  </a:lnTo>
                  <a:lnTo>
                    <a:pt x="148" y="12"/>
                  </a:lnTo>
                  <a:lnTo>
                    <a:pt x="162" y="4"/>
                  </a:lnTo>
                  <a:lnTo>
                    <a:pt x="178" y="0"/>
                  </a:lnTo>
                  <a:lnTo>
                    <a:pt x="178" y="0"/>
                  </a:lnTo>
                  <a:lnTo>
                    <a:pt x="188" y="0"/>
                  </a:lnTo>
                  <a:lnTo>
                    <a:pt x="200" y="0"/>
                  </a:lnTo>
                  <a:lnTo>
                    <a:pt x="224" y="6"/>
                  </a:lnTo>
                  <a:lnTo>
                    <a:pt x="224" y="6"/>
                  </a:lnTo>
                  <a:lnTo>
                    <a:pt x="238" y="10"/>
                  </a:lnTo>
                  <a:lnTo>
                    <a:pt x="250" y="16"/>
                  </a:lnTo>
                  <a:lnTo>
                    <a:pt x="260" y="22"/>
                  </a:lnTo>
                  <a:lnTo>
                    <a:pt x="268" y="30"/>
                  </a:lnTo>
                  <a:lnTo>
                    <a:pt x="276" y="40"/>
                  </a:lnTo>
                  <a:lnTo>
                    <a:pt x="282" y="48"/>
                  </a:lnTo>
                  <a:lnTo>
                    <a:pt x="286" y="58"/>
                  </a:lnTo>
                  <a:lnTo>
                    <a:pt x="290" y="68"/>
                  </a:lnTo>
                  <a:lnTo>
                    <a:pt x="294" y="90"/>
                  </a:lnTo>
                  <a:lnTo>
                    <a:pt x="294" y="114"/>
                  </a:lnTo>
                  <a:lnTo>
                    <a:pt x="292" y="136"/>
                  </a:lnTo>
                  <a:lnTo>
                    <a:pt x="288" y="156"/>
                  </a:lnTo>
                  <a:lnTo>
                    <a:pt x="288" y="156"/>
                  </a:lnTo>
                  <a:lnTo>
                    <a:pt x="278" y="214"/>
                  </a:lnTo>
                  <a:lnTo>
                    <a:pt x="266" y="270"/>
                  </a:lnTo>
                  <a:lnTo>
                    <a:pt x="252" y="328"/>
                  </a:lnTo>
                  <a:lnTo>
                    <a:pt x="242" y="384"/>
                  </a:lnTo>
                  <a:lnTo>
                    <a:pt x="242" y="384"/>
                  </a:lnTo>
                  <a:lnTo>
                    <a:pt x="232" y="426"/>
                  </a:lnTo>
                  <a:lnTo>
                    <a:pt x="220" y="468"/>
                  </a:lnTo>
                  <a:lnTo>
                    <a:pt x="208" y="510"/>
                  </a:lnTo>
                  <a:lnTo>
                    <a:pt x="198" y="550"/>
                  </a:lnTo>
                  <a:lnTo>
                    <a:pt x="198" y="550"/>
                  </a:lnTo>
                  <a:lnTo>
                    <a:pt x="180" y="624"/>
                  </a:lnTo>
                  <a:lnTo>
                    <a:pt x="154" y="714"/>
                  </a:lnTo>
                  <a:lnTo>
                    <a:pt x="110" y="878"/>
                  </a:lnTo>
                  <a:lnTo>
                    <a:pt x="0" y="866"/>
                  </a:lnTo>
                  <a:lnTo>
                    <a:pt x="0" y="866"/>
                  </a:lnTo>
                  <a:lnTo>
                    <a:pt x="8" y="808"/>
                  </a:lnTo>
                  <a:lnTo>
                    <a:pt x="16" y="728"/>
                  </a:lnTo>
                  <a:lnTo>
                    <a:pt x="28" y="582"/>
                  </a:lnTo>
                  <a:lnTo>
                    <a:pt x="28" y="582"/>
                  </a:lnTo>
                  <a:lnTo>
                    <a:pt x="36" y="494"/>
                  </a:lnTo>
                  <a:lnTo>
                    <a:pt x="46" y="404"/>
                  </a:lnTo>
                  <a:lnTo>
                    <a:pt x="58" y="314"/>
                  </a:lnTo>
                  <a:lnTo>
                    <a:pt x="74" y="226"/>
                  </a:lnTo>
                  <a:lnTo>
                    <a:pt x="74" y="226"/>
                  </a:lnTo>
                  <a:lnTo>
                    <a:pt x="94" y="124"/>
                  </a:lnTo>
                  <a:lnTo>
                    <a:pt x="94" y="124"/>
                  </a:lnTo>
                  <a:lnTo>
                    <a:pt x="98" y="100"/>
                  </a:lnTo>
                  <a:lnTo>
                    <a:pt x="106" y="76"/>
                  </a:lnTo>
                  <a:lnTo>
                    <a:pt x="116" y="52"/>
                  </a:lnTo>
                  <a:lnTo>
                    <a:pt x="128" y="30"/>
                  </a:lnTo>
                  <a:lnTo>
                    <a:pt x="128" y="30"/>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0" name="Freeform 203"/>
            <p:cNvSpPr>
              <a:spLocks/>
            </p:cNvSpPr>
            <p:nvPr/>
          </p:nvSpPr>
          <p:spPr bwMode="auto">
            <a:xfrm>
              <a:off x="3095171" y="3087461"/>
              <a:ext cx="892175" cy="368300"/>
            </a:xfrm>
            <a:custGeom>
              <a:avLst/>
              <a:gdLst>
                <a:gd name="T0" fmla="*/ 404 w 562"/>
                <a:gd name="T1" fmla="*/ 2 h 232"/>
                <a:gd name="T2" fmla="*/ 404 w 562"/>
                <a:gd name="T3" fmla="*/ 2 h 232"/>
                <a:gd name="T4" fmla="*/ 426 w 562"/>
                <a:gd name="T5" fmla="*/ 4 h 232"/>
                <a:gd name="T6" fmla="*/ 448 w 562"/>
                <a:gd name="T7" fmla="*/ 6 h 232"/>
                <a:gd name="T8" fmla="*/ 448 w 562"/>
                <a:gd name="T9" fmla="*/ 6 h 232"/>
                <a:gd name="T10" fmla="*/ 466 w 562"/>
                <a:gd name="T11" fmla="*/ 8 h 232"/>
                <a:gd name="T12" fmla="*/ 484 w 562"/>
                <a:gd name="T13" fmla="*/ 16 h 232"/>
                <a:gd name="T14" fmla="*/ 500 w 562"/>
                <a:gd name="T15" fmla="*/ 24 h 232"/>
                <a:gd name="T16" fmla="*/ 514 w 562"/>
                <a:gd name="T17" fmla="*/ 36 h 232"/>
                <a:gd name="T18" fmla="*/ 528 w 562"/>
                <a:gd name="T19" fmla="*/ 50 h 232"/>
                <a:gd name="T20" fmla="*/ 538 w 562"/>
                <a:gd name="T21" fmla="*/ 64 h 232"/>
                <a:gd name="T22" fmla="*/ 548 w 562"/>
                <a:gd name="T23" fmla="*/ 82 h 232"/>
                <a:gd name="T24" fmla="*/ 554 w 562"/>
                <a:gd name="T25" fmla="*/ 98 h 232"/>
                <a:gd name="T26" fmla="*/ 554 w 562"/>
                <a:gd name="T27" fmla="*/ 98 h 232"/>
                <a:gd name="T28" fmla="*/ 560 w 562"/>
                <a:gd name="T29" fmla="*/ 124 h 232"/>
                <a:gd name="T30" fmla="*/ 562 w 562"/>
                <a:gd name="T31" fmla="*/ 150 h 232"/>
                <a:gd name="T32" fmla="*/ 282 w 562"/>
                <a:gd name="T33" fmla="*/ 150 h 232"/>
                <a:gd name="T34" fmla="*/ 0 w 562"/>
                <a:gd name="T35" fmla="*/ 150 h 232"/>
                <a:gd name="T36" fmla="*/ 0 w 562"/>
                <a:gd name="T37" fmla="*/ 150 h 232"/>
                <a:gd name="T38" fmla="*/ 2 w 562"/>
                <a:gd name="T39" fmla="*/ 124 h 232"/>
                <a:gd name="T40" fmla="*/ 8 w 562"/>
                <a:gd name="T41" fmla="*/ 98 h 232"/>
                <a:gd name="T42" fmla="*/ 8 w 562"/>
                <a:gd name="T43" fmla="*/ 98 h 232"/>
                <a:gd name="T44" fmla="*/ 14 w 562"/>
                <a:gd name="T45" fmla="*/ 82 h 232"/>
                <a:gd name="T46" fmla="*/ 24 w 562"/>
                <a:gd name="T47" fmla="*/ 64 h 232"/>
                <a:gd name="T48" fmla="*/ 34 w 562"/>
                <a:gd name="T49" fmla="*/ 50 h 232"/>
                <a:gd name="T50" fmla="*/ 48 w 562"/>
                <a:gd name="T51" fmla="*/ 36 h 232"/>
                <a:gd name="T52" fmla="*/ 62 w 562"/>
                <a:gd name="T53" fmla="*/ 26 h 232"/>
                <a:gd name="T54" fmla="*/ 80 w 562"/>
                <a:gd name="T55" fmla="*/ 16 h 232"/>
                <a:gd name="T56" fmla="*/ 96 w 562"/>
                <a:gd name="T57" fmla="*/ 10 h 232"/>
                <a:gd name="T58" fmla="*/ 116 w 562"/>
                <a:gd name="T59" fmla="*/ 8 h 232"/>
                <a:gd name="T60" fmla="*/ 116 w 562"/>
                <a:gd name="T61" fmla="*/ 8 h 232"/>
                <a:gd name="T62" fmla="*/ 172 w 562"/>
                <a:gd name="T63" fmla="*/ 0 h 232"/>
                <a:gd name="T64" fmla="*/ 276 w 562"/>
                <a:gd name="T65" fmla="*/ 232 h 232"/>
                <a:gd name="T66" fmla="*/ 404 w 562"/>
                <a:gd name="T67" fmla="*/ 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62" h="232">
                  <a:moveTo>
                    <a:pt x="404" y="2"/>
                  </a:moveTo>
                  <a:lnTo>
                    <a:pt x="404" y="2"/>
                  </a:lnTo>
                  <a:lnTo>
                    <a:pt x="426" y="4"/>
                  </a:lnTo>
                  <a:lnTo>
                    <a:pt x="448" y="6"/>
                  </a:lnTo>
                  <a:lnTo>
                    <a:pt x="448" y="6"/>
                  </a:lnTo>
                  <a:lnTo>
                    <a:pt x="466" y="8"/>
                  </a:lnTo>
                  <a:lnTo>
                    <a:pt x="484" y="16"/>
                  </a:lnTo>
                  <a:lnTo>
                    <a:pt x="500" y="24"/>
                  </a:lnTo>
                  <a:lnTo>
                    <a:pt x="514" y="36"/>
                  </a:lnTo>
                  <a:lnTo>
                    <a:pt x="528" y="50"/>
                  </a:lnTo>
                  <a:lnTo>
                    <a:pt x="538" y="64"/>
                  </a:lnTo>
                  <a:lnTo>
                    <a:pt x="548" y="82"/>
                  </a:lnTo>
                  <a:lnTo>
                    <a:pt x="554" y="98"/>
                  </a:lnTo>
                  <a:lnTo>
                    <a:pt x="554" y="98"/>
                  </a:lnTo>
                  <a:lnTo>
                    <a:pt x="560" y="124"/>
                  </a:lnTo>
                  <a:lnTo>
                    <a:pt x="562" y="150"/>
                  </a:lnTo>
                  <a:lnTo>
                    <a:pt x="282" y="150"/>
                  </a:lnTo>
                  <a:lnTo>
                    <a:pt x="0" y="150"/>
                  </a:lnTo>
                  <a:lnTo>
                    <a:pt x="0" y="150"/>
                  </a:lnTo>
                  <a:lnTo>
                    <a:pt x="2" y="124"/>
                  </a:lnTo>
                  <a:lnTo>
                    <a:pt x="8" y="98"/>
                  </a:lnTo>
                  <a:lnTo>
                    <a:pt x="8" y="98"/>
                  </a:lnTo>
                  <a:lnTo>
                    <a:pt x="14" y="82"/>
                  </a:lnTo>
                  <a:lnTo>
                    <a:pt x="24" y="64"/>
                  </a:lnTo>
                  <a:lnTo>
                    <a:pt x="34" y="50"/>
                  </a:lnTo>
                  <a:lnTo>
                    <a:pt x="48" y="36"/>
                  </a:lnTo>
                  <a:lnTo>
                    <a:pt x="62" y="26"/>
                  </a:lnTo>
                  <a:lnTo>
                    <a:pt x="80" y="16"/>
                  </a:lnTo>
                  <a:lnTo>
                    <a:pt x="96" y="10"/>
                  </a:lnTo>
                  <a:lnTo>
                    <a:pt x="116" y="8"/>
                  </a:lnTo>
                  <a:lnTo>
                    <a:pt x="116" y="8"/>
                  </a:lnTo>
                  <a:lnTo>
                    <a:pt x="172" y="0"/>
                  </a:lnTo>
                  <a:lnTo>
                    <a:pt x="276" y="232"/>
                  </a:lnTo>
                  <a:lnTo>
                    <a:pt x="404" y="2"/>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1" name="Freeform 204"/>
            <p:cNvSpPr>
              <a:spLocks/>
            </p:cNvSpPr>
            <p:nvPr/>
          </p:nvSpPr>
          <p:spPr bwMode="auto">
            <a:xfrm>
              <a:off x="3241221" y="3312886"/>
              <a:ext cx="593725" cy="609600"/>
            </a:xfrm>
            <a:custGeom>
              <a:avLst/>
              <a:gdLst>
                <a:gd name="T0" fmla="*/ 362 w 374"/>
                <a:gd name="T1" fmla="*/ 0 h 384"/>
                <a:gd name="T2" fmla="*/ 16 w 374"/>
                <a:gd name="T3" fmla="*/ 0 h 384"/>
                <a:gd name="T4" fmla="*/ 16 w 374"/>
                <a:gd name="T5" fmla="*/ 0 h 384"/>
                <a:gd name="T6" fmla="*/ 16 w 374"/>
                <a:gd name="T7" fmla="*/ 146 h 384"/>
                <a:gd name="T8" fmla="*/ 16 w 374"/>
                <a:gd name="T9" fmla="*/ 146 h 384"/>
                <a:gd name="T10" fmla="*/ 16 w 374"/>
                <a:gd name="T11" fmla="*/ 190 h 384"/>
                <a:gd name="T12" fmla="*/ 14 w 374"/>
                <a:gd name="T13" fmla="*/ 232 h 384"/>
                <a:gd name="T14" fmla="*/ 8 w 374"/>
                <a:gd name="T15" fmla="*/ 308 h 384"/>
                <a:gd name="T16" fmla="*/ 0 w 374"/>
                <a:gd name="T17" fmla="*/ 384 h 384"/>
                <a:gd name="T18" fmla="*/ 374 w 374"/>
                <a:gd name="T19" fmla="*/ 384 h 384"/>
                <a:gd name="T20" fmla="*/ 374 w 374"/>
                <a:gd name="T21" fmla="*/ 384 h 384"/>
                <a:gd name="T22" fmla="*/ 370 w 374"/>
                <a:gd name="T23" fmla="*/ 276 h 384"/>
                <a:gd name="T24" fmla="*/ 366 w 374"/>
                <a:gd name="T25" fmla="*/ 186 h 384"/>
                <a:gd name="T26" fmla="*/ 366 w 374"/>
                <a:gd name="T27" fmla="*/ 134 h 384"/>
                <a:gd name="T28" fmla="*/ 366 w 374"/>
                <a:gd name="T29" fmla="*/ 148 h 384"/>
                <a:gd name="T30" fmla="*/ 366 w 374"/>
                <a:gd name="T31" fmla="*/ 148 h 384"/>
                <a:gd name="T32" fmla="*/ 366 w 374"/>
                <a:gd name="T33" fmla="*/ 102 h 384"/>
                <a:gd name="T34" fmla="*/ 362 w 374"/>
                <a:gd name="T35" fmla="*/ 0 h 384"/>
                <a:gd name="T36" fmla="*/ 362 w 374"/>
                <a:gd name="T37"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4" h="384">
                  <a:moveTo>
                    <a:pt x="362" y="0"/>
                  </a:moveTo>
                  <a:lnTo>
                    <a:pt x="16" y="0"/>
                  </a:lnTo>
                  <a:lnTo>
                    <a:pt x="16" y="0"/>
                  </a:lnTo>
                  <a:lnTo>
                    <a:pt x="16" y="146"/>
                  </a:lnTo>
                  <a:lnTo>
                    <a:pt x="16" y="146"/>
                  </a:lnTo>
                  <a:lnTo>
                    <a:pt x="16" y="190"/>
                  </a:lnTo>
                  <a:lnTo>
                    <a:pt x="14" y="232"/>
                  </a:lnTo>
                  <a:lnTo>
                    <a:pt x="8" y="308"/>
                  </a:lnTo>
                  <a:lnTo>
                    <a:pt x="0" y="384"/>
                  </a:lnTo>
                  <a:lnTo>
                    <a:pt x="374" y="384"/>
                  </a:lnTo>
                  <a:lnTo>
                    <a:pt x="374" y="384"/>
                  </a:lnTo>
                  <a:lnTo>
                    <a:pt x="370" y="276"/>
                  </a:lnTo>
                  <a:lnTo>
                    <a:pt x="366" y="186"/>
                  </a:lnTo>
                  <a:lnTo>
                    <a:pt x="366" y="134"/>
                  </a:lnTo>
                  <a:lnTo>
                    <a:pt x="366" y="148"/>
                  </a:lnTo>
                  <a:lnTo>
                    <a:pt x="366" y="148"/>
                  </a:lnTo>
                  <a:lnTo>
                    <a:pt x="366" y="102"/>
                  </a:lnTo>
                  <a:lnTo>
                    <a:pt x="362" y="0"/>
                  </a:lnTo>
                  <a:lnTo>
                    <a:pt x="36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2" name="Freeform 206"/>
            <p:cNvSpPr>
              <a:spLocks/>
            </p:cNvSpPr>
            <p:nvPr/>
          </p:nvSpPr>
          <p:spPr bwMode="auto">
            <a:xfrm>
              <a:off x="2904671" y="3185886"/>
              <a:ext cx="396875" cy="463550"/>
            </a:xfrm>
            <a:custGeom>
              <a:avLst/>
              <a:gdLst>
                <a:gd name="T0" fmla="*/ 146 w 250"/>
                <a:gd name="T1" fmla="*/ 0 h 292"/>
                <a:gd name="T2" fmla="*/ 146 w 250"/>
                <a:gd name="T3" fmla="*/ 0 h 292"/>
                <a:gd name="T4" fmla="*/ 134 w 250"/>
                <a:gd name="T5" fmla="*/ 14 h 292"/>
                <a:gd name="T6" fmla="*/ 118 w 250"/>
                <a:gd name="T7" fmla="*/ 34 h 292"/>
                <a:gd name="T8" fmla="*/ 100 w 250"/>
                <a:gd name="T9" fmla="*/ 60 h 292"/>
                <a:gd name="T10" fmla="*/ 78 w 250"/>
                <a:gd name="T11" fmla="*/ 94 h 292"/>
                <a:gd name="T12" fmla="*/ 52 w 250"/>
                <a:gd name="T13" fmla="*/ 138 h 292"/>
                <a:gd name="T14" fmla="*/ 26 w 250"/>
                <a:gd name="T15" fmla="*/ 188 h 292"/>
                <a:gd name="T16" fmla="*/ 0 w 250"/>
                <a:gd name="T17" fmla="*/ 244 h 292"/>
                <a:gd name="T18" fmla="*/ 146 w 250"/>
                <a:gd name="T19" fmla="*/ 292 h 292"/>
                <a:gd name="T20" fmla="*/ 250 w 250"/>
                <a:gd name="T21" fmla="*/ 118 h 292"/>
                <a:gd name="T22" fmla="*/ 250 w 250"/>
                <a:gd name="T23" fmla="*/ 118 h 292"/>
                <a:gd name="T24" fmla="*/ 250 w 250"/>
                <a:gd name="T25" fmla="*/ 100 h 292"/>
                <a:gd name="T26" fmla="*/ 250 w 250"/>
                <a:gd name="T27" fmla="*/ 84 h 292"/>
                <a:gd name="T28" fmla="*/ 246 w 250"/>
                <a:gd name="T29" fmla="*/ 64 h 292"/>
                <a:gd name="T30" fmla="*/ 240 w 250"/>
                <a:gd name="T31" fmla="*/ 52 h 292"/>
                <a:gd name="T32" fmla="*/ 234 w 250"/>
                <a:gd name="T33" fmla="*/ 42 h 292"/>
                <a:gd name="T34" fmla="*/ 226 w 250"/>
                <a:gd name="T35" fmla="*/ 32 h 292"/>
                <a:gd name="T36" fmla="*/ 216 w 250"/>
                <a:gd name="T37" fmla="*/ 24 h 292"/>
                <a:gd name="T38" fmla="*/ 202 w 250"/>
                <a:gd name="T39" fmla="*/ 16 h 292"/>
                <a:gd name="T40" fmla="*/ 186 w 250"/>
                <a:gd name="T41" fmla="*/ 8 h 292"/>
                <a:gd name="T42" fmla="*/ 168 w 250"/>
                <a:gd name="T43" fmla="*/ 2 h 292"/>
                <a:gd name="T44" fmla="*/ 146 w 250"/>
                <a:gd name="T45" fmla="*/ 0 h 292"/>
                <a:gd name="T46" fmla="*/ 146 w 250"/>
                <a:gd name="T4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0" h="292">
                  <a:moveTo>
                    <a:pt x="146" y="0"/>
                  </a:moveTo>
                  <a:lnTo>
                    <a:pt x="146" y="0"/>
                  </a:lnTo>
                  <a:lnTo>
                    <a:pt x="134" y="14"/>
                  </a:lnTo>
                  <a:lnTo>
                    <a:pt x="118" y="34"/>
                  </a:lnTo>
                  <a:lnTo>
                    <a:pt x="100" y="60"/>
                  </a:lnTo>
                  <a:lnTo>
                    <a:pt x="78" y="94"/>
                  </a:lnTo>
                  <a:lnTo>
                    <a:pt x="52" y="138"/>
                  </a:lnTo>
                  <a:lnTo>
                    <a:pt x="26" y="188"/>
                  </a:lnTo>
                  <a:lnTo>
                    <a:pt x="0" y="244"/>
                  </a:lnTo>
                  <a:lnTo>
                    <a:pt x="146" y="292"/>
                  </a:lnTo>
                  <a:lnTo>
                    <a:pt x="250" y="118"/>
                  </a:lnTo>
                  <a:lnTo>
                    <a:pt x="250" y="118"/>
                  </a:lnTo>
                  <a:lnTo>
                    <a:pt x="250" y="100"/>
                  </a:lnTo>
                  <a:lnTo>
                    <a:pt x="250" y="84"/>
                  </a:lnTo>
                  <a:lnTo>
                    <a:pt x="246" y="64"/>
                  </a:lnTo>
                  <a:lnTo>
                    <a:pt x="240" y="52"/>
                  </a:lnTo>
                  <a:lnTo>
                    <a:pt x="234" y="42"/>
                  </a:lnTo>
                  <a:lnTo>
                    <a:pt x="226" y="32"/>
                  </a:lnTo>
                  <a:lnTo>
                    <a:pt x="216" y="24"/>
                  </a:lnTo>
                  <a:lnTo>
                    <a:pt x="202" y="16"/>
                  </a:lnTo>
                  <a:lnTo>
                    <a:pt x="186" y="8"/>
                  </a:lnTo>
                  <a:lnTo>
                    <a:pt x="168" y="2"/>
                  </a:lnTo>
                  <a:lnTo>
                    <a:pt x="146" y="0"/>
                  </a:lnTo>
                  <a:lnTo>
                    <a:pt x="146"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3" name="Freeform 207"/>
            <p:cNvSpPr>
              <a:spLocks/>
            </p:cNvSpPr>
            <p:nvPr/>
          </p:nvSpPr>
          <p:spPr bwMode="auto">
            <a:xfrm>
              <a:off x="3777796" y="3195411"/>
              <a:ext cx="412750" cy="476250"/>
            </a:xfrm>
            <a:custGeom>
              <a:avLst/>
              <a:gdLst>
                <a:gd name="T0" fmla="*/ 112 w 260"/>
                <a:gd name="T1" fmla="*/ 0 h 300"/>
                <a:gd name="T2" fmla="*/ 112 w 260"/>
                <a:gd name="T3" fmla="*/ 0 h 300"/>
                <a:gd name="T4" fmla="*/ 124 w 260"/>
                <a:gd name="T5" fmla="*/ 14 h 300"/>
                <a:gd name="T6" fmla="*/ 140 w 260"/>
                <a:gd name="T7" fmla="*/ 34 h 300"/>
                <a:gd name="T8" fmla="*/ 160 w 260"/>
                <a:gd name="T9" fmla="*/ 58 h 300"/>
                <a:gd name="T10" fmla="*/ 182 w 260"/>
                <a:gd name="T11" fmla="*/ 92 h 300"/>
                <a:gd name="T12" fmla="*/ 208 w 260"/>
                <a:gd name="T13" fmla="*/ 134 h 300"/>
                <a:gd name="T14" fmla="*/ 234 w 260"/>
                <a:gd name="T15" fmla="*/ 182 h 300"/>
                <a:gd name="T16" fmla="*/ 260 w 260"/>
                <a:gd name="T17" fmla="*/ 240 h 300"/>
                <a:gd name="T18" fmla="*/ 106 w 260"/>
                <a:gd name="T19" fmla="*/ 300 h 300"/>
                <a:gd name="T20" fmla="*/ 0 w 260"/>
                <a:gd name="T21" fmla="*/ 118 h 300"/>
                <a:gd name="T22" fmla="*/ 0 w 260"/>
                <a:gd name="T23" fmla="*/ 118 h 300"/>
                <a:gd name="T24" fmla="*/ 0 w 260"/>
                <a:gd name="T25" fmla="*/ 102 h 300"/>
                <a:gd name="T26" fmla="*/ 2 w 260"/>
                <a:gd name="T27" fmla="*/ 84 h 300"/>
                <a:gd name="T28" fmla="*/ 8 w 260"/>
                <a:gd name="T29" fmla="*/ 64 h 300"/>
                <a:gd name="T30" fmla="*/ 14 w 260"/>
                <a:gd name="T31" fmla="*/ 54 h 300"/>
                <a:gd name="T32" fmla="*/ 20 w 260"/>
                <a:gd name="T33" fmla="*/ 44 h 300"/>
                <a:gd name="T34" fmla="*/ 30 w 260"/>
                <a:gd name="T35" fmla="*/ 34 h 300"/>
                <a:gd name="T36" fmla="*/ 40 w 260"/>
                <a:gd name="T37" fmla="*/ 24 h 300"/>
                <a:gd name="T38" fmla="*/ 54 w 260"/>
                <a:gd name="T39" fmla="*/ 16 h 300"/>
                <a:gd name="T40" fmla="*/ 70 w 260"/>
                <a:gd name="T41" fmla="*/ 10 h 300"/>
                <a:gd name="T42" fmla="*/ 88 w 260"/>
                <a:gd name="T43" fmla="*/ 4 h 300"/>
                <a:gd name="T44" fmla="*/ 112 w 260"/>
                <a:gd name="T45" fmla="*/ 0 h 300"/>
                <a:gd name="T46" fmla="*/ 112 w 260"/>
                <a:gd name="T47"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0" h="300">
                  <a:moveTo>
                    <a:pt x="112" y="0"/>
                  </a:moveTo>
                  <a:lnTo>
                    <a:pt x="112" y="0"/>
                  </a:lnTo>
                  <a:lnTo>
                    <a:pt x="124" y="14"/>
                  </a:lnTo>
                  <a:lnTo>
                    <a:pt x="140" y="34"/>
                  </a:lnTo>
                  <a:lnTo>
                    <a:pt x="160" y="58"/>
                  </a:lnTo>
                  <a:lnTo>
                    <a:pt x="182" y="92"/>
                  </a:lnTo>
                  <a:lnTo>
                    <a:pt x="208" y="134"/>
                  </a:lnTo>
                  <a:lnTo>
                    <a:pt x="234" y="182"/>
                  </a:lnTo>
                  <a:lnTo>
                    <a:pt x="260" y="240"/>
                  </a:lnTo>
                  <a:lnTo>
                    <a:pt x="106" y="300"/>
                  </a:lnTo>
                  <a:lnTo>
                    <a:pt x="0" y="118"/>
                  </a:lnTo>
                  <a:lnTo>
                    <a:pt x="0" y="118"/>
                  </a:lnTo>
                  <a:lnTo>
                    <a:pt x="0" y="102"/>
                  </a:lnTo>
                  <a:lnTo>
                    <a:pt x="2" y="84"/>
                  </a:lnTo>
                  <a:lnTo>
                    <a:pt x="8" y="64"/>
                  </a:lnTo>
                  <a:lnTo>
                    <a:pt x="14" y="54"/>
                  </a:lnTo>
                  <a:lnTo>
                    <a:pt x="20" y="44"/>
                  </a:lnTo>
                  <a:lnTo>
                    <a:pt x="30" y="34"/>
                  </a:lnTo>
                  <a:lnTo>
                    <a:pt x="40" y="24"/>
                  </a:lnTo>
                  <a:lnTo>
                    <a:pt x="54" y="16"/>
                  </a:lnTo>
                  <a:lnTo>
                    <a:pt x="70" y="10"/>
                  </a:lnTo>
                  <a:lnTo>
                    <a:pt x="88" y="4"/>
                  </a:lnTo>
                  <a:lnTo>
                    <a:pt x="112" y="0"/>
                  </a:lnTo>
                  <a:lnTo>
                    <a:pt x="11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4" name="Freeform 208"/>
            <p:cNvSpPr>
              <a:spLocks/>
            </p:cNvSpPr>
            <p:nvPr/>
          </p:nvSpPr>
          <p:spPr bwMode="auto">
            <a:xfrm>
              <a:off x="3263446" y="2233386"/>
              <a:ext cx="558800" cy="387350"/>
            </a:xfrm>
            <a:custGeom>
              <a:avLst/>
              <a:gdLst>
                <a:gd name="T0" fmla="*/ 174 w 352"/>
                <a:gd name="T1" fmla="*/ 134 h 244"/>
                <a:gd name="T2" fmla="*/ 154 w 352"/>
                <a:gd name="T3" fmla="*/ 124 h 244"/>
                <a:gd name="T4" fmla="*/ 120 w 352"/>
                <a:gd name="T5" fmla="*/ 116 h 244"/>
                <a:gd name="T6" fmla="*/ 94 w 352"/>
                <a:gd name="T7" fmla="*/ 116 h 244"/>
                <a:gd name="T8" fmla="*/ 66 w 352"/>
                <a:gd name="T9" fmla="*/ 128 h 244"/>
                <a:gd name="T10" fmla="*/ 38 w 352"/>
                <a:gd name="T11" fmla="*/ 152 h 244"/>
                <a:gd name="T12" fmla="*/ 16 w 352"/>
                <a:gd name="T13" fmla="*/ 196 h 244"/>
                <a:gd name="T14" fmla="*/ 6 w 352"/>
                <a:gd name="T15" fmla="*/ 226 h 244"/>
                <a:gd name="T16" fmla="*/ 2 w 352"/>
                <a:gd name="T17" fmla="*/ 198 h 244"/>
                <a:gd name="T18" fmla="*/ 0 w 352"/>
                <a:gd name="T19" fmla="*/ 148 h 244"/>
                <a:gd name="T20" fmla="*/ 8 w 352"/>
                <a:gd name="T21" fmla="*/ 110 h 244"/>
                <a:gd name="T22" fmla="*/ 26 w 352"/>
                <a:gd name="T23" fmla="*/ 72 h 244"/>
                <a:gd name="T24" fmla="*/ 58 w 352"/>
                <a:gd name="T25" fmla="*/ 38 h 244"/>
                <a:gd name="T26" fmla="*/ 108 w 352"/>
                <a:gd name="T27" fmla="*/ 12 h 244"/>
                <a:gd name="T28" fmla="*/ 142 w 352"/>
                <a:gd name="T29" fmla="*/ 2 h 244"/>
                <a:gd name="T30" fmla="*/ 174 w 352"/>
                <a:gd name="T31" fmla="*/ 0 h 244"/>
                <a:gd name="T32" fmla="*/ 228 w 352"/>
                <a:gd name="T33" fmla="*/ 4 h 244"/>
                <a:gd name="T34" fmla="*/ 268 w 352"/>
                <a:gd name="T35" fmla="*/ 14 h 244"/>
                <a:gd name="T36" fmla="*/ 304 w 352"/>
                <a:gd name="T37" fmla="*/ 34 h 244"/>
                <a:gd name="T38" fmla="*/ 334 w 352"/>
                <a:gd name="T39" fmla="*/ 68 h 244"/>
                <a:gd name="T40" fmla="*/ 344 w 352"/>
                <a:gd name="T41" fmla="*/ 90 h 244"/>
                <a:gd name="T42" fmla="*/ 350 w 352"/>
                <a:gd name="T43" fmla="*/ 114 h 244"/>
                <a:gd name="T44" fmla="*/ 352 w 352"/>
                <a:gd name="T45" fmla="*/ 146 h 244"/>
                <a:gd name="T46" fmla="*/ 352 w 352"/>
                <a:gd name="T47" fmla="*/ 178 h 244"/>
                <a:gd name="T48" fmla="*/ 342 w 352"/>
                <a:gd name="T49" fmla="*/ 244 h 244"/>
                <a:gd name="T50" fmla="*/ 340 w 352"/>
                <a:gd name="T51" fmla="*/ 236 h 244"/>
                <a:gd name="T52" fmla="*/ 324 w 352"/>
                <a:gd name="T53" fmla="*/ 186 h 244"/>
                <a:gd name="T54" fmla="*/ 308 w 352"/>
                <a:gd name="T55" fmla="*/ 158 h 244"/>
                <a:gd name="T56" fmla="*/ 286 w 352"/>
                <a:gd name="T57" fmla="*/ 132 h 244"/>
                <a:gd name="T58" fmla="*/ 256 w 352"/>
                <a:gd name="T59" fmla="*/ 116 h 244"/>
                <a:gd name="T60" fmla="*/ 220 w 352"/>
                <a:gd name="T61" fmla="*/ 114 h 244"/>
                <a:gd name="T62" fmla="*/ 174 w 352"/>
                <a:gd name="T63" fmla="*/ 13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2" h="244">
                  <a:moveTo>
                    <a:pt x="174" y="134"/>
                  </a:moveTo>
                  <a:lnTo>
                    <a:pt x="174" y="134"/>
                  </a:lnTo>
                  <a:lnTo>
                    <a:pt x="170" y="132"/>
                  </a:lnTo>
                  <a:lnTo>
                    <a:pt x="154" y="124"/>
                  </a:lnTo>
                  <a:lnTo>
                    <a:pt x="134" y="118"/>
                  </a:lnTo>
                  <a:lnTo>
                    <a:pt x="120" y="116"/>
                  </a:lnTo>
                  <a:lnTo>
                    <a:pt x="108" y="114"/>
                  </a:lnTo>
                  <a:lnTo>
                    <a:pt x="94" y="116"/>
                  </a:lnTo>
                  <a:lnTo>
                    <a:pt x="80" y="120"/>
                  </a:lnTo>
                  <a:lnTo>
                    <a:pt x="66" y="128"/>
                  </a:lnTo>
                  <a:lnTo>
                    <a:pt x="52" y="138"/>
                  </a:lnTo>
                  <a:lnTo>
                    <a:pt x="38" y="152"/>
                  </a:lnTo>
                  <a:lnTo>
                    <a:pt x="26" y="172"/>
                  </a:lnTo>
                  <a:lnTo>
                    <a:pt x="16" y="196"/>
                  </a:lnTo>
                  <a:lnTo>
                    <a:pt x="6" y="226"/>
                  </a:lnTo>
                  <a:lnTo>
                    <a:pt x="6" y="226"/>
                  </a:lnTo>
                  <a:lnTo>
                    <a:pt x="4" y="218"/>
                  </a:lnTo>
                  <a:lnTo>
                    <a:pt x="2" y="198"/>
                  </a:lnTo>
                  <a:lnTo>
                    <a:pt x="0" y="166"/>
                  </a:lnTo>
                  <a:lnTo>
                    <a:pt x="0" y="148"/>
                  </a:lnTo>
                  <a:lnTo>
                    <a:pt x="2" y="130"/>
                  </a:lnTo>
                  <a:lnTo>
                    <a:pt x="8" y="110"/>
                  </a:lnTo>
                  <a:lnTo>
                    <a:pt x="16" y="90"/>
                  </a:lnTo>
                  <a:lnTo>
                    <a:pt x="26" y="72"/>
                  </a:lnTo>
                  <a:lnTo>
                    <a:pt x="40" y="54"/>
                  </a:lnTo>
                  <a:lnTo>
                    <a:pt x="58" y="38"/>
                  </a:lnTo>
                  <a:lnTo>
                    <a:pt x="82" y="24"/>
                  </a:lnTo>
                  <a:lnTo>
                    <a:pt x="108" y="12"/>
                  </a:lnTo>
                  <a:lnTo>
                    <a:pt x="142" y="2"/>
                  </a:lnTo>
                  <a:lnTo>
                    <a:pt x="142" y="2"/>
                  </a:lnTo>
                  <a:lnTo>
                    <a:pt x="150" y="2"/>
                  </a:lnTo>
                  <a:lnTo>
                    <a:pt x="174" y="0"/>
                  </a:lnTo>
                  <a:lnTo>
                    <a:pt x="208" y="2"/>
                  </a:lnTo>
                  <a:lnTo>
                    <a:pt x="228" y="4"/>
                  </a:lnTo>
                  <a:lnTo>
                    <a:pt x="248" y="8"/>
                  </a:lnTo>
                  <a:lnTo>
                    <a:pt x="268" y="14"/>
                  </a:lnTo>
                  <a:lnTo>
                    <a:pt x="286" y="24"/>
                  </a:lnTo>
                  <a:lnTo>
                    <a:pt x="304" y="34"/>
                  </a:lnTo>
                  <a:lnTo>
                    <a:pt x="320" y="50"/>
                  </a:lnTo>
                  <a:lnTo>
                    <a:pt x="334" y="68"/>
                  </a:lnTo>
                  <a:lnTo>
                    <a:pt x="340" y="78"/>
                  </a:lnTo>
                  <a:lnTo>
                    <a:pt x="344" y="90"/>
                  </a:lnTo>
                  <a:lnTo>
                    <a:pt x="348" y="102"/>
                  </a:lnTo>
                  <a:lnTo>
                    <a:pt x="350" y="114"/>
                  </a:lnTo>
                  <a:lnTo>
                    <a:pt x="352" y="130"/>
                  </a:lnTo>
                  <a:lnTo>
                    <a:pt x="352" y="146"/>
                  </a:lnTo>
                  <a:lnTo>
                    <a:pt x="352" y="146"/>
                  </a:lnTo>
                  <a:lnTo>
                    <a:pt x="352" y="178"/>
                  </a:lnTo>
                  <a:lnTo>
                    <a:pt x="348" y="208"/>
                  </a:lnTo>
                  <a:lnTo>
                    <a:pt x="342" y="244"/>
                  </a:lnTo>
                  <a:lnTo>
                    <a:pt x="342" y="244"/>
                  </a:lnTo>
                  <a:lnTo>
                    <a:pt x="340" y="236"/>
                  </a:lnTo>
                  <a:lnTo>
                    <a:pt x="334" y="214"/>
                  </a:lnTo>
                  <a:lnTo>
                    <a:pt x="324" y="186"/>
                  </a:lnTo>
                  <a:lnTo>
                    <a:pt x="318" y="172"/>
                  </a:lnTo>
                  <a:lnTo>
                    <a:pt x="308" y="158"/>
                  </a:lnTo>
                  <a:lnTo>
                    <a:pt x="298" y="144"/>
                  </a:lnTo>
                  <a:lnTo>
                    <a:pt x="286" y="132"/>
                  </a:lnTo>
                  <a:lnTo>
                    <a:pt x="272" y="122"/>
                  </a:lnTo>
                  <a:lnTo>
                    <a:pt x="256" y="116"/>
                  </a:lnTo>
                  <a:lnTo>
                    <a:pt x="240" y="114"/>
                  </a:lnTo>
                  <a:lnTo>
                    <a:pt x="220" y="114"/>
                  </a:lnTo>
                  <a:lnTo>
                    <a:pt x="198" y="122"/>
                  </a:lnTo>
                  <a:lnTo>
                    <a:pt x="174" y="134"/>
                  </a:lnTo>
                  <a:lnTo>
                    <a:pt x="174" y="13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5" name="Freeform 209"/>
            <p:cNvSpPr>
              <a:spLocks/>
            </p:cNvSpPr>
            <p:nvPr/>
          </p:nvSpPr>
          <p:spPr bwMode="auto">
            <a:xfrm>
              <a:off x="3247571" y="2061936"/>
              <a:ext cx="650875" cy="609600"/>
            </a:xfrm>
            <a:custGeom>
              <a:avLst/>
              <a:gdLst>
                <a:gd name="T0" fmla="*/ 352 w 410"/>
                <a:gd name="T1" fmla="*/ 384 h 384"/>
                <a:gd name="T2" fmla="*/ 352 w 410"/>
                <a:gd name="T3" fmla="*/ 360 h 384"/>
                <a:gd name="T4" fmla="*/ 356 w 410"/>
                <a:gd name="T5" fmla="*/ 320 h 384"/>
                <a:gd name="T6" fmla="*/ 374 w 410"/>
                <a:gd name="T7" fmla="*/ 270 h 384"/>
                <a:gd name="T8" fmla="*/ 362 w 410"/>
                <a:gd name="T9" fmla="*/ 254 h 384"/>
                <a:gd name="T10" fmla="*/ 364 w 410"/>
                <a:gd name="T11" fmla="*/ 240 h 384"/>
                <a:gd name="T12" fmla="*/ 368 w 410"/>
                <a:gd name="T13" fmla="*/ 208 h 384"/>
                <a:gd name="T14" fmla="*/ 382 w 410"/>
                <a:gd name="T15" fmla="*/ 174 h 384"/>
                <a:gd name="T16" fmla="*/ 394 w 410"/>
                <a:gd name="T17" fmla="*/ 160 h 384"/>
                <a:gd name="T18" fmla="*/ 410 w 410"/>
                <a:gd name="T19" fmla="*/ 152 h 384"/>
                <a:gd name="T20" fmla="*/ 352 w 410"/>
                <a:gd name="T21" fmla="*/ 194 h 384"/>
                <a:gd name="T22" fmla="*/ 352 w 410"/>
                <a:gd name="T23" fmla="*/ 182 h 384"/>
                <a:gd name="T24" fmla="*/ 358 w 410"/>
                <a:gd name="T25" fmla="*/ 162 h 384"/>
                <a:gd name="T26" fmla="*/ 380 w 410"/>
                <a:gd name="T27" fmla="*/ 130 h 384"/>
                <a:gd name="T28" fmla="*/ 400 w 410"/>
                <a:gd name="T29" fmla="*/ 108 h 384"/>
                <a:gd name="T30" fmla="*/ 366 w 410"/>
                <a:gd name="T31" fmla="*/ 120 h 384"/>
                <a:gd name="T32" fmla="*/ 340 w 410"/>
                <a:gd name="T33" fmla="*/ 132 h 384"/>
                <a:gd name="T34" fmla="*/ 324 w 410"/>
                <a:gd name="T35" fmla="*/ 150 h 384"/>
                <a:gd name="T36" fmla="*/ 320 w 410"/>
                <a:gd name="T37" fmla="*/ 138 h 384"/>
                <a:gd name="T38" fmla="*/ 316 w 410"/>
                <a:gd name="T39" fmla="*/ 108 h 384"/>
                <a:gd name="T40" fmla="*/ 322 w 410"/>
                <a:gd name="T41" fmla="*/ 78 h 384"/>
                <a:gd name="T42" fmla="*/ 334 w 410"/>
                <a:gd name="T43" fmla="*/ 54 h 384"/>
                <a:gd name="T44" fmla="*/ 354 w 410"/>
                <a:gd name="T45" fmla="*/ 30 h 384"/>
                <a:gd name="T46" fmla="*/ 366 w 410"/>
                <a:gd name="T47" fmla="*/ 18 h 384"/>
                <a:gd name="T48" fmla="*/ 342 w 410"/>
                <a:gd name="T49" fmla="*/ 18 h 384"/>
                <a:gd name="T50" fmla="*/ 310 w 410"/>
                <a:gd name="T51" fmla="*/ 30 h 384"/>
                <a:gd name="T52" fmla="*/ 294 w 410"/>
                <a:gd name="T53" fmla="*/ 44 h 384"/>
                <a:gd name="T54" fmla="*/ 278 w 410"/>
                <a:gd name="T55" fmla="*/ 64 h 384"/>
                <a:gd name="T56" fmla="*/ 264 w 410"/>
                <a:gd name="T57" fmla="*/ 92 h 384"/>
                <a:gd name="T58" fmla="*/ 262 w 410"/>
                <a:gd name="T59" fmla="*/ 84 h 384"/>
                <a:gd name="T60" fmla="*/ 256 w 410"/>
                <a:gd name="T61" fmla="*/ 46 h 384"/>
                <a:gd name="T62" fmla="*/ 240 w 410"/>
                <a:gd name="T63" fmla="*/ 16 h 384"/>
                <a:gd name="T64" fmla="*/ 226 w 410"/>
                <a:gd name="T65" fmla="*/ 0 h 384"/>
                <a:gd name="T66" fmla="*/ 236 w 410"/>
                <a:gd name="T67" fmla="*/ 26 h 384"/>
                <a:gd name="T68" fmla="*/ 238 w 410"/>
                <a:gd name="T69" fmla="*/ 50 h 384"/>
                <a:gd name="T70" fmla="*/ 226 w 410"/>
                <a:gd name="T71" fmla="*/ 76 h 384"/>
                <a:gd name="T72" fmla="*/ 220 w 410"/>
                <a:gd name="T73" fmla="*/ 74 h 384"/>
                <a:gd name="T74" fmla="*/ 174 w 410"/>
                <a:gd name="T75" fmla="*/ 66 h 384"/>
                <a:gd name="T76" fmla="*/ 140 w 410"/>
                <a:gd name="T77" fmla="*/ 68 h 384"/>
                <a:gd name="T78" fmla="*/ 104 w 410"/>
                <a:gd name="T79" fmla="*/ 78 h 384"/>
                <a:gd name="T80" fmla="*/ 66 w 410"/>
                <a:gd name="T81" fmla="*/ 96 h 384"/>
                <a:gd name="T82" fmla="*/ 30 w 410"/>
                <a:gd name="T83" fmla="*/ 130 h 384"/>
                <a:gd name="T84" fmla="*/ 0 w 410"/>
                <a:gd name="T85" fmla="*/ 180 h 384"/>
                <a:gd name="T86" fmla="*/ 4 w 410"/>
                <a:gd name="T87" fmla="*/ 176 h 384"/>
                <a:gd name="T88" fmla="*/ 24 w 410"/>
                <a:gd name="T89" fmla="*/ 162 h 384"/>
                <a:gd name="T90" fmla="*/ 42 w 410"/>
                <a:gd name="T91" fmla="*/ 156 h 384"/>
                <a:gd name="T92" fmla="*/ 50 w 410"/>
                <a:gd name="T93" fmla="*/ 158 h 384"/>
                <a:gd name="T94" fmla="*/ 38 w 410"/>
                <a:gd name="T95" fmla="*/ 164 h 384"/>
                <a:gd name="T96" fmla="*/ 20 w 410"/>
                <a:gd name="T97" fmla="*/ 184 h 384"/>
                <a:gd name="T98" fmla="*/ 4 w 410"/>
                <a:gd name="T99" fmla="*/ 224 h 384"/>
                <a:gd name="T100" fmla="*/ 28 w 410"/>
                <a:gd name="T101" fmla="*/ 230 h 384"/>
                <a:gd name="T102" fmla="*/ 260 w 410"/>
                <a:gd name="T103" fmla="*/ 206 h 384"/>
                <a:gd name="T104" fmla="*/ 352 w 410"/>
                <a:gd name="T10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0" h="384">
                  <a:moveTo>
                    <a:pt x="352" y="384"/>
                  </a:moveTo>
                  <a:lnTo>
                    <a:pt x="352" y="384"/>
                  </a:lnTo>
                  <a:lnTo>
                    <a:pt x="352" y="372"/>
                  </a:lnTo>
                  <a:lnTo>
                    <a:pt x="352" y="360"/>
                  </a:lnTo>
                  <a:lnTo>
                    <a:pt x="352" y="342"/>
                  </a:lnTo>
                  <a:lnTo>
                    <a:pt x="356" y="320"/>
                  </a:lnTo>
                  <a:lnTo>
                    <a:pt x="364" y="298"/>
                  </a:lnTo>
                  <a:lnTo>
                    <a:pt x="374" y="270"/>
                  </a:lnTo>
                  <a:lnTo>
                    <a:pt x="392" y="242"/>
                  </a:lnTo>
                  <a:lnTo>
                    <a:pt x="362" y="254"/>
                  </a:lnTo>
                  <a:lnTo>
                    <a:pt x="362" y="254"/>
                  </a:lnTo>
                  <a:lnTo>
                    <a:pt x="364" y="240"/>
                  </a:lnTo>
                  <a:lnTo>
                    <a:pt x="366" y="224"/>
                  </a:lnTo>
                  <a:lnTo>
                    <a:pt x="368" y="208"/>
                  </a:lnTo>
                  <a:lnTo>
                    <a:pt x="374" y="190"/>
                  </a:lnTo>
                  <a:lnTo>
                    <a:pt x="382" y="174"/>
                  </a:lnTo>
                  <a:lnTo>
                    <a:pt x="388" y="166"/>
                  </a:lnTo>
                  <a:lnTo>
                    <a:pt x="394" y="160"/>
                  </a:lnTo>
                  <a:lnTo>
                    <a:pt x="402" y="156"/>
                  </a:lnTo>
                  <a:lnTo>
                    <a:pt x="410" y="152"/>
                  </a:lnTo>
                  <a:lnTo>
                    <a:pt x="352" y="194"/>
                  </a:lnTo>
                  <a:lnTo>
                    <a:pt x="352" y="194"/>
                  </a:lnTo>
                  <a:lnTo>
                    <a:pt x="352" y="188"/>
                  </a:lnTo>
                  <a:lnTo>
                    <a:pt x="352" y="182"/>
                  </a:lnTo>
                  <a:lnTo>
                    <a:pt x="352" y="174"/>
                  </a:lnTo>
                  <a:lnTo>
                    <a:pt x="358" y="162"/>
                  </a:lnTo>
                  <a:lnTo>
                    <a:pt x="366" y="148"/>
                  </a:lnTo>
                  <a:lnTo>
                    <a:pt x="380" y="130"/>
                  </a:lnTo>
                  <a:lnTo>
                    <a:pt x="400" y="108"/>
                  </a:lnTo>
                  <a:lnTo>
                    <a:pt x="400" y="108"/>
                  </a:lnTo>
                  <a:lnTo>
                    <a:pt x="390" y="112"/>
                  </a:lnTo>
                  <a:lnTo>
                    <a:pt x="366" y="120"/>
                  </a:lnTo>
                  <a:lnTo>
                    <a:pt x="352" y="126"/>
                  </a:lnTo>
                  <a:lnTo>
                    <a:pt x="340" y="132"/>
                  </a:lnTo>
                  <a:lnTo>
                    <a:pt x="330" y="140"/>
                  </a:lnTo>
                  <a:lnTo>
                    <a:pt x="324" y="150"/>
                  </a:lnTo>
                  <a:lnTo>
                    <a:pt x="324" y="150"/>
                  </a:lnTo>
                  <a:lnTo>
                    <a:pt x="320" y="138"/>
                  </a:lnTo>
                  <a:lnTo>
                    <a:pt x="316" y="126"/>
                  </a:lnTo>
                  <a:lnTo>
                    <a:pt x="316" y="108"/>
                  </a:lnTo>
                  <a:lnTo>
                    <a:pt x="320" y="88"/>
                  </a:lnTo>
                  <a:lnTo>
                    <a:pt x="322" y="78"/>
                  </a:lnTo>
                  <a:lnTo>
                    <a:pt x="328" y="66"/>
                  </a:lnTo>
                  <a:lnTo>
                    <a:pt x="334" y="54"/>
                  </a:lnTo>
                  <a:lnTo>
                    <a:pt x="342" y="42"/>
                  </a:lnTo>
                  <a:lnTo>
                    <a:pt x="354" y="30"/>
                  </a:lnTo>
                  <a:lnTo>
                    <a:pt x="366" y="18"/>
                  </a:lnTo>
                  <a:lnTo>
                    <a:pt x="366" y="18"/>
                  </a:lnTo>
                  <a:lnTo>
                    <a:pt x="356" y="18"/>
                  </a:lnTo>
                  <a:lnTo>
                    <a:pt x="342" y="18"/>
                  </a:lnTo>
                  <a:lnTo>
                    <a:pt x="328" y="22"/>
                  </a:lnTo>
                  <a:lnTo>
                    <a:pt x="310" y="30"/>
                  </a:lnTo>
                  <a:lnTo>
                    <a:pt x="302" y="36"/>
                  </a:lnTo>
                  <a:lnTo>
                    <a:pt x="294" y="44"/>
                  </a:lnTo>
                  <a:lnTo>
                    <a:pt x="286" y="54"/>
                  </a:lnTo>
                  <a:lnTo>
                    <a:pt x="278" y="64"/>
                  </a:lnTo>
                  <a:lnTo>
                    <a:pt x="270" y="78"/>
                  </a:lnTo>
                  <a:lnTo>
                    <a:pt x="264" y="92"/>
                  </a:lnTo>
                  <a:lnTo>
                    <a:pt x="264" y="92"/>
                  </a:lnTo>
                  <a:lnTo>
                    <a:pt x="262" y="84"/>
                  </a:lnTo>
                  <a:lnTo>
                    <a:pt x="260" y="62"/>
                  </a:lnTo>
                  <a:lnTo>
                    <a:pt x="256" y="46"/>
                  </a:lnTo>
                  <a:lnTo>
                    <a:pt x="248" y="32"/>
                  </a:lnTo>
                  <a:lnTo>
                    <a:pt x="240" y="16"/>
                  </a:lnTo>
                  <a:lnTo>
                    <a:pt x="226" y="0"/>
                  </a:lnTo>
                  <a:lnTo>
                    <a:pt x="226" y="0"/>
                  </a:lnTo>
                  <a:lnTo>
                    <a:pt x="230" y="6"/>
                  </a:lnTo>
                  <a:lnTo>
                    <a:pt x="236" y="26"/>
                  </a:lnTo>
                  <a:lnTo>
                    <a:pt x="238" y="38"/>
                  </a:lnTo>
                  <a:lnTo>
                    <a:pt x="238" y="50"/>
                  </a:lnTo>
                  <a:lnTo>
                    <a:pt x="234" y="64"/>
                  </a:lnTo>
                  <a:lnTo>
                    <a:pt x="226" y="76"/>
                  </a:lnTo>
                  <a:lnTo>
                    <a:pt x="226" y="76"/>
                  </a:lnTo>
                  <a:lnTo>
                    <a:pt x="220" y="74"/>
                  </a:lnTo>
                  <a:lnTo>
                    <a:pt x="202" y="70"/>
                  </a:lnTo>
                  <a:lnTo>
                    <a:pt x="174" y="66"/>
                  </a:lnTo>
                  <a:lnTo>
                    <a:pt x="158" y="66"/>
                  </a:lnTo>
                  <a:lnTo>
                    <a:pt x="140" y="68"/>
                  </a:lnTo>
                  <a:lnTo>
                    <a:pt x="122" y="72"/>
                  </a:lnTo>
                  <a:lnTo>
                    <a:pt x="104" y="78"/>
                  </a:lnTo>
                  <a:lnTo>
                    <a:pt x="84" y="86"/>
                  </a:lnTo>
                  <a:lnTo>
                    <a:pt x="66" y="96"/>
                  </a:lnTo>
                  <a:lnTo>
                    <a:pt x="48" y="112"/>
                  </a:lnTo>
                  <a:lnTo>
                    <a:pt x="30" y="130"/>
                  </a:lnTo>
                  <a:lnTo>
                    <a:pt x="14" y="154"/>
                  </a:lnTo>
                  <a:lnTo>
                    <a:pt x="0" y="180"/>
                  </a:lnTo>
                  <a:lnTo>
                    <a:pt x="0" y="180"/>
                  </a:lnTo>
                  <a:lnTo>
                    <a:pt x="4" y="176"/>
                  </a:lnTo>
                  <a:lnTo>
                    <a:pt x="16" y="168"/>
                  </a:lnTo>
                  <a:lnTo>
                    <a:pt x="24" y="162"/>
                  </a:lnTo>
                  <a:lnTo>
                    <a:pt x="34" y="160"/>
                  </a:lnTo>
                  <a:lnTo>
                    <a:pt x="42" y="156"/>
                  </a:lnTo>
                  <a:lnTo>
                    <a:pt x="50" y="158"/>
                  </a:lnTo>
                  <a:lnTo>
                    <a:pt x="50" y="158"/>
                  </a:lnTo>
                  <a:lnTo>
                    <a:pt x="44" y="160"/>
                  </a:lnTo>
                  <a:lnTo>
                    <a:pt x="38" y="164"/>
                  </a:lnTo>
                  <a:lnTo>
                    <a:pt x="28" y="172"/>
                  </a:lnTo>
                  <a:lnTo>
                    <a:pt x="20" y="184"/>
                  </a:lnTo>
                  <a:lnTo>
                    <a:pt x="12" y="200"/>
                  </a:lnTo>
                  <a:lnTo>
                    <a:pt x="4" y="224"/>
                  </a:lnTo>
                  <a:lnTo>
                    <a:pt x="0" y="256"/>
                  </a:lnTo>
                  <a:lnTo>
                    <a:pt x="28" y="230"/>
                  </a:lnTo>
                  <a:lnTo>
                    <a:pt x="166" y="180"/>
                  </a:lnTo>
                  <a:lnTo>
                    <a:pt x="260" y="206"/>
                  </a:lnTo>
                  <a:lnTo>
                    <a:pt x="308" y="208"/>
                  </a:lnTo>
                  <a:lnTo>
                    <a:pt x="352" y="38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6" name="Freeform 210"/>
            <p:cNvSpPr>
              <a:spLocks/>
            </p:cNvSpPr>
            <p:nvPr/>
          </p:nvSpPr>
          <p:spPr bwMode="auto">
            <a:xfrm>
              <a:off x="3752396" y="2471511"/>
              <a:ext cx="66675" cy="200025"/>
            </a:xfrm>
            <a:custGeom>
              <a:avLst/>
              <a:gdLst>
                <a:gd name="T0" fmla="*/ 0 w 42"/>
                <a:gd name="T1" fmla="*/ 0 h 126"/>
                <a:gd name="T2" fmla="*/ 0 w 42"/>
                <a:gd name="T3" fmla="*/ 0 h 126"/>
                <a:gd name="T4" fmla="*/ 2 w 42"/>
                <a:gd name="T5" fmla="*/ 8 h 126"/>
                <a:gd name="T6" fmla="*/ 6 w 42"/>
                <a:gd name="T7" fmla="*/ 14 h 126"/>
                <a:gd name="T8" fmla="*/ 8 w 42"/>
                <a:gd name="T9" fmla="*/ 24 h 126"/>
                <a:gd name="T10" fmla="*/ 10 w 42"/>
                <a:gd name="T11" fmla="*/ 38 h 126"/>
                <a:gd name="T12" fmla="*/ 10 w 42"/>
                <a:gd name="T13" fmla="*/ 52 h 126"/>
                <a:gd name="T14" fmla="*/ 6 w 42"/>
                <a:gd name="T15" fmla="*/ 68 h 126"/>
                <a:gd name="T16" fmla="*/ 0 w 42"/>
                <a:gd name="T17" fmla="*/ 84 h 126"/>
                <a:gd name="T18" fmla="*/ 0 w 42"/>
                <a:gd name="T19" fmla="*/ 84 h 126"/>
                <a:gd name="T20" fmla="*/ 0 w 42"/>
                <a:gd name="T21" fmla="*/ 88 h 126"/>
                <a:gd name="T22" fmla="*/ 6 w 42"/>
                <a:gd name="T23" fmla="*/ 100 h 126"/>
                <a:gd name="T24" fmla="*/ 18 w 42"/>
                <a:gd name="T25" fmla="*/ 114 h 126"/>
                <a:gd name="T26" fmla="*/ 26 w 42"/>
                <a:gd name="T27" fmla="*/ 120 h 126"/>
                <a:gd name="T28" fmla="*/ 34 w 42"/>
                <a:gd name="T29" fmla="*/ 126 h 126"/>
                <a:gd name="T30" fmla="*/ 42 w 42"/>
                <a:gd name="T31" fmla="*/ 54 h 126"/>
                <a:gd name="T32" fmla="*/ 0 w 42"/>
                <a:gd name="T3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126">
                  <a:moveTo>
                    <a:pt x="0" y="0"/>
                  </a:moveTo>
                  <a:lnTo>
                    <a:pt x="0" y="0"/>
                  </a:lnTo>
                  <a:lnTo>
                    <a:pt x="2" y="8"/>
                  </a:lnTo>
                  <a:lnTo>
                    <a:pt x="6" y="14"/>
                  </a:lnTo>
                  <a:lnTo>
                    <a:pt x="8" y="24"/>
                  </a:lnTo>
                  <a:lnTo>
                    <a:pt x="10" y="38"/>
                  </a:lnTo>
                  <a:lnTo>
                    <a:pt x="10" y="52"/>
                  </a:lnTo>
                  <a:lnTo>
                    <a:pt x="6" y="68"/>
                  </a:lnTo>
                  <a:lnTo>
                    <a:pt x="0" y="84"/>
                  </a:lnTo>
                  <a:lnTo>
                    <a:pt x="0" y="84"/>
                  </a:lnTo>
                  <a:lnTo>
                    <a:pt x="0" y="88"/>
                  </a:lnTo>
                  <a:lnTo>
                    <a:pt x="6" y="100"/>
                  </a:lnTo>
                  <a:lnTo>
                    <a:pt x="18" y="114"/>
                  </a:lnTo>
                  <a:lnTo>
                    <a:pt x="26" y="120"/>
                  </a:lnTo>
                  <a:lnTo>
                    <a:pt x="34" y="126"/>
                  </a:lnTo>
                  <a:lnTo>
                    <a:pt x="42" y="54"/>
                  </a:lnTo>
                  <a:lnTo>
                    <a:pt x="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7" name="Freeform 211"/>
            <p:cNvSpPr>
              <a:spLocks/>
            </p:cNvSpPr>
            <p:nvPr/>
          </p:nvSpPr>
          <p:spPr bwMode="auto">
            <a:xfrm>
              <a:off x="3266621" y="2468336"/>
              <a:ext cx="63500" cy="196850"/>
            </a:xfrm>
            <a:custGeom>
              <a:avLst/>
              <a:gdLst>
                <a:gd name="T0" fmla="*/ 40 w 40"/>
                <a:gd name="T1" fmla="*/ 0 h 124"/>
                <a:gd name="T2" fmla="*/ 40 w 40"/>
                <a:gd name="T3" fmla="*/ 0 h 124"/>
                <a:gd name="T4" fmla="*/ 38 w 40"/>
                <a:gd name="T5" fmla="*/ 6 h 124"/>
                <a:gd name="T6" fmla="*/ 34 w 40"/>
                <a:gd name="T7" fmla="*/ 14 h 124"/>
                <a:gd name="T8" fmla="*/ 32 w 40"/>
                <a:gd name="T9" fmla="*/ 24 h 124"/>
                <a:gd name="T10" fmla="*/ 30 w 40"/>
                <a:gd name="T11" fmla="*/ 36 h 124"/>
                <a:gd name="T12" fmla="*/ 30 w 40"/>
                <a:gd name="T13" fmla="*/ 50 h 124"/>
                <a:gd name="T14" fmla="*/ 34 w 40"/>
                <a:gd name="T15" fmla="*/ 66 h 124"/>
                <a:gd name="T16" fmla="*/ 40 w 40"/>
                <a:gd name="T17" fmla="*/ 82 h 124"/>
                <a:gd name="T18" fmla="*/ 40 w 40"/>
                <a:gd name="T19" fmla="*/ 82 h 124"/>
                <a:gd name="T20" fmla="*/ 38 w 40"/>
                <a:gd name="T21" fmla="*/ 88 h 124"/>
                <a:gd name="T22" fmla="*/ 32 w 40"/>
                <a:gd name="T23" fmla="*/ 98 h 124"/>
                <a:gd name="T24" fmla="*/ 22 w 40"/>
                <a:gd name="T25" fmla="*/ 112 h 124"/>
                <a:gd name="T26" fmla="*/ 14 w 40"/>
                <a:gd name="T27" fmla="*/ 118 h 124"/>
                <a:gd name="T28" fmla="*/ 4 w 40"/>
                <a:gd name="T29" fmla="*/ 124 h 124"/>
                <a:gd name="T30" fmla="*/ 0 w 40"/>
                <a:gd name="T31" fmla="*/ 46 h 124"/>
                <a:gd name="T32" fmla="*/ 40 w 40"/>
                <a:gd name="T3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124">
                  <a:moveTo>
                    <a:pt x="40" y="0"/>
                  </a:moveTo>
                  <a:lnTo>
                    <a:pt x="40" y="0"/>
                  </a:lnTo>
                  <a:lnTo>
                    <a:pt x="38" y="6"/>
                  </a:lnTo>
                  <a:lnTo>
                    <a:pt x="34" y="14"/>
                  </a:lnTo>
                  <a:lnTo>
                    <a:pt x="32" y="24"/>
                  </a:lnTo>
                  <a:lnTo>
                    <a:pt x="30" y="36"/>
                  </a:lnTo>
                  <a:lnTo>
                    <a:pt x="30" y="50"/>
                  </a:lnTo>
                  <a:lnTo>
                    <a:pt x="34" y="66"/>
                  </a:lnTo>
                  <a:lnTo>
                    <a:pt x="40" y="82"/>
                  </a:lnTo>
                  <a:lnTo>
                    <a:pt x="40" y="82"/>
                  </a:lnTo>
                  <a:lnTo>
                    <a:pt x="38" y="88"/>
                  </a:lnTo>
                  <a:lnTo>
                    <a:pt x="32" y="98"/>
                  </a:lnTo>
                  <a:lnTo>
                    <a:pt x="22" y="112"/>
                  </a:lnTo>
                  <a:lnTo>
                    <a:pt x="14" y="118"/>
                  </a:lnTo>
                  <a:lnTo>
                    <a:pt x="4" y="124"/>
                  </a:lnTo>
                  <a:lnTo>
                    <a:pt x="0" y="46"/>
                  </a:lnTo>
                  <a:lnTo>
                    <a:pt x="4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8" name="Freeform 212"/>
            <p:cNvSpPr>
              <a:spLocks/>
            </p:cNvSpPr>
            <p:nvPr/>
          </p:nvSpPr>
          <p:spPr bwMode="auto">
            <a:xfrm>
              <a:off x="3438071" y="3173186"/>
              <a:ext cx="196850" cy="257175"/>
            </a:xfrm>
            <a:custGeom>
              <a:avLst/>
              <a:gdLst>
                <a:gd name="T0" fmla="*/ 0 w 124"/>
                <a:gd name="T1" fmla="*/ 48 h 162"/>
                <a:gd name="T2" fmla="*/ 60 w 124"/>
                <a:gd name="T3" fmla="*/ 162 h 162"/>
                <a:gd name="T4" fmla="*/ 124 w 124"/>
                <a:gd name="T5" fmla="*/ 40 h 162"/>
                <a:gd name="T6" fmla="*/ 68 w 124"/>
                <a:gd name="T7" fmla="*/ 0 h 162"/>
                <a:gd name="T8" fmla="*/ 0 w 124"/>
                <a:gd name="T9" fmla="*/ 48 h 162"/>
              </a:gdLst>
              <a:ahLst/>
              <a:cxnLst>
                <a:cxn ang="0">
                  <a:pos x="T0" y="T1"/>
                </a:cxn>
                <a:cxn ang="0">
                  <a:pos x="T2" y="T3"/>
                </a:cxn>
                <a:cxn ang="0">
                  <a:pos x="T4" y="T5"/>
                </a:cxn>
                <a:cxn ang="0">
                  <a:pos x="T6" y="T7"/>
                </a:cxn>
                <a:cxn ang="0">
                  <a:pos x="T8" y="T9"/>
                </a:cxn>
              </a:cxnLst>
              <a:rect l="0" t="0" r="r" b="b"/>
              <a:pathLst>
                <a:path w="124" h="162">
                  <a:moveTo>
                    <a:pt x="0" y="48"/>
                  </a:moveTo>
                  <a:lnTo>
                    <a:pt x="60" y="162"/>
                  </a:lnTo>
                  <a:lnTo>
                    <a:pt x="124" y="40"/>
                  </a:lnTo>
                  <a:lnTo>
                    <a:pt x="68" y="0"/>
                  </a:lnTo>
                  <a:lnTo>
                    <a:pt x="0" y="48"/>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9" name="Freeform 213"/>
            <p:cNvSpPr>
              <a:spLocks/>
            </p:cNvSpPr>
            <p:nvPr/>
          </p:nvSpPr>
          <p:spPr bwMode="auto">
            <a:xfrm>
              <a:off x="3336471" y="3087461"/>
              <a:ext cx="196850" cy="406400"/>
            </a:xfrm>
            <a:custGeom>
              <a:avLst/>
              <a:gdLst>
                <a:gd name="T0" fmla="*/ 20 w 124"/>
                <a:gd name="T1" fmla="*/ 0 h 256"/>
                <a:gd name="T2" fmla="*/ 124 w 124"/>
                <a:gd name="T3" fmla="*/ 216 h 256"/>
                <a:gd name="T4" fmla="*/ 124 w 124"/>
                <a:gd name="T5" fmla="*/ 256 h 256"/>
                <a:gd name="T6" fmla="*/ 0 w 124"/>
                <a:gd name="T7" fmla="*/ 4 h 256"/>
                <a:gd name="T8" fmla="*/ 20 w 124"/>
                <a:gd name="T9" fmla="*/ 0 h 256"/>
              </a:gdLst>
              <a:ahLst/>
              <a:cxnLst>
                <a:cxn ang="0">
                  <a:pos x="T0" y="T1"/>
                </a:cxn>
                <a:cxn ang="0">
                  <a:pos x="T2" y="T3"/>
                </a:cxn>
                <a:cxn ang="0">
                  <a:pos x="T4" y="T5"/>
                </a:cxn>
                <a:cxn ang="0">
                  <a:pos x="T6" y="T7"/>
                </a:cxn>
                <a:cxn ang="0">
                  <a:pos x="T8" y="T9"/>
                </a:cxn>
              </a:cxnLst>
              <a:rect l="0" t="0" r="r" b="b"/>
              <a:pathLst>
                <a:path w="124" h="256">
                  <a:moveTo>
                    <a:pt x="20" y="0"/>
                  </a:moveTo>
                  <a:lnTo>
                    <a:pt x="124" y="216"/>
                  </a:lnTo>
                  <a:lnTo>
                    <a:pt x="124" y="256"/>
                  </a:lnTo>
                  <a:lnTo>
                    <a:pt x="0" y="4"/>
                  </a:lnTo>
                  <a:lnTo>
                    <a:pt x="2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0" name="Freeform 214"/>
            <p:cNvSpPr>
              <a:spLocks/>
            </p:cNvSpPr>
            <p:nvPr/>
          </p:nvSpPr>
          <p:spPr bwMode="auto">
            <a:xfrm>
              <a:off x="3533321" y="3087461"/>
              <a:ext cx="200025" cy="406400"/>
            </a:xfrm>
            <a:custGeom>
              <a:avLst/>
              <a:gdLst>
                <a:gd name="T0" fmla="*/ 106 w 126"/>
                <a:gd name="T1" fmla="*/ 0 h 256"/>
                <a:gd name="T2" fmla="*/ 0 w 126"/>
                <a:gd name="T3" fmla="*/ 216 h 256"/>
                <a:gd name="T4" fmla="*/ 0 w 126"/>
                <a:gd name="T5" fmla="*/ 256 h 256"/>
                <a:gd name="T6" fmla="*/ 126 w 126"/>
                <a:gd name="T7" fmla="*/ 4 h 256"/>
                <a:gd name="T8" fmla="*/ 106 w 126"/>
                <a:gd name="T9" fmla="*/ 0 h 256"/>
              </a:gdLst>
              <a:ahLst/>
              <a:cxnLst>
                <a:cxn ang="0">
                  <a:pos x="T0" y="T1"/>
                </a:cxn>
                <a:cxn ang="0">
                  <a:pos x="T2" y="T3"/>
                </a:cxn>
                <a:cxn ang="0">
                  <a:pos x="T4" y="T5"/>
                </a:cxn>
                <a:cxn ang="0">
                  <a:pos x="T6" y="T7"/>
                </a:cxn>
                <a:cxn ang="0">
                  <a:pos x="T8" y="T9"/>
                </a:cxn>
              </a:cxnLst>
              <a:rect l="0" t="0" r="r" b="b"/>
              <a:pathLst>
                <a:path w="126" h="256">
                  <a:moveTo>
                    <a:pt x="106" y="0"/>
                  </a:moveTo>
                  <a:lnTo>
                    <a:pt x="0" y="216"/>
                  </a:lnTo>
                  <a:lnTo>
                    <a:pt x="0" y="256"/>
                  </a:lnTo>
                  <a:lnTo>
                    <a:pt x="126" y="4"/>
                  </a:lnTo>
                  <a:lnTo>
                    <a:pt x="106"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1" name="Freeform 215"/>
            <p:cNvSpPr>
              <a:spLocks/>
            </p:cNvSpPr>
            <p:nvPr/>
          </p:nvSpPr>
          <p:spPr bwMode="auto">
            <a:xfrm>
              <a:off x="3345996" y="3055711"/>
              <a:ext cx="200025" cy="234950"/>
            </a:xfrm>
            <a:custGeom>
              <a:avLst/>
              <a:gdLst>
                <a:gd name="T0" fmla="*/ 0 w 126"/>
                <a:gd name="T1" fmla="*/ 16 h 148"/>
                <a:gd name="T2" fmla="*/ 72 w 126"/>
                <a:gd name="T3" fmla="*/ 0 h 148"/>
                <a:gd name="T4" fmla="*/ 126 w 126"/>
                <a:gd name="T5" fmla="*/ 74 h 148"/>
                <a:gd name="T6" fmla="*/ 22 w 126"/>
                <a:gd name="T7" fmla="*/ 148 h 148"/>
                <a:gd name="T8" fmla="*/ 0 w 126"/>
                <a:gd name="T9" fmla="*/ 16 h 148"/>
              </a:gdLst>
              <a:ahLst/>
              <a:cxnLst>
                <a:cxn ang="0">
                  <a:pos x="T0" y="T1"/>
                </a:cxn>
                <a:cxn ang="0">
                  <a:pos x="T2" y="T3"/>
                </a:cxn>
                <a:cxn ang="0">
                  <a:pos x="T4" y="T5"/>
                </a:cxn>
                <a:cxn ang="0">
                  <a:pos x="T6" y="T7"/>
                </a:cxn>
                <a:cxn ang="0">
                  <a:pos x="T8" y="T9"/>
                </a:cxn>
              </a:cxnLst>
              <a:rect l="0" t="0" r="r" b="b"/>
              <a:pathLst>
                <a:path w="126" h="148">
                  <a:moveTo>
                    <a:pt x="0" y="16"/>
                  </a:moveTo>
                  <a:lnTo>
                    <a:pt x="72" y="0"/>
                  </a:lnTo>
                  <a:lnTo>
                    <a:pt x="126" y="74"/>
                  </a:lnTo>
                  <a:lnTo>
                    <a:pt x="22" y="148"/>
                  </a:lnTo>
                  <a:lnTo>
                    <a:pt x="0"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2" name="Freeform 216"/>
            <p:cNvSpPr>
              <a:spLocks/>
            </p:cNvSpPr>
            <p:nvPr/>
          </p:nvSpPr>
          <p:spPr bwMode="auto">
            <a:xfrm>
              <a:off x="3546021" y="3055711"/>
              <a:ext cx="200025" cy="234950"/>
            </a:xfrm>
            <a:custGeom>
              <a:avLst/>
              <a:gdLst>
                <a:gd name="T0" fmla="*/ 126 w 126"/>
                <a:gd name="T1" fmla="*/ 16 h 148"/>
                <a:gd name="T2" fmla="*/ 46 w 126"/>
                <a:gd name="T3" fmla="*/ 0 h 148"/>
                <a:gd name="T4" fmla="*/ 0 w 126"/>
                <a:gd name="T5" fmla="*/ 74 h 148"/>
                <a:gd name="T6" fmla="*/ 102 w 126"/>
                <a:gd name="T7" fmla="*/ 148 h 148"/>
                <a:gd name="T8" fmla="*/ 126 w 126"/>
                <a:gd name="T9" fmla="*/ 16 h 148"/>
              </a:gdLst>
              <a:ahLst/>
              <a:cxnLst>
                <a:cxn ang="0">
                  <a:pos x="T0" y="T1"/>
                </a:cxn>
                <a:cxn ang="0">
                  <a:pos x="T2" y="T3"/>
                </a:cxn>
                <a:cxn ang="0">
                  <a:pos x="T4" y="T5"/>
                </a:cxn>
                <a:cxn ang="0">
                  <a:pos x="T6" y="T7"/>
                </a:cxn>
                <a:cxn ang="0">
                  <a:pos x="T8" y="T9"/>
                </a:cxn>
              </a:cxnLst>
              <a:rect l="0" t="0" r="r" b="b"/>
              <a:pathLst>
                <a:path w="126" h="148">
                  <a:moveTo>
                    <a:pt x="126" y="16"/>
                  </a:moveTo>
                  <a:lnTo>
                    <a:pt x="46" y="0"/>
                  </a:lnTo>
                  <a:lnTo>
                    <a:pt x="0" y="74"/>
                  </a:lnTo>
                  <a:lnTo>
                    <a:pt x="102" y="148"/>
                  </a:lnTo>
                  <a:lnTo>
                    <a:pt x="126"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3" name="Freeform 217"/>
            <p:cNvSpPr>
              <a:spLocks noEditPoints="1"/>
            </p:cNvSpPr>
            <p:nvPr/>
          </p:nvSpPr>
          <p:spPr bwMode="auto">
            <a:xfrm>
              <a:off x="3342821" y="2573111"/>
              <a:ext cx="177800" cy="149225"/>
            </a:xfrm>
            <a:custGeom>
              <a:avLst/>
              <a:gdLst>
                <a:gd name="T0" fmla="*/ 56 w 112"/>
                <a:gd name="T1" fmla="*/ 0 h 94"/>
                <a:gd name="T2" fmla="*/ 24 w 112"/>
                <a:gd name="T3" fmla="*/ 4 h 94"/>
                <a:gd name="T4" fmla="*/ 10 w 112"/>
                <a:gd name="T5" fmla="*/ 12 h 94"/>
                <a:gd name="T6" fmla="*/ 2 w 112"/>
                <a:gd name="T7" fmla="*/ 30 h 94"/>
                <a:gd name="T8" fmla="*/ 0 w 112"/>
                <a:gd name="T9" fmla="*/ 44 h 94"/>
                <a:gd name="T10" fmla="*/ 6 w 112"/>
                <a:gd name="T11" fmla="*/ 62 h 94"/>
                <a:gd name="T12" fmla="*/ 14 w 112"/>
                <a:gd name="T13" fmla="*/ 78 h 94"/>
                <a:gd name="T14" fmla="*/ 30 w 112"/>
                <a:gd name="T15" fmla="*/ 88 h 94"/>
                <a:gd name="T16" fmla="*/ 50 w 112"/>
                <a:gd name="T17" fmla="*/ 94 h 94"/>
                <a:gd name="T18" fmla="*/ 60 w 112"/>
                <a:gd name="T19" fmla="*/ 92 h 94"/>
                <a:gd name="T20" fmla="*/ 78 w 112"/>
                <a:gd name="T21" fmla="*/ 88 h 94"/>
                <a:gd name="T22" fmla="*/ 94 w 112"/>
                <a:gd name="T23" fmla="*/ 76 h 94"/>
                <a:gd name="T24" fmla="*/ 104 w 112"/>
                <a:gd name="T25" fmla="*/ 60 h 94"/>
                <a:gd name="T26" fmla="*/ 108 w 112"/>
                <a:gd name="T27" fmla="*/ 50 h 94"/>
                <a:gd name="T28" fmla="*/ 112 w 112"/>
                <a:gd name="T29" fmla="*/ 24 h 94"/>
                <a:gd name="T30" fmla="*/ 104 w 112"/>
                <a:gd name="T31" fmla="*/ 10 h 94"/>
                <a:gd name="T32" fmla="*/ 78 w 112"/>
                <a:gd name="T33" fmla="*/ 2 h 94"/>
                <a:gd name="T34" fmla="*/ 56 w 112"/>
                <a:gd name="T35" fmla="*/ 0 h 94"/>
                <a:gd name="T36" fmla="*/ 102 w 112"/>
                <a:gd name="T37" fmla="*/ 50 h 94"/>
                <a:gd name="T38" fmla="*/ 94 w 112"/>
                <a:gd name="T39" fmla="*/ 66 h 94"/>
                <a:gd name="T40" fmla="*/ 82 w 112"/>
                <a:gd name="T41" fmla="*/ 78 h 94"/>
                <a:gd name="T42" fmla="*/ 68 w 112"/>
                <a:gd name="T43" fmla="*/ 84 h 94"/>
                <a:gd name="T44" fmla="*/ 50 w 112"/>
                <a:gd name="T45" fmla="*/ 86 h 94"/>
                <a:gd name="T46" fmla="*/ 42 w 112"/>
                <a:gd name="T47" fmla="*/ 86 h 94"/>
                <a:gd name="T48" fmla="*/ 26 w 112"/>
                <a:gd name="T49" fmla="*/ 78 h 94"/>
                <a:gd name="T50" fmla="*/ 16 w 112"/>
                <a:gd name="T51" fmla="*/ 66 h 94"/>
                <a:gd name="T52" fmla="*/ 10 w 112"/>
                <a:gd name="T53" fmla="*/ 52 h 94"/>
                <a:gd name="T54" fmla="*/ 8 w 112"/>
                <a:gd name="T55" fmla="*/ 44 h 94"/>
                <a:gd name="T56" fmla="*/ 12 w 112"/>
                <a:gd name="T57" fmla="*/ 22 h 94"/>
                <a:gd name="T58" fmla="*/ 22 w 112"/>
                <a:gd name="T59" fmla="*/ 12 h 94"/>
                <a:gd name="T60" fmla="*/ 38 w 112"/>
                <a:gd name="T61" fmla="*/ 8 h 94"/>
                <a:gd name="T62" fmla="*/ 56 w 112"/>
                <a:gd name="T63" fmla="*/ 8 h 94"/>
                <a:gd name="T64" fmla="*/ 88 w 112"/>
                <a:gd name="T65" fmla="*/ 12 h 94"/>
                <a:gd name="T66" fmla="*/ 102 w 112"/>
                <a:gd name="T67" fmla="*/ 22 h 94"/>
                <a:gd name="T68" fmla="*/ 104 w 112"/>
                <a:gd name="T69" fmla="*/ 36 h 94"/>
                <a:gd name="T70" fmla="*/ 102 w 112"/>
                <a:gd name="T71" fmla="*/ 5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56" y="0"/>
                  </a:moveTo>
                  <a:lnTo>
                    <a:pt x="56" y="0"/>
                  </a:lnTo>
                  <a:lnTo>
                    <a:pt x="34" y="2"/>
                  </a:lnTo>
                  <a:lnTo>
                    <a:pt x="24" y="4"/>
                  </a:lnTo>
                  <a:lnTo>
                    <a:pt x="16" y="6"/>
                  </a:lnTo>
                  <a:lnTo>
                    <a:pt x="10" y="12"/>
                  </a:lnTo>
                  <a:lnTo>
                    <a:pt x="4" y="18"/>
                  </a:lnTo>
                  <a:lnTo>
                    <a:pt x="2" y="30"/>
                  </a:lnTo>
                  <a:lnTo>
                    <a:pt x="0" y="44"/>
                  </a:lnTo>
                  <a:lnTo>
                    <a:pt x="0" y="44"/>
                  </a:lnTo>
                  <a:lnTo>
                    <a:pt x="2" y="52"/>
                  </a:lnTo>
                  <a:lnTo>
                    <a:pt x="6" y="62"/>
                  </a:lnTo>
                  <a:lnTo>
                    <a:pt x="10" y="70"/>
                  </a:lnTo>
                  <a:lnTo>
                    <a:pt x="14" y="78"/>
                  </a:lnTo>
                  <a:lnTo>
                    <a:pt x="22" y="84"/>
                  </a:lnTo>
                  <a:lnTo>
                    <a:pt x="30" y="88"/>
                  </a:lnTo>
                  <a:lnTo>
                    <a:pt x="38" y="92"/>
                  </a:lnTo>
                  <a:lnTo>
                    <a:pt x="50" y="94"/>
                  </a:lnTo>
                  <a:lnTo>
                    <a:pt x="50" y="94"/>
                  </a:lnTo>
                  <a:lnTo>
                    <a:pt x="60" y="92"/>
                  </a:lnTo>
                  <a:lnTo>
                    <a:pt x="70" y="90"/>
                  </a:lnTo>
                  <a:lnTo>
                    <a:pt x="78" y="88"/>
                  </a:lnTo>
                  <a:lnTo>
                    <a:pt x="86" y="82"/>
                  </a:lnTo>
                  <a:lnTo>
                    <a:pt x="94" y="76"/>
                  </a:lnTo>
                  <a:lnTo>
                    <a:pt x="100" y="68"/>
                  </a:lnTo>
                  <a:lnTo>
                    <a:pt x="104" y="60"/>
                  </a:lnTo>
                  <a:lnTo>
                    <a:pt x="108" y="50"/>
                  </a:lnTo>
                  <a:lnTo>
                    <a:pt x="108" y="50"/>
                  </a:lnTo>
                  <a:lnTo>
                    <a:pt x="112" y="34"/>
                  </a:lnTo>
                  <a:lnTo>
                    <a:pt x="112" y="24"/>
                  </a:lnTo>
                  <a:lnTo>
                    <a:pt x="110" y="18"/>
                  </a:lnTo>
                  <a:lnTo>
                    <a:pt x="104" y="10"/>
                  </a:lnTo>
                  <a:lnTo>
                    <a:pt x="94" y="6"/>
                  </a:lnTo>
                  <a:lnTo>
                    <a:pt x="78" y="2"/>
                  </a:lnTo>
                  <a:lnTo>
                    <a:pt x="56" y="0"/>
                  </a:lnTo>
                  <a:lnTo>
                    <a:pt x="56" y="0"/>
                  </a:lnTo>
                  <a:close/>
                  <a:moveTo>
                    <a:pt x="102" y="50"/>
                  </a:moveTo>
                  <a:lnTo>
                    <a:pt x="102" y="50"/>
                  </a:lnTo>
                  <a:lnTo>
                    <a:pt x="98" y="58"/>
                  </a:lnTo>
                  <a:lnTo>
                    <a:pt x="94" y="66"/>
                  </a:lnTo>
                  <a:lnTo>
                    <a:pt x="88" y="72"/>
                  </a:lnTo>
                  <a:lnTo>
                    <a:pt x="82" y="78"/>
                  </a:lnTo>
                  <a:lnTo>
                    <a:pt x="74" y="82"/>
                  </a:lnTo>
                  <a:lnTo>
                    <a:pt x="68" y="84"/>
                  </a:lnTo>
                  <a:lnTo>
                    <a:pt x="58" y="86"/>
                  </a:lnTo>
                  <a:lnTo>
                    <a:pt x="50" y="86"/>
                  </a:lnTo>
                  <a:lnTo>
                    <a:pt x="50" y="86"/>
                  </a:lnTo>
                  <a:lnTo>
                    <a:pt x="42" y="86"/>
                  </a:lnTo>
                  <a:lnTo>
                    <a:pt x="34" y="82"/>
                  </a:lnTo>
                  <a:lnTo>
                    <a:pt x="26" y="78"/>
                  </a:lnTo>
                  <a:lnTo>
                    <a:pt x="20" y="74"/>
                  </a:lnTo>
                  <a:lnTo>
                    <a:pt x="16" y="66"/>
                  </a:lnTo>
                  <a:lnTo>
                    <a:pt x="12" y="60"/>
                  </a:lnTo>
                  <a:lnTo>
                    <a:pt x="10" y="52"/>
                  </a:lnTo>
                  <a:lnTo>
                    <a:pt x="8" y="44"/>
                  </a:lnTo>
                  <a:lnTo>
                    <a:pt x="8" y="44"/>
                  </a:lnTo>
                  <a:lnTo>
                    <a:pt x="8" y="32"/>
                  </a:lnTo>
                  <a:lnTo>
                    <a:pt x="12" y="22"/>
                  </a:lnTo>
                  <a:lnTo>
                    <a:pt x="16" y="16"/>
                  </a:lnTo>
                  <a:lnTo>
                    <a:pt x="22" y="12"/>
                  </a:lnTo>
                  <a:lnTo>
                    <a:pt x="30" y="10"/>
                  </a:lnTo>
                  <a:lnTo>
                    <a:pt x="38" y="8"/>
                  </a:lnTo>
                  <a:lnTo>
                    <a:pt x="56" y="8"/>
                  </a:lnTo>
                  <a:lnTo>
                    <a:pt x="56" y="8"/>
                  </a:lnTo>
                  <a:lnTo>
                    <a:pt x="74" y="8"/>
                  </a:lnTo>
                  <a:lnTo>
                    <a:pt x="88" y="12"/>
                  </a:lnTo>
                  <a:lnTo>
                    <a:pt x="98" y="16"/>
                  </a:lnTo>
                  <a:lnTo>
                    <a:pt x="102" y="22"/>
                  </a:lnTo>
                  <a:lnTo>
                    <a:pt x="104" y="28"/>
                  </a:lnTo>
                  <a:lnTo>
                    <a:pt x="104" y="36"/>
                  </a:lnTo>
                  <a:lnTo>
                    <a:pt x="102" y="50"/>
                  </a:lnTo>
                  <a:lnTo>
                    <a:pt x="102" y="5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4" name="Freeform 218"/>
            <p:cNvSpPr>
              <a:spLocks noEditPoints="1"/>
            </p:cNvSpPr>
            <p:nvPr/>
          </p:nvSpPr>
          <p:spPr bwMode="auto">
            <a:xfrm>
              <a:off x="3555546" y="2573111"/>
              <a:ext cx="177800" cy="149225"/>
            </a:xfrm>
            <a:custGeom>
              <a:avLst/>
              <a:gdLst>
                <a:gd name="T0" fmla="*/ 6 w 112"/>
                <a:gd name="T1" fmla="*/ 54 h 94"/>
                <a:gd name="T2" fmla="*/ 16 w 112"/>
                <a:gd name="T3" fmla="*/ 70 h 94"/>
                <a:gd name="T4" fmla="*/ 30 w 112"/>
                <a:gd name="T5" fmla="*/ 84 h 94"/>
                <a:gd name="T6" fmla="*/ 46 w 112"/>
                <a:gd name="T7" fmla="*/ 92 h 94"/>
                <a:gd name="T8" fmla="*/ 66 w 112"/>
                <a:gd name="T9" fmla="*/ 92 h 94"/>
                <a:gd name="T10" fmla="*/ 78 w 112"/>
                <a:gd name="T11" fmla="*/ 90 h 94"/>
                <a:gd name="T12" fmla="*/ 94 w 112"/>
                <a:gd name="T13" fmla="*/ 82 h 94"/>
                <a:gd name="T14" fmla="*/ 106 w 112"/>
                <a:gd name="T15" fmla="*/ 68 h 94"/>
                <a:gd name="T16" fmla="*/ 112 w 112"/>
                <a:gd name="T17" fmla="*/ 50 h 94"/>
                <a:gd name="T18" fmla="*/ 112 w 112"/>
                <a:gd name="T19" fmla="*/ 42 h 94"/>
                <a:gd name="T20" fmla="*/ 108 w 112"/>
                <a:gd name="T21" fmla="*/ 16 h 94"/>
                <a:gd name="T22" fmla="*/ 96 w 112"/>
                <a:gd name="T23" fmla="*/ 4 h 94"/>
                <a:gd name="T24" fmla="*/ 78 w 112"/>
                <a:gd name="T25" fmla="*/ 0 h 94"/>
                <a:gd name="T26" fmla="*/ 56 w 112"/>
                <a:gd name="T27" fmla="*/ 0 h 94"/>
                <a:gd name="T28" fmla="*/ 18 w 112"/>
                <a:gd name="T29" fmla="*/ 8 h 94"/>
                <a:gd name="T30" fmla="*/ 2 w 112"/>
                <a:gd name="T31" fmla="*/ 20 h 94"/>
                <a:gd name="T32" fmla="*/ 2 w 112"/>
                <a:gd name="T33" fmla="*/ 36 h 94"/>
                <a:gd name="T34" fmla="*/ 6 w 112"/>
                <a:gd name="T35" fmla="*/ 54 h 94"/>
                <a:gd name="T36" fmla="*/ 56 w 112"/>
                <a:gd name="T37" fmla="*/ 8 h 94"/>
                <a:gd name="T38" fmla="*/ 84 w 112"/>
                <a:gd name="T39" fmla="*/ 8 h 94"/>
                <a:gd name="T40" fmla="*/ 96 w 112"/>
                <a:gd name="T41" fmla="*/ 14 h 94"/>
                <a:gd name="T42" fmla="*/ 104 w 112"/>
                <a:gd name="T43" fmla="*/ 30 h 94"/>
                <a:gd name="T44" fmla="*/ 106 w 112"/>
                <a:gd name="T45" fmla="*/ 42 h 94"/>
                <a:gd name="T46" fmla="*/ 102 w 112"/>
                <a:gd name="T47" fmla="*/ 58 h 94"/>
                <a:gd name="T48" fmla="*/ 94 w 112"/>
                <a:gd name="T49" fmla="*/ 72 h 94"/>
                <a:gd name="T50" fmla="*/ 82 w 112"/>
                <a:gd name="T51" fmla="*/ 82 h 94"/>
                <a:gd name="T52" fmla="*/ 66 w 112"/>
                <a:gd name="T53" fmla="*/ 86 h 94"/>
                <a:gd name="T54" fmla="*/ 56 w 112"/>
                <a:gd name="T55" fmla="*/ 86 h 94"/>
                <a:gd name="T56" fmla="*/ 40 w 112"/>
                <a:gd name="T57" fmla="*/ 82 h 94"/>
                <a:gd name="T58" fmla="*/ 26 w 112"/>
                <a:gd name="T59" fmla="*/ 74 h 94"/>
                <a:gd name="T60" fmla="*/ 16 w 112"/>
                <a:gd name="T61" fmla="*/ 60 h 94"/>
                <a:gd name="T62" fmla="*/ 14 w 112"/>
                <a:gd name="T63" fmla="*/ 52 h 94"/>
                <a:gd name="T64" fmla="*/ 8 w 112"/>
                <a:gd name="T65" fmla="*/ 30 h 94"/>
                <a:gd name="T66" fmla="*/ 16 w 112"/>
                <a:gd name="T67" fmla="*/ 18 h 94"/>
                <a:gd name="T68" fmla="*/ 38 w 112"/>
                <a:gd name="T69" fmla="*/ 10 h 94"/>
                <a:gd name="T70" fmla="*/ 56 w 112"/>
                <a:gd name="T71" fmla="*/ 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6" y="54"/>
                  </a:moveTo>
                  <a:lnTo>
                    <a:pt x="6" y="54"/>
                  </a:lnTo>
                  <a:lnTo>
                    <a:pt x="10" y="62"/>
                  </a:lnTo>
                  <a:lnTo>
                    <a:pt x="16" y="70"/>
                  </a:lnTo>
                  <a:lnTo>
                    <a:pt x="22" y="78"/>
                  </a:lnTo>
                  <a:lnTo>
                    <a:pt x="30" y="84"/>
                  </a:lnTo>
                  <a:lnTo>
                    <a:pt x="38" y="88"/>
                  </a:lnTo>
                  <a:lnTo>
                    <a:pt x="46" y="92"/>
                  </a:lnTo>
                  <a:lnTo>
                    <a:pt x="56" y="94"/>
                  </a:lnTo>
                  <a:lnTo>
                    <a:pt x="66" y="92"/>
                  </a:lnTo>
                  <a:lnTo>
                    <a:pt x="66" y="92"/>
                  </a:lnTo>
                  <a:lnTo>
                    <a:pt x="78" y="90"/>
                  </a:lnTo>
                  <a:lnTo>
                    <a:pt x="86" y="88"/>
                  </a:lnTo>
                  <a:lnTo>
                    <a:pt x="94" y="82"/>
                  </a:lnTo>
                  <a:lnTo>
                    <a:pt x="100" y="76"/>
                  </a:lnTo>
                  <a:lnTo>
                    <a:pt x="106" y="68"/>
                  </a:lnTo>
                  <a:lnTo>
                    <a:pt x="110" y="60"/>
                  </a:lnTo>
                  <a:lnTo>
                    <a:pt x="112" y="50"/>
                  </a:lnTo>
                  <a:lnTo>
                    <a:pt x="112" y="42"/>
                  </a:lnTo>
                  <a:lnTo>
                    <a:pt x="112" y="42"/>
                  </a:lnTo>
                  <a:lnTo>
                    <a:pt x="112" y="26"/>
                  </a:lnTo>
                  <a:lnTo>
                    <a:pt x="108" y="16"/>
                  </a:lnTo>
                  <a:lnTo>
                    <a:pt x="102" y="10"/>
                  </a:lnTo>
                  <a:lnTo>
                    <a:pt x="96" y="4"/>
                  </a:lnTo>
                  <a:lnTo>
                    <a:pt x="88" y="2"/>
                  </a:lnTo>
                  <a:lnTo>
                    <a:pt x="78" y="0"/>
                  </a:lnTo>
                  <a:lnTo>
                    <a:pt x="56" y="0"/>
                  </a:lnTo>
                  <a:lnTo>
                    <a:pt x="56" y="0"/>
                  </a:lnTo>
                  <a:lnTo>
                    <a:pt x="34" y="4"/>
                  </a:lnTo>
                  <a:lnTo>
                    <a:pt x="18" y="8"/>
                  </a:lnTo>
                  <a:lnTo>
                    <a:pt x="8" y="12"/>
                  </a:lnTo>
                  <a:lnTo>
                    <a:pt x="2" y="20"/>
                  </a:lnTo>
                  <a:lnTo>
                    <a:pt x="0" y="28"/>
                  </a:lnTo>
                  <a:lnTo>
                    <a:pt x="2" y="36"/>
                  </a:lnTo>
                  <a:lnTo>
                    <a:pt x="6" y="54"/>
                  </a:lnTo>
                  <a:lnTo>
                    <a:pt x="6" y="54"/>
                  </a:lnTo>
                  <a:close/>
                  <a:moveTo>
                    <a:pt x="56" y="8"/>
                  </a:moveTo>
                  <a:lnTo>
                    <a:pt x="56" y="8"/>
                  </a:lnTo>
                  <a:lnTo>
                    <a:pt x="74" y="8"/>
                  </a:lnTo>
                  <a:lnTo>
                    <a:pt x="84" y="8"/>
                  </a:lnTo>
                  <a:lnTo>
                    <a:pt x="90" y="10"/>
                  </a:lnTo>
                  <a:lnTo>
                    <a:pt x="96" y="14"/>
                  </a:lnTo>
                  <a:lnTo>
                    <a:pt x="102" y="20"/>
                  </a:lnTo>
                  <a:lnTo>
                    <a:pt x="104" y="30"/>
                  </a:lnTo>
                  <a:lnTo>
                    <a:pt x="106" y="42"/>
                  </a:lnTo>
                  <a:lnTo>
                    <a:pt x="106" y="42"/>
                  </a:lnTo>
                  <a:lnTo>
                    <a:pt x="104" y="50"/>
                  </a:lnTo>
                  <a:lnTo>
                    <a:pt x="102" y="58"/>
                  </a:lnTo>
                  <a:lnTo>
                    <a:pt x="100" y="66"/>
                  </a:lnTo>
                  <a:lnTo>
                    <a:pt x="94" y="72"/>
                  </a:lnTo>
                  <a:lnTo>
                    <a:pt x="88" y="78"/>
                  </a:lnTo>
                  <a:lnTo>
                    <a:pt x="82" y="82"/>
                  </a:lnTo>
                  <a:lnTo>
                    <a:pt x="74" y="84"/>
                  </a:lnTo>
                  <a:lnTo>
                    <a:pt x="66" y="86"/>
                  </a:lnTo>
                  <a:lnTo>
                    <a:pt x="66" y="86"/>
                  </a:lnTo>
                  <a:lnTo>
                    <a:pt x="56" y="86"/>
                  </a:lnTo>
                  <a:lnTo>
                    <a:pt x="48" y="86"/>
                  </a:lnTo>
                  <a:lnTo>
                    <a:pt x="40" y="82"/>
                  </a:lnTo>
                  <a:lnTo>
                    <a:pt x="34" y="78"/>
                  </a:lnTo>
                  <a:lnTo>
                    <a:pt x="26" y="74"/>
                  </a:lnTo>
                  <a:lnTo>
                    <a:pt x="22" y="68"/>
                  </a:lnTo>
                  <a:lnTo>
                    <a:pt x="16" y="60"/>
                  </a:lnTo>
                  <a:lnTo>
                    <a:pt x="14" y="52"/>
                  </a:lnTo>
                  <a:lnTo>
                    <a:pt x="14" y="52"/>
                  </a:lnTo>
                  <a:lnTo>
                    <a:pt x="10" y="38"/>
                  </a:lnTo>
                  <a:lnTo>
                    <a:pt x="8" y="30"/>
                  </a:lnTo>
                  <a:lnTo>
                    <a:pt x="10" y="24"/>
                  </a:lnTo>
                  <a:lnTo>
                    <a:pt x="16" y="18"/>
                  </a:lnTo>
                  <a:lnTo>
                    <a:pt x="24" y="12"/>
                  </a:lnTo>
                  <a:lnTo>
                    <a:pt x="38" y="10"/>
                  </a:lnTo>
                  <a:lnTo>
                    <a:pt x="56" y="8"/>
                  </a:lnTo>
                  <a:lnTo>
                    <a:pt x="56" y="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5" name="Freeform 219"/>
            <p:cNvSpPr>
              <a:spLocks/>
            </p:cNvSpPr>
            <p:nvPr/>
          </p:nvSpPr>
          <p:spPr bwMode="auto">
            <a:xfrm>
              <a:off x="3514271" y="2588986"/>
              <a:ext cx="57150" cy="31750"/>
            </a:xfrm>
            <a:custGeom>
              <a:avLst/>
              <a:gdLst>
                <a:gd name="T0" fmla="*/ 4 w 36"/>
                <a:gd name="T1" fmla="*/ 20 h 20"/>
                <a:gd name="T2" fmla="*/ 4 w 36"/>
                <a:gd name="T3" fmla="*/ 20 h 20"/>
                <a:gd name="T4" fmla="*/ 6 w 36"/>
                <a:gd name="T5" fmla="*/ 18 h 20"/>
                <a:gd name="T6" fmla="*/ 12 w 36"/>
                <a:gd name="T7" fmla="*/ 16 h 20"/>
                <a:gd name="T8" fmla="*/ 22 w 36"/>
                <a:gd name="T9" fmla="*/ 16 h 20"/>
                <a:gd name="T10" fmla="*/ 28 w 36"/>
                <a:gd name="T11" fmla="*/ 16 h 20"/>
                <a:gd name="T12" fmla="*/ 32 w 36"/>
                <a:gd name="T13" fmla="*/ 20 h 20"/>
                <a:gd name="T14" fmla="*/ 32 w 36"/>
                <a:gd name="T15" fmla="*/ 20 h 20"/>
                <a:gd name="T16" fmla="*/ 32 w 36"/>
                <a:gd name="T17" fmla="*/ 14 h 20"/>
                <a:gd name="T18" fmla="*/ 32 w 36"/>
                <a:gd name="T19" fmla="*/ 8 h 20"/>
                <a:gd name="T20" fmla="*/ 36 w 36"/>
                <a:gd name="T21" fmla="*/ 4 h 20"/>
                <a:gd name="T22" fmla="*/ 36 w 36"/>
                <a:gd name="T23" fmla="*/ 4 h 20"/>
                <a:gd name="T24" fmla="*/ 24 w 36"/>
                <a:gd name="T25" fmla="*/ 0 h 20"/>
                <a:gd name="T26" fmla="*/ 14 w 36"/>
                <a:gd name="T27" fmla="*/ 0 h 20"/>
                <a:gd name="T28" fmla="*/ 0 w 36"/>
                <a:gd name="T29" fmla="*/ 4 h 20"/>
                <a:gd name="T30" fmla="*/ 0 w 36"/>
                <a:gd name="T31" fmla="*/ 4 h 20"/>
                <a:gd name="T32" fmla="*/ 2 w 36"/>
                <a:gd name="T33" fmla="*/ 10 h 20"/>
                <a:gd name="T34" fmla="*/ 2 w 36"/>
                <a:gd name="T35" fmla="*/ 14 h 20"/>
                <a:gd name="T36" fmla="*/ 4 w 36"/>
                <a:gd name="T37" fmla="*/ 20 h 20"/>
                <a:gd name="T38" fmla="*/ 4 w 36"/>
                <a:gd name="T3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 h="20">
                  <a:moveTo>
                    <a:pt x="4" y="20"/>
                  </a:moveTo>
                  <a:lnTo>
                    <a:pt x="4" y="20"/>
                  </a:lnTo>
                  <a:lnTo>
                    <a:pt x="6" y="18"/>
                  </a:lnTo>
                  <a:lnTo>
                    <a:pt x="12" y="16"/>
                  </a:lnTo>
                  <a:lnTo>
                    <a:pt x="22" y="16"/>
                  </a:lnTo>
                  <a:lnTo>
                    <a:pt x="28" y="16"/>
                  </a:lnTo>
                  <a:lnTo>
                    <a:pt x="32" y="20"/>
                  </a:lnTo>
                  <a:lnTo>
                    <a:pt x="32" y="20"/>
                  </a:lnTo>
                  <a:lnTo>
                    <a:pt x="32" y="14"/>
                  </a:lnTo>
                  <a:lnTo>
                    <a:pt x="32" y="8"/>
                  </a:lnTo>
                  <a:lnTo>
                    <a:pt x="36" y="4"/>
                  </a:lnTo>
                  <a:lnTo>
                    <a:pt x="36" y="4"/>
                  </a:lnTo>
                  <a:lnTo>
                    <a:pt x="24" y="0"/>
                  </a:lnTo>
                  <a:lnTo>
                    <a:pt x="14" y="0"/>
                  </a:lnTo>
                  <a:lnTo>
                    <a:pt x="0" y="4"/>
                  </a:lnTo>
                  <a:lnTo>
                    <a:pt x="0" y="4"/>
                  </a:lnTo>
                  <a:lnTo>
                    <a:pt x="2" y="10"/>
                  </a:lnTo>
                  <a:lnTo>
                    <a:pt x="2" y="14"/>
                  </a:lnTo>
                  <a:lnTo>
                    <a:pt x="4" y="20"/>
                  </a:lnTo>
                  <a:lnTo>
                    <a:pt x="4" y="2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6" name="Freeform 220"/>
            <p:cNvSpPr>
              <a:spLocks/>
            </p:cNvSpPr>
            <p:nvPr/>
          </p:nvSpPr>
          <p:spPr bwMode="auto">
            <a:xfrm>
              <a:off x="3317421" y="2582636"/>
              <a:ext cx="50800" cy="73025"/>
            </a:xfrm>
            <a:custGeom>
              <a:avLst/>
              <a:gdLst>
                <a:gd name="T0" fmla="*/ 32 w 32"/>
                <a:gd name="T1" fmla="*/ 0 h 46"/>
                <a:gd name="T2" fmla="*/ 2 w 32"/>
                <a:gd name="T3" fmla="*/ 4 h 46"/>
                <a:gd name="T4" fmla="*/ 0 w 32"/>
                <a:gd name="T5" fmla="*/ 32 h 46"/>
                <a:gd name="T6" fmla="*/ 22 w 32"/>
                <a:gd name="T7" fmla="*/ 46 h 46"/>
                <a:gd name="T8" fmla="*/ 22 w 32"/>
                <a:gd name="T9" fmla="*/ 46 h 46"/>
                <a:gd name="T10" fmla="*/ 20 w 32"/>
                <a:gd name="T11" fmla="*/ 42 h 46"/>
                <a:gd name="T12" fmla="*/ 20 w 32"/>
                <a:gd name="T13" fmla="*/ 30 h 46"/>
                <a:gd name="T14" fmla="*/ 24 w 32"/>
                <a:gd name="T15" fmla="*/ 16 h 46"/>
                <a:gd name="T16" fmla="*/ 26 w 32"/>
                <a:gd name="T17" fmla="*/ 8 h 46"/>
                <a:gd name="T18" fmla="*/ 32 w 32"/>
                <a:gd name="T19" fmla="*/ 0 h 46"/>
                <a:gd name="T20" fmla="*/ 32 w 32"/>
                <a:gd name="T2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6">
                  <a:moveTo>
                    <a:pt x="32" y="0"/>
                  </a:moveTo>
                  <a:lnTo>
                    <a:pt x="2" y="4"/>
                  </a:lnTo>
                  <a:lnTo>
                    <a:pt x="0" y="32"/>
                  </a:lnTo>
                  <a:lnTo>
                    <a:pt x="22" y="46"/>
                  </a:lnTo>
                  <a:lnTo>
                    <a:pt x="22" y="46"/>
                  </a:lnTo>
                  <a:lnTo>
                    <a:pt x="20" y="42"/>
                  </a:lnTo>
                  <a:lnTo>
                    <a:pt x="20" y="30"/>
                  </a:lnTo>
                  <a:lnTo>
                    <a:pt x="24" y="16"/>
                  </a:lnTo>
                  <a:lnTo>
                    <a:pt x="26" y="8"/>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7" name="Freeform 221"/>
            <p:cNvSpPr>
              <a:spLocks/>
            </p:cNvSpPr>
            <p:nvPr/>
          </p:nvSpPr>
          <p:spPr bwMode="auto">
            <a:xfrm>
              <a:off x="3714296" y="2585811"/>
              <a:ext cx="50800" cy="69850"/>
            </a:xfrm>
            <a:custGeom>
              <a:avLst/>
              <a:gdLst>
                <a:gd name="T0" fmla="*/ 0 w 32"/>
                <a:gd name="T1" fmla="*/ 0 h 44"/>
                <a:gd name="T2" fmla="*/ 30 w 32"/>
                <a:gd name="T3" fmla="*/ 2 h 44"/>
                <a:gd name="T4" fmla="*/ 32 w 32"/>
                <a:gd name="T5" fmla="*/ 30 h 44"/>
                <a:gd name="T6" fmla="*/ 12 w 32"/>
                <a:gd name="T7" fmla="*/ 44 h 44"/>
                <a:gd name="T8" fmla="*/ 12 w 32"/>
                <a:gd name="T9" fmla="*/ 44 h 44"/>
                <a:gd name="T10" fmla="*/ 12 w 32"/>
                <a:gd name="T11" fmla="*/ 40 h 44"/>
                <a:gd name="T12" fmla="*/ 12 w 32"/>
                <a:gd name="T13" fmla="*/ 28 h 44"/>
                <a:gd name="T14" fmla="*/ 8 w 32"/>
                <a:gd name="T15" fmla="*/ 14 h 44"/>
                <a:gd name="T16" fmla="*/ 6 w 32"/>
                <a:gd name="T17" fmla="*/ 6 h 44"/>
                <a:gd name="T18" fmla="*/ 0 w 32"/>
                <a:gd name="T19" fmla="*/ 0 h 44"/>
                <a:gd name="T20" fmla="*/ 0 w 32"/>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4">
                  <a:moveTo>
                    <a:pt x="0" y="0"/>
                  </a:moveTo>
                  <a:lnTo>
                    <a:pt x="30" y="2"/>
                  </a:lnTo>
                  <a:lnTo>
                    <a:pt x="32" y="30"/>
                  </a:lnTo>
                  <a:lnTo>
                    <a:pt x="12" y="44"/>
                  </a:lnTo>
                  <a:lnTo>
                    <a:pt x="12" y="44"/>
                  </a:lnTo>
                  <a:lnTo>
                    <a:pt x="12" y="40"/>
                  </a:lnTo>
                  <a:lnTo>
                    <a:pt x="12" y="28"/>
                  </a:lnTo>
                  <a:lnTo>
                    <a:pt x="8" y="14"/>
                  </a:lnTo>
                  <a:lnTo>
                    <a:pt x="6" y="6"/>
                  </a:lnTo>
                  <a:lnTo>
                    <a:pt x="0" y="0"/>
                  </a:lnTo>
                  <a:lnTo>
                    <a:pt x="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8" name="Freeform 222"/>
            <p:cNvSpPr>
              <a:spLocks/>
            </p:cNvSpPr>
            <p:nvPr/>
          </p:nvSpPr>
          <p:spPr bwMode="auto">
            <a:xfrm>
              <a:off x="2825296" y="3630386"/>
              <a:ext cx="695325" cy="225425"/>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9" name="Freeform 223"/>
            <p:cNvSpPr>
              <a:spLocks/>
            </p:cNvSpPr>
            <p:nvPr/>
          </p:nvSpPr>
          <p:spPr bwMode="auto">
            <a:xfrm>
              <a:off x="2825296" y="3630386"/>
              <a:ext cx="695325" cy="225425"/>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0" name="Freeform 224"/>
            <p:cNvSpPr>
              <a:spLocks/>
            </p:cNvSpPr>
            <p:nvPr/>
          </p:nvSpPr>
          <p:spPr bwMode="auto">
            <a:xfrm>
              <a:off x="2822121" y="3493861"/>
              <a:ext cx="727075" cy="374650"/>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1" name="Freeform 225"/>
            <p:cNvSpPr>
              <a:spLocks/>
            </p:cNvSpPr>
            <p:nvPr/>
          </p:nvSpPr>
          <p:spPr bwMode="auto">
            <a:xfrm>
              <a:off x="2822121" y="3493861"/>
              <a:ext cx="727075" cy="374650"/>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2" name="Freeform 226"/>
            <p:cNvSpPr>
              <a:spLocks/>
            </p:cNvSpPr>
            <p:nvPr/>
          </p:nvSpPr>
          <p:spPr bwMode="auto">
            <a:xfrm>
              <a:off x="3580946" y="3652611"/>
              <a:ext cx="695325" cy="225425"/>
            </a:xfrm>
            <a:custGeom>
              <a:avLst/>
              <a:gdLst>
                <a:gd name="T0" fmla="*/ 10 w 438"/>
                <a:gd name="T1" fmla="*/ 86 h 142"/>
                <a:gd name="T2" fmla="*/ 0 w 438"/>
                <a:gd name="T3" fmla="*/ 142 h 142"/>
                <a:gd name="T4" fmla="*/ 0 w 438"/>
                <a:gd name="T5" fmla="*/ 142 h 142"/>
                <a:gd name="T6" fmla="*/ 122 w 438"/>
                <a:gd name="T7" fmla="*/ 130 h 142"/>
                <a:gd name="T8" fmla="*/ 244 w 438"/>
                <a:gd name="T9" fmla="*/ 118 h 142"/>
                <a:gd name="T10" fmla="*/ 244 w 438"/>
                <a:gd name="T11" fmla="*/ 118 h 142"/>
                <a:gd name="T12" fmla="*/ 300 w 438"/>
                <a:gd name="T13" fmla="*/ 112 h 142"/>
                <a:gd name="T14" fmla="*/ 354 w 438"/>
                <a:gd name="T15" fmla="*/ 106 h 142"/>
                <a:gd name="T16" fmla="*/ 354 w 438"/>
                <a:gd name="T17" fmla="*/ 106 h 142"/>
                <a:gd name="T18" fmla="*/ 382 w 438"/>
                <a:gd name="T19" fmla="*/ 102 h 142"/>
                <a:gd name="T20" fmla="*/ 398 w 438"/>
                <a:gd name="T21" fmla="*/ 98 h 142"/>
                <a:gd name="T22" fmla="*/ 412 w 438"/>
                <a:gd name="T23" fmla="*/ 94 h 142"/>
                <a:gd name="T24" fmla="*/ 424 w 438"/>
                <a:gd name="T25" fmla="*/ 86 h 142"/>
                <a:gd name="T26" fmla="*/ 430 w 438"/>
                <a:gd name="T27" fmla="*/ 80 h 142"/>
                <a:gd name="T28" fmla="*/ 434 w 438"/>
                <a:gd name="T29" fmla="*/ 76 h 142"/>
                <a:gd name="T30" fmla="*/ 436 w 438"/>
                <a:gd name="T31" fmla="*/ 70 h 142"/>
                <a:gd name="T32" fmla="*/ 438 w 438"/>
                <a:gd name="T33" fmla="*/ 62 h 142"/>
                <a:gd name="T34" fmla="*/ 438 w 438"/>
                <a:gd name="T35" fmla="*/ 54 h 142"/>
                <a:gd name="T36" fmla="*/ 436 w 438"/>
                <a:gd name="T37" fmla="*/ 46 h 142"/>
                <a:gd name="T38" fmla="*/ 436 w 438"/>
                <a:gd name="T39" fmla="*/ 46 h 142"/>
                <a:gd name="T40" fmla="*/ 432 w 438"/>
                <a:gd name="T41" fmla="*/ 38 h 142"/>
                <a:gd name="T42" fmla="*/ 428 w 438"/>
                <a:gd name="T43" fmla="*/ 32 h 142"/>
                <a:gd name="T44" fmla="*/ 422 w 438"/>
                <a:gd name="T45" fmla="*/ 26 h 142"/>
                <a:gd name="T46" fmla="*/ 416 w 438"/>
                <a:gd name="T47" fmla="*/ 20 h 142"/>
                <a:gd name="T48" fmla="*/ 402 w 438"/>
                <a:gd name="T49" fmla="*/ 12 h 142"/>
                <a:gd name="T50" fmla="*/ 384 w 438"/>
                <a:gd name="T51" fmla="*/ 6 h 142"/>
                <a:gd name="T52" fmla="*/ 366 w 438"/>
                <a:gd name="T53" fmla="*/ 2 h 142"/>
                <a:gd name="T54" fmla="*/ 346 w 438"/>
                <a:gd name="T55" fmla="*/ 0 h 142"/>
                <a:gd name="T56" fmla="*/ 316 w 438"/>
                <a:gd name="T57" fmla="*/ 0 h 142"/>
                <a:gd name="T58" fmla="*/ 316 w 438"/>
                <a:gd name="T59" fmla="*/ 0 h 142"/>
                <a:gd name="T60" fmla="*/ 276 w 438"/>
                <a:gd name="T61" fmla="*/ 4 h 142"/>
                <a:gd name="T62" fmla="*/ 234 w 438"/>
                <a:gd name="T63" fmla="*/ 10 h 142"/>
                <a:gd name="T64" fmla="*/ 184 w 438"/>
                <a:gd name="T65" fmla="*/ 20 h 142"/>
                <a:gd name="T66" fmla="*/ 132 w 438"/>
                <a:gd name="T67" fmla="*/ 32 h 142"/>
                <a:gd name="T68" fmla="*/ 82 w 438"/>
                <a:gd name="T69" fmla="*/ 48 h 142"/>
                <a:gd name="T70" fmla="*/ 60 w 438"/>
                <a:gd name="T71" fmla="*/ 56 h 142"/>
                <a:gd name="T72" fmla="*/ 40 w 438"/>
                <a:gd name="T73" fmla="*/ 64 h 142"/>
                <a:gd name="T74" fmla="*/ 24 w 438"/>
                <a:gd name="T75" fmla="*/ 74 h 142"/>
                <a:gd name="T76" fmla="*/ 10 w 438"/>
                <a:gd name="T77" fmla="*/ 86 h 142"/>
                <a:gd name="T78" fmla="*/ 10 w 438"/>
                <a:gd name="T79"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8" h="142">
                  <a:moveTo>
                    <a:pt x="10" y="86"/>
                  </a:moveTo>
                  <a:lnTo>
                    <a:pt x="0" y="142"/>
                  </a:lnTo>
                  <a:lnTo>
                    <a:pt x="0" y="142"/>
                  </a:lnTo>
                  <a:lnTo>
                    <a:pt x="122" y="130"/>
                  </a:lnTo>
                  <a:lnTo>
                    <a:pt x="244" y="118"/>
                  </a:lnTo>
                  <a:lnTo>
                    <a:pt x="244" y="118"/>
                  </a:lnTo>
                  <a:lnTo>
                    <a:pt x="300" y="112"/>
                  </a:lnTo>
                  <a:lnTo>
                    <a:pt x="354" y="106"/>
                  </a:lnTo>
                  <a:lnTo>
                    <a:pt x="354" y="106"/>
                  </a:lnTo>
                  <a:lnTo>
                    <a:pt x="382" y="102"/>
                  </a:lnTo>
                  <a:lnTo>
                    <a:pt x="398" y="98"/>
                  </a:lnTo>
                  <a:lnTo>
                    <a:pt x="412" y="94"/>
                  </a:lnTo>
                  <a:lnTo>
                    <a:pt x="424" y="86"/>
                  </a:lnTo>
                  <a:lnTo>
                    <a:pt x="430" y="80"/>
                  </a:lnTo>
                  <a:lnTo>
                    <a:pt x="434" y="76"/>
                  </a:lnTo>
                  <a:lnTo>
                    <a:pt x="436" y="70"/>
                  </a:lnTo>
                  <a:lnTo>
                    <a:pt x="438" y="62"/>
                  </a:lnTo>
                  <a:lnTo>
                    <a:pt x="438" y="54"/>
                  </a:lnTo>
                  <a:lnTo>
                    <a:pt x="436" y="46"/>
                  </a:lnTo>
                  <a:lnTo>
                    <a:pt x="436" y="46"/>
                  </a:lnTo>
                  <a:lnTo>
                    <a:pt x="432" y="38"/>
                  </a:lnTo>
                  <a:lnTo>
                    <a:pt x="428" y="32"/>
                  </a:lnTo>
                  <a:lnTo>
                    <a:pt x="422" y="26"/>
                  </a:lnTo>
                  <a:lnTo>
                    <a:pt x="416" y="20"/>
                  </a:lnTo>
                  <a:lnTo>
                    <a:pt x="402" y="12"/>
                  </a:lnTo>
                  <a:lnTo>
                    <a:pt x="384" y="6"/>
                  </a:lnTo>
                  <a:lnTo>
                    <a:pt x="366" y="2"/>
                  </a:lnTo>
                  <a:lnTo>
                    <a:pt x="346" y="0"/>
                  </a:lnTo>
                  <a:lnTo>
                    <a:pt x="316" y="0"/>
                  </a:lnTo>
                  <a:lnTo>
                    <a:pt x="316" y="0"/>
                  </a:lnTo>
                  <a:lnTo>
                    <a:pt x="276" y="4"/>
                  </a:lnTo>
                  <a:lnTo>
                    <a:pt x="234" y="10"/>
                  </a:lnTo>
                  <a:lnTo>
                    <a:pt x="184" y="20"/>
                  </a:lnTo>
                  <a:lnTo>
                    <a:pt x="132" y="32"/>
                  </a:lnTo>
                  <a:lnTo>
                    <a:pt x="82" y="48"/>
                  </a:lnTo>
                  <a:lnTo>
                    <a:pt x="60" y="56"/>
                  </a:lnTo>
                  <a:lnTo>
                    <a:pt x="40" y="64"/>
                  </a:lnTo>
                  <a:lnTo>
                    <a:pt x="24" y="74"/>
                  </a:lnTo>
                  <a:lnTo>
                    <a:pt x="10" y="86"/>
                  </a:lnTo>
                  <a:lnTo>
                    <a:pt x="10"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3" name="Freeform 227"/>
            <p:cNvSpPr>
              <a:spLocks/>
            </p:cNvSpPr>
            <p:nvPr/>
          </p:nvSpPr>
          <p:spPr bwMode="auto">
            <a:xfrm>
              <a:off x="3552371" y="3516086"/>
              <a:ext cx="727075" cy="371475"/>
            </a:xfrm>
            <a:custGeom>
              <a:avLst/>
              <a:gdLst>
                <a:gd name="T0" fmla="*/ 384 w 458"/>
                <a:gd name="T1" fmla="*/ 0 h 234"/>
                <a:gd name="T2" fmla="*/ 0 w 458"/>
                <a:gd name="T3" fmla="*/ 158 h 234"/>
                <a:gd name="T4" fmla="*/ 10 w 458"/>
                <a:gd name="T5" fmla="*/ 234 h 234"/>
                <a:gd name="T6" fmla="*/ 430 w 458"/>
                <a:gd name="T7" fmla="*/ 190 h 234"/>
                <a:gd name="T8" fmla="*/ 430 w 458"/>
                <a:gd name="T9" fmla="*/ 190 h 234"/>
                <a:gd name="T10" fmla="*/ 438 w 458"/>
                <a:gd name="T11" fmla="*/ 186 h 234"/>
                <a:gd name="T12" fmla="*/ 444 w 458"/>
                <a:gd name="T13" fmla="*/ 180 h 234"/>
                <a:gd name="T14" fmla="*/ 452 w 458"/>
                <a:gd name="T15" fmla="*/ 172 h 234"/>
                <a:gd name="T16" fmla="*/ 456 w 458"/>
                <a:gd name="T17" fmla="*/ 160 h 234"/>
                <a:gd name="T18" fmla="*/ 458 w 458"/>
                <a:gd name="T19" fmla="*/ 152 h 234"/>
                <a:gd name="T20" fmla="*/ 458 w 458"/>
                <a:gd name="T21" fmla="*/ 144 h 234"/>
                <a:gd name="T22" fmla="*/ 458 w 458"/>
                <a:gd name="T23" fmla="*/ 134 h 234"/>
                <a:gd name="T24" fmla="*/ 454 w 458"/>
                <a:gd name="T25" fmla="*/ 122 h 234"/>
                <a:gd name="T26" fmla="*/ 450 w 458"/>
                <a:gd name="T27" fmla="*/ 110 h 234"/>
                <a:gd name="T28" fmla="*/ 444 w 458"/>
                <a:gd name="T29" fmla="*/ 98 h 234"/>
                <a:gd name="T30" fmla="*/ 384 w 458"/>
                <a:gd name="T3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4">
                  <a:moveTo>
                    <a:pt x="384" y="0"/>
                  </a:moveTo>
                  <a:lnTo>
                    <a:pt x="0" y="158"/>
                  </a:lnTo>
                  <a:lnTo>
                    <a:pt x="10" y="234"/>
                  </a:lnTo>
                  <a:lnTo>
                    <a:pt x="430" y="190"/>
                  </a:lnTo>
                  <a:lnTo>
                    <a:pt x="430" y="190"/>
                  </a:lnTo>
                  <a:lnTo>
                    <a:pt x="438" y="186"/>
                  </a:lnTo>
                  <a:lnTo>
                    <a:pt x="444" y="180"/>
                  </a:lnTo>
                  <a:lnTo>
                    <a:pt x="452" y="172"/>
                  </a:lnTo>
                  <a:lnTo>
                    <a:pt x="456" y="160"/>
                  </a:lnTo>
                  <a:lnTo>
                    <a:pt x="458" y="152"/>
                  </a:lnTo>
                  <a:lnTo>
                    <a:pt x="458" y="144"/>
                  </a:lnTo>
                  <a:lnTo>
                    <a:pt x="458" y="134"/>
                  </a:lnTo>
                  <a:lnTo>
                    <a:pt x="454" y="122"/>
                  </a:lnTo>
                  <a:lnTo>
                    <a:pt x="450" y="110"/>
                  </a:lnTo>
                  <a:lnTo>
                    <a:pt x="444" y="98"/>
                  </a:lnTo>
                  <a:lnTo>
                    <a:pt x="38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4" name="Freeform 228"/>
            <p:cNvSpPr>
              <a:spLocks/>
            </p:cNvSpPr>
            <p:nvPr/>
          </p:nvSpPr>
          <p:spPr bwMode="auto">
            <a:xfrm>
              <a:off x="3120571" y="3449411"/>
              <a:ext cx="831850" cy="498475"/>
            </a:xfrm>
            <a:custGeom>
              <a:avLst/>
              <a:gdLst>
                <a:gd name="T0" fmla="*/ 496 w 524"/>
                <a:gd name="T1" fmla="*/ 282 h 314"/>
                <a:gd name="T2" fmla="*/ 496 w 524"/>
                <a:gd name="T3" fmla="*/ 282 h 314"/>
                <a:gd name="T4" fmla="*/ 496 w 524"/>
                <a:gd name="T5" fmla="*/ 288 h 314"/>
                <a:gd name="T6" fmla="*/ 494 w 524"/>
                <a:gd name="T7" fmla="*/ 294 h 314"/>
                <a:gd name="T8" fmla="*/ 492 w 524"/>
                <a:gd name="T9" fmla="*/ 300 h 314"/>
                <a:gd name="T10" fmla="*/ 488 w 524"/>
                <a:gd name="T11" fmla="*/ 304 h 314"/>
                <a:gd name="T12" fmla="*/ 482 w 524"/>
                <a:gd name="T13" fmla="*/ 308 h 314"/>
                <a:gd name="T14" fmla="*/ 478 w 524"/>
                <a:gd name="T15" fmla="*/ 312 h 314"/>
                <a:gd name="T16" fmla="*/ 472 w 524"/>
                <a:gd name="T17" fmla="*/ 314 h 314"/>
                <a:gd name="T18" fmla="*/ 464 w 524"/>
                <a:gd name="T19" fmla="*/ 314 h 314"/>
                <a:gd name="T20" fmla="*/ 60 w 524"/>
                <a:gd name="T21" fmla="*/ 314 h 314"/>
                <a:gd name="T22" fmla="*/ 60 w 524"/>
                <a:gd name="T23" fmla="*/ 314 h 314"/>
                <a:gd name="T24" fmla="*/ 52 w 524"/>
                <a:gd name="T25" fmla="*/ 314 h 314"/>
                <a:gd name="T26" fmla="*/ 46 w 524"/>
                <a:gd name="T27" fmla="*/ 312 h 314"/>
                <a:gd name="T28" fmla="*/ 42 w 524"/>
                <a:gd name="T29" fmla="*/ 308 h 314"/>
                <a:gd name="T30" fmla="*/ 36 w 524"/>
                <a:gd name="T31" fmla="*/ 304 h 314"/>
                <a:gd name="T32" fmla="*/ 32 w 524"/>
                <a:gd name="T33" fmla="*/ 300 h 314"/>
                <a:gd name="T34" fmla="*/ 30 w 524"/>
                <a:gd name="T35" fmla="*/ 294 h 314"/>
                <a:gd name="T36" fmla="*/ 28 w 524"/>
                <a:gd name="T37" fmla="*/ 288 h 314"/>
                <a:gd name="T38" fmla="*/ 28 w 524"/>
                <a:gd name="T39" fmla="*/ 282 h 314"/>
                <a:gd name="T40" fmla="*/ 0 w 524"/>
                <a:gd name="T41" fmla="*/ 32 h 314"/>
                <a:gd name="T42" fmla="*/ 0 w 524"/>
                <a:gd name="T43" fmla="*/ 32 h 314"/>
                <a:gd name="T44" fmla="*/ 0 w 524"/>
                <a:gd name="T45" fmla="*/ 26 h 314"/>
                <a:gd name="T46" fmla="*/ 2 w 524"/>
                <a:gd name="T47" fmla="*/ 20 h 314"/>
                <a:gd name="T48" fmla="*/ 6 w 524"/>
                <a:gd name="T49" fmla="*/ 14 h 314"/>
                <a:gd name="T50" fmla="*/ 10 w 524"/>
                <a:gd name="T51" fmla="*/ 10 h 314"/>
                <a:gd name="T52" fmla="*/ 14 w 524"/>
                <a:gd name="T53" fmla="*/ 6 h 314"/>
                <a:gd name="T54" fmla="*/ 20 w 524"/>
                <a:gd name="T55" fmla="*/ 2 h 314"/>
                <a:gd name="T56" fmla="*/ 26 w 524"/>
                <a:gd name="T57" fmla="*/ 0 h 314"/>
                <a:gd name="T58" fmla="*/ 32 w 524"/>
                <a:gd name="T59" fmla="*/ 0 h 314"/>
                <a:gd name="T60" fmla="*/ 492 w 524"/>
                <a:gd name="T61" fmla="*/ 0 h 314"/>
                <a:gd name="T62" fmla="*/ 492 w 524"/>
                <a:gd name="T63" fmla="*/ 0 h 314"/>
                <a:gd name="T64" fmla="*/ 498 w 524"/>
                <a:gd name="T65" fmla="*/ 0 h 314"/>
                <a:gd name="T66" fmla="*/ 504 w 524"/>
                <a:gd name="T67" fmla="*/ 2 h 314"/>
                <a:gd name="T68" fmla="*/ 510 w 524"/>
                <a:gd name="T69" fmla="*/ 6 h 314"/>
                <a:gd name="T70" fmla="*/ 514 w 524"/>
                <a:gd name="T71" fmla="*/ 10 h 314"/>
                <a:gd name="T72" fmla="*/ 518 w 524"/>
                <a:gd name="T73" fmla="*/ 14 h 314"/>
                <a:gd name="T74" fmla="*/ 522 w 524"/>
                <a:gd name="T75" fmla="*/ 20 h 314"/>
                <a:gd name="T76" fmla="*/ 524 w 524"/>
                <a:gd name="T77" fmla="*/ 26 h 314"/>
                <a:gd name="T78" fmla="*/ 524 w 524"/>
                <a:gd name="T79" fmla="*/ 32 h 314"/>
                <a:gd name="T80" fmla="*/ 496 w 524"/>
                <a:gd name="T81" fmla="*/ 28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24" h="314">
                  <a:moveTo>
                    <a:pt x="496" y="282"/>
                  </a:moveTo>
                  <a:lnTo>
                    <a:pt x="496" y="282"/>
                  </a:lnTo>
                  <a:lnTo>
                    <a:pt x="496" y="288"/>
                  </a:lnTo>
                  <a:lnTo>
                    <a:pt x="494" y="294"/>
                  </a:lnTo>
                  <a:lnTo>
                    <a:pt x="492" y="300"/>
                  </a:lnTo>
                  <a:lnTo>
                    <a:pt x="488" y="304"/>
                  </a:lnTo>
                  <a:lnTo>
                    <a:pt x="482" y="308"/>
                  </a:lnTo>
                  <a:lnTo>
                    <a:pt x="478" y="312"/>
                  </a:lnTo>
                  <a:lnTo>
                    <a:pt x="472" y="314"/>
                  </a:lnTo>
                  <a:lnTo>
                    <a:pt x="464" y="314"/>
                  </a:lnTo>
                  <a:lnTo>
                    <a:pt x="60" y="314"/>
                  </a:lnTo>
                  <a:lnTo>
                    <a:pt x="60" y="314"/>
                  </a:lnTo>
                  <a:lnTo>
                    <a:pt x="52" y="314"/>
                  </a:lnTo>
                  <a:lnTo>
                    <a:pt x="46" y="312"/>
                  </a:lnTo>
                  <a:lnTo>
                    <a:pt x="42" y="308"/>
                  </a:lnTo>
                  <a:lnTo>
                    <a:pt x="36" y="304"/>
                  </a:lnTo>
                  <a:lnTo>
                    <a:pt x="32" y="300"/>
                  </a:lnTo>
                  <a:lnTo>
                    <a:pt x="30" y="294"/>
                  </a:lnTo>
                  <a:lnTo>
                    <a:pt x="28" y="288"/>
                  </a:lnTo>
                  <a:lnTo>
                    <a:pt x="28" y="282"/>
                  </a:lnTo>
                  <a:lnTo>
                    <a:pt x="0" y="32"/>
                  </a:lnTo>
                  <a:lnTo>
                    <a:pt x="0" y="32"/>
                  </a:lnTo>
                  <a:lnTo>
                    <a:pt x="0" y="26"/>
                  </a:lnTo>
                  <a:lnTo>
                    <a:pt x="2" y="20"/>
                  </a:lnTo>
                  <a:lnTo>
                    <a:pt x="6" y="14"/>
                  </a:lnTo>
                  <a:lnTo>
                    <a:pt x="10" y="10"/>
                  </a:lnTo>
                  <a:lnTo>
                    <a:pt x="14" y="6"/>
                  </a:lnTo>
                  <a:lnTo>
                    <a:pt x="20" y="2"/>
                  </a:lnTo>
                  <a:lnTo>
                    <a:pt x="26" y="0"/>
                  </a:lnTo>
                  <a:lnTo>
                    <a:pt x="32" y="0"/>
                  </a:lnTo>
                  <a:lnTo>
                    <a:pt x="492" y="0"/>
                  </a:lnTo>
                  <a:lnTo>
                    <a:pt x="492" y="0"/>
                  </a:lnTo>
                  <a:lnTo>
                    <a:pt x="498" y="0"/>
                  </a:lnTo>
                  <a:lnTo>
                    <a:pt x="504" y="2"/>
                  </a:lnTo>
                  <a:lnTo>
                    <a:pt x="510" y="6"/>
                  </a:lnTo>
                  <a:lnTo>
                    <a:pt x="514" y="10"/>
                  </a:lnTo>
                  <a:lnTo>
                    <a:pt x="518" y="14"/>
                  </a:lnTo>
                  <a:lnTo>
                    <a:pt x="522" y="20"/>
                  </a:lnTo>
                  <a:lnTo>
                    <a:pt x="524" y="26"/>
                  </a:lnTo>
                  <a:lnTo>
                    <a:pt x="524" y="32"/>
                  </a:lnTo>
                  <a:lnTo>
                    <a:pt x="496" y="282"/>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5" name="Freeform 229"/>
            <p:cNvSpPr>
              <a:spLocks/>
            </p:cNvSpPr>
            <p:nvPr/>
          </p:nvSpPr>
          <p:spPr bwMode="auto">
            <a:xfrm>
              <a:off x="3149146" y="3487511"/>
              <a:ext cx="774700" cy="460375"/>
            </a:xfrm>
            <a:custGeom>
              <a:avLst/>
              <a:gdLst>
                <a:gd name="T0" fmla="*/ 462 w 488"/>
                <a:gd name="T1" fmla="*/ 260 h 290"/>
                <a:gd name="T2" fmla="*/ 462 w 488"/>
                <a:gd name="T3" fmla="*/ 260 h 290"/>
                <a:gd name="T4" fmla="*/ 462 w 488"/>
                <a:gd name="T5" fmla="*/ 266 h 290"/>
                <a:gd name="T6" fmla="*/ 460 w 488"/>
                <a:gd name="T7" fmla="*/ 272 h 290"/>
                <a:gd name="T8" fmla="*/ 454 w 488"/>
                <a:gd name="T9" fmla="*/ 282 h 290"/>
                <a:gd name="T10" fmla="*/ 444 w 488"/>
                <a:gd name="T11" fmla="*/ 288 h 290"/>
                <a:gd name="T12" fmla="*/ 438 w 488"/>
                <a:gd name="T13" fmla="*/ 290 h 290"/>
                <a:gd name="T14" fmla="*/ 432 w 488"/>
                <a:gd name="T15" fmla="*/ 290 h 290"/>
                <a:gd name="T16" fmla="*/ 56 w 488"/>
                <a:gd name="T17" fmla="*/ 290 h 290"/>
                <a:gd name="T18" fmla="*/ 56 w 488"/>
                <a:gd name="T19" fmla="*/ 290 h 290"/>
                <a:gd name="T20" fmla="*/ 50 w 488"/>
                <a:gd name="T21" fmla="*/ 290 h 290"/>
                <a:gd name="T22" fmla="*/ 44 w 488"/>
                <a:gd name="T23" fmla="*/ 288 h 290"/>
                <a:gd name="T24" fmla="*/ 36 w 488"/>
                <a:gd name="T25" fmla="*/ 282 h 290"/>
                <a:gd name="T26" fmla="*/ 28 w 488"/>
                <a:gd name="T27" fmla="*/ 272 h 290"/>
                <a:gd name="T28" fmla="*/ 26 w 488"/>
                <a:gd name="T29" fmla="*/ 266 h 290"/>
                <a:gd name="T30" fmla="*/ 26 w 488"/>
                <a:gd name="T31" fmla="*/ 260 h 290"/>
                <a:gd name="T32" fmla="*/ 0 w 488"/>
                <a:gd name="T33" fmla="*/ 30 h 290"/>
                <a:gd name="T34" fmla="*/ 0 w 488"/>
                <a:gd name="T35" fmla="*/ 30 h 290"/>
                <a:gd name="T36" fmla="*/ 0 w 488"/>
                <a:gd name="T37" fmla="*/ 24 h 290"/>
                <a:gd name="T38" fmla="*/ 2 w 488"/>
                <a:gd name="T39" fmla="*/ 18 h 290"/>
                <a:gd name="T40" fmla="*/ 8 w 488"/>
                <a:gd name="T41" fmla="*/ 8 h 290"/>
                <a:gd name="T42" fmla="*/ 18 w 488"/>
                <a:gd name="T43" fmla="*/ 2 h 290"/>
                <a:gd name="T44" fmla="*/ 24 w 488"/>
                <a:gd name="T45" fmla="*/ 0 h 290"/>
                <a:gd name="T46" fmla="*/ 30 w 488"/>
                <a:gd name="T47" fmla="*/ 0 h 290"/>
                <a:gd name="T48" fmla="*/ 458 w 488"/>
                <a:gd name="T49" fmla="*/ 0 h 290"/>
                <a:gd name="T50" fmla="*/ 458 w 488"/>
                <a:gd name="T51" fmla="*/ 0 h 290"/>
                <a:gd name="T52" fmla="*/ 464 w 488"/>
                <a:gd name="T53" fmla="*/ 0 h 290"/>
                <a:gd name="T54" fmla="*/ 470 w 488"/>
                <a:gd name="T55" fmla="*/ 2 h 290"/>
                <a:gd name="T56" fmla="*/ 480 w 488"/>
                <a:gd name="T57" fmla="*/ 8 h 290"/>
                <a:gd name="T58" fmla="*/ 486 w 488"/>
                <a:gd name="T59" fmla="*/ 18 h 290"/>
                <a:gd name="T60" fmla="*/ 488 w 488"/>
                <a:gd name="T61" fmla="*/ 24 h 290"/>
                <a:gd name="T62" fmla="*/ 488 w 488"/>
                <a:gd name="T63" fmla="*/ 30 h 290"/>
                <a:gd name="T64" fmla="*/ 462 w 488"/>
                <a:gd name="T65" fmla="*/ 26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8" h="290">
                  <a:moveTo>
                    <a:pt x="462" y="260"/>
                  </a:moveTo>
                  <a:lnTo>
                    <a:pt x="462" y="260"/>
                  </a:lnTo>
                  <a:lnTo>
                    <a:pt x="462" y="266"/>
                  </a:lnTo>
                  <a:lnTo>
                    <a:pt x="460" y="272"/>
                  </a:lnTo>
                  <a:lnTo>
                    <a:pt x="454" y="282"/>
                  </a:lnTo>
                  <a:lnTo>
                    <a:pt x="444" y="288"/>
                  </a:lnTo>
                  <a:lnTo>
                    <a:pt x="438" y="290"/>
                  </a:lnTo>
                  <a:lnTo>
                    <a:pt x="432" y="290"/>
                  </a:lnTo>
                  <a:lnTo>
                    <a:pt x="56" y="290"/>
                  </a:lnTo>
                  <a:lnTo>
                    <a:pt x="56" y="290"/>
                  </a:lnTo>
                  <a:lnTo>
                    <a:pt x="50" y="290"/>
                  </a:lnTo>
                  <a:lnTo>
                    <a:pt x="44" y="288"/>
                  </a:lnTo>
                  <a:lnTo>
                    <a:pt x="36" y="282"/>
                  </a:lnTo>
                  <a:lnTo>
                    <a:pt x="28" y="272"/>
                  </a:lnTo>
                  <a:lnTo>
                    <a:pt x="26" y="266"/>
                  </a:lnTo>
                  <a:lnTo>
                    <a:pt x="26" y="260"/>
                  </a:lnTo>
                  <a:lnTo>
                    <a:pt x="0" y="30"/>
                  </a:lnTo>
                  <a:lnTo>
                    <a:pt x="0" y="30"/>
                  </a:lnTo>
                  <a:lnTo>
                    <a:pt x="0" y="24"/>
                  </a:lnTo>
                  <a:lnTo>
                    <a:pt x="2" y="18"/>
                  </a:lnTo>
                  <a:lnTo>
                    <a:pt x="8" y="8"/>
                  </a:lnTo>
                  <a:lnTo>
                    <a:pt x="18" y="2"/>
                  </a:lnTo>
                  <a:lnTo>
                    <a:pt x="24" y="0"/>
                  </a:lnTo>
                  <a:lnTo>
                    <a:pt x="30" y="0"/>
                  </a:lnTo>
                  <a:lnTo>
                    <a:pt x="458" y="0"/>
                  </a:lnTo>
                  <a:lnTo>
                    <a:pt x="458" y="0"/>
                  </a:lnTo>
                  <a:lnTo>
                    <a:pt x="464" y="0"/>
                  </a:lnTo>
                  <a:lnTo>
                    <a:pt x="470" y="2"/>
                  </a:lnTo>
                  <a:lnTo>
                    <a:pt x="480" y="8"/>
                  </a:lnTo>
                  <a:lnTo>
                    <a:pt x="486" y="18"/>
                  </a:lnTo>
                  <a:lnTo>
                    <a:pt x="488" y="24"/>
                  </a:lnTo>
                  <a:lnTo>
                    <a:pt x="488" y="30"/>
                  </a:lnTo>
                  <a:lnTo>
                    <a:pt x="462" y="26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6" name="Freeform 230"/>
            <p:cNvSpPr>
              <a:spLocks noEditPoints="1"/>
            </p:cNvSpPr>
            <p:nvPr/>
          </p:nvSpPr>
          <p:spPr bwMode="auto">
            <a:xfrm>
              <a:off x="3463471" y="3633561"/>
              <a:ext cx="174625" cy="177800"/>
            </a:xfrm>
            <a:custGeom>
              <a:avLst/>
              <a:gdLst>
                <a:gd name="T0" fmla="*/ 56 w 110"/>
                <a:gd name="T1" fmla="*/ 0 h 112"/>
                <a:gd name="T2" fmla="*/ 34 w 110"/>
                <a:gd name="T3" fmla="*/ 4 h 112"/>
                <a:gd name="T4" fmla="*/ 16 w 110"/>
                <a:gd name="T5" fmla="*/ 16 h 112"/>
                <a:gd name="T6" fmla="*/ 4 w 110"/>
                <a:gd name="T7" fmla="*/ 34 h 112"/>
                <a:gd name="T8" fmla="*/ 0 w 110"/>
                <a:gd name="T9" fmla="*/ 56 h 112"/>
                <a:gd name="T10" fmla="*/ 2 w 110"/>
                <a:gd name="T11" fmla="*/ 68 h 112"/>
                <a:gd name="T12" fmla="*/ 10 w 110"/>
                <a:gd name="T13" fmla="*/ 86 h 112"/>
                <a:gd name="T14" fmla="*/ 24 w 110"/>
                <a:gd name="T15" fmla="*/ 102 h 112"/>
                <a:gd name="T16" fmla="*/ 44 w 110"/>
                <a:gd name="T17" fmla="*/ 110 h 112"/>
                <a:gd name="T18" fmla="*/ 56 w 110"/>
                <a:gd name="T19" fmla="*/ 112 h 112"/>
                <a:gd name="T20" fmla="*/ 78 w 110"/>
                <a:gd name="T21" fmla="*/ 106 h 112"/>
                <a:gd name="T22" fmla="*/ 94 w 110"/>
                <a:gd name="T23" fmla="*/ 96 h 112"/>
                <a:gd name="T24" fmla="*/ 106 w 110"/>
                <a:gd name="T25" fmla="*/ 78 h 112"/>
                <a:gd name="T26" fmla="*/ 110 w 110"/>
                <a:gd name="T27" fmla="*/ 56 h 112"/>
                <a:gd name="T28" fmla="*/ 110 w 110"/>
                <a:gd name="T29" fmla="*/ 44 h 112"/>
                <a:gd name="T30" fmla="*/ 102 w 110"/>
                <a:gd name="T31" fmla="*/ 24 h 112"/>
                <a:gd name="T32" fmla="*/ 86 w 110"/>
                <a:gd name="T33" fmla="*/ 10 h 112"/>
                <a:gd name="T34" fmla="*/ 66 w 110"/>
                <a:gd name="T35" fmla="*/ 2 h 112"/>
                <a:gd name="T36" fmla="*/ 56 w 110"/>
                <a:gd name="T37" fmla="*/ 0 h 112"/>
                <a:gd name="T38" fmla="*/ 56 w 110"/>
                <a:gd name="T39" fmla="*/ 98 h 112"/>
                <a:gd name="T40" fmla="*/ 38 w 110"/>
                <a:gd name="T41" fmla="*/ 96 h 112"/>
                <a:gd name="T42" fmla="*/ 26 w 110"/>
                <a:gd name="T43" fmla="*/ 86 h 112"/>
                <a:gd name="T44" fmla="*/ 16 w 110"/>
                <a:gd name="T45" fmla="*/ 72 h 112"/>
                <a:gd name="T46" fmla="*/ 12 w 110"/>
                <a:gd name="T47" fmla="*/ 56 h 112"/>
                <a:gd name="T48" fmla="*/ 14 w 110"/>
                <a:gd name="T49" fmla="*/ 48 h 112"/>
                <a:gd name="T50" fmla="*/ 20 w 110"/>
                <a:gd name="T51" fmla="*/ 32 h 112"/>
                <a:gd name="T52" fmla="*/ 32 w 110"/>
                <a:gd name="T53" fmla="*/ 20 h 112"/>
                <a:gd name="T54" fmla="*/ 46 w 110"/>
                <a:gd name="T55" fmla="*/ 14 h 112"/>
                <a:gd name="T56" fmla="*/ 56 w 110"/>
                <a:gd name="T57" fmla="*/ 14 h 112"/>
                <a:gd name="T58" fmla="*/ 72 w 110"/>
                <a:gd name="T59" fmla="*/ 16 h 112"/>
                <a:gd name="T60" fmla="*/ 86 w 110"/>
                <a:gd name="T61" fmla="*/ 26 h 112"/>
                <a:gd name="T62" fmla="*/ 94 w 110"/>
                <a:gd name="T63" fmla="*/ 40 h 112"/>
                <a:gd name="T64" fmla="*/ 98 w 110"/>
                <a:gd name="T65" fmla="*/ 56 h 112"/>
                <a:gd name="T66" fmla="*/ 98 w 110"/>
                <a:gd name="T67" fmla="*/ 64 h 112"/>
                <a:gd name="T68" fmla="*/ 90 w 110"/>
                <a:gd name="T69" fmla="*/ 80 h 112"/>
                <a:gd name="T70" fmla="*/ 80 w 110"/>
                <a:gd name="T71" fmla="*/ 92 h 112"/>
                <a:gd name="T72" fmla="*/ 64 w 110"/>
                <a:gd name="T73" fmla="*/ 98 h 112"/>
                <a:gd name="T74" fmla="*/ 56 w 110"/>
                <a:gd name="T75" fmla="*/ 9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12">
                  <a:moveTo>
                    <a:pt x="56" y="0"/>
                  </a:moveTo>
                  <a:lnTo>
                    <a:pt x="56" y="0"/>
                  </a:lnTo>
                  <a:lnTo>
                    <a:pt x="44" y="2"/>
                  </a:lnTo>
                  <a:lnTo>
                    <a:pt x="34" y="4"/>
                  </a:lnTo>
                  <a:lnTo>
                    <a:pt x="24" y="10"/>
                  </a:lnTo>
                  <a:lnTo>
                    <a:pt x="16" y="16"/>
                  </a:lnTo>
                  <a:lnTo>
                    <a:pt x="10" y="24"/>
                  </a:lnTo>
                  <a:lnTo>
                    <a:pt x="4" y="34"/>
                  </a:lnTo>
                  <a:lnTo>
                    <a:pt x="2" y="44"/>
                  </a:lnTo>
                  <a:lnTo>
                    <a:pt x="0" y="56"/>
                  </a:lnTo>
                  <a:lnTo>
                    <a:pt x="0" y="56"/>
                  </a:lnTo>
                  <a:lnTo>
                    <a:pt x="2" y="68"/>
                  </a:lnTo>
                  <a:lnTo>
                    <a:pt x="4" y="78"/>
                  </a:lnTo>
                  <a:lnTo>
                    <a:pt x="10" y="86"/>
                  </a:lnTo>
                  <a:lnTo>
                    <a:pt x="16" y="96"/>
                  </a:lnTo>
                  <a:lnTo>
                    <a:pt x="24" y="102"/>
                  </a:lnTo>
                  <a:lnTo>
                    <a:pt x="34" y="106"/>
                  </a:lnTo>
                  <a:lnTo>
                    <a:pt x="44" y="110"/>
                  </a:lnTo>
                  <a:lnTo>
                    <a:pt x="56" y="112"/>
                  </a:lnTo>
                  <a:lnTo>
                    <a:pt x="56" y="112"/>
                  </a:lnTo>
                  <a:lnTo>
                    <a:pt x="66" y="110"/>
                  </a:lnTo>
                  <a:lnTo>
                    <a:pt x="78" y="106"/>
                  </a:lnTo>
                  <a:lnTo>
                    <a:pt x="86" y="102"/>
                  </a:lnTo>
                  <a:lnTo>
                    <a:pt x="94" y="96"/>
                  </a:lnTo>
                  <a:lnTo>
                    <a:pt x="102" y="86"/>
                  </a:lnTo>
                  <a:lnTo>
                    <a:pt x="106" y="78"/>
                  </a:lnTo>
                  <a:lnTo>
                    <a:pt x="110" y="68"/>
                  </a:lnTo>
                  <a:lnTo>
                    <a:pt x="110" y="56"/>
                  </a:lnTo>
                  <a:lnTo>
                    <a:pt x="110" y="56"/>
                  </a:lnTo>
                  <a:lnTo>
                    <a:pt x="110" y="44"/>
                  </a:lnTo>
                  <a:lnTo>
                    <a:pt x="106" y="34"/>
                  </a:lnTo>
                  <a:lnTo>
                    <a:pt x="102" y="24"/>
                  </a:lnTo>
                  <a:lnTo>
                    <a:pt x="94" y="16"/>
                  </a:lnTo>
                  <a:lnTo>
                    <a:pt x="86" y="10"/>
                  </a:lnTo>
                  <a:lnTo>
                    <a:pt x="78" y="4"/>
                  </a:lnTo>
                  <a:lnTo>
                    <a:pt x="66" y="2"/>
                  </a:lnTo>
                  <a:lnTo>
                    <a:pt x="56" y="0"/>
                  </a:lnTo>
                  <a:lnTo>
                    <a:pt x="56" y="0"/>
                  </a:lnTo>
                  <a:close/>
                  <a:moveTo>
                    <a:pt x="56" y="98"/>
                  </a:moveTo>
                  <a:lnTo>
                    <a:pt x="56" y="98"/>
                  </a:lnTo>
                  <a:lnTo>
                    <a:pt x="46" y="98"/>
                  </a:lnTo>
                  <a:lnTo>
                    <a:pt x="38" y="96"/>
                  </a:lnTo>
                  <a:lnTo>
                    <a:pt x="32" y="92"/>
                  </a:lnTo>
                  <a:lnTo>
                    <a:pt x="26" y="86"/>
                  </a:lnTo>
                  <a:lnTo>
                    <a:pt x="20" y="80"/>
                  </a:lnTo>
                  <a:lnTo>
                    <a:pt x="16" y="72"/>
                  </a:lnTo>
                  <a:lnTo>
                    <a:pt x="14" y="64"/>
                  </a:lnTo>
                  <a:lnTo>
                    <a:pt x="12" y="56"/>
                  </a:lnTo>
                  <a:lnTo>
                    <a:pt x="12" y="56"/>
                  </a:lnTo>
                  <a:lnTo>
                    <a:pt x="14" y="48"/>
                  </a:lnTo>
                  <a:lnTo>
                    <a:pt x="16" y="40"/>
                  </a:lnTo>
                  <a:lnTo>
                    <a:pt x="20" y="32"/>
                  </a:lnTo>
                  <a:lnTo>
                    <a:pt x="26" y="26"/>
                  </a:lnTo>
                  <a:lnTo>
                    <a:pt x="32" y="20"/>
                  </a:lnTo>
                  <a:lnTo>
                    <a:pt x="38" y="16"/>
                  </a:lnTo>
                  <a:lnTo>
                    <a:pt x="46" y="14"/>
                  </a:lnTo>
                  <a:lnTo>
                    <a:pt x="56" y="14"/>
                  </a:lnTo>
                  <a:lnTo>
                    <a:pt x="56" y="14"/>
                  </a:lnTo>
                  <a:lnTo>
                    <a:pt x="64" y="14"/>
                  </a:lnTo>
                  <a:lnTo>
                    <a:pt x="72" y="16"/>
                  </a:lnTo>
                  <a:lnTo>
                    <a:pt x="80" y="20"/>
                  </a:lnTo>
                  <a:lnTo>
                    <a:pt x="86" y="26"/>
                  </a:lnTo>
                  <a:lnTo>
                    <a:pt x="90" y="32"/>
                  </a:lnTo>
                  <a:lnTo>
                    <a:pt x="94" y="40"/>
                  </a:lnTo>
                  <a:lnTo>
                    <a:pt x="98" y="48"/>
                  </a:lnTo>
                  <a:lnTo>
                    <a:pt x="98" y="56"/>
                  </a:lnTo>
                  <a:lnTo>
                    <a:pt x="98" y="56"/>
                  </a:lnTo>
                  <a:lnTo>
                    <a:pt x="98" y="64"/>
                  </a:lnTo>
                  <a:lnTo>
                    <a:pt x="94" y="72"/>
                  </a:lnTo>
                  <a:lnTo>
                    <a:pt x="90" y="80"/>
                  </a:lnTo>
                  <a:lnTo>
                    <a:pt x="86" y="86"/>
                  </a:lnTo>
                  <a:lnTo>
                    <a:pt x="80" y="92"/>
                  </a:lnTo>
                  <a:lnTo>
                    <a:pt x="72" y="96"/>
                  </a:lnTo>
                  <a:lnTo>
                    <a:pt x="64" y="98"/>
                  </a:lnTo>
                  <a:lnTo>
                    <a:pt x="56" y="98"/>
                  </a:lnTo>
                  <a:lnTo>
                    <a:pt x="56" y="9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7" name="Freeform 231"/>
            <p:cNvSpPr>
              <a:spLocks noEditPoints="1"/>
            </p:cNvSpPr>
            <p:nvPr/>
          </p:nvSpPr>
          <p:spPr bwMode="auto">
            <a:xfrm>
              <a:off x="3501571" y="3697061"/>
              <a:ext cx="44450" cy="47625"/>
            </a:xfrm>
            <a:custGeom>
              <a:avLst/>
              <a:gdLst>
                <a:gd name="T0" fmla="*/ 20 w 28"/>
                <a:gd name="T1" fmla="*/ 0 h 30"/>
                <a:gd name="T2" fmla="*/ 20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0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0 w 28"/>
                <a:gd name="T37" fmla="*/ 0 h 30"/>
                <a:gd name="T38" fmla="*/ 4 w 28"/>
                <a:gd name="T39" fmla="*/ 18 h 30"/>
                <a:gd name="T40" fmla="*/ 20 w 28"/>
                <a:gd name="T41" fmla="*/ 18 h 30"/>
                <a:gd name="T42" fmla="*/ 20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0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0" y="0"/>
                  </a:moveTo>
                  <a:lnTo>
                    <a:pt x="20" y="0"/>
                  </a:lnTo>
                  <a:lnTo>
                    <a:pt x="26" y="2"/>
                  </a:lnTo>
                  <a:lnTo>
                    <a:pt x="28" y="6"/>
                  </a:lnTo>
                  <a:lnTo>
                    <a:pt x="28" y="16"/>
                  </a:lnTo>
                  <a:lnTo>
                    <a:pt x="28" y="16"/>
                  </a:lnTo>
                  <a:lnTo>
                    <a:pt x="26" y="20"/>
                  </a:lnTo>
                  <a:lnTo>
                    <a:pt x="20" y="22"/>
                  </a:lnTo>
                  <a:lnTo>
                    <a:pt x="4" y="22"/>
                  </a:lnTo>
                  <a:lnTo>
                    <a:pt x="4" y="28"/>
                  </a:lnTo>
                  <a:lnTo>
                    <a:pt x="4" y="28"/>
                  </a:lnTo>
                  <a:lnTo>
                    <a:pt x="2" y="30"/>
                  </a:lnTo>
                  <a:lnTo>
                    <a:pt x="2" y="30"/>
                  </a:lnTo>
                  <a:lnTo>
                    <a:pt x="0" y="28"/>
                  </a:lnTo>
                  <a:lnTo>
                    <a:pt x="0" y="6"/>
                  </a:lnTo>
                  <a:lnTo>
                    <a:pt x="0" y="6"/>
                  </a:lnTo>
                  <a:lnTo>
                    <a:pt x="2" y="2"/>
                  </a:lnTo>
                  <a:lnTo>
                    <a:pt x="6" y="0"/>
                  </a:lnTo>
                  <a:lnTo>
                    <a:pt x="20" y="0"/>
                  </a:lnTo>
                  <a:close/>
                  <a:moveTo>
                    <a:pt x="4" y="18"/>
                  </a:moveTo>
                  <a:lnTo>
                    <a:pt x="20" y="18"/>
                  </a:lnTo>
                  <a:lnTo>
                    <a:pt x="20" y="18"/>
                  </a:lnTo>
                  <a:lnTo>
                    <a:pt x="22" y="18"/>
                  </a:lnTo>
                  <a:lnTo>
                    <a:pt x="24" y="16"/>
                  </a:lnTo>
                  <a:lnTo>
                    <a:pt x="24" y="6"/>
                  </a:lnTo>
                  <a:lnTo>
                    <a:pt x="24" y="6"/>
                  </a:lnTo>
                  <a:lnTo>
                    <a:pt x="22" y="4"/>
                  </a:lnTo>
                  <a:lnTo>
                    <a:pt x="20" y="4"/>
                  </a:lnTo>
                  <a:lnTo>
                    <a:pt x="6" y="4"/>
                  </a:lnTo>
                  <a:lnTo>
                    <a:pt x="6" y="4"/>
                  </a:lnTo>
                  <a:lnTo>
                    <a:pt x="4" y="4"/>
                  </a:lnTo>
                  <a:lnTo>
                    <a:pt x="4" y="6"/>
                  </a:lnTo>
                  <a:lnTo>
                    <a:pt x="4" y="1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8" name="Freeform 232"/>
            <p:cNvSpPr>
              <a:spLocks/>
            </p:cNvSpPr>
            <p:nvPr/>
          </p:nvSpPr>
          <p:spPr bwMode="auto">
            <a:xfrm>
              <a:off x="3552371" y="3697061"/>
              <a:ext cx="41275" cy="47625"/>
            </a:xfrm>
            <a:custGeom>
              <a:avLst/>
              <a:gdLst>
                <a:gd name="T0" fmla="*/ 24 w 26"/>
                <a:gd name="T1" fmla="*/ 0 h 30"/>
                <a:gd name="T2" fmla="*/ 24 w 26"/>
                <a:gd name="T3" fmla="*/ 0 h 30"/>
                <a:gd name="T4" fmla="*/ 24 w 26"/>
                <a:gd name="T5" fmla="*/ 0 h 30"/>
                <a:gd name="T6" fmla="*/ 26 w 26"/>
                <a:gd name="T7" fmla="*/ 2 h 30"/>
                <a:gd name="T8" fmla="*/ 26 w 26"/>
                <a:gd name="T9" fmla="*/ 2 h 30"/>
                <a:gd name="T10" fmla="*/ 24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4 w 26"/>
                <a:gd name="T35" fmla="*/ 28 h 30"/>
                <a:gd name="T36" fmla="*/ 26 w 26"/>
                <a:gd name="T37" fmla="*/ 28 h 30"/>
                <a:gd name="T38" fmla="*/ 26 w 26"/>
                <a:gd name="T39" fmla="*/ 28 h 30"/>
                <a:gd name="T40" fmla="*/ 24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4" y="0"/>
                  </a:lnTo>
                  <a:lnTo>
                    <a:pt x="26" y="2"/>
                  </a:lnTo>
                  <a:lnTo>
                    <a:pt x="26" y="2"/>
                  </a:lnTo>
                  <a:lnTo>
                    <a:pt x="24" y="4"/>
                  </a:lnTo>
                  <a:lnTo>
                    <a:pt x="24" y="4"/>
                  </a:lnTo>
                  <a:lnTo>
                    <a:pt x="6" y="4"/>
                  </a:lnTo>
                  <a:lnTo>
                    <a:pt x="6" y="4"/>
                  </a:lnTo>
                  <a:lnTo>
                    <a:pt x="4" y="4"/>
                  </a:lnTo>
                  <a:lnTo>
                    <a:pt x="4" y="6"/>
                  </a:lnTo>
                  <a:lnTo>
                    <a:pt x="4" y="24"/>
                  </a:lnTo>
                  <a:lnTo>
                    <a:pt x="4" y="24"/>
                  </a:lnTo>
                  <a:lnTo>
                    <a:pt x="4" y="26"/>
                  </a:lnTo>
                  <a:lnTo>
                    <a:pt x="6" y="26"/>
                  </a:lnTo>
                  <a:lnTo>
                    <a:pt x="24" y="26"/>
                  </a:lnTo>
                  <a:lnTo>
                    <a:pt x="24" y="26"/>
                  </a:lnTo>
                  <a:lnTo>
                    <a:pt x="24" y="28"/>
                  </a:lnTo>
                  <a:lnTo>
                    <a:pt x="26" y="28"/>
                  </a:lnTo>
                  <a:lnTo>
                    <a:pt x="26" y="28"/>
                  </a:lnTo>
                  <a:lnTo>
                    <a:pt x="24"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9" name="Freeform 233"/>
            <p:cNvSpPr>
              <a:spLocks noEditPoints="1"/>
            </p:cNvSpPr>
            <p:nvPr/>
          </p:nvSpPr>
          <p:spPr bwMode="auto">
            <a:xfrm>
              <a:off x="3447596" y="3630386"/>
              <a:ext cx="177800" cy="174625"/>
            </a:xfrm>
            <a:custGeom>
              <a:avLst/>
              <a:gdLst>
                <a:gd name="T0" fmla="*/ 56 w 112"/>
                <a:gd name="T1" fmla="*/ 0 h 110"/>
                <a:gd name="T2" fmla="*/ 34 w 112"/>
                <a:gd name="T3" fmla="*/ 4 h 110"/>
                <a:gd name="T4" fmla="*/ 16 w 112"/>
                <a:gd name="T5" fmla="*/ 16 h 110"/>
                <a:gd name="T6" fmla="*/ 4 w 112"/>
                <a:gd name="T7" fmla="*/ 34 h 110"/>
                <a:gd name="T8" fmla="*/ 0 w 112"/>
                <a:gd name="T9" fmla="*/ 54 h 110"/>
                <a:gd name="T10" fmla="*/ 2 w 112"/>
                <a:gd name="T11" fmla="*/ 66 h 110"/>
                <a:gd name="T12" fmla="*/ 10 w 112"/>
                <a:gd name="T13" fmla="*/ 86 h 110"/>
                <a:gd name="T14" fmla="*/ 26 w 112"/>
                <a:gd name="T15" fmla="*/ 100 h 110"/>
                <a:gd name="T16" fmla="*/ 44 w 112"/>
                <a:gd name="T17" fmla="*/ 110 h 110"/>
                <a:gd name="T18" fmla="*/ 56 w 112"/>
                <a:gd name="T19" fmla="*/ 110 h 110"/>
                <a:gd name="T20" fmla="*/ 78 w 112"/>
                <a:gd name="T21" fmla="*/ 106 h 110"/>
                <a:gd name="T22" fmla="*/ 96 w 112"/>
                <a:gd name="T23" fmla="*/ 94 h 110"/>
                <a:gd name="T24" fmla="*/ 108 w 112"/>
                <a:gd name="T25" fmla="*/ 76 h 110"/>
                <a:gd name="T26" fmla="*/ 112 w 112"/>
                <a:gd name="T27" fmla="*/ 54 h 110"/>
                <a:gd name="T28" fmla="*/ 110 w 112"/>
                <a:gd name="T29" fmla="*/ 44 h 110"/>
                <a:gd name="T30" fmla="*/ 102 w 112"/>
                <a:gd name="T31" fmla="*/ 24 h 110"/>
                <a:gd name="T32" fmla="*/ 88 w 112"/>
                <a:gd name="T33" fmla="*/ 10 h 110"/>
                <a:gd name="T34" fmla="*/ 68 w 112"/>
                <a:gd name="T35" fmla="*/ 0 h 110"/>
                <a:gd name="T36" fmla="*/ 56 w 112"/>
                <a:gd name="T37" fmla="*/ 0 h 110"/>
                <a:gd name="T38" fmla="*/ 56 w 112"/>
                <a:gd name="T39" fmla="*/ 98 h 110"/>
                <a:gd name="T40" fmla="*/ 40 w 112"/>
                <a:gd name="T41" fmla="*/ 94 h 110"/>
                <a:gd name="T42" fmla="*/ 26 w 112"/>
                <a:gd name="T43" fmla="*/ 86 h 110"/>
                <a:gd name="T44" fmla="*/ 16 w 112"/>
                <a:gd name="T45" fmla="*/ 72 h 110"/>
                <a:gd name="T46" fmla="*/ 14 w 112"/>
                <a:gd name="T47" fmla="*/ 54 h 110"/>
                <a:gd name="T48" fmla="*/ 14 w 112"/>
                <a:gd name="T49" fmla="*/ 46 h 110"/>
                <a:gd name="T50" fmla="*/ 20 w 112"/>
                <a:gd name="T51" fmla="*/ 32 h 110"/>
                <a:gd name="T52" fmla="*/ 32 w 112"/>
                <a:gd name="T53" fmla="*/ 20 h 110"/>
                <a:gd name="T54" fmla="*/ 48 w 112"/>
                <a:gd name="T55" fmla="*/ 14 h 110"/>
                <a:gd name="T56" fmla="*/ 56 w 112"/>
                <a:gd name="T57" fmla="*/ 12 h 110"/>
                <a:gd name="T58" fmla="*/ 72 w 112"/>
                <a:gd name="T59" fmla="*/ 16 h 110"/>
                <a:gd name="T60" fmla="*/ 86 w 112"/>
                <a:gd name="T61" fmla="*/ 24 h 110"/>
                <a:gd name="T62" fmla="*/ 96 w 112"/>
                <a:gd name="T63" fmla="*/ 38 h 110"/>
                <a:gd name="T64" fmla="*/ 98 w 112"/>
                <a:gd name="T65" fmla="*/ 54 h 110"/>
                <a:gd name="T66" fmla="*/ 98 w 112"/>
                <a:gd name="T67" fmla="*/ 64 h 110"/>
                <a:gd name="T68" fmla="*/ 92 w 112"/>
                <a:gd name="T69" fmla="*/ 78 h 110"/>
                <a:gd name="T70" fmla="*/ 80 w 112"/>
                <a:gd name="T71" fmla="*/ 90 h 110"/>
                <a:gd name="T72" fmla="*/ 64 w 112"/>
                <a:gd name="T73" fmla="*/ 96 h 110"/>
                <a:gd name="T74" fmla="*/ 56 w 112"/>
                <a:gd name="T75" fmla="*/ 9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0">
                  <a:moveTo>
                    <a:pt x="56" y="0"/>
                  </a:moveTo>
                  <a:lnTo>
                    <a:pt x="56" y="0"/>
                  </a:lnTo>
                  <a:lnTo>
                    <a:pt x="44" y="0"/>
                  </a:lnTo>
                  <a:lnTo>
                    <a:pt x="34" y="4"/>
                  </a:lnTo>
                  <a:lnTo>
                    <a:pt x="26" y="10"/>
                  </a:lnTo>
                  <a:lnTo>
                    <a:pt x="16" y="16"/>
                  </a:lnTo>
                  <a:lnTo>
                    <a:pt x="10" y="24"/>
                  </a:lnTo>
                  <a:lnTo>
                    <a:pt x="4" y="34"/>
                  </a:lnTo>
                  <a:lnTo>
                    <a:pt x="2" y="44"/>
                  </a:lnTo>
                  <a:lnTo>
                    <a:pt x="0" y="54"/>
                  </a:lnTo>
                  <a:lnTo>
                    <a:pt x="0" y="54"/>
                  </a:lnTo>
                  <a:lnTo>
                    <a:pt x="2" y="66"/>
                  </a:lnTo>
                  <a:lnTo>
                    <a:pt x="4" y="76"/>
                  </a:lnTo>
                  <a:lnTo>
                    <a:pt x="10" y="86"/>
                  </a:lnTo>
                  <a:lnTo>
                    <a:pt x="16" y="94"/>
                  </a:lnTo>
                  <a:lnTo>
                    <a:pt x="26" y="100"/>
                  </a:lnTo>
                  <a:lnTo>
                    <a:pt x="34" y="106"/>
                  </a:lnTo>
                  <a:lnTo>
                    <a:pt x="44" y="110"/>
                  </a:lnTo>
                  <a:lnTo>
                    <a:pt x="56" y="110"/>
                  </a:lnTo>
                  <a:lnTo>
                    <a:pt x="56" y="110"/>
                  </a:lnTo>
                  <a:lnTo>
                    <a:pt x="68" y="110"/>
                  </a:lnTo>
                  <a:lnTo>
                    <a:pt x="78" y="106"/>
                  </a:lnTo>
                  <a:lnTo>
                    <a:pt x="88" y="100"/>
                  </a:lnTo>
                  <a:lnTo>
                    <a:pt x="96" y="94"/>
                  </a:lnTo>
                  <a:lnTo>
                    <a:pt x="102" y="86"/>
                  </a:lnTo>
                  <a:lnTo>
                    <a:pt x="108" y="76"/>
                  </a:lnTo>
                  <a:lnTo>
                    <a:pt x="110" y="66"/>
                  </a:lnTo>
                  <a:lnTo>
                    <a:pt x="112" y="54"/>
                  </a:lnTo>
                  <a:lnTo>
                    <a:pt x="112" y="54"/>
                  </a:lnTo>
                  <a:lnTo>
                    <a:pt x="110" y="44"/>
                  </a:lnTo>
                  <a:lnTo>
                    <a:pt x="108" y="34"/>
                  </a:lnTo>
                  <a:lnTo>
                    <a:pt x="102" y="24"/>
                  </a:lnTo>
                  <a:lnTo>
                    <a:pt x="96" y="16"/>
                  </a:lnTo>
                  <a:lnTo>
                    <a:pt x="88" y="10"/>
                  </a:lnTo>
                  <a:lnTo>
                    <a:pt x="78" y="4"/>
                  </a:lnTo>
                  <a:lnTo>
                    <a:pt x="68" y="0"/>
                  </a:lnTo>
                  <a:lnTo>
                    <a:pt x="56" y="0"/>
                  </a:lnTo>
                  <a:lnTo>
                    <a:pt x="56" y="0"/>
                  </a:lnTo>
                  <a:close/>
                  <a:moveTo>
                    <a:pt x="56" y="98"/>
                  </a:moveTo>
                  <a:lnTo>
                    <a:pt x="56" y="98"/>
                  </a:lnTo>
                  <a:lnTo>
                    <a:pt x="48" y="96"/>
                  </a:lnTo>
                  <a:lnTo>
                    <a:pt x="40" y="94"/>
                  </a:lnTo>
                  <a:lnTo>
                    <a:pt x="32" y="90"/>
                  </a:lnTo>
                  <a:lnTo>
                    <a:pt x="26" y="86"/>
                  </a:lnTo>
                  <a:lnTo>
                    <a:pt x="20" y="78"/>
                  </a:lnTo>
                  <a:lnTo>
                    <a:pt x="16" y="72"/>
                  </a:lnTo>
                  <a:lnTo>
                    <a:pt x="14" y="64"/>
                  </a:lnTo>
                  <a:lnTo>
                    <a:pt x="14" y="54"/>
                  </a:lnTo>
                  <a:lnTo>
                    <a:pt x="14" y="54"/>
                  </a:lnTo>
                  <a:lnTo>
                    <a:pt x="14" y="46"/>
                  </a:lnTo>
                  <a:lnTo>
                    <a:pt x="16" y="38"/>
                  </a:lnTo>
                  <a:lnTo>
                    <a:pt x="20" y="32"/>
                  </a:lnTo>
                  <a:lnTo>
                    <a:pt x="26" y="24"/>
                  </a:lnTo>
                  <a:lnTo>
                    <a:pt x="32" y="20"/>
                  </a:lnTo>
                  <a:lnTo>
                    <a:pt x="40" y="16"/>
                  </a:lnTo>
                  <a:lnTo>
                    <a:pt x="48" y="14"/>
                  </a:lnTo>
                  <a:lnTo>
                    <a:pt x="56" y="12"/>
                  </a:lnTo>
                  <a:lnTo>
                    <a:pt x="56" y="12"/>
                  </a:lnTo>
                  <a:lnTo>
                    <a:pt x="64" y="14"/>
                  </a:lnTo>
                  <a:lnTo>
                    <a:pt x="72" y="16"/>
                  </a:lnTo>
                  <a:lnTo>
                    <a:pt x="80" y="20"/>
                  </a:lnTo>
                  <a:lnTo>
                    <a:pt x="86" y="24"/>
                  </a:lnTo>
                  <a:lnTo>
                    <a:pt x="92" y="32"/>
                  </a:lnTo>
                  <a:lnTo>
                    <a:pt x="96" y="38"/>
                  </a:lnTo>
                  <a:lnTo>
                    <a:pt x="98" y="46"/>
                  </a:lnTo>
                  <a:lnTo>
                    <a:pt x="98" y="54"/>
                  </a:lnTo>
                  <a:lnTo>
                    <a:pt x="98" y="54"/>
                  </a:lnTo>
                  <a:lnTo>
                    <a:pt x="98" y="64"/>
                  </a:lnTo>
                  <a:lnTo>
                    <a:pt x="96" y="72"/>
                  </a:lnTo>
                  <a:lnTo>
                    <a:pt x="92" y="78"/>
                  </a:lnTo>
                  <a:lnTo>
                    <a:pt x="86" y="86"/>
                  </a:lnTo>
                  <a:lnTo>
                    <a:pt x="80" y="90"/>
                  </a:lnTo>
                  <a:lnTo>
                    <a:pt x="72" y="94"/>
                  </a:lnTo>
                  <a:lnTo>
                    <a:pt x="64" y="96"/>
                  </a:lnTo>
                  <a:lnTo>
                    <a:pt x="56" y="98"/>
                  </a:lnTo>
                  <a:lnTo>
                    <a:pt x="56" y="9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0" name="Freeform 234"/>
            <p:cNvSpPr>
              <a:spLocks noEditPoints="1"/>
            </p:cNvSpPr>
            <p:nvPr/>
          </p:nvSpPr>
          <p:spPr bwMode="auto">
            <a:xfrm>
              <a:off x="3495221" y="3693886"/>
              <a:ext cx="44450" cy="47625"/>
            </a:xfrm>
            <a:custGeom>
              <a:avLst/>
              <a:gdLst>
                <a:gd name="T0" fmla="*/ 22 w 28"/>
                <a:gd name="T1" fmla="*/ 0 h 30"/>
                <a:gd name="T2" fmla="*/ 22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2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2 w 28"/>
                <a:gd name="T37" fmla="*/ 0 h 30"/>
                <a:gd name="T38" fmla="*/ 4 w 28"/>
                <a:gd name="T39" fmla="*/ 18 h 30"/>
                <a:gd name="T40" fmla="*/ 22 w 28"/>
                <a:gd name="T41" fmla="*/ 18 h 30"/>
                <a:gd name="T42" fmla="*/ 22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2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2" y="0"/>
                  </a:moveTo>
                  <a:lnTo>
                    <a:pt x="22" y="0"/>
                  </a:lnTo>
                  <a:lnTo>
                    <a:pt x="26" y="2"/>
                  </a:lnTo>
                  <a:lnTo>
                    <a:pt x="28" y="6"/>
                  </a:lnTo>
                  <a:lnTo>
                    <a:pt x="28" y="16"/>
                  </a:lnTo>
                  <a:lnTo>
                    <a:pt x="28" y="16"/>
                  </a:lnTo>
                  <a:lnTo>
                    <a:pt x="26" y="20"/>
                  </a:lnTo>
                  <a:lnTo>
                    <a:pt x="22" y="22"/>
                  </a:lnTo>
                  <a:lnTo>
                    <a:pt x="4" y="22"/>
                  </a:lnTo>
                  <a:lnTo>
                    <a:pt x="4" y="28"/>
                  </a:lnTo>
                  <a:lnTo>
                    <a:pt x="4" y="28"/>
                  </a:lnTo>
                  <a:lnTo>
                    <a:pt x="2" y="30"/>
                  </a:lnTo>
                  <a:lnTo>
                    <a:pt x="2" y="30"/>
                  </a:lnTo>
                  <a:lnTo>
                    <a:pt x="0" y="28"/>
                  </a:lnTo>
                  <a:lnTo>
                    <a:pt x="0" y="6"/>
                  </a:lnTo>
                  <a:lnTo>
                    <a:pt x="0" y="6"/>
                  </a:lnTo>
                  <a:lnTo>
                    <a:pt x="2" y="2"/>
                  </a:lnTo>
                  <a:lnTo>
                    <a:pt x="6" y="0"/>
                  </a:lnTo>
                  <a:lnTo>
                    <a:pt x="22" y="0"/>
                  </a:lnTo>
                  <a:close/>
                  <a:moveTo>
                    <a:pt x="4" y="18"/>
                  </a:moveTo>
                  <a:lnTo>
                    <a:pt x="22" y="18"/>
                  </a:lnTo>
                  <a:lnTo>
                    <a:pt x="22" y="18"/>
                  </a:lnTo>
                  <a:lnTo>
                    <a:pt x="22" y="18"/>
                  </a:lnTo>
                  <a:lnTo>
                    <a:pt x="24" y="16"/>
                  </a:lnTo>
                  <a:lnTo>
                    <a:pt x="24" y="6"/>
                  </a:lnTo>
                  <a:lnTo>
                    <a:pt x="24" y="6"/>
                  </a:lnTo>
                  <a:lnTo>
                    <a:pt x="22" y="4"/>
                  </a:lnTo>
                  <a:lnTo>
                    <a:pt x="22" y="4"/>
                  </a:lnTo>
                  <a:lnTo>
                    <a:pt x="6" y="4"/>
                  </a:lnTo>
                  <a:lnTo>
                    <a:pt x="6" y="4"/>
                  </a:lnTo>
                  <a:lnTo>
                    <a:pt x="4" y="4"/>
                  </a:lnTo>
                  <a:lnTo>
                    <a:pt x="4" y="6"/>
                  </a:lnTo>
                  <a:lnTo>
                    <a:pt x="4" y="1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1" name="Freeform 235"/>
            <p:cNvSpPr>
              <a:spLocks/>
            </p:cNvSpPr>
            <p:nvPr/>
          </p:nvSpPr>
          <p:spPr bwMode="auto">
            <a:xfrm>
              <a:off x="3546021" y="3693886"/>
              <a:ext cx="41275" cy="47625"/>
            </a:xfrm>
            <a:custGeom>
              <a:avLst/>
              <a:gdLst>
                <a:gd name="T0" fmla="*/ 24 w 26"/>
                <a:gd name="T1" fmla="*/ 0 h 30"/>
                <a:gd name="T2" fmla="*/ 24 w 26"/>
                <a:gd name="T3" fmla="*/ 0 h 30"/>
                <a:gd name="T4" fmla="*/ 26 w 26"/>
                <a:gd name="T5" fmla="*/ 0 h 30"/>
                <a:gd name="T6" fmla="*/ 26 w 26"/>
                <a:gd name="T7" fmla="*/ 2 h 30"/>
                <a:gd name="T8" fmla="*/ 26 w 26"/>
                <a:gd name="T9" fmla="*/ 2 h 30"/>
                <a:gd name="T10" fmla="*/ 26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6 w 26"/>
                <a:gd name="T35" fmla="*/ 28 h 30"/>
                <a:gd name="T36" fmla="*/ 26 w 26"/>
                <a:gd name="T37" fmla="*/ 28 h 30"/>
                <a:gd name="T38" fmla="*/ 26 w 26"/>
                <a:gd name="T39" fmla="*/ 28 h 30"/>
                <a:gd name="T40" fmla="*/ 26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6" y="0"/>
                  </a:lnTo>
                  <a:lnTo>
                    <a:pt x="26" y="2"/>
                  </a:lnTo>
                  <a:lnTo>
                    <a:pt x="26" y="2"/>
                  </a:lnTo>
                  <a:lnTo>
                    <a:pt x="26" y="4"/>
                  </a:lnTo>
                  <a:lnTo>
                    <a:pt x="24" y="4"/>
                  </a:lnTo>
                  <a:lnTo>
                    <a:pt x="6" y="4"/>
                  </a:lnTo>
                  <a:lnTo>
                    <a:pt x="6" y="4"/>
                  </a:lnTo>
                  <a:lnTo>
                    <a:pt x="4" y="4"/>
                  </a:lnTo>
                  <a:lnTo>
                    <a:pt x="4" y="6"/>
                  </a:lnTo>
                  <a:lnTo>
                    <a:pt x="4" y="24"/>
                  </a:lnTo>
                  <a:lnTo>
                    <a:pt x="4" y="24"/>
                  </a:lnTo>
                  <a:lnTo>
                    <a:pt x="4" y="26"/>
                  </a:lnTo>
                  <a:lnTo>
                    <a:pt x="6" y="26"/>
                  </a:lnTo>
                  <a:lnTo>
                    <a:pt x="24" y="26"/>
                  </a:lnTo>
                  <a:lnTo>
                    <a:pt x="24" y="26"/>
                  </a:lnTo>
                  <a:lnTo>
                    <a:pt x="26" y="28"/>
                  </a:lnTo>
                  <a:lnTo>
                    <a:pt x="26" y="28"/>
                  </a:lnTo>
                  <a:lnTo>
                    <a:pt x="26" y="28"/>
                  </a:lnTo>
                  <a:lnTo>
                    <a:pt x="26"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2" name="Freeform 382"/>
            <p:cNvSpPr>
              <a:spLocks/>
            </p:cNvSpPr>
            <p:nvPr/>
          </p:nvSpPr>
          <p:spPr bwMode="auto">
            <a:xfrm>
              <a:off x="2920546" y="3751036"/>
              <a:ext cx="193675" cy="212725"/>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3" name="Freeform 383"/>
            <p:cNvSpPr>
              <a:spLocks/>
            </p:cNvSpPr>
            <p:nvPr/>
          </p:nvSpPr>
          <p:spPr bwMode="auto">
            <a:xfrm>
              <a:off x="2920546" y="3751036"/>
              <a:ext cx="193675" cy="212725"/>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4" name="Freeform 384"/>
            <p:cNvSpPr>
              <a:spLocks/>
            </p:cNvSpPr>
            <p:nvPr/>
          </p:nvSpPr>
          <p:spPr bwMode="auto">
            <a:xfrm>
              <a:off x="2911021" y="3754211"/>
              <a:ext cx="193675" cy="212725"/>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5" name="Freeform 385"/>
            <p:cNvSpPr>
              <a:spLocks/>
            </p:cNvSpPr>
            <p:nvPr/>
          </p:nvSpPr>
          <p:spPr bwMode="auto">
            <a:xfrm>
              <a:off x="2911021" y="3754211"/>
              <a:ext cx="193675" cy="212725"/>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6" name="Freeform 386"/>
            <p:cNvSpPr>
              <a:spLocks/>
            </p:cNvSpPr>
            <p:nvPr/>
          </p:nvSpPr>
          <p:spPr bwMode="auto">
            <a:xfrm>
              <a:off x="2898321" y="3763736"/>
              <a:ext cx="180975" cy="200025"/>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7" name="Freeform 387"/>
            <p:cNvSpPr>
              <a:spLocks/>
            </p:cNvSpPr>
            <p:nvPr/>
          </p:nvSpPr>
          <p:spPr bwMode="auto">
            <a:xfrm>
              <a:off x="2898321" y="3763736"/>
              <a:ext cx="180975" cy="200025"/>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8" name="Freeform 388"/>
            <p:cNvSpPr>
              <a:spLocks/>
            </p:cNvSpPr>
            <p:nvPr/>
          </p:nvSpPr>
          <p:spPr bwMode="auto">
            <a:xfrm>
              <a:off x="2920546" y="3776436"/>
              <a:ext cx="146050" cy="168275"/>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close/>
                </a:path>
              </a:pathLst>
            </a:custGeom>
            <a:solidFill>
              <a:srgbClr val="BD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9" name="Freeform 389"/>
            <p:cNvSpPr>
              <a:spLocks/>
            </p:cNvSpPr>
            <p:nvPr/>
          </p:nvSpPr>
          <p:spPr bwMode="auto">
            <a:xfrm>
              <a:off x="2920546" y="3776436"/>
              <a:ext cx="146050" cy="168275"/>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0" name="Freeform 390"/>
            <p:cNvSpPr>
              <a:spLocks/>
            </p:cNvSpPr>
            <p:nvPr/>
          </p:nvSpPr>
          <p:spPr bwMode="auto">
            <a:xfrm>
              <a:off x="2952296" y="3820886"/>
              <a:ext cx="73025" cy="82550"/>
            </a:xfrm>
            <a:custGeom>
              <a:avLst/>
              <a:gdLst>
                <a:gd name="T0" fmla="*/ 0 w 46"/>
                <a:gd name="T1" fmla="*/ 32 h 52"/>
                <a:gd name="T2" fmla="*/ 0 w 46"/>
                <a:gd name="T3" fmla="*/ 32 h 52"/>
                <a:gd name="T4" fmla="*/ 4 w 46"/>
                <a:gd name="T5" fmla="*/ 42 h 52"/>
                <a:gd name="T6" fmla="*/ 10 w 46"/>
                <a:gd name="T7" fmla="*/ 48 h 52"/>
                <a:gd name="T8" fmla="*/ 18 w 46"/>
                <a:gd name="T9" fmla="*/ 52 h 52"/>
                <a:gd name="T10" fmla="*/ 28 w 46"/>
                <a:gd name="T11" fmla="*/ 52 h 52"/>
                <a:gd name="T12" fmla="*/ 28 w 46"/>
                <a:gd name="T13" fmla="*/ 52 h 52"/>
                <a:gd name="T14" fmla="*/ 38 w 46"/>
                <a:gd name="T15" fmla="*/ 48 h 52"/>
                <a:gd name="T16" fmla="*/ 44 w 46"/>
                <a:gd name="T17" fmla="*/ 42 h 52"/>
                <a:gd name="T18" fmla="*/ 46 w 46"/>
                <a:gd name="T19" fmla="*/ 32 h 52"/>
                <a:gd name="T20" fmla="*/ 46 w 46"/>
                <a:gd name="T21" fmla="*/ 22 h 52"/>
                <a:gd name="T22" fmla="*/ 46 w 46"/>
                <a:gd name="T23" fmla="*/ 22 h 52"/>
                <a:gd name="T24" fmla="*/ 42 w 46"/>
                <a:gd name="T25" fmla="*/ 12 h 52"/>
                <a:gd name="T26" fmla="*/ 36 w 46"/>
                <a:gd name="T27" fmla="*/ 6 h 52"/>
                <a:gd name="T28" fmla="*/ 28 w 46"/>
                <a:gd name="T29" fmla="*/ 2 h 52"/>
                <a:gd name="T30" fmla="*/ 18 w 46"/>
                <a:gd name="T31" fmla="*/ 0 h 52"/>
                <a:gd name="T32" fmla="*/ 18 w 46"/>
                <a:gd name="T33" fmla="*/ 0 h 52"/>
                <a:gd name="T34" fmla="*/ 10 w 46"/>
                <a:gd name="T35" fmla="*/ 4 h 52"/>
                <a:gd name="T36" fmla="*/ 2 w 46"/>
                <a:gd name="T37" fmla="*/ 12 h 52"/>
                <a:gd name="T38" fmla="*/ 0 w 46"/>
                <a:gd name="T39" fmla="*/ 22 h 52"/>
                <a:gd name="T40" fmla="*/ 0 w 46"/>
                <a:gd name="T41" fmla="*/ 32 h 52"/>
                <a:gd name="T42" fmla="*/ 0 w 46"/>
                <a:gd name="T4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52">
                  <a:moveTo>
                    <a:pt x="0" y="32"/>
                  </a:moveTo>
                  <a:lnTo>
                    <a:pt x="0" y="32"/>
                  </a:lnTo>
                  <a:lnTo>
                    <a:pt x="4" y="42"/>
                  </a:lnTo>
                  <a:lnTo>
                    <a:pt x="10" y="48"/>
                  </a:lnTo>
                  <a:lnTo>
                    <a:pt x="18" y="52"/>
                  </a:lnTo>
                  <a:lnTo>
                    <a:pt x="28" y="52"/>
                  </a:lnTo>
                  <a:lnTo>
                    <a:pt x="28" y="52"/>
                  </a:lnTo>
                  <a:lnTo>
                    <a:pt x="38" y="48"/>
                  </a:lnTo>
                  <a:lnTo>
                    <a:pt x="44" y="42"/>
                  </a:lnTo>
                  <a:lnTo>
                    <a:pt x="46" y="32"/>
                  </a:lnTo>
                  <a:lnTo>
                    <a:pt x="46" y="22"/>
                  </a:lnTo>
                  <a:lnTo>
                    <a:pt x="46" y="22"/>
                  </a:lnTo>
                  <a:lnTo>
                    <a:pt x="42" y="12"/>
                  </a:lnTo>
                  <a:lnTo>
                    <a:pt x="36" y="6"/>
                  </a:lnTo>
                  <a:lnTo>
                    <a:pt x="28" y="2"/>
                  </a:lnTo>
                  <a:lnTo>
                    <a:pt x="18" y="0"/>
                  </a:lnTo>
                  <a:lnTo>
                    <a:pt x="18" y="0"/>
                  </a:lnTo>
                  <a:lnTo>
                    <a:pt x="10" y="4"/>
                  </a:lnTo>
                  <a:lnTo>
                    <a:pt x="2" y="12"/>
                  </a:lnTo>
                  <a:lnTo>
                    <a:pt x="0" y="22"/>
                  </a:lnTo>
                  <a:lnTo>
                    <a:pt x="0" y="32"/>
                  </a:lnTo>
                  <a:lnTo>
                    <a:pt x="0" y="32"/>
                  </a:lnTo>
                  <a:close/>
                </a:path>
              </a:pathLst>
            </a:custGeom>
            <a:solidFill>
              <a:srgbClr val="93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1" name="Freeform 391"/>
            <p:cNvSpPr>
              <a:spLocks/>
            </p:cNvSpPr>
            <p:nvPr/>
          </p:nvSpPr>
          <p:spPr bwMode="auto">
            <a:xfrm>
              <a:off x="2787196" y="3852636"/>
              <a:ext cx="38100" cy="53975"/>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2" name="Freeform 392"/>
            <p:cNvSpPr>
              <a:spLocks/>
            </p:cNvSpPr>
            <p:nvPr/>
          </p:nvSpPr>
          <p:spPr bwMode="auto">
            <a:xfrm>
              <a:off x="2787196" y="3852636"/>
              <a:ext cx="38100" cy="53975"/>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3" name="Freeform 393"/>
            <p:cNvSpPr>
              <a:spLocks/>
            </p:cNvSpPr>
            <p:nvPr/>
          </p:nvSpPr>
          <p:spPr bwMode="auto">
            <a:xfrm>
              <a:off x="2825296" y="3751036"/>
              <a:ext cx="193675" cy="212725"/>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4" name="Freeform 394"/>
            <p:cNvSpPr>
              <a:spLocks/>
            </p:cNvSpPr>
            <p:nvPr/>
          </p:nvSpPr>
          <p:spPr bwMode="auto">
            <a:xfrm>
              <a:off x="2825296" y="3751036"/>
              <a:ext cx="193675" cy="212725"/>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5" name="Freeform 395"/>
            <p:cNvSpPr>
              <a:spLocks/>
            </p:cNvSpPr>
            <p:nvPr/>
          </p:nvSpPr>
          <p:spPr bwMode="auto">
            <a:xfrm>
              <a:off x="2726871" y="3865336"/>
              <a:ext cx="41275" cy="53975"/>
            </a:xfrm>
            <a:custGeom>
              <a:avLst/>
              <a:gdLst>
                <a:gd name="T0" fmla="*/ 6 w 26"/>
                <a:gd name="T1" fmla="*/ 34 h 34"/>
                <a:gd name="T2" fmla="*/ 26 w 26"/>
                <a:gd name="T3" fmla="*/ 30 h 34"/>
                <a:gd name="T4" fmla="*/ 20 w 26"/>
                <a:gd name="T5" fmla="*/ 0 h 34"/>
                <a:gd name="T6" fmla="*/ 0 w 26"/>
                <a:gd name="T7" fmla="*/ 4 h 34"/>
                <a:gd name="T8" fmla="*/ 6 w 26"/>
                <a:gd name="T9" fmla="*/ 34 h 34"/>
              </a:gdLst>
              <a:ahLst/>
              <a:cxnLst>
                <a:cxn ang="0">
                  <a:pos x="T0" y="T1"/>
                </a:cxn>
                <a:cxn ang="0">
                  <a:pos x="T2" y="T3"/>
                </a:cxn>
                <a:cxn ang="0">
                  <a:pos x="T4" y="T5"/>
                </a:cxn>
                <a:cxn ang="0">
                  <a:pos x="T6" y="T7"/>
                </a:cxn>
                <a:cxn ang="0">
                  <a:pos x="T8" y="T9"/>
                </a:cxn>
              </a:cxnLst>
              <a:rect l="0" t="0" r="r" b="b"/>
              <a:pathLst>
                <a:path w="26" h="34">
                  <a:moveTo>
                    <a:pt x="6" y="34"/>
                  </a:moveTo>
                  <a:lnTo>
                    <a:pt x="26" y="30"/>
                  </a:lnTo>
                  <a:lnTo>
                    <a:pt x="20" y="0"/>
                  </a:lnTo>
                  <a:lnTo>
                    <a:pt x="0" y="4"/>
                  </a:lnTo>
                  <a:lnTo>
                    <a:pt x="6" y="3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6" name="Freeform 396"/>
            <p:cNvSpPr>
              <a:spLocks/>
            </p:cNvSpPr>
            <p:nvPr/>
          </p:nvSpPr>
          <p:spPr bwMode="auto">
            <a:xfrm>
              <a:off x="2745921" y="3846286"/>
              <a:ext cx="50800" cy="82550"/>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7" name="Freeform 397"/>
            <p:cNvSpPr>
              <a:spLocks/>
            </p:cNvSpPr>
            <p:nvPr/>
          </p:nvSpPr>
          <p:spPr bwMode="auto">
            <a:xfrm>
              <a:off x="2745921" y="3846286"/>
              <a:ext cx="50800" cy="82550"/>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8" name="Freeform 400"/>
            <p:cNvSpPr>
              <a:spLocks/>
            </p:cNvSpPr>
            <p:nvPr/>
          </p:nvSpPr>
          <p:spPr bwMode="auto">
            <a:xfrm>
              <a:off x="2799896" y="3754211"/>
              <a:ext cx="193675" cy="212725"/>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close/>
                </a:path>
              </a:pathLst>
            </a:custGeom>
            <a:solidFill>
              <a:srgbClr val="A8A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9" name="Freeform 401"/>
            <p:cNvSpPr>
              <a:spLocks/>
            </p:cNvSpPr>
            <p:nvPr/>
          </p:nvSpPr>
          <p:spPr bwMode="auto">
            <a:xfrm>
              <a:off x="2799896" y="3754211"/>
              <a:ext cx="193675" cy="212725"/>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0" name="Freeform 402"/>
            <p:cNvSpPr>
              <a:spLocks/>
            </p:cNvSpPr>
            <p:nvPr/>
          </p:nvSpPr>
          <p:spPr bwMode="auto">
            <a:xfrm>
              <a:off x="2806246" y="3763736"/>
              <a:ext cx="177800" cy="196850"/>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1" name="Freeform 403"/>
            <p:cNvSpPr>
              <a:spLocks/>
            </p:cNvSpPr>
            <p:nvPr/>
          </p:nvSpPr>
          <p:spPr bwMode="auto">
            <a:xfrm>
              <a:off x="2806246" y="3763736"/>
              <a:ext cx="177800" cy="196850"/>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2" name="Freeform 404"/>
            <p:cNvSpPr>
              <a:spLocks/>
            </p:cNvSpPr>
            <p:nvPr/>
          </p:nvSpPr>
          <p:spPr bwMode="auto">
            <a:xfrm>
              <a:off x="2812596" y="3766911"/>
              <a:ext cx="168275" cy="187325"/>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3" name="Freeform 405"/>
            <p:cNvSpPr>
              <a:spLocks/>
            </p:cNvSpPr>
            <p:nvPr/>
          </p:nvSpPr>
          <p:spPr bwMode="auto">
            <a:xfrm>
              <a:off x="2812596" y="3766911"/>
              <a:ext cx="168275" cy="187325"/>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4" name="Freeform 407"/>
            <p:cNvSpPr>
              <a:spLocks/>
            </p:cNvSpPr>
            <p:nvPr/>
          </p:nvSpPr>
          <p:spPr bwMode="auto">
            <a:xfrm>
              <a:off x="2822121" y="3779611"/>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close/>
                </a:path>
              </a:pathLst>
            </a:custGeom>
            <a:solidFill>
              <a:srgbClr val="F794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5" name="Freeform 408"/>
            <p:cNvSpPr>
              <a:spLocks/>
            </p:cNvSpPr>
            <p:nvPr/>
          </p:nvSpPr>
          <p:spPr bwMode="auto">
            <a:xfrm>
              <a:off x="2822121" y="3779611"/>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6" name="Freeform 409"/>
            <p:cNvSpPr>
              <a:spLocks/>
            </p:cNvSpPr>
            <p:nvPr/>
          </p:nvSpPr>
          <p:spPr bwMode="auto">
            <a:xfrm>
              <a:off x="2866571" y="3827236"/>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7" name="Freeform 410"/>
            <p:cNvSpPr>
              <a:spLocks/>
            </p:cNvSpPr>
            <p:nvPr/>
          </p:nvSpPr>
          <p:spPr bwMode="auto">
            <a:xfrm>
              <a:off x="2866571" y="3827236"/>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8" name="Freeform 411"/>
            <p:cNvSpPr>
              <a:spLocks/>
            </p:cNvSpPr>
            <p:nvPr/>
          </p:nvSpPr>
          <p:spPr bwMode="auto">
            <a:xfrm>
              <a:off x="2809421" y="3903436"/>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close/>
                </a:path>
              </a:pathLst>
            </a:custGeom>
            <a:solidFill>
              <a:srgbClr val="D4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9" name="Freeform 412"/>
            <p:cNvSpPr>
              <a:spLocks/>
            </p:cNvSpPr>
            <p:nvPr/>
          </p:nvSpPr>
          <p:spPr bwMode="auto">
            <a:xfrm>
              <a:off x="2809421" y="3903436"/>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0" name="Freeform 413"/>
            <p:cNvSpPr>
              <a:spLocks/>
            </p:cNvSpPr>
            <p:nvPr/>
          </p:nvSpPr>
          <p:spPr bwMode="auto">
            <a:xfrm>
              <a:off x="2850696" y="3954236"/>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close/>
                </a:path>
              </a:pathLst>
            </a:custGeom>
            <a:solidFill>
              <a:srgbClr val="CC8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1" name="Freeform 414"/>
            <p:cNvSpPr>
              <a:spLocks/>
            </p:cNvSpPr>
            <p:nvPr/>
          </p:nvSpPr>
          <p:spPr bwMode="auto">
            <a:xfrm>
              <a:off x="2850696" y="3954236"/>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2" name="Freeform 415"/>
            <p:cNvSpPr>
              <a:spLocks/>
            </p:cNvSpPr>
            <p:nvPr/>
          </p:nvSpPr>
          <p:spPr bwMode="auto">
            <a:xfrm>
              <a:off x="2799896" y="3858986"/>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3" name="Freeform 416"/>
            <p:cNvSpPr>
              <a:spLocks/>
            </p:cNvSpPr>
            <p:nvPr/>
          </p:nvSpPr>
          <p:spPr bwMode="auto">
            <a:xfrm>
              <a:off x="2799896" y="3858986"/>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4" name="Freeform 417"/>
            <p:cNvSpPr>
              <a:spLocks/>
            </p:cNvSpPr>
            <p:nvPr/>
          </p:nvSpPr>
          <p:spPr bwMode="auto">
            <a:xfrm>
              <a:off x="2930071" y="3912961"/>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5" name="Freeform 418"/>
            <p:cNvSpPr>
              <a:spLocks/>
            </p:cNvSpPr>
            <p:nvPr/>
          </p:nvSpPr>
          <p:spPr bwMode="auto">
            <a:xfrm>
              <a:off x="2930071" y="3912961"/>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6" name="Freeform 419"/>
            <p:cNvSpPr>
              <a:spLocks/>
            </p:cNvSpPr>
            <p:nvPr/>
          </p:nvSpPr>
          <p:spPr bwMode="auto">
            <a:xfrm>
              <a:off x="2799896" y="3760561"/>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close/>
                </a:path>
              </a:pathLst>
            </a:custGeom>
            <a:solidFill>
              <a:srgbClr val="939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7" name="Freeform 420"/>
            <p:cNvSpPr>
              <a:spLocks/>
            </p:cNvSpPr>
            <p:nvPr/>
          </p:nvSpPr>
          <p:spPr bwMode="auto">
            <a:xfrm>
              <a:off x="2799896" y="3760561"/>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8" name="Freeform 421"/>
            <p:cNvSpPr>
              <a:spLocks/>
            </p:cNvSpPr>
            <p:nvPr/>
          </p:nvSpPr>
          <p:spPr bwMode="auto">
            <a:xfrm>
              <a:off x="2806246" y="3770086"/>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9" name="Freeform 422"/>
            <p:cNvSpPr>
              <a:spLocks/>
            </p:cNvSpPr>
            <p:nvPr/>
          </p:nvSpPr>
          <p:spPr bwMode="auto">
            <a:xfrm>
              <a:off x="2806246" y="3770086"/>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0" name="Freeform 423"/>
            <p:cNvSpPr>
              <a:spLocks/>
            </p:cNvSpPr>
            <p:nvPr/>
          </p:nvSpPr>
          <p:spPr bwMode="auto">
            <a:xfrm>
              <a:off x="2812596" y="3776436"/>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1" name="Freeform 424"/>
            <p:cNvSpPr>
              <a:spLocks/>
            </p:cNvSpPr>
            <p:nvPr/>
          </p:nvSpPr>
          <p:spPr bwMode="auto">
            <a:xfrm>
              <a:off x="2812596" y="3776436"/>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2" name="Freeform 425"/>
            <p:cNvSpPr>
              <a:spLocks/>
            </p:cNvSpPr>
            <p:nvPr/>
          </p:nvSpPr>
          <p:spPr bwMode="auto">
            <a:xfrm>
              <a:off x="2822121" y="3792311"/>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close/>
                </a:path>
              </a:pathLst>
            </a:custGeom>
            <a:solidFill>
              <a:srgbClr val="D38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3" name="Freeform 426"/>
            <p:cNvSpPr>
              <a:spLocks/>
            </p:cNvSpPr>
            <p:nvPr/>
          </p:nvSpPr>
          <p:spPr bwMode="auto">
            <a:xfrm>
              <a:off x="2822121" y="3792311"/>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4" name="Freeform 427"/>
            <p:cNvSpPr>
              <a:spLocks/>
            </p:cNvSpPr>
            <p:nvPr/>
          </p:nvSpPr>
          <p:spPr bwMode="auto">
            <a:xfrm>
              <a:off x="2866571" y="3862161"/>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5" name="Freeform 428"/>
            <p:cNvSpPr>
              <a:spLocks/>
            </p:cNvSpPr>
            <p:nvPr/>
          </p:nvSpPr>
          <p:spPr bwMode="auto">
            <a:xfrm>
              <a:off x="2866571" y="3862161"/>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nvGrpSpPr>
            <p:cNvPr id="3" name="Group 2"/>
            <p:cNvGrpSpPr/>
            <p:nvPr/>
          </p:nvGrpSpPr>
          <p:grpSpPr>
            <a:xfrm>
              <a:off x="2701175" y="3947886"/>
              <a:ext cx="1772241" cy="1711325"/>
              <a:chOff x="3044825" y="3765550"/>
              <a:chExt cx="6988175" cy="1711325"/>
            </a:xfrm>
          </p:grpSpPr>
          <p:sp>
            <p:nvSpPr>
              <p:cNvPr id="158" name="Freeform 236"/>
              <p:cNvSpPr>
                <a:spLocks/>
              </p:cNvSpPr>
              <p:nvPr/>
            </p:nvSpPr>
            <p:spPr bwMode="auto">
              <a:xfrm>
                <a:off x="3044825" y="3765550"/>
                <a:ext cx="6988175" cy="117475"/>
              </a:xfrm>
              <a:custGeom>
                <a:avLst/>
                <a:gdLst>
                  <a:gd name="T0" fmla="*/ 4368 w 4402"/>
                  <a:gd name="T1" fmla="*/ 74 h 74"/>
                  <a:gd name="T2" fmla="*/ 32 w 4402"/>
                  <a:gd name="T3" fmla="*/ 74 h 74"/>
                  <a:gd name="T4" fmla="*/ 0 w 4402"/>
                  <a:gd name="T5" fmla="*/ 0 h 74"/>
                  <a:gd name="T6" fmla="*/ 4402 w 4402"/>
                  <a:gd name="T7" fmla="*/ 0 h 74"/>
                  <a:gd name="T8" fmla="*/ 4368 w 4402"/>
                  <a:gd name="T9" fmla="*/ 74 h 74"/>
                </a:gdLst>
                <a:ahLst/>
                <a:cxnLst>
                  <a:cxn ang="0">
                    <a:pos x="T0" y="T1"/>
                  </a:cxn>
                  <a:cxn ang="0">
                    <a:pos x="T2" y="T3"/>
                  </a:cxn>
                  <a:cxn ang="0">
                    <a:pos x="T4" y="T5"/>
                  </a:cxn>
                  <a:cxn ang="0">
                    <a:pos x="T6" y="T7"/>
                  </a:cxn>
                  <a:cxn ang="0">
                    <a:pos x="T8" y="T9"/>
                  </a:cxn>
                </a:cxnLst>
                <a:rect l="0" t="0" r="r" b="b"/>
                <a:pathLst>
                  <a:path w="4402" h="74">
                    <a:moveTo>
                      <a:pt x="4368" y="74"/>
                    </a:moveTo>
                    <a:lnTo>
                      <a:pt x="32" y="74"/>
                    </a:lnTo>
                    <a:lnTo>
                      <a:pt x="0" y="0"/>
                    </a:lnTo>
                    <a:lnTo>
                      <a:pt x="4402" y="0"/>
                    </a:lnTo>
                    <a:lnTo>
                      <a:pt x="4368" y="74"/>
                    </a:lnTo>
                    <a:close/>
                  </a:path>
                </a:pathLst>
              </a:custGeom>
              <a:solidFill>
                <a:srgbClr val="755B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9" name="Freeform 238"/>
              <p:cNvSpPr>
                <a:spLocks/>
              </p:cNvSpPr>
              <p:nvPr/>
            </p:nvSpPr>
            <p:spPr bwMode="auto">
              <a:xfrm>
                <a:off x="3044825" y="3765550"/>
                <a:ext cx="6988175" cy="44450"/>
              </a:xfrm>
              <a:custGeom>
                <a:avLst/>
                <a:gdLst>
                  <a:gd name="T0" fmla="*/ 4402 w 4402"/>
                  <a:gd name="T1" fmla="*/ 0 h 28"/>
                  <a:gd name="T2" fmla="*/ 0 w 4402"/>
                  <a:gd name="T3" fmla="*/ 0 h 28"/>
                  <a:gd name="T4" fmla="*/ 12 w 4402"/>
                  <a:gd name="T5" fmla="*/ 28 h 28"/>
                  <a:gd name="T6" fmla="*/ 4390 w 4402"/>
                  <a:gd name="T7" fmla="*/ 28 h 28"/>
                  <a:gd name="T8" fmla="*/ 4402 w 4402"/>
                  <a:gd name="T9" fmla="*/ 0 h 28"/>
                </a:gdLst>
                <a:ahLst/>
                <a:cxnLst>
                  <a:cxn ang="0">
                    <a:pos x="T0" y="T1"/>
                  </a:cxn>
                  <a:cxn ang="0">
                    <a:pos x="T2" y="T3"/>
                  </a:cxn>
                  <a:cxn ang="0">
                    <a:pos x="T4" y="T5"/>
                  </a:cxn>
                  <a:cxn ang="0">
                    <a:pos x="T6" y="T7"/>
                  </a:cxn>
                  <a:cxn ang="0">
                    <a:pos x="T8" y="T9"/>
                  </a:cxn>
                </a:cxnLst>
                <a:rect l="0" t="0" r="r" b="b"/>
                <a:pathLst>
                  <a:path w="4402" h="28">
                    <a:moveTo>
                      <a:pt x="4402" y="0"/>
                    </a:moveTo>
                    <a:lnTo>
                      <a:pt x="0" y="0"/>
                    </a:lnTo>
                    <a:lnTo>
                      <a:pt x="12" y="28"/>
                    </a:lnTo>
                    <a:lnTo>
                      <a:pt x="4390" y="28"/>
                    </a:lnTo>
                    <a:lnTo>
                      <a:pt x="4402" y="0"/>
                    </a:lnTo>
                    <a:close/>
                  </a:path>
                </a:pathLst>
              </a:custGeom>
              <a:solidFill>
                <a:srgbClr val="EEA2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0" name="Rectangle 240"/>
              <p:cNvSpPr>
                <a:spLocks noChangeArrowheads="1"/>
              </p:cNvSpPr>
              <p:nvPr/>
            </p:nvSpPr>
            <p:spPr bwMode="auto">
              <a:xfrm>
                <a:off x="9277130" y="3883025"/>
                <a:ext cx="244801" cy="1593850"/>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1" name="Rectangle 241"/>
              <p:cNvSpPr>
                <a:spLocks noChangeArrowheads="1"/>
              </p:cNvSpPr>
              <p:nvPr/>
            </p:nvSpPr>
            <p:spPr bwMode="auto">
              <a:xfrm>
                <a:off x="3533552" y="3883025"/>
                <a:ext cx="244801" cy="1593850"/>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sp>
          <p:nvSpPr>
            <p:cNvPr id="189" name="Freeform 188"/>
            <p:cNvSpPr>
              <a:spLocks/>
            </p:cNvSpPr>
            <p:nvPr/>
          </p:nvSpPr>
          <p:spPr bwMode="auto">
            <a:xfrm>
              <a:off x="3528358" y="2677622"/>
              <a:ext cx="43779" cy="65670"/>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1" name="Freeform 190"/>
            <p:cNvSpPr>
              <a:spLocks/>
            </p:cNvSpPr>
            <p:nvPr/>
          </p:nvSpPr>
          <p:spPr bwMode="auto">
            <a:xfrm>
              <a:off x="3357156" y="2529139"/>
              <a:ext cx="101231" cy="47084"/>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2" name="Freeform 191"/>
            <p:cNvSpPr>
              <a:spLocks/>
            </p:cNvSpPr>
            <p:nvPr/>
          </p:nvSpPr>
          <p:spPr bwMode="auto">
            <a:xfrm>
              <a:off x="3373635" y="2590643"/>
              <a:ext cx="108293" cy="94168"/>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3" name="Oval 192"/>
            <p:cNvSpPr>
              <a:spLocks noChangeArrowheads="1"/>
            </p:cNvSpPr>
            <p:nvPr/>
          </p:nvSpPr>
          <p:spPr bwMode="auto">
            <a:xfrm>
              <a:off x="3401885" y="2602413"/>
              <a:ext cx="68272" cy="65918"/>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4" name="Oval 193"/>
            <p:cNvSpPr>
              <a:spLocks noChangeArrowheads="1"/>
            </p:cNvSpPr>
            <p:nvPr/>
          </p:nvSpPr>
          <p:spPr bwMode="auto">
            <a:xfrm>
              <a:off x="3413657" y="2618893"/>
              <a:ext cx="16480" cy="1648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5" name="Freeform 194"/>
            <p:cNvSpPr>
              <a:spLocks/>
            </p:cNvSpPr>
            <p:nvPr/>
          </p:nvSpPr>
          <p:spPr bwMode="auto">
            <a:xfrm>
              <a:off x="3632596" y="2529139"/>
              <a:ext cx="98876" cy="47084"/>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6" name="Freeform 195"/>
            <p:cNvSpPr>
              <a:spLocks/>
            </p:cNvSpPr>
            <p:nvPr/>
          </p:nvSpPr>
          <p:spPr bwMode="auto">
            <a:xfrm>
              <a:off x="3604346" y="2590643"/>
              <a:ext cx="110648" cy="94168"/>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7" name="Oval 196"/>
            <p:cNvSpPr>
              <a:spLocks noChangeArrowheads="1"/>
            </p:cNvSpPr>
            <p:nvPr/>
          </p:nvSpPr>
          <p:spPr bwMode="auto">
            <a:xfrm>
              <a:off x="3620826" y="2602413"/>
              <a:ext cx="65918" cy="65918"/>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8" name="Oval 197"/>
            <p:cNvSpPr>
              <a:spLocks noChangeArrowheads="1"/>
            </p:cNvSpPr>
            <p:nvPr/>
          </p:nvSpPr>
          <p:spPr bwMode="auto">
            <a:xfrm>
              <a:off x="3660847" y="2618893"/>
              <a:ext cx="16480" cy="1648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grpSp>
          <p:nvGrpSpPr>
            <p:cNvPr id="227" name="Group 226"/>
            <p:cNvGrpSpPr/>
            <p:nvPr/>
          </p:nvGrpSpPr>
          <p:grpSpPr>
            <a:xfrm>
              <a:off x="3467322" y="2770510"/>
              <a:ext cx="171945" cy="135505"/>
              <a:chOff x="3298711" y="2633973"/>
              <a:chExt cx="469203" cy="345002"/>
            </a:xfrm>
          </p:grpSpPr>
          <p:sp>
            <p:nvSpPr>
              <p:cNvPr id="225" name="Freeform 32"/>
              <p:cNvSpPr>
                <a:spLocks/>
              </p:cNvSpPr>
              <p:nvPr/>
            </p:nvSpPr>
            <p:spPr bwMode="auto">
              <a:xfrm>
                <a:off x="3376911" y="2850174"/>
                <a:ext cx="308202" cy="128801"/>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close/>
                  </a:path>
                </a:pathLst>
              </a:custGeom>
              <a:solidFill>
                <a:srgbClr val="DA9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26" name="Freeform 34"/>
              <p:cNvSpPr>
                <a:spLocks/>
              </p:cNvSpPr>
              <p:nvPr/>
            </p:nvSpPr>
            <p:spPr bwMode="auto">
              <a:xfrm>
                <a:off x="3298711" y="2633973"/>
                <a:ext cx="469203" cy="305902"/>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close/>
                  </a:path>
                </a:pathLst>
              </a:custGeom>
              <a:solidFill>
                <a:srgbClr val="763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grpSp>
      <p:sp>
        <p:nvSpPr>
          <p:cNvPr id="307" name="TextBox 306"/>
          <p:cNvSpPr txBox="1"/>
          <p:nvPr/>
        </p:nvSpPr>
        <p:spPr>
          <a:xfrm>
            <a:off x="4636191" y="3277336"/>
            <a:ext cx="6829616" cy="1815882"/>
          </a:xfrm>
          <a:prstGeom prst="rect">
            <a:avLst/>
          </a:prstGeom>
          <a:noFill/>
        </p:spPr>
        <p:txBody>
          <a:bodyPr wrap="square" rtlCol="0">
            <a:spAutoFit/>
          </a:bodyPr>
          <a:lstStyle/>
          <a:p>
            <a:pPr algn="r" rtl="1" fontAlgn="auto">
              <a:spcBef>
                <a:spcPts val="0"/>
              </a:spcBef>
              <a:spcAft>
                <a:spcPts val="0"/>
              </a:spcAft>
            </a:pPr>
            <a:r>
              <a:rPr lang="ar-SA" sz="2800" b="1" dirty="0"/>
              <a:t>أشارت دراسة بايندر (2013) أن للألعاب التعليمية تأثيراً على تحصيل الطلبة في مادة العلوم، وقد كان لها تأثيراً إيجابياً بشكل كبير في فهم المفاهيم العلمية الأساسية وارتفاع تحصيلهم</a:t>
            </a:r>
            <a:endParaRPr lang="en-US" sz="2800" b="1" dirty="0">
              <a:solidFill>
                <a:srgbClr val="2980B9"/>
              </a:solidFill>
              <a:latin typeface="Montserrat Light"/>
            </a:endParaRPr>
          </a:p>
        </p:txBody>
      </p:sp>
      <p:sp>
        <p:nvSpPr>
          <p:cNvPr id="17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2843617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28"/>
                                        </p:tgtEl>
                                        <p:attrNameLst>
                                          <p:attrName>style.visibility</p:attrName>
                                        </p:attrNameLst>
                                      </p:cBhvr>
                                      <p:to>
                                        <p:strVal val="visible"/>
                                      </p:to>
                                    </p:set>
                                    <p:anim calcmode="lin" valueType="num">
                                      <p:cBhvr>
                                        <p:cTn id="7" dur="500" fill="hold"/>
                                        <p:tgtEl>
                                          <p:spTgt spid="228"/>
                                        </p:tgtEl>
                                        <p:attrNameLst>
                                          <p:attrName>ppt_w</p:attrName>
                                        </p:attrNameLst>
                                      </p:cBhvr>
                                      <p:tavLst>
                                        <p:tav tm="0">
                                          <p:val>
                                            <p:fltVal val="0"/>
                                          </p:val>
                                        </p:tav>
                                        <p:tav tm="100000">
                                          <p:val>
                                            <p:strVal val="#ppt_w"/>
                                          </p:val>
                                        </p:tav>
                                      </p:tavLst>
                                    </p:anim>
                                    <p:anim calcmode="lin" valueType="num">
                                      <p:cBhvr>
                                        <p:cTn id="8" dur="500" fill="hold"/>
                                        <p:tgtEl>
                                          <p:spTgt spid="228"/>
                                        </p:tgtEl>
                                        <p:attrNameLst>
                                          <p:attrName>ppt_h</p:attrName>
                                        </p:attrNameLst>
                                      </p:cBhvr>
                                      <p:tavLst>
                                        <p:tav tm="0">
                                          <p:val>
                                            <p:fltVal val="0"/>
                                          </p:val>
                                        </p:tav>
                                        <p:tav tm="100000">
                                          <p:val>
                                            <p:strVal val="#ppt_h"/>
                                          </p:val>
                                        </p:tav>
                                      </p:tavLst>
                                    </p:anim>
                                    <p:animEffect transition="in" filter="fade">
                                      <p:cBhvr>
                                        <p:cTn id="9" dur="500"/>
                                        <p:tgtEl>
                                          <p:spTgt spid="228"/>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307"/>
                                        </p:tgtEl>
                                        <p:attrNameLst>
                                          <p:attrName>style.visibility</p:attrName>
                                        </p:attrNameLst>
                                      </p:cBhvr>
                                      <p:to>
                                        <p:strVal val="visible"/>
                                      </p:to>
                                    </p:set>
                                    <p:animEffect transition="in" filter="fade">
                                      <p:cBhvr>
                                        <p:cTn id="12" dur="500"/>
                                        <p:tgtEl>
                                          <p:spTgt spid="3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 grpId="0"/>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8" name="Group 227"/>
          <p:cNvGrpSpPr/>
          <p:nvPr/>
        </p:nvGrpSpPr>
        <p:grpSpPr>
          <a:xfrm>
            <a:off x="1881118" y="1679121"/>
            <a:ext cx="2089231" cy="4289355"/>
            <a:chOff x="2701175" y="2061936"/>
            <a:chExt cx="1772241" cy="3638550"/>
          </a:xfrm>
        </p:grpSpPr>
        <p:sp>
          <p:nvSpPr>
            <p:cNvPr id="7" name="Freeform 130"/>
            <p:cNvSpPr>
              <a:spLocks/>
            </p:cNvSpPr>
            <p:nvPr/>
          </p:nvSpPr>
          <p:spPr bwMode="auto">
            <a:xfrm>
              <a:off x="3095171" y="5316311"/>
              <a:ext cx="431800" cy="203200"/>
            </a:xfrm>
            <a:custGeom>
              <a:avLst/>
              <a:gdLst>
                <a:gd name="T0" fmla="*/ 272 w 272"/>
                <a:gd name="T1" fmla="*/ 54 h 128"/>
                <a:gd name="T2" fmla="*/ 4 w 272"/>
                <a:gd name="T3" fmla="*/ 128 h 128"/>
                <a:gd name="T4" fmla="*/ 0 w 272"/>
                <a:gd name="T5" fmla="*/ 118 h 128"/>
                <a:gd name="T6" fmla="*/ 272 w 272"/>
                <a:gd name="T7" fmla="*/ 0 h 128"/>
                <a:gd name="T8" fmla="*/ 272 w 272"/>
                <a:gd name="T9" fmla="*/ 54 h 128"/>
              </a:gdLst>
              <a:ahLst/>
              <a:cxnLst>
                <a:cxn ang="0">
                  <a:pos x="T0" y="T1"/>
                </a:cxn>
                <a:cxn ang="0">
                  <a:pos x="T2" y="T3"/>
                </a:cxn>
                <a:cxn ang="0">
                  <a:pos x="T4" y="T5"/>
                </a:cxn>
                <a:cxn ang="0">
                  <a:pos x="T6" y="T7"/>
                </a:cxn>
                <a:cxn ang="0">
                  <a:pos x="T8" y="T9"/>
                </a:cxn>
              </a:cxnLst>
              <a:rect l="0" t="0" r="r" b="b"/>
              <a:pathLst>
                <a:path w="272" h="128">
                  <a:moveTo>
                    <a:pt x="272" y="54"/>
                  </a:moveTo>
                  <a:lnTo>
                    <a:pt x="4" y="128"/>
                  </a:lnTo>
                  <a:lnTo>
                    <a:pt x="0" y="118"/>
                  </a:lnTo>
                  <a:lnTo>
                    <a:pt x="272" y="0"/>
                  </a:lnTo>
                  <a:lnTo>
                    <a:pt x="272" y="54"/>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 name="Freeform 131"/>
            <p:cNvSpPr>
              <a:spLocks/>
            </p:cNvSpPr>
            <p:nvPr/>
          </p:nvSpPr>
          <p:spPr bwMode="auto">
            <a:xfrm>
              <a:off x="3050721" y="5529036"/>
              <a:ext cx="117475" cy="114300"/>
            </a:xfrm>
            <a:custGeom>
              <a:avLst/>
              <a:gdLst>
                <a:gd name="T0" fmla="*/ 74 w 74"/>
                <a:gd name="T1" fmla="*/ 36 h 72"/>
                <a:gd name="T2" fmla="*/ 74 w 74"/>
                <a:gd name="T3" fmla="*/ 36 h 72"/>
                <a:gd name="T4" fmla="*/ 72 w 74"/>
                <a:gd name="T5" fmla="*/ 44 h 72"/>
                <a:gd name="T6" fmla="*/ 70 w 74"/>
                <a:gd name="T7" fmla="*/ 50 h 72"/>
                <a:gd name="T8" fmla="*/ 68 w 74"/>
                <a:gd name="T9" fmla="*/ 56 h 72"/>
                <a:gd name="T10" fmla="*/ 62 w 74"/>
                <a:gd name="T11" fmla="*/ 62 h 72"/>
                <a:gd name="T12" fmla="*/ 58 w 74"/>
                <a:gd name="T13" fmla="*/ 66 h 72"/>
                <a:gd name="T14" fmla="*/ 52 w 74"/>
                <a:gd name="T15" fmla="*/ 70 h 72"/>
                <a:gd name="T16" fmla="*/ 44 w 74"/>
                <a:gd name="T17" fmla="*/ 72 h 72"/>
                <a:gd name="T18" fmla="*/ 36 w 74"/>
                <a:gd name="T19" fmla="*/ 72 h 72"/>
                <a:gd name="T20" fmla="*/ 36 w 74"/>
                <a:gd name="T21" fmla="*/ 72 h 72"/>
                <a:gd name="T22" fmla="*/ 30 w 74"/>
                <a:gd name="T23" fmla="*/ 72 h 72"/>
                <a:gd name="T24" fmla="*/ 22 w 74"/>
                <a:gd name="T25" fmla="*/ 70 h 72"/>
                <a:gd name="T26" fmla="*/ 16 w 74"/>
                <a:gd name="T27" fmla="*/ 66 h 72"/>
                <a:gd name="T28" fmla="*/ 10 w 74"/>
                <a:gd name="T29" fmla="*/ 62 h 72"/>
                <a:gd name="T30" fmla="*/ 6 w 74"/>
                <a:gd name="T31" fmla="*/ 56 h 72"/>
                <a:gd name="T32" fmla="*/ 4 w 74"/>
                <a:gd name="T33" fmla="*/ 50 h 72"/>
                <a:gd name="T34" fmla="*/ 0 w 74"/>
                <a:gd name="T35" fmla="*/ 44 h 72"/>
                <a:gd name="T36" fmla="*/ 0 w 74"/>
                <a:gd name="T37" fmla="*/ 36 h 72"/>
                <a:gd name="T38" fmla="*/ 0 w 74"/>
                <a:gd name="T39" fmla="*/ 36 h 72"/>
                <a:gd name="T40" fmla="*/ 0 w 74"/>
                <a:gd name="T41" fmla="*/ 28 h 72"/>
                <a:gd name="T42" fmla="*/ 4 w 74"/>
                <a:gd name="T43" fmla="*/ 22 h 72"/>
                <a:gd name="T44" fmla="*/ 6 w 74"/>
                <a:gd name="T45" fmla="*/ 16 h 72"/>
                <a:gd name="T46" fmla="*/ 10 w 74"/>
                <a:gd name="T47" fmla="*/ 10 h 72"/>
                <a:gd name="T48" fmla="*/ 16 w 74"/>
                <a:gd name="T49" fmla="*/ 6 h 72"/>
                <a:gd name="T50" fmla="*/ 22 w 74"/>
                <a:gd name="T51" fmla="*/ 2 h 72"/>
                <a:gd name="T52" fmla="*/ 30 w 74"/>
                <a:gd name="T53" fmla="*/ 0 h 72"/>
                <a:gd name="T54" fmla="*/ 36 w 74"/>
                <a:gd name="T55" fmla="*/ 0 h 72"/>
                <a:gd name="T56" fmla="*/ 36 w 74"/>
                <a:gd name="T57" fmla="*/ 0 h 72"/>
                <a:gd name="T58" fmla="*/ 44 w 74"/>
                <a:gd name="T59" fmla="*/ 0 h 72"/>
                <a:gd name="T60" fmla="*/ 52 w 74"/>
                <a:gd name="T61" fmla="*/ 2 h 72"/>
                <a:gd name="T62" fmla="*/ 58 w 74"/>
                <a:gd name="T63" fmla="*/ 6 h 72"/>
                <a:gd name="T64" fmla="*/ 62 w 74"/>
                <a:gd name="T65" fmla="*/ 10 h 72"/>
                <a:gd name="T66" fmla="*/ 68 w 74"/>
                <a:gd name="T67" fmla="*/ 16 h 72"/>
                <a:gd name="T68" fmla="*/ 70 w 74"/>
                <a:gd name="T69" fmla="*/ 22 h 72"/>
                <a:gd name="T70" fmla="*/ 72 w 74"/>
                <a:gd name="T71" fmla="*/ 28 h 72"/>
                <a:gd name="T72" fmla="*/ 74 w 74"/>
                <a:gd name="T73" fmla="*/ 36 h 72"/>
                <a:gd name="T74" fmla="*/ 74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74" y="36"/>
                  </a:moveTo>
                  <a:lnTo>
                    <a:pt x="74" y="36"/>
                  </a:lnTo>
                  <a:lnTo>
                    <a:pt x="72" y="44"/>
                  </a:lnTo>
                  <a:lnTo>
                    <a:pt x="70" y="50"/>
                  </a:lnTo>
                  <a:lnTo>
                    <a:pt x="68" y="56"/>
                  </a:lnTo>
                  <a:lnTo>
                    <a:pt x="62" y="62"/>
                  </a:lnTo>
                  <a:lnTo>
                    <a:pt x="58" y="66"/>
                  </a:lnTo>
                  <a:lnTo>
                    <a:pt x="52" y="70"/>
                  </a:lnTo>
                  <a:lnTo>
                    <a:pt x="44" y="72"/>
                  </a:lnTo>
                  <a:lnTo>
                    <a:pt x="36" y="72"/>
                  </a:lnTo>
                  <a:lnTo>
                    <a:pt x="36" y="72"/>
                  </a:lnTo>
                  <a:lnTo>
                    <a:pt x="30" y="72"/>
                  </a:lnTo>
                  <a:lnTo>
                    <a:pt x="22" y="70"/>
                  </a:lnTo>
                  <a:lnTo>
                    <a:pt x="16" y="66"/>
                  </a:lnTo>
                  <a:lnTo>
                    <a:pt x="10" y="62"/>
                  </a:lnTo>
                  <a:lnTo>
                    <a:pt x="6" y="56"/>
                  </a:lnTo>
                  <a:lnTo>
                    <a:pt x="4" y="50"/>
                  </a:lnTo>
                  <a:lnTo>
                    <a:pt x="0" y="44"/>
                  </a:lnTo>
                  <a:lnTo>
                    <a:pt x="0" y="36"/>
                  </a:lnTo>
                  <a:lnTo>
                    <a:pt x="0" y="36"/>
                  </a:lnTo>
                  <a:lnTo>
                    <a:pt x="0" y="28"/>
                  </a:lnTo>
                  <a:lnTo>
                    <a:pt x="4" y="22"/>
                  </a:lnTo>
                  <a:lnTo>
                    <a:pt x="6" y="16"/>
                  </a:lnTo>
                  <a:lnTo>
                    <a:pt x="10" y="10"/>
                  </a:lnTo>
                  <a:lnTo>
                    <a:pt x="16" y="6"/>
                  </a:lnTo>
                  <a:lnTo>
                    <a:pt x="22" y="2"/>
                  </a:lnTo>
                  <a:lnTo>
                    <a:pt x="30" y="0"/>
                  </a:lnTo>
                  <a:lnTo>
                    <a:pt x="36" y="0"/>
                  </a:lnTo>
                  <a:lnTo>
                    <a:pt x="36" y="0"/>
                  </a:lnTo>
                  <a:lnTo>
                    <a:pt x="44" y="0"/>
                  </a:lnTo>
                  <a:lnTo>
                    <a:pt x="52" y="2"/>
                  </a:lnTo>
                  <a:lnTo>
                    <a:pt x="58" y="6"/>
                  </a:lnTo>
                  <a:lnTo>
                    <a:pt x="62" y="10"/>
                  </a:lnTo>
                  <a:lnTo>
                    <a:pt x="68" y="16"/>
                  </a:lnTo>
                  <a:lnTo>
                    <a:pt x="70" y="22"/>
                  </a:lnTo>
                  <a:lnTo>
                    <a:pt x="72" y="28"/>
                  </a:lnTo>
                  <a:lnTo>
                    <a:pt x="74" y="36"/>
                  </a:lnTo>
                  <a:lnTo>
                    <a:pt x="74"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 name="Freeform 132"/>
            <p:cNvSpPr>
              <a:spLocks/>
            </p:cNvSpPr>
            <p:nvPr/>
          </p:nvSpPr>
          <p:spPr bwMode="auto">
            <a:xfrm>
              <a:off x="3063421" y="5541736"/>
              <a:ext cx="92075" cy="92075"/>
            </a:xfrm>
            <a:custGeom>
              <a:avLst/>
              <a:gdLst>
                <a:gd name="T0" fmla="*/ 58 w 58"/>
                <a:gd name="T1" fmla="*/ 28 h 58"/>
                <a:gd name="T2" fmla="*/ 58 w 58"/>
                <a:gd name="T3" fmla="*/ 28 h 58"/>
                <a:gd name="T4" fmla="*/ 56 w 58"/>
                <a:gd name="T5" fmla="*/ 40 h 58"/>
                <a:gd name="T6" fmla="*/ 50 w 58"/>
                <a:gd name="T7" fmla="*/ 48 h 58"/>
                <a:gd name="T8" fmla="*/ 40 w 58"/>
                <a:gd name="T9" fmla="*/ 54 h 58"/>
                <a:gd name="T10" fmla="*/ 28 w 58"/>
                <a:gd name="T11" fmla="*/ 58 h 58"/>
                <a:gd name="T12" fmla="*/ 28 w 58"/>
                <a:gd name="T13" fmla="*/ 58 h 58"/>
                <a:gd name="T14" fmla="*/ 18 w 58"/>
                <a:gd name="T15" fmla="*/ 54 h 58"/>
                <a:gd name="T16" fmla="*/ 8 w 58"/>
                <a:gd name="T17" fmla="*/ 48 h 58"/>
                <a:gd name="T18" fmla="*/ 2 w 58"/>
                <a:gd name="T19" fmla="*/ 40 h 58"/>
                <a:gd name="T20" fmla="*/ 0 w 58"/>
                <a:gd name="T21" fmla="*/ 28 h 58"/>
                <a:gd name="T22" fmla="*/ 0 w 58"/>
                <a:gd name="T23" fmla="*/ 28 h 58"/>
                <a:gd name="T24" fmla="*/ 2 w 58"/>
                <a:gd name="T25" fmla="*/ 18 h 58"/>
                <a:gd name="T26" fmla="*/ 8 w 58"/>
                <a:gd name="T27" fmla="*/ 8 h 58"/>
                <a:gd name="T28" fmla="*/ 18 w 58"/>
                <a:gd name="T29" fmla="*/ 2 h 58"/>
                <a:gd name="T30" fmla="*/ 28 w 58"/>
                <a:gd name="T31" fmla="*/ 0 h 58"/>
                <a:gd name="T32" fmla="*/ 28 w 58"/>
                <a:gd name="T33" fmla="*/ 0 h 58"/>
                <a:gd name="T34" fmla="*/ 40 w 58"/>
                <a:gd name="T35" fmla="*/ 2 h 58"/>
                <a:gd name="T36" fmla="*/ 50 w 58"/>
                <a:gd name="T37" fmla="*/ 8 h 58"/>
                <a:gd name="T38" fmla="*/ 56 w 58"/>
                <a:gd name="T39" fmla="*/ 18 h 58"/>
                <a:gd name="T40" fmla="*/ 58 w 58"/>
                <a:gd name="T41" fmla="*/ 28 h 58"/>
                <a:gd name="T42" fmla="*/ 58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58" y="28"/>
                  </a:moveTo>
                  <a:lnTo>
                    <a:pt x="58" y="28"/>
                  </a:lnTo>
                  <a:lnTo>
                    <a:pt x="56" y="40"/>
                  </a:lnTo>
                  <a:lnTo>
                    <a:pt x="50" y="48"/>
                  </a:lnTo>
                  <a:lnTo>
                    <a:pt x="40" y="54"/>
                  </a:lnTo>
                  <a:lnTo>
                    <a:pt x="28" y="58"/>
                  </a:lnTo>
                  <a:lnTo>
                    <a:pt x="28" y="58"/>
                  </a:lnTo>
                  <a:lnTo>
                    <a:pt x="18" y="54"/>
                  </a:lnTo>
                  <a:lnTo>
                    <a:pt x="8" y="48"/>
                  </a:lnTo>
                  <a:lnTo>
                    <a:pt x="2" y="40"/>
                  </a:lnTo>
                  <a:lnTo>
                    <a:pt x="0" y="28"/>
                  </a:lnTo>
                  <a:lnTo>
                    <a:pt x="0" y="28"/>
                  </a:lnTo>
                  <a:lnTo>
                    <a:pt x="2" y="18"/>
                  </a:lnTo>
                  <a:lnTo>
                    <a:pt x="8" y="8"/>
                  </a:lnTo>
                  <a:lnTo>
                    <a:pt x="18" y="2"/>
                  </a:lnTo>
                  <a:lnTo>
                    <a:pt x="28" y="0"/>
                  </a:lnTo>
                  <a:lnTo>
                    <a:pt x="28" y="0"/>
                  </a:lnTo>
                  <a:lnTo>
                    <a:pt x="40" y="2"/>
                  </a:lnTo>
                  <a:lnTo>
                    <a:pt x="50" y="8"/>
                  </a:lnTo>
                  <a:lnTo>
                    <a:pt x="56" y="18"/>
                  </a:lnTo>
                  <a:lnTo>
                    <a:pt x="58" y="28"/>
                  </a:lnTo>
                  <a:lnTo>
                    <a:pt x="58"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 name="Freeform 133"/>
            <p:cNvSpPr>
              <a:spLocks/>
            </p:cNvSpPr>
            <p:nvPr/>
          </p:nvSpPr>
          <p:spPr bwMode="auto">
            <a:xfrm>
              <a:off x="3079296" y="5557611"/>
              <a:ext cx="60325" cy="57150"/>
            </a:xfrm>
            <a:custGeom>
              <a:avLst/>
              <a:gdLst>
                <a:gd name="T0" fmla="*/ 38 w 38"/>
                <a:gd name="T1" fmla="*/ 18 h 36"/>
                <a:gd name="T2" fmla="*/ 38 w 38"/>
                <a:gd name="T3" fmla="*/ 18 h 36"/>
                <a:gd name="T4" fmla="*/ 36 w 38"/>
                <a:gd name="T5" fmla="*/ 26 h 36"/>
                <a:gd name="T6" fmla="*/ 32 w 38"/>
                <a:gd name="T7" fmla="*/ 32 h 36"/>
                <a:gd name="T8" fmla="*/ 26 w 38"/>
                <a:gd name="T9" fmla="*/ 36 h 36"/>
                <a:gd name="T10" fmla="*/ 18 w 38"/>
                <a:gd name="T11" fmla="*/ 36 h 36"/>
                <a:gd name="T12" fmla="*/ 18 w 38"/>
                <a:gd name="T13" fmla="*/ 36 h 36"/>
                <a:gd name="T14" fmla="*/ 12 w 38"/>
                <a:gd name="T15" fmla="*/ 36 h 36"/>
                <a:gd name="T16" fmla="*/ 6 w 38"/>
                <a:gd name="T17" fmla="*/ 32 h 36"/>
                <a:gd name="T18" fmla="*/ 2 w 38"/>
                <a:gd name="T19" fmla="*/ 26 h 36"/>
                <a:gd name="T20" fmla="*/ 0 w 38"/>
                <a:gd name="T21" fmla="*/ 18 h 36"/>
                <a:gd name="T22" fmla="*/ 0 w 38"/>
                <a:gd name="T23" fmla="*/ 18 h 36"/>
                <a:gd name="T24" fmla="*/ 2 w 38"/>
                <a:gd name="T25" fmla="*/ 12 h 36"/>
                <a:gd name="T26" fmla="*/ 6 w 38"/>
                <a:gd name="T27" fmla="*/ 6 h 36"/>
                <a:gd name="T28" fmla="*/ 12 w 38"/>
                <a:gd name="T29" fmla="*/ 2 h 36"/>
                <a:gd name="T30" fmla="*/ 18 w 38"/>
                <a:gd name="T31" fmla="*/ 0 h 36"/>
                <a:gd name="T32" fmla="*/ 18 w 38"/>
                <a:gd name="T33" fmla="*/ 0 h 36"/>
                <a:gd name="T34" fmla="*/ 26 w 38"/>
                <a:gd name="T35" fmla="*/ 2 h 36"/>
                <a:gd name="T36" fmla="*/ 32 w 38"/>
                <a:gd name="T37" fmla="*/ 6 h 36"/>
                <a:gd name="T38" fmla="*/ 36 w 38"/>
                <a:gd name="T39" fmla="*/ 12 h 36"/>
                <a:gd name="T40" fmla="*/ 38 w 38"/>
                <a:gd name="T41" fmla="*/ 18 h 36"/>
                <a:gd name="T42" fmla="*/ 38 w 38"/>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36">
                  <a:moveTo>
                    <a:pt x="38" y="18"/>
                  </a:moveTo>
                  <a:lnTo>
                    <a:pt x="38" y="18"/>
                  </a:lnTo>
                  <a:lnTo>
                    <a:pt x="36" y="26"/>
                  </a:lnTo>
                  <a:lnTo>
                    <a:pt x="32" y="32"/>
                  </a:lnTo>
                  <a:lnTo>
                    <a:pt x="26" y="36"/>
                  </a:lnTo>
                  <a:lnTo>
                    <a:pt x="18" y="36"/>
                  </a:lnTo>
                  <a:lnTo>
                    <a:pt x="18" y="36"/>
                  </a:lnTo>
                  <a:lnTo>
                    <a:pt x="12" y="36"/>
                  </a:lnTo>
                  <a:lnTo>
                    <a:pt x="6" y="32"/>
                  </a:lnTo>
                  <a:lnTo>
                    <a:pt x="2" y="26"/>
                  </a:lnTo>
                  <a:lnTo>
                    <a:pt x="0" y="18"/>
                  </a:lnTo>
                  <a:lnTo>
                    <a:pt x="0" y="18"/>
                  </a:lnTo>
                  <a:lnTo>
                    <a:pt x="2" y="12"/>
                  </a:lnTo>
                  <a:lnTo>
                    <a:pt x="6" y="6"/>
                  </a:lnTo>
                  <a:lnTo>
                    <a:pt x="12" y="2"/>
                  </a:lnTo>
                  <a:lnTo>
                    <a:pt x="18" y="0"/>
                  </a:lnTo>
                  <a:lnTo>
                    <a:pt x="18" y="0"/>
                  </a:lnTo>
                  <a:lnTo>
                    <a:pt x="26" y="2"/>
                  </a:lnTo>
                  <a:lnTo>
                    <a:pt x="32" y="6"/>
                  </a:lnTo>
                  <a:lnTo>
                    <a:pt x="36" y="12"/>
                  </a:lnTo>
                  <a:lnTo>
                    <a:pt x="38" y="18"/>
                  </a:lnTo>
                  <a:lnTo>
                    <a:pt x="38"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 name="Freeform 134"/>
            <p:cNvSpPr>
              <a:spLocks/>
            </p:cNvSpPr>
            <p:nvPr/>
          </p:nvSpPr>
          <p:spPr bwMode="auto">
            <a:xfrm>
              <a:off x="3034846" y="5500461"/>
              <a:ext cx="149225" cy="82550"/>
            </a:xfrm>
            <a:custGeom>
              <a:avLst/>
              <a:gdLst>
                <a:gd name="T0" fmla="*/ 46 w 94"/>
                <a:gd name="T1" fmla="*/ 12 h 52"/>
                <a:gd name="T2" fmla="*/ 46 w 94"/>
                <a:gd name="T3" fmla="*/ 12 h 52"/>
                <a:gd name="T4" fmla="*/ 56 w 94"/>
                <a:gd name="T5" fmla="*/ 12 h 52"/>
                <a:gd name="T6" fmla="*/ 64 w 94"/>
                <a:gd name="T7" fmla="*/ 14 h 52"/>
                <a:gd name="T8" fmla="*/ 72 w 94"/>
                <a:gd name="T9" fmla="*/ 18 h 52"/>
                <a:gd name="T10" fmla="*/ 78 w 94"/>
                <a:gd name="T11" fmla="*/ 22 h 52"/>
                <a:gd name="T12" fmla="*/ 84 w 94"/>
                <a:gd name="T13" fmla="*/ 28 h 52"/>
                <a:gd name="T14" fmla="*/ 88 w 94"/>
                <a:gd name="T15" fmla="*/ 36 h 52"/>
                <a:gd name="T16" fmla="*/ 92 w 94"/>
                <a:gd name="T17" fmla="*/ 44 h 52"/>
                <a:gd name="T18" fmla="*/ 94 w 94"/>
                <a:gd name="T19" fmla="*/ 52 h 52"/>
                <a:gd name="T20" fmla="*/ 94 w 94"/>
                <a:gd name="T21" fmla="*/ 52 h 52"/>
                <a:gd name="T22" fmla="*/ 94 w 94"/>
                <a:gd name="T23" fmla="*/ 46 h 52"/>
                <a:gd name="T24" fmla="*/ 94 w 94"/>
                <a:gd name="T25" fmla="*/ 46 h 52"/>
                <a:gd name="T26" fmla="*/ 92 w 94"/>
                <a:gd name="T27" fmla="*/ 36 h 52"/>
                <a:gd name="T28" fmla="*/ 90 w 94"/>
                <a:gd name="T29" fmla="*/ 28 h 52"/>
                <a:gd name="T30" fmla="*/ 86 w 94"/>
                <a:gd name="T31" fmla="*/ 20 h 52"/>
                <a:gd name="T32" fmla="*/ 80 w 94"/>
                <a:gd name="T33" fmla="*/ 14 h 52"/>
                <a:gd name="T34" fmla="*/ 74 w 94"/>
                <a:gd name="T35" fmla="*/ 8 h 52"/>
                <a:gd name="T36" fmla="*/ 66 w 94"/>
                <a:gd name="T37" fmla="*/ 4 h 52"/>
                <a:gd name="T38" fmla="*/ 56 w 94"/>
                <a:gd name="T39" fmla="*/ 0 h 52"/>
                <a:gd name="T40" fmla="*/ 46 w 94"/>
                <a:gd name="T41" fmla="*/ 0 h 52"/>
                <a:gd name="T42" fmla="*/ 46 w 94"/>
                <a:gd name="T43" fmla="*/ 0 h 52"/>
                <a:gd name="T44" fmla="*/ 38 w 94"/>
                <a:gd name="T45" fmla="*/ 0 h 52"/>
                <a:gd name="T46" fmla="*/ 28 w 94"/>
                <a:gd name="T47" fmla="*/ 4 h 52"/>
                <a:gd name="T48" fmla="*/ 20 w 94"/>
                <a:gd name="T49" fmla="*/ 8 h 52"/>
                <a:gd name="T50" fmla="*/ 14 w 94"/>
                <a:gd name="T51" fmla="*/ 14 h 52"/>
                <a:gd name="T52" fmla="*/ 8 w 94"/>
                <a:gd name="T53" fmla="*/ 20 h 52"/>
                <a:gd name="T54" fmla="*/ 4 w 94"/>
                <a:gd name="T55" fmla="*/ 28 h 52"/>
                <a:gd name="T56" fmla="*/ 0 w 94"/>
                <a:gd name="T57" fmla="*/ 36 h 52"/>
                <a:gd name="T58" fmla="*/ 0 w 94"/>
                <a:gd name="T59" fmla="*/ 46 h 52"/>
                <a:gd name="T60" fmla="*/ 0 w 94"/>
                <a:gd name="T61" fmla="*/ 46 h 52"/>
                <a:gd name="T62" fmla="*/ 0 w 94"/>
                <a:gd name="T63" fmla="*/ 52 h 52"/>
                <a:gd name="T64" fmla="*/ 0 w 94"/>
                <a:gd name="T65" fmla="*/ 52 h 52"/>
                <a:gd name="T66" fmla="*/ 2 w 94"/>
                <a:gd name="T67" fmla="*/ 44 h 52"/>
                <a:gd name="T68" fmla="*/ 6 w 94"/>
                <a:gd name="T69" fmla="*/ 36 h 52"/>
                <a:gd name="T70" fmla="*/ 10 w 94"/>
                <a:gd name="T71" fmla="*/ 28 h 52"/>
                <a:gd name="T72" fmla="*/ 16 w 94"/>
                <a:gd name="T73" fmla="*/ 22 h 52"/>
                <a:gd name="T74" fmla="*/ 22 w 94"/>
                <a:gd name="T75" fmla="*/ 18 h 52"/>
                <a:gd name="T76" fmla="*/ 30 w 94"/>
                <a:gd name="T77" fmla="*/ 14 h 52"/>
                <a:gd name="T78" fmla="*/ 38 w 94"/>
                <a:gd name="T79" fmla="*/ 12 h 52"/>
                <a:gd name="T80" fmla="*/ 46 w 94"/>
                <a:gd name="T81" fmla="*/ 12 h 52"/>
                <a:gd name="T82" fmla="*/ 46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6" y="12"/>
                  </a:moveTo>
                  <a:lnTo>
                    <a:pt x="46" y="12"/>
                  </a:lnTo>
                  <a:lnTo>
                    <a:pt x="56" y="12"/>
                  </a:lnTo>
                  <a:lnTo>
                    <a:pt x="64" y="14"/>
                  </a:lnTo>
                  <a:lnTo>
                    <a:pt x="72" y="18"/>
                  </a:lnTo>
                  <a:lnTo>
                    <a:pt x="78" y="22"/>
                  </a:lnTo>
                  <a:lnTo>
                    <a:pt x="84" y="28"/>
                  </a:lnTo>
                  <a:lnTo>
                    <a:pt x="88" y="36"/>
                  </a:lnTo>
                  <a:lnTo>
                    <a:pt x="92" y="44"/>
                  </a:lnTo>
                  <a:lnTo>
                    <a:pt x="94" y="52"/>
                  </a:lnTo>
                  <a:lnTo>
                    <a:pt x="94" y="52"/>
                  </a:lnTo>
                  <a:lnTo>
                    <a:pt x="94" y="46"/>
                  </a:lnTo>
                  <a:lnTo>
                    <a:pt x="94" y="46"/>
                  </a:lnTo>
                  <a:lnTo>
                    <a:pt x="92" y="36"/>
                  </a:lnTo>
                  <a:lnTo>
                    <a:pt x="90" y="28"/>
                  </a:lnTo>
                  <a:lnTo>
                    <a:pt x="86" y="20"/>
                  </a:lnTo>
                  <a:lnTo>
                    <a:pt x="80" y="14"/>
                  </a:lnTo>
                  <a:lnTo>
                    <a:pt x="74" y="8"/>
                  </a:lnTo>
                  <a:lnTo>
                    <a:pt x="66" y="4"/>
                  </a:lnTo>
                  <a:lnTo>
                    <a:pt x="56" y="0"/>
                  </a:lnTo>
                  <a:lnTo>
                    <a:pt x="46" y="0"/>
                  </a:lnTo>
                  <a:lnTo>
                    <a:pt x="46" y="0"/>
                  </a:lnTo>
                  <a:lnTo>
                    <a:pt x="38" y="0"/>
                  </a:lnTo>
                  <a:lnTo>
                    <a:pt x="28" y="4"/>
                  </a:lnTo>
                  <a:lnTo>
                    <a:pt x="20" y="8"/>
                  </a:lnTo>
                  <a:lnTo>
                    <a:pt x="14" y="14"/>
                  </a:lnTo>
                  <a:lnTo>
                    <a:pt x="8" y="20"/>
                  </a:lnTo>
                  <a:lnTo>
                    <a:pt x="4" y="28"/>
                  </a:lnTo>
                  <a:lnTo>
                    <a:pt x="0" y="36"/>
                  </a:lnTo>
                  <a:lnTo>
                    <a:pt x="0" y="46"/>
                  </a:lnTo>
                  <a:lnTo>
                    <a:pt x="0" y="46"/>
                  </a:lnTo>
                  <a:lnTo>
                    <a:pt x="0" y="52"/>
                  </a:lnTo>
                  <a:lnTo>
                    <a:pt x="0" y="52"/>
                  </a:lnTo>
                  <a:lnTo>
                    <a:pt x="2" y="44"/>
                  </a:lnTo>
                  <a:lnTo>
                    <a:pt x="6" y="36"/>
                  </a:lnTo>
                  <a:lnTo>
                    <a:pt x="10" y="28"/>
                  </a:lnTo>
                  <a:lnTo>
                    <a:pt x="16" y="22"/>
                  </a:lnTo>
                  <a:lnTo>
                    <a:pt x="22" y="18"/>
                  </a:lnTo>
                  <a:lnTo>
                    <a:pt x="30" y="14"/>
                  </a:lnTo>
                  <a:lnTo>
                    <a:pt x="38" y="12"/>
                  </a:lnTo>
                  <a:lnTo>
                    <a:pt x="46" y="12"/>
                  </a:lnTo>
                  <a:lnTo>
                    <a:pt x="46"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 name="Freeform 135"/>
            <p:cNvSpPr>
              <a:spLocks/>
            </p:cNvSpPr>
            <p:nvPr/>
          </p:nvSpPr>
          <p:spPr bwMode="auto">
            <a:xfrm>
              <a:off x="3571421" y="5325836"/>
              <a:ext cx="431800" cy="193675"/>
            </a:xfrm>
            <a:custGeom>
              <a:avLst/>
              <a:gdLst>
                <a:gd name="T0" fmla="*/ 0 w 272"/>
                <a:gd name="T1" fmla="*/ 48 h 122"/>
                <a:gd name="T2" fmla="*/ 268 w 272"/>
                <a:gd name="T3" fmla="*/ 122 h 122"/>
                <a:gd name="T4" fmla="*/ 272 w 272"/>
                <a:gd name="T5" fmla="*/ 112 h 122"/>
                <a:gd name="T6" fmla="*/ 0 w 272"/>
                <a:gd name="T7" fmla="*/ 0 h 122"/>
                <a:gd name="T8" fmla="*/ 0 w 272"/>
                <a:gd name="T9" fmla="*/ 48 h 122"/>
              </a:gdLst>
              <a:ahLst/>
              <a:cxnLst>
                <a:cxn ang="0">
                  <a:pos x="T0" y="T1"/>
                </a:cxn>
                <a:cxn ang="0">
                  <a:pos x="T2" y="T3"/>
                </a:cxn>
                <a:cxn ang="0">
                  <a:pos x="T4" y="T5"/>
                </a:cxn>
                <a:cxn ang="0">
                  <a:pos x="T6" y="T7"/>
                </a:cxn>
                <a:cxn ang="0">
                  <a:pos x="T8" y="T9"/>
                </a:cxn>
              </a:cxnLst>
              <a:rect l="0" t="0" r="r" b="b"/>
              <a:pathLst>
                <a:path w="272" h="122">
                  <a:moveTo>
                    <a:pt x="0" y="48"/>
                  </a:moveTo>
                  <a:lnTo>
                    <a:pt x="268" y="122"/>
                  </a:lnTo>
                  <a:lnTo>
                    <a:pt x="272" y="112"/>
                  </a:lnTo>
                  <a:lnTo>
                    <a:pt x="0" y="0"/>
                  </a:lnTo>
                  <a:lnTo>
                    <a:pt x="0" y="48"/>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 name="Freeform 136"/>
            <p:cNvSpPr>
              <a:spLocks/>
            </p:cNvSpPr>
            <p:nvPr/>
          </p:nvSpPr>
          <p:spPr bwMode="auto">
            <a:xfrm>
              <a:off x="3930196" y="5529036"/>
              <a:ext cx="117475" cy="114300"/>
            </a:xfrm>
            <a:custGeom>
              <a:avLst/>
              <a:gdLst>
                <a:gd name="T0" fmla="*/ 0 w 74"/>
                <a:gd name="T1" fmla="*/ 36 h 72"/>
                <a:gd name="T2" fmla="*/ 0 w 74"/>
                <a:gd name="T3" fmla="*/ 36 h 72"/>
                <a:gd name="T4" fmla="*/ 2 w 74"/>
                <a:gd name="T5" fmla="*/ 44 h 72"/>
                <a:gd name="T6" fmla="*/ 4 w 74"/>
                <a:gd name="T7" fmla="*/ 50 h 72"/>
                <a:gd name="T8" fmla="*/ 8 w 74"/>
                <a:gd name="T9" fmla="*/ 56 h 72"/>
                <a:gd name="T10" fmla="*/ 12 w 74"/>
                <a:gd name="T11" fmla="*/ 62 h 72"/>
                <a:gd name="T12" fmla="*/ 18 w 74"/>
                <a:gd name="T13" fmla="*/ 66 h 72"/>
                <a:gd name="T14" fmla="*/ 24 w 74"/>
                <a:gd name="T15" fmla="*/ 70 h 72"/>
                <a:gd name="T16" fmla="*/ 30 w 74"/>
                <a:gd name="T17" fmla="*/ 72 h 72"/>
                <a:gd name="T18" fmla="*/ 38 w 74"/>
                <a:gd name="T19" fmla="*/ 72 h 72"/>
                <a:gd name="T20" fmla="*/ 38 w 74"/>
                <a:gd name="T21" fmla="*/ 72 h 72"/>
                <a:gd name="T22" fmla="*/ 44 w 74"/>
                <a:gd name="T23" fmla="*/ 72 h 72"/>
                <a:gd name="T24" fmla="*/ 52 w 74"/>
                <a:gd name="T25" fmla="*/ 70 h 72"/>
                <a:gd name="T26" fmla="*/ 58 w 74"/>
                <a:gd name="T27" fmla="*/ 66 h 72"/>
                <a:gd name="T28" fmla="*/ 64 w 74"/>
                <a:gd name="T29" fmla="*/ 62 h 72"/>
                <a:gd name="T30" fmla="*/ 68 w 74"/>
                <a:gd name="T31" fmla="*/ 56 h 72"/>
                <a:gd name="T32" fmla="*/ 72 w 74"/>
                <a:gd name="T33" fmla="*/ 50 h 72"/>
                <a:gd name="T34" fmla="*/ 74 w 74"/>
                <a:gd name="T35" fmla="*/ 44 h 72"/>
                <a:gd name="T36" fmla="*/ 74 w 74"/>
                <a:gd name="T37" fmla="*/ 36 h 72"/>
                <a:gd name="T38" fmla="*/ 74 w 74"/>
                <a:gd name="T39" fmla="*/ 36 h 72"/>
                <a:gd name="T40" fmla="*/ 74 w 74"/>
                <a:gd name="T41" fmla="*/ 28 h 72"/>
                <a:gd name="T42" fmla="*/ 72 w 74"/>
                <a:gd name="T43" fmla="*/ 22 h 72"/>
                <a:gd name="T44" fmla="*/ 68 w 74"/>
                <a:gd name="T45" fmla="*/ 16 h 72"/>
                <a:gd name="T46" fmla="*/ 64 w 74"/>
                <a:gd name="T47" fmla="*/ 10 h 72"/>
                <a:gd name="T48" fmla="*/ 58 w 74"/>
                <a:gd name="T49" fmla="*/ 6 h 72"/>
                <a:gd name="T50" fmla="*/ 52 w 74"/>
                <a:gd name="T51" fmla="*/ 2 h 72"/>
                <a:gd name="T52" fmla="*/ 44 w 74"/>
                <a:gd name="T53" fmla="*/ 0 h 72"/>
                <a:gd name="T54" fmla="*/ 38 w 74"/>
                <a:gd name="T55" fmla="*/ 0 h 72"/>
                <a:gd name="T56" fmla="*/ 38 w 74"/>
                <a:gd name="T57" fmla="*/ 0 h 72"/>
                <a:gd name="T58" fmla="*/ 30 w 74"/>
                <a:gd name="T59" fmla="*/ 0 h 72"/>
                <a:gd name="T60" fmla="*/ 24 w 74"/>
                <a:gd name="T61" fmla="*/ 2 h 72"/>
                <a:gd name="T62" fmla="*/ 18 w 74"/>
                <a:gd name="T63" fmla="*/ 6 h 72"/>
                <a:gd name="T64" fmla="*/ 12 w 74"/>
                <a:gd name="T65" fmla="*/ 10 h 72"/>
                <a:gd name="T66" fmla="*/ 8 w 74"/>
                <a:gd name="T67" fmla="*/ 16 h 72"/>
                <a:gd name="T68" fmla="*/ 4 w 74"/>
                <a:gd name="T69" fmla="*/ 22 h 72"/>
                <a:gd name="T70" fmla="*/ 2 w 74"/>
                <a:gd name="T71" fmla="*/ 28 h 72"/>
                <a:gd name="T72" fmla="*/ 0 w 74"/>
                <a:gd name="T73" fmla="*/ 36 h 72"/>
                <a:gd name="T74" fmla="*/ 0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0" y="36"/>
                  </a:moveTo>
                  <a:lnTo>
                    <a:pt x="0" y="36"/>
                  </a:lnTo>
                  <a:lnTo>
                    <a:pt x="2" y="44"/>
                  </a:lnTo>
                  <a:lnTo>
                    <a:pt x="4" y="50"/>
                  </a:lnTo>
                  <a:lnTo>
                    <a:pt x="8" y="56"/>
                  </a:lnTo>
                  <a:lnTo>
                    <a:pt x="12" y="62"/>
                  </a:lnTo>
                  <a:lnTo>
                    <a:pt x="18" y="66"/>
                  </a:lnTo>
                  <a:lnTo>
                    <a:pt x="24" y="70"/>
                  </a:lnTo>
                  <a:lnTo>
                    <a:pt x="30" y="72"/>
                  </a:lnTo>
                  <a:lnTo>
                    <a:pt x="38" y="72"/>
                  </a:lnTo>
                  <a:lnTo>
                    <a:pt x="38" y="72"/>
                  </a:lnTo>
                  <a:lnTo>
                    <a:pt x="44" y="72"/>
                  </a:lnTo>
                  <a:lnTo>
                    <a:pt x="52" y="70"/>
                  </a:lnTo>
                  <a:lnTo>
                    <a:pt x="58" y="66"/>
                  </a:lnTo>
                  <a:lnTo>
                    <a:pt x="64" y="62"/>
                  </a:lnTo>
                  <a:lnTo>
                    <a:pt x="68" y="56"/>
                  </a:lnTo>
                  <a:lnTo>
                    <a:pt x="72" y="50"/>
                  </a:lnTo>
                  <a:lnTo>
                    <a:pt x="74" y="44"/>
                  </a:lnTo>
                  <a:lnTo>
                    <a:pt x="74" y="36"/>
                  </a:lnTo>
                  <a:lnTo>
                    <a:pt x="74" y="36"/>
                  </a:lnTo>
                  <a:lnTo>
                    <a:pt x="74" y="28"/>
                  </a:lnTo>
                  <a:lnTo>
                    <a:pt x="72" y="22"/>
                  </a:lnTo>
                  <a:lnTo>
                    <a:pt x="68" y="16"/>
                  </a:lnTo>
                  <a:lnTo>
                    <a:pt x="64" y="10"/>
                  </a:lnTo>
                  <a:lnTo>
                    <a:pt x="58" y="6"/>
                  </a:lnTo>
                  <a:lnTo>
                    <a:pt x="52" y="2"/>
                  </a:lnTo>
                  <a:lnTo>
                    <a:pt x="44" y="0"/>
                  </a:lnTo>
                  <a:lnTo>
                    <a:pt x="38" y="0"/>
                  </a:lnTo>
                  <a:lnTo>
                    <a:pt x="38" y="0"/>
                  </a:lnTo>
                  <a:lnTo>
                    <a:pt x="30" y="0"/>
                  </a:lnTo>
                  <a:lnTo>
                    <a:pt x="24" y="2"/>
                  </a:lnTo>
                  <a:lnTo>
                    <a:pt x="18" y="6"/>
                  </a:lnTo>
                  <a:lnTo>
                    <a:pt x="12" y="10"/>
                  </a:lnTo>
                  <a:lnTo>
                    <a:pt x="8" y="16"/>
                  </a:lnTo>
                  <a:lnTo>
                    <a:pt x="4" y="22"/>
                  </a:lnTo>
                  <a:lnTo>
                    <a:pt x="2" y="28"/>
                  </a:lnTo>
                  <a:lnTo>
                    <a:pt x="0" y="36"/>
                  </a:lnTo>
                  <a:lnTo>
                    <a:pt x="0"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 name="Freeform 137"/>
            <p:cNvSpPr>
              <a:spLocks/>
            </p:cNvSpPr>
            <p:nvPr/>
          </p:nvSpPr>
          <p:spPr bwMode="auto">
            <a:xfrm>
              <a:off x="3942896" y="5541736"/>
              <a:ext cx="92075" cy="92075"/>
            </a:xfrm>
            <a:custGeom>
              <a:avLst/>
              <a:gdLst>
                <a:gd name="T0" fmla="*/ 0 w 58"/>
                <a:gd name="T1" fmla="*/ 28 h 58"/>
                <a:gd name="T2" fmla="*/ 0 w 58"/>
                <a:gd name="T3" fmla="*/ 28 h 58"/>
                <a:gd name="T4" fmla="*/ 4 w 58"/>
                <a:gd name="T5" fmla="*/ 40 h 58"/>
                <a:gd name="T6" fmla="*/ 10 w 58"/>
                <a:gd name="T7" fmla="*/ 48 h 58"/>
                <a:gd name="T8" fmla="*/ 18 w 58"/>
                <a:gd name="T9" fmla="*/ 54 h 58"/>
                <a:gd name="T10" fmla="*/ 30 w 58"/>
                <a:gd name="T11" fmla="*/ 58 h 58"/>
                <a:gd name="T12" fmla="*/ 30 w 58"/>
                <a:gd name="T13" fmla="*/ 58 h 58"/>
                <a:gd name="T14" fmla="*/ 40 w 58"/>
                <a:gd name="T15" fmla="*/ 54 h 58"/>
                <a:gd name="T16" fmla="*/ 50 w 58"/>
                <a:gd name="T17" fmla="*/ 48 h 58"/>
                <a:gd name="T18" fmla="*/ 56 w 58"/>
                <a:gd name="T19" fmla="*/ 40 h 58"/>
                <a:gd name="T20" fmla="*/ 58 w 58"/>
                <a:gd name="T21" fmla="*/ 28 h 58"/>
                <a:gd name="T22" fmla="*/ 58 w 58"/>
                <a:gd name="T23" fmla="*/ 28 h 58"/>
                <a:gd name="T24" fmla="*/ 56 w 58"/>
                <a:gd name="T25" fmla="*/ 18 h 58"/>
                <a:gd name="T26" fmla="*/ 50 w 58"/>
                <a:gd name="T27" fmla="*/ 8 h 58"/>
                <a:gd name="T28" fmla="*/ 40 w 58"/>
                <a:gd name="T29" fmla="*/ 2 h 58"/>
                <a:gd name="T30" fmla="*/ 30 w 58"/>
                <a:gd name="T31" fmla="*/ 0 h 58"/>
                <a:gd name="T32" fmla="*/ 30 w 58"/>
                <a:gd name="T33" fmla="*/ 0 h 58"/>
                <a:gd name="T34" fmla="*/ 18 w 58"/>
                <a:gd name="T35" fmla="*/ 2 h 58"/>
                <a:gd name="T36" fmla="*/ 10 w 58"/>
                <a:gd name="T37" fmla="*/ 8 h 58"/>
                <a:gd name="T38" fmla="*/ 4 w 58"/>
                <a:gd name="T39" fmla="*/ 18 h 58"/>
                <a:gd name="T40" fmla="*/ 0 w 58"/>
                <a:gd name="T41" fmla="*/ 28 h 58"/>
                <a:gd name="T42" fmla="*/ 0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0" y="28"/>
                  </a:moveTo>
                  <a:lnTo>
                    <a:pt x="0" y="28"/>
                  </a:lnTo>
                  <a:lnTo>
                    <a:pt x="4" y="40"/>
                  </a:lnTo>
                  <a:lnTo>
                    <a:pt x="10" y="48"/>
                  </a:lnTo>
                  <a:lnTo>
                    <a:pt x="18" y="54"/>
                  </a:lnTo>
                  <a:lnTo>
                    <a:pt x="30" y="58"/>
                  </a:lnTo>
                  <a:lnTo>
                    <a:pt x="30" y="58"/>
                  </a:lnTo>
                  <a:lnTo>
                    <a:pt x="40" y="54"/>
                  </a:lnTo>
                  <a:lnTo>
                    <a:pt x="50" y="48"/>
                  </a:lnTo>
                  <a:lnTo>
                    <a:pt x="56" y="40"/>
                  </a:lnTo>
                  <a:lnTo>
                    <a:pt x="58" y="28"/>
                  </a:lnTo>
                  <a:lnTo>
                    <a:pt x="58" y="28"/>
                  </a:lnTo>
                  <a:lnTo>
                    <a:pt x="56" y="18"/>
                  </a:lnTo>
                  <a:lnTo>
                    <a:pt x="50" y="8"/>
                  </a:lnTo>
                  <a:lnTo>
                    <a:pt x="40" y="2"/>
                  </a:lnTo>
                  <a:lnTo>
                    <a:pt x="30" y="0"/>
                  </a:lnTo>
                  <a:lnTo>
                    <a:pt x="30" y="0"/>
                  </a:lnTo>
                  <a:lnTo>
                    <a:pt x="18" y="2"/>
                  </a:lnTo>
                  <a:lnTo>
                    <a:pt x="10" y="8"/>
                  </a:lnTo>
                  <a:lnTo>
                    <a:pt x="4" y="18"/>
                  </a:lnTo>
                  <a:lnTo>
                    <a:pt x="0" y="28"/>
                  </a:lnTo>
                  <a:lnTo>
                    <a:pt x="0"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 name="Freeform 138"/>
            <p:cNvSpPr>
              <a:spLocks/>
            </p:cNvSpPr>
            <p:nvPr/>
          </p:nvSpPr>
          <p:spPr bwMode="auto">
            <a:xfrm>
              <a:off x="3961946" y="5557611"/>
              <a:ext cx="57150" cy="57150"/>
            </a:xfrm>
            <a:custGeom>
              <a:avLst/>
              <a:gdLst>
                <a:gd name="T0" fmla="*/ 0 w 36"/>
                <a:gd name="T1" fmla="*/ 18 h 36"/>
                <a:gd name="T2" fmla="*/ 0 w 36"/>
                <a:gd name="T3" fmla="*/ 18 h 36"/>
                <a:gd name="T4" fmla="*/ 0 w 36"/>
                <a:gd name="T5" fmla="*/ 26 h 36"/>
                <a:gd name="T6" fmla="*/ 4 w 36"/>
                <a:gd name="T7" fmla="*/ 32 h 36"/>
                <a:gd name="T8" fmla="*/ 10 w 36"/>
                <a:gd name="T9" fmla="*/ 36 h 36"/>
                <a:gd name="T10" fmla="*/ 18 w 36"/>
                <a:gd name="T11" fmla="*/ 36 h 36"/>
                <a:gd name="T12" fmla="*/ 18 w 36"/>
                <a:gd name="T13" fmla="*/ 36 h 36"/>
                <a:gd name="T14" fmla="*/ 24 w 36"/>
                <a:gd name="T15" fmla="*/ 36 h 36"/>
                <a:gd name="T16" fmla="*/ 30 w 36"/>
                <a:gd name="T17" fmla="*/ 32 h 36"/>
                <a:gd name="T18" fmla="*/ 34 w 36"/>
                <a:gd name="T19" fmla="*/ 26 h 36"/>
                <a:gd name="T20" fmla="*/ 36 w 36"/>
                <a:gd name="T21" fmla="*/ 18 h 36"/>
                <a:gd name="T22" fmla="*/ 36 w 36"/>
                <a:gd name="T23" fmla="*/ 18 h 36"/>
                <a:gd name="T24" fmla="*/ 34 w 36"/>
                <a:gd name="T25" fmla="*/ 12 h 36"/>
                <a:gd name="T26" fmla="*/ 30 w 36"/>
                <a:gd name="T27" fmla="*/ 6 h 36"/>
                <a:gd name="T28" fmla="*/ 24 w 36"/>
                <a:gd name="T29" fmla="*/ 2 h 36"/>
                <a:gd name="T30" fmla="*/ 18 w 36"/>
                <a:gd name="T31" fmla="*/ 0 h 36"/>
                <a:gd name="T32" fmla="*/ 18 w 36"/>
                <a:gd name="T33" fmla="*/ 0 h 36"/>
                <a:gd name="T34" fmla="*/ 10 w 36"/>
                <a:gd name="T35" fmla="*/ 2 h 36"/>
                <a:gd name="T36" fmla="*/ 4 w 36"/>
                <a:gd name="T37" fmla="*/ 6 h 36"/>
                <a:gd name="T38" fmla="*/ 0 w 36"/>
                <a:gd name="T39" fmla="*/ 12 h 36"/>
                <a:gd name="T40" fmla="*/ 0 w 36"/>
                <a:gd name="T41" fmla="*/ 18 h 36"/>
                <a:gd name="T42" fmla="*/ 0 w 36"/>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0" y="18"/>
                  </a:moveTo>
                  <a:lnTo>
                    <a:pt x="0" y="18"/>
                  </a:lnTo>
                  <a:lnTo>
                    <a:pt x="0" y="26"/>
                  </a:lnTo>
                  <a:lnTo>
                    <a:pt x="4" y="32"/>
                  </a:lnTo>
                  <a:lnTo>
                    <a:pt x="10" y="36"/>
                  </a:lnTo>
                  <a:lnTo>
                    <a:pt x="18" y="36"/>
                  </a:lnTo>
                  <a:lnTo>
                    <a:pt x="18" y="36"/>
                  </a:lnTo>
                  <a:lnTo>
                    <a:pt x="24" y="36"/>
                  </a:lnTo>
                  <a:lnTo>
                    <a:pt x="30" y="32"/>
                  </a:lnTo>
                  <a:lnTo>
                    <a:pt x="34" y="26"/>
                  </a:lnTo>
                  <a:lnTo>
                    <a:pt x="36" y="18"/>
                  </a:lnTo>
                  <a:lnTo>
                    <a:pt x="36" y="18"/>
                  </a:lnTo>
                  <a:lnTo>
                    <a:pt x="34" y="12"/>
                  </a:lnTo>
                  <a:lnTo>
                    <a:pt x="30" y="6"/>
                  </a:lnTo>
                  <a:lnTo>
                    <a:pt x="24" y="2"/>
                  </a:lnTo>
                  <a:lnTo>
                    <a:pt x="18" y="0"/>
                  </a:lnTo>
                  <a:lnTo>
                    <a:pt x="18" y="0"/>
                  </a:lnTo>
                  <a:lnTo>
                    <a:pt x="10" y="2"/>
                  </a:lnTo>
                  <a:lnTo>
                    <a:pt x="4" y="6"/>
                  </a:lnTo>
                  <a:lnTo>
                    <a:pt x="0" y="12"/>
                  </a:lnTo>
                  <a:lnTo>
                    <a:pt x="0" y="18"/>
                  </a:lnTo>
                  <a:lnTo>
                    <a:pt x="0"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 name="Freeform 139"/>
            <p:cNvSpPr>
              <a:spLocks/>
            </p:cNvSpPr>
            <p:nvPr/>
          </p:nvSpPr>
          <p:spPr bwMode="auto">
            <a:xfrm>
              <a:off x="3914321" y="5500461"/>
              <a:ext cx="149225" cy="82550"/>
            </a:xfrm>
            <a:custGeom>
              <a:avLst/>
              <a:gdLst>
                <a:gd name="T0" fmla="*/ 48 w 94"/>
                <a:gd name="T1" fmla="*/ 12 h 52"/>
                <a:gd name="T2" fmla="*/ 48 w 94"/>
                <a:gd name="T3" fmla="*/ 12 h 52"/>
                <a:gd name="T4" fmla="*/ 38 w 94"/>
                <a:gd name="T5" fmla="*/ 12 h 52"/>
                <a:gd name="T6" fmla="*/ 30 w 94"/>
                <a:gd name="T7" fmla="*/ 14 h 52"/>
                <a:gd name="T8" fmla="*/ 24 w 94"/>
                <a:gd name="T9" fmla="*/ 18 h 52"/>
                <a:gd name="T10" fmla="*/ 16 w 94"/>
                <a:gd name="T11" fmla="*/ 22 h 52"/>
                <a:gd name="T12" fmla="*/ 10 w 94"/>
                <a:gd name="T13" fmla="*/ 28 h 52"/>
                <a:gd name="T14" fmla="*/ 6 w 94"/>
                <a:gd name="T15" fmla="*/ 36 h 52"/>
                <a:gd name="T16" fmla="*/ 2 w 94"/>
                <a:gd name="T17" fmla="*/ 44 h 52"/>
                <a:gd name="T18" fmla="*/ 0 w 94"/>
                <a:gd name="T19" fmla="*/ 52 h 52"/>
                <a:gd name="T20" fmla="*/ 0 w 94"/>
                <a:gd name="T21" fmla="*/ 52 h 52"/>
                <a:gd name="T22" fmla="*/ 0 w 94"/>
                <a:gd name="T23" fmla="*/ 46 h 52"/>
                <a:gd name="T24" fmla="*/ 0 w 94"/>
                <a:gd name="T25" fmla="*/ 46 h 52"/>
                <a:gd name="T26" fmla="*/ 2 w 94"/>
                <a:gd name="T27" fmla="*/ 36 h 52"/>
                <a:gd name="T28" fmla="*/ 4 w 94"/>
                <a:gd name="T29" fmla="*/ 28 h 52"/>
                <a:gd name="T30" fmla="*/ 8 w 94"/>
                <a:gd name="T31" fmla="*/ 20 h 52"/>
                <a:gd name="T32" fmla="*/ 14 w 94"/>
                <a:gd name="T33" fmla="*/ 14 h 52"/>
                <a:gd name="T34" fmla="*/ 22 w 94"/>
                <a:gd name="T35" fmla="*/ 8 h 52"/>
                <a:gd name="T36" fmla="*/ 30 w 94"/>
                <a:gd name="T37" fmla="*/ 4 h 52"/>
                <a:gd name="T38" fmla="*/ 38 w 94"/>
                <a:gd name="T39" fmla="*/ 0 h 52"/>
                <a:gd name="T40" fmla="*/ 48 w 94"/>
                <a:gd name="T41" fmla="*/ 0 h 52"/>
                <a:gd name="T42" fmla="*/ 48 w 94"/>
                <a:gd name="T43" fmla="*/ 0 h 52"/>
                <a:gd name="T44" fmla="*/ 56 w 94"/>
                <a:gd name="T45" fmla="*/ 0 h 52"/>
                <a:gd name="T46" fmla="*/ 66 w 94"/>
                <a:gd name="T47" fmla="*/ 4 h 52"/>
                <a:gd name="T48" fmla="*/ 74 w 94"/>
                <a:gd name="T49" fmla="*/ 8 h 52"/>
                <a:gd name="T50" fmla="*/ 80 w 94"/>
                <a:gd name="T51" fmla="*/ 14 h 52"/>
                <a:gd name="T52" fmla="*/ 86 w 94"/>
                <a:gd name="T53" fmla="*/ 20 h 52"/>
                <a:gd name="T54" fmla="*/ 90 w 94"/>
                <a:gd name="T55" fmla="*/ 28 h 52"/>
                <a:gd name="T56" fmla="*/ 94 w 94"/>
                <a:gd name="T57" fmla="*/ 36 h 52"/>
                <a:gd name="T58" fmla="*/ 94 w 94"/>
                <a:gd name="T59" fmla="*/ 46 h 52"/>
                <a:gd name="T60" fmla="*/ 94 w 94"/>
                <a:gd name="T61" fmla="*/ 46 h 52"/>
                <a:gd name="T62" fmla="*/ 94 w 94"/>
                <a:gd name="T63" fmla="*/ 52 h 52"/>
                <a:gd name="T64" fmla="*/ 94 w 94"/>
                <a:gd name="T65" fmla="*/ 52 h 52"/>
                <a:gd name="T66" fmla="*/ 92 w 94"/>
                <a:gd name="T67" fmla="*/ 44 h 52"/>
                <a:gd name="T68" fmla="*/ 88 w 94"/>
                <a:gd name="T69" fmla="*/ 36 h 52"/>
                <a:gd name="T70" fmla="*/ 84 w 94"/>
                <a:gd name="T71" fmla="*/ 28 h 52"/>
                <a:gd name="T72" fmla="*/ 78 w 94"/>
                <a:gd name="T73" fmla="*/ 22 h 52"/>
                <a:gd name="T74" fmla="*/ 72 w 94"/>
                <a:gd name="T75" fmla="*/ 18 h 52"/>
                <a:gd name="T76" fmla="*/ 64 w 94"/>
                <a:gd name="T77" fmla="*/ 14 h 52"/>
                <a:gd name="T78" fmla="*/ 56 w 94"/>
                <a:gd name="T79" fmla="*/ 12 h 52"/>
                <a:gd name="T80" fmla="*/ 48 w 94"/>
                <a:gd name="T81" fmla="*/ 12 h 52"/>
                <a:gd name="T82" fmla="*/ 48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8" y="12"/>
                  </a:moveTo>
                  <a:lnTo>
                    <a:pt x="48" y="12"/>
                  </a:lnTo>
                  <a:lnTo>
                    <a:pt x="38" y="12"/>
                  </a:lnTo>
                  <a:lnTo>
                    <a:pt x="30" y="14"/>
                  </a:lnTo>
                  <a:lnTo>
                    <a:pt x="24" y="18"/>
                  </a:lnTo>
                  <a:lnTo>
                    <a:pt x="16" y="22"/>
                  </a:lnTo>
                  <a:lnTo>
                    <a:pt x="10" y="28"/>
                  </a:lnTo>
                  <a:lnTo>
                    <a:pt x="6" y="36"/>
                  </a:lnTo>
                  <a:lnTo>
                    <a:pt x="2" y="44"/>
                  </a:lnTo>
                  <a:lnTo>
                    <a:pt x="0" y="52"/>
                  </a:lnTo>
                  <a:lnTo>
                    <a:pt x="0" y="52"/>
                  </a:lnTo>
                  <a:lnTo>
                    <a:pt x="0" y="46"/>
                  </a:lnTo>
                  <a:lnTo>
                    <a:pt x="0" y="46"/>
                  </a:lnTo>
                  <a:lnTo>
                    <a:pt x="2" y="36"/>
                  </a:lnTo>
                  <a:lnTo>
                    <a:pt x="4" y="28"/>
                  </a:lnTo>
                  <a:lnTo>
                    <a:pt x="8" y="20"/>
                  </a:lnTo>
                  <a:lnTo>
                    <a:pt x="14" y="14"/>
                  </a:lnTo>
                  <a:lnTo>
                    <a:pt x="22" y="8"/>
                  </a:lnTo>
                  <a:lnTo>
                    <a:pt x="30" y="4"/>
                  </a:lnTo>
                  <a:lnTo>
                    <a:pt x="38" y="0"/>
                  </a:lnTo>
                  <a:lnTo>
                    <a:pt x="48" y="0"/>
                  </a:lnTo>
                  <a:lnTo>
                    <a:pt x="48" y="0"/>
                  </a:lnTo>
                  <a:lnTo>
                    <a:pt x="56" y="0"/>
                  </a:lnTo>
                  <a:lnTo>
                    <a:pt x="66" y="4"/>
                  </a:lnTo>
                  <a:lnTo>
                    <a:pt x="74" y="8"/>
                  </a:lnTo>
                  <a:lnTo>
                    <a:pt x="80" y="14"/>
                  </a:lnTo>
                  <a:lnTo>
                    <a:pt x="86" y="20"/>
                  </a:lnTo>
                  <a:lnTo>
                    <a:pt x="90" y="28"/>
                  </a:lnTo>
                  <a:lnTo>
                    <a:pt x="94" y="36"/>
                  </a:lnTo>
                  <a:lnTo>
                    <a:pt x="94" y="46"/>
                  </a:lnTo>
                  <a:lnTo>
                    <a:pt x="94" y="46"/>
                  </a:lnTo>
                  <a:lnTo>
                    <a:pt x="94" y="52"/>
                  </a:lnTo>
                  <a:lnTo>
                    <a:pt x="94" y="52"/>
                  </a:lnTo>
                  <a:lnTo>
                    <a:pt x="92" y="44"/>
                  </a:lnTo>
                  <a:lnTo>
                    <a:pt x="88" y="36"/>
                  </a:lnTo>
                  <a:lnTo>
                    <a:pt x="84" y="28"/>
                  </a:lnTo>
                  <a:lnTo>
                    <a:pt x="78" y="22"/>
                  </a:lnTo>
                  <a:lnTo>
                    <a:pt x="72" y="18"/>
                  </a:lnTo>
                  <a:lnTo>
                    <a:pt x="64" y="14"/>
                  </a:lnTo>
                  <a:lnTo>
                    <a:pt x="56" y="12"/>
                  </a:lnTo>
                  <a:lnTo>
                    <a:pt x="48" y="12"/>
                  </a:lnTo>
                  <a:lnTo>
                    <a:pt x="48"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7" name="Rectangle 140"/>
            <p:cNvSpPr>
              <a:spLocks noChangeArrowheads="1"/>
            </p:cNvSpPr>
            <p:nvPr/>
          </p:nvSpPr>
          <p:spPr bwMode="auto">
            <a:xfrm>
              <a:off x="3253921" y="4389211"/>
              <a:ext cx="590550" cy="107950"/>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8" name="Rectangle 141"/>
            <p:cNvSpPr>
              <a:spLocks noChangeArrowheads="1"/>
            </p:cNvSpPr>
            <p:nvPr/>
          </p:nvSpPr>
          <p:spPr bwMode="auto">
            <a:xfrm>
              <a:off x="3523796" y="4497161"/>
              <a:ext cx="41275" cy="860425"/>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9" name="Rectangle 142"/>
            <p:cNvSpPr>
              <a:spLocks noChangeArrowheads="1"/>
            </p:cNvSpPr>
            <p:nvPr/>
          </p:nvSpPr>
          <p:spPr bwMode="auto">
            <a:xfrm>
              <a:off x="3501571" y="4582886"/>
              <a:ext cx="85725" cy="29845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0" name="Rectangle 143"/>
            <p:cNvSpPr>
              <a:spLocks noChangeArrowheads="1"/>
            </p:cNvSpPr>
            <p:nvPr/>
          </p:nvSpPr>
          <p:spPr bwMode="auto">
            <a:xfrm>
              <a:off x="3517446" y="5027386"/>
              <a:ext cx="53975" cy="298450"/>
            </a:xfrm>
            <a:prstGeom prst="rect">
              <a:avLst/>
            </a:prstGeom>
            <a:solidFill>
              <a:srgbClr val="36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1" name="Rectangle 144"/>
            <p:cNvSpPr>
              <a:spLocks noChangeArrowheads="1"/>
            </p:cNvSpPr>
            <p:nvPr/>
          </p:nvSpPr>
          <p:spPr bwMode="auto">
            <a:xfrm>
              <a:off x="3501571" y="5113111"/>
              <a:ext cx="85725" cy="29845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2" name="Freeform 145"/>
            <p:cNvSpPr>
              <a:spLocks/>
            </p:cNvSpPr>
            <p:nvPr/>
          </p:nvSpPr>
          <p:spPr bwMode="auto">
            <a:xfrm>
              <a:off x="3076121" y="4271736"/>
              <a:ext cx="936625" cy="180975"/>
            </a:xfrm>
            <a:custGeom>
              <a:avLst/>
              <a:gdLst>
                <a:gd name="T0" fmla="*/ 2 w 590"/>
                <a:gd name="T1" fmla="*/ 4 h 114"/>
                <a:gd name="T2" fmla="*/ 2 w 590"/>
                <a:gd name="T3" fmla="*/ 4 h 114"/>
                <a:gd name="T4" fmla="*/ 0 w 590"/>
                <a:gd name="T5" fmla="*/ 12 h 114"/>
                <a:gd name="T6" fmla="*/ 0 w 590"/>
                <a:gd name="T7" fmla="*/ 24 h 114"/>
                <a:gd name="T8" fmla="*/ 2 w 590"/>
                <a:gd name="T9" fmla="*/ 46 h 114"/>
                <a:gd name="T10" fmla="*/ 2 w 590"/>
                <a:gd name="T11" fmla="*/ 46 h 114"/>
                <a:gd name="T12" fmla="*/ 2 w 590"/>
                <a:gd name="T13" fmla="*/ 52 h 114"/>
                <a:gd name="T14" fmla="*/ 8 w 590"/>
                <a:gd name="T15" fmla="*/ 60 h 114"/>
                <a:gd name="T16" fmla="*/ 14 w 590"/>
                <a:gd name="T17" fmla="*/ 66 h 114"/>
                <a:gd name="T18" fmla="*/ 24 w 590"/>
                <a:gd name="T19" fmla="*/ 72 h 114"/>
                <a:gd name="T20" fmla="*/ 36 w 590"/>
                <a:gd name="T21" fmla="*/ 78 h 114"/>
                <a:gd name="T22" fmla="*/ 52 w 590"/>
                <a:gd name="T23" fmla="*/ 84 h 114"/>
                <a:gd name="T24" fmla="*/ 88 w 590"/>
                <a:gd name="T25" fmla="*/ 94 h 114"/>
                <a:gd name="T26" fmla="*/ 130 w 590"/>
                <a:gd name="T27" fmla="*/ 102 h 114"/>
                <a:gd name="T28" fmla="*/ 180 w 590"/>
                <a:gd name="T29" fmla="*/ 110 h 114"/>
                <a:gd name="T30" fmla="*/ 236 w 590"/>
                <a:gd name="T31" fmla="*/ 114 h 114"/>
                <a:gd name="T32" fmla="*/ 296 w 590"/>
                <a:gd name="T33" fmla="*/ 114 h 114"/>
                <a:gd name="T34" fmla="*/ 296 w 590"/>
                <a:gd name="T35" fmla="*/ 114 h 114"/>
                <a:gd name="T36" fmla="*/ 354 w 590"/>
                <a:gd name="T37" fmla="*/ 114 h 114"/>
                <a:gd name="T38" fmla="*/ 410 w 590"/>
                <a:gd name="T39" fmla="*/ 110 h 114"/>
                <a:gd name="T40" fmla="*/ 460 w 590"/>
                <a:gd name="T41" fmla="*/ 102 h 114"/>
                <a:gd name="T42" fmla="*/ 502 w 590"/>
                <a:gd name="T43" fmla="*/ 94 h 114"/>
                <a:gd name="T44" fmla="*/ 538 w 590"/>
                <a:gd name="T45" fmla="*/ 84 h 114"/>
                <a:gd name="T46" fmla="*/ 554 w 590"/>
                <a:gd name="T47" fmla="*/ 78 h 114"/>
                <a:gd name="T48" fmla="*/ 566 w 590"/>
                <a:gd name="T49" fmla="*/ 72 h 114"/>
                <a:gd name="T50" fmla="*/ 576 w 590"/>
                <a:gd name="T51" fmla="*/ 66 h 114"/>
                <a:gd name="T52" fmla="*/ 582 w 590"/>
                <a:gd name="T53" fmla="*/ 60 h 114"/>
                <a:gd name="T54" fmla="*/ 588 w 590"/>
                <a:gd name="T55" fmla="*/ 52 h 114"/>
                <a:gd name="T56" fmla="*/ 588 w 590"/>
                <a:gd name="T57" fmla="*/ 46 h 114"/>
                <a:gd name="T58" fmla="*/ 588 w 590"/>
                <a:gd name="T59" fmla="*/ 46 h 114"/>
                <a:gd name="T60" fmla="*/ 590 w 590"/>
                <a:gd name="T61" fmla="*/ 22 h 114"/>
                <a:gd name="T62" fmla="*/ 590 w 590"/>
                <a:gd name="T63" fmla="*/ 8 h 114"/>
                <a:gd name="T64" fmla="*/ 588 w 590"/>
                <a:gd name="T65" fmla="*/ 0 h 114"/>
                <a:gd name="T66" fmla="*/ 2 w 590"/>
                <a:gd name="T67" fmla="*/ 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0" h="114">
                  <a:moveTo>
                    <a:pt x="2" y="4"/>
                  </a:moveTo>
                  <a:lnTo>
                    <a:pt x="2" y="4"/>
                  </a:lnTo>
                  <a:lnTo>
                    <a:pt x="0" y="12"/>
                  </a:lnTo>
                  <a:lnTo>
                    <a:pt x="0" y="24"/>
                  </a:lnTo>
                  <a:lnTo>
                    <a:pt x="2" y="46"/>
                  </a:lnTo>
                  <a:lnTo>
                    <a:pt x="2" y="46"/>
                  </a:lnTo>
                  <a:lnTo>
                    <a:pt x="2" y="52"/>
                  </a:lnTo>
                  <a:lnTo>
                    <a:pt x="8" y="60"/>
                  </a:lnTo>
                  <a:lnTo>
                    <a:pt x="14" y="66"/>
                  </a:lnTo>
                  <a:lnTo>
                    <a:pt x="24" y="72"/>
                  </a:lnTo>
                  <a:lnTo>
                    <a:pt x="36" y="78"/>
                  </a:lnTo>
                  <a:lnTo>
                    <a:pt x="52" y="84"/>
                  </a:lnTo>
                  <a:lnTo>
                    <a:pt x="88" y="94"/>
                  </a:lnTo>
                  <a:lnTo>
                    <a:pt x="130" y="102"/>
                  </a:lnTo>
                  <a:lnTo>
                    <a:pt x="180" y="110"/>
                  </a:lnTo>
                  <a:lnTo>
                    <a:pt x="236" y="114"/>
                  </a:lnTo>
                  <a:lnTo>
                    <a:pt x="296" y="114"/>
                  </a:lnTo>
                  <a:lnTo>
                    <a:pt x="296" y="114"/>
                  </a:lnTo>
                  <a:lnTo>
                    <a:pt x="354" y="114"/>
                  </a:lnTo>
                  <a:lnTo>
                    <a:pt x="410" y="110"/>
                  </a:lnTo>
                  <a:lnTo>
                    <a:pt x="460" y="102"/>
                  </a:lnTo>
                  <a:lnTo>
                    <a:pt x="502" y="94"/>
                  </a:lnTo>
                  <a:lnTo>
                    <a:pt x="538" y="84"/>
                  </a:lnTo>
                  <a:lnTo>
                    <a:pt x="554" y="78"/>
                  </a:lnTo>
                  <a:lnTo>
                    <a:pt x="566" y="72"/>
                  </a:lnTo>
                  <a:lnTo>
                    <a:pt x="576" y="66"/>
                  </a:lnTo>
                  <a:lnTo>
                    <a:pt x="582" y="60"/>
                  </a:lnTo>
                  <a:lnTo>
                    <a:pt x="588" y="52"/>
                  </a:lnTo>
                  <a:lnTo>
                    <a:pt x="588" y="46"/>
                  </a:lnTo>
                  <a:lnTo>
                    <a:pt x="588" y="46"/>
                  </a:lnTo>
                  <a:lnTo>
                    <a:pt x="590" y="22"/>
                  </a:lnTo>
                  <a:lnTo>
                    <a:pt x="590" y="8"/>
                  </a:lnTo>
                  <a:lnTo>
                    <a:pt x="588" y="0"/>
                  </a:lnTo>
                  <a:lnTo>
                    <a:pt x="2" y="4"/>
                  </a:lnTo>
                  <a:close/>
                </a:path>
              </a:pathLst>
            </a:custGeom>
            <a:solidFill>
              <a:srgbClr val="6E6F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3" name="Freeform 146"/>
            <p:cNvSpPr>
              <a:spLocks/>
            </p:cNvSpPr>
            <p:nvPr/>
          </p:nvSpPr>
          <p:spPr bwMode="auto">
            <a:xfrm>
              <a:off x="3079296" y="4166961"/>
              <a:ext cx="930275" cy="222250"/>
            </a:xfrm>
            <a:custGeom>
              <a:avLst/>
              <a:gdLst>
                <a:gd name="T0" fmla="*/ 586 w 586"/>
                <a:gd name="T1" fmla="*/ 70 h 140"/>
                <a:gd name="T2" fmla="*/ 586 w 586"/>
                <a:gd name="T3" fmla="*/ 70 h 140"/>
                <a:gd name="T4" fmla="*/ 586 w 586"/>
                <a:gd name="T5" fmla="*/ 76 h 140"/>
                <a:gd name="T6" fmla="*/ 580 w 586"/>
                <a:gd name="T7" fmla="*/ 84 h 140"/>
                <a:gd name="T8" fmla="*/ 574 w 586"/>
                <a:gd name="T9" fmla="*/ 90 h 140"/>
                <a:gd name="T10" fmla="*/ 564 w 586"/>
                <a:gd name="T11" fmla="*/ 96 h 140"/>
                <a:gd name="T12" fmla="*/ 552 w 586"/>
                <a:gd name="T13" fmla="*/ 102 h 140"/>
                <a:gd name="T14" fmla="*/ 536 w 586"/>
                <a:gd name="T15" fmla="*/ 108 h 140"/>
                <a:gd name="T16" fmla="*/ 500 w 586"/>
                <a:gd name="T17" fmla="*/ 118 h 140"/>
                <a:gd name="T18" fmla="*/ 458 w 586"/>
                <a:gd name="T19" fmla="*/ 128 h 140"/>
                <a:gd name="T20" fmla="*/ 408 w 586"/>
                <a:gd name="T21" fmla="*/ 134 h 140"/>
                <a:gd name="T22" fmla="*/ 352 w 586"/>
                <a:gd name="T23" fmla="*/ 138 h 140"/>
                <a:gd name="T24" fmla="*/ 294 w 586"/>
                <a:gd name="T25" fmla="*/ 140 h 140"/>
                <a:gd name="T26" fmla="*/ 294 w 586"/>
                <a:gd name="T27" fmla="*/ 140 h 140"/>
                <a:gd name="T28" fmla="*/ 234 w 586"/>
                <a:gd name="T29" fmla="*/ 138 h 140"/>
                <a:gd name="T30" fmla="*/ 178 w 586"/>
                <a:gd name="T31" fmla="*/ 134 h 140"/>
                <a:gd name="T32" fmla="*/ 128 w 586"/>
                <a:gd name="T33" fmla="*/ 128 h 140"/>
                <a:gd name="T34" fmla="*/ 86 w 586"/>
                <a:gd name="T35" fmla="*/ 118 h 140"/>
                <a:gd name="T36" fmla="*/ 50 w 586"/>
                <a:gd name="T37" fmla="*/ 108 h 140"/>
                <a:gd name="T38" fmla="*/ 34 w 586"/>
                <a:gd name="T39" fmla="*/ 102 h 140"/>
                <a:gd name="T40" fmla="*/ 22 w 586"/>
                <a:gd name="T41" fmla="*/ 96 h 140"/>
                <a:gd name="T42" fmla="*/ 12 w 586"/>
                <a:gd name="T43" fmla="*/ 90 h 140"/>
                <a:gd name="T44" fmla="*/ 6 w 586"/>
                <a:gd name="T45" fmla="*/ 84 h 140"/>
                <a:gd name="T46" fmla="*/ 0 w 586"/>
                <a:gd name="T47" fmla="*/ 76 h 140"/>
                <a:gd name="T48" fmla="*/ 0 w 586"/>
                <a:gd name="T49" fmla="*/ 70 h 140"/>
                <a:gd name="T50" fmla="*/ 0 w 586"/>
                <a:gd name="T51" fmla="*/ 70 h 140"/>
                <a:gd name="T52" fmla="*/ 0 w 586"/>
                <a:gd name="T53" fmla="*/ 62 h 140"/>
                <a:gd name="T54" fmla="*/ 6 w 586"/>
                <a:gd name="T55" fmla="*/ 56 h 140"/>
                <a:gd name="T56" fmla="*/ 12 w 586"/>
                <a:gd name="T57" fmla="*/ 50 h 140"/>
                <a:gd name="T58" fmla="*/ 22 w 586"/>
                <a:gd name="T59" fmla="*/ 42 h 140"/>
                <a:gd name="T60" fmla="*/ 34 w 586"/>
                <a:gd name="T61" fmla="*/ 36 h 140"/>
                <a:gd name="T62" fmla="*/ 50 w 586"/>
                <a:gd name="T63" fmla="*/ 30 h 140"/>
                <a:gd name="T64" fmla="*/ 86 w 586"/>
                <a:gd name="T65" fmla="*/ 20 h 140"/>
                <a:gd name="T66" fmla="*/ 128 w 586"/>
                <a:gd name="T67" fmla="*/ 12 h 140"/>
                <a:gd name="T68" fmla="*/ 178 w 586"/>
                <a:gd name="T69" fmla="*/ 6 h 140"/>
                <a:gd name="T70" fmla="*/ 234 w 586"/>
                <a:gd name="T71" fmla="*/ 2 h 140"/>
                <a:gd name="T72" fmla="*/ 294 w 586"/>
                <a:gd name="T73" fmla="*/ 0 h 140"/>
                <a:gd name="T74" fmla="*/ 294 w 586"/>
                <a:gd name="T75" fmla="*/ 0 h 140"/>
                <a:gd name="T76" fmla="*/ 352 w 586"/>
                <a:gd name="T77" fmla="*/ 2 h 140"/>
                <a:gd name="T78" fmla="*/ 408 w 586"/>
                <a:gd name="T79" fmla="*/ 6 h 140"/>
                <a:gd name="T80" fmla="*/ 458 w 586"/>
                <a:gd name="T81" fmla="*/ 12 h 140"/>
                <a:gd name="T82" fmla="*/ 500 w 586"/>
                <a:gd name="T83" fmla="*/ 20 h 140"/>
                <a:gd name="T84" fmla="*/ 536 w 586"/>
                <a:gd name="T85" fmla="*/ 30 h 140"/>
                <a:gd name="T86" fmla="*/ 552 w 586"/>
                <a:gd name="T87" fmla="*/ 36 h 140"/>
                <a:gd name="T88" fmla="*/ 564 w 586"/>
                <a:gd name="T89" fmla="*/ 42 h 140"/>
                <a:gd name="T90" fmla="*/ 574 w 586"/>
                <a:gd name="T91" fmla="*/ 50 h 140"/>
                <a:gd name="T92" fmla="*/ 580 w 586"/>
                <a:gd name="T93" fmla="*/ 56 h 140"/>
                <a:gd name="T94" fmla="*/ 586 w 586"/>
                <a:gd name="T95" fmla="*/ 62 h 140"/>
                <a:gd name="T96" fmla="*/ 586 w 586"/>
                <a:gd name="T97" fmla="*/ 70 h 140"/>
                <a:gd name="T98" fmla="*/ 586 w 586"/>
                <a:gd name="T99" fmla="*/ 7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6" h="140">
                  <a:moveTo>
                    <a:pt x="586" y="70"/>
                  </a:moveTo>
                  <a:lnTo>
                    <a:pt x="586" y="70"/>
                  </a:lnTo>
                  <a:lnTo>
                    <a:pt x="586" y="76"/>
                  </a:lnTo>
                  <a:lnTo>
                    <a:pt x="580" y="84"/>
                  </a:lnTo>
                  <a:lnTo>
                    <a:pt x="574" y="90"/>
                  </a:lnTo>
                  <a:lnTo>
                    <a:pt x="564" y="96"/>
                  </a:lnTo>
                  <a:lnTo>
                    <a:pt x="552" y="102"/>
                  </a:lnTo>
                  <a:lnTo>
                    <a:pt x="536" y="108"/>
                  </a:lnTo>
                  <a:lnTo>
                    <a:pt x="500" y="118"/>
                  </a:lnTo>
                  <a:lnTo>
                    <a:pt x="458" y="128"/>
                  </a:lnTo>
                  <a:lnTo>
                    <a:pt x="408" y="134"/>
                  </a:lnTo>
                  <a:lnTo>
                    <a:pt x="352" y="138"/>
                  </a:lnTo>
                  <a:lnTo>
                    <a:pt x="294" y="140"/>
                  </a:lnTo>
                  <a:lnTo>
                    <a:pt x="294" y="140"/>
                  </a:lnTo>
                  <a:lnTo>
                    <a:pt x="234" y="138"/>
                  </a:lnTo>
                  <a:lnTo>
                    <a:pt x="178" y="134"/>
                  </a:lnTo>
                  <a:lnTo>
                    <a:pt x="128" y="128"/>
                  </a:lnTo>
                  <a:lnTo>
                    <a:pt x="86" y="118"/>
                  </a:lnTo>
                  <a:lnTo>
                    <a:pt x="50" y="108"/>
                  </a:lnTo>
                  <a:lnTo>
                    <a:pt x="34" y="102"/>
                  </a:lnTo>
                  <a:lnTo>
                    <a:pt x="22" y="96"/>
                  </a:lnTo>
                  <a:lnTo>
                    <a:pt x="12" y="90"/>
                  </a:lnTo>
                  <a:lnTo>
                    <a:pt x="6" y="84"/>
                  </a:lnTo>
                  <a:lnTo>
                    <a:pt x="0" y="76"/>
                  </a:lnTo>
                  <a:lnTo>
                    <a:pt x="0" y="70"/>
                  </a:lnTo>
                  <a:lnTo>
                    <a:pt x="0" y="70"/>
                  </a:lnTo>
                  <a:lnTo>
                    <a:pt x="0" y="62"/>
                  </a:lnTo>
                  <a:lnTo>
                    <a:pt x="6" y="56"/>
                  </a:lnTo>
                  <a:lnTo>
                    <a:pt x="12" y="50"/>
                  </a:lnTo>
                  <a:lnTo>
                    <a:pt x="22" y="42"/>
                  </a:lnTo>
                  <a:lnTo>
                    <a:pt x="34" y="36"/>
                  </a:lnTo>
                  <a:lnTo>
                    <a:pt x="50" y="30"/>
                  </a:lnTo>
                  <a:lnTo>
                    <a:pt x="86" y="20"/>
                  </a:lnTo>
                  <a:lnTo>
                    <a:pt x="128" y="12"/>
                  </a:lnTo>
                  <a:lnTo>
                    <a:pt x="178" y="6"/>
                  </a:lnTo>
                  <a:lnTo>
                    <a:pt x="234" y="2"/>
                  </a:lnTo>
                  <a:lnTo>
                    <a:pt x="294" y="0"/>
                  </a:lnTo>
                  <a:lnTo>
                    <a:pt x="294" y="0"/>
                  </a:lnTo>
                  <a:lnTo>
                    <a:pt x="352" y="2"/>
                  </a:lnTo>
                  <a:lnTo>
                    <a:pt x="408" y="6"/>
                  </a:lnTo>
                  <a:lnTo>
                    <a:pt x="458" y="12"/>
                  </a:lnTo>
                  <a:lnTo>
                    <a:pt x="500" y="20"/>
                  </a:lnTo>
                  <a:lnTo>
                    <a:pt x="536" y="30"/>
                  </a:lnTo>
                  <a:lnTo>
                    <a:pt x="552" y="36"/>
                  </a:lnTo>
                  <a:lnTo>
                    <a:pt x="564" y="42"/>
                  </a:lnTo>
                  <a:lnTo>
                    <a:pt x="574" y="50"/>
                  </a:lnTo>
                  <a:lnTo>
                    <a:pt x="580" y="56"/>
                  </a:lnTo>
                  <a:lnTo>
                    <a:pt x="586" y="62"/>
                  </a:lnTo>
                  <a:lnTo>
                    <a:pt x="586" y="70"/>
                  </a:lnTo>
                  <a:lnTo>
                    <a:pt x="586" y="70"/>
                  </a:lnTo>
                  <a:close/>
                </a:path>
              </a:pathLst>
            </a:custGeom>
            <a:solidFill>
              <a:srgbClr val="A6A8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4" name="Freeform 147"/>
            <p:cNvSpPr>
              <a:spLocks/>
            </p:cNvSpPr>
            <p:nvPr/>
          </p:nvSpPr>
          <p:spPr bwMode="auto">
            <a:xfrm>
              <a:off x="3838121" y="3373211"/>
              <a:ext cx="438150" cy="409575"/>
            </a:xfrm>
            <a:custGeom>
              <a:avLst/>
              <a:gdLst>
                <a:gd name="T0" fmla="*/ 156 w 276"/>
                <a:gd name="T1" fmla="*/ 234 h 258"/>
                <a:gd name="T2" fmla="*/ 156 w 276"/>
                <a:gd name="T3" fmla="*/ 234 h 258"/>
                <a:gd name="T4" fmla="*/ 172 w 276"/>
                <a:gd name="T5" fmla="*/ 244 h 258"/>
                <a:gd name="T6" fmla="*/ 188 w 276"/>
                <a:gd name="T7" fmla="*/ 250 h 258"/>
                <a:gd name="T8" fmla="*/ 202 w 276"/>
                <a:gd name="T9" fmla="*/ 254 h 258"/>
                <a:gd name="T10" fmla="*/ 214 w 276"/>
                <a:gd name="T11" fmla="*/ 256 h 258"/>
                <a:gd name="T12" fmla="*/ 226 w 276"/>
                <a:gd name="T13" fmla="*/ 258 h 258"/>
                <a:gd name="T14" fmla="*/ 236 w 276"/>
                <a:gd name="T15" fmla="*/ 256 h 258"/>
                <a:gd name="T16" fmla="*/ 244 w 276"/>
                <a:gd name="T17" fmla="*/ 254 h 258"/>
                <a:gd name="T18" fmla="*/ 252 w 276"/>
                <a:gd name="T19" fmla="*/ 252 h 258"/>
                <a:gd name="T20" fmla="*/ 262 w 276"/>
                <a:gd name="T21" fmla="*/ 244 h 258"/>
                <a:gd name="T22" fmla="*/ 270 w 276"/>
                <a:gd name="T23" fmla="*/ 234 h 258"/>
                <a:gd name="T24" fmla="*/ 276 w 276"/>
                <a:gd name="T25" fmla="*/ 226 h 258"/>
                <a:gd name="T26" fmla="*/ 140 w 276"/>
                <a:gd name="T27" fmla="*/ 0 h 258"/>
                <a:gd name="T28" fmla="*/ 0 w 276"/>
                <a:gd name="T29" fmla="*/ 60 h 258"/>
                <a:gd name="T30" fmla="*/ 0 w 276"/>
                <a:gd name="T31" fmla="*/ 60 h 258"/>
                <a:gd name="T32" fmla="*/ 10 w 276"/>
                <a:gd name="T33" fmla="*/ 82 h 258"/>
                <a:gd name="T34" fmla="*/ 22 w 276"/>
                <a:gd name="T35" fmla="*/ 104 h 258"/>
                <a:gd name="T36" fmla="*/ 40 w 276"/>
                <a:gd name="T37" fmla="*/ 130 h 258"/>
                <a:gd name="T38" fmla="*/ 62 w 276"/>
                <a:gd name="T39" fmla="*/ 158 h 258"/>
                <a:gd name="T40" fmla="*/ 88 w 276"/>
                <a:gd name="T41" fmla="*/ 188 h 258"/>
                <a:gd name="T42" fmla="*/ 104 w 276"/>
                <a:gd name="T43" fmla="*/ 200 h 258"/>
                <a:gd name="T44" fmla="*/ 120 w 276"/>
                <a:gd name="T45" fmla="*/ 212 h 258"/>
                <a:gd name="T46" fmla="*/ 138 w 276"/>
                <a:gd name="T47" fmla="*/ 224 h 258"/>
                <a:gd name="T48" fmla="*/ 156 w 276"/>
                <a:gd name="T49" fmla="*/ 234 h 258"/>
                <a:gd name="T50" fmla="*/ 156 w 276"/>
                <a:gd name="T51"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6" h="258">
                  <a:moveTo>
                    <a:pt x="156" y="234"/>
                  </a:moveTo>
                  <a:lnTo>
                    <a:pt x="156" y="234"/>
                  </a:lnTo>
                  <a:lnTo>
                    <a:pt x="172" y="244"/>
                  </a:lnTo>
                  <a:lnTo>
                    <a:pt x="188" y="250"/>
                  </a:lnTo>
                  <a:lnTo>
                    <a:pt x="202" y="254"/>
                  </a:lnTo>
                  <a:lnTo>
                    <a:pt x="214" y="256"/>
                  </a:lnTo>
                  <a:lnTo>
                    <a:pt x="226" y="258"/>
                  </a:lnTo>
                  <a:lnTo>
                    <a:pt x="236" y="256"/>
                  </a:lnTo>
                  <a:lnTo>
                    <a:pt x="244" y="254"/>
                  </a:lnTo>
                  <a:lnTo>
                    <a:pt x="252" y="252"/>
                  </a:lnTo>
                  <a:lnTo>
                    <a:pt x="262" y="244"/>
                  </a:lnTo>
                  <a:lnTo>
                    <a:pt x="270" y="234"/>
                  </a:lnTo>
                  <a:lnTo>
                    <a:pt x="276" y="226"/>
                  </a:lnTo>
                  <a:lnTo>
                    <a:pt x="140" y="0"/>
                  </a:lnTo>
                  <a:lnTo>
                    <a:pt x="0" y="60"/>
                  </a:lnTo>
                  <a:lnTo>
                    <a:pt x="0" y="60"/>
                  </a:lnTo>
                  <a:lnTo>
                    <a:pt x="10" y="82"/>
                  </a:lnTo>
                  <a:lnTo>
                    <a:pt x="22" y="104"/>
                  </a:lnTo>
                  <a:lnTo>
                    <a:pt x="40" y="130"/>
                  </a:lnTo>
                  <a:lnTo>
                    <a:pt x="62" y="158"/>
                  </a:lnTo>
                  <a:lnTo>
                    <a:pt x="88" y="188"/>
                  </a:lnTo>
                  <a:lnTo>
                    <a:pt x="104" y="200"/>
                  </a:lnTo>
                  <a:lnTo>
                    <a:pt x="120" y="212"/>
                  </a:lnTo>
                  <a:lnTo>
                    <a:pt x="138" y="224"/>
                  </a:lnTo>
                  <a:lnTo>
                    <a:pt x="156" y="234"/>
                  </a:lnTo>
                  <a:lnTo>
                    <a:pt x="156" y="23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5" name="Freeform 148"/>
            <p:cNvSpPr>
              <a:spLocks/>
            </p:cNvSpPr>
            <p:nvPr/>
          </p:nvSpPr>
          <p:spPr bwMode="auto">
            <a:xfrm>
              <a:off x="3441246" y="2925536"/>
              <a:ext cx="190500" cy="155575"/>
            </a:xfrm>
            <a:custGeom>
              <a:avLst/>
              <a:gdLst>
                <a:gd name="T0" fmla="*/ 10 w 120"/>
                <a:gd name="T1" fmla="*/ 0 h 98"/>
                <a:gd name="T2" fmla="*/ 112 w 120"/>
                <a:gd name="T3" fmla="*/ 0 h 98"/>
                <a:gd name="T4" fmla="*/ 112 w 120"/>
                <a:gd name="T5" fmla="*/ 0 h 98"/>
                <a:gd name="T6" fmla="*/ 108 w 120"/>
                <a:gd name="T7" fmla="*/ 8 h 98"/>
                <a:gd name="T8" fmla="*/ 106 w 120"/>
                <a:gd name="T9" fmla="*/ 32 h 98"/>
                <a:gd name="T10" fmla="*/ 106 w 120"/>
                <a:gd name="T11" fmla="*/ 46 h 98"/>
                <a:gd name="T12" fmla="*/ 108 w 120"/>
                <a:gd name="T13" fmla="*/ 64 h 98"/>
                <a:gd name="T14" fmla="*/ 112 w 120"/>
                <a:gd name="T15" fmla="*/ 80 h 98"/>
                <a:gd name="T16" fmla="*/ 120 w 120"/>
                <a:gd name="T17" fmla="*/ 98 h 98"/>
                <a:gd name="T18" fmla="*/ 0 w 120"/>
                <a:gd name="T19" fmla="*/ 98 h 98"/>
                <a:gd name="T20" fmla="*/ 0 w 120"/>
                <a:gd name="T21" fmla="*/ 98 h 98"/>
                <a:gd name="T22" fmla="*/ 6 w 120"/>
                <a:gd name="T23" fmla="*/ 92 h 98"/>
                <a:gd name="T24" fmla="*/ 10 w 120"/>
                <a:gd name="T25" fmla="*/ 86 h 98"/>
                <a:gd name="T26" fmla="*/ 14 w 120"/>
                <a:gd name="T27" fmla="*/ 76 h 98"/>
                <a:gd name="T28" fmla="*/ 18 w 120"/>
                <a:gd name="T29" fmla="*/ 62 h 98"/>
                <a:gd name="T30" fmla="*/ 20 w 120"/>
                <a:gd name="T31" fmla="*/ 46 h 98"/>
                <a:gd name="T32" fmla="*/ 16 w 120"/>
                <a:gd name="T33" fmla="*/ 24 h 98"/>
                <a:gd name="T34" fmla="*/ 10 w 120"/>
                <a:gd name="T35" fmla="*/ 0 h 98"/>
                <a:gd name="T36" fmla="*/ 10 w 120"/>
                <a:gd name="T3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0" h="98">
                  <a:moveTo>
                    <a:pt x="10" y="0"/>
                  </a:moveTo>
                  <a:lnTo>
                    <a:pt x="112" y="0"/>
                  </a:lnTo>
                  <a:lnTo>
                    <a:pt x="112" y="0"/>
                  </a:lnTo>
                  <a:lnTo>
                    <a:pt x="108" y="8"/>
                  </a:lnTo>
                  <a:lnTo>
                    <a:pt x="106" y="32"/>
                  </a:lnTo>
                  <a:lnTo>
                    <a:pt x="106" y="46"/>
                  </a:lnTo>
                  <a:lnTo>
                    <a:pt x="108" y="64"/>
                  </a:lnTo>
                  <a:lnTo>
                    <a:pt x="112" y="80"/>
                  </a:lnTo>
                  <a:lnTo>
                    <a:pt x="120" y="98"/>
                  </a:lnTo>
                  <a:lnTo>
                    <a:pt x="0" y="98"/>
                  </a:lnTo>
                  <a:lnTo>
                    <a:pt x="0" y="98"/>
                  </a:lnTo>
                  <a:lnTo>
                    <a:pt x="6" y="92"/>
                  </a:lnTo>
                  <a:lnTo>
                    <a:pt x="10" y="86"/>
                  </a:lnTo>
                  <a:lnTo>
                    <a:pt x="14" y="76"/>
                  </a:lnTo>
                  <a:lnTo>
                    <a:pt x="18" y="62"/>
                  </a:lnTo>
                  <a:lnTo>
                    <a:pt x="20" y="46"/>
                  </a:lnTo>
                  <a:lnTo>
                    <a:pt x="16" y="24"/>
                  </a:lnTo>
                  <a:lnTo>
                    <a:pt x="10" y="0"/>
                  </a:lnTo>
                  <a:lnTo>
                    <a:pt x="10"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6" name="Freeform 149"/>
            <p:cNvSpPr>
              <a:spLocks/>
            </p:cNvSpPr>
            <p:nvPr/>
          </p:nvSpPr>
          <p:spPr bwMode="auto">
            <a:xfrm>
              <a:off x="3457121" y="2925536"/>
              <a:ext cx="161925" cy="98425"/>
            </a:xfrm>
            <a:custGeom>
              <a:avLst/>
              <a:gdLst>
                <a:gd name="T0" fmla="*/ 0 w 102"/>
                <a:gd name="T1" fmla="*/ 0 h 62"/>
                <a:gd name="T2" fmla="*/ 102 w 102"/>
                <a:gd name="T3" fmla="*/ 0 h 62"/>
                <a:gd name="T4" fmla="*/ 102 w 102"/>
                <a:gd name="T5" fmla="*/ 0 h 62"/>
                <a:gd name="T6" fmla="*/ 100 w 102"/>
                <a:gd name="T7" fmla="*/ 6 h 62"/>
                <a:gd name="T8" fmla="*/ 96 w 102"/>
                <a:gd name="T9" fmla="*/ 20 h 62"/>
                <a:gd name="T10" fmla="*/ 94 w 102"/>
                <a:gd name="T11" fmla="*/ 40 h 62"/>
                <a:gd name="T12" fmla="*/ 96 w 102"/>
                <a:gd name="T13" fmla="*/ 50 h 62"/>
                <a:gd name="T14" fmla="*/ 98 w 102"/>
                <a:gd name="T15" fmla="*/ 62 h 62"/>
                <a:gd name="T16" fmla="*/ 98 w 102"/>
                <a:gd name="T17" fmla="*/ 62 h 62"/>
                <a:gd name="T18" fmla="*/ 88 w 102"/>
                <a:gd name="T19" fmla="*/ 62 h 62"/>
                <a:gd name="T20" fmla="*/ 64 w 102"/>
                <a:gd name="T21" fmla="*/ 56 h 62"/>
                <a:gd name="T22" fmla="*/ 50 w 102"/>
                <a:gd name="T23" fmla="*/ 52 h 62"/>
                <a:gd name="T24" fmla="*/ 34 w 102"/>
                <a:gd name="T25" fmla="*/ 46 h 62"/>
                <a:gd name="T26" fmla="*/ 20 w 102"/>
                <a:gd name="T27" fmla="*/ 40 h 62"/>
                <a:gd name="T28" fmla="*/ 8 w 102"/>
                <a:gd name="T29" fmla="*/ 32 h 62"/>
                <a:gd name="T30" fmla="*/ 8 w 102"/>
                <a:gd name="T31" fmla="*/ 32 h 62"/>
                <a:gd name="T32" fmla="*/ 6 w 102"/>
                <a:gd name="T33" fmla="*/ 22 h 62"/>
                <a:gd name="T34" fmla="*/ 0 w 102"/>
                <a:gd name="T35" fmla="*/ 0 h 62"/>
                <a:gd name="T36" fmla="*/ 0 w 102"/>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62">
                  <a:moveTo>
                    <a:pt x="0" y="0"/>
                  </a:moveTo>
                  <a:lnTo>
                    <a:pt x="102" y="0"/>
                  </a:lnTo>
                  <a:lnTo>
                    <a:pt x="102" y="0"/>
                  </a:lnTo>
                  <a:lnTo>
                    <a:pt x="100" y="6"/>
                  </a:lnTo>
                  <a:lnTo>
                    <a:pt x="96" y="20"/>
                  </a:lnTo>
                  <a:lnTo>
                    <a:pt x="94" y="40"/>
                  </a:lnTo>
                  <a:lnTo>
                    <a:pt x="96" y="50"/>
                  </a:lnTo>
                  <a:lnTo>
                    <a:pt x="98" y="62"/>
                  </a:lnTo>
                  <a:lnTo>
                    <a:pt x="98" y="62"/>
                  </a:lnTo>
                  <a:lnTo>
                    <a:pt x="88" y="62"/>
                  </a:lnTo>
                  <a:lnTo>
                    <a:pt x="64" y="56"/>
                  </a:lnTo>
                  <a:lnTo>
                    <a:pt x="50" y="52"/>
                  </a:lnTo>
                  <a:lnTo>
                    <a:pt x="34" y="46"/>
                  </a:lnTo>
                  <a:lnTo>
                    <a:pt x="20" y="40"/>
                  </a:lnTo>
                  <a:lnTo>
                    <a:pt x="8" y="32"/>
                  </a:lnTo>
                  <a:lnTo>
                    <a:pt x="8" y="32"/>
                  </a:lnTo>
                  <a:lnTo>
                    <a:pt x="6" y="22"/>
                  </a:lnTo>
                  <a:lnTo>
                    <a:pt x="0" y="0"/>
                  </a:lnTo>
                  <a:lnTo>
                    <a:pt x="0" y="0"/>
                  </a:lnTo>
                  <a:close/>
                </a:path>
              </a:pathLst>
            </a:custGeom>
            <a:solidFill>
              <a:srgbClr val="D4A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7" name="Freeform 150"/>
            <p:cNvSpPr>
              <a:spLocks/>
            </p:cNvSpPr>
            <p:nvPr/>
          </p:nvSpPr>
          <p:spPr bwMode="auto">
            <a:xfrm>
              <a:off x="3787321" y="2582636"/>
              <a:ext cx="60325" cy="111125"/>
            </a:xfrm>
            <a:custGeom>
              <a:avLst/>
              <a:gdLst>
                <a:gd name="T0" fmla="*/ 36 w 38"/>
                <a:gd name="T1" fmla="*/ 38 h 70"/>
                <a:gd name="T2" fmla="*/ 36 w 38"/>
                <a:gd name="T3" fmla="*/ 38 h 70"/>
                <a:gd name="T4" fmla="*/ 32 w 38"/>
                <a:gd name="T5" fmla="*/ 52 h 70"/>
                <a:gd name="T6" fmla="*/ 26 w 38"/>
                <a:gd name="T7" fmla="*/ 62 h 70"/>
                <a:gd name="T8" fmla="*/ 18 w 38"/>
                <a:gd name="T9" fmla="*/ 68 h 70"/>
                <a:gd name="T10" fmla="*/ 14 w 38"/>
                <a:gd name="T11" fmla="*/ 70 h 70"/>
                <a:gd name="T12" fmla="*/ 12 w 38"/>
                <a:gd name="T13" fmla="*/ 70 h 70"/>
                <a:gd name="T14" fmla="*/ 12 w 38"/>
                <a:gd name="T15" fmla="*/ 70 h 70"/>
                <a:gd name="T16" fmla="*/ 8 w 38"/>
                <a:gd name="T17" fmla="*/ 68 h 70"/>
                <a:gd name="T18" fmla="*/ 6 w 38"/>
                <a:gd name="T19" fmla="*/ 66 h 70"/>
                <a:gd name="T20" fmla="*/ 2 w 38"/>
                <a:gd name="T21" fmla="*/ 58 h 70"/>
                <a:gd name="T22" fmla="*/ 0 w 38"/>
                <a:gd name="T23" fmla="*/ 46 h 70"/>
                <a:gd name="T24" fmla="*/ 2 w 38"/>
                <a:gd name="T25" fmla="*/ 32 h 70"/>
                <a:gd name="T26" fmla="*/ 2 w 38"/>
                <a:gd name="T27" fmla="*/ 32 h 70"/>
                <a:gd name="T28" fmla="*/ 6 w 38"/>
                <a:gd name="T29" fmla="*/ 18 h 70"/>
                <a:gd name="T30" fmla="*/ 12 w 38"/>
                <a:gd name="T31" fmla="*/ 8 h 70"/>
                <a:gd name="T32" fmla="*/ 18 w 38"/>
                <a:gd name="T33" fmla="*/ 0 h 70"/>
                <a:gd name="T34" fmla="*/ 22 w 38"/>
                <a:gd name="T35" fmla="*/ 0 h 70"/>
                <a:gd name="T36" fmla="*/ 26 w 38"/>
                <a:gd name="T37" fmla="*/ 0 h 70"/>
                <a:gd name="T38" fmla="*/ 26 w 38"/>
                <a:gd name="T39" fmla="*/ 0 h 70"/>
                <a:gd name="T40" fmla="*/ 30 w 38"/>
                <a:gd name="T41" fmla="*/ 0 h 70"/>
                <a:gd name="T42" fmla="*/ 32 w 38"/>
                <a:gd name="T43" fmla="*/ 4 h 70"/>
                <a:gd name="T44" fmla="*/ 36 w 38"/>
                <a:gd name="T45" fmla="*/ 12 h 70"/>
                <a:gd name="T46" fmla="*/ 38 w 38"/>
                <a:gd name="T47" fmla="*/ 24 h 70"/>
                <a:gd name="T48" fmla="*/ 36 w 38"/>
                <a:gd name="T49" fmla="*/ 38 h 70"/>
                <a:gd name="T50" fmla="*/ 36 w 38"/>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70">
                  <a:moveTo>
                    <a:pt x="36" y="38"/>
                  </a:moveTo>
                  <a:lnTo>
                    <a:pt x="36" y="38"/>
                  </a:lnTo>
                  <a:lnTo>
                    <a:pt x="32" y="52"/>
                  </a:lnTo>
                  <a:lnTo>
                    <a:pt x="26" y="62"/>
                  </a:lnTo>
                  <a:lnTo>
                    <a:pt x="18" y="68"/>
                  </a:lnTo>
                  <a:lnTo>
                    <a:pt x="14" y="70"/>
                  </a:lnTo>
                  <a:lnTo>
                    <a:pt x="12" y="70"/>
                  </a:lnTo>
                  <a:lnTo>
                    <a:pt x="12" y="70"/>
                  </a:lnTo>
                  <a:lnTo>
                    <a:pt x="8" y="68"/>
                  </a:lnTo>
                  <a:lnTo>
                    <a:pt x="6" y="66"/>
                  </a:lnTo>
                  <a:lnTo>
                    <a:pt x="2" y="58"/>
                  </a:lnTo>
                  <a:lnTo>
                    <a:pt x="0" y="46"/>
                  </a:lnTo>
                  <a:lnTo>
                    <a:pt x="2" y="32"/>
                  </a:lnTo>
                  <a:lnTo>
                    <a:pt x="2" y="32"/>
                  </a:lnTo>
                  <a:lnTo>
                    <a:pt x="6" y="18"/>
                  </a:lnTo>
                  <a:lnTo>
                    <a:pt x="12" y="8"/>
                  </a:lnTo>
                  <a:lnTo>
                    <a:pt x="18" y="0"/>
                  </a:lnTo>
                  <a:lnTo>
                    <a:pt x="22" y="0"/>
                  </a:lnTo>
                  <a:lnTo>
                    <a:pt x="26" y="0"/>
                  </a:lnTo>
                  <a:lnTo>
                    <a:pt x="26" y="0"/>
                  </a:lnTo>
                  <a:lnTo>
                    <a:pt x="30" y="0"/>
                  </a:lnTo>
                  <a:lnTo>
                    <a:pt x="32" y="4"/>
                  </a:lnTo>
                  <a:lnTo>
                    <a:pt x="36" y="12"/>
                  </a:lnTo>
                  <a:lnTo>
                    <a:pt x="38" y="24"/>
                  </a:lnTo>
                  <a:lnTo>
                    <a:pt x="36" y="38"/>
                  </a:lnTo>
                  <a:lnTo>
                    <a:pt x="36"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8" name="Freeform 151"/>
            <p:cNvSpPr>
              <a:spLocks/>
            </p:cNvSpPr>
            <p:nvPr/>
          </p:nvSpPr>
          <p:spPr bwMode="auto">
            <a:xfrm>
              <a:off x="3774621" y="2592161"/>
              <a:ext cx="57150" cy="92075"/>
            </a:xfrm>
            <a:custGeom>
              <a:avLst/>
              <a:gdLst>
                <a:gd name="T0" fmla="*/ 34 w 36"/>
                <a:gd name="T1" fmla="*/ 32 h 58"/>
                <a:gd name="T2" fmla="*/ 34 w 36"/>
                <a:gd name="T3" fmla="*/ 32 h 58"/>
                <a:gd name="T4" fmla="*/ 30 w 36"/>
                <a:gd name="T5" fmla="*/ 44 h 58"/>
                <a:gd name="T6" fmla="*/ 26 w 36"/>
                <a:gd name="T7" fmla="*/ 52 h 58"/>
                <a:gd name="T8" fmla="*/ 18 w 36"/>
                <a:gd name="T9" fmla="*/ 58 h 58"/>
                <a:gd name="T10" fmla="*/ 12 w 36"/>
                <a:gd name="T11" fmla="*/ 58 h 58"/>
                <a:gd name="T12" fmla="*/ 12 w 36"/>
                <a:gd name="T13" fmla="*/ 58 h 58"/>
                <a:gd name="T14" fmla="*/ 6 w 36"/>
                <a:gd name="T15" fmla="*/ 54 h 58"/>
                <a:gd name="T16" fmla="*/ 0 w 36"/>
                <a:gd name="T17" fmla="*/ 46 h 58"/>
                <a:gd name="T18" fmla="*/ 0 w 36"/>
                <a:gd name="T19" fmla="*/ 36 h 58"/>
                <a:gd name="T20" fmla="*/ 0 w 36"/>
                <a:gd name="T21" fmla="*/ 26 h 58"/>
                <a:gd name="T22" fmla="*/ 0 w 36"/>
                <a:gd name="T23" fmla="*/ 26 h 58"/>
                <a:gd name="T24" fmla="*/ 4 w 36"/>
                <a:gd name="T25" fmla="*/ 14 h 58"/>
                <a:gd name="T26" fmla="*/ 10 w 36"/>
                <a:gd name="T27" fmla="*/ 6 h 58"/>
                <a:gd name="T28" fmla="*/ 16 w 36"/>
                <a:gd name="T29" fmla="*/ 0 h 58"/>
                <a:gd name="T30" fmla="*/ 24 w 36"/>
                <a:gd name="T31" fmla="*/ 0 h 58"/>
                <a:gd name="T32" fmla="*/ 24 w 36"/>
                <a:gd name="T33" fmla="*/ 0 h 58"/>
                <a:gd name="T34" fmla="*/ 30 w 36"/>
                <a:gd name="T35" fmla="*/ 4 h 58"/>
                <a:gd name="T36" fmla="*/ 34 w 36"/>
                <a:gd name="T37" fmla="*/ 10 h 58"/>
                <a:gd name="T38" fmla="*/ 36 w 36"/>
                <a:gd name="T39" fmla="*/ 20 h 58"/>
                <a:gd name="T40" fmla="*/ 34 w 36"/>
                <a:gd name="T41" fmla="*/ 32 h 58"/>
                <a:gd name="T42" fmla="*/ 34 w 36"/>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58">
                  <a:moveTo>
                    <a:pt x="34" y="32"/>
                  </a:moveTo>
                  <a:lnTo>
                    <a:pt x="34" y="32"/>
                  </a:lnTo>
                  <a:lnTo>
                    <a:pt x="30" y="44"/>
                  </a:lnTo>
                  <a:lnTo>
                    <a:pt x="26" y="52"/>
                  </a:lnTo>
                  <a:lnTo>
                    <a:pt x="18" y="58"/>
                  </a:lnTo>
                  <a:lnTo>
                    <a:pt x="12" y="58"/>
                  </a:lnTo>
                  <a:lnTo>
                    <a:pt x="12" y="58"/>
                  </a:lnTo>
                  <a:lnTo>
                    <a:pt x="6" y="54"/>
                  </a:lnTo>
                  <a:lnTo>
                    <a:pt x="0" y="46"/>
                  </a:lnTo>
                  <a:lnTo>
                    <a:pt x="0" y="36"/>
                  </a:lnTo>
                  <a:lnTo>
                    <a:pt x="0" y="26"/>
                  </a:lnTo>
                  <a:lnTo>
                    <a:pt x="0" y="26"/>
                  </a:lnTo>
                  <a:lnTo>
                    <a:pt x="4" y="14"/>
                  </a:lnTo>
                  <a:lnTo>
                    <a:pt x="10" y="6"/>
                  </a:lnTo>
                  <a:lnTo>
                    <a:pt x="16" y="0"/>
                  </a:lnTo>
                  <a:lnTo>
                    <a:pt x="24" y="0"/>
                  </a:lnTo>
                  <a:lnTo>
                    <a:pt x="24" y="0"/>
                  </a:lnTo>
                  <a:lnTo>
                    <a:pt x="30" y="4"/>
                  </a:lnTo>
                  <a:lnTo>
                    <a:pt x="34" y="10"/>
                  </a:lnTo>
                  <a:lnTo>
                    <a:pt x="36" y="20"/>
                  </a:lnTo>
                  <a:lnTo>
                    <a:pt x="34" y="32"/>
                  </a:lnTo>
                  <a:lnTo>
                    <a:pt x="34"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9" name="Freeform 152"/>
            <p:cNvSpPr>
              <a:spLocks/>
            </p:cNvSpPr>
            <p:nvPr/>
          </p:nvSpPr>
          <p:spPr bwMode="auto">
            <a:xfrm>
              <a:off x="3244396" y="2592161"/>
              <a:ext cx="57150" cy="111125"/>
            </a:xfrm>
            <a:custGeom>
              <a:avLst/>
              <a:gdLst>
                <a:gd name="T0" fmla="*/ 0 w 36"/>
                <a:gd name="T1" fmla="*/ 38 h 70"/>
                <a:gd name="T2" fmla="*/ 0 w 36"/>
                <a:gd name="T3" fmla="*/ 38 h 70"/>
                <a:gd name="T4" fmla="*/ 4 w 36"/>
                <a:gd name="T5" fmla="*/ 52 h 70"/>
                <a:gd name="T6" fmla="*/ 10 w 36"/>
                <a:gd name="T7" fmla="*/ 62 h 70"/>
                <a:gd name="T8" fmla="*/ 18 w 36"/>
                <a:gd name="T9" fmla="*/ 68 h 70"/>
                <a:gd name="T10" fmla="*/ 22 w 36"/>
                <a:gd name="T11" fmla="*/ 70 h 70"/>
                <a:gd name="T12" fmla="*/ 26 w 36"/>
                <a:gd name="T13" fmla="*/ 70 h 70"/>
                <a:gd name="T14" fmla="*/ 26 w 36"/>
                <a:gd name="T15" fmla="*/ 70 h 70"/>
                <a:gd name="T16" fmla="*/ 28 w 36"/>
                <a:gd name="T17" fmla="*/ 68 h 70"/>
                <a:gd name="T18" fmla="*/ 32 w 36"/>
                <a:gd name="T19" fmla="*/ 66 h 70"/>
                <a:gd name="T20" fmla="*/ 36 w 36"/>
                <a:gd name="T21" fmla="*/ 58 h 70"/>
                <a:gd name="T22" fmla="*/ 36 w 36"/>
                <a:gd name="T23" fmla="*/ 46 h 70"/>
                <a:gd name="T24" fmla="*/ 34 w 36"/>
                <a:gd name="T25" fmla="*/ 32 h 70"/>
                <a:gd name="T26" fmla="*/ 34 w 36"/>
                <a:gd name="T27" fmla="*/ 32 h 70"/>
                <a:gd name="T28" fmla="*/ 30 w 36"/>
                <a:gd name="T29" fmla="*/ 18 h 70"/>
                <a:gd name="T30" fmla="*/ 24 w 36"/>
                <a:gd name="T31" fmla="*/ 8 h 70"/>
                <a:gd name="T32" fmla="*/ 18 w 36"/>
                <a:gd name="T33" fmla="*/ 2 h 70"/>
                <a:gd name="T34" fmla="*/ 14 w 36"/>
                <a:gd name="T35" fmla="*/ 0 h 70"/>
                <a:gd name="T36" fmla="*/ 10 w 36"/>
                <a:gd name="T37" fmla="*/ 0 h 70"/>
                <a:gd name="T38" fmla="*/ 10 w 36"/>
                <a:gd name="T39" fmla="*/ 0 h 70"/>
                <a:gd name="T40" fmla="*/ 8 w 36"/>
                <a:gd name="T41" fmla="*/ 2 h 70"/>
                <a:gd name="T42" fmla="*/ 4 w 36"/>
                <a:gd name="T43" fmla="*/ 4 h 70"/>
                <a:gd name="T44" fmla="*/ 0 w 36"/>
                <a:gd name="T45" fmla="*/ 12 h 70"/>
                <a:gd name="T46" fmla="*/ 0 w 36"/>
                <a:gd name="T47" fmla="*/ 24 h 70"/>
                <a:gd name="T48" fmla="*/ 0 w 36"/>
                <a:gd name="T49" fmla="*/ 38 h 70"/>
                <a:gd name="T50" fmla="*/ 0 w 36"/>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70">
                  <a:moveTo>
                    <a:pt x="0" y="38"/>
                  </a:moveTo>
                  <a:lnTo>
                    <a:pt x="0" y="38"/>
                  </a:lnTo>
                  <a:lnTo>
                    <a:pt x="4" y="52"/>
                  </a:lnTo>
                  <a:lnTo>
                    <a:pt x="10" y="62"/>
                  </a:lnTo>
                  <a:lnTo>
                    <a:pt x="18" y="68"/>
                  </a:lnTo>
                  <a:lnTo>
                    <a:pt x="22" y="70"/>
                  </a:lnTo>
                  <a:lnTo>
                    <a:pt x="26" y="70"/>
                  </a:lnTo>
                  <a:lnTo>
                    <a:pt x="26" y="70"/>
                  </a:lnTo>
                  <a:lnTo>
                    <a:pt x="28" y="68"/>
                  </a:lnTo>
                  <a:lnTo>
                    <a:pt x="32" y="66"/>
                  </a:lnTo>
                  <a:lnTo>
                    <a:pt x="36" y="58"/>
                  </a:lnTo>
                  <a:lnTo>
                    <a:pt x="36" y="46"/>
                  </a:lnTo>
                  <a:lnTo>
                    <a:pt x="34" y="32"/>
                  </a:lnTo>
                  <a:lnTo>
                    <a:pt x="34" y="32"/>
                  </a:lnTo>
                  <a:lnTo>
                    <a:pt x="30" y="18"/>
                  </a:lnTo>
                  <a:lnTo>
                    <a:pt x="24" y="8"/>
                  </a:lnTo>
                  <a:lnTo>
                    <a:pt x="18" y="2"/>
                  </a:lnTo>
                  <a:lnTo>
                    <a:pt x="14" y="0"/>
                  </a:lnTo>
                  <a:lnTo>
                    <a:pt x="10" y="0"/>
                  </a:lnTo>
                  <a:lnTo>
                    <a:pt x="10" y="0"/>
                  </a:lnTo>
                  <a:lnTo>
                    <a:pt x="8" y="2"/>
                  </a:lnTo>
                  <a:lnTo>
                    <a:pt x="4" y="4"/>
                  </a:lnTo>
                  <a:lnTo>
                    <a:pt x="0" y="12"/>
                  </a:lnTo>
                  <a:lnTo>
                    <a:pt x="0" y="24"/>
                  </a:lnTo>
                  <a:lnTo>
                    <a:pt x="0" y="38"/>
                  </a:lnTo>
                  <a:lnTo>
                    <a:pt x="0"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0" name="Freeform 153"/>
            <p:cNvSpPr>
              <a:spLocks/>
            </p:cNvSpPr>
            <p:nvPr/>
          </p:nvSpPr>
          <p:spPr bwMode="auto">
            <a:xfrm>
              <a:off x="3257096" y="2601686"/>
              <a:ext cx="60325" cy="92075"/>
            </a:xfrm>
            <a:custGeom>
              <a:avLst/>
              <a:gdLst>
                <a:gd name="T0" fmla="*/ 2 w 38"/>
                <a:gd name="T1" fmla="*/ 32 h 58"/>
                <a:gd name="T2" fmla="*/ 2 w 38"/>
                <a:gd name="T3" fmla="*/ 32 h 58"/>
                <a:gd name="T4" fmla="*/ 6 w 38"/>
                <a:gd name="T5" fmla="*/ 44 h 58"/>
                <a:gd name="T6" fmla="*/ 12 w 38"/>
                <a:gd name="T7" fmla="*/ 52 h 58"/>
                <a:gd name="T8" fmla="*/ 18 w 38"/>
                <a:gd name="T9" fmla="*/ 58 h 58"/>
                <a:gd name="T10" fmla="*/ 26 w 38"/>
                <a:gd name="T11" fmla="*/ 58 h 58"/>
                <a:gd name="T12" fmla="*/ 26 w 38"/>
                <a:gd name="T13" fmla="*/ 58 h 58"/>
                <a:gd name="T14" fmla="*/ 32 w 38"/>
                <a:gd name="T15" fmla="*/ 54 h 58"/>
                <a:gd name="T16" fmla="*/ 36 w 38"/>
                <a:gd name="T17" fmla="*/ 48 h 58"/>
                <a:gd name="T18" fmla="*/ 38 w 38"/>
                <a:gd name="T19" fmla="*/ 38 h 58"/>
                <a:gd name="T20" fmla="*/ 36 w 38"/>
                <a:gd name="T21" fmla="*/ 26 h 58"/>
                <a:gd name="T22" fmla="*/ 36 w 38"/>
                <a:gd name="T23" fmla="*/ 26 h 58"/>
                <a:gd name="T24" fmla="*/ 32 w 38"/>
                <a:gd name="T25" fmla="*/ 14 h 58"/>
                <a:gd name="T26" fmla="*/ 26 w 38"/>
                <a:gd name="T27" fmla="*/ 6 h 58"/>
                <a:gd name="T28" fmla="*/ 20 w 38"/>
                <a:gd name="T29" fmla="*/ 0 h 58"/>
                <a:gd name="T30" fmla="*/ 12 w 38"/>
                <a:gd name="T31" fmla="*/ 0 h 58"/>
                <a:gd name="T32" fmla="*/ 12 w 38"/>
                <a:gd name="T33" fmla="*/ 0 h 58"/>
                <a:gd name="T34" fmla="*/ 6 w 38"/>
                <a:gd name="T35" fmla="*/ 4 h 58"/>
                <a:gd name="T36" fmla="*/ 2 w 38"/>
                <a:gd name="T37" fmla="*/ 10 h 58"/>
                <a:gd name="T38" fmla="*/ 0 w 38"/>
                <a:gd name="T39" fmla="*/ 20 h 58"/>
                <a:gd name="T40" fmla="*/ 2 w 38"/>
                <a:gd name="T41" fmla="*/ 32 h 58"/>
                <a:gd name="T42" fmla="*/ 2 w 38"/>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58">
                  <a:moveTo>
                    <a:pt x="2" y="32"/>
                  </a:moveTo>
                  <a:lnTo>
                    <a:pt x="2" y="32"/>
                  </a:lnTo>
                  <a:lnTo>
                    <a:pt x="6" y="44"/>
                  </a:lnTo>
                  <a:lnTo>
                    <a:pt x="12" y="52"/>
                  </a:lnTo>
                  <a:lnTo>
                    <a:pt x="18" y="58"/>
                  </a:lnTo>
                  <a:lnTo>
                    <a:pt x="26" y="58"/>
                  </a:lnTo>
                  <a:lnTo>
                    <a:pt x="26" y="58"/>
                  </a:lnTo>
                  <a:lnTo>
                    <a:pt x="32" y="54"/>
                  </a:lnTo>
                  <a:lnTo>
                    <a:pt x="36" y="48"/>
                  </a:lnTo>
                  <a:lnTo>
                    <a:pt x="38" y="38"/>
                  </a:lnTo>
                  <a:lnTo>
                    <a:pt x="36" y="26"/>
                  </a:lnTo>
                  <a:lnTo>
                    <a:pt x="36" y="26"/>
                  </a:lnTo>
                  <a:lnTo>
                    <a:pt x="32" y="14"/>
                  </a:lnTo>
                  <a:lnTo>
                    <a:pt x="26" y="6"/>
                  </a:lnTo>
                  <a:lnTo>
                    <a:pt x="20" y="0"/>
                  </a:lnTo>
                  <a:lnTo>
                    <a:pt x="12" y="0"/>
                  </a:lnTo>
                  <a:lnTo>
                    <a:pt x="12" y="0"/>
                  </a:lnTo>
                  <a:lnTo>
                    <a:pt x="6" y="4"/>
                  </a:lnTo>
                  <a:lnTo>
                    <a:pt x="2" y="10"/>
                  </a:lnTo>
                  <a:lnTo>
                    <a:pt x="0" y="20"/>
                  </a:lnTo>
                  <a:lnTo>
                    <a:pt x="2" y="32"/>
                  </a:lnTo>
                  <a:lnTo>
                    <a:pt x="2"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1" name="Freeform 154"/>
            <p:cNvSpPr>
              <a:spLocks/>
            </p:cNvSpPr>
            <p:nvPr/>
          </p:nvSpPr>
          <p:spPr bwMode="auto">
            <a:xfrm>
              <a:off x="3269796" y="2214336"/>
              <a:ext cx="546100" cy="752475"/>
            </a:xfrm>
            <a:custGeom>
              <a:avLst/>
              <a:gdLst>
                <a:gd name="T0" fmla="*/ 340 w 344"/>
                <a:gd name="T1" fmla="*/ 248 h 474"/>
                <a:gd name="T2" fmla="*/ 330 w 344"/>
                <a:gd name="T3" fmla="*/ 310 h 474"/>
                <a:gd name="T4" fmla="*/ 308 w 344"/>
                <a:gd name="T5" fmla="*/ 368 h 474"/>
                <a:gd name="T6" fmla="*/ 300 w 344"/>
                <a:gd name="T7" fmla="*/ 382 h 474"/>
                <a:gd name="T8" fmla="*/ 274 w 344"/>
                <a:gd name="T9" fmla="*/ 414 h 474"/>
                <a:gd name="T10" fmla="*/ 242 w 344"/>
                <a:gd name="T11" fmla="*/ 442 h 474"/>
                <a:gd name="T12" fmla="*/ 210 w 344"/>
                <a:gd name="T13" fmla="*/ 464 h 474"/>
                <a:gd name="T14" fmla="*/ 194 w 344"/>
                <a:gd name="T15" fmla="*/ 470 h 474"/>
                <a:gd name="T16" fmla="*/ 174 w 344"/>
                <a:gd name="T17" fmla="*/ 474 h 474"/>
                <a:gd name="T18" fmla="*/ 172 w 344"/>
                <a:gd name="T19" fmla="*/ 474 h 474"/>
                <a:gd name="T20" fmla="*/ 164 w 344"/>
                <a:gd name="T21" fmla="*/ 474 h 474"/>
                <a:gd name="T22" fmla="*/ 154 w 344"/>
                <a:gd name="T23" fmla="*/ 470 h 474"/>
                <a:gd name="T24" fmla="*/ 120 w 344"/>
                <a:gd name="T25" fmla="*/ 454 h 474"/>
                <a:gd name="T26" fmla="*/ 88 w 344"/>
                <a:gd name="T27" fmla="*/ 428 h 474"/>
                <a:gd name="T28" fmla="*/ 58 w 344"/>
                <a:gd name="T29" fmla="*/ 398 h 474"/>
                <a:gd name="T30" fmla="*/ 38 w 344"/>
                <a:gd name="T31" fmla="*/ 368 h 474"/>
                <a:gd name="T32" fmla="*/ 26 w 344"/>
                <a:gd name="T33" fmla="*/ 338 h 474"/>
                <a:gd name="T34" fmla="*/ 12 w 344"/>
                <a:gd name="T35" fmla="*/ 278 h 474"/>
                <a:gd name="T36" fmla="*/ 6 w 344"/>
                <a:gd name="T37" fmla="*/ 248 h 474"/>
                <a:gd name="T38" fmla="*/ 2 w 344"/>
                <a:gd name="T39" fmla="*/ 208 h 474"/>
                <a:gd name="T40" fmla="*/ 2 w 344"/>
                <a:gd name="T41" fmla="*/ 166 h 474"/>
                <a:gd name="T42" fmla="*/ 8 w 344"/>
                <a:gd name="T43" fmla="*/ 120 h 474"/>
                <a:gd name="T44" fmla="*/ 26 w 344"/>
                <a:gd name="T45" fmla="*/ 74 h 474"/>
                <a:gd name="T46" fmla="*/ 48 w 344"/>
                <a:gd name="T47" fmla="*/ 44 h 474"/>
                <a:gd name="T48" fmla="*/ 68 w 344"/>
                <a:gd name="T49" fmla="*/ 26 h 474"/>
                <a:gd name="T50" fmla="*/ 92 w 344"/>
                <a:gd name="T51" fmla="*/ 14 h 474"/>
                <a:gd name="T52" fmla="*/ 122 w 344"/>
                <a:gd name="T53" fmla="*/ 4 h 474"/>
                <a:gd name="T54" fmla="*/ 160 w 344"/>
                <a:gd name="T55" fmla="*/ 0 h 474"/>
                <a:gd name="T56" fmla="*/ 180 w 344"/>
                <a:gd name="T57" fmla="*/ 0 h 474"/>
                <a:gd name="T58" fmla="*/ 208 w 344"/>
                <a:gd name="T59" fmla="*/ 4 h 474"/>
                <a:gd name="T60" fmla="*/ 238 w 344"/>
                <a:gd name="T61" fmla="*/ 12 h 474"/>
                <a:gd name="T62" fmla="*/ 270 w 344"/>
                <a:gd name="T63" fmla="*/ 28 h 474"/>
                <a:gd name="T64" fmla="*/ 302 w 344"/>
                <a:gd name="T65" fmla="*/ 56 h 474"/>
                <a:gd name="T66" fmla="*/ 326 w 344"/>
                <a:gd name="T67" fmla="*/ 100 h 474"/>
                <a:gd name="T68" fmla="*/ 342 w 344"/>
                <a:gd name="T69" fmla="*/ 164 h 474"/>
                <a:gd name="T70" fmla="*/ 340 w 344"/>
                <a:gd name="T71" fmla="*/ 248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474">
                  <a:moveTo>
                    <a:pt x="340" y="248"/>
                  </a:moveTo>
                  <a:lnTo>
                    <a:pt x="340" y="248"/>
                  </a:lnTo>
                  <a:lnTo>
                    <a:pt x="336" y="278"/>
                  </a:lnTo>
                  <a:lnTo>
                    <a:pt x="330" y="310"/>
                  </a:lnTo>
                  <a:lnTo>
                    <a:pt x="320" y="338"/>
                  </a:lnTo>
                  <a:lnTo>
                    <a:pt x="308" y="368"/>
                  </a:lnTo>
                  <a:lnTo>
                    <a:pt x="308" y="368"/>
                  </a:lnTo>
                  <a:lnTo>
                    <a:pt x="300" y="382"/>
                  </a:lnTo>
                  <a:lnTo>
                    <a:pt x="288" y="398"/>
                  </a:lnTo>
                  <a:lnTo>
                    <a:pt x="274" y="414"/>
                  </a:lnTo>
                  <a:lnTo>
                    <a:pt x="258" y="428"/>
                  </a:lnTo>
                  <a:lnTo>
                    <a:pt x="242" y="442"/>
                  </a:lnTo>
                  <a:lnTo>
                    <a:pt x="226" y="454"/>
                  </a:lnTo>
                  <a:lnTo>
                    <a:pt x="210" y="464"/>
                  </a:lnTo>
                  <a:lnTo>
                    <a:pt x="194" y="470"/>
                  </a:lnTo>
                  <a:lnTo>
                    <a:pt x="194" y="470"/>
                  </a:lnTo>
                  <a:lnTo>
                    <a:pt x="182" y="474"/>
                  </a:lnTo>
                  <a:lnTo>
                    <a:pt x="174" y="474"/>
                  </a:lnTo>
                  <a:lnTo>
                    <a:pt x="174" y="474"/>
                  </a:lnTo>
                  <a:lnTo>
                    <a:pt x="172" y="474"/>
                  </a:lnTo>
                  <a:lnTo>
                    <a:pt x="172" y="474"/>
                  </a:lnTo>
                  <a:lnTo>
                    <a:pt x="164" y="474"/>
                  </a:lnTo>
                  <a:lnTo>
                    <a:pt x="154" y="470"/>
                  </a:lnTo>
                  <a:lnTo>
                    <a:pt x="154" y="470"/>
                  </a:lnTo>
                  <a:lnTo>
                    <a:pt x="138" y="464"/>
                  </a:lnTo>
                  <a:lnTo>
                    <a:pt x="120" y="454"/>
                  </a:lnTo>
                  <a:lnTo>
                    <a:pt x="104" y="442"/>
                  </a:lnTo>
                  <a:lnTo>
                    <a:pt x="88" y="428"/>
                  </a:lnTo>
                  <a:lnTo>
                    <a:pt x="72" y="414"/>
                  </a:lnTo>
                  <a:lnTo>
                    <a:pt x="58" y="398"/>
                  </a:lnTo>
                  <a:lnTo>
                    <a:pt x="48" y="382"/>
                  </a:lnTo>
                  <a:lnTo>
                    <a:pt x="38" y="368"/>
                  </a:lnTo>
                  <a:lnTo>
                    <a:pt x="38" y="368"/>
                  </a:lnTo>
                  <a:lnTo>
                    <a:pt x="26" y="338"/>
                  </a:lnTo>
                  <a:lnTo>
                    <a:pt x="18" y="308"/>
                  </a:lnTo>
                  <a:lnTo>
                    <a:pt x="12" y="278"/>
                  </a:lnTo>
                  <a:lnTo>
                    <a:pt x="6" y="248"/>
                  </a:lnTo>
                  <a:lnTo>
                    <a:pt x="6" y="248"/>
                  </a:lnTo>
                  <a:lnTo>
                    <a:pt x="4" y="236"/>
                  </a:lnTo>
                  <a:lnTo>
                    <a:pt x="2" y="208"/>
                  </a:lnTo>
                  <a:lnTo>
                    <a:pt x="0" y="188"/>
                  </a:lnTo>
                  <a:lnTo>
                    <a:pt x="2" y="166"/>
                  </a:lnTo>
                  <a:lnTo>
                    <a:pt x="4" y="144"/>
                  </a:lnTo>
                  <a:lnTo>
                    <a:pt x="8" y="120"/>
                  </a:lnTo>
                  <a:lnTo>
                    <a:pt x="16" y="96"/>
                  </a:lnTo>
                  <a:lnTo>
                    <a:pt x="26" y="74"/>
                  </a:lnTo>
                  <a:lnTo>
                    <a:pt x="40" y="54"/>
                  </a:lnTo>
                  <a:lnTo>
                    <a:pt x="48" y="44"/>
                  </a:lnTo>
                  <a:lnTo>
                    <a:pt x="58" y="34"/>
                  </a:lnTo>
                  <a:lnTo>
                    <a:pt x="68" y="26"/>
                  </a:lnTo>
                  <a:lnTo>
                    <a:pt x="80" y="20"/>
                  </a:lnTo>
                  <a:lnTo>
                    <a:pt x="92" y="14"/>
                  </a:lnTo>
                  <a:lnTo>
                    <a:pt x="108" y="8"/>
                  </a:lnTo>
                  <a:lnTo>
                    <a:pt x="122" y="4"/>
                  </a:lnTo>
                  <a:lnTo>
                    <a:pt x="140" y="2"/>
                  </a:lnTo>
                  <a:lnTo>
                    <a:pt x="160" y="0"/>
                  </a:lnTo>
                  <a:lnTo>
                    <a:pt x="180" y="0"/>
                  </a:lnTo>
                  <a:lnTo>
                    <a:pt x="180" y="0"/>
                  </a:lnTo>
                  <a:lnTo>
                    <a:pt x="188" y="0"/>
                  </a:lnTo>
                  <a:lnTo>
                    <a:pt x="208" y="4"/>
                  </a:lnTo>
                  <a:lnTo>
                    <a:pt x="222" y="6"/>
                  </a:lnTo>
                  <a:lnTo>
                    <a:pt x="238" y="12"/>
                  </a:lnTo>
                  <a:lnTo>
                    <a:pt x="254" y="18"/>
                  </a:lnTo>
                  <a:lnTo>
                    <a:pt x="270" y="28"/>
                  </a:lnTo>
                  <a:lnTo>
                    <a:pt x="286" y="40"/>
                  </a:lnTo>
                  <a:lnTo>
                    <a:pt x="302" y="56"/>
                  </a:lnTo>
                  <a:lnTo>
                    <a:pt x="316" y="76"/>
                  </a:lnTo>
                  <a:lnTo>
                    <a:pt x="326" y="100"/>
                  </a:lnTo>
                  <a:lnTo>
                    <a:pt x="336" y="130"/>
                  </a:lnTo>
                  <a:lnTo>
                    <a:pt x="342" y="164"/>
                  </a:lnTo>
                  <a:lnTo>
                    <a:pt x="344" y="202"/>
                  </a:lnTo>
                  <a:lnTo>
                    <a:pt x="340" y="248"/>
                  </a:lnTo>
                  <a:lnTo>
                    <a:pt x="340" y="24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2" name="Freeform 155"/>
            <p:cNvSpPr>
              <a:spLocks/>
            </p:cNvSpPr>
            <p:nvPr/>
          </p:nvSpPr>
          <p:spPr bwMode="auto">
            <a:xfrm>
              <a:off x="3095171" y="3062061"/>
              <a:ext cx="892175" cy="263525"/>
            </a:xfrm>
            <a:custGeom>
              <a:avLst/>
              <a:gdLst>
                <a:gd name="T0" fmla="*/ 554 w 562"/>
                <a:gd name="T1" fmla="*/ 114 h 166"/>
                <a:gd name="T2" fmla="*/ 554 w 562"/>
                <a:gd name="T3" fmla="*/ 114 h 166"/>
                <a:gd name="T4" fmla="*/ 548 w 562"/>
                <a:gd name="T5" fmla="*/ 98 h 166"/>
                <a:gd name="T6" fmla="*/ 538 w 562"/>
                <a:gd name="T7" fmla="*/ 80 h 166"/>
                <a:gd name="T8" fmla="*/ 528 w 562"/>
                <a:gd name="T9" fmla="*/ 66 h 166"/>
                <a:gd name="T10" fmla="*/ 514 w 562"/>
                <a:gd name="T11" fmla="*/ 52 h 166"/>
                <a:gd name="T12" fmla="*/ 500 w 562"/>
                <a:gd name="T13" fmla="*/ 42 h 166"/>
                <a:gd name="T14" fmla="*/ 482 w 562"/>
                <a:gd name="T15" fmla="*/ 32 h 166"/>
                <a:gd name="T16" fmla="*/ 466 w 562"/>
                <a:gd name="T17" fmla="*/ 26 h 166"/>
                <a:gd name="T18" fmla="*/ 446 w 562"/>
                <a:gd name="T19" fmla="*/ 24 h 166"/>
                <a:gd name="T20" fmla="*/ 446 w 562"/>
                <a:gd name="T21" fmla="*/ 24 h 166"/>
                <a:gd name="T22" fmla="*/ 406 w 562"/>
                <a:gd name="T23" fmla="*/ 18 h 166"/>
                <a:gd name="T24" fmla="*/ 364 w 562"/>
                <a:gd name="T25" fmla="*/ 12 h 166"/>
                <a:gd name="T26" fmla="*/ 282 w 562"/>
                <a:gd name="T27" fmla="*/ 0 h 166"/>
                <a:gd name="T28" fmla="*/ 282 w 562"/>
                <a:gd name="T29" fmla="*/ 0 h 166"/>
                <a:gd name="T30" fmla="*/ 198 w 562"/>
                <a:gd name="T31" fmla="*/ 12 h 166"/>
                <a:gd name="T32" fmla="*/ 156 w 562"/>
                <a:gd name="T33" fmla="*/ 18 h 166"/>
                <a:gd name="T34" fmla="*/ 116 w 562"/>
                <a:gd name="T35" fmla="*/ 24 h 166"/>
                <a:gd name="T36" fmla="*/ 116 w 562"/>
                <a:gd name="T37" fmla="*/ 24 h 166"/>
                <a:gd name="T38" fmla="*/ 96 w 562"/>
                <a:gd name="T39" fmla="*/ 26 h 166"/>
                <a:gd name="T40" fmla="*/ 80 w 562"/>
                <a:gd name="T41" fmla="*/ 32 h 166"/>
                <a:gd name="T42" fmla="*/ 62 w 562"/>
                <a:gd name="T43" fmla="*/ 42 h 166"/>
                <a:gd name="T44" fmla="*/ 48 w 562"/>
                <a:gd name="T45" fmla="*/ 52 h 166"/>
                <a:gd name="T46" fmla="*/ 34 w 562"/>
                <a:gd name="T47" fmla="*/ 66 h 166"/>
                <a:gd name="T48" fmla="*/ 24 w 562"/>
                <a:gd name="T49" fmla="*/ 80 h 166"/>
                <a:gd name="T50" fmla="*/ 14 w 562"/>
                <a:gd name="T51" fmla="*/ 98 h 166"/>
                <a:gd name="T52" fmla="*/ 8 w 562"/>
                <a:gd name="T53" fmla="*/ 114 h 166"/>
                <a:gd name="T54" fmla="*/ 8 w 562"/>
                <a:gd name="T55" fmla="*/ 114 h 166"/>
                <a:gd name="T56" fmla="*/ 2 w 562"/>
                <a:gd name="T57" fmla="*/ 140 h 166"/>
                <a:gd name="T58" fmla="*/ 0 w 562"/>
                <a:gd name="T59" fmla="*/ 166 h 166"/>
                <a:gd name="T60" fmla="*/ 282 w 562"/>
                <a:gd name="T61" fmla="*/ 166 h 166"/>
                <a:gd name="T62" fmla="*/ 562 w 562"/>
                <a:gd name="T63" fmla="*/ 166 h 166"/>
                <a:gd name="T64" fmla="*/ 562 w 562"/>
                <a:gd name="T65" fmla="*/ 166 h 166"/>
                <a:gd name="T66" fmla="*/ 560 w 562"/>
                <a:gd name="T67" fmla="*/ 140 h 166"/>
                <a:gd name="T68" fmla="*/ 554 w 562"/>
                <a:gd name="T69" fmla="*/ 114 h 166"/>
                <a:gd name="T70" fmla="*/ 554 w 562"/>
                <a:gd name="T71" fmla="*/ 11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2" h="166">
                  <a:moveTo>
                    <a:pt x="554" y="114"/>
                  </a:moveTo>
                  <a:lnTo>
                    <a:pt x="554" y="114"/>
                  </a:lnTo>
                  <a:lnTo>
                    <a:pt x="548" y="98"/>
                  </a:lnTo>
                  <a:lnTo>
                    <a:pt x="538" y="80"/>
                  </a:lnTo>
                  <a:lnTo>
                    <a:pt x="528" y="66"/>
                  </a:lnTo>
                  <a:lnTo>
                    <a:pt x="514" y="52"/>
                  </a:lnTo>
                  <a:lnTo>
                    <a:pt x="500" y="42"/>
                  </a:lnTo>
                  <a:lnTo>
                    <a:pt x="482" y="32"/>
                  </a:lnTo>
                  <a:lnTo>
                    <a:pt x="466" y="26"/>
                  </a:lnTo>
                  <a:lnTo>
                    <a:pt x="446" y="24"/>
                  </a:lnTo>
                  <a:lnTo>
                    <a:pt x="446" y="24"/>
                  </a:lnTo>
                  <a:lnTo>
                    <a:pt x="406" y="18"/>
                  </a:lnTo>
                  <a:lnTo>
                    <a:pt x="364" y="12"/>
                  </a:lnTo>
                  <a:lnTo>
                    <a:pt x="282" y="0"/>
                  </a:lnTo>
                  <a:lnTo>
                    <a:pt x="282" y="0"/>
                  </a:lnTo>
                  <a:lnTo>
                    <a:pt x="198" y="12"/>
                  </a:lnTo>
                  <a:lnTo>
                    <a:pt x="156" y="18"/>
                  </a:lnTo>
                  <a:lnTo>
                    <a:pt x="116" y="24"/>
                  </a:lnTo>
                  <a:lnTo>
                    <a:pt x="116" y="24"/>
                  </a:lnTo>
                  <a:lnTo>
                    <a:pt x="96" y="26"/>
                  </a:lnTo>
                  <a:lnTo>
                    <a:pt x="80" y="32"/>
                  </a:lnTo>
                  <a:lnTo>
                    <a:pt x="62" y="42"/>
                  </a:lnTo>
                  <a:lnTo>
                    <a:pt x="48" y="52"/>
                  </a:lnTo>
                  <a:lnTo>
                    <a:pt x="34" y="66"/>
                  </a:lnTo>
                  <a:lnTo>
                    <a:pt x="24" y="80"/>
                  </a:lnTo>
                  <a:lnTo>
                    <a:pt x="14" y="98"/>
                  </a:lnTo>
                  <a:lnTo>
                    <a:pt x="8" y="114"/>
                  </a:lnTo>
                  <a:lnTo>
                    <a:pt x="8" y="114"/>
                  </a:lnTo>
                  <a:lnTo>
                    <a:pt x="2" y="140"/>
                  </a:lnTo>
                  <a:lnTo>
                    <a:pt x="0" y="166"/>
                  </a:lnTo>
                  <a:lnTo>
                    <a:pt x="282" y="166"/>
                  </a:lnTo>
                  <a:lnTo>
                    <a:pt x="562" y="166"/>
                  </a:lnTo>
                  <a:lnTo>
                    <a:pt x="562" y="166"/>
                  </a:lnTo>
                  <a:lnTo>
                    <a:pt x="560" y="140"/>
                  </a:lnTo>
                  <a:lnTo>
                    <a:pt x="554" y="114"/>
                  </a:lnTo>
                  <a:lnTo>
                    <a:pt x="554" y="11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3" name="Freeform 156"/>
            <p:cNvSpPr>
              <a:spLocks/>
            </p:cNvSpPr>
            <p:nvPr/>
          </p:nvSpPr>
          <p:spPr bwMode="auto">
            <a:xfrm>
              <a:off x="2834821" y="3331936"/>
              <a:ext cx="431800" cy="396875"/>
            </a:xfrm>
            <a:custGeom>
              <a:avLst/>
              <a:gdLst>
                <a:gd name="T0" fmla="*/ 116 w 272"/>
                <a:gd name="T1" fmla="*/ 224 h 250"/>
                <a:gd name="T2" fmla="*/ 116 w 272"/>
                <a:gd name="T3" fmla="*/ 224 h 250"/>
                <a:gd name="T4" fmla="*/ 98 w 272"/>
                <a:gd name="T5" fmla="*/ 234 h 250"/>
                <a:gd name="T6" fmla="*/ 84 w 272"/>
                <a:gd name="T7" fmla="*/ 242 h 250"/>
                <a:gd name="T8" fmla="*/ 70 w 272"/>
                <a:gd name="T9" fmla="*/ 246 h 250"/>
                <a:gd name="T10" fmla="*/ 58 w 272"/>
                <a:gd name="T11" fmla="*/ 250 h 250"/>
                <a:gd name="T12" fmla="*/ 46 w 272"/>
                <a:gd name="T13" fmla="*/ 250 h 250"/>
                <a:gd name="T14" fmla="*/ 38 w 272"/>
                <a:gd name="T15" fmla="*/ 250 h 250"/>
                <a:gd name="T16" fmla="*/ 30 w 272"/>
                <a:gd name="T17" fmla="*/ 250 h 250"/>
                <a:gd name="T18" fmla="*/ 22 w 272"/>
                <a:gd name="T19" fmla="*/ 248 h 250"/>
                <a:gd name="T20" fmla="*/ 12 w 272"/>
                <a:gd name="T21" fmla="*/ 242 h 250"/>
                <a:gd name="T22" fmla="*/ 4 w 272"/>
                <a:gd name="T23" fmla="*/ 234 h 250"/>
                <a:gd name="T24" fmla="*/ 0 w 272"/>
                <a:gd name="T25" fmla="*/ 226 h 250"/>
                <a:gd name="T26" fmla="*/ 136 w 272"/>
                <a:gd name="T27" fmla="*/ 0 h 250"/>
                <a:gd name="T28" fmla="*/ 272 w 272"/>
                <a:gd name="T29" fmla="*/ 52 h 250"/>
                <a:gd name="T30" fmla="*/ 272 w 272"/>
                <a:gd name="T31" fmla="*/ 52 h 250"/>
                <a:gd name="T32" fmla="*/ 262 w 272"/>
                <a:gd name="T33" fmla="*/ 72 h 250"/>
                <a:gd name="T34" fmla="*/ 250 w 272"/>
                <a:gd name="T35" fmla="*/ 94 h 250"/>
                <a:gd name="T36" fmla="*/ 232 w 272"/>
                <a:gd name="T37" fmla="*/ 120 h 250"/>
                <a:gd name="T38" fmla="*/ 210 w 272"/>
                <a:gd name="T39" fmla="*/ 150 h 250"/>
                <a:gd name="T40" fmla="*/ 182 w 272"/>
                <a:gd name="T41" fmla="*/ 178 h 250"/>
                <a:gd name="T42" fmla="*/ 168 w 272"/>
                <a:gd name="T43" fmla="*/ 192 h 250"/>
                <a:gd name="T44" fmla="*/ 152 w 272"/>
                <a:gd name="T45" fmla="*/ 204 h 250"/>
                <a:gd name="T46" fmla="*/ 134 w 272"/>
                <a:gd name="T47" fmla="*/ 216 h 250"/>
                <a:gd name="T48" fmla="*/ 116 w 272"/>
                <a:gd name="T49" fmla="*/ 224 h 250"/>
                <a:gd name="T50" fmla="*/ 116 w 272"/>
                <a:gd name="T51" fmla="*/ 22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2" h="250">
                  <a:moveTo>
                    <a:pt x="116" y="224"/>
                  </a:moveTo>
                  <a:lnTo>
                    <a:pt x="116" y="224"/>
                  </a:lnTo>
                  <a:lnTo>
                    <a:pt x="98" y="234"/>
                  </a:lnTo>
                  <a:lnTo>
                    <a:pt x="84" y="242"/>
                  </a:lnTo>
                  <a:lnTo>
                    <a:pt x="70" y="246"/>
                  </a:lnTo>
                  <a:lnTo>
                    <a:pt x="58" y="250"/>
                  </a:lnTo>
                  <a:lnTo>
                    <a:pt x="46" y="250"/>
                  </a:lnTo>
                  <a:lnTo>
                    <a:pt x="38" y="250"/>
                  </a:lnTo>
                  <a:lnTo>
                    <a:pt x="30" y="250"/>
                  </a:lnTo>
                  <a:lnTo>
                    <a:pt x="22" y="248"/>
                  </a:lnTo>
                  <a:lnTo>
                    <a:pt x="12" y="242"/>
                  </a:lnTo>
                  <a:lnTo>
                    <a:pt x="4" y="234"/>
                  </a:lnTo>
                  <a:lnTo>
                    <a:pt x="0" y="226"/>
                  </a:lnTo>
                  <a:lnTo>
                    <a:pt x="136" y="0"/>
                  </a:lnTo>
                  <a:lnTo>
                    <a:pt x="272" y="52"/>
                  </a:lnTo>
                  <a:lnTo>
                    <a:pt x="272" y="52"/>
                  </a:lnTo>
                  <a:lnTo>
                    <a:pt x="262" y="72"/>
                  </a:lnTo>
                  <a:lnTo>
                    <a:pt x="250" y="94"/>
                  </a:lnTo>
                  <a:lnTo>
                    <a:pt x="232" y="120"/>
                  </a:lnTo>
                  <a:lnTo>
                    <a:pt x="210" y="150"/>
                  </a:lnTo>
                  <a:lnTo>
                    <a:pt x="182" y="178"/>
                  </a:lnTo>
                  <a:lnTo>
                    <a:pt x="168" y="192"/>
                  </a:lnTo>
                  <a:lnTo>
                    <a:pt x="152" y="204"/>
                  </a:lnTo>
                  <a:lnTo>
                    <a:pt x="134" y="216"/>
                  </a:lnTo>
                  <a:lnTo>
                    <a:pt x="116" y="224"/>
                  </a:lnTo>
                  <a:lnTo>
                    <a:pt x="116" y="22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4" name="Freeform 157"/>
            <p:cNvSpPr>
              <a:spLocks/>
            </p:cNvSpPr>
            <p:nvPr/>
          </p:nvSpPr>
          <p:spPr bwMode="auto">
            <a:xfrm>
              <a:off x="3260271" y="3325586"/>
              <a:ext cx="561975" cy="682625"/>
            </a:xfrm>
            <a:custGeom>
              <a:avLst/>
              <a:gdLst>
                <a:gd name="T0" fmla="*/ 18 w 354"/>
                <a:gd name="T1" fmla="*/ 0 h 430"/>
                <a:gd name="T2" fmla="*/ 346 w 354"/>
                <a:gd name="T3" fmla="*/ 0 h 430"/>
                <a:gd name="T4" fmla="*/ 346 w 354"/>
                <a:gd name="T5" fmla="*/ 0 h 430"/>
                <a:gd name="T6" fmla="*/ 342 w 354"/>
                <a:gd name="T7" fmla="*/ 12 h 430"/>
                <a:gd name="T8" fmla="*/ 334 w 354"/>
                <a:gd name="T9" fmla="*/ 44 h 430"/>
                <a:gd name="T10" fmla="*/ 324 w 354"/>
                <a:gd name="T11" fmla="*/ 92 h 430"/>
                <a:gd name="T12" fmla="*/ 314 w 354"/>
                <a:gd name="T13" fmla="*/ 154 h 430"/>
                <a:gd name="T14" fmla="*/ 312 w 354"/>
                <a:gd name="T15" fmla="*/ 186 h 430"/>
                <a:gd name="T16" fmla="*/ 310 w 354"/>
                <a:gd name="T17" fmla="*/ 222 h 430"/>
                <a:gd name="T18" fmla="*/ 310 w 354"/>
                <a:gd name="T19" fmla="*/ 258 h 430"/>
                <a:gd name="T20" fmla="*/ 314 w 354"/>
                <a:gd name="T21" fmla="*/ 294 h 430"/>
                <a:gd name="T22" fmla="*/ 318 w 354"/>
                <a:gd name="T23" fmla="*/ 330 h 430"/>
                <a:gd name="T24" fmla="*/ 328 w 354"/>
                <a:gd name="T25" fmla="*/ 364 h 430"/>
                <a:gd name="T26" fmla="*/ 338 w 354"/>
                <a:gd name="T27" fmla="*/ 398 h 430"/>
                <a:gd name="T28" fmla="*/ 354 w 354"/>
                <a:gd name="T29" fmla="*/ 430 h 430"/>
                <a:gd name="T30" fmla="*/ 0 w 354"/>
                <a:gd name="T31" fmla="*/ 430 h 430"/>
                <a:gd name="T32" fmla="*/ 0 w 354"/>
                <a:gd name="T33" fmla="*/ 430 h 430"/>
                <a:gd name="T34" fmla="*/ 4 w 354"/>
                <a:gd name="T35" fmla="*/ 424 h 430"/>
                <a:gd name="T36" fmla="*/ 12 w 354"/>
                <a:gd name="T37" fmla="*/ 406 h 430"/>
                <a:gd name="T38" fmla="*/ 22 w 354"/>
                <a:gd name="T39" fmla="*/ 374 h 430"/>
                <a:gd name="T40" fmla="*/ 26 w 354"/>
                <a:gd name="T41" fmla="*/ 354 h 430"/>
                <a:gd name="T42" fmla="*/ 32 w 354"/>
                <a:gd name="T43" fmla="*/ 330 h 430"/>
                <a:gd name="T44" fmla="*/ 36 w 354"/>
                <a:gd name="T45" fmla="*/ 302 h 430"/>
                <a:gd name="T46" fmla="*/ 40 w 354"/>
                <a:gd name="T47" fmla="*/ 270 h 430"/>
                <a:gd name="T48" fmla="*/ 40 w 354"/>
                <a:gd name="T49" fmla="*/ 236 h 430"/>
                <a:gd name="T50" fmla="*/ 40 w 354"/>
                <a:gd name="T51" fmla="*/ 196 h 430"/>
                <a:gd name="T52" fmla="*/ 38 w 354"/>
                <a:gd name="T53" fmla="*/ 154 h 430"/>
                <a:gd name="T54" fmla="*/ 34 w 354"/>
                <a:gd name="T55" fmla="*/ 106 h 430"/>
                <a:gd name="T56" fmla="*/ 28 w 354"/>
                <a:gd name="T57" fmla="*/ 56 h 430"/>
                <a:gd name="T58" fmla="*/ 18 w 354"/>
                <a:gd name="T59" fmla="*/ 0 h 430"/>
                <a:gd name="T60" fmla="*/ 18 w 354"/>
                <a:gd name="T61" fmla="*/ 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4" h="430">
                  <a:moveTo>
                    <a:pt x="18" y="0"/>
                  </a:moveTo>
                  <a:lnTo>
                    <a:pt x="346" y="0"/>
                  </a:lnTo>
                  <a:lnTo>
                    <a:pt x="346" y="0"/>
                  </a:lnTo>
                  <a:lnTo>
                    <a:pt x="342" y="12"/>
                  </a:lnTo>
                  <a:lnTo>
                    <a:pt x="334" y="44"/>
                  </a:lnTo>
                  <a:lnTo>
                    <a:pt x="324" y="92"/>
                  </a:lnTo>
                  <a:lnTo>
                    <a:pt x="314" y="154"/>
                  </a:lnTo>
                  <a:lnTo>
                    <a:pt x="312" y="186"/>
                  </a:lnTo>
                  <a:lnTo>
                    <a:pt x="310" y="222"/>
                  </a:lnTo>
                  <a:lnTo>
                    <a:pt x="310" y="258"/>
                  </a:lnTo>
                  <a:lnTo>
                    <a:pt x="314" y="294"/>
                  </a:lnTo>
                  <a:lnTo>
                    <a:pt x="318" y="330"/>
                  </a:lnTo>
                  <a:lnTo>
                    <a:pt x="328" y="364"/>
                  </a:lnTo>
                  <a:lnTo>
                    <a:pt x="338" y="398"/>
                  </a:lnTo>
                  <a:lnTo>
                    <a:pt x="354" y="430"/>
                  </a:lnTo>
                  <a:lnTo>
                    <a:pt x="0" y="430"/>
                  </a:lnTo>
                  <a:lnTo>
                    <a:pt x="0" y="430"/>
                  </a:lnTo>
                  <a:lnTo>
                    <a:pt x="4" y="424"/>
                  </a:lnTo>
                  <a:lnTo>
                    <a:pt x="12" y="406"/>
                  </a:lnTo>
                  <a:lnTo>
                    <a:pt x="22" y="374"/>
                  </a:lnTo>
                  <a:lnTo>
                    <a:pt x="26" y="354"/>
                  </a:lnTo>
                  <a:lnTo>
                    <a:pt x="32" y="330"/>
                  </a:lnTo>
                  <a:lnTo>
                    <a:pt x="36" y="302"/>
                  </a:lnTo>
                  <a:lnTo>
                    <a:pt x="40" y="270"/>
                  </a:lnTo>
                  <a:lnTo>
                    <a:pt x="40" y="236"/>
                  </a:lnTo>
                  <a:lnTo>
                    <a:pt x="40" y="196"/>
                  </a:lnTo>
                  <a:lnTo>
                    <a:pt x="38" y="154"/>
                  </a:lnTo>
                  <a:lnTo>
                    <a:pt x="34" y="106"/>
                  </a:lnTo>
                  <a:lnTo>
                    <a:pt x="28" y="56"/>
                  </a:lnTo>
                  <a:lnTo>
                    <a:pt x="18" y="0"/>
                  </a:lnTo>
                  <a:lnTo>
                    <a:pt x="18"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5" name="Freeform 158"/>
            <p:cNvSpPr>
              <a:spLocks/>
            </p:cNvSpPr>
            <p:nvPr/>
          </p:nvSpPr>
          <p:spPr bwMode="auto">
            <a:xfrm>
              <a:off x="3107871" y="3887561"/>
              <a:ext cx="857250" cy="450850"/>
            </a:xfrm>
            <a:custGeom>
              <a:avLst/>
              <a:gdLst>
                <a:gd name="T0" fmla="*/ 100 w 540"/>
                <a:gd name="T1" fmla="*/ 0 h 284"/>
                <a:gd name="T2" fmla="*/ 436 w 540"/>
                <a:gd name="T3" fmla="*/ 0 h 284"/>
                <a:gd name="T4" fmla="*/ 436 w 540"/>
                <a:gd name="T5" fmla="*/ 0 h 284"/>
                <a:gd name="T6" fmla="*/ 450 w 540"/>
                <a:gd name="T7" fmla="*/ 16 h 284"/>
                <a:gd name="T8" fmla="*/ 478 w 540"/>
                <a:gd name="T9" fmla="*/ 54 h 284"/>
                <a:gd name="T10" fmla="*/ 496 w 540"/>
                <a:gd name="T11" fmla="*/ 80 h 284"/>
                <a:gd name="T12" fmla="*/ 512 w 540"/>
                <a:gd name="T13" fmla="*/ 106 h 284"/>
                <a:gd name="T14" fmla="*/ 526 w 540"/>
                <a:gd name="T15" fmla="*/ 136 h 284"/>
                <a:gd name="T16" fmla="*/ 536 w 540"/>
                <a:gd name="T17" fmla="*/ 164 h 284"/>
                <a:gd name="T18" fmla="*/ 538 w 540"/>
                <a:gd name="T19" fmla="*/ 180 h 284"/>
                <a:gd name="T20" fmla="*/ 540 w 540"/>
                <a:gd name="T21" fmla="*/ 194 h 284"/>
                <a:gd name="T22" fmla="*/ 538 w 540"/>
                <a:gd name="T23" fmla="*/ 206 h 284"/>
                <a:gd name="T24" fmla="*/ 536 w 540"/>
                <a:gd name="T25" fmla="*/ 220 h 284"/>
                <a:gd name="T26" fmla="*/ 530 w 540"/>
                <a:gd name="T27" fmla="*/ 232 h 284"/>
                <a:gd name="T28" fmla="*/ 524 w 540"/>
                <a:gd name="T29" fmla="*/ 242 h 284"/>
                <a:gd name="T30" fmla="*/ 514 w 540"/>
                <a:gd name="T31" fmla="*/ 252 h 284"/>
                <a:gd name="T32" fmla="*/ 500 w 540"/>
                <a:gd name="T33" fmla="*/ 260 h 284"/>
                <a:gd name="T34" fmla="*/ 484 w 540"/>
                <a:gd name="T35" fmla="*/ 268 h 284"/>
                <a:gd name="T36" fmla="*/ 466 w 540"/>
                <a:gd name="T37" fmla="*/ 274 h 284"/>
                <a:gd name="T38" fmla="*/ 442 w 540"/>
                <a:gd name="T39" fmla="*/ 278 h 284"/>
                <a:gd name="T40" fmla="*/ 416 w 540"/>
                <a:gd name="T41" fmla="*/ 280 h 284"/>
                <a:gd name="T42" fmla="*/ 386 w 540"/>
                <a:gd name="T43" fmla="*/ 280 h 284"/>
                <a:gd name="T44" fmla="*/ 352 w 540"/>
                <a:gd name="T45" fmla="*/ 280 h 284"/>
                <a:gd name="T46" fmla="*/ 314 w 540"/>
                <a:gd name="T47" fmla="*/ 276 h 284"/>
                <a:gd name="T48" fmla="*/ 270 w 540"/>
                <a:gd name="T49" fmla="*/ 268 h 284"/>
                <a:gd name="T50" fmla="*/ 270 w 540"/>
                <a:gd name="T51" fmla="*/ 268 h 284"/>
                <a:gd name="T52" fmla="*/ 250 w 540"/>
                <a:gd name="T53" fmla="*/ 274 h 284"/>
                <a:gd name="T54" fmla="*/ 202 w 540"/>
                <a:gd name="T55" fmla="*/ 280 h 284"/>
                <a:gd name="T56" fmla="*/ 170 w 540"/>
                <a:gd name="T57" fmla="*/ 284 h 284"/>
                <a:gd name="T58" fmla="*/ 138 w 540"/>
                <a:gd name="T59" fmla="*/ 284 h 284"/>
                <a:gd name="T60" fmla="*/ 104 w 540"/>
                <a:gd name="T61" fmla="*/ 284 h 284"/>
                <a:gd name="T62" fmla="*/ 74 w 540"/>
                <a:gd name="T63" fmla="*/ 278 h 284"/>
                <a:gd name="T64" fmla="*/ 58 w 540"/>
                <a:gd name="T65" fmla="*/ 274 h 284"/>
                <a:gd name="T66" fmla="*/ 46 w 540"/>
                <a:gd name="T67" fmla="*/ 268 h 284"/>
                <a:gd name="T68" fmla="*/ 34 w 540"/>
                <a:gd name="T69" fmla="*/ 262 h 284"/>
                <a:gd name="T70" fmla="*/ 22 w 540"/>
                <a:gd name="T71" fmla="*/ 254 h 284"/>
                <a:gd name="T72" fmla="*/ 14 w 540"/>
                <a:gd name="T73" fmla="*/ 244 h 284"/>
                <a:gd name="T74" fmla="*/ 8 w 540"/>
                <a:gd name="T75" fmla="*/ 232 h 284"/>
                <a:gd name="T76" fmla="*/ 2 w 540"/>
                <a:gd name="T77" fmla="*/ 220 h 284"/>
                <a:gd name="T78" fmla="*/ 0 w 540"/>
                <a:gd name="T79" fmla="*/ 204 h 284"/>
                <a:gd name="T80" fmla="*/ 2 w 540"/>
                <a:gd name="T81" fmla="*/ 186 h 284"/>
                <a:gd name="T82" fmla="*/ 6 w 540"/>
                <a:gd name="T83" fmla="*/ 168 h 284"/>
                <a:gd name="T84" fmla="*/ 12 w 540"/>
                <a:gd name="T85" fmla="*/ 146 h 284"/>
                <a:gd name="T86" fmla="*/ 22 w 540"/>
                <a:gd name="T87" fmla="*/ 122 h 284"/>
                <a:gd name="T88" fmla="*/ 36 w 540"/>
                <a:gd name="T89" fmla="*/ 96 h 284"/>
                <a:gd name="T90" fmla="*/ 54 w 540"/>
                <a:gd name="T91" fmla="*/ 66 h 284"/>
                <a:gd name="T92" fmla="*/ 74 w 540"/>
                <a:gd name="T93" fmla="*/ 36 h 284"/>
                <a:gd name="T94" fmla="*/ 100 w 540"/>
                <a:gd name="T95" fmla="*/ 0 h 284"/>
                <a:gd name="T96" fmla="*/ 100 w 540"/>
                <a:gd name="T97"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0" h="284">
                  <a:moveTo>
                    <a:pt x="100" y="0"/>
                  </a:moveTo>
                  <a:lnTo>
                    <a:pt x="436" y="0"/>
                  </a:lnTo>
                  <a:lnTo>
                    <a:pt x="436" y="0"/>
                  </a:lnTo>
                  <a:lnTo>
                    <a:pt x="450" y="16"/>
                  </a:lnTo>
                  <a:lnTo>
                    <a:pt x="478" y="54"/>
                  </a:lnTo>
                  <a:lnTo>
                    <a:pt x="496" y="80"/>
                  </a:lnTo>
                  <a:lnTo>
                    <a:pt x="512" y="106"/>
                  </a:lnTo>
                  <a:lnTo>
                    <a:pt x="526" y="136"/>
                  </a:lnTo>
                  <a:lnTo>
                    <a:pt x="536" y="164"/>
                  </a:lnTo>
                  <a:lnTo>
                    <a:pt x="538" y="180"/>
                  </a:lnTo>
                  <a:lnTo>
                    <a:pt x="540" y="194"/>
                  </a:lnTo>
                  <a:lnTo>
                    <a:pt x="538" y="206"/>
                  </a:lnTo>
                  <a:lnTo>
                    <a:pt x="536" y="220"/>
                  </a:lnTo>
                  <a:lnTo>
                    <a:pt x="530" y="232"/>
                  </a:lnTo>
                  <a:lnTo>
                    <a:pt x="524" y="242"/>
                  </a:lnTo>
                  <a:lnTo>
                    <a:pt x="514" y="252"/>
                  </a:lnTo>
                  <a:lnTo>
                    <a:pt x="500" y="260"/>
                  </a:lnTo>
                  <a:lnTo>
                    <a:pt x="484" y="268"/>
                  </a:lnTo>
                  <a:lnTo>
                    <a:pt x="466" y="274"/>
                  </a:lnTo>
                  <a:lnTo>
                    <a:pt x="442" y="278"/>
                  </a:lnTo>
                  <a:lnTo>
                    <a:pt x="416" y="280"/>
                  </a:lnTo>
                  <a:lnTo>
                    <a:pt x="386" y="280"/>
                  </a:lnTo>
                  <a:lnTo>
                    <a:pt x="352" y="280"/>
                  </a:lnTo>
                  <a:lnTo>
                    <a:pt x="314" y="276"/>
                  </a:lnTo>
                  <a:lnTo>
                    <a:pt x="270" y="268"/>
                  </a:lnTo>
                  <a:lnTo>
                    <a:pt x="270" y="268"/>
                  </a:lnTo>
                  <a:lnTo>
                    <a:pt x="250" y="274"/>
                  </a:lnTo>
                  <a:lnTo>
                    <a:pt x="202" y="280"/>
                  </a:lnTo>
                  <a:lnTo>
                    <a:pt x="170" y="284"/>
                  </a:lnTo>
                  <a:lnTo>
                    <a:pt x="138" y="284"/>
                  </a:lnTo>
                  <a:lnTo>
                    <a:pt x="104" y="284"/>
                  </a:lnTo>
                  <a:lnTo>
                    <a:pt x="74" y="278"/>
                  </a:lnTo>
                  <a:lnTo>
                    <a:pt x="58" y="274"/>
                  </a:lnTo>
                  <a:lnTo>
                    <a:pt x="46" y="268"/>
                  </a:lnTo>
                  <a:lnTo>
                    <a:pt x="34" y="262"/>
                  </a:lnTo>
                  <a:lnTo>
                    <a:pt x="22" y="254"/>
                  </a:lnTo>
                  <a:lnTo>
                    <a:pt x="14" y="244"/>
                  </a:lnTo>
                  <a:lnTo>
                    <a:pt x="8" y="232"/>
                  </a:lnTo>
                  <a:lnTo>
                    <a:pt x="2" y="220"/>
                  </a:lnTo>
                  <a:lnTo>
                    <a:pt x="0" y="204"/>
                  </a:lnTo>
                  <a:lnTo>
                    <a:pt x="2" y="186"/>
                  </a:lnTo>
                  <a:lnTo>
                    <a:pt x="6" y="168"/>
                  </a:lnTo>
                  <a:lnTo>
                    <a:pt x="12" y="146"/>
                  </a:lnTo>
                  <a:lnTo>
                    <a:pt x="22" y="122"/>
                  </a:lnTo>
                  <a:lnTo>
                    <a:pt x="36" y="96"/>
                  </a:lnTo>
                  <a:lnTo>
                    <a:pt x="54" y="66"/>
                  </a:lnTo>
                  <a:lnTo>
                    <a:pt x="74" y="36"/>
                  </a:lnTo>
                  <a:lnTo>
                    <a:pt x="100" y="0"/>
                  </a:lnTo>
                  <a:lnTo>
                    <a:pt x="100" y="0"/>
                  </a:lnTo>
                  <a:close/>
                </a:path>
              </a:pathLst>
            </a:custGeom>
            <a:solidFill>
              <a:srgbClr val="002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6" name="Freeform 159"/>
            <p:cNvSpPr>
              <a:spLocks/>
            </p:cNvSpPr>
            <p:nvPr/>
          </p:nvSpPr>
          <p:spPr bwMode="auto">
            <a:xfrm>
              <a:off x="3399971" y="5297261"/>
              <a:ext cx="161925" cy="336550"/>
            </a:xfrm>
            <a:custGeom>
              <a:avLst/>
              <a:gdLst>
                <a:gd name="T0" fmla="*/ 0 w 102"/>
                <a:gd name="T1" fmla="*/ 16 h 212"/>
                <a:gd name="T2" fmla="*/ 72 w 102"/>
                <a:gd name="T3" fmla="*/ 0 h 212"/>
                <a:gd name="T4" fmla="*/ 98 w 102"/>
                <a:gd name="T5" fmla="*/ 108 h 212"/>
                <a:gd name="T6" fmla="*/ 98 w 102"/>
                <a:gd name="T7" fmla="*/ 108 h 212"/>
                <a:gd name="T8" fmla="*/ 100 w 102"/>
                <a:gd name="T9" fmla="*/ 122 h 212"/>
                <a:gd name="T10" fmla="*/ 102 w 102"/>
                <a:gd name="T11" fmla="*/ 136 h 212"/>
                <a:gd name="T12" fmla="*/ 102 w 102"/>
                <a:gd name="T13" fmla="*/ 152 h 212"/>
                <a:gd name="T14" fmla="*/ 100 w 102"/>
                <a:gd name="T15" fmla="*/ 170 h 212"/>
                <a:gd name="T16" fmla="*/ 96 w 102"/>
                <a:gd name="T17" fmla="*/ 188 h 212"/>
                <a:gd name="T18" fmla="*/ 92 w 102"/>
                <a:gd name="T19" fmla="*/ 194 h 212"/>
                <a:gd name="T20" fmla="*/ 86 w 102"/>
                <a:gd name="T21" fmla="*/ 202 h 212"/>
                <a:gd name="T22" fmla="*/ 80 w 102"/>
                <a:gd name="T23" fmla="*/ 208 h 212"/>
                <a:gd name="T24" fmla="*/ 74 w 102"/>
                <a:gd name="T25" fmla="*/ 212 h 212"/>
                <a:gd name="T26" fmla="*/ 74 w 102"/>
                <a:gd name="T27" fmla="*/ 212 h 212"/>
                <a:gd name="T28" fmla="*/ 68 w 102"/>
                <a:gd name="T29" fmla="*/ 210 h 212"/>
                <a:gd name="T30" fmla="*/ 60 w 102"/>
                <a:gd name="T31" fmla="*/ 206 h 212"/>
                <a:gd name="T32" fmla="*/ 52 w 102"/>
                <a:gd name="T33" fmla="*/ 198 h 212"/>
                <a:gd name="T34" fmla="*/ 44 w 102"/>
                <a:gd name="T35" fmla="*/ 188 h 212"/>
                <a:gd name="T36" fmla="*/ 34 w 102"/>
                <a:gd name="T37" fmla="*/ 174 h 212"/>
                <a:gd name="T38" fmla="*/ 26 w 102"/>
                <a:gd name="T39" fmla="*/ 154 h 212"/>
                <a:gd name="T40" fmla="*/ 20 w 102"/>
                <a:gd name="T41" fmla="*/ 128 h 212"/>
                <a:gd name="T42" fmla="*/ 0 w 102"/>
                <a:gd name="T43" fmla="*/ 1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2" h="212">
                  <a:moveTo>
                    <a:pt x="0" y="16"/>
                  </a:moveTo>
                  <a:lnTo>
                    <a:pt x="72" y="0"/>
                  </a:lnTo>
                  <a:lnTo>
                    <a:pt x="98" y="108"/>
                  </a:lnTo>
                  <a:lnTo>
                    <a:pt x="98" y="108"/>
                  </a:lnTo>
                  <a:lnTo>
                    <a:pt x="100" y="122"/>
                  </a:lnTo>
                  <a:lnTo>
                    <a:pt x="102" y="136"/>
                  </a:lnTo>
                  <a:lnTo>
                    <a:pt x="102" y="152"/>
                  </a:lnTo>
                  <a:lnTo>
                    <a:pt x="100" y="170"/>
                  </a:lnTo>
                  <a:lnTo>
                    <a:pt x="96" y="188"/>
                  </a:lnTo>
                  <a:lnTo>
                    <a:pt x="92" y="194"/>
                  </a:lnTo>
                  <a:lnTo>
                    <a:pt x="86" y="202"/>
                  </a:lnTo>
                  <a:lnTo>
                    <a:pt x="80" y="208"/>
                  </a:lnTo>
                  <a:lnTo>
                    <a:pt x="74" y="212"/>
                  </a:lnTo>
                  <a:lnTo>
                    <a:pt x="74" y="212"/>
                  </a:lnTo>
                  <a:lnTo>
                    <a:pt x="68" y="210"/>
                  </a:lnTo>
                  <a:lnTo>
                    <a:pt x="60" y="206"/>
                  </a:lnTo>
                  <a:lnTo>
                    <a:pt x="52" y="198"/>
                  </a:lnTo>
                  <a:lnTo>
                    <a:pt x="44" y="188"/>
                  </a:lnTo>
                  <a:lnTo>
                    <a:pt x="34" y="174"/>
                  </a:lnTo>
                  <a:lnTo>
                    <a:pt x="26" y="154"/>
                  </a:lnTo>
                  <a:lnTo>
                    <a:pt x="20" y="128"/>
                  </a:lnTo>
                  <a:lnTo>
                    <a:pt x="0" y="1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7" name="Freeform 160"/>
            <p:cNvSpPr>
              <a:spLocks/>
            </p:cNvSpPr>
            <p:nvPr/>
          </p:nvSpPr>
          <p:spPr bwMode="auto">
            <a:xfrm>
              <a:off x="3431721" y="5465536"/>
              <a:ext cx="155575" cy="231775"/>
            </a:xfrm>
            <a:custGeom>
              <a:avLst/>
              <a:gdLst>
                <a:gd name="T0" fmla="*/ 0 w 98"/>
                <a:gd name="T1" fmla="*/ 16 h 146"/>
                <a:gd name="T2" fmla="*/ 0 w 98"/>
                <a:gd name="T3" fmla="*/ 16 h 146"/>
                <a:gd name="T4" fmla="*/ 6 w 98"/>
                <a:gd name="T5" fmla="*/ 16 h 146"/>
                <a:gd name="T6" fmla="*/ 24 w 98"/>
                <a:gd name="T7" fmla="*/ 14 h 146"/>
                <a:gd name="T8" fmla="*/ 50 w 98"/>
                <a:gd name="T9" fmla="*/ 8 h 146"/>
                <a:gd name="T10" fmla="*/ 62 w 98"/>
                <a:gd name="T11" fmla="*/ 4 h 146"/>
                <a:gd name="T12" fmla="*/ 78 w 98"/>
                <a:gd name="T13" fmla="*/ 0 h 146"/>
                <a:gd name="T14" fmla="*/ 78 w 98"/>
                <a:gd name="T15" fmla="*/ 0 h 146"/>
                <a:gd name="T16" fmla="*/ 84 w 98"/>
                <a:gd name="T17" fmla="*/ 20 h 146"/>
                <a:gd name="T18" fmla="*/ 92 w 98"/>
                <a:gd name="T19" fmla="*/ 42 h 146"/>
                <a:gd name="T20" fmla="*/ 96 w 98"/>
                <a:gd name="T21" fmla="*/ 68 h 146"/>
                <a:gd name="T22" fmla="*/ 98 w 98"/>
                <a:gd name="T23" fmla="*/ 94 h 146"/>
                <a:gd name="T24" fmla="*/ 98 w 98"/>
                <a:gd name="T25" fmla="*/ 106 h 146"/>
                <a:gd name="T26" fmla="*/ 96 w 98"/>
                <a:gd name="T27" fmla="*/ 118 h 146"/>
                <a:gd name="T28" fmla="*/ 92 w 98"/>
                <a:gd name="T29" fmla="*/ 128 h 146"/>
                <a:gd name="T30" fmla="*/ 84 w 98"/>
                <a:gd name="T31" fmla="*/ 136 h 146"/>
                <a:gd name="T32" fmla="*/ 76 w 98"/>
                <a:gd name="T33" fmla="*/ 142 h 146"/>
                <a:gd name="T34" fmla="*/ 64 w 98"/>
                <a:gd name="T35" fmla="*/ 146 h 146"/>
                <a:gd name="T36" fmla="*/ 64 w 98"/>
                <a:gd name="T37" fmla="*/ 146 h 146"/>
                <a:gd name="T38" fmla="*/ 62 w 98"/>
                <a:gd name="T39" fmla="*/ 146 h 146"/>
                <a:gd name="T40" fmla="*/ 54 w 98"/>
                <a:gd name="T41" fmla="*/ 144 h 146"/>
                <a:gd name="T42" fmla="*/ 44 w 98"/>
                <a:gd name="T43" fmla="*/ 140 h 146"/>
                <a:gd name="T44" fmla="*/ 34 w 98"/>
                <a:gd name="T45" fmla="*/ 132 h 146"/>
                <a:gd name="T46" fmla="*/ 28 w 98"/>
                <a:gd name="T47" fmla="*/ 126 h 146"/>
                <a:gd name="T48" fmla="*/ 22 w 98"/>
                <a:gd name="T49" fmla="*/ 118 h 146"/>
                <a:gd name="T50" fmla="*/ 16 w 98"/>
                <a:gd name="T51" fmla="*/ 106 h 146"/>
                <a:gd name="T52" fmla="*/ 12 w 98"/>
                <a:gd name="T53" fmla="*/ 94 h 146"/>
                <a:gd name="T54" fmla="*/ 6 w 98"/>
                <a:gd name="T55" fmla="*/ 78 h 146"/>
                <a:gd name="T56" fmla="*/ 4 w 98"/>
                <a:gd name="T57" fmla="*/ 60 h 146"/>
                <a:gd name="T58" fmla="*/ 0 w 98"/>
                <a:gd name="T59" fmla="*/ 40 h 146"/>
                <a:gd name="T60" fmla="*/ 0 w 98"/>
                <a:gd name="T61" fmla="*/ 16 h 146"/>
                <a:gd name="T62" fmla="*/ 0 w 98"/>
                <a:gd name="T63"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146">
                  <a:moveTo>
                    <a:pt x="0" y="16"/>
                  </a:moveTo>
                  <a:lnTo>
                    <a:pt x="0" y="16"/>
                  </a:lnTo>
                  <a:lnTo>
                    <a:pt x="6" y="16"/>
                  </a:lnTo>
                  <a:lnTo>
                    <a:pt x="24" y="14"/>
                  </a:lnTo>
                  <a:lnTo>
                    <a:pt x="50" y="8"/>
                  </a:lnTo>
                  <a:lnTo>
                    <a:pt x="62" y="4"/>
                  </a:lnTo>
                  <a:lnTo>
                    <a:pt x="78" y="0"/>
                  </a:lnTo>
                  <a:lnTo>
                    <a:pt x="78" y="0"/>
                  </a:lnTo>
                  <a:lnTo>
                    <a:pt x="84" y="20"/>
                  </a:lnTo>
                  <a:lnTo>
                    <a:pt x="92" y="42"/>
                  </a:lnTo>
                  <a:lnTo>
                    <a:pt x="96" y="68"/>
                  </a:lnTo>
                  <a:lnTo>
                    <a:pt x="98" y="94"/>
                  </a:lnTo>
                  <a:lnTo>
                    <a:pt x="98" y="106"/>
                  </a:lnTo>
                  <a:lnTo>
                    <a:pt x="96" y="118"/>
                  </a:lnTo>
                  <a:lnTo>
                    <a:pt x="92" y="128"/>
                  </a:lnTo>
                  <a:lnTo>
                    <a:pt x="84" y="136"/>
                  </a:lnTo>
                  <a:lnTo>
                    <a:pt x="76" y="142"/>
                  </a:lnTo>
                  <a:lnTo>
                    <a:pt x="64" y="146"/>
                  </a:lnTo>
                  <a:lnTo>
                    <a:pt x="64" y="146"/>
                  </a:lnTo>
                  <a:lnTo>
                    <a:pt x="62" y="146"/>
                  </a:lnTo>
                  <a:lnTo>
                    <a:pt x="54" y="144"/>
                  </a:lnTo>
                  <a:lnTo>
                    <a:pt x="44" y="140"/>
                  </a:lnTo>
                  <a:lnTo>
                    <a:pt x="34" y="132"/>
                  </a:lnTo>
                  <a:lnTo>
                    <a:pt x="28" y="126"/>
                  </a:lnTo>
                  <a:lnTo>
                    <a:pt x="22" y="118"/>
                  </a:lnTo>
                  <a:lnTo>
                    <a:pt x="16" y="106"/>
                  </a:lnTo>
                  <a:lnTo>
                    <a:pt x="12" y="94"/>
                  </a:lnTo>
                  <a:lnTo>
                    <a:pt x="6" y="78"/>
                  </a:lnTo>
                  <a:lnTo>
                    <a:pt x="4" y="60"/>
                  </a:lnTo>
                  <a:lnTo>
                    <a:pt x="0" y="40"/>
                  </a:lnTo>
                  <a:lnTo>
                    <a:pt x="0" y="16"/>
                  </a:lnTo>
                  <a:lnTo>
                    <a:pt x="0" y="16"/>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8" name="Freeform 161"/>
            <p:cNvSpPr>
              <a:spLocks/>
            </p:cNvSpPr>
            <p:nvPr/>
          </p:nvSpPr>
          <p:spPr bwMode="auto">
            <a:xfrm>
              <a:off x="3438071" y="5544911"/>
              <a:ext cx="149225" cy="155575"/>
            </a:xfrm>
            <a:custGeom>
              <a:avLst/>
              <a:gdLst>
                <a:gd name="T0" fmla="*/ 58 w 94"/>
                <a:gd name="T1" fmla="*/ 84 h 98"/>
                <a:gd name="T2" fmla="*/ 58 w 94"/>
                <a:gd name="T3" fmla="*/ 84 h 98"/>
                <a:gd name="T4" fmla="*/ 50 w 94"/>
                <a:gd name="T5" fmla="*/ 84 h 98"/>
                <a:gd name="T6" fmla="*/ 44 w 94"/>
                <a:gd name="T7" fmla="*/ 82 h 98"/>
                <a:gd name="T8" fmla="*/ 36 w 94"/>
                <a:gd name="T9" fmla="*/ 78 h 98"/>
                <a:gd name="T10" fmla="*/ 26 w 94"/>
                <a:gd name="T11" fmla="*/ 70 h 98"/>
                <a:gd name="T12" fmla="*/ 16 w 94"/>
                <a:gd name="T13" fmla="*/ 58 h 98"/>
                <a:gd name="T14" fmla="*/ 8 w 94"/>
                <a:gd name="T15" fmla="*/ 40 h 98"/>
                <a:gd name="T16" fmla="*/ 0 w 94"/>
                <a:gd name="T17" fmla="*/ 18 h 98"/>
                <a:gd name="T18" fmla="*/ 0 w 94"/>
                <a:gd name="T19" fmla="*/ 18 h 98"/>
                <a:gd name="T20" fmla="*/ 8 w 94"/>
                <a:gd name="T21" fmla="*/ 44 h 98"/>
                <a:gd name="T22" fmla="*/ 16 w 94"/>
                <a:gd name="T23" fmla="*/ 66 h 98"/>
                <a:gd name="T24" fmla="*/ 26 w 94"/>
                <a:gd name="T25" fmla="*/ 80 h 98"/>
                <a:gd name="T26" fmla="*/ 36 w 94"/>
                <a:gd name="T27" fmla="*/ 90 h 98"/>
                <a:gd name="T28" fmla="*/ 46 w 94"/>
                <a:gd name="T29" fmla="*/ 94 h 98"/>
                <a:gd name="T30" fmla="*/ 52 w 94"/>
                <a:gd name="T31" fmla="*/ 96 h 98"/>
                <a:gd name="T32" fmla="*/ 60 w 94"/>
                <a:gd name="T33" fmla="*/ 98 h 98"/>
                <a:gd name="T34" fmla="*/ 60 w 94"/>
                <a:gd name="T35" fmla="*/ 98 h 98"/>
                <a:gd name="T36" fmla="*/ 68 w 94"/>
                <a:gd name="T37" fmla="*/ 96 h 98"/>
                <a:gd name="T38" fmla="*/ 74 w 94"/>
                <a:gd name="T39" fmla="*/ 92 h 98"/>
                <a:gd name="T40" fmla="*/ 84 w 94"/>
                <a:gd name="T41" fmla="*/ 84 h 98"/>
                <a:gd name="T42" fmla="*/ 90 w 94"/>
                <a:gd name="T43" fmla="*/ 74 h 98"/>
                <a:gd name="T44" fmla="*/ 94 w 94"/>
                <a:gd name="T45" fmla="*/ 60 h 98"/>
                <a:gd name="T46" fmla="*/ 94 w 94"/>
                <a:gd name="T47" fmla="*/ 46 h 98"/>
                <a:gd name="T48" fmla="*/ 94 w 94"/>
                <a:gd name="T49" fmla="*/ 30 h 98"/>
                <a:gd name="T50" fmla="*/ 92 w 94"/>
                <a:gd name="T51" fmla="*/ 16 h 98"/>
                <a:gd name="T52" fmla="*/ 90 w 94"/>
                <a:gd name="T53" fmla="*/ 0 h 98"/>
                <a:gd name="T54" fmla="*/ 90 w 94"/>
                <a:gd name="T55" fmla="*/ 0 h 98"/>
                <a:gd name="T56" fmla="*/ 92 w 94"/>
                <a:gd name="T57" fmla="*/ 28 h 98"/>
                <a:gd name="T58" fmla="*/ 92 w 94"/>
                <a:gd name="T59" fmla="*/ 40 h 98"/>
                <a:gd name="T60" fmla="*/ 90 w 94"/>
                <a:gd name="T61" fmla="*/ 52 h 98"/>
                <a:gd name="T62" fmla="*/ 86 w 94"/>
                <a:gd name="T63" fmla="*/ 64 h 98"/>
                <a:gd name="T64" fmla="*/ 78 w 94"/>
                <a:gd name="T65" fmla="*/ 72 h 98"/>
                <a:gd name="T66" fmla="*/ 70 w 94"/>
                <a:gd name="T67" fmla="*/ 80 h 98"/>
                <a:gd name="T68" fmla="*/ 58 w 94"/>
                <a:gd name="T69" fmla="*/ 84 h 98"/>
                <a:gd name="T70" fmla="*/ 58 w 94"/>
                <a:gd name="T71" fmla="*/ 8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 h="98">
                  <a:moveTo>
                    <a:pt x="58" y="84"/>
                  </a:moveTo>
                  <a:lnTo>
                    <a:pt x="58" y="84"/>
                  </a:lnTo>
                  <a:lnTo>
                    <a:pt x="50" y="84"/>
                  </a:lnTo>
                  <a:lnTo>
                    <a:pt x="44" y="82"/>
                  </a:lnTo>
                  <a:lnTo>
                    <a:pt x="36" y="78"/>
                  </a:lnTo>
                  <a:lnTo>
                    <a:pt x="26" y="70"/>
                  </a:lnTo>
                  <a:lnTo>
                    <a:pt x="16" y="58"/>
                  </a:lnTo>
                  <a:lnTo>
                    <a:pt x="8" y="40"/>
                  </a:lnTo>
                  <a:lnTo>
                    <a:pt x="0" y="18"/>
                  </a:lnTo>
                  <a:lnTo>
                    <a:pt x="0" y="18"/>
                  </a:lnTo>
                  <a:lnTo>
                    <a:pt x="8" y="44"/>
                  </a:lnTo>
                  <a:lnTo>
                    <a:pt x="16" y="66"/>
                  </a:lnTo>
                  <a:lnTo>
                    <a:pt x="26" y="80"/>
                  </a:lnTo>
                  <a:lnTo>
                    <a:pt x="36" y="90"/>
                  </a:lnTo>
                  <a:lnTo>
                    <a:pt x="46" y="94"/>
                  </a:lnTo>
                  <a:lnTo>
                    <a:pt x="52" y="96"/>
                  </a:lnTo>
                  <a:lnTo>
                    <a:pt x="60" y="98"/>
                  </a:lnTo>
                  <a:lnTo>
                    <a:pt x="60" y="98"/>
                  </a:lnTo>
                  <a:lnTo>
                    <a:pt x="68" y="96"/>
                  </a:lnTo>
                  <a:lnTo>
                    <a:pt x="74" y="92"/>
                  </a:lnTo>
                  <a:lnTo>
                    <a:pt x="84" y="84"/>
                  </a:lnTo>
                  <a:lnTo>
                    <a:pt x="90" y="74"/>
                  </a:lnTo>
                  <a:lnTo>
                    <a:pt x="94" y="60"/>
                  </a:lnTo>
                  <a:lnTo>
                    <a:pt x="94" y="46"/>
                  </a:lnTo>
                  <a:lnTo>
                    <a:pt x="94" y="30"/>
                  </a:lnTo>
                  <a:lnTo>
                    <a:pt x="92" y="16"/>
                  </a:lnTo>
                  <a:lnTo>
                    <a:pt x="90" y="0"/>
                  </a:lnTo>
                  <a:lnTo>
                    <a:pt x="90" y="0"/>
                  </a:lnTo>
                  <a:lnTo>
                    <a:pt x="92" y="28"/>
                  </a:lnTo>
                  <a:lnTo>
                    <a:pt x="92" y="40"/>
                  </a:lnTo>
                  <a:lnTo>
                    <a:pt x="90" y="52"/>
                  </a:lnTo>
                  <a:lnTo>
                    <a:pt x="86" y="64"/>
                  </a:lnTo>
                  <a:lnTo>
                    <a:pt x="78" y="72"/>
                  </a:lnTo>
                  <a:lnTo>
                    <a:pt x="70" y="80"/>
                  </a:lnTo>
                  <a:lnTo>
                    <a:pt x="58" y="84"/>
                  </a:lnTo>
                  <a:lnTo>
                    <a:pt x="58" y="8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9" name="Freeform 162"/>
            <p:cNvSpPr>
              <a:spLocks/>
            </p:cNvSpPr>
            <p:nvPr/>
          </p:nvSpPr>
          <p:spPr bwMode="auto">
            <a:xfrm>
              <a:off x="3472996" y="5516336"/>
              <a:ext cx="12700" cy="12700"/>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4 w 8"/>
                <a:gd name="T19" fmla="*/ 0 h 8"/>
                <a:gd name="T20" fmla="*/ 4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4"/>
                  </a:lnTo>
                  <a:lnTo>
                    <a:pt x="0" y="4"/>
                  </a:lnTo>
                  <a:lnTo>
                    <a:pt x="0" y="2"/>
                  </a:lnTo>
                  <a:lnTo>
                    <a:pt x="4" y="0"/>
                  </a:lnTo>
                  <a:lnTo>
                    <a:pt x="4"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0" name="Freeform 163"/>
            <p:cNvSpPr>
              <a:spLocks/>
            </p:cNvSpPr>
            <p:nvPr/>
          </p:nvSpPr>
          <p:spPr bwMode="auto">
            <a:xfrm>
              <a:off x="3514271" y="5506811"/>
              <a:ext cx="15875" cy="12700"/>
            </a:xfrm>
            <a:custGeom>
              <a:avLst/>
              <a:gdLst>
                <a:gd name="T0" fmla="*/ 10 w 10"/>
                <a:gd name="T1" fmla="*/ 4 h 8"/>
                <a:gd name="T2" fmla="*/ 10 w 10"/>
                <a:gd name="T3" fmla="*/ 4 h 8"/>
                <a:gd name="T4" fmla="*/ 8 w 10"/>
                <a:gd name="T5" fmla="*/ 6 h 8"/>
                <a:gd name="T6" fmla="*/ 6 w 10"/>
                <a:gd name="T7" fmla="*/ 8 h 8"/>
                <a:gd name="T8" fmla="*/ 6 w 10"/>
                <a:gd name="T9" fmla="*/ 8 h 8"/>
                <a:gd name="T10" fmla="*/ 2 w 10"/>
                <a:gd name="T11" fmla="*/ 8 h 8"/>
                <a:gd name="T12" fmla="*/ 0 w 10"/>
                <a:gd name="T13" fmla="*/ 6 h 8"/>
                <a:gd name="T14" fmla="*/ 0 w 10"/>
                <a:gd name="T15" fmla="*/ 6 h 8"/>
                <a:gd name="T16" fmla="*/ 2 w 10"/>
                <a:gd name="T17" fmla="*/ 2 h 8"/>
                <a:gd name="T18" fmla="*/ 4 w 10"/>
                <a:gd name="T19" fmla="*/ 0 h 8"/>
                <a:gd name="T20" fmla="*/ 4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6"/>
                  </a:lnTo>
                  <a:lnTo>
                    <a:pt x="6" y="8"/>
                  </a:lnTo>
                  <a:lnTo>
                    <a:pt x="6" y="8"/>
                  </a:lnTo>
                  <a:lnTo>
                    <a:pt x="2" y="8"/>
                  </a:lnTo>
                  <a:lnTo>
                    <a:pt x="0" y="6"/>
                  </a:lnTo>
                  <a:lnTo>
                    <a:pt x="0" y="6"/>
                  </a:lnTo>
                  <a:lnTo>
                    <a:pt x="2" y="2"/>
                  </a:lnTo>
                  <a:lnTo>
                    <a:pt x="4" y="0"/>
                  </a:lnTo>
                  <a:lnTo>
                    <a:pt x="4"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1" name="Freeform 164"/>
            <p:cNvSpPr>
              <a:spLocks/>
            </p:cNvSpPr>
            <p:nvPr/>
          </p:nvSpPr>
          <p:spPr bwMode="auto">
            <a:xfrm>
              <a:off x="3479346" y="5544911"/>
              <a:ext cx="12700" cy="12700"/>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2 w 8"/>
                <a:gd name="T19" fmla="*/ 0 h 8"/>
                <a:gd name="T20" fmla="*/ 2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2"/>
                  </a:lnTo>
                  <a:lnTo>
                    <a:pt x="2" y="0"/>
                  </a:lnTo>
                  <a:lnTo>
                    <a:pt x="2"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2" name="Freeform 165"/>
            <p:cNvSpPr>
              <a:spLocks/>
            </p:cNvSpPr>
            <p:nvPr/>
          </p:nvSpPr>
          <p:spPr bwMode="auto">
            <a:xfrm>
              <a:off x="3520621" y="5535386"/>
              <a:ext cx="15875" cy="12700"/>
            </a:xfrm>
            <a:custGeom>
              <a:avLst/>
              <a:gdLst>
                <a:gd name="T0" fmla="*/ 10 w 10"/>
                <a:gd name="T1" fmla="*/ 2 h 8"/>
                <a:gd name="T2" fmla="*/ 10 w 10"/>
                <a:gd name="T3" fmla="*/ 2 h 8"/>
                <a:gd name="T4" fmla="*/ 8 w 10"/>
                <a:gd name="T5" fmla="*/ 6 h 8"/>
                <a:gd name="T6" fmla="*/ 6 w 10"/>
                <a:gd name="T7" fmla="*/ 8 h 8"/>
                <a:gd name="T8" fmla="*/ 6 w 10"/>
                <a:gd name="T9" fmla="*/ 8 h 8"/>
                <a:gd name="T10" fmla="*/ 2 w 10"/>
                <a:gd name="T11" fmla="*/ 8 h 8"/>
                <a:gd name="T12" fmla="*/ 0 w 10"/>
                <a:gd name="T13" fmla="*/ 4 h 8"/>
                <a:gd name="T14" fmla="*/ 0 w 10"/>
                <a:gd name="T15" fmla="*/ 4 h 8"/>
                <a:gd name="T16" fmla="*/ 0 w 10"/>
                <a:gd name="T17" fmla="*/ 2 h 8"/>
                <a:gd name="T18" fmla="*/ 4 w 10"/>
                <a:gd name="T19" fmla="*/ 0 h 8"/>
                <a:gd name="T20" fmla="*/ 4 w 10"/>
                <a:gd name="T21" fmla="*/ 0 h 8"/>
                <a:gd name="T22" fmla="*/ 8 w 10"/>
                <a:gd name="T23" fmla="*/ 0 h 8"/>
                <a:gd name="T24" fmla="*/ 10 w 10"/>
                <a:gd name="T25" fmla="*/ 2 h 8"/>
                <a:gd name="T26" fmla="*/ 10 w 10"/>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2"/>
                  </a:moveTo>
                  <a:lnTo>
                    <a:pt x="10" y="2"/>
                  </a:lnTo>
                  <a:lnTo>
                    <a:pt x="8" y="6"/>
                  </a:lnTo>
                  <a:lnTo>
                    <a:pt x="6" y="8"/>
                  </a:lnTo>
                  <a:lnTo>
                    <a:pt x="6" y="8"/>
                  </a:lnTo>
                  <a:lnTo>
                    <a:pt x="2" y="8"/>
                  </a:lnTo>
                  <a:lnTo>
                    <a:pt x="0" y="4"/>
                  </a:lnTo>
                  <a:lnTo>
                    <a:pt x="0" y="4"/>
                  </a:lnTo>
                  <a:lnTo>
                    <a:pt x="0" y="2"/>
                  </a:lnTo>
                  <a:lnTo>
                    <a:pt x="4" y="0"/>
                  </a:lnTo>
                  <a:lnTo>
                    <a:pt x="4" y="0"/>
                  </a:lnTo>
                  <a:lnTo>
                    <a:pt x="8" y="0"/>
                  </a:lnTo>
                  <a:lnTo>
                    <a:pt x="10" y="2"/>
                  </a:lnTo>
                  <a:lnTo>
                    <a:pt x="1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3" name="Freeform 166"/>
            <p:cNvSpPr>
              <a:spLocks/>
            </p:cNvSpPr>
            <p:nvPr/>
          </p:nvSpPr>
          <p:spPr bwMode="auto">
            <a:xfrm>
              <a:off x="3482521" y="5567136"/>
              <a:ext cx="15875" cy="15875"/>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0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0"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4" name="Freeform 167"/>
            <p:cNvSpPr>
              <a:spLocks/>
            </p:cNvSpPr>
            <p:nvPr/>
          </p:nvSpPr>
          <p:spPr bwMode="auto">
            <a:xfrm>
              <a:off x="3526971" y="5560786"/>
              <a:ext cx="12700" cy="12700"/>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0 h 8"/>
                <a:gd name="T18" fmla="*/ 4 w 8"/>
                <a:gd name="T19" fmla="*/ 0 h 8"/>
                <a:gd name="T20" fmla="*/ 4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0"/>
                  </a:lnTo>
                  <a:lnTo>
                    <a:pt x="4" y="0"/>
                  </a:lnTo>
                  <a:lnTo>
                    <a:pt x="4"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5" name="Freeform 168"/>
            <p:cNvSpPr>
              <a:spLocks/>
            </p:cNvSpPr>
            <p:nvPr/>
          </p:nvSpPr>
          <p:spPr bwMode="auto">
            <a:xfrm>
              <a:off x="3488871" y="5592536"/>
              <a:ext cx="12700" cy="12700"/>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6 h 8"/>
                <a:gd name="T14" fmla="*/ 0 w 8"/>
                <a:gd name="T15" fmla="*/ 6 h 8"/>
                <a:gd name="T16" fmla="*/ 0 w 8"/>
                <a:gd name="T17" fmla="*/ 2 h 8"/>
                <a:gd name="T18" fmla="*/ 2 w 8"/>
                <a:gd name="T19" fmla="*/ 0 h 8"/>
                <a:gd name="T20" fmla="*/ 2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6"/>
                  </a:lnTo>
                  <a:lnTo>
                    <a:pt x="0" y="6"/>
                  </a:lnTo>
                  <a:lnTo>
                    <a:pt x="0" y="2"/>
                  </a:lnTo>
                  <a:lnTo>
                    <a:pt x="2" y="0"/>
                  </a:lnTo>
                  <a:lnTo>
                    <a:pt x="2"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6" name="Freeform 169"/>
            <p:cNvSpPr>
              <a:spLocks/>
            </p:cNvSpPr>
            <p:nvPr/>
          </p:nvSpPr>
          <p:spPr bwMode="auto">
            <a:xfrm>
              <a:off x="3530146" y="5583011"/>
              <a:ext cx="15875" cy="15875"/>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2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2"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7" name="Freeform 170"/>
            <p:cNvSpPr>
              <a:spLocks/>
            </p:cNvSpPr>
            <p:nvPr/>
          </p:nvSpPr>
          <p:spPr bwMode="auto">
            <a:xfrm>
              <a:off x="3476171" y="5509986"/>
              <a:ext cx="47625" cy="15875"/>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8" name="Freeform 171"/>
            <p:cNvSpPr>
              <a:spLocks/>
            </p:cNvSpPr>
            <p:nvPr/>
          </p:nvSpPr>
          <p:spPr bwMode="auto">
            <a:xfrm>
              <a:off x="3482521" y="5538561"/>
              <a:ext cx="47625" cy="15875"/>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9" name="Freeform 172"/>
            <p:cNvSpPr>
              <a:spLocks/>
            </p:cNvSpPr>
            <p:nvPr/>
          </p:nvSpPr>
          <p:spPr bwMode="auto">
            <a:xfrm>
              <a:off x="3485696" y="5563961"/>
              <a:ext cx="50800" cy="12700"/>
            </a:xfrm>
            <a:custGeom>
              <a:avLst/>
              <a:gdLst>
                <a:gd name="T0" fmla="*/ 32 w 32"/>
                <a:gd name="T1" fmla="*/ 0 h 8"/>
                <a:gd name="T2" fmla="*/ 32 w 32"/>
                <a:gd name="T3" fmla="*/ 0 h 8"/>
                <a:gd name="T4" fmla="*/ 30 w 32"/>
                <a:gd name="T5" fmla="*/ 2 h 8"/>
                <a:gd name="T6" fmla="*/ 2 w 32"/>
                <a:gd name="T7" fmla="*/ 8 h 8"/>
                <a:gd name="T8" fmla="*/ 2 w 32"/>
                <a:gd name="T9" fmla="*/ 8 h 8"/>
                <a:gd name="T10" fmla="*/ 0 w 32"/>
                <a:gd name="T11" fmla="*/ 8 h 8"/>
                <a:gd name="T12" fmla="*/ 0 w 32"/>
                <a:gd name="T13" fmla="*/ 8 h 8"/>
                <a:gd name="T14" fmla="*/ 2 w 32"/>
                <a:gd name="T15" fmla="*/ 6 h 8"/>
                <a:gd name="T16" fmla="*/ 30 w 32"/>
                <a:gd name="T17" fmla="*/ 0 h 8"/>
                <a:gd name="T18" fmla="*/ 30 w 32"/>
                <a:gd name="T19" fmla="*/ 0 h 8"/>
                <a:gd name="T20" fmla="*/ 32 w 32"/>
                <a:gd name="T21" fmla="*/ 0 h 8"/>
                <a:gd name="T22" fmla="*/ 32 w 32"/>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0"/>
                  </a:moveTo>
                  <a:lnTo>
                    <a:pt x="32" y="0"/>
                  </a:lnTo>
                  <a:lnTo>
                    <a:pt x="30" y="2"/>
                  </a:lnTo>
                  <a:lnTo>
                    <a:pt x="2" y="8"/>
                  </a:lnTo>
                  <a:lnTo>
                    <a:pt x="2" y="8"/>
                  </a:lnTo>
                  <a:lnTo>
                    <a:pt x="0" y="8"/>
                  </a:lnTo>
                  <a:lnTo>
                    <a:pt x="0" y="8"/>
                  </a:lnTo>
                  <a:lnTo>
                    <a:pt x="2" y="6"/>
                  </a:lnTo>
                  <a:lnTo>
                    <a:pt x="30" y="0"/>
                  </a:lnTo>
                  <a:lnTo>
                    <a:pt x="30" y="0"/>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0" name="Freeform 173"/>
            <p:cNvSpPr>
              <a:spLocks/>
            </p:cNvSpPr>
            <p:nvPr/>
          </p:nvSpPr>
          <p:spPr bwMode="auto">
            <a:xfrm>
              <a:off x="3492046" y="5589361"/>
              <a:ext cx="47625" cy="12700"/>
            </a:xfrm>
            <a:custGeom>
              <a:avLst/>
              <a:gdLst>
                <a:gd name="T0" fmla="*/ 30 w 30"/>
                <a:gd name="T1" fmla="*/ 0 h 8"/>
                <a:gd name="T2" fmla="*/ 30 w 30"/>
                <a:gd name="T3" fmla="*/ 0 h 8"/>
                <a:gd name="T4" fmla="*/ 30 w 30"/>
                <a:gd name="T5" fmla="*/ 2 h 8"/>
                <a:gd name="T6" fmla="*/ 2 w 30"/>
                <a:gd name="T7" fmla="*/ 8 h 8"/>
                <a:gd name="T8" fmla="*/ 2 w 30"/>
                <a:gd name="T9" fmla="*/ 8 h 8"/>
                <a:gd name="T10" fmla="*/ 0 w 30"/>
                <a:gd name="T11" fmla="*/ 6 h 8"/>
                <a:gd name="T12" fmla="*/ 0 w 30"/>
                <a:gd name="T13" fmla="*/ 6 h 8"/>
                <a:gd name="T14" fmla="*/ 0 w 30"/>
                <a:gd name="T15" fmla="*/ 6 h 8"/>
                <a:gd name="T16" fmla="*/ 30 w 30"/>
                <a:gd name="T17" fmla="*/ 0 h 8"/>
                <a:gd name="T18" fmla="*/ 30 w 30"/>
                <a:gd name="T19" fmla="*/ 0 h 8"/>
                <a:gd name="T20" fmla="*/ 30 w 30"/>
                <a:gd name="T21" fmla="*/ 0 h 8"/>
                <a:gd name="T22" fmla="*/ 30 w 30"/>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8">
                  <a:moveTo>
                    <a:pt x="30" y="0"/>
                  </a:moveTo>
                  <a:lnTo>
                    <a:pt x="30" y="0"/>
                  </a:lnTo>
                  <a:lnTo>
                    <a:pt x="30" y="2"/>
                  </a:lnTo>
                  <a:lnTo>
                    <a:pt x="2" y="8"/>
                  </a:lnTo>
                  <a:lnTo>
                    <a:pt x="2" y="8"/>
                  </a:lnTo>
                  <a:lnTo>
                    <a:pt x="0" y="6"/>
                  </a:lnTo>
                  <a:lnTo>
                    <a:pt x="0" y="6"/>
                  </a:lnTo>
                  <a:lnTo>
                    <a:pt x="0" y="6"/>
                  </a:lnTo>
                  <a:lnTo>
                    <a:pt x="30" y="0"/>
                  </a:lnTo>
                  <a:lnTo>
                    <a:pt x="30" y="0"/>
                  </a:lnTo>
                  <a:lnTo>
                    <a:pt x="30" y="0"/>
                  </a:lnTo>
                  <a:lnTo>
                    <a:pt x="3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1" name="Freeform 174"/>
            <p:cNvSpPr>
              <a:spLocks/>
            </p:cNvSpPr>
            <p:nvPr/>
          </p:nvSpPr>
          <p:spPr bwMode="auto">
            <a:xfrm>
              <a:off x="3476171" y="5519511"/>
              <a:ext cx="53975" cy="25400"/>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2" name="Freeform 175"/>
            <p:cNvSpPr>
              <a:spLocks/>
            </p:cNvSpPr>
            <p:nvPr/>
          </p:nvSpPr>
          <p:spPr bwMode="auto">
            <a:xfrm>
              <a:off x="3482521" y="5509986"/>
              <a:ext cx="41275" cy="41275"/>
            </a:xfrm>
            <a:custGeom>
              <a:avLst/>
              <a:gdLst>
                <a:gd name="T0" fmla="*/ 0 w 26"/>
                <a:gd name="T1" fmla="*/ 26 h 26"/>
                <a:gd name="T2" fmla="*/ 0 w 26"/>
                <a:gd name="T3" fmla="*/ 24 h 26"/>
                <a:gd name="T4" fmla="*/ 24 w 26"/>
                <a:gd name="T5" fmla="*/ 0 h 26"/>
                <a:gd name="T6" fmla="*/ 26 w 26"/>
                <a:gd name="T7" fmla="*/ 0 h 26"/>
                <a:gd name="T8" fmla="*/ 26 w 26"/>
                <a:gd name="T9" fmla="*/ 4 h 26"/>
                <a:gd name="T10" fmla="*/ 2 w 26"/>
                <a:gd name="T11" fmla="*/ 26 h 26"/>
                <a:gd name="T12" fmla="*/ 0 w 26"/>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0" y="26"/>
                  </a:moveTo>
                  <a:lnTo>
                    <a:pt x="0" y="24"/>
                  </a:lnTo>
                  <a:lnTo>
                    <a:pt x="24" y="0"/>
                  </a:lnTo>
                  <a:lnTo>
                    <a:pt x="26" y="0"/>
                  </a:lnTo>
                  <a:lnTo>
                    <a:pt x="26" y="4"/>
                  </a:lnTo>
                  <a:lnTo>
                    <a:pt x="2" y="26"/>
                  </a:lnTo>
                  <a:lnTo>
                    <a:pt x="0" y="2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3" name="Freeform 176"/>
            <p:cNvSpPr>
              <a:spLocks/>
            </p:cNvSpPr>
            <p:nvPr/>
          </p:nvSpPr>
          <p:spPr bwMode="auto">
            <a:xfrm>
              <a:off x="3482521" y="5544911"/>
              <a:ext cx="53975" cy="25400"/>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4" name="Freeform 177"/>
            <p:cNvSpPr>
              <a:spLocks/>
            </p:cNvSpPr>
            <p:nvPr/>
          </p:nvSpPr>
          <p:spPr bwMode="auto">
            <a:xfrm>
              <a:off x="3485696" y="5538561"/>
              <a:ext cx="44450" cy="38100"/>
            </a:xfrm>
            <a:custGeom>
              <a:avLst/>
              <a:gdLst>
                <a:gd name="T0" fmla="*/ 0 w 28"/>
                <a:gd name="T1" fmla="*/ 24 h 24"/>
                <a:gd name="T2" fmla="*/ 0 w 28"/>
                <a:gd name="T3" fmla="*/ 22 h 24"/>
                <a:gd name="T4" fmla="*/ 24 w 28"/>
                <a:gd name="T5" fmla="*/ 0 h 24"/>
                <a:gd name="T6" fmla="*/ 28 w 28"/>
                <a:gd name="T7" fmla="*/ 0 h 24"/>
                <a:gd name="T8" fmla="*/ 28 w 28"/>
                <a:gd name="T9" fmla="*/ 2 h 24"/>
                <a:gd name="T10" fmla="*/ 4 w 28"/>
                <a:gd name="T11" fmla="*/ 24 h 24"/>
                <a:gd name="T12" fmla="*/ 0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0" y="24"/>
                  </a:moveTo>
                  <a:lnTo>
                    <a:pt x="0" y="22"/>
                  </a:lnTo>
                  <a:lnTo>
                    <a:pt x="24" y="0"/>
                  </a:lnTo>
                  <a:lnTo>
                    <a:pt x="28" y="0"/>
                  </a:lnTo>
                  <a:lnTo>
                    <a:pt x="28" y="2"/>
                  </a:lnTo>
                  <a:lnTo>
                    <a:pt x="4"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5" name="Freeform 178"/>
            <p:cNvSpPr>
              <a:spLocks/>
            </p:cNvSpPr>
            <p:nvPr/>
          </p:nvSpPr>
          <p:spPr bwMode="auto">
            <a:xfrm>
              <a:off x="3485696" y="5573486"/>
              <a:ext cx="53975" cy="19050"/>
            </a:xfrm>
            <a:custGeom>
              <a:avLst/>
              <a:gdLst>
                <a:gd name="T0" fmla="*/ 34 w 34"/>
                <a:gd name="T1" fmla="*/ 12 h 12"/>
                <a:gd name="T2" fmla="*/ 34 w 34"/>
                <a:gd name="T3" fmla="*/ 12 h 12"/>
                <a:gd name="T4" fmla="*/ 32 w 34"/>
                <a:gd name="T5" fmla="*/ 12 h 12"/>
                <a:gd name="T6" fmla="*/ 2 w 34"/>
                <a:gd name="T7" fmla="*/ 2 h 12"/>
                <a:gd name="T8" fmla="*/ 2 w 34"/>
                <a:gd name="T9" fmla="*/ 2 h 12"/>
                <a:gd name="T10" fmla="*/ 0 w 34"/>
                <a:gd name="T11" fmla="*/ 0 h 12"/>
                <a:gd name="T12" fmla="*/ 0 w 34"/>
                <a:gd name="T13" fmla="*/ 0 h 12"/>
                <a:gd name="T14" fmla="*/ 2 w 34"/>
                <a:gd name="T15" fmla="*/ 0 h 12"/>
                <a:gd name="T16" fmla="*/ 34 w 34"/>
                <a:gd name="T17" fmla="*/ 10 h 12"/>
                <a:gd name="T18" fmla="*/ 34 w 34"/>
                <a:gd name="T19" fmla="*/ 10 h 12"/>
                <a:gd name="T20" fmla="*/ 34 w 34"/>
                <a:gd name="T21" fmla="*/ 12 h 12"/>
                <a:gd name="T22" fmla="*/ 34 w 34"/>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
                  <a:moveTo>
                    <a:pt x="34" y="12"/>
                  </a:moveTo>
                  <a:lnTo>
                    <a:pt x="34" y="12"/>
                  </a:lnTo>
                  <a:lnTo>
                    <a:pt x="32" y="12"/>
                  </a:lnTo>
                  <a:lnTo>
                    <a:pt x="2" y="2"/>
                  </a:lnTo>
                  <a:lnTo>
                    <a:pt x="2" y="2"/>
                  </a:lnTo>
                  <a:lnTo>
                    <a:pt x="0" y="0"/>
                  </a:lnTo>
                  <a:lnTo>
                    <a:pt x="0" y="0"/>
                  </a:lnTo>
                  <a:lnTo>
                    <a:pt x="2" y="0"/>
                  </a:lnTo>
                  <a:lnTo>
                    <a:pt x="34" y="10"/>
                  </a:lnTo>
                  <a:lnTo>
                    <a:pt x="34" y="10"/>
                  </a:lnTo>
                  <a:lnTo>
                    <a:pt x="34" y="12"/>
                  </a:lnTo>
                  <a:lnTo>
                    <a:pt x="34"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6" name="Freeform 179"/>
            <p:cNvSpPr>
              <a:spLocks/>
            </p:cNvSpPr>
            <p:nvPr/>
          </p:nvSpPr>
          <p:spPr bwMode="auto">
            <a:xfrm>
              <a:off x="3492046" y="5563961"/>
              <a:ext cx="41275" cy="38100"/>
            </a:xfrm>
            <a:custGeom>
              <a:avLst/>
              <a:gdLst>
                <a:gd name="T0" fmla="*/ 0 w 26"/>
                <a:gd name="T1" fmla="*/ 24 h 24"/>
                <a:gd name="T2" fmla="*/ 0 w 26"/>
                <a:gd name="T3" fmla="*/ 22 h 24"/>
                <a:gd name="T4" fmla="*/ 24 w 26"/>
                <a:gd name="T5" fmla="*/ 0 h 24"/>
                <a:gd name="T6" fmla="*/ 26 w 26"/>
                <a:gd name="T7" fmla="*/ 0 h 24"/>
                <a:gd name="T8" fmla="*/ 26 w 26"/>
                <a:gd name="T9" fmla="*/ 2 h 24"/>
                <a:gd name="T10" fmla="*/ 2 w 26"/>
                <a:gd name="T11" fmla="*/ 24 h 24"/>
                <a:gd name="T12" fmla="*/ 0 w 2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6" h="24">
                  <a:moveTo>
                    <a:pt x="0" y="24"/>
                  </a:moveTo>
                  <a:lnTo>
                    <a:pt x="0" y="22"/>
                  </a:lnTo>
                  <a:lnTo>
                    <a:pt x="24" y="0"/>
                  </a:lnTo>
                  <a:lnTo>
                    <a:pt x="26" y="0"/>
                  </a:lnTo>
                  <a:lnTo>
                    <a:pt x="26" y="2"/>
                  </a:lnTo>
                  <a:lnTo>
                    <a:pt x="2"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7" name="Freeform 180"/>
            <p:cNvSpPr>
              <a:spLocks/>
            </p:cNvSpPr>
            <p:nvPr/>
          </p:nvSpPr>
          <p:spPr bwMode="auto">
            <a:xfrm>
              <a:off x="3072946" y="4103461"/>
              <a:ext cx="495300" cy="1393825"/>
            </a:xfrm>
            <a:custGeom>
              <a:avLst/>
              <a:gdLst>
                <a:gd name="T0" fmla="*/ 4 w 312"/>
                <a:gd name="T1" fmla="*/ 56 h 878"/>
                <a:gd name="T2" fmla="*/ 4 w 312"/>
                <a:gd name="T3" fmla="*/ 56 h 878"/>
                <a:gd name="T4" fmla="*/ 10 w 312"/>
                <a:gd name="T5" fmla="*/ 42 h 878"/>
                <a:gd name="T6" fmla="*/ 20 w 312"/>
                <a:gd name="T7" fmla="*/ 30 h 878"/>
                <a:gd name="T8" fmla="*/ 32 w 312"/>
                <a:gd name="T9" fmla="*/ 18 h 878"/>
                <a:gd name="T10" fmla="*/ 48 w 312"/>
                <a:gd name="T11" fmla="*/ 8 h 878"/>
                <a:gd name="T12" fmla="*/ 48 w 312"/>
                <a:gd name="T13" fmla="*/ 8 h 878"/>
                <a:gd name="T14" fmla="*/ 60 w 312"/>
                <a:gd name="T15" fmla="*/ 4 h 878"/>
                <a:gd name="T16" fmla="*/ 72 w 312"/>
                <a:gd name="T17" fmla="*/ 0 h 878"/>
                <a:gd name="T18" fmla="*/ 86 w 312"/>
                <a:gd name="T19" fmla="*/ 0 h 878"/>
                <a:gd name="T20" fmla="*/ 98 w 312"/>
                <a:gd name="T21" fmla="*/ 0 h 878"/>
                <a:gd name="T22" fmla="*/ 98 w 312"/>
                <a:gd name="T23" fmla="*/ 0 h 878"/>
                <a:gd name="T24" fmla="*/ 110 w 312"/>
                <a:gd name="T25" fmla="*/ 0 h 878"/>
                <a:gd name="T26" fmla="*/ 120 w 312"/>
                <a:gd name="T27" fmla="*/ 4 h 878"/>
                <a:gd name="T28" fmla="*/ 130 w 312"/>
                <a:gd name="T29" fmla="*/ 8 h 878"/>
                <a:gd name="T30" fmla="*/ 140 w 312"/>
                <a:gd name="T31" fmla="*/ 14 h 878"/>
                <a:gd name="T32" fmla="*/ 146 w 312"/>
                <a:gd name="T33" fmla="*/ 20 h 878"/>
                <a:gd name="T34" fmla="*/ 154 w 312"/>
                <a:gd name="T35" fmla="*/ 26 h 878"/>
                <a:gd name="T36" fmla="*/ 166 w 312"/>
                <a:gd name="T37" fmla="*/ 44 h 878"/>
                <a:gd name="T38" fmla="*/ 174 w 312"/>
                <a:gd name="T39" fmla="*/ 62 h 878"/>
                <a:gd name="T40" fmla="*/ 182 w 312"/>
                <a:gd name="T41" fmla="*/ 82 h 878"/>
                <a:gd name="T42" fmla="*/ 190 w 312"/>
                <a:gd name="T43" fmla="*/ 124 h 878"/>
                <a:gd name="T44" fmla="*/ 190 w 312"/>
                <a:gd name="T45" fmla="*/ 124 h 878"/>
                <a:gd name="T46" fmla="*/ 202 w 312"/>
                <a:gd name="T47" fmla="*/ 182 h 878"/>
                <a:gd name="T48" fmla="*/ 214 w 312"/>
                <a:gd name="T49" fmla="*/ 238 h 878"/>
                <a:gd name="T50" fmla="*/ 228 w 312"/>
                <a:gd name="T51" fmla="*/ 296 h 878"/>
                <a:gd name="T52" fmla="*/ 240 w 312"/>
                <a:gd name="T53" fmla="*/ 354 h 878"/>
                <a:gd name="T54" fmla="*/ 240 w 312"/>
                <a:gd name="T55" fmla="*/ 354 h 878"/>
                <a:gd name="T56" fmla="*/ 254 w 312"/>
                <a:gd name="T57" fmla="*/ 436 h 878"/>
                <a:gd name="T58" fmla="*/ 266 w 312"/>
                <a:gd name="T59" fmla="*/ 518 h 878"/>
                <a:gd name="T60" fmla="*/ 266 w 312"/>
                <a:gd name="T61" fmla="*/ 518 h 878"/>
                <a:gd name="T62" fmla="*/ 290 w 312"/>
                <a:gd name="T63" fmla="*/ 686 h 878"/>
                <a:gd name="T64" fmla="*/ 304 w 312"/>
                <a:gd name="T65" fmla="*/ 780 h 878"/>
                <a:gd name="T66" fmla="*/ 312 w 312"/>
                <a:gd name="T67" fmla="*/ 856 h 878"/>
                <a:gd name="T68" fmla="*/ 204 w 312"/>
                <a:gd name="T69" fmla="*/ 878 h 878"/>
                <a:gd name="T70" fmla="*/ 204 w 312"/>
                <a:gd name="T71" fmla="*/ 878 h 878"/>
                <a:gd name="T72" fmla="*/ 188 w 312"/>
                <a:gd name="T73" fmla="*/ 836 h 878"/>
                <a:gd name="T74" fmla="*/ 172 w 312"/>
                <a:gd name="T75" fmla="*/ 796 h 878"/>
                <a:gd name="T76" fmla="*/ 150 w 312"/>
                <a:gd name="T77" fmla="*/ 722 h 878"/>
                <a:gd name="T78" fmla="*/ 132 w 312"/>
                <a:gd name="T79" fmla="*/ 658 h 878"/>
                <a:gd name="T80" fmla="*/ 118 w 312"/>
                <a:gd name="T81" fmla="*/ 608 h 878"/>
                <a:gd name="T82" fmla="*/ 118 w 312"/>
                <a:gd name="T83" fmla="*/ 608 h 878"/>
                <a:gd name="T84" fmla="*/ 92 w 312"/>
                <a:gd name="T85" fmla="*/ 522 h 878"/>
                <a:gd name="T86" fmla="*/ 66 w 312"/>
                <a:gd name="T87" fmla="*/ 432 h 878"/>
                <a:gd name="T88" fmla="*/ 44 w 312"/>
                <a:gd name="T89" fmla="*/ 340 h 878"/>
                <a:gd name="T90" fmla="*/ 26 w 312"/>
                <a:gd name="T91" fmla="*/ 250 h 878"/>
                <a:gd name="T92" fmla="*/ 26 w 312"/>
                <a:gd name="T93" fmla="*/ 250 h 878"/>
                <a:gd name="T94" fmla="*/ 6 w 312"/>
                <a:gd name="T95" fmla="*/ 150 h 878"/>
                <a:gd name="T96" fmla="*/ 6 w 312"/>
                <a:gd name="T97" fmla="*/ 150 h 878"/>
                <a:gd name="T98" fmla="*/ 2 w 312"/>
                <a:gd name="T99" fmla="*/ 128 h 878"/>
                <a:gd name="T100" fmla="*/ 0 w 312"/>
                <a:gd name="T101" fmla="*/ 104 h 878"/>
                <a:gd name="T102" fmla="*/ 0 w 312"/>
                <a:gd name="T103" fmla="*/ 80 h 878"/>
                <a:gd name="T104" fmla="*/ 4 w 312"/>
                <a:gd name="T105" fmla="*/ 56 h 878"/>
                <a:gd name="T106" fmla="*/ 4 w 312"/>
                <a:gd name="T107" fmla="*/ 56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2" h="878">
                  <a:moveTo>
                    <a:pt x="4" y="56"/>
                  </a:moveTo>
                  <a:lnTo>
                    <a:pt x="4" y="56"/>
                  </a:lnTo>
                  <a:lnTo>
                    <a:pt x="10" y="42"/>
                  </a:lnTo>
                  <a:lnTo>
                    <a:pt x="20" y="30"/>
                  </a:lnTo>
                  <a:lnTo>
                    <a:pt x="32" y="18"/>
                  </a:lnTo>
                  <a:lnTo>
                    <a:pt x="48" y="8"/>
                  </a:lnTo>
                  <a:lnTo>
                    <a:pt x="48" y="8"/>
                  </a:lnTo>
                  <a:lnTo>
                    <a:pt x="60" y="4"/>
                  </a:lnTo>
                  <a:lnTo>
                    <a:pt x="72" y="0"/>
                  </a:lnTo>
                  <a:lnTo>
                    <a:pt x="86" y="0"/>
                  </a:lnTo>
                  <a:lnTo>
                    <a:pt x="98" y="0"/>
                  </a:lnTo>
                  <a:lnTo>
                    <a:pt x="98" y="0"/>
                  </a:lnTo>
                  <a:lnTo>
                    <a:pt x="110" y="0"/>
                  </a:lnTo>
                  <a:lnTo>
                    <a:pt x="120" y="4"/>
                  </a:lnTo>
                  <a:lnTo>
                    <a:pt x="130" y="8"/>
                  </a:lnTo>
                  <a:lnTo>
                    <a:pt x="140" y="14"/>
                  </a:lnTo>
                  <a:lnTo>
                    <a:pt x="146" y="20"/>
                  </a:lnTo>
                  <a:lnTo>
                    <a:pt x="154" y="26"/>
                  </a:lnTo>
                  <a:lnTo>
                    <a:pt x="166" y="44"/>
                  </a:lnTo>
                  <a:lnTo>
                    <a:pt x="174" y="62"/>
                  </a:lnTo>
                  <a:lnTo>
                    <a:pt x="182" y="82"/>
                  </a:lnTo>
                  <a:lnTo>
                    <a:pt x="190" y="124"/>
                  </a:lnTo>
                  <a:lnTo>
                    <a:pt x="190" y="124"/>
                  </a:lnTo>
                  <a:lnTo>
                    <a:pt x="202" y="182"/>
                  </a:lnTo>
                  <a:lnTo>
                    <a:pt x="214" y="238"/>
                  </a:lnTo>
                  <a:lnTo>
                    <a:pt x="228" y="296"/>
                  </a:lnTo>
                  <a:lnTo>
                    <a:pt x="240" y="354"/>
                  </a:lnTo>
                  <a:lnTo>
                    <a:pt x="240" y="354"/>
                  </a:lnTo>
                  <a:lnTo>
                    <a:pt x="254" y="436"/>
                  </a:lnTo>
                  <a:lnTo>
                    <a:pt x="266" y="518"/>
                  </a:lnTo>
                  <a:lnTo>
                    <a:pt x="266" y="518"/>
                  </a:lnTo>
                  <a:lnTo>
                    <a:pt x="290" y="686"/>
                  </a:lnTo>
                  <a:lnTo>
                    <a:pt x="304" y="780"/>
                  </a:lnTo>
                  <a:lnTo>
                    <a:pt x="312" y="856"/>
                  </a:lnTo>
                  <a:lnTo>
                    <a:pt x="204" y="878"/>
                  </a:lnTo>
                  <a:lnTo>
                    <a:pt x="204" y="878"/>
                  </a:lnTo>
                  <a:lnTo>
                    <a:pt x="188" y="836"/>
                  </a:lnTo>
                  <a:lnTo>
                    <a:pt x="172" y="796"/>
                  </a:lnTo>
                  <a:lnTo>
                    <a:pt x="150" y="722"/>
                  </a:lnTo>
                  <a:lnTo>
                    <a:pt x="132" y="658"/>
                  </a:lnTo>
                  <a:lnTo>
                    <a:pt x="118" y="608"/>
                  </a:lnTo>
                  <a:lnTo>
                    <a:pt x="118" y="608"/>
                  </a:lnTo>
                  <a:lnTo>
                    <a:pt x="92" y="522"/>
                  </a:lnTo>
                  <a:lnTo>
                    <a:pt x="66" y="432"/>
                  </a:lnTo>
                  <a:lnTo>
                    <a:pt x="44" y="340"/>
                  </a:lnTo>
                  <a:lnTo>
                    <a:pt x="26" y="250"/>
                  </a:lnTo>
                  <a:lnTo>
                    <a:pt x="26" y="250"/>
                  </a:lnTo>
                  <a:lnTo>
                    <a:pt x="6" y="150"/>
                  </a:lnTo>
                  <a:lnTo>
                    <a:pt x="6" y="150"/>
                  </a:lnTo>
                  <a:lnTo>
                    <a:pt x="2" y="128"/>
                  </a:lnTo>
                  <a:lnTo>
                    <a:pt x="0" y="104"/>
                  </a:lnTo>
                  <a:lnTo>
                    <a:pt x="0" y="80"/>
                  </a:lnTo>
                  <a:lnTo>
                    <a:pt x="4" y="56"/>
                  </a:lnTo>
                  <a:lnTo>
                    <a:pt x="4" y="56"/>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8" name="Freeform 181"/>
            <p:cNvSpPr>
              <a:spLocks/>
            </p:cNvSpPr>
            <p:nvPr/>
          </p:nvSpPr>
          <p:spPr bwMode="auto">
            <a:xfrm>
              <a:off x="3596821" y="5189311"/>
              <a:ext cx="155575" cy="333375"/>
            </a:xfrm>
            <a:custGeom>
              <a:avLst/>
              <a:gdLst>
                <a:gd name="T0" fmla="*/ 24 w 98"/>
                <a:gd name="T1" fmla="*/ 0 h 210"/>
                <a:gd name="T2" fmla="*/ 98 w 98"/>
                <a:gd name="T3" fmla="*/ 12 h 210"/>
                <a:gd name="T4" fmla="*/ 82 w 98"/>
                <a:gd name="T5" fmla="*/ 122 h 210"/>
                <a:gd name="T6" fmla="*/ 82 w 98"/>
                <a:gd name="T7" fmla="*/ 122 h 210"/>
                <a:gd name="T8" fmla="*/ 80 w 98"/>
                <a:gd name="T9" fmla="*/ 136 h 210"/>
                <a:gd name="T10" fmla="*/ 76 w 98"/>
                <a:gd name="T11" fmla="*/ 150 h 210"/>
                <a:gd name="T12" fmla="*/ 70 w 98"/>
                <a:gd name="T13" fmla="*/ 166 h 210"/>
                <a:gd name="T14" fmla="*/ 62 w 98"/>
                <a:gd name="T15" fmla="*/ 182 h 210"/>
                <a:gd name="T16" fmla="*/ 52 w 98"/>
                <a:gd name="T17" fmla="*/ 196 h 210"/>
                <a:gd name="T18" fmla="*/ 46 w 98"/>
                <a:gd name="T19" fmla="*/ 202 h 210"/>
                <a:gd name="T20" fmla="*/ 40 w 98"/>
                <a:gd name="T21" fmla="*/ 206 h 210"/>
                <a:gd name="T22" fmla="*/ 32 w 98"/>
                <a:gd name="T23" fmla="*/ 210 h 210"/>
                <a:gd name="T24" fmla="*/ 24 w 98"/>
                <a:gd name="T25" fmla="*/ 210 h 210"/>
                <a:gd name="T26" fmla="*/ 24 w 98"/>
                <a:gd name="T27" fmla="*/ 210 h 210"/>
                <a:gd name="T28" fmla="*/ 18 w 98"/>
                <a:gd name="T29" fmla="*/ 206 h 210"/>
                <a:gd name="T30" fmla="*/ 14 w 98"/>
                <a:gd name="T31" fmla="*/ 200 h 210"/>
                <a:gd name="T32" fmla="*/ 8 w 98"/>
                <a:gd name="T33" fmla="*/ 192 h 210"/>
                <a:gd name="T34" fmla="*/ 4 w 98"/>
                <a:gd name="T35" fmla="*/ 178 h 210"/>
                <a:gd name="T36" fmla="*/ 0 w 98"/>
                <a:gd name="T37" fmla="*/ 162 h 210"/>
                <a:gd name="T38" fmla="*/ 0 w 98"/>
                <a:gd name="T39" fmla="*/ 140 h 210"/>
                <a:gd name="T40" fmla="*/ 4 w 98"/>
                <a:gd name="T41" fmla="*/ 114 h 210"/>
                <a:gd name="T42" fmla="*/ 24 w 98"/>
                <a:gd name="T4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210">
                  <a:moveTo>
                    <a:pt x="24" y="0"/>
                  </a:moveTo>
                  <a:lnTo>
                    <a:pt x="98" y="12"/>
                  </a:lnTo>
                  <a:lnTo>
                    <a:pt x="82" y="122"/>
                  </a:lnTo>
                  <a:lnTo>
                    <a:pt x="82" y="122"/>
                  </a:lnTo>
                  <a:lnTo>
                    <a:pt x="80" y="136"/>
                  </a:lnTo>
                  <a:lnTo>
                    <a:pt x="76" y="150"/>
                  </a:lnTo>
                  <a:lnTo>
                    <a:pt x="70" y="166"/>
                  </a:lnTo>
                  <a:lnTo>
                    <a:pt x="62" y="182"/>
                  </a:lnTo>
                  <a:lnTo>
                    <a:pt x="52" y="196"/>
                  </a:lnTo>
                  <a:lnTo>
                    <a:pt x="46" y="202"/>
                  </a:lnTo>
                  <a:lnTo>
                    <a:pt x="40" y="206"/>
                  </a:lnTo>
                  <a:lnTo>
                    <a:pt x="32" y="210"/>
                  </a:lnTo>
                  <a:lnTo>
                    <a:pt x="24" y="210"/>
                  </a:lnTo>
                  <a:lnTo>
                    <a:pt x="24" y="210"/>
                  </a:lnTo>
                  <a:lnTo>
                    <a:pt x="18" y="206"/>
                  </a:lnTo>
                  <a:lnTo>
                    <a:pt x="14" y="200"/>
                  </a:lnTo>
                  <a:lnTo>
                    <a:pt x="8" y="192"/>
                  </a:lnTo>
                  <a:lnTo>
                    <a:pt x="4" y="178"/>
                  </a:lnTo>
                  <a:lnTo>
                    <a:pt x="0" y="162"/>
                  </a:lnTo>
                  <a:lnTo>
                    <a:pt x="0" y="140"/>
                  </a:lnTo>
                  <a:lnTo>
                    <a:pt x="4" y="114"/>
                  </a:lnTo>
                  <a:lnTo>
                    <a:pt x="24"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9" name="Freeform 182"/>
            <p:cNvSpPr>
              <a:spLocks/>
            </p:cNvSpPr>
            <p:nvPr/>
          </p:nvSpPr>
          <p:spPr bwMode="auto">
            <a:xfrm>
              <a:off x="3574596" y="5373461"/>
              <a:ext cx="152400" cy="231775"/>
            </a:xfrm>
            <a:custGeom>
              <a:avLst/>
              <a:gdLst>
                <a:gd name="T0" fmla="*/ 18 w 96"/>
                <a:gd name="T1" fmla="*/ 0 h 146"/>
                <a:gd name="T2" fmla="*/ 18 w 96"/>
                <a:gd name="T3" fmla="*/ 0 h 146"/>
                <a:gd name="T4" fmla="*/ 24 w 96"/>
                <a:gd name="T5" fmla="*/ 2 h 146"/>
                <a:gd name="T6" fmla="*/ 42 w 96"/>
                <a:gd name="T7" fmla="*/ 6 h 146"/>
                <a:gd name="T8" fmla="*/ 66 w 96"/>
                <a:gd name="T9" fmla="*/ 12 h 146"/>
                <a:gd name="T10" fmla="*/ 80 w 96"/>
                <a:gd name="T11" fmla="*/ 12 h 146"/>
                <a:gd name="T12" fmla="*/ 96 w 96"/>
                <a:gd name="T13" fmla="*/ 12 h 146"/>
                <a:gd name="T14" fmla="*/ 96 w 96"/>
                <a:gd name="T15" fmla="*/ 12 h 146"/>
                <a:gd name="T16" fmla="*/ 96 w 96"/>
                <a:gd name="T17" fmla="*/ 34 h 146"/>
                <a:gd name="T18" fmla="*/ 94 w 96"/>
                <a:gd name="T19" fmla="*/ 58 h 146"/>
                <a:gd name="T20" fmla="*/ 90 w 96"/>
                <a:gd name="T21" fmla="*/ 82 h 146"/>
                <a:gd name="T22" fmla="*/ 82 w 96"/>
                <a:gd name="T23" fmla="*/ 108 h 146"/>
                <a:gd name="T24" fmla="*/ 78 w 96"/>
                <a:gd name="T25" fmla="*/ 120 h 146"/>
                <a:gd name="T26" fmla="*/ 72 w 96"/>
                <a:gd name="T27" fmla="*/ 128 h 146"/>
                <a:gd name="T28" fmla="*/ 64 w 96"/>
                <a:gd name="T29" fmla="*/ 136 h 146"/>
                <a:gd name="T30" fmla="*/ 54 w 96"/>
                <a:gd name="T31" fmla="*/ 142 h 146"/>
                <a:gd name="T32" fmla="*/ 44 w 96"/>
                <a:gd name="T33" fmla="*/ 146 h 146"/>
                <a:gd name="T34" fmla="*/ 32 w 96"/>
                <a:gd name="T35" fmla="*/ 144 h 146"/>
                <a:gd name="T36" fmla="*/ 32 w 96"/>
                <a:gd name="T37" fmla="*/ 144 h 146"/>
                <a:gd name="T38" fmla="*/ 28 w 96"/>
                <a:gd name="T39" fmla="*/ 144 h 146"/>
                <a:gd name="T40" fmla="*/ 22 w 96"/>
                <a:gd name="T41" fmla="*/ 140 h 146"/>
                <a:gd name="T42" fmla="*/ 14 w 96"/>
                <a:gd name="T43" fmla="*/ 134 h 146"/>
                <a:gd name="T44" fmla="*/ 8 w 96"/>
                <a:gd name="T45" fmla="*/ 120 h 146"/>
                <a:gd name="T46" fmla="*/ 4 w 96"/>
                <a:gd name="T47" fmla="*/ 112 h 146"/>
                <a:gd name="T48" fmla="*/ 2 w 96"/>
                <a:gd name="T49" fmla="*/ 102 h 146"/>
                <a:gd name="T50" fmla="*/ 0 w 96"/>
                <a:gd name="T51" fmla="*/ 90 h 146"/>
                <a:gd name="T52" fmla="*/ 0 w 96"/>
                <a:gd name="T53" fmla="*/ 78 h 146"/>
                <a:gd name="T54" fmla="*/ 2 w 96"/>
                <a:gd name="T55" fmla="*/ 62 h 146"/>
                <a:gd name="T56" fmla="*/ 4 w 96"/>
                <a:gd name="T57" fmla="*/ 44 h 146"/>
                <a:gd name="T58" fmla="*/ 10 w 96"/>
                <a:gd name="T59" fmla="*/ 22 h 146"/>
                <a:gd name="T60" fmla="*/ 18 w 96"/>
                <a:gd name="T61" fmla="*/ 0 h 146"/>
                <a:gd name="T62" fmla="*/ 18 w 96"/>
                <a:gd name="T6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146">
                  <a:moveTo>
                    <a:pt x="18" y="0"/>
                  </a:moveTo>
                  <a:lnTo>
                    <a:pt x="18" y="0"/>
                  </a:lnTo>
                  <a:lnTo>
                    <a:pt x="24" y="2"/>
                  </a:lnTo>
                  <a:lnTo>
                    <a:pt x="42" y="6"/>
                  </a:lnTo>
                  <a:lnTo>
                    <a:pt x="66" y="12"/>
                  </a:lnTo>
                  <a:lnTo>
                    <a:pt x="80" y="12"/>
                  </a:lnTo>
                  <a:lnTo>
                    <a:pt x="96" y="12"/>
                  </a:lnTo>
                  <a:lnTo>
                    <a:pt x="96" y="12"/>
                  </a:lnTo>
                  <a:lnTo>
                    <a:pt x="96" y="34"/>
                  </a:lnTo>
                  <a:lnTo>
                    <a:pt x="94" y="58"/>
                  </a:lnTo>
                  <a:lnTo>
                    <a:pt x="90" y="82"/>
                  </a:lnTo>
                  <a:lnTo>
                    <a:pt x="82" y="108"/>
                  </a:lnTo>
                  <a:lnTo>
                    <a:pt x="78" y="120"/>
                  </a:lnTo>
                  <a:lnTo>
                    <a:pt x="72" y="128"/>
                  </a:lnTo>
                  <a:lnTo>
                    <a:pt x="64" y="136"/>
                  </a:lnTo>
                  <a:lnTo>
                    <a:pt x="54" y="142"/>
                  </a:lnTo>
                  <a:lnTo>
                    <a:pt x="44" y="146"/>
                  </a:lnTo>
                  <a:lnTo>
                    <a:pt x="32" y="144"/>
                  </a:lnTo>
                  <a:lnTo>
                    <a:pt x="32" y="144"/>
                  </a:lnTo>
                  <a:lnTo>
                    <a:pt x="28" y="144"/>
                  </a:lnTo>
                  <a:lnTo>
                    <a:pt x="22" y="140"/>
                  </a:lnTo>
                  <a:lnTo>
                    <a:pt x="14" y="134"/>
                  </a:lnTo>
                  <a:lnTo>
                    <a:pt x="8" y="120"/>
                  </a:lnTo>
                  <a:lnTo>
                    <a:pt x="4" y="112"/>
                  </a:lnTo>
                  <a:lnTo>
                    <a:pt x="2" y="102"/>
                  </a:lnTo>
                  <a:lnTo>
                    <a:pt x="0" y="90"/>
                  </a:lnTo>
                  <a:lnTo>
                    <a:pt x="0" y="78"/>
                  </a:lnTo>
                  <a:lnTo>
                    <a:pt x="2" y="62"/>
                  </a:lnTo>
                  <a:lnTo>
                    <a:pt x="4" y="44"/>
                  </a:lnTo>
                  <a:lnTo>
                    <a:pt x="10" y="22"/>
                  </a:lnTo>
                  <a:lnTo>
                    <a:pt x="18" y="0"/>
                  </a:lnTo>
                  <a:lnTo>
                    <a:pt x="18"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0" name="Freeform 183"/>
            <p:cNvSpPr>
              <a:spLocks/>
            </p:cNvSpPr>
            <p:nvPr/>
          </p:nvSpPr>
          <p:spPr bwMode="auto">
            <a:xfrm>
              <a:off x="3574596" y="5452836"/>
              <a:ext cx="146050" cy="152400"/>
            </a:xfrm>
            <a:custGeom>
              <a:avLst/>
              <a:gdLst>
                <a:gd name="T0" fmla="*/ 34 w 92"/>
                <a:gd name="T1" fmla="*/ 82 h 96"/>
                <a:gd name="T2" fmla="*/ 34 w 92"/>
                <a:gd name="T3" fmla="*/ 82 h 96"/>
                <a:gd name="T4" fmla="*/ 28 w 92"/>
                <a:gd name="T5" fmla="*/ 80 h 96"/>
                <a:gd name="T6" fmla="*/ 22 w 92"/>
                <a:gd name="T7" fmla="*/ 76 h 96"/>
                <a:gd name="T8" fmla="*/ 16 w 92"/>
                <a:gd name="T9" fmla="*/ 68 h 96"/>
                <a:gd name="T10" fmla="*/ 8 w 92"/>
                <a:gd name="T11" fmla="*/ 58 h 96"/>
                <a:gd name="T12" fmla="*/ 4 w 92"/>
                <a:gd name="T13" fmla="*/ 44 h 96"/>
                <a:gd name="T14" fmla="*/ 2 w 92"/>
                <a:gd name="T15" fmla="*/ 24 h 96"/>
                <a:gd name="T16" fmla="*/ 4 w 92"/>
                <a:gd name="T17" fmla="*/ 0 h 96"/>
                <a:gd name="T18" fmla="*/ 4 w 92"/>
                <a:gd name="T19" fmla="*/ 0 h 96"/>
                <a:gd name="T20" fmla="*/ 0 w 92"/>
                <a:gd name="T21" fmla="*/ 28 h 96"/>
                <a:gd name="T22" fmla="*/ 2 w 92"/>
                <a:gd name="T23" fmla="*/ 50 h 96"/>
                <a:gd name="T24" fmla="*/ 6 w 92"/>
                <a:gd name="T25" fmla="*/ 68 h 96"/>
                <a:gd name="T26" fmla="*/ 12 w 92"/>
                <a:gd name="T27" fmla="*/ 80 h 96"/>
                <a:gd name="T28" fmla="*/ 18 w 92"/>
                <a:gd name="T29" fmla="*/ 88 h 96"/>
                <a:gd name="T30" fmla="*/ 24 w 92"/>
                <a:gd name="T31" fmla="*/ 94 h 96"/>
                <a:gd name="T32" fmla="*/ 30 w 92"/>
                <a:gd name="T33" fmla="*/ 96 h 96"/>
                <a:gd name="T34" fmla="*/ 30 w 92"/>
                <a:gd name="T35" fmla="*/ 96 h 96"/>
                <a:gd name="T36" fmla="*/ 38 w 92"/>
                <a:gd name="T37" fmla="*/ 96 h 96"/>
                <a:gd name="T38" fmla="*/ 46 w 92"/>
                <a:gd name="T39" fmla="*/ 96 h 96"/>
                <a:gd name="T40" fmla="*/ 58 w 92"/>
                <a:gd name="T41" fmla="*/ 92 h 96"/>
                <a:gd name="T42" fmla="*/ 68 w 92"/>
                <a:gd name="T43" fmla="*/ 84 h 96"/>
                <a:gd name="T44" fmla="*/ 76 w 92"/>
                <a:gd name="T45" fmla="*/ 74 h 96"/>
                <a:gd name="T46" fmla="*/ 82 w 92"/>
                <a:gd name="T47" fmla="*/ 60 h 96"/>
                <a:gd name="T48" fmla="*/ 86 w 92"/>
                <a:gd name="T49" fmla="*/ 46 h 96"/>
                <a:gd name="T50" fmla="*/ 90 w 92"/>
                <a:gd name="T51" fmla="*/ 30 h 96"/>
                <a:gd name="T52" fmla="*/ 92 w 92"/>
                <a:gd name="T53" fmla="*/ 16 h 96"/>
                <a:gd name="T54" fmla="*/ 92 w 92"/>
                <a:gd name="T55" fmla="*/ 16 h 96"/>
                <a:gd name="T56" fmla="*/ 86 w 92"/>
                <a:gd name="T57" fmla="*/ 42 h 96"/>
                <a:gd name="T58" fmla="*/ 80 w 92"/>
                <a:gd name="T59" fmla="*/ 54 h 96"/>
                <a:gd name="T60" fmla="*/ 74 w 92"/>
                <a:gd name="T61" fmla="*/ 64 h 96"/>
                <a:gd name="T62" fmla="*/ 66 w 92"/>
                <a:gd name="T63" fmla="*/ 74 h 96"/>
                <a:gd name="T64" fmla="*/ 58 w 92"/>
                <a:gd name="T65" fmla="*/ 80 h 96"/>
                <a:gd name="T66" fmla="*/ 46 w 92"/>
                <a:gd name="T67" fmla="*/ 82 h 96"/>
                <a:gd name="T68" fmla="*/ 34 w 92"/>
                <a:gd name="T69" fmla="*/ 82 h 96"/>
                <a:gd name="T70" fmla="*/ 34 w 92"/>
                <a:gd name="T71"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2" h="96">
                  <a:moveTo>
                    <a:pt x="34" y="82"/>
                  </a:moveTo>
                  <a:lnTo>
                    <a:pt x="34" y="82"/>
                  </a:lnTo>
                  <a:lnTo>
                    <a:pt x="28" y="80"/>
                  </a:lnTo>
                  <a:lnTo>
                    <a:pt x="22" y="76"/>
                  </a:lnTo>
                  <a:lnTo>
                    <a:pt x="16" y="68"/>
                  </a:lnTo>
                  <a:lnTo>
                    <a:pt x="8" y="58"/>
                  </a:lnTo>
                  <a:lnTo>
                    <a:pt x="4" y="44"/>
                  </a:lnTo>
                  <a:lnTo>
                    <a:pt x="2" y="24"/>
                  </a:lnTo>
                  <a:lnTo>
                    <a:pt x="4" y="0"/>
                  </a:lnTo>
                  <a:lnTo>
                    <a:pt x="4" y="0"/>
                  </a:lnTo>
                  <a:lnTo>
                    <a:pt x="0" y="28"/>
                  </a:lnTo>
                  <a:lnTo>
                    <a:pt x="2" y="50"/>
                  </a:lnTo>
                  <a:lnTo>
                    <a:pt x="6" y="68"/>
                  </a:lnTo>
                  <a:lnTo>
                    <a:pt x="12" y="80"/>
                  </a:lnTo>
                  <a:lnTo>
                    <a:pt x="18" y="88"/>
                  </a:lnTo>
                  <a:lnTo>
                    <a:pt x="24" y="94"/>
                  </a:lnTo>
                  <a:lnTo>
                    <a:pt x="30" y="96"/>
                  </a:lnTo>
                  <a:lnTo>
                    <a:pt x="30" y="96"/>
                  </a:lnTo>
                  <a:lnTo>
                    <a:pt x="38" y="96"/>
                  </a:lnTo>
                  <a:lnTo>
                    <a:pt x="46" y="96"/>
                  </a:lnTo>
                  <a:lnTo>
                    <a:pt x="58" y="92"/>
                  </a:lnTo>
                  <a:lnTo>
                    <a:pt x="68" y="84"/>
                  </a:lnTo>
                  <a:lnTo>
                    <a:pt x="76" y="74"/>
                  </a:lnTo>
                  <a:lnTo>
                    <a:pt x="82" y="60"/>
                  </a:lnTo>
                  <a:lnTo>
                    <a:pt x="86" y="46"/>
                  </a:lnTo>
                  <a:lnTo>
                    <a:pt x="90" y="30"/>
                  </a:lnTo>
                  <a:lnTo>
                    <a:pt x="92" y="16"/>
                  </a:lnTo>
                  <a:lnTo>
                    <a:pt x="92" y="16"/>
                  </a:lnTo>
                  <a:lnTo>
                    <a:pt x="86" y="42"/>
                  </a:lnTo>
                  <a:lnTo>
                    <a:pt x="80" y="54"/>
                  </a:lnTo>
                  <a:lnTo>
                    <a:pt x="74" y="64"/>
                  </a:lnTo>
                  <a:lnTo>
                    <a:pt x="66" y="74"/>
                  </a:lnTo>
                  <a:lnTo>
                    <a:pt x="58" y="80"/>
                  </a:lnTo>
                  <a:lnTo>
                    <a:pt x="46" y="82"/>
                  </a:lnTo>
                  <a:lnTo>
                    <a:pt x="34" y="82"/>
                  </a:lnTo>
                  <a:lnTo>
                    <a:pt x="34" y="8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1" name="Freeform 184"/>
            <p:cNvSpPr>
              <a:spLocks/>
            </p:cNvSpPr>
            <p:nvPr/>
          </p:nvSpPr>
          <p:spPr bwMode="auto">
            <a:xfrm>
              <a:off x="3628571" y="5414736"/>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2" name="Freeform 185"/>
            <p:cNvSpPr>
              <a:spLocks/>
            </p:cNvSpPr>
            <p:nvPr/>
          </p:nvSpPr>
          <p:spPr bwMode="auto">
            <a:xfrm>
              <a:off x="3673021" y="5421086"/>
              <a:ext cx="12700" cy="12700"/>
            </a:xfrm>
            <a:custGeom>
              <a:avLst/>
              <a:gdLst>
                <a:gd name="T0" fmla="*/ 8 w 8"/>
                <a:gd name="T1" fmla="*/ 4 h 8"/>
                <a:gd name="T2" fmla="*/ 8 w 8"/>
                <a:gd name="T3" fmla="*/ 4 h 8"/>
                <a:gd name="T4" fmla="*/ 6 w 8"/>
                <a:gd name="T5" fmla="*/ 8 h 8"/>
                <a:gd name="T6" fmla="*/ 4 w 8"/>
                <a:gd name="T7" fmla="*/ 8 h 8"/>
                <a:gd name="T8" fmla="*/ 4 w 8"/>
                <a:gd name="T9" fmla="*/ 8 h 8"/>
                <a:gd name="T10" fmla="*/ 0 w 8"/>
                <a:gd name="T11" fmla="*/ 6 h 8"/>
                <a:gd name="T12" fmla="*/ 0 w 8"/>
                <a:gd name="T13" fmla="*/ 4 h 8"/>
                <a:gd name="T14" fmla="*/ 0 w 8"/>
                <a:gd name="T15" fmla="*/ 4 h 8"/>
                <a:gd name="T16" fmla="*/ 2 w 8"/>
                <a:gd name="T17" fmla="*/ 0 h 8"/>
                <a:gd name="T18" fmla="*/ 4 w 8"/>
                <a:gd name="T19" fmla="*/ 0 h 8"/>
                <a:gd name="T20" fmla="*/ 4 w 8"/>
                <a:gd name="T21" fmla="*/ 0 h 8"/>
                <a:gd name="T22" fmla="*/ 8 w 8"/>
                <a:gd name="T23" fmla="*/ 2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4" y="8"/>
                  </a:lnTo>
                  <a:lnTo>
                    <a:pt x="4" y="8"/>
                  </a:lnTo>
                  <a:lnTo>
                    <a:pt x="0" y="6"/>
                  </a:lnTo>
                  <a:lnTo>
                    <a:pt x="0" y="4"/>
                  </a:lnTo>
                  <a:lnTo>
                    <a:pt x="0" y="4"/>
                  </a:lnTo>
                  <a:lnTo>
                    <a:pt x="2" y="0"/>
                  </a:lnTo>
                  <a:lnTo>
                    <a:pt x="4" y="0"/>
                  </a:lnTo>
                  <a:lnTo>
                    <a:pt x="4" y="0"/>
                  </a:lnTo>
                  <a:lnTo>
                    <a:pt x="8" y="2"/>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3" name="Freeform 186"/>
            <p:cNvSpPr>
              <a:spLocks/>
            </p:cNvSpPr>
            <p:nvPr/>
          </p:nvSpPr>
          <p:spPr bwMode="auto">
            <a:xfrm>
              <a:off x="3625396" y="5443311"/>
              <a:ext cx="12700" cy="12700"/>
            </a:xfrm>
            <a:custGeom>
              <a:avLst/>
              <a:gdLst>
                <a:gd name="T0" fmla="*/ 8 w 8"/>
                <a:gd name="T1" fmla="*/ 4 h 8"/>
                <a:gd name="T2" fmla="*/ 8 w 8"/>
                <a:gd name="T3" fmla="*/ 4 h 8"/>
                <a:gd name="T4" fmla="*/ 6 w 8"/>
                <a:gd name="T5" fmla="*/ 8 h 8"/>
                <a:gd name="T6" fmla="*/ 2 w 8"/>
                <a:gd name="T7" fmla="*/ 8 h 8"/>
                <a:gd name="T8" fmla="*/ 2 w 8"/>
                <a:gd name="T9" fmla="*/ 8 h 8"/>
                <a:gd name="T10" fmla="*/ 0 w 8"/>
                <a:gd name="T11" fmla="*/ 6 h 8"/>
                <a:gd name="T12" fmla="*/ 0 w 8"/>
                <a:gd name="T13" fmla="*/ 2 h 8"/>
                <a:gd name="T14" fmla="*/ 0 w 8"/>
                <a:gd name="T15" fmla="*/ 2 h 8"/>
                <a:gd name="T16" fmla="*/ 0 w 8"/>
                <a:gd name="T17" fmla="*/ 0 h 8"/>
                <a:gd name="T18" fmla="*/ 4 w 8"/>
                <a:gd name="T19" fmla="*/ 0 h 8"/>
                <a:gd name="T20" fmla="*/ 4 w 8"/>
                <a:gd name="T21" fmla="*/ 0 h 8"/>
                <a:gd name="T22" fmla="*/ 8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2" y="8"/>
                  </a:lnTo>
                  <a:lnTo>
                    <a:pt x="2" y="8"/>
                  </a:lnTo>
                  <a:lnTo>
                    <a:pt x="0" y="6"/>
                  </a:lnTo>
                  <a:lnTo>
                    <a:pt x="0" y="2"/>
                  </a:lnTo>
                  <a:lnTo>
                    <a:pt x="0" y="2"/>
                  </a:lnTo>
                  <a:lnTo>
                    <a:pt x="0" y="0"/>
                  </a:lnTo>
                  <a:lnTo>
                    <a:pt x="4" y="0"/>
                  </a:lnTo>
                  <a:lnTo>
                    <a:pt x="4" y="0"/>
                  </a:lnTo>
                  <a:lnTo>
                    <a:pt x="8"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4" name="Freeform 187"/>
            <p:cNvSpPr>
              <a:spLocks/>
            </p:cNvSpPr>
            <p:nvPr/>
          </p:nvSpPr>
          <p:spPr bwMode="auto">
            <a:xfrm>
              <a:off x="3666671" y="5449661"/>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2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2"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5" name="Freeform 188"/>
            <p:cNvSpPr>
              <a:spLocks/>
            </p:cNvSpPr>
            <p:nvPr/>
          </p:nvSpPr>
          <p:spPr bwMode="auto">
            <a:xfrm>
              <a:off x="3619046" y="5465536"/>
              <a:ext cx="15875" cy="15875"/>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2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2"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6" name="Freeform 189"/>
            <p:cNvSpPr>
              <a:spLocks/>
            </p:cNvSpPr>
            <p:nvPr/>
          </p:nvSpPr>
          <p:spPr bwMode="auto">
            <a:xfrm>
              <a:off x="3663496" y="5475061"/>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2 h 8"/>
                <a:gd name="T14" fmla="*/ 0 w 10"/>
                <a:gd name="T15" fmla="*/ 2 h 8"/>
                <a:gd name="T16" fmla="*/ 2 w 10"/>
                <a:gd name="T17" fmla="*/ 0 h 8"/>
                <a:gd name="T18" fmla="*/ 6 w 10"/>
                <a:gd name="T19" fmla="*/ 0 h 8"/>
                <a:gd name="T20" fmla="*/ 6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2"/>
                  </a:lnTo>
                  <a:lnTo>
                    <a:pt x="0" y="2"/>
                  </a:lnTo>
                  <a:lnTo>
                    <a:pt x="2" y="0"/>
                  </a:lnTo>
                  <a:lnTo>
                    <a:pt x="6" y="0"/>
                  </a:lnTo>
                  <a:lnTo>
                    <a:pt x="6"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7" name="Freeform 190"/>
            <p:cNvSpPr>
              <a:spLocks/>
            </p:cNvSpPr>
            <p:nvPr/>
          </p:nvSpPr>
          <p:spPr bwMode="auto">
            <a:xfrm>
              <a:off x="3615871" y="5490936"/>
              <a:ext cx="15875" cy="15875"/>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0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0"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8" name="Freeform 191"/>
            <p:cNvSpPr>
              <a:spLocks/>
            </p:cNvSpPr>
            <p:nvPr/>
          </p:nvSpPr>
          <p:spPr bwMode="auto">
            <a:xfrm>
              <a:off x="3660321" y="5497286"/>
              <a:ext cx="12700" cy="15875"/>
            </a:xfrm>
            <a:custGeom>
              <a:avLst/>
              <a:gdLst>
                <a:gd name="T0" fmla="*/ 8 w 8"/>
                <a:gd name="T1" fmla="*/ 6 h 10"/>
                <a:gd name="T2" fmla="*/ 8 w 8"/>
                <a:gd name="T3" fmla="*/ 6 h 10"/>
                <a:gd name="T4" fmla="*/ 6 w 8"/>
                <a:gd name="T5" fmla="*/ 8 h 10"/>
                <a:gd name="T6" fmla="*/ 4 w 8"/>
                <a:gd name="T7" fmla="*/ 10 h 10"/>
                <a:gd name="T8" fmla="*/ 4 w 8"/>
                <a:gd name="T9" fmla="*/ 10 h 10"/>
                <a:gd name="T10" fmla="*/ 0 w 8"/>
                <a:gd name="T11" fmla="*/ 8 h 10"/>
                <a:gd name="T12" fmla="*/ 0 w 8"/>
                <a:gd name="T13" fmla="*/ 4 h 10"/>
                <a:gd name="T14" fmla="*/ 0 w 8"/>
                <a:gd name="T15" fmla="*/ 4 h 10"/>
                <a:gd name="T16" fmla="*/ 2 w 8"/>
                <a:gd name="T17" fmla="*/ 2 h 10"/>
                <a:gd name="T18" fmla="*/ 4 w 8"/>
                <a:gd name="T19" fmla="*/ 0 h 10"/>
                <a:gd name="T20" fmla="*/ 4 w 8"/>
                <a:gd name="T21" fmla="*/ 0 h 10"/>
                <a:gd name="T22" fmla="*/ 8 w 8"/>
                <a:gd name="T23" fmla="*/ 2 h 10"/>
                <a:gd name="T24" fmla="*/ 8 w 8"/>
                <a:gd name="T25" fmla="*/ 6 h 10"/>
                <a:gd name="T26" fmla="*/ 8 w 8"/>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8" y="6"/>
                  </a:moveTo>
                  <a:lnTo>
                    <a:pt x="8" y="6"/>
                  </a:lnTo>
                  <a:lnTo>
                    <a:pt x="6" y="8"/>
                  </a:lnTo>
                  <a:lnTo>
                    <a:pt x="4" y="10"/>
                  </a:lnTo>
                  <a:lnTo>
                    <a:pt x="4" y="10"/>
                  </a:lnTo>
                  <a:lnTo>
                    <a:pt x="0" y="8"/>
                  </a:lnTo>
                  <a:lnTo>
                    <a:pt x="0" y="4"/>
                  </a:lnTo>
                  <a:lnTo>
                    <a:pt x="0" y="4"/>
                  </a:lnTo>
                  <a:lnTo>
                    <a:pt x="2" y="2"/>
                  </a:lnTo>
                  <a:lnTo>
                    <a:pt x="4" y="0"/>
                  </a:lnTo>
                  <a:lnTo>
                    <a:pt x="4" y="0"/>
                  </a:lnTo>
                  <a:lnTo>
                    <a:pt x="8" y="2"/>
                  </a:lnTo>
                  <a:lnTo>
                    <a:pt x="8" y="6"/>
                  </a:lnTo>
                  <a:lnTo>
                    <a:pt x="8"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9" name="Freeform 192"/>
            <p:cNvSpPr>
              <a:spLocks/>
            </p:cNvSpPr>
            <p:nvPr/>
          </p:nvSpPr>
          <p:spPr bwMode="auto">
            <a:xfrm>
              <a:off x="3631746" y="5417911"/>
              <a:ext cx="50800" cy="12700"/>
            </a:xfrm>
            <a:custGeom>
              <a:avLst/>
              <a:gdLst>
                <a:gd name="T0" fmla="*/ 32 w 32"/>
                <a:gd name="T1" fmla="*/ 6 h 8"/>
                <a:gd name="T2" fmla="*/ 32 w 32"/>
                <a:gd name="T3" fmla="*/ 6 h 8"/>
                <a:gd name="T4" fmla="*/ 30 w 32"/>
                <a:gd name="T5" fmla="*/ 8 h 8"/>
                <a:gd name="T6" fmla="*/ 2 w 32"/>
                <a:gd name="T7" fmla="*/ 2 h 8"/>
                <a:gd name="T8" fmla="*/ 2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2" y="2"/>
                  </a:lnTo>
                  <a:lnTo>
                    <a:pt x="2"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0" name="Freeform 193"/>
            <p:cNvSpPr>
              <a:spLocks/>
            </p:cNvSpPr>
            <p:nvPr/>
          </p:nvSpPr>
          <p:spPr bwMode="auto">
            <a:xfrm>
              <a:off x="3628571" y="5446486"/>
              <a:ext cx="50800" cy="12700"/>
            </a:xfrm>
            <a:custGeom>
              <a:avLst/>
              <a:gdLst>
                <a:gd name="T0" fmla="*/ 32 w 32"/>
                <a:gd name="T1" fmla="*/ 6 h 8"/>
                <a:gd name="T2" fmla="*/ 32 w 32"/>
                <a:gd name="T3" fmla="*/ 6 h 8"/>
                <a:gd name="T4" fmla="*/ 30 w 32"/>
                <a:gd name="T5" fmla="*/ 8 h 8"/>
                <a:gd name="T6" fmla="*/ 0 w 32"/>
                <a:gd name="T7" fmla="*/ 2 h 8"/>
                <a:gd name="T8" fmla="*/ 0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0" y="2"/>
                  </a:lnTo>
                  <a:lnTo>
                    <a:pt x="0"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1" name="Freeform 194"/>
            <p:cNvSpPr>
              <a:spLocks/>
            </p:cNvSpPr>
            <p:nvPr/>
          </p:nvSpPr>
          <p:spPr bwMode="auto">
            <a:xfrm>
              <a:off x="3625396" y="5471886"/>
              <a:ext cx="47625" cy="9525"/>
            </a:xfrm>
            <a:custGeom>
              <a:avLst/>
              <a:gdLst>
                <a:gd name="T0" fmla="*/ 30 w 30"/>
                <a:gd name="T1" fmla="*/ 6 h 6"/>
                <a:gd name="T2" fmla="*/ 30 w 30"/>
                <a:gd name="T3" fmla="*/ 6 h 6"/>
                <a:gd name="T4" fmla="*/ 30 w 30"/>
                <a:gd name="T5" fmla="*/ 6 h 6"/>
                <a:gd name="T6" fmla="*/ 0 w 30"/>
                <a:gd name="T7" fmla="*/ 2 h 6"/>
                <a:gd name="T8" fmla="*/ 0 w 30"/>
                <a:gd name="T9" fmla="*/ 2 h 6"/>
                <a:gd name="T10" fmla="*/ 0 w 30"/>
                <a:gd name="T11" fmla="*/ 0 h 6"/>
                <a:gd name="T12" fmla="*/ 0 w 30"/>
                <a:gd name="T13" fmla="*/ 0 h 6"/>
                <a:gd name="T14" fmla="*/ 0 w 30"/>
                <a:gd name="T15" fmla="*/ 0 h 6"/>
                <a:gd name="T16" fmla="*/ 30 w 30"/>
                <a:gd name="T17" fmla="*/ 4 h 6"/>
                <a:gd name="T18" fmla="*/ 30 w 30"/>
                <a:gd name="T19" fmla="*/ 4 h 6"/>
                <a:gd name="T20" fmla="*/ 30 w 30"/>
                <a:gd name="T21" fmla="*/ 6 h 6"/>
                <a:gd name="T22" fmla="*/ 30 w 30"/>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6">
                  <a:moveTo>
                    <a:pt x="30" y="6"/>
                  </a:moveTo>
                  <a:lnTo>
                    <a:pt x="30" y="6"/>
                  </a:lnTo>
                  <a:lnTo>
                    <a:pt x="30" y="6"/>
                  </a:lnTo>
                  <a:lnTo>
                    <a:pt x="0" y="2"/>
                  </a:lnTo>
                  <a:lnTo>
                    <a:pt x="0" y="2"/>
                  </a:lnTo>
                  <a:lnTo>
                    <a:pt x="0" y="0"/>
                  </a:lnTo>
                  <a:lnTo>
                    <a:pt x="0" y="0"/>
                  </a:lnTo>
                  <a:lnTo>
                    <a:pt x="0" y="0"/>
                  </a:lnTo>
                  <a:lnTo>
                    <a:pt x="30" y="4"/>
                  </a:lnTo>
                  <a:lnTo>
                    <a:pt x="30" y="4"/>
                  </a:lnTo>
                  <a:lnTo>
                    <a:pt x="30" y="6"/>
                  </a:lnTo>
                  <a:lnTo>
                    <a:pt x="3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2" name="Freeform 195"/>
            <p:cNvSpPr>
              <a:spLocks/>
            </p:cNvSpPr>
            <p:nvPr/>
          </p:nvSpPr>
          <p:spPr bwMode="auto">
            <a:xfrm>
              <a:off x="3619046" y="5497286"/>
              <a:ext cx="50800" cy="9525"/>
            </a:xfrm>
            <a:custGeom>
              <a:avLst/>
              <a:gdLst>
                <a:gd name="T0" fmla="*/ 32 w 32"/>
                <a:gd name="T1" fmla="*/ 6 h 6"/>
                <a:gd name="T2" fmla="*/ 32 w 32"/>
                <a:gd name="T3" fmla="*/ 6 h 6"/>
                <a:gd name="T4" fmla="*/ 30 w 32"/>
                <a:gd name="T5" fmla="*/ 6 h 6"/>
                <a:gd name="T6" fmla="*/ 2 w 32"/>
                <a:gd name="T7" fmla="*/ 2 h 6"/>
                <a:gd name="T8" fmla="*/ 2 w 32"/>
                <a:gd name="T9" fmla="*/ 2 h 6"/>
                <a:gd name="T10" fmla="*/ 0 w 32"/>
                <a:gd name="T11" fmla="*/ 0 h 6"/>
                <a:gd name="T12" fmla="*/ 0 w 32"/>
                <a:gd name="T13" fmla="*/ 0 h 6"/>
                <a:gd name="T14" fmla="*/ 2 w 32"/>
                <a:gd name="T15" fmla="*/ 0 h 6"/>
                <a:gd name="T16" fmla="*/ 30 w 32"/>
                <a:gd name="T17" fmla="*/ 4 h 6"/>
                <a:gd name="T18" fmla="*/ 30 w 32"/>
                <a:gd name="T19" fmla="*/ 4 h 6"/>
                <a:gd name="T20" fmla="*/ 32 w 32"/>
                <a:gd name="T21" fmla="*/ 6 h 6"/>
                <a:gd name="T22" fmla="*/ 32 w 32"/>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6">
                  <a:moveTo>
                    <a:pt x="32" y="6"/>
                  </a:moveTo>
                  <a:lnTo>
                    <a:pt x="32" y="6"/>
                  </a:lnTo>
                  <a:lnTo>
                    <a:pt x="30" y="6"/>
                  </a:lnTo>
                  <a:lnTo>
                    <a:pt x="2" y="2"/>
                  </a:lnTo>
                  <a:lnTo>
                    <a:pt x="2" y="2"/>
                  </a:lnTo>
                  <a:lnTo>
                    <a:pt x="0" y="0"/>
                  </a:lnTo>
                  <a:lnTo>
                    <a:pt x="0" y="0"/>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3" name="Freeform 196"/>
            <p:cNvSpPr>
              <a:spLocks/>
            </p:cNvSpPr>
            <p:nvPr/>
          </p:nvSpPr>
          <p:spPr bwMode="auto">
            <a:xfrm>
              <a:off x="3631746" y="5417911"/>
              <a:ext cx="44450" cy="38100"/>
            </a:xfrm>
            <a:custGeom>
              <a:avLst/>
              <a:gdLst>
                <a:gd name="T0" fmla="*/ 28 w 28"/>
                <a:gd name="T1" fmla="*/ 24 h 24"/>
                <a:gd name="T2" fmla="*/ 26 w 28"/>
                <a:gd name="T3" fmla="*/ 24 h 24"/>
                <a:gd name="T4" fmla="*/ 0 w 28"/>
                <a:gd name="T5" fmla="*/ 2 h 24"/>
                <a:gd name="T6" fmla="*/ 0 w 28"/>
                <a:gd name="T7" fmla="*/ 0 h 24"/>
                <a:gd name="T8" fmla="*/ 2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2"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4" name="Freeform 197"/>
            <p:cNvSpPr>
              <a:spLocks/>
            </p:cNvSpPr>
            <p:nvPr/>
          </p:nvSpPr>
          <p:spPr bwMode="auto">
            <a:xfrm>
              <a:off x="3628571" y="5424261"/>
              <a:ext cx="53975" cy="25400"/>
            </a:xfrm>
            <a:custGeom>
              <a:avLst/>
              <a:gdLst>
                <a:gd name="T0" fmla="*/ 0 w 34"/>
                <a:gd name="T1" fmla="*/ 16 h 16"/>
                <a:gd name="T2" fmla="*/ 0 w 34"/>
                <a:gd name="T3" fmla="*/ 16 h 16"/>
                <a:gd name="T4" fmla="*/ 0 w 34"/>
                <a:gd name="T5" fmla="*/ 12 h 16"/>
                <a:gd name="T6" fmla="*/ 32 w 34"/>
                <a:gd name="T7" fmla="*/ 0 h 16"/>
                <a:gd name="T8" fmla="*/ 32 w 34"/>
                <a:gd name="T9" fmla="*/ 0 h 16"/>
                <a:gd name="T10" fmla="*/ 34 w 34"/>
                <a:gd name="T11" fmla="*/ 2 h 16"/>
                <a:gd name="T12" fmla="*/ 34 w 34"/>
                <a:gd name="T13" fmla="*/ 2 h 16"/>
                <a:gd name="T14" fmla="*/ 34 w 34"/>
                <a:gd name="T15" fmla="*/ 4 h 16"/>
                <a:gd name="T16" fmla="*/ 2 w 34"/>
                <a:gd name="T17" fmla="*/ 16 h 16"/>
                <a:gd name="T18" fmla="*/ 2 w 34"/>
                <a:gd name="T19" fmla="*/ 16 h 16"/>
                <a:gd name="T20" fmla="*/ 0 w 34"/>
                <a:gd name="T21" fmla="*/ 16 h 16"/>
                <a:gd name="T22" fmla="*/ 0 w 34"/>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0" y="16"/>
                  </a:moveTo>
                  <a:lnTo>
                    <a:pt x="0" y="16"/>
                  </a:lnTo>
                  <a:lnTo>
                    <a:pt x="0" y="12"/>
                  </a:lnTo>
                  <a:lnTo>
                    <a:pt x="32" y="0"/>
                  </a:lnTo>
                  <a:lnTo>
                    <a:pt x="32" y="0"/>
                  </a:lnTo>
                  <a:lnTo>
                    <a:pt x="34" y="2"/>
                  </a:lnTo>
                  <a:lnTo>
                    <a:pt x="34" y="2"/>
                  </a:lnTo>
                  <a:lnTo>
                    <a:pt x="34" y="4"/>
                  </a:lnTo>
                  <a:lnTo>
                    <a:pt x="2" y="16"/>
                  </a:lnTo>
                  <a:lnTo>
                    <a:pt x="2" y="16"/>
                  </a:lnTo>
                  <a:lnTo>
                    <a:pt x="0" y="16"/>
                  </a:lnTo>
                  <a:lnTo>
                    <a:pt x="0" y="1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5" name="Freeform 198"/>
            <p:cNvSpPr>
              <a:spLocks/>
            </p:cNvSpPr>
            <p:nvPr/>
          </p:nvSpPr>
          <p:spPr bwMode="auto">
            <a:xfrm>
              <a:off x="3628571" y="5446486"/>
              <a:ext cx="44450" cy="38100"/>
            </a:xfrm>
            <a:custGeom>
              <a:avLst/>
              <a:gdLst>
                <a:gd name="T0" fmla="*/ 28 w 28"/>
                <a:gd name="T1" fmla="*/ 24 h 24"/>
                <a:gd name="T2" fmla="*/ 26 w 28"/>
                <a:gd name="T3" fmla="*/ 24 h 24"/>
                <a:gd name="T4" fmla="*/ 0 w 28"/>
                <a:gd name="T5" fmla="*/ 2 h 24"/>
                <a:gd name="T6" fmla="*/ 0 w 28"/>
                <a:gd name="T7" fmla="*/ 0 h 24"/>
                <a:gd name="T8" fmla="*/ 4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4"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6" name="Freeform 199"/>
            <p:cNvSpPr>
              <a:spLocks/>
            </p:cNvSpPr>
            <p:nvPr/>
          </p:nvSpPr>
          <p:spPr bwMode="auto">
            <a:xfrm>
              <a:off x="3625396" y="5452836"/>
              <a:ext cx="50800" cy="22225"/>
            </a:xfrm>
            <a:custGeom>
              <a:avLst/>
              <a:gdLst>
                <a:gd name="T0" fmla="*/ 0 w 32"/>
                <a:gd name="T1" fmla="*/ 14 h 14"/>
                <a:gd name="T2" fmla="*/ 0 w 32"/>
                <a:gd name="T3" fmla="*/ 14 h 14"/>
                <a:gd name="T4" fmla="*/ 0 w 32"/>
                <a:gd name="T5" fmla="*/ 12 h 14"/>
                <a:gd name="T6" fmla="*/ 30 w 32"/>
                <a:gd name="T7" fmla="*/ 0 h 14"/>
                <a:gd name="T8" fmla="*/ 30 w 32"/>
                <a:gd name="T9" fmla="*/ 0 h 14"/>
                <a:gd name="T10" fmla="*/ 32 w 32"/>
                <a:gd name="T11" fmla="*/ 0 h 14"/>
                <a:gd name="T12" fmla="*/ 32 w 32"/>
                <a:gd name="T13" fmla="*/ 0 h 14"/>
                <a:gd name="T14" fmla="*/ 32 w 32"/>
                <a:gd name="T15" fmla="*/ 2 h 14"/>
                <a:gd name="T16" fmla="*/ 2 w 32"/>
                <a:gd name="T17" fmla="*/ 14 h 14"/>
                <a:gd name="T18" fmla="*/ 2 w 32"/>
                <a:gd name="T19" fmla="*/ 14 h 14"/>
                <a:gd name="T20" fmla="*/ 0 w 32"/>
                <a:gd name="T21" fmla="*/ 14 h 14"/>
                <a:gd name="T22" fmla="*/ 0 w 32"/>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4"/>
                  </a:moveTo>
                  <a:lnTo>
                    <a:pt x="0" y="14"/>
                  </a:lnTo>
                  <a:lnTo>
                    <a:pt x="0" y="12"/>
                  </a:lnTo>
                  <a:lnTo>
                    <a:pt x="30" y="0"/>
                  </a:lnTo>
                  <a:lnTo>
                    <a:pt x="30" y="0"/>
                  </a:lnTo>
                  <a:lnTo>
                    <a:pt x="32" y="0"/>
                  </a:lnTo>
                  <a:lnTo>
                    <a:pt x="32" y="0"/>
                  </a:lnTo>
                  <a:lnTo>
                    <a:pt x="32" y="2"/>
                  </a:lnTo>
                  <a:lnTo>
                    <a:pt x="2" y="14"/>
                  </a:lnTo>
                  <a:lnTo>
                    <a:pt x="2" y="14"/>
                  </a:lnTo>
                  <a:lnTo>
                    <a:pt x="0" y="14"/>
                  </a:lnTo>
                  <a:lnTo>
                    <a:pt x="0"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7" name="Freeform 200"/>
            <p:cNvSpPr>
              <a:spLocks/>
            </p:cNvSpPr>
            <p:nvPr/>
          </p:nvSpPr>
          <p:spPr bwMode="auto">
            <a:xfrm>
              <a:off x="3625396" y="5471886"/>
              <a:ext cx="44450" cy="34925"/>
            </a:xfrm>
            <a:custGeom>
              <a:avLst/>
              <a:gdLst>
                <a:gd name="T0" fmla="*/ 28 w 28"/>
                <a:gd name="T1" fmla="*/ 22 h 22"/>
                <a:gd name="T2" fmla="*/ 26 w 28"/>
                <a:gd name="T3" fmla="*/ 22 h 22"/>
                <a:gd name="T4" fmla="*/ 0 w 28"/>
                <a:gd name="T5" fmla="*/ 2 h 22"/>
                <a:gd name="T6" fmla="*/ 0 w 28"/>
                <a:gd name="T7" fmla="*/ 0 h 22"/>
                <a:gd name="T8" fmla="*/ 2 w 28"/>
                <a:gd name="T9" fmla="*/ 0 h 22"/>
                <a:gd name="T10" fmla="*/ 28 w 28"/>
                <a:gd name="T11" fmla="*/ 20 h 22"/>
                <a:gd name="T12" fmla="*/ 28 w 28"/>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8" y="22"/>
                  </a:moveTo>
                  <a:lnTo>
                    <a:pt x="26" y="22"/>
                  </a:lnTo>
                  <a:lnTo>
                    <a:pt x="0" y="2"/>
                  </a:lnTo>
                  <a:lnTo>
                    <a:pt x="0" y="0"/>
                  </a:lnTo>
                  <a:lnTo>
                    <a:pt x="2" y="0"/>
                  </a:lnTo>
                  <a:lnTo>
                    <a:pt x="28" y="20"/>
                  </a:lnTo>
                  <a:lnTo>
                    <a:pt x="28" y="2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8" name="Freeform 201"/>
            <p:cNvSpPr>
              <a:spLocks/>
            </p:cNvSpPr>
            <p:nvPr/>
          </p:nvSpPr>
          <p:spPr bwMode="auto">
            <a:xfrm>
              <a:off x="3619046" y="5478236"/>
              <a:ext cx="50800" cy="22225"/>
            </a:xfrm>
            <a:custGeom>
              <a:avLst/>
              <a:gdLst>
                <a:gd name="T0" fmla="*/ 0 w 32"/>
                <a:gd name="T1" fmla="*/ 12 h 14"/>
                <a:gd name="T2" fmla="*/ 0 w 32"/>
                <a:gd name="T3" fmla="*/ 12 h 14"/>
                <a:gd name="T4" fmla="*/ 0 w 32"/>
                <a:gd name="T5" fmla="*/ 10 h 14"/>
                <a:gd name="T6" fmla="*/ 30 w 32"/>
                <a:gd name="T7" fmla="*/ 0 h 14"/>
                <a:gd name="T8" fmla="*/ 30 w 32"/>
                <a:gd name="T9" fmla="*/ 0 h 14"/>
                <a:gd name="T10" fmla="*/ 32 w 32"/>
                <a:gd name="T11" fmla="*/ 2 h 14"/>
                <a:gd name="T12" fmla="*/ 32 w 32"/>
                <a:gd name="T13" fmla="*/ 2 h 14"/>
                <a:gd name="T14" fmla="*/ 32 w 32"/>
                <a:gd name="T15" fmla="*/ 2 h 14"/>
                <a:gd name="T16" fmla="*/ 2 w 32"/>
                <a:gd name="T17" fmla="*/ 14 h 14"/>
                <a:gd name="T18" fmla="*/ 2 w 32"/>
                <a:gd name="T19" fmla="*/ 14 h 14"/>
                <a:gd name="T20" fmla="*/ 0 w 32"/>
                <a:gd name="T21" fmla="*/ 12 h 14"/>
                <a:gd name="T22" fmla="*/ 0 w 32"/>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2"/>
                  </a:moveTo>
                  <a:lnTo>
                    <a:pt x="0" y="12"/>
                  </a:lnTo>
                  <a:lnTo>
                    <a:pt x="0" y="10"/>
                  </a:lnTo>
                  <a:lnTo>
                    <a:pt x="30" y="0"/>
                  </a:lnTo>
                  <a:lnTo>
                    <a:pt x="30" y="0"/>
                  </a:lnTo>
                  <a:lnTo>
                    <a:pt x="32" y="2"/>
                  </a:lnTo>
                  <a:lnTo>
                    <a:pt x="32" y="2"/>
                  </a:lnTo>
                  <a:lnTo>
                    <a:pt x="32" y="2"/>
                  </a:lnTo>
                  <a:lnTo>
                    <a:pt x="2" y="14"/>
                  </a:lnTo>
                  <a:lnTo>
                    <a:pt x="2" y="14"/>
                  </a:lnTo>
                  <a:lnTo>
                    <a:pt x="0" y="12"/>
                  </a:lnTo>
                  <a:lnTo>
                    <a:pt x="0"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9" name="Freeform 202"/>
            <p:cNvSpPr>
              <a:spLocks/>
            </p:cNvSpPr>
            <p:nvPr/>
          </p:nvSpPr>
          <p:spPr bwMode="auto">
            <a:xfrm>
              <a:off x="3587296" y="3995511"/>
              <a:ext cx="466725" cy="1393825"/>
            </a:xfrm>
            <a:custGeom>
              <a:avLst/>
              <a:gdLst>
                <a:gd name="T0" fmla="*/ 128 w 294"/>
                <a:gd name="T1" fmla="*/ 30 h 878"/>
                <a:gd name="T2" fmla="*/ 128 w 294"/>
                <a:gd name="T3" fmla="*/ 30 h 878"/>
                <a:gd name="T4" fmla="*/ 136 w 294"/>
                <a:gd name="T5" fmla="*/ 20 h 878"/>
                <a:gd name="T6" fmla="*/ 148 w 294"/>
                <a:gd name="T7" fmla="*/ 12 h 878"/>
                <a:gd name="T8" fmla="*/ 162 w 294"/>
                <a:gd name="T9" fmla="*/ 4 h 878"/>
                <a:gd name="T10" fmla="*/ 178 w 294"/>
                <a:gd name="T11" fmla="*/ 0 h 878"/>
                <a:gd name="T12" fmla="*/ 178 w 294"/>
                <a:gd name="T13" fmla="*/ 0 h 878"/>
                <a:gd name="T14" fmla="*/ 188 w 294"/>
                <a:gd name="T15" fmla="*/ 0 h 878"/>
                <a:gd name="T16" fmla="*/ 200 w 294"/>
                <a:gd name="T17" fmla="*/ 0 h 878"/>
                <a:gd name="T18" fmla="*/ 224 w 294"/>
                <a:gd name="T19" fmla="*/ 6 h 878"/>
                <a:gd name="T20" fmla="*/ 224 w 294"/>
                <a:gd name="T21" fmla="*/ 6 h 878"/>
                <a:gd name="T22" fmla="*/ 238 w 294"/>
                <a:gd name="T23" fmla="*/ 10 h 878"/>
                <a:gd name="T24" fmla="*/ 250 w 294"/>
                <a:gd name="T25" fmla="*/ 16 h 878"/>
                <a:gd name="T26" fmla="*/ 260 w 294"/>
                <a:gd name="T27" fmla="*/ 22 h 878"/>
                <a:gd name="T28" fmla="*/ 268 w 294"/>
                <a:gd name="T29" fmla="*/ 30 h 878"/>
                <a:gd name="T30" fmla="*/ 276 w 294"/>
                <a:gd name="T31" fmla="*/ 40 h 878"/>
                <a:gd name="T32" fmla="*/ 282 w 294"/>
                <a:gd name="T33" fmla="*/ 48 h 878"/>
                <a:gd name="T34" fmla="*/ 286 w 294"/>
                <a:gd name="T35" fmla="*/ 58 h 878"/>
                <a:gd name="T36" fmla="*/ 290 w 294"/>
                <a:gd name="T37" fmla="*/ 68 h 878"/>
                <a:gd name="T38" fmla="*/ 294 w 294"/>
                <a:gd name="T39" fmla="*/ 90 h 878"/>
                <a:gd name="T40" fmla="*/ 294 w 294"/>
                <a:gd name="T41" fmla="*/ 114 h 878"/>
                <a:gd name="T42" fmla="*/ 292 w 294"/>
                <a:gd name="T43" fmla="*/ 136 h 878"/>
                <a:gd name="T44" fmla="*/ 288 w 294"/>
                <a:gd name="T45" fmla="*/ 156 h 878"/>
                <a:gd name="T46" fmla="*/ 288 w 294"/>
                <a:gd name="T47" fmla="*/ 156 h 878"/>
                <a:gd name="T48" fmla="*/ 278 w 294"/>
                <a:gd name="T49" fmla="*/ 214 h 878"/>
                <a:gd name="T50" fmla="*/ 266 w 294"/>
                <a:gd name="T51" fmla="*/ 270 h 878"/>
                <a:gd name="T52" fmla="*/ 252 w 294"/>
                <a:gd name="T53" fmla="*/ 328 h 878"/>
                <a:gd name="T54" fmla="*/ 242 w 294"/>
                <a:gd name="T55" fmla="*/ 384 h 878"/>
                <a:gd name="T56" fmla="*/ 242 w 294"/>
                <a:gd name="T57" fmla="*/ 384 h 878"/>
                <a:gd name="T58" fmla="*/ 232 w 294"/>
                <a:gd name="T59" fmla="*/ 426 h 878"/>
                <a:gd name="T60" fmla="*/ 220 w 294"/>
                <a:gd name="T61" fmla="*/ 468 h 878"/>
                <a:gd name="T62" fmla="*/ 208 w 294"/>
                <a:gd name="T63" fmla="*/ 510 h 878"/>
                <a:gd name="T64" fmla="*/ 198 w 294"/>
                <a:gd name="T65" fmla="*/ 550 h 878"/>
                <a:gd name="T66" fmla="*/ 198 w 294"/>
                <a:gd name="T67" fmla="*/ 550 h 878"/>
                <a:gd name="T68" fmla="*/ 180 w 294"/>
                <a:gd name="T69" fmla="*/ 624 h 878"/>
                <a:gd name="T70" fmla="*/ 154 w 294"/>
                <a:gd name="T71" fmla="*/ 714 h 878"/>
                <a:gd name="T72" fmla="*/ 110 w 294"/>
                <a:gd name="T73" fmla="*/ 878 h 878"/>
                <a:gd name="T74" fmla="*/ 0 w 294"/>
                <a:gd name="T75" fmla="*/ 866 h 878"/>
                <a:gd name="T76" fmla="*/ 0 w 294"/>
                <a:gd name="T77" fmla="*/ 866 h 878"/>
                <a:gd name="T78" fmla="*/ 8 w 294"/>
                <a:gd name="T79" fmla="*/ 808 h 878"/>
                <a:gd name="T80" fmla="*/ 16 w 294"/>
                <a:gd name="T81" fmla="*/ 728 h 878"/>
                <a:gd name="T82" fmla="*/ 28 w 294"/>
                <a:gd name="T83" fmla="*/ 582 h 878"/>
                <a:gd name="T84" fmla="*/ 28 w 294"/>
                <a:gd name="T85" fmla="*/ 582 h 878"/>
                <a:gd name="T86" fmla="*/ 36 w 294"/>
                <a:gd name="T87" fmla="*/ 494 h 878"/>
                <a:gd name="T88" fmla="*/ 46 w 294"/>
                <a:gd name="T89" fmla="*/ 404 h 878"/>
                <a:gd name="T90" fmla="*/ 58 w 294"/>
                <a:gd name="T91" fmla="*/ 314 h 878"/>
                <a:gd name="T92" fmla="*/ 74 w 294"/>
                <a:gd name="T93" fmla="*/ 226 h 878"/>
                <a:gd name="T94" fmla="*/ 74 w 294"/>
                <a:gd name="T95" fmla="*/ 226 h 878"/>
                <a:gd name="T96" fmla="*/ 94 w 294"/>
                <a:gd name="T97" fmla="*/ 124 h 878"/>
                <a:gd name="T98" fmla="*/ 94 w 294"/>
                <a:gd name="T99" fmla="*/ 124 h 878"/>
                <a:gd name="T100" fmla="*/ 98 w 294"/>
                <a:gd name="T101" fmla="*/ 100 h 878"/>
                <a:gd name="T102" fmla="*/ 106 w 294"/>
                <a:gd name="T103" fmla="*/ 76 h 878"/>
                <a:gd name="T104" fmla="*/ 116 w 294"/>
                <a:gd name="T105" fmla="*/ 52 h 878"/>
                <a:gd name="T106" fmla="*/ 128 w 294"/>
                <a:gd name="T107" fmla="*/ 30 h 878"/>
                <a:gd name="T108" fmla="*/ 128 w 294"/>
                <a:gd name="T109" fmla="*/ 30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4" h="878">
                  <a:moveTo>
                    <a:pt x="128" y="30"/>
                  </a:moveTo>
                  <a:lnTo>
                    <a:pt x="128" y="30"/>
                  </a:lnTo>
                  <a:lnTo>
                    <a:pt x="136" y="20"/>
                  </a:lnTo>
                  <a:lnTo>
                    <a:pt x="148" y="12"/>
                  </a:lnTo>
                  <a:lnTo>
                    <a:pt x="162" y="4"/>
                  </a:lnTo>
                  <a:lnTo>
                    <a:pt x="178" y="0"/>
                  </a:lnTo>
                  <a:lnTo>
                    <a:pt x="178" y="0"/>
                  </a:lnTo>
                  <a:lnTo>
                    <a:pt x="188" y="0"/>
                  </a:lnTo>
                  <a:lnTo>
                    <a:pt x="200" y="0"/>
                  </a:lnTo>
                  <a:lnTo>
                    <a:pt x="224" y="6"/>
                  </a:lnTo>
                  <a:lnTo>
                    <a:pt x="224" y="6"/>
                  </a:lnTo>
                  <a:lnTo>
                    <a:pt x="238" y="10"/>
                  </a:lnTo>
                  <a:lnTo>
                    <a:pt x="250" y="16"/>
                  </a:lnTo>
                  <a:lnTo>
                    <a:pt x="260" y="22"/>
                  </a:lnTo>
                  <a:lnTo>
                    <a:pt x="268" y="30"/>
                  </a:lnTo>
                  <a:lnTo>
                    <a:pt x="276" y="40"/>
                  </a:lnTo>
                  <a:lnTo>
                    <a:pt x="282" y="48"/>
                  </a:lnTo>
                  <a:lnTo>
                    <a:pt x="286" y="58"/>
                  </a:lnTo>
                  <a:lnTo>
                    <a:pt x="290" y="68"/>
                  </a:lnTo>
                  <a:lnTo>
                    <a:pt x="294" y="90"/>
                  </a:lnTo>
                  <a:lnTo>
                    <a:pt x="294" y="114"/>
                  </a:lnTo>
                  <a:lnTo>
                    <a:pt x="292" y="136"/>
                  </a:lnTo>
                  <a:lnTo>
                    <a:pt x="288" y="156"/>
                  </a:lnTo>
                  <a:lnTo>
                    <a:pt x="288" y="156"/>
                  </a:lnTo>
                  <a:lnTo>
                    <a:pt x="278" y="214"/>
                  </a:lnTo>
                  <a:lnTo>
                    <a:pt x="266" y="270"/>
                  </a:lnTo>
                  <a:lnTo>
                    <a:pt x="252" y="328"/>
                  </a:lnTo>
                  <a:lnTo>
                    <a:pt x="242" y="384"/>
                  </a:lnTo>
                  <a:lnTo>
                    <a:pt x="242" y="384"/>
                  </a:lnTo>
                  <a:lnTo>
                    <a:pt x="232" y="426"/>
                  </a:lnTo>
                  <a:lnTo>
                    <a:pt x="220" y="468"/>
                  </a:lnTo>
                  <a:lnTo>
                    <a:pt x="208" y="510"/>
                  </a:lnTo>
                  <a:lnTo>
                    <a:pt x="198" y="550"/>
                  </a:lnTo>
                  <a:lnTo>
                    <a:pt x="198" y="550"/>
                  </a:lnTo>
                  <a:lnTo>
                    <a:pt x="180" y="624"/>
                  </a:lnTo>
                  <a:lnTo>
                    <a:pt x="154" y="714"/>
                  </a:lnTo>
                  <a:lnTo>
                    <a:pt x="110" y="878"/>
                  </a:lnTo>
                  <a:lnTo>
                    <a:pt x="0" y="866"/>
                  </a:lnTo>
                  <a:lnTo>
                    <a:pt x="0" y="866"/>
                  </a:lnTo>
                  <a:lnTo>
                    <a:pt x="8" y="808"/>
                  </a:lnTo>
                  <a:lnTo>
                    <a:pt x="16" y="728"/>
                  </a:lnTo>
                  <a:lnTo>
                    <a:pt x="28" y="582"/>
                  </a:lnTo>
                  <a:lnTo>
                    <a:pt x="28" y="582"/>
                  </a:lnTo>
                  <a:lnTo>
                    <a:pt x="36" y="494"/>
                  </a:lnTo>
                  <a:lnTo>
                    <a:pt x="46" y="404"/>
                  </a:lnTo>
                  <a:lnTo>
                    <a:pt x="58" y="314"/>
                  </a:lnTo>
                  <a:lnTo>
                    <a:pt x="74" y="226"/>
                  </a:lnTo>
                  <a:lnTo>
                    <a:pt x="74" y="226"/>
                  </a:lnTo>
                  <a:lnTo>
                    <a:pt x="94" y="124"/>
                  </a:lnTo>
                  <a:lnTo>
                    <a:pt x="94" y="124"/>
                  </a:lnTo>
                  <a:lnTo>
                    <a:pt x="98" y="100"/>
                  </a:lnTo>
                  <a:lnTo>
                    <a:pt x="106" y="76"/>
                  </a:lnTo>
                  <a:lnTo>
                    <a:pt x="116" y="52"/>
                  </a:lnTo>
                  <a:lnTo>
                    <a:pt x="128" y="30"/>
                  </a:lnTo>
                  <a:lnTo>
                    <a:pt x="128" y="30"/>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0" name="Freeform 203"/>
            <p:cNvSpPr>
              <a:spLocks/>
            </p:cNvSpPr>
            <p:nvPr/>
          </p:nvSpPr>
          <p:spPr bwMode="auto">
            <a:xfrm>
              <a:off x="3095171" y="3087461"/>
              <a:ext cx="892175" cy="368300"/>
            </a:xfrm>
            <a:custGeom>
              <a:avLst/>
              <a:gdLst>
                <a:gd name="T0" fmla="*/ 404 w 562"/>
                <a:gd name="T1" fmla="*/ 2 h 232"/>
                <a:gd name="T2" fmla="*/ 404 w 562"/>
                <a:gd name="T3" fmla="*/ 2 h 232"/>
                <a:gd name="T4" fmla="*/ 426 w 562"/>
                <a:gd name="T5" fmla="*/ 4 h 232"/>
                <a:gd name="T6" fmla="*/ 448 w 562"/>
                <a:gd name="T7" fmla="*/ 6 h 232"/>
                <a:gd name="T8" fmla="*/ 448 w 562"/>
                <a:gd name="T9" fmla="*/ 6 h 232"/>
                <a:gd name="T10" fmla="*/ 466 w 562"/>
                <a:gd name="T11" fmla="*/ 8 h 232"/>
                <a:gd name="T12" fmla="*/ 484 w 562"/>
                <a:gd name="T13" fmla="*/ 16 h 232"/>
                <a:gd name="T14" fmla="*/ 500 w 562"/>
                <a:gd name="T15" fmla="*/ 24 h 232"/>
                <a:gd name="T16" fmla="*/ 514 w 562"/>
                <a:gd name="T17" fmla="*/ 36 h 232"/>
                <a:gd name="T18" fmla="*/ 528 w 562"/>
                <a:gd name="T19" fmla="*/ 50 h 232"/>
                <a:gd name="T20" fmla="*/ 538 w 562"/>
                <a:gd name="T21" fmla="*/ 64 h 232"/>
                <a:gd name="T22" fmla="*/ 548 w 562"/>
                <a:gd name="T23" fmla="*/ 82 h 232"/>
                <a:gd name="T24" fmla="*/ 554 w 562"/>
                <a:gd name="T25" fmla="*/ 98 h 232"/>
                <a:gd name="T26" fmla="*/ 554 w 562"/>
                <a:gd name="T27" fmla="*/ 98 h 232"/>
                <a:gd name="T28" fmla="*/ 560 w 562"/>
                <a:gd name="T29" fmla="*/ 124 h 232"/>
                <a:gd name="T30" fmla="*/ 562 w 562"/>
                <a:gd name="T31" fmla="*/ 150 h 232"/>
                <a:gd name="T32" fmla="*/ 282 w 562"/>
                <a:gd name="T33" fmla="*/ 150 h 232"/>
                <a:gd name="T34" fmla="*/ 0 w 562"/>
                <a:gd name="T35" fmla="*/ 150 h 232"/>
                <a:gd name="T36" fmla="*/ 0 w 562"/>
                <a:gd name="T37" fmla="*/ 150 h 232"/>
                <a:gd name="T38" fmla="*/ 2 w 562"/>
                <a:gd name="T39" fmla="*/ 124 h 232"/>
                <a:gd name="T40" fmla="*/ 8 w 562"/>
                <a:gd name="T41" fmla="*/ 98 h 232"/>
                <a:gd name="T42" fmla="*/ 8 w 562"/>
                <a:gd name="T43" fmla="*/ 98 h 232"/>
                <a:gd name="T44" fmla="*/ 14 w 562"/>
                <a:gd name="T45" fmla="*/ 82 h 232"/>
                <a:gd name="T46" fmla="*/ 24 w 562"/>
                <a:gd name="T47" fmla="*/ 64 h 232"/>
                <a:gd name="T48" fmla="*/ 34 w 562"/>
                <a:gd name="T49" fmla="*/ 50 h 232"/>
                <a:gd name="T50" fmla="*/ 48 w 562"/>
                <a:gd name="T51" fmla="*/ 36 h 232"/>
                <a:gd name="T52" fmla="*/ 62 w 562"/>
                <a:gd name="T53" fmla="*/ 26 h 232"/>
                <a:gd name="T54" fmla="*/ 80 w 562"/>
                <a:gd name="T55" fmla="*/ 16 h 232"/>
                <a:gd name="T56" fmla="*/ 96 w 562"/>
                <a:gd name="T57" fmla="*/ 10 h 232"/>
                <a:gd name="T58" fmla="*/ 116 w 562"/>
                <a:gd name="T59" fmla="*/ 8 h 232"/>
                <a:gd name="T60" fmla="*/ 116 w 562"/>
                <a:gd name="T61" fmla="*/ 8 h 232"/>
                <a:gd name="T62" fmla="*/ 172 w 562"/>
                <a:gd name="T63" fmla="*/ 0 h 232"/>
                <a:gd name="T64" fmla="*/ 276 w 562"/>
                <a:gd name="T65" fmla="*/ 232 h 232"/>
                <a:gd name="T66" fmla="*/ 404 w 562"/>
                <a:gd name="T67" fmla="*/ 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62" h="232">
                  <a:moveTo>
                    <a:pt x="404" y="2"/>
                  </a:moveTo>
                  <a:lnTo>
                    <a:pt x="404" y="2"/>
                  </a:lnTo>
                  <a:lnTo>
                    <a:pt x="426" y="4"/>
                  </a:lnTo>
                  <a:lnTo>
                    <a:pt x="448" y="6"/>
                  </a:lnTo>
                  <a:lnTo>
                    <a:pt x="448" y="6"/>
                  </a:lnTo>
                  <a:lnTo>
                    <a:pt x="466" y="8"/>
                  </a:lnTo>
                  <a:lnTo>
                    <a:pt x="484" y="16"/>
                  </a:lnTo>
                  <a:lnTo>
                    <a:pt x="500" y="24"/>
                  </a:lnTo>
                  <a:lnTo>
                    <a:pt x="514" y="36"/>
                  </a:lnTo>
                  <a:lnTo>
                    <a:pt x="528" y="50"/>
                  </a:lnTo>
                  <a:lnTo>
                    <a:pt x="538" y="64"/>
                  </a:lnTo>
                  <a:lnTo>
                    <a:pt x="548" y="82"/>
                  </a:lnTo>
                  <a:lnTo>
                    <a:pt x="554" y="98"/>
                  </a:lnTo>
                  <a:lnTo>
                    <a:pt x="554" y="98"/>
                  </a:lnTo>
                  <a:lnTo>
                    <a:pt x="560" y="124"/>
                  </a:lnTo>
                  <a:lnTo>
                    <a:pt x="562" y="150"/>
                  </a:lnTo>
                  <a:lnTo>
                    <a:pt x="282" y="150"/>
                  </a:lnTo>
                  <a:lnTo>
                    <a:pt x="0" y="150"/>
                  </a:lnTo>
                  <a:lnTo>
                    <a:pt x="0" y="150"/>
                  </a:lnTo>
                  <a:lnTo>
                    <a:pt x="2" y="124"/>
                  </a:lnTo>
                  <a:lnTo>
                    <a:pt x="8" y="98"/>
                  </a:lnTo>
                  <a:lnTo>
                    <a:pt x="8" y="98"/>
                  </a:lnTo>
                  <a:lnTo>
                    <a:pt x="14" y="82"/>
                  </a:lnTo>
                  <a:lnTo>
                    <a:pt x="24" y="64"/>
                  </a:lnTo>
                  <a:lnTo>
                    <a:pt x="34" y="50"/>
                  </a:lnTo>
                  <a:lnTo>
                    <a:pt x="48" y="36"/>
                  </a:lnTo>
                  <a:lnTo>
                    <a:pt x="62" y="26"/>
                  </a:lnTo>
                  <a:lnTo>
                    <a:pt x="80" y="16"/>
                  </a:lnTo>
                  <a:lnTo>
                    <a:pt x="96" y="10"/>
                  </a:lnTo>
                  <a:lnTo>
                    <a:pt x="116" y="8"/>
                  </a:lnTo>
                  <a:lnTo>
                    <a:pt x="116" y="8"/>
                  </a:lnTo>
                  <a:lnTo>
                    <a:pt x="172" y="0"/>
                  </a:lnTo>
                  <a:lnTo>
                    <a:pt x="276" y="232"/>
                  </a:lnTo>
                  <a:lnTo>
                    <a:pt x="404" y="2"/>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1" name="Freeform 204"/>
            <p:cNvSpPr>
              <a:spLocks/>
            </p:cNvSpPr>
            <p:nvPr/>
          </p:nvSpPr>
          <p:spPr bwMode="auto">
            <a:xfrm>
              <a:off x="3241221" y="3312886"/>
              <a:ext cx="593725" cy="609600"/>
            </a:xfrm>
            <a:custGeom>
              <a:avLst/>
              <a:gdLst>
                <a:gd name="T0" fmla="*/ 362 w 374"/>
                <a:gd name="T1" fmla="*/ 0 h 384"/>
                <a:gd name="T2" fmla="*/ 16 w 374"/>
                <a:gd name="T3" fmla="*/ 0 h 384"/>
                <a:gd name="T4" fmla="*/ 16 w 374"/>
                <a:gd name="T5" fmla="*/ 0 h 384"/>
                <a:gd name="T6" fmla="*/ 16 w 374"/>
                <a:gd name="T7" fmla="*/ 146 h 384"/>
                <a:gd name="T8" fmla="*/ 16 w 374"/>
                <a:gd name="T9" fmla="*/ 146 h 384"/>
                <a:gd name="T10" fmla="*/ 16 w 374"/>
                <a:gd name="T11" fmla="*/ 190 h 384"/>
                <a:gd name="T12" fmla="*/ 14 w 374"/>
                <a:gd name="T13" fmla="*/ 232 h 384"/>
                <a:gd name="T14" fmla="*/ 8 w 374"/>
                <a:gd name="T15" fmla="*/ 308 h 384"/>
                <a:gd name="T16" fmla="*/ 0 w 374"/>
                <a:gd name="T17" fmla="*/ 384 h 384"/>
                <a:gd name="T18" fmla="*/ 374 w 374"/>
                <a:gd name="T19" fmla="*/ 384 h 384"/>
                <a:gd name="T20" fmla="*/ 374 w 374"/>
                <a:gd name="T21" fmla="*/ 384 h 384"/>
                <a:gd name="T22" fmla="*/ 370 w 374"/>
                <a:gd name="T23" fmla="*/ 276 h 384"/>
                <a:gd name="T24" fmla="*/ 366 w 374"/>
                <a:gd name="T25" fmla="*/ 186 h 384"/>
                <a:gd name="T26" fmla="*/ 366 w 374"/>
                <a:gd name="T27" fmla="*/ 134 h 384"/>
                <a:gd name="T28" fmla="*/ 366 w 374"/>
                <a:gd name="T29" fmla="*/ 148 h 384"/>
                <a:gd name="T30" fmla="*/ 366 w 374"/>
                <a:gd name="T31" fmla="*/ 148 h 384"/>
                <a:gd name="T32" fmla="*/ 366 w 374"/>
                <a:gd name="T33" fmla="*/ 102 h 384"/>
                <a:gd name="T34" fmla="*/ 362 w 374"/>
                <a:gd name="T35" fmla="*/ 0 h 384"/>
                <a:gd name="T36" fmla="*/ 362 w 374"/>
                <a:gd name="T37"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4" h="384">
                  <a:moveTo>
                    <a:pt x="362" y="0"/>
                  </a:moveTo>
                  <a:lnTo>
                    <a:pt x="16" y="0"/>
                  </a:lnTo>
                  <a:lnTo>
                    <a:pt x="16" y="0"/>
                  </a:lnTo>
                  <a:lnTo>
                    <a:pt x="16" y="146"/>
                  </a:lnTo>
                  <a:lnTo>
                    <a:pt x="16" y="146"/>
                  </a:lnTo>
                  <a:lnTo>
                    <a:pt x="16" y="190"/>
                  </a:lnTo>
                  <a:lnTo>
                    <a:pt x="14" y="232"/>
                  </a:lnTo>
                  <a:lnTo>
                    <a:pt x="8" y="308"/>
                  </a:lnTo>
                  <a:lnTo>
                    <a:pt x="0" y="384"/>
                  </a:lnTo>
                  <a:lnTo>
                    <a:pt x="374" y="384"/>
                  </a:lnTo>
                  <a:lnTo>
                    <a:pt x="374" y="384"/>
                  </a:lnTo>
                  <a:lnTo>
                    <a:pt x="370" y="276"/>
                  </a:lnTo>
                  <a:lnTo>
                    <a:pt x="366" y="186"/>
                  </a:lnTo>
                  <a:lnTo>
                    <a:pt x="366" y="134"/>
                  </a:lnTo>
                  <a:lnTo>
                    <a:pt x="366" y="148"/>
                  </a:lnTo>
                  <a:lnTo>
                    <a:pt x="366" y="148"/>
                  </a:lnTo>
                  <a:lnTo>
                    <a:pt x="366" y="102"/>
                  </a:lnTo>
                  <a:lnTo>
                    <a:pt x="362" y="0"/>
                  </a:lnTo>
                  <a:lnTo>
                    <a:pt x="36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2" name="Freeform 206"/>
            <p:cNvSpPr>
              <a:spLocks/>
            </p:cNvSpPr>
            <p:nvPr/>
          </p:nvSpPr>
          <p:spPr bwMode="auto">
            <a:xfrm>
              <a:off x="2904671" y="3185886"/>
              <a:ext cx="396875" cy="463550"/>
            </a:xfrm>
            <a:custGeom>
              <a:avLst/>
              <a:gdLst>
                <a:gd name="T0" fmla="*/ 146 w 250"/>
                <a:gd name="T1" fmla="*/ 0 h 292"/>
                <a:gd name="T2" fmla="*/ 146 w 250"/>
                <a:gd name="T3" fmla="*/ 0 h 292"/>
                <a:gd name="T4" fmla="*/ 134 w 250"/>
                <a:gd name="T5" fmla="*/ 14 h 292"/>
                <a:gd name="T6" fmla="*/ 118 w 250"/>
                <a:gd name="T7" fmla="*/ 34 h 292"/>
                <a:gd name="T8" fmla="*/ 100 w 250"/>
                <a:gd name="T9" fmla="*/ 60 h 292"/>
                <a:gd name="T10" fmla="*/ 78 w 250"/>
                <a:gd name="T11" fmla="*/ 94 h 292"/>
                <a:gd name="T12" fmla="*/ 52 w 250"/>
                <a:gd name="T13" fmla="*/ 138 h 292"/>
                <a:gd name="T14" fmla="*/ 26 w 250"/>
                <a:gd name="T15" fmla="*/ 188 h 292"/>
                <a:gd name="T16" fmla="*/ 0 w 250"/>
                <a:gd name="T17" fmla="*/ 244 h 292"/>
                <a:gd name="T18" fmla="*/ 146 w 250"/>
                <a:gd name="T19" fmla="*/ 292 h 292"/>
                <a:gd name="T20" fmla="*/ 250 w 250"/>
                <a:gd name="T21" fmla="*/ 118 h 292"/>
                <a:gd name="T22" fmla="*/ 250 w 250"/>
                <a:gd name="T23" fmla="*/ 118 h 292"/>
                <a:gd name="T24" fmla="*/ 250 w 250"/>
                <a:gd name="T25" fmla="*/ 100 h 292"/>
                <a:gd name="T26" fmla="*/ 250 w 250"/>
                <a:gd name="T27" fmla="*/ 84 h 292"/>
                <a:gd name="T28" fmla="*/ 246 w 250"/>
                <a:gd name="T29" fmla="*/ 64 h 292"/>
                <a:gd name="T30" fmla="*/ 240 w 250"/>
                <a:gd name="T31" fmla="*/ 52 h 292"/>
                <a:gd name="T32" fmla="*/ 234 w 250"/>
                <a:gd name="T33" fmla="*/ 42 h 292"/>
                <a:gd name="T34" fmla="*/ 226 w 250"/>
                <a:gd name="T35" fmla="*/ 32 h 292"/>
                <a:gd name="T36" fmla="*/ 216 w 250"/>
                <a:gd name="T37" fmla="*/ 24 h 292"/>
                <a:gd name="T38" fmla="*/ 202 w 250"/>
                <a:gd name="T39" fmla="*/ 16 h 292"/>
                <a:gd name="T40" fmla="*/ 186 w 250"/>
                <a:gd name="T41" fmla="*/ 8 h 292"/>
                <a:gd name="T42" fmla="*/ 168 w 250"/>
                <a:gd name="T43" fmla="*/ 2 h 292"/>
                <a:gd name="T44" fmla="*/ 146 w 250"/>
                <a:gd name="T45" fmla="*/ 0 h 292"/>
                <a:gd name="T46" fmla="*/ 146 w 250"/>
                <a:gd name="T4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0" h="292">
                  <a:moveTo>
                    <a:pt x="146" y="0"/>
                  </a:moveTo>
                  <a:lnTo>
                    <a:pt x="146" y="0"/>
                  </a:lnTo>
                  <a:lnTo>
                    <a:pt x="134" y="14"/>
                  </a:lnTo>
                  <a:lnTo>
                    <a:pt x="118" y="34"/>
                  </a:lnTo>
                  <a:lnTo>
                    <a:pt x="100" y="60"/>
                  </a:lnTo>
                  <a:lnTo>
                    <a:pt x="78" y="94"/>
                  </a:lnTo>
                  <a:lnTo>
                    <a:pt x="52" y="138"/>
                  </a:lnTo>
                  <a:lnTo>
                    <a:pt x="26" y="188"/>
                  </a:lnTo>
                  <a:lnTo>
                    <a:pt x="0" y="244"/>
                  </a:lnTo>
                  <a:lnTo>
                    <a:pt x="146" y="292"/>
                  </a:lnTo>
                  <a:lnTo>
                    <a:pt x="250" y="118"/>
                  </a:lnTo>
                  <a:lnTo>
                    <a:pt x="250" y="118"/>
                  </a:lnTo>
                  <a:lnTo>
                    <a:pt x="250" y="100"/>
                  </a:lnTo>
                  <a:lnTo>
                    <a:pt x="250" y="84"/>
                  </a:lnTo>
                  <a:lnTo>
                    <a:pt x="246" y="64"/>
                  </a:lnTo>
                  <a:lnTo>
                    <a:pt x="240" y="52"/>
                  </a:lnTo>
                  <a:lnTo>
                    <a:pt x="234" y="42"/>
                  </a:lnTo>
                  <a:lnTo>
                    <a:pt x="226" y="32"/>
                  </a:lnTo>
                  <a:lnTo>
                    <a:pt x="216" y="24"/>
                  </a:lnTo>
                  <a:lnTo>
                    <a:pt x="202" y="16"/>
                  </a:lnTo>
                  <a:lnTo>
                    <a:pt x="186" y="8"/>
                  </a:lnTo>
                  <a:lnTo>
                    <a:pt x="168" y="2"/>
                  </a:lnTo>
                  <a:lnTo>
                    <a:pt x="146" y="0"/>
                  </a:lnTo>
                  <a:lnTo>
                    <a:pt x="146"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3" name="Freeform 207"/>
            <p:cNvSpPr>
              <a:spLocks/>
            </p:cNvSpPr>
            <p:nvPr/>
          </p:nvSpPr>
          <p:spPr bwMode="auto">
            <a:xfrm>
              <a:off x="3777796" y="3195411"/>
              <a:ext cx="412750" cy="476250"/>
            </a:xfrm>
            <a:custGeom>
              <a:avLst/>
              <a:gdLst>
                <a:gd name="T0" fmla="*/ 112 w 260"/>
                <a:gd name="T1" fmla="*/ 0 h 300"/>
                <a:gd name="T2" fmla="*/ 112 w 260"/>
                <a:gd name="T3" fmla="*/ 0 h 300"/>
                <a:gd name="T4" fmla="*/ 124 w 260"/>
                <a:gd name="T5" fmla="*/ 14 h 300"/>
                <a:gd name="T6" fmla="*/ 140 w 260"/>
                <a:gd name="T7" fmla="*/ 34 h 300"/>
                <a:gd name="T8" fmla="*/ 160 w 260"/>
                <a:gd name="T9" fmla="*/ 58 h 300"/>
                <a:gd name="T10" fmla="*/ 182 w 260"/>
                <a:gd name="T11" fmla="*/ 92 h 300"/>
                <a:gd name="T12" fmla="*/ 208 w 260"/>
                <a:gd name="T13" fmla="*/ 134 h 300"/>
                <a:gd name="T14" fmla="*/ 234 w 260"/>
                <a:gd name="T15" fmla="*/ 182 h 300"/>
                <a:gd name="T16" fmla="*/ 260 w 260"/>
                <a:gd name="T17" fmla="*/ 240 h 300"/>
                <a:gd name="T18" fmla="*/ 106 w 260"/>
                <a:gd name="T19" fmla="*/ 300 h 300"/>
                <a:gd name="T20" fmla="*/ 0 w 260"/>
                <a:gd name="T21" fmla="*/ 118 h 300"/>
                <a:gd name="T22" fmla="*/ 0 w 260"/>
                <a:gd name="T23" fmla="*/ 118 h 300"/>
                <a:gd name="T24" fmla="*/ 0 w 260"/>
                <a:gd name="T25" fmla="*/ 102 h 300"/>
                <a:gd name="T26" fmla="*/ 2 w 260"/>
                <a:gd name="T27" fmla="*/ 84 h 300"/>
                <a:gd name="T28" fmla="*/ 8 w 260"/>
                <a:gd name="T29" fmla="*/ 64 h 300"/>
                <a:gd name="T30" fmla="*/ 14 w 260"/>
                <a:gd name="T31" fmla="*/ 54 h 300"/>
                <a:gd name="T32" fmla="*/ 20 w 260"/>
                <a:gd name="T33" fmla="*/ 44 h 300"/>
                <a:gd name="T34" fmla="*/ 30 w 260"/>
                <a:gd name="T35" fmla="*/ 34 h 300"/>
                <a:gd name="T36" fmla="*/ 40 w 260"/>
                <a:gd name="T37" fmla="*/ 24 h 300"/>
                <a:gd name="T38" fmla="*/ 54 w 260"/>
                <a:gd name="T39" fmla="*/ 16 h 300"/>
                <a:gd name="T40" fmla="*/ 70 w 260"/>
                <a:gd name="T41" fmla="*/ 10 h 300"/>
                <a:gd name="T42" fmla="*/ 88 w 260"/>
                <a:gd name="T43" fmla="*/ 4 h 300"/>
                <a:gd name="T44" fmla="*/ 112 w 260"/>
                <a:gd name="T45" fmla="*/ 0 h 300"/>
                <a:gd name="T46" fmla="*/ 112 w 260"/>
                <a:gd name="T47"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0" h="300">
                  <a:moveTo>
                    <a:pt x="112" y="0"/>
                  </a:moveTo>
                  <a:lnTo>
                    <a:pt x="112" y="0"/>
                  </a:lnTo>
                  <a:lnTo>
                    <a:pt x="124" y="14"/>
                  </a:lnTo>
                  <a:lnTo>
                    <a:pt x="140" y="34"/>
                  </a:lnTo>
                  <a:lnTo>
                    <a:pt x="160" y="58"/>
                  </a:lnTo>
                  <a:lnTo>
                    <a:pt x="182" y="92"/>
                  </a:lnTo>
                  <a:lnTo>
                    <a:pt x="208" y="134"/>
                  </a:lnTo>
                  <a:lnTo>
                    <a:pt x="234" y="182"/>
                  </a:lnTo>
                  <a:lnTo>
                    <a:pt x="260" y="240"/>
                  </a:lnTo>
                  <a:lnTo>
                    <a:pt x="106" y="300"/>
                  </a:lnTo>
                  <a:lnTo>
                    <a:pt x="0" y="118"/>
                  </a:lnTo>
                  <a:lnTo>
                    <a:pt x="0" y="118"/>
                  </a:lnTo>
                  <a:lnTo>
                    <a:pt x="0" y="102"/>
                  </a:lnTo>
                  <a:lnTo>
                    <a:pt x="2" y="84"/>
                  </a:lnTo>
                  <a:lnTo>
                    <a:pt x="8" y="64"/>
                  </a:lnTo>
                  <a:lnTo>
                    <a:pt x="14" y="54"/>
                  </a:lnTo>
                  <a:lnTo>
                    <a:pt x="20" y="44"/>
                  </a:lnTo>
                  <a:lnTo>
                    <a:pt x="30" y="34"/>
                  </a:lnTo>
                  <a:lnTo>
                    <a:pt x="40" y="24"/>
                  </a:lnTo>
                  <a:lnTo>
                    <a:pt x="54" y="16"/>
                  </a:lnTo>
                  <a:lnTo>
                    <a:pt x="70" y="10"/>
                  </a:lnTo>
                  <a:lnTo>
                    <a:pt x="88" y="4"/>
                  </a:lnTo>
                  <a:lnTo>
                    <a:pt x="112" y="0"/>
                  </a:lnTo>
                  <a:lnTo>
                    <a:pt x="11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4" name="Freeform 208"/>
            <p:cNvSpPr>
              <a:spLocks/>
            </p:cNvSpPr>
            <p:nvPr/>
          </p:nvSpPr>
          <p:spPr bwMode="auto">
            <a:xfrm>
              <a:off x="3263446" y="2233386"/>
              <a:ext cx="558800" cy="387350"/>
            </a:xfrm>
            <a:custGeom>
              <a:avLst/>
              <a:gdLst>
                <a:gd name="T0" fmla="*/ 174 w 352"/>
                <a:gd name="T1" fmla="*/ 134 h 244"/>
                <a:gd name="T2" fmla="*/ 154 w 352"/>
                <a:gd name="T3" fmla="*/ 124 h 244"/>
                <a:gd name="T4" fmla="*/ 120 w 352"/>
                <a:gd name="T5" fmla="*/ 116 h 244"/>
                <a:gd name="T6" fmla="*/ 94 w 352"/>
                <a:gd name="T7" fmla="*/ 116 h 244"/>
                <a:gd name="T8" fmla="*/ 66 w 352"/>
                <a:gd name="T9" fmla="*/ 128 h 244"/>
                <a:gd name="T10" fmla="*/ 38 w 352"/>
                <a:gd name="T11" fmla="*/ 152 h 244"/>
                <a:gd name="T12" fmla="*/ 16 w 352"/>
                <a:gd name="T13" fmla="*/ 196 h 244"/>
                <a:gd name="T14" fmla="*/ 6 w 352"/>
                <a:gd name="T15" fmla="*/ 226 h 244"/>
                <a:gd name="T16" fmla="*/ 2 w 352"/>
                <a:gd name="T17" fmla="*/ 198 h 244"/>
                <a:gd name="T18" fmla="*/ 0 w 352"/>
                <a:gd name="T19" fmla="*/ 148 h 244"/>
                <a:gd name="T20" fmla="*/ 8 w 352"/>
                <a:gd name="T21" fmla="*/ 110 h 244"/>
                <a:gd name="T22" fmla="*/ 26 w 352"/>
                <a:gd name="T23" fmla="*/ 72 h 244"/>
                <a:gd name="T24" fmla="*/ 58 w 352"/>
                <a:gd name="T25" fmla="*/ 38 h 244"/>
                <a:gd name="T26" fmla="*/ 108 w 352"/>
                <a:gd name="T27" fmla="*/ 12 h 244"/>
                <a:gd name="T28" fmla="*/ 142 w 352"/>
                <a:gd name="T29" fmla="*/ 2 h 244"/>
                <a:gd name="T30" fmla="*/ 174 w 352"/>
                <a:gd name="T31" fmla="*/ 0 h 244"/>
                <a:gd name="T32" fmla="*/ 228 w 352"/>
                <a:gd name="T33" fmla="*/ 4 h 244"/>
                <a:gd name="T34" fmla="*/ 268 w 352"/>
                <a:gd name="T35" fmla="*/ 14 h 244"/>
                <a:gd name="T36" fmla="*/ 304 w 352"/>
                <a:gd name="T37" fmla="*/ 34 h 244"/>
                <a:gd name="T38" fmla="*/ 334 w 352"/>
                <a:gd name="T39" fmla="*/ 68 h 244"/>
                <a:gd name="T40" fmla="*/ 344 w 352"/>
                <a:gd name="T41" fmla="*/ 90 h 244"/>
                <a:gd name="T42" fmla="*/ 350 w 352"/>
                <a:gd name="T43" fmla="*/ 114 h 244"/>
                <a:gd name="T44" fmla="*/ 352 w 352"/>
                <a:gd name="T45" fmla="*/ 146 h 244"/>
                <a:gd name="T46" fmla="*/ 352 w 352"/>
                <a:gd name="T47" fmla="*/ 178 h 244"/>
                <a:gd name="T48" fmla="*/ 342 w 352"/>
                <a:gd name="T49" fmla="*/ 244 h 244"/>
                <a:gd name="T50" fmla="*/ 340 w 352"/>
                <a:gd name="T51" fmla="*/ 236 h 244"/>
                <a:gd name="T52" fmla="*/ 324 w 352"/>
                <a:gd name="T53" fmla="*/ 186 h 244"/>
                <a:gd name="T54" fmla="*/ 308 w 352"/>
                <a:gd name="T55" fmla="*/ 158 h 244"/>
                <a:gd name="T56" fmla="*/ 286 w 352"/>
                <a:gd name="T57" fmla="*/ 132 h 244"/>
                <a:gd name="T58" fmla="*/ 256 w 352"/>
                <a:gd name="T59" fmla="*/ 116 h 244"/>
                <a:gd name="T60" fmla="*/ 220 w 352"/>
                <a:gd name="T61" fmla="*/ 114 h 244"/>
                <a:gd name="T62" fmla="*/ 174 w 352"/>
                <a:gd name="T63" fmla="*/ 13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2" h="244">
                  <a:moveTo>
                    <a:pt x="174" y="134"/>
                  </a:moveTo>
                  <a:lnTo>
                    <a:pt x="174" y="134"/>
                  </a:lnTo>
                  <a:lnTo>
                    <a:pt x="170" y="132"/>
                  </a:lnTo>
                  <a:lnTo>
                    <a:pt x="154" y="124"/>
                  </a:lnTo>
                  <a:lnTo>
                    <a:pt x="134" y="118"/>
                  </a:lnTo>
                  <a:lnTo>
                    <a:pt x="120" y="116"/>
                  </a:lnTo>
                  <a:lnTo>
                    <a:pt x="108" y="114"/>
                  </a:lnTo>
                  <a:lnTo>
                    <a:pt x="94" y="116"/>
                  </a:lnTo>
                  <a:lnTo>
                    <a:pt x="80" y="120"/>
                  </a:lnTo>
                  <a:lnTo>
                    <a:pt x="66" y="128"/>
                  </a:lnTo>
                  <a:lnTo>
                    <a:pt x="52" y="138"/>
                  </a:lnTo>
                  <a:lnTo>
                    <a:pt x="38" y="152"/>
                  </a:lnTo>
                  <a:lnTo>
                    <a:pt x="26" y="172"/>
                  </a:lnTo>
                  <a:lnTo>
                    <a:pt x="16" y="196"/>
                  </a:lnTo>
                  <a:lnTo>
                    <a:pt x="6" y="226"/>
                  </a:lnTo>
                  <a:lnTo>
                    <a:pt x="6" y="226"/>
                  </a:lnTo>
                  <a:lnTo>
                    <a:pt x="4" y="218"/>
                  </a:lnTo>
                  <a:lnTo>
                    <a:pt x="2" y="198"/>
                  </a:lnTo>
                  <a:lnTo>
                    <a:pt x="0" y="166"/>
                  </a:lnTo>
                  <a:lnTo>
                    <a:pt x="0" y="148"/>
                  </a:lnTo>
                  <a:lnTo>
                    <a:pt x="2" y="130"/>
                  </a:lnTo>
                  <a:lnTo>
                    <a:pt x="8" y="110"/>
                  </a:lnTo>
                  <a:lnTo>
                    <a:pt x="16" y="90"/>
                  </a:lnTo>
                  <a:lnTo>
                    <a:pt x="26" y="72"/>
                  </a:lnTo>
                  <a:lnTo>
                    <a:pt x="40" y="54"/>
                  </a:lnTo>
                  <a:lnTo>
                    <a:pt x="58" y="38"/>
                  </a:lnTo>
                  <a:lnTo>
                    <a:pt x="82" y="24"/>
                  </a:lnTo>
                  <a:lnTo>
                    <a:pt x="108" y="12"/>
                  </a:lnTo>
                  <a:lnTo>
                    <a:pt x="142" y="2"/>
                  </a:lnTo>
                  <a:lnTo>
                    <a:pt x="142" y="2"/>
                  </a:lnTo>
                  <a:lnTo>
                    <a:pt x="150" y="2"/>
                  </a:lnTo>
                  <a:lnTo>
                    <a:pt x="174" y="0"/>
                  </a:lnTo>
                  <a:lnTo>
                    <a:pt x="208" y="2"/>
                  </a:lnTo>
                  <a:lnTo>
                    <a:pt x="228" y="4"/>
                  </a:lnTo>
                  <a:lnTo>
                    <a:pt x="248" y="8"/>
                  </a:lnTo>
                  <a:lnTo>
                    <a:pt x="268" y="14"/>
                  </a:lnTo>
                  <a:lnTo>
                    <a:pt x="286" y="24"/>
                  </a:lnTo>
                  <a:lnTo>
                    <a:pt x="304" y="34"/>
                  </a:lnTo>
                  <a:lnTo>
                    <a:pt x="320" y="50"/>
                  </a:lnTo>
                  <a:lnTo>
                    <a:pt x="334" y="68"/>
                  </a:lnTo>
                  <a:lnTo>
                    <a:pt x="340" y="78"/>
                  </a:lnTo>
                  <a:lnTo>
                    <a:pt x="344" y="90"/>
                  </a:lnTo>
                  <a:lnTo>
                    <a:pt x="348" y="102"/>
                  </a:lnTo>
                  <a:lnTo>
                    <a:pt x="350" y="114"/>
                  </a:lnTo>
                  <a:lnTo>
                    <a:pt x="352" y="130"/>
                  </a:lnTo>
                  <a:lnTo>
                    <a:pt x="352" y="146"/>
                  </a:lnTo>
                  <a:lnTo>
                    <a:pt x="352" y="146"/>
                  </a:lnTo>
                  <a:lnTo>
                    <a:pt x="352" y="178"/>
                  </a:lnTo>
                  <a:lnTo>
                    <a:pt x="348" y="208"/>
                  </a:lnTo>
                  <a:lnTo>
                    <a:pt x="342" y="244"/>
                  </a:lnTo>
                  <a:lnTo>
                    <a:pt x="342" y="244"/>
                  </a:lnTo>
                  <a:lnTo>
                    <a:pt x="340" y="236"/>
                  </a:lnTo>
                  <a:lnTo>
                    <a:pt x="334" y="214"/>
                  </a:lnTo>
                  <a:lnTo>
                    <a:pt x="324" y="186"/>
                  </a:lnTo>
                  <a:lnTo>
                    <a:pt x="318" y="172"/>
                  </a:lnTo>
                  <a:lnTo>
                    <a:pt x="308" y="158"/>
                  </a:lnTo>
                  <a:lnTo>
                    <a:pt x="298" y="144"/>
                  </a:lnTo>
                  <a:lnTo>
                    <a:pt x="286" y="132"/>
                  </a:lnTo>
                  <a:lnTo>
                    <a:pt x="272" y="122"/>
                  </a:lnTo>
                  <a:lnTo>
                    <a:pt x="256" y="116"/>
                  </a:lnTo>
                  <a:lnTo>
                    <a:pt x="240" y="114"/>
                  </a:lnTo>
                  <a:lnTo>
                    <a:pt x="220" y="114"/>
                  </a:lnTo>
                  <a:lnTo>
                    <a:pt x="198" y="122"/>
                  </a:lnTo>
                  <a:lnTo>
                    <a:pt x="174" y="134"/>
                  </a:lnTo>
                  <a:lnTo>
                    <a:pt x="174" y="13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5" name="Freeform 209"/>
            <p:cNvSpPr>
              <a:spLocks/>
            </p:cNvSpPr>
            <p:nvPr/>
          </p:nvSpPr>
          <p:spPr bwMode="auto">
            <a:xfrm>
              <a:off x="3247571" y="2061936"/>
              <a:ext cx="650875" cy="609600"/>
            </a:xfrm>
            <a:custGeom>
              <a:avLst/>
              <a:gdLst>
                <a:gd name="T0" fmla="*/ 352 w 410"/>
                <a:gd name="T1" fmla="*/ 384 h 384"/>
                <a:gd name="T2" fmla="*/ 352 w 410"/>
                <a:gd name="T3" fmla="*/ 360 h 384"/>
                <a:gd name="T4" fmla="*/ 356 w 410"/>
                <a:gd name="T5" fmla="*/ 320 h 384"/>
                <a:gd name="T6" fmla="*/ 374 w 410"/>
                <a:gd name="T7" fmla="*/ 270 h 384"/>
                <a:gd name="T8" fmla="*/ 362 w 410"/>
                <a:gd name="T9" fmla="*/ 254 h 384"/>
                <a:gd name="T10" fmla="*/ 364 w 410"/>
                <a:gd name="T11" fmla="*/ 240 h 384"/>
                <a:gd name="T12" fmla="*/ 368 w 410"/>
                <a:gd name="T13" fmla="*/ 208 h 384"/>
                <a:gd name="T14" fmla="*/ 382 w 410"/>
                <a:gd name="T15" fmla="*/ 174 h 384"/>
                <a:gd name="T16" fmla="*/ 394 w 410"/>
                <a:gd name="T17" fmla="*/ 160 h 384"/>
                <a:gd name="T18" fmla="*/ 410 w 410"/>
                <a:gd name="T19" fmla="*/ 152 h 384"/>
                <a:gd name="T20" fmla="*/ 352 w 410"/>
                <a:gd name="T21" fmla="*/ 194 h 384"/>
                <a:gd name="T22" fmla="*/ 352 w 410"/>
                <a:gd name="T23" fmla="*/ 182 h 384"/>
                <a:gd name="T24" fmla="*/ 358 w 410"/>
                <a:gd name="T25" fmla="*/ 162 h 384"/>
                <a:gd name="T26" fmla="*/ 380 w 410"/>
                <a:gd name="T27" fmla="*/ 130 h 384"/>
                <a:gd name="T28" fmla="*/ 400 w 410"/>
                <a:gd name="T29" fmla="*/ 108 h 384"/>
                <a:gd name="T30" fmla="*/ 366 w 410"/>
                <a:gd name="T31" fmla="*/ 120 h 384"/>
                <a:gd name="T32" fmla="*/ 340 w 410"/>
                <a:gd name="T33" fmla="*/ 132 h 384"/>
                <a:gd name="T34" fmla="*/ 324 w 410"/>
                <a:gd name="T35" fmla="*/ 150 h 384"/>
                <a:gd name="T36" fmla="*/ 320 w 410"/>
                <a:gd name="T37" fmla="*/ 138 h 384"/>
                <a:gd name="T38" fmla="*/ 316 w 410"/>
                <a:gd name="T39" fmla="*/ 108 h 384"/>
                <a:gd name="T40" fmla="*/ 322 w 410"/>
                <a:gd name="T41" fmla="*/ 78 h 384"/>
                <a:gd name="T42" fmla="*/ 334 w 410"/>
                <a:gd name="T43" fmla="*/ 54 h 384"/>
                <a:gd name="T44" fmla="*/ 354 w 410"/>
                <a:gd name="T45" fmla="*/ 30 h 384"/>
                <a:gd name="T46" fmla="*/ 366 w 410"/>
                <a:gd name="T47" fmla="*/ 18 h 384"/>
                <a:gd name="T48" fmla="*/ 342 w 410"/>
                <a:gd name="T49" fmla="*/ 18 h 384"/>
                <a:gd name="T50" fmla="*/ 310 w 410"/>
                <a:gd name="T51" fmla="*/ 30 h 384"/>
                <a:gd name="T52" fmla="*/ 294 w 410"/>
                <a:gd name="T53" fmla="*/ 44 h 384"/>
                <a:gd name="T54" fmla="*/ 278 w 410"/>
                <a:gd name="T55" fmla="*/ 64 h 384"/>
                <a:gd name="T56" fmla="*/ 264 w 410"/>
                <a:gd name="T57" fmla="*/ 92 h 384"/>
                <a:gd name="T58" fmla="*/ 262 w 410"/>
                <a:gd name="T59" fmla="*/ 84 h 384"/>
                <a:gd name="T60" fmla="*/ 256 w 410"/>
                <a:gd name="T61" fmla="*/ 46 h 384"/>
                <a:gd name="T62" fmla="*/ 240 w 410"/>
                <a:gd name="T63" fmla="*/ 16 h 384"/>
                <a:gd name="T64" fmla="*/ 226 w 410"/>
                <a:gd name="T65" fmla="*/ 0 h 384"/>
                <a:gd name="T66" fmla="*/ 236 w 410"/>
                <a:gd name="T67" fmla="*/ 26 h 384"/>
                <a:gd name="T68" fmla="*/ 238 w 410"/>
                <a:gd name="T69" fmla="*/ 50 h 384"/>
                <a:gd name="T70" fmla="*/ 226 w 410"/>
                <a:gd name="T71" fmla="*/ 76 h 384"/>
                <a:gd name="T72" fmla="*/ 220 w 410"/>
                <a:gd name="T73" fmla="*/ 74 h 384"/>
                <a:gd name="T74" fmla="*/ 174 w 410"/>
                <a:gd name="T75" fmla="*/ 66 h 384"/>
                <a:gd name="T76" fmla="*/ 140 w 410"/>
                <a:gd name="T77" fmla="*/ 68 h 384"/>
                <a:gd name="T78" fmla="*/ 104 w 410"/>
                <a:gd name="T79" fmla="*/ 78 h 384"/>
                <a:gd name="T80" fmla="*/ 66 w 410"/>
                <a:gd name="T81" fmla="*/ 96 h 384"/>
                <a:gd name="T82" fmla="*/ 30 w 410"/>
                <a:gd name="T83" fmla="*/ 130 h 384"/>
                <a:gd name="T84" fmla="*/ 0 w 410"/>
                <a:gd name="T85" fmla="*/ 180 h 384"/>
                <a:gd name="T86" fmla="*/ 4 w 410"/>
                <a:gd name="T87" fmla="*/ 176 h 384"/>
                <a:gd name="T88" fmla="*/ 24 w 410"/>
                <a:gd name="T89" fmla="*/ 162 h 384"/>
                <a:gd name="T90" fmla="*/ 42 w 410"/>
                <a:gd name="T91" fmla="*/ 156 h 384"/>
                <a:gd name="T92" fmla="*/ 50 w 410"/>
                <a:gd name="T93" fmla="*/ 158 h 384"/>
                <a:gd name="T94" fmla="*/ 38 w 410"/>
                <a:gd name="T95" fmla="*/ 164 h 384"/>
                <a:gd name="T96" fmla="*/ 20 w 410"/>
                <a:gd name="T97" fmla="*/ 184 h 384"/>
                <a:gd name="T98" fmla="*/ 4 w 410"/>
                <a:gd name="T99" fmla="*/ 224 h 384"/>
                <a:gd name="T100" fmla="*/ 28 w 410"/>
                <a:gd name="T101" fmla="*/ 230 h 384"/>
                <a:gd name="T102" fmla="*/ 260 w 410"/>
                <a:gd name="T103" fmla="*/ 206 h 384"/>
                <a:gd name="T104" fmla="*/ 352 w 410"/>
                <a:gd name="T10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0" h="384">
                  <a:moveTo>
                    <a:pt x="352" y="384"/>
                  </a:moveTo>
                  <a:lnTo>
                    <a:pt x="352" y="384"/>
                  </a:lnTo>
                  <a:lnTo>
                    <a:pt x="352" y="372"/>
                  </a:lnTo>
                  <a:lnTo>
                    <a:pt x="352" y="360"/>
                  </a:lnTo>
                  <a:lnTo>
                    <a:pt x="352" y="342"/>
                  </a:lnTo>
                  <a:lnTo>
                    <a:pt x="356" y="320"/>
                  </a:lnTo>
                  <a:lnTo>
                    <a:pt x="364" y="298"/>
                  </a:lnTo>
                  <a:lnTo>
                    <a:pt x="374" y="270"/>
                  </a:lnTo>
                  <a:lnTo>
                    <a:pt x="392" y="242"/>
                  </a:lnTo>
                  <a:lnTo>
                    <a:pt x="362" y="254"/>
                  </a:lnTo>
                  <a:lnTo>
                    <a:pt x="362" y="254"/>
                  </a:lnTo>
                  <a:lnTo>
                    <a:pt x="364" y="240"/>
                  </a:lnTo>
                  <a:lnTo>
                    <a:pt x="366" y="224"/>
                  </a:lnTo>
                  <a:lnTo>
                    <a:pt x="368" y="208"/>
                  </a:lnTo>
                  <a:lnTo>
                    <a:pt x="374" y="190"/>
                  </a:lnTo>
                  <a:lnTo>
                    <a:pt x="382" y="174"/>
                  </a:lnTo>
                  <a:lnTo>
                    <a:pt x="388" y="166"/>
                  </a:lnTo>
                  <a:lnTo>
                    <a:pt x="394" y="160"/>
                  </a:lnTo>
                  <a:lnTo>
                    <a:pt x="402" y="156"/>
                  </a:lnTo>
                  <a:lnTo>
                    <a:pt x="410" y="152"/>
                  </a:lnTo>
                  <a:lnTo>
                    <a:pt x="352" y="194"/>
                  </a:lnTo>
                  <a:lnTo>
                    <a:pt x="352" y="194"/>
                  </a:lnTo>
                  <a:lnTo>
                    <a:pt x="352" y="188"/>
                  </a:lnTo>
                  <a:lnTo>
                    <a:pt x="352" y="182"/>
                  </a:lnTo>
                  <a:lnTo>
                    <a:pt x="352" y="174"/>
                  </a:lnTo>
                  <a:lnTo>
                    <a:pt x="358" y="162"/>
                  </a:lnTo>
                  <a:lnTo>
                    <a:pt x="366" y="148"/>
                  </a:lnTo>
                  <a:lnTo>
                    <a:pt x="380" y="130"/>
                  </a:lnTo>
                  <a:lnTo>
                    <a:pt x="400" y="108"/>
                  </a:lnTo>
                  <a:lnTo>
                    <a:pt x="400" y="108"/>
                  </a:lnTo>
                  <a:lnTo>
                    <a:pt x="390" y="112"/>
                  </a:lnTo>
                  <a:lnTo>
                    <a:pt x="366" y="120"/>
                  </a:lnTo>
                  <a:lnTo>
                    <a:pt x="352" y="126"/>
                  </a:lnTo>
                  <a:lnTo>
                    <a:pt x="340" y="132"/>
                  </a:lnTo>
                  <a:lnTo>
                    <a:pt x="330" y="140"/>
                  </a:lnTo>
                  <a:lnTo>
                    <a:pt x="324" y="150"/>
                  </a:lnTo>
                  <a:lnTo>
                    <a:pt x="324" y="150"/>
                  </a:lnTo>
                  <a:lnTo>
                    <a:pt x="320" y="138"/>
                  </a:lnTo>
                  <a:lnTo>
                    <a:pt x="316" y="126"/>
                  </a:lnTo>
                  <a:lnTo>
                    <a:pt x="316" y="108"/>
                  </a:lnTo>
                  <a:lnTo>
                    <a:pt x="320" y="88"/>
                  </a:lnTo>
                  <a:lnTo>
                    <a:pt x="322" y="78"/>
                  </a:lnTo>
                  <a:lnTo>
                    <a:pt x="328" y="66"/>
                  </a:lnTo>
                  <a:lnTo>
                    <a:pt x="334" y="54"/>
                  </a:lnTo>
                  <a:lnTo>
                    <a:pt x="342" y="42"/>
                  </a:lnTo>
                  <a:lnTo>
                    <a:pt x="354" y="30"/>
                  </a:lnTo>
                  <a:lnTo>
                    <a:pt x="366" y="18"/>
                  </a:lnTo>
                  <a:lnTo>
                    <a:pt x="366" y="18"/>
                  </a:lnTo>
                  <a:lnTo>
                    <a:pt x="356" y="18"/>
                  </a:lnTo>
                  <a:lnTo>
                    <a:pt x="342" y="18"/>
                  </a:lnTo>
                  <a:lnTo>
                    <a:pt x="328" y="22"/>
                  </a:lnTo>
                  <a:lnTo>
                    <a:pt x="310" y="30"/>
                  </a:lnTo>
                  <a:lnTo>
                    <a:pt x="302" y="36"/>
                  </a:lnTo>
                  <a:lnTo>
                    <a:pt x="294" y="44"/>
                  </a:lnTo>
                  <a:lnTo>
                    <a:pt x="286" y="54"/>
                  </a:lnTo>
                  <a:lnTo>
                    <a:pt x="278" y="64"/>
                  </a:lnTo>
                  <a:lnTo>
                    <a:pt x="270" y="78"/>
                  </a:lnTo>
                  <a:lnTo>
                    <a:pt x="264" y="92"/>
                  </a:lnTo>
                  <a:lnTo>
                    <a:pt x="264" y="92"/>
                  </a:lnTo>
                  <a:lnTo>
                    <a:pt x="262" y="84"/>
                  </a:lnTo>
                  <a:lnTo>
                    <a:pt x="260" y="62"/>
                  </a:lnTo>
                  <a:lnTo>
                    <a:pt x="256" y="46"/>
                  </a:lnTo>
                  <a:lnTo>
                    <a:pt x="248" y="32"/>
                  </a:lnTo>
                  <a:lnTo>
                    <a:pt x="240" y="16"/>
                  </a:lnTo>
                  <a:lnTo>
                    <a:pt x="226" y="0"/>
                  </a:lnTo>
                  <a:lnTo>
                    <a:pt x="226" y="0"/>
                  </a:lnTo>
                  <a:lnTo>
                    <a:pt x="230" y="6"/>
                  </a:lnTo>
                  <a:lnTo>
                    <a:pt x="236" y="26"/>
                  </a:lnTo>
                  <a:lnTo>
                    <a:pt x="238" y="38"/>
                  </a:lnTo>
                  <a:lnTo>
                    <a:pt x="238" y="50"/>
                  </a:lnTo>
                  <a:lnTo>
                    <a:pt x="234" y="64"/>
                  </a:lnTo>
                  <a:lnTo>
                    <a:pt x="226" y="76"/>
                  </a:lnTo>
                  <a:lnTo>
                    <a:pt x="226" y="76"/>
                  </a:lnTo>
                  <a:lnTo>
                    <a:pt x="220" y="74"/>
                  </a:lnTo>
                  <a:lnTo>
                    <a:pt x="202" y="70"/>
                  </a:lnTo>
                  <a:lnTo>
                    <a:pt x="174" y="66"/>
                  </a:lnTo>
                  <a:lnTo>
                    <a:pt x="158" y="66"/>
                  </a:lnTo>
                  <a:lnTo>
                    <a:pt x="140" y="68"/>
                  </a:lnTo>
                  <a:lnTo>
                    <a:pt x="122" y="72"/>
                  </a:lnTo>
                  <a:lnTo>
                    <a:pt x="104" y="78"/>
                  </a:lnTo>
                  <a:lnTo>
                    <a:pt x="84" y="86"/>
                  </a:lnTo>
                  <a:lnTo>
                    <a:pt x="66" y="96"/>
                  </a:lnTo>
                  <a:lnTo>
                    <a:pt x="48" y="112"/>
                  </a:lnTo>
                  <a:lnTo>
                    <a:pt x="30" y="130"/>
                  </a:lnTo>
                  <a:lnTo>
                    <a:pt x="14" y="154"/>
                  </a:lnTo>
                  <a:lnTo>
                    <a:pt x="0" y="180"/>
                  </a:lnTo>
                  <a:lnTo>
                    <a:pt x="0" y="180"/>
                  </a:lnTo>
                  <a:lnTo>
                    <a:pt x="4" y="176"/>
                  </a:lnTo>
                  <a:lnTo>
                    <a:pt x="16" y="168"/>
                  </a:lnTo>
                  <a:lnTo>
                    <a:pt x="24" y="162"/>
                  </a:lnTo>
                  <a:lnTo>
                    <a:pt x="34" y="160"/>
                  </a:lnTo>
                  <a:lnTo>
                    <a:pt x="42" y="156"/>
                  </a:lnTo>
                  <a:lnTo>
                    <a:pt x="50" y="158"/>
                  </a:lnTo>
                  <a:lnTo>
                    <a:pt x="50" y="158"/>
                  </a:lnTo>
                  <a:lnTo>
                    <a:pt x="44" y="160"/>
                  </a:lnTo>
                  <a:lnTo>
                    <a:pt x="38" y="164"/>
                  </a:lnTo>
                  <a:lnTo>
                    <a:pt x="28" y="172"/>
                  </a:lnTo>
                  <a:lnTo>
                    <a:pt x="20" y="184"/>
                  </a:lnTo>
                  <a:lnTo>
                    <a:pt x="12" y="200"/>
                  </a:lnTo>
                  <a:lnTo>
                    <a:pt x="4" y="224"/>
                  </a:lnTo>
                  <a:lnTo>
                    <a:pt x="0" y="256"/>
                  </a:lnTo>
                  <a:lnTo>
                    <a:pt x="28" y="230"/>
                  </a:lnTo>
                  <a:lnTo>
                    <a:pt x="166" y="180"/>
                  </a:lnTo>
                  <a:lnTo>
                    <a:pt x="260" y="206"/>
                  </a:lnTo>
                  <a:lnTo>
                    <a:pt x="308" y="208"/>
                  </a:lnTo>
                  <a:lnTo>
                    <a:pt x="352" y="38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6" name="Freeform 210"/>
            <p:cNvSpPr>
              <a:spLocks/>
            </p:cNvSpPr>
            <p:nvPr/>
          </p:nvSpPr>
          <p:spPr bwMode="auto">
            <a:xfrm>
              <a:off x="3752396" y="2471511"/>
              <a:ext cx="66675" cy="200025"/>
            </a:xfrm>
            <a:custGeom>
              <a:avLst/>
              <a:gdLst>
                <a:gd name="T0" fmla="*/ 0 w 42"/>
                <a:gd name="T1" fmla="*/ 0 h 126"/>
                <a:gd name="T2" fmla="*/ 0 w 42"/>
                <a:gd name="T3" fmla="*/ 0 h 126"/>
                <a:gd name="T4" fmla="*/ 2 w 42"/>
                <a:gd name="T5" fmla="*/ 8 h 126"/>
                <a:gd name="T6" fmla="*/ 6 w 42"/>
                <a:gd name="T7" fmla="*/ 14 h 126"/>
                <a:gd name="T8" fmla="*/ 8 w 42"/>
                <a:gd name="T9" fmla="*/ 24 h 126"/>
                <a:gd name="T10" fmla="*/ 10 w 42"/>
                <a:gd name="T11" fmla="*/ 38 h 126"/>
                <a:gd name="T12" fmla="*/ 10 w 42"/>
                <a:gd name="T13" fmla="*/ 52 h 126"/>
                <a:gd name="T14" fmla="*/ 6 w 42"/>
                <a:gd name="T15" fmla="*/ 68 h 126"/>
                <a:gd name="T16" fmla="*/ 0 w 42"/>
                <a:gd name="T17" fmla="*/ 84 h 126"/>
                <a:gd name="T18" fmla="*/ 0 w 42"/>
                <a:gd name="T19" fmla="*/ 84 h 126"/>
                <a:gd name="T20" fmla="*/ 0 w 42"/>
                <a:gd name="T21" fmla="*/ 88 h 126"/>
                <a:gd name="T22" fmla="*/ 6 w 42"/>
                <a:gd name="T23" fmla="*/ 100 h 126"/>
                <a:gd name="T24" fmla="*/ 18 w 42"/>
                <a:gd name="T25" fmla="*/ 114 h 126"/>
                <a:gd name="T26" fmla="*/ 26 w 42"/>
                <a:gd name="T27" fmla="*/ 120 h 126"/>
                <a:gd name="T28" fmla="*/ 34 w 42"/>
                <a:gd name="T29" fmla="*/ 126 h 126"/>
                <a:gd name="T30" fmla="*/ 42 w 42"/>
                <a:gd name="T31" fmla="*/ 54 h 126"/>
                <a:gd name="T32" fmla="*/ 0 w 42"/>
                <a:gd name="T3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126">
                  <a:moveTo>
                    <a:pt x="0" y="0"/>
                  </a:moveTo>
                  <a:lnTo>
                    <a:pt x="0" y="0"/>
                  </a:lnTo>
                  <a:lnTo>
                    <a:pt x="2" y="8"/>
                  </a:lnTo>
                  <a:lnTo>
                    <a:pt x="6" y="14"/>
                  </a:lnTo>
                  <a:lnTo>
                    <a:pt x="8" y="24"/>
                  </a:lnTo>
                  <a:lnTo>
                    <a:pt x="10" y="38"/>
                  </a:lnTo>
                  <a:lnTo>
                    <a:pt x="10" y="52"/>
                  </a:lnTo>
                  <a:lnTo>
                    <a:pt x="6" y="68"/>
                  </a:lnTo>
                  <a:lnTo>
                    <a:pt x="0" y="84"/>
                  </a:lnTo>
                  <a:lnTo>
                    <a:pt x="0" y="84"/>
                  </a:lnTo>
                  <a:lnTo>
                    <a:pt x="0" y="88"/>
                  </a:lnTo>
                  <a:lnTo>
                    <a:pt x="6" y="100"/>
                  </a:lnTo>
                  <a:lnTo>
                    <a:pt x="18" y="114"/>
                  </a:lnTo>
                  <a:lnTo>
                    <a:pt x="26" y="120"/>
                  </a:lnTo>
                  <a:lnTo>
                    <a:pt x="34" y="126"/>
                  </a:lnTo>
                  <a:lnTo>
                    <a:pt x="42" y="54"/>
                  </a:lnTo>
                  <a:lnTo>
                    <a:pt x="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7" name="Freeform 211"/>
            <p:cNvSpPr>
              <a:spLocks/>
            </p:cNvSpPr>
            <p:nvPr/>
          </p:nvSpPr>
          <p:spPr bwMode="auto">
            <a:xfrm>
              <a:off x="3266621" y="2468336"/>
              <a:ext cx="63500" cy="196850"/>
            </a:xfrm>
            <a:custGeom>
              <a:avLst/>
              <a:gdLst>
                <a:gd name="T0" fmla="*/ 40 w 40"/>
                <a:gd name="T1" fmla="*/ 0 h 124"/>
                <a:gd name="T2" fmla="*/ 40 w 40"/>
                <a:gd name="T3" fmla="*/ 0 h 124"/>
                <a:gd name="T4" fmla="*/ 38 w 40"/>
                <a:gd name="T5" fmla="*/ 6 h 124"/>
                <a:gd name="T6" fmla="*/ 34 w 40"/>
                <a:gd name="T7" fmla="*/ 14 h 124"/>
                <a:gd name="T8" fmla="*/ 32 w 40"/>
                <a:gd name="T9" fmla="*/ 24 h 124"/>
                <a:gd name="T10" fmla="*/ 30 w 40"/>
                <a:gd name="T11" fmla="*/ 36 h 124"/>
                <a:gd name="T12" fmla="*/ 30 w 40"/>
                <a:gd name="T13" fmla="*/ 50 h 124"/>
                <a:gd name="T14" fmla="*/ 34 w 40"/>
                <a:gd name="T15" fmla="*/ 66 h 124"/>
                <a:gd name="T16" fmla="*/ 40 w 40"/>
                <a:gd name="T17" fmla="*/ 82 h 124"/>
                <a:gd name="T18" fmla="*/ 40 w 40"/>
                <a:gd name="T19" fmla="*/ 82 h 124"/>
                <a:gd name="T20" fmla="*/ 38 w 40"/>
                <a:gd name="T21" fmla="*/ 88 h 124"/>
                <a:gd name="T22" fmla="*/ 32 w 40"/>
                <a:gd name="T23" fmla="*/ 98 h 124"/>
                <a:gd name="T24" fmla="*/ 22 w 40"/>
                <a:gd name="T25" fmla="*/ 112 h 124"/>
                <a:gd name="T26" fmla="*/ 14 w 40"/>
                <a:gd name="T27" fmla="*/ 118 h 124"/>
                <a:gd name="T28" fmla="*/ 4 w 40"/>
                <a:gd name="T29" fmla="*/ 124 h 124"/>
                <a:gd name="T30" fmla="*/ 0 w 40"/>
                <a:gd name="T31" fmla="*/ 46 h 124"/>
                <a:gd name="T32" fmla="*/ 40 w 40"/>
                <a:gd name="T3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124">
                  <a:moveTo>
                    <a:pt x="40" y="0"/>
                  </a:moveTo>
                  <a:lnTo>
                    <a:pt x="40" y="0"/>
                  </a:lnTo>
                  <a:lnTo>
                    <a:pt x="38" y="6"/>
                  </a:lnTo>
                  <a:lnTo>
                    <a:pt x="34" y="14"/>
                  </a:lnTo>
                  <a:lnTo>
                    <a:pt x="32" y="24"/>
                  </a:lnTo>
                  <a:lnTo>
                    <a:pt x="30" y="36"/>
                  </a:lnTo>
                  <a:lnTo>
                    <a:pt x="30" y="50"/>
                  </a:lnTo>
                  <a:lnTo>
                    <a:pt x="34" y="66"/>
                  </a:lnTo>
                  <a:lnTo>
                    <a:pt x="40" y="82"/>
                  </a:lnTo>
                  <a:lnTo>
                    <a:pt x="40" y="82"/>
                  </a:lnTo>
                  <a:lnTo>
                    <a:pt x="38" y="88"/>
                  </a:lnTo>
                  <a:lnTo>
                    <a:pt x="32" y="98"/>
                  </a:lnTo>
                  <a:lnTo>
                    <a:pt x="22" y="112"/>
                  </a:lnTo>
                  <a:lnTo>
                    <a:pt x="14" y="118"/>
                  </a:lnTo>
                  <a:lnTo>
                    <a:pt x="4" y="124"/>
                  </a:lnTo>
                  <a:lnTo>
                    <a:pt x="0" y="46"/>
                  </a:lnTo>
                  <a:lnTo>
                    <a:pt x="4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8" name="Freeform 212"/>
            <p:cNvSpPr>
              <a:spLocks/>
            </p:cNvSpPr>
            <p:nvPr/>
          </p:nvSpPr>
          <p:spPr bwMode="auto">
            <a:xfrm>
              <a:off x="3438071" y="3173186"/>
              <a:ext cx="196850" cy="257175"/>
            </a:xfrm>
            <a:custGeom>
              <a:avLst/>
              <a:gdLst>
                <a:gd name="T0" fmla="*/ 0 w 124"/>
                <a:gd name="T1" fmla="*/ 48 h 162"/>
                <a:gd name="T2" fmla="*/ 60 w 124"/>
                <a:gd name="T3" fmla="*/ 162 h 162"/>
                <a:gd name="T4" fmla="*/ 124 w 124"/>
                <a:gd name="T5" fmla="*/ 40 h 162"/>
                <a:gd name="T6" fmla="*/ 68 w 124"/>
                <a:gd name="T7" fmla="*/ 0 h 162"/>
                <a:gd name="T8" fmla="*/ 0 w 124"/>
                <a:gd name="T9" fmla="*/ 48 h 162"/>
              </a:gdLst>
              <a:ahLst/>
              <a:cxnLst>
                <a:cxn ang="0">
                  <a:pos x="T0" y="T1"/>
                </a:cxn>
                <a:cxn ang="0">
                  <a:pos x="T2" y="T3"/>
                </a:cxn>
                <a:cxn ang="0">
                  <a:pos x="T4" y="T5"/>
                </a:cxn>
                <a:cxn ang="0">
                  <a:pos x="T6" y="T7"/>
                </a:cxn>
                <a:cxn ang="0">
                  <a:pos x="T8" y="T9"/>
                </a:cxn>
              </a:cxnLst>
              <a:rect l="0" t="0" r="r" b="b"/>
              <a:pathLst>
                <a:path w="124" h="162">
                  <a:moveTo>
                    <a:pt x="0" y="48"/>
                  </a:moveTo>
                  <a:lnTo>
                    <a:pt x="60" y="162"/>
                  </a:lnTo>
                  <a:lnTo>
                    <a:pt x="124" y="40"/>
                  </a:lnTo>
                  <a:lnTo>
                    <a:pt x="68" y="0"/>
                  </a:lnTo>
                  <a:lnTo>
                    <a:pt x="0" y="48"/>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9" name="Freeform 213"/>
            <p:cNvSpPr>
              <a:spLocks/>
            </p:cNvSpPr>
            <p:nvPr/>
          </p:nvSpPr>
          <p:spPr bwMode="auto">
            <a:xfrm>
              <a:off x="3336471" y="3087461"/>
              <a:ext cx="196850" cy="406400"/>
            </a:xfrm>
            <a:custGeom>
              <a:avLst/>
              <a:gdLst>
                <a:gd name="T0" fmla="*/ 20 w 124"/>
                <a:gd name="T1" fmla="*/ 0 h 256"/>
                <a:gd name="T2" fmla="*/ 124 w 124"/>
                <a:gd name="T3" fmla="*/ 216 h 256"/>
                <a:gd name="T4" fmla="*/ 124 w 124"/>
                <a:gd name="T5" fmla="*/ 256 h 256"/>
                <a:gd name="T6" fmla="*/ 0 w 124"/>
                <a:gd name="T7" fmla="*/ 4 h 256"/>
                <a:gd name="T8" fmla="*/ 20 w 124"/>
                <a:gd name="T9" fmla="*/ 0 h 256"/>
              </a:gdLst>
              <a:ahLst/>
              <a:cxnLst>
                <a:cxn ang="0">
                  <a:pos x="T0" y="T1"/>
                </a:cxn>
                <a:cxn ang="0">
                  <a:pos x="T2" y="T3"/>
                </a:cxn>
                <a:cxn ang="0">
                  <a:pos x="T4" y="T5"/>
                </a:cxn>
                <a:cxn ang="0">
                  <a:pos x="T6" y="T7"/>
                </a:cxn>
                <a:cxn ang="0">
                  <a:pos x="T8" y="T9"/>
                </a:cxn>
              </a:cxnLst>
              <a:rect l="0" t="0" r="r" b="b"/>
              <a:pathLst>
                <a:path w="124" h="256">
                  <a:moveTo>
                    <a:pt x="20" y="0"/>
                  </a:moveTo>
                  <a:lnTo>
                    <a:pt x="124" y="216"/>
                  </a:lnTo>
                  <a:lnTo>
                    <a:pt x="124" y="256"/>
                  </a:lnTo>
                  <a:lnTo>
                    <a:pt x="0" y="4"/>
                  </a:lnTo>
                  <a:lnTo>
                    <a:pt x="2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0" name="Freeform 214"/>
            <p:cNvSpPr>
              <a:spLocks/>
            </p:cNvSpPr>
            <p:nvPr/>
          </p:nvSpPr>
          <p:spPr bwMode="auto">
            <a:xfrm>
              <a:off x="3533321" y="3087461"/>
              <a:ext cx="200025" cy="406400"/>
            </a:xfrm>
            <a:custGeom>
              <a:avLst/>
              <a:gdLst>
                <a:gd name="T0" fmla="*/ 106 w 126"/>
                <a:gd name="T1" fmla="*/ 0 h 256"/>
                <a:gd name="T2" fmla="*/ 0 w 126"/>
                <a:gd name="T3" fmla="*/ 216 h 256"/>
                <a:gd name="T4" fmla="*/ 0 w 126"/>
                <a:gd name="T5" fmla="*/ 256 h 256"/>
                <a:gd name="T6" fmla="*/ 126 w 126"/>
                <a:gd name="T7" fmla="*/ 4 h 256"/>
                <a:gd name="T8" fmla="*/ 106 w 126"/>
                <a:gd name="T9" fmla="*/ 0 h 256"/>
              </a:gdLst>
              <a:ahLst/>
              <a:cxnLst>
                <a:cxn ang="0">
                  <a:pos x="T0" y="T1"/>
                </a:cxn>
                <a:cxn ang="0">
                  <a:pos x="T2" y="T3"/>
                </a:cxn>
                <a:cxn ang="0">
                  <a:pos x="T4" y="T5"/>
                </a:cxn>
                <a:cxn ang="0">
                  <a:pos x="T6" y="T7"/>
                </a:cxn>
                <a:cxn ang="0">
                  <a:pos x="T8" y="T9"/>
                </a:cxn>
              </a:cxnLst>
              <a:rect l="0" t="0" r="r" b="b"/>
              <a:pathLst>
                <a:path w="126" h="256">
                  <a:moveTo>
                    <a:pt x="106" y="0"/>
                  </a:moveTo>
                  <a:lnTo>
                    <a:pt x="0" y="216"/>
                  </a:lnTo>
                  <a:lnTo>
                    <a:pt x="0" y="256"/>
                  </a:lnTo>
                  <a:lnTo>
                    <a:pt x="126" y="4"/>
                  </a:lnTo>
                  <a:lnTo>
                    <a:pt x="106"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1" name="Freeform 215"/>
            <p:cNvSpPr>
              <a:spLocks/>
            </p:cNvSpPr>
            <p:nvPr/>
          </p:nvSpPr>
          <p:spPr bwMode="auto">
            <a:xfrm>
              <a:off x="3345996" y="3055711"/>
              <a:ext cx="200025" cy="234950"/>
            </a:xfrm>
            <a:custGeom>
              <a:avLst/>
              <a:gdLst>
                <a:gd name="T0" fmla="*/ 0 w 126"/>
                <a:gd name="T1" fmla="*/ 16 h 148"/>
                <a:gd name="T2" fmla="*/ 72 w 126"/>
                <a:gd name="T3" fmla="*/ 0 h 148"/>
                <a:gd name="T4" fmla="*/ 126 w 126"/>
                <a:gd name="T5" fmla="*/ 74 h 148"/>
                <a:gd name="T6" fmla="*/ 22 w 126"/>
                <a:gd name="T7" fmla="*/ 148 h 148"/>
                <a:gd name="T8" fmla="*/ 0 w 126"/>
                <a:gd name="T9" fmla="*/ 16 h 148"/>
              </a:gdLst>
              <a:ahLst/>
              <a:cxnLst>
                <a:cxn ang="0">
                  <a:pos x="T0" y="T1"/>
                </a:cxn>
                <a:cxn ang="0">
                  <a:pos x="T2" y="T3"/>
                </a:cxn>
                <a:cxn ang="0">
                  <a:pos x="T4" y="T5"/>
                </a:cxn>
                <a:cxn ang="0">
                  <a:pos x="T6" y="T7"/>
                </a:cxn>
                <a:cxn ang="0">
                  <a:pos x="T8" y="T9"/>
                </a:cxn>
              </a:cxnLst>
              <a:rect l="0" t="0" r="r" b="b"/>
              <a:pathLst>
                <a:path w="126" h="148">
                  <a:moveTo>
                    <a:pt x="0" y="16"/>
                  </a:moveTo>
                  <a:lnTo>
                    <a:pt x="72" y="0"/>
                  </a:lnTo>
                  <a:lnTo>
                    <a:pt x="126" y="74"/>
                  </a:lnTo>
                  <a:lnTo>
                    <a:pt x="22" y="148"/>
                  </a:lnTo>
                  <a:lnTo>
                    <a:pt x="0"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2" name="Freeform 216"/>
            <p:cNvSpPr>
              <a:spLocks/>
            </p:cNvSpPr>
            <p:nvPr/>
          </p:nvSpPr>
          <p:spPr bwMode="auto">
            <a:xfrm>
              <a:off x="3546021" y="3055711"/>
              <a:ext cx="200025" cy="234950"/>
            </a:xfrm>
            <a:custGeom>
              <a:avLst/>
              <a:gdLst>
                <a:gd name="T0" fmla="*/ 126 w 126"/>
                <a:gd name="T1" fmla="*/ 16 h 148"/>
                <a:gd name="T2" fmla="*/ 46 w 126"/>
                <a:gd name="T3" fmla="*/ 0 h 148"/>
                <a:gd name="T4" fmla="*/ 0 w 126"/>
                <a:gd name="T5" fmla="*/ 74 h 148"/>
                <a:gd name="T6" fmla="*/ 102 w 126"/>
                <a:gd name="T7" fmla="*/ 148 h 148"/>
                <a:gd name="T8" fmla="*/ 126 w 126"/>
                <a:gd name="T9" fmla="*/ 16 h 148"/>
              </a:gdLst>
              <a:ahLst/>
              <a:cxnLst>
                <a:cxn ang="0">
                  <a:pos x="T0" y="T1"/>
                </a:cxn>
                <a:cxn ang="0">
                  <a:pos x="T2" y="T3"/>
                </a:cxn>
                <a:cxn ang="0">
                  <a:pos x="T4" y="T5"/>
                </a:cxn>
                <a:cxn ang="0">
                  <a:pos x="T6" y="T7"/>
                </a:cxn>
                <a:cxn ang="0">
                  <a:pos x="T8" y="T9"/>
                </a:cxn>
              </a:cxnLst>
              <a:rect l="0" t="0" r="r" b="b"/>
              <a:pathLst>
                <a:path w="126" h="148">
                  <a:moveTo>
                    <a:pt x="126" y="16"/>
                  </a:moveTo>
                  <a:lnTo>
                    <a:pt x="46" y="0"/>
                  </a:lnTo>
                  <a:lnTo>
                    <a:pt x="0" y="74"/>
                  </a:lnTo>
                  <a:lnTo>
                    <a:pt x="102" y="148"/>
                  </a:lnTo>
                  <a:lnTo>
                    <a:pt x="126"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3" name="Freeform 217"/>
            <p:cNvSpPr>
              <a:spLocks noEditPoints="1"/>
            </p:cNvSpPr>
            <p:nvPr/>
          </p:nvSpPr>
          <p:spPr bwMode="auto">
            <a:xfrm>
              <a:off x="3342821" y="2573111"/>
              <a:ext cx="177800" cy="149225"/>
            </a:xfrm>
            <a:custGeom>
              <a:avLst/>
              <a:gdLst>
                <a:gd name="T0" fmla="*/ 56 w 112"/>
                <a:gd name="T1" fmla="*/ 0 h 94"/>
                <a:gd name="T2" fmla="*/ 24 w 112"/>
                <a:gd name="T3" fmla="*/ 4 h 94"/>
                <a:gd name="T4" fmla="*/ 10 w 112"/>
                <a:gd name="T5" fmla="*/ 12 h 94"/>
                <a:gd name="T6" fmla="*/ 2 w 112"/>
                <a:gd name="T7" fmla="*/ 30 h 94"/>
                <a:gd name="T8" fmla="*/ 0 w 112"/>
                <a:gd name="T9" fmla="*/ 44 h 94"/>
                <a:gd name="T10" fmla="*/ 6 w 112"/>
                <a:gd name="T11" fmla="*/ 62 h 94"/>
                <a:gd name="T12" fmla="*/ 14 w 112"/>
                <a:gd name="T13" fmla="*/ 78 h 94"/>
                <a:gd name="T14" fmla="*/ 30 w 112"/>
                <a:gd name="T15" fmla="*/ 88 h 94"/>
                <a:gd name="T16" fmla="*/ 50 w 112"/>
                <a:gd name="T17" fmla="*/ 94 h 94"/>
                <a:gd name="T18" fmla="*/ 60 w 112"/>
                <a:gd name="T19" fmla="*/ 92 h 94"/>
                <a:gd name="T20" fmla="*/ 78 w 112"/>
                <a:gd name="T21" fmla="*/ 88 h 94"/>
                <a:gd name="T22" fmla="*/ 94 w 112"/>
                <a:gd name="T23" fmla="*/ 76 h 94"/>
                <a:gd name="T24" fmla="*/ 104 w 112"/>
                <a:gd name="T25" fmla="*/ 60 h 94"/>
                <a:gd name="T26" fmla="*/ 108 w 112"/>
                <a:gd name="T27" fmla="*/ 50 h 94"/>
                <a:gd name="T28" fmla="*/ 112 w 112"/>
                <a:gd name="T29" fmla="*/ 24 h 94"/>
                <a:gd name="T30" fmla="*/ 104 w 112"/>
                <a:gd name="T31" fmla="*/ 10 h 94"/>
                <a:gd name="T32" fmla="*/ 78 w 112"/>
                <a:gd name="T33" fmla="*/ 2 h 94"/>
                <a:gd name="T34" fmla="*/ 56 w 112"/>
                <a:gd name="T35" fmla="*/ 0 h 94"/>
                <a:gd name="T36" fmla="*/ 102 w 112"/>
                <a:gd name="T37" fmla="*/ 50 h 94"/>
                <a:gd name="T38" fmla="*/ 94 w 112"/>
                <a:gd name="T39" fmla="*/ 66 h 94"/>
                <a:gd name="T40" fmla="*/ 82 w 112"/>
                <a:gd name="T41" fmla="*/ 78 h 94"/>
                <a:gd name="T42" fmla="*/ 68 w 112"/>
                <a:gd name="T43" fmla="*/ 84 h 94"/>
                <a:gd name="T44" fmla="*/ 50 w 112"/>
                <a:gd name="T45" fmla="*/ 86 h 94"/>
                <a:gd name="T46" fmla="*/ 42 w 112"/>
                <a:gd name="T47" fmla="*/ 86 h 94"/>
                <a:gd name="T48" fmla="*/ 26 w 112"/>
                <a:gd name="T49" fmla="*/ 78 h 94"/>
                <a:gd name="T50" fmla="*/ 16 w 112"/>
                <a:gd name="T51" fmla="*/ 66 h 94"/>
                <a:gd name="T52" fmla="*/ 10 w 112"/>
                <a:gd name="T53" fmla="*/ 52 h 94"/>
                <a:gd name="T54" fmla="*/ 8 w 112"/>
                <a:gd name="T55" fmla="*/ 44 h 94"/>
                <a:gd name="T56" fmla="*/ 12 w 112"/>
                <a:gd name="T57" fmla="*/ 22 h 94"/>
                <a:gd name="T58" fmla="*/ 22 w 112"/>
                <a:gd name="T59" fmla="*/ 12 h 94"/>
                <a:gd name="T60" fmla="*/ 38 w 112"/>
                <a:gd name="T61" fmla="*/ 8 h 94"/>
                <a:gd name="T62" fmla="*/ 56 w 112"/>
                <a:gd name="T63" fmla="*/ 8 h 94"/>
                <a:gd name="T64" fmla="*/ 88 w 112"/>
                <a:gd name="T65" fmla="*/ 12 h 94"/>
                <a:gd name="T66" fmla="*/ 102 w 112"/>
                <a:gd name="T67" fmla="*/ 22 h 94"/>
                <a:gd name="T68" fmla="*/ 104 w 112"/>
                <a:gd name="T69" fmla="*/ 36 h 94"/>
                <a:gd name="T70" fmla="*/ 102 w 112"/>
                <a:gd name="T71" fmla="*/ 5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56" y="0"/>
                  </a:moveTo>
                  <a:lnTo>
                    <a:pt x="56" y="0"/>
                  </a:lnTo>
                  <a:lnTo>
                    <a:pt x="34" y="2"/>
                  </a:lnTo>
                  <a:lnTo>
                    <a:pt x="24" y="4"/>
                  </a:lnTo>
                  <a:lnTo>
                    <a:pt x="16" y="6"/>
                  </a:lnTo>
                  <a:lnTo>
                    <a:pt x="10" y="12"/>
                  </a:lnTo>
                  <a:lnTo>
                    <a:pt x="4" y="18"/>
                  </a:lnTo>
                  <a:lnTo>
                    <a:pt x="2" y="30"/>
                  </a:lnTo>
                  <a:lnTo>
                    <a:pt x="0" y="44"/>
                  </a:lnTo>
                  <a:lnTo>
                    <a:pt x="0" y="44"/>
                  </a:lnTo>
                  <a:lnTo>
                    <a:pt x="2" y="52"/>
                  </a:lnTo>
                  <a:lnTo>
                    <a:pt x="6" y="62"/>
                  </a:lnTo>
                  <a:lnTo>
                    <a:pt x="10" y="70"/>
                  </a:lnTo>
                  <a:lnTo>
                    <a:pt x="14" y="78"/>
                  </a:lnTo>
                  <a:lnTo>
                    <a:pt x="22" y="84"/>
                  </a:lnTo>
                  <a:lnTo>
                    <a:pt x="30" y="88"/>
                  </a:lnTo>
                  <a:lnTo>
                    <a:pt x="38" y="92"/>
                  </a:lnTo>
                  <a:lnTo>
                    <a:pt x="50" y="94"/>
                  </a:lnTo>
                  <a:lnTo>
                    <a:pt x="50" y="94"/>
                  </a:lnTo>
                  <a:lnTo>
                    <a:pt x="60" y="92"/>
                  </a:lnTo>
                  <a:lnTo>
                    <a:pt x="70" y="90"/>
                  </a:lnTo>
                  <a:lnTo>
                    <a:pt x="78" y="88"/>
                  </a:lnTo>
                  <a:lnTo>
                    <a:pt x="86" y="82"/>
                  </a:lnTo>
                  <a:lnTo>
                    <a:pt x="94" y="76"/>
                  </a:lnTo>
                  <a:lnTo>
                    <a:pt x="100" y="68"/>
                  </a:lnTo>
                  <a:lnTo>
                    <a:pt x="104" y="60"/>
                  </a:lnTo>
                  <a:lnTo>
                    <a:pt x="108" y="50"/>
                  </a:lnTo>
                  <a:lnTo>
                    <a:pt x="108" y="50"/>
                  </a:lnTo>
                  <a:lnTo>
                    <a:pt x="112" y="34"/>
                  </a:lnTo>
                  <a:lnTo>
                    <a:pt x="112" y="24"/>
                  </a:lnTo>
                  <a:lnTo>
                    <a:pt x="110" y="18"/>
                  </a:lnTo>
                  <a:lnTo>
                    <a:pt x="104" y="10"/>
                  </a:lnTo>
                  <a:lnTo>
                    <a:pt x="94" y="6"/>
                  </a:lnTo>
                  <a:lnTo>
                    <a:pt x="78" y="2"/>
                  </a:lnTo>
                  <a:lnTo>
                    <a:pt x="56" y="0"/>
                  </a:lnTo>
                  <a:lnTo>
                    <a:pt x="56" y="0"/>
                  </a:lnTo>
                  <a:close/>
                  <a:moveTo>
                    <a:pt x="102" y="50"/>
                  </a:moveTo>
                  <a:lnTo>
                    <a:pt x="102" y="50"/>
                  </a:lnTo>
                  <a:lnTo>
                    <a:pt x="98" y="58"/>
                  </a:lnTo>
                  <a:lnTo>
                    <a:pt x="94" y="66"/>
                  </a:lnTo>
                  <a:lnTo>
                    <a:pt x="88" y="72"/>
                  </a:lnTo>
                  <a:lnTo>
                    <a:pt x="82" y="78"/>
                  </a:lnTo>
                  <a:lnTo>
                    <a:pt x="74" y="82"/>
                  </a:lnTo>
                  <a:lnTo>
                    <a:pt x="68" y="84"/>
                  </a:lnTo>
                  <a:lnTo>
                    <a:pt x="58" y="86"/>
                  </a:lnTo>
                  <a:lnTo>
                    <a:pt x="50" y="86"/>
                  </a:lnTo>
                  <a:lnTo>
                    <a:pt x="50" y="86"/>
                  </a:lnTo>
                  <a:lnTo>
                    <a:pt x="42" y="86"/>
                  </a:lnTo>
                  <a:lnTo>
                    <a:pt x="34" y="82"/>
                  </a:lnTo>
                  <a:lnTo>
                    <a:pt x="26" y="78"/>
                  </a:lnTo>
                  <a:lnTo>
                    <a:pt x="20" y="74"/>
                  </a:lnTo>
                  <a:lnTo>
                    <a:pt x="16" y="66"/>
                  </a:lnTo>
                  <a:lnTo>
                    <a:pt x="12" y="60"/>
                  </a:lnTo>
                  <a:lnTo>
                    <a:pt x="10" y="52"/>
                  </a:lnTo>
                  <a:lnTo>
                    <a:pt x="8" y="44"/>
                  </a:lnTo>
                  <a:lnTo>
                    <a:pt x="8" y="44"/>
                  </a:lnTo>
                  <a:lnTo>
                    <a:pt x="8" y="32"/>
                  </a:lnTo>
                  <a:lnTo>
                    <a:pt x="12" y="22"/>
                  </a:lnTo>
                  <a:lnTo>
                    <a:pt x="16" y="16"/>
                  </a:lnTo>
                  <a:lnTo>
                    <a:pt x="22" y="12"/>
                  </a:lnTo>
                  <a:lnTo>
                    <a:pt x="30" y="10"/>
                  </a:lnTo>
                  <a:lnTo>
                    <a:pt x="38" y="8"/>
                  </a:lnTo>
                  <a:lnTo>
                    <a:pt x="56" y="8"/>
                  </a:lnTo>
                  <a:lnTo>
                    <a:pt x="56" y="8"/>
                  </a:lnTo>
                  <a:lnTo>
                    <a:pt x="74" y="8"/>
                  </a:lnTo>
                  <a:lnTo>
                    <a:pt x="88" y="12"/>
                  </a:lnTo>
                  <a:lnTo>
                    <a:pt x="98" y="16"/>
                  </a:lnTo>
                  <a:lnTo>
                    <a:pt x="102" y="22"/>
                  </a:lnTo>
                  <a:lnTo>
                    <a:pt x="104" y="28"/>
                  </a:lnTo>
                  <a:lnTo>
                    <a:pt x="104" y="36"/>
                  </a:lnTo>
                  <a:lnTo>
                    <a:pt x="102" y="50"/>
                  </a:lnTo>
                  <a:lnTo>
                    <a:pt x="102" y="5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4" name="Freeform 218"/>
            <p:cNvSpPr>
              <a:spLocks noEditPoints="1"/>
            </p:cNvSpPr>
            <p:nvPr/>
          </p:nvSpPr>
          <p:spPr bwMode="auto">
            <a:xfrm>
              <a:off x="3555546" y="2573111"/>
              <a:ext cx="177800" cy="149225"/>
            </a:xfrm>
            <a:custGeom>
              <a:avLst/>
              <a:gdLst>
                <a:gd name="T0" fmla="*/ 6 w 112"/>
                <a:gd name="T1" fmla="*/ 54 h 94"/>
                <a:gd name="T2" fmla="*/ 16 w 112"/>
                <a:gd name="T3" fmla="*/ 70 h 94"/>
                <a:gd name="T4" fmla="*/ 30 w 112"/>
                <a:gd name="T5" fmla="*/ 84 h 94"/>
                <a:gd name="T6" fmla="*/ 46 w 112"/>
                <a:gd name="T7" fmla="*/ 92 h 94"/>
                <a:gd name="T8" fmla="*/ 66 w 112"/>
                <a:gd name="T9" fmla="*/ 92 h 94"/>
                <a:gd name="T10" fmla="*/ 78 w 112"/>
                <a:gd name="T11" fmla="*/ 90 h 94"/>
                <a:gd name="T12" fmla="*/ 94 w 112"/>
                <a:gd name="T13" fmla="*/ 82 h 94"/>
                <a:gd name="T14" fmla="*/ 106 w 112"/>
                <a:gd name="T15" fmla="*/ 68 h 94"/>
                <a:gd name="T16" fmla="*/ 112 w 112"/>
                <a:gd name="T17" fmla="*/ 50 h 94"/>
                <a:gd name="T18" fmla="*/ 112 w 112"/>
                <a:gd name="T19" fmla="*/ 42 h 94"/>
                <a:gd name="T20" fmla="*/ 108 w 112"/>
                <a:gd name="T21" fmla="*/ 16 h 94"/>
                <a:gd name="T22" fmla="*/ 96 w 112"/>
                <a:gd name="T23" fmla="*/ 4 h 94"/>
                <a:gd name="T24" fmla="*/ 78 w 112"/>
                <a:gd name="T25" fmla="*/ 0 h 94"/>
                <a:gd name="T26" fmla="*/ 56 w 112"/>
                <a:gd name="T27" fmla="*/ 0 h 94"/>
                <a:gd name="T28" fmla="*/ 18 w 112"/>
                <a:gd name="T29" fmla="*/ 8 h 94"/>
                <a:gd name="T30" fmla="*/ 2 w 112"/>
                <a:gd name="T31" fmla="*/ 20 h 94"/>
                <a:gd name="T32" fmla="*/ 2 w 112"/>
                <a:gd name="T33" fmla="*/ 36 h 94"/>
                <a:gd name="T34" fmla="*/ 6 w 112"/>
                <a:gd name="T35" fmla="*/ 54 h 94"/>
                <a:gd name="T36" fmla="*/ 56 w 112"/>
                <a:gd name="T37" fmla="*/ 8 h 94"/>
                <a:gd name="T38" fmla="*/ 84 w 112"/>
                <a:gd name="T39" fmla="*/ 8 h 94"/>
                <a:gd name="T40" fmla="*/ 96 w 112"/>
                <a:gd name="T41" fmla="*/ 14 h 94"/>
                <a:gd name="T42" fmla="*/ 104 w 112"/>
                <a:gd name="T43" fmla="*/ 30 h 94"/>
                <a:gd name="T44" fmla="*/ 106 w 112"/>
                <a:gd name="T45" fmla="*/ 42 h 94"/>
                <a:gd name="T46" fmla="*/ 102 w 112"/>
                <a:gd name="T47" fmla="*/ 58 h 94"/>
                <a:gd name="T48" fmla="*/ 94 w 112"/>
                <a:gd name="T49" fmla="*/ 72 h 94"/>
                <a:gd name="T50" fmla="*/ 82 w 112"/>
                <a:gd name="T51" fmla="*/ 82 h 94"/>
                <a:gd name="T52" fmla="*/ 66 w 112"/>
                <a:gd name="T53" fmla="*/ 86 h 94"/>
                <a:gd name="T54" fmla="*/ 56 w 112"/>
                <a:gd name="T55" fmla="*/ 86 h 94"/>
                <a:gd name="T56" fmla="*/ 40 w 112"/>
                <a:gd name="T57" fmla="*/ 82 h 94"/>
                <a:gd name="T58" fmla="*/ 26 w 112"/>
                <a:gd name="T59" fmla="*/ 74 h 94"/>
                <a:gd name="T60" fmla="*/ 16 w 112"/>
                <a:gd name="T61" fmla="*/ 60 h 94"/>
                <a:gd name="T62" fmla="*/ 14 w 112"/>
                <a:gd name="T63" fmla="*/ 52 h 94"/>
                <a:gd name="T64" fmla="*/ 8 w 112"/>
                <a:gd name="T65" fmla="*/ 30 h 94"/>
                <a:gd name="T66" fmla="*/ 16 w 112"/>
                <a:gd name="T67" fmla="*/ 18 h 94"/>
                <a:gd name="T68" fmla="*/ 38 w 112"/>
                <a:gd name="T69" fmla="*/ 10 h 94"/>
                <a:gd name="T70" fmla="*/ 56 w 112"/>
                <a:gd name="T71" fmla="*/ 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6" y="54"/>
                  </a:moveTo>
                  <a:lnTo>
                    <a:pt x="6" y="54"/>
                  </a:lnTo>
                  <a:lnTo>
                    <a:pt x="10" y="62"/>
                  </a:lnTo>
                  <a:lnTo>
                    <a:pt x="16" y="70"/>
                  </a:lnTo>
                  <a:lnTo>
                    <a:pt x="22" y="78"/>
                  </a:lnTo>
                  <a:lnTo>
                    <a:pt x="30" y="84"/>
                  </a:lnTo>
                  <a:lnTo>
                    <a:pt x="38" y="88"/>
                  </a:lnTo>
                  <a:lnTo>
                    <a:pt x="46" y="92"/>
                  </a:lnTo>
                  <a:lnTo>
                    <a:pt x="56" y="94"/>
                  </a:lnTo>
                  <a:lnTo>
                    <a:pt x="66" y="92"/>
                  </a:lnTo>
                  <a:lnTo>
                    <a:pt x="66" y="92"/>
                  </a:lnTo>
                  <a:lnTo>
                    <a:pt x="78" y="90"/>
                  </a:lnTo>
                  <a:lnTo>
                    <a:pt x="86" y="88"/>
                  </a:lnTo>
                  <a:lnTo>
                    <a:pt x="94" y="82"/>
                  </a:lnTo>
                  <a:lnTo>
                    <a:pt x="100" y="76"/>
                  </a:lnTo>
                  <a:lnTo>
                    <a:pt x="106" y="68"/>
                  </a:lnTo>
                  <a:lnTo>
                    <a:pt x="110" y="60"/>
                  </a:lnTo>
                  <a:lnTo>
                    <a:pt x="112" y="50"/>
                  </a:lnTo>
                  <a:lnTo>
                    <a:pt x="112" y="42"/>
                  </a:lnTo>
                  <a:lnTo>
                    <a:pt x="112" y="42"/>
                  </a:lnTo>
                  <a:lnTo>
                    <a:pt x="112" y="26"/>
                  </a:lnTo>
                  <a:lnTo>
                    <a:pt x="108" y="16"/>
                  </a:lnTo>
                  <a:lnTo>
                    <a:pt x="102" y="10"/>
                  </a:lnTo>
                  <a:lnTo>
                    <a:pt x="96" y="4"/>
                  </a:lnTo>
                  <a:lnTo>
                    <a:pt x="88" y="2"/>
                  </a:lnTo>
                  <a:lnTo>
                    <a:pt x="78" y="0"/>
                  </a:lnTo>
                  <a:lnTo>
                    <a:pt x="56" y="0"/>
                  </a:lnTo>
                  <a:lnTo>
                    <a:pt x="56" y="0"/>
                  </a:lnTo>
                  <a:lnTo>
                    <a:pt x="34" y="4"/>
                  </a:lnTo>
                  <a:lnTo>
                    <a:pt x="18" y="8"/>
                  </a:lnTo>
                  <a:lnTo>
                    <a:pt x="8" y="12"/>
                  </a:lnTo>
                  <a:lnTo>
                    <a:pt x="2" y="20"/>
                  </a:lnTo>
                  <a:lnTo>
                    <a:pt x="0" y="28"/>
                  </a:lnTo>
                  <a:lnTo>
                    <a:pt x="2" y="36"/>
                  </a:lnTo>
                  <a:lnTo>
                    <a:pt x="6" y="54"/>
                  </a:lnTo>
                  <a:lnTo>
                    <a:pt x="6" y="54"/>
                  </a:lnTo>
                  <a:close/>
                  <a:moveTo>
                    <a:pt x="56" y="8"/>
                  </a:moveTo>
                  <a:lnTo>
                    <a:pt x="56" y="8"/>
                  </a:lnTo>
                  <a:lnTo>
                    <a:pt x="74" y="8"/>
                  </a:lnTo>
                  <a:lnTo>
                    <a:pt x="84" y="8"/>
                  </a:lnTo>
                  <a:lnTo>
                    <a:pt x="90" y="10"/>
                  </a:lnTo>
                  <a:lnTo>
                    <a:pt x="96" y="14"/>
                  </a:lnTo>
                  <a:lnTo>
                    <a:pt x="102" y="20"/>
                  </a:lnTo>
                  <a:lnTo>
                    <a:pt x="104" y="30"/>
                  </a:lnTo>
                  <a:lnTo>
                    <a:pt x="106" y="42"/>
                  </a:lnTo>
                  <a:lnTo>
                    <a:pt x="106" y="42"/>
                  </a:lnTo>
                  <a:lnTo>
                    <a:pt x="104" y="50"/>
                  </a:lnTo>
                  <a:lnTo>
                    <a:pt x="102" y="58"/>
                  </a:lnTo>
                  <a:lnTo>
                    <a:pt x="100" y="66"/>
                  </a:lnTo>
                  <a:lnTo>
                    <a:pt x="94" y="72"/>
                  </a:lnTo>
                  <a:lnTo>
                    <a:pt x="88" y="78"/>
                  </a:lnTo>
                  <a:lnTo>
                    <a:pt x="82" y="82"/>
                  </a:lnTo>
                  <a:lnTo>
                    <a:pt x="74" y="84"/>
                  </a:lnTo>
                  <a:lnTo>
                    <a:pt x="66" y="86"/>
                  </a:lnTo>
                  <a:lnTo>
                    <a:pt x="66" y="86"/>
                  </a:lnTo>
                  <a:lnTo>
                    <a:pt x="56" y="86"/>
                  </a:lnTo>
                  <a:lnTo>
                    <a:pt x="48" y="86"/>
                  </a:lnTo>
                  <a:lnTo>
                    <a:pt x="40" y="82"/>
                  </a:lnTo>
                  <a:lnTo>
                    <a:pt x="34" y="78"/>
                  </a:lnTo>
                  <a:lnTo>
                    <a:pt x="26" y="74"/>
                  </a:lnTo>
                  <a:lnTo>
                    <a:pt x="22" y="68"/>
                  </a:lnTo>
                  <a:lnTo>
                    <a:pt x="16" y="60"/>
                  </a:lnTo>
                  <a:lnTo>
                    <a:pt x="14" y="52"/>
                  </a:lnTo>
                  <a:lnTo>
                    <a:pt x="14" y="52"/>
                  </a:lnTo>
                  <a:lnTo>
                    <a:pt x="10" y="38"/>
                  </a:lnTo>
                  <a:lnTo>
                    <a:pt x="8" y="30"/>
                  </a:lnTo>
                  <a:lnTo>
                    <a:pt x="10" y="24"/>
                  </a:lnTo>
                  <a:lnTo>
                    <a:pt x="16" y="18"/>
                  </a:lnTo>
                  <a:lnTo>
                    <a:pt x="24" y="12"/>
                  </a:lnTo>
                  <a:lnTo>
                    <a:pt x="38" y="10"/>
                  </a:lnTo>
                  <a:lnTo>
                    <a:pt x="56" y="8"/>
                  </a:lnTo>
                  <a:lnTo>
                    <a:pt x="56" y="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5" name="Freeform 219"/>
            <p:cNvSpPr>
              <a:spLocks/>
            </p:cNvSpPr>
            <p:nvPr/>
          </p:nvSpPr>
          <p:spPr bwMode="auto">
            <a:xfrm>
              <a:off x="3514271" y="2588986"/>
              <a:ext cx="57150" cy="31750"/>
            </a:xfrm>
            <a:custGeom>
              <a:avLst/>
              <a:gdLst>
                <a:gd name="T0" fmla="*/ 4 w 36"/>
                <a:gd name="T1" fmla="*/ 20 h 20"/>
                <a:gd name="T2" fmla="*/ 4 w 36"/>
                <a:gd name="T3" fmla="*/ 20 h 20"/>
                <a:gd name="T4" fmla="*/ 6 w 36"/>
                <a:gd name="T5" fmla="*/ 18 h 20"/>
                <a:gd name="T6" fmla="*/ 12 w 36"/>
                <a:gd name="T7" fmla="*/ 16 h 20"/>
                <a:gd name="T8" fmla="*/ 22 w 36"/>
                <a:gd name="T9" fmla="*/ 16 h 20"/>
                <a:gd name="T10" fmla="*/ 28 w 36"/>
                <a:gd name="T11" fmla="*/ 16 h 20"/>
                <a:gd name="T12" fmla="*/ 32 w 36"/>
                <a:gd name="T13" fmla="*/ 20 h 20"/>
                <a:gd name="T14" fmla="*/ 32 w 36"/>
                <a:gd name="T15" fmla="*/ 20 h 20"/>
                <a:gd name="T16" fmla="*/ 32 w 36"/>
                <a:gd name="T17" fmla="*/ 14 h 20"/>
                <a:gd name="T18" fmla="*/ 32 w 36"/>
                <a:gd name="T19" fmla="*/ 8 h 20"/>
                <a:gd name="T20" fmla="*/ 36 w 36"/>
                <a:gd name="T21" fmla="*/ 4 h 20"/>
                <a:gd name="T22" fmla="*/ 36 w 36"/>
                <a:gd name="T23" fmla="*/ 4 h 20"/>
                <a:gd name="T24" fmla="*/ 24 w 36"/>
                <a:gd name="T25" fmla="*/ 0 h 20"/>
                <a:gd name="T26" fmla="*/ 14 w 36"/>
                <a:gd name="T27" fmla="*/ 0 h 20"/>
                <a:gd name="T28" fmla="*/ 0 w 36"/>
                <a:gd name="T29" fmla="*/ 4 h 20"/>
                <a:gd name="T30" fmla="*/ 0 w 36"/>
                <a:gd name="T31" fmla="*/ 4 h 20"/>
                <a:gd name="T32" fmla="*/ 2 w 36"/>
                <a:gd name="T33" fmla="*/ 10 h 20"/>
                <a:gd name="T34" fmla="*/ 2 w 36"/>
                <a:gd name="T35" fmla="*/ 14 h 20"/>
                <a:gd name="T36" fmla="*/ 4 w 36"/>
                <a:gd name="T37" fmla="*/ 20 h 20"/>
                <a:gd name="T38" fmla="*/ 4 w 36"/>
                <a:gd name="T3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 h="20">
                  <a:moveTo>
                    <a:pt x="4" y="20"/>
                  </a:moveTo>
                  <a:lnTo>
                    <a:pt x="4" y="20"/>
                  </a:lnTo>
                  <a:lnTo>
                    <a:pt x="6" y="18"/>
                  </a:lnTo>
                  <a:lnTo>
                    <a:pt x="12" y="16"/>
                  </a:lnTo>
                  <a:lnTo>
                    <a:pt x="22" y="16"/>
                  </a:lnTo>
                  <a:lnTo>
                    <a:pt x="28" y="16"/>
                  </a:lnTo>
                  <a:lnTo>
                    <a:pt x="32" y="20"/>
                  </a:lnTo>
                  <a:lnTo>
                    <a:pt x="32" y="20"/>
                  </a:lnTo>
                  <a:lnTo>
                    <a:pt x="32" y="14"/>
                  </a:lnTo>
                  <a:lnTo>
                    <a:pt x="32" y="8"/>
                  </a:lnTo>
                  <a:lnTo>
                    <a:pt x="36" y="4"/>
                  </a:lnTo>
                  <a:lnTo>
                    <a:pt x="36" y="4"/>
                  </a:lnTo>
                  <a:lnTo>
                    <a:pt x="24" y="0"/>
                  </a:lnTo>
                  <a:lnTo>
                    <a:pt x="14" y="0"/>
                  </a:lnTo>
                  <a:lnTo>
                    <a:pt x="0" y="4"/>
                  </a:lnTo>
                  <a:lnTo>
                    <a:pt x="0" y="4"/>
                  </a:lnTo>
                  <a:lnTo>
                    <a:pt x="2" y="10"/>
                  </a:lnTo>
                  <a:lnTo>
                    <a:pt x="2" y="14"/>
                  </a:lnTo>
                  <a:lnTo>
                    <a:pt x="4" y="20"/>
                  </a:lnTo>
                  <a:lnTo>
                    <a:pt x="4" y="2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6" name="Freeform 220"/>
            <p:cNvSpPr>
              <a:spLocks/>
            </p:cNvSpPr>
            <p:nvPr/>
          </p:nvSpPr>
          <p:spPr bwMode="auto">
            <a:xfrm>
              <a:off x="3317421" y="2582636"/>
              <a:ext cx="50800" cy="73025"/>
            </a:xfrm>
            <a:custGeom>
              <a:avLst/>
              <a:gdLst>
                <a:gd name="T0" fmla="*/ 32 w 32"/>
                <a:gd name="T1" fmla="*/ 0 h 46"/>
                <a:gd name="T2" fmla="*/ 2 w 32"/>
                <a:gd name="T3" fmla="*/ 4 h 46"/>
                <a:gd name="T4" fmla="*/ 0 w 32"/>
                <a:gd name="T5" fmla="*/ 32 h 46"/>
                <a:gd name="T6" fmla="*/ 22 w 32"/>
                <a:gd name="T7" fmla="*/ 46 h 46"/>
                <a:gd name="T8" fmla="*/ 22 w 32"/>
                <a:gd name="T9" fmla="*/ 46 h 46"/>
                <a:gd name="T10" fmla="*/ 20 w 32"/>
                <a:gd name="T11" fmla="*/ 42 h 46"/>
                <a:gd name="T12" fmla="*/ 20 w 32"/>
                <a:gd name="T13" fmla="*/ 30 h 46"/>
                <a:gd name="T14" fmla="*/ 24 w 32"/>
                <a:gd name="T15" fmla="*/ 16 h 46"/>
                <a:gd name="T16" fmla="*/ 26 w 32"/>
                <a:gd name="T17" fmla="*/ 8 h 46"/>
                <a:gd name="T18" fmla="*/ 32 w 32"/>
                <a:gd name="T19" fmla="*/ 0 h 46"/>
                <a:gd name="T20" fmla="*/ 32 w 32"/>
                <a:gd name="T2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6">
                  <a:moveTo>
                    <a:pt x="32" y="0"/>
                  </a:moveTo>
                  <a:lnTo>
                    <a:pt x="2" y="4"/>
                  </a:lnTo>
                  <a:lnTo>
                    <a:pt x="0" y="32"/>
                  </a:lnTo>
                  <a:lnTo>
                    <a:pt x="22" y="46"/>
                  </a:lnTo>
                  <a:lnTo>
                    <a:pt x="22" y="46"/>
                  </a:lnTo>
                  <a:lnTo>
                    <a:pt x="20" y="42"/>
                  </a:lnTo>
                  <a:lnTo>
                    <a:pt x="20" y="30"/>
                  </a:lnTo>
                  <a:lnTo>
                    <a:pt x="24" y="16"/>
                  </a:lnTo>
                  <a:lnTo>
                    <a:pt x="26" y="8"/>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7" name="Freeform 221"/>
            <p:cNvSpPr>
              <a:spLocks/>
            </p:cNvSpPr>
            <p:nvPr/>
          </p:nvSpPr>
          <p:spPr bwMode="auto">
            <a:xfrm>
              <a:off x="3714296" y="2585811"/>
              <a:ext cx="50800" cy="69850"/>
            </a:xfrm>
            <a:custGeom>
              <a:avLst/>
              <a:gdLst>
                <a:gd name="T0" fmla="*/ 0 w 32"/>
                <a:gd name="T1" fmla="*/ 0 h 44"/>
                <a:gd name="T2" fmla="*/ 30 w 32"/>
                <a:gd name="T3" fmla="*/ 2 h 44"/>
                <a:gd name="T4" fmla="*/ 32 w 32"/>
                <a:gd name="T5" fmla="*/ 30 h 44"/>
                <a:gd name="T6" fmla="*/ 12 w 32"/>
                <a:gd name="T7" fmla="*/ 44 h 44"/>
                <a:gd name="T8" fmla="*/ 12 w 32"/>
                <a:gd name="T9" fmla="*/ 44 h 44"/>
                <a:gd name="T10" fmla="*/ 12 w 32"/>
                <a:gd name="T11" fmla="*/ 40 h 44"/>
                <a:gd name="T12" fmla="*/ 12 w 32"/>
                <a:gd name="T13" fmla="*/ 28 h 44"/>
                <a:gd name="T14" fmla="*/ 8 w 32"/>
                <a:gd name="T15" fmla="*/ 14 h 44"/>
                <a:gd name="T16" fmla="*/ 6 w 32"/>
                <a:gd name="T17" fmla="*/ 6 h 44"/>
                <a:gd name="T18" fmla="*/ 0 w 32"/>
                <a:gd name="T19" fmla="*/ 0 h 44"/>
                <a:gd name="T20" fmla="*/ 0 w 32"/>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4">
                  <a:moveTo>
                    <a:pt x="0" y="0"/>
                  </a:moveTo>
                  <a:lnTo>
                    <a:pt x="30" y="2"/>
                  </a:lnTo>
                  <a:lnTo>
                    <a:pt x="32" y="30"/>
                  </a:lnTo>
                  <a:lnTo>
                    <a:pt x="12" y="44"/>
                  </a:lnTo>
                  <a:lnTo>
                    <a:pt x="12" y="44"/>
                  </a:lnTo>
                  <a:lnTo>
                    <a:pt x="12" y="40"/>
                  </a:lnTo>
                  <a:lnTo>
                    <a:pt x="12" y="28"/>
                  </a:lnTo>
                  <a:lnTo>
                    <a:pt x="8" y="14"/>
                  </a:lnTo>
                  <a:lnTo>
                    <a:pt x="6" y="6"/>
                  </a:lnTo>
                  <a:lnTo>
                    <a:pt x="0" y="0"/>
                  </a:lnTo>
                  <a:lnTo>
                    <a:pt x="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8" name="Freeform 222"/>
            <p:cNvSpPr>
              <a:spLocks/>
            </p:cNvSpPr>
            <p:nvPr/>
          </p:nvSpPr>
          <p:spPr bwMode="auto">
            <a:xfrm>
              <a:off x="2825296" y="3630386"/>
              <a:ext cx="695325" cy="225425"/>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9" name="Freeform 223"/>
            <p:cNvSpPr>
              <a:spLocks/>
            </p:cNvSpPr>
            <p:nvPr/>
          </p:nvSpPr>
          <p:spPr bwMode="auto">
            <a:xfrm>
              <a:off x="2825296" y="3630386"/>
              <a:ext cx="695325" cy="225425"/>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0" name="Freeform 224"/>
            <p:cNvSpPr>
              <a:spLocks/>
            </p:cNvSpPr>
            <p:nvPr/>
          </p:nvSpPr>
          <p:spPr bwMode="auto">
            <a:xfrm>
              <a:off x="2822121" y="3493861"/>
              <a:ext cx="727075" cy="374650"/>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1" name="Freeform 225"/>
            <p:cNvSpPr>
              <a:spLocks/>
            </p:cNvSpPr>
            <p:nvPr/>
          </p:nvSpPr>
          <p:spPr bwMode="auto">
            <a:xfrm>
              <a:off x="2822121" y="3493861"/>
              <a:ext cx="727075" cy="374650"/>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2" name="Freeform 226"/>
            <p:cNvSpPr>
              <a:spLocks/>
            </p:cNvSpPr>
            <p:nvPr/>
          </p:nvSpPr>
          <p:spPr bwMode="auto">
            <a:xfrm>
              <a:off x="3580946" y="3652611"/>
              <a:ext cx="695325" cy="225425"/>
            </a:xfrm>
            <a:custGeom>
              <a:avLst/>
              <a:gdLst>
                <a:gd name="T0" fmla="*/ 10 w 438"/>
                <a:gd name="T1" fmla="*/ 86 h 142"/>
                <a:gd name="T2" fmla="*/ 0 w 438"/>
                <a:gd name="T3" fmla="*/ 142 h 142"/>
                <a:gd name="T4" fmla="*/ 0 w 438"/>
                <a:gd name="T5" fmla="*/ 142 h 142"/>
                <a:gd name="T6" fmla="*/ 122 w 438"/>
                <a:gd name="T7" fmla="*/ 130 h 142"/>
                <a:gd name="T8" fmla="*/ 244 w 438"/>
                <a:gd name="T9" fmla="*/ 118 h 142"/>
                <a:gd name="T10" fmla="*/ 244 w 438"/>
                <a:gd name="T11" fmla="*/ 118 h 142"/>
                <a:gd name="T12" fmla="*/ 300 w 438"/>
                <a:gd name="T13" fmla="*/ 112 h 142"/>
                <a:gd name="T14" fmla="*/ 354 w 438"/>
                <a:gd name="T15" fmla="*/ 106 h 142"/>
                <a:gd name="T16" fmla="*/ 354 w 438"/>
                <a:gd name="T17" fmla="*/ 106 h 142"/>
                <a:gd name="T18" fmla="*/ 382 w 438"/>
                <a:gd name="T19" fmla="*/ 102 h 142"/>
                <a:gd name="T20" fmla="*/ 398 w 438"/>
                <a:gd name="T21" fmla="*/ 98 h 142"/>
                <a:gd name="T22" fmla="*/ 412 w 438"/>
                <a:gd name="T23" fmla="*/ 94 h 142"/>
                <a:gd name="T24" fmla="*/ 424 w 438"/>
                <a:gd name="T25" fmla="*/ 86 h 142"/>
                <a:gd name="T26" fmla="*/ 430 w 438"/>
                <a:gd name="T27" fmla="*/ 80 h 142"/>
                <a:gd name="T28" fmla="*/ 434 w 438"/>
                <a:gd name="T29" fmla="*/ 76 h 142"/>
                <a:gd name="T30" fmla="*/ 436 w 438"/>
                <a:gd name="T31" fmla="*/ 70 h 142"/>
                <a:gd name="T32" fmla="*/ 438 w 438"/>
                <a:gd name="T33" fmla="*/ 62 h 142"/>
                <a:gd name="T34" fmla="*/ 438 w 438"/>
                <a:gd name="T35" fmla="*/ 54 h 142"/>
                <a:gd name="T36" fmla="*/ 436 w 438"/>
                <a:gd name="T37" fmla="*/ 46 h 142"/>
                <a:gd name="T38" fmla="*/ 436 w 438"/>
                <a:gd name="T39" fmla="*/ 46 h 142"/>
                <a:gd name="T40" fmla="*/ 432 w 438"/>
                <a:gd name="T41" fmla="*/ 38 h 142"/>
                <a:gd name="T42" fmla="*/ 428 w 438"/>
                <a:gd name="T43" fmla="*/ 32 h 142"/>
                <a:gd name="T44" fmla="*/ 422 w 438"/>
                <a:gd name="T45" fmla="*/ 26 h 142"/>
                <a:gd name="T46" fmla="*/ 416 w 438"/>
                <a:gd name="T47" fmla="*/ 20 h 142"/>
                <a:gd name="T48" fmla="*/ 402 w 438"/>
                <a:gd name="T49" fmla="*/ 12 h 142"/>
                <a:gd name="T50" fmla="*/ 384 w 438"/>
                <a:gd name="T51" fmla="*/ 6 h 142"/>
                <a:gd name="T52" fmla="*/ 366 w 438"/>
                <a:gd name="T53" fmla="*/ 2 h 142"/>
                <a:gd name="T54" fmla="*/ 346 w 438"/>
                <a:gd name="T55" fmla="*/ 0 h 142"/>
                <a:gd name="T56" fmla="*/ 316 w 438"/>
                <a:gd name="T57" fmla="*/ 0 h 142"/>
                <a:gd name="T58" fmla="*/ 316 w 438"/>
                <a:gd name="T59" fmla="*/ 0 h 142"/>
                <a:gd name="T60" fmla="*/ 276 w 438"/>
                <a:gd name="T61" fmla="*/ 4 h 142"/>
                <a:gd name="T62" fmla="*/ 234 w 438"/>
                <a:gd name="T63" fmla="*/ 10 h 142"/>
                <a:gd name="T64" fmla="*/ 184 w 438"/>
                <a:gd name="T65" fmla="*/ 20 h 142"/>
                <a:gd name="T66" fmla="*/ 132 w 438"/>
                <a:gd name="T67" fmla="*/ 32 h 142"/>
                <a:gd name="T68" fmla="*/ 82 w 438"/>
                <a:gd name="T69" fmla="*/ 48 h 142"/>
                <a:gd name="T70" fmla="*/ 60 w 438"/>
                <a:gd name="T71" fmla="*/ 56 h 142"/>
                <a:gd name="T72" fmla="*/ 40 w 438"/>
                <a:gd name="T73" fmla="*/ 64 h 142"/>
                <a:gd name="T74" fmla="*/ 24 w 438"/>
                <a:gd name="T75" fmla="*/ 74 h 142"/>
                <a:gd name="T76" fmla="*/ 10 w 438"/>
                <a:gd name="T77" fmla="*/ 86 h 142"/>
                <a:gd name="T78" fmla="*/ 10 w 438"/>
                <a:gd name="T79"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8" h="142">
                  <a:moveTo>
                    <a:pt x="10" y="86"/>
                  </a:moveTo>
                  <a:lnTo>
                    <a:pt x="0" y="142"/>
                  </a:lnTo>
                  <a:lnTo>
                    <a:pt x="0" y="142"/>
                  </a:lnTo>
                  <a:lnTo>
                    <a:pt x="122" y="130"/>
                  </a:lnTo>
                  <a:lnTo>
                    <a:pt x="244" y="118"/>
                  </a:lnTo>
                  <a:lnTo>
                    <a:pt x="244" y="118"/>
                  </a:lnTo>
                  <a:lnTo>
                    <a:pt x="300" y="112"/>
                  </a:lnTo>
                  <a:lnTo>
                    <a:pt x="354" y="106"/>
                  </a:lnTo>
                  <a:lnTo>
                    <a:pt x="354" y="106"/>
                  </a:lnTo>
                  <a:lnTo>
                    <a:pt x="382" y="102"/>
                  </a:lnTo>
                  <a:lnTo>
                    <a:pt x="398" y="98"/>
                  </a:lnTo>
                  <a:lnTo>
                    <a:pt x="412" y="94"/>
                  </a:lnTo>
                  <a:lnTo>
                    <a:pt x="424" y="86"/>
                  </a:lnTo>
                  <a:lnTo>
                    <a:pt x="430" y="80"/>
                  </a:lnTo>
                  <a:lnTo>
                    <a:pt x="434" y="76"/>
                  </a:lnTo>
                  <a:lnTo>
                    <a:pt x="436" y="70"/>
                  </a:lnTo>
                  <a:lnTo>
                    <a:pt x="438" y="62"/>
                  </a:lnTo>
                  <a:lnTo>
                    <a:pt x="438" y="54"/>
                  </a:lnTo>
                  <a:lnTo>
                    <a:pt x="436" y="46"/>
                  </a:lnTo>
                  <a:lnTo>
                    <a:pt x="436" y="46"/>
                  </a:lnTo>
                  <a:lnTo>
                    <a:pt x="432" y="38"/>
                  </a:lnTo>
                  <a:lnTo>
                    <a:pt x="428" y="32"/>
                  </a:lnTo>
                  <a:lnTo>
                    <a:pt x="422" y="26"/>
                  </a:lnTo>
                  <a:lnTo>
                    <a:pt x="416" y="20"/>
                  </a:lnTo>
                  <a:lnTo>
                    <a:pt x="402" y="12"/>
                  </a:lnTo>
                  <a:lnTo>
                    <a:pt x="384" y="6"/>
                  </a:lnTo>
                  <a:lnTo>
                    <a:pt x="366" y="2"/>
                  </a:lnTo>
                  <a:lnTo>
                    <a:pt x="346" y="0"/>
                  </a:lnTo>
                  <a:lnTo>
                    <a:pt x="316" y="0"/>
                  </a:lnTo>
                  <a:lnTo>
                    <a:pt x="316" y="0"/>
                  </a:lnTo>
                  <a:lnTo>
                    <a:pt x="276" y="4"/>
                  </a:lnTo>
                  <a:lnTo>
                    <a:pt x="234" y="10"/>
                  </a:lnTo>
                  <a:lnTo>
                    <a:pt x="184" y="20"/>
                  </a:lnTo>
                  <a:lnTo>
                    <a:pt x="132" y="32"/>
                  </a:lnTo>
                  <a:lnTo>
                    <a:pt x="82" y="48"/>
                  </a:lnTo>
                  <a:lnTo>
                    <a:pt x="60" y="56"/>
                  </a:lnTo>
                  <a:lnTo>
                    <a:pt x="40" y="64"/>
                  </a:lnTo>
                  <a:lnTo>
                    <a:pt x="24" y="74"/>
                  </a:lnTo>
                  <a:lnTo>
                    <a:pt x="10" y="86"/>
                  </a:lnTo>
                  <a:lnTo>
                    <a:pt x="10"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3" name="Freeform 227"/>
            <p:cNvSpPr>
              <a:spLocks/>
            </p:cNvSpPr>
            <p:nvPr/>
          </p:nvSpPr>
          <p:spPr bwMode="auto">
            <a:xfrm>
              <a:off x="3552371" y="3516086"/>
              <a:ext cx="727075" cy="371475"/>
            </a:xfrm>
            <a:custGeom>
              <a:avLst/>
              <a:gdLst>
                <a:gd name="T0" fmla="*/ 384 w 458"/>
                <a:gd name="T1" fmla="*/ 0 h 234"/>
                <a:gd name="T2" fmla="*/ 0 w 458"/>
                <a:gd name="T3" fmla="*/ 158 h 234"/>
                <a:gd name="T4" fmla="*/ 10 w 458"/>
                <a:gd name="T5" fmla="*/ 234 h 234"/>
                <a:gd name="T6" fmla="*/ 430 w 458"/>
                <a:gd name="T7" fmla="*/ 190 h 234"/>
                <a:gd name="T8" fmla="*/ 430 w 458"/>
                <a:gd name="T9" fmla="*/ 190 h 234"/>
                <a:gd name="T10" fmla="*/ 438 w 458"/>
                <a:gd name="T11" fmla="*/ 186 h 234"/>
                <a:gd name="T12" fmla="*/ 444 w 458"/>
                <a:gd name="T13" fmla="*/ 180 h 234"/>
                <a:gd name="T14" fmla="*/ 452 w 458"/>
                <a:gd name="T15" fmla="*/ 172 h 234"/>
                <a:gd name="T16" fmla="*/ 456 w 458"/>
                <a:gd name="T17" fmla="*/ 160 h 234"/>
                <a:gd name="T18" fmla="*/ 458 w 458"/>
                <a:gd name="T19" fmla="*/ 152 h 234"/>
                <a:gd name="T20" fmla="*/ 458 w 458"/>
                <a:gd name="T21" fmla="*/ 144 h 234"/>
                <a:gd name="T22" fmla="*/ 458 w 458"/>
                <a:gd name="T23" fmla="*/ 134 h 234"/>
                <a:gd name="T24" fmla="*/ 454 w 458"/>
                <a:gd name="T25" fmla="*/ 122 h 234"/>
                <a:gd name="T26" fmla="*/ 450 w 458"/>
                <a:gd name="T27" fmla="*/ 110 h 234"/>
                <a:gd name="T28" fmla="*/ 444 w 458"/>
                <a:gd name="T29" fmla="*/ 98 h 234"/>
                <a:gd name="T30" fmla="*/ 384 w 458"/>
                <a:gd name="T3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4">
                  <a:moveTo>
                    <a:pt x="384" y="0"/>
                  </a:moveTo>
                  <a:lnTo>
                    <a:pt x="0" y="158"/>
                  </a:lnTo>
                  <a:lnTo>
                    <a:pt x="10" y="234"/>
                  </a:lnTo>
                  <a:lnTo>
                    <a:pt x="430" y="190"/>
                  </a:lnTo>
                  <a:lnTo>
                    <a:pt x="430" y="190"/>
                  </a:lnTo>
                  <a:lnTo>
                    <a:pt x="438" y="186"/>
                  </a:lnTo>
                  <a:lnTo>
                    <a:pt x="444" y="180"/>
                  </a:lnTo>
                  <a:lnTo>
                    <a:pt x="452" y="172"/>
                  </a:lnTo>
                  <a:lnTo>
                    <a:pt x="456" y="160"/>
                  </a:lnTo>
                  <a:lnTo>
                    <a:pt x="458" y="152"/>
                  </a:lnTo>
                  <a:lnTo>
                    <a:pt x="458" y="144"/>
                  </a:lnTo>
                  <a:lnTo>
                    <a:pt x="458" y="134"/>
                  </a:lnTo>
                  <a:lnTo>
                    <a:pt x="454" y="122"/>
                  </a:lnTo>
                  <a:lnTo>
                    <a:pt x="450" y="110"/>
                  </a:lnTo>
                  <a:lnTo>
                    <a:pt x="444" y="98"/>
                  </a:lnTo>
                  <a:lnTo>
                    <a:pt x="38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4" name="Freeform 228"/>
            <p:cNvSpPr>
              <a:spLocks/>
            </p:cNvSpPr>
            <p:nvPr/>
          </p:nvSpPr>
          <p:spPr bwMode="auto">
            <a:xfrm>
              <a:off x="3120571" y="3449411"/>
              <a:ext cx="831850" cy="498475"/>
            </a:xfrm>
            <a:custGeom>
              <a:avLst/>
              <a:gdLst>
                <a:gd name="T0" fmla="*/ 496 w 524"/>
                <a:gd name="T1" fmla="*/ 282 h 314"/>
                <a:gd name="T2" fmla="*/ 496 w 524"/>
                <a:gd name="T3" fmla="*/ 282 h 314"/>
                <a:gd name="T4" fmla="*/ 496 w 524"/>
                <a:gd name="T5" fmla="*/ 288 h 314"/>
                <a:gd name="T6" fmla="*/ 494 w 524"/>
                <a:gd name="T7" fmla="*/ 294 h 314"/>
                <a:gd name="T8" fmla="*/ 492 w 524"/>
                <a:gd name="T9" fmla="*/ 300 h 314"/>
                <a:gd name="T10" fmla="*/ 488 w 524"/>
                <a:gd name="T11" fmla="*/ 304 h 314"/>
                <a:gd name="T12" fmla="*/ 482 w 524"/>
                <a:gd name="T13" fmla="*/ 308 h 314"/>
                <a:gd name="T14" fmla="*/ 478 w 524"/>
                <a:gd name="T15" fmla="*/ 312 h 314"/>
                <a:gd name="T16" fmla="*/ 472 w 524"/>
                <a:gd name="T17" fmla="*/ 314 h 314"/>
                <a:gd name="T18" fmla="*/ 464 w 524"/>
                <a:gd name="T19" fmla="*/ 314 h 314"/>
                <a:gd name="T20" fmla="*/ 60 w 524"/>
                <a:gd name="T21" fmla="*/ 314 h 314"/>
                <a:gd name="T22" fmla="*/ 60 w 524"/>
                <a:gd name="T23" fmla="*/ 314 h 314"/>
                <a:gd name="T24" fmla="*/ 52 w 524"/>
                <a:gd name="T25" fmla="*/ 314 h 314"/>
                <a:gd name="T26" fmla="*/ 46 w 524"/>
                <a:gd name="T27" fmla="*/ 312 h 314"/>
                <a:gd name="T28" fmla="*/ 42 w 524"/>
                <a:gd name="T29" fmla="*/ 308 h 314"/>
                <a:gd name="T30" fmla="*/ 36 w 524"/>
                <a:gd name="T31" fmla="*/ 304 h 314"/>
                <a:gd name="T32" fmla="*/ 32 w 524"/>
                <a:gd name="T33" fmla="*/ 300 h 314"/>
                <a:gd name="T34" fmla="*/ 30 w 524"/>
                <a:gd name="T35" fmla="*/ 294 h 314"/>
                <a:gd name="T36" fmla="*/ 28 w 524"/>
                <a:gd name="T37" fmla="*/ 288 h 314"/>
                <a:gd name="T38" fmla="*/ 28 w 524"/>
                <a:gd name="T39" fmla="*/ 282 h 314"/>
                <a:gd name="T40" fmla="*/ 0 w 524"/>
                <a:gd name="T41" fmla="*/ 32 h 314"/>
                <a:gd name="T42" fmla="*/ 0 w 524"/>
                <a:gd name="T43" fmla="*/ 32 h 314"/>
                <a:gd name="T44" fmla="*/ 0 w 524"/>
                <a:gd name="T45" fmla="*/ 26 h 314"/>
                <a:gd name="T46" fmla="*/ 2 w 524"/>
                <a:gd name="T47" fmla="*/ 20 h 314"/>
                <a:gd name="T48" fmla="*/ 6 w 524"/>
                <a:gd name="T49" fmla="*/ 14 h 314"/>
                <a:gd name="T50" fmla="*/ 10 w 524"/>
                <a:gd name="T51" fmla="*/ 10 h 314"/>
                <a:gd name="T52" fmla="*/ 14 w 524"/>
                <a:gd name="T53" fmla="*/ 6 h 314"/>
                <a:gd name="T54" fmla="*/ 20 w 524"/>
                <a:gd name="T55" fmla="*/ 2 h 314"/>
                <a:gd name="T56" fmla="*/ 26 w 524"/>
                <a:gd name="T57" fmla="*/ 0 h 314"/>
                <a:gd name="T58" fmla="*/ 32 w 524"/>
                <a:gd name="T59" fmla="*/ 0 h 314"/>
                <a:gd name="T60" fmla="*/ 492 w 524"/>
                <a:gd name="T61" fmla="*/ 0 h 314"/>
                <a:gd name="T62" fmla="*/ 492 w 524"/>
                <a:gd name="T63" fmla="*/ 0 h 314"/>
                <a:gd name="T64" fmla="*/ 498 w 524"/>
                <a:gd name="T65" fmla="*/ 0 h 314"/>
                <a:gd name="T66" fmla="*/ 504 w 524"/>
                <a:gd name="T67" fmla="*/ 2 h 314"/>
                <a:gd name="T68" fmla="*/ 510 w 524"/>
                <a:gd name="T69" fmla="*/ 6 h 314"/>
                <a:gd name="T70" fmla="*/ 514 w 524"/>
                <a:gd name="T71" fmla="*/ 10 h 314"/>
                <a:gd name="T72" fmla="*/ 518 w 524"/>
                <a:gd name="T73" fmla="*/ 14 h 314"/>
                <a:gd name="T74" fmla="*/ 522 w 524"/>
                <a:gd name="T75" fmla="*/ 20 h 314"/>
                <a:gd name="T76" fmla="*/ 524 w 524"/>
                <a:gd name="T77" fmla="*/ 26 h 314"/>
                <a:gd name="T78" fmla="*/ 524 w 524"/>
                <a:gd name="T79" fmla="*/ 32 h 314"/>
                <a:gd name="T80" fmla="*/ 496 w 524"/>
                <a:gd name="T81" fmla="*/ 28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24" h="314">
                  <a:moveTo>
                    <a:pt x="496" y="282"/>
                  </a:moveTo>
                  <a:lnTo>
                    <a:pt x="496" y="282"/>
                  </a:lnTo>
                  <a:lnTo>
                    <a:pt x="496" y="288"/>
                  </a:lnTo>
                  <a:lnTo>
                    <a:pt x="494" y="294"/>
                  </a:lnTo>
                  <a:lnTo>
                    <a:pt x="492" y="300"/>
                  </a:lnTo>
                  <a:lnTo>
                    <a:pt x="488" y="304"/>
                  </a:lnTo>
                  <a:lnTo>
                    <a:pt x="482" y="308"/>
                  </a:lnTo>
                  <a:lnTo>
                    <a:pt x="478" y="312"/>
                  </a:lnTo>
                  <a:lnTo>
                    <a:pt x="472" y="314"/>
                  </a:lnTo>
                  <a:lnTo>
                    <a:pt x="464" y="314"/>
                  </a:lnTo>
                  <a:lnTo>
                    <a:pt x="60" y="314"/>
                  </a:lnTo>
                  <a:lnTo>
                    <a:pt x="60" y="314"/>
                  </a:lnTo>
                  <a:lnTo>
                    <a:pt x="52" y="314"/>
                  </a:lnTo>
                  <a:lnTo>
                    <a:pt x="46" y="312"/>
                  </a:lnTo>
                  <a:lnTo>
                    <a:pt x="42" y="308"/>
                  </a:lnTo>
                  <a:lnTo>
                    <a:pt x="36" y="304"/>
                  </a:lnTo>
                  <a:lnTo>
                    <a:pt x="32" y="300"/>
                  </a:lnTo>
                  <a:lnTo>
                    <a:pt x="30" y="294"/>
                  </a:lnTo>
                  <a:lnTo>
                    <a:pt x="28" y="288"/>
                  </a:lnTo>
                  <a:lnTo>
                    <a:pt x="28" y="282"/>
                  </a:lnTo>
                  <a:lnTo>
                    <a:pt x="0" y="32"/>
                  </a:lnTo>
                  <a:lnTo>
                    <a:pt x="0" y="32"/>
                  </a:lnTo>
                  <a:lnTo>
                    <a:pt x="0" y="26"/>
                  </a:lnTo>
                  <a:lnTo>
                    <a:pt x="2" y="20"/>
                  </a:lnTo>
                  <a:lnTo>
                    <a:pt x="6" y="14"/>
                  </a:lnTo>
                  <a:lnTo>
                    <a:pt x="10" y="10"/>
                  </a:lnTo>
                  <a:lnTo>
                    <a:pt x="14" y="6"/>
                  </a:lnTo>
                  <a:lnTo>
                    <a:pt x="20" y="2"/>
                  </a:lnTo>
                  <a:lnTo>
                    <a:pt x="26" y="0"/>
                  </a:lnTo>
                  <a:lnTo>
                    <a:pt x="32" y="0"/>
                  </a:lnTo>
                  <a:lnTo>
                    <a:pt x="492" y="0"/>
                  </a:lnTo>
                  <a:lnTo>
                    <a:pt x="492" y="0"/>
                  </a:lnTo>
                  <a:lnTo>
                    <a:pt x="498" y="0"/>
                  </a:lnTo>
                  <a:lnTo>
                    <a:pt x="504" y="2"/>
                  </a:lnTo>
                  <a:lnTo>
                    <a:pt x="510" y="6"/>
                  </a:lnTo>
                  <a:lnTo>
                    <a:pt x="514" y="10"/>
                  </a:lnTo>
                  <a:lnTo>
                    <a:pt x="518" y="14"/>
                  </a:lnTo>
                  <a:lnTo>
                    <a:pt x="522" y="20"/>
                  </a:lnTo>
                  <a:lnTo>
                    <a:pt x="524" y="26"/>
                  </a:lnTo>
                  <a:lnTo>
                    <a:pt x="524" y="32"/>
                  </a:lnTo>
                  <a:lnTo>
                    <a:pt x="496" y="282"/>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5" name="Freeform 229"/>
            <p:cNvSpPr>
              <a:spLocks/>
            </p:cNvSpPr>
            <p:nvPr/>
          </p:nvSpPr>
          <p:spPr bwMode="auto">
            <a:xfrm>
              <a:off x="3149146" y="3487511"/>
              <a:ext cx="774700" cy="460375"/>
            </a:xfrm>
            <a:custGeom>
              <a:avLst/>
              <a:gdLst>
                <a:gd name="T0" fmla="*/ 462 w 488"/>
                <a:gd name="T1" fmla="*/ 260 h 290"/>
                <a:gd name="T2" fmla="*/ 462 w 488"/>
                <a:gd name="T3" fmla="*/ 260 h 290"/>
                <a:gd name="T4" fmla="*/ 462 w 488"/>
                <a:gd name="T5" fmla="*/ 266 h 290"/>
                <a:gd name="T6" fmla="*/ 460 w 488"/>
                <a:gd name="T7" fmla="*/ 272 h 290"/>
                <a:gd name="T8" fmla="*/ 454 w 488"/>
                <a:gd name="T9" fmla="*/ 282 h 290"/>
                <a:gd name="T10" fmla="*/ 444 w 488"/>
                <a:gd name="T11" fmla="*/ 288 h 290"/>
                <a:gd name="T12" fmla="*/ 438 w 488"/>
                <a:gd name="T13" fmla="*/ 290 h 290"/>
                <a:gd name="T14" fmla="*/ 432 w 488"/>
                <a:gd name="T15" fmla="*/ 290 h 290"/>
                <a:gd name="T16" fmla="*/ 56 w 488"/>
                <a:gd name="T17" fmla="*/ 290 h 290"/>
                <a:gd name="T18" fmla="*/ 56 w 488"/>
                <a:gd name="T19" fmla="*/ 290 h 290"/>
                <a:gd name="T20" fmla="*/ 50 w 488"/>
                <a:gd name="T21" fmla="*/ 290 h 290"/>
                <a:gd name="T22" fmla="*/ 44 w 488"/>
                <a:gd name="T23" fmla="*/ 288 h 290"/>
                <a:gd name="T24" fmla="*/ 36 w 488"/>
                <a:gd name="T25" fmla="*/ 282 h 290"/>
                <a:gd name="T26" fmla="*/ 28 w 488"/>
                <a:gd name="T27" fmla="*/ 272 h 290"/>
                <a:gd name="T28" fmla="*/ 26 w 488"/>
                <a:gd name="T29" fmla="*/ 266 h 290"/>
                <a:gd name="T30" fmla="*/ 26 w 488"/>
                <a:gd name="T31" fmla="*/ 260 h 290"/>
                <a:gd name="T32" fmla="*/ 0 w 488"/>
                <a:gd name="T33" fmla="*/ 30 h 290"/>
                <a:gd name="T34" fmla="*/ 0 w 488"/>
                <a:gd name="T35" fmla="*/ 30 h 290"/>
                <a:gd name="T36" fmla="*/ 0 w 488"/>
                <a:gd name="T37" fmla="*/ 24 h 290"/>
                <a:gd name="T38" fmla="*/ 2 w 488"/>
                <a:gd name="T39" fmla="*/ 18 h 290"/>
                <a:gd name="T40" fmla="*/ 8 w 488"/>
                <a:gd name="T41" fmla="*/ 8 h 290"/>
                <a:gd name="T42" fmla="*/ 18 w 488"/>
                <a:gd name="T43" fmla="*/ 2 h 290"/>
                <a:gd name="T44" fmla="*/ 24 w 488"/>
                <a:gd name="T45" fmla="*/ 0 h 290"/>
                <a:gd name="T46" fmla="*/ 30 w 488"/>
                <a:gd name="T47" fmla="*/ 0 h 290"/>
                <a:gd name="T48" fmla="*/ 458 w 488"/>
                <a:gd name="T49" fmla="*/ 0 h 290"/>
                <a:gd name="T50" fmla="*/ 458 w 488"/>
                <a:gd name="T51" fmla="*/ 0 h 290"/>
                <a:gd name="T52" fmla="*/ 464 w 488"/>
                <a:gd name="T53" fmla="*/ 0 h 290"/>
                <a:gd name="T54" fmla="*/ 470 w 488"/>
                <a:gd name="T55" fmla="*/ 2 h 290"/>
                <a:gd name="T56" fmla="*/ 480 w 488"/>
                <a:gd name="T57" fmla="*/ 8 h 290"/>
                <a:gd name="T58" fmla="*/ 486 w 488"/>
                <a:gd name="T59" fmla="*/ 18 h 290"/>
                <a:gd name="T60" fmla="*/ 488 w 488"/>
                <a:gd name="T61" fmla="*/ 24 h 290"/>
                <a:gd name="T62" fmla="*/ 488 w 488"/>
                <a:gd name="T63" fmla="*/ 30 h 290"/>
                <a:gd name="T64" fmla="*/ 462 w 488"/>
                <a:gd name="T65" fmla="*/ 26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8" h="290">
                  <a:moveTo>
                    <a:pt x="462" y="260"/>
                  </a:moveTo>
                  <a:lnTo>
                    <a:pt x="462" y="260"/>
                  </a:lnTo>
                  <a:lnTo>
                    <a:pt x="462" y="266"/>
                  </a:lnTo>
                  <a:lnTo>
                    <a:pt x="460" y="272"/>
                  </a:lnTo>
                  <a:lnTo>
                    <a:pt x="454" y="282"/>
                  </a:lnTo>
                  <a:lnTo>
                    <a:pt x="444" y="288"/>
                  </a:lnTo>
                  <a:lnTo>
                    <a:pt x="438" y="290"/>
                  </a:lnTo>
                  <a:lnTo>
                    <a:pt x="432" y="290"/>
                  </a:lnTo>
                  <a:lnTo>
                    <a:pt x="56" y="290"/>
                  </a:lnTo>
                  <a:lnTo>
                    <a:pt x="56" y="290"/>
                  </a:lnTo>
                  <a:lnTo>
                    <a:pt x="50" y="290"/>
                  </a:lnTo>
                  <a:lnTo>
                    <a:pt x="44" y="288"/>
                  </a:lnTo>
                  <a:lnTo>
                    <a:pt x="36" y="282"/>
                  </a:lnTo>
                  <a:lnTo>
                    <a:pt x="28" y="272"/>
                  </a:lnTo>
                  <a:lnTo>
                    <a:pt x="26" y="266"/>
                  </a:lnTo>
                  <a:lnTo>
                    <a:pt x="26" y="260"/>
                  </a:lnTo>
                  <a:lnTo>
                    <a:pt x="0" y="30"/>
                  </a:lnTo>
                  <a:lnTo>
                    <a:pt x="0" y="30"/>
                  </a:lnTo>
                  <a:lnTo>
                    <a:pt x="0" y="24"/>
                  </a:lnTo>
                  <a:lnTo>
                    <a:pt x="2" y="18"/>
                  </a:lnTo>
                  <a:lnTo>
                    <a:pt x="8" y="8"/>
                  </a:lnTo>
                  <a:lnTo>
                    <a:pt x="18" y="2"/>
                  </a:lnTo>
                  <a:lnTo>
                    <a:pt x="24" y="0"/>
                  </a:lnTo>
                  <a:lnTo>
                    <a:pt x="30" y="0"/>
                  </a:lnTo>
                  <a:lnTo>
                    <a:pt x="458" y="0"/>
                  </a:lnTo>
                  <a:lnTo>
                    <a:pt x="458" y="0"/>
                  </a:lnTo>
                  <a:lnTo>
                    <a:pt x="464" y="0"/>
                  </a:lnTo>
                  <a:lnTo>
                    <a:pt x="470" y="2"/>
                  </a:lnTo>
                  <a:lnTo>
                    <a:pt x="480" y="8"/>
                  </a:lnTo>
                  <a:lnTo>
                    <a:pt x="486" y="18"/>
                  </a:lnTo>
                  <a:lnTo>
                    <a:pt x="488" y="24"/>
                  </a:lnTo>
                  <a:lnTo>
                    <a:pt x="488" y="30"/>
                  </a:lnTo>
                  <a:lnTo>
                    <a:pt x="462" y="26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6" name="Freeform 230"/>
            <p:cNvSpPr>
              <a:spLocks noEditPoints="1"/>
            </p:cNvSpPr>
            <p:nvPr/>
          </p:nvSpPr>
          <p:spPr bwMode="auto">
            <a:xfrm>
              <a:off x="3463471" y="3633561"/>
              <a:ext cx="174625" cy="177800"/>
            </a:xfrm>
            <a:custGeom>
              <a:avLst/>
              <a:gdLst>
                <a:gd name="T0" fmla="*/ 56 w 110"/>
                <a:gd name="T1" fmla="*/ 0 h 112"/>
                <a:gd name="T2" fmla="*/ 34 w 110"/>
                <a:gd name="T3" fmla="*/ 4 h 112"/>
                <a:gd name="T4" fmla="*/ 16 w 110"/>
                <a:gd name="T5" fmla="*/ 16 h 112"/>
                <a:gd name="T6" fmla="*/ 4 w 110"/>
                <a:gd name="T7" fmla="*/ 34 h 112"/>
                <a:gd name="T8" fmla="*/ 0 w 110"/>
                <a:gd name="T9" fmla="*/ 56 h 112"/>
                <a:gd name="T10" fmla="*/ 2 w 110"/>
                <a:gd name="T11" fmla="*/ 68 h 112"/>
                <a:gd name="T12" fmla="*/ 10 w 110"/>
                <a:gd name="T13" fmla="*/ 86 h 112"/>
                <a:gd name="T14" fmla="*/ 24 w 110"/>
                <a:gd name="T15" fmla="*/ 102 h 112"/>
                <a:gd name="T16" fmla="*/ 44 w 110"/>
                <a:gd name="T17" fmla="*/ 110 h 112"/>
                <a:gd name="T18" fmla="*/ 56 w 110"/>
                <a:gd name="T19" fmla="*/ 112 h 112"/>
                <a:gd name="T20" fmla="*/ 78 w 110"/>
                <a:gd name="T21" fmla="*/ 106 h 112"/>
                <a:gd name="T22" fmla="*/ 94 w 110"/>
                <a:gd name="T23" fmla="*/ 96 h 112"/>
                <a:gd name="T24" fmla="*/ 106 w 110"/>
                <a:gd name="T25" fmla="*/ 78 h 112"/>
                <a:gd name="T26" fmla="*/ 110 w 110"/>
                <a:gd name="T27" fmla="*/ 56 h 112"/>
                <a:gd name="T28" fmla="*/ 110 w 110"/>
                <a:gd name="T29" fmla="*/ 44 h 112"/>
                <a:gd name="T30" fmla="*/ 102 w 110"/>
                <a:gd name="T31" fmla="*/ 24 h 112"/>
                <a:gd name="T32" fmla="*/ 86 w 110"/>
                <a:gd name="T33" fmla="*/ 10 h 112"/>
                <a:gd name="T34" fmla="*/ 66 w 110"/>
                <a:gd name="T35" fmla="*/ 2 h 112"/>
                <a:gd name="T36" fmla="*/ 56 w 110"/>
                <a:gd name="T37" fmla="*/ 0 h 112"/>
                <a:gd name="T38" fmla="*/ 56 w 110"/>
                <a:gd name="T39" fmla="*/ 98 h 112"/>
                <a:gd name="T40" fmla="*/ 38 w 110"/>
                <a:gd name="T41" fmla="*/ 96 h 112"/>
                <a:gd name="T42" fmla="*/ 26 w 110"/>
                <a:gd name="T43" fmla="*/ 86 h 112"/>
                <a:gd name="T44" fmla="*/ 16 w 110"/>
                <a:gd name="T45" fmla="*/ 72 h 112"/>
                <a:gd name="T46" fmla="*/ 12 w 110"/>
                <a:gd name="T47" fmla="*/ 56 h 112"/>
                <a:gd name="T48" fmla="*/ 14 w 110"/>
                <a:gd name="T49" fmla="*/ 48 h 112"/>
                <a:gd name="T50" fmla="*/ 20 w 110"/>
                <a:gd name="T51" fmla="*/ 32 h 112"/>
                <a:gd name="T52" fmla="*/ 32 w 110"/>
                <a:gd name="T53" fmla="*/ 20 h 112"/>
                <a:gd name="T54" fmla="*/ 46 w 110"/>
                <a:gd name="T55" fmla="*/ 14 h 112"/>
                <a:gd name="T56" fmla="*/ 56 w 110"/>
                <a:gd name="T57" fmla="*/ 14 h 112"/>
                <a:gd name="T58" fmla="*/ 72 w 110"/>
                <a:gd name="T59" fmla="*/ 16 h 112"/>
                <a:gd name="T60" fmla="*/ 86 w 110"/>
                <a:gd name="T61" fmla="*/ 26 h 112"/>
                <a:gd name="T62" fmla="*/ 94 w 110"/>
                <a:gd name="T63" fmla="*/ 40 h 112"/>
                <a:gd name="T64" fmla="*/ 98 w 110"/>
                <a:gd name="T65" fmla="*/ 56 h 112"/>
                <a:gd name="T66" fmla="*/ 98 w 110"/>
                <a:gd name="T67" fmla="*/ 64 h 112"/>
                <a:gd name="T68" fmla="*/ 90 w 110"/>
                <a:gd name="T69" fmla="*/ 80 h 112"/>
                <a:gd name="T70" fmla="*/ 80 w 110"/>
                <a:gd name="T71" fmla="*/ 92 h 112"/>
                <a:gd name="T72" fmla="*/ 64 w 110"/>
                <a:gd name="T73" fmla="*/ 98 h 112"/>
                <a:gd name="T74" fmla="*/ 56 w 110"/>
                <a:gd name="T75" fmla="*/ 9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12">
                  <a:moveTo>
                    <a:pt x="56" y="0"/>
                  </a:moveTo>
                  <a:lnTo>
                    <a:pt x="56" y="0"/>
                  </a:lnTo>
                  <a:lnTo>
                    <a:pt x="44" y="2"/>
                  </a:lnTo>
                  <a:lnTo>
                    <a:pt x="34" y="4"/>
                  </a:lnTo>
                  <a:lnTo>
                    <a:pt x="24" y="10"/>
                  </a:lnTo>
                  <a:lnTo>
                    <a:pt x="16" y="16"/>
                  </a:lnTo>
                  <a:lnTo>
                    <a:pt x="10" y="24"/>
                  </a:lnTo>
                  <a:lnTo>
                    <a:pt x="4" y="34"/>
                  </a:lnTo>
                  <a:lnTo>
                    <a:pt x="2" y="44"/>
                  </a:lnTo>
                  <a:lnTo>
                    <a:pt x="0" y="56"/>
                  </a:lnTo>
                  <a:lnTo>
                    <a:pt x="0" y="56"/>
                  </a:lnTo>
                  <a:lnTo>
                    <a:pt x="2" y="68"/>
                  </a:lnTo>
                  <a:lnTo>
                    <a:pt x="4" y="78"/>
                  </a:lnTo>
                  <a:lnTo>
                    <a:pt x="10" y="86"/>
                  </a:lnTo>
                  <a:lnTo>
                    <a:pt x="16" y="96"/>
                  </a:lnTo>
                  <a:lnTo>
                    <a:pt x="24" y="102"/>
                  </a:lnTo>
                  <a:lnTo>
                    <a:pt x="34" y="106"/>
                  </a:lnTo>
                  <a:lnTo>
                    <a:pt x="44" y="110"/>
                  </a:lnTo>
                  <a:lnTo>
                    <a:pt x="56" y="112"/>
                  </a:lnTo>
                  <a:lnTo>
                    <a:pt x="56" y="112"/>
                  </a:lnTo>
                  <a:lnTo>
                    <a:pt x="66" y="110"/>
                  </a:lnTo>
                  <a:lnTo>
                    <a:pt x="78" y="106"/>
                  </a:lnTo>
                  <a:lnTo>
                    <a:pt x="86" y="102"/>
                  </a:lnTo>
                  <a:lnTo>
                    <a:pt x="94" y="96"/>
                  </a:lnTo>
                  <a:lnTo>
                    <a:pt x="102" y="86"/>
                  </a:lnTo>
                  <a:lnTo>
                    <a:pt x="106" y="78"/>
                  </a:lnTo>
                  <a:lnTo>
                    <a:pt x="110" y="68"/>
                  </a:lnTo>
                  <a:lnTo>
                    <a:pt x="110" y="56"/>
                  </a:lnTo>
                  <a:lnTo>
                    <a:pt x="110" y="56"/>
                  </a:lnTo>
                  <a:lnTo>
                    <a:pt x="110" y="44"/>
                  </a:lnTo>
                  <a:lnTo>
                    <a:pt x="106" y="34"/>
                  </a:lnTo>
                  <a:lnTo>
                    <a:pt x="102" y="24"/>
                  </a:lnTo>
                  <a:lnTo>
                    <a:pt x="94" y="16"/>
                  </a:lnTo>
                  <a:lnTo>
                    <a:pt x="86" y="10"/>
                  </a:lnTo>
                  <a:lnTo>
                    <a:pt x="78" y="4"/>
                  </a:lnTo>
                  <a:lnTo>
                    <a:pt x="66" y="2"/>
                  </a:lnTo>
                  <a:lnTo>
                    <a:pt x="56" y="0"/>
                  </a:lnTo>
                  <a:lnTo>
                    <a:pt x="56" y="0"/>
                  </a:lnTo>
                  <a:close/>
                  <a:moveTo>
                    <a:pt x="56" y="98"/>
                  </a:moveTo>
                  <a:lnTo>
                    <a:pt x="56" y="98"/>
                  </a:lnTo>
                  <a:lnTo>
                    <a:pt x="46" y="98"/>
                  </a:lnTo>
                  <a:lnTo>
                    <a:pt x="38" y="96"/>
                  </a:lnTo>
                  <a:lnTo>
                    <a:pt x="32" y="92"/>
                  </a:lnTo>
                  <a:lnTo>
                    <a:pt x="26" y="86"/>
                  </a:lnTo>
                  <a:lnTo>
                    <a:pt x="20" y="80"/>
                  </a:lnTo>
                  <a:lnTo>
                    <a:pt x="16" y="72"/>
                  </a:lnTo>
                  <a:lnTo>
                    <a:pt x="14" y="64"/>
                  </a:lnTo>
                  <a:lnTo>
                    <a:pt x="12" y="56"/>
                  </a:lnTo>
                  <a:lnTo>
                    <a:pt x="12" y="56"/>
                  </a:lnTo>
                  <a:lnTo>
                    <a:pt x="14" y="48"/>
                  </a:lnTo>
                  <a:lnTo>
                    <a:pt x="16" y="40"/>
                  </a:lnTo>
                  <a:lnTo>
                    <a:pt x="20" y="32"/>
                  </a:lnTo>
                  <a:lnTo>
                    <a:pt x="26" y="26"/>
                  </a:lnTo>
                  <a:lnTo>
                    <a:pt x="32" y="20"/>
                  </a:lnTo>
                  <a:lnTo>
                    <a:pt x="38" y="16"/>
                  </a:lnTo>
                  <a:lnTo>
                    <a:pt x="46" y="14"/>
                  </a:lnTo>
                  <a:lnTo>
                    <a:pt x="56" y="14"/>
                  </a:lnTo>
                  <a:lnTo>
                    <a:pt x="56" y="14"/>
                  </a:lnTo>
                  <a:lnTo>
                    <a:pt x="64" y="14"/>
                  </a:lnTo>
                  <a:lnTo>
                    <a:pt x="72" y="16"/>
                  </a:lnTo>
                  <a:lnTo>
                    <a:pt x="80" y="20"/>
                  </a:lnTo>
                  <a:lnTo>
                    <a:pt x="86" y="26"/>
                  </a:lnTo>
                  <a:lnTo>
                    <a:pt x="90" y="32"/>
                  </a:lnTo>
                  <a:lnTo>
                    <a:pt x="94" y="40"/>
                  </a:lnTo>
                  <a:lnTo>
                    <a:pt x="98" y="48"/>
                  </a:lnTo>
                  <a:lnTo>
                    <a:pt x="98" y="56"/>
                  </a:lnTo>
                  <a:lnTo>
                    <a:pt x="98" y="56"/>
                  </a:lnTo>
                  <a:lnTo>
                    <a:pt x="98" y="64"/>
                  </a:lnTo>
                  <a:lnTo>
                    <a:pt x="94" y="72"/>
                  </a:lnTo>
                  <a:lnTo>
                    <a:pt x="90" y="80"/>
                  </a:lnTo>
                  <a:lnTo>
                    <a:pt x="86" y="86"/>
                  </a:lnTo>
                  <a:lnTo>
                    <a:pt x="80" y="92"/>
                  </a:lnTo>
                  <a:lnTo>
                    <a:pt x="72" y="96"/>
                  </a:lnTo>
                  <a:lnTo>
                    <a:pt x="64" y="98"/>
                  </a:lnTo>
                  <a:lnTo>
                    <a:pt x="56" y="98"/>
                  </a:lnTo>
                  <a:lnTo>
                    <a:pt x="56" y="9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7" name="Freeform 231"/>
            <p:cNvSpPr>
              <a:spLocks noEditPoints="1"/>
            </p:cNvSpPr>
            <p:nvPr/>
          </p:nvSpPr>
          <p:spPr bwMode="auto">
            <a:xfrm>
              <a:off x="3501571" y="3697061"/>
              <a:ext cx="44450" cy="47625"/>
            </a:xfrm>
            <a:custGeom>
              <a:avLst/>
              <a:gdLst>
                <a:gd name="T0" fmla="*/ 20 w 28"/>
                <a:gd name="T1" fmla="*/ 0 h 30"/>
                <a:gd name="T2" fmla="*/ 20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0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0 w 28"/>
                <a:gd name="T37" fmla="*/ 0 h 30"/>
                <a:gd name="T38" fmla="*/ 4 w 28"/>
                <a:gd name="T39" fmla="*/ 18 h 30"/>
                <a:gd name="T40" fmla="*/ 20 w 28"/>
                <a:gd name="T41" fmla="*/ 18 h 30"/>
                <a:gd name="T42" fmla="*/ 20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0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0" y="0"/>
                  </a:moveTo>
                  <a:lnTo>
                    <a:pt x="20" y="0"/>
                  </a:lnTo>
                  <a:lnTo>
                    <a:pt x="26" y="2"/>
                  </a:lnTo>
                  <a:lnTo>
                    <a:pt x="28" y="6"/>
                  </a:lnTo>
                  <a:lnTo>
                    <a:pt x="28" y="16"/>
                  </a:lnTo>
                  <a:lnTo>
                    <a:pt x="28" y="16"/>
                  </a:lnTo>
                  <a:lnTo>
                    <a:pt x="26" y="20"/>
                  </a:lnTo>
                  <a:lnTo>
                    <a:pt x="20" y="22"/>
                  </a:lnTo>
                  <a:lnTo>
                    <a:pt x="4" y="22"/>
                  </a:lnTo>
                  <a:lnTo>
                    <a:pt x="4" y="28"/>
                  </a:lnTo>
                  <a:lnTo>
                    <a:pt x="4" y="28"/>
                  </a:lnTo>
                  <a:lnTo>
                    <a:pt x="2" y="30"/>
                  </a:lnTo>
                  <a:lnTo>
                    <a:pt x="2" y="30"/>
                  </a:lnTo>
                  <a:lnTo>
                    <a:pt x="0" y="28"/>
                  </a:lnTo>
                  <a:lnTo>
                    <a:pt x="0" y="6"/>
                  </a:lnTo>
                  <a:lnTo>
                    <a:pt x="0" y="6"/>
                  </a:lnTo>
                  <a:lnTo>
                    <a:pt x="2" y="2"/>
                  </a:lnTo>
                  <a:lnTo>
                    <a:pt x="6" y="0"/>
                  </a:lnTo>
                  <a:lnTo>
                    <a:pt x="20" y="0"/>
                  </a:lnTo>
                  <a:close/>
                  <a:moveTo>
                    <a:pt x="4" y="18"/>
                  </a:moveTo>
                  <a:lnTo>
                    <a:pt x="20" y="18"/>
                  </a:lnTo>
                  <a:lnTo>
                    <a:pt x="20" y="18"/>
                  </a:lnTo>
                  <a:lnTo>
                    <a:pt x="22" y="18"/>
                  </a:lnTo>
                  <a:lnTo>
                    <a:pt x="24" y="16"/>
                  </a:lnTo>
                  <a:lnTo>
                    <a:pt x="24" y="6"/>
                  </a:lnTo>
                  <a:lnTo>
                    <a:pt x="24" y="6"/>
                  </a:lnTo>
                  <a:lnTo>
                    <a:pt x="22" y="4"/>
                  </a:lnTo>
                  <a:lnTo>
                    <a:pt x="20" y="4"/>
                  </a:lnTo>
                  <a:lnTo>
                    <a:pt x="6" y="4"/>
                  </a:lnTo>
                  <a:lnTo>
                    <a:pt x="6" y="4"/>
                  </a:lnTo>
                  <a:lnTo>
                    <a:pt x="4" y="4"/>
                  </a:lnTo>
                  <a:lnTo>
                    <a:pt x="4" y="6"/>
                  </a:lnTo>
                  <a:lnTo>
                    <a:pt x="4" y="1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8" name="Freeform 232"/>
            <p:cNvSpPr>
              <a:spLocks/>
            </p:cNvSpPr>
            <p:nvPr/>
          </p:nvSpPr>
          <p:spPr bwMode="auto">
            <a:xfrm>
              <a:off x="3552371" y="3697061"/>
              <a:ext cx="41275" cy="47625"/>
            </a:xfrm>
            <a:custGeom>
              <a:avLst/>
              <a:gdLst>
                <a:gd name="T0" fmla="*/ 24 w 26"/>
                <a:gd name="T1" fmla="*/ 0 h 30"/>
                <a:gd name="T2" fmla="*/ 24 w 26"/>
                <a:gd name="T3" fmla="*/ 0 h 30"/>
                <a:gd name="T4" fmla="*/ 24 w 26"/>
                <a:gd name="T5" fmla="*/ 0 h 30"/>
                <a:gd name="T6" fmla="*/ 26 w 26"/>
                <a:gd name="T7" fmla="*/ 2 h 30"/>
                <a:gd name="T8" fmla="*/ 26 w 26"/>
                <a:gd name="T9" fmla="*/ 2 h 30"/>
                <a:gd name="T10" fmla="*/ 24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4 w 26"/>
                <a:gd name="T35" fmla="*/ 28 h 30"/>
                <a:gd name="T36" fmla="*/ 26 w 26"/>
                <a:gd name="T37" fmla="*/ 28 h 30"/>
                <a:gd name="T38" fmla="*/ 26 w 26"/>
                <a:gd name="T39" fmla="*/ 28 h 30"/>
                <a:gd name="T40" fmla="*/ 24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4" y="0"/>
                  </a:lnTo>
                  <a:lnTo>
                    <a:pt x="26" y="2"/>
                  </a:lnTo>
                  <a:lnTo>
                    <a:pt x="26" y="2"/>
                  </a:lnTo>
                  <a:lnTo>
                    <a:pt x="24" y="4"/>
                  </a:lnTo>
                  <a:lnTo>
                    <a:pt x="24" y="4"/>
                  </a:lnTo>
                  <a:lnTo>
                    <a:pt x="6" y="4"/>
                  </a:lnTo>
                  <a:lnTo>
                    <a:pt x="6" y="4"/>
                  </a:lnTo>
                  <a:lnTo>
                    <a:pt x="4" y="4"/>
                  </a:lnTo>
                  <a:lnTo>
                    <a:pt x="4" y="6"/>
                  </a:lnTo>
                  <a:lnTo>
                    <a:pt x="4" y="24"/>
                  </a:lnTo>
                  <a:lnTo>
                    <a:pt x="4" y="24"/>
                  </a:lnTo>
                  <a:lnTo>
                    <a:pt x="4" y="26"/>
                  </a:lnTo>
                  <a:lnTo>
                    <a:pt x="6" y="26"/>
                  </a:lnTo>
                  <a:lnTo>
                    <a:pt x="24" y="26"/>
                  </a:lnTo>
                  <a:lnTo>
                    <a:pt x="24" y="26"/>
                  </a:lnTo>
                  <a:lnTo>
                    <a:pt x="24" y="28"/>
                  </a:lnTo>
                  <a:lnTo>
                    <a:pt x="26" y="28"/>
                  </a:lnTo>
                  <a:lnTo>
                    <a:pt x="26" y="28"/>
                  </a:lnTo>
                  <a:lnTo>
                    <a:pt x="24"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9" name="Freeform 233"/>
            <p:cNvSpPr>
              <a:spLocks noEditPoints="1"/>
            </p:cNvSpPr>
            <p:nvPr/>
          </p:nvSpPr>
          <p:spPr bwMode="auto">
            <a:xfrm>
              <a:off x="3447596" y="3630386"/>
              <a:ext cx="177800" cy="174625"/>
            </a:xfrm>
            <a:custGeom>
              <a:avLst/>
              <a:gdLst>
                <a:gd name="T0" fmla="*/ 56 w 112"/>
                <a:gd name="T1" fmla="*/ 0 h 110"/>
                <a:gd name="T2" fmla="*/ 34 w 112"/>
                <a:gd name="T3" fmla="*/ 4 h 110"/>
                <a:gd name="T4" fmla="*/ 16 w 112"/>
                <a:gd name="T5" fmla="*/ 16 h 110"/>
                <a:gd name="T6" fmla="*/ 4 w 112"/>
                <a:gd name="T7" fmla="*/ 34 h 110"/>
                <a:gd name="T8" fmla="*/ 0 w 112"/>
                <a:gd name="T9" fmla="*/ 54 h 110"/>
                <a:gd name="T10" fmla="*/ 2 w 112"/>
                <a:gd name="T11" fmla="*/ 66 h 110"/>
                <a:gd name="T12" fmla="*/ 10 w 112"/>
                <a:gd name="T13" fmla="*/ 86 h 110"/>
                <a:gd name="T14" fmla="*/ 26 w 112"/>
                <a:gd name="T15" fmla="*/ 100 h 110"/>
                <a:gd name="T16" fmla="*/ 44 w 112"/>
                <a:gd name="T17" fmla="*/ 110 h 110"/>
                <a:gd name="T18" fmla="*/ 56 w 112"/>
                <a:gd name="T19" fmla="*/ 110 h 110"/>
                <a:gd name="T20" fmla="*/ 78 w 112"/>
                <a:gd name="T21" fmla="*/ 106 h 110"/>
                <a:gd name="T22" fmla="*/ 96 w 112"/>
                <a:gd name="T23" fmla="*/ 94 h 110"/>
                <a:gd name="T24" fmla="*/ 108 w 112"/>
                <a:gd name="T25" fmla="*/ 76 h 110"/>
                <a:gd name="T26" fmla="*/ 112 w 112"/>
                <a:gd name="T27" fmla="*/ 54 h 110"/>
                <a:gd name="T28" fmla="*/ 110 w 112"/>
                <a:gd name="T29" fmla="*/ 44 h 110"/>
                <a:gd name="T30" fmla="*/ 102 w 112"/>
                <a:gd name="T31" fmla="*/ 24 h 110"/>
                <a:gd name="T32" fmla="*/ 88 w 112"/>
                <a:gd name="T33" fmla="*/ 10 h 110"/>
                <a:gd name="T34" fmla="*/ 68 w 112"/>
                <a:gd name="T35" fmla="*/ 0 h 110"/>
                <a:gd name="T36" fmla="*/ 56 w 112"/>
                <a:gd name="T37" fmla="*/ 0 h 110"/>
                <a:gd name="T38" fmla="*/ 56 w 112"/>
                <a:gd name="T39" fmla="*/ 98 h 110"/>
                <a:gd name="T40" fmla="*/ 40 w 112"/>
                <a:gd name="T41" fmla="*/ 94 h 110"/>
                <a:gd name="T42" fmla="*/ 26 w 112"/>
                <a:gd name="T43" fmla="*/ 86 h 110"/>
                <a:gd name="T44" fmla="*/ 16 w 112"/>
                <a:gd name="T45" fmla="*/ 72 h 110"/>
                <a:gd name="T46" fmla="*/ 14 w 112"/>
                <a:gd name="T47" fmla="*/ 54 h 110"/>
                <a:gd name="T48" fmla="*/ 14 w 112"/>
                <a:gd name="T49" fmla="*/ 46 h 110"/>
                <a:gd name="T50" fmla="*/ 20 w 112"/>
                <a:gd name="T51" fmla="*/ 32 h 110"/>
                <a:gd name="T52" fmla="*/ 32 w 112"/>
                <a:gd name="T53" fmla="*/ 20 h 110"/>
                <a:gd name="T54" fmla="*/ 48 w 112"/>
                <a:gd name="T55" fmla="*/ 14 h 110"/>
                <a:gd name="T56" fmla="*/ 56 w 112"/>
                <a:gd name="T57" fmla="*/ 12 h 110"/>
                <a:gd name="T58" fmla="*/ 72 w 112"/>
                <a:gd name="T59" fmla="*/ 16 h 110"/>
                <a:gd name="T60" fmla="*/ 86 w 112"/>
                <a:gd name="T61" fmla="*/ 24 h 110"/>
                <a:gd name="T62" fmla="*/ 96 w 112"/>
                <a:gd name="T63" fmla="*/ 38 h 110"/>
                <a:gd name="T64" fmla="*/ 98 w 112"/>
                <a:gd name="T65" fmla="*/ 54 h 110"/>
                <a:gd name="T66" fmla="*/ 98 w 112"/>
                <a:gd name="T67" fmla="*/ 64 h 110"/>
                <a:gd name="T68" fmla="*/ 92 w 112"/>
                <a:gd name="T69" fmla="*/ 78 h 110"/>
                <a:gd name="T70" fmla="*/ 80 w 112"/>
                <a:gd name="T71" fmla="*/ 90 h 110"/>
                <a:gd name="T72" fmla="*/ 64 w 112"/>
                <a:gd name="T73" fmla="*/ 96 h 110"/>
                <a:gd name="T74" fmla="*/ 56 w 112"/>
                <a:gd name="T75" fmla="*/ 9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0">
                  <a:moveTo>
                    <a:pt x="56" y="0"/>
                  </a:moveTo>
                  <a:lnTo>
                    <a:pt x="56" y="0"/>
                  </a:lnTo>
                  <a:lnTo>
                    <a:pt x="44" y="0"/>
                  </a:lnTo>
                  <a:lnTo>
                    <a:pt x="34" y="4"/>
                  </a:lnTo>
                  <a:lnTo>
                    <a:pt x="26" y="10"/>
                  </a:lnTo>
                  <a:lnTo>
                    <a:pt x="16" y="16"/>
                  </a:lnTo>
                  <a:lnTo>
                    <a:pt x="10" y="24"/>
                  </a:lnTo>
                  <a:lnTo>
                    <a:pt x="4" y="34"/>
                  </a:lnTo>
                  <a:lnTo>
                    <a:pt x="2" y="44"/>
                  </a:lnTo>
                  <a:lnTo>
                    <a:pt x="0" y="54"/>
                  </a:lnTo>
                  <a:lnTo>
                    <a:pt x="0" y="54"/>
                  </a:lnTo>
                  <a:lnTo>
                    <a:pt x="2" y="66"/>
                  </a:lnTo>
                  <a:lnTo>
                    <a:pt x="4" y="76"/>
                  </a:lnTo>
                  <a:lnTo>
                    <a:pt x="10" y="86"/>
                  </a:lnTo>
                  <a:lnTo>
                    <a:pt x="16" y="94"/>
                  </a:lnTo>
                  <a:lnTo>
                    <a:pt x="26" y="100"/>
                  </a:lnTo>
                  <a:lnTo>
                    <a:pt x="34" y="106"/>
                  </a:lnTo>
                  <a:lnTo>
                    <a:pt x="44" y="110"/>
                  </a:lnTo>
                  <a:lnTo>
                    <a:pt x="56" y="110"/>
                  </a:lnTo>
                  <a:lnTo>
                    <a:pt x="56" y="110"/>
                  </a:lnTo>
                  <a:lnTo>
                    <a:pt x="68" y="110"/>
                  </a:lnTo>
                  <a:lnTo>
                    <a:pt x="78" y="106"/>
                  </a:lnTo>
                  <a:lnTo>
                    <a:pt x="88" y="100"/>
                  </a:lnTo>
                  <a:lnTo>
                    <a:pt x="96" y="94"/>
                  </a:lnTo>
                  <a:lnTo>
                    <a:pt x="102" y="86"/>
                  </a:lnTo>
                  <a:lnTo>
                    <a:pt x="108" y="76"/>
                  </a:lnTo>
                  <a:lnTo>
                    <a:pt x="110" y="66"/>
                  </a:lnTo>
                  <a:lnTo>
                    <a:pt x="112" y="54"/>
                  </a:lnTo>
                  <a:lnTo>
                    <a:pt x="112" y="54"/>
                  </a:lnTo>
                  <a:lnTo>
                    <a:pt x="110" y="44"/>
                  </a:lnTo>
                  <a:lnTo>
                    <a:pt x="108" y="34"/>
                  </a:lnTo>
                  <a:lnTo>
                    <a:pt x="102" y="24"/>
                  </a:lnTo>
                  <a:lnTo>
                    <a:pt x="96" y="16"/>
                  </a:lnTo>
                  <a:lnTo>
                    <a:pt x="88" y="10"/>
                  </a:lnTo>
                  <a:lnTo>
                    <a:pt x="78" y="4"/>
                  </a:lnTo>
                  <a:lnTo>
                    <a:pt x="68" y="0"/>
                  </a:lnTo>
                  <a:lnTo>
                    <a:pt x="56" y="0"/>
                  </a:lnTo>
                  <a:lnTo>
                    <a:pt x="56" y="0"/>
                  </a:lnTo>
                  <a:close/>
                  <a:moveTo>
                    <a:pt x="56" y="98"/>
                  </a:moveTo>
                  <a:lnTo>
                    <a:pt x="56" y="98"/>
                  </a:lnTo>
                  <a:lnTo>
                    <a:pt x="48" y="96"/>
                  </a:lnTo>
                  <a:lnTo>
                    <a:pt x="40" y="94"/>
                  </a:lnTo>
                  <a:lnTo>
                    <a:pt x="32" y="90"/>
                  </a:lnTo>
                  <a:lnTo>
                    <a:pt x="26" y="86"/>
                  </a:lnTo>
                  <a:lnTo>
                    <a:pt x="20" y="78"/>
                  </a:lnTo>
                  <a:lnTo>
                    <a:pt x="16" y="72"/>
                  </a:lnTo>
                  <a:lnTo>
                    <a:pt x="14" y="64"/>
                  </a:lnTo>
                  <a:lnTo>
                    <a:pt x="14" y="54"/>
                  </a:lnTo>
                  <a:lnTo>
                    <a:pt x="14" y="54"/>
                  </a:lnTo>
                  <a:lnTo>
                    <a:pt x="14" y="46"/>
                  </a:lnTo>
                  <a:lnTo>
                    <a:pt x="16" y="38"/>
                  </a:lnTo>
                  <a:lnTo>
                    <a:pt x="20" y="32"/>
                  </a:lnTo>
                  <a:lnTo>
                    <a:pt x="26" y="24"/>
                  </a:lnTo>
                  <a:lnTo>
                    <a:pt x="32" y="20"/>
                  </a:lnTo>
                  <a:lnTo>
                    <a:pt x="40" y="16"/>
                  </a:lnTo>
                  <a:lnTo>
                    <a:pt x="48" y="14"/>
                  </a:lnTo>
                  <a:lnTo>
                    <a:pt x="56" y="12"/>
                  </a:lnTo>
                  <a:lnTo>
                    <a:pt x="56" y="12"/>
                  </a:lnTo>
                  <a:lnTo>
                    <a:pt x="64" y="14"/>
                  </a:lnTo>
                  <a:lnTo>
                    <a:pt x="72" y="16"/>
                  </a:lnTo>
                  <a:lnTo>
                    <a:pt x="80" y="20"/>
                  </a:lnTo>
                  <a:lnTo>
                    <a:pt x="86" y="24"/>
                  </a:lnTo>
                  <a:lnTo>
                    <a:pt x="92" y="32"/>
                  </a:lnTo>
                  <a:lnTo>
                    <a:pt x="96" y="38"/>
                  </a:lnTo>
                  <a:lnTo>
                    <a:pt x="98" y="46"/>
                  </a:lnTo>
                  <a:lnTo>
                    <a:pt x="98" y="54"/>
                  </a:lnTo>
                  <a:lnTo>
                    <a:pt x="98" y="54"/>
                  </a:lnTo>
                  <a:lnTo>
                    <a:pt x="98" y="64"/>
                  </a:lnTo>
                  <a:lnTo>
                    <a:pt x="96" y="72"/>
                  </a:lnTo>
                  <a:lnTo>
                    <a:pt x="92" y="78"/>
                  </a:lnTo>
                  <a:lnTo>
                    <a:pt x="86" y="86"/>
                  </a:lnTo>
                  <a:lnTo>
                    <a:pt x="80" y="90"/>
                  </a:lnTo>
                  <a:lnTo>
                    <a:pt x="72" y="94"/>
                  </a:lnTo>
                  <a:lnTo>
                    <a:pt x="64" y="96"/>
                  </a:lnTo>
                  <a:lnTo>
                    <a:pt x="56" y="98"/>
                  </a:lnTo>
                  <a:lnTo>
                    <a:pt x="56" y="9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0" name="Freeform 234"/>
            <p:cNvSpPr>
              <a:spLocks noEditPoints="1"/>
            </p:cNvSpPr>
            <p:nvPr/>
          </p:nvSpPr>
          <p:spPr bwMode="auto">
            <a:xfrm>
              <a:off x="3495221" y="3693886"/>
              <a:ext cx="44450" cy="47625"/>
            </a:xfrm>
            <a:custGeom>
              <a:avLst/>
              <a:gdLst>
                <a:gd name="T0" fmla="*/ 22 w 28"/>
                <a:gd name="T1" fmla="*/ 0 h 30"/>
                <a:gd name="T2" fmla="*/ 22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2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2 w 28"/>
                <a:gd name="T37" fmla="*/ 0 h 30"/>
                <a:gd name="T38" fmla="*/ 4 w 28"/>
                <a:gd name="T39" fmla="*/ 18 h 30"/>
                <a:gd name="T40" fmla="*/ 22 w 28"/>
                <a:gd name="T41" fmla="*/ 18 h 30"/>
                <a:gd name="T42" fmla="*/ 22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2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2" y="0"/>
                  </a:moveTo>
                  <a:lnTo>
                    <a:pt x="22" y="0"/>
                  </a:lnTo>
                  <a:lnTo>
                    <a:pt x="26" y="2"/>
                  </a:lnTo>
                  <a:lnTo>
                    <a:pt x="28" y="6"/>
                  </a:lnTo>
                  <a:lnTo>
                    <a:pt x="28" y="16"/>
                  </a:lnTo>
                  <a:lnTo>
                    <a:pt x="28" y="16"/>
                  </a:lnTo>
                  <a:lnTo>
                    <a:pt x="26" y="20"/>
                  </a:lnTo>
                  <a:lnTo>
                    <a:pt x="22" y="22"/>
                  </a:lnTo>
                  <a:lnTo>
                    <a:pt x="4" y="22"/>
                  </a:lnTo>
                  <a:lnTo>
                    <a:pt x="4" y="28"/>
                  </a:lnTo>
                  <a:lnTo>
                    <a:pt x="4" y="28"/>
                  </a:lnTo>
                  <a:lnTo>
                    <a:pt x="2" y="30"/>
                  </a:lnTo>
                  <a:lnTo>
                    <a:pt x="2" y="30"/>
                  </a:lnTo>
                  <a:lnTo>
                    <a:pt x="0" y="28"/>
                  </a:lnTo>
                  <a:lnTo>
                    <a:pt x="0" y="6"/>
                  </a:lnTo>
                  <a:lnTo>
                    <a:pt x="0" y="6"/>
                  </a:lnTo>
                  <a:lnTo>
                    <a:pt x="2" y="2"/>
                  </a:lnTo>
                  <a:lnTo>
                    <a:pt x="6" y="0"/>
                  </a:lnTo>
                  <a:lnTo>
                    <a:pt x="22" y="0"/>
                  </a:lnTo>
                  <a:close/>
                  <a:moveTo>
                    <a:pt x="4" y="18"/>
                  </a:moveTo>
                  <a:lnTo>
                    <a:pt x="22" y="18"/>
                  </a:lnTo>
                  <a:lnTo>
                    <a:pt x="22" y="18"/>
                  </a:lnTo>
                  <a:lnTo>
                    <a:pt x="22" y="18"/>
                  </a:lnTo>
                  <a:lnTo>
                    <a:pt x="24" y="16"/>
                  </a:lnTo>
                  <a:lnTo>
                    <a:pt x="24" y="6"/>
                  </a:lnTo>
                  <a:lnTo>
                    <a:pt x="24" y="6"/>
                  </a:lnTo>
                  <a:lnTo>
                    <a:pt x="22" y="4"/>
                  </a:lnTo>
                  <a:lnTo>
                    <a:pt x="22" y="4"/>
                  </a:lnTo>
                  <a:lnTo>
                    <a:pt x="6" y="4"/>
                  </a:lnTo>
                  <a:lnTo>
                    <a:pt x="6" y="4"/>
                  </a:lnTo>
                  <a:lnTo>
                    <a:pt x="4" y="4"/>
                  </a:lnTo>
                  <a:lnTo>
                    <a:pt x="4" y="6"/>
                  </a:lnTo>
                  <a:lnTo>
                    <a:pt x="4" y="1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1" name="Freeform 235"/>
            <p:cNvSpPr>
              <a:spLocks/>
            </p:cNvSpPr>
            <p:nvPr/>
          </p:nvSpPr>
          <p:spPr bwMode="auto">
            <a:xfrm>
              <a:off x="3546021" y="3693886"/>
              <a:ext cx="41275" cy="47625"/>
            </a:xfrm>
            <a:custGeom>
              <a:avLst/>
              <a:gdLst>
                <a:gd name="T0" fmla="*/ 24 w 26"/>
                <a:gd name="T1" fmla="*/ 0 h 30"/>
                <a:gd name="T2" fmla="*/ 24 w 26"/>
                <a:gd name="T3" fmla="*/ 0 h 30"/>
                <a:gd name="T4" fmla="*/ 26 w 26"/>
                <a:gd name="T5" fmla="*/ 0 h 30"/>
                <a:gd name="T6" fmla="*/ 26 w 26"/>
                <a:gd name="T7" fmla="*/ 2 h 30"/>
                <a:gd name="T8" fmla="*/ 26 w 26"/>
                <a:gd name="T9" fmla="*/ 2 h 30"/>
                <a:gd name="T10" fmla="*/ 26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6 w 26"/>
                <a:gd name="T35" fmla="*/ 28 h 30"/>
                <a:gd name="T36" fmla="*/ 26 w 26"/>
                <a:gd name="T37" fmla="*/ 28 h 30"/>
                <a:gd name="T38" fmla="*/ 26 w 26"/>
                <a:gd name="T39" fmla="*/ 28 h 30"/>
                <a:gd name="T40" fmla="*/ 26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6" y="0"/>
                  </a:lnTo>
                  <a:lnTo>
                    <a:pt x="26" y="2"/>
                  </a:lnTo>
                  <a:lnTo>
                    <a:pt x="26" y="2"/>
                  </a:lnTo>
                  <a:lnTo>
                    <a:pt x="26" y="4"/>
                  </a:lnTo>
                  <a:lnTo>
                    <a:pt x="24" y="4"/>
                  </a:lnTo>
                  <a:lnTo>
                    <a:pt x="6" y="4"/>
                  </a:lnTo>
                  <a:lnTo>
                    <a:pt x="6" y="4"/>
                  </a:lnTo>
                  <a:lnTo>
                    <a:pt x="4" y="4"/>
                  </a:lnTo>
                  <a:lnTo>
                    <a:pt x="4" y="6"/>
                  </a:lnTo>
                  <a:lnTo>
                    <a:pt x="4" y="24"/>
                  </a:lnTo>
                  <a:lnTo>
                    <a:pt x="4" y="24"/>
                  </a:lnTo>
                  <a:lnTo>
                    <a:pt x="4" y="26"/>
                  </a:lnTo>
                  <a:lnTo>
                    <a:pt x="6" y="26"/>
                  </a:lnTo>
                  <a:lnTo>
                    <a:pt x="24" y="26"/>
                  </a:lnTo>
                  <a:lnTo>
                    <a:pt x="24" y="26"/>
                  </a:lnTo>
                  <a:lnTo>
                    <a:pt x="26" y="28"/>
                  </a:lnTo>
                  <a:lnTo>
                    <a:pt x="26" y="28"/>
                  </a:lnTo>
                  <a:lnTo>
                    <a:pt x="26" y="28"/>
                  </a:lnTo>
                  <a:lnTo>
                    <a:pt x="26"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2" name="Freeform 382"/>
            <p:cNvSpPr>
              <a:spLocks/>
            </p:cNvSpPr>
            <p:nvPr/>
          </p:nvSpPr>
          <p:spPr bwMode="auto">
            <a:xfrm>
              <a:off x="2920546" y="3751036"/>
              <a:ext cx="193675" cy="212725"/>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3" name="Freeform 383"/>
            <p:cNvSpPr>
              <a:spLocks/>
            </p:cNvSpPr>
            <p:nvPr/>
          </p:nvSpPr>
          <p:spPr bwMode="auto">
            <a:xfrm>
              <a:off x="2920546" y="3751036"/>
              <a:ext cx="193675" cy="212725"/>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4" name="Freeform 384"/>
            <p:cNvSpPr>
              <a:spLocks/>
            </p:cNvSpPr>
            <p:nvPr/>
          </p:nvSpPr>
          <p:spPr bwMode="auto">
            <a:xfrm>
              <a:off x="2911021" y="3754211"/>
              <a:ext cx="193675" cy="212725"/>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5" name="Freeform 385"/>
            <p:cNvSpPr>
              <a:spLocks/>
            </p:cNvSpPr>
            <p:nvPr/>
          </p:nvSpPr>
          <p:spPr bwMode="auto">
            <a:xfrm>
              <a:off x="2911021" y="3754211"/>
              <a:ext cx="193675" cy="212725"/>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6" name="Freeform 386"/>
            <p:cNvSpPr>
              <a:spLocks/>
            </p:cNvSpPr>
            <p:nvPr/>
          </p:nvSpPr>
          <p:spPr bwMode="auto">
            <a:xfrm>
              <a:off x="2898321" y="3763736"/>
              <a:ext cx="180975" cy="200025"/>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7" name="Freeform 387"/>
            <p:cNvSpPr>
              <a:spLocks/>
            </p:cNvSpPr>
            <p:nvPr/>
          </p:nvSpPr>
          <p:spPr bwMode="auto">
            <a:xfrm>
              <a:off x="2898321" y="3763736"/>
              <a:ext cx="180975" cy="200025"/>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8" name="Freeform 388"/>
            <p:cNvSpPr>
              <a:spLocks/>
            </p:cNvSpPr>
            <p:nvPr/>
          </p:nvSpPr>
          <p:spPr bwMode="auto">
            <a:xfrm>
              <a:off x="2920546" y="3776436"/>
              <a:ext cx="146050" cy="168275"/>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close/>
                </a:path>
              </a:pathLst>
            </a:custGeom>
            <a:solidFill>
              <a:srgbClr val="BD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9" name="Freeform 389"/>
            <p:cNvSpPr>
              <a:spLocks/>
            </p:cNvSpPr>
            <p:nvPr/>
          </p:nvSpPr>
          <p:spPr bwMode="auto">
            <a:xfrm>
              <a:off x="2920546" y="3776436"/>
              <a:ext cx="146050" cy="168275"/>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0" name="Freeform 390"/>
            <p:cNvSpPr>
              <a:spLocks/>
            </p:cNvSpPr>
            <p:nvPr/>
          </p:nvSpPr>
          <p:spPr bwMode="auto">
            <a:xfrm>
              <a:off x="2952296" y="3820886"/>
              <a:ext cx="73025" cy="82550"/>
            </a:xfrm>
            <a:custGeom>
              <a:avLst/>
              <a:gdLst>
                <a:gd name="T0" fmla="*/ 0 w 46"/>
                <a:gd name="T1" fmla="*/ 32 h 52"/>
                <a:gd name="T2" fmla="*/ 0 w 46"/>
                <a:gd name="T3" fmla="*/ 32 h 52"/>
                <a:gd name="T4" fmla="*/ 4 w 46"/>
                <a:gd name="T5" fmla="*/ 42 h 52"/>
                <a:gd name="T6" fmla="*/ 10 w 46"/>
                <a:gd name="T7" fmla="*/ 48 h 52"/>
                <a:gd name="T8" fmla="*/ 18 w 46"/>
                <a:gd name="T9" fmla="*/ 52 h 52"/>
                <a:gd name="T10" fmla="*/ 28 w 46"/>
                <a:gd name="T11" fmla="*/ 52 h 52"/>
                <a:gd name="T12" fmla="*/ 28 w 46"/>
                <a:gd name="T13" fmla="*/ 52 h 52"/>
                <a:gd name="T14" fmla="*/ 38 w 46"/>
                <a:gd name="T15" fmla="*/ 48 h 52"/>
                <a:gd name="T16" fmla="*/ 44 w 46"/>
                <a:gd name="T17" fmla="*/ 42 h 52"/>
                <a:gd name="T18" fmla="*/ 46 w 46"/>
                <a:gd name="T19" fmla="*/ 32 h 52"/>
                <a:gd name="T20" fmla="*/ 46 w 46"/>
                <a:gd name="T21" fmla="*/ 22 h 52"/>
                <a:gd name="T22" fmla="*/ 46 w 46"/>
                <a:gd name="T23" fmla="*/ 22 h 52"/>
                <a:gd name="T24" fmla="*/ 42 w 46"/>
                <a:gd name="T25" fmla="*/ 12 h 52"/>
                <a:gd name="T26" fmla="*/ 36 w 46"/>
                <a:gd name="T27" fmla="*/ 6 h 52"/>
                <a:gd name="T28" fmla="*/ 28 w 46"/>
                <a:gd name="T29" fmla="*/ 2 h 52"/>
                <a:gd name="T30" fmla="*/ 18 w 46"/>
                <a:gd name="T31" fmla="*/ 0 h 52"/>
                <a:gd name="T32" fmla="*/ 18 w 46"/>
                <a:gd name="T33" fmla="*/ 0 h 52"/>
                <a:gd name="T34" fmla="*/ 10 w 46"/>
                <a:gd name="T35" fmla="*/ 4 h 52"/>
                <a:gd name="T36" fmla="*/ 2 w 46"/>
                <a:gd name="T37" fmla="*/ 12 h 52"/>
                <a:gd name="T38" fmla="*/ 0 w 46"/>
                <a:gd name="T39" fmla="*/ 22 h 52"/>
                <a:gd name="T40" fmla="*/ 0 w 46"/>
                <a:gd name="T41" fmla="*/ 32 h 52"/>
                <a:gd name="T42" fmla="*/ 0 w 46"/>
                <a:gd name="T4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52">
                  <a:moveTo>
                    <a:pt x="0" y="32"/>
                  </a:moveTo>
                  <a:lnTo>
                    <a:pt x="0" y="32"/>
                  </a:lnTo>
                  <a:lnTo>
                    <a:pt x="4" y="42"/>
                  </a:lnTo>
                  <a:lnTo>
                    <a:pt x="10" y="48"/>
                  </a:lnTo>
                  <a:lnTo>
                    <a:pt x="18" y="52"/>
                  </a:lnTo>
                  <a:lnTo>
                    <a:pt x="28" y="52"/>
                  </a:lnTo>
                  <a:lnTo>
                    <a:pt x="28" y="52"/>
                  </a:lnTo>
                  <a:lnTo>
                    <a:pt x="38" y="48"/>
                  </a:lnTo>
                  <a:lnTo>
                    <a:pt x="44" y="42"/>
                  </a:lnTo>
                  <a:lnTo>
                    <a:pt x="46" y="32"/>
                  </a:lnTo>
                  <a:lnTo>
                    <a:pt x="46" y="22"/>
                  </a:lnTo>
                  <a:lnTo>
                    <a:pt x="46" y="22"/>
                  </a:lnTo>
                  <a:lnTo>
                    <a:pt x="42" y="12"/>
                  </a:lnTo>
                  <a:lnTo>
                    <a:pt x="36" y="6"/>
                  </a:lnTo>
                  <a:lnTo>
                    <a:pt x="28" y="2"/>
                  </a:lnTo>
                  <a:lnTo>
                    <a:pt x="18" y="0"/>
                  </a:lnTo>
                  <a:lnTo>
                    <a:pt x="18" y="0"/>
                  </a:lnTo>
                  <a:lnTo>
                    <a:pt x="10" y="4"/>
                  </a:lnTo>
                  <a:lnTo>
                    <a:pt x="2" y="12"/>
                  </a:lnTo>
                  <a:lnTo>
                    <a:pt x="0" y="22"/>
                  </a:lnTo>
                  <a:lnTo>
                    <a:pt x="0" y="32"/>
                  </a:lnTo>
                  <a:lnTo>
                    <a:pt x="0" y="32"/>
                  </a:lnTo>
                  <a:close/>
                </a:path>
              </a:pathLst>
            </a:custGeom>
            <a:solidFill>
              <a:srgbClr val="93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1" name="Freeform 391"/>
            <p:cNvSpPr>
              <a:spLocks/>
            </p:cNvSpPr>
            <p:nvPr/>
          </p:nvSpPr>
          <p:spPr bwMode="auto">
            <a:xfrm>
              <a:off x="2787196" y="3852636"/>
              <a:ext cx="38100" cy="53975"/>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2" name="Freeform 392"/>
            <p:cNvSpPr>
              <a:spLocks/>
            </p:cNvSpPr>
            <p:nvPr/>
          </p:nvSpPr>
          <p:spPr bwMode="auto">
            <a:xfrm>
              <a:off x="2787196" y="3852636"/>
              <a:ext cx="38100" cy="53975"/>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3" name="Freeform 393"/>
            <p:cNvSpPr>
              <a:spLocks/>
            </p:cNvSpPr>
            <p:nvPr/>
          </p:nvSpPr>
          <p:spPr bwMode="auto">
            <a:xfrm>
              <a:off x="2825296" y="3751036"/>
              <a:ext cx="193675" cy="212725"/>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4" name="Freeform 394"/>
            <p:cNvSpPr>
              <a:spLocks/>
            </p:cNvSpPr>
            <p:nvPr/>
          </p:nvSpPr>
          <p:spPr bwMode="auto">
            <a:xfrm>
              <a:off x="2825296" y="3751036"/>
              <a:ext cx="193675" cy="212725"/>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5" name="Freeform 395"/>
            <p:cNvSpPr>
              <a:spLocks/>
            </p:cNvSpPr>
            <p:nvPr/>
          </p:nvSpPr>
          <p:spPr bwMode="auto">
            <a:xfrm>
              <a:off x="2726871" y="3865336"/>
              <a:ext cx="41275" cy="53975"/>
            </a:xfrm>
            <a:custGeom>
              <a:avLst/>
              <a:gdLst>
                <a:gd name="T0" fmla="*/ 6 w 26"/>
                <a:gd name="T1" fmla="*/ 34 h 34"/>
                <a:gd name="T2" fmla="*/ 26 w 26"/>
                <a:gd name="T3" fmla="*/ 30 h 34"/>
                <a:gd name="T4" fmla="*/ 20 w 26"/>
                <a:gd name="T5" fmla="*/ 0 h 34"/>
                <a:gd name="T6" fmla="*/ 0 w 26"/>
                <a:gd name="T7" fmla="*/ 4 h 34"/>
                <a:gd name="T8" fmla="*/ 6 w 26"/>
                <a:gd name="T9" fmla="*/ 34 h 34"/>
              </a:gdLst>
              <a:ahLst/>
              <a:cxnLst>
                <a:cxn ang="0">
                  <a:pos x="T0" y="T1"/>
                </a:cxn>
                <a:cxn ang="0">
                  <a:pos x="T2" y="T3"/>
                </a:cxn>
                <a:cxn ang="0">
                  <a:pos x="T4" y="T5"/>
                </a:cxn>
                <a:cxn ang="0">
                  <a:pos x="T6" y="T7"/>
                </a:cxn>
                <a:cxn ang="0">
                  <a:pos x="T8" y="T9"/>
                </a:cxn>
              </a:cxnLst>
              <a:rect l="0" t="0" r="r" b="b"/>
              <a:pathLst>
                <a:path w="26" h="34">
                  <a:moveTo>
                    <a:pt x="6" y="34"/>
                  </a:moveTo>
                  <a:lnTo>
                    <a:pt x="26" y="30"/>
                  </a:lnTo>
                  <a:lnTo>
                    <a:pt x="20" y="0"/>
                  </a:lnTo>
                  <a:lnTo>
                    <a:pt x="0" y="4"/>
                  </a:lnTo>
                  <a:lnTo>
                    <a:pt x="6" y="3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6" name="Freeform 396"/>
            <p:cNvSpPr>
              <a:spLocks/>
            </p:cNvSpPr>
            <p:nvPr/>
          </p:nvSpPr>
          <p:spPr bwMode="auto">
            <a:xfrm>
              <a:off x="2745921" y="3846286"/>
              <a:ext cx="50800" cy="82550"/>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7" name="Freeform 397"/>
            <p:cNvSpPr>
              <a:spLocks/>
            </p:cNvSpPr>
            <p:nvPr/>
          </p:nvSpPr>
          <p:spPr bwMode="auto">
            <a:xfrm>
              <a:off x="2745921" y="3846286"/>
              <a:ext cx="50800" cy="82550"/>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8" name="Freeform 400"/>
            <p:cNvSpPr>
              <a:spLocks/>
            </p:cNvSpPr>
            <p:nvPr/>
          </p:nvSpPr>
          <p:spPr bwMode="auto">
            <a:xfrm>
              <a:off x="2799896" y="3754211"/>
              <a:ext cx="193675" cy="212725"/>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close/>
                </a:path>
              </a:pathLst>
            </a:custGeom>
            <a:solidFill>
              <a:srgbClr val="A8A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9" name="Freeform 401"/>
            <p:cNvSpPr>
              <a:spLocks/>
            </p:cNvSpPr>
            <p:nvPr/>
          </p:nvSpPr>
          <p:spPr bwMode="auto">
            <a:xfrm>
              <a:off x="2799896" y="3754211"/>
              <a:ext cx="193675" cy="212725"/>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0" name="Freeform 402"/>
            <p:cNvSpPr>
              <a:spLocks/>
            </p:cNvSpPr>
            <p:nvPr/>
          </p:nvSpPr>
          <p:spPr bwMode="auto">
            <a:xfrm>
              <a:off x="2806246" y="3763736"/>
              <a:ext cx="177800" cy="196850"/>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1" name="Freeform 403"/>
            <p:cNvSpPr>
              <a:spLocks/>
            </p:cNvSpPr>
            <p:nvPr/>
          </p:nvSpPr>
          <p:spPr bwMode="auto">
            <a:xfrm>
              <a:off x="2806246" y="3763736"/>
              <a:ext cx="177800" cy="196850"/>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2" name="Freeform 404"/>
            <p:cNvSpPr>
              <a:spLocks/>
            </p:cNvSpPr>
            <p:nvPr/>
          </p:nvSpPr>
          <p:spPr bwMode="auto">
            <a:xfrm>
              <a:off x="2812596" y="3766911"/>
              <a:ext cx="168275" cy="187325"/>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3" name="Freeform 405"/>
            <p:cNvSpPr>
              <a:spLocks/>
            </p:cNvSpPr>
            <p:nvPr/>
          </p:nvSpPr>
          <p:spPr bwMode="auto">
            <a:xfrm>
              <a:off x="2812596" y="3766911"/>
              <a:ext cx="168275" cy="187325"/>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4" name="Freeform 407"/>
            <p:cNvSpPr>
              <a:spLocks/>
            </p:cNvSpPr>
            <p:nvPr/>
          </p:nvSpPr>
          <p:spPr bwMode="auto">
            <a:xfrm>
              <a:off x="2822121" y="3779611"/>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close/>
                </a:path>
              </a:pathLst>
            </a:custGeom>
            <a:solidFill>
              <a:srgbClr val="F794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5" name="Freeform 408"/>
            <p:cNvSpPr>
              <a:spLocks/>
            </p:cNvSpPr>
            <p:nvPr/>
          </p:nvSpPr>
          <p:spPr bwMode="auto">
            <a:xfrm>
              <a:off x="2822121" y="3779611"/>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6" name="Freeform 409"/>
            <p:cNvSpPr>
              <a:spLocks/>
            </p:cNvSpPr>
            <p:nvPr/>
          </p:nvSpPr>
          <p:spPr bwMode="auto">
            <a:xfrm>
              <a:off x="2866571" y="3827236"/>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7" name="Freeform 410"/>
            <p:cNvSpPr>
              <a:spLocks/>
            </p:cNvSpPr>
            <p:nvPr/>
          </p:nvSpPr>
          <p:spPr bwMode="auto">
            <a:xfrm>
              <a:off x="2866571" y="3827236"/>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8" name="Freeform 411"/>
            <p:cNvSpPr>
              <a:spLocks/>
            </p:cNvSpPr>
            <p:nvPr/>
          </p:nvSpPr>
          <p:spPr bwMode="auto">
            <a:xfrm>
              <a:off x="2809421" y="3903436"/>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close/>
                </a:path>
              </a:pathLst>
            </a:custGeom>
            <a:solidFill>
              <a:srgbClr val="D4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9" name="Freeform 412"/>
            <p:cNvSpPr>
              <a:spLocks/>
            </p:cNvSpPr>
            <p:nvPr/>
          </p:nvSpPr>
          <p:spPr bwMode="auto">
            <a:xfrm>
              <a:off x="2809421" y="3903436"/>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0" name="Freeform 413"/>
            <p:cNvSpPr>
              <a:spLocks/>
            </p:cNvSpPr>
            <p:nvPr/>
          </p:nvSpPr>
          <p:spPr bwMode="auto">
            <a:xfrm>
              <a:off x="2850696" y="3954236"/>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close/>
                </a:path>
              </a:pathLst>
            </a:custGeom>
            <a:solidFill>
              <a:srgbClr val="CC8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1" name="Freeform 414"/>
            <p:cNvSpPr>
              <a:spLocks/>
            </p:cNvSpPr>
            <p:nvPr/>
          </p:nvSpPr>
          <p:spPr bwMode="auto">
            <a:xfrm>
              <a:off x="2850696" y="3954236"/>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2" name="Freeform 415"/>
            <p:cNvSpPr>
              <a:spLocks/>
            </p:cNvSpPr>
            <p:nvPr/>
          </p:nvSpPr>
          <p:spPr bwMode="auto">
            <a:xfrm>
              <a:off x="2799896" y="3858986"/>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3" name="Freeform 416"/>
            <p:cNvSpPr>
              <a:spLocks/>
            </p:cNvSpPr>
            <p:nvPr/>
          </p:nvSpPr>
          <p:spPr bwMode="auto">
            <a:xfrm>
              <a:off x="2799896" y="3858986"/>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4" name="Freeform 417"/>
            <p:cNvSpPr>
              <a:spLocks/>
            </p:cNvSpPr>
            <p:nvPr/>
          </p:nvSpPr>
          <p:spPr bwMode="auto">
            <a:xfrm>
              <a:off x="2930071" y="3912961"/>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5" name="Freeform 418"/>
            <p:cNvSpPr>
              <a:spLocks/>
            </p:cNvSpPr>
            <p:nvPr/>
          </p:nvSpPr>
          <p:spPr bwMode="auto">
            <a:xfrm>
              <a:off x="2930071" y="3912961"/>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6" name="Freeform 419"/>
            <p:cNvSpPr>
              <a:spLocks/>
            </p:cNvSpPr>
            <p:nvPr/>
          </p:nvSpPr>
          <p:spPr bwMode="auto">
            <a:xfrm>
              <a:off x="2799896" y="3760561"/>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close/>
                </a:path>
              </a:pathLst>
            </a:custGeom>
            <a:solidFill>
              <a:srgbClr val="939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7" name="Freeform 420"/>
            <p:cNvSpPr>
              <a:spLocks/>
            </p:cNvSpPr>
            <p:nvPr/>
          </p:nvSpPr>
          <p:spPr bwMode="auto">
            <a:xfrm>
              <a:off x="2799896" y="3760561"/>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8" name="Freeform 421"/>
            <p:cNvSpPr>
              <a:spLocks/>
            </p:cNvSpPr>
            <p:nvPr/>
          </p:nvSpPr>
          <p:spPr bwMode="auto">
            <a:xfrm>
              <a:off x="2806246" y="3770086"/>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9" name="Freeform 422"/>
            <p:cNvSpPr>
              <a:spLocks/>
            </p:cNvSpPr>
            <p:nvPr/>
          </p:nvSpPr>
          <p:spPr bwMode="auto">
            <a:xfrm>
              <a:off x="2806246" y="3770086"/>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0" name="Freeform 423"/>
            <p:cNvSpPr>
              <a:spLocks/>
            </p:cNvSpPr>
            <p:nvPr/>
          </p:nvSpPr>
          <p:spPr bwMode="auto">
            <a:xfrm>
              <a:off x="2812596" y="3776436"/>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1" name="Freeform 424"/>
            <p:cNvSpPr>
              <a:spLocks/>
            </p:cNvSpPr>
            <p:nvPr/>
          </p:nvSpPr>
          <p:spPr bwMode="auto">
            <a:xfrm>
              <a:off x="2812596" y="3776436"/>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2" name="Freeform 425"/>
            <p:cNvSpPr>
              <a:spLocks/>
            </p:cNvSpPr>
            <p:nvPr/>
          </p:nvSpPr>
          <p:spPr bwMode="auto">
            <a:xfrm>
              <a:off x="2822121" y="3792311"/>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close/>
                </a:path>
              </a:pathLst>
            </a:custGeom>
            <a:solidFill>
              <a:srgbClr val="D38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3" name="Freeform 426"/>
            <p:cNvSpPr>
              <a:spLocks/>
            </p:cNvSpPr>
            <p:nvPr/>
          </p:nvSpPr>
          <p:spPr bwMode="auto">
            <a:xfrm>
              <a:off x="2822121" y="3792311"/>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4" name="Freeform 427"/>
            <p:cNvSpPr>
              <a:spLocks/>
            </p:cNvSpPr>
            <p:nvPr/>
          </p:nvSpPr>
          <p:spPr bwMode="auto">
            <a:xfrm>
              <a:off x="2866571" y="3862161"/>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5" name="Freeform 428"/>
            <p:cNvSpPr>
              <a:spLocks/>
            </p:cNvSpPr>
            <p:nvPr/>
          </p:nvSpPr>
          <p:spPr bwMode="auto">
            <a:xfrm>
              <a:off x="2866571" y="3862161"/>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nvGrpSpPr>
            <p:cNvPr id="3" name="Group 2"/>
            <p:cNvGrpSpPr/>
            <p:nvPr/>
          </p:nvGrpSpPr>
          <p:grpSpPr>
            <a:xfrm>
              <a:off x="2701175" y="3947886"/>
              <a:ext cx="1772241" cy="1711325"/>
              <a:chOff x="3044825" y="3765550"/>
              <a:chExt cx="6988175" cy="1711325"/>
            </a:xfrm>
          </p:grpSpPr>
          <p:sp>
            <p:nvSpPr>
              <p:cNvPr id="158" name="Freeform 236"/>
              <p:cNvSpPr>
                <a:spLocks/>
              </p:cNvSpPr>
              <p:nvPr/>
            </p:nvSpPr>
            <p:spPr bwMode="auto">
              <a:xfrm>
                <a:off x="3044825" y="3765550"/>
                <a:ext cx="6988175" cy="117475"/>
              </a:xfrm>
              <a:custGeom>
                <a:avLst/>
                <a:gdLst>
                  <a:gd name="T0" fmla="*/ 4368 w 4402"/>
                  <a:gd name="T1" fmla="*/ 74 h 74"/>
                  <a:gd name="T2" fmla="*/ 32 w 4402"/>
                  <a:gd name="T3" fmla="*/ 74 h 74"/>
                  <a:gd name="T4" fmla="*/ 0 w 4402"/>
                  <a:gd name="T5" fmla="*/ 0 h 74"/>
                  <a:gd name="T6" fmla="*/ 4402 w 4402"/>
                  <a:gd name="T7" fmla="*/ 0 h 74"/>
                  <a:gd name="T8" fmla="*/ 4368 w 4402"/>
                  <a:gd name="T9" fmla="*/ 74 h 74"/>
                </a:gdLst>
                <a:ahLst/>
                <a:cxnLst>
                  <a:cxn ang="0">
                    <a:pos x="T0" y="T1"/>
                  </a:cxn>
                  <a:cxn ang="0">
                    <a:pos x="T2" y="T3"/>
                  </a:cxn>
                  <a:cxn ang="0">
                    <a:pos x="T4" y="T5"/>
                  </a:cxn>
                  <a:cxn ang="0">
                    <a:pos x="T6" y="T7"/>
                  </a:cxn>
                  <a:cxn ang="0">
                    <a:pos x="T8" y="T9"/>
                  </a:cxn>
                </a:cxnLst>
                <a:rect l="0" t="0" r="r" b="b"/>
                <a:pathLst>
                  <a:path w="4402" h="74">
                    <a:moveTo>
                      <a:pt x="4368" y="74"/>
                    </a:moveTo>
                    <a:lnTo>
                      <a:pt x="32" y="74"/>
                    </a:lnTo>
                    <a:lnTo>
                      <a:pt x="0" y="0"/>
                    </a:lnTo>
                    <a:lnTo>
                      <a:pt x="4402" y="0"/>
                    </a:lnTo>
                    <a:lnTo>
                      <a:pt x="4368" y="74"/>
                    </a:lnTo>
                    <a:close/>
                  </a:path>
                </a:pathLst>
              </a:custGeom>
              <a:solidFill>
                <a:srgbClr val="755B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9" name="Freeform 238"/>
              <p:cNvSpPr>
                <a:spLocks/>
              </p:cNvSpPr>
              <p:nvPr/>
            </p:nvSpPr>
            <p:spPr bwMode="auto">
              <a:xfrm>
                <a:off x="3044825" y="3765550"/>
                <a:ext cx="6988175" cy="44450"/>
              </a:xfrm>
              <a:custGeom>
                <a:avLst/>
                <a:gdLst>
                  <a:gd name="T0" fmla="*/ 4402 w 4402"/>
                  <a:gd name="T1" fmla="*/ 0 h 28"/>
                  <a:gd name="T2" fmla="*/ 0 w 4402"/>
                  <a:gd name="T3" fmla="*/ 0 h 28"/>
                  <a:gd name="T4" fmla="*/ 12 w 4402"/>
                  <a:gd name="T5" fmla="*/ 28 h 28"/>
                  <a:gd name="T6" fmla="*/ 4390 w 4402"/>
                  <a:gd name="T7" fmla="*/ 28 h 28"/>
                  <a:gd name="T8" fmla="*/ 4402 w 4402"/>
                  <a:gd name="T9" fmla="*/ 0 h 28"/>
                </a:gdLst>
                <a:ahLst/>
                <a:cxnLst>
                  <a:cxn ang="0">
                    <a:pos x="T0" y="T1"/>
                  </a:cxn>
                  <a:cxn ang="0">
                    <a:pos x="T2" y="T3"/>
                  </a:cxn>
                  <a:cxn ang="0">
                    <a:pos x="T4" y="T5"/>
                  </a:cxn>
                  <a:cxn ang="0">
                    <a:pos x="T6" y="T7"/>
                  </a:cxn>
                  <a:cxn ang="0">
                    <a:pos x="T8" y="T9"/>
                  </a:cxn>
                </a:cxnLst>
                <a:rect l="0" t="0" r="r" b="b"/>
                <a:pathLst>
                  <a:path w="4402" h="28">
                    <a:moveTo>
                      <a:pt x="4402" y="0"/>
                    </a:moveTo>
                    <a:lnTo>
                      <a:pt x="0" y="0"/>
                    </a:lnTo>
                    <a:lnTo>
                      <a:pt x="12" y="28"/>
                    </a:lnTo>
                    <a:lnTo>
                      <a:pt x="4390" y="28"/>
                    </a:lnTo>
                    <a:lnTo>
                      <a:pt x="4402" y="0"/>
                    </a:lnTo>
                    <a:close/>
                  </a:path>
                </a:pathLst>
              </a:custGeom>
              <a:solidFill>
                <a:srgbClr val="EEA2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0" name="Rectangle 240"/>
              <p:cNvSpPr>
                <a:spLocks noChangeArrowheads="1"/>
              </p:cNvSpPr>
              <p:nvPr/>
            </p:nvSpPr>
            <p:spPr bwMode="auto">
              <a:xfrm>
                <a:off x="9277130" y="3883025"/>
                <a:ext cx="244801" cy="1593850"/>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1" name="Rectangle 241"/>
              <p:cNvSpPr>
                <a:spLocks noChangeArrowheads="1"/>
              </p:cNvSpPr>
              <p:nvPr/>
            </p:nvSpPr>
            <p:spPr bwMode="auto">
              <a:xfrm>
                <a:off x="3533552" y="3883025"/>
                <a:ext cx="244801" cy="1593850"/>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sp>
          <p:nvSpPr>
            <p:cNvPr id="189" name="Freeform 188"/>
            <p:cNvSpPr>
              <a:spLocks/>
            </p:cNvSpPr>
            <p:nvPr/>
          </p:nvSpPr>
          <p:spPr bwMode="auto">
            <a:xfrm>
              <a:off x="3528358" y="2677622"/>
              <a:ext cx="43779" cy="65670"/>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1" name="Freeform 190"/>
            <p:cNvSpPr>
              <a:spLocks/>
            </p:cNvSpPr>
            <p:nvPr/>
          </p:nvSpPr>
          <p:spPr bwMode="auto">
            <a:xfrm>
              <a:off x="3357156" y="2529139"/>
              <a:ext cx="101231" cy="47084"/>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2" name="Freeform 191"/>
            <p:cNvSpPr>
              <a:spLocks/>
            </p:cNvSpPr>
            <p:nvPr/>
          </p:nvSpPr>
          <p:spPr bwMode="auto">
            <a:xfrm>
              <a:off x="3373635" y="2590643"/>
              <a:ext cx="108293" cy="94168"/>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3" name="Oval 192"/>
            <p:cNvSpPr>
              <a:spLocks noChangeArrowheads="1"/>
            </p:cNvSpPr>
            <p:nvPr/>
          </p:nvSpPr>
          <p:spPr bwMode="auto">
            <a:xfrm>
              <a:off x="3401885" y="2602413"/>
              <a:ext cx="68272" cy="65918"/>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4" name="Oval 193"/>
            <p:cNvSpPr>
              <a:spLocks noChangeArrowheads="1"/>
            </p:cNvSpPr>
            <p:nvPr/>
          </p:nvSpPr>
          <p:spPr bwMode="auto">
            <a:xfrm>
              <a:off x="3413657" y="2618893"/>
              <a:ext cx="16480" cy="1648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5" name="Freeform 194"/>
            <p:cNvSpPr>
              <a:spLocks/>
            </p:cNvSpPr>
            <p:nvPr/>
          </p:nvSpPr>
          <p:spPr bwMode="auto">
            <a:xfrm>
              <a:off x="3632596" y="2529139"/>
              <a:ext cx="98876" cy="47084"/>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6" name="Freeform 195"/>
            <p:cNvSpPr>
              <a:spLocks/>
            </p:cNvSpPr>
            <p:nvPr/>
          </p:nvSpPr>
          <p:spPr bwMode="auto">
            <a:xfrm>
              <a:off x="3604346" y="2590643"/>
              <a:ext cx="110648" cy="94168"/>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7" name="Oval 196"/>
            <p:cNvSpPr>
              <a:spLocks noChangeArrowheads="1"/>
            </p:cNvSpPr>
            <p:nvPr/>
          </p:nvSpPr>
          <p:spPr bwMode="auto">
            <a:xfrm>
              <a:off x="3620826" y="2602413"/>
              <a:ext cx="65918" cy="65918"/>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8" name="Oval 197"/>
            <p:cNvSpPr>
              <a:spLocks noChangeArrowheads="1"/>
            </p:cNvSpPr>
            <p:nvPr/>
          </p:nvSpPr>
          <p:spPr bwMode="auto">
            <a:xfrm>
              <a:off x="3660847" y="2618893"/>
              <a:ext cx="16480" cy="1648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grpSp>
          <p:nvGrpSpPr>
            <p:cNvPr id="227" name="Group 226"/>
            <p:cNvGrpSpPr/>
            <p:nvPr/>
          </p:nvGrpSpPr>
          <p:grpSpPr>
            <a:xfrm>
              <a:off x="3467322" y="2770510"/>
              <a:ext cx="171945" cy="135505"/>
              <a:chOff x="3298711" y="2633973"/>
              <a:chExt cx="469203" cy="345002"/>
            </a:xfrm>
          </p:grpSpPr>
          <p:sp>
            <p:nvSpPr>
              <p:cNvPr id="225" name="Freeform 32"/>
              <p:cNvSpPr>
                <a:spLocks/>
              </p:cNvSpPr>
              <p:nvPr/>
            </p:nvSpPr>
            <p:spPr bwMode="auto">
              <a:xfrm>
                <a:off x="3376911" y="2850174"/>
                <a:ext cx="308202" cy="128801"/>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close/>
                  </a:path>
                </a:pathLst>
              </a:custGeom>
              <a:solidFill>
                <a:srgbClr val="DA9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26" name="Freeform 34"/>
              <p:cNvSpPr>
                <a:spLocks/>
              </p:cNvSpPr>
              <p:nvPr/>
            </p:nvSpPr>
            <p:spPr bwMode="auto">
              <a:xfrm>
                <a:off x="3298711" y="2633973"/>
                <a:ext cx="469203" cy="305902"/>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close/>
                  </a:path>
                </a:pathLst>
              </a:custGeom>
              <a:solidFill>
                <a:srgbClr val="763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grpSp>
      <p:sp>
        <p:nvSpPr>
          <p:cNvPr id="307" name="TextBox 306"/>
          <p:cNvSpPr txBox="1"/>
          <p:nvPr/>
        </p:nvSpPr>
        <p:spPr>
          <a:xfrm>
            <a:off x="4556577" y="2428137"/>
            <a:ext cx="7382477" cy="2554545"/>
          </a:xfrm>
          <a:prstGeom prst="rect">
            <a:avLst/>
          </a:prstGeom>
          <a:noFill/>
        </p:spPr>
        <p:txBody>
          <a:bodyPr wrap="square" rtlCol="0">
            <a:spAutoFit/>
          </a:bodyPr>
          <a:lstStyle/>
          <a:p>
            <a:pPr rtl="1" fontAlgn="auto">
              <a:spcBef>
                <a:spcPts val="0"/>
              </a:spcBef>
              <a:spcAft>
                <a:spcPts val="0"/>
              </a:spcAft>
            </a:pPr>
            <a:r>
              <a:rPr lang="ar-SA" sz="3200" b="1" dirty="0">
                <a:solidFill>
                  <a:schemeClr val="accent2">
                    <a:lumMod val="75000"/>
                  </a:schemeClr>
                </a:solidFill>
              </a:rPr>
              <a:t>وأثبتت دراسة كل من بير وميلر ووانغ (2012) أن الألعاب التعليمية تؤثر في تعلم العلوم وتنمية الذات العلمية للطلبة خلال الممارسة المتكررة لهذه الألعاب ومن خلال تأثيرات إجتماعية أخرى، وأثرت على مستوى تقبل وزيادة تحصيلهم من خلالها</a:t>
            </a:r>
            <a:endParaRPr lang="en-US" sz="3200" b="1" dirty="0">
              <a:solidFill>
                <a:schemeClr val="accent2">
                  <a:lumMod val="75000"/>
                </a:schemeClr>
              </a:solidFill>
              <a:latin typeface="Montserrat Light"/>
            </a:endParaRPr>
          </a:p>
        </p:txBody>
      </p:sp>
      <p:sp>
        <p:nvSpPr>
          <p:cNvPr id="17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2225378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28"/>
                                        </p:tgtEl>
                                        <p:attrNameLst>
                                          <p:attrName>style.visibility</p:attrName>
                                        </p:attrNameLst>
                                      </p:cBhvr>
                                      <p:to>
                                        <p:strVal val="visible"/>
                                      </p:to>
                                    </p:set>
                                    <p:anim calcmode="lin" valueType="num">
                                      <p:cBhvr>
                                        <p:cTn id="7" dur="500" fill="hold"/>
                                        <p:tgtEl>
                                          <p:spTgt spid="228"/>
                                        </p:tgtEl>
                                        <p:attrNameLst>
                                          <p:attrName>ppt_w</p:attrName>
                                        </p:attrNameLst>
                                      </p:cBhvr>
                                      <p:tavLst>
                                        <p:tav tm="0">
                                          <p:val>
                                            <p:fltVal val="0"/>
                                          </p:val>
                                        </p:tav>
                                        <p:tav tm="100000">
                                          <p:val>
                                            <p:strVal val="#ppt_w"/>
                                          </p:val>
                                        </p:tav>
                                      </p:tavLst>
                                    </p:anim>
                                    <p:anim calcmode="lin" valueType="num">
                                      <p:cBhvr>
                                        <p:cTn id="8" dur="500" fill="hold"/>
                                        <p:tgtEl>
                                          <p:spTgt spid="228"/>
                                        </p:tgtEl>
                                        <p:attrNameLst>
                                          <p:attrName>ppt_h</p:attrName>
                                        </p:attrNameLst>
                                      </p:cBhvr>
                                      <p:tavLst>
                                        <p:tav tm="0">
                                          <p:val>
                                            <p:fltVal val="0"/>
                                          </p:val>
                                        </p:tav>
                                        <p:tav tm="100000">
                                          <p:val>
                                            <p:strVal val="#ppt_h"/>
                                          </p:val>
                                        </p:tav>
                                      </p:tavLst>
                                    </p:anim>
                                    <p:animEffect transition="in" filter="fade">
                                      <p:cBhvr>
                                        <p:cTn id="9" dur="500"/>
                                        <p:tgtEl>
                                          <p:spTgt spid="228"/>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307"/>
                                        </p:tgtEl>
                                        <p:attrNameLst>
                                          <p:attrName>style.visibility</p:attrName>
                                        </p:attrNameLst>
                                      </p:cBhvr>
                                      <p:to>
                                        <p:strVal val="visible"/>
                                      </p:to>
                                    </p:set>
                                    <p:animEffect transition="in" filter="fade">
                                      <p:cBhvr>
                                        <p:cTn id="12" dur="500"/>
                                        <p:tgtEl>
                                          <p:spTgt spid="3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2320501" y="1860615"/>
            <a:ext cx="1584611" cy="4131273"/>
            <a:chOff x="8124826" y="0"/>
            <a:chExt cx="2630487" cy="6858001"/>
          </a:xfrm>
        </p:grpSpPr>
        <p:sp>
          <p:nvSpPr>
            <p:cNvPr id="7" name="Freeform 118"/>
            <p:cNvSpPr>
              <a:spLocks/>
            </p:cNvSpPr>
            <p:nvPr/>
          </p:nvSpPr>
          <p:spPr bwMode="auto">
            <a:xfrm>
              <a:off x="9105901" y="6450013"/>
              <a:ext cx="504825" cy="407988"/>
            </a:xfrm>
            <a:custGeom>
              <a:avLst/>
              <a:gdLst>
                <a:gd name="T0" fmla="*/ 16 w 318"/>
                <a:gd name="T1" fmla="*/ 0 h 257"/>
                <a:gd name="T2" fmla="*/ 16 w 318"/>
                <a:gd name="T3" fmla="*/ 0 h 257"/>
                <a:gd name="T4" fmla="*/ 13 w 318"/>
                <a:gd name="T5" fmla="*/ 6 h 257"/>
                <a:gd name="T6" fmla="*/ 7 w 318"/>
                <a:gd name="T7" fmla="*/ 21 h 257"/>
                <a:gd name="T8" fmla="*/ 2 w 318"/>
                <a:gd name="T9" fmla="*/ 44 h 257"/>
                <a:gd name="T10" fmla="*/ 0 w 318"/>
                <a:gd name="T11" fmla="*/ 58 h 257"/>
                <a:gd name="T12" fmla="*/ 0 w 318"/>
                <a:gd name="T13" fmla="*/ 72 h 257"/>
                <a:gd name="T14" fmla="*/ 0 w 318"/>
                <a:gd name="T15" fmla="*/ 72 h 257"/>
                <a:gd name="T16" fmla="*/ 2 w 318"/>
                <a:gd name="T17" fmla="*/ 116 h 257"/>
                <a:gd name="T18" fmla="*/ 0 w 318"/>
                <a:gd name="T19" fmla="*/ 174 h 257"/>
                <a:gd name="T20" fmla="*/ 0 w 318"/>
                <a:gd name="T21" fmla="*/ 245 h 257"/>
                <a:gd name="T22" fmla="*/ 16 w 318"/>
                <a:gd name="T23" fmla="*/ 245 h 257"/>
                <a:gd name="T24" fmla="*/ 16 w 318"/>
                <a:gd name="T25" fmla="*/ 245 h 257"/>
                <a:gd name="T26" fmla="*/ 16 w 318"/>
                <a:gd name="T27" fmla="*/ 232 h 257"/>
                <a:gd name="T28" fmla="*/ 18 w 318"/>
                <a:gd name="T29" fmla="*/ 218 h 257"/>
                <a:gd name="T30" fmla="*/ 20 w 318"/>
                <a:gd name="T31" fmla="*/ 206 h 257"/>
                <a:gd name="T32" fmla="*/ 25 w 318"/>
                <a:gd name="T33" fmla="*/ 194 h 257"/>
                <a:gd name="T34" fmla="*/ 28 w 318"/>
                <a:gd name="T35" fmla="*/ 188 h 257"/>
                <a:gd name="T36" fmla="*/ 32 w 318"/>
                <a:gd name="T37" fmla="*/ 185 h 257"/>
                <a:gd name="T38" fmla="*/ 37 w 318"/>
                <a:gd name="T39" fmla="*/ 183 h 257"/>
                <a:gd name="T40" fmla="*/ 43 w 318"/>
                <a:gd name="T41" fmla="*/ 183 h 257"/>
                <a:gd name="T42" fmla="*/ 48 w 318"/>
                <a:gd name="T43" fmla="*/ 185 h 257"/>
                <a:gd name="T44" fmla="*/ 55 w 318"/>
                <a:gd name="T45" fmla="*/ 190 h 257"/>
                <a:gd name="T46" fmla="*/ 55 w 318"/>
                <a:gd name="T47" fmla="*/ 190 h 257"/>
                <a:gd name="T48" fmla="*/ 88 w 318"/>
                <a:gd name="T49" fmla="*/ 213 h 257"/>
                <a:gd name="T50" fmla="*/ 106 w 318"/>
                <a:gd name="T51" fmla="*/ 224 h 257"/>
                <a:gd name="T52" fmla="*/ 125 w 318"/>
                <a:gd name="T53" fmla="*/ 234 h 257"/>
                <a:gd name="T54" fmla="*/ 144 w 318"/>
                <a:gd name="T55" fmla="*/ 243 h 257"/>
                <a:gd name="T56" fmla="*/ 166 w 318"/>
                <a:gd name="T57" fmla="*/ 250 h 257"/>
                <a:gd name="T58" fmla="*/ 187 w 318"/>
                <a:gd name="T59" fmla="*/ 253 h 257"/>
                <a:gd name="T60" fmla="*/ 208 w 318"/>
                <a:gd name="T61" fmla="*/ 255 h 257"/>
                <a:gd name="T62" fmla="*/ 208 w 318"/>
                <a:gd name="T63" fmla="*/ 255 h 257"/>
                <a:gd name="T64" fmla="*/ 252 w 318"/>
                <a:gd name="T65" fmla="*/ 257 h 257"/>
                <a:gd name="T66" fmla="*/ 289 w 318"/>
                <a:gd name="T67" fmla="*/ 257 h 257"/>
                <a:gd name="T68" fmla="*/ 303 w 318"/>
                <a:gd name="T69" fmla="*/ 255 h 257"/>
                <a:gd name="T70" fmla="*/ 313 w 318"/>
                <a:gd name="T71" fmla="*/ 252 h 257"/>
                <a:gd name="T72" fmla="*/ 317 w 318"/>
                <a:gd name="T73" fmla="*/ 250 h 257"/>
                <a:gd name="T74" fmla="*/ 318 w 318"/>
                <a:gd name="T75" fmla="*/ 246 h 257"/>
                <a:gd name="T76" fmla="*/ 318 w 318"/>
                <a:gd name="T77" fmla="*/ 243 h 257"/>
                <a:gd name="T78" fmla="*/ 318 w 318"/>
                <a:gd name="T79" fmla="*/ 238 h 257"/>
                <a:gd name="T80" fmla="*/ 318 w 318"/>
                <a:gd name="T81" fmla="*/ 238 h 257"/>
                <a:gd name="T82" fmla="*/ 313 w 318"/>
                <a:gd name="T83" fmla="*/ 229 h 257"/>
                <a:gd name="T84" fmla="*/ 308 w 318"/>
                <a:gd name="T85" fmla="*/ 220 h 257"/>
                <a:gd name="T86" fmla="*/ 299 w 318"/>
                <a:gd name="T87" fmla="*/ 211 h 257"/>
                <a:gd name="T88" fmla="*/ 290 w 318"/>
                <a:gd name="T89" fmla="*/ 201 h 257"/>
                <a:gd name="T90" fmla="*/ 269 w 318"/>
                <a:gd name="T91" fmla="*/ 181 h 257"/>
                <a:gd name="T92" fmla="*/ 241 w 318"/>
                <a:gd name="T93" fmla="*/ 160 h 257"/>
                <a:gd name="T94" fmla="*/ 241 w 318"/>
                <a:gd name="T95" fmla="*/ 160 h 257"/>
                <a:gd name="T96" fmla="*/ 208 w 318"/>
                <a:gd name="T97" fmla="*/ 137 h 257"/>
                <a:gd name="T98" fmla="*/ 171 w 318"/>
                <a:gd name="T99" fmla="*/ 109 h 257"/>
                <a:gd name="T100" fmla="*/ 155 w 318"/>
                <a:gd name="T101" fmla="*/ 95 h 257"/>
                <a:gd name="T102" fmla="*/ 139 w 318"/>
                <a:gd name="T103" fmla="*/ 81 h 257"/>
                <a:gd name="T104" fmla="*/ 127 w 318"/>
                <a:gd name="T105" fmla="*/ 67 h 257"/>
                <a:gd name="T106" fmla="*/ 116 w 318"/>
                <a:gd name="T107" fmla="*/ 53 h 257"/>
                <a:gd name="T108" fmla="*/ 116 w 318"/>
                <a:gd name="T109" fmla="*/ 53 h 257"/>
                <a:gd name="T110" fmla="*/ 111 w 318"/>
                <a:gd name="T111" fmla="*/ 46 h 257"/>
                <a:gd name="T112" fmla="*/ 106 w 318"/>
                <a:gd name="T113" fmla="*/ 41 h 257"/>
                <a:gd name="T114" fmla="*/ 92 w 318"/>
                <a:gd name="T115" fmla="*/ 30 h 257"/>
                <a:gd name="T116" fmla="*/ 74 w 318"/>
                <a:gd name="T117" fmla="*/ 21 h 257"/>
                <a:gd name="T118" fmla="*/ 57 w 318"/>
                <a:gd name="T119" fmla="*/ 13 h 257"/>
                <a:gd name="T120" fmla="*/ 28 w 318"/>
                <a:gd name="T121" fmla="*/ 2 h 257"/>
                <a:gd name="T122" fmla="*/ 16 w 318"/>
                <a:gd name="T123"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8" h="257">
                  <a:moveTo>
                    <a:pt x="16" y="0"/>
                  </a:moveTo>
                  <a:lnTo>
                    <a:pt x="16" y="0"/>
                  </a:lnTo>
                  <a:lnTo>
                    <a:pt x="13" y="6"/>
                  </a:lnTo>
                  <a:lnTo>
                    <a:pt x="7" y="21"/>
                  </a:lnTo>
                  <a:lnTo>
                    <a:pt x="2" y="44"/>
                  </a:lnTo>
                  <a:lnTo>
                    <a:pt x="0" y="58"/>
                  </a:lnTo>
                  <a:lnTo>
                    <a:pt x="0" y="72"/>
                  </a:lnTo>
                  <a:lnTo>
                    <a:pt x="0" y="72"/>
                  </a:lnTo>
                  <a:lnTo>
                    <a:pt x="2" y="116"/>
                  </a:lnTo>
                  <a:lnTo>
                    <a:pt x="0" y="174"/>
                  </a:lnTo>
                  <a:lnTo>
                    <a:pt x="0" y="245"/>
                  </a:lnTo>
                  <a:lnTo>
                    <a:pt x="16" y="245"/>
                  </a:lnTo>
                  <a:lnTo>
                    <a:pt x="16" y="245"/>
                  </a:lnTo>
                  <a:lnTo>
                    <a:pt x="16" y="232"/>
                  </a:lnTo>
                  <a:lnTo>
                    <a:pt x="18" y="218"/>
                  </a:lnTo>
                  <a:lnTo>
                    <a:pt x="20" y="206"/>
                  </a:lnTo>
                  <a:lnTo>
                    <a:pt x="25" y="194"/>
                  </a:lnTo>
                  <a:lnTo>
                    <a:pt x="28" y="188"/>
                  </a:lnTo>
                  <a:lnTo>
                    <a:pt x="32" y="185"/>
                  </a:lnTo>
                  <a:lnTo>
                    <a:pt x="37" y="183"/>
                  </a:lnTo>
                  <a:lnTo>
                    <a:pt x="43" y="183"/>
                  </a:lnTo>
                  <a:lnTo>
                    <a:pt x="48" y="185"/>
                  </a:lnTo>
                  <a:lnTo>
                    <a:pt x="55" y="190"/>
                  </a:lnTo>
                  <a:lnTo>
                    <a:pt x="55" y="190"/>
                  </a:lnTo>
                  <a:lnTo>
                    <a:pt x="88" y="213"/>
                  </a:lnTo>
                  <a:lnTo>
                    <a:pt x="106" y="224"/>
                  </a:lnTo>
                  <a:lnTo>
                    <a:pt x="125" y="234"/>
                  </a:lnTo>
                  <a:lnTo>
                    <a:pt x="144" y="243"/>
                  </a:lnTo>
                  <a:lnTo>
                    <a:pt x="166" y="250"/>
                  </a:lnTo>
                  <a:lnTo>
                    <a:pt x="187" y="253"/>
                  </a:lnTo>
                  <a:lnTo>
                    <a:pt x="208" y="255"/>
                  </a:lnTo>
                  <a:lnTo>
                    <a:pt x="208" y="255"/>
                  </a:lnTo>
                  <a:lnTo>
                    <a:pt x="252" y="257"/>
                  </a:lnTo>
                  <a:lnTo>
                    <a:pt x="289" y="257"/>
                  </a:lnTo>
                  <a:lnTo>
                    <a:pt x="303" y="255"/>
                  </a:lnTo>
                  <a:lnTo>
                    <a:pt x="313" y="252"/>
                  </a:lnTo>
                  <a:lnTo>
                    <a:pt x="317" y="250"/>
                  </a:lnTo>
                  <a:lnTo>
                    <a:pt x="318" y="246"/>
                  </a:lnTo>
                  <a:lnTo>
                    <a:pt x="318" y="243"/>
                  </a:lnTo>
                  <a:lnTo>
                    <a:pt x="318" y="238"/>
                  </a:lnTo>
                  <a:lnTo>
                    <a:pt x="318" y="238"/>
                  </a:lnTo>
                  <a:lnTo>
                    <a:pt x="313" y="229"/>
                  </a:lnTo>
                  <a:lnTo>
                    <a:pt x="308" y="220"/>
                  </a:lnTo>
                  <a:lnTo>
                    <a:pt x="299" y="211"/>
                  </a:lnTo>
                  <a:lnTo>
                    <a:pt x="290" y="201"/>
                  </a:lnTo>
                  <a:lnTo>
                    <a:pt x="269" y="181"/>
                  </a:lnTo>
                  <a:lnTo>
                    <a:pt x="241" y="160"/>
                  </a:lnTo>
                  <a:lnTo>
                    <a:pt x="241" y="160"/>
                  </a:lnTo>
                  <a:lnTo>
                    <a:pt x="208" y="137"/>
                  </a:lnTo>
                  <a:lnTo>
                    <a:pt x="171" y="109"/>
                  </a:lnTo>
                  <a:lnTo>
                    <a:pt x="155" y="95"/>
                  </a:lnTo>
                  <a:lnTo>
                    <a:pt x="139" y="81"/>
                  </a:lnTo>
                  <a:lnTo>
                    <a:pt x="127" y="67"/>
                  </a:lnTo>
                  <a:lnTo>
                    <a:pt x="116" y="53"/>
                  </a:lnTo>
                  <a:lnTo>
                    <a:pt x="116" y="53"/>
                  </a:lnTo>
                  <a:lnTo>
                    <a:pt x="111" y="46"/>
                  </a:lnTo>
                  <a:lnTo>
                    <a:pt x="106" y="41"/>
                  </a:lnTo>
                  <a:lnTo>
                    <a:pt x="92" y="30"/>
                  </a:lnTo>
                  <a:lnTo>
                    <a:pt x="74" y="21"/>
                  </a:lnTo>
                  <a:lnTo>
                    <a:pt x="57" y="13"/>
                  </a:lnTo>
                  <a:lnTo>
                    <a:pt x="28" y="2"/>
                  </a:lnTo>
                  <a:lnTo>
                    <a:pt x="16" y="0"/>
                  </a:lnTo>
                  <a:close/>
                </a:path>
              </a:pathLst>
            </a:custGeom>
            <a:solidFill>
              <a:srgbClr val="CC2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 name="Freeform 119"/>
            <p:cNvSpPr>
              <a:spLocks/>
            </p:cNvSpPr>
            <p:nvPr/>
          </p:nvSpPr>
          <p:spPr bwMode="auto">
            <a:xfrm>
              <a:off x="9105901" y="6450013"/>
              <a:ext cx="504825" cy="407988"/>
            </a:xfrm>
            <a:custGeom>
              <a:avLst/>
              <a:gdLst>
                <a:gd name="T0" fmla="*/ 16 w 318"/>
                <a:gd name="T1" fmla="*/ 0 h 257"/>
                <a:gd name="T2" fmla="*/ 16 w 318"/>
                <a:gd name="T3" fmla="*/ 0 h 257"/>
                <a:gd name="T4" fmla="*/ 13 w 318"/>
                <a:gd name="T5" fmla="*/ 6 h 257"/>
                <a:gd name="T6" fmla="*/ 7 w 318"/>
                <a:gd name="T7" fmla="*/ 21 h 257"/>
                <a:gd name="T8" fmla="*/ 2 w 318"/>
                <a:gd name="T9" fmla="*/ 44 h 257"/>
                <a:gd name="T10" fmla="*/ 0 w 318"/>
                <a:gd name="T11" fmla="*/ 58 h 257"/>
                <a:gd name="T12" fmla="*/ 0 w 318"/>
                <a:gd name="T13" fmla="*/ 72 h 257"/>
                <a:gd name="T14" fmla="*/ 0 w 318"/>
                <a:gd name="T15" fmla="*/ 72 h 257"/>
                <a:gd name="T16" fmla="*/ 2 w 318"/>
                <a:gd name="T17" fmla="*/ 116 h 257"/>
                <a:gd name="T18" fmla="*/ 0 w 318"/>
                <a:gd name="T19" fmla="*/ 174 h 257"/>
                <a:gd name="T20" fmla="*/ 0 w 318"/>
                <a:gd name="T21" fmla="*/ 245 h 257"/>
                <a:gd name="T22" fmla="*/ 16 w 318"/>
                <a:gd name="T23" fmla="*/ 245 h 257"/>
                <a:gd name="T24" fmla="*/ 16 w 318"/>
                <a:gd name="T25" fmla="*/ 245 h 257"/>
                <a:gd name="T26" fmla="*/ 16 w 318"/>
                <a:gd name="T27" fmla="*/ 232 h 257"/>
                <a:gd name="T28" fmla="*/ 18 w 318"/>
                <a:gd name="T29" fmla="*/ 218 h 257"/>
                <a:gd name="T30" fmla="*/ 20 w 318"/>
                <a:gd name="T31" fmla="*/ 206 h 257"/>
                <a:gd name="T32" fmla="*/ 25 w 318"/>
                <a:gd name="T33" fmla="*/ 194 h 257"/>
                <a:gd name="T34" fmla="*/ 28 w 318"/>
                <a:gd name="T35" fmla="*/ 188 h 257"/>
                <a:gd name="T36" fmla="*/ 32 w 318"/>
                <a:gd name="T37" fmla="*/ 185 h 257"/>
                <a:gd name="T38" fmla="*/ 37 w 318"/>
                <a:gd name="T39" fmla="*/ 183 h 257"/>
                <a:gd name="T40" fmla="*/ 43 w 318"/>
                <a:gd name="T41" fmla="*/ 183 h 257"/>
                <a:gd name="T42" fmla="*/ 48 w 318"/>
                <a:gd name="T43" fmla="*/ 185 h 257"/>
                <a:gd name="T44" fmla="*/ 55 w 318"/>
                <a:gd name="T45" fmla="*/ 190 h 257"/>
                <a:gd name="T46" fmla="*/ 55 w 318"/>
                <a:gd name="T47" fmla="*/ 190 h 257"/>
                <a:gd name="T48" fmla="*/ 88 w 318"/>
                <a:gd name="T49" fmla="*/ 213 h 257"/>
                <a:gd name="T50" fmla="*/ 106 w 318"/>
                <a:gd name="T51" fmla="*/ 224 h 257"/>
                <a:gd name="T52" fmla="*/ 125 w 318"/>
                <a:gd name="T53" fmla="*/ 234 h 257"/>
                <a:gd name="T54" fmla="*/ 144 w 318"/>
                <a:gd name="T55" fmla="*/ 243 h 257"/>
                <a:gd name="T56" fmla="*/ 166 w 318"/>
                <a:gd name="T57" fmla="*/ 250 h 257"/>
                <a:gd name="T58" fmla="*/ 187 w 318"/>
                <a:gd name="T59" fmla="*/ 253 h 257"/>
                <a:gd name="T60" fmla="*/ 208 w 318"/>
                <a:gd name="T61" fmla="*/ 255 h 257"/>
                <a:gd name="T62" fmla="*/ 208 w 318"/>
                <a:gd name="T63" fmla="*/ 255 h 257"/>
                <a:gd name="T64" fmla="*/ 252 w 318"/>
                <a:gd name="T65" fmla="*/ 257 h 257"/>
                <a:gd name="T66" fmla="*/ 289 w 318"/>
                <a:gd name="T67" fmla="*/ 257 h 257"/>
                <a:gd name="T68" fmla="*/ 303 w 318"/>
                <a:gd name="T69" fmla="*/ 255 h 257"/>
                <a:gd name="T70" fmla="*/ 313 w 318"/>
                <a:gd name="T71" fmla="*/ 252 h 257"/>
                <a:gd name="T72" fmla="*/ 317 w 318"/>
                <a:gd name="T73" fmla="*/ 250 h 257"/>
                <a:gd name="T74" fmla="*/ 318 w 318"/>
                <a:gd name="T75" fmla="*/ 246 h 257"/>
                <a:gd name="T76" fmla="*/ 318 w 318"/>
                <a:gd name="T77" fmla="*/ 243 h 257"/>
                <a:gd name="T78" fmla="*/ 318 w 318"/>
                <a:gd name="T79" fmla="*/ 238 h 257"/>
                <a:gd name="T80" fmla="*/ 318 w 318"/>
                <a:gd name="T81" fmla="*/ 238 h 257"/>
                <a:gd name="T82" fmla="*/ 313 w 318"/>
                <a:gd name="T83" fmla="*/ 229 h 257"/>
                <a:gd name="T84" fmla="*/ 308 w 318"/>
                <a:gd name="T85" fmla="*/ 220 h 257"/>
                <a:gd name="T86" fmla="*/ 299 w 318"/>
                <a:gd name="T87" fmla="*/ 211 h 257"/>
                <a:gd name="T88" fmla="*/ 290 w 318"/>
                <a:gd name="T89" fmla="*/ 201 h 257"/>
                <a:gd name="T90" fmla="*/ 269 w 318"/>
                <a:gd name="T91" fmla="*/ 181 h 257"/>
                <a:gd name="T92" fmla="*/ 241 w 318"/>
                <a:gd name="T93" fmla="*/ 160 h 257"/>
                <a:gd name="T94" fmla="*/ 241 w 318"/>
                <a:gd name="T95" fmla="*/ 160 h 257"/>
                <a:gd name="T96" fmla="*/ 208 w 318"/>
                <a:gd name="T97" fmla="*/ 137 h 257"/>
                <a:gd name="T98" fmla="*/ 171 w 318"/>
                <a:gd name="T99" fmla="*/ 109 h 257"/>
                <a:gd name="T100" fmla="*/ 155 w 318"/>
                <a:gd name="T101" fmla="*/ 95 h 257"/>
                <a:gd name="T102" fmla="*/ 139 w 318"/>
                <a:gd name="T103" fmla="*/ 81 h 257"/>
                <a:gd name="T104" fmla="*/ 127 w 318"/>
                <a:gd name="T105" fmla="*/ 67 h 257"/>
                <a:gd name="T106" fmla="*/ 116 w 318"/>
                <a:gd name="T107" fmla="*/ 53 h 257"/>
                <a:gd name="T108" fmla="*/ 116 w 318"/>
                <a:gd name="T109" fmla="*/ 53 h 257"/>
                <a:gd name="T110" fmla="*/ 111 w 318"/>
                <a:gd name="T111" fmla="*/ 46 h 257"/>
                <a:gd name="T112" fmla="*/ 106 w 318"/>
                <a:gd name="T113" fmla="*/ 41 h 257"/>
                <a:gd name="T114" fmla="*/ 92 w 318"/>
                <a:gd name="T115" fmla="*/ 30 h 257"/>
                <a:gd name="T116" fmla="*/ 74 w 318"/>
                <a:gd name="T117" fmla="*/ 21 h 257"/>
                <a:gd name="T118" fmla="*/ 57 w 318"/>
                <a:gd name="T119" fmla="*/ 13 h 257"/>
                <a:gd name="T120" fmla="*/ 28 w 318"/>
                <a:gd name="T121" fmla="*/ 2 h 257"/>
                <a:gd name="T122" fmla="*/ 16 w 318"/>
                <a:gd name="T123"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8" h="257">
                  <a:moveTo>
                    <a:pt x="16" y="0"/>
                  </a:moveTo>
                  <a:lnTo>
                    <a:pt x="16" y="0"/>
                  </a:lnTo>
                  <a:lnTo>
                    <a:pt x="13" y="6"/>
                  </a:lnTo>
                  <a:lnTo>
                    <a:pt x="7" y="21"/>
                  </a:lnTo>
                  <a:lnTo>
                    <a:pt x="2" y="44"/>
                  </a:lnTo>
                  <a:lnTo>
                    <a:pt x="0" y="58"/>
                  </a:lnTo>
                  <a:lnTo>
                    <a:pt x="0" y="72"/>
                  </a:lnTo>
                  <a:lnTo>
                    <a:pt x="0" y="72"/>
                  </a:lnTo>
                  <a:lnTo>
                    <a:pt x="2" y="116"/>
                  </a:lnTo>
                  <a:lnTo>
                    <a:pt x="0" y="174"/>
                  </a:lnTo>
                  <a:lnTo>
                    <a:pt x="0" y="245"/>
                  </a:lnTo>
                  <a:lnTo>
                    <a:pt x="16" y="245"/>
                  </a:lnTo>
                  <a:lnTo>
                    <a:pt x="16" y="245"/>
                  </a:lnTo>
                  <a:lnTo>
                    <a:pt x="16" y="232"/>
                  </a:lnTo>
                  <a:lnTo>
                    <a:pt x="18" y="218"/>
                  </a:lnTo>
                  <a:lnTo>
                    <a:pt x="20" y="206"/>
                  </a:lnTo>
                  <a:lnTo>
                    <a:pt x="25" y="194"/>
                  </a:lnTo>
                  <a:lnTo>
                    <a:pt x="28" y="188"/>
                  </a:lnTo>
                  <a:lnTo>
                    <a:pt x="32" y="185"/>
                  </a:lnTo>
                  <a:lnTo>
                    <a:pt x="37" y="183"/>
                  </a:lnTo>
                  <a:lnTo>
                    <a:pt x="43" y="183"/>
                  </a:lnTo>
                  <a:lnTo>
                    <a:pt x="48" y="185"/>
                  </a:lnTo>
                  <a:lnTo>
                    <a:pt x="55" y="190"/>
                  </a:lnTo>
                  <a:lnTo>
                    <a:pt x="55" y="190"/>
                  </a:lnTo>
                  <a:lnTo>
                    <a:pt x="88" y="213"/>
                  </a:lnTo>
                  <a:lnTo>
                    <a:pt x="106" y="224"/>
                  </a:lnTo>
                  <a:lnTo>
                    <a:pt x="125" y="234"/>
                  </a:lnTo>
                  <a:lnTo>
                    <a:pt x="144" y="243"/>
                  </a:lnTo>
                  <a:lnTo>
                    <a:pt x="166" y="250"/>
                  </a:lnTo>
                  <a:lnTo>
                    <a:pt x="187" y="253"/>
                  </a:lnTo>
                  <a:lnTo>
                    <a:pt x="208" y="255"/>
                  </a:lnTo>
                  <a:lnTo>
                    <a:pt x="208" y="255"/>
                  </a:lnTo>
                  <a:lnTo>
                    <a:pt x="252" y="257"/>
                  </a:lnTo>
                  <a:lnTo>
                    <a:pt x="289" y="257"/>
                  </a:lnTo>
                  <a:lnTo>
                    <a:pt x="303" y="255"/>
                  </a:lnTo>
                  <a:lnTo>
                    <a:pt x="313" y="252"/>
                  </a:lnTo>
                  <a:lnTo>
                    <a:pt x="317" y="250"/>
                  </a:lnTo>
                  <a:lnTo>
                    <a:pt x="318" y="246"/>
                  </a:lnTo>
                  <a:lnTo>
                    <a:pt x="318" y="243"/>
                  </a:lnTo>
                  <a:lnTo>
                    <a:pt x="318" y="238"/>
                  </a:lnTo>
                  <a:lnTo>
                    <a:pt x="318" y="238"/>
                  </a:lnTo>
                  <a:lnTo>
                    <a:pt x="313" y="229"/>
                  </a:lnTo>
                  <a:lnTo>
                    <a:pt x="308" y="220"/>
                  </a:lnTo>
                  <a:lnTo>
                    <a:pt x="299" y="211"/>
                  </a:lnTo>
                  <a:lnTo>
                    <a:pt x="290" y="201"/>
                  </a:lnTo>
                  <a:lnTo>
                    <a:pt x="269" y="181"/>
                  </a:lnTo>
                  <a:lnTo>
                    <a:pt x="241" y="160"/>
                  </a:lnTo>
                  <a:lnTo>
                    <a:pt x="241" y="160"/>
                  </a:lnTo>
                  <a:lnTo>
                    <a:pt x="208" y="137"/>
                  </a:lnTo>
                  <a:lnTo>
                    <a:pt x="171" y="109"/>
                  </a:lnTo>
                  <a:lnTo>
                    <a:pt x="155" y="95"/>
                  </a:lnTo>
                  <a:lnTo>
                    <a:pt x="139" y="81"/>
                  </a:lnTo>
                  <a:lnTo>
                    <a:pt x="127" y="67"/>
                  </a:lnTo>
                  <a:lnTo>
                    <a:pt x="116" y="53"/>
                  </a:lnTo>
                  <a:lnTo>
                    <a:pt x="116" y="53"/>
                  </a:lnTo>
                  <a:lnTo>
                    <a:pt x="111" y="46"/>
                  </a:lnTo>
                  <a:lnTo>
                    <a:pt x="106" y="41"/>
                  </a:lnTo>
                  <a:lnTo>
                    <a:pt x="92" y="30"/>
                  </a:lnTo>
                  <a:lnTo>
                    <a:pt x="74" y="21"/>
                  </a:lnTo>
                  <a:lnTo>
                    <a:pt x="57" y="13"/>
                  </a:lnTo>
                  <a:lnTo>
                    <a:pt x="28" y="2"/>
                  </a:lnTo>
                  <a:lnTo>
                    <a:pt x="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 name="Freeform 120"/>
            <p:cNvSpPr>
              <a:spLocks/>
            </p:cNvSpPr>
            <p:nvPr/>
          </p:nvSpPr>
          <p:spPr bwMode="auto">
            <a:xfrm>
              <a:off x="8928101" y="4802188"/>
              <a:ext cx="541338" cy="1935163"/>
            </a:xfrm>
            <a:custGeom>
              <a:avLst/>
              <a:gdLst>
                <a:gd name="T0" fmla="*/ 2 w 341"/>
                <a:gd name="T1" fmla="*/ 197 h 1219"/>
                <a:gd name="T2" fmla="*/ 40 w 341"/>
                <a:gd name="T3" fmla="*/ 302 h 1219"/>
                <a:gd name="T4" fmla="*/ 84 w 341"/>
                <a:gd name="T5" fmla="*/ 441 h 1219"/>
                <a:gd name="T6" fmla="*/ 111 w 341"/>
                <a:gd name="T7" fmla="*/ 548 h 1219"/>
                <a:gd name="T8" fmla="*/ 119 w 341"/>
                <a:gd name="T9" fmla="*/ 611 h 1219"/>
                <a:gd name="T10" fmla="*/ 119 w 341"/>
                <a:gd name="T11" fmla="*/ 638 h 1219"/>
                <a:gd name="T12" fmla="*/ 119 w 341"/>
                <a:gd name="T13" fmla="*/ 748 h 1219"/>
                <a:gd name="T14" fmla="*/ 126 w 341"/>
                <a:gd name="T15" fmla="*/ 986 h 1219"/>
                <a:gd name="T16" fmla="*/ 126 w 341"/>
                <a:gd name="T17" fmla="*/ 1058 h 1219"/>
                <a:gd name="T18" fmla="*/ 126 w 341"/>
                <a:gd name="T19" fmla="*/ 1079 h 1219"/>
                <a:gd name="T20" fmla="*/ 133 w 341"/>
                <a:gd name="T21" fmla="*/ 1114 h 1219"/>
                <a:gd name="T22" fmla="*/ 149 w 341"/>
                <a:gd name="T23" fmla="*/ 1140 h 1219"/>
                <a:gd name="T24" fmla="*/ 169 w 341"/>
                <a:gd name="T25" fmla="*/ 1160 h 1219"/>
                <a:gd name="T26" fmla="*/ 179 w 341"/>
                <a:gd name="T27" fmla="*/ 1167 h 1219"/>
                <a:gd name="T28" fmla="*/ 234 w 341"/>
                <a:gd name="T29" fmla="*/ 1193 h 1219"/>
                <a:gd name="T30" fmla="*/ 279 w 341"/>
                <a:gd name="T31" fmla="*/ 1212 h 1219"/>
                <a:gd name="T32" fmla="*/ 311 w 341"/>
                <a:gd name="T33" fmla="*/ 1219 h 1219"/>
                <a:gd name="T34" fmla="*/ 327 w 341"/>
                <a:gd name="T35" fmla="*/ 1219 h 1219"/>
                <a:gd name="T36" fmla="*/ 334 w 341"/>
                <a:gd name="T37" fmla="*/ 1216 h 1219"/>
                <a:gd name="T38" fmla="*/ 341 w 341"/>
                <a:gd name="T39" fmla="*/ 1209 h 1219"/>
                <a:gd name="T40" fmla="*/ 339 w 341"/>
                <a:gd name="T41" fmla="*/ 1198 h 1219"/>
                <a:gd name="T42" fmla="*/ 321 w 341"/>
                <a:gd name="T43" fmla="*/ 1175 h 1219"/>
                <a:gd name="T44" fmla="*/ 279 w 341"/>
                <a:gd name="T45" fmla="*/ 1135 h 1219"/>
                <a:gd name="T46" fmla="*/ 267 w 341"/>
                <a:gd name="T47" fmla="*/ 1123 h 1219"/>
                <a:gd name="T48" fmla="*/ 253 w 341"/>
                <a:gd name="T49" fmla="*/ 1095 h 1219"/>
                <a:gd name="T50" fmla="*/ 246 w 341"/>
                <a:gd name="T51" fmla="*/ 1059 h 1219"/>
                <a:gd name="T52" fmla="*/ 244 w 341"/>
                <a:gd name="T53" fmla="*/ 1005 h 1219"/>
                <a:gd name="T54" fmla="*/ 249 w 341"/>
                <a:gd name="T55" fmla="*/ 926 h 1219"/>
                <a:gd name="T56" fmla="*/ 262 w 341"/>
                <a:gd name="T57" fmla="*/ 820 h 1219"/>
                <a:gd name="T58" fmla="*/ 297 w 341"/>
                <a:gd name="T59" fmla="*/ 604 h 1219"/>
                <a:gd name="T60" fmla="*/ 307 w 341"/>
                <a:gd name="T61" fmla="*/ 539 h 1219"/>
                <a:gd name="T62" fmla="*/ 311 w 341"/>
                <a:gd name="T63" fmla="*/ 451 h 1219"/>
                <a:gd name="T64" fmla="*/ 320 w 341"/>
                <a:gd name="T65" fmla="*/ 121 h 1219"/>
                <a:gd name="T66" fmla="*/ 318 w 341"/>
                <a:gd name="T67" fmla="*/ 116 h 1219"/>
                <a:gd name="T68" fmla="*/ 299 w 341"/>
                <a:gd name="T69" fmla="*/ 77 h 1219"/>
                <a:gd name="T70" fmla="*/ 279 w 341"/>
                <a:gd name="T71" fmla="*/ 52 h 1219"/>
                <a:gd name="T72" fmla="*/ 253 w 341"/>
                <a:gd name="T73" fmla="*/ 28 h 1219"/>
                <a:gd name="T74" fmla="*/ 220 w 341"/>
                <a:gd name="T75" fmla="*/ 10 h 1219"/>
                <a:gd name="T76" fmla="*/ 176 w 341"/>
                <a:gd name="T77" fmla="*/ 0 h 1219"/>
                <a:gd name="T78" fmla="*/ 125 w 341"/>
                <a:gd name="T79" fmla="*/ 1 h 1219"/>
                <a:gd name="T80" fmla="*/ 98 w 341"/>
                <a:gd name="T81" fmla="*/ 8 h 1219"/>
                <a:gd name="T82" fmla="*/ 56 w 341"/>
                <a:gd name="T83" fmla="*/ 30 h 1219"/>
                <a:gd name="T84" fmla="*/ 28 w 341"/>
                <a:gd name="T85" fmla="*/ 58 h 1219"/>
                <a:gd name="T86" fmla="*/ 12 w 341"/>
                <a:gd name="T87" fmla="*/ 91 h 1219"/>
                <a:gd name="T88" fmla="*/ 3 w 341"/>
                <a:gd name="T89" fmla="*/ 126 h 1219"/>
                <a:gd name="T90" fmla="*/ 0 w 341"/>
                <a:gd name="T91" fmla="*/ 170 h 1219"/>
                <a:gd name="T92" fmla="*/ 2 w 341"/>
                <a:gd name="T93" fmla="*/ 197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1219">
                  <a:moveTo>
                    <a:pt x="2" y="197"/>
                  </a:moveTo>
                  <a:lnTo>
                    <a:pt x="2" y="197"/>
                  </a:lnTo>
                  <a:lnTo>
                    <a:pt x="21" y="248"/>
                  </a:lnTo>
                  <a:lnTo>
                    <a:pt x="40" y="302"/>
                  </a:lnTo>
                  <a:lnTo>
                    <a:pt x="63" y="369"/>
                  </a:lnTo>
                  <a:lnTo>
                    <a:pt x="84" y="441"/>
                  </a:lnTo>
                  <a:lnTo>
                    <a:pt x="104" y="515"/>
                  </a:lnTo>
                  <a:lnTo>
                    <a:pt x="111" y="548"/>
                  </a:lnTo>
                  <a:lnTo>
                    <a:pt x="116" y="581"/>
                  </a:lnTo>
                  <a:lnTo>
                    <a:pt x="119" y="611"/>
                  </a:lnTo>
                  <a:lnTo>
                    <a:pt x="119" y="638"/>
                  </a:lnTo>
                  <a:lnTo>
                    <a:pt x="119" y="638"/>
                  </a:lnTo>
                  <a:lnTo>
                    <a:pt x="119" y="690"/>
                  </a:lnTo>
                  <a:lnTo>
                    <a:pt x="119" y="748"/>
                  </a:lnTo>
                  <a:lnTo>
                    <a:pt x="123" y="875"/>
                  </a:lnTo>
                  <a:lnTo>
                    <a:pt x="126" y="986"/>
                  </a:lnTo>
                  <a:lnTo>
                    <a:pt x="128" y="1028"/>
                  </a:lnTo>
                  <a:lnTo>
                    <a:pt x="126" y="1058"/>
                  </a:lnTo>
                  <a:lnTo>
                    <a:pt x="126" y="1058"/>
                  </a:lnTo>
                  <a:lnTo>
                    <a:pt x="126" y="1079"/>
                  </a:lnTo>
                  <a:lnTo>
                    <a:pt x="128" y="1096"/>
                  </a:lnTo>
                  <a:lnTo>
                    <a:pt x="133" y="1114"/>
                  </a:lnTo>
                  <a:lnTo>
                    <a:pt x="140" y="1128"/>
                  </a:lnTo>
                  <a:lnTo>
                    <a:pt x="149" y="1140"/>
                  </a:lnTo>
                  <a:lnTo>
                    <a:pt x="158" y="1153"/>
                  </a:lnTo>
                  <a:lnTo>
                    <a:pt x="169" y="1160"/>
                  </a:lnTo>
                  <a:lnTo>
                    <a:pt x="179" y="1167"/>
                  </a:lnTo>
                  <a:lnTo>
                    <a:pt x="179" y="1167"/>
                  </a:lnTo>
                  <a:lnTo>
                    <a:pt x="211" y="1183"/>
                  </a:lnTo>
                  <a:lnTo>
                    <a:pt x="234" y="1193"/>
                  </a:lnTo>
                  <a:lnTo>
                    <a:pt x="256" y="1204"/>
                  </a:lnTo>
                  <a:lnTo>
                    <a:pt x="279" y="1212"/>
                  </a:lnTo>
                  <a:lnTo>
                    <a:pt x="300" y="1219"/>
                  </a:lnTo>
                  <a:lnTo>
                    <a:pt x="311" y="1219"/>
                  </a:lnTo>
                  <a:lnTo>
                    <a:pt x="320" y="1219"/>
                  </a:lnTo>
                  <a:lnTo>
                    <a:pt x="327" y="1219"/>
                  </a:lnTo>
                  <a:lnTo>
                    <a:pt x="334" y="1216"/>
                  </a:lnTo>
                  <a:lnTo>
                    <a:pt x="334" y="1216"/>
                  </a:lnTo>
                  <a:lnTo>
                    <a:pt x="337" y="1212"/>
                  </a:lnTo>
                  <a:lnTo>
                    <a:pt x="341" y="1209"/>
                  </a:lnTo>
                  <a:lnTo>
                    <a:pt x="341" y="1204"/>
                  </a:lnTo>
                  <a:lnTo>
                    <a:pt x="339" y="1198"/>
                  </a:lnTo>
                  <a:lnTo>
                    <a:pt x="332" y="1188"/>
                  </a:lnTo>
                  <a:lnTo>
                    <a:pt x="321" y="1175"/>
                  </a:lnTo>
                  <a:lnTo>
                    <a:pt x="293" y="1149"/>
                  </a:lnTo>
                  <a:lnTo>
                    <a:pt x="279" y="1135"/>
                  </a:lnTo>
                  <a:lnTo>
                    <a:pt x="267" y="1123"/>
                  </a:lnTo>
                  <a:lnTo>
                    <a:pt x="267" y="1123"/>
                  </a:lnTo>
                  <a:lnTo>
                    <a:pt x="258" y="1110"/>
                  </a:lnTo>
                  <a:lnTo>
                    <a:pt x="253" y="1095"/>
                  </a:lnTo>
                  <a:lnTo>
                    <a:pt x="248" y="1079"/>
                  </a:lnTo>
                  <a:lnTo>
                    <a:pt x="246" y="1059"/>
                  </a:lnTo>
                  <a:lnTo>
                    <a:pt x="244" y="1035"/>
                  </a:lnTo>
                  <a:lnTo>
                    <a:pt x="244" y="1005"/>
                  </a:lnTo>
                  <a:lnTo>
                    <a:pt x="249" y="926"/>
                  </a:lnTo>
                  <a:lnTo>
                    <a:pt x="249" y="926"/>
                  </a:lnTo>
                  <a:lnTo>
                    <a:pt x="255" y="877"/>
                  </a:lnTo>
                  <a:lnTo>
                    <a:pt x="262" y="820"/>
                  </a:lnTo>
                  <a:lnTo>
                    <a:pt x="279" y="706"/>
                  </a:lnTo>
                  <a:lnTo>
                    <a:pt x="297" y="604"/>
                  </a:lnTo>
                  <a:lnTo>
                    <a:pt x="304" y="566"/>
                  </a:lnTo>
                  <a:lnTo>
                    <a:pt x="307" y="539"/>
                  </a:lnTo>
                  <a:lnTo>
                    <a:pt x="307" y="539"/>
                  </a:lnTo>
                  <a:lnTo>
                    <a:pt x="311" y="451"/>
                  </a:lnTo>
                  <a:lnTo>
                    <a:pt x="316" y="309"/>
                  </a:lnTo>
                  <a:lnTo>
                    <a:pt x="320" y="121"/>
                  </a:lnTo>
                  <a:lnTo>
                    <a:pt x="320" y="121"/>
                  </a:lnTo>
                  <a:lnTo>
                    <a:pt x="318" y="116"/>
                  </a:lnTo>
                  <a:lnTo>
                    <a:pt x="311" y="100"/>
                  </a:lnTo>
                  <a:lnTo>
                    <a:pt x="299" y="77"/>
                  </a:lnTo>
                  <a:lnTo>
                    <a:pt x="290" y="65"/>
                  </a:lnTo>
                  <a:lnTo>
                    <a:pt x="279" y="52"/>
                  </a:lnTo>
                  <a:lnTo>
                    <a:pt x="267" y="40"/>
                  </a:lnTo>
                  <a:lnTo>
                    <a:pt x="253" y="28"/>
                  </a:lnTo>
                  <a:lnTo>
                    <a:pt x="237" y="19"/>
                  </a:lnTo>
                  <a:lnTo>
                    <a:pt x="220" y="10"/>
                  </a:lnTo>
                  <a:lnTo>
                    <a:pt x="198" y="3"/>
                  </a:lnTo>
                  <a:lnTo>
                    <a:pt x="176" y="0"/>
                  </a:lnTo>
                  <a:lnTo>
                    <a:pt x="151" y="0"/>
                  </a:lnTo>
                  <a:lnTo>
                    <a:pt x="125" y="1"/>
                  </a:lnTo>
                  <a:lnTo>
                    <a:pt x="125" y="1"/>
                  </a:lnTo>
                  <a:lnTo>
                    <a:pt x="98" y="8"/>
                  </a:lnTo>
                  <a:lnTo>
                    <a:pt x="75" y="17"/>
                  </a:lnTo>
                  <a:lnTo>
                    <a:pt x="56" y="30"/>
                  </a:lnTo>
                  <a:lnTo>
                    <a:pt x="40" y="44"/>
                  </a:lnTo>
                  <a:lnTo>
                    <a:pt x="28" y="58"/>
                  </a:lnTo>
                  <a:lnTo>
                    <a:pt x="19" y="75"/>
                  </a:lnTo>
                  <a:lnTo>
                    <a:pt x="12" y="91"/>
                  </a:lnTo>
                  <a:lnTo>
                    <a:pt x="7" y="109"/>
                  </a:lnTo>
                  <a:lnTo>
                    <a:pt x="3" y="126"/>
                  </a:lnTo>
                  <a:lnTo>
                    <a:pt x="2" y="142"/>
                  </a:lnTo>
                  <a:lnTo>
                    <a:pt x="0" y="170"/>
                  </a:lnTo>
                  <a:lnTo>
                    <a:pt x="2" y="190"/>
                  </a:lnTo>
                  <a:lnTo>
                    <a:pt x="2" y="197"/>
                  </a:lnTo>
                  <a:close/>
                </a:path>
              </a:pathLst>
            </a:custGeom>
            <a:solidFill>
              <a:srgbClr val="DBB9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 name="Freeform 121"/>
            <p:cNvSpPr>
              <a:spLocks/>
            </p:cNvSpPr>
            <p:nvPr/>
          </p:nvSpPr>
          <p:spPr bwMode="auto">
            <a:xfrm>
              <a:off x="8928101" y="4802188"/>
              <a:ext cx="541338" cy="1935163"/>
            </a:xfrm>
            <a:custGeom>
              <a:avLst/>
              <a:gdLst>
                <a:gd name="T0" fmla="*/ 2 w 341"/>
                <a:gd name="T1" fmla="*/ 197 h 1219"/>
                <a:gd name="T2" fmla="*/ 40 w 341"/>
                <a:gd name="T3" fmla="*/ 302 h 1219"/>
                <a:gd name="T4" fmla="*/ 84 w 341"/>
                <a:gd name="T5" fmla="*/ 441 h 1219"/>
                <a:gd name="T6" fmla="*/ 111 w 341"/>
                <a:gd name="T7" fmla="*/ 548 h 1219"/>
                <a:gd name="T8" fmla="*/ 119 w 341"/>
                <a:gd name="T9" fmla="*/ 611 h 1219"/>
                <a:gd name="T10" fmla="*/ 119 w 341"/>
                <a:gd name="T11" fmla="*/ 638 h 1219"/>
                <a:gd name="T12" fmla="*/ 119 w 341"/>
                <a:gd name="T13" fmla="*/ 748 h 1219"/>
                <a:gd name="T14" fmla="*/ 126 w 341"/>
                <a:gd name="T15" fmla="*/ 986 h 1219"/>
                <a:gd name="T16" fmla="*/ 126 w 341"/>
                <a:gd name="T17" fmla="*/ 1058 h 1219"/>
                <a:gd name="T18" fmla="*/ 126 w 341"/>
                <a:gd name="T19" fmla="*/ 1079 h 1219"/>
                <a:gd name="T20" fmla="*/ 133 w 341"/>
                <a:gd name="T21" fmla="*/ 1114 h 1219"/>
                <a:gd name="T22" fmla="*/ 149 w 341"/>
                <a:gd name="T23" fmla="*/ 1140 h 1219"/>
                <a:gd name="T24" fmla="*/ 169 w 341"/>
                <a:gd name="T25" fmla="*/ 1160 h 1219"/>
                <a:gd name="T26" fmla="*/ 179 w 341"/>
                <a:gd name="T27" fmla="*/ 1167 h 1219"/>
                <a:gd name="T28" fmla="*/ 234 w 341"/>
                <a:gd name="T29" fmla="*/ 1193 h 1219"/>
                <a:gd name="T30" fmla="*/ 279 w 341"/>
                <a:gd name="T31" fmla="*/ 1212 h 1219"/>
                <a:gd name="T32" fmla="*/ 311 w 341"/>
                <a:gd name="T33" fmla="*/ 1219 h 1219"/>
                <a:gd name="T34" fmla="*/ 327 w 341"/>
                <a:gd name="T35" fmla="*/ 1219 h 1219"/>
                <a:gd name="T36" fmla="*/ 334 w 341"/>
                <a:gd name="T37" fmla="*/ 1216 h 1219"/>
                <a:gd name="T38" fmla="*/ 341 w 341"/>
                <a:gd name="T39" fmla="*/ 1209 h 1219"/>
                <a:gd name="T40" fmla="*/ 339 w 341"/>
                <a:gd name="T41" fmla="*/ 1198 h 1219"/>
                <a:gd name="T42" fmla="*/ 321 w 341"/>
                <a:gd name="T43" fmla="*/ 1175 h 1219"/>
                <a:gd name="T44" fmla="*/ 279 w 341"/>
                <a:gd name="T45" fmla="*/ 1135 h 1219"/>
                <a:gd name="T46" fmla="*/ 267 w 341"/>
                <a:gd name="T47" fmla="*/ 1123 h 1219"/>
                <a:gd name="T48" fmla="*/ 253 w 341"/>
                <a:gd name="T49" fmla="*/ 1095 h 1219"/>
                <a:gd name="T50" fmla="*/ 246 w 341"/>
                <a:gd name="T51" fmla="*/ 1059 h 1219"/>
                <a:gd name="T52" fmla="*/ 244 w 341"/>
                <a:gd name="T53" fmla="*/ 1005 h 1219"/>
                <a:gd name="T54" fmla="*/ 249 w 341"/>
                <a:gd name="T55" fmla="*/ 926 h 1219"/>
                <a:gd name="T56" fmla="*/ 262 w 341"/>
                <a:gd name="T57" fmla="*/ 820 h 1219"/>
                <a:gd name="T58" fmla="*/ 297 w 341"/>
                <a:gd name="T59" fmla="*/ 604 h 1219"/>
                <a:gd name="T60" fmla="*/ 307 w 341"/>
                <a:gd name="T61" fmla="*/ 539 h 1219"/>
                <a:gd name="T62" fmla="*/ 311 w 341"/>
                <a:gd name="T63" fmla="*/ 451 h 1219"/>
                <a:gd name="T64" fmla="*/ 320 w 341"/>
                <a:gd name="T65" fmla="*/ 121 h 1219"/>
                <a:gd name="T66" fmla="*/ 318 w 341"/>
                <a:gd name="T67" fmla="*/ 116 h 1219"/>
                <a:gd name="T68" fmla="*/ 299 w 341"/>
                <a:gd name="T69" fmla="*/ 77 h 1219"/>
                <a:gd name="T70" fmla="*/ 279 w 341"/>
                <a:gd name="T71" fmla="*/ 52 h 1219"/>
                <a:gd name="T72" fmla="*/ 253 w 341"/>
                <a:gd name="T73" fmla="*/ 28 h 1219"/>
                <a:gd name="T74" fmla="*/ 220 w 341"/>
                <a:gd name="T75" fmla="*/ 10 h 1219"/>
                <a:gd name="T76" fmla="*/ 176 w 341"/>
                <a:gd name="T77" fmla="*/ 0 h 1219"/>
                <a:gd name="T78" fmla="*/ 125 w 341"/>
                <a:gd name="T79" fmla="*/ 1 h 1219"/>
                <a:gd name="T80" fmla="*/ 98 w 341"/>
                <a:gd name="T81" fmla="*/ 8 h 1219"/>
                <a:gd name="T82" fmla="*/ 56 w 341"/>
                <a:gd name="T83" fmla="*/ 30 h 1219"/>
                <a:gd name="T84" fmla="*/ 28 w 341"/>
                <a:gd name="T85" fmla="*/ 58 h 1219"/>
                <a:gd name="T86" fmla="*/ 12 w 341"/>
                <a:gd name="T87" fmla="*/ 91 h 1219"/>
                <a:gd name="T88" fmla="*/ 3 w 341"/>
                <a:gd name="T89" fmla="*/ 126 h 1219"/>
                <a:gd name="T90" fmla="*/ 0 w 341"/>
                <a:gd name="T91" fmla="*/ 170 h 1219"/>
                <a:gd name="T92" fmla="*/ 2 w 341"/>
                <a:gd name="T93" fmla="*/ 197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1219">
                  <a:moveTo>
                    <a:pt x="2" y="197"/>
                  </a:moveTo>
                  <a:lnTo>
                    <a:pt x="2" y="197"/>
                  </a:lnTo>
                  <a:lnTo>
                    <a:pt x="21" y="248"/>
                  </a:lnTo>
                  <a:lnTo>
                    <a:pt x="40" y="302"/>
                  </a:lnTo>
                  <a:lnTo>
                    <a:pt x="63" y="369"/>
                  </a:lnTo>
                  <a:lnTo>
                    <a:pt x="84" y="441"/>
                  </a:lnTo>
                  <a:lnTo>
                    <a:pt x="104" y="515"/>
                  </a:lnTo>
                  <a:lnTo>
                    <a:pt x="111" y="548"/>
                  </a:lnTo>
                  <a:lnTo>
                    <a:pt x="116" y="581"/>
                  </a:lnTo>
                  <a:lnTo>
                    <a:pt x="119" y="611"/>
                  </a:lnTo>
                  <a:lnTo>
                    <a:pt x="119" y="638"/>
                  </a:lnTo>
                  <a:lnTo>
                    <a:pt x="119" y="638"/>
                  </a:lnTo>
                  <a:lnTo>
                    <a:pt x="119" y="690"/>
                  </a:lnTo>
                  <a:lnTo>
                    <a:pt x="119" y="748"/>
                  </a:lnTo>
                  <a:lnTo>
                    <a:pt x="123" y="875"/>
                  </a:lnTo>
                  <a:lnTo>
                    <a:pt x="126" y="986"/>
                  </a:lnTo>
                  <a:lnTo>
                    <a:pt x="128" y="1028"/>
                  </a:lnTo>
                  <a:lnTo>
                    <a:pt x="126" y="1058"/>
                  </a:lnTo>
                  <a:lnTo>
                    <a:pt x="126" y="1058"/>
                  </a:lnTo>
                  <a:lnTo>
                    <a:pt x="126" y="1079"/>
                  </a:lnTo>
                  <a:lnTo>
                    <a:pt x="128" y="1096"/>
                  </a:lnTo>
                  <a:lnTo>
                    <a:pt x="133" y="1114"/>
                  </a:lnTo>
                  <a:lnTo>
                    <a:pt x="140" y="1128"/>
                  </a:lnTo>
                  <a:lnTo>
                    <a:pt x="149" y="1140"/>
                  </a:lnTo>
                  <a:lnTo>
                    <a:pt x="158" y="1153"/>
                  </a:lnTo>
                  <a:lnTo>
                    <a:pt x="169" y="1160"/>
                  </a:lnTo>
                  <a:lnTo>
                    <a:pt x="179" y="1167"/>
                  </a:lnTo>
                  <a:lnTo>
                    <a:pt x="179" y="1167"/>
                  </a:lnTo>
                  <a:lnTo>
                    <a:pt x="211" y="1183"/>
                  </a:lnTo>
                  <a:lnTo>
                    <a:pt x="234" y="1193"/>
                  </a:lnTo>
                  <a:lnTo>
                    <a:pt x="256" y="1204"/>
                  </a:lnTo>
                  <a:lnTo>
                    <a:pt x="279" y="1212"/>
                  </a:lnTo>
                  <a:lnTo>
                    <a:pt x="300" y="1219"/>
                  </a:lnTo>
                  <a:lnTo>
                    <a:pt x="311" y="1219"/>
                  </a:lnTo>
                  <a:lnTo>
                    <a:pt x="320" y="1219"/>
                  </a:lnTo>
                  <a:lnTo>
                    <a:pt x="327" y="1219"/>
                  </a:lnTo>
                  <a:lnTo>
                    <a:pt x="334" y="1216"/>
                  </a:lnTo>
                  <a:lnTo>
                    <a:pt x="334" y="1216"/>
                  </a:lnTo>
                  <a:lnTo>
                    <a:pt x="337" y="1212"/>
                  </a:lnTo>
                  <a:lnTo>
                    <a:pt x="341" y="1209"/>
                  </a:lnTo>
                  <a:lnTo>
                    <a:pt x="341" y="1204"/>
                  </a:lnTo>
                  <a:lnTo>
                    <a:pt x="339" y="1198"/>
                  </a:lnTo>
                  <a:lnTo>
                    <a:pt x="332" y="1188"/>
                  </a:lnTo>
                  <a:lnTo>
                    <a:pt x="321" y="1175"/>
                  </a:lnTo>
                  <a:lnTo>
                    <a:pt x="293" y="1149"/>
                  </a:lnTo>
                  <a:lnTo>
                    <a:pt x="279" y="1135"/>
                  </a:lnTo>
                  <a:lnTo>
                    <a:pt x="267" y="1123"/>
                  </a:lnTo>
                  <a:lnTo>
                    <a:pt x="267" y="1123"/>
                  </a:lnTo>
                  <a:lnTo>
                    <a:pt x="258" y="1110"/>
                  </a:lnTo>
                  <a:lnTo>
                    <a:pt x="253" y="1095"/>
                  </a:lnTo>
                  <a:lnTo>
                    <a:pt x="248" y="1079"/>
                  </a:lnTo>
                  <a:lnTo>
                    <a:pt x="246" y="1059"/>
                  </a:lnTo>
                  <a:lnTo>
                    <a:pt x="244" y="1035"/>
                  </a:lnTo>
                  <a:lnTo>
                    <a:pt x="244" y="1005"/>
                  </a:lnTo>
                  <a:lnTo>
                    <a:pt x="249" y="926"/>
                  </a:lnTo>
                  <a:lnTo>
                    <a:pt x="249" y="926"/>
                  </a:lnTo>
                  <a:lnTo>
                    <a:pt x="255" y="877"/>
                  </a:lnTo>
                  <a:lnTo>
                    <a:pt x="262" y="820"/>
                  </a:lnTo>
                  <a:lnTo>
                    <a:pt x="279" y="706"/>
                  </a:lnTo>
                  <a:lnTo>
                    <a:pt x="297" y="604"/>
                  </a:lnTo>
                  <a:lnTo>
                    <a:pt x="304" y="566"/>
                  </a:lnTo>
                  <a:lnTo>
                    <a:pt x="307" y="539"/>
                  </a:lnTo>
                  <a:lnTo>
                    <a:pt x="307" y="539"/>
                  </a:lnTo>
                  <a:lnTo>
                    <a:pt x="311" y="451"/>
                  </a:lnTo>
                  <a:lnTo>
                    <a:pt x="316" y="309"/>
                  </a:lnTo>
                  <a:lnTo>
                    <a:pt x="320" y="121"/>
                  </a:lnTo>
                  <a:lnTo>
                    <a:pt x="320" y="121"/>
                  </a:lnTo>
                  <a:lnTo>
                    <a:pt x="318" y="116"/>
                  </a:lnTo>
                  <a:lnTo>
                    <a:pt x="311" y="100"/>
                  </a:lnTo>
                  <a:lnTo>
                    <a:pt x="299" y="77"/>
                  </a:lnTo>
                  <a:lnTo>
                    <a:pt x="290" y="65"/>
                  </a:lnTo>
                  <a:lnTo>
                    <a:pt x="279" y="52"/>
                  </a:lnTo>
                  <a:lnTo>
                    <a:pt x="267" y="40"/>
                  </a:lnTo>
                  <a:lnTo>
                    <a:pt x="253" y="28"/>
                  </a:lnTo>
                  <a:lnTo>
                    <a:pt x="237" y="19"/>
                  </a:lnTo>
                  <a:lnTo>
                    <a:pt x="220" y="10"/>
                  </a:lnTo>
                  <a:lnTo>
                    <a:pt x="198" y="3"/>
                  </a:lnTo>
                  <a:lnTo>
                    <a:pt x="176" y="0"/>
                  </a:lnTo>
                  <a:lnTo>
                    <a:pt x="151" y="0"/>
                  </a:lnTo>
                  <a:lnTo>
                    <a:pt x="125" y="1"/>
                  </a:lnTo>
                  <a:lnTo>
                    <a:pt x="125" y="1"/>
                  </a:lnTo>
                  <a:lnTo>
                    <a:pt x="98" y="8"/>
                  </a:lnTo>
                  <a:lnTo>
                    <a:pt x="75" y="17"/>
                  </a:lnTo>
                  <a:lnTo>
                    <a:pt x="56" y="30"/>
                  </a:lnTo>
                  <a:lnTo>
                    <a:pt x="40" y="44"/>
                  </a:lnTo>
                  <a:lnTo>
                    <a:pt x="28" y="58"/>
                  </a:lnTo>
                  <a:lnTo>
                    <a:pt x="19" y="75"/>
                  </a:lnTo>
                  <a:lnTo>
                    <a:pt x="12" y="91"/>
                  </a:lnTo>
                  <a:lnTo>
                    <a:pt x="7" y="109"/>
                  </a:lnTo>
                  <a:lnTo>
                    <a:pt x="3" y="126"/>
                  </a:lnTo>
                  <a:lnTo>
                    <a:pt x="2" y="142"/>
                  </a:lnTo>
                  <a:lnTo>
                    <a:pt x="0" y="170"/>
                  </a:lnTo>
                  <a:lnTo>
                    <a:pt x="2" y="190"/>
                  </a:lnTo>
                  <a:lnTo>
                    <a:pt x="2" y="1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 name="Freeform 122"/>
            <p:cNvSpPr>
              <a:spLocks/>
            </p:cNvSpPr>
            <p:nvPr/>
          </p:nvSpPr>
          <p:spPr bwMode="auto">
            <a:xfrm>
              <a:off x="9555163" y="6450013"/>
              <a:ext cx="504825" cy="407988"/>
            </a:xfrm>
            <a:custGeom>
              <a:avLst/>
              <a:gdLst>
                <a:gd name="T0" fmla="*/ 14 w 318"/>
                <a:gd name="T1" fmla="*/ 0 h 257"/>
                <a:gd name="T2" fmla="*/ 14 w 318"/>
                <a:gd name="T3" fmla="*/ 0 h 257"/>
                <a:gd name="T4" fmla="*/ 13 w 318"/>
                <a:gd name="T5" fmla="*/ 6 h 257"/>
                <a:gd name="T6" fmla="*/ 7 w 318"/>
                <a:gd name="T7" fmla="*/ 21 h 257"/>
                <a:gd name="T8" fmla="*/ 2 w 318"/>
                <a:gd name="T9" fmla="*/ 44 h 257"/>
                <a:gd name="T10" fmla="*/ 0 w 318"/>
                <a:gd name="T11" fmla="*/ 58 h 257"/>
                <a:gd name="T12" fmla="*/ 0 w 318"/>
                <a:gd name="T13" fmla="*/ 72 h 257"/>
                <a:gd name="T14" fmla="*/ 0 w 318"/>
                <a:gd name="T15" fmla="*/ 72 h 257"/>
                <a:gd name="T16" fmla="*/ 0 w 318"/>
                <a:gd name="T17" fmla="*/ 116 h 257"/>
                <a:gd name="T18" fmla="*/ 0 w 318"/>
                <a:gd name="T19" fmla="*/ 174 h 257"/>
                <a:gd name="T20" fmla="*/ 0 w 318"/>
                <a:gd name="T21" fmla="*/ 245 h 257"/>
                <a:gd name="T22" fmla="*/ 14 w 318"/>
                <a:gd name="T23" fmla="*/ 245 h 257"/>
                <a:gd name="T24" fmla="*/ 14 w 318"/>
                <a:gd name="T25" fmla="*/ 245 h 257"/>
                <a:gd name="T26" fmla="*/ 16 w 318"/>
                <a:gd name="T27" fmla="*/ 232 h 257"/>
                <a:gd name="T28" fmla="*/ 16 w 318"/>
                <a:gd name="T29" fmla="*/ 218 h 257"/>
                <a:gd name="T30" fmla="*/ 20 w 318"/>
                <a:gd name="T31" fmla="*/ 206 h 257"/>
                <a:gd name="T32" fmla="*/ 25 w 318"/>
                <a:gd name="T33" fmla="*/ 194 h 257"/>
                <a:gd name="T34" fmla="*/ 28 w 318"/>
                <a:gd name="T35" fmla="*/ 188 h 257"/>
                <a:gd name="T36" fmla="*/ 32 w 318"/>
                <a:gd name="T37" fmla="*/ 185 h 257"/>
                <a:gd name="T38" fmla="*/ 35 w 318"/>
                <a:gd name="T39" fmla="*/ 183 h 257"/>
                <a:gd name="T40" fmla="*/ 41 w 318"/>
                <a:gd name="T41" fmla="*/ 183 h 257"/>
                <a:gd name="T42" fmla="*/ 48 w 318"/>
                <a:gd name="T43" fmla="*/ 185 h 257"/>
                <a:gd name="T44" fmla="*/ 55 w 318"/>
                <a:gd name="T45" fmla="*/ 190 h 257"/>
                <a:gd name="T46" fmla="*/ 55 w 318"/>
                <a:gd name="T47" fmla="*/ 190 h 257"/>
                <a:gd name="T48" fmla="*/ 86 w 318"/>
                <a:gd name="T49" fmla="*/ 213 h 257"/>
                <a:gd name="T50" fmla="*/ 106 w 318"/>
                <a:gd name="T51" fmla="*/ 224 h 257"/>
                <a:gd name="T52" fmla="*/ 125 w 318"/>
                <a:gd name="T53" fmla="*/ 234 h 257"/>
                <a:gd name="T54" fmla="*/ 144 w 318"/>
                <a:gd name="T55" fmla="*/ 243 h 257"/>
                <a:gd name="T56" fmla="*/ 165 w 318"/>
                <a:gd name="T57" fmla="*/ 250 h 257"/>
                <a:gd name="T58" fmla="*/ 187 w 318"/>
                <a:gd name="T59" fmla="*/ 253 h 257"/>
                <a:gd name="T60" fmla="*/ 208 w 318"/>
                <a:gd name="T61" fmla="*/ 255 h 257"/>
                <a:gd name="T62" fmla="*/ 208 w 318"/>
                <a:gd name="T63" fmla="*/ 255 h 257"/>
                <a:gd name="T64" fmla="*/ 250 w 318"/>
                <a:gd name="T65" fmla="*/ 257 h 257"/>
                <a:gd name="T66" fmla="*/ 287 w 318"/>
                <a:gd name="T67" fmla="*/ 257 h 257"/>
                <a:gd name="T68" fmla="*/ 303 w 318"/>
                <a:gd name="T69" fmla="*/ 255 h 257"/>
                <a:gd name="T70" fmla="*/ 311 w 318"/>
                <a:gd name="T71" fmla="*/ 252 h 257"/>
                <a:gd name="T72" fmla="*/ 315 w 318"/>
                <a:gd name="T73" fmla="*/ 250 h 257"/>
                <a:gd name="T74" fmla="*/ 317 w 318"/>
                <a:gd name="T75" fmla="*/ 246 h 257"/>
                <a:gd name="T76" fmla="*/ 318 w 318"/>
                <a:gd name="T77" fmla="*/ 243 h 257"/>
                <a:gd name="T78" fmla="*/ 317 w 318"/>
                <a:gd name="T79" fmla="*/ 238 h 257"/>
                <a:gd name="T80" fmla="*/ 317 w 318"/>
                <a:gd name="T81" fmla="*/ 238 h 257"/>
                <a:gd name="T82" fmla="*/ 313 w 318"/>
                <a:gd name="T83" fmla="*/ 229 h 257"/>
                <a:gd name="T84" fmla="*/ 306 w 318"/>
                <a:gd name="T85" fmla="*/ 220 h 257"/>
                <a:gd name="T86" fmla="*/ 299 w 318"/>
                <a:gd name="T87" fmla="*/ 211 h 257"/>
                <a:gd name="T88" fmla="*/ 290 w 318"/>
                <a:gd name="T89" fmla="*/ 201 h 257"/>
                <a:gd name="T90" fmla="*/ 267 w 318"/>
                <a:gd name="T91" fmla="*/ 181 h 257"/>
                <a:gd name="T92" fmla="*/ 239 w 318"/>
                <a:gd name="T93" fmla="*/ 160 h 257"/>
                <a:gd name="T94" fmla="*/ 239 w 318"/>
                <a:gd name="T95" fmla="*/ 160 h 257"/>
                <a:gd name="T96" fmla="*/ 206 w 318"/>
                <a:gd name="T97" fmla="*/ 137 h 257"/>
                <a:gd name="T98" fmla="*/ 171 w 318"/>
                <a:gd name="T99" fmla="*/ 109 h 257"/>
                <a:gd name="T100" fmla="*/ 155 w 318"/>
                <a:gd name="T101" fmla="*/ 95 h 257"/>
                <a:gd name="T102" fmla="*/ 139 w 318"/>
                <a:gd name="T103" fmla="*/ 81 h 257"/>
                <a:gd name="T104" fmla="*/ 127 w 318"/>
                <a:gd name="T105" fmla="*/ 67 h 257"/>
                <a:gd name="T106" fmla="*/ 116 w 318"/>
                <a:gd name="T107" fmla="*/ 53 h 257"/>
                <a:gd name="T108" fmla="*/ 116 w 318"/>
                <a:gd name="T109" fmla="*/ 53 h 257"/>
                <a:gd name="T110" fmla="*/ 111 w 318"/>
                <a:gd name="T111" fmla="*/ 46 h 257"/>
                <a:gd name="T112" fmla="*/ 106 w 318"/>
                <a:gd name="T113" fmla="*/ 41 h 257"/>
                <a:gd name="T114" fmla="*/ 90 w 318"/>
                <a:gd name="T115" fmla="*/ 30 h 257"/>
                <a:gd name="T116" fmla="*/ 74 w 318"/>
                <a:gd name="T117" fmla="*/ 21 h 257"/>
                <a:gd name="T118" fmla="*/ 57 w 318"/>
                <a:gd name="T119" fmla="*/ 13 h 257"/>
                <a:gd name="T120" fmla="*/ 27 w 318"/>
                <a:gd name="T121" fmla="*/ 2 h 257"/>
                <a:gd name="T122" fmla="*/ 14 w 318"/>
                <a:gd name="T123"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8" h="257">
                  <a:moveTo>
                    <a:pt x="14" y="0"/>
                  </a:moveTo>
                  <a:lnTo>
                    <a:pt x="14" y="0"/>
                  </a:lnTo>
                  <a:lnTo>
                    <a:pt x="13" y="6"/>
                  </a:lnTo>
                  <a:lnTo>
                    <a:pt x="7" y="21"/>
                  </a:lnTo>
                  <a:lnTo>
                    <a:pt x="2" y="44"/>
                  </a:lnTo>
                  <a:lnTo>
                    <a:pt x="0" y="58"/>
                  </a:lnTo>
                  <a:lnTo>
                    <a:pt x="0" y="72"/>
                  </a:lnTo>
                  <a:lnTo>
                    <a:pt x="0" y="72"/>
                  </a:lnTo>
                  <a:lnTo>
                    <a:pt x="0" y="116"/>
                  </a:lnTo>
                  <a:lnTo>
                    <a:pt x="0" y="174"/>
                  </a:lnTo>
                  <a:lnTo>
                    <a:pt x="0" y="245"/>
                  </a:lnTo>
                  <a:lnTo>
                    <a:pt x="14" y="245"/>
                  </a:lnTo>
                  <a:lnTo>
                    <a:pt x="14" y="245"/>
                  </a:lnTo>
                  <a:lnTo>
                    <a:pt x="16" y="232"/>
                  </a:lnTo>
                  <a:lnTo>
                    <a:pt x="16" y="218"/>
                  </a:lnTo>
                  <a:lnTo>
                    <a:pt x="20" y="206"/>
                  </a:lnTo>
                  <a:lnTo>
                    <a:pt x="25" y="194"/>
                  </a:lnTo>
                  <a:lnTo>
                    <a:pt x="28" y="188"/>
                  </a:lnTo>
                  <a:lnTo>
                    <a:pt x="32" y="185"/>
                  </a:lnTo>
                  <a:lnTo>
                    <a:pt x="35" y="183"/>
                  </a:lnTo>
                  <a:lnTo>
                    <a:pt x="41" y="183"/>
                  </a:lnTo>
                  <a:lnTo>
                    <a:pt x="48" y="185"/>
                  </a:lnTo>
                  <a:lnTo>
                    <a:pt x="55" y="190"/>
                  </a:lnTo>
                  <a:lnTo>
                    <a:pt x="55" y="190"/>
                  </a:lnTo>
                  <a:lnTo>
                    <a:pt x="86" y="213"/>
                  </a:lnTo>
                  <a:lnTo>
                    <a:pt x="106" y="224"/>
                  </a:lnTo>
                  <a:lnTo>
                    <a:pt x="125" y="234"/>
                  </a:lnTo>
                  <a:lnTo>
                    <a:pt x="144" y="243"/>
                  </a:lnTo>
                  <a:lnTo>
                    <a:pt x="165" y="250"/>
                  </a:lnTo>
                  <a:lnTo>
                    <a:pt x="187" y="253"/>
                  </a:lnTo>
                  <a:lnTo>
                    <a:pt x="208" y="255"/>
                  </a:lnTo>
                  <a:lnTo>
                    <a:pt x="208" y="255"/>
                  </a:lnTo>
                  <a:lnTo>
                    <a:pt x="250" y="257"/>
                  </a:lnTo>
                  <a:lnTo>
                    <a:pt x="287" y="257"/>
                  </a:lnTo>
                  <a:lnTo>
                    <a:pt x="303" y="255"/>
                  </a:lnTo>
                  <a:lnTo>
                    <a:pt x="311" y="252"/>
                  </a:lnTo>
                  <a:lnTo>
                    <a:pt x="315" y="250"/>
                  </a:lnTo>
                  <a:lnTo>
                    <a:pt x="317" y="246"/>
                  </a:lnTo>
                  <a:lnTo>
                    <a:pt x="318" y="243"/>
                  </a:lnTo>
                  <a:lnTo>
                    <a:pt x="317" y="238"/>
                  </a:lnTo>
                  <a:lnTo>
                    <a:pt x="317" y="238"/>
                  </a:lnTo>
                  <a:lnTo>
                    <a:pt x="313" y="229"/>
                  </a:lnTo>
                  <a:lnTo>
                    <a:pt x="306" y="220"/>
                  </a:lnTo>
                  <a:lnTo>
                    <a:pt x="299" y="211"/>
                  </a:lnTo>
                  <a:lnTo>
                    <a:pt x="290" y="201"/>
                  </a:lnTo>
                  <a:lnTo>
                    <a:pt x="267" y="181"/>
                  </a:lnTo>
                  <a:lnTo>
                    <a:pt x="239" y="160"/>
                  </a:lnTo>
                  <a:lnTo>
                    <a:pt x="239" y="160"/>
                  </a:lnTo>
                  <a:lnTo>
                    <a:pt x="206" y="137"/>
                  </a:lnTo>
                  <a:lnTo>
                    <a:pt x="171" y="109"/>
                  </a:lnTo>
                  <a:lnTo>
                    <a:pt x="155" y="95"/>
                  </a:lnTo>
                  <a:lnTo>
                    <a:pt x="139" y="81"/>
                  </a:lnTo>
                  <a:lnTo>
                    <a:pt x="127" y="67"/>
                  </a:lnTo>
                  <a:lnTo>
                    <a:pt x="116" y="53"/>
                  </a:lnTo>
                  <a:lnTo>
                    <a:pt x="116" y="53"/>
                  </a:lnTo>
                  <a:lnTo>
                    <a:pt x="111" y="46"/>
                  </a:lnTo>
                  <a:lnTo>
                    <a:pt x="106" y="41"/>
                  </a:lnTo>
                  <a:lnTo>
                    <a:pt x="90" y="30"/>
                  </a:lnTo>
                  <a:lnTo>
                    <a:pt x="74" y="21"/>
                  </a:lnTo>
                  <a:lnTo>
                    <a:pt x="57" y="13"/>
                  </a:lnTo>
                  <a:lnTo>
                    <a:pt x="27" y="2"/>
                  </a:lnTo>
                  <a:lnTo>
                    <a:pt x="14" y="0"/>
                  </a:lnTo>
                  <a:close/>
                </a:path>
              </a:pathLst>
            </a:custGeom>
            <a:solidFill>
              <a:srgbClr val="CC2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 name="Freeform 123"/>
            <p:cNvSpPr>
              <a:spLocks/>
            </p:cNvSpPr>
            <p:nvPr/>
          </p:nvSpPr>
          <p:spPr bwMode="auto">
            <a:xfrm>
              <a:off x="9555163" y="6450013"/>
              <a:ext cx="504825" cy="407988"/>
            </a:xfrm>
            <a:custGeom>
              <a:avLst/>
              <a:gdLst>
                <a:gd name="T0" fmla="*/ 14 w 318"/>
                <a:gd name="T1" fmla="*/ 0 h 257"/>
                <a:gd name="T2" fmla="*/ 14 w 318"/>
                <a:gd name="T3" fmla="*/ 0 h 257"/>
                <a:gd name="T4" fmla="*/ 13 w 318"/>
                <a:gd name="T5" fmla="*/ 6 h 257"/>
                <a:gd name="T6" fmla="*/ 7 w 318"/>
                <a:gd name="T7" fmla="*/ 21 h 257"/>
                <a:gd name="T8" fmla="*/ 2 w 318"/>
                <a:gd name="T9" fmla="*/ 44 h 257"/>
                <a:gd name="T10" fmla="*/ 0 w 318"/>
                <a:gd name="T11" fmla="*/ 58 h 257"/>
                <a:gd name="T12" fmla="*/ 0 w 318"/>
                <a:gd name="T13" fmla="*/ 72 h 257"/>
                <a:gd name="T14" fmla="*/ 0 w 318"/>
                <a:gd name="T15" fmla="*/ 72 h 257"/>
                <a:gd name="T16" fmla="*/ 0 w 318"/>
                <a:gd name="T17" fmla="*/ 116 h 257"/>
                <a:gd name="T18" fmla="*/ 0 w 318"/>
                <a:gd name="T19" fmla="*/ 174 h 257"/>
                <a:gd name="T20" fmla="*/ 0 w 318"/>
                <a:gd name="T21" fmla="*/ 245 h 257"/>
                <a:gd name="T22" fmla="*/ 14 w 318"/>
                <a:gd name="T23" fmla="*/ 245 h 257"/>
                <a:gd name="T24" fmla="*/ 14 w 318"/>
                <a:gd name="T25" fmla="*/ 245 h 257"/>
                <a:gd name="T26" fmla="*/ 16 w 318"/>
                <a:gd name="T27" fmla="*/ 232 h 257"/>
                <a:gd name="T28" fmla="*/ 16 w 318"/>
                <a:gd name="T29" fmla="*/ 218 h 257"/>
                <a:gd name="T30" fmla="*/ 20 w 318"/>
                <a:gd name="T31" fmla="*/ 206 h 257"/>
                <a:gd name="T32" fmla="*/ 25 w 318"/>
                <a:gd name="T33" fmla="*/ 194 h 257"/>
                <a:gd name="T34" fmla="*/ 28 w 318"/>
                <a:gd name="T35" fmla="*/ 188 h 257"/>
                <a:gd name="T36" fmla="*/ 32 w 318"/>
                <a:gd name="T37" fmla="*/ 185 h 257"/>
                <a:gd name="T38" fmla="*/ 35 w 318"/>
                <a:gd name="T39" fmla="*/ 183 h 257"/>
                <a:gd name="T40" fmla="*/ 41 w 318"/>
                <a:gd name="T41" fmla="*/ 183 h 257"/>
                <a:gd name="T42" fmla="*/ 48 w 318"/>
                <a:gd name="T43" fmla="*/ 185 h 257"/>
                <a:gd name="T44" fmla="*/ 55 w 318"/>
                <a:gd name="T45" fmla="*/ 190 h 257"/>
                <a:gd name="T46" fmla="*/ 55 w 318"/>
                <a:gd name="T47" fmla="*/ 190 h 257"/>
                <a:gd name="T48" fmla="*/ 86 w 318"/>
                <a:gd name="T49" fmla="*/ 213 h 257"/>
                <a:gd name="T50" fmla="*/ 106 w 318"/>
                <a:gd name="T51" fmla="*/ 224 h 257"/>
                <a:gd name="T52" fmla="*/ 125 w 318"/>
                <a:gd name="T53" fmla="*/ 234 h 257"/>
                <a:gd name="T54" fmla="*/ 144 w 318"/>
                <a:gd name="T55" fmla="*/ 243 h 257"/>
                <a:gd name="T56" fmla="*/ 165 w 318"/>
                <a:gd name="T57" fmla="*/ 250 h 257"/>
                <a:gd name="T58" fmla="*/ 187 w 318"/>
                <a:gd name="T59" fmla="*/ 253 h 257"/>
                <a:gd name="T60" fmla="*/ 208 w 318"/>
                <a:gd name="T61" fmla="*/ 255 h 257"/>
                <a:gd name="T62" fmla="*/ 208 w 318"/>
                <a:gd name="T63" fmla="*/ 255 h 257"/>
                <a:gd name="T64" fmla="*/ 250 w 318"/>
                <a:gd name="T65" fmla="*/ 257 h 257"/>
                <a:gd name="T66" fmla="*/ 287 w 318"/>
                <a:gd name="T67" fmla="*/ 257 h 257"/>
                <a:gd name="T68" fmla="*/ 303 w 318"/>
                <a:gd name="T69" fmla="*/ 255 h 257"/>
                <a:gd name="T70" fmla="*/ 311 w 318"/>
                <a:gd name="T71" fmla="*/ 252 h 257"/>
                <a:gd name="T72" fmla="*/ 315 w 318"/>
                <a:gd name="T73" fmla="*/ 250 h 257"/>
                <a:gd name="T74" fmla="*/ 317 w 318"/>
                <a:gd name="T75" fmla="*/ 246 h 257"/>
                <a:gd name="T76" fmla="*/ 318 w 318"/>
                <a:gd name="T77" fmla="*/ 243 h 257"/>
                <a:gd name="T78" fmla="*/ 317 w 318"/>
                <a:gd name="T79" fmla="*/ 238 h 257"/>
                <a:gd name="T80" fmla="*/ 317 w 318"/>
                <a:gd name="T81" fmla="*/ 238 h 257"/>
                <a:gd name="T82" fmla="*/ 313 w 318"/>
                <a:gd name="T83" fmla="*/ 229 h 257"/>
                <a:gd name="T84" fmla="*/ 306 w 318"/>
                <a:gd name="T85" fmla="*/ 220 h 257"/>
                <a:gd name="T86" fmla="*/ 299 w 318"/>
                <a:gd name="T87" fmla="*/ 211 h 257"/>
                <a:gd name="T88" fmla="*/ 290 w 318"/>
                <a:gd name="T89" fmla="*/ 201 h 257"/>
                <a:gd name="T90" fmla="*/ 267 w 318"/>
                <a:gd name="T91" fmla="*/ 181 h 257"/>
                <a:gd name="T92" fmla="*/ 239 w 318"/>
                <a:gd name="T93" fmla="*/ 160 h 257"/>
                <a:gd name="T94" fmla="*/ 239 w 318"/>
                <a:gd name="T95" fmla="*/ 160 h 257"/>
                <a:gd name="T96" fmla="*/ 206 w 318"/>
                <a:gd name="T97" fmla="*/ 137 h 257"/>
                <a:gd name="T98" fmla="*/ 171 w 318"/>
                <a:gd name="T99" fmla="*/ 109 h 257"/>
                <a:gd name="T100" fmla="*/ 155 w 318"/>
                <a:gd name="T101" fmla="*/ 95 h 257"/>
                <a:gd name="T102" fmla="*/ 139 w 318"/>
                <a:gd name="T103" fmla="*/ 81 h 257"/>
                <a:gd name="T104" fmla="*/ 127 w 318"/>
                <a:gd name="T105" fmla="*/ 67 h 257"/>
                <a:gd name="T106" fmla="*/ 116 w 318"/>
                <a:gd name="T107" fmla="*/ 53 h 257"/>
                <a:gd name="T108" fmla="*/ 116 w 318"/>
                <a:gd name="T109" fmla="*/ 53 h 257"/>
                <a:gd name="T110" fmla="*/ 111 w 318"/>
                <a:gd name="T111" fmla="*/ 46 h 257"/>
                <a:gd name="T112" fmla="*/ 106 w 318"/>
                <a:gd name="T113" fmla="*/ 41 h 257"/>
                <a:gd name="T114" fmla="*/ 90 w 318"/>
                <a:gd name="T115" fmla="*/ 30 h 257"/>
                <a:gd name="T116" fmla="*/ 74 w 318"/>
                <a:gd name="T117" fmla="*/ 21 h 257"/>
                <a:gd name="T118" fmla="*/ 57 w 318"/>
                <a:gd name="T119" fmla="*/ 13 h 257"/>
                <a:gd name="T120" fmla="*/ 27 w 318"/>
                <a:gd name="T121" fmla="*/ 2 h 257"/>
                <a:gd name="T122" fmla="*/ 14 w 318"/>
                <a:gd name="T123"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8" h="257">
                  <a:moveTo>
                    <a:pt x="14" y="0"/>
                  </a:moveTo>
                  <a:lnTo>
                    <a:pt x="14" y="0"/>
                  </a:lnTo>
                  <a:lnTo>
                    <a:pt x="13" y="6"/>
                  </a:lnTo>
                  <a:lnTo>
                    <a:pt x="7" y="21"/>
                  </a:lnTo>
                  <a:lnTo>
                    <a:pt x="2" y="44"/>
                  </a:lnTo>
                  <a:lnTo>
                    <a:pt x="0" y="58"/>
                  </a:lnTo>
                  <a:lnTo>
                    <a:pt x="0" y="72"/>
                  </a:lnTo>
                  <a:lnTo>
                    <a:pt x="0" y="72"/>
                  </a:lnTo>
                  <a:lnTo>
                    <a:pt x="0" y="116"/>
                  </a:lnTo>
                  <a:lnTo>
                    <a:pt x="0" y="174"/>
                  </a:lnTo>
                  <a:lnTo>
                    <a:pt x="0" y="245"/>
                  </a:lnTo>
                  <a:lnTo>
                    <a:pt x="14" y="245"/>
                  </a:lnTo>
                  <a:lnTo>
                    <a:pt x="14" y="245"/>
                  </a:lnTo>
                  <a:lnTo>
                    <a:pt x="16" y="232"/>
                  </a:lnTo>
                  <a:lnTo>
                    <a:pt x="16" y="218"/>
                  </a:lnTo>
                  <a:lnTo>
                    <a:pt x="20" y="206"/>
                  </a:lnTo>
                  <a:lnTo>
                    <a:pt x="25" y="194"/>
                  </a:lnTo>
                  <a:lnTo>
                    <a:pt x="28" y="188"/>
                  </a:lnTo>
                  <a:lnTo>
                    <a:pt x="32" y="185"/>
                  </a:lnTo>
                  <a:lnTo>
                    <a:pt x="35" y="183"/>
                  </a:lnTo>
                  <a:lnTo>
                    <a:pt x="41" y="183"/>
                  </a:lnTo>
                  <a:lnTo>
                    <a:pt x="48" y="185"/>
                  </a:lnTo>
                  <a:lnTo>
                    <a:pt x="55" y="190"/>
                  </a:lnTo>
                  <a:lnTo>
                    <a:pt x="55" y="190"/>
                  </a:lnTo>
                  <a:lnTo>
                    <a:pt x="86" y="213"/>
                  </a:lnTo>
                  <a:lnTo>
                    <a:pt x="106" y="224"/>
                  </a:lnTo>
                  <a:lnTo>
                    <a:pt x="125" y="234"/>
                  </a:lnTo>
                  <a:lnTo>
                    <a:pt x="144" y="243"/>
                  </a:lnTo>
                  <a:lnTo>
                    <a:pt x="165" y="250"/>
                  </a:lnTo>
                  <a:lnTo>
                    <a:pt x="187" y="253"/>
                  </a:lnTo>
                  <a:lnTo>
                    <a:pt x="208" y="255"/>
                  </a:lnTo>
                  <a:lnTo>
                    <a:pt x="208" y="255"/>
                  </a:lnTo>
                  <a:lnTo>
                    <a:pt x="250" y="257"/>
                  </a:lnTo>
                  <a:lnTo>
                    <a:pt x="287" y="257"/>
                  </a:lnTo>
                  <a:lnTo>
                    <a:pt x="303" y="255"/>
                  </a:lnTo>
                  <a:lnTo>
                    <a:pt x="311" y="252"/>
                  </a:lnTo>
                  <a:lnTo>
                    <a:pt x="315" y="250"/>
                  </a:lnTo>
                  <a:lnTo>
                    <a:pt x="317" y="246"/>
                  </a:lnTo>
                  <a:lnTo>
                    <a:pt x="318" y="243"/>
                  </a:lnTo>
                  <a:lnTo>
                    <a:pt x="317" y="238"/>
                  </a:lnTo>
                  <a:lnTo>
                    <a:pt x="317" y="238"/>
                  </a:lnTo>
                  <a:lnTo>
                    <a:pt x="313" y="229"/>
                  </a:lnTo>
                  <a:lnTo>
                    <a:pt x="306" y="220"/>
                  </a:lnTo>
                  <a:lnTo>
                    <a:pt x="299" y="211"/>
                  </a:lnTo>
                  <a:lnTo>
                    <a:pt x="290" y="201"/>
                  </a:lnTo>
                  <a:lnTo>
                    <a:pt x="267" y="181"/>
                  </a:lnTo>
                  <a:lnTo>
                    <a:pt x="239" y="160"/>
                  </a:lnTo>
                  <a:lnTo>
                    <a:pt x="239" y="160"/>
                  </a:lnTo>
                  <a:lnTo>
                    <a:pt x="206" y="137"/>
                  </a:lnTo>
                  <a:lnTo>
                    <a:pt x="171" y="109"/>
                  </a:lnTo>
                  <a:lnTo>
                    <a:pt x="155" y="95"/>
                  </a:lnTo>
                  <a:lnTo>
                    <a:pt x="139" y="81"/>
                  </a:lnTo>
                  <a:lnTo>
                    <a:pt x="127" y="67"/>
                  </a:lnTo>
                  <a:lnTo>
                    <a:pt x="116" y="53"/>
                  </a:lnTo>
                  <a:lnTo>
                    <a:pt x="116" y="53"/>
                  </a:lnTo>
                  <a:lnTo>
                    <a:pt x="111" y="46"/>
                  </a:lnTo>
                  <a:lnTo>
                    <a:pt x="106" y="41"/>
                  </a:lnTo>
                  <a:lnTo>
                    <a:pt x="90" y="30"/>
                  </a:lnTo>
                  <a:lnTo>
                    <a:pt x="74" y="21"/>
                  </a:lnTo>
                  <a:lnTo>
                    <a:pt x="57" y="13"/>
                  </a:lnTo>
                  <a:lnTo>
                    <a:pt x="27" y="2"/>
                  </a:lnTo>
                  <a:lnTo>
                    <a:pt x="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 name="Freeform 124"/>
            <p:cNvSpPr>
              <a:spLocks/>
            </p:cNvSpPr>
            <p:nvPr/>
          </p:nvSpPr>
          <p:spPr bwMode="auto">
            <a:xfrm>
              <a:off x="9377363" y="4802188"/>
              <a:ext cx="538163" cy="1935163"/>
            </a:xfrm>
            <a:custGeom>
              <a:avLst/>
              <a:gdLst>
                <a:gd name="T0" fmla="*/ 2 w 339"/>
                <a:gd name="T1" fmla="*/ 197 h 1219"/>
                <a:gd name="T2" fmla="*/ 40 w 339"/>
                <a:gd name="T3" fmla="*/ 302 h 1219"/>
                <a:gd name="T4" fmla="*/ 84 w 339"/>
                <a:gd name="T5" fmla="*/ 441 h 1219"/>
                <a:gd name="T6" fmla="*/ 111 w 339"/>
                <a:gd name="T7" fmla="*/ 548 h 1219"/>
                <a:gd name="T8" fmla="*/ 118 w 339"/>
                <a:gd name="T9" fmla="*/ 611 h 1219"/>
                <a:gd name="T10" fmla="*/ 119 w 339"/>
                <a:gd name="T11" fmla="*/ 638 h 1219"/>
                <a:gd name="T12" fmla="*/ 119 w 339"/>
                <a:gd name="T13" fmla="*/ 748 h 1219"/>
                <a:gd name="T14" fmla="*/ 126 w 339"/>
                <a:gd name="T15" fmla="*/ 986 h 1219"/>
                <a:gd name="T16" fmla="*/ 126 w 339"/>
                <a:gd name="T17" fmla="*/ 1058 h 1219"/>
                <a:gd name="T18" fmla="*/ 126 w 339"/>
                <a:gd name="T19" fmla="*/ 1079 h 1219"/>
                <a:gd name="T20" fmla="*/ 133 w 339"/>
                <a:gd name="T21" fmla="*/ 1114 h 1219"/>
                <a:gd name="T22" fmla="*/ 149 w 339"/>
                <a:gd name="T23" fmla="*/ 1140 h 1219"/>
                <a:gd name="T24" fmla="*/ 169 w 339"/>
                <a:gd name="T25" fmla="*/ 1160 h 1219"/>
                <a:gd name="T26" fmla="*/ 179 w 339"/>
                <a:gd name="T27" fmla="*/ 1167 h 1219"/>
                <a:gd name="T28" fmla="*/ 232 w 339"/>
                <a:gd name="T29" fmla="*/ 1193 h 1219"/>
                <a:gd name="T30" fmla="*/ 279 w 339"/>
                <a:gd name="T31" fmla="*/ 1212 h 1219"/>
                <a:gd name="T32" fmla="*/ 309 w 339"/>
                <a:gd name="T33" fmla="*/ 1219 h 1219"/>
                <a:gd name="T34" fmla="*/ 327 w 339"/>
                <a:gd name="T35" fmla="*/ 1219 h 1219"/>
                <a:gd name="T36" fmla="*/ 332 w 339"/>
                <a:gd name="T37" fmla="*/ 1216 h 1219"/>
                <a:gd name="T38" fmla="*/ 339 w 339"/>
                <a:gd name="T39" fmla="*/ 1209 h 1219"/>
                <a:gd name="T40" fmla="*/ 339 w 339"/>
                <a:gd name="T41" fmla="*/ 1198 h 1219"/>
                <a:gd name="T42" fmla="*/ 320 w 339"/>
                <a:gd name="T43" fmla="*/ 1175 h 1219"/>
                <a:gd name="T44" fmla="*/ 277 w 339"/>
                <a:gd name="T45" fmla="*/ 1135 h 1219"/>
                <a:gd name="T46" fmla="*/ 267 w 339"/>
                <a:gd name="T47" fmla="*/ 1123 h 1219"/>
                <a:gd name="T48" fmla="*/ 251 w 339"/>
                <a:gd name="T49" fmla="*/ 1095 h 1219"/>
                <a:gd name="T50" fmla="*/ 244 w 339"/>
                <a:gd name="T51" fmla="*/ 1059 h 1219"/>
                <a:gd name="T52" fmla="*/ 244 w 339"/>
                <a:gd name="T53" fmla="*/ 1005 h 1219"/>
                <a:gd name="T54" fmla="*/ 249 w 339"/>
                <a:gd name="T55" fmla="*/ 926 h 1219"/>
                <a:gd name="T56" fmla="*/ 262 w 339"/>
                <a:gd name="T57" fmla="*/ 820 h 1219"/>
                <a:gd name="T58" fmla="*/ 297 w 339"/>
                <a:gd name="T59" fmla="*/ 604 h 1219"/>
                <a:gd name="T60" fmla="*/ 306 w 339"/>
                <a:gd name="T61" fmla="*/ 539 h 1219"/>
                <a:gd name="T62" fmla="*/ 311 w 339"/>
                <a:gd name="T63" fmla="*/ 451 h 1219"/>
                <a:gd name="T64" fmla="*/ 320 w 339"/>
                <a:gd name="T65" fmla="*/ 121 h 1219"/>
                <a:gd name="T66" fmla="*/ 318 w 339"/>
                <a:gd name="T67" fmla="*/ 116 h 1219"/>
                <a:gd name="T68" fmla="*/ 299 w 339"/>
                <a:gd name="T69" fmla="*/ 77 h 1219"/>
                <a:gd name="T70" fmla="*/ 279 w 339"/>
                <a:gd name="T71" fmla="*/ 52 h 1219"/>
                <a:gd name="T72" fmla="*/ 253 w 339"/>
                <a:gd name="T73" fmla="*/ 28 h 1219"/>
                <a:gd name="T74" fmla="*/ 218 w 339"/>
                <a:gd name="T75" fmla="*/ 10 h 1219"/>
                <a:gd name="T76" fmla="*/ 176 w 339"/>
                <a:gd name="T77" fmla="*/ 0 h 1219"/>
                <a:gd name="T78" fmla="*/ 123 w 339"/>
                <a:gd name="T79" fmla="*/ 1 h 1219"/>
                <a:gd name="T80" fmla="*/ 96 w 339"/>
                <a:gd name="T81" fmla="*/ 8 h 1219"/>
                <a:gd name="T82" fmla="*/ 56 w 339"/>
                <a:gd name="T83" fmla="*/ 30 h 1219"/>
                <a:gd name="T84" fmla="*/ 28 w 339"/>
                <a:gd name="T85" fmla="*/ 58 h 1219"/>
                <a:gd name="T86" fmla="*/ 10 w 339"/>
                <a:gd name="T87" fmla="*/ 91 h 1219"/>
                <a:gd name="T88" fmla="*/ 2 w 339"/>
                <a:gd name="T89" fmla="*/ 126 h 1219"/>
                <a:gd name="T90" fmla="*/ 0 w 339"/>
                <a:gd name="T91" fmla="*/ 170 h 1219"/>
                <a:gd name="T92" fmla="*/ 2 w 339"/>
                <a:gd name="T93" fmla="*/ 197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9" h="1219">
                  <a:moveTo>
                    <a:pt x="2" y="197"/>
                  </a:moveTo>
                  <a:lnTo>
                    <a:pt x="2" y="197"/>
                  </a:lnTo>
                  <a:lnTo>
                    <a:pt x="21" y="248"/>
                  </a:lnTo>
                  <a:lnTo>
                    <a:pt x="40" y="302"/>
                  </a:lnTo>
                  <a:lnTo>
                    <a:pt x="61" y="369"/>
                  </a:lnTo>
                  <a:lnTo>
                    <a:pt x="84" y="441"/>
                  </a:lnTo>
                  <a:lnTo>
                    <a:pt x="102" y="515"/>
                  </a:lnTo>
                  <a:lnTo>
                    <a:pt x="111" y="548"/>
                  </a:lnTo>
                  <a:lnTo>
                    <a:pt x="116" y="581"/>
                  </a:lnTo>
                  <a:lnTo>
                    <a:pt x="118" y="611"/>
                  </a:lnTo>
                  <a:lnTo>
                    <a:pt x="119" y="638"/>
                  </a:lnTo>
                  <a:lnTo>
                    <a:pt x="119" y="638"/>
                  </a:lnTo>
                  <a:lnTo>
                    <a:pt x="118" y="690"/>
                  </a:lnTo>
                  <a:lnTo>
                    <a:pt x="119" y="748"/>
                  </a:lnTo>
                  <a:lnTo>
                    <a:pt x="123" y="875"/>
                  </a:lnTo>
                  <a:lnTo>
                    <a:pt x="126" y="986"/>
                  </a:lnTo>
                  <a:lnTo>
                    <a:pt x="126" y="1028"/>
                  </a:lnTo>
                  <a:lnTo>
                    <a:pt x="126" y="1058"/>
                  </a:lnTo>
                  <a:lnTo>
                    <a:pt x="126" y="1058"/>
                  </a:lnTo>
                  <a:lnTo>
                    <a:pt x="126" y="1079"/>
                  </a:lnTo>
                  <a:lnTo>
                    <a:pt x="128" y="1096"/>
                  </a:lnTo>
                  <a:lnTo>
                    <a:pt x="133" y="1114"/>
                  </a:lnTo>
                  <a:lnTo>
                    <a:pt x="140" y="1128"/>
                  </a:lnTo>
                  <a:lnTo>
                    <a:pt x="149" y="1140"/>
                  </a:lnTo>
                  <a:lnTo>
                    <a:pt x="158" y="1153"/>
                  </a:lnTo>
                  <a:lnTo>
                    <a:pt x="169" y="1160"/>
                  </a:lnTo>
                  <a:lnTo>
                    <a:pt x="179" y="1167"/>
                  </a:lnTo>
                  <a:lnTo>
                    <a:pt x="179" y="1167"/>
                  </a:lnTo>
                  <a:lnTo>
                    <a:pt x="211" y="1183"/>
                  </a:lnTo>
                  <a:lnTo>
                    <a:pt x="232" y="1193"/>
                  </a:lnTo>
                  <a:lnTo>
                    <a:pt x="255" y="1204"/>
                  </a:lnTo>
                  <a:lnTo>
                    <a:pt x="279" y="1212"/>
                  </a:lnTo>
                  <a:lnTo>
                    <a:pt x="300" y="1219"/>
                  </a:lnTo>
                  <a:lnTo>
                    <a:pt x="309" y="1219"/>
                  </a:lnTo>
                  <a:lnTo>
                    <a:pt x="318" y="1219"/>
                  </a:lnTo>
                  <a:lnTo>
                    <a:pt x="327" y="1219"/>
                  </a:lnTo>
                  <a:lnTo>
                    <a:pt x="332" y="1216"/>
                  </a:lnTo>
                  <a:lnTo>
                    <a:pt x="332" y="1216"/>
                  </a:lnTo>
                  <a:lnTo>
                    <a:pt x="337" y="1212"/>
                  </a:lnTo>
                  <a:lnTo>
                    <a:pt x="339" y="1209"/>
                  </a:lnTo>
                  <a:lnTo>
                    <a:pt x="339" y="1204"/>
                  </a:lnTo>
                  <a:lnTo>
                    <a:pt x="339" y="1198"/>
                  </a:lnTo>
                  <a:lnTo>
                    <a:pt x="332" y="1188"/>
                  </a:lnTo>
                  <a:lnTo>
                    <a:pt x="320" y="1175"/>
                  </a:lnTo>
                  <a:lnTo>
                    <a:pt x="292" y="1149"/>
                  </a:lnTo>
                  <a:lnTo>
                    <a:pt x="277" y="1135"/>
                  </a:lnTo>
                  <a:lnTo>
                    <a:pt x="267" y="1123"/>
                  </a:lnTo>
                  <a:lnTo>
                    <a:pt x="267" y="1123"/>
                  </a:lnTo>
                  <a:lnTo>
                    <a:pt x="258" y="1110"/>
                  </a:lnTo>
                  <a:lnTo>
                    <a:pt x="251" y="1095"/>
                  </a:lnTo>
                  <a:lnTo>
                    <a:pt x="248" y="1079"/>
                  </a:lnTo>
                  <a:lnTo>
                    <a:pt x="244" y="1059"/>
                  </a:lnTo>
                  <a:lnTo>
                    <a:pt x="244" y="1035"/>
                  </a:lnTo>
                  <a:lnTo>
                    <a:pt x="244" y="1005"/>
                  </a:lnTo>
                  <a:lnTo>
                    <a:pt x="249" y="926"/>
                  </a:lnTo>
                  <a:lnTo>
                    <a:pt x="249" y="926"/>
                  </a:lnTo>
                  <a:lnTo>
                    <a:pt x="255" y="877"/>
                  </a:lnTo>
                  <a:lnTo>
                    <a:pt x="262" y="820"/>
                  </a:lnTo>
                  <a:lnTo>
                    <a:pt x="279" y="706"/>
                  </a:lnTo>
                  <a:lnTo>
                    <a:pt x="297" y="604"/>
                  </a:lnTo>
                  <a:lnTo>
                    <a:pt x="302" y="566"/>
                  </a:lnTo>
                  <a:lnTo>
                    <a:pt x="306" y="539"/>
                  </a:lnTo>
                  <a:lnTo>
                    <a:pt x="306" y="539"/>
                  </a:lnTo>
                  <a:lnTo>
                    <a:pt x="311" y="451"/>
                  </a:lnTo>
                  <a:lnTo>
                    <a:pt x="314" y="309"/>
                  </a:lnTo>
                  <a:lnTo>
                    <a:pt x="320" y="121"/>
                  </a:lnTo>
                  <a:lnTo>
                    <a:pt x="320" y="121"/>
                  </a:lnTo>
                  <a:lnTo>
                    <a:pt x="318" y="116"/>
                  </a:lnTo>
                  <a:lnTo>
                    <a:pt x="311" y="100"/>
                  </a:lnTo>
                  <a:lnTo>
                    <a:pt x="299" y="77"/>
                  </a:lnTo>
                  <a:lnTo>
                    <a:pt x="290" y="65"/>
                  </a:lnTo>
                  <a:lnTo>
                    <a:pt x="279" y="52"/>
                  </a:lnTo>
                  <a:lnTo>
                    <a:pt x="267" y="40"/>
                  </a:lnTo>
                  <a:lnTo>
                    <a:pt x="253" y="28"/>
                  </a:lnTo>
                  <a:lnTo>
                    <a:pt x="237" y="19"/>
                  </a:lnTo>
                  <a:lnTo>
                    <a:pt x="218" y="10"/>
                  </a:lnTo>
                  <a:lnTo>
                    <a:pt x="198" y="3"/>
                  </a:lnTo>
                  <a:lnTo>
                    <a:pt x="176" y="0"/>
                  </a:lnTo>
                  <a:lnTo>
                    <a:pt x="151" y="0"/>
                  </a:lnTo>
                  <a:lnTo>
                    <a:pt x="123" y="1"/>
                  </a:lnTo>
                  <a:lnTo>
                    <a:pt x="123" y="1"/>
                  </a:lnTo>
                  <a:lnTo>
                    <a:pt x="96" y="8"/>
                  </a:lnTo>
                  <a:lnTo>
                    <a:pt x="75" y="17"/>
                  </a:lnTo>
                  <a:lnTo>
                    <a:pt x="56" y="30"/>
                  </a:lnTo>
                  <a:lnTo>
                    <a:pt x="40" y="44"/>
                  </a:lnTo>
                  <a:lnTo>
                    <a:pt x="28" y="58"/>
                  </a:lnTo>
                  <a:lnTo>
                    <a:pt x="17" y="75"/>
                  </a:lnTo>
                  <a:lnTo>
                    <a:pt x="10" y="91"/>
                  </a:lnTo>
                  <a:lnTo>
                    <a:pt x="5" y="109"/>
                  </a:lnTo>
                  <a:lnTo>
                    <a:pt x="2" y="126"/>
                  </a:lnTo>
                  <a:lnTo>
                    <a:pt x="0" y="142"/>
                  </a:lnTo>
                  <a:lnTo>
                    <a:pt x="0" y="170"/>
                  </a:lnTo>
                  <a:lnTo>
                    <a:pt x="0" y="190"/>
                  </a:lnTo>
                  <a:lnTo>
                    <a:pt x="2" y="197"/>
                  </a:lnTo>
                  <a:close/>
                </a:path>
              </a:pathLst>
            </a:custGeom>
            <a:solidFill>
              <a:srgbClr val="DBB9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 name="Freeform 125"/>
            <p:cNvSpPr>
              <a:spLocks/>
            </p:cNvSpPr>
            <p:nvPr/>
          </p:nvSpPr>
          <p:spPr bwMode="auto">
            <a:xfrm>
              <a:off x="9377363" y="4802188"/>
              <a:ext cx="538163" cy="1935163"/>
            </a:xfrm>
            <a:custGeom>
              <a:avLst/>
              <a:gdLst>
                <a:gd name="T0" fmla="*/ 2 w 339"/>
                <a:gd name="T1" fmla="*/ 197 h 1219"/>
                <a:gd name="T2" fmla="*/ 40 w 339"/>
                <a:gd name="T3" fmla="*/ 302 h 1219"/>
                <a:gd name="T4" fmla="*/ 84 w 339"/>
                <a:gd name="T5" fmla="*/ 441 h 1219"/>
                <a:gd name="T6" fmla="*/ 111 w 339"/>
                <a:gd name="T7" fmla="*/ 548 h 1219"/>
                <a:gd name="T8" fmla="*/ 118 w 339"/>
                <a:gd name="T9" fmla="*/ 611 h 1219"/>
                <a:gd name="T10" fmla="*/ 119 w 339"/>
                <a:gd name="T11" fmla="*/ 638 h 1219"/>
                <a:gd name="T12" fmla="*/ 119 w 339"/>
                <a:gd name="T13" fmla="*/ 748 h 1219"/>
                <a:gd name="T14" fmla="*/ 126 w 339"/>
                <a:gd name="T15" fmla="*/ 986 h 1219"/>
                <a:gd name="T16" fmla="*/ 126 w 339"/>
                <a:gd name="T17" fmla="*/ 1058 h 1219"/>
                <a:gd name="T18" fmla="*/ 126 w 339"/>
                <a:gd name="T19" fmla="*/ 1079 h 1219"/>
                <a:gd name="T20" fmla="*/ 133 w 339"/>
                <a:gd name="T21" fmla="*/ 1114 h 1219"/>
                <a:gd name="T22" fmla="*/ 149 w 339"/>
                <a:gd name="T23" fmla="*/ 1140 h 1219"/>
                <a:gd name="T24" fmla="*/ 169 w 339"/>
                <a:gd name="T25" fmla="*/ 1160 h 1219"/>
                <a:gd name="T26" fmla="*/ 179 w 339"/>
                <a:gd name="T27" fmla="*/ 1167 h 1219"/>
                <a:gd name="T28" fmla="*/ 232 w 339"/>
                <a:gd name="T29" fmla="*/ 1193 h 1219"/>
                <a:gd name="T30" fmla="*/ 279 w 339"/>
                <a:gd name="T31" fmla="*/ 1212 h 1219"/>
                <a:gd name="T32" fmla="*/ 309 w 339"/>
                <a:gd name="T33" fmla="*/ 1219 h 1219"/>
                <a:gd name="T34" fmla="*/ 327 w 339"/>
                <a:gd name="T35" fmla="*/ 1219 h 1219"/>
                <a:gd name="T36" fmla="*/ 332 w 339"/>
                <a:gd name="T37" fmla="*/ 1216 h 1219"/>
                <a:gd name="T38" fmla="*/ 339 w 339"/>
                <a:gd name="T39" fmla="*/ 1209 h 1219"/>
                <a:gd name="T40" fmla="*/ 339 w 339"/>
                <a:gd name="T41" fmla="*/ 1198 h 1219"/>
                <a:gd name="T42" fmla="*/ 320 w 339"/>
                <a:gd name="T43" fmla="*/ 1175 h 1219"/>
                <a:gd name="T44" fmla="*/ 277 w 339"/>
                <a:gd name="T45" fmla="*/ 1135 h 1219"/>
                <a:gd name="T46" fmla="*/ 267 w 339"/>
                <a:gd name="T47" fmla="*/ 1123 h 1219"/>
                <a:gd name="T48" fmla="*/ 251 w 339"/>
                <a:gd name="T49" fmla="*/ 1095 h 1219"/>
                <a:gd name="T50" fmla="*/ 244 w 339"/>
                <a:gd name="T51" fmla="*/ 1059 h 1219"/>
                <a:gd name="T52" fmla="*/ 244 w 339"/>
                <a:gd name="T53" fmla="*/ 1005 h 1219"/>
                <a:gd name="T54" fmla="*/ 249 w 339"/>
                <a:gd name="T55" fmla="*/ 926 h 1219"/>
                <a:gd name="T56" fmla="*/ 262 w 339"/>
                <a:gd name="T57" fmla="*/ 820 h 1219"/>
                <a:gd name="T58" fmla="*/ 297 w 339"/>
                <a:gd name="T59" fmla="*/ 604 h 1219"/>
                <a:gd name="T60" fmla="*/ 306 w 339"/>
                <a:gd name="T61" fmla="*/ 539 h 1219"/>
                <a:gd name="T62" fmla="*/ 311 w 339"/>
                <a:gd name="T63" fmla="*/ 451 h 1219"/>
                <a:gd name="T64" fmla="*/ 320 w 339"/>
                <a:gd name="T65" fmla="*/ 121 h 1219"/>
                <a:gd name="T66" fmla="*/ 318 w 339"/>
                <a:gd name="T67" fmla="*/ 116 h 1219"/>
                <a:gd name="T68" fmla="*/ 299 w 339"/>
                <a:gd name="T69" fmla="*/ 77 h 1219"/>
                <a:gd name="T70" fmla="*/ 279 w 339"/>
                <a:gd name="T71" fmla="*/ 52 h 1219"/>
                <a:gd name="T72" fmla="*/ 253 w 339"/>
                <a:gd name="T73" fmla="*/ 28 h 1219"/>
                <a:gd name="T74" fmla="*/ 218 w 339"/>
                <a:gd name="T75" fmla="*/ 10 h 1219"/>
                <a:gd name="T76" fmla="*/ 176 w 339"/>
                <a:gd name="T77" fmla="*/ 0 h 1219"/>
                <a:gd name="T78" fmla="*/ 123 w 339"/>
                <a:gd name="T79" fmla="*/ 1 h 1219"/>
                <a:gd name="T80" fmla="*/ 96 w 339"/>
                <a:gd name="T81" fmla="*/ 8 h 1219"/>
                <a:gd name="T82" fmla="*/ 56 w 339"/>
                <a:gd name="T83" fmla="*/ 30 h 1219"/>
                <a:gd name="T84" fmla="*/ 28 w 339"/>
                <a:gd name="T85" fmla="*/ 58 h 1219"/>
                <a:gd name="T86" fmla="*/ 10 w 339"/>
                <a:gd name="T87" fmla="*/ 91 h 1219"/>
                <a:gd name="T88" fmla="*/ 2 w 339"/>
                <a:gd name="T89" fmla="*/ 126 h 1219"/>
                <a:gd name="T90" fmla="*/ 0 w 339"/>
                <a:gd name="T91" fmla="*/ 170 h 1219"/>
                <a:gd name="T92" fmla="*/ 2 w 339"/>
                <a:gd name="T93" fmla="*/ 197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9" h="1219">
                  <a:moveTo>
                    <a:pt x="2" y="197"/>
                  </a:moveTo>
                  <a:lnTo>
                    <a:pt x="2" y="197"/>
                  </a:lnTo>
                  <a:lnTo>
                    <a:pt x="21" y="248"/>
                  </a:lnTo>
                  <a:lnTo>
                    <a:pt x="40" y="302"/>
                  </a:lnTo>
                  <a:lnTo>
                    <a:pt x="61" y="369"/>
                  </a:lnTo>
                  <a:lnTo>
                    <a:pt x="84" y="441"/>
                  </a:lnTo>
                  <a:lnTo>
                    <a:pt x="102" y="515"/>
                  </a:lnTo>
                  <a:lnTo>
                    <a:pt x="111" y="548"/>
                  </a:lnTo>
                  <a:lnTo>
                    <a:pt x="116" y="581"/>
                  </a:lnTo>
                  <a:lnTo>
                    <a:pt x="118" y="611"/>
                  </a:lnTo>
                  <a:lnTo>
                    <a:pt x="119" y="638"/>
                  </a:lnTo>
                  <a:lnTo>
                    <a:pt x="119" y="638"/>
                  </a:lnTo>
                  <a:lnTo>
                    <a:pt x="118" y="690"/>
                  </a:lnTo>
                  <a:lnTo>
                    <a:pt x="119" y="748"/>
                  </a:lnTo>
                  <a:lnTo>
                    <a:pt x="123" y="875"/>
                  </a:lnTo>
                  <a:lnTo>
                    <a:pt x="126" y="986"/>
                  </a:lnTo>
                  <a:lnTo>
                    <a:pt x="126" y="1028"/>
                  </a:lnTo>
                  <a:lnTo>
                    <a:pt x="126" y="1058"/>
                  </a:lnTo>
                  <a:lnTo>
                    <a:pt x="126" y="1058"/>
                  </a:lnTo>
                  <a:lnTo>
                    <a:pt x="126" y="1079"/>
                  </a:lnTo>
                  <a:lnTo>
                    <a:pt x="128" y="1096"/>
                  </a:lnTo>
                  <a:lnTo>
                    <a:pt x="133" y="1114"/>
                  </a:lnTo>
                  <a:lnTo>
                    <a:pt x="140" y="1128"/>
                  </a:lnTo>
                  <a:lnTo>
                    <a:pt x="149" y="1140"/>
                  </a:lnTo>
                  <a:lnTo>
                    <a:pt x="158" y="1153"/>
                  </a:lnTo>
                  <a:lnTo>
                    <a:pt x="169" y="1160"/>
                  </a:lnTo>
                  <a:lnTo>
                    <a:pt x="179" y="1167"/>
                  </a:lnTo>
                  <a:lnTo>
                    <a:pt x="179" y="1167"/>
                  </a:lnTo>
                  <a:lnTo>
                    <a:pt x="211" y="1183"/>
                  </a:lnTo>
                  <a:lnTo>
                    <a:pt x="232" y="1193"/>
                  </a:lnTo>
                  <a:lnTo>
                    <a:pt x="255" y="1204"/>
                  </a:lnTo>
                  <a:lnTo>
                    <a:pt x="279" y="1212"/>
                  </a:lnTo>
                  <a:lnTo>
                    <a:pt x="300" y="1219"/>
                  </a:lnTo>
                  <a:lnTo>
                    <a:pt x="309" y="1219"/>
                  </a:lnTo>
                  <a:lnTo>
                    <a:pt x="318" y="1219"/>
                  </a:lnTo>
                  <a:lnTo>
                    <a:pt x="327" y="1219"/>
                  </a:lnTo>
                  <a:lnTo>
                    <a:pt x="332" y="1216"/>
                  </a:lnTo>
                  <a:lnTo>
                    <a:pt x="332" y="1216"/>
                  </a:lnTo>
                  <a:lnTo>
                    <a:pt x="337" y="1212"/>
                  </a:lnTo>
                  <a:lnTo>
                    <a:pt x="339" y="1209"/>
                  </a:lnTo>
                  <a:lnTo>
                    <a:pt x="339" y="1204"/>
                  </a:lnTo>
                  <a:lnTo>
                    <a:pt x="339" y="1198"/>
                  </a:lnTo>
                  <a:lnTo>
                    <a:pt x="332" y="1188"/>
                  </a:lnTo>
                  <a:lnTo>
                    <a:pt x="320" y="1175"/>
                  </a:lnTo>
                  <a:lnTo>
                    <a:pt x="292" y="1149"/>
                  </a:lnTo>
                  <a:lnTo>
                    <a:pt x="277" y="1135"/>
                  </a:lnTo>
                  <a:lnTo>
                    <a:pt x="267" y="1123"/>
                  </a:lnTo>
                  <a:lnTo>
                    <a:pt x="267" y="1123"/>
                  </a:lnTo>
                  <a:lnTo>
                    <a:pt x="258" y="1110"/>
                  </a:lnTo>
                  <a:lnTo>
                    <a:pt x="251" y="1095"/>
                  </a:lnTo>
                  <a:lnTo>
                    <a:pt x="248" y="1079"/>
                  </a:lnTo>
                  <a:lnTo>
                    <a:pt x="244" y="1059"/>
                  </a:lnTo>
                  <a:lnTo>
                    <a:pt x="244" y="1035"/>
                  </a:lnTo>
                  <a:lnTo>
                    <a:pt x="244" y="1005"/>
                  </a:lnTo>
                  <a:lnTo>
                    <a:pt x="249" y="926"/>
                  </a:lnTo>
                  <a:lnTo>
                    <a:pt x="249" y="926"/>
                  </a:lnTo>
                  <a:lnTo>
                    <a:pt x="255" y="877"/>
                  </a:lnTo>
                  <a:lnTo>
                    <a:pt x="262" y="820"/>
                  </a:lnTo>
                  <a:lnTo>
                    <a:pt x="279" y="706"/>
                  </a:lnTo>
                  <a:lnTo>
                    <a:pt x="297" y="604"/>
                  </a:lnTo>
                  <a:lnTo>
                    <a:pt x="302" y="566"/>
                  </a:lnTo>
                  <a:lnTo>
                    <a:pt x="306" y="539"/>
                  </a:lnTo>
                  <a:lnTo>
                    <a:pt x="306" y="539"/>
                  </a:lnTo>
                  <a:lnTo>
                    <a:pt x="311" y="451"/>
                  </a:lnTo>
                  <a:lnTo>
                    <a:pt x="314" y="309"/>
                  </a:lnTo>
                  <a:lnTo>
                    <a:pt x="320" y="121"/>
                  </a:lnTo>
                  <a:lnTo>
                    <a:pt x="320" y="121"/>
                  </a:lnTo>
                  <a:lnTo>
                    <a:pt x="318" y="116"/>
                  </a:lnTo>
                  <a:lnTo>
                    <a:pt x="311" y="100"/>
                  </a:lnTo>
                  <a:lnTo>
                    <a:pt x="299" y="77"/>
                  </a:lnTo>
                  <a:lnTo>
                    <a:pt x="290" y="65"/>
                  </a:lnTo>
                  <a:lnTo>
                    <a:pt x="279" y="52"/>
                  </a:lnTo>
                  <a:lnTo>
                    <a:pt x="267" y="40"/>
                  </a:lnTo>
                  <a:lnTo>
                    <a:pt x="253" y="28"/>
                  </a:lnTo>
                  <a:lnTo>
                    <a:pt x="237" y="19"/>
                  </a:lnTo>
                  <a:lnTo>
                    <a:pt x="218" y="10"/>
                  </a:lnTo>
                  <a:lnTo>
                    <a:pt x="198" y="3"/>
                  </a:lnTo>
                  <a:lnTo>
                    <a:pt x="176" y="0"/>
                  </a:lnTo>
                  <a:lnTo>
                    <a:pt x="151" y="0"/>
                  </a:lnTo>
                  <a:lnTo>
                    <a:pt x="123" y="1"/>
                  </a:lnTo>
                  <a:lnTo>
                    <a:pt x="123" y="1"/>
                  </a:lnTo>
                  <a:lnTo>
                    <a:pt x="96" y="8"/>
                  </a:lnTo>
                  <a:lnTo>
                    <a:pt x="75" y="17"/>
                  </a:lnTo>
                  <a:lnTo>
                    <a:pt x="56" y="30"/>
                  </a:lnTo>
                  <a:lnTo>
                    <a:pt x="40" y="44"/>
                  </a:lnTo>
                  <a:lnTo>
                    <a:pt x="28" y="58"/>
                  </a:lnTo>
                  <a:lnTo>
                    <a:pt x="17" y="75"/>
                  </a:lnTo>
                  <a:lnTo>
                    <a:pt x="10" y="91"/>
                  </a:lnTo>
                  <a:lnTo>
                    <a:pt x="5" y="109"/>
                  </a:lnTo>
                  <a:lnTo>
                    <a:pt x="2" y="126"/>
                  </a:lnTo>
                  <a:lnTo>
                    <a:pt x="0" y="142"/>
                  </a:lnTo>
                  <a:lnTo>
                    <a:pt x="0" y="170"/>
                  </a:lnTo>
                  <a:lnTo>
                    <a:pt x="0" y="190"/>
                  </a:lnTo>
                  <a:lnTo>
                    <a:pt x="2" y="1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 name="Freeform 126"/>
            <p:cNvSpPr>
              <a:spLocks/>
            </p:cNvSpPr>
            <p:nvPr/>
          </p:nvSpPr>
          <p:spPr bwMode="auto">
            <a:xfrm>
              <a:off x="8785226" y="3641725"/>
              <a:ext cx="1274763" cy="1776413"/>
            </a:xfrm>
            <a:custGeom>
              <a:avLst/>
              <a:gdLst>
                <a:gd name="T0" fmla="*/ 76 w 803"/>
                <a:gd name="T1" fmla="*/ 145 h 1119"/>
                <a:gd name="T2" fmla="*/ 76 w 803"/>
                <a:gd name="T3" fmla="*/ 145 h 1119"/>
                <a:gd name="T4" fmla="*/ 72 w 803"/>
                <a:gd name="T5" fmla="*/ 154 h 1119"/>
                <a:gd name="T6" fmla="*/ 62 w 803"/>
                <a:gd name="T7" fmla="*/ 179 h 1119"/>
                <a:gd name="T8" fmla="*/ 48 w 803"/>
                <a:gd name="T9" fmla="*/ 218 h 1119"/>
                <a:gd name="T10" fmla="*/ 32 w 803"/>
                <a:gd name="T11" fmla="*/ 270 h 1119"/>
                <a:gd name="T12" fmla="*/ 25 w 803"/>
                <a:gd name="T13" fmla="*/ 302 h 1119"/>
                <a:gd name="T14" fmla="*/ 18 w 803"/>
                <a:gd name="T15" fmla="*/ 337 h 1119"/>
                <a:gd name="T16" fmla="*/ 11 w 803"/>
                <a:gd name="T17" fmla="*/ 374 h 1119"/>
                <a:gd name="T18" fmla="*/ 5 w 803"/>
                <a:gd name="T19" fmla="*/ 414 h 1119"/>
                <a:gd name="T20" fmla="*/ 2 w 803"/>
                <a:gd name="T21" fmla="*/ 458 h 1119"/>
                <a:gd name="T22" fmla="*/ 0 w 803"/>
                <a:gd name="T23" fmla="*/ 504 h 1119"/>
                <a:gd name="T24" fmla="*/ 0 w 803"/>
                <a:gd name="T25" fmla="*/ 551 h 1119"/>
                <a:gd name="T26" fmla="*/ 2 w 803"/>
                <a:gd name="T27" fmla="*/ 602 h 1119"/>
                <a:gd name="T28" fmla="*/ 2 w 803"/>
                <a:gd name="T29" fmla="*/ 602 h 1119"/>
                <a:gd name="T30" fmla="*/ 27 w 803"/>
                <a:gd name="T31" fmla="*/ 966 h 1119"/>
                <a:gd name="T32" fmla="*/ 37 w 803"/>
                <a:gd name="T33" fmla="*/ 1119 h 1119"/>
                <a:gd name="T34" fmla="*/ 139 w 803"/>
                <a:gd name="T35" fmla="*/ 1119 h 1119"/>
                <a:gd name="T36" fmla="*/ 139 w 803"/>
                <a:gd name="T37" fmla="*/ 968 h 1119"/>
                <a:gd name="T38" fmla="*/ 204 w 803"/>
                <a:gd name="T39" fmla="*/ 1119 h 1119"/>
                <a:gd name="T40" fmla="*/ 772 w 803"/>
                <a:gd name="T41" fmla="*/ 1105 h 1119"/>
                <a:gd name="T42" fmla="*/ 772 w 803"/>
                <a:gd name="T43" fmla="*/ 1105 h 1119"/>
                <a:gd name="T44" fmla="*/ 779 w 803"/>
                <a:gd name="T45" fmla="*/ 984 h 1119"/>
                <a:gd name="T46" fmla="*/ 788 w 803"/>
                <a:gd name="T47" fmla="*/ 855 h 1119"/>
                <a:gd name="T48" fmla="*/ 795 w 803"/>
                <a:gd name="T49" fmla="*/ 706 h 1119"/>
                <a:gd name="T50" fmla="*/ 800 w 803"/>
                <a:gd name="T51" fmla="*/ 551 h 1119"/>
                <a:gd name="T52" fmla="*/ 803 w 803"/>
                <a:gd name="T53" fmla="*/ 411 h 1119"/>
                <a:gd name="T54" fmla="*/ 803 w 803"/>
                <a:gd name="T55" fmla="*/ 349 h 1119"/>
                <a:gd name="T56" fmla="*/ 802 w 803"/>
                <a:gd name="T57" fmla="*/ 297 h 1119"/>
                <a:gd name="T58" fmla="*/ 798 w 803"/>
                <a:gd name="T59" fmla="*/ 258 h 1119"/>
                <a:gd name="T60" fmla="*/ 796 w 803"/>
                <a:gd name="T61" fmla="*/ 242 h 1119"/>
                <a:gd name="T62" fmla="*/ 793 w 803"/>
                <a:gd name="T63" fmla="*/ 230 h 1119"/>
                <a:gd name="T64" fmla="*/ 793 w 803"/>
                <a:gd name="T65" fmla="*/ 230 h 1119"/>
                <a:gd name="T66" fmla="*/ 789 w 803"/>
                <a:gd name="T67" fmla="*/ 221 h 1119"/>
                <a:gd name="T68" fmla="*/ 782 w 803"/>
                <a:gd name="T69" fmla="*/ 209 h 1119"/>
                <a:gd name="T70" fmla="*/ 775 w 803"/>
                <a:gd name="T71" fmla="*/ 196 h 1119"/>
                <a:gd name="T72" fmla="*/ 765 w 803"/>
                <a:gd name="T73" fmla="*/ 184 h 1119"/>
                <a:gd name="T74" fmla="*/ 740 w 803"/>
                <a:gd name="T75" fmla="*/ 156 h 1119"/>
                <a:gd name="T76" fmla="*/ 708 w 803"/>
                <a:gd name="T77" fmla="*/ 128 h 1119"/>
                <a:gd name="T78" fmla="*/ 672 w 803"/>
                <a:gd name="T79" fmla="*/ 100 h 1119"/>
                <a:gd name="T80" fmla="*/ 652 w 803"/>
                <a:gd name="T81" fmla="*/ 86 h 1119"/>
                <a:gd name="T82" fmla="*/ 629 w 803"/>
                <a:gd name="T83" fmla="*/ 73 h 1119"/>
                <a:gd name="T84" fmla="*/ 607 w 803"/>
                <a:gd name="T85" fmla="*/ 59 h 1119"/>
                <a:gd name="T86" fmla="*/ 584 w 803"/>
                <a:gd name="T87" fmla="*/ 49 h 1119"/>
                <a:gd name="T88" fmla="*/ 559 w 803"/>
                <a:gd name="T89" fmla="*/ 36 h 1119"/>
                <a:gd name="T90" fmla="*/ 533 w 803"/>
                <a:gd name="T91" fmla="*/ 28 h 1119"/>
                <a:gd name="T92" fmla="*/ 506 w 803"/>
                <a:gd name="T93" fmla="*/ 19 h 1119"/>
                <a:gd name="T94" fmla="*/ 480 w 803"/>
                <a:gd name="T95" fmla="*/ 12 h 1119"/>
                <a:gd name="T96" fmla="*/ 452 w 803"/>
                <a:gd name="T97" fmla="*/ 7 h 1119"/>
                <a:gd name="T98" fmla="*/ 424 w 803"/>
                <a:gd name="T99" fmla="*/ 3 h 1119"/>
                <a:gd name="T100" fmla="*/ 396 w 803"/>
                <a:gd name="T101" fmla="*/ 0 h 1119"/>
                <a:gd name="T102" fmla="*/ 366 w 803"/>
                <a:gd name="T103" fmla="*/ 0 h 1119"/>
                <a:gd name="T104" fmla="*/ 338 w 803"/>
                <a:gd name="T105" fmla="*/ 3 h 1119"/>
                <a:gd name="T106" fmla="*/ 308 w 803"/>
                <a:gd name="T107" fmla="*/ 7 h 1119"/>
                <a:gd name="T108" fmla="*/ 278 w 803"/>
                <a:gd name="T109" fmla="*/ 14 h 1119"/>
                <a:gd name="T110" fmla="*/ 250 w 803"/>
                <a:gd name="T111" fmla="*/ 24 h 1119"/>
                <a:gd name="T112" fmla="*/ 220 w 803"/>
                <a:gd name="T113" fmla="*/ 36 h 1119"/>
                <a:gd name="T114" fmla="*/ 190 w 803"/>
                <a:gd name="T115" fmla="*/ 52 h 1119"/>
                <a:gd name="T116" fmla="*/ 162 w 803"/>
                <a:gd name="T117" fmla="*/ 70 h 1119"/>
                <a:gd name="T118" fmla="*/ 132 w 803"/>
                <a:gd name="T119" fmla="*/ 93 h 1119"/>
                <a:gd name="T120" fmla="*/ 104 w 803"/>
                <a:gd name="T121" fmla="*/ 117 h 1119"/>
                <a:gd name="T122" fmla="*/ 76 w 803"/>
                <a:gd name="T123" fmla="*/ 145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03" h="1119">
                  <a:moveTo>
                    <a:pt x="76" y="145"/>
                  </a:moveTo>
                  <a:lnTo>
                    <a:pt x="76" y="145"/>
                  </a:lnTo>
                  <a:lnTo>
                    <a:pt x="72" y="154"/>
                  </a:lnTo>
                  <a:lnTo>
                    <a:pt x="62" y="179"/>
                  </a:lnTo>
                  <a:lnTo>
                    <a:pt x="48" y="218"/>
                  </a:lnTo>
                  <a:lnTo>
                    <a:pt x="32" y="270"/>
                  </a:lnTo>
                  <a:lnTo>
                    <a:pt x="25" y="302"/>
                  </a:lnTo>
                  <a:lnTo>
                    <a:pt x="18" y="337"/>
                  </a:lnTo>
                  <a:lnTo>
                    <a:pt x="11" y="374"/>
                  </a:lnTo>
                  <a:lnTo>
                    <a:pt x="5" y="414"/>
                  </a:lnTo>
                  <a:lnTo>
                    <a:pt x="2" y="458"/>
                  </a:lnTo>
                  <a:lnTo>
                    <a:pt x="0" y="504"/>
                  </a:lnTo>
                  <a:lnTo>
                    <a:pt x="0" y="551"/>
                  </a:lnTo>
                  <a:lnTo>
                    <a:pt x="2" y="602"/>
                  </a:lnTo>
                  <a:lnTo>
                    <a:pt x="2" y="602"/>
                  </a:lnTo>
                  <a:lnTo>
                    <a:pt x="27" y="966"/>
                  </a:lnTo>
                  <a:lnTo>
                    <a:pt x="37" y="1119"/>
                  </a:lnTo>
                  <a:lnTo>
                    <a:pt x="139" y="1119"/>
                  </a:lnTo>
                  <a:lnTo>
                    <a:pt x="139" y="968"/>
                  </a:lnTo>
                  <a:lnTo>
                    <a:pt x="204" y="1119"/>
                  </a:lnTo>
                  <a:lnTo>
                    <a:pt x="772" y="1105"/>
                  </a:lnTo>
                  <a:lnTo>
                    <a:pt x="772" y="1105"/>
                  </a:lnTo>
                  <a:lnTo>
                    <a:pt x="779" y="984"/>
                  </a:lnTo>
                  <a:lnTo>
                    <a:pt x="788" y="855"/>
                  </a:lnTo>
                  <a:lnTo>
                    <a:pt x="795" y="706"/>
                  </a:lnTo>
                  <a:lnTo>
                    <a:pt x="800" y="551"/>
                  </a:lnTo>
                  <a:lnTo>
                    <a:pt x="803" y="411"/>
                  </a:lnTo>
                  <a:lnTo>
                    <a:pt x="803" y="349"/>
                  </a:lnTo>
                  <a:lnTo>
                    <a:pt x="802" y="297"/>
                  </a:lnTo>
                  <a:lnTo>
                    <a:pt x="798" y="258"/>
                  </a:lnTo>
                  <a:lnTo>
                    <a:pt x="796" y="242"/>
                  </a:lnTo>
                  <a:lnTo>
                    <a:pt x="793" y="230"/>
                  </a:lnTo>
                  <a:lnTo>
                    <a:pt x="793" y="230"/>
                  </a:lnTo>
                  <a:lnTo>
                    <a:pt x="789" y="221"/>
                  </a:lnTo>
                  <a:lnTo>
                    <a:pt x="782" y="209"/>
                  </a:lnTo>
                  <a:lnTo>
                    <a:pt x="775" y="196"/>
                  </a:lnTo>
                  <a:lnTo>
                    <a:pt x="765" y="184"/>
                  </a:lnTo>
                  <a:lnTo>
                    <a:pt x="740" y="156"/>
                  </a:lnTo>
                  <a:lnTo>
                    <a:pt x="708" y="128"/>
                  </a:lnTo>
                  <a:lnTo>
                    <a:pt x="672" y="100"/>
                  </a:lnTo>
                  <a:lnTo>
                    <a:pt x="652" y="86"/>
                  </a:lnTo>
                  <a:lnTo>
                    <a:pt x="629" y="73"/>
                  </a:lnTo>
                  <a:lnTo>
                    <a:pt x="607" y="59"/>
                  </a:lnTo>
                  <a:lnTo>
                    <a:pt x="584" y="49"/>
                  </a:lnTo>
                  <a:lnTo>
                    <a:pt x="559" y="36"/>
                  </a:lnTo>
                  <a:lnTo>
                    <a:pt x="533" y="28"/>
                  </a:lnTo>
                  <a:lnTo>
                    <a:pt x="506" y="19"/>
                  </a:lnTo>
                  <a:lnTo>
                    <a:pt x="480" y="12"/>
                  </a:lnTo>
                  <a:lnTo>
                    <a:pt x="452" y="7"/>
                  </a:lnTo>
                  <a:lnTo>
                    <a:pt x="424" y="3"/>
                  </a:lnTo>
                  <a:lnTo>
                    <a:pt x="396" y="0"/>
                  </a:lnTo>
                  <a:lnTo>
                    <a:pt x="366" y="0"/>
                  </a:lnTo>
                  <a:lnTo>
                    <a:pt x="338" y="3"/>
                  </a:lnTo>
                  <a:lnTo>
                    <a:pt x="308" y="7"/>
                  </a:lnTo>
                  <a:lnTo>
                    <a:pt x="278" y="14"/>
                  </a:lnTo>
                  <a:lnTo>
                    <a:pt x="250" y="24"/>
                  </a:lnTo>
                  <a:lnTo>
                    <a:pt x="220" y="36"/>
                  </a:lnTo>
                  <a:lnTo>
                    <a:pt x="190" y="52"/>
                  </a:lnTo>
                  <a:lnTo>
                    <a:pt x="162" y="70"/>
                  </a:lnTo>
                  <a:lnTo>
                    <a:pt x="132" y="93"/>
                  </a:lnTo>
                  <a:lnTo>
                    <a:pt x="104" y="117"/>
                  </a:lnTo>
                  <a:lnTo>
                    <a:pt x="76" y="145"/>
                  </a:lnTo>
                  <a:close/>
                </a:path>
              </a:pathLst>
            </a:custGeom>
            <a:solidFill>
              <a:srgbClr val="7676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 name="Freeform 127"/>
            <p:cNvSpPr>
              <a:spLocks/>
            </p:cNvSpPr>
            <p:nvPr/>
          </p:nvSpPr>
          <p:spPr bwMode="auto">
            <a:xfrm>
              <a:off x="8785226" y="3641725"/>
              <a:ext cx="1274763" cy="1776413"/>
            </a:xfrm>
            <a:custGeom>
              <a:avLst/>
              <a:gdLst>
                <a:gd name="T0" fmla="*/ 76 w 803"/>
                <a:gd name="T1" fmla="*/ 145 h 1119"/>
                <a:gd name="T2" fmla="*/ 76 w 803"/>
                <a:gd name="T3" fmla="*/ 145 h 1119"/>
                <a:gd name="T4" fmla="*/ 72 w 803"/>
                <a:gd name="T5" fmla="*/ 154 h 1119"/>
                <a:gd name="T6" fmla="*/ 62 w 803"/>
                <a:gd name="T7" fmla="*/ 179 h 1119"/>
                <a:gd name="T8" fmla="*/ 48 w 803"/>
                <a:gd name="T9" fmla="*/ 218 h 1119"/>
                <a:gd name="T10" fmla="*/ 32 w 803"/>
                <a:gd name="T11" fmla="*/ 270 h 1119"/>
                <a:gd name="T12" fmla="*/ 25 w 803"/>
                <a:gd name="T13" fmla="*/ 302 h 1119"/>
                <a:gd name="T14" fmla="*/ 18 w 803"/>
                <a:gd name="T15" fmla="*/ 337 h 1119"/>
                <a:gd name="T16" fmla="*/ 11 w 803"/>
                <a:gd name="T17" fmla="*/ 374 h 1119"/>
                <a:gd name="T18" fmla="*/ 5 w 803"/>
                <a:gd name="T19" fmla="*/ 414 h 1119"/>
                <a:gd name="T20" fmla="*/ 2 w 803"/>
                <a:gd name="T21" fmla="*/ 458 h 1119"/>
                <a:gd name="T22" fmla="*/ 0 w 803"/>
                <a:gd name="T23" fmla="*/ 504 h 1119"/>
                <a:gd name="T24" fmla="*/ 0 w 803"/>
                <a:gd name="T25" fmla="*/ 551 h 1119"/>
                <a:gd name="T26" fmla="*/ 2 w 803"/>
                <a:gd name="T27" fmla="*/ 602 h 1119"/>
                <a:gd name="T28" fmla="*/ 2 w 803"/>
                <a:gd name="T29" fmla="*/ 602 h 1119"/>
                <a:gd name="T30" fmla="*/ 27 w 803"/>
                <a:gd name="T31" fmla="*/ 966 h 1119"/>
                <a:gd name="T32" fmla="*/ 37 w 803"/>
                <a:gd name="T33" fmla="*/ 1119 h 1119"/>
                <a:gd name="T34" fmla="*/ 139 w 803"/>
                <a:gd name="T35" fmla="*/ 1119 h 1119"/>
                <a:gd name="T36" fmla="*/ 139 w 803"/>
                <a:gd name="T37" fmla="*/ 968 h 1119"/>
                <a:gd name="T38" fmla="*/ 204 w 803"/>
                <a:gd name="T39" fmla="*/ 1119 h 1119"/>
                <a:gd name="T40" fmla="*/ 772 w 803"/>
                <a:gd name="T41" fmla="*/ 1105 h 1119"/>
                <a:gd name="T42" fmla="*/ 772 w 803"/>
                <a:gd name="T43" fmla="*/ 1105 h 1119"/>
                <a:gd name="T44" fmla="*/ 779 w 803"/>
                <a:gd name="T45" fmla="*/ 984 h 1119"/>
                <a:gd name="T46" fmla="*/ 788 w 803"/>
                <a:gd name="T47" fmla="*/ 855 h 1119"/>
                <a:gd name="T48" fmla="*/ 795 w 803"/>
                <a:gd name="T49" fmla="*/ 706 h 1119"/>
                <a:gd name="T50" fmla="*/ 800 w 803"/>
                <a:gd name="T51" fmla="*/ 551 h 1119"/>
                <a:gd name="T52" fmla="*/ 803 w 803"/>
                <a:gd name="T53" fmla="*/ 411 h 1119"/>
                <a:gd name="T54" fmla="*/ 803 w 803"/>
                <a:gd name="T55" fmla="*/ 349 h 1119"/>
                <a:gd name="T56" fmla="*/ 802 w 803"/>
                <a:gd name="T57" fmla="*/ 297 h 1119"/>
                <a:gd name="T58" fmla="*/ 798 w 803"/>
                <a:gd name="T59" fmla="*/ 258 h 1119"/>
                <a:gd name="T60" fmla="*/ 796 w 803"/>
                <a:gd name="T61" fmla="*/ 242 h 1119"/>
                <a:gd name="T62" fmla="*/ 793 w 803"/>
                <a:gd name="T63" fmla="*/ 230 h 1119"/>
                <a:gd name="T64" fmla="*/ 793 w 803"/>
                <a:gd name="T65" fmla="*/ 230 h 1119"/>
                <a:gd name="T66" fmla="*/ 789 w 803"/>
                <a:gd name="T67" fmla="*/ 221 h 1119"/>
                <a:gd name="T68" fmla="*/ 782 w 803"/>
                <a:gd name="T69" fmla="*/ 209 h 1119"/>
                <a:gd name="T70" fmla="*/ 775 w 803"/>
                <a:gd name="T71" fmla="*/ 196 h 1119"/>
                <a:gd name="T72" fmla="*/ 765 w 803"/>
                <a:gd name="T73" fmla="*/ 184 h 1119"/>
                <a:gd name="T74" fmla="*/ 740 w 803"/>
                <a:gd name="T75" fmla="*/ 156 h 1119"/>
                <a:gd name="T76" fmla="*/ 708 w 803"/>
                <a:gd name="T77" fmla="*/ 128 h 1119"/>
                <a:gd name="T78" fmla="*/ 672 w 803"/>
                <a:gd name="T79" fmla="*/ 100 h 1119"/>
                <a:gd name="T80" fmla="*/ 652 w 803"/>
                <a:gd name="T81" fmla="*/ 86 h 1119"/>
                <a:gd name="T82" fmla="*/ 629 w 803"/>
                <a:gd name="T83" fmla="*/ 73 h 1119"/>
                <a:gd name="T84" fmla="*/ 607 w 803"/>
                <a:gd name="T85" fmla="*/ 59 h 1119"/>
                <a:gd name="T86" fmla="*/ 584 w 803"/>
                <a:gd name="T87" fmla="*/ 49 h 1119"/>
                <a:gd name="T88" fmla="*/ 559 w 803"/>
                <a:gd name="T89" fmla="*/ 36 h 1119"/>
                <a:gd name="T90" fmla="*/ 533 w 803"/>
                <a:gd name="T91" fmla="*/ 28 h 1119"/>
                <a:gd name="T92" fmla="*/ 506 w 803"/>
                <a:gd name="T93" fmla="*/ 19 h 1119"/>
                <a:gd name="T94" fmla="*/ 480 w 803"/>
                <a:gd name="T95" fmla="*/ 12 h 1119"/>
                <a:gd name="T96" fmla="*/ 452 w 803"/>
                <a:gd name="T97" fmla="*/ 7 h 1119"/>
                <a:gd name="T98" fmla="*/ 424 w 803"/>
                <a:gd name="T99" fmla="*/ 3 h 1119"/>
                <a:gd name="T100" fmla="*/ 396 w 803"/>
                <a:gd name="T101" fmla="*/ 0 h 1119"/>
                <a:gd name="T102" fmla="*/ 366 w 803"/>
                <a:gd name="T103" fmla="*/ 0 h 1119"/>
                <a:gd name="T104" fmla="*/ 338 w 803"/>
                <a:gd name="T105" fmla="*/ 3 h 1119"/>
                <a:gd name="T106" fmla="*/ 308 w 803"/>
                <a:gd name="T107" fmla="*/ 7 h 1119"/>
                <a:gd name="T108" fmla="*/ 278 w 803"/>
                <a:gd name="T109" fmla="*/ 14 h 1119"/>
                <a:gd name="T110" fmla="*/ 250 w 803"/>
                <a:gd name="T111" fmla="*/ 24 h 1119"/>
                <a:gd name="T112" fmla="*/ 220 w 803"/>
                <a:gd name="T113" fmla="*/ 36 h 1119"/>
                <a:gd name="T114" fmla="*/ 190 w 803"/>
                <a:gd name="T115" fmla="*/ 52 h 1119"/>
                <a:gd name="T116" fmla="*/ 162 w 803"/>
                <a:gd name="T117" fmla="*/ 70 h 1119"/>
                <a:gd name="T118" fmla="*/ 132 w 803"/>
                <a:gd name="T119" fmla="*/ 93 h 1119"/>
                <a:gd name="T120" fmla="*/ 104 w 803"/>
                <a:gd name="T121" fmla="*/ 117 h 1119"/>
                <a:gd name="T122" fmla="*/ 76 w 803"/>
                <a:gd name="T123" fmla="*/ 145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03" h="1119">
                  <a:moveTo>
                    <a:pt x="76" y="145"/>
                  </a:moveTo>
                  <a:lnTo>
                    <a:pt x="76" y="145"/>
                  </a:lnTo>
                  <a:lnTo>
                    <a:pt x="72" y="154"/>
                  </a:lnTo>
                  <a:lnTo>
                    <a:pt x="62" y="179"/>
                  </a:lnTo>
                  <a:lnTo>
                    <a:pt x="48" y="218"/>
                  </a:lnTo>
                  <a:lnTo>
                    <a:pt x="32" y="270"/>
                  </a:lnTo>
                  <a:lnTo>
                    <a:pt x="25" y="302"/>
                  </a:lnTo>
                  <a:lnTo>
                    <a:pt x="18" y="337"/>
                  </a:lnTo>
                  <a:lnTo>
                    <a:pt x="11" y="374"/>
                  </a:lnTo>
                  <a:lnTo>
                    <a:pt x="5" y="414"/>
                  </a:lnTo>
                  <a:lnTo>
                    <a:pt x="2" y="458"/>
                  </a:lnTo>
                  <a:lnTo>
                    <a:pt x="0" y="504"/>
                  </a:lnTo>
                  <a:lnTo>
                    <a:pt x="0" y="551"/>
                  </a:lnTo>
                  <a:lnTo>
                    <a:pt x="2" y="602"/>
                  </a:lnTo>
                  <a:lnTo>
                    <a:pt x="2" y="602"/>
                  </a:lnTo>
                  <a:lnTo>
                    <a:pt x="27" y="966"/>
                  </a:lnTo>
                  <a:lnTo>
                    <a:pt x="37" y="1119"/>
                  </a:lnTo>
                  <a:lnTo>
                    <a:pt x="139" y="1119"/>
                  </a:lnTo>
                  <a:lnTo>
                    <a:pt x="139" y="968"/>
                  </a:lnTo>
                  <a:lnTo>
                    <a:pt x="204" y="1119"/>
                  </a:lnTo>
                  <a:lnTo>
                    <a:pt x="772" y="1105"/>
                  </a:lnTo>
                  <a:lnTo>
                    <a:pt x="772" y="1105"/>
                  </a:lnTo>
                  <a:lnTo>
                    <a:pt x="779" y="984"/>
                  </a:lnTo>
                  <a:lnTo>
                    <a:pt x="788" y="855"/>
                  </a:lnTo>
                  <a:lnTo>
                    <a:pt x="795" y="706"/>
                  </a:lnTo>
                  <a:lnTo>
                    <a:pt x="800" y="551"/>
                  </a:lnTo>
                  <a:lnTo>
                    <a:pt x="803" y="411"/>
                  </a:lnTo>
                  <a:lnTo>
                    <a:pt x="803" y="349"/>
                  </a:lnTo>
                  <a:lnTo>
                    <a:pt x="802" y="297"/>
                  </a:lnTo>
                  <a:lnTo>
                    <a:pt x="798" y="258"/>
                  </a:lnTo>
                  <a:lnTo>
                    <a:pt x="796" y="242"/>
                  </a:lnTo>
                  <a:lnTo>
                    <a:pt x="793" y="230"/>
                  </a:lnTo>
                  <a:lnTo>
                    <a:pt x="793" y="230"/>
                  </a:lnTo>
                  <a:lnTo>
                    <a:pt x="789" y="221"/>
                  </a:lnTo>
                  <a:lnTo>
                    <a:pt x="782" y="209"/>
                  </a:lnTo>
                  <a:lnTo>
                    <a:pt x="775" y="196"/>
                  </a:lnTo>
                  <a:lnTo>
                    <a:pt x="765" y="184"/>
                  </a:lnTo>
                  <a:lnTo>
                    <a:pt x="740" y="156"/>
                  </a:lnTo>
                  <a:lnTo>
                    <a:pt x="708" y="128"/>
                  </a:lnTo>
                  <a:lnTo>
                    <a:pt x="672" y="100"/>
                  </a:lnTo>
                  <a:lnTo>
                    <a:pt x="652" y="86"/>
                  </a:lnTo>
                  <a:lnTo>
                    <a:pt x="629" y="73"/>
                  </a:lnTo>
                  <a:lnTo>
                    <a:pt x="607" y="59"/>
                  </a:lnTo>
                  <a:lnTo>
                    <a:pt x="584" y="49"/>
                  </a:lnTo>
                  <a:lnTo>
                    <a:pt x="559" y="36"/>
                  </a:lnTo>
                  <a:lnTo>
                    <a:pt x="533" y="28"/>
                  </a:lnTo>
                  <a:lnTo>
                    <a:pt x="506" y="19"/>
                  </a:lnTo>
                  <a:lnTo>
                    <a:pt x="480" y="12"/>
                  </a:lnTo>
                  <a:lnTo>
                    <a:pt x="452" y="7"/>
                  </a:lnTo>
                  <a:lnTo>
                    <a:pt x="424" y="3"/>
                  </a:lnTo>
                  <a:lnTo>
                    <a:pt x="396" y="0"/>
                  </a:lnTo>
                  <a:lnTo>
                    <a:pt x="366" y="0"/>
                  </a:lnTo>
                  <a:lnTo>
                    <a:pt x="338" y="3"/>
                  </a:lnTo>
                  <a:lnTo>
                    <a:pt x="308" y="7"/>
                  </a:lnTo>
                  <a:lnTo>
                    <a:pt x="278" y="14"/>
                  </a:lnTo>
                  <a:lnTo>
                    <a:pt x="250" y="24"/>
                  </a:lnTo>
                  <a:lnTo>
                    <a:pt x="220" y="36"/>
                  </a:lnTo>
                  <a:lnTo>
                    <a:pt x="190" y="52"/>
                  </a:lnTo>
                  <a:lnTo>
                    <a:pt x="162" y="70"/>
                  </a:lnTo>
                  <a:lnTo>
                    <a:pt x="132" y="93"/>
                  </a:lnTo>
                  <a:lnTo>
                    <a:pt x="104" y="117"/>
                  </a:lnTo>
                  <a:lnTo>
                    <a:pt x="76" y="1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7" name="Freeform 128"/>
            <p:cNvSpPr>
              <a:spLocks/>
            </p:cNvSpPr>
            <p:nvPr/>
          </p:nvSpPr>
          <p:spPr bwMode="auto">
            <a:xfrm>
              <a:off x="10406063" y="1562100"/>
              <a:ext cx="195263" cy="76200"/>
            </a:xfrm>
            <a:custGeom>
              <a:avLst/>
              <a:gdLst>
                <a:gd name="T0" fmla="*/ 0 w 123"/>
                <a:gd name="T1" fmla="*/ 30 h 48"/>
                <a:gd name="T2" fmla="*/ 0 w 123"/>
                <a:gd name="T3" fmla="*/ 30 h 48"/>
                <a:gd name="T4" fmla="*/ 7 w 123"/>
                <a:gd name="T5" fmla="*/ 23 h 48"/>
                <a:gd name="T6" fmla="*/ 18 w 123"/>
                <a:gd name="T7" fmla="*/ 16 h 48"/>
                <a:gd name="T8" fmla="*/ 32 w 123"/>
                <a:gd name="T9" fmla="*/ 9 h 48"/>
                <a:gd name="T10" fmla="*/ 50 w 123"/>
                <a:gd name="T11" fmla="*/ 4 h 48"/>
                <a:gd name="T12" fmla="*/ 71 w 123"/>
                <a:gd name="T13" fmla="*/ 0 h 48"/>
                <a:gd name="T14" fmla="*/ 81 w 123"/>
                <a:gd name="T15" fmla="*/ 0 h 48"/>
                <a:gd name="T16" fmla="*/ 95 w 123"/>
                <a:gd name="T17" fmla="*/ 0 h 48"/>
                <a:gd name="T18" fmla="*/ 109 w 123"/>
                <a:gd name="T19" fmla="*/ 2 h 48"/>
                <a:gd name="T20" fmla="*/ 123 w 123"/>
                <a:gd name="T21" fmla="*/ 5 h 48"/>
                <a:gd name="T22" fmla="*/ 118 w 123"/>
                <a:gd name="T23" fmla="*/ 30 h 48"/>
                <a:gd name="T24" fmla="*/ 20 w 123"/>
                <a:gd name="T25" fmla="*/ 48 h 48"/>
                <a:gd name="T26" fmla="*/ 0 w 123"/>
                <a:gd name="T27" fmla="*/ 3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 h="48">
                  <a:moveTo>
                    <a:pt x="0" y="30"/>
                  </a:moveTo>
                  <a:lnTo>
                    <a:pt x="0" y="30"/>
                  </a:lnTo>
                  <a:lnTo>
                    <a:pt x="7" y="23"/>
                  </a:lnTo>
                  <a:lnTo>
                    <a:pt x="18" y="16"/>
                  </a:lnTo>
                  <a:lnTo>
                    <a:pt x="32" y="9"/>
                  </a:lnTo>
                  <a:lnTo>
                    <a:pt x="50" y="4"/>
                  </a:lnTo>
                  <a:lnTo>
                    <a:pt x="71" y="0"/>
                  </a:lnTo>
                  <a:lnTo>
                    <a:pt x="81" y="0"/>
                  </a:lnTo>
                  <a:lnTo>
                    <a:pt x="95" y="0"/>
                  </a:lnTo>
                  <a:lnTo>
                    <a:pt x="109" y="2"/>
                  </a:lnTo>
                  <a:lnTo>
                    <a:pt x="123" y="5"/>
                  </a:lnTo>
                  <a:lnTo>
                    <a:pt x="118" y="30"/>
                  </a:lnTo>
                  <a:lnTo>
                    <a:pt x="20" y="48"/>
                  </a:lnTo>
                  <a:lnTo>
                    <a:pt x="0" y="30"/>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8" name="Freeform 129"/>
            <p:cNvSpPr>
              <a:spLocks/>
            </p:cNvSpPr>
            <p:nvPr/>
          </p:nvSpPr>
          <p:spPr bwMode="auto">
            <a:xfrm>
              <a:off x="10393363" y="1651000"/>
              <a:ext cx="236538" cy="109538"/>
            </a:xfrm>
            <a:custGeom>
              <a:avLst/>
              <a:gdLst>
                <a:gd name="T0" fmla="*/ 0 w 149"/>
                <a:gd name="T1" fmla="*/ 32 h 69"/>
                <a:gd name="T2" fmla="*/ 0 w 149"/>
                <a:gd name="T3" fmla="*/ 32 h 69"/>
                <a:gd name="T4" fmla="*/ 12 w 149"/>
                <a:gd name="T5" fmla="*/ 23 h 69"/>
                <a:gd name="T6" fmla="*/ 26 w 149"/>
                <a:gd name="T7" fmla="*/ 16 h 69"/>
                <a:gd name="T8" fmla="*/ 45 w 149"/>
                <a:gd name="T9" fmla="*/ 9 h 69"/>
                <a:gd name="T10" fmla="*/ 66 w 149"/>
                <a:gd name="T11" fmla="*/ 4 h 69"/>
                <a:gd name="T12" fmla="*/ 79 w 149"/>
                <a:gd name="T13" fmla="*/ 2 h 69"/>
                <a:gd name="T14" fmla="*/ 93 w 149"/>
                <a:gd name="T15" fmla="*/ 0 h 69"/>
                <a:gd name="T16" fmla="*/ 105 w 149"/>
                <a:gd name="T17" fmla="*/ 2 h 69"/>
                <a:gd name="T18" fmla="*/ 119 w 149"/>
                <a:gd name="T19" fmla="*/ 4 h 69"/>
                <a:gd name="T20" fmla="*/ 135 w 149"/>
                <a:gd name="T21" fmla="*/ 7 h 69"/>
                <a:gd name="T22" fmla="*/ 149 w 149"/>
                <a:gd name="T23" fmla="*/ 13 h 69"/>
                <a:gd name="T24" fmla="*/ 126 w 149"/>
                <a:gd name="T25" fmla="*/ 53 h 69"/>
                <a:gd name="T26" fmla="*/ 17 w 149"/>
                <a:gd name="T27" fmla="*/ 69 h 69"/>
                <a:gd name="T28" fmla="*/ 0 w 149"/>
                <a:gd name="T29" fmla="*/ 3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69">
                  <a:moveTo>
                    <a:pt x="0" y="32"/>
                  </a:moveTo>
                  <a:lnTo>
                    <a:pt x="0" y="32"/>
                  </a:lnTo>
                  <a:lnTo>
                    <a:pt x="12" y="23"/>
                  </a:lnTo>
                  <a:lnTo>
                    <a:pt x="26" y="16"/>
                  </a:lnTo>
                  <a:lnTo>
                    <a:pt x="45" y="9"/>
                  </a:lnTo>
                  <a:lnTo>
                    <a:pt x="66" y="4"/>
                  </a:lnTo>
                  <a:lnTo>
                    <a:pt x="79" y="2"/>
                  </a:lnTo>
                  <a:lnTo>
                    <a:pt x="93" y="0"/>
                  </a:lnTo>
                  <a:lnTo>
                    <a:pt x="105" y="2"/>
                  </a:lnTo>
                  <a:lnTo>
                    <a:pt x="119" y="4"/>
                  </a:lnTo>
                  <a:lnTo>
                    <a:pt x="135" y="7"/>
                  </a:lnTo>
                  <a:lnTo>
                    <a:pt x="149" y="13"/>
                  </a:lnTo>
                  <a:lnTo>
                    <a:pt x="126" y="53"/>
                  </a:lnTo>
                  <a:lnTo>
                    <a:pt x="17" y="69"/>
                  </a:lnTo>
                  <a:lnTo>
                    <a:pt x="0" y="32"/>
                  </a:lnTo>
                  <a:close/>
                </a:path>
              </a:pathLst>
            </a:custGeom>
            <a:solidFill>
              <a:srgbClr val="2323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9" name="Freeform 130"/>
            <p:cNvSpPr>
              <a:spLocks/>
            </p:cNvSpPr>
            <p:nvPr/>
          </p:nvSpPr>
          <p:spPr bwMode="auto">
            <a:xfrm>
              <a:off x="8816976" y="2065338"/>
              <a:ext cx="1404938" cy="2093913"/>
            </a:xfrm>
            <a:custGeom>
              <a:avLst/>
              <a:gdLst>
                <a:gd name="T0" fmla="*/ 804 w 885"/>
                <a:gd name="T1" fmla="*/ 130 h 1319"/>
                <a:gd name="T2" fmla="*/ 806 w 885"/>
                <a:gd name="T3" fmla="*/ 158 h 1319"/>
                <a:gd name="T4" fmla="*/ 812 w 885"/>
                <a:gd name="T5" fmla="*/ 225 h 1319"/>
                <a:gd name="T6" fmla="*/ 826 w 885"/>
                <a:gd name="T7" fmla="*/ 304 h 1319"/>
                <a:gd name="T8" fmla="*/ 838 w 885"/>
                <a:gd name="T9" fmla="*/ 342 h 1319"/>
                <a:gd name="T10" fmla="*/ 852 w 885"/>
                <a:gd name="T11" fmla="*/ 374 h 1319"/>
                <a:gd name="T12" fmla="*/ 866 w 885"/>
                <a:gd name="T13" fmla="*/ 404 h 1319"/>
                <a:gd name="T14" fmla="*/ 878 w 885"/>
                <a:gd name="T15" fmla="*/ 434 h 1319"/>
                <a:gd name="T16" fmla="*/ 884 w 885"/>
                <a:gd name="T17" fmla="*/ 465 h 1319"/>
                <a:gd name="T18" fmla="*/ 885 w 885"/>
                <a:gd name="T19" fmla="*/ 497 h 1319"/>
                <a:gd name="T20" fmla="*/ 882 w 885"/>
                <a:gd name="T21" fmla="*/ 532 h 1319"/>
                <a:gd name="T22" fmla="*/ 870 w 885"/>
                <a:gd name="T23" fmla="*/ 569 h 1319"/>
                <a:gd name="T24" fmla="*/ 852 w 885"/>
                <a:gd name="T25" fmla="*/ 608 h 1319"/>
                <a:gd name="T26" fmla="*/ 826 w 885"/>
                <a:gd name="T27" fmla="*/ 648 h 1319"/>
                <a:gd name="T28" fmla="*/ 797 w 885"/>
                <a:gd name="T29" fmla="*/ 692 h 1319"/>
                <a:gd name="T30" fmla="*/ 761 w 885"/>
                <a:gd name="T31" fmla="*/ 757 h 1319"/>
                <a:gd name="T32" fmla="*/ 743 w 885"/>
                <a:gd name="T33" fmla="*/ 801 h 1319"/>
                <a:gd name="T34" fmla="*/ 729 w 885"/>
                <a:gd name="T35" fmla="*/ 847 h 1319"/>
                <a:gd name="T36" fmla="*/ 722 w 885"/>
                <a:gd name="T37" fmla="*/ 894 h 1319"/>
                <a:gd name="T38" fmla="*/ 720 w 885"/>
                <a:gd name="T39" fmla="*/ 940 h 1319"/>
                <a:gd name="T40" fmla="*/ 727 w 885"/>
                <a:gd name="T41" fmla="*/ 987 h 1319"/>
                <a:gd name="T42" fmla="*/ 732 w 885"/>
                <a:gd name="T43" fmla="*/ 1010 h 1319"/>
                <a:gd name="T44" fmla="*/ 785 w 885"/>
                <a:gd name="T45" fmla="*/ 1182 h 1319"/>
                <a:gd name="T46" fmla="*/ 710 w 885"/>
                <a:gd name="T47" fmla="*/ 1279 h 1319"/>
                <a:gd name="T48" fmla="*/ 662 w 885"/>
                <a:gd name="T49" fmla="*/ 1286 h 1319"/>
                <a:gd name="T50" fmla="*/ 630 w 885"/>
                <a:gd name="T51" fmla="*/ 1293 h 1319"/>
                <a:gd name="T52" fmla="*/ 492 w 885"/>
                <a:gd name="T53" fmla="*/ 1311 h 1319"/>
                <a:gd name="T54" fmla="*/ 369 w 885"/>
                <a:gd name="T55" fmla="*/ 1319 h 1319"/>
                <a:gd name="T56" fmla="*/ 307 w 885"/>
                <a:gd name="T57" fmla="*/ 1319 h 1319"/>
                <a:gd name="T58" fmla="*/ 207 w 885"/>
                <a:gd name="T59" fmla="*/ 1314 h 1319"/>
                <a:gd name="T60" fmla="*/ 144 w 885"/>
                <a:gd name="T61" fmla="*/ 1307 h 1319"/>
                <a:gd name="T62" fmla="*/ 112 w 885"/>
                <a:gd name="T63" fmla="*/ 1300 h 1319"/>
                <a:gd name="T64" fmla="*/ 123 w 885"/>
                <a:gd name="T65" fmla="*/ 1110 h 1319"/>
                <a:gd name="T66" fmla="*/ 0 w 885"/>
                <a:gd name="T67" fmla="*/ 1158 h 1319"/>
                <a:gd name="T68" fmla="*/ 15 w 885"/>
                <a:gd name="T69" fmla="*/ 1131 h 1319"/>
                <a:gd name="T70" fmla="*/ 52 w 885"/>
                <a:gd name="T71" fmla="*/ 1059 h 1319"/>
                <a:gd name="T72" fmla="*/ 93 w 885"/>
                <a:gd name="T73" fmla="*/ 961 h 1319"/>
                <a:gd name="T74" fmla="*/ 109 w 885"/>
                <a:gd name="T75" fmla="*/ 908 h 1319"/>
                <a:gd name="T76" fmla="*/ 119 w 885"/>
                <a:gd name="T77" fmla="*/ 854 h 1319"/>
                <a:gd name="T78" fmla="*/ 123 w 885"/>
                <a:gd name="T79" fmla="*/ 827 h 1319"/>
                <a:gd name="T80" fmla="*/ 124 w 885"/>
                <a:gd name="T81" fmla="*/ 731 h 1319"/>
                <a:gd name="T82" fmla="*/ 116 w 885"/>
                <a:gd name="T83" fmla="*/ 595 h 1319"/>
                <a:gd name="T84" fmla="*/ 103 w 885"/>
                <a:gd name="T85" fmla="*/ 488 h 1319"/>
                <a:gd name="T86" fmla="*/ 72 w 885"/>
                <a:gd name="T87" fmla="*/ 96 h 1319"/>
                <a:gd name="T88" fmla="*/ 580 w 885"/>
                <a:gd name="T89" fmla="*/ 12 h 1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5" h="1319">
                  <a:moveTo>
                    <a:pt x="580" y="12"/>
                  </a:moveTo>
                  <a:lnTo>
                    <a:pt x="804" y="130"/>
                  </a:lnTo>
                  <a:lnTo>
                    <a:pt x="804" y="130"/>
                  </a:lnTo>
                  <a:lnTo>
                    <a:pt x="806" y="158"/>
                  </a:lnTo>
                  <a:lnTo>
                    <a:pt x="808" y="188"/>
                  </a:lnTo>
                  <a:lnTo>
                    <a:pt x="812" y="225"/>
                  </a:lnTo>
                  <a:lnTo>
                    <a:pt x="819" y="263"/>
                  </a:lnTo>
                  <a:lnTo>
                    <a:pt x="826" y="304"/>
                  </a:lnTo>
                  <a:lnTo>
                    <a:pt x="831" y="325"/>
                  </a:lnTo>
                  <a:lnTo>
                    <a:pt x="838" y="342"/>
                  </a:lnTo>
                  <a:lnTo>
                    <a:pt x="845" y="360"/>
                  </a:lnTo>
                  <a:lnTo>
                    <a:pt x="852" y="374"/>
                  </a:lnTo>
                  <a:lnTo>
                    <a:pt x="852" y="374"/>
                  </a:lnTo>
                  <a:lnTo>
                    <a:pt x="866" y="404"/>
                  </a:lnTo>
                  <a:lnTo>
                    <a:pt x="873" y="418"/>
                  </a:lnTo>
                  <a:lnTo>
                    <a:pt x="878" y="434"/>
                  </a:lnTo>
                  <a:lnTo>
                    <a:pt x="882" y="449"/>
                  </a:lnTo>
                  <a:lnTo>
                    <a:pt x="884" y="465"/>
                  </a:lnTo>
                  <a:lnTo>
                    <a:pt x="885" y="481"/>
                  </a:lnTo>
                  <a:lnTo>
                    <a:pt x="885" y="497"/>
                  </a:lnTo>
                  <a:lnTo>
                    <a:pt x="884" y="515"/>
                  </a:lnTo>
                  <a:lnTo>
                    <a:pt x="882" y="532"/>
                  </a:lnTo>
                  <a:lnTo>
                    <a:pt x="877" y="550"/>
                  </a:lnTo>
                  <a:lnTo>
                    <a:pt x="870" y="569"/>
                  </a:lnTo>
                  <a:lnTo>
                    <a:pt x="862" y="588"/>
                  </a:lnTo>
                  <a:lnTo>
                    <a:pt x="852" y="608"/>
                  </a:lnTo>
                  <a:lnTo>
                    <a:pt x="840" y="629"/>
                  </a:lnTo>
                  <a:lnTo>
                    <a:pt x="826" y="648"/>
                  </a:lnTo>
                  <a:lnTo>
                    <a:pt x="826" y="648"/>
                  </a:lnTo>
                  <a:lnTo>
                    <a:pt x="797" y="692"/>
                  </a:lnTo>
                  <a:lnTo>
                    <a:pt x="771" y="734"/>
                  </a:lnTo>
                  <a:lnTo>
                    <a:pt x="761" y="757"/>
                  </a:lnTo>
                  <a:lnTo>
                    <a:pt x="752" y="780"/>
                  </a:lnTo>
                  <a:lnTo>
                    <a:pt x="743" y="801"/>
                  </a:lnTo>
                  <a:lnTo>
                    <a:pt x="736" y="824"/>
                  </a:lnTo>
                  <a:lnTo>
                    <a:pt x="729" y="847"/>
                  </a:lnTo>
                  <a:lnTo>
                    <a:pt x="725" y="870"/>
                  </a:lnTo>
                  <a:lnTo>
                    <a:pt x="722" y="894"/>
                  </a:lnTo>
                  <a:lnTo>
                    <a:pt x="720" y="917"/>
                  </a:lnTo>
                  <a:lnTo>
                    <a:pt x="720" y="940"/>
                  </a:lnTo>
                  <a:lnTo>
                    <a:pt x="724" y="963"/>
                  </a:lnTo>
                  <a:lnTo>
                    <a:pt x="727" y="987"/>
                  </a:lnTo>
                  <a:lnTo>
                    <a:pt x="732" y="1010"/>
                  </a:lnTo>
                  <a:lnTo>
                    <a:pt x="732" y="1010"/>
                  </a:lnTo>
                  <a:lnTo>
                    <a:pt x="761" y="1103"/>
                  </a:lnTo>
                  <a:lnTo>
                    <a:pt x="785" y="1182"/>
                  </a:lnTo>
                  <a:lnTo>
                    <a:pt x="810" y="1260"/>
                  </a:lnTo>
                  <a:lnTo>
                    <a:pt x="710" y="1279"/>
                  </a:lnTo>
                  <a:lnTo>
                    <a:pt x="653" y="1124"/>
                  </a:lnTo>
                  <a:lnTo>
                    <a:pt x="662" y="1286"/>
                  </a:lnTo>
                  <a:lnTo>
                    <a:pt x="662" y="1286"/>
                  </a:lnTo>
                  <a:lnTo>
                    <a:pt x="630" y="1293"/>
                  </a:lnTo>
                  <a:lnTo>
                    <a:pt x="546" y="1305"/>
                  </a:lnTo>
                  <a:lnTo>
                    <a:pt x="492" y="1311"/>
                  </a:lnTo>
                  <a:lnTo>
                    <a:pt x="432" y="1316"/>
                  </a:lnTo>
                  <a:lnTo>
                    <a:pt x="369" y="1319"/>
                  </a:lnTo>
                  <a:lnTo>
                    <a:pt x="307" y="1319"/>
                  </a:lnTo>
                  <a:lnTo>
                    <a:pt x="307" y="1319"/>
                  </a:lnTo>
                  <a:lnTo>
                    <a:pt x="251" y="1318"/>
                  </a:lnTo>
                  <a:lnTo>
                    <a:pt x="207" y="1314"/>
                  </a:lnTo>
                  <a:lnTo>
                    <a:pt x="170" y="1311"/>
                  </a:lnTo>
                  <a:lnTo>
                    <a:pt x="144" y="1307"/>
                  </a:lnTo>
                  <a:lnTo>
                    <a:pt x="124" y="1304"/>
                  </a:lnTo>
                  <a:lnTo>
                    <a:pt x="112" y="1300"/>
                  </a:lnTo>
                  <a:lnTo>
                    <a:pt x="103" y="1297"/>
                  </a:lnTo>
                  <a:lnTo>
                    <a:pt x="123" y="1110"/>
                  </a:lnTo>
                  <a:lnTo>
                    <a:pt x="58" y="1223"/>
                  </a:lnTo>
                  <a:lnTo>
                    <a:pt x="0" y="1158"/>
                  </a:lnTo>
                  <a:lnTo>
                    <a:pt x="0" y="1158"/>
                  </a:lnTo>
                  <a:lnTo>
                    <a:pt x="15" y="1131"/>
                  </a:lnTo>
                  <a:lnTo>
                    <a:pt x="33" y="1100"/>
                  </a:lnTo>
                  <a:lnTo>
                    <a:pt x="52" y="1059"/>
                  </a:lnTo>
                  <a:lnTo>
                    <a:pt x="73" y="1012"/>
                  </a:lnTo>
                  <a:lnTo>
                    <a:pt x="93" y="961"/>
                  </a:lnTo>
                  <a:lnTo>
                    <a:pt x="101" y="935"/>
                  </a:lnTo>
                  <a:lnTo>
                    <a:pt x="109" y="908"/>
                  </a:lnTo>
                  <a:lnTo>
                    <a:pt x="114" y="880"/>
                  </a:lnTo>
                  <a:lnTo>
                    <a:pt x="119" y="854"/>
                  </a:lnTo>
                  <a:lnTo>
                    <a:pt x="119" y="854"/>
                  </a:lnTo>
                  <a:lnTo>
                    <a:pt x="123" y="827"/>
                  </a:lnTo>
                  <a:lnTo>
                    <a:pt x="124" y="796"/>
                  </a:lnTo>
                  <a:lnTo>
                    <a:pt x="124" y="731"/>
                  </a:lnTo>
                  <a:lnTo>
                    <a:pt x="121" y="662"/>
                  </a:lnTo>
                  <a:lnTo>
                    <a:pt x="116" y="595"/>
                  </a:lnTo>
                  <a:lnTo>
                    <a:pt x="110" y="536"/>
                  </a:lnTo>
                  <a:lnTo>
                    <a:pt x="103" y="488"/>
                  </a:lnTo>
                  <a:lnTo>
                    <a:pt x="98" y="442"/>
                  </a:lnTo>
                  <a:lnTo>
                    <a:pt x="72" y="96"/>
                  </a:lnTo>
                  <a:lnTo>
                    <a:pt x="316" y="0"/>
                  </a:lnTo>
                  <a:lnTo>
                    <a:pt x="580" y="12"/>
                  </a:lnTo>
                  <a:close/>
                </a:path>
              </a:pathLst>
            </a:custGeom>
            <a:solidFill>
              <a:srgbClr val="3E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0" name="Freeform 131"/>
            <p:cNvSpPr>
              <a:spLocks/>
            </p:cNvSpPr>
            <p:nvPr/>
          </p:nvSpPr>
          <p:spPr bwMode="auto">
            <a:xfrm>
              <a:off x="8147051" y="3409950"/>
              <a:ext cx="1208088" cy="873125"/>
            </a:xfrm>
            <a:custGeom>
              <a:avLst/>
              <a:gdLst>
                <a:gd name="T0" fmla="*/ 761 w 761"/>
                <a:gd name="T1" fmla="*/ 483 h 550"/>
                <a:gd name="T2" fmla="*/ 45 w 761"/>
                <a:gd name="T3" fmla="*/ 550 h 550"/>
                <a:gd name="T4" fmla="*/ 0 w 761"/>
                <a:gd name="T5" fmla="*/ 68 h 550"/>
                <a:gd name="T6" fmla="*/ 715 w 761"/>
                <a:gd name="T7" fmla="*/ 0 h 550"/>
                <a:gd name="T8" fmla="*/ 761 w 761"/>
                <a:gd name="T9" fmla="*/ 483 h 550"/>
              </a:gdLst>
              <a:ahLst/>
              <a:cxnLst>
                <a:cxn ang="0">
                  <a:pos x="T0" y="T1"/>
                </a:cxn>
                <a:cxn ang="0">
                  <a:pos x="T2" y="T3"/>
                </a:cxn>
                <a:cxn ang="0">
                  <a:pos x="T4" y="T5"/>
                </a:cxn>
                <a:cxn ang="0">
                  <a:pos x="T6" y="T7"/>
                </a:cxn>
                <a:cxn ang="0">
                  <a:pos x="T8" y="T9"/>
                </a:cxn>
              </a:cxnLst>
              <a:rect l="0" t="0" r="r" b="b"/>
              <a:pathLst>
                <a:path w="761" h="550">
                  <a:moveTo>
                    <a:pt x="761" y="483"/>
                  </a:moveTo>
                  <a:lnTo>
                    <a:pt x="45" y="550"/>
                  </a:lnTo>
                  <a:lnTo>
                    <a:pt x="0" y="68"/>
                  </a:lnTo>
                  <a:lnTo>
                    <a:pt x="715" y="0"/>
                  </a:lnTo>
                  <a:lnTo>
                    <a:pt x="761" y="483"/>
                  </a:lnTo>
                  <a:close/>
                </a:path>
              </a:pathLst>
            </a:custGeom>
            <a:solidFill>
              <a:srgbClr val="7676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1" name="Freeform 132"/>
            <p:cNvSpPr>
              <a:spLocks/>
            </p:cNvSpPr>
            <p:nvPr/>
          </p:nvSpPr>
          <p:spPr bwMode="auto">
            <a:xfrm>
              <a:off x="8137526" y="3421063"/>
              <a:ext cx="1211263" cy="876300"/>
            </a:xfrm>
            <a:custGeom>
              <a:avLst/>
              <a:gdLst>
                <a:gd name="T0" fmla="*/ 763 w 763"/>
                <a:gd name="T1" fmla="*/ 483 h 552"/>
                <a:gd name="T2" fmla="*/ 46 w 763"/>
                <a:gd name="T3" fmla="*/ 552 h 552"/>
                <a:gd name="T4" fmla="*/ 0 w 763"/>
                <a:gd name="T5" fmla="*/ 68 h 552"/>
                <a:gd name="T6" fmla="*/ 718 w 763"/>
                <a:gd name="T7" fmla="*/ 0 h 552"/>
                <a:gd name="T8" fmla="*/ 763 w 763"/>
                <a:gd name="T9" fmla="*/ 483 h 552"/>
              </a:gdLst>
              <a:ahLst/>
              <a:cxnLst>
                <a:cxn ang="0">
                  <a:pos x="T0" y="T1"/>
                </a:cxn>
                <a:cxn ang="0">
                  <a:pos x="T2" y="T3"/>
                </a:cxn>
                <a:cxn ang="0">
                  <a:pos x="T4" y="T5"/>
                </a:cxn>
                <a:cxn ang="0">
                  <a:pos x="T6" y="T7"/>
                </a:cxn>
                <a:cxn ang="0">
                  <a:pos x="T8" y="T9"/>
                </a:cxn>
              </a:cxnLst>
              <a:rect l="0" t="0" r="r" b="b"/>
              <a:pathLst>
                <a:path w="763" h="552">
                  <a:moveTo>
                    <a:pt x="763" y="483"/>
                  </a:moveTo>
                  <a:lnTo>
                    <a:pt x="46" y="552"/>
                  </a:lnTo>
                  <a:lnTo>
                    <a:pt x="0" y="68"/>
                  </a:lnTo>
                  <a:lnTo>
                    <a:pt x="718" y="0"/>
                  </a:lnTo>
                  <a:lnTo>
                    <a:pt x="763" y="483"/>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2" name="Freeform 133"/>
            <p:cNvSpPr>
              <a:spLocks/>
            </p:cNvSpPr>
            <p:nvPr/>
          </p:nvSpPr>
          <p:spPr bwMode="auto">
            <a:xfrm>
              <a:off x="8124826" y="3435350"/>
              <a:ext cx="1216025" cy="885825"/>
            </a:xfrm>
            <a:custGeom>
              <a:avLst/>
              <a:gdLst>
                <a:gd name="T0" fmla="*/ 766 w 766"/>
                <a:gd name="T1" fmla="*/ 481 h 558"/>
                <a:gd name="T2" fmla="*/ 51 w 766"/>
                <a:gd name="T3" fmla="*/ 558 h 558"/>
                <a:gd name="T4" fmla="*/ 0 w 766"/>
                <a:gd name="T5" fmla="*/ 75 h 558"/>
                <a:gd name="T6" fmla="*/ 715 w 766"/>
                <a:gd name="T7" fmla="*/ 0 h 558"/>
                <a:gd name="T8" fmla="*/ 766 w 766"/>
                <a:gd name="T9" fmla="*/ 481 h 558"/>
              </a:gdLst>
              <a:ahLst/>
              <a:cxnLst>
                <a:cxn ang="0">
                  <a:pos x="T0" y="T1"/>
                </a:cxn>
                <a:cxn ang="0">
                  <a:pos x="T2" y="T3"/>
                </a:cxn>
                <a:cxn ang="0">
                  <a:pos x="T4" y="T5"/>
                </a:cxn>
                <a:cxn ang="0">
                  <a:pos x="T6" y="T7"/>
                </a:cxn>
                <a:cxn ang="0">
                  <a:pos x="T8" y="T9"/>
                </a:cxn>
              </a:cxnLst>
              <a:rect l="0" t="0" r="r" b="b"/>
              <a:pathLst>
                <a:path w="766" h="558">
                  <a:moveTo>
                    <a:pt x="766" y="481"/>
                  </a:moveTo>
                  <a:lnTo>
                    <a:pt x="51" y="558"/>
                  </a:lnTo>
                  <a:lnTo>
                    <a:pt x="0" y="75"/>
                  </a:lnTo>
                  <a:lnTo>
                    <a:pt x="715" y="0"/>
                  </a:lnTo>
                  <a:lnTo>
                    <a:pt x="766" y="481"/>
                  </a:lnTo>
                  <a:close/>
                </a:path>
              </a:pathLst>
            </a:custGeom>
            <a:solidFill>
              <a:srgbClr val="28A8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3" name="Freeform 134"/>
            <p:cNvSpPr>
              <a:spLocks/>
            </p:cNvSpPr>
            <p:nvPr/>
          </p:nvSpPr>
          <p:spPr bwMode="auto">
            <a:xfrm>
              <a:off x="8743951" y="14288"/>
              <a:ext cx="1536700" cy="2133600"/>
            </a:xfrm>
            <a:custGeom>
              <a:avLst/>
              <a:gdLst>
                <a:gd name="T0" fmla="*/ 416 w 968"/>
                <a:gd name="T1" fmla="*/ 0 h 1344"/>
                <a:gd name="T2" fmla="*/ 376 w 968"/>
                <a:gd name="T3" fmla="*/ 10 h 1344"/>
                <a:gd name="T4" fmla="*/ 314 w 968"/>
                <a:gd name="T5" fmla="*/ 31 h 1344"/>
                <a:gd name="T6" fmla="*/ 239 w 968"/>
                <a:gd name="T7" fmla="*/ 68 h 1344"/>
                <a:gd name="T8" fmla="*/ 198 w 968"/>
                <a:gd name="T9" fmla="*/ 95 h 1344"/>
                <a:gd name="T10" fmla="*/ 158 w 968"/>
                <a:gd name="T11" fmla="*/ 126 h 1344"/>
                <a:gd name="T12" fmla="*/ 121 w 968"/>
                <a:gd name="T13" fmla="*/ 163 h 1344"/>
                <a:gd name="T14" fmla="*/ 84 w 968"/>
                <a:gd name="T15" fmla="*/ 207 h 1344"/>
                <a:gd name="T16" fmla="*/ 54 w 968"/>
                <a:gd name="T17" fmla="*/ 258 h 1344"/>
                <a:gd name="T18" fmla="*/ 30 w 968"/>
                <a:gd name="T19" fmla="*/ 318 h 1344"/>
                <a:gd name="T20" fmla="*/ 10 w 968"/>
                <a:gd name="T21" fmla="*/ 385 h 1344"/>
                <a:gd name="T22" fmla="*/ 0 w 968"/>
                <a:gd name="T23" fmla="*/ 459 h 1344"/>
                <a:gd name="T24" fmla="*/ 0 w 968"/>
                <a:gd name="T25" fmla="*/ 543 h 1344"/>
                <a:gd name="T26" fmla="*/ 7 w 968"/>
                <a:gd name="T27" fmla="*/ 627 h 1344"/>
                <a:gd name="T28" fmla="*/ 23 w 968"/>
                <a:gd name="T29" fmla="*/ 771 h 1344"/>
                <a:gd name="T30" fmla="*/ 46 w 968"/>
                <a:gd name="T31" fmla="*/ 884 h 1344"/>
                <a:gd name="T32" fmla="*/ 68 w 968"/>
                <a:gd name="T33" fmla="*/ 973 h 1344"/>
                <a:gd name="T34" fmla="*/ 100 w 968"/>
                <a:gd name="T35" fmla="*/ 1072 h 1344"/>
                <a:gd name="T36" fmla="*/ 114 w 968"/>
                <a:gd name="T37" fmla="*/ 1123 h 1344"/>
                <a:gd name="T38" fmla="*/ 121 w 968"/>
                <a:gd name="T39" fmla="*/ 1167 h 1344"/>
                <a:gd name="T40" fmla="*/ 118 w 968"/>
                <a:gd name="T41" fmla="*/ 1209 h 1344"/>
                <a:gd name="T42" fmla="*/ 111 w 968"/>
                <a:gd name="T43" fmla="*/ 1230 h 1344"/>
                <a:gd name="T44" fmla="*/ 97 w 968"/>
                <a:gd name="T45" fmla="*/ 1265 h 1344"/>
                <a:gd name="T46" fmla="*/ 77 w 968"/>
                <a:gd name="T47" fmla="*/ 1293 h 1344"/>
                <a:gd name="T48" fmla="*/ 58 w 968"/>
                <a:gd name="T49" fmla="*/ 1313 h 1344"/>
                <a:gd name="T50" fmla="*/ 31 w 968"/>
                <a:gd name="T51" fmla="*/ 1332 h 1344"/>
                <a:gd name="T52" fmla="*/ 2 w 968"/>
                <a:gd name="T53" fmla="*/ 1344 h 1344"/>
                <a:gd name="T54" fmla="*/ 31 w 968"/>
                <a:gd name="T55" fmla="*/ 1344 h 1344"/>
                <a:gd name="T56" fmla="*/ 163 w 968"/>
                <a:gd name="T57" fmla="*/ 1336 h 1344"/>
                <a:gd name="T58" fmla="*/ 290 w 968"/>
                <a:gd name="T59" fmla="*/ 1321 h 1344"/>
                <a:gd name="T60" fmla="*/ 432 w 968"/>
                <a:gd name="T61" fmla="*/ 1297 h 1344"/>
                <a:gd name="T62" fmla="*/ 539 w 968"/>
                <a:gd name="T63" fmla="*/ 1270 h 1344"/>
                <a:gd name="T64" fmla="*/ 608 w 968"/>
                <a:gd name="T65" fmla="*/ 1246 h 1344"/>
                <a:gd name="T66" fmla="*/ 671 w 968"/>
                <a:gd name="T67" fmla="*/ 1220 h 1344"/>
                <a:gd name="T68" fmla="*/ 731 w 968"/>
                <a:gd name="T69" fmla="*/ 1188 h 1344"/>
                <a:gd name="T70" fmla="*/ 780 w 968"/>
                <a:gd name="T71" fmla="*/ 1151 h 1344"/>
                <a:gd name="T72" fmla="*/ 822 w 968"/>
                <a:gd name="T73" fmla="*/ 1109 h 1344"/>
                <a:gd name="T74" fmla="*/ 840 w 968"/>
                <a:gd name="T75" fmla="*/ 1086 h 1344"/>
                <a:gd name="T76" fmla="*/ 868 w 968"/>
                <a:gd name="T77" fmla="*/ 1031 h 1344"/>
                <a:gd name="T78" fmla="*/ 896 w 968"/>
                <a:gd name="T79" fmla="*/ 965 h 1344"/>
                <a:gd name="T80" fmla="*/ 923 w 968"/>
                <a:gd name="T81" fmla="*/ 889 h 1344"/>
                <a:gd name="T82" fmla="*/ 942 w 968"/>
                <a:gd name="T83" fmla="*/ 806 h 1344"/>
                <a:gd name="T84" fmla="*/ 958 w 968"/>
                <a:gd name="T85" fmla="*/ 717 h 1344"/>
                <a:gd name="T86" fmla="*/ 966 w 968"/>
                <a:gd name="T87" fmla="*/ 625 h 1344"/>
                <a:gd name="T88" fmla="*/ 966 w 968"/>
                <a:gd name="T89" fmla="*/ 532 h 1344"/>
                <a:gd name="T90" fmla="*/ 958 w 968"/>
                <a:gd name="T91" fmla="*/ 441 h 1344"/>
                <a:gd name="T92" fmla="*/ 940 w 968"/>
                <a:gd name="T93" fmla="*/ 351 h 1344"/>
                <a:gd name="T94" fmla="*/ 908 w 968"/>
                <a:gd name="T95" fmla="*/ 269 h 1344"/>
                <a:gd name="T96" fmla="*/ 866 w 968"/>
                <a:gd name="T97" fmla="*/ 193 h 1344"/>
                <a:gd name="T98" fmla="*/ 840 w 968"/>
                <a:gd name="T99" fmla="*/ 158 h 1344"/>
                <a:gd name="T100" fmla="*/ 808 w 968"/>
                <a:gd name="T101" fmla="*/ 126 h 1344"/>
                <a:gd name="T102" fmla="*/ 775 w 968"/>
                <a:gd name="T103" fmla="*/ 98 h 1344"/>
                <a:gd name="T104" fmla="*/ 736 w 968"/>
                <a:gd name="T105" fmla="*/ 72 h 1344"/>
                <a:gd name="T106" fmla="*/ 694 w 968"/>
                <a:gd name="T107" fmla="*/ 51 h 1344"/>
                <a:gd name="T108" fmla="*/ 648 w 968"/>
                <a:gd name="T109" fmla="*/ 31 h 1344"/>
                <a:gd name="T110" fmla="*/ 597 w 968"/>
                <a:gd name="T111" fmla="*/ 17 h 1344"/>
                <a:gd name="T112" fmla="*/ 541 w 968"/>
                <a:gd name="T113" fmla="*/ 7 h 1344"/>
                <a:gd name="T114" fmla="*/ 481 w 968"/>
                <a:gd name="T115" fmla="*/ 2 h 1344"/>
                <a:gd name="T116" fmla="*/ 416 w 968"/>
                <a:gd name="T117" fmla="*/ 0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8" h="1344">
                  <a:moveTo>
                    <a:pt x="416" y="0"/>
                  </a:moveTo>
                  <a:lnTo>
                    <a:pt x="416" y="0"/>
                  </a:lnTo>
                  <a:lnTo>
                    <a:pt x="397" y="5"/>
                  </a:lnTo>
                  <a:lnTo>
                    <a:pt x="376" y="10"/>
                  </a:lnTo>
                  <a:lnTo>
                    <a:pt x="348" y="19"/>
                  </a:lnTo>
                  <a:lnTo>
                    <a:pt x="314" y="31"/>
                  </a:lnTo>
                  <a:lnTo>
                    <a:pt x="278" y="47"/>
                  </a:lnTo>
                  <a:lnTo>
                    <a:pt x="239" y="68"/>
                  </a:lnTo>
                  <a:lnTo>
                    <a:pt x="218" y="81"/>
                  </a:lnTo>
                  <a:lnTo>
                    <a:pt x="198" y="95"/>
                  </a:lnTo>
                  <a:lnTo>
                    <a:pt x="179" y="109"/>
                  </a:lnTo>
                  <a:lnTo>
                    <a:pt x="158" y="126"/>
                  </a:lnTo>
                  <a:lnTo>
                    <a:pt x="139" y="144"/>
                  </a:lnTo>
                  <a:lnTo>
                    <a:pt x="121" y="163"/>
                  </a:lnTo>
                  <a:lnTo>
                    <a:pt x="102" y="184"/>
                  </a:lnTo>
                  <a:lnTo>
                    <a:pt x="84" y="207"/>
                  </a:lnTo>
                  <a:lnTo>
                    <a:pt x="68" y="232"/>
                  </a:lnTo>
                  <a:lnTo>
                    <a:pt x="54" y="258"/>
                  </a:lnTo>
                  <a:lnTo>
                    <a:pt x="40" y="288"/>
                  </a:lnTo>
                  <a:lnTo>
                    <a:pt x="30" y="318"/>
                  </a:lnTo>
                  <a:lnTo>
                    <a:pt x="19" y="350"/>
                  </a:lnTo>
                  <a:lnTo>
                    <a:pt x="10" y="385"/>
                  </a:lnTo>
                  <a:lnTo>
                    <a:pt x="5" y="420"/>
                  </a:lnTo>
                  <a:lnTo>
                    <a:pt x="0" y="459"/>
                  </a:lnTo>
                  <a:lnTo>
                    <a:pt x="0" y="501"/>
                  </a:lnTo>
                  <a:lnTo>
                    <a:pt x="0" y="543"/>
                  </a:lnTo>
                  <a:lnTo>
                    <a:pt x="0" y="543"/>
                  </a:lnTo>
                  <a:lnTo>
                    <a:pt x="7" y="627"/>
                  </a:lnTo>
                  <a:lnTo>
                    <a:pt x="14" y="703"/>
                  </a:lnTo>
                  <a:lnTo>
                    <a:pt x="23" y="771"/>
                  </a:lnTo>
                  <a:lnTo>
                    <a:pt x="33" y="831"/>
                  </a:lnTo>
                  <a:lnTo>
                    <a:pt x="46" y="884"/>
                  </a:lnTo>
                  <a:lnTo>
                    <a:pt x="56" y="931"/>
                  </a:lnTo>
                  <a:lnTo>
                    <a:pt x="68" y="973"/>
                  </a:lnTo>
                  <a:lnTo>
                    <a:pt x="79" y="1010"/>
                  </a:lnTo>
                  <a:lnTo>
                    <a:pt x="100" y="1072"/>
                  </a:lnTo>
                  <a:lnTo>
                    <a:pt x="107" y="1098"/>
                  </a:lnTo>
                  <a:lnTo>
                    <a:pt x="114" y="1123"/>
                  </a:lnTo>
                  <a:lnTo>
                    <a:pt x="119" y="1146"/>
                  </a:lnTo>
                  <a:lnTo>
                    <a:pt x="121" y="1167"/>
                  </a:lnTo>
                  <a:lnTo>
                    <a:pt x="121" y="1188"/>
                  </a:lnTo>
                  <a:lnTo>
                    <a:pt x="118" y="1209"/>
                  </a:lnTo>
                  <a:lnTo>
                    <a:pt x="118" y="1209"/>
                  </a:lnTo>
                  <a:lnTo>
                    <a:pt x="111" y="1230"/>
                  </a:lnTo>
                  <a:lnTo>
                    <a:pt x="104" y="1249"/>
                  </a:lnTo>
                  <a:lnTo>
                    <a:pt x="97" y="1265"/>
                  </a:lnTo>
                  <a:lnTo>
                    <a:pt x="88" y="1279"/>
                  </a:lnTo>
                  <a:lnTo>
                    <a:pt x="77" y="1293"/>
                  </a:lnTo>
                  <a:lnTo>
                    <a:pt x="68" y="1304"/>
                  </a:lnTo>
                  <a:lnTo>
                    <a:pt x="58" y="1313"/>
                  </a:lnTo>
                  <a:lnTo>
                    <a:pt x="49" y="1321"/>
                  </a:lnTo>
                  <a:lnTo>
                    <a:pt x="31" y="1332"/>
                  </a:lnTo>
                  <a:lnTo>
                    <a:pt x="16" y="1341"/>
                  </a:lnTo>
                  <a:lnTo>
                    <a:pt x="2" y="1344"/>
                  </a:lnTo>
                  <a:lnTo>
                    <a:pt x="2" y="1344"/>
                  </a:lnTo>
                  <a:lnTo>
                    <a:pt x="31" y="1344"/>
                  </a:lnTo>
                  <a:lnTo>
                    <a:pt x="111" y="1341"/>
                  </a:lnTo>
                  <a:lnTo>
                    <a:pt x="163" y="1336"/>
                  </a:lnTo>
                  <a:lnTo>
                    <a:pt x="225" y="1330"/>
                  </a:lnTo>
                  <a:lnTo>
                    <a:pt x="290" y="1321"/>
                  </a:lnTo>
                  <a:lnTo>
                    <a:pt x="360" y="1311"/>
                  </a:lnTo>
                  <a:lnTo>
                    <a:pt x="432" y="1297"/>
                  </a:lnTo>
                  <a:lnTo>
                    <a:pt x="502" y="1279"/>
                  </a:lnTo>
                  <a:lnTo>
                    <a:pt x="539" y="1270"/>
                  </a:lnTo>
                  <a:lnTo>
                    <a:pt x="573" y="1258"/>
                  </a:lnTo>
                  <a:lnTo>
                    <a:pt x="608" y="1246"/>
                  </a:lnTo>
                  <a:lnTo>
                    <a:pt x="640" y="1234"/>
                  </a:lnTo>
                  <a:lnTo>
                    <a:pt x="671" y="1220"/>
                  </a:lnTo>
                  <a:lnTo>
                    <a:pt x="701" y="1204"/>
                  </a:lnTo>
                  <a:lnTo>
                    <a:pt x="731" y="1188"/>
                  </a:lnTo>
                  <a:lnTo>
                    <a:pt x="757" y="1170"/>
                  </a:lnTo>
                  <a:lnTo>
                    <a:pt x="780" y="1151"/>
                  </a:lnTo>
                  <a:lnTo>
                    <a:pt x="803" y="1130"/>
                  </a:lnTo>
                  <a:lnTo>
                    <a:pt x="822" y="1109"/>
                  </a:lnTo>
                  <a:lnTo>
                    <a:pt x="840" y="1086"/>
                  </a:lnTo>
                  <a:lnTo>
                    <a:pt x="840" y="1086"/>
                  </a:lnTo>
                  <a:lnTo>
                    <a:pt x="854" y="1060"/>
                  </a:lnTo>
                  <a:lnTo>
                    <a:pt x="868" y="1031"/>
                  </a:lnTo>
                  <a:lnTo>
                    <a:pt x="884" y="1000"/>
                  </a:lnTo>
                  <a:lnTo>
                    <a:pt x="896" y="965"/>
                  </a:lnTo>
                  <a:lnTo>
                    <a:pt x="910" y="928"/>
                  </a:lnTo>
                  <a:lnTo>
                    <a:pt x="923" y="889"/>
                  </a:lnTo>
                  <a:lnTo>
                    <a:pt x="933" y="849"/>
                  </a:lnTo>
                  <a:lnTo>
                    <a:pt x="942" y="806"/>
                  </a:lnTo>
                  <a:lnTo>
                    <a:pt x="951" y="763"/>
                  </a:lnTo>
                  <a:lnTo>
                    <a:pt x="958" y="717"/>
                  </a:lnTo>
                  <a:lnTo>
                    <a:pt x="963" y="671"/>
                  </a:lnTo>
                  <a:lnTo>
                    <a:pt x="966" y="625"/>
                  </a:lnTo>
                  <a:lnTo>
                    <a:pt x="968" y="578"/>
                  </a:lnTo>
                  <a:lnTo>
                    <a:pt x="966" y="532"/>
                  </a:lnTo>
                  <a:lnTo>
                    <a:pt x="965" y="487"/>
                  </a:lnTo>
                  <a:lnTo>
                    <a:pt x="958" y="441"/>
                  </a:lnTo>
                  <a:lnTo>
                    <a:pt x="951" y="395"/>
                  </a:lnTo>
                  <a:lnTo>
                    <a:pt x="940" y="351"/>
                  </a:lnTo>
                  <a:lnTo>
                    <a:pt x="926" y="309"/>
                  </a:lnTo>
                  <a:lnTo>
                    <a:pt x="908" y="269"/>
                  </a:lnTo>
                  <a:lnTo>
                    <a:pt x="889" y="230"/>
                  </a:lnTo>
                  <a:lnTo>
                    <a:pt x="866" y="193"/>
                  </a:lnTo>
                  <a:lnTo>
                    <a:pt x="854" y="176"/>
                  </a:lnTo>
                  <a:lnTo>
                    <a:pt x="840" y="158"/>
                  </a:lnTo>
                  <a:lnTo>
                    <a:pt x="824" y="142"/>
                  </a:lnTo>
                  <a:lnTo>
                    <a:pt x="808" y="126"/>
                  </a:lnTo>
                  <a:lnTo>
                    <a:pt x="792" y="112"/>
                  </a:lnTo>
                  <a:lnTo>
                    <a:pt x="775" y="98"/>
                  </a:lnTo>
                  <a:lnTo>
                    <a:pt x="756" y="84"/>
                  </a:lnTo>
                  <a:lnTo>
                    <a:pt x="736" y="72"/>
                  </a:lnTo>
                  <a:lnTo>
                    <a:pt x="717" y="61"/>
                  </a:lnTo>
                  <a:lnTo>
                    <a:pt x="694" y="51"/>
                  </a:lnTo>
                  <a:lnTo>
                    <a:pt x="671" y="40"/>
                  </a:lnTo>
                  <a:lnTo>
                    <a:pt x="648" y="31"/>
                  </a:lnTo>
                  <a:lnTo>
                    <a:pt x="624" y="24"/>
                  </a:lnTo>
                  <a:lnTo>
                    <a:pt x="597" y="17"/>
                  </a:lnTo>
                  <a:lnTo>
                    <a:pt x="569" y="12"/>
                  </a:lnTo>
                  <a:lnTo>
                    <a:pt x="541" y="7"/>
                  </a:lnTo>
                  <a:lnTo>
                    <a:pt x="513" y="3"/>
                  </a:lnTo>
                  <a:lnTo>
                    <a:pt x="481" y="2"/>
                  </a:lnTo>
                  <a:lnTo>
                    <a:pt x="450" y="0"/>
                  </a:lnTo>
                  <a:lnTo>
                    <a:pt x="416" y="0"/>
                  </a:lnTo>
                  <a:close/>
                </a:path>
              </a:pathLst>
            </a:custGeom>
            <a:solidFill>
              <a:srgbClr val="A14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4" name="Freeform 135"/>
            <p:cNvSpPr>
              <a:spLocks/>
            </p:cNvSpPr>
            <p:nvPr/>
          </p:nvSpPr>
          <p:spPr bwMode="auto">
            <a:xfrm>
              <a:off x="8743951" y="14288"/>
              <a:ext cx="1536700" cy="2133600"/>
            </a:xfrm>
            <a:custGeom>
              <a:avLst/>
              <a:gdLst>
                <a:gd name="T0" fmla="*/ 416 w 968"/>
                <a:gd name="T1" fmla="*/ 0 h 1344"/>
                <a:gd name="T2" fmla="*/ 376 w 968"/>
                <a:gd name="T3" fmla="*/ 10 h 1344"/>
                <a:gd name="T4" fmla="*/ 314 w 968"/>
                <a:gd name="T5" fmla="*/ 31 h 1344"/>
                <a:gd name="T6" fmla="*/ 239 w 968"/>
                <a:gd name="T7" fmla="*/ 68 h 1344"/>
                <a:gd name="T8" fmla="*/ 198 w 968"/>
                <a:gd name="T9" fmla="*/ 95 h 1344"/>
                <a:gd name="T10" fmla="*/ 158 w 968"/>
                <a:gd name="T11" fmla="*/ 126 h 1344"/>
                <a:gd name="T12" fmla="*/ 121 w 968"/>
                <a:gd name="T13" fmla="*/ 163 h 1344"/>
                <a:gd name="T14" fmla="*/ 84 w 968"/>
                <a:gd name="T15" fmla="*/ 207 h 1344"/>
                <a:gd name="T16" fmla="*/ 54 w 968"/>
                <a:gd name="T17" fmla="*/ 258 h 1344"/>
                <a:gd name="T18" fmla="*/ 30 w 968"/>
                <a:gd name="T19" fmla="*/ 318 h 1344"/>
                <a:gd name="T20" fmla="*/ 10 w 968"/>
                <a:gd name="T21" fmla="*/ 385 h 1344"/>
                <a:gd name="T22" fmla="*/ 0 w 968"/>
                <a:gd name="T23" fmla="*/ 459 h 1344"/>
                <a:gd name="T24" fmla="*/ 0 w 968"/>
                <a:gd name="T25" fmla="*/ 543 h 1344"/>
                <a:gd name="T26" fmla="*/ 7 w 968"/>
                <a:gd name="T27" fmla="*/ 627 h 1344"/>
                <a:gd name="T28" fmla="*/ 23 w 968"/>
                <a:gd name="T29" fmla="*/ 771 h 1344"/>
                <a:gd name="T30" fmla="*/ 46 w 968"/>
                <a:gd name="T31" fmla="*/ 884 h 1344"/>
                <a:gd name="T32" fmla="*/ 68 w 968"/>
                <a:gd name="T33" fmla="*/ 973 h 1344"/>
                <a:gd name="T34" fmla="*/ 100 w 968"/>
                <a:gd name="T35" fmla="*/ 1072 h 1344"/>
                <a:gd name="T36" fmla="*/ 114 w 968"/>
                <a:gd name="T37" fmla="*/ 1123 h 1344"/>
                <a:gd name="T38" fmla="*/ 121 w 968"/>
                <a:gd name="T39" fmla="*/ 1167 h 1344"/>
                <a:gd name="T40" fmla="*/ 118 w 968"/>
                <a:gd name="T41" fmla="*/ 1209 h 1344"/>
                <a:gd name="T42" fmla="*/ 111 w 968"/>
                <a:gd name="T43" fmla="*/ 1230 h 1344"/>
                <a:gd name="T44" fmla="*/ 97 w 968"/>
                <a:gd name="T45" fmla="*/ 1265 h 1344"/>
                <a:gd name="T46" fmla="*/ 77 w 968"/>
                <a:gd name="T47" fmla="*/ 1293 h 1344"/>
                <a:gd name="T48" fmla="*/ 58 w 968"/>
                <a:gd name="T49" fmla="*/ 1313 h 1344"/>
                <a:gd name="T50" fmla="*/ 31 w 968"/>
                <a:gd name="T51" fmla="*/ 1332 h 1344"/>
                <a:gd name="T52" fmla="*/ 2 w 968"/>
                <a:gd name="T53" fmla="*/ 1344 h 1344"/>
                <a:gd name="T54" fmla="*/ 31 w 968"/>
                <a:gd name="T55" fmla="*/ 1344 h 1344"/>
                <a:gd name="T56" fmla="*/ 163 w 968"/>
                <a:gd name="T57" fmla="*/ 1336 h 1344"/>
                <a:gd name="T58" fmla="*/ 290 w 968"/>
                <a:gd name="T59" fmla="*/ 1321 h 1344"/>
                <a:gd name="T60" fmla="*/ 432 w 968"/>
                <a:gd name="T61" fmla="*/ 1297 h 1344"/>
                <a:gd name="T62" fmla="*/ 539 w 968"/>
                <a:gd name="T63" fmla="*/ 1270 h 1344"/>
                <a:gd name="T64" fmla="*/ 608 w 968"/>
                <a:gd name="T65" fmla="*/ 1246 h 1344"/>
                <a:gd name="T66" fmla="*/ 671 w 968"/>
                <a:gd name="T67" fmla="*/ 1220 h 1344"/>
                <a:gd name="T68" fmla="*/ 731 w 968"/>
                <a:gd name="T69" fmla="*/ 1188 h 1344"/>
                <a:gd name="T70" fmla="*/ 780 w 968"/>
                <a:gd name="T71" fmla="*/ 1151 h 1344"/>
                <a:gd name="T72" fmla="*/ 822 w 968"/>
                <a:gd name="T73" fmla="*/ 1109 h 1344"/>
                <a:gd name="T74" fmla="*/ 840 w 968"/>
                <a:gd name="T75" fmla="*/ 1086 h 1344"/>
                <a:gd name="T76" fmla="*/ 868 w 968"/>
                <a:gd name="T77" fmla="*/ 1031 h 1344"/>
                <a:gd name="T78" fmla="*/ 896 w 968"/>
                <a:gd name="T79" fmla="*/ 965 h 1344"/>
                <a:gd name="T80" fmla="*/ 923 w 968"/>
                <a:gd name="T81" fmla="*/ 889 h 1344"/>
                <a:gd name="T82" fmla="*/ 942 w 968"/>
                <a:gd name="T83" fmla="*/ 806 h 1344"/>
                <a:gd name="T84" fmla="*/ 958 w 968"/>
                <a:gd name="T85" fmla="*/ 717 h 1344"/>
                <a:gd name="T86" fmla="*/ 966 w 968"/>
                <a:gd name="T87" fmla="*/ 625 h 1344"/>
                <a:gd name="T88" fmla="*/ 966 w 968"/>
                <a:gd name="T89" fmla="*/ 532 h 1344"/>
                <a:gd name="T90" fmla="*/ 958 w 968"/>
                <a:gd name="T91" fmla="*/ 441 h 1344"/>
                <a:gd name="T92" fmla="*/ 940 w 968"/>
                <a:gd name="T93" fmla="*/ 351 h 1344"/>
                <a:gd name="T94" fmla="*/ 908 w 968"/>
                <a:gd name="T95" fmla="*/ 269 h 1344"/>
                <a:gd name="T96" fmla="*/ 866 w 968"/>
                <a:gd name="T97" fmla="*/ 193 h 1344"/>
                <a:gd name="T98" fmla="*/ 840 w 968"/>
                <a:gd name="T99" fmla="*/ 158 h 1344"/>
                <a:gd name="T100" fmla="*/ 808 w 968"/>
                <a:gd name="T101" fmla="*/ 126 h 1344"/>
                <a:gd name="T102" fmla="*/ 775 w 968"/>
                <a:gd name="T103" fmla="*/ 98 h 1344"/>
                <a:gd name="T104" fmla="*/ 736 w 968"/>
                <a:gd name="T105" fmla="*/ 72 h 1344"/>
                <a:gd name="T106" fmla="*/ 694 w 968"/>
                <a:gd name="T107" fmla="*/ 51 h 1344"/>
                <a:gd name="T108" fmla="*/ 648 w 968"/>
                <a:gd name="T109" fmla="*/ 31 h 1344"/>
                <a:gd name="T110" fmla="*/ 597 w 968"/>
                <a:gd name="T111" fmla="*/ 17 h 1344"/>
                <a:gd name="T112" fmla="*/ 541 w 968"/>
                <a:gd name="T113" fmla="*/ 7 h 1344"/>
                <a:gd name="T114" fmla="*/ 481 w 968"/>
                <a:gd name="T115" fmla="*/ 2 h 1344"/>
                <a:gd name="T116" fmla="*/ 416 w 968"/>
                <a:gd name="T117" fmla="*/ 0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8" h="1344">
                  <a:moveTo>
                    <a:pt x="416" y="0"/>
                  </a:moveTo>
                  <a:lnTo>
                    <a:pt x="416" y="0"/>
                  </a:lnTo>
                  <a:lnTo>
                    <a:pt x="397" y="5"/>
                  </a:lnTo>
                  <a:lnTo>
                    <a:pt x="376" y="10"/>
                  </a:lnTo>
                  <a:lnTo>
                    <a:pt x="348" y="19"/>
                  </a:lnTo>
                  <a:lnTo>
                    <a:pt x="314" y="31"/>
                  </a:lnTo>
                  <a:lnTo>
                    <a:pt x="278" y="47"/>
                  </a:lnTo>
                  <a:lnTo>
                    <a:pt x="239" y="68"/>
                  </a:lnTo>
                  <a:lnTo>
                    <a:pt x="218" y="81"/>
                  </a:lnTo>
                  <a:lnTo>
                    <a:pt x="198" y="95"/>
                  </a:lnTo>
                  <a:lnTo>
                    <a:pt x="179" y="109"/>
                  </a:lnTo>
                  <a:lnTo>
                    <a:pt x="158" y="126"/>
                  </a:lnTo>
                  <a:lnTo>
                    <a:pt x="139" y="144"/>
                  </a:lnTo>
                  <a:lnTo>
                    <a:pt x="121" y="163"/>
                  </a:lnTo>
                  <a:lnTo>
                    <a:pt x="102" y="184"/>
                  </a:lnTo>
                  <a:lnTo>
                    <a:pt x="84" y="207"/>
                  </a:lnTo>
                  <a:lnTo>
                    <a:pt x="68" y="232"/>
                  </a:lnTo>
                  <a:lnTo>
                    <a:pt x="54" y="258"/>
                  </a:lnTo>
                  <a:lnTo>
                    <a:pt x="40" y="288"/>
                  </a:lnTo>
                  <a:lnTo>
                    <a:pt x="30" y="318"/>
                  </a:lnTo>
                  <a:lnTo>
                    <a:pt x="19" y="350"/>
                  </a:lnTo>
                  <a:lnTo>
                    <a:pt x="10" y="385"/>
                  </a:lnTo>
                  <a:lnTo>
                    <a:pt x="5" y="420"/>
                  </a:lnTo>
                  <a:lnTo>
                    <a:pt x="0" y="459"/>
                  </a:lnTo>
                  <a:lnTo>
                    <a:pt x="0" y="501"/>
                  </a:lnTo>
                  <a:lnTo>
                    <a:pt x="0" y="543"/>
                  </a:lnTo>
                  <a:lnTo>
                    <a:pt x="0" y="543"/>
                  </a:lnTo>
                  <a:lnTo>
                    <a:pt x="7" y="627"/>
                  </a:lnTo>
                  <a:lnTo>
                    <a:pt x="14" y="703"/>
                  </a:lnTo>
                  <a:lnTo>
                    <a:pt x="23" y="771"/>
                  </a:lnTo>
                  <a:lnTo>
                    <a:pt x="33" y="831"/>
                  </a:lnTo>
                  <a:lnTo>
                    <a:pt x="46" y="884"/>
                  </a:lnTo>
                  <a:lnTo>
                    <a:pt x="56" y="931"/>
                  </a:lnTo>
                  <a:lnTo>
                    <a:pt x="68" y="973"/>
                  </a:lnTo>
                  <a:lnTo>
                    <a:pt x="79" y="1010"/>
                  </a:lnTo>
                  <a:lnTo>
                    <a:pt x="100" y="1072"/>
                  </a:lnTo>
                  <a:lnTo>
                    <a:pt x="107" y="1098"/>
                  </a:lnTo>
                  <a:lnTo>
                    <a:pt x="114" y="1123"/>
                  </a:lnTo>
                  <a:lnTo>
                    <a:pt x="119" y="1146"/>
                  </a:lnTo>
                  <a:lnTo>
                    <a:pt x="121" y="1167"/>
                  </a:lnTo>
                  <a:lnTo>
                    <a:pt x="121" y="1188"/>
                  </a:lnTo>
                  <a:lnTo>
                    <a:pt x="118" y="1209"/>
                  </a:lnTo>
                  <a:lnTo>
                    <a:pt x="118" y="1209"/>
                  </a:lnTo>
                  <a:lnTo>
                    <a:pt x="111" y="1230"/>
                  </a:lnTo>
                  <a:lnTo>
                    <a:pt x="104" y="1249"/>
                  </a:lnTo>
                  <a:lnTo>
                    <a:pt x="97" y="1265"/>
                  </a:lnTo>
                  <a:lnTo>
                    <a:pt x="88" y="1279"/>
                  </a:lnTo>
                  <a:lnTo>
                    <a:pt x="77" y="1293"/>
                  </a:lnTo>
                  <a:lnTo>
                    <a:pt x="68" y="1304"/>
                  </a:lnTo>
                  <a:lnTo>
                    <a:pt x="58" y="1313"/>
                  </a:lnTo>
                  <a:lnTo>
                    <a:pt x="49" y="1321"/>
                  </a:lnTo>
                  <a:lnTo>
                    <a:pt x="31" y="1332"/>
                  </a:lnTo>
                  <a:lnTo>
                    <a:pt x="16" y="1341"/>
                  </a:lnTo>
                  <a:lnTo>
                    <a:pt x="2" y="1344"/>
                  </a:lnTo>
                  <a:lnTo>
                    <a:pt x="2" y="1344"/>
                  </a:lnTo>
                  <a:lnTo>
                    <a:pt x="31" y="1344"/>
                  </a:lnTo>
                  <a:lnTo>
                    <a:pt x="111" y="1341"/>
                  </a:lnTo>
                  <a:lnTo>
                    <a:pt x="163" y="1336"/>
                  </a:lnTo>
                  <a:lnTo>
                    <a:pt x="225" y="1330"/>
                  </a:lnTo>
                  <a:lnTo>
                    <a:pt x="290" y="1321"/>
                  </a:lnTo>
                  <a:lnTo>
                    <a:pt x="360" y="1311"/>
                  </a:lnTo>
                  <a:lnTo>
                    <a:pt x="432" y="1297"/>
                  </a:lnTo>
                  <a:lnTo>
                    <a:pt x="502" y="1279"/>
                  </a:lnTo>
                  <a:lnTo>
                    <a:pt x="539" y="1270"/>
                  </a:lnTo>
                  <a:lnTo>
                    <a:pt x="573" y="1258"/>
                  </a:lnTo>
                  <a:lnTo>
                    <a:pt x="608" y="1246"/>
                  </a:lnTo>
                  <a:lnTo>
                    <a:pt x="640" y="1234"/>
                  </a:lnTo>
                  <a:lnTo>
                    <a:pt x="671" y="1220"/>
                  </a:lnTo>
                  <a:lnTo>
                    <a:pt x="701" y="1204"/>
                  </a:lnTo>
                  <a:lnTo>
                    <a:pt x="731" y="1188"/>
                  </a:lnTo>
                  <a:lnTo>
                    <a:pt x="757" y="1170"/>
                  </a:lnTo>
                  <a:lnTo>
                    <a:pt x="780" y="1151"/>
                  </a:lnTo>
                  <a:lnTo>
                    <a:pt x="803" y="1130"/>
                  </a:lnTo>
                  <a:lnTo>
                    <a:pt x="822" y="1109"/>
                  </a:lnTo>
                  <a:lnTo>
                    <a:pt x="840" y="1086"/>
                  </a:lnTo>
                  <a:lnTo>
                    <a:pt x="840" y="1086"/>
                  </a:lnTo>
                  <a:lnTo>
                    <a:pt x="854" y="1060"/>
                  </a:lnTo>
                  <a:lnTo>
                    <a:pt x="868" y="1031"/>
                  </a:lnTo>
                  <a:lnTo>
                    <a:pt x="884" y="1000"/>
                  </a:lnTo>
                  <a:lnTo>
                    <a:pt x="896" y="965"/>
                  </a:lnTo>
                  <a:lnTo>
                    <a:pt x="910" y="928"/>
                  </a:lnTo>
                  <a:lnTo>
                    <a:pt x="923" y="889"/>
                  </a:lnTo>
                  <a:lnTo>
                    <a:pt x="933" y="849"/>
                  </a:lnTo>
                  <a:lnTo>
                    <a:pt x="942" y="806"/>
                  </a:lnTo>
                  <a:lnTo>
                    <a:pt x="951" y="763"/>
                  </a:lnTo>
                  <a:lnTo>
                    <a:pt x="958" y="717"/>
                  </a:lnTo>
                  <a:lnTo>
                    <a:pt x="963" y="671"/>
                  </a:lnTo>
                  <a:lnTo>
                    <a:pt x="966" y="625"/>
                  </a:lnTo>
                  <a:lnTo>
                    <a:pt x="968" y="578"/>
                  </a:lnTo>
                  <a:lnTo>
                    <a:pt x="966" y="532"/>
                  </a:lnTo>
                  <a:lnTo>
                    <a:pt x="965" y="487"/>
                  </a:lnTo>
                  <a:lnTo>
                    <a:pt x="958" y="441"/>
                  </a:lnTo>
                  <a:lnTo>
                    <a:pt x="951" y="395"/>
                  </a:lnTo>
                  <a:lnTo>
                    <a:pt x="940" y="351"/>
                  </a:lnTo>
                  <a:lnTo>
                    <a:pt x="926" y="309"/>
                  </a:lnTo>
                  <a:lnTo>
                    <a:pt x="908" y="269"/>
                  </a:lnTo>
                  <a:lnTo>
                    <a:pt x="889" y="230"/>
                  </a:lnTo>
                  <a:lnTo>
                    <a:pt x="866" y="193"/>
                  </a:lnTo>
                  <a:lnTo>
                    <a:pt x="854" y="176"/>
                  </a:lnTo>
                  <a:lnTo>
                    <a:pt x="840" y="158"/>
                  </a:lnTo>
                  <a:lnTo>
                    <a:pt x="824" y="142"/>
                  </a:lnTo>
                  <a:lnTo>
                    <a:pt x="808" y="126"/>
                  </a:lnTo>
                  <a:lnTo>
                    <a:pt x="792" y="112"/>
                  </a:lnTo>
                  <a:lnTo>
                    <a:pt x="775" y="98"/>
                  </a:lnTo>
                  <a:lnTo>
                    <a:pt x="756" y="84"/>
                  </a:lnTo>
                  <a:lnTo>
                    <a:pt x="736" y="72"/>
                  </a:lnTo>
                  <a:lnTo>
                    <a:pt x="717" y="61"/>
                  </a:lnTo>
                  <a:lnTo>
                    <a:pt x="694" y="51"/>
                  </a:lnTo>
                  <a:lnTo>
                    <a:pt x="671" y="40"/>
                  </a:lnTo>
                  <a:lnTo>
                    <a:pt x="648" y="31"/>
                  </a:lnTo>
                  <a:lnTo>
                    <a:pt x="624" y="24"/>
                  </a:lnTo>
                  <a:lnTo>
                    <a:pt x="597" y="17"/>
                  </a:lnTo>
                  <a:lnTo>
                    <a:pt x="569" y="12"/>
                  </a:lnTo>
                  <a:lnTo>
                    <a:pt x="541" y="7"/>
                  </a:lnTo>
                  <a:lnTo>
                    <a:pt x="513" y="3"/>
                  </a:lnTo>
                  <a:lnTo>
                    <a:pt x="481" y="2"/>
                  </a:lnTo>
                  <a:lnTo>
                    <a:pt x="450" y="0"/>
                  </a:lnTo>
                  <a:lnTo>
                    <a:pt x="4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5" name="Freeform 136"/>
            <p:cNvSpPr>
              <a:spLocks/>
            </p:cNvSpPr>
            <p:nvPr/>
          </p:nvSpPr>
          <p:spPr bwMode="auto">
            <a:xfrm>
              <a:off x="9318626" y="1985963"/>
              <a:ext cx="442913" cy="128588"/>
            </a:xfrm>
            <a:custGeom>
              <a:avLst/>
              <a:gdLst>
                <a:gd name="T0" fmla="*/ 53 w 279"/>
                <a:gd name="T1" fmla="*/ 0 h 81"/>
                <a:gd name="T2" fmla="*/ 239 w 279"/>
                <a:gd name="T3" fmla="*/ 21 h 81"/>
                <a:gd name="T4" fmla="*/ 279 w 279"/>
                <a:gd name="T5" fmla="*/ 48 h 81"/>
                <a:gd name="T6" fmla="*/ 279 w 279"/>
                <a:gd name="T7" fmla="*/ 48 h 81"/>
                <a:gd name="T8" fmla="*/ 276 w 279"/>
                <a:gd name="T9" fmla="*/ 53 h 81"/>
                <a:gd name="T10" fmla="*/ 262 w 279"/>
                <a:gd name="T11" fmla="*/ 64 h 81"/>
                <a:gd name="T12" fmla="*/ 251 w 279"/>
                <a:gd name="T13" fmla="*/ 69 h 81"/>
                <a:gd name="T14" fmla="*/ 241 w 279"/>
                <a:gd name="T15" fmla="*/ 74 h 81"/>
                <a:gd name="T16" fmla="*/ 227 w 279"/>
                <a:gd name="T17" fmla="*/ 79 h 81"/>
                <a:gd name="T18" fmla="*/ 211 w 279"/>
                <a:gd name="T19" fmla="*/ 81 h 81"/>
                <a:gd name="T20" fmla="*/ 211 w 279"/>
                <a:gd name="T21" fmla="*/ 81 h 81"/>
                <a:gd name="T22" fmla="*/ 188 w 279"/>
                <a:gd name="T23" fmla="*/ 79 h 81"/>
                <a:gd name="T24" fmla="*/ 158 w 279"/>
                <a:gd name="T25" fmla="*/ 74 h 81"/>
                <a:gd name="T26" fmla="*/ 123 w 279"/>
                <a:gd name="T27" fmla="*/ 65 h 81"/>
                <a:gd name="T28" fmla="*/ 88 w 279"/>
                <a:gd name="T29" fmla="*/ 57 h 81"/>
                <a:gd name="T30" fmla="*/ 26 w 279"/>
                <a:gd name="T31" fmla="*/ 39 h 81"/>
                <a:gd name="T32" fmla="*/ 0 w 279"/>
                <a:gd name="T33" fmla="*/ 30 h 81"/>
                <a:gd name="T34" fmla="*/ 53 w 279"/>
                <a:gd name="T35"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9" h="81">
                  <a:moveTo>
                    <a:pt x="53" y="0"/>
                  </a:moveTo>
                  <a:lnTo>
                    <a:pt x="239" y="21"/>
                  </a:lnTo>
                  <a:lnTo>
                    <a:pt x="279" y="48"/>
                  </a:lnTo>
                  <a:lnTo>
                    <a:pt x="279" y="48"/>
                  </a:lnTo>
                  <a:lnTo>
                    <a:pt x="276" y="53"/>
                  </a:lnTo>
                  <a:lnTo>
                    <a:pt x="262" y="64"/>
                  </a:lnTo>
                  <a:lnTo>
                    <a:pt x="251" y="69"/>
                  </a:lnTo>
                  <a:lnTo>
                    <a:pt x="241" y="74"/>
                  </a:lnTo>
                  <a:lnTo>
                    <a:pt x="227" y="79"/>
                  </a:lnTo>
                  <a:lnTo>
                    <a:pt x="211" y="81"/>
                  </a:lnTo>
                  <a:lnTo>
                    <a:pt x="211" y="81"/>
                  </a:lnTo>
                  <a:lnTo>
                    <a:pt x="188" y="79"/>
                  </a:lnTo>
                  <a:lnTo>
                    <a:pt x="158" y="74"/>
                  </a:lnTo>
                  <a:lnTo>
                    <a:pt x="123" y="65"/>
                  </a:lnTo>
                  <a:lnTo>
                    <a:pt x="88" y="57"/>
                  </a:lnTo>
                  <a:lnTo>
                    <a:pt x="26" y="39"/>
                  </a:lnTo>
                  <a:lnTo>
                    <a:pt x="0" y="30"/>
                  </a:lnTo>
                  <a:lnTo>
                    <a:pt x="53" y="0"/>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6" name="Freeform 137"/>
            <p:cNvSpPr>
              <a:spLocks/>
            </p:cNvSpPr>
            <p:nvPr/>
          </p:nvSpPr>
          <p:spPr bwMode="auto">
            <a:xfrm>
              <a:off x="9402763" y="1833563"/>
              <a:ext cx="381000" cy="725488"/>
            </a:xfrm>
            <a:custGeom>
              <a:avLst/>
              <a:gdLst>
                <a:gd name="T0" fmla="*/ 0 w 240"/>
                <a:gd name="T1" fmla="*/ 0 h 457"/>
                <a:gd name="T2" fmla="*/ 0 w 240"/>
                <a:gd name="T3" fmla="*/ 0 h 457"/>
                <a:gd name="T4" fmla="*/ 7 w 240"/>
                <a:gd name="T5" fmla="*/ 14 h 457"/>
                <a:gd name="T6" fmla="*/ 14 w 240"/>
                <a:gd name="T7" fmla="*/ 30 h 457"/>
                <a:gd name="T8" fmla="*/ 19 w 240"/>
                <a:gd name="T9" fmla="*/ 49 h 457"/>
                <a:gd name="T10" fmla="*/ 22 w 240"/>
                <a:gd name="T11" fmla="*/ 74 h 457"/>
                <a:gd name="T12" fmla="*/ 22 w 240"/>
                <a:gd name="T13" fmla="*/ 86 h 457"/>
                <a:gd name="T14" fmla="*/ 22 w 240"/>
                <a:gd name="T15" fmla="*/ 98 h 457"/>
                <a:gd name="T16" fmla="*/ 19 w 240"/>
                <a:gd name="T17" fmla="*/ 110 h 457"/>
                <a:gd name="T18" fmla="*/ 15 w 240"/>
                <a:gd name="T19" fmla="*/ 124 h 457"/>
                <a:gd name="T20" fmla="*/ 8 w 240"/>
                <a:gd name="T21" fmla="*/ 137 h 457"/>
                <a:gd name="T22" fmla="*/ 0 w 240"/>
                <a:gd name="T23" fmla="*/ 149 h 457"/>
                <a:gd name="T24" fmla="*/ 0 w 240"/>
                <a:gd name="T25" fmla="*/ 149 h 457"/>
                <a:gd name="T26" fmla="*/ 0 w 240"/>
                <a:gd name="T27" fmla="*/ 160 h 457"/>
                <a:gd name="T28" fmla="*/ 0 w 240"/>
                <a:gd name="T29" fmla="*/ 186 h 457"/>
                <a:gd name="T30" fmla="*/ 3 w 240"/>
                <a:gd name="T31" fmla="*/ 205 h 457"/>
                <a:gd name="T32" fmla="*/ 5 w 240"/>
                <a:gd name="T33" fmla="*/ 226 h 457"/>
                <a:gd name="T34" fmla="*/ 10 w 240"/>
                <a:gd name="T35" fmla="*/ 249 h 457"/>
                <a:gd name="T36" fmla="*/ 17 w 240"/>
                <a:gd name="T37" fmla="*/ 274 h 457"/>
                <a:gd name="T38" fmla="*/ 28 w 240"/>
                <a:gd name="T39" fmla="*/ 300 h 457"/>
                <a:gd name="T40" fmla="*/ 40 w 240"/>
                <a:gd name="T41" fmla="*/ 327 h 457"/>
                <a:gd name="T42" fmla="*/ 56 w 240"/>
                <a:gd name="T43" fmla="*/ 351 h 457"/>
                <a:gd name="T44" fmla="*/ 75 w 240"/>
                <a:gd name="T45" fmla="*/ 376 h 457"/>
                <a:gd name="T46" fmla="*/ 98 w 240"/>
                <a:gd name="T47" fmla="*/ 400 h 457"/>
                <a:gd name="T48" fmla="*/ 112 w 240"/>
                <a:gd name="T49" fmla="*/ 411 h 457"/>
                <a:gd name="T50" fmla="*/ 126 w 240"/>
                <a:gd name="T51" fmla="*/ 422 h 457"/>
                <a:gd name="T52" fmla="*/ 142 w 240"/>
                <a:gd name="T53" fmla="*/ 432 h 457"/>
                <a:gd name="T54" fmla="*/ 158 w 240"/>
                <a:gd name="T55" fmla="*/ 441 h 457"/>
                <a:gd name="T56" fmla="*/ 177 w 240"/>
                <a:gd name="T57" fmla="*/ 450 h 457"/>
                <a:gd name="T58" fmla="*/ 196 w 240"/>
                <a:gd name="T59" fmla="*/ 457 h 457"/>
                <a:gd name="T60" fmla="*/ 196 w 240"/>
                <a:gd name="T61" fmla="*/ 457 h 457"/>
                <a:gd name="T62" fmla="*/ 207 w 240"/>
                <a:gd name="T63" fmla="*/ 432 h 457"/>
                <a:gd name="T64" fmla="*/ 218 w 240"/>
                <a:gd name="T65" fmla="*/ 406 h 457"/>
                <a:gd name="T66" fmla="*/ 228 w 240"/>
                <a:gd name="T67" fmla="*/ 371 h 457"/>
                <a:gd name="T68" fmla="*/ 232 w 240"/>
                <a:gd name="T69" fmla="*/ 351 h 457"/>
                <a:gd name="T70" fmla="*/ 235 w 240"/>
                <a:gd name="T71" fmla="*/ 330 h 457"/>
                <a:gd name="T72" fmla="*/ 239 w 240"/>
                <a:gd name="T73" fmla="*/ 307 h 457"/>
                <a:gd name="T74" fmla="*/ 240 w 240"/>
                <a:gd name="T75" fmla="*/ 284 h 457"/>
                <a:gd name="T76" fmla="*/ 239 w 240"/>
                <a:gd name="T77" fmla="*/ 262 h 457"/>
                <a:gd name="T78" fmla="*/ 237 w 240"/>
                <a:gd name="T79" fmla="*/ 239 h 457"/>
                <a:gd name="T80" fmla="*/ 233 w 240"/>
                <a:gd name="T81" fmla="*/ 216 h 457"/>
                <a:gd name="T82" fmla="*/ 226 w 240"/>
                <a:gd name="T83" fmla="*/ 193 h 457"/>
                <a:gd name="T84" fmla="*/ 226 w 240"/>
                <a:gd name="T85" fmla="*/ 193 h 457"/>
                <a:gd name="T86" fmla="*/ 214 w 240"/>
                <a:gd name="T87" fmla="*/ 186 h 457"/>
                <a:gd name="T88" fmla="*/ 202 w 240"/>
                <a:gd name="T89" fmla="*/ 177 h 457"/>
                <a:gd name="T90" fmla="*/ 188 w 240"/>
                <a:gd name="T91" fmla="*/ 165 h 457"/>
                <a:gd name="T92" fmla="*/ 181 w 240"/>
                <a:gd name="T93" fmla="*/ 156 h 457"/>
                <a:gd name="T94" fmla="*/ 175 w 240"/>
                <a:gd name="T95" fmla="*/ 146 h 457"/>
                <a:gd name="T96" fmla="*/ 170 w 240"/>
                <a:gd name="T97" fmla="*/ 135 h 457"/>
                <a:gd name="T98" fmla="*/ 165 w 240"/>
                <a:gd name="T99" fmla="*/ 121 h 457"/>
                <a:gd name="T100" fmla="*/ 161 w 240"/>
                <a:gd name="T101" fmla="*/ 107 h 457"/>
                <a:gd name="T102" fmla="*/ 160 w 240"/>
                <a:gd name="T103" fmla="*/ 91 h 457"/>
                <a:gd name="T104" fmla="*/ 160 w 240"/>
                <a:gd name="T105" fmla="*/ 72 h 457"/>
                <a:gd name="T106" fmla="*/ 161 w 240"/>
                <a:gd name="T107" fmla="*/ 52 h 457"/>
                <a:gd name="T108" fmla="*/ 0 w 240"/>
                <a:gd name="T10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0" h="457">
                  <a:moveTo>
                    <a:pt x="0" y="0"/>
                  </a:moveTo>
                  <a:lnTo>
                    <a:pt x="0" y="0"/>
                  </a:lnTo>
                  <a:lnTo>
                    <a:pt x="7" y="14"/>
                  </a:lnTo>
                  <a:lnTo>
                    <a:pt x="14" y="30"/>
                  </a:lnTo>
                  <a:lnTo>
                    <a:pt x="19" y="49"/>
                  </a:lnTo>
                  <a:lnTo>
                    <a:pt x="22" y="74"/>
                  </a:lnTo>
                  <a:lnTo>
                    <a:pt x="22" y="86"/>
                  </a:lnTo>
                  <a:lnTo>
                    <a:pt x="22" y="98"/>
                  </a:lnTo>
                  <a:lnTo>
                    <a:pt x="19" y="110"/>
                  </a:lnTo>
                  <a:lnTo>
                    <a:pt x="15" y="124"/>
                  </a:lnTo>
                  <a:lnTo>
                    <a:pt x="8" y="137"/>
                  </a:lnTo>
                  <a:lnTo>
                    <a:pt x="0" y="149"/>
                  </a:lnTo>
                  <a:lnTo>
                    <a:pt x="0" y="149"/>
                  </a:lnTo>
                  <a:lnTo>
                    <a:pt x="0" y="160"/>
                  </a:lnTo>
                  <a:lnTo>
                    <a:pt x="0" y="186"/>
                  </a:lnTo>
                  <a:lnTo>
                    <a:pt x="3" y="205"/>
                  </a:lnTo>
                  <a:lnTo>
                    <a:pt x="5" y="226"/>
                  </a:lnTo>
                  <a:lnTo>
                    <a:pt x="10" y="249"/>
                  </a:lnTo>
                  <a:lnTo>
                    <a:pt x="17" y="274"/>
                  </a:lnTo>
                  <a:lnTo>
                    <a:pt x="28" y="300"/>
                  </a:lnTo>
                  <a:lnTo>
                    <a:pt x="40" y="327"/>
                  </a:lnTo>
                  <a:lnTo>
                    <a:pt x="56" y="351"/>
                  </a:lnTo>
                  <a:lnTo>
                    <a:pt x="75" y="376"/>
                  </a:lnTo>
                  <a:lnTo>
                    <a:pt x="98" y="400"/>
                  </a:lnTo>
                  <a:lnTo>
                    <a:pt x="112" y="411"/>
                  </a:lnTo>
                  <a:lnTo>
                    <a:pt x="126" y="422"/>
                  </a:lnTo>
                  <a:lnTo>
                    <a:pt x="142" y="432"/>
                  </a:lnTo>
                  <a:lnTo>
                    <a:pt x="158" y="441"/>
                  </a:lnTo>
                  <a:lnTo>
                    <a:pt x="177" y="450"/>
                  </a:lnTo>
                  <a:lnTo>
                    <a:pt x="196" y="457"/>
                  </a:lnTo>
                  <a:lnTo>
                    <a:pt x="196" y="457"/>
                  </a:lnTo>
                  <a:lnTo>
                    <a:pt x="207" y="432"/>
                  </a:lnTo>
                  <a:lnTo>
                    <a:pt x="218" y="406"/>
                  </a:lnTo>
                  <a:lnTo>
                    <a:pt x="228" y="371"/>
                  </a:lnTo>
                  <a:lnTo>
                    <a:pt x="232" y="351"/>
                  </a:lnTo>
                  <a:lnTo>
                    <a:pt x="235" y="330"/>
                  </a:lnTo>
                  <a:lnTo>
                    <a:pt x="239" y="307"/>
                  </a:lnTo>
                  <a:lnTo>
                    <a:pt x="240" y="284"/>
                  </a:lnTo>
                  <a:lnTo>
                    <a:pt x="239" y="262"/>
                  </a:lnTo>
                  <a:lnTo>
                    <a:pt x="237" y="239"/>
                  </a:lnTo>
                  <a:lnTo>
                    <a:pt x="233" y="216"/>
                  </a:lnTo>
                  <a:lnTo>
                    <a:pt x="226" y="193"/>
                  </a:lnTo>
                  <a:lnTo>
                    <a:pt x="226" y="193"/>
                  </a:lnTo>
                  <a:lnTo>
                    <a:pt x="214" y="186"/>
                  </a:lnTo>
                  <a:lnTo>
                    <a:pt x="202" y="177"/>
                  </a:lnTo>
                  <a:lnTo>
                    <a:pt x="188" y="165"/>
                  </a:lnTo>
                  <a:lnTo>
                    <a:pt x="181" y="156"/>
                  </a:lnTo>
                  <a:lnTo>
                    <a:pt x="175" y="146"/>
                  </a:lnTo>
                  <a:lnTo>
                    <a:pt x="170" y="135"/>
                  </a:lnTo>
                  <a:lnTo>
                    <a:pt x="165" y="121"/>
                  </a:lnTo>
                  <a:lnTo>
                    <a:pt x="161" y="107"/>
                  </a:lnTo>
                  <a:lnTo>
                    <a:pt x="160" y="91"/>
                  </a:lnTo>
                  <a:lnTo>
                    <a:pt x="160" y="72"/>
                  </a:lnTo>
                  <a:lnTo>
                    <a:pt x="161" y="52"/>
                  </a:lnTo>
                  <a:lnTo>
                    <a:pt x="0" y="0"/>
                  </a:lnTo>
                  <a:close/>
                </a:path>
              </a:pathLst>
            </a:custGeom>
            <a:solidFill>
              <a:srgbClr val="F2D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7" name="Freeform 138"/>
            <p:cNvSpPr>
              <a:spLocks/>
            </p:cNvSpPr>
            <p:nvPr/>
          </p:nvSpPr>
          <p:spPr bwMode="auto">
            <a:xfrm>
              <a:off x="10202863" y="946150"/>
              <a:ext cx="114300" cy="393700"/>
            </a:xfrm>
            <a:custGeom>
              <a:avLst/>
              <a:gdLst>
                <a:gd name="T0" fmla="*/ 33 w 72"/>
                <a:gd name="T1" fmla="*/ 0 h 248"/>
                <a:gd name="T2" fmla="*/ 33 w 72"/>
                <a:gd name="T3" fmla="*/ 0 h 248"/>
                <a:gd name="T4" fmla="*/ 40 w 72"/>
                <a:gd name="T5" fmla="*/ 2 h 248"/>
                <a:gd name="T6" fmla="*/ 47 w 72"/>
                <a:gd name="T7" fmla="*/ 5 h 248"/>
                <a:gd name="T8" fmla="*/ 56 w 72"/>
                <a:gd name="T9" fmla="*/ 12 h 248"/>
                <a:gd name="T10" fmla="*/ 63 w 72"/>
                <a:gd name="T11" fmla="*/ 23 h 248"/>
                <a:gd name="T12" fmla="*/ 69 w 72"/>
                <a:gd name="T13" fmla="*/ 38 h 248"/>
                <a:gd name="T14" fmla="*/ 72 w 72"/>
                <a:gd name="T15" fmla="*/ 47 h 248"/>
                <a:gd name="T16" fmla="*/ 72 w 72"/>
                <a:gd name="T17" fmla="*/ 60 h 248"/>
                <a:gd name="T18" fmla="*/ 72 w 72"/>
                <a:gd name="T19" fmla="*/ 72 h 248"/>
                <a:gd name="T20" fmla="*/ 72 w 72"/>
                <a:gd name="T21" fmla="*/ 86 h 248"/>
                <a:gd name="T22" fmla="*/ 72 w 72"/>
                <a:gd name="T23" fmla="*/ 86 h 248"/>
                <a:gd name="T24" fmla="*/ 69 w 72"/>
                <a:gd name="T25" fmla="*/ 102 h 248"/>
                <a:gd name="T26" fmla="*/ 65 w 72"/>
                <a:gd name="T27" fmla="*/ 118 h 248"/>
                <a:gd name="T28" fmla="*/ 56 w 72"/>
                <a:gd name="T29" fmla="*/ 146 h 248"/>
                <a:gd name="T30" fmla="*/ 44 w 72"/>
                <a:gd name="T31" fmla="*/ 174 h 248"/>
                <a:gd name="T32" fmla="*/ 32 w 72"/>
                <a:gd name="T33" fmla="*/ 198 h 248"/>
                <a:gd name="T34" fmla="*/ 19 w 72"/>
                <a:gd name="T35" fmla="*/ 218 h 248"/>
                <a:gd name="T36" fmla="*/ 9 w 72"/>
                <a:gd name="T37" fmla="*/ 234 h 248"/>
                <a:gd name="T38" fmla="*/ 0 w 72"/>
                <a:gd name="T39" fmla="*/ 248 h 248"/>
                <a:gd name="T40" fmla="*/ 33 w 72"/>
                <a:gd name="T41"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248">
                  <a:moveTo>
                    <a:pt x="33" y="0"/>
                  </a:moveTo>
                  <a:lnTo>
                    <a:pt x="33" y="0"/>
                  </a:lnTo>
                  <a:lnTo>
                    <a:pt x="40" y="2"/>
                  </a:lnTo>
                  <a:lnTo>
                    <a:pt x="47" y="5"/>
                  </a:lnTo>
                  <a:lnTo>
                    <a:pt x="56" y="12"/>
                  </a:lnTo>
                  <a:lnTo>
                    <a:pt x="63" y="23"/>
                  </a:lnTo>
                  <a:lnTo>
                    <a:pt x="69" y="38"/>
                  </a:lnTo>
                  <a:lnTo>
                    <a:pt x="72" y="47"/>
                  </a:lnTo>
                  <a:lnTo>
                    <a:pt x="72" y="60"/>
                  </a:lnTo>
                  <a:lnTo>
                    <a:pt x="72" y="72"/>
                  </a:lnTo>
                  <a:lnTo>
                    <a:pt x="72" y="86"/>
                  </a:lnTo>
                  <a:lnTo>
                    <a:pt x="72" y="86"/>
                  </a:lnTo>
                  <a:lnTo>
                    <a:pt x="69" y="102"/>
                  </a:lnTo>
                  <a:lnTo>
                    <a:pt x="65" y="118"/>
                  </a:lnTo>
                  <a:lnTo>
                    <a:pt x="56" y="146"/>
                  </a:lnTo>
                  <a:lnTo>
                    <a:pt x="44" y="174"/>
                  </a:lnTo>
                  <a:lnTo>
                    <a:pt x="32" y="198"/>
                  </a:lnTo>
                  <a:lnTo>
                    <a:pt x="19" y="218"/>
                  </a:lnTo>
                  <a:lnTo>
                    <a:pt x="9" y="234"/>
                  </a:lnTo>
                  <a:lnTo>
                    <a:pt x="0" y="248"/>
                  </a:lnTo>
                  <a:lnTo>
                    <a:pt x="33" y="0"/>
                  </a:lnTo>
                  <a:close/>
                </a:path>
              </a:pathLst>
            </a:custGeom>
            <a:solidFill>
              <a:srgbClr val="F6DB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8" name="Freeform 139"/>
            <p:cNvSpPr>
              <a:spLocks/>
            </p:cNvSpPr>
            <p:nvPr/>
          </p:nvSpPr>
          <p:spPr bwMode="auto">
            <a:xfrm>
              <a:off x="8564563" y="3963988"/>
              <a:ext cx="371475" cy="382588"/>
            </a:xfrm>
            <a:custGeom>
              <a:avLst/>
              <a:gdLst>
                <a:gd name="T0" fmla="*/ 231 w 234"/>
                <a:gd name="T1" fmla="*/ 148 h 241"/>
                <a:gd name="T2" fmla="*/ 215 w 234"/>
                <a:gd name="T3" fmla="*/ 123 h 241"/>
                <a:gd name="T4" fmla="*/ 194 w 234"/>
                <a:gd name="T5" fmla="*/ 88 h 241"/>
                <a:gd name="T6" fmla="*/ 188 w 234"/>
                <a:gd name="T7" fmla="*/ 80 h 241"/>
                <a:gd name="T8" fmla="*/ 167 w 234"/>
                <a:gd name="T9" fmla="*/ 60 h 241"/>
                <a:gd name="T10" fmla="*/ 152 w 234"/>
                <a:gd name="T11" fmla="*/ 51 h 241"/>
                <a:gd name="T12" fmla="*/ 152 w 234"/>
                <a:gd name="T13" fmla="*/ 51 h 241"/>
                <a:gd name="T14" fmla="*/ 139 w 234"/>
                <a:gd name="T15" fmla="*/ 43 h 241"/>
                <a:gd name="T16" fmla="*/ 127 w 234"/>
                <a:gd name="T17" fmla="*/ 30 h 241"/>
                <a:gd name="T18" fmla="*/ 120 w 234"/>
                <a:gd name="T19" fmla="*/ 18 h 241"/>
                <a:gd name="T20" fmla="*/ 115 w 234"/>
                <a:gd name="T21" fmla="*/ 0 h 241"/>
                <a:gd name="T22" fmla="*/ 2 w 234"/>
                <a:gd name="T23" fmla="*/ 0 h 241"/>
                <a:gd name="T24" fmla="*/ 0 w 234"/>
                <a:gd name="T25" fmla="*/ 87 h 241"/>
                <a:gd name="T26" fmla="*/ 2 w 234"/>
                <a:gd name="T27" fmla="*/ 131 h 241"/>
                <a:gd name="T28" fmla="*/ 7 w 234"/>
                <a:gd name="T29" fmla="*/ 197 h 241"/>
                <a:gd name="T30" fmla="*/ 13 w 234"/>
                <a:gd name="T31" fmla="*/ 218 h 241"/>
                <a:gd name="T32" fmla="*/ 23 w 234"/>
                <a:gd name="T33" fmla="*/ 234 h 241"/>
                <a:gd name="T34" fmla="*/ 28 w 234"/>
                <a:gd name="T35" fmla="*/ 238 h 241"/>
                <a:gd name="T36" fmla="*/ 37 w 234"/>
                <a:gd name="T37" fmla="*/ 239 h 241"/>
                <a:gd name="T38" fmla="*/ 46 w 234"/>
                <a:gd name="T39" fmla="*/ 232 h 241"/>
                <a:gd name="T40" fmla="*/ 48 w 234"/>
                <a:gd name="T41" fmla="*/ 229 h 241"/>
                <a:gd name="T42" fmla="*/ 62 w 234"/>
                <a:gd name="T43" fmla="*/ 239 h 241"/>
                <a:gd name="T44" fmla="*/ 76 w 234"/>
                <a:gd name="T45" fmla="*/ 241 h 241"/>
                <a:gd name="T46" fmla="*/ 88 w 234"/>
                <a:gd name="T47" fmla="*/ 236 h 241"/>
                <a:gd name="T48" fmla="*/ 97 w 234"/>
                <a:gd name="T49" fmla="*/ 239 h 241"/>
                <a:gd name="T50" fmla="*/ 115 w 234"/>
                <a:gd name="T51" fmla="*/ 239 h 241"/>
                <a:gd name="T52" fmla="*/ 134 w 234"/>
                <a:gd name="T53" fmla="*/ 231 h 241"/>
                <a:gd name="T54" fmla="*/ 139 w 234"/>
                <a:gd name="T55" fmla="*/ 227 h 241"/>
                <a:gd name="T56" fmla="*/ 152 w 234"/>
                <a:gd name="T57" fmla="*/ 229 h 241"/>
                <a:gd name="T58" fmla="*/ 169 w 234"/>
                <a:gd name="T59" fmla="*/ 224 h 241"/>
                <a:gd name="T60" fmla="*/ 173 w 234"/>
                <a:gd name="T61" fmla="*/ 220 h 241"/>
                <a:gd name="T62" fmla="*/ 176 w 234"/>
                <a:gd name="T63" fmla="*/ 210 h 241"/>
                <a:gd name="T64" fmla="*/ 174 w 234"/>
                <a:gd name="T65" fmla="*/ 190 h 241"/>
                <a:gd name="T66" fmla="*/ 174 w 234"/>
                <a:gd name="T67" fmla="*/ 185 h 241"/>
                <a:gd name="T68" fmla="*/ 173 w 234"/>
                <a:gd name="T69" fmla="*/ 185 h 241"/>
                <a:gd name="T70" fmla="*/ 173 w 234"/>
                <a:gd name="T71" fmla="*/ 183 h 241"/>
                <a:gd name="T72" fmla="*/ 171 w 234"/>
                <a:gd name="T73" fmla="*/ 162 h 241"/>
                <a:gd name="T74" fmla="*/ 176 w 234"/>
                <a:gd name="T75" fmla="*/ 138 h 241"/>
                <a:gd name="T76" fmla="*/ 181 w 234"/>
                <a:gd name="T77" fmla="*/ 131 h 241"/>
                <a:gd name="T78" fmla="*/ 187 w 234"/>
                <a:gd name="T79" fmla="*/ 131 h 241"/>
                <a:gd name="T80" fmla="*/ 211 w 234"/>
                <a:gd name="T81" fmla="*/ 148 h 241"/>
                <a:gd name="T82" fmla="*/ 225 w 234"/>
                <a:gd name="T83" fmla="*/ 157 h 241"/>
                <a:gd name="T84" fmla="*/ 232 w 234"/>
                <a:gd name="T85" fmla="*/ 159 h 241"/>
                <a:gd name="T86" fmla="*/ 234 w 234"/>
                <a:gd name="T87" fmla="*/ 15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 h="241">
                  <a:moveTo>
                    <a:pt x="231" y="148"/>
                  </a:moveTo>
                  <a:lnTo>
                    <a:pt x="231" y="148"/>
                  </a:lnTo>
                  <a:lnTo>
                    <a:pt x="225" y="138"/>
                  </a:lnTo>
                  <a:lnTo>
                    <a:pt x="215" y="123"/>
                  </a:lnTo>
                  <a:lnTo>
                    <a:pt x="204" y="108"/>
                  </a:lnTo>
                  <a:lnTo>
                    <a:pt x="194" y="88"/>
                  </a:lnTo>
                  <a:lnTo>
                    <a:pt x="194" y="88"/>
                  </a:lnTo>
                  <a:lnTo>
                    <a:pt x="188" y="80"/>
                  </a:lnTo>
                  <a:lnTo>
                    <a:pt x="181" y="71"/>
                  </a:lnTo>
                  <a:lnTo>
                    <a:pt x="167" y="60"/>
                  </a:lnTo>
                  <a:lnTo>
                    <a:pt x="157" y="53"/>
                  </a:lnTo>
                  <a:lnTo>
                    <a:pt x="152" y="51"/>
                  </a:lnTo>
                  <a:lnTo>
                    <a:pt x="152" y="51"/>
                  </a:lnTo>
                  <a:lnTo>
                    <a:pt x="152" y="51"/>
                  </a:lnTo>
                  <a:lnTo>
                    <a:pt x="139" y="43"/>
                  </a:lnTo>
                  <a:lnTo>
                    <a:pt x="139" y="43"/>
                  </a:lnTo>
                  <a:lnTo>
                    <a:pt x="132" y="37"/>
                  </a:lnTo>
                  <a:lnTo>
                    <a:pt x="127" y="30"/>
                  </a:lnTo>
                  <a:lnTo>
                    <a:pt x="122" y="23"/>
                  </a:lnTo>
                  <a:lnTo>
                    <a:pt x="120" y="18"/>
                  </a:lnTo>
                  <a:lnTo>
                    <a:pt x="116" y="6"/>
                  </a:lnTo>
                  <a:lnTo>
                    <a:pt x="115" y="0"/>
                  </a:lnTo>
                  <a:lnTo>
                    <a:pt x="2" y="0"/>
                  </a:lnTo>
                  <a:lnTo>
                    <a:pt x="2" y="0"/>
                  </a:lnTo>
                  <a:lnTo>
                    <a:pt x="0" y="44"/>
                  </a:lnTo>
                  <a:lnTo>
                    <a:pt x="0" y="87"/>
                  </a:lnTo>
                  <a:lnTo>
                    <a:pt x="2" y="131"/>
                  </a:lnTo>
                  <a:lnTo>
                    <a:pt x="2" y="131"/>
                  </a:lnTo>
                  <a:lnTo>
                    <a:pt x="4" y="167"/>
                  </a:lnTo>
                  <a:lnTo>
                    <a:pt x="7" y="197"/>
                  </a:lnTo>
                  <a:lnTo>
                    <a:pt x="9" y="208"/>
                  </a:lnTo>
                  <a:lnTo>
                    <a:pt x="13" y="218"/>
                  </a:lnTo>
                  <a:lnTo>
                    <a:pt x="18" y="227"/>
                  </a:lnTo>
                  <a:lnTo>
                    <a:pt x="23" y="234"/>
                  </a:lnTo>
                  <a:lnTo>
                    <a:pt x="23" y="234"/>
                  </a:lnTo>
                  <a:lnTo>
                    <a:pt x="28" y="238"/>
                  </a:lnTo>
                  <a:lnTo>
                    <a:pt x="34" y="239"/>
                  </a:lnTo>
                  <a:lnTo>
                    <a:pt x="37" y="239"/>
                  </a:lnTo>
                  <a:lnTo>
                    <a:pt x="43" y="238"/>
                  </a:lnTo>
                  <a:lnTo>
                    <a:pt x="46" y="232"/>
                  </a:lnTo>
                  <a:lnTo>
                    <a:pt x="48" y="229"/>
                  </a:lnTo>
                  <a:lnTo>
                    <a:pt x="48" y="229"/>
                  </a:lnTo>
                  <a:lnTo>
                    <a:pt x="55" y="236"/>
                  </a:lnTo>
                  <a:lnTo>
                    <a:pt x="62" y="239"/>
                  </a:lnTo>
                  <a:lnTo>
                    <a:pt x="69" y="241"/>
                  </a:lnTo>
                  <a:lnTo>
                    <a:pt x="76" y="241"/>
                  </a:lnTo>
                  <a:lnTo>
                    <a:pt x="85" y="238"/>
                  </a:lnTo>
                  <a:lnTo>
                    <a:pt x="88" y="236"/>
                  </a:lnTo>
                  <a:lnTo>
                    <a:pt x="88" y="236"/>
                  </a:lnTo>
                  <a:lnTo>
                    <a:pt x="97" y="239"/>
                  </a:lnTo>
                  <a:lnTo>
                    <a:pt x="106" y="241"/>
                  </a:lnTo>
                  <a:lnTo>
                    <a:pt x="115" y="239"/>
                  </a:lnTo>
                  <a:lnTo>
                    <a:pt x="123" y="238"/>
                  </a:lnTo>
                  <a:lnTo>
                    <a:pt x="134" y="231"/>
                  </a:lnTo>
                  <a:lnTo>
                    <a:pt x="139" y="227"/>
                  </a:lnTo>
                  <a:lnTo>
                    <a:pt x="139" y="227"/>
                  </a:lnTo>
                  <a:lnTo>
                    <a:pt x="143" y="227"/>
                  </a:lnTo>
                  <a:lnTo>
                    <a:pt x="152" y="229"/>
                  </a:lnTo>
                  <a:lnTo>
                    <a:pt x="164" y="227"/>
                  </a:lnTo>
                  <a:lnTo>
                    <a:pt x="169" y="224"/>
                  </a:lnTo>
                  <a:lnTo>
                    <a:pt x="173" y="220"/>
                  </a:lnTo>
                  <a:lnTo>
                    <a:pt x="173" y="220"/>
                  </a:lnTo>
                  <a:lnTo>
                    <a:pt x="176" y="217"/>
                  </a:lnTo>
                  <a:lnTo>
                    <a:pt x="176" y="210"/>
                  </a:lnTo>
                  <a:lnTo>
                    <a:pt x="176" y="199"/>
                  </a:lnTo>
                  <a:lnTo>
                    <a:pt x="174" y="190"/>
                  </a:lnTo>
                  <a:lnTo>
                    <a:pt x="174" y="185"/>
                  </a:lnTo>
                  <a:lnTo>
                    <a:pt x="174" y="185"/>
                  </a:lnTo>
                  <a:lnTo>
                    <a:pt x="173" y="185"/>
                  </a:lnTo>
                  <a:lnTo>
                    <a:pt x="173" y="185"/>
                  </a:lnTo>
                  <a:lnTo>
                    <a:pt x="173" y="183"/>
                  </a:lnTo>
                  <a:lnTo>
                    <a:pt x="173" y="183"/>
                  </a:lnTo>
                  <a:lnTo>
                    <a:pt x="171" y="173"/>
                  </a:lnTo>
                  <a:lnTo>
                    <a:pt x="171" y="162"/>
                  </a:lnTo>
                  <a:lnTo>
                    <a:pt x="173" y="150"/>
                  </a:lnTo>
                  <a:lnTo>
                    <a:pt x="176" y="138"/>
                  </a:lnTo>
                  <a:lnTo>
                    <a:pt x="176" y="138"/>
                  </a:lnTo>
                  <a:lnTo>
                    <a:pt x="181" y="131"/>
                  </a:lnTo>
                  <a:lnTo>
                    <a:pt x="183" y="131"/>
                  </a:lnTo>
                  <a:lnTo>
                    <a:pt x="187" y="131"/>
                  </a:lnTo>
                  <a:lnTo>
                    <a:pt x="194" y="138"/>
                  </a:lnTo>
                  <a:lnTo>
                    <a:pt x="211" y="148"/>
                  </a:lnTo>
                  <a:lnTo>
                    <a:pt x="211" y="148"/>
                  </a:lnTo>
                  <a:lnTo>
                    <a:pt x="225" y="157"/>
                  </a:lnTo>
                  <a:lnTo>
                    <a:pt x="231" y="159"/>
                  </a:lnTo>
                  <a:lnTo>
                    <a:pt x="232" y="159"/>
                  </a:lnTo>
                  <a:lnTo>
                    <a:pt x="234" y="157"/>
                  </a:lnTo>
                  <a:lnTo>
                    <a:pt x="234" y="155"/>
                  </a:lnTo>
                  <a:lnTo>
                    <a:pt x="231" y="148"/>
                  </a:lnTo>
                  <a:close/>
                </a:path>
              </a:pathLst>
            </a:custGeom>
            <a:solidFill>
              <a:srgbClr val="FFE9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9" name="Freeform 140"/>
            <p:cNvSpPr>
              <a:spLocks/>
            </p:cNvSpPr>
            <p:nvPr/>
          </p:nvSpPr>
          <p:spPr bwMode="auto">
            <a:xfrm>
              <a:off x="8564563" y="3963988"/>
              <a:ext cx="371475" cy="382588"/>
            </a:xfrm>
            <a:custGeom>
              <a:avLst/>
              <a:gdLst>
                <a:gd name="T0" fmla="*/ 231 w 234"/>
                <a:gd name="T1" fmla="*/ 148 h 241"/>
                <a:gd name="T2" fmla="*/ 215 w 234"/>
                <a:gd name="T3" fmla="*/ 123 h 241"/>
                <a:gd name="T4" fmla="*/ 194 w 234"/>
                <a:gd name="T5" fmla="*/ 88 h 241"/>
                <a:gd name="T6" fmla="*/ 188 w 234"/>
                <a:gd name="T7" fmla="*/ 80 h 241"/>
                <a:gd name="T8" fmla="*/ 167 w 234"/>
                <a:gd name="T9" fmla="*/ 60 h 241"/>
                <a:gd name="T10" fmla="*/ 152 w 234"/>
                <a:gd name="T11" fmla="*/ 51 h 241"/>
                <a:gd name="T12" fmla="*/ 152 w 234"/>
                <a:gd name="T13" fmla="*/ 51 h 241"/>
                <a:gd name="T14" fmla="*/ 139 w 234"/>
                <a:gd name="T15" fmla="*/ 43 h 241"/>
                <a:gd name="T16" fmla="*/ 127 w 234"/>
                <a:gd name="T17" fmla="*/ 30 h 241"/>
                <a:gd name="T18" fmla="*/ 120 w 234"/>
                <a:gd name="T19" fmla="*/ 18 h 241"/>
                <a:gd name="T20" fmla="*/ 115 w 234"/>
                <a:gd name="T21" fmla="*/ 0 h 241"/>
                <a:gd name="T22" fmla="*/ 2 w 234"/>
                <a:gd name="T23" fmla="*/ 0 h 241"/>
                <a:gd name="T24" fmla="*/ 0 w 234"/>
                <a:gd name="T25" fmla="*/ 87 h 241"/>
                <a:gd name="T26" fmla="*/ 2 w 234"/>
                <a:gd name="T27" fmla="*/ 131 h 241"/>
                <a:gd name="T28" fmla="*/ 7 w 234"/>
                <a:gd name="T29" fmla="*/ 197 h 241"/>
                <a:gd name="T30" fmla="*/ 13 w 234"/>
                <a:gd name="T31" fmla="*/ 218 h 241"/>
                <a:gd name="T32" fmla="*/ 23 w 234"/>
                <a:gd name="T33" fmla="*/ 234 h 241"/>
                <a:gd name="T34" fmla="*/ 28 w 234"/>
                <a:gd name="T35" fmla="*/ 238 h 241"/>
                <a:gd name="T36" fmla="*/ 37 w 234"/>
                <a:gd name="T37" fmla="*/ 239 h 241"/>
                <a:gd name="T38" fmla="*/ 46 w 234"/>
                <a:gd name="T39" fmla="*/ 232 h 241"/>
                <a:gd name="T40" fmla="*/ 48 w 234"/>
                <a:gd name="T41" fmla="*/ 229 h 241"/>
                <a:gd name="T42" fmla="*/ 62 w 234"/>
                <a:gd name="T43" fmla="*/ 239 h 241"/>
                <a:gd name="T44" fmla="*/ 76 w 234"/>
                <a:gd name="T45" fmla="*/ 241 h 241"/>
                <a:gd name="T46" fmla="*/ 88 w 234"/>
                <a:gd name="T47" fmla="*/ 236 h 241"/>
                <a:gd name="T48" fmla="*/ 97 w 234"/>
                <a:gd name="T49" fmla="*/ 239 h 241"/>
                <a:gd name="T50" fmla="*/ 115 w 234"/>
                <a:gd name="T51" fmla="*/ 239 h 241"/>
                <a:gd name="T52" fmla="*/ 134 w 234"/>
                <a:gd name="T53" fmla="*/ 231 h 241"/>
                <a:gd name="T54" fmla="*/ 139 w 234"/>
                <a:gd name="T55" fmla="*/ 227 h 241"/>
                <a:gd name="T56" fmla="*/ 152 w 234"/>
                <a:gd name="T57" fmla="*/ 229 h 241"/>
                <a:gd name="T58" fmla="*/ 169 w 234"/>
                <a:gd name="T59" fmla="*/ 224 h 241"/>
                <a:gd name="T60" fmla="*/ 173 w 234"/>
                <a:gd name="T61" fmla="*/ 220 h 241"/>
                <a:gd name="T62" fmla="*/ 176 w 234"/>
                <a:gd name="T63" fmla="*/ 210 h 241"/>
                <a:gd name="T64" fmla="*/ 174 w 234"/>
                <a:gd name="T65" fmla="*/ 190 h 241"/>
                <a:gd name="T66" fmla="*/ 174 w 234"/>
                <a:gd name="T67" fmla="*/ 185 h 241"/>
                <a:gd name="T68" fmla="*/ 173 w 234"/>
                <a:gd name="T69" fmla="*/ 185 h 241"/>
                <a:gd name="T70" fmla="*/ 173 w 234"/>
                <a:gd name="T71" fmla="*/ 183 h 241"/>
                <a:gd name="T72" fmla="*/ 171 w 234"/>
                <a:gd name="T73" fmla="*/ 162 h 241"/>
                <a:gd name="T74" fmla="*/ 176 w 234"/>
                <a:gd name="T75" fmla="*/ 138 h 241"/>
                <a:gd name="T76" fmla="*/ 181 w 234"/>
                <a:gd name="T77" fmla="*/ 131 h 241"/>
                <a:gd name="T78" fmla="*/ 187 w 234"/>
                <a:gd name="T79" fmla="*/ 131 h 241"/>
                <a:gd name="T80" fmla="*/ 211 w 234"/>
                <a:gd name="T81" fmla="*/ 148 h 241"/>
                <a:gd name="T82" fmla="*/ 225 w 234"/>
                <a:gd name="T83" fmla="*/ 157 h 241"/>
                <a:gd name="T84" fmla="*/ 232 w 234"/>
                <a:gd name="T85" fmla="*/ 159 h 241"/>
                <a:gd name="T86" fmla="*/ 234 w 234"/>
                <a:gd name="T87" fmla="*/ 15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 h="241">
                  <a:moveTo>
                    <a:pt x="231" y="148"/>
                  </a:moveTo>
                  <a:lnTo>
                    <a:pt x="231" y="148"/>
                  </a:lnTo>
                  <a:lnTo>
                    <a:pt x="225" y="138"/>
                  </a:lnTo>
                  <a:lnTo>
                    <a:pt x="215" y="123"/>
                  </a:lnTo>
                  <a:lnTo>
                    <a:pt x="204" y="108"/>
                  </a:lnTo>
                  <a:lnTo>
                    <a:pt x="194" y="88"/>
                  </a:lnTo>
                  <a:lnTo>
                    <a:pt x="194" y="88"/>
                  </a:lnTo>
                  <a:lnTo>
                    <a:pt x="188" y="80"/>
                  </a:lnTo>
                  <a:lnTo>
                    <a:pt x="181" y="71"/>
                  </a:lnTo>
                  <a:lnTo>
                    <a:pt x="167" y="60"/>
                  </a:lnTo>
                  <a:lnTo>
                    <a:pt x="157" y="53"/>
                  </a:lnTo>
                  <a:lnTo>
                    <a:pt x="152" y="51"/>
                  </a:lnTo>
                  <a:lnTo>
                    <a:pt x="152" y="51"/>
                  </a:lnTo>
                  <a:lnTo>
                    <a:pt x="152" y="51"/>
                  </a:lnTo>
                  <a:lnTo>
                    <a:pt x="139" y="43"/>
                  </a:lnTo>
                  <a:lnTo>
                    <a:pt x="139" y="43"/>
                  </a:lnTo>
                  <a:lnTo>
                    <a:pt x="132" y="37"/>
                  </a:lnTo>
                  <a:lnTo>
                    <a:pt x="127" y="30"/>
                  </a:lnTo>
                  <a:lnTo>
                    <a:pt x="122" y="23"/>
                  </a:lnTo>
                  <a:lnTo>
                    <a:pt x="120" y="18"/>
                  </a:lnTo>
                  <a:lnTo>
                    <a:pt x="116" y="6"/>
                  </a:lnTo>
                  <a:lnTo>
                    <a:pt x="115" y="0"/>
                  </a:lnTo>
                  <a:lnTo>
                    <a:pt x="2" y="0"/>
                  </a:lnTo>
                  <a:lnTo>
                    <a:pt x="2" y="0"/>
                  </a:lnTo>
                  <a:lnTo>
                    <a:pt x="0" y="44"/>
                  </a:lnTo>
                  <a:lnTo>
                    <a:pt x="0" y="87"/>
                  </a:lnTo>
                  <a:lnTo>
                    <a:pt x="2" y="131"/>
                  </a:lnTo>
                  <a:lnTo>
                    <a:pt x="2" y="131"/>
                  </a:lnTo>
                  <a:lnTo>
                    <a:pt x="4" y="167"/>
                  </a:lnTo>
                  <a:lnTo>
                    <a:pt x="7" y="197"/>
                  </a:lnTo>
                  <a:lnTo>
                    <a:pt x="9" y="208"/>
                  </a:lnTo>
                  <a:lnTo>
                    <a:pt x="13" y="218"/>
                  </a:lnTo>
                  <a:lnTo>
                    <a:pt x="18" y="227"/>
                  </a:lnTo>
                  <a:lnTo>
                    <a:pt x="23" y="234"/>
                  </a:lnTo>
                  <a:lnTo>
                    <a:pt x="23" y="234"/>
                  </a:lnTo>
                  <a:lnTo>
                    <a:pt x="28" y="238"/>
                  </a:lnTo>
                  <a:lnTo>
                    <a:pt x="34" y="239"/>
                  </a:lnTo>
                  <a:lnTo>
                    <a:pt x="37" y="239"/>
                  </a:lnTo>
                  <a:lnTo>
                    <a:pt x="43" y="238"/>
                  </a:lnTo>
                  <a:lnTo>
                    <a:pt x="46" y="232"/>
                  </a:lnTo>
                  <a:lnTo>
                    <a:pt x="48" y="229"/>
                  </a:lnTo>
                  <a:lnTo>
                    <a:pt x="48" y="229"/>
                  </a:lnTo>
                  <a:lnTo>
                    <a:pt x="55" y="236"/>
                  </a:lnTo>
                  <a:lnTo>
                    <a:pt x="62" y="239"/>
                  </a:lnTo>
                  <a:lnTo>
                    <a:pt x="69" y="241"/>
                  </a:lnTo>
                  <a:lnTo>
                    <a:pt x="76" y="241"/>
                  </a:lnTo>
                  <a:lnTo>
                    <a:pt x="85" y="238"/>
                  </a:lnTo>
                  <a:lnTo>
                    <a:pt x="88" y="236"/>
                  </a:lnTo>
                  <a:lnTo>
                    <a:pt x="88" y="236"/>
                  </a:lnTo>
                  <a:lnTo>
                    <a:pt x="97" y="239"/>
                  </a:lnTo>
                  <a:lnTo>
                    <a:pt x="106" y="241"/>
                  </a:lnTo>
                  <a:lnTo>
                    <a:pt x="115" y="239"/>
                  </a:lnTo>
                  <a:lnTo>
                    <a:pt x="123" y="238"/>
                  </a:lnTo>
                  <a:lnTo>
                    <a:pt x="134" y="231"/>
                  </a:lnTo>
                  <a:lnTo>
                    <a:pt x="139" y="227"/>
                  </a:lnTo>
                  <a:lnTo>
                    <a:pt x="139" y="227"/>
                  </a:lnTo>
                  <a:lnTo>
                    <a:pt x="143" y="227"/>
                  </a:lnTo>
                  <a:lnTo>
                    <a:pt x="152" y="229"/>
                  </a:lnTo>
                  <a:lnTo>
                    <a:pt x="164" y="227"/>
                  </a:lnTo>
                  <a:lnTo>
                    <a:pt x="169" y="224"/>
                  </a:lnTo>
                  <a:lnTo>
                    <a:pt x="173" y="220"/>
                  </a:lnTo>
                  <a:lnTo>
                    <a:pt x="173" y="220"/>
                  </a:lnTo>
                  <a:lnTo>
                    <a:pt x="176" y="217"/>
                  </a:lnTo>
                  <a:lnTo>
                    <a:pt x="176" y="210"/>
                  </a:lnTo>
                  <a:lnTo>
                    <a:pt x="176" y="199"/>
                  </a:lnTo>
                  <a:lnTo>
                    <a:pt x="174" y="190"/>
                  </a:lnTo>
                  <a:lnTo>
                    <a:pt x="174" y="185"/>
                  </a:lnTo>
                  <a:lnTo>
                    <a:pt x="174" y="185"/>
                  </a:lnTo>
                  <a:lnTo>
                    <a:pt x="173" y="185"/>
                  </a:lnTo>
                  <a:lnTo>
                    <a:pt x="173" y="185"/>
                  </a:lnTo>
                  <a:lnTo>
                    <a:pt x="173" y="183"/>
                  </a:lnTo>
                  <a:lnTo>
                    <a:pt x="173" y="183"/>
                  </a:lnTo>
                  <a:lnTo>
                    <a:pt x="171" y="173"/>
                  </a:lnTo>
                  <a:lnTo>
                    <a:pt x="171" y="162"/>
                  </a:lnTo>
                  <a:lnTo>
                    <a:pt x="173" y="150"/>
                  </a:lnTo>
                  <a:lnTo>
                    <a:pt x="176" y="138"/>
                  </a:lnTo>
                  <a:lnTo>
                    <a:pt x="176" y="138"/>
                  </a:lnTo>
                  <a:lnTo>
                    <a:pt x="181" y="131"/>
                  </a:lnTo>
                  <a:lnTo>
                    <a:pt x="183" y="131"/>
                  </a:lnTo>
                  <a:lnTo>
                    <a:pt x="187" y="131"/>
                  </a:lnTo>
                  <a:lnTo>
                    <a:pt x="194" y="138"/>
                  </a:lnTo>
                  <a:lnTo>
                    <a:pt x="211" y="148"/>
                  </a:lnTo>
                  <a:lnTo>
                    <a:pt x="211" y="148"/>
                  </a:lnTo>
                  <a:lnTo>
                    <a:pt x="225" y="157"/>
                  </a:lnTo>
                  <a:lnTo>
                    <a:pt x="231" y="159"/>
                  </a:lnTo>
                  <a:lnTo>
                    <a:pt x="232" y="159"/>
                  </a:lnTo>
                  <a:lnTo>
                    <a:pt x="234" y="157"/>
                  </a:lnTo>
                  <a:lnTo>
                    <a:pt x="234" y="155"/>
                  </a:lnTo>
                  <a:lnTo>
                    <a:pt x="231" y="1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0" name="Freeform 141"/>
            <p:cNvSpPr>
              <a:spLocks/>
            </p:cNvSpPr>
            <p:nvPr/>
          </p:nvSpPr>
          <p:spPr bwMode="auto">
            <a:xfrm>
              <a:off x="8828088" y="125413"/>
              <a:ext cx="1427163" cy="1790700"/>
            </a:xfrm>
            <a:custGeom>
              <a:avLst/>
              <a:gdLst>
                <a:gd name="T0" fmla="*/ 891 w 899"/>
                <a:gd name="T1" fmla="*/ 353 h 1128"/>
                <a:gd name="T2" fmla="*/ 898 w 899"/>
                <a:gd name="T3" fmla="*/ 413 h 1128"/>
                <a:gd name="T4" fmla="*/ 899 w 899"/>
                <a:gd name="T5" fmla="*/ 506 h 1128"/>
                <a:gd name="T6" fmla="*/ 892 w 899"/>
                <a:gd name="T7" fmla="*/ 626 h 1128"/>
                <a:gd name="T8" fmla="*/ 882 w 899"/>
                <a:gd name="T9" fmla="*/ 693 h 1128"/>
                <a:gd name="T10" fmla="*/ 868 w 899"/>
                <a:gd name="T11" fmla="*/ 759 h 1128"/>
                <a:gd name="T12" fmla="*/ 845 w 899"/>
                <a:gd name="T13" fmla="*/ 826 h 1128"/>
                <a:gd name="T14" fmla="*/ 815 w 899"/>
                <a:gd name="T15" fmla="*/ 891 h 1128"/>
                <a:gd name="T16" fmla="*/ 778 w 899"/>
                <a:gd name="T17" fmla="*/ 953 h 1128"/>
                <a:gd name="T18" fmla="*/ 731 w 899"/>
                <a:gd name="T19" fmla="*/ 1009 h 1128"/>
                <a:gd name="T20" fmla="*/ 673 w 899"/>
                <a:gd name="T21" fmla="*/ 1058 h 1128"/>
                <a:gd name="T22" fmla="*/ 604 w 899"/>
                <a:gd name="T23" fmla="*/ 1099 h 1128"/>
                <a:gd name="T24" fmla="*/ 523 w 899"/>
                <a:gd name="T25" fmla="*/ 1128 h 1128"/>
                <a:gd name="T26" fmla="*/ 513 w 899"/>
                <a:gd name="T27" fmla="*/ 1128 h 1128"/>
                <a:gd name="T28" fmla="*/ 462 w 899"/>
                <a:gd name="T29" fmla="*/ 1118 h 1128"/>
                <a:gd name="T30" fmla="*/ 413 w 899"/>
                <a:gd name="T31" fmla="*/ 1100 h 1128"/>
                <a:gd name="T32" fmla="*/ 353 w 899"/>
                <a:gd name="T33" fmla="*/ 1070 h 1128"/>
                <a:gd name="T34" fmla="*/ 288 w 899"/>
                <a:gd name="T35" fmla="*/ 1023 h 1128"/>
                <a:gd name="T36" fmla="*/ 239 w 899"/>
                <a:gd name="T37" fmla="*/ 974 h 1128"/>
                <a:gd name="T38" fmla="*/ 205 w 899"/>
                <a:gd name="T39" fmla="*/ 935 h 1128"/>
                <a:gd name="T40" fmla="*/ 174 w 899"/>
                <a:gd name="T41" fmla="*/ 889 h 1128"/>
                <a:gd name="T42" fmla="*/ 144 w 899"/>
                <a:gd name="T43" fmla="*/ 837 h 1128"/>
                <a:gd name="T44" fmla="*/ 130 w 899"/>
                <a:gd name="T45" fmla="*/ 807 h 1128"/>
                <a:gd name="T46" fmla="*/ 109 w 899"/>
                <a:gd name="T47" fmla="*/ 800 h 1128"/>
                <a:gd name="T48" fmla="*/ 77 w 899"/>
                <a:gd name="T49" fmla="*/ 784 h 1128"/>
                <a:gd name="T50" fmla="*/ 54 w 899"/>
                <a:gd name="T51" fmla="*/ 765 h 1128"/>
                <a:gd name="T52" fmla="*/ 31 w 899"/>
                <a:gd name="T53" fmla="*/ 738 h 1128"/>
                <a:gd name="T54" fmla="*/ 12 w 899"/>
                <a:gd name="T55" fmla="*/ 705 h 1128"/>
                <a:gd name="T56" fmla="*/ 1 w 899"/>
                <a:gd name="T57" fmla="*/ 661 h 1128"/>
                <a:gd name="T58" fmla="*/ 0 w 899"/>
                <a:gd name="T59" fmla="*/ 636 h 1128"/>
                <a:gd name="T60" fmla="*/ 1 w 899"/>
                <a:gd name="T61" fmla="*/ 591 h 1128"/>
                <a:gd name="T62" fmla="*/ 14 w 899"/>
                <a:gd name="T63" fmla="*/ 562 h 1128"/>
                <a:gd name="T64" fmla="*/ 29 w 899"/>
                <a:gd name="T65" fmla="*/ 545 h 1128"/>
                <a:gd name="T66" fmla="*/ 49 w 899"/>
                <a:gd name="T67" fmla="*/ 538 h 1128"/>
                <a:gd name="T68" fmla="*/ 68 w 899"/>
                <a:gd name="T69" fmla="*/ 538 h 1128"/>
                <a:gd name="T70" fmla="*/ 98 w 899"/>
                <a:gd name="T71" fmla="*/ 547 h 1128"/>
                <a:gd name="T72" fmla="*/ 103 w 899"/>
                <a:gd name="T73" fmla="*/ 548 h 1128"/>
                <a:gd name="T74" fmla="*/ 94 w 899"/>
                <a:gd name="T75" fmla="*/ 487 h 1128"/>
                <a:gd name="T76" fmla="*/ 87 w 899"/>
                <a:gd name="T77" fmla="*/ 387 h 1128"/>
                <a:gd name="T78" fmla="*/ 89 w 899"/>
                <a:gd name="T79" fmla="*/ 306 h 1128"/>
                <a:gd name="T80" fmla="*/ 98 w 899"/>
                <a:gd name="T81" fmla="*/ 227 h 1128"/>
                <a:gd name="T82" fmla="*/ 117 w 899"/>
                <a:gd name="T83" fmla="*/ 153 h 1128"/>
                <a:gd name="T84" fmla="*/ 131 w 899"/>
                <a:gd name="T85" fmla="*/ 121 h 1128"/>
                <a:gd name="T86" fmla="*/ 151 w 899"/>
                <a:gd name="T87" fmla="*/ 95 h 1128"/>
                <a:gd name="T88" fmla="*/ 174 w 899"/>
                <a:gd name="T89" fmla="*/ 74 h 1128"/>
                <a:gd name="T90" fmla="*/ 188 w 899"/>
                <a:gd name="T91" fmla="*/ 65 h 1128"/>
                <a:gd name="T92" fmla="*/ 221 w 899"/>
                <a:gd name="T93" fmla="*/ 48 h 1128"/>
                <a:gd name="T94" fmla="*/ 286 w 899"/>
                <a:gd name="T95" fmla="*/ 25 h 1128"/>
                <a:gd name="T96" fmla="*/ 365 w 899"/>
                <a:gd name="T97" fmla="*/ 9 h 1128"/>
                <a:gd name="T98" fmla="*/ 421 w 899"/>
                <a:gd name="T99" fmla="*/ 2 h 1128"/>
                <a:gd name="T100" fmla="*/ 481 w 899"/>
                <a:gd name="T101" fmla="*/ 0 h 1128"/>
                <a:gd name="T102" fmla="*/ 541 w 899"/>
                <a:gd name="T103" fmla="*/ 4 h 1128"/>
                <a:gd name="T104" fmla="*/ 601 w 899"/>
                <a:gd name="T105" fmla="*/ 12 h 1128"/>
                <a:gd name="T106" fmla="*/ 657 w 899"/>
                <a:gd name="T107" fmla="*/ 28 h 1128"/>
                <a:gd name="T108" fmla="*/ 711 w 899"/>
                <a:gd name="T109" fmla="*/ 53 h 1128"/>
                <a:gd name="T110" fmla="*/ 762 w 899"/>
                <a:gd name="T111" fmla="*/ 84 h 1128"/>
                <a:gd name="T112" fmla="*/ 806 w 899"/>
                <a:gd name="T113" fmla="*/ 125 h 1128"/>
                <a:gd name="T114" fmla="*/ 841 w 899"/>
                <a:gd name="T115" fmla="*/ 176 h 1128"/>
                <a:gd name="T116" fmla="*/ 870 w 899"/>
                <a:gd name="T117" fmla="*/ 239 h 1128"/>
                <a:gd name="T118" fmla="*/ 887 w 899"/>
                <a:gd name="T119" fmla="*/ 311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99" h="1128">
                  <a:moveTo>
                    <a:pt x="891" y="353"/>
                  </a:moveTo>
                  <a:lnTo>
                    <a:pt x="891" y="353"/>
                  </a:lnTo>
                  <a:lnTo>
                    <a:pt x="894" y="381"/>
                  </a:lnTo>
                  <a:lnTo>
                    <a:pt x="898" y="413"/>
                  </a:lnTo>
                  <a:lnTo>
                    <a:pt x="899" y="455"/>
                  </a:lnTo>
                  <a:lnTo>
                    <a:pt x="899" y="506"/>
                  </a:lnTo>
                  <a:lnTo>
                    <a:pt x="898" y="564"/>
                  </a:lnTo>
                  <a:lnTo>
                    <a:pt x="892" y="626"/>
                  </a:lnTo>
                  <a:lnTo>
                    <a:pt x="889" y="659"/>
                  </a:lnTo>
                  <a:lnTo>
                    <a:pt x="882" y="693"/>
                  </a:lnTo>
                  <a:lnTo>
                    <a:pt x="875" y="726"/>
                  </a:lnTo>
                  <a:lnTo>
                    <a:pt x="868" y="759"/>
                  </a:lnTo>
                  <a:lnTo>
                    <a:pt x="857" y="793"/>
                  </a:lnTo>
                  <a:lnTo>
                    <a:pt x="845" y="826"/>
                  </a:lnTo>
                  <a:lnTo>
                    <a:pt x="831" y="858"/>
                  </a:lnTo>
                  <a:lnTo>
                    <a:pt x="815" y="891"/>
                  </a:lnTo>
                  <a:lnTo>
                    <a:pt x="797" y="923"/>
                  </a:lnTo>
                  <a:lnTo>
                    <a:pt x="778" y="953"/>
                  </a:lnTo>
                  <a:lnTo>
                    <a:pt x="755" y="981"/>
                  </a:lnTo>
                  <a:lnTo>
                    <a:pt x="731" y="1009"/>
                  </a:lnTo>
                  <a:lnTo>
                    <a:pt x="703" y="1034"/>
                  </a:lnTo>
                  <a:lnTo>
                    <a:pt x="673" y="1058"/>
                  </a:lnTo>
                  <a:lnTo>
                    <a:pt x="641" y="1079"/>
                  </a:lnTo>
                  <a:lnTo>
                    <a:pt x="604" y="1099"/>
                  </a:lnTo>
                  <a:lnTo>
                    <a:pt x="565" y="1114"/>
                  </a:lnTo>
                  <a:lnTo>
                    <a:pt x="523" y="1128"/>
                  </a:lnTo>
                  <a:lnTo>
                    <a:pt x="523" y="1128"/>
                  </a:lnTo>
                  <a:lnTo>
                    <a:pt x="513" y="1128"/>
                  </a:lnTo>
                  <a:lnTo>
                    <a:pt x="483" y="1123"/>
                  </a:lnTo>
                  <a:lnTo>
                    <a:pt x="462" y="1118"/>
                  </a:lnTo>
                  <a:lnTo>
                    <a:pt x="439" y="1111"/>
                  </a:lnTo>
                  <a:lnTo>
                    <a:pt x="413" y="1100"/>
                  </a:lnTo>
                  <a:lnTo>
                    <a:pt x="383" y="1088"/>
                  </a:lnTo>
                  <a:lnTo>
                    <a:pt x="353" y="1070"/>
                  </a:lnTo>
                  <a:lnTo>
                    <a:pt x="321" y="1049"/>
                  </a:lnTo>
                  <a:lnTo>
                    <a:pt x="288" y="1023"/>
                  </a:lnTo>
                  <a:lnTo>
                    <a:pt x="254" y="991"/>
                  </a:lnTo>
                  <a:lnTo>
                    <a:pt x="239" y="974"/>
                  </a:lnTo>
                  <a:lnTo>
                    <a:pt x="223" y="956"/>
                  </a:lnTo>
                  <a:lnTo>
                    <a:pt x="205" y="935"/>
                  </a:lnTo>
                  <a:lnTo>
                    <a:pt x="189" y="912"/>
                  </a:lnTo>
                  <a:lnTo>
                    <a:pt x="174" y="889"/>
                  </a:lnTo>
                  <a:lnTo>
                    <a:pt x="158" y="863"/>
                  </a:lnTo>
                  <a:lnTo>
                    <a:pt x="144" y="837"/>
                  </a:lnTo>
                  <a:lnTo>
                    <a:pt x="130" y="807"/>
                  </a:lnTo>
                  <a:lnTo>
                    <a:pt x="130" y="807"/>
                  </a:lnTo>
                  <a:lnTo>
                    <a:pt x="124" y="805"/>
                  </a:lnTo>
                  <a:lnTo>
                    <a:pt x="109" y="800"/>
                  </a:lnTo>
                  <a:lnTo>
                    <a:pt x="89" y="791"/>
                  </a:lnTo>
                  <a:lnTo>
                    <a:pt x="77" y="784"/>
                  </a:lnTo>
                  <a:lnTo>
                    <a:pt x="66" y="775"/>
                  </a:lnTo>
                  <a:lnTo>
                    <a:pt x="54" y="765"/>
                  </a:lnTo>
                  <a:lnTo>
                    <a:pt x="42" y="752"/>
                  </a:lnTo>
                  <a:lnTo>
                    <a:pt x="31" y="738"/>
                  </a:lnTo>
                  <a:lnTo>
                    <a:pt x="21" y="722"/>
                  </a:lnTo>
                  <a:lnTo>
                    <a:pt x="12" y="705"/>
                  </a:lnTo>
                  <a:lnTo>
                    <a:pt x="5" y="684"/>
                  </a:lnTo>
                  <a:lnTo>
                    <a:pt x="1" y="661"/>
                  </a:lnTo>
                  <a:lnTo>
                    <a:pt x="0" y="636"/>
                  </a:lnTo>
                  <a:lnTo>
                    <a:pt x="0" y="636"/>
                  </a:lnTo>
                  <a:lnTo>
                    <a:pt x="0" y="612"/>
                  </a:lnTo>
                  <a:lnTo>
                    <a:pt x="1" y="591"/>
                  </a:lnTo>
                  <a:lnTo>
                    <a:pt x="7" y="575"/>
                  </a:lnTo>
                  <a:lnTo>
                    <a:pt x="14" y="562"/>
                  </a:lnTo>
                  <a:lnTo>
                    <a:pt x="21" y="552"/>
                  </a:lnTo>
                  <a:lnTo>
                    <a:pt x="29" y="545"/>
                  </a:lnTo>
                  <a:lnTo>
                    <a:pt x="38" y="541"/>
                  </a:lnTo>
                  <a:lnTo>
                    <a:pt x="49" y="538"/>
                  </a:lnTo>
                  <a:lnTo>
                    <a:pt x="59" y="538"/>
                  </a:lnTo>
                  <a:lnTo>
                    <a:pt x="68" y="538"/>
                  </a:lnTo>
                  <a:lnTo>
                    <a:pt x="86" y="541"/>
                  </a:lnTo>
                  <a:lnTo>
                    <a:pt x="98" y="547"/>
                  </a:lnTo>
                  <a:lnTo>
                    <a:pt x="103" y="548"/>
                  </a:lnTo>
                  <a:lnTo>
                    <a:pt x="103" y="548"/>
                  </a:lnTo>
                  <a:lnTo>
                    <a:pt x="100" y="531"/>
                  </a:lnTo>
                  <a:lnTo>
                    <a:pt x="94" y="487"/>
                  </a:lnTo>
                  <a:lnTo>
                    <a:pt x="89" y="424"/>
                  </a:lnTo>
                  <a:lnTo>
                    <a:pt x="87" y="387"/>
                  </a:lnTo>
                  <a:lnTo>
                    <a:pt x="87" y="346"/>
                  </a:lnTo>
                  <a:lnTo>
                    <a:pt x="89" y="306"/>
                  </a:lnTo>
                  <a:lnTo>
                    <a:pt x="93" y="265"/>
                  </a:lnTo>
                  <a:lnTo>
                    <a:pt x="98" y="227"/>
                  </a:lnTo>
                  <a:lnTo>
                    <a:pt x="107" y="188"/>
                  </a:lnTo>
                  <a:lnTo>
                    <a:pt x="117" y="153"/>
                  </a:lnTo>
                  <a:lnTo>
                    <a:pt x="124" y="137"/>
                  </a:lnTo>
                  <a:lnTo>
                    <a:pt x="131" y="121"/>
                  </a:lnTo>
                  <a:lnTo>
                    <a:pt x="140" y="107"/>
                  </a:lnTo>
                  <a:lnTo>
                    <a:pt x="151" y="95"/>
                  </a:lnTo>
                  <a:lnTo>
                    <a:pt x="161" y="84"/>
                  </a:lnTo>
                  <a:lnTo>
                    <a:pt x="174" y="74"/>
                  </a:lnTo>
                  <a:lnTo>
                    <a:pt x="174" y="74"/>
                  </a:lnTo>
                  <a:lnTo>
                    <a:pt x="188" y="65"/>
                  </a:lnTo>
                  <a:lnTo>
                    <a:pt x="203" y="56"/>
                  </a:lnTo>
                  <a:lnTo>
                    <a:pt x="221" y="48"/>
                  </a:lnTo>
                  <a:lnTo>
                    <a:pt x="240" y="41"/>
                  </a:lnTo>
                  <a:lnTo>
                    <a:pt x="286" y="25"/>
                  </a:lnTo>
                  <a:lnTo>
                    <a:pt x="337" y="14"/>
                  </a:lnTo>
                  <a:lnTo>
                    <a:pt x="365" y="9"/>
                  </a:lnTo>
                  <a:lnTo>
                    <a:pt x="393" y="5"/>
                  </a:lnTo>
                  <a:lnTo>
                    <a:pt x="421" y="2"/>
                  </a:lnTo>
                  <a:lnTo>
                    <a:pt x="451" y="0"/>
                  </a:lnTo>
                  <a:lnTo>
                    <a:pt x="481" y="0"/>
                  </a:lnTo>
                  <a:lnTo>
                    <a:pt x="511" y="0"/>
                  </a:lnTo>
                  <a:lnTo>
                    <a:pt x="541" y="4"/>
                  </a:lnTo>
                  <a:lnTo>
                    <a:pt x="571" y="7"/>
                  </a:lnTo>
                  <a:lnTo>
                    <a:pt x="601" y="12"/>
                  </a:lnTo>
                  <a:lnTo>
                    <a:pt x="629" y="19"/>
                  </a:lnTo>
                  <a:lnTo>
                    <a:pt x="657" y="28"/>
                  </a:lnTo>
                  <a:lnTo>
                    <a:pt x="685" y="39"/>
                  </a:lnTo>
                  <a:lnTo>
                    <a:pt x="711" y="53"/>
                  </a:lnTo>
                  <a:lnTo>
                    <a:pt x="738" y="67"/>
                  </a:lnTo>
                  <a:lnTo>
                    <a:pt x="762" y="84"/>
                  </a:lnTo>
                  <a:lnTo>
                    <a:pt x="785" y="104"/>
                  </a:lnTo>
                  <a:lnTo>
                    <a:pt x="806" y="125"/>
                  </a:lnTo>
                  <a:lnTo>
                    <a:pt x="824" y="149"/>
                  </a:lnTo>
                  <a:lnTo>
                    <a:pt x="841" y="176"/>
                  </a:lnTo>
                  <a:lnTo>
                    <a:pt x="857" y="206"/>
                  </a:lnTo>
                  <a:lnTo>
                    <a:pt x="870" y="239"/>
                  </a:lnTo>
                  <a:lnTo>
                    <a:pt x="880" y="274"/>
                  </a:lnTo>
                  <a:lnTo>
                    <a:pt x="887" y="311"/>
                  </a:lnTo>
                  <a:lnTo>
                    <a:pt x="891" y="353"/>
                  </a:lnTo>
                  <a:close/>
                </a:path>
              </a:pathLst>
            </a:custGeom>
            <a:solidFill>
              <a:srgbClr val="FFE9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1" name="Freeform 142"/>
            <p:cNvSpPr>
              <a:spLocks/>
            </p:cNvSpPr>
            <p:nvPr/>
          </p:nvSpPr>
          <p:spPr bwMode="auto">
            <a:xfrm>
              <a:off x="8828088" y="125413"/>
              <a:ext cx="1427163" cy="1790700"/>
            </a:xfrm>
            <a:custGeom>
              <a:avLst/>
              <a:gdLst>
                <a:gd name="T0" fmla="*/ 891 w 899"/>
                <a:gd name="T1" fmla="*/ 353 h 1128"/>
                <a:gd name="T2" fmla="*/ 898 w 899"/>
                <a:gd name="T3" fmla="*/ 413 h 1128"/>
                <a:gd name="T4" fmla="*/ 899 w 899"/>
                <a:gd name="T5" fmla="*/ 506 h 1128"/>
                <a:gd name="T6" fmla="*/ 892 w 899"/>
                <a:gd name="T7" fmla="*/ 626 h 1128"/>
                <a:gd name="T8" fmla="*/ 882 w 899"/>
                <a:gd name="T9" fmla="*/ 693 h 1128"/>
                <a:gd name="T10" fmla="*/ 868 w 899"/>
                <a:gd name="T11" fmla="*/ 759 h 1128"/>
                <a:gd name="T12" fmla="*/ 845 w 899"/>
                <a:gd name="T13" fmla="*/ 826 h 1128"/>
                <a:gd name="T14" fmla="*/ 815 w 899"/>
                <a:gd name="T15" fmla="*/ 891 h 1128"/>
                <a:gd name="T16" fmla="*/ 778 w 899"/>
                <a:gd name="T17" fmla="*/ 953 h 1128"/>
                <a:gd name="T18" fmla="*/ 731 w 899"/>
                <a:gd name="T19" fmla="*/ 1009 h 1128"/>
                <a:gd name="T20" fmla="*/ 673 w 899"/>
                <a:gd name="T21" fmla="*/ 1058 h 1128"/>
                <a:gd name="T22" fmla="*/ 604 w 899"/>
                <a:gd name="T23" fmla="*/ 1099 h 1128"/>
                <a:gd name="T24" fmla="*/ 523 w 899"/>
                <a:gd name="T25" fmla="*/ 1128 h 1128"/>
                <a:gd name="T26" fmla="*/ 513 w 899"/>
                <a:gd name="T27" fmla="*/ 1128 h 1128"/>
                <a:gd name="T28" fmla="*/ 462 w 899"/>
                <a:gd name="T29" fmla="*/ 1118 h 1128"/>
                <a:gd name="T30" fmla="*/ 413 w 899"/>
                <a:gd name="T31" fmla="*/ 1100 h 1128"/>
                <a:gd name="T32" fmla="*/ 353 w 899"/>
                <a:gd name="T33" fmla="*/ 1070 h 1128"/>
                <a:gd name="T34" fmla="*/ 288 w 899"/>
                <a:gd name="T35" fmla="*/ 1023 h 1128"/>
                <a:gd name="T36" fmla="*/ 239 w 899"/>
                <a:gd name="T37" fmla="*/ 974 h 1128"/>
                <a:gd name="T38" fmla="*/ 205 w 899"/>
                <a:gd name="T39" fmla="*/ 935 h 1128"/>
                <a:gd name="T40" fmla="*/ 174 w 899"/>
                <a:gd name="T41" fmla="*/ 889 h 1128"/>
                <a:gd name="T42" fmla="*/ 144 w 899"/>
                <a:gd name="T43" fmla="*/ 837 h 1128"/>
                <a:gd name="T44" fmla="*/ 130 w 899"/>
                <a:gd name="T45" fmla="*/ 807 h 1128"/>
                <a:gd name="T46" fmla="*/ 109 w 899"/>
                <a:gd name="T47" fmla="*/ 800 h 1128"/>
                <a:gd name="T48" fmla="*/ 77 w 899"/>
                <a:gd name="T49" fmla="*/ 784 h 1128"/>
                <a:gd name="T50" fmla="*/ 54 w 899"/>
                <a:gd name="T51" fmla="*/ 765 h 1128"/>
                <a:gd name="T52" fmla="*/ 31 w 899"/>
                <a:gd name="T53" fmla="*/ 738 h 1128"/>
                <a:gd name="T54" fmla="*/ 12 w 899"/>
                <a:gd name="T55" fmla="*/ 705 h 1128"/>
                <a:gd name="T56" fmla="*/ 1 w 899"/>
                <a:gd name="T57" fmla="*/ 661 h 1128"/>
                <a:gd name="T58" fmla="*/ 0 w 899"/>
                <a:gd name="T59" fmla="*/ 636 h 1128"/>
                <a:gd name="T60" fmla="*/ 1 w 899"/>
                <a:gd name="T61" fmla="*/ 591 h 1128"/>
                <a:gd name="T62" fmla="*/ 14 w 899"/>
                <a:gd name="T63" fmla="*/ 562 h 1128"/>
                <a:gd name="T64" fmla="*/ 29 w 899"/>
                <a:gd name="T65" fmla="*/ 545 h 1128"/>
                <a:gd name="T66" fmla="*/ 49 w 899"/>
                <a:gd name="T67" fmla="*/ 538 h 1128"/>
                <a:gd name="T68" fmla="*/ 68 w 899"/>
                <a:gd name="T69" fmla="*/ 538 h 1128"/>
                <a:gd name="T70" fmla="*/ 98 w 899"/>
                <a:gd name="T71" fmla="*/ 547 h 1128"/>
                <a:gd name="T72" fmla="*/ 103 w 899"/>
                <a:gd name="T73" fmla="*/ 548 h 1128"/>
                <a:gd name="T74" fmla="*/ 94 w 899"/>
                <a:gd name="T75" fmla="*/ 487 h 1128"/>
                <a:gd name="T76" fmla="*/ 87 w 899"/>
                <a:gd name="T77" fmla="*/ 387 h 1128"/>
                <a:gd name="T78" fmla="*/ 89 w 899"/>
                <a:gd name="T79" fmla="*/ 306 h 1128"/>
                <a:gd name="T80" fmla="*/ 98 w 899"/>
                <a:gd name="T81" fmla="*/ 227 h 1128"/>
                <a:gd name="T82" fmla="*/ 117 w 899"/>
                <a:gd name="T83" fmla="*/ 153 h 1128"/>
                <a:gd name="T84" fmla="*/ 131 w 899"/>
                <a:gd name="T85" fmla="*/ 121 h 1128"/>
                <a:gd name="T86" fmla="*/ 151 w 899"/>
                <a:gd name="T87" fmla="*/ 95 h 1128"/>
                <a:gd name="T88" fmla="*/ 174 w 899"/>
                <a:gd name="T89" fmla="*/ 74 h 1128"/>
                <a:gd name="T90" fmla="*/ 188 w 899"/>
                <a:gd name="T91" fmla="*/ 65 h 1128"/>
                <a:gd name="T92" fmla="*/ 221 w 899"/>
                <a:gd name="T93" fmla="*/ 48 h 1128"/>
                <a:gd name="T94" fmla="*/ 286 w 899"/>
                <a:gd name="T95" fmla="*/ 25 h 1128"/>
                <a:gd name="T96" fmla="*/ 365 w 899"/>
                <a:gd name="T97" fmla="*/ 9 h 1128"/>
                <a:gd name="T98" fmla="*/ 421 w 899"/>
                <a:gd name="T99" fmla="*/ 2 h 1128"/>
                <a:gd name="T100" fmla="*/ 481 w 899"/>
                <a:gd name="T101" fmla="*/ 0 h 1128"/>
                <a:gd name="T102" fmla="*/ 541 w 899"/>
                <a:gd name="T103" fmla="*/ 4 h 1128"/>
                <a:gd name="T104" fmla="*/ 601 w 899"/>
                <a:gd name="T105" fmla="*/ 12 h 1128"/>
                <a:gd name="T106" fmla="*/ 657 w 899"/>
                <a:gd name="T107" fmla="*/ 28 h 1128"/>
                <a:gd name="T108" fmla="*/ 711 w 899"/>
                <a:gd name="T109" fmla="*/ 53 h 1128"/>
                <a:gd name="T110" fmla="*/ 762 w 899"/>
                <a:gd name="T111" fmla="*/ 84 h 1128"/>
                <a:gd name="T112" fmla="*/ 806 w 899"/>
                <a:gd name="T113" fmla="*/ 125 h 1128"/>
                <a:gd name="T114" fmla="*/ 841 w 899"/>
                <a:gd name="T115" fmla="*/ 176 h 1128"/>
                <a:gd name="T116" fmla="*/ 870 w 899"/>
                <a:gd name="T117" fmla="*/ 239 h 1128"/>
                <a:gd name="T118" fmla="*/ 887 w 899"/>
                <a:gd name="T119" fmla="*/ 311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99" h="1128">
                  <a:moveTo>
                    <a:pt x="891" y="353"/>
                  </a:moveTo>
                  <a:lnTo>
                    <a:pt x="891" y="353"/>
                  </a:lnTo>
                  <a:lnTo>
                    <a:pt x="894" y="381"/>
                  </a:lnTo>
                  <a:lnTo>
                    <a:pt x="898" y="413"/>
                  </a:lnTo>
                  <a:lnTo>
                    <a:pt x="899" y="455"/>
                  </a:lnTo>
                  <a:lnTo>
                    <a:pt x="899" y="506"/>
                  </a:lnTo>
                  <a:lnTo>
                    <a:pt x="898" y="564"/>
                  </a:lnTo>
                  <a:lnTo>
                    <a:pt x="892" y="626"/>
                  </a:lnTo>
                  <a:lnTo>
                    <a:pt x="889" y="659"/>
                  </a:lnTo>
                  <a:lnTo>
                    <a:pt x="882" y="693"/>
                  </a:lnTo>
                  <a:lnTo>
                    <a:pt x="875" y="726"/>
                  </a:lnTo>
                  <a:lnTo>
                    <a:pt x="868" y="759"/>
                  </a:lnTo>
                  <a:lnTo>
                    <a:pt x="857" y="793"/>
                  </a:lnTo>
                  <a:lnTo>
                    <a:pt x="845" y="826"/>
                  </a:lnTo>
                  <a:lnTo>
                    <a:pt x="831" y="858"/>
                  </a:lnTo>
                  <a:lnTo>
                    <a:pt x="815" y="891"/>
                  </a:lnTo>
                  <a:lnTo>
                    <a:pt x="797" y="923"/>
                  </a:lnTo>
                  <a:lnTo>
                    <a:pt x="778" y="953"/>
                  </a:lnTo>
                  <a:lnTo>
                    <a:pt x="755" y="981"/>
                  </a:lnTo>
                  <a:lnTo>
                    <a:pt x="731" y="1009"/>
                  </a:lnTo>
                  <a:lnTo>
                    <a:pt x="703" y="1034"/>
                  </a:lnTo>
                  <a:lnTo>
                    <a:pt x="673" y="1058"/>
                  </a:lnTo>
                  <a:lnTo>
                    <a:pt x="641" y="1079"/>
                  </a:lnTo>
                  <a:lnTo>
                    <a:pt x="604" y="1099"/>
                  </a:lnTo>
                  <a:lnTo>
                    <a:pt x="565" y="1114"/>
                  </a:lnTo>
                  <a:lnTo>
                    <a:pt x="523" y="1128"/>
                  </a:lnTo>
                  <a:lnTo>
                    <a:pt x="523" y="1128"/>
                  </a:lnTo>
                  <a:lnTo>
                    <a:pt x="513" y="1128"/>
                  </a:lnTo>
                  <a:lnTo>
                    <a:pt x="483" y="1123"/>
                  </a:lnTo>
                  <a:lnTo>
                    <a:pt x="462" y="1118"/>
                  </a:lnTo>
                  <a:lnTo>
                    <a:pt x="439" y="1111"/>
                  </a:lnTo>
                  <a:lnTo>
                    <a:pt x="413" y="1100"/>
                  </a:lnTo>
                  <a:lnTo>
                    <a:pt x="383" y="1088"/>
                  </a:lnTo>
                  <a:lnTo>
                    <a:pt x="353" y="1070"/>
                  </a:lnTo>
                  <a:lnTo>
                    <a:pt x="321" y="1049"/>
                  </a:lnTo>
                  <a:lnTo>
                    <a:pt x="288" y="1023"/>
                  </a:lnTo>
                  <a:lnTo>
                    <a:pt x="254" y="991"/>
                  </a:lnTo>
                  <a:lnTo>
                    <a:pt x="239" y="974"/>
                  </a:lnTo>
                  <a:lnTo>
                    <a:pt x="223" y="956"/>
                  </a:lnTo>
                  <a:lnTo>
                    <a:pt x="205" y="935"/>
                  </a:lnTo>
                  <a:lnTo>
                    <a:pt x="189" y="912"/>
                  </a:lnTo>
                  <a:lnTo>
                    <a:pt x="174" y="889"/>
                  </a:lnTo>
                  <a:lnTo>
                    <a:pt x="158" y="863"/>
                  </a:lnTo>
                  <a:lnTo>
                    <a:pt x="144" y="837"/>
                  </a:lnTo>
                  <a:lnTo>
                    <a:pt x="130" y="807"/>
                  </a:lnTo>
                  <a:lnTo>
                    <a:pt x="130" y="807"/>
                  </a:lnTo>
                  <a:lnTo>
                    <a:pt x="124" y="805"/>
                  </a:lnTo>
                  <a:lnTo>
                    <a:pt x="109" y="800"/>
                  </a:lnTo>
                  <a:lnTo>
                    <a:pt x="89" y="791"/>
                  </a:lnTo>
                  <a:lnTo>
                    <a:pt x="77" y="784"/>
                  </a:lnTo>
                  <a:lnTo>
                    <a:pt x="66" y="775"/>
                  </a:lnTo>
                  <a:lnTo>
                    <a:pt x="54" y="765"/>
                  </a:lnTo>
                  <a:lnTo>
                    <a:pt x="42" y="752"/>
                  </a:lnTo>
                  <a:lnTo>
                    <a:pt x="31" y="738"/>
                  </a:lnTo>
                  <a:lnTo>
                    <a:pt x="21" y="722"/>
                  </a:lnTo>
                  <a:lnTo>
                    <a:pt x="12" y="705"/>
                  </a:lnTo>
                  <a:lnTo>
                    <a:pt x="5" y="684"/>
                  </a:lnTo>
                  <a:lnTo>
                    <a:pt x="1" y="661"/>
                  </a:lnTo>
                  <a:lnTo>
                    <a:pt x="0" y="636"/>
                  </a:lnTo>
                  <a:lnTo>
                    <a:pt x="0" y="636"/>
                  </a:lnTo>
                  <a:lnTo>
                    <a:pt x="0" y="612"/>
                  </a:lnTo>
                  <a:lnTo>
                    <a:pt x="1" y="591"/>
                  </a:lnTo>
                  <a:lnTo>
                    <a:pt x="7" y="575"/>
                  </a:lnTo>
                  <a:lnTo>
                    <a:pt x="14" y="562"/>
                  </a:lnTo>
                  <a:lnTo>
                    <a:pt x="21" y="552"/>
                  </a:lnTo>
                  <a:lnTo>
                    <a:pt x="29" y="545"/>
                  </a:lnTo>
                  <a:lnTo>
                    <a:pt x="38" y="541"/>
                  </a:lnTo>
                  <a:lnTo>
                    <a:pt x="49" y="538"/>
                  </a:lnTo>
                  <a:lnTo>
                    <a:pt x="59" y="538"/>
                  </a:lnTo>
                  <a:lnTo>
                    <a:pt x="68" y="538"/>
                  </a:lnTo>
                  <a:lnTo>
                    <a:pt x="86" y="541"/>
                  </a:lnTo>
                  <a:lnTo>
                    <a:pt x="98" y="547"/>
                  </a:lnTo>
                  <a:lnTo>
                    <a:pt x="103" y="548"/>
                  </a:lnTo>
                  <a:lnTo>
                    <a:pt x="103" y="548"/>
                  </a:lnTo>
                  <a:lnTo>
                    <a:pt x="100" y="531"/>
                  </a:lnTo>
                  <a:lnTo>
                    <a:pt x="94" y="487"/>
                  </a:lnTo>
                  <a:lnTo>
                    <a:pt x="89" y="424"/>
                  </a:lnTo>
                  <a:lnTo>
                    <a:pt x="87" y="387"/>
                  </a:lnTo>
                  <a:lnTo>
                    <a:pt x="87" y="346"/>
                  </a:lnTo>
                  <a:lnTo>
                    <a:pt x="89" y="306"/>
                  </a:lnTo>
                  <a:lnTo>
                    <a:pt x="93" y="265"/>
                  </a:lnTo>
                  <a:lnTo>
                    <a:pt x="98" y="227"/>
                  </a:lnTo>
                  <a:lnTo>
                    <a:pt x="107" y="188"/>
                  </a:lnTo>
                  <a:lnTo>
                    <a:pt x="117" y="153"/>
                  </a:lnTo>
                  <a:lnTo>
                    <a:pt x="124" y="137"/>
                  </a:lnTo>
                  <a:lnTo>
                    <a:pt x="131" y="121"/>
                  </a:lnTo>
                  <a:lnTo>
                    <a:pt x="140" y="107"/>
                  </a:lnTo>
                  <a:lnTo>
                    <a:pt x="151" y="95"/>
                  </a:lnTo>
                  <a:lnTo>
                    <a:pt x="161" y="84"/>
                  </a:lnTo>
                  <a:lnTo>
                    <a:pt x="174" y="74"/>
                  </a:lnTo>
                  <a:lnTo>
                    <a:pt x="174" y="74"/>
                  </a:lnTo>
                  <a:lnTo>
                    <a:pt x="188" y="65"/>
                  </a:lnTo>
                  <a:lnTo>
                    <a:pt x="203" y="56"/>
                  </a:lnTo>
                  <a:lnTo>
                    <a:pt x="221" y="48"/>
                  </a:lnTo>
                  <a:lnTo>
                    <a:pt x="240" y="41"/>
                  </a:lnTo>
                  <a:lnTo>
                    <a:pt x="286" y="25"/>
                  </a:lnTo>
                  <a:lnTo>
                    <a:pt x="337" y="14"/>
                  </a:lnTo>
                  <a:lnTo>
                    <a:pt x="365" y="9"/>
                  </a:lnTo>
                  <a:lnTo>
                    <a:pt x="393" y="5"/>
                  </a:lnTo>
                  <a:lnTo>
                    <a:pt x="421" y="2"/>
                  </a:lnTo>
                  <a:lnTo>
                    <a:pt x="451" y="0"/>
                  </a:lnTo>
                  <a:lnTo>
                    <a:pt x="481" y="0"/>
                  </a:lnTo>
                  <a:lnTo>
                    <a:pt x="511" y="0"/>
                  </a:lnTo>
                  <a:lnTo>
                    <a:pt x="541" y="4"/>
                  </a:lnTo>
                  <a:lnTo>
                    <a:pt x="571" y="7"/>
                  </a:lnTo>
                  <a:lnTo>
                    <a:pt x="601" y="12"/>
                  </a:lnTo>
                  <a:lnTo>
                    <a:pt x="629" y="19"/>
                  </a:lnTo>
                  <a:lnTo>
                    <a:pt x="657" y="28"/>
                  </a:lnTo>
                  <a:lnTo>
                    <a:pt x="685" y="39"/>
                  </a:lnTo>
                  <a:lnTo>
                    <a:pt x="711" y="53"/>
                  </a:lnTo>
                  <a:lnTo>
                    <a:pt x="738" y="67"/>
                  </a:lnTo>
                  <a:lnTo>
                    <a:pt x="762" y="84"/>
                  </a:lnTo>
                  <a:lnTo>
                    <a:pt x="785" y="104"/>
                  </a:lnTo>
                  <a:lnTo>
                    <a:pt x="806" y="125"/>
                  </a:lnTo>
                  <a:lnTo>
                    <a:pt x="824" y="149"/>
                  </a:lnTo>
                  <a:lnTo>
                    <a:pt x="841" y="176"/>
                  </a:lnTo>
                  <a:lnTo>
                    <a:pt x="857" y="206"/>
                  </a:lnTo>
                  <a:lnTo>
                    <a:pt x="870" y="239"/>
                  </a:lnTo>
                  <a:lnTo>
                    <a:pt x="880" y="274"/>
                  </a:lnTo>
                  <a:lnTo>
                    <a:pt x="887" y="311"/>
                  </a:lnTo>
                  <a:lnTo>
                    <a:pt x="891" y="35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2" name="Freeform 143"/>
            <p:cNvSpPr>
              <a:spLocks/>
            </p:cNvSpPr>
            <p:nvPr/>
          </p:nvSpPr>
          <p:spPr bwMode="auto">
            <a:xfrm>
              <a:off x="8899526" y="1076325"/>
              <a:ext cx="131763" cy="252413"/>
            </a:xfrm>
            <a:custGeom>
              <a:avLst/>
              <a:gdLst>
                <a:gd name="T0" fmla="*/ 7 w 83"/>
                <a:gd name="T1" fmla="*/ 67 h 159"/>
                <a:gd name="T2" fmla="*/ 2 w 83"/>
                <a:gd name="T3" fmla="*/ 48 h 159"/>
                <a:gd name="T4" fmla="*/ 0 w 83"/>
                <a:gd name="T5" fmla="*/ 25 h 159"/>
                <a:gd name="T6" fmla="*/ 6 w 83"/>
                <a:gd name="T7" fmla="*/ 9 h 159"/>
                <a:gd name="T8" fmla="*/ 16 w 83"/>
                <a:gd name="T9" fmla="*/ 2 h 159"/>
                <a:gd name="T10" fmla="*/ 21 w 83"/>
                <a:gd name="T11" fmla="*/ 0 h 159"/>
                <a:gd name="T12" fmla="*/ 35 w 83"/>
                <a:gd name="T13" fmla="*/ 2 h 159"/>
                <a:gd name="T14" fmla="*/ 44 w 83"/>
                <a:gd name="T15" fmla="*/ 13 h 159"/>
                <a:gd name="T16" fmla="*/ 58 w 83"/>
                <a:gd name="T17" fmla="*/ 46 h 159"/>
                <a:gd name="T18" fmla="*/ 65 w 83"/>
                <a:gd name="T19" fmla="*/ 81 h 159"/>
                <a:gd name="T20" fmla="*/ 67 w 83"/>
                <a:gd name="T21" fmla="*/ 99 h 159"/>
                <a:gd name="T22" fmla="*/ 53 w 83"/>
                <a:gd name="T23" fmla="*/ 88 h 159"/>
                <a:gd name="T24" fmla="*/ 42 w 83"/>
                <a:gd name="T25" fmla="*/ 87 h 159"/>
                <a:gd name="T26" fmla="*/ 34 w 83"/>
                <a:gd name="T27" fmla="*/ 94 h 159"/>
                <a:gd name="T28" fmla="*/ 32 w 83"/>
                <a:gd name="T29" fmla="*/ 97 h 159"/>
                <a:gd name="T30" fmla="*/ 37 w 83"/>
                <a:gd name="T31" fmla="*/ 113 h 159"/>
                <a:gd name="T32" fmla="*/ 55 w 83"/>
                <a:gd name="T33" fmla="*/ 134 h 159"/>
                <a:gd name="T34" fmla="*/ 83 w 83"/>
                <a:gd name="T35" fmla="*/ 159 h 159"/>
                <a:gd name="T36" fmla="*/ 72 w 83"/>
                <a:gd name="T37" fmla="*/ 153 h 159"/>
                <a:gd name="T38" fmla="*/ 39 w 83"/>
                <a:gd name="T39" fmla="*/ 132 h 159"/>
                <a:gd name="T40" fmla="*/ 21 w 83"/>
                <a:gd name="T41" fmla="*/ 111 h 159"/>
                <a:gd name="T42" fmla="*/ 20 w 83"/>
                <a:gd name="T43" fmla="*/ 101 h 159"/>
                <a:gd name="T44" fmla="*/ 23 w 83"/>
                <a:gd name="T45" fmla="*/ 90 h 159"/>
                <a:gd name="T46" fmla="*/ 32 w 83"/>
                <a:gd name="T47" fmla="*/ 79 h 159"/>
                <a:gd name="T48" fmla="*/ 48 w 83"/>
                <a:gd name="T49" fmla="*/ 76 h 159"/>
                <a:gd name="T50" fmla="*/ 51 w 83"/>
                <a:gd name="T51" fmla="*/ 76 h 159"/>
                <a:gd name="T52" fmla="*/ 48 w 83"/>
                <a:gd name="T53" fmla="*/ 44 h 159"/>
                <a:gd name="T54" fmla="*/ 39 w 83"/>
                <a:gd name="T55" fmla="*/ 21 h 159"/>
                <a:gd name="T56" fmla="*/ 30 w 83"/>
                <a:gd name="T57" fmla="*/ 13 h 159"/>
                <a:gd name="T58" fmla="*/ 27 w 83"/>
                <a:gd name="T59" fmla="*/ 13 h 159"/>
                <a:gd name="T60" fmla="*/ 20 w 83"/>
                <a:gd name="T61" fmla="*/ 14 h 159"/>
                <a:gd name="T62" fmla="*/ 11 w 83"/>
                <a:gd name="T63" fmla="*/ 30 h 159"/>
                <a:gd name="T64" fmla="*/ 7 w 83"/>
                <a:gd name="T65" fmla="*/ 5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159">
                  <a:moveTo>
                    <a:pt x="7" y="67"/>
                  </a:moveTo>
                  <a:lnTo>
                    <a:pt x="7" y="67"/>
                  </a:lnTo>
                  <a:lnTo>
                    <a:pt x="4" y="57"/>
                  </a:lnTo>
                  <a:lnTo>
                    <a:pt x="2" y="48"/>
                  </a:lnTo>
                  <a:lnTo>
                    <a:pt x="0" y="37"/>
                  </a:lnTo>
                  <a:lnTo>
                    <a:pt x="0" y="25"/>
                  </a:lnTo>
                  <a:lnTo>
                    <a:pt x="4" y="14"/>
                  </a:lnTo>
                  <a:lnTo>
                    <a:pt x="6" y="9"/>
                  </a:lnTo>
                  <a:lnTo>
                    <a:pt x="11" y="6"/>
                  </a:lnTo>
                  <a:lnTo>
                    <a:pt x="16" y="2"/>
                  </a:lnTo>
                  <a:lnTo>
                    <a:pt x="21" y="0"/>
                  </a:lnTo>
                  <a:lnTo>
                    <a:pt x="21" y="0"/>
                  </a:lnTo>
                  <a:lnTo>
                    <a:pt x="28" y="0"/>
                  </a:lnTo>
                  <a:lnTo>
                    <a:pt x="35" y="2"/>
                  </a:lnTo>
                  <a:lnTo>
                    <a:pt x="41" y="7"/>
                  </a:lnTo>
                  <a:lnTo>
                    <a:pt x="44" y="13"/>
                  </a:lnTo>
                  <a:lnTo>
                    <a:pt x="53" y="29"/>
                  </a:lnTo>
                  <a:lnTo>
                    <a:pt x="58" y="46"/>
                  </a:lnTo>
                  <a:lnTo>
                    <a:pt x="62" y="65"/>
                  </a:lnTo>
                  <a:lnTo>
                    <a:pt x="65" y="81"/>
                  </a:lnTo>
                  <a:lnTo>
                    <a:pt x="67" y="99"/>
                  </a:lnTo>
                  <a:lnTo>
                    <a:pt x="67" y="99"/>
                  </a:lnTo>
                  <a:lnTo>
                    <a:pt x="62" y="95"/>
                  </a:lnTo>
                  <a:lnTo>
                    <a:pt x="53" y="88"/>
                  </a:lnTo>
                  <a:lnTo>
                    <a:pt x="48" y="87"/>
                  </a:lnTo>
                  <a:lnTo>
                    <a:pt x="42" y="87"/>
                  </a:lnTo>
                  <a:lnTo>
                    <a:pt x="37" y="88"/>
                  </a:lnTo>
                  <a:lnTo>
                    <a:pt x="34" y="94"/>
                  </a:lnTo>
                  <a:lnTo>
                    <a:pt x="34" y="94"/>
                  </a:lnTo>
                  <a:lnTo>
                    <a:pt x="32" y="97"/>
                  </a:lnTo>
                  <a:lnTo>
                    <a:pt x="34" y="102"/>
                  </a:lnTo>
                  <a:lnTo>
                    <a:pt x="37" y="113"/>
                  </a:lnTo>
                  <a:lnTo>
                    <a:pt x="46" y="123"/>
                  </a:lnTo>
                  <a:lnTo>
                    <a:pt x="55" y="134"/>
                  </a:lnTo>
                  <a:lnTo>
                    <a:pt x="74" y="152"/>
                  </a:lnTo>
                  <a:lnTo>
                    <a:pt x="83" y="159"/>
                  </a:lnTo>
                  <a:lnTo>
                    <a:pt x="83" y="159"/>
                  </a:lnTo>
                  <a:lnTo>
                    <a:pt x="72" y="153"/>
                  </a:lnTo>
                  <a:lnTo>
                    <a:pt x="51" y="141"/>
                  </a:lnTo>
                  <a:lnTo>
                    <a:pt x="39" y="132"/>
                  </a:lnTo>
                  <a:lnTo>
                    <a:pt x="28" y="122"/>
                  </a:lnTo>
                  <a:lnTo>
                    <a:pt x="21" y="111"/>
                  </a:lnTo>
                  <a:lnTo>
                    <a:pt x="20" y="106"/>
                  </a:lnTo>
                  <a:lnTo>
                    <a:pt x="20" y="101"/>
                  </a:lnTo>
                  <a:lnTo>
                    <a:pt x="20" y="101"/>
                  </a:lnTo>
                  <a:lnTo>
                    <a:pt x="23" y="90"/>
                  </a:lnTo>
                  <a:lnTo>
                    <a:pt x="27" y="83"/>
                  </a:lnTo>
                  <a:lnTo>
                    <a:pt x="32" y="79"/>
                  </a:lnTo>
                  <a:lnTo>
                    <a:pt x="37" y="76"/>
                  </a:lnTo>
                  <a:lnTo>
                    <a:pt x="48" y="76"/>
                  </a:lnTo>
                  <a:lnTo>
                    <a:pt x="51" y="76"/>
                  </a:lnTo>
                  <a:lnTo>
                    <a:pt x="51" y="76"/>
                  </a:lnTo>
                  <a:lnTo>
                    <a:pt x="51" y="65"/>
                  </a:lnTo>
                  <a:lnTo>
                    <a:pt x="48" y="44"/>
                  </a:lnTo>
                  <a:lnTo>
                    <a:pt x="44" y="32"/>
                  </a:lnTo>
                  <a:lnTo>
                    <a:pt x="39" y="21"/>
                  </a:lnTo>
                  <a:lnTo>
                    <a:pt x="34" y="14"/>
                  </a:lnTo>
                  <a:lnTo>
                    <a:pt x="30" y="13"/>
                  </a:lnTo>
                  <a:lnTo>
                    <a:pt x="27" y="13"/>
                  </a:lnTo>
                  <a:lnTo>
                    <a:pt x="27" y="13"/>
                  </a:lnTo>
                  <a:lnTo>
                    <a:pt x="21" y="13"/>
                  </a:lnTo>
                  <a:lnTo>
                    <a:pt x="20" y="14"/>
                  </a:lnTo>
                  <a:lnTo>
                    <a:pt x="14" y="21"/>
                  </a:lnTo>
                  <a:lnTo>
                    <a:pt x="11" y="30"/>
                  </a:lnTo>
                  <a:lnTo>
                    <a:pt x="9" y="39"/>
                  </a:lnTo>
                  <a:lnTo>
                    <a:pt x="7" y="58"/>
                  </a:lnTo>
                  <a:lnTo>
                    <a:pt x="7" y="67"/>
                  </a:lnTo>
                  <a:close/>
                </a:path>
              </a:pathLst>
            </a:custGeom>
            <a:solidFill>
              <a:srgbClr val="CB9C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3" name="Freeform 144"/>
            <p:cNvSpPr>
              <a:spLocks/>
            </p:cNvSpPr>
            <p:nvPr/>
          </p:nvSpPr>
          <p:spPr bwMode="auto">
            <a:xfrm>
              <a:off x="8899526" y="1076325"/>
              <a:ext cx="131763" cy="252413"/>
            </a:xfrm>
            <a:custGeom>
              <a:avLst/>
              <a:gdLst>
                <a:gd name="T0" fmla="*/ 7 w 83"/>
                <a:gd name="T1" fmla="*/ 67 h 159"/>
                <a:gd name="T2" fmla="*/ 2 w 83"/>
                <a:gd name="T3" fmla="*/ 48 h 159"/>
                <a:gd name="T4" fmla="*/ 0 w 83"/>
                <a:gd name="T5" fmla="*/ 25 h 159"/>
                <a:gd name="T6" fmla="*/ 6 w 83"/>
                <a:gd name="T7" fmla="*/ 9 h 159"/>
                <a:gd name="T8" fmla="*/ 16 w 83"/>
                <a:gd name="T9" fmla="*/ 2 h 159"/>
                <a:gd name="T10" fmla="*/ 21 w 83"/>
                <a:gd name="T11" fmla="*/ 0 h 159"/>
                <a:gd name="T12" fmla="*/ 35 w 83"/>
                <a:gd name="T13" fmla="*/ 2 h 159"/>
                <a:gd name="T14" fmla="*/ 44 w 83"/>
                <a:gd name="T15" fmla="*/ 13 h 159"/>
                <a:gd name="T16" fmla="*/ 58 w 83"/>
                <a:gd name="T17" fmla="*/ 46 h 159"/>
                <a:gd name="T18" fmla="*/ 65 w 83"/>
                <a:gd name="T19" fmla="*/ 81 h 159"/>
                <a:gd name="T20" fmla="*/ 67 w 83"/>
                <a:gd name="T21" fmla="*/ 99 h 159"/>
                <a:gd name="T22" fmla="*/ 53 w 83"/>
                <a:gd name="T23" fmla="*/ 88 h 159"/>
                <a:gd name="T24" fmla="*/ 42 w 83"/>
                <a:gd name="T25" fmla="*/ 87 h 159"/>
                <a:gd name="T26" fmla="*/ 34 w 83"/>
                <a:gd name="T27" fmla="*/ 94 h 159"/>
                <a:gd name="T28" fmla="*/ 32 w 83"/>
                <a:gd name="T29" fmla="*/ 97 h 159"/>
                <a:gd name="T30" fmla="*/ 37 w 83"/>
                <a:gd name="T31" fmla="*/ 113 h 159"/>
                <a:gd name="T32" fmla="*/ 55 w 83"/>
                <a:gd name="T33" fmla="*/ 134 h 159"/>
                <a:gd name="T34" fmla="*/ 83 w 83"/>
                <a:gd name="T35" fmla="*/ 159 h 159"/>
                <a:gd name="T36" fmla="*/ 72 w 83"/>
                <a:gd name="T37" fmla="*/ 153 h 159"/>
                <a:gd name="T38" fmla="*/ 39 w 83"/>
                <a:gd name="T39" fmla="*/ 132 h 159"/>
                <a:gd name="T40" fmla="*/ 21 w 83"/>
                <a:gd name="T41" fmla="*/ 111 h 159"/>
                <a:gd name="T42" fmla="*/ 20 w 83"/>
                <a:gd name="T43" fmla="*/ 101 h 159"/>
                <a:gd name="T44" fmla="*/ 23 w 83"/>
                <a:gd name="T45" fmla="*/ 90 h 159"/>
                <a:gd name="T46" fmla="*/ 32 w 83"/>
                <a:gd name="T47" fmla="*/ 79 h 159"/>
                <a:gd name="T48" fmla="*/ 48 w 83"/>
                <a:gd name="T49" fmla="*/ 76 h 159"/>
                <a:gd name="T50" fmla="*/ 51 w 83"/>
                <a:gd name="T51" fmla="*/ 76 h 159"/>
                <a:gd name="T52" fmla="*/ 48 w 83"/>
                <a:gd name="T53" fmla="*/ 44 h 159"/>
                <a:gd name="T54" fmla="*/ 39 w 83"/>
                <a:gd name="T55" fmla="*/ 21 h 159"/>
                <a:gd name="T56" fmla="*/ 30 w 83"/>
                <a:gd name="T57" fmla="*/ 13 h 159"/>
                <a:gd name="T58" fmla="*/ 27 w 83"/>
                <a:gd name="T59" fmla="*/ 13 h 159"/>
                <a:gd name="T60" fmla="*/ 20 w 83"/>
                <a:gd name="T61" fmla="*/ 14 h 159"/>
                <a:gd name="T62" fmla="*/ 11 w 83"/>
                <a:gd name="T63" fmla="*/ 30 h 159"/>
                <a:gd name="T64" fmla="*/ 7 w 83"/>
                <a:gd name="T65" fmla="*/ 5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159">
                  <a:moveTo>
                    <a:pt x="7" y="67"/>
                  </a:moveTo>
                  <a:lnTo>
                    <a:pt x="7" y="67"/>
                  </a:lnTo>
                  <a:lnTo>
                    <a:pt x="4" y="57"/>
                  </a:lnTo>
                  <a:lnTo>
                    <a:pt x="2" y="48"/>
                  </a:lnTo>
                  <a:lnTo>
                    <a:pt x="0" y="37"/>
                  </a:lnTo>
                  <a:lnTo>
                    <a:pt x="0" y="25"/>
                  </a:lnTo>
                  <a:lnTo>
                    <a:pt x="4" y="14"/>
                  </a:lnTo>
                  <a:lnTo>
                    <a:pt x="6" y="9"/>
                  </a:lnTo>
                  <a:lnTo>
                    <a:pt x="11" y="6"/>
                  </a:lnTo>
                  <a:lnTo>
                    <a:pt x="16" y="2"/>
                  </a:lnTo>
                  <a:lnTo>
                    <a:pt x="21" y="0"/>
                  </a:lnTo>
                  <a:lnTo>
                    <a:pt x="21" y="0"/>
                  </a:lnTo>
                  <a:lnTo>
                    <a:pt x="28" y="0"/>
                  </a:lnTo>
                  <a:lnTo>
                    <a:pt x="35" y="2"/>
                  </a:lnTo>
                  <a:lnTo>
                    <a:pt x="41" y="7"/>
                  </a:lnTo>
                  <a:lnTo>
                    <a:pt x="44" y="13"/>
                  </a:lnTo>
                  <a:lnTo>
                    <a:pt x="53" y="29"/>
                  </a:lnTo>
                  <a:lnTo>
                    <a:pt x="58" y="46"/>
                  </a:lnTo>
                  <a:lnTo>
                    <a:pt x="62" y="65"/>
                  </a:lnTo>
                  <a:lnTo>
                    <a:pt x="65" y="81"/>
                  </a:lnTo>
                  <a:lnTo>
                    <a:pt x="67" y="99"/>
                  </a:lnTo>
                  <a:lnTo>
                    <a:pt x="67" y="99"/>
                  </a:lnTo>
                  <a:lnTo>
                    <a:pt x="62" y="95"/>
                  </a:lnTo>
                  <a:lnTo>
                    <a:pt x="53" y="88"/>
                  </a:lnTo>
                  <a:lnTo>
                    <a:pt x="48" y="87"/>
                  </a:lnTo>
                  <a:lnTo>
                    <a:pt x="42" y="87"/>
                  </a:lnTo>
                  <a:lnTo>
                    <a:pt x="37" y="88"/>
                  </a:lnTo>
                  <a:lnTo>
                    <a:pt x="34" y="94"/>
                  </a:lnTo>
                  <a:lnTo>
                    <a:pt x="34" y="94"/>
                  </a:lnTo>
                  <a:lnTo>
                    <a:pt x="32" y="97"/>
                  </a:lnTo>
                  <a:lnTo>
                    <a:pt x="34" y="102"/>
                  </a:lnTo>
                  <a:lnTo>
                    <a:pt x="37" y="113"/>
                  </a:lnTo>
                  <a:lnTo>
                    <a:pt x="46" y="123"/>
                  </a:lnTo>
                  <a:lnTo>
                    <a:pt x="55" y="134"/>
                  </a:lnTo>
                  <a:lnTo>
                    <a:pt x="74" y="152"/>
                  </a:lnTo>
                  <a:lnTo>
                    <a:pt x="83" y="159"/>
                  </a:lnTo>
                  <a:lnTo>
                    <a:pt x="83" y="159"/>
                  </a:lnTo>
                  <a:lnTo>
                    <a:pt x="72" y="153"/>
                  </a:lnTo>
                  <a:lnTo>
                    <a:pt x="51" y="141"/>
                  </a:lnTo>
                  <a:lnTo>
                    <a:pt x="39" y="132"/>
                  </a:lnTo>
                  <a:lnTo>
                    <a:pt x="28" y="122"/>
                  </a:lnTo>
                  <a:lnTo>
                    <a:pt x="21" y="111"/>
                  </a:lnTo>
                  <a:lnTo>
                    <a:pt x="20" y="106"/>
                  </a:lnTo>
                  <a:lnTo>
                    <a:pt x="20" y="101"/>
                  </a:lnTo>
                  <a:lnTo>
                    <a:pt x="20" y="101"/>
                  </a:lnTo>
                  <a:lnTo>
                    <a:pt x="23" y="90"/>
                  </a:lnTo>
                  <a:lnTo>
                    <a:pt x="27" y="83"/>
                  </a:lnTo>
                  <a:lnTo>
                    <a:pt x="32" y="79"/>
                  </a:lnTo>
                  <a:lnTo>
                    <a:pt x="37" y="76"/>
                  </a:lnTo>
                  <a:lnTo>
                    <a:pt x="48" y="76"/>
                  </a:lnTo>
                  <a:lnTo>
                    <a:pt x="51" y="76"/>
                  </a:lnTo>
                  <a:lnTo>
                    <a:pt x="51" y="76"/>
                  </a:lnTo>
                  <a:lnTo>
                    <a:pt x="51" y="65"/>
                  </a:lnTo>
                  <a:lnTo>
                    <a:pt x="48" y="44"/>
                  </a:lnTo>
                  <a:lnTo>
                    <a:pt x="44" y="32"/>
                  </a:lnTo>
                  <a:lnTo>
                    <a:pt x="39" y="21"/>
                  </a:lnTo>
                  <a:lnTo>
                    <a:pt x="34" y="14"/>
                  </a:lnTo>
                  <a:lnTo>
                    <a:pt x="30" y="13"/>
                  </a:lnTo>
                  <a:lnTo>
                    <a:pt x="27" y="13"/>
                  </a:lnTo>
                  <a:lnTo>
                    <a:pt x="27" y="13"/>
                  </a:lnTo>
                  <a:lnTo>
                    <a:pt x="21" y="13"/>
                  </a:lnTo>
                  <a:lnTo>
                    <a:pt x="20" y="14"/>
                  </a:lnTo>
                  <a:lnTo>
                    <a:pt x="14" y="21"/>
                  </a:lnTo>
                  <a:lnTo>
                    <a:pt x="11" y="30"/>
                  </a:lnTo>
                  <a:lnTo>
                    <a:pt x="9" y="39"/>
                  </a:lnTo>
                  <a:lnTo>
                    <a:pt x="7" y="58"/>
                  </a:lnTo>
                  <a:lnTo>
                    <a:pt x="7" y="6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4" name="Freeform 145"/>
            <p:cNvSpPr>
              <a:spLocks/>
            </p:cNvSpPr>
            <p:nvPr/>
          </p:nvSpPr>
          <p:spPr bwMode="auto">
            <a:xfrm>
              <a:off x="10236201" y="1017588"/>
              <a:ext cx="55563" cy="215900"/>
            </a:xfrm>
            <a:custGeom>
              <a:avLst/>
              <a:gdLst>
                <a:gd name="T0" fmla="*/ 28 w 35"/>
                <a:gd name="T1" fmla="*/ 66 h 136"/>
                <a:gd name="T2" fmla="*/ 28 w 35"/>
                <a:gd name="T3" fmla="*/ 66 h 136"/>
                <a:gd name="T4" fmla="*/ 32 w 35"/>
                <a:gd name="T5" fmla="*/ 57 h 136"/>
                <a:gd name="T6" fmla="*/ 35 w 35"/>
                <a:gd name="T7" fmla="*/ 36 h 136"/>
                <a:gd name="T8" fmla="*/ 35 w 35"/>
                <a:gd name="T9" fmla="*/ 25 h 136"/>
                <a:gd name="T10" fmla="*/ 35 w 35"/>
                <a:gd name="T11" fmla="*/ 15 h 136"/>
                <a:gd name="T12" fmla="*/ 34 w 35"/>
                <a:gd name="T13" fmla="*/ 6 h 136"/>
                <a:gd name="T14" fmla="*/ 32 w 35"/>
                <a:gd name="T15" fmla="*/ 4 h 136"/>
                <a:gd name="T16" fmla="*/ 28 w 35"/>
                <a:gd name="T17" fmla="*/ 2 h 136"/>
                <a:gd name="T18" fmla="*/ 28 w 35"/>
                <a:gd name="T19" fmla="*/ 2 h 136"/>
                <a:gd name="T20" fmla="*/ 23 w 35"/>
                <a:gd name="T21" fmla="*/ 0 h 136"/>
                <a:gd name="T22" fmla="*/ 19 w 35"/>
                <a:gd name="T23" fmla="*/ 2 h 136"/>
                <a:gd name="T24" fmla="*/ 16 w 35"/>
                <a:gd name="T25" fmla="*/ 6 h 136"/>
                <a:gd name="T26" fmla="*/ 14 w 35"/>
                <a:gd name="T27" fmla="*/ 9 h 136"/>
                <a:gd name="T28" fmla="*/ 11 w 35"/>
                <a:gd name="T29" fmla="*/ 18 h 136"/>
                <a:gd name="T30" fmla="*/ 9 w 35"/>
                <a:gd name="T31" fmla="*/ 22 h 136"/>
                <a:gd name="T32" fmla="*/ 0 w 35"/>
                <a:gd name="T33" fmla="*/ 108 h 136"/>
                <a:gd name="T34" fmla="*/ 0 w 35"/>
                <a:gd name="T35" fmla="*/ 108 h 136"/>
                <a:gd name="T36" fmla="*/ 7 w 35"/>
                <a:gd name="T37" fmla="*/ 106 h 136"/>
                <a:gd name="T38" fmla="*/ 12 w 35"/>
                <a:gd name="T39" fmla="*/ 106 h 136"/>
                <a:gd name="T40" fmla="*/ 12 w 35"/>
                <a:gd name="T41" fmla="*/ 108 h 136"/>
                <a:gd name="T42" fmla="*/ 12 w 35"/>
                <a:gd name="T43" fmla="*/ 111 h 136"/>
                <a:gd name="T44" fmla="*/ 12 w 35"/>
                <a:gd name="T45" fmla="*/ 111 h 136"/>
                <a:gd name="T46" fmla="*/ 7 w 35"/>
                <a:gd name="T47" fmla="*/ 127 h 136"/>
                <a:gd name="T48" fmla="*/ 4 w 35"/>
                <a:gd name="T49" fmla="*/ 136 h 136"/>
                <a:gd name="T50" fmla="*/ 4 w 35"/>
                <a:gd name="T51" fmla="*/ 136 h 136"/>
                <a:gd name="T52" fmla="*/ 14 w 35"/>
                <a:gd name="T53" fmla="*/ 124 h 136"/>
                <a:gd name="T54" fmla="*/ 19 w 35"/>
                <a:gd name="T55" fmla="*/ 113 h 136"/>
                <a:gd name="T56" fmla="*/ 21 w 35"/>
                <a:gd name="T57" fmla="*/ 108 h 136"/>
                <a:gd name="T58" fmla="*/ 23 w 35"/>
                <a:gd name="T59" fmla="*/ 104 h 136"/>
                <a:gd name="T60" fmla="*/ 23 w 35"/>
                <a:gd name="T61" fmla="*/ 104 h 136"/>
                <a:gd name="T62" fmla="*/ 23 w 35"/>
                <a:gd name="T63" fmla="*/ 99 h 136"/>
                <a:gd name="T64" fmla="*/ 21 w 35"/>
                <a:gd name="T65" fmla="*/ 97 h 136"/>
                <a:gd name="T66" fmla="*/ 16 w 35"/>
                <a:gd name="T67" fmla="*/ 94 h 136"/>
                <a:gd name="T68" fmla="*/ 12 w 35"/>
                <a:gd name="T69" fmla="*/ 92 h 136"/>
                <a:gd name="T70" fmla="*/ 9 w 35"/>
                <a:gd name="T71" fmla="*/ 92 h 136"/>
                <a:gd name="T72" fmla="*/ 9 w 35"/>
                <a:gd name="T73" fmla="*/ 92 h 136"/>
                <a:gd name="T74" fmla="*/ 12 w 35"/>
                <a:gd name="T75" fmla="*/ 62 h 136"/>
                <a:gd name="T76" fmla="*/ 18 w 35"/>
                <a:gd name="T77" fmla="*/ 25 h 136"/>
                <a:gd name="T78" fmla="*/ 18 w 35"/>
                <a:gd name="T79" fmla="*/ 25 h 136"/>
                <a:gd name="T80" fmla="*/ 19 w 35"/>
                <a:gd name="T81" fmla="*/ 20 h 136"/>
                <a:gd name="T82" fmla="*/ 21 w 35"/>
                <a:gd name="T83" fmla="*/ 15 h 136"/>
                <a:gd name="T84" fmla="*/ 25 w 35"/>
                <a:gd name="T85" fmla="*/ 13 h 136"/>
                <a:gd name="T86" fmla="*/ 28 w 35"/>
                <a:gd name="T87" fmla="*/ 13 h 136"/>
                <a:gd name="T88" fmla="*/ 28 w 35"/>
                <a:gd name="T89" fmla="*/ 13 h 136"/>
                <a:gd name="T90" fmla="*/ 30 w 35"/>
                <a:gd name="T91" fmla="*/ 16 h 136"/>
                <a:gd name="T92" fmla="*/ 30 w 35"/>
                <a:gd name="T93" fmla="*/ 22 h 136"/>
                <a:gd name="T94" fmla="*/ 30 w 35"/>
                <a:gd name="T95" fmla="*/ 39 h 136"/>
                <a:gd name="T96" fmla="*/ 28 w 35"/>
                <a:gd name="T97" fmla="*/ 6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5" h="136">
                  <a:moveTo>
                    <a:pt x="28" y="66"/>
                  </a:moveTo>
                  <a:lnTo>
                    <a:pt x="28" y="66"/>
                  </a:lnTo>
                  <a:lnTo>
                    <a:pt x="32" y="57"/>
                  </a:lnTo>
                  <a:lnTo>
                    <a:pt x="35" y="36"/>
                  </a:lnTo>
                  <a:lnTo>
                    <a:pt x="35" y="25"/>
                  </a:lnTo>
                  <a:lnTo>
                    <a:pt x="35" y="15"/>
                  </a:lnTo>
                  <a:lnTo>
                    <a:pt x="34" y="6"/>
                  </a:lnTo>
                  <a:lnTo>
                    <a:pt x="32" y="4"/>
                  </a:lnTo>
                  <a:lnTo>
                    <a:pt x="28" y="2"/>
                  </a:lnTo>
                  <a:lnTo>
                    <a:pt x="28" y="2"/>
                  </a:lnTo>
                  <a:lnTo>
                    <a:pt x="23" y="0"/>
                  </a:lnTo>
                  <a:lnTo>
                    <a:pt x="19" y="2"/>
                  </a:lnTo>
                  <a:lnTo>
                    <a:pt x="16" y="6"/>
                  </a:lnTo>
                  <a:lnTo>
                    <a:pt x="14" y="9"/>
                  </a:lnTo>
                  <a:lnTo>
                    <a:pt x="11" y="18"/>
                  </a:lnTo>
                  <a:lnTo>
                    <a:pt x="9" y="22"/>
                  </a:lnTo>
                  <a:lnTo>
                    <a:pt x="0" y="108"/>
                  </a:lnTo>
                  <a:lnTo>
                    <a:pt x="0" y="108"/>
                  </a:lnTo>
                  <a:lnTo>
                    <a:pt x="7" y="106"/>
                  </a:lnTo>
                  <a:lnTo>
                    <a:pt x="12" y="106"/>
                  </a:lnTo>
                  <a:lnTo>
                    <a:pt x="12" y="108"/>
                  </a:lnTo>
                  <a:lnTo>
                    <a:pt x="12" y="111"/>
                  </a:lnTo>
                  <a:lnTo>
                    <a:pt x="12" y="111"/>
                  </a:lnTo>
                  <a:lnTo>
                    <a:pt x="7" y="127"/>
                  </a:lnTo>
                  <a:lnTo>
                    <a:pt x="4" y="136"/>
                  </a:lnTo>
                  <a:lnTo>
                    <a:pt x="4" y="136"/>
                  </a:lnTo>
                  <a:lnTo>
                    <a:pt x="14" y="124"/>
                  </a:lnTo>
                  <a:lnTo>
                    <a:pt x="19" y="113"/>
                  </a:lnTo>
                  <a:lnTo>
                    <a:pt x="21" y="108"/>
                  </a:lnTo>
                  <a:lnTo>
                    <a:pt x="23" y="104"/>
                  </a:lnTo>
                  <a:lnTo>
                    <a:pt x="23" y="104"/>
                  </a:lnTo>
                  <a:lnTo>
                    <a:pt x="23" y="99"/>
                  </a:lnTo>
                  <a:lnTo>
                    <a:pt x="21" y="97"/>
                  </a:lnTo>
                  <a:lnTo>
                    <a:pt x="16" y="94"/>
                  </a:lnTo>
                  <a:lnTo>
                    <a:pt x="12" y="92"/>
                  </a:lnTo>
                  <a:lnTo>
                    <a:pt x="9" y="92"/>
                  </a:lnTo>
                  <a:lnTo>
                    <a:pt x="9" y="92"/>
                  </a:lnTo>
                  <a:lnTo>
                    <a:pt x="12" y="62"/>
                  </a:lnTo>
                  <a:lnTo>
                    <a:pt x="18" y="25"/>
                  </a:lnTo>
                  <a:lnTo>
                    <a:pt x="18" y="25"/>
                  </a:lnTo>
                  <a:lnTo>
                    <a:pt x="19" y="20"/>
                  </a:lnTo>
                  <a:lnTo>
                    <a:pt x="21" y="15"/>
                  </a:lnTo>
                  <a:lnTo>
                    <a:pt x="25" y="13"/>
                  </a:lnTo>
                  <a:lnTo>
                    <a:pt x="28" y="13"/>
                  </a:lnTo>
                  <a:lnTo>
                    <a:pt x="28" y="13"/>
                  </a:lnTo>
                  <a:lnTo>
                    <a:pt x="30" y="16"/>
                  </a:lnTo>
                  <a:lnTo>
                    <a:pt x="30" y="22"/>
                  </a:lnTo>
                  <a:lnTo>
                    <a:pt x="30" y="39"/>
                  </a:lnTo>
                  <a:lnTo>
                    <a:pt x="28" y="66"/>
                  </a:lnTo>
                  <a:close/>
                </a:path>
              </a:pathLst>
            </a:custGeom>
            <a:solidFill>
              <a:srgbClr val="CB9C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5" name="Freeform 146"/>
            <p:cNvSpPr>
              <a:spLocks/>
            </p:cNvSpPr>
            <p:nvPr/>
          </p:nvSpPr>
          <p:spPr bwMode="auto">
            <a:xfrm>
              <a:off x="10236201" y="1017588"/>
              <a:ext cx="55563" cy="215900"/>
            </a:xfrm>
            <a:custGeom>
              <a:avLst/>
              <a:gdLst>
                <a:gd name="T0" fmla="*/ 28 w 35"/>
                <a:gd name="T1" fmla="*/ 66 h 136"/>
                <a:gd name="T2" fmla="*/ 28 w 35"/>
                <a:gd name="T3" fmla="*/ 66 h 136"/>
                <a:gd name="T4" fmla="*/ 32 w 35"/>
                <a:gd name="T5" fmla="*/ 57 h 136"/>
                <a:gd name="T6" fmla="*/ 35 w 35"/>
                <a:gd name="T7" fmla="*/ 36 h 136"/>
                <a:gd name="T8" fmla="*/ 35 w 35"/>
                <a:gd name="T9" fmla="*/ 25 h 136"/>
                <a:gd name="T10" fmla="*/ 35 w 35"/>
                <a:gd name="T11" fmla="*/ 15 h 136"/>
                <a:gd name="T12" fmla="*/ 34 w 35"/>
                <a:gd name="T13" fmla="*/ 6 h 136"/>
                <a:gd name="T14" fmla="*/ 32 w 35"/>
                <a:gd name="T15" fmla="*/ 4 h 136"/>
                <a:gd name="T16" fmla="*/ 28 w 35"/>
                <a:gd name="T17" fmla="*/ 2 h 136"/>
                <a:gd name="T18" fmla="*/ 28 w 35"/>
                <a:gd name="T19" fmla="*/ 2 h 136"/>
                <a:gd name="T20" fmla="*/ 23 w 35"/>
                <a:gd name="T21" fmla="*/ 0 h 136"/>
                <a:gd name="T22" fmla="*/ 19 w 35"/>
                <a:gd name="T23" fmla="*/ 2 h 136"/>
                <a:gd name="T24" fmla="*/ 16 w 35"/>
                <a:gd name="T25" fmla="*/ 6 h 136"/>
                <a:gd name="T26" fmla="*/ 14 w 35"/>
                <a:gd name="T27" fmla="*/ 9 h 136"/>
                <a:gd name="T28" fmla="*/ 11 w 35"/>
                <a:gd name="T29" fmla="*/ 18 h 136"/>
                <a:gd name="T30" fmla="*/ 9 w 35"/>
                <a:gd name="T31" fmla="*/ 22 h 136"/>
                <a:gd name="T32" fmla="*/ 0 w 35"/>
                <a:gd name="T33" fmla="*/ 108 h 136"/>
                <a:gd name="T34" fmla="*/ 0 w 35"/>
                <a:gd name="T35" fmla="*/ 108 h 136"/>
                <a:gd name="T36" fmla="*/ 7 w 35"/>
                <a:gd name="T37" fmla="*/ 106 h 136"/>
                <a:gd name="T38" fmla="*/ 12 w 35"/>
                <a:gd name="T39" fmla="*/ 106 h 136"/>
                <a:gd name="T40" fmla="*/ 12 w 35"/>
                <a:gd name="T41" fmla="*/ 108 h 136"/>
                <a:gd name="T42" fmla="*/ 12 w 35"/>
                <a:gd name="T43" fmla="*/ 111 h 136"/>
                <a:gd name="T44" fmla="*/ 12 w 35"/>
                <a:gd name="T45" fmla="*/ 111 h 136"/>
                <a:gd name="T46" fmla="*/ 7 w 35"/>
                <a:gd name="T47" fmla="*/ 127 h 136"/>
                <a:gd name="T48" fmla="*/ 4 w 35"/>
                <a:gd name="T49" fmla="*/ 136 h 136"/>
                <a:gd name="T50" fmla="*/ 4 w 35"/>
                <a:gd name="T51" fmla="*/ 136 h 136"/>
                <a:gd name="T52" fmla="*/ 14 w 35"/>
                <a:gd name="T53" fmla="*/ 124 h 136"/>
                <a:gd name="T54" fmla="*/ 19 w 35"/>
                <a:gd name="T55" fmla="*/ 113 h 136"/>
                <a:gd name="T56" fmla="*/ 21 w 35"/>
                <a:gd name="T57" fmla="*/ 108 h 136"/>
                <a:gd name="T58" fmla="*/ 23 w 35"/>
                <a:gd name="T59" fmla="*/ 104 h 136"/>
                <a:gd name="T60" fmla="*/ 23 w 35"/>
                <a:gd name="T61" fmla="*/ 104 h 136"/>
                <a:gd name="T62" fmla="*/ 23 w 35"/>
                <a:gd name="T63" fmla="*/ 99 h 136"/>
                <a:gd name="T64" fmla="*/ 21 w 35"/>
                <a:gd name="T65" fmla="*/ 97 h 136"/>
                <a:gd name="T66" fmla="*/ 16 w 35"/>
                <a:gd name="T67" fmla="*/ 94 h 136"/>
                <a:gd name="T68" fmla="*/ 12 w 35"/>
                <a:gd name="T69" fmla="*/ 92 h 136"/>
                <a:gd name="T70" fmla="*/ 9 w 35"/>
                <a:gd name="T71" fmla="*/ 92 h 136"/>
                <a:gd name="T72" fmla="*/ 9 w 35"/>
                <a:gd name="T73" fmla="*/ 92 h 136"/>
                <a:gd name="T74" fmla="*/ 12 w 35"/>
                <a:gd name="T75" fmla="*/ 62 h 136"/>
                <a:gd name="T76" fmla="*/ 18 w 35"/>
                <a:gd name="T77" fmla="*/ 25 h 136"/>
                <a:gd name="T78" fmla="*/ 18 w 35"/>
                <a:gd name="T79" fmla="*/ 25 h 136"/>
                <a:gd name="T80" fmla="*/ 19 w 35"/>
                <a:gd name="T81" fmla="*/ 20 h 136"/>
                <a:gd name="T82" fmla="*/ 21 w 35"/>
                <a:gd name="T83" fmla="*/ 15 h 136"/>
                <a:gd name="T84" fmla="*/ 25 w 35"/>
                <a:gd name="T85" fmla="*/ 13 h 136"/>
                <a:gd name="T86" fmla="*/ 28 w 35"/>
                <a:gd name="T87" fmla="*/ 13 h 136"/>
                <a:gd name="T88" fmla="*/ 28 w 35"/>
                <a:gd name="T89" fmla="*/ 13 h 136"/>
                <a:gd name="T90" fmla="*/ 30 w 35"/>
                <a:gd name="T91" fmla="*/ 16 h 136"/>
                <a:gd name="T92" fmla="*/ 30 w 35"/>
                <a:gd name="T93" fmla="*/ 22 h 136"/>
                <a:gd name="T94" fmla="*/ 30 w 35"/>
                <a:gd name="T95" fmla="*/ 39 h 136"/>
                <a:gd name="T96" fmla="*/ 28 w 35"/>
                <a:gd name="T97" fmla="*/ 6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5" h="136">
                  <a:moveTo>
                    <a:pt x="28" y="66"/>
                  </a:moveTo>
                  <a:lnTo>
                    <a:pt x="28" y="66"/>
                  </a:lnTo>
                  <a:lnTo>
                    <a:pt x="32" y="57"/>
                  </a:lnTo>
                  <a:lnTo>
                    <a:pt x="35" y="36"/>
                  </a:lnTo>
                  <a:lnTo>
                    <a:pt x="35" y="25"/>
                  </a:lnTo>
                  <a:lnTo>
                    <a:pt x="35" y="15"/>
                  </a:lnTo>
                  <a:lnTo>
                    <a:pt x="34" y="6"/>
                  </a:lnTo>
                  <a:lnTo>
                    <a:pt x="32" y="4"/>
                  </a:lnTo>
                  <a:lnTo>
                    <a:pt x="28" y="2"/>
                  </a:lnTo>
                  <a:lnTo>
                    <a:pt x="28" y="2"/>
                  </a:lnTo>
                  <a:lnTo>
                    <a:pt x="23" y="0"/>
                  </a:lnTo>
                  <a:lnTo>
                    <a:pt x="19" y="2"/>
                  </a:lnTo>
                  <a:lnTo>
                    <a:pt x="16" y="6"/>
                  </a:lnTo>
                  <a:lnTo>
                    <a:pt x="14" y="9"/>
                  </a:lnTo>
                  <a:lnTo>
                    <a:pt x="11" y="18"/>
                  </a:lnTo>
                  <a:lnTo>
                    <a:pt x="9" y="22"/>
                  </a:lnTo>
                  <a:lnTo>
                    <a:pt x="0" y="108"/>
                  </a:lnTo>
                  <a:lnTo>
                    <a:pt x="0" y="108"/>
                  </a:lnTo>
                  <a:lnTo>
                    <a:pt x="7" y="106"/>
                  </a:lnTo>
                  <a:lnTo>
                    <a:pt x="12" y="106"/>
                  </a:lnTo>
                  <a:lnTo>
                    <a:pt x="12" y="108"/>
                  </a:lnTo>
                  <a:lnTo>
                    <a:pt x="12" y="111"/>
                  </a:lnTo>
                  <a:lnTo>
                    <a:pt x="12" y="111"/>
                  </a:lnTo>
                  <a:lnTo>
                    <a:pt x="7" y="127"/>
                  </a:lnTo>
                  <a:lnTo>
                    <a:pt x="4" y="136"/>
                  </a:lnTo>
                  <a:lnTo>
                    <a:pt x="4" y="136"/>
                  </a:lnTo>
                  <a:lnTo>
                    <a:pt x="14" y="124"/>
                  </a:lnTo>
                  <a:lnTo>
                    <a:pt x="19" y="113"/>
                  </a:lnTo>
                  <a:lnTo>
                    <a:pt x="21" y="108"/>
                  </a:lnTo>
                  <a:lnTo>
                    <a:pt x="23" y="104"/>
                  </a:lnTo>
                  <a:lnTo>
                    <a:pt x="23" y="104"/>
                  </a:lnTo>
                  <a:lnTo>
                    <a:pt x="23" y="99"/>
                  </a:lnTo>
                  <a:lnTo>
                    <a:pt x="21" y="97"/>
                  </a:lnTo>
                  <a:lnTo>
                    <a:pt x="16" y="94"/>
                  </a:lnTo>
                  <a:lnTo>
                    <a:pt x="12" y="92"/>
                  </a:lnTo>
                  <a:lnTo>
                    <a:pt x="9" y="92"/>
                  </a:lnTo>
                  <a:lnTo>
                    <a:pt x="9" y="92"/>
                  </a:lnTo>
                  <a:lnTo>
                    <a:pt x="12" y="62"/>
                  </a:lnTo>
                  <a:lnTo>
                    <a:pt x="18" y="25"/>
                  </a:lnTo>
                  <a:lnTo>
                    <a:pt x="18" y="25"/>
                  </a:lnTo>
                  <a:lnTo>
                    <a:pt x="19" y="20"/>
                  </a:lnTo>
                  <a:lnTo>
                    <a:pt x="21" y="15"/>
                  </a:lnTo>
                  <a:lnTo>
                    <a:pt x="25" y="13"/>
                  </a:lnTo>
                  <a:lnTo>
                    <a:pt x="28" y="13"/>
                  </a:lnTo>
                  <a:lnTo>
                    <a:pt x="28" y="13"/>
                  </a:lnTo>
                  <a:lnTo>
                    <a:pt x="30" y="16"/>
                  </a:lnTo>
                  <a:lnTo>
                    <a:pt x="30" y="22"/>
                  </a:lnTo>
                  <a:lnTo>
                    <a:pt x="30" y="39"/>
                  </a:lnTo>
                  <a:lnTo>
                    <a:pt x="28" y="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6" name="Freeform 147"/>
            <p:cNvSpPr>
              <a:spLocks/>
            </p:cNvSpPr>
            <p:nvPr/>
          </p:nvSpPr>
          <p:spPr bwMode="auto">
            <a:xfrm>
              <a:off x="9783763" y="1201738"/>
              <a:ext cx="98425" cy="231775"/>
            </a:xfrm>
            <a:custGeom>
              <a:avLst/>
              <a:gdLst>
                <a:gd name="T0" fmla="*/ 2 w 62"/>
                <a:gd name="T1" fmla="*/ 0 h 146"/>
                <a:gd name="T2" fmla="*/ 2 w 62"/>
                <a:gd name="T3" fmla="*/ 0 h 146"/>
                <a:gd name="T4" fmla="*/ 2 w 62"/>
                <a:gd name="T5" fmla="*/ 8 h 146"/>
                <a:gd name="T6" fmla="*/ 0 w 62"/>
                <a:gd name="T7" fmla="*/ 22 h 146"/>
                <a:gd name="T8" fmla="*/ 2 w 62"/>
                <a:gd name="T9" fmla="*/ 32 h 146"/>
                <a:gd name="T10" fmla="*/ 4 w 62"/>
                <a:gd name="T11" fmla="*/ 43 h 146"/>
                <a:gd name="T12" fmla="*/ 9 w 62"/>
                <a:gd name="T13" fmla="*/ 55 h 146"/>
                <a:gd name="T14" fmla="*/ 14 w 62"/>
                <a:gd name="T15" fmla="*/ 66 h 146"/>
                <a:gd name="T16" fmla="*/ 14 w 62"/>
                <a:gd name="T17" fmla="*/ 66 h 146"/>
                <a:gd name="T18" fmla="*/ 37 w 62"/>
                <a:gd name="T19" fmla="*/ 99 h 146"/>
                <a:gd name="T20" fmla="*/ 41 w 62"/>
                <a:gd name="T21" fmla="*/ 104 h 146"/>
                <a:gd name="T22" fmla="*/ 43 w 62"/>
                <a:gd name="T23" fmla="*/ 109 h 146"/>
                <a:gd name="T24" fmla="*/ 43 w 62"/>
                <a:gd name="T25" fmla="*/ 115 h 146"/>
                <a:gd name="T26" fmla="*/ 41 w 62"/>
                <a:gd name="T27" fmla="*/ 120 h 146"/>
                <a:gd name="T28" fmla="*/ 41 w 62"/>
                <a:gd name="T29" fmla="*/ 120 h 146"/>
                <a:gd name="T30" fmla="*/ 32 w 62"/>
                <a:gd name="T31" fmla="*/ 129 h 146"/>
                <a:gd name="T32" fmla="*/ 20 w 62"/>
                <a:gd name="T33" fmla="*/ 138 h 146"/>
                <a:gd name="T34" fmla="*/ 6 w 62"/>
                <a:gd name="T35" fmla="*/ 146 h 146"/>
                <a:gd name="T36" fmla="*/ 6 w 62"/>
                <a:gd name="T37" fmla="*/ 146 h 146"/>
                <a:gd name="T38" fmla="*/ 14 w 62"/>
                <a:gd name="T39" fmla="*/ 145 h 146"/>
                <a:gd name="T40" fmla="*/ 34 w 62"/>
                <a:gd name="T41" fmla="*/ 138 h 146"/>
                <a:gd name="T42" fmla="*/ 44 w 62"/>
                <a:gd name="T43" fmla="*/ 131 h 146"/>
                <a:gd name="T44" fmla="*/ 53 w 62"/>
                <a:gd name="T45" fmla="*/ 124 h 146"/>
                <a:gd name="T46" fmla="*/ 58 w 62"/>
                <a:gd name="T47" fmla="*/ 115 h 146"/>
                <a:gd name="T48" fmla="*/ 62 w 62"/>
                <a:gd name="T49" fmla="*/ 109 h 146"/>
                <a:gd name="T50" fmla="*/ 62 w 62"/>
                <a:gd name="T51" fmla="*/ 104 h 146"/>
                <a:gd name="T52" fmla="*/ 62 w 62"/>
                <a:gd name="T53" fmla="*/ 104 h 146"/>
                <a:gd name="T54" fmla="*/ 62 w 62"/>
                <a:gd name="T55" fmla="*/ 99 h 146"/>
                <a:gd name="T56" fmla="*/ 58 w 62"/>
                <a:gd name="T57" fmla="*/ 94 h 146"/>
                <a:gd name="T58" fmla="*/ 51 w 62"/>
                <a:gd name="T59" fmla="*/ 83 h 146"/>
                <a:gd name="T60" fmla="*/ 30 w 62"/>
                <a:gd name="T61" fmla="*/ 64 h 146"/>
                <a:gd name="T62" fmla="*/ 18 w 62"/>
                <a:gd name="T63" fmla="*/ 53 h 146"/>
                <a:gd name="T64" fmla="*/ 13 w 62"/>
                <a:gd name="T65" fmla="*/ 46 h 146"/>
                <a:gd name="T66" fmla="*/ 9 w 62"/>
                <a:gd name="T67" fmla="*/ 39 h 146"/>
                <a:gd name="T68" fmla="*/ 6 w 62"/>
                <a:gd name="T69" fmla="*/ 30 h 146"/>
                <a:gd name="T70" fmla="*/ 2 w 62"/>
                <a:gd name="T71" fmla="*/ 22 h 146"/>
                <a:gd name="T72" fmla="*/ 2 w 62"/>
                <a:gd name="T73" fmla="*/ 11 h 146"/>
                <a:gd name="T74" fmla="*/ 2 w 62"/>
                <a:gd name="T7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2" h="146">
                  <a:moveTo>
                    <a:pt x="2" y="0"/>
                  </a:moveTo>
                  <a:lnTo>
                    <a:pt x="2" y="0"/>
                  </a:lnTo>
                  <a:lnTo>
                    <a:pt x="2" y="8"/>
                  </a:lnTo>
                  <a:lnTo>
                    <a:pt x="0" y="22"/>
                  </a:lnTo>
                  <a:lnTo>
                    <a:pt x="2" y="32"/>
                  </a:lnTo>
                  <a:lnTo>
                    <a:pt x="4" y="43"/>
                  </a:lnTo>
                  <a:lnTo>
                    <a:pt x="9" y="55"/>
                  </a:lnTo>
                  <a:lnTo>
                    <a:pt x="14" y="66"/>
                  </a:lnTo>
                  <a:lnTo>
                    <a:pt x="14" y="66"/>
                  </a:lnTo>
                  <a:lnTo>
                    <a:pt x="37" y="99"/>
                  </a:lnTo>
                  <a:lnTo>
                    <a:pt x="41" y="104"/>
                  </a:lnTo>
                  <a:lnTo>
                    <a:pt x="43" y="109"/>
                  </a:lnTo>
                  <a:lnTo>
                    <a:pt x="43" y="115"/>
                  </a:lnTo>
                  <a:lnTo>
                    <a:pt x="41" y="120"/>
                  </a:lnTo>
                  <a:lnTo>
                    <a:pt x="41" y="120"/>
                  </a:lnTo>
                  <a:lnTo>
                    <a:pt x="32" y="129"/>
                  </a:lnTo>
                  <a:lnTo>
                    <a:pt x="20" y="138"/>
                  </a:lnTo>
                  <a:lnTo>
                    <a:pt x="6" y="146"/>
                  </a:lnTo>
                  <a:lnTo>
                    <a:pt x="6" y="146"/>
                  </a:lnTo>
                  <a:lnTo>
                    <a:pt x="14" y="145"/>
                  </a:lnTo>
                  <a:lnTo>
                    <a:pt x="34" y="138"/>
                  </a:lnTo>
                  <a:lnTo>
                    <a:pt x="44" y="131"/>
                  </a:lnTo>
                  <a:lnTo>
                    <a:pt x="53" y="124"/>
                  </a:lnTo>
                  <a:lnTo>
                    <a:pt x="58" y="115"/>
                  </a:lnTo>
                  <a:lnTo>
                    <a:pt x="62" y="109"/>
                  </a:lnTo>
                  <a:lnTo>
                    <a:pt x="62" y="104"/>
                  </a:lnTo>
                  <a:lnTo>
                    <a:pt x="62" y="104"/>
                  </a:lnTo>
                  <a:lnTo>
                    <a:pt x="62" y="99"/>
                  </a:lnTo>
                  <a:lnTo>
                    <a:pt x="58" y="94"/>
                  </a:lnTo>
                  <a:lnTo>
                    <a:pt x="51" y="83"/>
                  </a:lnTo>
                  <a:lnTo>
                    <a:pt x="30" y="64"/>
                  </a:lnTo>
                  <a:lnTo>
                    <a:pt x="18" y="53"/>
                  </a:lnTo>
                  <a:lnTo>
                    <a:pt x="13" y="46"/>
                  </a:lnTo>
                  <a:lnTo>
                    <a:pt x="9" y="39"/>
                  </a:lnTo>
                  <a:lnTo>
                    <a:pt x="6" y="30"/>
                  </a:lnTo>
                  <a:lnTo>
                    <a:pt x="2" y="22"/>
                  </a:lnTo>
                  <a:lnTo>
                    <a:pt x="2" y="11"/>
                  </a:lnTo>
                  <a:lnTo>
                    <a:pt x="2" y="0"/>
                  </a:lnTo>
                  <a:close/>
                </a:path>
              </a:pathLst>
            </a:custGeom>
            <a:solidFill>
              <a:srgbClr val="CB9C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7" name="Freeform 148"/>
            <p:cNvSpPr>
              <a:spLocks/>
            </p:cNvSpPr>
            <p:nvPr/>
          </p:nvSpPr>
          <p:spPr bwMode="auto">
            <a:xfrm>
              <a:off x="9783763" y="1201738"/>
              <a:ext cx="98425" cy="231775"/>
            </a:xfrm>
            <a:custGeom>
              <a:avLst/>
              <a:gdLst>
                <a:gd name="T0" fmla="*/ 2 w 62"/>
                <a:gd name="T1" fmla="*/ 0 h 146"/>
                <a:gd name="T2" fmla="*/ 2 w 62"/>
                <a:gd name="T3" fmla="*/ 0 h 146"/>
                <a:gd name="T4" fmla="*/ 2 w 62"/>
                <a:gd name="T5" fmla="*/ 8 h 146"/>
                <a:gd name="T6" fmla="*/ 0 w 62"/>
                <a:gd name="T7" fmla="*/ 22 h 146"/>
                <a:gd name="T8" fmla="*/ 2 w 62"/>
                <a:gd name="T9" fmla="*/ 32 h 146"/>
                <a:gd name="T10" fmla="*/ 4 w 62"/>
                <a:gd name="T11" fmla="*/ 43 h 146"/>
                <a:gd name="T12" fmla="*/ 9 w 62"/>
                <a:gd name="T13" fmla="*/ 55 h 146"/>
                <a:gd name="T14" fmla="*/ 14 w 62"/>
                <a:gd name="T15" fmla="*/ 66 h 146"/>
                <a:gd name="T16" fmla="*/ 14 w 62"/>
                <a:gd name="T17" fmla="*/ 66 h 146"/>
                <a:gd name="T18" fmla="*/ 37 w 62"/>
                <a:gd name="T19" fmla="*/ 99 h 146"/>
                <a:gd name="T20" fmla="*/ 41 w 62"/>
                <a:gd name="T21" fmla="*/ 104 h 146"/>
                <a:gd name="T22" fmla="*/ 43 w 62"/>
                <a:gd name="T23" fmla="*/ 109 h 146"/>
                <a:gd name="T24" fmla="*/ 43 w 62"/>
                <a:gd name="T25" fmla="*/ 115 h 146"/>
                <a:gd name="T26" fmla="*/ 41 w 62"/>
                <a:gd name="T27" fmla="*/ 120 h 146"/>
                <a:gd name="T28" fmla="*/ 41 w 62"/>
                <a:gd name="T29" fmla="*/ 120 h 146"/>
                <a:gd name="T30" fmla="*/ 32 w 62"/>
                <a:gd name="T31" fmla="*/ 129 h 146"/>
                <a:gd name="T32" fmla="*/ 20 w 62"/>
                <a:gd name="T33" fmla="*/ 138 h 146"/>
                <a:gd name="T34" fmla="*/ 6 w 62"/>
                <a:gd name="T35" fmla="*/ 146 h 146"/>
                <a:gd name="T36" fmla="*/ 6 w 62"/>
                <a:gd name="T37" fmla="*/ 146 h 146"/>
                <a:gd name="T38" fmla="*/ 14 w 62"/>
                <a:gd name="T39" fmla="*/ 145 h 146"/>
                <a:gd name="T40" fmla="*/ 34 w 62"/>
                <a:gd name="T41" fmla="*/ 138 h 146"/>
                <a:gd name="T42" fmla="*/ 44 w 62"/>
                <a:gd name="T43" fmla="*/ 131 h 146"/>
                <a:gd name="T44" fmla="*/ 53 w 62"/>
                <a:gd name="T45" fmla="*/ 124 h 146"/>
                <a:gd name="T46" fmla="*/ 58 w 62"/>
                <a:gd name="T47" fmla="*/ 115 h 146"/>
                <a:gd name="T48" fmla="*/ 62 w 62"/>
                <a:gd name="T49" fmla="*/ 109 h 146"/>
                <a:gd name="T50" fmla="*/ 62 w 62"/>
                <a:gd name="T51" fmla="*/ 104 h 146"/>
                <a:gd name="T52" fmla="*/ 62 w 62"/>
                <a:gd name="T53" fmla="*/ 104 h 146"/>
                <a:gd name="T54" fmla="*/ 62 w 62"/>
                <a:gd name="T55" fmla="*/ 99 h 146"/>
                <a:gd name="T56" fmla="*/ 58 w 62"/>
                <a:gd name="T57" fmla="*/ 94 h 146"/>
                <a:gd name="T58" fmla="*/ 51 w 62"/>
                <a:gd name="T59" fmla="*/ 83 h 146"/>
                <a:gd name="T60" fmla="*/ 30 w 62"/>
                <a:gd name="T61" fmla="*/ 64 h 146"/>
                <a:gd name="T62" fmla="*/ 18 w 62"/>
                <a:gd name="T63" fmla="*/ 53 h 146"/>
                <a:gd name="T64" fmla="*/ 13 w 62"/>
                <a:gd name="T65" fmla="*/ 46 h 146"/>
                <a:gd name="T66" fmla="*/ 9 w 62"/>
                <a:gd name="T67" fmla="*/ 39 h 146"/>
                <a:gd name="T68" fmla="*/ 6 w 62"/>
                <a:gd name="T69" fmla="*/ 30 h 146"/>
                <a:gd name="T70" fmla="*/ 2 w 62"/>
                <a:gd name="T71" fmla="*/ 22 h 146"/>
                <a:gd name="T72" fmla="*/ 2 w 62"/>
                <a:gd name="T73" fmla="*/ 11 h 146"/>
                <a:gd name="T74" fmla="*/ 2 w 62"/>
                <a:gd name="T7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2" h="146">
                  <a:moveTo>
                    <a:pt x="2" y="0"/>
                  </a:moveTo>
                  <a:lnTo>
                    <a:pt x="2" y="0"/>
                  </a:lnTo>
                  <a:lnTo>
                    <a:pt x="2" y="8"/>
                  </a:lnTo>
                  <a:lnTo>
                    <a:pt x="0" y="22"/>
                  </a:lnTo>
                  <a:lnTo>
                    <a:pt x="2" y="32"/>
                  </a:lnTo>
                  <a:lnTo>
                    <a:pt x="4" y="43"/>
                  </a:lnTo>
                  <a:lnTo>
                    <a:pt x="9" y="55"/>
                  </a:lnTo>
                  <a:lnTo>
                    <a:pt x="14" y="66"/>
                  </a:lnTo>
                  <a:lnTo>
                    <a:pt x="14" y="66"/>
                  </a:lnTo>
                  <a:lnTo>
                    <a:pt x="37" y="99"/>
                  </a:lnTo>
                  <a:lnTo>
                    <a:pt x="41" y="104"/>
                  </a:lnTo>
                  <a:lnTo>
                    <a:pt x="43" y="109"/>
                  </a:lnTo>
                  <a:lnTo>
                    <a:pt x="43" y="115"/>
                  </a:lnTo>
                  <a:lnTo>
                    <a:pt x="41" y="120"/>
                  </a:lnTo>
                  <a:lnTo>
                    <a:pt x="41" y="120"/>
                  </a:lnTo>
                  <a:lnTo>
                    <a:pt x="32" y="129"/>
                  </a:lnTo>
                  <a:lnTo>
                    <a:pt x="20" y="138"/>
                  </a:lnTo>
                  <a:lnTo>
                    <a:pt x="6" y="146"/>
                  </a:lnTo>
                  <a:lnTo>
                    <a:pt x="6" y="146"/>
                  </a:lnTo>
                  <a:lnTo>
                    <a:pt x="14" y="145"/>
                  </a:lnTo>
                  <a:lnTo>
                    <a:pt x="34" y="138"/>
                  </a:lnTo>
                  <a:lnTo>
                    <a:pt x="44" y="131"/>
                  </a:lnTo>
                  <a:lnTo>
                    <a:pt x="53" y="124"/>
                  </a:lnTo>
                  <a:lnTo>
                    <a:pt x="58" y="115"/>
                  </a:lnTo>
                  <a:lnTo>
                    <a:pt x="62" y="109"/>
                  </a:lnTo>
                  <a:lnTo>
                    <a:pt x="62" y="104"/>
                  </a:lnTo>
                  <a:lnTo>
                    <a:pt x="62" y="104"/>
                  </a:lnTo>
                  <a:lnTo>
                    <a:pt x="62" y="99"/>
                  </a:lnTo>
                  <a:lnTo>
                    <a:pt x="58" y="94"/>
                  </a:lnTo>
                  <a:lnTo>
                    <a:pt x="51" y="83"/>
                  </a:lnTo>
                  <a:lnTo>
                    <a:pt x="30" y="64"/>
                  </a:lnTo>
                  <a:lnTo>
                    <a:pt x="18" y="53"/>
                  </a:lnTo>
                  <a:lnTo>
                    <a:pt x="13" y="46"/>
                  </a:lnTo>
                  <a:lnTo>
                    <a:pt x="9" y="39"/>
                  </a:lnTo>
                  <a:lnTo>
                    <a:pt x="6" y="30"/>
                  </a:lnTo>
                  <a:lnTo>
                    <a:pt x="2" y="22"/>
                  </a:lnTo>
                  <a:lnTo>
                    <a:pt x="2" y="11"/>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8" name="Freeform 149"/>
            <p:cNvSpPr>
              <a:spLocks/>
            </p:cNvSpPr>
            <p:nvPr/>
          </p:nvSpPr>
          <p:spPr bwMode="auto">
            <a:xfrm>
              <a:off x="9472613" y="1531938"/>
              <a:ext cx="381000" cy="61913"/>
            </a:xfrm>
            <a:custGeom>
              <a:avLst/>
              <a:gdLst>
                <a:gd name="T0" fmla="*/ 240 w 240"/>
                <a:gd name="T1" fmla="*/ 0 h 39"/>
                <a:gd name="T2" fmla="*/ 240 w 240"/>
                <a:gd name="T3" fmla="*/ 0 h 39"/>
                <a:gd name="T4" fmla="*/ 235 w 240"/>
                <a:gd name="T5" fmla="*/ 3 h 39"/>
                <a:gd name="T6" fmla="*/ 221 w 240"/>
                <a:gd name="T7" fmla="*/ 12 h 39"/>
                <a:gd name="T8" fmla="*/ 200 w 240"/>
                <a:gd name="T9" fmla="*/ 23 h 39"/>
                <a:gd name="T10" fmla="*/ 186 w 240"/>
                <a:gd name="T11" fmla="*/ 28 h 39"/>
                <a:gd name="T12" fmla="*/ 170 w 240"/>
                <a:gd name="T13" fmla="*/ 32 h 39"/>
                <a:gd name="T14" fmla="*/ 154 w 240"/>
                <a:gd name="T15" fmla="*/ 35 h 39"/>
                <a:gd name="T16" fmla="*/ 135 w 240"/>
                <a:gd name="T17" fmla="*/ 37 h 39"/>
                <a:gd name="T18" fmla="*/ 116 w 240"/>
                <a:gd name="T19" fmla="*/ 39 h 39"/>
                <a:gd name="T20" fmla="*/ 94 w 240"/>
                <a:gd name="T21" fmla="*/ 37 h 39"/>
                <a:gd name="T22" fmla="*/ 72 w 240"/>
                <a:gd name="T23" fmla="*/ 33 h 39"/>
                <a:gd name="T24" fmla="*/ 49 w 240"/>
                <a:gd name="T25" fmla="*/ 26 h 39"/>
                <a:gd name="T26" fmla="*/ 24 w 240"/>
                <a:gd name="T27" fmla="*/ 17 h 39"/>
                <a:gd name="T28" fmla="*/ 0 w 240"/>
                <a:gd name="T29"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0" h="39">
                  <a:moveTo>
                    <a:pt x="240" y="0"/>
                  </a:moveTo>
                  <a:lnTo>
                    <a:pt x="240" y="0"/>
                  </a:lnTo>
                  <a:lnTo>
                    <a:pt x="235" y="3"/>
                  </a:lnTo>
                  <a:lnTo>
                    <a:pt x="221" y="12"/>
                  </a:lnTo>
                  <a:lnTo>
                    <a:pt x="200" y="23"/>
                  </a:lnTo>
                  <a:lnTo>
                    <a:pt x="186" y="28"/>
                  </a:lnTo>
                  <a:lnTo>
                    <a:pt x="170" y="32"/>
                  </a:lnTo>
                  <a:lnTo>
                    <a:pt x="154" y="35"/>
                  </a:lnTo>
                  <a:lnTo>
                    <a:pt x="135" y="37"/>
                  </a:lnTo>
                  <a:lnTo>
                    <a:pt x="116" y="39"/>
                  </a:lnTo>
                  <a:lnTo>
                    <a:pt x="94" y="37"/>
                  </a:lnTo>
                  <a:lnTo>
                    <a:pt x="72" y="33"/>
                  </a:lnTo>
                  <a:lnTo>
                    <a:pt x="49" y="26"/>
                  </a:lnTo>
                  <a:lnTo>
                    <a:pt x="24" y="17"/>
                  </a:lnTo>
                  <a:lnTo>
                    <a:pt x="0" y="3"/>
                  </a:lnTo>
                </a:path>
              </a:pathLst>
            </a:custGeom>
            <a:noFill/>
            <a:ln w="14288">
              <a:solidFill>
                <a:srgbClr val="CB9C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9" name="Freeform 150"/>
            <p:cNvSpPr>
              <a:spLocks/>
            </p:cNvSpPr>
            <p:nvPr/>
          </p:nvSpPr>
          <p:spPr bwMode="auto">
            <a:xfrm>
              <a:off x="9223376" y="858838"/>
              <a:ext cx="249238" cy="296863"/>
            </a:xfrm>
            <a:custGeom>
              <a:avLst/>
              <a:gdLst>
                <a:gd name="T0" fmla="*/ 106 w 157"/>
                <a:gd name="T1" fmla="*/ 0 h 187"/>
                <a:gd name="T2" fmla="*/ 79 w 157"/>
                <a:gd name="T3" fmla="*/ 4 h 187"/>
                <a:gd name="T4" fmla="*/ 60 w 157"/>
                <a:gd name="T5" fmla="*/ 18 h 187"/>
                <a:gd name="T6" fmla="*/ 49 w 157"/>
                <a:gd name="T7" fmla="*/ 39 h 187"/>
                <a:gd name="T8" fmla="*/ 44 w 157"/>
                <a:gd name="T9" fmla="*/ 58 h 187"/>
                <a:gd name="T10" fmla="*/ 35 w 157"/>
                <a:gd name="T11" fmla="*/ 81 h 187"/>
                <a:gd name="T12" fmla="*/ 27 w 157"/>
                <a:gd name="T13" fmla="*/ 92 h 187"/>
                <a:gd name="T14" fmla="*/ 12 w 157"/>
                <a:gd name="T15" fmla="*/ 97 h 187"/>
                <a:gd name="T16" fmla="*/ 5 w 157"/>
                <a:gd name="T17" fmla="*/ 97 h 187"/>
                <a:gd name="T18" fmla="*/ 28 w 157"/>
                <a:gd name="T19" fmla="*/ 100 h 187"/>
                <a:gd name="T20" fmla="*/ 41 w 157"/>
                <a:gd name="T21" fmla="*/ 99 h 187"/>
                <a:gd name="T22" fmla="*/ 41 w 157"/>
                <a:gd name="T23" fmla="*/ 104 h 187"/>
                <a:gd name="T24" fmla="*/ 37 w 157"/>
                <a:gd name="T25" fmla="*/ 115 h 187"/>
                <a:gd name="T26" fmla="*/ 25 w 157"/>
                <a:gd name="T27" fmla="*/ 129 h 187"/>
                <a:gd name="T28" fmla="*/ 0 w 157"/>
                <a:gd name="T29" fmla="*/ 137 h 187"/>
                <a:gd name="T30" fmla="*/ 7 w 157"/>
                <a:gd name="T31" fmla="*/ 139 h 187"/>
                <a:gd name="T32" fmla="*/ 32 w 157"/>
                <a:gd name="T33" fmla="*/ 139 h 187"/>
                <a:gd name="T34" fmla="*/ 49 w 157"/>
                <a:gd name="T35" fmla="*/ 130 h 187"/>
                <a:gd name="T36" fmla="*/ 62 w 157"/>
                <a:gd name="T37" fmla="*/ 155 h 187"/>
                <a:gd name="T38" fmla="*/ 62 w 157"/>
                <a:gd name="T39" fmla="*/ 132 h 187"/>
                <a:gd name="T40" fmla="*/ 67 w 157"/>
                <a:gd name="T41" fmla="*/ 90 h 187"/>
                <a:gd name="T42" fmla="*/ 67 w 157"/>
                <a:gd name="T43" fmla="*/ 104 h 187"/>
                <a:gd name="T44" fmla="*/ 70 w 157"/>
                <a:gd name="T45" fmla="*/ 137 h 187"/>
                <a:gd name="T46" fmla="*/ 79 w 157"/>
                <a:gd name="T47" fmla="*/ 164 h 187"/>
                <a:gd name="T48" fmla="*/ 90 w 157"/>
                <a:gd name="T49" fmla="*/ 178 h 187"/>
                <a:gd name="T50" fmla="*/ 102 w 157"/>
                <a:gd name="T51" fmla="*/ 185 h 187"/>
                <a:gd name="T52" fmla="*/ 111 w 157"/>
                <a:gd name="T53" fmla="*/ 187 h 187"/>
                <a:gd name="T54" fmla="*/ 127 w 157"/>
                <a:gd name="T55" fmla="*/ 183 h 187"/>
                <a:gd name="T56" fmla="*/ 139 w 157"/>
                <a:gd name="T57" fmla="*/ 176 h 187"/>
                <a:gd name="T58" fmla="*/ 146 w 157"/>
                <a:gd name="T59" fmla="*/ 166 h 187"/>
                <a:gd name="T60" fmla="*/ 155 w 157"/>
                <a:gd name="T61" fmla="*/ 137 h 187"/>
                <a:gd name="T62" fmla="*/ 155 w 157"/>
                <a:gd name="T63" fmla="*/ 86 h 187"/>
                <a:gd name="T64" fmla="*/ 155 w 157"/>
                <a:gd name="T65" fmla="*/ 71 h 187"/>
                <a:gd name="T66" fmla="*/ 150 w 157"/>
                <a:gd name="T67" fmla="*/ 41 h 187"/>
                <a:gd name="T68" fmla="*/ 139 w 157"/>
                <a:gd name="T69" fmla="*/ 18 h 187"/>
                <a:gd name="T70" fmla="*/ 120 w 157"/>
                <a:gd name="T71" fmla="*/ 4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7" h="187">
                  <a:moveTo>
                    <a:pt x="106" y="0"/>
                  </a:moveTo>
                  <a:lnTo>
                    <a:pt x="106" y="0"/>
                  </a:lnTo>
                  <a:lnTo>
                    <a:pt x="92" y="0"/>
                  </a:lnTo>
                  <a:lnTo>
                    <a:pt x="79" y="4"/>
                  </a:lnTo>
                  <a:lnTo>
                    <a:pt x="69" y="9"/>
                  </a:lnTo>
                  <a:lnTo>
                    <a:pt x="60" y="18"/>
                  </a:lnTo>
                  <a:lnTo>
                    <a:pt x="55" y="28"/>
                  </a:lnTo>
                  <a:lnTo>
                    <a:pt x="49" y="39"/>
                  </a:lnTo>
                  <a:lnTo>
                    <a:pt x="44" y="58"/>
                  </a:lnTo>
                  <a:lnTo>
                    <a:pt x="44" y="58"/>
                  </a:lnTo>
                  <a:lnTo>
                    <a:pt x="39" y="74"/>
                  </a:lnTo>
                  <a:lnTo>
                    <a:pt x="35" y="81"/>
                  </a:lnTo>
                  <a:lnTo>
                    <a:pt x="32" y="86"/>
                  </a:lnTo>
                  <a:lnTo>
                    <a:pt x="27" y="92"/>
                  </a:lnTo>
                  <a:lnTo>
                    <a:pt x="19" y="95"/>
                  </a:lnTo>
                  <a:lnTo>
                    <a:pt x="12" y="97"/>
                  </a:lnTo>
                  <a:lnTo>
                    <a:pt x="5" y="97"/>
                  </a:lnTo>
                  <a:lnTo>
                    <a:pt x="5" y="97"/>
                  </a:lnTo>
                  <a:lnTo>
                    <a:pt x="18" y="100"/>
                  </a:lnTo>
                  <a:lnTo>
                    <a:pt x="28" y="100"/>
                  </a:lnTo>
                  <a:lnTo>
                    <a:pt x="35" y="100"/>
                  </a:lnTo>
                  <a:lnTo>
                    <a:pt x="41" y="99"/>
                  </a:lnTo>
                  <a:lnTo>
                    <a:pt x="41" y="99"/>
                  </a:lnTo>
                  <a:lnTo>
                    <a:pt x="41" y="104"/>
                  </a:lnTo>
                  <a:lnTo>
                    <a:pt x="39" y="109"/>
                  </a:lnTo>
                  <a:lnTo>
                    <a:pt x="37" y="115"/>
                  </a:lnTo>
                  <a:lnTo>
                    <a:pt x="32" y="122"/>
                  </a:lnTo>
                  <a:lnTo>
                    <a:pt x="25" y="129"/>
                  </a:lnTo>
                  <a:lnTo>
                    <a:pt x="14" y="134"/>
                  </a:lnTo>
                  <a:lnTo>
                    <a:pt x="0" y="137"/>
                  </a:lnTo>
                  <a:lnTo>
                    <a:pt x="0" y="137"/>
                  </a:lnTo>
                  <a:lnTo>
                    <a:pt x="7" y="139"/>
                  </a:lnTo>
                  <a:lnTo>
                    <a:pt x="23" y="139"/>
                  </a:lnTo>
                  <a:lnTo>
                    <a:pt x="32" y="139"/>
                  </a:lnTo>
                  <a:lnTo>
                    <a:pt x="42" y="136"/>
                  </a:lnTo>
                  <a:lnTo>
                    <a:pt x="49" y="130"/>
                  </a:lnTo>
                  <a:lnTo>
                    <a:pt x="56" y="122"/>
                  </a:lnTo>
                  <a:lnTo>
                    <a:pt x="62" y="155"/>
                  </a:lnTo>
                  <a:lnTo>
                    <a:pt x="62" y="155"/>
                  </a:lnTo>
                  <a:lnTo>
                    <a:pt x="62" y="132"/>
                  </a:lnTo>
                  <a:lnTo>
                    <a:pt x="63" y="111"/>
                  </a:lnTo>
                  <a:lnTo>
                    <a:pt x="67" y="90"/>
                  </a:lnTo>
                  <a:lnTo>
                    <a:pt x="67" y="90"/>
                  </a:lnTo>
                  <a:lnTo>
                    <a:pt x="67" y="104"/>
                  </a:lnTo>
                  <a:lnTo>
                    <a:pt x="67" y="120"/>
                  </a:lnTo>
                  <a:lnTo>
                    <a:pt x="70" y="137"/>
                  </a:lnTo>
                  <a:lnTo>
                    <a:pt x="76" y="155"/>
                  </a:lnTo>
                  <a:lnTo>
                    <a:pt x="79" y="164"/>
                  </a:lnTo>
                  <a:lnTo>
                    <a:pt x="85" y="171"/>
                  </a:lnTo>
                  <a:lnTo>
                    <a:pt x="90" y="178"/>
                  </a:lnTo>
                  <a:lnTo>
                    <a:pt x="95" y="181"/>
                  </a:lnTo>
                  <a:lnTo>
                    <a:pt x="102" y="185"/>
                  </a:lnTo>
                  <a:lnTo>
                    <a:pt x="111" y="187"/>
                  </a:lnTo>
                  <a:lnTo>
                    <a:pt x="111" y="187"/>
                  </a:lnTo>
                  <a:lnTo>
                    <a:pt x="120" y="185"/>
                  </a:lnTo>
                  <a:lnTo>
                    <a:pt x="127" y="183"/>
                  </a:lnTo>
                  <a:lnTo>
                    <a:pt x="134" y="180"/>
                  </a:lnTo>
                  <a:lnTo>
                    <a:pt x="139" y="176"/>
                  </a:lnTo>
                  <a:lnTo>
                    <a:pt x="142" y="171"/>
                  </a:lnTo>
                  <a:lnTo>
                    <a:pt x="146" y="166"/>
                  </a:lnTo>
                  <a:lnTo>
                    <a:pt x="151" y="151"/>
                  </a:lnTo>
                  <a:lnTo>
                    <a:pt x="155" y="137"/>
                  </a:lnTo>
                  <a:lnTo>
                    <a:pt x="157" y="120"/>
                  </a:lnTo>
                  <a:lnTo>
                    <a:pt x="155" y="86"/>
                  </a:lnTo>
                  <a:lnTo>
                    <a:pt x="155" y="86"/>
                  </a:lnTo>
                  <a:lnTo>
                    <a:pt x="155" y="71"/>
                  </a:lnTo>
                  <a:lnTo>
                    <a:pt x="153" y="55"/>
                  </a:lnTo>
                  <a:lnTo>
                    <a:pt x="150" y="41"/>
                  </a:lnTo>
                  <a:lnTo>
                    <a:pt x="146" y="28"/>
                  </a:lnTo>
                  <a:lnTo>
                    <a:pt x="139" y="18"/>
                  </a:lnTo>
                  <a:lnTo>
                    <a:pt x="130" y="9"/>
                  </a:lnTo>
                  <a:lnTo>
                    <a:pt x="120" y="4"/>
                  </a:lnTo>
                  <a:lnTo>
                    <a:pt x="106"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0" name="Freeform 151"/>
            <p:cNvSpPr>
              <a:spLocks/>
            </p:cNvSpPr>
            <p:nvPr/>
          </p:nvSpPr>
          <p:spPr bwMode="auto">
            <a:xfrm>
              <a:off x="9223376" y="858838"/>
              <a:ext cx="249238" cy="296863"/>
            </a:xfrm>
            <a:custGeom>
              <a:avLst/>
              <a:gdLst>
                <a:gd name="T0" fmla="*/ 106 w 157"/>
                <a:gd name="T1" fmla="*/ 0 h 187"/>
                <a:gd name="T2" fmla="*/ 79 w 157"/>
                <a:gd name="T3" fmla="*/ 4 h 187"/>
                <a:gd name="T4" fmla="*/ 60 w 157"/>
                <a:gd name="T5" fmla="*/ 18 h 187"/>
                <a:gd name="T6" fmla="*/ 49 w 157"/>
                <a:gd name="T7" fmla="*/ 39 h 187"/>
                <a:gd name="T8" fmla="*/ 44 w 157"/>
                <a:gd name="T9" fmla="*/ 58 h 187"/>
                <a:gd name="T10" fmla="*/ 35 w 157"/>
                <a:gd name="T11" fmla="*/ 81 h 187"/>
                <a:gd name="T12" fmla="*/ 27 w 157"/>
                <a:gd name="T13" fmla="*/ 92 h 187"/>
                <a:gd name="T14" fmla="*/ 12 w 157"/>
                <a:gd name="T15" fmla="*/ 97 h 187"/>
                <a:gd name="T16" fmla="*/ 5 w 157"/>
                <a:gd name="T17" fmla="*/ 97 h 187"/>
                <a:gd name="T18" fmla="*/ 28 w 157"/>
                <a:gd name="T19" fmla="*/ 100 h 187"/>
                <a:gd name="T20" fmla="*/ 41 w 157"/>
                <a:gd name="T21" fmla="*/ 99 h 187"/>
                <a:gd name="T22" fmla="*/ 41 w 157"/>
                <a:gd name="T23" fmla="*/ 104 h 187"/>
                <a:gd name="T24" fmla="*/ 37 w 157"/>
                <a:gd name="T25" fmla="*/ 115 h 187"/>
                <a:gd name="T26" fmla="*/ 25 w 157"/>
                <a:gd name="T27" fmla="*/ 129 h 187"/>
                <a:gd name="T28" fmla="*/ 0 w 157"/>
                <a:gd name="T29" fmla="*/ 137 h 187"/>
                <a:gd name="T30" fmla="*/ 7 w 157"/>
                <a:gd name="T31" fmla="*/ 139 h 187"/>
                <a:gd name="T32" fmla="*/ 32 w 157"/>
                <a:gd name="T33" fmla="*/ 139 h 187"/>
                <a:gd name="T34" fmla="*/ 49 w 157"/>
                <a:gd name="T35" fmla="*/ 130 h 187"/>
                <a:gd name="T36" fmla="*/ 62 w 157"/>
                <a:gd name="T37" fmla="*/ 155 h 187"/>
                <a:gd name="T38" fmla="*/ 62 w 157"/>
                <a:gd name="T39" fmla="*/ 132 h 187"/>
                <a:gd name="T40" fmla="*/ 67 w 157"/>
                <a:gd name="T41" fmla="*/ 90 h 187"/>
                <a:gd name="T42" fmla="*/ 67 w 157"/>
                <a:gd name="T43" fmla="*/ 104 h 187"/>
                <a:gd name="T44" fmla="*/ 70 w 157"/>
                <a:gd name="T45" fmla="*/ 137 h 187"/>
                <a:gd name="T46" fmla="*/ 79 w 157"/>
                <a:gd name="T47" fmla="*/ 164 h 187"/>
                <a:gd name="T48" fmla="*/ 90 w 157"/>
                <a:gd name="T49" fmla="*/ 178 h 187"/>
                <a:gd name="T50" fmla="*/ 102 w 157"/>
                <a:gd name="T51" fmla="*/ 185 h 187"/>
                <a:gd name="T52" fmla="*/ 111 w 157"/>
                <a:gd name="T53" fmla="*/ 187 h 187"/>
                <a:gd name="T54" fmla="*/ 127 w 157"/>
                <a:gd name="T55" fmla="*/ 183 h 187"/>
                <a:gd name="T56" fmla="*/ 139 w 157"/>
                <a:gd name="T57" fmla="*/ 176 h 187"/>
                <a:gd name="T58" fmla="*/ 146 w 157"/>
                <a:gd name="T59" fmla="*/ 166 h 187"/>
                <a:gd name="T60" fmla="*/ 155 w 157"/>
                <a:gd name="T61" fmla="*/ 137 h 187"/>
                <a:gd name="T62" fmla="*/ 155 w 157"/>
                <a:gd name="T63" fmla="*/ 86 h 187"/>
                <a:gd name="T64" fmla="*/ 155 w 157"/>
                <a:gd name="T65" fmla="*/ 71 h 187"/>
                <a:gd name="T66" fmla="*/ 150 w 157"/>
                <a:gd name="T67" fmla="*/ 41 h 187"/>
                <a:gd name="T68" fmla="*/ 139 w 157"/>
                <a:gd name="T69" fmla="*/ 18 h 187"/>
                <a:gd name="T70" fmla="*/ 120 w 157"/>
                <a:gd name="T71" fmla="*/ 4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7" h="187">
                  <a:moveTo>
                    <a:pt x="106" y="0"/>
                  </a:moveTo>
                  <a:lnTo>
                    <a:pt x="106" y="0"/>
                  </a:lnTo>
                  <a:lnTo>
                    <a:pt x="92" y="0"/>
                  </a:lnTo>
                  <a:lnTo>
                    <a:pt x="79" y="4"/>
                  </a:lnTo>
                  <a:lnTo>
                    <a:pt x="69" y="9"/>
                  </a:lnTo>
                  <a:lnTo>
                    <a:pt x="60" y="18"/>
                  </a:lnTo>
                  <a:lnTo>
                    <a:pt x="55" y="28"/>
                  </a:lnTo>
                  <a:lnTo>
                    <a:pt x="49" y="39"/>
                  </a:lnTo>
                  <a:lnTo>
                    <a:pt x="44" y="58"/>
                  </a:lnTo>
                  <a:lnTo>
                    <a:pt x="44" y="58"/>
                  </a:lnTo>
                  <a:lnTo>
                    <a:pt x="39" y="74"/>
                  </a:lnTo>
                  <a:lnTo>
                    <a:pt x="35" y="81"/>
                  </a:lnTo>
                  <a:lnTo>
                    <a:pt x="32" y="86"/>
                  </a:lnTo>
                  <a:lnTo>
                    <a:pt x="27" y="92"/>
                  </a:lnTo>
                  <a:lnTo>
                    <a:pt x="19" y="95"/>
                  </a:lnTo>
                  <a:lnTo>
                    <a:pt x="12" y="97"/>
                  </a:lnTo>
                  <a:lnTo>
                    <a:pt x="5" y="97"/>
                  </a:lnTo>
                  <a:lnTo>
                    <a:pt x="5" y="97"/>
                  </a:lnTo>
                  <a:lnTo>
                    <a:pt x="18" y="100"/>
                  </a:lnTo>
                  <a:lnTo>
                    <a:pt x="28" y="100"/>
                  </a:lnTo>
                  <a:lnTo>
                    <a:pt x="35" y="100"/>
                  </a:lnTo>
                  <a:lnTo>
                    <a:pt x="41" y="99"/>
                  </a:lnTo>
                  <a:lnTo>
                    <a:pt x="41" y="99"/>
                  </a:lnTo>
                  <a:lnTo>
                    <a:pt x="41" y="104"/>
                  </a:lnTo>
                  <a:lnTo>
                    <a:pt x="39" y="109"/>
                  </a:lnTo>
                  <a:lnTo>
                    <a:pt x="37" y="115"/>
                  </a:lnTo>
                  <a:lnTo>
                    <a:pt x="32" y="122"/>
                  </a:lnTo>
                  <a:lnTo>
                    <a:pt x="25" y="129"/>
                  </a:lnTo>
                  <a:lnTo>
                    <a:pt x="14" y="134"/>
                  </a:lnTo>
                  <a:lnTo>
                    <a:pt x="0" y="137"/>
                  </a:lnTo>
                  <a:lnTo>
                    <a:pt x="0" y="137"/>
                  </a:lnTo>
                  <a:lnTo>
                    <a:pt x="7" y="139"/>
                  </a:lnTo>
                  <a:lnTo>
                    <a:pt x="23" y="139"/>
                  </a:lnTo>
                  <a:lnTo>
                    <a:pt x="32" y="139"/>
                  </a:lnTo>
                  <a:lnTo>
                    <a:pt x="42" y="136"/>
                  </a:lnTo>
                  <a:lnTo>
                    <a:pt x="49" y="130"/>
                  </a:lnTo>
                  <a:lnTo>
                    <a:pt x="56" y="122"/>
                  </a:lnTo>
                  <a:lnTo>
                    <a:pt x="62" y="155"/>
                  </a:lnTo>
                  <a:lnTo>
                    <a:pt x="62" y="155"/>
                  </a:lnTo>
                  <a:lnTo>
                    <a:pt x="62" y="132"/>
                  </a:lnTo>
                  <a:lnTo>
                    <a:pt x="63" y="111"/>
                  </a:lnTo>
                  <a:lnTo>
                    <a:pt x="67" y="90"/>
                  </a:lnTo>
                  <a:lnTo>
                    <a:pt x="67" y="90"/>
                  </a:lnTo>
                  <a:lnTo>
                    <a:pt x="67" y="104"/>
                  </a:lnTo>
                  <a:lnTo>
                    <a:pt x="67" y="120"/>
                  </a:lnTo>
                  <a:lnTo>
                    <a:pt x="70" y="137"/>
                  </a:lnTo>
                  <a:lnTo>
                    <a:pt x="76" y="155"/>
                  </a:lnTo>
                  <a:lnTo>
                    <a:pt x="79" y="164"/>
                  </a:lnTo>
                  <a:lnTo>
                    <a:pt x="85" y="171"/>
                  </a:lnTo>
                  <a:lnTo>
                    <a:pt x="90" y="178"/>
                  </a:lnTo>
                  <a:lnTo>
                    <a:pt x="95" y="181"/>
                  </a:lnTo>
                  <a:lnTo>
                    <a:pt x="102" y="185"/>
                  </a:lnTo>
                  <a:lnTo>
                    <a:pt x="111" y="187"/>
                  </a:lnTo>
                  <a:lnTo>
                    <a:pt x="111" y="187"/>
                  </a:lnTo>
                  <a:lnTo>
                    <a:pt x="120" y="185"/>
                  </a:lnTo>
                  <a:lnTo>
                    <a:pt x="127" y="183"/>
                  </a:lnTo>
                  <a:lnTo>
                    <a:pt x="134" y="180"/>
                  </a:lnTo>
                  <a:lnTo>
                    <a:pt x="139" y="176"/>
                  </a:lnTo>
                  <a:lnTo>
                    <a:pt x="142" y="171"/>
                  </a:lnTo>
                  <a:lnTo>
                    <a:pt x="146" y="166"/>
                  </a:lnTo>
                  <a:lnTo>
                    <a:pt x="151" y="151"/>
                  </a:lnTo>
                  <a:lnTo>
                    <a:pt x="155" y="137"/>
                  </a:lnTo>
                  <a:lnTo>
                    <a:pt x="157" y="120"/>
                  </a:lnTo>
                  <a:lnTo>
                    <a:pt x="155" y="86"/>
                  </a:lnTo>
                  <a:lnTo>
                    <a:pt x="155" y="86"/>
                  </a:lnTo>
                  <a:lnTo>
                    <a:pt x="155" y="71"/>
                  </a:lnTo>
                  <a:lnTo>
                    <a:pt x="153" y="55"/>
                  </a:lnTo>
                  <a:lnTo>
                    <a:pt x="150" y="41"/>
                  </a:lnTo>
                  <a:lnTo>
                    <a:pt x="146" y="28"/>
                  </a:lnTo>
                  <a:lnTo>
                    <a:pt x="139" y="18"/>
                  </a:lnTo>
                  <a:lnTo>
                    <a:pt x="130" y="9"/>
                  </a:lnTo>
                  <a:lnTo>
                    <a:pt x="120" y="4"/>
                  </a:lnTo>
                  <a:lnTo>
                    <a:pt x="1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1" name="Freeform 152"/>
            <p:cNvSpPr>
              <a:spLocks/>
            </p:cNvSpPr>
            <p:nvPr/>
          </p:nvSpPr>
          <p:spPr bwMode="auto">
            <a:xfrm>
              <a:off x="9351963" y="1027113"/>
              <a:ext cx="103188" cy="106363"/>
            </a:xfrm>
            <a:custGeom>
              <a:avLst/>
              <a:gdLst>
                <a:gd name="T0" fmla="*/ 2 w 65"/>
                <a:gd name="T1" fmla="*/ 26 h 67"/>
                <a:gd name="T2" fmla="*/ 2 w 65"/>
                <a:gd name="T3" fmla="*/ 26 h 67"/>
                <a:gd name="T4" fmla="*/ 2 w 65"/>
                <a:gd name="T5" fmla="*/ 31 h 67"/>
                <a:gd name="T6" fmla="*/ 9 w 65"/>
                <a:gd name="T7" fmla="*/ 47 h 67"/>
                <a:gd name="T8" fmla="*/ 12 w 65"/>
                <a:gd name="T9" fmla="*/ 54 h 67"/>
                <a:gd name="T10" fmla="*/ 18 w 65"/>
                <a:gd name="T11" fmla="*/ 61 h 67"/>
                <a:gd name="T12" fmla="*/ 26 w 65"/>
                <a:gd name="T13" fmla="*/ 65 h 67"/>
                <a:gd name="T14" fmla="*/ 35 w 65"/>
                <a:gd name="T15" fmla="*/ 67 h 67"/>
                <a:gd name="T16" fmla="*/ 35 w 65"/>
                <a:gd name="T17" fmla="*/ 67 h 67"/>
                <a:gd name="T18" fmla="*/ 39 w 65"/>
                <a:gd name="T19" fmla="*/ 65 h 67"/>
                <a:gd name="T20" fmla="*/ 44 w 65"/>
                <a:gd name="T21" fmla="*/ 63 h 67"/>
                <a:gd name="T22" fmla="*/ 51 w 65"/>
                <a:gd name="T23" fmla="*/ 58 h 67"/>
                <a:gd name="T24" fmla="*/ 56 w 65"/>
                <a:gd name="T25" fmla="*/ 49 h 67"/>
                <a:gd name="T26" fmla="*/ 61 w 65"/>
                <a:gd name="T27" fmla="*/ 38 h 67"/>
                <a:gd name="T28" fmla="*/ 63 w 65"/>
                <a:gd name="T29" fmla="*/ 28 h 67"/>
                <a:gd name="T30" fmla="*/ 65 w 65"/>
                <a:gd name="T31" fmla="*/ 19 h 67"/>
                <a:gd name="T32" fmla="*/ 63 w 65"/>
                <a:gd name="T33" fmla="*/ 10 h 67"/>
                <a:gd name="T34" fmla="*/ 60 w 65"/>
                <a:gd name="T35" fmla="*/ 7 h 67"/>
                <a:gd name="T36" fmla="*/ 60 w 65"/>
                <a:gd name="T37" fmla="*/ 7 h 67"/>
                <a:gd name="T38" fmla="*/ 56 w 65"/>
                <a:gd name="T39" fmla="*/ 5 h 67"/>
                <a:gd name="T40" fmla="*/ 54 w 65"/>
                <a:gd name="T41" fmla="*/ 7 h 67"/>
                <a:gd name="T42" fmla="*/ 49 w 65"/>
                <a:gd name="T43" fmla="*/ 14 h 67"/>
                <a:gd name="T44" fmla="*/ 44 w 65"/>
                <a:gd name="T45" fmla="*/ 23 h 67"/>
                <a:gd name="T46" fmla="*/ 40 w 65"/>
                <a:gd name="T47" fmla="*/ 28 h 67"/>
                <a:gd name="T48" fmla="*/ 37 w 65"/>
                <a:gd name="T49" fmla="*/ 30 h 67"/>
                <a:gd name="T50" fmla="*/ 37 w 65"/>
                <a:gd name="T51" fmla="*/ 30 h 67"/>
                <a:gd name="T52" fmla="*/ 32 w 65"/>
                <a:gd name="T53" fmla="*/ 30 h 67"/>
                <a:gd name="T54" fmla="*/ 28 w 65"/>
                <a:gd name="T55" fmla="*/ 26 h 67"/>
                <a:gd name="T56" fmla="*/ 23 w 65"/>
                <a:gd name="T57" fmla="*/ 16 h 67"/>
                <a:gd name="T58" fmla="*/ 18 w 65"/>
                <a:gd name="T59" fmla="*/ 5 h 67"/>
                <a:gd name="T60" fmla="*/ 14 w 65"/>
                <a:gd name="T61" fmla="*/ 2 h 67"/>
                <a:gd name="T62" fmla="*/ 11 w 65"/>
                <a:gd name="T63" fmla="*/ 0 h 67"/>
                <a:gd name="T64" fmla="*/ 11 w 65"/>
                <a:gd name="T65" fmla="*/ 0 h 67"/>
                <a:gd name="T66" fmla="*/ 5 w 65"/>
                <a:gd name="T67" fmla="*/ 2 h 67"/>
                <a:gd name="T68" fmla="*/ 4 w 65"/>
                <a:gd name="T69" fmla="*/ 3 h 67"/>
                <a:gd name="T70" fmla="*/ 2 w 65"/>
                <a:gd name="T71" fmla="*/ 5 h 67"/>
                <a:gd name="T72" fmla="*/ 0 w 65"/>
                <a:gd name="T73" fmla="*/ 9 h 67"/>
                <a:gd name="T74" fmla="*/ 0 w 65"/>
                <a:gd name="T75" fmla="*/ 17 h 67"/>
                <a:gd name="T76" fmla="*/ 2 w 65"/>
                <a:gd name="T77" fmla="*/ 2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5" h="67">
                  <a:moveTo>
                    <a:pt x="2" y="26"/>
                  </a:moveTo>
                  <a:lnTo>
                    <a:pt x="2" y="26"/>
                  </a:lnTo>
                  <a:lnTo>
                    <a:pt x="2" y="31"/>
                  </a:lnTo>
                  <a:lnTo>
                    <a:pt x="9" y="47"/>
                  </a:lnTo>
                  <a:lnTo>
                    <a:pt x="12" y="54"/>
                  </a:lnTo>
                  <a:lnTo>
                    <a:pt x="18" y="61"/>
                  </a:lnTo>
                  <a:lnTo>
                    <a:pt x="26" y="65"/>
                  </a:lnTo>
                  <a:lnTo>
                    <a:pt x="35" y="67"/>
                  </a:lnTo>
                  <a:lnTo>
                    <a:pt x="35" y="67"/>
                  </a:lnTo>
                  <a:lnTo>
                    <a:pt x="39" y="65"/>
                  </a:lnTo>
                  <a:lnTo>
                    <a:pt x="44" y="63"/>
                  </a:lnTo>
                  <a:lnTo>
                    <a:pt x="51" y="58"/>
                  </a:lnTo>
                  <a:lnTo>
                    <a:pt x="56" y="49"/>
                  </a:lnTo>
                  <a:lnTo>
                    <a:pt x="61" y="38"/>
                  </a:lnTo>
                  <a:lnTo>
                    <a:pt x="63" y="28"/>
                  </a:lnTo>
                  <a:lnTo>
                    <a:pt x="65" y="19"/>
                  </a:lnTo>
                  <a:lnTo>
                    <a:pt x="63" y="10"/>
                  </a:lnTo>
                  <a:lnTo>
                    <a:pt x="60" y="7"/>
                  </a:lnTo>
                  <a:lnTo>
                    <a:pt x="60" y="7"/>
                  </a:lnTo>
                  <a:lnTo>
                    <a:pt x="56" y="5"/>
                  </a:lnTo>
                  <a:lnTo>
                    <a:pt x="54" y="7"/>
                  </a:lnTo>
                  <a:lnTo>
                    <a:pt x="49" y="14"/>
                  </a:lnTo>
                  <a:lnTo>
                    <a:pt x="44" y="23"/>
                  </a:lnTo>
                  <a:lnTo>
                    <a:pt x="40" y="28"/>
                  </a:lnTo>
                  <a:lnTo>
                    <a:pt x="37" y="30"/>
                  </a:lnTo>
                  <a:lnTo>
                    <a:pt x="37" y="30"/>
                  </a:lnTo>
                  <a:lnTo>
                    <a:pt x="32" y="30"/>
                  </a:lnTo>
                  <a:lnTo>
                    <a:pt x="28" y="26"/>
                  </a:lnTo>
                  <a:lnTo>
                    <a:pt x="23" y="16"/>
                  </a:lnTo>
                  <a:lnTo>
                    <a:pt x="18" y="5"/>
                  </a:lnTo>
                  <a:lnTo>
                    <a:pt x="14" y="2"/>
                  </a:lnTo>
                  <a:lnTo>
                    <a:pt x="11" y="0"/>
                  </a:lnTo>
                  <a:lnTo>
                    <a:pt x="11" y="0"/>
                  </a:lnTo>
                  <a:lnTo>
                    <a:pt x="5" y="2"/>
                  </a:lnTo>
                  <a:lnTo>
                    <a:pt x="4" y="3"/>
                  </a:lnTo>
                  <a:lnTo>
                    <a:pt x="2" y="5"/>
                  </a:lnTo>
                  <a:lnTo>
                    <a:pt x="0" y="9"/>
                  </a:lnTo>
                  <a:lnTo>
                    <a:pt x="0" y="17"/>
                  </a:lnTo>
                  <a:lnTo>
                    <a:pt x="2" y="26"/>
                  </a:lnTo>
                  <a:close/>
                </a:path>
              </a:pathLst>
            </a:custGeom>
            <a:solidFill>
              <a:srgbClr val="5F3F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2" name="Freeform 153"/>
            <p:cNvSpPr>
              <a:spLocks/>
            </p:cNvSpPr>
            <p:nvPr/>
          </p:nvSpPr>
          <p:spPr bwMode="auto">
            <a:xfrm>
              <a:off x="9351963" y="1027113"/>
              <a:ext cx="103188" cy="106363"/>
            </a:xfrm>
            <a:custGeom>
              <a:avLst/>
              <a:gdLst>
                <a:gd name="T0" fmla="*/ 2 w 65"/>
                <a:gd name="T1" fmla="*/ 26 h 67"/>
                <a:gd name="T2" fmla="*/ 2 w 65"/>
                <a:gd name="T3" fmla="*/ 26 h 67"/>
                <a:gd name="T4" fmla="*/ 2 w 65"/>
                <a:gd name="T5" fmla="*/ 31 h 67"/>
                <a:gd name="T6" fmla="*/ 9 w 65"/>
                <a:gd name="T7" fmla="*/ 47 h 67"/>
                <a:gd name="T8" fmla="*/ 12 w 65"/>
                <a:gd name="T9" fmla="*/ 54 h 67"/>
                <a:gd name="T10" fmla="*/ 18 w 65"/>
                <a:gd name="T11" fmla="*/ 61 h 67"/>
                <a:gd name="T12" fmla="*/ 26 w 65"/>
                <a:gd name="T13" fmla="*/ 65 h 67"/>
                <a:gd name="T14" fmla="*/ 35 w 65"/>
                <a:gd name="T15" fmla="*/ 67 h 67"/>
                <a:gd name="T16" fmla="*/ 35 w 65"/>
                <a:gd name="T17" fmla="*/ 67 h 67"/>
                <a:gd name="T18" fmla="*/ 39 w 65"/>
                <a:gd name="T19" fmla="*/ 65 h 67"/>
                <a:gd name="T20" fmla="*/ 44 w 65"/>
                <a:gd name="T21" fmla="*/ 63 h 67"/>
                <a:gd name="T22" fmla="*/ 51 w 65"/>
                <a:gd name="T23" fmla="*/ 58 h 67"/>
                <a:gd name="T24" fmla="*/ 56 w 65"/>
                <a:gd name="T25" fmla="*/ 49 h 67"/>
                <a:gd name="T26" fmla="*/ 61 w 65"/>
                <a:gd name="T27" fmla="*/ 38 h 67"/>
                <a:gd name="T28" fmla="*/ 63 w 65"/>
                <a:gd name="T29" fmla="*/ 28 h 67"/>
                <a:gd name="T30" fmla="*/ 65 w 65"/>
                <a:gd name="T31" fmla="*/ 19 h 67"/>
                <a:gd name="T32" fmla="*/ 63 w 65"/>
                <a:gd name="T33" fmla="*/ 10 h 67"/>
                <a:gd name="T34" fmla="*/ 60 w 65"/>
                <a:gd name="T35" fmla="*/ 7 h 67"/>
                <a:gd name="T36" fmla="*/ 60 w 65"/>
                <a:gd name="T37" fmla="*/ 7 h 67"/>
                <a:gd name="T38" fmla="*/ 56 w 65"/>
                <a:gd name="T39" fmla="*/ 5 h 67"/>
                <a:gd name="T40" fmla="*/ 54 w 65"/>
                <a:gd name="T41" fmla="*/ 7 h 67"/>
                <a:gd name="T42" fmla="*/ 49 w 65"/>
                <a:gd name="T43" fmla="*/ 14 h 67"/>
                <a:gd name="T44" fmla="*/ 44 w 65"/>
                <a:gd name="T45" fmla="*/ 23 h 67"/>
                <a:gd name="T46" fmla="*/ 40 w 65"/>
                <a:gd name="T47" fmla="*/ 28 h 67"/>
                <a:gd name="T48" fmla="*/ 37 w 65"/>
                <a:gd name="T49" fmla="*/ 30 h 67"/>
                <a:gd name="T50" fmla="*/ 37 w 65"/>
                <a:gd name="T51" fmla="*/ 30 h 67"/>
                <a:gd name="T52" fmla="*/ 32 w 65"/>
                <a:gd name="T53" fmla="*/ 30 h 67"/>
                <a:gd name="T54" fmla="*/ 28 w 65"/>
                <a:gd name="T55" fmla="*/ 26 h 67"/>
                <a:gd name="T56" fmla="*/ 23 w 65"/>
                <a:gd name="T57" fmla="*/ 16 h 67"/>
                <a:gd name="T58" fmla="*/ 18 w 65"/>
                <a:gd name="T59" fmla="*/ 5 h 67"/>
                <a:gd name="T60" fmla="*/ 14 w 65"/>
                <a:gd name="T61" fmla="*/ 2 h 67"/>
                <a:gd name="T62" fmla="*/ 11 w 65"/>
                <a:gd name="T63" fmla="*/ 0 h 67"/>
                <a:gd name="T64" fmla="*/ 11 w 65"/>
                <a:gd name="T65" fmla="*/ 0 h 67"/>
                <a:gd name="T66" fmla="*/ 5 w 65"/>
                <a:gd name="T67" fmla="*/ 2 h 67"/>
                <a:gd name="T68" fmla="*/ 4 w 65"/>
                <a:gd name="T69" fmla="*/ 3 h 67"/>
                <a:gd name="T70" fmla="*/ 2 w 65"/>
                <a:gd name="T71" fmla="*/ 5 h 67"/>
                <a:gd name="T72" fmla="*/ 0 w 65"/>
                <a:gd name="T73" fmla="*/ 9 h 67"/>
                <a:gd name="T74" fmla="*/ 0 w 65"/>
                <a:gd name="T75" fmla="*/ 17 h 67"/>
                <a:gd name="T76" fmla="*/ 2 w 65"/>
                <a:gd name="T77" fmla="*/ 2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5" h="67">
                  <a:moveTo>
                    <a:pt x="2" y="26"/>
                  </a:moveTo>
                  <a:lnTo>
                    <a:pt x="2" y="26"/>
                  </a:lnTo>
                  <a:lnTo>
                    <a:pt x="2" y="31"/>
                  </a:lnTo>
                  <a:lnTo>
                    <a:pt x="9" y="47"/>
                  </a:lnTo>
                  <a:lnTo>
                    <a:pt x="12" y="54"/>
                  </a:lnTo>
                  <a:lnTo>
                    <a:pt x="18" y="61"/>
                  </a:lnTo>
                  <a:lnTo>
                    <a:pt x="26" y="65"/>
                  </a:lnTo>
                  <a:lnTo>
                    <a:pt x="35" y="67"/>
                  </a:lnTo>
                  <a:lnTo>
                    <a:pt x="35" y="67"/>
                  </a:lnTo>
                  <a:lnTo>
                    <a:pt x="39" y="65"/>
                  </a:lnTo>
                  <a:lnTo>
                    <a:pt x="44" y="63"/>
                  </a:lnTo>
                  <a:lnTo>
                    <a:pt x="51" y="58"/>
                  </a:lnTo>
                  <a:lnTo>
                    <a:pt x="56" y="49"/>
                  </a:lnTo>
                  <a:lnTo>
                    <a:pt x="61" y="38"/>
                  </a:lnTo>
                  <a:lnTo>
                    <a:pt x="63" y="28"/>
                  </a:lnTo>
                  <a:lnTo>
                    <a:pt x="65" y="19"/>
                  </a:lnTo>
                  <a:lnTo>
                    <a:pt x="63" y="10"/>
                  </a:lnTo>
                  <a:lnTo>
                    <a:pt x="60" y="7"/>
                  </a:lnTo>
                  <a:lnTo>
                    <a:pt x="60" y="7"/>
                  </a:lnTo>
                  <a:lnTo>
                    <a:pt x="56" y="5"/>
                  </a:lnTo>
                  <a:lnTo>
                    <a:pt x="54" y="7"/>
                  </a:lnTo>
                  <a:lnTo>
                    <a:pt x="49" y="14"/>
                  </a:lnTo>
                  <a:lnTo>
                    <a:pt x="44" y="23"/>
                  </a:lnTo>
                  <a:lnTo>
                    <a:pt x="40" y="28"/>
                  </a:lnTo>
                  <a:lnTo>
                    <a:pt x="37" y="30"/>
                  </a:lnTo>
                  <a:lnTo>
                    <a:pt x="37" y="30"/>
                  </a:lnTo>
                  <a:lnTo>
                    <a:pt x="32" y="30"/>
                  </a:lnTo>
                  <a:lnTo>
                    <a:pt x="28" y="26"/>
                  </a:lnTo>
                  <a:lnTo>
                    <a:pt x="23" y="16"/>
                  </a:lnTo>
                  <a:lnTo>
                    <a:pt x="18" y="5"/>
                  </a:lnTo>
                  <a:lnTo>
                    <a:pt x="14" y="2"/>
                  </a:lnTo>
                  <a:lnTo>
                    <a:pt x="11" y="0"/>
                  </a:lnTo>
                  <a:lnTo>
                    <a:pt x="11" y="0"/>
                  </a:lnTo>
                  <a:lnTo>
                    <a:pt x="5" y="2"/>
                  </a:lnTo>
                  <a:lnTo>
                    <a:pt x="4" y="3"/>
                  </a:lnTo>
                  <a:lnTo>
                    <a:pt x="2" y="5"/>
                  </a:lnTo>
                  <a:lnTo>
                    <a:pt x="0" y="9"/>
                  </a:lnTo>
                  <a:lnTo>
                    <a:pt x="0" y="17"/>
                  </a:lnTo>
                  <a:lnTo>
                    <a:pt x="2"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3" name="Freeform 154"/>
            <p:cNvSpPr>
              <a:spLocks/>
            </p:cNvSpPr>
            <p:nvPr/>
          </p:nvSpPr>
          <p:spPr bwMode="auto">
            <a:xfrm>
              <a:off x="9366251" y="942975"/>
              <a:ext cx="71438" cy="147638"/>
            </a:xfrm>
            <a:custGeom>
              <a:avLst/>
              <a:gdLst>
                <a:gd name="T0" fmla="*/ 21 w 45"/>
                <a:gd name="T1" fmla="*/ 0 h 93"/>
                <a:gd name="T2" fmla="*/ 21 w 45"/>
                <a:gd name="T3" fmla="*/ 0 h 93"/>
                <a:gd name="T4" fmla="*/ 14 w 45"/>
                <a:gd name="T5" fmla="*/ 0 h 93"/>
                <a:gd name="T6" fmla="*/ 9 w 45"/>
                <a:gd name="T7" fmla="*/ 4 h 93"/>
                <a:gd name="T8" fmla="*/ 5 w 45"/>
                <a:gd name="T9" fmla="*/ 9 h 93"/>
                <a:gd name="T10" fmla="*/ 2 w 45"/>
                <a:gd name="T11" fmla="*/ 16 h 93"/>
                <a:gd name="T12" fmla="*/ 0 w 45"/>
                <a:gd name="T13" fmla="*/ 25 h 93"/>
                <a:gd name="T14" fmla="*/ 0 w 45"/>
                <a:gd name="T15" fmla="*/ 35 h 93"/>
                <a:gd name="T16" fmla="*/ 2 w 45"/>
                <a:gd name="T17" fmla="*/ 47 h 93"/>
                <a:gd name="T18" fmla="*/ 3 w 45"/>
                <a:gd name="T19" fmla="*/ 60 h 93"/>
                <a:gd name="T20" fmla="*/ 3 w 45"/>
                <a:gd name="T21" fmla="*/ 60 h 93"/>
                <a:gd name="T22" fmla="*/ 10 w 45"/>
                <a:gd name="T23" fmla="*/ 81 h 93"/>
                <a:gd name="T24" fmla="*/ 14 w 45"/>
                <a:gd name="T25" fmla="*/ 86 h 93"/>
                <a:gd name="T26" fmla="*/ 17 w 45"/>
                <a:gd name="T27" fmla="*/ 91 h 93"/>
                <a:gd name="T28" fmla="*/ 21 w 45"/>
                <a:gd name="T29" fmla="*/ 93 h 93"/>
                <a:gd name="T30" fmla="*/ 24 w 45"/>
                <a:gd name="T31" fmla="*/ 93 h 93"/>
                <a:gd name="T32" fmla="*/ 30 w 45"/>
                <a:gd name="T33" fmla="*/ 91 h 93"/>
                <a:gd name="T34" fmla="*/ 35 w 45"/>
                <a:gd name="T35" fmla="*/ 86 h 93"/>
                <a:gd name="T36" fmla="*/ 35 w 45"/>
                <a:gd name="T37" fmla="*/ 86 h 93"/>
                <a:gd name="T38" fmla="*/ 38 w 45"/>
                <a:gd name="T39" fmla="*/ 79 h 93"/>
                <a:gd name="T40" fmla="*/ 44 w 45"/>
                <a:gd name="T41" fmla="*/ 69 h 93"/>
                <a:gd name="T42" fmla="*/ 45 w 45"/>
                <a:gd name="T43" fmla="*/ 55 h 93"/>
                <a:gd name="T44" fmla="*/ 45 w 45"/>
                <a:gd name="T45" fmla="*/ 39 h 93"/>
                <a:gd name="T46" fmla="*/ 44 w 45"/>
                <a:gd name="T47" fmla="*/ 25 h 93"/>
                <a:gd name="T48" fmla="*/ 40 w 45"/>
                <a:gd name="T49" fmla="*/ 12 h 93"/>
                <a:gd name="T50" fmla="*/ 37 w 45"/>
                <a:gd name="T51" fmla="*/ 7 h 93"/>
                <a:gd name="T52" fmla="*/ 33 w 45"/>
                <a:gd name="T53" fmla="*/ 4 h 93"/>
                <a:gd name="T54" fmla="*/ 28 w 45"/>
                <a:gd name="T55" fmla="*/ 0 h 93"/>
                <a:gd name="T56" fmla="*/ 21 w 45"/>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93">
                  <a:moveTo>
                    <a:pt x="21" y="0"/>
                  </a:moveTo>
                  <a:lnTo>
                    <a:pt x="21" y="0"/>
                  </a:lnTo>
                  <a:lnTo>
                    <a:pt x="14" y="0"/>
                  </a:lnTo>
                  <a:lnTo>
                    <a:pt x="9" y="4"/>
                  </a:lnTo>
                  <a:lnTo>
                    <a:pt x="5" y="9"/>
                  </a:lnTo>
                  <a:lnTo>
                    <a:pt x="2" y="16"/>
                  </a:lnTo>
                  <a:lnTo>
                    <a:pt x="0" y="25"/>
                  </a:lnTo>
                  <a:lnTo>
                    <a:pt x="0" y="35"/>
                  </a:lnTo>
                  <a:lnTo>
                    <a:pt x="2" y="47"/>
                  </a:lnTo>
                  <a:lnTo>
                    <a:pt x="3" y="60"/>
                  </a:lnTo>
                  <a:lnTo>
                    <a:pt x="3" y="60"/>
                  </a:lnTo>
                  <a:lnTo>
                    <a:pt x="10" y="81"/>
                  </a:lnTo>
                  <a:lnTo>
                    <a:pt x="14" y="86"/>
                  </a:lnTo>
                  <a:lnTo>
                    <a:pt x="17" y="91"/>
                  </a:lnTo>
                  <a:lnTo>
                    <a:pt x="21" y="93"/>
                  </a:lnTo>
                  <a:lnTo>
                    <a:pt x="24" y="93"/>
                  </a:lnTo>
                  <a:lnTo>
                    <a:pt x="30" y="91"/>
                  </a:lnTo>
                  <a:lnTo>
                    <a:pt x="35" y="86"/>
                  </a:lnTo>
                  <a:lnTo>
                    <a:pt x="35" y="86"/>
                  </a:lnTo>
                  <a:lnTo>
                    <a:pt x="38" y="79"/>
                  </a:lnTo>
                  <a:lnTo>
                    <a:pt x="44" y="69"/>
                  </a:lnTo>
                  <a:lnTo>
                    <a:pt x="45" y="55"/>
                  </a:lnTo>
                  <a:lnTo>
                    <a:pt x="45" y="39"/>
                  </a:lnTo>
                  <a:lnTo>
                    <a:pt x="44" y="25"/>
                  </a:lnTo>
                  <a:lnTo>
                    <a:pt x="40" y="12"/>
                  </a:lnTo>
                  <a:lnTo>
                    <a:pt x="37" y="7"/>
                  </a:lnTo>
                  <a:lnTo>
                    <a:pt x="33" y="4"/>
                  </a:lnTo>
                  <a:lnTo>
                    <a:pt x="28" y="0"/>
                  </a:lnTo>
                  <a:lnTo>
                    <a:pt x="21"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4" name="Freeform 155"/>
            <p:cNvSpPr>
              <a:spLocks/>
            </p:cNvSpPr>
            <p:nvPr/>
          </p:nvSpPr>
          <p:spPr bwMode="auto">
            <a:xfrm>
              <a:off x="9366251" y="942975"/>
              <a:ext cx="71438" cy="147638"/>
            </a:xfrm>
            <a:custGeom>
              <a:avLst/>
              <a:gdLst>
                <a:gd name="T0" fmla="*/ 21 w 45"/>
                <a:gd name="T1" fmla="*/ 0 h 93"/>
                <a:gd name="T2" fmla="*/ 21 w 45"/>
                <a:gd name="T3" fmla="*/ 0 h 93"/>
                <a:gd name="T4" fmla="*/ 14 w 45"/>
                <a:gd name="T5" fmla="*/ 0 h 93"/>
                <a:gd name="T6" fmla="*/ 9 w 45"/>
                <a:gd name="T7" fmla="*/ 4 h 93"/>
                <a:gd name="T8" fmla="*/ 5 w 45"/>
                <a:gd name="T9" fmla="*/ 9 h 93"/>
                <a:gd name="T10" fmla="*/ 2 w 45"/>
                <a:gd name="T11" fmla="*/ 16 h 93"/>
                <a:gd name="T12" fmla="*/ 0 w 45"/>
                <a:gd name="T13" fmla="*/ 25 h 93"/>
                <a:gd name="T14" fmla="*/ 0 w 45"/>
                <a:gd name="T15" fmla="*/ 35 h 93"/>
                <a:gd name="T16" fmla="*/ 2 w 45"/>
                <a:gd name="T17" fmla="*/ 47 h 93"/>
                <a:gd name="T18" fmla="*/ 3 w 45"/>
                <a:gd name="T19" fmla="*/ 60 h 93"/>
                <a:gd name="T20" fmla="*/ 3 w 45"/>
                <a:gd name="T21" fmla="*/ 60 h 93"/>
                <a:gd name="T22" fmla="*/ 10 w 45"/>
                <a:gd name="T23" fmla="*/ 81 h 93"/>
                <a:gd name="T24" fmla="*/ 14 w 45"/>
                <a:gd name="T25" fmla="*/ 86 h 93"/>
                <a:gd name="T26" fmla="*/ 17 w 45"/>
                <a:gd name="T27" fmla="*/ 91 h 93"/>
                <a:gd name="T28" fmla="*/ 21 w 45"/>
                <a:gd name="T29" fmla="*/ 93 h 93"/>
                <a:gd name="T30" fmla="*/ 24 w 45"/>
                <a:gd name="T31" fmla="*/ 93 h 93"/>
                <a:gd name="T32" fmla="*/ 30 w 45"/>
                <a:gd name="T33" fmla="*/ 91 h 93"/>
                <a:gd name="T34" fmla="*/ 35 w 45"/>
                <a:gd name="T35" fmla="*/ 86 h 93"/>
                <a:gd name="T36" fmla="*/ 35 w 45"/>
                <a:gd name="T37" fmla="*/ 86 h 93"/>
                <a:gd name="T38" fmla="*/ 38 w 45"/>
                <a:gd name="T39" fmla="*/ 79 h 93"/>
                <a:gd name="T40" fmla="*/ 44 w 45"/>
                <a:gd name="T41" fmla="*/ 69 h 93"/>
                <a:gd name="T42" fmla="*/ 45 w 45"/>
                <a:gd name="T43" fmla="*/ 55 h 93"/>
                <a:gd name="T44" fmla="*/ 45 w 45"/>
                <a:gd name="T45" fmla="*/ 39 h 93"/>
                <a:gd name="T46" fmla="*/ 44 w 45"/>
                <a:gd name="T47" fmla="*/ 25 h 93"/>
                <a:gd name="T48" fmla="*/ 40 w 45"/>
                <a:gd name="T49" fmla="*/ 12 h 93"/>
                <a:gd name="T50" fmla="*/ 37 w 45"/>
                <a:gd name="T51" fmla="*/ 7 h 93"/>
                <a:gd name="T52" fmla="*/ 33 w 45"/>
                <a:gd name="T53" fmla="*/ 4 h 93"/>
                <a:gd name="T54" fmla="*/ 28 w 45"/>
                <a:gd name="T55" fmla="*/ 0 h 93"/>
                <a:gd name="T56" fmla="*/ 21 w 45"/>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93">
                  <a:moveTo>
                    <a:pt x="21" y="0"/>
                  </a:moveTo>
                  <a:lnTo>
                    <a:pt x="21" y="0"/>
                  </a:lnTo>
                  <a:lnTo>
                    <a:pt x="14" y="0"/>
                  </a:lnTo>
                  <a:lnTo>
                    <a:pt x="9" y="4"/>
                  </a:lnTo>
                  <a:lnTo>
                    <a:pt x="5" y="9"/>
                  </a:lnTo>
                  <a:lnTo>
                    <a:pt x="2" y="16"/>
                  </a:lnTo>
                  <a:lnTo>
                    <a:pt x="0" y="25"/>
                  </a:lnTo>
                  <a:lnTo>
                    <a:pt x="0" y="35"/>
                  </a:lnTo>
                  <a:lnTo>
                    <a:pt x="2" y="47"/>
                  </a:lnTo>
                  <a:lnTo>
                    <a:pt x="3" y="60"/>
                  </a:lnTo>
                  <a:lnTo>
                    <a:pt x="3" y="60"/>
                  </a:lnTo>
                  <a:lnTo>
                    <a:pt x="10" y="81"/>
                  </a:lnTo>
                  <a:lnTo>
                    <a:pt x="14" y="86"/>
                  </a:lnTo>
                  <a:lnTo>
                    <a:pt x="17" y="91"/>
                  </a:lnTo>
                  <a:lnTo>
                    <a:pt x="21" y="93"/>
                  </a:lnTo>
                  <a:lnTo>
                    <a:pt x="24" y="93"/>
                  </a:lnTo>
                  <a:lnTo>
                    <a:pt x="30" y="91"/>
                  </a:lnTo>
                  <a:lnTo>
                    <a:pt x="35" y="86"/>
                  </a:lnTo>
                  <a:lnTo>
                    <a:pt x="35" y="86"/>
                  </a:lnTo>
                  <a:lnTo>
                    <a:pt x="38" y="79"/>
                  </a:lnTo>
                  <a:lnTo>
                    <a:pt x="44" y="69"/>
                  </a:lnTo>
                  <a:lnTo>
                    <a:pt x="45" y="55"/>
                  </a:lnTo>
                  <a:lnTo>
                    <a:pt x="45" y="39"/>
                  </a:lnTo>
                  <a:lnTo>
                    <a:pt x="44" y="25"/>
                  </a:lnTo>
                  <a:lnTo>
                    <a:pt x="40" y="12"/>
                  </a:lnTo>
                  <a:lnTo>
                    <a:pt x="37" y="7"/>
                  </a:lnTo>
                  <a:lnTo>
                    <a:pt x="33" y="4"/>
                  </a:lnTo>
                  <a:lnTo>
                    <a:pt x="28" y="0"/>
                  </a:lnTo>
                  <a:lnTo>
                    <a:pt x="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5" name="Freeform 156"/>
            <p:cNvSpPr>
              <a:spLocks/>
            </p:cNvSpPr>
            <p:nvPr/>
          </p:nvSpPr>
          <p:spPr bwMode="auto">
            <a:xfrm>
              <a:off x="9366251" y="881063"/>
              <a:ext cx="77788" cy="146050"/>
            </a:xfrm>
            <a:custGeom>
              <a:avLst/>
              <a:gdLst>
                <a:gd name="T0" fmla="*/ 30 w 49"/>
                <a:gd name="T1" fmla="*/ 4 h 92"/>
                <a:gd name="T2" fmla="*/ 30 w 49"/>
                <a:gd name="T3" fmla="*/ 4 h 92"/>
                <a:gd name="T4" fmla="*/ 26 w 49"/>
                <a:gd name="T5" fmla="*/ 2 h 92"/>
                <a:gd name="T6" fmla="*/ 21 w 49"/>
                <a:gd name="T7" fmla="*/ 0 h 92"/>
                <a:gd name="T8" fmla="*/ 17 w 49"/>
                <a:gd name="T9" fmla="*/ 0 h 92"/>
                <a:gd name="T10" fmla="*/ 12 w 49"/>
                <a:gd name="T11" fmla="*/ 2 h 92"/>
                <a:gd name="T12" fmla="*/ 9 w 49"/>
                <a:gd name="T13" fmla="*/ 6 h 92"/>
                <a:gd name="T14" fmla="*/ 7 w 49"/>
                <a:gd name="T15" fmla="*/ 13 h 92"/>
                <a:gd name="T16" fmla="*/ 7 w 49"/>
                <a:gd name="T17" fmla="*/ 13 h 92"/>
                <a:gd name="T18" fmla="*/ 3 w 49"/>
                <a:gd name="T19" fmla="*/ 21 h 92"/>
                <a:gd name="T20" fmla="*/ 2 w 49"/>
                <a:gd name="T21" fmla="*/ 32 h 92"/>
                <a:gd name="T22" fmla="*/ 0 w 49"/>
                <a:gd name="T23" fmla="*/ 44 h 92"/>
                <a:gd name="T24" fmla="*/ 2 w 49"/>
                <a:gd name="T25" fmla="*/ 57 h 92"/>
                <a:gd name="T26" fmla="*/ 3 w 49"/>
                <a:gd name="T27" fmla="*/ 67 h 92"/>
                <a:gd name="T28" fmla="*/ 7 w 49"/>
                <a:gd name="T29" fmla="*/ 78 h 92"/>
                <a:gd name="T30" fmla="*/ 14 w 49"/>
                <a:gd name="T31" fmla="*/ 86 h 92"/>
                <a:gd name="T32" fmla="*/ 17 w 49"/>
                <a:gd name="T33" fmla="*/ 88 h 92"/>
                <a:gd name="T34" fmla="*/ 23 w 49"/>
                <a:gd name="T35" fmla="*/ 92 h 92"/>
                <a:gd name="T36" fmla="*/ 23 w 49"/>
                <a:gd name="T37" fmla="*/ 92 h 92"/>
                <a:gd name="T38" fmla="*/ 28 w 49"/>
                <a:gd name="T39" fmla="*/ 92 h 92"/>
                <a:gd name="T40" fmla="*/ 33 w 49"/>
                <a:gd name="T41" fmla="*/ 92 h 92"/>
                <a:gd name="T42" fmla="*/ 37 w 49"/>
                <a:gd name="T43" fmla="*/ 88 h 92"/>
                <a:gd name="T44" fmla="*/ 40 w 49"/>
                <a:gd name="T45" fmla="*/ 85 h 92"/>
                <a:gd name="T46" fmla="*/ 45 w 49"/>
                <a:gd name="T47" fmla="*/ 76 h 92"/>
                <a:gd name="T48" fmla="*/ 49 w 49"/>
                <a:gd name="T49" fmla="*/ 62 h 92"/>
                <a:gd name="T50" fmla="*/ 49 w 49"/>
                <a:gd name="T51" fmla="*/ 46 h 92"/>
                <a:gd name="T52" fmla="*/ 45 w 49"/>
                <a:gd name="T53" fmla="*/ 30 h 92"/>
                <a:gd name="T54" fmla="*/ 38 w 49"/>
                <a:gd name="T55" fmla="*/ 16 h 92"/>
                <a:gd name="T56" fmla="*/ 35 w 49"/>
                <a:gd name="T57" fmla="*/ 9 h 92"/>
                <a:gd name="T58" fmla="*/ 30 w 49"/>
                <a:gd name="T59"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92">
                  <a:moveTo>
                    <a:pt x="30" y="4"/>
                  </a:moveTo>
                  <a:lnTo>
                    <a:pt x="30" y="4"/>
                  </a:lnTo>
                  <a:lnTo>
                    <a:pt x="26" y="2"/>
                  </a:lnTo>
                  <a:lnTo>
                    <a:pt x="21" y="0"/>
                  </a:lnTo>
                  <a:lnTo>
                    <a:pt x="17" y="0"/>
                  </a:lnTo>
                  <a:lnTo>
                    <a:pt x="12" y="2"/>
                  </a:lnTo>
                  <a:lnTo>
                    <a:pt x="9" y="6"/>
                  </a:lnTo>
                  <a:lnTo>
                    <a:pt x="7" y="13"/>
                  </a:lnTo>
                  <a:lnTo>
                    <a:pt x="7" y="13"/>
                  </a:lnTo>
                  <a:lnTo>
                    <a:pt x="3" y="21"/>
                  </a:lnTo>
                  <a:lnTo>
                    <a:pt x="2" y="32"/>
                  </a:lnTo>
                  <a:lnTo>
                    <a:pt x="0" y="44"/>
                  </a:lnTo>
                  <a:lnTo>
                    <a:pt x="2" y="57"/>
                  </a:lnTo>
                  <a:lnTo>
                    <a:pt x="3" y="67"/>
                  </a:lnTo>
                  <a:lnTo>
                    <a:pt x="7" y="78"/>
                  </a:lnTo>
                  <a:lnTo>
                    <a:pt x="14" y="86"/>
                  </a:lnTo>
                  <a:lnTo>
                    <a:pt x="17" y="88"/>
                  </a:lnTo>
                  <a:lnTo>
                    <a:pt x="23" y="92"/>
                  </a:lnTo>
                  <a:lnTo>
                    <a:pt x="23" y="92"/>
                  </a:lnTo>
                  <a:lnTo>
                    <a:pt x="28" y="92"/>
                  </a:lnTo>
                  <a:lnTo>
                    <a:pt x="33" y="92"/>
                  </a:lnTo>
                  <a:lnTo>
                    <a:pt x="37" y="88"/>
                  </a:lnTo>
                  <a:lnTo>
                    <a:pt x="40" y="85"/>
                  </a:lnTo>
                  <a:lnTo>
                    <a:pt x="45" y="76"/>
                  </a:lnTo>
                  <a:lnTo>
                    <a:pt x="49" y="62"/>
                  </a:lnTo>
                  <a:lnTo>
                    <a:pt x="49" y="46"/>
                  </a:lnTo>
                  <a:lnTo>
                    <a:pt x="45" y="30"/>
                  </a:lnTo>
                  <a:lnTo>
                    <a:pt x="38" y="16"/>
                  </a:lnTo>
                  <a:lnTo>
                    <a:pt x="35" y="9"/>
                  </a:lnTo>
                  <a:lnTo>
                    <a:pt x="3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6" name="Freeform 157"/>
            <p:cNvSpPr>
              <a:spLocks/>
            </p:cNvSpPr>
            <p:nvPr/>
          </p:nvSpPr>
          <p:spPr bwMode="auto">
            <a:xfrm>
              <a:off x="9366251" y="881063"/>
              <a:ext cx="77788" cy="146050"/>
            </a:xfrm>
            <a:custGeom>
              <a:avLst/>
              <a:gdLst>
                <a:gd name="T0" fmla="*/ 30 w 49"/>
                <a:gd name="T1" fmla="*/ 4 h 92"/>
                <a:gd name="T2" fmla="*/ 30 w 49"/>
                <a:gd name="T3" fmla="*/ 4 h 92"/>
                <a:gd name="T4" fmla="*/ 26 w 49"/>
                <a:gd name="T5" fmla="*/ 2 h 92"/>
                <a:gd name="T6" fmla="*/ 21 w 49"/>
                <a:gd name="T7" fmla="*/ 0 h 92"/>
                <a:gd name="T8" fmla="*/ 17 w 49"/>
                <a:gd name="T9" fmla="*/ 0 h 92"/>
                <a:gd name="T10" fmla="*/ 12 w 49"/>
                <a:gd name="T11" fmla="*/ 2 h 92"/>
                <a:gd name="T12" fmla="*/ 9 w 49"/>
                <a:gd name="T13" fmla="*/ 6 h 92"/>
                <a:gd name="T14" fmla="*/ 7 w 49"/>
                <a:gd name="T15" fmla="*/ 13 h 92"/>
                <a:gd name="T16" fmla="*/ 7 w 49"/>
                <a:gd name="T17" fmla="*/ 13 h 92"/>
                <a:gd name="T18" fmla="*/ 3 w 49"/>
                <a:gd name="T19" fmla="*/ 21 h 92"/>
                <a:gd name="T20" fmla="*/ 2 w 49"/>
                <a:gd name="T21" fmla="*/ 32 h 92"/>
                <a:gd name="T22" fmla="*/ 0 w 49"/>
                <a:gd name="T23" fmla="*/ 44 h 92"/>
                <a:gd name="T24" fmla="*/ 2 w 49"/>
                <a:gd name="T25" fmla="*/ 57 h 92"/>
                <a:gd name="T26" fmla="*/ 3 w 49"/>
                <a:gd name="T27" fmla="*/ 67 h 92"/>
                <a:gd name="T28" fmla="*/ 7 w 49"/>
                <a:gd name="T29" fmla="*/ 78 h 92"/>
                <a:gd name="T30" fmla="*/ 14 w 49"/>
                <a:gd name="T31" fmla="*/ 86 h 92"/>
                <a:gd name="T32" fmla="*/ 17 w 49"/>
                <a:gd name="T33" fmla="*/ 88 h 92"/>
                <a:gd name="T34" fmla="*/ 23 w 49"/>
                <a:gd name="T35" fmla="*/ 92 h 92"/>
                <a:gd name="T36" fmla="*/ 23 w 49"/>
                <a:gd name="T37" fmla="*/ 92 h 92"/>
                <a:gd name="T38" fmla="*/ 28 w 49"/>
                <a:gd name="T39" fmla="*/ 92 h 92"/>
                <a:gd name="T40" fmla="*/ 33 w 49"/>
                <a:gd name="T41" fmla="*/ 92 h 92"/>
                <a:gd name="T42" fmla="*/ 37 w 49"/>
                <a:gd name="T43" fmla="*/ 88 h 92"/>
                <a:gd name="T44" fmla="*/ 40 w 49"/>
                <a:gd name="T45" fmla="*/ 85 h 92"/>
                <a:gd name="T46" fmla="*/ 45 w 49"/>
                <a:gd name="T47" fmla="*/ 76 h 92"/>
                <a:gd name="T48" fmla="*/ 49 w 49"/>
                <a:gd name="T49" fmla="*/ 62 h 92"/>
                <a:gd name="T50" fmla="*/ 49 w 49"/>
                <a:gd name="T51" fmla="*/ 46 h 92"/>
                <a:gd name="T52" fmla="*/ 45 w 49"/>
                <a:gd name="T53" fmla="*/ 30 h 92"/>
                <a:gd name="T54" fmla="*/ 38 w 49"/>
                <a:gd name="T55" fmla="*/ 16 h 92"/>
                <a:gd name="T56" fmla="*/ 35 w 49"/>
                <a:gd name="T57" fmla="*/ 9 h 92"/>
                <a:gd name="T58" fmla="*/ 30 w 49"/>
                <a:gd name="T59"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92">
                  <a:moveTo>
                    <a:pt x="30" y="4"/>
                  </a:moveTo>
                  <a:lnTo>
                    <a:pt x="30" y="4"/>
                  </a:lnTo>
                  <a:lnTo>
                    <a:pt x="26" y="2"/>
                  </a:lnTo>
                  <a:lnTo>
                    <a:pt x="21" y="0"/>
                  </a:lnTo>
                  <a:lnTo>
                    <a:pt x="17" y="0"/>
                  </a:lnTo>
                  <a:lnTo>
                    <a:pt x="12" y="2"/>
                  </a:lnTo>
                  <a:lnTo>
                    <a:pt x="9" y="6"/>
                  </a:lnTo>
                  <a:lnTo>
                    <a:pt x="7" y="13"/>
                  </a:lnTo>
                  <a:lnTo>
                    <a:pt x="7" y="13"/>
                  </a:lnTo>
                  <a:lnTo>
                    <a:pt x="3" y="21"/>
                  </a:lnTo>
                  <a:lnTo>
                    <a:pt x="2" y="32"/>
                  </a:lnTo>
                  <a:lnTo>
                    <a:pt x="0" y="44"/>
                  </a:lnTo>
                  <a:lnTo>
                    <a:pt x="2" y="57"/>
                  </a:lnTo>
                  <a:lnTo>
                    <a:pt x="3" y="67"/>
                  </a:lnTo>
                  <a:lnTo>
                    <a:pt x="7" y="78"/>
                  </a:lnTo>
                  <a:lnTo>
                    <a:pt x="14" y="86"/>
                  </a:lnTo>
                  <a:lnTo>
                    <a:pt x="17" y="88"/>
                  </a:lnTo>
                  <a:lnTo>
                    <a:pt x="23" y="92"/>
                  </a:lnTo>
                  <a:lnTo>
                    <a:pt x="23" y="92"/>
                  </a:lnTo>
                  <a:lnTo>
                    <a:pt x="28" y="92"/>
                  </a:lnTo>
                  <a:lnTo>
                    <a:pt x="33" y="92"/>
                  </a:lnTo>
                  <a:lnTo>
                    <a:pt x="37" y="88"/>
                  </a:lnTo>
                  <a:lnTo>
                    <a:pt x="40" y="85"/>
                  </a:lnTo>
                  <a:lnTo>
                    <a:pt x="45" y="76"/>
                  </a:lnTo>
                  <a:lnTo>
                    <a:pt x="49" y="62"/>
                  </a:lnTo>
                  <a:lnTo>
                    <a:pt x="49" y="46"/>
                  </a:lnTo>
                  <a:lnTo>
                    <a:pt x="45" y="30"/>
                  </a:lnTo>
                  <a:lnTo>
                    <a:pt x="38" y="16"/>
                  </a:lnTo>
                  <a:lnTo>
                    <a:pt x="35" y="9"/>
                  </a:lnTo>
                  <a:lnTo>
                    <a:pt x="3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7" name="Freeform 158"/>
            <p:cNvSpPr>
              <a:spLocks/>
            </p:cNvSpPr>
            <p:nvPr/>
          </p:nvSpPr>
          <p:spPr bwMode="auto">
            <a:xfrm>
              <a:off x="9893301" y="876300"/>
              <a:ext cx="200025" cy="279400"/>
            </a:xfrm>
            <a:custGeom>
              <a:avLst/>
              <a:gdLst>
                <a:gd name="T0" fmla="*/ 40 w 126"/>
                <a:gd name="T1" fmla="*/ 2 h 176"/>
                <a:gd name="T2" fmla="*/ 63 w 126"/>
                <a:gd name="T3" fmla="*/ 3 h 176"/>
                <a:gd name="T4" fmla="*/ 77 w 126"/>
                <a:gd name="T5" fmla="*/ 17 h 176"/>
                <a:gd name="T6" fmla="*/ 86 w 126"/>
                <a:gd name="T7" fmla="*/ 37 h 176"/>
                <a:gd name="T8" fmla="*/ 91 w 126"/>
                <a:gd name="T9" fmla="*/ 54 h 176"/>
                <a:gd name="T10" fmla="*/ 98 w 126"/>
                <a:gd name="T11" fmla="*/ 77 h 176"/>
                <a:gd name="T12" fmla="*/ 105 w 126"/>
                <a:gd name="T13" fmla="*/ 86 h 176"/>
                <a:gd name="T14" fmla="*/ 116 w 126"/>
                <a:gd name="T15" fmla="*/ 91 h 176"/>
                <a:gd name="T16" fmla="*/ 123 w 126"/>
                <a:gd name="T17" fmla="*/ 91 h 176"/>
                <a:gd name="T18" fmla="*/ 104 w 126"/>
                <a:gd name="T19" fmla="*/ 95 h 176"/>
                <a:gd name="T20" fmla="*/ 93 w 126"/>
                <a:gd name="T21" fmla="*/ 93 h 176"/>
                <a:gd name="T22" fmla="*/ 93 w 126"/>
                <a:gd name="T23" fmla="*/ 98 h 176"/>
                <a:gd name="T24" fmla="*/ 97 w 126"/>
                <a:gd name="T25" fmla="*/ 109 h 176"/>
                <a:gd name="T26" fmla="*/ 107 w 126"/>
                <a:gd name="T27" fmla="*/ 121 h 176"/>
                <a:gd name="T28" fmla="*/ 126 w 126"/>
                <a:gd name="T29" fmla="*/ 130 h 176"/>
                <a:gd name="T30" fmla="*/ 121 w 126"/>
                <a:gd name="T31" fmla="*/ 132 h 176"/>
                <a:gd name="T32" fmla="*/ 100 w 126"/>
                <a:gd name="T33" fmla="*/ 132 h 176"/>
                <a:gd name="T34" fmla="*/ 86 w 126"/>
                <a:gd name="T35" fmla="*/ 123 h 176"/>
                <a:gd name="T36" fmla="*/ 76 w 126"/>
                <a:gd name="T37" fmla="*/ 147 h 176"/>
                <a:gd name="T38" fmla="*/ 77 w 126"/>
                <a:gd name="T39" fmla="*/ 125 h 176"/>
                <a:gd name="T40" fmla="*/ 74 w 126"/>
                <a:gd name="T41" fmla="*/ 84 h 176"/>
                <a:gd name="T42" fmla="*/ 74 w 126"/>
                <a:gd name="T43" fmla="*/ 98 h 176"/>
                <a:gd name="T44" fmla="*/ 70 w 126"/>
                <a:gd name="T45" fmla="*/ 130 h 176"/>
                <a:gd name="T46" fmla="*/ 60 w 126"/>
                <a:gd name="T47" fmla="*/ 162 h 176"/>
                <a:gd name="T48" fmla="*/ 49 w 126"/>
                <a:gd name="T49" fmla="*/ 172 h 176"/>
                <a:gd name="T50" fmla="*/ 37 w 126"/>
                <a:gd name="T51" fmla="*/ 176 h 176"/>
                <a:gd name="T52" fmla="*/ 30 w 126"/>
                <a:gd name="T53" fmla="*/ 174 h 176"/>
                <a:gd name="T54" fmla="*/ 19 w 126"/>
                <a:gd name="T55" fmla="*/ 170 h 176"/>
                <a:gd name="T56" fmla="*/ 9 w 126"/>
                <a:gd name="T57" fmla="*/ 156 h 176"/>
                <a:gd name="T58" fmla="*/ 2 w 126"/>
                <a:gd name="T59" fmla="*/ 128 h 176"/>
                <a:gd name="T60" fmla="*/ 2 w 126"/>
                <a:gd name="T61" fmla="*/ 81 h 176"/>
                <a:gd name="T62" fmla="*/ 3 w 126"/>
                <a:gd name="T63" fmla="*/ 53 h 176"/>
                <a:gd name="T64" fmla="*/ 9 w 126"/>
                <a:gd name="T65" fmla="*/ 28 h 176"/>
                <a:gd name="T66" fmla="*/ 21 w 126"/>
                <a:gd name="T67" fmla="*/ 10 h 176"/>
                <a:gd name="T68" fmla="*/ 40 w 126"/>
                <a:gd name="T69" fmla="*/ 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6" h="176">
                  <a:moveTo>
                    <a:pt x="40" y="2"/>
                  </a:moveTo>
                  <a:lnTo>
                    <a:pt x="40" y="2"/>
                  </a:lnTo>
                  <a:lnTo>
                    <a:pt x="53" y="0"/>
                  </a:lnTo>
                  <a:lnTo>
                    <a:pt x="63" y="3"/>
                  </a:lnTo>
                  <a:lnTo>
                    <a:pt x="72" y="10"/>
                  </a:lnTo>
                  <a:lnTo>
                    <a:pt x="77" y="17"/>
                  </a:lnTo>
                  <a:lnTo>
                    <a:pt x="83" y="26"/>
                  </a:lnTo>
                  <a:lnTo>
                    <a:pt x="86" y="37"/>
                  </a:lnTo>
                  <a:lnTo>
                    <a:pt x="91" y="54"/>
                  </a:lnTo>
                  <a:lnTo>
                    <a:pt x="91" y="54"/>
                  </a:lnTo>
                  <a:lnTo>
                    <a:pt x="95" y="70"/>
                  </a:lnTo>
                  <a:lnTo>
                    <a:pt x="98" y="77"/>
                  </a:lnTo>
                  <a:lnTo>
                    <a:pt x="102" y="82"/>
                  </a:lnTo>
                  <a:lnTo>
                    <a:pt x="105" y="86"/>
                  </a:lnTo>
                  <a:lnTo>
                    <a:pt x="111" y="89"/>
                  </a:lnTo>
                  <a:lnTo>
                    <a:pt x="116" y="91"/>
                  </a:lnTo>
                  <a:lnTo>
                    <a:pt x="123" y="91"/>
                  </a:lnTo>
                  <a:lnTo>
                    <a:pt x="123" y="91"/>
                  </a:lnTo>
                  <a:lnTo>
                    <a:pt x="112" y="95"/>
                  </a:lnTo>
                  <a:lnTo>
                    <a:pt x="104" y="95"/>
                  </a:lnTo>
                  <a:lnTo>
                    <a:pt x="98" y="95"/>
                  </a:lnTo>
                  <a:lnTo>
                    <a:pt x="93" y="93"/>
                  </a:lnTo>
                  <a:lnTo>
                    <a:pt x="93" y="93"/>
                  </a:lnTo>
                  <a:lnTo>
                    <a:pt x="93" y="98"/>
                  </a:lnTo>
                  <a:lnTo>
                    <a:pt x="95" y="104"/>
                  </a:lnTo>
                  <a:lnTo>
                    <a:pt x="97" y="109"/>
                  </a:lnTo>
                  <a:lnTo>
                    <a:pt x="100" y="116"/>
                  </a:lnTo>
                  <a:lnTo>
                    <a:pt x="107" y="121"/>
                  </a:lnTo>
                  <a:lnTo>
                    <a:pt x="116" y="126"/>
                  </a:lnTo>
                  <a:lnTo>
                    <a:pt x="126" y="130"/>
                  </a:lnTo>
                  <a:lnTo>
                    <a:pt x="126" y="130"/>
                  </a:lnTo>
                  <a:lnTo>
                    <a:pt x="121" y="132"/>
                  </a:lnTo>
                  <a:lnTo>
                    <a:pt x="109" y="132"/>
                  </a:lnTo>
                  <a:lnTo>
                    <a:pt x="100" y="132"/>
                  </a:lnTo>
                  <a:lnTo>
                    <a:pt x="93" y="128"/>
                  </a:lnTo>
                  <a:lnTo>
                    <a:pt x="86" y="123"/>
                  </a:lnTo>
                  <a:lnTo>
                    <a:pt x="81" y="114"/>
                  </a:lnTo>
                  <a:lnTo>
                    <a:pt x="76" y="147"/>
                  </a:lnTo>
                  <a:lnTo>
                    <a:pt x="76" y="147"/>
                  </a:lnTo>
                  <a:lnTo>
                    <a:pt x="77" y="125"/>
                  </a:lnTo>
                  <a:lnTo>
                    <a:pt x="76" y="104"/>
                  </a:lnTo>
                  <a:lnTo>
                    <a:pt x="74" y="84"/>
                  </a:lnTo>
                  <a:lnTo>
                    <a:pt x="74" y="84"/>
                  </a:lnTo>
                  <a:lnTo>
                    <a:pt x="74" y="98"/>
                  </a:lnTo>
                  <a:lnTo>
                    <a:pt x="72" y="114"/>
                  </a:lnTo>
                  <a:lnTo>
                    <a:pt x="70" y="130"/>
                  </a:lnTo>
                  <a:lnTo>
                    <a:pt x="65" y="147"/>
                  </a:lnTo>
                  <a:lnTo>
                    <a:pt x="60" y="162"/>
                  </a:lnTo>
                  <a:lnTo>
                    <a:pt x="54" y="167"/>
                  </a:lnTo>
                  <a:lnTo>
                    <a:pt x="49" y="172"/>
                  </a:lnTo>
                  <a:lnTo>
                    <a:pt x="44" y="174"/>
                  </a:lnTo>
                  <a:lnTo>
                    <a:pt x="37" y="176"/>
                  </a:lnTo>
                  <a:lnTo>
                    <a:pt x="37" y="176"/>
                  </a:lnTo>
                  <a:lnTo>
                    <a:pt x="30" y="174"/>
                  </a:lnTo>
                  <a:lnTo>
                    <a:pt x="25" y="172"/>
                  </a:lnTo>
                  <a:lnTo>
                    <a:pt x="19" y="170"/>
                  </a:lnTo>
                  <a:lnTo>
                    <a:pt x="14" y="167"/>
                  </a:lnTo>
                  <a:lnTo>
                    <a:pt x="9" y="156"/>
                  </a:lnTo>
                  <a:lnTo>
                    <a:pt x="3" y="144"/>
                  </a:lnTo>
                  <a:lnTo>
                    <a:pt x="2" y="128"/>
                  </a:lnTo>
                  <a:lnTo>
                    <a:pt x="0" y="112"/>
                  </a:lnTo>
                  <a:lnTo>
                    <a:pt x="2" y="81"/>
                  </a:lnTo>
                  <a:lnTo>
                    <a:pt x="2" y="81"/>
                  </a:lnTo>
                  <a:lnTo>
                    <a:pt x="3" y="53"/>
                  </a:lnTo>
                  <a:lnTo>
                    <a:pt x="5" y="40"/>
                  </a:lnTo>
                  <a:lnTo>
                    <a:pt x="9" y="28"/>
                  </a:lnTo>
                  <a:lnTo>
                    <a:pt x="14" y="17"/>
                  </a:lnTo>
                  <a:lnTo>
                    <a:pt x="21" y="10"/>
                  </a:lnTo>
                  <a:lnTo>
                    <a:pt x="30" y="3"/>
                  </a:lnTo>
                  <a:lnTo>
                    <a:pt x="4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8" name="Freeform 159"/>
            <p:cNvSpPr>
              <a:spLocks/>
            </p:cNvSpPr>
            <p:nvPr/>
          </p:nvSpPr>
          <p:spPr bwMode="auto">
            <a:xfrm>
              <a:off x="9893301" y="876300"/>
              <a:ext cx="200025" cy="279400"/>
            </a:xfrm>
            <a:custGeom>
              <a:avLst/>
              <a:gdLst>
                <a:gd name="T0" fmla="*/ 40 w 126"/>
                <a:gd name="T1" fmla="*/ 2 h 176"/>
                <a:gd name="T2" fmla="*/ 63 w 126"/>
                <a:gd name="T3" fmla="*/ 3 h 176"/>
                <a:gd name="T4" fmla="*/ 77 w 126"/>
                <a:gd name="T5" fmla="*/ 17 h 176"/>
                <a:gd name="T6" fmla="*/ 86 w 126"/>
                <a:gd name="T7" fmla="*/ 37 h 176"/>
                <a:gd name="T8" fmla="*/ 91 w 126"/>
                <a:gd name="T9" fmla="*/ 54 h 176"/>
                <a:gd name="T10" fmla="*/ 98 w 126"/>
                <a:gd name="T11" fmla="*/ 77 h 176"/>
                <a:gd name="T12" fmla="*/ 105 w 126"/>
                <a:gd name="T13" fmla="*/ 86 h 176"/>
                <a:gd name="T14" fmla="*/ 116 w 126"/>
                <a:gd name="T15" fmla="*/ 91 h 176"/>
                <a:gd name="T16" fmla="*/ 123 w 126"/>
                <a:gd name="T17" fmla="*/ 91 h 176"/>
                <a:gd name="T18" fmla="*/ 104 w 126"/>
                <a:gd name="T19" fmla="*/ 95 h 176"/>
                <a:gd name="T20" fmla="*/ 93 w 126"/>
                <a:gd name="T21" fmla="*/ 93 h 176"/>
                <a:gd name="T22" fmla="*/ 93 w 126"/>
                <a:gd name="T23" fmla="*/ 98 h 176"/>
                <a:gd name="T24" fmla="*/ 97 w 126"/>
                <a:gd name="T25" fmla="*/ 109 h 176"/>
                <a:gd name="T26" fmla="*/ 107 w 126"/>
                <a:gd name="T27" fmla="*/ 121 h 176"/>
                <a:gd name="T28" fmla="*/ 126 w 126"/>
                <a:gd name="T29" fmla="*/ 130 h 176"/>
                <a:gd name="T30" fmla="*/ 121 w 126"/>
                <a:gd name="T31" fmla="*/ 132 h 176"/>
                <a:gd name="T32" fmla="*/ 100 w 126"/>
                <a:gd name="T33" fmla="*/ 132 h 176"/>
                <a:gd name="T34" fmla="*/ 86 w 126"/>
                <a:gd name="T35" fmla="*/ 123 h 176"/>
                <a:gd name="T36" fmla="*/ 76 w 126"/>
                <a:gd name="T37" fmla="*/ 147 h 176"/>
                <a:gd name="T38" fmla="*/ 77 w 126"/>
                <a:gd name="T39" fmla="*/ 125 h 176"/>
                <a:gd name="T40" fmla="*/ 74 w 126"/>
                <a:gd name="T41" fmla="*/ 84 h 176"/>
                <a:gd name="T42" fmla="*/ 74 w 126"/>
                <a:gd name="T43" fmla="*/ 98 h 176"/>
                <a:gd name="T44" fmla="*/ 70 w 126"/>
                <a:gd name="T45" fmla="*/ 130 h 176"/>
                <a:gd name="T46" fmla="*/ 60 w 126"/>
                <a:gd name="T47" fmla="*/ 162 h 176"/>
                <a:gd name="T48" fmla="*/ 49 w 126"/>
                <a:gd name="T49" fmla="*/ 172 h 176"/>
                <a:gd name="T50" fmla="*/ 37 w 126"/>
                <a:gd name="T51" fmla="*/ 176 h 176"/>
                <a:gd name="T52" fmla="*/ 30 w 126"/>
                <a:gd name="T53" fmla="*/ 174 h 176"/>
                <a:gd name="T54" fmla="*/ 19 w 126"/>
                <a:gd name="T55" fmla="*/ 170 h 176"/>
                <a:gd name="T56" fmla="*/ 9 w 126"/>
                <a:gd name="T57" fmla="*/ 156 h 176"/>
                <a:gd name="T58" fmla="*/ 2 w 126"/>
                <a:gd name="T59" fmla="*/ 128 h 176"/>
                <a:gd name="T60" fmla="*/ 2 w 126"/>
                <a:gd name="T61" fmla="*/ 81 h 176"/>
                <a:gd name="T62" fmla="*/ 3 w 126"/>
                <a:gd name="T63" fmla="*/ 53 h 176"/>
                <a:gd name="T64" fmla="*/ 9 w 126"/>
                <a:gd name="T65" fmla="*/ 28 h 176"/>
                <a:gd name="T66" fmla="*/ 21 w 126"/>
                <a:gd name="T67" fmla="*/ 10 h 176"/>
                <a:gd name="T68" fmla="*/ 40 w 126"/>
                <a:gd name="T69" fmla="*/ 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6" h="176">
                  <a:moveTo>
                    <a:pt x="40" y="2"/>
                  </a:moveTo>
                  <a:lnTo>
                    <a:pt x="40" y="2"/>
                  </a:lnTo>
                  <a:lnTo>
                    <a:pt x="53" y="0"/>
                  </a:lnTo>
                  <a:lnTo>
                    <a:pt x="63" y="3"/>
                  </a:lnTo>
                  <a:lnTo>
                    <a:pt x="72" y="10"/>
                  </a:lnTo>
                  <a:lnTo>
                    <a:pt x="77" y="17"/>
                  </a:lnTo>
                  <a:lnTo>
                    <a:pt x="83" y="26"/>
                  </a:lnTo>
                  <a:lnTo>
                    <a:pt x="86" y="37"/>
                  </a:lnTo>
                  <a:lnTo>
                    <a:pt x="91" y="54"/>
                  </a:lnTo>
                  <a:lnTo>
                    <a:pt x="91" y="54"/>
                  </a:lnTo>
                  <a:lnTo>
                    <a:pt x="95" y="70"/>
                  </a:lnTo>
                  <a:lnTo>
                    <a:pt x="98" y="77"/>
                  </a:lnTo>
                  <a:lnTo>
                    <a:pt x="102" y="82"/>
                  </a:lnTo>
                  <a:lnTo>
                    <a:pt x="105" y="86"/>
                  </a:lnTo>
                  <a:lnTo>
                    <a:pt x="111" y="89"/>
                  </a:lnTo>
                  <a:lnTo>
                    <a:pt x="116" y="91"/>
                  </a:lnTo>
                  <a:lnTo>
                    <a:pt x="123" y="91"/>
                  </a:lnTo>
                  <a:lnTo>
                    <a:pt x="123" y="91"/>
                  </a:lnTo>
                  <a:lnTo>
                    <a:pt x="112" y="95"/>
                  </a:lnTo>
                  <a:lnTo>
                    <a:pt x="104" y="95"/>
                  </a:lnTo>
                  <a:lnTo>
                    <a:pt x="98" y="95"/>
                  </a:lnTo>
                  <a:lnTo>
                    <a:pt x="93" y="93"/>
                  </a:lnTo>
                  <a:lnTo>
                    <a:pt x="93" y="93"/>
                  </a:lnTo>
                  <a:lnTo>
                    <a:pt x="93" y="98"/>
                  </a:lnTo>
                  <a:lnTo>
                    <a:pt x="95" y="104"/>
                  </a:lnTo>
                  <a:lnTo>
                    <a:pt x="97" y="109"/>
                  </a:lnTo>
                  <a:lnTo>
                    <a:pt x="100" y="116"/>
                  </a:lnTo>
                  <a:lnTo>
                    <a:pt x="107" y="121"/>
                  </a:lnTo>
                  <a:lnTo>
                    <a:pt x="116" y="126"/>
                  </a:lnTo>
                  <a:lnTo>
                    <a:pt x="126" y="130"/>
                  </a:lnTo>
                  <a:lnTo>
                    <a:pt x="126" y="130"/>
                  </a:lnTo>
                  <a:lnTo>
                    <a:pt x="121" y="132"/>
                  </a:lnTo>
                  <a:lnTo>
                    <a:pt x="109" y="132"/>
                  </a:lnTo>
                  <a:lnTo>
                    <a:pt x="100" y="132"/>
                  </a:lnTo>
                  <a:lnTo>
                    <a:pt x="93" y="128"/>
                  </a:lnTo>
                  <a:lnTo>
                    <a:pt x="86" y="123"/>
                  </a:lnTo>
                  <a:lnTo>
                    <a:pt x="81" y="114"/>
                  </a:lnTo>
                  <a:lnTo>
                    <a:pt x="76" y="147"/>
                  </a:lnTo>
                  <a:lnTo>
                    <a:pt x="76" y="147"/>
                  </a:lnTo>
                  <a:lnTo>
                    <a:pt x="77" y="125"/>
                  </a:lnTo>
                  <a:lnTo>
                    <a:pt x="76" y="104"/>
                  </a:lnTo>
                  <a:lnTo>
                    <a:pt x="74" y="84"/>
                  </a:lnTo>
                  <a:lnTo>
                    <a:pt x="74" y="84"/>
                  </a:lnTo>
                  <a:lnTo>
                    <a:pt x="74" y="98"/>
                  </a:lnTo>
                  <a:lnTo>
                    <a:pt x="72" y="114"/>
                  </a:lnTo>
                  <a:lnTo>
                    <a:pt x="70" y="130"/>
                  </a:lnTo>
                  <a:lnTo>
                    <a:pt x="65" y="147"/>
                  </a:lnTo>
                  <a:lnTo>
                    <a:pt x="60" y="162"/>
                  </a:lnTo>
                  <a:lnTo>
                    <a:pt x="54" y="167"/>
                  </a:lnTo>
                  <a:lnTo>
                    <a:pt x="49" y="172"/>
                  </a:lnTo>
                  <a:lnTo>
                    <a:pt x="44" y="174"/>
                  </a:lnTo>
                  <a:lnTo>
                    <a:pt x="37" y="176"/>
                  </a:lnTo>
                  <a:lnTo>
                    <a:pt x="37" y="176"/>
                  </a:lnTo>
                  <a:lnTo>
                    <a:pt x="30" y="174"/>
                  </a:lnTo>
                  <a:lnTo>
                    <a:pt x="25" y="172"/>
                  </a:lnTo>
                  <a:lnTo>
                    <a:pt x="19" y="170"/>
                  </a:lnTo>
                  <a:lnTo>
                    <a:pt x="14" y="167"/>
                  </a:lnTo>
                  <a:lnTo>
                    <a:pt x="9" y="156"/>
                  </a:lnTo>
                  <a:lnTo>
                    <a:pt x="3" y="144"/>
                  </a:lnTo>
                  <a:lnTo>
                    <a:pt x="2" y="128"/>
                  </a:lnTo>
                  <a:lnTo>
                    <a:pt x="0" y="112"/>
                  </a:lnTo>
                  <a:lnTo>
                    <a:pt x="2" y="81"/>
                  </a:lnTo>
                  <a:lnTo>
                    <a:pt x="2" y="81"/>
                  </a:lnTo>
                  <a:lnTo>
                    <a:pt x="3" y="53"/>
                  </a:lnTo>
                  <a:lnTo>
                    <a:pt x="5" y="40"/>
                  </a:lnTo>
                  <a:lnTo>
                    <a:pt x="9" y="28"/>
                  </a:lnTo>
                  <a:lnTo>
                    <a:pt x="14" y="17"/>
                  </a:lnTo>
                  <a:lnTo>
                    <a:pt x="21" y="10"/>
                  </a:lnTo>
                  <a:lnTo>
                    <a:pt x="30" y="3"/>
                  </a:lnTo>
                  <a:lnTo>
                    <a:pt x="4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9" name="Freeform 160"/>
            <p:cNvSpPr>
              <a:spLocks/>
            </p:cNvSpPr>
            <p:nvPr/>
          </p:nvSpPr>
          <p:spPr bwMode="auto">
            <a:xfrm>
              <a:off x="9907588" y="1035050"/>
              <a:ext cx="82550" cy="100013"/>
            </a:xfrm>
            <a:custGeom>
              <a:avLst/>
              <a:gdLst>
                <a:gd name="T0" fmla="*/ 51 w 52"/>
                <a:gd name="T1" fmla="*/ 25 h 63"/>
                <a:gd name="T2" fmla="*/ 51 w 52"/>
                <a:gd name="T3" fmla="*/ 25 h 63"/>
                <a:gd name="T4" fmla="*/ 51 w 52"/>
                <a:gd name="T5" fmla="*/ 30 h 63"/>
                <a:gd name="T6" fmla="*/ 45 w 52"/>
                <a:gd name="T7" fmla="*/ 44 h 63"/>
                <a:gd name="T8" fmla="*/ 42 w 52"/>
                <a:gd name="T9" fmla="*/ 51 h 63"/>
                <a:gd name="T10" fmla="*/ 37 w 52"/>
                <a:gd name="T11" fmla="*/ 58 h 63"/>
                <a:gd name="T12" fmla="*/ 31 w 52"/>
                <a:gd name="T13" fmla="*/ 62 h 63"/>
                <a:gd name="T14" fmla="*/ 24 w 52"/>
                <a:gd name="T15" fmla="*/ 63 h 63"/>
                <a:gd name="T16" fmla="*/ 24 w 52"/>
                <a:gd name="T17" fmla="*/ 63 h 63"/>
                <a:gd name="T18" fmla="*/ 17 w 52"/>
                <a:gd name="T19" fmla="*/ 60 h 63"/>
                <a:gd name="T20" fmla="*/ 10 w 52"/>
                <a:gd name="T21" fmla="*/ 55 h 63"/>
                <a:gd name="T22" fmla="*/ 7 w 52"/>
                <a:gd name="T23" fmla="*/ 46 h 63"/>
                <a:gd name="T24" fmla="*/ 3 w 52"/>
                <a:gd name="T25" fmla="*/ 37 h 63"/>
                <a:gd name="T26" fmla="*/ 0 w 52"/>
                <a:gd name="T27" fmla="*/ 26 h 63"/>
                <a:gd name="T28" fmla="*/ 0 w 52"/>
                <a:gd name="T29" fmla="*/ 18 h 63"/>
                <a:gd name="T30" fmla="*/ 1 w 52"/>
                <a:gd name="T31" fmla="*/ 11 h 63"/>
                <a:gd name="T32" fmla="*/ 3 w 52"/>
                <a:gd name="T33" fmla="*/ 7 h 63"/>
                <a:gd name="T34" fmla="*/ 3 w 52"/>
                <a:gd name="T35" fmla="*/ 7 h 63"/>
                <a:gd name="T36" fmla="*/ 7 w 52"/>
                <a:gd name="T37" fmla="*/ 5 h 63"/>
                <a:gd name="T38" fmla="*/ 9 w 52"/>
                <a:gd name="T39" fmla="*/ 7 h 63"/>
                <a:gd name="T40" fmla="*/ 12 w 52"/>
                <a:gd name="T41" fmla="*/ 14 h 63"/>
                <a:gd name="T42" fmla="*/ 16 w 52"/>
                <a:gd name="T43" fmla="*/ 21 h 63"/>
                <a:gd name="T44" fmla="*/ 19 w 52"/>
                <a:gd name="T45" fmla="*/ 26 h 63"/>
                <a:gd name="T46" fmla="*/ 23 w 52"/>
                <a:gd name="T47" fmla="*/ 28 h 63"/>
                <a:gd name="T48" fmla="*/ 23 w 52"/>
                <a:gd name="T49" fmla="*/ 28 h 63"/>
                <a:gd name="T50" fmla="*/ 26 w 52"/>
                <a:gd name="T51" fmla="*/ 28 h 63"/>
                <a:gd name="T52" fmla="*/ 30 w 52"/>
                <a:gd name="T53" fmla="*/ 25 h 63"/>
                <a:gd name="T54" fmla="*/ 33 w 52"/>
                <a:gd name="T55" fmla="*/ 14 h 63"/>
                <a:gd name="T56" fmla="*/ 38 w 52"/>
                <a:gd name="T57" fmla="*/ 5 h 63"/>
                <a:gd name="T58" fmla="*/ 40 w 52"/>
                <a:gd name="T59" fmla="*/ 2 h 63"/>
                <a:gd name="T60" fmla="*/ 44 w 52"/>
                <a:gd name="T61" fmla="*/ 0 h 63"/>
                <a:gd name="T62" fmla="*/ 44 w 52"/>
                <a:gd name="T63" fmla="*/ 0 h 63"/>
                <a:gd name="T64" fmla="*/ 47 w 52"/>
                <a:gd name="T65" fmla="*/ 2 h 63"/>
                <a:gd name="T66" fmla="*/ 49 w 52"/>
                <a:gd name="T67" fmla="*/ 4 h 63"/>
                <a:gd name="T68" fmla="*/ 52 w 52"/>
                <a:gd name="T69" fmla="*/ 9 h 63"/>
                <a:gd name="T70" fmla="*/ 52 w 52"/>
                <a:gd name="T71" fmla="*/ 16 h 63"/>
                <a:gd name="T72" fmla="*/ 51 w 52"/>
                <a:gd name="T73" fmla="*/ 2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63">
                  <a:moveTo>
                    <a:pt x="51" y="25"/>
                  </a:moveTo>
                  <a:lnTo>
                    <a:pt x="51" y="25"/>
                  </a:lnTo>
                  <a:lnTo>
                    <a:pt x="51" y="30"/>
                  </a:lnTo>
                  <a:lnTo>
                    <a:pt x="45" y="44"/>
                  </a:lnTo>
                  <a:lnTo>
                    <a:pt x="42" y="51"/>
                  </a:lnTo>
                  <a:lnTo>
                    <a:pt x="37" y="58"/>
                  </a:lnTo>
                  <a:lnTo>
                    <a:pt x="31" y="62"/>
                  </a:lnTo>
                  <a:lnTo>
                    <a:pt x="24" y="63"/>
                  </a:lnTo>
                  <a:lnTo>
                    <a:pt x="24" y="63"/>
                  </a:lnTo>
                  <a:lnTo>
                    <a:pt x="17" y="60"/>
                  </a:lnTo>
                  <a:lnTo>
                    <a:pt x="10" y="55"/>
                  </a:lnTo>
                  <a:lnTo>
                    <a:pt x="7" y="46"/>
                  </a:lnTo>
                  <a:lnTo>
                    <a:pt x="3" y="37"/>
                  </a:lnTo>
                  <a:lnTo>
                    <a:pt x="0" y="26"/>
                  </a:lnTo>
                  <a:lnTo>
                    <a:pt x="0" y="18"/>
                  </a:lnTo>
                  <a:lnTo>
                    <a:pt x="1" y="11"/>
                  </a:lnTo>
                  <a:lnTo>
                    <a:pt x="3" y="7"/>
                  </a:lnTo>
                  <a:lnTo>
                    <a:pt x="3" y="7"/>
                  </a:lnTo>
                  <a:lnTo>
                    <a:pt x="7" y="5"/>
                  </a:lnTo>
                  <a:lnTo>
                    <a:pt x="9" y="7"/>
                  </a:lnTo>
                  <a:lnTo>
                    <a:pt x="12" y="14"/>
                  </a:lnTo>
                  <a:lnTo>
                    <a:pt x="16" y="21"/>
                  </a:lnTo>
                  <a:lnTo>
                    <a:pt x="19" y="26"/>
                  </a:lnTo>
                  <a:lnTo>
                    <a:pt x="23" y="28"/>
                  </a:lnTo>
                  <a:lnTo>
                    <a:pt x="23" y="28"/>
                  </a:lnTo>
                  <a:lnTo>
                    <a:pt x="26" y="28"/>
                  </a:lnTo>
                  <a:lnTo>
                    <a:pt x="30" y="25"/>
                  </a:lnTo>
                  <a:lnTo>
                    <a:pt x="33" y="14"/>
                  </a:lnTo>
                  <a:lnTo>
                    <a:pt x="38" y="5"/>
                  </a:lnTo>
                  <a:lnTo>
                    <a:pt x="40" y="2"/>
                  </a:lnTo>
                  <a:lnTo>
                    <a:pt x="44" y="0"/>
                  </a:lnTo>
                  <a:lnTo>
                    <a:pt x="44" y="0"/>
                  </a:lnTo>
                  <a:lnTo>
                    <a:pt x="47" y="2"/>
                  </a:lnTo>
                  <a:lnTo>
                    <a:pt x="49" y="4"/>
                  </a:lnTo>
                  <a:lnTo>
                    <a:pt x="52" y="9"/>
                  </a:lnTo>
                  <a:lnTo>
                    <a:pt x="52" y="16"/>
                  </a:lnTo>
                  <a:lnTo>
                    <a:pt x="51" y="25"/>
                  </a:lnTo>
                  <a:close/>
                </a:path>
              </a:pathLst>
            </a:custGeom>
            <a:solidFill>
              <a:srgbClr val="5F3F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0" name="Freeform 161"/>
            <p:cNvSpPr>
              <a:spLocks/>
            </p:cNvSpPr>
            <p:nvPr/>
          </p:nvSpPr>
          <p:spPr bwMode="auto">
            <a:xfrm>
              <a:off x="9907588" y="1035050"/>
              <a:ext cx="82550" cy="100013"/>
            </a:xfrm>
            <a:custGeom>
              <a:avLst/>
              <a:gdLst>
                <a:gd name="T0" fmla="*/ 51 w 52"/>
                <a:gd name="T1" fmla="*/ 25 h 63"/>
                <a:gd name="T2" fmla="*/ 51 w 52"/>
                <a:gd name="T3" fmla="*/ 25 h 63"/>
                <a:gd name="T4" fmla="*/ 51 w 52"/>
                <a:gd name="T5" fmla="*/ 30 h 63"/>
                <a:gd name="T6" fmla="*/ 45 w 52"/>
                <a:gd name="T7" fmla="*/ 44 h 63"/>
                <a:gd name="T8" fmla="*/ 42 w 52"/>
                <a:gd name="T9" fmla="*/ 51 h 63"/>
                <a:gd name="T10" fmla="*/ 37 w 52"/>
                <a:gd name="T11" fmla="*/ 58 h 63"/>
                <a:gd name="T12" fmla="*/ 31 w 52"/>
                <a:gd name="T13" fmla="*/ 62 h 63"/>
                <a:gd name="T14" fmla="*/ 24 w 52"/>
                <a:gd name="T15" fmla="*/ 63 h 63"/>
                <a:gd name="T16" fmla="*/ 24 w 52"/>
                <a:gd name="T17" fmla="*/ 63 h 63"/>
                <a:gd name="T18" fmla="*/ 17 w 52"/>
                <a:gd name="T19" fmla="*/ 60 h 63"/>
                <a:gd name="T20" fmla="*/ 10 w 52"/>
                <a:gd name="T21" fmla="*/ 55 h 63"/>
                <a:gd name="T22" fmla="*/ 7 w 52"/>
                <a:gd name="T23" fmla="*/ 46 h 63"/>
                <a:gd name="T24" fmla="*/ 3 w 52"/>
                <a:gd name="T25" fmla="*/ 37 h 63"/>
                <a:gd name="T26" fmla="*/ 0 w 52"/>
                <a:gd name="T27" fmla="*/ 26 h 63"/>
                <a:gd name="T28" fmla="*/ 0 w 52"/>
                <a:gd name="T29" fmla="*/ 18 h 63"/>
                <a:gd name="T30" fmla="*/ 1 w 52"/>
                <a:gd name="T31" fmla="*/ 11 h 63"/>
                <a:gd name="T32" fmla="*/ 3 w 52"/>
                <a:gd name="T33" fmla="*/ 7 h 63"/>
                <a:gd name="T34" fmla="*/ 3 w 52"/>
                <a:gd name="T35" fmla="*/ 7 h 63"/>
                <a:gd name="T36" fmla="*/ 7 w 52"/>
                <a:gd name="T37" fmla="*/ 5 h 63"/>
                <a:gd name="T38" fmla="*/ 9 w 52"/>
                <a:gd name="T39" fmla="*/ 7 h 63"/>
                <a:gd name="T40" fmla="*/ 12 w 52"/>
                <a:gd name="T41" fmla="*/ 14 h 63"/>
                <a:gd name="T42" fmla="*/ 16 w 52"/>
                <a:gd name="T43" fmla="*/ 21 h 63"/>
                <a:gd name="T44" fmla="*/ 19 w 52"/>
                <a:gd name="T45" fmla="*/ 26 h 63"/>
                <a:gd name="T46" fmla="*/ 23 w 52"/>
                <a:gd name="T47" fmla="*/ 28 h 63"/>
                <a:gd name="T48" fmla="*/ 23 w 52"/>
                <a:gd name="T49" fmla="*/ 28 h 63"/>
                <a:gd name="T50" fmla="*/ 26 w 52"/>
                <a:gd name="T51" fmla="*/ 28 h 63"/>
                <a:gd name="T52" fmla="*/ 30 w 52"/>
                <a:gd name="T53" fmla="*/ 25 h 63"/>
                <a:gd name="T54" fmla="*/ 33 w 52"/>
                <a:gd name="T55" fmla="*/ 14 h 63"/>
                <a:gd name="T56" fmla="*/ 38 w 52"/>
                <a:gd name="T57" fmla="*/ 5 h 63"/>
                <a:gd name="T58" fmla="*/ 40 w 52"/>
                <a:gd name="T59" fmla="*/ 2 h 63"/>
                <a:gd name="T60" fmla="*/ 44 w 52"/>
                <a:gd name="T61" fmla="*/ 0 h 63"/>
                <a:gd name="T62" fmla="*/ 44 w 52"/>
                <a:gd name="T63" fmla="*/ 0 h 63"/>
                <a:gd name="T64" fmla="*/ 47 w 52"/>
                <a:gd name="T65" fmla="*/ 2 h 63"/>
                <a:gd name="T66" fmla="*/ 49 w 52"/>
                <a:gd name="T67" fmla="*/ 4 h 63"/>
                <a:gd name="T68" fmla="*/ 52 w 52"/>
                <a:gd name="T69" fmla="*/ 9 h 63"/>
                <a:gd name="T70" fmla="*/ 52 w 52"/>
                <a:gd name="T71" fmla="*/ 16 h 63"/>
                <a:gd name="T72" fmla="*/ 51 w 52"/>
                <a:gd name="T73" fmla="*/ 2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63">
                  <a:moveTo>
                    <a:pt x="51" y="25"/>
                  </a:moveTo>
                  <a:lnTo>
                    <a:pt x="51" y="25"/>
                  </a:lnTo>
                  <a:lnTo>
                    <a:pt x="51" y="30"/>
                  </a:lnTo>
                  <a:lnTo>
                    <a:pt x="45" y="44"/>
                  </a:lnTo>
                  <a:lnTo>
                    <a:pt x="42" y="51"/>
                  </a:lnTo>
                  <a:lnTo>
                    <a:pt x="37" y="58"/>
                  </a:lnTo>
                  <a:lnTo>
                    <a:pt x="31" y="62"/>
                  </a:lnTo>
                  <a:lnTo>
                    <a:pt x="24" y="63"/>
                  </a:lnTo>
                  <a:lnTo>
                    <a:pt x="24" y="63"/>
                  </a:lnTo>
                  <a:lnTo>
                    <a:pt x="17" y="60"/>
                  </a:lnTo>
                  <a:lnTo>
                    <a:pt x="10" y="55"/>
                  </a:lnTo>
                  <a:lnTo>
                    <a:pt x="7" y="46"/>
                  </a:lnTo>
                  <a:lnTo>
                    <a:pt x="3" y="37"/>
                  </a:lnTo>
                  <a:lnTo>
                    <a:pt x="0" y="26"/>
                  </a:lnTo>
                  <a:lnTo>
                    <a:pt x="0" y="18"/>
                  </a:lnTo>
                  <a:lnTo>
                    <a:pt x="1" y="11"/>
                  </a:lnTo>
                  <a:lnTo>
                    <a:pt x="3" y="7"/>
                  </a:lnTo>
                  <a:lnTo>
                    <a:pt x="3" y="7"/>
                  </a:lnTo>
                  <a:lnTo>
                    <a:pt x="7" y="5"/>
                  </a:lnTo>
                  <a:lnTo>
                    <a:pt x="9" y="7"/>
                  </a:lnTo>
                  <a:lnTo>
                    <a:pt x="12" y="14"/>
                  </a:lnTo>
                  <a:lnTo>
                    <a:pt x="16" y="21"/>
                  </a:lnTo>
                  <a:lnTo>
                    <a:pt x="19" y="26"/>
                  </a:lnTo>
                  <a:lnTo>
                    <a:pt x="23" y="28"/>
                  </a:lnTo>
                  <a:lnTo>
                    <a:pt x="23" y="28"/>
                  </a:lnTo>
                  <a:lnTo>
                    <a:pt x="26" y="28"/>
                  </a:lnTo>
                  <a:lnTo>
                    <a:pt x="30" y="25"/>
                  </a:lnTo>
                  <a:lnTo>
                    <a:pt x="33" y="14"/>
                  </a:lnTo>
                  <a:lnTo>
                    <a:pt x="38" y="5"/>
                  </a:lnTo>
                  <a:lnTo>
                    <a:pt x="40" y="2"/>
                  </a:lnTo>
                  <a:lnTo>
                    <a:pt x="44" y="0"/>
                  </a:lnTo>
                  <a:lnTo>
                    <a:pt x="44" y="0"/>
                  </a:lnTo>
                  <a:lnTo>
                    <a:pt x="47" y="2"/>
                  </a:lnTo>
                  <a:lnTo>
                    <a:pt x="49" y="4"/>
                  </a:lnTo>
                  <a:lnTo>
                    <a:pt x="52" y="9"/>
                  </a:lnTo>
                  <a:lnTo>
                    <a:pt x="52" y="16"/>
                  </a:lnTo>
                  <a:lnTo>
                    <a:pt x="51" y="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1" name="Freeform 162"/>
            <p:cNvSpPr>
              <a:spLocks/>
            </p:cNvSpPr>
            <p:nvPr/>
          </p:nvSpPr>
          <p:spPr bwMode="auto">
            <a:xfrm>
              <a:off x="9918701" y="957263"/>
              <a:ext cx="60325" cy="136525"/>
            </a:xfrm>
            <a:custGeom>
              <a:avLst/>
              <a:gdLst>
                <a:gd name="T0" fmla="*/ 21 w 38"/>
                <a:gd name="T1" fmla="*/ 0 h 86"/>
                <a:gd name="T2" fmla="*/ 21 w 38"/>
                <a:gd name="T3" fmla="*/ 0 h 86"/>
                <a:gd name="T4" fmla="*/ 26 w 38"/>
                <a:gd name="T5" fmla="*/ 0 h 86"/>
                <a:gd name="T6" fmla="*/ 31 w 38"/>
                <a:gd name="T7" fmla="*/ 3 h 86"/>
                <a:gd name="T8" fmla="*/ 35 w 38"/>
                <a:gd name="T9" fmla="*/ 9 h 86"/>
                <a:gd name="T10" fmla="*/ 37 w 38"/>
                <a:gd name="T11" fmla="*/ 16 h 86"/>
                <a:gd name="T12" fmla="*/ 38 w 38"/>
                <a:gd name="T13" fmla="*/ 23 h 86"/>
                <a:gd name="T14" fmla="*/ 38 w 38"/>
                <a:gd name="T15" fmla="*/ 33 h 86"/>
                <a:gd name="T16" fmla="*/ 35 w 38"/>
                <a:gd name="T17" fmla="*/ 56 h 86"/>
                <a:gd name="T18" fmla="*/ 35 w 38"/>
                <a:gd name="T19" fmla="*/ 56 h 86"/>
                <a:gd name="T20" fmla="*/ 30 w 38"/>
                <a:gd name="T21" fmla="*/ 74 h 86"/>
                <a:gd name="T22" fmla="*/ 26 w 38"/>
                <a:gd name="T23" fmla="*/ 81 h 86"/>
                <a:gd name="T24" fmla="*/ 24 w 38"/>
                <a:gd name="T25" fmla="*/ 84 h 86"/>
                <a:gd name="T26" fmla="*/ 21 w 38"/>
                <a:gd name="T27" fmla="*/ 86 h 86"/>
                <a:gd name="T28" fmla="*/ 17 w 38"/>
                <a:gd name="T29" fmla="*/ 86 h 86"/>
                <a:gd name="T30" fmla="*/ 14 w 38"/>
                <a:gd name="T31" fmla="*/ 84 h 86"/>
                <a:gd name="T32" fmla="*/ 10 w 38"/>
                <a:gd name="T33" fmla="*/ 81 h 86"/>
                <a:gd name="T34" fmla="*/ 10 w 38"/>
                <a:gd name="T35" fmla="*/ 81 h 86"/>
                <a:gd name="T36" fmla="*/ 7 w 38"/>
                <a:gd name="T37" fmla="*/ 74 h 86"/>
                <a:gd name="T38" fmla="*/ 3 w 38"/>
                <a:gd name="T39" fmla="*/ 63 h 86"/>
                <a:gd name="T40" fmla="*/ 2 w 38"/>
                <a:gd name="T41" fmla="*/ 51 h 86"/>
                <a:gd name="T42" fmla="*/ 0 w 38"/>
                <a:gd name="T43" fmla="*/ 37 h 86"/>
                <a:gd name="T44" fmla="*/ 2 w 38"/>
                <a:gd name="T45" fmla="*/ 23 h 86"/>
                <a:gd name="T46" fmla="*/ 5 w 38"/>
                <a:gd name="T47" fmla="*/ 10 h 86"/>
                <a:gd name="T48" fmla="*/ 9 w 38"/>
                <a:gd name="T49" fmla="*/ 7 h 86"/>
                <a:gd name="T50" fmla="*/ 12 w 38"/>
                <a:gd name="T51" fmla="*/ 3 h 86"/>
                <a:gd name="T52" fmla="*/ 16 w 38"/>
                <a:gd name="T53" fmla="*/ 0 h 86"/>
                <a:gd name="T54" fmla="*/ 21 w 38"/>
                <a:gd name="T5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 h="86">
                  <a:moveTo>
                    <a:pt x="21" y="0"/>
                  </a:moveTo>
                  <a:lnTo>
                    <a:pt x="21" y="0"/>
                  </a:lnTo>
                  <a:lnTo>
                    <a:pt x="26" y="0"/>
                  </a:lnTo>
                  <a:lnTo>
                    <a:pt x="31" y="3"/>
                  </a:lnTo>
                  <a:lnTo>
                    <a:pt x="35" y="9"/>
                  </a:lnTo>
                  <a:lnTo>
                    <a:pt x="37" y="16"/>
                  </a:lnTo>
                  <a:lnTo>
                    <a:pt x="38" y="23"/>
                  </a:lnTo>
                  <a:lnTo>
                    <a:pt x="38" y="33"/>
                  </a:lnTo>
                  <a:lnTo>
                    <a:pt x="35" y="56"/>
                  </a:lnTo>
                  <a:lnTo>
                    <a:pt x="35" y="56"/>
                  </a:lnTo>
                  <a:lnTo>
                    <a:pt x="30" y="74"/>
                  </a:lnTo>
                  <a:lnTo>
                    <a:pt x="26" y="81"/>
                  </a:lnTo>
                  <a:lnTo>
                    <a:pt x="24" y="84"/>
                  </a:lnTo>
                  <a:lnTo>
                    <a:pt x="21" y="86"/>
                  </a:lnTo>
                  <a:lnTo>
                    <a:pt x="17" y="86"/>
                  </a:lnTo>
                  <a:lnTo>
                    <a:pt x="14" y="84"/>
                  </a:lnTo>
                  <a:lnTo>
                    <a:pt x="10" y="81"/>
                  </a:lnTo>
                  <a:lnTo>
                    <a:pt x="10" y="81"/>
                  </a:lnTo>
                  <a:lnTo>
                    <a:pt x="7" y="74"/>
                  </a:lnTo>
                  <a:lnTo>
                    <a:pt x="3" y="63"/>
                  </a:lnTo>
                  <a:lnTo>
                    <a:pt x="2" y="51"/>
                  </a:lnTo>
                  <a:lnTo>
                    <a:pt x="0" y="37"/>
                  </a:lnTo>
                  <a:lnTo>
                    <a:pt x="2" y="23"/>
                  </a:lnTo>
                  <a:lnTo>
                    <a:pt x="5" y="10"/>
                  </a:lnTo>
                  <a:lnTo>
                    <a:pt x="9" y="7"/>
                  </a:lnTo>
                  <a:lnTo>
                    <a:pt x="12" y="3"/>
                  </a:lnTo>
                  <a:lnTo>
                    <a:pt x="16" y="0"/>
                  </a:lnTo>
                  <a:lnTo>
                    <a:pt x="21"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2" name="Freeform 163"/>
            <p:cNvSpPr>
              <a:spLocks/>
            </p:cNvSpPr>
            <p:nvPr/>
          </p:nvSpPr>
          <p:spPr bwMode="auto">
            <a:xfrm>
              <a:off x="9918701" y="957263"/>
              <a:ext cx="60325" cy="136525"/>
            </a:xfrm>
            <a:custGeom>
              <a:avLst/>
              <a:gdLst>
                <a:gd name="T0" fmla="*/ 21 w 38"/>
                <a:gd name="T1" fmla="*/ 0 h 86"/>
                <a:gd name="T2" fmla="*/ 21 w 38"/>
                <a:gd name="T3" fmla="*/ 0 h 86"/>
                <a:gd name="T4" fmla="*/ 26 w 38"/>
                <a:gd name="T5" fmla="*/ 0 h 86"/>
                <a:gd name="T6" fmla="*/ 31 w 38"/>
                <a:gd name="T7" fmla="*/ 3 h 86"/>
                <a:gd name="T8" fmla="*/ 35 w 38"/>
                <a:gd name="T9" fmla="*/ 9 h 86"/>
                <a:gd name="T10" fmla="*/ 37 w 38"/>
                <a:gd name="T11" fmla="*/ 16 h 86"/>
                <a:gd name="T12" fmla="*/ 38 w 38"/>
                <a:gd name="T13" fmla="*/ 23 h 86"/>
                <a:gd name="T14" fmla="*/ 38 w 38"/>
                <a:gd name="T15" fmla="*/ 33 h 86"/>
                <a:gd name="T16" fmla="*/ 35 w 38"/>
                <a:gd name="T17" fmla="*/ 56 h 86"/>
                <a:gd name="T18" fmla="*/ 35 w 38"/>
                <a:gd name="T19" fmla="*/ 56 h 86"/>
                <a:gd name="T20" fmla="*/ 30 w 38"/>
                <a:gd name="T21" fmla="*/ 74 h 86"/>
                <a:gd name="T22" fmla="*/ 26 w 38"/>
                <a:gd name="T23" fmla="*/ 81 h 86"/>
                <a:gd name="T24" fmla="*/ 24 w 38"/>
                <a:gd name="T25" fmla="*/ 84 h 86"/>
                <a:gd name="T26" fmla="*/ 21 w 38"/>
                <a:gd name="T27" fmla="*/ 86 h 86"/>
                <a:gd name="T28" fmla="*/ 17 w 38"/>
                <a:gd name="T29" fmla="*/ 86 h 86"/>
                <a:gd name="T30" fmla="*/ 14 w 38"/>
                <a:gd name="T31" fmla="*/ 84 h 86"/>
                <a:gd name="T32" fmla="*/ 10 w 38"/>
                <a:gd name="T33" fmla="*/ 81 h 86"/>
                <a:gd name="T34" fmla="*/ 10 w 38"/>
                <a:gd name="T35" fmla="*/ 81 h 86"/>
                <a:gd name="T36" fmla="*/ 7 w 38"/>
                <a:gd name="T37" fmla="*/ 74 h 86"/>
                <a:gd name="T38" fmla="*/ 3 w 38"/>
                <a:gd name="T39" fmla="*/ 63 h 86"/>
                <a:gd name="T40" fmla="*/ 2 w 38"/>
                <a:gd name="T41" fmla="*/ 51 h 86"/>
                <a:gd name="T42" fmla="*/ 0 w 38"/>
                <a:gd name="T43" fmla="*/ 37 h 86"/>
                <a:gd name="T44" fmla="*/ 2 w 38"/>
                <a:gd name="T45" fmla="*/ 23 h 86"/>
                <a:gd name="T46" fmla="*/ 5 w 38"/>
                <a:gd name="T47" fmla="*/ 10 h 86"/>
                <a:gd name="T48" fmla="*/ 9 w 38"/>
                <a:gd name="T49" fmla="*/ 7 h 86"/>
                <a:gd name="T50" fmla="*/ 12 w 38"/>
                <a:gd name="T51" fmla="*/ 3 h 86"/>
                <a:gd name="T52" fmla="*/ 16 w 38"/>
                <a:gd name="T53" fmla="*/ 0 h 86"/>
                <a:gd name="T54" fmla="*/ 21 w 38"/>
                <a:gd name="T5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 h="86">
                  <a:moveTo>
                    <a:pt x="21" y="0"/>
                  </a:moveTo>
                  <a:lnTo>
                    <a:pt x="21" y="0"/>
                  </a:lnTo>
                  <a:lnTo>
                    <a:pt x="26" y="0"/>
                  </a:lnTo>
                  <a:lnTo>
                    <a:pt x="31" y="3"/>
                  </a:lnTo>
                  <a:lnTo>
                    <a:pt x="35" y="9"/>
                  </a:lnTo>
                  <a:lnTo>
                    <a:pt x="37" y="16"/>
                  </a:lnTo>
                  <a:lnTo>
                    <a:pt x="38" y="23"/>
                  </a:lnTo>
                  <a:lnTo>
                    <a:pt x="38" y="33"/>
                  </a:lnTo>
                  <a:lnTo>
                    <a:pt x="35" y="56"/>
                  </a:lnTo>
                  <a:lnTo>
                    <a:pt x="35" y="56"/>
                  </a:lnTo>
                  <a:lnTo>
                    <a:pt x="30" y="74"/>
                  </a:lnTo>
                  <a:lnTo>
                    <a:pt x="26" y="81"/>
                  </a:lnTo>
                  <a:lnTo>
                    <a:pt x="24" y="84"/>
                  </a:lnTo>
                  <a:lnTo>
                    <a:pt x="21" y="86"/>
                  </a:lnTo>
                  <a:lnTo>
                    <a:pt x="17" y="86"/>
                  </a:lnTo>
                  <a:lnTo>
                    <a:pt x="14" y="84"/>
                  </a:lnTo>
                  <a:lnTo>
                    <a:pt x="10" y="81"/>
                  </a:lnTo>
                  <a:lnTo>
                    <a:pt x="10" y="81"/>
                  </a:lnTo>
                  <a:lnTo>
                    <a:pt x="7" y="74"/>
                  </a:lnTo>
                  <a:lnTo>
                    <a:pt x="3" y="63"/>
                  </a:lnTo>
                  <a:lnTo>
                    <a:pt x="2" y="51"/>
                  </a:lnTo>
                  <a:lnTo>
                    <a:pt x="0" y="37"/>
                  </a:lnTo>
                  <a:lnTo>
                    <a:pt x="2" y="23"/>
                  </a:lnTo>
                  <a:lnTo>
                    <a:pt x="5" y="10"/>
                  </a:lnTo>
                  <a:lnTo>
                    <a:pt x="9" y="7"/>
                  </a:lnTo>
                  <a:lnTo>
                    <a:pt x="12" y="3"/>
                  </a:lnTo>
                  <a:lnTo>
                    <a:pt x="16" y="0"/>
                  </a:lnTo>
                  <a:lnTo>
                    <a:pt x="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3" name="Freeform 164"/>
            <p:cNvSpPr>
              <a:spLocks/>
            </p:cNvSpPr>
            <p:nvPr/>
          </p:nvSpPr>
          <p:spPr bwMode="auto">
            <a:xfrm>
              <a:off x="9940926" y="898525"/>
              <a:ext cx="60325" cy="136525"/>
            </a:xfrm>
            <a:custGeom>
              <a:avLst/>
              <a:gdLst>
                <a:gd name="T0" fmla="*/ 16 w 38"/>
                <a:gd name="T1" fmla="*/ 3 h 86"/>
                <a:gd name="T2" fmla="*/ 16 w 38"/>
                <a:gd name="T3" fmla="*/ 3 h 86"/>
                <a:gd name="T4" fmla="*/ 17 w 38"/>
                <a:gd name="T5" fmla="*/ 2 h 86"/>
                <a:gd name="T6" fmla="*/ 23 w 38"/>
                <a:gd name="T7" fmla="*/ 0 h 86"/>
                <a:gd name="T8" fmla="*/ 24 w 38"/>
                <a:gd name="T9" fmla="*/ 0 h 86"/>
                <a:gd name="T10" fmla="*/ 28 w 38"/>
                <a:gd name="T11" fmla="*/ 2 h 86"/>
                <a:gd name="T12" fmla="*/ 31 w 38"/>
                <a:gd name="T13" fmla="*/ 5 h 86"/>
                <a:gd name="T14" fmla="*/ 33 w 38"/>
                <a:gd name="T15" fmla="*/ 12 h 86"/>
                <a:gd name="T16" fmla="*/ 33 w 38"/>
                <a:gd name="T17" fmla="*/ 12 h 86"/>
                <a:gd name="T18" fmla="*/ 37 w 38"/>
                <a:gd name="T19" fmla="*/ 30 h 86"/>
                <a:gd name="T20" fmla="*/ 38 w 38"/>
                <a:gd name="T21" fmla="*/ 42 h 86"/>
                <a:gd name="T22" fmla="*/ 37 w 38"/>
                <a:gd name="T23" fmla="*/ 53 h 86"/>
                <a:gd name="T24" fmla="*/ 35 w 38"/>
                <a:gd name="T25" fmla="*/ 63 h 86"/>
                <a:gd name="T26" fmla="*/ 33 w 38"/>
                <a:gd name="T27" fmla="*/ 74 h 86"/>
                <a:gd name="T28" fmla="*/ 28 w 38"/>
                <a:gd name="T29" fmla="*/ 81 h 86"/>
                <a:gd name="T30" fmla="*/ 19 w 38"/>
                <a:gd name="T31" fmla="*/ 86 h 86"/>
                <a:gd name="T32" fmla="*/ 19 w 38"/>
                <a:gd name="T33" fmla="*/ 86 h 86"/>
                <a:gd name="T34" fmla="*/ 16 w 38"/>
                <a:gd name="T35" fmla="*/ 86 h 86"/>
                <a:gd name="T36" fmla="*/ 12 w 38"/>
                <a:gd name="T37" fmla="*/ 86 h 86"/>
                <a:gd name="T38" fmla="*/ 9 w 38"/>
                <a:gd name="T39" fmla="*/ 83 h 86"/>
                <a:gd name="T40" fmla="*/ 5 w 38"/>
                <a:gd name="T41" fmla="*/ 81 h 86"/>
                <a:gd name="T42" fmla="*/ 2 w 38"/>
                <a:gd name="T43" fmla="*/ 70 h 86"/>
                <a:gd name="T44" fmla="*/ 0 w 38"/>
                <a:gd name="T45" fmla="*/ 58 h 86"/>
                <a:gd name="T46" fmla="*/ 0 w 38"/>
                <a:gd name="T47" fmla="*/ 44 h 86"/>
                <a:gd name="T48" fmla="*/ 2 w 38"/>
                <a:gd name="T49" fmla="*/ 30 h 86"/>
                <a:gd name="T50" fmla="*/ 7 w 38"/>
                <a:gd name="T51" fmla="*/ 16 h 86"/>
                <a:gd name="T52" fmla="*/ 16 w 38"/>
                <a:gd name="T53" fmla="*/ 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86">
                  <a:moveTo>
                    <a:pt x="16" y="3"/>
                  </a:moveTo>
                  <a:lnTo>
                    <a:pt x="16" y="3"/>
                  </a:lnTo>
                  <a:lnTo>
                    <a:pt x="17" y="2"/>
                  </a:lnTo>
                  <a:lnTo>
                    <a:pt x="23" y="0"/>
                  </a:lnTo>
                  <a:lnTo>
                    <a:pt x="24" y="0"/>
                  </a:lnTo>
                  <a:lnTo>
                    <a:pt x="28" y="2"/>
                  </a:lnTo>
                  <a:lnTo>
                    <a:pt x="31" y="5"/>
                  </a:lnTo>
                  <a:lnTo>
                    <a:pt x="33" y="12"/>
                  </a:lnTo>
                  <a:lnTo>
                    <a:pt x="33" y="12"/>
                  </a:lnTo>
                  <a:lnTo>
                    <a:pt x="37" y="30"/>
                  </a:lnTo>
                  <a:lnTo>
                    <a:pt x="38" y="42"/>
                  </a:lnTo>
                  <a:lnTo>
                    <a:pt x="37" y="53"/>
                  </a:lnTo>
                  <a:lnTo>
                    <a:pt x="35" y="63"/>
                  </a:lnTo>
                  <a:lnTo>
                    <a:pt x="33" y="74"/>
                  </a:lnTo>
                  <a:lnTo>
                    <a:pt x="28" y="81"/>
                  </a:lnTo>
                  <a:lnTo>
                    <a:pt x="19" y="86"/>
                  </a:lnTo>
                  <a:lnTo>
                    <a:pt x="19" y="86"/>
                  </a:lnTo>
                  <a:lnTo>
                    <a:pt x="16" y="86"/>
                  </a:lnTo>
                  <a:lnTo>
                    <a:pt x="12" y="86"/>
                  </a:lnTo>
                  <a:lnTo>
                    <a:pt x="9" y="83"/>
                  </a:lnTo>
                  <a:lnTo>
                    <a:pt x="5" y="81"/>
                  </a:lnTo>
                  <a:lnTo>
                    <a:pt x="2" y="70"/>
                  </a:lnTo>
                  <a:lnTo>
                    <a:pt x="0" y="58"/>
                  </a:lnTo>
                  <a:lnTo>
                    <a:pt x="0" y="44"/>
                  </a:lnTo>
                  <a:lnTo>
                    <a:pt x="2" y="30"/>
                  </a:lnTo>
                  <a:lnTo>
                    <a:pt x="7" y="16"/>
                  </a:lnTo>
                  <a:lnTo>
                    <a:pt x="16"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4" name="Freeform 165"/>
            <p:cNvSpPr>
              <a:spLocks/>
            </p:cNvSpPr>
            <p:nvPr/>
          </p:nvSpPr>
          <p:spPr bwMode="auto">
            <a:xfrm>
              <a:off x="9940926" y="898525"/>
              <a:ext cx="60325" cy="136525"/>
            </a:xfrm>
            <a:custGeom>
              <a:avLst/>
              <a:gdLst>
                <a:gd name="T0" fmla="*/ 16 w 38"/>
                <a:gd name="T1" fmla="*/ 3 h 86"/>
                <a:gd name="T2" fmla="*/ 16 w 38"/>
                <a:gd name="T3" fmla="*/ 3 h 86"/>
                <a:gd name="T4" fmla="*/ 17 w 38"/>
                <a:gd name="T5" fmla="*/ 2 h 86"/>
                <a:gd name="T6" fmla="*/ 23 w 38"/>
                <a:gd name="T7" fmla="*/ 0 h 86"/>
                <a:gd name="T8" fmla="*/ 24 w 38"/>
                <a:gd name="T9" fmla="*/ 0 h 86"/>
                <a:gd name="T10" fmla="*/ 28 w 38"/>
                <a:gd name="T11" fmla="*/ 2 h 86"/>
                <a:gd name="T12" fmla="*/ 31 w 38"/>
                <a:gd name="T13" fmla="*/ 5 h 86"/>
                <a:gd name="T14" fmla="*/ 33 w 38"/>
                <a:gd name="T15" fmla="*/ 12 h 86"/>
                <a:gd name="T16" fmla="*/ 33 w 38"/>
                <a:gd name="T17" fmla="*/ 12 h 86"/>
                <a:gd name="T18" fmla="*/ 37 w 38"/>
                <a:gd name="T19" fmla="*/ 30 h 86"/>
                <a:gd name="T20" fmla="*/ 38 w 38"/>
                <a:gd name="T21" fmla="*/ 42 h 86"/>
                <a:gd name="T22" fmla="*/ 37 w 38"/>
                <a:gd name="T23" fmla="*/ 53 h 86"/>
                <a:gd name="T24" fmla="*/ 35 w 38"/>
                <a:gd name="T25" fmla="*/ 63 h 86"/>
                <a:gd name="T26" fmla="*/ 33 w 38"/>
                <a:gd name="T27" fmla="*/ 74 h 86"/>
                <a:gd name="T28" fmla="*/ 28 w 38"/>
                <a:gd name="T29" fmla="*/ 81 h 86"/>
                <a:gd name="T30" fmla="*/ 19 w 38"/>
                <a:gd name="T31" fmla="*/ 86 h 86"/>
                <a:gd name="T32" fmla="*/ 19 w 38"/>
                <a:gd name="T33" fmla="*/ 86 h 86"/>
                <a:gd name="T34" fmla="*/ 16 w 38"/>
                <a:gd name="T35" fmla="*/ 86 h 86"/>
                <a:gd name="T36" fmla="*/ 12 w 38"/>
                <a:gd name="T37" fmla="*/ 86 h 86"/>
                <a:gd name="T38" fmla="*/ 9 w 38"/>
                <a:gd name="T39" fmla="*/ 83 h 86"/>
                <a:gd name="T40" fmla="*/ 5 w 38"/>
                <a:gd name="T41" fmla="*/ 81 h 86"/>
                <a:gd name="T42" fmla="*/ 2 w 38"/>
                <a:gd name="T43" fmla="*/ 70 h 86"/>
                <a:gd name="T44" fmla="*/ 0 w 38"/>
                <a:gd name="T45" fmla="*/ 58 h 86"/>
                <a:gd name="T46" fmla="*/ 0 w 38"/>
                <a:gd name="T47" fmla="*/ 44 h 86"/>
                <a:gd name="T48" fmla="*/ 2 w 38"/>
                <a:gd name="T49" fmla="*/ 30 h 86"/>
                <a:gd name="T50" fmla="*/ 7 w 38"/>
                <a:gd name="T51" fmla="*/ 16 h 86"/>
                <a:gd name="T52" fmla="*/ 16 w 38"/>
                <a:gd name="T53" fmla="*/ 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86">
                  <a:moveTo>
                    <a:pt x="16" y="3"/>
                  </a:moveTo>
                  <a:lnTo>
                    <a:pt x="16" y="3"/>
                  </a:lnTo>
                  <a:lnTo>
                    <a:pt x="17" y="2"/>
                  </a:lnTo>
                  <a:lnTo>
                    <a:pt x="23" y="0"/>
                  </a:lnTo>
                  <a:lnTo>
                    <a:pt x="24" y="0"/>
                  </a:lnTo>
                  <a:lnTo>
                    <a:pt x="28" y="2"/>
                  </a:lnTo>
                  <a:lnTo>
                    <a:pt x="31" y="5"/>
                  </a:lnTo>
                  <a:lnTo>
                    <a:pt x="33" y="12"/>
                  </a:lnTo>
                  <a:lnTo>
                    <a:pt x="33" y="12"/>
                  </a:lnTo>
                  <a:lnTo>
                    <a:pt x="37" y="30"/>
                  </a:lnTo>
                  <a:lnTo>
                    <a:pt x="38" y="42"/>
                  </a:lnTo>
                  <a:lnTo>
                    <a:pt x="37" y="53"/>
                  </a:lnTo>
                  <a:lnTo>
                    <a:pt x="35" y="63"/>
                  </a:lnTo>
                  <a:lnTo>
                    <a:pt x="33" y="74"/>
                  </a:lnTo>
                  <a:lnTo>
                    <a:pt x="28" y="81"/>
                  </a:lnTo>
                  <a:lnTo>
                    <a:pt x="19" y="86"/>
                  </a:lnTo>
                  <a:lnTo>
                    <a:pt x="19" y="86"/>
                  </a:lnTo>
                  <a:lnTo>
                    <a:pt x="16" y="86"/>
                  </a:lnTo>
                  <a:lnTo>
                    <a:pt x="12" y="86"/>
                  </a:lnTo>
                  <a:lnTo>
                    <a:pt x="9" y="83"/>
                  </a:lnTo>
                  <a:lnTo>
                    <a:pt x="5" y="81"/>
                  </a:lnTo>
                  <a:lnTo>
                    <a:pt x="2" y="70"/>
                  </a:lnTo>
                  <a:lnTo>
                    <a:pt x="0" y="58"/>
                  </a:lnTo>
                  <a:lnTo>
                    <a:pt x="0" y="44"/>
                  </a:lnTo>
                  <a:lnTo>
                    <a:pt x="2" y="30"/>
                  </a:lnTo>
                  <a:lnTo>
                    <a:pt x="7" y="16"/>
                  </a:lnTo>
                  <a:lnTo>
                    <a:pt x="16"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5" name="Freeform 166"/>
            <p:cNvSpPr>
              <a:spLocks/>
            </p:cNvSpPr>
            <p:nvPr/>
          </p:nvSpPr>
          <p:spPr bwMode="auto">
            <a:xfrm>
              <a:off x="8766176" y="0"/>
              <a:ext cx="1535113" cy="1617663"/>
            </a:xfrm>
            <a:custGeom>
              <a:avLst/>
              <a:gdLst>
                <a:gd name="T0" fmla="*/ 800 w 967"/>
                <a:gd name="T1" fmla="*/ 318 h 1019"/>
                <a:gd name="T2" fmla="*/ 749 w 967"/>
                <a:gd name="T3" fmla="*/ 390 h 1019"/>
                <a:gd name="T4" fmla="*/ 699 w 967"/>
                <a:gd name="T5" fmla="*/ 438 h 1019"/>
                <a:gd name="T6" fmla="*/ 633 w 967"/>
                <a:gd name="T7" fmla="*/ 478 h 1019"/>
                <a:gd name="T8" fmla="*/ 578 w 967"/>
                <a:gd name="T9" fmla="*/ 497 h 1019"/>
                <a:gd name="T10" fmla="*/ 488 w 967"/>
                <a:gd name="T11" fmla="*/ 510 h 1019"/>
                <a:gd name="T12" fmla="*/ 402 w 967"/>
                <a:gd name="T13" fmla="*/ 508 h 1019"/>
                <a:gd name="T14" fmla="*/ 271 w 967"/>
                <a:gd name="T15" fmla="*/ 489 h 1019"/>
                <a:gd name="T16" fmla="*/ 228 w 967"/>
                <a:gd name="T17" fmla="*/ 513 h 1019"/>
                <a:gd name="T18" fmla="*/ 195 w 967"/>
                <a:gd name="T19" fmla="*/ 641 h 1019"/>
                <a:gd name="T20" fmla="*/ 186 w 967"/>
                <a:gd name="T21" fmla="*/ 719 h 1019"/>
                <a:gd name="T22" fmla="*/ 195 w 967"/>
                <a:gd name="T23" fmla="*/ 793 h 1019"/>
                <a:gd name="T24" fmla="*/ 176 w 967"/>
                <a:gd name="T25" fmla="*/ 763 h 1019"/>
                <a:gd name="T26" fmla="*/ 142 w 967"/>
                <a:gd name="T27" fmla="*/ 684 h 1019"/>
                <a:gd name="T28" fmla="*/ 126 w 967"/>
                <a:gd name="T29" fmla="*/ 613 h 1019"/>
                <a:gd name="T30" fmla="*/ 91 w 967"/>
                <a:gd name="T31" fmla="*/ 626 h 1019"/>
                <a:gd name="T32" fmla="*/ 65 w 967"/>
                <a:gd name="T33" fmla="*/ 643 h 1019"/>
                <a:gd name="T34" fmla="*/ 44 w 967"/>
                <a:gd name="T35" fmla="*/ 675 h 1019"/>
                <a:gd name="T36" fmla="*/ 39 w 967"/>
                <a:gd name="T37" fmla="*/ 721 h 1019"/>
                <a:gd name="T38" fmla="*/ 47 w 967"/>
                <a:gd name="T39" fmla="*/ 759 h 1019"/>
                <a:gd name="T40" fmla="*/ 70 w 967"/>
                <a:gd name="T41" fmla="*/ 807 h 1019"/>
                <a:gd name="T42" fmla="*/ 98 w 967"/>
                <a:gd name="T43" fmla="*/ 840 h 1019"/>
                <a:gd name="T44" fmla="*/ 130 w 967"/>
                <a:gd name="T45" fmla="*/ 859 h 1019"/>
                <a:gd name="T46" fmla="*/ 174 w 967"/>
                <a:gd name="T47" fmla="*/ 872 h 1019"/>
                <a:gd name="T48" fmla="*/ 246 w 967"/>
                <a:gd name="T49" fmla="*/ 1019 h 1019"/>
                <a:gd name="T50" fmla="*/ 186 w 967"/>
                <a:gd name="T51" fmla="*/ 977 h 1019"/>
                <a:gd name="T52" fmla="*/ 118 w 967"/>
                <a:gd name="T53" fmla="*/ 910 h 1019"/>
                <a:gd name="T54" fmla="*/ 51 w 967"/>
                <a:gd name="T55" fmla="*/ 812 h 1019"/>
                <a:gd name="T56" fmla="*/ 25 w 967"/>
                <a:gd name="T57" fmla="*/ 752 h 1019"/>
                <a:gd name="T58" fmla="*/ 7 w 967"/>
                <a:gd name="T59" fmla="*/ 684 h 1019"/>
                <a:gd name="T60" fmla="*/ 0 w 967"/>
                <a:gd name="T61" fmla="*/ 606 h 1019"/>
                <a:gd name="T62" fmla="*/ 5 w 967"/>
                <a:gd name="T63" fmla="*/ 524 h 1019"/>
                <a:gd name="T64" fmla="*/ 32 w 967"/>
                <a:gd name="T65" fmla="*/ 364 h 1019"/>
                <a:gd name="T66" fmla="*/ 63 w 967"/>
                <a:gd name="T67" fmla="*/ 267 h 1019"/>
                <a:gd name="T68" fmla="*/ 97 w 967"/>
                <a:gd name="T69" fmla="*/ 200 h 1019"/>
                <a:gd name="T70" fmla="*/ 141 w 967"/>
                <a:gd name="T71" fmla="*/ 141 h 1019"/>
                <a:gd name="T72" fmla="*/ 195 w 967"/>
                <a:gd name="T73" fmla="*/ 91 h 1019"/>
                <a:gd name="T74" fmla="*/ 264 w 967"/>
                <a:gd name="T75" fmla="*/ 51 h 1019"/>
                <a:gd name="T76" fmla="*/ 346 w 967"/>
                <a:gd name="T77" fmla="*/ 21 h 1019"/>
                <a:gd name="T78" fmla="*/ 445 w 967"/>
                <a:gd name="T79" fmla="*/ 4 h 1019"/>
                <a:gd name="T80" fmla="*/ 520 w 967"/>
                <a:gd name="T81" fmla="*/ 0 h 1019"/>
                <a:gd name="T82" fmla="*/ 631 w 967"/>
                <a:gd name="T83" fmla="*/ 12 h 1019"/>
                <a:gd name="T84" fmla="*/ 722 w 967"/>
                <a:gd name="T85" fmla="*/ 46 h 1019"/>
                <a:gd name="T86" fmla="*/ 798 w 967"/>
                <a:gd name="T87" fmla="*/ 97 h 1019"/>
                <a:gd name="T88" fmla="*/ 859 w 967"/>
                <a:gd name="T89" fmla="*/ 162 h 1019"/>
                <a:gd name="T90" fmla="*/ 905 w 967"/>
                <a:gd name="T91" fmla="*/ 236 h 1019"/>
                <a:gd name="T92" fmla="*/ 938 w 967"/>
                <a:gd name="T93" fmla="*/ 316 h 1019"/>
                <a:gd name="T94" fmla="*/ 958 w 967"/>
                <a:gd name="T95" fmla="*/ 399 h 1019"/>
                <a:gd name="T96" fmla="*/ 967 w 967"/>
                <a:gd name="T97" fmla="*/ 480 h 1019"/>
                <a:gd name="T98" fmla="*/ 963 w 967"/>
                <a:gd name="T99" fmla="*/ 554 h 1019"/>
                <a:gd name="T100" fmla="*/ 951 w 967"/>
                <a:gd name="T101" fmla="*/ 619 h 1019"/>
                <a:gd name="T102" fmla="*/ 937 w 967"/>
                <a:gd name="T103" fmla="*/ 652 h 1019"/>
                <a:gd name="T104" fmla="*/ 912 w 967"/>
                <a:gd name="T105" fmla="*/ 499 h 1019"/>
                <a:gd name="T106" fmla="*/ 882 w 967"/>
                <a:gd name="T107" fmla="*/ 411 h 1019"/>
                <a:gd name="T108" fmla="*/ 840 w 967"/>
                <a:gd name="T109" fmla="*/ 339 h 1019"/>
                <a:gd name="T110" fmla="*/ 814 w 967"/>
                <a:gd name="T111" fmla="*/ 316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7" h="1019">
                  <a:moveTo>
                    <a:pt x="803" y="311"/>
                  </a:moveTo>
                  <a:lnTo>
                    <a:pt x="803" y="311"/>
                  </a:lnTo>
                  <a:lnTo>
                    <a:pt x="800" y="318"/>
                  </a:lnTo>
                  <a:lnTo>
                    <a:pt x="789" y="336"/>
                  </a:lnTo>
                  <a:lnTo>
                    <a:pt x="773" y="360"/>
                  </a:lnTo>
                  <a:lnTo>
                    <a:pt x="749" y="390"/>
                  </a:lnTo>
                  <a:lnTo>
                    <a:pt x="735" y="406"/>
                  </a:lnTo>
                  <a:lnTo>
                    <a:pt x="719" y="422"/>
                  </a:lnTo>
                  <a:lnTo>
                    <a:pt x="699" y="438"/>
                  </a:lnTo>
                  <a:lnTo>
                    <a:pt x="680" y="452"/>
                  </a:lnTo>
                  <a:lnTo>
                    <a:pt x="657" y="466"/>
                  </a:lnTo>
                  <a:lnTo>
                    <a:pt x="633" y="478"/>
                  </a:lnTo>
                  <a:lnTo>
                    <a:pt x="606" y="489"/>
                  </a:lnTo>
                  <a:lnTo>
                    <a:pt x="578" y="497"/>
                  </a:lnTo>
                  <a:lnTo>
                    <a:pt x="578" y="497"/>
                  </a:lnTo>
                  <a:lnTo>
                    <a:pt x="548" y="503"/>
                  </a:lnTo>
                  <a:lnTo>
                    <a:pt x="518" y="506"/>
                  </a:lnTo>
                  <a:lnTo>
                    <a:pt x="488" y="510"/>
                  </a:lnTo>
                  <a:lnTo>
                    <a:pt x="459" y="510"/>
                  </a:lnTo>
                  <a:lnTo>
                    <a:pt x="430" y="510"/>
                  </a:lnTo>
                  <a:lnTo>
                    <a:pt x="402" y="508"/>
                  </a:lnTo>
                  <a:lnTo>
                    <a:pt x="350" y="503"/>
                  </a:lnTo>
                  <a:lnTo>
                    <a:pt x="306" y="496"/>
                  </a:lnTo>
                  <a:lnTo>
                    <a:pt x="271" y="489"/>
                  </a:lnTo>
                  <a:lnTo>
                    <a:pt x="241" y="480"/>
                  </a:lnTo>
                  <a:lnTo>
                    <a:pt x="241" y="480"/>
                  </a:lnTo>
                  <a:lnTo>
                    <a:pt x="228" y="513"/>
                  </a:lnTo>
                  <a:lnTo>
                    <a:pt x="218" y="548"/>
                  </a:lnTo>
                  <a:lnTo>
                    <a:pt x="206" y="592"/>
                  </a:lnTo>
                  <a:lnTo>
                    <a:pt x="195" y="641"/>
                  </a:lnTo>
                  <a:lnTo>
                    <a:pt x="191" y="668"/>
                  </a:lnTo>
                  <a:lnTo>
                    <a:pt x="188" y="692"/>
                  </a:lnTo>
                  <a:lnTo>
                    <a:pt x="186" y="719"/>
                  </a:lnTo>
                  <a:lnTo>
                    <a:pt x="188" y="745"/>
                  </a:lnTo>
                  <a:lnTo>
                    <a:pt x="190" y="770"/>
                  </a:lnTo>
                  <a:lnTo>
                    <a:pt x="195" y="793"/>
                  </a:lnTo>
                  <a:lnTo>
                    <a:pt x="195" y="793"/>
                  </a:lnTo>
                  <a:lnTo>
                    <a:pt x="186" y="779"/>
                  </a:lnTo>
                  <a:lnTo>
                    <a:pt x="176" y="763"/>
                  </a:lnTo>
                  <a:lnTo>
                    <a:pt x="165" y="742"/>
                  </a:lnTo>
                  <a:lnTo>
                    <a:pt x="153" y="715"/>
                  </a:lnTo>
                  <a:lnTo>
                    <a:pt x="142" y="684"/>
                  </a:lnTo>
                  <a:lnTo>
                    <a:pt x="133" y="650"/>
                  </a:lnTo>
                  <a:lnTo>
                    <a:pt x="126" y="613"/>
                  </a:lnTo>
                  <a:lnTo>
                    <a:pt x="126" y="613"/>
                  </a:lnTo>
                  <a:lnTo>
                    <a:pt x="121" y="615"/>
                  </a:lnTo>
                  <a:lnTo>
                    <a:pt x="109" y="619"/>
                  </a:lnTo>
                  <a:lnTo>
                    <a:pt x="91" y="626"/>
                  </a:lnTo>
                  <a:lnTo>
                    <a:pt x="83" y="629"/>
                  </a:lnTo>
                  <a:lnTo>
                    <a:pt x="74" y="636"/>
                  </a:lnTo>
                  <a:lnTo>
                    <a:pt x="65" y="643"/>
                  </a:lnTo>
                  <a:lnTo>
                    <a:pt x="56" y="652"/>
                  </a:lnTo>
                  <a:lnTo>
                    <a:pt x="49" y="663"/>
                  </a:lnTo>
                  <a:lnTo>
                    <a:pt x="44" y="675"/>
                  </a:lnTo>
                  <a:lnTo>
                    <a:pt x="39" y="687"/>
                  </a:lnTo>
                  <a:lnTo>
                    <a:pt x="37" y="703"/>
                  </a:lnTo>
                  <a:lnTo>
                    <a:pt x="39" y="721"/>
                  </a:lnTo>
                  <a:lnTo>
                    <a:pt x="42" y="740"/>
                  </a:lnTo>
                  <a:lnTo>
                    <a:pt x="42" y="740"/>
                  </a:lnTo>
                  <a:lnTo>
                    <a:pt x="47" y="759"/>
                  </a:lnTo>
                  <a:lnTo>
                    <a:pt x="54" y="777"/>
                  </a:lnTo>
                  <a:lnTo>
                    <a:pt x="61" y="793"/>
                  </a:lnTo>
                  <a:lnTo>
                    <a:pt x="70" y="807"/>
                  </a:lnTo>
                  <a:lnTo>
                    <a:pt x="79" y="819"/>
                  </a:lnTo>
                  <a:lnTo>
                    <a:pt x="88" y="830"/>
                  </a:lnTo>
                  <a:lnTo>
                    <a:pt x="98" y="840"/>
                  </a:lnTo>
                  <a:lnTo>
                    <a:pt x="109" y="847"/>
                  </a:lnTo>
                  <a:lnTo>
                    <a:pt x="119" y="854"/>
                  </a:lnTo>
                  <a:lnTo>
                    <a:pt x="130" y="859"/>
                  </a:lnTo>
                  <a:lnTo>
                    <a:pt x="141" y="865"/>
                  </a:lnTo>
                  <a:lnTo>
                    <a:pt x="151" y="868"/>
                  </a:lnTo>
                  <a:lnTo>
                    <a:pt x="174" y="872"/>
                  </a:lnTo>
                  <a:lnTo>
                    <a:pt x="193" y="872"/>
                  </a:lnTo>
                  <a:lnTo>
                    <a:pt x="246" y="1019"/>
                  </a:lnTo>
                  <a:lnTo>
                    <a:pt x="246" y="1019"/>
                  </a:lnTo>
                  <a:lnTo>
                    <a:pt x="235" y="1012"/>
                  </a:lnTo>
                  <a:lnTo>
                    <a:pt x="206" y="991"/>
                  </a:lnTo>
                  <a:lnTo>
                    <a:pt x="186" y="977"/>
                  </a:lnTo>
                  <a:lnTo>
                    <a:pt x="163" y="958"/>
                  </a:lnTo>
                  <a:lnTo>
                    <a:pt x="141" y="937"/>
                  </a:lnTo>
                  <a:lnTo>
                    <a:pt x="118" y="910"/>
                  </a:lnTo>
                  <a:lnTo>
                    <a:pt x="93" y="881"/>
                  </a:lnTo>
                  <a:lnTo>
                    <a:pt x="70" y="849"/>
                  </a:lnTo>
                  <a:lnTo>
                    <a:pt x="51" y="812"/>
                  </a:lnTo>
                  <a:lnTo>
                    <a:pt x="40" y="793"/>
                  </a:lnTo>
                  <a:lnTo>
                    <a:pt x="32" y="773"/>
                  </a:lnTo>
                  <a:lnTo>
                    <a:pt x="25" y="752"/>
                  </a:lnTo>
                  <a:lnTo>
                    <a:pt x="17" y="729"/>
                  </a:lnTo>
                  <a:lnTo>
                    <a:pt x="12" y="707"/>
                  </a:lnTo>
                  <a:lnTo>
                    <a:pt x="7" y="684"/>
                  </a:lnTo>
                  <a:lnTo>
                    <a:pt x="3" y="659"/>
                  </a:lnTo>
                  <a:lnTo>
                    <a:pt x="2" y="633"/>
                  </a:lnTo>
                  <a:lnTo>
                    <a:pt x="0" y="606"/>
                  </a:lnTo>
                  <a:lnTo>
                    <a:pt x="2" y="580"/>
                  </a:lnTo>
                  <a:lnTo>
                    <a:pt x="2" y="580"/>
                  </a:lnTo>
                  <a:lnTo>
                    <a:pt x="5" y="524"/>
                  </a:lnTo>
                  <a:lnTo>
                    <a:pt x="12" y="469"/>
                  </a:lnTo>
                  <a:lnTo>
                    <a:pt x="21" y="417"/>
                  </a:lnTo>
                  <a:lnTo>
                    <a:pt x="32" y="364"/>
                  </a:lnTo>
                  <a:lnTo>
                    <a:pt x="46" y="315"/>
                  </a:lnTo>
                  <a:lnTo>
                    <a:pt x="53" y="290"/>
                  </a:lnTo>
                  <a:lnTo>
                    <a:pt x="63" y="267"/>
                  </a:lnTo>
                  <a:lnTo>
                    <a:pt x="72" y="244"/>
                  </a:lnTo>
                  <a:lnTo>
                    <a:pt x="84" y="221"/>
                  </a:lnTo>
                  <a:lnTo>
                    <a:pt x="97" y="200"/>
                  </a:lnTo>
                  <a:lnTo>
                    <a:pt x="109" y="179"/>
                  </a:lnTo>
                  <a:lnTo>
                    <a:pt x="125" y="160"/>
                  </a:lnTo>
                  <a:lnTo>
                    <a:pt x="141" y="141"/>
                  </a:lnTo>
                  <a:lnTo>
                    <a:pt x="156" y="123"/>
                  </a:lnTo>
                  <a:lnTo>
                    <a:pt x="176" y="107"/>
                  </a:lnTo>
                  <a:lnTo>
                    <a:pt x="195" y="91"/>
                  </a:lnTo>
                  <a:lnTo>
                    <a:pt x="216" y="76"/>
                  </a:lnTo>
                  <a:lnTo>
                    <a:pt x="239" y="63"/>
                  </a:lnTo>
                  <a:lnTo>
                    <a:pt x="264" y="51"/>
                  </a:lnTo>
                  <a:lnTo>
                    <a:pt x="290" y="39"/>
                  </a:lnTo>
                  <a:lnTo>
                    <a:pt x="318" y="30"/>
                  </a:lnTo>
                  <a:lnTo>
                    <a:pt x="346" y="21"/>
                  </a:lnTo>
                  <a:lnTo>
                    <a:pt x="378" y="14"/>
                  </a:lnTo>
                  <a:lnTo>
                    <a:pt x="411" y="9"/>
                  </a:lnTo>
                  <a:lnTo>
                    <a:pt x="445" y="4"/>
                  </a:lnTo>
                  <a:lnTo>
                    <a:pt x="481" y="2"/>
                  </a:lnTo>
                  <a:lnTo>
                    <a:pt x="520" y="0"/>
                  </a:lnTo>
                  <a:lnTo>
                    <a:pt x="520" y="0"/>
                  </a:lnTo>
                  <a:lnTo>
                    <a:pt x="559" y="2"/>
                  </a:lnTo>
                  <a:lnTo>
                    <a:pt x="596" y="5"/>
                  </a:lnTo>
                  <a:lnTo>
                    <a:pt x="631" y="12"/>
                  </a:lnTo>
                  <a:lnTo>
                    <a:pt x="662" y="21"/>
                  </a:lnTo>
                  <a:lnTo>
                    <a:pt x="694" y="32"/>
                  </a:lnTo>
                  <a:lnTo>
                    <a:pt x="722" y="46"/>
                  </a:lnTo>
                  <a:lnTo>
                    <a:pt x="750" y="60"/>
                  </a:lnTo>
                  <a:lnTo>
                    <a:pt x="775" y="77"/>
                  </a:lnTo>
                  <a:lnTo>
                    <a:pt x="798" y="97"/>
                  </a:lnTo>
                  <a:lnTo>
                    <a:pt x="821" y="116"/>
                  </a:lnTo>
                  <a:lnTo>
                    <a:pt x="840" y="139"/>
                  </a:lnTo>
                  <a:lnTo>
                    <a:pt x="859" y="162"/>
                  </a:lnTo>
                  <a:lnTo>
                    <a:pt x="877" y="186"/>
                  </a:lnTo>
                  <a:lnTo>
                    <a:pt x="891" y="211"/>
                  </a:lnTo>
                  <a:lnTo>
                    <a:pt x="905" y="236"/>
                  </a:lnTo>
                  <a:lnTo>
                    <a:pt x="917" y="264"/>
                  </a:lnTo>
                  <a:lnTo>
                    <a:pt x="928" y="290"/>
                  </a:lnTo>
                  <a:lnTo>
                    <a:pt x="938" y="316"/>
                  </a:lnTo>
                  <a:lnTo>
                    <a:pt x="945" y="344"/>
                  </a:lnTo>
                  <a:lnTo>
                    <a:pt x="952" y="373"/>
                  </a:lnTo>
                  <a:lnTo>
                    <a:pt x="958" y="399"/>
                  </a:lnTo>
                  <a:lnTo>
                    <a:pt x="961" y="427"/>
                  </a:lnTo>
                  <a:lnTo>
                    <a:pt x="965" y="453"/>
                  </a:lnTo>
                  <a:lnTo>
                    <a:pt x="967" y="480"/>
                  </a:lnTo>
                  <a:lnTo>
                    <a:pt x="967" y="506"/>
                  </a:lnTo>
                  <a:lnTo>
                    <a:pt x="965" y="531"/>
                  </a:lnTo>
                  <a:lnTo>
                    <a:pt x="963" y="554"/>
                  </a:lnTo>
                  <a:lnTo>
                    <a:pt x="960" y="576"/>
                  </a:lnTo>
                  <a:lnTo>
                    <a:pt x="956" y="598"/>
                  </a:lnTo>
                  <a:lnTo>
                    <a:pt x="951" y="619"/>
                  </a:lnTo>
                  <a:lnTo>
                    <a:pt x="944" y="636"/>
                  </a:lnTo>
                  <a:lnTo>
                    <a:pt x="937" y="652"/>
                  </a:lnTo>
                  <a:lnTo>
                    <a:pt x="937" y="652"/>
                  </a:lnTo>
                  <a:lnTo>
                    <a:pt x="931" y="606"/>
                  </a:lnTo>
                  <a:lnTo>
                    <a:pt x="924" y="557"/>
                  </a:lnTo>
                  <a:lnTo>
                    <a:pt x="912" y="499"/>
                  </a:lnTo>
                  <a:lnTo>
                    <a:pt x="903" y="469"/>
                  </a:lnTo>
                  <a:lnTo>
                    <a:pt x="894" y="439"/>
                  </a:lnTo>
                  <a:lnTo>
                    <a:pt x="882" y="411"/>
                  </a:lnTo>
                  <a:lnTo>
                    <a:pt x="870" y="385"/>
                  </a:lnTo>
                  <a:lnTo>
                    <a:pt x="856" y="360"/>
                  </a:lnTo>
                  <a:lnTo>
                    <a:pt x="840" y="339"/>
                  </a:lnTo>
                  <a:lnTo>
                    <a:pt x="831" y="330"/>
                  </a:lnTo>
                  <a:lnTo>
                    <a:pt x="822" y="323"/>
                  </a:lnTo>
                  <a:lnTo>
                    <a:pt x="814" y="316"/>
                  </a:lnTo>
                  <a:lnTo>
                    <a:pt x="803" y="311"/>
                  </a:lnTo>
                  <a:close/>
                </a:path>
              </a:pathLst>
            </a:custGeom>
            <a:solidFill>
              <a:srgbClr val="A14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6" name="Freeform 167"/>
            <p:cNvSpPr>
              <a:spLocks/>
            </p:cNvSpPr>
            <p:nvPr/>
          </p:nvSpPr>
          <p:spPr bwMode="auto">
            <a:xfrm>
              <a:off x="8766176" y="0"/>
              <a:ext cx="1535113" cy="1617663"/>
            </a:xfrm>
            <a:custGeom>
              <a:avLst/>
              <a:gdLst>
                <a:gd name="T0" fmla="*/ 800 w 967"/>
                <a:gd name="T1" fmla="*/ 318 h 1019"/>
                <a:gd name="T2" fmla="*/ 749 w 967"/>
                <a:gd name="T3" fmla="*/ 390 h 1019"/>
                <a:gd name="T4" fmla="*/ 699 w 967"/>
                <a:gd name="T5" fmla="*/ 438 h 1019"/>
                <a:gd name="T6" fmla="*/ 633 w 967"/>
                <a:gd name="T7" fmla="*/ 478 h 1019"/>
                <a:gd name="T8" fmla="*/ 578 w 967"/>
                <a:gd name="T9" fmla="*/ 497 h 1019"/>
                <a:gd name="T10" fmla="*/ 488 w 967"/>
                <a:gd name="T11" fmla="*/ 510 h 1019"/>
                <a:gd name="T12" fmla="*/ 402 w 967"/>
                <a:gd name="T13" fmla="*/ 508 h 1019"/>
                <a:gd name="T14" fmla="*/ 271 w 967"/>
                <a:gd name="T15" fmla="*/ 489 h 1019"/>
                <a:gd name="T16" fmla="*/ 228 w 967"/>
                <a:gd name="T17" fmla="*/ 513 h 1019"/>
                <a:gd name="T18" fmla="*/ 195 w 967"/>
                <a:gd name="T19" fmla="*/ 641 h 1019"/>
                <a:gd name="T20" fmla="*/ 186 w 967"/>
                <a:gd name="T21" fmla="*/ 719 h 1019"/>
                <a:gd name="T22" fmla="*/ 195 w 967"/>
                <a:gd name="T23" fmla="*/ 793 h 1019"/>
                <a:gd name="T24" fmla="*/ 176 w 967"/>
                <a:gd name="T25" fmla="*/ 763 h 1019"/>
                <a:gd name="T26" fmla="*/ 142 w 967"/>
                <a:gd name="T27" fmla="*/ 684 h 1019"/>
                <a:gd name="T28" fmla="*/ 126 w 967"/>
                <a:gd name="T29" fmla="*/ 613 h 1019"/>
                <a:gd name="T30" fmla="*/ 91 w 967"/>
                <a:gd name="T31" fmla="*/ 626 h 1019"/>
                <a:gd name="T32" fmla="*/ 65 w 967"/>
                <a:gd name="T33" fmla="*/ 643 h 1019"/>
                <a:gd name="T34" fmla="*/ 44 w 967"/>
                <a:gd name="T35" fmla="*/ 675 h 1019"/>
                <a:gd name="T36" fmla="*/ 39 w 967"/>
                <a:gd name="T37" fmla="*/ 721 h 1019"/>
                <a:gd name="T38" fmla="*/ 47 w 967"/>
                <a:gd name="T39" fmla="*/ 759 h 1019"/>
                <a:gd name="T40" fmla="*/ 70 w 967"/>
                <a:gd name="T41" fmla="*/ 807 h 1019"/>
                <a:gd name="T42" fmla="*/ 98 w 967"/>
                <a:gd name="T43" fmla="*/ 840 h 1019"/>
                <a:gd name="T44" fmla="*/ 130 w 967"/>
                <a:gd name="T45" fmla="*/ 859 h 1019"/>
                <a:gd name="T46" fmla="*/ 174 w 967"/>
                <a:gd name="T47" fmla="*/ 872 h 1019"/>
                <a:gd name="T48" fmla="*/ 246 w 967"/>
                <a:gd name="T49" fmla="*/ 1019 h 1019"/>
                <a:gd name="T50" fmla="*/ 186 w 967"/>
                <a:gd name="T51" fmla="*/ 977 h 1019"/>
                <a:gd name="T52" fmla="*/ 118 w 967"/>
                <a:gd name="T53" fmla="*/ 910 h 1019"/>
                <a:gd name="T54" fmla="*/ 51 w 967"/>
                <a:gd name="T55" fmla="*/ 812 h 1019"/>
                <a:gd name="T56" fmla="*/ 25 w 967"/>
                <a:gd name="T57" fmla="*/ 752 h 1019"/>
                <a:gd name="T58" fmla="*/ 7 w 967"/>
                <a:gd name="T59" fmla="*/ 684 h 1019"/>
                <a:gd name="T60" fmla="*/ 0 w 967"/>
                <a:gd name="T61" fmla="*/ 606 h 1019"/>
                <a:gd name="T62" fmla="*/ 5 w 967"/>
                <a:gd name="T63" fmla="*/ 524 h 1019"/>
                <a:gd name="T64" fmla="*/ 32 w 967"/>
                <a:gd name="T65" fmla="*/ 364 h 1019"/>
                <a:gd name="T66" fmla="*/ 63 w 967"/>
                <a:gd name="T67" fmla="*/ 267 h 1019"/>
                <a:gd name="T68" fmla="*/ 97 w 967"/>
                <a:gd name="T69" fmla="*/ 200 h 1019"/>
                <a:gd name="T70" fmla="*/ 141 w 967"/>
                <a:gd name="T71" fmla="*/ 141 h 1019"/>
                <a:gd name="T72" fmla="*/ 195 w 967"/>
                <a:gd name="T73" fmla="*/ 91 h 1019"/>
                <a:gd name="T74" fmla="*/ 264 w 967"/>
                <a:gd name="T75" fmla="*/ 51 h 1019"/>
                <a:gd name="T76" fmla="*/ 346 w 967"/>
                <a:gd name="T77" fmla="*/ 21 h 1019"/>
                <a:gd name="T78" fmla="*/ 445 w 967"/>
                <a:gd name="T79" fmla="*/ 4 h 1019"/>
                <a:gd name="T80" fmla="*/ 520 w 967"/>
                <a:gd name="T81" fmla="*/ 0 h 1019"/>
                <a:gd name="T82" fmla="*/ 631 w 967"/>
                <a:gd name="T83" fmla="*/ 12 h 1019"/>
                <a:gd name="T84" fmla="*/ 722 w 967"/>
                <a:gd name="T85" fmla="*/ 46 h 1019"/>
                <a:gd name="T86" fmla="*/ 798 w 967"/>
                <a:gd name="T87" fmla="*/ 97 h 1019"/>
                <a:gd name="T88" fmla="*/ 859 w 967"/>
                <a:gd name="T89" fmla="*/ 162 h 1019"/>
                <a:gd name="T90" fmla="*/ 905 w 967"/>
                <a:gd name="T91" fmla="*/ 236 h 1019"/>
                <a:gd name="T92" fmla="*/ 938 w 967"/>
                <a:gd name="T93" fmla="*/ 316 h 1019"/>
                <a:gd name="T94" fmla="*/ 958 w 967"/>
                <a:gd name="T95" fmla="*/ 399 h 1019"/>
                <a:gd name="T96" fmla="*/ 967 w 967"/>
                <a:gd name="T97" fmla="*/ 480 h 1019"/>
                <a:gd name="T98" fmla="*/ 963 w 967"/>
                <a:gd name="T99" fmla="*/ 554 h 1019"/>
                <a:gd name="T100" fmla="*/ 951 w 967"/>
                <a:gd name="T101" fmla="*/ 619 h 1019"/>
                <a:gd name="T102" fmla="*/ 937 w 967"/>
                <a:gd name="T103" fmla="*/ 652 h 1019"/>
                <a:gd name="T104" fmla="*/ 912 w 967"/>
                <a:gd name="T105" fmla="*/ 499 h 1019"/>
                <a:gd name="T106" fmla="*/ 882 w 967"/>
                <a:gd name="T107" fmla="*/ 411 h 1019"/>
                <a:gd name="T108" fmla="*/ 840 w 967"/>
                <a:gd name="T109" fmla="*/ 339 h 1019"/>
                <a:gd name="T110" fmla="*/ 814 w 967"/>
                <a:gd name="T111" fmla="*/ 316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7" h="1019">
                  <a:moveTo>
                    <a:pt x="803" y="311"/>
                  </a:moveTo>
                  <a:lnTo>
                    <a:pt x="803" y="311"/>
                  </a:lnTo>
                  <a:lnTo>
                    <a:pt x="800" y="318"/>
                  </a:lnTo>
                  <a:lnTo>
                    <a:pt x="789" y="336"/>
                  </a:lnTo>
                  <a:lnTo>
                    <a:pt x="773" y="360"/>
                  </a:lnTo>
                  <a:lnTo>
                    <a:pt x="749" y="390"/>
                  </a:lnTo>
                  <a:lnTo>
                    <a:pt x="735" y="406"/>
                  </a:lnTo>
                  <a:lnTo>
                    <a:pt x="719" y="422"/>
                  </a:lnTo>
                  <a:lnTo>
                    <a:pt x="699" y="438"/>
                  </a:lnTo>
                  <a:lnTo>
                    <a:pt x="680" y="452"/>
                  </a:lnTo>
                  <a:lnTo>
                    <a:pt x="657" y="466"/>
                  </a:lnTo>
                  <a:lnTo>
                    <a:pt x="633" y="478"/>
                  </a:lnTo>
                  <a:lnTo>
                    <a:pt x="606" y="489"/>
                  </a:lnTo>
                  <a:lnTo>
                    <a:pt x="578" y="497"/>
                  </a:lnTo>
                  <a:lnTo>
                    <a:pt x="578" y="497"/>
                  </a:lnTo>
                  <a:lnTo>
                    <a:pt x="548" y="503"/>
                  </a:lnTo>
                  <a:lnTo>
                    <a:pt x="518" y="506"/>
                  </a:lnTo>
                  <a:lnTo>
                    <a:pt x="488" y="510"/>
                  </a:lnTo>
                  <a:lnTo>
                    <a:pt x="459" y="510"/>
                  </a:lnTo>
                  <a:lnTo>
                    <a:pt x="430" y="510"/>
                  </a:lnTo>
                  <a:lnTo>
                    <a:pt x="402" y="508"/>
                  </a:lnTo>
                  <a:lnTo>
                    <a:pt x="350" y="503"/>
                  </a:lnTo>
                  <a:lnTo>
                    <a:pt x="306" y="496"/>
                  </a:lnTo>
                  <a:lnTo>
                    <a:pt x="271" y="489"/>
                  </a:lnTo>
                  <a:lnTo>
                    <a:pt x="241" y="480"/>
                  </a:lnTo>
                  <a:lnTo>
                    <a:pt x="241" y="480"/>
                  </a:lnTo>
                  <a:lnTo>
                    <a:pt x="228" y="513"/>
                  </a:lnTo>
                  <a:lnTo>
                    <a:pt x="218" y="548"/>
                  </a:lnTo>
                  <a:lnTo>
                    <a:pt x="206" y="592"/>
                  </a:lnTo>
                  <a:lnTo>
                    <a:pt x="195" y="641"/>
                  </a:lnTo>
                  <a:lnTo>
                    <a:pt x="191" y="668"/>
                  </a:lnTo>
                  <a:lnTo>
                    <a:pt x="188" y="692"/>
                  </a:lnTo>
                  <a:lnTo>
                    <a:pt x="186" y="719"/>
                  </a:lnTo>
                  <a:lnTo>
                    <a:pt x="188" y="745"/>
                  </a:lnTo>
                  <a:lnTo>
                    <a:pt x="190" y="770"/>
                  </a:lnTo>
                  <a:lnTo>
                    <a:pt x="195" y="793"/>
                  </a:lnTo>
                  <a:lnTo>
                    <a:pt x="195" y="793"/>
                  </a:lnTo>
                  <a:lnTo>
                    <a:pt x="186" y="779"/>
                  </a:lnTo>
                  <a:lnTo>
                    <a:pt x="176" y="763"/>
                  </a:lnTo>
                  <a:lnTo>
                    <a:pt x="165" y="742"/>
                  </a:lnTo>
                  <a:lnTo>
                    <a:pt x="153" y="715"/>
                  </a:lnTo>
                  <a:lnTo>
                    <a:pt x="142" y="684"/>
                  </a:lnTo>
                  <a:lnTo>
                    <a:pt x="133" y="650"/>
                  </a:lnTo>
                  <a:lnTo>
                    <a:pt x="126" y="613"/>
                  </a:lnTo>
                  <a:lnTo>
                    <a:pt x="126" y="613"/>
                  </a:lnTo>
                  <a:lnTo>
                    <a:pt x="121" y="615"/>
                  </a:lnTo>
                  <a:lnTo>
                    <a:pt x="109" y="619"/>
                  </a:lnTo>
                  <a:lnTo>
                    <a:pt x="91" y="626"/>
                  </a:lnTo>
                  <a:lnTo>
                    <a:pt x="83" y="629"/>
                  </a:lnTo>
                  <a:lnTo>
                    <a:pt x="74" y="636"/>
                  </a:lnTo>
                  <a:lnTo>
                    <a:pt x="65" y="643"/>
                  </a:lnTo>
                  <a:lnTo>
                    <a:pt x="56" y="652"/>
                  </a:lnTo>
                  <a:lnTo>
                    <a:pt x="49" y="663"/>
                  </a:lnTo>
                  <a:lnTo>
                    <a:pt x="44" y="675"/>
                  </a:lnTo>
                  <a:lnTo>
                    <a:pt x="39" y="687"/>
                  </a:lnTo>
                  <a:lnTo>
                    <a:pt x="37" y="703"/>
                  </a:lnTo>
                  <a:lnTo>
                    <a:pt x="39" y="721"/>
                  </a:lnTo>
                  <a:lnTo>
                    <a:pt x="42" y="740"/>
                  </a:lnTo>
                  <a:lnTo>
                    <a:pt x="42" y="740"/>
                  </a:lnTo>
                  <a:lnTo>
                    <a:pt x="47" y="759"/>
                  </a:lnTo>
                  <a:lnTo>
                    <a:pt x="54" y="777"/>
                  </a:lnTo>
                  <a:lnTo>
                    <a:pt x="61" y="793"/>
                  </a:lnTo>
                  <a:lnTo>
                    <a:pt x="70" y="807"/>
                  </a:lnTo>
                  <a:lnTo>
                    <a:pt x="79" y="819"/>
                  </a:lnTo>
                  <a:lnTo>
                    <a:pt x="88" y="830"/>
                  </a:lnTo>
                  <a:lnTo>
                    <a:pt x="98" y="840"/>
                  </a:lnTo>
                  <a:lnTo>
                    <a:pt x="109" y="847"/>
                  </a:lnTo>
                  <a:lnTo>
                    <a:pt x="119" y="854"/>
                  </a:lnTo>
                  <a:lnTo>
                    <a:pt x="130" y="859"/>
                  </a:lnTo>
                  <a:lnTo>
                    <a:pt x="141" y="865"/>
                  </a:lnTo>
                  <a:lnTo>
                    <a:pt x="151" y="868"/>
                  </a:lnTo>
                  <a:lnTo>
                    <a:pt x="174" y="872"/>
                  </a:lnTo>
                  <a:lnTo>
                    <a:pt x="193" y="872"/>
                  </a:lnTo>
                  <a:lnTo>
                    <a:pt x="246" y="1019"/>
                  </a:lnTo>
                  <a:lnTo>
                    <a:pt x="246" y="1019"/>
                  </a:lnTo>
                  <a:lnTo>
                    <a:pt x="235" y="1012"/>
                  </a:lnTo>
                  <a:lnTo>
                    <a:pt x="206" y="991"/>
                  </a:lnTo>
                  <a:lnTo>
                    <a:pt x="186" y="977"/>
                  </a:lnTo>
                  <a:lnTo>
                    <a:pt x="163" y="958"/>
                  </a:lnTo>
                  <a:lnTo>
                    <a:pt x="141" y="937"/>
                  </a:lnTo>
                  <a:lnTo>
                    <a:pt x="118" y="910"/>
                  </a:lnTo>
                  <a:lnTo>
                    <a:pt x="93" y="881"/>
                  </a:lnTo>
                  <a:lnTo>
                    <a:pt x="70" y="849"/>
                  </a:lnTo>
                  <a:lnTo>
                    <a:pt x="51" y="812"/>
                  </a:lnTo>
                  <a:lnTo>
                    <a:pt x="40" y="793"/>
                  </a:lnTo>
                  <a:lnTo>
                    <a:pt x="32" y="773"/>
                  </a:lnTo>
                  <a:lnTo>
                    <a:pt x="25" y="752"/>
                  </a:lnTo>
                  <a:lnTo>
                    <a:pt x="17" y="729"/>
                  </a:lnTo>
                  <a:lnTo>
                    <a:pt x="12" y="707"/>
                  </a:lnTo>
                  <a:lnTo>
                    <a:pt x="7" y="684"/>
                  </a:lnTo>
                  <a:lnTo>
                    <a:pt x="3" y="659"/>
                  </a:lnTo>
                  <a:lnTo>
                    <a:pt x="2" y="633"/>
                  </a:lnTo>
                  <a:lnTo>
                    <a:pt x="0" y="606"/>
                  </a:lnTo>
                  <a:lnTo>
                    <a:pt x="2" y="580"/>
                  </a:lnTo>
                  <a:lnTo>
                    <a:pt x="2" y="580"/>
                  </a:lnTo>
                  <a:lnTo>
                    <a:pt x="5" y="524"/>
                  </a:lnTo>
                  <a:lnTo>
                    <a:pt x="12" y="469"/>
                  </a:lnTo>
                  <a:lnTo>
                    <a:pt x="21" y="417"/>
                  </a:lnTo>
                  <a:lnTo>
                    <a:pt x="32" y="364"/>
                  </a:lnTo>
                  <a:lnTo>
                    <a:pt x="46" y="315"/>
                  </a:lnTo>
                  <a:lnTo>
                    <a:pt x="53" y="290"/>
                  </a:lnTo>
                  <a:lnTo>
                    <a:pt x="63" y="267"/>
                  </a:lnTo>
                  <a:lnTo>
                    <a:pt x="72" y="244"/>
                  </a:lnTo>
                  <a:lnTo>
                    <a:pt x="84" y="221"/>
                  </a:lnTo>
                  <a:lnTo>
                    <a:pt x="97" y="200"/>
                  </a:lnTo>
                  <a:lnTo>
                    <a:pt x="109" y="179"/>
                  </a:lnTo>
                  <a:lnTo>
                    <a:pt x="125" y="160"/>
                  </a:lnTo>
                  <a:lnTo>
                    <a:pt x="141" y="141"/>
                  </a:lnTo>
                  <a:lnTo>
                    <a:pt x="156" y="123"/>
                  </a:lnTo>
                  <a:lnTo>
                    <a:pt x="176" y="107"/>
                  </a:lnTo>
                  <a:lnTo>
                    <a:pt x="195" y="91"/>
                  </a:lnTo>
                  <a:lnTo>
                    <a:pt x="216" y="76"/>
                  </a:lnTo>
                  <a:lnTo>
                    <a:pt x="239" y="63"/>
                  </a:lnTo>
                  <a:lnTo>
                    <a:pt x="264" y="51"/>
                  </a:lnTo>
                  <a:lnTo>
                    <a:pt x="290" y="39"/>
                  </a:lnTo>
                  <a:lnTo>
                    <a:pt x="318" y="30"/>
                  </a:lnTo>
                  <a:lnTo>
                    <a:pt x="346" y="21"/>
                  </a:lnTo>
                  <a:lnTo>
                    <a:pt x="378" y="14"/>
                  </a:lnTo>
                  <a:lnTo>
                    <a:pt x="411" y="9"/>
                  </a:lnTo>
                  <a:lnTo>
                    <a:pt x="445" y="4"/>
                  </a:lnTo>
                  <a:lnTo>
                    <a:pt x="481" y="2"/>
                  </a:lnTo>
                  <a:lnTo>
                    <a:pt x="520" y="0"/>
                  </a:lnTo>
                  <a:lnTo>
                    <a:pt x="520" y="0"/>
                  </a:lnTo>
                  <a:lnTo>
                    <a:pt x="559" y="2"/>
                  </a:lnTo>
                  <a:lnTo>
                    <a:pt x="596" y="5"/>
                  </a:lnTo>
                  <a:lnTo>
                    <a:pt x="631" y="12"/>
                  </a:lnTo>
                  <a:lnTo>
                    <a:pt x="662" y="21"/>
                  </a:lnTo>
                  <a:lnTo>
                    <a:pt x="694" y="32"/>
                  </a:lnTo>
                  <a:lnTo>
                    <a:pt x="722" y="46"/>
                  </a:lnTo>
                  <a:lnTo>
                    <a:pt x="750" y="60"/>
                  </a:lnTo>
                  <a:lnTo>
                    <a:pt x="775" y="77"/>
                  </a:lnTo>
                  <a:lnTo>
                    <a:pt x="798" y="97"/>
                  </a:lnTo>
                  <a:lnTo>
                    <a:pt x="821" y="116"/>
                  </a:lnTo>
                  <a:lnTo>
                    <a:pt x="840" y="139"/>
                  </a:lnTo>
                  <a:lnTo>
                    <a:pt x="859" y="162"/>
                  </a:lnTo>
                  <a:lnTo>
                    <a:pt x="877" y="186"/>
                  </a:lnTo>
                  <a:lnTo>
                    <a:pt x="891" y="211"/>
                  </a:lnTo>
                  <a:lnTo>
                    <a:pt x="905" y="236"/>
                  </a:lnTo>
                  <a:lnTo>
                    <a:pt x="917" y="264"/>
                  </a:lnTo>
                  <a:lnTo>
                    <a:pt x="928" y="290"/>
                  </a:lnTo>
                  <a:lnTo>
                    <a:pt x="938" y="316"/>
                  </a:lnTo>
                  <a:lnTo>
                    <a:pt x="945" y="344"/>
                  </a:lnTo>
                  <a:lnTo>
                    <a:pt x="952" y="373"/>
                  </a:lnTo>
                  <a:lnTo>
                    <a:pt x="958" y="399"/>
                  </a:lnTo>
                  <a:lnTo>
                    <a:pt x="961" y="427"/>
                  </a:lnTo>
                  <a:lnTo>
                    <a:pt x="965" y="453"/>
                  </a:lnTo>
                  <a:lnTo>
                    <a:pt x="967" y="480"/>
                  </a:lnTo>
                  <a:lnTo>
                    <a:pt x="967" y="506"/>
                  </a:lnTo>
                  <a:lnTo>
                    <a:pt x="965" y="531"/>
                  </a:lnTo>
                  <a:lnTo>
                    <a:pt x="963" y="554"/>
                  </a:lnTo>
                  <a:lnTo>
                    <a:pt x="960" y="576"/>
                  </a:lnTo>
                  <a:lnTo>
                    <a:pt x="956" y="598"/>
                  </a:lnTo>
                  <a:lnTo>
                    <a:pt x="951" y="619"/>
                  </a:lnTo>
                  <a:lnTo>
                    <a:pt x="944" y="636"/>
                  </a:lnTo>
                  <a:lnTo>
                    <a:pt x="937" y="652"/>
                  </a:lnTo>
                  <a:lnTo>
                    <a:pt x="937" y="652"/>
                  </a:lnTo>
                  <a:lnTo>
                    <a:pt x="931" y="606"/>
                  </a:lnTo>
                  <a:lnTo>
                    <a:pt x="924" y="557"/>
                  </a:lnTo>
                  <a:lnTo>
                    <a:pt x="912" y="499"/>
                  </a:lnTo>
                  <a:lnTo>
                    <a:pt x="903" y="469"/>
                  </a:lnTo>
                  <a:lnTo>
                    <a:pt x="894" y="439"/>
                  </a:lnTo>
                  <a:lnTo>
                    <a:pt x="882" y="411"/>
                  </a:lnTo>
                  <a:lnTo>
                    <a:pt x="870" y="385"/>
                  </a:lnTo>
                  <a:lnTo>
                    <a:pt x="856" y="360"/>
                  </a:lnTo>
                  <a:lnTo>
                    <a:pt x="840" y="339"/>
                  </a:lnTo>
                  <a:lnTo>
                    <a:pt x="831" y="330"/>
                  </a:lnTo>
                  <a:lnTo>
                    <a:pt x="822" y="323"/>
                  </a:lnTo>
                  <a:lnTo>
                    <a:pt x="814" y="316"/>
                  </a:lnTo>
                  <a:lnTo>
                    <a:pt x="803" y="3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7" name="Freeform 168"/>
            <p:cNvSpPr>
              <a:spLocks/>
            </p:cNvSpPr>
            <p:nvPr/>
          </p:nvSpPr>
          <p:spPr bwMode="auto">
            <a:xfrm>
              <a:off x="9215438" y="603250"/>
              <a:ext cx="265113" cy="100013"/>
            </a:xfrm>
            <a:custGeom>
              <a:avLst/>
              <a:gdLst>
                <a:gd name="T0" fmla="*/ 167 w 167"/>
                <a:gd name="T1" fmla="*/ 33 h 63"/>
                <a:gd name="T2" fmla="*/ 167 w 167"/>
                <a:gd name="T3" fmla="*/ 33 h 63"/>
                <a:gd name="T4" fmla="*/ 156 w 167"/>
                <a:gd name="T5" fmla="*/ 26 h 63"/>
                <a:gd name="T6" fmla="*/ 144 w 167"/>
                <a:gd name="T7" fmla="*/ 19 h 63"/>
                <a:gd name="T8" fmla="*/ 128 w 167"/>
                <a:gd name="T9" fmla="*/ 12 h 63"/>
                <a:gd name="T10" fmla="*/ 111 w 167"/>
                <a:gd name="T11" fmla="*/ 7 h 63"/>
                <a:gd name="T12" fmla="*/ 91 w 167"/>
                <a:gd name="T13" fmla="*/ 1 h 63"/>
                <a:gd name="T14" fmla="*/ 70 w 167"/>
                <a:gd name="T15" fmla="*/ 0 h 63"/>
                <a:gd name="T16" fmla="*/ 60 w 167"/>
                <a:gd name="T17" fmla="*/ 1 h 63"/>
                <a:gd name="T18" fmla="*/ 51 w 167"/>
                <a:gd name="T19" fmla="*/ 3 h 63"/>
                <a:gd name="T20" fmla="*/ 51 w 167"/>
                <a:gd name="T21" fmla="*/ 3 h 63"/>
                <a:gd name="T22" fmla="*/ 40 w 167"/>
                <a:gd name="T23" fmla="*/ 5 h 63"/>
                <a:gd name="T24" fmla="*/ 33 w 167"/>
                <a:gd name="T25" fmla="*/ 8 h 63"/>
                <a:gd name="T26" fmla="*/ 19 w 167"/>
                <a:gd name="T27" fmla="*/ 17 h 63"/>
                <a:gd name="T28" fmla="*/ 10 w 167"/>
                <a:gd name="T29" fmla="*/ 28 h 63"/>
                <a:gd name="T30" fmla="*/ 5 w 167"/>
                <a:gd name="T31" fmla="*/ 37 h 63"/>
                <a:gd name="T32" fmla="*/ 2 w 167"/>
                <a:gd name="T33" fmla="*/ 47 h 63"/>
                <a:gd name="T34" fmla="*/ 0 w 167"/>
                <a:gd name="T35" fmla="*/ 56 h 63"/>
                <a:gd name="T36" fmla="*/ 0 w 167"/>
                <a:gd name="T37" fmla="*/ 63 h 63"/>
                <a:gd name="T38" fmla="*/ 0 w 167"/>
                <a:gd name="T39" fmla="*/ 63 h 63"/>
                <a:gd name="T40" fmla="*/ 0 w 167"/>
                <a:gd name="T41" fmla="*/ 59 h 63"/>
                <a:gd name="T42" fmla="*/ 5 w 167"/>
                <a:gd name="T43" fmla="*/ 51 h 63"/>
                <a:gd name="T44" fmla="*/ 16 w 167"/>
                <a:gd name="T45" fmla="*/ 40 h 63"/>
                <a:gd name="T46" fmla="*/ 21 w 167"/>
                <a:gd name="T47" fmla="*/ 35 h 63"/>
                <a:gd name="T48" fmla="*/ 30 w 167"/>
                <a:gd name="T49" fmla="*/ 30 h 63"/>
                <a:gd name="T50" fmla="*/ 40 w 167"/>
                <a:gd name="T51" fmla="*/ 24 h 63"/>
                <a:gd name="T52" fmla="*/ 51 w 167"/>
                <a:gd name="T53" fmla="*/ 21 h 63"/>
                <a:gd name="T54" fmla="*/ 65 w 167"/>
                <a:gd name="T55" fmla="*/ 17 h 63"/>
                <a:gd name="T56" fmla="*/ 81 w 167"/>
                <a:gd name="T57" fmla="*/ 15 h 63"/>
                <a:gd name="T58" fmla="*/ 98 w 167"/>
                <a:gd name="T59" fmla="*/ 17 h 63"/>
                <a:gd name="T60" fmla="*/ 119 w 167"/>
                <a:gd name="T61" fmla="*/ 19 h 63"/>
                <a:gd name="T62" fmla="*/ 140 w 167"/>
                <a:gd name="T63" fmla="*/ 24 h 63"/>
                <a:gd name="T64" fmla="*/ 167 w 167"/>
                <a:gd name="T65"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7" h="63">
                  <a:moveTo>
                    <a:pt x="167" y="33"/>
                  </a:moveTo>
                  <a:lnTo>
                    <a:pt x="167" y="33"/>
                  </a:lnTo>
                  <a:lnTo>
                    <a:pt x="156" y="26"/>
                  </a:lnTo>
                  <a:lnTo>
                    <a:pt x="144" y="19"/>
                  </a:lnTo>
                  <a:lnTo>
                    <a:pt x="128" y="12"/>
                  </a:lnTo>
                  <a:lnTo>
                    <a:pt x="111" y="7"/>
                  </a:lnTo>
                  <a:lnTo>
                    <a:pt x="91" y="1"/>
                  </a:lnTo>
                  <a:lnTo>
                    <a:pt x="70" y="0"/>
                  </a:lnTo>
                  <a:lnTo>
                    <a:pt x="60" y="1"/>
                  </a:lnTo>
                  <a:lnTo>
                    <a:pt x="51" y="3"/>
                  </a:lnTo>
                  <a:lnTo>
                    <a:pt x="51" y="3"/>
                  </a:lnTo>
                  <a:lnTo>
                    <a:pt x="40" y="5"/>
                  </a:lnTo>
                  <a:lnTo>
                    <a:pt x="33" y="8"/>
                  </a:lnTo>
                  <a:lnTo>
                    <a:pt x="19" y="17"/>
                  </a:lnTo>
                  <a:lnTo>
                    <a:pt x="10" y="28"/>
                  </a:lnTo>
                  <a:lnTo>
                    <a:pt x="5" y="37"/>
                  </a:lnTo>
                  <a:lnTo>
                    <a:pt x="2" y="47"/>
                  </a:lnTo>
                  <a:lnTo>
                    <a:pt x="0" y="56"/>
                  </a:lnTo>
                  <a:lnTo>
                    <a:pt x="0" y="63"/>
                  </a:lnTo>
                  <a:lnTo>
                    <a:pt x="0" y="63"/>
                  </a:lnTo>
                  <a:lnTo>
                    <a:pt x="0" y="59"/>
                  </a:lnTo>
                  <a:lnTo>
                    <a:pt x="5" y="51"/>
                  </a:lnTo>
                  <a:lnTo>
                    <a:pt x="16" y="40"/>
                  </a:lnTo>
                  <a:lnTo>
                    <a:pt x="21" y="35"/>
                  </a:lnTo>
                  <a:lnTo>
                    <a:pt x="30" y="30"/>
                  </a:lnTo>
                  <a:lnTo>
                    <a:pt x="40" y="24"/>
                  </a:lnTo>
                  <a:lnTo>
                    <a:pt x="51" y="21"/>
                  </a:lnTo>
                  <a:lnTo>
                    <a:pt x="65" y="17"/>
                  </a:lnTo>
                  <a:lnTo>
                    <a:pt x="81" y="15"/>
                  </a:lnTo>
                  <a:lnTo>
                    <a:pt x="98" y="17"/>
                  </a:lnTo>
                  <a:lnTo>
                    <a:pt x="119" y="19"/>
                  </a:lnTo>
                  <a:lnTo>
                    <a:pt x="140" y="24"/>
                  </a:lnTo>
                  <a:lnTo>
                    <a:pt x="167" y="33"/>
                  </a:lnTo>
                  <a:close/>
                </a:path>
              </a:pathLst>
            </a:custGeom>
            <a:solidFill>
              <a:srgbClr val="6B3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8" name="Freeform 169"/>
            <p:cNvSpPr>
              <a:spLocks/>
            </p:cNvSpPr>
            <p:nvPr/>
          </p:nvSpPr>
          <p:spPr bwMode="auto">
            <a:xfrm>
              <a:off x="9215438" y="603250"/>
              <a:ext cx="265113" cy="100013"/>
            </a:xfrm>
            <a:custGeom>
              <a:avLst/>
              <a:gdLst>
                <a:gd name="T0" fmla="*/ 167 w 167"/>
                <a:gd name="T1" fmla="*/ 33 h 63"/>
                <a:gd name="T2" fmla="*/ 167 w 167"/>
                <a:gd name="T3" fmla="*/ 33 h 63"/>
                <a:gd name="T4" fmla="*/ 156 w 167"/>
                <a:gd name="T5" fmla="*/ 26 h 63"/>
                <a:gd name="T6" fmla="*/ 144 w 167"/>
                <a:gd name="T7" fmla="*/ 19 h 63"/>
                <a:gd name="T8" fmla="*/ 128 w 167"/>
                <a:gd name="T9" fmla="*/ 12 h 63"/>
                <a:gd name="T10" fmla="*/ 111 w 167"/>
                <a:gd name="T11" fmla="*/ 7 h 63"/>
                <a:gd name="T12" fmla="*/ 91 w 167"/>
                <a:gd name="T13" fmla="*/ 1 h 63"/>
                <a:gd name="T14" fmla="*/ 70 w 167"/>
                <a:gd name="T15" fmla="*/ 0 h 63"/>
                <a:gd name="T16" fmla="*/ 60 w 167"/>
                <a:gd name="T17" fmla="*/ 1 h 63"/>
                <a:gd name="T18" fmla="*/ 51 w 167"/>
                <a:gd name="T19" fmla="*/ 3 h 63"/>
                <a:gd name="T20" fmla="*/ 51 w 167"/>
                <a:gd name="T21" fmla="*/ 3 h 63"/>
                <a:gd name="T22" fmla="*/ 40 w 167"/>
                <a:gd name="T23" fmla="*/ 5 h 63"/>
                <a:gd name="T24" fmla="*/ 33 w 167"/>
                <a:gd name="T25" fmla="*/ 8 h 63"/>
                <a:gd name="T26" fmla="*/ 19 w 167"/>
                <a:gd name="T27" fmla="*/ 17 h 63"/>
                <a:gd name="T28" fmla="*/ 10 w 167"/>
                <a:gd name="T29" fmla="*/ 28 h 63"/>
                <a:gd name="T30" fmla="*/ 5 w 167"/>
                <a:gd name="T31" fmla="*/ 37 h 63"/>
                <a:gd name="T32" fmla="*/ 2 w 167"/>
                <a:gd name="T33" fmla="*/ 47 h 63"/>
                <a:gd name="T34" fmla="*/ 0 w 167"/>
                <a:gd name="T35" fmla="*/ 56 h 63"/>
                <a:gd name="T36" fmla="*/ 0 w 167"/>
                <a:gd name="T37" fmla="*/ 63 h 63"/>
                <a:gd name="T38" fmla="*/ 0 w 167"/>
                <a:gd name="T39" fmla="*/ 63 h 63"/>
                <a:gd name="T40" fmla="*/ 0 w 167"/>
                <a:gd name="T41" fmla="*/ 59 h 63"/>
                <a:gd name="T42" fmla="*/ 5 w 167"/>
                <a:gd name="T43" fmla="*/ 51 h 63"/>
                <a:gd name="T44" fmla="*/ 16 w 167"/>
                <a:gd name="T45" fmla="*/ 40 h 63"/>
                <a:gd name="T46" fmla="*/ 21 w 167"/>
                <a:gd name="T47" fmla="*/ 35 h 63"/>
                <a:gd name="T48" fmla="*/ 30 w 167"/>
                <a:gd name="T49" fmla="*/ 30 h 63"/>
                <a:gd name="T50" fmla="*/ 40 w 167"/>
                <a:gd name="T51" fmla="*/ 24 h 63"/>
                <a:gd name="T52" fmla="*/ 51 w 167"/>
                <a:gd name="T53" fmla="*/ 21 h 63"/>
                <a:gd name="T54" fmla="*/ 65 w 167"/>
                <a:gd name="T55" fmla="*/ 17 h 63"/>
                <a:gd name="T56" fmla="*/ 81 w 167"/>
                <a:gd name="T57" fmla="*/ 15 h 63"/>
                <a:gd name="T58" fmla="*/ 98 w 167"/>
                <a:gd name="T59" fmla="*/ 17 h 63"/>
                <a:gd name="T60" fmla="*/ 119 w 167"/>
                <a:gd name="T61" fmla="*/ 19 h 63"/>
                <a:gd name="T62" fmla="*/ 140 w 167"/>
                <a:gd name="T63" fmla="*/ 24 h 63"/>
                <a:gd name="T64" fmla="*/ 167 w 167"/>
                <a:gd name="T65"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7" h="63">
                  <a:moveTo>
                    <a:pt x="167" y="33"/>
                  </a:moveTo>
                  <a:lnTo>
                    <a:pt x="167" y="33"/>
                  </a:lnTo>
                  <a:lnTo>
                    <a:pt x="156" y="26"/>
                  </a:lnTo>
                  <a:lnTo>
                    <a:pt x="144" y="19"/>
                  </a:lnTo>
                  <a:lnTo>
                    <a:pt x="128" y="12"/>
                  </a:lnTo>
                  <a:lnTo>
                    <a:pt x="111" y="7"/>
                  </a:lnTo>
                  <a:lnTo>
                    <a:pt x="91" y="1"/>
                  </a:lnTo>
                  <a:lnTo>
                    <a:pt x="70" y="0"/>
                  </a:lnTo>
                  <a:lnTo>
                    <a:pt x="60" y="1"/>
                  </a:lnTo>
                  <a:lnTo>
                    <a:pt x="51" y="3"/>
                  </a:lnTo>
                  <a:lnTo>
                    <a:pt x="51" y="3"/>
                  </a:lnTo>
                  <a:lnTo>
                    <a:pt x="40" y="5"/>
                  </a:lnTo>
                  <a:lnTo>
                    <a:pt x="33" y="8"/>
                  </a:lnTo>
                  <a:lnTo>
                    <a:pt x="19" y="17"/>
                  </a:lnTo>
                  <a:lnTo>
                    <a:pt x="10" y="28"/>
                  </a:lnTo>
                  <a:lnTo>
                    <a:pt x="5" y="37"/>
                  </a:lnTo>
                  <a:lnTo>
                    <a:pt x="2" y="47"/>
                  </a:lnTo>
                  <a:lnTo>
                    <a:pt x="0" y="56"/>
                  </a:lnTo>
                  <a:lnTo>
                    <a:pt x="0" y="63"/>
                  </a:lnTo>
                  <a:lnTo>
                    <a:pt x="0" y="63"/>
                  </a:lnTo>
                  <a:lnTo>
                    <a:pt x="0" y="59"/>
                  </a:lnTo>
                  <a:lnTo>
                    <a:pt x="5" y="51"/>
                  </a:lnTo>
                  <a:lnTo>
                    <a:pt x="16" y="40"/>
                  </a:lnTo>
                  <a:lnTo>
                    <a:pt x="21" y="35"/>
                  </a:lnTo>
                  <a:lnTo>
                    <a:pt x="30" y="30"/>
                  </a:lnTo>
                  <a:lnTo>
                    <a:pt x="40" y="24"/>
                  </a:lnTo>
                  <a:lnTo>
                    <a:pt x="51" y="21"/>
                  </a:lnTo>
                  <a:lnTo>
                    <a:pt x="65" y="17"/>
                  </a:lnTo>
                  <a:lnTo>
                    <a:pt x="81" y="15"/>
                  </a:lnTo>
                  <a:lnTo>
                    <a:pt x="98" y="17"/>
                  </a:lnTo>
                  <a:lnTo>
                    <a:pt x="119" y="19"/>
                  </a:lnTo>
                  <a:lnTo>
                    <a:pt x="140" y="24"/>
                  </a:lnTo>
                  <a:lnTo>
                    <a:pt x="167" y="3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9" name="Freeform 170"/>
            <p:cNvSpPr>
              <a:spLocks/>
            </p:cNvSpPr>
            <p:nvPr/>
          </p:nvSpPr>
          <p:spPr bwMode="auto">
            <a:xfrm>
              <a:off x="9837738" y="608013"/>
              <a:ext cx="222250" cy="87313"/>
            </a:xfrm>
            <a:custGeom>
              <a:avLst/>
              <a:gdLst>
                <a:gd name="T0" fmla="*/ 0 w 140"/>
                <a:gd name="T1" fmla="*/ 28 h 55"/>
                <a:gd name="T2" fmla="*/ 0 w 140"/>
                <a:gd name="T3" fmla="*/ 28 h 55"/>
                <a:gd name="T4" fmla="*/ 7 w 140"/>
                <a:gd name="T5" fmla="*/ 23 h 55"/>
                <a:gd name="T6" fmla="*/ 26 w 140"/>
                <a:gd name="T7" fmla="*/ 11 h 55"/>
                <a:gd name="T8" fmla="*/ 40 w 140"/>
                <a:gd name="T9" fmla="*/ 5 h 55"/>
                <a:gd name="T10" fmla="*/ 54 w 140"/>
                <a:gd name="T11" fmla="*/ 2 h 55"/>
                <a:gd name="T12" fmla="*/ 70 w 140"/>
                <a:gd name="T13" fmla="*/ 0 h 55"/>
                <a:gd name="T14" fmla="*/ 84 w 140"/>
                <a:gd name="T15" fmla="*/ 2 h 55"/>
                <a:gd name="T16" fmla="*/ 84 w 140"/>
                <a:gd name="T17" fmla="*/ 2 h 55"/>
                <a:gd name="T18" fmla="*/ 98 w 140"/>
                <a:gd name="T19" fmla="*/ 9 h 55"/>
                <a:gd name="T20" fmla="*/ 111 w 140"/>
                <a:gd name="T21" fmla="*/ 16 h 55"/>
                <a:gd name="T22" fmla="*/ 119 w 140"/>
                <a:gd name="T23" fmla="*/ 25 h 55"/>
                <a:gd name="T24" fmla="*/ 128 w 140"/>
                <a:gd name="T25" fmla="*/ 34 h 55"/>
                <a:gd name="T26" fmla="*/ 137 w 140"/>
                <a:gd name="T27" fmla="*/ 48 h 55"/>
                <a:gd name="T28" fmla="*/ 140 w 140"/>
                <a:gd name="T29" fmla="*/ 55 h 55"/>
                <a:gd name="T30" fmla="*/ 140 w 140"/>
                <a:gd name="T31" fmla="*/ 55 h 55"/>
                <a:gd name="T32" fmla="*/ 130 w 140"/>
                <a:gd name="T33" fmla="*/ 44 h 55"/>
                <a:gd name="T34" fmla="*/ 118 w 140"/>
                <a:gd name="T35" fmla="*/ 35 h 55"/>
                <a:gd name="T36" fmla="*/ 102 w 140"/>
                <a:gd name="T37" fmla="*/ 25 h 55"/>
                <a:gd name="T38" fmla="*/ 91 w 140"/>
                <a:gd name="T39" fmla="*/ 21 h 55"/>
                <a:gd name="T40" fmla="*/ 81 w 140"/>
                <a:gd name="T41" fmla="*/ 18 h 55"/>
                <a:gd name="T42" fmla="*/ 68 w 140"/>
                <a:gd name="T43" fmla="*/ 14 h 55"/>
                <a:gd name="T44" fmla="*/ 56 w 140"/>
                <a:gd name="T45" fmla="*/ 14 h 55"/>
                <a:gd name="T46" fmla="*/ 44 w 140"/>
                <a:gd name="T47" fmla="*/ 14 h 55"/>
                <a:gd name="T48" fmla="*/ 30 w 140"/>
                <a:gd name="T49" fmla="*/ 18 h 55"/>
                <a:gd name="T50" fmla="*/ 14 w 140"/>
                <a:gd name="T51" fmla="*/ 21 h 55"/>
                <a:gd name="T52" fmla="*/ 0 w 140"/>
                <a:gd name="T53"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55">
                  <a:moveTo>
                    <a:pt x="0" y="28"/>
                  </a:moveTo>
                  <a:lnTo>
                    <a:pt x="0" y="28"/>
                  </a:lnTo>
                  <a:lnTo>
                    <a:pt x="7" y="23"/>
                  </a:lnTo>
                  <a:lnTo>
                    <a:pt x="26" y="11"/>
                  </a:lnTo>
                  <a:lnTo>
                    <a:pt x="40" y="5"/>
                  </a:lnTo>
                  <a:lnTo>
                    <a:pt x="54" y="2"/>
                  </a:lnTo>
                  <a:lnTo>
                    <a:pt x="70" y="0"/>
                  </a:lnTo>
                  <a:lnTo>
                    <a:pt x="84" y="2"/>
                  </a:lnTo>
                  <a:lnTo>
                    <a:pt x="84" y="2"/>
                  </a:lnTo>
                  <a:lnTo>
                    <a:pt x="98" y="9"/>
                  </a:lnTo>
                  <a:lnTo>
                    <a:pt x="111" y="16"/>
                  </a:lnTo>
                  <a:lnTo>
                    <a:pt x="119" y="25"/>
                  </a:lnTo>
                  <a:lnTo>
                    <a:pt x="128" y="34"/>
                  </a:lnTo>
                  <a:lnTo>
                    <a:pt x="137" y="48"/>
                  </a:lnTo>
                  <a:lnTo>
                    <a:pt x="140" y="55"/>
                  </a:lnTo>
                  <a:lnTo>
                    <a:pt x="140" y="55"/>
                  </a:lnTo>
                  <a:lnTo>
                    <a:pt x="130" y="44"/>
                  </a:lnTo>
                  <a:lnTo>
                    <a:pt x="118" y="35"/>
                  </a:lnTo>
                  <a:lnTo>
                    <a:pt x="102" y="25"/>
                  </a:lnTo>
                  <a:lnTo>
                    <a:pt x="91" y="21"/>
                  </a:lnTo>
                  <a:lnTo>
                    <a:pt x="81" y="18"/>
                  </a:lnTo>
                  <a:lnTo>
                    <a:pt x="68" y="14"/>
                  </a:lnTo>
                  <a:lnTo>
                    <a:pt x="56" y="14"/>
                  </a:lnTo>
                  <a:lnTo>
                    <a:pt x="44" y="14"/>
                  </a:lnTo>
                  <a:lnTo>
                    <a:pt x="30" y="18"/>
                  </a:lnTo>
                  <a:lnTo>
                    <a:pt x="14" y="21"/>
                  </a:lnTo>
                  <a:lnTo>
                    <a:pt x="0" y="28"/>
                  </a:lnTo>
                  <a:close/>
                </a:path>
              </a:pathLst>
            </a:custGeom>
            <a:solidFill>
              <a:srgbClr val="6B3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0" name="Freeform 171"/>
            <p:cNvSpPr>
              <a:spLocks/>
            </p:cNvSpPr>
            <p:nvPr/>
          </p:nvSpPr>
          <p:spPr bwMode="auto">
            <a:xfrm>
              <a:off x="9837738" y="608013"/>
              <a:ext cx="222250" cy="87313"/>
            </a:xfrm>
            <a:custGeom>
              <a:avLst/>
              <a:gdLst>
                <a:gd name="T0" fmla="*/ 0 w 140"/>
                <a:gd name="T1" fmla="*/ 28 h 55"/>
                <a:gd name="T2" fmla="*/ 0 w 140"/>
                <a:gd name="T3" fmla="*/ 28 h 55"/>
                <a:gd name="T4" fmla="*/ 7 w 140"/>
                <a:gd name="T5" fmla="*/ 23 h 55"/>
                <a:gd name="T6" fmla="*/ 26 w 140"/>
                <a:gd name="T7" fmla="*/ 11 h 55"/>
                <a:gd name="T8" fmla="*/ 40 w 140"/>
                <a:gd name="T9" fmla="*/ 5 h 55"/>
                <a:gd name="T10" fmla="*/ 54 w 140"/>
                <a:gd name="T11" fmla="*/ 2 h 55"/>
                <a:gd name="T12" fmla="*/ 70 w 140"/>
                <a:gd name="T13" fmla="*/ 0 h 55"/>
                <a:gd name="T14" fmla="*/ 84 w 140"/>
                <a:gd name="T15" fmla="*/ 2 h 55"/>
                <a:gd name="T16" fmla="*/ 84 w 140"/>
                <a:gd name="T17" fmla="*/ 2 h 55"/>
                <a:gd name="T18" fmla="*/ 98 w 140"/>
                <a:gd name="T19" fmla="*/ 9 h 55"/>
                <a:gd name="T20" fmla="*/ 111 w 140"/>
                <a:gd name="T21" fmla="*/ 16 h 55"/>
                <a:gd name="T22" fmla="*/ 119 w 140"/>
                <a:gd name="T23" fmla="*/ 25 h 55"/>
                <a:gd name="T24" fmla="*/ 128 w 140"/>
                <a:gd name="T25" fmla="*/ 34 h 55"/>
                <a:gd name="T26" fmla="*/ 137 w 140"/>
                <a:gd name="T27" fmla="*/ 48 h 55"/>
                <a:gd name="T28" fmla="*/ 140 w 140"/>
                <a:gd name="T29" fmla="*/ 55 h 55"/>
                <a:gd name="T30" fmla="*/ 140 w 140"/>
                <a:gd name="T31" fmla="*/ 55 h 55"/>
                <a:gd name="T32" fmla="*/ 130 w 140"/>
                <a:gd name="T33" fmla="*/ 44 h 55"/>
                <a:gd name="T34" fmla="*/ 118 w 140"/>
                <a:gd name="T35" fmla="*/ 35 h 55"/>
                <a:gd name="T36" fmla="*/ 102 w 140"/>
                <a:gd name="T37" fmla="*/ 25 h 55"/>
                <a:gd name="T38" fmla="*/ 91 w 140"/>
                <a:gd name="T39" fmla="*/ 21 h 55"/>
                <a:gd name="T40" fmla="*/ 81 w 140"/>
                <a:gd name="T41" fmla="*/ 18 h 55"/>
                <a:gd name="T42" fmla="*/ 68 w 140"/>
                <a:gd name="T43" fmla="*/ 14 h 55"/>
                <a:gd name="T44" fmla="*/ 56 w 140"/>
                <a:gd name="T45" fmla="*/ 14 h 55"/>
                <a:gd name="T46" fmla="*/ 44 w 140"/>
                <a:gd name="T47" fmla="*/ 14 h 55"/>
                <a:gd name="T48" fmla="*/ 30 w 140"/>
                <a:gd name="T49" fmla="*/ 18 h 55"/>
                <a:gd name="T50" fmla="*/ 14 w 140"/>
                <a:gd name="T51" fmla="*/ 21 h 55"/>
                <a:gd name="T52" fmla="*/ 0 w 140"/>
                <a:gd name="T53"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55">
                  <a:moveTo>
                    <a:pt x="0" y="28"/>
                  </a:moveTo>
                  <a:lnTo>
                    <a:pt x="0" y="28"/>
                  </a:lnTo>
                  <a:lnTo>
                    <a:pt x="7" y="23"/>
                  </a:lnTo>
                  <a:lnTo>
                    <a:pt x="26" y="11"/>
                  </a:lnTo>
                  <a:lnTo>
                    <a:pt x="40" y="5"/>
                  </a:lnTo>
                  <a:lnTo>
                    <a:pt x="54" y="2"/>
                  </a:lnTo>
                  <a:lnTo>
                    <a:pt x="70" y="0"/>
                  </a:lnTo>
                  <a:lnTo>
                    <a:pt x="84" y="2"/>
                  </a:lnTo>
                  <a:lnTo>
                    <a:pt x="84" y="2"/>
                  </a:lnTo>
                  <a:lnTo>
                    <a:pt x="98" y="9"/>
                  </a:lnTo>
                  <a:lnTo>
                    <a:pt x="111" y="16"/>
                  </a:lnTo>
                  <a:lnTo>
                    <a:pt x="119" y="25"/>
                  </a:lnTo>
                  <a:lnTo>
                    <a:pt x="128" y="34"/>
                  </a:lnTo>
                  <a:lnTo>
                    <a:pt x="137" y="48"/>
                  </a:lnTo>
                  <a:lnTo>
                    <a:pt x="140" y="55"/>
                  </a:lnTo>
                  <a:lnTo>
                    <a:pt x="140" y="55"/>
                  </a:lnTo>
                  <a:lnTo>
                    <a:pt x="130" y="44"/>
                  </a:lnTo>
                  <a:lnTo>
                    <a:pt x="118" y="35"/>
                  </a:lnTo>
                  <a:lnTo>
                    <a:pt x="102" y="25"/>
                  </a:lnTo>
                  <a:lnTo>
                    <a:pt x="91" y="21"/>
                  </a:lnTo>
                  <a:lnTo>
                    <a:pt x="81" y="18"/>
                  </a:lnTo>
                  <a:lnTo>
                    <a:pt x="68" y="14"/>
                  </a:lnTo>
                  <a:lnTo>
                    <a:pt x="56" y="14"/>
                  </a:lnTo>
                  <a:lnTo>
                    <a:pt x="44" y="14"/>
                  </a:lnTo>
                  <a:lnTo>
                    <a:pt x="30" y="18"/>
                  </a:lnTo>
                  <a:lnTo>
                    <a:pt x="14" y="21"/>
                  </a:lnTo>
                  <a:lnTo>
                    <a:pt x="0" y="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1" name="Freeform 172"/>
            <p:cNvSpPr>
              <a:spLocks noEditPoints="1"/>
            </p:cNvSpPr>
            <p:nvPr/>
          </p:nvSpPr>
          <p:spPr bwMode="auto">
            <a:xfrm>
              <a:off x="8958263" y="935038"/>
              <a:ext cx="1328738" cy="287338"/>
            </a:xfrm>
            <a:custGeom>
              <a:avLst/>
              <a:gdLst>
                <a:gd name="T0" fmla="*/ 795 w 837"/>
                <a:gd name="T1" fmla="*/ 2 h 181"/>
                <a:gd name="T2" fmla="*/ 740 w 837"/>
                <a:gd name="T3" fmla="*/ 0 h 181"/>
                <a:gd name="T4" fmla="*/ 580 w 837"/>
                <a:gd name="T5" fmla="*/ 5 h 181"/>
                <a:gd name="T6" fmla="*/ 559 w 837"/>
                <a:gd name="T7" fmla="*/ 16 h 181"/>
                <a:gd name="T8" fmla="*/ 559 w 837"/>
                <a:gd name="T9" fmla="*/ 16 h 181"/>
                <a:gd name="T10" fmla="*/ 540 w 837"/>
                <a:gd name="T11" fmla="*/ 24 h 181"/>
                <a:gd name="T12" fmla="*/ 483 w 837"/>
                <a:gd name="T13" fmla="*/ 23 h 181"/>
                <a:gd name="T14" fmla="*/ 462 w 837"/>
                <a:gd name="T15" fmla="*/ 12 h 181"/>
                <a:gd name="T16" fmla="*/ 443 w 837"/>
                <a:gd name="T17" fmla="*/ 5 h 181"/>
                <a:gd name="T18" fmla="*/ 244 w 837"/>
                <a:gd name="T19" fmla="*/ 0 h 181"/>
                <a:gd name="T20" fmla="*/ 165 w 837"/>
                <a:gd name="T21" fmla="*/ 5 h 181"/>
                <a:gd name="T22" fmla="*/ 148 w 837"/>
                <a:gd name="T23" fmla="*/ 58 h 181"/>
                <a:gd name="T24" fmla="*/ 148 w 837"/>
                <a:gd name="T25" fmla="*/ 100 h 181"/>
                <a:gd name="T26" fmla="*/ 158 w 837"/>
                <a:gd name="T27" fmla="*/ 142 h 181"/>
                <a:gd name="T28" fmla="*/ 185 w 837"/>
                <a:gd name="T29" fmla="*/ 167 h 181"/>
                <a:gd name="T30" fmla="*/ 271 w 837"/>
                <a:gd name="T31" fmla="*/ 179 h 181"/>
                <a:gd name="T32" fmla="*/ 389 w 837"/>
                <a:gd name="T33" fmla="*/ 177 h 181"/>
                <a:gd name="T34" fmla="*/ 440 w 837"/>
                <a:gd name="T35" fmla="*/ 168 h 181"/>
                <a:gd name="T36" fmla="*/ 473 w 837"/>
                <a:gd name="T37" fmla="*/ 107 h 181"/>
                <a:gd name="T38" fmla="*/ 483 w 837"/>
                <a:gd name="T39" fmla="*/ 74 h 181"/>
                <a:gd name="T40" fmla="*/ 510 w 837"/>
                <a:gd name="T41" fmla="*/ 51 h 181"/>
                <a:gd name="T42" fmla="*/ 531 w 837"/>
                <a:gd name="T43" fmla="*/ 58 h 181"/>
                <a:gd name="T44" fmla="*/ 549 w 837"/>
                <a:gd name="T45" fmla="*/ 82 h 181"/>
                <a:gd name="T46" fmla="*/ 573 w 837"/>
                <a:gd name="T47" fmla="*/ 158 h 181"/>
                <a:gd name="T48" fmla="*/ 587 w 837"/>
                <a:gd name="T49" fmla="*/ 170 h 181"/>
                <a:gd name="T50" fmla="*/ 689 w 837"/>
                <a:gd name="T51" fmla="*/ 181 h 181"/>
                <a:gd name="T52" fmla="*/ 766 w 837"/>
                <a:gd name="T53" fmla="*/ 174 h 181"/>
                <a:gd name="T54" fmla="*/ 800 w 837"/>
                <a:gd name="T55" fmla="*/ 160 h 181"/>
                <a:gd name="T56" fmla="*/ 819 w 837"/>
                <a:gd name="T57" fmla="*/ 116 h 181"/>
                <a:gd name="T58" fmla="*/ 837 w 837"/>
                <a:gd name="T59" fmla="*/ 40 h 181"/>
                <a:gd name="T60" fmla="*/ 392 w 837"/>
                <a:gd name="T61" fmla="*/ 161 h 181"/>
                <a:gd name="T62" fmla="*/ 264 w 837"/>
                <a:gd name="T63" fmla="*/ 163 h 181"/>
                <a:gd name="T64" fmla="*/ 183 w 837"/>
                <a:gd name="T65" fmla="*/ 147 h 181"/>
                <a:gd name="T66" fmla="*/ 169 w 837"/>
                <a:gd name="T67" fmla="*/ 128 h 181"/>
                <a:gd name="T68" fmla="*/ 164 w 837"/>
                <a:gd name="T69" fmla="*/ 60 h 181"/>
                <a:gd name="T70" fmla="*/ 174 w 837"/>
                <a:gd name="T71" fmla="*/ 17 h 181"/>
                <a:gd name="T72" fmla="*/ 304 w 837"/>
                <a:gd name="T73" fmla="*/ 16 h 181"/>
                <a:gd name="T74" fmla="*/ 448 w 837"/>
                <a:gd name="T75" fmla="*/ 23 h 181"/>
                <a:gd name="T76" fmla="*/ 468 w 837"/>
                <a:gd name="T77" fmla="*/ 42 h 181"/>
                <a:gd name="T78" fmla="*/ 466 w 837"/>
                <a:gd name="T79" fmla="*/ 74 h 181"/>
                <a:gd name="T80" fmla="*/ 438 w 837"/>
                <a:gd name="T81" fmla="*/ 151 h 181"/>
                <a:gd name="T82" fmla="*/ 784 w 837"/>
                <a:gd name="T83" fmla="*/ 153 h 181"/>
                <a:gd name="T84" fmla="*/ 689 w 837"/>
                <a:gd name="T85" fmla="*/ 165 h 181"/>
                <a:gd name="T86" fmla="*/ 601 w 837"/>
                <a:gd name="T87" fmla="*/ 158 h 181"/>
                <a:gd name="T88" fmla="*/ 582 w 837"/>
                <a:gd name="T89" fmla="*/ 139 h 181"/>
                <a:gd name="T90" fmla="*/ 561 w 837"/>
                <a:gd name="T91" fmla="*/ 45 h 181"/>
                <a:gd name="T92" fmla="*/ 568 w 837"/>
                <a:gd name="T93" fmla="*/ 30 h 181"/>
                <a:gd name="T94" fmla="*/ 582 w 837"/>
                <a:gd name="T95" fmla="*/ 21 h 181"/>
                <a:gd name="T96" fmla="*/ 740 w 837"/>
                <a:gd name="T97" fmla="*/ 14 h 181"/>
                <a:gd name="T98" fmla="*/ 803 w 837"/>
                <a:gd name="T99" fmla="*/ 40 h 181"/>
                <a:gd name="T100" fmla="*/ 803 w 837"/>
                <a:gd name="T101" fmla="*/ 119 h 181"/>
                <a:gd name="T102" fmla="*/ 789 w 837"/>
                <a:gd name="T103" fmla="*/ 147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37" h="181">
                  <a:moveTo>
                    <a:pt x="837" y="40"/>
                  </a:moveTo>
                  <a:lnTo>
                    <a:pt x="833" y="7"/>
                  </a:lnTo>
                  <a:lnTo>
                    <a:pt x="795" y="2"/>
                  </a:lnTo>
                  <a:lnTo>
                    <a:pt x="795" y="2"/>
                  </a:lnTo>
                  <a:lnTo>
                    <a:pt x="795" y="2"/>
                  </a:lnTo>
                  <a:lnTo>
                    <a:pt x="775" y="0"/>
                  </a:lnTo>
                  <a:lnTo>
                    <a:pt x="740" y="0"/>
                  </a:lnTo>
                  <a:lnTo>
                    <a:pt x="740" y="0"/>
                  </a:lnTo>
                  <a:lnTo>
                    <a:pt x="693" y="0"/>
                  </a:lnTo>
                  <a:lnTo>
                    <a:pt x="643" y="2"/>
                  </a:lnTo>
                  <a:lnTo>
                    <a:pt x="580" y="5"/>
                  </a:lnTo>
                  <a:lnTo>
                    <a:pt x="580" y="5"/>
                  </a:lnTo>
                  <a:lnTo>
                    <a:pt x="573" y="7"/>
                  </a:lnTo>
                  <a:lnTo>
                    <a:pt x="568" y="9"/>
                  </a:lnTo>
                  <a:lnTo>
                    <a:pt x="559" y="16"/>
                  </a:lnTo>
                  <a:lnTo>
                    <a:pt x="559" y="16"/>
                  </a:lnTo>
                  <a:lnTo>
                    <a:pt x="559" y="16"/>
                  </a:lnTo>
                  <a:lnTo>
                    <a:pt x="559" y="16"/>
                  </a:lnTo>
                  <a:lnTo>
                    <a:pt x="559" y="16"/>
                  </a:lnTo>
                  <a:lnTo>
                    <a:pt x="559" y="16"/>
                  </a:lnTo>
                  <a:lnTo>
                    <a:pt x="559" y="16"/>
                  </a:lnTo>
                  <a:lnTo>
                    <a:pt x="554" y="21"/>
                  </a:lnTo>
                  <a:lnTo>
                    <a:pt x="547" y="23"/>
                  </a:lnTo>
                  <a:lnTo>
                    <a:pt x="540" y="24"/>
                  </a:lnTo>
                  <a:lnTo>
                    <a:pt x="540" y="24"/>
                  </a:lnTo>
                  <a:lnTo>
                    <a:pt x="510" y="24"/>
                  </a:lnTo>
                  <a:lnTo>
                    <a:pt x="494" y="24"/>
                  </a:lnTo>
                  <a:lnTo>
                    <a:pt x="483" y="23"/>
                  </a:lnTo>
                  <a:lnTo>
                    <a:pt x="483" y="23"/>
                  </a:lnTo>
                  <a:lnTo>
                    <a:pt x="469" y="16"/>
                  </a:lnTo>
                  <a:lnTo>
                    <a:pt x="462" y="12"/>
                  </a:lnTo>
                  <a:lnTo>
                    <a:pt x="462" y="12"/>
                  </a:lnTo>
                  <a:lnTo>
                    <a:pt x="462" y="12"/>
                  </a:lnTo>
                  <a:lnTo>
                    <a:pt x="454" y="9"/>
                  </a:lnTo>
                  <a:lnTo>
                    <a:pt x="443" y="5"/>
                  </a:lnTo>
                  <a:lnTo>
                    <a:pt x="443" y="5"/>
                  </a:lnTo>
                  <a:lnTo>
                    <a:pt x="364" y="2"/>
                  </a:lnTo>
                  <a:lnTo>
                    <a:pt x="304" y="0"/>
                  </a:lnTo>
                  <a:lnTo>
                    <a:pt x="244" y="0"/>
                  </a:lnTo>
                  <a:lnTo>
                    <a:pt x="244" y="0"/>
                  </a:lnTo>
                  <a:lnTo>
                    <a:pt x="209" y="0"/>
                  </a:lnTo>
                  <a:lnTo>
                    <a:pt x="186" y="0"/>
                  </a:lnTo>
                  <a:lnTo>
                    <a:pt x="172" y="2"/>
                  </a:lnTo>
                  <a:lnTo>
                    <a:pt x="165" y="5"/>
                  </a:lnTo>
                  <a:lnTo>
                    <a:pt x="0" y="31"/>
                  </a:lnTo>
                  <a:lnTo>
                    <a:pt x="12" y="61"/>
                  </a:lnTo>
                  <a:lnTo>
                    <a:pt x="111" y="45"/>
                  </a:lnTo>
                  <a:lnTo>
                    <a:pt x="148" y="58"/>
                  </a:lnTo>
                  <a:lnTo>
                    <a:pt x="148" y="58"/>
                  </a:lnTo>
                  <a:lnTo>
                    <a:pt x="148" y="58"/>
                  </a:lnTo>
                  <a:lnTo>
                    <a:pt x="146" y="86"/>
                  </a:lnTo>
                  <a:lnTo>
                    <a:pt x="148" y="100"/>
                  </a:lnTo>
                  <a:lnTo>
                    <a:pt x="150" y="114"/>
                  </a:lnTo>
                  <a:lnTo>
                    <a:pt x="150" y="114"/>
                  </a:lnTo>
                  <a:lnTo>
                    <a:pt x="153" y="130"/>
                  </a:lnTo>
                  <a:lnTo>
                    <a:pt x="158" y="142"/>
                  </a:lnTo>
                  <a:lnTo>
                    <a:pt x="165" y="153"/>
                  </a:lnTo>
                  <a:lnTo>
                    <a:pt x="174" y="160"/>
                  </a:lnTo>
                  <a:lnTo>
                    <a:pt x="174" y="160"/>
                  </a:lnTo>
                  <a:lnTo>
                    <a:pt x="185" y="167"/>
                  </a:lnTo>
                  <a:lnTo>
                    <a:pt x="199" y="170"/>
                  </a:lnTo>
                  <a:lnTo>
                    <a:pt x="215" y="174"/>
                  </a:lnTo>
                  <a:lnTo>
                    <a:pt x="232" y="176"/>
                  </a:lnTo>
                  <a:lnTo>
                    <a:pt x="271" y="179"/>
                  </a:lnTo>
                  <a:lnTo>
                    <a:pt x="308" y="181"/>
                  </a:lnTo>
                  <a:lnTo>
                    <a:pt x="308" y="181"/>
                  </a:lnTo>
                  <a:lnTo>
                    <a:pt x="348" y="179"/>
                  </a:lnTo>
                  <a:lnTo>
                    <a:pt x="389" y="177"/>
                  </a:lnTo>
                  <a:lnTo>
                    <a:pt x="422" y="174"/>
                  </a:lnTo>
                  <a:lnTo>
                    <a:pt x="434" y="172"/>
                  </a:lnTo>
                  <a:lnTo>
                    <a:pt x="440" y="168"/>
                  </a:lnTo>
                  <a:lnTo>
                    <a:pt x="440" y="168"/>
                  </a:lnTo>
                  <a:lnTo>
                    <a:pt x="447" y="165"/>
                  </a:lnTo>
                  <a:lnTo>
                    <a:pt x="452" y="156"/>
                  </a:lnTo>
                  <a:lnTo>
                    <a:pt x="462" y="135"/>
                  </a:lnTo>
                  <a:lnTo>
                    <a:pt x="473" y="107"/>
                  </a:lnTo>
                  <a:lnTo>
                    <a:pt x="480" y="79"/>
                  </a:lnTo>
                  <a:lnTo>
                    <a:pt x="480" y="79"/>
                  </a:lnTo>
                  <a:lnTo>
                    <a:pt x="480" y="79"/>
                  </a:lnTo>
                  <a:lnTo>
                    <a:pt x="483" y="74"/>
                  </a:lnTo>
                  <a:lnTo>
                    <a:pt x="491" y="63"/>
                  </a:lnTo>
                  <a:lnTo>
                    <a:pt x="496" y="58"/>
                  </a:lnTo>
                  <a:lnTo>
                    <a:pt x="503" y="54"/>
                  </a:lnTo>
                  <a:lnTo>
                    <a:pt x="510" y="51"/>
                  </a:lnTo>
                  <a:lnTo>
                    <a:pt x="517" y="51"/>
                  </a:lnTo>
                  <a:lnTo>
                    <a:pt x="517" y="51"/>
                  </a:lnTo>
                  <a:lnTo>
                    <a:pt x="526" y="54"/>
                  </a:lnTo>
                  <a:lnTo>
                    <a:pt x="531" y="58"/>
                  </a:lnTo>
                  <a:lnTo>
                    <a:pt x="536" y="63"/>
                  </a:lnTo>
                  <a:lnTo>
                    <a:pt x="541" y="68"/>
                  </a:lnTo>
                  <a:lnTo>
                    <a:pt x="547" y="79"/>
                  </a:lnTo>
                  <a:lnTo>
                    <a:pt x="549" y="82"/>
                  </a:lnTo>
                  <a:lnTo>
                    <a:pt x="549" y="82"/>
                  </a:lnTo>
                  <a:lnTo>
                    <a:pt x="556" y="110"/>
                  </a:lnTo>
                  <a:lnTo>
                    <a:pt x="564" y="137"/>
                  </a:lnTo>
                  <a:lnTo>
                    <a:pt x="573" y="158"/>
                  </a:lnTo>
                  <a:lnTo>
                    <a:pt x="577" y="165"/>
                  </a:lnTo>
                  <a:lnTo>
                    <a:pt x="582" y="168"/>
                  </a:lnTo>
                  <a:lnTo>
                    <a:pt x="582" y="168"/>
                  </a:lnTo>
                  <a:lnTo>
                    <a:pt x="587" y="170"/>
                  </a:lnTo>
                  <a:lnTo>
                    <a:pt x="596" y="174"/>
                  </a:lnTo>
                  <a:lnTo>
                    <a:pt x="622" y="177"/>
                  </a:lnTo>
                  <a:lnTo>
                    <a:pt x="656" y="179"/>
                  </a:lnTo>
                  <a:lnTo>
                    <a:pt x="689" y="181"/>
                  </a:lnTo>
                  <a:lnTo>
                    <a:pt x="689" y="181"/>
                  </a:lnTo>
                  <a:lnTo>
                    <a:pt x="721" y="179"/>
                  </a:lnTo>
                  <a:lnTo>
                    <a:pt x="752" y="176"/>
                  </a:lnTo>
                  <a:lnTo>
                    <a:pt x="766" y="174"/>
                  </a:lnTo>
                  <a:lnTo>
                    <a:pt x="779" y="170"/>
                  </a:lnTo>
                  <a:lnTo>
                    <a:pt x="791" y="165"/>
                  </a:lnTo>
                  <a:lnTo>
                    <a:pt x="800" y="160"/>
                  </a:lnTo>
                  <a:lnTo>
                    <a:pt x="800" y="160"/>
                  </a:lnTo>
                  <a:lnTo>
                    <a:pt x="807" y="151"/>
                  </a:lnTo>
                  <a:lnTo>
                    <a:pt x="812" y="140"/>
                  </a:lnTo>
                  <a:lnTo>
                    <a:pt x="817" y="128"/>
                  </a:lnTo>
                  <a:lnTo>
                    <a:pt x="819" y="116"/>
                  </a:lnTo>
                  <a:lnTo>
                    <a:pt x="821" y="100"/>
                  </a:lnTo>
                  <a:lnTo>
                    <a:pt x="823" y="86"/>
                  </a:lnTo>
                  <a:lnTo>
                    <a:pt x="821" y="58"/>
                  </a:lnTo>
                  <a:lnTo>
                    <a:pt x="837" y="40"/>
                  </a:lnTo>
                  <a:close/>
                  <a:moveTo>
                    <a:pt x="433" y="156"/>
                  </a:moveTo>
                  <a:lnTo>
                    <a:pt x="433" y="156"/>
                  </a:lnTo>
                  <a:lnTo>
                    <a:pt x="420" y="158"/>
                  </a:lnTo>
                  <a:lnTo>
                    <a:pt x="392" y="161"/>
                  </a:lnTo>
                  <a:lnTo>
                    <a:pt x="353" y="163"/>
                  </a:lnTo>
                  <a:lnTo>
                    <a:pt x="308" y="165"/>
                  </a:lnTo>
                  <a:lnTo>
                    <a:pt x="308" y="165"/>
                  </a:lnTo>
                  <a:lnTo>
                    <a:pt x="264" y="163"/>
                  </a:lnTo>
                  <a:lnTo>
                    <a:pt x="227" y="160"/>
                  </a:lnTo>
                  <a:lnTo>
                    <a:pt x="201" y="154"/>
                  </a:lnTo>
                  <a:lnTo>
                    <a:pt x="190" y="151"/>
                  </a:lnTo>
                  <a:lnTo>
                    <a:pt x="183" y="147"/>
                  </a:lnTo>
                  <a:lnTo>
                    <a:pt x="183" y="147"/>
                  </a:lnTo>
                  <a:lnTo>
                    <a:pt x="178" y="142"/>
                  </a:lnTo>
                  <a:lnTo>
                    <a:pt x="172" y="135"/>
                  </a:lnTo>
                  <a:lnTo>
                    <a:pt x="169" y="128"/>
                  </a:lnTo>
                  <a:lnTo>
                    <a:pt x="165" y="119"/>
                  </a:lnTo>
                  <a:lnTo>
                    <a:pt x="164" y="100"/>
                  </a:lnTo>
                  <a:lnTo>
                    <a:pt x="162" y="79"/>
                  </a:lnTo>
                  <a:lnTo>
                    <a:pt x="164" y="60"/>
                  </a:lnTo>
                  <a:lnTo>
                    <a:pt x="167" y="40"/>
                  </a:lnTo>
                  <a:lnTo>
                    <a:pt x="171" y="26"/>
                  </a:lnTo>
                  <a:lnTo>
                    <a:pt x="174" y="17"/>
                  </a:lnTo>
                  <a:lnTo>
                    <a:pt x="174" y="17"/>
                  </a:lnTo>
                  <a:lnTo>
                    <a:pt x="192" y="16"/>
                  </a:lnTo>
                  <a:lnTo>
                    <a:pt x="244" y="14"/>
                  </a:lnTo>
                  <a:lnTo>
                    <a:pt x="244" y="14"/>
                  </a:lnTo>
                  <a:lnTo>
                    <a:pt x="304" y="16"/>
                  </a:lnTo>
                  <a:lnTo>
                    <a:pt x="364" y="17"/>
                  </a:lnTo>
                  <a:lnTo>
                    <a:pt x="441" y="21"/>
                  </a:lnTo>
                  <a:lnTo>
                    <a:pt x="441" y="21"/>
                  </a:lnTo>
                  <a:lnTo>
                    <a:pt x="448" y="23"/>
                  </a:lnTo>
                  <a:lnTo>
                    <a:pt x="455" y="26"/>
                  </a:lnTo>
                  <a:lnTo>
                    <a:pt x="459" y="30"/>
                  </a:lnTo>
                  <a:lnTo>
                    <a:pt x="462" y="33"/>
                  </a:lnTo>
                  <a:lnTo>
                    <a:pt x="468" y="42"/>
                  </a:lnTo>
                  <a:lnTo>
                    <a:pt x="469" y="45"/>
                  </a:lnTo>
                  <a:lnTo>
                    <a:pt x="469" y="45"/>
                  </a:lnTo>
                  <a:lnTo>
                    <a:pt x="468" y="58"/>
                  </a:lnTo>
                  <a:lnTo>
                    <a:pt x="466" y="74"/>
                  </a:lnTo>
                  <a:lnTo>
                    <a:pt x="462" y="91"/>
                  </a:lnTo>
                  <a:lnTo>
                    <a:pt x="455" y="109"/>
                  </a:lnTo>
                  <a:lnTo>
                    <a:pt x="443" y="140"/>
                  </a:lnTo>
                  <a:lnTo>
                    <a:pt x="438" y="151"/>
                  </a:lnTo>
                  <a:lnTo>
                    <a:pt x="433" y="156"/>
                  </a:lnTo>
                  <a:close/>
                  <a:moveTo>
                    <a:pt x="789" y="147"/>
                  </a:moveTo>
                  <a:lnTo>
                    <a:pt x="789" y="147"/>
                  </a:lnTo>
                  <a:lnTo>
                    <a:pt x="784" y="153"/>
                  </a:lnTo>
                  <a:lnTo>
                    <a:pt x="775" y="154"/>
                  </a:lnTo>
                  <a:lnTo>
                    <a:pt x="754" y="160"/>
                  </a:lnTo>
                  <a:lnTo>
                    <a:pt x="726" y="163"/>
                  </a:lnTo>
                  <a:lnTo>
                    <a:pt x="689" y="165"/>
                  </a:lnTo>
                  <a:lnTo>
                    <a:pt x="689" y="165"/>
                  </a:lnTo>
                  <a:lnTo>
                    <a:pt x="654" y="163"/>
                  </a:lnTo>
                  <a:lnTo>
                    <a:pt x="622" y="161"/>
                  </a:lnTo>
                  <a:lnTo>
                    <a:pt x="601" y="158"/>
                  </a:lnTo>
                  <a:lnTo>
                    <a:pt x="589" y="156"/>
                  </a:lnTo>
                  <a:lnTo>
                    <a:pt x="589" y="156"/>
                  </a:lnTo>
                  <a:lnTo>
                    <a:pt x="585" y="151"/>
                  </a:lnTo>
                  <a:lnTo>
                    <a:pt x="582" y="139"/>
                  </a:lnTo>
                  <a:lnTo>
                    <a:pt x="571" y="109"/>
                  </a:lnTo>
                  <a:lnTo>
                    <a:pt x="563" y="74"/>
                  </a:lnTo>
                  <a:lnTo>
                    <a:pt x="561" y="58"/>
                  </a:lnTo>
                  <a:lnTo>
                    <a:pt x="561" y="45"/>
                  </a:lnTo>
                  <a:lnTo>
                    <a:pt x="561" y="45"/>
                  </a:lnTo>
                  <a:lnTo>
                    <a:pt x="563" y="42"/>
                  </a:lnTo>
                  <a:lnTo>
                    <a:pt x="566" y="35"/>
                  </a:lnTo>
                  <a:lnTo>
                    <a:pt x="568" y="30"/>
                  </a:lnTo>
                  <a:lnTo>
                    <a:pt x="571" y="26"/>
                  </a:lnTo>
                  <a:lnTo>
                    <a:pt x="577" y="23"/>
                  </a:lnTo>
                  <a:lnTo>
                    <a:pt x="582" y="21"/>
                  </a:lnTo>
                  <a:lnTo>
                    <a:pt x="582" y="21"/>
                  </a:lnTo>
                  <a:lnTo>
                    <a:pt x="645" y="17"/>
                  </a:lnTo>
                  <a:lnTo>
                    <a:pt x="693" y="16"/>
                  </a:lnTo>
                  <a:lnTo>
                    <a:pt x="740" y="14"/>
                  </a:lnTo>
                  <a:lnTo>
                    <a:pt x="740" y="14"/>
                  </a:lnTo>
                  <a:lnTo>
                    <a:pt x="782" y="16"/>
                  </a:lnTo>
                  <a:lnTo>
                    <a:pt x="796" y="17"/>
                  </a:lnTo>
                  <a:lnTo>
                    <a:pt x="796" y="17"/>
                  </a:lnTo>
                  <a:lnTo>
                    <a:pt x="803" y="40"/>
                  </a:lnTo>
                  <a:lnTo>
                    <a:pt x="805" y="60"/>
                  </a:lnTo>
                  <a:lnTo>
                    <a:pt x="807" y="79"/>
                  </a:lnTo>
                  <a:lnTo>
                    <a:pt x="807" y="100"/>
                  </a:lnTo>
                  <a:lnTo>
                    <a:pt x="803" y="119"/>
                  </a:lnTo>
                  <a:lnTo>
                    <a:pt x="802" y="128"/>
                  </a:lnTo>
                  <a:lnTo>
                    <a:pt x="798" y="137"/>
                  </a:lnTo>
                  <a:lnTo>
                    <a:pt x="795" y="142"/>
                  </a:lnTo>
                  <a:lnTo>
                    <a:pt x="789" y="147"/>
                  </a:lnTo>
                  <a:close/>
                </a:path>
              </a:pathLst>
            </a:custGeom>
            <a:solidFill>
              <a:srgbClr val="6D11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2" name="Freeform 173"/>
            <p:cNvSpPr>
              <a:spLocks/>
            </p:cNvSpPr>
            <p:nvPr/>
          </p:nvSpPr>
          <p:spPr bwMode="auto">
            <a:xfrm>
              <a:off x="8958263" y="935038"/>
              <a:ext cx="1328738" cy="287338"/>
            </a:xfrm>
            <a:custGeom>
              <a:avLst/>
              <a:gdLst>
                <a:gd name="T0" fmla="*/ 833 w 837"/>
                <a:gd name="T1" fmla="*/ 7 h 181"/>
                <a:gd name="T2" fmla="*/ 795 w 837"/>
                <a:gd name="T3" fmla="*/ 2 h 181"/>
                <a:gd name="T4" fmla="*/ 775 w 837"/>
                <a:gd name="T5" fmla="*/ 0 h 181"/>
                <a:gd name="T6" fmla="*/ 740 w 837"/>
                <a:gd name="T7" fmla="*/ 0 h 181"/>
                <a:gd name="T8" fmla="*/ 643 w 837"/>
                <a:gd name="T9" fmla="*/ 2 h 181"/>
                <a:gd name="T10" fmla="*/ 580 w 837"/>
                <a:gd name="T11" fmla="*/ 5 h 181"/>
                <a:gd name="T12" fmla="*/ 568 w 837"/>
                <a:gd name="T13" fmla="*/ 9 h 181"/>
                <a:gd name="T14" fmla="*/ 559 w 837"/>
                <a:gd name="T15" fmla="*/ 16 h 181"/>
                <a:gd name="T16" fmla="*/ 559 w 837"/>
                <a:gd name="T17" fmla="*/ 16 h 181"/>
                <a:gd name="T18" fmla="*/ 559 w 837"/>
                <a:gd name="T19" fmla="*/ 16 h 181"/>
                <a:gd name="T20" fmla="*/ 554 w 837"/>
                <a:gd name="T21" fmla="*/ 21 h 181"/>
                <a:gd name="T22" fmla="*/ 540 w 837"/>
                <a:gd name="T23" fmla="*/ 24 h 181"/>
                <a:gd name="T24" fmla="*/ 510 w 837"/>
                <a:gd name="T25" fmla="*/ 24 h 181"/>
                <a:gd name="T26" fmla="*/ 483 w 837"/>
                <a:gd name="T27" fmla="*/ 23 h 181"/>
                <a:gd name="T28" fmla="*/ 469 w 837"/>
                <a:gd name="T29" fmla="*/ 16 h 181"/>
                <a:gd name="T30" fmla="*/ 462 w 837"/>
                <a:gd name="T31" fmla="*/ 12 h 181"/>
                <a:gd name="T32" fmla="*/ 454 w 837"/>
                <a:gd name="T33" fmla="*/ 9 h 181"/>
                <a:gd name="T34" fmla="*/ 443 w 837"/>
                <a:gd name="T35" fmla="*/ 5 h 181"/>
                <a:gd name="T36" fmla="*/ 304 w 837"/>
                <a:gd name="T37" fmla="*/ 0 h 181"/>
                <a:gd name="T38" fmla="*/ 244 w 837"/>
                <a:gd name="T39" fmla="*/ 0 h 181"/>
                <a:gd name="T40" fmla="*/ 186 w 837"/>
                <a:gd name="T41" fmla="*/ 0 h 181"/>
                <a:gd name="T42" fmla="*/ 165 w 837"/>
                <a:gd name="T43" fmla="*/ 5 h 181"/>
                <a:gd name="T44" fmla="*/ 12 w 837"/>
                <a:gd name="T45" fmla="*/ 61 h 181"/>
                <a:gd name="T46" fmla="*/ 148 w 837"/>
                <a:gd name="T47" fmla="*/ 58 h 181"/>
                <a:gd name="T48" fmla="*/ 148 w 837"/>
                <a:gd name="T49" fmla="*/ 58 h 181"/>
                <a:gd name="T50" fmla="*/ 148 w 837"/>
                <a:gd name="T51" fmla="*/ 100 h 181"/>
                <a:gd name="T52" fmla="*/ 150 w 837"/>
                <a:gd name="T53" fmla="*/ 114 h 181"/>
                <a:gd name="T54" fmla="*/ 158 w 837"/>
                <a:gd name="T55" fmla="*/ 142 h 181"/>
                <a:gd name="T56" fmla="*/ 174 w 837"/>
                <a:gd name="T57" fmla="*/ 160 h 181"/>
                <a:gd name="T58" fmla="*/ 185 w 837"/>
                <a:gd name="T59" fmla="*/ 167 h 181"/>
                <a:gd name="T60" fmla="*/ 215 w 837"/>
                <a:gd name="T61" fmla="*/ 174 h 181"/>
                <a:gd name="T62" fmla="*/ 271 w 837"/>
                <a:gd name="T63" fmla="*/ 179 h 181"/>
                <a:gd name="T64" fmla="*/ 308 w 837"/>
                <a:gd name="T65" fmla="*/ 181 h 181"/>
                <a:gd name="T66" fmla="*/ 389 w 837"/>
                <a:gd name="T67" fmla="*/ 177 h 181"/>
                <a:gd name="T68" fmla="*/ 434 w 837"/>
                <a:gd name="T69" fmla="*/ 172 h 181"/>
                <a:gd name="T70" fmla="*/ 440 w 837"/>
                <a:gd name="T71" fmla="*/ 168 h 181"/>
                <a:gd name="T72" fmla="*/ 452 w 837"/>
                <a:gd name="T73" fmla="*/ 156 h 181"/>
                <a:gd name="T74" fmla="*/ 473 w 837"/>
                <a:gd name="T75" fmla="*/ 107 h 181"/>
                <a:gd name="T76" fmla="*/ 480 w 837"/>
                <a:gd name="T77" fmla="*/ 79 h 181"/>
                <a:gd name="T78" fmla="*/ 483 w 837"/>
                <a:gd name="T79" fmla="*/ 74 h 181"/>
                <a:gd name="T80" fmla="*/ 496 w 837"/>
                <a:gd name="T81" fmla="*/ 58 h 181"/>
                <a:gd name="T82" fmla="*/ 510 w 837"/>
                <a:gd name="T83" fmla="*/ 51 h 181"/>
                <a:gd name="T84" fmla="*/ 517 w 837"/>
                <a:gd name="T85" fmla="*/ 51 h 181"/>
                <a:gd name="T86" fmla="*/ 531 w 837"/>
                <a:gd name="T87" fmla="*/ 58 h 181"/>
                <a:gd name="T88" fmla="*/ 541 w 837"/>
                <a:gd name="T89" fmla="*/ 68 h 181"/>
                <a:gd name="T90" fmla="*/ 549 w 837"/>
                <a:gd name="T91" fmla="*/ 82 h 181"/>
                <a:gd name="T92" fmla="*/ 556 w 837"/>
                <a:gd name="T93" fmla="*/ 110 h 181"/>
                <a:gd name="T94" fmla="*/ 573 w 837"/>
                <a:gd name="T95" fmla="*/ 158 h 181"/>
                <a:gd name="T96" fmla="*/ 582 w 837"/>
                <a:gd name="T97" fmla="*/ 168 h 181"/>
                <a:gd name="T98" fmla="*/ 587 w 837"/>
                <a:gd name="T99" fmla="*/ 170 h 181"/>
                <a:gd name="T100" fmla="*/ 622 w 837"/>
                <a:gd name="T101" fmla="*/ 177 h 181"/>
                <a:gd name="T102" fmla="*/ 689 w 837"/>
                <a:gd name="T103" fmla="*/ 181 h 181"/>
                <a:gd name="T104" fmla="*/ 721 w 837"/>
                <a:gd name="T105" fmla="*/ 179 h 181"/>
                <a:gd name="T106" fmla="*/ 766 w 837"/>
                <a:gd name="T107" fmla="*/ 174 h 181"/>
                <a:gd name="T108" fmla="*/ 791 w 837"/>
                <a:gd name="T109" fmla="*/ 165 h 181"/>
                <a:gd name="T110" fmla="*/ 800 w 837"/>
                <a:gd name="T111" fmla="*/ 160 h 181"/>
                <a:gd name="T112" fmla="*/ 812 w 837"/>
                <a:gd name="T113" fmla="*/ 140 h 181"/>
                <a:gd name="T114" fmla="*/ 819 w 837"/>
                <a:gd name="T115" fmla="*/ 116 h 181"/>
                <a:gd name="T116" fmla="*/ 823 w 837"/>
                <a:gd name="T117" fmla="*/ 86 h 181"/>
                <a:gd name="T118" fmla="*/ 837 w 837"/>
                <a:gd name="T119" fmla="*/ 4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7" h="181">
                  <a:moveTo>
                    <a:pt x="837" y="40"/>
                  </a:moveTo>
                  <a:lnTo>
                    <a:pt x="833" y="7"/>
                  </a:lnTo>
                  <a:lnTo>
                    <a:pt x="795" y="2"/>
                  </a:lnTo>
                  <a:lnTo>
                    <a:pt x="795" y="2"/>
                  </a:lnTo>
                  <a:lnTo>
                    <a:pt x="795" y="2"/>
                  </a:lnTo>
                  <a:lnTo>
                    <a:pt x="775" y="0"/>
                  </a:lnTo>
                  <a:lnTo>
                    <a:pt x="740" y="0"/>
                  </a:lnTo>
                  <a:lnTo>
                    <a:pt x="740" y="0"/>
                  </a:lnTo>
                  <a:lnTo>
                    <a:pt x="693" y="0"/>
                  </a:lnTo>
                  <a:lnTo>
                    <a:pt x="643" y="2"/>
                  </a:lnTo>
                  <a:lnTo>
                    <a:pt x="580" y="5"/>
                  </a:lnTo>
                  <a:lnTo>
                    <a:pt x="580" y="5"/>
                  </a:lnTo>
                  <a:lnTo>
                    <a:pt x="573" y="7"/>
                  </a:lnTo>
                  <a:lnTo>
                    <a:pt x="568" y="9"/>
                  </a:lnTo>
                  <a:lnTo>
                    <a:pt x="559" y="16"/>
                  </a:lnTo>
                  <a:lnTo>
                    <a:pt x="559" y="16"/>
                  </a:lnTo>
                  <a:lnTo>
                    <a:pt x="559" y="16"/>
                  </a:lnTo>
                  <a:lnTo>
                    <a:pt x="559" y="16"/>
                  </a:lnTo>
                  <a:lnTo>
                    <a:pt x="559" y="16"/>
                  </a:lnTo>
                  <a:lnTo>
                    <a:pt x="559" y="16"/>
                  </a:lnTo>
                  <a:lnTo>
                    <a:pt x="559" y="16"/>
                  </a:lnTo>
                  <a:lnTo>
                    <a:pt x="554" y="21"/>
                  </a:lnTo>
                  <a:lnTo>
                    <a:pt x="547" y="23"/>
                  </a:lnTo>
                  <a:lnTo>
                    <a:pt x="540" y="24"/>
                  </a:lnTo>
                  <a:lnTo>
                    <a:pt x="540" y="24"/>
                  </a:lnTo>
                  <a:lnTo>
                    <a:pt x="510" y="24"/>
                  </a:lnTo>
                  <a:lnTo>
                    <a:pt x="494" y="24"/>
                  </a:lnTo>
                  <a:lnTo>
                    <a:pt x="483" y="23"/>
                  </a:lnTo>
                  <a:lnTo>
                    <a:pt x="483" y="23"/>
                  </a:lnTo>
                  <a:lnTo>
                    <a:pt x="469" y="16"/>
                  </a:lnTo>
                  <a:lnTo>
                    <a:pt x="462" y="12"/>
                  </a:lnTo>
                  <a:lnTo>
                    <a:pt x="462" y="12"/>
                  </a:lnTo>
                  <a:lnTo>
                    <a:pt x="462" y="12"/>
                  </a:lnTo>
                  <a:lnTo>
                    <a:pt x="454" y="9"/>
                  </a:lnTo>
                  <a:lnTo>
                    <a:pt x="443" y="5"/>
                  </a:lnTo>
                  <a:lnTo>
                    <a:pt x="443" y="5"/>
                  </a:lnTo>
                  <a:lnTo>
                    <a:pt x="364" y="2"/>
                  </a:lnTo>
                  <a:lnTo>
                    <a:pt x="304" y="0"/>
                  </a:lnTo>
                  <a:lnTo>
                    <a:pt x="244" y="0"/>
                  </a:lnTo>
                  <a:lnTo>
                    <a:pt x="244" y="0"/>
                  </a:lnTo>
                  <a:lnTo>
                    <a:pt x="209" y="0"/>
                  </a:lnTo>
                  <a:lnTo>
                    <a:pt x="186" y="0"/>
                  </a:lnTo>
                  <a:lnTo>
                    <a:pt x="172" y="2"/>
                  </a:lnTo>
                  <a:lnTo>
                    <a:pt x="165" y="5"/>
                  </a:lnTo>
                  <a:lnTo>
                    <a:pt x="0" y="31"/>
                  </a:lnTo>
                  <a:lnTo>
                    <a:pt x="12" y="61"/>
                  </a:lnTo>
                  <a:lnTo>
                    <a:pt x="111" y="45"/>
                  </a:lnTo>
                  <a:lnTo>
                    <a:pt x="148" y="58"/>
                  </a:lnTo>
                  <a:lnTo>
                    <a:pt x="148" y="58"/>
                  </a:lnTo>
                  <a:lnTo>
                    <a:pt x="148" y="58"/>
                  </a:lnTo>
                  <a:lnTo>
                    <a:pt x="146" y="86"/>
                  </a:lnTo>
                  <a:lnTo>
                    <a:pt x="148" y="100"/>
                  </a:lnTo>
                  <a:lnTo>
                    <a:pt x="150" y="114"/>
                  </a:lnTo>
                  <a:lnTo>
                    <a:pt x="150" y="114"/>
                  </a:lnTo>
                  <a:lnTo>
                    <a:pt x="153" y="130"/>
                  </a:lnTo>
                  <a:lnTo>
                    <a:pt x="158" y="142"/>
                  </a:lnTo>
                  <a:lnTo>
                    <a:pt x="165" y="153"/>
                  </a:lnTo>
                  <a:lnTo>
                    <a:pt x="174" y="160"/>
                  </a:lnTo>
                  <a:lnTo>
                    <a:pt x="174" y="160"/>
                  </a:lnTo>
                  <a:lnTo>
                    <a:pt x="185" y="167"/>
                  </a:lnTo>
                  <a:lnTo>
                    <a:pt x="199" y="170"/>
                  </a:lnTo>
                  <a:lnTo>
                    <a:pt x="215" y="174"/>
                  </a:lnTo>
                  <a:lnTo>
                    <a:pt x="232" y="176"/>
                  </a:lnTo>
                  <a:lnTo>
                    <a:pt x="271" y="179"/>
                  </a:lnTo>
                  <a:lnTo>
                    <a:pt x="308" y="181"/>
                  </a:lnTo>
                  <a:lnTo>
                    <a:pt x="308" y="181"/>
                  </a:lnTo>
                  <a:lnTo>
                    <a:pt x="348" y="179"/>
                  </a:lnTo>
                  <a:lnTo>
                    <a:pt x="389" y="177"/>
                  </a:lnTo>
                  <a:lnTo>
                    <a:pt x="422" y="174"/>
                  </a:lnTo>
                  <a:lnTo>
                    <a:pt x="434" y="172"/>
                  </a:lnTo>
                  <a:lnTo>
                    <a:pt x="440" y="168"/>
                  </a:lnTo>
                  <a:lnTo>
                    <a:pt x="440" y="168"/>
                  </a:lnTo>
                  <a:lnTo>
                    <a:pt x="447" y="165"/>
                  </a:lnTo>
                  <a:lnTo>
                    <a:pt x="452" y="156"/>
                  </a:lnTo>
                  <a:lnTo>
                    <a:pt x="462" y="135"/>
                  </a:lnTo>
                  <a:lnTo>
                    <a:pt x="473" y="107"/>
                  </a:lnTo>
                  <a:lnTo>
                    <a:pt x="480" y="79"/>
                  </a:lnTo>
                  <a:lnTo>
                    <a:pt x="480" y="79"/>
                  </a:lnTo>
                  <a:lnTo>
                    <a:pt x="480" y="79"/>
                  </a:lnTo>
                  <a:lnTo>
                    <a:pt x="483" y="74"/>
                  </a:lnTo>
                  <a:lnTo>
                    <a:pt x="491" y="63"/>
                  </a:lnTo>
                  <a:lnTo>
                    <a:pt x="496" y="58"/>
                  </a:lnTo>
                  <a:lnTo>
                    <a:pt x="503" y="54"/>
                  </a:lnTo>
                  <a:lnTo>
                    <a:pt x="510" y="51"/>
                  </a:lnTo>
                  <a:lnTo>
                    <a:pt x="517" y="51"/>
                  </a:lnTo>
                  <a:lnTo>
                    <a:pt x="517" y="51"/>
                  </a:lnTo>
                  <a:lnTo>
                    <a:pt x="526" y="54"/>
                  </a:lnTo>
                  <a:lnTo>
                    <a:pt x="531" y="58"/>
                  </a:lnTo>
                  <a:lnTo>
                    <a:pt x="536" y="63"/>
                  </a:lnTo>
                  <a:lnTo>
                    <a:pt x="541" y="68"/>
                  </a:lnTo>
                  <a:lnTo>
                    <a:pt x="547" y="79"/>
                  </a:lnTo>
                  <a:lnTo>
                    <a:pt x="549" y="82"/>
                  </a:lnTo>
                  <a:lnTo>
                    <a:pt x="549" y="82"/>
                  </a:lnTo>
                  <a:lnTo>
                    <a:pt x="556" y="110"/>
                  </a:lnTo>
                  <a:lnTo>
                    <a:pt x="564" y="137"/>
                  </a:lnTo>
                  <a:lnTo>
                    <a:pt x="573" y="158"/>
                  </a:lnTo>
                  <a:lnTo>
                    <a:pt x="577" y="165"/>
                  </a:lnTo>
                  <a:lnTo>
                    <a:pt x="582" y="168"/>
                  </a:lnTo>
                  <a:lnTo>
                    <a:pt x="582" y="168"/>
                  </a:lnTo>
                  <a:lnTo>
                    <a:pt x="587" y="170"/>
                  </a:lnTo>
                  <a:lnTo>
                    <a:pt x="596" y="174"/>
                  </a:lnTo>
                  <a:lnTo>
                    <a:pt x="622" y="177"/>
                  </a:lnTo>
                  <a:lnTo>
                    <a:pt x="656" y="179"/>
                  </a:lnTo>
                  <a:lnTo>
                    <a:pt x="689" y="181"/>
                  </a:lnTo>
                  <a:lnTo>
                    <a:pt x="689" y="181"/>
                  </a:lnTo>
                  <a:lnTo>
                    <a:pt x="721" y="179"/>
                  </a:lnTo>
                  <a:lnTo>
                    <a:pt x="752" y="176"/>
                  </a:lnTo>
                  <a:lnTo>
                    <a:pt x="766" y="174"/>
                  </a:lnTo>
                  <a:lnTo>
                    <a:pt x="779" y="170"/>
                  </a:lnTo>
                  <a:lnTo>
                    <a:pt x="791" y="165"/>
                  </a:lnTo>
                  <a:lnTo>
                    <a:pt x="800" y="160"/>
                  </a:lnTo>
                  <a:lnTo>
                    <a:pt x="800" y="160"/>
                  </a:lnTo>
                  <a:lnTo>
                    <a:pt x="807" y="151"/>
                  </a:lnTo>
                  <a:lnTo>
                    <a:pt x="812" y="140"/>
                  </a:lnTo>
                  <a:lnTo>
                    <a:pt x="817" y="128"/>
                  </a:lnTo>
                  <a:lnTo>
                    <a:pt x="819" y="116"/>
                  </a:lnTo>
                  <a:lnTo>
                    <a:pt x="821" y="100"/>
                  </a:lnTo>
                  <a:lnTo>
                    <a:pt x="823" y="86"/>
                  </a:lnTo>
                  <a:lnTo>
                    <a:pt x="821" y="58"/>
                  </a:lnTo>
                  <a:lnTo>
                    <a:pt x="837"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3" name="Freeform 174"/>
            <p:cNvSpPr>
              <a:spLocks/>
            </p:cNvSpPr>
            <p:nvPr/>
          </p:nvSpPr>
          <p:spPr bwMode="auto">
            <a:xfrm>
              <a:off x="9215438" y="957263"/>
              <a:ext cx="487363" cy="239713"/>
            </a:xfrm>
            <a:custGeom>
              <a:avLst/>
              <a:gdLst>
                <a:gd name="T0" fmla="*/ 271 w 307"/>
                <a:gd name="T1" fmla="*/ 142 h 151"/>
                <a:gd name="T2" fmla="*/ 271 w 307"/>
                <a:gd name="T3" fmla="*/ 142 h 151"/>
                <a:gd name="T4" fmla="*/ 258 w 307"/>
                <a:gd name="T5" fmla="*/ 144 h 151"/>
                <a:gd name="T6" fmla="*/ 230 w 307"/>
                <a:gd name="T7" fmla="*/ 147 h 151"/>
                <a:gd name="T8" fmla="*/ 191 w 307"/>
                <a:gd name="T9" fmla="*/ 149 h 151"/>
                <a:gd name="T10" fmla="*/ 146 w 307"/>
                <a:gd name="T11" fmla="*/ 151 h 151"/>
                <a:gd name="T12" fmla="*/ 146 w 307"/>
                <a:gd name="T13" fmla="*/ 151 h 151"/>
                <a:gd name="T14" fmla="*/ 102 w 307"/>
                <a:gd name="T15" fmla="*/ 149 h 151"/>
                <a:gd name="T16" fmla="*/ 65 w 307"/>
                <a:gd name="T17" fmla="*/ 146 h 151"/>
                <a:gd name="T18" fmla="*/ 39 w 307"/>
                <a:gd name="T19" fmla="*/ 140 h 151"/>
                <a:gd name="T20" fmla="*/ 28 w 307"/>
                <a:gd name="T21" fmla="*/ 137 h 151"/>
                <a:gd name="T22" fmla="*/ 21 w 307"/>
                <a:gd name="T23" fmla="*/ 133 h 151"/>
                <a:gd name="T24" fmla="*/ 21 w 307"/>
                <a:gd name="T25" fmla="*/ 133 h 151"/>
                <a:gd name="T26" fmla="*/ 16 w 307"/>
                <a:gd name="T27" fmla="*/ 128 h 151"/>
                <a:gd name="T28" fmla="*/ 10 w 307"/>
                <a:gd name="T29" fmla="*/ 121 h 151"/>
                <a:gd name="T30" fmla="*/ 7 w 307"/>
                <a:gd name="T31" fmla="*/ 114 h 151"/>
                <a:gd name="T32" fmla="*/ 3 w 307"/>
                <a:gd name="T33" fmla="*/ 105 h 151"/>
                <a:gd name="T34" fmla="*/ 2 w 307"/>
                <a:gd name="T35" fmla="*/ 86 h 151"/>
                <a:gd name="T36" fmla="*/ 0 w 307"/>
                <a:gd name="T37" fmla="*/ 65 h 151"/>
                <a:gd name="T38" fmla="*/ 2 w 307"/>
                <a:gd name="T39" fmla="*/ 46 h 151"/>
                <a:gd name="T40" fmla="*/ 5 w 307"/>
                <a:gd name="T41" fmla="*/ 26 h 151"/>
                <a:gd name="T42" fmla="*/ 9 w 307"/>
                <a:gd name="T43" fmla="*/ 12 h 151"/>
                <a:gd name="T44" fmla="*/ 12 w 307"/>
                <a:gd name="T45" fmla="*/ 3 h 151"/>
                <a:gd name="T46" fmla="*/ 12 w 307"/>
                <a:gd name="T47" fmla="*/ 3 h 151"/>
                <a:gd name="T48" fmla="*/ 30 w 307"/>
                <a:gd name="T49" fmla="*/ 2 h 151"/>
                <a:gd name="T50" fmla="*/ 82 w 307"/>
                <a:gd name="T51" fmla="*/ 0 h 151"/>
                <a:gd name="T52" fmla="*/ 82 w 307"/>
                <a:gd name="T53" fmla="*/ 0 h 151"/>
                <a:gd name="T54" fmla="*/ 142 w 307"/>
                <a:gd name="T55" fmla="*/ 2 h 151"/>
                <a:gd name="T56" fmla="*/ 202 w 307"/>
                <a:gd name="T57" fmla="*/ 3 h 151"/>
                <a:gd name="T58" fmla="*/ 279 w 307"/>
                <a:gd name="T59" fmla="*/ 7 h 151"/>
                <a:gd name="T60" fmla="*/ 279 w 307"/>
                <a:gd name="T61" fmla="*/ 7 h 151"/>
                <a:gd name="T62" fmla="*/ 286 w 307"/>
                <a:gd name="T63" fmla="*/ 9 h 151"/>
                <a:gd name="T64" fmla="*/ 293 w 307"/>
                <a:gd name="T65" fmla="*/ 12 h 151"/>
                <a:gd name="T66" fmla="*/ 297 w 307"/>
                <a:gd name="T67" fmla="*/ 16 h 151"/>
                <a:gd name="T68" fmla="*/ 300 w 307"/>
                <a:gd name="T69" fmla="*/ 19 h 151"/>
                <a:gd name="T70" fmla="*/ 306 w 307"/>
                <a:gd name="T71" fmla="*/ 28 h 151"/>
                <a:gd name="T72" fmla="*/ 307 w 307"/>
                <a:gd name="T73" fmla="*/ 31 h 151"/>
                <a:gd name="T74" fmla="*/ 307 w 307"/>
                <a:gd name="T75" fmla="*/ 31 h 151"/>
                <a:gd name="T76" fmla="*/ 306 w 307"/>
                <a:gd name="T77" fmla="*/ 44 h 151"/>
                <a:gd name="T78" fmla="*/ 304 w 307"/>
                <a:gd name="T79" fmla="*/ 60 h 151"/>
                <a:gd name="T80" fmla="*/ 300 w 307"/>
                <a:gd name="T81" fmla="*/ 77 h 151"/>
                <a:gd name="T82" fmla="*/ 293 w 307"/>
                <a:gd name="T83" fmla="*/ 95 h 151"/>
                <a:gd name="T84" fmla="*/ 281 w 307"/>
                <a:gd name="T85" fmla="*/ 126 h 151"/>
                <a:gd name="T86" fmla="*/ 276 w 307"/>
                <a:gd name="T87" fmla="*/ 137 h 151"/>
                <a:gd name="T88" fmla="*/ 271 w 307"/>
                <a:gd name="T89" fmla="*/ 14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7" h="151">
                  <a:moveTo>
                    <a:pt x="271" y="142"/>
                  </a:moveTo>
                  <a:lnTo>
                    <a:pt x="271" y="142"/>
                  </a:lnTo>
                  <a:lnTo>
                    <a:pt x="258" y="144"/>
                  </a:lnTo>
                  <a:lnTo>
                    <a:pt x="230" y="147"/>
                  </a:lnTo>
                  <a:lnTo>
                    <a:pt x="191" y="149"/>
                  </a:lnTo>
                  <a:lnTo>
                    <a:pt x="146" y="151"/>
                  </a:lnTo>
                  <a:lnTo>
                    <a:pt x="146" y="151"/>
                  </a:lnTo>
                  <a:lnTo>
                    <a:pt x="102" y="149"/>
                  </a:lnTo>
                  <a:lnTo>
                    <a:pt x="65" y="146"/>
                  </a:lnTo>
                  <a:lnTo>
                    <a:pt x="39" y="140"/>
                  </a:lnTo>
                  <a:lnTo>
                    <a:pt x="28" y="137"/>
                  </a:lnTo>
                  <a:lnTo>
                    <a:pt x="21" y="133"/>
                  </a:lnTo>
                  <a:lnTo>
                    <a:pt x="21" y="133"/>
                  </a:lnTo>
                  <a:lnTo>
                    <a:pt x="16" y="128"/>
                  </a:lnTo>
                  <a:lnTo>
                    <a:pt x="10" y="121"/>
                  </a:lnTo>
                  <a:lnTo>
                    <a:pt x="7" y="114"/>
                  </a:lnTo>
                  <a:lnTo>
                    <a:pt x="3" y="105"/>
                  </a:lnTo>
                  <a:lnTo>
                    <a:pt x="2" y="86"/>
                  </a:lnTo>
                  <a:lnTo>
                    <a:pt x="0" y="65"/>
                  </a:lnTo>
                  <a:lnTo>
                    <a:pt x="2" y="46"/>
                  </a:lnTo>
                  <a:lnTo>
                    <a:pt x="5" y="26"/>
                  </a:lnTo>
                  <a:lnTo>
                    <a:pt x="9" y="12"/>
                  </a:lnTo>
                  <a:lnTo>
                    <a:pt x="12" y="3"/>
                  </a:lnTo>
                  <a:lnTo>
                    <a:pt x="12" y="3"/>
                  </a:lnTo>
                  <a:lnTo>
                    <a:pt x="30" y="2"/>
                  </a:lnTo>
                  <a:lnTo>
                    <a:pt x="82" y="0"/>
                  </a:lnTo>
                  <a:lnTo>
                    <a:pt x="82" y="0"/>
                  </a:lnTo>
                  <a:lnTo>
                    <a:pt x="142" y="2"/>
                  </a:lnTo>
                  <a:lnTo>
                    <a:pt x="202" y="3"/>
                  </a:lnTo>
                  <a:lnTo>
                    <a:pt x="279" y="7"/>
                  </a:lnTo>
                  <a:lnTo>
                    <a:pt x="279" y="7"/>
                  </a:lnTo>
                  <a:lnTo>
                    <a:pt x="286" y="9"/>
                  </a:lnTo>
                  <a:lnTo>
                    <a:pt x="293" y="12"/>
                  </a:lnTo>
                  <a:lnTo>
                    <a:pt x="297" y="16"/>
                  </a:lnTo>
                  <a:lnTo>
                    <a:pt x="300" y="19"/>
                  </a:lnTo>
                  <a:lnTo>
                    <a:pt x="306" y="28"/>
                  </a:lnTo>
                  <a:lnTo>
                    <a:pt x="307" y="31"/>
                  </a:lnTo>
                  <a:lnTo>
                    <a:pt x="307" y="31"/>
                  </a:lnTo>
                  <a:lnTo>
                    <a:pt x="306" y="44"/>
                  </a:lnTo>
                  <a:lnTo>
                    <a:pt x="304" y="60"/>
                  </a:lnTo>
                  <a:lnTo>
                    <a:pt x="300" y="77"/>
                  </a:lnTo>
                  <a:lnTo>
                    <a:pt x="293" y="95"/>
                  </a:lnTo>
                  <a:lnTo>
                    <a:pt x="281" y="126"/>
                  </a:lnTo>
                  <a:lnTo>
                    <a:pt x="276" y="137"/>
                  </a:lnTo>
                  <a:lnTo>
                    <a:pt x="271"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4" name="Freeform 175"/>
            <p:cNvSpPr>
              <a:spLocks/>
            </p:cNvSpPr>
            <p:nvPr/>
          </p:nvSpPr>
          <p:spPr bwMode="auto">
            <a:xfrm>
              <a:off x="9848851" y="957263"/>
              <a:ext cx="390525" cy="239713"/>
            </a:xfrm>
            <a:custGeom>
              <a:avLst/>
              <a:gdLst>
                <a:gd name="T0" fmla="*/ 228 w 246"/>
                <a:gd name="T1" fmla="*/ 133 h 151"/>
                <a:gd name="T2" fmla="*/ 228 w 246"/>
                <a:gd name="T3" fmla="*/ 133 h 151"/>
                <a:gd name="T4" fmla="*/ 223 w 246"/>
                <a:gd name="T5" fmla="*/ 139 h 151"/>
                <a:gd name="T6" fmla="*/ 214 w 246"/>
                <a:gd name="T7" fmla="*/ 140 h 151"/>
                <a:gd name="T8" fmla="*/ 193 w 246"/>
                <a:gd name="T9" fmla="*/ 146 h 151"/>
                <a:gd name="T10" fmla="*/ 165 w 246"/>
                <a:gd name="T11" fmla="*/ 149 h 151"/>
                <a:gd name="T12" fmla="*/ 128 w 246"/>
                <a:gd name="T13" fmla="*/ 151 h 151"/>
                <a:gd name="T14" fmla="*/ 128 w 246"/>
                <a:gd name="T15" fmla="*/ 151 h 151"/>
                <a:gd name="T16" fmla="*/ 93 w 246"/>
                <a:gd name="T17" fmla="*/ 149 h 151"/>
                <a:gd name="T18" fmla="*/ 61 w 246"/>
                <a:gd name="T19" fmla="*/ 147 h 151"/>
                <a:gd name="T20" fmla="*/ 40 w 246"/>
                <a:gd name="T21" fmla="*/ 144 h 151"/>
                <a:gd name="T22" fmla="*/ 28 w 246"/>
                <a:gd name="T23" fmla="*/ 142 h 151"/>
                <a:gd name="T24" fmla="*/ 28 w 246"/>
                <a:gd name="T25" fmla="*/ 142 h 151"/>
                <a:gd name="T26" fmla="*/ 24 w 246"/>
                <a:gd name="T27" fmla="*/ 137 h 151"/>
                <a:gd name="T28" fmla="*/ 21 w 246"/>
                <a:gd name="T29" fmla="*/ 125 h 151"/>
                <a:gd name="T30" fmla="*/ 10 w 246"/>
                <a:gd name="T31" fmla="*/ 95 h 151"/>
                <a:gd name="T32" fmla="*/ 2 w 246"/>
                <a:gd name="T33" fmla="*/ 60 h 151"/>
                <a:gd name="T34" fmla="*/ 0 w 246"/>
                <a:gd name="T35" fmla="*/ 44 h 151"/>
                <a:gd name="T36" fmla="*/ 0 w 246"/>
                <a:gd name="T37" fmla="*/ 31 h 151"/>
                <a:gd name="T38" fmla="*/ 0 w 246"/>
                <a:gd name="T39" fmla="*/ 31 h 151"/>
                <a:gd name="T40" fmla="*/ 2 w 246"/>
                <a:gd name="T41" fmla="*/ 28 h 151"/>
                <a:gd name="T42" fmla="*/ 5 w 246"/>
                <a:gd name="T43" fmla="*/ 21 h 151"/>
                <a:gd name="T44" fmla="*/ 7 w 246"/>
                <a:gd name="T45" fmla="*/ 16 h 151"/>
                <a:gd name="T46" fmla="*/ 10 w 246"/>
                <a:gd name="T47" fmla="*/ 12 h 151"/>
                <a:gd name="T48" fmla="*/ 16 w 246"/>
                <a:gd name="T49" fmla="*/ 9 h 151"/>
                <a:gd name="T50" fmla="*/ 21 w 246"/>
                <a:gd name="T51" fmla="*/ 7 h 151"/>
                <a:gd name="T52" fmla="*/ 21 w 246"/>
                <a:gd name="T53" fmla="*/ 7 h 151"/>
                <a:gd name="T54" fmla="*/ 84 w 246"/>
                <a:gd name="T55" fmla="*/ 3 h 151"/>
                <a:gd name="T56" fmla="*/ 132 w 246"/>
                <a:gd name="T57" fmla="*/ 2 h 151"/>
                <a:gd name="T58" fmla="*/ 179 w 246"/>
                <a:gd name="T59" fmla="*/ 0 h 151"/>
                <a:gd name="T60" fmla="*/ 179 w 246"/>
                <a:gd name="T61" fmla="*/ 0 h 151"/>
                <a:gd name="T62" fmla="*/ 221 w 246"/>
                <a:gd name="T63" fmla="*/ 2 h 151"/>
                <a:gd name="T64" fmla="*/ 235 w 246"/>
                <a:gd name="T65" fmla="*/ 3 h 151"/>
                <a:gd name="T66" fmla="*/ 235 w 246"/>
                <a:gd name="T67" fmla="*/ 3 h 151"/>
                <a:gd name="T68" fmla="*/ 242 w 246"/>
                <a:gd name="T69" fmla="*/ 26 h 151"/>
                <a:gd name="T70" fmla="*/ 244 w 246"/>
                <a:gd name="T71" fmla="*/ 46 h 151"/>
                <a:gd name="T72" fmla="*/ 246 w 246"/>
                <a:gd name="T73" fmla="*/ 65 h 151"/>
                <a:gd name="T74" fmla="*/ 246 w 246"/>
                <a:gd name="T75" fmla="*/ 86 h 151"/>
                <a:gd name="T76" fmla="*/ 242 w 246"/>
                <a:gd name="T77" fmla="*/ 105 h 151"/>
                <a:gd name="T78" fmla="*/ 241 w 246"/>
                <a:gd name="T79" fmla="*/ 114 h 151"/>
                <a:gd name="T80" fmla="*/ 237 w 246"/>
                <a:gd name="T81" fmla="*/ 123 h 151"/>
                <a:gd name="T82" fmla="*/ 234 w 246"/>
                <a:gd name="T83" fmla="*/ 128 h 151"/>
                <a:gd name="T84" fmla="*/ 228 w 246"/>
                <a:gd name="T85" fmla="*/ 13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6" h="151">
                  <a:moveTo>
                    <a:pt x="228" y="133"/>
                  </a:moveTo>
                  <a:lnTo>
                    <a:pt x="228" y="133"/>
                  </a:lnTo>
                  <a:lnTo>
                    <a:pt x="223" y="139"/>
                  </a:lnTo>
                  <a:lnTo>
                    <a:pt x="214" y="140"/>
                  </a:lnTo>
                  <a:lnTo>
                    <a:pt x="193" y="146"/>
                  </a:lnTo>
                  <a:lnTo>
                    <a:pt x="165" y="149"/>
                  </a:lnTo>
                  <a:lnTo>
                    <a:pt x="128" y="151"/>
                  </a:lnTo>
                  <a:lnTo>
                    <a:pt x="128" y="151"/>
                  </a:lnTo>
                  <a:lnTo>
                    <a:pt x="93" y="149"/>
                  </a:lnTo>
                  <a:lnTo>
                    <a:pt x="61" y="147"/>
                  </a:lnTo>
                  <a:lnTo>
                    <a:pt x="40" y="144"/>
                  </a:lnTo>
                  <a:lnTo>
                    <a:pt x="28" y="142"/>
                  </a:lnTo>
                  <a:lnTo>
                    <a:pt x="28" y="142"/>
                  </a:lnTo>
                  <a:lnTo>
                    <a:pt x="24" y="137"/>
                  </a:lnTo>
                  <a:lnTo>
                    <a:pt x="21" y="125"/>
                  </a:lnTo>
                  <a:lnTo>
                    <a:pt x="10" y="95"/>
                  </a:lnTo>
                  <a:lnTo>
                    <a:pt x="2" y="60"/>
                  </a:lnTo>
                  <a:lnTo>
                    <a:pt x="0" y="44"/>
                  </a:lnTo>
                  <a:lnTo>
                    <a:pt x="0" y="31"/>
                  </a:lnTo>
                  <a:lnTo>
                    <a:pt x="0" y="31"/>
                  </a:lnTo>
                  <a:lnTo>
                    <a:pt x="2" y="28"/>
                  </a:lnTo>
                  <a:lnTo>
                    <a:pt x="5" y="21"/>
                  </a:lnTo>
                  <a:lnTo>
                    <a:pt x="7" y="16"/>
                  </a:lnTo>
                  <a:lnTo>
                    <a:pt x="10" y="12"/>
                  </a:lnTo>
                  <a:lnTo>
                    <a:pt x="16" y="9"/>
                  </a:lnTo>
                  <a:lnTo>
                    <a:pt x="21" y="7"/>
                  </a:lnTo>
                  <a:lnTo>
                    <a:pt x="21" y="7"/>
                  </a:lnTo>
                  <a:lnTo>
                    <a:pt x="84" y="3"/>
                  </a:lnTo>
                  <a:lnTo>
                    <a:pt x="132" y="2"/>
                  </a:lnTo>
                  <a:lnTo>
                    <a:pt x="179" y="0"/>
                  </a:lnTo>
                  <a:lnTo>
                    <a:pt x="179" y="0"/>
                  </a:lnTo>
                  <a:lnTo>
                    <a:pt x="221" y="2"/>
                  </a:lnTo>
                  <a:lnTo>
                    <a:pt x="235" y="3"/>
                  </a:lnTo>
                  <a:lnTo>
                    <a:pt x="235" y="3"/>
                  </a:lnTo>
                  <a:lnTo>
                    <a:pt x="242" y="26"/>
                  </a:lnTo>
                  <a:lnTo>
                    <a:pt x="244" y="46"/>
                  </a:lnTo>
                  <a:lnTo>
                    <a:pt x="246" y="65"/>
                  </a:lnTo>
                  <a:lnTo>
                    <a:pt x="246" y="86"/>
                  </a:lnTo>
                  <a:lnTo>
                    <a:pt x="242" y="105"/>
                  </a:lnTo>
                  <a:lnTo>
                    <a:pt x="241" y="114"/>
                  </a:lnTo>
                  <a:lnTo>
                    <a:pt x="237" y="123"/>
                  </a:lnTo>
                  <a:lnTo>
                    <a:pt x="234" y="128"/>
                  </a:lnTo>
                  <a:lnTo>
                    <a:pt x="228" y="13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5" name="Freeform 176"/>
            <p:cNvSpPr>
              <a:spLocks/>
            </p:cNvSpPr>
            <p:nvPr/>
          </p:nvSpPr>
          <p:spPr bwMode="auto">
            <a:xfrm>
              <a:off x="9109076" y="2084388"/>
              <a:ext cx="688975" cy="1149350"/>
            </a:xfrm>
            <a:custGeom>
              <a:avLst/>
              <a:gdLst>
                <a:gd name="T0" fmla="*/ 91 w 434"/>
                <a:gd name="T1" fmla="*/ 14 h 724"/>
                <a:gd name="T2" fmla="*/ 0 w 434"/>
                <a:gd name="T3" fmla="*/ 218 h 724"/>
                <a:gd name="T4" fmla="*/ 148 w 434"/>
                <a:gd name="T5" fmla="*/ 285 h 724"/>
                <a:gd name="T6" fmla="*/ 132 w 434"/>
                <a:gd name="T7" fmla="*/ 379 h 724"/>
                <a:gd name="T8" fmla="*/ 434 w 434"/>
                <a:gd name="T9" fmla="*/ 724 h 724"/>
                <a:gd name="T10" fmla="*/ 387 w 434"/>
                <a:gd name="T11" fmla="*/ 550 h 724"/>
                <a:gd name="T12" fmla="*/ 142 w 434"/>
                <a:gd name="T13" fmla="*/ 0 h 724"/>
                <a:gd name="T14" fmla="*/ 91 w 434"/>
                <a:gd name="T15" fmla="*/ 14 h 7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724">
                  <a:moveTo>
                    <a:pt x="91" y="14"/>
                  </a:moveTo>
                  <a:lnTo>
                    <a:pt x="0" y="218"/>
                  </a:lnTo>
                  <a:lnTo>
                    <a:pt x="148" y="285"/>
                  </a:lnTo>
                  <a:lnTo>
                    <a:pt x="132" y="379"/>
                  </a:lnTo>
                  <a:lnTo>
                    <a:pt x="434" y="724"/>
                  </a:lnTo>
                  <a:lnTo>
                    <a:pt x="387" y="550"/>
                  </a:lnTo>
                  <a:lnTo>
                    <a:pt x="142" y="0"/>
                  </a:lnTo>
                  <a:lnTo>
                    <a:pt x="91" y="14"/>
                  </a:lnTo>
                  <a:close/>
                </a:path>
              </a:pathLst>
            </a:custGeom>
            <a:solidFill>
              <a:srgbClr val="5C5A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6" name="Freeform 177"/>
            <p:cNvSpPr>
              <a:spLocks/>
            </p:cNvSpPr>
            <p:nvPr/>
          </p:nvSpPr>
          <p:spPr bwMode="auto">
            <a:xfrm>
              <a:off x="9725026" y="2095500"/>
              <a:ext cx="285750" cy="971550"/>
            </a:xfrm>
            <a:custGeom>
              <a:avLst/>
              <a:gdLst>
                <a:gd name="T0" fmla="*/ 23 w 180"/>
                <a:gd name="T1" fmla="*/ 0 h 612"/>
                <a:gd name="T2" fmla="*/ 180 w 180"/>
                <a:gd name="T3" fmla="*/ 160 h 612"/>
                <a:gd name="T4" fmla="*/ 116 w 180"/>
                <a:gd name="T5" fmla="*/ 227 h 612"/>
                <a:gd name="T6" fmla="*/ 180 w 180"/>
                <a:gd name="T7" fmla="*/ 307 h 612"/>
                <a:gd name="T8" fmla="*/ 18 w 180"/>
                <a:gd name="T9" fmla="*/ 612 h 612"/>
                <a:gd name="T10" fmla="*/ 0 w 180"/>
                <a:gd name="T11" fmla="*/ 548 h 612"/>
                <a:gd name="T12" fmla="*/ 0 w 180"/>
                <a:gd name="T13" fmla="*/ 548 h 612"/>
                <a:gd name="T14" fmla="*/ 9 w 180"/>
                <a:gd name="T15" fmla="*/ 483 h 612"/>
                <a:gd name="T16" fmla="*/ 16 w 180"/>
                <a:gd name="T17" fmla="*/ 411 h 612"/>
                <a:gd name="T18" fmla="*/ 25 w 180"/>
                <a:gd name="T19" fmla="*/ 327 h 612"/>
                <a:gd name="T20" fmla="*/ 30 w 180"/>
                <a:gd name="T21" fmla="*/ 235 h 612"/>
                <a:gd name="T22" fmla="*/ 34 w 180"/>
                <a:gd name="T23" fmla="*/ 144 h 612"/>
                <a:gd name="T24" fmla="*/ 34 w 180"/>
                <a:gd name="T25" fmla="*/ 102 h 612"/>
                <a:gd name="T26" fmla="*/ 32 w 180"/>
                <a:gd name="T27" fmla="*/ 63 h 612"/>
                <a:gd name="T28" fmla="*/ 29 w 180"/>
                <a:gd name="T29" fmla="*/ 30 h 612"/>
                <a:gd name="T30" fmla="*/ 23 w 180"/>
                <a:gd name="T31" fmla="*/ 0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612">
                  <a:moveTo>
                    <a:pt x="23" y="0"/>
                  </a:moveTo>
                  <a:lnTo>
                    <a:pt x="180" y="160"/>
                  </a:lnTo>
                  <a:lnTo>
                    <a:pt x="116" y="227"/>
                  </a:lnTo>
                  <a:lnTo>
                    <a:pt x="180" y="307"/>
                  </a:lnTo>
                  <a:lnTo>
                    <a:pt x="18" y="612"/>
                  </a:lnTo>
                  <a:lnTo>
                    <a:pt x="0" y="548"/>
                  </a:lnTo>
                  <a:lnTo>
                    <a:pt x="0" y="548"/>
                  </a:lnTo>
                  <a:lnTo>
                    <a:pt x="9" y="483"/>
                  </a:lnTo>
                  <a:lnTo>
                    <a:pt x="16" y="411"/>
                  </a:lnTo>
                  <a:lnTo>
                    <a:pt x="25" y="327"/>
                  </a:lnTo>
                  <a:lnTo>
                    <a:pt x="30" y="235"/>
                  </a:lnTo>
                  <a:lnTo>
                    <a:pt x="34" y="144"/>
                  </a:lnTo>
                  <a:lnTo>
                    <a:pt x="34" y="102"/>
                  </a:lnTo>
                  <a:lnTo>
                    <a:pt x="32" y="63"/>
                  </a:lnTo>
                  <a:lnTo>
                    <a:pt x="29" y="30"/>
                  </a:lnTo>
                  <a:lnTo>
                    <a:pt x="23" y="0"/>
                  </a:lnTo>
                  <a:close/>
                </a:path>
              </a:pathLst>
            </a:custGeom>
            <a:solidFill>
              <a:srgbClr val="5C5A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7" name="Freeform 178"/>
            <p:cNvSpPr>
              <a:spLocks/>
            </p:cNvSpPr>
            <p:nvPr/>
          </p:nvSpPr>
          <p:spPr bwMode="auto">
            <a:xfrm>
              <a:off x="9725026" y="2095500"/>
              <a:ext cx="285750" cy="971550"/>
            </a:xfrm>
            <a:custGeom>
              <a:avLst/>
              <a:gdLst>
                <a:gd name="T0" fmla="*/ 23 w 180"/>
                <a:gd name="T1" fmla="*/ 0 h 612"/>
                <a:gd name="T2" fmla="*/ 180 w 180"/>
                <a:gd name="T3" fmla="*/ 160 h 612"/>
                <a:gd name="T4" fmla="*/ 116 w 180"/>
                <a:gd name="T5" fmla="*/ 227 h 612"/>
                <a:gd name="T6" fmla="*/ 180 w 180"/>
                <a:gd name="T7" fmla="*/ 307 h 612"/>
                <a:gd name="T8" fmla="*/ 18 w 180"/>
                <a:gd name="T9" fmla="*/ 612 h 612"/>
                <a:gd name="T10" fmla="*/ 0 w 180"/>
                <a:gd name="T11" fmla="*/ 548 h 612"/>
                <a:gd name="T12" fmla="*/ 0 w 180"/>
                <a:gd name="T13" fmla="*/ 548 h 612"/>
                <a:gd name="T14" fmla="*/ 9 w 180"/>
                <a:gd name="T15" fmla="*/ 483 h 612"/>
                <a:gd name="T16" fmla="*/ 16 w 180"/>
                <a:gd name="T17" fmla="*/ 411 h 612"/>
                <a:gd name="T18" fmla="*/ 25 w 180"/>
                <a:gd name="T19" fmla="*/ 327 h 612"/>
                <a:gd name="T20" fmla="*/ 30 w 180"/>
                <a:gd name="T21" fmla="*/ 235 h 612"/>
                <a:gd name="T22" fmla="*/ 34 w 180"/>
                <a:gd name="T23" fmla="*/ 144 h 612"/>
                <a:gd name="T24" fmla="*/ 34 w 180"/>
                <a:gd name="T25" fmla="*/ 102 h 612"/>
                <a:gd name="T26" fmla="*/ 32 w 180"/>
                <a:gd name="T27" fmla="*/ 63 h 612"/>
                <a:gd name="T28" fmla="*/ 29 w 180"/>
                <a:gd name="T29" fmla="*/ 30 h 612"/>
                <a:gd name="T30" fmla="*/ 23 w 180"/>
                <a:gd name="T31" fmla="*/ 0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612">
                  <a:moveTo>
                    <a:pt x="23" y="0"/>
                  </a:moveTo>
                  <a:lnTo>
                    <a:pt x="180" y="160"/>
                  </a:lnTo>
                  <a:lnTo>
                    <a:pt x="116" y="227"/>
                  </a:lnTo>
                  <a:lnTo>
                    <a:pt x="180" y="307"/>
                  </a:lnTo>
                  <a:lnTo>
                    <a:pt x="18" y="612"/>
                  </a:lnTo>
                  <a:lnTo>
                    <a:pt x="0" y="548"/>
                  </a:lnTo>
                  <a:lnTo>
                    <a:pt x="0" y="548"/>
                  </a:lnTo>
                  <a:lnTo>
                    <a:pt x="9" y="483"/>
                  </a:lnTo>
                  <a:lnTo>
                    <a:pt x="16" y="411"/>
                  </a:lnTo>
                  <a:lnTo>
                    <a:pt x="25" y="327"/>
                  </a:lnTo>
                  <a:lnTo>
                    <a:pt x="30" y="235"/>
                  </a:lnTo>
                  <a:lnTo>
                    <a:pt x="34" y="144"/>
                  </a:lnTo>
                  <a:lnTo>
                    <a:pt x="34" y="102"/>
                  </a:lnTo>
                  <a:lnTo>
                    <a:pt x="32" y="63"/>
                  </a:lnTo>
                  <a:lnTo>
                    <a:pt x="29" y="30"/>
                  </a:lnTo>
                  <a:lnTo>
                    <a:pt x="2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8" name="Freeform 179"/>
            <p:cNvSpPr>
              <a:spLocks/>
            </p:cNvSpPr>
            <p:nvPr/>
          </p:nvSpPr>
          <p:spPr bwMode="auto">
            <a:xfrm>
              <a:off x="9402763" y="2243138"/>
              <a:ext cx="431800" cy="722313"/>
            </a:xfrm>
            <a:custGeom>
              <a:avLst/>
              <a:gdLst>
                <a:gd name="T0" fmla="*/ 112 w 272"/>
                <a:gd name="T1" fmla="*/ 109 h 455"/>
                <a:gd name="T2" fmla="*/ 170 w 272"/>
                <a:gd name="T3" fmla="*/ 172 h 455"/>
                <a:gd name="T4" fmla="*/ 186 w 272"/>
                <a:gd name="T5" fmla="*/ 95 h 455"/>
                <a:gd name="T6" fmla="*/ 233 w 272"/>
                <a:gd name="T7" fmla="*/ 0 h 455"/>
                <a:gd name="T8" fmla="*/ 272 w 272"/>
                <a:gd name="T9" fmla="*/ 63 h 455"/>
                <a:gd name="T10" fmla="*/ 205 w 272"/>
                <a:gd name="T11" fmla="*/ 455 h 455"/>
                <a:gd name="T12" fmla="*/ 205 w 272"/>
                <a:gd name="T13" fmla="*/ 455 h 455"/>
                <a:gd name="T14" fmla="*/ 181 w 272"/>
                <a:gd name="T15" fmla="*/ 399 h 455"/>
                <a:gd name="T16" fmla="*/ 121 w 272"/>
                <a:gd name="T17" fmla="*/ 267 h 455"/>
                <a:gd name="T18" fmla="*/ 86 w 272"/>
                <a:gd name="T19" fmla="*/ 193 h 455"/>
                <a:gd name="T20" fmla="*/ 52 w 272"/>
                <a:gd name="T21" fmla="*/ 125 h 455"/>
                <a:gd name="T22" fmla="*/ 22 w 272"/>
                <a:gd name="T23" fmla="*/ 67 h 455"/>
                <a:gd name="T24" fmla="*/ 10 w 272"/>
                <a:gd name="T25" fmla="*/ 46 h 455"/>
                <a:gd name="T26" fmla="*/ 0 w 272"/>
                <a:gd name="T27" fmla="*/ 30 h 455"/>
                <a:gd name="T28" fmla="*/ 112 w 272"/>
                <a:gd name="T29" fmla="*/ 109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2" h="455">
                  <a:moveTo>
                    <a:pt x="112" y="109"/>
                  </a:moveTo>
                  <a:lnTo>
                    <a:pt x="170" y="172"/>
                  </a:lnTo>
                  <a:lnTo>
                    <a:pt x="186" y="95"/>
                  </a:lnTo>
                  <a:lnTo>
                    <a:pt x="233" y="0"/>
                  </a:lnTo>
                  <a:lnTo>
                    <a:pt x="272" y="63"/>
                  </a:lnTo>
                  <a:lnTo>
                    <a:pt x="205" y="455"/>
                  </a:lnTo>
                  <a:lnTo>
                    <a:pt x="205" y="455"/>
                  </a:lnTo>
                  <a:lnTo>
                    <a:pt x="181" y="399"/>
                  </a:lnTo>
                  <a:lnTo>
                    <a:pt x="121" y="267"/>
                  </a:lnTo>
                  <a:lnTo>
                    <a:pt x="86" y="193"/>
                  </a:lnTo>
                  <a:lnTo>
                    <a:pt x="52" y="125"/>
                  </a:lnTo>
                  <a:lnTo>
                    <a:pt x="22" y="67"/>
                  </a:lnTo>
                  <a:lnTo>
                    <a:pt x="10" y="46"/>
                  </a:lnTo>
                  <a:lnTo>
                    <a:pt x="0" y="30"/>
                  </a:lnTo>
                  <a:lnTo>
                    <a:pt x="112" y="109"/>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9" name="Freeform 180"/>
            <p:cNvSpPr>
              <a:spLocks/>
            </p:cNvSpPr>
            <p:nvPr/>
          </p:nvSpPr>
          <p:spPr bwMode="auto">
            <a:xfrm>
              <a:off x="9253538" y="1985963"/>
              <a:ext cx="327025" cy="444500"/>
            </a:xfrm>
            <a:custGeom>
              <a:avLst/>
              <a:gdLst>
                <a:gd name="T0" fmla="*/ 41 w 206"/>
                <a:gd name="T1" fmla="*/ 30 h 280"/>
                <a:gd name="T2" fmla="*/ 0 w 206"/>
                <a:gd name="T3" fmla="*/ 280 h 280"/>
                <a:gd name="T4" fmla="*/ 104 w 206"/>
                <a:gd name="T5" fmla="*/ 227 h 280"/>
                <a:gd name="T6" fmla="*/ 206 w 206"/>
                <a:gd name="T7" fmla="*/ 271 h 280"/>
                <a:gd name="T8" fmla="*/ 94 w 206"/>
                <a:gd name="T9" fmla="*/ 0 h 280"/>
                <a:gd name="T10" fmla="*/ 41 w 206"/>
                <a:gd name="T11" fmla="*/ 30 h 280"/>
              </a:gdLst>
              <a:ahLst/>
              <a:cxnLst>
                <a:cxn ang="0">
                  <a:pos x="T0" y="T1"/>
                </a:cxn>
                <a:cxn ang="0">
                  <a:pos x="T2" y="T3"/>
                </a:cxn>
                <a:cxn ang="0">
                  <a:pos x="T4" y="T5"/>
                </a:cxn>
                <a:cxn ang="0">
                  <a:pos x="T6" y="T7"/>
                </a:cxn>
                <a:cxn ang="0">
                  <a:pos x="T8" y="T9"/>
                </a:cxn>
                <a:cxn ang="0">
                  <a:pos x="T10" y="T11"/>
                </a:cxn>
              </a:cxnLst>
              <a:rect l="0" t="0" r="r" b="b"/>
              <a:pathLst>
                <a:path w="206" h="280">
                  <a:moveTo>
                    <a:pt x="41" y="30"/>
                  </a:moveTo>
                  <a:lnTo>
                    <a:pt x="0" y="280"/>
                  </a:lnTo>
                  <a:lnTo>
                    <a:pt x="104" y="227"/>
                  </a:lnTo>
                  <a:lnTo>
                    <a:pt x="206" y="271"/>
                  </a:lnTo>
                  <a:lnTo>
                    <a:pt x="94" y="0"/>
                  </a:lnTo>
                  <a:lnTo>
                    <a:pt x="41" y="3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0" name="Freeform 181"/>
            <p:cNvSpPr>
              <a:spLocks/>
            </p:cNvSpPr>
            <p:nvPr/>
          </p:nvSpPr>
          <p:spPr bwMode="auto">
            <a:xfrm>
              <a:off x="9698038" y="2019300"/>
              <a:ext cx="198438" cy="393700"/>
            </a:xfrm>
            <a:custGeom>
              <a:avLst/>
              <a:gdLst>
                <a:gd name="T0" fmla="*/ 0 w 125"/>
                <a:gd name="T1" fmla="*/ 0 h 248"/>
                <a:gd name="T2" fmla="*/ 0 w 125"/>
                <a:gd name="T3" fmla="*/ 236 h 248"/>
                <a:gd name="T4" fmla="*/ 39 w 125"/>
                <a:gd name="T5" fmla="*/ 211 h 248"/>
                <a:gd name="T6" fmla="*/ 125 w 125"/>
                <a:gd name="T7" fmla="*/ 248 h 248"/>
                <a:gd name="T8" fmla="*/ 40 w 125"/>
                <a:gd name="T9" fmla="*/ 27 h 248"/>
                <a:gd name="T10" fmla="*/ 0 w 125"/>
                <a:gd name="T11" fmla="*/ 0 h 248"/>
              </a:gdLst>
              <a:ahLst/>
              <a:cxnLst>
                <a:cxn ang="0">
                  <a:pos x="T0" y="T1"/>
                </a:cxn>
                <a:cxn ang="0">
                  <a:pos x="T2" y="T3"/>
                </a:cxn>
                <a:cxn ang="0">
                  <a:pos x="T4" y="T5"/>
                </a:cxn>
                <a:cxn ang="0">
                  <a:pos x="T6" y="T7"/>
                </a:cxn>
                <a:cxn ang="0">
                  <a:pos x="T8" y="T9"/>
                </a:cxn>
                <a:cxn ang="0">
                  <a:pos x="T10" y="T11"/>
                </a:cxn>
              </a:cxnLst>
              <a:rect l="0" t="0" r="r" b="b"/>
              <a:pathLst>
                <a:path w="125" h="248">
                  <a:moveTo>
                    <a:pt x="0" y="0"/>
                  </a:moveTo>
                  <a:lnTo>
                    <a:pt x="0" y="236"/>
                  </a:lnTo>
                  <a:lnTo>
                    <a:pt x="39" y="211"/>
                  </a:lnTo>
                  <a:lnTo>
                    <a:pt x="125" y="248"/>
                  </a:lnTo>
                  <a:lnTo>
                    <a:pt x="40" y="27"/>
                  </a:lnTo>
                  <a:lnTo>
                    <a:pt x="0"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1" name="Freeform 182"/>
            <p:cNvSpPr>
              <a:spLocks/>
            </p:cNvSpPr>
            <p:nvPr/>
          </p:nvSpPr>
          <p:spPr bwMode="auto">
            <a:xfrm>
              <a:off x="10277476" y="923925"/>
              <a:ext cx="274638" cy="290513"/>
            </a:xfrm>
            <a:custGeom>
              <a:avLst/>
              <a:gdLst>
                <a:gd name="T0" fmla="*/ 173 w 173"/>
                <a:gd name="T1" fmla="*/ 175 h 183"/>
                <a:gd name="T2" fmla="*/ 173 w 173"/>
                <a:gd name="T3" fmla="*/ 175 h 183"/>
                <a:gd name="T4" fmla="*/ 171 w 173"/>
                <a:gd name="T5" fmla="*/ 163 h 183"/>
                <a:gd name="T6" fmla="*/ 164 w 173"/>
                <a:gd name="T7" fmla="*/ 132 h 183"/>
                <a:gd name="T8" fmla="*/ 159 w 173"/>
                <a:gd name="T9" fmla="*/ 114 h 183"/>
                <a:gd name="T10" fmla="*/ 152 w 173"/>
                <a:gd name="T11" fmla="*/ 98 h 183"/>
                <a:gd name="T12" fmla="*/ 145 w 173"/>
                <a:gd name="T13" fmla="*/ 82 h 183"/>
                <a:gd name="T14" fmla="*/ 136 w 173"/>
                <a:gd name="T15" fmla="*/ 72 h 183"/>
                <a:gd name="T16" fmla="*/ 136 w 173"/>
                <a:gd name="T17" fmla="*/ 72 h 183"/>
                <a:gd name="T18" fmla="*/ 122 w 173"/>
                <a:gd name="T19" fmla="*/ 63 h 183"/>
                <a:gd name="T20" fmla="*/ 104 w 173"/>
                <a:gd name="T21" fmla="*/ 51 h 183"/>
                <a:gd name="T22" fmla="*/ 60 w 173"/>
                <a:gd name="T23" fmla="*/ 28 h 183"/>
                <a:gd name="T24" fmla="*/ 2 w 173"/>
                <a:gd name="T25" fmla="*/ 0 h 183"/>
                <a:gd name="T26" fmla="*/ 2 w 173"/>
                <a:gd name="T27" fmla="*/ 0 h 183"/>
                <a:gd name="T28" fmla="*/ 2 w 173"/>
                <a:gd name="T29" fmla="*/ 1 h 183"/>
                <a:gd name="T30" fmla="*/ 0 w 173"/>
                <a:gd name="T31" fmla="*/ 10 h 183"/>
                <a:gd name="T32" fmla="*/ 2 w 173"/>
                <a:gd name="T33" fmla="*/ 21 h 183"/>
                <a:gd name="T34" fmla="*/ 6 w 173"/>
                <a:gd name="T35" fmla="*/ 26 h 183"/>
                <a:gd name="T36" fmla="*/ 9 w 173"/>
                <a:gd name="T37" fmla="*/ 31 h 183"/>
                <a:gd name="T38" fmla="*/ 9 w 173"/>
                <a:gd name="T39" fmla="*/ 31 h 183"/>
                <a:gd name="T40" fmla="*/ 27 w 173"/>
                <a:gd name="T41" fmla="*/ 47 h 183"/>
                <a:gd name="T42" fmla="*/ 55 w 173"/>
                <a:gd name="T43" fmla="*/ 67 h 183"/>
                <a:gd name="T44" fmla="*/ 83 w 173"/>
                <a:gd name="T45" fmla="*/ 89 h 183"/>
                <a:gd name="T46" fmla="*/ 94 w 173"/>
                <a:gd name="T47" fmla="*/ 100 h 183"/>
                <a:gd name="T48" fmla="*/ 99 w 173"/>
                <a:gd name="T49" fmla="*/ 109 h 183"/>
                <a:gd name="T50" fmla="*/ 99 w 173"/>
                <a:gd name="T51" fmla="*/ 109 h 183"/>
                <a:gd name="T52" fmla="*/ 106 w 173"/>
                <a:gd name="T53" fmla="*/ 126 h 183"/>
                <a:gd name="T54" fmla="*/ 108 w 173"/>
                <a:gd name="T55" fmla="*/ 142 h 183"/>
                <a:gd name="T56" fmla="*/ 109 w 173"/>
                <a:gd name="T57" fmla="*/ 160 h 183"/>
                <a:gd name="T58" fmla="*/ 109 w 173"/>
                <a:gd name="T59" fmla="*/ 160 h 183"/>
                <a:gd name="T60" fmla="*/ 115 w 173"/>
                <a:gd name="T61" fmla="*/ 165 h 183"/>
                <a:gd name="T62" fmla="*/ 120 w 173"/>
                <a:gd name="T63" fmla="*/ 170 h 183"/>
                <a:gd name="T64" fmla="*/ 127 w 173"/>
                <a:gd name="T65" fmla="*/ 175 h 183"/>
                <a:gd name="T66" fmla="*/ 136 w 173"/>
                <a:gd name="T67" fmla="*/ 179 h 183"/>
                <a:gd name="T68" fmla="*/ 146 w 173"/>
                <a:gd name="T69" fmla="*/ 183 h 183"/>
                <a:gd name="T70" fmla="*/ 159 w 173"/>
                <a:gd name="T71" fmla="*/ 181 h 183"/>
                <a:gd name="T72" fmla="*/ 166 w 173"/>
                <a:gd name="T73" fmla="*/ 179 h 183"/>
                <a:gd name="T74" fmla="*/ 173 w 173"/>
                <a:gd name="T75" fmla="*/ 17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3" h="183">
                  <a:moveTo>
                    <a:pt x="173" y="175"/>
                  </a:moveTo>
                  <a:lnTo>
                    <a:pt x="173" y="175"/>
                  </a:lnTo>
                  <a:lnTo>
                    <a:pt x="171" y="163"/>
                  </a:lnTo>
                  <a:lnTo>
                    <a:pt x="164" y="132"/>
                  </a:lnTo>
                  <a:lnTo>
                    <a:pt x="159" y="114"/>
                  </a:lnTo>
                  <a:lnTo>
                    <a:pt x="152" y="98"/>
                  </a:lnTo>
                  <a:lnTo>
                    <a:pt x="145" y="82"/>
                  </a:lnTo>
                  <a:lnTo>
                    <a:pt x="136" y="72"/>
                  </a:lnTo>
                  <a:lnTo>
                    <a:pt x="136" y="72"/>
                  </a:lnTo>
                  <a:lnTo>
                    <a:pt x="122" y="63"/>
                  </a:lnTo>
                  <a:lnTo>
                    <a:pt x="104" y="51"/>
                  </a:lnTo>
                  <a:lnTo>
                    <a:pt x="60" y="28"/>
                  </a:lnTo>
                  <a:lnTo>
                    <a:pt x="2" y="0"/>
                  </a:lnTo>
                  <a:lnTo>
                    <a:pt x="2" y="0"/>
                  </a:lnTo>
                  <a:lnTo>
                    <a:pt x="2" y="1"/>
                  </a:lnTo>
                  <a:lnTo>
                    <a:pt x="0" y="10"/>
                  </a:lnTo>
                  <a:lnTo>
                    <a:pt x="2" y="21"/>
                  </a:lnTo>
                  <a:lnTo>
                    <a:pt x="6" y="26"/>
                  </a:lnTo>
                  <a:lnTo>
                    <a:pt x="9" y="31"/>
                  </a:lnTo>
                  <a:lnTo>
                    <a:pt x="9" y="31"/>
                  </a:lnTo>
                  <a:lnTo>
                    <a:pt x="27" y="47"/>
                  </a:lnTo>
                  <a:lnTo>
                    <a:pt x="55" y="67"/>
                  </a:lnTo>
                  <a:lnTo>
                    <a:pt x="83" y="89"/>
                  </a:lnTo>
                  <a:lnTo>
                    <a:pt x="94" y="100"/>
                  </a:lnTo>
                  <a:lnTo>
                    <a:pt x="99" y="109"/>
                  </a:lnTo>
                  <a:lnTo>
                    <a:pt x="99" y="109"/>
                  </a:lnTo>
                  <a:lnTo>
                    <a:pt x="106" y="126"/>
                  </a:lnTo>
                  <a:lnTo>
                    <a:pt x="108" y="142"/>
                  </a:lnTo>
                  <a:lnTo>
                    <a:pt x="109" y="160"/>
                  </a:lnTo>
                  <a:lnTo>
                    <a:pt x="109" y="160"/>
                  </a:lnTo>
                  <a:lnTo>
                    <a:pt x="115" y="165"/>
                  </a:lnTo>
                  <a:lnTo>
                    <a:pt x="120" y="170"/>
                  </a:lnTo>
                  <a:lnTo>
                    <a:pt x="127" y="175"/>
                  </a:lnTo>
                  <a:lnTo>
                    <a:pt x="136" y="179"/>
                  </a:lnTo>
                  <a:lnTo>
                    <a:pt x="146" y="183"/>
                  </a:lnTo>
                  <a:lnTo>
                    <a:pt x="159" y="181"/>
                  </a:lnTo>
                  <a:lnTo>
                    <a:pt x="166" y="179"/>
                  </a:lnTo>
                  <a:lnTo>
                    <a:pt x="173" y="175"/>
                  </a:lnTo>
                  <a:close/>
                </a:path>
              </a:pathLst>
            </a:custGeom>
            <a:solidFill>
              <a:srgbClr val="F7D9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2" name="Freeform 183"/>
            <p:cNvSpPr>
              <a:spLocks/>
            </p:cNvSpPr>
            <p:nvPr/>
          </p:nvSpPr>
          <p:spPr bwMode="auto">
            <a:xfrm>
              <a:off x="10277476" y="923925"/>
              <a:ext cx="274638" cy="290513"/>
            </a:xfrm>
            <a:custGeom>
              <a:avLst/>
              <a:gdLst>
                <a:gd name="T0" fmla="*/ 173 w 173"/>
                <a:gd name="T1" fmla="*/ 175 h 183"/>
                <a:gd name="T2" fmla="*/ 173 w 173"/>
                <a:gd name="T3" fmla="*/ 175 h 183"/>
                <a:gd name="T4" fmla="*/ 171 w 173"/>
                <a:gd name="T5" fmla="*/ 163 h 183"/>
                <a:gd name="T6" fmla="*/ 164 w 173"/>
                <a:gd name="T7" fmla="*/ 132 h 183"/>
                <a:gd name="T8" fmla="*/ 159 w 173"/>
                <a:gd name="T9" fmla="*/ 114 h 183"/>
                <a:gd name="T10" fmla="*/ 152 w 173"/>
                <a:gd name="T11" fmla="*/ 98 h 183"/>
                <a:gd name="T12" fmla="*/ 145 w 173"/>
                <a:gd name="T13" fmla="*/ 82 h 183"/>
                <a:gd name="T14" fmla="*/ 136 w 173"/>
                <a:gd name="T15" fmla="*/ 72 h 183"/>
                <a:gd name="T16" fmla="*/ 136 w 173"/>
                <a:gd name="T17" fmla="*/ 72 h 183"/>
                <a:gd name="T18" fmla="*/ 122 w 173"/>
                <a:gd name="T19" fmla="*/ 63 h 183"/>
                <a:gd name="T20" fmla="*/ 104 w 173"/>
                <a:gd name="T21" fmla="*/ 51 h 183"/>
                <a:gd name="T22" fmla="*/ 60 w 173"/>
                <a:gd name="T23" fmla="*/ 28 h 183"/>
                <a:gd name="T24" fmla="*/ 2 w 173"/>
                <a:gd name="T25" fmla="*/ 0 h 183"/>
                <a:gd name="T26" fmla="*/ 2 w 173"/>
                <a:gd name="T27" fmla="*/ 0 h 183"/>
                <a:gd name="T28" fmla="*/ 2 w 173"/>
                <a:gd name="T29" fmla="*/ 1 h 183"/>
                <a:gd name="T30" fmla="*/ 0 w 173"/>
                <a:gd name="T31" fmla="*/ 10 h 183"/>
                <a:gd name="T32" fmla="*/ 2 w 173"/>
                <a:gd name="T33" fmla="*/ 21 h 183"/>
                <a:gd name="T34" fmla="*/ 6 w 173"/>
                <a:gd name="T35" fmla="*/ 26 h 183"/>
                <a:gd name="T36" fmla="*/ 9 w 173"/>
                <a:gd name="T37" fmla="*/ 31 h 183"/>
                <a:gd name="T38" fmla="*/ 9 w 173"/>
                <a:gd name="T39" fmla="*/ 31 h 183"/>
                <a:gd name="T40" fmla="*/ 27 w 173"/>
                <a:gd name="T41" fmla="*/ 47 h 183"/>
                <a:gd name="T42" fmla="*/ 55 w 173"/>
                <a:gd name="T43" fmla="*/ 67 h 183"/>
                <a:gd name="T44" fmla="*/ 83 w 173"/>
                <a:gd name="T45" fmla="*/ 89 h 183"/>
                <a:gd name="T46" fmla="*/ 94 w 173"/>
                <a:gd name="T47" fmla="*/ 100 h 183"/>
                <a:gd name="T48" fmla="*/ 99 w 173"/>
                <a:gd name="T49" fmla="*/ 109 h 183"/>
                <a:gd name="T50" fmla="*/ 99 w 173"/>
                <a:gd name="T51" fmla="*/ 109 h 183"/>
                <a:gd name="T52" fmla="*/ 106 w 173"/>
                <a:gd name="T53" fmla="*/ 126 h 183"/>
                <a:gd name="T54" fmla="*/ 108 w 173"/>
                <a:gd name="T55" fmla="*/ 142 h 183"/>
                <a:gd name="T56" fmla="*/ 109 w 173"/>
                <a:gd name="T57" fmla="*/ 160 h 183"/>
                <a:gd name="T58" fmla="*/ 109 w 173"/>
                <a:gd name="T59" fmla="*/ 160 h 183"/>
                <a:gd name="T60" fmla="*/ 115 w 173"/>
                <a:gd name="T61" fmla="*/ 165 h 183"/>
                <a:gd name="T62" fmla="*/ 120 w 173"/>
                <a:gd name="T63" fmla="*/ 170 h 183"/>
                <a:gd name="T64" fmla="*/ 127 w 173"/>
                <a:gd name="T65" fmla="*/ 175 h 183"/>
                <a:gd name="T66" fmla="*/ 136 w 173"/>
                <a:gd name="T67" fmla="*/ 179 h 183"/>
                <a:gd name="T68" fmla="*/ 146 w 173"/>
                <a:gd name="T69" fmla="*/ 183 h 183"/>
                <a:gd name="T70" fmla="*/ 159 w 173"/>
                <a:gd name="T71" fmla="*/ 181 h 183"/>
                <a:gd name="T72" fmla="*/ 166 w 173"/>
                <a:gd name="T73" fmla="*/ 179 h 183"/>
                <a:gd name="T74" fmla="*/ 173 w 173"/>
                <a:gd name="T75" fmla="*/ 17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3" h="183">
                  <a:moveTo>
                    <a:pt x="173" y="175"/>
                  </a:moveTo>
                  <a:lnTo>
                    <a:pt x="173" y="175"/>
                  </a:lnTo>
                  <a:lnTo>
                    <a:pt x="171" y="163"/>
                  </a:lnTo>
                  <a:lnTo>
                    <a:pt x="164" y="132"/>
                  </a:lnTo>
                  <a:lnTo>
                    <a:pt x="159" y="114"/>
                  </a:lnTo>
                  <a:lnTo>
                    <a:pt x="152" y="98"/>
                  </a:lnTo>
                  <a:lnTo>
                    <a:pt x="145" y="82"/>
                  </a:lnTo>
                  <a:lnTo>
                    <a:pt x="136" y="72"/>
                  </a:lnTo>
                  <a:lnTo>
                    <a:pt x="136" y="72"/>
                  </a:lnTo>
                  <a:lnTo>
                    <a:pt x="122" y="63"/>
                  </a:lnTo>
                  <a:lnTo>
                    <a:pt x="104" y="51"/>
                  </a:lnTo>
                  <a:lnTo>
                    <a:pt x="60" y="28"/>
                  </a:lnTo>
                  <a:lnTo>
                    <a:pt x="2" y="0"/>
                  </a:lnTo>
                  <a:lnTo>
                    <a:pt x="2" y="0"/>
                  </a:lnTo>
                  <a:lnTo>
                    <a:pt x="2" y="1"/>
                  </a:lnTo>
                  <a:lnTo>
                    <a:pt x="0" y="10"/>
                  </a:lnTo>
                  <a:lnTo>
                    <a:pt x="2" y="21"/>
                  </a:lnTo>
                  <a:lnTo>
                    <a:pt x="6" y="26"/>
                  </a:lnTo>
                  <a:lnTo>
                    <a:pt x="9" y="31"/>
                  </a:lnTo>
                  <a:lnTo>
                    <a:pt x="9" y="31"/>
                  </a:lnTo>
                  <a:lnTo>
                    <a:pt x="27" y="47"/>
                  </a:lnTo>
                  <a:lnTo>
                    <a:pt x="55" y="67"/>
                  </a:lnTo>
                  <a:lnTo>
                    <a:pt x="83" y="89"/>
                  </a:lnTo>
                  <a:lnTo>
                    <a:pt x="94" y="100"/>
                  </a:lnTo>
                  <a:lnTo>
                    <a:pt x="99" y="109"/>
                  </a:lnTo>
                  <a:lnTo>
                    <a:pt x="99" y="109"/>
                  </a:lnTo>
                  <a:lnTo>
                    <a:pt x="106" y="126"/>
                  </a:lnTo>
                  <a:lnTo>
                    <a:pt x="108" y="142"/>
                  </a:lnTo>
                  <a:lnTo>
                    <a:pt x="109" y="160"/>
                  </a:lnTo>
                  <a:lnTo>
                    <a:pt x="109" y="160"/>
                  </a:lnTo>
                  <a:lnTo>
                    <a:pt x="115" y="165"/>
                  </a:lnTo>
                  <a:lnTo>
                    <a:pt x="120" y="170"/>
                  </a:lnTo>
                  <a:lnTo>
                    <a:pt x="127" y="175"/>
                  </a:lnTo>
                  <a:lnTo>
                    <a:pt x="136" y="179"/>
                  </a:lnTo>
                  <a:lnTo>
                    <a:pt x="146" y="183"/>
                  </a:lnTo>
                  <a:lnTo>
                    <a:pt x="159" y="181"/>
                  </a:lnTo>
                  <a:lnTo>
                    <a:pt x="166" y="179"/>
                  </a:lnTo>
                  <a:lnTo>
                    <a:pt x="173" y="17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3" name="Freeform 184"/>
            <p:cNvSpPr>
              <a:spLocks/>
            </p:cNvSpPr>
            <p:nvPr/>
          </p:nvSpPr>
          <p:spPr bwMode="auto">
            <a:xfrm>
              <a:off x="10264776" y="1023938"/>
              <a:ext cx="336550" cy="622300"/>
            </a:xfrm>
            <a:custGeom>
              <a:avLst/>
              <a:gdLst>
                <a:gd name="T0" fmla="*/ 47 w 212"/>
                <a:gd name="T1" fmla="*/ 53 h 392"/>
                <a:gd name="T2" fmla="*/ 47 w 212"/>
                <a:gd name="T3" fmla="*/ 53 h 392"/>
                <a:gd name="T4" fmla="*/ 44 w 212"/>
                <a:gd name="T5" fmla="*/ 39 h 392"/>
                <a:gd name="T6" fmla="*/ 38 w 212"/>
                <a:gd name="T7" fmla="*/ 28 h 392"/>
                <a:gd name="T8" fmla="*/ 31 w 212"/>
                <a:gd name="T9" fmla="*/ 18 h 392"/>
                <a:gd name="T10" fmla="*/ 23 w 212"/>
                <a:gd name="T11" fmla="*/ 9 h 392"/>
                <a:gd name="T12" fmla="*/ 14 w 212"/>
                <a:gd name="T13" fmla="*/ 4 h 392"/>
                <a:gd name="T14" fmla="*/ 7 w 212"/>
                <a:gd name="T15" fmla="*/ 0 h 392"/>
                <a:gd name="T16" fmla="*/ 3 w 212"/>
                <a:gd name="T17" fmla="*/ 2 h 392"/>
                <a:gd name="T18" fmla="*/ 1 w 212"/>
                <a:gd name="T19" fmla="*/ 2 h 392"/>
                <a:gd name="T20" fmla="*/ 0 w 212"/>
                <a:gd name="T21" fmla="*/ 5 h 392"/>
                <a:gd name="T22" fmla="*/ 0 w 212"/>
                <a:gd name="T23" fmla="*/ 9 h 392"/>
                <a:gd name="T24" fmla="*/ 0 w 212"/>
                <a:gd name="T25" fmla="*/ 9 h 392"/>
                <a:gd name="T26" fmla="*/ 0 w 212"/>
                <a:gd name="T27" fmla="*/ 19 h 392"/>
                <a:gd name="T28" fmla="*/ 3 w 212"/>
                <a:gd name="T29" fmla="*/ 30 h 392"/>
                <a:gd name="T30" fmla="*/ 12 w 212"/>
                <a:gd name="T31" fmla="*/ 56 h 392"/>
                <a:gd name="T32" fmla="*/ 19 w 212"/>
                <a:gd name="T33" fmla="*/ 84 h 392"/>
                <a:gd name="T34" fmla="*/ 23 w 212"/>
                <a:gd name="T35" fmla="*/ 98 h 392"/>
                <a:gd name="T36" fmla="*/ 24 w 212"/>
                <a:gd name="T37" fmla="*/ 112 h 392"/>
                <a:gd name="T38" fmla="*/ 24 w 212"/>
                <a:gd name="T39" fmla="*/ 112 h 392"/>
                <a:gd name="T40" fmla="*/ 24 w 212"/>
                <a:gd name="T41" fmla="*/ 149 h 392"/>
                <a:gd name="T42" fmla="*/ 26 w 212"/>
                <a:gd name="T43" fmla="*/ 170 h 392"/>
                <a:gd name="T44" fmla="*/ 30 w 212"/>
                <a:gd name="T45" fmla="*/ 192 h 392"/>
                <a:gd name="T46" fmla="*/ 33 w 212"/>
                <a:gd name="T47" fmla="*/ 213 h 392"/>
                <a:gd name="T48" fmla="*/ 40 w 212"/>
                <a:gd name="T49" fmla="*/ 232 h 392"/>
                <a:gd name="T50" fmla="*/ 49 w 212"/>
                <a:gd name="T51" fmla="*/ 250 h 392"/>
                <a:gd name="T52" fmla="*/ 54 w 212"/>
                <a:gd name="T53" fmla="*/ 257 h 392"/>
                <a:gd name="T54" fmla="*/ 61 w 212"/>
                <a:gd name="T55" fmla="*/ 264 h 392"/>
                <a:gd name="T56" fmla="*/ 61 w 212"/>
                <a:gd name="T57" fmla="*/ 264 h 392"/>
                <a:gd name="T58" fmla="*/ 68 w 212"/>
                <a:gd name="T59" fmla="*/ 269 h 392"/>
                <a:gd name="T60" fmla="*/ 73 w 212"/>
                <a:gd name="T61" fmla="*/ 276 h 392"/>
                <a:gd name="T62" fmla="*/ 82 w 212"/>
                <a:gd name="T63" fmla="*/ 292 h 392"/>
                <a:gd name="T64" fmla="*/ 88 w 212"/>
                <a:gd name="T65" fmla="*/ 308 h 392"/>
                <a:gd name="T66" fmla="*/ 91 w 212"/>
                <a:gd name="T67" fmla="*/ 325 h 392"/>
                <a:gd name="T68" fmla="*/ 93 w 212"/>
                <a:gd name="T69" fmla="*/ 343 h 392"/>
                <a:gd name="T70" fmla="*/ 95 w 212"/>
                <a:gd name="T71" fmla="*/ 359 h 392"/>
                <a:gd name="T72" fmla="*/ 95 w 212"/>
                <a:gd name="T73" fmla="*/ 381 h 392"/>
                <a:gd name="T74" fmla="*/ 95 w 212"/>
                <a:gd name="T75" fmla="*/ 381 h 392"/>
                <a:gd name="T76" fmla="*/ 105 w 212"/>
                <a:gd name="T77" fmla="*/ 387 h 392"/>
                <a:gd name="T78" fmla="*/ 117 w 212"/>
                <a:gd name="T79" fmla="*/ 390 h 392"/>
                <a:gd name="T80" fmla="*/ 133 w 212"/>
                <a:gd name="T81" fmla="*/ 392 h 392"/>
                <a:gd name="T82" fmla="*/ 151 w 212"/>
                <a:gd name="T83" fmla="*/ 392 h 392"/>
                <a:gd name="T84" fmla="*/ 160 w 212"/>
                <a:gd name="T85" fmla="*/ 390 h 392"/>
                <a:gd name="T86" fmla="*/ 168 w 212"/>
                <a:gd name="T87" fmla="*/ 388 h 392"/>
                <a:gd name="T88" fmla="*/ 179 w 212"/>
                <a:gd name="T89" fmla="*/ 385 h 392"/>
                <a:gd name="T90" fmla="*/ 189 w 212"/>
                <a:gd name="T91" fmla="*/ 380 h 392"/>
                <a:gd name="T92" fmla="*/ 198 w 212"/>
                <a:gd name="T93" fmla="*/ 373 h 392"/>
                <a:gd name="T94" fmla="*/ 207 w 212"/>
                <a:gd name="T95" fmla="*/ 366 h 392"/>
                <a:gd name="T96" fmla="*/ 212 w 212"/>
                <a:gd name="T97" fmla="*/ 274 h 392"/>
                <a:gd name="T98" fmla="*/ 212 w 212"/>
                <a:gd name="T99" fmla="*/ 274 h 392"/>
                <a:gd name="T100" fmla="*/ 188 w 212"/>
                <a:gd name="T101" fmla="*/ 243 h 392"/>
                <a:gd name="T102" fmla="*/ 131 w 212"/>
                <a:gd name="T103" fmla="*/ 174 h 392"/>
                <a:gd name="T104" fmla="*/ 102 w 212"/>
                <a:gd name="T105" fmla="*/ 135 h 392"/>
                <a:gd name="T106" fmla="*/ 75 w 212"/>
                <a:gd name="T107" fmla="*/ 98 h 392"/>
                <a:gd name="T108" fmla="*/ 56 w 212"/>
                <a:gd name="T109" fmla="*/ 70 h 392"/>
                <a:gd name="T110" fmla="*/ 51 w 212"/>
                <a:gd name="T111" fmla="*/ 60 h 392"/>
                <a:gd name="T112" fmla="*/ 47 w 212"/>
                <a:gd name="T113" fmla="*/ 53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2" h="392">
                  <a:moveTo>
                    <a:pt x="47" y="53"/>
                  </a:moveTo>
                  <a:lnTo>
                    <a:pt x="47" y="53"/>
                  </a:lnTo>
                  <a:lnTo>
                    <a:pt x="44" y="39"/>
                  </a:lnTo>
                  <a:lnTo>
                    <a:pt x="38" y="28"/>
                  </a:lnTo>
                  <a:lnTo>
                    <a:pt x="31" y="18"/>
                  </a:lnTo>
                  <a:lnTo>
                    <a:pt x="23" y="9"/>
                  </a:lnTo>
                  <a:lnTo>
                    <a:pt x="14" y="4"/>
                  </a:lnTo>
                  <a:lnTo>
                    <a:pt x="7" y="0"/>
                  </a:lnTo>
                  <a:lnTo>
                    <a:pt x="3" y="2"/>
                  </a:lnTo>
                  <a:lnTo>
                    <a:pt x="1" y="2"/>
                  </a:lnTo>
                  <a:lnTo>
                    <a:pt x="0" y="5"/>
                  </a:lnTo>
                  <a:lnTo>
                    <a:pt x="0" y="9"/>
                  </a:lnTo>
                  <a:lnTo>
                    <a:pt x="0" y="9"/>
                  </a:lnTo>
                  <a:lnTo>
                    <a:pt x="0" y="19"/>
                  </a:lnTo>
                  <a:lnTo>
                    <a:pt x="3" y="30"/>
                  </a:lnTo>
                  <a:lnTo>
                    <a:pt x="12" y="56"/>
                  </a:lnTo>
                  <a:lnTo>
                    <a:pt x="19" y="84"/>
                  </a:lnTo>
                  <a:lnTo>
                    <a:pt x="23" y="98"/>
                  </a:lnTo>
                  <a:lnTo>
                    <a:pt x="24" y="112"/>
                  </a:lnTo>
                  <a:lnTo>
                    <a:pt x="24" y="112"/>
                  </a:lnTo>
                  <a:lnTo>
                    <a:pt x="24" y="149"/>
                  </a:lnTo>
                  <a:lnTo>
                    <a:pt x="26" y="170"/>
                  </a:lnTo>
                  <a:lnTo>
                    <a:pt x="30" y="192"/>
                  </a:lnTo>
                  <a:lnTo>
                    <a:pt x="33" y="213"/>
                  </a:lnTo>
                  <a:lnTo>
                    <a:pt x="40" y="232"/>
                  </a:lnTo>
                  <a:lnTo>
                    <a:pt x="49" y="250"/>
                  </a:lnTo>
                  <a:lnTo>
                    <a:pt x="54" y="257"/>
                  </a:lnTo>
                  <a:lnTo>
                    <a:pt x="61" y="264"/>
                  </a:lnTo>
                  <a:lnTo>
                    <a:pt x="61" y="264"/>
                  </a:lnTo>
                  <a:lnTo>
                    <a:pt x="68" y="269"/>
                  </a:lnTo>
                  <a:lnTo>
                    <a:pt x="73" y="276"/>
                  </a:lnTo>
                  <a:lnTo>
                    <a:pt x="82" y="292"/>
                  </a:lnTo>
                  <a:lnTo>
                    <a:pt x="88" y="308"/>
                  </a:lnTo>
                  <a:lnTo>
                    <a:pt x="91" y="325"/>
                  </a:lnTo>
                  <a:lnTo>
                    <a:pt x="93" y="343"/>
                  </a:lnTo>
                  <a:lnTo>
                    <a:pt x="95" y="359"/>
                  </a:lnTo>
                  <a:lnTo>
                    <a:pt x="95" y="381"/>
                  </a:lnTo>
                  <a:lnTo>
                    <a:pt x="95" y="381"/>
                  </a:lnTo>
                  <a:lnTo>
                    <a:pt x="105" y="387"/>
                  </a:lnTo>
                  <a:lnTo>
                    <a:pt x="117" y="390"/>
                  </a:lnTo>
                  <a:lnTo>
                    <a:pt x="133" y="392"/>
                  </a:lnTo>
                  <a:lnTo>
                    <a:pt x="151" y="392"/>
                  </a:lnTo>
                  <a:lnTo>
                    <a:pt x="160" y="390"/>
                  </a:lnTo>
                  <a:lnTo>
                    <a:pt x="168" y="388"/>
                  </a:lnTo>
                  <a:lnTo>
                    <a:pt x="179" y="385"/>
                  </a:lnTo>
                  <a:lnTo>
                    <a:pt x="189" y="380"/>
                  </a:lnTo>
                  <a:lnTo>
                    <a:pt x="198" y="373"/>
                  </a:lnTo>
                  <a:lnTo>
                    <a:pt x="207" y="366"/>
                  </a:lnTo>
                  <a:lnTo>
                    <a:pt x="212" y="274"/>
                  </a:lnTo>
                  <a:lnTo>
                    <a:pt x="212" y="274"/>
                  </a:lnTo>
                  <a:lnTo>
                    <a:pt x="188" y="243"/>
                  </a:lnTo>
                  <a:lnTo>
                    <a:pt x="131" y="174"/>
                  </a:lnTo>
                  <a:lnTo>
                    <a:pt x="102" y="135"/>
                  </a:lnTo>
                  <a:lnTo>
                    <a:pt x="75" y="98"/>
                  </a:lnTo>
                  <a:lnTo>
                    <a:pt x="56" y="70"/>
                  </a:lnTo>
                  <a:lnTo>
                    <a:pt x="51" y="60"/>
                  </a:lnTo>
                  <a:lnTo>
                    <a:pt x="47" y="53"/>
                  </a:lnTo>
                  <a:close/>
                </a:path>
              </a:pathLst>
            </a:custGeom>
            <a:solidFill>
              <a:srgbClr val="F2D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4" name="Freeform 185"/>
            <p:cNvSpPr>
              <a:spLocks/>
            </p:cNvSpPr>
            <p:nvPr/>
          </p:nvSpPr>
          <p:spPr bwMode="auto">
            <a:xfrm>
              <a:off x="10264776" y="1023938"/>
              <a:ext cx="336550" cy="622300"/>
            </a:xfrm>
            <a:custGeom>
              <a:avLst/>
              <a:gdLst>
                <a:gd name="T0" fmla="*/ 47 w 212"/>
                <a:gd name="T1" fmla="*/ 53 h 392"/>
                <a:gd name="T2" fmla="*/ 47 w 212"/>
                <a:gd name="T3" fmla="*/ 53 h 392"/>
                <a:gd name="T4" fmla="*/ 44 w 212"/>
                <a:gd name="T5" fmla="*/ 39 h 392"/>
                <a:gd name="T6" fmla="*/ 38 w 212"/>
                <a:gd name="T7" fmla="*/ 28 h 392"/>
                <a:gd name="T8" fmla="*/ 31 w 212"/>
                <a:gd name="T9" fmla="*/ 18 h 392"/>
                <a:gd name="T10" fmla="*/ 23 w 212"/>
                <a:gd name="T11" fmla="*/ 9 h 392"/>
                <a:gd name="T12" fmla="*/ 14 w 212"/>
                <a:gd name="T13" fmla="*/ 4 h 392"/>
                <a:gd name="T14" fmla="*/ 7 w 212"/>
                <a:gd name="T15" fmla="*/ 0 h 392"/>
                <a:gd name="T16" fmla="*/ 3 w 212"/>
                <a:gd name="T17" fmla="*/ 2 h 392"/>
                <a:gd name="T18" fmla="*/ 1 w 212"/>
                <a:gd name="T19" fmla="*/ 2 h 392"/>
                <a:gd name="T20" fmla="*/ 0 w 212"/>
                <a:gd name="T21" fmla="*/ 5 h 392"/>
                <a:gd name="T22" fmla="*/ 0 w 212"/>
                <a:gd name="T23" fmla="*/ 9 h 392"/>
                <a:gd name="T24" fmla="*/ 0 w 212"/>
                <a:gd name="T25" fmla="*/ 9 h 392"/>
                <a:gd name="T26" fmla="*/ 0 w 212"/>
                <a:gd name="T27" fmla="*/ 19 h 392"/>
                <a:gd name="T28" fmla="*/ 3 w 212"/>
                <a:gd name="T29" fmla="*/ 30 h 392"/>
                <a:gd name="T30" fmla="*/ 12 w 212"/>
                <a:gd name="T31" fmla="*/ 56 h 392"/>
                <a:gd name="T32" fmla="*/ 19 w 212"/>
                <a:gd name="T33" fmla="*/ 84 h 392"/>
                <a:gd name="T34" fmla="*/ 23 w 212"/>
                <a:gd name="T35" fmla="*/ 98 h 392"/>
                <a:gd name="T36" fmla="*/ 24 w 212"/>
                <a:gd name="T37" fmla="*/ 112 h 392"/>
                <a:gd name="T38" fmla="*/ 24 w 212"/>
                <a:gd name="T39" fmla="*/ 112 h 392"/>
                <a:gd name="T40" fmla="*/ 24 w 212"/>
                <a:gd name="T41" fmla="*/ 149 h 392"/>
                <a:gd name="T42" fmla="*/ 26 w 212"/>
                <a:gd name="T43" fmla="*/ 170 h 392"/>
                <a:gd name="T44" fmla="*/ 30 w 212"/>
                <a:gd name="T45" fmla="*/ 192 h 392"/>
                <a:gd name="T46" fmla="*/ 33 w 212"/>
                <a:gd name="T47" fmla="*/ 213 h 392"/>
                <a:gd name="T48" fmla="*/ 40 w 212"/>
                <a:gd name="T49" fmla="*/ 232 h 392"/>
                <a:gd name="T50" fmla="*/ 49 w 212"/>
                <a:gd name="T51" fmla="*/ 250 h 392"/>
                <a:gd name="T52" fmla="*/ 54 w 212"/>
                <a:gd name="T53" fmla="*/ 257 h 392"/>
                <a:gd name="T54" fmla="*/ 61 w 212"/>
                <a:gd name="T55" fmla="*/ 264 h 392"/>
                <a:gd name="T56" fmla="*/ 61 w 212"/>
                <a:gd name="T57" fmla="*/ 264 h 392"/>
                <a:gd name="T58" fmla="*/ 68 w 212"/>
                <a:gd name="T59" fmla="*/ 269 h 392"/>
                <a:gd name="T60" fmla="*/ 73 w 212"/>
                <a:gd name="T61" fmla="*/ 276 h 392"/>
                <a:gd name="T62" fmla="*/ 82 w 212"/>
                <a:gd name="T63" fmla="*/ 292 h 392"/>
                <a:gd name="T64" fmla="*/ 88 w 212"/>
                <a:gd name="T65" fmla="*/ 308 h 392"/>
                <a:gd name="T66" fmla="*/ 91 w 212"/>
                <a:gd name="T67" fmla="*/ 325 h 392"/>
                <a:gd name="T68" fmla="*/ 93 w 212"/>
                <a:gd name="T69" fmla="*/ 343 h 392"/>
                <a:gd name="T70" fmla="*/ 95 w 212"/>
                <a:gd name="T71" fmla="*/ 359 h 392"/>
                <a:gd name="T72" fmla="*/ 95 w 212"/>
                <a:gd name="T73" fmla="*/ 381 h 392"/>
                <a:gd name="T74" fmla="*/ 95 w 212"/>
                <a:gd name="T75" fmla="*/ 381 h 392"/>
                <a:gd name="T76" fmla="*/ 105 w 212"/>
                <a:gd name="T77" fmla="*/ 387 h 392"/>
                <a:gd name="T78" fmla="*/ 117 w 212"/>
                <a:gd name="T79" fmla="*/ 390 h 392"/>
                <a:gd name="T80" fmla="*/ 133 w 212"/>
                <a:gd name="T81" fmla="*/ 392 h 392"/>
                <a:gd name="T82" fmla="*/ 151 w 212"/>
                <a:gd name="T83" fmla="*/ 392 h 392"/>
                <a:gd name="T84" fmla="*/ 160 w 212"/>
                <a:gd name="T85" fmla="*/ 390 h 392"/>
                <a:gd name="T86" fmla="*/ 168 w 212"/>
                <a:gd name="T87" fmla="*/ 388 h 392"/>
                <a:gd name="T88" fmla="*/ 179 w 212"/>
                <a:gd name="T89" fmla="*/ 385 h 392"/>
                <a:gd name="T90" fmla="*/ 189 w 212"/>
                <a:gd name="T91" fmla="*/ 380 h 392"/>
                <a:gd name="T92" fmla="*/ 198 w 212"/>
                <a:gd name="T93" fmla="*/ 373 h 392"/>
                <a:gd name="T94" fmla="*/ 207 w 212"/>
                <a:gd name="T95" fmla="*/ 366 h 392"/>
                <a:gd name="T96" fmla="*/ 212 w 212"/>
                <a:gd name="T97" fmla="*/ 274 h 392"/>
                <a:gd name="T98" fmla="*/ 212 w 212"/>
                <a:gd name="T99" fmla="*/ 274 h 392"/>
                <a:gd name="T100" fmla="*/ 188 w 212"/>
                <a:gd name="T101" fmla="*/ 243 h 392"/>
                <a:gd name="T102" fmla="*/ 131 w 212"/>
                <a:gd name="T103" fmla="*/ 174 h 392"/>
                <a:gd name="T104" fmla="*/ 102 w 212"/>
                <a:gd name="T105" fmla="*/ 135 h 392"/>
                <a:gd name="T106" fmla="*/ 75 w 212"/>
                <a:gd name="T107" fmla="*/ 98 h 392"/>
                <a:gd name="T108" fmla="*/ 56 w 212"/>
                <a:gd name="T109" fmla="*/ 70 h 392"/>
                <a:gd name="T110" fmla="*/ 51 w 212"/>
                <a:gd name="T111" fmla="*/ 60 h 392"/>
                <a:gd name="T112" fmla="*/ 47 w 212"/>
                <a:gd name="T113" fmla="*/ 53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2" h="392">
                  <a:moveTo>
                    <a:pt x="47" y="53"/>
                  </a:moveTo>
                  <a:lnTo>
                    <a:pt x="47" y="53"/>
                  </a:lnTo>
                  <a:lnTo>
                    <a:pt x="44" y="39"/>
                  </a:lnTo>
                  <a:lnTo>
                    <a:pt x="38" y="28"/>
                  </a:lnTo>
                  <a:lnTo>
                    <a:pt x="31" y="18"/>
                  </a:lnTo>
                  <a:lnTo>
                    <a:pt x="23" y="9"/>
                  </a:lnTo>
                  <a:lnTo>
                    <a:pt x="14" y="4"/>
                  </a:lnTo>
                  <a:lnTo>
                    <a:pt x="7" y="0"/>
                  </a:lnTo>
                  <a:lnTo>
                    <a:pt x="3" y="2"/>
                  </a:lnTo>
                  <a:lnTo>
                    <a:pt x="1" y="2"/>
                  </a:lnTo>
                  <a:lnTo>
                    <a:pt x="0" y="5"/>
                  </a:lnTo>
                  <a:lnTo>
                    <a:pt x="0" y="9"/>
                  </a:lnTo>
                  <a:lnTo>
                    <a:pt x="0" y="9"/>
                  </a:lnTo>
                  <a:lnTo>
                    <a:pt x="0" y="19"/>
                  </a:lnTo>
                  <a:lnTo>
                    <a:pt x="3" y="30"/>
                  </a:lnTo>
                  <a:lnTo>
                    <a:pt x="12" y="56"/>
                  </a:lnTo>
                  <a:lnTo>
                    <a:pt x="19" y="84"/>
                  </a:lnTo>
                  <a:lnTo>
                    <a:pt x="23" y="98"/>
                  </a:lnTo>
                  <a:lnTo>
                    <a:pt x="24" y="112"/>
                  </a:lnTo>
                  <a:lnTo>
                    <a:pt x="24" y="112"/>
                  </a:lnTo>
                  <a:lnTo>
                    <a:pt x="24" y="149"/>
                  </a:lnTo>
                  <a:lnTo>
                    <a:pt x="26" y="170"/>
                  </a:lnTo>
                  <a:lnTo>
                    <a:pt x="30" y="192"/>
                  </a:lnTo>
                  <a:lnTo>
                    <a:pt x="33" y="213"/>
                  </a:lnTo>
                  <a:lnTo>
                    <a:pt x="40" y="232"/>
                  </a:lnTo>
                  <a:lnTo>
                    <a:pt x="49" y="250"/>
                  </a:lnTo>
                  <a:lnTo>
                    <a:pt x="54" y="257"/>
                  </a:lnTo>
                  <a:lnTo>
                    <a:pt x="61" y="264"/>
                  </a:lnTo>
                  <a:lnTo>
                    <a:pt x="61" y="264"/>
                  </a:lnTo>
                  <a:lnTo>
                    <a:pt x="68" y="269"/>
                  </a:lnTo>
                  <a:lnTo>
                    <a:pt x="73" y="276"/>
                  </a:lnTo>
                  <a:lnTo>
                    <a:pt x="82" y="292"/>
                  </a:lnTo>
                  <a:lnTo>
                    <a:pt x="88" y="308"/>
                  </a:lnTo>
                  <a:lnTo>
                    <a:pt x="91" y="325"/>
                  </a:lnTo>
                  <a:lnTo>
                    <a:pt x="93" y="343"/>
                  </a:lnTo>
                  <a:lnTo>
                    <a:pt x="95" y="359"/>
                  </a:lnTo>
                  <a:lnTo>
                    <a:pt x="95" y="381"/>
                  </a:lnTo>
                  <a:lnTo>
                    <a:pt x="95" y="381"/>
                  </a:lnTo>
                  <a:lnTo>
                    <a:pt x="105" y="387"/>
                  </a:lnTo>
                  <a:lnTo>
                    <a:pt x="117" y="390"/>
                  </a:lnTo>
                  <a:lnTo>
                    <a:pt x="133" y="392"/>
                  </a:lnTo>
                  <a:lnTo>
                    <a:pt x="151" y="392"/>
                  </a:lnTo>
                  <a:lnTo>
                    <a:pt x="160" y="390"/>
                  </a:lnTo>
                  <a:lnTo>
                    <a:pt x="168" y="388"/>
                  </a:lnTo>
                  <a:lnTo>
                    <a:pt x="179" y="385"/>
                  </a:lnTo>
                  <a:lnTo>
                    <a:pt x="189" y="380"/>
                  </a:lnTo>
                  <a:lnTo>
                    <a:pt x="198" y="373"/>
                  </a:lnTo>
                  <a:lnTo>
                    <a:pt x="207" y="366"/>
                  </a:lnTo>
                  <a:lnTo>
                    <a:pt x="212" y="274"/>
                  </a:lnTo>
                  <a:lnTo>
                    <a:pt x="212" y="274"/>
                  </a:lnTo>
                  <a:lnTo>
                    <a:pt x="188" y="243"/>
                  </a:lnTo>
                  <a:lnTo>
                    <a:pt x="131" y="174"/>
                  </a:lnTo>
                  <a:lnTo>
                    <a:pt x="102" y="135"/>
                  </a:lnTo>
                  <a:lnTo>
                    <a:pt x="75" y="98"/>
                  </a:lnTo>
                  <a:lnTo>
                    <a:pt x="56" y="70"/>
                  </a:lnTo>
                  <a:lnTo>
                    <a:pt x="51" y="60"/>
                  </a:lnTo>
                  <a:lnTo>
                    <a:pt x="47" y="5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5" name="Freeform 186"/>
            <p:cNvSpPr>
              <a:spLocks/>
            </p:cNvSpPr>
            <p:nvPr/>
          </p:nvSpPr>
          <p:spPr bwMode="auto">
            <a:xfrm>
              <a:off x="10347326" y="1116013"/>
              <a:ext cx="254000" cy="412750"/>
            </a:xfrm>
            <a:custGeom>
              <a:avLst/>
              <a:gdLst>
                <a:gd name="T0" fmla="*/ 134 w 160"/>
                <a:gd name="T1" fmla="*/ 46 h 260"/>
                <a:gd name="T2" fmla="*/ 134 w 160"/>
                <a:gd name="T3" fmla="*/ 46 h 260"/>
                <a:gd name="T4" fmla="*/ 97 w 160"/>
                <a:gd name="T5" fmla="*/ 23 h 260"/>
                <a:gd name="T6" fmla="*/ 65 w 160"/>
                <a:gd name="T7" fmla="*/ 7 h 260"/>
                <a:gd name="T8" fmla="*/ 53 w 160"/>
                <a:gd name="T9" fmla="*/ 2 h 260"/>
                <a:gd name="T10" fmla="*/ 43 w 160"/>
                <a:gd name="T11" fmla="*/ 0 h 260"/>
                <a:gd name="T12" fmla="*/ 43 w 160"/>
                <a:gd name="T13" fmla="*/ 0 h 260"/>
                <a:gd name="T14" fmla="*/ 39 w 160"/>
                <a:gd name="T15" fmla="*/ 2 h 260"/>
                <a:gd name="T16" fmla="*/ 36 w 160"/>
                <a:gd name="T17" fmla="*/ 4 h 260"/>
                <a:gd name="T18" fmla="*/ 27 w 160"/>
                <a:gd name="T19" fmla="*/ 11 h 260"/>
                <a:gd name="T20" fmla="*/ 20 w 160"/>
                <a:gd name="T21" fmla="*/ 21 h 260"/>
                <a:gd name="T22" fmla="*/ 13 w 160"/>
                <a:gd name="T23" fmla="*/ 33 h 260"/>
                <a:gd name="T24" fmla="*/ 7 w 160"/>
                <a:gd name="T25" fmla="*/ 46 h 260"/>
                <a:gd name="T26" fmla="*/ 2 w 160"/>
                <a:gd name="T27" fmla="*/ 58 h 260"/>
                <a:gd name="T28" fmla="*/ 0 w 160"/>
                <a:gd name="T29" fmla="*/ 69 h 260"/>
                <a:gd name="T30" fmla="*/ 2 w 160"/>
                <a:gd name="T31" fmla="*/ 76 h 260"/>
                <a:gd name="T32" fmla="*/ 2 w 160"/>
                <a:gd name="T33" fmla="*/ 76 h 260"/>
                <a:gd name="T34" fmla="*/ 7 w 160"/>
                <a:gd name="T35" fmla="*/ 86 h 260"/>
                <a:gd name="T36" fmla="*/ 13 w 160"/>
                <a:gd name="T37" fmla="*/ 91 h 260"/>
                <a:gd name="T38" fmla="*/ 20 w 160"/>
                <a:gd name="T39" fmla="*/ 97 h 260"/>
                <a:gd name="T40" fmla="*/ 20 w 160"/>
                <a:gd name="T41" fmla="*/ 97 h 260"/>
                <a:gd name="T42" fmla="*/ 13 w 160"/>
                <a:gd name="T43" fmla="*/ 114 h 260"/>
                <a:gd name="T44" fmla="*/ 9 w 160"/>
                <a:gd name="T45" fmla="*/ 127 h 260"/>
                <a:gd name="T46" fmla="*/ 9 w 160"/>
                <a:gd name="T47" fmla="*/ 132 h 260"/>
                <a:gd name="T48" fmla="*/ 11 w 160"/>
                <a:gd name="T49" fmla="*/ 137 h 260"/>
                <a:gd name="T50" fmla="*/ 11 w 160"/>
                <a:gd name="T51" fmla="*/ 137 h 260"/>
                <a:gd name="T52" fmla="*/ 18 w 160"/>
                <a:gd name="T53" fmla="*/ 144 h 260"/>
                <a:gd name="T54" fmla="*/ 27 w 160"/>
                <a:gd name="T55" fmla="*/ 149 h 260"/>
                <a:gd name="T56" fmla="*/ 37 w 160"/>
                <a:gd name="T57" fmla="*/ 155 h 260"/>
                <a:gd name="T58" fmla="*/ 37 w 160"/>
                <a:gd name="T59" fmla="*/ 155 h 260"/>
                <a:gd name="T60" fmla="*/ 34 w 160"/>
                <a:gd name="T61" fmla="*/ 162 h 260"/>
                <a:gd name="T62" fmla="*/ 32 w 160"/>
                <a:gd name="T63" fmla="*/ 178 h 260"/>
                <a:gd name="T64" fmla="*/ 32 w 160"/>
                <a:gd name="T65" fmla="*/ 186 h 260"/>
                <a:gd name="T66" fmla="*/ 34 w 160"/>
                <a:gd name="T67" fmla="*/ 195 h 260"/>
                <a:gd name="T68" fmla="*/ 39 w 160"/>
                <a:gd name="T69" fmla="*/ 200 h 260"/>
                <a:gd name="T70" fmla="*/ 44 w 160"/>
                <a:gd name="T71" fmla="*/ 204 h 260"/>
                <a:gd name="T72" fmla="*/ 50 w 160"/>
                <a:gd name="T73" fmla="*/ 206 h 260"/>
                <a:gd name="T74" fmla="*/ 50 w 160"/>
                <a:gd name="T75" fmla="*/ 206 h 260"/>
                <a:gd name="T76" fmla="*/ 50 w 160"/>
                <a:gd name="T77" fmla="*/ 213 h 260"/>
                <a:gd name="T78" fmla="*/ 51 w 160"/>
                <a:gd name="T79" fmla="*/ 220 h 260"/>
                <a:gd name="T80" fmla="*/ 55 w 160"/>
                <a:gd name="T81" fmla="*/ 228 h 260"/>
                <a:gd name="T82" fmla="*/ 60 w 160"/>
                <a:gd name="T83" fmla="*/ 237 h 260"/>
                <a:gd name="T84" fmla="*/ 69 w 160"/>
                <a:gd name="T85" fmla="*/ 246 h 260"/>
                <a:gd name="T86" fmla="*/ 79 w 160"/>
                <a:gd name="T87" fmla="*/ 253 h 260"/>
                <a:gd name="T88" fmla="*/ 87 w 160"/>
                <a:gd name="T89" fmla="*/ 255 h 260"/>
                <a:gd name="T90" fmla="*/ 95 w 160"/>
                <a:gd name="T91" fmla="*/ 257 h 260"/>
                <a:gd name="T92" fmla="*/ 95 w 160"/>
                <a:gd name="T93" fmla="*/ 257 h 260"/>
                <a:gd name="T94" fmla="*/ 123 w 160"/>
                <a:gd name="T95" fmla="*/ 260 h 260"/>
                <a:gd name="T96" fmla="*/ 145 w 160"/>
                <a:gd name="T97" fmla="*/ 260 h 260"/>
                <a:gd name="T98" fmla="*/ 157 w 160"/>
                <a:gd name="T99" fmla="*/ 258 h 260"/>
                <a:gd name="T100" fmla="*/ 160 w 160"/>
                <a:gd name="T101" fmla="*/ 257 h 260"/>
                <a:gd name="T102" fmla="*/ 160 w 160"/>
                <a:gd name="T103" fmla="*/ 257 h 260"/>
                <a:gd name="T104" fmla="*/ 160 w 160"/>
                <a:gd name="T105" fmla="*/ 239 h 260"/>
                <a:gd name="T106" fmla="*/ 159 w 160"/>
                <a:gd name="T107" fmla="*/ 193 h 260"/>
                <a:gd name="T108" fmla="*/ 157 w 160"/>
                <a:gd name="T109" fmla="*/ 162 h 260"/>
                <a:gd name="T110" fmla="*/ 152 w 160"/>
                <a:gd name="T111" fmla="*/ 125 h 260"/>
                <a:gd name="T112" fmla="*/ 145 w 160"/>
                <a:gd name="T113" fmla="*/ 86 h 260"/>
                <a:gd name="T114" fmla="*/ 134 w 160"/>
                <a:gd name="T115" fmla="*/ 4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 h="260">
                  <a:moveTo>
                    <a:pt x="134" y="46"/>
                  </a:moveTo>
                  <a:lnTo>
                    <a:pt x="134" y="46"/>
                  </a:lnTo>
                  <a:lnTo>
                    <a:pt x="97" y="23"/>
                  </a:lnTo>
                  <a:lnTo>
                    <a:pt x="65" y="7"/>
                  </a:lnTo>
                  <a:lnTo>
                    <a:pt x="53" y="2"/>
                  </a:lnTo>
                  <a:lnTo>
                    <a:pt x="43" y="0"/>
                  </a:lnTo>
                  <a:lnTo>
                    <a:pt x="43" y="0"/>
                  </a:lnTo>
                  <a:lnTo>
                    <a:pt x="39" y="2"/>
                  </a:lnTo>
                  <a:lnTo>
                    <a:pt x="36" y="4"/>
                  </a:lnTo>
                  <a:lnTo>
                    <a:pt x="27" y="11"/>
                  </a:lnTo>
                  <a:lnTo>
                    <a:pt x="20" y="21"/>
                  </a:lnTo>
                  <a:lnTo>
                    <a:pt x="13" y="33"/>
                  </a:lnTo>
                  <a:lnTo>
                    <a:pt x="7" y="46"/>
                  </a:lnTo>
                  <a:lnTo>
                    <a:pt x="2" y="58"/>
                  </a:lnTo>
                  <a:lnTo>
                    <a:pt x="0" y="69"/>
                  </a:lnTo>
                  <a:lnTo>
                    <a:pt x="2" y="76"/>
                  </a:lnTo>
                  <a:lnTo>
                    <a:pt x="2" y="76"/>
                  </a:lnTo>
                  <a:lnTo>
                    <a:pt x="7" y="86"/>
                  </a:lnTo>
                  <a:lnTo>
                    <a:pt x="13" y="91"/>
                  </a:lnTo>
                  <a:lnTo>
                    <a:pt x="20" y="97"/>
                  </a:lnTo>
                  <a:lnTo>
                    <a:pt x="20" y="97"/>
                  </a:lnTo>
                  <a:lnTo>
                    <a:pt x="13" y="114"/>
                  </a:lnTo>
                  <a:lnTo>
                    <a:pt x="9" y="127"/>
                  </a:lnTo>
                  <a:lnTo>
                    <a:pt x="9" y="132"/>
                  </a:lnTo>
                  <a:lnTo>
                    <a:pt x="11" y="137"/>
                  </a:lnTo>
                  <a:lnTo>
                    <a:pt x="11" y="137"/>
                  </a:lnTo>
                  <a:lnTo>
                    <a:pt x="18" y="144"/>
                  </a:lnTo>
                  <a:lnTo>
                    <a:pt x="27" y="149"/>
                  </a:lnTo>
                  <a:lnTo>
                    <a:pt x="37" y="155"/>
                  </a:lnTo>
                  <a:lnTo>
                    <a:pt x="37" y="155"/>
                  </a:lnTo>
                  <a:lnTo>
                    <a:pt x="34" y="162"/>
                  </a:lnTo>
                  <a:lnTo>
                    <a:pt x="32" y="178"/>
                  </a:lnTo>
                  <a:lnTo>
                    <a:pt x="32" y="186"/>
                  </a:lnTo>
                  <a:lnTo>
                    <a:pt x="34" y="195"/>
                  </a:lnTo>
                  <a:lnTo>
                    <a:pt x="39" y="200"/>
                  </a:lnTo>
                  <a:lnTo>
                    <a:pt x="44" y="204"/>
                  </a:lnTo>
                  <a:lnTo>
                    <a:pt x="50" y="206"/>
                  </a:lnTo>
                  <a:lnTo>
                    <a:pt x="50" y="206"/>
                  </a:lnTo>
                  <a:lnTo>
                    <a:pt x="50" y="213"/>
                  </a:lnTo>
                  <a:lnTo>
                    <a:pt x="51" y="220"/>
                  </a:lnTo>
                  <a:lnTo>
                    <a:pt x="55" y="228"/>
                  </a:lnTo>
                  <a:lnTo>
                    <a:pt x="60" y="237"/>
                  </a:lnTo>
                  <a:lnTo>
                    <a:pt x="69" y="246"/>
                  </a:lnTo>
                  <a:lnTo>
                    <a:pt x="79" y="253"/>
                  </a:lnTo>
                  <a:lnTo>
                    <a:pt x="87" y="255"/>
                  </a:lnTo>
                  <a:lnTo>
                    <a:pt x="95" y="257"/>
                  </a:lnTo>
                  <a:lnTo>
                    <a:pt x="95" y="257"/>
                  </a:lnTo>
                  <a:lnTo>
                    <a:pt x="123" y="260"/>
                  </a:lnTo>
                  <a:lnTo>
                    <a:pt x="145" y="260"/>
                  </a:lnTo>
                  <a:lnTo>
                    <a:pt x="157" y="258"/>
                  </a:lnTo>
                  <a:lnTo>
                    <a:pt x="160" y="257"/>
                  </a:lnTo>
                  <a:lnTo>
                    <a:pt x="160" y="257"/>
                  </a:lnTo>
                  <a:lnTo>
                    <a:pt x="160" y="239"/>
                  </a:lnTo>
                  <a:lnTo>
                    <a:pt x="159" y="193"/>
                  </a:lnTo>
                  <a:lnTo>
                    <a:pt x="157" y="162"/>
                  </a:lnTo>
                  <a:lnTo>
                    <a:pt x="152" y="125"/>
                  </a:lnTo>
                  <a:lnTo>
                    <a:pt x="145" y="86"/>
                  </a:lnTo>
                  <a:lnTo>
                    <a:pt x="134" y="46"/>
                  </a:lnTo>
                  <a:close/>
                </a:path>
              </a:pathLst>
            </a:custGeom>
            <a:solidFill>
              <a:srgbClr val="FFE9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6" name="Freeform 187"/>
            <p:cNvSpPr>
              <a:spLocks/>
            </p:cNvSpPr>
            <p:nvPr/>
          </p:nvSpPr>
          <p:spPr bwMode="auto">
            <a:xfrm>
              <a:off x="10347326" y="1116013"/>
              <a:ext cx="254000" cy="412750"/>
            </a:xfrm>
            <a:custGeom>
              <a:avLst/>
              <a:gdLst>
                <a:gd name="T0" fmla="*/ 134 w 160"/>
                <a:gd name="T1" fmla="*/ 46 h 260"/>
                <a:gd name="T2" fmla="*/ 134 w 160"/>
                <a:gd name="T3" fmla="*/ 46 h 260"/>
                <a:gd name="T4" fmla="*/ 97 w 160"/>
                <a:gd name="T5" fmla="*/ 23 h 260"/>
                <a:gd name="T6" fmla="*/ 65 w 160"/>
                <a:gd name="T7" fmla="*/ 7 h 260"/>
                <a:gd name="T8" fmla="*/ 53 w 160"/>
                <a:gd name="T9" fmla="*/ 2 h 260"/>
                <a:gd name="T10" fmla="*/ 43 w 160"/>
                <a:gd name="T11" fmla="*/ 0 h 260"/>
                <a:gd name="T12" fmla="*/ 43 w 160"/>
                <a:gd name="T13" fmla="*/ 0 h 260"/>
                <a:gd name="T14" fmla="*/ 39 w 160"/>
                <a:gd name="T15" fmla="*/ 2 h 260"/>
                <a:gd name="T16" fmla="*/ 36 w 160"/>
                <a:gd name="T17" fmla="*/ 4 h 260"/>
                <a:gd name="T18" fmla="*/ 27 w 160"/>
                <a:gd name="T19" fmla="*/ 11 h 260"/>
                <a:gd name="T20" fmla="*/ 20 w 160"/>
                <a:gd name="T21" fmla="*/ 21 h 260"/>
                <a:gd name="T22" fmla="*/ 13 w 160"/>
                <a:gd name="T23" fmla="*/ 33 h 260"/>
                <a:gd name="T24" fmla="*/ 7 w 160"/>
                <a:gd name="T25" fmla="*/ 46 h 260"/>
                <a:gd name="T26" fmla="*/ 2 w 160"/>
                <a:gd name="T27" fmla="*/ 58 h 260"/>
                <a:gd name="T28" fmla="*/ 0 w 160"/>
                <a:gd name="T29" fmla="*/ 69 h 260"/>
                <a:gd name="T30" fmla="*/ 2 w 160"/>
                <a:gd name="T31" fmla="*/ 76 h 260"/>
                <a:gd name="T32" fmla="*/ 2 w 160"/>
                <a:gd name="T33" fmla="*/ 76 h 260"/>
                <a:gd name="T34" fmla="*/ 7 w 160"/>
                <a:gd name="T35" fmla="*/ 86 h 260"/>
                <a:gd name="T36" fmla="*/ 13 w 160"/>
                <a:gd name="T37" fmla="*/ 91 h 260"/>
                <a:gd name="T38" fmla="*/ 20 w 160"/>
                <a:gd name="T39" fmla="*/ 97 h 260"/>
                <a:gd name="T40" fmla="*/ 20 w 160"/>
                <a:gd name="T41" fmla="*/ 97 h 260"/>
                <a:gd name="T42" fmla="*/ 13 w 160"/>
                <a:gd name="T43" fmla="*/ 114 h 260"/>
                <a:gd name="T44" fmla="*/ 9 w 160"/>
                <a:gd name="T45" fmla="*/ 127 h 260"/>
                <a:gd name="T46" fmla="*/ 9 w 160"/>
                <a:gd name="T47" fmla="*/ 132 h 260"/>
                <a:gd name="T48" fmla="*/ 11 w 160"/>
                <a:gd name="T49" fmla="*/ 137 h 260"/>
                <a:gd name="T50" fmla="*/ 11 w 160"/>
                <a:gd name="T51" fmla="*/ 137 h 260"/>
                <a:gd name="T52" fmla="*/ 18 w 160"/>
                <a:gd name="T53" fmla="*/ 144 h 260"/>
                <a:gd name="T54" fmla="*/ 27 w 160"/>
                <a:gd name="T55" fmla="*/ 149 h 260"/>
                <a:gd name="T56" fmla="*/ 37 w 160"/>
                <a:gd name="T57" fmla="*/ 155 h 260"/>
                <a:gd name="T58" fmla="*/ 37 w 160"/>
                <a:gd name="T59" fmla="*/ 155 h 260"/>
                <a:gd name="T60" fmla="*/ 34 w 160"/>
                <a:gd name="T61" fmla="*/ 162 h 260"/>
                <a:gd name="T62" fmla="*/ 32 w 160"/>
                <a:gd name="T63" fmla="*/ 178 h 260"/>
                <a:gd name="T64" fmla="*/ 32 w 160"/>
                <a:gd name="T65" fmla="*/ 186 h 260"/>
                <a:gd name="T66" fmla="*/ 34 w 160"/>
                <a:gd name="T67" fmla="*/ 195 h 260"/>
                <a:gd name="T68" fmla="*/ 39 w 160"/>
                <a:gd name="T69" fmla="*/ 200 h 260"/>
                <a:gd name="T70" fmla="*/ 44 w 160"/>
                <a:gd name="T71" fmla="*/ 204 h 260"/>
                <a:gd name="T72" fmla="*/ 50 w 160"/>
                <a:gd name="T73" fmla="*/ 206 h 260"/>
                <a:gd name="T74" fmla="*/ 50 w 160"/>
                <a:gd name="T75" fmla="*/ 206 h 260"/>
                <a:gd name="T76" fmla="*/ 50 w 160"/>
                <a:gd name="T77" fmla="*/ 213 h 260"/>
                <a:gd name="T78" fmla="*/ 51 w 160"/>
                <a:gd name="T79" fmla="*/ 220 h 260"/>
                <a:gd name="T80" fmla="*/ 55 w 160"/>
                <a:gd name="T81" fmla="*/ 228 h 260"/>
                <a:gd name="T82" fmla="*/ 60 w 160"/>
                <a:gd name="T83" fmla="*/ 237 h 260"/>
                <a:gd name="T84" fmla="*/ 69 w 160"/>
                <a:gd name="T85" fmla="*/ 246 h 260"/>
                <a:gd name="T86" fmla="*/ 79 w 160"/>
                <a:gd name="T87" fmla="*/ 253 h 260"/>
                <a:gd name="T88" fmla="*/ 87 w 160"/>
                <a:gd name="T89" fmla="*/ 255 h 260"/>
                <a:gd name="T90" fmla="*/ 95 w 160"/>
                <a:gd name="T91" fmla="*/ 257 h 260"/>
                <a:gd name="T92" fmla="*/ 95 w 160"/>
                <a:gd name="T93" fmla="*/ 257 h 260"/>
                <a:gd name="T94" fmla="*/ 123 w 160"/>
                <a:gd name="T95" fmla="*/ 260 h 260"/>
                <a:gd name="T96" fmla="*/ 145 w 160"/>
                <a:gd name="T97" fmla="*/ 260 h 260"/>
                <a:gd name="T98" fmla="*/ 157 w 160"/>
                <a:gd name="T99" fmla="*/ 258 h 260"/>
                <a:gd name="T100" fmla="*/ 160 w 160"/>
                <a:gd name="T101" fmla="*/ 257 h 260"/>
                <a:gd name="T102" fmla="*/ 160 w 160"/>
                <a:gd name="T103" fmla="*/ 257 h 260"/>
                <a:gd name="T104" fmla="*/ 160 w 160"/>
                <a:gd name="T105" fmla="*/ 239 h 260"/>
                <a:gd name="T106" fmla="*/ 159 w 160"/>
                <a:gd name="T107" fmla="*/ 193 h 260"/>
                <a:gd name="T108" fmla="*/ 157 w 160"/>
                <a:gd name="T109" fmla="*/ 162 h 260"/>
                <a:gd name="T110" fmla="*/ 152 w 160"/>
                <a:gd name="T111" fmla="*/ 125 h 260"/>
                <a:gd name="T112" fmla="*/ 145 w 160"/>
                <a:gd name="T113" fmla="*/ 86 h 260"/>
                <a:gd name="T114" fmla="*/ 134 w 160"/>
                <a:gd name="T115" fmla="*/ 4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 h="260">
                  <a:moveTo>
                    <a:pt x="134" y="46"/>
                  </a:moveTo>
                  <a:lnTo>
                    <a:pt x="134" y="46"/>
                  </a:lnTo>
                  <a:lnTo>
                    <a:pt x="97" y="23"/>
                  </a:lnTo>
                  <a:lnTo>
                    <a:pt x="65" y="7"/>
                  </a:lnTo>
                  <a:lnTo>
                    <a:pt x="53" y="2"/>
                  </a:lnTo>
                  <a:lnTo>
                    <a:pt x="43" y="0"/>
                  </a:lnTo>
                  <a:lnTo>
                    <a:pt x="43" y="0"/>
                  </a:lnTo>
                  <a:lnTo>
                    <a:pt x="39" y="2"/>
                  </a:lnTo>
                  <a:lnTo>
                    <a:pt x="36" y="4"/>
                  </a:lnTo>
                  <a:lnTo>
                    <a:pt x="27" y="11"/>
                  </a:lnTo>
                  <a:lnTo>
                    <a:pt x="20" y="21"/>
                  </a:lnTo>
                  <a:lnTo>
                    <a:pt x="13" y="33"/>
                  </a:lnTo>
                  <a:lnTo>
                    <a:pt x="7" y="46"/>
                  </a:lnTo>
                  <a:lnTo>
                    <a:pt x="2" y="58"/>
                  </a:lnTo>
                  <a:lnTo>
                    <a:pt x="0" y="69"/>
                  </a:lnTo>
                  <a:lnTo>
                    <a:pt x="2" y="76"/>
                  </a:lnTo>
                  <a:lnTo>
                    <a:pt x="2" y="76"/>
                  </a:lnTo>
                  <a:lnTo>
                    <a:pt x="7" y="86"/>
                  </a:lnTo>
                  <a:lnTo>
                    <a:pt x="13" y="91"/>
                  </a:lnTo>
                  <a:lnTo>
                    <a:pt x="20" y="97"/>
                  </a:lnTo>
                  <a:lnTo>
                    <a:pt x="20" y="97"/>
                  </a:lnTo>
                  <a:lnTo>
                    <a:pt x="13" y="114"/>
                  </a:lnTo>
                  <a:lnTo>
                    <a:pt x="9" y="127"/>
                  </a:lnTo>
                  <a:lnTo>
                    <a:pt x="9" y="132"/>
                  </a:lnTo>
                  <a:lnTo>
                    <a:pt x="11" y="137"/>
                  </a:lnTo>
                  <a:lnTo>
                    <a:pt x="11" y="137"/>
                  </a:lnTo>
                  <a:lnTo>
                    <a:pt x="18" y="144"/>
                  </a:lnTo>
                  <a:lnTo>
                    <a:pt x="27" y="149"/>
                  </a:lnTo>
                  <a:lnTo>
                    <a:pt x="37" y="155"/>
                  </a:lnTo>
                  <a:lnTo>
                    <a:pt x="37" y="155"/>
                  </a:lnTo>
                  <a:lnTo>
                    <a:pt x="34" y="162"/>
                  </a:lnTo>
                  <a:lnTo>
                    <a:pt x="32" y="178"/>
                  </a:lnTo>
                  <a:lnTo>
                    <a:pt x="32" y="186"/>
                  </a:lnTo>
                  <a:lnTo>
                    <a:pt x="34" y="195"/>
                  </a:lnTo>
                  <a:lnTo>
                    <a:pt x="39" y="200"/>
                  </a:lnTo>
                  <a:lnTo>
                    <a:pt x="44" y="204"/>
                  </a:lnTo>
                  <a:lnTo>
                    <a:pt x="50" y="206"/>
                  </a:lnTo>
                  <a:lnTo>
                    <a:pt x="50" y="206"/>
                  </a:lnTo>
                  <a:lnTo>
                    <a:pt x="50" y="213"/>
                  </a:lnTo>
                  <a:lnTo>
                    <a:pt x="51" y="220"/>
                  </a:lnTo>
                  <a:lnTo>
                    <a:pt x="55" y="228"/>
                  </a:lnTo>
                  <a:lnTo>
                    <a:pt x="60" y="237"/>
                  </a:lnTo>
                  <a:lnTo>
                    <a:pt x="69" y="246"/>
                  </a:lnTo>
                  <a:lnTo>
                    <a:pt x="79" y="253"/>
                  </a:lnTo>
                  <a:lnTo>
                    <a:pt x="87" y="255"/>
                  </a:lnTo>
                  <a:lnTo>
                    <a:pt x="95" y="257"/>
                  </a:lnTo>
                  <a:lnTo>
                    <a:pt x="95" y="257"/>
                  </a:lnTo>
                  <a:lnTo>
                    <a:pt x="123" y="260"/>
                  </a:lnTo>
                  <a:lnTo>
                    <a:pt x="145" y="260"/>
                  </a:lnTo>
                  <a:lnTo>
                    <a:pt x="157" y="258"/>
                  </a:lnTo>
                  <a:lnTo>
                    <a:pt x="160" y="257"/>
                  </a:lnTo>
                  <a:lnTo>
                    <a:pt x="160" y="257"/>
                  </a:lnTo>
                  <a:lnTo>
                    <a:pt x="160" y="239"/>
                  </a:lnTo>
                  <a:lnTo>
                    <a:pt x="159" y="193"/>
                  </a:lnTo>
                  <a:lnTo>
                    <a:pt x="157" y="162"/>
                  </a:lnTo>
                  <a:lnTo>
                    <a:pt x="152" y="125"/>
                  </a:lnTo>
                  <a:lnTo>
                    <a:pt x="145" y="86"/>
                  </a:lnTo>
                  <a:lnTo>
                    <a:pt x="134"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7" name="Freeform 188"/>
            <p:cNvSpPr>
              <a:spLocks/>
            </p:cNvSpPr>
            <p:nvPr/>
          </p:nvSpPr>
          <p:spPr bwMode="auto">
            <a:xfrm>
              <a:off x="10347326" y="1182688"/>
              <a:ext cx="234950" cy="346075"/>
            </a:xfrm>
            <a:custGeom>
              <a:avLst/>
              <a:gdLst>
                <a:gd name="T0" fmla="*/ 81 w 148"/>
                <a:gd name="T1" fmla="*/ 195 h 218"/>
                <a:gd name="T2" fmla="*/ 65 w 148"/>
                <a:gd name="T3" fmla="*/ 171 h 218"/>
                <a:gd name="T4" fmla="*/ 83 w 148"/>
                <a:gd name="T5" fmla="*/ 162 h 218"/>
                <a:gd name="T6" fmla="*/ 71 w 148"/>
                <a:gd name="T7" fmla="*/ 158 h 218"/>
                <a:gd name="T8" fmla="*/ 53 w 148"/>
                <a:gd name="T9" fmla="*/ 148 h 218"/>
                <a:gd name="T10" fmla="*/ 51 w 148"/>
                <a:gd name="T11" fmla="*/ 141 h 218"/>
                <a:gd name="T12" fmla="*/ 51 w 148"/>
                <a:gd name="T13" fmla="*/ 123 h 218"/>
                <a:gd name="T14" fmla="*/ 57 w 148"/>
                <a:gd name="T15" fmla="*/ 118 h 218"/>
                <a:gd name="T16" fmla="*/ 60 w 148"/>
                <a:gd name="T17" fmla="*/ 116 h 218"/>
                <a:gd name="T18" fmla="*/ 92 w 148"/>
                <a:gd name="T19" fmla="*/ 116 h 218"/>
                <a:gd name="T20" fmla="*/ 120 w 148"/>
                <a:gd name="T21" fmla="*/ 118 h 218"/>
                <a:gd name="T22" fmla="*/ 65 w 148"/>
                <a:gd name="T23" fmla="*/ 102 h 218"/>
                <a:gd name="T24" fmla="*/ 50 w 148"/>
                <a:gd name="T25" fmla="*/ 100 h 218"/>
                <a:gd name="T26" fmla="*/ 37 w 148"/>
                <a:gd name="T27" fmla="*/ 102 h 218"/>
                <a:gd name="T28" fmla="*/ 30 w 148"/>
                <a:gd name="T29" fmla="*/ 97 h 218"/>
                <a:gd name="T30" fmla="*/ 29 w 148"/>
                <a:gd name="T31" fmla="*/ 86 h 218"/>
                <a:gd name="T32" fmla="*/ 30 w 148"/>
                <a:gd name="T33" fmla="*/ 60 h 218"/>
                <a:gd name="T34" fmla="*/ 36 w 148"/>
                <a:gd name="T35" fmla="*/ 46 h 218"/>
                <a:gd name="T36" fmla="*/ 43 w 148"/>
                <a:gd name="T37" fmla="*/ 35 h 218"/>
                <a:gd name="T38" fmla="*/ 53 w 148"/>
                <a:gd name="T39" fmla="*/ 30 h 218"/>
                <a:gd name="T40" fmla="*/ 72 w 148"/>
                <a:gd name="T41" fmla="*/ 30 h 218"/>
                <a:gd name="T42" fmla="*/ 102 w 148"/>
                <a:gd name="T43" fmla="*/ 37 h 218"/>
                <a:gd name="T44" fmla="*/ 60 w 148"/>
                <a:gd name="T45" fmla="*/ 20 h 218"/>
                <a:gd name="T46" fmla="*/ 48 w 148"/>
                <a:gd name="T47" fmla="*/ 20 h 218"/>
                <a:gd name="T48" fmla="*/ 41 w 148"/>
                <a:gd name="T49" fmla="*/ 25 h 218"/>
                <a:gd name="T50" fmla="*/ 30 w 148"/>
                <a:gd name="T51" fmla="*/ 37 h 218"/>
                <a:gd name="T52" fmla="*/ 27 w 148"/>
                <a:gd name="T53" fmla="*/ 37 h 218"/>
                <a:gd name="T54" fmla="*/ 18 w 148"/>
                <a:gd name="T55" fmla="*/ 34 h 218"/>
                <a:gd name="T56" fmla="*/ 11 w 148"/>
                <a:gd name="T57" fmla="*/ 23 h 218"/>
                <a:gd name="T58" fmla="*/ 7 w 148"/>
                <a:gd name="T59" fmla="*/ 0 h 218"/>
                <a:gd name="T60" fmla="*/ 7 w 148"/>
                <a:gd name="T61" fmla="*/ 0 h 218"/>
                <a:gd name="T62" fmla="*/ 0 w 148"/>
                <a:gd name="T63" fmla="*/ 28 h 218"/>
                <a:gd name="T64" fmla="*/ 2 w 148"/>
                <a:gd name="T65" fmla="*/ 34 h 218"/>
                <a:gd name="T66" fmla="*/ 13 w 148"/>
                <a:gd name="T67" fmla="*/ 49 h 218"/>
                <a:gd name="T68" fmla="*/ 20 w 148"/>
                <a:gd name="T69" fmla="*/ 55 h 218"/>
                <a:gd name="T70" fmla="*/ 9 w 148"/>
                <a:gd name="T71" fmla="*/ 85 h 218"/>
                <a:gd name="T72" fmla="*/ 11 w 148"/>
                <a:gd name="T73" fmla="*/ 95 h 218"/>
                <a:gd name="T74" fmla="*/ 18 w 148"/>
                <a:gd name="T75" fmla="*/ 102 h 218"/>
                <a:gd name="T76" fmla="*/ 37 w 148"/>
                <a:gd name="T77" fmla="*/ 113 h 218"/>
                <a:gd name="T78" fmla="*/ 34 w 148"/>
                <a:gd name="T79" fmla="*/ 120 h 218"/>
                <a:gd name="T80" fmla="*/ 32 w 148"/>
                <a:gd name="T81" fmla="*/ 144 h 218"/>
                <a:gd name="T82" fmla="*/ 41 w 148"/>
                <a:gd name="T83" fmla="*/ 158 h 218"/>
                <a:gd name="T84" fmla="*/ 50 w 148"/>
                <a:gd name="T85" fmla="*/ 164 h 218"/>
                <a:gd name="T86" fmla="*/ 50 w 148"/>
                <a:gd name="T87" fmla="*/ 171 h 218"/>
                <a:gd name="T88" fmla="*/ 55 w 148"/>
                <a:gd name="T89" fmla="*/ 186 h 218"/>
                <a:gd name="T90" fmla="*/ 69 w 148"/>
                <a:gd name="T91" fmla="*/ 204 h 218"/>
                <a:gd name="T92" fmla="*/ 87 w 148"/>
                <a:gd name="T93" fmla="*/ 213 h 218"/>
                <a:gd name="T94" fmla="*/ 95 w 148"/>
                <a:gd name="T95" fmla="*/ 215 h 218"/>
                <a:gd name="T96" fmla="*/ 127 w 148"/>
                <a:gd name="T97" fmla="*/ 218 h 218"/>
                <a:gd name="T98" fmla="*/ 148 w 148"/>
                <a:gd name="T99" fmla="*/ 216 h 218"/>
                <a:gd name="T100" fmla="*/ 113 w 148"/>
                <a:gd name="T101" fmla="*/ 211 h 218"/>
                <a:gd name="T102" fmla="*/ 87 w 148"/>
                <a:gd name="T103" fmla="*/ 20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8" h="218">
                  <a:moveTo>
                    <a:pt x="81" y="195"/>
                  </a:moveTo>
                  <a:lnTo>
                    <a:pt x="81" y="195"/>
                  </a:lnTo>
                  <a:lnTo>
                    <a:pt x="71" y="181"/>
                  </a:lnTo>
                  <a:lnTo>
                    <a:pt x="65" y="171"/>
                  </a:lnTo>
                  <a:lnTo>
                    <a:pt x="62" y="164"/>
                  </a:lnTo>
                  <a:lnTo>
                    <a:pt x="83" y="162"/>
                  </a:lnTo>
                  <a:lnTo>
                    <a:pt x="83" y="162"/>
                  </a:lnTo>
                  <a:lnTo>
                    <a:pt x="71" y="158"/>
                  </a:lnTo>
                  <a:lnTo>
                    <a:pt x="60" y="153"/>
                  </a:lnTo>
                  <a:lnTo>
                    <a:pt x="53" y="148"/>
                  </a:lnTo>
                  <a:lnTo>
                    <a:pt x="53" y="148"/>
                  </a:lnTo>
                  <a:lnTo>
                    <a:pt x="51" y="141"/>
                  </a:lnTo>
                  <a:lnTo>
                    <a:pt x="51" y="132"/>
                  </a:lnTo>
                  <a:lnTo>
                    <a:pt x="51" y="123"/>
                  </a:lnTo>
                  <a:lnTo>
                    <a:pt x="53" y="120"/>
                  </a:lnTo>
                  <a:lnTo>
                    <a:pt x="57" y="118"/>
                  </a:lnTo>
                  <a:lnTo>
                    <a:pt x="57" y="118"/>
                  </a:lnTo>
                  <a:lnTo>
                    <a:pt x="60" y="116"/>
                  </a:lnTo>
                  <a:lnTo>
                    <a:pt x="69" y="116"/>
                  </a:lnTo>
                  <a:lnTo>
                    <a:pt x="92" y="116"/>
                  </a:lnTo>
                  <a:lnTo>
                    <a:pt x="120" y="118"/>
                  </a:lnTo>
                  <a:lnTo>
                    <a:pt x="120" y="118"/>
                  </a:lnTo>
                  <a:lnTo>
                    <a:pt x="88" y="109"/>
                  </a:lnTo>
                  <a:lnTo>
                    <a:pt x="65" y="102"/>
                  </a:lnTo>
                  <a:lnTo>
                    <a:pt x="50" y="100"/>
                  </a:lnTo>
                  <a:lnTo>
                    <a:pt x="50" y="100"/>
                  </a:lnTo>
                  <a:lnTo>
                    <a:pt x="43" y="100"/>
                  </a:lnTo>
                  <a:lnTo>
                    <a:pt x="37" y="102"/>
                  </a:lnTo>
                  <a:lnTo>
                    <a:pt x="34" y="102"/>
                  </a:lnTo>
                  <a:lnTo>
                    <a:pt x="30" y="97"/>
                  </a:lnTo>
                  <a:lnTo>
                    <a:pt x="30" y="97"/>
                  </a:lnTo>
                  <a:lnTo>
                    <a:pt x="29" y="86"/>
                  </a:lnTo>
                  <a:lnTo>
                    <a:pt x="29" y="74"/>
                  </a:lnTo>
                  <a:lnTo>
                    <a:pt x="30" y="60"/>
                  </a:lnTo>
                  <a:lnTo>
                    <a:pt x="36" y="46"/>
                  </a:lnTo>
                  <a:lnTo>
                    <a:pt x="36" y="46"/>
                  </a:lnTo>
                  <a:lnTo>
                    <a:pt x="39" y="41"/>
                  </a:lnTo>
                  <a:lnTo>
                    <a:pt x="43" y="35"/>
                  </a:lnTo>
                  <a:lnTo>
                    <a:pt x="48" y="32"/>
                  </a:lnTo>
                  <a:lnTo>
                    <a:pt x="53" y="30"/>
                  </a:lnTo>
                  <a:lnTo>
                    <a:pt x="62" y="28"/>
                  </a:lnTo>
                  <a:lnTo>
                    <a:pt x="72" y="30"/>
                  </a:lnTo>
                  <a:lnTo>
                    <a:pt x="102" y="37"/>
                  </a:lnTo>
                  <a:lnTo>
                    <a:pt x="102" y="37"/>
                  </a:lnTo>
                  <a:lnTo>
                    <a:pt x="79" y="25"/>
                  </a:lnTo>
                  <a:lnTo>
                    <a:pt x="60" y="20"/>
                  </a:lnTo>
                  <a:lnTo>
                    <a:pt x="53" y="18"/>
                  </a:lnTo>
                  <a:lnTo>
                    <a:pt x="48" y="20"/>
                  </a:lnTo>
                  <a:lnTo>
                    <a:pt x="48" y="20"/>
                  </a:lnTo>
                  <a:lnTo>
                    <a:pt x="41" y="25"/>
                  </a:lnTo>
                  <a:lnTo>
                    <a:pt x="36" y="30"/>
                  </a:lnTo>
                  <a:lnTo>
                    <a:pt x="30" y="37"/>
                  </a:lnTo>
                  <a:lnTo>
                    <a:pt x="30" y="37"/>
                  </a:lnTo>
                  <a:lnTo>
                    <a:pt x="27" y="37"/>
                  </a:lnTo>
                  <a:lnTo>
                    <a:pt x="21" y="35"/>
                  </a:lnTo>
                  <a:lnTo>
                    <a:pt x="18" y="34"/>
                  </a:lnTo>
                  <a:lnTo>
                    <a:pt x="14" y="30"/>
                  </a:lnTo>
                  <a:lnTo>
                    <a:pt x="11" y="23"/>
                  </a:lnTo>
                  <a:lnTo>
                    <a:pt x="7" y="12"/>
                  </a:lnTo>
                  <a:lnTo>
                    <a:pt x="7" y="0"/>
                  </a:lnTo>
                  <a:lnTo>
                    <a:pt x="7" y="0"/>
                  </a:lnTo>
                  <a:lnTo>
                    <a:pt x="7" y="0"/>
                  </a:lnTo>
                  <a:lnTo>
                    <a:pt x="2" y="20"/>
                  </a:lnTo>
                  <a:lnTo>
                    <a:pt x="0" y="28"/>
                  </a:lnTo>
                  <a:lnTo>
                    <a:pt x="2" y="34"/>
                  </a:lnTo>
                  <a:lnTo>
                    <a:pt x="2" y="34"/>
                  </a:lnTo>
                  <a:lnTo>
                    <a:pt x="7" y="44"/>
                  </a:lnTo>
                  <a:lnTo>
                    <a:pt x="13" y="49"/>
                  </a:lnTo>
                  <a:lnTo>
                    <a:pt x="20" y="55"/>
                  </a:lnTo>
                  <a:lnTo>
                    <a:pt x="20" y="55"/>
                  </a:lnTo>
                  <a:lnTo>
                    <a:pt x="13" y="72"/>
                  </a:lnTo>
                  <a:lnTo>
                    <a:pt x="9" y="85"/>
                  </a:lnTo>
                  <a:lnTo>
                    <a:pt x="9" y="90"/>
                  </a:lnTo>
                  <a:lnTo>
                    <a:pt x="11" y="95"/>
                  </a:lnTo>
                  <a:lnTo>
                    <a:pt x="11" y="95"/>
                  </a:lnTo>
                  <a:lnTo>
                    <a:pt x="18" y="102"/>
                  </a:lnTo>
                  <a:lnTo>
                    <a:pt x="27" y="107"/>
                  </a:lnTo>
                  <a:lnTo>
                    <a:pt x="37" y="113"/>
                  </a:lnTo>
                  <a:lnTo>
                    <a:pt x="37" y="113"/>
                  </a:lnTo>
                  <a:lnTo>
                    <a:pt x="34" y="120"/>
                  </a:lnTo>
                  <a:lnTo>
                    <a:pt x="32" y="136"/>
                  </a:lnTo>
                  <a:lnTo>
                    <a:pt x="32" y="144"/>
                  </a:lnTo>
                  <a:lnTo>
                    <a:pt x="36" y="153"/>
                  </a:lnTo>
                  <a:lnTo>
                    <a:pt x="41" y="158"/>
                  </a:lnTo>
                  <a:lnTo>
                    <a:pt x="44" y="162"/>
                  </a:lnTo>
                  <a:lnTo>
                    <a:pt x="50" y="164"/>
                  </a:lnTo>
                  <a:lnTo>
                    <a:pt x="50" y="164"/>
                  </a:lnTo>
                  <a:lnTo>
                    <a:pt x="50" y="171"/>
                  </a:lnTo>
                  <a:lnTo>
                    <a:pt x="51" y="178"/>
                  </a:lnTo>
                  <a:lnTo>
                    <a:pt x="55" y="186"/>
                  </a:lnTo>
                  <a:lnTo>
                    <a:pt x="60" y="195"/>
                  </a:lnTo>
                  <a:lnTo>
                    <a:pt x="69" y="204"/>
                  </a:lnTo>
                  <a:lnTo>
                    <a:pt x="79" y="211"/>
                  </a:lnTo>
                  <a:lnTo>
                    <a:pt x="87" y="213"/>
                  </a:lnTo>
                  <a:lnTo>
                    <a:pt x="95" y="215"/>
                  </a:lnTo>
                  <a:lnTo>
                    <a:pt x="95" y="215"/>
                  </a:lnTo>
                  <a:lnTo>
                    <a:pt x="113" y="216"/>
                  </a:lnTo>
                  <a:lnTo>
                    <a:pt x="127" y="218"/>
                  </a:lnTo>
                  <a:lnTo>
                    <a:pt x="148" y="216"/>
                  </a:lnTo>
                  <a:lnTo>
                    <a:pt x="148" y="216"/>
                  </a:lnTo>
                  <a:lnTo>
                    <a:pt x="132" y="215"/>
                  </a:lnTo>
                  <a:lnTo>
                    <a:pt x="113" y="211"/>
                  </a:lnTo>
                  <a:lnTo>
                    <a:pt x="94" y="204"/>
                  </a:lnTo>
                  <a:lnTo>
                    <a:pt x="87" y="201"/>
                  </a:lnTo>
                  <a:lnTo>
                    <a:pt x="81" y="195"/>
                  </a:lnTo>
                  <a:close/>
                </a:path>
              </a:pathLst>
            </a:custGeom>
            <a:solidFill>
              <a:srgbClr val="D8AD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8" name="Freeform 189"/>
            <p:cNvSpPr>
              <a:spLocks/>
            </p:cNvSpPr>
            <p:nvPr/>
          </p:nvSpPr>
          <p:spPr bwMode="auto">
            <a:xfrm>
              <a:off x="10347326" y="1182688"/>
              <a:ext cx="234950" cy="346075"/>
            </a:xfrm>
            <a:custGeom>
              <a:avLst/>
              <a:gdLst>
                <a:gd name="T0" fmla="*/ 81 w 148"/>
                <a:gd name="T1" fmla="*/ 195 h 218"/>
                <a:gd name="T2" fmla="*/ 65 w 148"/>
                <a:gd name="T3" fmla="*/ 171 h 218"/>
                <a:gd name="T4" fmla="*/ 83 w 148"/>
                <a:gd name="T5" fmla="*/ 162 h 218"/>
                <a:gd name="T6" fmla="*/ 71 w 148"/>
                <a:gd name="T7" fmla="*/ 158 h 218"/>
                <a:gd name="T8" fmla="*/ 53 w 148"/>
                <a:gd name="T9" fmla="*/ 148 h 218"/>
                <a:gd name="T10" fmla="*/ 51 w 148"/>
                <a:gd name="T11" fmla="*/ 141 h 218"/>
                <a:gd name="T12" fmla="*/ 51 w 148"/>
                <a:gd name="T13" fmla="*/ 123 h 218"/>
                <a:gd name="T14" fmla="*/ 57 w 148"/>
                <a:gd name="T15" fmla="*/ 118 h 218"/>
                <a:gd name="T16" fmla="*/ 60 w 148"/>
                <a:gd name="T17" fmla="*/ 116 h 218"/>
                <a:gd name="T18" fmla="*/ 92 w 148"/>
                <a:gd name="T19" fmla="*/ 116 h 218"/>
                <a:gd name="T20" fmla="*/ 120 w 148"/>
                <a:gd name="T21" fmla="*/ 118 h 218"/>
                <a:gd name="T22" fmla="*/ 65 w 148"/>
                <a:gd name="T23" fmla="*/ 102 h 218"/>
                <a:gd name="T24" fmla="*/ 50 w 148"/>
                <a:gd name="T25" fmla="*/ 100 h 218"/>
                <a:gd name="T26" fmla="*/ 37 w 148"/>
                <a:gd name="T27" fmla="*/ 102 h 218"/>
                <a:gd name="T28" fmla="*/ 30 w 148"/>
                <a:gd name="T29" fmla="*/ 97 h 218"/>
                <a:gd name="T30" fmla="*/ 29 w 148"/>
                <a:gd name="T31" fmla="*/ 86 h 218"/>
                <a:gd name="T32" fmla="*/ 30 w 148"/>
                <a:gd name="T33" fmla="*/ 60 h 218"/>
                <a:gd name="T34" fmla="*/ 36 w 148"/>
                <a:gd name="T35" fmla="*/ 46 h 218"/>
                <a:gd name="T36" fmla="*/ 43 w 148"/>
                <a:gd name="T37" fmla="*/ 35 h 218"/>
                <a:gd name="T38" fmla="*/ 53 w 148"/>
                <a:gd name="T39" fmla="*/ 30 h 218"/>
                <a:gd name="T40" fmla="*/ 72 w 148"/>
                <a:gd name="T41" fmla="*/ 30 h 218"/>
                <a:gd name="T42" fmla="*/ 102 w 148"/>
                <a:gd name="T43" fmla="*/ 37 h 218"/>
                <a:gd name="T44" fmla="*/ 60 w 148"/>
                <a:gd name="T45" fmla="*/ 20 h 218"/>
                <a:gd name="T46" fmla="*/ 48 w 148"/>
                <a:gd name="T47" fmla="*/ 20 h 218"/>
                <a:gd name="T48" fmla="*/ 41 w 148"/>
                <a:gd name="T49" fmla="*/ 25 h 218"/>
                <a:gd name="T50" fmla="*/ 30 w 148"/>
                <a:gd name="T51" fmla="*/ 37 h 218"/>
                <a:gd name="T52" fmla="*/ 27 w 148"/>
                <a:gd name="T53" fmla="*/ 37 h 218"/>
                <a:gd name="T54" fmla="*/ 18 w 148"/>
                <a:gd name="T55" fmla="*/ 34 h 218"/>
                <a:gd name="T56" fmla="*/ 11 w 148"/>
                <a:gd name="T57" fmla="*/ 23 h 218"/>
                <a:gd name="T58" fmla="*/ 7 w 148"/>
                <a:gd name="T59" fmla="*/ 0 h 218"/>
                <a:gd name="T60" fmla="*/ 7 w 148"/>
                <a:gd name="T61" fmla="*/ 0 h 218"/>
                <a:gd name="T62" fmla="*/ 0 w 148"/>
                <a:gd name="T63" fmla="*/ 28 h 218"/>
                <a:gd name="T64" fmla="*/ 2 w 148"/>
                <a:gd name="T65" fmla="*/ 34 h 218"/>
                <a:gd name="T66" fmla="*/ 13 w 148"/>
                <a:gd name="T67" fmla="*/ 49 h 218"/>
                <a:gd name="T68" fmla="*/ 20 w 148"/>
                <a:gd name="T69" fmla="*/ 55 h 218"/>
                <a:gd name="T70" fmla="*/ 9 w 148"/>
                <a:gd name="T71" fmla="*/ 85 h 218"/>
                <a:gd name="T72" fmla="*/ 11 w 148"/>
                <a:gd name="T73" fmla="*/ 95 h 218"/>
                <a:gd name="T74" fmla="*/ 18 w 148"/>
                <a:gd name="T75" fmla="*/ 102 h 218"/>
                <a:gd name="T76" fmla="*/ 37 w 148"/>
                <a:gd name="T77" fmla="*/ 113 h 218"/>
                <a:gd name="T78" fmla="*/ 34 w 148"/>
                <a:gd name="T79" fmla="*/ 120 h 218"/>
                <a:gd name="T80" fmla="*/ 32 w 148"/>
                <a:gd name="T81" fmla="*/ 144 h 218"/>
                <a:gd name="T82" fmla="*/ 41 w 148"/>
                <a:gd name="T83" fmla="*/ 158 h 218"/>
                <a:gd name="T84" fmla="*/ 50 w 148"/>
                <a:gd name="T85" fmla="*/ 164 h 218"/>
                <a:gd name="T86" fmla="*/ 50 w 148"/>
                <a:gd name="T87" fmla="*/ 171 h 218"/>
                <a:gd name="T88" fmla="*/ 55 w 148"/>
                <a:gd name="T89" fmla="*/ 186 h 218"/>
                <a:gd name="T90" fmla="*/ 69 w 148"/>
                <a:gd name="T91" fmla="*/ 204 h 218"/>
                <a:gd name="T92" fmla="*/ 87 w 148"/>
                <a:gd name="T93" fmla="*/ 213 h 218"/>
                <a:gd name="T94" fmla="*/ 95 w 148"/>
                <a:gd name="T95" fmla="*/ 215 h 218"/>
                <a:gd name="T96" fmla="*/ 127 w 148"/>
                <a:gd name="T97" fmla="*/ 218 h 218"/>
                <a:gd name="T98" fmla="*/ 148 w 148"/>
                <a:gd name="T99" fmla="*/ 216 h 218"/>
                <a:gd name="T100" fmla="*/ 113 w 148"/>
                <a:gd name="T101" fmla="*/ 211 h 218"/>
                <a:gd name="T102" fmla="*/ 87 w 148"/>
                <a:gd name="T103" fmla="*/ 20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8" h="218">
                  <a:moveTo>
                    <a:pt x="81" y="195"/>
                  </a:moveTo>
                  <a:lnTo>
                    <a:pt x="81" y="195"/>
                  </a:lnTo>
                  <a:lnTo>
                    <a:pt x="71" y="181"/>
                  </a:lnTo>
                  <a:lnTo>
                    <a:pt x="65" y="171"/>
                  </a:lnTo>
                  <a:lnTo>
                    <a:pt x="62" y="164"/>
                  </a:lnTo>
                  <a:lnTo>
                    <a:pt x="83" y="162"/>
                  </a:lnTo>
                  <a:lnTo>
                    <a:pt x="83" y="162"/>
                  </a:lnTo>
                  <a:lnTo>
                    <a:pt x="71" y="158"/>
                  </a:lnTo>
                  <a:lnTo>
                    <a:pt x="60" y="153"/>
                  </a:lnTo>
                  <a:lnTo>
                    <a:pt x="53" y="148"/>
                  </a:lnTo>
                  <a:lnTo>
                    <a:pt x="53" y="148"/>
                  </a:lnTo>
                  <a:lnTo>
                    <a:pt x="51" y="141"/>
                  </a:lnTo>
                  <a:lnTo>
                    <a:pt x="51" y="132"/>
                  </a:lnTo>
                  <a:lnTo>
                    <a:pt x="51" y="123"/>
                  </a:lnTo>
                  <a:lnTo>
                    <a:pt x="53" y="120"/>
                  </a:lnTo>
                  <a:lnTo>
                    <a:pt x="57" y="118"/>
                  </a:lnTo>
                  <a:lnTo>
                    <a:pt x="57" y="118"/>
                  </a:lnTo>
                  <a:lnTo>
                    <a:pt x="60" y="116"/>
                  </a:lnTo>
                  <a:lnTo>
                    <a:pt x="69" y="116"/>
                  </a:lnTo>
                  <a:lnTo>
                    <a:pt x="92" y="116"/>
                  </a:lnTo>
                  <a:lnTo>
                    <a:pt x="120" y="118"/>
                  </a:lnTo>
                  <a:lnTo>
                    <a:pt x="120" y="118"/>
                  </a:lnTo>
                  <a:lnTo>
                    <a:pt x="88" y="109"/>
                  </a:lnTo>
                  <a:lnTo>
                    <a:pt x="65" y="102"/>
                  </a:lnTo>
                  <a:lnTo>
                    <a:pt x="50" y="100"/>
                  </a:lnTo>
                  <a:lnTo>
                    <a:pt x="50" y="100"/>
                  </a:lnTo>
                  <a:lnTo>
                    <a:pt x="43" y="100"/>
                  </a:lnTo>
                  <a:lnTo>
                    <a:pt x="37" y="102"/>
                  </a:lnTo>
                  <a:lnTo>
                    <a:pt x="34" y="102"/>
                  </a:lnTo>
                  <a:lnTo>
                    <a:pt x="30" y="97"/>
                  </a:lnTo>
                  <a:lnTo>
                    <a:pt x="30" y="97"/>
                  </a:lnTo>
                  <a:lnTo>
                    <a:pt x="29" y="86"/>
                  </a:lnTo>
                  <a:lnTo>
                    <a:pt x="29" y="74"/>
                  </a:lnTo>
                  <a:lnTo>
                    <a:pt x="30" y="60"/>
                  </a:lnTo>
                  <a:lnTo>
                    <a:pt x="36" y="46"/>
                  </a:lnTo>
                  <a:lnTo>
                    <a:pt x="36" y="46"/>
                  </a:lnTo>
                  <a:lnTo>
                    <a:pt x="39" y="41"/>
                  </a:lnTo>
                  <a:lnTo>
                    <a:pt x="43" y="35"/>
                  </a:lnTo>
                  <a:lnTo>
                    <a:pt x="48" y="32"/>
                  </a:lnTo>
                  <a:lnTo>
                    <a:pt x="53" y="30"/>
                  </a:lnTo>
                  <a:lnTo>
                    <a:pt x="62" y="28"/>
                  </a:lnTo>
                  <a:lnTo>
                    <a:pt x="72" y="30"/>
                  </a:lnTo>
                  <a:lnTo>
                    <a:pt x="102" y="37"/>
                  </a:lnTo>
                  <a:lnTo>
                    <a:pt x="102" y="37"/>
                  </a:lnTo>
                  <a:lnTo>
                    <a:pt x="79" y="25"/>
                  </a:lnTo>
                  <a:lnTo>
                    <a:pt x="60" y="20"/>
                  </a:lnTo>
                  <a:lnTo>
                    <a:pt x="53" y="18"/>
                  </a:lnTo>
                  <a:lnTo>
                    <a:pt x="48" y="20"/>
                  </a:lnTo>
                  <a:lnTo>
                    <a:pt x="48" y="20"/>
                  </a:lnTo>
                  <a:lnTo>
                    <a:pt x="41" y="25"/>
                  </a:lnTo>
                  <a:lnTo>
                    <a:pt x="36" y="30"/>
                  </a:lnTo>
                  <a:lnTo>
                    <a:pt x="30" y="37"/>
                  </a:lnTo>
                  <a:lnTo>
                    <a:pt x="30" y="37"/>
                  </a:lnTo>
                  <a:lnTo>
                    <a:pt x="27" y="37"/>
                  </a:lnTo>
                  <a:lnTo>
                    <a:pt x="21" y="35"/>
                  </a:lnTo>
                  <a:lnTo>
                    <a:pt x="18" y="34"/>
                  </a:lnTo>
                  <a:lnTo>
                    <a:pt x="14" y="30"/>
                  </a:lnTo>
                  <a:lnTo>
                    <a:pt x="11" y="23"/>
                  </a:lnTo>
                  <a:lnTo>
                    <a:pt x="7" y="12"/>
                  </a:lnTo>
                  <a:lnTo>
                    <a:pt x="7" y="0"/>
                  </a:lnTo>
                  <a:lnTo>
                    <a:pt x="7" y="0"/>
                  </a:lnTo>
                  <a:lnTo>
                    <a:pt x="7" y="0"/>
                  </a:lnTo>
                  <a:lnTo>
                    <a:pt x="2" y="20"/>
                  </a:lnTo>
                  <a:lnTo>
                    <a:pt x="0" y="28"/>
                  </a:lnTo>
                  <a:lnTo>
                    <a:pt x="2" y="34"/>
                  </a:lnTo>
                  <a:lnTo>
                    <a:pt x="2" y="34"/>
                  </a:lnTo>
                  <a:lnTo>
                    <a:pt x="7" y="44"/>
                  </a:lnTo>
                  <a:lnTo>
                    <a:pt x="13" y="49"/>
                  </a:lnTo>
                  <a:lnTo>
                    <a:pt x="20" y="55"/>
                  </a:lnTo>
                  <a:lnTo>
                    <a:pt x="20" y="55"/>
                  </a:lnTo>
                  <a:lnTo>
                    <a:pt x="13" y="72"/>
                  </a:lnTo>
                  <a:lnTo>
                    <a:pt x="9" y="85"/>
                  </a:lnTo>
                  <a:lnTo>
                    <a:pt x="9" y="90"/>
                  </a:lnTo>
                  <a:lnTo>
                    <a:pt x="11" y="95"/>
                  </a:lnTo>
                  <a:lnTo>
                    <a:pt x="11" y="95"/>
                  </a:lnTo>
                  <a:lnTo>
                    <a:pt x="18" y="102"/>
                  </a:lnTo>
                  <a:lnTo>
                    <a:pt x="27" y="107"/>
                  </a:lnTo>
                  <a:lnTo>
                    <a:pt x="37" y="113"/>
                  </a:lnTo>
                  <a:lnTo>
                    <a:pt x="37" y="113"/>
                  </a:lnTo>
                  <a:lnTo>
                    <a:pt x="34" y="120"/>
                  </a:lnTo>
                  <a:lnTo>
                    <a:pt x="32" y="136"/>
                  </a:lnTo>
                  <a:lnTo>
                    <a:pt x="32" y="144"/>
                  </a:lnTo>
                  <a:lnTo>
                    <a:pt x="36" y="153"/>
                  </a:lnTo>
                  <a:lnTo>
                    <a:pt x="41" y="158"/>
                  </a:lnTo>
                  <a:lnTo>
                    <a:pt x="44" y="162"/>
                  </a:lnTo>
                  <a:lnTo>
                    <a:pt x="50" y="164"/>
                  </a:lnTo>
                  <a:lnTo>
                    <a:pt x="50" y="164"/>
                  </a:lnTo>
                  <a:lnTo>
                    <a:pt x="50" y="171"/>
                  </a:lnTo>
                  <a:lnTo>
                    <a:pt x="51" y="178"/>
                  </a:lnTo>
                  <a:lnTo>
                    <a:pt x="55" y="186"/>
                  </a:lnTo>
                  <a:lnTo>
                    <a:pt x="60" y="195"/>
                  </a:lnTo>
                  <a:lnTo>
                    <a:pt x="69" y="204"/>
                  </a:lnTo>
                  <a:lnTo>
                    <a:pt x="79" y="211"/>
                  </a:lnTo>
                  <a:lnTo>
                    <a:pt x="87" y="213"/>
                  </a:lnTo>
                  <a:lnTo>
                    <a:pt x="95" y="215"/>
                  </a:lnTo>
                  <a:lnTo>
                    <a:pt x="95" y="215"/>
                  </a:lnTo>
                  <a:lnTo>
                    <a:pt x="113" y="216"/>
                  </a:lnTo>
                  <a:lnTo>
                    <a:pt x="127" y="218"/>
                  </a:lnTo>
                  <a:lnTo>
                    <a:pt x="148" y="216"/>
                  </a:lnTo>
                  <a:lnTo>
                    <a:pt x="148" y="216"/>
                  </a:lnTo>
                  <a:lnTo>
                    <a:pt x="132" y="215"/>
                  </a:lnTo>
                  <a:lnTo>
                    <a:pt x="113" y="211"/>
                  </a:lnTo>
                  <a:lnTo>
                    <a:pt x="94" y="204"/>
                  </a:lnTo>
                  <a:lnTo>
                    <a:pt x="87" y="201"/>
                  </a:lnTo>
                  <a:lnTo>
                    <a:pt x="81" y="19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9" name="Freeform 190"/>
            <p:cNvSpPr>
              <a:spLocks/>
            </p:cNvSpPr>
            <p:nvPr/>
          </p:nvSpPr>
          <p:spPr bwMode="auto">
            <a:xfrm>
              <a:off x="10406063" y="1570038"/>
              <a:ext cx="220663" cy="238125"/>
            </a:xfrm>
            <a:custGeom>
              <a:avLst/>
              <a:gdLst>
                <a:gd name="T0" fmla="*/ 0 w 139"/>
                <a:gd name="T1" fmla="*/ 25 h 150"/>
                <a:gd name="T2" fmla="*/ 0 w 139"/>
                <a:gd name="T3" fmla="*/ 25 h 150"/>
                <a:gd name="T4" fmla="*/ 4 w 139"/>
                <a:gd name="T5" fmla="*/ 27 h 150"/>
                <a:gd name="T6" fmla="*/ 14 w 139"/>
                <a:gd name="T7" fmla="*/ 29 h 150"/>
                <a:gd name="T8" fmla="*/ 32 w 139"/>
                <a:gd name="T9" fmla="*/ 30 h 150"/>
                <a:gd name="T10" fmla="*/ 44 w 139"/>
                <a:gd name="T11" fmla="*/ 30 h 150"/>
                <a:gd name="T12" fmla="*/ 58 w 139"/>
                <a:gd name="T13" fmla="*/ 30 h 150"/>
                <a:gd name="T14" fmla="*/ 58 w 139"/>
                <a:gd name="T15" fmla="*/ 30 h 150"/>
                <a:gd name="T16" fmla="*/ 72 w 139"/>
                <a:gd name="T17" fmla="*/ 27 h 150"/>
                <a:gd name="T18" fmla="*/ 86 w 139"/>
                <a:gd name="T19" fmla="*/ 23 h 150"/>
                <a:gd name="T20" fmla="*/ 97 w 139"/>
                <a:gd name="T21" fmla="*/ 18 h 150"/>
                <a:gd name="T22" fmla="*/ 106 w 139"/>
                <a:gd name="T23" fmla="*/ 13 h 150"/>
                <a:gd name="T24" fmla="*/ 120 w 139"/>
                <a:gd name="T25" fmla="*/ 4 h 150"/>
                <a:gd name="T26" fmla="*/ 123 w 139"/>
                <a:gd name="T27" fmla="*/ 0 h 150"/>
                <a:gd name="T28" fmla="*/ 139 w 139"/>
                <a:gd name="T29" fmla="*/ 94 h 150"/>
                <a:gd name="T30" fmla="*/ 139 w 139"/>
                <a:gd name="T31" fmla="*/ 94 h 150"/>
                <a:gd name="T32" fmla="*/ 132 w 139"/>
                <a:gd name="T33" fmla="*/ 104 h 150"/>
                <a:gd name="T34" fmla="*/ 122 w 139"/>
                <a:gd name="T35" fmla="*/ 113 h 150"/>
                <a:gd name="T36" fmla="*/ 111 w 139"/>
                <a:gd name="T37" fmla="*/ 125 h 150"/>
                <a:gd name="T38" fmla="*/ 97 w 139"/>
                <a:gd name="T39" fmla="*/ 136 h 150"/>
                <a:gd name="T40" fmla="*/ 83 w 139"/>
                <a:gd name="T41" fmla="*/ 145 h 150"/>
                <a:gd name="T42" fmla="*/ 76 w 139"/>
                <a:gd name="T43" fmla="*/ 146 h 150"/>
                <a:gd name="T44" fmla="*/ 69 w 139"/>
                <a:gd name="T45" fmla="*/ 148 h 150"/>
                <a:gd name="T46" fmla="*/ 62 w 139"/>
                <a:gd name="T47" fmla="*/ 150 h 150"/>
                <a:gd name="T48" fmla="*/ 55 w 139"/>
                <a:gd name="T49" fmla="*/ 148 h 150"/>
                <a:gd name="T50" fmla="*/ 55 w 139"/>
                <a:gd name="T51" fmla="*/ 148 h 150"/>
                <a:gd name="T52" fmla="*/ 42 w 139"/>
                <a:gd name="T53" fmla="*/ 145 h 150"/>
                <a:gd name="T54" fmla="*/ 30 w 139"/>
                <a:gd name="T55" fmla="*/ 139 h 150"/>
                <a:gd name="T56" fmla="*/ 21 w 139"/>
                <a:gd name="T57" fmla="*/ 132 h 150"/>
                <a:gd name="T58" fmla="*/ 14 w 139"/>
                <a:gd name="T59" fmla="*/ 125 h 150"/>
                <a:gd name="T60" fmla="*/ 4 w 139"/>
                <a:gd name="T61" fmla="*/ 115 h 150"/>
                <a:gd name="T62" fmla="*/ 0 w 139"/>
                <a:gd name="T63" fmla="*/ 109 h 150"/>
                <a:gd name="T64" fmla="*/ 0 w 139"/>
                <a:gd name="T65" fmla="*/ 2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50">
                  <a:moveTo>
                    <a:pt x="0" y="25"/>
                  </a:moveTo>
                  <a:lnTo>
                    <a:pt x="0" y="25"/>
                  </a:lnTo>
                  <a:lnTo>
                    <a:pt x="4" y="27"/>
                  </a:lnTo>
                  <a:lnTo>
                    <a:pt x="14" y="29"/>
                  </a:lnTo>
                  <a:lnTo>
                    <a:pt x="32" y="30"/>
                  </a:lnTo>
                  <a:lnTo>
                    <a:pt x="44" y="30"/>
                  </a:lnTo>
                  <a:lnTo>
                    <a:pt x="58" y="30"/>
                  </a:lnTo>
                  <a:lnTo>
                    <a:pt x="58" y="30"/>
                  </a:lnTo>
                  <a:lnTo>
                    <a:pt x="72" y="27"/>
                  </a:lnTo>
                  <a:lnTo>
                    <a:pt x="86" y="23"/>
                  </a:lnTo>
                  <a:lnTo>
                    <a:pt x="97" y="18"/>
                  </a:lnTo>
                  <a:lnTo>
                    <a:pt x="106" y="13"/>
                  </a:lnTo>
                  <a:lnTo>
                    <a:pt x="120" y="4"/>
                  </a:lnTo>
                  <a:lnTo>
                    <a:pt x="123" y="0"/>
                  </a:lnTo>
                  <a:lnTo>
                    <a:pt x="139" y="94"/>
                  </a:lnTo>
                  <a:lnTo>
                    <a:pt x="139" y="94"/>
                  </a:lnTo>
                  <a:lnTo>
                    <a:pt x="132" y="104"/>
                  </a:lnTo>
                  <a:lnTo>
                    <a:pt x="122" y="113"/>
                  </a:lnTo>
                  <a:lnTo>
                    <a:pt x="111" y="125"/>
                  </a:lnTo>
                  <a:lnTo>
                    <a:pt x="97" y="136"/>
                  </a:lnTo>
                  <a:lnTo>
                    <a:pt x="83" y="145"/>
                  </a:lnTo>
                  <a:lnTo>
                    <a:pt x="76" y="146"/>
                  </a:lnTo>
                  <a:lnTo>
                    <a:pt x="69" y="148"/>
                  </a:lnTo>
                  <a:lnTo>
                    <a:pt x="62" y="150"/>
                  </a:lnTo>
                  <a:lnTo>
                    <a:pt x="55" y="148"/>
                  </a:lnTo>
                  <a:lnTo>
                    <a:pt x="55" y="148"/>
                  </a:lnTo>
                  <a:lnTo>
                    <a:pt x="42" y="145"/>
                  </a:lnTo>
                  <a:lnTo>
                    <a:pt x="30" y="139"/>
                  </a:lnTo>
                  <a:lnTo>
                    <a:pt x="21" y="132"/>
                  </a:lnTo>
                  <a:lnTo>
                    <a:pt x="14" y="125"/>
                  </a:lnTo>
                  <a:lnTo>
                    <a:pt x="4" y="115"/>
                  </a:lnTo>
                  <a:lnTo>
                    <a:pt x="0" y="109"/>
                  </a:lnTo>
                  <a:lnTo>
                    <a:pt x="0" y="25"/>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0" name="Freeform 191"/>
            <p:cNvSpPr>
              <a:spLocks/>
            </p:cNvSpPr>
            <p:nvPr/>
          </p:nvSpPr>
          <p:spPr bwMode="auto">
            <a:xfrm>
              <a:off x="10085388" y="1671638"/>
              <a:ext cx="669925" cy="1023938"/>
            </a:xfrm>
            <a:custGeom>
              <a:avLst/>
              <a:gdLst>
                <a:gd name="T0" fmla="*/ 5 w 422"/>
                <a:gd name="T1" fmla="*/ 378 h 645"/>
                <a:gd name="T2" fmla="*/ 176 w 422"/>
                <a:gd name="T3" fmla="*/ 416 h 645"/>
                <a:gd name="T4" fmla="*/ 194 w 422"/>
                <a:gd name="T5" fmla="*/ 19 h 645"/>
                <a:gd name="T6" fmla="*/ 194 w 422"/>
                <a:gd name="T7" fmla="*/ 19 h 645"/>
                <a:gd name="T8" fmla="*/ 195 w 422"/>
                <a:gd name="T9" fmla="*/ 23 h 645"/>
                <a:gd name="T10" fmla="*/ 204 w 422"/>
                <a:gd name="T11" fmla="*/ 28 h 645"/>
                <a:gd name="T12" fmla="*/ 218 w 422"/>
                <a:gd name="T13" fmla="*/ 37 h 645"/>
                <a:gd name="T14" fmla="*/ 227 w 422"/>
                <a:gd name="T15" fmla="*/ 40 h 645"/>
                <a:gd name="T16" fmla="*/ 236 w 422"/>
                <a:gd name="T17" fmla="*/ 44 h 645"/>
                <a:gd name="T18" fmla="*/ 246 w 422"/>
                <a:gd name="T19" fmla="*/ 45 h 645"/>
                <a:gd name="T20" fmla="*/ 259 w 422"/>
                <a:gd name="T21" fmla="*/ 45 h 645"/>
                <a:gd name="T22" fmla="*/ 271 w 422"/>
                <a:gd name="T23" fmla="*/ 44 h 645"/>
                <a:gd name="T24" fmla="*/ 283 w 422"/>
                <a:gd name="T25" fmla="*/ 40 h 645"/>
                <a:gd name="T26" fmla="*/ 297 w 422"/>
                <a:gd name="T27" fmla="*/ 35 h 645"/>
                <a:gd name="T28" fmla="*/ 313 w 422"/>
                <a:gd name="T29" fmla="*/ 26 h 645"/>
                <a:gd name="T30" fmla="*/ 327 w 422"/>
                <a:gd name="T31" fmla="*/ 16 h 645"/>
                <a:gd name="T32" fmla="*/ 343 w 422"/>
                <a:gd name="T33" fmla="*/ 0 h 645"/>
                <a:gd name="T34" fmla="*/ 422 w 422"/>
                <a:gd name="T35" fmla="*/ 589 h 645"/>
                <a:gd name="T36" fmla="*/ 422 w 422"/>
                <a:gd name="T37" fmla="*/ 589 h 645"/>
                <a:gd name="T38" fmla="*/ 418 w 422"/>
                <a:gd name="T39" fmla="*/ 597 h 645"/>
                <a:gd name="T40" fmla="*/ 411 w 422"/>
                <a:gd name="T41" fmla="*/ 606 h 645"/>
                <a:gd name="T42" fmla="*/ 401 w 422"/>
                <a:gd name="T43" fmla="*/ 617 h 645"/>
                <a:gd name="T44" fmla="*/ 387 w 422"/>
                <a:gd name="T45" fmla="*/ 627 h 645"/>
                <a:gd name="T46" fmla="*/ 369 w 422"/>
                <a:gd name="T47" fmla="*/ 636 h 645"/>
                <a:gd name="T48" fmla="*/ 359 w 422"/>
                <a:gd name="T49" fmla="*/ 639 h 645"/>
                <a:gd name="T50" fmla="*/ 346 w 422"/>
                <a:gd name="T51" fmla="*/ 643 h 645"/>
                <a:gd name="T52" fmla="*/ 334 w 422"/>
                <a:gd name="T53" fmla="*/ 645 h 645"/>
                <a:gd name="T54" fmla="*/ 320 w 422"/>
                <a:gd name="T55" fmla="*/ 645 h 645"/>
                <a:gd name="T56" fmla="*/ 320 w 422"/>
                <a:gd name="T57" fmla="*/ 645 h 645"/>
                <a:gd name="T58" fmla="*/ 246 w 422"/>
                <a:gd name="T59" fmla="*/ 645 h 645"/>
                <a:gd name="T60" fmla="*/ 160 w 422"/>
                <a:gd name="T61" fmla="*/ 641 h 645"/>
                <a:gd name="T62" fmla="*/ 60 w 422"/>
                <a:gd name="T63" fmla="*/ 636 h 645"/>
                <a:gd name="T64" fmla="*/ 60 w 422"/>
                <a:gd name="T65" fmla="*/ 636 h 645"/>
                <a:gd name="T66" fmla="*/ 48 w 422"/>
                <a:gd name="T67" fmla="*/ 617 h 645"/>
                <a:gd name="T68" fmla="*/ 35 w 422"/>
                <a:gd name="T69" fmla="*/ 594 h 645"/>
                <a:gd name="T70" fmla="*/ 23 w 422"/>
                <a:gd name="T71" fmla="*/ 562 h 645"/>
                <a:gd name="T72" fmla="*/ 16 w 422"/>
                <a:gd name="T73" fmla="*/ 545 h 645"/>
                <a:gd name="T74" fmla="*/ 11 w 422"/>
                <a:gd name="T75" fmla="*/ 525 h 645"/>
                <a:gd name="T76" fmla="*/ 5 w 422"/>
                <a:gd name="T77" fmla="*/ 504 h 645"/>
                <a:gd name="T78" fmla="*/ 2 w 422"/>
                <a:gd name="T79" fmla="*/ 481 h 645"/>
                <a:gd name="T80" fmla="*/ 0 w 422"/>
                <a:gd name="T81" fmla="*/ 457 h 645"/>
                <a:gd name="T82" fmla="*/ 0 w 422"/>
                <a:gd name="T83" fmla="*/ 432 h 645"/>
                <a:gd name="T84" fmla="*/ 2 w 422"/>
                <a:gd name="T85" fmla="*/ 406 h 645"/>
                <a:gd name="T86" fmla="*/ 5 w 422"/>
                <a:gd name="T87" fmla="*/ 378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2" h="645">
                  <a:moveTo>
                    <a:pt x="5" y="378"/>
                  </a:moveTo>
                  <a:lnTo>
                    <a:pt x="176" y="416"/>
                  </a:lnTo>
                  <a:lnTo>
                    <a:pt x="194" y="19"/>
                  </a:lnTo>
                  <a:lnTo>
                    <a:pt x="194" y="19"/>
                  </a:lnTo>
                  <a:lnTo>
                    <a:pt x="195" y="23"/>
                  </a:lnTo>
                  <a:lnTo>
                    <a:pt x="204" y="28"/>
                  </a:lnTo>
                  <a:lnTo>
                    <a:pt x="218" y="37"/>
                  </a:lnTo>
                  <a:lnTo>
                    <a:pt x="227" y="40"/>
                  </a:lnTo>
                  <a:lnTo>
                    <a:pt x="236" y="44"/>
                  </a:lnTo>
                  <a:lnTo>
                    <a:pt x="246" y="45"/>
                  </a:lnTo>
                  <a:lnTo>
                    <a:pt x="259" y="45"/>
                  </a:lnTo>
                  <a:lnTo>
                    <a:pt x="271" y="44"/>
                  </a:lnTo>
                  <a:lnTo>
                    <a:pt x="283" y="40"/>
                  </a:lnTo>
                  <a:lnTo>
                    <a:pt x="297" y="35"/>
                  </a:lnTo>
                  <a:lnTo>
                    <a:pt x="313" y="26"/>
                  </a:lnTo>
                  <a:lnTo>
                    <a:pt x="327" y="16"/>
                  </a:lnTo>
                  <a:lnTo>
                    <a:pt x="343" y="0"/>
                  </a:lnTo>
                  <a:lnTo>
                    <a:pt x="422" y="589"/>
                  </a:lnTo>
                  <a:lnTo>
                    <a:pt x="422" y="589"/>
                  </a:lnTo>
                  <a:lnTo>
                    <a:pt x="418" y="597"/>
                  </a:lnTo>
                  <a:lnTo>
                    <a:pt x="411" y="606"/>
                  </a:lnTo>
                  <a:lnTo>
                    <a:pt x="401" y="617"/>
                  </a:lnTo>
                  <a:lnTo>
                    <a:pt x="387" y="627"/>
                  </a:lnTo>
                  <a:lnTo>
                    <a:pt x="369" y="636"/>
                  </a:lnTo>
                  <a:lnTo>
                    <a:pt x="359" y="639"/>
                  </a:lnTo>
                  <a:lnTo>
                    <a:pt x="346" y="643"/>
                  </a:lnTo>
                  <a:lnTo>
                    <a:pt x="334" y="645"/>
                  </a:lnTo>
                  <a:lnTo>
                    <a:pt x="320" y="645"/>
                  </a:lnTo>
                  <a:lnTo>
                    <a:pt x="320" y="645"/>
                  </a:lnTo>
                  <a:lnTo>
                    <a:pt x="246" y="645"/>
                  </a:lnTo>
                  <a:lnTo>
                    <a:pt x="160" y="641"/>
                  </a:lnTo>
                  <a:lnTo>
                    <a:pt x="60" y="636"/>
                  </a:lnTo>
                  <a:lnTo>
                    <a:pt x="60" y="636"/>
                  </a:lnTo>
                  <a:lnTo>
                    <a:pt x="48" y="617"/>
                  </a:lnTo>
                  <a:lnTo>
                    <a:pt x="35" y="594"/>
                  </a:lnTo>
                  <a:lnTo>
                    <a:pt x="23" y="562"/>
                  </a:lnTo>
                  <a:lnTo>
                    <a:pt x="16" y="545"/>
                  </a:lnTo>
                  <a:lnTo>
                    <a:pt x="11" y="525"/>
                  </a:lnTo>
                  <a:lnTo>
                    <a:pt x="5" y="504"/>
                  </a:lnTo>
                  <a:lnTo>
                    <a:pt x="2" y="481"/>
                  </a:lnTo>
                  <a:lnTo>
                    <a:pt x="0" y="457"/>
                  </a:lnTo>
                  <a:lnTo>
                    <a:pt x="0" y="432"/>
                  </a:lnTo>
                  <a:lnTo>
                    <a:pt x="2" y="406"/>
                  </a:lnTo>
                  <a:lnTo>
                    <a:pt x="5" y="378"/>
                  </a:lnTo>
                  <a:close/>
                </a:path>
              </a:pathLst>
            </a:custGeom>
            <a:solidFill>
              <a:srgbClr val="2D2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1" name="Freeform 192"/>
            <p:cNvSpPr>
              <a:spLocks/>
            </p:cNvSpPr>
            <p:nvPr/>
          </p:nvSpPr>
          <p:spPr bwMode="auto">
            <a:xfrm>
              <a:off x="10085388" y="1671638"/>
              <a:ext cx="669925" cy="1023938"/>
            </a:xfrm>
            <a:custGeom>
              <a:avLst/>
              <a:gdLst>
                <a:gd name="T0" fmla="*/ 5 w 422"/>
                <a:gd name="T1" fmla="*/ 378 h 645"/>
                <a:gd name="T2" fmla="*/ 176 w 422"/>
                <a:gd name="T3" fmla="*/ 416 h 645"/>
                <a:gd name="T4" fmla="*/ 194 w 422"/>
                <a:gd name="T5" fmla="*/ 19 h 645"/>
                <a:gd name="T6" fmla="*/ 194 w 422"/>
                <a:gd name="T7" fmla="*/ 19 h 645"/>
                <a:gd name="T8" fmla="*/ 195 w 422"/>
                <a:gd name="T9" fmla="*/ 23 h 645"/>
                <a:gd name="T10" fmla="*/ 204 w 422"/>
                <a:gd name="T11" fmla="*/ 28 h 645"/>
                <a:gd name="T12" fmla="*/ 218 w 422"/>
                <a:gd name="T13" fmla="*/ 37 h 645"/>
                <a:gd name="T14" fmla="*/ 227 w 422"/>
                <a:gd name="T15" fmla="*/ 40 h 645"/>
                <a:gd name="T16" fmla="*/ 236 w 422"/>
                <a:gd name="T17" fmla="*/ 44 h 645"/>
                <a:gd name="T18" fmla="*/ 246 w 422"/>
                <a:gd name="T19" fmla="*/ 45 h 645"/>
                <a:gd name="T20" fmla="*/ 259 w 422"/>
                <a:gd name="T21" fmla="*/ 45 h 645"/>
                <a:gd name="T22" fmla="*/ 271 w 422"/>
                <a:gd name="T23" fmla="*/ 44 h 645"/>
                <a:gd name="T24" fmla="*/ 283 w 422"/>
                <a:gd name="T25" fmla="*/ 40 h 645"/>
                <a:gd name="T26" fmla="*/ 297 w 422"/>
                <a:gd name="T27" fmla="*/ 35 h 645"/>
                <a:gd name="T28" fmla="*/ 313 w 422"/>
                <a:gd name="T29" fmla="*/ 26 h 645"/>
                <a:gd name="T30" fmla="*/ 327 w 422"/>
                <a:gd name="T31" fmla="*/ 16 h 645"/>
                <a:gd name="T32" fmla="*/ 343 w 422"/>
                <a:gd name="T33" fmla="*/ 0 h 645"/>
                <a:gd name="T34" fmla="*/ 422 w 422"/>
                <a:gd name="T35" fmla="*/ 589 h 645"/>
                <a:gd name="T36" fmla="*/ 422 w 422"/>
                <a:gd name="T37" fmla="*/ 589 h 645"/>
                <a:gd name="T38" fmla="*/ 418 w 422"/>
                <a:gd name="T39" fmla="*/ 597 h 645"/>
                <a:gd name="T40" fmla="*/ 411 w 422"/>
                <a:gd name="T41" fmla="*/ 606 h 645"/>
                <a:gd name="T42" fmla="*/ 401 w 422"/>
                <a:gd name="T43" fmla="*/ 617 h 645"/>
                <a:gd name="T44" fmla="*/ 387 w 422"/>
                <a:gd name="T45" fmla="*/ 627 h 645"/>
                <a:gd name="T46" fmla="*/ 369 w 422"/>
                <a:gd name="T47" fmla="*/ 636 h 645"/>
                <a:gd name="T48" fmla="*/ 359 w 422"/>
                <a:gd name="T49" fmla="*/ 639 h 645"/>
                <a:gd name="T50" fmla="*/ 346 w 422"/>
                <a:gd name="T51" fmla="*/ 643 h 645"/>
                <a:gd name="T52" fmla="*/ 334 w 422"/>
                <a:gd name="T53" fmla="*/ 645 h 645"/>
                <a:gd name="T54" fmla="*/ 320 w 422"/>
                <a:gd name="T55" fmla="*/ 645 h 645"/>
                <a:gd name="T56" fmla="*/ 320 w 422"/>
                <a:gd name="T57" fmla="*/ 645 h 645"/>
                <a:gd name="T58" fmla="*/ 246 w 422"/>
                <a:gd name="T59" fmla="*/ 645 h 645"/>
                <a:gd name="T60" fmla="*/ 160 w 422"/>
                <a:gd name="T61" fmla="*/ 641 h 645"/>
                <a:gd name="T62" fmla="*/ 60 w 422"/>
                <a:gd name="T63" fmla="*/ 636 h 645"/>
                <a:gd name="T64" fmla="*/ 60 w 422"/>
                <a:gd name="T65" fmla="*/ 636 h 645"/>
                <a:gd name="T66" fmla="*/ 48 w 422"/>
                <a:gd name="T67" fmla="*/ 617 h 645"/>
                <a:gd name="T68" fmla="*/ 35 w 422"/>
                <a:gd name="T69" fmla="*/ 594 h 645"/>
                <a:gd name="T70" fmla="*/ 23 w 422"/>
                <a:gd name="T71" fmla="*/ 562 h 645"/>
                <a:gd name="T72" fmla="*/ 16 w 422"/>
                <a:gd name="T73" fmla="*/ 545 h 645"/>
                <a:gd name="T74" fmla="*/ 11 w 422"/>
                <a:gd name="T75" fmla="*/ 525 h 645"/>
                <a:gd name="T76" fmla="*/ 5 w 422"/>
                <a:gd name="T77" fmla="*/ 504 h 645"/>
                <a:gd name="T78" fmla="*/ 2 w 422"/>
                <a:gd name="T79" fmla="*/ 481 h 645"/>
                <a:gd name="T80" fmla="*/ 0 w 422"/>
                <a:gd name="T81" fmla="*/ 457 h 645"/>
                <a:gd name="T82" fmla="*/ 0 w 422"/>
                <a:gd name="T83" fmla="*/ 432 h 645"/>
                <a:gd name="T84" fmla="*/ 2 w 422"/>
                <a:gd name="T85" fmla="*/ 406 h 645"/>
                <a:gd name="T86" fmla="*/ 5 w 422"/>
                <a:gd name="T87" fmla="*/ 378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2" h="645">
                  <a:moveTo>
                    <a:pt x="5" y="378"/>
                  </a:moveTo>
                  <a:lnTo>
                    <a:pt x="176" y="416"/>
                  </a:lnTo>
                  <a:lnTo>
                    <a:pt x="194" y="19"/>
                  </a:lnTo>
                  <a:lnTo>
                    <a:pt x="194" y="19"/>
                  </a:lnTo>
                  <a:lnTo>
                    <a:pt x="195" y="23"/>
                  </a:lnTo>
                  <a:lnTo>
                    <a:pt x="204" y="28"/>
                  </a:lnTo>
                  <a:lnTo>
                    <a:pt x="218" y="37"/>
                  </a:lnTo>
                  <a:lnTo>
                    <a:pt x="227" y="40"/>
                  </a:lnTo>
                  <a:lnTo>
                    <a:pt x="236" y="44"/>
                  </a:lnTo>
                  <a:lnTo>
                    <a:pt x="246" y="45"/>
                  </a:lnTo>
                  <a:lnTo>
                    <a:pt x="259" y="45"/>
                  </a:lnTo>
                  <a:lnTo>
                    <a:pt x="271" y="44"/>
                  </a:lnTo>
                  <a:lnTo>
                    <a:pt x="283" y="40"/>
                  </a:lnTo>
                  <a:lnTo>
                    <a:pt x="297" y="35"/>
                  </a:lnTo>
                  <a:lnTo>
                    <a:pt x="313" y="26"/>
                  </a:lnTo>
                  <a:lnTo>
                    <a:pt x="327" y="16"/>
                  </a:lnTo>
                  <a:lnTo>
                    <a:pt x="343" y="0"/>
                  </a:lnTo>
                  <a:lnTo>
                    <a:pt x="422" y="589"/>
                  </a:lnTo>
                  <a:lnTo>
                    <a:pt x="422" y="589"/>
                  </a:lnTo>
                  <a:lnTo>
                    <a:pt x="418" y="597"/>
                  </a:lnTo>
                  <a:lnTo>
                    <a:pt x="411" y="606"/>
                  </a:lnTo>
                  <a:lnTo>
                    <a:pt x="401" y="617"/>
                  </a:lnTo>
                  <a:lnTo>
                    <a:pt x="387" y="627"/>
                  </a:lnTo>
                  <a:lnTo>
                    <a:pt x="369" y="636"/>
                  </a:lnTo>
                  <a:lnTo>
                    <a:pt x="359" y="639"/>
                  </a:lnTo>
                  <a:lnTo>
                    <a:pt x="346" y="643"/>
                  </a:lnTo>
                  <a:lnTo>
                    <a:pt x="334" y="645"/>
                  </a:lnTo>
                  <a:lnTo>
                    <a:pt x="320" y="645"/>
                  </a:lnTo>
                  <a:lnTo>
                    <a:pt x="320" y="645"/>
                  </a:lnTo>
                  <a:lnTo>
                    <a:pt x="246" y="645"/>
                  </a:lnTo>
                  <a:lnTo>
                    <a:pt x="160" y="641"/>
                  </a:lnTo>
                  <a:lnTo>
                    <a:pt x="60" y="636"/>
                  </a:lnTo>
                  <a:lnTo>
                    <a:pt x="60" y="636"/>
                  </a:lnTo>
                  <a:lnTo>
                    <a:pt x="48" y="617"/>
                  </a:lnTo>
                  <a:lnTo>
                    <a:pt x="35" y="594"/>
                  </a:lnTo>
                  <a:lnTo>
                    <a:pt x="23" y="562"/>
                  </a:lnTo>
                  <a:lnTo>
                    <a:pt x="16" y="545"/>
                  </a:lnTo>
                  <a:lnTo>
                    <a:pt x="11" y="525"/>
                  </a:lnTo>
                  <a:lnTo>
                    <a:pt x="5" y="504"/>
                  </a:lnTo>
                  <a:lnTo>
                    <a:pt x="2" y="481"/>
                  </a:lnTo>
                  <a:lnTo>
                    <a:pt x="0" y="457"/>
                  </a:lnTo>
                  <a:lnTo>
                    <a:pt x="0" y="432"/>
                  </a:lnTo>
                  <a:lnTo>
                    <a:pt x="2" y="406"/>
                  </a:lnTo>
                  <a:lnTo>
                    <a:pt x="5" y="3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2" name="Freeform 193"/>
            <p:cNvSpPr>
              <a:spLocks/>
            </p:cNvSpPr>
            <p:nvPr/>
          </p:nvSpPr>
          <p:spPr bwMode="auto">
            <a:xfrm>
              <a:off x="8559801" y="3925888"/>
              <a:ext cx="211138" cy="77788"/>
            </a:xfrm>
            <a:custGeom>
              <a:avLst/>
              <a:gdLst>
                <a:gd name="T0" fmla="*/ 0 w 133"/>
                <a:gd name="T1" fmla="*/ 12 h 49"/>
                <a:gd name="T2" fmla="*/ 0 w 133"/>
                <a:gd name="T3" fmla="*/ 49 h 49"/>
                <a:gd name="T4" fmla="*/ 133 w 133"/>
                <a:gd name="T5" fmla="*/ 31 h 49"/>
                <a:gd name="T6" fmla="*/ 133 w 133"/>
                <a:gd name="T7" fmla="*/ 0 h 49"/>
                <a:gd name="T8" fmla="*/ 0 w 133"/>
                <a:gd name="T9" fmla="*/ 12 h 49"/>
              </a:gdLst>
              <a:ahLst/>
              <a:cxnLst>
                <a:cxn ang="0">
                  <a:pos x="T0" y="T1"/>
                </a:cxn>
                <a:cxn ang="0">
                  <a:pos x="T2" y="T3"/>
                </a:cxn>
                <a:cxn ang="0">
                  <a:pos x="T4" y="T5"/>
                </a:cxn>
                <a:cxn ang="0">
                  <a:pos x="T6" y="T7"/>
                </a:cxn>
                <a:cxn ang="0">
                  <a:pos x="T8" y="T9"/>
                </a:cxn>
              </a:cxnLst>
              <a:rect l="0" t="0" r="r" b="b"/>
              <a:pathLst>
                <a:path w="133" h="49">
                  <a:moveTo>
                    <a:pt x="0" y="12"/>
                  </a:moveTo>
                  <a:lnTo>
                    <a:pt x="0" y="49"/>
                  </a:lnTo>
                  <a:lnTo>
                    <a:pt x="133" y="31"/>
                  </a:lnTo>
                  <a:lnTo>
                    <a:pt x="133" y="0"/>
                  </a:lnTo>
                  <a:lnTo>
                    <a:pt x="0" y="12"/>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3" name="Freeform 194"/>
            <p:cNvSpPr>
              <a:spLocks/>
            </p:cNvSpPr>
            <p:nvPr/>
          </p:nvSpPr>
          <p:spPr bwMode="auto">
            <a:xfrm>
              <a:off x="8520113" y="2217738"/>
              <a:ext cx="493713" cy="1746250"/>
            </a:xfrm>
            <a:custGeom>
              <a:avLst/>
              <a:gdLst>
                <a:gd name="T0" fmla="*/ 259 w 311"/>
                <a:gd name="T1" fmla="*/ 0 h 1100"/>
                <a:gd name="T2" fmla="*/ 259 w 311"/>
                <a:gd name="T3" fmla="*/ 0 h 1100"/>
                <a:gd name="T4" fmla="*/ 273 w 311"/>
                <a:gd name="T5" fmla="*/ 37 h 1100"/>
                <a:gd name="T6" fmla="*/ 285 w 311"/>
                <a:gd name="T7" fmla="*/ 79 h 1100"/>
                <a:gd name="T8" fmla="*/ 297 w 311"/>
                <a:gd name="T9" fmla="*/ 134 h 1100"/>
                <a:gd name="T10" fmla="*/ 303 w 311"/>
                <a:gd name="T11" fmla="*/ 164 h 1100"/>
                <a:gd name="T12" fmla="*/ 308 w 311"/>
                <a:gd name="T13" fmla="*/ 195 h 1100"/>
                <a:gd name="T14" fmla="*/ 310 w 311"/>
                <a:gd name="T15" fmla="*/ 227 h 1100"/>
                <a:gd name="T16" fmla="*/ 311 w 311"/>
                <a:gd name="T17" fmla="*/ 260 h 1100"/>
                <a:gd name="T18" fmla="*/ 310 w 311"/>
                <a:gd name="T19" fmla="*/ 294 h 1100"/>
                <a:gd name="T20" fmla="*/ 306 w 311"/>
                <a:gd name="T21" fmla="*/ 325 h 1100"/>
                <a:gd name="T22" fmla="*/ 301 w 311"/>
                <a:gd name="T23" fmla="*/ 359 h 1100"/>
                <a:gd name="T24" fmla="*/ 290 w 311"/>
                <a:gd name="T25" fmla="*/ 390 h 1100"/>
                <a:gd name="T26" fmla="*/ 290 w 311"/>
                <a:gd name="T27" fmla="*/ 390 h 1100"/>
                <a:gd name="T28" fmla="*/ 283 w 311"/>
                <a:gd name="T29" fmla="*/ 404 h 1100"/>
                <a:gd name="T30" fmla="*/ 266 w 311"/>
                <a:gd name="T31" fmla="*/ 443 h 1100"/>
                <a:gd name="T32" fmla="*/ 253 w 311"/>
                <a:gd name="T33" fmla="*/ 473 h 1100"/>
                <a:gd name="T34" fmla="*/ 239 w 311"/>
                <a:gd name="T35" fmla="*/ 506 h 1100"/>
                <a:gd name="T36" fmla="*/ 225 w 311"/>
                <a:gd name="T37" fmla="*/ 547 h 1100"/>
                <a:gd name="T38" fmla="*/ 213 w 311"/>
                <a:gd name="T39" fmla="*/ 591 h 1100"/>
                <a:gd name="T40" fmla="*/ 199 w 311"/>
                <a:gd name="T41" fmla="*/ 640 h 1100"/>
                <a:gd name="T42" fmla="*/ 187 w 311"/>
                <a:gd name="T43" fmla="*/ 694 h 1100"/>
                <a:gd name="T44" fmla="*/ 176 w 311"/>
                <a:gd name="T45" fmla="*/ 751 h 1100"/>
                <a:gd name="T46" fmla="*/ 167 w 311"/>
                <a:gd name="T47" fmla="*/ 812 h 1100"/>
                <a:gd name="T48" fmla="*/ 162 w 311"/>
                <a:gd name="T49" fmla="*/ 877 h 1100"/>
                <a:gd name="T50" fmla="*/ 160 w 311"/>
                <a:gd name="T51" fmla="*/ 946 h 1100"/>
                <a:gd name="T52" fmla="*/ 160 w 311"/>
                <a:gd name="T53" fmla="*/ 1016 h 1100"/>
                <a:gd name="T54" fmla="*/ 164 w 311"/>
                <a:gd name="T55" fmla="*/ 1051 h 1100"/>
                <a:gd name="T56" fmla="*/ 167 w 311"/>
                <a:gd name="T57" fmla="*/ 1088 h 1100"/>
                <a:gd name="T58" fmla="*/ 7 w 311"/>
                <a:gd name="T59" fmla="*/ 1100 h 1100"/>
                <a:gd name="T60" fmla="*/ 7 w 311"/>
                <a:gd name="T61" fmla="*/ 1100 h 1100"/>
                <a:gd name="T62" fmla="*/ 4 w 311"/>
                <a:gd name="T63" fmla="*/ 1041 h 1100"/>
                <a:gd name="T64" fmla="*/ 2 w 311"/>
                <a:gd name="T65" fmla="*/ 976 h 1100"/>
                <a:gd name="T66" fmla="*/ 0 w 311"/>
                <a:gd name="T67" fmla="*/ 893 h 1100"/>
                <a:gd name="T68" fmla="*/ 2 w 311"/>
                <a:gd name="T69" fmla="*/ 802 h 1100"/>
                <a:gd name="T70" fmla="*/ 4 w 311"/>
                <a:gd name="T71" fmla="*/ 752 h 1100"/>
                <a:gd name="T72" fmla="*/ 7 w 311"/>
                <a:gd name="T73" fmla="*/ 703 h 1100"/>
                <a:gd name="T74" fmla="*/ 13 w 311"/>
                <a:gd name="T75" fmla="*/ 656 h 1100"/>
                <a:gd name="T76" fmla="*/ 18 w 311"/>
                <a:gd name="T77" fmla="*/ 608 h 1100"/>
                <a:gd name="T78" fmla="*/ 27 w 311"/>
                <a:gd name="T79" fmla="*/ 563 h 1100"/>
                <a:gd name="T80" fmla="*/ 35 w 311"/>
                <a:gd name="T81" fmla="*/ 519 h 1100"/>
                <a:gd name="T82" fmla="*/ 35 w 311"/>
                <a:gd name="T83" fmla="*/ 519 h 1100"/>
                <a:gd name="T84" fmla="*/ 48 w 311"/>
                <a:gd name="T85" fmla="*/ 477 h 1100"/>
                <a:gd name="T86" fmla="*/ 62 w 311"/>
                <a:gd name="T87" fmla="*/ 433 h 1100"/>
                <a:gd name="T88" fmla="*/ 78 w 311"/>
                <a:gd name="T89" fmla="*/ 389 h 1100"/>
                <a:gd name="T90" fmla="*/ 93 w 311"/>
                <a:gd name="T91" fmla="*/ 345 h 1100"/>
                <a:gd name="T92" fmla="*/ 130 w 311"/>
                <a:gd name="T93" fmla="*/ 257 h 1100"/>
                <a:gd name="T94" fmla="*/ 169 w 311"/>
                <a:gd name="T95" fmla="*/ 176 h 1100"/>
                <a:gd name="T96" fmla="*/ 202 w 311"/>
                <a:gd name="T97" fmla="*/ 106 h 1100"/>
                <a:gd name="T98" fmla="*/ 232 w 311"/>
                <a:gd name="T99" fmla="*/ 49 h 1100"/>
                <a:gd name="T100" fmla="*/ 259 w 311"/>
                <a:gd name="T101"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 h="1100">
                  <a:moveTo>
                    <a:pt x="259" y="0"/>
                  </a:moveTo>
                  <a:lnTo>
                    <a:pt x="259" y="0"/>
                  </a:lnTo>
                  <a:lnTo>
                    <a:pt x="273" y="37"/>
                  </a:lnTo>
                  <a:lnTo>
                    <a:pt x="285" y="79"/>
                  </a:lnTo>
                  <a:lnTo>
                    <a:pt x="297" y="134"/>
                  </a:lnTo>
                  <a:lnTo>
                    <a:pt x="303" y="164"/>
                  </a:lnTo>
                  <a:lnTo>
                    <a:pt x="308" y="195"/>
                  </a:lnTo>
                  <a:lnTo>
                    <a:pt x="310" y="227"/>
                  </a:lnTo>
                  <a:lnTo>
                    <a:pt x="311" y="260"/>
                  </a:lnTo>
                  <a:lnTo>
                    <a:pt x="310" y="294"/>
                  </a:lnTo>
                  <a:lnTo>
                    <a:pt x="306" y="325"/>
                  </a:lnTo>
                  <a:lnTo>
                    <a:pt x="301" y="359"/>
                  </a:lnTo>
                  <a:lnTo>
                    <a:pt x="290" y="390"/>
                  </a:lnTo>
                  <a:lnTo>
                    <a:pt x="290" y="390"/>
                  </a:lnTo>
                  <a:lnTo>
                    <a:pt x="283" y="404"/>
                  </a:lnTo>
                  <a:lnTo>
                    <a:pt x="266" y="443"/>
                  </a:lnTo>
                  <a:lnTo>
                    <a:pt x="253" y="473"/>
                  </a:lnTo>
                  <a:lnTo>
                    <a:pt x="239" y="506"/>
                  </a:lnTo>
                  <a:lnTo>
                    <a:pt x="225" y="547"/>
                  </a:lnTo>
                  <a:lnTo>
                    <a:pt x="213" y="591"/>
                  </a:lnTo>
                  <a:lnTo>
                    <a:pt x="199" y="640"/>
                  </a:lnTo>
                  <a:lnTo>
                    <a:pt x="187" y="694"/>
                  </a:lnTo>
                  <a:lnTo>
                    <a:pt x="176" y="751"/>
                  </a:lnTo>
                  <a:lnTo>
                    <a:pt x="167" y="812"/>
                  </a:lnTo>
                  <a:lnTo>
                    <a:pt x="162" y="877"/>
                  </a:lnTo>
                  <a:lnTo>
                    <a:pt x="160" y="946"/>
                  </a:lnTo>
                  <a:lnTo>
                    <a:pt x="160" y="1016"/>
                  </a:lnTo>
                  <a:lnTo>
                    <a:pt x="164" y="1051"/>
                  </a:lnTo>
                  <a:lnTo>
                    <a:pt x="167" y="1088"/>
                  </a:lnTo>
                  <a:lnTo>
                    <a:pt x="7" y="1100"/>
                  </a:lnTo>
                  <a:lnTo>
                    <a:pt x="7" y="1100"/>
                  </a:lnTo>
                  <a:lnTo>
                    <a:pt x="4" y="1041"/>
                  </a:lnTo>
                  <a:lnTo>
                    <a:pt x="2" y="976"/>
                  </a:lnTo>
                  <a:lnTo>
                    <a:pt x="0" y="893"/>
                  </a:lnTo>
                  <a:lnTo>
                    <a:pt x="2" y="802"/>
                  </a:lnTo>
                  <a:lnTo>
                    <a:pt x="4" y="752"/>
                  </a:lnTo>
                  <a:lnTo>
                    <a:pt x="7" y="703"/>
                  </a:lnTo>
                  <a:lnTo>
                    <a:pt x="13" y="656"/>
                  </a:lnTo>
                  <a:lnTo>
                    <a:pt x="18" y="608"/>
                  </a:lnTo>
                  <a:lnTo>
                    <a:pt x="27" y="563"/>
                  </a:lnTo>
                  <a:lnTo>
                    <a:pt x="35" y="519"/>
                  </a:lnTo>
                  <a:lnTo>
                    <a:pt x="35" y="519"/>
                  </a:lnTo>
                  <a:lnTo>
                    <a:pt x="48" y="477"/>
                  </a:lnTo>
                  <a:lnTo>
                    <a:pt x="62" y="433"/>
                  </a:lnTo>
                  <a:lnTo>
                    <a:pt x="78" y="389"/>
                  </a:lnTo>
                  <a:lnTo>
                    <a:pt x="93" y="345"/>
                  </a:lnTo>
                  <a:lnTo>
                    <a:pt x="130" y="257"/>
                  </a:lnTo>
                  <a:lnTo>
                    <a:pt x="169" y="176"/>
                  </a:lnTo>
                  <a:lnTo>
                    <a:pt x="202" y="106"/>
                  </a:lnTo>
                  <a:lnTo>
                    <a:pt x="232" y="49"/>
                  </a:lnTo>
                  <a:lnTo>
                    <a:pt x="259" y="0"/>
                  </a:lnTo>
                  <a:close/>
                </a:path>
              </a:pathLst>
            </a:custGeom>
            <a:solidFill>
              <a:srgbClr val="2D2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4" name="Freeform 195"/>
            <p:cNvSpPr>
              <a:spLocks/>
            </p:cNvSpPr>
            <p:nvPr/>
          </p:nvSpPr>
          <p:spPr bwMode="auto">
            <a:xfrm>
              <a:off x="8520113" y="2217738"/>
              <a:ext cx="493713" cy="1746250"/>
            </a:xfrm>
            <a:custGeom>
              <a:avLst/>
              <a:gdLst>
                <a:gd name="T0" fmla="*/ 259 w 311"/>
                <a:gd name="T1" fmla="*/ 0 h 1100"/>
                <a:gd name="T2" fmla="*/ 259 w 311"/>
                <a:gd name="T3" fmla="*/ 0 h 1100"/>
                <a:gd name="T4" fmla="*/ 273 w 311"/>
                <a:gd name="T5" fmla="*/ 37 h 1100"/>
                <a:gd name="T6" fmla="*/ 285 w 311"/>
                <a:gd name="T7" fmla="*/ 79 h 1100"/>
                <a:gd name="T8" fmla="*/ 297 w 311"/>
                <a:gd name="T9" fmla="*/ 134 h 1100"/>
                <a:gd name="T10" fmla="*/ 303 w 311"/>
                <a:gd name="T11" fmla="*/ 164 h 1100"/>
                <a:gd name="T12" fmla="*/ 308 w 311"/>
                <a:gd name="T13" fmla="*/ 195 h 1100"/>
                <a:gd name="T14" fmla="*/ 310 w 311"/>
                <a:gd name="T15" fmla="*/ 227 h 1100"/>
                <a:gd name="T16" fmla="*/ 311 w 311"/>
                <a:gd name="T17" fmla="*/ 260 h 1100"/>
                <a:gd name="T18" fmla="*/ 310 w 311"/>
                <a:gd name="T19" fmla="*/ 294 h 1100"/>
                <a:gd name="T20" fmla="*/ 306 w 311"/>
                <a:gd name="T21" fmla="*/ 325 h 1100"/>
                <a:gd name="T22" fmla="*/ 301 w 311"/>
                <a:gd name="T23" fmla="*/ 359 h 1100"/>
                <a:gd name="T24" fmla="*/ 290 w 311"/>
                <a:gd name="T25" fmla="*/ 390 h 1100"/>
                <a:gd name="T26" fmla="*/ 290 w 311"/>
                <a:gd name="T27" fmla="*/ 390 h 1100"/>
                <a:gd name="T28" fmla="*/ 283 w 311"/>
                <a:gd name="T29" fmla="*/ 404 h 1100"/>
                <a:gd name="T30" fmla="*/ 266 w 311"/>
                <a:gd name="T31" fmla="*/ 443 h 1100"/>
                <a:gd name="T32" fmla="*/ 253 w 311"/>
                <a:gd name="T33" fmla="*/ 473 h 1100"/>
                <a:gd name="T34" fmla="*/ 239 w 311"/>
                <a:gd name="T35" fmla="*/ 506 h 1100"/>
                <a:gd name="T36" fmla="*/ 225 w 311"/>
                <a:gd name="T37" fmla="*/ 547 h 1100"/>
                <a:gd name="T38" fmla="*/ 213 w 311"/>
                <a:gd name="T39" fmla="*/ 591 h 1100"/>
                <a:gd name="T40" fmla="*/ 199 w 311"/>
                <a:gd name="T41" fmla="*/ 640 h 1100"/>
                <a:gd name="T42" fmla="*/ 187 w 311"/>
                <a:gd name="T43" fmla="*/ 694 h 1100"/>
                <a:gd name="T44" fmla="*/ 176 w 311"/>
                <a:gd name="T45" fmla="*/ 751 h 1100"/>
                <a:gd name="T46" fmla="*/ 167 w 311"/>
                <a:gd name="T47" fmla="*/ 812 h 1100"/>
                <a:gd name="T48" fmla="*/ 162 w 311"/>
                <a:gd name="T49" fmla="*/ 877 h 1100"/>
                <a:gd name="T50" fmla="*/ 160 w 311"/>
                <a:gd name="T51" fmla="*/ 946 h 1100"/>
                <a:gd name="T52" fmla="*/ 160 w 311"/>
                <a:gd name="T53" fmla="*/ 1016 h 1100"/>
                <a:gd name="T54" fmla="*/ 164 w 311"/>
                <a:gd name="T55" fmla="*/ 1051 h 1100"/>
                <a:gd name="T56" fmla="*/ 167 w 311"/>
                <a:gd name="T57" fmla="*/ 1088 h 1100"/>
                <a:gd name="T58" fmla="*/ 7 w 311"/>
                <a:gd name="T59" fmla="*/ 1100 h 1100"/>
                <a:gd name="T60" fmla="*/ 7 w 311"/>
                <a:gd name="T61" fmla="*/ 1100 h 1100"/>
                <a:gd name="T62" fmla="*/ 4 w 311"/>
                <a:gd name="T63" fmla="*/ 1041 h 1100"/>
                <a:gd name="T64" fmla="*/ 2 w 311"/>
                <a:gd name="T65" fmla="*/ 976 h 1100"/>
                <a:gd name="T66" fmla="*/ 0 w 311"/>
                <a:gd name="T67" fmla="*/ 893 h 1100"/>
                <a:gd name="T68" fmla="*/ 2 w 311"/>
                <a:gd name="T69" fmla="*/ 802 h 1100"/>
                <a:gd name="T70" fmla="*/ 4 w 311"/>
                <a:gd name="T71" fmla="*/ 752 h 1100"/>
                <a:gd name="T72" fmla="*/ 7 w 311"/>
                <a:gd name="T73" fmla="*/ 703 h 1100"/>
                <a:gd name="T74" fmla="*/ 13 w 311"/>
                <a:gd name="T75" fmla="*/ 656 h 1100"/>
                <a:gd name="T76" fmla="*/ 18 w 311"/>
                <a:gd name="T77" fmla="*/ 608 h 1100"/>
                <a:gd name="T78" fmla="*/ 27 w 311"/>
                <a:gd name="T79" fmla="*/ 563 h 1100"/>
                <a:gd name="T80" fmla="*/ 35 w 311"/>
                <a:gd name="T81" fmla="*/ 519 h 1100"/>
                <a:gd name="T82" fmla="*/ 35 w 311"/>
                <a:gd name="T83" fmla="*/ 519 h 1100"/>
                <a:gd name="T84" fmla="*/ 48 w 311"/>
                <a:gd name="T85" fmla="*/ 477 h 1100"/>
                <a:gd name="T86" fmla="*/ 62 w 311"/>
                <a:gd name="T87" fmla="*/ 433 h 1100"/>
                <a:gd name="T88" fmla="*/ 78 w 311"/>
                <a:gd name="T89" fmla="*/ 389 h 1100"/>
                <a:gd name="T90" fmla="*/ 93 w 311"/>
                <a:gd name="T91" fmla="*/ 345 h 1100"/>
                <a:gd name="T92" fmla="*/ 130 w 311"/>
                <a:gd name="T93" fmla="*/ 257 h 1100"/>
                <a:gd name="T94" fmla="*/ 169 w 311"/>
                <a:gd name="T95" fmla="*/ 176 h 1100"/>
                <a:gd name="T96" fmla="*/ 202 w 311"/>
                <a:gd name="T97" fmla="*/ 106 h 1100"/>
                <a:gd name="T98" fmla="*/ 232 w 311"/>
                <a:gd name="T99" fmla="*/ 49 h 1100"/>
                <a:gd name="T100" fmla="*/ 259 w 311"/>
                <a:gd name="T101"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 h="1100">
                  <a:moveTo>
                    <a:pt x="259" y="0"/>
                  </a:moveTo>
                  <a:lnTo>
                    <a:pt x="259" y="0"/>
                  </a:lnTo>
                  <a:lnTo>
                    <a:pt x="273" y="37"/>
                  </a:lnTo>
                  <a:lnTo>
                    <a:pt x="285" y="79"/>
                  </a:lnTo>
                  <a:lnTo>
                    <a:pt x="297" y="134"/>
                  </a:lnTo>
                  <a:lnTo>
                    <a:pt x="303" y="164"/>
                  </a:lnTo>
                  <a:lnTo>
                    <a:pt x="308" y="195"/>
                  </a:lnTo>
                  <a:lnTo>
                    <a:pt x="310" y="227"/>
                  </a:lnTo>
                  <a:lnTo>
                    <a:pt x="311" y="260"/>
                  </a:lnTo>
                  <a:lnTo>
                    <a:pt x="310" y="294"/>
                  </a:lnTo>
                  <a:lnTo>
                    <a:pt x="306" y="325"/>
                  </a:lnTo>
                  <a:lnTo>
                    <a:pt x="301" y="359"/>
                  </a:lnTo>
                  <a:lnTo>
                    <a:pt x="290" y="390"/>
                  </a:lnTo>
                  <a:lnTo>
                    <a:pt x="290" y="390"/>
                  </a:lnTo>
                  <a:lnTo>
                    <a:pt x="283" y="404"/>
                  </a:lnTo>
                  <a:lnTo>
                    <a:pt x="266" y="443"/>
                  </a:lnTo>
                  <a:lnTo>
                    <a:pt x="253" y="473"/>
                  </a:lnTo>
                  <a:lnTo>
                    <a:pt x="239" y="506"/>
                  </a:lnTo>
                  <a:lnTo>
                    <a:pt x="225" y="547"/>
                  </a:lnTo>
                  <a:lnTo>
                    <a:pt x="213" y="591"/>
                  </a:lnTo>
                  <a:lnTo>
                    <a:pt x="199" y="640"/>
                  </a:lnTo>
                  <a:lnTo>
                    <a:pt x="187" y="694"/>
                  </a:lnTo>
                  <a:lnTo>
                    <a:pt x="176" y="751"/>
                  </a:lnTo>
                  <a:lnTo>
                    <a:pt x="167" y="812"/>
                  </a:lnTo>
                  <a:lnTo>
                    <a:pt x="162" y="877"/>
                  </a:lnTo>
                  <a:lnTo>
                    <a:pt x="160" y="946"/>
                  </a:lnTo>
                  <a:lnTo>
                    <a:pt x="160" y="1016"/>
                  </a:lnTo>
                  <a:lnTo>
                    <a:pt x="164" y="1051"/>
                  </a:lnTo>
                  <a:lnTo>
                    <a:pt x="167" y="1088"/>
                  </a:lnTo>
                  <a:lnTo>
                    <a:pt x="7" y="1100"/>
                  </a:lnTo>
                  <a:lnTo>
                    <a:pt x="7" y="1100"/>
                  </a:lnTo>
                  <a:lnTo>
                    <a:pt x="4" y="1041"/>
                  </a:lnTo>
                  <a:lnTo>
                    <a:pt x="2" y="976"/>
                  </a:lnTo>
                  <a:lnTo>
                    <a:pt x="0" y="893"/>
                  </a:lnTo>
                  <a:lnTo>
                    <a:pt x="2" y="802"/>
                  </a:lnTo>
                  <a:lnTo>
                    <a:pt x="4" y="752"/>
                  </a:lnTo>
                  <a:lnTo>
                    <a:pt x="7" y="703"/>
                  </a:lnTo>
                  <a:lnTo>
                    <a:pt x="13" y="656"/>
                  </a:lnTo>
                  <a:lnTo>
                    <a:pt x="18" y="608"/>
                  </a:lnTo>
                  <a:lnTo>
                    <a:pt x="27" y="563"/>
                  </a:lnTo>
                  <a:lnTo>
                    <a:pt x="35" y="519"/>
                  </a:lnTo>
                  <a:lnTo>
                    <a:pt x="35" y="519"/>
                  </a:lnTo>
                  <a:lnTo>
                    <a:pt x="48" y="477"/>
                  </a:lnTo>
                  <a:lnTo>
                    <a:pt x="62" y="433"/>
                  </a:lnTo>
                  <a:lnTo>
                    <a:pt x="78" y="389"/>
                  </a:lnTo>
                  <a:lnTo>
                    <a:pt x="93" y="345"/>
                  </a:lnTo>
                  <a:lnTo>
                    <a:pt x="130" y="257"/>
                  </a:lnTo>
                  <a:lnTo>
                    <a:pt x="169" y="176"/>
                  </a:lnTo>
                  <a:lnTo>
                    <a:pt x="202" y="106"/>
                  </a:lnTo>
                  <a:lnTo>
                    <a:pt x="232" y="49"/>
                  </a:lnTo>
                  <a:lnTo>
                    <a:pt x="25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sp>
        <p:nvSpPr>
          <p:cNvPr id="86" name="TextBox 85"/>
          <p:cNvSpPr txBox="1"/>
          <p:nvPr/>
        </p:nvSpPr>
        <p:spPr>
          <a:xfrm>
            <a:off x="4376574" y="2908139"/>
            <a:ext cx="7617043" cy="2554545"/>
          </a:xfrm>
          <a:prstGeom prst="rect">
            <a:avLst/>
          </a:prstGeom>
          <a:noFill/>
        </p:spPr>
        <p:txBody>
          <a:bodyPr wrap="square" rtlCol="0">
            <a:spAutoFit/>
          </a:bodyPr>
          <a:lstStyle/>
          <a:p>
            <a:pPr rtl="1"/>
            <a:r>
              <a:rPr lang="ar-SA" sz="3200" b="1" dirty="0">
                <a:solidFill>
                  <a:schemeClr val="accent1">
                    <a:lumMod val="75000"/>
                  </a:schemeClr>
                </a:solidFill>
              </a:rPr>
              <a:t>كما أشار كل من (شيفنر وكيتلهوت وتيلسون، 2012) إلى أن هناك تأثير للألعاب التعليمية في بيئة لعبة افتراضية على تحسين الاستقصاء العلمي لدى الطلبة، وساهمت في تعزيز استخدام وفهم ومعرفة الطلبة من خلال اللعبة الافتراضية</a:t>
            </a:r>
            <a:endParaRPr lang="en-US" sz="3200" b="1" dirty="0">
              <a:solidFill>
                <a:schemeClr val="accent1">
                  <a:lumMod val="75000"/>
                </a:schemeClr>
              </a:solidFill>
            </a:endParaRPr>
          </a:p>
        </p:txBody>
      </p:sp>
      <p:sp>
        <p:nvSpPr>
          <p:cNvPr id="8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2204751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86"/>
                                        </p:tgtEl>
                                        <p:attrNameLst>
                                          <p:attrName>style.visibility</p:attrName>
                                        </p:attrNameLst>
                                      </p:cBhvr>
                                      <p:to>
                                        <p:strVal val="visible"/>
                                      </p:to>
                                    </p:set>
                                    <p:animEffect transition="in" filter="fade">
                                      <p:cBhvr>
                                        <p:cTn id="12"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idx="1"/>
          </p:nvPr>
        </p:nvSpPr>
        <p:spPr>
          <a:xfrm>
            <a:off x="724913" y="2060393"/>
            <a:ext cx="7694744" cy="3520867"/>
          </a:xfrm>
        </p:spPr>
        <p:txBody>
          <a:bodyPr>
            <a:noAutofit/>
          </a:bodyPr>
          <a:lstStyle/>
          <a:p>
            <a:pPr algn="ctr" rtl="1"/>
            <a:r>
              <a:rPr lang="ar-SA" sz="3200" b="1" dirty="0">
                <a:solidFill>
                  <a:schemeClr val="accent1">
                    <a:lumMod val="75000"/>
                  </a:schemeClr>
                </a:solidFill>
              </a:rPr>
              <a:t>إلى جانب ذلك أشار (زهينغ، 2012) إلى أثر نماذج الألعاب التعليمية في تعزيز التعلم وتحسين الدافعية التعلمية لدى الطلبة، وأثرها الإيجابي في التعليم، مثال ذلك أثبتت بيئة تعلم إلكترونية على الألعاب الرقمية مثل: (لعبة كريستال ايلاند) من خلال عوامل عديدة أهمها اختلاف الفروق الفردية على التدفق المعلوماتي بين الطلبة مثل: مهارة القراءة وتفاعل الأقران خلال اللعبة </a:t>
            </a:r>
            <a:endParaRPr lang="en-AU" sz="3200" b="1" dirty="0">
              <a:solidFill>
                <a:schemeClr val="accent1">
                  <a:lumMod val="75000"/>
                </a:schemeClr>
              </a:solidFill>
            </a:endParaRPr>
          </a:p>
        </p:txBody>
      </p:sp>
      <p:grpSp>
        <p:nvGrpSpPr>
          <p:cNvPr id="3" name="Group 2"/>
          <p:cNvGrpSpPr/>
          <p:nvPr/>
        </p:nvGrpSpPr>
        <p:grpSpPr>
          <a:xfrm>
            <a:off x="8837646" y="1946586"/>
            <a:ext cx="3239180" cy="3187756"/>
            <a:chOff x="8010258" y="2128103"/>
            <a:chExt cx="3239180" cy="3187756"/>
          </a:xfrm>
        </p:grpSpPr>
        <p:sp>
          <p:nvSpPr>
            <p:cNvPr id="12" name="Freeform 5"/>
            <p:cNvSpPr>
              <a:spLocks noEditPoints="1"/>
            </p:cNvSpPr>
            <p:nvPr/>
          </p:nvSpPr>
          <p:spPr bwMode="auto">
            <a:xfrm>
              <a:off x="8010258" y="2241910"/>
              <a:ext cx="969011" cy="3016567"/>
            </a:xfrm>
            <a:custGeom>
              <a:avLst/>
              <a:gdLst/>
              <a:ahLst/>
              <a:cxnLst>
                <a:cxn ang="0">
                  <a:pos x="463" y="788"/>
                </a:cxn>
                <a:cxn ang="0">
                  <a:pos x="470" y="944"/>
                </a:cxn>
                <a:cxn ang="0">
                  <a:pos x="497" y="1404"/>
                </a:cxn>
                <a:cxn ang="0">
                  <a:pos x="485" y="1473"/>
                </a:cxn>
                <a:cxn ang="0">
                  <a:pos x="509" y="1592"/>
                </a:cxn>
                <a:cxn ang="0">
                  <a:pos x="386" y="1521"/>
                </a:cxn>
                <a:cxn ang="0">
                  <a:pos x="349" y="1293"/>
                </a:cxn>
                <a:cxn ang="0">
                  <a:pos x="354" y="1113"/>
                </a:cxn>
                <a:cxn ang="0">
                  <a:pos x="301" y="973"/>
                </a:cxn>
                <a:cxn ang="0">
                  <a:pos x="279" y="1144"/>
                </a:cxn>
                <a:cxn ang="0">
                  <a:pos x="283" y="1349"/>
                </a:cxn>
                <a:cxn ang="0">
                  <a:pos x="308" y="1501"/>
                </a:cxn>
                <a:cxn ang="0">
                  <a:pos x="290" y="1540"/>
                </a:cxn>
                <a:cxn ang="0">
                  <a:pos x="270" y="1579"/>
                </a:cxn>
                <a:cxn ang="0">
                  <a:pos x="196" y="1603"/>
                </a:cxn>
                <a:cxn ang="0">
                  <a:pos x="192" y="1541"/>
                </a:cxn>
                <a:cxn ang="0">
                  <a:pos x="176" y="1433"/>
                </a:cxn>
                <a:cxn ang="0">
                  <a:pos x="171" y="1303"/>
                </a:cxn>
                <a:cxn ang="0">
                  <a:pos x="138" y="1082"/>
                </a:cxn>
                <a:cxn ang="0">
                  <a:pos x="115" y="941"/>
                </a:cxn>
                <a:cxn ang="0">
                  <a:pos x="24" y="874"/>
                </a:cxn>
                <a:cxn ang="0">
                  <a:pos x="14" y="848"/>
                </a:cxn>
                <a:cxn ang="0">
                  <a:pos x="11" y="479"/>
                </a:cxn>
                <a:cxn ang="0">
                  <a:pos x="108" y="264"/>
                </a:cxn>
                <a:cxn ang="0">
                  <a:pos x="176" y="217"/>
                </a:cxn>
                <a:cxn ang="0">
                  <a:pos x="159" y="156"/>
                </a:cxn>
                <a:cxn ang="0">
                  <a:pos x="146" y="92"/>
                </a:cxn>
                <a:cxn ang="0">
                  <a:pos x="295" y="92"/>
                </a:cxn>
                <a:cxn ang="0">
                  <a:pos x="293" y="144"/>
                </a:cxn>
                <a:cxn ang="0">
                  <a:pos x="283" y="172"/>
                </a:cxn>
                <a:cxn ang="0">
                  <a:pos x="304" y="231"/>
                </a:cxn>
                <a:cxn ang="0">
                  <a:pos x="409" y="260"/>
                </a:cxn>
                <a:cxn ang="0">
                  <a:pos x="457" y="306"/>
                </a:cxn>
                <a:cxn ang="0">
                  <a:pos x="472" y="389"/>
                </a:cxn>
                <a:cxn ang="0">
                  <a:pos x="494" y="532"/>
                </a:cxn>
                <a:cxn ang="0">
                  <a:pos x="500" y="582"/>
                </a:cxn>
                <a:cxn ang="0">
                  <a:pos x="498" y="634"/>
                </a:cxn>
                <a:cxn ang="0">
                  <a:pos x="475" y="785"/>
                </a:cxn>
                <a:cxn ang="0">
                  <a:pos x="193" y="359"/>
                </a:cxn>
                <a:cxn ang="0">
                  <a:pos x="383" y="694"/>
                </a:cxn>
                <a:cxn ang="0">
                  <a:pos x="324" y="529"/>
                </a:cxn>
                <a:cxn ang="0">
                  <a:pos x="299" y="423"/>
                </a:cxn>
                <a:cxn ang="0">
                  <a:pos x="281" y="220"/>
                </a:cxn>
                <a:cxn ang="0">
                  <a:pos x="244" y="305"/>
                </a:cxn>
                <a:cxn ang="0">
                  <a:pos x="201" y="258"/>
                </a:cxn>
                <a:cxn ang="0">
                  <a:pos x="179" y="220"/>
                </a:cxn>
              </a:cxnLst>
              <a:rect l="0" t="0" r="r" b="b"/>
              <a:pathLst>
                <a:path w="516" h="1608">
                  <a:moveTo>
                    <a:pt x="475" y="785"/>
                  </a:moveTo>
                  <a:cubicBezTo>
                    <a:pt x="474" y="788"/>
                    <a:pt x="466" y="786"/>
                    <a:pt x="463" y="788"/>
                  </a:cubicBezTo>
                  <a:cubicBezTo>
                    <a:pt x="468" y="818"/>
                    <a:pt x="460" y="848"/>
                    <a:pt x="460" y="873"/>
                  </a:cubicBezTo>
                  <a:cubicBezTo>
                    <a:pt x="459" y="895"/>
                    <a:pt x="466" y="920"/>
                    <a:pt x="470" y="944"/>
                  </a:cubicBezTo>
                  <a:cubicBezTo>
                    <a:pt x="481" y="1012"/>
                    <a:pt x="494" y="1085"/>
                    <a:pt x="496" y="1161"/>
                  </a:cubicBezTo>
                  <a:cubicBezTo>
                    <a:pt x="497" y="1241"/>
                    <a:pt x="497" y="1324"/>
                    <a:pt x="497" y="1404"/>
                  </a:cubicBezTo>
                  <a:cubicBezTo>
                    <a:pt x="497" y="1418"/>
                    <a:pt x="496" y="1430"/>
                    <a:pt x="494" y="1442"/>
                  </a:cubicBezTo>
                  <a:cubicBezTo>
                    <a:pt x="492" y="1453"/>
                    <a:pt x="486" y="1462"/>
                    <a:pt x="485" y="1473"/>
                  </a:cubicBezTo>
                  <a:cubicBezTo>
                    <a:pt x="482" y="1490"/>
                    <a:pt x="485" y="1509"/>
                    <a:pt x="473" y="1516"/>
                  </a:cubicBezTo>
                  <a:cubicBezTo>
                    <a:pt x="477" y="1549"/>
                    <a:pt x="516" y="1552"/>
                    <a:pt x="509" y="1592"/>
                  </a:cubicBezTo>
                  <a:cubicBezTo>
                    <a:pt x="483" y="1606"/>
                    <a:pt x="422" y="1608"/>
                    <a:pt x="417" y="1575"/>
                  </a:cubicBezTo>
                  <a:cubicBezTo>
                    <a:pt x="383" y="1580"/>
                    <a:pt x="386" y="1549"/>
                    <a:pt x="386" y="1521"/>
                  </a:cubicBezTo>
                  <a:cubicBezTo>
                    <a:pt x="387" y="1516"/>
                    <a:pt x="377" y="1520"/>
                    <a:pt x="376" y="1516"/>
                  </a:cubicBezTo>
                  <a:cubicBezTo>
                    <a:pt x="352" y="1460"/>
                    <a:pt x="350" y="1375"/>
                    <a:pt x="349" y="1293"/>
                  </a:cubicBezTo>
                  <a:cubicBezTo>
                    <a:pt x="349" y="1248"/>
                    <a:pt x="349" y="1201"/>
                    <a:pt x="351" y="1156"/>
                  </a:cubicBezTo>
                  <a:cubicBezTo>
                    <a:pt x="352" y="1142"/>
                    <a:pt x="355" y="1126"/>
                    <a:pt x="354" y="1113"/>
                  </a:cubicBezTo>
                  <a:cubicBezTo>
                    <a:pt x="353" y="1107"/>
                    <a:pt x="349" y="1097"/>
                    <a:pt x="346" y="1089"/>
                  </a:cubicBezTo>
                  <a:cubicBezTo>
                    <a:pt x="331" y="1049"/>
                    <a:pt x="316" y="1011"/>
                    <a:pt x="301" y="973"/>
                  </a:cubicBezTo>
                  <a:cubicBezTo>
                    <a:pt x="295" y="958"/>
                    <a:pt x="292" y="940"/>
                    <a:pt x="278" y="932"/>
                  </a:cubicBezTo>
                  <a:cubicBezTo>
                    <a:pt x="281" y="1000"/>
                    <a:pt x="279" y="1072"/>
                    <a:pt x="279" y="1144"/>
                  </a:cubicBezTo>
                  <a:cubicBezTo>
                    <a:pt x="279" y="1179"/>
                    <a:pt x="275" y="1213"/>
                    <a:pt x="277" y="1247"/>
                  </a:cubicBezTo>
                  <a:cubicBezTo>
                    <a:pt x="279" y="1282"/>
                    <a:pt x="278" y="1317"/>
                    <a:pt x="283" y="1349"/>
                  </a:cubicBezTo>
                  <a:cubicBezTo>
                    <a:pt x="287" y="1370"/>
                    <a:pt x="293" y="1391"/>
                    <a:pt x="298" y="1412"/>
                  </a:cubicBezTo>
                  <a:cubicBezTo>
                    <a:pt x="305" y="1442"/>
                    <a:pt x="312" y="1467"/>
                    <a:pt x="308" y="1501"/>
                  </a:cubicBezTo>
                  <a:cubicBezTo>
                    <a:pt x="307" y="1508"/>
                    <a:pt x="306" y="1518"/>
                    <a:pt x="304" y="1523"/>
                  </a:cubicBezTo>
                  <a:cubicBezTo>
                    <a:pt x="301" y="1530"/>
                    <a:pt x="292" y="1533"/>
                    <a:pt x="290" y="1540"/>
                  </a:cubicBezTo>
                  <a:cubicBezTo>
                    <a:pt x="287" y="1550"/>
                    <a:pt x="292" y="1563"/>
                    <a:pt x="287" y="1572"/>
                  </a:cubicBezTo>
                  <a:cubicBezTo>
                    <a:pt x="283" y="1577"/>
                    <a:pt x="277" y="1577"/>
                    <a:pt x="270" y="1579"/>
                  </a:cubicBezTo>
                  <a:cubicBezTo>
                    <a:pt x="256" y="1586"/>
                    <a:pt x="238" y="1602"/>
                    <a:pt x="224" y="1605"/>
                  </a:cubicBezTo>
                  <a:cubicBezTo>
                    <a:pt x="216" y="1606"/>
                    <a:pt x="206" y="1603"/>
                    <a:pt x="196" y="1603"/>
                  </a:cubicBezTo>
                  <a:cubicBezTo>
                    <a:pt x="178" y="1601"/>
                    <a:pt x="164" y="1602"/>
                    <a:pt x="166" y="1580"/>
                  </a:cubicBezTo>
                  <a:cubicBezTo>
                    <a:pt x="167" y="1564"/>
                    <a:pt x="186" y="1552"/>
                    <a:pt x="192" y="1541"/>
                  </a:cubicBezTo>
                  <a:cubicBezTo>
                    <a:pt x="201" y="1522"/>
                    <a:pt x="199" y="1480"/>
                    <a:pt x="191" y="1458"/>
                  </a:cubicBezTo>
                  <a:cubicBezTo>
                    <a:pt x="187" y="1449"/>
                    <a:pt x="178" y="1442"/>
                    <a:pt x="176" y="1433"/>
                  </a:cubicBezTo>
                  <a:cubicBezTo>
                    <a:pt x="171" y="1415"/>
                    <a:pt x="172" y="1388"/>
                    <a:pt x="173" y="1366"/>
                  </a:cubicBezTo>
                  <a:cubicBezTo>
                    <a:pt x="174" y="1344"/>
                    <a:pt x="173" y="1323"/>
                    <a:pt x="171" y="1303"/>
                  </a:cubicBezTo>
                  <a:cubicBezTo>
                    <a:pt x="167" y="1261"/>
                    <a:pt x="165" y="1218"/>
                    <a:pt x="161" y="1176"/>
                  </a:cubicBezTo>
                  <a:cubicBezTo>
                    <a:pt x="158" y="1143"/>
                    <a:pt x="145" y="1112"/>
                    <a:pt x="138" y="1082"/>
                  </a:cubicBezTo>
                  <a:cubicBezTo>
                    <a:pt x="134" y="1067"/>
                    <a:pt x="130" y="1050"/>
                    <a:pt x="127" y="1035"/>
                  </a:cubicBezTo>
                  <a:cubicBezTo>
                    <a:pt x="120" y="1006"/>
                    <a:pt x="112" y="977"/>
                    <a:pt x="115" y="941"/>
                  </a:cubicBezTo>
                  <a:cubicBezTo>
                    <a:pt x="89" y="937"/>
                    <a:pt x="66" y="941"/>
                    <a:pt x="51" y="927"/>
                  </a:cubicBezTo>
                  <a:cubicBezTo>
                    <a:pt x="39" y="918"/>
                    <a:pt x="26" y="891"/>
                    <a:pt x="24" y="874"/>
                  </a:cubicBezTo>
                  <a:cubicBezTo>
                    <a:pt x="23" y="866"/>
                    <a:pt x="23" y="859"/>
                    <a:pt x="25" y="852"/>
                  </a:cubicBezTo>
                  <a:cubicBezTo>
                    <a:pt x="25" y="847"/>
                    <a:pt x="15" y="852"/>
                    <a:pt x="14" y="848"/>
                  </a:cubicBezTo>
                  <a:cubicBezTo>
                    <a:pt x="10" y="782"/>
                    <a:pt x="0" y="717"/>
                    <a:pt x="0" y="647"/>
                  </a:cubicBezTo>
                  <a:cubicBezTo>
                    <a:pt x="1" y="592"/>
                    <a:pt x="9" y="536"/>
                    <a:pt x="11" y="479"/>
                  </a:cubicBezTo>
                  <a:cubicBezTo>
                    <a:pt x="12" y="422"/>
                    <a:pt x="15" y="364"/>
                    <a:pt x="24" y="310"/>
                  </a:cubicBezTo>
                  <a:cubicBezTo>
                    <a:pt x="50" y="295"/>
                    <a:pt x="77" y="277"/>
                    <a:pt x="108" y="264"/>
                  </a:cubicBezTo>
                  <a:cubicBezTo>
                    <a:pt x="120" y="259"/>
                    <a:pt x="135" y="256"/>
                    <a:pt x="144" y="249"/>
                  </a:cubicBezTo>
                  <a:cubicBezTo>
                    <a:pt x="154" y="242"/>
                    <a:pt x="174" y="227"/>
                    <a:pt x="176" y="217"/>
                  </a:cubicBezTo>
                  <a:cubicBezTo>
                    <a:pt x="179" y="199"/>
                    <a:pt x="171" y="184"/>
                    <a:pt x="167" y="172"/>
                  </a:cubicBezTo>
                  <a:cubicBezTo>
                    <a:pt x="164" y="166"/>
                    <a:pt x="162" y="159"/>
                    <a:pt x="159" y="156"/>
                  </a:cubicBezTo>
                  <a:cubicBezTo>
                    <a:pt x="154" y="149"/>
                    <a:pt x="146" y="148"/>
                    <a:pt x="142" y="142"/>
                  </a:cubicBezTo>
                  <a:cubicBezTo>
                    <a:pt x="135" y="129"/>
                    <a:pt x="132" y="97"/>
                    <a:pt x="146" y="92"/>
                  </a:cubicBezTo>
                  <a:cubicBezTo>
                    <a:pt x="148" y="42"/>
                    <a:pt x="164" y="7"/>
                    <a:pt x="213" y="3"/>
                  </a:cubicBezTo>
                  <a:cubicBezTo>
                    <a:pt x="269" y="0"/>
                    <a:pt x="302" y="30"/>
                    <a:pt x="295" y="92"/>
                  </a:cubicBezTo>
                  <a:cubicBezTo>
                    <a:pt x="297" y="99"/>
                    <a:pt x="302" y="98"/>
                    <a:pt x="304" y="105"/>
                  </a:cubicBezTo>
                  <a:cubicBezTo>
                    <a:pt x="307" y="119"/>
                    <a:pt x="300" y="137"/>
                    <a:pt x="293" y="144"/>
                  </a:cubicBezTo>
                  <a:cubicBezTo>
                    <a:pt x="290" y="147"/>
                    <a:pt x="287" y="148"/>
                    <a:pt x="285" y="152"/>
                  </a:cubicBezTo>
                  <a:cubicBezTo>
                    <a:pt x="284" y="156"/>
                    <a:pt x="285" y="165"/>
                    <a:pt x="283" y="172"/>
                  </a:cubicBezTo>
                  <a:cubicBezTo>
                    <a:pt x="282" y="181"/>
                    <a:pt x="277" y="197"/>
                    <a:pt x="281" y="210"/>
                  </a:cubicBezTo>
                  <a:cubicBezTo>
                    <a:pt x="282" y="216"/>
                    <a:pt x="296" y="227"/>
                    <a:pt x="304" y="231"/>
                  </a:cubicBezTo>
                  <a:cubicBezTo>
                    <a:pt x="314" y="235"/>
                    <a:pt x="328" y="236"/>
                    <a:pt x="340" y="240"/>
                  </a:cubicBezTo>
                  <a:cubicBezTo>
                    <a:pt x="363" y="247"/>
                    <a:pt x="384" y="253"/>
                    <a:pt x="409" y="260"/>
                  </a:cubicBezTo>
                  <a:cubicBezTo>
                    <a:pt x="423" y="265"/>
                    <a:pt x="437" y="267"/>
                    <a:pt x="444" y="275"/>
                  </a:cubicBezTo>
                  <a:cubicBezTo>
                    <a:pt x="449" y="281"/>
                    <a:pt x="453" y="295"/>
                    <a:pt x="457" y="306"/>
                  </a:cubicBezTo>
                  <a:cubicBezTo>
                    <a:pt x="461" y="317"/>
                    <a:pt x="465" y="329"/>
                    <a:pt x="467" y="338"/>
                  </a:cubicBezTo>
                  <a:cubicBezTo>
                    <a:pt x="470" y="355"/>
                    <a:pt x="469" y="372"/>
                    <a:pt x="472" y="389"/>
                  </a:cubicBezTo>
                  <a:cubicBezTo>
                    <a:pt x="477" y="421"/>
                    <a:pt x="482" y="452"/>
                    <a:pt x="487" y="485"/>
                  </a:cubicBezTo>
                  <a:cubicBezTo>
                    <a:pt x="489" y="501"/>
                    <a:pt x="490" y="518"/>
                    <a:pt x="494" y="532"/>
                  </a:cubicBezTo>
                  <a:cubicBezTo>
                    <a:pt x="497" y="542"/>
                    <a:pt x="507" y="551"/>
                    <a:pt x="507" y="563"/>
                  </a:cubicBezTo>
                  <a:cubicBezTo>
                    <a:pt x="507" y="570"/>
                    <a:pt x="501" y="576"/>
                    <a:pt x="500" y="582"/>
                  </a:cubicBezTo>
                  <a:cubicBezTo>
                    <a:pt x="500" y="588"/>
                    <a:pt x="505" y="593"/>
                    <a:pt x="505" y="599"/>
                  </a:cubicBezTo>
                  <a:cubicBezTo>
                    <a:pt x="506" y="613"/>
                    <a:pt x="500" y="624"/>
                    <a:pt x="498" y="634"/>
                  </a:cubicBezTo>
                  <a:cubicBezTo>
                    <a:pt x="495" y="646"/>
                    <a:pt x="495" y="660"/>
                    <a:pt x="493" y="673"/>
                  </a:cubicBezTo>
                  <a:cubicBezTo>
                    <a:pt x="488" y="708"/>
                    <a:pt x="480" y="750"/>
                    <a:pt x="475" y="785"/>
                  </a:cubicBezTo>
                  <a:close/>
                  <a:moveTo>
                    <a:pt x="177" y="222"/>
                  </a:moveTo>
                  <a:cubicBezTo>
                    <a:pt x="171" y="267"/>
                    <a:pt x="183" y="313"/>
                    <a:pt x="193" y="359"/>
                  </a:cubicBezTo>
                  <a:cubicBezTo>
                    <a:pt x="213" y="461"/>
                    <a:pt x="204" y="581"/>
                    <a:pt x="208" y="694"/>
                  </a:cubicBezTo>
                  <a:cubicBezTo>
                    <a:pt x="266" y="693"/>
                    <a:pt x="327" y="693"/>
                    <a:pt x="383" y="694"/>
                  </a:cubicBezTo>
                  <a:cubicBezTo>
                    <a:pt x="378" y="677"/>
                    <a:pt x="370" y="659"/>
                    <a:pt x="362" y="642"/>
                  </a:cubicBezTo>
                  <a:cubicBezTo>
                    <a:pt x="347" y="606"/>
                    <a:pt x="336" y="567"/>
                    <a:pt x="324" y="529"/>
                  </a:cubicBezTo>
                  <a:cubicBezTo>
                    <a:pt x="318" y="511"/>
                    <a:pt x="310" y="492"/>
                    <a:pt x="306" y="473"/>
                  </a:cubicBezTo>
                  <a:cubicBezTo>
                    <a:pt x="302" y="458"/>
                    <a:pt x="301" y="440"/>
                    <a:pt x="299" y="423"/>
                  </a:cubicBezTo>
                  <a:cubicBezTo>
                    <a:pt x="293" y="371"/>
                    <a:pt x="288" y="317"/>
                    <a:pt x="285" y="267"/>
                  </a:cubicBezTo>
                  <a:cubicBezTo>
                    <a:pt x="284" y="252"/>
                    <a:pt x="288" y="234"/>
                    <a:pt x="281" y="220"/>
                  </a:cubicBezTo>
                  <a:cubicBezTo>
                    <a:pt x="270" y="239"/>
                    <a:pt x="263" y="261"/>
                    <a:pt x="251" y="279"/>
                  </a:cubicBezTo>
                  <a:cubicBezTo>
                    <a:pt x="251" y="290"/>
                    <a:pt x="252" y="301"/>
                    <a:pt x="244" y="305"/>
                  </a:cubicBezTo>
                  <a:cubicBezTo>
                    <a:pt x="242" y="304"/>
                    <a:pt x="245" y="297"/>
                    <a:pt x="243" y="296"/>
                  </a:cubicBezTo>
                  <a:cubicBezTo>
                    <a:pt x="225" y="286"/>
                    <a:pt x="215" y="272"/>
                    <a:pt x="201" y="258"/>
                  </a:cubicBezTo>
                  <a:cubicBezTo>
                    <a:pt x="194" y="250"/>
                    <a:pt x="185" y="241"/>
                    <a:pt x="182" y="232"/>
                  </a:cubicBezTo>
                  <a:cubicBezTo>
                    <a:pt x="181" y="228"/>
                    <a:pt x="183" y="223"/>
                    <a:pt x="179" y="220"/>
                  </a:cubicBezTo>
                  <a:cubicBezTo>
                    <a:pt x="177" y="220"/>
                    <a:pt x="177" y="221"/>
                    <a:pt x="177" y="222"/>
                  </a:cubicBezTo>
                  <a:close/>
                </a:path>
              </a:pathLst>
            </a:custGeom>
            <a:solidFill>
              <a:schemeClr val="accent4"/>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9" name="Gruppe 92"/>
            <p:cNvGrpSpPr>
              <a:grpSpLocks/>
            </p:cNvGrpSpPr>
            <p:nvPr/>
          </p:nvGrpSpPr>
          <p:grpSpPr bwMode="auto">
            <a:xfrm flipH="1">
              <a:off x="10093070" y="2128103"/>
              <a:ext cx="1156368" cy="3128723"/>
              <a:chOff x="3176834" y="3904792"/>
              <a:chExt cx="823514" cy="2228684"/>
            </a:xfrm>
            <a:solidFill>
              <a:schemeClr val="accent1"/>
            </a:solidFill>
          </p:grpSpPr>
          <p:grpSp>
            <p:nvGrpSpPr>
              <p:cNvPr id="16" name="Gruppe 52"/>
              <p:cNvGrpSpPr>
                <a:grpSpLocks/>
              </p:cNvGrpSpPr>
              <p:nvPr/>
            </p:nvGrpSpPr>
            <p:grpSpPr bwMode="auto">
              <a:xfrm>
                <a:off x="3176834" y="3904792"/>
                <a:ext cx="823514" cy="2228684"/>
                <a:chOff x="3612263" y="3839478"/>
                <a:chExt cx="823514" cy="2228684"/>
              </a:xfrm>
              <a:grpFill/>
            </p:grpSpPr>
            <p:sp>
              <p:nvSpPr>
                <p:cNvPr id="19" name="Freeform 137"/>
                <p:cNvSpPr>
                  <a:spLocks noEditPoints="1"/>
                </p:cNvSpPr>
                <p:nvPr/>
              </p:nvSpPr>
              <p:spPr bwMode="auto">
                <a:xfrm>
                  <a:off x="3804323" y="4157631"/>
                  <a:ext cx="588073" cy="1305483"/>
                </a:xfrm>
                <a:custGeom>
                  <a:avLst/>
                  <a:gdLst>
                    <a:gd name="T0" fmla="*/ 811490228 w 350"/>
                    <a:gd name="T1" fmla="*/ 413305594 h 774"/>
                    <a:gd name="T2" fmla="*/ 756046810 w 350"/>
                    <a:gd name="T3" fmla="*/ 257055956 h 774"/>
                    <a:gd name="T4" fmla="*/ 756046810 w 350"/>
                    <a:gd name="T5" fmla="*/ 221773779 h 774"/>
                    <a:gd name="T6" fmla="*/ 740925878 w 350"/>
                    <a:gd name="T7" fmla="*/ 181451242 h 774"/>
                    <a:gd name="T8" fmla="*/ 725804945 w 350"/>
                    <a:gd name="T9" fmla="*/ 115927201 h 774"/>
                    <a:gd name="T10" fmla="*/ 705643702 w 350"/>
                    <a:gd name="T11" fmla="*/ 90725621 h 774"/>
                    <a:gd name="T12" fmla="*/ 650200284 w 350"/>
                    <a:gd name="T13" fmla="*/ 65524067 h 774"/>
                    <a:gd name="T14" fmla="*/ 569555312 w 350"/>
                    <a:gd name="T15" fmla="*/ 45362811 h 774"/>
                    <a:gd name="T16" fmla="*/ 302418744 w 350"/>
                    <a:gd name="T17" fmla="*/ 0 h 774"/>
                    <a:gd name="T18" fmla="*/ 246975326 w 350"/>
                    <a:gd name="T19" fmla="*/ 10080625 h 774"/>
                    <a:gd name="T20" fmla="*/ 191531858 w 350"/>
                    <a:gd name="T21" fmla="*/ 35282189 h 774"/>
                    <a:gd name="T22" fmla="*/ 105846575 w 350"/>
                    <a:gd name="T23" fmla="*/ 70564378 h 774"/>
                    <a:gd name="T24" fmla="*/ 30241877 w 350"/>
                    <a:gd name="T25" fmla="*/ 90725621 h 774"/>
                    <a:gd name="T26" fmla="*/ 15120938 w 350"/>
                    <a:gd name="T27" fmla="*/ 105846579 h 774"/>
                    <a:gd name="T28" fmla="*/ 0 w 350"/>
                    <a:gd name="T29" fmla="*/ 151209377 h 774"/>
                    <a:gd name="T30" fmla="*/ 15120938 w 350"/>
                    <a:gd name="T31" fmla="*/ 216733468 h 774"/>
                    <a:gd name="T32" fmla="*/ 45362809 w 350"/>
                    <a:gd name="T33" fmla="*/ 267136577 h 774"/>
                    <a:gd name="T34" fmla="*/ 105846575 w 350"/>
                    <a:gd name="T35" fmla="*/ 524192533 h 774"/>
                    <a:gd name="T36" fmla="*/ 151209372 w 350"/>
                    <a:gd name="T37" fmla="*/ 635079373 h 774"/>
                    <a:gd name="T38" fmla="*/ 181451236 w 350"/>
                    <a:gd name="T39" fmla="*/ 715724348 h 774"/>
                    <a:gd name="T40" fmla="*/ 211693150 w 350"/>
                    <a:gd name="T41" fmla="*/ 801409633 h 774"/>
                    <a:gd name="T42" fmla="*/ 196572169 w 350"/>
                    <a:gd name="T43" fmla="*/ 871974184 h 774"/>
                    <a:gd name="T44" fmla="*/ 161289993 w 350"/>
                    <a:gd name="T45" fmla="*/ 1003022268 h 774"/>
                    <a:gd name="T46" fmla="*/ 120967507 w 350"/>
                    <a:gd name="T47" fmla="*/ 1169352528 h 774"/>
                    <a:gd name="T48" fmla="*/ 115927197 w 350"/>
                    <a:gd name="T49" fmla="*/ 1229836259 h 774"/>
                    <a:gd name="T50" fmla="*/ 146169061 w 350"/>
                    <a:gd name="T51" fmla="*/ 1244957192 h 774"/>
                    <a:gd name="T52" fmla="*/ 146169061 w 350"/>
                    <a:gd name="T53" fmla="*/ 1401206830 h 774"/>
                    <a:gd name="T54" fmla="*/ 156249683 w 350"/>
                    <a:gd name="T55" fmla="*/ 1653222375 h 774"/>
                    <a:gd name="T56" fmla="*/ 156249683 w 350"/>
                    <a:gd name="T57" fmla="*/ 1718746814 h 774"/>
                    <a:gd name="T58" fmla="*/ 156249683 w 350"/>
                    <a:gd name="T59" fmla="*/ 1789311167 h 774"/>
                    <a:gd name="T60" fmla="*/ 156249683 w 350"/>
                    <a:gd name="T61" fmla="*/ 1895157696 h 774"/>
                    <a:gd name="T62" fmla="*/ 272176879 w 350"/>
                    <a:gd name="T63" fmla="*/ 1940520494 h 774"/>
                    <a:gd name="T64" fmla="*/ 342741230 w 350"/>
                    <a:gd name="T65" fmla="*/ 1950601116 h 774"/>
                    <a:gd name="T66" fmla="*/ 493950651 w 350"/>
                    <a:gd name="T67" fmla="*/ 1925399561 h 774"/>
                    <a:gd name="T68" fmla="*/ 665321216 w 350"/>
                    <a:gd name="T69" fmla="*/ 1880036763 h 774"/>
                    <a:gd name="T70" fmla="*/ 781248363 w 350"/>
                    <a:gd name="T71" fmla="*/ 1834673965 h 774"/>
                    <a:gd name="T72" fmla="*/ 826611160 w 350"/>
                    <a:gd name="T73" fmla="*/ 1703625881 h 774"/>
                    <a:gd name="T74" fmla="*/ 821570849 w 350"/>
                    <a:gd name="T75" fmla="*/ 1340723099 h 774"/>
                    <a:gd name="T76" fmla="*/ 821570849 w 350"/>
                    <a:gd name="T77" fmla="*/ 1159271906 h 774"/>
                    <a:gd name="T78" fmla="*/ 796369296 w 350"/>
                    <a:gd name="T79" fmla="*/ 1028223823 h 774"/>
                    <a:gd name="T80" fmla="*/ 776208053 w 350"/>
                    <a:gd name="T81" fmla="*/ 967740092 h 774"/>
                    <a:gd name="T82" fmla="*/ 861893534 w 350"/>
                    <a:gd name="T83" fmla="*/ 751006524 h 774"/>
                    <a:gd name="T84" fmla="*/ 877014466 w 350"/>
                    <a:gd name="T85" fmla="*/ 705643726 h 774"/>
                    <a:gd name="T86" fmla="*/ 877014466 w 350"/>
                    <a:gd name="T87" fmla="*/ 685482482 h 774"/>
                    <a:gd name="T88" fmla="*/ 705643702 w 350"/>
                    <a:gd name="T89" fmla="*/ 619958440 h 774"/>
                    <a:gd name="T90" fmla="*/ 685482459 w 350"/>
                    <a:gd name="T91" fmla="*/ 650200306 h 774"/>
                    <a:gd name="T92" fmla="*/ 700603392 w 350"/>
                    <a:gd name="T93" fmla="*/ 594756886 h 774"/>
                    <a:gd name="T94" fmla="*/ 710684013 w 350"/>
                    <a:gd name="T95" fmla="*/ 604837508 h 774"/>
                    <a:gd name="T96" fmla="*/ 705643702 w 350"/>
                    <a:gd name="T97" fmla="*/ 619958440 h 7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0"/>
                    <a:gd name="T148" fmla="*/ 0 h 774"/>
                    <a:gd name="T149" fmla="*/ 350 w 350"/>
                    <a:gd name="T150" fmla="*/ 774 h 7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0" h="774">
                      <a:moveTo>
                        <a:pt x="344" y="262"/>
                      </a:moveTo>
                      <a:lnTo>
                        <a:pt x="344" y="262"/>
                      </a:lnTo>
                      <a:lnTo>
                        <a:pt x="322" y="164"/>
                      </a:lnTo>
                      <a:lnTo>
                        <a:pt x="300" y="102"/>
                      </a:lnTo>
                      <a:lnTo>
                        <a:pt x="300" y="96"/>
                      </a:lnTo>
                      <a:lnTo>
                        <a:pt x="300" y="88"/>
                      </a:lnTo>
                      <a:lnTo>
                        <a:pt x="296" y="80"/>
                      </a:lnTo>
                      <a:lnTo>
                        <a:pt x="294" y="76"/>
                      </a:lnTo>
                      <a:lnTo>
                        <a:pt x="294" y="72"/>
                      </a:lnTo>
                      <a:lnTo>
                        <a:pt x="292" y="56"/>
                      </a:lnTo>
                      <a:lnTo>
                        <a:pt x="288" y="46"/>
                      </a:lnTo>
                      <a:lnTo>
                        <a:pt x="284" y="40"/>
                      </a:lnTo>
                      <a:lnTo>
                        <a:pt x="280" y="36"/>
                      </a:lnTo>
                      <a:lnTo>
                        <a:pt x="270" y="30"/>
                      </a:lnTo>
                      <a:lnTo>
                        <a:pt x="260" y="26"/>
                      </a:lnTo>
                      <a:lnTo>
                        <a:pt x="258" y="26"/>
                      </a:lnTo>
                      <a:lnTo>
                        <a:pt x="234" y="20"/>
                      </a:lnTo>
                      <a:lnTo>
                        <a:pt x="226" y="18"/>
                      </a:lnTo>
                      <a:lnTo>
                        <a:pt x="212" y="14"/>
                      </a:lnTo>
                      <a:lnTo>
                        <a:pt x="176" y="8"/>
                      </a:lnTo>
                      <a:lnTo>
                        <a:pt x="120" y="0"/>
                      </a:lnTo>
                      <a:lnTo>
                        <a:pt x="112" y="0"/>
                      </a:lnTo>
                      <a:lnTo>
                        <a:pt x="98" y="4"/>
                      </a:lnTo>
                      <a:lnTo>
                        <a:pt x="84" y="8"/>
                      </a:lnTo>
                      <a:lnTo>
                        <a:pt x="76" y="14"/>
                      </a:lnTo>
                      <a:lnTo>
                        <a:pt x="68" y="18"/>
                      </a:lnTo>
                      <a:lnTo>
                        <a:pt x="58" y="22"/>
                      </a:lnTo>
                      <a:lnTo>
                        <a:pt x="42" y="28"/>
                      </a:lnTo>
                      <a:lnTo>
                        <a:pt x="28" y="32"/>
                      </a:lnTo>
                      <a:lnTo>
                        <a:pt x="12" y="36"/>
                      </a:lnTo>
                      <a:lnTo>
                        <a:pt x="8" y="38"/>
                      </a:lnTo>
                      <a:lnTo>
                        <a:pt x="6" y="42"/>
                      </a:lnTo>
                      <a:lnTo>
                        <a:pt x="4" y="48"/>
                      </a:lnTo>
                      <a:lnTo>
                        <a:pt x="0" y="60"/>
                      </a:lnTo>
                      <a:lnTo>
                        <a:pt x="0" y="70"/>
                      </a:lnTo>
                      <a:lnTo>
                        <a:pt x="2" y="80"/>
                      </a:lnTo>
                      <a:lnTo>
                        <a:pt x="6" y="86"/>
                      </a:lnTo>
                      <a:lnTo>
                        <a:pt x="18" y="106"/>
                      </a:lnTo>
                      <a:lnTo>
                        <a:pt x="30" y="158"/>
                      </a:lnTo>
                      <a:lnTo>
                        <a:pt x="42" y="208"/>
                      </a:lnTo>
                      <a:lnTo>
                        <a:pt x="50" y="224"/>
                      </a:lnTo>
                      <a:lnTo>
                        <a:pt x="56" y="240"/>
                      </a:lnTo>
                      <a:lnTo>
                        <a:pt x="60" y="252"/>
                      </a:lnTo>
                      <a:lnTo>
                        <a:pt x="64" y="266"/>
                      </a:lnTo>
                      <a:lnTo>
                        <a:pt x="72" y="284"/>
                      </a:lnTo>
                      <a:lnTo>
                        <a:pt x="80" y="304"/>
                      </a:lnTo>
                      <a:lnTo>
                        <a:pt x="82" y="312"/>
                      </a:lnTo>
                      <a:lnTo>
                        <a:pt x="84" y="318"/>
                      </a:lnTo>
                      <a:lnTo>
                        <a:pt x="82" y="332"/>
                      </a:lnTo>
                      <a:lnTo>
                        <a:pt x="78" y="346"/>
                      </a:lnTo>
                      <a:lnTo>
                        <a:pt x="72" y="364"/>
                      </a:lnTo>
                      <a:lnTo>
                        <a:pt x="64" y="398"/>
                      </a:lnTo>
                      <a:lnTo>
                        <a:pt x="54" y="438"/>
                      </a:lnTo>
                      <a:lnTo>
                        <a:pt x="48" y="464"/>
                      </a:lnTo>
                      <a:lnTo>
                        <a:pt x="42" y="484"/>
                      </a:lnTo>
                      <a:lnTo>
                        <a:pt x="46" y="488"/>
                      </a:lnTo>
                      <a:lnTo>
                        <a:pt x="52" y="492"/>
                      </a:lnTo>
                      <a:lnTo>
                        <a:pt x="58" y="494"/>
                      </a:lnTo>
                      <a:lnTo>
                        <a:pt x="58" y="506"/>
                      </a:lnTo>
                      <a:lnTo>
                        <a:pt x="58" y="524"/>
                      </a:lnTo>
                      <a:lnTo>
                        <a:pt x="58" y="556"/>
                      </a:lnTo>
                      <a:lnTo>
                        <a:pt x="60" y="606"/>
                      </a:lnTo>
                      <a:lnTo>
                        <a:pt x="62" y="656"/>
                      </a:lnTo>
                      <a:lnTo>
                        <a:pt x="62" y="672"/>
                      </a:lnTo>
                      <a:lnTo>
                        <a:pt x="62" y="682"/>
                      </a:lnTo>
                      <a:lnTo>
                        <a:pt x="62" y="710"/>
                      </a:lnTo>
                      <a:lnTo>
                        <a:pt x="62" y="732"/>
                      </a:lnTo>
                      <a:lnTo>
                        <a:pt x="62" y="752"/>
                      </a:lnTo>
                      <a:lnTo>
                        <a:pt x="72" y="756"/>
                      </a:lnTo>
                      <a:lnTo>
                        <a:pt x="108" y="770"/>
                      </a:lnTo>
                      <a:lnTo>
                        <a:pt x="122" y="774"/>
                      </a:lnTo>
                      <a:lnTo>
                        <a:pt x="136" y="774"/>
                      </a:lnTo>
                      <a:lnTo>
                        <a:pt x="152" y="774"/>
                      </a:lnTo>
                      <a:lnTo>
                        <a:pt x="168" y="770"/>
                      </a:lnTo>
                      <a:lnTo>
                        <a:pt x="196" y="764"/>
                      </a:lnTo>
                      <a:lnTo>
                        <a:pt x="214" y="760"/>
                      </a:lnTo>
                      <a:lnTo>
                        <a:pt x="264" y="746"/>
                      </a:lnTo>
                      <a:lnTo>
                        <a:pt x="288" y="738"/>
                      </a:lnTo>
                      <a:lnTo>
                        <a:pt x="310" y="728"/>
                      </a:lnTo>
                      <a:lnTo>
                        <a:pt x="330" y="716"/>
                      </a:lnTo>
                      <a:lnTo>
                        <a:pt x="328" y="676"/>
                      </a:lnTo>
                      <a:lnTo>
                        <a:pt x="326" y="616"/>
                      </a:lnTo>
                      <a:lnTo>
                        <a:pt x="326" y="532"/>
                      </a:lnTo>
                      <a:lnTo>
                        <a:pt x="324" y="468"/>
                      </a:lnTo>
                      <a:lnTo>
                        <a:pt x="326" y="460"/>
                      </a:lnTo>
                      <a:lnTo>
                        <a:pt x="326" y="446"/>
                      </a:lnTo>
                      <a:lnTo>
                        <a:pt x="324" y="434"/>
                      </a:lnTo>
                      <a:lnTo>
                        <a:pt x="316" y="408"/>
                      </a:lnTo>
                      <a:lnTo>
                        <a:pt x="310" y="392"/>
                      </a:lnTo>
                      <a:lnTo>
                        <a:pt x="308" y="384"/>
                      </a:lnTo>
                      <a:lnTo>
                        <a:pt x="324" y="344"/>
                      </a:lnTo>
                      <a:lnTo>
                        <a:pt x="338" y="314"/>
                      </a:lnTo>
                      <a:lnTo>
                        <a:pt x="342" y="298"/>
                      </a:lnTo>
                      <a:lnTo>
                        <a:pt x="344" y="290"/>
                      </a:lnTo>
                      <a:lnTo>
                        <a:pt x="348" y="280"/>
                      </a:lnTo>
                      <a:lnTo>
                        <a:pt x="350" y="276"/>
                      </a:lnTo>
                      <a:lnTo>
                        <a:pt x="348" y="272"/>
                      </a:lnTo>
                      <a:lnTo>
                        <a:pt x="344" y="262"/>
                      </a:lnTo>
                      <a:close/>
                      <a:moveTo>
                        <a:pt x="280" y="246"/>
                      </a:moveTo>
                      <a:lnTo>
                        <a:pt x="276" y="250"/>
                      </a:lnTo>
                      <a:lnTo>
                        <a:pt x="276" y="256"/>
                      </a:lnTo>
                      <a:lnTo>
                        <a:pt x="272" y="258"/>
                      </a:lnTo>
                      <a:lnTo>
                        <a:pt x="274" y="236"/>
                      </a:lnTo>
                      <a:lnTo>
                        <a:pt x="278" y="236"/>
                      </a:lnTo>
                      <a:lnTo>
                        <a:pt x="280" y="238"/>
                      </a:lnTo>
                      <a:lnTo>
                        <a:pt x="282" y="240"/>
                      </a:lnTo>
                      <a:lnTo>
                        <a:pt x="282" y="246"/>
                      </a:lnTo>
                      <a:lnTo>
                        <a:pt x="280" y="24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0" name="Freeform 139"/>
                <p:cNvSpPr>
                  <a:spLocks/>
                </p:cNvSpPr>
                <p:nvPr/>
              </p:nvSpPr>
              <p:spPr bwMode="auto">
                <a:xfrm>
                  <a:off x="3882332" y="3839514"/>
                  <a:ext cx="339041" cy="366135"/>
                </a:xfrm>
                <a:custGeom>
                  <a:avLst/>
                  <a:gdLst>
                    <a:gd name="T0" fmla="*/ 282257514 w 202"/>
                    <a:gd name="T1" fmla="*/ 10080625 h 216"/>
                    <a:gd name="T2" fmla="*/ 317539691 w 202"/>
                    <a:gd name="T3" fmla="*/ 5040313 h 216"/>
                    <a:gd name="T4" fmla="*/ 327620313 w 202"/>
                    <a:gd name="T5" fmla="*/ 10080625 h 216"/>
                    <a:gd name="T6" fmla="*/ 403224977 w 202"/>
                    <a:gd name="T7" fmla="*/ 15120939 h 216"/>
                    <a:gd name="T8" fmla="*/ 433466942 w 202"/>
                    <a:gd name="T9" fmla="*/ 30241879 h 216"/>
                    <a:gd name="T10" fmla="*/ 443547564 w 202"/>
                    <a:gd name="T11" fmla="*/ 45362812 h 216"/>
                    <a:gd name="T12" fmla="*/ 463708808 w 202"/>
                    <a:gd name="T13" fmla="*/ 100806246 h 216"/>
                    <a:gd name="T14" fmla="*/ 463708808 w 202"/>
                    <a:gd name="T15" fmla="*/ 156249693 h 216"/>
                    <a:gd name="T16" fmla="*/ 473789430 w 202"/>
                    <a:gd name="T17" fmla="*/ 226814098 h 216"/>
                    <a:gd name="T18" fmla="*/ 473789430 w 202"/>
                    <a:gd name="T19" fmla="*/ 307459075 h 216"/>
                    <a:gd name="T20" fmla="*/ 453628186 w 202"/>
                    <a:gd name="T21" fmla="*/ 372983119 h 216"/>
                    <a:gd name="T22" fmla="*/ 453628186 w 202"/>
                    <a:gd name="T23" fmla="*/ 393144363 h 216"/>
                    <a:gd name="T24" fmla="*/ 473789430 w 202"/>
                    <a:gd name="T25" fmla="*/ 443547573 h 216"/>
                    <a:gd name="T26" fmla="*/ 493950674 w 202"/>
                    <a:gd name="T27" fmla="*/ 453628195 h 216"/>
                    <a:gd name="T28" fmla="*/ 483870052 w 202"/>
                    <a:gd name="T29" fmla="*/ 453628195 h 216"/>
                    <a:gd name="T30" fmla="*/ 463708808 w 202"/>
                    <a:gd name="T31" fmla="*/ 453628195 h 216"/>
                    <a:gd name="T32" fmla="*/ 473789430 w 202"/>
                    <a:gd name="T33" fmla="*/ 478829751 h 216"/>
                    <a:gd name="T34" fmla="*/ 498990985 w 202"/>
                    <a:gd name="T35" fmla="*/ 493950684 h 216"/>
                    <a:gd name="T36" fmla="*/ 509071607 w 202"/>
                    <a:gd name="T37" fmla="*/ 488910373 h 216"/>
                    <a:gd name="T38" fmla="*/ 493950674 w 202"/>
                    <a:gd name="T39" fmla="*/ 534273172 h 216"/>
                    <a:gd name="T40" fmla="*/ 473789430 w 202"/>
                    <a:gd name="T41" fmla="*/ 544353795 h 216"/>
                    <a:gd name="T42" fmla="*/ 453628186 w 202"/>
                    <a:gd name="T43" fmla="*/ 544353795 h 216"/>
                    <a:gd name="T44" fmla="*/ 418346010 w 202"/>
                    <a:gd name="T45" fmla="*/ 534273172 h 216"/>
                    <a:gd name="T46" fmla="*/ 398184666 w 202"/>
                    <a:gd name="T47" fmla="*/ 509071617 h 216"/>
                    <a:gd name="T48" fmla="*/ 398184666 w 202"/>
                    <a:gd name="T49" fmla="*/ 493950684 h 216"/>
                    <a:gd name="T50" fmla="*/ 388104044 w 202"/>
                    <a:gd name="T51" fmla="*/ 478829751 h 216"/>
                    <a:gd name="T52" fmla="*/ 352821868 w 202"/>
                    <a:gd name="T53" fmla="*/ 468749128 h 216"/>
                    <a:gd name="T54" fmla="*/ 337700935 w 202"/>
                    <a:gd name="T55" fmla="*/ 453628195 h 216"/>
                    <a:gd name="T56" fmla="*/ 196572178 w 202"/>
                    <a:gd name="T57" fmla="*/ 453628195 h 216"/>
                    <a:gd name="T58" fmla="*/ 176410934 w 202"/>
                    <a:gd name="T59" fmla="*/ 478829751 h 216"/>
                    <a:gd name="T60" fmla="*/ 176410934 w 202"/>
                    <a:gd name="T61" fmla="*/ 504031306 h 216"/>
                    <a:gd name="T62" fmla="*/ 171370623 w 202"/>
                    <a:gd name="T63" fmla="*/ 524192550 h 216"/>
                    <a:gd name="T64" fmla="*/ 151209379 w 202"/>
                    <a:gd name="T65" fmla="*/ 534273172 h 216"/>
                    <a:gd name="T66" fmla="*/ 141128757 w 202"/>
                    <a:gd name="T67" fmla="*/ 539313484 h 216"/>
                    <a:gd name="T68" fmla="*/ 120967513 w 202"/>
                    <a:gd name="T69" fmla="*/ 534273172 h 216"/>
                    <a:gd name="T70" fmla="*/ 70564378 w 202"/>
                    <a:gd name="T71" fmla="*/ 544353795 h 216"/>
                    <a:gd name="T72" fmla="*/ 35282189 w 202"/>
                    <a:gd name="T73" fmla="*/ 529232861 h 216"/>
                    <a:gd name="T74" fmla="*/ 15120939 w 202"/>
                    <a:gd name="T75" fmla="*/ 493950684 h 216"/>
                    <a:gd name="T76" fmla="*/ 0 w 202"/>
                    <a:gd name="T77" fmla="*/ 473789440 h 216"/>
                    <a:gd name="T78" fmla="*/ 30241878 w 202"/>
                    <a:gd name="T79" fmla="*/ 478829751 h 216"/>
                    <a:gd name="T80" fmla="*/ 35282189 w 202"/>
                    <a:gd name="T81" fmla="*/ 473789440 h 216"/>
                    <a:gd name="T82" fmla="*/ 45362811 w 202"/>
                    <a:gd name="T83" fmla="*/ 458668506 h 216"/>
                    <a:gd name="T84" fmla="*/ 65524068 w 202"/>
                    <a:gd name="T85" fmla="*/ 433466951 h 216"/>
                    <a:gd name="T86" fmla="*/ 60483757 w 202"/>
                    <a:gd name="T87" fmla="*/ 398184674 h 216"/>
                    <a:gd name="T88" fmla="*/ 55443446 w 202"/>
                    <a:gd name="T89" fmla="*/ 367942808 h 216"/>
                    <a:gd name="T90" fmla="*/ 45362811 w 202"/>
                    <a:gd name="T91" fmla="*/ 312499386 h 216"/>
                    <a:gd name="T92" fmla="*/ 55443446 w 202"/>
                    <a:gd name="T93" fmla="*/ 267136586 h 216"/>
                    <a:gd name="T94" fmla="*/ 80645000 w 202"/>
                    <a:gd name="T95" fmla="*/ 196572182 h 216"/>
                    <a:gd name="T96" fmla="*/ 90725622 w 202"/>
                    <a:gd name="T97" fmla="*/ 171370626 h 216"/>
                    <a:gd name="T98" fmla="*/ 120967513 w 202"/>
                    <a:gd name="T99" fmla="*/ 105846582 h 216"/>
                    <a:gd name="T100" fmla="*/ 181451245 w 202"/>
                    <a:gd name="T101" fmla="*/ 45362812 h 216"/>
                    <a:gd name="T102" fmla="*/ 236894715 w 202"/>
                    <a:gd name="T103" fmla="*/ 5040313 h 216"/>
                    <a:gd name="T104" fmla="*/ 272176892 w 202"/>
                    <a:gd name="T105" fmla="*/ 5040313 h 216"/>
                    <a:gd name="T106" fmla="*/ 282257514 w 202"/>
                    <a:gd name="T107" fmla="*/ 10080625 h 2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2"/>
                    <a:gd name="T163" fmla="*/ 0 h 216"/>
                    <a:gd name="T164" fmla="*/ 202 w 202"/>
                    <a:gd name="T165" fmla="*/ 216 h 2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2" h="216">
                      <a:moveTo>
                        <a:pt x="112" y="4"/>
                      </a:moveTo>
                      <a:lnTo>
                        <a:pt x="112" y="4"/>
                      </a:lnTo>
                      <a:lnTo>
                        <a:pt x="120" y="2"/>
                      </a:lnTo>
                      <a:lnTo>
                        <a:pt x="126" y="2"/>
                      </a:lnTo>
                      <a:lnTo>
                        <a:pt x="130" y="4"/>
                      </a:lnTo>
                      <a:lnTo>
                        <a:pt x="146" y="4"/>
                      </a:lnTo>
                      <a:lnTo>
                        <a:pt x="160" y="6"/>
                      </a:lnTo>
                      <a:lnTo>
                        <a:pt x="166" y="8"/>
                      </a:lnTo>
                      <a:lnTo>
                        <a:pt x="172" y="12"/>
                      </a:lnTo>
                      <a:lnTo>
                        <a:pt x="176" y="18"/>
                      </a:lnTo>
                      <a:lnTo>
                        <a:pt x="180" y="24"/>
                      </a:lnTo>
                      <a:lnTo>
                        <a:pt x="184" y="40"/>
                      </a:lnTo>
                      <a:lnTo>
                        <a:pt x="184" y="54"/>
                      </a:lnTo>
                      <a:lnTo>
                        <a:pt x="184" y="62"/>
                      </a:lnTo>
                      <a:lnTo>
                        <a:pt x="188" y="90"/>
                      </a:lnTo>
                      <a:lnTo>
                        <a:pt x="190" y="108"/>
                      </a:lnTo>
                      <a:lnTo>
                        <a:pt x="188" y="122"/>
                      </a:lnTo>
                      <a:lnTo>
                        <a:pt x="180" y="148"/>
                      </a:lnTo>
                      <a:lnTo>
                        <a:pt x="180" y="156"/>
                      </a:lnTo>
                      <a:lnTo>
                        <a:pt x="182" y="166"/>
                      </a:lnTo>
                      <a:lnTo>
                        <a:pt x="188" y="176"/>
                      </a:lnTo>
                      <a:lnTo>
                        <a:pt x="192" y="178"/>
                      </a:lnTo>
                      <a:lnTo>
                        <a:pt x="196" y="180"/>
                      </a:lnTo>
                      <a:lnTo>
                        <a:pt x="192" y="180"/>
                      </a:lnTo>
                      <a:lnTo>
                        <a:pt x="188" y="180"/>
                      </a:lnTo>
                      <a:lnTo>
                        <a:pt x="184" y="180"/>
                      </a:lnTo>
                      <a:lnTo>
                        <a:pt x="188" y="190"/>
                      </a:lnTo>
                      <a:lnTo>
                        <a:pt x="194" y="194"/>
                      </a:lnTo>
                      <a:lnTo>
                        <a:pt x="198" y="196"/>
                      </a:lnTo>
                      <a:lnTo>
                        <a:pt x="202" y="194"/>
                      </a:lnTo>
                      <a:lnTo>
                        <a:pt x="200" y="204"/>
                      </a:lnTo>
                      <a:lnTo>
                        <a:pt x="196" y="212"/>
                      </a:lnTo>
                      <a:lnTo>
                        <a:pt x="192" y="214"/>
                      </a:lnTo>
                      <a:lnTo>
                        <a:pt x="188" y="216"/>
                      </a:lnTo>
                      <a:lnTo>
                        <a:pt x="180" y="216"/>
                      </a:lnTo>
                      <a:lnTo>
                        <a:pt x="170" y="214"/>
                      </a:lnTo>
                      <a:lnTo>
                        <a:pt x="166" y="212"/>
                      </a:lnTo>
                      <a:lnTo>
                        <a:pt x="162" y="208"/>
                      </a:lnTo>
                      <a:lnTo>
                        <a:pt x="158" y="202"/>
                      </a:lnTo>
                      <a:lnTo>
                        <a:pt x="158" y="196"/>
                      </a:lnTo>
                      <a:lnTo>
                        <a:pt x="156" y="192"/>
                      </a:lnTo>
                      <a:lnTo>
                        <a:pt x="154" y="190"/>
                      </a:lnTo>
                      <a:lnTo>
                        <a:pt x="144" y="188"/>
                      </a:lnTo>
                      <a:lnTo>
                        <a:pt x="140" y="186"/>
                      </a:lnTo>
                      <a:lnTo>
                        <a:pt x="136" y="184"/>
                      </a:lnTo>
                      <a:lnTo>
                        <a:pt x="134" y="180"/>
                      </a:lnTo>
                      <a:lnTo>
                        <a:pt x="134" y="176"/>
                      </a:lnTo>
                      <a:lnTo>
                        <a:pt x="78" y="180"/>
                      </a:lnTo>
                      <a:lnTo>
                        <a:pt x="70" y="190"/>
                      </a:lnTo>
                      <a:lnTo>
                        <a:pt x="70" y="194"/>
                      </a:lnTo>
                      <a:lnTo>
                        <a:pt x="70" y="200"/>
                      </a:lnTo>
                      <a:lnTo>
                        <a:pt x="70" y="206"/>
                      </a:lnTo>
                      <a:lnTo>
                        <a:pt x="68" y="208"/>
                      </a:lnTo>
                      <a:lnTo>
                        <a:pt x="64" y="212"/>
                      </a:lnTo>
                      <a:lnTo>
                        <a:pt x="60" y="212"/>
                      </a:lnTo>
                      <a:lnTo>
                        <a:pt x="56" y="214"/>
                      </a:lnTo>
                      <a:lnTo>
                        <a:pt x="48" y="212"/>
                      </a:lnTo>
                      <a:lnTo>
                        <a:pt x="42" y="214"/>
                      </a:lnTo>
                      <a:lnTo>
                        <a:pt x="28" y="216"/>
                      </a:lnTo>
                      <a:lnTo>
                        <a:pt x="22" y="214"/>
                      </a:lnTo>
                      <a:lnTo>
                        <a:pt x="14" y="210"/>
                      </a:lnTo>
                      <a:lnTo>
                        <a:pt x="8" y="204"/>
                      </a:lnTo>
                      <a:lnTo>
                        <a:pt x="6" y="196"/>
                      </a:lnTo>
                      <a:lnTo>
                        <a:pt x="0" y="188"/>
                      </a:lnTo>
                      <a:lnTo>
                        <a:pt x="6" y="190"/>
                      </a:lnTo>
                      <a:lnTo>
                        <a:pt x="12" y="190"/>
                      </a:lnTo>
                      <a:lnTo>
                        <a:pt x="14" y="190"/>
                      </a:lnTo>
                      <a:lnTo>
                        <a:pt x="14" y="188"/>
                      </a:lnTo>
                      <a:lnTo>
                        <a:pt x="18" y="182"/>
                      </a:lnTo>
                      <a:lnTo>
                        <a:pt x="24" y="178"/>
                      </a:lnTo>
                      <a:lnTo>
                        <a:pt x="26" y="172"/>
                      </a:lnTo>
                      <a:lnTo>
                        <a:pt x="26" y="166"/>
                      </a:lnTo>
                      <a:lnTo>
                        <a:pt x="24" y="158"/>
                      </a:lnTo>
                      <a:lnTo>
                        <a:pt x="22" y="146"/>
                      </a:lnTo>
                      <a:lnTo>
                        <a:pt x="18" y="134"/>
                      </a:lnTo>
                      <a:lnTo>
                        <a:pt x="18" y="124"/>
                      </a:lnTo>
                      <a:lnTo>
                        <a:pt x="18" y="114"/>
                      </a:lnTo>
                      <a:lnTo>
                        <a:pt x="22" y="106"/>
                      </a:lnTo>
                      <a:lnTo>
                        <a:pt x="30" y="88"/>
                      </a:lnTo>
                      <a:lnTo>
                        <a:pt x="32" y="78"/>
                      </a:lnTo>
                      <a:lnTo>
                        <a:pt x="36" y="68"/>
                      </a:lnTo>
                      <a:lnTo>
                        <a:pt x="40" y="56"/>
                      </a:lnTo>
                      <a:lnTo>
                        <a:pt x="48" y="42"/>
                      </a:lnTo>
                      <a:lnTo>
                        <a:pt x="60" y="30"/>
                      </a:lnTo>
                      <a:lnTo>
                        <a:pt x="72" y="18"/>
                      </a:lnTo>
                      <a:lnTo>
                        <a:pt x="84" y="10"/>
                      </a:lnTo>
                      <a:lnTo>
                        <a:pt x="94" y="2"/>
                      </a:lnTo>
                      <a:lnTo>
                        <a:pt x="104" y="0"/>
                      </a:lnTo>
                      <a:lnTo>
                        <a:pt x="108" y="2"/>
                      </a:lnTo>
                      <a:lnTo>
                        <a:pt x="112" y="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1" name="Freeform 141"/>
                <p:cNvSpPr>
                  <a:spLocks/>
                </p:cNvSpPr>
                <p:nvPr/>
              </p:nvSpPr>
              <p:spPr bwMode="auto">
                <a:xfrm>
                  <a:off x="3999346" y="3881529"/>
                  <a:ext cx="174022" cy="249093"/>
                </a:xfrm>
                <a:custGeom>
                  <a:avLst/>
                  <a:gdLst>
                    <a:gd name="T0" fmla="*/ 231854407 w 106"/>
                    <a:gd name="T1" fmla="*/ 50403117 h 150"/>
                    <a:gd name="T2" fmla="*/ 231854407 w 106"/>
                    <a:gd name="T3" fmla="*/ 50403117 h 150"/>
                    <a:gd name="T4" fmla="*/ 246975341 w 106"/>
                    <a:gd name="T5" fmla="*/ 85685302 h 150"/>
                    <a:gd name="T6" fmla="*/ 262096274 w 106"/>
                    <a:gd name="T7" fmla="*/ 115927190 h 150"/>
                    <a:gd name="T8" fmla="*/ 267136585 w 106"/>
                    <a:gd name="T9" fmla="*/ 141128742 h 150"/>
                    <a:gd name="T10" fmla="*/ 267136585 w 106"/>
                    <a:gd name="T11" fmla="*/ 141128742 h 150"/>
                    <a:gd name="T12" fmla="*/ 267136585 w 106"/>
                    <a:gd name="T13" fmla="*/ 186491536 h 150"/>
                    <a:gd name="T14" fmla="*/ 267136585 w 106"/>
                    <a:gd name="T15" fmla="*/ 186491536 h 150"/>
                    <a:gd name="T16" fmla="*/ 257055963 w 106"/>
                    <a:gd name="T17" fmla="*/ 241935001 h 150"/>
                    <a:gd name="T18" fmla="*/ 252015652 w 106"/>
                    <a:gd name="T19" fmla="*/ 277217174 h 150"/>
                    <a:gd name="T20" fmla="*/ 241935030 w 106"/>
                    <a:gd name="T21" fmla="*/ 302418726 h 150"/>
                    <a:gd name="T22" fmla="*/ 241935030 w 106"/>
                    <a:gd name="T23" fmla="*/ 302418726 h 150"/>
                    <a:gd name="T24" fmla="*/ 201612492 w 106"/>
                    <a:gd name="T25" fmla="*/ 367942762 h 150"/>
                    <a:gd name="T26" fmla="*/ 201612492 w 106"/>
                    <a:gd name="T27" fmla="*/ 367942762 h 150"/>
                    <a:gd name="T28" fmla="*/ 191531869 w 106"/>
                    <a:gd name="T29" fmla="*/ 372983072 h 150"/>
                    <a:gd name="T30" fmla="*/ 176410936 w 106"/>
                    <a:gd name="T31" fmla="*/ 378023383 h 150"/>
                    <a:gd name="T32" fmla="*/ 161290003 w 106"/>
                    <a:gd name="T33" fmla="*/ 378023383 h 150"/>
                    <a:gd name="T34" fmla="*/ 161290003 w 106"/>
                    <a:gd name="T35" fmla="*/ 378023383 h 150"/>
                    <a:gd name="T36" fmla="*/ 136088448 w 106"/>
                    <a:gd name="T37" fmla="*/ 372983072 h 150"/>
                    <a:gd name="T38" fmla="*/ 105846582 w 106"/>
                    <a:gd name="T39" fmla="*/ 362902452 h 150"/>
                    <a:gd name="T40" fmla="*/ 65524068 w 106"/>
                    <a:gd name="T41" fmla="*/ 342741210 h 150"/>
                    <a:gd name="T42" fmla="*/ 65524068 w 106"/>
                    <a:gd name="T43" fmla="*/ 342741210 h 150"/>
                    <a:gd name="T44" fmla="*/ 40322501 w 106"/>
                    <a:gd name="T45" fmla="*/ 332660589 h 150"/>
                    <a:gd name="T46" fmla="*/ 20161250 w 106"/>
                    <a:gd name="T47" fmla="*/ 317539658 h 150"/>
                    <a:gd name="T48" fmla="*/ 10080625 w 106"/>
                    <a:gd name="T49" fmla="*/ 307459037 h 150"/>
                    <a:gd name="T50" fmla="*/ 5040313 w 106"/>
                    <a:gd name="T51" fmla="*/ 297378416 h 150"/>
                    <a:gd name="T52" fmla="*/ 5040313 w 106"/>
                    <a:gd name="T53" fmla="*/ 297378416 h 150"/>
                    <a:gd name="T54" fmla="*/ 0 w 106"/>
                    <a:gd name="T55" fmla="*/ 262096243 h 150"/>
                    <a:gd name="T56" fmla="*/ 0 w 106"/>
                    <a:gd name="T57" fmla="*/ 246975311 h 150"/>
                    <a:gd name="T58" fmla="*/ 0 w 106"/>
                    <a:gd name="T59" fmla="*/ 246975311 h 150"/>
                    <a:gd name="T60" fmla="*/ 10080625 w 106"/>
                    <a:gd name="T61" fmla="*/ 206652778 h 150"/>
                    <a:gd name="T62" fmla="*/ 15120939 w 106"/>
                    <a:gd name="T63" fmla="*/ 166330294 h 150"/>
                    <a:gd name="T64" fmla="*/ 20161250 w 106"/>
                    <a:gd name="T65" fmla="*/ 126007811 h 150"/>
                    <a:gd name="T66" fmla="*/ 20161250 w 106"/>
                    <a:gd name="T67" fmla="*/ 126007811 h 150"/>
                    <a:gd name="T68" fmla="*/ 20161250 w 106"/>
                    <a:gd name="T69" fmla="*/ 105846569 h 150"/>
                    <a:gd name="T70" fmla="*/ 25201561 w 106"/>
                    <a:gd name="T71" fmla="*/ 85685302 h 150"/>
                    <a:gd name="T72" fmla="*/ 40322501 w 106"/>
                    <a:gd name="T73" fmla="*/ 65524061 h 150"/>
                    <a:gd name="T74" fmla="*/ 50403123 w 106"/>
                    <a:gd name="T75" fmla="*/ 45362806 h 150"/>
                    <a:gd name="T76" fmla="*/ 65524068 w 106"/>
                    <a:gd name="T77" fmla="*/ 30241875 h 150"/>
                    <a:gd name="T78" fmla="*/ 85685313 w 106"/>
                    <a:gd name="T79" fmla="*/ 15120938 h 150"/>
                    <a:gd name="T80" fmla="*/ 100806246 w 106"/>
                    <a:gd name="T81" fmla="*/ 5040312 h 150"/>
                    <a:gd name="T82" fmla="*/ 120967515 w 106"/>
                    <a:gd name="T83" fmla="*/ 0 h 150"/>
                    <a:gd name="T84" fmla="*/ 120967515 w 106"/>
                    <a:gd name="T85" fmla="*/ 0 h 150"/>
                    <a:gd name="T86" fmla="*/ 156249692 w 106"/>
                    <a:gd name="T87" fmla="*/ 5040312 h 150"/>
                    <a:gd name="T88" fmla="*/ 186491558 w 106"/>
                    <a:gd name="T89" fmla="*/ 15120938 h 150"/>
                    <a:gd name="T90" fmla="*/ 211693163 w 106"/>
                    <a:gd name="T91" fmla="*/ 30241875 h 150"/>
                    <a:gd name="T92" fmla="*/ 231854407 w 106"/>
                    <a:gd name="T93" fmla="*/ 50403117 h 150"/>
                    <a:gd name="T94" fmla="*/ 231854407 w 106"/>
                    <a:gd name="T95" fmla="*/ 50403117 h 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6"/>
                    <a:gd name="T145" fmla="*/ 0 h 150"/>
                    <a:gd name="T146" fmla="*/ 106 w 106"/>
                    <a:gd name="T147" fmla="*/ 150 h 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6" h="150">
                      <a:moveTo>
                        <a:pt x="92" y="20"/>
                      </a:moveTo>
                      <a:lnTo>
                        <a:pt x="92" y="20"/>
                      </a:lnTo>
                      <a:lnTo>
                        <a:pt x="98" y="34"/>
                      </a:lnTo>
                      <a:lnTo>
                        <a:pt x="104" y="46"/>
                      </a:lnTo>
                      <a:lnTo>
                        <a:pt x="106" y="56"/>
                      </a:lnTo>
                      <a:lnTo>
                        <a:pt x="106" y="74"/>
                      </a:lnTo>
                      <a:lnTo>
                        <a:pt x="102" y="96"/>
                      </a:lnTo>
                      <a:lnTo>
                        <a:pt x="100" y="110"/>
                      </a:lnTo>
                      <a:lnTo>
                        <a:pt x="96" y="120"/>
                      </a:lnTo>
                      <a:lnTo>
                        <a:pt x="80" y="146"/>
                      </a:lnTo>
                      <a:lnTo>
                        <a:pt x="76" y="148"/>
                      </a:lnTo>
                      <a:lnTo>
                        <a:pt x="70" y="150"/>
                      </a:lnTo>
                      <a:lnTo>
                        <a:pt x="64" y="150"/>
                      </a:lnTo>
                      <a:lnTo>
                        <a:pt x="54" y="148"/>
                      </a:lnTo>
                      <a:lnTo>
                        <a:pt x="42" y="144"/>
                      </a:lnTo>
                      <a:lnTo>
                        <a:pt x="26" y="136"/>
                      </a:lnTo>
                      <a:lnTo>
                        <a:pt x="16" y="132"/>
                      </a:lnTo>
                      <a:lnTo>
                        <a:pt x="8" y="126"/>
                      </a:lnTo>
                      <a:lnTo>
                        <a:pt x="4" y="122"/>
                      </a:lnTo>
                      <a:lnTo>
                        <a:pt x="2" y="118"/>
                      </a:lnTo>
                      <a:lnTo>
                        <a:pt x="0" y="104"/>
                      </a:lnTo>
                      <a:lnTo>
                        <a:pt x="0" y="98"/>
                      </a:lnTo>
                      <a:lnTo>
                        <a:pt x="4" y="82"/>
                      </a:lnTo>
                      <a:lnTo>
                        <a:pt x="6" y="66"/>
                      </a:lnTo>
                      <a:lnTo>
                        <a:pt x="8" y="50"/>
                      </a:lnTo>
                      <a:lnTo>
                        <a:pt x="8" y="42"/>
                      </a:lnTo>
                      <a:lnTo>
                        <a:pt x="10" y="34"/>
                      </a:lnTo>
                      <a:lnTo>
                        <a:pt x="16" y="26"/>
                      </a:lnTo>
                      <a:lnTo>
                        <a:pt x="20" y="18"/>
                      </a:lnTo>
                      <a:lnTo>
                        <a:pt x="26" y="12"/>
                      </a:lnTo>
                      <a:lnTo>
                        <a:pt x="34" y="6"/>
                      </a:lnTo>
                      <a:lnTo>
                        <a:pt x="40" y="2"/>
                      </a:lnTo>
                      <a:lnTo>
                        <a:pt x="48" y="0"/>
                      </a:lnTo>
                      <a:lnTo>
                        <a:pt x="62" y="2"/>
                      </a:lnTo>
                      <a:lnTo>
                        <a:pt x="74" y="6"/>
                      </a:lnTo>
                      <a:lnTo>
                        <a:pt x="84" y="12"/>
                      </a:lnTo>
                      <a:lnTo>
                        <a:pt x="92" y="20"/>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2" name="Freeform 142"/>
                <p:cNvSpPr>
                  <a:spLocks/>
                </p:cNvSpPr>
                <p:nvPr/>
              </p:nvSpPr>
              <p:spPr bwMode="auto">
                <a:xfrm>
                  <a:off x="3903334" y="4739846"/>
                  <a:ext cx="207027" cy="147055"/>
                </a:xfrm>
                <a:custGeom>
                  <a:avLst/>
                  <a:gdLst>
                    <a:gd name="T0" fmla="*/ 126007831 w 124"/>
                    <a:gd name="T1" fmla="*/ 40322498 h 88"/>
                    <a:gd name="T2" fmla="*/ 211693172 w 124"/>
                    <a:gd name="T3" fmla="*/ 5040312 h 88"/>
                    <a:gd name="T4" fmla="*/ 246975351 w 124"/>
                    <a:gd name="T5" fmla="*/ 0 h 88"/>
                    <a:gd name="T6" fmla="*/ 267136596 w 124"/>
                    <a:gd name="T7" fmla="*/ 10080625 h 88"/>
                    <a:gd name="T8" fmla="*/ 267136596 w 124"/>
                    <a:gd name="T9" fmla="*/ 15120938 h 88"/>
                    <a:gd name="T10" fmla="*/ 191531877 w 124"/>
                    <a:gd name="T11" fmla="*/ 50403120 h 88"/>
                    <a:gd name="T12" fmla="*/ 166330321 w 124"/>
                    <a:gd name="T13" fmla="*/ 65524065 h 88"/>
                    <a:gd name="T14" fmla="*/ 216733483 w 124"/>
                    <a:gd name="T15" fmla="*/ 65524065 h 88"/>
                    <a:gd name="T16" fmla="*/ 302418775 w 124"/>
                    <a:gd name="T17" fmla="*/ 75604686 h 88"/>
                    <a:gd name="T18" fmla="*/ 307459086 w 124"/>
                    <a:gd name="T19" fmla="*/ 80644997 h 88"/>
                    <a:gd name="T20" fmla="*/ 312499397 w 124"/>
                    <a:gd name="T21" fmla="*/ 90725618 h 88"/>
                    <a:gd name="T22" fmla="*/ 302418775 w 124"/>
                    <a:gd name="T23" fmla="*/ 95765929 h 88"/>
                    <a:gd name="T24" fmla="*/ 262096285 w 124"/>
                    <a:gd name="T25" fmla="*/ 100806240 h 88"/>
                    <a:gd name="T26" fmla="*/ 176410944 w 124"/>
                    <a:gd name="T27" fmla="*/ 110886886 h 88"/>
                    <a:gd name="T28" fmla="*/ 241935040 w 124"/>
                    <a:gd name="T29" fmla="*/ 110886886 h 88"/>
                    <a:gd name="T30" fmla="*/ 277217218 w 124"/>
                    <a:gd name="T31" fmla="*/ 110886886 h 88"/>
                    <a:gd name="T32" fmla="*/ 297378464 w 124"/>
                    <a:gd name="T33" fmla="*/ 120967508 h 88"/>
                    <a:gd name="T34" fmla="*/ 297378464 w 124"/>
                    <a:gd name="T35" fmla="*/ 126007818 h 88"/>
                    <a:gd name="T36" fmla="*/ 287297841 w 124"/>
                    <a:gd name="T37" fmla="*/ 141128751 h 88"/>
                    <a:gd name="T38" fmla="*/ 277217218 w 124"/>
                    <a:gd name="T39" fmla="*/ 141128751 h 88"/>
                    <a:gd name="T40" fmla="*/ 146169076 w 124"/>
                    <a:gd name="T41" fmla="*/ 156249683 h 88"/>
                    <a:gd name="T42" fmla="*/ 191531877 w 124"/>
                    <a:gd name="T43" fmla="*/ 166330304 h 88"/>
                    <a:gd name="T44" fmla="*/ 221773795 w 124"/>
                    <a:gd name="T45" fmla="*/ 161289994 h 88"/>
                    <a:gd name="T46" fmla="*/ 236894728 w 124"/>
                    <a:gd name="T47" fmla="*/ 161289994 h 88"/>
                    <a:gd name="T48" fmla="*/ 246975351 w 124"/>
                    <a:gd name="T49" fmla="*/ 171370615 h 88"/>
                    <a:gd name="T50" fmla="*/ 241935040 w 124"/>
                    <a:gd name="T51" fmla="*/ 181451237 h 88"/>
                    <a:gd name="T52" fmla="*/ 216733483 w 124"/>
                    <a:gd name="T53" fmla="*/ 186491547 h 88"/>
                    <a:gd name="T54" fmla="*/ 136088454 w 124"/>
                    <a:gd name="T55" fmla="*/ 191531858 h 88"/>
                    <a:gd name="T56" fmla="*/ 100806250 w 124"/>
                    <a:gd name="T57" fmla="*/ 201612480 h 88"/>
                    <a:gd name="T58" fmla="*/ 65524071 w 124"/>
                    <a:gd name="T59" fmla="*/ 216733462 h 88"/>
                    <a:gd name="T60" fmla="*/ 0 w 124"/>
                    <a:gd name="T61" fmla="*/ 221773772 h 88"/>
                    <a:gd name="T62" fmla="*/ 30241880 w 124"/>
                    <a:gd name="T63" fmla="*/ 171370615 h 88"/>
                    <a:gd name="T64" fmla="*/ 60483760 w 124"/>
                    <a:gd name="T65" fmla="*/ 105846575 h 88"/>
                    <a:gd name="T66" fmla="*/ 65524071 w 124"/>
                    <a:gd name="T67" fmla="*/ 80644997 h 88"/>
                    <a:gd name="T68" fmla="*/ 100806250 w 124"/>
                    <a:gd name="T69" fmla="*/ 50403120 h 88"/>
                    <a:gd name="T70" fmla="*/ 126007831 w 124"/>
                    <a:gd name="T71" fmla="*/ 40322498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4"/>
                    <a:gd name="T109" fmla="*/ 0 h 88"/>
                    <a:gd name="T110" fmla="*/ 124 w 124"/>
                    <a:gd name="T111" fmla="*/ 88 h 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4" h="88">
                      <a:moveTo>
                        <a:pt x="50" y="16"/>
                      </a:moveTo>
                      <a:lnTo>
                        <a:pt x="50" y="16"/>
                      </a:lnTo>
                      <a:lnTo>
                        <a:pt x="72" y="6"/>
                      </a:lnTo>
                      <a:lnTo>
                        <a:pt x="84" y="2"/>
                      </a:lnTo>
                      <a:lnTo>
                        <a:pt x="98" y="0"/>
                      </a:lnTo>
                      <a:lnTo>
                        <a:pt x="104" y="2"/>
                      </a:lnTo>
                      <a:lnTo>
                        <a:pt x="106" y="4"/>
                      </a:lnTo>
                      <a:lnTo>
                        <a:pt x="106" y="6"/>
                      </a:lnTo>
                      <a:lnTo>
                        <a:pt x="98" y="10"/>
                      </a:lnTo>
                      <a:lnTo>
                        <a:pt x="76" y="20"/>
                      </a:lnTo>
                      <a:lnTo>
                        <a:pt x="66" y="26"/>
                      </a:lnTo>
                      <a:lnTo>
                        <a:pt x="86" y="26"/>
                      </a:lnTo>
                      <a:lnTo>
                        <a:pt x="104" y="28"/>
                      </a:lnTo>
                      <a:lnTo>
                        <a:pt x="120" y="30"/>
                      </a:lnTo>
                      <a:lnTo>
                        <a:pt x="122" y="32"/>
                      </a:lnTo>
                      <a:lnTo>
                        <a:pt x="124" y="34"/>
                      </a:lnTo>
                      <a:lnTo>
                        <a:pt x="124" y="36"/>
                      </a:lnTo>
                      <a:lnTo>
                        <a:pt x="120" y="38"/>
                      </a:lnTo>
                      <a:lnTo>
                        <a:pt x="112" y="40"/>
                      </a:lnTo>
                      <a:lnTo>
                        <a:pt x="104" y="40"/>
                      </a:lnTo>
                      <a:lnTo>
                        <a:pt x="92" y="40"/>
                      </a:lnTo>
                      <a:lnTo>
                        <a:pt x="70" y="44"/>
                      </a:lnTo>
                      <a:lnTo>
                        <a:pt x="96" y="44"/>
                      </a:lnTo>
                      <a:lnTo>
                        <a:pt x="110" y="44"/>
                      </a:lnTo>
                      <a:lnTo>
                        <a:pt x="114" y="46"/>
                      </a:lnTo>
                      <a:lnTo>
                        <a:pt x="118" y="48"/>
                      </a:lnTo>
                      <a:lnTo>
                        <a:pt x="118" y="50"/>
                      </a:lnTo>
                      <a:lnTo>
                        <a:pt x="116" y="54"/>
                      </a:lnTo>
                      <a:lnTo>
                        <a:pt x="114" y="56"/>
                      </a:lnTo>
                      <a:lnTo>
                        <a:pt x="110" y="56"/>
                      </a:lnTo>
                      <a:lnTo>
                        <a:pt x="62" y="60"/>
                      </a:lnTo>
                      <a:lnTo>
                        <a:pt x="58" y="62"/>
                      </a:lnTo>
                      <a:lnTo>
                        <a:pt x="76" y="66"/>
                      </a:lnTo>
                      <a:lnTo>
                        <a:pt x="88" y="64"/>
                      </a:lnTo>
                      <a:lnTo>
                        <a:pt x="94" y="64"/>
                      </a:lnTo>
                      <a:lnTo>
                        <a:pt x="96" y="66"/>
                      </a:lnTo>
                      <a:lnTo>
                        <a:pt x="98" y="68"/>
                      </a:lnTo>
                      <a:lnTo>
                        <a:pt x="96" y="72"/>
                      </a:lnTo>
                      <a:lnTo>
                        <a:pt x="92" y="74"/>
                      </a:lnTo>
                      <a:lnTo>
                        <a:pt x="86" y="74"/>
                      </a:lnTo>
                      <a:lnTo>
                        <a:pt x="54" y="76"/>
                      </a:lnTo>
                      <a:lnTo>
                        <a:pt x="40" y="80"/>
                      </a:lnTo>
                      <a:lnTo>
                        <a:pt x="26" y="86"/>
                      </a:lnTo>
                      <a:lnTo>
                        <a:pt x="14" y="88"/>
                      </a:lnTo>
                      <a:lnTo>
                        <a:pt x="0" y="88"/>
                      </a:lnTo>
                      <a:lnTo>
                        <a:pt x="12" y="68"/>
                      </a:lnTo>
                      <a:lnTo>
                        <a:pt x="22" y="50"/>
                      </a:lnTo>
                      <a:lnTo>
                        <a:pt x="24" y="42"/>
                      </a:lnTo>
                      <a:lnTo>
                        <a:pt x="26" y="32"/>
                      </a:lnTo>
                      <a:lnTo>
                        <a:pt x="32" y="26"/>
                      </a:lnTo>
                      <a:lnTo>
                        <a:pt x="40" y="20"/>
                      </a:lnTo>
                      <a:lnTo>
                        <a:pt x="50" y="1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3" name="Freeform 143"/>
                <p:cNvSpPr>
                  <a:spLocks noEditPoints="1"/>
                </p:cNvSpPr>
                <p:nvPr/>
              </p:nvSpPr>
              <p:spPr bwMode="auto">
                <a:xfrm>
                  <a:off x="3876332" y="5385085"/>
                  <a:ext cx="558069" cy="684253"/>
                </a:xfrm>
                <a:custGeom>
                  <a:avLst/>
                  <a:gdLst>
                    <a:gd name="T0" fmla="*/ 186491543 w 330"/>
                    <a:gd name="T1" fmla="*/ 866933887 h 408"/>
                    <a:gd name="T2" fmla="*/ 151209369 w 330"/>
                    <a:gd name="T3" fmla="*/ 730845292 h 408"/>
                    <a:gd name="T4" fmla="*/ 146169058 w 330"/>
                    <a:gd name="T5" fmla="*/ 720764670 h 408"/>
                    <a:gd name="T6" fmla="*/ 141128747 w 330"/>
                    <a:gd name="T7" fmla="*/ 690522804 h 408"/>
                    <a:gd name="T8" fmla="*/ 141128747 w 330"/>
                    <a:gd name="T9" fmla="*/ 589716584 h 408"/>
                    <a:gd name="T10" fmla="*/ 141128747 w 330"/>
                    <a:gd name="T11" fmla="*/ 554434408 h 408"/>
                    <a:gd name="T12" fmla="*/ 50403119 w 330"/>
                    <a:gd name="T13" fmla="*/ 55443446 h 408"/>
                    <a:gd name="T14" fmla="*/ 35282187 w 330"/>
                    <a:gd name="T15" fmla="*/ 80645001 h 408"/>
                    <a:gd name="T16" fmla="*/ 10080624 w 330"/>
                    <a:gd name="T17" fmla="*/ 156249690 h 408"/>
                    <a:gd name="T18" fmla="*/ 0 w 330"/>
                    <a:gd name="T19" fmla="*/ 282257515 h 408"/>
                    <a:gd name="T20" fmla="*/ 10080624 w 330"/>
                    <a:gd name="T21" fmla="*/ 403224979 h 408"/>
                    <a:gd name="T22" fmla="*/ 25201559 w 330"/>
                    <a:gd name="T23" fmla="*/ 493950676 h 408"/>
                    <a:gd name="T24" fmla="*/ 35282187 w 330"/>
                    <a:gd name="T25" fmla="*/ 599797206 h 408"/>
                    <a:gd name="T26" fmla="*/ 30241876 w 330"/>
                    <a:gd name="T27" fmla="*/ 670361560 h 408"/>
                    <a:gd name="T28" fmla="*/ 30241876 w 330"/>
                    <a:gd name="T29" fmla="*/ 665321249 h 408"/>
                    <a:gd name="T30" fmla="*/ 10080624 w 330"/>
                    <a:gd name="T31" fmla="*/ 801409646 h 408"/>
                    <a:gd name="T32" fmla="*/ 30241876 w 330"/>
                    <a:gd name="T33" fmla="*/ 806449957 h 408"/>
                    <a:gd name="T34" fmla="*/ 30241876 w 330"/>
                    <a:gd name="T35" fmla="*/ 801409646 h 408"/>
                    <a:gd name="T36" fmla="*/ 40322497 w 330"/>
                    <a:gd name="T37" fmla="*/ 846772644 h 408"/>
                    <a:gd name="T38" fmla="*/ 40322497 w 330"/>
                    <a:gd name="T39" fmla="*/ 907256375 h 408"/>
                    <a:gd name="T40" fmla="*/ 60483752 w 330"/>
                    <a:gd name="T41" fmla="*/ 972780418 h 408"/>
                    <a:gd name="T42" fmla="*/ 70564374 w 330"/>
                    <a:gd name="T43" fmla="*/ 992941662 h 408"/>
                    <a:gd name="T44" fmla="*/ 105846573 w 330"/>
                    <a:gd name="T45" fmla="*/ 1018143217 h 408"/>
                    <a:gd name="T46" fmla="*/ 146169058 w 330"/>
                    <a:gd name="T47" fmla="*/ 1028223839 h 408"/>
                    <a:gd name="T48" fmla="*/ 216733457 w 330"/>
                    <a:gd name="T49" fmla="*/ 1018143217 h 408"/>
                    <a:gd name="T50" fmla="*/ 236894699 w 330"/>
                    <a:gd name="T51" fmla="*/ 982861040 h 408"/>
                    <a:gd name="T52" fmla="*/ 236894699 w 330"/>
                    <a:gd name="T53" fmla="*/ 967740107 h 408"/>
                    <a:gd name="T54" fmla="*/ 216733457 w 330"/>
                    <a:gd name="T55" fmla="*/ 922377308 h 408"/>
                    <a:gd name="T56" fmla="*/ 821570832 w 330"/>
                    <a:gd name="T57" fmla="*/ 675401871 h 408"/>
                    <a:gd name="T58" fmla="*/ 816530521 w 330"/>
                    <a:gd name="T59" fmla="*/ 670361560 h 408"/>
                    <a:gd name="T60" fmla="*/ 801409589 w 330"/>
                    <a:gd name="T61" fmla="*/ 660280938 h 408"/>
                    <a:gd name="T62" fmla="*/ 751006483 w 330"/>
                    <a:gd name="T63" fmla="*/ 619958450 h 408"/>
                    <a:gd name="T64" fmla="*/ 735885551 w 330"/>
                    <a:gd name="T65" fmla="*/ 599797206 h 408"/>
                    <a:gd name="T66" fmla="*/ 715724309 w 330"/>
                    <a:gd name="T67" fmla="*/ 579635963 h 408"/>
                    <a:gd name="T68" fmla="*/ 690522756 w 330"/>
                    <a:gd name="T69" fmla="*/ 544353786 h 408"/>
                    <a:gd name="T70" fmla="*/ 675401824 w 330"/>
                    <a:gd name="T71" fmla="*/ 509071609 h 408"/>
                    <a:gd name="T72" fmla="*/ 660280892 w 330"/>
                    <a:gd name="T73" fmla="*/ 463708810 h 408"/>
                    <a:gd name="T74" fmla="*/ 478829709 w 330"/>
                    <a:gd name="T75" fmla="*/ 65524068 h 408"/>
                    <a:gd name="T76" fmla="*/ 483870019 w 330"/>
                    <a:gd name="T77" fmla="*/ 105846580 h 408"/>
                    <a:gd name="T78" fmla="*/ 483870019 w 330"/>
                    <a:gd name="T79" fmla="*/ 166330312 h 408"/>
                    <a:gd name="T80" fmla="*/ 504031262 w 330"/>
                    <a:gd name="T81" fmla="*/ 282257515 h 408"/>
                    <a:gd name="T82" fmla="*/ 534273126 w 330"/>
                    <a:gd name="T83" fmla="*/ 398184668 h 408"/>
                    <a:gd name="T84" fmla="*/ 534273126 w 330"/>
                    <a:gd name="T85" fmla="*/ 448587877 h 408"/>
                    <a:gd name="T86" fmla="*/ 529232815 w 330"/>
                    <a:gd name="T87" fmla="*/ 468749121 h 408"/>
                    <a:gd name="T88" fmla="*/ 509071573 w 330"/>
                    <a:gd name="T89" fmla="*/ 524192542 h 408"/>
                    <a:gd name="T90" fmla="*/ 509071573 w 330"/>
                    <a:gd name="T91" fmla="*/ 574595652 h 408"/>
                    <a:gd name="T92" fmla="*/ 514111883 w 330"/>
                    <a:gd name="T93" fmla="*/ 584676274 h 408"/>
                    <a:gd name="T94" fmla="*/ 524192505 w 330"/>
                    <a:gd name="T95" fmla="*/ 614918139 h 408"/>
                    <a:gd name="T96" fmla="*/ 534273126 w 330"/>
                    <a:gd name="T97" fmla="*/ 695563115 h 408"/>
                    <a:gd name="T98" fmla="*/ 559474679 w 330"/>
                    <a:gd name="T99" fmla="*/ 690522804 h 408"/>
                    <a:gd name="T100" fmla="*/ 564514990 w 330"/>
                    <a:gd name="T101" fmla="*/ 599797206 h 408"/>
                    <a:gd name="T102" fmla="*/ 594756853 w 330"/>
                    <a:gd name="T103" fmla="*/ 614918139 h 408"/>
                    <a:gd name="T104" fmla="*/ 614918096 w 330"/>
                    <a:gd name="T105" fmla="*/ 645160005 h 408"/>
                    <a:gd name="T106" fmla="*/ 619958407 w 330"/>
                    <a:gd name="T107" fmla="*/ 655240627 h 408"/>
                    <a:gd name="T108" fmla="*/ 650200270 w 330"/>
                    <a:gd name="T109" fmla="*/ 720764670 h 408"/>
                    <a:gd name="T110" fmla="*/ 660280892 w 330"/>
                    <a:gd name="T111" fmla="*/ 740925914 h 408"/>
                    <a:gd name="T112" fmla="*/ 690522756 w 330"/>
                    <a:gd name="T113" fmla="*/ 756046847 h 408"/>
                    <a:gd name="T114" fmla="*/ 811490211 w 330"/>
                    <a:gd name="T115" fmla="*/ 766127469 h 408"/>
                    <a:gd name="T116" fmla="*/ 816530521 w 330"/>
                    <a:gd name="T117" fmla="*/ 756046847 h 408"/>
                    <a:gd name="T118" fmla="*/ 826611143 w 330"/>
                    <a:gd name="T119" fmla="*/ 725804981 h 408"/>
                    <a:gd name="T120" fmla="*/ 831651453 w 330"/>
                    <a:gd name="T121" fmla="*/ 715724359 h 408"/>
                    <a:gd name="T122" fmla="*/ 821570832 w 330"/>
                    <a:gd name="T123" fmla="*/ 675401871 h 4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0"/>
                    <a:gd name="T187" fmla="*/ 0 h 408"/>
                    <a:gd name="T188" fmla="*/ 330 w 330"/>
                    <a:gd name="T189" fmla="*/ 408 h 4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0" h="408">
                      <a:moveTo>
                        <a:pt x="74" y="344"/>
                      </a:moveTo>
                      <a:lnTo>
                        <a:pt x="74" y="344"/>
                      </a:lnTo>
                      <a:lnTo>
                        <a:pt x="60" y="290"/>
                      </a:lnTo>
                      <a:lnTo>
                        <a:pt x="58" y="286"/>
                      </a:lnTo>
                      <a:lnTo>
                        <a:pt x="56" y="274"/>
                      </a:lnTo>
                      <a:lnTo>
                        <a:pt x="56" y="254"/>
                      </a:lnTo>
                      <a:lnTo>
                        <a:pt x="56" y="234"/>
                      </a:lnTo>
                      <a:lnTo>
                        <a:pt x="56" y="220"/>
                      </a:lnTo>
                      <a:lnTo>
                        <a:pt x="92" y="44"/>
                      </a:lnTo>
                      <a:lnTo>
                        <a:pt x="20" y="22"/>
                      </a:lnTo>
                      <a:lnTo>
                        <a:pt x="14" y="32"/>
                      </a:lnTo>
                      <a:lnTo>
                        <a:pt x="10" y="40"/>
                      </a:lnTo>
                      <a:lnTo>
                        <a:pt x="4" y="62"/>
                      </a:lnTo>
                      <a:lnTo>
                        <a:pt x="2" y="88"/>
                      </a:lnTo>
                      <a:lnTo>
                        <a:pt x="0" y="112"/>
                      </a:lnTo>
                      <a:lnTo>
                        <a:pt x="2" y="138"/>
                      </a:lnTo>
                      <a:lnTo>
                        <a:pt x="4" y="160"/>
                      </a:lnTo>
                      <a:lnTo>
                        <a:pt x="10" y="196"/>
                      </a:lnTo>
                      <a:lnTo>
                        <a:pt x="14" y="218"/>
                      </a:lnTo>
                      <a:lnTo>
                        <a:pt x="14" y="238"/>
                      </a:lnTo>
                      <a:lnTo>
                        <a:pt x="14" y="254"/>
                      </a:lnTo>
                      <a:lnTo>
                        <a:pt x="12" y="266"/>
                      </a:lnTo>
                      <a:lnTo>
                        <a:pt x="12" y="264"/>
                      </a:lnTo>
                      <a:lnTo>
                        <a:pt x="6" y="292"/>
                      </a:lnTo>
                      <a:lnTo>
                        <a:pt x="4" y="318"/>
                      </a:lnTo>
                      <a:lnTo>
                        <a:pt x="8" y="322"/>
                      </a:lnTo>
                      <a:lnTo>
                        <a:pt x="12" y="320"/>
                      </a:lnTo>
                      <a:lnTo>
                        <a:pt x="12" y="318"/>
                      </a:lnTo>
                      <a:lnTo>
                        <a:pt x="16" y="336"/>
                      </a:lnTo>
                      <a:lnTo>
                        <a:pt x="16" y="360"/>
                      </a:lnTo>
                      <a:lnTo>
                        <a:pt x="18" y="370"/>
                      </a:lnTo>
                      <a:lnTo>
                        <a:pt x="24" y="386"/>
                      </a:lnTo>
                      <a:lnTo>
                        <a:pt x="28" y="394"/>
                      </a:lnTo>
                      <a:lnTo>
                        <a:pt x="42" y="404"/>
                      </a:lnTo>
                      <a:lnTo>
                        <a:pt x="50" y="406"/>
                      </a:lnTo>
                      <a:lnTo>
                        <a:pt x="58" y="408"/>
                      </a:lnTo>
                      <a:lnTo>
                        <a:pt x="74" y="406"/>
                      </a:lnTo>
                      <a:lnTo>
                        <a:pt x="86" y="404"/>
                      </a:lnTo>
                      <a:lnTo>
                        <a:pt x="92" y="402"/>
                      </a:lnTo>
                      <a:lnTo>
                        <a:pt x="94" y="390"/>
                      </a:lnTo>
                      <a:lnTo>
                        <a:pt x="94" y="384"/>
                      </a:lnTo>
                      <a:lnTo>
                        <a:pt x="92" y="376"/>
                      </a:lnTo>
                      <a:lnTo>
                        <a:pt x="86" y="366"/>
                      </a:lnTo>
                      <a:lnTo>
                        <a:pt x="74" y="344"/>
                      </a:lnTo>
                      <a:close/>
                      <a:moveTo>
                        <a:pt x="326" y="268"/>
                      </a:moveTo>
                      <a:lnTo>
                        <a:pt x="326" y="268"/>
                      </a:lnTo>
                      <a:lnTo>
                        <a:pt x="324" y="266"/>
                      </a:lnTo>
                      <a:lnTo>
                        <a:pt x="318" y="262"/>
                      </a:lnTo>
                      <a:lnTo>
                        <a:pt x="310" y="254"/>
                      </a:lnTo>
                      <a:lnTo>
                        <a:pt x="298" y="246"/>
                      </a:lnTo>
                      <a:lnTo>
                        <a:pt x="292" y="238"/>
                      </a:lnTo>
                      <a:lnTo>
                        <a:pt x="284" y="230"/>
                      </a:lnTo>
                      <a:lnTo>
                        <a:pt x="280" y="224"/>
                      </a:lnTo>
                      <a:lnTo>
                        <a:pt x="274" y="216"/>
                      </a:lnTo>
                      <a:lnTo>
                        <a:pt x="268" y="202"/>
                      </a:lnTo>
                      <a:lnTo>
                        <a:pt x="262" y="184"/>
                      </a:lnTo>
                      <a:lnTo>
                        <a:pt x="260" y="0"/>
                      </a:lnTo>
                      <a:lnTo>
                        <a:pt x="190" y="26"/>
                      </a:lnTo>
                      <a:lnTo>
                        <a:pt x="192" y="42"/>
                      </a:lnTo>
                      <a:lnTo>
                        <a:pt x="192" y="66"/>
                      </a:lnTo>
                      <a:lnTo>
                        <a:pt x="194" y="82"/>
                      </a:lnTo>
                      <a:lnTo>
                        <a:pt x="200" y="112"/>
                      </a:lnTo>
                      <a:lnTo>
                        <a:pt x="212" y="158"/>
                      </a:lnTo>
                      <a:lnTo>
                        <a:pt x="212" y="178"/>
                      </a:lnTo>
                      <a:lnTo>
                        <a:pt x="210" y="186"/>
                      </a:lnTo>
                      <a:lnTo>
                        <a:pt x="206" y="194"/>
                      </a:lnTo>
                      <a:lnTo>
                        <a:pt x="202" y="208"/>
                      </a:lnTo>
                      <a:lnTo>
                        <a:pt x="200" y="222"/>
                      </a:lnTo>
                      <a:lnTo>
                        <a:pt x="202" y="228"/>
                      </a:lnTo>
                      <a:lnTo>
                        <a:pt x="204" y="232"/>
                      </a:lnTo>
                      <a:lnTo>
                        <a:pt x="206" y="238"/>
                      </a:lnTo>
                      <a:lnTo>
                        <a:pt x="208" y="244"/>
                      </a:lnTo>
                      <a:lnTo>
                        <a:pt x="210" y="258"/>
                      </a:lnTo>
                      <a:lnTo>
                        <a:pt x="212" y="276"/>
                      </a:lnTo>
                      <a:lnTo>
                        <a:pt x="218" y="278"/>
                      </a:lnTo>
                      <a:lnTo>
                        <a:pt x="222" y="274"/>
                      </a:lnTo>
                      <a:lnTo>
                        <a:pt x="218" y="232"/>
                      </a:lnTo>
                      <a:lnTo>
                        <a:pt x="224" y="238"/>
                      </a:lnTo>
                      <a:lnTo>
                        <a:pt x="236" y="244"/>
                      </a:lnTo>
                      <a:lnTo>
                        <a:pt x="242" y="250"/>
                      </a:lnTo>
                      <a:lnTo>
                        <a:pt x="244" y="256"/>
                      </a:lnTo>
                      <a:lnTo>
                        <a:pt x="246" y="260"/>
                      </a:lnTo>
                      <a:lnTo>
                        <a:pt x="252" y="276"/>
                      </a:lnTo>
                      <a:lnTo>
                        <a:pt x="258" y="286"/>
                      </a:lnTo>
                      <a:lnTo>
                        <a:pt x="262" y="294"/>
                      </a:lnTo>
                      <a:lnTo>
                        <a:pt x="266" y="298"/>
                      </a:lnTo>
                      <a:lnTo>
                        <a:pt x="274" y="300"/>
                      </a:lnTo>
                      <a:lnTo>
                        <a:pt x="294" y="302"/>
                      </a:lnTo>
                      <a:lnTo>
                        <a:pt x="322" y="304"/>
                      </a:lnTo>
                      <a:lnTo>
                        <a:pt x="324" y="300"/>
                      </a:lnTo>
                      <a:lnTo>
                        <a:pt x="326" y="296"/>
                      </a:lnTo>
                      <a:lnTo>
                        <a:pt x="328" y="288"/>
                      </a:lnTo>
                      <a:lnTo>
                        <a:pt x="330" y="284"/>
                      </a:lnTo>
                      <a:lnTo>
                        <a:pt x="328" y="276"/>
                      </a:lnTo>
                      <a:lnTo>
                        <a:pt x="326" y="26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4" name="Freeform 144"/>
                <p:cNvSpPr>
                  <a:spLocks/>
                </p:cNvSpPr>
                <p:nvPr/>
              </p:nvSpPr>
              <p:spPr bwMode="auto">
                <a:xfrm>
                  <a:off x="3612299" y="4175638"/>
                  <a:ext cx="333040" cy="723268"/>
                </a:xfrm>
                <a:custGeom>
                  <a:avLst/>
                  <a:gdLst>
                    <a:gd name="T0" fmla="*/ 418346010 w 202"/>
                    <a:gd name="T1" fmla="*/ 463708816 h 426"/>
                    <a:gd name="T2" fmla="*/ 352821868 w 202"/>
                    <a:gd name="T3" fmla="*/ 529232859 h 426"/>
                    <a:gd name="T4" fmla="*/ 327620313 w 202"/>
                    <a:gd name="T5" fmla="*/ 569555348 h 426"/>
                    <a:gd name="T6" fmla="*/ 297378447 w 202"/>
                    <a:gd name="T7" fmla="*/ 609877836 h 426"/>
                    <a:gd name="T8" fmla="*/ 231854404 w 202"/>
                    <a:gd name="T9" fmla="*/ 650200325 h 426"/>
                    <a:gd name="T10" fmla="*/ 221773782 w 202"/>
                    <a:gd name="T11" fmla="*/ 650200325 h 426"/>
                    <a:gd name="T12" fmla="*/ 216733471 w 202"/>
                    <a:gd name="T13" fmla="*/ 670361569 h 426"/>
                    <a:gd name="T14" fmla="*/ 226814093 w 202"/>
                    <a:gd name="T15" fmla="*/ 675401880 h 426"/>
                    <a:gd name="T16" fmla="*/ 236894715 w 202"/>
                    <a:gd name="T17" fmla="*/ 685482502 h 426"/>
                    <a:gd name="T18" fmla="*/ 246975337 w 202"/>
                    <a:gd name="T19" fmla="*/ 710684057 h 426"/>
                    <a:gd name="T20" fmla="*/ 292338136 w 202"/>
                    <a:gd name="T21" fmla="*/ 771167790 h 426"/>
                    <a:gd name="T22" fmla="*/ 357862179 w 202"/>
                    <a:gd name="T23" fmla="*/ 846772654 h 426"/>
                    <a:gd name="T24" fmla="*/ 418346010 w 202"/>
                    <a:gd name="T25" fmla="*/ 877014521 h 426"/>
                    <a:gd name="T26" fmla="*/ 493950674 w 202"/>
                    <a:gd name="T27" fmla="*/ 907256387 h 426"/>
                    <a:gd name="T28" fmla="*/ 498990985 w 202"/>
                    <a:gd name="T29" fmla="*/ 912296698 h 426"/>
                    <a:gd name="T30" fmla="*/ 483870052 w 202"/>
                    <a:gd name="T31" fmla="*/ 982861053 h 426"/>
                    <a:gd name="T32" fmla="*/ 453628186 w 202"/>
                    <a:gd name="T33" fmla="*/ 1038304474 h 426"/>
                    <a:gd name="T34" fmla="*/ 413305599 w 202"/>
                    <a:gd name="T35" fmla="*/ 1073586652 h 426"/>
                    <a:gd name="T36" fmla="*/ 120967513 w 202"/>
                    <a:gd name="T37" fmla="*/ 841732343 h 426"/>
                    <a:gd name="T38" fmla="*/ 85685311 w 202"/>
                    <a:gd name="T39" fmla="*/ 811490278 h 426"/>
                    <a:gd name="T40" fmla="*/ 50403122 w 202"/>
                    <a:gd name="T41" fmla="*/ 771167790 h 426"/>
                    <a:gd name="T42" fmla="*/ 15120939 w 202"/>
                    <a:gd name="T43" fmla="*/ 710684057 h 426"/>
                    <a:gd name="T44" fmla="*/ 10080625 w 202"/>
                    <a:gd name="T45" fmla="*/ 700603435 h 426"/>
                    <a:gd name="T46" fmla="*/ 0 w 202"/>
                    <a:gd name="T47" fmla="*/ 660280947 h 426"/>
                    <a:gd name="T48" fmla="*/ 10080625 w 202"/>
                    <a:gd name="T49" fmla="*/ 635079391 h 426"/>
                    <a:gd name="T50" fmla="*/ 206652800 w 202"/>
                    <a:gd name="T51" fmla="*/ 312499385 h 426"/>
                    <a:gd name="T52" fmla="*/ 262096270 w 202"/>
                    <a:gd name="T53" fmla="*/ 156249692 h 426"/>
                    <a:gd name="T54" fmla="*/ 297378447 w 202"/>
                    <a:gd name="T55" fmla="*/ 90725624 h 426"/>
                    <a:gd name="T56" fmla="*/ 312499380 w 202"/>
                    <a:gd name="T57" fmla="*/ 70564380 h 426"/>
                    <a:gd name="T58" fmla="*/ 337700935 w 202"/>
                    <a:gd name="T59" fmla="*/ 55443446 h 426"/>
                    <a:gd name="T60" fmla="*/ 362902490 w 202"/>
                    <a:gd name="T61" fmla="*/ 50403123 h 426"/>
                    <a:gd name="T62" fmla="*/ 509071607 w 202"/>
                    <a:gd name="T63" fmla="*/ 0 h 426"/>
                    <a:gd name="T64" fmla="*/ 483870052 w 202"/>
                    <a:gd name="T65" fmla="*/ 196572181 h 426"/>
                    <a:gd name="T66" fmla="*/ 458668497 w 202"/>
                    <a:gd name="T67" fmla="*/ 347781562 h 426"/>
                    <a:gd name="T68" fmla="*/ 418346010 w 202"/>
                    <a:gd name="T69" fmla="*/ 463708816 h 4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2"/>
                    <a:gd name="T106" fmla="*/ 0 h 426"/>
                    <a:gd name="T107" fmla="*/ 202 w 202"/>
                    <a:gd name="T108" fmla="*/ 426 h 4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2" h="426">
                      <a:moveTo>
                        <a:pt x="166" y="184"/>
                      </a:moveTo>
                      <a:lnTo>
                        <a:pt x="166" y="184"/>
                      </a:lnTo>
                      <a:lnTo>
                        <a:pt x="152" y="196"/>
                      </a:lnTo>
                      <a:lnTo>
                        <a:pt x="140" y="210"/>
                      </a:lnTo>
                      <a:lnTo>
                        <a:pt x="130" y="226"/>
                      </a:lnTo>
                      <a:lnTo>
                        <a:pt x="124" y="236"/>
                      </a:lnTo>
                      <a:lnTo>
                        <a:pt x="118" y="242"/>
                      </a:lnTo>
                      <a:lnTo>
                        <a:pt x="104" y="252"/>
                      </a:lnTo>
                      <a:lnTo>
                        <a:pt x="92" y="258"/>
                      </a:lnTo>
                      <a:lnTo>
                        <a:pt x="88" y="258"/>
                      </a:lnTo>
                      <a:lnTo>
                        <a:pt x="86" y="262"/>
                      </a:lnTo>
                      <a:lnTo>
                        <a:pt x="86" y="266"/>
                      </a:lnTo>
                      <a:lnTo>
                        <a:pt x="90" y="268"/>
                      </a:lnTo>
                      <a:lnTo>
                        <a:pt x="92" y="270"/>
                      </a:lnTo>
                      <a:lnTo>
                        <a:pt x="94" y="272"/>
                      </a:lnTo>
                      <a:lnTo>
                        <a:pt x="98" y="282"/>
                      </a:lnTo>
                      <a:lnTo>
                        <a:pt x="104" y="292"/>
                      </a:lnTo>
                      <a:lnTo>
                        <a:pt x="116" y="306"/>
                      </a:lnTo>
                      <a:lnTo>
                        <a:pt x="134" y="324"/>
                      </a:lnTo>
                      <a:lnTo>
                        <a:pt x="142" y="336"/>
                      </a:lnTo>
                      <a:lnTo>
                        <a:pt x="166" y="348"/>
                      </a:lnTo>
                      <a:lnTo>
                        <a:pt x="184" y="356"/>
                      </a:lnTo>
                      <a:lnTo>
                        <a:pt x="196" y="360"/>
                      </a:lnTo>
                      <a:lnTo>
                        <a:pt x="198" y="362"/>
                      </a:lnTo>
                      <a:lnTo>
                        <a:pt x="198" y="370"/>
                      </a:lnTo>
                      <a:lnTo>
                        <a:pt x="192" y="390"/>
                      </a:lnTo>
                      <a:lnTo>
                        <a:pt x="186" y="400"/>
                      </a:lnTo>
                      <a:lnTo>
                        <a:pt x="180" y="412"/>
                      </a:lnTo>
                      <a:lnTo>
                        <a:pt x="172" y="420"/>
                      </a:lnTo>
                      <a:lnTo>
                        <a:pt x="164" y="426"/>
                      </a:lnTo>
                      <a:lnTo>
                        <a:pt x="48" y="334"/>
                      </a:lnTo>
                      <a:lnTo>
                        <a:pt x="34" y="322"/>
                      </a:lnTo>
                      <a:lnTo>
                        <a:pt x="26" y="314"/>
                      </a:lnTo>
                      <a:lnTo>
                        <a:pt x="20" y="306"/>
                      </a:lnTo>
                      <a:lnTo>
                        <a:pt x="6" y="282"/>
                      </a:lnTo>
                      <a:lnTo>
                        <a:pt x="4" y="278"/>
                      </a:lnTo>
                      <a:lnTo>
                        <a:pt x="0" y="270"/>
                      </a:lnTo>
                      <a:lnTo>
                        <a:pt x="0" y="262"/>
                      </a:lnTo>
                      <a:lnTo>
                        <a:pt x="0" y="258"/>
                      </a:lnTo>
                      <a:lnTo>
                        <a:pt x="4" y="252"/>
                      </a:lnTo>
                      <a:lnTo>
                        <a:pt x="82" y="124"/>
                      </a:lnTo>
                      <a:lnTo>
                        <a:pt x="104" y="62"/>
                      </a:lnTo>
                      <a:lnTo>
                        <a:pt x="112" y="48"/>
                      </a:lnTo>
                      <a:lnTo>
                        <a:pt x="118" y="36"/>
                      </a:lnTo>
                      <a:lnTo>
                        <a:pt x="124" y="28"/>
                      </a:lnTo>
                      <a:lnTo>
                        <a:pt x="130" y="24"/>
                      </a:lnTo>
                      <a:lnTo>
                        <a:pt x="134" y="22"/>
                      </a:lnTo>
                      <a:lnTo>
                        <a:pt x="144" y="20"/>
                      </a:lnTo>
                      <a:lnTo>
                        <a:pt x="202" y="0"/>
                      </a:lnTo>
                      <a:lnTo>
                        <a:pt x="200" y="24"/>
                      </a:lnTo>
                      <a:lnTo>
                        <a:pt x="192" y="78"/>
                      </a:lnTo>
                      <a:lnTo>
                        <a:pt x="188" y="108"/>
                      </a:lnTo>
                      <a:lnTo>
                        <a:pt x="182" y="138"/>
                      </a:lnTo>
                      <a:lnTo>
                        <a:pt x="174" y="164"/>
                      </a:lnTo>
                      <a:lnTo>
                        <a:pt x="166" y="18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sp>
            <p:nvSpPr>
              <p:cNvPr id="17" name="Freeform 138"/>
              <p:cNvSpPr>
                <a:spLocks/>
              </p:cNvSpPr>
              <p:nvPr/>
            </p:nvSpPr>
            <p:spPr bwMode="auto">
              <a:xfrm>
                <a:off x="3544225" y="4214357"/>
                <a:ext cx="202273" cy="330410"/>
              </a:xfrm>
              <a:custGeom>
                <a:avLst/>
                <a:gdLst>
                  <a:gd name="T0" fmla="*/ 2147483647 w 120"/>
                  <a:gd name="T1" fmla="*/ 2147483647 h 196"/>
                  <a:gd name="T2" fmla="*/ 2147483647 w 120"/>
                  <a:gd name="T3" fmla="*/ 2147483647 h 196"/>
                  <a:gd name="T4" fmla="*/ 2147483647 w 120"/>
                  <a:gd name="T5" fmla="*/ 2147483647 h 196"/>
                  <a:gd name="T6" fmla="*/ 2147483647 w 120"/>
                  <a:gd name="T7" fmla="*/ 2147483647 h 196"/>
                  <a:gd name="T8" fmla="*/ 2147483647 w 120"/>
                  <a:gd name="T9" fmla="*/ 2147483647 h 196"/>
                  <a:gd name="T10" fmla="*/ 2147483647 w 120"/>
                  <a:gd name="T11" fmla="*/ 2147483647 h 196"/>
                  <a:gd name="T12" fmla="*/ 2147483647 w 120"/>
                  <a:gd name="T13" fmla="*/ 2147483647 h 196"/>
                  <a:gd name="T14" fmla="*/ 2147483647 w 120"/>
                  <a:gd name="T15" fmla="*/ 2147483647 h 196"/>
                  <a:gd name="T16" fmla="*/ 2147483647 w 120"/>
                  <a:gd name="T17" fmla="*/ 2147483647 h 196"/>
                  <a:gd name="T18" fmla="*/ 2147483647 w 120"/>
                  <a:gd name="T19" fmla="*/ 2147483647 h 196"/>
                  <a:gd name="T20" fmla="*/ 2147483647 w 120"/>
                  <a:gd name="T21" fmla="*/ 2147483647 h 196"/>
                  <a:gd name="T22" fmla="*/ 2147483647 w 120"/>
                  <a:gd name="T23" fmla="*/ 2147483647 h 196"/>
                  <a:gd name="T24" fmla="*/ 2147483647 w 120"/>
                  <a:gd name="T25" fmla="*/ 2147483647 h 196"/>
                  <a:gd name="T26" fmla="*/ 2147483647 w 120"/>
                  <a:gd name="T27" fmla="*/ 2147483647 h 196"/>
                  <a:gd name="T28" fmla="*/ 2147483647 w 120"/>
                  <a:gd name="T29" fmla="*/ 2147483647 h 196"/>
                  <a:gd name="T30" fmla="*/ 2147483647 w 120"/>
                  <a:gd name="T31" fmla="*/ 2147483647 h 196"/>
                  <a:gd name="T32" fmla="*/ 2147483647 w 120"/>
                  <a:gd name="T33" fmla="*/ 2147483647 h 196"/>
                  <a:gd name="T34" fmla="*/ 2147483647 w 120"/>
                  <a:gd name="T35" fmla="*/ 2147483647 h 196"/>
                  <a:gd name="T36" fmla="*/ 2147483647 w 120"/>
                  <a:gd name="T37" fmla="*/ 2147483647 h 196"/>
                  <a:gd name="T38" fmla="*/ 2147483647 w 120"/>
                  <a:gd name="T39" fmla="*/ 2147483647 h 196"/>
                  <a:gd name="T40" fmla="*/ 0 w 120"/>
                  <a:gd name="T41" fmla="*/ 2147483647 h 196"/>
                  <a:gd name="T42" fmla="*/ 2147483647 w 120"/>
                  <a:gd name="T43" fmla="*/ 2147483647 h 196"/>
                  <a:gd name="T44" fmla="*/ 2147483647 w 120"/>
                  <a:gd name="T45" fmla="*/ 2147483647 h 196"/>
                  <a:gd name="T46" fmla="*/ 2147483647 w 120"/>
                  <a:gd name="T47" fmla="*/ 2147483647 h 196"/>
                  <a:gd name="T48" fmla="*/ 2147483647 w 120"/>
                  <a:gd name="T49" fmla="*/ 0 h 196"/>
                  <a:gd name="T50" fmla="*/ 2147483647 w 120"/>
                  <a:gd name="T51" fmla="*/ 0 h 196"/>
                  <a:gd name="T52" fmla="*/ 2147483647 w 120"/>
                  <a:gd name="T53" fmla="*/ 2147483647 h 196"/>
                  <a:gd name="T54" fmla="*/ 2147483647 w 120"/>
                  <a:gd name="T55" fmla="*/ 2147483647 h 19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
                  <a:gd name="T85" fmla="*/ 0 h 196"/>
                  <a:gd name="T86" fmla="*/ 120 w 120"/>
                  <a:gd name="T87" fmla="*/ 196 h 19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 h="196">
                    <a:moveTo>
                      <a:pt x="82" y="2"/>
                    </a:moveTo>
                    <a:lnTo>
                      <a:pt x="82" y="2"/>
                    </a:lnTo>
                    <a:lnTo>
                      <a:pt x="96" y="24"/>
                    </a:lnTo>
                    <a:lnTo>
                      <a:pt x="98" y="34"/>
                    </a:lnTo>
                    <a:lnTo>
                      <a:pt x="102" y="46"/>
                    </a:lnTo>
                    <a:lnTo>
                      <a:pt x="106" y="70"/>
                    </a:lnTo>
                    <a:lnTo>
                      <a:pt x="114" y="120"/>
                    </a:lnTo>
                    <a:lnTo>
                      <a:pt x="118" y="170"/>
                    </a:lnTo>
                    <a:lnTo>
                      <a:pt x="120" y="188"/>
                    </a:lnTo>
                    <a:lnTo>
                      <a:pt x="118" y="196"/>
                    </a:lnTo>
                    <a:lnTo>
                      <a:pt x="106" y="174"/>
                    </a:lnTo>
                    <a:lnTo>
                      <a:pt x="76" y="120"/>
                    </a:lnTo>
                    <a:lnTo>
                      <a:pt x="58" y="90"/>
                    </a:lnTo>
                    <a:lnTo>
                      <a:pt x="38" y="62"/>
                    </a:lnTo>
                    <a:lnTo>
                      <a:pt x="22" y="40"/>
                    </a:lnTo>
                    <a:lnTo>
                      <a:pt x="14" y="32"/>
                    </a:lnTo>
                    <a:lnTo>
                      <a:pt x="8" y="26"/>
                    </a:lnTo>
                    <a:lnTo>
                      <a:pt x="0" y="22"/>
                    </a:lnTo>
                    <a:lnTo>
                      <a:pt x="2" y="12"/>
                    </a:lnTo>
                    <a:lnTo>
                      <a:pt x="36" y="4"/>
                    </a:lnTo>
                    <a:lnTo>
                      <a:pt x="64" y="0"/>
                    </a:lnTo>
                    <a:lnTo>
                      <a:pt x="74" y="0"/>
                    </a:lnTo>
                    <a:lnTo>
                      <a:pt x="8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8" name="Freeform 140"/>
              <p:cNvSpPr>
                <a:spLocks/>
              </p:cNvSpPr>
              <p:nvPr/>
            </p:nvSpPr>
            <p:spPr bwMode="auto">
              <a:xfrm>
                <a:off x="3575919" y="4138914"/>
                <a:ext cx="147019" cy="234086"/>
              </a:xfrm>
              <a:custGeom>
                <a:avLst/>
                <a:gdLst>
                  <a:gd name="T0" fmla="*/ 196572170 w 90"/>
                  <a:gd name="T1" fmla="*/ 120967497 h 140"/>
                  <a:gd name="T2" fmla="*/ 196572170 w 90"/>
                  <a:gd name="T3" fmla="*/ 120967497 h 140"/>
                  <a:gd name="T4" fmla="*/ 191531860 w 90"/>
                  <a:gd name="T5" fmla="*/ 136088428 h 140"/>
                  <a:gd name="T6" fmla="*/ 181451238 w 90"/>
                  <a:gd name="T7" fmla="*/ 171370600 h 140"/>
                  <a:gd name="T8" fmla="*/ 181451238 w 90"/>
                  <a:gd name="T9" fmla="*/ 196572151 h 140"/>
                  <a:gd name="T10" fmla="*/ 186491549 w 90"/>
                  <a:gd name="T11" fmla="*/ 211693132 h 140"/>
                  <a:gd name="T12" fmla="*/ 191531860 w 90"/>
                  <a:gd name="T13" fmla="*/ 226814063 h 140"/>
                  <a:gd name="T14" fmla="*/ 206652792 w 90"/>
                  <a:gd name="T15" fmla="*/ 236894683 h 140"/>
                  <a:gd name="T16" fmla="*/ 206652792 w 90"/>
                  <a:gd name="T17" fmla="*/ 236894683 h 140"/>
                  <a:gd name="T18" fmla="*/ 226814085 w 90"/>
                  <a:gd name="T19" fmla="*/ 241934994 h 140"/>
                  <a:gd name="T20" fmla="*/ 226814085 w 90"/>
                  <a:gd name="T21" fmla="*/ 241934994 h 140"/>
                  <a:gd name="T22" fmla="*/ 226814085 w 90"/>
                  <a:gd name="T23" fmla="*/ 257055925 h 140"/>
                  <a:gd name="T24" fmla="*/ 226814085 w 90"/>
                  <a:gd name="T25" fmla="*/ 272176856 h 140"/>
                  <a:gd name="T26" fmla="*/ 221773774 w 90"/>
                  <a:gd name="T27" fmla="*/ 282257476 h 140"/>
                  <a:gd name="T28" fmla="*/ 221773774 w 90"/>
                  <a:gd name="T29" fmla="*/ 282257476 h 140"/>
                  <a:gd name="T30" fmla="*/ 211693152 w 90"/>
                  <a:gd name="T31" fmla="*/ 297378407 h 140"/>
                  <a:gd name="T32" fmla="*/ 206652792 w 90"/>
                  <a:gd name="T33" fmla="*/ 322579959 h 140"/>
                  <a:gd name="T34" fmla="*/ 196572170 w 90"/>
                  <a:gd name="T35" fmla="*/ 352821820 h 140"/>
                  <a:gd name="T36" fmla="*/ 186491549 w 90"/>
                  <a:gd name="T37" fmla="*/ 347781510 h 140"/>
                  <a:gd name="T38" fmla="*/ 186491549 w 90"/>
                  <a:gd name="T39" fmla="*/ 347781510 h 140"/>
                  <a:gd name="T40" fmla="*/ 196572170 w 90"/>
                  <a:gd name="T41" fmla="*/ 337700889 h 140"/>
                  <a:gd name="T42" fmla="*/ 196572170 w 90"/>
                  <a:gd name="T43" fmla="*/ 322579959 h 140"/>
                  <a:gd name="T44" fmla="*/ 186491549 w 90"/>
                  <a:gd name="T45" fmla="*/ 307459028 h 140"/>
                  <a:gd name="T46" fmla="*/ 186491549 w 90"/>
                  <a:gd name="T47" fmla="*/ 307459028 h 140"/>
                  <a:gd name="T48" fmla="*/ 171370617 w 90"/>
                  <a:gd name="T49" fmla="*/ 297378407 h 140"/>
                  <a:gd name="T50" fmla="*/ 146169063 w 90"/>
                  <a:gd name="T51" fmla="*/ 282257476 h 140"/>
                  <a:gd name="T52" fmla="*/ 95765930 w 90"/>
                  <a:gd name="T53" fmla="*/ 257055925 h 140"/>
                  <a:gd name="T54" fmla="*/ 95765930 w 90"/>
                  <a:gd name="T55" fmla="*/ 257055925 h 140"/>
                  <a:gd name="T56" fmla="*/ 70564376 w 90"/>
                  <a:gd name="T57" fmla="*/ 241934994 h 140"/>
                  <a:gd name="T58" fmla="*/ 55443444 w 90"/>
                  <a:gd name="T59" fmla="*/ 226814063 h 140"/>
                  <a:gd name="T60" fmla="*/ 35282188 w 90"/>
                  <a:gd name="T61" fmla="*/ 206652772 h 140"/>
                  <a:gd name="T62" fmla="*/ 20161249 w 90"/>
                  <a:gd name="T63" fmla="*/ 191531841 h 140"/>
                  <a:gd name="T64" fmla="*/ 20161249 w 90"/>
                  <a:gd name="T65" fmla="*/ 191531841 h 140"/>
                  <a:gd name="T66" fmla="*/ 15120939 w 90"/>
                  <a:gd name="T67" fmla="*/ 120967497 h 140"/>
                  <a:gd name="T68" fmla="*/ 15120939 w 90"/>
                  <a:gd name="T69" fmla="*/ 120967497 h 140"/>
                  <a:gd name="T70" fmla="*/ 10080625 w 90"/>
                  <a:gd name="T71" fmla="*/ 70564369 h 140"/>
                  <a:gd name="T72" fmla="*/ 0 w 90"/>
                  <a:gd name="T73" fmla="*/ 35282185 h 140"/>
                  <a:gd name="T74" fmla="*/ 0 w 90"/>
                  <a:gd name="T75" fmla="*/ 35282185 h 140"/>
                  <a:gd name="T76" fmla="*/ 10080625 w 90"/>
                  <a:gd name="T77" fmla="*/ 25201558 h 140"/>
                  <a:gd name="T78" fmla="*/ 20161249 w 90"/>
                  <a:gd name="T79" fmla="*/ 5040312 h 140"/>
                  <a:gd name="T80" fmla="*/ 20161249 w 90"/>
                  <a:gd name="T81" fmla="*/ 5040312 h 140"/>
                  <a:gd name="T82" fmla="*/ 25201560 w 90"/>
                  <a:gd name="T83" fmla="*/ 0 h 140"/>
                  <a:gd name="T84" fmla="*/ 30241877 w 90"/>
                  <a:gd name="T85" fmla="*/ 5040312 h 140"/>
                  <a:gd name="T86" fmla="*/ 50403120 w 90"/>
                  <a:gd name="T87" fmla="*/ 15120937 h 140"/>
                  <a:gd name="T88" fmla="*/ 110886887 w 90"/>
                  <a:gd name="T89" fmla="*/ 55443438 h 140"/>
                  <a:gd name="T90" fmla="*/ 196572170 w 90"/>
                  <a:gd name="T91" fmla="*/ 120967497 h 140"/>
                  <a:gd name="T92" fmla="*/ 196572170 w 90"/>
                  <a:gd name="T93" fmla="*/ 120967497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0"/>
                  <a:gd name="T142" fmla="*/ 0 h 140"/>
                  <a:gd name="T143" fmla="*/ 90 w 9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0" h="140">
                    <a:moveTo>
                      <a:pt x="78" y="48"/>
                    </a:moveTo>
                    <a:lnTo>
                      <a:pt x="78" y="48"/>
                    </a:lnTo>
                    <a:lnTo>
                      <a:pt x="76" y="54"/>
                    </a:lnTo>
                    <a:lnTo>
                      <a:pt x="72" y="68"/>
                    </a:lnTo>
                    <a:lnTo>
                      <a:pt x="72" y="78"/>
                    </a:lnTo>
                    <a:lnTo>
                      <a:pt x="74" y="84"/>
                    </a:lnTo>
                    <a:lnTo>
                      <a:pt x="76" y="90"/>
                    </a:lnTo>
                    <a:lnTo>
                      <a:pt x="82" y="94"/>
                    </a:lnTo>
                    <a:lnTo>
                      <a:pt x="90" y="96"/>
                    </a:lnTo>
                    <a:lnTo>
                      <a:pt x="90" y="102"/>
                    </a:lnTo>
                    <a:lnTo>
                      <a:pt x="90" y="108"/>
                    </a:lnTo>
                    <a:lnTo>
                      <a:pt x="88" y="112"/>
                    </a:lnTo>
                    <a:lnTo>
                      <a:pt x="84" y="118"/>
                    </a:lnTo>
                    <a:lnTo>
                      <a:pt x="82" y="128"/>
                    </a:lnTo>
                    <a:lnTo>
                      <a:pt x="78" y="140"/>
                    </a:lnTo>
                    <a:lnTo>
                      <a:pt x="74" y="138"/>
                    </a:lnTo>
                    <a:lnTo>
                      <a:pt x="78" y="134"/>
                    </a:lnTo>
                    <a:lnTo>
                      <a:pt x="78" y="128"/>
                    </a:lnTo>
                    <a:lnTo>
                      <a:pt x="74" y="122"/>
                    </a:lnTo>
                    <a:lnTo>
                      <a:pt x="68" y="118"/>
                    </a:lnTo>
                    <a:lnTo>
                      <a:pt x="58" y="112"/>
                    </a:lnTo>
                    <a:lnTo>
                      <a:pt x="38" y="102"/>
                    </a:lnTo>
                    <a:lnTo>
                      <a:pt x="28" y="96"/>
                    </a:lnTo>
                    <a:lnTo>
                      <a:pt x="22" y="90"/>
                    </a:lnTo>
                    <a:lnTo>
                      <a:pt x="14" y="82"/>
                    </a:lnTo>
                    <a:lnTo>
                      <a:pt x="8" y="76"/>
                    </a:lnTo>
                    <a:lnTo>
                      <a:pt x="6" y="48"/>
                    </a:lnTo>
                    <a:lnTo>
                      <a:pt x="4" y="28"/>
                    </a:lnTo>
                    <a:lnTo>
                      <a:pt x="0" y="14"/>
                    </a:lnTo>
                    <a:lnTo>
                      <a:pt x="4" y="10"/>
                    </a:lnTo>
                    <a:lnTo>
                      <a:pt x="8" y="2"/>
                    </a:lnTo>
                    <a:lnTo>
                      <a:pt x="10" y="0"/>
                    </a:lnTo>
                    <a:lnTo>
                      <a:pt x="12" y="2"/>
                    </a:lnTo>
                    <a:lnTo>
                      <a:pt x="20" y="6"/>
                    </a:lnTo>
                    <a:lnTo>
                      <a:pt x="44" y="22"/>
                    </a:lnTo>
                    <a:lnTo>
                      <a:pt x="78" y="48"/>
                    </a:lnTo>
                    <a:close/>
                  </a:path>
                </a:pathLst>
              </a:custGeom>
              <a:grpFill/>
              <a:ln w="9525">
                <a:noFill/>
                <a:round/>
                <a:headEnd/>
                <a:tailEnd/>
              </a:ln>
            </p:spPr>
            <p:txBody>
              <a:bodyPr/>
              <a:lstStyle/>
              <a:p>
                <a:pPr fontAlgn="auto">
                  <a:spcBef>
                    <a:spcPts val="0"/>
                  </a:spcBef>
                  <a:spcAft>
                    <a:spcPts val="0"/>
                  </a:spcAft>
                  <a:defRPr/>
                </a:pPr>
                <a:endParaRPr sz="2000">
                  <a:solidFill>
                    <a:prstClr val="black"/>
                  </a:solidFill>
                  <a:latin typeface="Roboto Lt"/>
                </a:endParaRPr>
              </a:p>
            </p:txBody>
          </p:sp>
        </p:grpSp>
        <p:sp>
          <p:nvSpPr>
            <p:cNvPr id="10" name="Freeform 5"/>
            <p:cNvSpPr>
              <a:spLocks noEditPoints="1"/>
            </p:cNvSpPr>
            <p:nvPr/>
          </p:nvSpPr>
          <p:spPr bwMode="auto">
            <a:xfrm>
              <a:off x="8639116" y="2198798"/>
              <a:ext cx="1116469" cy="2902813"/>
            </a:xfrm>
            <a:custGeom>
              <a:avLst/>
              <a:gdLst>
                <a:gd name="T0" fmla="*/ 2147483647 w 600"/>
                <a:gd name="T1" fmla="*/ 1302100615 h 1727"/>
                <a:gd name="T2" fmla="*/ 2132965708 w 600"/>
                <a:gd name="T3" fmla="*/ 1014817518 h 1727"/>
                <a:gd name="T4" fmla="*/ 2114775135 w 600"/>
                <a:gd name="T5" fmla="*/ 861847602 h 1727"/>
                <a:gd name="T6" fmla="*/ 1982886016 w 600"/>
                <a:gd name="T7" fmla="*/ 936466814 h 1727"/>
                <a:gd name="T8" fmla="*/ 1791874337 w 600"/>
                <a:gd name="T9" fmla="*/ 179084624 h 1727"/>
                <a:gd name="T10" fmla="*/ 1664531796 w 600"/>
                <a:gd name="T11" fmla="*/ 41039906 h 1727"/>
                <a:gd name="T12" fmla="*/ 1459878253 w 600"/>
                <a:gd name="T13" fmla="*/ 22385578 h 1727"/>
                <a:gd name="T14" fmla="*/ 1064208499 w 600"/>
                <a:gd name="T15" fmla="*/ 813345211 h 1727"/>
                <a:gd name="T16" fmla="*/ 1059661922 w 600"/>
                <a:gd name="T17" fmla="*/ 820807712 h 1727"/>
                <a:gd name="T18" fmla="*/ 786788399 w 600"/>
                <a:gd name="T19" fmla="*/ 1085705480 h 1727"/>
                <a:gd name="T20" fmla="*/ 650350571 w 600"/>
                <a:gd name="T21" fmla="*/ 1078242979 h 1727"/>
                <a:gd name="T22" fmla="*/ 659445858 w 600"/>
                <a:gd name="T23" fmla="*/ 1227481403 h 1727"/>
                <a:gd name="T24" fmla="*/ 418406771 w 600"/>
                <a:gd name="T25" fmla="*/ 1652809174 h 1727"/>
                <a:gd name="T26" fmla="*/ 18190581 w 600"/>
                <a:gd name="T27" fmla="*/ 2147483647 h 1727"/>
                <a:gd name="T28" fmla="*/ 841362251 w 600"/>
                <a:gd name="T29" fmla="*/ 2147483647 h 1727"/>
                <a:gd name="T30" fmla="*/ 768595694 w 600"/>
                <a:gd name="T31" fmla="*/ 2147483647 h 1727"/>
                <a:gd name="T32" fmla="*/ 463885336 w 600"/>
                <a:gd name="T33" fmla="*/ 2147483647 h 1727"/>
                <a:gd name="T34" fmla="*/ 836813541 w 600"/>
                <a:gd name="T35" fmla="*/ 1757274526 h 1727"/>
                <a:gd name="T36" fmla="*/ 941416800 w 600"/>
                <a:gd name="T37" fmla="*/ 2089329247 h 1727"/>
                <a:gd name="T38" fmla="*/ 809527682 w 600"/>
                <a:gd name="T39" fmla="*/ 2147483647 h 1727"/>
                <a:gd name="T40" fmla="*/ 845910960 w 600"/>
                <a:gd name="T41" fmla="*/ 2147483647 h 1727"/>
                <a:gd name="T42" fmla="*/ 668541144 w 600"/>
                <a:gd name="T43" fmla="*/ 2147483647 h 1727"/>
                <a:gd name="T44" fmla="*/ 886840816 w 600"/>
                <a:gd name="T45" fmla="*/ 2147483647 h 1727"/>
                <a:gd name="T46" fmla="*/ 968702659 w 600"/>
                <a:gd name="T47" fmla="*/ 2147483647 h 1727"/>
                <a:gd name="T48" fmla="*/ 1296152433 w 600"/>
                <a:gd name="T49" fmla="*/ 2147483647 h 1727"/>
                <a:gd name="T50" fmla="*/ 1368918990 w 600"/>
                <a:gd name="T51" fmla="*/ 2147483647 h 1727"/>
                <a:gd name="T52" fmla="*/ 1878284890 w 600"/>
                <a:gd name="T53" fmla="*/ 2147483647 h 1727"/>
                <a:gd name="T54" fmla="*/ 1987434726 w 600"/>
                <a:gd name="T55" fmla="*/ 2147483647 h 1727"/>
                <a:gd name="T56" fmla="*/ 2147483647 w 600"/>
                <a:gd name="T57" fmla="*/ 2147483647 h 1727"/>
                <a:gd name="T58" fmla="*/ 2147483647 w 600"/>
                <a:gd name="T59" fmla="*/ 2147483647 h 1727"/>
                <a:gd name="T60" fmla="*/ 2147483647 w 600"/>
                <a:gd name="T61" fmla="*/ 2147483647 h 1727"/>
                <a:gd name="T62" fmla="*/ 1700915074 w 600"/>
                <a:gd name="T63" fmla="*/ 2147483647 h 1727"/>
                <a:gd name="T64" fmla="*/ 1891928886 w 600"/>
                <a:gd name="T65" fmla="*/ 2147483647 h 1727"/>
                <a:gd name="T66" fmla="*/ 1650889932 w 600"/>
                <a:gd name="T67" fmla="*/ 2147483647 h 1727"/>
                <a:gd name="T68" fmla="*/ 1578123375 w 600"/>
                <a:gd name="T69" fmla="*/ 2147483647 h 1727"/>
                <a:gd name="T70" fmla="*/ 1455329543 w 600"/>
                <a:gd name="T71" fmla="*/ 2147483647 h 1727"/>
                <a:gd name="T72" fmla="*/ 1432590261 w 600"/>
                <a:gd name="T73" fmla="*/ 2147483647 h 1727"/>
                <a:gd name="T74" fmla="*/ 1964693311 w 600"/>
                <a:gd name="T75" fmla="*/ 2147483647 h 1727"/>
                <a:gd name="T76" fmla="*/ 1782779051 w 600"/>
                <a:gd name="T77" fmla="*/ 1962477842 h 1727"/>
                <a:gd name="T78" fmla="*/ 1105140487 w 600"/>
                <a:gd name="T79" fmla="*/ 1414028468 h 1727"/>
                <a:gd name="T80" fmla="*/ 1332535712 w 600"/>
                <a:gd name="T81" fmla="*/ 1201364583 h 1727"/>
                <a:gd name="T82" fmla="*/ 1896475463 w 600"/>
                <a:gd name="T83" fmla="*/ 1354332326 h 1727"/>
                <a:gd name="T84" fmla="*/ 1937407451 w 600"/>
                <a:gd name="T85" fmla="*/ 1078242979 h 1727"/>
                <a:gd name="T86" fmla="*/ 2147483647 w 600"/>
                <a:gd name="T87" fmla="*/ 2147483647 h 1727"/>
                <a:gd name="T88" fmla="*/ 2147483647 w 600"/>
                <a:gd name="T89" fmla="*/ 2147483647 h 1727"/>
                <a:gd name="T90" fmla="*/ 2147483647 w 600"/>
                <a:gd name="T91" fmla="*/ 1839356238 h 1727"/>
                <a:gd name="T92" fmla="*/ 2147483647 w 600"/>
                <a:gd name="T93" fmla="*/ 2147483647 h 17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0"/>
                <a:gd name="T142" fmla="*/ 0 h 1727"/>
                <a:gd name="T143" fmla="*/ 600 w 600"/>
                <a:gd name="T144" fmla="*/ 1727 h 17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0" h="1727">
                  <a:moveTo>
                    <a:pt x="588" y="660"/>
                  </a:moveTo>
                  <a:cubicBezTo>
                    <a:pt x="584" y="609"/>
                    <a:pt x="581" y="557"/>
                    <a:pt x="581" y="506"/>
                  </a:cubicBezTo>
                  <a:cubicBezTo>
                    <a:pt x="580" y="455"/>
                    <a:pt x="582" y="399"/>
                    <a:pt x="567" y="349"/>
                  </a:cubicBezTo>
                  <a:cubicBezTo>
                    <a:pt x="562" y="333"/>
                    <a:pt x="560" y="307"/>
                    <a:pt x="545" y="296"/>
                  </a:cubicBezTo>
                  <a:cubicBezTo>
                    <a:pt x="535" y="288"/>
                    <a:pt x="517" y="285"/>
                    <a:pt x="504" y="281"/>
                  </a:cubicBezTo>
                  <a:cubicBezTo>
                    <a:pt x="493" y="277"/>
                    <a:pt x="481" y="274"/>
                    <a:pt x="469" y="272"/>
                  </a:cubicBezTo>
                  <a:cubicBezTo>
                    <a:pt x="477" y="267"/>
                    <a:pt x="490" y="260"/>
                    <a:pt x="486" y="250"/>
                  </a:cubicBezTo>
                  <a:cubicBezTo>
                    <a:pt x="478" y="255"/>
                    <a:pt x="472" y="262"/>
                    <a:pt x="461" y="259"/>
                  </a:cubicBezTo>
                  <a:cubicBezTo>
                    <a:pt x="464" y="250"/>
                    <a:pt x="469" y="241"/>
                    <a:pt x="465" y="231"/>
                  </a:cubicBezTo>
                  <a:cubicBezTo>
                    <a:pt x="463" y="239"/>
                    <a:pt x="461" y="251"/>
                    <a:pt x="452" y="254"/>
                  </a:cubicBezTo>
                  <a:cubicBezTo>
                    <a:pt x="450" y="248"/>
                    <a:pt x="449" y="240"/>
                    <a:pt x="448" y="233"/>
                  </a:cubicBezTo>
                  <a:cubicBezTo>
                    <a:pt x="448" y="244"/>
                    <a:pt x="443" y="255"/>
                    <a:pt x="436" y="251"/>
                  </a:cubicBezTo>
                  <a:cubicBezTo>
                    <a:pt x="433" y="237"/>
                    <a:pt x="431" y="222"/>
                    <a:pt x="427" y="208"/>
                  </a:cubicBezTo>
                  <a:cubicBezTo>
                    <a:pt x="420" y="176"/>
                    <a:pt x="418" y="143"/>
                    <a:pt x="413" y="110"/>
                  </a:cubicBezTo>
                  <a:cubicBezTo>
                    <a:pt x="409" y="91"/>
                    <a:pt x="404" y="67"/>
                    <a:pt x="394" y="48"/>
                  </a:cubicBezTo>
                  <a:cubicBezTo>
                    <a:pt x="392" y="41"/>
                    <a:pt x="389" y="35"/>
                    <a:pt x="386" y="29"/>
                  </a:cubicBezTo>
                  <a:cubicBezTo>
                    <a:pt x="384" y="26"/>
                    <a:pt x="381" y="22"/>
                    <a:pt x="378" y="19"/>
                  </a:cubicBezTo>
                  <a:cubicBezTo>
                    <a:pt x="374" y="14"/>
                    <a:pt x="370" y="11"/>
                    <a:pt x="366" y="11"/>
                  </a:cubicBezTo>
                  <a:cubicBezTo>
                    <a:pt x="356" y="4"/>
                    <a:pt x="344" y="0"/>
                    <a:pt x="334" y="2"/>
                  </a:cubicBezTo>
                  <a:cubicBezTo>
                    <a:pt x="328" y="4"/>
                    <a:pt x="326" y="7"/>
                    <a:pt x="319" y="5"/>
                  </a:cubicBezTo>
                  <a:cubicBezTo>
                    <a:pt x="321" y="6"/>
                    <a:pt x="321" y="6"/>
                    <a:pt x="321" y="6"/>
                  </a:cubicBezTo>
                  <a:cubicBezTo>
                    <a:pt x="211" y="11"/>
                    <a:pt x="239" y="136"/>
                    <a:pt x="235" y="208"/>
                  </a:cubicBezTo>
                  <a:cubicBezTo>
                    <a:pt x="233" y="220"/>
                    <a:pt x="233" y="220"/>
                    <a:pt x="233" y="220"/>
                  </a:cubicBezTo>
                  <a:cubicBezTo>
                    <a:pt x="233" y="219"/>
                    <a:pt x="234" y="219"/>
                    <a:pt x="234" y="218"/>
                  </a:cubicBezTo>
                  <a:cubicBezTo>
                    <a:pt x="234" y="219"/>
                    <a:pt x="234" y="219"/>
                    <a:pt x="234" y="219"/>
                  </a:cubicBezTo>
                  <a:cubicBezTo>
                    <a:pt x="233" y="226"/>
                    <a:pt x="232" y="234"/>
                    <a:pt x="230" y="242"/>
                  </a:cubicBezTo>
                  <a:cubicBezTo>
                    <a:pt x="233" y="220"/>
                    <a:pt x="233" y="220"/>
                    <a:pt x="233" y="220"/>
                  </a:cubicBezTo>
                  <a:cubicBezTo>
                    <a:pt x="233" y="221"/>
                    <a:pt x="232" y="223"/>
                    <a:pt x="232" y="224"/>
                  </a:cubicBezTo>
                  <a:cubicBezTo>
                    <a:pt x="226" y="238"/>
                    <a:pt x="221" y="253"/>
                    <a:pt x="212" y="265"/>
                  </a:cubicBezTo>
                  <a:cubicBezTo>
                    <a:pt x="203" y="278"/>
                    <a:pt x="191" y="292"/>
                    <a:pt x="173" y="291"/>
                  </a:cubicBezTo>
                  <a:cubicBezTo>
                    <a:pt x="165" y="291"/>
                    <a:pt x="156" y="287"/>
                    <a:pt x="153" y="280"/>
                  </a:cubicBezTo>
                  <a:cubicBezTo>
                    <a:pt x="155" y="292"/>
                    <a:pt x="155" y="300"/>
                    <a:pt x="171" y="306"/>
                  </a:cubicBezTo>
                  <a:cubicBezTo>
                    <a:pt x="157" y="307"/>
                    <a:pt x="151" y="297"/>
                    <a:pt x="143" y="289"/>
                  </a:cubicBezTo>
                  <a:cubicBezTo>
                    <a:pt x="144" y="297"/>
                    <a:pt x="151" y="307"/>
                    <a:pt x="158" y="312"/>
                  </a:cubicBezTo>
                  <a:cubicBezTo>
                    <a:pt x="162" y="314"/>
                    <a:pt x="166" y="317"/>
                    <a:pt x="170" y="318"/>
                  </a:cubicBezTo>
                  <a:cubicBezTo>
                    <a:pt x="161" y="321"/>
                    <a:pt x="152" y="324"/>
                    <a:pt x="145" y="329"/>
                  </a:cubicBezTo>
                  <a:cubicBezTo>
                    <a:pt x="135" y="335"/>
                    <a:pt x="138" y="340"/>
                    <a:pt x="135" y="349"/>
                  </a:cubicBezTo>
                  <a:cubicBezTo>
                    <a:pt x="133" y="354"/>
                    <a:pt x="124" y="368"/>
                    <a:pt x="126" y="375"/>
                  </a:cubicBezTo>
                  <a:cubicBezTo>
                    <a:pt x="118" y="398"/>
                    <a:pt x="102" y="421"/>
                    <a:pt x="92" y="443"/>
                  </a:cubicBezTo>
                  <a:cubicBezTo>
                    <a:pt x="85" y="460"/>
                    <a:pt x="77" y="476"/>
                    <a:pt x="68" y="492"/>
                  </a:cubicBezTo>
                  <a:cubicBezTo>
                    <a:pt x="57" y="512"/>
                    <a:pt x="44" y="534"/>
                    <a:pt x="30" y="551"/>
                  </a:cubicBezTo>
                  <a:cubicBezTo>
                    <a:pt x="16" y="568"/>
                    <a:pt x="0" y="578"/>
                    <a:pt x="4" y="599"/>
                  </a:cubicBezTo>
                  <a:cubicBezTo>
                    <a:pt x="16" y="669"/>
                    <a:pt x="113" y="687"/>
                    <a:pt x="157" y="739"/>
                  </a:cubicBezTo>
                  <a:cubicBezTo>
                    <a:pt x="161" y="728"/>
                    <a:pt x="171" y="731"/>
                    <a:pt x="178" y="724"/>
                  </a:cubicBezTo>
                  <a:cubicBezTo>
                    <a:pt x="182" y="720"/>
                    <a:pt x="184" y="712"/>
                    <a:pt x="185" y="706"/>
                  </a:cubicBezTo>
                  <a:cubicBezTo>
                    <a:pt x="183" y="709"/>
                    <a:pt x="179" y="713"/>
                    <a:pt x="171" y="716"/>
                  </a:cubicBezTo>
                  <a:cubicBezTo>
                    <a:pt x="142" y="725"/>
                    <a:pt x="137" y="650"/>
                    <a:pt x="160" y="655"/>
                  </a:cubicBezTo>
                  <a:cubicBezTo>
                    <a:pt x="163" y="655"/>
                    <a:pt x="166" y="655"/>
                    <a:pt x="169" y="655"/>
                  </a:cubicBezTo>
                  <a:cubicBezTo>
                    <a:pt x="143" y="640"/>
                    <a:pt x="121" y="619"/>
                    <a:pt x="100" y="599"/>
                  </a:cubicBezTo>
                  <a:cubicBezTo>
                    <a:pt x="103" y="598"/>
                    <a:pt x="106" y="597"/>
                    <a:pt x="109" y="596"/>
                  </a:cubicBezTo>
                  <a:cubicBezTo>
                    <a:pt x="105" y="592"/>
                    <a:pt x="102" y="586"/>
                    <a:pt x="102" y="580"/>
                  </a:cubicBezTo>
                  <a:cubicBezTo>
                    <a:pt x="121" y="557"/>
                    <a:pt x="132" y="526"/>
                    <a:pt x="152" y="501"/>
                  </a:cubicBezTo>
                  <a:cubicBezTo>
                    <a:pt x="158" y="493"/>
                    <a:pt x="167" y="482"/>
                    <a:pt x="176" y="476"/>
                  </a:cubicBezTo>
                  <a:cubicBezTo>
                    <a:pt x="179" y="474"/>
                    <a:pt x="181" y="473"/>
                    <a:pt x="184" y="471"/>
                  </a:cubicBezTo>
                  <a:cubicBezTo>
                    <a:pt x="185" y="474"/>
                    <a:pt x="186" y="477"/>
                    <a:pt x="187" y="479"/>
                  </a:cubicBezTo>
                  <a:cubicBezTo>
                    <a:pt x="193" y="492"/>
                    <a:pt x="200" y="506"/>
                    <a:pt x="204" y="519"/>
                  </a:cubicBezTo>
                  <a:cubicBezTo>
                    <a:pt x="209" y="535"/>
                    <a:pt x="206" y="546"/>
                    <a:pt x="207" y="560"/>
                  </a:cubicBezTo>
                  <a:cubicBezTo>
                    <a:pt x="209" y="574"/>
                    <a:pt x="219" y="589"/>
                    <a:pt x="221" y="603"/>
                  </a:cubicBezTo>
                  <a:cubicBezTo>
                    <a:pt x="222" y="608"/>
                    <a:pt x="222" y="613"/>
                    <a:pt x="222" y="617"/>
                  </a:cubicBezTo>
                  <a:cubicBezTo>
                    <a:pt x="199" y="623"/>
                    <a:pt x="198" y="646"/>
                    <a:pt x="178" y="659"/>
                  </a:cubicBezTo>
                  <a:cubicBezTo>
                    <a:pt x="178" y="659"/>
                    <a:pt x="177" y="659"/>
                    <a:pt x="177" y="658"/>
                  </a:cubicBezTo>
                  <a:cubicBezTo>
                    <a:pt x="163" y="687"/>
                    <a:pt x="181" y="700"/>
                    <a:pt x="186" y="702"/>
                  </a:cubicBezTo>
                  <a:cubicBezTo>
                    <a:pt x="186" y="702"/>
                    <a:pt x="186" y="702"/>
                    <a:pt x="186" y="701"/>
                  </a:cubicBezTo>
                  <a:cubicBezTo>
                    <a:pt x="190" y="702"/>
                    <a:pt x="194" y="702"/>
                    <a:pt x="198" y="703"/>
                  </a:cubicBezTo>
                  <a:cubicBezTo>
                    <a:pt x="197" y="705"/>
                    <a:pt x="196" y="708"/>
                    <a:pt x="195" y="710"/>
                  </a:cubicBezTo>
                  <a:cubicBezTo>
                    <a:pt x="176" y="749"/>
                    <a:pt x="158" y="791"/>
                    <a:pt x="147" y="832"/>
                  </a:cubicBezTo>
                  <a:cubicBezTo>
                    <a:pt x="154" y="833"/>
                    <a:pt x="195" y="837"/>
                    <a:pt x="202" y="842"/>
                  </a:cubicBezTo>
                  <a:cubicBezTo>
                    <a:pt x="201" y="863"/>
                    <a:pt x="197" y="891"/>
                    <a:pt x="196" y="915"/>
                  </a:cubicBezTo>
                  <a:cubicBezTo>
                    <a:pt x="194" y="963"/>
                    <a:pt x="190" y="990"/>
                    <a:pt x="195" y="1029"/>
                  </a:cubicBezTo>
                  <a:cubicBezTo>
                    <a:pt x="201" y="1081"/>
                    <a:pt x="197" y="1136"/>
                    <a:pt x="190" y="1187"/>
                  </a:cubicBezTo>
                  <a:cubicBezTo>
                    <a:pt x="200" y="1191"/>
                    <a:pt x="209" y="1191"/>
                    <a:pt x="218" y="1191"/>
                  </a:cubicBezTo>
                  <a:cubicBezTo>
                    <a:pt x="216" y="1206"/>
                    <a:pt x="213" y="1221"/>
                    <a:pt x="213" y="1237"/>
                  </a:cubicBezTo>
                  <a:cubicBezTo>
                    <a:pt x="212" y="1255"/>
                    <a:pt x="214" y="1273"/>
                    <a:pt x="217" y="1291"/>
                  </a:cubicBezTo>
                  <a:cubicBezTo>
                    <a:pt x="225" y="1341"/>
                    <a:pt x="240" y="1389"/>
                    <a:pt x="259" y="1436"/>
                  </a:cubicBezTo>
                  <a:cubicBezTo>
                    <a:pt x="274" y="1473"/>
                    <a:pt x="294" y="1521"/>
                    <a:pt x="285" y="1560"/>
                  </a:cubicBezTo>
                  <a:cubicBezTo>
                    <a:pt x="280" y="1583"/>
                    <a:pt x="279" y="1609"/>
                    <a:pt x="281" y="1632"/>
                  </a:cubicBezTo>
                  <a:cubicBezTo>
                    <a:pt x="283" y="1648"/>
                    <a:pt x="290" y="1663"/>
                    <a:pt x="292" y="1679"/>
                  </a:cubicBezTo>
                  <a:cubicBezTo>
                    <a:pt x="294" y="1691"/>
                    <a:pt x="287" y="1699"/>
                    <a:pt x="301" y="1706"/>
                  </a:cubicBezTo>
                  <a:cubicBezTo>
                    <a:pt x="317" y="1713"/>
                    <a:pt x="366" y="1727"/>
                    <a:pt x="383" y="1719"/>
                  </a:cubicBezTo>
                  <a:cubicBezTo>
                    <a:pt x="392" y="1714"/>
                    <a:pt x="396" y="1709"/>
                    <a:pt x="398" y="1703"/>
                  </a:cubicBezTo>
                  <a:cubicBezTo>
                    <a:pt x="401" y="1708"/>
                    <a:pt x="405" y="1711"/>
                    <a:pt x="413" y="1712"/>
                  </a:cubicBezTo>
                  <a:cubicBezTo>
                    <a:pt x="428" y="1715"/>
                    <a:pt x="442" y="1713"/>
                    <a:pt x="456" y="1709"/>
                  </a:cubicBezTo>
                  <a:cubicBezTo>
                    <a:pt x="500" y="1697"/>
                    <a:pt x="454" y="1666"/>
                    <a:pt x="443" y="1643"/>
                  </a:cubicBezTo>
                  <a:cubicBezTo>
                    <a:pt x="439" y="1634"/>
                    <a:pt x="438" y="1622"/>
                    <a:pt x="437" y="1610"/>
                  </a:cubicBezTo>
                  <a:cubicBezTo>
                    <a:pt x="437" y="1588"/>
                    <a:pt x="432" y="1578"/>
                    <a:pt x="433" y="1563"/>
                  </a:cubicBezTo>
                  <a:cubicBezTo>
                    <a:pt x="434" y="1546"/>
                    <a:pt x="475" y="1428"/>
                    <a:pt x="479" y="1417"/>
                  </a:cubicBezTo>
                  <a:cubicBezTo>
                    <a:pt x="482" y="1406"/>
                    <a:pt x="519" y="1310"/>
                    <a:pt x="522" y="1297"/>
                  </a:cubicBezTo>
                  <a:cubicBezTo>
                    <a:pt x="524" y="1287"/>
                    <a:pt x="538" y="1222"/>
                    <a:pt x="542" y="1204"/>
                  </a:cubicBezTo>
                  <a:cubicBezTo>
                    <a:pt x="550" y="1201"/>
                    <a:pt x="549" y="1016"/>
                    <a:pt x="561" y="923"/>
                  </a:cubicBezTo>
                  <a:cubicBezTo>
                    <a:pt x="569" y="860"/>
                    <a:pt x="568" y="859"/>
                    <a:pt x="582" y="855"/>
                  </a:cubicBezTo>
                  <a:cubicBezTo>
                    <a:pt x="587" y="849"/>
                    <a:pt x="591" y="840"/>
                    <a:pt x="594" y="830"/>
                  </a:cubicBezTo>
                  <a:cubicBezTo>
                    <a:pt x="596" y="821"/>
                    <a:pt x="598" y="808"/>
                    <a:pt x="598" y="795"/>
                  </a:cubicBezTo>
                  <a:cubicBezTo>
                    <a:pt x="600" y="750"/>
                    <a:pt x="591" y="706"/>
                    <a:pt x="588" y="660"/>
                  </a:cubicBezTo>
                  <a:close/>
                  <a:moveTo>
                    <a:pt x="376" y="1659"/>
                  </a:moveTo>
                  <a:cubicBezTo>
                    <a:pt x="366" y="1644"/>
                    <a:pt x="365" y="1625"/>
                    <a:pt x="362" y="1608"/>
                  </a:cubicBezTo>
                  <a:cubicBezTo>
                    <a:pt x="367" y="1612"/>
                    <a:pt x="372" y="1616"/>
                    <a:pt x="374" y="1623"/>
                  </a:cubicBezTo>
                  <a:cubicBezTo>
                    <a:pt x="378" y="1635"/>
                    <a:pt x="376" y="1647"/>
                    <a:pt x="376" y="1659"/>
                  </a:cubicBezTo>
                  <a:close/>
                  <a:moveTo>
                    <a:pt x="432" y="1268"/>
                  </a:moveTo>
                  <a:cubicBezTo>
                    <a:pt x="429" y="1284"/>
                    <a:pt x="421" y="1302"/>
                    <a:pt x="416" y="1317"/>
                  </a:cubicBezTo>
                  <a:cubicBezTo>
                    <a:pt x="409" y="1339"/>
                    <a:pt x="408" y="1361"/>
                    <a:pt x="406" y="1383"/>
                  </a:cubicBezTo>
                  <a:cubicBezTo>
                    <a:pt x="404" y="1425"/>
                    <a:pt x="404" y="1467"/>
                    <a:pt x="388" y="1507"/>
                  </a:cubicBezTo>
                  <a:cubicBezTo>
                    <a:pt x="382" y="1522"/>
                    <a:pt x="374" y="1535"/>
                    <a:pt x="363" y="1547"/>
                  </a:cubicBezTo>
                  <a:cubicBezTo>
                    <a:pt x="361" y="1550"/>
                    <a:pt x="357" y="1553"/>
                    <a:pt x="353" y="1557"/>
                  </a:cubicBezTo>
                  <a:cubicBezTo>
                    <a:pt x="353" y="1553"/>
                    <a:pt x="352" y="1549"/>
                    <a:pt x="350" y="1546"/>
                  </a:cubicBezTo>
                  <a:cubicBezTo>
                    <a:pt x="349" y="1543"/>
                    <a:pt x="348" y="1541"/>
                    <a:pt x="347" y="1538"/>
                  </a:cubicBezTo>
                  <a:cubicBezTo>
                    <a:pt x="340" y="1511"/>
                    <a:pt x="330" y="1467"/>
                    <a:pt x="329" y="1444"/>
                  </a:cubicBezTo>
                  <a:cubicBezTo>
                    <a:pt x="327" y="1417"/>
                    <a:pt x="320" y="1330"/>
                    <a:pt x="320" y="1330"/>
                  </a:cubicBezTo>
                  <a:cubicBezTo>
                    <a:pt x="320" y="1330"/>
                    <a:pt x="320" y="1330"/>
                    <a:pt x="320" y="1330"/>
                  </a:cubicBezTo>
                  <a:cubicBezTo>
                    <a:pt x="319" y="1315"/>
                    <a:pt x="317" y="1300"/>
                    <a:pt x="315" y="1285"/>
                  </a:cubicBezTo>
                  <a:cubicBezTo>
                    <a:pt x="312" y="1268"/>
                    <a:pt x="307" y="1252"/>
                    <a:pt x="308" y="1235"/>
                  </a:cubicBezTo>
                  <a:cubicBezTo>
                    <a:pt x="310" y="1221"/>
                    <a:pt x="313" y="1208"/>
                    <a:pt x="315" y="1195"/>
                  </a:cubicBezTo>
                  <a:cubicBezTo>
                    <a:pt x="317" y="1194"/>
                    <a:pt x="319" y="1194"/>
                    <a:pt x="322" y="1194"/>
                  </a:cubicBezTo>
                  <a:cubicBezTo>
                    <a:pt x="335" y="1193"/>
                    <a:pt x="347" y="1193"/>
                    <a:pt x="360" y="1194"/>
                  </a:cubicBezTo>
                  <a:cubicBezTo>
                    <a:pt x="372" y="1195"/>
                    <a:pt x="420" y="1196"/>
                    <a:pt x="432" y="1197"/>
                  </a:cubicBezTo>
                  <a:cubicBezTo>
                    <a:pt x="432" y="1210"/>
                    <a:pt x="440" y="1213"/>
                    <a:pt x="432" y="1268"/>
                  </a:cubicBezTo>
                  <a:close/>
                  <a:moveTo>
                    <a:pt x="426" y="371"/>
                  </a:moveTo>
                  <a:cubicBezTo>
                    <a:pt x="417" y="395"/>
                    <a:pt x="392" y="526"/>
                    <a:pt x="392" y="526"/>
                  </a:cubicBezTo>
                  <a:cubicBezTo>
                    <a:pt x="392" y="526"/>
                    <a:pt x="392" y="526"/>
                    <a:pt x="384" y="526"/>
                  </a:cubicBezTo>
                  <a:cubicBezTo>
                    <a:pt x="384" y="526"/>
                    <a:pt x="384" y="526"/>
                    <a:pt x="301" y="363"/>
                  </a:cubicBezTo>
                  <a:cubicBezTo>
                    <a:pt x="301" y="354"/>
                    <a:pt x="243" y="379"/>
                    <a:pt x="243" y="379"/>
                  </a:cubicBezTo>
                  <a:cubicBezTo>
                    <a:pt x="243" y="379"/>
                    <a:pt x="243" y="346"/>
                    <a:pt x="243" y="273"/>
                  </a:cubicBezTo>
                  <a:cubicBezTo>
                    <a:pt x="243" y="273"/>
                    <a:pt x="243" y="273"/>
                    <a:pt x="276" y="264"/>
                  </a:cubicBezTo>
                  <a:cubicBezTo>
                    <a:pt x="285" y="289"/>
                    <a:pt x="293" y="322"/>
                    <a:pt x="293" y="322"/>
                  </a:cubicBezTo>
                  <a:cubicBezTo>
                    <a:pt x="293" y="322"/>
                    <a:pt x="293" y="322"/>
                    <a:pt x="310" y="354"/>
                  </a:cubicBezTo>
                  <a:cubicBezTo>
                    <a:pt x="384" y="485"/>
                    <a:pt x="384" y="485"/>
                    <a:pt x="384" y="485"/>
                  </a:cubicBezTo>
                  <a:cubicBezTo>
                    <a:pt x="384" y="485"/>
                    <a:pt x="384" y="485"/>
                    <a:pt x="417" y="363"/>
                  </a:cubicBezTo>
                  <a:cubicBezTo>
                    <a:pt x="426" y="354"/>
                    <a:pt x="417" y="297"/>
                    <a:pt x="417" y="297"/>
                  </a:cubicBezTo>
                  <a:cubicBezTo>
                    <a:pt x="417" y="297"/>
                    <a:pt x="417" y="297"/>
                    <a:pt x="417" y="281"/>
                  </a:cubicBezTo>
                  <a:cubicBezTo>
                    <a:pt x="417" y="281"/>
                    <a:pt x="417" y="281"/>
                    <a:pt x="426" y="289"/>
                  </a:cubicBezTo>
                  <a:cubicBezTo>
                    <a:pt x="426" y="289"/>
                    <a:pt x="426" y="289"/>
                    <a:pt x="467" y="371"/>
                  </a:cubicBezTo>
                  <a:cubicBezTo>
                    <a:pt x="467" y="371"/>
                    <a:pt x="467" y="371"/>
                    <a:pt x="426" y="371"/>
                  </a:cubicBezTo>
                  <a:close/>
                  <a:moveTo>
                    <a:pt x="487" y="649"/>
                  </a:moveTo>
                  <a:cubicBezTo>
                    <a:pt x="483" y="649"/>
                    <a:pt x="483" y="649"/>
                    <a:pt x="483" y="649"/>
                  </a:cubicBezTo>
                  <a:cubicBezTo>
                    <a:pt x="483" y="644"/>
                    <a:pt x="475" y="632"/>
                    <a:pt x="474" y="622"/>
                  </a:cubicBezTo>
                  <a:cubicBezTo>
                    <a:pt x="472" y="613"/>
                    <a:pt x="474" y="599"/>
                    <a:pt x="474" y="588"/>
                  </a:cubicBezTo>
                  <a:cubicBezTo>
                    <a:pt x="476" y="556"/>
                    <a:pt x="487" y="525"/>
                    <a:pt x="487" y="493"/>
                  </a:cubicBezTo>
                  <a:cubicBezTo>
                    <a:pt x="487" y="490"/>
                    <a:pt x="487" y="488"/>
                    <a:pt x="487" y="486"/>
                  </a:cubicBezTo>
                  <a:cubicBezTo>
                    <a:pt x="487" y="488"/>
                    <a:pt x="487" y="490"/>
                    <a:pt x="487" y="493"/>
                  </a:cubicBezTo>
                  <a:cubicBezTo>
                    <a:pt x="488" y="525"/>
                    <a:pt x="493" y="556"/>
                    <a:pt x="481" y="587"/>
                  </a:cubicBezTo>
                  <a:cubicBezTo>
                    <a:pt x="484" y="586"/>
                    <a:pt x="487" y="587"/>
                    <a:pt x="489" y="587"/>
                  </a:cubicBezTo>
                  <a:cubicBezTo>
                    <a:pt x="484" y="599"/>
                    <a:pt x="492" y="605"/>
                    <a:pt x="492" y="616"/>
                  </a:cubicBezTo>
                  <a:cubicBezTo>
                    <a:pt x="492" y="627"/>
                    <a:pt x="488" y="638"/>
                    <a:pt x="487" y="649"/>
                  </a:cubicBezTo>
                  <a:close/>
                </a:path>
              </a:pathLst>
            </a:custGeom>
            <a:solidFill>
              <a:schemeClr val="accent5"/>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11" name="Gruppe 51"/>
            <p:cNvGrpSpPr>
              <a:grpSpLocks/>
            </p:cNvGrpSpPr>
            <p:nvPr/>
          </p:nvGrpSpPr>
          <p:grpSpPr bwMode="auto">
            <a:xfrm>
              <a:off x="9473848" y="2187136"/>
              <a:ext cx="953260" cy="3128723"/>
              <a:chOff x="2763678" y="1597834"/>
              <a:chExt cx="744650" cy="2444643"/>
            </a:xfrm>
            <a:solidFill>
              <a:schemeClr val="accent2"/>
            </a:solidFill>
          </p:grpSpPr>
          <p:sp>
            <p:nvSpPr>
              <p:cNvPr id="13" name="Freeform 125"/>
              <p:cNvSpPr>
                <a:spLocks/>
              </p:cNvSpPr>
              <p:nvPr/>
            </p:nvSpPr>
            <p:spPr bwMode="auto">
              <a:xfrm>
                <a:off x="2764652" y="1599232"/>
                <a:ext cx="743788" cy="2452477"/>
              </a:xfrm>
              <a:custGeom>
                <a:avLst/>
                <a:gdLst>
                  <a:gd name="T0" fmla="*/ 2147483647 w 364"/>
                  <a:gd name="T1" fmla="*/ 2147483647 h 1186"/>
                  <a:gd name="T2" fmla="*/ 2147483647 w 364"/>
                  <a:gd name="T3" fmla="*/ 2147483647 h 1186"/>
                  <a:gd name="T4" fmla="*/ 2147483647 w 364"/>
                  <a:gd name="T5" fmla="*/ 2147483647 h 1186"/>
                  <a:gd name="T6" fmla="*/ 2147483647 w 364"/>
                  <a:gd name="T7" fmla="*/ 2147483647 h 1186"/>
                  <a:gd name="T8" fmla="*/ 2147483647 w 364"/>
                  <a:gd name="T9" fmla="*/ 2147483647 h 1186"/>
                  <a:gd name="T10" fmla="*/ 2147483647 w 364"/>
                  <a:gd name="T11" fmla="*/ 2147483647 h 1186"/>
                  <a:gd name="T12" fmla="*/ 2147483647 w 364"/>
                  <a:gd name="T13" fmla="*/ 2147483647 h 1186"/>
                  <a:gd name="T14" fmla="*/ 2147483647 w 364"/>
                  <a:gd name="T15" fmla="*/ 2147483647 h 1186"/>
                  <a:gd name="T16" fmla="*/ 2147483647 w 364"/>
                  <a:gd name="T17" fmla="*/ 0 h 1186"/>
                  <a:gd name="T18" fmla="*/ 2147483647 w 364"/>
                  <a:gd name="T19" fmla="*/ 2147483647 h 1186"/>
                  <a:gd name="T20" fmla="*/ 2147483647 w 364"/>
                  <a:gd name="T21" fmla="*/ 2147483647 h 1186"/>
                  <a:gd name="T22" fmla="*/ 2147483647 w 364"/>
                  <a:gd name="T23" fmla="*/ 2147483647 h 1186"/>
                  <a:gd name="T24" fmla="*/ 2147483647 w 364"/>
                  <a:gd name="T25" fmla="*/ 2147483647 h 1186"/>
                  <a:gd name="T26" fmla="*/ 2147483647 w 364"/>
                  <a:gd name="T27" fmla="*/ 2147483647 h 1186"/>
                  <a:gd name="T28" fmla="*/ 2147483647 w 364"/>
                  <a:gd name="T29" fmla="*/ 2147483647 h 1186"/>
                  <a:gd name="T30" fmla="*/ 2147483647 w 364"/>
                  <a:gd name="T31" fmla="*/ 2147483647 h 1186"/>
                  <a:gd name="T32" fmla="*/ 2147483647 w 364"/>
                  <a:gd name="T33" fmla="*/ 2147483647 h 1186"/>
                  <a:gd name="T34" fmla="*/ 2147483647 w 364"/>
                  <a:gd name="T35" fmla="*/ 2147483647 h 1186"/>
                  <a:gd name="T36" fmla="*/ 2147483647 w 364"/>
                  <a:gd name="T37" fmla="*/ 2147483647 h 1186"/>
                  <a:gd name="T38" fmla="*/ 2147483647 w 364"/>
                  <a:gd name="T39" fmla="*/ 2147483647 h 1186"/>
                  <a:gd name="T40" fmla="*/ 2147483647 w 364"/>
                  <a:gd name="T41" fmla="*/ 2147483647 h 1186"/>
                  <a:gd name="T42" fmla="*/ 0 w 364"/>
                  <a:gd name="T43" fmla="*/ 2147483647 h 1186"/>
                  <a:gd name="T44" fmla="*/ 2147483647 w 364"/>
                  <a:gd name="T45" fmla="*/ 2147483647 h 1186"/>
                  <a:gd name="T46" fmla="*/ 2147483647 w 364"/>
                  <a:gd name="T47" fmla="*/ 2147483647 h 1186"/>
                  <a:gd name="T48" fmla="*/ 2147483647 w 364"/>
                  <a:gd name="T49" fmla="*/ 2147483647 h 1186"/>
                  <a:gd name="T50" fmla="*/ 2147483647 w 364"/>
                  <a:gd name="T51" fmla="*/ 2147483647 h 1186"/>
                  <a:gd name="T52" fmla="*/ 2147483647 w 364"/>
                  <a:gd name="T53" fmla="*/ 2147483647 h 1186"/>
                  <a:gd name="T54" fmla="*/ 2147483647 w 364"/>
                  <a:gd name="T55" fmla="*/ 2147483647 h 1186"/>
                  <a:gd name="T56" fmla="*/ 2147483647 w 364"/>
                  <a:gd name="T57" fmla="*/ 2147483647 h 1186"/>
                  <a:gd name="T58" fmla="*/ 2147483647 w 364"/>
                  <a:gd name="T59" fmla="*/ 2147483647 h 1186"/>
                  <a:gd name="T60" fmla="*/ 2147483647 w 364"/>
                  <a:gd name="T61" fmla="*/ 2147483647 h 1186"/>
                  <a:gd name="T62" fmla="*/ 2147483647 w 364"/>
                  <a:gd name="T63" fmla="*/ 2147483647 h 1186"/>
                  <a:gd name="T64" fmla="*/ 2147483647 w 364"/>
                  <a:gd name="T65" fmla="*/ 2147483647 h 1186"/>
                  <a:gd name="T66" fmla="*/ 2147483647 w 364"/>
                  <a:gd name="T67" fmla="*/ 2147483647 h 1186"/>
                  <a:gd name="T68" fmla="*/ 2147483647 w 364"/>
                  <a:gd name="T69" fmla="*/ 2147483647 h 1186"/>
                  <a:gd name="T70" fmla="*/ 2147483647 w 364"/>
                  <a:gd name="T71" fmla="*/ 2147483647 h 1186"/>
                  <a:gd name="T72" fmla="*/ 2147483647 w 364"/>
                  <a:gd name="T73" fmla="*/ 2147483647 h 1186"/>
                  <a:gd name="T74" fmla="*/ 2147483647 w 364"/>
                  <a:gd name="T75" fmla="*/ 2147483647 h 1186"/>
                  <a:gd name="T76" fmla="*/ 2147483647 w 364"/>
                  <a:gd name="T77" fmla="*/ 2147483647 h 1186"/>
                  <a:gd name="T78" fmla="*/ 2147483647 w 364"/>
                  <a:gd name="T79" fmla="*/ 2147483647 h 1186"/>
                  <a:gd name="T80" fmla="*/ 2147483647 w 364"/>
                  <a:gd name="T81" fmla="*/ 2147483647 h 1186"/>
                  <a:gd name="T82" fmla="*/ 2147483647 w 364"/>
                  <a:gd name="T83" fmla="*/ 2147483647 h 1186"/>
                  <a:gd name="T84" fmla="*/ 2147483647 w 364"/>
                  <a:gd name="T85" fmla="*/ 2147483647 h 1186"/>
                  <a:gd name="T86" fmla="*/ 2147483647 w 364"/>
                  <a:gd name="T87" fmla="*/ 2147483647 h 1186"/>
                  <a:gd name="T88" fmla="*/ 2147483647 w 364"/>
                  <a:gd name="T89" fmla="*/ 2147483647 h 1186"/>
                  <a:gd name="T90" fmla="*/ 2147483647 w 364"/>
                  <a:gd name="T91" fmla="*/ 2147483647 h 1186"/>
                  <a:gd name="T92" fmla="*/ 2147483647 w 364"/>
                  <a:gd name="T93" fmla="*/ 2147483647 h 1186"/>
                  <a:gd name="T94" fmla="*/ 2147483647 w 364"/>
                  <a:gd name="T95" fmla="*/ 2147483647 h 1186"/>
                  <a:gd name="T96" fmla="*/ 2147483647 w 364"/>
                  <a:gd name="T97" fmla="*/ 2147483647 h 1186"/>
                  <a:gd name="T98" fmla="*/ 2147483647 w 364"/>
                  <a:gd name="T99" fmla="*/ 2147483647 h 1186"/>
                  <a:gd name="T100" fmla="*/ 2147483647 w 364"/>
                  <a:gd name="T101" fmla="*/ 2147483647 h 1186"/>
                  <a:gd name="T102" fmla="*/ 2147483647 w 364"/>
                  <a:gd name="T103" fmla="*/ 2147483647 h 1186"/>
                  <a:gd name="T104" fmla="*/ 2147483647 w 364"/>
                  <a:gd name="T105" fmla="*/ 2147483647 h 1186"/>
                  <a:gd name="T106" fmla="*/ 2147483647 w 364"/>
                  <a:gd name="T107" fmla="*/ 2147483647 h 1186"/>
                  <a:gd name="T108" fmla="*/ 2147483647 w 364"/>
                  <a:gd name="T109" fmla="*/ 2147483647 h 1186"/>
                  <a:gd name="T110" fmla="*/ 2147483647 w 364"/>
                  <a:gd name="T111" fmla="*/ 2147483647 h 1186"/>
                  <a:gd name="T112" fmla="*/ 2147483647 w 364"/>
                  <a:gd name="T113" fmla="*/ 2147483647 h 1186"/>
                  <a:gd name="T114" fmla="*/ 2147483647 w 364"/>
                  <a:gd name="T115" fmla="*/ 2147483647 h 1186"/>
                  <a:gd name="T116" fmla="*/ 2147483647 w 364"/>
                  <a:gd name="T117" fmla="*/ 2147483647 h 1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4"/>
                  <a:gd name="T178" fmla="*/ 0 h 1186"/>
                  <a:gd name="T179" fmla="*/ 364 w 364"/>
                  <a:gd name="T180" fmla="*/ 1186 h 1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4" h="1186">
                    <a:moveTo>
                      <a:pt x="350" y="338"/>
                    </a:moveTo>
                    <a:lnTo>
                      <a:pt x="350" y="338"/>
                    </a:lnTo>
                    <a:lnTo>
                      <a:pt x="342" y="314"/>
                    </a:lnTo>
                    <a:lnTo>
                      <a:pt x="336" y="286"/>
                    </a:lnTo>
                    <a:lnTo>
                      <a:pt x="326" y="232"/>
                    </a:lnTo>
                    <a:lnTo>
                      <a:pt x="322" y="224"/>
                    </a:lnTo>
                    <a:lnTo>
                      <a:pt x="318" y="216"/>
                    </a:lnTo>
                    <a:lnTo>
                      <a:pt x="312" y="212"/>
                    </a:lnTo>
                    <a:lnTo>
                      <a:pt x="306" y="210"/>
                    </a:lnTo>
                    <a:lnTo>
                      <a:pt x="278" y="200"/>
                    </a:lnTo>
                    <a:lnTo>
                      <a:pt x="258" y="192"/>
                    </a:lnTo>
                    <a:lnTo>
                      <a:pt x="246" y="186"/>
                    </a:lnTo>
                    <a:lnTo>
                      <a:pt x="240" y="180"/>
                    </a:lnTo>
                    <a:lnTo>
                      <a:pt x="234" y="174"/>
                    </a:lnTo>
                    <a:lnTo>
                      <a:pt x="230" y="168"/>
                    </a:lnTo>
                    <a:lnTo>
                      <a:pt x="224" y="162"/>
                    </a:lnTo>
                    <a:lnTo>
                      <a:pt x="220" y="158"/>
                    </a:lnTo>
                    <a:lnTo>
                      <a:pt x="216" y="156"/>
                    </a:lnTo>
                    <a:lnTo>
                      <a:pt x="216" y="146"/>
                    </a:lnTo>
                    <a:lnTo>
                      <a:pt x="218" y="140"/>
                    </a:lnTo>
                    <a:lnTo>
                      <a:pt x="222" y="136"/>
                    </a:lnTo>
                    <a:lnTo>
                      <a:pt x="228" y="126"/>
                    </a:lnTo>
                    <a:lnTo>
                      <a:pt x="236" y="110"/>
                    </a:lnTo>
                    <a:lnTo>
                      <a:pt x="238" y="102"/>
                    </a:lnTo>
                    <a:lnTo>
                      <a:pt x="238" y="96"/>
                    </a:lnTo>
                    <a:lnTo>
                      <a:pt x="238" y="90"/>
                    </a:lnTo>
                    <a:lnTo>
                      <a:pt x="234" y="88"/>
                    </a:lnTo>
                    <a:lnTo>
                      <a:pt x="236" y="76"/>
                    </a:lnTo>
                    <a:lnTo>
                      <a:pt x="236" y="68"/>
                    </a:lnTo>
                    <a:lnTo>
                      <a:pt x="236" y="56"/>
                    </a:lnTo>
                    <a:lnTo>
                      <a:pt x="232" y="42"/>
                    </a:lnTo>
                    <a:lnTo>
                      <a:pt x="230" y="32"/>
                    </a:lnTo>
                    <a:lnTo>
                      <a:pt x="226" y="24"/>
                    </a:lnTo>
                    <a:lnTo>
                      <a:pt x="222" y="16"/>
                    </a:lnTo>
                    <a:lnTo>
                      <a:pt x="214" y="10"/>
                    </a:lnTo>
                    <a:lnTo>
                      <a:pt x="204" y="4"/>
                    </a:lnTo>
                    <a:lnTo>
                      <a:pt x="192" y="0"/>
                    </a:lnTo>
                    <a:lnTo>
                      <a:pt x="174" y="0"/>
                    </a:lnTo>
                    <a:lnTo>
                      <a:pt x="158" y="2"/>
                    </a:lnTo>
                    <a:lnTo>
                      <a:pt x="146" y="6"/>
                    </a:lnTo>
                    <a:lnTo>
                      <a:pt x="136" y="14"/>
                    </a:lnTo>
                    <a:lnTo>
                      <a:pt x="128" y="20"/>
                    </a:lnTo>
                    <a:lnTo>
                      <a:pt x="124" y="28"/>
                    </a:lnTo>
                    <a:lnTo>
                      <a:pt x="120" y="36"/>
                    </a:lnTo>
                    <a:lnTo>
                      <a:pt x="118" y="44"/>
                    </a:lnTo>
                    <a:lnTo>
                      <a:pt x="116" y="60"/>
                    </a:lnTo>
                    <a:lnTo>
                      <a:pt x="118" y="72"/>
                    </a:lnTo>
                    <a:lnTo>
                      <a:pt x="120" y="82"/>
                    </a:lnTo>
                    <a:lnTo>
                      <a:pt x="118" y="84"/>
                    </a:lnTo>
                    <a:lnTo>
                      <a:pt x="116" y="92"/>
                    </a:lnTo>
                    <a:lnTo>
                      <a:pt x="116" y="98"/>
                    </a:lnTo>
                    <a:lnTo>
                      <a:pt x="118" y="106"/>
                    </a:lnTo>
                    <a:lnTo>
                      <a:pt x="122" y="116"/>
                    </a:lnTo>
                    <a:lnTo>
                      <a:pt x="130" y="126"/>
                    </a:lnTo>
                    <a:lnTo>
                      <a:pt x="132" y="128"/>
                    </a:lnTo>
                    <a:lnTo>
                      <a:pt x="134" y="130"/>
                    </a:lnTo>
                    <a:lnTo>
                      <a:pt x="136" y="136"/>
                    </a:lnTo>
                    <a:lnTo>
                      <a:pt x="138" y="152"/>
                    </a:lnTo>
                    <a:lnTo>
                      <a:pt x="140" y="158"/>
                    </a:lnTo>
                    <a:lnTo>
                      <a:pt x="138" y="164"/>
                    </a:lnTo>
                    <a:lnTo>
                      <a:pt x="134" y="168"/>
                    </a:lnTo>
                    <a:lnTo>
                      <a:pt x="126" y="174"/>
                    </a:lnTo>
                    <a:lnTo>
                      <a:pt x="112" y="186"/>
                    </a:lnTo>
                    <a:lnTo>
                      <a:pt x="102" y="192"/>
                    </a:lnTo>
                    <a:lnTo>
                      <a:pt x="90" y="198"/>
                    </a:lnTo>
                    <a:lnTo>
                      <a:pt x="70" y="204"/>
                    </a:lnTo>
                    <a:lnTo>
                      <a:pt x="62" y="208"/>
                    </a:lnTo>
                    <a:lnTo>
                      <a:pt x="52" y="212"/>
                    </a:lnTo>
                    <a:lnTo>
                      <a:pt x="46" y="216"/>
                    </a:lnTo>
                    <a:lnTo>
                      <a:pt x="42" y="222"/>
                    </a:lnTo>
                    <a:lnTo>
                      <a:pt x="38" y="228"/>
                    </a:lnTo>
                    <a:lnTo>
                      <a:pt x="36" y="236"/>
                    </a:lnTo>
                    <a:lnTo>
                      <a:pt x="32" y="274"/>
                    </a:lnTo>
                    <a:lnTo>
                      <a:pt x="30" y="302"/>
                    </a:lnTo>
                    <a:lnTo>
                      <a:pt x="24" y="392"/>
                    </a:lnTo>
                    <a:lnTo>
                      <a:pt x="18" y="448"/>
                    </a:lnTo>
                    <a:lnTo>
                      <a:pt x="14" y="482"/>
                    </a:lnTo>
                    <a:lnTo>
                      <a:pt x="10" y="514"/>
                    </a:lnTo>
                    <a:lnTo>
                      <a:pt x="8" y="540"/>
                    </a:lnTo>
                    <a:lnTo>
                      <a:pt x="6" y="566"/>
                    </a:lnTo>
                    <a:lnTo>
                      <a:pt x="4" y="588"/>
                    </a:lnTo>
                    <a:lnTo>
                      <a:pt x="6" y="594"/>
                    </a:lnTo>
                    <a:lnTo>
                      <a:pt x="8" y="598"/>
                    </a:lnTo>
                    <a:lnTo>
                      <a:pt x="12" y="598"/>
                    </a:lnTo>
                    <a:lnTo>
                      <a:pt x="4" y="616"/>
                    </a:lnTo>
                    <a:lnTo>
                      <a:pt x="2" y="626"/>
                    </a:lnTo>
                    <a:lnTo>
                      <a:pt x="0" y="638"/>
                    </a:lnTo>
                    <a:lnTo>
                      <a:pt x="2" y="650"/>
                    </a:lnTo>
                    <a:lnTo>
                      <a:pt x="6" y="660"/>
                    </a:lnTo>
                    <a:lnTo>
                      <a:pt x="14" y="670"/>
                    </a:lnTo>
                    <a:lnTo>
                      <a:pt x="26" y="676"/>
                    </a:lnTo>
                    <a:lnTo>
                      <a:pt x="36" y="680"/>
                    </a:lnTo>
                    <a:lnTo>
                      <a:pt x="40" y="680"/>
                    </a:lnTo>
                    <a:lnTo>
                      <a:pt x="42" y="678"/>
                    </a:lnTo>
                    <a:lnTo>
                      <a:pt x="42" y="674"/>
                    </a:lnTo>
                    <a:lnTo>
                      <a:pt x="38" y="670"/>
                    </a:lnTo>
                    <a:lnTo>
                      <a:pt x="36" y="664"/>
                    </a:lnTo>
                    <a:lnTo>
                      <a:pt x="34" y="660"/>
                    </a:lnTo>
                    <a:lnTo>
                      <a:pt x="34" y="654"/>
                    </a:lnTo>
                    <a:lnTo>
                      <a:pt x="36" y="650"/>
                    </a:lnTo>
                    <a:lnTo>
                      <a:pt x="34" y="644"/>
                    </a:lnTo>
                    <a:lnTo>
                      <a:pt x="34" y="636"/>
                    </a:lnTo>
                    <a:lnTo>
                      <a:pt x="38" y="628"/>
                    </a:lnTo>
                    <a:lnTo>
                      <a:pt x="40" y="622"/>
                    </a:lnTo>
                    <a:lnTo>
                      <a:pt x="38" y="616"/>
                    </a:lnTo>
                    <a:lnTo>
                      <a:pt x="38" y="612"/>
                    </a:lnTo>
                    <a:lnTo>
                      <a:pt x="38" y="608"/>
                    </a:lnTo>
                    <a:lnTo>
                      <a:pt x="40" y="606"/>
                    </a:lnTo>
                    <a:lnTo>
                      <a:pt x="42" y="604"/>
                    </a:lnTo>
                    <a:lnTo>
                      <a:pt x="44" y="604"/>
                    </a:lnTo>
                    <a:lnTo>
                      <a:pt x="48" y="602"/>
                    </a:lnTo>
                    <a:lnTo>
                      <a:pt x="50" y="596"/>
                    </a:lnTo>
                    <a:lnTo>
                      <a:pt x="50" y="594"/>
                    </a:lnTo>
                    <a:lnTo>
                      <a:pt x="58" y="534"/>
                    </a:lnTo>
                    <a:lnTo>
                      <a:pt x="56" y="568"/>
                    </a:lnTo>
                    <a:lnTo>
                      <a:pt x="56" y="578"/>
                    </a:lnTo>
                    <a:lnTo>
                      <a:pt x="56" y="586"/>
                    </a:lnTo>
                    <a:lnTo>
                      <a:pt x="60" y="598"/>
                    </a:lnTo>
                    <a:lnTo>
                      <a:pt x="62" y="612"/>
                    </a:lnTo>
                    <a:lnTo>
                      <a:pt x="62" y="644"/>
                    </a:lnTo>
                    <a:lnTo>
                      <a:pt x="64" y="686"/>
                    </a:lnTo>
                    <a:lnTo>
                      <a:pt x="70" y="758"/>
                    </a:lnTo>
                    <a:lnTo>
                      <a:pt x="76" y="832"/>
                    </a:lnTo>
                    <a:lnTo>
                      <a:pt x="78" y="876"/>
                    </a:lnTo>
                    <a:lnTo>
                      <a:pt x="80" y="948"/>
                    </a:lnTo>
                    <a:lnTo>
                      <a:pt x="80" y="990"/>
                    </a:lnTo>
                    <a:lnTo>
                      <a:pt x="76" y="1022"/>
                    </a:lnTo>
                    <a:lnTo>
                      <a:pt x="74" y="1044"/>
                    </a:lnTo>
                    <a:lnTo>
                      <a:pt x="72" y="1068"/>
                    </a:lnTo>
                    <a:lnTo>
                      <a:pt x="74" y="1088"/>
                    </a:lnTo>
                    <a:lnTo>
                      <a:pt x="76" y="1104"/>
                    </a:lnTo>
                    <a:lnTo>
                      <a:pt x="84" y="1124"/>
                    </a:lnTo>
                    <a:lnTo>
                      <a:pt x="86" y="1130"/>
                    </a:lnTo>
                    <a:lnTo>
                      <a:pt x="84" y="1134"/>
                    </a:lnTo>
                    <a:lnTo>
                      <a:pt x="66" y="1150"/>
                    </a:lnTo>
                    <a:lnTo>
                      <a:pt x="56" y="1162"/>
                    </a:lnTo>
                    <a:lnTo>
                      <a:pt x="54" y="1166"/>
                    </a:lnTo>
                    <a:lnTo>
                      <a:pt x="54" y="1170"/>
                    </a:lnTo>
                    <a:lnTo>
                      <a:pt x="56" y="1174"/>
                    </a:lnTo>
                    <a:lnTo>
                      <a:pt x="60" y="1176"/>
                    </a:lnTo>
                    <a:lnTo>
                      <a:pt x="72" y="1180"/>
                    </a:lnTo>
                    <a:lnTo>
                      <a:pt x="86" y="1180"/>
                    </a:lnTo>
                    <a:lnTo>
                      <a:pt x="102" y="1174"/>
                    </a:lnTo>
                    <a:lnTo>
                      <a:pt x="118" y="1168"/>
                    </a:lnTo>
                    <a:lnTo>
                      <a:pt x="134" y="1164"/>
                    </a:lnTo>
                    <a:lnTo>
                      <a:pt x="146" y="1160"/>
                    </a:lnTo>
                    <a:lnTo>
                      <a:pt x="150" y="1158"/>
                    </a:lnTo>
                    <a:lnTo>
                      <a:pt x="152" y="1156"/>
                    </a:lnTo>
                    <a:lnTo>
                      <a:pt x="152" y="1152"/>
                    </a:lnTo>
                    <a:lnTo>
                      <a:pt x="150" y="1146"/>
                    </a:lnTo>
                    <a:lnTo>
                      <a:pt x="148" y="1138"/>
                    </a:lnTo>
                    <a:lnTo>
                      <a:pt x="150" y="1130"/>
                    </a:lnTo>
                    <a:lnTo>
                      <a:pt x="154" y="1116"/>
                    </a:lnTo>
                    <a:lnTo>
                      <a:pt x="156" y="1106"/>
                    </a:lnTo>
                    <a:lnTo>
                      <a:pt x="156" y="1090"/>
                    </a:lnTo>
                    <a:lnTo>
                      <a:pt x="156" y="1052"/>
                    </a:lnTo>
                    <a:lnTo>
                      <a:pt x="156" y="984"/>
                    </a:lnTo>
                    <a:lnTo>
                      <a:pt x="158" y="920"/>
                    </a:lnTo>
                    <a:lnTo>
                      <a:pt x="162" y="886"/>
                    </a:lnTo>
                    <a:lnTo>
                      <a:pt x="164" y="868"/>
                    </a:lnTo>
                    <a:lnTo>
                      <a:pt x="168" y="840"/>
                    </a:lnTo>
                    <a:lnTo>
                      <a:pt x="174" y="772"/>
                    </a:lnTo>
                    <a:lnTo>
                      <a:pt x="178" y="706"/>
                    </a:lnTo>
                    <a:lnTo>
                      <a:pt x="178" y="666"/>
                    </a:lnTo>
                    <a:lnTo>
                      <a:pt x="178" y="624"/>
                    </a:lnTo>
                    <a:lnTo>
                      <a:pt x="182" y="650"/>
                    </a:lnTo>
                    <a:lnTo>
                      <a:pt x="190" y="714"/>
                    </a:lnTo>
                    <a:lnTo>
                      <a:pt x="194" y="756"/>
                    </a:lnTo>
                    <a:lnTo>
                      <a:pt x="196" y="800"/>
                    </a:lnTo>
                    <a:lnTo>
                      <a:pt x="200" y="840"/>
                    </a:lnTo>
                    <a:lnTo>
                      <a:pt x="204" y="878"/>
                    </a:lnTo>
                    <a:lnTo>
                      <a:pt x="206" y="914"/>
                    </a:lnTo>
                    <a:lnTo>
                      <a:pt x="208" y="954"/>
                    </a:lnTo>
                    <a:lnTo>
                      <a:pt x="206" y="1012"/>
                    </a:lnTo>
                    <a:lnTo>
                      <a:pt x="206" y="1040"/>
                    </a:lnTo>
                    <a:lnTo>
                      <a:pt x="206" y="1078"/>
                    </a:lnTo>
                    <a:lnTo>
                      <a:pt x="208" y="1096"/>
                    </a:lnTo>
                    <a:lnTo>
                      <a:pt x="208" y="1112"/>
                    </a:lnTo>
                    <a:lnTo>
                      <a:pt x="212" y="1124"/>
                    </a:lnTo>
                    <a:lnTo>
                      <a:pt x="214" y="1126"/>
                    </a:lnTo>
                    <a:lnTo>
                      <a:pt x="216" y="1128"/>
                    </a:lnTo>
                    <a:lnTo>
                      <a:pt x="218" y="1142"/>
                    </a:lnTo>
                    <a:lnTo>
                      <a:pt x="220" y="1154"/>
                    </a:lnTo>
                    <a:lnTo>
                      <a:pt x="222" y="1162"/>
                    </a:lnTo>
                    <a:lnTo>
                      <a:pt x="226" y="1172"/>
                    </a:lnTo>
                    <a:lnTo>
                      <a:pt x="234" y="1178"/>
                    </a:lnTo>
                    <a:lnTo>
                      <a:pt x="246" y="1184"/>
                    </a:lnTo>
                    <a:lnTo>
                      <a:pt x="252" y="1186"/>
                    </a:lnTo>
                    <a:lnTo>
                      <a:pt x="262" y="1186"/>
                    </a:lnTo>
                    <a:lnTo>
                      <a:pt x="282" y="1182"/>
                    </a:lnTo>
                    <a:lnTo>
                      <a:pt x="290" y="1178"/>
                    </a:lnTo>
                    <a:lnTo>
                      <a:pt x="292" y="1176"/>
                    </a:lnTo>
                    <a:lnTo>
                      <a:pt x="294" y="1174"/>
                    </a:lnTo>
                    <a:lnTo>
                      <a:pt x="292" y="1168"/>
                    </a:lnTo>
                    <a:lnTo>
                      <a:pt x="288" y="1162"/>
                    </a:lnTo>
                    <a:lnTo>
                      <a:pt x="276" y="1148"/>
                    </a:lnTo>
                    <a:lnTo>
                      <a:pt x="274" y="1142"/>
                    </a:lnTo>
                    <a:lnTo>
                      <a:pt x="274" y="1140"/>
                    </a:lnTo>
                    <a:lnTo>
                      <a:pt x="274" y="1138"/>
                    </a:lnTo>
                    <a:lnTo>
                      <a:pt x="280" y="1132"/>
                    </a:lnTo>
                    <a:lnTo>
                      <a:pt x="284" y="1130"/>
                    </a:lnTo>
                    <a:lnTo>
                      <a:pt x="288" y="1128"/>
                    </a:lnTo>
                    <a:lnTo>
                      <a:pt x="288" y="1122"/>
                    </a:lnTo>
                    <a:lnTo>
                      <a:pt x="286" y="936"/>
                    </a:lnTo>
                    <a:lnTo>
                      <a:pt x="288" y="864"/>
                    </a:lnTo>
                    <a:lnTo>
                      <a:pt x="288" y="834"/>
                    </a:lnTo>
                    <a:lnTo>
                      <a:pt x="286" y="810"/>
                    </a:lnTo>
                    <a:lnTo>
                      <a:pt x="286" y="780"/>
                    </a:lnTo>
                    <a:lnTo>
                      <a:pt x="288" y="738"/>
                    </a:lnTo>
                    <a:lnTo>
                      <a:pt x="290" y="660"/>
                    </a:lnTo>
                    <a:lnTo>
                      <a:pt x="290" y="602"/>
                    </a:lnTo>
                    <a:lnTo>
                      <a:pt x="304" y="598"/>
                    </a:lnTo>
                    <a:lnTo>
                      <a:pt x="314" y="590"/>
                    </a:lnTo>
                    <a:lnTo>
                      <a:pt x="322" y="582"/>
                    </a:lnTo>
                    <a:lnTo>
                      <a:pt x="326" y="572"/>
                    </a:lnTo>
                    <a:lnTo>
                      <a:pt x="330" y="564"/>
                    </a:lnTo>
                    <a:lnTo>
                      <a:pt x="330" y="556"/>
                    </a:lnTo>
                    <a:lnTo>
                      <a:pt x="330" y="544"/>
                    </a:lnTo>
                    <a:lnTo>
                      <a:pt x="332" y="536"/>
                    </a:lnTo>
                    <a:lnTo>
                      <a:pt x="334" y="530"/>
                    </a:lnTo>
                    <a:lnTo>
                      <a:pt x="338" y="526"/>
                    </a:lnTo>
                    <a:lnTo>
                      <a:pt x="340" y="526"/>
                    </a:lnTo>
                    <a:lnTo>
                      <a:pt x="344" y="526"/>
                    </a:lnTo>
                    <a:lnTo>
                      <a:pt x="346" y="526"/>
                    </a:lnTo>
                    <a:lnTo>
                      <a:pt x="348" y="524"/>
                    </a:lnTo>
                    <a:lnTo>
                      <a:pt x="352" y="514"/>
                    </a:lnTo>
                    <a:lnTo>
                      <a:pt x="354" y="502"/>
                    </a:lnTo>
                    <a:lnTo>
                      <a:pt x="356" y="492"/>
                    </a:lnTo>
                    <a:lnTo>
                      <a:pt x="358" y="454"/>
                    </a:lnTo>
                    <a:lnTo>
                      <a:pt x="362" y="416"/>
                    </a:lnTo>
                    <a:lnTo>
                      <a:pt x="364" y="396"/>
                    </a:lnTo>
                    <a:lnTo>
                      <a:pt x="362" y="382"/>
                    </a:lnTo>
                    <a:lnTo>
                      <a:pt x="356" y="362"/>
                    </a:lnTo>
                    <a:lnTo>
                      <a:pt x="350" y="33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14" name="Freeform 127"/>
              <p:cNvSpPr>
                <a:spLocks/>
              </p:cNvSpPr>
              <p:nvPr/>
            </p:nvSpPr>
            <p:spPr bwMode="auto">
              <a:xfrm>
                <a:off x="3016156" y="1924561"/>
                <a:ext cx="209678" cy="353852"/>
              </a:xfrm>
              <a:custGeom>
                <a:avLst/>
                <a:gdLst>
                  <a:gd name="T0" fmla="*/ 0 w 102"/>
                  <a:gd name="T1" fmla="*/ 2147483647 h 172"/>
                  <a:gd name="T2" fmla="*/ 0 w 102"/>
                  <a:gd name="T3" fmla="*/ 2147483647 h 172"/>
                  <a:gd name="T4" fmla="*/ 2147483647 w 102"/>
                  <a:gd name="T5" fmla="*/ 2147483647 h 172"/>
                  <a:gd name="T6" fmla="*/ 2147483647 w 102"/>
                  <a:gd name="T7" fmla="*/ 2147483647 h 172"/>
                  <a:gd name="T8" fmla="*/ 2147483647 w 102"/>
                  <a:gd name="T9" fmla="*/ 2147483647 h 172"/>
                  <a:gd name="T10" fmla="*/ 2147483647 w 102"/>
                  <a:gd name="T11" fmla="*/ 2147483647 h 172"/>
                  <a:gd name="T12" fmla="*/ 2147483647 w 102"/>
                  <a:gd name="T13" fmla="*/ 2147483647 h 172"/>
                  <a:gd name="T14" fmla="*/ 2147483647 w 102"/>
                  <a:gd name="T15" fmla="*/ 2147483647 h 172"/>
                  <a:gd name="T16" fmla="*/ 2147483647 w 102"/>
                  <a:gd name="T17" fmla="*/ 2147483647 h 172"/>
                  <a:gd name="T18" fmla="*/ 2147483647 w 102"/>
                  <a:gd name="T19" fmla="*/ 2147483647 h 172"/>
                  <a:gd name="T20" fmla="*/ 2147483647 w 102"/>
                  <a:gd name="T21" fmla="*/ 2147483647 h 172"/>
                  <a:gd name="T22" fmla="*/ 2147483647 w 102"/>
                  <a:gd name="T23" fmla="*/ 2147483647 h 172"/>
                  <a:gd name="T24" fmla="*/ 2147483647 w 102"/>
                  <a:gd name="T25" fmla="*/ 2147483647 h 172"/>
                  <a:gd name="T26" fmla="*/ 2147483647 w 102"/>
                  <a:gd name="T27" fmla="*/ 2147483647 h 172"/>
                  <a:gd name="T28" fmla="*/ 2147483647 w 102"/>
                  <a:gd name="T29" fmla="*/ 2147483647 h 172"/>
                  <a:gd name="T30" fmla="*/ 2147483647 w 102"/>
                  <a:gd name="T31" fmla="*/ 2147483647 h 172"/>
                  <a:gd name="T32" fmla="*/ 2147483647 w 102"/>
                  <a:gd name="T33" fmla="*/ 2147483647 h 172"/>
                  <a:gd name="T34" fmla="*/ 2147483647 w 102"/>
                  <a:gd name="T35" fmla="*/ 2147483647 h 172"/>
                  <a:gd name="T36" fmla="*/ 2147483647 w 102"/>
                  <a:gd name="T37" fmla="*/ 2147483647 h 172"/>
                  <a:gd name="T38" fmla="*/ 2147483647 w 102"/>
                  <a:gd name="T39" fmla="*/ 2147483647 h 172"/>
                  <a:gd name="T40" fmla="*/ 2147483647 w 102"/>
                  <a:gd name="T41" fmla="*/ 2147483647 h 172"/>
                  <a:gd name="T42" fmla="*/ 2147483647 w 102"/>
                  <a:gd name="T43" fmla="*/ 2147483647 h 172"/>
                  <a:gd name="T44" fmla="*/ 2147483647 w 102"/>
                  <a:gd name="T45" fmla="*/ 2147483647 h 172"/>
                  <a:gd name="T46" fmla="*/ 2147483647 w 102"/>
                  <a:gd name="T47" fmla="*/ 2147483647 h 172"/>
                  <a:gd name="T48" fmla="*/ 2147483647 w 102"/>
                  <a:gd name="T49" fmla="*/ 2147483647 h 172"/>
                  <a:gd name="T50" fmla="*/ 2147483647 w 102"/>
                  <a:gd name="T51" fmla="*/ 0 h 172"/>
                  <a:gd name="T52" fmla="*/ 2147483647 w 102"/>
                  <a:gd name="T53" fmla="*/ 0 h 172"/>
                  <a:gd name="T54" fmla="*/ 2147483647 w 102"/>
                  <a:gd name="T55" fmla="*/ 0 h 172"/>
                  <a:gd name="T56" fmla="*/ 2147483647 w 102"/>
                  <a:gd name="T57" fmla="*/ 2147483647 h 172"/>
                  <a:gd name="T58" fmla="*/ 2147483647 w 102"/>
                  <a:gd name="T59" fmla="*/ 2147483647 h 172"/>
                  <a:gd name="T60" fmla="*/ 2147483647 w 102"/>
                  <a:gd name="T61" fmla="*/ 2147483647 h 172"/>
                  <a:gd name="T62" fmla="*/ 2147483647 w 102"/>
                  <a:gd name="T63" fmla="*/ 2147483647 h 172"/>
                  <a:gd name="T64" fmla="*/ 2147483647 w 102"/>
                  <a:gd name="T65" fmla="*/ 2147483647 h 172"/>
                  <a:gd name="T66" fmla="*/ 2147483647 w 102"/>
                  <a:gd name="T67" fmla="*/ 2147483647 h 172"/>
                  <a:gd name="T68" fmla="*/ 2147483647 w 102"/>
                  <a:gd name="T69" fmla="*/ 2147483647 h 172"/>
                  <a:gd name="T70" fmla="*/ 2147483647 w 102"/>
                  <a:gd name="T71" fmla="*/ 2147483647 h 172"/>
                  <a:gd name="T72" fmla="*/ 2147483647 w 102"/>
                  <a:gd name="T73" fmla="*/ 2147483647 h 172"/>
                  <a:gd name="T74" fmla="*/ 2147483647 w 102"/>
                  <a:gd name="T75" fmla="*/ 2147483647 h 172"/>
                  <a:gd name="T76" fmla="*/ 2147483647 w 102"/>
                  <a:gd name="T77" fmla="*/ 2147483647 h 172"/>
                  <a:gd name="T78" fmla="*/ 2147483647 w 102"/>
                  <a:gd name="T79" fmla="*/ 2147483647 h 172"/>
                  <a:gd name="T80" fmla="*/ 2147483647 w 102"/>
                  <a:gd name="T81" fmla="*/ 2147483647 h 172"/>
                  <a:gd name="T82" fmla="*/ 2147483647 w 102"/>
                  <a:gd name="T83" fmla="*/ 2147483647 h 172"/>
                  <a:gd name="T84" fmla="*/ 0 w 102"/>
                  <a:gd name="T85" fmla="*/ 2147483647 h 1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2"/>
                  <a:gd name="T130" fmla="*/ 0 h 172"/>
                  <a:gd name="T131" fmla="*/ 102 w 102"/>
                  <a:gd name="T132" fmla="*/ 172 h 1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2" h="172">
                    <a:moveTo>
                      <a:pt x="0" y="14"/>
                    </a:moveTo>
                    <a:lnTo>
                      <a:pt x="0" y="14"/>
                    </a:lnTo>
                    <a:lnTo>
                      <a:pt x="2" y="22"/>
                    </a:lnTo>
                    <a:lnTo>
                      <a:pt x="4" y="32"/>
                    </a:lnTo>
                    <a:lnTo>
                      <a:pt x="8" y="42"/>
                    </a:lnTo>
                    <a:lnTo>
                      <a:pt x="12" y="66"/>
                    </a:lnTo>
                    <a:lnTo>
                      <a:pt x="18" y="106"/>
                    </a:lnTo>
                    <a:lnTo>
                      <a:pt x="24" y="126"/>
                    </a:lnTo>
                    <a:lnTo>
                      <a:pt x="30" y="146"/>
                    </a:lnTo>
                    <a:lnTo>
                      <a:pt x="38" y="162"/>
                    </a:lnTo>
                    <a:lnTo>
                      <a:pt x="42" y="168"/>
                    </a:lnTo>
                    <a:lnTo>
                      <a:pt x="46" y="172"/>
                    </a:lnTo>
                    <a:lnTo>
                      <a:pt x="64" y="144"/>
                    </a:lnTo>
                    <a:lnTo>
                      <a:pt x="78" y="118"/>
                    </a:lnTo>
                    <a:lnTo>
                      <a:pt x="90" y="94"/>
                    </a:lnTo>
                    <a:lnTo>
                      <a:pt x="98" y="72"/>
                    </a:lnTo>
                    <a:lnTo>
                      <a:pt x="102" y="52"/>
                    </a:lnTo>
                    <a:lnTo>
                      <a:pt x="102" y="34"/>
                    </a:lnTo>
                    <a:lnTo>
                      <a:pt x="100" y="16"/>
                    </a:lnTo>
                    <a:lnTo>
                      <a:pt x="100" y="10"/>
                    </a:lnTo>
                    <a:lnTo>
                      <a:pt x="96" y="6"/>
                    </a:lnTo>
                    <a:lnTo>
                      <a:pt x="90" y="0"/>
                    </a:lnTo>
                    <a:lnTo>
                      <a:pt x="88" y="0"/>
                    </a:lnTo>
                    <a:lnTo>
                      <a:pt x="88" y="2"/>
                    </a:lnTo>
                    <a:lnTo>
                      <a:pt x="86" y="6"/>
                    </a:lnTo>
                    <a:lnTo>
                      <a:pt x="86" y="14"/>
                    </a:lnTo>
                    <a:lnTo>
                      <a:pt x="82" y="20"/>
                    </a:lnTo>
                    <a:lnTo>
                      <a:pt x="74" y="30"/>
                    </a:lnTo>
                    <a:lnTo>
                      <a:pt x="66" y="34"/>
                    </a:lnTo>
                    <a:lnTo>
                      <a:pt x="56" y="38"/>
                    </a:lnTo>
                    <a:lnTo>
                      <a:pt x="44" y="38"/>
                    </a:lnTo>
                    <a:lnTo>
                      <a:pt x="32" y="34"/>
                    </a:lnTo>
                    <a:lnTo>
                      <a:pt x="20" y="26"/>
                    </a:lnTo>
                    <a:lnTo>
                      <a:pt x="12" y="16"/>
                    </a:lnTo>
                    <a:lnTo>
                      <a:pt x="6" y="6"/>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5" name="Freeform 128"/>
              <p:cNvSpPr>
                <a:spLocks/>
              </p:cNvSpPr>
              <p:nvPr/>
            </p:nvSpPr>
            <p:spPr bwMode="auto">
              <a:xfrm>
                <a:off x="3090470" y="2007429"/>
                <a:ext cx="62532" cy="292981"/>
              </a:xfrm>
              <a:custGeom>
                <a:avLst/>
                <a:gdLst>
                  <a:gd name="T0" fmla="*/ 2147483647 w 30"/>
                  <a:gd name="T1" fmla="*/ 2147483647 h 136"/>
                  <a:gd name="T2" fmla="*/ 2147483647 w 30"/>
                  <a:gd name="T3" fmla="*/ 2147483647 h 136"/>
                  <a:gd name="T4" fmla="*/ 2147483647 w 30"/>
                  <a:gd name="T5" fmla="*/ 2147483647 h 136"/>
                  <a:gd name="T6" fmla="*/ 0 w 30"/>
                  <a:gd name="T7" fmla="*/ 2147483647 h 136"/>
                  <a:gd name="T8" fmla="*/ 2147483647 w 30"/>
                  <a:gd name="T9" fmla="*/ 2147483647 h 136"/>
                  <a:gd name="T10" fmla="*/ 2147483647 w 30"/>
                  <a:gd name="T11" fmla="*/ 2147483647 h 136"/>
                  <a:gd name="T12" fmla="*/ 2147483647 w 30"/>
                  <a:gd name="T13" fmla="*/ 2147483647 h 136"/>
                  <a:gd name="T14" fmla="*/ 2147483647 w 30"/>
                  <a:gd name="T15" fmla="*/ 2147483647 h 136"/>
                  <a:gd name="T16" fmla="*/ 2147483647 w 30"/>
                  <a:gd name="T17" fmla="*/ 2147483647 h 136"/>
                  <a:gd name="T18" fmla="*/ 2147483647 w 30"/>
                  <a:gd name="T19" fmla="*/ 2147483647 h 136"/>
                  <a:gd name="T20" fmla="*/ 2147483647 w 30"/>
                  <a:gd name="T21" fmla="*/ 2147483647 h 136"/>
                  <a:gd name="T22" fmla="*/ 2147483647 w 30"/>
                  <a:gd name="T23" fmla="*/ 2147483647 h 136"/>
                  <a:gd name="T24" fmla="*/ 0 w 30"/>
                  <a:gd name="T25" fmla="*/ 2147483647 h 136"/>
                  <a:gd name="T26" fmla="*/ 0 w 30"/>
                  <a:gd name="T27" fmla="*/ 2147483647 h 136"/>
                  <a:gd name="T28" fmla="*/ 0 w 30"/>
                  <a:gd name="T29" fmla="*/ 2147483647 h 136"/>
                  <a:gd name="T30" fmla="*/ 2147483647 w 30"/>
                  <a:gd name="T31" fmla="*/ 2147483647 h 136"/>
                  <a:gd name="T32" fmla="*/ 2147483647 w 30"/>
                  <a:gd name="T33" fmla="*/ 0 h 136"/>
                  <a:gd name="T34" fmla="*/ 2147483647 w 30"/>
                  <a:gd name="T35" fmla="*/ 0 h 136"/>
                  <a:gd name="T36" fmla="*/ 2147483647 w 30"/>
                  <a:gd name="T37" fmla="*/ 2147483647 h 136"/>
                  <a:gd name="T38" fmla="*/ 2147483647 w 30"/>
                  <a:gd name="T39" fmla="*/ 2147483647 h 136"/>
                  <a:gd name="T40" fmla="*/ 2147483647 w 30"/>
                  <a:gd name="T41" fmla="*/ 2147483647 h 136"/>
                  <a:gd name="T42" fmla="*/ 2147483647 w 30"/>
                  <a:gd name="T43" fmla="*/ 2147483647 h 136"/>
                  <a:gd name="T44" fmla="*/ 2147483647 w 30"/>
                  <a:gd name="T45" fmla="*/ 2147483647 h 136"/>
                  <a:gd name="T46" fmla="*/ 2147483647 w 30"/>
                  <a:gd name="T47" fmla="*/ 2147483647 h 136"/>
                  <a:gd name="T48" fmla="*/ 2147483647 w 30"/>
                  <a:gd name="T49" fmla="*/ 2147483647 h 136"/>
                  <a:gd name="T50" fmla="*/ 2147483647 w 30"/>
                  <a:gd name="T51" fmla="*/ 2147483647 h 136"/>
                  <a:gd name="T52" fmla="*/ 2147483647 w 30"/>
                  <a:gd name="T53" fmla="*/ 2147483647 h 136"/>
                  <a:gd name="T54" fmla="*/ 2147483647 w 30"/>
                  <a:gd name="T55" fmla="*/ 2147483647 h 136"/>
                  <a:gd name="T56" fmla="*/ 2147483647 w 30"/>
                  <a:gd name="T57" fmla="*/ 2147483647 h 136"/>
                  <a:gd name="T58" fmla="*/ 2147483647 w 30"/>
                  <a:gd name="T59" fmla="*/ 2147483647 h 136"/>
                  <a:gd name="T60" fmla="*/ 2147483647 w 30"/>
                  <a:gd name="T61" fmla="*/ 2147483647 h 136"/>
                  <a:gd name="T62" fmla="*/ 2147483647 w 30"/>
                  <a:gd name="T63" fmla="*/ 2147483647 h 136"/>
                  <a:gd name="T64" fmla="*/ 2147483647 w 30"/>
                  <a:gd name="T65" fmla="*/ 2147483647 h 136"/>
                  <a:gd name="T66" fmla="*/ 2147483647 w 30"/>
                  <a:gd name="T67" fmla="*/ 2147483647 h 136"/>
                  <a:gd name="T68" fmla="*/ 2147483647 w 30"/>
                  <a:gd name="T69" fmla="*/ 2147483647 h 136"/>
                  <a:gd name="T70" fmla="*/ 2147483647 w 30"/>
                  <a:gd name="T71" fmla="*/ 2147483647 h 136"/>
                  <a:gd name="T72" fmla="*/ 2147483647 w 30"/>
                  <a:gd name="T73" fmla="*/ 2147483647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
                  <a:gd name="T112" fmla="*/ 0 h 136"/>
                  <a:gd name="T113" fmla="*/ 30 w 30"/>
                  <a:gd name="T114" fmla="*/ 136 h 1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 h="136">
                    <a:moveTo>
                      <a:pt x="4" y="134"/>
                    </a:moveTo>
                    <a:lnTo>
                      <a:pt x="4" y="134"/>
                    </a:lnTo>
                    <a:lnTo>
                      <a:pt x="2" y="124"/>
                    </a:lnTo>
                    <a:lnTo>
                      <a:pt x="0" y="104"/>
                    </a:lnTo>
                    <a:lnTo>
                      <a:pt x="2" y="62"/>
                    </a:lnTo>
                    <a:lnTo>
                      <a:pt x="2" y="50"/>
                    </a:lnTo>
                    <a:lnTo>
                      <a:pt x="6" y="40"/>
                    </a:lnTo>
                    <a:lnTo>
                      <a:pt x="10" y="28"/>
                    </a:lnTo>
                    <a:lnTo>
                      <a:pt x="8" y="24"/>
                    </a:lnTo>
                    <a:lnTo>
                      <a:pt x="6" y="18"/>
                    </a:lnTo>
                    <a:lnTo>
                      <a:pt x="0" y="8"/>
                    </a:lnTo>
                    <a:lnTo>
                      <a:pt x="0" y="6"/>
                    </a:lnTo>
                    <a:lnTo>
                      <a:pt x="4" y="2"/>
                    </a:lnTo>
                    <a:lnTo>
                      <a:pt x="14" y="0"/>
                    </a:lnTo>
                    <a:lnTo>
                      <a:pt x="18" y="2"/>
                    </a:lnTo>
                    <a:lnTo>
                      <a:pt x="22" y="4"/>
                    </a:lnTo>
                    <a:lnTo>
                      <a:pt x="26" y="8"/>
                    </a:lnTo>
                    <a:lnTo>
                      <a:pt x="24" y="14"/>
                    </a:lnTo>
                    <a:lnTo>
                      <a:pt x="20" y="20"/>
                    </a:lnTo>
                    <a:lnTo>
                      <a:pt x="20" y="24"/>
                    </a:lnTo>
                    <a:lnTo>
                      <a:pt x="20" y="28"/>
                    </a:lnTo>
                    <a:lnTo>
                      <a:pt x="26" y="66"/>
                    </a:lnTo>
                    <a:lnTo>
                      <a:pt x="30" y="104"/>
                    </a:lnTo>
                    <a:lnTo>
                      <a:pt x="28" y="114"/>
                    </a:lnTo>
                    <a:lnTo>
                      <a:pt x="22" y="126"/>
                    </a:lnTo>
                    <a:lnTo>
                      <a:pt x="18" y="132"/>
                    </a:lnTo>
                    <a:lnTo>
                      <a:pt x="14" y="134"/>
                    </a:lnTo>
                    <a:lnTo>
                      <a:pt x="8" y="136"/>
                    </a:lnTo>
                    <a:lnTo>
                      <a:pt x="4" y="13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gr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981800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8" name="Group 14"/>
          <p:cNvGrpSpPr>
            <a:grpSpLocks/>
          </p:cNvGrpSpPr>
          <p:nvPr/>
        </p:nvGrpSpPr>
        <p:grpSpPr bwMode="auto">
          <a:xfrm>
            <a:off x="2072641" y="886088"/>
            <a:ext cx="7961984" cy="5354687"/>
            <a:chOff x="0" y="2631"/>
            <a:chExt cx="15222" cy="10237"/>
          </a:xfrm>
        </p:grpSpPr>
        <p:sp>
          <p:nvSpPr>
            <p:cNvPr id="1039" name="Freeform 15"/>
            <p:cNvSpPr>
              <a:spLocks/>
            </p:cNvSpPr>
            <p:nvPr/>
          </p:nvSpPr>
          <p:spPr bwMode="auto">
            <a:xfrm>
              <a:off x="0" y="2631"/>
              <a:ext cx="15222" cy="10237"/>
            </a:xfrm>
            <a:custGeom>
              <a:avLst/>
              <a:gdLst/>
              <a:ahLst/>
              <a:cxnLst>
                <a:cxn ang="0">
                  <a:pos x="10" y="10236"/>
                </a:cxn>
                <a:cxn ang="0">
                  <a:pos x="3112" y="10236"/>
                </a:cxn>
                <a:cxn ang="0">
                  <a:pos x="13348" y="0"/>
                </a:cxn>
                <a:cxn ang="0">
                  <a:pos x="15232" y="0"/>
                </a:cxn>
              </a:cxnLst>
              <a:rect l="0" t="0" r="r" b="b"/>
              <a:pathLst>
                <a:path w="15222" h="10237">
                  <a:moveTo>
                    <a:pt x="10" y="10236"/>
                  </a:moveTo>
                  <a:lnTo>
                    <a:pt x="3112" y="10236"/>
                  </a:lnTo>
                  <a:lnTo>
                    <a:pt x="13348" y="0"/>
                  </a:lnTo>
                  <a:lnTo>
                    <a:pt x="15232" y="0"/>
                  </a:lnTo>
                </a:path>
              </a:pathLst>
            </a:custGeom>
            <a:noFill/>
            <a:ln w="88900">
              <a:solidFill>
                <a:srgbClr val="00ACC1"/>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40" name="Group 16"/>
          <p:cNvGrpSpPr>
            <a:grpSpLocks/>
          </p:cNvGrpSpPr>
          <p:nvPr/>
        </p:nvGrpSpPr>
        <p:grpSpPr bwMode="auto">
          <a:xfrm>
            <a:off x="9742235" y="586367"/>
            <a:ext cx="371894" cy="598918"/>
            <a:chOff x="14663" y="2058"/>
            <a:chExt cx="711" cy="1145"/>
          </a:xfrm>
        </p:grpSpPr>
        <p:sp>
          <p:nvSpPr>
            <p:cNvPr id="1041" name="Freeform 17"/>
            <p:cNvSpPr>
              <a:spLocks/>
            </p:cNvSpPr>
            <p:nvPr/>
          </p:nvSpPr>
          <p:spPr bwMode="auto">
            <a:xfrm>
              <a:off x="14663" y="2058"/>
              <a:ext cx="711" cy="1145"/>
            </a:xfrm>
            <a:custGeom>
              <a:avLst/>
              <a:gdLst/>
              <a:ahLst/>
              <a:cxnLst>
                <a:cxn ang="0">
                  <a:pos x="95" y="0"/>
                </a:cxn>
                <a:cxn ang="0">
                  <a:pos x="0" y="103"/>
                </a:cxn>
                <a:cxn ang="0">
                  <a:pos x="505" y="573"/>
                </a:cxn>
                <a:cxn ang="0">
                  <a:pos x="0" y="1043"/>
                </a:cxn>
                <a:cxn ang="0">
                  <a:pos x="95" y="1145"/>
                </a:cxn>
                <a:cxn ang="0">
                  <a:pos x="711" y="573"/>
                </a:cxn>
                <a:cxn ang="0">
                  <a:pos x="95" y="0"/>
                </a:cxn>
              </a:cxnLst>
              <a:rect l="0" t="0" r="r" b="b"/>
              <a:pathLst>
                <a:path w="711" h="1145">
                  <a:moveTo>
                    <a:pt x="95" y="0"/>
                  </a:moveTo>
                  <a:lnTo>
                    <a:pt x="0" y="103"/>
                  </a:lnTo>
                  <a:lnTo>
                    <a:pt x="505" y="573"/>
                  </a:lnTo>
                  <a:lnTo>
                    <a:pt x="0" y="1043"/>
                  </a:lnTo>
                  <a:lnTo>
                    <a:pt x="95" y="1145"/>
                  </a:lnTo>
                  <a:lnTo>
                    <a:pt x="711" y="573"/>
                  </a:lnTo>
                  <a:lnTo>
                    <a:pt x="95" y="0"/>
                  </a:lnTo>
                </a:path>
              </a:pathLst>
            </a:custGeom>
            <a:solidFill>
              <a:srgbClr val="00ACC1"/>
            </a:solidFill>
            <a:ln w="9525">
              <a:no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88" name="Group 64"/>
          <p:cNvGrpSpPr>
            <a:grpSpLocks/>
          </p:cNvGrpSpPr>
          <p:nvPr/>
        </p:nvGrpSpPr>
        <p:grpSpPr bwMode="auto">
          <a:xfrm>
            <a:off x="4703518" y="3133962"/>
            <a:ext cx="1046" cy="304428"/>
            <a:chOff x="2688" y="9398"/>
            <a:chExt cx="2" cy="582"/>
          </a:xfrm>
        </p:grpSpPr>
        <p:sp>
          <p:nvSpPr>
            <p:cNvPr id="1089" name="Freeform 65"/>
            <p:cNvSpPr>
              <a:spLocks/>
            </p:cNvSpPr>
            <p:nvPr/>
          </p:nvSpPr>
          <p:spPr bwMode="auto">
            <a:xfrm>
              <a:off x="2688" y="9398"/>
              <a:ext cx="2" cy="582"/>
            </a:xfrm>
            <a:custGeom>
              <a:avLst/>
              <a:gdLst/>
              <a:ahLst/>
              <a:cxnLst>
                <a:cxn ang="0">
                  <a:pos x="0" y="0"/>
                </a:cxn>
                <a:cxn ang="0">
                  <a:pos x="0" y="582"/>
                </a:cxn>
              </a:cxnLst>
              <a:rect l="0" t="0" r="r" b="b"/>
              <a:pathLst>
                <a:path h="582">
                  <a:moveTo>
                    <a:pt x="0" y="0"/>
                  </a:moveTo>
                  <a:lnTo>
                    <a:pt x="0" y="582"/>
                  </a:lnTo>
                </a:path>
              </a:pathLst>
            </a:custGeom>
            <a:noFill/>
            <a:ln w="54610">
              <a:solidFill>
                <a:srgbClr val="8AB72C"/>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14" name="Group 90"/>
          <p:cNvGrpSpPr>
            <a:grpSpLocks/>
          </p:cNvGrpSpPr>
          <p:nvPr/>
        </p:nvGrpSpPr>
        <p:grpSpPr bwMode="auto">
          <a:xfrm>
            <a:off x="7195155" y="2607517"/>
            <a:ext cx="808124" cy="804485"/>
            <a:chOff x="11581" y="4384"/>
            <a:chExt cx="1545" cy="1538"/>
          </a:xfrm>
        </p:grpSpPr>
        <p:sp>
          <p:nvSpPr>
            <p:cNvPr id="1115" name="Freeform 91"/>
            <p:cNvSpPr>
              <a:spLocks/>
            </p:cNvSpPr>
            <p:nvPr/>
          </p:nvSpPr>
          <p:spPr bwMode="auto">
            <a:xfrm>
              <a:off x="11581" y="4384"/>
              <a:ext cx="1545" cy="1538"/>
            </a:xfrm>
            <a:custGeom>
              <a:avLst/>
              <a:gdLst/>
              <a:ahLst/>
              <a:cxnLst>
                <a:cxn ang="0">
                  <a:pos x="0" y="0"/>
                </a:cxn>
                <a:cxn ang="0">
                  <a:pos x="1546" y="1538"/>
                </a:cxn>
              </a:cxnLst>
              <a:rect l="0" t="0" r="r" b="b"/>
              <a:pathLst>
                <a:path w="1545" h="1538">
                  <a:moveTo>
                    <a:pt x="0" y="0"/>
                  </a:moveTo>
                  <a:lnTo>
                    <a:pt x="1546" y="1538"/>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16" name="Group 92"/>
          <p:cNvGrpSpPr>
            <a:grpSpLocks/>
          </p:cNvGrpSpPr>
          <p:nvPr/>
        </p:nvGrpSpPr>
        <p:grpSpPr bwMode="auto">
          <a:xfrm>
            <a:off x="8003279" y="3523417"/>
            <a:ext cx="1046" cy="376612"/>
            <a:chOff x="13301" y="6124"/>
            <a:chExt cx="2" cy="720"/>
          </a:xfrm>
        </p:grpSpPr>
        <p:sp>
          <p:nvSpPr>
            <p:cNvPr id="1117" name="Freeform 93"/>
            <p:cNvSpPr>
              <a:spLocks/>
            </p:cNvSpPr>
            <p:nvPr/>
          </p:nvSpPr>
          <p:spPr bwMode="auto">
            <a:xfrm>
              <a:off x="13301" y="6124"/>
              <a:ext cx="2" cy="720"/>
            </a:xfrm>
            <a:custGeom>
              <a:avLst/>
              <a:gdLst/>
              <a:ahLst/>
              <a:cxnLst>
                <a:cxn ang="0">
                  <a:pos x="0" y="0"/>
                </a:cxn>
                <a:cxn ang="0">
                  <a:pos x="0" y="720"/>
                </a:cxn>
              </a:cxnLst>
              <a:rect l="0" t="0" r="r" b="b"/>
              <a:pathLst>
                <a:path h="720">
                  <a:moveTo>
                    <a:pt x="0" y="0"/>
                  </a:moveTo>
                  <a:lnTo>
                    <a:pt x="0" y="720"/>
                  </a:lnTo>
                </a:path>
              </a:pathLst>
            </a:custGeom>
            <a:noFill/>
            <a:ln w="52070">
              <a:solidFill>
                <a:srgbClr val="00BEA4"/>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22" name="Group 98"/>
          <p:cNvGrpSpPr>
            <a:grpSpLocks/>
          </p:cNvGrpSpPr>
          <p:nvPr/>
        </p:nvGrpSpPr>
        <p:grpSpPr bwMode="auto">
          <a:xfrm>
            <a:off x="6876090" y="2286874"/>
            <a:ext cx="638130" cy="638148"/>
            <a:chOff x="10971" y="3771"/>
            <a:chExt cx="1220" cy="1220"/>
          </a:xfrm>
        </p:grpSpPr>
        <p:sp>
          <p:nvSpPr>
            <p:cNvPr id="1123" name="Freeform 99"/>
            <p:cNvSpPr>
              <a:spLocks/>
            </p:cNvSpPr>
            <p:nvPr/>
          </p:nvSpPr>
          <p:spPr bwMode="auto">
            <a:xfrm>
              <a:off x="10971" y="3771"/>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00BEA4"/>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3200" b="1" dirty="0" smtClean="0">
                  <a:solidFill>
                    <a:prstClr val="white"/>
                  </a:solidFill>
                  <a:latin typeface="Sosa" pitchFamily="2" charset="0"/>
                </a:rPr>
                <a:t>2</a:t>
              </a:r>
              <a:endParaRPr lang="en-US" sz="3200" b="1" dirty="0">
                <a:solidFill>
                  <a:prstClr val="white"/>
                </a:solidFill>
                <a:latin typeface="Sosa" pitchFamily="2" charset="0"/>
              </a:endParaRPr>
            </a:p>
          </p:txBody>
        </p:sp>
      </p:grpSp>
      <p:grpSp>
        <p:nvGrpSpPr>
          <p:cNvPr id="1220" name="Group 196"/>
          <p:cNvGrpSpPr>
            <a:grpSpLocks/>
          </p:cNvGrpSpPr>
          <p:nvPr/>
        </p:nvGrpSpPr>
        <p:grpSpPr bwMode="auto">
          <a:xfrm>
            <a:off x="4784593" y="3512667"/>
            <a:ext cx="788771" cy="788792"/>
            <a:chOff x="2843" y="10122"/>
            <a:chExt cx="1508" cy="1508"/>
          </a:xfrm>
        </p:grpSpPr>
        <p:sp>
          <p:nvSpPr>
            <p:cNvPr id="1221" name="Freeform 197"/>
            <p:cNvSpPr>
              <a:spLocks/>
            </p:cNvSpPr>
            <p:nvPr/>
          </p:nvSpPr>
          <p:spPr bwMode="auto">
            <a:xfrm>
              <a:off x="2843" y="10122"/>
              <a:ext cx="1508" cy="1508"/>
            </a:xfrm>
            <a:custGeom>
              <a:avLst/>
              <a:gdLst/>
              <a:ahLst/>
              <a:cxnLst>
                <a:cxn ang="0">
                  <a:pos x="1508" y="1508"/>
                </a:cxn>
                <a:cxn ang="0">
                  <a:pos x="0" y="0"/>
                </a:cxn>
              </a:cxnLst>
              <a:rect l="0" t="0" r="r" b="b"/>
              <a:pathLst>
                <a:path w="1508" h="1508">
                  <a:moveTo>
                    <a:pt x="1508" y="1508"/>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sp>
        <p:nvSpPr>
          <p:cNvPr id="1223" name="Freeform 199"/>
          <p:cNvSpPr>
            <a:spLocks/>
          </p:cNvSpPr>
          <p:nvPr/>
        </p:nvSpPr>
        <p:spPr bwMode="auto">
          <a:xfrm>
            <a:off x="5254298" y="3972446"/>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8AB72C"/>
          </a:solidFill>
          <a:ln w="28575">
            <a:solidFill>
              <a:schemeClr val="bg1"/>
            </a:solidFill>
            <a:round/>
            <a:headEnd/>
            <a:tailEnd/>
          </a:ln>
        </p:spPr>
        <p:txBody>
          <a:bodyPr vert="horz" wrap="square" lIns="109728" tIns="54864" rIns="109728" bIns="54864" numCol="1" anchor="ctr" anchorCtr="0" compatLnSpc="1">
            <a:prstTxWarp prst="textNoShape">
              <a:avLst/>
            </a:prstTxWarp>
          </a:bodyPr>
          <a:lstStyle/>
          <a:p>
            <a:pPr algn="ctr" fontAlgn="auto">
              <a:spcBef>
                <a:spcPts val="0"/>
              </a:spcBef>
              <a:spcAft>
                <a:spcPts val="0"/>
              </a:spcAft>
            </a:pPr>
            <a:r>
              <a:rPr lang="en-US" sz="3200" b="1" dirty="0" smtClean="0">
                <a:solidFill>
                  <a:prstClr val="white"/>
                </a:solidFill>
                <a:latin typeface="Sosa" pitchFamily="2" charset="0"/>
              </a:rPr>
              <a:t>1</a:t>
            </a:r>
            <a:endParaRPr lang="en-US" sz="3200" b="1" dirty="0">
              <a:solidFill>
                <a:prstClr val="white"/>
              </a:solidFill>
              <a:latin typeface="Sosa" pitchFamily="2" charset="0"/>
            </a:endParaRPr>
          </a:p>
        </p:txBody>
      </p:sp>
      <p:sp>
        <p:nvSpPr>
          <p:cNvPr id="50" name="TextBox 49"/>
          <p:cNvSpPr txBox="1"/>
          <p:nvPr/>
        </p:nvSpPr>
        <p:spPr>
          <a:xfrm>
            <a:off x="829340" y="2774959"/>
            <a:ext cx="3818517" cy="1569660"/>
          </a:xfrm>
          <a:prstGeom prst="rect">
            <a:avLst/>
          </a:prstGeom>
          <a:noFill/>
        </p:spPr>
        <p:txBody>
          <a:bodyPr wrap="square" rtlCol="0">
            <a:spAutoFit/>
          </a:bodyPr>
          <a:lstStyle/>
          <a:p>
            <a:pPr algn="ctr" rtl="1" fontAlgn="auto">
              <a:spcBef>
                <a:spcPts val="0"/>
              </a:spcBef>
              <a:spcAft>
                <a:spcPts val="0"/>
              </a:spcAft>
            </a:pPr>
            <a:r>
              <a:rPr lang="ar-SA" sz="2400" b="1" dirty="0"/>
              <a:t>ألعاب الدمى: مثل أدوات الصيد، والسيارات والقطارات، والعرايس، وأشكال الحيوانات، والآلات، وأدوات الزينة</a:t>
            </a:r>
            <a:endParaRPr lang="en-US" sz="2400" b="1" dirty="0">
              <a:solidFill>
                <a:prstClr val="black"/>
              </a:solidFill>
              <a:latin typeface="Open Sans" pitchFamily="34" charset="0"/>
              <a:ea typeface="Open Sans" pitchFamily="34" charset="0"/>
              <a:cs typeface="Open Sans" pitchFamily="34" charset="0"/>
            </a:endParaRPr>
          </a:p>
        </p:txBody>
      </p:sp>
      <p:sp>
        <p:nvSpPr>
          <p:cNvPr id="54" name="TextBox 53"/>
          <p:cNvSpPr txBox="1"/>
          <p:nvPr/>
        </p:nvSpPr>
        <p:spPr>
          <a:xfrm>
            <a:off x="7984826" y="3454763"/>
            <a:ext cx="3838579" cy="1569660"/>
          </a:xfrm>
          <a:prstGeom prst="rect">
            <a:avLst/>
          </a:prstGeom>
          <a:noFill/>
        </p:spPr>
        <p:txBody>
          <a:bodyPr wrap="square" rtlCol="0">
            <a:spAutoFit/>
          </a:bodyPr>
          <a:lstStyle/>
          <a:p>
            <a:pPr algn="ctr" rtl="1" fontAlgn="auto">
              <a:spcBef>
                <a:spcPts val="0"/>
              </a:spcBef>
              <a:spcAft>
                <a:spcPts val="0"/>
              </a:spcAft>
            </a:pPr>
            <a:r>
              <a:rPr lang="ar-SA" sz="2400" b="1" dirty="0" smtClean="0"/>
              <a:t>الألعاب </a:t>
            </a:r>
            <a:r>
              <a:rPr lang="ar-SA" sz="2400" b="1" dirty="0"/>
              <a:t>الحركية: مثل ألعاب الرمي والقذف، والتركيب، والسباق، والقفز، والمصارعة، والتوازن والتأرجح، وألعاب الكرة</a:t>
            </a:r>
            <a:endParaRPr lang="en-US" sz="2400" b="1" dirty="0">
              <a:solidFill>
                <a:prstClr val="black"/>
              </a:solidFill>
              <a:latin typeface="Open Sans" pitchFamily="34" charset="0"/>
              <a:ea typeface="Open Sans" pitchFamily="34" charset="0"/>
              <a:cs typeface="Open Sans" pitchFamily="34" charset="0"/>
            </a:endParaRPr>
          </a:p>
        </p:txBody>
      </p:sp>
      <p:sp>
        <p:nvSpPr>
          <p:cNvPr id="32" name="Title 3"/>
          <p:cNvSpPr txBox="1">
            <a:spLocks/>
          </p:cNvSpPr>
          <p:nvPr/>
        </p:nvSpPr>
        <p:spPr>
          <a:xfrm>
            <a:off x="1351653" y="212646"/>
            <a:ext cx="6849300" cy="828098"/>
          </a:xfrm>
          <a:prstGeom prst="rect">
            <a:avLst/>
          </a:prstGeom>
        </p:spPr>
        <p:txBody>
          <a:bodyPr vert="horz" lIns="91440" tIns="45720" rIns="91440" bIns="45720" rtlCol="0" anchor="ctr">
            <a:normAutofit/>
          </a:bodyPr>
          <a:lstStyle>
            <a:lvl1pPr algn="ctr" defTabSz="1219170" rtl="0" eaLnBrk="1" latinLnBrk="0" hangingPunct="1">
              <a:spcBef>
                <a:spcPct val="0"/>
              </a:spcBef>
              <a:buNone/>
              <a:defRPr sz="5867" b="1" kern="1200">
                <a:solidFill>
                  <a:schemeClr val="tx1">
                    <a:lumMod val="75000"/>
                    <a:lumOff val="25000"/>
                  </a:schemeClr>
                </a:solidFill>
                <a:latin typeface="+mj-lt"/>
                <a:ea typeface="+mj-ea"/>
                <a:cs typeface="+mj-cs"/>
              </a:defRPr>
            </a:lvl1pPr>
          </a:lstStyle>
          <a:p>
            <a:pPr rtl="1"/>
            <a:r>
              <a:rPr lang="ar-SA" sz="4400" u="sng" dirty="0"/>
              <a:t>ز- أنواع الألعاب التعليمية </a:t>
            </a:r>
            <a:endParaRPr lang="en-US" sz="4400" u="sng" dirty="0"/>
          </a:p>
        </p:txBody>
      </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7701469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50"/>
                                  </p:stCondLst>
                                  <p:childTnLst>
                                    <p:set>
                                      <p:cBhvr>
                                        <p:cTn id="6" dur="1" fill="hold">
                                          <p:stCondLst>
                                            <p:cond delay="0"/>
                                          </p:stCondLst>
                                        </p:cTn>
                                        <p:tgtEl>
                                          <p:spTgt spid="1223"/>
                                        </p:tgtEl>
                                        <p:attrNameLst>
                                          <p:attrName>style.visibility</p:attrName>
                                        </p:attrNameLst>
                                      </p:cBhvr>
                                      <p:to>
                                        <p:strVal val="visible"/>
                                      </p:to>
                                    </p:set>
                                  </p:childTnLst>
                                </p:cTn>
                              </p:par>
                            </p:childTnLst>
                          </p:cTn>
                        </p:par>
                        <p:par>
                          <p:cTn id="7" fill="hold">
                            <p:stCondLst>
                              <p:cond delay="250"/>
                            </p:stCondLst>
                            <p:childTnLst>
                              <p:par>
                                <p:cTn id="8" presetID="1" presetClass="entr" presetSubtype="0" fill="hold" nodeType="afterEffect">
                                  <p:stCondLst>
                                    <p:cond delay="250"/>
                                  </p:stCondLst>
                                  <p:childTnLst>
                                    <p:set>
                                      <p:cBhvr>
                                        <p:cTn id="9" dur="1" fill="hold">
                                          <p:stCondLst>
                                            <p:cond delay="0"/>
                                          </p:stCondLst>
                                        </p:cTn>
                                        <p:tgtEl>
                                          <p:spTgt spid="1220"/>
                                        </p:tgtEl>
                                        <p:attrNameLst>
                                          <p:attrName>style.visibility</p:attrName>
                                        </p:attrNameLst>
                                      </p:cBhvr>
                                      <p:to>
                                        <p:strVal val="visible"/>
                                      </p:to>
                                    </p:set>
                                  </p:childTnLst>
                                </p:cTn>
                              </p:par>
                            </p:childTnLst>
                          </p:cTn>
                        </p:par>
                        <p:par>
                          <p:cTn id="10" fill="hold">
                            <p:stCondLst>
                              <p:cond delay="500"/>
                            </p:stCondLst>
                            <p:childTnLst>
                              <p:par>
                                <p:cTn id="11" presetID="1" presetClass="entr" presetSubtype="0" fill="hold" nodeType="afterEffect">
                                  <p:stCondLst>
                                    <p:cond delay="250"/>
                                  </p:stCondLst>
                                  <p:childTnLst>
                                    <p:set>
                                      <p:cBhvr>
                                        <p:cTn id="12" dur="1" fill="hold">
                                          <p:stCondLst>
                                            <p:cond delay="0"/>
                                          </p:stCondLst>
                                        </p:cTn>
                                        <p:tgtEl>
                                          <p:spTgt spid="1088"/>
                                        </p:tgtEl>
                                        <p:attrNameLst>
                                          <p:attrName>style.visibility</p:attrName>
                                        </p:attrNameLst>
                                      </p:cBhvr>
                                      <p:to>
                                        <p:strVal val="visible"/>
                                      </p:to>
                                    </p:set>
                                  </p:childTnLst>
                                </p:cTn>
                              </p:par>
                            </p:childTnLst>
                          </p:cTn>
                        </p:par>
                        <p:par>
                          <p:cTn id="13" fill="hold">
                            <p:stCondLst>
                              <p:cond delay="750"/>
                            </p:stCondLst>
                            <p:childTnLst>
                              <p:par>
                                <p:cTn id="14" presetID="1" presetClass="entr" presetSubtype="0" fill="hold" grpId="0" nodeType="afterEffect">
                                  <p:stCondLst>
                                    <p:cond delay="250"/>
                                  </p:stCondLst>
                                  <p:childTnLst>
                                    <p:set>
                                      <p:cBhvr>
                                        <p:cTn id="15" dur="1" fill="hold">
                                          <p:stCondLst>
                                            <p:cond delay="0"/>
                                          </p:stCondLst>
                                        </p:cTn>
                                        <p:tgtEl>
                                          <p:spTgt spid="50"/>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nodeType="afterEffect">
                                  <p:stCondLst>
                                    <p:cond delay="250"/>
                                  </p:stCondLst>
                                  <p:childTnLst>
                                    <p:set>
                                      <p:cBhvr>
                                        <p:cTn id="18" dur="1" fill="hold">
                                          <p:stCondLst>
                                            <p:cond delay="0"/>
                                          </p:stCondLst>
                                        </p:cTn>
                                        <p:tgtEl>
                                          <p:spTgt spid="1122"/>
                                        </p:tgtEl>
                                        <p:attrNameLst>
                                          <p:attrName>style.visibility</p:attrName>
                                        </p:attrNameLst>
                                      </p:cBhvr>
                                      <p:to>
                                        <p:strVal val="visible"/>
                                      </p:to>
                                    </p:set>
                                  </p:childTnLst>
                                </p:cTn>
                              </p:par>
                            </p:childTnLst>
                          </p:cTn>
                        </p:par>
                        <p:par>
                          <p:cTn id="19" fill="hold">
                            <p:stCondLst>
                              <p:cond delay="1250"/>
                            </p:stCondLst>
                            <p:childTnLst>
                              <p:par>
                                <p:cTn id="20" presetID="1" presetClass="entr" presetSubtype="0" fill="hold" nodeType="afterEffect">
                                  <p:stCondLst>
                                    <p:cond delay="250"/>
                                  </p:stCondLst>
                                  <p:childTnLst>
                                    <p:set>
                                      <p:cBhvr>
                                        <p:cTn id="21" dur="1" fill="hold">
                                          <p:stCondLst>
                                            <p:cond delay="0"/>
                                          </p:stCondLst>
                                        </p:cTn>
                                        <p:tgtEl>
                                          <p:spTgt spid="1114"/>
                                        </p:tgtEl>
                                        <p:attrNameLst>
                                          <p:attrName>style.visibility</p:attrName>
                                        </p:attrNameLst>
                                      </p:cBhvr>
                                      <p:to>
                                        <p:strVal val="visible"/>
                                      </p:to>
                                    </p:set>
                                  </p:childTnLst>
                                </p:cTn>
                              </p:par>
                            </p:childTnLst>
                          </p:cTn>
                        </p:par>
                        <p:par>
                          <p:cTn id="22" fill="hold">
                            <p:stCondLst>
                              <p:cond delay="1500"/>
                            </p:stCondLst>
                            <p:childTnLst>
                              <p:par>
                                <p:cTn id="23" presetID="1" presetClass="entr" presetSubtype="0" fill="hold" nodeType="afterEffect">
                                  <p:stCondLst>
                                    <p:cond delay="250"/>
                                  </p:stCondLst>
                                  <p:childTnLst>
                                    <p:set>
                                      <p:cBhvr>
                                        <p:cTn id="24" dur="1" fill="hold">
                                          <p:stCondLst>
                                            <p:cond delay="0"/>
                                          </p:stCondLst>
                                        </p:cTn>
                                        <p:tgtEl>
                                          <p:spTgt spid="1116"/>
                                        </p:tgtEl>
                                        <p:attrNameLst>
                                          <p:attrName>style.visibility</p:attrName>
                                        </p:attrNameLst>
                                      </p:cBhvr>
                                      <p:to>
                                        <p:strVal val="visible"/>
                                      </p:to>
                                    </p:set>
                                  </p:childTnLst>
                                </p:cTn>
                              </p:par>
                            </p:childTnLst>
                          </p:cTn>
                        </p:par>
                        <p:par>
                          <p:cTn id="25" fill="hold">
                            <p:stCondLst>
                              <p:cond delay="1750"/>
                            </p:stCondLst>
                            <p:childTnLst>
                              <p:par>
                                <p:cTn id="26" presetID="1" presetClass="entr" presetSubtype="0" fill="hold" grpId="0" nodeType="afterEffect">
                                  <p:stCondLst>
                                    <p:cond delay="250"/>
                                  </p:stCondLst>
                                  <p:childTnLst>
                                    <p:set>
                                      <p:cBhvr>
                                        <p:cTn id="27" dur="1" fill="hold">
                                          <p:stCondLst>
                                            <p:cond delay="0"/>
                                          </p:stCondLst>
                                        </p:cTn>
                                        <p:tgtEl>
                                          <p:spTgt spid="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3" grpId="0" animBg="1"/>
      <p:bldP spid="50" grpId="0"/>
      <p:bldP spid="54"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8" name="Group 14"/>
          <p:cNvGrpSpPr>
            <a:grpSpLocks/>
          </p:cNvGrpSpPr>
          <p:nvPr/>
        </p:nvGrpSpPr>
        <p:grpSpPr bwMode="auto">
          <a:xfrm>
            <a:off x="2371178" y="886088"/>
            <a:ext cx="7961984" cy="5354687"/>
            <a:chOff x="0" y="2631"/>
            <a:chExt cx="15222" cy="10237"/>
          </a:xfrm>
        </p:grpSpPr>
        <p:sp>
          <p:nvSpPr>
            <p:cNvPr id="1039" name="Freeform 15"/>
            <p:cNvSpPr>
              <a:spLocks/>
            </p:cNvSpPr>
            <p:nvPr/>
          </p:nvSpPr>
          <p:spPr bwMode="auto">
            <a:xfrm>
              <a:off x="0" y="2631"/>
              <a:ext cx="15222" cy="10237"/>
            </a:xfrm>
            <a:custGeom>
              <a:avLst/>
              <a:gdLst/>
              <a:ahLst/>
              <a:cxnLst>
                <a:cxn ang="0">
                  <a:pos x="10" y="10236"/>
                </a:cxn>
                <a:cxn ang="0">
                  <a:pos x="3112" y="10236"/>
                </a:cxn>
                <a:cxn ang="0">
                  <a:pos x="13348" y="0"/>
                </a:cxn>
                <a:cxn ang="0">
                  <a:pos x="15232" y="0"/>
                </a:cxn>
              </a:cxnLst>
              <a:rect l="0" t="0" r="r" b="b"/>
              <a:pathLst>
                <a:path w="15222" h="10237">
                  <a:moveTo>
                    <a:pt x="10" y="10236"/>
                  </a:moveTo>
                  <a:lnTo>
                    <a:pt x="3112" y="10236"/>
                  </a:lnTo>
                  <a:lnTo>
                    <a:pt x="13348" y="0"/>
                  </a:lnTo>
                  <a:lnTo>
                    <a:pt x="15232" y="0"/>
                  </a:lnTo>
                </a:path>
              </a:pathLst>
            </a:custGeom>
            <a:noFill/>
            <a:ln w="88900">
              <a:solidFill>
                <a:srgbClr val="00ACC1"/>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40" name="Group 16"/>
          <p:cNvGrpSpPr>
            <a:grpSpLocks/>
          </p:cNvGrpSpPr>
          <p:nvPr/>
        </p:nvGrpSpPr>
        <p:grpSpPr bwMode="auto">
          <a:xfrm>
            <a:off x="10040772" y="586367"/>
            <a:ext cx="371894" cy="598918"/>
            <a:chOff x="14663" y="2058"/>
            <a:chExt cx="711" cy="1145"/>
          </a:xfrm>
        </p:grpSpPr>
        <p:sp>
          <p:nvSpPr>
            <p:cNvPr id="1041" name="Freeform 17"/>
            <p:cNvSpPr>
              <a:spLocks/>
            </p:cNvSpPr>
            <p:nvPr/>
          </p:nvSpPr>
          <p:spPr bwMode="auto">
            <a:xfrm>
              <a:off x="14663" y="2058"/>
              <a:ext cx="711" cy="1145"/>
            </a:xfrm>
            <a:custGeom>
              <a:avLst/>
              <a:gdLst/>
              <a:ahLst/>
              <a:cxnLst>
                <a:cxn ang="0">
                  <a:pos x="95" y="0"/>
                </a:cxn>
                <a:cxn ang="0">
                  <a:pos x="0" y="103"/>
                </a:cxn>
                <a:cxn ang="0">
                  <a:pos x="505" y="573"/>
                </a:cxn>
                <a:cxn ang="0">
                  <a:pos x="0" y="1043"/>
                </a:cxn>
                <a:cxn ang="0">
                  <a:pos x="95" y="1145"/>
                </a:cxn>
                <a:cxn ang="0">
                  <a:pos x="711" y="573"/>
                </a:cxn>
                <a:cxn ang="0">
                  <a:pos x="95" y="0"/>
                </a:cxn>
              </a:cxnLst>
              <a:rect l="0" t="0" r="r" b="b"/>
              <a:pathLst>
                <a:path w="711" h="1145">
                  <a:moveTo>
                    <a:pt x="95" y="0"/>
                  </a:moveTo>
                  <a:lnTo>
                    <a:pt x="0" y="103"/>
                  </a:lnTo>
                  <a:lnTo>
                    <a:pt x="505" y="573"/>
                  </a:lnTo>
                  <a:lnTo>
                    <a:pt x="0" y="1043"/>
                  </a:lnTo>
                  <a:lnTo>
                    <a:pt x="95" y="1145"/>
                  </a:lnTo>
                  <a:lnTo>
                    <a:pt x="711" y="573"/>
                  </a:lnTo>
                  <a:lnTo>
                    <a:pt x="95" y="0"/>
                  </a:lnTo>
                </a:path>
              </a:pathLst>
            </a:custGeom>
            <a:solidFill>
              <a:srgbClr val="00ACC1"/>
            </a:solidFill>
            <a:ln w="9525">
              <a:no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84" name="Group 60"/>
          <p:cNvGrpSpPr>
            <a:grpSpLocks/>
          </p:cNvGrpSpPr>
          <p:nvPr/>
        </p:nvGrpSpPr>
        <p:grpSpPr bwMode="auto">
          <a:xfrm>
            <a:off x="6350596" y="1636042"/>
            <a:ext cx="1046" cy="484888"/>
            <a:chOff x="8478" y="3133"/>
            <a:chExt cx="2" cy="927"/>
          </a:xfrm>
        </p:grpSpPr>
        <p:sp>
          <p:nvSpPr>
            <p:cNvPr id="1085" name="Freeform 61"/>
            <p:cNvSpPr>
              <a:spLocks/>
            </p:cNvSpPr>
            <p:nvPr/>
          </p:nvSpPr>
          <p:spPr bwMode="auto">
            <a:xfrm>
              <a:off x="8478" y="3133"/>
              <a:ext cx="2" cy="927"/>
            </a:xfrm>
            <a:custGeom>
              <a:avLst/>
              <a:gdLst/>
              <a:ahLst/>
              <a:cxnLst>
                <a:cxn ang="0">
                  <a:pos x="0" y="0"/>
                </a:cxn>
                <a:cxn ang="0">
                  <a:pos x="0" y="927"/>
                </a:cxn>
              </a:cxnLst>
              <a:rect l="0" t="0" r="r" b="b"/>
              <a:pathLst>
                <a:path h="927">
                  <a:moveTo>
                    <a:pt x="0" y="0"/>
                  </a:moveTo>
                  <a:lnTo>
                    <a:pt x="0" y="927"/>
                  </a:lnTo>
                </a:path>
              </a:pathLst>
            </a:custGeom>
            <a:noFill/>
            <a:ln w="54610">
              <a:solidFill>
                <a:srgbClr val="E64918"/>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90" name="Group 66"/>
          <p:cNvGrpSpPr>
            <a:grpSpLocks/>
          </p:cNvGrpSpPr>
          <p:nvPr/>
        </p:nvGrpSpPr>
        <p:grpSpPr bwMode="auto">
          <a:xfrm>
            <a:off x="6433762" y="2258497"/>
            <a:ext cx="783540" cy="783562"/>
            <a:chOff x="8637" y="4323"/>
            <a:chExt cx="1498" cy="1498"/>
          </a:xfrm>
        </p:grpSpPr>
        <p:sp>
          <p:nvSpPr>
            <p:cNvPr id="1091" name="Freeform 67"/>
            <p:cNvSpPr>
              <a:spLocks/>
            </p:cNvSpPr>
            <p:nvPr/>
          </p:nvSpPr>
          <p:spPr bwMode="auto">
            <a:xfrm>
              <a:off x="8637" y="4323"/>
              <a:ext cx="1498" cy="1498"/>
            </a:xfrm>
            <a:custGeom>
              <a:avLst/>
              <a:gdLst/>
              <a:ahLst/>
              <a:cxnLst>
                <a:cxn ang="0">
                  <a:pos x="1498" y="1499"/>
                </a:cxn>
                <a:cxn ang="0">
                  <a:pos x="0" y="0"/>
                </a:cxn>
              </a:cxnLst>
              <a:rect l="0" t="0" r="r" b="b"/>
              <a:pathLst>
                <a:path w="1498" h="1498">
                  <a:moveTo>
                    <a:pt x="1498" y="1499"/>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92" name="Group 68"/>
          <p:cNvGrpSpPr>
            <a:grpSpLocks/>
          </p:cNvGrpSpPr>
          <p:nvPr/>
        </p:nvGrpSpPr>
        <p:grpSpPr bwMode="auto">
          <a:xfrm>
            <a:off x="6898238" y="2726124"/>
            <a:ext cx="638130" cy="638148"/>
            <a:chOff x="9525" y="5217"/>
            <a:chExt cx="1220" cy="1220"/>
          </a:xfrm>
        </p:grpSpPr>
        <p:sp>
          <p:nvSpPr>
            <p:cNvPr id="1093" name="Freeform 69"/>
            <p:cNvSpPr>
              <a:spLocks/>
            </p:cNvSpPr>
            <p:nvPr/>
          </p:nvSpPr>
          <p:spPr bwMode="auto">
            <a:xfrm>
              <a:off x="9525" y="5217"/>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64918"/>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3200" b="1" dirty="0" smtClean="0">
                  <a:solidFill>
                    <a:prstClr val="white"/>
                  </a:solidFill>
                  <a:latin typeface="Sosa" pitchFamily="2" charset="0"/>
                </a:rPr>
                <a:t>4</a:t>
              </a:r>
              <a:endParaRPr lang="en-US" sz="3200" b="1" dirty="0">
                <a:solidFill>
                  <a:prstClr val="white"/>
                </a:solidFill>
                <a:latin typeface="Sosa" pitchFamily="2" charset="0"/>
              </a:endParaRPr>
            </a:p>
          </p:txBody>
        </p:sp>
      </p:grpSp>
      <p:grpSp>
        <p:nvGrpSpPr>
          <p:cNvPr id="1114" name="Group 90"/>
          <p:cNvGrpSpPr>
            <a:grpSpLocks/>
          </p:cNvGrpSpPr>
          <p:nvPr/>
        </p:nvGrpSpPr>
        <p:grpSpPr bwMode="auto">
          <a:xfrm>
            <a:off x="8428709" y="1803032"/>
            <a:ext cx="808124" cy="804485"/>
            <a:chOff x="11581" y="4384"/>
            <a:chExt cx="1545" cy="1538"/>
          </a:xfrm>
        </p:grpSpPr>
        <p:sp>
          <p:nvSpPr>
            <p:cNvPr id="1115" name="Freeform 91"/>
            <p:cNvSpPr>
              <a:spLocks/>
            </p:cNvSpPr>
            <p:nvPr/>
          </p:nvSpPr>
          <p:spPr bwMode="auto">
            <a:xfrm>
              <a:off x="11581" y="4384"/>
              <a:ext cx="1545" cy="1538"/>
            </a:xfrm>
            <a:custGeom>
              <a:avLst/>
              <a:gdLst/>
              <a:ahLst/>
              <a:cxnLst>
                <a:cxn ang="0">
                  <a:pos x="0" y="0"/>
                </a:cxn>
                <a:cxn ang="0">
                  <a:pos x="1546" y="1538"/>
                </a:cxn>
              </a:cxnLst>
              <a:rect l="0" t="0" r="r" b="b"/>
              <a:pathLst>
                <a:path w="1545" h="1538">
                  <a:moveTo>
                    <a:pt x="0" y="0"/>
                  </a:moveTo>
                  <a:lnTo>
                    <a:pt x="1546" y="1538"/>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16" name="Group 92"/>
          <p:cNvGrpSpPr>
            <a:grpSpLocks/>
          </p:cNvGrpSpPr>
          <p:nvPr/>
        </p:nvGrpSpPr>
        <p:grpSpPr bwMode="auto">
          <a:xfrm>
            <a:off x="9328368" y="2713178"/>
            <a:ext cx="1046" cy="376612"/>
            <a:chOff x="13301" y="6124"/>
            <a:chExt cx="2" cy="720"/>
          </a:xfrm>
        </p:grpSpPr>
        <p:sp>
          <p:nvSpPr>
            <p:cNvPr id="1117" name="Freeform 93"/>
            <p:cNvSpPr>
              <a:spLocks/>
            </p:cNvSpPr>
            <p:nvPr/>
          </p:nvSpPr>
          <p:spPr bwMode="auto">
            <a:xfrm>
              <a:off x="13301" y="6124"/>
              <a:ext cx="2" cy="720"/>
            </a:xfrm>
            <a:custGeom>
              <a:avLst/>
              <a:gdLst/>
              <a:ahLst/>
              <a:cxnLst>
                <a:cxn ang="0">
                  <a:pos x="0" y="0"/>
                </a:cxn>
                <a:cxn ang="0">
                  <a:pos x="0" y="720"/>
                </a:cxn>
              </a:cxnLst>
              <a:rect l="0" t="0" r="r" b="b"/>
              <a:pathLst>
                <a:path h="720">
                  <a:moveTo>
                    <a:pt x="0" y="0"/>
                  </a:moveTo>
                  <a:lnTo>
                    <a:pt x="0" y="720"/>
                  </a:lnTo>
                </a:path>
              </a:pathLst>
            </a:custGeom>
            <a:noFill/>
            <a:ln w="52070">
              <a:solidFill>
                <a:srgbClr val="00BEA4"/>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20" name="Group 96"/>
          <p:cNvGrpSpPr>
            <a:grpSpLocks/>
          </p:cNvGrpSpPr>
          <p:nvPr/>
        </p:nvGrpSpPr>
        <p:grpSpPr bwMode="auto">
          <a:xfrm>
            <a:off x="6824395" y="5155572"/>
            <a:ext cx="1046" cy="336858"/>
            <a:chOff x="7452" y="11941"/>
            <a:chExt cx="2" cy="644"/>
          </a:xfrm>
        </p:grpSpPr>
        <p:sp>
          <p:nvSpPr>
            <p:cNvPr id="1121" name="Freeform 97"/>
            <p:cNvSpPr>
              <a:spLocks/>
            </p:cNvSpPr>
            <p:nvPr/>
          </p:nvSpPr>
          <p:spPr bwMode="auto">
            <a:xfrm>
              <a:off x="7452" y="11941"/>
              <a:ext cx="2" cy="644"/>
            </a:xfrm>
            <a:custGeom>
              <a:avLst/>
              <a:gdLst/>
              <a:ahLst/>
              <a:cxnLst>
                <a:cxn ang="0">
                  <a:pos x="0" y="0"/>
                </a:cxn>
                <a:cxn ang="0">
                  <a:pos x="0" y="644"/>
                </a:cxn>
              </a:cxnLst>
              <a:rect l="0" t="0" r="r" b="b"/>
              <a:pathLst>
                <a:path h="644">
                  <a:moveTo>
                    <a:pt x="0" y="0"/>
                  </a:moveTo>
                  <a:lnTo>
                    <a:pt x="0" y="644"/>
                  </a:lnTo>
                </a:path>
              </a:pathLst>
            </a:custGeom>
            <a:noFill/>
            <a:ln w="54623">
              <a:solidFill>
                <a:srgbClr val="EE525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22" name="Group 98"/>
          <p:cNvGrpSpPr>
            <a:grpSpLocks/>
          </p:cNvGrpSpPr>
          <p:nvPr/>
        </p:nvGrpSpPr>
        <p:grpSpPr bwMode="auto">
          <a:xfrm>
            <a:off x="8109644" y="1482389"/>
            <a:ext cx="638130" cy="638148"/>
            <a:chOff x="10971" y="3771"/>
            <a:chExt cx="1220" cy="1220"/>
          </a:xfrm>
        </p:grpSpPr>
        <p:sp>
          <p:nvSpPr>
            <p:cNvPr id="1123" name="Freeform 99"/>
            <p:cNvSpPr>
              <a:spLocks/>
            </p:cNvSpPr>
            <p:nvPr/>
          </p:nvSpPr>
          <p:spPr bwMode="auto">
            <a:xfrm>
              <a:off x="10971" y="3771"/>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00BEA4"/>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3200" b="1" dirty="0" smtClean="0">
                  <a:solidFill>
                    <a:prstClr val="white"/>
                  </a:solidFill>
                  <a:latin typeface="Sosa" pitchFamily="2" charset="0"/>
                </a:rPr>
                <a:t>5</a:t>
              </a:r>
              <a:endParaRPr lang="en-US" sz="2880" b="1" dirty="0">
                <a:solidFill>
                  <a:prstClr val="white"/>
                </a:solidFill>
                <a:latin typeface="Sosa" pitchFamily="2" charset="0"/>
              </a:endParaRPr>
            </a:p>
          </p:txBody>
        </p:sp>
      </p:grpSp>
      <p:grpSp>
        <p:nvGrpSpPr>
          <p:cNvPr id="1170" name="Group 146"/>
          <p:cNvGrpSpPr>
            <a:grpSpLocks/>
          </p:cNvGrpSpPr>
          <p:nvPr/>
        </p:nvGrpSpPr>
        <p:grpSpPr bwMode="auto">
          <a:xfrm>
            <a:off x="5958736" y="4240719"/>
            <a:ext cx="774126" cy="774146"/>
            <a:chOff x="5797" y="10192"/>
            <a:chExt cx="1480" cy="1480"/>
          </a:xfrm>
        </p:grpSpPr>
        <p:sp>
          <p:nvSpPr>
            <p:cNvPr id="1171" name="Freeform 147"/>
            <p:cNvSpPr>
              <a:spLocks/>
            </p:cNvSpPr>
            <p:nvPr/>
          </p:nvSpPr>
          <p:spPr bwMode="auto">
            <a:xfrm>
              <a:off x="5797" y="10192"/>
              <a:ext cx="1480" cy="1480"/>
            </a:xfrm>
            <a:custGeom>
              <a:avLst/>
              <a:gdLst/>
              <a:ahLst/>
              <a:cxnLst>
                <a:cxn ang="0">
                  <a:pos x="0" y="0"/>
                </a:cxn>
                <a:cxn ang="0">
                  <a:pos x="1480" y="1480"/>
                </a:cxn>
              </a:cxnLst>
              <a:rect l="0" t="0" r="r" b="b"/>
              <a:pathLst>
                <a:path w="1480" h="1480">
                  <a:moveTo>
                    <a:pt x="0" y="0"/>
                  </a:moveTo>
                  <a:lnTo>
                    <a:pt x="1480" y="148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sp>
        <p:nvSpPr>
          <p:cNvPr id="1173" name="Freeform 149"/>
          <p:cNvSpPr>
            <a:spLocks/>
          </p:cNvSpPr>
          <p:nvPr/>
        </p:nvSpPr>
        <p:spPr bwMode="auto">
          <a:xfrm>
            <a:off x="5639670" y="3907522"/>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E5250"/>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fontAlgn="auto">
              <a:spcBef>
                <a:spcPts val="0"/>
              </a:spcBef>
              <a:spcAft>
                <a:spcPts val="0"/>
              </a:spcAft>
            </a:pPr>
            <a:r>
              <a:rPr lang="en-US" sz="3200" b="1" dirty="0" smtClean="0">
                <a:solidFill>
                  <a:prstClr val="white"/>
                </a:solidFill>
                <a:latin typeface="Sosa" pitchFamily="2" charset="0"/>
              </a:rPr>
              <a:t>3</a:t>
            </a:r>
            <a:endParaRPr lang="en-US" sz="2880" b="1" dirty="0">
              <a:solidFill>
                <a:prstClr val="white"/>
              </a:solidFill>
              <a:latin typeface="Sosa" pitchFamily="2" charset="0"/>
            </a:endParaRPr>
          </a:p>
        </p:txBody>
      </p:sp>
      <p:sp>
        <p:nvSpPr>
          <p:cNvPr id="52" name="TextBox 51"/>
          <p:cNvSpPr txBox="1"/>
          <p:nvPr/>
        </p:nvSpPr>
        <p:spPr>
          <a:xfrm>
            <a:off x="6732862" y="5049652"/>
            <a:ext cx="3898837" cy="1384995"/>
          </a:xfrm>
          <a:prstGeom prst="rect">
            <a:avLst/>
          </a:prstGeom>
          <a:noFill/>
        </p:spPr>
        <p:txBody>
          <a:bodyPr wrap="square" rtlCol="0">
            <a:spAutoFit/>
          </a:bodyPr>
          <a:lstStyle/>
          <a:p>
            <a:pPr algn="ctr" rtl="1" fontAlgn="auto">
              <a:spcBef>
                <a:spcPts val="0"/>
              </a:spcBef>
              <a:spcAft>
                <a:spcPts val="0"/>
              </a:spcAft>
            </a:pPr>
            <a:r>
              <a:rPr lang="ar-SA" sz="2800" b="1" dirty="0"/>
              <a:t>ألعاب الذكاء: مثل الفوازير، وحل المشكلات، والكلمات المتقاطعة</a:t>
            </a:r>
            <a:endParaRPr lang="en-US" sz="2800" b="1" dirty="0">
              <a:solidFill>
                <a:prstClr val="black"/>
              </a:solidFill>
              <a:latin typeface="Open Sans" pitchFamily="34" charset="0"/>
              <a:ea typeface="Open Sans" pitchFamily="34" charset="0"/>
              <a:cs typeface="Open Sans" pitchFamily="34" charset="0"/>
            </a:endParaRPr>
          </a:p>
        </p:txBody>
      </p:sp>
      <p:sp>
        <p:nvSpPr>
          <p:cNvPr id="54" name="TextBox 53"/>
          <p:cNvSpPr txBox="1"/>
          <p:nvPr/>
        </p:nvSpPr>
        <p:spPr>
          <a:xfrm>
            <a:off x="9140177" y="2642304"/>
            <a:ext cx="2983043" cy="1815882"/>
          </a:xfrm>
          <a:prstGeom prst="rect">
            <a:avLst/>
          </a:prstGeom>
          <a:noFill/>
        </p:spPr>
        <p:txBody>
          <a:bodyPr wrap="square" rtlCol="0">
            <a:spAutoFit/>
          </a:bodyPr>
          <a:lstStyle/>
          <a:p>
            <a:pPr algn="ctr" rtl="1" fontAlgn="auto">
              <a:spcBef>
                <a:spcPts val="0"/>
              </a:spcBef>
              <a:spcAft>
                <a:spcPts val="0"/>
              </a:spcAft>
            </a:pPr>
            <a:r>
              <a:rPr lang="ar-SA" sz="2800" b="1" dirty="0"/>
              <a:t>القصص والألعاب الثقافية: مثل المسابقات الشعرية، وبطاقات التعبير</a:t>
            </a:r>
            <a:endParaRPr lang="en-US" sz="2800" b="1" dirty="0">
              <a:solidFill>
                <a:prstClr val="black"/>
              </a:solidFill>
              <a:latin typeface="Open Sans" pitchFamily="34" charset="0"/>
              <a:ea typeface="Open Sans" pitchFamily="34" charset="0"/>
              <a:cs typeface="Open Sans" pitchFamily="34" charset="0"/>
            </a:endParaRPr>
          </a:p>
        </p:txBody>
      </p:sp>
      <p:sp>
        <p:nvSpPr>
          <p:cNvPr id="55" name="TextBox 54"/>
          <p:cNvSpPr txBox="1"/>
          <p:nvPr/>
        </p:nvSpPr>
        <p:spPr>
          <a:xfrm>
            <a:off x="2021011" y="1572318"/>
            <a:ext cx="4082033" cy="954107"/>
          </a:xfrm>
          <a:prstGeom prst="rect">
            <a:avLst/>
          </a:prstGeom>
          <a:noFill/>
        </p:spPr>
        <p:txBody>
          <a:bodyPr wrap="square" rtlCol="0">
            <a:spAutoFit/>
          </a:bodyPr>
          <a:lstStyle/>
          <a:p>
            <a:pPr algn="ctr" rtl="1" fontAlgn="auto">
              <a:spcBef>
                <a:spcPts val="0"/>
              </a:spcBef>
              <a:spcAft>
                <a:spcPts val="0"/>
              </a:spcAft>
            </a:pPr>
            <a:r>
              <a:rPr lang="ar-SA" sz="2800" b="1" dirty="0"/>
              <a:t>الألعاب التمثيلية: مثل التمثيل المسرحي، ولعب الأدوار</a:t>
            </a:r>
            <a:endParaRPr lang="en-US" sz="2800" b="1" dirty="0">
              <a:solidFill>
                <a:prstClr val="black"/>
              </a:solidFill>
              <a:latin typeface="Open Sans" pitchFamily="34" charset="0"/>
              <a:ea typeface="Open Sans" pitchFamily="34" charset="0"/>
              <a:cs typeface="Open Sans" pitchFamily="34" charset="0"/>
            </a:endParaRPr>
          </a:p>
        </p:txBody>
      </p:sp>
      <p:sp>
        <p:nvSpPr>
          <p:cNvPr id="32" name="Title 3"/>
          <p:cNvSpPr txBox="1">
            <a:spLocks/>
          </p:cNvSpPr>
          <p:nvPr/>
        </p:nvSpPr>
        <p:spPr>
          <a:xfrm>
            <a:off x="1351653" y="212646"/>
            <a:ext cx="6849300" cy="828098"/>
          </a:xfrm>
          <a:prstGeom prst="rect">
            <a:avLst/>
          </a:prstGeom>
        </p:spPr>
        <p:txBody>
          <a:bodyPr vert="horz" lIns="91440" tIns="45720" rIns="91440" bIns="45720" rtlCol="0" anchor="ctr">
            <a:normAutofit/>
          </a:bodyPr>
          <a:lstStyle>
            <a:lvl1pPr algn="ctr" defTabSz="1219170" rtl="0" eaLnBrk="1" latinLnBrk="0" hangingPunct="1">
              <a:spcBef>
                <a:spcPct val="0"/>
              </a:spcBef>
              <a:buNone/>
              <a:defRPr sz="5867" b="1" kern="1200">
                <a:solidFill>
                  <a:schemeClr val="tx1">
                    <a:lumMod val="75000"/>
                    <a:lumOff val="25000"/>
                  </a:schemeClr>
                </a:solidFill>
                <a:latin typeface="+mj-lt"/>
                <a:ea typeface="+mj-ea"/>
                <a:cs typeface="+mj-cs"/>
              </a:defRPr>
            </a:lvl1pPr>
          </a:lstStyle>
          <a:p>
            <a:pPr rtl="1"/>
            <a:r>
              <a:rPr lang="ar-SA" sz="4400" u="sng" dirty="0"/>
              <a:t>ز- أنواع الألعاب التعليمية </a:t>
            </a:r>
            <a:endParaRPr lang="en-US" sz="4400" u="sng" dirty="0"/>
          </a:p>
        </p:txBody>
      </p:sp>
      <p:sp>
        <p:nvSpPr>
          <p:cNvPr id="2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876354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50"/>
                                  </p:stCondLst>
                                  <p:childTnLst>
                                    <p:set>
                                      <p:cBhvr>
                                        <p:cTn id="6" dur="1" fill="hold">
                                          <p:stCondLst>
                                            <p:cond delay="0"/>
                                          </p:stCondLst>
                                        </p:cTn>
                                        <p:tgtEl>
                                          <p:spTgt spid="1173"/>
                                        </p:tgtEl>
                                        <p:attrNameLst>
                                          <p:attrName>style.visibility</p:attrName>
                                        </p:attrNameLst>
                                      </p:cBhvr>
                                      <p:to>
                                        <p:strVal val="visible"/>
                                      </p:to>
                                    </p:set>
                                  </p:childTnLst>
                                </p:cTn>
                              </p:par>
                            </p:childTnLst>
                          </p:cTn>
                        </p:par>
                        <p:par>
                          <p:cTn id="7" fill="hold">
                            <p:stCondLst>
                              <p:cond delay="250"/>
                            </p:stCondLst>
                            <p:childTnLst>
                              <p:par>
                                <p:cTn id="8" presetID="1" presetClass="entr" presetSubtype="0" fill="hold" nodeType="afterEffect">
                                  <p:stCondLst>
                                    <p:cond delay="250"/>
                                  </p:stCondLst>
                                  <p:childTnLst>
                                    <p:set>
                                      <p:cBhvr>
                                        <p:cTn id="9" dur="1" fill="hold">
                                          <p:stCondLst>
                                            <p:cond delay="0"/>
                                          </p:stCondLst>
                                        </p:cTn>
                                        <p:tgtEl>
                                          <p:spTgt spid="1170"/>
                                        </p:tgtEl>
                                        <p:attrNameLst>
                                          <p:attrName>style.visibility</p:attrName>
                                        </p:attrNameLst>
                                      </p:cBhvr>
                                      <p:to>
                                        <p:strVal val="visible"/>
                                      </p:to>
                                    </p:set>
                                  </p:childTnLst>
                                </p:cTn>
                              </p:par>
                            </p:childTnLst>
                          </p:cTn>
                        </p:par>
                        <p:par>
                          <p:cTn id="10" fill="hold">
                            <p:stCondLst>
                              <p:cond delay="500"/>
                            </p:stCondLst>
                            <p:childTnLst>
                              <p:par>
                                <p:cTn id="11" presetID="1" presetClass="entr" presetSubtype="0" fill="hold" nodeType="afterEffect">
                                  <p:stCondLst>
                                    <p:cond delay="250"/>
                                  </p:stCondLst>
                                  <p:childTnLst>
                                    <p:set>
                                      <p:cBhvr>
                                        <p:cTn id="12" dur="1" fill="hold">
                                          <p:stCondLst>
                                            <p:cond delay="0"/>
                                          </p:stCondLst>
                                        </p:cTn>
                                        <p:tgtEl>
                                          <p:spTgt spid="1120"/>
                                        </p:tgtEl>
                                        <p:attrNameLst>
                                          <p:attrName>style.visibility</p:attrName>
                                        </p:attrNameLst>
                                      </p:cBhvr>
                                      <p:to>
                                        <p:strVal val="visible"/>
                                      </p:to>
                                    </p:set>
                                  </p:childTnLst>
                                </p:cTn>
                              </p:par>
                            </p:childTnLst>
                          </p:cTn>
                        </p:par>
                        <p:par>
                          <p:cTn id="13" fill="hold">
                            <p:stCondLst>
                              <p:cond delay="750"/>
                            </p:stCondLst>
                            <p:childTnLst>
                              <p:par>
                                <p:cTn id="14" presetID="1" presetClass="entr" presetSubtype="0" fill="hold" grpId="0" nodeType="afterEffect">
                                  <p:stCondLst>
                                    <p:cond delay="250"/>
                                  </p:stCondLst>
                                  <p:childTnLst>
                                    <p:set>
                                      <p:cBhvr>
                                        <p:cTn id="15" dur="1" fill="hold">
                                          <p:stCondLst>
                                            <p:cond delay="0"/>
                                          </p:stCondLst>
                                        </p:cTn>
                                        <p:tgtEl>
                                          <p:spTgt spid="52"/>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nodeType="afterEffect">
                                  <p:stCondLst>
                                    <p:cond delay="250"/>
                                  </p:stCondLst>
                                  <p:childTnLst>
                                    <p:set>
                                      <p:cBhvr>
                                        <p:cTn id="18" dur="1" fill="hold">
                                          <p:stCondLst>
                                            <p:cond delay="0"/>
                                          </p:stCondLst>
                                        </p:cTn>
                                        <p:tgtEl>
                                          <p:spTgt spid="1092"/>
                                        </p:tgtEl>
                                        <p:attrNameLst>
                                          <p:attrName>style.visibility</p:attrName>
                                        </p:attrNameLst>
                                      </p:cBhvr>
                                      <p:to>
                                        <p:strVal val="visible"/>
                                      </p:to>
                                    </p:set>
                                  </p:childTnLst>
                                </p:cTn>
                              </p:par>
                            </p:childTnLst>
                          </p:cTn>
                        </p:par>
                        <p:par>
                          <p:cTn id="19" fill="hold">
                            <p:stCondLst>
                              <p:cond delay="1250"/>
                            </p:stCondLst>
                            <p:childTnLst>
                              <p:par>
                                <p:cTn id="20" presetID="1" presetClass="entr" presetSubtype="0" fill="hold" nodeType="afterEffect">
                                  <p:stCondLst>
                                    <p:cond delay="250"/>
                                  </p:stCondLst>
                                  <p:childTnLst>
                                    <p:set>
                                      <p:cBhvr>
                                        <p:cTn id="21" dur="1" fill="hold">
                                          <p:stCondLst>
                                            <p:cond delay="0"/>
                                          </p:stCondLst>
                                        </p:cTn>
                                        <p:tgtEl>
                                          <p:spTgt spid="1090"/>
                                        </p:tgtEl>
                                        <p:attrNameLst>
                                          <p:attrName>style.visibility</p:attrName>
                                        </p:attrNameLst>
                                      </p:cBhvr>
                                      <p:to>
                                        <p:strVal val="visible"/>
                                      </p:to>
                                    </p:set>
                                  </p:childTnLst>
                                </p:cTn>
                              </p:par>
                            </p:childTnLst>
                          </p:cTn>
                        </p:par>
                        <p:par>
                          <p:cTn id="22" fill="hold">
                            <p:stCondLst>
                              <p:cond delay="1500"/>
                            </p:stCondLst>
                            <p:childTnLst>
                              <p:par>
                                <p:cTn id="23" presetID="1" presetClass="entr" presetSubtype="0" fill="hold" nodeType="afterEffect">
                                  <p:stCondLst>
                                    <p:cond delay="250"/>
                                  </p:stCondLst>
                                  <p:childTnLst>
                                    <p:set>
                                      <p:cBhvr>
                                        <p:cTn id="24" dur="1" fill="hold">
                                          <p:stCondLst>
                                            <p:cond delay="0"/>
                                          </p:stCondLst>
                                        </p:cTn>
                                        <p:tgtEl>
                                          <p:spTgt spid="1084"/>
                                        </p:tgtEl>
                                        <p:attrNameLst>
                                          <p:attrName>style.visibility</p:attrName>
                                        </p:attrNameLst>
                                      </p:cBhvr>
                                      <p:to>
                                        <p:strVal val="visible"/>
                                      </p:to>
                                    </p:set>
                                  </p:childTnLst>
                                </p:cTn>
                              </p:par>
                            </p:childTnLst>
                          </p:cTn>
                        </p:par>
                        <p:par>
                          <p:cTn id="25" fill="hold">
                            <p:stCondLst>
                              <p:cond delay="1750"/>
                            </p:stCondLst>
                            <p:childTnLst>
                              <p:par>
                                <p:cTn id="26" presetID="1" presetClass="entr" presetSubtype="0" fill="hold" grpId="0" nodeType="afterEffect">
                                  <p:stCondLst>
                                    <p:cond delay="250"/>
                                  </p:stCondLst>
                                  <p:childTnLst>
                                    <p:set>
                                      <p:cBhvr>
                                        <p:cTn id="27" dur="1" fill="hold">
                                          <p:stCondLst>
                                            <p:cond delay="0"/>
                                          </p:stCondLst>
                                        </p:cTn>
                                        <p:tgtEl>
                                          <p:spTgt spid="55"/>
                                        </p:tgtEl>
                                        <p:attrNameLst>
                                          <p:attrName>style.visibility</p:attrName>
                                        </p:attrNameLst>
                                      </p:cBhvr>
                                      <p:to>
                                        <p:strVal val="visible"/>
                                      </p:to>
                                    </p:set>
                                  </p:childTnLst>
                                </p:cTn>
                              </p:par>
                            </p:childTnLst>
                          </p:cTn>
                        </p:par>
                        <p:par>
                          <p:cTn id="28" fill="hold">
                            <p:stCondLst>
                              <p:cond delay="2000"/>
                            </p:stCondLst>
                            <p:childTnLst>
                              <p:par>
                                <p:cTn id="29" presetID="1" presetClass="entr" presetSubtype="0" fill="hold" nodeType="afterEffect">
                                  <p:stCondLst>
                                    <p:cond delay="250"/>
                                  </p:stCondLst>
                                  <p:childTnLst>
                                    <p:set>
                                      <p:cBhvr>
                                        <p:cTn id="30" dur="1" fill="hold">
                                          <p:stCondLst>
                                            <p:cond delay="0"/>
                                          </p:stCondLst>
                                        </p:cTn>
                                        <p:tgtEl>
                                          <p:spTgt spid="1122"/>
                                        </p:tgtEl>
                                        <p:attrNameLst>
                                          <p:attrName>style.visibility</p:attrName>
                                        </p:attrNameLst>
                                      </p:cBhvr>
                                      <p:to>
                                        <p:strVal val="visible"/>
                                      </p:to>
                                    </p:set>
                                  </p:childTnLst>
                                </p:cTn>
                              </p:par>
                            </p:childTnLst>
                          </p:cTn>
                        </p:par>
                        <p:par>
                          <p:cTn id="31" fill="hold">
                            <p:stCondLst>
                              <p:cond delay="2250"/>
                            </p:stCondLst>
                            <p:childTnLst>
                              <p:par>
                                <p:cTn id="32" presetID="1" presetClass="entr" presetSubtype="0" fill="hold" nodeType="afterEffect">
                                  <p:stCondLst>
                                    <p:cond delay="250"/>
                                  </p:stCondLst>
                                  <p:childTnLst>
                                    <p:set>
                                      <p:cBhvr>
                                        <p:cTn id="33" dur="1" fill="hold">
                                          <p:stCondLst>
                                            <p:cond delay="0"/>
                                          </p:stCondLst>
                                        </p:cTn>
                                        <p:tgtEl>
                                          <p:spTgt spid="1114"/>
                                        </p:tgtEl>
                                        <p:attrNameLst>
                                          <p:attrName>style.visibility</p:attrName>
                                        </p:attrNameLst>
                                      </p:cBhvr>
                                      <p:to>
                                        <p:strVal val="visible"/>
                                      </p:to>
                                    </p:set>
                                  </p:childTnLst>
                                </p:cTn>
                              </p:par>
                            </p:childTnLst>
                          </p:cTn>
                        </p:par>
                        <p:par>
                          <p:cTn id="34" fill="hold">
                            <p:stCondLst>
                              <p:cond delay="2500"/>
                            </p:stCondLst>
                            <p:childTnLst>
                              <p:par>
                                <p:cTn id="35" presetID="1" presetClass="entr" presetSubtype="0" fill="hold" nodeType="afterEffect">
                                  <p:stCondLst>
                                    <p:cond delay="250"/>
                                  </p:stCondLst>
                                  <p:childTnLst>
                                    <p:set>
                                      <p:cBhvr>
                                        <p:cTn id="36" dur="1" fill="hold">
                                          <p:stCondLst>
                                            <p:cond delay="0"/>
                                          </p:stCondLst>
                                        </p:cTn>
                                        <p:tgtEl>
                                          <p:spTgt spid="1116"/>
                                        </p:tgtEl>
                                        <p:attrNameLst>
                                          <p:attrName>style.visibility</p:attrName>
                                        </p:attrNameLst>
                                      </p:cBhvr>
                                      <p:to>
                                        <p:strVal val="visible"/>
                                      </p:to>
                                    </p:set>
                                  </p:childTnLst>
                                </p:cTn>
                              </p:par>
                            </p:childTnLst>
                          </p:cTn>
                        </p:par>
                        <p:par>
                          <p:cTn id="37" fill="hold">
                            <p:stCondLst>
                              <p:cond delay="2750"/>
                            </p:stCondLst>
                            <p:childTnLst>
                              <p:par>
                                <p:cTn id="38" presetID="1" presetClass="entr" presetSubtype="0" fill="hold" grpId="0" nodeType="afterEffect">
                                  <p:stCondLst>
                                    <p:cond delay="250"/>
                                  </p:stCondLst>
                                  <p:childTnLst>
                                    <p:set>
                                      <p:cBhvr>
                                        <p:cTn id="39" dur="1" fill="hold">
                                          <p:stCondLst>
                                            <p:cond delay="0"/>
                                          </p:stCondLst>
                                        </p:cTn>
                                        <p:tgtEl>
                                          <p:spTgt spid="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3" grpId="0" animBg="1"/>
      <p:bldP spid="52" grpId="0"/>
      <p:bldP spid="54" grpId="0"/>
      <p:bldP spid="55"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8" name="Group 14"/>
          <p:cNvGrpSpPr>
            <a:grpSpLocks/>
          </p:cNvGrpSpPr>
          <p:nvPr/>
        </p:nvGrpSpPr>
        <p:grpSpPr bwMode="auto">
          <a:xfrm>
            <a:off x="2072641" y="886088"/>
            <a:ext cx="7961984" cy="5354687"/>
            <a:chOff x="0" y="2631"/>
            <a:chExt cx="15222" cy="10237"/>
          </a:xfrm>
        </p:grpSpPr>
        <p:sp>
          <p:nvSpPr>
            <p:cNvPr id="1039" name="Freeform 15"/>
            <p:cNvSpPr>
              <a:spLocks/>
            </p:cNvSpPr>
            <p:nvPr/>
          </p:nvSpPr>
          <p:spPr bwMode="auto">
            <a:xfrm>
              <a:off x="0" y="2631"/>
              <a:ext cx="15222" cy="10237"/>
            </a:xfrm>
            <a:custGeom>
              <a:avLst/>
              <a:gdLst/>
              <a:ahLst/>
              <a:cxnLst>
                <a:cxn ang="0">
                  <a:pos x="10" y="10236"/>
                </a:cxn>
                <a:cxn ang="0">
                  <a:pos x="3112" y="10236"/>
                </a:cxn>
                <a:cxn ang="0">
                  <a:pos x="13348" y="0"/>
                </a:cxn>
                <a:cxn ang="0">
                  <a:pos x="15232" y="0"/>
                </a:cxn>
              </a:cxnLst>
              <a:rect l="0" t="0" r="r" b="b"/>
              <a:pathLst>
                <a:path w="15222" h="10237">
                  <a:moveTo>
                    <a:pt x="10" y="10236"/>
                  </a:moveTo>
                  <a:lnTo>
                    <a:pt x="3112" y="10236"/>
                  </a:lnTo>
                  <a:lnTo>
                    <a:pt x="13348" y="0"/>
                  </a:lnTo>
                  <a:lnTo>
                    <a:pt x="15232" y="0"/>
                  </a:lnTo>
                </a:path>
              </a:pathLst>
            </a:custGeom>
            <a:noFill/>
            <a:ln w="88900">
              <a:solidFill>
                <a:srgbClr val="00ACC1"/>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40" name="Group 16"/>
          <p:cNvGrpSpPr>
            <a:grpSpLocks/>
          </p:cNvGrpSpPr>
          <p:nvPr/>
        </p:nvGrpSpPr>
        <p:grpSpPr bwMode="auto">
          <a:xfrm>
            <a:off x="9742235" y="586367"/>
            <a:ext cx="371894" cy="598918"/>
            <a:chOff x="14663" y="2058"/>
            <a:chExt cx="711" cy="1145"/>
          </a:xfrm>
        </p:grpSpPr>
        <p:sp>
          <p:nvSpPr>
            <p:cNvPr id="1041" name="Freeform 17"/>
            <p:cNvSpPr>
              <a:spLocks/>
            </p:cNvSpPr>
            <p:nvPr/>
          </p:nvSpPr>
          <p:spPr bwMode="auto">
            <a:xfrm>
              <a:off x="14663" y="2058"/>
              <a:ext cx="711" cy="1145"/>
            </a:xfrm>
            <a:custGeom>
              <a:avLst/>
              <a:gdLst/>
              <a:ahLst/>
              <a:cxnLst>
                <a:cxn ang="0">
                  <a:pos x="95" y="0"/>
                </a:cxn>
                <a:cxn ang="0">
                  <a:pos x="0" y="103"/>
                </a:cxn>
                <a:cxn ang="0">
                  <a:pos x="505" y="573"/>
                </a:cxn>
                <a:cxn ang="0">
                  <a:pos x="0" y="1043"/>
                </a:cxn>
                <a:cxn ang="0">
                  <a:pos x="95" y="1145"/>
                </a:cxn>
                <a:cxn ang="0">
                  <a:pos x="711" y="573"/>
                </a:cxn>
                <a:cxn ang="0">
                  <a:pos x="95" y="0"/>
                </a:cxn>
              </a:cxnLst>
              <a:rect l="0" t="0" r="r" b="b"/>
              <a:pathLst>
                <a:path w="711" h="1145">
                  <a:moveTo>
                    <a:pt x="95" y="0"/>
                  </a:moveTo>
                  <a:lnTo>
                    <a:pt x="0" y="103"/>
                  </a:lnTo>
                  <a:lnTo>
                    <a:pt x="505" y="573"/>
                  </a:lnTo>
                  <a:lnTo>
                    <a:pt x="0" y="1043"/>
                  </a:lnTo>
                  <a:lnTo>
                    <a:pt x="95" y="1145"/>
                  </a:lnTo>
                  <a:lnTo>
                    <a:pt x="711" y="573"/>
                  </a:lnTo>
                  <a:lnTo>
                    <a:pt x="95" y="0"/>
                  </a:lnTo>
                </a:path>
              </a:pathLst>
            </a:custGeom>
            <a:solidFill>
              <a:srgbClr val="00ACC1"/>
            </a:solidFill>
            <a:ln w="9525">
              <a:no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84" name="Group 60"/>
          <p:cNvGrpSpPr>
            <a:grpSpLocks/>
          </p:cNvGrpSpPr>
          <p:nvPr/>
        </p:nvGrpSpPr>
        <p:grpSpPr bwMode="auto">
          <a:xfrm>
            <a:off x="6223522" y="1340465"/>
            <a:ext cx="211201" cy="376818"/>
            <a:chOff x="8478" y="3133"/>
            <a:chExt cx="2" cy="927"/>
          </a:xfrm>
        </p:grpSpPr>
        <p:sp>
          <p:nvSpPr>
            <p:cNvPr id="1085" name="Freeform 61"/>
            <p:cNvSpPr>
              <a:spLocks/>
            </p:cNvSpPr>
            <p:nvPr/>
          </p:nvSpPr>
          <p:spPr bwMode="auto">
            <a:xfrm>
              <a:off x="8478" y="3133"/>
              <a:ext cx="2" cy="927"/>
            </a:xfrm>
            <a:custGeom>
              <a:avLst/>
              <a:gdLst/>
              <a:ahLst/>
              <a:cxnLst>
                <a:cxn ang="0">
                  <a:pos x="0" y="0"/>
                </a:cxn>
                <a:cxn ang="0">
                  <a:pos x="0" y="927"/>
                </a:cxn>
              </a:cxnLst>
              <a:rect l="0" t="0" r="r" b="b"/>
              <a:pathLst>
                <a:path h="927">
                  <a:moveTo>
                    <a:pt x="0" y="0"/>
                  </a:moveTo>
                  <a:lnTo>
                    <a:pt x="0" y="927"/>
                  </a:lnTo>
                </a:path>
              </a:pathLst>
            </a:custGeom>
            <a:noFill/>
            <a:ln w="54610">
              <a:solidFill>
                <a:srgbClr val="E64918"/>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88" name="Group 64"/>
          <p:cNvGrpSpPr>
            <a:grpSpLocks/>
          </p:cNvGrpSpPr>
          <p:nvPr/>
        </p:nvGrpSpPr>
        <p:grpSpPr bwMode="auto">
          <a:xfrm>
            <a:off x="3948324" y="3875370"/>
            <a:ext cx="1046" cy="304428"/>
            <a:chOff x="2688" y="9398"/>
            <a:chExt cx="2" cy="582"/>
          </a:xfrm>
        </p:grpSpPr>
        <p:sp>
          <p:nvSpPr>
            <p:cNvPr id="1089" name="Freeform 65"/>
            <p:cNvSpPr>
              <a:spLocks/>
            </p:cNvSpPr>
            <p:nvPr/>
          </p:nvSpPr>
          <p:spPr bwMode="auto">
            <a:xfrm>
              <a:off x="2688" y="9398"/>
              <a:ext cx="2" cy="582"/>
            </a:xfrm>
            <a:custGeom>
              <a:avLst/>
              <a:gdLst/>
              <a:ahLst/>
              <a:cxnLst>
                <a:cxn ang="0">
                  <a:pos x="0" y="0"/>
                </a:cxn>
                <a:cxn ang="0">
                  <a:pos x="0" y="582"/>
                </a:cxn>
              </a:cxnLst>
              <a:rect l="0" t="0" r="r" b="b"/>
              <a:pathLst>
                <a:path h="582">
                  <a:moveTo>
                    <a:pt x="0" y="0"/>
                  </a:moveTo>
                  <a:lnTo>
                    <a:pt x="0" y="582"/>
                  </a:lnTo>
                </a:path>
              </a:pathLst>
            </a:custGeom>
            <a:noFill/>
            <a:ln w="54610">
              <a:solidFill>
                <a:srgbClr val="8AB72C"/>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90" name="Group 66"/>
          <p:cNvGrpSpPr>
            <a:grpSpLocks/>
          </p:cNvGrpSpPr>
          <p:nvPr/>
        </p:nvGrpSpPr>
        <p:grpSpPr bwMode="auto">
          <a:xfrm>
            <a:off x="6306689" y="1854850"/>
            <a:ext cx="783540" cy="783562"/>
            <a:chOff x="8637" y="4323"/>
            <a:chExt cx="1498" cy="1498"/>
          </a:xfrm>
        </p:grpSpPr>
        <p:sp>
          <p:nvSpPr>
            <p:cNvPr id="1091" name="Freeform 67"/>
            <p:cNvSpPr>
              <a:spLocks/>
            </p:cNvSpPr>
            <p:nvPr/>
          </p:nvSpPr>
          <p:spPr bwMode="auto">
            <a:xfrm>
              <a:off x="8637" y="4323"/>
              <a:ext cx="1498" cy="1498"/>
            </a:xfrm>
            <a:custGeom>
              <a:avLst/>
              <a:gdLst/>
              <a:ahLst/>
              <a:cxnLst>
                <a:cxn ang="0">
                  <a:pos x="1498" y="1499"/>
                </a:cxn>
                <a:cxn ang="0">
                  <a:pos x="0" y="0"/>
                </a:cxn>
              </a:cxnLst>
              <a:rect l="0" t="0" r="r" b="b"/>
              <a:pathLst>
                <a:path w="1498" h="1498">
                  <a:moveTo>
                    <a:pt x="1498" y="1499"/>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92" name="Group 68"/>
          <p:cNvGrpSpPr>
            <a:grpSpLocks/>
          </p:cNvGrpSpPr>
          <p:nvPr/>
        </p:nvGrpSpPr>
        <p:grpSpPr bwMode="auto">
          <a:xfrm>
            <a:off x="6771165" y="2322477"/>
            <a:ext cx="638130" cy="638148"/>
            <a:chOff x="9525" y="5217"/>
            <a:chExt cx="1220" cy="1220"/>
          </a:xfrm>
        </p:grpSpPr>
        <p:sp>
          <p:nvSpPr>
            <p:cNvPr id="1093" name="Freeform 69"/>
            <p:cNvSpPr>
              <a:spLocks/>
            </p:cNvSpPr>
            <p:nvPr/>
          </p:nvSpPr>
          <p:spPr bwMode="auto">
            <a:xfrm>
              <a:off x="9525" y="5217"/>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64918"/>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3200" b="1" dirty="0" smtClean="0">
                  <a:solidFill>
                    <a:prstClr val="white"/>
                  </a:solidFill>
                  <a:latin typeface="Sosa" pitchFamily="2" charset="0"/>
                </a:rPr>
                <a:t>8</a:t>
              </a:r>
              <a:endParaRPr lang="en-US" sz="2880" b="1" dirty="0">
                <a:solidFill>
                  <a:prstClr val="white"/>
                </a:solidFill>
                <a:latin typeface="Sosa" pitchFamily="2" charset="0"/>
              </a:endParaRPr>
            </a:p>
          </p:txBody>
        </p:sp>
      </p:grpSp>
      <p:grpSp>
        <p:nvGrpSpPr>
          <p:cNvPr id="1120" name="Group 96"/>
          <p:cNvGrpSpPr>
            <a:grpSpLocks/>
          </p:cNvGrpSpPr>
          <p:nvPr/>
        </p:nvGrpSpPr>
        <p:grpSpPr bwMode="auto">
          <a:xfrm>
            <a:off x="6785285" y="4863977"/>
            <a:ext cx="1046" cy="336858"/>
            <a:chOff x="7452" y="11941"/>
            <a:chExt cx="2" cy="644"/>
          </a:xfrm>
        </p:grpSpPr>
        <p:sp>
          <p:nvSpPr>
            <p:cNvPr id="1121" name="Freeform 97"/>
            <p:cNvSpPr>
              <a:spLocks/>
            </p:cNvSpPr>
            <p:nvPr/>
          </p:nvSpPr>
          <p:spPr bwMode="auto">
            <a:xfrm>
              <a:off x="7452" y="11941"/>
              <a:ext cx="2" cy="644"/>
            </a:xfrm>
            <a:custGeom>
              <a:avLst/>
              <a:gdLst/>
              <a:ahLst/>
              <a:cxnLst>
                <a:cxn ang="0">
                  <a:pos x="0" y="0"/>
                </a:cxn>
                <a:cxn ang="0">
                  <a:pos x="0" y="644"/>
                </a:cxn>
              </a:cxnLst>
              <a:rect l="0" t="0" r="r" b="b"/>
              <a:pathLst>
                <a:path h="644">
                  <a:moveTo>
                    <a:pt x="0" y="0"/>
                  </a:moveTo>
                  <a:lnTo>
                    <a:pt x="0" y="644"/>
                  </a:lnTo>
                </a:path>
              </a:pathLst>
            </a:custGeom>
            <a:noFill/>
            <a:ln w="54623">
              <a:solidFill>
                <a:srgbClr val="EE525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70" name="Group 146"/>
          <p:cNvGrpSpPr>
            <a:grpSpLocks/>
          </p:cNvGrpSpPr>
          <p:nvPr/>
        </p:nvGrpSpPr>
        <p:grpSpPr bwMode="auto">
          <a:xfrm>
            <a:off x="5919626" y="3949124"/>
            <a:ext cx="774126" cy="774146"/>
            <a:chOff x="5797" y="10192"/>
            <a:chExt cx="1480" cy="1480"/>
          </a:xfrm>
        </p:grpSpPr>
        <p:sp>
          <p:nvSpPr>
            <p:cNvPr id="1171" name="Freeform 147"/>
            <p:cNvSpPr>
              <a:spLocks/>
            </p:cNvSpPr>
            <p:nvPr/>
          </p:nvSpPr>
          <p:spPr bwMode="auto">
            <a:xfrm>
              <a:off x="5797" y="10192"/>
              <a:ext cx="1480" cy="1480"/>
            </a:xfrm>
            <a:custGeom>
              <a:avLst/>
              <a:gdLst/>
              <a:ahLst/>
              <a:cxnLst>
                <a:cxn ang="0">
                  <a:pos x="0" y="0"/>
                </a:cxn>
                <a:cxn ang="0">
                  <a:pos x="1480" y="1480"/>
                </a:cxn>
              </a:cxnLst>
              <a:rect l="0" t="0" r="r" b="b"/>
              <a:pathLst>
                <a:path w="1480" h="1480">
                  <a:moveTo>
                    <a:pt x="0" y="0"/>
                  </a:moveTo>
                  <a:lnTo>
                    <a:pt x="1480" y="148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sp>
        <p:nvSpPr>
          <p:cNvPr id="1173" name="Freeform 149"/>
          <p:cNvSpPr>
            <a:spLocks/>
          </p:cNvSpPr>
          <p:nvPr/>
        </p:nvSpPr>
        <p:spPr bwMode="auto">
          <a:xfrm>
            <a:off x="5600560" y="3615927"/>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E5250"/>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fontAlgn="auto">
              <a:spcBef>
                <a:spcPts val="0"/>
              </a:spcBef>
              <a:spcAft>
                <a:spcPts val="0"/>
              </a:spcAft>
            </a:pPr>
            <a:r>
              <a:rPr lang="en-US" sz="3200" b="1" dirty="0" smtClean="0">
                <a:solidFill>
                  <a:prstClr val="white"/>
                </a:solidFill>
                <a:latin typeface="Sosa" pitchFamily="2" charset="0"/>
              </a:rPr>
              <a:t>7</a:t>
            </a:r>
            <a:endParaRPr lang="en-US" sz="2880" b="1" dirty="0">
              <a:solidFill>
                <a:prstClr val="white"/>
              </a:solidFill>
              <a:latin typeface="Sosa" pitchFamily="2" charset="0"/>
            </a:endParaRPr>
          </a:p>
        </p:txBody>
      </p:sp>
      <p:grpSp>
        <p:nvGrpSpPr>
          <p:cNvPr id="1220" name="Group 196"/>
          <p:cNvGrpSpPr>
            <a:grpSpLocks/>
          </p:cNvGrpSpPr>
          <p:nvPr/>
        </p:nvGrpSpPr>
        <p:grpSpPr bwMode="auto">
          <a:xfrm>
            <a:off x="4029399" y="4254075"/>
            <a:ext cx="788771" cy="788792"/>
            <a:chOff x="2843" y="10122"/>
            <a:chExt cx="1508" cy="1508"/>
          </a:xfrm>
        </p:grpSpPr>
        <p:sp>
          <p:nvSpPr>
            <p:cNvPr id="1221" name="Freeform 197"/>
            <p:cNvSpPr>
              <a:spLocks/>
            </p:cNvSpPr>
            <p:nvPr/>
          </p:nvSpPr>
          <p:spPr bwMode="auto">
            <a:xfrm>
              <a:off x="2843" y="10122"/>
              <a:ext cx="1508" cy="1508"/>
            </a:xfrm>
            <a:custGeom>
              <a:avLst/>
              <a:gdLst/>
              <a:ahLst/>
              <a:cxnLst>
                <a:cxn ang="0">
                  <a:pos x="1508" y="1508"/>
                </a:cxn>
                <a:cxn ang="0">
                  <a:pos x="0" y="0"/>
                </a:cxn>
              </a:cxnLst>
              <a:rect l="0" t="0" r="r" b="b"/>
              <a:pathLst>
                <a:path w="1508" h="1508">
                  <a:moveTo>
                    <a:pt x="1508" y="1508"/>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sp>
        <p:nvSpPr>
          <p:cNvPr id="1223" name="Freeform 199"/>
          <p:cNvSpPr>
            <a:spLocks/>
          </p:cNvSpPr>
          <p:nvPr/>
        </p:nvSpPr>
        <p:spPr bwMode="auto">
          <a:xfrm>
            <a:off x="4499104" y="4713854"/>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8AB72C"/>
          </a:solidFill>
          <a:ln w="28575">
            <a:solidFill>
              <a:schemeClr val="bg1"/>
            </a:solidFill>
            <a:round/>
            <a:headEnd/>
            <a:tailEnd/>
          </a:ln>
        </p:spPr>
        <p:txBody>
          <a:bodyPr vert="horz" wrap="square" lIns="109728" tIns="54864" rIns="109728" bIns="54864" numCol="1" anchor="ctr" anchorCtr="0" compatLnSpc="1">
            <a:prstTxWarp prst="textNoShape">
              <a:avLst/>
            </a:prstTxWarp>
          </a:bodyPr>
          <a:lstStyle/>
          <a:p>
            <a:pPr algn="ctr" fontAlgn="auto">
              <a:spcBef>
                <a:spcPts val="0"/>
              </a:spcBef>
              <a:spcAft>
                <a:spcPts val="0"/>
              </a:spcAft>
            </a:pPr>
            <a:r>
              <a:rPr lang="en-US" sz="3200" b="1" dirty="0" smtClean="0">
                <a:solidFill>
                  <a:prstClr val="white"/>
                </a:solidFill>
                <a:latin typeface="Sosa" pitchFamily="2" charset="0"/>
              </a:rPr>
              <a:t>6</a:t>
            </a:r>
            <a:endParaRPr lang="en-US" sz="2880" b="1" dirty="0">
              <a:solidFill>
                <a:prstClr val="white"/>
              </a:solidFill>
              <a:latin typeface="Sosa" pitchFamily="2" charset="0"/>
            </a:endParaRPr>
          </a:p>
        </p:txBody>
      </p:sp>
      <p:sp>
        <p:nvSpPr>
          <p:cNvPr id="50" name="TextBox 49"/>
          <p:cNvSpPr txBox="1"/>
          <p:nvPr/>
        </p:nvSpPr>
        <p:spPr>
          <a:xfrm>
            <a:off x="807682" y="3516367"/>
            <a:ext cx="3084981" cy="2246769"/>
          </a:xfrm>
          <a:prstGeom prst="rect">
            <a:avLst/>
          </a:prstGeom>
          <a:noFill/>
        </p:spPr>
        <p:txBody>
          <a:bodyPr wrap="square" rtlCol="0">
            <a:spAutoFit/>
          </a:bodyPr>
          <a:lstStyle/>
          <a:p>
            <a:pPr algn="ctr" rtl="1" fontAlgn="auto">
              <a:spcBef>
                <a:spcPts val="0"/>
              </a:spcBef>
              <a:spcAft>
                <a:spcPts val="0"/>
              </a:spcAft>
            </a:pPr>
            <a:r>
              <a:rPr lang="ar-SA" sz="2800" b="1" dirty="0"/>
              <a:t>الألعاب الاستطلاعية الاستكشافية : وتشمل كل عملية يقوم بها المتعلم لمعرفة المكونات التركيبية لشيء ما</a:t>
            </a:r>
            <a:endParaRPr lang="en-US" sz="2800" b="1" dirty="0">
              <a:solidFill>
                <a:prstClr val="black"/>
              </a:solidFill>
              <a:latin typeface="Open Sans" pitchFamily="34" charset="0"/>
              <a:ea typeface="Open Sans" pitchFamily="34" charset="0"/>
              <a:cs typeface="Open Sans" pitchFamily="34" charset="0"/>
            </a:endParaRPr>
          </a:p>
        </p:txBody>
      </p:sp>
      <p:sp>
        <p:nvSpPr>
          <p:cNvPr id="52" name="TextBox 51"/>
          <p:cNvSpPr txBox="1"/>
          <p:nvPr/>
        </p:nvSpPr>
        <p:spPr>
          <a:xfrm>
            <a:off x="6957886" y="4744612"/>
            <a:ext cx="3501556" cy="1384995"/>
          </a:xfrm>
          <a:prstGeom prst="rect">
            <a:avLst/>
          </a:prstGeom>
          <a:noFill/>
        </p:spPr>
        <p:txBody>
          <a:bodyPr wrap="square" rtlCol="0">
            <a:spAutoFit/>
          </a:bodyPr>
          <a:lstStyle/>
          <a:p>
            <a:pPr algn="ctr" rtl="1" fontAlgn="auto">
              <a:spcBef>
                <a:spcPts val="0"/>
              </a:spcBef>
              <a:spcAft>
                <a:spcPts val="0"/>
              </a:spcAft>
            </a:pPr>
            <a:r>
              <a:rPr lang="ar-SA" sz="2800" b="1" dirty="0"/>
              <a:t>الألعاب اللغوية : وهي التي تنمي كفاءة الاتصال اللغوي لدى المتعلمين</a:t>
            </a:r>
            <a:endParaRPr lang="en-US" sz="2800" b="1" dirty="0">
              <a:solidFill>
                <a:prstClr val="black"/>
              </a:solidFill>
              <a:latin typeface="Open Sans" pitchFamily="34" charset="0"/>
              <a:ea typeface="Open Sans" pitchFamily="34" charset="0"/>
              <a:cs typeface="Open Sans" pitchFamily="34" charset="0"/>
            </a:endParaRPr>
          </a:p>
        </p:txBody>
      </p:sp>
      <p:sp>
        <p:nvSpPr>
          <p:cNvPr id="55" name="TextBox 54"/>
          <p:cNvSpPr txBox="1"/>
          <p:nvPr/>
        </p:nvSpPr>
        <p:spPr>
          <a:xfrm>
            <a:off x="2360209" y="1275471"/>
            <a:ext cx="3786947" cy="954107"/>
          </a:xfrm>
          <a:prstGeom prst="rect">
            <a:avLst/>
          </a:prstGeom>
          <a:noFill/>
        </p:spPr>
        <p:txBody>
          <a:bodyPr wrap="square" rtlCol="0">
            <a:spAutoFit/>
          </a:bodyPr>
          <a:lstStyle/>
          <a:p>
            <a:pPr algn="ctr" rtl="1" fontAlgn="auto">
              <a:spcBef>
                <a:spcPts val="0"/>
              </a:spcBef>
              <a:spcAft>
                <a:spcPts val="0"/>
              </a:spcAft>
            </a:pPr>
            <a:r>
              <a:rPr lang="ar-SA" sz="2800" b="1" dirty="0"/>
              <a:t>الألعاب الإلكترونية: ويتم اللعب بها عن طريق جهاز إلكتروني</a:t>
            </a:r>
            <a:endParaRPr lang="en-US" sz="2800" b="1" dirty="0">
              <a:solidFill>
                <a:prstClr val="black"/>
              </a:solidFill>
              <a:latin typeface="Open Sans" pitchFamily="34" charset="0"/>
              <a:ea typeface="Open Sans" pitchFamily="34" charset="0"/>
              <a:cs typeface="Open Sans" pitchFamily="34" charset="0"/>
            </a:endParaRPr>
          </a:p>
        </p:txBody>
      </p:sp>
      <p:sp>
        <p:nvSpPr>
          <p:cNvPr id="32" name="Title 3"/>
          <p:cNvSpPr txBox="1">
            <a:spLocks/>
          </p:cNvSpPr>
          <p:nvPr/>
        </p:nvSpPr>
        <p:spPr>
          <a:xfrm>
            <a:off x="1351653" y="212646"/>
            <a:ext cx="6849300" cy="828098"/>
          </a:xfrm>
          <a:prstGeom prst="rect">
            <a:avLst/>
          </a:prstGeom>
        </p:spPr>
        <p:txBody>
          <a:bodyPr vert="horz" lIns="91440" tIns="45720" rIns="91440" bIns="45720" rtlCol="0" anchor="ctr">
            <a:normAutofit/>
          </a:bodyPr>
          <a:lstStyle>
            <a:lvl1pPr algn="ctr" defTabSz="1219170" rtl="0" eaLnBrk="1" latinLnBrk="0" hangingPunct="1">
              <a:spcBef>
                <a:spcPct val="0"/>
              </a:spcBef>
              <a:buNone/>
              <a:defRPr sz="5867" b="1" kern="1200">
                <a:solidFill>
                  <a:schemeClr val="tx1">
                    <a:lumMod val="75000"/>
                    <a:lumOff val="25000"/>
                  </a:schemeClr>
                </a:solidFill>
                <a:latin typeface="+mj-lt"/>
                <a:ea typeface="+mj-ea"/>
                <a:cs typeface="+mj-cs"/>
              </a:defRPr>
            </a:lvl1pPr>
          </a:lstStyle>
          <a:p>
            <a:pPr rtl="1"/>
            <a:r>
              <a:rPr lang="ar-SA" sz="4400" u="sng" dirty="0"/>
              <a:t>ز- أنواع الألعاب التعليمية </a:t>
            </a:r>
            <a:endParaRPr lang="en-US" sz="4400" u="sng" dirty="0"/>
          </a:p>
        </p:txBody>
      </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79273897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50"/>
                                  </p:stCondLst>
                                  <p:childTnLst>
                                    <p:set>
                                      <p:cBhvr>
                                        <p:cTn id="6" dur="1" fill="hold">
                                          <p:stCondLst>
                                            <p:cond delay="0"/>
                                          </p:stCondLst>
                                        </p:cTn>
                                        <p:tgtEl>
                                          <p:spTgt spid="1223"/>
                                        </p:tgtEl>
                                        <p:attrNameLst>
                                          <p:attrName>style.visibility</p:attrName>
                                        </p:attrNameLst>
                                      </p:cBhvr>
                                      <p:to>
                                        <p:strVal val="visible"/>
                                      </p:to>
                                    </p:set>
                                  </p:childTnLst>
                                </p:cTn>
                              </p:par>
                            </p:childTnLst>
                          </p:cTn>
                        </p:par>
                        <p:par>
                          <p:cTn id="7" fill="hold">
                            <p:stCondLst>
                              <p:cond delay="250"/>
                            </p:stCondLst>
                            <p:childTnLst>
                              <p:par>
                                <p:cTn id="8" presetID="1" presetClass="entr" presetSubtype="0" fill="hold" nodeType="afterEffect">
                                  <p:stCondLst>
                                    <p:cond delay="250"/>
                                  </p:stCondLst>
                                  <p:childTnLst>
                                    <p:set>
                                      <p:cBhvr>
                                        <p:cTn id="9" dur="1" fill="hold">
                                          <p:stCondLst>
                                            <p:cond delay="0"/>
                                          </p:stCondLst>
                                        </p:cTn>
                                        <p:tgtEl>
                                          <p:spTgt spid="1220"/>
                                        </p:tgtEl>
                                        <p:attrNameLst>
                                          <p:attrName>style.visibility</p:attrName>
                                        </p:attrNameLst>
                                      </p:cBhvr>
                                      <p:to>
                                        <p:strVal val="visible"/>
                                      </p:to>
                                    </p:set>
                                  </p:childTnLst>
                                </p:cTn>
                              </p:par>
                            </p:childTnLst>
                          </p:cTn>
                        </p:par>
                        <p:par>
                          <p:cTn id="10" fill="hold">
                            <p:stCondLst>
                              <p:cond delay="500"/>
                            </p:stCondLst>
                            <p:childTnLst>
                              <p:par>
                                <p:cTn id="11" presetID="1" presetClass="entr" presetSubtype="0" fill="hold" nodeType="afterEffect">
                                  <p:stCondLst>
                                    <p:cond delay="250"/>
                                  </p:stCondLst>
                                  <p:childTnLst>
                                    <p:set>
                                      <p:cBhvr>
                                        <p:cTn id="12" dur="1" fill="hold">
                                          <p:stCondLst>
                                            <p:cond delay="0"/>
                                          </p:stCondLst>
                                        </p:cTn>
                                        <p:tgtEl>
                                          <p:spTgt spid="1088"/>
                                        </p:tgtEl>
                                        <p:attrNameLst>
                                          <p:attrName>style.visibility</p:attrName>
                                        </p:attrNameLst>
                                      </p:cBhvr>
                                      <p:to>
                                        <p:strVal val="visible"/>
                                      </p:to>
                                    </p:set>
                                  </p:childTnLst>
                                </p:cTn>
                              </p:par>
                            </p:childTnLst>
                          </p:cTn>
                        </p:par>
                        <p:par>
                          <p:cTn id="13" fill="hold">
                            <p:stCondLst>
                              <p:cond delay="750"/>
                            </p:stCondLst>
                            <p:childTnLst>
                              <p:par>
                                <p:cTn id="14" presetID="1" presetClass="entr" presetSubtype="0" fill="hold" grpId="0" nodeType="afterEffect">
                                  <p:stCondLst>
                                    <p:cond delay="250"/>
                                  </p:stCondLst>
                                  <p:childTnLst>
                                    <p:set>
                                      <p:cBhvr>
                                        <p:cTn id="15" dur="1" fill="hold">
                                          <p:stCondLst>
                                            <p:cond delay="0"/>
                                          </p:stCondLst>
                                        </p:cTn>
                                        <p:tgtEl>
                                          <p:spTgt spid="50"/>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grpId="0" nodeType="afterEffect">
                                  <p:stCondLst>
                                    <p:cond delay="250"/>
                                  </p:stCondLst>
                                  <p:childTnLst>
                                    <p:set>
                                      <p:cBhvr>
                                        <p:cTn id="18" dur="1" fill="hold">
                                          <p:stCondLst>
                                            <p:cond delay="0"/>
                                          </p:stCondLst>
                                        </p:cTn>
                                        <p:tgtEl>
                                          <p:spTgt spid="1173"/>
                                        </p:tgtEl>
                                        <p:attrNameLst>
                                          <p:attrName>style.visibility</p:attrName>
                                        </p:attrNameLst>
                                      </p:cBhvr>
                                      <p:to>
                                        <p:strVal val="visible"/>
                                      </p:to>
                                    </p:set>
                                  </p:childTnLst>
                                </p:cTn>
                              </p:par>
                            </p:childTnLst>
                          </p:cTn>
                        </p:par>
                        <p:par>
                          <p:cTn id="19" fill="hold">
                            <p:stCondLst>
                              <p:cond delay="1250"/>
                            </p:stCondLst>
                            <p:childTnLst>
                              <p:par>
                                <p:cTn id="20" presetID="1" presetClass="entr" presetSubtype="0" fill="hold" nodeType="afterEffect">
                                  <p:stCondLst>
                                    <p:cond delay="250"/>
                                  </p:stCondLst>
                                  <p:childTnLst>
                                    <p:set>
                                      <p:cBhvr>
                                        <p:cTn id="21" dur="1" fill="hold">
                                          <p:stCondLst>
                                            <p:cond delay="0"/>
                                          </p:stCondLst>
                                        </p:cTn>
                                        <p:tgtEl>
                                          <p:spTgt spid="1170"/>
                                        </p:tgtEl>
                                        <p:attrNameLst>
                                          <p:attrName>style.visibility</p:attrName>
                                        </p:attrNameLst>
                                      </p:cBhvr>
                                      <p:to>
                                        <p:strVal val="visible"/>
                                      </p:to>
                                    </p:set>
                                  </p:childTnLst>
                                </p:cTn>
                              </p:par>
                            </p:childTnLst>
                          </p:cTn>
                        </p:par>
                        <p:par>
                          <p:cTn id="22" fill="hold">
                            <p:stCondLst>
                              <p:cond delay="1500"/>
                            </p:stCondLst>
                            <p:childTnLst>
                              <p:par>
                                <p:cTn id="23" presetID="1" presetClass="entr" presetSubtype="0" fill="hold" nodeType="afterEffect">
                                  <p:stCondLst>
                                    <p:cond delay="250"/>
                                  </p:stCondLst>
                                  <p:childTnLst>
                                    <p:set>
                                      <p:cBhvr>
                                        <p:cTn id="24" dur="1" fill="hold">
                                          <p:stCondLst>
                                            <p:cond delay="0"/>
                                          </p:stCondLst>
                                        </p:cTn>
                                        <p:tgtEl>
                                          <p:spTgt spid="1120"/>
                                        </p:tgtEl>
                                        <p:attrNameLst>
                                          <p:attrName>style.visibility</p:attrName>
                                        </p:attrNameLst>
                                      </p:cBhvr>
                                      <p:to>
                                        <p:strVal val="visible"/>
                                      </p:to>
                                    </p:set>
                                  </p:childTnLst>
                                </p:cTn>
                              </p:par>
                            </p:childTnLst>
                          </p:cTn>
                        </p:par>
                        <p:par>
                          <p:cTn id="25" fill="hold">
                            <p:stCondLst>
                              <p:cond delay="1750"/>
                            </p:stCondLst>
                            <p:childTnLst>
                              <p:par>
                                <p:cTn id="26" presetID="1" presetClass="entr" presetSubtype="0" fill="hold" grpId="0" nodeType="afterEffect">
                                  <p:stCondLst>
                                    <p:cond delay="250"/>
                                  </p:stCondLst>
                                  <p:childTnLst>
                                    <p:set>
                                      <p:cBhvr>
                                        <p:cTn id="27" dur="1" fill="hold">
                                          <p:stCondLst>
                                            <p:cond delay="0"/>
                                          </p:stCondLst>
                                        </p:cTn>
                                        <p:tgtEl>
                                          <p:spTgt spid="52"/>
                                        </p:tgtEl>
                                        <p:attrNameLst>
                                          <p:attrName>style.visibility</p:attrName>
                                        </p:attrNameLst>
                                      </p:cBhvr>
                                      <p:to>
                                        <p:strVal val="visible"/>
                                      </p:to>
                                    </p:set>
                                  </p:childTnLst>
                                </p:cTn>
                              </p:par>
                            </p:childTnLst>
                          </p:cTn>
                        </p:par>
                        <p:par>
                          <p:cTn id="28" fill="hold">
                            <p:stCondLst>
                              <p:cond delay="2000"/>
                            </p:stCondLst>
                            <p:childTnLst>
                              <p:par>
                                <p:cTn id="29" presetID="1" presetClass="entr" presetSubtype="0" fill="hold" nodeType="afterEffect">
                                  <p:stCondLst>
                                    <p:cond delay="250"/>
                                  </p:stCondLst>
                                  <p:childTnLst>
                                    <p:set>
                                      <p:cBhvr>
                                        <p:cTn id="30" dur="1" fill="hold">
                                          <p:stCondLst>
                                            <p:cond delay="0"/>
                                          </p:stCondLst>
                                        </p:cTn>
                                        <p:tgtEl>
                                          <p:spTgt spid="1092"/>
                                        </p:tgtEl>
                                        <p:attrNameLst>
                                          <p:attrName>style.visibility</p:attrName>
                                        </p:attrNameLst>
                                      </p:cBhvr>
                                      <p:to>
                                        <p:strVal val="visible"/>
                                      </p:to>
                                    </p:set>
                                  </p:childTnLst>
                                </p:cTn>
                              </p:par>
                            </p:childTnLst>
                          </p:cTn>
                        </p:par>
                        <p:par>
                          <p:cTn id="31" fill="hold">
                            <p:stCondLst>
                              <p:cond delay="2250"/>
                            </p:stCondLst>
                            <p:childTnLst>
                              <p:par>
                                <p:cTn id="32" presetID="1" presetClass="entr" presetSubtype="0" fill="hold" nodeType="afterEffect">
                                  <p:stCondLst>
                                    <p:cond delay="250"/>
                                  </p:stCondLst>
                                  <p:childTnLst>
                                    <p:set>
                                      <p:cBhvr>
                                        <p:cTn id="33" dur="1" fill="hold">
                                          <p:stCondLst>
                                            <p:cond delay="0"/>
                                          </p:stCondLst>
                                        </p:cTn>
                                        <p:tgtEl>
                                          <p:spTgt spid="1090"/>
                                        </p:tgtEl>
                                        <p:attrNameLst>
                                          <p:attrName>style.visibility</p:attrName>
                                        </p:attrNameLst>
                                      </p:cBhvr>
                                      <p:to>
                                        <p:strVal val="visible"/>
                                      </p:to>
                                    </p:set>
                                  </p:childTnLst>
                                </p:cTn>
                              </p:par>
                            </p:childTnLst>
                          </p:cTn>
                        </p:par>
                        <p:par>
                          <p:cTn id="34" fill="hold">
                            <p:stCondLst>
                              <p:cond delay="2500"/>
                            </p:stCondLst>
                            <p:childTnLst>
                              <p:par>
                                <p:cTn id="35" presetID="1" presetClass="entr" presetSubtype="0" fill="hold" nodeType="afterEffect">
                                  <p:stCondLst>
                                    <p:cond delay="250"/>
                                  </p:stCondLst>
                                  <p:childTnLst>
                                    <p:set>
                                      <p:cBhvr>
                                        <p:cTn id="36" dur="1" fill="hold">
                                          <p:stCondLst>
                                            <p:cond delay="0"/>
                                          </p:stCondLst>
                                        </p:cTn>
                                        <p:tgtEl>
                                          <p:spTgt spid="1084"/>
                                        </p:tgtEl>
                                        <p:attrNameLst>
                                          <p:attrName>style.visibility</p:attrName>
                                        </p:attrNameLst>
                                      </p:cBhvr>
                                      <p:to>
                                        <p:strVal val="visible"/>
                                      </p:to>
                                    </p:set>
                                  </p:childTnLst>
                                </p:cTn>
                              </p:par>
                            </p:childTnLst>
                          </p:cTn>
                        </p:par>
                        <p:par>
                          <p:cTn id="37" fill="hold">
                            <p:stCondLst>
                              <p:cond delay="2750"/>
                            </p:stCondLst>
                            <p:childTnLst>
                              <p:par>
                                <p:cTn id="38" presetID="1" presetClass="entr" presetSubtype="0" fill="hold" grpId="0" nodeType="afterEffect">
                                  <p:stCondLst>
                                    <p:cond delay="250"/>
                                  </p:stCondLst>
                                  <p:childTnLst>
                                    <p:set>
                                      <p:cBhvr>
                                        <p:cTn id="39"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3" grpId="0" animBg="1"/>
      <p:bldP spid="1223" grpId="0" animBg="1"/>
      <p:bldP spid="50" grpId="0"/>
      <p:bldP spid="52" grpId="0"/>
      <p:bldP spid="55"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idx="1"/>
          </p:nvPr>
        </p:nvSpPr>
        <p:spPr>
          <a:xfrm>
            <a:off x="523139" y="2460633"/>
            <a:ext cx="7694744" cy="2055983"/>
          </a:xfrm>
        </p:spPr>
        <p:txBody>
          <a:bodyPr>
            <a:noAutofit/>
          </a:bodyPr>
          <a:lstStyle/>
          <a:p>
            <a:pPr algn="ctr" rtl="1"/>
            <a:r>
              <a:rPr lang="ar-SA" sz="3200" b="1" dirty="0">
                <a:solidFill>
                  <a:srgbClr val="ED7D31"/>
                </a:solidFill>
              </a:rPr>
              <a:t>وهناك من يصنف الألعاب التعليمية أو التربوية تبعاً لمراحل النمو إلى ثلاثة أنواع: الألعاب ذات القواعد، والألعاب التدريبية، والألعاب الرمزية، وهناك من يصنفها بحسب عدد الأفراد والزمن والهدف للع</a:t>
            </a:r>
            <a:endParaRPr lang="en-AU" sz="3200" b="1" dirty="0">
              <a:solidFill>
                <a:srgbClr val="ED7D31"/>
              </a:solidFill>
            </a:endParaRPr>
          </a:p>
        </p:txBody>
      </p:sp>
      <p:grpSp>
        <p:nvGrpSpPr>
          <p:cNvPr id="3" name="Group 2"/>
          <p:cNvGrpSpPr/>
          <p:nvPr/>
        </p:nvGrpSpPr>
        <p:grpSpPr>
          <a:xfrm>
            <a:off x="8837646" y="1946586"/>
            <a:ext cx="3239180" cy="3187756"/>
            <a:chOff x="8010258" y="2128103"/>
            <a:chExt cx="3239180" cy="3187756"/>
          </a:xfrm>
        </p:grpSpPr>
        <p:sp>
          <p:nvSpPr>
            <p:cNvPr id="12" name="Freeform 5"/>
            <p:cNvSpPr>
              <a:spLocks noEditPoints="1"/>
            </p:cNvSpPr>
            <p:nvPr/>
          </p:nvSpPr>
          <p:spPr bwMode="auto">
            <a:xfrm>
              <a:off x="8010258" y="2241910"/>
              <a:ext cx="969011" cy="3016567"/>
            </a:xfrm>
            <a:custGeom>
              <a:avLst/>
              <a:gdLst/>
              <a:ahLst/>
              <a:cxnLst>
                <a:cxn ang="0">
                  <a:pos x="463" y="788"/>
                </a:cxn>
                <a:cxn ang="0">
                  <a:pos x="470" y="944"/>
                </a:cxn>
                <a:cxn ang="0">
                  <a:pos x="497" y="1404"/>
                </a:cxn>
                <a:cxn ang="0">
                  <a:pos x="485" y="1473"/>
                </a:cxn>
                <a:cxn ang="0">
                  <a:pos x="509" y="1592"/>
                </a:cxn>
                <a:cxn ang="0">
                  <a:pos x="386" y="1521"/>
                </a:cxn>
                <a:cxn ang="0">
                  <a:pos x="349" y="1293"/>
                </a:cxn>
                <a:cxn ang="0">
                  <a:pos x="354" y="1113"/>
                </a:cxn>
                <a:cxn ang="0">
                  <a:pos x="301" y="973"/>
                </a:cxn>
                <a:cxn ang="0">
                  <a:pos x="279" y="1144"/>
                </a:cxn>
                <a:cxn ang="0">
                  <a:pos x="283" y="1349"/>
                </a:cxn>
                <a:cxn ang="0">
                  <a:pos x="308" y="1501"/>
                </a:cxn>
                <a:cxn ang="0">
                  <a:pos x="290" y="1540"/>
                </a:cxn>
                <a:cxn ang="0">
                  <a:pos x="270" y="1579"/>
                </a:cxn>
                <a:cxn ang="0">
                  <a:pos x="196" y="1603"/>
                </a:cxn>
                <a:cxn ang="0">
                  <a:pos x="192" y="1541"/>
                </a:cxn>
                <a:cxn ang="0">
                  <a:pos x="176" y="1433"/>
                </a:cxn>
                <a:cxn ang="0">
                  <a:pos x="171" y="1303"/>
                </a:cxn>
                <a:cxn ang="0">
                  <a:pos x="138" y="1082"/>
                </a:cxn>
                <a:cxn ang="0">
                  <a:pos x="115" y="941"/>
                </a:cxn>
                <a:cxn ang="0">
                  <a:pos x="24" y="874"/>
                </a:cxn>
                <a:cxn ang="0">
                  <a:pos x="14" y="848"/>
                </a:cxn>
                <a:cxn ang="0">
                  <a:pos x="11" y="479"/>
                </a:cxn>
                <a:cxn ang="0">
                  <a:pos x="108" y="264"/>
                </a:cxn>
                <a:cxn ang="0">
                  <a:pos x="176" y="217"/>
                </a:cxn>
                <a:cxn ang="0">
                  <a:pos x="159" y="156"/>
                </a:cxn>
                <a:cxn ang="0">
                  <a:pos x="146" y="92"/>
                </a:cxn>
                <a:cxn ang="0">
                  <a:pos x="295" y="92"/>
                </a:cxn>
                <a:cxn ang="0">
                  <a:pos x="293" y="144"/>
                </a:cxn>
                <a:cxn ang="0">
                  <a:pos x="283" y="172"/>
                </a:cxn>
                <a:cxn ang="0">
                  <a:pos x="304" y="231"/>
                </a:cxn>
                <a:cxn ang="0">
                  <a:pos x="409" y="260"/>
                </a:cxn>
                <a:cxn ang="0">
                  <a:pos x="457" y="306"/>
                </a:cxn>
                <a:cxn ang="0">
                  <a:pos x="472" y="389"/>
                </a:cxn>
                <a:cxn ang="0">
                  <a:pos x="494" y="532"/>
                </a:cxn>
                <a:cxn ang="0">
                  <a:pos x="500" y="582"/>
                </a:cxn>
                <a:cxn ang="0">
                  <a:pos x="498" y="634"/>
                </a:cxn>
                <a:cxn ang="0">
                  <a:pos x="475" y="785"/>
                </a:cxn>
                <a:cxn ang="0">
                  <a:pos x="193" y="359"/>
                </a:cxn>
                <a:cxn ang="0">
                  <a:pos x="383" y="694"/>
                </a:cxn>
                <a:cxn ang="0">
                  <a:pos x="324" y="529"/>
                </a:cxn>
                <a:cxn ang="0">
                  <a:pos x="299" y="423"/>
                </a:cxn>
                <a:cxn ang="0">
                  <a:pos x="281" y="220"/>
                </a:cxn>
                <a:cxn ang="0">
                  <a:pos x="244" y="305"/>
                </a:cxn>
                <a:cxn ang="0">
                  <a:pos x="201" y="258"/>
                </a:cxn>
                <a:cxn ang="0">
                  <a:pos x="179" y="220"/>
                </a:cxn>
              </a:cxnLst>
              <a:rect l="0" t="0" r="r" b="b"/>
              <a:pathLst>
                <a:path w="516" h="1608">
                  <a:moveTo>
                    <a:pt x="475" y="785"/>
                  </a:moveTo>
                  <a:cubicBezTo>
                    <a:pt x="474" y="788"/>
                    <a:pt x="466" y="786"/>
                    <a:pt x="463" y="788"/>
                  </a:cubicBezTo>
                  <a:cubicBezTo>
                    <a:pt x="468" y="818"/>
                    <a:pt x="460" y="848"/>
                    <a:pt x="460" y="873"/>
                  </a:cubicBezTo>
                  <a:cubicBezTo>
                    <a:pt x="459" y="895"/>
                    <a:pt x="466" y="920"/>
                    <a:pt x="470" y="944"/>
                  </a:cubicBezTo>
                  <a:cubicBezTo>
                    <a:pt x="481" y="1012"/>
                    <a:pt x="494" y="1085"/>
                    <a:pt x="496" y="1161"/>
                  </a:cubicBezTo>
                  <a:cubicBezTo>
                    <a:pt x="497" y="1241"/>
                    <a:pt x="497" y="1324"/>
                    <a:pt x="497" y="1404"/>
                  </a:cubicBezTo>
                  <a:cubicBezTo>
                    <a:pt x="497" y="1418"/>
                    <a:pt x="496" y="1430"/>
                    <a:pt x="494" y="1442"/>
                  </a:cubicBezTo>
                  <a:cubicBezTo>
                    <a:pt x="492" y="1453"/>
                    <a:pt x="486" y="1462"/>
                    <a:pt x="485" y="1473"/>
                  </a:cubicBezTo>
                  <a:cubicBezTo>
                    <a:pt x="482" y="1490"/>
                    <a:pt x="485" y="1509"/>
                    <a:pt x="473" y="1516"/>
                  </a:cubicBezTo>
                  <a:cubicBezTo>
                    <a:pt x="477" y="1549"/>
                    <a:pt x="516" y="1552"/>
                    <a:pt x="509" y="1592"/>
                  </a:cubicBezTo>
                  <a:cubicBezTo>
                    <a:pt x="483" y="1606"/>
                    <a:pt x="422" y="1608"/>
                    <a:pt x="417" y="1575"/>
                  </a:cubicBezTo>
                  <a:cubicBezTo>
                    <a:pt x="383" y="1580"/>
                    <a:pt x="386" y="1549"/>
                    <a:pt x="386" y="1521"/>
                  </a:cubicBezTo>
                  <a:cubicBezTo>
                    <a:pt x="387" y="1516"/>
                    <a:pt x="377" y="1520"/>
                    <a:pt x="376" y="1516"/>
                  </a:cubicBezTo>
                  <a:cubicBezTo>
                    <a:pt x="352" y="1460"/>
                    <a:pt x="350" y="1375"/>
                    <a:pt x="349" y="1293"/>
                  </a:cubicBezTo>
                  <a:cubicBezTo>
                    <a:pt x="349" y="1248"/>
                    <a:pt x="349" y="1201"/>
                    <a:pt x="351" y="1156"/>
                  </a:cubicBezTo>
                  <a:cubicBezTo>
                    <a:pt x="352" y="1142"/>
                    <a:pt x="355" y="1126"/>
                    <a:pt x="354" y="1113"/>
                  </a:cubicBezTo>
                  <a:cubicBezTo>
                    <a:pt x="353" y="1107"/>
                    <a:pt x="349" y="1097"/>
                    <a:pt x="346" y="1089"/>
                  </a:cubicBezTo>
                  <a:cubicBezTo>
                    <a:pt x="331" y="1049"/>
                    <a:pt x="316" y="1011"/>
                    <a:pt x="301" y="973"/>
                  </a:cubicBezTo>
                  <a:cubicBezTo>
                    <a:pt x="295" y="958"/>
                    <a:pt x="292" y="940"/>
                    <a:pt x="278" y="932"/>
                  </a:cubicBezTo>
                  <a:cubicBezTo>
                    <a:pt x="281" y="1000"/>
                    <a:pt x="279" y="1072"/>
                    <a:pt x="279" y="1144"/>
                  </a:cubicBezTo>
                  <a:cubicBezTo>
                    <a:pt x="279" y="1179"/>
                    <a:pt x="275" y="1213"/>
                    <a:pt x="277" y="1247"/>
                  </a:cubicBezTo>
                  <a:cubicBezTo>
                    <a:pt x="279" y="1282"/>
                    <a:pt x="278" y="1317"/>
                    <a:pt x="283" y="1349"/>
                  </a:cubicBezTo>
                  <a:cubicBezTo>
                    <a:pt x="287" y="1370"/>
                    <a:pt x="293" y="1391"/>
                    <a:pt x="298" y="1412"/>
                  </a:cubicBezTo>
                  <a:cubicBezTo>
                    <a:pt x="305" y="1442"/>
                    <a:pt x="312" y="1467"/>
                    <a:pt x="308" y="1501"/>
                  </a:cubicBezTo>
                  <a:cubicBezTo>
                    <a:pt x="307" y="1508"/>
                    <a:pt x="306" y="1518"/>
                    <a:pt x="304" y="1523"/>
                  </a:cubicBezTo>
                  <a:cubicBezTo>
                    <a:pt x="301" y="1530"/>
                    <a:pt x="292" y="1533"/>
                    <a:pt x="290" y="1540"/>
                  </a:cubicBezTo>
                  <a:cubicBezTo>
                    <a:pt x="287" y="1550"/>
                    <a:pt x="292" y="1563"/>
                    <a:pt x="287" y="1572"/>
                  </a:cubicBezTo>
                  <a:cubicBezTo>
                    <a:pt x="283" y="1577"/>
                    <a:pt x="277" y="1577"/>
                    <a:pt x="270" y="1579"/>
                  </a:cubicBezTo>
                  <a:cubicBezTo>
                    <a:pt x="256" y="1586"/>
                    <a:pt x="238" y="1602"/>
                    <a:pt x="224" y="1605"/>
                  </a:cubicBezTo>
                  <a:cubicBezTo>
                    <a:pt x="216" y="1606"/>
                    <a:pt x="206" y="1603"/>
                    <a:pt x="196" y="1603"/>
                  </a:cubicBezTo>
                  <a:cubicBezTo>
                    <a:pt x="178" y="1601"/>
                    <a:pt x="164" y="1602"/>
                    <a:pt x="166" y="1580"/>
                  </a:cubicBezTo>
                  <a:cubicBezTo>
                    <a:pt x="167" y="1564"/>
                    <a:pt x="186" y="1552"/>
                    <a:pt x="192" y="1541"/>
                  </a:cubicBezTo>
                  <a:cubicBezTo>
                    <a:pt x="201" y="1522"/>
                    <a:pt x="199" y="1480"/>
                    <a:pt x="191" y="1458"/>
                  </a:cubicBezTo>
                  <a:cubicBezTo>
                    <a:pt x="187" y="1449"/>
                    <a:pt x="178" y="1442"/>
                    <a:pt x="176" y="1433"/>
                  </a:cubicBezTo>
                  <a:cubicBezTo>
                    <a:pt x="171" y="1415"/>
                    <a:pt x="172" y="1388"/>
                    <a:pt x="173" y="1366"/>
                  </a:cubicBezTo>
                  <a:cubicBezTo>
                    <a:pt x="174" y="1344"/>
                    <a:pt x="173" y="1323"/>
                    <a:pt x="171" y="1303"/>
                  </a:cubicBezTo>
                  <a:cubicBezTo>
                    <a:pt x="167" y="1261"/>
                    <a:pt x="165" y="1218"/>
                    <a:pt x="161" y="1176"/>
                  </a:cubicBezTo>
                  <a:cubicBezTo>
                    <a:pt x="158" y="1143"/>
                    <a:pt x="145" y="1112"/>
                    <a:pt x="138" y="1082"/>
                  </a:cubicBezTo>
                  <a:cubicBezTo>
                    <a:pt x="134" y="1067"/>
                    <a:pt x="130" y="1050"/>
                    <a:pt x="127" y="1035"/>
                  </a:cubicBezTo>
                  <a:cubicBezTo>
                    <a:pt x="120" y="1006"/>
                    <a:pt x="112" y="977"/>
                    <a:pt x="115" y="941"/>
                  </a:cubicBezTo>
                  <a:cubicBezTo>
                    <a:pt x="89" y="937"/>
                    <a:pt x="66" y="941"/>
                    <a:pt x="51" y="927"/>
                  </a:cubicBezTo>
                  <a:cubicBezTo>
                    <a:pt x="39" y="918"/>
                    <a:pt x="26" y="891"/>
                    <a:pt x="24" y="874"/>
                  </a:cubicBezTo>
                  <a:cubicBezTo>
                    <a:pt x="23" y="866"/>
                    <a:pt x="23" y="859"/>
                    <a:pt x="25" y="852"/>
                  </a:cubicBezTo>
                  <a:cubicBezTo>
                    <a:pt x="25" y="847"/>
                    <a:pt x="15" y="852"/>
                    <a:pt x="14" y="848"/>
                  </a:cubicBezTo>
                  <a:cubicBezTo>
                    <a:pt x="10" y="782"/>
                    <a:pt x="0" y="717"/>
                    <a:pt x="0" y="647"/>
                  </a:cubicBezTo>
                  <a:cubicBezTo>
                    <a:pt x="1" y="592"/>
                    <a:pt x="9" y="536"/>
                    <a:pt x="11" y="479"/>
                  </a:cubicBezTo>
                  <a:cubicBezTo>
                    <a:pt x="12" y="422"/>
                    <a:pt x="15" y="364"/>
                    <a:pt x="24" y="310"/>
                  </a:cubicBezTo>
                  <a:cubicBezTo>
                    <a:pt x="50" y="295"/>
                    <a:pt x="77" y="277"/>
                    <a:pt x="108" y="264"/>
                  </a:cubicBezTo>
                  <a:cubicBezTo>
                    <a:pt x="120" y="259"/>
                    <a:pt x="135" y="256"/>
                    <a:pt x="144" y="249"/>
                  </a:cubicBezTo>
                  <a:cubicBezTo>
                    <a:pt x="154" y="242"/>
                    <a:pt x="174" y="227"/>
                    <a:pt x="176" y="217"/>
                  </a:cubicBezTo>
                  <a:cubicBezTo>
                    <a:pt x="179" y="199"/>
                    <a:pt x="171" y="184"/>
                    <a:pt x="167" y="172"/>
                  </a:cubicBezTo>
                  <a:cubicBezTo>
                    <a:pt x="164" y="166"/>
                    <a:pt x="162" y="159"/>
                    <a:pt x="159" y="156"/>
                  </a:cubicBezTo>
                  <a:cubicBezTo>
                    <a:pt x="154" y="149"/>
                    <a:pt x="146" y="148"/>
                    <a:pt x="142" y="142"/>
                  </a:cubicBezTo>
                  <a:cubicBezTo>
                    <a:pt x="135" y="129"/>
                    <a:pt x="132" y="97"/>
                    <a:pt x="146" y="92"/>
                  </a:cubicBezTo>
                  <a:cubicBezTo>
                    <a:pt x="148" y="42"/>
                    <a:pt x="164" y="7"/>
                    <a:pt x="213" y="3"/>
                  </a:cubicBezTo>
                  <a:cubicBezTo>
                    <a:pt x="269" y="0"/>
                    <a:pt x="302" y="30"/>
                    <a:pt x="295" y="92"/>
                  </a:cubicBezTo>
                  <a:cubicBezTo>
                    <a:pt x="297" y="99"/>
                    <a:pt x="302" y="98"/>
                    <a:pt x="304" y="105"/>
                  </a:cubicBezTo>
                  <a:cubicBezTo>
                    <a:pt x="307" y="119"/>
                    <a:pt x="300" y="137"/>
                    <a:pt x="293" y="144"/>
                  </a:cubicBezTo>
                  <a:cubicBezTo>
                    <a:pt x="290" y="147"/>
                    <a:pt x="287" y="148"/>
                    <a:pt x="285" y="152"/>
                  </a:cubicBezTo>
                  <a:cubicBezTo>
                    <a:pt x="284" y="156"/>
                    <a:pt x="285" y="165"/>
                    <a:pt x="283" y="172"/>
                  </a:cubicBezTo>
                  <a:cubicBezTo>
                    <a:pt x="282" y="181"/>
                    <a:pt x="277" y="197"/>
                    <a:pt x="281" y="210"/>
                  </a:cubicBezTo>
                  <a:cubicBezTo>
                    <a:pt x="282" y="216"/>
                    <a:pt x="296" y="227"/>
                    <a:pt x="304" y="231"/>
                  </a:cubicBezTo>
                  <a:cubicBezTo>
                    <a:pt x="314" y="235"/>
                    <a:pt x="328" y="236"/>
                    <a:pt x="340" y="240"/>
                  </a:cubicBezTo>
                  <a:cubicBezTo>
                    <a:pt x="363" y="247"/>
                    <a:pt x="384" y="253"/>
                    <a:pt x="409" y="260"/>
                  </a:cubicBezTo>
                  <a:cubicBezTo>
                    <a:pt x="423" y="265"/>
                    <a:pt x="437" y="267"/>
                    <a:pt x="444" y="275"/>
                  </a:cubicBezTo>
                  <a:cubicBezTo>
                    <a:pt x="449" y="281"/>
                    <a:pt x="453" y="295"/>
                    <a:pt x="457" y="306"/>
                  </a:cubicBezTo>
                  <a:cubicBezTo>
                    <a:pt x="461" y="317"/>
                    <a:pt x="465" y="329"/>
                    <a:pt x="467" y="338"/>
                  </a:cubicBezTo>
                  <a:cubicBezTo>
                    <a:pt x="470" y="355"/>
                    <a:pt x="469" y="372"/>
                    <a:pt x="472" y="389"/>
                  </a:cubicBezTo>
                  <a:cubicBezTo>
                    <a:pt x="477" y="421"/>
                    <a:pt x="482" y="452"/>
                    <a:pt x="487" y="485"/>
                  </a:cubicBezTo>
                  <a:cubicBezTo>
                    <a:pt x="489" y="501"/>
                    <a:pt x="490" y="518"/>
                    <a:pt x="494" y="532"/>
                  </a:cubicBezTo>
                  <a:cubicBezTo>
                    <a:pt x="497" y="542"/>
                    <a:pt x="507" y="551"/>
                    <a:pt x="507" y="563"/>
                  </a:cubicBezTo>
                  <a:cubicBezTo>
                    <a:pt x="507" y="570"/>
                    <a:pt x="501" y="576"/>
                    <a:pt x="500" y="582"/>
                  </a:cubicBezTo>
                  <a:cubicBezTo>
                    <a:pt x="500" y="588"/>
                    <a:pt x="505" y="593"/>
                    <a:pt x="505" y="599"/>
                  </a:cubicBezTo>
                  <a:cubicBezTo>
                    <a:pt x="506" y="613"/>
                    <a:pt x="500" y="624"/>
                    <a:pt x="498" y="634"/>
                  </a:cubicBezTo>
                  <a:cubicBezTo>
                    <a:pt x="495" y="646"/>
                    <a:pt x="495" y="660"/>
                    <a:pt x="493" y="673"/>
                  </a:cubicBezTo>
                  <a:cubicBezTo>
                    <a:pt x="488" y="708"/>
                    <a:pt x="480" y="750"/>
                    <a:pt x="475" y="785"/>
                  </a:cubicBezTo>
                  <a:close/>
                  <a:moveTo>
                    <a:pt x="177" y="222"/>
                  </a:moveTo>
                  <a:cubicBezTo>
                    <a:pt x="171" y="267"/>
                    <a:pt x="183" y="313"/>
                    <a:pt x="193" y="359"/>
                  </a:cubicBezTo>
                  <a:cubicBezTo>
                    <a:pt x="213" y="461"/>
                    <a:pt x="204" y="581"/>
                    <a:pt x="208" y="694"/>
                  </a:cubicBezTo>
                  <a:cubicBezTo>
                    <a:pt x="266" y="693"/>
                    <a:pt x="327" y="693"/>
                    <a:pt x="383" y="694"/>
                  </a:cubicBezTo>
                  <a:cubicBezTo>
                    <a:pt x="378" y="677"/>
                    <a:pt x="370" y="659"/>
                    <a:pt x="362" y="642"/>
                  </a:cubicBezTo>
                  <a:cubicBezTo>
                    <a:pt x="347" y="606"/>
                    <a:pt x="336" y="567"/>
                    <a:pt x="324" y="529"/>
                  </a:cubicBezTo>
                  <a:cubicBezTo>
                    <a:pt x="318" y="511"/>
                    <a:pt x="310" y="492"/>
                    <a:pt x="306" y="473"/>
                  </a:cubicBezTo>
                  <a:cubicBezTo>
                    <a:pt x="302" y="458"/>
                    <a:pt x="301" y="440"/>
                    <a:pt x="299" y="423"/>
                  </a:cubicBezTo>
                  <a:cubicBezTo>
                    <a:pt x="293" y="371"/>
                    <a:pt x="288" y="317"/>
                    <a:pt x="285" y="267"/>
                  </a:cubicBezTo>
                  <a:cubicBezTo>
                    <a:pt x="284" y="252"/>
                    <a:pt x="288" y="234"/>
                    <a:pt x="281" y="220"/>
                  </a:cubicBezTo>
                  <a:cubicBezTo>
                    <a:pt x="270" y="239"/>
                    <a:pt x="263" y="261"/>
                    <a:pt x="251" y="279"/>
                  </a:cubicBezTo>
                  <a:cubicBezTo>
                    <a:pt x="251" y="290"/>
                    <a:pt x="252" y="301"/>
                    <a:pt x="244" y="305"/>
                  </a:cubicBezTo>
                  <a:cubicBezTo>
                    <a:pt x="242" y="304"/>
                    <a:pt x="245" y="297"/>
                    <a:pt x="243" y="296"/>
                  </a:cubicBezTo>
                  <a:cubicBezTo>
                    <a:pt x="225" y="286"/>
                    <a:pt x="215" y="272"/>
                    <a:pt x="201" y="258"/>
                  </a:cubicBezTo>
                  <a:cubicBezTo>
                    <a:pt x="194" y="250"/>
                    <a:pt x="185" y="241"/>
                    <a:pt x="182" y="232"/>
                  </a:cubicBezTo>
                  <a:cubicBezTo>
                    <a:pt x="181" y="228"/>
                    <a:pt x="183" y="223"/>
                    <a:pt x="179" y="220"/>
                  </a:cubicBezTo>
                  <a:cubicBezTo>
                    <a:pt x="177" y="220"/>
                    <a:pt x="177" y="221"/>
                    <a:pt x="177" y="222"/>
                  </a:cubicBezTo>
                  <a:close/>
                </a:path>
              </a:pathLst>
            </a:custGeom>
            <a:solidFill>
              <a:schemeClr val="accent4"/>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9" name="Gruppe 92"/>
            <p:cNvGrpSpPr>
              <a:grpSpLocks/>
            </p:cNvGrpSpPr>
            <p:nvPr/>
          </p:nvGrpSpPr>
          <p:grpSpPr bwMode="auto">
            <a:xfrm flipH="1">
              <a:off x="10093070" y="2128103"/>
              <a:ext cx="1156368" cy="3128723"/>
              <a:chOff x="3176834" y="3904792"/>
              <a:chExt cx="823514" cy="2228684"/>
            </a:xfrm>
            <a:solidFill>
              <a:schemeClr val="accent1"/>
            </a:solidFill>
          </p:grpSpPr>
          <p:grpSp>
            <p:nvGrpSpPr>
              <p:cNvPr id="16" name="Gruppe 52"/>
              <p:cNvGrpSpPr>
                <a:grpSpLocks/>
              </p:cNvGrpSpPr>
              <p:nvPr/>
            </p:nvGrpSpPr>
            <p:grpSpPr bwMode="auto">
              <a:xfrm>
                <a:off x="3176834" y="3904792"/>
                <a:ext cx="823514" cy="2228684"/>
                <a:chOff x="3612263" y="3839478"/>
                <a:chExt cx="823514" cy="2228684"/>
              </a:xfrm>
              <a:grpFill/>
            </p:grpSpPr>
            <p:sp>
              <p:nvSpPr>
                <p:cNvPr id="19" name="Freeform 137"/>
                <p:cNvSpPr>
                  <a:spLocks noEditPoints="1"/>
                </p:cNvSpPr>
                <p:nvPr/>
              </p:nvSpPr>
              <p:spPr bwMode="auto">
                <a:xfrm>
                  <a:off x="3804323" y="4157631"/>
                  <a:ext cx="588073" cy="1305483"/>
                </a:xfrm>
                <a:custGeom>
                  <a:avLst/>
                  <a:gdLst>
                    <a:gd name="T0" fmla="*/ 811490228 w 350"/>
                    <a:gd name="T1" fmla="*/ 413305594 h 774"/>
                    <a:gd name="T2" fmla="*/ 756046810 w 350"/>
                    <a:gd name="T3" fmla="*/ 257055956 h 774"/>
                    <a:gd name="T4" fmla="*/ 756046810 w 350"/>
                    <a:gd name="T5" fmla="*/ 221773779 h 774"/>
                    <a:gd name="T6" fmla="*/ 740925878 w 350"/>
                    <a:gd name="T7" fmla="*/ 181451242 h 774"/>
                    <a:gd name="T8" fmla="*/ 725804945 w 350"/>
                    <a:gd name="T9" fmla="*/ 115927201 h 774"/>
                    <a:gd name="T10" fmla="*/ 705643702 w 350"/>
                    <a:gd name="T11" fmla="*/ 90725621 h 774"/>
                    <a:gd name="T12" fmla="*/ 650200284 w 350"/>
                    <a:gd name="T13" fmla="*/ 65524067 h 774"/>
                    <a:gd name="T14" fmla="*/ 569555312 w 350"/>
                    <a:gd name="T15" fmla="*/ 45362811 h 774"/>
                    <a:gd name="T16" fmla="*/ 302418744 w 350"/>
                    <a:gd name="T17" fmla="*/ 0 h 774"/>
                    <a:gd name="T18" fmla="*/ 246975326 w 350"/>
                    <a:gd name="T19" fmla="*/ 10080625 h 774"/>
                    <a:gd name="T20" fmla="*/ 191531858 w 350"/>
                    <a:gd name="T21" fmla="*/ 35282189 h 774"/>
                    <a:gd name="T22" fmla="*/ 105846575 w 350"/>
                    <a:gd name="T23" fmla="*/ 70564378 h 774"/>
                    <a:gd name="T24" fmla="*/ 30241877 w 350"/>
                    <a:gd name="T25" fmla="*/ 90725621 h 774"/>
                    <a:gd name="T26" fmla="*/ 15120938 w 350"/>
                    <a:gd name="T27" fmla="*/ 105846579 h 774"/>
                    <a:gd name="T28" fmla="*/ 0 w 350"/>
                    <a:gd name="T29" fmla="*/ 151209377 h 774"/>
                    <a:gd name="T30" fmla="*/ 15120938 w 350"/>
                    <a:gd name="T31" fmla="*/ 216733468 h 774"/>
                    <a:gd name="T32" fmla="*/ 45362809 w 350"/>
                    <a:gd name="T33" fmla="*/ 267136577 h 774"/>
                    <a:gd name="T34" fmla="*/ 105846575 w 350"/>
                    <a:gd name="T35" fmla="*/ 524192533 h 774"/>
                    <a:gd name="T36" fmla="*/ 151209372 w 350"/>
                    <a:gd name="T37" fmla="*/ 635079373 h 774"/>
                    <a:gd name="T38" fmla="*/ 181451236 w 350"/>
                    <a:gd name="T39" fmla="*/ 715724348 h 774"/>
                    <a:gd name="T40" fmla="*/ 211693150 w 350"/>
                    <a:gd name="T41" fmla="*/ 801409633 h 774"/>
                    <a:gd name="T42" fmla="*/ 196572169 w 350"/>
                    <a:gd name="T43" fmla="*/ 871974184 h 774"/>
                    <a:gd name="T44" fmla="*/ 161289993 w 350"/>
                    <a:gd name="T45" fmla="*/ 1003022268 h 774"/>
                    <a:gd name="T46" fmla="*/ 120967507 w 350"/>
                    <a:gd name="T47" fmla="*/ 1169352528 h 774"/>
                    <a:gd name="T48" fmla="*/ 115927197 w 350"/>
                    <a:gd name="T49" fmla="*/ 1229836259 h 774"/>
                    <a:gd name="T50" fmla="*/ 146169061 w 350"/>
                    <a:gd name="T51" fmla="*/ 1244957192 h 774"/>
                    <a:gd name="T52" fmla="*/ 146169061 w 350"/>
                    <a:gd name="T53" fmla="*/ 1401206830 h 774"/>
                    <a:gd name="T54" fmla="*/ 156249683 w 350"/>
                    <a:gd name="T55" fmla="*/ 1653222375 h 774"/>
                    <a:gd name="T56" fmla="*/ 156249683 w 350"/>
                    <a:gd name="T57" fmla="*/ 1718746814 h 774"/>
                    <a:gd name="T58" fmla="*/ 156249683 w 350"/>
                    <a:gd name="T59" fmla="*/ 1789311167 h 774"/>
                    <a:gd name="T60" fmla="*/ 156249683 w 350"/>
                    <a:gd name="T61" fmla="*/ 1895157696 h 774"/>
                    <a:gd name="T62" fmla="*/ 272176879 w 350"/>
                    <a:gd name="T63" fmla="*/ 1940520494 h 774"/>
                    <a:gd name="T64" fmla="*/ 342741230 w 350"/>
                    <a:gd name="T65" fmla="*/ 1950601116 h 774"/>
                    <a:gd name="T66" fmla="*/ 493950651 w 350"/>
                    <a:gd name="T67" fmla="*/ 1925399561 h 774"/>
                    <a:gd name="T68" fmla="*/ 665321216 w 350"/>
                    <a:gd name="T69" fmla="*/ 1880036763 h 774"/>
                    <a:gd name="T70" fmla="*/ 781248363 w 350"/>
                    <a:gd name="T71" fmla="*/ 1834673965 h 774"/>
                    <a:gd name="T72" fmla="*/ 826611160 w 350"/>
                    <a:gd name="T73" fmla="*/ 1703625881 h 774"/>
                    <a:gd name="T74" fmla="*/ 821570849 w 350"/>
                    <a:gd name="T75" fmla="*/ 1340723099 h 774"/>
                    <a:gd name="T76" fmla="*/ 821570849 w 350"/>
                    <a:gd name="T77" fmla="*/ 1159271906 h 774"/>
                    <a:gd name="T78" fmla="*/ 796369296 w 350"/>
                    <a:gd name="T79" fmla="*/ 1028223823 h 774"/>
                    <a:gd name="T80" fmla="*/ 776208053 w 350"/>
                    <a:gd name="T81" fmla="*/ 967740092 h 774"/>
                    <a:gd name="T82" fmla="*/ 861893534 w 350"/>
                    <a:gd name="T83" fmla="*/ 751006524 h 774"/>
                    <a:gd name="T84" fmla="*/ 877014466 w 350"/>
                    <a:gd name="T85" fmla="*/ 705643726 h 774"/>
                    <a:gd name="T86" fmla="*/ 877014466 w 350"/>
                    <a:gd name="T87" fmla="*/ 685482482 h 774"/>
                    <a:gd name="T88" fmla="*/ 705643702 w 350"/>
                    <a:gd name="T89" fmla="*/ 619958440 h 774"/>
                    <a:gd name="T90" fmla="*/ 685482459 w 350"/>
                    <a:gd name="T91" fmla="*/ 650200306 h 774"/>
                    <a:gd name="T92" fmla="*/ 700603392 w 350"/>
                    <a:gd name="T93" fmla="*/ 594756886 h 774"/>
                    <a:gd name="T94" fmla="*/ 710684013 w 350"/>
                    <a:gd name="T95" fmla="*/ 604837508 h 774"/>
                    <a:gd name="T96" fmla="*/ 705643702 w 350"/>
                    <a:gd name="T97" fmla="*/ 619958440 h 7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0"/>
                    <a:gd name="T148" fmla="*/ 0 h 774"/>
                    <a:gd name="T149" fmla="*/ 350 w 350"/>
                    <a:gd name="T150" fmla="*/ 774 h 7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0" h="774">
                      <a:moveTo>
                        <a:pt x="344" y="262"/>
                      </a:moveTo>
                      <a:lnTo>
                        <a:pt x="344" y="262"/>
                      </a:lnTo>
                      <a:lnTo>
                        <a:pt x="322" y="164"/>
                      </a:lnTo>
                      <a:lnTo>
                        <a:pt x="300" y="102"/>
                      </a:lnTo>
                      <a:lnTo>
                        <a:pt x="300" y="96"/>
                      </a:lnTo>
                      <a:lnTo>
                        <a:pt x="300" y="88"/>
                      </a:lnTo>
                      <a:lnTo>
                        <a:pt x="296" y="80"/>
                      </a:lnTo>
                      <a:lnTo>
                        <a:pt x="294" y="76"/>
                      </a:lnTo>
                      <a:lnTo>
                        <a:pt x="294" y="72"/>
                      </a:lnTo>
                      <a:lnTo>
                        <a:pt x="292" y="56"/>
                      </a:lnTo>
                      <a:lnTo>
                        <a:pt x="288" y="46"/>
                      </a:lnTo>
                      <a:lnTo>
                        <a:pt x="284" y="40"/>
                      </a:lnTo>
                      <a:lnTo>
                        <a:pt x="280" y="36"/>
                      </a:lnTo>
                      <a:lnTo>
                        <a:pt x="270" y="30"/>
                      </a:lnTo>
                      <a:lnTo>
                        <a:pt x="260" y="26"/>
                      </a:lnTo>
                      <a:lnTo>
                        <a:pt x="258" y="26"/>
                      </a:lnTo>
                      <a:lnTo>
                        <a:pt x="234" y="20"/>
                      </a:lnTo>
                      <a:lnTo>
                        <a:pt x="226" y="18"/>
                      </a:lnTo>
                      <a:lnTo>
                        <a:pt x="212" y="14"/>
                      </a:lnTo>
                      <a:lnTo>
                        <a:pt x="176" y="8"/>
                      </a:lnTo>
                      <a:lnTo>
                        <a:pt x="120" y="0"/>
                      </a:lnTo>
                      <a:lnTo>
                        <a:pt x="112" y="0"/>
                      </a:lnTo>
                      <a:lnTo>
                        <a:pt x="98" y="4"/>
                      </a:lnTo>
                      <a:lnTo>
                        <a:pt x="84" y="8"/>
                      </a:lnTo>
                      <a:lnTo>
                        <a:pt x="76" y="14"/>
                      </a:lnTo>
                      <a:lnTo>
                        <a:pt x="68" y="18"/>
                      </a:lnTo>
                      <a:lnTo>
                        <a:pt x="58" y="22"/>
                      </a:lnTo>
                      <a:lnTo>
                        <a:pt x="42" y="28"/>
                      </a:lnTo>
                      <a:lnTo>
                        <a:pt x="28" y="32"/>
                      </a:lnTo>
                      <a:lnTo>
                        <a:pt x="12" y="36"/>
                      </a:lnTo>
                      <a:lnTo>
                        <a:pt x="8" y="38"/>
                      </a:lnTo>
                      <a:lnTo>
                        <a:pt x="6" y="42"/>
                      </a:lnTo>
                      <a:lnTo>
                        <a:pt x="4" y="48"/>
                      </a:lnTo>
                      <a:lnTo>
                        <a:pt x="0" y="60"/>
                      </a:lnTo>
                      <a:lnTo>
                        <a:pt x="0" y="70"/>
                      </a:lnTo>
                      <a:lnTo>
                        <a:pt x="2" y="80"/>
                      </a:lnTo>
                      <a:lnTo>
                        <a:pt x="6" y="86"/>
                      </a:lnTo>
                      <a:lnTo>
                        <a:pt x="18" y="106"/>
                      </a:lnTo>
                      <a:lnTo>
                        <a:pt x="30" y="158"/>
                      </a:lnTo>
                      <a:lnTo>
                        <a:pt x="42" y="208"/>
                      </a:lnTo>
                      <a:lnTo>
                        <a:pt x="50" y="224"/>
                      </a:lnTo>
                      <a:lnTo>
                        <a:pt x="56" y="240"/>
                      </a:lnTo>
                      <a:lnTo>
                        <a:pt x="60" y="252"/>
                      </a:lnTo>
                      <a:lnTo>
                        <a:pt x="64" y="266"/>
                      </a:lnTo>
                      <a:lnTo>
                        <a:pt x="72" y="284"/>
                      </a:lnTo>
                      <a:lnTo>
                        <a:pt x="80" y="304"/>
                      </a:lnTo>
                      <a:lnTo>
                        <a:pt x="82" y="312"/>
                      </a:lnTo>
                      <a:lnTo>
                        <a:pt x="84" y="318"/>
                      </a:lnTo>
                      <a:lnTo>
                        <a:pt x="82" y="332"/>
                      </a:lnTo>
                      <a:lnTo>
                        <a:pt x="78" y="346"/>
                      </a:lnTo>
                      <a:lnTo>
                        <a:pt x="72" y="364"/>
                      </a:lnTo>
                      <a:lnTo>
                        <a:pt x="64" y="398"/>
                      </a:lnTo>
                      <a:lnTo>
                        <a:pt x="54" y="438"/>
                      </a:lnTo>
                      <a:lnTo>
                        <a:pt x="48" y="464"/>
                      </a:lnTo>
                      <a:lnTo>
                        <a:pt x="42" y="484"/>
                      </a:lnTo>
                      <a:lnTo>
                        <a:pt x="46" y="488"/>
                      </a:lnTo>
                      <a:lnTo>
                        <a:pt x="52" y="492"/>
                      </a:lnTo>
                      <a:lnTo>
                        <a:pt x="58" y="494"/>
                      </a:lnTo>
                      <a:lnTo>
                        <a:pt x="58" y="506"/>
                      </a:lnTo>
                      <a:lnTo>
                        <a:pt x="58" y="524"/>
                      </a:lnTo>
                      <a:lnTo>
                        <a:pt x="58" y="556"/>
                      </a:lnTo>
                      <a:lnTo>
                        <a:pt x="60" y="606"/>
                      </a:lnTo>
                      <a:lnTo>
                        <a:pt x="62" y="656"/>
                      </a:lnTo>
                      <a:lnTo>
                        <a:pt x="62" y="672"/>
                      </a:lnTo>
                      <a:lnTo>
                        <a:pt x="62" y="682"/>
                      </a:lnTo>
                      <a:lnTo>
                        <a:pt x="62" y="710"/>
                      </a:lnTo>
                      <a:lnTo>
                        <a:pt x="62" y="732"/>
                      </a:lnTo>
                      <a:lnTo>
                        <a:pt x="62" y="752"/>
                      </a:lnTo>
                      <a:lnTo>
                        <a:pt x="72" y="756"/>
                      </a:lnTo>
                      <a:lnTo>
                        <a:pt x="108" y="770"/>
                      </a:lnTo>
                      <a:lnTo>
                        <a:pt x="122" y="774"/>
                      </a:lnTo>
                      <a:lnTo>
                        <a:pt x="136" y="774"/>
                      </a:lnTo>
                      <a:lnTo>
                        <a:pt x="152" y="774"/>
                      </a:lnTo>
                      <a:lnTo>
                        <a:pt x="168" y="770"/>
                      </a:lnTo>
                      <a:lnTo>
                        <a:pt x="196" y="764"/>
                      </a:lnTo>
                      <a:lnTo>
                        <a:pt x="214" y="760"/>
                      </a:lnTo>
                      <a:lnTo>
                        <a:pt x="264" y="746"/>
                      </a:lnTo>
                      <a:lnTo>
                        <a:pt x="288" y="738"/>
                      </a:lnTo>
                      <a:lnTo>
                        <a:pt x="310" y="728"/>
                      </a:lnTo>
                      <a:lnTo>
                        <a:pt x="330" y="716"/>
                      </a:lnTo>
                      <a:lnTo>
                        <a:pt x="328" y="676"/>
                      </a:lnTo>
                      <a:lnTo>
                        <a:pt x="326" y="616"/>
                      </a:lnTo>
                      <a:lnTo>
                        <a:pt x="326" y="532"/>
                      </a:lnTo>
                      <a:lnTo>
                        <a:pt x="324" y="468"/>
                      </a:lnTo>
                      <a:lnTo>
                        <a:pt x="326" y="460"/>
                      </a:lnTo>
                      <a:lnTo>
                        <a:pt x="326" y="446"/>
                      </a:lnTo>
                      <a:lnTo>
                        <a:pt x="324" y="434"/>
                      </a:lnTo>
                      <a:lnTo>
                        <a:pt x="316" y="408"/>
                      </a:lnTo>
                      <a:lnTo>
                        <a:pt x="310" y="392"/>
                      </a:lnTo>
                      <a:lnTo>
                        <a:pt x="308" y="384"/>
                      </a:lnTo>
                      <a:lnTo>
                        <a:pt x="324" y="344"/>
                      </a:lnTo>
                      <a:lnTo>
                        <a:pt x="338" y="314"/>
                      </a:lnTo>
                      <a:lnTo>
                        <a:pt x="342" y="298"/>
                      </a:lnTo>
                      <a:lnTo>
                        <a:pt x="344" y="290"/>
                      </a:lnTo>
                      <a:lnTo>
                        <a:pt x="348" y="280"/>
                      </a:lnTo>
                      <a:lnTo>
                        <a:pt x="350" y="276"/>
                      </a:lnTo>
                      <a:lnTo>
                        <a:pt x="348" y="272"/>
                      </a:lnTo>
                      <a:lnTo>
                        <a:pt x="344" y="262"/>
                      </a:lnTo>
                      <a:close/>
                      <a:moveTo>
                        <a:pt x="280" y="246"/>
                      </a:moveTo>
                      <a:lnTo>
                        <a:pt x="276" y="250"/>
                      </a:lnTo>
                      <a:lnTo>
                        <a:pt x="276" y="256"/>
                      </a:lnTo>
                      <a:lnTo>
                        <a:pt x="272" y="258"/>
                      </a:lnTo>
                      <a:lnTo>
                        <a:pt x="274" y="236"/>
                      </a:lnTo>
                      <a:lnTo>
                        <a:pt x="278" y="236"/>
                      </a:lnTo>
                      <a:lnTo>
                        <a:pt x="280" y="238"/>
                      </a:lnTo>
                      <a:lnTo>
                        <a:pt x="282" y="240"/>
                      </a:lnTo>
                      <a:lnTo>
                        <a:pt x="282" y="246"/>
                      </a:lnTo>
                      <a:lnTo>
                        <a:pt x="280" y="24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0" name="Freeform 139"/>
                <p:cNvSpPr>
                  <a:spLocks/>
                </p:cNvSpPr>
                <p:nvPr/>
              </p:nvSpPr>
              <p:spPr bwMode="auto">
                <a:xfrm>
                  <a:off x="3882332" y="3839514"/>
                  <a:ext cx="339041" cy="366135"/>
                </a:xfrm>
                <a:custGeom>
                  <a:avLst/>
                  <a:gdLst>
                    <a:gd name="T0" fmla="*/ 282257514 w 202"/>
                    <a:gd name="T1" fmla="*/ 10080625 h 216"/>
                    <a:gd name="T2" fmla="*/ 317539691 w 202"/>
                    <a:gd name="T3" fmla="*/ 5040313 h 216"/>
                    <a:gd name="T4" fmla="*/ 327620313 w 202"/>
                    <a:gd name="T5" fmla="*/ 10080625 h 216"/>
                    <a:gd name="T6" fmla="*/ 403224977 w 202"/>
                    <a:gd name="T7" fmla="*/ 15120939 h 216"/>
                    <a:gd name="T8" fmla="*/ 433466942 w 202"/>
                    <a:gd name="T9" fmla="*/ 30241879 h 216"/>
                    <a:gd name="T10" fmla="*/ 443547564 w 202"/>
                    <a:gd name="T11" fmla="*/ 45362812 h 216"/>
                    <a:gd name="T12" fmla="*/ 463708808 w 202"/>
                    <a:gd name="T13" fmla="*/ 100806246 h 216"/>
                    <a:gd name="T14" fmla="*/ 463708808 w 202"/>
                    <a:gd name="T15" fmla="*/ 156249693 h 216"/>
                    <a:gd name="T16" fmla="*/ 473789430 w 202"/>
                    <a:gd name="T17" fmla="*/ 226814098 h 216"/>
                    <a:gd name="T18" fmla="*/ 473789430 w 202"/>
                    <a:gd name="T19" fmla="*/ 307459075 h 216"/>
                    <a:gd name="T20" fmla="*/ 453628186 w 202"/>
                    <a:gd name="T21" fmla="*/ 372983119 h 216"/>
                    <a:gd name="T22" fmla="*/ 453628186 w 202"/>
                    <a:gd name="T23" fmla="*/ 393144363 h 216"/>
                    <a:gd name="T24" fmla="*/ 473789430 w 202"/>
                    <a:gd name="T25" fmla="*/ 443547573 h 216"/>
                    <a:gd name="T26" fmla="*/ 493950674 w 202"/>
                    <a:gd name="T27" fmla="*/ 453628195 h 216"/>
                    <a:gd name="T28" fmla="*/ 483870052 w 202"/>
                    <a:gd name="T29" fmla="*/ 453628195 h 216"/>
                    <a:gd name="T30" fmla="*/ 463708808 w 202"/>
                    <a:gd name="T31" fmla="*/ 453628195 h 216"/>
                    <a:gd name="T32" fmla="*/ 473789430 w 202"/>
                    <a:gd name="T33" fmla="*/ 478829751 h 216"/>
                    <a:gd name="T34" fmla="*/ 498990985 w 202"/>
                    <a:gd name="T35" fmla="*/ 493950684 h 216"/>
                    <a:gd name="T36" fmla="*/ 509071607 w 202"/>
                    <a:gd name="T37" fmla="*/ 488910373 h 216"/>
                    <a:gd name="T38" fmla="*/ 493950674 w 202"/>
                    <a:gd name="T39" fmla="*/ 534273172 h 216"/>
                    <a:gd name="T40" fmla="*/ 473789430 w 202"/>
                    <a:gd name="T41" fmla="*/ 544353795 h 216"/>
                    <a:gd name="T42" fmla="*/ 453628186 w 202"/>
                    <a:gd name="T43" fmla="*/ 544353795 h 216"/>
                    <a:gd name="T44" fmla="*/ 418346010 w 202"/>
                    <a:gd name="T45" fmla="*/ 534273172 h 216"/>
                    <a:gd name="T46" fmla="*/ 398184666 w 202"/>
                    <a:gd name="T47" fmla="*/ 509071617 h 216"/>
                    <a:gd name="T48" fmla="*/ 398184666 w 202"/>
                    <a:gd name="T49" fmla="*/ 493950684 h 216"/>
                    <a:gd name="T50" fmla="*/ 388104044 w 202"/>
                    <a:gd name="T51" fmla="*/ 478829751 h 216"/>
                    <a:gd name="T52" fmla="*/ 352821868 w 202"/>
                    <a:gd name="T53" fmla="*/ 468749128 h 216"/>
                    <a:gd name="T54" fmla="*/ 337700935 w 202"/>
                    <a:gd name="T55" fmla="*/ 453628195 h 216"/>
                    <a:gd name="T56" fmla="*/ 196572178 w 202"/>
                    <a:gd name="T57" fmla="*/ 453628195 h 216"/>
                    <a:gd name="T58" fmla="*/ 176410934 w 202"/>
                    <a:gd name="T59" fmla="*/ 478829751 h 216"/>
                    <a:gd name="T60" fmla="*/ 176410934 w 202"/>
                    <a:gd name="T61" fmla="*/ 504031306 h 216"/>
                    <a:gd name="T62" fmla="*/ 171370623 w 202"/>
                    <a:gd name="T63" fmla="*/ 524192550 h 216"/>
                    <a:gd name="T64" fmla="*/ 151209379 w 202"/>
                    <a:gd name="T65" fmla="*/ 534273172 h 216"/>
                    <a:gd name="T66" fmla="*/ 141128757 w 202"/>
                    <a:gd name="T67" fmla="*/ 539313484 h 216"/>
                    <a:gd name="T68" fmla="*/ 120967513 w 202"/>
                    <a:gd name="T69" fmla="*/ 534273172 h 216"/>
                    <a:gd name="T70" fmla="*/ 70564378 w 202"/>
                    <a:gd name="T71" fmla="*/ 544353795 h 216"/>
                    <a:gd name="T72" fmla="*/ 35282189 w 202"/>
                    <a:gd name="T73" fmla="*/ 529232861 h 216"/>
                    <a:gd name="T74" fmla="*/ 15120939 w 202"/>
                    <a:gd name="T75" fmla="*/ 493950684 h 216"/>
                    <a:gd name="T76" fmla="*/ 0 w 202"/>
                    <a:gd name="T77" fmla="*/ 473789440 h 216"/>
                    <a:gd name="T78" fmla="*/ 30241878 w 202"/>
                    <a:gd name="T79" fmla="*/ 478829751 h 216"/>
                    <a:gd name="T80" fmla="*/ 35282189 w 202"/>
                    <a:gd name="T81" fmla="*/ 473789440 h 216"/>
                    <a:gd name="T82" fmla="*/ 45362811 w 202"/>
                    <a:gd name="T83" fmla="*/ 458668506 h 216"/>
                    <a:gd name="T84" fmla="*/ 65524068 w 202"/>
                    <a:gd name="T85" fmla="*/ 433466951 h 216"/>
                    <a:gd name="T86" fmla="*/ 60483757 w 202"/>
                    <a:gd name="T87" fmla="*/ 398184674 h 216"/>
                    <a:gd name="T88" fmla="*/ 55443446 w 202"/>
                    <a:gd name="T89" fmla="*/ 367942808 h 216"/>
                    <a:gd name="T90" fmla="*/ 45362811 w 202"/>
                    <a:gd name="T91" fmla="*/ 312499386 h 216"/>
                    <a:gd name="T92" fmla="*/ 55443446 w 202"/>
                    <a:gd name="T93" fmla="*/ 267136586 h 216"/>
                    <a:gd name="T94" fmla="*/ 80645000 w 202"/>
                    <a:gd name="T95" fmla="*/ 196572182 h 216"/>
                    <a:gd name="T96" fmla="*/ 90725622 w 202"/>
                    <a:gd name="T97" fmla="*/ 171370626 h 216"/>
                    <a:gd name="T98" fmla="*/ 120967513 w 202"/>
                    <a:gd name="T99" fmla="*/ 105846582 h 216"/>
                    <a:gd name="T100" fmla="*/ 181451245 w 202"/>
                    <a:gd name="T101" fmla="*/ 45362812 h 216"/>
                    <a:gd name="T102" fmla="*/ 236894715 w 202"/>
                    <a:gd name="T103" fmla="*/ 5040313 h 216"/>
                    <a:gd name="T104" fmla="*/ 272176892 w 202"/>
                    <a:gd name="T105" fmla="*/ 5040313 h 216"/>
                    <a:gd name="T106" fmla="*/ 282257514 w 202"/>
                    <a:gd name="T107" fmla="*/ 10080625 h 2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2"/>
                    <a:gd name="T163" fmla="*/ 0 h 216"/>
                    <a:gd name="T164" fmla="*/ 202 w 202"/>
                    <a:gd name="T165" fmla="*/ 216 h 2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2" h="216">
                      <a:moveTo>
                        <a:pt x="112" y="4"/>
                      </a:moveTo>
                      <a:lnTo>
                        <a:pt x="112" y="4"/>
                      </a:lnTo>
                      <a:lnTo>
                        <a:pt x="120" y="2"/>
                      </a:lnTo>
                      <a:lnTo>
                        <a:pt x="126" y="2"/>
                      </a:lnTo>
                      <a:lnTo>
                        <a:pt x="130" y="4"/>
                      </a:lnTo>
                      <a:lnTo>
                        <a:pt x="146" y="4"/>
                      </a:lnTo>
                      <a:lnTo>
                        <a:pt x="160" y="6"/>
                      </a:lnTo>
                      <a:lnTo>
                        <a:pt x="166" y="8"/>
                      </a:lnTo>
                      <a:lnTo>
                        <a:pt x="172" y="12"/>
                      </a:lnTo>
                      <a:lnTo>
                        <a:pt x="176" y="18"/>
                      </a:lnTo>
                      <a:lnTo>
                        <a:pt x="180" y="24"/>
                      </a:lnTo>
                      <a:lnTo>
                        <a:pt x="184" y="40"/>
                      </a:lnTo>
                      <a:lnTo>
                        <a:pt x="184" y="54"/>
                      </a:lnTo>
                      <a:lnTo>
                        <a:pt x="184" y="62"/>
                      </a:lnTo>
                      <a:lnTo>
                        <a:pt x="188" y="90"/>
                      </a:lnTo>
                      <a:lnTo>
                        <a:pt x="190" y="108"/>
                      </a:lnTo>
                      <a:lnTo>
                        <a:pt x="188" y="122"/>
                      </a:lnTo>
                      <a:lnTo>
                        <a:pt x="180" y="148"/>
                      </a:lnTo>
                      <a:lnTo>
                        <a:pt x="180" y="156"/>
                      </a:lnTo>
                      <a:lnTo>
                        <a:pt x="182" y="166"/>
                      </a:lnTo>
                      <a:lnTo>
                        <a:pt x="188" y="176"/>
                      </a:lnTo>
                      <a:lnTo>
                        <a:pt x="192" y="178"/>
                      </a:lnTo>
                      <a:lnTo>
                        <a:pt x="196" y="180"/>
                      </a:lnTo>
                      <a:lnTo>
                        <a:pt x="192" y="180"/>
                      </a:lnTo>
                      <a:lnTo>
                        <a:pt x="188" y="180"/>
                      </a:lnTo>
                      <a:lnTo>
                        <a:pt x="184" y="180"/>
                      </a:lnTo>
                      <a:lnTo>
                        <a:pt x="188" y="190"/>
                      </a:lnTo>
                      <a:lnTo>
                        <a:pt x="194" y="194"/>
                      </a:lnTo>
                      <a:lnTo>
                        <a:pt x="198" y="196"/>
                      </a:lnTo>
                      <a:lnTo>
                        <a:pt x="202" y="194"/>
                      </a:lnTo>
                      <a:lnTo>
                        <a:pt x="200" y="204"/>
                      </a:lnTo>
                      <a:lnTo>
                        <a:pt x="196" y="212"/>
                      </a:lnTo>
                      <a:lnTo>
                        <a:pt x="192" y="214"/>
                      </a:lnTo>
                      <a:lnTo>
                        <a:pt x="188" y="216"/>
                      </a:lnTo>
                      <a:lnTo>
                        <a:pt x="180" y="216"/>
                      </a:lnTo>
                      <a:lnTo>
                        <a:pt x="170" y="214"/>
                      </a:lnTo>
                      <a:lnTo>
                        <a:pt x="166" y="212"/>
                      </a:lnTo>
                      <a:lnTo>
                        <a:pt x="162" y="208"/>
                      </a:lnTo>
                      <a:lnTo>
                        <a:pt x="158" y="202"/>
                      </a:lnTo>
                      <a:lnTo>
                        <a:pt x="158" y="196"/>
                      </a:lnTo>
                      <a:lnTo>
                        <a:pt x="156" y="192"/>
                      </a:lnTo>
                      <a:lnTo>
                        <a:pt x="154" y="190"/>
                      </a:lnTo>
                      <a:lnTo>
                        <a:pt x="144" y="188"/>
                      </a:lnTo>
                      <a:lnTo>
                        <a:pt x="140" y="186"/>
                      </a:lnTo>
                      <a:lnTo>
                        <a:pt x="136" y="184"/>
                      </a:lnTo>
                      <a:lnTo>
                        <a:pt x="134" y="180"/>
                      </a:lnTo>
                      <a:lnTo>
                        <a:pt x="134" y="176"/>
                      </a:lnTo>
                      <a:lnTo>
                        <a:pt x="78" y="180"/>
                      </a:lnTo>
                      <a:lnTo>
                        <a:pt x="70" y="190"/>
                      </a:lnTo>
                      <a:lnTo>
                        <a:pt x="70" y="194"/>
                      </a:lnTo>
                      <a:lnTo>
                        <a:pt x="70" y="200"/>
                      </a:lnTo>
                      <a:lnTo>
                        <a:pt x="70" y="206"/>
                      </a:lnTo>
                      <a:lnTo>
                        <a:pt x="68" y="208"/>
                      </a:lnTo>
                      <a:lnTo>
                        <a:pt x="64" y="212"/>
                      </a:lnTo>
                      <a:lnTo>
                        <a:pt x="60" y="212"/>
                      </a:lnTo>
                      <a:lnTo>
                        <a:pt x="56" y="214"/>
                      </a:lnTo>
                      <a:lnTo>
                        <a:pt x="48" y="212"/>
                      </a:lnTo>
                      <a:lnTo>
                        <a:pt x="42" y="214"/>
                      </a:lnTo>
                      <a:lnTo>
                        <a:pt x="28" y="216"/>
                      </a:lnTo>
                      <a:lnTo>
                        <a:pt x="22" y="214"/>
                      </a:lnTo>
                      <a:lnTo>
                        <a:pt x="14" y="210"/>
                      </a:lnTo>
                      <a:lnTo>
                        <a:pt x="8" y="204"/>
                      </a:lnTo>
                      <a:lnTo>
                        <a:pt x="6" y="196"/>
                      </a:lnTo>
                      <a:lnTo>
                        <a:pt x="0" y="188"/>
                      </a:lnTo>
                      <a:lnTo>
                        <a:pt x="6" y="190"/>
                      </a:lnTo>
                      <a:lnTo>
                        <a:pt x="12" y="190"/>
                      </a:lnTo>
                      <a:lnTo>
                        <a:pt x="14" y="190"/>
                      </a:lnTo>
                      <a:lnTo>
                        <a:pt x="14" y="188"/>
                      </a:lnTo>
                      <a:lnTo>
                        <a:pt x="18" y="182"/>
                      </a:lnTo>
                      <a:lnTo>
                        <a:pt x="24" y="178"/>
                      </a:lnTo>
                      <a:lnTo>
                        <a:pt x="26" y="172"/>
                      </a:lnTo>
                      <a:lnTo>
                        <a:pt x="26" y="166"/>
                      </a:lnTo>
                      <a:lnTo>
                        <a:pt x="24" y="158"/>
                      </a:lnTo>
                      <a:lnTo>
                        <a:pt x="22" y="146"/>
                      </a:lnTo>
                      <a:lnTo>
                        <a:pt x="18" y="134"/>
                      </a:lnTo>
                      <a:lnTo>
                        <a:pt x="18" y="124"/>
                      </a:lnTo>
                      <a:lnTo>
                        <a:pt x="18" y="114"/>
                      </a:lnTo>
                      <a:lnTo>
                        <a:pt x="22" y="106"/>
                      </a:lnTo>
                      <a:lnTo>
                        <a:pt x="30" y="88"/>
                      </a:lnTo>
                      <a:lnTo>
                        <a:pt x="32" y="78"/>
                      </a:lnTo>
                      <a:lnTo>
                        <a:pt x="36" y="68"/>
                      </a:lnTo>
                      <a:lnTo>
                        <a:pt x="40" y="56"/>
                      </a:lnTo>
                      <a:lnTo>
                        <a:pt x="48" y="42"/>
                      </a:lnTo>
                      <a:lnTo>
                        <a:pt x="60" y="30"/>
                      </a:lnTo>
                      <a:lnTo>
                        <a:pt x="72" y="18"/>
                      </a:lnTo>
                      <a:lnTo>
                        <a:pt x="84" y="10"/>
                      </a:lnTo>
                      <a:lnTo>
                        <a:pt x="94" y="2"/>
                      </a:lnTo>
                      <a:lnTo>
                        <a:pt x="104" y="0"/>
                      </a:lnTo>
                      <a:lnTo>
                        <a:pt x="108" y="2"/>
                      </a:lnTo>
                      <a:lnTo>
                        <a:pt x="112" y="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1" name="Freeform 141"/>
                <p:cNvSpPr>
                  <a:spLocks/>
                </p:cNvSpPr>
                <p:nvPr/>
              </p:nvSpPr>
              <p:spPr bwMode="auto">
                <a:xfrm>
                  <a:off x="3999346" y="3881529"/>
                  <a:ext cx="174022" cy="249093"/>
                </a:xfrm>
                <a:custGeom>
                  <a:avLst/>
                  <a:gdLst>
                    <a:gd name="T0" fmla="*/ 231854407 w 106"/>
                    <a:gd name="T1" fmla="*/ 50403117 h 150"/>
                    <a:gd name="T2" fmla="*/ 231854407 w 106"/>
                    <a:gd name="T3" fmla="*/ 50403117 h 150"/>
                    <a:gd name="T4" fmla="*/ 246975341 w 106"/>
                    <a:gd name="T5" fmla="*/ 85685302 h 150"/>
                    <a:gd name="T6" fmla="*/ 262096274 w 106"/>
                    <a:gd name="T7" fmla="*/ 115927190 h 150"/>
                    <a:gd name="T8" fmla="*/ 267136585 w 106"/>
                    <a:gd name="T9" fmla="*/ 141128742 h 150"/>
                    <a:gd name="T10" fmla="*/ 267136585 w 106"/>
                    <a:gd name="T11" fmla="*/ 141128742 h 150"/>
                    <a:gd name="T12" fmla="*/ 267136585 w 106"/>
                    <a:gd name="T13" fmla="*/ 186491536 h 150"/>
                    <a:gd name="T14" fmla="*/ 267136585 w 106"/>
                    <a:gd name="T15" fmla="*/ 186491536 h 150"/>
                    <a:gd name="T16" fmla="*/ 257055963 w 106"/>
                    <a:gd name="T17" fmla="*/ 241935001 h 150"/>
                    <a:gd name="T18" fmla="*/ 252015652 w 106"/>
                    <a:gd name="T19" fmla="*/ 277217174 h 150"/>
                    <a:gd name="T20" fmla="*/ 241935030 w 106"/>
                    <a:gd name="T21" fmla="*/ 302418726 h 150"/>
                    <a:gd name="T22" fmla="*/ 241935030 w 106"/>
                    <a:gd name="T23" fmla="*/ 302418726 h 150"/>
                    <a:gd name="T24" fmla="*/ 201612492 w 106"/>
                    <a:gd name="T25" fmla="*/ 367942762 h 150"/>
                    <a:gd name="T26" fmla="*/ 201612492 w 106"/>
                    <a:gd name="T27" fmla="*/ 367942762 h 150"/>
                    <a:gd name="T28" fmla="*/ 191531869 w 106"/>
                    <a:gd name="T29" fmla="*/ 372983072 h 150"/>
                    <a:gd name="T30" fmla="*/ 176410936 w 106"/>
                    <a:gd name="T31" fmla="*/ 378023383 h 150"/>
                    <a:gd name="T32" fmla="*/ 161290003 w 106"/>
                    <a:gd name="T33" fmla="*/ 378023383 h 150"/>
                    <a:gd name="T34" fmla="*/ 161290003 w 106"/>
                    <a:gd name="T35" fmla="*/ 378023383 h 150"/>
                    <a:gd name="T36" fmla="*/ 136088448 w 106"/>
                    <a:gd name="T37" fmla="*/ 372983072 h 150"/>
                    <a:gd name="T38" fmla="*/ 105846582 w 106"/>
                    <a:gd name="T39" fmla="*/ 362902452 h 150"/>
                    <a:gd name="T40" fmla="*/ 65524068 w 106"/>
                    <a:gd name="T41" fmla="*/ 342741210 h 150"/>
                    <a:gd name="T42" fmla="*/ 65524068 w 106"/>
                    <a:gd name="T43" fmla="*/ 342741210 h 150"/>
                    <a:gd name="T44" fmla="*/ 40322501 w 106"/>
                    <a:gd name="T45" fmla="*/ 332660589 h 150"/>
                    <a:gd name="T46" fmla="*/ 20161250 w 106"/>
                    <a:gd name="T47" fmla="*/ 317539658 h 150"/>
                    <a:gd name="T48" fmla="*/ 10080625 w 106"/>
                    <a:gd name="T49" fmla="*/ 307459037 h 150"/>
                    <a:gd name="T50" fmla="*/ 5040313 w 106"/>
                    <a:gd name="T51" fmla="*/ 297378416 h 150"/>
                    <a:gd name="T52" fmla="*/ 5040313 w 106"/>
                    <a:gd name="T53" fmla="*/ 297378416 h 150"/>
                    <a:gd name="T54" fmla="*/ 0 w 106"/>
                    <a:gd name="T55" fmla="*/ 262096243 h 150"/>
                    <a:gd name="T56" fmla="*/ 0 w 106"/>
                    <a:gd name="T57" fmla="*/ 246975311 h 150"/>
                    <a:gd name="T58" fmla="*/ 0 w 106"/>
                    <a:gd name="T59" fmla="*/ 246975311 h 150"/>
                    <a:gd name="T60" fmla="*/ 10080625 w 106"/>
                    <a:gd name="T61" fmla="*/ 206652778 h 150"/>
                    <a:gd name="T62" fmla="*/ 15120939 w 106"/>
                    <a:gd name="T63" fmla="*/ 166330294 h 150"/>
                    <a:gd name="T64" fmla="*/ 20161250 w 106"/>
                    <a:gd name="T65" fmla="*/ 126007811 h 150"/>
                    <a:gd name="T66" fmla="*/ 20161250 w 106"/>
                    <a:gd name="T67" fmla="*/ 126007811 h 150"/>
                    <a:gd name="T68" fmla="*/ 20161250 w 106"/>
                    <a:gd name="T69" fmla="*/ 105846569 h 150"/>
                    <a:gd name="T70" fmla="*/ 25201561 w 106"/>
                    <a:gd name="T71" fmla="*/ 85685302 h 150"/>
                    <a:gd name="T72" fmla="*/ 40322501 w 106"/>
                    <a:gd name="T73" fmla="*/ 65524061 h 150"/>
                    <a:gd name="T74" fmla="*/ 50403123 w 106"/>
                    <a:gd name="T75" fmla="*/ 45362806 h 150"/>
                    <a:gd name="T76" fmla="*/ 65524068 w 106"/>
                    <a:gd name="T77" fmla="*/ 30241875 h 150"/>
                    <a:gd name="T78" fmla="*/ 85685313 w 106"/>
                    <a:gd name="T79" fmla="*/ 15120938 h 150"/>
                    <a:gd name="T80" fmla="*/ 100806246 w 106"/>
                    <a:gd name="T81" fmla="*/ 5040312 h 150"/>
                    <a:gd name="T82" fmla="*/ 120967515 w 106"/>
                    <a:gd name="T83" fmla="*/ 0 h 150"/>
                    <a:gd name="T84" fmla="*/ 120967515 w 106"/>
                    <a:gd name="T85" fmla="*/ 0 h 150"/>
                    <a:gd name="T86" fmla="*/ 156249692 w 106"/>
                    <a:gd name="T87" fmla="*/ 5040312 h 150"/>
                    <a:gd name="T88" fmla="*/ 186491558 w 106"/>
                    <a:gd name="T89" fmla="*/ 15120938 h 150"/>
                    <a:gd name="T90" fmla="*/ 211693163 w 106"/>
                    <a:gd name="T91" fmla="*/ 30241875 h 150"/>
                    <a:gd name="T92" fmla="*/ 231854407 w 106"/>
                    <a:gd name="T93" fmla="*/ 50403117 h 150"/>
                    <a:gd name="T94" fmla="*/ 231854407 w 106"/>
                    <a:gd name="T95" fmla="*/ 50403117 h 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6"/>
                    <a:gd name="T145" fmla="*/ 0 h 150"/>
                    <a:gd name="T146" fmla="*/ 106 w 106"/>
                    <a:gd name="T147" fmla="*/ 150 h 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6" h="150">
                      <a:moveTo>
                        <a:pt x="92" y="20"/>
                      </a:moveTo>
                      <a:lnTo>
                        <a:pt x="92" y="20"/>
                      </a:lnTo>
                      <a:lnTo>
                        <a:pt x="98" y="34"/>
                      </a:lnTo>
                      <a:lnTo>
                        <a:pt x="104" y="46"/>
                      </a:lnTo>
                      <a:lnTo>
                        <a:pt x="106" y="56"/>
                      </a:lnTo>
                      <a:lnTo>
                        <a:pt x="106" y="74"/>
                      </a:lnTo>
                      <a:lnTo>
                        <a:pt x="102" y="96"/>
                      </a:lnTo>
                      <a:lnTo>
                        <a:pt x="100" y="110"/>
                      </a:lnTo>
                      <a:lnTo>
                        <a:pt x="96" y="120"/>
                      </a:lnTo>
                      <a:lnTo>
                        <a:pt x="80" y="146"/>
                      </a:lnTo>
                      <a:lnTo>
                        <a:pt x="76" y="148"/>
                      </a:lnTo>
                      <a:lnTo>
                        <a:pt x="70" y="150"/>
                      </a:lnTo>
                      <a:lnTo>
                        <a:pt x="64" y="150"/>
                      </a:lnTo>
                      <a:lnTo>
                        <a:pt x="54" y="148"/>
                      </a:lnTo>
                      <a:lnTo>
                        <a:pt x="42" y="144"/>
                      </a:lnTo>
                      <a:lnTo>
                        <a:pt x="26" y="136"/>
                      </a:lnTo>
                      <a:lnTo>
                        <a:pt x="16" y="132"/>
                      </a:lnTo>
                      <a:lnTo>
                        <a:pt x="8" y="126"/>
                      </a:lnTo>
                      <a:lnTo>
                        <a:pt x="4" y="122"/>
                      </a:lnTo>
                      <a:lnTo>
                        <a:pt x="2" y="118"/>
                      </a:lnTo>
                      <a:lnTo>
                        <a:pt x="0" y="104"/>
                      </a:lnTo>
                      <a:lnTo>
                        <a:pt x="0" y="98"/>
                      </a:lnTo>
                      <a:lnTo>
                        <a:pt x="4" y="82"/>
                      </a:lnTo>
                      <a:lnTo>
                        <a:pt x="6" y="66"/>
                      </a:lnTo>
                      <a:lnTo>
                        <a:pt x="8" y="50"/>
                      </a:lnTo>
                      <a:lnTo>
                        <a:pt x="8" y="42"/>
                      </a:lnTo>
                      <a:lnTo>
                        <a:pt x="10" y="34"/>
                      </a:lnTo>
                      <a:lnTo>
                        <a:pt x="16" y="26"/>
                      </a:lnTo>
                      <a:lnTo>
                        <a:pt x="20" y="18"/>
                      </a:lnTo>
                      <a:lnTo>
                        <a:pt x="26" y="12"/>
                      </a:lnTo>
                      <a:lnTo>
                        <a:pt x="34" y="6"/>
                      </a:lnTo>
                      <a:lnTo>
                        <a:pt x="40" y="2"/>
                      </a:lnTo>
                      <a:lnTo>
                        <a:pt x="48" y="0"/>
                      </a:lnTo>
                      <a:lnTo>
                        <a:pt x="62" y="2"/>
                      </a:lnTo>
                      <a:lnTo>
                        <a:pt x="74" y="6"/>
                      </a:lnTo>
                      <a:lnTo>
                        <a:pt x="84" y="12"/>
                      </a:lnTo>
                      <a:lnTo>
                        <a:pt x="92" y="20"/>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2" name="Freeform 142"/>
                <p:cNvSpPr>
                  <a:spLocks/>
                </p:cNvSpPr>
                <p:nvPr/>
              </p:nvSpPr>
              <p:spPr bwMode="auto">
                <a:xfrm>
                  <a:off x="3903334" y="4739846"/>
                  <a:ext cx="207027" cy="147055"/>
                </a:xfrm>
                <a:custGeom>
                  <a:avLst/>
                  <a:gdLst>
                    <a:gd name="T0" fmla="*/ 126007831 w 124"/>
                    <a:gd name="T1" fmla="*/ 40322498 h 88"/>
                    <a:gd name="T2" fmla="*/ 211693172 w 124"/>
                    <a:gd name="T3" fmla="*/ 5040312 h 88"/>
                    <a:gd name="T4" fmla="*/ 246975351 w 124"/>
                    <a:gd name="T5" fmla="*/ 0 h 88"/>
                    <a:gd name="T6" fmla="*/ 267136596 w 124"/>
                    <a:gd name="T7" fmla="*/ 10080625 h 88"/>
                    <a:gd name="T8" fmla="*/ 267136596 w 124"/>
                    <a:gd name="T9" fmla="*/ 15120938 h 88"/>
                    <a:gd name="T10" fmla="*/ 191531877 w 124"/>
                    <a:gd name="T11" fmla="*/ 50403120 h 88"/>
                    <a:gd name="T12" fmla="*/ 166330321 w 124"/>
                    <a:gd name="T13" fmla="*/ 65524065 h 88"/>
                    <a:gd name="T14" fmla="*/ 216733483 w 124"/>
                    <a:gd name="T15" fmla="*/ 65524065 h 88"/>
                    <a:gd name="T16" fmla="*/ 302418775 w 124"/>
                    <a:gd name="T17" fmla="*/ 75604686 h 88"/>
                    <a:gd name="T18" fmla="*/ 307459086 w 124"/>
                    <a:gd name="T19" fmla="*/ 80644997 h 88"/>
                    <a:gd name="T20" fmla="*/ 312499397 w 124"/>
                    <a:gd name="T21" fmla="*/ 90725618 h 88"/>
                    <a:gd name="T22" fmla="*/ 302418775 w 124"/>
                    <a:gd name="T23" fmla="*/ 95765929 h 88"/>
                    <a:gd name="T24" fmla="*/ 262096285 w 124"/>
                    <a:gd name="T25" fmla="*/ 100806240 h 88"/>
                    <a:gd name="T26" fmla="*/ 176410944 w 124"/>
                    <a:gd name="T27" fmla="*/ 110886886 h 88"/>
                    <a:gd name="T28" fmla="*/ 241935040 w 124"/>
                    <a:gd name="T29" fmla="*/ 110886886 h 88"/>
                    <a:gd name="T30" fmla="*/ 277217218 w 124"/>
                    <a:gd name="T31" fmla="*/ 110886886 h 88"/>
                    <a:gd name="T32" fmla="*/ 297378464 w 124"/>
                    <a:gd name="T33" fmla="*/ 120967508 h 88"/>
                    <a:gd name="T34" fmla="*/ 297378464 w 124"/>
                    <a:gd name="T35" fmla="*/ 126007818 h 88"/>
                    <a:gd name="T36" fmla="*/ 287297841 w 124"/>
                    <a:gd name="T37" fmla="*/ 141128751 h 88"/>
                    <a:gd name="T38" fmla="*/ 277217218 w 124"/>
                    <a:gd name="T39" fmla="*/ 141128751 h 88"/>
                    <a:gd name="T40" fmla="*/ 146169076 w 124"/>
                    <a:gd name="T41" fmla="*/ 156249683 h 88"/>
                    <a:gd name="T42" fmla="*/ 191531877 w 124"/>
                    <a:gd name="T43" fmla="*/ 166330304 h 88"/>
                    <a:gd name="T44" fmla="*/ 221773795 w 124"/>
                    <a:gd name="T45" fmla="*/ 161289994 h 88"/>
                    <a:gd name="T46" fmla="*/ 236894728 w 124"/>
                    <a:gd name="T47" fmla="*/ 161289994 h 88"/>
                    <a:gd name="T48" fmla="*/ 246975351 w 124"/>
                    <a:gd name="T49" fmla="*/ 171370615 h 88"/>
                    <a:gd name="T50" fmla="*/ 241935040 w 124"/>
                    <a:gd name="T51" fmla="*/ 181451237 h 88"/>
                    <a:gd name="T52" fmla="*/ 216733483 w 124"/>
                    <a:gd name="T53" fmla="*/ 186491547 h 88"/>
                    <a:gd name="T54" fmla="*/ 136088454 w 124"/>
                    <a:gd name="T55" fmla="*/ 191531858 h 88"/>
                    <a:gd name="T56" fmla="*/ 100806250 w 124"/>
                    <a:gd name="T57" fmla="*/ 201612480 h 88"/>
                    <a:gd name="T58" fmla="*/ 65524071 w 124"/>
                    <a:gd name="T59" fmla="*/ 216733462 h 88"/>
                    <a:gd name="T60" fmla="*/ 0 w 124"/>
                    <a:gd name="T61" fmla="*/ 221773772 h 88"/>
                    <a:gd name="T62" fmla="*/ 30241880 w 124"/>
                    <a:gd name="T63" fmla="*/ 171370615 h 88"/>
                    <a:gd name="T64" fmla="*/ 60483760 w 124"/>
                    <a:gd name="T65" fmla="*/ 105846575 h 88"/>
                    <a:gd name="T66" fmla="*/ 65524071 w 124"/>
                    <a:gd name="T67" fmla="*/ 80644997 h 88"/>
                    <a:gd name="T68" fmla="*/ 100806250 w 124"/>
                    <a:gd name="T69" fmla="*/ 50403120 h 88"/>
                    <a:gd name="T70" fmla="*/ 126007831 w 124"/>
                    <a:gd name="T71" fmla="*/ 40322498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4"/>
                    <a:gd name="T109" fmla="*/ 0 h 88"/>
                    <a:gd name="T110" fmla="*/ 124 w 124"/>
                    <a:gd name="T111" fmla="*/ 88 h 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4" h="88">
                      <a:moveTo>
                        <a:pt x="50" y="16"/>
                      </a:moveTo>
                      <a:lnTo>
                        <a:pt x="50" y="16"/>
                      </a:lnTo>
                      <a:lnTo>
                        <a:pt x="72" y="6"/>
                      </a:lnTo>
                      <a:lnTo>
                        <a:pt x="84" y="2"/>
                      </a:lnTo>
                      <a:lnTo>
                        <a:pt x="98" y="0"/>
                      </a:lnTo>
                      <a:lnTo>
                        <a:pt x="104" y="2"/>
                      </a:lnTo>
                      <a:lnTo>
                        <a:pt x="106" y="4"/>
                      </a:lnTo>
                      <a:lnTo>
                        <a:pt x="106" y="6"/>
                      </a:lnTo>
                      <a:lnTo>
                        <a:pt x="98" y="10"/>
                      </a:lnTo>
                      <a:lnTo>
                        <a:pt x="76" y="20"/>
                      </a:lnTo>
                      <a:lnTo>
                        <a:pt x="66" y="26"/>
                      </a:lnTo>
                      <a:lnTo>
                        <a:pt x="86" y="26"/>
                      </a:lnTo>
                      <a:lnTo>
                        <a:pt x="104" y="28"/>
                      </a:lnTo>
                      <a:lnTo>
                        <a:pt x="120" y="30"/>
                      </a:lnTo>
                      <a:lnTo>
                        <a:pt x="122" y="32"/>
                      </a:lnTo>
                      <a:lnTo>
                        <a:pt x="124" y="34"/>
                      </a:lnTo>
                      <a:lnTo>
                        <a:pt x="124" y="36"/>
                      </a:lnTo>
                      <a:lnTo>
                        <a:pt x="120" y="38"/>
                      </a:lnTo>
                      <a:lnTo>
                        <a:pt x="112" y="40"/>
                      </a:lnTo>
                      <a:lnTo>
                        <a:pt x="104" y="40"/>
                      </a:lnTo>
                      <a:lnTo>
                        <a:pt x="92" y="40"/>
                      </a:lnTo>
                      <a:lnTo>
                        <a:pt x="70" y="44"/>
                      </a:lnTo>
                      <a:lnTo>
                        <a:pt x="96" y="44"/>
                      </a:lnTo>
                      <a:lnTo>
                        <a:pt x="110" y="44"/>
                      </a:lnTo>
                      <a:lnTo>
                        <a:pt x="114" y="46"/>
                      </a:lnTo>
                      <a:lnTo>
                        <a:pt x="118" y="48"/>
                      </a:lnTo>
                      <a:lnTo>
                        <a:pt x="118" y="50"/>
                      </a:lnTo>
                      <a:lnTo>
                        <a:pt x="116" y="54"/>
                      </a:lnTo>
                      <a:lnTo>
                        <a:pt x="114" y="56"/>
                      </a:lnTo>
                      <a:lnTo>
                        <a:pt x="110" y="56"/>
                      </a:lnTo>
                      <a:lnTo>
                        <a:pt x="62" y="60"/>
                      </a:lnTo>
                      <a:lnTo>
                        <a:pt x="58" y="62"/>
                      </a:lnTo>
                      <a:lnTo>
                        <a:pt x="76" y="66"/>
                      </a:lnTo>
                      <a:lnTo>
                        <a:pt x="88" y="64"/>
                      </a:lnTo>
                      <a:lnTo>
                        <a:pt x="94" y="64"/>
                      </a:lnTo>
                      <a:lnTo>
                        <a:pt x="96" y="66"/>
                      </a:lnTo>
                      <a:lnTo>
                        <a:pt x="98" y="68"/>
                      </a:lnTo>
                      <a:lnTo>
                        <a:pt x="96" y="72"/>
                      </a:lnTo>
                      <a:lnTo>
                        <a:pt x="92" y="74"/>
                      </a:lnTo>
                      <a:lnTo>
                        <a:pt x="86" y="74"/>
                      </a:lnTo>
                      <a:lnTo>
                        <a:pt x="54" y="76"/>
                      </a:lnTo>
                      <a:lnTo>
                        <a:pt x="40" y="80"/>
                      </a:lnTo>
                      <a:lnTo>
                        <a:pt x="26" y="86"/>
                      </a:lnTo>
                      <a:lnTo>
                        <a:pt x="14" y="88"/>
                      </a:lnTo>
                      <a:lnTo>
                        <a:pt x="0" y="88"/>
                      </a:lnTo>
                      <a:lnTo>
                        <a:pt x="12" y="68"/>
                      </a:lnTo>
                      <a:lnTo>
                        <a:pt x="22" y="50"/>
                      </a:lnTo>
                      <a:lnTo>
                        <a:pt x="24" y="42"/>
                      </a:lnTo>
                      <a:lnTo>
                        <a:pt x="26" y="32"/>
                      </a:lnTo>
                      <a:lnTo>
                        <a:pt x="32" y="26"/>
                      </a:lnTo>
                      <a:lnTo>
                        <a:pt x="40" y="20"/>
                      </a:lnTo>
                      <a:lnTo>
                        <a:pt x="50" y="1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3" name="Freeform 143"/>
                <p:cNvSpPr>
                  <a:spLocks noEditPoints="1"/>
                </p:cNvSpPr>
                <p:nvPr/>
              </p:nvSpPr>
              <p:spPr bwMode="auto">
                <a:xfrm>
                  <a:off x="3876332" y="5385085"/>
                  <a:ext cx="558069" cy="684253"/>
                </a:xfrm>
                <a:custGeom>
                  <a:avLst/>
                  <a:gdLst>
                    <a:gd name="T0" fmla="*/ 186491543 w 330"/>
                    <a:gd name="T1" fmla="*/ 866933887 h 408"/>
                    <a:gd name="T2" fmla="*/ 151209369 w 330"/>
                    <a:gd name="T3" fmla="*/ 730845292 h 408"/>
                    <a:gd name="T4" fmla="*/ 146169058 w 330"/>
                    <a:gd name="T5" fmla="*/ 720764670 h 408"/>
                    <a:gd name="T6" fmla="*/ 141128747 w 330"/>
                    <a:gd name="T7" fmla="*/ 690522804 h 408"/>
                    <a:gd name="T8" fmla="*/ 141128747 w 330"/>
                    <a:gd name="T9" fmla="*/ 589716584 h 408"/>
                    <a:gd name="T10" fmla="*/ 141128747 w 330"/>
                    <a:gd name="T11" fmla="*/ 554434408 h 408"/>
                    <a:gd name="T12" fmla="*/ 50403119 w 330"/>
                    <a:gd name="T13" fmla="*/ 55443446 h 408"/>
                    <a:gd name="T14" fmla="*/ 35282187 w 330"/>
                    <a:gd name="T15" fmla="*/ 80645001 h 408"/>
                    <a:gd name="T16" fmla="*/ 10080624 w 330"/>
                    <a:gd name="T17" fmla="*/ 156249690 h 408"/>
                    <a:gd name="T18" fmla="*/ 0 w 330"/>
                    <a:gd name="T19" fmla="*/ 282257515 h 408"/>
                    <a:gd name="T20" fmla="*/ 10080624 w 330"/>
                    <a:gd name="T21" fmla="*/ 403224979 h 408"/>
                    <a:gd name="T22" fmla="*/ 25201559 w 330"/>
                    <a:gd name="T23" fmla="*/ 493950676 h 408"/>
                    <a:gd name="T24" fmla="*/ 35282187 w 330"/>
                    <a:gd name="T25" fmla="*/ 599797206 h 408"/>
                    <a:gd name="T26" fmla="*/ 30241876 w 330"/>
                    <a:gd name="T27" fmla="*/ 670361560 h 408"/>
                    <a:gd name="T28" fmla="*/ 30241876 w 330"/>
                    <a:gd name="T29" fmla="*/ 665321249 h 408"/>
                    <a:gd name="T30" fmla="*/ 10080624 w 330"/>
                    <a:gd name="T31" fmla="*/ 801409646 h 408"/>
                    <a:gd name="T32" fmla="*/ 30241876 w 330"/>
                    <a:gd name="T33" fmla="*/ 806449957 h 408"/>
                    <a:gd name="T34" fmla="*/ 30241876 w 330"/>
                    <a:gd name="T35" fmla="*/ 801409646 h 408"/>
                    <a:gd name="T36" fmla="*/ 40322497 w 330"/>
                    <a:gd name="T37" fmla="*/ 846772644 h 408"/>
                    <a:gd name="T38" fmla="*/ 40322497 w 330"/>
                    <a:gd name="T39" fmla="*/ 907256375 h 408"/>
                    <a:gd name="T40" fmla="*/ 60483752 w 330"/>
                    <a:gd name="T41" fmla="*/ 972780418 h 408"/>
                    <a:gd name="T42" fmla="*/ 70564374 w 330"/>
                    <a:gd name="T43" fmla="*/ 992941662 h 408"/>
                    <a:gd name="T44" fmla="*/ 105846573 w 330"/>
                    <a:gd name="T45" fmla="*/ 1018143217 h 408"/>
                    <a:gd name="T46" fmla="*/ 146169058 w 330"/>
                    <a:gd name="T47" fmla="*/ 1028223839 h 408"/>
                    <a:gd name="T48" fmla="*/ 216733457 w 330"/>
                    <a:gd name="T49" fmla="*/ 1018143217 h 408"/>
                    <a:gd name="T50" fmla="*/ 236894699 w 330"/>
                    <a:gd name="T51" fmla="*/ 982861040 h 408"/>
                    <a:gd name="T52" fmla="*/ 236894699 w 330"/>
                    <a:gd name="T53" fmla="*/ 967740107 h 408"/>
                    <a:gd name="T54" fmla="*/ 216733457 w 330"/>
                    <a:gd name="T55" fmla="*/ 922377308 h 408"/>
                    <a:gd name="T56" fmla="*/ 821570832 w 330"/>
                    <a:gd name="T57" fmla="*/ 675401871 h 408"/>
                    <a:gd name="T58" fmla="*/ 816530521 w 330"/>
                    <a:gd name="T59" fmla="*/ 670361560 h 408"/>
                    <a:gd name="T60" fmla="*/ 801409589 w 330"/>
                    <a:gd name="T61" fmla="*/ 660280938 h 408"/>
                    <a:gd name="T62" fmla="*/ 751006483 w 330"/>
                    <a:gd name="T63" fmla="*/ 619958450 h 408"/>
                    <a:gd name="T64" fmla="*/ 735885551 w 330"/>
                    <a:gd name="T65" fmla="*/ 599797206 h 408"/>
                    <a:gd name="T66" fmla="*/ 715724309 w 330"/>
                    <a:gd name="T67" fmla="*/ 579635963 h 408"/>
                    <a:gd name="T68" fmla="*/ 690522756 w 330"/>
                    <a:gd name="T69" fmla="*/ 544353786 h 408"/>
                    <a:gd name="T70" fmla="*/ 675401824 w 330"/>
                    <a:gd name="T71" fmla="*/ 509071609 h 408"/>
                    <a:gd name="T72" fmla="*/ 660280892 w 330"/>
                    <a:gd name="T73" fmla="*/ 463708810 h 408"/>
                    <a:gd name="T74" fmla="*/ 478829709 w 330"/>
                    <a:gd name="T75" fmla="*/ 65524068 h 408"/>
                    <a:gd name="T76" fmla="*/ 483870019 w 330"/>
                    <a:gd name="T77" fmla="*/ 105846580 h 408"/>
                    <a:gd name="T78" fmla="*/ 483870019 w 330"/>
                    <a:gd name="T79" fmla="*/ 166330312 h 408"/>
                    <a:gd name="T80" fmla="*/ 504031262 w 330"/>
                    <a:gd name="T81" fmla="*/ 282257515 h 408"/>
                    <a:gd name="T82" fmla="*/ 534273126 w 330"/>
                    <a:gd name="T83" fmla="*/ 398184668 h 408"/>
                    <a:gd name="T84" fmla="*/ 534273126 w 330"/>
                    <a:gd name="T85" fmla="*/ 448587877 h 408"/>
                    <a:gd name="T86" fmla="*/ 529232815 w 330"/>
                    <a:gd name="T87" fmla="*/ 468749121 h 408"/>
                    <a:gd name="T88" fmla="*/ 509071573 w 330"/>
                    <a:gd name="T89" fmla="*/ 524192542 h 408"/>
                    <a:gd name="T90" fmla="*/ 509071573 w 330"/>
                    <a:gd name="T91" fmla="*/ 574595652 h 408"/>
                    <a:gd name="T92" fmla="*/ 514111883 w 330"/>
                    <a:gd name="T93" fmla="*/ 584676274 h 408"/>
                    <a:gd name="T94" fmla="*/ 524192505 w 330"/>
                    <a:gd name="T95" fmla="*/ 614918139 h 408"/>
                    <a:gd name="T96" fmla="*/ 534273126 w 330"/>
                    <a:gd name="T97" fmla="*/ 695563115 h 408"/>
                    <a:gd name="T98" fmla="*/ 559474679 w 330"/>
                    <a:gd name="T99" fmla="*/ 690522804 h 408"/>
                    <a:gd name="T100" fmla="*/ 564514990 w 330"/>
                    <a:gd name="T101" fmla="*/ 599797206 h 408"/>
                    <a:gd name="T102" fmla="*/ 594756853 w 330"/>
                    <a:gd name="T103" fmla="*/ 614918139 h 408"/>
                    <a:gd name="T104" fmla="*/ 614918096 w 330"/>
                    <a:gd name="T105" fmla="*/ 645160005 h 408"/>
                    <a:gd name="T106" fmla="*/ 619958407 w 330"/>
                    <a:gd name="T107" fmla="*/ 655240627 h 408"/>
                    <a:gd name="T108" fmla="*/ 650200270 w 330"/>
                    <a:gd name="T109" fmla="*/ 720764670 h 408"/>
                    <a:gd name="T110" fmla="*/ 660280892 w 330"/>
                    <a:gd name="T111" fmla="*/ 740925914 h 408"/>
                    <a:gd name="T112" fmla="*/ 690522756 w 330"/>
                    <a:gd name="T113" fmla="*/ 756046847 h 408"/>
                    <a:gd name="T114" fmla="*/ 811490211 w 330"/>
                    <a:gd name="T115" fmla="*/ 766127469 h 408"/>
                    <a:gd name="T116" fmla="*/ 816530521 w 330"/>
                    <a:gd name="T117" fmla="*/ 756046847 h 408"/>
                    <a:gd name="T118" fmla="*/ 826611143 w 330"/>
                    <a:gd name="T119" fmla="*/ 725804981 h 408"/>
                    <a:gd name="T120" fmla="*/ 831651453 w 330"/>
                    <a:gd name="T121" fmla="*/ 715724359 h 408"/>
                    <a:gd name="T122" fmla="*/ 821570832 w 330"/>
                    <a:gd name="T123" fmla="*/ 675401871 h 4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0"/>
                    <a:gd name="T187" fmla="*/ 0 h 408"/>
                    <a:gd name="T188" fmla="*/ 330 w 330"/>
                    <a:gd name="T189" fmla="*/ 408 h 4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0" h="408">
                      <a:moveTo>
                        <a:pt x="74" y="344"/>
                      </a:moveTo>
                      <a:lnTo>
                        <a:pt x="74" y="344"/>
                      </a:lnTo>
                      <a:lnTo>
                        <a:pt x="60" y="290"/>
                      </a:lnTo>
                      <a:lnTo>
                        <a:pt x="58" y="286"/>
                      </a:lnTo>
                      <a:lnTo>
                        <a:pt x="56" y="274"/>
                      </a:lnTo>
                      <a:lnTo>
                        <a:pt x="56" y="254"/>
                      </a:lnTo>
                      <a:lnTo>
                        <a:pt x="56" y="234"/>
                      </a:lnTo>
                      <a:lnTo>
                        <a:pt x="56" y="220"/>
                      </a:lnTo>
                      <a:lnTo>
                        <a:pt x="92" y="44"/>
                      </a:lnTo>
                      <a:lnTo>
                        <a:pt x="20" y="22"/>
                      </a:lnTo>
                      <a:lnTo>
                        <a:pt x="14" y="32"/>
                      </a:lnTo>
                      <a:lnTo>
                        <a:pt x="10" y="40"/>
                      </a:lnTo>
                      <a:lnTo>
                        <a:pt x="4" y="62"/>
                      </a:lnTo>
                      <a:lnTo>
                        <a:pt x="2" y="88"/>
                      </a:lnTo>
                      <a:lnTo>
                        <a:pt x="0" y="112"/>
                      </a:lnTo>
                      <a:lnTo>
                        <a:pt x="2" y="138"/>
                      </a:lnTo>
                      <a:lnTo>
                        <a:pt x="4" y="160"/>
                      </a:lnTo>
                      <a:lnTo>
                        <a:pt x="10" y="196"/>
                      </a:lnTo>
                      <a:lnTo>
                        <a:pt x="14" y="218"/>
                      </a:lnTo>
                      <a:lnTo>
                        <a:pt x="14" y="238"/>
                      </a:lnTo>
                      <a:lnTo>
                        <a:pt x="14" y="254"/>
                      </a:lnTo>
                      <a:lnTo>
                        <a:pt x="12" y="266"/>
                      </a:lnTo>
                      <a:lnTo>
                        <a:pt x="12" y="264"/>
                      </a:lnTo>
                      <a:lnTo>
                        <a:pt x="6" y="292"/>
                      </a:lnTo>
                      <a:lnTo>
                        <a:pt x="4" y="318"/>
                      </a:lnTo>
                      <a:lnTo>
                        <a:pt x="8" y="322"/>
                      </a:lnTo>
                      <a:lnTo>
                        <a:pt x="12" y="320"/>
                      </a:lnTo>
                      <a:lnTo>
                        <a:pt x="12" y="318"/>
                      </a:lnTo>
                      <a:lnTo>
                        <a:pt x="16" y="336"/>
                      </a:lnTo>
                      <a:lnTo>
                        <a:pt x="16" y="360"/>
                      </a:lnTo>
                      <a:lnTo>
                        <a:pt x="18" y="370"/>
                      </a:lnTo>
                      <a:lnTo>
                        <a:pt x="24" y="386"/>
                      </a:lnTo>
                      <a:lnTo>
                        <a:pt x="28" y="394"/>
                      </a:lnTo>
                      <a:lnTo>
                        <a:pt x="42" y="404"/>
                      </a:lnTo>
                      <a:lnTo>
                        <a:pt x="50" y="406"/>
                      </a:lnTo>
                      <a:lnTo>
                        <a:pt x="58" y="408"/>
                      </a:lnTo>
                      <a:lnTo>
                        <a:pt x="74" y="406"/>
                      </a:lnTo>
                      <a:lnTo>
                        <a:pt x="86" y="404"/>
                      </a:lnTo>
                      <a:lnTo>
                        <a:pt x="92" y="402"/>
                      </a:lnTo>
                      <a:lnTo>
                        <a:pt x="94" y="390"/>
                      </a:lnTo>
                      <a:lnTo>
                        <a:pt x="94" y="384"/>
                      </a:lnTo>
                      <a:lnTo>
                        <a:pt x="92" y="376"/>
                      </a:lnTo>
                      <a:lnTo>
                        <a:pt x="86" y="366"/>
                      </a:lnTo>
                      <a:lnTo>
                        <a:pt x="74" y="344"/>
                      </a:lnTo>
                      <a:close/>
                      <a:moveTo>
                        <a:pt x="326" y="268"/>
                      </a:moveTo>
                      <a:lnTo>
                        <a:pt x="326" y="268"/>
                      </a:lnTo>
                      <a:lnTo>
                        <a:pt x="324" y="266"/>
                      </a:lnTo>
                      <a:lnTo>
                        <a:pt x="318" y="262"/>
                      </a:lnTo>
                      <a:lnTo>
                        <a:pt x="310" y="254"/>
                      </a:lnTo>
                      <a:lnTo>
                        <a:pt x="298" y="246"/>
                      </a:lnTo>
                      <a:lnTo>
                        <a:pt x="292" y="238"/>
                      </a:lnTo>
                      <a:lnTo>
                        <a:pt x="284" y="230"/>
                      </a:lnTo>
                      <a:lnTo>
                        <a:pt x="280" y="224"/>
                      </a:lnTo>
                      <a:lnTo>
                        <a:pt x="274" y="216"/>
                      </a:lnTo>
                      <a:lnTo>
                        <a:pt x="268" y="202"/>
                      </a:lnTo>
                      <a:lnTo>
                        <a:pt x="262" y="184"/>
                      </a:lnTo>
                      <a:lnTo>
                        <a:pt x="260" y="0"/>
                      </a:lnTo>
                      <a:lnTo>
                        <a:pt x="190" y="26"/>
                      </a:lnTo>
                      <a:lnTo>
                        <a:pt x="192" y="42"/>
                      </a:lnTo>
                      <a:lnTo>
                        <a:pt x="192" y="66"/>
                      </a:lnTo>
                      <a:lnTo>
                        <a:pt x="194" y="82"/>
                      </a:lnTo>
                      <a:lnTo>
                        <a:pt x="200" y="112"/>
                      </a:lnTo>
                      <a:lnTo>
                        <a:pt x="212" y="158"/>
                      </a:lnTo>
                      <a:lnTo>
                        <a:pt x="212" y="178"/>
                      </a:lnTo>
                      <a:lnTo>
                        <a:pt x="210" y="186"/>
                      </a:lnTo>
                      <a:lnTo>
                        <a:pt x="206" y="194"/>
                      </a:lnTo>
                      <a:lnTo>
                        <a:pt x="202" y="208"/>
                      </a:lnTo>
                      <a:lnTo>
                        <a:pt x="200" y="222"/>
                      </a:lnTo>
                      <a:lnTo>
                        <a:pt x="202" y="228"/>
                      </a:lnTo>
                      <a:lnTo>
                        <a:pt x="204" y="232"/>
                      </a:lnTo>
                      <a:lnTo>
                        <a:pt x="206" y="238"/>
                      </a:lnTo>
                      <a:lnTo>
                        <a:pt x="208" y="244"/>
                      </a:lnTo>
                      <a:lnTo>
                        <a:pt x="210" y="258"/>
                      </a:lnTo>
                      <a:lnTo>
                        <a:pt x="212" y="276"/>
                      </a:lnTo>
                      <a:lnTo>
                        <a:pt x="218" y="278"/>
                      </a:lnTo>
                      <a:lnTo>
                        <a:pt x="222" y="274"/>
                      </a:lnTo>
                      <a:lnTo>
                        <a:pt x="218" y="232"/>
                      </a:lnTo>
                      <a:lnTo>
                        <a:pt x="224" y="238"/>
                      </a:lnTo>
                      <a:lnTo>
                        <a:pt x="236" y="244"/>
                      </a:lnTo>
                      <a:lnTo>
                        <a:pt x="242" y="250"/>
                      </a:lnTo>
                      <a:lnTo>
                        <a:pt x="244" y="256"/>
                      </a:lnTo>
                      <a:lnTo>
                        <a:pt x="246" y="260"/>
                      </a:lnTo>
                      <a:lnTo>
                        <a:pt x="252" y="276"/>
                      </a:lnTo>
                      <a:lnTo>
                        <a:pt x="258" y="286"/>
                      </a:lnTo>
                      <a:lnTo>
                        <a:pt x="262" y="294"/>
                      </a:lnTo>
                      <a:lnTo>
                        <a:pt x="266" y="298"/>
                      </a:lnTo>
                      <a:lnTo>
                        <a:pt x="274" y="300"/>
                      </a:lnTo>
                      <a:lnTo>
                        <a:pt x="294" y="302"/>
                      </a:lnTo>
                      <a:lnTo>
                        <a:pt x="322" y="304"/>
                      </a:lnTo>
                      <a:lnTo>
                        <a:pt x="324" y="300"/>
                      </a:lnTo>
                      <a:lnTo>
                        <a:pt x="326" y="296"/>
                      </a:lnTo>
                      <a:lnTo>
                        <a:pt x="328" y="288"/>
                      </a:lnTo>
                      <a:lnTo>
                        <a:pt x="330" y="284"/>
                      </a:lnTo>
                      <a:lnTo>
                        <a:pt x="328" y="276"/>
                      </a:lnTo>
                      <a:lnTo>
                        <a:pt x="326" y="26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4" name="Freeform 144"/>
                <p:cNvSpPr>
                  <a:spLocks/>
                </p:cNvSpPr>
                <p:nvPr/>
              </p:nvSpPr>
              <p:spPr bwMode="auto">
                <a:xfrm>
                  <a:off x="3612299" y="4175638"/>
                  <a:ext cx="333040" cy="723268"/>
                </a:xfrm>
                <a:custGeom>
                  <a:avLst/>
                  <a:gdLst>
                    <a:gd name="T0" fmla="*/ 418346010 w 202"/>
                    <a:gd name="T1" fmla="*/ 463708816 h 426"/>
                    <a:gd name="T2" fmla="*/ 352821868 w 202"/>
                    <a:gd name="T3" fmla="*/ 529232859 h 426"/>
                    <a:gd name="T4" fmla="*/ 327620313 w 202"/>
                    <a:gd name="T5" fmla="*/ 569555348 h 426"/>
                    <a:gd name="T6" fmla="*/ 297378447 w 202"/>
                    <a:gd name="T7" fmla="*/ 609877836 h 426"/>
                    <a:gd name="T8" fmla="*/ 231854404 w 202"/>
                    <a:gd name="T9" fmla="*/ 650200325 h 426"/>
                    <a:gd name="T10" fmla="*/ 221773782 w 202"/>
                    <a:gd name="T11" fmla="*/ 650200325 h 426"/>
                    <a:gd name="T12" fmla="*/ 216733471 w 202"/>
                    <a:gd name="T13" fmla="*/ 670361569 h 426"/>
                    <a:gd name="T14" fmla="*/ 226814093 w 202"/>
                    <a:gd name="T15" fmla="*/ 675401880 h 426"/>
                    <a:gd name="T16" fmla="*/ 236894715 w 202"/>
                    <a:gd name="T17" fmla="*/ 685482502 h 426"/>
                    <a:gd name="T18" fmla="*/ 246975337 w 202"/>
                    <a:gd name="T19" fmla="*/ 710684057 h 426"/>
                    <a:gd name="T20" fmla="*/ 292338136 w 202"/>
                    <a:gd name="T21" fmla="*/ 771167790 h 426"/>
                    <a:gd name="T22" fmla="*/ 357862179 w 202"/>
                    <a:gd name="T23" fmla="*/ 846772654 h 426"/>
                    <a:gd name="T24" fmla="*/ 418346010 w 202"/>
                    <a:gd name="T25" fmla="*/ 877014521 h 426"/>
                    <a:gd name="T26" fmla="*/ 493950674 w 202"/>
                    <a:gd name="T27" fmla="*/ 907256387 h 426"/>
                    <a:gd name="T28" fmla="*/ 498990985 w 202"/>
                    <a:gd name="T29" fmla="*/ 912296698 h 426"/>
                    <a:gd name="T30" fmla="*/ 483870052 w 202"/>
                    <a:gd name="T31" fmla="*/ 982861053 h 426"/>
                    <a:gd name="T32" fmla="*/ 453628186 w 202"/>
                    <a:gd name="T33" fmla="*/ 1038304474 h 426"/>
                    <a:gd name="T34" fmla="*/ 413305599 w 202"/>
                    <a:gd name="T35" fmla="*/ 1073586652 h 426"/>
                    <a:gd name="T36" fmla="*/ 120967513 w 202"/>
                    <a:gd name="T37" fmla="*/ 841732343 h 426"/>
                    <a:gd name="T38" fmla="*/ 85685311 w 202"/>
                    <a:gd name="T39" fmla="*/ 811490278 h 426"/>
                    <a:gd name="T40" fmla="*/ 50403122 w 202"/>
                    <a:gd name="T41" fmla="*/ 771167790 h 426"/>
                    <a:gd name="T42" fmla="*/ 15120939 w 202"/>
                    <a:gd name="T43" fmla="*/ 710684057 h 426"/>
                    <a:gd name="T44" fmla="*/ 10080625 w 202"/>
                    <a:gd name="T45" fmla="*/ 700603435 h 426"/>
                    <a:gd name="T46" fmla="*/ 0 w 202"/>
                    <a:gd name="T47" fmla="*/ 660280947 h 426"/>
                    <a:gd name="T48" fmla="*/ 10080625 w 202"/>
                    <a:gd name="T49" fmla="*/ 635079391 h 426"/>
                    <a:gd name="T50" fmla="*/ 206652800 w 202"/>
                    <a:gd name="T51" fmla="*/ 312499385 h 426"/>
                    <a:gd name="T52" fmla="*/ 262096270 w 202"/>
                    <a:gd name="T53" fmla="*/ 156249692 h 426"/>
                    <a:gd name="T54" fmla="*/ 297378447 w 202"/>
                    <a:gd name="T55" fmla="*/ 90725624 h 426"/>
                    <a:gd name="T56" fmla="*/ 312499380 w 202"/>
                    <a:gd name="T57" fmla="*/ 70564380 h 426"/>
                    <a:gd name="T58" fmla="*/ 337700935 w 202"/>
                    <a:gd name="T59" fmla="*/ 55443446 h 426"/>
                    <a:gd name="T60" fmla="*/ 362902490 w 202"/>
                    <a:gd name="T61" fmla="*/ 50403123 h 426"/>
                    <a:gd name="T62" fmla="*/ 509071607 w 202"/>
                    <a:gd name="T63" fmla="*/ 0 h 426"/>
                    <a:gd name="T64" fmla="*/ 483870052 w 202"/>
                    <a:gd name="T65" fmla="*/ 196572181 h 426"/>
                    <a:gd name="T66" fmla="*/ 458668497 w 202"/>
                    <a:gd name="T67" fmla="*/ 347781562 h 426"/>
                    <a:gd name="T68" fmla="*/ 418346010 w 202"/>
                    <a:gd name="T69" fmla="*/ 463708816 h 4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2"/>
                    <a:gd name="T106" fmla="*/ 0 h 426"/>
                    <a:gd name="T107" fmla="*/ 202 w 202"/>
                    <a:gd name="T108" fmla="*/ 426 h 4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2" h="426">
                      <a:moveTo>
                        <a:pt x="166" y="184"/>
                      </a:moveTo>
                      <a:lnTo>
                        <a:pt x="166" y="184"/>
                      </a:lnTo>
                      <a:lnTo>
                        <a:pt x="152" y="196"/>
                      </a:lnTo>
                      <a:lnTo>
                        <a:pt x="140" y="210"/>
                      </a:lnTo>
                      <a:lnTo>
                        <a:pt x="130" y="226"/>
                      </a:lnTo>
                      <a:lnTo>
                        <a:pt x="124" y="236"/>
                      </a:lnTo>
                      <a:lnTo>
                        <a:pt x="118" y="242"/>
                      </a:lnTo>
                      <a:lnTo>
                        <a:pt x="104" y="252"/>
                      </a:lnTo>
                      <a:lnTo>
                        <a:pt x="92" y="258"/>
                      </a:lnTo>
                      <a:lnTo>
                        <a:pt x="88" y="258"/>
                      </a:lnTo>
                      <a:lnTo>
                        <a:pt x="86" y="262"/>
                      </a:lnTo>
                      <a:lnTo>
                        <a:pt x="86" y="266"/>
                      </a:lnTo>
                      <a:lnTo>
                        <a:pt x="90" y="268"/>
                      </a:lnTo>
                      <a:lnTo>
                        <a:pt x="92" y="270"/>
                      </a:lnTo>
                      <a:lnTo>
                        <a:pt x="94" y="272"/>
                      </a:lnTo>
                      <a:lnTo>
                        <a:pt x="98" y="282"/>
                      </a:lnTo>
                      <a:lnTo>
                        <a:pt x="104" y="292"/>
                      </a:lnTo>
                      <a:lnTo>
                        <a:pt x="116" y="306"/>
                      </a:lnTo>
                      <a:lnTo>
                        <a:pt x="134" y="324"/>
                      </a:lnTo>
                      <a:lnTo>
                        <a:pt x="142" y="336"/>
                      </a:lnTo>
                      <a:lnTo>
                        <a:pt x="166" y="348"/>
                      </a:lnTo>
                      <a:lnTo>
                        <a:pt x="184" y="356"/>
                      </a:lnTo>
                      <a:lnTo>
                        <a:pt x="196" y="360"/>
                      </a:lnTo>
                      <a:lnTo>
                        <a:pt x="198" y="362"/>
                      </a:lnTo>
                      <a:lnTo>
                        <a:pt x="198" y="370"/>
                      </a:lnTo>
                      <a:lnTo>
                        <a:pt x="192" y="390"/>
                      </a:lnTo>
                      <a:lnTo>
                        <a:pt x="186" y="400"/>
                      </a:lnTo>
                      <a:lnTo>
                        <a:pt x="180" y="412"/>
                      </a:lnTo>
                      <a:lnTo>
                        <a:pt x="172" y="420"/>
                      </a:lnTo>
                      <a:lnTo>
                        <a:pt x="164" y="426"/>
                      </a:lnTo>
                      <a:lnTo>
                        <a:pt x="48" y="334"/>
                      </a:lnTo>
                      <a:lnTo>
                        <a:pt x="34" y="322"/>
                      </a:lnTo>
                      <a:lnTo>
                        <a:pt x="26" y="314"/>
                      </a:lnTo>
                      <a:lnTo>
                        <a:pt x="20" y="306"/>
                      </a:lnTo>
                      <a:lnTo>
                        <a:pt x="6" y="282"/>
                      </a:lnTo>
                      <a:lnTo>
                        <a:pt x="4" y="278"/>
                      </a:lnTo>
                      <a:lnTo>
                        <a:pt x="0" y="270"/>
                      </a:lnTo>
                      <a:lnTo>
                        <a:pt x="0" y="262"/>
                      </a:lnTo>
                      <a:lnTo>
                        <a:pt x="0" y="258"/>
                      </a:lnTo>
                      <a:lnTo>
                        <a:pt x="4" y="252"/>
                      </a:lnTo>
                      <a:lnTo>
                        <a:pt x="82" y="124"/>
                      </a:lnTo>
                      <a:lnTo>
                        <a:pt x="104" y="62"/>
                      </a:lnTo>
                      <a:lnTo>
                        <a:pt x="112" y="48"/>
                      </a:lnTo>
                      <a:lnTo>
                        <a:pt x="118" y="36"/>
                      </a:lnTo>
                      <a:lnTo>
                        <a:pt x="124" y="28"/>
                      </a:lnTo>
                      <a:lnTo>
                        <a:pt x="130" y="24"/>
                      </a:lnTo>
                      <a:lnTo>
                        <a:pt x="134" y="22"/>
                      </a:lnTo>
                      <a:lnTo>
                        <a:pt x="144" y="20"/>
                      </a:lnTo>
                      <a:lnTo>
                        <a:pt x="202" y="0"/>
                      </a:lnTo>
                      <a:lnTo>
                        <a:pt x="200" y="24"/>
                      </a:lnTo>
                      <a:lnTo>
                        <a:pt x="192" y="78"/>
                      </a:lnTo>
                      <a:lnTo>
                        <a:pt x="188" y="108"/>
                      </a:lnTo>
                      <a:lnTo>
                        <a:pt x="182" y="138"/>
                      </a:lnTo>
                      <a:lnTo>
                        <a:pt x="174" y="164"/>
                      </a:lnTo>
                      <a:lnTo>
                        <a:pt x="166" y="18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sp>
            <p:nvSpPr>
              <p:cNvPr id="17" name="Freeform 138"/>
              <p:cNvSpPr>
                <a:spLocks/>
              </p:cNvSpPr>
              <p:nvPr/>
            </p:nvSpPr>
            <p:spPr bwMode="auto">
              <a:xfrm>
                <a:off x="3544225" y="4214357"/>
                <a:ext cx="202273" cy="330410"/>
              </a:xfrm>
              <a:custGeom>
                <a:avLst/>
                <a:gdLst>
                  <a:gd name="T0" fmla="*/ 2147483647 w 120"/>
                  <a:gd name="T1" fmla="*/ 2147483647 h 196"/>
                  <a:gd name="T2" fmla="*/ 2147483647 w 120"/>
                  <a:gd name="T3" fmla="*/ 2147483647 h 196"/>
                  <a:gd name="T4" fmla="*/ 2147483647 w 120"/>
                  <a:gd name="T5" fmla="*/ 2147483647 h 196"/>
                  <a:gd name="T6" fmla="*/ 2147483647 w 120"/>
                  <a:gd name="T7" fmla="*/ 2147483647 h 196"/>
                  <a:gd name="T8" fmla="*/ 2147483647 w 120"/>
                  <a:gd name="T9" fmla="*/ 2147483647 h 196"/>
                  <a:gd name="T10" fmla="*/ 2147483647 w 120"/>
                  <a:gd name="T11" fmla="*/ 2147483647 h 196"/>
                  <a:gd name="T12" fmla="*/ 2147483647 w 120"/>
                  <a:gd name="T13" fmla="*/ 2147483647 h 196"/>
                  <a:gd name="T14" fmla="*/ 2147483647 w 120"/>
                  <a:gd name="T15" fmla="*/ 2147483647 h 196"/>
                  <a:gd name="T16" fmla="*/ 2147483647 w 120"/>
                  <a:gd name="T17" fmla="*/ 2147483647 h 196"/>
                  <a:gd name="T18" fmla="*/ 2147483647 w 120"/>
                  <a:gd name="T19" fmla="*/ 2147483647 h 196"/>
                  <a:gd name="T20" fmla="*/ 2147483647 w 120"/>
                  <a:gd name="T21" fmla="*/ 2147483647 h 196"/>
                  <a:gd name="T22" fmla="*/ 2147483647 w 120"/>
                  <a:gd name="T23" fmla="*/ 2147483647 h 196"/>
                  <a:gd name="T24" fmla="*/ 2147483647 w 120"/>
                  <a:gd name="T25" fmla="*/ 2147483647 h 196"/>
                  <a:gd name="T26" fmla="*/ 2147483647 w 120"/>
                  <a:gd name="T27" fmla="*/ 2147483647 h 196"/>
                  <a:gd name="T28" fmla="*/ 2147483647 w 120"/>
                  <a:gd name="T29" fmla="*/ 2147483647 h 196"/>
                  <a:gd name="T30" fmla="*/ 2147483647 w 120"/>
                  <a:gd name="T31" fmla="*/ 2147483647 h 196"/>
                  <a:gd name="T32" fmla="*/ 2147483647 w 120"/>
                  <a:gd name="T33" fmla="*/ 2147483647 h 196"/>
                  <a:gd name="T34" fmla="*/ 2147483647 w 120"/>
                  <a:gd name="T35" fmla="*/ 2147483647 h 196"/>
                  <a:gd name="T36" fmla="*/ 2147483647 w 120"/>
                  <a:gd name="T37" fmla="*/ 2147483647 h 196"/>
                  <a:gd name="T38" fmla="*/ 2147483647 w 120"/>
                  <a:gd name="T39" fmla="*/ 2147483647 h 196"/>
                  <a:gd name="T40" fmla="*/ 0 w 120"/>
                  <a:gd name="T41" fmla="*/ 2147483647 h 196"/>
                  <a:gd name="T42" fmla="*/ 2147483647 w 120"/>
                  <a:gd name="T43" fmla="*/ 2147483647 h 196"/>
                  <a:gd name="T44" fmla="*/ 2147483647 w 120"/>
                  <a:gd name="T45" fmla="*/ 2147483647 h 196"/>
                  <a:gd name="T46" fmla="*/ 2147483647 w 120"/>
                  <a:gd name="T47" fmla="*/ 2147483647 h 196"/>
                  <a:gd name="T48" fmla="*/ 2147483647 w 120"/>
                  <a:gd name="T49" fmla="*/ 0 h 196"/>
                  <a:gd name="T50" fmla="*/ 2147483647 w 120"/>
                  <a:gd name="T51" fmla="*/ 0 h 196"/>
                  <a:gd name="T52" fmla="*/ 2147483647 w 120"/>
                  <a:gd name="T53" fmla="*/ 2147483647 h 196"/>
                  <a:gd name="T54" fmla="*/ 2147483647 w 120"/>
                  <a:gd name="T55" fmla="*/ 2147483647 h 19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
                  <a:gd name="T85" fmla="*/ 0 h 196"/>
                  <a:gd name="T86" fmla="*/ 120 w 120"/>
                  <a:gd name="T87" fmla="*/ 196 h 19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 h="196">
                    <a:moveTo>
                      <a:pt x="82" y="2"/>
                    </a:moveTo>
                    <a:lnTo>
                      <a:pt x="82" y="2"/>
                    </a:lnTo>
                    <a:lnTo>
                      <a:pt x="96" y="24"/>
                    </a:lnTo>
                    <a:lnTo>
                      <a:pt x="98" y="34"/>
                    </a:lnTo>
                    <a:lnTo>
                      <a:pt x="102" y="46"/>
                    </a:lnTo>
                    <a:lnTo>
                      <a:pt x="106" y="70"/>
                    </a:lnTo>
                    <a:lnTo>
                      <a:pt x="114" y="120"/>
                    </a:lnTo>
                    <a:lnTo>
                      <a:pt x="118" y="170"/>
                    </a:lnTo>
                    <a:lnTo>
                      <a:pt x="120" y="188"/>
                    </a:lnTo>
                    <a:lnTo>
                      <a:pt x="118" y="196"/>
                    </a:lnTo>
                    <a:lnTo>
                      <a:pt x="106" y="174"/>
                    </a:lnTo>
                    <a:lnTo>
                      <a:pt x="76" y="120"/>
                    </a:lnTo>
                    <a:lnTo>
                      <a:pt x="58" y="90"/>
                    </a:lnTo>
                    <a:lnTo>
                      <a:pt x="38" y="62"/>
                    </a:lnTo>
                    <a:lnTo>
                      <a:pt x="22" y="40"/>
                    </a:lnTo>
                    <a:lnTo>
                      <a:pt x="14" y="32"/>
                    </a:lnTo>
                    <a:lnTo>
                      <a:pt x="8" y="26"/>
                    </a:lnTo>
                    <a:lnTo>
                      <a:pt x="0" y="22"/>
                    </a:lnTo>
                    <a:lnTo>
                      <a:pt x="2" y="12"/>
                    </a:lnTo>
                    <a:lnTo>
                      <a:pt x="36" y="4"/>
                    </a:lnTo>
                    <a:lnTo>
                      <a:pt x="64" y="0"/>
                    </a:lnTo>
                    <a:lnTo>
                      <a:pt x="74" y="0"/>
                    </a:lnTo>
                    <a:lnTo>
                      <a:pt x="8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8" name="Freeform 140"/>
              <p:cNvSpPr>
                <a:spLocks/>
              </p:cNvSpPr>
              <p:nvPr/>
            </p:nvSpPr>
            <p:spPr bwMode="auto">
              <a:xfrm>
                <a:off x="3575919" y="4138914"/>
                <a:ext cx="147019" cy="234086"/>
              </a:xfrm>
              <a:custGeom>
                <a:avLst/>
                <a:gdLst>
                  <a:gd name="T0" fmla="*/ 196572170 w 90"/>
                  <a:gd name="T1" fmla="*/ 120967497 h 140"/>
                  <a:gd name="T2" fmla="*/ 196572170 w 90"/>
                  <a:gd name="T3" fmla="*/ 120967497 h 140"/>
                  <a:gd name="T4" fmla="*/ 191531860 w 90"/>
                  <a:gd name="T5" fmla="*/ 136088428 h 140"/>
                  <a:gd name="T6" fmla="*/ 181451238 w 90"/>
                  <a:gd name="T7" fmla="*/ 171370600 h 140"/>
                  <a:gd name="T8" fmla="*/ 181451238 w 90"/>
                  <a:gd name="T9" fmla="*/ 196572151 h 140"/>
                  <a:gd name="T10" fmla="*/ 186491549 w 90"/>
                  <a:gd name="T11" fmla="*/ 211693132 h 140"/>
                  <a:gd name="T12" fmla="*/ 191531860 w 90"/>
                  <a:gd name="T13" fmla="*/ 226814063 h 140"/>
                  <a:gd name="T14" fmla="*/ 206652792 w 90"/>
                  <a:gd name="T15" fmla="*/ 236894683 h 140"/>
                  <a:gd name="T16" fmla="*/ 206652792 w 90"/>
                  <a:gd name="T17" fmla="*/ 236894683 h 140"/>
                  <a:gd name="T18" fmla="*/ 226814085 w 90"/>
                  <a:gd name="T19" fmla="*/ 241934994 h 140"/>
                  <a:gd name="T20" fmla="*/ 226814085 w 90"/>
                  <a:gd name="T21" fmla="*/ 241934994 h 140"/>
                  <a:gd name="T22" fmla="*/ 226814085 w 90"/>
                  <a:gd name="T23" fmla="*/ 257055925 h 140"/>
                  <a:gd name="T24" fmla="*/ 226814085 w 90"/>
                  <a:gd name="T25" fmla="*/ 272176856 h 140"/>
                  <a:gd name="T26" fmla="*/ 221773774 w 90"/>
                  <a:gd name="T27" fmla="*/ 282257476 h 140"/>
                  <a:gd name="T28" fmla="*/ 221773774 w 90"/>
                  <a:gd name="T29" fmla="*/ 282257476 h 140"/>
                  <a:gd name="T30" fmla="*/ 211693152 w 90"/>
                  <a:gd name="T31" fmla="*/ 297378407 h 140"/>
                  <a:gd name="T32" fmla="*/ 206652792 w 90"/>
                  <a:gd name="T33" fmla="*/ 322579959 h 140"/>
                  <a:gd name="T34" fmla="*/ 196572170 w 90"/>
                  <a:gd name="T35" fmla="*/ 352821820 h 140"/>
                  <a:gd name="T36" fmla="*/ 186491549 w 90"/>
                  <a:gd name="T37" fmla="*/ 347781510 h 140"/>
                  <a:gd name="T38" fmla="*/ 186491549 w 90"/>
                  <a:gd name="T39" fmla="*/ 347781510 h 140"/>
                  <a:gd name="T40" fmla="*/ 196572170 w 90"/>
                  <a:gd name="T41" fmla="*/ 337700889 h 140"/>
                  <a:gd name="T42" fmla="*/ 196572170 w 90"/>
                  <a:gd name="T43" fmla="*/ 322579959 h 140"/>
                  <a:gd name="T44" fmla="*/ 186491549 w 90"/>
                  <a:gd name="T45" fmla="*/ 307459028 h 140"/>
                  <a:gd name="T46" fmla="*/ 186491549 w 90"/>
                  <a:gd name="T47" fmla="*/ 307459028 h 140"/>
                  <a:gd name="T48" fmla="*/ 171370617 w 90"/>
                  <a:gd name="T49" fmla="*/ 297378407 h 140"/>
                  <a:gd name="T50" fmla="*/ 146169063 w 90"/>
                  <a:gd name="T51" fmla="*/ 282257476 h 140"/>
                  <a:gd name="T52" fmla="*/ 95765930 w 90"/>
                  <a:gd name="T53" fmla="*/ 257055925 h 140"/>
                  <a:gd name="T54" fmla="*/ 95765930 w 90"/>
                  <a:gd name="T55" fmla="*/ 257055925 h 140"/>
                  <a:gd name="T56" fmla="*/ 70564376 w 90"/>
                  <a:gd name="T57" fmla="*/ 241934994 h 140"/>
                  <a:gd name="T58" fmla="*/ 55443444 w 90"/>
                  <a:gd name="T59" fmla="*/ 226814063 h 140"/>
                  <a:gd name="T60" fmla="*/ 35282188 w 90"/>
                  <a:gd name="T61" fmla="*/ 206652772 h 140"/>
                  <a:gd name="T62" fmla="*/ 20161249 w 90"/>
                  <a:gd name="T63" fmla="*/ 191531841 h 140"/>
                  <a:gd name="T64" fmla="*/ 20161249 w 90"/>
                  <a:gd name="T65" fmla="*/ 191531841 h 140"/>
                  <a:gd name="T66" fmla="*/ 15120939 w 90"/>
                  <a:gd name="T67" fmla="*/ 120967497 h 140"/>
                  <a:gd name="T68" fmla="*/ 15120939 w 90"/>
                  <a:gd name="T69" fmla="*/ 120967497 h 140"/>
                  <a:gd name="T70" fmla="*/ 10080625 w 90"/>
                  <a:gd name="T71" fmla="*/ 70564369 h 140"/>
                  <a:gd name="T72" fmla="*/ 0 w 90"/>
                  <a:gd name="T73" fmla="*/ 35282185 h 140"/>
                  <a:gd name="T74" fmla="*/ 0 w 90"/>
                  <a:gd name="T75" fmla="*/ 35282185 h 140"/>
                  <a:gd name="T76" fmla="*/ 10080625 w 90"/>
                  <a:gd name="T77" fmla="*/ 25201558 h 140"/>
                  <a:gd name="T78" fmla="*/ 20161249 w 90"/>
                  <a:gd name="T79" fmla="*/ 5040312 h 140"/>
                  <a:gd name="T80" fmla="*/ 20161249 w 90"/>
                  <a:gd name="T81" fmla="*/ 5040312 h 140"/>
                  <a:gd name="T82" fmla="*/ 25201560 w 90"/>
                  <a:gd name="T83" fmla="*/ 0 h 140"/>
                  <a:gd name="T84" fmla="*/ 30241877 w 90"/>
                  <a:gd name="T85" fmla="*/ 5040312 h 140"/>
                  <a:gd name="T86" fmla="*/ 50403120 w 90"/>
                  <a:gd name="T87" fmla="*/ 15120937 h 140"/>
                  <a:gd name="T88" fmla="*/ 110886887 w 90"/>
                  <a:gd name="T89" fmla="*/ 55443438 h 140"/>
                  <a:gd name="T90" fmla="*/ 196572170 w 90"/>
                  <a:gd name="T91" fmla="*/ 120967497 h 140"/>
                  <a:gd name="T92" fmla="*/ 196572170 w 90"/>
                  <a:gd name="T93" fmla="*/ 120967497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0"/>
                  <a:gd name="T142" fmla="*/ 0 h 140"/>
                  <a:gd name="T143" fmla="*/ 90 w 9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0" h="140">
                    <a:moveTo>
                      <a:pt x="78" y="48"/>
                    </a:moveTo>
                    <a:lnTo>
                      <a:pt x="78" y="48"/>
                    </a:lnTo>
                    <a:lnTo>
                      <a:pt x="76" y="54"/>
                    </a:lnTo>
                    <a:lnTo>
                      <a:pt x="72" y="68"/>
                    </a:lnTo>
                    <a:lnTo>
                      <a:pt x="72" y="78"/>
                    </a:lnTo>
                    <a:lnTo>
                      <a:pt x="74" y="84"/>
                    </a:lnTo>
                    <a:lnTo>
                      <a:pt x="76" y="90"/>
                    </a:lnTo>
                    <a:lnTo>
                      <a:pt x="82" y="94"/>
                    </a:lnTo>
                    <a:lnTo>
                      <a:pt x="90" y="96"/>
                    </a:lnTo>
                    <a:lnTo>
                      <a:pt x="90" y="102"/>
                    </a:lnTo>
                    <a:lnTo>
                      <a:pt x="90" y="108"/>
                    </a:lnTo>
                    <a:lnTo>
                      <a:pt x="88" y="112"/>
                    </a:lnTo>
                    <a:lnTo>
                      <a:pt x="84" y="118"/>
                    </a:lnTo>
                    <a:lnTo>
                      <a:pt x="82" y="128"/>
                    </a:lnTo>
                    <a:lnTo>
                      <a:pt x="78" y="140"/>
                    </a:lnTo>
                    <a:lnTo>
                      <a:pt x="74" y="138"/>
                    </a:lnTo>
                    <a:lnTo>
                      <a:pt x="78" y="134"/>
                    </a:lnTo>
                    <a:lnTo>
                      <a:pt x="78" y="128"/>
                    </a:lnTo>
                    <a:lnTo>
                      <a:pt x="74" y="122"/>
                    </a:lnTo>
                    <a:lnTo>
                      <a:pt x="68" y="118"/>
                    </a:lnTo>
                    <a:lnTo>
                      <a:pt x="58" y="112"/>
                    </a:lnTo>
                    <a:lnTo>
                      <a:pt x="38" y="102"/>
                    </a:lnTo>
                    <a:lnTo>
                      <a:pt x="28" y="96"/>
                    </a:lnTo>
                    <a:lnTo>
                      <a:pt x="22" y="90"/>
                    </a:lnTo>
                    <a:lnTo>
                      <a:pt x="14" y="82"/>
                    </a:lnTo>
                    <a:lnTo>
                      <a:pt x="8" y="76"/>
                    </a:lnTo>
                    <a:lnTo>
                      <a:pt x="6" y="48"/>
                    </a:lnTo>
                    <a:lnTo>
                      <a:pt x="4" y="28"/>
                    </a:lnTo>
                    <a:lnTo>
                      <a:pt x="0" y="14"/>
                    </a:lnTo>
                    <a:lnTo>
                      <a:pt x="4" y="10"/>
                    </a:lnTo>
                    <a:lnTo>
                      <a:pt x="8" y="2"/>
                    </a:lnTo>
                    <a:lnTo>
                      <a:pt x="10" y="0"/>
                    </a:lnTo>
                    <a:lnTo>
                      <a:pt x="12" y="2"/>
                    </a:lnTo>
                    <a:lnTo>
                      <a:pt x="20" y="6"/>
                    </a:lnTo>
                    <a:lnTo>
                      <a:pt x="44" y="22"/>
                    </a:lnTo>
                    <a:lnTo>
                      <a:pt x="78" y="48"/>
                    </a:lnTo>
                    <a:close/>
                  </a:path>
                </a:pathLst>
              </a:custGeom>
              <a:grpFill/>
              <a:ln w="9525">
                <a:noFill/>
                <a:round/>
                <a:headEnd/>
                <a:tailEnd/>
              </a:ln>
            </p:spPr>
            <p:txBody>
              <a:bodyPr/>
              <a:lstStyle/>
              <a:p>
                <a:pPr fontAlgn="auto">
                  <a:spcBef>
                    <a:spcPts val="0"/>
                  </a:spcBef>
                  <a:spcAft>
                    <a:spcPts val="0"/>
                  </a:spcAft>
                  <a:defRPr/>
                </a:pPr>
                <a:endParaRPr sz="2000">
                  <a:solidFill>
                    <a:prstClr val="black"/>
                  </a:solidFill>
                  <a:latin typeface="Roboto Lt"/>
                </a:endParaRPr>
              </a:p>
            </p:txBody>
          </p:sp>
        </p:grpSp>
        <p:sp>
          <p:nvSpPr>
            <p:cNvPr id="10" name="Freeform 5"/>
            <p:cNvSpPr>
              <a:spLocks noEditPoints="1"/>
            </p:cNvSpPr>
            <p:nvPr/>
          </p:nvSpPr>
          <p:spPr bwMode="auto">
            <a:xfrm>
              <a:off x="8639116" y="2198798"/>
              <a:ext cx="1116469" cy="2902813"/>
            </a:xfrm>
            <a:custGeom>
              <a:avLst/>
              <a:gdLst>
                <a:gd name="T0" fmla="*/ 2147483647 w 600"/>
                <a:gd name="T1" fmla="*/ 1302100615 h 1727"/>
                <a:gd name="T2" fmla="*/ 2132965708 w 600"/>
                <a:gd name="T3" fmla="*/ 1014817518 h 1727"/>
                <a:gd name="T4" fmla="*/ 2114775135 w 600"/>
                <a:gd name="T5" fmla="*/ 861847602 h 1727"/>
                <a:gd name="T6" fmla="*/ 1982886016 w 600"/>
                <a:gd name="T7" fmla="*/ 936466814 h 1727"/>
                <a:gd name="T8" fmla="*/ 1791874337 w 600"/>
                <a:gd name="T9" fmla="*/ 179084624 h 1727"/>
                <a:gd name="T10" fmla="*/ 1664531796 w 600"/>
                <a:gd name="T11" fmla="*/ 41039906 h 1727"/>
                <a:gd name="T12" fmla="*/ 1459878253 w 600"/>
                <a:gd name="T13" fmla="*/ 22385578 h 1727"/>
                <a:gd name="T14" fmla="*/ 1064208499 w 600"/>
                <a:gd name="T15" fmla="*/ 813345211 h 1727"/>
                <a:gd name="T16" fmla="*/ 1059661922 w 600"/>
                <a:gd name="T17" fmla="*/ 820807712 h 1727"/>
                <a:gd name="T18" fmla="*/ 786788399 w 600"/>
                <a:gd name="T19" fmla="*/ 1085705480 h 1727"/>
                <a:gd name="T20" fmla="*/ 650350571 w 600"/>
                <a:gd name="T21" fmla="*/ 1078242979 h 1727"/>
                <a:gd name="T22" fmla="*/ 659445858 w 600"/>
                <a:gd name="T23" fmla="*/ 1227481403 h 1727"/>
                <a:gd name="T24" fmla="*/ 418406771 w 600"/>
                <a:gd name="T25" fmla="*/ 1652809174 h 1727"/>
                <a:gd name="T26" fmla="*/ 18190581 w 600"/>
                <a:gd name="T27" fmla="*/ 2147483647 h 1727"/>
                <a:gd name="T28" fmla="*/ 841362251 w 600"/>
                <a:gd name="T29" fmla="*/ 2147483647 h 1727"/>
                <a:gd name="T30" fmla="*/ 768595694 w 600"/>
                <a:gd name="T31" fmla="*/ 2147483647 h 1727"/>
                <a:gd name="T32" fmla="*/ 463885336 w 600"/>
                <a:gd name="T33" fmla="*/ 2147483647 h 1727"/>
                <a:gd name="T34" fmla="*/ 836813541 w 600"/>
                <a:gd name="T35" fmla="*/ 1757274526 h 1727"/>
                <a:gd name="T36" fmla="*/ 941416800 w 600"/>
                <a:gd name="T37" fmla="*/ 2089329247 h 1727"/>
                <a:gd name="T38" fmla="*/ 809527682 w 600"/>
                <a:gd name="T39" fmla="*/ 2147483647 h 1727"/>
                <a:gd name="T40" fmla="*/ 845910960 w 600"/>
                <a:gd name="T41" fmla="*/ 2147483647 h 1727"/>
                <a:gd name="T42" fmla="*/ 668541144 w 600"/>
                <a:gd name="T43" fmla="*/ 2147483647 h 1727"/>
                <a:gd name="T44" fmla="*/ 886840816 w 600"/>
                <a:gd name="T45" fmla="*/ 2147483647 h 1727"/>
                <a:gd name="T46" fmla="*/ 968702659 w 600"/>
                <a:gd name="T47" fmla="*/ 2147483647 h 1727"/>
                <a:gd name="T48" fmla="*/ 1296152433 w 600"/>
                <a:gd name="T49" fmla="*/ 2147483647 h 1727"/>
                <a:gd name="T50" fmla="*/ 1368918990 w 600"/>
                <a:gd name="T51" fmla="*/ 2147483647 h 1727"/>
                <a:gd name="T52" fmla="*/ 1878284890 w 600"/>
                <a:gd name="T53" fmla="*/ 2147483647 h 1727"/>
                <a:gd name="T54" fmla="*/ 1987434726 w 600"/>
                <a:gd name="T55" fmla="*/ 2147483647 h 1727"/>
                <a:gd name="T56" fmla="*/ 2147483647 w 600"/>
                <a:gd name="T57" fmla="*/ 2147483647 h 1727"/>
                <a:gd name="T58" fmla="*/ 2147483647 w 600"/>
                <a:gd name="T59" fmla="*/ 2147483647 h 1727"/>
                <a:gd name="T60" fmla="*/ 2147483647 w 600"/>
                <a:gd name="T61" fmla="*/ 2147483647 h 1727"/>
                <a:gd name="T62" fmla="*/ 1700915074 w 600"/>
                <a:gd name="T63" fmla="*/ 2147483647 h 1727"/>
                <a:gd name="T64" fmla="*/ 1891928886 w 600"/>
                <a:gd name="T65" fmla="*/ 2147483647 h 1727"/>
                <a:gd name="T66" fmla="*/ 1650889932 w 600"/>
                <a:gd name="T67" fmla="*/ 2147483647 h 1727"/>
                <a:gd name="T68" fmla="*/ 1578123375 w 600"/>
                <a:gd name="T69" fmla="*/ 2147483647 h 1727"/>
                <a:gd name="T70" fmla="*/ 1455329543 w 600"/>
                <a:gd name="T71" fmla="*/ 2147483647 h 1727"/>
                <a:gd name="T72" fmla="*/ 1432590261 w 600"/>
                <a:gd name="T73" fmla="*/ 2147483647 h 1727"/>
                <a:gd name="T74" fmla="*/ 1964693311 w 600"/>
                <a:gd name="T75" fmla="*/ 2147483647 h 1727"/>
                <a:gd name="T76" fmla="*/ 1782779051 w 600"/>
                <a:gd name="T77" fmla="*/ 1962477842 h 1727"/>
                <a:gd name="T78" fmla="*/ 1105140487 w 600"/>
                <a:gd name="T79" fmla="*/ 1414028468 h 1727"/>
                <a:gd name="T80" fmla="*/ 1332535712 w 600"/>
                <a:gd name="T81" fmla="*/ 1201364583 h 1727"/>
                <a:gd name="T82" fmla="*/ 1896475463 w 600"/>
                <a:gd name="T83" fmla="*/ 1354332326 h 1727"/>
                <a:gd name="T84" fmla="*/ 1937407451 w 600"/>
                <a:gd name="T85" fmla="*/ 1078242979 h 1727"/>
                <a:gd name="T86" fmla="*/ 2147483647 w 600"/>
                <a:gd name="T87" fmla="*/ 2147483647 h 1727"/>
                <a:gd name="T88" fmla="*/ 2147483647 w 600"/>
                <a:gd name="T89" fmla="*/ 2147483647 h 1727"/>
                <a:gd name="T90" fmla="*/ 2147483647 w 600"/>
                <a:gd name="T91" fmla="*/ 1839356238 h 1727"/>
                <a:gd name="T92" fmla="*/ 2147483647 w 600"/>
                <a:gd name="T93" fmla="*/ 2147483647 h 17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0"/>
                <a:gd name="T142" fmla="*/ 0 h 1727"/>
                <a:gd name="T143" fmla="*/ 600 w 600"/>
                <a:gd name="T144" fmla="*/ 1727 h 17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0" h="1727">
                  <a:moveTo>
                    <a:pt x="588" y="660"/>
                  </a:moveTo>
                  <a:cubicBezTo>
                    <a:pt x="584" y="609"/>
                    <a:pt x="581" y="557"/>
                    <a:pt x="581" y="506"/>
                  </a:cubicBezTo>
                  <a:cubicBezTo>
                    <a:pt x="580" y="455"/>
                    <a:pt x="582" y="399"/>
                    <a:pt x="567" y="349"/>
                  </a:cubicBezTo>
                  <a:cubicBezTo>
                    <a:pt x="562" y="333"/>
                    <a:pt x="560" y="307"/>
                    <a:pt x="545" y="296"/>
                  </a:cubicBezTo>
                  <a:cubicBezTo>
                    <a:pt x="535" y="288"/>
                    <a:pt x="517" y="285"/>
                    <a:pt x="504" y="281"/>
                  </a:cubicBezTo>
                  <a:cubicBezTo>
                    <a:pt x="493" y="277"/>
                    <a:pt x="481" y="274"/>
                    <a:pt x="469" y="272"/>
                  </a:cubicBezTo>
                  <a:cubicBezTo>
                    <a:pt x="477" y="267"/>
                    <a:pt x="490" y="260"/>
                    <a:pt x="486" y="250"/>
                  </a:cubicBezTo>
                  <a:cubicBezTo>
                    <a:pt x="478" y="255"/>
                    <a:pt x="472" y="262"/>
                    <a:pt x="461" y="259"/>
                  </a:cubicBezTo>
                  <a:cubicBezTo>
                    <a:pt x="464" y="250"/>
                    <a:pt x="469" y="241"/>
                    <a:pt x="465" y="231"/>
                  </a:cubicBezTo>
                  <a:cubicBezTo>
                    <a:pt x="463" y="239"/>
                    <a:pt x="461" y="251"/>
                    <a:pt x="452" y="254"/>
                  </a:cubicBezTo>
                  <a:cubicBezTo>
                    <a:pt x="450" y="248"/>
                    <a:pt x="449" y="240"/>
                    <a:pt x="448" y="233"/>
                  </a:cubicBezTo>
                  <a:cubicBezTo>
                    <a:pt x="448" y="244"/>
                    <a:pt x="443" y="255"/>
                    <a:pt x="436" y="251"/>
                  </a:cubicBezTo>
                  <a:cubicBezTo>
                    <a:pt x="433" y="237"/>
                    <a:pt x="431" y="222"/>
                    <a:pt x="427" y="208"/>
                  </a:cubicBezTo>
                  <a:cubicBezTo>
                    <a:pt x="420" y="176"/>
                    <a:pt x="418" y="143"/>
                    <a:pt x="413" y="110"/>
                  </a:cubicBezTo>
                  <a:cubicBezTo>
                    <a:pt x="409" y="91"/>
                    <a:pt x="404" y="67"/>
                    <a:pt x="394" y="48"/>
                  </a:cubicBezTo>
                  <a:cubicBezTo>
                    <a:pt x="392" y="41"/>
                    <a:pt x="389" y="35"/>
                    <a:pt x="386" y="29"/>
                  </a:cubicBezTo>
                  <a:cubicBezTo>
                    <a:pt x="384" y="26"/>
                    <a:pt x="381" y="22"/>
                    <a:pt x="378" y="19"/>
                  </a:cubicBezTo>
                  <a:cubicBezTo>
                    <a:pt x="374" y="14"/>
                    <a:pt x="370" y="11"/>
                    <a:pt x="366" y="11"/>
                  </a:cubicBezTo>
                  <a:cubicBezTo>
                    <a:pt x="356" y="4"/>
                    <a:pt x="344" y="0"/>
                    <a:pt x="334" y="2"/>
                  </a:cubicBezTo>
                  <a:cubicBezTo>
                    <a:pt x="328" y="4"/>
                    <a:pt x="326" y="7"/>
                    <a:pt x="319" y="5"/>
                  </a:cubicBezTo>
                  <a:cubicBezTo>
                    <a:pt x="321" y="6"/>
                    <a:pt x="321" y="6"/>
                    <a:pt x="321" y="6"/>
                  </a:cubicBezTo>
                  <a:cubicBezTo>
                    <a:pt x="211" y="11"/>
                    <a:pt x="239" y="136"/>
                    <a:pt x="235" y="208"/>
                  </a:cubicBezTo>
                  <a:cubicBezTo>
                    <a:pt x="233" y="220"/>
                    <a:pt x="233" y="220"/>
                    <a:pt x="233" y="220"/>
                  </a:cubicBezTo>
                  <a:cubicBezTo>
                    <a:pt x="233" y="219"/>
                    <a:pt x="234" y="219"/>
                    <a:pt x="234" y="218"/>
                  </a:cubicBezTo>
                  <a:cubicBezTo>
                    <a:pt x="234" y="219"/>
                    <a:pt x="234" y="219"/>
                    <a:pt x="234" y="219"/>
                  </a:cubicBezTo>
                  <a:cubicBezTo>
                    <a:pt x="233" y="226"/>
                    <a:pt x="232" y="234"/>
                    <a:pt x="230" y="242"/>
                  </a:cubicBezTo>
                  <a:cubicBezTo>
                    <a:pt x="233" y="220"/>
                    <a:pt x="233" y="220"/>
                    <a:pt x="233" y="220"/>
                  </a:cubicBezTo>
                  <a:cubicBezTo>
                    <a:pt x="233" y="221"/>
                    <a:pt x="232" y="223"/>
                    <a:pt x="232" y="224"/>
                  </a:cubicBezTo>
                  <a:cubicBezTo>
                    <a:pt x="226" y="238"/>
                    <a:pt x="221" y="253"/>
                    <a:pt x="212" y="265"/>
                  </a:cubicBezTo>
                  <a:cubicBezTo>
                    <a:pt x="203" y="278"/>
                    <a:pt x="191" y="292"/>
                    <a:pt x="173" y="291"/>
                  </a:cubicBezTo>
                  <a:cubicBezTo>
                    <a:pt x="165" y="291"/>
                    <a:pt x="156" y="287"/>
                    <a:pt x="153" y="280"/>
                  </a:cubicBezTo>
                  <a:cubicBezTo>
                    <a:pt x="155" y="292"/>
                    <a:pt x="155" y="300"/>
                    <a:pt x="171" y="306"/>
                  </a:cubicBezTo>
                  <a:cubicBezTo>
                    <a:pt x="157" y="307"/>
                    <a:pt x="151" y="297"/>
                    <a:pt x="143" y="289"/>
                  </a:cubicBezTo>
                  <a:cubicBezTo>
                    <a:pt x="144" y="297"/>
                    <a:pt x="151" y="307"/>
                    <a:pt x="158" y="312"/>
                  </a:cubicBezTo>
                  <a:cubicBezTo>
                    <a:pt x="162" y="314"/>
                    <a:pt x="166" y="317"/>
                    <a:pt x="170" y="318"/>
                  </a:cubicBezTo>
                  <a:cubicBezTo>
                    <a:pt x="161" y="321"/>
                    <a:pt x="152" y="324"/>
                    <a:pt x="145" y="329"/>
                  </a:cubicBezTo>
                  <a:cubicBezTo>
                    <a:pt x="135" y="335"/>
                    <a:pt x="138" y="340"/>
                    <a:pt x="135" y="349"/>
                  </a:cubicBezTo>
                  <a:cubicBezTo>
                    <a:pt x="133" y="354"/>
                    <a:pt x="124" y="368"/>
                    <a:pt x="126" y="375"/>
                  </a:cubicBezTo>
                  <a:cubicBezTo>
                    <a:pt x="118" y="398"/>
                    <a:pt x="102" y="421"/>
                    <a:pt x="92" y="443"/>
                  </a:cubicBezTo>
                  <a:cubicBezTo>
                    <a:pt x="85" y="460"/>
                    <a:pt x="77" y="476"/>
                    <a:pt x="68" y="492"/>
                  </a:cubicBezTo>
                  <a:cubicBezTo>
                    <a:pt x="57" y="512"/>
                    <a:pt x="44" y="534"/>
                    <a:pt x="30" y="551"/>
                  </a:cubicBezTo>
                  <a:cubicBezTo>
                    <a:pt x="16" y="568"/>
                    <a:pt x="0" y="578"/>
                    <a:pt x="4" y="599"/>
                  </a:cubicBezTo>
                  <a:cubicBezTo>
                    <a:pt x="16" y="669"/>
                    <a:pt x="113" y="687"/>
                    <a:pt x="157" y="739"/>
                  </a:cubicBezTo>
                  <a:cubicBezTo>
                    <a:pt x="161" y="728"/>
                    <a:pt x="171" y="731"/>
                    <a:pt x="178" y="724"/>
                  </a:cubicBezTo>
                  <a:cubicBezTo>
                    <a:pt x="182" y="720"/>
                    <a:pt x="184" y="712"/>
                    <a:pt x="185" y="706"/>
                  </a:cubicBezTo>
                  <a:cubicBezTo>
                    <a:pt x="183" y="709"/>
                    <a:pt x="179" y="713"/>
                    <a:pt x="171" y="716"/>
                  </a:cubicBezTo>
                  <a:cubicBezTo>
                    <a:pt x="142" y="725"/>
                    <a:pt x="137" y="650"/>
                    <a:pt x="160" y="655"/>
                  </a:cubicBezTo>
                  <a:cubicBezTo>
                    <a:pt x="163" y="655"/>
                    <a:pt x="166" y="655"/>
                    <a:pt x="169" y="655"/>
                  </a:cubicBezTo>
                  <a:cubicBezTo>
                    <a:pt x="143" y="640"/>
                    <a:pt x="121" y="619"/>
                    <a:pt x="100" y="599"/>
                  </a:cubicBezTo>
                  <a:cubicBezTo>
                    <a:pt x="103" y="598"/>
                    <a:pt x="106" y="597"/>
                    <a:pt x="109" y="596"/>
                  </a:cubicBezTo>
                  <a:cubicBezTo>
                    <a:pt x="105" y="592"/>
                    <a:pt x="102" y="586"/>
                    <a:pt x="102" y="580"/>
                  </a:cubicBezTo>
                  <a:cubicBezTo>
                    <a:pt x="121" y="557"/>
                    <a:pt x="132" y="526"/>
                    <a:pt x="152" y="501"/>
                  </a:cubicBezTo>
                  <a:cubicBezTo>
                    <a:pt x="158" y="493"/>
                    <a:pt x="167" y="482"/>
                    <a:pt x="176" y="476"/>
                  </a:cubicBezTo>
                  <a:cubicBezTo>
                    <a:pt x="179" y="474"/>
                    <a:pt x="181" y="473"/>
                    <a:pt x="184" y="471"/>
                  </a:cubicBezTo>
                  <a:cubicBezTo>
                    <a:pt x="185" y="474"/>
                    <a:pt x="186" y="477"/>
                    <a:pt x="187" y="479"/>
                  </a:cubicBezTo>
                  <a:cubicBezTo>
                    <a:pt x="193" y="492"/>
                    <a:pt x="200" y="506"/>
                    <a:pt x="204" y="519"/>
                  </a:cubicBezTo>
                  <a:cubicBezTo>
                    <a:pt x="209" y="535"/>
                    <a:pt x="206" y="546"/>
                    <a:pt x="207" y="560"/>
                  </a:cubicBezTo>
                  <a:cubicBezTo>
                    <a:pt x="209" y="574"/>
                    <a:pt x="219" y="589"/>
                    <a:pt x="221" y="603"/>
                  </a:cubicBezTo>
                  <a:cubicBezTo>
                    <a:pt x="222" y="608"/>
                    <a:pt x="222" y="613"/>
                    <a:pt x="222" y="617"/>
                  </a:cubicBezTo>
                  <a:cubicBezTo>
                    <a:pt x="199" y="623"/>
                    <a:pt x="198" y="646"/>
                    <a:pt x="178" y="659"/>
                  </a:cubicBezTo>
                  <a:cubicBezTo>
                    <a:pt x="178" y="659"/>
                    <a:pt x="177" y="659"/>
                    <a:pt x="177" y="658"/>
                  </a:cubicBezTo>
                  <a:cubicBezTo>
                    <a:pt x="163" y="687"/>
                    <a:pt x="181" y="700"/>
                    <a:pt x="186" y="702"/>
                  </a:cubicBezTo>
                  <a:cubicBezTo>
                    <a:pt x="186" y="702"/>
                    <a:pt x="186" y="702"/>
                    <a:pt x="186" y="701"/>
                  </a:cubicBezTo>
                  <a:cubicBezTo>
                    <a:pt x="190" y="702"/>
                    <a:pt x="194" y="702"/>
                    <a:pt x="198" y="703"/>
                  </a:cubicBezTo>
                  <a:cubicBezTo>
                    <a:pt x="197" y="705"/>
                    <a:pt x="196" y="708"/>
                    <a:pt x="195" y="710"/>
                  </a:cubicBezTo>
                  <a:cubicBezTo>
                    <a:pt x="176" y="749"/>
                    <a:pt x="158" y="791"/>
                    <a:pt x="147" y="832"/>
                  </a:cubicBezTo>
                  <a:cubicBezTo>
                    <a:pt x="154" y="833"/>
                    <a:pt x="195" y="837"/>
                    <a:pt x="202" y="842"/>
                  </a:cubicBezTo>
                  <a:cubicBezTo>
                    <a:pt x="201" y="863"/>
                    <a:pt x="197" y="891"/>
                    <a:pt x="196" y="915"/>
                  </a:cubicBezTo>
                  <a:cubicBezTo>
                    <a:pt x="194" y="963"/>
                    <a:pt x="190" y="990"/>
                    <a:pt x="195" y="1029"/>
                  </a:cubicBezTo>
                  <a:cubicBezTo>
                    <a:pt x="201" y="1081"/>
                    <a:pt x="197" y="1136"/>
                    <a:pt x="190" y="1187"/>
                  </a:cubicBezTo>
                  <a:cubicBezTo>
                    <a:pt x="200" y="1191"/>
                    <a:pt x="209" y="1191"/>
                    <a:pt x="218" y="1191"/>
                  </a:cubicBezTo>
                  <a:cubicBezTo>
                    <a:pt x="216" y="1206"/>
                    <a:pt x="213" y="1221"/>
                    <a:pt x="213" y="1237"/>
                  </a:cubicBezTo>
                  <a:cubicBezTo>
                    <a:pt x="212" y="1255"/>
                    <a:pt x="214" y="1273"/>
                    <a:pt x="217" y="1291"/>
                  </a:cubicBezTo>
                  <a:cubicBezTo>
                    <a:pt x="225" y="1341"/>
                    <a:pt x="240" y="1389"/>
                    <a:pt x="259" y="1436"/>
                  </a:cubicBezTo>
                  <a:cubicBezTo>
                    <a:pt x="274" y="1473"/>
                    <a:pt x="294" y="1521"/>
                    <a:pt x="285" y="1560"/>
                  </a:cubicBezTo>
                  <a:cubicBezTo>
                    <a:pt x="280" y="1583"/>
                    <a:pt x="279" y="1609"/>
                    <a:pt x="281" y="1632"/>
                  </a:cubicBezTo>
                  <a:cubicBezTo>
                    <a:pt x="283" y="1648"/>
                    <a:pt x="290" y="1663"/>
                    <a:pt x="292" y="1679"/>
                  </a:cubicBezTo>
                  <a:cubicBezTo>
                    <a:pt x="294" y="1691"/>
                    <a:pt x="287" y="1699"/>
                    <a:pt x="301" y="1706"/>
                  </a:cubicBezTo>
                  <a:cubicBezTo>
                    <a:pt x="317" y="1713"/>
                    <a:pt x="366" y="1727"/>
                    <a:pt x="383" y="1719"/>
                  </a:cubicBezTo>
                  <a:cubicBezTo>
                    <a:pt x="392" y="1714"/>
                    <a:pt x="396" y="1709"/>
                    <a:pt x="398" y="1703"/>
                  </a:cubicBezTo>
                  <a:cubicBezTo>
                    <a:pt x="401" y="1708"/>
                    <a:pt x="405" y="1711"/>
                    <a:pt x="413" y="1712"/>
                  </a:cubicBezTo>
                  <a:cubicBezTo>
                    <a:pt x="428" y="1715"/>
                    <a:pt x="442" y="1713"/>
                    <a:pt x="456" y="1709"/>
                  </a:cubicBezTo>
                  <a:cubicBezTo>
                    <a:pt x="500" y="1697"/>
                    <a:pt x="454" y="1666"/>
                    <a:pt x="443" y="1643"/>
                  </a:cubicBezTo>
                  <a:cubicBezTo>
                    <a:pt x="439" y="1634"/>
                    <a:pt x="438" y="1622"/>
                    <a:pt x="437" y="1610"/>
                  </a:cubicBezTo>
                  <a:cubicBezTo>
                    <a:pt x="437" y="1588"/>
                    <a:pt x="432" y="1578"/>
                    <a:pt x="433" y="1563"/>
                  </a:cubicBezTo>
                  <a:cubicBezTo>
                    <a:pt x="434" y="1546"/>
                    <a:pt x="475" y="1428"/>
                    <a:pt x="479" y="1417"/>
                  </a:cubicBezTo>
                  <a:cubicBezTo>
                    <a:pt x="482" y="1406"/>
                    <a:pt x="519" y="1310"/>
                    <a:pt x="522" y="1297"/>
                  </a:cubicBezTo>
                  <a:cubicBezTo>
                    <a:pt x="524" y="1287"/>
                    <a:pt x="538" y="1222"/>
                    <a:pt x="542" y="1204"/>
                  </a:cubicBezTo>
                  <a:cubicBezTo>
                    <a:pt x="550" y="1201"/>
                    <a:pt x="549" y="1016"/>
                    <a:pt x="561" y="923"/>
                  </a:cubicBezTo>
                  <a:cubicBezTo>
                    <a:pt x="569" y="860"/>
                    <a:pt x="568" y="859"/>
                    <a:pt x="582" y="855"/>
                  </a:cubicBezTo>
                  <a:cubicBezTo>
                    <a:pt x="587" y="849"/>
                    <a:pt x="591" y="840"/>
                    <a:pt x="594" y="830"/>
                  </a:cubicBezTo>
                  <a:cubicBezTo>
                    <a:pt x="596" y="821"/>
                    <a:pt x="598" y="808"/>
                    <a:pt x="598" y="795"/>
                  </a:cubicBezTo>
                  <a:cubicBezTo>
                    <a:pt x="600" y="750"/>
                    <a:pt x="591" y="706"/>
                    <a:pt x="588" y="660"/>
                  </a:cubicBezTo>
                  <a:close/>
                  <a:moveTo>
                    <a:pt x="376" y="1659"/>
                  </a:moveTo>
                  <a:cubicBezTo>
                    <a:pt x="366" y="1644"/>
                    <a:pt x="365" y="1625"/>
                    <a:pt x="362" y="1608"/>
                  </a:cubicBezTo>
                  <a:cubicBezTo>
                    <a:pt x="367" y="1612"/>
                    <a:pt x="372" y="1616"/>
                    <a:pt x="374" y="1623"/>
                  </a:cubicBezTo>
                  <a:cubicBezTo>
                    <a:pt x="378" y="1635"/>
                    <a:pt x="376" y="1647"/>
                    <a:pt x="376" y="1659"/>
                  </a:cubicBezTo>
                  <a:close/>
                  <a:moveTo>
                    <a:pt x="432" y="1268"/>
                  </a:moveTo>
                  <a:cubicBezTo>
                    <a:pt x="429" y="1284"/>
                    <a:pt x="421" y="1302"/>
                    <a:pt x="416" y="1317"/>
                  </a:cubicBezTo>
                  <a:cubicBezTo>
                    <a:pt x="409" y="1339"/>
                    <a:pt x="408" y="1361"/>
                    <a:pt x="406" y="1383"/>
                  </a:cubicBezTo>
                  <a:cubicBezTo>
                    <a:pt x="404" y="1425"/>
                    <a:pt x="404" y="1467"/>
                    <a:pt x="388" y="1507"/>
                  </a:cubicBezTo>
                  <a:cubicBezTo>
                    <a:pt x="382" y="1522"/>
                    <a:pt x="374" y="1535"/>
                    <a:pt x="363" y="1547"/>
                  </a:cubicBezTo>
                  <a:cubicBezTo>
                    <a:pt x="361" y="1550"/>
                    <a:pt x="357" y="1553"/>
                    <a:pt x="353" y="1557"/>
                  </a:cubicBezTo>
                  <a:cubicBezTo>
                    <a:pt x="353" y="1553"/>
                    <a:pt x="352" y="1549"/>
                    <a:pt x="350" y="1546"/>
                  </a:cubicBezTo>
                  <a:cubicBezTo>
                    <a:pt x="349" y="1543"/>
                    <a:pt x="348" y="1541"/>
                    <a:pt x="347" y="1538"/>
                  </a:cubicBezTo>
                  <a:cubicBezTo>
                    <a:pt x="340" y="1511"/>
                    <a:pt x="330" y="1467"/>
                    <a:pt x="329" y="1444"/>
                  </a:cubicBezTo>
                  <a:cubicBezTo>
                    <a:pt x="327" y="1417"/>
                    <a:pt x="320" y="1330"/>
                    <a:pt x="320" y="1330"/>
                  </a:cubicBezTo>
                  <a:cubicBezTo>
                    <a:pt x="320" y="1330"/>
                    <a:pt x="320" y="1330"/>
                    <a:pt x="320" y="1330"/>
                  </a:cubicBezTo>
                  <a:cubicBezTo>
                    <a:pt x="319" y="1315"/>
                    <a:pt x="317" y="1300"/>
                    <a:pt x="315" y="1285"/>
                  </a:cubicBezTo>
                  <a:cubicBezTo>
                    <a:pt x="312" y="1268"/>
                    <a:pt x="307" y="1252"/>
                    <a:pt x="308" y="1235"/>
                  </a:cubicBezTo>
                  <a:cubicBezTo>
                    <a:pt x="310" y="1221"/>
                    <a:pt x="313" y="1208"/>
                    <a:pt x="315" y="1195"/>
                  </a:cubicBezTo>
                  <a:cubicBezTo>
                    <a:pt x="317" y="1194"/>
                    <a:pt x="319" y="1194"/>
                    <a:pt x="322" y="1194"/>
                  </a:cubicBezTo>
                  <a:cubicBezTo>
                    <a:pt x="335" y="1193"/>
                    <a:pt x="347" y="1193"/>
                    <a:pt x="360" y="1194"/>
                  </a:cubicBezTo>
                  <a:cubicBezTo>
                    <a:pt x="372" y="1195"/>
                    <a:pt x="420" y="1196"/>
                    <a:pt x="432" y="1197"/>
                  </a:cubicBezTo>
                  <a:cubicBezTo>
                    <a:pt x="432" y="1210"/>
                    <a:pt x="440" y="1213"/>
                    <a:pt x="432" y="1268"/>
                  </a:cubicBezTo>
                  <a:close/>
                  <a:moveTo>
                    <a:pt x="426" y="371"/>
                  </a:moveTo>
                  <a:cubicBezTo>
                    <a:pt x="417" y="395"/>
                    <a:pt x="392" y="526"/>
                    <a:pt x="392" y="526"/>
                  </a:cubicBezTo>
                  <a:cubicBezTo>
                    <a:pt x="392" y="526"/>
                    <a:pt x="392" y="526"/>
                    <a:pt x="384" y="526"/>
                  </a:cubicBezTo>
                  <a:cubicBezTo>
                    <a:pt x="384" y="526"/>
                    <a:pt x="384" y="526"/>
                    <a:pt x="301" y="363"/>
                  </a:cubicBezTo>
                  <a:cubicBezTo>
                    <a:pt x="301" y="354"/>
                    <a:pt x="243" y="379"/>
                    <a:pt x="243" y="379"/>
                  </a:cubicBezTo>
                  <a:cubicBezTo>
                    <a:pt x="243" y="379"/>
                    <a:pt x="243" y="346"/>
                    <a:pt x="243" y="273"/>
                  </a:cubicBezTo>
                  <a:cubicBezTo>
                    <a:pt x="243" y="273"/>
                    <a:pt x="243" y="273"/>
                    <a:pt x="276" y="264"/>
                  </a:cubicBezTo>
                  <a:cubicBezTo>
                    <a:pt x="285" y="289"/>
                    <a:pt x="293" y="322"/>
                    <a:pt x="293" y="322"/>
                  </a:cubicBezTo>
                  <a:cubicBezTo>
                    <a:pt x="293" y="322"/>
                    <a:pt x="293" y="322"/>
                    <a:pt x="310" y="354"/>
                  </a:cubicBezTo>
                  <a:cubicBezTo>
                    <a:pt x="384" y="485"/>
                    <a:pt x="384" y="485"/>
                    <a:pt x="384" y="485"/>
                  </a:cubicBezTo>
                  <a:cubicBezTo>
                    <a:pt x="384" y="485"/>
                    <a:pt x="384" y="485"/>
                    <a:pt x="417" y="363"/>
                  </a:cubicBezTo>
                  <a:cubicBezTo>
                    <a:pt x="426" y="354"/>
                    <a:pt x="417" y="297"/>
                    <a:pt x="417" y="297"/>
                  </a:cubicBezTo>
                  <a:cubicBezTo>
                    <a:pt x="417" y="297"/>
                    <a:pt x="417" y="297"/>
                    <a:pt x="417" y="281"/>
                  </a:cubicBezTo>
                  <a:cubicBezTo>
                    <a:pt x="417" y="281"/>
                    <a:pt x="417" y="281"/>
                    <a:pt x="426" y="289"/>
                  </a:cubicBezTo>
                  <a:cubicBezTo>
                    <a:pt x="426" y="289"/>
                    <a:pt x="426" y="289"/>
                    <a:pt x="467" y="371"/>
                  </a:cubicBezTo>
                  <a:cubicBezTo>
                    <a:pt x="467" y="371"/>
                    <a:pt x="467" y="371"/>
                    <a:pt x="426" y="371"/>
                  </a:cubicBezTo>
                  <a:close/>
                  <a:moveTo>
                    <a:pt x="487" y="649"/>
                  </a:moveTo>
                  <a:cubicBezTo>
                    <a:pt x="483" y="649"/>
                    <a:pt x="483" y="649"/>
                    <a:pt x="483" y="649"/>
                  </a:cubicBezTo>
                  <a:cubicBezTo>
                    <a:pt x="483" y="644"/>
                    <a:pt x="475" y="632"/>
                    <a:pt x="474" y="622"/>
                  </a:cubicBezTo>
                  <a:cubicBezTo>
                    <a:pt x="472" y="613"/>
                    <a:pt x="474" y="599"/>
                    <a:pt x="474" y="588"/>
                  </a:cubicBezTo>
                  <a:cubicBezTo>
                    <a:pt x="476" y="556"/>
                    <a:pt x="487" y="525"/>
                    <a:pt x="487" y="493"/>
                  </a:cubicBezTo>
                  <a:cubicBezTo>
                    <a:pt x="487" y="490"/>
                    <a:pt x="487" y="488"/>
                    <a:pt x="487" y="486"/>
                  </a:cubicBezTo>
                  <a:cubicBezTo>
                    <a:pt x="487" y="488"/>
                    <a:pt x="487" y="490"/>
                    <a:pt x="487" y="493"/>
                  </a:cubicBezTo>
                  <a:cubicBezTo>
                    <a:pt x="488" y="525"/>
                    <a:pt x="493" y="556"/>
                    <a:pt x="481" y="587"/>
                  </a:cubicBezTo>
                  <a:cubicBezTo>
                    <a:pt x="484" y="586"/>
                    <a:pt x="487" y="587"/>
                    <a:pt x="489" y="587"/>
                  </a:cubicBezTo>
                  <a:cubicBezTo>
                    <a:pt x="484" y="599"/>
                    <a:pt x="492" y="605"/>
                    <a:pt x="492" y="616"/>
                  </a:cubicBezTo>
                  <a:cubicBezTo>
                    <a:pt x="492" y="627"/>
                    <a:pt x="488" y="638"/>
                    <a:pt x="487" y="649"/>
                  </a:cubicBezTo>
                  <a:close/>
                </a:path>
              </a:pathLst>
            </a:custGeom>
            <a:solidFill>
              <a:schemeClr val="accent5"/>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11" name="Gruppe 51"/>
            <p:cNvGrpSpPr>
              <a:grpSpLocks/>
            </p:cNvGrpSpPr>
            <p:nvPr/>
          </p:nvGrpSpPr>
          <p:grpSpPr bwMode="auto">
            <a:xfrm>
              <a:off x="9473848" y="2187136"/>
              <a:ext cx="953260" cy="3128723"/>
              <a:chOff x="2763678" y="1597834"/>
              <a:chExt cx="744650" cy="2444643"/>
            </a:xfrm>
            <a:solidFill>
              <a:schemeClr val="accent2"/>
            </a:solidFill>
          </p:grpSpPr>
          <p:sp>
            <p:nvSpPr>
              <p:cNvPr id="13" name="Freeform 125"/>
              <p:cNvSpPr>
                <a:spLocks/>
              </p:cNvSpPr>
              <p:nvPr/>
            </p:nvSpPr>
            <p:spPr bwMode="auto">
              <a:xfrm>
                <a:off x="2764652" y="1599232"/>
                <a:ext cx="743788" cy="2452477"/>
              </a:xfrm>
              <a:custGeom>
                <a:avLst/>
                <a:gdLst>
                  <a:gd name="T0" fmla="*/ 2147483647 w 364"/>
                  <a:gd name="T1" fmla="*/ 2147483647 h 1186"/>
                  <a:gd name="T2" fmla="*/ 2147483647 w 364"/>
                  <a:gd name="T3" fmla="*/ 2147483647 h 1186"/>
                  <a:gd name="T4" fmla="*/ 2147483647 w 364"/>
                  <a:gd name="T5" fmla="*/ 2147483647 h 1186"/>
                  <a:gd name="T6" fmla="*/ 2147483647 w 364"/>
                  <a:gd name="T7" fmla="*/ 2147483647 h 1186"/>
                  <a:gd name="T8" fmla="*/ 2147483647 w 364"/>
                  <a:gd name="T9" fmla="*/ 2147483647 h 1186"/>
                  <a:gd name="T10" fmla="*/ 2147483647 w 364"/>
                  <a:gd name="T11" fmla="*/ 2147483647 h 1186"/>
                  <a:gd name="T12" fmla="*/ 2147483647 w 364"/>
                  <a:gd name="T13" fmla="*/ 2147483647 h 1186"/>
                  <a:gd name="T14" fmla="*/ 2147483647 w 364"/>
                  <a:gd name="T15" fmla="*/ 2147483647 h 1186"/>
                  <a:gd name="T16" fmla="*/ 2147483647 w 364"/>
                  <a:gd name="T17" fmla="*/ 0 h 1186"/>
                  <a:gd name="T18" fmla="*/ 2147483647 w 364"/>
                  <a:gd name="T19" fmla="*/ 2147483647 h 1186"/>
                  <a:gd name="T20" fmla="*/ 2147483647 w 364"/>
                  <a:gd name="T21" fmla="*/ 2147483647 h 1186"/>
                  <a:gd name="T22" fmla="*/ 2147483647 w 364"/>
                  <a:gd name="T23" fmla="*/ 2147483647 h 1186"/>
                  <a:gd name="T24" fmla="*/ 2147483647 w 364"/>
                  <a:gd name="T25" fmla="*/ 2147483647 h 1186"/>
                  <a:gd name="T26" fmla="*/ 2147483647 w 364"/>
                  <a:gd name="T27" fmla="*/ 2147483647 h 1186"/>
                  <a:gd name="T28" fmla="*/ 2147483647 w 364"/>
                  <a:gd name="T29" fmla="*/ 2147483647 h 1186"/>
                  <a:gd name="T30" fmla="*/ 2147483647 w 364"/>
                  <a:gd name="T31" fmla="*/ 2147483647 h 1186"/>
                  <a:gd name="T32" fmla="*/ 2147483647 w 364"/>
                  <a:gd name="T33" fmla="*/ 2147483647 h 1186"/>
                  <a:gd name="T34" fmla="*/ 2147483647 w 364"/>
                  <a:gd name="T35" fmla="*/ 2147483647 h 1186"/>
                  <a:gd name="T36" fmla="*/ 2147483647 w 364"/>
                  <a:gd name="T37" fmla="*/ 2147483647 h 1186"/>
                  <a:gd name="T38" fmla="*/ 2147483647 w 364"/>
                  <a:gd name="T39" fmla="*/ 2147483647 h 1186"/>
                  <a:gd name="T40" fmla="*/ 2147483647 w 364"/>
                  <a:gd name="T41" fmla="*/ 2147483647 h 1186"/>
                  <a:gd name="T42" fmla="*/ 0 w 364"/>
                  <a:gd name="T43" fmla="*/ 2147483647 h 1186"/>
                  <a:gd name="T44" fmla="*/ 2147483647 w 364"/>
                  <a:gd name="T45" fmla="*/ 2147483647 h 1186"/>
                  <a:gd name="T46" fmla="*/ 2147483647 w 364"/>
                  <a:gd name="T47" fmla="*/ 2147483647 h 1186"/>
                  <a:gd name="T48" fmla="*/ 2147483647 w 364"/>
                  <a:gd name="T49" fmla="*/ 2147483647 h 1186"/>
                  <a:gd name="T50" fmla="*/ 2147483647 w 364"/>
                  <a:gd name="T51" fmla="*/ 2147483647 h 1186"/>
                  <a:gd name="T52" fmla="*/ 2147483647 w 364"/>
                  <a:gd name="T53" fmla="*/ 2147483647 h 1186"/>
                  <a:gd name="T54" fmla="*/ 2147483647 w 364"/>
                  <a:gd name="T55" fmla="*/ 2147483647 h 1186"/>
                  <a:gd name="T56" fmla="*/ 2147483647 w 364"/>
                  <a:gd name="T57" fmla="*/ 2147483647 h 1186"/>
                  <a:gd name="T58" fmla="*/ 2147483647 w 364"/>
                  <a:gd name="T59" fmla="*/ 2147483647 h 1186"/>
                  <a:gd name="T60" fmla="*/ 2147483647 w 364"/>
                  <a:gd name="T61" fmla="*/ 2147483647 h 1186"/>
                  <a:gd name="T62" fmla="*/ 2147483647 w 364"/>
                  <a:gd name="T63" fmla="*/ 2147483647 h 1186"/>
                  <a:gd name="T64" fmla="*/ 2147483647 w 364"/>
                  <a:gd name="T65" fmla="*/ 2147483647 h 1186"/>
                  <a:gd name="T66" fmla="*/ 2147483647 w 364"/>
                  <a:gd name="T67" fmla="*/ 2147483647 h 1186"/>
                  <a:gd name="T68" fmla="*/ 2147483647 w 364"/>
                  <a:gd name="T69" fmla="*/ 2147483647 h 1186"/>
                  <a:gd name="T70" fmla="*/ 2147483647 w 364"/>
                  <a:gd name="T71" fmla="*/ 2147483647 h 1186"/>
                  <a:gd name="T72" fmla="*/ 2147483647 w 364"/>
                  <a:gd name="T73" fmla="*/ 2147483647 h 1186"/>
                  <a:gd name="T74" fmla="*/ 2147483647 w 364"/>
                  <a:gd name="T75" fmla="*/ 2147483647 h 1186"/>
                  <a:gd name="T76" fmla="*/ 2147483647 w 364"/>
                  <a:gd name="T77" fmla="*/ 2147483647 h 1186"/>
                  <a:gd name="T78" fmla="*/ 2147483647 w 364"/>
                  <a:gd name="T79" fmla="*/ 2147483647 h 1186"/>
                  <a:gd name="T80" fmla="*/ 2147483647 w 364"/>
                  <a:gd name="T81" fmla="*/ 2147483647 h 1186"/>
                  <a:gd name="T82" fmla="*/ 2147483647 w 364"/>
                  <a:gd name="T83" fmla="*/ 2147483647 h 1186"/>
                  <a:gd name="T84" fmla="*/ 2147483647 w 364"/>
                  <a:gd name="T85" fmla="*/ 2147483647 h 1186"/>
                  <a:gd name="T86" fmla="*/ 2147483647 w 364"/>
                  <a:gd name="T87" fmla="*/ 2147483647 h 1186"/>
                  <a:gd name="T88" fmla="*/ 2147483647 w 364"/>
                  <a:gd name="T89" fmla="*/ 2147483647 h 1186"/>
                  <a:gd name="T90" fmla="*/ 2147483647 w 364"/>
                  <a:gd name="T91" fmla="*/ 2147483647 h 1186"/>
                  <a:gd name="T92" fmla="*/ 2147483647 w 364"/>
                  <a:gd name="T93" fmla="*/ 2147483647 h 1186"/>
                  <a:gd name="T94" fmla="*/ 2147483647 w 364"/>
                  <a:gd name="T95" fmla="*/ 2147483647 h 1186"/>
                  <a:gd name="T96" fmla="*/ 2147483647 w 364"/>
                  <a:gd name="T97" fmla="*/ 2147483647 h 1186"/>
                  <a:gd name="T98" fmla="*/ 2147483647 w 364"/>
                  <a:gd name="T99" fmla="*/ 2147483647 h 1186"/>
                  <a:gd name="T100" fmla="*/ 2147483647 w 364"/>
                  <a:gd name="T101" fmla="*/ 2147483647 h 1186"/>
                  <a:gd name="T102" fmla="*/ 2147483647 w 364"/>
                  <a:gd name="T103" fmla="*/ 2147483647 h 1186"/>
                  <a:gd name="T104" fmla="*/ 2147483647 w 364"/>
                  <a:gd name="T105" fmla="*/ 2147483647 h 1186"/>
                  <a:gd name="T106" fmla="*/ 2147483647 w 364"/>
                  <a:gd name="T107" fmla="*/ 2147483647 h 1186"/>
                  <a:gd name="T108" fmla="*/ 2147483647 w 364"/>
                  <a:gd name="T109" fmla="*/ 2147483647 h 1186"/>
                  <a:gd name="T110" fmla="*/ 2147483647 w 364"/>
                  <a:gd name="T111" fmla="*/ 2147483647 h 1186"/>
                  <a:gd name="T112" fmla="*/ 2147483647 w 364"/>
                  <a:gd name="T113" fmla="*/ 2147483647 h 1186"/>
                  <a:gd name="T114" fmla="*/ 2147483647 w 364"/>
                  <a:gd name="T115" fmla="*/ 2147483647 h 1186"/>
                  <a:gd name="T116" fmla="*/ 2147483647 w 364"/>
                  <a:gd name="T117" fmla="*/ 2147483647 h 1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4"/>
                  <a:gd name="T178" fmla="*/ 0 h 1186"/>
                  <a:gd name="T179" fmla="*/ 364 w 364"/>
                  <a:gd name="T180" fmla="*/ 1186 h 1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4" h="1186">
                    <a:moveTo>
                      <a:pt x="350" y="338"/>
                    </a:moveTo>
                    <a:lnTo>
                      <a:pt x="350" y="338"/>
                    </a:lnTo>
                    <a:lnTo>
                      <a:pt x="342" y="314"/>
                    </a:lnTo>
                    <a:lnTo>
                      <a:pt x="336" y="286"/>
                    </a:lnTo>
                    <a:lnTo>
                      <a:pt x="326" y="232"/>
                    </a:lnTo>
                    <a:lnTo>
                      <a:pt x="322" y="224"/>
                    </a:lnTo>
                    <a:lnTo>
                      <a:pt x="318" y="216"/>
                    </a:lnTo>
                    <a:lnTo>
                      <a:pt x="312" y="212"/>
                    </a:lnTo>
                    <a:lnTo>
                      <a:pt x="306" y="210"/>
                    </a:lnTo>
                    <a:lnTo>
                      <a:pt x="278" y="200"/>
                    </a:lnTo>
                    <a:lnTo>
                      <a:pt x="258" y="192"/>
                    </a:lnTo>
                    <a:lnTo>
                      <a:pt x="246" y="186"/>
                    </a:lnTo>
                    <a:lnTo>
                      <a:pt x="240" y="180"/>
                    </a:lnTo>
                    <a:lnTo>
                      <a:pt x="234" y="174"/>
                    </a:lnTo>
                    <a:lnTo>
                      <a:pt x="230" y="168"/>
                    </a:lnTo>
                    <a:lnTo>
                      <a:pt x="224" y="162"/>
                    </a:lnTo>
                    <a:lnTo>
                      <a:pt x="220" y="158"/>
                    </a:lnTo>
                    <a:lnTo>
                      <a:pt x="216" y="156"/>
                    </a:lnTo>
                    <a:lnTo>
                      <a:pt x="216" y="146"/>
                    </a:lnTo>
                    <a:lnTo>
                      <a:pt x="218" y="140"/>
                    </a:lnTo>
                    <a:lnTo>
                      <a:pt x="222" y="136"/>
                    </a:lnTo>
                    <a:lnTo>
                      <a:pt x="228" y="126"/>
                    </a:lnTo>
                    <a:lnTo>
                      <a:pt x="236" y="110"/>
                    </a:lnTo>
                    <a:lnTo>
                      <a:pt x="238" y="102"/>
                    </a:lnTo>
                    <a:lnTo>
                      <a:pt x="238" y="96"/>
                    </a:lnTo>
                    <a:lnTo>
                      <a:pt x="238" y="90"/>
                    </a:lnTo>
                    <a:lnTo>
                      <a:pt x="234" y="88"/>
                    </a:lnTo>
                    <a:lnTo>
                      <a:pt x="236" y="76"/>
                    </a:lnTo>
                    <a:lnTo>
                      <a:pt x="236" y="68"/>
                    </a:lnTo>
                    <a:lnTo>
                      <a:pt x="236" y="56"/>
                    </a:lnTo>
                    <a:lnTo>
                      <a:pt x="232" y="42"/>
                    </a:lnTo>
                    <a:lnTo>
                      <a:pt x="230" y="32"/>
                    </a:lnTo>
                    <a:lnTo>
                      <a:pt x="226" y="24"/>
                    </a:lnTo>
                    <a:lnTo>
                      <a:pt x="222" y="16"/>
                    </a:lnTo>
                    <a:lnTo>
                      <a:pt x="214" y="10"/>
                    </a:lnTo>
                    <a:lnTo>
                      <a:pt x="204" y="4"/>
                    </a:lnTo>
                    <a:lnTo>
                      <a:pt x="192" y="0"/>
                    </a:lnTo>
                    <a:lnTo>
                      <a:pt x="174" y="0"/>
                    </a:lnTo>
                    <a:lnTo>
                      <a:pt x="158" y="2"/>
                    </a:lnTo>
                    <a:lnTo>
                      <a:pt x="146" y="6"/>
                    </a:lnTo>
                    <a:lnTo>
                      <a:pt x="136" y="14"/>
                    </a:lnTo>
                    <a:lnTo>
                      <a:pt x="128" y="20"/>
                    </a:lnTo>
                    <a:lnTo>
                      <a:pt x="124" y="28"/>
                    </a:lnTo>
                    <a:lnTo>
                      <a:pt x="120" y="36"/>
                    </a:lnTo>
                    <a:lnTo>
                      <a:pt x="118" y="44"/>
                    </a:lnTo>
                    <a:lnTo>
                      <a:pt x="116" y="60"/>
                    </a:lnTo>
                    <a:lnTo>
                      <a:pt x="118" y="72"/>
                    </a:lnTo>
                    <a:lnTo>
                      <a:pt x="120" y="82"/>
                    </a:lnTo>
                    <a:lnTo>
                      <a:pt x="118" y="84"/>
                    </a:lnTo>
                    <a:lnTo>
                      <a:pt x="116" y="92"/>
                    </a:lnTo>
                    <a:lnTo>
                      <a:pt x="116" y="98"/>
                    </a:lnTo>
                    <a:lnTo>
                      <a:pt x="118" y="106"/>
                    </a:lnTo>
                    <a:lnTo>
                      <a:pt x="122" y="116"/>
                    </a:lnTo>
                    <a:lnTo>
                      <a:pt x="130" y="126"/>
                    </a:lnTo>
                    <a:lnTo>
                      <a:pt x="132" y="128"/>
                    </a:lnTo>
                    <a:lnTo>
                      <a:pt x="134" y="130"/>
                    </a:lnTo>
                    <a:lnTo>
                      <a:pt x="136" y="136"/>
                    </a:lnTo>
                    <a:lnTo>
                      <a:pt x="138" y="152"/>
                    </a:lnTo>
                    <a:lnTo>
                      <a:pt x="140" y="158"/>
                    </a:lnTo>
                    <a:lnTo>
                      <a:pt x="138" y="164"/>
                    </a:lnTo>
                    <a:lnTo>
                      <a:pt x="134" y="168"/>
                    </a:lnTo>
                    <a:lnTo>
                      <a:pt x="126" y="174"/>
                    </a:lnTo>
                    <a:lnTo>
                      <a:pt x="112" y="186"/>
                    </a:lnTo>
                    <a:lnTo>
                      <a:pt x="102" y="192"/>
                    </a:lnTo>
                    <a:lnTo>
                      <a:pt x="90" y="198"/>
                    </a:lnTo>
                    <a:lnTo>
                      <a:pt x="70" y="204"/>
                    </a:lnTo>
                    <a:lnTo>
                      <a:pt x="62" y="208"/>
                    </a:lnTo>
                    <a:lnTo>
                      <a:pt x="52" y="212"/>
                    </a:lnTo>
                    <a:lnTo>
                      <a:pt x="46" y="216"/>
                    </a:lnTo>
                    <a:lnTo>
                      <a:pt x="42" y="222"/>
                    </a:lnTo>
                    <a:lnTo>
                      <a:pt x="38" y="228"/>
                    </a:lnTo>
                    <a:lnTo>
                      <a:pt x="36" y="236"/>
                    </a:lnTo>
                    <a:lnTo>
                      <a:pt x="32" y="274"/>
                    </a:lnTo>
                    <a:lnTo>
                      <a:pt x="30" y="302"/>
                    </a:lnTo>
                    <a:lnTo>
                      <a:pt x="24" y="392"/>
                    </a:lnTo>
                    <a:lnTo>
                      <a:pt x="18" y="448"/>
                    </a:lnTo>
                    <a:lnTo>
                      <a:pt x="14" y="482"/>
                    </a:lnTo>
                    <a:lnTo>
                      <a:pt x="10" y="514"/>
                    </a:lnTo>
                    <a:lnTo>
                      <a:pt x="8" y="540"/>
                    </a:lnTo>
                    <a:lnTo>
                      <a:pt x="6" y="566"/>
                    </a:lnTo>
                    <a:lnTo>
                      <a:pt x="4" y="588"/>
                    </a:lnTo>
                    <a:lnTo>
                      <a:pt x="6" y="594"/>
                    </a:lnTo>
                    <a:lnTo>
                      <a:pt x="8" y="598"/>
                    </a:lnTo>
                    <a:lnTo>
                      <a:pt x="12" y="598"/>
                    </a:lnTo>
                    <a:lnTo>
                      <a:pt x="4" y="616"/>
                    </a:lnTo>
                    <a:lnTo>
                      <a:pt x="2" y="626"/>
                    </a:lnTo>
                    <a:lnTo>
                      <a:pt x="0" y="638"/>
                    </a:lnTo>
                    <a:lnTo>
                      <a:pt x="2" y="650"/>
                    </a:lnTo>
                    <a:lnTo>
                      <a:pt x="6" y="660"/>
                    </a:lnTo>
                    <a:lnTo>
                      <a:pt x="14" y="670"/>
                    </a:lnTo>
                    <a:lnTo>
                      <a:pt x="26" y="676"/>
                    </a:lnTo>
                    <a:lnTo>
                      <a:pt x="36" y="680"/>
                    </a:lnTo>
                    <a:lnTo>
                      <a:pt x="40" y="680"/>
                    </a:lnTo>
                    <a:lnTo>
                      <a:pt x="42" y="678"/>
                    </a:lnTo>
                    <a:lnTo>
                      <a:pt x="42" y="674"/>
                    </a:lnTo>
                    <a:lnTo>
                      <a:pt x="38" y="670"/>
                    </a:lnTo>
                    <a:lnTo>
                      <a:pt x="36" y="664"/>
                    </a:lnTo>
                    <a:lnTo>
                      <a:pt x="34" y="660"/>
                    </a:lnTo>
                    <a:lnTo>
                      <a:pt x="34" y="654"/>
                    </a:lnTo>
                    <a:lnTo>
                      <a:pt x="36" y="650"/>
                    </a:lnTo>
                    <a:lnTo>
                      <a:pt x="34" y="644"/>
                    </a:lnTo>
                    <a:lnTo>
                      <a:pt x="34" y="636"/>
                    </a:lnTo>
                    <a:lnTo>
                      <a:pt x="38" y="628"/>
                    </a:lnTo>
                    <a:lnTo>
                      <a:pt x="40" y="622"/>
                    </a:lnTo>
                    <a:lnTo>
                      <a:pt x="38" y="616"/>
                    </a:lnTo>
                    <a:lnTo>
                      <a:pt x="38" y="612"/>
                    </a:lnTo>
                    <a:lnTo>
                      <a:pt x="38" y="608"/>
                    </a:lnTo>
                    <a:lnTo>
                      <a:pt x="40" y="606"/>
                    </a:lnTo>
                    <a:lnTo>
                      <a:pt x="42" y="604"/>
                    </a:lnTo>
                    <a:lnTo>
                      <a:pt x="44" y="604"/>
                    </a:lnTo>
                    <a:lnTo>
                      <a:pt x="48" y="602"/>
                    </a:lnTo>
                    <a:lnTo>
                      <a:pt x="50" y="596"/>
                    </a:lnTo>
                    <a:lnTo>
                      <a:pt x="50" y="594"/>
                    </a:lnTo>
                    <a:lnTo>
                      <a:pt x="58" y="534"/>
                    </a:lnTo>
                    <a:lnTo>
                      <a:pt x="56" y="568"/>
                    </a:lnTo>
                    <a:lnTo>
                      <a:pt x="56" y="578"/>
                    </a:lnTo>
                    <a:lnTo>
                      <a:pt x="56" y="586"/>
                    </a:lnTo>
                    <a:lnTo>
                      <a:pt x="60" y="598"/>
                    </a:lnTo>
                    <a:lnTo>
                      <a:pt x="62" y="612"/>
                    </a:lnTo>
                    <a:lnTo>
                      <a:pt x="62" y="644"/>
                    </a:lnTo>
                    <a:lnTo>
                      <a:pt x="64" y="686"/>
                    </a:lnTo>
                    <a:lnTo>
                      <a:pt x="70" y="758"/>
                    </a:lnTo>
                    <a:lnTo>
                      <a:pt x="76" y="832"/>
                    </a:lnTo>
                    <a:lnTo>
                      <a:pt x="78" y="876"/>
                    </a:lnTo>
                    <a:lnTo>
                      <a:pt x="80" y="948"/>
                    </a:lnTo>
                    <a:lnTo>
                      <a:pt x="80" y="990"/>
                    </a:lnTo>
                    <a:lnTo>
                      <a:pt x="76" y="1022"/>
                    </a:lnTo>
                    <a:lnTo>
                      <a:pt x="74" y="1044"/>
                    </a:lnTo>
                    <a:lnTo>
                      <a:pt x="72" y="1068"/>
                    </a:lnTo>
                    <a:lnTo>
                      <a:pt x="74" y="1088"/>
                    </a:lnTo>
                    <a:lnTo>
                      <a:pt x="76" y="1104"/>
                    </a:lnTo>
                    <a:lnTo>
                      <a:pt x="84" y="1124"/>
                    </a:lnTo>
                    <a:lnTo>
                      <a:pt x="86" y="1130"/>
                    </a:lnTo>
                    <a:lnTo>
                      <a:pt x="84" y="1134"/>
                    </a:lnTo>
                    <a:lnTo>
                      <a:pt x="66" y="1150"/>
                    </a:lnTo>
                    <a:lnTo>
                      <a:pt x="56" y="1162"/>
                    </a:lnTo>
                    <a:lnTo>
                      <a:pt x="54" y="1166"/>
                    </a:lnTo>
                    <a:lnTo>
                      <a:pt x="54" y="1170"/>
                    </a:lnTo>
                    <a:lnTo>
                      <a:pt x="56" y="1174"/>
                    </a:lnTo>
                    <a:lnTo>
                      <a:pt x="60" y="1176"/>
                    </a:lnTo>
                    <a:lnTo>
                      <a:pt x="72" y="1180"/>
                    </a:lnTo>
                    <a:lnTo>
                      <a:pt x="86" y="1180"/>
                    </a:lnTo>
                    <a:lnTo>
                      <a:pt x="102" y="1174"/>
                    </a:lnTo>
                    <a:lnTo>
                      <a:pt x="118" y="1168"/>
                    </a:lnTo>
                    <a:lnTo>
                      <a:pt x="134" y="1164"/>
                    </a:lnTo>
                    <a:lnTo>
                      <a:pt x="146" y="1160"/>
                    </a:lnTo>
                    <a:lnTo>
                      <a:pt x="150" y="1158"/>
                    </a:lnTo>
                    <a:lnTo>
                      <a:pt x="152" y="1156"/>
                    </a:lnTo>
                    <a:lnTo>
                      <a:pt x="152" y="1152"/>
                    </a:lnTo>
                    <a:lnTo>
                      <a:pt x="150" y="1146"/>
                    </a:lnTo>
                    <a:lnTo>
                      <a:pt x="148" y="1138"/>
                    </a:lnTo>
                    <a:lnTo>
                      <a:pt x="150" y="1130"/>
                    </a:lnTo>
                    <a:lnTo>
                      <a:pt x="154" y="1116"/>
                    </a:lnTo>
                    <a:lnTo>
                      <a:pt x="156" y="1106"/>
                    </a:lnTo>
                    <a:lnTo>
                      <a:pt x="156" y="1090"/>
                    </a:lnTo>
                    <a:lnTo>
                      <a:pt x="156" y="1052"/>
                    </a:lnTo>
                    <a:lnTo>
                      <a:pt x="156" y="984"/>
                    </a:lnTo>
                    <a:lnTo>
                      <a:pt x="158" y="920"/>
                    </a:lnTo>
                    <a:lnTo>
                      <a:pt x="162" y="886"/>
                    </a:lnTo>
                    <a:lnTo>
                      <a:pt x="164" y="868"/>
                    </a:lnTo>
                    <a:lnTo>
                      <a:pt x="168" y="840"/>
                    </a:lnTo>
                    <a:lnTo>
                      <a:pt x="174" y="772"/>
                    </a:lnTo>
                    <a:lnTo>
                      <a:pt x="178" y="706"/>
                    </a:lnTo>
                    <a:lnTo>
                      <a:pt x="178" y="666"/>
                    </a:lnTo>
                    <a:lnTo>
                      <a:pt x="178" y="624"/>
                    </a:lnTo>
                    <a:lnTo>
                      <a:pt x="182" y="650"/>
                    </a:lnTo>
                    <a:lnTo>
                      <a:pt x="190" y="714"/>
                    </a:lnTo>
                    <a:lnTo>
                      <a:pt x="194" y="756"/>
                    </a:lnTo>
                    <a:lnTo>
                      <a:pt x="196" y="800"/>
                    </a:lnTo>
                    <a:lnTo>
                      <a:pt x="200" y="840"/>
                    </a:lnTo>
                    <a:lnTo>
                      <a:pt x="204" y="878"/>
                    </a:lnTo>
                    <a:lnTo>
                      <a:pt x="206" y="914"/>
                    </a:lnTo>
                    <a:lnTo>
                      <a:pt x="208" y="954"/>
                    </a:lnTo>
                    <a:lnTo>
                      <a:pt x="206" y="1012"/>
                    </a:lnTo>
                    <a:lnTo>
                      <a:pt x="206" y="1040"/>
                    </a:lnTo>
                    <a:lnTo>
                      <a:pt x="206" y="1078"/>
                    </a:lnTo>
                    <a:lnTo>
                      <a:pt x="208" y="1096"/>
                    </a:lnTo>
                    <a:lnTo>
                      <a:pt x="208" y="1112"/>
                    </a:lnTo>
                    <a:lnTo>
                      <a:pt x="212" y="1124"/>
                    </a:lnTo>
                    <a:lnTo>
                      <a:pt x="214" y="1126"/>
                    </a:lnTo>
                    <a:lnTo>
                      <a:pt x="216" y="1128"/>
                    </a:lnTo>
                    <a:lnTo>
                      <a:pt x="218" y="1142"/>
                    </a:lnTo>
                    <a:lnTo>
                      <a:pt x="220" y="1154"/>
                    </a:lnTo>
                    <a:lnTo>
                      <a:pt x="222" y="1162"/>
                    </a:lnTo>
                    <a:lnTo>
                      <a:pt x="226" y="1172"/>
                    </a:lnTo>
                    <a:lnTo>
                      <a:pt x="234" y="1178"/>
                    </a:lnTo>
                    <a:lnTo>
                      <a:pt x="246" y="1184"/>
                    </a:lnTo>
                    <a:lnTo>
                      <a:pt x="252" y="1186"/>
                    </a:lnTo>
                    <a:lnTo>
                      <a:pt x="262" y="1186"/>
                    </a:lnTo>
                    <a:lnTo>
                      <a:pt x="282" y="1182"/>
                    </a:lnTo>
                    <a:lnTo>
                      <a:pt x="290" y="1178"/>
                    </a:lnTo>
                    <a:lnTo>
                      <a:pt x="292" y="1176"/>
                    </a:lnTo>
                    <a:lnTo>
                      <a:pt x="294" y="1174"/>
                    </a:lnTo>
                    <a:lnTo>
                      <a:pt x="292" y="1168"/>
                    </a:lnTo>
                    <a:lnTo>
                      <a:pt x="288" y="1162"/>
                    </a:lnTo>
                    <a:lnTo>
                      <a:pt x="276" y="1148"/>
                    </a:lnTo>
                    <a:lnTo>
                      <a:pt x="274" y="1142"/>
                    </a:lnTo>
                    <a:lnTo>
                      <a:pt x="274" y="1140"/>
                    </a:lnTo>
                    <a:lnTo>
                      <a:pt x="274" y="1138"/>
                    </a:lnTo>
                    <a:lnTo>
                      <a:pt x="280" y="1132"/>
                    </a:lnTo>
                    <a:lnTo>
                      <a:pt x="284" y="1130"/>
                    </a:lnTo>
                    <a:lnTo>
                      <a:pt x="288" y="1128"/>
                    </a:lnTo>
                    <a:lnTo>
                      <a:pt x="288" y="1122"/>
                    </a:lnTo>
                    <a:lnTo>
                      <a:pt x="286" y="936"/>
                    </a:lnTo>
                    <a:lnTo>
                      <a:pt x="288" y="864"/>
                    </a:lnTo>
                    <a:lnTo>
                      <a:pt x="288" y="834"/>
                    </a:lnTo>
                    <a:lnTo>
                      <a:pt x="286" y="810"/>
                    </a:lnTo>
                    <a:lnTo>
                      <a:pt x="286" y="780"/>
                    </a:lnTo>
                    <a:lnTo>
                      <a:pt x="288" y="738"/>
                    </a:lnTo>
                    <a:lnTo>
                      <a:pt x="290" y="660"/>
                    </a:lnTo>
                    <a:lnTo>
                      <a:pt x="290" y="602"/>
                    </a:lnTo>
                    <a:lnTo>
                      <a:pt x="304" y="598"/>
                    </a:lnTo>
                    <a:lnTo>
                      <a:pt x="314" y="590"/>
                    </a:lnTo>
                    <a:lnTo>
                      <a:pt x="322" y="582"/>
                    </a:lnTo>
                    <a:lnTo>
                      <a:pt x="326" y="572"/>
                    </a:lnTo>
                    <a:lnTo>
                      <a:pt x="330" y="564"/>
                    </a:lnTo>
                    <a:lnTo>
                      <a:pt x="330" y="556"/>
                    </a:lnTo>
                    <a:lnTo>
                      <a:pt x="330" y="544"/>
                    </a:lnTo>
                    <a:lnTo>
                      <a:pt x="332" y="536"/>
                    </a:lnTo>
                    <a:lnTo>
                      <a:pt x="334" y="530"/>
                    </a:lnTo>
                    <a:lnTo>
                      <a:pt x="338" y="526"/>
                    </a:lnTo>
                    <a:lnTo>
                      <a:pt x="340" y="526"/>
                    </a:lnTo>
                    <a:lnTo>
                      <a:pt x="344" y="526"/>
                    </a:lnTo>
                    <a:lnTo>
                      <a:pt x="346" y="526"/>
                    </a:lnTo>
                    <a:lnTo>
                      <a:pt x="348" y="524"/>
                    </a:lnTo>
                    <a:lnTo>
                      <a:pt x="352" y="514"/>
                    </a:lnTo>
                    <a:lnTo>
                      <a:pt x="354" y="502"/>
                    </a:lnTo>
                    <a:lnTo>
                      <a:pt x="356" y="492"/>
                    </a:lnTo>
                    <a:lnTo>
                      <a:pt x="358" y="454"/>
                    </a:lnTo>
                    <a:lnTo>
                      <a:pt x="362" y="416"/>
                    </a:lnTo>
                    <a:lnTo>
                      <a:pt x="364" y="396"/>
                    </a:lnTo>
                    <a:lnTo>
                      <a:pt x="362" y="382"/>
                    </a:lnTo>
                    <a:lnTo>
                      <a:pt x="356" y="362"/>
                    </a:lnTo>
                    <a:lnTo>
                      <a:pt x="350" y="33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14" name="Freeform 127"/>
              <p:cNvSpPr>
                <a:spLocks/>
              </p:cNvSpPr>
              <p:nvPr/>
            </p:nvSpPr>
            <p:spPr bwMode="auto">
              <a:xfrm>
                <a:off x="3016156" y="1924561"/>
                <a:ext cx="209678" cy="353852"/>
              </a:xfrm>
              <a:custGeom>
                <a:avLst/>
                <a:gdLst>
                  <a:gd name="T0" fmla="*/ 0 w 102"/>
                  <a:gd name="T1" fmla="*/ 2147483647 h 172"/>
                  <a:gd name="T2" fmla="*/ 0 w 102"/>
                  <a:gd name="T3" fmla="*/ 2147483647 h 172"/>
                  <a:gd name="T4" fmla="*/ 2147483647 w 102"/>
                  <a:gd name="T5" fmla="*/ 2147483647 h 172"/>
                  <a:gd name="T6" fmla="*/ 2147483647 w 102"/>
                  <a:gd name="T7" fmla="*/ 2147483647 h 172"/>
                  <a:gd name="T8" fmla="*/ 2147483647 w 102"/>
                  <a:gd name="T9" fmla="*/ 2147483647 h 172"/>
                  <a:gd name="T10" fmla="*/ 2147483647 w 102"/>
                  <a:gd name="T11" fmla="*/ 2147483647 h 172"/>
                  <a:gd name="T12" fmla="*/ 2147483647 w 102"/>
                  <a:gd name="T13" fmla="*/ 2147483647 h 172"/>
                  <a:gd name="T14" fmla="*/ 2147483647 w 102"/>
                  <a:gd name="T15" fmla="*/ 2147483647 h 172"/>
                  <a:gd name="T16" fmla="*/ 2147483647 w 102"/>
                  <a:gd name="T17" fmla="*/ 2147483647 h 172"/>
                  <a:gd name="T18" fmla="*/ 2147483647 w 102"/>
                  <a:gd name="T19" fmla="*/ 2147483647 h 172"/>
                  <a:gd name="T20" fmla="*/ 2147483647 w 102"/>
                  <a:gd name="T21" fmla="*/ 2147483647 h 172"/>
                  <a:gd name="T22" fmla="*/ 2147483647 w 102"/>
                  <a:gd name="T23" fmla="*/ 2147483647 h 172"/>
                  <a:gd name="T24" fmla="*/ 2147483647 w 102"/>
                  <a:gd name="T25" fmla="*/ 2147483647 h 172"/>
                  <a:gd name="T26" fmla="*/ 2147483647 w 102"/>
                  <a:gd name="T27" fmla="*/ 2147483647 h 172"/>
                  <a:gd name="T28" fmla="*/ 2147483647 w 102"/>
                  <a:gd name="T29" fmla="*/ 2147483647 h 172"/>
                  <a:gd name="T30" fmla="*/ 2147483647 w 102"/>
                  <a:gd name="T31" fmla="*/ 2147483647 h 172"/>
                  <a:gd name="T32" fmla="*/ 2147483647 w 102"/>
                  <a:gd name="T33" fmla="*/ 2147483647 h 172"/>
                  <a:gd name="T34" fmla="*/ 2147483647 w 102"/>
                  <a:gd name="T35" fmla="*/ 2147483647 h 172"/>
                  <a:gd name="T36" fmla="*/ 2147483647 w 102"/>
                  <a:gd name="T37" fmla="*/ 2147483647 h 172"/>
                  <a:gd name="T38" fmla="*/ 2147483647 w 102"/>
                  <a:gd name="T39" fmla="*/ 2147483647 h 172"/>
                  <a:gd name="T40" fmla="*/ 2147483647 w 102"/>
                  <a:gd name="T41" fmla="*/ 2147483647 h 172"/>
                  <a:gd name="T42" fmla="*/ 2147483647 w 102"/>
                  <a:gd name="T43" fmla="*/ 2147483647 h 172"/>
                  <a:gd name="T44" fmla="*/ 2147483647 w 102"/>
                  <a:gd name="T45" fmla="*/ 2147483647 h 172"/>
                  <a:gd name="T46" fmla="*/ 2147483647 w 102"/>
                  <a:gd name="T47" fmla="*/ 2147483647 h 172"/>
                  <a:gd name="T48" fmla="*/ 2147483647 w 102"/>
                  <a:gd name="T49" fmla="*/ 2147483647 h 172"/>
                  <a:gd name="T50" fmla="*/ 2147483647 w 102"/>
                  <a:gd name="T51" fmla="*/ 0 h 172"/>
                  <a:gd name="T52" fmla="*/ 2147483647 w 102"/>
                  <a:gd name="T53" fmla="*/ 0 h 172"/>
                  <a:gd name="T54" fmla="*/ 2147483647 w 102"/>
                  <a:gd name="T55" fmla="*/ 0 h 172"/>
                  <a:gd name="T56" fmla="*/ 2147483647 w 102"/>
                  <a:gd name="T57" fmla="*/ 2147483647 h 172"/>
                  <a:gd name="T58" fmla="*/ 2147483647 w 102"/>
                  <a:gd name="T59" fmla="*/ 2147483647 h 172"/>
                  <a:gd name="T60" fmla="*/ 2147483647 w 102"/>
                  <a:gd name="T61" fmla="*/ 2147483647 h 172"/>
                  <a:gd name="T62" fmla="*/ 2147483647 w 102"/>
                  <a:gd name="T63" fmla="*/ 2147483647 h 172"/>
                  <a:gd name="T64" fmla="*/ 2147483647 w 102"/>
                  <a:gd name="T65" fmla="*/ 2147483647 h 172"/>
                  <a:gd name="T66" fmla="*/ 2147483647 w 102"/>
                  <a:gd name="T67" fmla="*/ 2147483647 h 172"/>
                  <a:gd name="T68" fmla="*/ 2147483647 w 102"/>
                  <a:gd name="T69" fmla="*/ 2147483647 h 172"/>
                  <a:gd name="T70" fmla="*/ 2147483647 w 102"/>
                  <a:gd name="T71" fmla="*/ 2147483647 h 172"/>
                  <a:gd name="T72" fmla="*/ 2147483647 w 102"/>
                  <a:gd name="T73" fmla="*/ 2147483647 h 172"/>
                  <a:gd name="T74" fmla="*/ 2147483647 w 102"/>
                  <a:gd name="T75" fmla="*/ 2147483647 h 172"/>
                  <a:gd name="T76" fmla="*/ 2147483647 w 102"/>
                  <a:gd name="T77" fmla="*/ 2147483647 h 172"/>
                  <a:gd name="T78" fmla="*/ 2147483647 w 102"/>
                  <a:gd name="T79" fmla="*/ 2147483647 h 172"/>
                  <a:gd name="T80" fmla="*/ 2147483647 w 102"/>
                  <a:gd name="T81" fmla="*/ 2147483647 h 172"/>
                  <a:gd name="T82" fmla="*/ 2147483647 w 102"/>
                  <a:gd name="T83" fmla="*/ 2147483647 h 172"/>
                  <a:gd name="T84" fmla="*/ 0 w 102"/>
                  <a:gd name="T85" fmla="*/ 2147483647 h 1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2"/>
                  <a:gd name="T130" fmla="*/ 0 h 172"/>
                  <a:gd name="T131" fmla="*/ 102 w 102"/>
                  <a:gd name="T132" fmla="*/ 172 h 1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2" h="172">
                    <a:moveTo>
                      <a:pt x="0" y="14"/>
                    </a:moveTo>
                    <a:lnTo>
                      <a:pt x="0" y="14"/>
                    </a:lnTo>
                    <a:lnTo>
                      <a:pt x="2" y="22"/>
                    </a:lnTo>
                    <a:lnTo>
                      <a:pt x="4" y="32"/>
                    </a:lnTo>
                    <a:lnTo>
                      <a:pt x="8" y="42"/>
                    </a:lnTo>
                    <a:lnTo>
                      <a:pt x="12" y="66"/>
                    </a:lnTo>
                    <a:lnTo>
                      <a:pt x="18" y="106"/>
                    </a:lnTo>
                    <a:lnTo>
                      <a:pt x="24" y="126"/>
                    </a:lnTo>
                    <a:lnTo>
                      <a:pt x="30" y="146"/>
                    </a:lnTo>
                    <a:lnTo>
                      <a:pt x="38" y="162"/>
                    </a:lnTo>
                    <a:lnTo>
                      <a:pt x="42" y="168"/>
                    </a:lnTo>
                    <a:lnTo>
                      <a:pt x="46" y="172"/>
                    </a:lnTo>
                    <a:lnTo>
                      <a:pt x="64" y="144"/>
                    </a:lnTo>
                    <a:lnTo>
                      <a:pt x="78" y="118"/>
                    </a:lnTo>
                    <a:lnTo>
                      <a:pt x="90" y="94"/>
                    </a:lnTo>
                    <a:lnTo>
                      <a:pt x="98" y="72"/>
                    </a:lnTo>
                    <a:lnTo>
                      <a:pt x="102" y="52"/>
                    </a:lnTo>
                    <a:lnTo>
                      <a:pt x="102" y="34"/>
                    </a:lnTo>
                    <a:lnTo>
                      <a:pt x="100" y="16"/>
                    </a:lnTo>
                    <a:lnTo>
                      <a:pt x="100" y="10"/>
                    </a:lnTo>
                    <a:lnTo>
                      <a:pt x="96" y="6"/>
                    </a:lnTo>
                    <a:lnTo>
                      <a:pt x="90" y="0"/>
                    </a:lnTo>
                    <a:lnTo>
                      <a:pt x="88" y="0"/>
                    </a:lnTo>
                    <a:lnTo>
                      <a:pt x="88" y="2"/>
                    </a:lnTo>
                    <a:lnTo>
                      <a:pt x="86" y="6"/>
                    </a:lnTo>
                    <a:lnTo>
                      <a:pt x="86" y="14"/>
                    </a:lnTo>
                    <a:lnTo>
                      <a:pt x="82" y="20"/>
                    </a:lnTo>
                    <a:lnTo>
                      <a:pt x="74" y="30"/>
                    </a:lnTo>
                    <a:lnTo>
                      <a:pt x="66" y="34"/>
                    </a:lnTo>
                    <a:lnTo>
                      <a:pt x="56" y="38"/>
                    </a:lnTo>
                    <a:lnTo>
                      <a:pt x="44" y="38"/>
                    </a:lnTo>
                    <a:lnTo>
                      <a:pt x="32" y="34"/>
                    </a:lnTo>
                    <a:lnTo>
                      <a:pt x="20" y="26"/>
                    </a:lnTo>
                    <a:lnTo>
                      <a:pt x="12" y="16"/>
                    </a:lnTo>
                    <a:lnTo>
                      <a:pt x="6" y="6"/>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5" name="Freeform 128"/>
              <p:cNvSpPr>
                <a:spLocks/>
              </p:cNvSpPr>
              <p:nvPr/>
            </p:nvSpPr>
            <p:spPr bwMode="auto">
              <a:xfrm>
                <a:off x="3090470" y="2007429"/>
                <a:ext cx="62532" cy="292981"/>
              </a:xfrm>
              <a:custGeom>
                <a:avLst/>
                <a:gdLst>
                  <a:gd name="T0" fmla="*/ 2147483647 w 30"/>
                  <a:gd name="T1" fmla="*/ 2147483647 h 136"/>
                  <a:gd name="T2" fmla="*/ 2147483647 w 30"/>
                  <a:gd name="T3" fmla="*/ 2147483647 h 136"/>
                  <a:gd name="T4" fmla="*/ 2147483647 w 30"/>
                  <a:gd name="T5" fmla="*/ 2147483647 h 136"/>
                  <a:gd name="T6" fmla="*/ 0 w 30"/>
                  <a:gd name="T7" fmla="*/ 2147483647 h 136"/>
                  <a:gd name="T8" fmla="*/ 2147483647 w 30"/>
                  <a:gd name="T9" fmla="*/ 2147483647 h 136"/>
                  <a:gd name="T10" fmla="*/ 2147483647 w 30"/>
                  <a:gd name="T11" fmla="*/ 2147483647 h 136"/>
                  <a:gd name="T12" fmla="*/ 2147483647 w 30"/>
                  <a:gd name="T13" fmla="*/ 2147483647 h 136"/>
                  <a:gd name="T14" fmla="*/ 2147483647 w 30"/>
                  <a:gd name="T15" fmla="*/ 2147483647 h 136"/>
                  <a:gd name="T16" fmla="*/ 2147483647 w 30"/>
                  <a:gd name="T17" fmla="*/ 2147483647 h 136"/>
                  <a:gd name="T18" fmla="*/ 2147483647 w 30"/>
                  <a:gd name="T19" fmla="*/ 2147483647 h 136"/>
                  <a:gd name="T20" fmla="*/ 2147483647 w 30"/>
                  <a:gd name="T21" fmla="*/ 2147483647 h 136"/>
                  <a:gd name="T22" fmla="*/ 2147483647 w 30"/>
                  <a:gd name="T23" fmla="*/ 2147483647 h 136"/>
                  <a:gd name="T24" fmla="*/ 0 w 30"/>
                  <a:gd name="T25" fmla="*/ 2147483647 h 136"/>
                  <a:gd name="T26" fmla="*/ 0 w 30"/>
                  <a:gd name="T27" fmla="*/ 2147483647 h 136"/>
                  <a:gd name="T28" fmla="*/ 0 w 30"/>
                  <a:gd name="T29" fmla="*/ 2147483647 h 136"/>
                  <a:gd name="T30" fmla="*/ 2147483647 w 30"/>
                  <a:gd name="T31" fmla="*/ 2147483647 h 136"/>
                  <a:gd name="T32" fmla="*/ 2147483647 w 30"/>
                  <a:gd name="T33" fmla="*/ 0 h 136"/>
                  <a:gd name="T34" fmla="*/ 2147483647 w 30"/>
                  <a:gd name="T35" fmla="*/ 0 h 136"/>
                  <a:gd name="T36" fmla="*/ 2147483647 w 30"/>
                  <a:gd name="T37" fmla="*/ 2147483647 h 136"/>
                  <a:gd name="T38" fmla="*/ 2147483647 w 30"/>
                  <a:gd name="T39" fmla="*/ 2147483647 h 136"/>
                  <a:gd name="T40" fmla="*/ 2147483647 w 30"/>
                  <a:gd name="T41" fmla="*/ 2147483647 h 136"/>
                  <a:gd name="T42" fmla="*/ 2147483647 w 30"/>
                  <a:gd name="T43" fmla="*/ 2147483647 h 136"/>
                  <a:gd name="T44" fmla="*/ 2147483647 w 30"/>
                  <a:gd name="T45" fmla="*/ 2147483647 h 136"/>
                  <a:gd name="T46" fmla="*/ 2147483647 w 30"/>
                  <a:gd name="T47" fmla="*/ 2147483647 h 136"/>
                  <a:gd name="T48" fmla="*/ 2147483647 w 30"/>
                  <a:gd name="T49" fmla="*/ 2147483647 h 136"/>
                  <a:gd name="T50" fmla="*/ 2147483647 w 30"/>
                  <a:gd name="T51" fmla="*/ 2147483647 h 136"/>
                  <a:gd name="T52" fmla="*/ 2147483647 w 30"/>
                  <a:gd name="T53" fmla="*/ 2147483647 h 136"/>
                  <a:gd name="T54" fmla="*/ 2147483647 w 30"/>
                  <a:gd name="T55" fmla="*/ 2147483647 h 136"/>
                  <a:gd name="T56" fmla="*/ 2147483647 w 30"/>
                  <a:gd name="T57" fmla="*/ 2147483647 h 136"/>
                  <a:gd name="T58" fmla="*/ 2147483647 w 30"/>
                  <a:gd name="T59" fmla="*/ 2147483647 h 136"/>
                  <a:gd name="T60" fmla="*/ 2147483647 w 30"/>
                  <a:gd name="T61" fmla="*/ 2147483647 h 136"/>
                  <a:gd name="T62" fmla="*/ 2147483647 w 30"/>
                  <a:gd name="T63" fmla="*/ 2147483647 h 136"/>
                  <a:gd name="T64" fmla="*/ 2147483647 w 30"/>
                  <a:gd name="T65" fmla="*/ 2147483647 h 136"/>
                  <a:gd name="T66" fmla="*/ 2147483647 w 30"/>
                  <a:gd name="T67" fmla="*/ 2147483647 h 136"/>
                  <a:gd name="T68" fmla="*/ 2147483647 w 30"/>
                  <a:gd name="T69" fmla="*/ 2147483647 h 136"/>
                  <a:gd name="T70" fmla="*/ 2147483647 w 30"/>
                  <a:gd name="T71" fmla="*/ 2147483647 h 136"/>
                  <a:gd name="T72" fmla="*/ 2147483647 w 30"/>
                  <a:gd name="T73" fmla="*/ 2147483647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
                  <a:gd name="T112" fmla="*/ 0 h 136"/>
                  <a:gd name="T113" fmla="*/ 30 w 30"/>
                  <a:gd name="T114" fmla="*/ 136 h 1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 h="136">
                    <a:moveTo>
                      <a:pt x="4" y="134"/>
                    </a:moveTo>
                    <a:lnTo>
                      <a:pt x="4" y="134"/>
                    </a:lnTo>
                    <a:lnTo>
                      <a:pt x="2" y="124"/>
                    </a:lnTo>
                    <a:lnTo>
                      <a:pt x="0" y="104"/>
                    </a:lnTo>
                    <a:lnTo>
                      <a:pt x="2" y="62"/>
                    </a:lnTo>
                    <a:lnTo>
                      <a:pt x="2" y="50"/>
                    </a:lnTo>
                    <a:lnTo>
                      <a:pt x="6" y="40"/>
                    </a:lnTo>
                    <a:lnTo>
                      <a:pt x="10" y="28"/>
                    </a:lnTo>
                    <a:lnTo>
                      <a:pt x="8" y="24"/>
                    </a:lnTo>
                    <a:lnTo>
                      <a:pt x="6" y="18"/>
                    </a:lnTo>
                    <a:lnTo>
                      <a:pt x="0" y="8"/>
                    </a:lnTo>
                    <a:lnTo>
                      <a:pt x="0" y="6"/>
                    </a:lnTo>
                    <a:lnTo>
                      <a:pt x="4" y="2"/>
                    </a:lnTo>
                    <a:lnTo>
                      <a:pt x="14" y="0"/>
                    </a:lnTo>
                    <a:lnTo>
                      <a:pt x="18" y="2"/>
                    </a:lnTo>
                    <a:lnTo>
                      <a:pt x="22" y="4"/>
                    </a:lnTo>
                    <a:lnTo>
                      <a:pt x="26" y="8"/>
                    </a:lnTo>
                    <a:lnTo>
                      <a:pt x="24" y="14"/>
                    </a:lnTo>
                    <a:lnTo>
                      <a:pt x="20" y="20"/>
                    </a:lnTo>
                    <a:lnTo>
                      <a:pt x="20" y="24"/>
                    </a:lnTo>
                    <a:lnTo>
                      <a:pt x="20" y="28"/>
                    </a:lnTo>
                    <a:lnTo>
                      <a:pt x="26" y="66"/>
                    </a:lnTo>
                    <a:lnTo>
                      <a:pt x="30" y="104"/>
                    </a:lnTo>
                    <a:lnTo>
                      <a:pt x="28" y="114"/>
                    </a:lnTo>
                    <a:lnTo>
                      <a:pt x="22" y="126"/>
                    </a:lnTo>
                    <a:lnTo>
                      <a:pt x="18" y="132"/>
                    </a:lnTo>
                    <a:lnTo>
                      <a:pt x="14" y="134"/>
                    </a:lnTo>
                    <a:lnTo>
                      <a:pt x="8" y="136"/>
                    </a:lnTo>
                    <a:lnTo>
                      <a:pt x="4" y="13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gr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3162847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a:stCxn id="10" idx="6"/>
            <a:endCxn id="21" idx="2"/>
          </p:cNvCxnSpPr>
          <p:nvPr/>
        </p:nvCxnSpPr>
        <p:spPr>
          <a:xfrm>
            <a:off x="1270000" y="5538404"/>
            <a:ext cx="9548605" cy="2117"/>
          </a:xfrm>
          <a:prstGeom prst="line">
            <a:avLst/>
          </a:prstGeom>
          <a:ln w="12700" cap="flat">
            <a:solidFill>
              <a:schemeClr val="bg1">
                <a:lumMod val="75000"/>
              </a:schemeClr>
            </a:solidFill>
            <a:prstDash val="sysDash"/>
            <a:round/>
          </a:ln>
        </p:spPr>
        <p:style>
          <a:lnRef idx="1">
            <a:schemeClr val="accent1"/>
          </a:lnRef>
          <a:fillRef idx="0">
            <a:schemeClr val="accent1"/>
          </a:fillRef>
          <a:effectRef idx="0">
            <a:schemeClr val="accent1"/>
          </a:effectRef>
          <a:fontRef idx="minor">
            <a:schemeClr val="tx1"/>
          </a:fontRef>
        </p:style>
      </p:cxnSp>
      <p:grpSp>
        <p:nvGrpSpPr>
          <p:cNvPr id="7" name="Group 69"/>
          <p:cNvGrpSpPr/>
          <p:nvPr/>
        </p:nvGrpSpPr>
        <p:grpSpPr>
          <a:xfrm>
            <a:off x="341032" y="5073920"/>
            <a:ext cx="928968" cy="928968"/>
            <a:chOff x="255774" y="3805440"/>
            <a:chExt cx="696726" cy="696726"/>
          </a:xfrm>
        </p:grpSpPr>
        <p:sp>
          <p:nvSpPr>
            <p:cNvPr id="10" name="Oval 9"/>
            <p:cNvSpPr/>
            <p:nvPr/>
          </p:nvSpPr>
          <p:spPr>
            <a:xfrm>
              <a:off x="25577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1" name="Isosceles Triangle 40"/>
            <p:cNvSpPr/>
            <p:nvPr/>
          </p:nvSpPr>
          <p:spPr>
            <a:xfrm rot="5400000">
              <a:off x="493716" y="4019782"/>
              <a:ext cx="279448" cy="240904"/>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9" name="Group 70"/>
          <p:cNvGrpSpPr/>
          <p:nvPr/>
        </p:nvGrpSpPr>
        <p:grpSpPr>
          <a:xfrm>
            <a:off x="10818605" y="5073920"/>
            <a:ext cx="928968" cy="928968"/>
            <a:chOff x="8113954" y="3805440"/>
            <a:chExt cx="696726" cy="696726"/>
          </a:xfrm>
        </p:grpSpPr>
        <p:sp>
          <p:nvSpPr>
            <p:cNvPr id="21" name="Oval 20"/>
            <p:cNvSpPr/>
            <p:nvPr/>
          </p:nvSpPr>
          <p:spPr>
            <a:xfrm>
              <a:off x="811395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Rectangle 42"/>
            <p:cNvSpPr/>
            <p:nvPr/>
          </p:nvSpPr>
          <p:spPr>
            <a:xfrm>
              <a:off x="8358214" y="4048124"/>
              <a:ext cx="238120" cy="23812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46" name="Rectangle 45"/>
          <p:cNvSpPr/>
          <p:nvPr/>
        </p:nvSpPr>
        <p:spPr>
          <a:xfrm>
            <a:off x="1333467" y="5619766"/>
            <a:ext cx="619080" cy="338554"/>
          </a:xfrm>
          <a:prstGeom prst="rect">
            <a:avLst/>
          </a:prstGeom>
        </p:spPr>
        <p:txBody>
          <a:bodyPr wrap="none">
            <a:spAutoFit/>
          </a:bodyPr>
          <a:lstStyle/>
          <a:p>
            <a:r>
              <a:rPr lang="en-US" sz="1600" dirty="0">
                <a:solidFill>
                  <a:prstClr val="white">
                    <a:lumMod val="65000"/>
                  </a:prstClr>
                </a:solidFill>
                <a:latin typeface="Open Sans" pitchFamily="34" charset="0"/>
                <a:ea typeface="Open Sans" pitchFamily="34" charset="0"/>
                <a:cs typeface="Open Sans" pitchFamily="34" charset="0"/>
              </a:rPr>
              <a:t>Start</a:t>
            </a:r>
          </a:p>
        </p:txBody>
      </p:sp>
      <p:grpSp>
        <p:nvGrpSpPr>
          <p:cNvPr id="11" name="Group 61"/>
          <p:cNvGrpSpPr/>
          <p:nvPr/>
        </p:nvGrpSpPr>
        <p:grpSpPr>
          <a:xfrm>
            <a:off x="2674552" y="2183483"/>
            <a:ext cx="3910595" cy="3493725"/>
            <a:chOff x="2005914" y="1637612"/>
            <a:chExt cx="2932947" cy="2620294"/>
          </a:xfrm>
        </p:grpSpPr>
        <p:sp>
          <p:nvSpPr>
            <p:cNvPr id="13" name="Oval 12"/>
            <p:cNvSpPr/>
            <p:nvPr/>
          </p:nvSpPr>
          <p:spPr>
            <a:xfrm>
              <a:off x="211128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4" name="Rectangle 43"/>
            <p:cNvSpPr/>
            <p:nvPr/>
          </p:nvSpPr>
          <p:spPr>
            <a:xfrm>
              <a:off x="2315321" y="2540635"/>
              <a:ext cx="2623540" cy="1038746"/>
            </a:xfrm>
            <a:prstGeom prst="rect">
              <a:avLst/>
            </a:prstGeom>
          </p:spPr>
          <p:txBody>
            <a:bodyPr wrap="square">
              <a:spAutoFit/>
            </a:bodyPr>
            <a:lstStyle/>
            <a:p>
              <a:r>
                <a:rPr lang="ar-SA" sz="2800" b="1" dirty="0"/>
                <a:t>أن تكون للألعاب أهداف تربوية محددة وفي نفس الوقت مثيرة وممتعة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cxnSp>
          <p:nvCxnSpPr>
            <p:cNvPr id="27" name="Straight Connector 26"/>
            <p:cNvCxnSpPr/>
            <p:nvPr/>
          </p:nvCxnSpPr>
          <p:spPr>
            <a:xfrm rot="16200000" flipH="1">
              <a:off x="1337273"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4" name="Group 59"/>
            <p:cNvGrpSpPr/>
            <p:nvPr/>
          </p:nvGrpSpPr>
          <p:grpSpPr>
            <a:xfrm>
              <a:off x="2005914" y="1637612"/>
              <a:ext cx="418280" cy="418280"/>
              <a:chOff x="2005914" y="1637612"/>
              <a:chExt cx="418280" cy="418280"/>
            </a:xfrm>
          </p:grpSpPr>
          <p:sp>
            <p:nvSpPr>
              <p:cNvPr id="26" name="Teardrop 25"/>
              <p:cNvSpPr/>
              <p:nvPr/>
            </p:nvSpPr>
            <p:spPr>
              <a:xfrm rot="8100000">
                <a:off x="2005914" y="1637612"/>
                <a:ext cx="418280" cy="418280"/>
              </a:xfrm>
              <a:prstGeom prst="teardrop">
                <a:avLst>
                  <a:gd name="adj" fmla="val 13161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4" name="Freeform 63"/>
              <p:cNvSpPr>
                <a:spLocks noEditPoints="1"/>
              </p:cNvSpPr>
              <p:nvPr/>
            </p:nvSpPr>
            <p:spPr bwMode="auto">
              <a:xfrm>
                <a:off x="2115407" y="1762183"/>
                <a:ext cx="199914" cy="171356"/>
              </a:xfrm>
              <a:custGeom>
                <a:avLst/>
                <a:gdLst/>
                <a:ahLst/>
                <a:cxnLst>
                  <a:cxn ang="0">
                    <a:pos x="15" y="2"/>
                  </a:cxn>
                  <a:cxn ang="0">
                    <a:pos x="0" y="4"/>
                  </a:cxn>
                  <a:cxn ang="0">
                    <a:pos x="0" y="62"/>
                  </a:cxn>
                  <a:cxn ang="0">
                    <a:pos x="9" y="71"/>
                  </a:cxn>
                  <a:cxn ang="0">
                    <a:pos x="53" y="45"/>
                  </a:cxn>
                  <a:cxn ang="0">
                    <a:pos x="58" y="31"/>
                  </a:cxn>
                  <a:cxn ang="0">
                    <a:pos x="307" y="11"/>
                  </a:cxn>
                  <a:cxn ang="0">
                    <a:pos x="95" y="11"/>
                  </a:cxn>
                  <a:cxn ang="0">
                    <a:pos x="85" y="27"/>
                  </a:cxn>
                  <a:cxn ang="0">
                    <a:pos x="85" y="51"/>
                  </a:cxn>
                  <a:cxn ang="0">
                    <a:pos x="102" y="62"/>
                  </a:cxn>
                  <a:cxn ang="0">
                    <a:pos x="314" y="60"/>
                  </a:cxn>
                  <a:cxn ang="0">
                    <a:pos x="323" y="43"/>
                  </a:cxn>
                  <a:cxn ang="0">
                    <a:pos x="323" y="20"/>
                  </a:cxn>
                  <a:cxn ang="0">
                    <a:pos x="307" y="11"/>
                  </a:cxn>
                  <a:cxn ang="0">
                    <a:pos x="53" y="147"/>
                  </a:cxn>
                  <a:cxn ang="0">
                    <a:pos x="60" y="138"/>
                  </a:cxn>
                  <a:cxn ang="0">
                    <a:pos x="15" y="112"/>
                  </a:cxn>
                  <a:cxn ang="0">
                    <a:pos x="4" y="111"/>
                  </a:cxn>
                  <a:cxn ang="0">
                    <a:pos x="0" y="163"/>
                  </a:cxn>
                  <a:cxn ang="0">
                    <a:pos x="4" y="172"/>
                  </a:cxn>
                  <a:cxn ang="0">
                    <a:pos x="15" y="172"/>
                  </a:cxn>
                  <a:cxn ang="0">
                    <a:pos x="102" y="112"/>
                  </a:cxn>
                  <a:cxn ang="0">
                    <a:pos x="85" y="123"/>
                  </a:cxn>
                  <a:cxn ang="0">
                    <a:pos x="85" y="147"/>
                  </a:cxn>
                  <a:cxn ang="0">
                    <a:pos x="95" y="163"/>
                  </a:cxn>
                  <a:cxn ang="0">
                    <a:pos x="307" y="163"/>
                  </a:cxn>
                  <a:cxn ang="0">
                    <a:pos x="323" y="154"/>
                  </a:cxn>
                  <a:cxn ang="0">
                    <a:pos x="323" y="129"/>
                  </a:cxn>
                  <a:cxn ang="0">
                    <a:pos x="314" y="114"/>
                  </a:cxn>
                  <a:cxn ang="0">
                    <a:pos x="53" y="232"/>
                  </a:cxn>
                  <a:cxn ang="0">
                    <a:pos x="9" y="205"/>
                  </a:cxn>
                  <a:cxn ang="0">
                    <a:pos x="0" y="214"/>
                  </a:cxn>
                  <a:cxn ang="0">
                    <a:pos x="0" y="272"/>
                  </a:cxn>
                  <a:cxn ang="0">
                    <a:pos x="15" y="274"/>
                  </a:cxn>
                  <a:cxn ang="0">
                    <a:pos x="58" y="245"/>
                  </a:cxn>
                  <a:cxn ang="0">
                    <a:pos x="53" y="232"/>
                  </a:cxn>
                  <a:cxn ang="0">
                    <a:pos x="102" y="214"/>
                  </a:cxn>
                  <a:cxn ang="0">
                    <a:pos x="91" y="219"/>
                  </a:cxn>
                  <a:cxn ang="0">
                    <a:pos x="85" y="248"/>
                  </a:cxn>
                  <a:cxn ang="0">
                    <a:pos x="91" y="261"/>
                  </a:cxn>
                  <a:cxn ang="0">
                    <a:pos x="307" y="266"/>
                  </a:cxn>
                  <a:cxn ang="0">
                    <a:pos x="319" y="261"/>
                  </a:cxn>
                  <a:cxn ang="0">
                    <a:pos x="323" y="232"/>
                  </a:cxn>
                  <a:cxn ang="0">
                    <a:pos x="319" y="219"/>
                  </a:cxn>
                  <a:cxn ang="0">
                    <a:pos x="307" y="214"/>
                  </a:cxn>
                </a:cxnLst>
                <a:rect l="0" t="0" r="r" b="b"/>
                <a:pathLst>
                  <a:path w="323" h="275">
                    <a:moveTo>
                      <a:pt x="53" y="27"/>
                    </a:moveTo>
                    <a:lnTo>
                      <a:pt x="15" y="2"/>
                    </a:lnTo>
                    <a:lnTo>
                      <a:pt x="15" y="2"/>
                    </a:lnTo>
                    <a:lnTo>
                      <a:pt x="9" y="0"/>
                    </a:lnTo>
                    <a:lnTo>
                      <a:pt x="4" y="0"/>
                    </a:lnTo>
                    <a:lnTo>
                      <a:pt x="0" y="4"/>
                    </a:lnTo>
                    <a:lnTo>
                      <a:pt x="0" y="11"/>
                    </a:lnTo>
                    <a:lnTo>
                      <a:pt x="0" y="62"/>
                    </a:lnTo>
                    <a:lnTo>
                      <a:pt x="0" y="62"/>
                    </a:lnTo>
                    <a:lnTo>
                      <a:pt x="0" y="67"/>
                    </a:lnTo>
                    <a:lnTo>
                      <a:pt x="4" y="71"/>
                    </a:lnTo>
                    <a:lnTo>
                      <a:pt x="9" y="71"/>
                    </a:lnTo>
                    <a:lnTo>
                      <a:pt x="15" y="69"/>
                    </a:lnTo>
                    <a:lnTo>
                      <a:pt x="53" y="45"/>
                    </a:lnTo>
                    <a:lnTo>
                      <a:pt x="53" y="45"/>
                    </a:lnTo>
                    <a:lnTo>
                      <a:pt x="58" y="40"/>
                    </a:lnTo>
                    <a:lnTo>
                      <a:pt x="60" y="36"/>
                    </a:lnTo>
                    <a:lnTo>
                      <a:pt x="58" y="31"/>
                    </a:lnTo>
                    <a:lnTo>
                      <a:pt x="53" y="27"/>
                    </a:lnTo>
                    <a:lnTo>
                      <a:pt x="53" y="27"/>
                    </a:lnTo>
                    <a:close/>
                    <a:moveTo>
                      <a:pt x="307" y="11"/>
                    </a:moveTo>
                    <a:lnTo>
                      <a:pt x="102" y="11"/>
                    </a:lnTo>
                    <a:lnTo>
                      <a:pt x="102" y="11"/>
                    </a:lnTo>
                    <a:lnTo>
                      <a:pt x="95" y="11"/>
                    </a:lnTo>
                    <a:lnTo>
                      <a:pt x="91" y="14"/>
                    </a:lnTo>
                    <a:lnTo>
                      <a:pt x="85" y="20"/>
                    </a:lnTo>
                    <a:lnTo>
                      <a:pt x="85" y="27"/>
                    </a:lnTo>
                    <a:lnTo>
                      <a:pt x="85" y="43"/>
                    </a:lnTo>
                    <a:lnTo>
                      <a:pt x="85" y="43"/>
                    </a:lnTo>
                    <a:lnTo>
                      <a:pt x="85" y="51"/>
                    </a:lnTo>
                    <a:lnTo>
                      <a:pt x="91" y="56"/>
                    </a:lnTo>
                    <a:lnTo>
                      <a:pt x="95" y="60"/>
                    </a:lnTo>
                    <a:lnTo>
                      <a:pt x="102" y="62"/>
                    </a:lnTo>
                    <a:lnTo>
                      <a:pt x="307" y="62"/>
                    </a:lnTo>
                    <a:lnTo>
                      <a:pt x="307" y="62"/>
                    </a:lnTo>
                    <a:lnTo>
                      <a:pt x="314" y="60"/>
                    </a:lnTo>
                    <a:lnTo>
                      <a:pt x="319" y="56"/>
                    </a:lnTo>
                    <a:lnTo>
                      <a:pt x="323" y="51"/>
                    </a:lnTo>
                    <a:lnTo>
                      <a:pt x="323" y="43"/>
                    </a:lnTo>
                    <a:lnTo>
                      <a:pt x="323" y="27"/>
                    </a:lnTo>
                    <a:lnTo>
                      <a:pt x="323" y="27"/>
                    </a:lnTo>
                    <a:lnTo>
                      <a:pt x="323" y="20"/>
                    </a:lnTo>
                    <a:lnTo>
                      <a:pt x="319" y="14"/>
                    </a:lnTo>
                    <a:lnTo>
                      <a:pt x="314" y="11"/>
                    </a:lnTo>
                    <a:lnTo>
                      <a:pt x="307" y="11"/>
                    </a:lnTo>
                    <a:lnTo>
                      <a:pt x="307" y="11"/>
                    </a:lnTo>
                    <a:close/>
                    <a:moveTo>
                      <a:pt x="15" y="172"/>
                    </a:moveTo>
                    <a:lnTo>
                      <a:pt x="53" y="147"/>
                    </a:lnTo>
                    <a:lnTo>
                      <a:pt x="53" y="147"/>
                    </a:lnTo>
                    <a:lnTo>
                      <a:pt x="58" y="143"/>
                    </a:lnTo>
                    <a:lnTo>
                      <a:pt x="60" y="138"/>
                    </a:lnTo>
                    <a:lnTo>
                      <a:pt x="58" y="134"/>
                    </a:lnTo>
                    <a:lnTo>
                      <a:pt x="53" y="130"/>
                    </a:lnTo>
                    <a:lnTo>
                      <a:pt x="15" y="112"/>
                    </a:lnTo>
                    <a:lnTo>
                      <a:pt x="15" y="112"/>
                    </a:lnTo>
                    <a:lnTo>
                      <a:pt x="9" y="111"/>
                    </a:lnTo>
                    <a:lnTo>
                      <a:pt x="4" y="111"/>
                    </a:lnTo>
                    <a:lnTo>
                      <a:pt x="0" y="114"/>
                    </a:lnTo>
                    <a:lnTo>
                      <a:pt x="0" y="121"/>
                    </a:lnTo>
                    <a:lnTo>
                      <a:pt x="0" y="163"/>
                    </a:lnTo>
                    <a:lnTo>
                      <a:pt x="0" y="163"/>
                    </a:lnTo>
                    <a:lnTo>
                      <a:pt x="0" y="170"/>
                    </a:lnTo>
                    <a:lnTo>
                      <a:pt x="4" y="172"/>
                    </a:lnTo>
                    <a:lnTo>
                      <a:pt x="9" y="174"/>
                    </a:lnTo>
                    <a:lnTo>
                      <a:pt x="15" y="172"/>
                    </a:lnTo>
                    <a:lnTo>
                      <a:pt x="15" y="172"/>
                    </a:lnTo>
                    <a:close/>
                    <a:moveTo>
                      <a:pt x="307" y="112"/>
                    </a:moveTo>
                    <a:lnTo>
                      <a:pt x="102" y="112"/>
                    </a:lnTo>
                    <a:lnTo>
                      <a:pt x="102" y="112"/>
                    </a:lnTo>
                    <a:lnTo>
                      <a:pt x="95" y="114"/>
                    </a:lnTo>
                    <a:lnTo>
                      <a:pt x="91" y="118"/>
                    </a:lnTo>
                    <a:lnTo>
                      <a:pt x="85" y="123"/>
                    </a:lnTo>
                    <a:lnTo>
                      <a:pt x="85" y="129"/>
                    </a:lnTo>
                    <a:lnTo>
                      <a:pt x="85" y="147"/>
                    </a:lnTo>
                    <a:lnTo>
                      <a:pt x="85" y="147"/>
                    </a:lnTo>
                    <a:lnTo>
                      <a:pt x="85" y="154"/>
                    </a:lnTo>
                    <a:lnTo>
                      <a:pt x="91" y="159"/>
                    </a:lnTo>
                    <a:lnTo>
                      <a:pt x="95" y="163"/>
                    </a:lnTo>
                    <a:lnTo>
                      <a:pt x="102" y="163"/>
                    </a:lnTo>
                    <a:lnTo>
                      <a:pt x="307" y="163"/>
                    </a:lnTo>
                    <a:lnTo>
                      <a:pt x="307" y="163"/>
                    </a:lnTo>
                    <a:lnTo>
                      <a:pt x="314" y="163"/>
                    </a:lnTo>
                    <a:lnTo>
                      <a:pt x="319" y="159"/>
                    </a:lnTo>
                    <a:lnTo>
                      <a:pt x="323" y="154"/>
                    </a:lnTo>
                    <a:lnTo>
                      <a:pt x="323" y="147"/>
                    </a:lnTo>
                    <a:lnTo>
                      <a:pt x="323" y="129"/>
                    </a:lnTo>
                    <a:lnTo>
                      <a:pt x="323" y="129"/>
                    </a:lnTo>
                    <a:lnTo>
                      <a:pt x="323" y="123"/>
                    </a:lnTo>
                    <a:lnTo>
                      <a:pt x="319" y="118"/>
                    </a:lnTo>
                    <a:lnTo>
                      <a:pt x="314" y="114"/>
                    </a:lnTo>
                    <a:lnTo>
                      <a:pt x="307" y="112"/>
                    </a:lnTo>
                    <a:lnTo>
                      <a:pt x="307" y="112"/>
                    </a:lnTo>
                    <a:close/>
                    <a:moveTo>
                      <a:pt x="53" y="232"/>
                    </a:moveTo>
                    <a:lnTo>
                      <a:pt x="15" y="207"/>
                    </a:lnTo>
                    <a:lnTo>
                      <a:pt x="15" y="207"/>
                    </a:lnTo>
                    <a:lnTo>
                      <a:pt x="9" y="205"/>
                    </a:lnTo>
                    <a:lnTo>
                      <a:pt x="4" y="205"/>
                    </a:lnTo>
                    <a:lnTo>
                      <a:pt x="0" y="208"/>
                    </a:lnTo>
                    <a:lnTo>
                      <a:pt x="0" y="214"/>
                    </a:lnTo>
                    <a:lnTo>
                      <a:pt x="0" y="266"/>
                    </a:lnTo>
                    <a:lnTo>
                      <a:pt x="0" y="266"/>
                    </a:lnTo>
                    <a:lnTo>
                      <a:pt x="0" y="272"/>
                    </a:lnTo>
                    <a:lnTo>
                      <a:pt x="4" y="275"/>
                    </a:lnTo>
                    <a:lnTo>
                      <a:pt x="9" y="275"/>
                    </a:lnTo>
                    <a:lnTo>
                      <a:pt x="15" y="274"/>
                    </a:lnTo>
                    <a:lnTo>
                      <a:pt x="53" y="250"/>
                    </a:lnTo>
                    <a:lnTo>
                      <a:pt x="53" y="250"/>
                    </a:lnTo>
                    <a:lnTo>
                      <a:pt x="58" y="245"/>
                    </a:lnTo>
                    <a:lnTo>
                      <a:pt x="60" y="241"/>
                    </a:lnTo>
                    <a:lnTo>
                      <a:pt x="58" y="236"/>
                    </a:lnTo>
                    <a:lnTo>
                      <a:pt x="53" y="232"/>
                    </a:lnTo>
                    <a:lnTo>
                      <a:pt x="53" y="232"/>
                    </a:lnTo>
                    <a:close/>
                    <a:moveTo>
                      <a:pt x="307" y="214"/>
                    </a:moveTo>
                    <a:lnTo>
                      <a:pt x="102" y="214"/>
                    </a:lnTo>
                    <a:lnTo>
                      <a:pt x="102" y="214"/>
                    </a:lnTo>
                    <a:lnTo>
                      <a:pt x="95" y="216"/>
                    </a:lnTo>
                    <a:lnTo>
                      <a:pt x="91" y="219"/>
                    </a:lnTo>
                    <a:lnTo>
                      <a:pt x="85" y="225"/>
                    </a:lnTo>
                    <a:lnTo>
                      <a:pt x="85" y="232"/>
                    </a:lnTo>
                    <a:lnTo>
                      <a:pt x="85" y="248"/>
                    </a:lnTo>
                    <a:lnTo>
                      <a:pt x="85" y="248"/>
                    </a:lnTo>
                    <a:lnTo>
                      <a:pt x="85" y="256"/>
                    </a:lnTo>
                    <a:lnTo>
                      <a:pt x="91" y="261"/>
                    </a:lnTo>
                    <a:lnTo>
                      <a:pt x="95" y="265"/>
                    </a:lnTo>
                    <a:lnTo>
                      <a:pt x="102" y="266"/>
                    </a:lnTo>
                    <a:lnTo>
                      <a:pt x="307" y="266"/>
                    </a:lnTo>
                    <a:lnTo>
                      <a:pt x="307" y="266"/>
                    </a:lnTo>
                    <a:lnTo>
                      <a:pt x="314" y="265"/>
                    </a:lnTo>
                    <a:lnTo>
                      <a:pt x="319" y="261"/>
                    </a:lnTo>
                    <a:lnTo>
                      <a:pt x="323" y="256"/>
                    </a:lnTo>
                    <a:lnTo>
                      <a:pt x="323" y="248"/>
                    </a:lnTo>
                    <a:lnTo>
                      <a:pt x="323" y="232"/>
                    </a:lnTo>
                    <a:lnTo>
                      <a:pt x="323" y="232"/>
                    </a:lnTo>
                    <a:lnTo>
                      <a:pt x="323" y="225"/>
                    </a:lnTo>
                    <a:lnTo>
                      <a:pt x="319" y="219"/>
                    </a:lnTo>
                    <a:lnTo>
                      <a:pt x="314" y="216"/>
                    </a:lnTo>
                    <a:lnTo>
                      <a:pt x="307" y="214"/>
                    </a:lnTo>
                    <a:lnTo>
                      <a:pt x="307" y="214"/>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a:solidFill>
                    <a:srgbClr val="000000"/>
                  </a:solidFill>
                </a:endParaRPr>
              </a:p>
            </p:txBody>
          </p:sp>
        </p:grpSp>
      </p:grpSp>
      <p:grpSp>
        <p:nvGrpSpPr>
          <p:cNvPr id="16" name="Group 72"/>
          <p:cNvGrpSpPr/>
          <p:nvPr/>
        </p:nvGrpSpPr>
        <p:grpSpPr>
          <a:xfrm>
            <a:off x="6770330" y="2183483"/>
            <a:ext cx="3230948" cy="3493725"/>
            <a:chOff x="5077748" y="1637612"/>
            <a:chExt cx="2423211" cy="2620294"/>
          </a:xfrm>
        </p:grpSpPr>
        <p:sp>
          <p:nvSpPr>
            <p:cNvPr id="17" name="Oval 16"/>
            <p:cNvSpPr/>
            <p:nvPr/>
          </p:nvSpPr>
          <p:spPr>
            <a:xfrm>
              <a:off x="5183120"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39" name="Straight Connector 38"/>
            <p:cNvCxnSpPr/>
            <p:nvPr/>
          </p:nvCxnSpPr>
          <p:spPr>
            <a:xfrm rot="16200000" flipH="1">
              <a:off x="4409107"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0" name="Rectangle 49"/>
            <p:cNvSpPr/>
            <p:nvPr/>
          </p:nvSpPr>
          <p:spPr>
            <a:xfrm>
              <a:off x="5431609" y="2540090"/>
              <a:ext cx="2069350" cy="1038746"/>
            </a:xfrm>
            <a:prstGeom prst="rect">
              <a:avLst/>
            </a:prstGeom>
          </p:spPr>
          <p:txBody>
            <a:bodyPr wrap="square">
              <a:spAutoFit/>
            </a:bodyPr>
            <a:lstStyle/>
            <a:p>
              <a:r>
                <a:rPr lang="ar-SA" sz="2800" b="1" dirty="0"/>
                <a:t>- أن تكون قواعد اللعبة سهلة وواضحة ومناسبة لأعمار الطلبة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0" name="Group 63"/>
            <p:cNvGrpSpPr/>
            <p:nvPr/>
          </p:nvGrpSpPr>
          <p:grpSpPr>
            <a:xfrm>
              <a:off x="5077748" y="1637612"/>
              <a:ext cx="418280" cy="418280"/>
              <a:chOff x="5077748" y="1637612"/>
              <a:chExt cx="418280" cy="418280"/>
            </a:xfrm>
          </p:grpSpPr>
          <p:sp>
            <p:nvSpPr>
              <p:cNvPr id="38" name="Teardrop 37"/>
              <p:cNvSpPr/>
              <p:nvPr/>
            </p:nvSpPr>
            <p:spPr>
              <a:xfrm rot="8100000">
                <a:off x="5077748" y="1637612"/>
                <a:ext cx="418280" cy="418280"/>
              </a:xfrm>
              <a:prstGeom prst="teardrop">
                <a:avLst>
                  <a:gd name="adj" fmla="val 13161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5" name="Freeform 100"/>
              <p:cNvSpPr>
                <a:spLocks/>
              </p:cNvSpPr>
              <p:nvPr/>
            </p:nvSpPr>
            <p:spPr bwMode="auto">
              <a:xfrm>
                <a:off x="5169641" y="1770740"/>
                <a:ext cx="176324" cy="198674"/>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a:solidFill>
                    <a:srgbClr val="000000"/>
                  </a:solidFill>
                </a:endParaRPr>
              </a:p>
            </p:txBody>
          </p:sp>
        </p:grpSp>
      </p:grpSp>
      <p:sp>
        <p:nvSpPr>
          <p:cNvPr id="28" name="Title 3"/>
          <p:cNvSpPr txBox="1">
            <a:spLocks/>
          </p:cNvSpPr>
          <p:nvPr/>
        </p:nvSpPr>
        <p:spPr>
          <a:xfrm>
            <a:off x="1351653" y="212646"/>
            <a:ext cx="6849300" cy="828098"/>
          </a:xfrm>
          <a:prstGeom prst="rect">
            <a:avLst/>
          </a:prstGeom>
        </p:spPr>
        <p:txBody>
          <a:bodyPr vert="horz" lIns="91440" tIns="45720" rIns="91440" bIns="45720" rtlCol="0" anchor="ctr">
            <a:normAutofit/>
          </a:bodyPr>
          <a:lstStyle>
            <a:lvl1pPr algn="ctr" defTabSz="1219170" rtl="0" eaLnBrk="1" latinLnBrk="0" hangingPunct="1">
              <a:spcBef>
                <a:spcPct val="0"/>
              </a:spcBef>
              <a:buNone/>
              <a:defRPr sz="5867" b="1" kern="1200">
                <a:solidFill>
                  <a:schemeClr val="tx1">
                    <a:lumMod val="75000"/>
                    <a:lumOff val="25000"/>
                  </a:schemeClr>
                </a:solidFill>
                <a:latin typeface="+mj-lt"/>
                <a:ea typeface="+mj-ea"/>
                <a:cs typeface="+mj-cs"/>
              </a:defRPr>
            </a:lvl1pPr>
          </a:lstStyle>
          <a:p>
            <a:pPr rtl="1"/>
            <a:r>
              <a:rPr lang="ar-SA" sz="4400" u="sng" dirty="0"/>
              <a:t>ح- شروط الألعاب التعليمية </a:t>
            </a:r>
            <a:endParaRPr lang="en-US" sz="4400" u="sng" dirty="0"/>
          </a:p>
        </p:txBody>
      </p:sp>
      <p:sp>
        <p:nvSpPr>
          <p:cNvPr id="2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2170420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lide(fromLeft)">
                                      <p:cBhvr>
                                        <p:cTn id="7" dur="500"/>
                                        <p:tgtEl>
                                          <p:spTgt spid="7"/>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slide(fromLeft)">
                                      <p:cBhvr>
                                        <p:cTn id="10" dur="500"/>
                                        <p:tgtEl>
                                          <p:spTgt spid="46"/>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Left)">
                                      <p:cBhvr>
                                        <p:cTn id="14" dur="500"/>
                                        <p:tgtEl>
                                          <p:spTgt spid="8"/>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slide(fromBottom)">
                                      <p:cBhvr>
                                        <p:cTn id="18" dur="500"/>
                                        <p:tgtEl>
                                          <p:spTgt spid="11"/>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slide(fromBottom)">
                                      <p:cBhvr>
                                        <p:cTn id="22" dur="500"/>
                                        <p:tgtEl>
                                          <p:spTgt spid="16"/>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slide(fromLeft)">
                                      <p:cBhvr>
                                        <p:cTn id="2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a:stCxn id="10" idx="6"/>
            <a:endCxn id="21" idx="2"/>
          </p:cNvCxnSpPr>
          <p:nvPr/>
        </p:nvCxnSpPr>
        <p:spPr>
          <a:xfrm>
            <a:off x="1270000" y="5538404"/>
            <a:ext cx="9548605" cy="2117"/>
          </a:xfrm>
          <a:prstGeom prst="line">
            <a:avLst/>
          </a:prstGeom>
          <a:ln w="12700" cap="flat">
            <a:solidFill>
              <a:schemeClr val="bg1">
                <a:lumMod val="75000"/>
              </a:schemeClr>
            </a:solidFill>
            <a:prstDash val="sysDash"/>
            <a:round/>
          </a:ln>
        </p:spPr>
        <p:style>
          <a:lnRef idx="1">
            <a:schemeClr val="accent1"/>
          </a:lnRef>
          <a:fillRef idx="0">
            <a:schemeClr val="accent1"/>
          </a:fillRef>
          <a:effectRef idx="0">
            <a:schemeClr val="accent1"/>
          </a:effectRef>
          <a:fontRef idx="minor">
            <a:schemeClr val="tx1"/>
          </a:fontRef>
        </p:style>
      </p:cxnSp>
      <p:grpSp>
        <p:nvGrpSpPr>
          <p:cNvPr id="7" name="Group 69"/>
          <p:cNvGrpSpPr/>
          <p:nvPr/>
        </p:nvGrpSpPr>
        <p:grpSpPr>
          <a:xfrm>
            <a:off x="341032" y="5073920"/>
            <a:ext cx="928968" cy="928968"/>
            <a:chOff x="255774" y="3805440"/>
            <a:chExt cx="696726" cy="696726"/>
          </a:xfrm>
        </p:grpSpPr>
        <p:sp>
          <p:nvSpPr>
            <p:cNvPr id="10" name="Oval 9"/>
            <p:cNvSpPr/>
            <p:nvPr/>
          </p:nvSpPr>
          <p:spPr>
            <a:xfrm>
              <a:off x="25577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1" name="Isosceles Triangle 40"/>
            <p:cNvSpPr/>
            <p:nvPr/>
          </p:nvSpPr>
          <p:spPr>
            <a:xfrm rot="5400000">
              <a:off x="493716" y="4019782"/>
              <a:ext cx="279448" cy="240904"/>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9" name="Group 70"/>
          <p:cNvGrpSpPr/>
          <p:nvPr/>
        </p:nvGrpSpPr>
        <p:grpSpPr>
          <a:xfrm>
            <a:off x="10818605" y="5073920"/>
            <a:ext cx="928968" cy="928968"/>
            <a:chOff x="8113954" y="3805440"/>
            <a:chExt cx="696726" cy="696726"/>
          </a:xfrm>
        </p:grpSpPr>
        <p:sp>
          <p:nvSpPr>
            <p:cNvPr id="21" name="Oval 20"/>
            <p:cNvSpPr/>
            <p:nvPr/>
          </p:nvSpPr>
          <p:spPr>
            <a:xfrm>
              <a:off x="811395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3" name="Rectangle 42"/>
            <p:cNvSpPr/>
            <p:nvPr/>
          </p:nvSpPr>
          <p:spPr>
            <a:xfrm>
              <a:off x="8358214" y="4048124"/>
              <a:ext cx="238120" cy="23812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46" name="Rectangle 45"/>
          <p:cNvSpPr/>
          <p:nvPr/>
        </p:nvSpPr>
        <p:spPr>
          <a:xfrm>
            <a:off x="1613487" y="5553910"/>
            <a:ext cx="619080" cy="338554"/>
          </a:xfrm>
          <a:prstGeom prst="rect">
            <a:avLst/>
          </a:prstGeom>
        </p:spPr>
        <p:txBody>
          <a:bodyPr wrap="none">
            <a:spAutoFit/>
          </a:bodyPr>
          <a:lstStyle/>
          <a:p>
            <a:pPr fontAlgn="auto">
              <a:spcBef>
                <a:spcPts val="0"/>
              </a:spcBef>
              <a:spcAft>
                <a:spcPts val="0"/>
              </a:spcAft>
            </a:pPr>
            <a:r>
              <a:rPr lang="en-US" sz="1600" dirty="0">
                <a:solidFill>
                  <a:prstClr val="white">
                    <a:lumMod val="65000"/>
                  </a:prstClr>
                </a:solidFill>
                <a:latin typeface="Open Sans" pitchFamily="34" charset="0"/>
                <a:ea typeface="Open Sans" pitchFamily="34" charset="0"/>
                <a:cs typeface="Open Sans" pitchFamily="34" charset="0"/>
              </a:rPr>
              <a:t>Start</a:t>
            </a:r>
          </a:p>
        </p:txBody>
      </p:sp>
      <p:sp>
        <p:nvSpPr>
          <p:cNvPr id="47" name="Rectangle 46"/>
          <p:cNvSpPr/>
          <p:nvPr/>
        </p:nvSpPr>
        <p:spPr>
          <a:xfrm>
            <a:off x="9598652" y="5611352"/>
            <a:ext cx="729687" cy="338554"/>
          </a:xfrm>
          <a:prstGeom prst="rect">
            <a:avLst/>
          </a:prstGeom>
        </p:spPr>
        <p:txBody>
          <a:bodyPr wrap="none">
            <a:spAutoFit/>
          </a:bodyPr>
          <a:lstStyle/>
          <a:p>
            <a:pPr fontAlgn="auto">
              <a:spcBef>
                <a:spcPts val="0"/>
              </a:spcBef>
              <a:spcAft>
                <a:spcPts val="0"/>
              </a:spcAft>
            </a:pPr>
            <a:r>
              <a:rPr lang="en-US" sz="1600" dirty="0">
                <a:solidFill>
                  <a:prstClr val="white">
                    <a:lumMod val="65000"/>
                  </a:prstClr>
                </a:solidFill>
                <a:latin typeface="Open Sans" pitchFamily="34" charset="0"/>
                <a:ea typeface="Open Sans" pitchFamily="34" charset="0"/>
                <a:cs typeface="Open Sans" pitchFamily="34" charset="0"/>
              </a:rPr>
              <a:t>Finish</a:t>
            </a:r>
          </a:p>
        </p:txBody>
      </p:sp>
      <p:grpSp>
        <p:nvGrpSpPr>
          <p:cNvPr id="11" name="Group 61"/>
          <p:cNvGrpSpPr/>
          <p:nvPr/>
        </p:nvGrpSpPr>
        <p:grpSpPr>
          <a:xfrm>
            <a:off x="1799361" y="2133997"/>
            <a:ext cx="2934392" cy="3493725"/>
            <a:chOff x="2005914" y="1637612"/>
            <a:chExt cx="2200794" cy="2620294"/>
          </a:xfrm>
        </p:grpSpPr>
        <p:sp>
          <p:nvSpPr>
            <p:cNvPr id="13" name="Oval 12"/>
            <p:cNvSpPr/>
            <p:nvPr/>
          </p:nvSpPr>
          <p:spPr>
            <a:xfrm>
              <a:off x="211128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Rectangle 43"/>
            <p:cNvSpPr/>
            <p:nvPr/>
          </p:nvSpPr>
          <p:spPr>
            <a:xfrm>
              <a:off x="2285984" y="2653205"/>
              <a:ext cx="1920724" cy="1038746"/>
            </a:xfrm>
            <a:prstGeom prst="rect">
              <a:avLst/>
            </a:prstGeom>
          </p:spPr>
          <p:txBody>
            <a:bodyPr wrap="square">
              <a:spAutoFit/>
            </a:bodyPr>
            <a:lstStyle/>
            <a:p>
              <a:pPr fontAlgn="auto">
                <a:spcBef>
                  <a:spcPts val="0"/>
                </a:spcBef>
                <a:spcAft>
                  <a:spcPts val="0"/>
                </a:spcAft>
              </a:pPr>
              <a:r>
                <a:rPr lang="ar-SA" sz="2800" b="1" dirty="0" smtClean="0"/>
                <a:t>خلو </a:t>
              </a:r>
              <a:r>
                <a:rPr lang="ar-SA" sz="2800" b="1" dirty="0"/>
                <a:t>الألعاب مما قد يعرض حياة المتعلمين للخطر</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cxnSp>
          <p:nvCxnSpPr>
            <p:cNvPr id="27" name="Straight Connector 26"/>
            <p:cNvCxnSpPr/>
            <p:nvPr/>
          </p:nvCxnSpPr>
          <p:spPr>
            <a:xfrm rot="16200000" flipH="1">
              <a:off x="1337273"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4" name="Group 59"/>
            <p:cNvGrpSpPr/>
            <p:nvPr/>
          </p:nvGrpSpPr>
          <p:grpSpPr>
            <a:xfrm>
              <a:off x="2005914" y="1637612"/>
              <a:ext cx="418280" cy="418280"/>
              <a:chOff x="2005914" y="1637612"/>
              <a:chExt cx="418280" cy="418280"/>
            </a:xfrm>
          </p:grpSpPr>
          <p:sp>
            <p:nvSpPr>
              <p:cNvPr id="26" name="Teardrop 25"/>
              <p:cNvSpPr/>
              <p:nvPr/>
            </p:nvSpPr>
            <p:spPr>
              <a:xfrm rot="8100000">
                <a:off x="2005914" y="1637612"/>
                <a:ext cx="418280" cy="418280"/>
              </a:xfrm>
              <a:prstGeom prst="teardrop">
                <a:avLst>
                  <a:gd name="adj" fmla="val 13161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4" name="Freeform 63"/>
              <p:cNvSpPr>
                <a:spLocks noEditPoints="1"/>
              </p:cNvSpPr>
              <p:nvPr/>
            </p:nvSpPr>
            <p:spPr bwMode="auto">
              <a:xfrm>
                <a:off x="2115407" y="1762183"/>
                <a:ext cx="199914" cy="171356"/>
              </a:xfrm>
              <a:custGeom>
                <a:avLst/>
                <a:gdLst/>
                <a:ahLst/>
                <a:cxnLst>
                  <a:cxn ang="0">
                    <a:pos x="15" y="2"/>
                  </a:cxn>
                  <a:cxn ang="0">
                    <a:pos x="0" y="4"/>
                  </a:cxn>
                  <a:cxn ang="0">
                    <a:pos x="0" y="62"/>
                  </a:cxn>
                  <a:cxn ang="0">
                    <a:pos x="9" y="71"/>
                  </a:cxn>
                  <a:cxn ang="0">
                    <a:pos x="53" y="45"/>
                  </a:cxn>
                  <a:cxn ang="0">
                    <a:pos x="58" y="31"/>
                  </a:cxn>
                  <a:cxn ang="0">
                    <a:pos x="307" y="11"/>
                  </a:cxn>
                  <a:cxn ang="0">
                    <a:pos x="95" y="11"/>
                  </a:cxn>
                  <a:cxn ang="0">
                    <a:pos x="85" y="27"/>
                  </a:cxn>
                  <a:cxn ang="0">
                    <a:pos x="85" y="51"/>
                  </a:cxn>
                  <a:cxn ang="0">
                    <a:pos x="102" y="62"/>
                  </a:cxn>
                  <a:cxn ang="0">
                    <a:pos x="314" y="60"/>
                  </a:cxn>
                  <a:cxn ang="0">
                    <a:pos x="323" y="43"/>
                  </a:cxn>
                  <a:cxn ang="0">
                    <a:pos x="323" y="20"/>
                  </a:cxn>
                  <a:cxn ang="0">
                    <a:pos x="307" y="11"/>
                  </a:cxn>
                  <a:cxn ang="0">
                    <a:pos x="53" y="147"/>
                  </a:cxn>
                  <a:cxn ang="0">
                    <a:pos x="60" y="138"/>
                  </a:cxn>
                  <a:cxn ang="0">
                    <a:pos x="15" y="112"/>
                  </a:cxn>
                  <a:cxn ang="0">
                    <a:pos x="4" y="111"/>
                  </a:cxn>
                  <a:cxn ang="0">
                    <a:pos x="0" y="163"/>
                  </a:cxn>
                  <a:cxn ang="0">
                    <a:pos x="4" y="172"/>
                  </a:cxn>
                  <a:cxn ang="0">
                    <a:pos x="15" y="172"/>
                  </a:cxn>
                  <a:cxn ang="0">
                    <a:pos x="102" y="112"/>
                  </a:cxn>
                  <a:cxn ang="0">
                    <a:pos x="85" y="123"/>
                  </a:cxn>
                  <a:cxn ang="0">
                    <a:pos x="85" y="147"/>
                  </a:cxn>
                  <a:cxn ang="0">
                    <a:pos x="95" y="163"/>
                  </a:cxn>
                  <a:cxn ang="0">
                    <a:pos x="307" y="163"/>
                  </a:cxn>
                  <a:cxn ang="0">
                    <a:pos x="323" y="154"/>
                  </a:cxn>
                  <a:cxn ang="0">
                    <a:pos x="323" y="129"/>
                  </a:cxn>
                  <a:cxn ang="0">
                    <a:pos x="314" y="114"/>
                  </a:cxn>
                  <a:cxn ang="0">
                    <a:pos x="53" y="232"/>
                  </a:cxn>
                  <a:cxn ang="0">
                    <a:pos x="9" y="205"/>
                  </a:cxn>
                  <a:cxn ang="0">
                    <a:pos x="0" y="214"/>
                  </a:cxn>
                  <a:cxn ang="0">
                    <a:pos x="0" y="272"/>
                  </a:cxn>
                  <a:cxn ang="0">
                    <a:pos x="15" y="274"/>
                  </a:cxn>
                  <a:cxn ang="0">
                    <a:pos x="58" y="245"/>
                  </a:cxn>
                  <a:cxn ang="0">
                    <a:pos x="53" y="232"/>
                  </a:cxn>
                  <a:cxn ang="0">
                    <a:pos x="102" y="214"/>
                  </a:cxn>
                  <a:cxn ang="0">
                    <a:pos x="91" y="219"/>
                  </a:cxn>
                  <a:cxn ang="0">
                    <a:pos x="85" y="248"/>
                  </a:cxn>
                  <a:cxn ang="0">
                    <a:pos x="91" y="261"/>
                  </a:cxn>
                  <a:cxn ang="0">
                    <a:pos x="307" y="266"/>
                  </a:cxn>
                  <a:cxn ang="0">
                    <a:pos x="319" y="261"/>
                  </a:cxn>
                  <a:cxn ang="0">
                    <a:pos x="323" y="232"/>
                  </a:cxn>
                  <a:cxn ang="0">
                    <a:pos x="319" y="219"/>
                  </a:cxn>
                  <a:cxn ang="0">
                    <a:pos x="307" y="214"/>
                  </a:cxn>
                </a:cxnLst>
                <a:rect l="0" t="0" r="r" b="b"/>
                <a:pathLst>
                  <a:path w="323" h="275">
                    <a:moveTo>
                      <a:pt x="53" y="27"/>
                    </a:moveTo>
                    <a:lnTo>
                      <a:pt x="15" y="2"/>
                    </a:lnTo>
                    <a:lnTo>
                      <a:pt x="15" y="2"/>
                    </a:lnTo>
                    <a:lnTo>
                      <a:pt x="9" y="0"/>
                    </a:lnTo>
                    <a:lnTo>
                      <a:pt x="4" y="0"/>
                    </a:lnTo>
                    <a:lnTo>
                      <a:pt x="0" y="4"/>
                    </a:lnTo>
                    <a:lnTo>
                      <a:pt x="0" y="11"/>
                    </a:lnTo>
                    <a:lnTo>
                      <a:pt x="0" y="62"/>
                    </a:lnTo>
                    <a:lnTo>
                      <a:pt x="0" y="62"/>
                    </a:lnTo>
                    <a:lnTo>
                      <a:pt x="0" y="67"/>
                    </a:lnTo>
                    <a:lnTo>
                      <a:pt x="4" y="71"/>
                    </a:lnTo>
                    <a:lnTo>
                      <a:pt x="9" y="71"/>
                    </a:lnTo>
                    <a:lnTo>
                      <a:pt x="15" y="69"/>
                    </a:lnTo>
                    <a:lnTo>
                      <a:pt x="53" y="45"/>
                    </a:lnTo>
                    <a:lnTo>
                      <a:pt x="53" y="45"/>
                    </a:lnTo>
                    <a:lnTo>
                      <a:pt x="58" y="40"/>
                    </a:lnTo>
                    <a:lnTo>
                      <a:pt x="60" y="36"/>
                    </a:lnTo>
                    <a:lnTo>
                      <a:pt x="58" y="31"/>
                    </a:lnTo>
                    <a:lnTo>
                      <a:pt x="53" y="27"/>
                    </a:lnTo>
                    <a:lnTo>
                      <a:pt x="53" y="27"/>
                    </a:lnTo>
                    <a:close/>
                    <a:moveTo>
                      <a:pt x="307" y="11"/>
                    </a:moveTo>
                    <a:lnTo>
                      <a:pt x="102" y="11"/>
                    </a:lnTo>
                    <a:lnTo>
                      <a:pt x="102" y="11"/>
                    </a:lnTo>
                    <a:lnTo>
                      <a:pt x="95" y="11"/>
                    </a:lnTo>
                    <a:lnTo>
                      <a:pt x="91" y="14"/>
                    </a:lnTo>
                    <a:lnTo>
                      <a:pt x="85" y="20"/>
                    </a:lnTo>
                    <a:lnTo>
                      <a:pt x="85" y="27"/>
                    </a:lnTo>
                    <a:lnTo>
                      <a:pt x="85" y="43"/>
                    </a:lnTo>
                    <a:lnTo>
                      <a:pt x="85" y="43"/>
                    </a:lnTo>
                    <a:lnTo>
                      <a:pt x="85" y="51"/>
                    </a:lnTo>
                    <a:lnTo>
                      <a:pt x="91" y="56"/>
                    </a:lnTo>
                    <a:lnTo>
                      <a:pt x="95" y="60"/>
                    </a:lnTo>
                    <a:lnTo>
                      <a:pt x="102" y="62"/>
                    </a:lnTo>
                    <a:lnTo>
                      <a:pt x="307" y="62"/>
                    </a:lnTo>
                    <a:lnTo>
                      <a:pt x="307" y="62"/>
                    </a:lnTo>
                    <a:lnTo>
                      <a:pt x="314" y="60"/>
                    </a:lnTo>
                    <a:lnTo>
                      <a:pt x="319" y="56"/>
                    </a:lnTo>
                    <a:lnTo>
                      <a:pt x="323" y="51"/>
                    </a:lnTo>
                    <a:lnTo>
                      <a:pt x="323" y="43"/>
                    </a:lnTo>
                    <a:lnTo>
                      <a:pt x="323" y="27"/>
                    </a:lnTo>
                    <a:lnTo>
                      <a:pt x="323" y="27"/>
                    </a:lnTo>
                    <a:lnTo>
                      <a:pt x="323" y="20"/>
                    </a:lnTo>
                    <a:lnTo>
                      <a:pt x="319" y="14"/>
                    </a:lnTo>
                    <a:lnTo>
                      <a:pt x="314" y="11"/>
                    </a:lnTo>
                    <a:lnTo>
                      <a:pt x="307" y="11"/>
                    </a:lnTo>
                    <a:lnTo>
                      <a:pt x="307" y="11"/>
                    </a:lnTo>
                    <a:close/>
                    <a:moveTo>
                      <a:pt x="15" y="172"/>
                    </a:moveTo>
                    <a:lnTo>
                      <a:pt x="53" y="147"/>
                    </a:lnTo>
                    <a:lnTo>
                      <a:pt x="53" y="147"/>
                    </a:lnTo>
                    <a:lnTo>
                      <a:pt x="58" y="143"/>
                    </a:lnTo>
                    <a:lnTo>
                      <a:pt x="60" y="138"/>
                    </a:lnTo>
                    <a:lnTo>
                      <a:pt x="58" y="134"/>
                    </a:lnTo>
                    <a:lnTo>
                      <a:pt x="53" y="130"/>
                    </a:lnTo>
                    <a:lnTo>
                      <a:pt x="15" y="112"/>
                    </a:lnTo>
                    <a:lnTo>
                      <a:pt x="15" y="112"/>
                    </a:lnTo>
                    <a:lnTo>
                      <a:pt x="9" y="111"/>
                    </a:lnTo>
                    <a:lnTo>
                      <a:pt x="4" y="111"/>
                    </a:lnTo>
                    <a:lnTo>
                      <a:pt x="0" y="114"/>
                    </a:lnTo>
                    <a:lnTo>
                      <a:pt x="0" y="121"/>
                    </a:lnTo>
                    <a:lnTo>
                      <a:pt x="0" y="163"/>
                    </a:lnTo>
                    <a:lnTo>
                      <a:pt x="0" y="163"/>
                    </a:lnTo>
                    <a:lnTo>
                      <a:pt x="0" y="170"/>
                    </a:lnTo>
                    <a:lnTo>
                      <a:pt x="4" y="172"/>
                    </a:lnTo>
                    <a:lnTo>
                      <a:pt x="9" y="174"/>
                    </a:lnTo>
                    <a:lnTo>
                      <a:pt x="15" y="172"/>
                    </a:lnTo>
                    <a:lnTo>
                      <a:pt x="15" y="172"/>
                    </a:lnTo>
                    <a:close/>
                    <a:moveTo>
                      <a:pt x="307" y="112"/>
                    </a:moveTo>
                    <a:lnTo>
                      <a:pt x="102" y="112"/>
                    </a:lnTo>
                    <a:lnTo>
                      <a:pt x="102" y="112"/>
                    </a:lnTo>
                    <a:lnTo>
                      <a:pt x="95" y="114"/>
                    </a:lnTo>
                    <a:lnTo>
                      <a:pt x="91" y="118"/>
                    </a:lnTo>
                    <a:lnTo>
                      <a:pt x="85" y="123"/>
                    </a:lnTo>
                    <a:lnTo>
                      <a:pt x="85" y="129"/>
                    </a:lnTo>
                    <a:lnTo>
                      <a:pt x="85" y="147"/>
                    </a:lnTo>
                    <a:lnTo>
                      <a:pt x="85" y="147"/>
                    </a:lnTo>
                    <a:lnTo>
                      <a:pt x="85" y="154"/>
                    </a:lnTo>
                    <a:lnTo>
                      <a:pt x="91" y="159"/>
                    </a:lnTo>
                    <a:lnTo>
                      <a:pt x="95" y="163"/>
                    </a:lnTo>
                    <a:lnTo>
                      <a:pt x="102" y="163"/>
                    </a:lnTo>
                    <a:lnTo>
                      <a:pt x="307" y="163"/>
                    </a:lnTo>
                    <a:lnTo>
                      <a:pt x="307" y="163"/>
                    </a:lnTo>
                    <a:lnTo>
                      <a:pt x="314" y="163"/>
                    </a:lnTo>
                    <a:lnTo>
                      <a:pt x="319" y="159"/>
                    </a:lnTo>
                    <a:lnTo>
                      <a:pt x="323" y="154"/>
                    </a:lnTo>
                    <a:lnTo>
                      <a:pt x="323" y="147"/>
                    </a:lnTo>
                    <a:lnTo>
                      <a:pt x="323" y="129"/>
                    </a:lnTo>
                    <a:lnTo>
                      <a:pt x="323" y="129"/>
                    </a:lnTo>
                    <a:lnTo>
                      <a:pt x="323" y="123"/>
                    </a:lnTo>
                    <a:lnTo>
                      <a:pt x="319" y="118"/>
                    </a:lnTo>
                    <a:lnTo>
                      <a:pt x="314" y="114"/>
                    </a:lnTo>
                    <a:lnTo>
                      <a:pt x="307" y="112"/>
                    </a:lnTo>
                    <a:lnTo>
                      <a:pt x="307" y="112"/>
                    </a:lnTo>
                    <a:close/>
                    <a:moveTo>
                      <a:pt x="53" y="232"/>
                    </a:moveTo>
                    <a:lnTo>
                      <a:pt x="15" y="207"/>
                    </a:lnTo>
                    <a:lnTo>
                      <a:pt x="15" y="207"/>
                    </a:lnTo>
                    <a:lnTo>
                      <a:pt x="9" y="205"/>
                    </a:lnTo>
                    <a:lnTo>
                      <a:pt x="4" y="205"/>
                    </a:lnTo>
                    <a:lnTo>
                      <a:pt x="0" y="208"/>
                    </a:lnTo>
                    <a:lnTo>
                      <a:pt x="0" y="214"/>
                    </a:lnTo>
                    <a:lnTo>
                      <a:pt x="0" y="266"/>
                    </a:lnTo>
                    <a:lnTo>
                      <a:pt x="0" y="266"/>
                    </a:lnTo>
                    <a:lnTo>
                      <a:pt x="0" y="272"/>
                    </a:lnTo>
                    <a:lnTo>
                      <a:pt x="4" y="275"/>
                    </a:lnTo>
                    <a:lnTo>
                      <a:pt x="9" y="275"/>
                    </a:lnTo>
                    <a:lnTo>
                      <a:pt x="15" y="274"/>
                    </a:lnTo>
                    <a:lnTo>
                      <a:pt x="53" y="250"/>
                    </a:lnTo>
                    <a:lnTo>
                      <a:pt x="53" y="250"/>
                    </a:lnTo>
                    <a:lnTo>
                      <a:pt x="58" y="245"/>
                    </a:lnTo>
                    <a:lnTo>
                      <a:pt x="60" y="241"/>
                    </a:lnTo>
                    <a:lnTo>
                      <a:pt x="58" y="236"/>
                    </a:lnTo>
                    <a:lnTo>
                      <a:pt x="53" y="232"/>
                    </a:lnTo>
                    <a:lnTo>
                      <a:pt x="53" y="232"/>
                    </a:lnTo>
                    <a:close/>
                    <a:moveTo>
                      <a:pt x="307" y="214"/>
                    </a:moveTo>
                    <a:lnTo>
                      <a:pt x="102" y="214"/>
                    </a:lnTo>
                    <a:lnTo>
                      <a:pt x="102" y="214"/>
                    </a:lnTo>
                    <a:lnTo>
                      <a:pt x="95" y="216"/>
                    </a:lnTo>
                    <a:lnTo>
                      <a:pt x="91" y="219"/>
                    </a:lnTo>
                    <a:lnTo>
                      <a:pt x="85" y="225"/>
                    </a:lnTo>
                    <a:lnTo>
                      <a:pt x="85" y="232"/>
                    </a:lnTo>
                    <a:lnTo>
                      <a:pt x="85" y="248"/>
                    </a:lnTo>
                    <a:lnTo>
                      <a:pt x="85" y="248"/>
                    </a:lnTo>
                    <a:lnTo>
                      <a:pt x="85" y="256"/>
                    </a:lnTo>
                    <a:lnTo>
                      <a:pt x="91" y="261"/>
                    </a:lnTo>
                    <a:lnTo>
                      <a:pt x="95" y="265"/>
                    </a:lnTo>
                    <a:lnTo>
                      <a:pt x="102" y="266"/>
                    </a:lnTo>
                    <a:lnTo>
                      <a:pt x="307" y="266"/>
                    </a:lnTo>
                    <a:lnTo>
                      <a:pt x="307" y="266"/>
                    </a:lnTo>
                    <a:lnTo>
                      <a:pt x="314" y="265"/>
                    </a:lnTo>
                    <a:lnTo>
                      <a:pt x="319" y="261"/>
                    </a:lnTo>
                    <a:lnTo>
                      <a:pt x="323" y="256"/>
                    </a:lnTo>
                    <a:lnTo>
                      <a:pt x="323" y="248"/>
                    </a:lnTo>
                    <a:lnTo>
                      <a:pt x="323" y="232"/>
                    </a:lnTo>
                    <a:lnTo>
                      <a:pt x="323" y="232"/>
                    </a:lnTo>
                    <a:lnTo>
                      <a:pt x="323" y="225"/>
                    </a:lnTo>
                    <a:lnTo>
                      <a:pt x="319" y="219"/>
                    </a:lnTo>
                    <a:lnTo>
                      <a:pt x="314" y="216"/>
                    </a:lnTo>
                    <a:lnTo>
                      <a:pt x="307" y="214"/>
                    </a:lnTo>
                    <a:lnTo>
                      <a:pt x="307" y="214"/>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grpSp>
        <p:nvGrpSpPr>
          <p:cNvPr id="16" name="Group 72"/>
          <p:cNvGrpSpPr/>
          <p:nvPr/>
        </p:nvGrpSpPr>
        <p:grpSpPr>
          <a:xfrm>
            <a:off x="8119263" y="2168734"/>
            <a:ext cx="2997390" cy="3493725"/>
            <a:chOff x="5077748" y="1637612"/>
            <a:chExt cx="2248041" cy="2620294"/>
          </a:xfrm>
        </p:grpSpPr>
        <p:sp>
          <p:nvSpPr>
            <p:cNvPr id="17" name="Oval 16"/>
            <p:cNvSpPr/>
            <p:nvPr/>
          </p:nvSpPr>
          <p:spPr>
            <a:xfrm>
              <a:off x="5183120"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9" name="Straight Connector 38"/>
            <p:cNvCxnSpPr/>
            <p:nvPr/>
          </p:nvCxnSpPr>
          <p:spPr>
            <a:xfrm rot="16200000" flipH="1">
              <a:off x="4409107"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0" name="Rectangle 49"/>
            <p:cNvSpPr/>
            <p:nvPr/>
          </p:nvSpPr>
          <p:spPr>
            <a:xfrm>
              <a:off x="5590450" y="2788735"/>
              <a:ext cx="1735339" cy="715580"/>
            </a:xfrm>
            <a:prstGeom prst="rect">
              <a:avLst/>
            </a:prstGeom>
          </p:spPr>
          <p:txBody>
            <a:bodyPr wrap="square">
              <a:spAutoFit/>
            </a:bodyPr>
            <a:lstStyle/>
            <a:p>
              <a:pPr fontAlgn="auto">
                <a:spcBef>
                  <a:spcPts val="0"/>
                </a:spcBef>
                <a:spcAft>
                  <a:spcPts val="0"/>
                </a:spcAft>
              </a:pPr>
              <a:r>
                <a:rPr lang="ar-SA" sz="2800" b="1" dirty="0"/>
                <a:t>أن تكون الألعاب ذات ببيئة المتعلم</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0" name="Group 63"/>
            <p:cNvGrpSpPr/>
            <p:nvPr/>
          </p:nvGrpSpPr>
          <p:grpSpPr>
            <a:xfrm>
              <a:off x="5077748" y="1637612"/>
              <a:ext cx="418280" cy="418280"/>
              <a:chOff x="5077748" y="1637612"/>
              <a:chExt cx="418280" cy="418280"/>
            </a:xfrm>
          </p:grpSpPr>
          <p:sp>
            <p:nvSpPr>
              <p:cNvPr id="38" name="Teardrop 37"/>
              <p:cNvSpPr/>
              <p:nvPr/>
            </p:nvSpPr>
            <p:spPr>
              <a:xfrm rot="8100000">
                <a:off x="5077748" y="1637612"/>
                <a:ext cx="418280" cy="418280"/>
              </a:xfrm>
              <a:prstGeom prst="teardrop">
                <a:avLst>
                  <a:gd name="adj" fmla="val 13161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5" name="Freeform 100"/>
              <p:cNvSpPr>
                <a:spLocks/>
              </p:cNvSpPr>
              <p:nvPr/>
            </p:nvSpPr>
            <p:spPr bwMode="auto">
              <a:xfrm>
                <a:off x="5169641" y="1770740"/>
                <a:ext cx="176324" cy="198674"/>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grpSp>
        <p:nvGrpSpPr>
          <p:cNvPr id="23" name="Group 71"/>
          <p:cNvGrpSpPr/>
          <p:nvPr/>
        </p:nvGrpSpPr>
        <p:grpSpPr>
          <a:xfrm>
            <a:off x="4892118" y="2769279"/>
            <a:ext cx="3111640" cy="2842072"/>
            <a:chOff x="3459073" y="2126352"/>
            <a:chExt cx="2333730" cy="2131554"/>
          </a:xfrm>
        </p:grpSpPr>
        <p:sp>
          <p:nvSpPr>
            <p:cNvPr id="15" name="Oval 14"/>
            <p:cNvSpPr/>
            <p:nvPr/>
          </p:nvSpPr>
          <p:spPr>
            <a:xfrm>
              <a:off x="3611484"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5" name="Straight Connector 34"/>
            <p:cNvCxnSpPr>
              <a:stCxn id="34" idx="7"/>
            </p:cNvCxnSpPr>
            <p:nvPr/>
          </p:nvCxnSpPr>
          <p:spPr>
            <a:xfrm flipH="1">
              <a:off x="3673287" y="2827190"/>
              <a:ext cx="14608" cy="122216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8" name="Rectangle 47"/>
            <p:cNvSpPr/>
            <p:nvPr/>
          </p:nvSpPr>
          <p:spPr>
            <a:xfrm>
              <a:off x="3750513" y="2756022"/>
              <a:ext cx="2042290" cy="1038746"/>
            </a:xfrm>
            <a:prstGeom prst="rect">
              <a:avLst/>
            </a:prstGeom>
          </p:spPr>
          <p:txBody>
            <a:bodyPr wrap="square">
              <a:spAutoFit/>
            </a:bodyPr>
            <a:lstStyle/>
            <a:p>
              <a:pPr fontAlgn="auto">
                <a:spcBef>
                  <a:spcPts val="0"/>
                </a:spcBef>
                <a:spcAft>
                  <a:spcPts val="0"/>
                </a:spcAft>
              </a:pPr>
              <a:r>
                <a:rPr lang="ar-SA" sz="2800" b="1" dirty="0"/>
                <a:t>أن يكون دور المتعلم واضحاً ومحدداً في اللعبة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8" name="Group 62"/>
            <p:cNvGrpSpPr/>
            <p:nvPr/>
          </p:nvGrpSpPr>
          <p:grpSpPr>
            <a:xfrm>
              <a:off x="3459073" y="2126352"/>
              <a:ext cx="488802" cy="457569"/>
              <a:chOff x="3459073" y="2126352"/>
              <a:chExt cx="488802" cy="457569"/>
            </a:xfrm>
          </p:grpSpPr>
          <p:sp>
            <p:nvSpPr>
              <p:cNvPr id="34" name="Teardrop 33"/>
              <p:cNvSpPr/>
              <p:nvPr/>
            </p:nvSpPr>
            <p:spPr>
              <a:xfrm rot="8100000">
                <a:off x="3459073" y="2126352"/>
                <a:ext cx="488802" cy="457569"/>
              </a:xfrm>
              <a:prstGeom prst="teardrop">
                <a:avLst>
                  <a:gd name="adj" fmla="val 14108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Freeform 103"/>
              <p:cNvSpPr>
                <a:spLocks/>
              </p:cNvSpPr>
              <p:nvPr/>
            </p:nvSpPr>
            <p:spPr bwMode="auto">
              <a:xfrm>
                <a:off x="3692432" y="2268956"/>
                <a:ext cx="187500" cy="166390"/>
              </a:xfrm>
              <a:custGeom>
                <a:avLst/>
                <a:gdLst/>
                <a:ahLst/>
                <a:cxnLst>
                  <a:cxn ang="0">
                    <a:pos x="300" y="79"/>
                  </a:cxn>
                  <a:cxn ang="0">
                    <a:pos x="220" y="1"/>
                  </a:cxn>
                  <a:cxn ang="0">
                    <a:pos x="220" y="1"/>
                  </a:cxn>
                  <a:cxn ang="0">
                    <a:pos x="218" y="0"/>
                  </a:cxn>
                  <a:cxn ang="0">
                    <a:pos x="218" y="0"/>
                  </a:cxn>
                  <a:cxn ang="0">
                    <a:pos x="216" y="3"/>
                  </a:cxn>
                  <a:cxn ang="0">
                    <a:pos x="216" y="47"/>
                  </a:cxn>
                  <a:cxn ang="0">
                    <a:pos x="216" y="47"/>
                  </a:cxn>
                  <a:cxn ang="0">
                    <a:pos x="200" y="49"/>
                  </a:cxn>
                  <a:cxn ang="0">
                    <a:pos x="185" y="50"/>
                  </a:cxn>
                  <a:cxn ang="0">
                    <a:pos x="155" y="56"/>
                  </a:cxn>
                  <a:cxn ang="0">
                    <a:pos x="127" y="67"/>
                  </a:cxn>
                  <a:cxn ang="0">
                    <a:pos x="102" y="81"/>
                  </a:cxn>
                  <a:cxn ang="0">
                    <a:pos x="102" y="81"/>
                  </a:cxn>
                  <a:cxn ang="0">
                    <a:pos x="87" y="90"/>
                  </a:cxn>
                  <a:cxn ang="0">
                    <a:pos x="75" y="101"/>
                  </a:cxn>
                  <a:cxn ang="0">
                    <a:pos x="62" y="114"/>
                  </a:cxn>
                  <a:cxn ang="0">
                    <a:pos x="49" y="127"/>
                  </a:cxn>
                  <a:cxn ang="0">
                    <a:pos x="49" y="127"/>
                  </a:cxn>
                  <a:cxn ang="0">
                    <a:pos x="39" y="141"/>
                  </a:cxn>
                  <a:cxn ang="0">
                    <a:pos x="29" y="157"/>
                  </a:cxn>
                  <a:cxn ang="0">
                    <a:pos x="20" y="172"/>
                  </a:cxn>
                  <a:cxn ang="0">
                    <a:pos x="15" y="190"/>
                  </a:cxn>
                  <a:cxn ang="0">
                    <a:pos x="10" y="206"/>
                  </a:cxn>
                  <a:cxn ang="0">
                    <a:pos x="4" y="224"/>
                  </a:cxn>
                  <a:cxn ang="0">
                    <a:pos x="2" y="244"/>
                  </a:cxn>
                  <a:cxn ang="0">
                    <a:pos x="0" y="263"/>
                  </a:cxn>
                  <a:cxn ang="0">
                    <a:pos x="0" y="263"/>
                  </a:cxn>
                  <a:cxn ang="0">
                    <a:pos x="2" y="266"/>
                  </a:cxn>
                  <a:cxn ang="0">
                    <a:pos x="4" y="266"/>
                  </a:cxn>
                  <a:cxn ang="0">
                    <a:pos x="64" y="266"/>
                  </a:cxn>
                  <a:cxn ang="0">
                    <a:pos x="64" y="266"/>
                  </a:cxn>
                  <a:cxn ang="0">
                    <a:pos x="66" y="266"/>
                  </a:cxn>
                  <a:cxn ang="0">
                    <a:pos x="66" y="266"/>
                  </a:cxn>
                  <a:cxn ang="0">
                    <a:pos x="66" y="263"/>
                  </a:cxn>
                  <a:cxn ang="0">
                    <a:pos x="66" y="263"/>
                  </a:cxn>
                  <a:cxn ang="0">
                    <a:pos x="68" y="250"/>
                  </a:cxn>
                  <a:cxn ang="0">
                    <a:pos x="69" y="237"/>
                  </a:cxn>
                  <a:cxn ang="0">
                    <a:pos x="71" y="223"/>
                  </a:cxn>
                  <a:cxn ang="0">
                    <a:pos x="77" y="212"/>
                  </a:cxn>
                  <a:cxn ang="0">
                    <a:pos x="80" y="199"/>
                  </a:cxn>
                  <a:cxn ang="0">
                    <a:pos x="87" y="188"/>
                  </a:cxn>
                  <a:cxn ang="0">
                    <a:pos x="102" y="166"/>
                  </a:cxn>
                  <a:cxn ang="0">
                    <a:pos x="102" y="166"/>
                  </a:cxn>
                  <a:cxn ang="0">
                    <a:pos x="113" y="154"/>
                  </a:cxn>
                  <a:cxn ang="0">
                    <a:pos x="126" y="145"/>
                  </a:cxn>
                  <a:cxn ang="0">
                    <a:pos x="138" y="134"/>
                  </a:cxn>
                  <a:cxn ang="0">
                    <a:pos x="153" y="127"/>
                  </a:cxn>
                  <a:cxn ang="0">
                    <a:pos x="153" y="127"/>
                  </a:cxn>
                  <a:cxn ang="0">
                    <a:pos x="167" y="121"/>
                  </a:cxn>
                  <a:cxn ang="0">
                    <a:pos x="184" y="116"/>
                  </a:cxn>
                  <a:cxn ang="0">
                    <a:pos x="198" y="114"/>
                  </a:cxn>
                  <a:cxn ang="0">
                    <a:pos x="216" y="112"/>
                  </a:cxn>
                  <a:cxn ang="0">
                    <a:pos x="216" y="161"/>
                  </a:cxn>
                  <a:cxn ang="0">
                    <a:pos x="216" y="161"/>
                  </a:cxn>
                  <a:cxn ang="0">
                    <a:pos x="218" y="165"/>
                  </a:cxn>
                  <a:cxn ang="0">
                    <a:pos x="218" y="165"/>
                  </a:cxn>
                  <a:cxn ang="0">
                    <a:pos x="220" y="165"/>
                  </a:cxn>
                  <a:cxn ang="0">
                    <a:pos x="300" y="85"/>
                  </a:cxn>
                  <a:cxn ang="0">
                    <a:pos x="300" y="85"/>
                  </a:cxn>
                  <a:cxn ang="0">
                    <a:pos x="301" y="83"/>
                  </a:cxn>
                  <a:cxn ang="0">
                    <a:pos x="300" y="79"/>
                  </a:cxn>
                  <a:cxn ang="0">
                    <a:pos x="300" y="79"/>
                  </a:cxn>
                </a:cxnLst>
                <a:rect l="0" t="0" r="r" b="b"/>
                <a:pathLst>
                  <a:path w="301" h="266">
                    <a:moveTo>
                      <a:pt x="300" y="79"/>
                    </a:moveTo>
                    <a:lnTo>
                      <a:pt x="220" y="1"/>
                    </a:lnTo>
                    <a:lnTo>
                      <a:pt x="220" y="1"/>
                    </a:lnTo>
                    <a:lnTo>
                      <a:pt x="218" y="0"/>
                    </a:lnTo>
                    <a:lnTo>
                      <a:pt x="218" y="0"/>
                    </a:lnTo>
                    <a:lnTo>
                      <a:pt x="216" y="3"/>
                    </a:lnTo>
                    <a:lnTo>
                      <a:pt x="216" y="47"/>
                    </a:lnTo>
                    <a:lnTo>
                      <a:pt x="216" y="47"/>
                    </a:lnTo>
                    <a:lnTo>
                      <a:pt x="200" y="49"/>
                    </a:lnTo>
                    <a:lnTo>
                      <a:pt x="185" y="50"/>
                    </a:lnTo>
                    <a:lnTo>
                      <a:pt x="155" y="56"/>
                    </a:lnTo>
                    <a:lnTo>
                      <a:pt x="127" y="67"/>
                    </a:lnTo>
                    <a:lnTo>
                      <a:pt x="102" y="81"/>
                    </a:lnTo>
                    <a:lnTo>
                      <a:pt x="102" y="81"/>
                    </a:lnTo>
                    <a:lnTo>
                      <a:pt x="87" y="90"/>
                    </a:lnTo>
                    <a:lnTo>
                      <a:pt x="75" y="101"/>
                    </a:lnTo>
                    <a:lnTo>
                      <a:pt x="62" y="114"/>
                    </a:lnTo>
                    <a:lnTo>
                      <a:pt x="49" y="127"/>
                    </a:lnTo>
                    <a:lnTo>
                      <a:pt x="49" y="127"/>
                    </a:lnTo>
                    <a:lnTo>
                      <a:pt x="39" y="141"/>
                    </a:lnTo>
                    <a:lnTo>
                      <a:pt x="29" y="157"/>
                    </a:lnTo>
                    <a:lnTo>
                      <a:pt x="20" y="172"/>
                    </a:lnTo>
                    <a:lnTo>
                      <a:pt x="15" y="190"/>
                    </a:lnTo>
                    <a:lnTo>
                      <a:pt x="10" y="206"/>
                    </a:lnTo>
                    <a:lnTo>
                      <a:pt x="4" y="224"/>
                    </a:lnTo>
                    <a:lnTo>
                      <a:pt x="2" y="244"/>
                    </a:lnTo>
                    <a:lnTo>
                      <a:pt x="0" y="263"/>
                    </a:lnTo>
                    <a:lnTo>
                      <a:pt x="0" y="263"/>
                    </a:lnTo>
                    <a:lnTo>
                      <a:pt x="2" y="266"/>
                    </a:lnTo>
                    <a:lnTo>
                      <a:pt x="4" y="266"/>
                    </a:lnTo>
                    <a:lnTo>
                      <a:pt x="64" y="266"/>
                    </a:lnTo>
                    <a:lnTo>
                      <a:pt x="64" y="266"/>
                    </a:lnTo>
                    <a:lnTo>
                      <a:pt x="66" y="266"/>
                    </a:lnTo>
                    <a:lnTo>
                      <a:pt x="66" y="266"/>
                    </a:lnTo>
                    <a:lnTo>
                      <a:pt x="66" y="263"/>
                    </a:lnTo>
                    <a:lnTo>
                      <a:pt x="66" y="263"/>
                    </a:lnTo>
                    <a:lnTo>
                      <a:pt x="68" y="250"/>
                    </a:lnTo>
                    <a:lnTo>
                      <a:pt x="69" y="237"/>
                    </a:lnTo>
                    <a:lnTo>
                      <a:pt x="71" y="223"/>
                    </a:lnTo>
                    <a:lnTo>
                      <a:pt x="77" y="212"/>
                    </a:lnTo>
                    <a:lnTo>
                      <a:pt x="80" y="199"/>
                    </a:lnTo>
                    <a:lnTo>
                      <a:pt x="87" y="188"/>
                    </a:lnTo>
                    <a:lnTo>
                      <a:pt x="102" y="166"/>
                    </a:lnTo>
                    <a:lnTo>
                      <a:pt x="102" y="166"/>
                    </a:lnTo>
                    <a:lnTo>
                      <a:pt x="113" y="154"/>
                    </a:lnTo>
                    <a:lnTo>
                      <a:pt x="126" y="145"/>
                    </a:lnTo>
                    <a:lnTo>
                      <a:pt x="138" y="134"/>
                    </a:lnTo>
                    <a:lnTo>
                      <a:pt x="153" y="127"/>
                    </a:lnTo>
                    <a:lnTo>
                      <a:pt x="153" y="127"/>
                    </a:lnTo>
                    <a:lnTo>
                      <a:pt x="167" y="121"/>
                    </a:lnTo>
                    <a:lnTo>
                      <a:pt x="184" y="116"/>
                    </a:lnTo>
                    <a:lnTo>
                      <a:pt x="198" y="114"/>
                    </a:lnTo>
                    <a:lnTo>
                      <a:pt x="216" y="112"/>
                    </a:lnTo>
                    <a:lnTo>
                      <a:pt x="216" y="161"/>
                    </a:lnTo>
                    <a:lnTo>
                      <a:pt x="216" y="161"/>
                    </a:lnTo>
                    <a:lnTo>
                      <a:pt x="218" y="165"/>
                    </a:lnTo>
                    <a:lnTo>
                      <a:pt x="218" y="165"/>
                    </a:lnTo>
                    <a:lnTo>
                      <a:pt x="220" y="165"/>
                    </a:lnTo>
                    <a:lnTo>
                      <a:pt x="300" y="85"/>
                    </a:lnTo>
                    <a:lnTo>
                      <a:pt x="300" y="85"/>
                    </a:lnTo>
                    <a:lnTo>
                      <a:pt x="301" y="83"/>
                    </a:lnTo>
                    <a:lnTo>
                      <a:pt x="300" y="79"/>
                    </a:lnTo>
                    <a:lnTo>
                      <a:pt x="300" y="7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sp>
        <p:nvSpPr>
          <p:cNvPr id="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04267149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lide(fromLeft)">
                                      <p:cBhvr>
                                        <p:cTn id="7" dur="500"/>
                                        <p:tgtEl>
                                          <p:spTgt spid="7"/>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slide(fromLeft)">
                                      <p:cBhvr>
                                        <p:cTn id="10" dur="500"/>
                                        <p:tgtEl>
                                          <p:spTgt spid="46"/>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Left)">
                                      <p:cBhvr>
                                        <p:cTn id="14" dur="500"/>
                                        <p:tgtEl>
                                          <p:spTgt spid="8"/>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slide(fromBottom)">
                                      <p:cBhvr>
                                        <p:cTn id="18" dur="500"/>
                                        <p:tgtEl>
                                          <p:spTgt spid="11"/>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slide(fromBottom)">
                                      <p:cBhvr>
                                        <p:cTn id="22" dur="500"/>
                                        <p:tgtEl>
                                          <p:spTgt spid="23"/>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slide(fromBottom)">
                                      <p:cBhvr>
                                        <p:cTn id="26" dur="500"/>
                                        <p:tgtEl>
                                          <p:spTgt spid="16"/>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slide(fromLeft)">
                                      <p:cBhvr>
                                        <p:cTn id="30" dur="500"/>
                                        <p:tgtEl>
                                          <p:spTgt spid="9"/>
                                        </p:tgtEl>
                                      </p:cBhvr>
                                    </p:animEffect>
                                  </p:childTnLst>
                                </p:cTn>
                              </p:par>
                              <p:par>
                                <p:cTn id="31" presetID="12" presetClass="entr" presetSubtype="8" fill="hold" grpId="0" nodeType="withEffect">
                                  <p:stCondLst>
                                    <p:cond delay="0"/>
                                  </p:stCondLst>
                                  <p:childTnLst>
                                    <p:set>
                                      <p:cBhvr>
                                        <p:cTn id="32" dur="1" fill="hold">
                                          <p:stCondLst>
                                            <p:cond delay="0"/>
                                          </p:stCondLst>
                                        </p:cTn>
                                        <p:tgtEl>
                                          <p:spTgt spid="47"/>
                                        </p:tgtEl>
                                        <p:attrNameLst>
                                          <p:attrName>style.visibility</p:attrName>
                                        </p:attrNameLst>
                                      </p:cBhvr>
                                      <p:to>
                                        <p:strVal val="visible"/>
                                      </p:to>
                                    </p:set>
                                    <p:animEffect transition="in" filter="slide(fromLeft)">
                                      <p:cBhvr>
                                        <p:cTn id="33"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4"/>
          <p:cNvSpPr/>
          <p:nvPr/>
        </p:nvSpPr>
        <p:spPr>
          <a:xfrm>
            <a:off x="1142966" y="190502"/>
            <a:ext cx="9906069" cy="769441"/>
          </a:xfrm>
          <a:prstGeom prst="rect">
            <a:avLst/>
          </a:prstGeom>
        </p:spPr>
        <p:txBody>
          <a:bodyPr wrap="square">
            <a:spAutoFit/>
          </a:bodyPr>
          <a:lstStyle/>
          <a:p>
            <a:pPr rtl="1"/>
            <a:r>
              <a:rPr lang="ar-SA" sz="4400" b="1" u="sng" dirty="0"/>
              <a:t>6- التلعيب أو اللوعبة Gamification </a:t>
            </a:r>
            <a:endParaRPr lang="en-US" sz="4400" u="sng" dirty="0"/>
          </a:p>
        </p:txBody>
      </p:sp>
      <p:sp>
        <p:nvSpPr>
          <p:cNvPr id="37" name="Rectangle 36"/>
          <p:cNvSpPr/>
          <p:nvPr/>
        </p:nvSpPr>
        <p:spPr>
          <a:xfrm>
            <a:off x="4932307" y="2507806"/>
            <a:ext cx="6740624" cy="1754326"/>
          </a:xfrm>
          <a:prstGeom prst="rect">
            <a:avLst/>
          </a:prstGeom>
        </p:spPr>
        <p:txBody>
          <a:bodyPr wrap="square">
            <a:spAutoFit/>
          </a:bodyPr>
          <a:lstStyle/>
          <a:p>
            <a:pPr algn="ctr" rtl="1"/>
            <a:r>
              <a:rPr lang="ar-SA" sz="3600" b="1" dirty="0">
                <a:solidFill>
                  <a:srgbClr val="FF0000"/>
                </a:solidFill>
              </a:rPr>
              <a:t> يعتبر التلعيب أو اللوعبة من المصطلحات الجديدة في عالم التكنولوجيا، ويمكن تصنيفه كنوع من أنواع الألعاب</a:t>
            </a:r>
            <a:endParaRPr lang="en-US" sz="3600" b="1" dirty="0">
              <a:solidFill>
                <a:srgbClr val="FF0000"/>
              </a:solidFill>
            </a:endParaRPr>
          </a:p>
        </p:txBody>
      </p:sp>
      <p:grpSp>
        <p:nvGrpSpPr>
          <p:cNvPr id="4" name="Group 83"/>
          <p:cNvGrpSpPr/>
          <p:nvPr/>
        </p:nvGrpSpPr>
        <p:grpSpPr>
          <a:xfrm>
            <a:off x="608257" y="1825056"/>
            <a:ext cx="3904552" cy="4002491"/>
            <a:chOff x="357158" y="928676"/>
            <a:chExt cx="2522727" cy="2586006"/>
          </a:xfrm>
          <a:solidFill>
            <a:schemeClr val="bg1">
              <a:lumMod val="50000"/>
            </a:schemeClr>
          </a:solidFill>
        </p:grpSpPr>
        <p:sp>
          <p:nvSpPr>
            <p:cNvPr id="64" name="Freeform 5"/>
            <p:cNvSpPr>
              <a:spLocks noEditPoints="1"/>
            </p:cNvSpPr>
            <p:nvPr/>
          </p:nvSpPr>
          <p:spPr bwMode="auto">
            <a:xfrm>
              <a:off x="357158" y="928676"/>
              <a:ext cx="722862" cy="2586006"/>
            </a:xfrm>
            <a:custGeom>
              <a:avLst/>
              <a:gdLst/>
              <a:ahLst/>
              <a:cxnLst>
                <a:cxn ang="0">
                  <a:pos x="412" y="479"/>
                </a:cxn>
                <a:cxn ang="0">
                  <a:pos x="399" y="421"/>
                </a:cxn>
                <a:cxn ang="0">
                  <a:pos x="392" y="355"/>
                </a:cxn>
                <a:cxn ang="0">
                  <a:pos x="357" y="279"/>
                </a:cxn>
                <a:cxn ang="0">
                  <a:pos x="281" y="256"/>
                </a:cxn>
                <a:cxn ang="0">
                  <a:pos x="221" y="259"/>
                </a:cxn>
                <a:cxn ang="0">
                  <a:pos x="161" y="321"/>
                </a:cxn>
                <a:cxn ang="0">
                  <a:pos x="176" y="286"/>
                </a:cxn>
                <a:cxn ang="0">
                  <a:pos x="203" y="227"/>
                </a:cxn>
                <a:cxn ang="0">
                  <a:pos x="223" y="177"/>
                </a:cxn>
                <a:cxn ang="0">
                  <a:pos x="238" y="130"/>
                </a:cxn>
                <a:cxn ang="0">
                  <a:pos x="233" y="56"/>
                </a:cxn>
                <a:cxn ang="0">
                  <a:pos x="198" y="4"/>
                </a:cxn>
                <a:cxn ang="0">
                  <a:pos x="113" y="26"/>
                </a:cxn>
                <a:cxn ang="0">
                  <a:pos x="89" y="83"/>
                </a:cxn>
                <a:cxn ang="0">
                  <a:pos x="86" y="122"/>
                </a:cxn>
                <a:cxn ang="0">
                  <a:pos x="125" y="223"/>
                </a:cxn>
                <a:cxn ang="0">
                  <a:pos x="138" y="275"/>
                </a:cxn>
                <a:cxn ang="0">
                  <a:pos x="140" y="301"/>
                </a:cxn>
                <a:cxn ang="0">
                  <a:pos x="105" y="399"/>
                </a:cxn>
                <a:cxn ang="0">
                  <a:pos x="99" y="297"/>
                </a:cxn>
                <a:cxn ang="0">
                  <a:pos x="131" y="238"/>
                </a:cxn>
                <a:cxn ang="0">
                  <a:pos x="41" y="306"/>
                </a:cxn>
                <a:cxn ang="0">
                  <a:pos x="26" y="444"/>
                </a:cxn>
                <a:cxn ang="0">
                  <a:pos x="37" y="597"/>
                </a:cxn>
                <a:cxn ang="0">
                  <a:pos x="34" y="684"/>
                </a:cxn>
                <a:cxn ang="0">
                  <a:pos x="11" y="775"/>
                </a:cxn>
                <a:cxn ang="0">
                  <a:pos x="7" y="820"/>
                </a:cxn>
                <a:cxn ang="0">
                  <a:pos x="49" y="973"/>
                </a:cxn>
                <a:cxn ang="0">
                  <a:pos x="74" y="1132"/>
                </a:cxn>
                <a:cxn ang="0">
                  <a:pos x="80" y="1213"/>
                </a:cxn>
                <a:cxn ang="0">
                  <a:pos x="80" y="1237"/>
                </a:cxn>
                <a:cxn ang="0">
                  <a:pos x="91" y="1284"/>
                </a:cxn>
                <a:cxn ang="0">
                  <a:pos x="64" y="1342"/>
                </a:cxn>
                <a:cxn ang="0">
                  <a:pos x="27" y="1401"/>
                </a:cxn>
                <a:cxn ang="0">
                  <a:pos x="50" y="1419"/>
                </a:cxn>
                <a:cxn ang="0">
                  <a:pos x="104" y="1400"/>
                </a:cxn>
                <a:cxn ang="0">
                  <a:pos x="134" y="1355"/>
                </a:cxn>
                <a:cxn ang="0">
                  <a:pos x="166" y="1342"/>
                </a:cxn>
                <a:cxn ang="0">
                  <a:pos x="178" y="1244"/>
                </a:cxn>
                <a:cxn ang="0">
                  <a:pos x="180" y="1131"/>
                </a:cxn>
                <a:cxn ang="0">
                  <a:pos x="178" y="969"/>
                </a:cxn>
                <a:cxn ang="0">
                  <a:pos x="207" y="1113"/>
                </a:cxn>
                <a:cxn ang="0">
                  <a:pos x="228" y="1194"/>
                </a:cxn>
                <a:cxn ang="0">
                  <a:pos x="236" y="1282"/>
                </a:cxn>
                <a:cxn ang="0">
                  <a:pos x="252" y="1370"/>
                </a:cxn>
                <a:cxn ang="0">
                  <a:pos x="267" y="1398"/>
                </a:cxn>
                <a:cxn ang="0">
                  <a:pos x="270" y="1440"/>
                </a:cxn>
                <a:cxn ang="0">
                  <a:pos x="304" y="1514"/>
                </a:cxn>
                <a:cxn ang="0">
                  <a:pos x="330" y="1519"/>
                </a:cxn>
                <a:cxn ang="0">
                  <a:pos x="346" y="1455"/>
                </a:cxn>
                <a:cxn ang="0">
                  <a:pos x="334" y="1376"/>
                </a:cxn>
                <a:cxn ang="0">
                  <a:pos x="346" y="1250"/>
                </a:cxn>
                <a:cxn ang="0">
                  <a:pos x="339" y="1176"/>
                </a:cxn>
                <a:cxn ang="0">
                  <a:pos x="335" y="1108"/>
                </a:cxn>
                <a:cxn ang="0">
                  <a:pos x="326" y="1045"/>
                </a:cxn>
                <a:cxn ang="0">
                  <a:pos x="347" y="853"/>
                </a:cxn>
                <a:cxn ang="0">
                  <a:pos x="379" y="802"/>
                </a:cxn>
                <a:cxn ang="0">
                  <a:pos x="365" y="738"/>
                </a:cxn>
                <a:cxn ang="0">
                  <a:pos x="376" y="695"/>
                </a:cxn>
                <a:cxn ang="0">
                  <a:pos x="425" y="583"/>
                </a:cxn>
                <a:cxn ang="0">
                  <a:pos x="420" y="530"/>
                </a:cxn>
                <a:cxn ang="0">
                  <a:pos x="331" y="832"/>
                </a:cxn>
              </a:cxnLst>
              <a:rect l="0" t="0" r="r" b="b"/>
              <a:pathLst>
                <a:path w="425" h="1524">
                  <a:moveTo>
                    <a:pt x="420" y="530"/>
                  </a:moveTo>
                  <a:lnTo>
                    <a:pt x="420" y="530"/>
                  </a:lnTo>
                  <a:lnTo>
                    <a:pt x="420" y="522"/>
                  </a:lnTo>
                  <a:lnTo>
                    <a:pt x="420" y="515"/>
                  </a:lnTo>
                  <a:lnTo>
                    <a:pt x="416" y="501"/>
                  </a:lnTo>
                  <a:lnTo>
                    <a:pt x="412" y="488"/>
                  </a:lnTo>
                  <a:lnTo>
                    <a:pt x="412" y="479"/>
                  </a:lnTo>
                  <a:lnTo>
                    <a:pt x="412" y="473"/>
                  </a:lnTo>
                  <a:lnTo>
                    <a:pt x="412" y="473"/>
                  </a:lnTo>
                  <a:lnTo>
                    <a:pt x="413" y="466"/>
                  </a:lnTo>
                  <a:lnTo>
                    <a:pt x="413" y="459"/>
                  </a:lnTo>
                  <a:lnTo>
                    <a:pt x="410" y="447"/>
                  </a:lnTo>
                  <a:lnTo>
                    <a:pt x="399" y="421"/>
                  </a:lnTo>
                  <a:lnTo>
                    <a:pt x="399" y="421"/>
                  </a:lnTo>
                  <a:lnTo>
                    <a:pt x="398" y="415"/>
                  </a:lnTo>
                  <a:lnTo>
                    <a:pt x="397" y="409"/>
                  </a:lnTo>
                  <a:lnTo>
                    <a:pt x="397" y="396"/>
                  </a:lnTo>
                  <a:lnTo>
                    <a:pt x="397" y="384"/>
                  </a:lnTo>
                  <a:lnTo>
                    <a:pt x="395" y="370"/>
                  </a:lnTo>
                  <a:lnTo>
                    <a:pt x="395" y="370"/>
                  </a:lnTo>
                  <a:lnTo>
                    <a:pt x="392" y="355"/>
                  </a:lnTo>
                  <a:lnTo>
                    <a:pt x="388" y="340"/>
                  </a:lnTo>
                  <a:lnTo>
                    <a:pt x="382" y="312"/>
                  </a:lnTo>
                  <a:lnTo>
                    <a:pt x="382" y="312"/>
                  </a:lnTo>
                  <a:lnTo>
                    <a:pt x="377" y="299"/>
                  </a:lnTo>
                  <a:lnTo>
                    <a:pt x="372" y="291"/>
                  </a:lnTo>
                  <a:lnTo>
                    <a:pt x="365" y="285"/>
                  </a:lnTo>
                  <a:lnTo>
                    <a:pt x="357" y="279"/>
                  </a:lnTo>
                  <a:lnTo>
                    <a:pt x="347" y="275"/>
                  </a:lnTo>
                  <a:lnTo>
                    <a:pt x="337" y="272"/>
                  </a:lnTo>
                  <a:lnTo>
                    <a:pt x="315" y="267"/>
                  </a:lnTo>
                  <a:lnTo>
                    <a:pt x="315" y="267"/>
                  </a:lnTo>
                  <a:lnTo>
                    <a:pt x="303" y="264"/>
                  </a:lnTo>
                  <a:lnTo>
                    <a:pt x="292" y="260"/>
                  </a:lnTo>
                  <a:lnTo>
                    <a:pt x="281" y="256"/>
                  </a:lnTo>
                  <a:lnTo>
                    <a:pt x="270" y="250"/>
                  </a:lnTo>
                  <a:lnTo>
                    <a:pt x="260" y="244"/>
                  </a:lnTo>
                  <a:lnTo>
                    <a:pt x="251" y="237"/>
                  </a:lnTo>
                  <a:lnTo>
                    <a:pt x="243" y="229"/>
                  </a:lnTo>
                  <a:lnTo>
                    <a:pt x="234" y="219"/>
                  </a:lnTo>
                  <a:lnTo>
                    <a:pt x="234" y="219"/>
                  </a:lnTo>
                  <a:lnTo>
                    <a:pt x="221" y="259"/>
                  </a:lnTo>
                  <a:lnTo>
                    <a:pt x="206" y="298"/>
                  </a:lnTo>
                  <a:lnTo>
                    <a:pt x="187" y="336"/>
                  </a:lnTo>
                  <a:lnTo>
                    <a:pt x="166" y="373"/>
                  </a:lnTo>
                  <a:lnTo>
                    <a:pt x="166" y="373"/>
                  </a:lnTo>
                  <a:lnTo>
                    <a:pt x="164" y="354"/>
                  </a:lnTo>
                  <a:lnTo>
                    <a:pt x="161" y="332"/>
                  </a:lnTo>
                  <a:lnTo>
                    <a:pt x="161" y="321"/>
                  </a:lnTo>
                  <a:lnTo>
                    <a:pt x="162" y="310"/>
                  </a:lnTo>
                  <a:lnTo>
                    <a:pt x="165" y="302"/>
                  </a:lnTo>
                  <a:lnTo>
                    <a:pt x="168" y="299"/>
                  </a:lnTo>
                  <a:lnTo>
                    <a:pt x="170" y="295"/>
                  </a:lnTo>
                  <a:lnTo>
                    <a:pt x="170" y="295"/>
                  </a:lnTo>
                  <a:lnTo>
                    <a:pt x="174" y="291"/>
                  </a:lnTo>
                  <a:lnTo>
                    <a:pt x="176" y="286"/>
                  </a:lnTo>
                  <a:lnTo>
                    <a:pt x="176" y="282"/>
                  </a:lnTo>
                  <a:lnTo>
                    <a:pt x="173" y="278"/>
                  </a:lnTo>
                  <a:lnTo>
                    <a:pt x="166" y="270"/>
                  </a:lnTo>
                  <a:lnTo>
                    <a:pt x="158" y="260"/>
                  </a:lnTo>
                  <a:lnTo>
                    <a:pt x="158" y="260"/>
                  </a:lnTo>
                  <a:lnTo>
                    <a:pt x="188" y="238"/>
                  </a:lnTo>
                  <a:lnTo>
                    <a:pt x="203" y="227"/>
                  </a:lnTo>
                  <a:lnTo>
                    <a:pt x="217" y="215"/>
                  </a:lnTo>
                  <a:lnTo>
                    <a:pt x="217" y="215"/>
                  </a:lnTo>
                  <a:lnTo>
                    <a:pt x="219" y="211"/>
                  </a:lnTo>
                  <a:lnTo>
                    <a:pt x="222" y="207"/>
                  </a:lnTo>
                  <a:lnTo>
                    <a:pt x="223" y="197"/>
                  </a:lnTo>
                  <a:lnTo>
                    <a:pt x="223" y="186"/>
                  </a:lnTo>
                  <a:lnTo>
                    <a:pt x="223" y="177"/>
                  </a:lnTo>
                  <a:lnTo>
                    <a:pt x="223" y="177"/>
                  </a:lnTo>
                  <a:lnTo>
                    <a:pt x="223" y="170"/>
                  </a:lnTo>
                  <a:lnTo>
                    <a:pt x="225" y="165"/>
                  </a:lnTo>
                  <a:lnTo>
                    <a:pt x="229" y="152"/>
                  </a:lnTo>
                  <a:lnTo>
                    <a:pt x="234" y="141"/>
                  </a:lnTo>
                  <a:lnTo>
                    <a:pt x="238" y="130"/>
                  </a:lnTo>
                  <a:lnTo>
                    <a:pt x="238" y="130"/>
                  </a:lnTo>
                  <a:lnTo>
                    <a:pt x="240" y="120"/>
                  </a:lnTo>
                  <a:lnTo>
                    <a:pt x="238" y="109"/>
                  </a:lnTo>
                  <a:lnTo>
                    <a:pt x="237" y="98"/>
                  </a:lnTo>
                  <a:lnTo>
                    <a:pt x="236" y="87"/>
                  </a:lnTo>
                  <a:lnTo>
                    <a:pt x="236" y="87"/>
                  </a:lnTo>
                  <a:lnTo>
                    <a:pt x="234" y="66"/>
                  </a:lnTo>
                  <a:lnTo>
                    <a:pt x="233" y="56"/>
                  </a:lnTo>
                  <a:lnTo>
                    <a:pt x="230" y="45"/>
                  </a:lnTo>
                  <a:lnTo>
                    <a:pt x="228" y="35"/>
                  </a:lnTo>
                  <a:lnTo>
                    <a:pt x="222" y="26"/>
                  </a:lnTo>
                  <a:lnTo>
                    <a:pt x="217" y="17"/>
                  </a:lnTo>
                  <a:lnTo>
                    <a:pt x="208" y="9"/>
                  </a:lnTo>
                  <a:lnTo>
                    <a:pt x="208" y="9"/>
                  </a:lnTo>
                  <a:lnTo>
                    <a:pt x="198" y="4"/>
                  </a:lnTo>
                  <a:lnTo>
                    <a:pt x="184" y="0"/>
                  </a:lnTo>
                  <a:lnTo>
                    <a:pt x="172" y="0"/>
                  </a:lnTo>
                  <a:lnTo>
                    <a:pt x="158" y="0"/>
                  </a:lnTo>
                  <a:lnTo>
                    <a:pt x="144" y="4"/>
                  </a:lnTo>
                  <a:lnTo>
                    <a:pt x="132" y="9"/>
                  </a:lnTo>
                  <a:lnTo>
                    <a:pt x="121" y="16"/>
                  </a:lnTo>
                  <a:lnTo>
                    <a:pt x="113" y="26"/>
                  </a:lnTo>
                  <a:lnTo>
                    <a:pt x="113" y="26"/>
                  </a:lnTo>
                  <a:lnTo>
                    <a:pt x="105" y="35"/>
                  </a:lnTo>
                  <a:lnTo>
                    <a:pt x="98" y="47"/>
                  </a:lnTo>
                  <a:lnTo>
                    <a:pt x="93" y="58"/>
                  </a:lnTo>
                  <a:lnTo>
                    <a:pt x="90" y="72"/>
                  </a:lnTo>
                  <a:lnTo>
                    <a:pt x="90" y="72"/>
                  </a:lnTo>
                  <a:lnTo>
                    <a:pt x="89" y="83"/>
                  </a:lnTo>
                  <a:lnTo>
                    <a:pt x="90" y="94"/>
                  </a:lnTo>
                  <a:lnTo>
                    <a:pt x="90" y="94"/>
                  </a:lnTo>
                  <a:lnTo>
                    <a:pt x="90" y="102"/>
                  </a:lnTo>
                  <a:lnTo>
                    <a:pt x="89" y="109"/>
                  </a:lnTo>
                  <a:lnTo>
                    <a:pt x="87" y="115"/>
                  </a:lnTo>
                  <a:lnTo>
                    <a:pt x="86" y="122"/>
                  </a:lnTo>
                  <a:lnTo>
                    <a:pt x="86" y="122"/>
                  </a:lnTo>
                  <a:lnTo>
                    <a:pt x="87" y="136"/>
                  </a:lnTo>
                  <a:lnTo>
                    <a:pt x="90" y="150"/>
                  </a:lnTo>
                  <a:lnTo>
                    <a:pt x="94" y="162"/>
                  </a:lnTo>
                  <a:lnTo>
                    <a:pt x="99" y="174"/>
                  </a:lnTo>
                  <a:lnTo>
                    <a:pt x="113" y="199"/>
                  </a:lnTo>
                  <a:lnTo>
                    <a:pt x="125" y="223"/>
                  </a:lnTo>
                  <a:lnTo>
                    <a:pt x="125" y="223"/>
                  </a:lnTo>
                  <a:lnTo>
                    <a:pt x="135" y="241"/>
                  </a:lnTo>
                  <a:lnTo>
                    <a:pt x="142" y="259"/>
                  </a:lnTo>
                  <a:lnTo>
                    <a:pt x="142" y="259"/>
                  </a:lnTo>
                  <a:lnTo>
                    <a:pt x="143" y="263"/>
                  </a:lnTo>
                  <a:lnTo>
                    <a:pt x="143" y="265"/>
                  </a:lnTo>
                  <a:lnTo>
                    <a:pt x="140" y="271"/>
                  </a:lnTo>
                  <a:lnTo>
                    <a:pt x="138" y="275"/>
                  </a:lnTo>
                  <a:lnTo>
                    <a:pt x="136" y="279"/>
                  </a:lnTo>
                  <a:lnTo>
                    <a:pt x="136" y="282"/>
                  </a:lnTo>
                  <a:lnTo>
                    <a:pt x="136" y="282"/>
                  </a:lnTo>
                  <a:lnTo>
                    <a:pt x="140" y="291"/>
                  </a:lnTo>
                  <a:lnTo>
                    <a:pt x="140" y="297"/>
                  </a:lnTo>
                  <a:lnTo>
                    <a:pt x="140" y="301"/>
                  </a:lnTo>
                  <a:lnTo>
                    <a:pt x="140" y="301"/>
                  </a:lnTo>
                  <a:lnTo>
                    <a:pt x="138" y="305"/>
                  </a:lnTo>
                  <a:lnTo>
                    <a:pt x="134" y="308"/>
                  </a:lnTo>
                  <a:lnTo>
                    <a:pt x="128" y="312"/>
                  </a:lnTo>
                  <a:lnTo>
                    <a:pt x="127" y="313"/>
                  </a:lnTo>
                  <a:lnTo>
                    <a:pt x="125" y="316"/>
                  </a:lnTo>
                  <a:lnTo>
                    <a:pt x="125" y="316"/>
                  </a:lnTo>
                  <a:lnTo>
                    <a:pt x="105" y="399"/>
                  </a:lnTo>
                  <a:lnTo>
                    <a:pt x="105" y="399"/>
                  </a:lnTo>
                  <a:lnTo>
                    <a:pt x="101" y="376"/>
                  </a:lnTo>
                  <a:lnTo>
                    <a:pt x="98" y="353"/>
                  </a:lnTo>
                  <a:lnTo>
                    <a:pt x="98" y="329"/>
                  </a:lnTo>
                  <a:lnTo>
                    <a:pt x="98" y="308"/>
                  </a:lnTo>
                  <a:lnTo>
                    <a:pt x="98" y="308"/>
                  </a:lnTo>
                  <a:lnTo>
                    <a:pt x="99" y="297"/>
                  </a:lnTo>
                  <a:lnTo>
                    <a:pt x="101" y="287"/>
                  </a:lnTo>
                  <a:lnTo>
                    <a:pt x="104" y="279"/>
                  </a:lnTo>
                  <a:lnTo>
                    <a:pt x="109" y="270"/>
                  </a:lnTo>
                  <a:lnTo>
                    <a:pt x="109" y="270"/>
                  </a:lnTo>
                  <a:lnTo>
                    <a:pt x="121" y="255"/>
                  </a:lnTo>
                  <a:lnTo>
                    <a:pt x="127" y="246"/>
                  </a:lnTo>
                  <a:lnTo>
                    <a:pt x="131" y="238"/>
                  </a:lnTo>
                  <a:lnTo>
                    <a:pt x="131" y="238"/>
                  </a:lnTo>
                  <a:lnTo>
                    <a:pt x="113" y="252"/>
                  </a:lnTo>
                  <a:lnTo>
                    <a:pt x="95" y="267"/>
                  </a:lnTo>
                  <a:lnTo>
                    <a:pt x="57" y="293"/>
                  </a:lnTo>
                  <a:lnTo>
                    <a:pt x="57" y="293"/>
                  </a:lnTo>
                  <a:lnTo>
                    <a:pt x="46" y="302"/>
                  </a:lnTo>
                  <a:lnTo>
                    <a:pt x="41" y="306"/>
                  </a:lnTo>
                  <a:lnTo>
                    <a:pt x="38" y="312"/>
                  </a:lnTo>
                  <a:lnTo>
                    <a:pt x="35" y="317"/>
                  </a:lnTo>
                  <a:lnTo>
                    <a:pt x="34" y="324"/>
                  </a:lnTo>
                  <a:lnTo>
                    <a:pt x="31" y="339"/>
                  </a:lnTo>
                  <a:lnTo>
                    <a:pt x="31" y="339"/>
                  </a:lnTo>
                  <a:lnTo>
                    <a:pt x="29" y="391"/>
                  </a:lnTo>
                  <a:lnTo>
                    <a:pt x="26" y="444"/>
                  </a:lnTo>
                  <a:lnTo>
                    <a:pt x="26" y="470"/>
                  </a:lnTo>
                  <a:lnTo>
                    <a:pt x="26" y="497"/>
                  </a:lnTo>
                  <a:lnTo>
                    <a:pt x="27" y="523"/>
                  </a:lnTo>
                  <a:lnTo>
                    <a:pt x="31" y="549"/>
                  </a:lnTo>
                  <a:lnTo>
                    <a:pt x="31" y="549"/>
                  </a:lnTo>
                  <a:lnTo>
                    <a:pt x="34" y="573"/>
                  </a:lnTo>
                  <a:lnTo>
                    <a:pt x="37" y="597"/>
                  </a:lnTo>
                  <a:lnTo>
                    <a:pt x="38" y="621"/>
                  </a:lnTo>
                  <a:lnTo>
                    <a:pt x="38" y="633"/>
                  </a:lnTo>
                  <a:lnTo>
                    <a:pt x="37" y="646"/>
                  </a:lnTo>
                  <a:lnTo>
                    <a:pt x="37" y="646"/>
                  </a:lnTo>
                  <a:lnTo>
                    <a:pt x="33" y="665"/>
                  </a:lnTo>
                  <a:lnTo>
                    <a:pt x="31" y="673"/>
                  </a:lnTo>
                  <a:lnTo>
                    <a:pt x="34" y="684"/>
                  </a:lnTo>
                  <a:lnTo>
                    <a:pt x="34" y="684"/>
                  </a:lnTo>
                  <a:lnTo>
                    <a:pt x="34" y="688"/>
                  </a:lnTo>
                  <a:lnTo>
                    <a:pt x="34" y="693"/>
                  </a:lnTo>
                  <a:lnTo>
                    <a:pt x="31" y="706"/>
                  </a:lnTo>
                  <a:lnTo>
                    <a:pt x="24" y="728"/>
                  </a:lnTo>
                  <a:lnTo>
                    <a:pt x="24" y="728"/>
                  </a:lnTo>
                  <a:lnTo>
                    <a:pt x="11" y="775"/>
                  </a:lnTo>
                  <a:lnTo>
                    <a:pt x="11" y="775"/>
                  </a:lnTo>
                  <a:lnTo>
                    <a:pt x="4" y="794"/>
                  </a:lnTo>
                  <a:lnTo>
                    <a:pt x="1" y="804"/>
                  </a:lnTo>
                  <a:lnTo>
                    <a:pt x="0" y="812"/>
                  </a:lnTo>
                  <a:lnTo>
                    <a:pt x="0" y="812"/>
                  </a:lnTo>
                  <a:lnTo>
                    <a:pt x="3" y="817"/>
                  </a:lnTo>
                  <a:lnTo>
                    <a:pt x="7" y="820"/>
                  </a:lnTo>
                  <a:lnTo>
                    <a:pt x="12" y="822"/>
                  </a:lnTo>
                  <a:lnTo>
                    <a:pt x="19" y="822"/>
                  </a:lnTo>
                  <a:lnTo>
                    <a:pt x="31" y="819"/>
                  </a:lnTo>
                  <a:lnTo>
                    <a:pt x="41" y="816"/>
                  </a:lnTo>
                  <a:lnTo>
                    <a:pt x="41" y="816"/>
                  </a:lnTo>
                  <a:lnTo>
                    <a:pt x="46" y="920"/>
                  </a:lnTo>
                  <a:lnTo>
                    <a:pt x="49" y="973"/>
                  </a:lnTo>
                  <a:lnTo>
                    <a:pt x="53" y="1025"/>
                  </a:lnTo>
                  <a:lnTo>
                    <a:pt x="53" y="1025"/>
                  </a:lnTo>
                  <a:lnTo>
                    <a:pt x="57" y="1046"/>
                  </a:lnTo>
                  <a:lnTo>
                    <a:pt x="61" y="1068"/>
                  </a:lnTo>
                  <a:lnTo>
                    <a:pt x="71" y="1113"/>
                  </a:lnTo>
                  <a:lnTo>
                    <a:pt x="71" y="1113"/>
                  </a:lnTo>
                  <a:lnTo>
                    <a:pt x="74" y="1132"/>
                  </a:lnTo>
                  <a:lnTo>
                    <a:pt x="75" y="1151"/>
                  </a:lnTo>
                  <a:lnTo>
                    <a:pt x="75" y="1191"/>
                  </a:lnTo>
                  <a:lnTo>
                    <a:pt x="75" y="1191"/>
                  </a:lnTo>
                  <a:lnTo>
                    <a:pt x="76" y="1202"/>
                  </a:lnTo>
                  <a:lnTo>
                    <a:pt x="78" y="1209"/>
                  </a:lnTo>
                  <a:lnTo>
                    <a:pt x="80" y="1213"/>
                  </a:lnTo>
                  <a:lnTo>
                    <a:pt x="80" y="1213"/>
                  </a:lnTo>
                  <a:lnTo>
                    <a:pt x="82" y="1215"/>
                  </a:lnTo>
                  <a:lnTo>
                    <a:pt x="83" y="1218"/>
                  </a:lnTo>
                  <a:lnTo>
                    <a:pt x="82" y="1224"/>
                  </a:lnTo>
                  <a:lnTo>
                    <a:pt x="79" y="1228"/>
                  </a:lnTo>
                  <a:lnTo>
                    <a:pt x="79" y="1233"/>
                  </a:lnTo>
                  <a:lnTo>
                    <a:pt x="79" y="1233"/>
                  </a:lnTo>
                  <a:lnTo>
                    <a:pt x="80" y="1237"/>
                  </a:lnTo>
                  <a:lnTo>
                    <a:pt x="83" y="1241"/>
                  </a:lnTo>
                  <a:lnTo>
                    <a:pt x="89" y="1248"/>
                  </a:lnTo>
                  <a:lnTo>
                    <a:pt x="93" y="1256"/>
                  </a:lnTo>
                  <a:lnTo>
                    <a:pt x="94" y="1260"/>
                  </a:lnTo>
                  <a:lnTo>
                    <a:pt x="94" y="1266"/>
                  </a:lnTo>
                  <a:lnTo>
                    <a:pt x="94" y="1266"/>
                  </a:lnTo>
                  <a:lnTo>
                    <a:pt x="91" y="1284"/>
                  </a:lnTo>
                  <a:lnTo>
                    <a:pt x="89" y="1301"/>
                  </a:lnTo>
                  <a:lnTo>
                    <a:pt x="89" y="1301"/>
                  </a:lnTo>
                  <a:lnTo>
                    <a:pt x="87" y="1311"/>
                  </a:lnTo>
                  <a:lnTo>
                    <a:pt x="84" y="1319"/>
                  </a:lnTo>
                  <a:lnTo>
                    <a:pt x="82" y="1326"/>
                  </a:lnTo>
                  <a:lnTo>
                    <a:pt x="76" y="1331"/>
                  </a:lnTo>
                  <a:lnTo>
                    <a:pt x="64" y="1342"/>
                  </a:lnTo>
                  <a:lnTo>
                    <a:pt x="52" y="1355"/>
                  </a:lnTo>
                  <a:lnTo>
                    <a:pt x="52" y="1355"/>
                  </a:lnTo>
                  <a:lnTo>
                    <a:pt x="41" y="1367"/>
                  </a:lnTo>
                  <a:lnTo>
                    <a:pt x="35" y="1375"/>
                  </a:lnTo>
                  <a:lnTo>
                    <a:pt x="31" y="1385"/>
                  </a:lnTo>
                  <a:lnTo>
                    <a:pt x="27" y="1393"/>
                  </a:lnTo>
                  <a:lnTo>
                    <a:pt x="27" y="1401"/>
                  </a:lnTo>
                  <a:lnTo>
                    <a:pt x="29" y="1405"/>
                  </a:lnTo>
                  <a:lnTo>
                    <a:pt x="30" y="1409"/>
                  </a:lnTo>
                  <a:lnTo>
                    <a:pt x="33" y="1412"/>
                  </a:lnTo>
                  <a:lnTo>
                    <a:pt x="37" y="1415"/>
                  </a:lnTo>
                  <a:lnTo>
                    <a:pt x="37" y="1415"/>
                  </a:lnTo>
                  <a:lnTo>
                    <a:pt x="44" y="1417"/>
                  </a:lnTo>
                  <a:lnTo>
                    <a:pt x="50" y="1419"/>
                  </a:lnTo>
                  <a:lnTo>
                    <a:pt x="57" y="1419"/>
                  </a:lnTo>
                  <a:lnTo>
                    <a:pt x="65" y="1417"/>
                  </a:lnTo>
                  <a:lnTo>
                    <a:pt x="80" y="1415"/>
                  </a:lnTo>
                  <a:lnTo>
                    <a:pt x="93" y="1409"/>
                  </a:lnTo>
                  <a:lnTo>
                    <a:pt x="93" y="1409"/>
                  </a:lnTo>
                  <a:lnTo>
                    <a:pt x="98" y="1405"/>
                  </a:lnTo>
                  <a:lnTo>
                    <a:pt x="104" y="1400"/>
                  </a:lnTo>
                  <a:lnTo>
                    <a:pt x="108" y="1394"/>
                  </a:lnTo>
                  <a:lnTo>
                    <a:pt x="110" y="1389"/>
                  </a:lnTo>
                  <a:lnTo>
                    <a:pt x="116" y="1375"/>
                  </a:lnTo>
                  <a:lnTo>
                    <a:pt x="123" y="1363"/>
                  </a:lnTo>
                  <a:lnTo>
                    <a:pt x="123" y="1363"/>
                  </a:lnTo>
                  <a:lnTo>
                    <a:pt x="128" y="1357"/>
                  </a:lnTo>
                  <a:lnTo>
                    <a:pt x="134" y="1355"/>
                  </a:lnTo>
                  <a:lnTo>
                    <a:pt x="139" y="1353"/>
                  </a:lnTo>
                  <a:lnTo>
                    <a:pt x="146" y="1353"/>
                  </a:lnTo>
                  <a:lnTo>
                    <a:pt x="151" y="1353"/>
                  </a:lnTo>
                  <a:lnTo>
                    <a:pt x="157" y="1352"/>
                  </a:lnTo>
                  <a:lnTo>
                    <a:pt x="161" y="1348"/>
                  </a:lnTo>
                  <a:lnTo>
                    <a:pt x="166" y="1342"/>
                  </a:lnTo>
                  <a:lnTo>
                    <a:pt x="166" y="1342"/>
                  </a:lnTo>
                  <a:lnTo>
                    <a:pt x="173" y="1327"/>
                  </a:lnTo>
                  <a:lnTo>
                    <a:pt x="177" y="1311"/>
                  </a:lnTo>
                  <a:lnTo>
                    <a:pt x="178" y="1293"/>
                  </a:lnTo>
                  <a:lnTo>
                    <a:pt x="180" y="1278"/>
                  </a:lnTo>
                  <a:lnTo>
                    <a:pt x="180" y="1278"/>
                  </a:lnTo>
                  <a:lnTo>
                    <a:pt x="180" y="1260"/>
                  </a:lnTo>
                  <a:lnTo>
                    <a:pt x="178" y="1244"/>
                  </a:lnTo>
                  <a:lnTo>
                    <a:pt x="176" y="1210"/>
                  </a:lnTo>
                  <a:lnTo>
                    <a:pt x="176" y="1210"/>
                  </a:lnTo>
                  <a:lnTo>
                    <a:pt x="174" y="1199"/>
                  </a:lnTo>
                  <a:lnTo>
                    <a:pt x="176" y="1187"/>
                  </a:lnTo>
                  <a:lnTo>
                    <a:pt x="178" y="1165"/>
                  </a:lnTo>
                  <a:lnTo>
                    <a:pt x="180" y="1143"/>
                  </a:lnTo>
                  <a:lnTo>
                    <a:pt x="180" y="1131"/>
                  </a:lnTo>
                  <a:lnTo>
                    <a:pt x="178" y="1120"/>
                  </a:lnTo>
                  <a:lnTo>
                    <a:pt x="178" y="1120"/>
                  </a:lnTo>
                  <a:lnTo>
                    <a:pt x="176" y="1096"/>
                  </a:lnTo>
                  <a:lnTo>
                    <a:pt x="173" y="1071"/>
                  </a:lnTo>
                  <a:lnTo>
                    <a:pt x="173" y="1045"/>
                  </a:lnTo>
                  <a:lnTo>
                    <a:pt x="174" y="1019"/>
                  </a:lnTo>
                  <a:lnTo>
                    <a:pt x="178" y="969"/>
                  </a:lnTo>
                  <a:lnTo>
                    <a:pt x="184" y="920"/>
                  </a:lnTo>
                  <a:lnTo>
                    <a:pt x="184" y="920"/>
                  </a:lnTo>
                  <a:lnTo>
                    <a:pt x="192" y="967"/>
                  </a:lnTo>
                  <a:lnTo>
                    <a:pt x="199" y="1015"/>
                  </a:lnTo>
                  <a:lnTo>
                    <a:pt x="204" y="1064"/>
                  </a:lnTo>
                  <a:lnTo>
                    <a:pt x="207" y="1113"/>
                  </a:lnTo>
                  <a:lnTo>
                    <a:pt x="207" y="1113"/>
                  </a:lnTo>
                  <a:lnTo>
                    <a:pt x="208" y="1124"/>
                  </a:lnTo>
                  <a:lnTo>
                    <a:pt x="211" y="1134"/>
                  </a:lnTo>
                  <a:lnTo>
                    <a:pt x="218" y="1153"/>
                  </a:lnTo>
                  <a:lnTo>
                    <a:pt x="225" y="1173"/>
                  </a:lnTo>
                  <a:lnTo>
                    <a:pt x="228" y="1183"/>
                  </a:lnTo>
                  <a:lnTo>
                    <a:pt x="228" y="1194"/>
                  </a:lnTo>
                  <a:lnTo>
                    <a:pt x="228" y="1194"/>
                  </a:lnTo>
                  <a:lnTo>
                    <a:pt x="228" y="1215"/>
                  </a:lnTo>
                  <a:lnTo>
                    <a:pt x="228" y="1226"/>
                  </a:lnTo>
                  <a:lnTo>
                    <a:pt x="230" y="1237"/>
                  </a:lnTo>
                  <a:lnTo>
                    <a:pt x="230" y="1237"/>
                  </a:lnTo>
                  <a:lnTo>
                    <a:pt x="234" y="1259"/>
                  </a:lnTo>
                  <a:lnTo>
                    <a:pt x="236" y="1270"/>
                  </a:lnTo>
                  <a:lnTo>
                    <a:pt x="236" y="1282"/>
                  </a:lnTo>
                  <a:lnTo>
                    <a:pt x="236" y="1282"/>
                  </a:lnTo>
                  <a:lnTo>
                    <a:pt x="236" y="1305"/>
                  </a:lnTo>
                  <a:lnTo>
                    <a:pt x="237" y="1327"/>
                  </a:lnTo>
                  <a:lnTo>
                    <a:pt x="240" y="1338"/>
                  </a:lnTo>
                  <a:lnTo>
                    <a:pt x="243" y="1348"/>
                  </a:lnTo>
                  <a:lnTo>
                    <a:pt x="247" y="1359"/>
                  </a:lnTo>
                  <a:lnTo>
                    <a:pt x="252" y="1370"/>
                  </a:lnTo>
                  <a:lnTo>
                    <a:pt x="252" y="1370"/>
                  </a:lnTo>
                  <a:lnTo>
                    <a:pt x="258" y="1379"/>
                  </a:lnTo>
                  <a:lnTo>
                    <a:pt x="264" y="1389"/>
                  </a:lnTo>
                  <a:lnTo>
                    <a:pt x="264" y="1389"/>
                  </a:lnTo>
                  <a:lnTo>
                    <a:pt x="267" y="1394"/>
                  </a:lnTo>
                  <a:lnTo>
                    <a:pt x="268" y="1397"/>
                  </a:lnTo>
                  <a:lnTo>
                    <a:pt x="267" y="1398"/>
                  </a:lnTo>
                  <a:lnTo>
                    <a:pt x="266" y="1404"/>
                  </a:lnTo>
                  <a:lnTo>
                    <a:pt x="266" y="1404"/>
                  </a:lnTo>
                  <a:lnTo>
                    <a:pt x="266" y="1413"/>
                  </a:lnTo>
                  <a:lnTo>
                    <a:pt x="267" y="1423"/>
                  </a:lnTo>
                  <a:lnTo>
                    <a:pt x="268" y="1431"/>
                  </a:lnTo>
                  <a:lnTo>
                    <a:pt x="270" y="1440"/>
                  </a:lnTo>
                  <a:lnTo>
                    <a:pt x="270" y="1440"/>
                  </a:lnTo>
                  <a:lnTo>
                    <a:pt x="271" y="1457"/>
                  </a:lnTo>
                  <a:lnTo>
                    <a:pt x="274" y="1469"/>
                  </a:lnTo>
                  <a:lnTo>
                    <a:pt x="279" y="1483"/>
                  </a:lnTo>
                  <a:lnTo>
                    <a:pt x="288" y="1495"/>
                  </a:lnTo>
                  <a:lnTo>
                    <a:pt x="288" y="1495"/>
                  </a:lnTo>
                  <a:lnTo>
                    <a:pt x="294" y="1504"/>
                  </a:lnTo>
                  <a:lnTo>
                    <a:pt x="304" y="1514"/>
                  </a:lnTo>
                  <a:lnTo>
                    <a:pt x="308" y="1518"/>
                  </a:lnTo>
                  <a:lnTo>
                    <a:pt x="313" y="1521"/>
                  </a:lnTo>
                  <a:lnTo>
                    <a:pt x="319" y="1524"/>
                  </a:lnTo>
                  <a:lnTo>
                    <a:pt x="324" y="1524"/>
                  </a:lnTo>
                  <a:lnTo>
                    <a:pt x="324" y="1524"/>
                  </a:lnTo>
                  <a:lnTo>
                    <a:pt x="327" y="1522"/>
                  </a:lnTo>
                  <a:lnTo>
                    <a:pt x="330" y="1519"/>
                  </a:lnTo>
                  <a:lnTo>
                    <a:pt x="335" y="1513"/>
                  </a:lnTo>
                  <a:lnTo>
                    <a:pt x="342" y="1498"/>
                  </a:lnTo>
                  <a:lnTo>
                    <a:pt x="342" y="1498"/>
                  </a:lnTo>
                  <a:lnTo>
                    <a:pt x="345" y="1488"/>
                  </a:lnTo>
                  <a:lnTo>
                    <a:pt x="347" y="1477"/>
                  </a:lnTo>
                  <a:lnTo>
                    <a:pt x="347" y="1466"/>
                  </a:lnTo>
                  <a:lnTo>
                    <a:pt x="346" y="1455"/>
                  </a:lnTo>
                  <a:lnTo>
                    <a:pt x="346" y="1455"/>
                  </a:lnTo>
                  <a:lnTo>
                    <a:pt x="341" y="1435"/>
                  </a:lnTo>
                  <a:lnTo>
                    <a:pt x="335" y="1416"/>
                  </a:lnTo>
                  <a:lnTo>
                    <a:pt x="334" y="1406"/>
                  </a:lnTo>
                  <a:lnTo>
                    <a:pt x="332" y="1397"/>
                  </a:lnTo>
                  <a:lnTo>
                    <a:pt x="332" y="1387"/>
                  </a:lnTo>
                  <a:lnTo>
                    <a:pt x="334" y="1376"/>
                  </a:lnTo>
                  <a:lnTo>
                    <a:pt x="334" y="1376"/>
                  </a:lnTo>
                  <a:lnTo>
                    <a:pt x="339" y="1355"/>
                  </a:lnTo>
                  <a:lnTo>
                    <a:pt x="342" y="1334"/>
                  </a:lnTo>
                  <a:lnTo>
                    <a:pt x="345" y="1312"/>
                  </a:lnTo>
                  <a:lnTo>
                    <a:pt x="346" y="1292"/>
                  </a:lnTo>
                  <a:lnTo>
                    <a:pt x="346" y="1271"/>
                  </a:lnTo>
                  <a:lnTo>
                    <a:pt x="346" y="1250"/>
                  </a:lnTo>
                  <a:lnTo>
                    <a:pt x="343" y="1229"/>
                  </a:lnTo>
                  <a:lnTo>
                    <a:pt x="339" y="1207"/>
                  </a:lnTo>
                  <a:lnTo>
                    <a:pt x="339" y="1207"/>
                  </a:lnTo>
                  <a:lnTo>
                    <a:pt x="338" y="1199"/>
                  </a:lnTo>
                  <a:lnTo>
                    <a:pt x="338" y="1192"/>
                  </a:lnTo>
                  <a:lnTo>
                    <a:pt x="339" y="1176"/>
                  </a:lnTo>
                  <a:lnTo>
                    <a:pt x="339" y="1176"/>
                  </a:lnTo>
                  <a:lnTo>
                    <a:pt x="339" y="1165"/>
                  </a:lnTo>
                  <a:lnTo>
                    <a:pt x="338" y="1153"/>
                  </a:lnTo>
                  <a:lnTo>
                    <a:pt x="337" y="1142"/>
                  </a:lnTo>
                  <a:lnTo>
                    <a:pt x="335" y="1131"/>
                  </a:lnTo>
                  <a:lnTo>
                    <a:pt x="335" y="1131"/>
                  </a:lnTo>
                  <a:lnTo>
                    <a:pt x="335" y="1120"/>
                  </a:lnTo>
                  <a:lnTo>
                    <a:pt x="335" y="1108"/>
                  </a:lnTo>
                  <a:lnTo>
                    <a:pt x="335" y="1097"/>
                  </a:lnTo>
                  <a:lnTo>
                    <a:pt x="332" y="1086"/>
                  </a:lnTo>
                  <a:lnTo>
                    <a:pt x="332" y="1086"/>
                  </a:lnTo>
                  <a:lnTo>
                    <a:pt x="327" y="1066"/>
                  </a:lnTo>
                  <a:lnTo>
                    <a:pt x="326" y="1056"/>
                  </a:lnTo>
                  <a:lnTo>
                    <a:pt x="326" y="1045"/>
                  </a:lnTo>
                  <a:lnTo>
                    <a:pt x="326" y="1045"/>
                  </a:lnTo>
                  <a:lnTo>
                    <a:pt x="327" y="832"/>
                  </a:lnTo>
                  <a:lnTo>
                    <a:pt x="327" y="832"/>
                  </a:lnTo>
                  <a:lnTo>
                    <a:pt x="331" y="832"/>
                  </a:lnTo>
                  <a:lnTo>
                    <a:pt x="334" y="834"/>
                  </a:lnTo>
                  <a:lnTo>
                    <a:pt x="341" y="838"/>
                  </a:lnTo>
                  <a:lnTo>
                    <a:pt x="345" y="845"/>
                  </a:lnTo>
                  <a:lnTo>
                    <a:pt x="347" y="853"/>
                  </a:lnTo>
                  <a:lnTo>
                    <a:pt x="347" y="853"/>
                  </a:lnTo>
                  <a:lnTo>
                    <a:pt x="356" y="845"/>
                  </a:lnTo>
                  <a:lnTo>
                    <a:pt x="362" y="838"/>
                  </a:lnTo>
                  <a:lnTo>
                    <a:pt x="368" y="830"/>
                  </a:lnTo>
                  <a:lnTo>
                    <a:pt x="373" y="822"/>
                  </a:lnTo>
                  <a:lnTo>
                    <a:pt x="376" y="812"/>
                  </a:lnTo>
                  <a:lnTo>
                    <a:pt x="379" y="802"/>
                  </a:lnTo>
                  <a:lnTo>
                    <a:pt x="380" y="792"/>
                  </a:lnTo>
                  <a:lnTo>
                    <a:pt x="379" y="781"/>
                  </a:lnTo>
                  <a:lnTo>
                    <a:pt x="379" y="781"/>
                  </a:lnTo>
                  <a:lnTo>
                    <a:pt x="377" y="770"/>
                  </a:lnTo>
                  <a:lnTo>
                    <a:pt x="373" y="759"/>
                  </a:lnTo>
                  <a:lnTo>
                    <a:pt x="369" y="749"/>
                  </a:lnTo>
                  <a:lnTo>
                    <a:pt x="365" y="738"/>
                  </a:lnTo>
                  <a:lnTo>
                    <a:pt x="365" y="738"/>
                  </a:lnTo>
                  <a:lnTo>
                    <a:pt x="365" y="732"/>
                  </a:lnTo>
                  <a:lnTo>
                    <a:pt x="364" y="726"/>
                  </a:lnTo>
                  <a:lnTo>
                    <a:pt x="367" y="715"/>
                  </a:lnTo>
                  <a:lnTo>
                    <a:pt x="371" y="706"/>
                  </a:lnTo>
                  <a:lnTo>
                    <a:pt x="376" y="695"/>
                  </a:lnTo>
                  <a:lnTo>
                    <a:pt x="376" y="695"/>
                  </a:lnTo>
                  <a:lnTo>
                    <a:pt x="387" y="676"/>
                  </a:lnTo>
                  <a:lnTo>
                    <a:pt x="397" y="655"/>
                  </a:lnTo>
                  <a:lnTo>
                    <a:pt x="407" y="633"/>
                  </a:lnTo>
                  <a:lnTo>
                    <a:pt x="416" y="613"/>
                  </a:lnTo>
                  <a:lnTo>
                    <a:pt x="416" y="613"/>
                  </a:lnTo>
                  <a:lnTo>
                    <a:pt x="422" y="593"/>
                  </a:lnTo>
                  <a:lnTo>
                    <a:pt x="425" y="583"/>
                  </a:lnTo>
                  <a:lnTo>
                    <a:pt x="425" y="572"/>
                  </a:lnTo>
                  <a:lnTo>
                    <a:pt x="425" y="572"/>
                  </a:lnTo>
                  <a:lnTo>
                    <a:pt x="424" y="561"/>
                  </a:lnTo>
                  <a:lnTo>
                    <a:pt x="421" y="550"/>
                  </a:lnTo>
                  <a:lnTo>
                    <a:pt x="420" y="541"/>
                  </a:lnTo>
                  <a:lnTo>
                    <a:pt x="420" y="530"/>
                  </a:lnTo>
                  <a:lnTo>
                    <a:pt x="420" y="530"/>
                  </a:lnTo>
                  <a:lnTo>
                    <a:pt x="420" y="531"/>
                  </a:lnTo>
                  <a:lnTo>
                    <a:pt x="420" y="530"/>
                  </a:lnTo>
                  <a:lnTo>
                    <a:pt x="420" y="530"/>
                  </a:lnTo>
                  <a:close/>
                  <a:moveTo>
                    <a:pt x="327" y="832"/>
                  </a:moveTo>
                  <a:lnTo>
                    <a:pt x="327" y="832"/>
                  </a:lnTo>
                  <a:lnTo>
                    <a:pt x="331" y="832"/>
                  </a:lnTo>
                  <a:lnTo>
                    <a:pt x="331" y="832"/>
                  </a:lnTo>
                  <a:lnTo>
                    <a:pt x="332" y="832"/>
                  </a:lnTo>
                  <a:lnTo>
                    <a:pt x="327" y="832"/>
                  </a:lnTo>
                  <a:lnTo>
                    <a:pt x="327" y="83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nvGrpSpPr>
            <p:cNvPr id="5" name="Group 79"/>
            <p:cNvGrpSpPr/>
            <p:nvPr/>
          </p:nvGrpSpPr>
          <p:grpSpPr>
            <a:xfrm>
              <a:off x="2285984" y="1000114"/>
              <a:ext cx="593901" cy="2463832"/>
              <a:chOff x="1858693" y="1193726"/>
              <a:chExt cx="593901" cy="2463832"/>
            </a:xfrm>
            <a:grpFill/>
          </p:grpSpPr>
          <p:sp>
            <p:nvSpPr>
              <p:cNvPr id="65" name="Freeform 7"/>
              <p:cNvSpPr>
                <a:spLocks/>
              </p:cNvSpPr>
              <p:nvPr/>
            </p:nvSpPr>
            <p:spPr bwMode="auto">
              <a:xfrm>
                <a:off x="1943535" y="1193726"/>
                <a:ext cx="295254" cy="363128"/>
              </a:xfrm>
              <a:custGeom>
                <a:avLst/>
                <a:gdLst/>
                <a:ahLst/>
                <a:cxnLst>
                  <a:cxn ang="0">
                    <a:pos x="0" y="160"/>
                  </a:cxn>
                  <a:cxn ang="0">
                    <a:pos x="11" y="163"/>
                  </a:cxn>
                  <a:cxn ang="0">
                    <a:pos x="27" y="175"/>
                  </a:cxn>
                  <a:cxn ang="0">
                    <a:pos x="36" y="182"/>
                  </a:cxn>
                  <a:cxn ang="0">
                    <a:pos x="93" y="215"/>
                  </a:cxn>
                  <a:cxn ang="0">
                    <a:pos x="93" y="209"/>
                  </a:cxn>
                  <a:cxn ang="0">
                    <a:pos x="96" y="206"/>
                  </a:cxn>
                  <a:cxn ang="0">
                    <a:pos x="106" y="204"/>
                  </a:cxn>
                  <a:cxn ang="0">
                    <a:pos x="126" y="202"/>
                  </a:cxn>
                  <a:cxn ang="0">
                    <a:pos x="130" y="200"/>
                  </a:cxn>
                  <a:cxn ang="0">
                    <a:pos x="141" y="183"/>
                  </a:cxn>
                  <a:cxn ang="0">
                    <a:pos x="147" y="164"/>
                  </a:cxn>
                  <a:cxn ang="0">
                    <a:pos x="156" y="125"/>
                  </a:cxn>
                  <a:cxn ang="0">
                    <a:pos x="164" y="104"/>
                  </a:cxn>
                  <a:cxn ang="0">
                    <a:pos x="175" y="86"/>
                  </a:cxn>
                  <a:cxn ang="0">
                    <a:pos x="175" y="80"/>
                  </a:cxn>
                  <a:cxn ang="0">
                    <a:pos x="171" y="56"/>
                  </a:cxn>
                  <a:cxn ang="0">
                    <a:pos x="164" y="43"/>
                  </a:cxn>
                  <a:cxn ang="0">
                    <a:pos x="146" y="21"/>
                  </a:cxn>
                  <a:cxn ang="0">
                    <a:pos x="134" y="11"/>
                  </a:cxn>
                  <a:cxn ang="0">
                    <a:pos x="119" y="5"/>
                  </a:cxn>
                  <a:cxn ang="0">
                    <a:pos x="104" y="0"/>
                  </a:cxn>
                  <a:cxn ang="0">
                    <a:pos x="89" y="2"/>
                  </a:cxn>
                  <a:cxn ang="0">
                    <a:pos x="74" y="6"/>
                  </a:cxn>
                  <a:cxn ang="0">
                    <a:pos x="49" y="21"/>
                  </a:cxn>
                  <a:cxn ang="0">
                    <a:pos x="29" y="47"/>
                  </a:cxn>
                  <a:cxn ang="0">
                    <a:pos x="23" y="63"/>
                  </a:cxn>
                  <a:cxn ang="0">
                    <a:pos x="14" y="96"/>
                  </a:cxn>
                  <a:cxn ang="0">
                    <a:pos x="11" y="114"/>
                  </a:cxn>
                  <a:cxn ang="0">
                    <a:pos x="12" y="141"/>
                  </a:cxn>
                  <a:cxn ang="0">
                    <a:pos x="10" y="152"/>
                  </a:cxn>
                  <a:cxn ang="0">
                    <a:pos x="0" y="160"/>
                  </a:cxn>
                  <a:cxn ang="0">
                    <a:pos x="10" y="159"/>
                  </a:cxn>
                  <a:cxn ang="0">
                    <a:pos x="14" y="157"/>
                  </a:cxn>
                  <a:cxn ang="0">
                    <a:pos x="0" y="160"/>
                  </a:cxn>
                </a:cxnLst>
                <a:rect l="0" t="0" r="r" b="b"/>
                <a:pathLst>
                  <a:path w="175" h="215">
                    <a:moveTo>
                      <a:pt x="0" y="160"/>
                    </a:moveTo>
                    <a:lnTo>
                      <a:pt x="0" y="160"/>
                    </a:lnTo>
                    <a:lnTo>
                      <a:pt x="6" y="161"/>
                    </a:lnTo>
                    <a:lnTo>
                      <a:pt x="11" y="163"/>
                    </a:lnTo>
                    <a:lnTo>
                      <a:pt x="19" y="168"/>
                    </a:lnTo>
                    <a:lnTo>
                      <a:pt x="27" y="175"/>
                    </a:lnTo>
                    <a:lnTo>
                      <a:pt x="36" y="182"/>
                    </a:lnTo>
                    <a:lnTo>
                      <a:pt x="36" y="182"/>
                    </a:lnTo>
                    <a:lnTo>
                      <a:pt x="64" y="198"/>
                    </a:lnTo>
                    <a:lnTo>
                      <a:pt x="93" y="215"/>
                    </a:lnTo>
                    <a:lnTo>
                      <a:pt x="93" y="215"/>
                    </a:lnTo>
                    <a:lnTo>
                      <a:pt x="93" y="209"/>
                    </a:lnTo>
                    <a:lnTo>
                      <a:pt x="94" y="208"/>
                    </a:lnTo>
                    <a:lnTo>
                      <a:pt x="96" y="206"/>
                    </a:lnTo>
                    <a:lnTo>
                      <a:pt x="101" y="205"/>
                    </a:lnTo>
                    <a:lnTo>
                      <a:pt x="106" y="204"/>
                    </a:lnTo>
                    <a:lnTo>
                      <a:pt x="120" y="204"/>
                    </a:lnTo>
                    <a:lnTo>
                      <a:pt x="126" y="202"/>
                    </a:lnTo>
                    <a:lnTo>
                      <a:pt x="130" y="200"/>
                    </a:lnTo>
                    <a:lnTo>
                      <a:pt x="130" y="200"/>
                    </a:lnTo>
                    <a:lnTo>
                      <a:pt x="135" y="191"/>
                    </a:lnTo>
                    <a:lnTo>
                      <a:pt x="141" y="183"/>
                    </a:lnTo>
                    <a:lnTo>
                      <a:pt x="143" y="174"/>
                    </a:lnTo>
                    <a:lnTo>
                      <a:pt x="147" y="164"/>
                    </a:lnTo>
                    <a:lnTo>
                      <a:pt x="156" y="125"/>
                    </a:lnTo>
                    <a:lnTo>
                      <a:pt x="156" y="125"/>
                    </a:lnTo>
                    <a:lnTo>
                      <a:pt x="160" y="114"/>
                    </a:lnTo>
                    <a:lnTo>
                      <a:pt x="164" y="104"/>
                    </a:lnTo>
                    <a:lnTo>
                      <a:pt x="169" y="95"/>
                    </a:lnTo>
                    <a:lnTo>
                      <a:pt x="175" y="86"/>
                    </a:lnTo>
                    <a:lnTo>
                      <a:pt x="175" y="86"/>
                    </a:lnTo>
                    <a:lnTo>
                      <a:pt x="175" y="80"/>
                    </a:lnTo>
                    <a:lnTo>
                      <a:pt x="175" y="71"/>
                    </a:lnTo>
                    <a:lnTo>
                      <a:pt x="171" y="56"/>
                    </a:lnTo>
                    <a:lnTo>
                      <a:pt x="171" y="56"/>
                    </a:lnTo>
                    <a:lnTo>
                      <a:pt x="164" y="43"/>
                    </a:lnTo>
                    <a:lnTo>
                      <a:pt x="156" y="30"/>
                    </a:lnTo>
                    <a:lnTo>
                      <a:pt x="146" y="21"/>
                    </a:lnTo>
                    <a:lnTo>
                      <a:pt x="134" y="11"/>
                    </a:lnTo>
                    <a:lnTo>
                      <a:pt x="134" y="11"/>
                    </a:lnTo>
                    <a:lnTo>
                      <a:pt x="126" y="7"/>
                    </a:lnTo>
                    <a:lnTo>
                      <a:pt x="119" y="5"/>
                    </a:lnTo>
                    <a:lnTo>
                      <a:pt x="111" y="2"/>
                    </a:lnTo>
                    <a:lnTo>
                      <a:pt x="104" y="0"/>
                    </a:lnTo>
                    <a:lnTo>
                      <a:pt x="96" y="0"/>
                    </a:lnTo>
                    <a:lnTo>
                      <a:pt x="89" y="2"/>
                    </a:lnTo>
                    <a:lnTo>
                      <a:pt x="81" y="3"/>
                    </a:lnTo>
                    <a:lnTo>
                      <a:pt x="74" y="6"/>
                    </a:lnTo>
                    <a:lnTo>
                      <a:pt x="62" y="11"/>
                    </a:lnTo>
                    <a:lnTo>
                      <a:pt x="49" y="21"/>
                    </a:lnTo>
                    <a:lnTo>
                      <a:pt x="38" y="33"/>
                    </a:lnTo>
                    <a:lnTo>
                      <a:pt x="29" y="47"/>
                    </a:lnTo>
                    <a:lnTo>
                      <a:pt x="29" y="47"/>
                    </a:lnTo>
                    <a:lnTo>
                      <a:pt x="23" y="63"/>
                    </a:lnTo>
                    <a:lnTo>
                      <a:pt x="18" y="80"/>
                    </a:lnTo>
                    <a:lnTo>
                      <a:pt x="14" y="96"/>
                    </a:lnTo>
                    <a:lnTo>
                      <a:pt x="11" y="114"/>
                    </a:lnTo>
                    <a:lnTo>
                      <a:pt x="11" y="114"/>
                    </a:lnTo>
                    <a:lnTo>
                      <a:pt x="11" y="126"/>
                    </a:lnTo>
                    <a:lnTo>
                      <a:pt x="12" y="141"/>
                    </a:lnTo>
                    <a:lnTo>
                      <a:pt x="12" y="146"/>
                    </a:lnTo>
                    <a:lnTo>
                      <a:pt x="10" y="152"/>
                    </a:lnTo>
                    <a:lnTo>
                      <a:pt x="7" y="157"/>
                    </a:lnTo>
                    <a:lnTo>
                      <a:pt x="0" y="160"/>
                    </a:lnTo>
                    <a:lnTo>
                      <a:pt x="0" y="160"/>
                    </a:lnTo>
                    <a:lnTo>
                      <a:pt x="10" y="159"/>
                    </a:lnTo>
                    <a:lnTo>
                      <a:pt x="14" y="157"/>
                    </a:lnTo>
                    <a:lnTo>
                      <a:pt x="14" y="157"/>
                    </a:lnTo>
                    <a:lnTo>
                      <a:pt x="12" y="157"/>
                    </a:lnTo>
                    <a:lnTo>
                      <a:pt x="0" y="160"/>
                    </a:lnTo>
                    <a:lnTo>
                      <a:pt x="0" y="16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66" name="Freeform 8"/>
              <p:cNvSpPr>
                <a:spLocks noEditPoints="1"/>
              </p:cNvSpPr>
              <p:nvPr/>
            </p:nvSpPr>
            <p:spPr bwMode="auto">
              <a:xfrm>
                <a:off x="1858693" y="1526309"/>
                <a:ext cx="593901" cy="2131249"/>
              </a:xfrm>
              <a:custGeom>
                <a:avLst/>
                <a:gdLst/>
                <a:ahLst/>
                <a:cxnLst>
                  <a:cxn ang="0">
                    <a:pos x="256" y="133"/>
                  </a:cxn>
                  <a:cxn ang="0">
                    <a:pos x="209" y="60"/>
                  </a:cxn>
                  <a:cxn ang="0">
                    <a:pos x="143" y="26"/>
                  </a:cxn>
                  <a:cxn ang="0">
                    <a:pos x="126" y="34"/>
                  </a:cxn>
                  <a:cxn ang="0">
                    <a:pos x="76" y="1"/>
                  </a:cxn>
                  <a:cxn ang="0">
                    <a:pos x="33" y="13"/>
                  </a:cxn>
                  <a:cxn ang="0">
                    <a:pos x="0" y="109"/>
                  </a:cxn>
                  <a:cxn ang="0">
                    <a:pos x="29" y="230"/>
                  </a:cxn>
                  <a:cxn ang="0">
                    <a:pos x="61" y="369"/>
                  </a:cxn>
                  <a:cxn ang="0">
                    <a:pos x="63" y="523"/>
                  </a:cxn>
                  <a:cxn ang="0">
                    <a:pos x="90" y="529"/>
                  </a:cxn>
                  <a:cxn ang="0">
                    <a:pos x="98" y="789"/>
                  </a:cxn>
                  <a:cxn ang="0">
                    <a:pos x="90" y="861"/>
                  </a:cxn>
                  <a:cxn ang="0">
                    <a:pos x="61" y="989"/>
                  </a:cxn>
                  <a:cxn ang="0">
                    <a:pos x="52" y="1096"/>
                  </a:cxn>
                  <a:cxn ang="0">
                    <a:pos x="41" y="1124"/>
                  </a:cxn>
                  <a:cxn ang="0">
                    <a:pos x="49" y="1148"/>
                  </a:cxn>
                  <a:cxn ang="0">
                    <a:pos x="45" y="1212"/>
                  </a:cxn>
                  <a:cxn ang="0">
                    <a:pos x="67" y="1228"/>
                  </a:cxn>
                  <a:cxn ang="0">
                    <a:pos x="98" y="1242"/>
                  </a:cxn>
                  <a:cxn ang="0">
                    <a:pos x="190" y="1257"/>
                  </a:cxn>
                  <a:cxn ang="0">
                    <a:pos x="241" y="1246"/>
                  </a:cxn>
                  <a:cxn ang="0">
                    <a:pos x="213" y="1210"/>
                  </a:cxn>
                  <a:cxn ang="0">
                    <a:pos x="168" y="1175"/>
                  </a:cxn>
                  <a:cxn ang="0">
                    <a:pos x="170" y="1137"/>
                  </a:cxn>
                  <a:cxn ang="0">
                    <a:pos x="210" y="1152"/>
                  </a:cxn>
                  <a:cxn ang="0">
                    <a:pos x="277" y="1150"/>
                  </a:cxn>
                  <a:cxn ang="0">
                    <a:pos x="292" y="1130"/>
                  </a:cxn>
                  <a:cxn ang="0">
                    <a:pos x="244" y="1113"/>
                  </a:cxn>
                  <a:cxn ang="0">
                    <a:pos x="205" y="1083"/>
                  </a:cxn>
                  <a:cxn ang="0">
                    <a:pos x="192" y="1059"/>
                  </a:cxn>
                  <a:cxn ang="0">
                    <a:pos x="190" y="1015"/>
                  </a:cxn>
                  <a:cxn ang="0">
                    <a:pos x="206" y="929"/>
                  </a:cxn>
                  <a:cxn ang="0">
                    <a:pos x="255" y="760"/>
                  </a:cxn>
                  <a:cxn ang="0">
                    <a:pos x="275" y="559"/>
                  </a:cxn>
                  <a:cxn ang="0">
                    <a:pos x="305" y="516"/>
                  </a:cxn>
                  <a:cxn ang="0">
                    <a:pos x="318" y="452"/>
                  </a:cxn>
                  <a:cxn ang="0">
                    <a:pos x="275" y="315"/>
                  </a:cxn>
                  <a:cxn ang="0">
                    <a:pos x="282" y="270"/>
                  </a:cxn>
                  <a:cxn ang="0">
                    <a:pos x="341" y="261"/>
                  </a:cxn>
                  <a:cxn ang="0">
                    <a:pos x="350" y="219"/>
                  </a:cxn>
                  <a:cxn ang="0">
                    <a:pos x="315" y="180"/>
                  </a:cxn>
                  <a:cxn ang="0">
                    <a:pos x="161" y="41"/>
                  </a:cxn>
                  <a:cxn ang="0">
                    <a:pos x="202" y="146"/>
                  </a:cxn>
                  <a:cxn ang="0">
                    <a:pos x="177" y="84"/>
                  </a:cxn>
                  <a:cxn ang="0">
                    <a:pos x="170" y="56"/>
                  </a:cxn>
                  <a:cxn ang="0">
                    <a:pos x="214" y="124"/>
                  </a:cxn>
                  <a:cxn ang="0">
                    <a:pos x="215" y="159"/>
                  </a:cxn>
                  <a:cxn ang="0">
                    <a:pos x="220" y="107"/>
                  </a:cxn>
                  <a:cxn ang="0">
                    <a:pos x="207" y="80"/>
                  </a:cxn>
                  <a:cxn ang="0">
                    <a:pos x="251" y="161"/>
                  </a:cxn>
                  <a:cxn ang="0">
                    <a:pos x="222" y="113"/>
                  </a:cxn>
                  <a:cxn ang="0">
                    <a:pos x="248" y="443"/>
                  </a:cxn>
                  <a:cxn ang="0">
                    <a:pos x="265" y="417"/>
                  </a:cxn>
                  <a:cxn ang="0">
                    <a:pos x="248" y="443"/>
                  </a:cxn>
                  <a:cxn ang="0">
                    <a:pos x="255" y="407"/>
                  </a:cxn>
                  <a:cxn ang="0">
                    <a:pos x="254" y="353"/>
                  </a:cxn>
                  <a:cxn ang="0">
                    <a:pos x="262" y="281"/>
                  </a:cxn>
                  <a:cxn ang="0">
                    <a:pos x="278" y="405"/>
                  </a:cxn>
                </a:cxnLst>
                <a:rect l="0" t="0" r="r" b="b"/>
                <a:pathLst>
                  <a:path w="350" h="1257">
                    <a:moveTo>
                      <a:pt x="315" y="180"/>
                    </a:moveTo>
                    <a:lnTo>
                      <a:pt x="315" y="180"/>
                    </a:lnTo>
                    <a:lnTo>
                      <a:pt x="297" y="169"/>
                    </a:lnTo>
                    <a:lnTo>
                      <a:pt x="280" y="157"/>
                    </a:lnTo>
                    <a:lnTo>
                      <a:pt x="271" y="150"/>
                    </a:lnTo>
                    <a:lnTo>
                      <a:pt x="263" y="142"/>
                    </a:lnTo>
                    <a:lnTo>
                      <a:pt x="256" y="133"/>
                    </a:lnTo>
                    <a:lnTo>
                      <a:pt x="251" y="124"/>
                    </a:lnTo>
                    <a:lnTo>
                      <a:pt x="251" y="124"/>
                    </a:lnTo>
                    <a:lnTo>
                      <a:pt x="241" y="105"/>
                    </a:lnTo>
                    <a:lnTo>
                      <a:pt x="230" y="84"/>
                    </a:lnTo>
                    <a:lnTo>
                      <a:pt x="225" y="75"/>
                    </a:lnTo>
                    <a:lnTo>
                      <a:pt x="217" y="67"/>
                    </a:lnTo>
                    <a:lnTo>
                      <a:pt x="209" y="60"/>
                    </a:lnTo>
                    <a:lnTo>
                      <a:pt x="199" y="54"/>
                    </a:lnTo>
                    <a:lnTo>
                      <a:pt x="199" y="54"/>
                    </a:lnTo>
                    <a:lnTo>
                      <a:pt x="175" y="41"/>
                    </a:lnTo>
                    <a:lnTo>
                      <a:pt x="150" y="27"/>
                    </a:lnTo>
                    <a:lnTo>
                      <a:pt x="150" y="27"/>
                    </a:lnTo>
                    <a:lnTo>
                      <a:pt x="146" y="26"/>
                    </a:lnTo>
                    <a:lnTo>
                      <a:pt x="143" y="26"/>
                    </a:lnTo>
                    <a:lnTo>
                      <a:pt x="142" y="27"/>
                    </a:lnTo>
                    <a:lnTo>
                      <a:pt x="139" y="30"/>
                    </a:lnTo>
                    <a:lnTo>
                      <a:pt x="136" y="34"/>
                    </a:lnTo>
                    <a:lnTo>
                      <a:pt x="134" y="35"/>
                    </a:lnTo>
                    <a:lnTo>
                      <a:pt x="130" y="35"/>
                    </a:lnTo>
                    <a:lnTo>
                      <a:pt x="130" y="35"/>
                    </a:lnTo>
                    <a:lnTo>
                      <a:pt x="126" y="34"/>
                    </a:lnTo>
                    <a:lnTo>
                      <a:pt x="120" y="30"/>
                    </a:lnTo>
                    <a:lnTo>
                      <a:pt x="112" y="23"/>
                    </a:lnTo>
                    <a:lnTo>
                      <a:pt x="112" y="23"/>
                    </a:lnTo>
                    <a:lnTo>
                      <a:pt x="100" y="13"/>
                    </a:lnTo>
                    <a:lnTo>
                      <a:pt x="85" y="5"/>
                    </a:lnTo>
                    <a:lnTo>
                      <a:pt x="85" y="5"/>
                    </a:lnTo>
                    <a:lnTo>
                      <a:pt x="76" y="1"/>
                    </a:lnTo>
                    <a:lnTo>
                      <a:pt x="70" y="0"/>
                    </a:lnTo>
                    <a:lnTo>
                      <a:pt x="63" y="0"/>
                    </a:lnTo>
                    <a:lnTo>
                      <a:pt x="56" y="0"/>
                    </a:lnTo>
                    <a:lnTo>
                      <a:pt x="49" y="3"/>
                    </a:lnTo>
                    <a:lnTo>
                      <a:pt x="44" y="5"/>
                    </a:lnTo>
                    <a:lnTo>
                      <a:pt x="38" y="9"/>
                    </a:lnTo>
                    <a:lnTo>
                      <a:pt x="33" y="13"/>
                    </a:lnTo>
                    <a:lnTo>
                      <a:pt x="25" y="26"/>
                    </a:lnTo>
                    <a:lnTo>
                      <a:pt x="16" y="39"/>
                    </a:lnTo>
                    <a:lnTo>
                      <a:pt x="11" y="53"/>
                    </a:lnTo>
                    <a:lnTo>
                      <a:pt x="7" y="68"/>
                    </a:lnTo>
                    <a:lnTo>
                      <a:pt x="7" y="68"/>
                    </a:lnTo>
                    <a:lnTo>
                      <a:pt x="3" y="87"/>
                    </a:lnTo>
                    <a:lnTo>
                      <a:pt x="0" y="109"/>
                    </a:lnTo>
                    <a:lnTo>
                      <a:pt x="1" y="129"/>
                    </a:lnTo>
                    <a:lnTo>
                      <a:pt x="4" y="150"/>
                    </a:lnTo>
                    <a:lnTo>
                      <a:pt x="8" y="172"/>
                    </a:lnTo>
                    <a:lnTo>
                      <a:pt x="14" y="192"/>
                    </a:lnTo>
                    <a:lnTo>
                      <a:pt x="21" y="211"/>
                    </a:lnTo>
                    <a:lnTo>
                      <a:pt x="29" y="230"/>
                    </a:lnTo>
                    <a:lnTo>
                      <a:pt x="29" y="230"/>
                    </a:lnTo>
                    <a:lnTo>
                      <a:pt x="48" y="271"/>
                    </a:lnTo>
                    <a:lnTo>
                      <a:pt x="56" y="291"/>
                    </a:lnTo>
                    <a:lnTo>
                      <a:pt x="59" y="302"/>
                    </a:lnTo>
                    <a:lnTo>
                      <a:pt x="60" y="313"/>
                    </a:lnTo>
                    <a:lnTo>
                      <a:pt x="60" y="313"/>
                    </a:lnTo>
                    <a:lnTo>
                      <a:pt x="61" y="341"/>
                    </a:lnTo>
                    <a:lnTo>
                      <a:pt x="61" y="369"/>
                    </a:lnTo>
                    <a:lnTo>
                      <a:pt x="61" y="424"/>
                    </a:lnTo>
                    <a:lnTo>
                      <a:pt x="61" y="424"/>
                    </a:lnTo>
                    <a:lnTo>
                      <a:pt x="61" y="448"/>
                    </a:lnTo>
                    <a:lnTo>
                      <a:pt x="60" y="474"/>
                    </a:lnTo>
                    <a:lnTo>
                      <a:pt x="60" y="499"/>
                    </a:lnTo>
                    <a:lnTo>
                      <a:pt x="60" y="511"/>
                    </a:lnTo>
                    <a:lnTo>
                      <a:pt x="63" y="523"/>
                    </a:lnTo>
                    <a:lnTo>
                      <a:pt x="63" y="523"/>
                    </a:lnTo>
                    <a:lnTo>
                      <a:pt x="63" y="526"/>
                    </a:lnTo>
                    <a:lnTo>
                      <a:pt x="66" y="527"/>
                    </a:lnTo>
                    <a:lnTo>
                      <a:pt x="71" y="529"/>
                    </a:lnTo>
                    <a:lnTo>
                      <a:pt x="83" y="529"/>
                    </a:lnTo>
                    <a:lnTo>
                      <a:pt x="83" y="529"/>
                    </a:lnTo>
                    <a:lnTo>
                      <a:pt x="90" y="529"/>
                    </a:lnTo>
                    <a:lnTo>
                      <a:pt x="94" y="531"/>
                    </a:lnTo>
                    <a:lnTo>
                      <a:pt x="97" y="535"/>
                    </a:lnTo>
                    <a:lnTo>
                      <a:pt x="98" y="540"/>
                    </a:lnTo>
                    <a:lnTo>
                      <a:pt x="98" y="552"/>
                    </a:lnTo>
                    <a:lnTo>
                      <a:pt x="97" y="563"/>
                    </a:lnTo>
                    <a:lnTo>
                      <a:pt x="97" y="563"/>
                    </a:lnTo>
                    <a:lnTo>
                      <a:pt x="98" y="789"/>
                    </a:lnTo>
                    <a:lnTo>
                      <a:pt x="98" y="789"/>
                    </a:lnTo>
                    <a:lnTo>
                      <a:pt x="98" y="815"/>
                    </a:lnTo>
                    <a:lnTo>
                      <a:pt x="98" y="829"/>
                    </a:lnTo>
                    <a:lnTo>
                      <a:pt x="97" y="841"/>
                    </a:lnTo>
                    <a:lnTo>
                      <a:pt x="97" y="841"/>
                    </a:lnTo>
                    <a:lnTo>
                      <a:pt x="94" y="850"/>
                    </a:lnTo>
                    <a:lnTo>
                      <a:pt x="90" y="861"/>
                    </a:lnTo>
                    <a:lnTo>
                      <a:pt x="83" y="882"/>
                    </a:lnTo>
                    <a:lnTo>
                      <a:pt x="83" y="882"/>
                    </a:lnTo>
                    <a:lnTo>
                      <a:pt x="76" y="909"/>
                    </a:lnTo>
                    <a:lnTo>
                      <a:pt x="70" y="935"/>
                    </a:lnTo>
                    <a:lnTo>
                      <a:pt x="66" y="962"/>
                    </a:lnTo>
                    <a:lnTo>
                      <a:pt x="61" y="989"/>
                    </a:lnTo>
                    <a:lnTo>
                      <a:pt x="61" y="989"/>
                    </a:lnTo>
                    <a:lnTo>
                      <a:pt x="56" y="1037"/>
                    </a:lnTo>
                    <a:lnTo>
                      <a:pt x="53" y="1085"/>
                    </a:lnTo>
                    <a:lnTo>
                      <a:pt x="53" y="1085"/>
                    </a:lnTo>
                    <a:lnTo>
                      <a:pt x="55" y="1081"/>
                    </a:lnTo>
                    <a:lnTo>
                      <a:pt x="55" y="1081"/>
                    </a:lnTo>
                    <a:lnTo>
                      <a:pt x="53" y="1090"/>
                    </a:lnTo>
                    <a:lnTo>
                      <a:pt x="52" y="1096"/>
                    </a:lnTo>
                    <a:lnTo>
                      <a:pt x="51" y="1101"/>
                    </a:lnTo>
                    <a:lnTo>
                      <a:pt x="51" y="1101"/>
                    </a:lnTo>
                    <a:lnTo>
                      <a:pt x="53" y="1086"/>
                    </a:lnTo>
                    <a:lnTo>
                      <a:pt x="53" y="1086"/>
                    </a:lnTo>
                    <a:lnTo>
                      <a:pt x="45" y="1108"/>
                    </a:lnTo>
                    <a:lnTo>
                      <a:pt x="41" y="1119"/>
                    </a:lnTo>
                    <a:lnTo>
                      <a:pt x="41" y="1124"/>
                    </a:lnTo>
                    <a:lnTo>
                      <a:pt x="41" y="1130"/>
                    </a:lnTo>
                    <a:lnTo>
                      <a:pt x="41" y="1130"/>
                    </a:lnTo>
                    <a:lnTo>
                      <a:pt x="45" y="1135"/>
                    </a:lnTo>
                    <a:lnTo>
                      <a:pt x="48" y="1138"/>
                    </a:lnTo>
                    <a:lnTo>
                      <a:pt x="49" y="1141"/>
                    </a:lnTo>
                    <a:lnTo>
                      <a:pt x="49" y="1141"/>
                    </a:lnTo>
                    <a:lnTo>
                      <a:pt x="49" y="1148"/>
                    </a:lnTo>
                    <a:lnTo>
                      <a:pt x="48" y="1154"/>
                    </a:lnTo>
                    <a:lnTo>
                      <a:pt x="44" y="1168"/>
                    </a:lnTo>
                    <a:lnTo>
                      <a:pt x="44" y="1168"/>
                    </a:lnTo>
                    <a:lnTo>
                      <a:pt x="42" y="1182"/>
                    </a:lnTo>
                    <a:lnTo>
                      <a:pt x="42" y="1197"/>
                    </a:lnTo>
                    <a:lnTo>
                      <a:pt x="42" y="1205"/>
                    </a:lnTo>
                    <a:lnTo>
                      <a:pt x="45" y="1212"/>
                    </a:lnTo>
                    <a:lnTo>
                      <a:pt x="48" y="1217"/>
                    </a:lnTo>
                    <a:lnTo>
                      <a:pt x="52" y="1222"/>
                    </a:lnTo>
                    <a:lnTo>
                      <a:pt x="52" y="1222"/>
                    </a:lnTo>
                    <a:lnTo>
                      <a:pt x="56" y="1227"/>
                    </a:lnTo>
                    <a:lnTo>
                      <a:pt x="60" y="1229"/>
                    </a:lnTo>
                    <a:lnTo>
                      <a:pt x="64" y="1229"/>
                    </a:lnTo>
                    <a:lnTo>
                      <a:pt x="67" y="1228"/>
                    </a:lnTo>
                    <a:lnTo>
                      <a:pt x="72" y="1224"/>
                    </a:lnTo>
                    <a:lnTo>
                      <a:pt x="81" y="1218"/>
                    </a:lnTo>
                    <a:lnTo>
                      <a:pt x="81" y="1218"/>
                    </a:lnTo>
                    <a:lnTo>
                      <a:pt x="83" y="1225"/>
                    </a:lnTo>
                    <a:lnTo>
                      <a:pt x="87" y="1232"/>
                    </a:lnTo>
                    <a:lnTo>
                      <a:pt x="93" y="1236"/>
                    </a:lnTo>
                    <a:lnTo>
                      <a:pt x="98" y="1242"/>
                    </a:lnTo>
                    <a:lnTo>
                      <a:pt x="105" y="1244"/>
                    </a:lnTo>
                    <a:lnTo>
                      <a:pt x="112" y="1248"/>
                    </a:lnTo>
                    <a:lnTo>
                      <a:pt x="128" y="1252"/>
                    </a:lnTo>
                    <a:lnTo>
                      <a:pt x="145" y="1255"/>
                    </a:lnTo>
                    <a:lnTo>
                      <a:pt x="161" y="1257"/>
                    </a:lnTo>
                    <a:lnTo>
                      <a:pt x="190" y="1257"/>
                    </a:lnTo>
                    <a:lnTo>
                      <a:pt x="190" y="1257"/>
                    </a:lnTo>
                    <a:lnTo>
                      <a:pt x="205" y="1257"/>
                    </a:lnTo>
                    <a:lnTo>
                      <a:pt x="222" y="1257"/>
                    </a:lnTo>
                    <a:lnTo>
                      <a:pt x="232" y="1255"/>
                    </a:lnTo>
                    <a:lnTo>
                      <a:pt x="239" y="1252"/>
                    </a:lnTo>
                    <a:lnTo>
                      <a:pt x="240" y="1251"/>
                    </a:lnTo>
                    <a:lnTo>
                      <a:pt x="241" y="1248"/>
                    </a:lnTo>
                    <a:lnTo>
                      <a:pt x="241" y="1246"/>
                    </a:lnTo>
                    <a:lnTo>
                      <a:pt x="241" y="1242"/>
                    </a:lnTo>
                    <a:lnTo>
                      <a:pt x="241" y="1242"/>
                    </a:lnTo>
                    <a:lnTo>
                      <a:pt x="237" y="1235"/>
                    </a:lnTo>
                    <a:lnTo>
                      <a:pt x="233" y="1228"/>
                    </a:lnTo>
                    <a:lnTo>
                      <a:pt x="229" y="1222"/>
                    </a:lnTo>
                    <a:lnTo>
                      <a:pt x="224" y="1218"/>
                    </a:lnTo>
                    <a:lnTo>
                      <a:pt x="213" y="1210"/>
                    </a:lnTo>
                    <a:lnTo>
                      <a:pt x="199" y="1203"/>
                    </a:lnTo>
                    <a:lnTo>
                      <a:pt x="199" y="1203"/>
                    </a:lnTo>
                    <a:lnTo>
                      <a:pt x="185" y="1195"/>
                    </a:lnTo>
                    <a:lnTo>
                      <a:pt x="180" y="1191"/>
                    </a:lnTo>
                    <a:lnTo>
                      <a:pt x="176" y="1186"/>
                    </a:lnTo>
                    <a:lnTo>
                      <a:pt x="172" y="1180"/>
                    </a:lnTo>
                    <a:lnTo>
                      <a:pt x="168" y="1175"/>
                    </a:lnTo>
                    <a:lnTo>
                      <a:pt x="165" y="1167"/>
                    </a:lnTo>
                    <a:lnTo>
                      <a:pt x="164" y="1160"/>
                    </a:lnTo>
                    <a:lnTo>
                      <a:pt x="164" y="1160"/>
                    </a:lnTo>
                    <a:lnTo>
                      <a:pt x="164" y="1152"/>
                    </a:lnTo>
                    <a:lnTo>
                      <a:pt x="164" y="1145"/>
                    </a:lnTo>
                    <a:lnTo>
                      <a:pt x="166" y="1139"/>
                    </a:lnTo>
                    <a:lnTo>
                      <a:pt x="170" y="1137"/>
                    </a:lnTo>
                    <a:lnTo>
                      <a:pt x="175" y="1135"/>
                    </a:lnTo>
                    <a:lnTo>
                      <a:pt x="181" y="1135"/>
                    </a:lnTo>
                    <a:lnTo>
                      <a:pt x="187" y="1138"/>
                    </a:lnTo>
                    <a:lnTo>
                      <a:pt x="194" y="1142"/>
                    </a:lnTo>
                    <a:lnTo>
                      <a:pt x="194" y="1142"/>
                    </a:lnTo>
                    <a:lnTo>
                      <a:pt x="202" y="1148"/>
                    </a:lnTo>
                    <a:lnTo>
                      <a:pt x="210" y="1152"/>
                    </a:lnTo>
                    <a:lnTo>
                      <a:pt x="220" y="1153"/>
                    </a:lnTo>
                    <a:lnTo>
                      <a:pt x="230" y="1154"/>
                    </a:lnTo>
                    <a:lnTo>
                      <a:pt x="240" y="1154"/>
                    </a:lnTo>
                    <a:lnTo>
                      <a:pt x="251" y="1154"/>
                    </a:lnTo>
                    <a:lnTo>
                      <a:pt x="270" y="1152"/>
                    </a:lnTo>
                    <a:lnTo>
                      <a:pt x="270" y="1152"/>
                    </a:lnTo>
                    <a:lnTo>
                      <a:pt x="277" y="1150"/>
                    </a:lnTo>
                    <a:lnTo>
                      <a:pt x="285" y="1149"/>
                    </a:lnTo>
                    <a:lnTo>
                      <a:pt x="288" y="1148"/>
                    </a:lnTo>
                    <a:lnTo>
                      <a:pt x="292" y="1145"/>
                    </a:lnTo>
                    <a:lnTo>
                      <a:pt x="293" y="1142"/>
                    </a:lnTo>
                    <a:lnTo>
                      <a:pt x="293" y="1138"/>
                    </a:lnTo>
                    <a:lnTo>
                      <a:pt x="293" y="1138"/>
                    </a:lnTo>
                    <a:lnTo>
                      <a:pt x="292" y="1130"/>
                    </a:lnTo>
                    <a:lnTo>
                      <a:pt x="290" y="1127"/>
                    </a:lnTo>
                    <a:lnTo>
                      <a:pt x="289" y="1126"/>
                    </a:lnTo>
                    <a:lnTo>
                      <a:pt x="284" y="1123"/>
                    </a:lnTo>
                    <a:lnTo>
                      <a:pt x="275" y="1122"/>
                    </a:lnTo>
                    <a:lnTo>
                      <a:pt x="275" y="1122"/>
                    </a:lnTo>
                    <a:lnTo>
                      <a:pt x="255" y="1116"/>
                    </a:lnTo>
                    <a:lnTo>
                      <a:pt x="244" y="1113"/>
                    </a:lnTo>
                    <a:lnTo>
                      <a:pt x="232" y="1111"/>
                    </a:lnTo>
                    <a:lnTo>
                      <a:pt x="222" y="1105"/>
                    </a:lnTo>
                    <a:lnTo>
                      <a:pt x="213" y="1100"/>
                    </a:lnTo>
                    <a:lnTo>
                      <a:pt x="210" y="1097"/>
                    </a:lnTo>
                    <a:lnTo>
                      <a:pt x="207" y="1093"/>
                    </a:lnTo>
                    <a:lnTo>
                      <a:pt x="206" y="1089"/>
                    </a:lnTo>
                    <a:lnTo>
                      <a:pt x="205" y="1083"/>
                    </a:lnTo>
                    <a:lnTo>
                      <a:pt x="205" y="1083"/>
                    </a:lnTo>
                    <a:lnTo>
                      <a:pt x="203" y="1077"/>
                    </a:lnTo>
                    <a:lnTo>
                      <a:pt x="200" y="1073"/>
                    </a:lnTo>
                    <a:lnTo>
                      <a:pt x="196" y="1067"/>
                    </a:lnTo>
                    <a:lnTo>
                      <a:pt x="194" y="1062"/>
                    </a:lnTo>
                    <a:lnTo>
                      <a:pt x="194" y="1062"/>
                    </a:lnTo>
                    <a:lnTo>
                      <a:pt x="192" y="1059"/>
                    </a:lnTo>
                    <a:lnTo>
                      <a:pt x="192" y="1055"/>
                    </a:lnTo>
                    <a:lnTo>
                      <a:pt x="195" y="1047"/>
                    </a:lnTo>
                    <a:lnTo>
                      <a:pt x="198" y="1040"/>
                    </a:lnTo>
                    <a:lnTo>
                      <a:pt x="198" y="1036"/>
                    </a:lnTo>
                    <a:lnTo>
                      <a:pt x="198" y="1032"/>
                    </a:lnTo>
                    <a:lnTo>
                      <a:pt x="198" y="1032"/>
                    </a:lnTo>
                    <a:lnTo>
                      <a:pt x="190" y="1015"/>
                    </a:lnTo>
                    <a:lnTo>
                      <a:pt x="187" y="1006"/>
                    </a:lnTo>
                    <a:lnTo>
                      <a:pt x="187" y="1002"/>
                    </a:lnTo>
                    <a:lnTo>
                      <a:pt x="187" y="996"/>
                    </a:lnTo>
                    <a:lnTo>
                      <a:pt x="187" y="996"/>
                    </a:lnTo>
                    <a:lnTo>
                      <a:pt x="198" y="953"/>
                    </a:lnTo>
                    <a:lnTo>
                      <a:pt x="198" y="953"/>
                    </a:lnTo>
                    <a:lnTo>
                      <a:pt x="206" y="929"/>
                    </a:lnTo>
                    <a:lnTo>
                      <a:pt x="215" y="906"/>
                    </a:lnTo>
                    <a:lnTo>
                      <a:pt x="225" y="884"/>
                    </a:lnTo>
                    <a:lnTo>
                      <a:pt x="233" y="861"/>
                    </a:lnTo>
                    <a:lnTo>
                      <a:pt x="233" y="861"/>
                    </a:lnTo>
                    <a:lnTo>
                      <a:pt x="240" y="837"/>
                    </a:lnTo>
                    <a:lnTo>
                      <a:pt x="245" y="811"/>
                    </a:lnTo>
                    <a:lnTo>
                      <a:pt x="255" y="760"/>
                    </a:lnTo>
                    <a:lnTo>
                      <a:pt x="262" y="709"/>
                    </a:lnTo>
                    <a:lnTo>
                      <a:pt x="269" y="658"/>
                    </a:lnTo>
                    <a:lnTo>
                      <a:pt x="269" y="658"/>
                    </a:lnTo>
                    <a:lnTo>
                      <a:pt x="274" y="609"/>
                    </a:lnTo>
                    <a:lnTo>
                      <a:pt x="275" y="583"/>
                    </a:lnTo>
                    <a:lnTo>
                      <a:pt x="275" y="559"/>
                    </a:lnTo>
                    <a:lnTo>
                      <a:pt x="275" y="559"/>
                    </a:lnTo>
                    <a:lnTo>
                      <a:pt x="275" y="548"/>
                    </a:lnTo>
                    <a:lnTo>
                      <a:pt x="277" y="538"/>
                    </a:lnTo>
                    <a:lnTo>
                      <a:pt x="278" y="530"/>
                    </a:lnTo>
                    <a:lnTo>
                      <a:pt x="282" y="523"/>
                    </a:lnTo>
                    <a:lnTo>
                      <a:pt x="288" y="519"/>
                    </a:lnTo>
                    <a:lnTo>
                      <a:pt x="296" y="516"/>
                    </a:lnTo>
                    <a:lnTo>
                      <a:pt x="305" y="516"/>
                    </a:lnTo>
                    <a:lnTo>
                      <a:pt x="316" y="518"/>
                    </a:lnTo>
                    <a:lnTo>
                      <a:pt x="316" y="518"/>
                    </a:lnTo>
                    <a:lnTo>
                      <a:pt x="331" y="519"/>
                    </a:lnTo>
                    <a:lnTo>
                      <a:pt x="331" y="519"/>
                    </a:lnTo>
                    <a:lnTo>
                      <a:pt x="329" y="501"/>
                    </a:lnTo>
                    <a:lnTo>
                      <a:pt x="326" y="485"/>
                    </a:lnTo>
                    <a:lnTo>
                      <a:pt x="318" y="452"/>
                    </a:lnTo>
                    <a:lnTo>
                      <a:pt x="307" y="420"/>
                    </a:lnTo>
                    <a:lnTo>
                      <a:pt x="296" y="388"/>
                    </a:lnTo>
                    <a:lnTo>
                      <a:pt x="296" y="388"/>
                    </a:lnTo>
                    <a:lnTo>
                      <a:pt x="286" y="357"/>
                    </a:lnTo>
                    <a:lnTo>
                      <a:pt x="278" y="327"/>
                    </a:lnTo>
                    <a:lnTo>
                      <a:pt x="278" y="327"/>
                    </a:lnTo>
                    <a:lnTo>
                      <a:pt x="275" y="315"/>
                    </a:lnTo>
                    <a:lnTo>
                      <a:pt x="271" y="298"/>
                    </a:lnTo>
                    <a:lnTo>
                      <a:pt x="270" y="290"/>
                    </a:lnTo>
                    <a:lnTo>
                      <a:pt x="270" y="283"/>
                    </a:lnTo>
                    <a:lnTo>
                      <a:pt x="271" y="276"/>
                    </a:lnTo>
                    <a:lnTo>
                      <a:pt x="274" y="272"/>
                    </a:lnTo>
                    <a:lnTo>
                      <a:pt x="274" y="272"/>
                    </a:lnTo>
                    <a:lnTo>
                      <a:pt x="282" y="270"/>
                    </a:lnTo>
                    <a:lnTo>
                      <a:pt x="290" y="268"/>
                    </a:lnTo>
                    <a:lnTo>
                      <a:pt x="308" y="270"/>
                    </a:lnTo>
                    <a:lnTo>
                      <a:pt x="318" y="271"/>
                    </a:lnTo>
                    <a:lnTo>
                      <a:pt x="326" y="271"/>
                    </a:lnTo>
                    <a:lnTo>
                      <a:pt x="334" y="268"/>
                    </a:lnTo>
                    <a:lnTo>
                      <a:pt x="338" y="266"/>
                    </a:lnTo>
                    <a:lnTo>
                      <a:pt x="341" y="261"/>
                    </a:lnTo>
                    <a:lnTo>
                      <a:pt x="341" y="261"/>
                    </a:lnTo>
                    <a:lnTo>
                      <a:pt x="345" y="257"/>
                    </a:lnTo>
                    <a:lnTo>
                      <a:pt x="346" y="253"/>
                    </a:lnTo>
                    <a:lnTo>
                      <a:pt x="350" y="241"/>
                    </a:lnTo>
                    <a:lnTo>
                      <a:pt x="350" y="230"/>
                    </a:lnTo>
                    <a:lnTo>
                      <a:pt x="350" y="219"/>
                    </a:lnTo>
                    <a:lnTo>
                      <a:pt x="350" y="219"/>
                    </a:lnTo>
                    <a:lnTo>
                      <a:pt x="349" y="212"/>
                    </a:lnTo>
                    <a:lnTo>
                      <a:pt x="345" y="207"/>
                    </a:lnTo>
                    <a:lnTo>
                      <a:pt x="342" y="202"/>
                    </a:lnTo>
                    <a:lnTo>
                      <a:pt x="337" y="196"/>
                    </a:lnTo>
                    <a:lnTo>
                      <a:pt x="326" y="188"/>
                    </a:lnTo>
                    <a:lnTo>
                      <a:pt x="315" y="180"/>
                    </a:lnTo>
                    <a:lnTo>
                      <a:pt x="315" y="180"/>
                    </a:lnTo>
                    <a:lnTo>
                      <a:pt x="316" y="181"/>
                    </a:lnTo>
                    <a:lnTo>
                      <a:pt x="315" y="180"/>
                    </a:lnTo>
                    <a:lnTo>
                      <a:pt x="315" y="180"/>
                    </a:lnTo>
                    <a:close/>
                    <a:moveTo>
                      <a:pt x="165" y="43"/>
                    </a:moveTo>
                    <a:lnTo>
                      <a:pt x="165" y="43"/>
                    </a:lnTo>
                    <a:lnTo>
                      <a:pt x="162" y="43"/>
                    </a:lnTo>
                    <a:lnTo>
                      <a:pt x="161" y="41"/>
                    </a:lnTo>
                    <a:lnTo>
                      <a:pt x="165" y="43"/>
                    </a:lnTo>
                    <a:close/>
                    <a:moveTo>
                      <a:pt x="221" y="158"/>
                    </a:moveTo>
                    <a:lnTo>
                      <a:pt x="221" y="158"/>
                    </a:lnTo>
                    <a:lnTo>
                      <a:pt x="213" y="158"/>
                    </a:lnTo>
                    <a:lnTo>
                      <a:pt x="207" y="157"/>
                    </a:lnTo>
                    <a:lnTo>
                      <a:pt x="203" y="152"/>
                    </a:lnTo>
                    <a:lnTo>
                      <a:pt x="202" y="146"/>
                    </a:lnTo>
                    <a:lnTo>
                      <a:pt x="199" y="132"/>
                    </a:lnTo>
                    <a:lnTo>
                      <a:pt x="198" y="124"/>
                    </a:lnTo>
                    <a:lnTo>
                      <a:pt x="195" y="116"/>
                    </a:lnTo>
                    <a:lnTo>
                      <a:pt x="195" y="116"/>
                    </a:lnTo>
                    <a:lnTo>
                      <a:pt x="190" y="105"/>
                    </a:lnTo>
                    <a:lnTo>
                      <a:pt x="184" y="95"/>
                    </a:lnTo>
                    <a:lnTo>
                      <a:pt x="177" y="84"/>
                    </a:lnTo>
                    <a:lnTo>
                      <a:pt x="169" y="75"/>
                    </a:lnTo>
                    <a:lnTo>
                      <a:pt x="153" y="57"/>
                    </a:lnTo>
                    <a:lnTo>
                      <a:pt x="135" y="41"/>
                    </a:lnTo>
                    <a:lnTo>
                      <a:pt x="135" y="41"/>
                    </a:lnTo>
                    <a:lnTo>
                      <a:pt x="151" y="46"/>
                    </a:lnTo>
                    <a:lnTo>
                      <a:pt x="165" y="52"/>
                    </a:lnTo>
                    <a:lnTo>
                      <a:pt x="170" y="56"/>
                    </a:lnTo>
                    <a:lnTo>
                      <a:pt x="177" y="61"/>
                    </a:lnTo>
                    <a:lnTo>
                      <a:pt x="190" y="73"/>
                    </a:lnTo>
                    <a:lnTo>
                      <a:pt x="190" y="73"/>
                    </a:lnTo>
                    <a:lnTo>
                      <a:pt x="198" y="84"/>
                    </a:lnTo>
                    <a:lnTo>
                      <a:pt x="205" y="97"/>
                    </a:lnTo>
                    <a:lnTo>
                      <a:pt x="210" y="110"/>
                    </a:lnTo>
                    <a:lnTo>
                      <a:pt x="214" y="124"/>
                    </a:lnTo>
                    <a:lnTo>
                      <a:pt x="214" y="124"/>
                    </a:lnTo>
                    <a:lnTo>
                      <a:pt x="220" y="142"/>
                    </a:lnTo>
                    <a:lnTo>
                      <a:pt x="222" y="151"/>
                    </a:lnTo>
                    <a:lnTo>
                      <a:pt x="222" y="155"/>
                    </a:lnTo>
                    <a:lnTo>
                      <a:pt x="221" y="158"/>
                    </a:lnTo>
                    <a:lnTo>
                      <a:pt x="221" y="158"/>
                    </a:lnTo>
                    <a:lnTo>
                      <a:pt x="215" y="159"/>
                    </a:lnTo>
                    <a:lnTo>
                      <a:pt x="217" y="158"/>
                    </a:lnTo>
                    <a:lnTo>
                      <a:pt x="220" y="158"/>
                    </a:lnTo>
                    <a:lnTo>
                      <a:pt x="221" y="158"/>
                    </a:lnTo>
                    <a:lnTo>
                      <a:pt x="221" y="158"/>
                    </a:lnTo>
                    <a:lnTo>
                      <a:pt x="221" y="158"/>
                    </a:lnTo>
                    <a:close/>
                    <a:moveTo>
                      <a:pt x="220" y="107"/>
                    </a:moveTo>
                    <a:lnTo>
                      <a:pt x="220" y="107"/>
                    </a:lnTo>
                    <a:lnTo>
                      <a:pt x="209" y="90"/>
                    </a:lnTo>
                    <a:lnTo>
                      <a:pt x="195" y="73"/>
                    </a:lnTo>
                    <a:lnTo>
                      <a:pt x="180" y="58"/>
                    </a:lnTo>
                    <a:lnTo>
                      <a:pt x="165" y="43"/>
                    </a:lnTo>
                    <a:lnTo>
                      <a:pt x="165" y="43"/>
                    </a:lnTo>
                    <a:lnTo>
                      <a:pt x="194" y="67"/>
                    </a:lnTo>
                    <a:lnTo>
                      <a:pt x="207" y="80"/>
                    </a:lnTo>
                    <a:lnTo>
                      <a:pt x="220" y="95"/>
                    </a:lnTo>
                    <a:lnTo>
                      <a:pt x="232" y="110"/>
                    </a:lnTo>
                    <a:lnTo>
                      <a:pt x="240" y="127"/>
                    </a:lnTo>
                    <a:lnTo>
                      <a:pt x="247" y="143"/>
                    </a:lnTo>
                    <a:lnTo>
                      <a:pt x="250" y="152"/>
                    </a:lnTo>
                    <a:lnTo>
                      <a:pt x="251" y="161"/>
                    </a:lnTo>
                    <a:lnTo>
                      <a:pt x="251" y="161"/>
                    </a:lnTo>
                    <a:lnTo>
                      <a:pt x="247" y="161"/>
                    </a:lnTo>
                    <a:lnTo>
                      <a:pt x="244" y="161"/>
                    </a:lnTo>
                    <a:lnTo>
                      <a:pt x="239" y="155"/>
                    </a:lnTo>
                    <a:lnTo>
                      <a:pt x="235" y="148"/>
                    </a:lnTo>
                    <a:lnTo>
                      <a:pt x="230" y="140"/>
                    </a:lnTo>
                    <a:lnTo>
                      <a:pt x="225" y="121"/>
                    </a:lnTo>
                    <a:lnTo>
                      <a:pt x="222" y="113"/>
                    </a:lnTo>
                    <a:lnTo>
                      <a:pt x="220" y="107"/>
                    </a:lnTo>
                    <a:lnTo>
                      <a:pt x="220" y="107"/>
                    </a:lnTo>
                    <a:lnTo>
                      <a:pt x="217" y="102"/>
                    </a:lnTo>
                    <a:lnTo>
                      <a:pt x="220" y="107"/>
                    </a:lnTo>
                    <a:lnTo>
                      <a:pt x="220" y="107"/>
                    </a:lnTo>
                    <a:close/>
                    <a:moveTo>
                      <a:pt x="248" y="443"/>
                    </a:moveTo>
                    <a:lnTo>
                      <a:pt x="248" y="443"/>
                    </a:lnTo>
                    <a:lnTo>
                      <a:pt x="250" y="433"/>
                    </a:lnTo>
                    <a:lnTo>
                      <a:pt x="251" y="422"/>
                    </a:lnTo>
                    <a:lnTo>
                      <a:pt x="252" y="420"/>
                    </a:lnTo>
                    <a:lnTo>
                      <a:pt x="255" y="417"/>
                    </a:lnTo>
                    <a:lnTo>
                      <a:pt x="259" y="416"/>
                    </a:lnTo>
                    <a:lnTo>
                      <a:pt x="265" y="417"/>
                    </a:lnTo>
                    <a:lnTo>
                      <a:pt x="265" y="417"/>
                    </a:lnTo>
                    <a:lnTo>
                      <a:pt x="265" y="429"/>
                    </a:lnTo>
                    <a:lnTo>
                      <a:pt x="265" y="437"/>
                    </a:lnTo>
                    <a:lnTo>
                      <a:pt x="262" y="440"/>
                    </a:lnTo>
                    <a:lnTo>
                      <a:pt x="259" y="441"/>
                    </a:lnTo>
                    <a:lnTo>
                      <a:pt x="255" y="443"/>
                    </a:lnTo>
                    <a:lnTo>
                      <a:pt x="248" y="443"/>
                    </a:lnTo>
                    <a:lnTo>
                      <a:pt x="248" y="443"/>
                    </a:lnTo>
                    <a:close/>
                    <a:moveTo>
                      <a:pt x="281" y="410"/>
                    </a:moveTo>
                    <a:lnTo>
                      <a:pt x="281" y="410"/>
                    </a:lnTo>
                    <a:lnTo>
                      <a:pt x="271" y="413"/>
                    </a:lnTo>
                    <a:lnTo>
                      <a:pt x="263" y="414"/>
                    </a:lnTo>
                    <a:lnTo>
                      <a:pt x="260" y="413"/>
                    </a:lnTo>
                    <a:lnTo>
                      <a:pt x="258" y="411"/>
                    </a:lnTo>
                    <a:lnTo>
                      <a:pt x="255" y="407"/>
                    </a:lnTo>
                    <a:lnTo>
                      <a:pt x="254" y="403"/>
                    </a:lnTo>
                    <a:lnTo>
                      <a:pt x="254" y="403"/>
                    </a:lnTo>
                    <a:lnTo>
                      <a:pt x="251" y="391"/>
                    </a:lnTo>
                    <a:lnTo>
                      <a:pt x="252" y="379"/>
                    </a:lnTo>
                    <a:lnTo>
                      <a:pt x="254" y="365"/>
                    </a:lnTo>
                    <a:lnTo>
                      <a:pt x="254" y="353"/>
                    </a:lnTo>
                    <a:lnTo>
                      <a:pt x="254" y="353"/>
                    </a:lnTo>
                    <a:lnTo>
                      <a:pt x="252" y="336"/>
                    </a:lnTo>
                    <a:lnTo>
                      <a:pt x="251" y="313"/>
                    </a:lnTo>
                    <a:lnTo>
                      <a:pt x="252" y="301"/>
                    </a:lnTo>
                    <a:lnTo>
                      <a:pt x="254" y="291"/>
                    </a:lnTo>
                    <a:lnTo>
                      <a:pt x="256" y="283"/>
                    </a:lnTo>
                    <a:lnTo>
                      <a:pt x="259" y="282"/>
                    </a:lnTo>
                    <a:lnTo>
                      <a:pt x="262" y="281"/>
                    </a:lnTo>
                    <a:lnTo>
                      <a:pt x="262" y="281"/>
                    </a:lnTo>
                    <a:lnTo>
                      <a:pt x="266" y="313"/>
                    </a:lnTo>
                    <a:lnTo>
                      <a:pt x="271" y="346"/>
                    </a:lnTo>
                    <a:lnTo>
                      <a:pt x="281" y="410"/>
                    </a:lnTo>
                    <a:lnTo>
                      <a:pt x="281" y="410"/>
                    </a:lnTo>
                    <a:lnTo>
                      <a:pt x="280" y="409"/>
                    </a:lnTo>
                    <a:lnTo>
                      <a:pt x="278" y="405"/>
                    </a:lnTo>
                    <a:lnTo>
                      <a:pt x="277" y="395"/>
                    </a:lnTo>
                    <a:lnTo>
                      <a:pt x="277" y="392"/>
                    </a:lnTo>
                    <a:lnTo>
                      <a:pt x="278" y="392"/>
                    </a:lnTo>
                    <a:lnTo>
                      <a:pt x="281" y="410"/>
                    </a:lnTo>
                    <a:lnTo>
                      <a:pt x="281" y="41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nvGrpSpPr>
            <p:cNvPr id="6" name="Group 82"/>
            <p:cNvGrpSpPr/>
            <p:nvPr/>
          </p:nvGrpSpPr>
          <p:grpSpPr>
            <a:xfrm>
              <a:off x="1285852" y="1000114"/>
              <a:ext cx="729094" cy="2511672"/>
              <a:chOff x="5075236" y="1428742"/>
              <a:chExt cx="360363" cy="1241426"/>
            </a:xfrm>
            <a:grpFill/>
          </p:grpSpPr>
          <p:sp>
            <p:nvSpPr>
              <p:cNvPr id="81" name="Freeform 18"/>
              <p:cNvSpPr>
                <a:spLocks/>
              </p:cNvSpPr>
              <p:nvPr/>
            </p:nvSpPr>
            <p:spPr bwMode="auto">
              <a:xfrm>
                <a:off x="5187948" y="1428742"/>
                <a:ext cx="123825" cy="182563"/>
              </a:xfrm>
              <a:custGeom>
                <a:avLst/>
                <a:gdLst/>
                <a:ahLst/>
                <a:cxnLst>
                  <a:cxn ang="0">
                    <a:pos x="21" y="184"/>
                  </a:cxn>
                  <a:cxn ang="0">
                    <a:pos x="24" y="198"/>
                  </a:cxn>
                  <a:cxn ang="0">
                    <a:pos x="24" y="211"/>
                  </a:cxn>
                  <a:cxn ang="0">
                    <a:pos x="27" y="215"/>
                  </a:cxn>
                  <a:cxn ang="0">
                    <a:pos x="43" y="224"/>
                  </a:cxn>
                  <a:cxn ang="0">
                    <a:pos x="55" y="228"/>
                  </a:cxn>
                  <a:cxn ang="0">
                    <a:pos x="81" y="228"/>
                  </a:cxn>
                  <a:cxn ang="0">
                    <a:pos x="95" y="224"/>
                  </a:cxn>
                  <a:cxn ang="0">
                    <a:pos x="110" y="213"/>
                  </a:cxn>
                  <a:cxn ang="0">
                    <a:pos x="124" y="206"/>
                  </a:cxn>
                  <a:cxn ang="0">
                    <a:pos x="126" y="204"/>
                  </a:cxn>
                  <a:cxn ang="0">
                    <a:pos x="125" y="179"/>
                  </a:cxn>
                  <a:cxn ang="0">
                    <a:pos x="132" y="153"/>
                  </a:cxn>
                  <a:cxn ang="0">
                    <a:pos x="141" y="139"/>
                  </a:cxn>
                  <a:cxn ang="0">
                    <a:pos x="154" y="116"/>
                  </a:cxn>
                  <a:cxn ang="0">
                    <a:pos x="155" y="104"/>
                  </a:cxn>
                  <a:cxn ang="0">
                    <a:pos x="152" y="97"/>
                  </a:cxn>
                  <a:cxn ang="0">
                    <a:pos x="148" y="94"/>
                  </a:cxn>
                  <a:cxn ang="0">
                    <a:pos x="145" y="86"/>
                  </a:cxn>
                  <a:cxn ang="0">
                    <a:pos x="144" y="60"/>
                  </a:cxn>
                  <a:cxn ang="0">
                    <a:pos x="141" y="50"/>
                  </a:cxn>
                  <a:cxn ang="0">
                    <a:pos x="130" y="25"/>
                  </a:cxn>
                  <a:cxn ang="0">
                    <a:pos x="125" y="18"/>
                  </a:cxn>
                  <a:cxn ang="0">
                    <a:pos x="110" y="7"/>
                  </a:cxn>
                  <a:cxn ang="0">
                    <a:pos x="92" y="1"/>
                  </a:cxn>
                  <a:cxn ang="0">
                    <a:pos x="75" y="0"/>
                  </a:cxn>
                  <a:cxn ang="0">
                    <a:pos x="55" y="3"/>
                  </a:cxn>
                  <a:cxn ang="0">
                    <a:pos x="39" y="10"/>
                  </a:cxn>
                  <a:cxn ang="0">
                    <a:pos x="24" y="19"/>
                  </a:cxn>
                  <a:cxn ang="0">
                    <a:pos x="13" y="34"/>
                  </a:cxn>
                  <a:cxn ang="0">
                    <a:pos x="6" y="52"/>
                  </a:cxn>
                  <a:cxn ang="0">
                    <a:pos x="5" y="65"/>
                  </a:cxn>
                  <a:cxn ang="0">
                    <a:pos x="5" y="93"/>
                  </a:cxn>
                  <a:cxn ang="0">
                    <a:pos x="4" y="105"/>
                  </a:cxn>
                  <a:cxn ang="0">
                    <a:pos x="1" y="116"/>
                  </a:cxn>
                  <a:cxn ang="0">
                    <a:pos x="2" y="138"/>
                  </a:cxn>
                  <a:cxn ang="0">
                    <a:pos x="6" y="147"/>
                  </a:cxn>
                  <a:cxn ang="0">
                    <a:pos x="15" y="166"/>
                  </a:cxn>
                  <a:cxn ang="0">
                    <a:pos x="21" y="184"/>
                  </a:cxn>
                  <a:cxn ang="0">
                    <a:pos x="21" y="184"/>
                  </a:cxn>
                </a:cxnLst>
                <a:rect l="0" t="0" r="r" b="b"/>
                <a:pathLst>
                  <a:path w="155" h="229">
                    <a:moveTo>
                      <a:pt x="21" y="184"/>
                    </a:moveTo>
                    <a:lnTo>
                      <a:pt x="21" y="184"/>
                    </a:lnTo>
                    <a:lnTo>
                      <a:pt x="24" y="191"/>
                    </a:lnTo>
                    <a:lnTo>
                      <a:pt x="24" y="198"/>
                    </a:lnTo>
                    <a:lnTo>
                      <a:pt x="24" y="211"/>
                    </a:lnTo>
                    <a:lnTo>
                      <a:pt x="24" y="211"/>
                    </a:lnTo>
                    <a:lnTo>
                      <a:pt x="26" y="214"/>
                    </a:lnTo>
                    <a:lnTo>
                      <a:pt x="27" y="215"/>
                    </a:lnTo>
                    <a:lnTo>
                      <a:pt x="31" y="219"/>
                    </a:lnTo>
                    <a:lnTo>
                      <a:pt x="43" y="224"/>
                    </a:lnTo>
                    <a:lnTo>
                      <a:pt x="43" y="224"/>
                    </a:lnTo>
                    <a:lnTo>
                      <a:pt x="55" y="228"/>
                    </a:lnTo>
                    <a:lnTo>
                      <a:pt x="69" y="229"/>
                    </a:lnTo>
                    <a:lnTo>
                      <a:pt x="81" y="228"/>
                    </a:lnTo>
                    <a:lnTo>
                      <a:pt x="95" y="224"/>
                    </a:lnTo>
                    <a:lnTo>
                      <a:pt x="95" y="224"/>
                    </a:lnTo>
                    <a:lnTo>
                      <a:pt x="102" y="219"/>
                    </a:lnTo>
                    <a:lnTo>
                      <a:pt x="110" y="213"/>
                    </a:lnTo>
                    <a:lnTo>
                      <a:pt x="120" y="207"/>
                    </a:lnTo>
                    <a:lnTo>
                      <a:pt x="124" y="206"/>
                    </a:lnTo>
                    <a:lnTo>
                      <a:pt x="126" y="204"/>
                    </a:lnTo>
                    <a:lnTo>
                      <a:pt x="126" y="204"/>
                    </a:lnTo>
                    <a:lnTo>
                      <a:pt x="125" y="191"/>
                    </a:lnTo>
                    <a:lnTo>
                      <a:pt x="125" y="179"/>
                    </a:lnTo>
                    <a:lnTo>
                      <a:pt x="128" y="165"/>
                    </a:lnTo>
                    <a:lnTo>
                      <a:pt x="132" y="153"/>
                    </a:lnTo>
                    <a:lnTo>
                      <a:pt x="132" y="153"/>
                    </a:lnTo>
                    <a:lnTo>
                      <a:pt x="141" y="139"/>
                    </a:lnTo>
                    <a:lnTo>
                      <a:pt x="151" y="124"/>
                    </a:lnTo>
                    <a:lnTo>
                      <a:pt x="154" y="116"/>
                    </a:lnTo>
                    <a:lnTo>
                      <a:pt x="155" y="108"/>
                    </a:lnTo>
                    <a:lnTo>
                      <a:pt x="155" y="104"/>
                    </a:lnTo>
                    <a:lnTo>
                      <a:pt x="154" y="101"/>
                    </a:lnTo>
                    <a:lnTo>
                      <a:pt x="152" y="97"/>
                    </a:lnTo>
                    <a:lnTo>
                      <a:pt x="148" y="94"/>
                    </a:lnTo>
                    <a:lnTo>
                      <a:pt x="148" y="94"/>
                    </a:lnTo>
                    <a:lnTo>
                      <a:pt x="147" y="91"/>
                    </a:lnTo>
                    <a:lnTo>
                      <a:pt x="145" y="86"/>
                    </a:lnTo>
                    <a:lnTo>
                      <a:pt x="144" y="74"/>
                    </a:lnTo>
                    <a:lnTo>
                      <a:pt x="144" y="60"/>
                    </a:lnTo>
                    <a:lnTo>
                      <a:pt x="141" y="50"/>
                    </a:lnTo>
                    <a:lnTo>
                      <a:pt x="141" y="50"/>
                    </a:lnTo>
                    <a:lnTo>
                      <a:pt x="136" y="33"/>
                    </a:lnTo>
                    <a:lnTo>
                      <a:pt x="130" y="25"/>
                    </a:lnTo>
                    <a:lnTo>
                      <a:pt x="125" y="18"/>
                    </a:lnTo>
                    <a:lnTo>
                      <a:pt x="125" y="18"/>
                    </a:lnTo>
                    <a:lnTo>
                      <a:pt x="118" y="12"/>
                    </a:lnTo>
                    <a:lnTo>
                      <a:pt x="110" y="7"/>
                    </a:lnTo>
                    <a:lnTo>
                      <a:pt x="102" y="4"/>
                    </a:lnTo>
                    <a:lnTo>
                      <a:pt x="92" y="1"/>
                    </a:lnTo>
                    <a:lnTo>
                      <a:pt x="84" y="0"/>
                    </a:lnTo>
                    <a:lnTo>
                      <a:pt x="75" y="0"/>
                    </a:lnTo>
                    <a:lnTo>
                      <a:pt x="65" y="0"/>
                    </a:lnTo>
                    <a:lnTo>
                      <a:pt x="55" y="3"/>
                    </a:lnTo>
                    <a:lnTo>
                      <a:pt x="47" y="5"/>
                    </a:lnTo>
                    <a:lnTo>
                      <a:pt x="39" y="10"/>
                    </a:lnTo>
                    <a:lnTo>
                      <a:pt x="31" y="14"/>
                    </a:lnTo>
                    <a:lnTo>
                      <a:pt x="24" y="19"/>
                    </a:lnTo>
                    <a:lnTo>
                      <a:pt x="17" y="26"/>
                    </a:lnTo>
                    <a:lnTo>
                      <a:pt x="13" y="34"/>
                    </a:lnTo>
                    <a:lnTo>
                      <a:pt x="9" y="42"/>
                    </a:lnTo>
                    <a:lnTo>
                      <a:pt x="6" y="52"/>
                    </a:lnTo>
                    <a:lnTo>
                      <a:pt x="6" y="52"/>
                    </a:lnTo>
                    <a:lnTo>
                      <a:pt x="5" y="65"/>
                    </a:lnTo>
                    <a:lnTo>
                      <a:pt x="5" y="79"/>
                    </a:lnTo>
                    <a:lnTo>
                      <a:pt x="5" y="93"/>
                    </a:lnTo>
                    <a:lnTo>
                      <a:pt x="5" y="100"/>
                    </a:lnTo>
                    <a:lnTo>
                      <a:pt x="4" y="105"/>
                    </a:lnTo>
                    <a:lnTo>
                      <a:pt x="4" y="105"/>
                    </a:lnTo>
                    <a:lnTo>
                      <a:pt x="1" y="116"/>
                    </a:lnTo>
                    <a:lnTo>
                      <a:pt x="0" y="127"/>
                    </a:lnTo>
                    <a:lnTo>
                      <a:pt x="2" y="138"/>
                    </a:lnTo>
                    <a:lnTo>
                      <a:pt x="6" y="147"/>
                    </a:lnTo>
                    <a:lnTo>
                      <a:pt x="6" y="147"/>
                    </a:lnTo>
                    <a:lnTo>
                      <a:pt x="12" y="157"/>
                    </a:lnTo>
                    <a:lnTo>
                      <a:pt x="15" y="166"/>
                    </a:lnTo>
                    <a:lnTo>
                      <a:pt x="21" y="184"/>
                    </a:lnTo>
                    <a:lnTo>
                      <a:pt x="21" y="184"/>
                    </a:lnTo>
                    <a:lnTo>
                      <a:pt x="21" y="184"/>
                    </a:lnTo>
                    <a:lnTo>
                      <a:pt x="21" y="184"/>
                    </a:lnTo>
                    <a:lnTo>
                      <a:pt x="21" y="18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82" name="Freeform 19"/>
              <p:cNvSpPr>
                <a:spLocks noEditPoints="1"/>
              </p:cNvSpPr>
              <p:nvPr/>
            </p:nvSpPr>
            <p:spPr bwMode="auto">
              <a:xfrm>
                <a:off x="5075236" y="1604955"/>
                <a:ext cx="360363" cy="1065213"/>
              </a:xfrm>
              <a:custGeom>
                <a:avLst/>
                <a:gdLst/>
                <a:ahLst/>
                <a:cxnLst>
                  <a:cxn ang="0">
                    <a:pos x="124" y="1301"/>
                  </a:cxn>
                  <a:cxn ang="0">
                    <a:pos x="136" y="1239"/>
                  </a:cxn>
                  <a:cxn ang="0">
                    <a:pos x="160" y="984"/>
                  </a:cxn>
                  <a:cxn ang="0">
                    <a:pos x="171" y="908"/>
                  </a:cxn>
                  <a:cxn ang="0">
                    <a:pos x="193" y="716"/>
                  </a:cxn>
                  <a:cxn ang="0">
                    <a:pos x="230" y="623"/>
                  </a:cxn>
                  <a:cxn ang="0">
                    <a:pos x="245" y="629"/>
                  </a:cxn>
                  <a:cxn ang="0">
                    <a:pos x="254" y="785"/>
                  </a:cxn>
                  <a:cxn ang="0">
                    <a:pos x="290" y="973"/>
                  </a:cxn>
                  <a:cxn ang="0">
                    <a:pos x="301" y="1207"/>
                  </a:cxn>
                  <a:cxn ang="0">
                    <a:pos x="321" y="1258"/>
                  </a:cxn>
                  <a:cxn ang="0">
                    <a:pos x="329" y="1296"/>
                  </a:cxn>
                  <a:cxn ang="0">
                    <a:pos x="366" y="1322"/>
                  </a:cxn>
                  <a:cxn ang="0">
                    <a:pos x="433" y="1343"/>
                  </a:cxn>
                  <a:cxn ang="0">
                    <a:pos x="452" y="1325"/>
                  </a:cxn>
                  <a:cxn ang="0">
                    <a:pos x="414" y="1287"/>
                  </a:cxn>
                  <a:cxn ang="0">
                    <a:pos x="411" y="1241"/>
                  </a:cxn>
                  <a:cxn ang="0">
                    <a:pos x="417" y="1198"/>
                  </a:cxn>
                  <a:cxn ang="0">
                    <a:pos x="406" y="1108"/>
                  </a:cxn>
                  <a:cxn ang="0">
                    <a:pos x="410" y="1014"/>
                  </a:cxn>
                  <a:cxn ang="0">
                    <a:pos x="402" y="935"/>
                  </a:cxn>
                  <a:cxn ang="0">
                    <a:pos x="400" y="638"/>
                  </a:cxn>
                  <a:cxn ang="0">
                    <a:pos x="433" y="569"/>
                  </a:cxn>
                  <a:cxn ang="0">
                    <a:pos x="410" y="483"/>
                  </a:cxn>
                  <a:cxn ang="0">
                    <a:pos x="381" y="310"/>
                  </a:cxn>
                  <a:cxn ang="0">
                    <a:pos x="408" y="269"/>
                  </a:cxn>
                  <a:cxn ang="0">
                    <a:pos x="432" y="141"/>
                  </a:cxn>
                  <a:cxn ang="0">
                    <a:pos x="406" y="71"/>
                  </a:cxn>
                  <a:cxn ang="0">
                    <a:pos x="282" y="0"/>
                  </a:cxn>
                  <a:cxn ang="0">
                    <a:pos x="273" y="116"/>
                  </a:cxn>
                  <a:cxn ang="0">
                    <a:pos x="227" y="187"/>
                  </a:cxn>
                  <a:cxn ang="0">
                    <a:pos x="224" y="57"/>
                  </a:cxn>
                  <a:cxn ang="0">
                    <a:pos x="226" y="29"/>
                  </a:cxn>
                  <a:cxn ang="0">
                    <a:pos x="196" y="38"/>
                  </a:cxn>
                  <a:cxn ang="0">
                    <a:pos x="201" y="67"/>
                  </a:cxn>
                  <a:cxn ang="0">
                    <a:pos x="173" y="186"/>
                  </a:cxn>
                  <a:cxn ang="0">
                    <a:pos x="163" y="34"/>
                  </a:cxn>
                  <a:cxn ang="0">
                    <a:pos x="88" y="42"/>
                  </a:cxn>
                  <a:cxn ang="0">
                    <a:pos x="20" y="82"/>
                  </a:cxn>
                  <a:cxn ang="0">
                    <a:pos x="5" y="202"/>
                  </a:cxn>
                  <a:cxn ang="0">
                    <a:pos x="25" y="300"/>
                  </a:cxn>
                  <a:cxn ang="0">
                    <a:pos x="70" y="301"/>
                  </a:cxn>
                  <a:cxn ang="0">
                    <a:pos x="54" y="449"/>
                  </a:cxn>
                  <a:cxn ang="0">
                    <a:pos x="21" y="554"/>
                  </a:cxn>
                  <a:cxn ang="0">
                    <a:pos x="44" y="584"/>
                  </a:cxn>
                  <a:cxn ang="0">
                    <a:pos x="51" y="777"/>
                  </a:cxn>
                  <a:cxn ang="0">
                    <a:pos x="47" y="1261"/>
                  </a:cxn>
                  <a:cxn ang="0">
                    <a:pos x="21" y="1287"/>
                  </a:cxn>
                  <a:cxn ang="0">
                    <a:pos x="4" y="1326"/>
                  </a:cxn>
                  <a:cxn ang="0">
                    <a:pos x="61" y="1335"/>
                  </a:cxn>
                  <a:cxn ang="0">
                    <a:pos x="96" y="1313"/>
                  </a:cxn>
                  <a:cxn ang="0">
                    <a:pos x="173" y="395"/>
                  </a:cxn>
                  <a:cxn ang="0">
                    <a:pos x="198" y="450"/>
                  </a:cxn>
                  <a:cxn ang="0">
                    <a:pos x="239" y="427"/>
                  </a:cxn>
                  <a:cxn ang="0">
                    <a:pos x="283" y="286"/>
                  </a:cxn>
                  <a:cxn ang="0">
                    <a:pos x="308" y="442"/>
                  </a:cxn>
                  <a:cxn ang="0">
                    <a:pos x="298" y="498"/>
                  </a:cxn>
                  <a:cxn ang="0">
                    <a:pos x="211" y="513"/>
                  </a:cxn>
                  <a:cxn ang="0">
                    <a:pos x="134" y="479"/>
                  </a:cxn>
                  <a:cxn ang="0">
                    <a:pos x="136" y="319"/>
                  </a:cxn>
                </a:cxnLst>
                <a:rect l="0" t="0" r="r" b="b"/>
                <a:pathLst>
                  <a:path w="453" h="1343">
                    <a:moveTo>
                      <a:pt x="96" y="1313"/>
                    </a:moveTo>
                    <a:lnTo>
                      <a:pt x="96" y="1313"/>
                    </a:lnTo>
                    <a:lnTo>
                      <a:pt x="107" y="1311"/>
                    </a:lnTo>
                    <a:lnTo>
                      <a:pt x="113" y="1310"/>
                    </a:lnTo>
                    <a:lnTo>
                      <a:pt x="117" y="1307"/>
                    </a:lnTo>
                    <a:lnTo>
                      <a:pt x="121" y="1305"/>
                    </a:lnTo>
                    <a:lnTo>
                      <a:pt x="124" y="1301"/>
                    </a:lnTo>
                    <a:lnTo>
                      <a:pt x="126" y="1296"/>
                    </a:lnTo>
                    <a:lnTo>
                      <a:pt x="126" y="1291"/>
                    </a:lnTo>
                    <a:lnTo>
                      <a:pt x="126" y="1291"/>
                    </a:lnTo>
                    <a:lnTo>
                      <a:pt x="126" y="1277"/>
                    </a:lnTo>
                    <a:lnTo>
                      <a:pt x="128" y="1264"/>
                    </a:lnTo>
                    <a:lnTo>
                      <a:pt x="132" y="1252"/>
                    </a:lnTo>
                    <a:lnTo>
                      <a:pt x="136" y="1239"/>
                    </a:lnTo>
                    <a:lnTo>
                      <a:pt x="136" y="1239"/>
                    </a:lnTo>
                    <a:lnTo>
                      <a:pt x="143" y="1224"/>
                    </a:lnTo>
                    <a:lnTo>
                      <a:pt x="147" y="1208"/>
                    </a:lnTo>
                    <a:lnTo>
                      <a:pt x="151" y="1192"/>
                    </a:lnTo>
                    <a:lnTo>
                      <a:pt x="152" y="1175"/>
                    </a:lnTo>
                    <a:lnTo>
                      <a:pt x="152" y="1175"/>
                    </a:lnTo>
                    <a:lnTo>
                      <a:pt x="160" y="984"/>
                    </a:lnTo>
                    <a:lnTo>
                      <a:pt x="160" y="984"/>
                    </a:lnTo>
                    <a:lnTo>
                      <a:pt x="160" y="957"/>
                    </a:lnTo>
                    <a:lnTo>
                      <a:pt x="162" y="943"/>
                    </a:lnTo>
                    <a:lnTo>
                      <a:pt x="163" y="930"/>
                    </a:lnTo>
                    <a:lnTo>
                      <a:pt x="163" y="930"/>
                    </a:lnTo>
                    <a:lnTo>
                      <a:pt x="167" y="919"/>
                    </a:lnTo>
                    <a:lnTo>
                      <a:pt x="171" y="908"/>
                    </a:lnTo>
                    <a:lnTo>
                      <a:pt x="173" y="896"/>
                    </a:lnTo>
                    <a:lnTo>
                      <a:pt x="175" y="882"/>
                    </a:lnTo>
                    <a:lnTo>
                      <a:pt x="179" y="833"/>
                    </a:lnTo>
                    <a:lnTo>
                      <a:pt x="179" y="833"/>
                    </a:lnTo>
                    <a:lnTo>
                      <a:pt x="183" y="787"/>
                    </a:lnTo>
                    <a:lnTo>
                      <a:pt x="189" y="739"/>
                    </a:lnTo>
                    <a:lnTo>
                      <a:pt x="193" y="716"/>
                    </a:lnTo>
                    <a:lnTo>
                      <a:pt x="198" y="693"/>
                    </a:lnTo>
                    <a:lnTo>
                      <a:pt x="205" y="671"/>
                    </a:lnTo>
                    <a:lnTo>
                      <a:pt x="213" y="649"/>
                    </a:lnTo>
                    <a:lnTo>
                      <a:pt x="213" y="649"/>
                    </a:lnTo>
                    <a:lnTo>
                      <a:pt x="218" y="639"/>
                    </a:lnTo>
                    <a:lnTo>
                      <a:pt x="224" y="627"/>
                    </a:lnTo>
                    <a:lnTo>
                      <a:pt x="230" y="623"/>
                    </a:lnTo>
                    <a:lnTo>
                      <a:pt x="234" y="620"/>
                    </a:lnTo>
                    <a:lnTo>
                      <a:pt x="237" y="620"/>
                    </a:lnTo>
                    <a:lnTo>
                      <a:pt x="238" y="622"/>
                    </a:lnTo>
                    <a:lnTo>
                      <a:pt x="241" y="623"/>
                    </a:lnTo>
                    <a:lnTo>
                      <a:pt x="242" y="624"/>
                    </a:lnTo>
                    <a:lnTo>
                      <a:pt x="242" y="624"/>
                    </a:lnTo>
                    <a:lnTo>
                      <a:pt x="245" y="629"/>
                    </a:lnTo>
                    <a:lnTo>
                      <a:pt x="246" y="633"/>
                    </a:lnTo>
                    <a:lnTo>
                      <a:pt x="246" y="641"/>
                    </a:lnTo>
                    <a:lnTo>
                      <a:pt x="246" y="641"/>
                    </a:lnTo>
                    <a:lnTo>
                      <a:pt x="250" y="742"/>
                    </a:lnTo>
                    <a:lnTo>
                      <a:pt x="250" y="742"/>
                    </a:lnTo>
                    <a:lnTo>
                      <a:pt x="252" y="764"/>
                    </a:lnTo>
                    <a:lnTo>
                      <a:pt x="254" y="785"/>
                    </a:lnTo>
                    <a:lnTo>
                      <a:pt x="260" y="806"/>
                    </a:lnTo>
                    <a:lnTo>
                      <a:pt x="264" y="828"/>
                    </a:lnTo>
                    <a:lnTo>
                      <a:pt x="275" y="870"/>
                    </a:lnTo>
                    <a:lnTo>
                      <a:pt x="280" y="892"/>
                    </a:lnTo>
                    <a:lnTo>
                      <a:pt x="283" y="913"/>
                    </a:lnTo>
                    <a:lnTo>
                      <a:pt x="283" y="913"/>
                    </a:lnTo>
                    <a:lnTo>
                      <a:pt x="290" y="973"/>
                    </a:lnTo>
                    <a:lnTo>
                      <a:pt x="294" y="1033"/>
                    </a:lnTo>
                    <a:lnTo>
                      <a:pt x="298" y="1155"/>
                    </a:lnTo>
                    <a:lnTo>
                      <a:pt x="298" y="1155"/>
                    </a:lnTo>
                    <a:lnTo>
                      <a:pt x="297" y="1181"/>
                    </a:lnTo>
                    <a:lnTo>
                      <a:pt x="298" y="1194"/>
                    </a:lnTo>
                    <a:lnTo>
                      <a:pt x="298" y="1201"/>
                    </a:lnTo>
                    <a:lnTo>
                      <a:pt x="301" y="1207"/>
                    </a:lnTo>
                    <a:lnTo>
                      <a:pt x="301" y="1207"/>
                    </a:lnTo>
                    <a:lnTo>
                      <a:pt x="317" y="1250"/>
                    </a:lnTo>
                    <a:lnTo>
                      <a:pt x="317" y="1250"/>
                    </a:lnTo>
                    <a:lnTo>
                      <a:pt x="318" y="1254"/>
                    </a:lnTo>
                    <a:lnTo>
                      <a:pt x="320" y="1257"/>
                    </a:lnTo>
                    <a:lnTo>
                      <a:pt x="321" y="1258"/>
                    </a:lnTo>
                    <a:lnTo>
                      <a:pt x="321" y="1258"/>
                    </a:lnTo>
                    <a:lnTo>
                      <a:pt x="324" y="1260"/>
                    </a:lnTo>
                    <a:lnTo>
                      <a:pt x="327" y="1261"/>
                    </a:lnTo>
                    <a:lnTo>
                      <a:pt x="329" y="1265"/>
                    </a:lnTo>
                    <a:lnTo>
                      <a:pt x="329" y="1269"/>
                    </a:lnTo>
                    <a:lnTo>
                      <a:pt x="329" y="1275"/>
                    </a:lnTo>
                    <a:lnTo>
                      <a:pt x="329" y="1275"/>
                    </a:lnTo>
                    <a:lnTo>
                      <a:pt x="329" y="1296"/>
                    </a:lnTo>
                    <a:lnTo>
                      <a:pt x="331" y="1310"/>
                    </a:lnTo>
                    <a:lnTo>
                      <a:pt x="331" y="1314"/>
                    </a:lnTo>
                    <a:lnTo>
                      <a:pt x="332" y="1316"/>
                    </a:lnTo>
                    <a:lnTo>
                      <a:pt x="332" y="1316"/>
                    </a:lnTo>
                    <a:lnTo>
                      <a:pt x="352" y="1317"/>
                    </a:lnTo>
                    <a:lnTo>
                      <a:pt x="362" y="1320"/>
                    </a:lnTo>
                    <a:lnTo>
                      <a:pt x="366" y="1322"/>
                    </a:lnTo>
                    <a:lnTo>
                      <a:pt x="370" y="1325"/>
                    </a:lnTo>
                    <a:lnTo>
                      <a:pt x="370" y="1325"/>
                    </a:lnTo>
                    <a:lnTo>
                      <a:pt x="378" y="1329"/>
                    </a:lnTo>
                    <a:lnTo>
                      <a:pt x="389" y="1335"/>
                    </a:lnTo>
                    <a:lnTo>
                      <a:pt x="404" y="1339"/>
                    </a:lnTo>
                    <a:lnTo>
                      <a:pt x="419" y="1341"/>
                    </a:lnTo>
                    <a:lnTo>
                      <a:pt x="433" y="1343"/>
                    </a:lnTo>
                    <a:lnTo>
                      <a:pt x="438" y="1343"/>
                    </a:lnTo>
                    <a:lnTo>
                      <a:pt x="444" y="1341"/>
                    </a:lnTo>
                    <a:lnTo>
                      <a:pt x="448" y="1339"/>
                    </a:lnTo>
                    <a:lnTo>
                      <a:pt x="451" y="1336"/>
                    </a:lnTo>
                    <a:lnTo>
                      <a:pt x="453" y="1331"/>
                    </a:lnTo>
                    <a:lnTo>
                      <a:pt x="452" y="1325"/>
                    </a:lnTo>
                    <a:lnTo>
                      <a:pt x="452" y="1325"/>
                    </a:lnTo>
                    <a:lnTo>
                      <a:pt x="451" y="1320"/>
                    </a:lnTo>
                    <a:lnTo>
                      <a:pt x="449" y="1316"/>
                    </a:lnTo>
                    <a:lnTo>
                      <a:pt x="445" y="1311"/>
                    </a:lnTo>
                    <a:lnTo>
                      <a:pt x="441" y="1307"/>
                    </a:lnTo>
                    <a:lnTo>
                      <a:pt x="441" y="1307"/>
                    </a:lnTo>
                    <a:lnTo>
                      <a:pt x="423" y="1295"/>
                    </a:lnTo>
                    <a:lnTo>
                      <a:pt x="414" y="1287"/>
                    </a:lnTo>
                    <a:lnTo>
                      <a:pt x="411" y="1283"/>
                    </a:lnTo>
                    <a:lnTo>
                      <a:pt x="408" y="1280"/>
                    </a:lnTo>
                    <a:lnTo>
                      <a:pt x="408" y="1280"/>
                    </a:lnTo>
                    <a:lnTo>
                      <a:pt x="407" y="1271"/>
                    </a:lnTo>
                    <a:lnTo>
                      <a:pt x="408" y="1261"/>
                    </a:lnTo>
                    <a:lnTo>
                      <a:pt x="411" y="1241"/>
                    </a:lnTo>
                    <a:lnTo>
                      <a:pt x="411" y="1241"/>
                    </a:lnTo>
                    <a:lnTo>
                      <a:pt x="412" y="1235"/>
                    </a:lnTo>
                    <a:lnTo>
                      <a:pt x="414" y="1228"/>
                    </a:lnTo>
                    <a:lnTo>
                      <a:pt x="417" y="1223"/>
                    </a:lnTo>
                    <a:lnTo>
                      <a:pt x="418" y="1216"/>
                    </a:lnTo>
                    <a:lnTo>
                      <a:pt x="418" y="1216"/>
                    </a:lnTo>
                    <a:lnTo>
                      <a:pt x="418" y="1207"/>
                    </a:lnTo>
                    <a:lnTo>
                      <a:pt x="417" y="1198"/>
                    </a:lnTo>
                    <a:lnTo>
                      <a:pt x="412" y="1182"/>
                    </a:lnTo>
                    <a:lnTo>
                      <a:pt x="412" y="1182"/>
                    </a:lnTo>
                    <a:lnTo>
                      <a:pt x="410" y="1174"/>
                    </a:lnTo>
                    <a:lnTo>
                      <a:pt x="408" y="1164"/>
                    </a:lnTo>
                    <a:lnTo>
                      <a:pt x="407" y="1145"/>
                    </a:lnTo>
                    <a:lnTo>
                      <a:pt x="406" y="1108"/>
                    </a:lnTo>
                    <a:lnTo>
                      <a:pt x="406" y="1108"/>
                    </a:lnTo>
                    <a:lnTo>
                      <a:pt x="403" y="1065"/>
                    </a:lnTo>
                    <a:lnTo>
                      <a:pt x="403" y="1065"/>
                    </a:lnTo>
                    <a:lnTo>
                      <a:pt x="403" y="1052"/>
                    </a:lnTo>
                    <a:lnTo>
                      <a:pt x="406" y="1040"/>
                    </a:lnTo>
                    <a:lnTo>
                      <a:pt x="408" y="1028"/>
                    </a:lnTo>
                    <a:lnTo>
                      <a:pt x="410" y="1014"/>
                    </a:lnTo>
                    <a:lnTo>
                      <a:pt x="410" y="1014"/>
                    </a:lnTo>
                    <a:lnTo>
                      <a:pt x="410" y="1005"/>
                    </a:lnTo>
                    <a:lnTo>
                      <a:pt x="408" y="994"/>
                    </a:lnTo>
                    <a:lnTo>
                      <a:pt x="404" y="975"/>
                    </a:lnTo>
                    <a:lnTo>
                      <a:pt x="400" y="954"/>
                    </a:lnTo>
                    <a:lnTo>
                      <a:pt x="400" y="945"/>
                    </a:lnTo>
                    <a:lnTo>
                      <a:pt x="402" y="935"/>
                    </a:lnTo>
                    <a:lnTo>
                      <a:pt x="402" y="935"/>
                    </a:lnTo>
                    <a:lnTo>
                      <a:pt x="403" y="916"/>
                    </a:lnTo>
                    <a:lnTo>
                      <a:pt x="404" y="896"/>
                    </a:lnTo>
                    <a:lnTo>
                      <a:pt x="406" y="858"/>
                    </a:lnTo>
                    <a:lnTo>
                      <a:pt x="406" y="858"/>
                    </a:lnTo>
                    <a:lnTo>
                      <a:pt x="404" y="802"/>
                    </a:lnTo>
                    <a:lnTo>
                      <a:pt x="404" y="747"/>
                    </a:lnTo>
                    <a:lnTo>
                      <a:pt x="400" y="638"/>
                    </a:lnTo>
                    <a:lnTo>
                      <a:pt x="400" y="638"/>
                    </a:lnTo>
                    <a:lnTo>
                      <a:pt x="397" y="590"/>
                    </a:lnTo>
                    <a:lnTo>
                      <a:pt x="397" y="590"/>
                    </a:lnTo>
                    <a:lnTo>
                      <a:pt x="399" y="590"/>
                    </a:lnTo>
                    <a:lnTo>
                      <a:pt x="403" y="588"/>
                    </a:lnTo>
                    <a:lnTo>
                      <a:pt x="414" y="581"/>
                    </a:lnTo>
                    <a:lnTo>
                      <a:pt x="433" y="569"/>
                    </a:lnTo>
                    <a:lnTo>
                      <a:pt x="433" y="569"/>
                    </a:lnTo>
                    <a:lnTo>
                      <a:pt x="434" y="566"/>
                    </a:lnTo>
                    <a:lnTo>
                      <a:pt x="434" y="563"/>
                    </a:lnTo>
                    <a:lnTo>
                      <a:pt x="433" y="554"/>
                    </a:lnTo>
                    <a:lnTo>
                      <a:pt x="425" y="528"/>
                    </a:lnTo>
                    <a:lnTo>
                      <a:pt x="410" y="483"/>
                    </a:lnTo>
                    <a:lnTo>
                      <a:pt x="410" y="483"/>
                    </a:lnTo>
                    <a:lnTo>
                      <a:pt x="399" y="440"/>
                    </a:lnTo>
                    <a:lnTo>
                      <a:pt x="388" y="397"/>
                    </a:lnTo>
                    <a:lnTo>
                      <a:pt x="384" y="375"/>
                    </a:lnTo>
                    <a:lnTo>
                      <a:pt x="381" y="353"/>
                    </a:lnTo>
                    <a:lnTo>
                      <a:pt x="380" y="330"/>
                    </a:lnTo>
                    <a:lnTo>
                      <a:pt x="381" y="310"/>
                    </a:lnTo>
                    <a:lnTo>
                      <a:pt x="381" y="310"/>
                    </a:lnTo>
                    <a:lnTo>
                      <a:pt x="382" y="306"/>
                    </a:lnTo>
                    <a:lnTo>
                      <a:pt x="384" y="303"/>
                    </a:lnTo>
                    <a:lnTo>
                      <a:pt x="389" y="297"/>
                    </a:lnTo>
                    <a:lnTo>
                      <a:pt x="395" y="293"/>
                    </a:lnTo>
                    <a:lnTo>
                      <a:pt x="399" y="286"/>
                    </a:lnTo>
                    <a:lnTo>
                      <a:pt x="399" y="286"/>
                    </a:lnTo>
                    <a:lnTo>
                      <a:pt x="408" y="269"/>
                    </a:lnTo>
                    <a:lnTo>
                      <a:pt x="415" y="251"/>
                    </a:lnTo>
                    <a:lnTo>
                      <a:pt x="422" y="233"/>
                    </a:lnTo>
                    <a:lnTo>
                      <a:pt x="427" y="216"/>
                    </a:lnTo>
                    <a:lnTo>
                      <a:pt x="430" y="198"/>
                    </a:lnTo>
                    <a:lnTo>
                      <a:pt x="433" y="179"/>
                    </a:lnTo>
                    <a:lnTo>
                      <a:pt x="433" y="160"/>
                    </a:lnTo>
                    <a:lnTo>
                      <a:pt x="432" y="141"/>
                    </a:lnTo>
                    <a:lnTo>
                      <a:pt x="432" y="141"/>
                    </a:lnTo>
                    <a:lnTo>
                      <a:pt x="429" y="112"/>
                    </a:lnTo>
                    <a:lnTo>
                      <a:pt x="422" y="85"/>
                    </a:lnTo>
                    <a:lnTo>
                      <a:pt x="422" y="85"/>
                    </a:lnTo>
                    <a:lnTo>
                      <a:pt x="421" y="79"/>
                    </a:lnTo>
                    <a:lnTo>
                      <a:pt x="417" y="77"/>
                    </a:lnTo>
                    <a:lnTo>
                      <a:pt x="406" y="71"/>
                    </a:lnTo>
                    <a:lnTo>
                      <a:pt x="406" y="71"/>
                    </a:lnTo>
                    <a:lnTo>
                      <a:pt x="373" y="56"/>
                    </a:lnTo>
                    <a:lnTo>
                      <a:pt x="342" y="40"/>
                    </a:lnTo>
                    <a:lnTo>
                      <a:pt x="310" y="22"/>
                    </a:lnTo>
                    <a:lnTo>
                      <a:pt x="295" y="11"/>
                    </a:lnTo>
                    <a:lnTo>
                      <a:pt x="282" y="0"/>
                    </a:lnTo>
                    <a:lnTo>
                      <a:pt x="282" y="0"/>
                    </a:lnTo>
                    <a:lnTo>
                      <a:pt x="271" y="26"/>
                    </a:lnTo>
                    <a:lnTo>
                      <a:pt x="267" y="40"/>
                    </a:lnTo>
                    <a:lnTo>
                      <a:pt x="265" y="47"/>
                    </a:lnTo>
                    <a:lnTo>
                      <a:pt x="265" y="53"/>
                    </a:lnTo>
                    <a:lnTo>
                      <a:pt x="265" y="53"/>
                    </a:lnTo>
                    <a:lnTo>
                      <a:pt x="273" y="116"/>
                    </a:lnTo>
                    <a:lnTo>
                      <a:pt x="273" y="116"/>
                    </a:lnTo>
                    <a:lnTo>
                      <a:pt x="280" y="168"/>
                    </a:lnTo>
                    <a:lnTo>
                      <a:pt x="280" y="168"/>
                    </a:lnTo>
                    <a:lnTo>
                      <a:pt x="278" y="169"/>
                    </a:lnTo>
                    <a:lnTo>
                      <a:pt x="275" y="171"/>
                    </a:lnTo>
                    <a:lnTo>
                      <a:pt x="268" y="172"/>
                    </a:lnTo>
                    <a:lnTo>
                      <a:pt x="268" y="172"/>
                    </a:lnTo>
                    <a:lnTo>
                      <a:pt x="227" y="187"/>
                    </a:lnTo>
                    <a:lnTo>
                      <a:pt x="227" y="187"/>
                    </a:lnTo>
                    <a:lnTo>
                      <a:pt x="222" y="72"/>
                    </a:lnTo>
                    <a:lnTo>
                      <a:pt x="222" y="72"/>
                    </a:lnTo>
                    <a:lnTo>
                      <a:pt x="220" y="67"/>
                    </a:lnTo>
                    <a:lnTo>
                      <a:pt x="220" y="60"/>
                    </a:lnTo>
                    <a:lnTo>
                      <a:pt x="220" y="60"/>
                    </a:lnTo>
                    <a:lnTo>
                      <a:pt x="224" y="57"/>
                    </a:lnTo>
                    <a:lnTo>
                      <a:pt x="230" y="52"/>
                    </a:lnTo>
                    <a:lnTo>
                      <a:pt x="235" y="48"/>
                    </a:lnTo>
                    <a:lnTo>
                      <a:pt x="237" y="47"/>
                    </a:lnTo>
                    <a:lnTo>
                      <a:pt x="238" y="45"/>
                    </a:lnTo>
                    <a:lnTo>
                      <a:pt x="238" y="45"/>
                    </a:lnTo>
                    <a:lnTo>
                      <a:pt x="231" y="34"/>
                    </a:lnTo>
                    <a:lnTo>
                      <a:pt x="226" y="29"/>
                    </a:lnTo>
                    <a:lnTo>
                      <a:pt x="222" y="25"/>
                    </a:lnTo>
                    <a:lnTo>
                      <a:pt x="218" y="22"/>
                    </a:lnTo>
                    <a:lnTo>
                      <a:pt x="212" y="21"/>
                    </a:lnTo>
                    <a:lnTo>
                      <a:pt x="207" y="23"/>
                    </a:lnTo>
                    <a:lnTo>
                      <a:pt x="203" y="29"/>
                    </a:lnTo>
                    <a:lnTo>
                      <a:pt x="203" y="29"/>
                    </a:lnTo>
                    <a:lnTo>
                      <a:pt x="196" y="38"/>
                    </a:lnTo>
                    <a:lnTo>
                      <a:pt x="194" y="44"/>
                    </a:lnTo>
                    <a:lnTo>
                      <a:pt x="196" y="49"/>
                    </a:lnTo>
                    <a:lnTo>
                      <a:pt x="196" y="49"/>
                    </a:lnTo>
                    <a:lnTo>
                      <a:pt x="200" y="57"/>
                    </a:lnTo>
                    <a:lnTo>
                      <a:pt x="201" y="63"/>
                    </a:lnTo>
                    <a:lnTo>
                      <a:pt x="201" y="67"/>
                    </a:lnTo>
                    <a:lnTo>
                      <a:pt x="201" y="67"/>
                    </a:lnTo>
                    <a:lnTo>
                      <a:pt x="197" y="127"/>
                    </a:lnTo>
                    <a:lnTo>
                      <a:pt x="197" y="127"/>
                    </a:lnTo>
                    <a:lnTo>
                      <a:pt x="192" y="186"/>
                    </a:lnTo>
                    <a:lnTo>
                      <a:pt x="192" y="186"/>
                    </a:lnTo>
                    <a:lnTo>
                      <a:pt x="189" y="186"/>
                    </a:lnTo>
                    <a:lnTo>
                      <a:pt x="185" y="187"/>
                    </a:lnTo>
                    <a:lnTo>
                      <a:pt x="173" y="186"/>
                    </a:lnTo>
                    <a:lnTo>
                      <a:pt x="148" y="184"/>
                    </a:lnTo>
                    <a:lnTo>
                      <a:pt x="148" y="184"/>
                    </a:lnTo>
                    <a:lnTo>
                      <a:pt x="158" y="123"/>
                    </a:lnTo>
                    <a:lnTo>
                      <a:pt x="164" y="62"/>
                    </a:lnTo>
                    <a:lnTo>
                      <a:pt x="164" y="62"/>
                    </a:lnTo>
                    <a:lnTo>
                      <a:pt x="164" y="47"/>
                    </a:lnTo>
                    <a:lnTo>
                      <a:pt x="163" y="34"/>
                    </a:lnTo>
                    <a:lnTo>
                      <a:pt x="160" y="21"/>
                    </a:lnTo>
                    <a:lnTo>
                      <a:pt x="158" y="7"/>
                    </a:lnTo>
                    <a:lnTo>
                      <a:pt x="158" y="7"/>
                    </a:lnTo>
                    <a:lnTo>
                      <a:pt x="147" y="14"/>
                    </a:lnTo>
                    <a:lnTo>
                      <a:pt x="136" y="21"/>
                    </a:lnTo>
                    <a:lnTo>
                      <a:pt x="111" y="32"/>
                    </a:lnTo>
                    <a:lnTo>
                      <a:pt x="88" y="42"/>
                    </a:lnTo>
                    <a:lnTo>
                      <a:pt x="65" y="53"/>
                    </a:lnTo>
                    <a:lnTo>
                      <a:pt x="65" y="53"/>
                    </a:lnTo>
                    <a:lnTo>
                      <a:pt x="43" y="66"/>
                    </a:lnTo>
                    <a:lnTo>
                      <a:pt x="32" y="72"/>
                    </a:lnTo>
                    <a:lnTo>
                      <a:pt x="23" y="79"/>
                    </a:lnTo>
                    <a:lnTo>
                      <a:pt x="23" y="79"/>
                    </a:lnTo>
                    <a:lnTo>
                      <a:pt x="20" y="82"/>
                    </a:lnTo>
                    <a:lnTo>
                      <a:pt x="19" y="86"/>
                    </a:lnTo>
                    <a:lnTo>
                      <a:pt x="16" y="96"/>
                    </a:lnTo>
                    <a:lnTo>
                      <a:pt x="15" y="115"/>
                    </a:lnTo>
                    <a:lnTo>
                      <a:pt x="15" y="115"/>
                    </a:lnTo>
                    <a:lnTo>
                      <a:pt x="10" y="135"/>
                    </a:lnTo>
                    <a:lnTo>
                      <a:pt x="8" y="166"/>
                    </a:lnTo>
                    <a:lnTo>
                      <a:pt x="5" y="202"/>
                    </a:lnTo>
                    <a:lnTo>
                      <a:pt x="4" y="221"/>
                    </a:lnTo>
                    <a:lnTo>
                      <a:pt x="5" y="239"/>
                    </a:lnTo>
                    <a:lnTo>
                      <a:pt x="6" y="256"/>
                    </a:lnTo>
                    <a:lnTo>
                      <a:pt x="10" y="271"/>
                    </a:lnTo>
                    <a:lnTo>
                      <a:pt x="15" y="285"/>
                    </a:lnTo>
                    <a:lnTo>
                      <a:pt x="21" y="296"/>
                    </a:lnTo>
                    <a:lnTo>
                      <a:pt x="25" y="300"/>
                    </a:lnTo>
                    <a:lnTo>
                      <a:pt x="29" y="303"/>
                    </a:lnTo>
                    <a:lnTo>
                      <a:pt x="35" y="306"/>
                    </a:lnTo>
                    <a:lnTo>
                      <a:pt x="40" y="307"/>
                    </a:lnTo>
                    <a:lnTo>
                      <a:pt x="47" y="308"/>
                    </a:lnTo>
                    <a:lnTo>
                      <a:pt x="54" y="307"/>
                    </a:lnTo>
                    <a:lnTo>
                      <a:pt x="61" y="306"/>
                    </a:lnTo>
                    <a:lnTo>
                      <a:pt x="70" y="301"/>
                    </a:lnTo>
                    <a:lnTo>
                      <a:pt x="70" y="301"/>
                    </a:lnTo>
                    <a:lnTo>
                      <a:pt x="70" y="312"/>
                    </a:lnTo>
                    <a:lnTo>
                      <a:pt x="72" y="323"/>
                    </a:lnTo>
                    <a:lnTo>
                      <a:pt x="69" y="345"/>
                    </a:lnTo>
                    <a:lnTo>
                      <a:pt x="62" y="389"/>
                    </a:lnTo>
                    <a:lnTo>
                      <a:pt x="62" y="389"/>
                    </a:lnTo>
                    <a:lnTo>
                      <a:pt x="54" y="449"/>
                    </a:lnTo>
                    <a:lnTo>
                      <a:pt x="47" y="479"/>
                    </a:lnTo>
                    <a:lnTo>
                      <a:pt x="40" y="509"/>
                    </a:lnTo>
                    <a:lnTo>
                      <a:pt x="40" y="509"/>
                    </a:lnTo>
                    <a:lnTo>
                      <a:pt x="38" y="515"/>
                    </a:lnTo>
                    <a:lnTo>
                      <a:pt x="34" y="525"/>
                    </a:lnTo>
                    <a:lnTo>
                      <a:pt x="24" y="544"/>
                    </a:lnTo>
                    <a:lnTo>
                      <a:pt x="21" y="554"/>
                    </a:lnTo>
                    <a:lnTo>
                      <a:pt x="21" y="562"/>
                    </a:lnTo>
                    <a:lnTo>
                      <a:pt x="21" y="566"/>
                    </a:lnTo>
                    <a:lnTo>
                      <a:pt x="23" y="570"/>
                    </a:lnTo>
                    <a:lnTo>
                      <a:pt x="25" y="573"/>
                    </a:lnTo>
                    <a:lnTo>
                      <a:pt x="29" y="575"/>
                    </a:lnTo>
                    <a:lnTo>
                      <a:pt x="29" y="575"/>
                    </a:lnTo>
                    <a:lnTo>
                      <a:pt x="44" y="584"/>
                    </a:lnTo>
                    <a:lnTo>
                      <a:pt x="53" y="588"/>
                    </a:lnTo>
                    <a:lnTo>
                      <a:pt x="55" y="590"/>
                    </a:lnTo>
                    <a:lnTo>
                      <a:pt x="57" y="592"/>
                    </a:lnTo>
                    <a:lnTo>
                      <a:pt x="57" y="592"/>
                    </a:lnTo>
                    <a:lnTo>
                      <a:pt x="55" y="615"/>
                    </a:lnTo>
                    <a:lnTo>
                      <a:pt x="55" y="615"/>
                    </a:lnTo>
                    <a:lnTo>
                      <a:pt x="51" y="777"/>
                    </a:lnTo>
                    <a:lnTo>
                      <a:pt x="49" y="858"/>
                    </a:lnTo>
                    <a:lnTo>
                      <a:pt x="49" y="938"/>
                    </a:lnTo>
                    <a:lnTo>
                      <a:pt x="49" y="938"/>
                    </a:lnTo>
                    <a:lnTo>
                      <a:pt x="49" y="1185"/>
                    </a:lnTo>
                    <a:lnTo>
                      <a:pt x="49" y="1185"/>
                    </a:lnTo>
                    <a:lnTo>
                      <a:pt x="49" y="1223"/>
                    </a:lnTo>
                    <a:lnTo>
                      <a:pt x="47" y="1261"/>
                    </a:lnTo>
                    <a:lnTo>
                      <a:pt x="47" y="1261"/>
                    </a:lnTo>
                    <a:lnTo>
                      <a:pt x="47" y="1268"/>
                    </a:lnTo>
                    <a:lnTo>
                      <a:pt x="46" y="1273"/>
                    </a:lnTo>
                    <a:lnTo>
                      <a:pt x="43" y="1276"/>
                    </a:lnTo>
                    <a:lnTo>
                      <a:pt x="40" y="1279"/>
                    </a:lnTo>
                    <a:lnTo>
                      <a:pt x="34" y="1281"/>
                    </a:lnTo>
                    <a:lnTo>
                      <a:pt x="21" y="1287"/>
                    </a:lnTo>
                    <a:lnTo>
                      <a:pt x="21" y="1287"/>
                    </a:lnTo>
                    <a:lnTo>
                      <a:pt x="12" y="1292"/>
                    </a:lnTo>
                    <a:lnTo>
                      <a:pt x="5" y="1301"/>
                    </a:lnTo>
                    <a:lnTo>
                      <a:pt x="1" y="1309"/>
                    </a:lnTo>
                    <a:lnTo>
                      <a:pt x="0" y="1316"/>
                    </a:lnTo>
                    <a:lnTo>
                      <a:pt x="2" y="1324"/>
                    </a:lnTo>
                    <a:lnTo>
                      <a:pt x="4" y="1326"/>
                    </a:lnTo>
                    <a:lnTo>
                      <a:pt x="6" y="1329"/>
                    </a:lnTo>
                    <a:lnTo>
                      <a:pt x="10" y="1332"/>
                    </a:lnTo>
                    <a:lnTo>
                      <a:pt x="15" y="1335"/>
                    </a:lnTo>
                    <a:lnTo>
                      <a:pt x="27" y="1337"/>
                    </a:lnTo>
                    <a:lnTo>
                      <a:pt x="27" y="1337"/>
                    </a:lnTo>
                    <a:lnTo>
                      <a:pt x="43" y="1337"/>
                    </a:lnTo>
                    <a:lnTo>
                      <a:pt x="61" y="1335"/>
                    </a:lnTo>
                    <a:lnTo>
                      <a:pt x="61" y="1335"/>
                    </a:lnTo>
                    <a:lnTo>
                      <a:pt x="66" y="1333"/>
                    </a:lnTo>
                    <a:lnTo>
                      <a:pt x="70" y="1331"/>
                    </a:lnTo>
                    <a:lnTo>
                      <a:pt x="80" y="1324"/>
                    </a:lnTo>
                    <a:lnTo>
                      <a:pt x="88" y="1316"/>
                    </a:lnTo>
                    <a:lnTo>
                      <a:pt x="92" y="1314"/>
                    </a:lnTo>
                    <a:lnTo>
                      <a:pt x="96" y="1313"/>
                    </a:lnTo>
                    <a:lnTo>
                      <a:pt x="96" y="1313"/>
                    </a:lnTo>
                    <a:close/>
                    <a:moveTo>
                      <a:pt x="140" y="297"/>
                    </a:moveTo>
                    <a:lnTo>
                      <a:pt x="140" y="297"/>
                    </a:lnTo>
                    <a:lnTo>
                      <a:pt x="185" y="295"/>
                    </a:lnTo>
                    <a:lnTo>
                      <a:pt x="185" y="295"/>
                    </a:lnTo>
                    <a:lnTo>
                      <a:pt x="173" y="395"/>
                    </a:lnTo>
                    <a:lnTo>
                      <a:pt x="173" y="395"/>
                    </a:lnTo>
                    <a:lnTo>
                      <a:pt x="171" y="409"/>
                    </a:lnTo>
                    <a:lnTo>
                      <a:pt x="171" y="417"/>
                    </a:lnTo>
                    <a:lnTo>
                      <a:pt x="171" y="420"/>
                    </a:lnTo>
                    <a:lnTo>
                      <a:pt x="174" y="423"/>
                    </a:lnTo>
                    <a:lnTo>
                      <a:pt x="174" y="423"/>
                    </a:lnTo>
                    <a:lnTo>
                      <a:pt x="189" y="440"/>
                    </a:lnTo>
                    <a:lnTo>
                      <a:pt x="198" y="450"/>
                    </a:lnTo>
                    <a:lnTo>
                      <a:pt x="203" y="453"/>
                    </a:lnTo>
                    <a:lnTo>
                      <a:pt x="205" y="453"/>
                    </a:lnTo>
                    <a:lnTo>
                      <a:pt x="205" y="453"/>
                    </a:lnTo>
                    <a:lnTo>
                      <a:pt x="224" y="440"/>
                    </a:lnTo>
                    <a:lnTo>
                      <a:pt x="235" y="432"/>
                    </a:lnTo>
                    <a:lnTo>
                      <a:pt x="238" y="430"/>
                    </a:lnTo>
                    <a:lnTo>
                      <a:pt x="239" y="427"/>
                    </a:lnTo>
                    <a:lnTo>
                      <a:pt x="239" y="427"/>
                    </a:lnTo>
                    <a:lnTo>
                      <a:pt x="238" y="385"/>
                    </a:lnTo>
                    <a:lnTo>
                      <a:pt x="238" y="385"/>
                    </a:lnTo>
                    <a:lnTo>
                      <a:pt x="233" y="285"/>
                    </a:lnTo>
                    <a:lnTo>
                      <a:pt x="233" y="285"/>
                    </a:lnTo>
                    <a:lnTo>
                      <a:pt x="283" y="286"/>
                    </a:lnTo>
                    <a:lnTo>
                      <a:pt x="283" y="286"/>
                    </a:lnTo>
                    <a:lnTo>
                      <a:pt x="283" y="289"/>
                    </a:lnTo>
                    <a:lnTo>
                      <a:pt x="286" y="296"/>
                    </a:lnTo>
                    <a:lnTo>
                      <a:pt x="288" y="319"/>
                    </a:lnTo>
                    <a:lnTo>
                      <a:pt x="294" y="355"/>
                    </a:lnTo>
                    <a:lnTo>
                      <a:pt x="294" y="355"/>
                    </a:lnTo>
                    <a:lnTo>
                      <a:pt x="301" y="398"/>
                    </a:lnTo>
                    <a:lnTo>
                      <a:pt x="308" y="442"/>
                    </a:lnTo>
                    <a:lnTo>
                      <a:pt x="308" y="442"/>
                    </a:lnTo>
                    <a:lnTo>
                      <a:pt x="312" y="465"/>
                    </a:lnTo>
                    <a:lnTo>
                      <a:pt x="316" y="479"/>
                    </a:lnTo>
                    <a:lnTo>
                      <a:pt x="317" y="483"/>
                    </a:lnTo>
                    <a:lnTo>
                      <a:pt x="320" y="485"/>
                    </a:lnTo>
                    <a:lnTo>
                      <a:pt x="320" y="485"/>
                    </a:lnTo>
                    <a:lnTo>
                      <a:pt x="298" y="498"/>
                    </a:lnTo>
                    <a:lnTo>
                      <a:pt x="273" y="507"/>
                    </a:lnTo>
                    <a:lnTo>
                      <a:pt x="261" y="510"/>
                    </a:lnTo>
                    <a:lnTo>
                      <a:pt x="249" y="513"/>
                    </a:lnTo>
                    <a:lnTo>
                      <a:pt x="235" y="514"/>
                    </a:lnTo>
                    <a:lnTo>
                      <a:pt x="223" y="514"/>
                    </a:lnTo>
                    <a:lnTo>
                      <a:pt x="223" y="514"/>
                    </a:lnTo>
                    <a:lnTo>
                      <a:pt x="211" y="513"/>
                    </a:lnTo>
                    <a:lnTo>
                      <a:pt x="198" y="510"/>
                    </a:lnTo>
                    <a:lnTo>
                      <a:pt x="186" y="507"/>
                    </a:lnTo>
                    <a:lnTo>
                      <a:pt x="174" y="502"/>
                    </a:lnTo>
                    <a:lnTo>
                      <a:pt x="174" y="502"/>
                    </a:lnTo>
                    <a:lnTo>
                      <a:pt x="163" y="496"/>
                    </a:lnTo>
                    <a:lnTo>
                      <a:pt x="148" y="488"/>
                    </a:lnTo>
                    <a:lnTo>
                      <a:pt x="134" y="479"/>
                    </a:lnTo>
                    <a:lnTo>
                      <a:pt x="130" y="473"/>
                    </a:lnTo>
                    <a:lnTo>
                      <a:pt x="129" y="469"/>
                    </a:lnTo>
                    <a:lnTo>
                      <a:pt x="129" y="469"/>
                    </a:lnTo>
                    <a:lnTo>
                      <a:pt x="129" y="427"/>
                    </a:lnTo>
                    <a:lnTo>
                      <a:pt x="130" y="383"/>
                    </a:lnTo>
                    <a:lnTo>
                      <a:pt x="133" y="341"/>
                    </a:lnTo>
                    <a:lnTo>
                      <a:pt x="136" y="319"/>
                    </a:lnTo>
                    <a:lnTo>
                      <a:pt x="140" y="297"/>
                    </a:lnTo>
                    <a:lnTo>
                      <a:pt x="140" y="29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16118975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lide(fromBottom)">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4805917" y="401735"/>
            <a:ext cx="6849300" cy="828098"/>
          </a:xfrm>
        </p:spPr>
        <p:txBody>
          <a:bodyPr>
            <a:normAutofit/>
          </a:bodyPr>
          <a:lstStyle/>
          <a:p>
            <a:pPr rtl="1"/>
            <a:r>
              <a:rPr lang="ar-SA" sz="4400" u="sng" dirty="0">
                <a:cs typeface="+mn-cs"/>
              </a:rPr>
              <a:t>أ- ما هو التلعيب؟!</a:t>
            </a:r>
            <a:endParaRPr lang="en-US" sz="4400" u="sng" dirty="0">
              <a:cs typeface="+mn-cs"/>
            </a:endParaRPr>
          </a:p>
        </p:txBody>
      </p:sp>
      <p:grpSp>
        <p:nvGrpSpPr>
          <p:cNvPr id="228" name="Group 227"/>
          <p:cNvGrpSpPr/>
          <p:nvPr/>
        </p:nvGrpSpPr>
        <p:grpSpPr>
          <a:xfrm>
            <a:off x="1881118" y="1679121"/>
            <a:ext cx="2089231" cy="4401642"/>
            <a:chOff x="2701175" y="2061936"/>
            <a:chExt cx="1772241" cy="3733800"/>
          </a:xfrm>
        </p:grpSpPr>
        <p:pic>
          <p:nvPicPr>
            <p:cNvPr id="6"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10996" y="5414736"/>
              <a:ext cx="16192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Freeform 130"/>
            <p:cNvSpPr>
              <a:spLocks/>
            </p:cNvSpPr>
            <p:nvPr/>
          </p:nvSpPr>
          <p:spPr bwMode="auto">
            <a:xfrm>
              <a:off x="3095171" y="5316311"/>
              <a:ext cx="431800" cy="203200"/>
            </a:xfrm>
            <a:custGeom>
              <a:avLst/>
              <a:gdLst>
                <a:gd name="T0" fmla="*/ 272 w 272"/>
                <a:gd name="T1" fmla="*/ 54 h 128"/>
                <a:gd name="T2" fmla="*/ 4 w 272"/>
                <a:gd name="T3" fmla="*/ 128 h 128"/>
                <a:gd name="T4" fmla="*/ 0 w 272"/>
                <a:gd name="T5" fmla="*/ 118 h 128"/>
                <a:gd name="T6" fmla="*/ 272 w 272"/>
                <a:gd name="T7" fmla="*/ 0 h 128"/>
                <a:gd name="T8" fmla="*/ 272 w 272"/>
                <a:gd name="T9" fmla="*/ 54 h 128"/>
              </a:gdLst>
              <a:ahLst/>
              <a:cxnLst>
                <a:cxn ang="0">
                  <a:pos x="T0" y="T1"/>
                </a:cxn>
                <a:cxn ang="0">
                  <a:pos x="T2" y="T3"/>
                </a:cxn>
                <a:cxn ang="0">
                  <a:pos x="T4" y="T5"/>
                </a:cxn>
                <a:cxn ang="0">
                  <a:pos x="T6" y="T7"/>
                </a:cxn>
                <a:cxn ang="0">
                  <a:pos x="T8" y="T9"/>
                </a:cxn>
              </a:cxnLst>
              <a:rect l="0" t="0" r="r" b="b"/>
              <a:pathLst>
                <a:path w="272" h="128">
                  <a:moveTo>
                    <a:pt x="272" y="54"/>
                  </a:moveTo>
                  <a:lnTo>
                    <a:pt x="4" y="128"/>
                  </a:lnTo>
                  <a:lnTo>
                    <a:pt x="0" y="118"/>
                  </a:lnTo>
                  <a:lnTo>
                    <a:pt x="272" y="0"/>
                  </a:lnTo>
                  <a:lnTo>
                    <a:pt x="272" y="54"/>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 name="Freeform 131"/>
            <p:cNvSpPr>
              <a:spLocks/>
            </p:cNvSpPr>
            <p:nvPr/>
          </p:nvSpPr>
          <p:spPr bwMode="auto">
            <a:xfrm>
              <a:off x="3050721" y="5529036"/>
              <a:ext cx="117475" cy="114300"/>
            </a:xfrm>
            <a:custGeom>
              <a:avLst/>
              <a:gdLst>
                <a:gd name="T0" fmla="*/ 74 w 74"/>
                <a:gd name="T1" fmla="*/ 36 h 72"/>
                <a:gd name="T2" fmla="*/ 74 w 74"/>
                <a:gd name="T3" fmla="*/ 36 h 72"/>
                <a:gd name="T4" fmla="*/ 72 w 74"/>
                <a:gd name="T5" fmla="*/ 44 h 72"/>
                <a:gd name="T6" fmla="*/ 70 w 74"/>
                <a:gd name="T7" fmla="*/ 50 h 72"/>
                <a:gd name="T8" fmla="*/ 68 w 74"/>
                <a:gd name="T9" fmla="*/ 56 h 72"/>
                <a:gd name="T10" fmla="*/ 62 w 74"/>
                <a:gd name="T11" fmla="*/ 62 h 72"/>
                <a:gd name="T12" fmla="*/ 58 w 74"/>
                <a:gd name="T13" fmla="*/ 66 h 72"/>
                <a:gd name="T14" fmla="*/ 52 w 74"/>
                <a:gd name="T15" fmla="*/ 70 h 72"/>
                <a:gd name="T16" fmla="*/ 44 w 74"/>
                <a:gd name="T17" fmla="*/ 72 h 72"/>
                <a:gd name="T18" fmla="*/ 36 w 74"/>
                <a:gd name="T19" fmla="*/ 72 h 72"/>
                <a:gd name="T20" fmla="*/ 36 w 74"/>
                <a:gd name="T21" fmla="*/ 72 h 72"/>
                <a:gd name="T22" fmla="*/ 30 w 74"/>
                <a:gd name="T23" fmla="*/ 72 h 72"/>
                <a:gd name="T24" fmla="*/ 22 w 74"/>
                <a:gd name="T25" fmla="*/ 70 h 72"/>
                <a:gd name="T26" fmla="*/ 16 w 74"/>
                <a:gd name="T27" fmla="*/ 66 h 72"/>
                <a:gd name="T28" fmla="*/ 10 w 74"/>
                <a:gd name="T29" fmla="*/ 62 h 72"/>
                <a:gd name="T30" fmla="*/ 6 w 74"/>
                <a:gd name="T31" fmla="*/ 56 h 72"/>
                <a:gd name="T32" fmla="*/ 4 w 74"/>
                <a:gd name="T33" fmla="*/ 50 h 72"/>
                <a:gd name="T34" fmla="*/ 0 w 74"/>
                <a:gd name="T35" fmla="*/ 44 h 72"/>
                <a:gd name="T36" fmla="*/ 0 w 74"/>
                <a:gd name="T37" fmla="*/ 36 h 72"/>
                <a:gd name="T38" fmla="*/ 0 w 74"/>
                <a:gd name="T39" fmla="*/ 36 h 72"/>
                <a:gd name="T40" fmla="*/ 0 w 74"/>
                <a:gd name="T41" fmla="*/ 28 h 72"/>
                <a:gd name="T42" fmla="*/ 4 w 74"/>
                <a:gd name="T43" fmla="*/ 22 h 72"/>
                <a:gd name="T44" fmla="*/ 6 w 74"/>
                <a:gd name="T45" fmla="*/ 16 h 72"/>
                <a:gd name="T46" fmla="*/ 10 w 74"/>
                <a:gd name="T47" fmla="*/ 10 h 72"/>
                <a:gd name="T48" fmla="*/ 16 w 74"/>
                <a:gd name="T49" fmla="*/ 6 h 72"/>
                <a:gd name="T50" fmla="*/ 22 w 74"/>
                <a:gd name="T51" fmla="*/ 2 h 72"/>
                <a:gd name="T52" fmla="*/ 30 w 74"/>
                <a:gd name="T53" fmla="*/ 0 h 72"/>
                <a:gd name="T54" fmla="*/ 36 w 74"/>
                <a:gd name="T55" fmla="*/ 0 h 72"/>
                <a:gd name="T56" fmla="*/ 36 w 74"/>
                <a:gd name="T57" fmla="*/ 0 h 72"/>
                <a:gd name="T58" fmla="*/ 44 w 74"/>
                <a:gd name="T59" fmla="*/ 0 h 72"/>
                <a:gd name="T60" fmla="*/ 52 w 74"/>
                <a:gd name="T61" fmla="*/ 2 h 72"/>
                <a:gd name="T62" fmla="*/ 58 w 74"/>
                <a:gd name="T63" fmla="*/ 6 h 72"/>
                <a:gd name="T64" fmla="*/ 62 w 74"/>
                <a:gd name="T65" fmla="*/ 10 h 72"/>
                <a:gd name="T66" fmla="*/ 68 w 74"/>
                <a:gd name="T67" fmla="*/ 16 h 72"/>
                <a:gd name="T68" fmla="*/ 70 w 74"/>
                <a:gd name="T69" fmla="*/ 22 h 72"/>
                <a:gd name="T70" fmla="*/ 72 w 74"/>
                <a:gd name="T71" fmla="*/ 28 h 72"/>
                <a:gd name="T72" fmla="*/ 74 w 74"/>
                <a:gd name="T73" fmla="*/ 36 h 72"/>
                <a:gd name="T74" fmla="*/ 74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74" y="36"/>
                  </a:moveTo>
                  <a:lnTo>
                    <a:pt x="74" y="36"/>
                  </a:lnTo>
                  <a:lnTo>
                    <a:pt x="72" y="44"/>
                  </a:lnTo>
                  <a:lnTo>
                    <a:pt x="70" y="50"/>
                  </a:lnTo>
                  <a:lnTo>
                    <a:pt x="68" y="56"/>
                  </a:lnTo>
                  <a:lnTo>
                    <a:pt x="62" y="62"/>
                  </a:lnTo>
                  <a:lnTo>
                    <a:pt x="58" y="66"/>
                  </a:lnTo>
                  <a:lnTo>
                    <a:pt x="52" y="70"/>
                  </a:lnTo>
                  <a:lnTo>
                    <a:pt x="44" y="72"/>
                  </a:lnTo>
                  <a:lnTo>
                    <a:pt x="36" y="72"/>
                  </a:lnTo>
                  <a:lnTo>
                    <a:pt x="36" y="72"/>
                  </a:lnTo>
                  <a:lnTo>
                    <a:pt x="30" y="72"/>
                  </a:lnTo>
                  <a:lnTo>
                    <a:pt x="22" y="70"/>
                  </a:lnTo>
                  <a:lnTo>
                    <a:pt x="16" y="66"/>
                  </a:lnTo>
                  <a:lnTo>
                    <a:pt x="10" y="62"/>
                  </a:lnTo>
                  <a:lnTo>
                    <a:pt x="6" y="56"/>
                  </a:lnTo>
                  <a:lnTo>
                    <a:pt x="4" y="50"/>
                  </a:lnTo>
                  <a:lnTo>
                    <a:pt x="0" y="44"/>
                  </a:lnTo>
                  <a:lnTo>
                    <a:pt x="0" y="36"/>
                  </a:lnTo>
                  <a:lnTo>
                    <a:pt x="0" y="36"/>
                  </a:lnTo>
                  <a:lnTo>
                    <a:pt x="0" y="28"/>
                  </a:lnTo>
                  <a:lnTo>
                    <a:pt x="4" y="22"/>
                  </a:lnTo>
                  <a:lnTo>
                    <a:pt x="6" y="16"/>
                  </a:lnTo>
                  <a:lnTo>
                    <a:pt x="10" y="10"/>
                  </a:lnTo>
                  <a:lnTo>
                    <a:pt x="16" y="6"/>
                  </a:lnTo>
                  <a:lnTo>
                    <a:pt x="22" y="2"/>
                  </a:lnTo>
                  <a:lnTo>
                    <a:pt x="30" y="0"/>
                  </a:lnTo>
                  <a:lnTo>
                    <a:pt x="36" y="0"/>
                  </a:lnTo>
                  <a:lnTo>
                    <a:pt x="36" y="0"/>
                  </a:lnTo>
                  <a:lnTo>
                    <a:pt x="44" y="0"/>
                  </a:lnTo>
                  <a:lnTo>
                    <a:pt x="52" y="2"/>
                  </a:lnTo>
                  <a:lnTo>
                    <a:pt x="58" y="6"/>
                  </a:lnTo>
                  <a:lnTo>
                    <a:pt x="62" y="10"/>
                  </a:lnTo>
                  <a:lnTo>
                    <a:pt x="68" y="16"/>
                  </a:lnTo>
                  <a:lnTo>
                    <a:pt x="70" y="22"/>
                  </a:lnTo>
                  <a:lnTo>
                    <a:pt x="72" y="28"/>
                  </a:lnTo>
                  <a:lnTo>
                    <a:pt x="74" y="36"/>
                  </a:lnTo>
                  <a:lnTo>
                    <a:pt x="74"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 name="Freeform 132"/>
            <p:cNvSpPr>
              <a:spLocks/>
            </p:cNvSpPr>
            <p:nvPr/>
          </p:nvSpPr>
          <p:spPr bwMode="auto">
            <a:xfrm>
              <a:off x="3063421" y="5541736"/>
              <a:ext cx="92075" cy="92075"/>
            </a:xfrm>
            <a:custGeom>
              <a:avLst/>
              <a:gdLst>
                <a:gd name="T0" fmla="*/ 58 w 58"/>
                <a:gd name="T1" fmla="*/ 28 h 58"/>
                <a:gd name="T2" fmla="*/ 58 w 58"/>
                <a:gd name="T3" fmla="*/ 28 h 58"/>
                <a:gd name="T4" fmla="*/ 56 w 58"/>
                <a:gd name="T5" fmla="*/ 40 h 58"/>
                <a:gd name="T6" fmla="*/ 50 w 58"/>
                <a:gd name="T7" fmla="*/ 48 h 58"/>
                <a:gd name="T8" fmla="*/ 40 w 58"/>
                <a:gd name="T9" fmla="*/ 54 h 58"/>
                <a:gd name="T10" fmla="*/ 28 w 58"/>
                <a:gd name="T11" fmla="*/ 58 h 58"/>
                <a:gd name="T12" fmla="*/ 28 w 58"/>
                <a:gd name="T13" fmla="*/ 58 h 58"/>
                <a:gd name="T14" fmla="*/ 18 w 58"/>
                <a:gd name="T15" fmla="*/ 54 h 58"/>
                <a:gd name="T16" fmla="*/ 8 w 58"/>
                <a:gd name="T17" fmla="*/ 48 h 58"/>
                <a:gd name="T18" fmla="*/ 2 w 58"/>
                <a:gd name="T19" fmla="*/ 40 h 58"/>
                <a:gd name="T20" fmla="*/ 0 w 58"/>
                <a:gd name="T21" fmla="*/ 28 h 58"/>
                <a:gd name="T22" fmla="*/ 0 w 58"/>
                <a:gd name="T23" fmla="*/ 28 h 58"/>
                <a:gd name="T24" fmla="*/ 2 w 58"/>
                <a:gd name="T25" fmla="*/ 18 h 58"/>
                <a:gd name="T26" fmla="*/ 8 w 58"/>
                <a:gd name="T27" fmla="*/ 8 h 58"/>
                <a:gd name="T28" fmla="*/ 18 w 58"/>
                <a:gd name="T29" fmla="*/ 2 h 58"/>
                <a:gd name="T30" fmla="*/ 28 w 58"/>
                <a:gd name="T31" fmla="*/ 0 h 58"/>
                <a:gd name="T32" fmla="*/ 28 w 58"/>
                <a:gd name="T33" fmla="*/ 0 h 58"/>
                <a:gd name="T34" fmla="*/ 40 w 58"/>
                <a:gd name="T35" fmla="*/ 2 h 58"/>
                <a:gd name="T36" fmla="*/ 50 w 58"/>
                <a:gd name="T37" fmla="*/ 8 h 58"/>
                <a:gd name="T38" fmla="*/ 56 w 58"/>
                <a:gd name="T39" fmla="*/ 18 h 58"/>
                <a:gd name="T40" fmla="*/ 58 w 58"/>
                <a:gd name="T41" fmla="*/ 28 h 58"/>
                <a:gd name="T42" fmla="*/ 58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58" y="28"/>
                  </a:moveTo>
                  <a:lnTo>
                    <a:pt x="58" y="28"/>
                  </a:lnTo>
                  <a:lnTo>
                    <a:pt x="56" y="40"/>
                  </a:lnTo>
                  <a:lnTo>
                    <a:pt x="50" y="48"/>
                  </a:lnTo>
                  <a:lnTo>
                    <a:pt x="40" y="54"/>
                  </a:lnTo>
                  <a:lnTo>
                    <a:pt x="28" y="58"/>
                  </a:lnTo>
                  <a:lnTo>
                    <a:pt x="28" y="58"/>
                  </a:lnTo>
                  <a:lnTo>
                    <a:pt x="18" y="54"/>
                  </a:lnTo>
                  <a:lnTo>
                    <a:pt x="8" y="48"/>
                  </a:lnTo>
                  <a:lnTo>
                    <a:pt x="2" y="40"/>
                  </a:lnTo>
                  <a:lnTo>
                    <a:pt x="0" y="28"/>
                  </a:lnTo>
                  <a:lnTo>
                    <a:pt x="0" y="28"/>
                  </a:lnTo>
                  <a:lnTo>
                    <a:pt x="2" y="18"/>
                  </a:lnTo>
                  <a:lnTo>
                    <a:pt x="8" y="8"/>
                  </a:lnTo>
                  <a:lnTo>
                    <a:pt x="18" y="2"/>
                  </a:lnTo>
                  <a:lnTo>
                    <a:pt x="28" y="0"/>
                  </a:lnTo>
                  <a:lnTo>
                    <a:pt x="28" y="0"/>
                  </a:lnTo>
                  <a:lnTo>
                    <a:pt x="40" y="2"/>
                  </a:lnTo>
                  <a:lnTo>
                    <a:pt x="50" y="8"/>
                  </a:lnTo>
                  <a:lnTo>
                    <a:pt x="56" y="18"/>
                  </a:lnTo>
                  <a:lnTo>
                    <a:pt x="58" y="28"/>
                  </a:lnTo>
                  <a:lnTo>
                    <a:pt x="58"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 name="Freeform 133"/>
            <p:cNvSpPr>
              <a:spLocks/>
            </p:cNvSpPr>
            <p:nvPr/>
          </p:nvSpPr>
          <p:spPr bwMode="auto">
            <a:xfrm>
              <a:off x="3079296" y="5557611"/>
              <a:ext cx="60325" cy="57150"/>
            </a:xfrm>
            <a:custGeom>
              <a:avLst/>
              <a:gdLst>
                <a:gd name="T0" fmla="*/ 38 w 38"/>
                <a:gd name="T1" fmla="*/ 18 h 36"/>
                <a:gd name="T2" fmla="*/ 38 w 38"/>
                <a:gd name="T3" fmla="*/ 18 h 36"/>
                <a:gd name="T4" fmla="*/ 36 w 38"/>
                <a:gd name="T5" fmla="*/ 26 h 36"/>
                <a:gd name="T6" fmla="*/ 32 w 38"/>
                <a:gd name="T7" fmla="*/ 32 h 36"/>
                <a:gd name="T8" fmla="*/ 26 w 38"/>
                <a:gd name="T9" fmla="*/ 36 h 36"/>
                <a:gd name="T10" fmla="*/ 18 w 38"/>
                <a:gd name="T11" fmla="*/ 36 h 36"/>
                <a:gd name="T12" fmla="*/ 18 w 38"/>
                <a:gd name="T13" fmla="*/ 36 h 36"/>
                <a:gd name="T14" fmla="*/ 12 w 38"/>
                <a:gd name="T15" fmla="*/ 36 h 36"/>
                <a:gd name="T16" fmla="*/ 6 w 38"/>
                <a:gd name="T17" fmla="*/ 32 h 36"/>
                <a:gd name="T18" fmla="*/ 2 w 38"/>
                <a:gd name="T19" fmla="*/ 26 h 36"/>
                <a:gd name="T20" fmla="*/ 0 w 38"/>
                <a:gd name="T21" fmla="*/ 18 h 36"/>
                <a:gd name="T22" fmla="*/ 0 w 38"/>
                <a:gd name="T23" fmla="*/ 18 h 36"/>
                <a:gd name="T24" fmla="*/ 2 w 38"/>
                <a:gd name="T25" fmla="*/ 12 h 36"/>
                <a:gd name="T26" fmla="*/ 6 w 38"/>
                <a:gd name="T27" fmla="*/ 6 h 36"/>
                <a:gd name="T28" fmla="*/ 12 w 38"/>
                <a:gd name="T29" fmla="*/ 2 h 36"/>
                <a:gd name="T30" fmla="*/ 18 w 38"/>
                <a:gd name="T31" fmla="*/ 0 h 36"/>
                <a:gd name="T32" fmla="*/ 18 w 38"/>
                <a:gd name="T33" fmla="*/ 0 h 36"/>
                <a:gd name="T34" fmla="*/ 26 w 38"/>
                <a:gd name="T35" fmla="*/ 2 h 36"/>
                <a:gd name="T36" fmla="*/ 32 w 38"/>
                <a:gd name="T37" fmla="*/ 6 h 36"/>
                <a:gd name="T38" fmla="*/ 36 w 38"/>
                <a:gd name="T39" fmla="*/ 12 h 36"/>
                <a:gd name="T40" fmla="*/ 38 w 38"/>
                <a:gd name="T41" fmla="*/ 18 h 36"/>
                <a:gd name="T42" fmla="*/ 38 w 38"/>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36">
                  <a:moveTo>
                    <a:pt x="38" y="18"/>
                  </a:moveTo>
                  <a:lnTo>
                    <a:pt x="38" y="18"/>
                  </a:lnTo>
                  <a:lnTo>
                    <a:pt x="36" y="26"/>
                  </a:lnTo>
                  <a:lnTo>
                    <a:pt x="32" y="32"/>
                  </a:lnTo>
                  <a:lnTo>
                    <a:pt x="26" y="36"/>
                  </a:lnTo>
                  <a:lnTo>
                    <a:pt x="18" y="36"/>
                  </a:lnTo>
                  <a:lnTo>
                    <a:pt x="18" y="36"/>
                  </a:lnTo>
                  <a:lnTo>
                    <a:pt x="12" y="36"/>
                  </a:lnTo>
                  <a:lnTo>
                    <a:pt x="6" y="32"/>
                  </a:lnTo>
                  <a:lnTo>
                    <a:pt x="2" y="26"/>
                  </a:lnTo>
                  <a:lnTo>
                    <a:pt x="0" y="18"/>
                  </a:lnTo>
                  <a:lnTo>
                    <a:pt x="0" y="18"/>
                  </a:lnTo>
                  <a:lnTo>
                    <a:pt x="2" y="12"/>
                  </a:lnTo>
                  <a:lnTo>
                    <a:pt x="6" y="6"/>
                  </a:lnTo>
                  <a:lnTo>
                    <a:pt x="12" y="2"/>
                  </a:lnTo>
                  <a:lnTo>
                    <a:pt x="18" y="0"/>
                  </a:lnTo>
                  <a:lnTo>
                    <a:pt x="18" y="0"/>
                  </a:lnTo>
                  <a:lnTo>
                    <a:pt x="26" y="2"/>
                  </a:lnTo>
                  <a:lnTo>
                    <a:pt x="32" y="6"/>
                  </a:lnTo>
                  <a:lnTo>
                    <a:pt x="36" y="12"/>
                  </a:lnTo>
                  <a:lnTo>
                    <a:pt x="38" y="18"/>
                  </a:lnTo>
                  <a:lnTo>
                    <a:pt x="38"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 name="Freeform 134"/>
            <p:cNvSpPr>
              <a:spLocks/>
            </p:cNvSpPr>
            <p:nvPr/>
          </p:nvSpPr>
          <p:spPr bwMode="auto">
            <a:xfrm>
              <a:off x="3034846" y="5500461"/>
              <a:ext cx="149225" cy="82550"/>
            </a:xfrm>
            <a:custGeom>
              <a:avLst/>
              <a:gdLst>
                <a:gd name="T0" fmla="*/ 46 w 94"/>
                <a:gd name="T1" fmla="*/ 12 h 52"/>
                <a:gd name="T2" fmla="*/ 46 w 94"/>
                <a:gd name="T3" fmla="*/ 12 h 52"/>
                <a:gd name="T4" fmla="*/ 56 w 94"/>
                <a:gd name="T5" fmla="*/ 12 h 52"/>
                <a:gd name="T6" fmla="*/ 64 w 94"/>
                <a:gd name="T7" fmla="*/ 14 h 52"/>
                <a:gd name="T8" fmla="*/ 72 w 94"/>
                <a:gd name="T9" fmla="*/ 18 h 52"/>
                <a:gd name="T10" fmla="*/ 78 w 94"/>
                <a:gd name="T11" fmla="*/ 22 h 52"/>
                <a:gd name="T12" fmla="*/ 84 w 94"/>
                <a:gd name="T13" fmla="*/ 28 h 52"/>
                <a:gd name="T14" fmla="*/ 88 w 94"/>
                <a:gd name="T15" fmla="*/ 36 h 52"/>
                <a:gd name="T16" fmla="*/ 92 w 94"/>
                <a:gd name="T17" fmla="*/ 44 h 52"/>
                <a:gd name="T18" fmla="*/ 94 w 94"/>
                <a:gd name="T19" fmla="*/ 52 h 52"/>
                <a:gd name="T20" fmla="*/ 94 w 94"/>
                <a:gd name="T21" fmla="*/ 52 h 52"/>
                <a:gd name="T22" fmla="*/ 94 w 94"/>
                <a:gd name="T23" fmla="*/ 46 h 52"/>
                <a:gd name="T24" fmla="*/ 94 w 94"/>
                <a:gd name="T25" fmla="*/ 46 h 52"/>
                <a:gd name="T26" fmla="*/ 92 w 94"/>
                <a:gd name="T27" fmla="*/ 36 h 52"/>
                <a:gd name="T28" fmla="*/ 90 w 94"/>
                <a:gd name="T29" fmla="*/ 28 h 52"/>
                <a:gd name="T30" fmla="*/ 86 w 94"/>
                <a:gd name="T31" fmla="*/ 20 h 52"/>
                <a:gd name="T32" fmla="*/ 80 w 94"/>
                <a:gd name="T33" fmla="*/ 14 h 52"/>
                <a:gd name="T34" fmla="*/ 74 w 94"/>
                <a:gd name="T35" fmla="*/ 8 h 52"/>
                <a:gd name="T36" fmla="*/ 66 w 94"/>
                <a:gd name="T37" fmla="*/ 4 h 52"/>
                <a:gd name="T38" fmla="*/ 56 w 94"/>
                <a:gd name="T39" fmla="*/ 0 h 52"/>
                <a:gd name="T40" fmla="*/ 46 w 94"/>
                <a:gd name="T41" fmla="*/ 0 h 52"/>
                <a:gd name="T42" fmla="*/ 46 w 94"/>
                <a:gd name="T43" fmla="*/ 0 h 52"/>
                <a:gd name="T44" fmla="*/ 38 w 94"/>
                <a:gd name="T45" fmla="*/ 0 h 52"/>
                <a:gd name="T46" fmla="*/ 28 w 94"/>
                <a:gd name="T47" fmla="*/ 4 h 52"/>
                <a:gd name="T48" fmla="*/ 20 w 94"/>
                <a:gd name="T49" fmla="*/ 8 h 52"/>
                <a:gd name="T50" fmla="*/ 14 w 94"/>
                <a:gd name="T51" fmla="*/ 14 h 52"/>
                <a:gd name="T52" fmla="*/ 8 w 94"/>
                <a:gd name="T53" fmla="*/ 20 h 52"/>
                <a:gd name="T54" fmla="*/ 4 w 94"/>
                <a:gd name="T55" fmla="*/ 28 h 52"/>
                <a:gd name="T56" fmla="*/ 0 w 94"/>
                <a:gd name="T57" fmla="*/ 36 h 52"/>
                <a:gd name="T58" fmla="*/ 0 w 94"/>
                <a:gd name="T59" fmla="*/ 46 h 52"/>
                <a:gd name="T60" fmla="*/ 0 w 94"/>
                <a:gd name="T61" fmla="*/ 46 h 52"/>
                <a:gd name="T62" fmla="*/ 0 w 94"/>
                <a:gd name="T63" fmla="*/ 52 h 52"/>
                <a:gd name="T64" fmla="*/ 0 w 94"/>
                <a:gd name="T65" fmla="*/ 52 h 52"/>
                <a:gd name="T66" fmla="*/ 2 w 94"/>
                <a:gd name="T67" fmla="*/ 44 h 52"/>
                <a:gd name="T68" fmla="*/ 6 w 94"/>
                <a:gd name="T69" fmla="*/ 36 h 52"/>
                <a:gd name="T70" fmla="*/ 10 w 94"/>
                <a:gd name="T71" fmla="*/ 28 h 52"/>
                <a:gd name="T72" fmla="*/ 16 w 94"/>
                <a:gd name="T73" fmla="*/ 22 h 52"/>
                <a:gd name="T74" fmla="*/ 22 w 94"/>
                <a:gd name="T75" fmla="*/ 18 h 52"/>
                <a:gd name="T76" fmla="*/ 30 w 94"/>
                <a:gd name="T77" fmla="*/ 14 h 52"/>
                <a:gd name="T78" fmla="*/ 38 w 94"/>
                <a:gd name="T79" fmla="*/ 12 h 52"/>
                <a:gd name="T80" fmla="*/ 46 w 94"/>
                <a:gd name="T81" fmla="*/ 12 h 52"/>
                <a:gd name="T82" fmla="*/ 46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6" y="12"/>
                  </a:moveTo>
                  <a:lnTo>
                    <a:pt x="46" y="12"/>
                  </a:lnTo>
                  <a:lnTo>
                    <a:pt x="56" y="12"/>
                  </a:lnTo>
                  <a:lnTo>
                    <a:pt x="64" y="14"/>
                  </a:lnTo>
                  <a:lnTo>
                    <a:pt x="72" y="18"/>
                  </a:lnTo>
                  <a:lnTo>
                    <a:pt x="78" y="22"/>
                  </a:lnTo>
                  <a:lnTo>
                    <a:pt x="84" y="28"/>
                  </a:lnTo>
                  <a:lnTo>
                    <a:pt x="88" y="36"/>
                  </a:lnTo>
                  <a:lnTo>
                    <a:pt x="92" y="44"/>
                  </a:lnTo>
                  <a:lnTo>
                    <a:pt x="94" y="52"/>
                  </a:lnTo>
                  <a:lnTo>
                    <a:pt x="94" y="52"/>
                  </a:lnTo>
                  <a:lnTo>
                    <a:pt x="94" y="46"/>
                  </a:lnTo>
                  <a:lnTo>
                    <a:pt x="94" y="46"/>
                  </a:lnTo>
                  <a:lnTo>
                    <a:pt x="92" y="36"/>
                  </a:lnTo>
                  <a:lnTo>
                    <a:pt x="90" y="28"/>
                  </a:lnTo>
                  <a:lnTo>
                    <a:pt x="86" y="20"/>
                  </a:lnTo>
                  <a:lnTo>
                    <a:pt x="80" y="14"/>
                  </a:lnTo>
                  <a:lnTo>
                    <a:pt x="74" y="8"/>
                  </a:lnTo>
                  <a:lnTo>
                    <a:pt x="66" y="4"/>
                  </a:lnTo>
                  <a:lnTo>
                    <a:pt x="56" y="0"/>
                  </a:lnTo>
                  <a:lnTo>
                    <a:pt x="46" y="0"/>
                  </a:lnTo>
                  <a:lnTo>
                    <a:pt x="46" y="0"/>
                  </a:lnTo>
                  <a:lnTo>
                    <a:pt x="38" y="0"/>
                  </a:lnTo>
                  <a:lnTo>
                    <a:pt x="28" y="4"/>
                  </a:lnTo>
                  <a:lnTo>
                    <a:pt x="20" y="8"/>
                  </a:lnTo>
                  <a:lnTo>
                    <a:pt x="14" y="14"/>
                  </a:lnTo>
                  <a:lnTo>
                    <a:pt x="8" y="20"/>
                  </a:lnTo>
                  <a:lnTo>
                    <a:pt x="4" y="28"/>
                  </a:lnTo>
                  <a:lnTo>
                    <a:pt x="0" y="36"/>
                  </a:lnTo>
                  <a:lnTo>
                    <a:pt x="0" y="46"/>
                  </a:lnTo>
                  <a:lnTo>
                    <a:pt x="0" y="46"/>
                  </a:lnTo>
                  <a:lnTo>
                    <a:pt x="0" y="52"/>
                  </a:lnTo>
                  <a:lnTo>
                    <a:pt x="0" y="52"/>
                  </a:lnTo>
                  <a:lnTo>
                    <a:pt x="2" y="44"/>
                  </a:lnTo>
                  <a:lnTo>
                    <a:pt x="6" y="36"/>
                  </a:lnTo>
                  <a:lnTo>
                    <a:pt x="10" y="28"/>
                  </a:lnTo>
                  <a:lnTo>
                    <a:pt x="16" y="22"/>
                  </a:lnTo>
                  <a:lnTo>
                    <a:pt x="22" y="18"/>
                  </a:lnTo>
                  <a:lnTo>
                    <a:pt x="30" y="14"/>
                  </a:lnTo>
                  <a:lnTo>
                    <a:pt x="38" y="12"/>
                  </a:lnTo>
                  <a:lnTo>
                    <a:pt x="46" y="12"/>
                  </a:lnTo>
                  <a:lnTo>
                    <a:pt x="46"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 name="Freeform 135"/>
            <p:cNvSpPr>
              <a:spLocks/>
            </p:cNvSpPr>
            <p:nvPr/>
          </p:nvSpPr>
          <p:spPr bwMode="auto">
            <a:xfrm>
              <a:off x="3571421" y="5325836"/>
              <a:ext cx="431800" cy="193675"/>
            </a:xfrm>
            <a:custGeom>
              <a:avLst/>
              <a:gdLst>
                <a:gd name="T0" fmla="*/ 0 w 272"/>
                <a:gd name="T1" fmla="*/ 48 h 122"/>
                <a:gd name="T2" fmla="*/ 268 w 272"/>
                <a:gd name="T3" fmla="*/ 122 h 122"/>
                <a:gd name="T4" fmla="*/ 272 w 272"/>
                <a:gd name="T5" fmla="*/ 112 h 122"/>
                <a:gd name="T6" fmla="*/ 0 w 272"/>
                <a:gd name="T7" fmla="*/ 0 h 122"/>
                <a:gd name="T8" fmla="*/ 0 w 272"/>
                <a:gd name="T9" fmla="*/ 48 h 122"/>
              </a:gdLst>
              <a:ahLst/>
              <a:cxnLst>
                <a:cxn ang="0">
                  <a:pos x="T0" y="T1"/>
                </a:cxn>
                <a:cxn ang="0">
                  <a:pos x="T2" y="T3"/>
                </a:cxn>
                <a:cxn ang="0">
                  <a:pos x="T4" y="T5"/>
                </a:cxn>
                <a:cxn ang="0">
                  <a:pos x="T6" y="T7"/>
                </a:cxn>
                <a:cxn ang="0">
                  <a:pos x="T8" y="T9"/>
                </a:cxn>
              </a:cxnLst>
              <a:rect l="0" t="0" r="r" b="b"/>
              <a:pathLst>
                <a:path w="272" h="122">
                  <a:moveTo>
                    <a:pt x="0" y="48"/>
                  </a:moveTo>
                  <a:lnTo>
                    <a:pt x="268" y="122"/>
                  </a:lnTo>
                  <a:lnTo>
                    <a:pt x="272" y="112"/>
                  </a:lnTo>
                  <a:lnTo>
                    <a:pt x="0" y="0"/>
                  </a:lnTo>
                  <a:lnTo>
                    <a:pt x="0" y="48"/>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 name="Freeform 136"/>
            <p:cNvSpPr>
              <a:spLocks/>
            </p:cNvSpPr>
            <p:nvPr/>
          </p:nvSpPr>
          <p:spPr bwMode="auto">
            <a:xfrm>
              <a:off x="3930196" y="5529036"/>
              <a:ext cx="117475" cy="114300"/>
            </a:xfrm>
            <a:custGeom>
              <a:avLst/>
              <a:gdLst>
                <a:gd name="T0" fmla="*/ 0 w 74"/>
                <a:gd name="T1" fmla="*/ 36 h 72"/>
                <a:gd name="T2" fmla="*/ 0 w 74"/>
                <a:gd name="T3" fmla="*/ 36 h 72"/>
                <a:gd name="T4" fmla="*/ 2 w 74"/>
                <a:gd name="T5" fmla="*/ 44 h 72"/>
                <a:gd name="T6" fmla="*/ 4 w 74"/>
                <a:gd name="T7" fmla="*/ 50 h 72"/>
                <a:gd name="T8" fmla="*/ 8 w 74"/>
                <a:gd name="T9" fmla="*/ 56 h 72"/>
                <a:gd name="T10" fmla="*/ 12 w 74"/>
                <a:gd name="T11" fmla="*/ 62 h 72"/>
                <a:gd name="T12" fmla="*/ 18 w 74"/>
                <a:gd name="T13" fmla="*/ 66 h 72"/>
                <a:gd name="T14" fmla="*/ 24 w 74"/>
                <a:gd name="T15" fmla="*/ 70 h 72"/>
                <a:gd name="T16" fmla="*/ 30 w 74"/>
                <a:gd name="T17" fmla="*/ 72 h 72"/>
                <a:gd name="T18" fmla="*/ 38 w 74"/>
                <a:gd name="T19" fmla="*/ 72 h 72"/>
                <a:gd name="T20" fmla="*/ 38 w 74"/>
                <a:gd name="T21" fmla="*/ 72 h 72"/>
                <a:gd name="T22" fmla="*/ 44 w 74"/>
                <a:gd name="T23" fmla="*/ 72 h 72"/>
                <a:gd name="T24" fmla="*/ 52 w 74"/>
                <a:gd name="T25" fmla="*/ 70 h 72"/>
                <a:gd name="T26" fmla="*/ 58 w 74"/>
                <a:gd name="T27" fmla="*/ 66 h 72"/>
                <a:gd name="T28" fmla="*/ 64 w 74"/>
                <a:gd name="T29" fmla="*/ 62 h 72"/>
                <a:gd name="T30" fmla="*/ 68 w 74"/>
                <a:gd name="T31" fmla="*/ 56 h 72"/>
                <a:gd name="T32" fmla="*/ 72 w 74"/>
                <a:gd name="T33" fmla="*/ 50 h 72"/>
                <a:gd name="T34" fmla="*/ 74 w 74"/>
                <a:gd name="T35" fmla="*/ 44 h 72"/>
                <a:gd name="T36" fmla="*/ 74 w 74"/>
                <a:gd name="T37" fmla="*/ 36 h 72"/>
                <a:gd name="T38" fmla="*/ 74 w 74"/>
                <a:gd name="T39" fmla="*/ 36 h 72"/>
                <a:gd name="T40" fmla="*/ 74 w 74"/>
                <a:gd name="T41" fmla="*/ 28 h 72"/>
                <a:gd name="T42" fmla="*/ 72 w 74"/>
                <a:gd name="T43" fmla="*/ 22 h 72"/>
                <a:gd name="T44" fmla="*/ 68 w 74"/>
                <a:gd name="T45" fmla="*/ 16 h 72"/>
                <a:gd name="T46" fmla="*/ 64 w 74"/>
                <a:gd name="T47" fmla="*/ 10 h 72"/>
                <a:gd name="T48" fmla="*/ 58 w 74"/>
                <a:gd name="T49" fmla="*/ 6 h 72"/>
                <a:gd name="T50" fmla="*/ 52 w 74"/>
                <a:gd name="T51" fmla="*/ 2 h 72"/>
                <a:gd name="T52" fmla="*/ 44 w 74"/>
                <a:gd name="T53" fmla="*/ 0 h 72"/>
                <a:gd name="T54" fmla="*/ 38 w 74"/>
                <a:gd name="T55" fmla="*/ 0 h 72"/>
                <a:gd name="T56" fmla="*/ 38 w 74"/>
                <a:gd name="T57" fmla="*/ 0 h 72"/>
                <a:gd name="T58" fmla="*/ 30 w 74"/>
                <a:gd name="T59" fmla="*/ 0 h 72"/>
                <a:gd name="T60" fmla="*/ 24 w 74"/>
                <a:gd name="T61" fmla="*/ 2 h 72"/>
                <a:gd name="T62" fmla="*/ 18 w 74"/>
                <a:gd name="T63" fmla="*/ 6 h 72"/>
                <a:gd name="T64" fmla="*/ 12 w 74"/>
                <a:gd name="T65" fmla="*/ 10 h 72"/>
                <a:gd name="T66" fmla="*/ 8 w 74"/>
                <a:gd name="T67" fmla="*/ 16 h 72"/>
                <a:gd name="T68" fmla="*/ 4 w 74"/>
                <a:gd name="T69" fmla="*/ 22 h 72"/>
                <a:gd name="T70" fmla="*/ 2 w 74"/>
                <a:gd name="T71" fmla="*/ 28 h 72"/>
                <a:gd name="T72" fmla="*/ 0 w 74"/>
                <a:gd name="T73" fmla="*/ 36 h 72"/>
                <a:gd name="T74" fmla="*/ 0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0" y="36"/>
                  </a:moveTo>
                  <a:lnTo>
                    <a:pt x="0" y="36"/>
                  </a:lnTo>
                  <a:lnTo>
                    <a:pt x="2" y="44"/>
                  </a:lnTo>
                  <a:lnTo>
                    <a:pt x="4" y="50"/>
                  </a:lnTo>
                  <a:lnTo>
                    <a:pt x="8" y="56"/>
                  </a:lnTo>
                  <a:lnTo>
                    <a:pt x="12" y="62"/>
                  </a:lnTo>
                  <a:lnTo>
                    <a:pt x="18" y="66"/>
                  </a:lnTo>
                  <a:lnTo>
                    <a:pt x="24" y="70"/>
                  </a:lnTo>
                  <a:lnTo>
                    <a:pt x="30" y="72"/>
                  </a:lnTo>
                  <a:lnTo>
                    <a:pt x="38" y="72"/>
                  </a:lnTo>
                  <a:lnTo>
                    <a:pt x="38" y="72"/>
                  </a:lnTo>
                  <a:lnTo>
                    <a:pt x="44" y="72"/>
                  </a:lnTo>
                  <a:lnTo>
                    <a:pt x="52" y="70"/>
                  </a:lnTo>
                  <a:lnTo>
                    <a:pt x="58" y="66"/>
                  </a:lnTo>
                  <a:lnTo>
                    <a:pt x="64" y="62"/>
                  </a:lnTo>
                  <a:lnTo>
                    <a:pt x="68" y="56"/>
                  </a:lnTo>
                  <a:lnTo>
                    <a:pt x="72" y="50"/>
                  </a:lnTo>
                  <a:lnTo>
                    <a:pt x="74" y="44"/>
                  </a:lnTo>
                  <a:lnTo>
                    <a:pt x="74" y="36"/>
                  </a:lnTo>
                  <a:lnTo>
                    <a:pt x="74" y="36"/>
                  </a:lnTo>
                  <a:lnTo>
                    <a:pt x="74" y="28"/>
                  </a:lnTo>
                  <a:lnTo>
                    <a:pt x="72" y="22"/>
                  </a:lnTo>
                  <a:lnTo>
                    <a:pt x="68" y="16"/>
                  </a:lnTo>
                  <a:lnTo>
                    <a:pt x="64" y="10"/>
                  </a:lnTo>
                  <a:lnTo>
                    <a:pt x="58" y="6"/>
                  </a:lnTo>
                  <a:lnTo>
                    <a:pt x="52" y="2"/>
                  </a:lnTo>
                  <a:lnTo>
                    <a:pt x="44" y="0"/>
                  </a:lnTo>
                  <a:lnTo>
                    <a:pt x="38" y="0"/>
                  </a:lnTo>
                  <a:lnTo>
                    <a:pt x="38" y="0"/>
                  </a:lnTo>
                  <a:lnTo>
                    <a:pt x="30" y="0"/>
                  </a:lnTo>
                  <a:lnTo>
                    <a:pt x="24" y="2"/>
                  </a:lnTo>
                  <a:lnTo>
                    <a:pt x="18" y="6"/>
                  </a:lnTo>
                  <a:lnTo>
                    <a:pt x="12" y="10"/>
                  </a:lnTo>
                  <a:lnTo>
                    <a:pt x="8" y="16"/>
                  </a:lnTo>
                  <a:lnTo>
                    <a:pt x="4" y="22"/>
                  </a:lnTo>
                  <a:lnTo>
                    <a:pt x="2" y="28"/>
                  </a:lnTo>
                  <a:lnTo>
                    <a:pt x="0" y="36"/>
                  </a:lnTo>
                  <a:lnTo>
                    <a:pt x="0"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 name="Freeform 137"/>
            <p:cNvSpPr>
              <a:spLocks/>
            </p:cNvSpPr>
            <p:nvPr/>
          </p:nvSpPr>
          <p:spPr bwMode="auto">
            <a:xfrm>
              <a:off x="3942896" y="5541736"/>
              <a:ext cx="92075" cy="92075"/>
            </a:xfrm>
            <a:custGeom>
              <a:avLst/>
              <a:gdLst>
                <a:gd name="T0" fmla="*/ 0 w 58"/>
                <a:gd name="T1" fmla="*/ 28 h 58"/>
                <a:gd name="T2" fmla="*/ 0 w 58"/>
                <a:gd name="T3" fmla="*/ 28 h 58"/>
                <a:gd name="T4" fmla="*/ 4 w 58"/>
                <a:gd name="T5" fmla="*/ 40 h 58"/>
                <a:gd name="T6" fmla="*/ 10 w 58"/>
                <a:gd name="T7" fmla="*/ 48 h 58"/>
                <a:gd name="T8" fmla="*/ 18 w 58"/>
                <a:gd name="T9" fmla="*/ 54 h 58"/>
                <a:gd name="T10" fmla="*/ 30 w 58"/>
                <a:gd name="T11" fmla="*/ 58 h 58"/>
                <a:gd name="T12" fmla="*/ 30 w 58"/>
                <a:gd name="T13" fmla="*/ 58 h 58"/>
                <a:gd name="T14" fmla="*/ 40 w 58"/>
                <a:gd name="T15" fmla="*/ 54 h 58"/>
                <a:gd name="T16" fmla="*/ 50 w 58"/>
                <a:gd name="T17" fmla="*/ 48 h 58"/>
                <a:gd name="T18" fmla="*/ 56 w 58"/>
                <a:gd name="T19" fmla="*/ 40 h 58"/>
                <a:gd name="T20" fmla="*/ 58 w 58"/>
                <a:gd name="T21" fmla="*/ 28 h 58"/>
                <a:gd name="T22" fmla="*/ 58 w 58"/>
                <a:gd name="T23" fmla="*/ 28 h 58"/>
                <a:gd name="T24" fmla="*/ 56 w 58"/>
                <a:gd name="T25" fmla="*/ 18 h 58"/>
                <a:gd name="T26" fmla="*/ 50 w 58"/>
                <a:gd name="T27" fmla="*/ 8 h 58"/>
                <a:gd name="T28" fmla="*/ 40 w 58"/>
                <a:gd name="T29" fmla="*/ 2 h 58"/>
                <a:gd name="T30" fmla="*/ 30 w 58"/>
                <a:gd name="T31" fmla="*/ 0 h 58"/>
                <a:gd name="T32" fmla="*/ 30 w 58"/>
                <a:gd name="T33" fmla="*/ 0 h 58"/>
                <a:gd name="T34" fmla="*/ 18 w 58"/>
                <a:gd name="T35" fmla="*/ 2 h 58"/>
                <a:gd name="T36" fmla="*/ 10 w 58"/>
                <a:gd name="T37" fmla="*/ 8 h 58"/>
                <a:gd name="T38" fmla="*/ 4 w 58"/>
                <a:gd name="T39" fmla="*/ 18 h 58"/>
                <a:gd name="T40" fmla="*/ 0 w 58"/>
                <a:gd name="T41" fmla="*/ 28 h 58"/>
                <a:gd name="T42" fmla="*/ 0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0" y="28"/>
                  </a:moveTo>
                  <a:lnTo>
                    <a:pt x="0" y="28"/>
                  </a:lnTo>
                  <a:lnTo>
                    <a:pt x="4" y="40"/>
                  </a:lnTo>
                  <a:lnTo>
                    <a:pt x="10" y="48"/>
                  </a:lnTo>
                  <a:lnTo>
                    <a:pt x="18" y="54"/>
                  </a:lnTo>
                  <a:lnTo>
                    <a:pt x="30" y="58"/>
                  </a:lnTo>
                  <a:lnTo>
                    <a:pt x="30" y="58"/>
                  </a:lnTo>
                  <a:lnTo>
                    <a:pt x="40" y="54"/>
                  </a:lnTo>
                  <a:lnTo>
                    <a:pt x="50" y="48"/>
                  </a:lnTo>
                  <a:lnTo>
                    <a:pt x="56" y="40"/>
                  </a:lnTo>
                  <a:lnTo>
                    <a:pt x="58" y="28"/>
                  </a:lnTo>
                  <a:lnTo>
                    <a:pt x="58" y="28"/>
                  </a:lnTo>
                  <a:lnTo>
                    <a:pt x="56" y="18"/>
                  </a:lnTo>
                  <a:lnTo>
                    <a:pt x="50" y="8"/>
                  </a:lnTo>
                  <a:lnTo>
                    <a:pt x="40" y="2"/>
                  </a:lnTo>
                  <a:lnTo>
                    <a:pt x="30" y="0"/>
                  </a:lnTo>
                  <a:lnTo>
                    <a:pt x="30" y="0"/>
                  </a:lnTo>
                  <a:lnTo>
                    <a:pt x="18" y="2"/>
                  </a:lnTo>
                  <a:lnTo>
                    <a:pt x="10" y="8"/>
                  </a:lnTo>
                  <a:lnTo>
                    <a:pt x="4" y="18"/>
                  </a:lnTo>
                  <a:lnTo>
                    <a:pt x="0" y="28"/>
                  </a:lnTo>
                  <a:lnTo>
                    <a:pt x="0"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 name="Freeform 138"/>
            <p:cNvSpPr>
              <a:spLocks/>
            </p:cNvSpPr>
            <p:nvPr/>
          </p:nvSpPr>
          <p:spPr bwMode="auto">
            <a:xfrm>
              <a:off x="3961946" y="5557611"/>
              <a:ext cx="57150" cy="57150"/>
            </a:xfrm>
            <a:custGeom>
              <a:avLst/>
              <a:gdLst>
                <a:gd name="T0" fmla="*/ 0 w 36"/>
                <a:gd name="T1" fmla="*/ 18 h 36"/>
                <a:gd name="T2" fmla="*/ 0 w 36"/>
                <a:gd name="T3" fmla="*/ 18 h 36"/>
                <a:gd name="T4" fmla="*/ 0 w 36"/>
                <a:gd name="T5" fmla="*/ 26 h 36"/>
                <a:gd name="T6" fmla="*/ 4 w 36"/>
                <a:gd name="T7" fmla="*/ 32 h 36"/>
                <a:gd name="T8" fmla="*/ 10 w 36"/>
                <a:gd name="T9" fmla="*/ 36 h 36"/>
                <a:gd name="T10" fmla="*/ 18 w 36"/>
                <a:gd name="T11" fmla="*/ 36 h 36"/>
                <a:gd name="T12" fmla="*/ 18 w 36"/>
                <a:gd name="T13" fmla="*/ 36 h 36"/>
                <a:gd name="T14" fmla="*/ 24 w 36"/>
                <a:gd name="T15" fmla="*/ 36 h 36"/>
                <a:gd name="T16" fmla="*/ 30 w 36"/>
                <a:gd name="T17" fmla="*/ 32 h 36"/>
                <a:gd name="T18" fmla="*/ 34 w 36"/>
                <a:gd name="T19" fmla="*/ 26 h 36"/>
                <a:gd name="T20" fmla="*/ 36 w 36"/>
                <a:gd name="T21" fmla="*/ 18 h 36"/>
                <a:gd name="T22" fmla="*/ 36 w 36"/>
                <a:gd name="T23" fmla="*/ 18 h 36"/>
                <a:gd name="T24" fmla="*/ 34 w 36"/>
                <a:gd name="T25" fmla="*/ 12 h 36"/>
                <a:gd name="T26" fmla="*/ 30 w 36"/>
                <a:gd name="T27" fmla="*/ 6 h 36"/>
                <a:gd name="T28" fmla="*/ 24 w 36"/>
                <a:gd name="T29" fmla="*/ 2 h 36"/>
                <a:gd name="T30" fmla="*/ 18 w 36"/>
                <a:gd name="T31" fmla="*/ 0 h 36"/>
                <a:gd name="T32" fmla="*/ 18 w 36"/>
                <a:gd name="T33" fmla="*/ 0 h 36"/>
                <a:gd name="T34" fmla="*/ 10 w 36"/>
                <a:gd name="T35" fmla="*/ 2 h 36"/>
                <a:gd name="T36" fmla="*/ 4 w 36"/>
                <a:gd name="T37" fmla="*/ 6 h 36"/>
                <a:gd name="T38" fmla="*/ 0 w 36"/>
                <a:gd name="T39" fmla="*/ 12 h 36"/>
                <a:gd name="T40" fmla="*/ 0 w 36"/>
                <a:gd name="T41" fmla="*/ 18 h 36"/>
                <a:gd name="T42" fmla="*/ 0 w 36"/>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0" y="18"/>
                  </a:moveTo>
                  <a:lnTo>
                    <a:pt x="0" y="18"/>
                  </a:lnTo>
                  <a:lnTo>
                    <a:pt x="0" y="26"/>
                  </a:lnTo>
                  <a:lnTo>
                    <a:pt x="4" y="32"/>
                  </a:lnTo>
                  <a:lnTo>
                    <a:pt x="10" y="36"/>
                  </a:lnTo>
                  <a:lnTo>
                    <a:pt x="18" y="36"/>
                  </a:lnTo>
                  <a:lnTo>
                    <a:pt x="18" y="36"/>
                  </a:lnTo>
                  <a:lnTo>
                    <a:pt x="24" y="36"/>
                  </a:lnTo>
                  <a:lnTo>
                    <a:pt x="30" y="32"/>
                  </a:lnTo>
                  <a:lnTo>
                    <a:pt x="34" y="26"/>
                  </a:lnTo>
                  <a:lnTo>
                    <a:pt x="36" y="18"/>
                  </a:lnTo>
                  <a:lnTo>
                    <a:pt x="36" y="18"/>
                  </a:lnTo>
                  <a:lnTo>
                    <a:pt x="34" y="12"/>
                  </a:lnTo>
                  <a:lnTo>
                    <a:pt x="30" y="6"/>
                  </a:lnTo>
                  <a:lnTo>
                    <a:pt x="24" y="2"/>
                  </a:lnTo>
                  <a:lnTo>
                    <a:pt x="18" y="0"/>
                  </a:lnTo>
                  <a:lnTo>
                    <a:pt x="18" y="0"/>
                  </a:lnTo>
                  <a:lnTo>
                    <a:pt x="10" y="2"/>
                  </a:lnTo>
                  <a:lnTo>
                    <a:pt x="4" y="6"/>
                  </a:lnTo>
                  <a:lnTo>
                    <a:pt x="0" y="12"/>
                  </a:lnTo>
                  <a:lnTo>
                    <a:pt x="0" y="18"/>
                  </a:lnTo>
                  <a:lnTo>
                    <a:pt x="0"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 name="Freeform 139"/>
            <p:cNvSpPr>
              <a:spLocks/>
            </p:cNvSpPr>
            <p:nvPr/>
          </p:nvSpPr>
          <p:spPr bwMode="auto">
            <a:xfrm>
              <a:off x="3914321" y="5500461"/>
              <a:ext cx="149225" cy="82550"/>
            </a:xfrm>
            <a:custGeom>
              <a:avLst/>
              <a:gdLst>
                <a:gd name="T0" fmla="*/ 48 w 94"/>
                <a:gd name="T1" fmla="*/ 12 h 52"/>
                <a:gd name="T2" fmla="*/ 48 w 94"/>
                <a:gd name="T3" fmla="*/ 12 h 52"/>
                <a:gd name="T4" fmla="*/ 38 w 94"/>
                <a:gd name="T5" fmla="*/ 12 h 52"/>
                <a:gd name="T6" fmla="*/ 30 w 94"/>
                <a:gd name="T7" fmla="*/ 14 h 52"/>
                <a:gd name="T8" fmla="*/ 24 w 94"/>
                <a:gd name="T9" fmla="*/ 18 h 52"/>
                <a:gd name="T10" fmla="*/ 16 w 94"/>
                <a:gd name="T11" fmla="*/ 22 h 52"/>
                <a:gd name="T12" fmla="*/ 10 w 94"/>
                <a:gd name="T13" fmla="*/ 28 h 52"/>
                <a:gd name="T14" fmla="*/ 6 w 94"/>
                <a:gd name="T15" fmla="*/ 36 h 52"/>
                <a:gd name="T16" fmla="*/ 2 w 94"/>
                <a:gd name="T17" fmla="*/ 44 h 52"/>
                <a:gd name="T18" fmla="*/ 0 w 94"/>
                <a:gd name="T19" fmla="*/ 52 h 52"/>
                <a:gd name="T20" fmla="*/ 0 w 94"/>
                <a:gd name="T21" fmla="*/ 52 h 52"/>
                <a:gd name="T22" fmla="*/ 0 w 94"/>
                <a:gd name="T23" fmla="*/ 46 h 52"/>
                <a:gd name="T24" fmla="*/ 0 w 94"/>
                <a:gd name="T25" fmla="*/ 46 h 52"/>
                <a:gd name="T26" fmla="*/ 2 w 94"/>
                <a:gd name="T27" fmla="*/ 36 h 52"/>
                <a:gd name="T28" fmla="*/ 4 w 94"/>
                <a:gd name="T29" fmla="*/ 28 h 52"/>
                <a:gd name="T30" fmla="*/ 8 w 94"/>
                <a:gd name="T31" fmla="*/ 20 h 52"/>
                <a:gd name="T32" fmla="*/ 14 w 94"/>
                <a:gd name="T33" fmla="*/ 14 h 52"/>
                <a:gd name="T34" fmla="*/ 22 w 94"/>
                <a:gd name="T35" fmla="*/ 8 h 52"/>
                <a:gd name="T36" fmla="*/ 30 w 94"/>
                <a:gd name="T37" fmla="*/ 4 h 52"/>
                <a:gd name="T38" fmla="*/ 38 w 94"/>
                <a:gd name="T39" fmla="*/ 0 h 52"/>
                <a:gd name="T40" fmla="*/ 48 w 94"/>
                <a:gd name="T41" fmla="*/ 0 h 52"/>
                <a:gd name="T42" fmla="*/ 48 w 94"/>
                <a:gd name="T43" fmla="*/ 0 h 52"/>
                <a:gd name="T44" fmla="*/ 56 w 94"/>
                <a:gd name="T45" fmla="*/ 0 h 52"/>
                <a:gd name="T46" fmla="*/ 66 w 94"/>
                <a:gd name="T47" fmla="*/ 4 h 52"/>
                <a:gd name="T48" fmla="*/ 74 w 94"/>
                <a:gd name="T49" fmla="*/ 8 h 52"/>
                <a:gd name="T50" fmla="*/ 80 w 94"/>
                <a:gd name="T51" fmla="*/ 14 h 52"/>
                <a:gd name="T52" fmla="*/ 86 w 94"/>
                <a:gd name="T53" fmla="*/ 20 h 52"/>
                <a:gd name="T54" fmla="*/ 90 w 94"/>
                <a:gd name="T55" fmla="*/ 28 h 52"/>
                <a:gd name="T56" fmla="*/ 94 w 94"/>
                <a:gd name="T57" fmla="*/ 36 h 52"/>
                <a:gd name="T58" fmla="*/ 94 w 94"/>
                <a:gd name="T59" fmla="*/ 46 h 52"/>
                <a:gd name="T60" fmla="*/ 94 w 94"/>
                <a:gd name="T61" fmla="*/ 46 h 52"/>
                <a:gd name="T62" fmla="*/ 94 w 94"/>
                <a:gd name="T63" fmla="*/ 52 h 52"/>
                <a:gd name="T64" fmla="*/ 94 w 94"/>
                <a:gd name="T65" fmla="*/ 52 h 52"/>
                <a:gd name="T66" fmla="*/ 92 w 94"/>
                <a:gd name="T67" fmla="*/ 44 h 52"/>
                <a:gd name="T68" fmla="*/ 88 w 94"/>
                <a:gd name="T69" fmla="*/ 36 h 52"/>
                <a:gd name="T70" fmla="*/ 84 w 94"/>
                <a:gd name="T71" fmla="*/ 28 h 52"/>
                <a:gd name="T72" fmla="*/ 78 w 94"/>
                <a:gd name="T73" fmla="*/ 22 h 52"/>
                <a:gd name="T74" fmla="*/ 72 w 94"/>
                <a:gd name="T75" fmla="*/ 18 h 52"/>
                <a:gd name="T76" fmla="*/ 64 w 94"/>
                <a:gd name="T77" fmla="*/ 14 h 52"/>
                <a:gd name="T78" fmla="*/ 56 w 94"/>
                <a:gd name="T79" fmla="*/ 12 h 52"/>
                <a:gd name="T80" fmla="*/ 48 w 94"/>
                <a:gd name="T81" fmla="*/ 12 h 52"/>
                <a:gd name="T82" fmla="*/ 48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8" y="12"/>
                  </a:moveTo>
                  <a:lnTo>
                    <a:pt x="48" y="12"/>
                  </a:lnTo>
                  <a:lnTo>
                    <a:pt x="38" y="12"/>
                  </a:lnTo>
                  <a:lnTo>
                    <a:pt x="30" y="14"/>
                  </a:lnTo>
                  <a:lnTo>
                    <a:pt x="24" y="18"/>
                  </a:lnTo>
                  <a:lnTo>
                    <a:pt x="16" y="22"/>
                  </a:lnTo>
                  <a:lnTo>
                    <a:pt x="10" y="28"/>
                  </a:lnTo>
                  <a:lnTo>
                    <a:pt x="6" y="36"/>
                  </a:lnTo>
                  <a:lnTo>
                    <a:pt x="2" y="44"/>
                  </a:lnTo>
                  <a:lnTo>
                    <a:pt x="0" y="52"/>
                  </a:lnTo>
                  <a:lnTo>
                    <a:pt x="0" y="52"/>
                  </a:lnTo>
                  <a:lnTo>
                    <a:pt x="0" y="46"/>
                  </a:lnTo>
                  <a:lnTo>
                    <a:pt x="0" y="46"/>
                  </a:lnTo>
                  <a:lnTo>
                    <a:pt x="2" y="36"/>
                  </a:lnTo>
                  <a:lnTo>
                    <a:pt x="4" y="28"/>
                  </a:lnTo>
                  <a:lnTo>
                    <a:pt x="8" y="20"/>
                  </a:lnTo>
                  <a:lnTo>
                    <a:pt x="14" y="14"/>
                  </a:lnTo>
                  <a:lnTo>
                    <a:pt x="22" y="8"/>
                  </a:lnTo>
                  <a:lnTo>
                    <a:pt x="30" y="4"/>
                  </a:lnTo>
                  <a:lnTo>
                    <a:pt x="38" y="0"/>
                  </a:lnTo>
                  <a:lnTo>
                    <a:pt x="48" y="0"/>
                  </a:lnTo>
                  <a:lnTo>
                    <a:pt x="48" y="0"/>
                  </a:lnTo>
                  <a:lnTo>
                    <a:pt x="56" y="0"/>
                  </a:lnTo>
                  <a:lnTo>
                    <a:pt x="66" y="4"/>
                  </a:lnTo>
                  <a:lnTo>
                    <a:pt x="74" y="8"/>
                  </a:lnTo>
                  <a:lnTo>
                    <a:pt x="80" y="14"/>
                  </a:lnTo>
                  <a:lnTo>
                    <a:pt x="86" y="20"/>
                  </a:lnTo>
                  <a:lnTo>
                    <a:pt x="90" y="28"/>
                  </a:lnTo>
                  <a:lnTo>
                    <a:pt x="94" y="36"/>
                  </a:lnTo>
                  <a:lnTo>
                    <a:pt x="94" y="46"/>
                  </a:lnTo>
                  <a:lnTo>
                    <a:pt x="94" y="46"/>
                  </a:lnTo>
                  <a:lnTo>
                    <a:pt x="94" y="52"/>
                  </a:lnTo>
                  <a:lnTo>
                    <a:pt x="94" y="52"/>
                  </a:lnTo>
                  <a:lnTo>
                    <a:pt x="92" y="44"/>
                  </a:lnTo>
                  <a:lnTo>
                    <a:pt x="88" y="36"/>
                  </a:lnTo>
                  <a:lnTo>
                    <a:pt x="84" y="28"/>
                  </a:lnTo>
                  <a:lnTo>
                    <a:pt x="78" y="22"/>
                  </a:lnTo>
                  <a:lnTo>
                    <a:pt x="72" y="18"/>
                  </a:lnTo>
                  <a:lnTo>
                    <a:pt x="64" y="14"/>
                  </a:lnTo>
                  <a:lnTo>
                    <a:pt x="56" y="12"/>
                  </a:lnTo>
                  <a:lnTo>
                    <a:pt x="48" y="12"/>
                  </a:lnTo>
                  <a:lnTo>
                    <a:pt x="48"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7" name="Rectangle 140"/>
            <p:cNvSpPr>
              <a:spLocks noChangeArrowheads="1"/>
            </p:cNvSpPr>
            <p:nvPr/>
          </p:nvSpPr>
          <p:spPr bwMode="auto">
            <a:xfrm>
              <a:off x="3253921" y="4389211"/>
              <a:ext cx="590550" cy="107950"/>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8" name="Rectangle 141"/>
            <p:cNvSpPr>
              <a:spLocks noChangeArrowheads="1"/>
            </p:cNvSpPr>
            <p:nvPr/>
          </p:nvSpPr>
          <p:spPr bwMode="auto">
            <a:xfrm>
              <a:off x="3523796" y="4497161"/>
              <a:ext cx="41275" cy="860425"/>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9" name="Rectangle 142"/>
            <p:cNvSpPr>
              <a:spLocks noChangeArrowheads="1"/>
            </p:cNvSpPr>
            <p:nvPr/>
          </p:nvSpPr>
          <p:spPr bwMode="auto">
            <a:xfrm>
              <a:off x="3501571" y="4582886"/>
              <a:ext cx="85725" cy="29845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0" name="Rectangle 143"/>
            <p:cNvSpPr>
              <a:spLocks noChangeArrowheads="1"/>
            </p:cNvSpPr>
            <p:nvPr/>
          </p:nvSpPr>
          <p:spPr bwMode="auto">
            <a:xfrm>
              <a:off x="3517446" y="5027386"/>
              <a:ext cx="53975" cy="298450"/>
            </a:xfrm>
            <a:prstGeom prst="rect">
              <a:avLst/>
            </a:prstGeom>
            <a:solidFill>
              <a:srgbClr val="36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1" name="Rectangle 144"/>
            <p:cNvSpPr>
              <a:spLocks noChangeArrowheads="1"/>
            </p:cNvSpPr>
            <p:nvPr/>
          </p:nvSpPr>
          <p:spPr bwMode="auto">
            <a:xfrm>
              <a:off x="3501571" y="5113111"/>
              <a:ext cx="85725" cy="29845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2" name="Freeform 145"/>
            <p:cNvSpPr>
              <a:spLocks/>
            </p:cNvSpPr>
            <p:nvPr/>
          </p:nvSpPr>
          <p:spPr bwMode="auto">
            <a:xfrm>
              <a:off x="3076121" y="4271736"/>
              <a:ext cx="936625" cy="180975"/>
            </a:xfrm>
            <a:custGeom>
              <a:avLst/>
              <a:gdLst>
                <a:gd name="T0" fmla="*/ 2 w 590"/>
                <a:gd name="T1" fmla="*/ 4 h 114"/>
                <a:gd name="T2" fmla="*/ 2 w 590"/>
                <a:gd name="T3" fmla="*/ 4 h 114"/>
                <a:gd name="T4" fmla="*/ 0 w 590"/>
                <a:gd name="T5" fmla="*/ 12 h 114"/>
                <a:gd name="T6" fmla="*/ 0 w 590"/>
                <a:gd name="T7" fmla="*/ 24 h 114"/>
                <a:gd name="T8" fmla="*/ 2 w 590"/>
                <a:gd name="T9" fmla="*/ 46 h 114"/>
                <a:gd name="T10" fmla="*/ 2 w 590"/>
                <a:gd name="T11" fmla="*/ 46 h 114"/>
                <a:gd name="T12" fmla="*/ 2 w 590"/>
                <a:gd name="T13" fmla="*/ 52 h 114"/>
                <a:gd name="T14" fmla="*/ 8 w 590"/>
                <a:gd name="T15" fmla="*/ 60 h 114"/>
                <a:gd name="T16" fmla="*/ 14 w 590"/>
                <a:gd name="T17" fmla="*/ 66 h 114"/>
                <a:gd name="T18" fmla="*/ 24 w 590"/>
                <a:gd name="T19" fmla="*/ 72 h 114"/>
                <a:gd name="T20" fmla="*/ 36 w 590"/>
                <a:gd name="T21" fmla="*/ 78 h 114"/>
                <a:gd name="T22" fmla="*/ 52 w 590"/>
                <a:gd name="T23" fmla="*/ 84 h 114"/>
                <a:gd name="T24" fmla="*/ 88 w 590"/>
                <a:gd name="T25" fmla="*/ 94 h 114"/>
                <a:gd name="T26" fmla="*/ 130 w 590"/>
                <a:gd name="T27" fmla="*/ 102 h 114"/>
                <a:gd name="T28" fmla="*/ 180 w 590"/>
                <a:gd name="T29" fmla="*/ 110 h 114"/>
                <a:gd name="T30" fmla="*/ 236 w 590"/>
                <a:gd name="T31" fmla="*/ 114 h 114"/>
                <a:gd name="T32" fmla="*/ 296 w 590"/>
                <a:gd name="T33" fmla="*/ 114 h 114"/>
                <a:gd name="T34" fmla="*/ 296 w 590"/>
                <a:gd name="T35" fmla="*/ 114 h 114"/>
                <a:gd name="T36" fmla="*/ 354 w 590"/>
                <a:gd name="T37" fmla="*/ 114 h 114"/>
                <a:gd name="T38" fmla="*/ 410 w 590"/>
                <a:gd name="T39" fmla="*/ 110 h 114"/>
                <a:gd name="T40" fmla="*/ 460 w 590"/>
                <a:gd name="T41" fmla="*/ 102 h 114"/>
                <a:gd name="T42" fmla="*/ 502 w 590"/>
                <a:gd name="T43" fmla="*/ 94 h 114"/>
                <a:gd name="T44" fmla="*/ 538 w 590"/>
                <a:gd name="T45" fmla="*/ 84 h 114"/>
                <a:gd name="T46" fmla="*/ 554 w 590"/>
                <a:gd name="T47" fmla="*/ 78 h 114"/>
                <a:gd name="T48" fmla="*/ 566 w 590"/>
                <a:gd name="T49" fmla="*/ 72 h 114"/>
                <a:gd name="T50" fmla="*/ 576 w 590"/>
                <a:gd name="T51" fmla="*/ 66 h 114"/>
                <a:gd name="T52" fmla="*/ 582 w 590"/>
                <a:gd name="T53" fmla="*/ 60 h 114"/>
                <a:gd name="T54" fmla="*/ 588 w 590"/>
                <a:gd name="T55" fmla="*/ 52 h 114"/>
                <a:gd name="T56" fmla="*/ 588 w 590"/>
                <a:gd name="T57" fmla="*/ 46 h 114"/>
                <a:gd name="T58" fmla="*/ 588 w 590"/>
                <a:gd name="T59" fmla="*/ 46 h 114"/>
                <a:gd name="T60" fmla="*/ 590 w 590"/>
                <a:gd name="T61" fmla="*/ 22 h 114"/>
                <a:gd name="T62" fmla="*/ 590 w 590"/>
                <a:gd name="T63" fmla="*/ 8 h 114"/>
                <a:gd name="T64" fmla="*/ 588 w 590"/>
                <a:gd name="T65" fmla="*/ 0 h 114"/>
                <a:gd name="T66" fmla="*/ 2 w 590"/>
                <a:gd name="T67" fmla="*/ 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0" h="114">
                  <a:moveTo>
                    <a:pt x="2" y="4"/>
                  </a:moveTo>
                  <a:lnTo>
                    <a:pt x="2" y="4"/>
                  </a:lnTo>
                  <a:lnTo>
                    <a:pt x="0" y="12"/>
                  </a:lnTo>
                  <a:lnTo>
                    <a:pt x="0" y="24"/>
                  </a:lnTo>
                  <a:lnTo>
                    <a:pt x="2" y="46"/>
                  </a:lnTo>
                  <a:lnTo>
                    <a:pt x="2" y="46"/>
                  </a:lnTo>
                  <a:lnTo>
                    <a:pt x="2" y="52"/>
                  </a:lnTo>
                  <a:lnTo>
                    <a:pt x="8" y="60"/>
                  </a:lnTo>
                  <a:lnTo>
                    <a:pt x="14" y="66"/>
                  </a:lnTo>
                  <a:lnTo>
                    <a:pt x="24" y="72"/>
                  </a:lnTo>
                  <a:lnTo>
                    <a:pt x="36" y="78"/>
                  </a:lnTo>
                  <a:lnTo>
                    <a:pt x="52" y="84"/>
                  </a:lnTo>
                  <a:lnTo>
                    <a:pt x="88" y="94"/>
                  </a:lnTo>
                  <a:lnTo>
                    <a:pt x="130" y="102"/>
                  </a:lnTo>
                  <a:lnTo>
                    <a:pt x="180" y="110"/>
                  </a:lnTo>
                  <a:lnTo>
                    <a:pt x="236" y="114"/>
                  </a:lnTo>
                  <a:lnTo>
                    <a:pt x="296" y="114"/>
                  </a:lnTo>
                  <a:lnTo>
                    <a:pt x="296" y="114"/>
                  </a:lnTo>
                  <a:lnTo>
                    <a:pt x="354" y="114"/>
                  </a:lnTo>
                  <a:lnTo>
                    <a:pt x="410" y="110"/>
                  </a:lnTo>
                  <a:lnTo>
                    <a:pt x="460" y="102"/>
                  </a:lnTo>
                  <a:lnTo>
                    <a:pt x="502" y="94"/>
                  </a:lnTo>
                  <a:lnTo>
                    <a:pt x="538" y="84"/>
                  </a:lnTo>
                  <a:lnTo>
                    <a:pt x="554" y="78"/>
                  </a:lnTo>
                  <a:lnTo>
                    <a:pt x="566" y="72"/>
                  </a:lnTo>
                  <a:lnTo>
                    <a:pt x="576" y="66"/>
                  </a:lnTo>
                  <a:lnTo>
                    <a:pt x="582" y="60"/>
                  </a:lnTo>
                  <a:lnTo>
                    <a:pt x="588" y="52"/>
                  </a:lnTo>
                  <a:lnTo>
                    <a:pt x="588" y="46"/>
                  </a:lnTo>
                  <a:lnTo>
                    <a:pt x="588" y="46"/>
                  </a:lnTo>
                  <a:lnTo>
                    <a:pt x="590" y="22"/>
                  </a:lnTo>
                  <a:lnTo>
                    <a:pt x="590" y="8"/>
                  </a:lnTo>
                  <a:lnTo>
                    <a:pt x="588" y="0"/>
                  </a:lnTo>
                  <a:lnTo>
                    <a:pt x="2" y="4"/>
                  </a:lnTo>
                  <a:close/>
                </a:path>
              </a:pathLst>
            </a:custGeom>
            <a:solidFill>
              <a:srgbClr val="6E6F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3" name="Freeform 146"/>
            <p:cNvSpPr>
              <a:spLocks/>
            </p:cNvSpPr>
            <p:nvPr/>
          </p:nvSpPr>
          <p:spPr bwMode="auto">
            <a:xfrm>
              <a:off x="3079296" y="4166961"/>
              <a:ext cx="930275" cy="222250"/>
            </a:xfrm>
            <a:custGeom>
              <a:avLst/>
              <a:gdLst>
                <a:gd name="T0" fmla="*/ 586 w 586"/>
                <a:gd name="T1" fmla="*/ 70 h 140"/>
                <a:gd name="T2" fmla="*/ 586 w 586"/>
                <a:gd name="T3" fmla="*/ 70 h 140"/>
                <a:gd name="T4" fmla="*/ 586 w 586"/>
                <a:gd name="T5" fmla="*/ 76 h 140"/>
                <a:gd name="T6" fmla="*/ 580 w 586"/>
                <a:gd name="T7" fmla="*/ 84 h 140"/>
                <a:gd name="T8" fmla="*/ 574 w 586"/>
                <a:gd name="T9" fmla="*/ 90 h 140"/>
                <a:gd name="T10" fmla="*/ 564 w 586"/>
                <a:gd name="T11" fmla="*/ 96 h 140"/>
                <a:gd name="T12" fmla="*/ 552 w 586"/>
                <a:gd name="T13" fmla="*/ 102 h 140"/>
                <a:gd name="T14" fmla="*/ 536 w 586"/>
                <a:gd name="T15" fmla="*/ 108 h 140"/>
                <a:gd name="T16" fmla="*/ 500 w 586"/>
                <a:gd name="T17" fmla="*/ 118 h 140"/>
                <a:gd name="T18" fmla="*/ 458 w 586"/>
                <a:gd name="T19" fmla="*/ 128 h 140"/>
                <a:gd name="T20" fmla="*/ 408 w 586"/>
                <a:gd name="T21" fmla="*/ 134 h 140"/>
                <a:gd name="T22" fmla="*/ 352 w 586"/>
                <a:gd name="T23" fmla="*/ 138 h 140"/>
                <a:gd name="T24" fmla="*/ 294 w 586"/>
                <a:gd name="T25" fmla="*/ 140 h 140"/>
                <a:gd name="T26" fmla="*/ 294 w 586"/>
                <a:gd name="T27" fmla="*/ 140 h 140"/>
                <a:gd name="T28" fmla="*/ 234 w 586"/>
                <a:gd name="T29" fmla="*/ 138 h 140"/>
                <a:gd name="T30" fmla="*/ 178 w 586"/>
                <a:gd name="T31" fmla="*/ 134 h 140"/>
                <a:gd name="T32" fmla="*/ 128 w 586"/>
                <a:gd name="T33" fmla="*/ 128 h 140"/>
                <a:gd name="T34" fmla="*/ 86 w 586"/>
                <a:gd name="T35" fmla="*/ 118 h 140"/>
                <a:gd name="T36" fmla="*/ 50 w 586"/>
                <a:gd name="T37" fmla="*/ 108 h 140"/>
                <a:gd name="T38" fmla="*/ 34 w 586"/>
                <a:gd name="T39" fmla="*/ 102 h 140"/>
                <a:gd name="T40" fmla="*/ 22 w 586"/>
                <a:gd name="T41" fmla="*/ 96 h 140"/>
                <a:gd name="T42" fmla="*/ 12 w 586"/>
                <a:gd name="T43" fmla="*/ 90 h 140"/>
                <a:gd name="T44" fmla="*/ 6 w 586"/>
                <a:gd name="T45" fmla="*/ 84 h 140"/>
                <a:gd name="T46" fmla="*/ 0 w 586"/>
                <a:gd name="T47" fmla="*/ 76 h 140"/>
                <a:gd name="T48" fmla="*/ 0 w 586"/>
                <a:gd name="T49" fmla="*/ 70 h 140"/>
                <a:gd name="T50" fmla="*/ 0 w 586"/>
                <a:gd name="T51" fmla="*/ 70 h 140"/>
                <a:gd name="T52" fmla="*/ 0 w 586"/>
                <a:gd name="T53" fmla="*/ 62 h 140"/>
                <a:gd name="T54" fmla="*/ 6 w 586"/>
                <a:gd name="T55" fmla="*/ 56 h 140"/>
                <a:gd name="T56" fmla="*/ 12 w 586"/>
                <a:gd name="T57" fmla="*/ 50 h 140"/>
                <a:gd name="T58" fmla="*/ 22 w 586"/>
                <a:gd name="T59" fmla="*/ 42 h 140"/>
                <a:gd name="T60" fmla="*/ 34 w 586"/>
                <a:gd name="T61" fmla="*/ 36 h 140"/>
                <a:gd name="T62" fmla="*/ 50 w 586"/>
                <a:gd name="T63" fmla="*/ 30 h 140"/>
                <a:gd name="T64" fmla="*/ 86 w 586"/>
                <a:gd name="T65" fmla="*/ 20 h 140"/>
                <a:gd name="T66" fmla="*/ 128 w 586"/>
                <a:gd name="T67" fmla="*/ 12 h 140"/>
                <a:gd name="T68" fmla="*/ 178 w 586"/>
                <a:gd name="T69" fmla="*/ 6 h 140"/>
                <a:gd name="T70" fmla="*/ 234 w 586"/>
                <a:gd name="T71" fmla="*/ 2 h 140"/>
                <a:gd name="T72" fmla="*/ 294 w 586"/>
                <a:gd name="T73" fmla="*/ 0 h 140"/>
                <a:gd name="T74" fmla="*/ 294 w 586"/>
                <a:gd name="T75" fmla="*/ 0 h 140"/>
                <a:gd name="T76" fmla="*/ 352 w 586"/>
                <a:gd name="T77" fmla="*/ 2 h 140"/>
                <a:gd name="T78" fmla="*/ 408 w 586"/>
                <a:gd name="T79" fmla="*/ 6 h 140"/>
                <a:gd name="T80" fmla="*/ 458 w 586"/>
                <a:gd name="T81" fmla="*/ 12 h 140"/>
                <a:gd name="T82" fmla="*/ 500 w 586"/>
                <a:gd name="T83" fmla="*/ 20 h 140"/>
                <a:gd name="T84" fmla="*/ 536 w 586"/>
                <a:gd name="T85" fmla="*/ 30 h 140"/>
                <a:gd name="T86" fmla="*/ 552 w 586"/>
                <a:gd name="T87" fmla="*/ 36 h 140"/>
                <a:gd name="T88" fmla="*/ 564 w 586"/>
                <a:gd name="T89" fmla="*/ 42 h 140"/>
                <a:gd name="T90" fmla="*/ 574 w 586"/>
                <a:gd name="T91" fmla="*/ 50 h 140"/>
                <a:gd name="T92" fmla="*/ 580 w 586"/>
                <a:gd name="T93" fmla="*/ 56 h 140"/>
                <a:gd name="T94" fmla="*/ 586 w 586"/>
                <a:gd name="T95" fmla="*/ 62 h 140"/>
                <a:gd name="T96" fmla="*/ 586 w 586"/>
                <a:gd name="T97" fmla="*/ 70 h 140"/>
                <a:gd name="T98" fmla="*/ 586 w 586"/>
                <a:gd name="T99" fmla="*/ 7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6" h="140">
                  <a:moveTo>
                    <a:pt x="586" y="70"/>
                  </a:moveTo>
                  <a:lnTo>
                    <a:pt x="586" y="70"/>
                  </a:lnTo>
                  <a:lnTo>
                    <a:pt x="586" y="76"/>
                  </a:lnTo>
                  <a:lnTo>
                    <a:pt x="580" y="84"/>
                  </a:lnTo>
                  <a:lnTo>
                    <a:pt x="574" y="90"/>
                  </a:lnTo>
                  <a:lnTo>
                    <a:pt x="564" y="96"/>
                  </a:lnTo>
                  <a:lnTo>
                    <a:pt x="552" y="102"/>
                  </a:lnTo>
                  <a:lnTo>
                    <a:pt x="536" y="108"/>
                  </a:lnTo>
                  <a:lnTo>
                    <a:pt x="500" y="118"/>
                  </a:lnTo>
                  <a:lnTo>
                    <a:pt x="458" y="128"/>
                  </a:lnTo>
                  <a:lnTo>
                    <a:pt x="408" y="134"/>
                  </a:lnTo>
                  <a:lnTo>
                    <a:pt x="352" y="138"/>
                  </a:lnTo>
                  <a:lnTo>
                    <a:pt x="294" y="140"/>
                  </a:lnTo>
                  <a:lnTo>
                    <a:pt x="294" y="140"/>
                  </a:lnTo>
                  <a:lnTo>
                    <a:pt x="234" y="138"/>
                  </a:lnTo>
                  <a:lnTo>
                    <a:pt x="178" y="134"/>
                  </a:lnTo>
                  <a:lnTo>
                    <a:pt x="128" y="128"/>
                  </a:lnTo>
                  <a:lnTo>
                    <a:pt x="86" y="118"/>
                  </a:lnTo>
                  <a:lnTo>
                    <a:pt x="50" y="108"/>
                  </a:lnTo>
                  <a:lnTo>
                    <a:pt x="34" y="102"/>
                  </a:lnTo>
                  <a:lnTo>
                    <a:pt x="22" y="96"/>
                  </a:lnTo>
                  <a:lnTo>
                    <a:pt x="12" y="90"/>
                  </a:lnTo>
                  <a:lnTo>
                    <a:pt x="6" y="84"/>
                  </a:lnTo>
                  <a:lnTo>
                    <a:pt x="0" y="76"/>
                  </a:lnTo>
                  <a:lnTo>
                    <a:pt x="0" y="70"/>
                  </a:lnTo>
                  <a:lnTo>
                    <a:pt x="0" y="70"/>
                  </a:lnTo>
                  <a:lnTo>
                    <a:pt x="0" y="62"/>
                  </a:lnTo>
                  <a:lnTo>
                    <a:pt x="6" y="56"/>
                  </a:lnTo>
                  <a:lnTo>
                    <a:pt x="12" y="50"/>
                  </a:lnTo>
                  <a:lnTo>
                    <a:pt x="22" y="42"/>
                  </a:lnTo>
                  <a:lnTo>
                    <a:pt x="34" y="36"/>
                  </a:lnTo>
                  <a:lnTo>
                    <a:pt x="50" y="30"/>
                  </a:lnTo>
                  <a:lnTo>
                    <a:pt x="86" y="20"/>
                  </a:lnTo>
                  <a:lnTo>
                    <a:pt x="128" y="12"/>
                  </a:lnTo>
                  <a:lnTo>
                    <a:pt x="178" y="6"/>
                  </a:lnTo>
                  <a:lnTo>
                    <a:pt x="234" y="2"/>
                  </a:lnTo>
                  <a:lnTo>
                    <a:pt x="294" y="0"/>
                  </a:lnTo>
                  <a:lnTo>
                    <a:pt x="294" y="0"/>
                  </a:lnTo>
                  <a:lnTo>
                    <a:pt x="352" y="2"/>
                  </a:lnTo>
                  <a:lnTo>
                    <a:pt x="408" y="6"/>
                  </a:lnTo>
                  <a:lnTo>
                    <a:pt x="458" y="12"/>
                  </a:lnTo>
                  <a:lnTo>
                    <a:pt x="500" y="20"/>
                  </a:lnTo>
                  <a:lnTo>
                    <a:pt x="536" y="30"/>
                  </a:lnTo>
                  <a:lnTo>
                    <a:pt x="552" y="36"/>
                  </a:lnTo>
                  <a:lnTo>
                    <a:pt x="564" y="42"/>
                  </a:lnTo>
                  <a:lnTo>
                    <a:pt x="574" y="50"/>
                  </a:lnTo>
                  <a:lnTo>
                    <a:pt x="580" y="56"/>
                  </a:lnTo>
                  <a:lnTo>
                    <a:pt x="586" y="62"/>
                  </a:lnTo>
                  <a:lnTo>
                    <a:pt x="586" y="70"/>
                  </a:lnTo>
                  <a:lnTo>
                    <a:pt x="586" y="70"/>
                  </a:lnTo>
                  <a:close/>
                </a:path>
              </a:pathLst>
            </a:custGeom>
            <a:solidFill>
              <a:srgbClr val="A6A8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4" name="Freeform 147"/>
            <p:cNvSpPr>
              <a:spLocks/>
            </p:cNvSpPr>
            <p:nvPr/>
          </p:nvSpPr>
          <p:spPr bwMode="auto">
            <a:xfrm>
              <a:off x="3838121" y="3373211"/>
              <a:ext cx="438150" cy="409575"/>
            </a:xfrm>
            <a:custGeom>
              <a:avLst/>
              <a:gdLst>
                <a:gd name="T0" fmla="*/ 156 w 276"/>
                <a:gd name="T1" fmla="*/ 234 h 258"/>
                <a:gd name="T2" fmla="*/ 156 w 276"/>
                <a:gd name="T3" fmla="*/ 234 h 258"/>
                <a:gd name="T4" fmla="*/ 172 w 276"/>
                <a:gd name="T5" fmla="*/ 244 h 258"/>
                <a:gd name="T6" fmla="*/ 188 w 276"/>
                <a:gd name="T7" fmla="*/ 250 h 258"/>
                <a:gd name="T8" fmla="*/ 202 w 276"/>
                <a:gd name="T9" fmla="*/ 254 h 258"/>
                <a:gd name="T10" fmla="*/ 214 w 276"/>
                <a:gd name="T11" fmla="*/ 256 h 258"/>
                <a:gd name="T12" fmla="*/ 226 w 276"/>
                <a:gd name="T13" fmla="*/ 258 h 258"/>
                <a:gd name="T14" fmla="*/ 236 w 276"/>
                <a:gd name="T15" fmla="*/ 256 h 258"/>
                <a:gd name="T16" fmla="*/ 244 w 276"/>
                <a:gd name="T17" fmla="*/ 254 h 258"/>
                <a:gd name="T18" fmla="*/ 252 w 276"/>
                <a:gd name="T19" fmla="*/ 252 h 258"/>
                <a:gd name="T20" fmla="*/ 262 w 276"/>
                <a:gd name="T21" fmla="*/ 244 h 258"/>
                <a:gd name="T22" fmla="*/ 270 w 276"/>
                <a:gd name="T23" fmla="*/ 234 h 258"/>
                <a:gd name="T24" fmla="*/ 276 w 276"/>
                <a:gd name="T25" fmla="*/ 226 h 258"/>
                <a:gd name="T26" fmla="*/ 140 w 276"/>
                <a:gd name="T27" fmla="*/ 0 h 258"/>
                <a:gd name="T28" fmla="*/ 0 w 276"/>
                <a:gd name="T29" fmla="*/ 60 h 258"/>
                <a:gd name="T30" fmla="*/ 0 w 276"/>
                <a:gd name="T31" fmla="*/ 60 h 258"/>
                <a:gd name="T32" fmla="*/ 10 w 276"/>
                <a:gd name="T33" fmla="*/ 82 h 258"/>
                <a:gd name="T34" fmla="*/ 22 w 276"/>
                <a:gd name="T35" fmla="*/ 104 h 258"/>
                <a:gd name="T36" fmla="*/ 40 w 276"/>
                <a:gd name="T37" fmla="*/ 130 h 258"/>
                <a:gd name="T38" fmla="*/ 62 w 276"/>
                <a:gd name="T39" fmla="*/ 158 h 258"/>
                <a:gd name="T40" fmla="*/ 88 w 276"/>
                <a:gd name="T41" fmla="*/ 188 h 258"/>
                <a:gd name="T42" fmla="*/ 104 w 276"/>
                <a:gd name="T43" fmla="*/ 200 h 258"/>
                <a:gd name="T44" fmla="*/ 120 w 276"/>
                <a:gd name="T45" fmla="*/ 212 h 258"/>
                <a:gd name="T46" fmla="*/ 138 w 276"/>
                <a:gd name="T47" fmla="*/ 224 h 258"/>
                <a:gd name="T48" fmla="*/ 156 w 276"/>
                <a:gd name="T49" fmla="*/ 234 h 258"/>
                <a:gd name="T50" fmla="*/ 156 w 276"/>
                <a:gd name="T51"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6" h="258">
                  <a:moveTo>
                    <a:pt x="156" y="234"/>
                  </a:moveTo>
                  <a:lnTo>
                    <a:pt x="156" y="234"/>
                  </a:lnTo>
                  <a:lnTo>
                    <a:pt x="172" y="244"/>
                  </a:lnTo>
                  <a:lnTo>
                    <a:pt x="188" y="250"/>
                  </a:lnTo>
                  <a:lnTo>
                    <a:pt x="202" y="254"/>
                  </a:lnTo>
                  <a:lnTo>
                    <a:pt x="214" y="256"/>
                  </a:lnTo>
                  <a:lnTo>
                    <a:pt x="226" y="258"/>
                  </a:lnTo>
                  <a:lnTo>
                    <a:pt x="236" y="256"/>
                  </a:lnTo>
                  <a:lnTo>
                    <a:pt x="244" y="254"/>
                  </a:lnTo>
                  <a:lnTo>
                    <a:pt x="252" y="252"/>
                  </a:lnTo>
                  <a:lnTo>
                    <a:pt x="262" y="244"/>
                  </a:lnTo>
                  <a:lnTo>
                    <a:pt x="270" y="234"/>
                  </a:lnTo>
                  <a:lnTo>
                    <a:pt x="276" y="226"/>
                  </a:lnTo>
                  <a:lnTo>
                    <a:pt x="140" y="0"/>
                  </a:lnTo>
                  <a:lnTo>
                    <a:pt x="0" y="60"/>
                  </a:lnTo>
                  <a:lnTo>
                    <a:pt x="0" y="60"/>
                  </a:lnTo>
                  <a:lnTo>
                    <a:pt x="10" y="82"/>
                  </a:lnTo>
                  <a:lnTo>
                    <a:pt x="22" y="104"/>
                  </a:lnTo>
                  <a:lnTo>
                    <a:pt x="40" y="130"/>
                  </a:lnTo>
                  <a:lnTo>
                    <a:pt x="62" y="158"/>
                  </a:lnTo>
                  <a:lnTo>
                    <a:pt x="88" y="188"/>
                  </a:lnTo>
                  <a:lnTo>
                    <a:pt x="104" y="200"/>
                  </a:lnTo>
                  <a:lnTo>
                    <a:pt x="120" y="212"/>
                  </a:lnTo>
                  <a:lnTo>
                    <a:pt x="138" y="224"/>
                  </a:lnTo>
                  <a:lnTo>
                    <a:pt x="156" y="234"/>
                  </a:lnTo>
                  <a:lnTo>
                    <a:pt x="156" y="23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5" name="Freeform 148"/>
            <p:cNvSpPr>
              <a:spLocks/>
            </p:cNvSpPr>
            <p:nvPr/>
          </p:nvSpPr>
          <p:spPr bwMode="auto">
            <a:xfrm>
              <a:off x="3441246" y="2925536"/>
              <a:ext cx="190500" cy="155575"/>
            </a:xfrm>
            <a:custGeom>
              <a:avLst/>
              <a:gdLst>
                <a:gd name="T0" fmla="*/ 10 w 120"/>
                <a:gd name="T1" fmla="*/ 0 h 98"/>
                <a:gd name="T2" fmla="*/ 112 w 120"/>
                <a:gd name="T3" fmla="*/ 0 h 98"/>
                <a:gd name="T4" fmla="*/ 112 w 120"/>
                <a:gd name="T5" fmla="*/ 0 h 98"/>
                <a:gd name="T6" fmla="*/ 108 w 120"/>
                <a:gd name="T7" fmla="*/ 8 h 98"/>
                <a:gd name="T8" fmla="*/ 106 w 120"/>
                <a:gd name="T9" fmla="*/ 32 h 98"/>
                <a:gd name="T10" fmla="*/ 106 w 120"/>
                <a:gd name="T11" fmla="*/ 46 h 98"/>
                <a:gd name="T12" fmla="*/ 108 w 120"/>
                <a:gd name="T13" fmla="*/ 64 h 98"/>
                <a:gd name="T14" fmla="*/ 112 w 120"/>
                <a:gd name="T15" fmla="*/ 80 h 98"/>
                <a:gd name="T16" fmla="*/ 120 w 120"/>
                <a:gd name="T17" fmla="*/ 98 h 98"/>
                <a:gd name="T18" fmla="*/ 0 w 120"/>
                <a:gd name="T19" fmla="*/ 98 h 98"/>
                <a:gd name="T20" fmla="*/ 0 w 120"/>
                <a:gd name="T21" fmla="*/ 98 h 98"/>
                <a:gd name="T22" fmla="*/ 6 w 120"/>
                <a:gd name="T23" fmla="*/ 92 h 98"/>
                <a:gd name="T24" fmla="*/ 10 w 120"/>
                <a:gd name="T25" fmla="*/ 86 h 98"/>
                <a:gd name="T26" fmla="*/ 14 w 120"/>
                <a:gd name="T27" fmla="*/ 76 h 98"/>
                <a:gd name="T28" fmla="*/ 18 w 120"/>
                <a:gd name="T29" fmla="*/ 62 h 98"/>
                <a:gd name="T30" fmla="*/ 20 w 120"/>
                <a:gd name="T31" fmla="*/ 46 h 98"/>
                <a:gd name="T32" fmla="*/ 16 w 120"/>
                <a:gd name="T33" fmla="*/ 24 h 98"/>
                <a:gd name="T34" fmla="*/ 10 w 120"/>
                <a:gd name="T35" fmla="*/ 0 h 98"/>
                <a:gd name="T36" fmla="*/ 10 w 120"/>
                <a:gd name="T3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0" h="98">
                  <a:moveTo>
                    <a:pt x="10" y="0"/>
                  </a:moveTo>
                  <a:lnTo>
                    <a:pt x="112" y="0"/>
                  </a:lnTo>
                  <a:lnTo>
                    <a:pt x="112" y="0"/>
                  </a:lnTo>
                  <a:lnTo>
                    <a:pt x="108" y="8"/>
                  </a:lnTo>
                  <a:lnTo>
                    <a:pt x="106" y="32"/>
                  </a:lnTo>
                  <a:lnTo>
                    <a:pt x="106" y="46"/>
                  </a:lnTo>
                  <a:lnTo>
                    <a:pt x="108" y="64"/>
                  </a:lnTo>
                  <a:lnTo>
                    <a:pt x="112" y="80"/>
                  </a:lnTo>
                  <a:lnTo>
                    <a:pt x="120" y="98"/>
                  </a:lnTo>
                  <a:lnTo>
                    <a:pt x="0" y="98"/>
                  </a:lnTo>
                  <a:lnTo>
                    <a:pt x="0" y="98"/>
                  </a:lnTo>
                  <a:lnTo>
                    <a:pt x="6" y="92"/>
                  </a:lnTo>
                  <a:lnTo>
                    <a:pt x="10" y="86"/>
                  </a:lnTo>
                  <a:lnTo>
                    <a:pt x="14" y="76"/>
                  </a:lnTo>
                  <a:lnTo>
                    <a:pt x="18" y="62"/>
                  </a:lnTo>
                  <a:lnTo>
                    <a:pt x="20" y="46"/>
                  </a:lnTo>
                  <a:lnTo>
                    <a:pt x="16" y="24"/>
                  </a:lnTo>
                  <a:lnTo>
                    <a:pt x="10" y="0"/>
                  </a:lnTo>
                  <a:lnTo>
                    <a:pt x="10"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6" name="Freeform 149"/>
            <p:cNvSpPr>
              <a:spLocks/>
            </p:cNvSpPr>
            <p:nvPr/>
          </p:nvSpPr>
          <p:spPr bwMode="auto">
            <a:xfrm>
              <a:off x="3457121" y="2925536"/>
              <a:ext cx="161925" cy="98425"/>
            </a:xfrm>
            <a:custGeom>
              <a:avLst/>
              <a:gdLst>
                <a:gd name="T0" fmla="*/ 0 w 102"/>
                <a:gd name="T1" fmla="*/ 0 h 62"/>
                <a:gd name="T2" fmla="*/ 102 w 102"/>
                <a:gd name="T3" fmla="*/ 0 h 62"/>
                <a:gd name="T4" fmla="*/ 102 w 102"/>
                <a:gd name="T5" fmla="*/ 0 h 62"/>
                <a:gd name="T6" fmla="*/ 100 w 102"/>
                <a:gd name="T7" fmla="*/ 6 h 62"/>
                <a:gd name="T8" fmla="*/ 96 w 102"/>
                <a:gd name="T9" fmla="*/ 20 h 62"/>
                <a:gd name="T10" fmla="*/ 94 w 102"/>
                <a:gd name="T11" fmla="*/ 40 h 62"/>
                <a:gd name="T12" fmla="*/ 96 w 102"/>
                <a:gd name="T13" fmla="*/ 50 h 62"/>
                <a:gd name="T14" fmla="*/ 98 w 102"/>
                <a:gd name="T15" fmla="*/ 62 h 62"/>
                <a:gd name="T16" fmla="*/ 98 w 102"/>
                <a:gd name="T17" fmla="*/ 62 h 62"/>
                <a:gd name="T18" fmla="*/ 88 w 102"/>
                <a:gd name="T19" fmla="*/ 62 h 62"/>
                <a:gd name="T20" fmla="*/ 64 w 102"/>
                <a:gd name="T21" fmla="*/ 56 h 62"/>
                <a:gd name="T22" fmla="*/ 50 w 102"/>
                <a:gd name="T23" fmla="*/ 52 h 62"/>
                <a:gd name="T24" fmla="*/ 34 w 102"/>
                <a:gd name="T25" fmla="*/ 46 h 62"/>
                <a:gd name="T26" fmla="*/ 20 w 102"/>
                <a:gd name="T27" fmla="*/ 40 h 62"/>
                <a:gd name="T28" fmla="*/ 8 w 102"/>
                <a:gd name="T29" fmla="*/ 32 h 62"/>
                <a:gd name="T30" fmla="*/ 8 w 102"/>
                <a:gd name="T31" fmla="*/ 32 h 62"/>
                <a:gd name="T32" fmla="*/ 6 w 102"/>
                <a:gd name="T33" fmla="*/ 22 h 62"/>
                <a:gd name="T34" fmla="*/ 0 w 102"/>
                <a:gd name="T35" fmla="*/ 0 h 62"/>
                <a:gd name="T36" fmla="*/ 0 w 102"/>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62">
                  <a:moveTo>
                    <a:pt x="0" y="0"/>
                  </a:moveTo>
                  <a:lnTo>
                    <a:pt x="102" y="0"/>
                  </a:lnTo>
                  <a:lnTo>
                    <a:pt x="102" y="0"/>
                  </a:lnTo>
                  <a:lnTo>
                    <a:pt x="100" y="6"/>
                  </a:lnTo>
                  <a:lnTo>
                    <a:pt x="96" y="20"/>
                  </a:lnTo>
                  <a:lnTo>
                    <a:pt x="94" y="40"/>
                  </a:lnTo>
                  <a:lnTo>
                    <a:pt x="96" y="50"/>
                  </a:lnTo>
                  <a:lnTo>
                    <a:pt x="98" y="62"/>
                  </a:lnTo>
                  <a:lnTo>
                    <a:pt x="98" y="62"/>
                  </a:lnTo>
                  <a:lnTo>
                    <a:pt x="88" y="62"/>
                  </a:lnTo>
                  <a:lnTo>
                    <a:pt x="64" y="56"/>
                  </a:lnTo>
                  <a:lnTo>
                    <a:pt x="50" y="52"/>
                  </a:lnTo>
                  <a:lnTo>
                    <a:pt x="34" y="46"/>
                  </a:lnTo>
                  <a:lnTo>
                    <a:pt x="20" y="40"/>
                  </a:lnTo>
                  <a:lnTo>
                    <a:pt x="8" y="32"/>
                  </a:lnTo>
                  <a:lnTo>
                    <a:pt x="8" y="32"/>
                  </a:lnTo>
                  <a:lnTo>
                    <a:pt x="6" y="22"/>
                  </a:lnTo>
                  <a:lnTo>
                    <a:pt x="0" y="0"/>
                  </a:lnTo>
                  <a:lnTo>
                    <a:pt x="0" y="0"/>
                  </a:lnTo>
                  <a:close/>
                </a:path>
              </a:pathLst>
            </a:custGeom>
            <a:solidFill>
              <a:srgbClr val="D4A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7" name="Freeform 150"/>
            <p:cNvSpPr>
              <a:spLocks/>
            </p:cNvSpPr>
            <p:nvPr/>
          </p:nvSpPr>
          <p:spPr bwMode="auto">
            <a:xfrm>
              <a:off x="3787321" y="2582636"/>
              <a:ext cx="60325" cy="111125"/>
            </a:xfrm>
            <a:custGeom>
              <a:avLst/>
              <a:gdLst>
                <a:gd name="T0" fmla="*/ 36 w 38"/>
                <a:gd name="T1" fmla="*/ 38 h 70"/>
                <a:gd name="T2" fmla="*/ 36 w 38"/>
                <a:gd name="T3" fmla="*/ 38 h 70"/>
                <a:gd name="T4" fmla="*/ 32 w 38"/>
                <a:gd name="T5" fmla="*/ 52 h 70"/>
                <a:gd name="T6" fmla="*/ 26 w 38"/>
                <a:gd name="T7" fmla="*/ 62 h 70"/>
                <a:gd name="T8" fmla="*/ 18 w 38"/>
                <a:gd name="T9" fmla="*/ 68 h 70"/>
                <a:gd name="T10" fmla="*/ 14 w 38"/>
                <a:gd name="T11" fmla="*/ 70 h 70"/>
                <a:gd name="T12" fmla="*/ 12 w 38"/>
                <a:gd name="T13" fmla="*/ 70 h 70"/>
                <a:gd name="T14" fmla="*/ 12 w 38"/>
                <a:gd name="T15" fmla="*/ 70 h 70"/>
                <a:gd name="T16" fmla="*/ 8 w 38"/>
                <a:gd name="T17" fmla="*/ 68 h 70"/>
                <a:gd name="T18" fmla="*/ 6 w 38"/>
                <a:gd name="T19" fmla="*/ 66 h 70"/>
                <a:gd name="T20" fmla="*/ 2 w 38"/>
                <a:gd name="T21" fmla="*/ 58 h 70"/>
                <a:gd name="T22" fmla="*/ 0 w 38"/>
                <a:gd name="T23" fmla="*/ 46 h 70"/>
                <a:gd name="T24" fmla="*/ 2 w 38"/>
                <a:gd name="T25" fmla="*/ 32 h 70"/>
                <a:gd name="T26" fmla="*/ 2 w 38"/>
                <a:gd name="T27" fmla="*/ 32 h 70"/>
                <a:gd name="T28" fmla="*/ 6 w 38"/>
                <a:gd name="T29" fmla="*/ 18 h 70"/>
                <a:gd name="T30" fmla="*/ 12 w 38"/>
                <a:gd name="T31" fmla="*/ 8 h 70"/>
                <a:gd name="T32" fmla="*/ 18 w 38"/>
                <a:gd name="T33" fmla="*/ 0 h 70"/>
                <a:gd name="T34" fmla="*/ 22 w 38"/>
                <a:gd name="T35" fmla="*/ 0 h 70"/>
                <a:gd name="T36" fmla="*/ 26 w 38"/>
                <a:gd name="T37" fmla="*/ 0 h 70"/>
                <a:gd name="T38" fmla="*/ 26 w 38"/>
                <a:gd name="T39" fmla="*/ 0 h 70"/>
                <a:gd name="T40" fmla="*/ 30 w 38"/>
                <a:gd name="T41" fmla="*/ 0 h 70"/>
                <a:gd name="T42" fmla="*/ 32 w 38"/>
                <a:gd name="T43" fmla="*/ 4 h 70"/>
                <a:gd name="T44" fmla="*/ 36 w 38"/>
                <a:gd name="T45" fmla="*/ 12 h 70"/>
                <a:gd name="T46" fmla="*/ 38 w 38"/>
                <a:gd name="T47" fmla="*/ 24 h 70"/>
                <a:gd name="T48" fmla="*/ 36 w 38"/>
                <a:gd name="T49" fmla="*/ 38 h 70"/>
                <a:gd name="T50" fmla="*/ 36 w 38"/>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70">
                  <a:moveTo>
                    <a:pt x="36" y="38"/>
                  </a:moveTo>
                  <a:lnTo>
                    <a:pt x="36" y="38"/>
                  </a:lnTo>
                  <a:lnTo>
                    <a:pt x="32" y="52"/>
                  </a:lnTo>
                  <a:lnTo>
                    <a:pt x="26" y="62"/>
                  </a:lnTo>
                  <a:lnTo>
                    <a:pt x="18" y="68"/>
                  </a:lnTo>
                  <a:lnTo>
                    <a:pt x="14" y="70"/>
                  </a:lnTo>
                  <a:lnTo>
                    <a:pt x="12" y="70"/>
                  </a:lnTo>
                  <a:lnTo>
                    <a:pt x="12" y="70"/>
                  </a:lnTo>
                  <a:lnTo>
                    <a:pt x="8" y="68"/>
                  </a:lnTo>
                  <a:lnTo>
                    <a:pt x="6" y="66"/>
                  </a:lnTo>
                  <a:lnTo>
                    <a:pt x="2" y="58"/>
                  </a:lnTo>
                  <a:lnTo>
                    <a:pt x="0" y="46"/>
                  </a:lnTo>
                  <a:lnTo>
                    <a:pt x="2" y="32"/>
                  </a:lnTo>
                  <a:lnTo>
                    <a:pt x="2" y="32"/>
                  </a:lnTo>
                  <a:lnTo>
                    <a:pt x="6" y="18"/>
                  </a:lnTo>
                  <a:lnTo>
                    <a:pt x="12" y="8"/>
                  </a:lnTo>
                  <a:lnTo>
                    <a:pt x="18" y="0"/>
                  </a:lnTo>
                  <a:lnTo>
                    <a:pt x="22" y="0"/>
                  </a:lnTo>
                  <a:lnTo>
                    <a:pt x="26" y="0"/>
                  </a:lnTo>
                  <a:lnTo>
                    <a:pt x="26" y="0"/>
                  </a:lnTo>
                  <a:lnTo>
                    <a:pt x="30" y="0"/>
                  </a:lnTo>
                  <a:lnTo>
                    <a:pt x="32" y="4"/>
                  </a:lnTo>
                  <a:lnTo>
                    <a:pt x="36" y="12"/>
                  </a:lnTo>
                  <a:lnTo>
                    <a:pt x="38" y="24"/>
                  </a:lnTo>
                  <a:lnTo>
                    <a:pt x="36" y="38"/>
                  </a:lnTo>
                  <a:lnTo>
                    <a:pt x="36"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8" name="Freeform 151"/>
            <p:cNvSpPr>
              <a:spLocks/>
            </p:cNvSpPr>
            <p:nvPr/>
          </p:nvSpPr>
          <p:spPr bwMode="auto">
            <a:xfrm>
              <a:off x="3774621" y="2592161"/>
              <a:ext cx="57150" cy="92075"/>
            </a:xfrm>
            <a:custGeom>
              <a:avLst/>
              <a:gdLst>
                <a:gd name="T0" fmla="*/ 34 w 36"/>
                <a:gd name="T1" fmla="*/ 32 h 58"/>
                <a:gd name="T2" fmla="*/ 34 w 36"/>
                <a:gd name="T3" fmla="*/ 32 h 58"/>
                <a:gd name="T4" fmla="*/ 30 w 36"/>
                <a:gd name="T5" fmla="*/ 44 h 58"/>
                <a:gd name="T6" fmla="*/ 26 w 36"/>
                <a:gd name="T7" fmla="*/ 52 h 58"/>
                <a:gd name="T8" fmla="*/ 18 w 36"/>
                <a:gd name="T9" fmla="*/ 58 h 58"/>
                <a:gd name="T10" fmla="*/ 12 w 36"/>
                <a:gd name="T11" fmla="*/ 58 h 58"/>
                <a:gd name="T12" fmla="*/ 12 w 36"/>
                <a:gd name="T13" fmla="*/ 58 h 58"/>
                <a:gd name="T14" fmla="*/ 6 w 36"/>
                <a:gd name="T15" fmla="*/ 54 h 58"/>
                <a:gd name="T16" fmla="*/ 0 w 36"/>
                <a:gd name="T17" fmla="*/ 46 h 58"/>
                <a:gd name="T18" fmla="*/ 0 w 36"/>
                <a:gd name="T19" fmla="*/ 36 h 58"/>
                <a:gd name="T20" fmla="*/ 0 w 36"/>
                <a:gd name="T21" fmla="*/ 26 h 58"/>
                <a:gd name="T22" fmla="*/ 0 w 36"/>
                <a:gd name="T23" fmla="*/ 26 h 58"/>
                <a:gd name="T24" fmla="*/ 4 w 36"/>
                <a:gd name="T25" fmla="*/ 14 h 58"/>
                <a:gd name="T26" fmla="*/ 10 w 36"/>
                <a:gd name="T27" fmla="*/ 6 h 58"/>
                <a:gd name="T28" fmla="*/ 16 w 36"/>
                <a:gd name="T29" fmla="*/ 0 h 58"/>
                <a:gd name="T30" fmla="*/ 24 w 36"/>
                <a:gd name="T31" fmla="*/ 0 h 58"/>
                <a:gd name="T32" fmla="*/ 24 w 36"/>
                <a:gd name="T33" fmla="*/ 0 h 58"/>
                <a:gd name="T34" fmla="*/ 30 w 36"/>
                <a:gd name="T35" fmla="*/ 4 h 58"/>
                <a:gd name="T36" fmla="*/ 34 w 36"/>
                <a:gd name="T37" fmla="*/ 10 h 58"/>
                <a:gd name="T38" fmla="*/ 36 w 36"/>
                <a:gd name="T39" fmla="*/ 20 h 58"/>
                <a:gd name="T40" fmla="*/ 34 w 36"/>
                <a:gd name="T41" fmla="*/ 32 h 58"/>
                <a:gd name="T42" fmla="*/ 34 w 36"/>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58">
                  <a:moveTo>
                    <a:pt x="34" y="32"/>
                  </a:moveTo>
                  <a:lnTo>
                    <a:pt x="34" y="32"/>
                  </a:lnTo>
                  <a:lnTo>
                    <a:pt x="30" y="44"/>
                  </a:lnTo>
                  <a:lnTo>
                    <a:pt x="26" y="52"/>
                  </a:lnTo>
                  <a:lnTo>
                    <a:pt x="18" y="58"/>
                  </a:lnTo>
                  <a:lnTo>
                    <a:pt x="12" y="58"/>
                  </a:lnTo>
                  <a:lnTo>
                    <a:pt x="12" y="58"/>
                  </a:lnTo>
                  <a:lnTo>
                    <a:pt x="6" y="54"/>
                  </a:lnTo>
                  <a:lnTo>
                    <a:pt x="0" y="46"/>
                  </a:lnTo>
                  <a:lnTo>
                    <a:pt x="0" y="36"/>
                  </a:lnTo>
                  <a:lnTo>
                    <a:pt x="0" y="26"/>
                  </a:lnTo>
                  <a:lnTo>
                    <a:pt x="0" y="26"/>
                  </a:lnTo>
                  <a:lnTo>
                    <a:pt x="4" y="14"/>
                  </a:lnTo>
                  <a:lnTo>
                    <a:pt x="10" y="6"/>
                  </a:lnTo>
                  <a:lnTo>
                    <a:pt x="16" y="0"/>
                  </a:lnTo>
                  <a:lnTo>
                    <a:pt x="24" y="0"/>
                  </a:lnTo>
                  <a:lnTo>
                    <a:pt x="24" y="0"/>
                  </a:lnTo>
                  <a:lnTo>
                    <a:pt x="30" y="4"/>
                  </a:lnTo>
                  <a:lnTo>
                    <a:pt x="34" y="10"/>
                  </a:lnTo>
                  <a:lnTo>
                    <a:pt x="36" y="20"/>
                  </a:lnTo>
                  <a:lnTo>
                    <a:pt x="34" y="32"/>
                  </a:lnTo>
                  <a:lnTo>
                    <a:pt x="34"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9" name="Freeform 152"/>
            <p:cNvSpPr>
              <a:spLocks/>
            </p:cNvSpPr>
            <p:nvPr/>
          </p:nvSpPr>
          <p:spPr bwMode="auto">
            <a:xfrm>
              <a:off x="3244396" y="2592161"/>
              <a:ext cx="57150" cy="111125"/>
            </a:xfrm>
            <a:custGeom>
              <a:avLst/>
              <a:gdLst>
                <a:gd name="T0" fmla="*/ 0 w 36"/>
                <a:gd name="T1" fmla="*/ 38 h 70"/>
                <a:gd name="T2" fmla="*/ 0 w 36"/>
                <a:gd name="T3" fmla="*/ 38 h 70"/>
                <a:gd name="T4" fmla="*/ 4 w 36"/>
                <a:gd name="T5" fmla="*/ 52 h 70"/>
                <a:gd name="T6" fmla="*/ 10 w 36"/>
                <a:gd name="T7" fmla="*/ 62 h 70"/>
                <a:gd name="T8" fmla="*/ 18 w 36"/>
                <a:gd name="T9" fmla="*/ 68 h 70"/>
                <a:gd name="T10" fmla="*/ 22 w 36"/>
                <a:gd name="T11" fmla="*/ 70 h 70"/>
                <a:gd name="T12" fmla="*/ 26 w 36"/>
                <a:gd name="T13" fmla="*/ 70 h 70"/>
                <a:gd name="T14" fmla="*/ 26 w 36"/>
                <a:gd name="T15" fmla="*/ 70 h 70"/>
                <a:gd name="T16" fmla="*/ 28 w 36"/>
                <a:gd name="T17" fmla="*/ 68 h 70"/>
                <a:gd name="T18" fmla="*/ 32 w 36"/>
                <a:gd name="T19" fmla="*/ 66 h 70"/>
                <a:gd name="T20" fmla="*/ 36 w 36"/>
                <a:gd name="T21" fmla="*/ 58 h 70"/>
                <a:gd name="T22" fmla="*/ 36 w 36"/>
                <a:gd name="T23" fmla="*/ 46 h 70"/>
                <a:gd name="T24" fmla="*/ 34 w 36"/>
                <a:gd name="T25" fmla="*/ 32 h 70"/>
                <a:gd name="T26" fmla="*/ 34 w 36"/>
                <a:gd name="T27" fmla="*/ 32 h 70"/>
                <a:gd name="T28" fmla="*/ 30 w 36"/>
                <a:gd name="T29" fmla="*/ 18 h 70"/>
                <a:gd name="T30" fmla="*/ 24 w 36"/>
                <a:gd name="T31" fmla="*/ 8 h 70"/>
                <a:gd name="T32" fmla="*/ 18 w 36"/>
                <a:gd name="T33" fmla="*/ 2 h 70"/>
                <a:gd name="T34" fmla="*/ 14 w 36"/>
                <a:gd name="T35" fmla="*/ 0 h 70"/>
                <a:gd name="T36" fmla="*/ 10 w 36"/>
                <a:gd name="T37" fmla="*/ 0 h 70"/>
                <a:gd name="T38" fmla="*/ 10 w 36"/>
                <a:gd name="T39" fmla="*/ 0 h 70"/>
                <a:gd name="T40" fmla="*/ 8 w 36"/>
                <a:gd name="T41" fmla="*/ 2 h 70"/>
                <a:gd name="T42" fmla="*/ 4 w 36"/>
                <a:gd name="T43" fmla="*/ 4 h 70"/>
                <a:gd name="T44" fmla="*/ 0 w 36"/>
                <a:gd name="T45" fmla="*/ 12 h 70"/>
                <a:gd name="T46" fmla="*/ 0 w 36"/>
                <a:gd name="T47" fmla="*/ 24 h 70"/>
                <a:gd name="T48" fmla="*/ 0 w 36"/>
                <a:gd name="T49" fmla="*/ 38 h 70"/>
                <a:gd name="T50" fmla="*/ 0 w 36"/>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70">
                  <a:moveTo>
                    <a:pt x="0" y="38"/>
                  </a:moveTo>
                  <a:lnTo>
                    <a:pt x="0" y="38"/>
                  </a:lnTo>
                  <a:lnTo>
                    <a:pt x="4" y="52"/>
                  </a:lnTo>
                  <a:lnTo>
                    <a:pt x="10" y="62"/>
                  </a:lnTo>
                  <a:lnTo>
                    <a:pt x="18" y="68"/>
                  </a:lnTo>
                  <a:lnTo>
                    <a:pt x="22" y="70"/>
                  </a:lnTo>
                  <a:lnTo>
                    <a:pt x="26" y="70"/>
                  </a:lnTo>
                  <a:lnTo>
                    <a:pt x="26" y="70"/>
                  </a:lnTo>
                  <a:lnTo>
                    <a:pt x="28" y="68"/>
                  </a:lnTo>
                  <a:lnTo>
                    <a:pt x="32" y="66"/>
                  </a:lnTo>
                  <a:lnTo>
                    <a:pt x="36" y="58"/>
                  </a:lnTo>
                  <a:lnTo>
                    <a:pt x="36" y="46"/>
                  </a:lnTo>
                  <a:lnTo>
                    <a:pt x="34" y="32"/>
                  </a:lnTo>
                  <a:lnTo>
                    <a:pt x="34" y="32"/>
                  </a:lnTo>
                  <a:lnTo>
                    <a:pt x="30" y="18"/>
                  </a:lnTo>
                  <a:lnTo>
                    <a:pt x="24" y="8"/>
                  </a:lnTo>
                  <a:lnTo>
                    <a:pt x="18" y="2"/>
                  </a:lnTo>
                  <a:lnTo>
                    <a:pt x="14" y="0"/>
                  </a:lnTo>
                  <a:lnTo>
                    <a:pt x="10" y="0"/>
                  </a:lnTo>
                  <a:lnTo>
                    <a:pt x="10" y="0"/>
                  </a:lnTo>
                  <a:lnTo>
                    <a:pt x="8" y="2"/>
                  </a:lnTo>
                  <a:lnTo>
                    <a:pt x="4" y="4"/>
                  </a:lnTo>
                  <a:lnTo>
                    <a:pt x="0" y="12"/>
                  </a:lnTo>
                  <a:lnTo>
                    <a:pt x="0" y="24"/>
                  </a:lnTo>
                  <a:lnTo>
                    <a:pt x="0" y="38"/>
                  </a:lnTo>
                  <a:lnTo>
                    <a:pt x="0"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0" name="Freeform 153"/>
            <p:cNvSpPr>
              <a:spLocks/>
            </p:cNvSpPr>
            <p:nvPr/>
          </p:nvSpPr>
          <p:spPr bwMode="auto">
            <a:xfrm>
              <a:off x="3257096" y="2601686"/>
              <a:ext cx="60325" cy="92075"/>
            </a:xfrm>
            <a:custGeom>
              <a:avLst/>
              <a:gdLst>
                <a:gd name="T0" fmla="*/ 2 w 38"/>
                <a:gd name="T1" fmla="*/ 32 h 58"/>
                <a:gd name="T2" fmla="*/ 2 w 38"/>
                <a:gd name="T3" fmla="*/ 32 h 58"/>
                <a:gd name="T4" fmla="*/ 6 w 38"/>
                <a:gd name="T5" fmla="*/ 44 h 58"/>
                <a:gd name="T6" fmla="*/ 12 w 38"/>
                <a:gd name="T7" fmla="*/ 52 h 58"/>
                <a:gd name="T8" fmla="*/ 18 w 38"/>
                <a:gd name="T9" fmla="*/ 58 h 58"/>
                <a:gd name="T10" fmla="*/ 26 w 38"/>
                <a:gd name="T11" fmla="*/ 58 h 58"/>
                <a:gd name="T12" fmla="*/ 26 w 38"/>
                <a:gd name="T13" fmla="*/ 58 h 58"/>
                <a:gd name="T14" fmla="*/ 32 w 38"/>
                <a:gd name="T15" fmla="*/ 54 h 58"/>
                <a:gd name="T16" fmla="*/ 36 w 38"/>
                <a:gd name="T17" fmla="*/ 48 h 58"/>
                <a:gd name="T18" fmla="*/ 38 w 38"/>
                <a:gd name="T19" fmla="*/ 38 h 58"/>
                <a:gd name="T20" fmla="*/ 36 w 38"/>
                <a:gd name="T21" fmla="*/ 26 h 58"/>
                <a:gd name="T22" fmla="*/ 36 w 38"/>
                <a:gd name="T23" fmla="*/ 26 h 58"/>
                <a:gd name="T24" fmla="*/ 32 w 38"/>
                <a:gd name="T25" fmla="*/ 14 h 58"/>
                <a:gd name="T26" fmla="*/ 26 w 38"/>
                <a:gd name="T27" fmla="*/ 6 h 58"/>
                <a:gd name="T28" fmla="*/ 20 w 38"/>
                <a:gd name="T29" fmla="*/ 0 h 58"/>
                <a:gd name="T30" fmla="*/ 12 w 38"/>
                <a:gd name="T31" fmla="*/ 0 h 58"/>
                <a:gd name="T32" fmla="*/ 12 w 38"/>
                <a:gd name="T33" fmla="*/ 0 h 58"/>
                <a:gd name="T34" fmla="*/ 6 w 38"/>
                <a:gd name="T35" fmla="*/ 4 h 58"/>
                <a:gd name="T36" fmla="*/ 2 w 38"/>
                <a:gd name="T37" fmla="*/ 10 h 58"/>
                <a:gd name="T38" fmla="*/ 0 w 38"/>
                <a:gd name="T39" fmla="*/ 20 h 58"/>
                <a:gd name="T40" fmla="*/ 2 w 38"/>
                <a:gd name="T41" fmla="*/ 32 h 58"/>
                <a:gd name="T42" fmla="*/ 2 w 38"/>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58">
                  <a:moveTo>
                    <a:pt x="2" y="32"/>
                  </a:moveTo>
                  <a:lnTo>
                    <a:pt x="2" y="32"/>
                  </a:lnTo>
                  <a:lnTo>
                    <a:pt x="6" y="44"/>
                  </a:lnTo>
                  <a:lnTo>
                    <a:pt x="12" y="52"/>
                  </a:lnTo>
                  <a:lnTo>
                    <a:pt x="18" y="58"/>
                  </a:lnTo>
                  <a:lnTo>
                    <a:pt x="26" y="58"/>
                  </a:lnTo>
                  <a:lnTo>
                    <a:pt x="26" y="58"/>
                  </a:lnTo>
                  <a:lnTo>
                    <a:pt x="32" y="54"/>
                  </a:lnTo>
                  <a:lnTo>
                    <a:pt x="36" y="48"/>
                  </a:lnTo>
                  <a:lnTo>
                    <a:pt x="38" y="38"/>
                  </a:lnTo>
                  <a:lnTo>
                    <a:pt x="36" y="26"/>
                  </a:lnTo>
                  <a:lnTo>
                    <a:pt x="36" y="26"/>
                  </a:lnTo>
                  <a:lnTo>
                    <a:pt x="32" y="14"/>
                  </a:lnTo>
                  <a:lnTo>
                    <a:pt x="26" y="6"/>
                  </a:lnTo>
                  <a:lnTo>
                    <a:pt x="20" y="0"/>
                  </a:lnTo>
                  <a:lnTo>
                    <a:pt x="12" y="0"/>
                  </a:lnTo>
                  <a:lnTo>
                    <a:pt x="12" y="0"/>
                  </a:lnTo>
                  <a:lnTo>
                    <a:pt x="6" y="4"/>
                  </a:lnTo>
                  <a:lnTo>
                    <a:pt x="2" y="10"/>
                  </a:lnTo>
                  <a:lnTo>
                    <a:pt x="0" y="20"/>
                  </a:lnTo>
                  <a:lnTo>
                    <a:pt x="2" y="32"/>
                  </a:lnTo>
                  <a:lnTo>
                    <a:pt x="2"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1" name="Freeform 154"/>
            <p:cNvSpPr>
              <a:spLocks/>
            </p:cNvSpPr>
            <p:nvPr/>
          </p:nvSpPr>
          <p:spPr bwMode="auto">
            <a:xfrm>
              <a:off x="3269796" y="2214336"/>
              <a:ext cx="546100" cy="752475"/>
            </a:xfrm>
            <a:custGeom>
              <a:avLst/>
              <a:gdLst>
                <a:gd name="T0" fmla="*/ 340 w 344"/>
                <a:gd name="T1" fmla="*/ 248 h 474"/>
                <a:gd name="T2" fmla="*/ 330 w 344"/>
                <a:gd name="T3" fmla="*/ 310 h 474"/>
                <a:gd name="T4" fmla="*/ 308 w 344"/>
                <a:gd name="T5" fmla="*/ 368 h 474"/>
                <a:gd name="T6" fmla="*/ 300 w 344"/>
                <a:gd name="T7" fmla="*/ 382 h 474"/>
                <a:gd name="T8" fmla="*/ 274 w 344"/>
                <a:gd name="T9" fmla="*/ 414 h 474"/>
                <a:gd name="T10" fmla="*/ 242 w 344"/>
                <a:gd name="T11" fmla="*/ 442 h 474"/>
                <a:gd name="T12" fmla="*/ 210 w 344"/>
                <a:gd name="T13" fmla="*/ 464 h 474"/>
                <a:gd name="T14" fmla="*/ 194 w 344"/>
                <a:gd name="T15" fmla="*/ 470 h 474"/>
                <a:gd name="T16" fmla="*/ 174 w 344"/>
                <a:gd name="T17" fmla="*/ 474 h 474"/>
                <a:gd name="T18" fmla="*/ 172 w 344"/>
                <a:gd name="T19" fmla="*/ 474 h 474"/>
                <a:gd name="T20" fmla="*/ 164 w 344"/>
                <a:gd name="T21" fmla="*/ 474 h 474"/>
                <a:gd name="T22" fmla="*/ 154 w 344"/>
                <a:gd name="T23" fmla="*/ 470 h 474"/>
                <a:gd name="T24" fmla="*/ 120 w 344"/>
                <a:gd name="T25" fmla="*/ 454 h 474"/>
                <a:gd name="T26" fmla="*/ 88 w 344"/>
                <a:gd name="T27" fmla="*/ 428 h 474"/>
                <a:gd name="T28" fmla="*/ 58 w 344"/>
                <a:gd name="T29" fmla="*/ 398 h 474"/>
                <a:gd name="T30" fmla="*/ 38 w 344"/>
                <a:gd name="T31" fmla="*/ 368 h 474"/>
                <a:gd name="T32" fmla="*/ 26 w 344"/>
                <a:gd name="T33" fmla="*/ 338 h 474"/>
                <a:gd name="T34" fmla="*/ 12 w 344"/>
                <a:gd name="T35" fmla="*/ 278 h 474"/>
                <a:gd name="T36" fmla="*/ 6 w 344"/>
                <a:gd name="T37" fmla="*/ 248 h 474"/>
                <a:gd name="T38" fmla="*/ 2 w 344"/>
                <a:gd name="T39" fmla="*/ 208 h 474"/>
                <a:gd name="T40" fmla="*/ 2 w 344"/>
                <a:gd name="T41" fmla="*/ 166 h 474"/>
                <a:gd name="T42" fmla="*/ 8 w 344"/>
                <a:gd name="T43" fmla="*/ 120 h 474"/>
                <a:gd name="T44" fmla="*/ 26 w 344"/>
                <a:gd name="T45" fmla="*/ 74 h 474"/>
                <a:gd name="T46" fmla="*/ 48 w 344"/>
                <a:gd name="T47" fmla="*/ 44 h 474"/>
                <a:gd name="T48" fmla="*/ 68 w 344"/>
                <a:gd name="T49" fmla="*/ 26 h 474"/>
                <a:gd name="T50" fmla="*/ 92 w 344"/>
                <a:gd name="T51" fmla="*/ 14 h 474"/>
                <a:gd name="T52" fmla="*/ 122 w 344"/>
                <a:gd name="T53" fmla="*/ 4 h 474"/>
                <a:gd name="T54" fmla="*/ 160 w 344"/>
                <a:gd name="T55" fmla="*/ 0 h 474"/>
                <a:gd name="T56" fmla="*/ 180 w 344"/>
                <a:gd name="T57" fmla="*/ 0 h 474"/>
                <a:gd name="T58" fmla="*/ 208 w 344"/>
                <a:gd name="T59" fmla="*/ 4 h 474"/>
                <a:gd name="T60" fmla="*/ 238 w 344"/>
                <a:gd name="T61" fmla="*/ 12 h 474"/>
                <a:gd name="T62" fmla="*/ 270 w 344"/>
                <a:gd name="T63" fmla="*/ 28 h 474"/>
                <a:gd name="T64" fmla="*/ 302 w 344"/>
                <a:gd name="T65" fmla="*/ 56 h 474"/>
                <a:gd name="T66" fmla="*/ 326 w 344"/>
                <a:gd name="T67" fmla="*/ 100 h 474"/>
                <a:gd name="T68" fmla="*/ 342 w 344"/>
                <a:gd name="T69" fmla="*/ 164 h 474"/>
                <a:gd name="T70" fmla="*/ 340 w 344"/>
                <a:gd name="T71" fmla="*/ 248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474">
                  <a:moveTo>
                    <a:pt x="340" y="248"/>
                  </a:moveTo>
                  <a:lnTo>
                    <a:pt x="340" y="248"/>
                  </a:lnTo>
                  <a:lnTo>
                    <a:pt x="336" y="278"/>
                  </a:lnTo>
                  <a:lnTo>
                    <a:pt x="330" y="310"/>
                  </a:lnTo>
                  <a:lnTo>
                    <a:pt x="320" y="338"/>
                  </a:lnTo>
                  <a:lnTo>
                    <a:pt x="308" y="368"/>
                  </a:lnTo>
                  <a:lnTo>
                    <a:pt x="308" y="368"/>
                  </a:lnTo>
                  <a:lnTo>
                    <a:pt x="300" y="382"/>
                  </a:lnTo>
                  <a:lnTo>
                    <a:pt x="288" y="398"/>
                  </a:lnTo>
                  <a:lnTo>
                    <a:pt x="274" y="414"/>
                  </a:lnTo>
                  <a:lnTo>
                    <a:pt x="258" y="428"/>
                  </a:lnTo>
                  <a:lnTo>
                    <a:pt x="242" y="442"/>
                  </a:lnTo>
                  <a:lnTo>
                    <a:pt x="226" y="454"/>
                  </a:lnTo>
                  <a:lnTo>
                    <a:pt x="210" y="464"/>
                  </a:lnTo>
                  <a:lnTo>
                    <a:pt x="194" y="470"/>
                  </a:lnTo>
                  <a:lnTo>
                    <a:pt x="194" y="470"/>
                  </a:lnTo>
                  <a:lnTo>
                    <a:pt x="182" y="474"/>
                  </a:lnTo>
                  <a:lnTo>
                    <a:pt x="174" y="474"/>
                  </a:lnTo>
                  <a:lnTo>
                    <a:pt x="174" y="474"/>
                  </a:lnTo>
                  <a:lnTo>
                    <a:pt x="172" y="474"/>
                  </a:lnTo>
                  <a:lnTo>
                    <a:pt x="172" y="474"/>
                  </a:lnTo>
                  <a:lnTo>
                    <a:pt x="164" y="474"/>
                  </a:lnTo>
                  <a:lnTo>
                    <a:pt x="154" y="470"/>
                  </a:lnTo>
                  <a:lnTo>
                    <a:pt x="154" y="470"/>
                  </a:lnTo>
                  <a:lnTo>
                    <a:pt x="138" y="464"/>
                  </a:lnTo>
                  <a:lnTo>
                    <a:pt x="120" y="454"/>
                  </a:lnTo>
                  <a:lnTo>
                    <a:pt x="104" y="442"/>
                  </a:lnTo>
                  <a:lnTo>
                    <a:pt x="88" y="428"/>
                  </a:lnTo>
                  <a:lnTo>
                    <a:pt x="72" y="414"/>
                  </a:lnTo>
                  <a:lnTo>
                    <a:pt x="58" y="398"/>
                  </a:lnTo>
                  <a:lnTo>
                    <a:pt x="48" y="382"/>
                  </a:lnTo>
                  <a:lnTo>
                    <a:pt x="38" y="368"/>
                  </a:lnTo>
                  <a:lnTo>
                    <a:pt x="38" y="368"/>
                  </a:lnTo>
                  <a:lnTo>
                    <a:pt x="26" y="338"/>
                  </a:lnTo>
                  <a:lnTo>
                    <a:pt x="18" y="308"/>
                  </a:lnTo>
                  <a:lnTo>
                    <a:pt x="12" y="278"/>
                  </a:lnTo>
                  <a:lnTo>
                    <a:pt x="6" y="248"/>
                  </a:lnTo>
                  <a:lnTo>
                    <a:pt x="6" y="248"/>
                  </a:lnTo>
                  <a:lnTo>
                    <a:pt x="4" y="236"/>
                  </a:lnTo>
                  <a:lnTo>
                    <a:pt x="2" y="208"/>
                  </a:lnTo>
                  <a:lnTo>
                    <a:pt x="0" y="188"/>
                  </a:lnTo>
                  <a:lnTo>
                    <a:pt x="2" y="166"/>
                  </a:lnTo>
                  <a:lnTo>
                    <a:pt x="4" y="144"/>
                  </a:lnTo>
                  <a:lnTo>
                    <a:pt x="8" y="120"/>
                  </a:lnTo>
                  <a:lnTo>
                    <a:pt x="16" y="96"/>
                  </a:lnTo>
                  <a:lnTo>
                    <a:pt x="26" y="74"/>
                  </a:lnTo>
                  <a:lnTo>
                    <a:pt x="40" y="54"/>
                  </a:lnTo>
                  <a:lnTo>
                    <a:pt x="48" y="44"/>
                  </a:lnTo>
                  <a:lnTo>
                    <a:pt x="58" y="34"/>
                  </a:lnTo>
                  <a:lnTo>
                    <a:pt x="68" y="26"/>
                  </a:lnTo>
                  <a:lnTo>
                    <a:pt x="80" y="20"/>
                  </a:lnTo>
                  <a:lnTo>
                    <a:pt x="92" y="14"/>
                  </a:lnTo>
                  <a:lnTo>
                    <a:pt x="108" y="8"/>
                  </a:lnTo>
                  <a:lnTo>
                    <a:pt x="122" y="4"/>
                  </a:lnTo>
                  <a:lnTo>
                    <a:pt x="140" y="2"/>
                  </a:lnTo>
                  <a:lnTo>
                    <a:pt x="160" y="0"/>
                  </a:lnTo>
                  <a:lnTo>
                    <a:pt x="180" y="0"/>
                  </a:lnTo>
                  <a:lnTo>
                    <a:pt x="180" y="0"/>
                  </a:lnTo>
                  <a:lnTo>
                    <a:pt x="188" y="0"/>
                  </a:lnTo>
                  <a:lnTo>
                    <a:pt x="208" y="4"/>
                  </a:lnTo>
                  <a:lnTo>
                    <a:pt x="222" y="6"/>
                  </a:lnTo>
                  <a:lnTo>
                    <a:pt x="238" y="12"/>
                  </a:lnTo>
                  <a:lnTo>
                    <a:pt x="254" y="18"/>
                  </a:lnTo>
                  <a:lnTo>
                    <a:pt x="270" y="28"/>
                  </a:lnTo>
                  <a:lnTo>
                    <a:pt x="286" y="40"/>
                  </a:lnTo>
                  <a:lnTo>
                    <a:pt x="302" y="56"/>
                  </a:lnTo>
                  <a:lnTo>
                    <a:pt x="316" y="76"/>
                  </a:lnTo>
                  <a:lnTo>
                    <a:pt x="326" y="100"/>
                  </a:lnTo>
                  <a:lnTo>
                    <a:pt x="336" y="130"/>
                  </a:lnTo>
                  <a:lnTo>
                    <a:pt x="342" y="164"/>
                  </a:lnTo>
                  <a:lnTo>
                    <a:pt x="344" y="202"/>
                  </a:lnTo>
                  <a:lnTo>
                    <a:pt x="340" y="248"/>
                  </a:lnTo>
                  <a:lnTo>
                    <a:pt x="340" y="24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2" name="Freeform 155"/>
            <p:cNvSpPr>
              <a:spLocks/>
            </p:cNvSpPr>
            <p:nvPr/>
          </p:nvSpPr>
          <p:spPr bwMode="auto">
            <a:xfrm>
              <a:off x="3095171" y="3062061"/>
              <a:ext cx="892175" cy="263525"/>
            </a:xfrm>
            <a:custGeom>
              <a:avLst/>
              <a:gdLst>
                <a:gd name="T0" fmla="*/ 554 w 562"/>
                <a:gd name="T1" fmla="*/ 114 h 166"/>
                <a:gd name="T2" fmla="*/ 554 w 562"/>
                <a:gd name="T3" fmla="*/ 114 h 166"/>
                <a:gd name="T4" fmla="*/ 548 w 562"/>
                <a:gd name="T5" fmla="*/ 98 h 166"/>
                <a:gd name="T6" fmla="*/ 538 w 562"/>
                <a:gd name="T7" fmla="*/ 80 h 166"/>
                <a:gd name="T8" fmla="*/ 528 w 562"/>
                <a:gd name="T9" fmla="*/ 66 h 166"/>
                <a:gd name="T10" fmla="*/ 514 w 562"/>
                <a:gd name="T11" fmla="*/ 52 h 166"/>
                <a:gd name="T12" fmla="*/ 500 w 562"/>
                <a:gd name="T13" fmla="*/ 42 h 166"/>
                <a:gd name="T14" fmla="*/ 482 w 562"/>
                <a:gd name="T15" fmla="*/ 32 h 166"/>
                <a:gd name="T16" fmla="*/ 466 w 562"/>
                <a:gd name="T17" fmla="*/ 26 h 166"/>
                <a:gd name="T18" fmla="*/ 446 w 562"/>
                <a:gd name="T19" fmla="*/ 24 h 166"/>
                <a:gd name="T20" fmla="*/ 446 w 562"/>
                <a:gd name="T21" fmla="*/ 24 h 166"/>
                <a:gd name="T22" fmla="*/ 406 w 562"/>
                <a:gd name="T23" fmla="*/ 18 h 166"/>
                <a:gd name="T24" fmla="*/ 364 w 562"/>
                <a:gd name="T25" fmla="*/ 12 h 166"/>
                <a:gd name="T26" fmla="*/ 282 w 562"/>
                <a:gd name="T27" fmla="*/ 0 h 166"/>
                <a:gd name="T28" fmla="*/ 282 w 562"/>
                <a:gd name="T29" fmla="*/ 0 h 166"/>
                <a:gd name="T30" fmla="*/ 198 w 562"/>
                <a:gd name="T31" fmla="*/ 12 h 166"/>
                <a:gd name="T32" fmla="*/ 156 w 562"/>
                <a:gd name="T33" fmla="*/ 18 h 166"/>
                <a:gd name="T34" fmla="*/ 116 w 562"/>
                <a:gd name="T35" fmla="*/ 24 h 166"/>
                <a:gd name="T36" fmla="*/ 116 w 562"/>
                <a:gd name="T37" fmla="*/ 24 h 166"/>
                <a:gd name="T38" fmla="*/ 96 w 562"/>
                <a:gd name="T39" fmla="*/ 26 h 166"/>
                <a:gd name="T40" fmla="*/ 80 w 562"/>
                <a:gd name="T41" fmla="*/ 32 h 166"/>
                <a:gd name="T42" fmla="*/ 62 w 562"/>
                <a:gd name="T43" fmla="*/ 42 h 166"/>
                <a:gd name="T44" fmla="*/ 48 w 562"/>
                <a:gd name="T45" fmla="*/ 52 h 166"/>
                <a:gd name="T46" fmla="*/ 34 w 562"/>
                <a:gd name="T47" fmla="*/ 66 h 166"/>
                <a:gd name="T48" fmla="*/ 24 w 562"/>
                <a:gd name="T49" fmla="*/ 80 h 166"/>
                <a:gd name="T50" fmla="*/ 14 w 562"/>
                <a:gd name="T51" fmla="*/ 98 h 166"/>
                <a:gd name="T52" fmla="*/ 8 w 562"/>
                <a:gd name="T53" fmla="*/ 114 h 166"/>
                <a:gd name="T54" fmla="*/ 8 w 562"/>
                <a:gd name="T55" fmla="*/ 114 h 166"/>
                <a:gd name="T56" fmla="*/ 2 w 562"/>
                <a:gd name="T57" fmla="*/ 140 h 166"/>
                <a:gd name="T58" fmla="*/ 0 w 562"/>
                <a:gd name="T59" fmla="*/ 166 h 166"/>
                <a:gd name="T60" fmla="*/ 282 w 562"/>
                <a:gd name="T61" fmla="*/ 166 h 166"/>
                <a:gd name="T62" fmla="*/ 562 w 562"/>
                <a:gd name="T63" fmla="*/ 166 h 166"/>
                <a:gd name="T64" fmla="*/ 562 w 562"/>
                <a:gd name="T65" fmla="*/ 166 h 166"/>
                <a:gd name="T66" fmla="*/ 560 w 562"/>
                <a:gd name="T67" fmla="*/ 140 h 166"/>
                <a:gd name="T68" fmla="*/ 554 w 562"/>
                <a:gd name="T69" fmla="*/ 114 h 166"/>
                <a:gd name="T70" fmla="*/ 554 w 562"/>
                <a:gd name="T71" fmla="*/ 11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2" h="166">
                  <a:moveTo>
                    <a:pt x="554" y="114"/>
                  </a:moveTo>
                  <a:lnTo>
                    <a:pt x="554" y="114"/>
                  </a:lnTo>
                  <a:lnTo>
                    <a:pt x="548" y="98"/>
                  </a:lnTo>
                  <a:lnTo>
                    <a:pt x="538" y="80"/>
                  </a:lnTo>
                  <a:lnTo>
                    <a:pt x="528" y="66"/>
                  </a:lnTo>
                  <a:lnTo>
                    <a:pt x="514" y="52"/>
                  </a:lnTo>
                  <a:lnTo>
                    <a:pt x="500" y="42"/>
                  </a:lnTo>
                  <a:lnTo>
                    <a:pt x="482" y="32"/>
                  </a:lnTo>
                  <a:lnTo>
                    <a:pt x="466" y="26"/>
                  </a:lnTo>
                  <a:lnTo>
                    <a:pt x="446" y="24"/>
                  </a:lnTo>
                  <a:lnTo>
                    <a:pt x="446" y="24"/>
                  </a:lnTo>
                  <a:lnTo>
                    <a:pt x="406" y="18"/>
                  </a:lnTo>
                  <a:lnTo>
                    <a:pt x="364" y="12"/>
                  </a:lnTo>
                  <a:lnTo>
                    <a:pt x="282" y="0"/>
                  </a:lnTo>
                  <a:lnTo>
                    <a:pt x="282" y="0"/>
                  </a:lnTo>
                  <a:lnTo>
                    <a:pt x="198" y="12"/>
                  </a:lnTo>
                  <a:lnTo>
                    <a:pt x="156" y="18"/>
                  </a:lnTo>
                  <a:lnTo>
                    <a:pt x="116" y="24"/>
                  </a:lnTo>
                  <a:lnTo>
                    <a:pt x="116" y="24"/>
                  </a:lnTo>
                  <a:lnTo>
                    <a:pt x="96" y="26"/>
                  </a:lnTo>
                  <a:lnTo>
                    <a:pt x="80" y="32"/>
                  </a:lnTo>
                  <a:lnTo>
                    <a:pt x="62" y="42"/>
                  </a:lnTo>
                  <a:lnTo>
                    <a:pt x="48" y="52"/>
                  </a:lnTo>
                  <a:lnTo>
                    <a:pt x="34" y="66"/>
                  </a:lnTo>
                  <a:lnTo>
                    <a:pt x="24" y="80"/>
                  </a:lnTo>
                  <a:lnTo>
                    <a:pt x="14" y="98"/>
                  </a:lnTo>
                  <a:lnTo>
                    <a:pt x="8" y="114"/>
                  </a:lnTo>
                  <a:lnTo>
                    <a:pt x="8" y="114"/>
                  </a:lnTo>
                  <a:lnTo>
                    <a:pt x="2" y="140"/>
                  </a:lnTo>
                  <a:lnTo>
                    <a:pt x="0" y="166"/>
                  </a:lnTo>
                  <a:lnTo>
                    <a:pt x="282" y="166"/>
                  </a:lnTo>
                  <a:lnTo>
                    <a:pt x="562" y="166"/>
                  </a:lnTo>
                  <a:lnTo>
                    <a:pt x="562" y="166"/>
                  </a:lnTo>
                  <a:lnTo>
                    <a:pt x="560" y="140"/>
                  </a:lnTo>
                  <a:lnTo>
                    <a:pt x="554" y="114"/>
                  </a:lnTo>
                  <a:lnTo>
                    <a:pt x="554" y="11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3" name="Freeform 156"/>
            <p:cNvSpPr>
              <a:spLocks/>
            </p:cNvSpPr>
            <p:nvPr/>
          </p:nvSpPr>
          <p:spPr bwMode="auto">
            <a:xfrm>
              <a:off x="2834821" y="3331936"/>
              <a:ext cx="431800" cy="396875"/>
            </a:xfrm>
            <a:custGeom>
              <a:avLst/>
              <a:gdLst>
                <a:gd name="T0" fmla="*/ 116 w 272"/>
                <a:gd name="T1" fmla="*/ 224 h 250"/>
                <a:gd name="T2" fmla="*/ 116 w 272"/>
                <a:gd name="T3" fmla="*/ 224 h 250"/>
                <a:gd name="T4" fmla="*/ 98 w 272"/>
                <a:gd name="T5" fmla="*/ 234 h 250"/>
                <a:gd name="T6" fmla="*/ 84 w 272"/>
                <a:gd name="T7" fmla="*/ 242 h 250"/>
                <a:gd name="T8" fmla="*/ 70 w 272"/>
                <a:gd name="T9" fmla="*/ 246 h 250"/>
                <a:gd name="T10" fmla="*/ 58 w 272"/>
                <a:gd name="T11" fmla="*/ 250 h 250"/>
                <a:gd name="T12" fmla="*/ 46 w 272"/>
                <a:gd name="T13" fmla="*/ 250 h 250"/>
                <a:gd name="T14" fmla="*/ 38 w 272"/>
                <a:gd name="T15" fmla="*/ 250 h 250"/>
                <a:gd name="T16" fmla="*/ 30 w 272"/>
                <a:gd name="T17" fmla="*/ 250 h 250"/>
                <a:gd name="T18" fmla="*/ 22 w 272"/>
                <a:gd name="T19" fmla="*/ 248 h 250"/>
                <a:gd name="T20" fmla="*/ 12 w 272"/>
                <a:gd name="T21" fmla="*/ 242 h 250"/>
                <a:gd name="T22" fmla="*/ 4 w 272"/>
                <a:gd name="T23" fmla="*/ 234 h 250"/>
                <a:gd name="T24" fmla="*/ 0 w 272"/>
                <a:gd name="T25" fmla="*/ 226 h 250"/>
                <a:gd name="T26" fmla="*/ 136 w 272"/>
                <a:gd name="T27" fmla="*/ 0 h 250"/>
                <a:gd name="T28" fmla="*/ 272 w 272"/>
                <a:gd name="T29" fmla="*/ 52 h 250"/>
                <a:gd name="T30" fmla="*/ 272 w 272"/>
                <a:gd name="T31" fmla="*/ 52 h 250"/>
                <a:gd name="T32" fmla="*/ 262 w 272"/>
                <a:gd name="T33" fmla="*/ 72 h 250"/>
                <a:gd name="T34" fmla="*/ 250 w 272"/>
                <a:gd name="T35" fmla="*/ 94 h 250"/>
                <a:gd name="T36" fmla="*/ 232 w 272"/>
                <a:gd name="T37" fmla="*/ 120 h 250"/>
                <a:gd name="T38" fmla="*/ 210 w 272"/>
                <a:gd name="T39" fmla="*/ 150 h 250"/>
                <a:gd name="T40" fmla="*/ 182 w 272"/>
                <a:gd name="T41" fmla="*/ 178 h 250"/>
                <a:gd name="T42" fmla="*/ 168 w 272"/>
                <a:gd name="T43" fmla="*/ 192 h 250"/>
                <a:gd name="T44" fmla="*/ 152 w 272"/>
                <a:gd name="T45" fmla="*/ 204 h 250"/>
                <a:gd name="T46" fmla="*/ 134 w 272"/>
                <a:gd name="T47" fmla="*/ 216 h 250"/>
                <a:gd name="T48" fmla="*/ 116 w 272"/>
                <a:gd name="T49" fmla="*/ 224 h 250"/>
                <a:gd name="T50" fmla="*/ 116 w 272"/>
                <a:gd name="T51" fmla="*/ 22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2" h="250">
                  <a:moveTo>
                    <a:pt x="116" y="224"/>
                  </a:moveTo>
                  <a:lnTo>
                    <a:pt x="116" y="224"/>
                  </a:lnTo>
                  <a:lnTo>
                    <a:pt x="98" y="234"/>
                  </a:lnTo>
                  <a:lnTo>
                    <a:pt x="84" y="242"/>
                  </a:lnTo>
                  <a:lnTo>
                    <a:pt x="70" y="246"/>
                  </a:lnTo>
                  <a:lnTo>
                    <a:pt x="58" y="250"/>
                  </a:lnTo>
                  <a:lnTo>
                    <a:pt x="46" y="250"/>
                  </a:lnTo>
                  <a:lnTo>
                    <a:pt x="38" y="250"/>
                  </a:lnTo>
                  <a:lnTo>
                    <a:pt x="30" y="250"/>
                  </a:lnTo>
                  <a:lnTo>
                    <a:pt x="22" y="248"/>
                  </a:lnTo>
                  <a:lnTo>
                    <a:pt x="12" y="242"/>
                  </a:lnTo>
                  <a:lnTo>
                    <a:pt x="4" y="234"/>
                  </a:lnTo>
                  <a:lnTo>
                    <a:pt x="0" y="226"/>
                  </a:lnTo>
                  <a:lnTo>
                    <a:pt x="136" y="0"/>
                  </a:lnTo>
                  <a:lnTo>
                    <a:pt x="272" y="52"/>
                  </a:lnTo>
                  <a:lnTo>
                    <a:pt x="272" y="52"/>
                  </a:lnTo>
                  <a:lnTo>
                    <a:pt x="262" y="72"/>
                  </a:lnTo>
                  <a:lnTo>
                    <a:pt x="250" y="94"/>
                  </a:lnTo>
                  <a:lnTo>
                    <a:pt x="232" y="120"/>
                  </a:lnTo>
                  <a:lnTo>
                    <a:pt x="210" y="150"/>
                  </a:lnTo>
                  <a:lnTo>
                    <a:pt x="182" y="178"/>
                  </a:lnTo>
                  <a:lnTo>
                    <a:pt x="168" y="192"/>
                  </a:lnTo>
                  <a:lnTo>
                    <a:pt x="152" y="204"/>
                  </a:lnTo>
                  <a:lnTo>
                    <a:pt x="134" y="216"/>
                  </a:lnTo>
                  <a:lnTo>
                    <a:pt x="116" y="224"/>
                  </a:lnTo>
                  <a:lnTo>
                    <a:pt x="116" y="22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4" name="Freeform 157"/>
            <p:cNvSpPr>
              <a:spLocks/>
            </p:cNvSpPr>
            <p:nvPr/>
          </p:nvSpPr>
          <p:spPr bwMode="auto">
            <a:xfrm>
              <a:off x="3260271" y="3325586"/>
              <a:ext cx="561975" cy="682625"/>
            </a:xfrm>
            <a:custGeom>
              <a:avLst/>
              <a:gdLst>
                <a:gd name="T0" fmla="*/ 18 w 354"/>
                <a:gd name="T1" fmla="*/ 0 h 430"/>
                <a:gd name="T2" fmla="*/ 346 w 354"/>
                <a:gd name="T3" fmla="*/ 0 h 430"/>
                <a:gd name="T4" fmla="*/ 346 w 354"/>
                <a:gd name="T5" fmla="*/ 0 h 430"/>
                <a:gd name="T6" fmla="*/ 342 w 354"/>
                <a:gd name="T7" fmla="*/ 12 h 430"/>
                <a:gd name="T8" fmla="*/ 334 w 354"/>
                <a:gd name="T9" fmla="*/ 44 h 430"/>
                <a:gd name="T10" fmla="*/ 324 w 354"/>
                <a:gd name="T11" fmla="*/ 92 h 430"/>
                <a:gd name="T12" fmla="*/ 314 w 354"/>
                <a:gd name="T13" fmla="*/ 154 h 430"/>
                <a:gd name="T14" fmla="*/ 312 w 354"/>
                <a:gd name="T15" fmla="*/ 186 h 430"/>
                <a:gd name="T16" fmla="*/ 310 w 354"/>
                <a:gd name="T17" fmla="*/ 222 h 430"/>
                <a:gd name="T18" fmla="*/ 310 w 354"/>
                <a:gd name="T19" fmla="*/ 258 h 430"/>
                <a:gd name="T20" fmla="*/ 314 w 354"/>
                <a:gd name="T21" fmla="*/ 294 h 430"/>
                <a:gd name="T22" fmla="*/ 318 w 354"/>
                <a:gd name="T23" fmla="*/ 330 h 430"/>
                <a:gd name="T24" fmla="*/ 328 w 354"/>
                <a:gd name="T25" fmla="*/ 364 h 430"/>
                <a:gd name="T26" fmla="*/ 338 w 354"/>
                <a:gd name="T27" fmla="*/ 398 h 430"/>
                <a:gd name="T28" fmla="*/ 354 w 354"/>
                <a:gd name="T29" fmla="*/ 430 h 430"/>
                <a:gd name="T30" fmla="*/ 0 w 354"/>
                <a:gd name="T31" fmla="*/ 430 h 430"/>
                <a:gd name="T32" fmla="*/ 0 w 354"/>
                <a:gd name="T33" fmla="*/ 430 h 430"/>
                <a:gd name="T34" fmla="*/ 4 w 354"/>
                <a:gd name="T35" fmla="*/ 424 h 430"/>
                <a:gd name="T36" fmla="*/ 12 w 354"/>
                <a:gd name="T37" fmla="*/ 406 h 430"/>
                <a:gd name="T38" fmla="*/ 22 w 354"/>
                <a:gd name="T39" fmla="*/ 374 h 430"/>
                <a:gd name="T40" fmla="*/ 26 w 354"/>
                <a:gd name="T41" fmla="*/ 354 h 430"/>
                <a:gd name="T42" fmla="*/ 32 w 354"/>
                <a:gd name="T43" fmla="*/ 330 h 430"/>
                <a:gd name="T44" fmla="*/ 36 w 354"/>
                <a:gd name="T45" fmla="*/ 302 h 430"/>
                <a:gd name="T46" fmla="*/ 40 w 354"/>
                <a:gd name="T47" fmla="*/ 270 h 430"/>
                <a:gd name="T48" fmla="*/ 40 w 354"/>
                <a:gd name="T49" fmla="*/ 236 h 430"/>
                <a:gd name="T50" fmla="*/ 40 w 354"/>
                <a:gd name="T51" fmla="*/ 196 h 430"/>
                <a:gd name="T52" fmla="*/ 38 w 354"/>
                <a:gd name="T53" fmla="*/ 154 h 430"/>
                <a:gd name="T54" fmla="*/ 34 w 354"/>
                <a:gd name="T55" fmla="*/ 106 h 430"/>
                <a:gd name="T56" fmla="*/ 28 w 354"/>
                <a:gd name="T57" fmla="*/ 56 h 430"/>
                <a:gd name="T58" fmla="*/ 18 w 354"/>
                <a:gd name="T59" fmla="*/ 0 h 430"/>
                <a:gd name="T60" fmla="*/ 18 w 354"/>
                <a:gd name="T61" fmla="*/ 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4" h="430">
                  <a:moveTo>
                    <a:pt x="18" y="0"/>
                  </a:moveTo>
                  <a:lnTo>
                    <a:pt x="346" y="0"/>
                  </a:lnTo>
                  <a:lnTo>
                    <a:pt x="346" y="0"/>
                  </a:lnTo>
                  <a:lnTo>
                    <a:pt x="342" y="12"/>
                  </a:lnTo>
                  <a:lnTo>
                    <a:pt x="334" y="44"/>
                  </a:lnTo>
                  <a:lnTo>
                    <a:pt x="324" y="92"/>
                  </a:lnTo>
                  <a:lnTo>
                    <a:pt x="314" y="154"/>
                  </a:lnTo>
                  <a:lnTo>
                    <a:pt x="312" y="186"/>
                  </a:lnTo>
                  <a:lnTo>
                    <a:pt x="310" y="222"/>
                  </a:lnTo>
                  <a:lnTo>
                    <a:pt x="310" y="258"/>
                  </a:lnTo>
                  <a:lnTo>
                    <a:pt x="314" y="294"/>
                  </a:lnTo>
                  <a:lnTo>
                    <a:pt x="318" y="330"/>
                  </a:lnTo>
                  <a:lnTo>
                    <a:pt x="328" y="364"/>
                  </a:lnTo>
                  <a:lnTo>
                    <a:pt x="338" y="398"/>
                  </a:lnTo>
                  <a:lnTo>
                    <a:pt x="354" y="430"/>
                  </a:lnTo>
                  <a:lnTo>
                    <a:pt x="0" y="430"/>
                  </a:lnTo>
                  <a:lnTo>
                    <a:pt x="0" y="430"/>
                  </a:lnTo>
                  <a:lnTo>
                    <a:pt x="4" y="424"/>
                  </a:lnTo>
                  <a:lnTo>
                    <a:pt x="12" y="406"/>
                  </a:lnTo>
                  <a:lnTo>
                    <a:pt x="22" y="374"/>
                  </a:lnTo>
                  <a:lnTo>
                    <a:pt x="26" y="354"/>
                  </a:lnTo>
                  <a:lnTo>
                    <a:pt x="32" y="330"/>
                  </a:lnTo>
                  <a:lnTo>
                    <a:pt x="36" y="302"/>
                  </a:lnTo>
                  <a:lnTo>
                    <a:pt x="40" y="270"/>
                  </a:lnTo>
                  <a:lnTo>
                    <a:pt x="40" y="236"/>
                  </a:lnTo>
                  <a:lnTo>
                    <a:pt x="40" y="196"/>
                  </a:lnTo>
                  <a:lnTo>
                    <a:pt x="38" y="154"/>
                  </a:lnTo>
                  <a:lnTo>
                    <a:pt x="34" y="106"/>
                  </a:lnTo>
                  <a:lnTo>
                    <a:pt x="28" y="56"/>
                  </a:lnTo>
                  <a:lnTo>
                    <a:pt x="18" y="0"/>
                  </a:lnTo>
                  <a:lnTo>
                    <a:pt x="18"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5" name="Freeform 158"/>
            <p:cNvSpPr>
              <a:spLocks/>
            </p:cNvSpPr>
            <p:nvPr/>
          </p:nvSpPr>
          <p:spPr bwMode="auto">
            <a:xfrm>
              <a:off x="3107871" y="3887561"/>
              <a:ext cx="857250" cy="450850"/>
            </a:xfrm>
            <a:custGeom>
              <a:avLst/>
              <a:gdLst>
                <a:gd name="T0" fmla="*/ 100 w 540"/>
                <a:gd name="T1" fmla="*/ 0 h 284"/>
                <a:gd name="T2" fmla="*/ 436 w 540"/>
                <a:gd name="T3" fmla="*/ 0 h 284"/>
                <a:gd name="T4" fmla="*/ 436 w 540"/>
                <a:gd name="T5" fmla="*/ 0 h 284"/>
                <a:gd name="T6" fmla="*/ 450 w 540"/>
                <a:gd name="T7" fmla="*/ 16 h 284"/>
                <a:gd name="T8" fmla="*/ 478 w 540"/>
                <a:gd name="T9" fmla="*/ 54 h 284"/>
                <a:gd name="T10" fmla="*/ 496 w 540"/>
                <a:gd name="T11" fmla="*/ 80 h 284"/>
                <a:gd name="T12" fmla="*/ 512 w 540"/>
                <a:gd name="T13" fmla="*/ 106 h 284"/>
                <a:gd name="T14" fmla="*/ 526 w 540"/>
                <a:gd name="T15" fmla="*/ 136 h 284"/>
                <a:gd name="T16" fmla="*/ 536 w 540"/>
                <a:gd name="T17" fmla="*/ 164 h 284"/>
                <a:gd name="T18" fmla="*/ 538 w 540"/>
                <a:gd name="T19" fmla="*/ 180 h 284"/>
                <a:gd name="T20" fmla="*/ 540 w 540"/>
                <a:gd name="T21" fmla="*/ 194 h 284"/>
                <a:gd name="T22" fmla="*/ 538 w 540"/>
                <a:gd name="T23" fmla="*/ 206 h 284"/>
                <a:gd name="T24" fmla="*/ 536 w 540"/>
                <a:gd name="T25" fmla="*/ 220 h 284"/>
                <a:gd name="T26" fmla="*/ 530 w 540"/>
                <a:gd name="T27" fmla="*/ 232 h 284"/>
                <a:gd name="T28" fmla="*/ 524 w 540"/>
                <a:gd name="T29" fmla="*/ 242 h 284"/>
                <a:gd name="T30" fmla="*/ 514 w 540"/>
                <a:gd name="T31" fmla="*/ 252 h 284"/>
                <a:gd name="T32" fmla="*/ 500 w 540"/>
                <a:gd name="T33" fmla="*/ 260 h 284"/>
                <a:gd name="T34" fmla="*/ 484 w 540"/>
                <a:gd name="T35" fmla="*/ 268 h 284"/>
                <a:gd name="T36" fmla="*/ 466 w 540"/>
                <a:gd name="T37" fmla="*/ 274 h 284"/>
                <a:gd name="T38" fmla="*/ 442 w 540"/>
                <a:gd name="T39" fmla="*/ 278 h 284"/>
                <a:gd name="T40" fmla="*/ 416 w 540"/>
                <a:gd name="T41" fmla="*/ 280 h 284"/>
                <a:gd name="T42" fmla="*/ 386 w 540"/>
                <a:gd name="T43" fmla="*/ 280 h 284"/>
                <a:gd name="T44" fmla="*/ 352 w 540"/>
                <a:gd name="T45" fmla="*/ 280 h 284"/>
                <a:gd name="T46" fmla="*/ 314 w 540"/>
                <a:gd name="T47" fmla="*/ 276 h 284"/>
                <a:gd name="T48" fmla="*/ 270 w 540"/>
                <a:gd name="T49" fmla="*/ 268 h 284"/>
                <a:gd name="T50" fmla="*/ 270 w 540"/>
                <a:gd name="T51" fmla="*/ 268 h 284"/>
                <a:gd name="T52" fmla="*/ 250 w 540"/>
                <a:gd name="T53" fmla="*/ 274 h 284"/>
                <a:gd name="T54" fmla="*/ 202 w 540"/>
                <a:gd name="T55" fmla="*/ 280 h 284"/>
                <a:gd name="T56" fmla="*/ 170 w 540"/>
                <a:gd name="T57" fmla="*/ 284 h 284"/>
                <a:gd name="T58" fmla="*/ 138 w 540"/>
                <a:gd name="T59" fmla="*/ 284 h 284"/>
                <a:gd name="T60" fmla="*/ 104 w 540"/>
                <a:gd name="T61" fmla="*/ 284 h 284"/>
                <a:gd name="T62" fmla="*/ 74 w 540"/>
                <a:gd name="T63" fmla="*/ 278 h 284"/>
                <a:gd name="T64" fmla="*/ 58 w 540"/>
                <a:gd name="T65" fmla="*/ 274 h 284"/>
                <a:gd name="T66" fmla="*/ 46 w 540"/>
                <a:gd name="T67" fmla="*/ 268 h 284"/>
                <a:gd name="T68" fmla="*/ 34 w 540"/>
                <a:gd name="T69" fmla="*/ 262 h 284"/>
                <a:gd name="T70" fmla="*/ 22 w 540"/>
                <a:gd name="T71" fmla="*/ 254 h 284"/>
                <a:gd name="T72" fmla="*/ 14 w 540"/>
                <a:gd name="T73" fmla="*/ 244 h 284"/>
                <a:gd name="T74" fmla="*/ 8 w 540"/>
                <a:gd name="T75" fmla="*/ 232 h 284"/>
                <a:gd name="T76" fmla="*/ 2 w 540"/>
                <a:gd name="T77" fmla="*/ 220 h 284"/>
                <a:gd name="T78" fmla="*/ 0 w 540"/>
                <a:gd name="T79" fmla="*/ 204 h 284"/>
                <a:gd name="T80" fmla="*/ 2 w 540"/>
                <a:gd name="T81" fmla="*/ 186 h 284"/>
                <a:gd name="T82" fmla="*/ 6 w 540"/>
                <a:gd name="T83" fmla="*/ 168 h 284"/>
                <a:gd name="T84" fmla="*/ 12 w 540"/>
                <a:gd name="T85" fmla="*/ 146 h 284"/>
                <a:gd name="T86" fmla="*/ 22 w 540"/>
                <a:gd name="T87" fmla="*/ 122 h 284"/>
                <a:gd name="T88" fmla="*/ 36 w 540"/>
                <a:gd name="T89" fmla="*/ 96 h 284"/>
                <a:gd name="T90" fmla="*/ 54 w 540"/>
                <a:gd name="T91" fmla="*/ 66 h 284"/>
                <a:gd name="T92" fmla="*/ 74 w 540"/>
                <a:gd name="T93" fmla="*/ 36 h 284"/>
                <a:gd name="T94" fmla="*/ 100 w 540"/>
                <a:gd name="T95" fmla="*/ 0 h 284"/>
                <a:gd name="T96" fmla="*/ 100 w 540"/>
                <a:gd name="T97"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0" h="284">
                  <a:moveTo>
                    <a:pt x="100" y="0"/>
                  </a:moveTo>
                  <a:lnTo>
                    <a:pt x="436" y="0"/>
                  </a:lnTo>
                  <a:lnTo>
                    <a:pt x="436" y="0"/>
                  </a:lnTo>
                  <a:lnTo>
                    <a:pt x="450" y="16"/>
                  </a:lnTo>
                  <a:lnTo>
                    <a:pt x="478" y="54"/>
                  </a:lnTo>
                  <a:lnTo>
                    <a:pt x="496" y="80"/>
                  </a:lnTo>
                  <a:lnTo>
                    <a:pt x="512" y="106"/>
                  </a:lnTo>
                  <a:lnTo>
                    <a:pt x="526" y="136"/>
                  </a:lnTo>
                  <a:lnTo>
                    <a:pt x="536" y="164"/>
                  </a:lnTo>
                  <a:lnTo>
                    <a:pt x="538" y="180"/>
                  </a:lnTo>
                  <a:lnTo>
                    <a:pt x="540" y="194"/>
                  </a:lnTo>
                  <a:lnTo>
                    <a:pt x="538" y="206"/>
                  </a:lnTo>
                  <a:lnTo>
                    <a:pt x="536" y="220"/>
                  </a:lnTo>
                  <a:lnTo>
                    <a:pt x="530" y="232"/>
                  </a:lnTo>
                  <a:lnTo>
                    <a:pt x="524" y="242"/>
                  </a:lnTo>
                  <a:lnTo>
                    <a:pt x="514" y="252"/>
                  </a:lnTo>
                  <a:lnTo>
                    <a:pt x="500" y="260"/>
                  </a:lnTo>
                  <a:lnTo>
                    <a:pt x="484" y="268"/>
                  </a:lnTo>
                  <a:lnTo>
                    <a:pt x="466" y="274"/>
                  </a:lnTo>
                  <a:lnTo>
                    <a:pt x="442" y="278"/>
                  </a:lnTo>
                  <a:lnTo>
                    <a:pt x="416" y="280"/>
                  </a:lnTo>
                  <a:lnTo>
                    <a:pt x="386" y="280"/>
                  </a:lnTo>
                  <a:lnTo>
                    <a:pt x="352" y="280"/>
                  </a:lnTo>
                  <a:lnTo>
                    <a:pt x="314" y="276"/>
                  </a:lnTo>
                  <a:lnTo>
                    <a:pt x="270" y="268"/>
                  </a:lnTo>
                  <a:lnTo>
                    <a:pt x="270" y="268"/>
                  </a:lnTo>
                  <a:lnTo>
                    <a:pt x="250" y="274"/>
                  </a:lnTo>
                  <a:lnTo>
                    <a:pt x="202" y="280"/>
                  </a:lnTo>
                  <a:lnTo>
                    <a:pt x="170" y="284"/>
                  </a:lnTo>
                  <a:lnTo>
                    <a:pt x="138" y="284"/>
                  </a:lnTo>
                  <a:lnTo>
                    <a:pt x="104" y="284"/>
                  </a:lnTo>
                  <a:lnTo>
                    <a:pt x="74" y="278"/>
                  </a:lnTo>
                  <a:lnTo>
                    <a:pt x="58" y="274"/>
                  </a:lnTo>
                  <a:lnTo>
                    <a:pt x="46" y="268"/>
                  </a:lnTo>
                  <a:lnTo>
                    <a:pt x="34" y="262"/>
                  </a:lnTo>
                  <a:lnTo>
                    <a:pt x="22" y="254"/>
                  </a:lnTo>
                  <a:lnTo>
                    <a:pt x="14" y="244"/>
                  </a:lnTo>
                  <a:lnTo>
                    <a:pt x="8" y="232"/>
                  </a:lnTo>
                  <a:lnTo>
                    <a:pt x="2" y="220"/>
                  </a:lnTo>
                  <a:lnTo>
                    <a:pt x="0" y="204"/>
                  </a:lnTo>
                  <a:lnTo>
                    <a:pt x="2" y="186"/>
                  </a:lnTo>
                  <a:lnTo>
                    <a:pt x="6" y="168"/>
                  </a:lnTo>
                  <a:lnTo>
                    <a:pt x="12" y="146"/>
                  </a:lnTo>
                  <a:lnTo>
                    <a:pt x="22" y="122"/>
                  </a:lnTo>
                  <a:lnTo>
                    <a:pt x="36" y="96"/>
                  </a:lnTo>
                  <a:lnTo>
                    <a:pt x="54" y="66"/>
                  </a:lnTo>
                  <a:lnTo>
                    <a:pt x="74" y="36"/>
                  </a:lnTo>
                  <a:lnTo>
                    <a:pt x="100" y="0"/>
                  </a:lnTo>
                  <a:lnTo>
                    <a:pt x="100" y="0"/>
                  </a:lnTo>
                  <a:close/>
                </a:path>
              </a:pathLst>
            </a:custGeom>
            <a:solidFill>
              <a:srgbClr val="002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6" name="Freeform 159"/>
            <p:cNvSpPr>
              <a:spLocks/>
            </p:cNvSpPr>
            <p:nvPr/>
          </p:nvSpPr>
          <p:spPr bwMode="auto">
            <a:xfrm>
              <a:off x="3399971" y="5297261"/>
              <a:ext cx="161925" cy="336550"/>
            </a:xfrm>
            <a:custGeom>
              <a:avLst/>
              <a:gdLst>
                <a:gd name="T0" fmla="*/ 0 w 102"/>
                <a:gd name="T1" fmla="*/ 16 h 212"/>
                <a:gd name="T2" fmla="*/ 72 w 102"/>
                <a:gd name="T3" fmla="*/ 0 h 212"/>
                <a:gd name="T4" fmla="*/ 98 w 102"/>
                <a:gd name="T5" fmla="*/ 108 h 212"/>
                <a:gd name="T6" fmla="*/ 98 w 102"/>
                <a:gd name="T7" fmla="*/ 108 h 212"/>
                <a:gd name="T8" fmla="*/ 100 w 102"/>
                <a:gd name="T9" fmla="*/ 122 h 212"/>
                <a:gd name="T10" fmla="*/ 102 w 102"/>
                <a:gd name="T11" fmla="*/ 136 h 212"/>
                <a:gd name="T12" fmla="*/ 102 w 102"/>
                <a:gd name="T13" fmla="*/ 152 h 212"/>
                <a:gd name="T14" fmla="*/ 100 w 102"/>
                <a:gd name="T15" fmla="*/ 170 h 212"/>
                <a:gd name="T16" fmla="*/ 96 w 102"/>
                <a:gd name="T17" fmla="*/ 188 h 212"/>
                <a:gd name="T18" fmla="*/ 92 w 102"/>
                <a:gd name="T19" fmla="*/ 194 h 212"/>
                <a:gd name="T20" fmla="*/ 86 w 102"/>
                <a:gd name="T21" fmla="*/ 202 h 212"/>
                <a:gd name="T22" fmla="*/ 80 w 102"/>
                <a:gd name="T23" fmla="*/ 208 h 212"/>
                <a:gd name="T24" fmla="*/ 74 w 102"/>
                <a:gd name="T25" fmla="*/ 212 h 212"/>
                <a:gd name="T26" fmla="*/ 74 w 102"/>
                <a:gd name="T27" fmla="*/ 212 h 212"/>
                <a:gd name="T28" fmla="*/ 68 w 102"/>
                <a:gd name="T29" fmla="*/ 210 h 212"/>
                <a:gd name="T30" fmla="*/ 60 w 102"/>
                <a:gd name="T31" fmla="*/ 206 h 212"/>
                <a:gd name="T32" fmla="*/ 52 w 102"/>
                <a:gd name="T33" fmla="*/ 198 h 212"/>
                <a:gd name="T34" fmla="*/ 44 w 102"/>
                <a:gd name="T35" fmla="*/ 188 h 212"/>
                <a:gd name="T36" fmla="*/ 34 w 102"/>
                <a:gd name="T37" fmla="*/ 174 h 212"/>
                <a:gd name="T38" fmla="*/ 26 w 102"/>
                <a:gd name="T39" fmla="*/ 154 h 212"/>
                <a:gd name="T40" fmla="*/ 20 w 102"/>
                <a:gd name="T41" fmla="*/ 128 h 212"/>
                <a:gd name="T42" fmla="*/ 0 w 102"/>
                <a:gd name="T43" fmla="*/ 1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2" h="212">
                  <a:moveTo>
                    <a:pt x="0" y="16"/>
                  </a:moveTo>
                  <a:lnTo>
                    <a:pt x="72" y="0"/>
                  </a:lnTo>
                  <a:lnTo>
                    <a:pt x="98" y="108"/>
                  </a:lnTo>
                  <a:lnTo>
                    <a:pt x="98" y="108"/>
                  </a:lnTo>
                  <a:lnTo>
                    <a:pt x="100" y="122"/>
                  </a:lnTo>
                  <a:lnTo>
                    <a:pt x="102" y="136"/>
                  </a:lnTo>
                  <a:lnTo>
                    <a:pt x="102" y="152"/>
                  </a:lnTo>
                  <a:lnTo>
                    <a:pt x="100" y="170"/>
                  </a:lnTo>
                  <a:lnTo>
                    <a:pt x="96" y="188"/>
                  </a:lnTo>
                  <a:lnTo>
                    <a:pt x="92" y="194"/>
                  </a:lnTo>
                  <a:lnTo>
                    <a:pt x="86" y="202"/>
                  </a:lnTo>
                  <a:lnTo>
                    <a:pt x="80" y="208"/>
                  </a:lnTo>
                  <a:lnTo>
                    <a:pt x="74" y="212"/>
                  </a:lnTo>
                  <a:lnTo>
                    <a:pt x="74" y="212"/>
                  </a:lnTo>
                  <a:lnTo>
                    <a:pt x="68" y="210"/>
                  </a:lnTo>
                  <a:lnTo>
                    <a:pt x="60" y="206"/>
                  </a:lnTo>
                  <a:lnTo>
                    <a:pt x="52" y="198"/>
                  </a:lnTo>
                  <a:lnTo>
                    <a:pt x="44" y="188"/>
                  </a:lnTo>
                  <a:lnTo>
                    <a:pt x="34" y="174"/>
                  </a:lnTo>
                  <a:lnTo>
                    <a:pt x="26" y="154"/>
                  </a:lnTo>
                  <a:lnTo>
                    <a:pt x="20" y="128"/>
                  </a:lnTo>
                  <a:lnTo>
                    <a:pt x="0" y="1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7" name="Freeform 160"/>
            <p:cNvSpPr>
              <a:spLocks/>
            </p:cNvSpPr>
            <p:nvPr/>
          </p:nvSpPr>
          <p:spPr bwMode="auto">
            <a:xfrm>
              <a:off x="3431721" y="5465536"/>
              <a:ext cx="155575" cy="231775"/>
            </a:xfrm>
            <a:custGeom>
              <a:avLst/>
              <a:gdLst>
                <a:gd name="T0" fmla="*/ 0 w 98"/>
                <a:gd name="T1" fmla="*/ 16 h 146"/>
                <a:gd name="T2" fmla="*/ 0 w 98"/>
                <a:gd name="T3" fmla="*/ 16 h 146"/>
                <a:gd name="T4" fmla="*/ 6 w 98"/>
                <a:gd name="T5" fmla="*/ 16 h 146"/>
                <a:gd name="T6" fmla="*/ 24 w 98"/>
                <a:gd name="T7" fmla="*/ 14 h 146"/>
                <a:gd name="T8" fmla="*/ 50 w 98"/>
                <a:gd name="T9" fmla="*/ 8 h 146"/>
                <a:gd name="T10" fmla="*/ 62 w 98"/>
                <a:gd name="T11" fmla="*/ 4 h 146"/>
                <a:gd name="T12" fmla="*/ 78 w 98"/>
                <a:gd name="T13" fmla="*/ 0 h 146"/>
                <a:gd name="T14" fmla="*/ 78 w 98"/>
                <a:gd name="T15" fmla="*/ 0 h 146"/>
                <a:gd name="T16" fmla="*/ 84 w 98"/>
                <a:gd name="T17" fmla="*/ 20 h 146"/>
                <a:gd name="T18" fmla="*/ 92 w 98"/>
                <a:gd name="T19" fmla="*/ 42 h 146"/>
                <a:gd name="T20" fmla="*/ 96 w 98"/>
                <a:gd name="T21" fmla="*/ 68 h 146"/>
                <a:gd name="T22" fmla="*/ 98 w 98"/>
                <a:gd name="T23" fmla="*/ 94 h 146"/>
                <a:gd name="T24" fmla="*/ 98 w 98"/>
                <a:gd name="T25" fmla="*/ 106 h 146"/>
                <a:gd name="T26" fmla="*/ 96 w 98"/>
                <a:gd name="T27" fmla="*/ 118 h 146"/>
                <a:gd name="T28" fmla="*/ 92 w 98"/>
                <a:gd name="T29" fmla="*/ 128 h 146"/>
                <a:gd name="T30" fmla="*/ 84 w 98"/>
                <a:gd name="T31" fmla="*/ 136 h 146"/>
                <a:gd name="T32" fmla="*/ 76 w 98"/>
                <a:gd name="T33" fmla="*/ 142 h 146"/>
                <a:gd name="T34" fmla="*/ 64 w 98"/>
                <a:gd name="T35" fmla="*/ 146 h 146"/>
                <a:gd name="T36" fmla="*/ 64 w 98"/>
                <a:gd name="T37" fmla="*/ 146 h 146"/>
                <a:gd name="T38" fmla="*/ 62 w 98"/>
                <a:gd name="T39" fmla="*/ 146 h 146"/>
                <a:gd name="T40" fmla="*/ 54 w 98"/>
                <a:gd name="T41" fmla="*/ 144 h 146"/>
                <a:gd name="T42" fmla="*/ 44 w 98"/>
                <a:gd name="T43" fmla="*/ 140 h 146"/>
                <a:gd name="T44" fmla="*/ 34 w 98"/>
                <a:gd name="T45" fmla="*/ 132 h 146"/>
                <a:gd name="T46" fmla="*/ 28 w 98"/>
                <a:gd name="T47" fmla="*/ 126 h 146"/>
                <a:gd name="T48" fmla="*/ 22 w 98"/>
                <a:gd name="T49" fmla="*/ 118 h 146"/>
                <a:gd name="T50" fmla="*/ 16 w 98"/>
                <a:gd name="T51" fmla="*/ 106 h 146"/>
                <a:gd name="T52" fmla="*/ 12 w 98"/>
                <a:gd name="T53" fmla="*/ 94 h 146"/>
                <a:gd name="T54" fmla="*/ 6 w 98"/>
                <a:gd name="T55" fmla="*/ 78 h 146"/>
                <a:gd name="T56" fmla="*/ 4 w 98"/>
                <a:gd name="T57" fmla="*/ 60 h 146"/>
                <a:gd name="T58" fmla="*/ 0 w 98"/>
                <a:gd name="T59" fmla="*/ 40 h 146"/>
                <a:gd name="T60" fmla="*/ 0 w 98"/>
                <a:gd name="T61" fmla="*/ 16 h 146"/>
                <a:gd name="T62" fmla="*/ 0 w 98"/>
                <a:gd name="T63"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146">
                  <a:moveTo>
                    <a:pt x="0" y="16"/>
                  </a:moveTo>
                  <a:lnTo>
                    <a:pt x="0" y="16"/>
                  </a:lnTo>
                  <a:lnTo>
                    <a:pt x="6" y="16"/>
                  </a:lnTo>
                  <a:lnTo>
                    <a:pt x="24" y="14"/>
                  </a:lnTo>
                  <a:lnTo>
                    <a:pt x="50" y="8"/>
                  </a:lnTo>
                  <a:lnTo>
                    <a:pt x="62" y="4"/>
                  </a:lnTo>
                  <a:lnTo>
                    <a:pt x="78" y="0"/>
                  </a:lnTo>
                  <a:lnTo>
                    <a:pt x="78" y="0"/>
                  </a:lnTo>
                  <a:lnTo>
                    <a:pt x="84" y="20"/>
                  </a:lnTo>
                  <a:lnTo>
                    <a:pt x="92" y="42"/>
                  </a:lnTo>
                  <a:lnTo>
                    <a:pt x="96" y="68"/>
                  </a:lnTo>
                  <a:lnTo>
                    <a:pt x="98" y="94"/>
                  </a:lnTo>
                  <a:lnTo>
                    <a:pt x="98" y="106"/>
                  </a:lnTo>
                  <a:lnTo>
                    <a:pt x="96" y="118"/>
                  </a:lnTo>
                  <a:lnTo>
                    <a:pt x="92" y="128"/>
                  </a:lnTo>
                  <a:lnTo>
                    <a:pt x="84" y="136"/>
                  </a:lnTo>
                  <a:lnTo>
                    <a:pt x="76" y="142"/>
                  </a:lnTo>
                  <a:lnTo>
                    <a:pt x="64" y="146"/>
                  </a:lnTo>
                  <a:lnTo>
                    <a:pt x="64" y="146"/>
                  </a:lnTo>
                  <a:lnTo>
                    <a:pt x="62" y="146"/>
                  </a:lnTo>
                  <a:lnTo>
                    <a:pt x="54" y="144"/>
                  </a:lnTo>
                  <a:lnTo>
                    <a:pt x="44" y="140"/>
                  </a:lnTo>
                  <a:lnTo>
                    <a:pt x="34" y="132"/>
                  </a:lnTo>
                  <a:lnTo>
                    <a:pt x="28" y="126"/>
                  </a:lnTo>
                  <a:lnTo>
                    <a:pt x="22" y="118"/>
                  </a:lnTo>
                  <a:lnTo>
                    <a:pt x="16" y="106"/>
                  </a:lnTo>
                  <a:lnTo>
                    <a:pt x="12" y="94"/>
                  </a:lnTo>
                  <a:lnTo>
                    <a:pt x="6" y="78"/>
                  </a:lnTo>
                  <a:lnTo>
                    <a:pt x="4" y="60"/>
                  </a:lnTo>
                  <a:lnTo>
                    <a:pt x="0" y="40"/>
                  </a:lnTo>
                  <a:lnTo>
                    <a:pt x="0" y="16"/>
                  </a:lnTo>
                  <a:lnTo>
                    <a:pt x="0" y="16"/>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8" name="Freeform 161"/>
            <p:cNvSpPr>
              <a:spLocks/>
            </p:cNvSpPr>
            <p:nvPr/>
          </p:nvSpPr>
          <p:spPr bwMode="auto">
            <a:xfrm>
              <a:off x="3438071" y="5544911"/>
              <a:ext cx="149225" cy="155575"/>
            </a:xfrm>
            <a:custGeom>
              <a:avLst/>
              <a:gdLst>
                <a:gd name="T0" fmla="*/ 58 w 94"/>
                <a:gd name="T1" fmla="*/ 84 h 98"/>
                <a:gd name="T2" fmla="*/ 58 w 94"/>
                <a:gd name="T3" fmla="*/ 84 h 98"/>
                <a:gd name="T4" fmla="*/ 50 w 94"/>
                <a:gd name="T5" fmla="*/ 84 h 98"/>
                <a:gd name="T6" fmla="*/ 44 w 94"/>
                <a:gd name="T7" fmla="*/ 82 h 98"/>
                <a:gd name="T8" fmla="*/ 36 w 94"/>
                <a:gd name="T9" fmla="*/ 78 h 98"/>
                <a:gd name="T10" fmla="*/ 26 w 94"/>
                <a:gd name="T11" fmla="*/ 70 h 98"/>
                <a:gd name="T12" fmla="*/ 16 w 94"/>
                <a:gd name="T13" fmla="*/ 58 h 98"/>
                <a:gd name="T14" fmla="*/ 8 w 94"/>
                <a:gd name="T15" fmla="*/ 40 h 98"/>
                <a:gd name="T16" fmla="*/ 0 w 94"/>
                <a:gd name="T17" fmla="*/ 18 h 98"/>
                <a:gd name="T18" fmla="*/ 0 w 94"/>
                <a:gd name="T19" fmla="*/ 18 h 98"/>
                <a:gd name="T20" fmla="*/ 8 w 94"/>
                <a:gd name="T21" fmla="*/ 44 h 98"/>
                <a:gd name="T22" fmla="*/ 16 w 94"/>
                <a:gd name="T23" fmla="*/ 66 h 98"/>
                <a:gd name="T24" fmla="*/ 26 w 94"/>
                <a:gd name="T25" fmla="*/ 80 h 98"/>
                <a:gd name="T26" fmla="*/ 36 w 94"/>
                <a:gd name="T27" fmla="*/ 90 h 98"/>
                <a:gd name="T28" fmla="*/ 46 w 94"/>
                <a:gd name="T29" fmla="*/ 94 h 98"/>
                <a:gd name="T30" fmla="*/ 52 w 94"/>
                <a:gd name="T31" fmla="*/ 96 h 98"/>
                <a:gd name="T32" fmla="*/ 60 w 94"/>
                <a:gd name="T33" fmla="*/ 98 h 98"/>
                <a:gd name="T34" fmla="*/ 60 w 94"/>
                <a:gd name="T35" fmla="*/ 98 h 98"/>
                <a:gd name="T36" fmla="*/ 68 w 94"/>
                <a:gd name="T37" fmla="*/ 96 h 98"/>
                <a:gd name="T38" fmla="*/ 74 w 94"/>
                <a:gd name="T39" fmla="*/ 92 h 98"/>
                <a:gd name="T40" fmla="*/ 84 w 94"/>
                <a:gd name="T41" fmla="*/ 84 h 98"/>
                <a:gd name="T42" fmla="*/ 90 w 94"/>
                <a:gd name="T43" fmla="*/ 74 h 98"/>
                <a:gd name="T44" fmla="*/ 94 w 94"/>
                <a:gd name="T45" fmla="*/ 60 h 98"/>
                <a:gd name="T46" fmla="*/ 94 w 94"/>
                <a:gd name="T47" fmla="*/ 46 h 98"/>
                <a:gd name="T48" fmla="*/ 94 w 94"/>
                <a:gd name="T49" fmla="*/ 30 h 98"/>
                <a:gd name="T50" fmla="*/ 92 w 94"/>
                <a:gd name="T51" fmla="*/ 16 h 98"/>
                <a:gd name="T52" fmla="*/ 90 w 94"/>
                <a:gd name="T53" fmla="*/ 0 h 98"/>
                <a:gd name="T54" fmla="*/ 90 w 94"/>
                <a:gd name="T55" fmla="*/ 0 h 98"/>
                <a:gd name="T56" fmla="*/ 92 w 94"/>
                <a:gd name="T57" fmla="*/ 28 h 98"/>
                <a:gd name="T58" fmla="*/ 92 w 94"/>
                <a:gd name="T59" fmla="*/ 40 h 98"/>
                <a:gd name="T60" fmla="*/ 90 w 94"/>
                <a:gd name="T61" fmla="*/ 52 h 98"/>
                <a:gd name="T62" fmla="*/ 86 w 94"/>
                <a:gd name="T63" fmla="*/ 64 h 98"/>
                <a:gd name="T64" fmla="*/ 78 w 94"/>
                <a:gd name="T65" fmla="*/ 72 h 98"/>
                <a:gd name="T66" fmla="*/ 70 w 94"/>
                <a:gd name="T67" fmla="*/ 80 h 98"/>
                <a:gd name="T68" fmla="*/ 58 w 94"/>
                <a:gd name="T69" fmla="*/ 84 h 98"/>
                <a:gd name="T70" fmla="*/ 58 w 94"/>
                <a:gd name="T71" fmla="*/ 8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 h="98">
                  <a:moveTo>
                    <a:pt x="58" y="84"/>
                  </a:moveTo>
                  <a:lnTo>
                    <a:pt x="58" y="84"/>
                  </a:lnTo>
                  <a:lnTo>
                    <a:pt x="50" y="84"/>
                  </a:lnTo>
                  <a:lnTo>
                    <a:pt x="44" y="82"/>
                  </a:lnTo>
                  <a:lnTo>
                    <a:pt x="36" y="78"/>
                  </a:lnTo>
                  <a:lnTo>
                    <a:pt x="26" y="70"/>
                  </a:lnTo>
                  <a:lnTo>
                    <a:pt x="16" y="58"/>
                  </a:lnTo>
                  <a:lnTo>
                    <a:pt x="8" y="40"/>
                  </a:lnTo>
                  <a:lnTo>
                    <a:pt x="0" y="18"/>
                  </a:lnTo>
                  <a:lnTo>
                    <a:pt x="0" y="18"/>
                  </a:lnTo>
                  <a:lnTo>
                    <a:pt x="8" y="44"/>
                  </a:lnTo>
                  <a:lnTo>
                    <a:pt x="16" y="66"/>
                  </a:lnTo>
                  <a:lnTo>
                    <a:pt x="26" y="80"/>
                  </a:lnTo>
                  <a:lnTo>
                    <a:pt x="36" y="90"/>
                  </a:lnTo>
                  <a:lnTo>
                    <a:pt x="46" y="94"/>
                  </a:lnTo>
                  <a:lnTo>
                    <a:pt x="52" y="96"/>
                  </a:lnTo>
                  <a:lnTo>
                    <a:pt x="60" y="98"/>
                  </a:lnTo>
                  <a:lnTo>
                    <a:pt x="60" y="98"/>
                  </a:lnTo>
                  <a:lnTo>
                    <a:pt x="68" y="96"/>
                  </a:lnTo>
                  <a:lnTo>
                    <a:pt x="74" y="92"/>
                  </a:lnTo>
                  <a:lnTo>
                    <a:pt x="84" y="84"/>
                  </a:lnTo>
                  <a:lnTo>
                    <a:pt x="90" y="74"/>
                  </a:lnTo>
                  <a:lnTo>
                    <a:pt x="94" y="60"/>
                  </a:lnTo>
                  <a:lnTo>
                    <a:pt x="94" y="46"/>
                  </a:lnTo>
                  <a:lnTo>
                    <a:pt x="94" y="30"/>
                  </a:lnTo>
                  <a:lnTo>
                    <a:pt x="92" y="16"/>
                  </a:lnTo>
                  <a:lnTo>
                    <a:pt x="90" y="0"/>
                  </a:lnTo>
                  <a:lnTo>
                    <a:pt x="90" y="0"/>
                  </a:lnTo>
                  <a:lnTo>
                    <a:pt x="92" y="28"/>
                  </a:lnTo>
                  <a:lnTo>
                    <a:pt x="92" y="40"/>
                  </a:lnTo>
                  <a:lnTo>
                    <a:pt x="90" y="52"/>
                  </a:lnTo>
                  <a:lnTo>
                    <a:pt x="86" y="64"/>
                  </a:lnTo>
                  <a:lnTo>
                    <a:pt x="78" y="72"/>
                  </a:lnTo>
                  <a:lnTo>
                    <a:pt x="70" y="80"/>
                  </a:lnTo>
                  <a:lnTo>
                    <a:pt x="58" y="84"/>
                  </a:lnTo>
                  <a:lnTo>
                    <a:pt x="58" y="8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9" name="Freeform 162"/>
            <p:cNvSpPr>
              <a:spLocks/>
            </p:cNvSpPr>
            <p:nvPr/>
          </p:nvSpPr>
          <p:spPr bwMode="auto">
            <a:xfrm>
              <a:off x="3472996" y="5516336"/>
              <a:ext cx="12700" cy="12700"/>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4 w 8"/>
                <a:gd name="T19" fmla="*/ 0 h 8"/>
                <a:gd name="T20" fmla="*/ 4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4"/>
                  </a:lnTo>
                  <a:lnTo>
                    <a:pt x="0" y="4"/>
                  </a:lnTo>
                  <a:lnTo>
                    <a:pt x="0" y="2"/>
                  </a:lnTo>
                  <a:lnTo>
                    <a:pt x="4" y="0"/>
                  </a:lnTo>
                  <a:lnTo>
                    <a:pt x="4"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0" name="Freeform 163"/>
            <p:cNvSpPr>
              <a:spLocks/>
            </p:cNvSpPr>
            <p:nvPr/>
          </p:nvSpPr>
          <p:spPr bwMode="auto">
            <a:xfrm>
              <a:off x="3514271" y="5506811"/>
              <a:ext cx="15875" cy="12700"/>
            </a:xfrm>
            <a:custGeom>
              <a:avLst/>
              <a:gdLst>
                <a:gd name="T0" fmla="*/ 10 w 10"/>
                <a:gd name="T1" fmla="*/ 4 h 8"/>
                <a:gd name="T2" fmla="*/ 10 w 10"/>
                <a:gd name="T3" fmla="*/ 4 h 8"/>
                <a:gd name="T4" fmla="*/ 8 w 10"/>
                <a:gd name="T5" fmla="*/ 6 h 8"/>
                <a:gd name="T6" fmla="*/ 6 w 10"/>
                <a:gd name="T7" fmla="*/ 8 h 8"/>
                <a:gd name="T8" fmla="*/ 6 w 10"/>
                <a:gd name="T9" fmla="*/ 8 h 8"/>
                <a:gd name="T10" fmla="*/ 2 w 10"/>
                <a:gd name="T11" fmla="*/ 8 h 8"/>
                <a:gd name="T12" fmla="*/ 0 w 10"/>
                <a:gd name="T13" fmla="*/ 6 h 8"/>
                <a:gd name="T14" fmla="*/ 0 w 10"/>
                <a:gd name="T15" fmla="*/ 6 h 8"/>
                <a:gd name="T16" fmla="*/ 2 w 10"/>
                <a:gd name="T17" fmla="*/ 2 h 8"/>
                <a:gd name="T18" fmla="*/ 4 w 10"/>
                <a:gd name="T19" fmla="*/ 0 h 8"/>
                <a:gd name="T20" fmla="*/ 4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6"/>
                  </a:lnTo>
                  <a:lnTo>
                    <a:pt x="6" y="8"/>
                  </a:lnTo>
                  <a:lnTo>
                    <a:pt x="6" y="8"/>
                  </a:lnTo>
                  <a:lnTo>
                    <a:pt x="2" y="8"/>
                  </a:lnTo>
                  <a:lnTo>
                    <a:pt x="0" y="6"/>
                  </a:lnTo>
                  <a:lnTo>
                    <a:pt x="0" y="6"/>
                  </a:lnTo>
                  <a:lnTo>
                    <a:pt x="2" y="2"/>
                  </a:lnTo>
                  <a:lnTo>
                    <a:pt x="4" y="0"/>
                  </a:lnTo>
                  <a:lnTo>
                    <a:pt x="4"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1" name="Freeform 164"/>
            <p:cNvSpPr>
              <a:spLocks/>
            </p:cNvSpPr>
            <p:nvPr/>
          </p:nvSpPr>
          <p:spPr bwMode="auto">
            <a:xfrm>
              <a:off x="3479346" y="5544911"/>
              <a:ext cx="12700" cy="12700"/>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2 w 8"/>
                <a:gd name="T19" fmla="*/ 0 h 8"/>
                <a:gd name="T20" fmla="*/ 2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2"/>
                  </a:lnTo>
                  <a:lnTo>
                    <a:pt x="2" y="0"/>
                  </a:lnTo>
                  <a:lnTo>
                    <a:pt x="2"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2" name="Freeform 165"/>
            <p:cNvSpPr>
              <a:spLocks/>
            </p:cNvSpPr>
            <p:nvPr/>
          </p:nvSpPr>
          <p:spPr bwMode="auto">
            <a:xfrm>
              <a:off x="3520621" y="5535386"/>
              <a:ext cx="15875" cy="12700"/>
            </a:xfrm>
            <a:custGeom>
              <a:avLst/>
              <a:gdLst>
                <a:gd name="T0" fmla="*/ 10 w 10"/>
                <a:gd name="T1" fmla="*/ 2 h 8"/>
                <a:gd name="T2" fmla="*/ 10 w 10"/>
                <a:gd name="T3" fmla="*/ 2 h 8"/>
                <a:gd name="T4" fmla="*/ 8 w 10"/>
                <a:gd name="T5" fmla="*/ 6 h 8"/>
                <a:gd name="T6" fmla="*/ 6 w 10"/>
                <a:gd name="T7" fmla="*/ 8 h 8"/>
                <a:gd name="T8" fmla="*/ 6 w 10"/>
                <a:gd name="T9" fmla="*/ 8 h 8"/>
                <a:gd name="T10" fmla="*/ 2 w 10"/>
                <a:gd name="T11" fmla="*/ 8 h 8"/>
                <a:gd name="T12" fmla="*/ 0 w 10"/>
                <a:gd name="T13" fmla="*/ 4 h 8"/>
                <a:gd name="T14" fmla="*/ 0 w 10"/>
                <a:gd name="T15" fmla="*/ 4 h 8"/>
                <a:gd name="T16" fmla="*/ 0 w 10"/>
                <a:gd name="T17" fmla="*/ 2 h 8"/>
                <a:gd name="T18" fmla="*/ 4 w 10"/>
                <a:gd name="T19" fmla="*/ 0 h 8"/>
                <a:gd name="T20" fmla="*/ 4 w 10"/>
                <a:gd name="T21" fmla="*/ 0 h 8"/>
                <a:gd name="T22" fmla="*/ 8 w 10"/>
                <a:gd name="T23" fmla="*/ 0 h 8"/>
                <a:gd name="T24" fmla="*/ 10 w 10"/>
                <a:gd name="T25" fmla="*/ 2 h 8"/>
                <a:gd name="T26" fmla="*/ 10 w 10"/>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2"/>
                  </a:moveTo>
                  <a:lnTo>
                    <a:pt x="10" y="2"/>
                  </a:lnTo>
                  <a:lnTo>
                    <a:pt x="8" y="6"/>
                  </a:lnTo>
                  <a:lnTo>
                    <a:pt x="6" y="8"/>
                  </a:lnTo>
                  <a:lnTo>
                    <a:pt x="6" y="8"/>
                  </a:lnTo>
                  <a:lnTo>
                    <a:pt x="2" y="8"/>
                  </a:lnTo>
                  <a:lnTo>
                    <a:pt x="0" y="4"/>
                  </a:lnTo>
                  <a:lnTo>
                    <a:pt x="0" y="4"/>
                  </a:lnTo>
                  <a:lnTo>
                    <a:pt x="0" y="2"/>
                  </a:lnTo>
                  <a:lnTo>
                    <a:pt x="4" y="0"/>
                  </a:lnTo>
                  <a:lnTo>
                    <a:pt x="4" y="0"/>
                  </a:lnTo>
                  <a:lnTo>
                    <a:pt x="8" y="0"/>
                  </a:lnTo>
                  <a:lnTo>
                    <a:pt x="10" y="2"/>
                  </a:lnTo>
                  <a:lnTo>
                    <a:pt x="1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3" name="Freeform 166"/>
            <p:cNvSpPr>
              <a:spLocks/>
            </p:cNvSpPr>
            <p:nvPr/>
          </p:nvSpPr>
          <p:spPr bwMode="auto">
            <a:xfrm>
              <a:off x="3482521" y="5567136"/>
              <a:ext cx="15875" cy="15875"/>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0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0"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4" name="Freeform 167"/>
            <p:cNvSpPr>
              <a:spLocks/>
            </p:cNvSpPr>
            <p:nvPr/>
          </p:nvSpPr>
          <p:spPr bwMode="auto">
            <a:xfrm>
              <a:off x="3526971" y="5560786"/>
              <a:ext cx="12700" cy="12700"/>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0 h 8"/>
                <a:gd name="T18" fmla="*/ 4 w 8"/>
                <a:gd name="T19" fmla="*/ 0 h 8"/>
                <a:gd name="T20" fmla="*/ 4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0"/>
                  </a:lnTo>
                  <a:lnTo>
                    <a:pt x="4" y="0"/>
                  </a:lnTo>
                  <a:lnTo>
                    <a:pt x="4"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5" name="Freeform 168"/>
            <p:cNvSpPr>
              <a:spLocks/>
            </p:cNvSpPr>
            <p:nvPr/>
          </p:nvSpPr>
          <p:spPr bwMode="auto">
            <a:xfrm>
              <a:off x="3488871" y="5592536"/>
              <a:ext cx="12700" cy="12700"/>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6 h 8"/>
                <a:gd name="T14" fmla="*/ 0 w 8"/>
                <a:gd name="T15" fmla="*/ 6 h 8"/>
                <a:gd name="T16" fmla="*/ 0 w 8"/>
                <a:gd name="T17" fmla="*/ 2 h 8"/>
                <a:gd name="T18" fmla="*/ 2 w 8"/>
                <a:gd name="T19" fmla="*/ 0 h 8"/>
                <a:gd name="T20" fmla="*/ 2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6"/>
                  </a:lnTo>
                  <a:lnTo>
                    <a:pt x="0" y="6"/>
                  </a:lnTo>
                  <a:lnTo>
                    <a:pt x="0" y="2"/>
                  </a:lnTo>
                  <a:lnTo>
                    <a:pt x="2" y="0"/>
                  </a:lnTo>
                  <a:lnTo>
                    <a:pt x="2"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6" name="Freeform 169"/>
            <p:cNvSpPr>
              <a:spLocks/>
            </p:cNvSpPr>
            <p:nvPr/>
          </p:nvSpPr>
          <p:spPr bwMode="auto">
            <a:xfrm>
              <a:off x="3530146" y="5583011"/>
              <a:ext cx="15875" cy="15875"/>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2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2"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7" name="Freeform 170"/>
            <p:cNvSpPr>
              <a:spLocks/>
            </p:cNvSpPr>
            <p:nvPr/>
          </p:nvSpPr>
          <p:spPr bwMode="auto">
            <a:xfrm>
              <a:off x="3476171" y="5509986"/>
              <a:ext cx="47625" cy="15875"/>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8" name="Freeform 171"/>
            <p:cNvSpPr>
              <a:spLocks/>
            </p:cNvSpPr>
            <p:nvPr/>
          </p:nvSpPr>
          <p:spPr bwMode="auto">
            <a:xfrm>
              <a:off x="3482521" y="5538561"/>
              <a:ext cx="47625" cy="15875"/>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9" name="Freeform 172"/>
            <p:cNvSpPr>
              <a:spLocks/>
            </p:cNvSpPr>
            <p:nvPr/>
          </p:nvSpPr>
          <p:spPr bwMode="auto">
            <a:xfrm>
              <a:off x="3485696" y="5563961"/>
              <a:ext cx="50800" cy="12700"/>
            </a:xfrm>
            <a:custGeom>
              <a:avLst/>
              <a:gdLst>
                <a:gd name="T0" fmla="*/ 32 w 32"/>
                <a:gd name="T1" fmla="*/ 0 h 8"/>
                <a:gd name="T2" fmla="*/ 32 w 32"/>
                <a:gd name="T3" fmla="*/ 0 h 8"/>
                <a:gd name="T4" fmla="*/ 30 w 32"/>
                <a:gd name="T5" fmla="*/ 2 h 8"/>
                <a:gd name="T6" fmla="*/ 2 w 32"/>
                <a:gd name="T7" fmla="*/ 8 h 8"/>
                <a:gd name="T8" fmla="*/ 2 w 32"/>
                <a:gd name="T9" fmla="*/ 8 h 8"/>
                <a:gd name="T10" fmla="*/ 0 w 32"/>
                <a:gd name="T11" fmla="*/ 8 h 8"/>
                <a:gd name="T12" fmla="*/ 0 w 32"/>
                <a:gd name="T13" fmla="*/ 8 h 8"/>
                <a:gd name="T14" fmla="*/ 2 w 32"/>
                <a:gd name="T15" fmla="*/ 6 h 8"/>
                <a:gd name="T16" fmla="*/ 30 w 32"/>
                <a:gd name="T17" fmla="*/ 0 h 8"/>
                <a:gd name="T18" fmla="*/ 30 w 32"/>
                <a:gd name="T19" fmla="*/ 0 h 8"/>
                <a:gd name="T20" fmla="*/ 32 w 32"/>
                <a:gd name="T21" fmla="*/ 0 h 8"/>
                <a:gd name="T22" fmla="*/ 32 w 32"/>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0"/>
                  </a:moveTo>
                  <a:lnTo>
                    <a:pt x="32" y="0"/>
                  </a:lnTo>
                  <a:lnTo>
                    <a:pt x="30" y="2"/>
                  </a:lnTo>
                  <a:lnTo>
                    <a:pt x="2" y="8"/>
                  </a:lnTo>
                  <a:lnTo>
                    <a:pt x="2" y="8"/>
                  </a:lnTo>
                  <a:lnTo>
                    <a:pt x="0" y="8"/>
                  </a:lnTo>
                  <a:lnTo>
                    <a:pt x="0" y="8"/>
                  </a:lnTo>
                  <a:lnTo>
                    <a:pt x="2" y="6"/>
                  </a:lnTo>
                  <a:lnTo>
                    <a:pt x="30" y="0"/>
                  </a:lnTo>
                  <a:lnTo>
                    <a:pt x="30" y="0"/>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0" name="Freeform 173"/>
            <p:cNvSpPr>
              <a:spLocks/>
            </p:cNvSpPr>
            <p:nvPr/>
          </p:nvSpPr>
          <p:spPr bwMode="auto">
            <a:xfrm>
              <a:off x="3492046" y="5589361"/>
              <a:ext cx="47625" cy="12700"/>
            </a:xfrm>
            <a:custGeom>
              <a:avLst/>
              <a:gdLst>
                <a:gd name="T0" fmla="*/ 30 w 30"/>
                <a:gd name="T1" fmla="*/ 0 h 8"/>
                <a:gd name="T2" fmla="*/ 30 w 30"/>
                <a:gd name="T3" fmla="*/ 0 h 8"/>
                <a:gd name="T4" fmla="*/ 30 w 30"/>
                <a:gd name="T5" fmla="*/ 2 h 8"/>
                <a:gd name="T6" fmla="*/ 2 w 30"/>
                <a:gd name="T7" fmla="*/ 8 h 8"/>
                <a:gd name="T8" fmla="*/ 2 w 30"/>
                <a:gd name="T9" fmla="*/ 8 h 8"/>
                <a:gd name="T10" fmla="*/ 0 w 30"/>
                <a:gd name="T11" fmla="*/ 6 h 8"/>
                <a:gd name="T12" fmla="*/ 0 w 30"/>
                <a:gd name="T13" fmla="*/ 6 h 8"/>
                <a:gd name="T14" fmla="*/ 0 w 30"/>
                <a:gd name="T15" fmla="*/ 6 h 8"/>
                <a:gd name="T16" fmla="*/ 30 w 30"/>
                <a:gd name="T17" fmla="*/ 0 h 8"/>
                <a:gd name="T18" fmla="*/ 30 w 30"/>
                <a:gd name="T19" fmla="*/ 0 h 8"/>
                <a:gd name="T20" fmla="*/ 30 w 30"/>
                <a:gd name="T21" fmla="*/ 0 h 8"/>
                <a:gd name="T22" fmla="*/ 30 w 30"/>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8">
                  <a:moveTo>
                    <a:pt x="30" y="0"/>
                  </a:moveTo>
                  <a:lnTo>
                    <a:pt x="30" y="0"/>
                  </a:lnTo>
                  <a:lnTo>
                    <a:pt x="30" y="2"/>
                  </a:lnTo>
                  <a:lnTo>
                    <a:pt x="2" y="8"/>
                  </a:lnTo>
                  <a:lnTo>
                    <a:pt x="2" y="8"/>
                  </a:lnTo>
                  <a:lnTo>
                    <a:pt x="0" y="6"/>
                  </a:lnTo>
                  <a:lnTo>
                    <a:pt x="0" y="6"/>
                  </a:lnTo>
                  <a:lnTo>
                    <a:pt x="0" y="6"/>
                  </a:lnTo>
                  <a:lnTo>
                    <a:pt x="30" y="0"/>
                  </a:lnTo>
                  <a:lnTo>
                    <a:pt x="30" y="0"/>
                  </a:lnTo>
                  <a:lnTo>
                    <a:pt x="30" y="0"/>
                  </a:lnTo>
                  <a:lnTo>
                    <a:pt x="3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1" name="Freeform 174"/>
            <p:cNvSpPr>
              <a:spLocks/>
            </p:cNvSpPr>
            <p:nvPr/>
          </p:nvSpPr>
          <p:spPr bwMode="auto">
            <a:xfrm>
              <a:off x="3476171" y="5519511"/>
              <a:ext cx="53975" cy="25400"/>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2" name="Freeform 175"/>
            <p:cNvSpPr>
              <a:spLocks/>
            </p:cNvSpPr>
            <p:nvPr/>
          </p:nvSpPr>
          <p:spPr bwMode="auto">
            <a:xfrm>
              <a:off x="3482521" y="5509986"/>
              <a:ext cx="41275" cy="41275"/>
            </a:xfrm>
            <a:custGeom>
              <a:avLst/>
              <a:gdLst>
                <a:gd name="T0" fmla="*/ 0 w 26"/>
                <a:gd name="T1" fmla="*/ 26 h 26"/>
                <a:gd name="T2" fmla="*/ 0 w 26"/>
                <a:gd name="T3" fmla="*/ 24 h 26"/>
                <a:gd name="T4" fmla="*/ 24 w 26"/>
                <a:gd name="T5" fmla="*/ 0 h 26"/>
                <a:gd name="T6" fmla="*/ 26 w 26"/>
                <a:gd name="T7" fmla="*/ 0 h 26"/>
                <a:gd name="T8" fmla="*/ 26 w 26"/>
                <a:gd name="T9" fmla="*/ 4 h 26"/>
                <a:gd name="T10" fmla="*/ 2 w 26"/>
                <a:gd name="T11" fmla="*/ 26 h 26"/>
                <a:gd name="T12" fmla="*/ 0 w 26"/>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0" y="26"/>
                  </a:moveTo>
                  <a:lnTo>
                    <a:pt x="0" y="24"/>
                  </a:lnTo>
                  <a:lnTo>
                    <a:pt x="24" y="0"/>
                  </a:lnTo>
                  <a:lnTo>
                    <a:pt x="26" y="0"/>
                  </a:lnTo>
                  <a:lnTo>
                    <a:pt x="26" y="4"/>
                  </a:lnTo>
                  <a:lnTo>
                    <a:pt x="2" y="26"/>
                  </a:lnTo>
                  <a:lnTo>
                    <a:pt x="0" y="2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3" name="Freeform 176"/>
            <p:cNvSpPr>
              <a:spLocks/>
            </p:cNvSpPr>
            <p:nvPr/>
          </p:nvSpPr>
          <p:spPr bwMode="auto">
            <a:xfrm>
              <a:off x="3482521" y="5544911"/>
              <a:ext cx="53975" cy="25400"/>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4" name="Freeform 177"/>
            <p:cNvSpPr>
              <a:spLocks/>
            </p:cNvSpPr>
            <p:nvPr/>
          </p:nvSpPr>
          <p:spPr bwMode="auto">
            <a:xfrm>
              <a:off x="3485696" y="5538561"/>
              <a:ext cx="44450" cy="38100"/>
            </a:xfrm>
            <a:custGeom>
              <a:avLst/>
              <a:gdLst>
                <a:gd name="T0" fmla="*/ 0 w 28"/>
                <a:gd name="T1" fmla="*/ 24 h 24"/>
                <a:gd name="T2" fmla="*/ 0 w 28"/>
                <a:gd name="T3" fmla="*/ 22 h 24"/>
                <a:gd name="T4" fmla="*/ 24 w 28"/>
                <a:gd name="T5" fmla="*/ 0 h 24"/>
                <a:gd name="T6" fmla="*/ 28 w 28"/>
                <a:gd name="T7" fmla="*/ 0 h 24"/>
                <a:gd name="T8" fmla="*/ 28 w 28"/>
                <a:gd name="T9" fmla="*/ 2 h 24"/>
                <a:gd name="T10" fmla="*/ 4 w 28"/>
                <a:gd name="T11" fmla="*/ 24 h 24"/>
                <a:gd name="T12" fmla="*/ 0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0" y="24"/>
                  </a:moveTo>
                  <a:lnTo>
                    <a:pt x="0" y="22"/>
                  </a:lnTo>
                  <a:lnTo>
                    <a:pt x="24" y="0"/>
                  </a:lnTo>
                  <a:lnTo>
                    <a:pt x="28" y="0"/>
                  </a:lnTo>
                  <a:lnTo>
                    <a:pt x="28" y="2"/>
                  </a:lnTo>
                  <a:lnTo>
                    <a:pt x="4"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5" name="Freeform 178"/>
            <p:cNvSpPr>
              <a:spLocks/>
            </p:cNvSpPr>
            <p:nvPr/>
          </p:nvSpPr>
          <p:spPr bwMode="auto">
            <a:xfrm>
              <a:off x="3485696" y="5573486"/>
              <a:ext cx="53975" cy="19050"/>
            </a:xfrm>
            <a:custGeom>
              <a:avLst/>
              <a:gdLst>
                <a:gd name="T0" fmla="*/ 34 w 34"/>
                <a:gd name="T1" fmla="*/ 12 h 12"/>
                <a:gd name="T2" fmla="*/ 34 w 34"/>
                <a:gd name="T3" fmla="*/ 12 h 12"/>
                <a:gd name="T4" fmla="*/ 32 w 34"/>
                <a:gd name="T5" fmla="*/ 12 h 12"/>
                <a:gd name="T6" fmla="*/ 2 w 34"/>
                <a:gd name="T7" fmla="*/ 2 h 12"/>
                <a:gd name="T8" fmla="*/ 2 w 34"/>
                <a:gd name="T9" fmla="*/ 2 h 12"/>
                <a:gd name="T10" fmla="*/ 0 w 34"/>
                <a:gd name="T11" fmla="*/ 0 h 12"/>
                <a:gd name="T12" fmla="*/ 0 w 34"/>
                <a:gd name="T13" fmla="*/ 0 h 12"/>
                <a:gd name="T14" fmla="*/ 2 w 34"/>
                <a:gd name="T15" fmla="*/ 0 h 12"/>
                <a:gd name="T16" fmla="*/ 34 w 34"/>
                <a:gd name="T17" fmla="*/ 10 h 12"/>
                <a:gd name="T18" fmla="*/ 34 w 34"/>
                <a:gd name="T19" fmla="*/ 10 h 12"/>
                <a:gd name="T20" fmla="*/ 34 w 34"/>
                <a:gd name="T21" fmla="*/ 12 h 12"/>
                <a:gd name="T22" fmla="*/ 34 w 34"/>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
                  <a:moveTo>
                    <a:pt x="34" y="12"/>
                  </a:moveTo>
                  <a:lnTo>
                    <a:pt x="34" y="12"/>
                  </a:lnTo>
                  <a:lnTo>
                    <a:pt x="32" y="12"/>
                  </a:lnTo>
                  <a:lnTo>
                    <a:pt x="2" y="2"/>
                  </a:lnTo>
                  <a:lnTo>
                    <a:pt x="2" y="2"/>
                  </a:lnTo>
                  <a:lnTo>
                    <a:pt x="0" y="0"/>
                  </a:lnTo>
                  <a:lnTo>
                    <a:pt x="0" y="0"/>
                  </a:lnTo>
                  <a:lnTo>
                    <a:pt x="2" y="0"/>
                  </a:lnTo>
                  <a:lnTo>
                    <a:pt x="34" y="10"/>
                  </a:lnTo>
                  <a:lnTo>
                    <a:pt x="34" y="10"/>
                  </a:lnTo>
                  <a:lnTo>
                    <a:pt x="34" y="12"/>
                  </a:lnTo>
                  <a:lnTo>
                    <a:pt x="34"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6" name="Freeform 179"/>
            <p:cNvSpPr>
              <a:spLocks/>
            </p:cNvSpPr>
            <p:nvPr/>
          </p:nvSpPr>
          <p:spPr bwMode="auto">
            <a:xfrm>
              <a:off x="3492046" y="5563961"/>
              <a:ext cx="41275" cy="38100"/>
            </a:xfrm>
            <a:custGeom>
              <a:avLst/>
              <a:gdLst>
                <a:gd name="T0" fmla="*/ 0 w 26"/>
                <a:gd name="T1" fmla="*/ 24 h 24"/>
                <a:gd name="T2" fmla="*/ 0 w 26"/>
                <a:gd name="T3" fmla="*/ 22 h 24"/>
                <a:gd name="T4" fmla="*/ 24 w 26"/>
                <a:gd name="T5" fmla="*/ 0 h 24"/>
                <a:gd name="T6" fmla="*/ 26 w 26"/>
                <a:gd name="T7" fmla="*/ 0 h 24"/>
                <a:gd name="T8" fmla="*/ 26 w 26"/>
                <a:gd name="T9" fmla="*/ 2 h 24"/>
                <a:gd name="T10" fmla="*/ 2 w 26"/>
                <a:gd name="T11" fmla="*/ 24 h 24"/>
                <a:gd name="T12" fmla="*/ 0 w 2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6" h="24">
                  <a:moveTo>
                    <a:pt x="0" y="24"/>
                  </a:moveTo>
                  <a:lnTo>
                    <a:pt x="0" y="22"/>
                  </a:lnTo>
                  <a:lnTo>
                    <a:pt x="24" y="0"/>
                  </a:lnTo>
                  <a:lnTo>
                    <a:pt x="26" y="0"/>
                  </a:lnTo>
                  <a:lnTo>
                    <a:pt x="26" y="2"/>
                  </a:lnTo>
                  <a:lnTo>
                    <a:pt x="2"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7" name="Freeform 180"/>
            <p:cNvSpPr>
              <a:spLocks/>
            </p:cNvSpPr>
            <p:nvPr/>
          </p:nvSpPr>
          <p:spPr bwMode="auto">
            <a:xfrm>
              <a:off x="3072946" y="4103461"/>
              <a:ext cx="495300" cy="1393825"/>
            </a:xfrm>
            <a:custGeom>
              <a:avLst/>
              <a:gdLst>
                <a:gd name="T0" fmla="*/ 4 w 312"/>
                <a:gd name="T1" fmla="*/ 56 h 878"/>
                <a:gd name="T2" fmla="*/ 4 w 312"/>
                <a:gd name="T3" fmla="*/ 56 h 878"/>
                <a:gd name="T4" fmla="*/ 10 w 312"/>
                <a:gd name="T5" fmla="*/ 42 h 878"/>
                <a:gd name="T6" fmla="*/ 20 w 312"/>
                <a:gd name="T7" fmla="*/ 30 h 878"/>
                <a:gd name="T8" fmla="*/ 32 w 312"/>
                <a:gd name="T9" fmla="*/ 18 h 878"/>
                <a:gd name="T10" fmla="*/ 48 w 312"/>
                <a:gd name="T11" fmla="*/ 8 h 878"/>
                <a:gd name="T12" fmla="*/ 48 w 312"/>
                <a:gd name="T13" fmla="*/ 8 h 878"/>
                <a:gd name="T14" fmla="*/ 60 w 312"/>
                <a:gd name="T15" fmla="*/ 4 h 878"/>
                <a:gd name="T16" fmla="*/ 72 w 312"/>
                <a:gd name="T17" fmla="*/ 0 h 878"/>
                <a:gd name="T18" fmla="*/ 86 w 312"/>
                <a:gd name="T19" fmla="*/ 0 h 878"/>
                <a:gd name="T20" fmla="*/ 98 w 312"/>
                <a:gd name="T21" fmla="*/ 0 h 878"/>
                <a:gd name="T22" fmla="*/ 98 w 312"/>
                <a:gd name="T23" fmla="*/ 0 h 878"/>
                <a:gd name="T24" fmla="*/ 110 w 312"/>
                <a:gd name="T25" fmla="*/ 0 h 878"/>
                <a:gd name="T26" fmla="*/ 120 w 312"/>
                <a:gd name="T27" fmla="*/ 4 h 878"/>
                <a:gd name="T28" fmla="*/ 130 w 312"/>
                <a:gd name="T29" fmla="*/ 8 h 878"/>
                <a:gd name="T30" fmla="*/ 140 w 312"/>
                <a:gd name="T31" fmla="*/ 14 h 878"/>
                <a:gd name="T32" fmla="*/ 146 w 312"/>
                <a:gd name="T33" fmla="*/ 20 h 878"/>
                <a:gd name="T34" fmla="*/ 154 w 312"/>
                <a:gd name="T35" fmla="*/ 26 h 878"/>
                <a:gd name="T36" fmla="*/ 166 w 312"/>
                <a:gd name="T37" fmla="*/ 44 h 878"/>
                <a:gd name="T38" fmla="*/ 174 w 312"/>
                <a:gd name="T39" fmla="*/ 62 h 878"/>
                <a:gd name="T40" fmla="*/ 182 w 312"/>
                <a:gd name="T41" fmla="*/ 82 h 878"/>
                <a:gd name="T42" fmla="*/ 190 w 312"/>
                <a:gd name="T43" fmla="*/ 124 h 878"/>
                <a:gd name="T44" fmla="*/ 190 w 312"/>
                <a:gd name="T45" fmla="*/ 124 h 878"/>
                <a:gd name="T46" fmla="*/ 202 w 312"/>
                <a:gd name="T47" fmla="*/ 182 h 878"/>
                <a:gd name="T48" fmla="*/ 214 w 312"/>
                <a:gd name="T49" fmla="*/ 238 h 878"/>
                <a:gd name="T50" fmla="*/ 228 w 312"/>
                <a:gd name="T51" fmla="*/ 296 h 878"/>
                <a:gd name="T52" fmla="*/ 240 w 312"/>
                <a:gd name="T53" fmla="*/ 354 h 878"/>
                <a:gd name="T54" fmla="*/ 240 w 312"/>
                <a:gd name="T55" fmla="*/ 354 h 878"/>
                <a:gd name="T56" fmla="*/ 254 w 312"/>
                <a:gd name="T57" fmla="*/ 436 h 878"/>
                <a:gd name="T58" fmla="*/ 266 w 312"/>
                <a:gd name="T59" fmla="*/ 518 h 878"/>
                <a:gd name="T60" fmla="*/ 266 w 312"/>
                <a:gd name="T61" fmla="*/ 518 h 878"/>
                <a:gd name="T62" fmla="*/ 290 w 312"/>
                <a:gd name="T63" fmla="*/ 686 h 878"/>
                <a:gd name="T64" fmla="*/ 304 w 312"/>
                <a:gd name="T65" fmla="*/ 780 h 878"/>
                <a:gd name="T66" fmla="*/ 312 w 312"/>
                <a:gd name="T67" fmla="*/ 856 h 878"/>
                <a:gd name="T68" fmla="*/ 204 w 312"/>
                <a:gd name="T69" fmla="*/ 878 h 878"/>
                <a:gd name="T70" fmla="*/ 204 w 312"/>
                <a:gd name="T71" fmla="*/ 878 h 878"/>
                <a:gd name="T72" fmla="*/ 188 w 312"/>
                <a:gd name="T73" fmla="*/ 836 h 878"/>
                <a:gd name="T74" fmla="*/ 172 w 312"/>
                <a:gd name="T75" fmla="*/ 796 h 878"/>
                <a:gd name="T76" fmla="*/ 150 w 312"/>
                <a:gd name="T77" fmla="*/ 722 h 878"/>
                <a:gd name="T78" fmla="*/ 132 w 312"/>
                <a:gd name="T79" fmla="*/ 658 h 878"/>
                <a:gd name="T80" fmla="*/ 118 w 312"/>
                <a:gd name="T81" fmla="*/ 608 h 878"/>
                <a:gd name="T82" fmla="*/ 118 w 312"/>
                <a:gd name="T83" fmla="*/ 608 h 878"/>
                <a:gd name="T84" fmla="*/ 92 w 312"/>
                <a:gd name="T85" fmla="*/ 522 h 878"/>
                <a:gd name="T86" fmla="*/ 66 w 312"/>
                <a:gd name="T87" fmla="*/ 432 h 878"/>
                <a:gd name="T88" fmla="*/ 44 w 312"/>
                <a:gd name="T89" fmla="*/ 340 h 878"/>
                <a:gd name="T90" fmla="*/ 26 w 312"/>
                <a:gd name="T91" fmla="*/ 250 h 878"/>
                <a:gd name="T92" fmla="*/ 26 w 312"/>
                <a:gd name="T93" fmla="*/ 250 h 878"/>
                <a:gd name="T94" fmla="*/ 6 w 312"/>
                <a:gd name="T95" fmla="*/ 150 h 878"/>
                <a:gd name="T96" fmla="*/ 6 w 312"/>
                <a:gd name="T97" fmla="*/ 150 h 878"/>
                <a:gd name="T98" fmla="*/ 2 w 312"/>
                <a:gd name="T99" fmla="*/ 128 h 878"/>
                <a:gd name="T100" fmla="*/ 0 w 312"/>
                <a:gd name="T101" fmla="*/ 104 h 878"/>
                <a:gd name="T102" fmla="*/ 0 w 312"/>
                <a:gd name="T103" fmla="*/ 80 h 878"/>
                <a:gd name="T104" fmla="*/ 4 w 312"/>
                <a:gd name="T105" fmla="*/ 56 h 878"/>
                <a:gd name="T106" fmla="*/ 4 w 312"/>
                <a:gd name="T107" fmla="*/ 56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2" h="878">
                  <a:moveTo>
                    <a:pt x="4" y="56"/>
                  </a:moveTo>
                  <a:lnTo>
                    <a:pt x="4" y="56"/>
                  </a:lnTo>
                  <a:lnTo>
                    <a:pt x="10" y="42"/>
                  </a:lnTo>
                  <a:lnTo>
                    <a:pt x="20" y="30"/>
                  </a:lnTo>
                  <a:lnTo>
                    <a:pt x="32" y="18"/>
                  </a:lnTo>
                  <a:lnTo>
                    <a:pt x="48" y="8"/>
                  </a:lnTo>
                  <a:lnTo>
                    <a:pt x="48" y="8"/>
                  </a:lnTo>
                  <a:lnTo>
                    <a:pt x="60" y="4"/>
                  </a:lnTo>
                  <a:lnTo>
                    <a:pt x="72" y="0"/>
                  </a:lnTo>
                  <a:lnTo>
                    <a:pt x="86" y="0"/>
                  </a:lnTo>
                  <a:lnTo>
                    <a:pt x="98" y="0"/>
                  </a:lnTo>
                  <a:lnTo>
                    <a:pt x="98" y="0"/>
                  </a:lnTo>
                  <a:lnTo>
                    <a:pt x="110" y="0"/>
                  </a:lnTo>
                  <a:lnTo>
                    <a:pt x="120" y="4"/>
                  </a:lnTo>
                  <a:lnTo>
                    <a:pt x="130" y="8"/>
                  </a:lnTo>
                  <a:lnTo>
                    <a:pt x="140" y="14"/>
                  </a:lnTo>
                  <a:lnTo>
                    <a:pt x="146" y="20"/>
                  </a:lnTo>
                  <a:lnTo>
                    <a:pt x="154" y="26"/>
                  </a:lnTo>
                  <a:lnTo>
                    <a:pt x="166" y="44"/>
                  </a:lnTo>
                  <a:lnTo>
                    <a:pt x="174" y="62"/>
                  </a:lnTo>
                  <a:lnTo>
                    <a:pt x="182" y="82"/>
                  </a:lnTo>
                  <a:lnTo>
                    <a:pt x="190" y="124"/>
                  </a:lnTo>
                  <a:lnTo>
                    <a:pt x="190" y="124"/>
                  </a:lnTo>
                  <a:lnTo>
                    <a:pt x="202" y="182"/>
                  </a:lnTo>
                  <a:lnTo>
                    <a:pt x="214" y="238"/>
                  </a:lnTo>
                  <a:lnTo>
                    <a:pt x="228" y="296"/>
                  </a:lnTo>
                  <a:lnTo>
                    <a:pt x="240" y="354"/>
                  </a:lnTo>
                  <a:lnTo>
                    <a:pt x="240" y="354"/>
                  </a:lnTo>
                  <a:lnTo>
                    <a:pt x="254" y="436"/>
                  </a:lnTo>
                  <a:lnTo>
                    <a:pt x="266" y="518"/>
                  </a:lnTo>
                  <a:lnTo>
                    <a:pt x="266" y="518"/>
                  </a:lnTo>
                  <a:lnTo>
                    <a:pt x="290" y="686"/>
                  </a:lnTo>
                  <a:lnTo>
                    <a:pt x="304" y="780"/>
                  </a:lnTo>
                  <a:lnTo>
                    <a:pt x="312" y="856"/>
                  </a:lnTo>
                  <a:lnTo>
                    <a:pt x="204" y="878"/>
                  </a:lnTo>
                  <a:lnTo>
                    <a:pt x="204" y="878"/>
                  </a:lnTo>
                  <a:lnTo>
                    <a:pt x="188" y="836"/>
                  </a:lnTo>
                  <a:lnTo>
                    <a:pt x="172" y="796"/>
                  </a:lnTo>
                  <a:lnTo>
                    <a:pt x="150" y="722"/>
                  </a:lnTo>
                  <a:lnTo>
                    <a:pt x="132" y="658"/>
                  </a:lnTo>
                  <a:lnTo>
                    <a:pt x="118" y="608"/>
                  </a:lnTo>
                  <a:lnTo>
                    <a:pt x="118" y="608"/>
                  </a:lnTo>
                  <a:lnTo>
                    <a:pt x="92" y="522"/>
                  </a:lnTo>
                  <a:lnTo>
                    <a:pt x="66" y="432"/>
                  </a:lnTo>
                  <a:lnTo>
                    <a:pt x="44" y="340"/>
                  </a:lnTo>
                  <a:lnTo>
                    <a:pt x="26" y="250"/>
                  </a:lnTo>
                  <a:lnTo>
                    <a:pt x="26" y="250"/>
                  </a:lnTo>
                  <a:lnTo>
                    <a:pt x="6" y="150"/>
                  </a:lnTo>
                  <a:lnTo>
                    <a:pt x="6" y="150"/>
                  </a:lnTo>
                  <a:lnTo>
                    <a:pt x="2" y="128"/>
                  </a:lnTo>
                  <a:lnTo>
                    <a:pt x="0" y="104"/>
                  </a:lnTo>
                  <a:lnTo>
                    <a:pt x="0" y="80"/>
                  </a:lnTo>
                  <a:lnTo>
                    <a:pt x="4" y="56"/>
                  </a:lnTo>
                  <a:lnTo>
                    <a:pt x="4" y="56"/>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8" name="Freeform 181"/>
            <p:cNvSpPr>
              <a:spLocks/>
            </p:cNvSpPr>
            <p:nvPr/>
          </p:nvSpPr>
          <p:spPr bwMode="auto">
            <a:xfrm>
              <a:off x="3596821" y="5189311"/>
              <a:ext cx="155575" cy="333375"/>
            </a:xfrm>
            <a:custGeom>
              <a:avLst/>
              <a:gdLst>
                <a:gd name="T0" fmla="*/ 24 w 98"/>
                <a:gd name="T1" fmla="*/ 0 h 210"/>
                <a:gd name="T2" fmla="*/ 98 w 98"/>
                <a:gd name="T3" fmla="*/ 12 h 210"/>
                <a:gd name="T4" fmla="*/ 82 w 98"/>
                <a:gd name="T5" fmla="*/ 122 h 210"/>
                <a:gd name="T6" fmla="*/ 82 w 98"/>
                <a:gd name="T7" fmla="*/ 122 h 210"/>
                <a:gd name="T8" fmla="*/ 80 w 98"/>
                <a:gd name="T9" fmla="*/ 136 h 210"/>
                <a:gd name="T10" fmla="*/ 76 w 98"/>
                <a:gd name="T11" fmla="*/ 150 h 210"/>
                <a:gd name="T12" fmla="*/ 70 w 98"/>
                <a:gd name="T13" fmla="*/ 166 h 210"/>
                <a:gd name="T14" fmla="*/ 62 w 98"/>
                <a:gd name="T15" fmla="*/ 182 h 210"/>
                <a:gd name="T16" fmla="*/ 52 w 98"/>
                <a:gd name="T17" fmla="*/ 196 h 210"/>
                <a:gd name="T18" fmla="*/ 46 w 98"/>
                <a:gd name="T19" fmla="*/ 202 h 210"/>
                <a:gd name="T20" fmla="*/ 40 w 98"/>
                <a:gd name="T21" fmla="*/ 206 h 210"/>
                <a:gd name="T22" fmla="*/ 32 w 98"/>
                <a:gd name="T23" fmla="*/ 210 h 210"/>
                <a:gd name="T24" fmla="*/ 24 w 98"/>
                <a:gd name="T25" fmla="*/ 210 h 210"/>
                <a:gd name="T26" fmla="*/ 24 w 98"/>
                <a:gd name="T27" fmla="*/ 210 h 210"/>
                <a:gd name="T28" fmla="*/ 18 w 98"/>
                <a:gd name="T29" fmla="*/ 206 h 210"/>
                <a:gd name="T30" fmla="*/ 14 w 98"/>
                <a:gd name="T31" fmla="*/ 200 h 210"/>
                <a:gd name="T32" fmla="*/ 8 w 98"/>
                <a:gd name="T33" fmla="*/ 192 h 210"/>
                <a:gd name="T34" fmla="*/ 4 w 98"/>
                <a:gd name="T35" fmla="*/ 178 h 210"/>
                <a:gd name="T36" fmla="*/ 0 w 98"/>
                <a:gd name="T37" fmla="*/ 162 h 210"/>
                <a:gd name="T38" fmla="*/ 0 w 98"/>
                <a:gd name="T39" fmla="*/ 140 h 210"/>
                <a:gd name="T40" fmla="*/ 4 w 98"/>
                <a:gd name="T41" fmla="*/ 114 h 210"/>
                <a:gd name="T42" fmla="*/ 24 w 98"/>
                <a:gd name="T4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210">
                  <a:moveTo>
                    <a:pt x="24" y="0"/>
                  </a:moveTo>
                  <a:lnTo>
                    <a:pt x="98" y="12"/>
                  </a:lnTo>
                  <a:lnTo>
                    <a:pt x="82" y="122"/>
                  </a:lnTo>
                  <a:lnTo>
                    <a:pt x="82" y="122"/>
                  </a:lnTo>
                  <a:lnTo>
                    <a:pt x="80" y="136"/>
                  </a:lnTo>
                  <a:lnTo>
                    <a:pt x="76" y="150"/>
                  </a:lnTo>
                  <a:lnTo>
                    <a:pt x="70" y="166"/>
                  </a:lnTo>
                  <a:lnTo>
                    <a:pt x="62" y="182"/>
                  </a:lnTo>
                  <a:lnTo>
                    <a:pt x="52" y="196"/>
                  </a:lnTo>
                  <a:lnTo>
                    <a:pt x="46" y="202"/>
                  </a:lnTo>
                  <a:lnTo>
                    <a:pt x="40" y="206"/>
                  </a:lnTo>
                  <a:lnTo>
                    <a:pt x="32" y="210"/>
                  </a:lnTo>
                  <a:lnTo>
                    <a:pt x="24" y="210"/>
                  </a:lnTo>
                  <a:lnTo>
                    <a:pt x="24" y="210"/>
                  </a:lnTo>
                  <a:lnTo>
                    <a:pt x="18" y="206"/>
                  </a:lnTo>
                  <a:lnTo>
                    <a:pt x="14" y="200"/>
                  </a:lnTo>
                  <a:lnTo>
                    <a:pt x="8" y="192"/>
                  </a:lnTo>
                  <a:lnTo>
                    <a:pt x="4" y="178"/>
                  </a:lnTo>
                  <a:lnTo>
                    <a:pt x="0" y="162"/>
                  </a:lnTo>
                  <a:lnTo>
                    <a:pt x="0" y="140"/>
                  </a:lnTo>
                  <a:lnTo>
                    <a:pt x="4" y="114"/>
                  </a:lnTo>
                  <a:lnTo>
                    <a:pt x="24"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9" name="Freeform 182"/>
            <p:cNvSpPr>
              <a:spLocks/>
            </p:cNvSpPr>
            <p:nvPr/>
          </p:nvSpPr>
          <p:spPr bwMode="auto">
            <a:xfrm>
              <a:off x="3574596" y="5373461"/>
              <a:ext cx="152400" cy="231775"/>
            </a:xfrm>
            <a:custGeom>
              <a:avLst/>
              <a:gdLst>
                <a:gd name="T0" fmla="*/ 18 w 96"/>
                <a:gd name="T1" fmla="*/ 0 h 146"/>
                <a:gd name="T2" fmla="*/ 18 w 96"/>
                <a:gd name="T3" fmla="*/ 0 h 146"/>
                <a:gd name="T4" fmla="*/ 24 w 96"/>
                <a:gd name="T5" fmla="*/ 2 h 146"/>
                <a:gd name="T6" fmla="*/ 42 w 96"/>
                <a:gd name="T7" fmla="*/ 6 h 146"/>
                <a:gd name="T8" fmla="*/ 66 w 96"/>
                <a:gd name="T9" fmla="*/ 12 h 146"/>
                <a:gd name="T10" fmla="*/ 80 w 96"/>
                <a:gd name="T11" fmla="*/ 12 h 146"/>
                <a:gd name="T12" fmla="*/ 96 w 96"/>
                <a:gd name="T13" fmla="*/ 12 h 146"/>
                <a:gd name="T14" fmla="*/ 96 w 96"/>
                <a:gd name="T15" fmla="*/ 12 h 146"/>
                <a:gd name="T16" fmla="*/ 96 w 96"/>
                <a:gd name="T17" fmla="*/ 34 h 146"/>
                <a:gd name="T18" fmla="*/ 94 w 96"/>
                <a:gd name="T19" fmla="*/ 58 h 146"/>
                <a:gd name="T20" fmla="*/ 90 w 96"/>
                <a:gd name="T21" fmla="*/ 82 h 146"/>
                <a:gd name="T22" fmla="*/ 82 w 96"/>
                <a:gd name="T23" fmla="*/ 108 h 146"/>
                <a:gd name="T24" fmla="*/ 78 w 96"/>
                <a:gd name="T25" fmla="*/ 120 h 146"/>
                <a:gd name="T26" fmla="*/ 72 w 96"/>
                <a:gd name="T27" fmla="*/ 128 h 146"/>
                <a:gd name="T28" fmla="*/ 64 w 96"/>
                <a:gd name="T29" fmla="*/ 136 h 146"/>
                <a:gd name="T30" fmla="*/ 54 w 96"/>
                <a:gd name="T31" fmla="*/ 142 h 146"/>
                <a:gd name="T32" fmla="*/ 44 w 96"/>
                <a:gd name="T33" fmla="*/ 146 h 146"/>
                <a:gd name="T34" fmla="*/ 32 w 96"/>
                <a:gd name="T35" fmla="*/ 144 h 146"/>
                <a:gd name="T36" fmla="*/ 32 w 96"/>
                <a:gd name="T37" fmla="*/ 144 h 146"/>
                <a:gd name="T38" fmla="*/ 28 w 96"/>
                <a:gd name="T39" fmla="*/ 144 h 146"/>
                <a:gd name="T40" fmla="*/ 22 w 96"/>
                <a:gd name="T41" fmla="*/ 140 h 146"/>
                <a:gd name="T42" fmla="*/ 14 w 96"/>
                <a:gd name="T43" fmla="*/ 134 h 146"/>
                <a:gd name="T44" fmla="*/ 8 w 96"/>
                <a:gd name="T45" fmla="*/ 120 h 146"/>
                <a:gd name="T46" fmla="*/ 4 w 96"/>
                <a:gd name="T47" fmla="*/ 112 h 146"/>
                <a:gd name="T48" fmla="*/ 2 w 96"/>
                <a:gd name="T49" fmla="*/ 102 h 146"/>
                <a:gd name="T50" fmla="*/ 0 w 96"/>
                <a:gd name="T51" fmla="*/ 90 h 146"/>
                <a:gd name="T52" fmla="*/ 0 w 96"/>
                <a:gd name="T53" fmla="*/ 78 h 146"/>
                <a:gd name="T54" fmla="*/ 2 w 96"/>
                <a:gd name="T55" fmla="*/ 62 h 146"/>
                <a:gd name="T56" fmla="*/ 4 w 96"/>
                <a:gd name="T57" fmla="*/ 44 h 146"/>
                <a:gd name="T58" fmla="*/ 10 w 96"/>
                <a:gd name="T59" fmla="*/ 22 h 146"/>
                <a:gd name="T60" fmla="*/ 18 w 96"/>
                <a:gd name="T61" fmla="*/ 0 h 146"/>
                <a:gd name="T62" fmla="*/ 18 w 96"/>
                <a:gd name="T6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146">
                  <a:moveTo>
                    <a:pt x="18" y="0"/>
                  </a:moveTo>
                  <a:lnTo>
                    <a:pt x="18" y="0"/>
                  </a:lnTo>
                  <a:lnTo>
                    <a:pt x="24" y="2"/>
                  </a:lnTo>
                  <a:lnTo>
                    <a:pt x="42" y="6"/>
                  </a:lnTo>
                  <a:lnTo>
                    <a:pt x="66" y="12"/>
                  </a:lnTo>
                  <a:lnTo>
                    <a:pt x="80" y="12"/>
                  </a:lnTo>
                  <a:lnTo>
                    <a:pt x="96" y="12"/>
                  </a:lnTo>
                  <a:lnTo>
                    <a:pt x="96" y="12"/>
                  </a:lnTo>
                  <a:lnTo>
                    <a:pt x="96" y="34"/>
                  </a:lnTo>
                  <a:lnTo>
                    <a:pt x="94" y="58"/>
                  </a:lnTo>
                  <a:lnTo>
                    <a:pt x="90" y="82"/>
                  </a:lnTo>
                  <a:lnTo>
                    <a:pt x="82" y="108"/>
                  </a:lnTo>
                  <a:lnTo>
                    <a:pt x="78" y="120"/>
                  </a:lnTo>
                  <a:lnTo>
                    <a:pt x="72" y="128"/>
                  </a:lnTo>
                  <a:lnTo>
                    <a:pt x="64" y="136"/>
                  </a:lnTo>
                  <a:lnTo>
                    <a:pt x="54" y="142"/>
                  </a:lnTo>
                  <a:lnTo>
                    <a:pt x="44" y="146"/>
                  </a:lnTo>
                  <a:lnTo>
                    <a:pt x="32" y="144"/>
                  </a:lnTo>
                  <a:lnTo>
                    <a:pt x="32" y="144"/>
                  </a:lnTo>
                  <a:lnTo>
                    <a:pt x="28" y="144"/>
                  </a:lnTo>
                  <a:lnTo>
                    <a:pt x="22" y="140"/>
                  </a:lnTo>
                  <a:lnTo>
                    <a:pt x="14" y="134"/>
                  </a:lnTo>
                  <a:lnTo>
                    <a:pt x="8" y="120"/>
                  </a:lnTo>
                  <a:lnTo>
                    <a:pt x="4" y="112"/>
                  </a:lnTo>
                  <a:lnTo>
                    <a:pt x="2" y="102"/>
                  </a:lnTo>
                  <a:lnTo>
                    <a:pt x="0" y="90"/>
                  </a:lnTo>
                  <a:lnTo>
                    <a:pt x="0" y="78"/>
                  </a:lnTo>
                  <a:lnTo>
                    <a:pt x="2" y="62"/>
                  </a:lnTo>
                  <a:lnTo>
                    <a:pt x="4" y="44"/>
                  </a:lnTo>
                  <a:lnTo>
                    <a:pt x="10" y="22"/>
                  </a:lnTo>
                  <a:lnTo>
                    <a:pt x="18" y="0"/>
                  </a:lnTo>
                  <a:lnTo>
                    <a:pt x="18"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0" name="Freeform 183"/>
            <p:cNvSpPr>
              <a:spLocks/>
            </p:cNvSpPr>
            <p:nvPr/>
          </p:nvSpPr>
          <p:spPr bwMode="auto">
            <a:xfrm>
              <a:off x="3574596" y="5452836"/>
              <a:ext cx="146050" cy="152400"/>
            </a:xfrm>
            <a:custGeom>
              <a:avLst/>
              <a:gdLst>
                <a:gd name="T0" fmla="*/ 34 w 92"/>
                <a:gd name="T1" fmla="*/ 82 h 96"/>
                <a:gd name="T2" fmla="*/ 34 w 92"/>
                <a:gd name="T3" fmla="*/ 82 h 96"/>
                <a:gd name="T4" fmla="*/ 28 w 92"/>
                <a:gd name="T5" fmla="*/ 80 h 96"/>
                <a:gd name="T6" fmla="*/ 22 w 92"/>
                <a:gd name="T7" fmla="*/ 76 h 96"/>
                <a:gd name="T8" fmla="*/ 16 w 92"/>
                <a:gd name="T9" fmla="*/ 68 h 96"/>
                <a:gd name="T10" fmla="*/ 8 w 92"/>
                <a:gd name="T11" fmla="*/ 58 h 96"/>
                <a:gd name="T12" fmla="*/ 4 w 92"/>
                <a:gd name="T13" fmla="*/ 44 h 96"/>
                <a:gd name="T14" fmla="*/ 2 w 92"/>
                <a:gd name="T15" fmla="*/ 24 h 96"/>
                <a:gd name="T16" fmla="*/ 4 w 92"/>
                <a:gd name="T17" fmla="*/ 0 h 96"/>
                <a:gd name="T18" fmla="*/ 4 w 92"/>
                <a:gd name="T19" fmla="*/ 0 h 96"/>
                <a:gd name="T20" fmla="*/ 0 w 92"/>
                <a:gd name="T21" fmla="*/ 28 h 96"/>
                <a:gd name="T22" fmla="*/ 2 w 92"/>
                <a:gd name="T23" fmla="*/ 50 h 96"/>
                <a:gd name="T24" fmla="*/ 6 w 92"/>
                <a:gd name="T25" fmla="*/ 68 h 96"/>
                <a:gd name="T26" fmla="*/ 12 w 92"/>
                <a:gd name="T27" fmla="*/ 80 h 96"/>
                <a:gd name="T28" fmla="*/ 18 w 92"/>
                <a:gd name="T29" fmla="*/ 88 h 96"/>
                <a:gd name="T30" fmla="*/ 24 w 92"/>
                <a:gd name="T31" fmla="*/ 94 h 96"/>
                <a:gd name="T32" fmla="*/ 30 w 92"/>
                <a:gd name="T33" fmla="*/ 96 h 96"/>
                <a:gd name="T34" fmla="*/ 30 w 92"/>
                <a:gd name="T35" fmla="*/ 96 h 96"/>
                <a:gd name="T36" fmla="*/ 38 w 92"/>
                <a:gd name="T37" fmla="*/ 96 h 96"/>
                <a:gd name="T38" fmla="*/ 46 w 92"/>
                <a:gd name="T39" fmla="*/ 96 h 96"/>
                <a:gd name="T40" fmla="*/ 58 w 92"/>
                <a:gd name="T41" fmla="*/ 92 h 96"/>
                <a:gd name="T42" fmla="*/ 68 w 92"/>
                <a:gd name="T43" fmla="*/ 84 h 96"/>
                <a:gd name="T44" fmla="*/ 76 w 92"/>
                <a:gd name="T45" fmla="*/ 74 h 96"/>
                <a:gd name="T46" fmla="*/ 82 w 92"/>
                <a:gd name="T47" fmla="*/ 60 h 96"/>
                <a:gd name="T48" fmla="*/ 86 w 92"/>
                <a:gd name="T49" fmla="*/ 46 h 96"/>
                <a:gd name="T50" fmla="*/ 90 w 92"/>
                <a:gd name="T51" fmla="*/ 30 h 96"/>
                <a:gd name="T52" fmla="*/ 92 w 92"/>
                <a:gd name="T53" fmla="*/ 16 h 96"/>
                <a:gd name="T54" fmla="*/ 92 w 92"/>
                <a:gd name="T55" fmla="*/ 16 h 96"/>
                <a:gd name="T56" fmla="*/ 86 w 92"/>
                <a:gd name="T57" fmla="*/ 42 h 96"/>
                <a:gd name="T58" fmla="*/ 80 w 92"/>
                <a:gd name="T59" fmla="*/ 54 h 96"/>
                <a:gd name="T60" fmla="*/ 74 w 92"/>
                <a:gd name="T61" fmla="*/ 64 h 96"/>
                <a:gd name="T62" fmla="*/ 66 w 92"/>
                <a:gd name="T63" fmla="*/ 74 h 96"/>
                <a:gd name="T64" fmla="*/ 58 w 92"/>
                <a:gd name="T65" fmla="*/ 80 h 96"/>
                <a:gd name="T66" fmla="*/ 46 w 92"/>
                <a:gd name="T67" fmla="*/ 82 h 96"/>
                <a:gd name="T68" fmla="*/ 34 w 92"/>
                <a:gd name="T69" fmla="*/ 82 h 96"/>
                <a:gd name="T70" fmla="*/ 34 w 92"/>
                <a:gd name="T71"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2" h="96">
                  <a:moveTo>
                    <a:pt x="34" y="82"/>
                  </a:moveTo>
                  <a:lnTo>
                    <a:pt x="34" y="82"/>
                  </a:lnTo>
                  <a:lnTo>
                    <a:pt x="28" y="80"/>
                  </a:lnTo>
                  <a:lnTo>
                    <a:pt x="22" y="76"/>
                  </a:lnTo>
                  <a:lnTo>
                    <a:pt x="16" y="68"/>
                  </a:lnTo>
                  <a:lnTo>
                    <a:pt x="8" y="58"/>
                  </a:lnTo>
                  <a:lnTo>
                    <a:pt x="4" y="44"/>
                  </a:lnTo>
                  <a:lnTo>
                    <a:pt x="2" y="24"/>
                  </a:lnTo>
                  <a:lnTo>
                    <a:pt x="4" y="0"/>
                  </a:lnTo>
                  <a:lnTo>
                    <a:pt x="4" y="0"/>
                  </a:lnTo>
                  <a:lnTo>
                    <a:pt x="0" y="28"/>
                  </a:lnTo>
                  <a:lnTo>
                    <a:pt x="2" y="50"/>
                  </a:lnTo>
                  <a:lnTo>
                    <a:pt x="6" y="68"/>
                  </a:lnTo>
                  <a:lnTo>
                    <a:pt x="12" y="80"/>
                  </a:lnTo>
                  <a:lnTo>
                    <a:pt x="18" y="88"/>
                  </a:lnTo>
                  <a:lnTo>
                    <a:pt x="24" y="94"/>
                  </a:lnTo>
                  <a:lnTo>
                    <a:pt x="30" y="96"/>
                  </a:lnTo>
                  <a:lnTo>
                    <a:pt x="30" y="96"/>
                  </a:lnTo>
                  <a:lnTo>
                    <a:pt x="38" y="96"/>
                  </a:lnTo>
                  <a:lnTo>
                    <a:pt x="46" y="96"/>
                  </a:lnTo>
                  <a:lnTo>
                    <a:pt x="58" y="92"/>
                  </a:lnTo>
                  <a:lnTo>
                    <a:pt x="68" y="84"/>
                  </a:lnTo>
                  <a:lnTo>
                    <a:pt x="76" y="74"/>
                  </a:lnTo>
                  <a:lnTo>
                    <a:pt x="82" y="60"/>
                  </a:lnTo>
                  <a:lnTo>
                    <a:pt x="86" y="46"/>
                  </a:lnTo>
                  <a:lnTo>
                    <a:pt x="90" y="30"/>
                  </a:lnTo>
                  <a:lnTo>
                    <a:pt x="92" y="16"/>
                  </a:lnTo>
                  <a:lnTo>
                    <a:pt x="92" y="16"/>
                  </a:lnTo>
                  <a:lnTo>
                    <a:pt x="86" y="42"/>
                  </a:lnTo>
                  <a:lnTo>
                    <a:pt x="80" y="54"/>
                  </a:lnTo>
                  <a:lnTo>
                    <a:pt x="74" y="64"/>
                  </a:lnTo>
                  <a:lnTo>
                    <a:pt x="66" y="74"/>
                  </a:lnTo>
                  <a:lnTo>
                    <a:pt x="58" y="80"/>
                  </a:lnTo>
                  <a:lnTo>
                    <a:pt x="46" y="82"/>
                  </a:lnTo>
                  <a:lnTo>
                    <a:pt x="34" y="82"/>
                  </a:lnTo>
                  <a:lnTo>
                    <a:pt x="34" y="8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1" name="Freeform 184"/>
            <p:cNvSpPr>
              <a:spLocks/>
            </p:cNvSpPr>
            <p:nvPr/>
          </p:nvSpPr>
          <p:spPr bwMode="auto">
            <a:xfrm>
              <a:off x="3628571" y="5414736"/>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2" name="Freeform 185"/>
            <p:cNvSpPr>
              <a:spLocks/>
            </p:cNvSpPr>
            <p:nvPr/>
          </p:nvSpPr>
          <p:spPr bwMode="auto">
            <a:xfrm>
              <a:off x="3673021" y="5421086"/>
              <a:ext cx="12700" cy="12700"/>
            </a:xfrm>
            <a:custGeom>
              <a:avLst/>
              <a:gdLst>
                <a:gd name="T0" fmla="*/ 8 w 8"/>
                <a:gd name="T1" fmla="*/ 4 h 8"/>
                <a:gd name="T2" fmla="*/ 8 w 8"/>
                <a:gd name="T3" fmla="*/ 4 h 8"/>
                <a:gd name="T4" fmla="*/ 6 w 8"/>
                <a:gd name="T5" fmla="*/ 8 h 8"/>
                <a:gd name="T6" fmla="*/ 4 w 8"/>
                <a:gd name="T7" fmla="*/ 8 h 8"/>
                <a:gd name="T8" fmla="*/ 4 w 8"/>
                <a:gd name="T9" fmla="*/ 8 h 8"/>
                <a:gd name="T10" fmla="*/ 0 w 8"/>
                <a:gd name="T11" fmla="*/ 6 h 8"/>
                <a:gd name="T12" fmla="*/ 0 w 8"/>
                <a:gd name="T13" fmla="*/ 4 h 8"/>
                <a:gd name="T14" fmla="*/ 0 w 8"/>
                <a:gd name="T15" fmla="*/ 4 h 8"/>
                <a:gd name="T16" fmla="*/ 2 w 8"/>
                <a:gd name="T17" fmla="*/ 0 h 8"/>
                <a:gd name="T18" fmla="*/ 4 w 8"/>
                <a:gd name="T19" fmla="*/ 0 h 8"/>
                <a:gd name="T20" fmla="*/ 4 w 8"/>
                <a:gd name="T21" fmla="*/ 0 h 8"/>
                <a:gd name="T22" fmla="*/ 8 w 8"/>
                <a:gd name="T23" fmla="*/ 2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4" y="8"/>
                  </a:lnTo>
                  <a:lnTo>
                    <a:pt x="4" y="8"/>
                  </a:lnTo>
                  <a:lnTo>
                    <a:pt x="0" y="6"/>
                  </a:lnTo>
                  <a:lnTo>
                    <a:pt x="0" y="4"/>
                  </a:lnTo>
                  <a:lnTo>
                    <a:pt x="0" y="4"/>
                  </a:lnTo>
                  <a:lnTo>
                    <a:pt x="2" y="0"/>
                  </a:lnTo>
                  <a:lnTo>
                    <a:pt x="4" y="0"/>
                  </a:lnTo>
                  <a:lnTo>
                    <a:pt x="4" y="0"/>
                  </a:lnTo>
                  <a:lnTo>
                    <a:pt x="8" y="2"/>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3" name="Freeform 186"/>
            <p:cNvSpPr>
              <a:spLocks/>
            </p:cNvSpPr>
            <p:nvPr/>
          </p:nvSpPr>
          <p:spPr bwMode="auto">
            <a:xfrm>
              <a:off x="3625396" y="5443311"/>
              <a:ext cx="12700" cy="12700"/>
            </a:xfrm>
            <a:custGeom>
              <a:avLst/>
              <a:gdLst>
                <a:gd name="T0" fmla="*/ 8 w 8"/>
                <a:gd name="T1" fmla="*/ 4 h 8"/>
                <a:gd name="T2" fmla="*/ 8 w 8"/>
                <a:gd name="T3" fmla="*/ 4 h 8"/>
                <a:gd name="T4" fmla="*/ 6 w 8"/>
                <a:gd name="T5" fmla="*/ 8 h 8"/>
                <a:gd name="T6" fmla="*/ 2 w 8"/>
                <a:gd name="T7" fmla="*/ 8 h 8"/>
                <a:gd name="T8" fmla="*/ 2 w 8"/>
                <a:gd name="T9" fmla="*/ 8 h 8"/>
                <a:gd name="T10" fmla="*/ 0 w 8"/>
                <a:gd name="T11" fmla="*/ 6 h 8"/>
                <a:gd name="T12" fmla="*/ 0 w 8"/>
                <a:gd name="T13" fmla="*/ 2 h 8"/>
                <a:gd name="T14" fmla="*/ 0 w 8"/>
                <a:gd name="T15" fmla="*/ 2 h 8"/>
                <a:gd name="T16" fmla="*/ 0 w 8"/>
                <a:gd name="T17" fmla="*/ 0 h 8"/>
                <a:gd name="T18" fmla="*/ 4 w 8"/>
                <a:gd name="T19" fmla="*/ 0 h 8"/>
                <a:gd name="T20" fmla="*/ 4 w 8"/>
                <a:gd name="T21" fmla="*/ 0 h 8"/>
                <a:gd name="T22" fmla="*/ 8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2" y="8"/>
                  </a:lnTo>
                  <a:lnTo>
                    <a:pt x="2" y="8"/>
                  </a:lnTo>
                  <a:lnTo>
                    <a:pt x="0" y="6"/>
                  </a:lnTo>
                  <a:lnTo>
                    <a:pt x="0" y="2"/>
                  </a:lnTo>
                  <a:lnTo>
                    <a:pt x="0" y="2"/>
                  </a:lnTo>
                  <a:lnTo>
                    <a:pt x="0" y="0"/>
                  </a:lnTo>
                  <a:lnTo>
                    <a:pt x="4" y="0"/>
                  </a:lnTo>
                  <a:lnTo>
                    <a:pt x="4" y="0"/>
                  </a:lnTo>
                  <a:lnTo>
                    <a:pt x="8"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4" name="Freeform 187"/>
            <p:cNvSpPr>
              <a:spLocks/>
            </p:cNvSpPr>
            <p:nvPr/>
          </p:nvSpPr>
          <p:spPr bwMode="auto">
            <a:xfrm>
              <a:off x="3666671" y="5449661"/>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2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2"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5" name="Freeform 188"/>
            <p:cNvSpPr>
              <a:spLocks/>
            </p:cNvSpPr>
            <p:nvPr/>
          </p:nvSpPr>
          <p:spPr bwMode="auto">
            <a:xfrm>
              <a:off x="3619046" y="5465536"/>
              <a:ext cx="15875" cy="15875"/>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2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2"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6" name="Freeform 189"/>
            <p:cNvSpPr>
              <a:spLocks/>
            </p:cNvSpPr>
            <p:nvPr/>
          </p:nvSpPr>
          <p:spPr bwMode="auto">
            <a:xfrm>
              <a:off x="3663496" y="5475061"/>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2 h 8"/>
                <a:gd name="T14" fmla="*/ 0 w 10"/>
                <a:gd name="T15" fmla="*/ 2 h 8"/>
                <a:gd name="T16" fmla="*/ 2 w 10"/>
                <a:gd name="T17" fmla="*/ 0 h 8"/>
                <a:gd name="T18" fmla="*/ 6 w 10"/>
                <a:gd name="T19" fmla="*/ 0 h 8"/>
                <a:gd name="T20" fmla="*/ 6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2"/>
                  </a:lnTo>
                  <a:lnTo>
                    <a:pt x="0" y="2"/>
                  </a:lnTo>
                  <a:lnTo>
                    <a:pt x="2" y="0"/>
                  </a:lnTo>
                  <a:lnTo>
                    <a:pt x="6" y="0"/>
                  </a:lnTo>
                  <a:lnTo>
                    <a:pt x="6"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7" name="Freeform 190"/>
            <p:cNvSpPr>
              <a:spLocks/>
            </p:cNvSpPr>
            <p:nvPr/>
          </p:nvSpPr>
          <p:spPr bwMode="auto">
            <a:xfrm>
              <a:off x="3615871" y="5490936"/>
              <a:ext cx="15875" cy="15875"/>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0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0"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8" name="Freeform 191"/>
            <p:cNvSpPr>
              <a:spLocks/>
            </p:cNvSpPr>
            <p:nvPr/>
          </p:nvSpPr>
          <p:spPr bwMode="auto">
            <a:xfrm>
              <a:off x="3660321" y="5497286"/>
              <a:ext cx="12700" cy="15875"/>
            </a:xfrm>
            <a:custGeom>
              <a:avLst/>
              <a:gdLst>
                <a:gd name="T0" fmla="*/ 8 w 8"/>
                <a:gd name="T1" fmla="*/ 6 h 10"/>
                <a:gd name="T2" fmla="*/ 8 w 8"/>
                <a:gd name="T3" fmla="*/ 6 h 10"/>
                <a:gd name="T4" fmla="*/ 6 w 8"/>
                <a:gd name="T5" fmla="*/ 8 h 10"/>
                <a:gd name="T6" fmla="*/ 4 w 8"/>
                <a:gd name="T7" fmla="*/ 10 h 10"/>
                <a:gd name="T8" fmla="*/ 4 w 8"/>
                <a:gd name="T9" fmla="*/ 10 h 10"/>
                <a:gd name="T10" fmla="*/ 0 w 8"/>
                <a:gd name="T11" fmla="*/ 8 h 10"/>
                <a:gd name="T12" fmla="*/ 0 w 8"/>
                <a:gd name="T13" fmla="*/ 4 h 10"/>
                <a:gd name="T14" fmla="*/ 0 w 8"/>
                <a:gd name="T15" fmla="*/ 4 h 10"/>
                <a:gd name="T16" fmla="*/ 2 w 8"/>
                <a:gd name="T17" fmla="*/ 2 h 10"/>
                <a:gd name="T18" fmla="*/ 4 w 8"/>
                <a:gd name="T19" fmla="*/ 0 h 10"/>
                <a:gd name="T20" fmla="*/ 4 w 8"/>
                <a:gd name="T21" fmla="*/ 0 h 10"/>
                <a:gd name="T22" fmla="*/ 8 w 8"/>
                <a:gd name="T23" fmla="*/ 2 h 10"/>
                <a:gd name="T24" fmla="*/ 8 w 8"/>
                <a:gd name="T25" fmla="*/ 6 h 10"/>
                <a:gd name="T26" fmla="*/ 8 w 8"/>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8" y="6"/>
                  </a:moveTo>
                  <a:lnTo>
                    <a:pt x="8" y="6"/>
                  </a:lnTo>
                  <a:lnTo>
                    <a:pt x="6" y="8"/>
                  </a:lnTo>
                  <a:lnTo>
                    <a:pt x="4" y="10"/>
                  </a:lnTo>
                  <a:lnTo>
                    <a:pt x="4" y="10"/>
                  </a:lnTo>
                  <a:lnTo>
                    <a:pt x="0" y="8"/>
                  </a:lnTo>
                  <a:lnTo>
                    <a:pt x="0" y="4"/>
                  </a:lnTo>
                  <a:lnTo>
                    <a:pt x="0" y="4"/>
                  </a:lnTo>
                  <a:lnTo>
                    <a:pt x="2" y="2"/>
                  </a:lnTo>
                  <a:lnTo>
                    <a:pt x="4" y="0"/>
                  </a:lnTo>
                  <a:lnTo>
                    <a:pt x="4" y="0"/>
                  </a:lnTo>
                  <a:lnTo>
                    <a:pt x="8" y="2"/>
                  </a:lnTo>
                  <a:lnTo>
                    <a:pt x="8" y="6"/>
                  </a:lnTo>
                  <a:lnTo>
                    <a:pt x="8"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9" name="Freeform 192"/>
            <p:cNvSpPr>
              <a:spLocks/>
            </p:cNvSpPr>
            <p:nvPr/>
          </p:nvSpPr>
          <p:spPr bwMode="auto">
            <a:xfrm>
              <a:off x="3631746" y="5417911"/>
              <a:ext cx="50800" cy="12700"/>
            </a:xfrm>
            <a:custGeom>
              <a:avLst/>
              <a:gdLst>
                <a:gd name="T0" fmla="*/ 32 w 32"/>
                <a:gd name="T1" fmla="*/ 6 h 8"/>
                <a:gd name="T2" fmla="*/ 32 w 32"/>
                <a:gd name="T3" fmla="*/ 6 h 8"/>
                <a:gd name="T4" fmla="*/ 30 w 32"/>
                <a:gd name="T5" fmla="*/ 8 h 8"/>
                <a:gd name="T6" fmla="*/ 2 w 32"/>
                <a:gd name="T7" fmla="*/ 2 h 8"/>
                <a:gd name="T8" fmla="*/ 2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2" y="2"/>
                  </a:lnTo>
                  <a:lnTo>
                    <a:pt x="2"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0" name="Freeform 193"/>
            <p:cNvSpPr>
              <a:spLocks/>
            </p:cNvSpPr>
            <p:nvPr/>
          </p:nvSpPr>
          <p:spPr bwMode="auto">
            <a:xfrm>
              <a:off x="3628571" y="5446486"/>
              <a:ext cx="50800" cy="12700"/>
            </a:xfrm>
            <a:custGeom>
              <a:avLst/>
              <a:gdLst>
                <a:gd name="T0" fmla="*/ 32 w 32"/>
                <a:gd name="T1" fmla="*/ 6 h 8"/>
                <a:gd name="T2" fmla="*/ 32 w 32"/>
                <a:gd name="T3" fmla="*/ 6 h 8"/>
                <a:gd name="T4" fmla="*/ 30 w 32"/>
                <a:gd name="T5" fmla="*/ 8 h 8"/>
                <a:gd name="T6" fmla="*/ 0 w 32"/>
                <a:gd name="T7" fmla="*/ 2 h 8"/>
                <a:gd name="T8" fmla="*/ 0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0" y="2"/>
                  </a:lnTo>
                  <a:lnTo>
                    <a:pt x="0"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1" name="Freeform 194"/>
            <p:cNvSpPr>
              <a:spLocks/>
            </p:cNvSpPr>
            <p:nvPr/>
          </p:nvSpPr>
          <p:spPr bwMode="auto">
            <a:xfrm>
              <a:off x="3625396" y="5471886"/>
              <a:ext cx="47625" cy="9525"/>
            </a:xfrm>
            <a:custGeom>
              <a:avLst/>
              <a:gdLst>
                <a:gd name="T0" fmla="*/ 30 w 30"/>
                <a:gd name="T1" fmla="*/ 6 h 6"/>
                <a:gd name="T2" fmla="*/ 30 w 30"/>
                <a:gd name="T3" fmla="*/ 6 h 6"/>
                <a:gd name="T4" fmla="*/ 30 w 30"/>
                <a:gd name="T5" fmla="*/ 6 h 6"/>
                <a:gd name="T6" fmla="*/ 0 w 30"/>
                <a:gd name="T7" fmla="*/ 2 h 6"/>
                <a:gd name="T8" fmla="*/ 0 w 30"/>
                <a:gd name="T9" fmla="*/ 2 h 6"/>
                <a:gd name="T10" fmla="*/ 0 w 30"/>
                <a:gd name="T11" fmla="*/ 0 h 6"/>
                <a:gd name="T12" fmla="*/ 0 w 30"/>
                <a:gd name="T13" fmla="*/ 0 h 6"/>
                <a:gd name="T14" fmla="*/ 0 w 30"/>
                <a:gd name="T15" fmla="*/ 0 h 6"/>
                <a:gd name="T16" fmla="*/ 30 w 30"/>
                <a:gd name="T17" fmla="*/ 4 h 6"/>
                <a:gd name="T18" fmla="*/ 30 w 30"/>
                <a:gd name="T19" fmla="*/ 4 h 6"/>
                <a:gd name="T20" fmla="*/ 30 w 30"/>
                <a:gd name="T21" fmla="*/ 6 h 6"/>
                <a:gd name="T22" fmla="*/ 30 w 30"/>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6">
                  <a:moveTo>
                    <a:pt x="30" y="6"/>
                  </a:moveTo>
                  <a:lnTo>
                    <a:pt x="30" y="6"/>
                  </a:lnTo>
                  <a:lnTo>
                    <a:pt x="30" y="6"/>
                  </a:lnTo>
                  <a:lnTo>
                    <a:pt x="0" y="2"/>
                  </a:lnTo>
                  <a:lnTo>
                    <a:pt x="0" y="2"/>
                  </a:lnTo>
                  <a:lnTo>
                    <a:pt x="0" y="0"/>
                  </a:lnTo>
                  <a:lnTo>
                    <a:pt x="0" y="0"/>
                  </a:lnTo>
                  <a:lnTo>
                    <a:pt x="0" y="0"/>
                  </a:lnTo>
                  <a:lnTo>
                    <a:pt x="30" y="4"/>
                  </a:lnTo>
                  <a:lnTo>
                    <a:pt x="30" y="4"/>
                  </a:lnTo>
                  <a:lnTo>
                    <a:pt x="30" y="6"/>
                  </a:lnTo>
                  <a:lnTo>
                    <a:pt x="3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2" name="Freeform 195"/>
            <p:cNvSpPr>
              <a:spLocks/>
            </p:cNvSpPr>
            <p:nvPr/>
          </p:nvSpPr>
          <p:spPr bwMode="auto">
            <a:xfrm>
              <a:off x="3619046" y="5497286"/>
              <a:ext cx="50800" cy="9525"/>
            </a:xfrm>
            <a:custGeom>
              <a:avLst/>
              <a:gdLst>
                <a:gd name="T0" fmla="*/ 32 w 32"/>
                <a:gd name="T1" fmla="*/ 6 h 6"/>
                <a:gd name="T2" fmla="*/ 32 w 32"/>
                <a:gd name="T3" fmla="*/ 6 h 6"/>
                <a:gd name="T4" fmla="*/ 30 w 32"/>
                <a:gd name="T5" fmla="*/ 6 h 6"/>
                <a:gd name="T6" fmla="*/ 2 w 32"/>
                <a:gd name="T7" fmla="*/ 2 h 6"/>
                <a:gd name="T8" fmla="*/ 2 w 32"/>
                <a:gd name="T9" fmla="*/ 2 h 6"/>
                <a:gd name="T10" fmla="*/ 0 w 32"/>
                <a:gd name="T11" fmla="*/ 0 h 6"/>
                <a:gd name="T12" fmla="*/ 0 w 32"/>
                <a:gd name="T13" fmla="*/ 0 h 6"/>
                <a:gd name="T14" fmla="*/ 2 w 32"/>
                <a:gd name="T15" fmla="*/ 0 h 6"/>
                <a:gd name="T16" fmla="*/ 30 w 32"/>
                <a:gd name="T17" fmla="*/ 4 h 6"/>
                <a:gd name="T18" fmla="*/ 30 w 32"/>
                <a:gd name="T19" fmla="*/ 4 h 6"/>
                <a:gd name="T20" fmla="*/ 32 w 32"/>
                <a:gd name="T21" fmla="*/ 6 h 6"/>
                <a:gd name="T22" fmla="*/ 32 w 32"/>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6">
                  <a:moveTo>
                    <a:pt x="32" y="6"/>
                  </a:moveTo>
                  <a:lnTo>
                    <a:pt x="32" y="6"/>
                  </a:lnTo>
                  <a:lnTo>
                    <a:pt x="30" y="6"/>
                  </a:lnTo>
                  <a:lnTo>
                    <a:pt x="2" y="2"/>
                  </a:lnTo>
                  <a:lnTo>
                    <a:pt x="2" y="2"/>
                  </a:lnTo>
                  <a:lnTo>
                    <a:pt x="0" y="0"/>
                  </a:lnTo>
                  <a:lnTo>
                    <a:pt x="0" y="0"/>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3" name="Freeform 196"/>
            <p:cNvSpPr>
              <a:spLocks/>
            </p:cNvSpPr>
            <p:nvPr/>
          </p:nvSpPr>
          <p:spPr bwMode="auto">
            <a:xfrm>
              <a:off x="3631746" y="5417911"/>
              <a:ext cx="44450" cy="38100"/>
            </a:xfrm>
            <a:custGeom>
              <a:avLst/>
              <a:gdLst>
                <a:gd name="T0" fmla="*/ 28 w 28"/>
                <a:gd name="T1" fmla="*/ 24 h 24"/>
                <a:gd name="T2" fmla="*/ 26 w 28"/>
                <a:gd name="T3" fmla="*/ 24 h 24"/>
                <a:gd name="T4" fmla="*/ 0 w 28"/>
                <a:gd name="T5" fmla="*/ 2 h 24"/>
                <a:gd name="T6" fmla="*/ 0 w 28"/>
                <a:gd name="T7" fmla="*/ 0 h 24"/>
                <a:gd name="T8" fmla="*/ 2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2"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4" name="Freeform 197"/>
            <p:cNvSpPr>
              <a:spLocks/>
            </p:cNvSpPr>
            <p:nvPr/>
          </p:nvSpPr>
          <p:spPr bwMode="auto">
            <a:xfrm>
              <a:off x="3628571" y="5424261"/>
              <a:ext cx="53975" cy="25400"/>
            </a:xfrm>
            <a:custGeom>
              <a:avLst/>
              <a:gdLst>
                <a:gd name="T0" fmla="*/ 0 w 34"/>
                <a:gd name="T1" fmla="*/ 16 h 16"/>
                <a:gd name="T2" fmla="*/ 0 w 34"/>
                <a:gd name="T3" fmla="*/ 16 h 16"/>
                <a:gd name="T4" fmla="*/ 0 w 34"/>
                <a:gd name="T5" fmla="*/ 12 h 16"/>
                <a:gd name="T6" fmla="*/ 32 w 34"/>
                <a:gd name="T7" fmla="*/ 0 h 16"/>
                <a:gd name="T8" fmla="*/ 32 w 34"/>
                <a:gd name="T9" fmla="*/ 0 h 16"/>
                <a:gd name="T10" fmla="*/ 34 w 34"/>
                <a:gd name="T11" fmla="*/ 2 h 16"/>
                <a:gd name="T12" fmla="*/ 34 w 34"/>
                <a:gd name="T13" fmla="*/ 2 h 16"/>
                <a:gd name="T14" fmla="*/ 34 w 34"/>
                <a:gd name="T15" fmla="*/ 4 h 16"/>
                <a:gd name="T16" fmla="*/ 2 w 34"/>
                <a:gd name="T17" fmla="*/ 16 h 16"/>
                <a:gd name="T18" fmla="*/ 2 w 34"/>
                <a:gd name="T19" fmla="*/ 16 h 16"/>
                <a:gd name="T20" fmla="*/ 0 w 34"/>
                <a:gd name="T21" fmla="*/ 16 h 16"/>
                <a:gd name="T22" fmla="*/ 0 w 34"/>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0" y="16"/>
                  </a:moveTo>
                  <a:lnTo>
                    <a:pt x="0" y="16"/>
                  </a:lnTo>
                  <a:lnTo>
                    <a:pt x="0" y="12"/>
                  </a:lnTo>
                  <a:lnTo>
                    <a:pt x="32" y="0"/>
                  </a:lnTo>
                  <a:lnTo>
                    <a:pt x="32" y="0"/>
                  </a:lnTo>
                  <a:lnTo>
                    <a:pt x="34" y="2"/>
                  </a:lnTo>
                  <a:lnTo>
                    <a:pt x="34" y="2"/>
                  </a:lnTo>
                  <a:lnTo>
                    <a:pt x="34" y="4"/>
                  </a:lnTo>
                  <a:lnTo>
                    <a:pt x="2" y="16"/>
                  </a:lnTo>
                  <a:lnTo>
                    <a:pt x="2" y="16"/>
                  </a:lnTo>
                  <a:lnTo>
                    <a:pt x="0" y="16"/>
                  </a:lnTo>
                  <a:lnTo>
                    <a:pt x="0" y="1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5" name="Freeform 198"/>
            <p:cNvSpPr>
              <a:spLocks/>
            </p:cNvSpPr>
            <p:nvPr/>
          </p:nvSpPr>
          <p:spPr bwMode="auto">
            <a:xfrm>
              <a:off x="3628571" y="5446486"/>
              <a:ext cx="44450" cy="38100"/>
            </a:xfrm>
            <a:custGeom>
              <a:avLst/>
              <a:gdLst>
                <a:gd name="T0" fmla="*/ 28 w 28"/>
                <a:gd name="T1" fmla="*/ 24 h 24"/>
                <a:gd name="T2" fmla="*/ 26 w 28"/>
                <a:gd name="T3" fmla="*/ 24 h 24"/>
                <a:gd name="T4" fmla="*/ 0 w 28"/>
                <a:gd name="T5" fmla="*/ 2 h 24"/>
                <a:gd name="T6" fmla="*/ 0 w 28"/>
                <a:gd name="T7" fmla="*/ 0 h 24"/>
                <a:gd name="T8" fmla="*/ 4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4"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6" name="Freeform 199"/>
            <p:cNvSpPr>
              <a:spLocks/>
            </p:cNvSpPr>
            <p:nvPr/>
          </p:nvSpPr>
          <p:spPr bwMode="auto">
            <a:xfrm>
              <a:off x="3625396" y="5452836"/>
              <a:ext cx="50800" cy="22225"/>
            </a:xfrm>
            <a:custGeom>
              <a:avLst/>
              <a:gdLst>
                <a:gd name="T0" fmla="*/ 0 w 32"/>
                <a:gd name="T1" fmla="*/ 14 h 14"/>
                <a:gd name="T2" fmla="*/ 0 w 32"/>
                <a:gd name="T3" fmla="*/ 14 h 14"/>
                <a:gd name="T4" fmla="*/ 0 w 32"/>
                <a:gd name="T5" fmla="*/ 12 h 14"/>
                <a:gd name="T6" fmla="*/ 30 w 32"/>
                <a:gd name="T7" fmla="*/ 0 h 14"/>
                <a:gd name="T8" fmla="*/ 30 w 32"/>
                <a:gd name="T9" fmla="*/ 0 h 14"/>
                <a:gd name="T10" fmla="*/ 32 w 32"/>
                <a:gd name="T11" fmla="*/ 0 h 14"/>
                <a:gd name="T12" fmla="*/ 32 w 32"/>
                <a:gd name="T13" fmla="*/ 0 h 14"/>
                <a:gd name="T14" fmla="*/ 32 w 32"/>
                <a:gd name="T15" fmla="*/ 2 h 14"/>
                <a:gd name="T16" fmla="*/ 2 w 32"/>
                <a:gd name="T17" fmla="*/ 14 h 14"/>
                <a:gd name="T18" fmla="*/ 2 w 32"/>
                <a:gd name="T19" fmla="*/ 14 h 14"/>
                <a:gd name="T20" fmla="*/ 0 w 32"/>
                <a:gd name="T21" fmla="*/ 14 h 14"/>
                <a:gd name="T22" fmla="*/ 0 w 32"/>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4"/>
                  </a:moveTo>
                  <a:lnTo>
                    <a:pt x="0" y="14"/>
                  </a:lnTo>
                  <a:lnTo>
                    <a:pt x="0" y="12"/>
                  </a:lnTo>
                  <a:lnTo>
                    <a:pt x="30" y="0"/>
                  </a:lnTo>
                  <a:lnTo>
                    <a:pt x="30" y="0"/>
                  </a:lnTo>
                  <a:lnTo>
                    <a:pt x="32" y="0"/>
                  </a:lnTo>
                  <a:lnTo>
                    <a:pt x="32" y="0"/>
                  </a:lnTo>
                  <a:lnTo>
                    <a:pt x="32" y="2"/>
                  </a:lnTo>
                  <a:lnTo>
                    <a:pt x="2" y="14"/>
                  </a:lnTo>
                  <a:lnTo>
                    <a:pt x="2" y="14"/>
                  </a:lnTo>
                  <a:lnTo>
                    <a:pt x="0" y="14"/>
                  </a:lnTo>
                  <a:lnTo>
                    <a:pt x="0"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7" name="Freeform 200"/>
            <p:cNvSpPr>
              <a:spLocks/>
            </p:cNvSpPr>
            <p:nvPr/>
          </p:nvSpPr>
          <p:spPr bwMode="auto">
            <a:xfrm>
              <a:off x="3625396" y="5471886"/>
              <a:ext cx="44450" cy="34925"/>
            </a:xfrm>
            <a:custGeom>
              <a:avLst/>
              <a:gdLst>
                <a:gd name="T0" fmla="*/ 28 w 28"/>
                <a:gd name="T1" fmla="*/ 22 h 22"/>
                <a:gd name="T2" fmla="*/ 26 w 28"/>
                <a:gd name="T3" fmla="*/ 22 h 22"/>
                <a:gd name="T4" fmla="*/ 0 w 28"/>
                <a:gd name="T5" fmla="*/ 2 h 22"/>
                <a:gd name="T6" fmla="*/ 0 w 28"/>
                <a:gd name="T7" fmla="*/ 0 h 22"/>
                <a:gd name="T8" fmla="*/ 2 w 28"/>
                <a:gd name="T9" fmla="*/ 0 h 22"/>
                <a:gd name="T10" fmla="*/ 28 w 28"/>
                <a:gd name="T11" fmla="*/ 20 h 22"/>
                <a:gd name="T12" fmla="*/ 28 w 28"/>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8" y="22"/>
                  </a:moveTo>
                  <a:lnTo>
                    <a:pt x="26" y="22"/>
                  </a:lnTo>
                  <a:lnTo>
                    <a:pt x="0" y="2"/>
                  </a:lnTo>
                  <a:lnTo>
                    <a:pt x="0" y="0"/>
                  </a:lnTo>
                  <a:lnTo>
                    <a:pt x="2" y="0"/>
                  </a:lnTo>
                  <a:lnTo>
                    <a:pt x="28" y="20"/>
                  </a:lnTo>
                  <a:lnTo>
                    <a:pt x="28" y="2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8" name="Freeform 201"/>
            <p:cNvSpPr>
              <a:spLocks/>
            </p:cNvSpPr>
            <p:nvPr/>
          </p:nvSpPr>
          <p:spPr bwMode="auto">
            <a:xfrm>
              <a:off x="3619046" y="5478236"/>
              <a:ext cx="50800" cy="22225"/>
            </a:xfrm>
            <a:custGeom>
              <a:avLst/>
              <a:gdLst>
                <a:gd name="T0" fmla="*/ 0 w 32"/>
                <a:gd name="T1" fmla="*/ 12 h 14"/>
                <a:gd name="T2" fmla="*/ 0 w 32"/>
                <a:gd name="T3" fmla="*/ 12 h 14"/>
                <a:gd name="T4" fmla="*/ 0 w 32"/>
                <a:gd name="T5" fmla="*/ 10 h 14"/>
                <a:gd name="T6" fmla="*/ 30 w 32"/>
                <a:gd name="T7" fmla="*/ 0 h 14"/>
                <a:gd name="T8" fmla="*/ 30 w 32"/>
                <a:gd name="T9" fmla="*/ 0 h 14"/>
                <a:gd name="T10" fmla="*/ 32 w 32"/>
                <a:gd name="T11" fmla="*/ 2 h 14"/>
                <a:gd name="T12" fmla="*/ 32 w 32"/>
                <a:gd name="T13" fmla="*/ 2 h 14"/>
                <a:gd name="T14" fmla="*/ 32 w 32"/>
                <a:gd name="T15" fmla="*/ 2 h 14"/>
                <a:gd name="T16" fmla="*/ 2 w 32"/>
                <a:gd name="T17" fmla="*/ 14 h 14"/>
                <a:gd name="T18" fmla="*/ 2 w 32"/>
                <a:gd name="T19" fmla="*/ 14 h 14"/>
                <a:gd name="T20" fmla="*/ 0 w 32"/>
                <a:gd name="T21" fmla="*/ 12 h 14"/>
                <a:gd name="T22" fmla="*/ 0 w 32"/>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2"/>
                  </a:moveTo>
                  <a:lnTo>
                    <a:pt x="0" y="12"/>
                  </a:lnTo>
                  <a:lnTo>
                    <a:pt x="0" y="10"/>
                  </a:lnTo>
                  <a:lnTo>
                    <a:pt x="30" y="0"/>
                  </a:lnTo>
                  <a:lnTo>
                    <a:pt x="30" y="0"/>
                  </a:lnTo>
                  <a:lnTo>
                    <a:pt x="32" y="2"/>
                  </a:lnTo>
                  <a:lnTo>
                    <a:pt x="32" y="2"/>
                  </a:lnTo>
                  <a:lnTo>
                    <a:pt x="32" y="2"/>
                  </a:lnTo>
                  <a:lnTo>
                    <a:pt x="2" y="14"/>
                  </a:lnTo>
                  <a:lnTo>
                    <a:pt x="2" y="14"/>
                  </a:lnTo>
                  <a:lnTo>
                    <a:pt x="0" y="12"/>
                  </a:lnTo>
                  <a:lnTo>
                    <a:pt x="0"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9" name="Freeform 202"/>
            <p:cNvSpPr>
              <a:spLocks/>
            </p:cNvSpPr>
            <p:nvPr/>
          </p:nvSpPr>
          <p:spPr bwMode="auto">
            <a:xfrm>
              <a:off x="3587296" y="3995511"/>
              <a:ext cx="466725" cy="1393825"/>
            </a:xfrm>
            <a:custGeom>
              <a:avLst/>
              <a:gdLst>
                <a:gd name="T0" fmla="*/ 128 w 294"/>
                <a:gd name="T1" fmla="*/ 30 h 878"/>
                <a:gd name="T2" fmla="*/ 128 w 294"/>
                <a:gd name="T3" fmla="*/ 30 h 878"/>
                <a:gd name="T4" fmla="*/ 136 w 294"/>
                <a:gd name="T5" fmla="*/ 20 h 878"/>
                <a:gd name="T6" fmla="*/ 148 w 294"/>
                <a:gd name="T7" fmla="*/ 12 h 878"/>
                <a:gd name="T8" fmla="*/ 162 w 294"/>
                <a:gd name="T9" fmla="*/ 4 h 878"/>
                <a:gd name="T10" fmla="*/ 178 w 294"/>
                <a:gd name="T11" fmla="*/ 0 h 878"/>
                <a:gd name="T12" fmla="*/ 178 w 294"/>
                <a:gd name="T13" fmla="*/ 0 h 878"/>
                <a:gd name="T14" fmla="*/ 188 w 294"/>
                <a:gd name="T15" fmla="*/ 0 h 878"/>
                <a:gd name="T16" fmla="*/ 200 w 294"/>
                <a:gd name="T17" fmla="*/ 0 h 878"/>
                <a:gd name="T18" fmla="*/ 224 w 294"/>
                <a:gd name="T19" fmla="*/ 6 h 878"/>
                <a:gd name="T20" fmla="*/ 224 w 294"/>
                <a:gd name="T21" fmla="*/ 6 h 878"/>
                <a:gd name="T22" fmla="*/ 238 w 294"/>
                <a:gd name="T23" fmla="*/ 10 h 878"/>
                <a:gd name="T24" fmla="*/ 250 w 294"/>
                <a:gd name="T25" fmla="*/ 16 h 878"/>
                <a:gd name="T26" fmla="*/ 260 w 294"/>
                <a:gd name="T27" fmla="*/ 22 h 878"/>
                <a:gd name="T28" fmla="*/ 268 w 294"/>
                <a:gd name="T29" fmla="*/ 30 h 878"/>
                <a:gd name="T30" fmla="*/ 276 w 294"/>
                <a:gd name="T31" fmla="*/ 40 h 878"/>
                <a:gd name="T32" fmla="*/ 282 w 294"/>
                <a:gd name="T33" fmla="*/ 48 h 878"/>
                <a:gd name="T34" fmla="*/ 286 w 294"/>
                <a:gd name="T35" fmla="*/ 58 h 878"/>
                <a:gd name="T36" fmla="*/ 290 w 294"/>
                <a:gd name="T37" fmla="*/ 68 h 878"/>
                <a:gd name="T38" fmla="*/ 294 w 294"/>
                <a:gd name="T39" fmla="*/ 90 h 878"/>
                <a:gd name="T40" fmla="*/ 294 w 294"/>
                <a:gd name="T41" fmla="*/ 114 h 878"/>
                <a:gd name="T42" fmla="*/ 292 w 294"/>
                <a:gd name="T43" fmla="*/ 136 h 878"/>
                <a:gd name="T44" fmla="*/ 288 w 294"/>
                <a:gd name="T45" fmla="*/ 156 h 878"/>
                <a:gd name="T46" fmla="*/ 288 w 294"/>
                <a:gd name="T47" fmla="*/ 156 h 878"/>
                <a:gd name="T48" fmla="*/ 278 w 294"/>
                <a:gd name="T49" fmla="*/ 214 h 878"/>
                <a:gd name="T50" fmla="*/ 266 w 294"/>
                <a:gd name="T51" fmla="*/ 270 h 878"/>
                <a:gd name="T52" fmla="*/ 252 w 294"/>
                <a:gd name="T53" fmla="*/ 328 h 878"/>
                <a:gd name="T54" fmla="*/ 242 w 294"/>
                <a:gd name="T55" fmla="*/ 384 h 878"/>
                <a:gd name="T56" fmla="*/ 242 w 294"/>
                <a:gd name="T57" fmla="*/ 384 h 878"/>
                <a:gd name="T58" fmla="*/ 232 w 294"/>
                <a:gd name="T59" fmla="*/ 426 h 878"/>
                <a:gd name="T60" fmla="*/ 220 w 294"/>
                <a:gd name="T61" fmla="*/ 468 h 878"/>
                <a:gd name="T62" fmla="*/ 208 w 294"/>
                <a:gd name="T63" fmla="*/ 510 h 878"/>
                <a:gd name="T64" fmla="*/ 198 w 294"/>
                <a:gd name="T65" fmla="*/ 550 h 878"/>
                <a:gd name="T66" fmla="*/ 198 w 294"/>
                <a:gd name="T67" fmla="*/ 550 h 878"/>
                <a:gd name="T68" fmla="*/ 180 w 294"/>
                <a:gd name="T69" fmla="*/ 624 h 878"/>
                <a:gd name="T70" fmla="*/ 154 w 294"/>
                <a:gd name="T71" fmla="*/ 714 h 878"/>
                <a:gd name="T72" fmla="*/ 110 w 294"/>
                <a:gd name="T73" fmla="*/ 878 h 878"/>
                <a:gd name="T74" fmla="*/ 0 w 294"/>
                <a:gd name="T75" fmla="*/ 866 h 878"/>
                <a:gd name="T76" fmla="*/ 0 w 294"/>
                <a:gd name="T77" fmla="*/ 866 h 878"/>
                <a:gd name="T78" fmla="*/ 8 w 294"/>
                <a:gd name="T79" fmla="*/ 808 h 878"/>
                <a:gd name="T80" fmla="*/ 16 w 294"/>
                <a:gd name="T81" fmla="*/ 728 h 878"/>
                <a:gd name="T82" fmla="*/ 28 w 294"/>
                <a:gd name="T83" fmla="*/ 582 h 878"/>
                <a:gd name="T84" fmla="*/ 28 w 294"/>
                <a:gd name="T85" fmla="*/ 582 h 878"/>
                <a:gd name="T86" fmla="*/ 36 w 294"/>
                <a:gd name="T87" fmla="*/ 494 h 878"/>
                <a:gd name="T88" fmla="*/ 46 w 294"/>
                <a:gd name="T89" fmla="*/ 404 h 878"/>
                <a:gd name="T90" fmla="*/ 58 w 294"/>
                <a:gd name="T91" fmla="*/ 314 h 878"/>
                <a:gd name="T92" fmla="*/ 74 w 294"/>
                <a:gd name="T93" fmla="*/ 226 h 878"/>
                <a:gd name="T94" fmla="*/ 74 w 294"/>
                <a:gd name="T95" fmla="*/ 226 h 878"/>
                <a:gd name="T96" fmla="*/ 94 w 294"/>
                <a:gd name="T97" fmla="*/ 124 h 878"/>
                <a:gd name="T98" fmla="*/ 94 w 294"/>
                <a:gd name="T99" fmla="*/ 124 h 878"/>
                <a:gd name="T100" fmla="*/ 98 w 294"/>
                <a:gd name="T101" fmla="*/ 100 h 878"/>
                <a:gd name="T102" fmla="*/ 106 w 294"/>
                <a:gd name="T103" fmla="*/ 76 h 878"/>
                <a:gd name="T104" fmla="*/ 116 w 294"/>
                <a:gd name="T105" fmla="*/ 52 h 878"/>
                <a:gd name="T106" fmla="*/ 128 w 294"/>
                <a:gd name="T107" fmla="*/ 30 h 878"/>
                <a:gd name="T108" fmla="*/ 128 w 294"/>
                <a:gd name="T109" fmla="*/ 30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4" h="878">
                  <a:moveTo>
                    <a:pt x="128" y="30"/>
                  </a:moveTo>
                  <a:lnTo>
                    <a:pt x="128" y="30"/>
                  </a:lnTo>
                  <a:lnTo>
                    <a:pt x="136" y="20"/>
                  </a:lnTo>
                  <a:lnTo>
                    <a:pt x="148" y="12"/>
                  </a:lnTo>
                  <a:lnTo>
                    <a:pt x="162" y="4"/>
                  </a:lnTo>
                  <a:lnTo>
                    <a:pt x="178" y="0"/>
                  </a:lnTo>
                  <a:lnTo>
                    <a:pt x="178" y="0"/>
                  </a:lnTo>
                  <a:lnTo>
                    <a:pt x="188" y="0"/>
                  </a:lnTo>
                  <a:lnTo>
                    <a:pt x="200" y="0"/>
                  </a:lnTo>
                  <a:lnTo>
                    <a:pt x="224" y="6"/>
                  </a:lnTo>
                  <a:lnTo>
                    <a:pt x="224" y="6"/>
                  </a:lnTo>
                  <a:lnTo>
                    <a:pt x="238" y="10"/>
                  </a:lnTo>
                  <a:lnTo>
                    <a:pt x="250" y="16"/>
                  </a:lnTo>
                  <a:lnTo>
                    <a:pt x="260" y="22"/>
                  </a:lnTo>
                  <a:lnTo>
                    <a:pt x="268" y="30"/>
                  </a:lnTo>
                  <a:lnTo>
                    <a:pt x="276" y="40"/>
                  </a:lnTo>
                  <a:lnTo>
                    <a:pt x="282" y="48"/>
                  </a:lnTo>
                  <a:lnTo>
                    <a:pt x="286" y="58"/>
                  </a:lnTo>
                  <a:lnTo>
                    <a:pt x="290" y="68"/>
                  </a:lnTo>
                  <a:lnTo>
                    <a:pt x="294" y="90"/>
                  </a:lnTo>
                  <a:lnTo>
                    <a:pt x="294" y="114"/>
                  </a:lnTo>
                  <a:lnTo>
                    <a:pt x="292" y="136"/>
                  </a:lnTo>
                  <a:lnTo>
                    <a:pt x="288" y="156"/>
                  </a:lnTo>
                  <a:lnTo>
                    <a:pt x="288" y="156"/>
                  </a:lnTo>
                  <a:lnTo>
                    <a:pt x="278" y="214"/>
                  </a:lnTo>
                  <a:lnTo>
                    <a:pt x="266" y="270"/>
                  </a:lnTo>
                  <a:lnTo>
                    <a:pt x="252" y="328"/>
                  </a:lnTo>
                  <a:lnTo>
                    <a:pt x="242" y="384"/>
                  </a:lnTo>
                  <a:lnTo>
                    <a:pt x="242" y="384"/>
                  </a:lnTo>
                  <a:lnTo>
                    <a:pt x="232" y="426"/>
                  </a:lnTo>
                  <a:lnTo>
                    <a:pt x="220" y="468"/>
                  </a:lnTo>
                  <a:lnTo>
                    <a:pt x="208" y="510"/>
                  </a:lnTo>
                  <a:lnTo>
                    <a:pt x="198" y="550"/>
                  </a:lnTo>
                  <a:lnTo>
                    <a:pt x="198" y="550"/>
                  </a:lnTo>
                  <a:lnTo>
                    <a:pt x="180" y="624"/>
                  </a:lnTo>
                  <a:lnTo>
                    <a:pt x="154" y="714"/>
                  </a:lnTo>
                  <a:lnTo>
                    <a:pt x="110" y="878"/>
                  </a:lnTo>
                  <a:lnTo>
                    <a:pt x="0" y="866"/>
                  </a:lnTo>
                  <a:lnTo>
                    <a:pt x="0" y="866"/>
                  </a:lnTo>
                  <a:lnTo>
                    <a:pt x="8" y="808"/>
                  </a:lnTo>
                  <a:lnTo>
                    <a:pt x="16" y="728"/>
                  </a:lnTo>
                  <a:lnTo>
                    <a:pt x="28" y="582"/>
                  </a:lnTo>
                  <a:lnTo>
                    <a:pt x="28" y="582"/>
                  </a:lnTo>
                  <a:lnTo>
                    <a:pt x="36" y="494"/>
                  </a:lnTo>
                  <a:lnTo>
                    <a:pt x="46" y="404"/>
                  </a:lnTo>
                  <a:lnTo>
                    <a:pt x="58" y="314"/>
                  </a:lnTo>
                  <a:lnTo>
                    <a:pt x="74" y="226"/>
                  </a:lnTo>
                  <a:lnTo>
                    <a:pt x="74" y="226"/>
                  </a:lnTo>
                  <a:lnTo>
                    <a:pt x="94" y="124"/>
                  </a:lnTo>
                  <a:lnTo>
                    <a:pt x="94" y="124"/>
                  </a:lnTo>
                  <a:lnTo>
                    <a:pt x="98" y="100"/>
                  </a:lnTo>
                  <a:lnTo>
                    <a:pt x="106" y="76"/>
                  </a:lnTo>
                  <a:lnTo>
                    <a:pt x="116" y="52"/>
                  </a:lnTo>
                  <a:lnTo>
                    <a:pt x="128" y="30"/>
                  </a:lnTo>
                  <a:lnTo>
                    <a:pt x="128" y="30"/>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0" name="Freeform 203"/>
            <p:cNvSpPr>
              <a:spLocks/>
            </p:cNvSpPr>
            <p:nvPr/>
          </p:nvSpPr>
          <p:spPr bwMode="auto">
            <a:xfrm>
              <a:off x="3095171" y="3087461"/>
              <a:ext cx="892175" cy="368300"/>
            </a:xfrm>
            <a:custGeom>
              <a:avLst/>
              <a:gdLst>
                <a:gd name="T0" fmla="*/ 404 w 562"/>
                <a:gd name="T1" fmla="*/ 2 h 232"/>
                <a:gd name="T2" fmla="*/ 404 w 562"/>
                <a:gd name="T3" fmla="*/ 2 h 232"/>
                <a:gd name="T4" fmla="*/ 426 w 562"/>
                <a:gd name="T5" fmla="*/ 4 h 232"/>
                <a:gd name="T6" fmla="*/ 448 w 562"/>
                <a:gd name="T7" fmla="*/ 6 h 232"/>
                <a:gd name="T8" fmla="*/ 448 w 562"/>
                <a:gd name="T9" fmla="*/ 6 h 232"/>
                <a:gd name="T10" fmla="*/ 466 w 562"/>
                <a:gd name="T11" fmla="*/ 8 h 232"/>
                <a:gd name="T12" fmla="*/ 484 w 562"/>
                <a:gd name="T13" fmla="*/ 16 h 232"/>
                <a:gd name="T14" fmla="*/ 500 w 562"/>
                <a:gd name="T15" fmla="*/ 24 h 232"/>
                <a:gd name="T16" fmla="*/ 514 w 562"/>
                <a:gd name="T17" fmla="*/ 36 h 232"/>
                <a:gd name="T18" fmla="*/ 528 w 562"/>
                <a:gd name="T19" fmla="*/ 50 h 232"/>
                <a:gd name="T20" fmla="*/ 538 w 562"/>
                <a:gd name="T21" fmla="*/ 64 h 232"/>
                <a:gd name="T22" fmla="*/ 548 w 562"/>
                <a:gd name="T23" fmla="*/ 82 h 232"/>
                <a:gd name="T24" fmla="*/ 554 w 562"/>
                <a:gd name="T25" fmla="*/ 98 h 232"/>
                <a:gd name="T26" fmla="*/ 554 w 562"/>
                <a:gd name="T27" fmla="*/ 98 h 232"/>
                <a:gd name="T28" fmla="*/ 560 w 562"/>
                <a:gd name="T29" fmla="*/ 124 h 232"/>
                <a:gd name="T30" fmla="*/ 562 w 562"/>
                <a:gd name="T31" fmla="*/ 150 h 232"/>
                <a:gd name="T32" fmla="*/ 282 w 562"/>
                <a:gd name="T33" fmla="*/ 150 h 232"/>
                <a:gd name="T34" fmla="*/ 0 w 562"/>
                <a:gd name="T35" fmla="*/ 150 h 232"/>
                <a:gd name="T36" fmla="*/ 0 w 562"/>
                <a:gd name="T37" fmla="*/ 150 h 232"/>
                <a:gd name="T38" fmla="*/ 2 w 562"/>
                <a:gd name="T39" fmla="*/ 124 h 232"/>
                <a:gd name="T40" fmla="*/ 8 w 562"/>
                <a:gd name="T41" fmla="*/ 98 h 232"/>
                <a:gd name="T42" fmla="*/ 8 w 562"/>
                <a:gd name="T43" fmla="*/ 98 h 232"/>
                <a:gd name="T44" fmla="*/ 14 w 562"/>
                <a:gd name="T45" fmla="*/ 82 h 232"/>
                <a:gd name="T46" fmla="*/ 24 w 562"/>
                <a:gd name="T47" fmla="*/ 64 h 232"/>
                <a:gd name="T48" fmla="*/ 34 w 562"/>
                <a:gd name="T49" fmla="*/ 50 h 232"/>
                <a:gd name="T50" fmla="*/ 48 w 562"/>
                <a:gd name="T51" fmla="*/ 36 h 232"/>
                <a:gd name="T52" fmla="*/ 62 w 562"/>
                <a:gd name="T53" fmla="*/ 26 h 232"/>
                <a:gd name="T54" fmla="*/ 80 w 562"/>
                <a:gd name="T55" fmla="*/ 16 h 232"/>
                <a:gd name="T56" fmla="*/ 96 w 562"/>
                <a:gd name="T57" fmla="*/ 10 h 232"/>
                <a:gd name="T58" fmla="*/ 116 w 562"/>
                <a:gd name="T59" fmla="*/ 8 h 232"/>
                <a:gd name="T60" fmla="*/ 116 w 562"/>
                <a:gd name="T61" fmla="*/ 8 h 232"/>
                <a:gd name="T62" fmla="*/ 172 w 562"/>
                <a:gd name="T63" fmla="*/ 0 h 232"/>
                <a:gd name="T64" fmla="*/ 276 w 562"/>
                <a:gd name="T65" fmla="*/ 232 h 232"/>
                <a:gd name="T66" fmla="*/ 404 w 562"/>
                <a:gd name="T67" fmla="*/ 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62" h="232">
                  <a:moveTo>
                    <a:pt x="404" y="2"/>
                  </a:moveTo>
                  <a:lnTo>
                    <a:pt x="404" y="2"/>
                  </a:lnTo>
                  <a:lnTo>
                    <a:pt x="426" y="4"/>
                  </a:lnTo>
                  <a:lnTo>
                    <a:pt x="448" y="6"/>
                  </a:lnTo>
                  <a:lnTo>
                    <a:pt x="448" y="6"/>
                  </a:lnTo>
                  <a:lnTo>
                    <a:pt x="466" y="8"/>
                  </a:lnTo>
                  <a:lnTo>
                    <a:pt x="484" y="16"/>
                  </a:lnTo>
                  <a:lnTo>
                    <a:pt x="500" y="24"/>
                  </a:lnTo>
                  <a:lnTo>
                    <a:pt x="514" y="36"/>
                  </a:lnTo>
                  <a:lnTo>
                    <a:pt x="528" y="50"/>
                  </a:lnTo>
                  <a:lnTo>
                    <a:pt x="538" y="64"/>
                  </a:lnTo>
                  <a:lnTo>
                    <a:pt x="548" y="82"/>
                  </a:lnTo>
                  <a:lnTo>
                    <a:pt x="554" y="98"/>
                  </a:lnTo>
                  <a:lnTo>
                    <a:pt x="554" y="98"/>
                  </a:lnTo>
                  <a:lnTo>
                    <a:pt x="560" y="124"/>
                  </a:lnTo>
                  <a:lnTo>
                    <a:pt x="562" y="150"/>
                  </a:lnTo>
                  <a:lnTo>
                    <a:pt x="282" y="150"/>
                  </a:lnTo>
                  <a:lnTo>
                    <a:pt x="0" y="150"/>
                  </a:lnTo>
                  <a:lnTo>
                    <a:pt x="0" y="150"/>
                  </a:lnTo>
                  <a:lnTo>
                    <a:pt x="2" y="124"/>
                  </a:lnTo>
                  <a:lnTo>
                    <a:pt x="8" y="98"/>
                  </a:lnTo>
                  <a:lnTo>
                    <a:pt x="8" y="98"/>
                  </a:lnTo>
                  <a:lnTo>
                    <a:pt x="14" y="82"/>
                  </a:lnTo>
                  <a:lnTo>
                    <a:pt x="24" y="64"/>
                  </a:lnTo>
                  <a:lnTo>
                    <a:pt x="34" y="50"/>
                  </a:lnTo>
                  <a:lnTo>
                    <a:pt x="48" y="36"/>
                  </a:lnTo>
                  <a:lnTo>
                    <a:pt x="62" y="26"/>
                  </a:lnTo>
                  <a:lnTo>
                    <a:pt x="80" y="16"/>
                  </a:lnTo>
                  <a:lnTo>
                    <a:pt x="96" y="10"/>
                  </a:lnTo>
                  <a:lnTo>
                    <a:pt x="116" y="8"/>
                  </a:lnTo>
                  <a:lnTo>
                    <a:pt x="116" y="8"/>
                  </a:lnTo>
                  <a:lnTo>
                    <a:pt x="172" y="0"/>
                  </a:lnTo>
                  <a:lnTo>
                    <a:pt x="276" y="232"/>
                  </a:lnTo>
                  <a:lnTo>
                    <a:pt x="404" y="2"/>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1" name="Freeform 204"/>
            <p:cNvSpPr>
              <a:spLocks/>
            </p:cNvSpPr>
            <p:nvPr/>
          </p:nvSpPr>
          <p:spPr bwMode="auto">
            <a:xfrm>
              <a:off x="3241221" y="3312886"/>
              <a:ext cx="593725" cy="609600"/>
            </a:xfrm>
            <a:custGeom>
              <a:avLst/>
              <a:gdLst>
                <a:gd name="T0" fmla="*/ 362 w 374"/>
                <a:gd name="T1" fmla="*/ 0 h 384"/>
                <a:gd name="T2" fmla="*/ 16 w 374"/>
                <a:gd name="T3" fmla="*/ 0 h 384"/>
                <a:gd name="T4" fmla="*/ 16 w 374"/>
                <a:gd name="T5" fmla="*/ 0 h 384"/>
                <a:gd name="T6" fmla="*/ 16 w 374"/>
                <a:gd name="T7" fmla="*/ 146 h 384"/>
                <a:gd name="T8" fmla="*/ 16 w 374"/>
                <a:gd name="T9" fmla="*/ 146 h 384"/>
                <a:gd name="T10" fmla="*/ 16 w 374"/>
                <a:gd name="T11" fmla="*/ 190 h 384"/>
                <a:gd name="T12" fmla="*/ 14 w 374"/>
                <a:gd name="T13" fmla="*/ 232 h 384"/>
                <a:gd name="T14" fmla="*/ 8 w 374"/>
                <a:gd name="T15" fmla="*/ 308 h 384"/>
                <a:gd name="T16" fmla="*/ 0 w 374"/>
                <a:gd name="T17" fmla="*/ 384 h 384"/>
                <a:gd name="T18" fmla="*/ 374 w 374"/>
                <a:gd name="T19" fmla="*/ 384 h 384"/>
                <a:gd name="T20" fmla="*/ 374 w 374"/>
                <a:gd name="T21" fmla="*/ 384 h 384"/>
                <a:gd name="T22" fmla="*/ 370 w 374"/>
                <a:gd name="T23" fmla="*/ 276 h 384"/>
                <a:gd name="T24" fmla="*/ 366 w 374"/>
                <a:gd name="T25" fmla="*/ 186 h 384"/>
                <a:gd name="T26" fmla="*/ 366 w 374"/>
                <a:gd name="T27" fmla="*/ 134 h 384"/>
                <a:gd name="T28" fmla="*/ 366 w 374"/>
                <a:gd name="T29" fmla="*/ 148 h 384"/>
                <a:gd name="T30" fmla="*/ 366 w 374"/>
                <a:gd name="T31" fmla="*/ 148 h 384"/>
                <a:gd name="T32" fmla="*/ 366 w 374"/>
                <a:gd name="T33" fmla="*/ 102 h 384"/>
                <a:gd name="T34" fmla="*/ 362 w 374"/>
                <a:gd name="T35" fmla="*/ 0 h 384"/>
                <a:gd name="T36" fmla="*/ 362 w 374"/>
                <a:gd name="T37"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4" h="384">
                  <a:moveTo>
                    <a:pt x="362" y="0"/>
                  </a:moveTo>
                  <a:lnTo>
                    <a:pt x="16" y="0"/>
                  </a:lnTo>
                  <a:lnTo>
                    <a:pt x="16" y="0"/>
                  </a:lnTo>
                  <a:lnTo>
                    <a:pt x="16" y="146"/>
                  </a:lnTo>
                  <a:lnTo>
                    <a:pt x="16" y="146"/>
                  </a:lnTo>
                  <a:lnTo>
                    <a:pt x="16" y="190"/>
                  </a:lnTo>
                  <a:lnTo>
                    <a:pt x="14" y="232"/>
                  </a:lnTo>
                  <a:lnTo>
                    <a:pt x="8" y="308"/>
                  </a:lnTo>
                  <a:lnTo>
                    <a:pt x="0" y="384"/>
                  </a:lnTo>
                  <a:lnTo>
                    <a:pt x="374" y="384"/>
                  </a:lnTo>
                  <a:lnTo>
                    <a:pt x="374" y="384"/>
                  </a:lnTo>
                  <a:lnTo>
                    <a:pt x="370" y="276"/>
                  </a:lnTo>
                  <a:lnTo>
                    <a:pt x="366" y="186"/>
                  </a:lnTo>
                  <a:lnTo>
                    <a:pt x="366" y="134"/>
                  </a:lnTo>
                  <a:lnTo>
                    <a:pt x="366" y="148"/>
                  </a:lnTo>
                  <a:lnTo>
                    <a:pt x="366" y="148"/>
                  </a:lnTo>
                  <a:lnTo>
                    <a:pt x="366" y="102"/>
                  </a:lnTo>
                  <a:lnTo>
                    <a:pt x="362" y="0"/>
                  </a:lnTo>
                  <a:lnTo>
                    <a:pt x="36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2" name="Freeform 206"/>
            <p:cNvSpPr>
              <a:spLocks/>
            </p:cNvSpPr>
            <p:nvPr/>
          </p:nvSpPr>
          <p:spPr bwMode="auto">
            <a:xfrm>
              <a:off x="2904671" y="3185886"/>
              <a:ext cx="396875" cy="463550"/>
            </a:xfrm>
            <a:custGeom>
              <a:avLst/>
              <a:gdLst>
                <a:gd name="T0" fmla="*/ 146 w 250"/>
                <a:gd name="T1" fmla="*/ 0 h 292"/>
                <a:gd name="T2" fmla="*/ 146 w 250"/>
                <a:gd name="T3" fmla="*/ 0 h 292"/>
                <a:gd name="T4" fmla="*/ 134 w 250"/>
                <a:gd name="T5" fmla="*/ 14 h 292"/>
                <a:gd name="T6" fmla="*/ 118 w 250"/>
                <a:gd name="T7" fmla="*/ 34 h 292"/>
                <a:gd name="T8" fmla="*/ 100 w 250"/>
                <a:gd name="T9" fmla="*/ 60 h 292"/>
                <a:gd name="T10" fmla="*/ 78 w 250"/>
                <a:gd name="T11" fmla="*/ 94 h 292"/>
                <a:gd name="T12" fmla="*/ 52 w 250"/>
                <a:gd name="T13" fmla="*/ 138 h 292"/>
                <a:gd name="T14" fmla="*/ 26 w 250"/>
                <a:gd name="T15" fmla="*/ 188 h 292"/>
                <a:gd name="T16" fmla="*/ 0 w 250"/>
                <a:gd name="T17" fmla="*/ 244 h 292"/>
                <a:gd name="T18" fmla="*/ 146 w 250"/>
                <a:gd name="T19" fmla="*/ 292 h 292"/>
                <a:gd name="T20" fmla="*/ 250 w 250"/>
                <a:gd name="T21" fmla="*/ 118 h 292"/>
                <a:gd name="T22" fmla="*/ 250 w 250"/>
                <a:gd name="T23" fmla="*/ 118 h 292"/>
                <a:gd name="T24" fmla="*/ 250 w 250"/>
                <a:gd name="T25" fmla="*/ 100 h 292"/>
                <a:gd name="T26" fmla="*/ 250 w 250"/>
                <a:gd name="T27" fmla="*/ 84 h 292"/>
                <a:gd name="T28" fmla="*/ 246 w 250"/>
                <a:gd name="T29" fmla="*/ 64 h 292"/>
                <a:gd name="T30" fmla="*/ 240 w 250"/>
                <a:gd name="T31" fmla="*/ 52 h 292"/>
                <a:gd name="T32" fmla="*/ 234 w 250"/>
                <a:gd name="T33" fmla="*/ 42 h 292"/>
                <a:gd name="T34" fmla="*/ 226 w 250"/>
                <a:gd name="T35" fmla="*/ 32 h 292"/>
                <a:gd name="T36" fmla="*/ 216 w 250"/>
                <a:gd name="T37" fmla="*/ 24 h 292"/>
                <a:gd name="T38" fmla="*/ 202 w 250"/>
                <a:gd name="T39" fmla="*/ 16 h 292"/>
                <a:gd name="T40" fmla="*/ 186 w 250"/>
                <a:gd name="T41" fmla="*/ 8 h 292"/>
                <a:gd name="T42" fmla="*/ 168 w 250"/>
                <a:gd name="T43" fmla="*/ 2 h 292"/>
                <a:gd name="T44" fmla="*/ 146 w 250"/>
                <a:gd name="T45" fmla="*/ 0 h 292"/>
                <a:gd name="T46" fmla="*/ 146 w 250"/>
                <a:gd name="T4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0" h="292">
                  <a:moveTo>
                    <a:pt x="146" y="0"/>
                  </a:moveTo>
                  <a:lnTo>
                    <a:pt x="146" y="0"/>
                  </a:lnTo>
                  <a:lnTo>
                    <a:pt x="134" y="14"/>
                  </a:lnTo>
                  <a:lnTo>
                    <a:pt x="118" y="34"/>
                  </a:lnTo>
                  <a:lnTo>
                    <a:pt x="100" y="60"/>
                  </a:lnTo>
                  <a:lnTo>
                    <a:pt x="78" y="94"/>
                  </a:lnTo>
                  <a:lnTo>
                    <a:pt x="52" y="138"/>
                  </a:lnTo>
                  <a:lnTo>
                    <a:pt x="26" y="188"/>
                  </a:lnTo>
                  <a:lnTo>
                    <a:pt x="0" y="244"/>
                  </a:lnTo>
                  <a:lnTo>
                    <a:pt x="146" y="292"/>
                  </a:lnTo>
                  <a:lnTo>
                    <a:pt x="250" y="118"/>
                  </a:lnTo>
                  <a:lnTo>
                    <a:pt x="250" y="118"/>
                  </a:lnTo>
                  <a:lnTo>
                    <a:pt x="250" y="100"/>
                  </a:lnTo>
                  <a:lnTo>
                    <a:pt x="250" y="84"/>
                  </a:lnTo>
                  <a:lnTo>
                    <a:pt x="246" y="64"/>
                  </a:lnTo>
                  <a:lnTo>
                    <a:pt x="240" y="52"/>
                  </a:lnTo>
                  <a:lnTo>
                    <a:pt x="234" y="42"/>
                  </a:lnTo>
                  <a:lnTo>
                    <a:pt x="226" y="32"/>
                  </a:lnTo>
                  <a:lnTo>
                    <a:pt x="216" y="24"/>
                  </a:lnTo>
                  <a:lnTo>
                    <a:pt x="202" y="16"/>
                  </a:lnTo>
                  <a:lnTo>
                    <a:pt x="186" y="8"/>
                  </a:lnTo>
                  <a:lnTo>
                    <a:pt x="168" y="2"/>
                  </a:lnTo>
                  <a:lnTo>
                    <a:pt x="146" y="0"/>
                  </a:lnTo>
                  <a:lnTo>
                    <a:pt x="146"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3" name="Freeform 207"/>
            <p:cNvSpPr>
              <a:spLocks/>
            </p:cNvSpPr>
            <p:nvPr/>
          </p:nvSpPr>
          <p:spPr bwMode="auto">
            <a:xfrm>
              <a:off x="3777796" y="3195411"/>
              <a:ext cx="412750" cy="476250"/>
            </a:xfrm>
            <a:custGeom>
              <a:avLst/>
              <a:gdLst>
                <a:gd name="T0" fmla="*/ 112 w 260"/>
                <a:gd name="T1" fmla="*/ 0 h 300"/>
                <a:gd name="T2" fmla="*/ 112 w 260"/>
                <a:gd name="T3" fmla="*/ 0 h 300"/>
                <a:gd name="T4" fmla="*/ 124 w 260"/>
                <a:gd name="T5" fmla="*/ 14 h 300"/>
                <a:gd name="T6" fmla="*/ 140 w 260"/>
                <a:gd name="T7" fmla="*/ 34 h 300"/>
                <a:gd name="T8" fmla="*/ 160 w 260"/>
                <a:gd name="T9" fmla="*/ 58 h 300"/>
                <a:gd name="T10" fmla="*/ 182 w 260"/>
                <a:gd name="T11" fmla="*/ 92 h 300"/>
                <a:gd name="T12" fmla="*/ 208 w 260"/>
                <a:gd name="T13" fmla="*/ 134 h 300"/>
                <a:gd name="T14" fmla="*/ 234 w 260"/>
                <a:gd name="T15" fmla="*/ 182 h 300"/>
                <a:gd name="T16" fmla="*/ 260 w 260"/>
                <a:gd name="T17" fmla="*/ 240 h 300"/>
                <a:gd name="T18" fmla="*/ 106 w 260"/>
                <a:gd name="T19" fmla="*/ 300 h 300"/>
                <a:gd name="T20" fmla="*/ 0 w 260"/>
                <a:gd name="T21" fmla="*/ 118 h 300"/>
                <a:gd name="T22" fmla="*/ 0 w 260"/>
                <a:gd name="T23" fmla="*/ 118 h 300"/>
                <a:gd name="T24" fmla="*/ 0 w 260"/>
                <a:gd name="T25" fmla="*/ 102 h 300"/>
                <a:gd name="T26" fmla="*/ 2 w 260"/>
                <a:gd name="T27" fmla="*/ 84 h 300"/>
                <a:gd name="T28" fmla="*/ 8 w 260"/>
                <a:gd name="T29" fmla="*/ 64 h 300"/>
                <a:gd name="T30" fmla="*/ 14 w 260"/>
                <a:gd name="T31" fmla="*/ 54 h 300"/>
                <a:gd name="T32" fmla="*/ 20 w 260"/>
                <a:gd name="T33" fmla="*/ 44 h 300"/>
                <a:gd name="T34" fmla="*/ 30 w 260"/>
                <a:gd name="T35" fmla="*/ 34 h 300"/>
                <a:gd name="T36" fmla="*/ 40 w 260"/>
                <a:gd name="T37" fmla="*/ 24 h 300"/>
                <a:gd name="T38" fmla="*/ 54 w 260"/>
                <a:gd name="T39" fmla="*/ 16 h 300"/>
                <a:gd name="T40" fmla="*/ 70 w 260"/>
                <a:gd name="T41" fmla="*/ 10 h 300"/>
                <a:gd name="T42" fmla="*/ 88 w 260"/>
                <a:gd name="T43" fmla="*/ 4 h 300"/>
                <a:gd name="T44" fmla="*/ 112 w 260"/>
                <a:gd name="T45" fmla="*/ 0 h 300"/>
                <a:gd name="T46" fmla="*/ 112 w 260"/>
                <a:gd name="T47"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0" h="300">
                  <a:moveTo>
                    <a:pt x="112" y="0"/>
                  </a:moveTo>
                  <a:lnTo>
                    <a:pt x="112" y="0"/>
                  </a:lnTo>
                  <a:lnTo>
                    <a:pt x="124" y="14"/>
                  </a:lnTo>
                  <a:lnTo>
                    <a:pt x="140" y="34"/>
                  </a:lnTo>
                  <a:lnTo>
                    <a:pt x="160" y="58"/>
                  </a:lnTo>
                  <a:lnTo>
                    <a:pt x="182" y="92"/>
                  </a:lnTo>
                  <a:lnTo>
                    <a:pt x="208" y="134"/>
                  </a:lnTo>
                  <a:lnTo>
                    <a:pt x="234" y="182"/>
                  </a:lnTo>
                  <a:lnTo>
                    <a:pt x="260" y="240"/>
                  </a:lnTo>
                  <a:lnTo>
                    <a:pt x="106" y="300"/>
                  </a:lnTo>
                  <a:lnTo>
                    <a:pt x="0" y="118"/>
                  </a:lnTo>
                  <a:lnTo>
                    <a:pt x="0" y="118"/>
                  </a:lnTo>
                  <a:lnTo>
                    <a:pt x="0" y="102"/>
                  </a:lnTo>
                  <a:lnTo>
                    <a:pt x="2" y="84"/>
                  </a:lnTo>
                  <a:lnTo>
                    <a:pt x="8" y="64"/>
                  </a:lnTo>
                  <a:lnTo>
                    <a:pt x="14" y="54"/>
                  </a:lnTo>
                  <a:lnTo>
                    <a:pt x="20" y="44"/>
                  </a:lnTo>
                  <a:lnTo>
                    <a:pt x="30" y="34"/>
                  </a:lnTo>
                  <a:lnTo>
                    <a:pt x="40" y="24"/>
                  </a:lnTo>
                  <a:lnTo>
                    <a:pt x="54" y="16"/>
                  </a:lnTo>
                  <a:lnTo>
                    <a:pt x="70" y="10"/>
                  </a:lnTo>
                  <a:lnTo>
                    <a:pt x="88" y="4"/>
                  </a:lnTo>
                  <a:lnTo>
                    <a:pt x="112" y="0"/>
                  </a:lnTo>
                  <a:lnTo>
                    <a:pt x="11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4" name="Freeform 208"/>
            <p:cNvSpPr>
              <a:spLocks/>
            </p:cNvSpPr>
            <p:nvPr/>
          </p:nvSpPr>
          <p:spPr bwMode="auto">
            <a:xfrm>
              <a:off x="3263446" y="2233386"/>
              <a:ext cx="558800" cy="387350"/>
            </a:xfrm>
            <a:custGeom>
              <a:avLst/>
              <a:gdLst>
                <a:gd name="T0" fmla="*/ 174 w 352"/>
                <a:gd name="T1" fmla="*/ 134 h 244"/>
                <a:gd name="T2" fmla="*/ 154 w 352"/>
                <a:gd name="T3" fmla="*/ 124 h 244"/>
                <a:gd name="T4" fmla="*/ 120 w 352"/>
                <a:gd name="T5" fmla="*/ 116 h 244"/>
                <a:gd name="T6" fmla="*/ 94 w 352"/>
                <a:gd name="T7" fmla="*/ 116 h 244"/>
                <a:gd name="T8" fmla="*/ 66 w 352"/>
                <a:gd name="T9" fmla="*/ 128 h 244"/>
                <a:gd name="T10" fmla="*/ 38 w 352"/>
                <a:gd name="T11" fmla="*/ 152 h 244"/>
                <a:gd name="T12" fmla="*/ 16 w 352"/>
                <a:gd name="T13" fmla="*/ 196 h 244"/>
                <a:gd name="T14" fmla="*/ 6 w 352"/>
                <a:gd name="T15" fmla="*/ 226 h 244"/>
                <a:gd name="T16" fmla="*/ 2 w 352"/>
                <a:gd name="T17" fmla="*/ 198 h 244"/>
                <a:gd name="T18" fmla="*/ 0 w 352"/>
                <a:gd name="T19" fmla="*/ 148 h 244"/>
                <a:gd name="T20" fmla="*/ 8 w 352"/>
                <a:gd name="T21" fmla="*/ 110 h 244"/>
                <a:gd name="T22" fmla="*/ 26 w 352"/>
                <a:gd name="T23" fmla="*/ 72 h 244"/>
                <a:gd name="T24" fmla="*/ 58 w 352"/>
                <a:gd name="T25" fmla="*/ 38 h 244"/>
                <a:gd name="T26" fmla="*/ 108 w 352"/>
                <a:gd name="T27" fmla="*/ 12 h 244"/>
                <a:gd name="T28" fmla="*/ 142 w 352"/>
                <a:gd name="T29" fmla="*/ 2 h 244"/>
                <a:gd name="T30" fmla="*/ 174 w 352"/>
                <a:gd name="T31" fmla="*/ 0 h 244"/>
                <a:gd name="T32" fmla="*/ 228 w 352"/>
                <a:gd name="T33" fmla="*/ 4 h 244"/>
                <a:gd name="T34" fmla="*/ 268 w 352"/>
                <a:gd name="T35" fmla="*/ 14 h 244"/>
                <a:gd name="T36" fmla="*/ 304 w 352"/>
                <a:gd name="T37" fmla="*/ 34 h 244"/>
                <a:gd name="T38" fmla="*/ 334 w 352"/>
                <a:gd name="T39" fmla="*/ 68 h 244"/>
                <a:gd name="T40" fmla="*/ 344 w 352"/>
                <a:gd name="T41" fmla="*/ 90 h 244"/>
                <a:gd name="T42" fmla="*/ 350 w 352"/>
                <a:gd name="T43" fmla="*/ 114 h 244"/>
                <a:gd name="T44" fmla="*/ 352 w 352"/>
                <a:gd name="T45" fmla="*/ 146 h 244"/>
                <a:gd name="T46" fmla="*/ 352 w 352"/>
                <a:gd name="T47" fmla="*/ 178 h 244"/>
                <a:gd name="T48" fmla="*/ 342 w 352"/>
                <a:gd name="T49" fmla="*/ 244 h 244"/>
                <a:gd name="T50" fmla="*/ 340 w 352"/>
                <a:gd name="T51" fmla="*/ 236 h 244"/>
                <a:gd name="T52" fmla="*/ 324 w 352"/>
                <a:gd name="T53" fmla="*/ 186 h 244"/>
                <a:gd name="T54" fmla="*/ 308 w 352"/>
                <a:gd name="T55" fmla="*/ 158 h 244"/>
                <a:gd name="T56" fmla="*/ 286 w 352"/>
                <a:gd name="T57" fmla="*/ 132 h 244"/>
                <a:gd name="T58" fmla="*/ 256 w 352"/>
                <a:gd name="T59" fmla="*/ 116 h 244"/>
                <a:gd name="T60" fmla="*/ 220 w 352"/>
                <a:gd name="T61" fmla="*/ 114 h 244"/>
                <a:gd name="T62" fmla="*/ 174 w 352"/>
                <a:gd name="T63" fmla="*/ 13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2" h="244">
                  <a:moveTo>
                    <a:pt x="174" y="134"/>
                  </a:moveTo>
                  <a:lnTo>
                    <a:pt x="174" y="134"/>
                  </a:lnTo>
                  <a:lnTo>
                    <a:pt x="170" y="132"/>
                  </a:lnTo>
                  <a:lnTo>
                    <a:pt x="154" y="124"/>
                  </a:lnTo>
                  <a:lnTo>
                    <a:pt x="134" y="118"/>
                  </a:lnTo>
                  <a:lnTo>
                    <a:pt x="120" y="116"/>
                  </a:lnTo>
                  <a:lnTo>
                    <a:pt x="108" y="114"/>
                  </a:lnTo>
                  <a:lnTo>
                    <a:pt x="94" y="116"/>
                  </a:lnTo>
                  <a:lnTo>
                    <a:pt x="80" y="120"/>
                  </a:lnTo>
                  <a:lnTo>
                    <a:pt x="66" y="128"/>
                  </a:lnTo>
                  <a:lnTo>
                    <a:pt x="52" y="138"/>
                  </a:lnTo>
                  <a:lnTo>
                    <a:pt x="38" y="152"/>
                  </a:lnTo>
                  <a:lnTo>
                    <a:pt x="26" y="172"/>
                  </a:lnTo>
                  <a:lnTo>
                    <a:pt x="16" y="196"/>
                  </a:lnTo>
                  <a:lnTo>
                    <a:pt x="6" y="226"/>
                  </a:lnTo>
                  <a:lnTo>
                    <a:pt x="6" y="226"/>
                  </a:lnTo>
                  <a:lnTo>
                    <a:pt x="4" y="218"/>
                  </a:lnTo>
                  <a:lnTo>
                    <a:pt x="2" y="198"/>
                  </a:lnTo>
                  <a:lnTo>
                    <a:pt x="0" y="166"/>
                  </a:lnTo>
                  <a:lnTo>
                    <a:pt x="0" y="148"/>
                  </a:lnTo>
                  <a:lnTo>
                    <a:pt x="2" y="130"/>
                  </a:lnTo>
                  <a:lnTo>
                    <a:pt x="8" y="110"/>
                  </a:lnTo>
                  <a:lnTo>
                    <a:pt x="16" y="90"/>
                  </a:lnTo>
                  <a:lnTo>
                    <a:pt x="26" y="72"/>
                  </a:lnTo>
                  <a:lnTo>
                    <a:pt x="40" y="54"/>
                  </a:lnTo>
                  <a:lnTo>
                    <a:pt x="58" y="38"/>
                  </a:lnTo>
                  <a:lnTo>
                    <a:pt x="82" y="24"/>
                  </a:lnTo>
                  <a:lnTo>
                    <a:pt x="108" y="12"/>
                  </a:lnTo>
                  <a:lnTo>
                    <a:pt x="142" y="2"/>
                  </a:lnTo>
                  <a:lnTo>
                    <a:pt x="142" y="2"/>
                  </a:lnTo>
                  <a:lnTo>
                    <a:pt x="150" y="2"/>
                  </a:lnTo>
                  <a:lnTo>
                    <a:pt x="174" y="0"/>
                  </a:lnTo>
                  <a:lnTo>
                    <a:pt x="208" y="2"/>
                  </a:lnTo>
                  <a:lnTo>
                    <a:pt x="228" y="4"/>
                  </a:lnTo>
                  <a:lnTo>
                    <a:pt x="248" y="8"/>
                  </a:lnTo>
                  <a:lnTo>
                    <a:pt x="268" y="14"/>
                  </a:lnTo>
                  <a:lnTo>
                    <a:pt x="286" y="24"/>
                  </a:lnTo>
                  <a:lnTo>
                    <a:pt x="304" y="34"/>
                  </a:lnTo>
                  <a:lnTo>
                    <a:pt x="320" y="50"/>
                  </a:lnTo>
                  <a:lnTo>
                    <a:pt x="334" y="68"/>
                  </a:lnTo>
                  <a:lnTo>
                    <a:pt x="340" y="78"/>
                  </a:lnTo>
                  <a:lnTo>
                    <a:pt x="344" y="90"/>
                  </a:lnTo>
                  <a:lnTo>
                    <a:pt x="348" y="102"/>
                  </a:lnTo>
                  <a:lnTo>
                    <a:pt x="350" y="114"/>
                  </a:lnTo>
                  <a:lnTo>
                    <a:pt x="352" y="130"/>
                  </a:lnTo>
                  <a:lnTo>
                    <a:pt x="352" y="146"/>
                  </a:lnTo>
                  <a:lnTo>
                    <a:pt x="352" y="146"/>
                  </a:lnTo>
                  <a:lnTo>
                    <a:pt x="352" y="178"/>
                  </a:lnTo>
                  <a:lnTo>
                    <a:pt x="348" y="208"/>
                  </a:lnTo>
                  <a:lnTo>
                    <a:pt x="342" y="244"/>
                  </a:lnTo>
                  <a:lnTo>
                    <a:pt x="342" y="244"/>
                  </a:lnTo>
                  <a:lnTo>
                    <a:pt x="340" y="236"/>
                  </a:lnTo>
                  <a:lnTo>
                    <a:pt x="334" y="214"/>
                  </a:lnTo>
                  <a:lnTo>
                    <a:pt x="324" y="186"/>
                  </a:lnTo>
                  <a:lnTo>
                    <a:pt x="318" y="172"/>
                  </a:lnTo>
                  <a:lnTo>
                    <a:pt x="308" y="158"/>
                  </a:lnTo>
                  <a:lnTo>
                    <a:pt x="298" y="144"/>
                  </a:lnTo>
                  <a:lnTo>
                    <a:pt x="286" y="132"/>
                  </a:lnTo>
                  <a:lnTo>
                    <a:pt x="272" y="122"/>
                  </a:lnTo>
                  <a:lnTo>
                    <a:pt x="256" y="116"/>
                  </a:lnTo>
                  <a:lnTo>
                    <a:pt x="240" y="114"/>
                  </a:lnTo>
                  <a:lnTo>
                    <a:pt x="220" y="114"/>
                  </a:lnTo>
                  <a:lnTo>
                    <a:pt x="198" y="122"/>
                  </a:lnTo>
                  <a:lnTo>
                    <a:pt x="174" y="134"/>
                  </a:lnTo>
                  <a:lnTo>
                    <a:pt x="174" y="13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5" name="Freeform 209"/>
            <p:cNvSpPr>
              <a:spLocks/>
            </p:cNvSpPr>
            <p:nvPr/>
          </p:nvSpPr>
          <p:spPr bwMode="auto">
            <a:xfrm>
              <a:off x="3247571" y="2061936"/>
              <a:ext cx="650875" cy="609600"/>
            </a:xfrm>
            <a:custGeom>
              <a:avLst/>
              <a:gdLst>
                <a:gd name="T0" fmla="*/ 352 w 410"/>
                <a:gd name="T1" fmla="*/ 384 h 384"/>
                <a:gd name="T2" fmla="*/ 352 w 410"/>
                <a:gd name="T3" fmla="*/ 360 h 384"/>
                <a:gd name="T4" fmla="*/ 356 w 410"/>
                <a:gd name="T5" fmla="*/ 320 h 384"/>
                <a:gd name="T6" fmla="*/ 374 w 410"/>
                <a:gd name="T7" fmla="*/ 270 h 384"/>
                <a:gd name="T8" fmla="*/ 362 w 410"/>
                <a:gd name="T9" fmla="*/ 254 h 384"/>
                <a:gd name="T10" fmla="*/ 364 w 410"/>
                <a:gd name="T11" fmla="*/ 240 h 384"/>
                <a:gd name="T12" fmla="*/ 368 w 410"/>
                <a:gd name="T13" fmla="*/ 208 h 384"/>
                <a:gd name="T14" fmla="*/ 382 w 410"/>
                <a:gd name="T15" fmla="*/ 174 h 384"/>
                <a:gd name="T16" fmla="*/ 394 w 410"/>
                <a:gd name="T17" fmla="*/ 160 h 384"/>
                <a:gd name="T18" fmla="*/ 410 w 410"/>
                <a:gd name="T19" fmla="*/ 152 h 384"/>
                <a:gd name="T20" fmla="*/ 352 w 410"/>
                <a:gd name="T21" fmla="*/ 194 h 384"/>
                <a:gd name="T22" fmla="*/ 352 w 410"/>
                <a:gd name="T23" fmla="*/ 182 h 384"/>
                <a:gd name="T24" fmla="*/ 358 w 410"/>
                <a:gd name="T25" fmla="*/ 162 h 384"/>
                <a:gd name="T26" fmla="*/ 380 w 410"/>
                <a:gd name="T27" fmla="*/ 130 h 384"/>
                <a:gd name="T28" fmla="*/ 400 w 410"/>
                <a:gd name="T29" fmla="*/ 108 h 384"/>
                <a:gd name="T30" fmla="*/ 366 w 410"/>
                <a:gd name="T31" fmla="*/ 120 h 384"/>
                <a:gd name="T32" fmla="*/ 340 w 410"/>
                <a:gd name="T33" fmla="*/ 132 h 384"/>
                <a:gd name="T34" fmla="*/ 324 w 410"/>
                <a:gd name="T35" fmla="*/ 150 h 384"/>
                <a:gd name="T36" fmla="*/ 320 w 410"/>
                <a:gd name="T37" fmla="*/ 138 h 384"/>
                <a:gd name="T38" fmla="*/ 316 w 410"/>
                <a:gd name="T39" fmla="*/ 108 h 384"/>
                <a:gd name="T40" fmla="*/ 322 w 410"/>
                <a:gd name="T41" fmla="*/ 78 h 384"/>
                <a:gd name="T42" fmla="*/ 334 w 410"/>
                <a:gd name="T43" fmla="*/ 54 h 384"/>
                <a:gd name="T44" fmla="*/ 354 w 410"/>
                <a:gd name="T45" fmla="*/ 30 h 384"/>
                <a:gd name="T46" fmla="*/ 366 w 410"/>
                <a:gd name="T47" fmla="*/ 18 h 384"/>
                <a:gd name="T48" fmla="*/ 342 w 410"/>
                <a:gd name="T49" fmla="*/ 18 h 384"/>
                <a:gd name="T50" fmla="*/ 310 w 410"/>
                <a:gd name="T51" fmla="*/ 30 h 384"/>
                <a:gd name="T52" fmla="*/ 294 w 410"/>
                <a:gd name="T53" fmla="*/ 44 h 384"/>
                <a:gd name="T54" fmla="*/ 278 w 410"/>
                <a:gd name="T55" fmla="*/ 64 h 384"/>
                <a:gd name="T56" fmla="*/ 264 w 410"/>
                <a:gd name="T57" fmla="*/ 92 h 384"/>
                <a:gd name="T58" fmla="*/ 262 w 410"/>
                <a:gd name="T59" fmla="*/ 84 h 384"/>
                <a:gd name="T60" fmla="*/ 256 w 410"/>
                <a:gd name="T61" fmla="*/ 46 h 384"/>
                <a:gd name="T62" fmla="*/ 240 w 410"/>
                <a:gd name="T63" fmla="*/ 16 h 384"/>
                <a:gd name="T64" fmla="*/ 226 w 410"/>
                <a:gd name="T65" fmla="*/ 0 h 384"/>
                <a:gd name="T66" fmla="*/ 236 w 410"/>
                <a:gd name="T67" fmla="*/ 26 h 384"/>
                <a:gd name="T68" fmla="*/ 238 w 410"/>
                <a:gd name="T69" fmla="*/ 50 h 384"/>
                <a:gd name="T70" fmla="*/ 226 w 410"/>
                <a:gd name="T71" fmla="*/ 76 h 384"/>
                <a:gd name="T72" fmla="*/ 220 w 410"/>
                <a:gd name="T73" fmla="*/ 74 h 384"/>
                <a:gd name="T74" fmla="*/ 174 w 410"/>
                <a:gd name="T75" fmla="*/ 66 h 384"/>
                <a:gd name="T76" fmla="*/ 140 w 410"/>
                <a:gd name="T77" fmla="*/ 68 h 384"/>
                <a:gd name="T78" fmla="*/ 104 w 410"/>
                <a:gd name="T79" fmla="*/ 78 h 384"/>
                <a:gd name="T80" fmla="*/ 66 w 410"/>
                <a:gd name="T81" fmla="*/ 96 h 384"/>
                <a:gd name="T82" fmla="*/ 30 w 410"/>
                <a:gd name="T83" fmla="*/ 130 h 384"/>
                <a:gd name="T84" fmla="*/ 0 w 410"/>
                <a:gd name="T85" fmla="*/ 180 h 384"/>
                <a:gd name="T86" fmla="*/ 4 w 410"/>
                <a:gd name="T87" fmla="*/ 176 h 384"/>
                <a:gd name="T88" fmla="*/ 24 w 410"/>
                <a:gd name="T89" fmla="*/ 162 h 384"/>
                <a:gd name="T90" fmla="*/ 42 w 410"/>
                <a:gd name="T91" fmla="*/ 156 h 384"/>
                <a:gd name="T92" fmla="*/ 50 w 410"/>
                <a:gd name="T93" fmla="*/ 158 h 384"/>
                <a:gd name="T94" fmla="*/ 38 w 410"/>
                <a:gd name="T95" fmla="*/ 164 h 384"/>
                <a:gd name="T96" fmla="*/ 20 w 410"/>
                <a:gd name="T97" fmla="*/ 184 h 384"/>
                <a:gd name="T98" fmla="*/ 4 w 410"/>
                <a:gd name="T99" fmla="*/ 224 h 384"/>
                <a:gd name="T100" fmla="*/ 28 w 410"/>
                <a:gd name="T101" fmla="*/ 230 h 384"/>
                <a:gd name="T102" fmla="*/ 260 w 410"/>
                <a:gd name="T103" fmla="*/ 206 h 384"/>
                <a:gd name="T104" fmla="*/ 352 w 410"/>
                <a:gd name="T10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0" h="384">
                  <a:moveTo>
                    <a:pt x="352" y="384"/>
                  </a:moveTo>
                  <a:lnTo>
                    <a:pt x="352" y="384"/>
                  </a:lnTo>
                  <a:lnTo>
                    <a:pt x="352" y="372"/>
                  </a:lnTo>
                  <a:lnTo>
                    <a:pt x="352" y="360"/>
                  </a:lnTo>
                  <a:lnTo>
                    <a:pt x="352" y="342"/>
                  </a:lnTo>
                  <a:lnTo>
                    <a:pt x="356" y="320"/>
                  </a:lnTo>
                  <a:lnTo>
                    <a:pt x="364" y="298"/>
                  </a:lnTo>
                  <a:lnTo>
                    <a:pt x="374" y="270"/>
                  </a:lnTo>
                  <a:lnTo>
                    <a:pt x="392" y="242"/>
                  </a:lnTo>
                  <a:lnTo>
                    <a:pt x="362" y="254"/>
                  </a:lnTo>
                  <a:lnTo>
                    <a:pt x="362" y="254"/>
                  </a:lnTo>
                  <a:lnTo>
                    <a:pt x="364" y="240"/>
                  </a:lnTo>
                  <a:lnTo>
                    <a:pt x="366" y="224"/>
                  </a:lnTo>
                  <a:lnTo>
                    <a:pt x="368" y="208"/>
                  </a:lnTo>
                  <a:lnTo>
                    <a:pt x="374" y="190"/>
                  </a:lnTo>
                  <a:lnTo>
                    <a:pt x="382" y="174"/>
                  </a:lnTo>
                  <a:lnTo>
                    <a:pt x="388" y="166"/>
                  </a:lnTo>
                  <a:lnTo>
                    <a:pt x="394" y="160"/>
                  </a:lnTo>
                  <a:lnTo>
                    <a:pt x="402" y="156"/>
                  </a:lnTo>
                  <a:lnTo>
                    <a:pt x="410" y="152"/>
                  </a:lnTo>
                  <a:lnTo>
                    <a:pt x="352" y="194"/>
                  </a:lnTo>
                  <a:lnTo>
                    <a:pt x="352" y="194"/>
                  </a:lnTo>
                  <a:lnTo>
                    <a:pt x="352" y="188"/>
                  </a:lnTo>
                  <a:lnTo>
                    <a:pt x="352" y="182"/>
                  </a:lnTo>
                  <a:lnTo>
                    <a:pt x="352" y="174"/>
                  </a:lnTo>
                  <a:lnTo>
                    <a:pt x="358" y="162"/>
                  </a:lnTo>
                  <a:lnTo>
                    <a:pt x="366" y="148"/>
                  </a:lnTo>
                  <a:lnTo>
                    <a:pt x="380" y="130"/>
                  </a:lnTo>
                  <a:lnTo>
                    <a:pt x="400" y="108"/>
                  </a:lnTo>
                  <a:lnTo>
                    <a:pt x="400" y="108"/>
                  </a:lnTo>
                  <a:lnTo>
                    <a:pt x="390" y="112"/>
                  </a:lnTo>
                  <a:lnTo>
                    <a:pt x="366" y="120"/>
                  </a:lnTo>
                  <a:lnTo>
                    <a:pt x="352" y="126"/>
                  </a:lnTo>
                  <a:lnTo>
                    <a:pt x="340" y="132"/>
                  </a:lnTo>
                  <a:lnTo>
                    <a:pt x="330" y="140"/>
                  </a:lnTo>
                  <a:lnTo>
                    <a:pt x="324" y="150"/>
                  </a:lnTo>
                  <a:lnTo>
                    <a:pt x="324" y="150"/>
                  </a:lnTo>
                  <a:lnTo>
                    <a:pt x="320" y="138"/>
                  </a:lnTo>
                  <a:lnTo>
                    <a:pt x="316" y="126"/>
                  </a:lnTo>
                  <a:lnTo>
                    <a:pt x="316" y="108"/>
                  </a:lnTo>
                  <a:lnTo>
                    <a:pt x="320" y="88"/>
                  </a:lnTo>
                  <a:lnTo>
                    <a:pt x="322" y="78"/>
                  </a:lnTo>
                  <a:lnTo>
                    <a:pt x="328" y="66"/>
                  </a:lnTo>
                  <a:lnTo>
                    <a:pt x="334" y="54"/>
                  </a:lnTo>
                  <a:lnTo>
                    <a:pt x="342" y="42"/>
                  </a:lnTo>
                  <a:lnTo>
                    <a:pt x="354" y="30"/>
                  </a:lnTo>
                  <a:lnTo>
                    <a:pt x="366" y="18"/>
                  </a:lnTo>
                  <a:lnTo>
                    <a:pt x="366" y="18"/>
                  </a:lnTo>
                  <a:lnTo>
                    <a:pt x="356" y="18"/>
                  </a:lnTo>
                  <a:lnTo>
                    <a:pt x="342" y="18"/>
                  </a:lnTo>
                  <a:lnTo>
                    <a:pt x="328" y="22"/>
                  </a:lnTo>
                  <a:lnTo>
                    <a:pt x="310" y="30"/>
                  </a:lnTo>
                  <a:lnTo>
                    <a:pt x="302" y="36"/>
                  </a:lnTo>
                  <a:lnTo>
                    <a:pt x="294" y="44"/>
                  </a:lnTo>
                  <a:lnTo>
                    <a:pt x="286" y="54"/>
                  </a:lnTo>
                  <a:lnTo>
                    <a:pt x="278" y="64"/>
                  </a:lnTo>
                  <a:lnTo>
                    <a:pt x="270" y="78"/>
                  </a:lnTo>
                  <a:lnTo>
                    <a:pt x="264" y="92"/>
                  </a:lnTo>
                  <a:lnTo>
                    <a:pt x="264" y="92"/>
                  </a:lnTo>
                  <a:lnTo>
                    <a:pt x="262" y="84"/>
                  </a:lnTo>
                  <a:lnTo>
                    <a:pt x="260" y="62"/>
                  </a:lnTo>
                  <a:lnTo>
                    <a:pt x="256" y="46"/>
                  </a:lnTo>
                  <a:lnTo>
                    <a:pt x="248" y="32"/>
                  </a:lnTo>
                  <a:lnTo>
                    <a:pt x="240" y="16"/>
                  </a:lnTo>
                  <a:lnTo>
                    <a:pt x="226" y="0"/>
                  </a:lnTo>
                  <a:lnTo>
                    <a:pt x="226" y="0"/>
                  </a:lnTo>
                  <a:lnTo>
                    <a:pt x="230" y="6"/>
                  </a:lnTo>
                  <a:lnTo>
                    <a:pt x="236" y="26"/>
                  </a:lnTo>
                  <a:lnTo>
                    <a:pt x="238" y="38"/>
                  </a:lnTo>
                  <a:lnTo>
                    <a:pt x="238" y="50"/>
                  </a:lnTo>
                  <a:lnTo>
                    <a:pt x="234" y="64"/>
                  </a:lnTo>
                  <a:lnTo>
                    <a:pt x="226" y="76"/>
                  </a:lnTo>
                  <a:lnTo>
                    <a:pt x="226" y="76"/>
                  </a:lnTo>
                  <a:lnTo>
                    <a:pt x="220" y="74"/>
                  </a:lnTo>
                  <a:lnTo>
                    <a:pt x="202" y="70"/>
                  </a:lnTo>
                  <a:lnTo>
                    <a:pt x="174" y="66"/>
                  </a:lnTo>
                  <a:lnTo>
                    <a:pt x="158" y="66"/>
                  </a:lnTo>
                  <a:lnTo>
                    <a:pt x="140" y="68"/>
                  </a:lnTo>
                  <a:lnTo>
                    <a:pt x="122" y="72"/>
                  </a:lnTo>
                  <a:lnTo>
                    <a:pt x="104" y="78"/>
                  </a:lnTo>
                  <a:lnTo>
                    <a:pt x="84" y="86"/>
                  </a:lnTo>
                  <a:lnTo>
                    <a:pt x="66" y="96"/>
                  </a:lnTo>
                  <a:lnTo>
                    <a:pt x="48" y="112"/>
                  </a:lnTo>
                  <a:lnTo>
                    <a:pt x="30" y="130"/>
                  </a:lnTo>
                  <a:lnTo>
                    <a:pt x="14" y="154"/>
                  </a:lnTo>
                  <a:lnTo>
                    <a:pt x="0" y="180"/>
                  </a:lnTo>
                  <a:lnTo>
                    <a:pt x="0" y="180"/>
                  </a:lnTo>
                  <a:lnTo>
                    <a:pt x="4" y="176"/>
                  </a:lnTo>
                  <a:lnTo>
                    <a:pt x="16" y="168"/>
                  </a:lnTo>
                  <a:lnTo>
                    <a:pt x="24" y="162"/>
                  </a:lnTo>
                  <a:lnTo>
                    <a:pt x="34" y="160"/>
                  </a:lnTo>
                  <a:lnTo>
                    <a:pt x="42" y="156"/>
                  </a:lnTo>
                  <a:lnTo>
                    <a:pt x="50" y="158"/>
                  </a:lnTo>
                  <a:lnTo>
                    <a:pt x="50" y="158"/>
                  </a:lnTo>
                  <a:lnTo>
                    <a:pt x="44" y="160"/>
                  </a:lnTo>
                  <a:lnTo>
                    <a:pt x="38" y="164"/>
                  </a:lnTo>
                  <a:lnTo>
                    <a:pt x="28" y="172"/>
                  </a:lnTo>
                  <a:lnTo>
                    <a:pt x="20" y="184"/>
                  </a:lnTo>
                  <a:lnTo>
                    <a:pt x="12" y="200"/>
                  </a:lnTo>
                  <a:lnTo>
                    <a:pt x="4" y="224"/>
                  </a:lnTo>
                  <a:lnTo>
                    <a:pt x="0" y="256"/>
                  </a:lnTo>
                  <a:lnTo>
                    <a:pt x="28" y="230"/>
                  </a:lnTo>
                  <a:lnTo>
                    <a:pt x="166" y="180"/>
                  </a:lnTo>
                  <a:lnTo>
                    <a:pt x="260" y="206"/>
                  </a:lnTo>
                  <a:lnTo>
                    <a:pt x="308" y="208"/>
                  </a:lnTo>
                  <a:lnTo>
                    <a:pt x="352" y="38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6" name="Freeform 210"/>
            <p:cNvSpPr>
              <a:spLocks/>
            </p:cNvSpPr>
            <p:nvPr/>
          </p:nvSpPr>
          <p:spPr bwMode="auto">
            <a:xfrm>
              <a:off x="3752396" y="2471511"/>
              <a:ext cx="66675" cy="200025"/>
            </a:xfrm>
            <a:custGeom>
              <a:avLst/>
              <a:gdLst>
                <a:gd name="T0" fmla="*/ 0 w 42"/>
                <a:gd name="T1" fmla="*/ 0 h 126"/>
                <a:gd name="T2" fmla="*/ 0 w 42"/>
                <a:gd name="T3" fmla="*/ 0 h 126"/>
                <a:gd name="T4" fmla="*/ 2 w 42"/>
                <a:gd name="T5" fmla="*/ 8 h 126"/>
                <a:gd name="T6" fmla="*/ 6 w 42"/>
                <a:gd name="T7" fmla="*/ 14 h 126"/>
                <a:gd name="T8" fmla="*/ 8 w 42"/>
                <a:gd name="T9" fmla="*/ 24 h 126"/>
                <a:gd name="T10" fmla="*/ 10 w 42"/>
                <a:gd name="T11" fmla="*/ 38 h 126"/>
                <a:gd name="T12" fmla="*/ 10 w 42"/>
                <a:gd name="T13" fmla="*/ 52 h 126"/>
                <a:gd name="T14" fmla="*/ 6 w 42"/>
                <a:gd name="T15" fmla="*/ 68 h 126"/>
                <a:gd name="T16" fmla="*/ 0 w 42"/>
                <a:gd name="T17" fmla="*/ 84 h 126"/>
                <a:gd name="T18" fmla="*/ 0 w 42"/>
                <a:gd name="T19" fmla="*/ 84 h 126"/>
                <a:gd name="T20" fmla="*/ 0 w 42"/>
                <a:gd name="T21" fmla="*/ 88 h 126"/>
                <a:gd name="T22" fmla="*/ 6 w 42"/>
                <a:gd name="T23" fmla="*/ 100 h 126"/>
                <a:gd name="T24" fmla="*/ 18 w 42"/>
                <a:gd name="T25" fmla="*/ 114 h 126"/>
                <a:gd name="T26" fmla="*/ 26 w 42"/>
                <a:gd name="T27" fmla="*/ 120 h 126"/>
                <a:gd name="T28" fmla="*/ 34 w 42"/>
                <a:gd name="T29" fmla="*/ 126 h 126"/>
                <a:gd name="T30" fmla="*/ 42 w 42"/>
                <a:gd name="T31" fmla="*/ 54 h 126"/>
                <a:gd name="T32" fmla="*/ 0 w 42"/>
                <a:gd name="T3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126">
                  <a:moveTo>
                    <a:pt x="0" y="0"/>
                  </a:moveTo>
                  <a:lnTo>
                    <a:pt x="0" y="0"/>
                  </a:lnTo>
                  <a:lnTo>
                    <a:pt x="2" y="8"/>
                  </a:lnTo>
                  <a:lnTo>
                    <a:pt x="6" y="14"/>
                  </a:lnTo>
                  <a:lnTo>
                    <a:pt x="8" y="24"/>
                  </a:lnTo>
                  <a:lnTo>
                    <a:pt x="10" y="38"/>
                  </a:lnTo>
                  <a:lnTo>
                    <a:pt x="10" y="52"/>
                  </a:lnTo>
                  <a:lnTo>
                    <a:pt x="6" y="68"/>
                  </a:lnTo>
                  <a:lnTo>
                    <a:pt x="0" y="84"/>
                  </a:lnTo>
                  <a:lnTo>
                    <a:pt x="0" y="84"/>
                  </a:lnTo>
                  <a:lnTo>
                    <a:pt x="0" y="88"/>
                  </a:lnTo>
                  <a:lnTo>
                    <a:pt x="6" y="100"/>
                  </a:lnTo>
                  <a:lnTo>
                    <a:pt x="18" y="114"/>
                  </a:lnTo>
                  <a:lnTo>
                    <a:pt x="26" y="120"/>
                  </a:lnTo>
                  <a:lnTo>
                    <a:pt x="34" y="126"/>
                  </a:lnTo>
                  <a:lnTo>
                    <a:pt x="42" y="54"/>
                  </a:lnTo>
                  <a:lnTo>
                    <a:pt x="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7" name="Freeform 211"/>
            <p:cNvSpPr>
              <a:spLocks/>
            </p:cNvSpPr>
            <p:nvPr/>
          </p:nvSpPr>
          <p:spPr bwMode="auto">
            <a:xfrm>
              <a:off x="3266621" y="2468336"/>
              <a:ext cx="63500" cy="196850"/>
            </a:xfrm>
            <a:custGeom>
              <a:avLst/>
              <a:gdLst>
                <a:gd name="T0" fmla="*/ 40 w 40"/>
                <a:gd name="T1" fmla="*/ 0 h 124"/>
                <a:gd name="T2" fmla="*/ 40 w 40"/>
                <a:gd name="T3" fmla="*/ 0 h 124"/>
                <a:gd name="T4" fmla="*/ 38 w 40"/>
                <a:gd name="T5" fmla="*/ 6 h 124"/>
                <a:gd name="T6" fmla="*/ 34 w 40"/>
                <a:gd name="T7" fmla="*/ 14 h 124"/>
                <a:gd name="T8" fmla="*/ 32 w 40"/>
                <a:gd name="T9" fmla="*/ 24 h 124"/>
                <a:gd name="T10" fmla="*/ 30 w 40"/>
                <a:gd name="T11" fmla="*/ 36 h 124"/>
                <a:gd name="T12" fmla="*/ 30 w 40"/>
                <a:gd name="T13" fmla="*/ 50 h 124"/>
                <a:gd name="T14" fmla="*/ 34 w 40"/>
                <a:gd name="T15" fmla="*/ 66 h 124"/>
                <a:gd name="T16" fmla="*/ 40 w 40"/>
                <a:gd name="T17" fmla="*/ 82 h 124"/>
                <a:gd name="T18" fmla="*/ 40 w 40"/>
                <a:gd name="T19" fmla="*/ 82 h 124"/>
                <a:gd name="T20" fmla="*/ 38 w 40"/>
                <a:gd name="T21" fmla="*/ 88 h 124"/>
                <a:gd name="T22" fmla="*/ 32 w 40"/>
                <a:gd name="T23" fmla="*/ 98 h 124"/>
                <a:gd name="T24" fmla="*/ 22 w 40"/>
                <a:gd name="T25" fmla="*/ 112 h 124"/>
                <a:gd name="T26" fmla="*/ 14 w 40"/>
                <a:gd name="T27" fmla="*/ 118 h 124"/>
                <a:gd name="T28" fmla="*/ 4 w 40"/>
                <a:gd name="T29" fmla="*/ 124 h 124"/>
                <a:gd name="T30" fmla="*/ 0 w 40"/>
                <a:gd name="T31" fmla="*/ 46 h 124"/>
                <a:gd name="T32" fmla="*/ 40 w 40"/>
                <a:gd name="T3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124">
                  <a:moveTo>
                    <a:pt x="40" y="0"/>
                  </a:moveTo>
                  <a:lnTo>
                    <a:pt x="40" y="0"/>
                  </a:lnTo>
                  <a:lnTo>
                    <a:pt x="38" y="6"/>
                  </a:lnTo>
                  <a:lnTo>
                    <a:pt x="34" y="14"/>
                  </a:lnTo>
                  <a:lnTo>
                    <a:pt x="32" y="24"/>
                  </a:lnTo>
                  <a:lnTo>
                    <a:pt x="30" y="36"/>
                  </a:lnTo>
                  <a:lnTo>
                    <a:pt x="30" y="50"/>
                  </a:lnTo>
                  <a:lnTo>
                    <a:pt x="34" y="66"/>
                  </a:lnTo>
                  <a:lnTo>
                    <a:pt x="40" y="82"/>
                  </a:lnTo>
                  <a:lnTo>
                    <a:pt x="40" y="82"/>
                  </a:lnTo>
                  <a:lnTo>
                    <a:pt x="38" y="88"/>
                  </a:lnTo>
                  <a:lnTo>
                    <a:pt x="32" y="98"/>
                  </a:lnTo>
                  <a:lnTo>
                    <a:pt x="22" y="112"/>
                  </a:lnTo>
                  <a:lnTo>
                    <a:pt x="14" y="118"/>
                  </a:lnTo>
                  <a:lnTo>
                    <a:pt x="4" y="124"/>
                  </a:lnTo>
                  <a:lnTo>
                    <a:pt x="0" y="46"/>
                  </a:lnTo>
                  <a:lnTo>
                    <a:pt x="4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8" name="Freeform 212"/>
            <p:cNvSpPr>
              <a:spLocks/>
            </p:cNvSpPr>
            <p:nvPr/>
          </p:nvSpPr>
          <p:spPr bwMode="auto">
            <a:xfrm>
              <a:off x="3438071" y="3173186"/>
              <a:ext cx="196850" cy="257175"/>
            </a:xfrm>
            <a:custGeom>
              <a:avLst/>
              <a:gdLst>
                <a:gd name="T0" fmla="*/ 0 w 124"/>
                <a:gd name="T1" fmla="*/ 48 h 162"/>
                <a:gd name="T2" fmla="*/ 60 w 124"/>
                <a:gd name="T3" fmla="*/ 162 h 162"/>
                <a:gd name="T4" fmla="*/ 124 w 124"/>
                <a:gd name="T5" fmla="*/ 40 h 162"/>
                <a:gd name="T6" fmla="*/ 68 w 124"/>
                <a:gd name="T7" fmla="*/ 0 h 162"/>
                <a:gd name="T8" fmla="*/ 0 w 124"/>
                <a:gd name="T9" fmla="*/ 48 h 162"/>
              </a:gdLst>
              <a:ahLst/>
              <a:cxnLst>
                <a:cxn ang="0">
                  <a:pos x="T0" y="T1"/>
                </a:cxn>
                <a:cxn ang="0">
                  <a:pos x="T2" y="T3"/>
                </a:cxn>
                <a:cxn ang="0">
                  <a:pos x="T4" y="T5"/>
                </a:cxn>
                <a:cxn ang="0">
                  <a:pos x="T6" y="T7"/>
                </a:cxn>
                <a:cxn ang="0">
                  <a:pos x="T8" y="T9"/>
                </a:cxn>
              </a:cxnLst>
              <a:rect l="0" t="0" r="r" b="b"/>
              <a:pathLst>
                <a:path w="124" h="162">
                  <a:moveTo>
                    <a:pt x="0" y="48"/>
                  </a:moveTo>
                  <a:lnTo>
                    <a:pt x="60" y="162"/>
                  </a:lnTo>
                  <a:lnTo>
                    <a:pt x="124" y="40"/>
                  </a:lnTo>
                  <a:lnTo>
                    <a:pt x="68" y="0"/>
                  </a:lnTo>
                  <a:lnTo>
                    <a:pt x="0" y="48"/>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9" name="Freeform 213"/>
            <p:cNvSpPr>
              <a:spLocks/>
            </p:cNvSpPr>
            <p:nvPr/>
          </p:nvSpPr>
          <p:spPr bwMode="auto">
            <a:xfrm>
              <a:off x="3336471" y="3087461"/>
              <a:ext cx="196850" cy="406400"/>
            </a:xfrm>
            <a:custGeom>
              <a:avLst/>
              <a:gdLst>
                <a:gd name="T0" fmla="*/ 20 w 124"/>
                <a:gd name="T1" fmla="*/ 0 h 256"/>
                <a:gd name="T2" fmla="*/ 124 w 124"/>
                <a:gd name="T3" fmla="*/ 216 h 256"/>
                <a:gd name="T4" fmla="*/ 124 w 124"/>
                <a:gd name="T5" fmla="*/ 256 h 256"/>
                <a:gd name="T6" fmla="*/ 0 w 124"/>
                <a:gd name="T7" fmla="*/ 4 h 256"/>
                <a:gd name="T8" fmla="*/ 20 w 124"/>
                <a:gd name="T9" fmla="*/ 0 h 256"/>
              </a:gdLst>
              <a:ahLst/>
              <a:cxnLst>
                <a:cxn ang="0">
                  <a:pos x="T0" y="T1"/>
                </a:cxn>
                <a:cxn ang="0">
                  <a:pos x="T2" y="T3"/>
                </a:cxn>
                <a:cxn ang="0">
                  <a:pos x="T4" y="T5"/>
                </a:cxn>
                <a:cxn ang="0">
                  <a:pos x="T6" y="T7"/>
                </a:cxn>
                <a:cxn ang="0">
                  <a:pos x="T8" y="T9"/>
                </a:cxn>
              </a:cxnLst>
              <a:rect l="0" t="0" r="r" b="b"/>
              <a:pathLst>
                <a:path w="124" h="256">
                  <a:moveTo>
                    <a:pt x="20" y="0"/>
                  </a:moveTo>
                  <a:lnTo>
                    <a:pt x="124" y="216"/>
                  </a:lnTo>
                  <a:lnTo>
                    <a:pt x="124" y="256"/>
                  </a:lnTo>
                  <a:lnTo>
                    <a:pt x="0" y="4"/>
                  </a:lnTo>
                  <a:lnTo>
                    <a:pt x="2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0" name="Freeform 214"/>
            <p:cNvSpPr>
              <a:spLocks/>
            </p:cNvSpPr>
            <p:nvPr/>
          </p:nvSpPr>
          <p:spPr bwMode="auto">
            <a:xfrm>
              <a:off x="3533321" y="3087461"/>
              <a:ext cx="200025" cy="406400"/>
            </a:xfrm>
            <a:custGeom>
              <a:avLst/>
              <a:gdLst>
                <a:gd name="T0" fmla="*/ 106 w 126"/>
                <a:gd name="T1" fmla="*/ 0 h 256"/>
                <a:gd name="T2" fmla="*/ 0 w 126"/>
                <a:gd name="T3" fmla="*/ 216 h 256"/>
                <a:gd name="T4" fmla="*/ 0 w 126"/>
                <a:gd name="T5" fmla="*/ 256 h 256"/>
                <a:gd name="T6" fmla="*/ 126 w 126"/>
                <a:gd name="T7" fmla="*/ 4 h 256"/>
                <a:gd name="T8" fmla="*/ 106 w 126"/>
                <a:gd name="T9" fmla="*/ 0 h 256"/>
              </a:gdLst>
              <a:ahLst/>
              <a:cxnLst>
                <a:cxn ang="0">
                  <a:pos x="T0" y="T1"/>
                </a:cxn>
                <a:cxn ang="0">
                  <a:pos x="T2" y="T3"/>
                </a:cxn>
                <a:cxn ang="0">
                  <a:pos x="T4" y="T5"/>
                </a:cxn>
                <a:cxn ang="0">
                  <a:pos x="T6" y="T7"/>
                </a:cxn>
                <a:cxn ang="0">
                  <a:pos x="T8" y="T9"/>
                </a:cxn>
              </a:cxnLst>
              <a:rect l="0" t="0" r="r" b="b"/>
              <a:pathLst>
                <a:path w="126" h="256">
                  <a:moveTo>
                    <a:pt x="106" y="0"/>
                  </a:moveTo>
                  <a:lnTo>
                    <a:pt x="0" y="216"/>
                  </a:lnTo>
                  <a:lnTo>
                    <a:pt x="0" y="256"/>
                  </a:lnTo>
                  <a:lnTo>
                    <a:pt x="126" y="4"/>
                  </a:lnTo>
                  <a:lnTo>
                    <a:pt x="106"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1" name="Freeform 215"/>
            <p:cNvSpPr>
              <a:spLocks/>
            </p:cNvSpPr>
            <p:nvPr/>
          </p:nvSpPr>
          <p:spPr bwMode="auto">
            <a:xfrm>
              <a:off x="3345996" y="3055711"/>
              <a:ext cx="200025" cy="234950"/>
            </a:xfrm>
            <a:custGeom>
              <a:avLst/>
              <a:gdLst>
                <a:gd name="T0" fmla="*/ 0 w 126"/>
                <a:gd name="T1" fmla="*/ 16 h 148"/>
                <a:gd name="T2" fmla="*/ 72 w 126"/>
                <a:gd name="T3" fmla="*/ 0 h 148"/>
                <a:gd name="T4" fmla="*/ 126 w 126"/>
                <a:gd name="T5" fmla="*/ 74 h 148"/>
                <a:gd name="T6" fmla="*/ 22 w 126"/>
                <a:gd name="T7" fmla="*/ 148 h 148"/>
                <a:gd name="T8" fmla="*/ 0 w 126"/>
                <a:gd name="T9" fmla="*/ 16 h 148"/>
              </a:gdLst>
              <a:ahLst/>
              <a:cxnLst>
                <a:cxn ang="0">
                  <a:pos x="T0" y="T1"/>
                </a:cxn>
                <a:cxn ang="0">
                  <a:pos x="T2" y="T3"/>
                </a:cxn>
                <a:cxn ang="0">
                  <a:pos x="T4" y="T5"/>
                </a:cxn>
                <a:cxn ang="0">
                  <a:pos x="T6" y="T7"/>
                </a:cxn>
                <a:cxn ang="0">
                  <a:pos x="T8" y="T9"/>
                </a:cxn>
              </a:cxnLst>
              <a:rect l="0" t="0" r="r" b="b"/>
              <a:pathLst>
                <a:path w="126" h="148">
                  <a:moveTo>
                    <a:pt x="0" y="16"/>
                  </a:moveTo>
                  <a:lnTo>
                    <a:pt x="72" y="0"/>
                  </a:lnTo>
                  <a:lnTo>
                    <a:pt x="126" y="74"/>
                  </a:lnTo>
                  <a:lnTo>
                    <a:pt x="22" y="148"/>
                  </a:lnTo>
                  <a:lnTo>
                    <a:pt x="0"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2" name="Freeform 216"/>
            <p:cNvSpPr>
              <a:spLocks/>
            </p:cNvSpPr>
            <p:nvPr/>
          </p:nvSpPr>
          <p:spPr bwMode="auto">
            <a:xfrm>
              <a:off x="3546021" y="3055711"/>
              <a:ext cx="200025" cy="234950"/>
            </a:xfrm>
            <a:custGeom>
              <a:avLst/>
              <a:gdLst>
                <a:gd name="T0" fmla="*/ 126 w 126"/>
                <a:gd name="T1" fmla="*/ 16 h 148"/>
                <a:gd name="T2" fmla="*/ 46 w 126"/>
                <a:gd name="T3" fmla="*/ 0 h 148"/>
                <a:gd name="T4" fmla="*/ 0 w 126"/>
                <a:gd name="T5" fmla="*/ 74 h 148"/>
                <a:gd name="T6" fmla="*/ 102 w 126"/>
                <a:gd name="T7" fmla="*/ 148 h 148"/>
                <a:gd name="T8" fmla="*/ 126 w 126"/>
                <a:gd name="T9" fmla="*/ 16 h 148"/>
              </a:gdLst>
              <a:ahLst/>
              <a:cxnLst>
                <a:cxn ang="0">
                  <a:pos x="T0" y="T1"/>
                </a:cxn>
                <a:cxn ang="0">
                  <a:pos x="T2" y="T3"/>
                </a:cxn>
                <a:cxn ang="0">
                  <a:pos x="T4" y="T5"/>
                </a:cxn>
                <a:cxn ang="0">
                  <a:pos x="T6" y="T7"/>
                </a:cxn>
                <a:cxn ang="0">
                  <a:pos x="T8" y="T9"/>
                </a:cxn>
              </a:cxnLst>
              <a:rect l="0" t="0" r="r" b="b"/>
              <a:pathLst>
                <a:path w="126" h="148">
                  <a:moveTo>
                    <a:pt x="126" y="16"/>
                  </a:moveTo>
                  <a:lnTo>
                    <a:pt x="46" y="0"/>
                  </a:lnTo>
                  <a:lnTo>
                    <a:pt x="0" y="74"/>
                  </a:lnTo>
                  <a:lnTo>
                    <a:pt x="102" y="148"/>
                  </a:lnTo>
                  <a:lnTo>
                    <a:pt x="126"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3" name="Freeform 217"/>
            <p:cNvSpPr>
              <a:spLocks noEditPoints="1"/>
            </p:cNvSpPr>
            <p:nvPr/>
          </p:nvSpPr>
          <p:spPr bwMode="auto">
            <a:xfrm>
              <a:off x="3342821" y="2573111"/>
              <a:ext cx="177800" cy="149225"/>
            </a:xfrm>
            <a:custGeom>
              <a:avLst/>
              <a:gdLst>
                <a:gd name="T0" fmla="*/ 56 w 112"/>
                <a:gd name="T1" fmla="*/ 0 h 94"/>
                <a:gd name="T2" fmla="*/ 24 w 112"/>
                <a:gd name="T3" fmla="*/ 4 h 94"/>
                <a:gd name="T4" fmla="*/ 10 w 112"/>
                <a:gd name="T5" fmla="*/ 12 h 94"/>
                <a:gd name="T6" fmla="*/ 2 w 112"/>
                <a:gd name="T7" fmla="*/ 30 h 94"/>
                <a:gd name="T8" fmla="*/ 0 w 112"/>
                <a:gd name="T9" fmla="*/ 44 h 94"/>
                <a:gd name="T10" fmla="*/ 6 w 112"/>
                <a:gd name="T11" fmla="*/ 62 h 94"/>
                <a:gd name="T12" fmla="*/ 14 w 112"/>
                <a:gd name="T13" fmla="*/ 78 h 94"/>
                <a:gd name="T14" fmla="*/ 30 w 112"/>
                <a:gd name="T15" fmla="*/ 88 h 94"/>
                <a:gd name="T16" fmla="*/ 50 w 112"/>
                <a:gd name="T17" fmla="*/ 94 h 94"/>
                <a:gd name="T18" fmla="*/ 60 w 112"/>
                <a:gd name="T19" fmla="*/ 92 h 94"/>
                <a:gd name="T20" fmla="*/ 78 w 112"/>
                <a:gd name="T21" fmla="*/ 88 h 94"/>
                <a:gd name="T22" fmla="*/ 94 w 112"/>
                <a:gd name="T23" fmla="*/ 76 h 94"/>
                <a:gd name="T24" fmla="*/ 104 w 112"/>
                <a:gd name="T25" fmla="*/ 60 h 94"/>
                <a:gd name="T26" fmla="*/ 108 w 112"/>
                <a:gd name="T27" fmla="*/ 50 h 94"/>
                <a:gd name="T28" fmla="*/ 112 w 112"/>
                <a:gd name="T29" fmla="*/ 24 h 94"/>
                <a:gd name="T30" fmla="*/ 104 w 112"/>
                <a:gd name="T31" fmla="*/ 10 h 94"/>
                <a:gd name="T32" fmla="*/ 78 w 112"/>
                <a:gd name="T33" fmla="*/ 2 h 94"/>
                <a:gd name="T34" fmla="*/ 56 w 112"/>
                <a:gd name="T35" fmla="*/ 0 h 94"/>
                <a:gd name="T36" fmla="*/ 102 w 112"/>
                <a:gd name="T37" fmla="*/ 50 h 94"/>
                <a:gd name="T38" fmla="*/ 94 w 112"/>
                <a:gd name="T39" fmla="*/ 66 h 94"/>
                <a:gd name="T40" fmla="*/ 82 w 112"/>
                <a:gd name="T41" fmla="*/ 78 h 94"/>
                <a:gd name="T42" fmla="*/ 68 w 112"/>
                <a:gd name="T43" fmla="*/ 84 h 94"/>
                <a:gd name="T44" fmla="*/ 50 w 112"/>
                <a:gd name="T45" fmla="*/ 86 h 94"/>
                <a:gd name="T46" fmla="*/ 42 w 112"/>
                <a:gd name="T47" fmla="*/ 86 h 94"/>
                <a:gd name="T48" fmla="*/ 26 w 112"/>
                <a:gd name="T49" fmla="*/ 78 h 94"/>
                <a:gd name="T50" fmla="*/ 16 w 112"/>
                <a:gd name="T51" fmla="*/ 66 h 94"/>
                <a:gd name="T52" fmla="*/ 10 w 112"/>
                <a:gd name="T53" fmla="*/ 52 h 94"/>
                <a:gd name="T54" fmla="*/ 8 w 112"/>
                <a:gd name="T55" fmla="*/ 44 h 94"/>
                <a:gd name="T56" fmla="*/ 12 w 112"/>
                <a:gd name="T57" fmla="*/ 22 h 94"/>
                <a:gd name="T58" fmla="*/ 22 w 112"/>
                <a:gd name="T59" fmla="*/ 12 h 94"/>
                <a:gd name="T60" fmla="*/ 38 w 112"/>
                <a:gd name="T61" fmla="*/ 8 h 94"/>
                <a:gd name="T62" fmla="*/ 56 w 112"/>
                <a:gd name="T63" fmla="*/ 8 h 94"/>
                <a:gd name="T64" fmla="*/ 88 w 112"/>
                <a:gd name="T65" fmla="*/ 12 h 94"/>
                <a:gd name="T66" fmla="*/ 102 w 112"/>
                <a:gd name="T67" fmla="*/ 22 h 94"/>
                <a:gd name="T68" fmla="*/ 104 w 112"/>
                <a:gd name="T69" fmla="*/ 36 h 94"/>
                <a:gd name="T70" fmla="*/ 102 w 112"/>
                <a:gd name="T71" fmla="*/ 5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56" y="0"/>
                  </a:moveTo>
                  <a:lnTo>
                    <a:pt x="56" y="0"/>
                  </a:lnTo>
                  <a:lnTo>
                    <a:pt x="34" y="2"/>
                  </a:lnTo>
                  <a:lnTo>
                    <a:pt x="24" y="4"/>
                  </a:lnTo>
                  <a:lnTo>
                    <a:pt x="16" y="6"/>
                  </a:lnTo>
                  <a:lnTo>
                    <a:pt x="10" y="12"/>
                  </a:lnTo>
                  <a:lnTo>
                    <a:pt x="4" y="18"/>
                  </a:lnTo>
                  <a:lnTo>
                    <a:pt x="2" y="30"/>
                  </a:lnTo>
                  <a:lnTo>
                    <a:pt x="0" y="44"/>
                  </a:lnTo>
                  <a:lnTo>
                    <a:pt x="0" y="44"/>
                  </a:lnTo>
                  <a:lnTo>
                    <a:pt x="2" y="52"/>
                  </a:lnTo>
                  <a:lnTo>
                    <a:pt x="6" y="62"/>
                  </a:lnTo>
                  <a:lnTo>
                    <a:pt x="10" y="70"/>
                  </a:lnTo>
                  <a:lnTo>
                    <a:pt x="14" y="78"/>
                  </a:lnTo>
                  <a:lnTo>
                    <a:pt x="22" y="84"/>
                  </a:lnTo>
                  <a:lnTo>
                    <a:pt x="30" y="88"/>
                  </a:lnTo>
                  <a:lnTo>
                    <a:pt x="38" y="92"/>
                  </a:lnTo>
                  <a:lnTo>
                    <a:pt x="50" y="94"/>
                  </a:lnTo>
                  <a:lnTo>
                    <a:pt x="50" y="94"/>
                  </a:lnTo>
                  <a:lnTo>
                    <a:pt x="60" y="92"/>
                  </a:lnTo>
                  <a:lnTo>
                    <a:pt x="70" y="90"/>
                  </a:lnTo>
                  <a:lnTo>
                    <a:pt x="78" y="88"/>
                  </a:lnTo>
                  <a:lnTo>
                    <a:pt x="86" y="82"/>
                  </a:lnTo>
                  <a:lnTo>
                    <a:pt x="94" y="76"/>
                  </a:lnTo>
                  <a:lnTo>
                    <a:pt x="100" y="68"/>
                  </a:lnTo>
                  <a:lnTo>
                    <a:pt x="104" y="60"/>
                  </a:lnTo>
                  <a:lnTo>
                    <a:pt x="108" y="50"/>
                  </a:lnTo>
                  <a:lnTo>
                    <a:pt x="108" y="50"/>
                  </a:lnTo>
                  <a:lnTo>
                    <a:pt x="112" y="34"/>
                  </a:lnTo>
                  <a:lnTo>
                    <a:pt x="112" y="24"/>
                  </a:lnTo>
                  <a:lnTo>
                    <a:pt x="110" y="18"/>
                  </a:lnTo>
                  <a:lnTo>
                    <a:pt x="104" y="10"/>
                  </a:lnTo>
                  <a:lnTo>
                    <a:pt x="94" y="6"/>
                  </a:lnTo>
                  <a:lnTo>
                    <a:pt x="78" y="2"/>
                  </a:lnTo>
                  <a:lnTo>
                    <a:pt x="56" y="0"/>
                  </a:lnTo>
                  <a:lnTo>
                    <a:pt x="56" y="0"/>
                  </a:lnTo>
                  <a:close/>
                  <a:moveTo>
                    <a:pt x="102" y="50"/>
                  </a:moveTo>
                  <a:lnTo>
                    <a:pt x="102" y="50"/>
                  </a:lnTo>
                  <a:lnTo>
                    <a:pt x="98" y="58"/>
                  </a:lnTo>
                  <a:lnTo>
                    <a:pt x="94" y="66"/>
                  </a:lnTo>
                  <a:lnTo>
                    <a:pt x="88" y="72"/>
                  </a:lnTo>
                  <a:lnTo>
                    <a:pt x="82" y="78"/>
                  </a:lnTo>
                  <a:lnTo>
                    <a:pt x="74" y="82"/>
                  </a:lnTo>
                  <a:lnTo>
                    <a:pt x="68" y="84"/>
                  </a:lnTo>
                  <a:lnTo>
                    <a:pt x="58" y="86"/>
                  </a:lnTo>
                  <a:lnTo>
                    <a:pt x="50" y="86"/>
                  </a:lnTo>
                  <a:lnTo>
                    <a:pt x="50" y="86"/>
                  </a:lnTo>
                  <a:lnTo>
                    <a:pt x="42" y="86"/>
                  </a:lnTo>
                  <a:lnTo>
                    <a:pt x="34" y="82"/>
                  </a:lnTo>
                  <a:lnTo>
                    <a:pt x="26" y="78"/>
                  </a:lnTo>
                  <a:lnTo>
                    <a:pt x="20" y="74"/>
                  </a:lnTo>
                  <a:lnTo>
                    <a:pt x="16" y="66"/>
                  </a:lnTo>
                  <a:lnTo>
                    <a:pt x="12" y="60"/>
                  </a:lnTo>
                  <a:lnTo>
                    <a:pt x="10" y="52"/>
                  </a:lnTo>
                  <a:lnTo>
                    <a:pt x="8" y="44"/>
                  </a:lnTo>
                  <a:lnTo>
                    <a:pt x="8" y="44"/>
                  </a:lnTo>
                  <a:lnTo>
                    <a:pt x="8" y="32"/>
                  </a:lnTo>
                  <a:lnTo>
                    <a:pt x="12" y="22"/>
                  </a:lnTo>
                  <a:lnTo>
                    <a:pt x="16" y="16"/>
                  </a:lnTo>
                  <a:lnTo>
                    <a:pt x="22" y="12"/>
                  </a:lnTo>
                  <a:lnTo>
                    <a:pt x="30" y="10"/>
                  </a:lnTo>
                  <a:lnTo>
                    <a:pt x="38" y="8"/>
                  </a:lnTo>
                  <a:lnTo>
                    <a:pt x="56" y="8"/>
                  </a:lnTo>
                  <a:lnTo>
                    <a:pt x="56" y="8"/>
                  </a:lnTo>
                  <a:lnTo>
                    <a:pt x="74" y="8"/>
                  </a:lnTo>
                  <a:lnTo>
                    <a:pt x="88" y="12"/>
                  </a:lnTo>
                  <a:lnTo>
                    <a:pt x="98" y="16"/>
                  </a:lnTo>
                  <a:lnTo>
                    <a:pt x="102" y="22"/>
                  </a:lnTo>
                  <a:lnTo>
                    <a:pt x="104" y="28"/>
                  </a:lnTo>
                  <a:lnTo>
                    <a:pt x="104" y="36"/>
                  </a:lnTo>
                  <a:lnTo>
                    <a:pt x="102" y="50"/>
                  </a:lnTo>
                  <a:lnTo>
                    <a:pt x="102" y="5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4" name="Freeform 218"/>
            <p:cNvSpPr>
              <a:spLocks noEditPoints="1"/>
            </p:cNvSpPr>
            <p:nvPr/>
          </p:nvSpPr>
          <p:spPr bwMode="auto">
            <a:xfrm>
              <a:off x="3555546" y="2573111"/>
              <a:ext cx="177800" cy="149225"/>
            </a:xfrm>
            <a:custGeom>
              <a:avLst/>
              <a:gdLst>
                <a:gd name="T0" fmla="*/ 6 w 112"/>
                <a:gd name="T1" fmla="*/ 54 h 94"/>
                <a:gd name="T2" fmla="*/ 16 w 112"/>
                <a:gd name="T3" fmla="*/ 70 h 94"/>
                <a:gd name="T4" fmla="*/ 30 w 112"/>
                <a:gd name="T5" fmla="*/ 84 h 94"/>
                <a:gd name="T6" fmla="*/ 46 w 112"/>
                <a:gd name="T7" fmla="*/ 92 h 94"/>
                <a:gd name="T8" fmla="*/ 66 w 112"/>
                <a:gd name="T9" fmla="*/ 92 h 94"/>
                <a:gd name="T10" fmla="*/ 78 w 112"/>
                <a:gd name="T11" fmla="*/ 90 h 94"/>
                <a:gd name="T12" fmla="*/ 94 w 112"/>
                <a:gd name="T13" fmla="*/ 82 h 94"/>
                <a:gd name="T14" fmla="*/ 106 w 112"/>
                <a:gd name="T15" fmla="*/ 68 h 94"/>
                <a:gd name="T16" fmla="*/ 112 w 112"/>
                <a:gd name="T17" fmla="*/ 50 h 94"/>
                <a:gd name="T18" fmla="*/ 112 w 112"/>
                <a:gd name="T19" fmla="*/ 42 h 94"/>
                <a:gd name="T20" fmla="*/ 108 w 112"/>
                <a:gd name="T21" fmla="*/ 16 h 94"/>
                <a:gd name="T22" fmla="*/ 96 w 112"/>
                <a:gd name="T23" fmla="*/ 4 h 94"/>
                <a:gd name="T24" fmla="*/ 78 w 112"/>
                <a:gd name="T25" fmla="*/ 0 h 94"/>
                <a:gd name="T26" fmla="*/ 56 w 112"/>
                <a:gd name="T27" fmla="*/ 0 h 94"/>
                <a:gd name="T28" fmla="*/ 18 w 112"/>
                <a:gd name="T29" fmla="*/ 8 h 94"/>
                <a:gd name="T30" fmla="*/ 2 w 112"/>
                <a:gd name="T31" fmla="*/ 20 h 94"/>
                <a:gd name="T32" fmla="*/ 2 w 112"/>
                <a:gd name="T33" fmla="*/ 36 h 94"/>
                <a:gd name="T34" fmla="*/ 6 w 112"/>
                <a:gd name="T35" fmla="*/ 54 h 94"/>
                <a:gd name="T36" fmla="*/ 56 w 112"/>
                <a:gd name="T37" fmla="*/ 8 h 94"/>
                <a:gd name="T38" fmla="*/ 84 w 112"/>
                <a:gd name="T39" fmla="*/ 8 h 94"/>
                <a:gd name="T40" fmla="*/ 96 w 112"/>
                <a:gd name="T41" fmla="*/ 14 h 94"/>
                <a:gd name="T42" fmla="*/ 104 w 112"/>
                <a:gd name="T43" fmla="*/ 30 h 94"/>
                <a:gd name="T44" fmla="*/ 106 w 112"/>
                <a:gd name="T45" fmla="*/ 42 h 94"/>
                <a:gd name="T46" fmla="*/ 102 w 112"/>
                <a:gd name="T47" fmla="*/ 58 h 94"/>
                <a:gd name="T48" fmla="*/ 94 w 112"/>
                <a:gd name="T49" fmla="*/ 72 h 94"/>
                <a:gd name="T50" fmla="*/ 82 w 112"/>
                <a:gd name="T51" fmla="*/ 82 h 94"/>
                <a:gd name="T52" fmla="*/ 66 w 112"/>
                <a:gd name="T53" fmla="*/ 86 h 94"/>
                <a:gd name="T54" fmla="*/ 56 w 112"/>
                <a:gd name="T55" fmla="*/ 86 h 94"/>
                <a:gd name="T56" fmla="*/ 40 w 112"/>
                <a:gd name="T57" fmla="*/ 82 h 94"/>
                <a:gd name="T58" fmla="*/ 26 w 112"/>
                <a:gd name="T59" fmla="*/ 74 h 94"/>
                <a:gd name="T60" fmla="*/ 16 w 112"/>
                <a:gd name="T61" fmla="*/ 60 h 94"/>
                <a:gd name="T62" fmla="*/ 14 w 112"/>
                <a:gd name="T63" fmla="*/ 52 h 94"/>
                <a:gd name="T64" fmla="*/ 8 w 112"/>
                <a:gd name="T65" fmla="*/ 30 h 94"/>
                <a:gd name="T66" fmla="*/ 16 w 112"/>
                <a:gd name="T67" fmla="*/ 18 h 94"/>
                <a:gd name="T68" fmla="*/ 38 w 112"/>
                <a:gd name="T69" fmla="*/ 10 h 94"/>
                <a:gd name="T70" fmla="*/ 56 w 112"/>
                <a:gd name="T71" fmla="*/ 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6" y="54"/>
                  </a:moveTo>
                  <a:lnTo>
                    <a:pt x="6" y="54"/>
                  </a:lnTo>
                  <a:lnTo>
                    <a:pt x="10" y="62"/>
                  </a:lnTo>
                  <a:lnTo>
                    <a:pt x="16" y="70"/>
                  </a:lnTo>
                  <a:lnTo>
                    <a:pt x="22" y="78"/>
                  </a:lnTo>
                  <a:lnTo>
                    <a:pt x="30" y="84"/>
                  </a:lnTo>
                  <a:lnTo>
                    <a:pt x="38" y="88"/>
                  </a:lnTo>
                  <a:lnTo>
                    <a:pt x="46" y="92"/>
                  </a:lnTo>
                  <a:lnTo>
                    <a:pt x="56" y="94"/>
                  </a:lnTo>
                  <a:lnTo>
                    <a:pt x="66" y="92"/>
                  </a:lnTo>
                  <a:lnTo>
                    <a:pt x="66" y="92"/>
                  </a:lnTo>
                  <a:lnTo>
                    <a:pt x="78" y="90"/>
                  </a:lnTo>
                  <a:lnTo>
                    <a:pt x="86" y="88"/>
                  </a:lnTo>
                  <a:lnTo>
                    <a:pt x="94" y="82"/>
                  </a:lnTo>
                  <a:lnTo>
                    <a:pt x="100" y="76"/>
                  </a:lnTo>
                  <a:lnTo>
                    <a:pt x="106" y="68"/>
                  </a:lnTo>
                  <a:lnTo>
                    <a:pt x="110" y="60"/>
                  </a:lnTo>
                  <a:lnTo>
                    <a:pt x="112" y="50"/>
                  </a:lnTo>
                  <a:lnTo>
                    <a:pt x="112" y="42"/>
                  </a:lnTo>
                  <a:lnTo>
                    <a:pt x="112" y="42"/>
                  </a:lnTo>
                  <a:lnTo>
                    <a:pt x="112" y="26"/>
                  </a:lnTo>
                  <a:lnTo>
                    <a:pt x="108" y="16"/>
                  </a:lnTo>
                  <a:lnTo>
                    <a:pt x="102" y="10"/>
                  </a:lnTo>
                  <a:lnTo>
                    <a:pt x="96" y="4"/>
                  </a:lnTo>
                  <a:lnTo>
                    <a:pt x="88" y="2"/>
                  </a:lnTo>
                  <a:lnTo>
                    <a:pt x="78" y="0"/>
                  </a:lnTo>
                  <a:lnTo>
                    <a:pt x="56" y="0"/>
                  </a:lnTo>
                  <a:lnTo>
                    <a:pt x="56" y="0"/>
                  </a:lnTo>
                  <a:lnTo>
                    <a:pt x="34" y="4"/>
                  </a:lnTo>
                  <a:lnTo>
                    <a:pt x="18" y="8"/>
                  </a:lnTo>
                  <a:lnTo>
                    <a:pt x="8" y="12"/>
                  </a:lnTo>
                  <a:lnTo>
                    <a:pt x="2" y="20"/>
                  </a:lnTo>
                  <a:lnTo>
                    <a:pt x="0" y="28"/>
                  </a:lnTo>
                  <a:lnTo>
                    <a:pt x="2" y="36"/>
                  </a:lnTo>
                  <a:lnTo>
                    <a:pt x="6" y="54"/>
                  </a:lnTo>
                  <a:lnTo>
                    <a:pt x="6" y="54"/>
                  </a:lnTo>
                  <a:close/>
                  <a:moveTo>
                    <a:pt x="56" y="8"/>
                  </a:moveTo>
                  <a:lnTo>
                    <a:pt x="56" y="8"/>
                  </a:lnTo>
                  <a:lnTo>
                    <a:pt x="74" y="8"/>
                  </a:lnTo>
                  <a:lnTo>
                    <a:pt x="84" y="8"/>
                  </a:lnTo>
                  <a:lnTo>
                    <a:pt x="90" y="10"/>
                  </a:lnTo>
                  <a:lnTo>
                    <a:pt x="96" y="14"/>
                  </a:lnTo>
                  <a:lnTo>
                    <a:pt x="102" y="20"/>
                  </a:lnTo>
                  <a:lnTo>
                    <a:pt x="104" y="30"/>
                  </a:lnTo>
                  <a:lnTo>
                    <a:pt x="106" y="42"/>
                  </a:lnTo>
                  <a:lnTo>
                    <a:pt x="106" y="42"/>
                  </a:lnTo>
                  <a:lnTo>
                    <a:pt x="104" y="50"/>
                  </a:lnTo>
                  <a:lnTo>
                    <a:pt x="102" y="58"/>
                  </a:lnTo>
                  <a:lnTo>
                    <a:pt x="100" y="66"/>
                  </a:lnTo>
                  <a:lnTo>
                    <a:pt x="94" y="72"/>
                  </a:lnTo>
                  <a:lnTo>
                    <a:pt x="88" y="78"/>
                  </a:lnTo>
                  <a:lnTo>
                    <a:pt x="82" y="82"/>
                  </a:lnTo>
                  <a:lnTo>
                    <a:pt x="74" y="84"/>
                  </a:lnTo>
                  <a:lnTo>
                    <a:pt x="66" y="86"/>
                  </a:lnTo>
                  <a:lnTo>
                    <a:pt x="66" y="86"/>
                  </a:lnTo>
                  <a:lnTo>
                    <a:pt x="56" y="86"/>
                  </a:lnTo>
                  <a:lnTo>
                    <a:pt x="48" y="86"/>
                  </a:lnTo>
                  <a:lnTo>
                    <a:pt x="40" y="82"/>
                  </a:lnTo>
                  <a:lnTo>
                    <a:pt x="34" y="78"/>
                  </a:lnTo>
                  <a:lnTo>
                    <a:pt x="26" y="74"/>
                  </a:lnTo>
                  <a:lnTo>
                    <a:pt x="22" y="68"/>
                  </a:lnTo>
                  <a:lnTo>
                    <a:pt x="16" y="60"/>
                  </a:lnTo>
                  <a:lnTo>
                    <a:pt x="14" y="52"/>
                  </a:lnTo>
                  <a:lnTo>
                    <a:pt x="14" y="52"/>
                  </a:lnTo>
                  <a:lnTo>
                    <a:pt x="10" y="38"/>
                  </a:lnTo>
                  <a:lnTo>
                    <a:pt x="8" y="30"/>
                  </a:lnTo>
                  <a:lnTo>
                    <a:pt x="10" y="24"/>
                  </a:lnTo>
                  <a:lnTo>
                    <a:pt x="16" y="18"/>
                  </a:lnTo>
                  <a:lnTo>
                    <a:pt x="24" y="12"/>
                  </a:lnTo>
                  <a:lnTo>
                    <a:pt x="38" y="10"/>
                  </a:lnTo>
                  <a:lnTo>
                    <a:pt x="56" y="8"/>
                  </a:lnTo>
                  <a:lnTo>
                    <a:pt x="56" y="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5" name="Freeform 219"/>
            <p:cNvSpPr>
              <a:spLocks/>
            </p:cNvSpPr>
            <p:nvPr/>
          </p:nvSpPr>
          <p:spPr bwMode="auto">
            <a:xfrm>
              <a:off x="3514271" y="2588986"/>
              <a:ext cx="57150" cy="31750"/>
            </a:xfrm>
            <a:custGeom>
              <a:avLst/>
              <a:gdLst>
                <a:gd name="T0" fmla="*/ 4 w 36"/>
                <a:gd name="T1" fmla="*/ 20 h 20"/>
                <a:gd name="T2" fmla="*/ 4 w 36"/>
                <a:gd name="T3" fmla="*/ 20 h 20"/>
                <a:gd name="T4" fmla="*/ 6 w 36"/>
                <a:gd name="T5" fmla="*/ 18 h 20"/>
                <a:gd name="T6" fmla="*/ 12 w 36"/>
                <a:gd name="T7" fmla="*/ 16 h 20"/>
                <a:gd name="T8" fmla="*/ 22 w 36"/>
                <a:gd name="T9" fmla="*/ 16 h 20"/>
                <a:gd name="T10" fmla="*/ 28 w 36"/>
                <a:gd name="T11" fmla="*/ 16 h 20"/>
                <a:gd name="T12" fmla="*/ 32 w 36"/>
                <a:gd name="T13" fmla="*/ 20 h 20"/>
                <a:gd name="T14" fmla="*/ 32 w 36"/>
                <a:gd name="T15" fmla="*/ 20 h 20"/>
                <a:gd name="T16" fmla="*/ 32 w 36"/>
                <a:gd name="T17" fmla="*/ 14 h 20"/>
                <a:gd name="T18" fmla="*/ 32 w 36"/>
                <a:gd name="T19" fmla="*/ 8 h 20"/>
                <a:gd name="T20" fmla="*/ 36 w 36"/>
                <a:gd name="T21" fmla="*/ 4 h 20"/>
                <a:gd name="T22" fmla="*/ 36 w 36"/>
                <a:gd name="T23" fmla="*/ 4 h 20"/>
                <a:gd name="T24" fmla="*/ 24 w 36"/>
                <a:gd name="T25" fmla="*/ 0 h 20"/>
                <a:gd name="T26" fmla="*/ 14 w 36"/>
                <a:gd name="T27" fmla="*/ 0 h 20"/>
                <a:gd name="T28" fmla="*/ 0 w 36"/>
                <a:gd name="T29" fmla="*/ 4 h 20"/>
                <a:gd name="T30" fmla="*/ 0 w 36"/>
                <a:gd name="T31" fmla="*/ 4 h 20"/>
                <a:gd name="T32" fmla="*/ 2 w 36"/>
                <a:gd name="T33" fmla="*/ 10 h 20"/>
                <a:gd name="T34" fmla="*/ 2 w 36"/>
                <a:gd name="T35" fmla="*/ 14 h 20"/>
                <a:gd name="T36" fmla="*/ 4 w 36"/>
                <a:gd name="T37" fmla="*/ 20 h 20"/>
                <a:gd name="T38" fmla="*/ 4 w 36"/>
                <a:gd name="T3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 h="20">
                  <a:moveTo>
                    <a:pt x="4" y="20"/>
                  </a:moveTo>
                  <a:lnTo>
                    <a:pt x="4" y="20"/>
                  </a:lnTo>
                  <a:lnTo>
                    <a:pt x="6" y="18"/>
                  </a:lnTo>
                  <a:lnTo>
                    <a:pt x="12" y="16"/>
                  </a:lnTo>
                  <a:lnTo>
                    <a:pt x="22" y="16"/>
                  </a:lnTo>
                  <a:lnTo>
                    <a:pt x="28" y="16"/>
                  </a:lnTo>
                  <a:lnTo>
                    <a:pt x="32" y="20"/>
                  </a:lnTo>
                  <a:lnTo>
                    <a:pt x="32" y="20"/>
                  </a:lnTo>
                  <a:lnTo>
                    <a:pt x="32" y="14"/>
                  </a:lnTo>
                  <a:lnTo>
                    <a:pt x="32" y="8"/>
                  </a:lnTo>
                  <a:lnTo>
                    <a:pt x="36" y="4"/>
                  </a:lnTo>
                  <a:lnTo>
                    <a:pt x="36" y="4"/>
                  </a:lnTo>
                  <a:lnTo>
                    <a:pt x="24" y="0"/>
                  </a:lnTo>
                  <a:lnTo>
                    <a:pt x="14" y="0"/>
                  </a:lnTo>
                  <a:lnTo>
                    <a:pt x="0" y="4"/>
                  </a:lnTo>
                  <a:lnTo>
                    <a:pt x="0" y="4"/>
                  </a:lnTo>
                  <a:lnTo>
                    <a:pt x="2" y="10"/>
                  </a:lnTo>
                  <a:lnTo>
                    <a:pt x="2" y="14"/>
                  </a:lnTo>
                  <a:lnTo>
                    <a:pt x="4" y="20"/>
                  </a:lnTo>
                  <a:lnTo>
                    <a:pt x="4" y="2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6" name="Freeform 220"/>
            <p:cNvSpPr>
              <a:spLocks/>
            </p:cNvSpPr>
            <p:nvPr/>
          </p:nvSpPr>
          <p:spPr bwMode="auto">
            <a:xfrm>
              <a:off x="3317421" y="2582636"/>
              <a:ext cx="50800" cy="73025"/>
            </a:xfrm>
            <a:custGeom>
              <a:avLst/>
              <a:gdLst>
                <a:gd name="T0" fmla="*/ 32 w 32"/>
                <a:gd name="T1" fmla="*/ 0 h 46"/>
                <a:gd name="T2" fmla="*/ 2 w 32"/>
                <a:gd name="T3" fmla="*/ 4 h 46"/>
                <a:gd name="T4" fmla="*/ 0 w 32"/>
                <a:gd name="T5" fmla="*/ 32 h 46"/>
                <a:gd name="T6" fmla="*/ 22 w 32"/>
                <a:gd name="T7" fmla="*/ 46 h 46"/>
                <a:gd name="T8" fmla="*/ 22 w 32"/>
                <a:gd name="T9" fmla="*/ 46 h 46"/>
                <a:gd name="T10" fmla="*/ 20 w 32"/>
                <a:gd name="T11" fmla="*/ 42 h 46"/>
                <a:gd name="T12" fmla="*/ 20 w 32"/>
                <a:gd name="T13" fmla="*/ 30 h 46"/>
                <a:gd name="T14" fmla="*/ 24 w 32"/>
                <a:gd name="T15" fmla="*/ 16 h 46"/>
                <a:gd name="T16" fmla="*/ 26 w 32"/>
                <a:gd name="T17" fmla="*/ 8 h 46"/>
                <a:gd name="T18" fmla="*/ 32 w 32"/>
                <a:gd name="T19" fmla="*/ 0 h 46"/>
                <a:gd name="T20" fmla="*/ 32 w 32"/>
                <a:gd name="T2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6">
                  <a:moveTo>
                    <a:pt x="32" y="0"/>
                  </a:moveTo>
                  <a:lnTo>
                    <a:pt x="2" y="4"/>
                  </a:lnTo>
                  <a:lnTo>
                    <a:pt x="0" y="32"/>
                  </a:lnTo>
                  <a:lnTo>
                    <a:pt x="22" y="46"/>
                  </a:lnTo>
                  <a:lnTo>
                    <a:pt x="22" y="46"/>
                  </a:lnTo>
                  <a:lnTo>
                    <a:pt x="20" y="42"/>
                  </a:lnTo>
                  <a:lnTo>
                    <a:pt x="20" y="30"/>
                  </a:lnTo>
                  <a:lnTo>
                    <a:pt x="24" y="16"/>
                  </a:lnTo>
                  <a:lnTo>
                    <a:pt x="26" y="8"/>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7" name="Freeform 221"/>
            <p:cNvSpPr>
              <a:spLocks/>
            </p:cNvSpPr>
            <p:nvPr/>
          </p:nvSpPr>
          <p:spPr bwMode="auto">
            <a:xfrm>
              <a:off x="3714296" y="2585811"/>
              <a:ext cx="50800" cy="69850"/>
            </a:xfrm>
            <a:custGeom>
              <a:avLst/>
              <a:gdLst>
                <a:gd name="T0" fmla="*/ 0 w 32"/>
                <a:gd name="T1" fmla="*/ 0 h 44"/>
                <a:gd name="T2" fmla="*/ 30 w 32"/>
                <a:gd name="T3" fmla="*/ 2 h 44"/>
                <a:gd name="T4" fmla="*/ 32 w 32"/>
                <a:gd name="T5" fmla="*/ 30 h 44"/>
                <a:gd name="T6" fmla="*/ 12 w 32"/>
                <a:gd name="T7" fmla="*/ 44 h 44"/>
                <a:gd name="T8" fmla="*/ 12 w 32"/>
                <a:gd name="T9" fmla="*/ 44 h 44"/>
                <a:gd name="T10" fmla="*/ 12 w 32"/>
                <a:gd name="T11" fmla="*/ 40 h 44"/>
                <a:gd name="T12" fmla="*/ 12 w 32"/>
                <a:gd name="T13" fmla="*/ 28 h 44"/>
                <a:gd name="T14" fmla="*/ 8 w 32"/>
                <a:gd name="T15" fmla="*/ 14 h 44"/>
                <a:gd name="T16" fmla="*/ 6 w 32"/>
                <a:gd name="T17" fmla="*/ 6 h 44"/>
                <a:gd name="T18" fmla="*/ 0 w 32"/>
                <a:gd name="T19" fmla="*/ 0 h 44"/>
                <a:gd name="T20" fmla="*/ 0 w 32"/>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4">
                  <a:moveTo>
                    <a:pt x="0" y="0"/>
                  </a:moveTo>
                  <a:lnTo>
                    <a:pt x="30" y="2"/>
                  </a:lnTo>
                  <a:lnTo>
                    <a:pt x="32" y="30"/>
                  </a:lnTo>
                  <a:lnTo>
                    <a:pt x="12" y="44"/>
                  </a:lnTo>
                  <a:lnTo>
                    <a:pt x="12" y="44"/>
                  </a:lnTo>
                  <a:lnTo>
                    <a:pt x="12" y="40"/>
                  </a:lnTo>
                  <a:lnTo>
                    <a:pt x="12" y="28"/>
                  </a:lnTo>
                  <a:lnTo>
                    <a:pt x="8" y="14"/>
                  </a:lnTo>
                  <a:lnTo>
                    <a:pt x="6" y="6"/>
                  </a:lnTo>
                  <a:lnTo>
                    <a:pt x="0" y="0"/>
                  </a:lnTo>
                  <a:lnTo>
                    <a:pt x="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8" name="Freeform 222"/>
            <p:cNvSpPr>
              <a:spLocks/>
            </p:cNvSpPr>
            <p:nvPr/>
          </p:nvSpPr>
          <p:spPr bwMode="auto">
            <a:xfrm>
              <a:off x="2825296" y="3630386"/>
              <a:ext cx="695325" cy="225425"/>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9" name="Freeform 223"/>
            <p:cNvSpPr>
              <a:spLocks/>
            </p:cNvSpPr>
            <p:nvPr/>
          </p:nvSpPr>
          <p:spPr bwMode="auto">
            <a:xfrm>
              <a:off x="2825296" y="3630386"/>
              <a:ext cx="695325" cy="225425"/>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0" name="Freeform 224"/>
            <p:cNvSpPr>
              <a:spLocks/>
            </p:cNvSpPr>
            <p:nvPr/>
          </p:nvSpPr>
          <p:spPr bwMode="auto">
            <a:xfrm>
              <a:off x="2822121" y="3493861"/>
              <a:ext cx="727075" cy="374650"/>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1" name="Freeform 225"/>
            <p:cNvSpPr>
              <a:spLocks/>
            </p:cNvSpPr>
            <p:nvPr/>
          </p:nvSpPr>
          <p:spPr bwMode="auto">
            <a:xfrm>
              <a:off x="2822121" y="3493861"/>
              <a:ext cx="727075" cy="374650"/>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2" name="Freeform 226"/>
            <p:cNvSpPr>
              <a:spLocks/>
            </p:cNvSpPr>
            <p:nvPr/>
          </p:nvSpPr>
          <p:spPr bwMode="auto">
            <a:xfrm>
              <a:off x="3580946" y="3652611"/>
              <a:ext cx="695325" cy="225425"/>
            </a:xfrm>
            <a:custGeom>
              <a:avLst/>
              <a:gdLst>
                <a:gd name="T0" fmla="*/ 10 w 438"/>
                <a:gd name="T1" fmla="*/ 86 h 142"/>
                <a:gd name="T2" fmla="*/ 0 w 438"/>
                <a:gd name="T3" fmla="*/ 142 h 142"/>
                <a:gd name="T4" fmla="*/ 0 w 438"/>
                <a:gd name="T5" fmla="*/ 142 h 142"/>
                <a:gd name="T6" fmla="*/ 122 w 438"/>
                <a:gd name="T7" fmla="*/ 130 h 142"/>
                <a:gd name="T8" fmla="*/ 244 w 438"/>
                <a:gd name="T9" fmla="*/ 118 h 142"/>
                <a:gd name="T10" fmla="*/ 244 w 438"/>
                <a:gd name="T11" fmla="*/ 118 h 142"/>
                <a:gd name="T12" fmla="*/ 300 w 438"/>
                <a:gd name="T13" fmla="*/ 112 h 142"/>
                <a:gd name="T14" fmla="*/ 354 w 438"/>
                <a:gd name="T15" fmla="*/ 106 h 142"/>
                <a:gd name="T16" fmla="*/ 354 w 438"/>
                <a:gd name="T17" fmla="*/ 106 h 142"/>
                <a:gd name="T18" fmla="*/ 382 w 438"/>
                <a:gd name="T19" fmla="*/ 102 h 142"/>
                <a:gd name="T20" fmla="*/ 398 w 438"/>
                <a:gd name="T21" fmla="*/ 98 h 142"/>
                <a:gd name="T22" fmla="*/ 412 w 438"/>
                <a:gd name="T23" fmla="*/ 94 h 142"/>
                <a:gd name="T24" fmla="*/ 424 w 438"/>
                <a:gd name="T25" fmla="*/ 86 h 142"/>
                <a:gd name="T26" fmla="*/ 430 w 438"/>
                <a:gd name="T27" fmla="*/ 80 h 142"/>
                <a:gd name="T28" fmla="*/ 434 w 438"/>
                <a:gd name="T29" fmla="*/ 76 h 142"/>
                <a:gd name="T30" fmla="*/ 436 w 438"/>
                <a:gd name="T31" fmla="*/ 70 h 142"/>
                <a:gd name="T32" fmla="*/ 438 w 438"/>
                <a:gd name="T33" fmla="*/ 62 h 142"/>
                <a:gd name="T34" fmla="*/ 438 w 438"/>
                <a:gd name="T35" fmla="*/ 54 h 142"/>
                <a:gd name="T36" fmla="*/ 436 w 438"/>
                <a:gd name="T37" fmla="*/ 46 h 142"/>
                <a:gd name="T38" fmla="*/ 436 w 438"/>
                <a:gd name="T39" fmla="*/ 46 h 142"/>
                <a:gd name="T40" fmla="*/ 432 w 438"/>
                <a:gd name="T41" fmla="*/ 38 h 142"/>
                <a:gd name="T42" fmla="*/ 428 w 438"/>
                <a:gd name="T43" fmla="*/ 32 h 142"/>
                <a:gd name="T44" fmla="*/ 422 w 438"/>
                <a:gd name="T45" fmla="*/ 26 h 142"/>
                <a:gd name="T46" fmla="*/ 416 w 438"/>
                <a:gd name="T47" fmla="*/ 20 h 142"/>
                <a:gd name="T48" fmla="*/ 402 w 438"/>
                <a:gd name="T49" fmla="*/ 12 h 142"/>
                <a:gd name="T50" fmla="*/ 384 w 438"/>
                <a:gd name="T51" fmla="*/ 6 h 142"/>
                <a:gd name="T52" fmla="*/ 366 w 438"/>
                <a:gd name="T53" fmla="*/ 2 h 142"/>
                <a:gd name="T54" fmla="*/ 346 w 438"/>
                <a:gd name="T55" fmla="*/ 0 h 142"/>
                <a:gd name="T56" fmla="*/ 316 w 438"/>
                <a:gd name="T57" fmla="*/ 0 h 142"/>
                <a:gd name="T58" fmla="*/ 316 w 438"/>
                <a:gd name="T59" fmla="*/ 0 h 142"/>
                <a:gd name="T60" fmla="*/ 276 w 438"/>
                <a:gd name="T61" fmla="*/ 4 h 142"/>
                <a:gd name="T62" fmla="*/ 234 w 438"/>
                <a:gd name="T63" fmla="*/ 10 h 142"/>
                <a:gd name="T64" fmla="*/ 184 w 438"/>
                <a:gd name="T65" fmla="*/ 20 h 142"/>
                <a:gd name="T66" fmla="*/ 132 w 438"/>
                <a:gd name="T67" fmla="*/ 32 h 142"/>
                <a:gd name="T68" fmla="*/ 82 w 438"/>
                <a:gd name="T69" fmla="*/ 48 h 142"/>
                <a:gd name="T70" fmla="*/ 60 w 438"/>
                <a:gd name="T71" fmla="*/ 56 h 142"/>
                <a:gd name="T72" fmla="*/ 40 w 438"/>
                <a:gd name="T73" fmla="*/ 64 h 142"/>
                <a:gd name="T74" fmla="*/ 24 w 438"/>
                <a:gd name="T75" fmla="*/ 74 h 142"/>
                <a:gd name="T76" fmla="*/ 10 w 438"/>
                <a:gd name="T77" fmla="*/ 86 h 142"/>
                <a:gd name="T78" fmla="*/ 10 w 438"/>
                <a:gd name="T79"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8" h="142">
                  <a:moveTo>
                    <a:pt x="10" y="86"/>
                  </a:moveTo>
                  <a:lnTo>
                    <a:pt x="0" y="142"/>
                  </a:lnTo>
                  <a:lnTo>
                    <a:pt x="0" y="142"/>
                  </a:lnTo>
                  <a:lnTo>
                    <a:pt x="122" y="130"/>
                  </a:lnTo>
                  <a:lnTo>
                    <a:pt x="244" y="118"/>
                  </a:lnTo>
                  <a:lnTo>
                    <a:pt x="244" y="118"/>
                  </a:lnTo>
                  <a:lnTo>
                    <a:pt x="300" y="112"/>
                  </a:lnTo>
                  <a:lnTo>
                    <a:pt x="354" y="106"/>
                  </a:lnTo>
                  <a:lnTo>
                    <a:pt x="354" y="106"/>
                  </a:lnTo>
                  <a:lnTo>
                    <a:pt x="382" y="102"/>
                  </a:lnTo>
                  <a:lnTo>
                    <a:pt x="398" y="98"/>
                  </a:lnTo>
                  <a:lnTo>
                    <a:pt x="412" y="94"/>
                  </a:lnTo>
                  <a:lnTo>
                    <a:pt x="424" y="86"/>
                  </a:lnTo>
                  <a:lnTo>
                    <a:pt x="430" y="80"/>
                  </a:lnTo>
                  <a:lnTo>
                    <a:pt x="434" y="76"/>
                  </a:lnTo>
                  <a:lnTo>
                    <a:pt x="436" y="70"/>
                  </a:lnTo>
                  <a:lnTo>
                    <a:pt x="438" y="62"/>
                  </a:lnTo>
                  <a:lnTo>
                    <a:pt x="438" y="54"/>
                  </a:lnTo>
                  <a:lnTo>
                    <a:pt x="436" y="46"/>
                  </a:lnTo>
                  <a:lnTo>
                    <a:pt x="436" y="46"/>
                  </a:lnTo>
                  <a:lnTo>
                    <a:pt x="432" y="38"/>
                  </a:lnTo>
                  <a:lnTo>
                    <a:pt x="428" y="32"/>
                  </a:lnTo>
                  <a:lnTo>
                    <a:pt x="422" y="26"/>
                  </a:lnTo>
                  <a:lnTo>
                    <a:pt x="416" y="20"/>
                  </a:lnTo>
                  <a:lnTo>
                    <a:pt x="402" y="12"/>
                  </a:lnTo>
                  <a:lnTo>
                    <a:pt x="384" y="6"/>
                  </a:lnTo>
                  <a:lnTo>
                    <a:pt x="366" y="2"/>
                  </a:lnTo>
                  <a:lnTo>
                    <a:pt x="346" y="0"/>
                  </a:lnTo>
                  <a:lnTo>
                    <a:pt x="316" y="0"/>
                  </a:lnTo>
                  <a:lnTo>
                    <a:pt x="316" y="0"/>
                  </a:lnTo>
                  <a:lnTo>
                    <a:pt x="276" y="4"/>
                  </a:lnTo>
                  <a:lnTo>
                    <a:pt x="234" y="10"/>
                  </a:lnTo>
                  <a:lnTo>
                    <a:pt x="184" y="20"/>
                  </a:lnTo>
                  <a:lnTo>
                    <a:pt x="132" y="32"/>
                  </a:lnTo>
                  <a:lnTo>
                    <a:pt x="82" y="48"/>
                  </a:lnTo>
                  <a:lnTo>
                    <a:pt x="60" y="56"/>
                  </a:lnTo>
                  <a:lnTo>
                    <a:pt x="40" y="64"/>
                  </a:lnTo>
                  <a:lnTo>
                    <a:pt x="24" y="74"/>
                  </a:lnTo>
                  <a:lnTo>
                    <a:pt x="10" y="86"/>
                  </a:lnTo>
                  <a:lnTo>
                    <a:pt x="10"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3" name="Freeform 227"/>
            <p:cNvSpPr>
              <a:spLocks/>
            </p:cNvSpPr>
            <p:nvPr/>
          </p:nvSpPr>
          <p:spPr bwMode="auto">
            <a:xfrm>
              <a:off x="3552371" y="3516086"/>
              <a:ext cx="727075" cy="371475"/>
            </a:xfrm>
            <a:custGeom>
              <a:avLst/>
              <a:gdLst>
                <a:gd name="T0" fmla="*/ 384 w 458"/>
                <a:gd name="T1" fmla="*/ 0 h 234"/>
                <a:gd name="T2" fmla="*/ 0 w 458"/>
                <a:gd name="T3" fmla="*/ 158 h 234"/>
                <a:gd name="T4" fmla="*/ 10 w 458"/>
                <a:gd name="T5" fmla="*/ 234 h 234"/>
                <a:gd name="T6" fmla="*/ 430 w 458"/>
                <a:gd name="T7" fmla="*/ 190 h 234"/>
                <a:gd name="T8" fmla="*/ 430 w 458"/>
                <a:gd name="T9" fmla="*/ 190 h 234"/>
                <a:gd name="T10" fmla="*/ 438 w 458"/>
                <a:gd name="T11" fmla="*/ 186 h 234"/>
                <a:gd name="T12" fmla="*/ 444 w 458"/>
                <a:gd name="T13" fmla="*/ 180 h 234"/>
                <a:gd name="T14" fmla="*/ 452 w 458"/>
                <a:gd name="T15" fmla="*/ 172 h 234"/>
                <a:gd name="T16" fmla="*/ 456 w 458"/>
                <a:gd name="T17" fmla="*/ 160 h 234"/>
                <a:gd name="T18" fmla="*/ 458 w 458"/>
                <a:gd name="T19" fmla="*/ 152 h 234"/>
                <a:gd name="T20" fmla="*/ 458 w 458"/>
                <a:gd name="T21" fmla="*/ 144 h 234"/>
                <a:gd name="T22" fmla="*/ 458 w 458"/>
                <a:gd name="T23" fmla="*/ 134 h 234"/>
                <a:gd name="T24" fmla="*/ 454 w 458"/>
                <a:gd name="T25" fmla="*/ 122 h 234"/>
                <a:gd name="T26" fmla="*/ 450 w 458"/>
                <a:gd name="T27" fmla="*/ 110 h 234"/>
                <a:gd name="T28" fmla="*/ 444 w 458"/>
                <a:gd name="T29" fmla="*/ 98 h 234"/>
                <a:gd name="T30" fmla="*/ 384 w 458"/>
                <a:gd name="T3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4">
                  <a:moveTo>
                    <a:pt x="384" y="0"/>
                  </a:moveTo>
                  <a:lnTo>
                    <a:pt x="0" y="158"/>
                  </a:lnTo>
                  <a:lnTo>
                    <a:pt x="10" y="234"/>
                  </a:lnTo>
                  <a:lnTo>
                    <a:pt x="430" y="190"/>
                  </a:lnTo>
                  <a:lnTo>
                    <a:pt x="430" y="190"/>
                  </a:lnTo>
                  <a:lnTo>
                    <a:pt x="438" y="186"/>
                  </a:lnTo>
                  <a:lnTo>
                    <a:pt x="444" y="180"/>
                  </a:lnTo>
                  <a:lnTo>
                    <a:pt x="452" y="172"/>
                  </a:lnTo>
                  <a:lnTo>
                    <a:pt x="456" y="160"/>
                  </a:lnTo>
                  <a:lnTo>
                    <a:pt x="458" y="152"/>
                  </a:lnTo>
                  <a:lnTo>
                    <a:pt x="458" y="144"/>
                  </a:lnTo>
                  <a:lnTo>
                    <a:pt x="458" y="134"/>
                  </a:lnTo>
                  <a:lnTo>
                    <a:pt x="454" y="122"/>
                  </a:lnTo>
                  <a:lnTo>
                    <a:pt x="450" y="110"/>
                  </a:lnTo>
                  <a:lnTo>
                    <a:pt x="444" y="98"/>
                  </a:lnTo>
                  <a:lnTo>
                    <a:pt x="38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4" name="Freeform 228"/>
            <p:cNvSpPr>
              <a:spLocks/>
            </p:cNvSpPr>
            <p:nvPr/>
          </p:nvSpPr>
          <p:spPr bwMode="auto">
            <a:xfrm>
              <a:off x="3120571" y="3449411"/>
              <a:ext cx="831850" cy="498475"/>
            </a:xfrm>
            <a:custGeom>
              <a:avLst/>
              <a:gdLst>
                <a:gd name="T0" fmla="*/ 496 w 524"/>
                <a:gd name="T1" fmla="*/ 282 h 314"/>
                <a:gd name="T2" fmla="*/ 496 w 524"/>
                <a:gd name="T3" fmla="*/ 282 h 314"/>
                <a:gd name="T4" fmla="*/ 496 w 524"/>
                <a:gd name="T5" fmla="*/ 288 h 314"/>
                <a:gd name="T6" fmla="*/ 494 w 524"/>
                <a:gd name="T7" fmla="*/ 294 h 314"/>
                <a:gd name="T8" fmla="*/ 492 w 524"/>
                <a:gd name="T9" fmla="*/ 300 h 314"/>
                <a:gd name="T10" fmla="*/ 488 w 524"/>
                <a:gd name="T11" fmla="*/ 304 h 314"/>
                <a:gd name="T12" fmla="*/ 482 w 524"/>
                <a:gd name="T13" fmla="*/ 308 h 314"/>
                <a:gd name="T14" fmla="*/ 478 w 524"/>
                <a:gd name="T15" fmla="*/ 312 h 314"/>
                <a:gd name="T16" fmla="*/ 472 w 524"/>
                <a:gd name="T17" fmla="*/ 314 h 314"/>
                <a:gd name="T18" fmla="*/ 464 w 524"/>
                <a:gd name="T19" fmla="*/ 314 h 314"/>
                <a:gd name="T20" fmla="*/ 60 w 524"/>
                <a:gd name="T21" fmla="*/ 314 h 314"/>
                <a:gd name="T22" fmla="*/ 60 w 524"/>
                <a:gd name="T23" fmla="*/ 314 h 314"/>
                <a:gd name="T24" fmla="*/ 52 w 524"/>
                <a:gd name="T25" fmla="*/ 314 h 314"/>
                <a:gd name="T26" fmla="*/ 46 w 524"/>
                <a:gd name="T27" fmla="*/ 312 h 314"/>
                <a:gd name="T28" fmla="*/ 42 w 524"/>
                <a:gd name="T29" fmla="*/ 308 h 314"/>
                <a:gd name="T30" fmla="*/ 36 w 524"/>
                <a:gd name="T31" fmla="*/ 304 h 314"/>
                <a:gd name="T32" fmla="*/ 32 w 524"/>
                <a:gd name="T33" fmla="*/ 300 h 314"/>
                <a:gd name="T34" fmla="*/ 30 w 524"/>
                <a:gd name="T35" fmla="*/ 294 h 314"/>
                <a:gd name="T36" fmla="*/ 28 w 524"/>
                <a:gd name="T37" fmla="*/ 288 h 314"/>
                <a:gd name="T38" fmla="*/ 28 w 524"/>
                <a:gd name="T39" fmla="*/ 282 h 314"/>
                <a:gd name="T40" fmla="*/ 0 w 524"/>
                <a:gd name="T41" fmla="*/ 32 h 314"/>
                <a:gd name="T42" fmla="*/ 0 w 524"/>
                <a:gd name="T43" fmla="*/ 32 h 314"/>
                <a:gd name="T44" fmla="*/ 0 w 524"/>
                <a:gd name="T45" fmla="*/ 26 h 314"/>
                <a:gd name="T46" fmla="*/ 2 w 524"/>
                <a:gd name="T47" fmla="*/ 20 h 314"/>
                <a:gd name="T48" fmla="*/ 6 w 524"/>
                <a:gd name="T49" fmla="*/ 14 h 314"/>
                <a:gd name="T50" fmla="*/ 10 w 524"/>
                <a:gd name="T51" fmla="*/ 10 h 314"/>
                <a:gd name="T52" fmla="*/ 14 w 524"/>
                <a:gd name="T53" fmla="*/ 6 h 314"/>
                <a:gd name="T54" fmla="*/ 20 w 524"/>
                <a:gd name="T55" fmla="*/ 2 h 314"/>
                <a:gd name="T56" fmla="*/ 26 w 524"/>
                <a:gd name="T57" fmla="*/ 0 h 314"/>
                <a:gd name="T58" fmla="*/ 32 w 524"/>
                <a:gd name="T59" fmla="*/ 0 h 314"/>
                <a:gd name="T60" fmla="*/ 492 w 524"/>
                <a:gd name="T61" fmla="*/ 0 h 314"/>
                <a:gd name="T62" fmla="*/ 492 w 524"/>
                <a:gd name="T63" fmla="*/ 0 h 314"/>
                <a:gd name="T64" fmla="*/ 498 w 524"/>
                <a:gd name="T65" fmla="*/ 0 h 314"/>
                <a:gd name="T66" fmla="*/ 504 w 524"/>
                <a:gd name="T67" fmla="*/ 2 h 314"/>
                <a:gd name="T68" fmla="*/ 510 w 524"/>
                <a:gd name="T69" fmla="*/ 6 h 314"/>
                <a:gd name="T70" fmla="*/ 514 w 524"/>
                <a:gd name="T71" fmla="*/ 10 h 314"/>
                <a:gd name="T72" fmla="*/ 518 w 524"/>
                <a:gd name="T73" fmla="*/ 14 h 314"/>
                <a:gd name="T74" fmla="*/ 522 w 524"/>
                <a:gd name="T75" fmla="*/ 20 h 314"/>
                <a:gd name="T76" fmla="*/ 524 w 524"/>
                <a:gd name="T77" fmla="*/ 26 h 314"/>
                <a:gd name="T78" fmla="*/ 524 w 524"/>
                <a:gd name="T79" fmla="*/ 32 h 314"/>
                <a:gd name="T80" fmla="*/ 496 w 524"/>
                <a:gd name="T81" fmla="*/ 28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24" h="314">
                  <a:moveTo>
                    <a:pt x="496" y="282"/>
                  </a:moveTo>
                  <a:lnTo>
                    <a:pt x="496" y="282"/>
                  </a:lnTo>
                  <a:lnTo>
                    <a:pt x="496" y="288"/>
                  </a:lnTo>
                  <a:lnTo>
                    <a:pt x="494" y="294"/>
                  </a:lnTo>
                  <a:lnTo>
                    <a:pt x="492" y="300"/>
                  </a:lnTo>
                  <a:lnTo>
                    <a:pt x="488" y="304"/>
                  </a:lnTo>
                  <a:lnTo>
                    <a:pt x="482" y="308"/>
                  </a:lnTo>
                  <a:lnTo>
                    <a:pt x="478" y="312"/>
                  </a:lnTo>
                  <a:lnTo>
                    <a:pt x="472" y="314"/>
                  </a:lnTo>
                  <a:lnTo>
                    <a:pt x="464" y="314"/>
                  </a:lnTo>
                  <a:lnTo>
                    <a:pt x="60" y="314"/>
                  </a:lnTo>
                  <a:lnTo>
                    <a:pt x="60" y="314"/>
                  </a:lnTo>
                  <a:lnTo>
                    <a:pt x="52" y="314"/>
                  </a:lnTo>
                  <a:lnTo>
                    <a:pt x="46" y="312"/>
                  </a:lnTo>
                  <a:lnTo>
                    <a:pt x="42" y="308"/>
                  </a:lnTo>
                  <a:lnTo>
                    <a:pt x="36" y="304"/>
                  </a:lnTo>
                  <a:lnTo>
                    <a:pt x="32" y="300"/>
                  </a:lnTo>
                  <a:lnTo>
                    <a:pt x="30" y="294"/>
                  </a:lnTo>
                  <a:lnTo>
                    <a:pt x="28" y="288"/>
                  </a:lnTo>
                  <a:lnTo>
                    <a:pt x="28" y="282"/>
                  </a:lnTo>
                  <a:lnTo>
                    <a:pt x="0" y="32"/>
                  </a:lnTo>
                  <a:lnTo>
                    <a:pt x="0" y="32"/>
                  </a:lnTo>
                  <a:lnTo>
                    <a:pt x="0" y="26"/>
                  </a:lnTo>
                  <a:lnTo>
                    <a:pt x="2" y="20"/>
                  </a:lnTo>
                  <a:lnTo>
                    <a:pt x="6" y="14"/>
                  </a:lnTo>
                  <a:lnTo>
                    <a:pt x="10" y="10"/>
                  </a:lnTo>
                  <a:lnTo>
                    <a:pt x="14" y="6"/>
                  </a:lnTo>
                  <a:lnTo>
                    <a:pt x="20" y="2"/>
                  </a:lnTo>
                  <a:lnTo>
                    <a:pt x="26" y="0"/>
                  </a:lnTo>
                  <a:lnTo>
                    <a:pt x="32" y="0"/>
                  </a:lnTo>
                  <a:lnTo>
                    <a:pt x="492" y="0"/>
                  </a:lnTo>
                  <a:lnTo>
                    <a:pt x="492" y="0"/>
                  </a:lnTo>
                  <a:lnTo>
                    <a:pt x="498" y="0"/>
                  </a:lnTo>
                  <a:lnTo>
                    <a:pt x="504" y="2"/>
                  </a:lnTo>
                  <a:lnTo>
                    <a:pt x="510" y="6"/>
                  </a:lnTo>
                  <a:lnTo>
                    <a:pt x="514" y="10"/>
                  </a:lnTo>
                  <a:lnTo>
                    <a:pt x="518" y="14"/>
                  </a:lnTo>
                  <a:lnTo>
                    <a:pt x="522" y="20"/>
                  </a:lnTo>
                  <a:lnTo>
                    <a:pt x="524" y="26"/>
                  </a:lnTo>
                  <a:lnTo>
                    <a:pt x="524" y="32"/>
                  </a:lnTo>
                  <a:lnTo>
                    <a:pt x="496" y="282"/>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5" name="Freeform 229"/>
            <p:cNvSpPr>
              <a:spLocks/>
            </p:cNvSpPr>
            <p:nvPr/>
          </p:nvSpPr>
          <p:spPr bwMode="auto">
            <a:xfrm>
              <a:off x="3149146" y="3487511"/>
              <a:ext cx="774700" cy="460375"/>
            </a:xfrm>
            <a:custGeom>
              <a:avLst/>
              <a:gdLst>
                <a:gd name="T0" fmla="*/ 462 w 488"/>
                <a:gd name="T1" fmla="*/ 260 h 290"/>
                <a:gd name="T2" fmla="*/ 462 w 488"/>
                <a:gd name="T3" fmla="*/ 260 h 290"/>
                <a:gd name="T4" fmla="*/ 462 w 488"/>
                <a:gd name="T5" fmla="*/ 266 h 290"/>
                <a:gd name="T6" fmla="*/ 460 w 488"/>
                <a:gd name="T7" fmla="*/ 272 h 290"/>
                <a:gd name="T8" fmla="*/ 454 w 488"/>
                <a:gd name="T9" fmla="*/ 282 h 290"/>
                <a:gd name="T10" fmla="*/ 444 w 488"/>
                <a:gd name="T11" fmla="*/ 288 h 290"/>
                <a:gd name="T12" fmla="*/ 438 w 488"/>
                <a:gd name="T13" fmla="*/ 290 h 290"/>
                <a:gd name="T14" fmla="*/ 432 w 488"/>
                <a:gd name="T15" fmla="*/ 290 h 290"/>
                <a:gd name="T16" fmla="*/ 56 w 488"/>
                <a:gd name="T17" fmla="*/ 290 h 290"/>
                <a:gd name="T18" fmla="*/ 56 w 488"/>
                <a:gd name="T19" fmla="*/ 290 h 290"/>
                <a:gd name="T20" fmla="*/ 50 w 488"/>
                <a:gd name="T21" fmla="*/ 290 h 290"/>
                <a:gd name="T22" fmla="*/ 44 w 488"/>
                <a:gd name="T23" fmla="*/ 288 h 290"/>
                <a:gd name="T24" fmla="*/ 36 w 488"/>
                <a:gd name="T25" fmla="*/ 282 h 290"/>
                <a:gd name="T26" fmla="*/ 28 w 488"/>
                <a:gd name="T27" fmla="*/ 272 h 290"/>
                <a:gd name="T28" fmla="*/ 26 w 488"/>
                <a:gd name="T29" fmla="*/ 266 h 290"/>
                <a:gd name="T30" fmla="*/ 26 w 488"/>
                <a:gd name="T31" fmla="*/ 260 h 290"/>
                <a:gd name="T32" fmla="*/ 0 w 488"/>
                <a:gd name="T33" fmla="*/ 30 h 290"/>
                <a:gd name="T34" fmla="*/ 0 w 488"/>
                <a:gd name="T35" fmla="*/ 30 h 290"/>
                <a:gd name="T36" fmla="*/ 0 w 488"/>
                <a:gd name="T37" fmla="*/ 24 h 290"/>
                <a:gd name="T38" fmla="*/ 2 w 488"/>
                <a:gd name="T39" fmla="*/ 18 h 290"/>
                <a:gd name="T40" fmla="*/ 8 w 488"/>
                <a:gd name="T41" fmla="*/ 8 h 290"/>
                <a:gd name="T42" fmla="*/ 18 w 488"/>
                <a:gd name="T43" fmla="*/ 2 h 290"/>
                <a:gd name="T44" fmla="*/ 24 w 488"/>
                <a:gd name="T45" fmla="*/ 0 h 290"/>
                <a:gd name="T46" fmla="*/ 30 w 488"/>
                <a:gd name="T47" fmla="*/ 0 h 290"/>
                <a:gd name="T48" fmla="*/ 458 w 488"/>
                <a:gd name="T49" fmla="*/ 0 h 290"/>
                <a:gd name="T50" fmla="*/ 458 w 488"/>
                <a:gd name="T51" fmla="*/ 0 h 290"/>
                <a:gd name="T52" fmla="*/ 464 w 488"/>
                <a:gd name="T53" fmla="*/ 0 h 290"/>
                <a:gd name="T54" fmla="*/ 470 w 488"/>
                <a:gd name="T55" fmla="*/ 2 h 290"/>
                <a:gd name="T56" fmla="*/ 480 w 488"/>
                <a:gd name="T57" fmla="*/ 8 h 290"/>
                <a:gd name="T58" fmla="*/ 486 w 488"/>
                <a:gd name="T59" fmla="*/ 18 h 290"/>
                <a:gd name="T60" fmla="*/ 488 w 488"/>
                <a:gd name="T61" fmla="*/ 24 h 290"/>
                <a:gd name="T62" fmla="*/ 488 w 488"/>
                <a:gd name="T63" fmla="*/ 30 h 290"/>
                <a:gd name="T64" fmla="*/ 462 w 488"/>
                <a:gd name="T65" fmla="*/ 26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8" h="290">
                  <a:moveTo>
                    <a:pt x="462" y="260"/>
                  </a:moveTo>
                  <a:lnTo>
                    <a:pt x="462" y="260"/>
                  </a:lnTo>
                  <a:lnTo>
                    <a:pt x="462" y="266"/>
                  </a:lnTo>
                  <a:lnTo>
                    <a:pt x="460" y="272"/>
                  </a:lnTo>
                  <a:lnTo>
                    <a:pt x="454" y="282"/>
                  </a:lnTo>
                  <a:lnTo>
                    <a:pt x="444" y="288"/>
                  </a:lnTo>
                  <a:lnTo>
                    <a:pt x="438" y="290"/>
                  </a:lnTo>
                  <a:lnTo>
                    <a:pt x="432" y="290"/>
                  </a:lnTo>
                  <a:lnTo>
                    <a:pt x="56" y="290"/>
                  </a:lnTo>
                  <a:lnTo>
                    <a:pt x="56" y="290"/>
                  </a:lnTo>
                  <a:lnTo>
                    <a:pt x="50" y="290"/>
                  </a:lnTo>
                  <a:lnTo>
                    <a:pt x="44" y="288"/>
                  </a:lnTo>
                  <a:lnTo>
                    <a:pt x="36" y="282"/>
                  </a:lnTo>
                  <a:lnTo>
                    <a:pt x="28" y="272"/>
                  </a:lnTo>
                  <a:lnTo>
                    <a:pt x="26" y="266"/>
                  </a:lnTo>
                  <a:lnTo>
                    <a:pt x="26" y="260"/>
                  </a:lnTo>
                  <a:lnTo>
                    <a:pt x="0" y="30"/>
                  </a:lnTo>
                  <a:lnTo>
                    <a:pt x="0" y="30"/>
                  </a:lnTo>
                  <a:lnTo>
                    <a:pt x="0" y="24"/>
                  </a:lnTo>
                  <a:lnTo>
                    <a:pt x="2" y="18"/>
                  </a:lnTo>
                  <a:lnTo>
                    <a:pt x="8" y="8"/>
                  </a:lnTo>
                  <a:lnTo>
                    <a:pt x="18" y="2"/>
                  </a:lnTo>
                  <a:lnTo>
                    <a:pt x="24" y="0"/>
                  </a:lnTo>
                  <a:lnTo>
                    <a:pt x="30" y="0"/>
                  </a:lnTo>
                  <a:lnTo>
                    <a:pt x="458" y="0"/>
                  </a:lnTo>
                  <a:lnTo>
                    <a:pt x="458" y="0"/>
                  </a:lnTo>
                  <a:lnTo>
                    <a:pt x="464" y="0"/>
                  </a:lnTo>
                  <a:lnTo>
                    <a:pt x="470" y="2"/>
                  </a:lnTo>
                  <a:lnTo>
                    <a:pt x="480" y="8"/>
                  </a:lnTo>
                  <a:lnTo>
                    <a:pt x="486" y="18"/>
                  </a:lnTo>
                  <a:lnTo>
                    <a:pt x="488" y="24"/>
                  </a:lnTo>
                  <a:lnTo>
                    <a:pt x="488" y="30"/>
                  </a:lnTo>
                  <a:lnTo>
                    <a:pt x="462" y="26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6" name="Freeform 230"/>
            <p:cNvSpPr>
              <a:spLocks noEditPoints="1"/>
            </p:cNvSpPr>
            <p:nvPr/>
          </p:nvSpPr>
          <p:spPr bwMode="auto">
            <a:xfrm>
              <a:off x="3463471" y="3633561"/>
              <a:ext cx="174625" cy="177800"/>
            </a:xfrm>
            <a:custGeom>
              <a:avLst/>
              <a:gdLst>
                <a:gd name="T0" fmla="*/ 56 w 110"/>
                <a:gd name="T1" fmla="*/ 0 h 112"/>
                <a:gd name="T2" fmla="*/ 34 w 110"/>
                <a:gd name="T3" fmla="*/ 4 h 112"/>
                <a:gd name="T4" fmla="*/ 16 w 110"/>
                <a:gd name="T5" fmla="*/ 16 h 112"/>
                <a:gd name="T6" fmla="*/ 4 w 110"/>
                <a:gd name="T7" fmla="*/ 34 h 112"/>
                <a:gd name="T8" fmla="*/ 0 w 110"/>
                <a:gd name="T9" fmla="*/ 56 h 112"/>
                <a:gd name="T10" fmla="*/ 2 w 110"/>
                <a:gd name="T11" fmla="*/ 68 h 112"/>
                <a:gd name="T12" fmla="*/ 10 w 110"/>
                <a:gd name="T13" fmla="*/ 86 h 112"/>
                <a:gd name="T14" fmla="*/ 24 w 110"/>
                <a:gd name="T15" fmla="*/ 102 h 112"/>
                <a:gd name="T16" fmla="*/ 44 w 110"/>
                <a:gd name="T17" fmla="*/ 110 h 112"/>
                <a:gd name="T18" fmla="*/ 56 w 110"/>
                <a:gd name="T19" fmla="*/ 112 h 112"/>
                <a:gd name="T20" fmla="*/ 78 w 110"/>
                <a:gd name="T21" fmla="*/ 106 h 112"/>
                <a:gd name="T22" fmla="*/ 94 w 110"/>
                <a:gd name="T23" fmla="*/ 96 h 112"/>
                <a:gd name="T24" fmla="*/ 106 w 110"/>
                <a:gd name="T25" fmla="*/ 78 h 112"/>
                <a:gd name="T26" fmla="*/ 110 w 110"/>
                <a:gd name="T27" fmla="*/ 56 h 112"/>
                <a:gd name="T28" fmla="*/ 110 w 110"/>
                <a:gd name="T29" fmla="*/ 44 h 112"/>
                <a:gd name="T30" fmla="*/ 102 w 110"/>
                <a:gd name="T31" fmla="*/ 24 h 112"/>
                <a:gd name="T32" fmla="*/ 86 w 110"/>
                <a:gd name="T33" fmla="*/ 10 h 112"/>
                <a:gd name="T34" fmla="*/ 66 w 110"/>
                <a:gd name="T35" fmla="*/ 2 h 112"/>
                <a:gd name="T36" fmla="*/ 56 w 110"/>
                <a:gd name="T37" fmla="*/ 0 h 112"/>
                <a:gd name="T38" fmla="*/ 56 w 110"/>
                <a:gd name="T39" fmla="*/ 98 h 112"/>
                <a:gd name="T40" fmla="*/ 38 w 110"/>
                <a:gd name="T41" fmla="*/ 96 h 112"/>
                <a:gd name="T42" fmla="*/ 26 w 110"/>
                <a:gd name="T43" fmla="*/ 86 h 112"/>
                <a:gd name="T44" fmla="*/ 16 w 110"/>
                <a:gd name="T45" fmla="*/ 72 h 112"/>
                <a:gd name="T46" fmla="*/ 12 w 110"/>
                <a:gd name="T47" fmla="*/ 56 h 112"/>
                <a:gd name="T48" fmla="*/ 14 w 110"/>
                <a:gd name="T49" fmla="*/ 48 h 112"/>
                <a:gd name="T50" fmla="*/ 20 w 110"/>
                <a:gd name="T51" fmla="*/ 32 h 112"/>
                <a:gd name="T52" fmla="*/ 32 w 110"/>
                <a:gd name="T53" fmla="*/ 20 h 112"/>
                <a:gd name="T54" fmla="*/ 46 w 110"/>
                <a:gd name="T55" fmla="*/ 14 h 112"/>
                <a:gd name="T56" fmla="*/ 56 w 110"/>
                <a:gd name="T57" fmla="*/ 14 h 112"/>
                <a:gd name="T58" fmla="*/ 72 w 110"/>
                <a:gd name="T59" fmla="*/ 16 h 112"/>
                <a:gd name="T60" fmla="*/ 86 w 110"/>
                <a:gd name="T61" fmla="*/ 26 h 112"/>
                <a:gd name="T62" fmla="*/ 94 w 110"/>
                <a:gd name="T63" fmla="*/ 40 h 112"/>
                <a:gd name="T64" fmla="*/ 98 w 110"/>
                <a:gd name="T65" fmla="*/ 56 h 112"/>
                <a:gd name="T66" fmla="*/ 98 w 110"/>
                <a:gd name="T67" fmla="*/ 64 h 112"/>
                <a:gd name="T68" fmla="*/ 90 w 110"/>
                <a:gd name="T69" fmla="*/ 80 h 112"/>
                <a:gd name="T70" fmla="*/ 80 w 110"/>
                <a:gd name="T71" fmla="*/ 92 h 112"/>
                <a:gd name="T72" fmla="*/ 64 w 110"/>
                <a:gd name="T73" fmla="*/ 98 h 112"/>
                <a:gd name="T74" fmla="*/ 56 w 110"/>
                <a:gd name="T75" fmla="*/ 9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12">
                  <a:moveTo>
                    <a:pt x="56" y="0"/>
                  </a:moveTo>
                  <a:lnTo>
                    <a:pt x="56" y="0"/>
                  </a:lnTo>
                  <a:lnTo>
                    <a:pt x="44" y="2"/>
                  </a:lnTo>
                  <a:lnTo>
                    <a:pt x="34" y="4"/>
                  </a:lnTo>
                  <a:lnTo>
                    <a:pt x="24" y="10"/>
                  </a:lnTo>
                  <a:lnTo>
                    <a:pt x="16" y="16"/>
                  </a:lnTo>
                  <a:lnTo>
                    <a:pt x="10" y="24"/>
                  </a:lnTo>
                  <a:lnTo>
                    <a:pt x="4" y="34"/>
                  </a:lnTo>
                  <a:lnTo>
                    <a:pt x="2" y="44"/>
                  </a:lnTo>
                  <a:lnTo>
                    <a:pt x="0" y="56"/>
                  </a:lnTo>
                  <a:lnTo>
                    <a:pt x="0" y="56"/>
                  </a:lnTo>
                  <a:lnTo>
                    <a:pt x="2" y="68"/>
                  </a:lnTo>
                  <a:lnTo>
                    <a:pt x="4" y="78"/>
                  </a:lnTo>
                  <a:lnTo>
                    <a:pt x="10" y="86"/>
                  </a:lnTo>
                  <a:lnTo>
                    <a:pt x="16" y="96"/>
                  </a:lnTo>
                  <a:lnTo>
                    <a:pt x="24" y="102"/>
                  </a:lnTo>
                  <a:lnTo>
                    <a:pt x="34" y="106"/>
                  </a:lnTo>
                  <a:lnTo>
                    <a:pt x="44" y="110"/>
                  </a:lnTo>
                  <a:lnTo>
                    <a:pt x="56" y="112"/>
                  </a:lnTo>
                  <a:lnTo>
                    <a:pt x="56" y="112"/>
                  </a:lnTo>
                  <a:lnTo>
                    <a:pt x="66" y="110"/>
                  </a:lnTo>
                  <a:lnTo>
                    <a:pt x="78" y="106"/>
                  </a:lnTo>
                  <a:lnTo>
                    <a:pt x="86" y="102"/>
                  </a:lnTo>
                  <a:lnTo>
                    <a:pt x="94" y="96"/>
                  </a:lnTo>
                  <a:lnTo>
                    <a:pt x="102" y="86"/>
                  </a:lnTo>
                  <a:lnTo>
                    <a:pt x="106" y="78"/>
                  </a:lnTo>
                  <a:lnTo>
                    <a:pt x="110" y="68"/>
                  </a:lnTo>
                  <a:lnTo>
                    <a:pt x="110" y="56"/>
                  </a:lnTo>
                  <a:lnTo>
                    <a:pt x="110" y="56"/>
                  </a:lnTo>
                  <a:lnTo>
                    <a:pt x="110" y="44"/>
                  </a:lnTo>
                  <a:lnTo>
                    <a:pt x="106" y="34"/>
                  </a:lnTo>
                  <a:lnTo>
                    <a:pt x="102" y="24"/>
                  </a:lnTo>
                  <a:lnTo>
                    <a:pt x="94" y="16"/>
                  </a:lnTo>
                  <a:lnTo>
                    <a:pt x="86" y="10"/>
                  </a:lnTo>
                  <a:lnTo>
                    <a:pt x="78" y="4"/>
                  </a:lnTo>
                  <a:lnTo>
                    <a:pt x="66" y="2"/>
                  </a:lnTo>
                  <a:lnTo>
                    <a:pt x="56" y="0"/>
                  </a:lnTo>
                  <a:lnTo>
                    <a:pt x="56" y="0"/>
                  </a:lnTo>
                  <a:close/>
                  <a:moveTo>
                    <a:pt x="56" y="98"/>
                  </a:moveTo>
                  <a:lnTo>
                    <a:pt x="56" y="98"/>
                  </a:lnTo>
                  <a:lnTo>
                    <a:pt x="46" y="98"/>
                  </a:lnTo>
                  <a:lnTo>
                    <a:pt x="38" y="96"/>
                  </a:lnTo>
                  <a:lnTo>
                    <a:pt x="32" y="92"/>
                  </a:lnTo>
                  <a:lnTo>
                    <a:pt x="26" y="86"/>
                  </a:lnTo>
                  <a:lnTo>
                    <a:pt x="20" y="80"/>
                  </a:lnTo>
                  <a:lnTo>
                    <a:pt x="16" y="72"/>
                  </a:lnTo>
                  <a:lnTo>
                    <a:pt x="14" y="64"/>
                  </a:lnTo>
                  <a:lnTo>
                    <a:pt x="12" y="56"/>
                  </a:lnTo>
                  <a:lnTo>
                    <a:pt x="12" y="56"/>
                  </a:lnTo>
                  <a:lnTo>
                    <a:pt x="14" y="48"/>
                  </a:lnTo>
                  <a:lnTo>
                    <a:pt x="16" y="40"/>
                  </a:lnTo>
                  <a:lnTo>
                    <a:pt x="20" y="32"/>
                  </a:lnTo>
                  <a:lnTo>
                    <a:pt x="26" y="26"/>
                  </a:lnTo>
                  <a:lnTo>
                    <a:pt x="32" y="20"/>
                  </a:lnTo>
                  <a:lnTo>
                    <a:pt x="38" y="16"/>
                  </a:lnTo>
                  <a:lnTo>
                    <a:pt x="46" y="14"/>
                  </a:lnTo>
                  <a:lnTo>
                    <a:pt x="56" y="14"/>
                  </a:lnTo>
                  <a:lnTo>
                    <a:pt x="56" y="14"/>
                  </a:lnTo>
                  <a:lnTo>
                    <a:pt x="64" y="14"/>
                  </a:lnTo>
                  <a:lnTo>
                    <a:pt x="72" y="16"/>
                  </a:lnTo>
                  <a:lnTo>
                    <a:pt x="80" y="20"/>
                  </a:lnTo>
                  <a:lnTo>
                    <a:pt x="86" y="26"/>
                  </a:lnTo>
                  <a:lnTo>
                    <a:pt x="90" y="32"/>
                  </a:lnTo>
                  <a:lnTo>
                    <a:pt x="94" y="40"/>
                  </a:lnTo>
                  <a:lnTo>
                    <a:pt x="98" y="48"/>
                  </a:lnTo>
                  <a:lnTo>
                    <a:pt x="98" y="56"/>
                  </a:lnTo>
                  <a:lnTo>
                    <a:pt x="98" y="56"/>
                  </a:lnTo>
                  <a:lnTo>
                    <a:pt x="98" y="64"/>
                  </a:lnTo>
                  <a:lnTo>
                    <a:pt x="94" y="72"/>
                  </a:lnTo>
                  <a:lnTo>
                    <a:pt x="90" y="80"/>
                  </a:lnTo>
                  <a:lnTo>
                    <a:pt x="86" y="86"/>
                  </a:lnTo>
                  <a:lnTo>
                    <a:pt x="80" y="92"/>
                  </a:lnTo>
                  <a:lnTo>
                    <a:pt x="72" y="96"/>
                  </a:lnTo>
                  <a:lnTo>
                    <a:pt x="64" y="98"/>
                  </a:lnTo>
                  <a:lnTo>
                    <a:pt x="56" y="98"/>
                  </a:lnTo>
                  <a:lnTo>
                    <a:pt x="56" y="9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7" name="Freeform 231"/>
            <p:cNvSpPr>
              <a:spLocks noEditPoints="1"/>
            </p:cNvSpPr>
            <p:nvPr/>
          </p:nvSpPr>
          <p:spPr bwMode="auto">
            <a:xfrm>
              <a:off x="3501571" y="3697061"/>
              <a:ext cx="44450" cy="47625"/>
            </a:xfrm>
            <a:custGeom>
              <a:avLst/>
              <a:gdLst>
                <a:gd name="T0" fmla="*/ 20 w 28"/>
                <a:gd name="T1" fmla="*/ 0 h 30"/>
                <a:gd name="T2" fmla="*/ 20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0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0 w 28"/>
                <a:gd name="T37" fmla="*/ 0 h 30"/>
                <a:gd name="T38" fmla="*/ 4 w 28"/>
                <a:gd name="T39" fmla="*/ 18 h 30"/>
                <a:gd name="T40" fmla="*/ 20 w 28"/>
                <a:gd name="T41" fmla="*/ 18 h 30"/>
                <a:gd name="T42" fmla="*/ 20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0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0" y="0"/>
                  </a:moveTo>
                  <a:lnTo>
                    <a:pt x="20" y="0"/>
                  </a:lnTo>
                  <a:lnTo>
                    <a:pt x="26" y="2"/>
                  </a:lnTo>
                  <a:lnTo>
                    <a:pt x="28" y="6"/>
                  </a:lnTo>
                  <a:lnTo>
                    <a:pt x="28" y="16"/>
                  </a:lnTo>
                  <a:lnTo>
                    <a:pt x="28" y="16"/>
                  </a:lnTo>
                  <a:lnTo>
                    <a:pt x="26" y="20"/>
                  </a:lnTo>
                  <a:lnTo>
                    <a:pt x="20" y="22"/>
                  </a:lnTo>
                  <a:lnTo>
                    <a:pt x="4" y="22"/>
                  </a:lnTo>
                  <a:lnTo>
                    <a:pt x="4" y="28"/>
                  </a:lnTo>
                  <a:lnTo>
                    <a:pt x="4" y="28"/>
                  </a:lnTo>
                  <a:lnTo>
                    <a:pt x="2" y="30"/>
                  </a:lnTo>
                  <a:lnTo>
                    <a:pt x="2" y="30"/>
                  </a:lnTo>
                  <a:lnTo>
                    <a:pt x="0" y="28"/>
                  </a:lnTo>
                  <a:lnTo>
                    <a:pt x="0" y="6"/>
                  </a:lnTo>
                  <a:lnTo>
                    <a:pt x="0" y="6"/>
                  </a:lnTo>
                  <a:lnTo>
                    <a:pt x="2" y="2"/>
                  </a:lnTo>
                  <a:lnTo>
                    <a:pt x="6" y="0"/>
                  </a:lnTo>
                  <a:lnTo>
                    <a:pt x="20" y="0"/>
                  </a:lnTo>
                  <a:close/>
                  <a:moveTo>
                    <a:pt x="4" y="18"/>
                  </a:moveTo>
                  <a:lnTo>
                    <a:pt x="20" y="18"/>
                  </a:lnTo>
                  <a:lnTo>
                    <a:pt x="20" y="18"/>
                  </a:lnTo>
                  <a:lnTo>
                    <a:pt x="22" y="18"/>
                  </a:lnTo>
                  <a:lnTo>
                    <a:pt x="24" y="16"/>
                  </a:lnTo>
                  <a:lnTo>
                    <a:pt x="24" y="6"/>
                  </a:lnTo>
                  <a:lnTo>
                    <a:pt x="24" y="6"/>
                  </a:lnTo>
                  <a:lnTo>
                    <a:pt x="22" y="4"/>
                  </a:lnTo>
                  <a:lnTo>
                    <a:pt x="20" y="4"/>
                  </a:lnTo>
                  <a:lnTo>
                    <a:pt x="6" y="4"/>
                  </a:lnTo>
                  <a:lnTo>
                    <a:pt x="6" y="4"/>
                  </a:lnTo>
                  <a:lnTo>
                    <a:pt x="4" y="4"/>
                  </a:lnTo>
                  <a:lnTo>
                    <a:pt x="4" y="6"/>
                  </a:lnTo>
                  <a:lnTo>
                    <a:pt x="4" y="1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8" name="Freeform 232"/>
            <p:cNvSpPr>
              <a:spLocks/>
            </p:cNvSpPr>
            <p:nvPr/>
          </p:nvSpPr>
          <p:spPr bwMode="auto">
            <a:xfrm>
              <a:off x="3552371" y="3697061"/>
              <a:ext cx="41275" cy="47625"/>
            </a:xfrm>
            <a:custGeom>
              <a:avLst/>
              <a:gdLst>
                <a:gd name="T0" fmla="*/ 24 w 26"/>
                <a:gd name="T1" fmla="*/ 0 h 30"/>
                <a:gd name="T2" fmla="*/ 24 w 26"/>
                <a:gd name="T3" fmla="*/ 0 h 30"/>
                <a:gd name="T4" fmla="*/ 24 w 26"/>
                <a:gd name="T5" fmla="*/ 0 h 30"/>
                <a:gd name="T6" fmla="*/ 26 w 26"/>
                <a:gd name="T7" fmla="*/ 2 h 30"/>
                <a:gd name="T8" fmla="*/ 26 w 26"/>
                <a:gd name="T9" fmla="*/ 2 h 30"/>
                <a:gd name="T10" fmla="*/ 24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4 w 26"/>
                <a:gd name="T35" fmla="*/ 28 h 30"/>
                <a:gd name="T36" fmla="*/ 26 w 26"/>
                <a:gd name="T37" fmla="*/ 28 h 30"/>
                <a:gd name="T38" fmla="*/ 26 w 26"/>
                <a:gd name="T39" fmla="*/ 28 h 30"/>
                <a:gd name="T40" fmla="*/ 24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4" y="0"/>
                  </a:lnTo>
                  <a:lnTo>
                    <a:pt x="26" y="2"/>
                  </a:lnTo>
                  <a:lnTo>
                    <a:pt x="26" y="2"/>
                  </a:lnTo>
                  <a:lnTo>
                    <a:pt x="24" y="4"/>
                  </a:lnTo>
                  <a:lnTo>
                    <a:pt x="24" y="4"/>
                  </a:lnTo>
                  <a:lnTo>
                    <a:pt x="6" y="4"/>
                  </a:lnTo>
                  <a:lnTo>
                    <a:pt x="6" y="4"/>
                  </a:lnTo>
                  <a:lnTo>
                    <a:pt x="4" y="4"/>
                  </a:lnTo>
                  <a:lnTo>
                    <a:pt x="4" y="6"/>
                  </a:lnTo>
                  <a:lnTo>
                    <a:pt x="4" y="24"/>
                  </a:lnTo>
                  <a:lnTo>
                    <a:pt x="4" y="24"/>
                  </a:lnTo>
                  <a:lnTo>
                    <a:pt x="4" y="26"/>
                  </a:lnTo>
                  <a:lnTo>
                    <a:pt x="6" y="26"/>
                  </a:lnTo>
                  <a:lnTo>
                    <a:pt x="24" y="26"/>
                  </a:lnTo>
                  <a:lnTo>
                    <a:pt x="24" y="26"/>
                  </a:lnTo>
                  <a:lnTo>
                    <a:pt x="24" y="28"/>
                  </a:lnTo>
                  <a:lnTo>
                    <a:pt x="26" y="28"/>
                  </a:lnTo>
                  <a:lnTo>
                    <a:pt x="26" y="28"/>
                  </a:lnTo>
                  <a:lnTo>
                    <a:pt x="24"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9" name="Freeform 233"/>
            <p:cNvSpPr>
              <a:spLocks noEditPoints="1"/>
            </p:cNvSpPr>
            <p:nvPr/>
          </p:nvSpPr>
          <p:spPr bwMode="auto">
            <a:xfrm>
              <a:off x="3447596" y="3630386"/>
              <a:ext cx="177800" cy="174625"/>
            </a:xfrm>
            <a:custGeom>
              <a:avLst/>
              <a:gdLst>
                <a:gd name="T0" fmla="*/ 56 w 112"/>
                <a:gd name="T1" fmla="*/ 0 h 110"/>
                <a:gd name="T2" fmla="*/ 34 w 112"/>
                <a:gd name="T3" fmla="*/ 4 h 110"/>
                <a:gd name="T4" fmla="*/ 16 w 112"/>
                <a:gd name="T5" fmla="*/ 16 h 110"/>
                <a:gd name="T6" fmla="*/ 4 w 112"/>
                <a:gd name="T7" fmla="*/ 34 h 110"/>
                <a:gd name="T8" fmla="*/ 0 w 112"/>
                <a:gd name="T9" fmla="*/ 54 h 110"/>
                <a:gd name="T10" fmla="*/ 2 w 112"/>
                <a:gd name="T11" fmla="*/ 66 h 110"/>
                <a:gd name="T12" fmla="*/ 10 w 112"/>
                <a:gd name="T13" fmla="*/ 86 h 110"/>
                <a:gd name="T14" fmla="*/ 26 w 112"/>
                <a:gd name="T15" fmla="*/ 100 h 110"/>
                <a:gd name="T16" fmla="*/ 44 w 112"/>
                <a:gd name="T17" fmla="*/ 110 h 110"/>
                <a:gd name="T18" fmla="*/ 56 w 112"/>
                <a:gd name="T19" fmla="*/ 110 h 110"/>
                <a:gd name="T20" fmla="*/ 78 w 112"/>
                <a:gd name="T21" fmla="*/ 106 h 110"/>
                <a:gd name="T22" fmla="*/ 96 w 112"/>
                <a:gd name="T23" fmla="*/ 94 h 110"/>
                <a:gd name="T24" fmla="*/ 108 w 112"/>
                <a:gd name="T25" fmla="*/ 76 h 110"/>
                <a:gd name="T26" fmla="*/ 112 w 112"/>
                <a:gd name="T27" fmla="*/ 54 h 110"/>
                <a:gd name="T28" fmla="*/ 110 w 112"/>
                <a:gd name="T29" fmla="*/ 44 h 110"/>
                <a:gd name="T30" fmla="*/ 102 w 112"/>
                <a:gd name="T31" fmla="*/ 24 h 110"/>
                <a:gd name="T32" fmla="*/ 88 w 112"/>
                <a:gd name="T33" fmla="*/ 10 h 110"/>
                <a:gd name="T34" fmla="*/ 68 w 112"/>
                <a:gd name="T35" fmla="*/ 0 h 110"/>
                <a:gd name="T36" fmla="*/ 56 w 112"/>
                <a:gd name="T37" fmla="*/ 0 h 110"/>
                <a:gd name="T38" fmla="*/ 56 w 112"/>
                <a:gd name="T39" fmla="*/ 98 h 110"/>
                <a:gd name="T40" fmla="*/ 40 w 112"/>
                <a:gd name="T41" fmla="*/ 94 h 110"/>
                <a:gd name="T42" fmla="*/ 26 w 112"/>
                <a:gd name="T43" fmla="*/ 86 h 110"/>
                <a:gd name="T44" fmla="*/ 16 w 112"/>
                <a:gd name="T45" fmla="*/ 72 h 110"/>
                <a:gd name="T46" fmla="*/ 14 w 112"/>
                <a:gd name="T47" fmla="*/ 54 h 110"/>
                <a:gd name="T48" fmla="*/ 14 w 112"/>
                <a:gd name="T49" fmla="*/ 46 h 110"/>
                <a:gd name="T50" fmla="*/ 20 w 112"/>
                <a:gd name="T51" fmla="*/ 32 h 110"/>
                <a:gd name="T52" fmla="*/ 32 w 112"/>
                <a:gd name="T53" fmla="*/ 20 h 110"/>
                <a:gd name="T54" fmla="*/ 48 w 112"/>
                <a:gd name="T55" fmla="*/ 14 h 110"/>
                <a:gd name="T56" fmla="*/ 56 w 112"/>
                <a:gd name="T57" fmla="*/ 12 h 110"/>
                <a:gd name="T58" fmla="*/ 72 w 112"/>
                <a:gd name="T59" fmla="*/ 16 h 110"/>
                <a:gd name="T60" fmla="*/ 86 w 112"/>
                <a:gd name="T61" fmla="*/ 24 h 110"/>
                <a:gd name="T62" fmla="*/ 96 w 112"/>
                <a:gd name="T63" fmla="*/ 38 h 110"/>
                <a:gd name="T64" fmla="*/ 98 w 112"/>
                <a:gd name="T65" fmla="*/ 54 h 110"/>
                <a:gd name="T66" fmla="*/ 98 w 112"/>
                <a:gd name="T67" fmla="*/ 64 h 110"/>
                <a:gd name="T68" fmla="*/ 92 w 112"/>
                <a:gd name="T69" fmla="*/ 78 h 110"/>
                <a:gd name="T70" fmla="*/ 80 w 112"/>
                <a:gd name="T71" fmla="*/ 90 h 110"/>
                <a:gd name="T72" fmla="*/ 64 w 112"/>
                <a:gd name="T73" fmla="*/ 96 h 110"/>
                <a:gd name="T74" fmla="*/ 56 w 112"/>
                <a:gd name="T75" fmla="*/ 9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0">
                  <a:moveTo>
                    <a:pt x="56" y="0"/>
                  </a:moveTo>
                  <a:lnTo>
                    <a:pt x="56" y="0"/>
                  </a:lnTo>
                  <a:lnTo>
                    <a:pt x="44" y="0"/>
                  </a:lnTo>
                  <a:lnTo>
                    <a:pt x="34" y="4"/>
                  </a:lnTo>
                  <a:lnTo>
                    <a:pt x="26" y="10"/>
                  </a:lnTo>
                  <a:lnTo>
                    <a:pt x="16" y="16"/>
                  </a:lnTo>
                  <a:lnTo>
                    <a:pt x="10" y="24"/>
                  </a:lnTo>
                  <a:lnTo>
                    <a:pt x="4" y="34"/>
                  </a:lnTo>
                  <a:lnTo>
                    <a:pt x="2" y="44"/>
                  </a:lnTo>
                  <a:lnTo>
                    <a:pt x="0" y="54"/>
                  </a:lnTo>
                  <a:lnTo>
                    <a:pt x="0" y="54"/>
                  </a:lnTo>
                  <a:lnTo>
                    <a:pt x="2" y="66"/>
                  </a:lnTo>
                  <a:lnTo>
                    <a:pt x="4" y="76"/>
                  </a:lnTo>
                  <a:lnTo>
                    <a:pt x="10" y="86"/>
                  </a:lnTo>
                  <a:lnTo>
                    <a:pt x="16" y="94"/>
                  </a:lnTo>
                  <a:lnTo>
                    <a:pt x="26" y="100"/>
                  </a:lnTo>
                  <a:lnTo>
                    <a:pt x="34" y="106"/>
                  </a:lnTo>
                  <a:lnTo>
                    <a:pt x="44" y="110"/>
                  </a:lnTo>
                  <a:lnTo>
                    <a:pt x="56" y="110"/>
                  </a:lnTo>
                  <a:lnTo>
                    <a:pt x="56" y="110"/>
                  </a:lnTo>
                  <a:lnTo>
                    <a:pt x="68" y="110"/>
                  </a:lnTo>
                  <a:lnTo>
                    <a:pt x="78" y="106"/>
                  </a:lnTo>
                  <a:lnTo>
                    <a:pt x="88" y="100"/>
                  </a:lnTo>
                  <a:lnTo>
                    <a:pt x="96" y="94"/>
                  </a:lnTo>
                  <a:lnTo>
                    <a:pt x="102" y="86"/>
                  </a:lnTo>
                  <a:lnTo>
                    <a:pt x="108" y="76"/>
                  </a:lnTo>
                  <a:lnTo>
                    <a:pt x="110" y="66"/>
                  </a:lnTo>
                  <a:lnTo>
                    <a:pt x="112" y="54"/>
                  </a:lnTo>
                  <a:lnTo>
                    <a:pt x="112" y="54"/>
                  </a:lnTo>
                  <a:lnTo>
                    <a:pt x="110" y="44"/>
                  </a:lnTo>
                  <a:lnTo>
                    <a:pt x="108" y="34"/>
                  </a:lnTo>
                  <a:lnTo>
                    <a:pt x="102" y="24"/>
                  </a:lnTo>
                  <a:lnTo>
                    <a:pt x="96" y="16"/>
                  </a:lnTo>
                  <a:lnTo>
                    <a:pt x="88" y="10"/>
                  </a:lnTo>
                  <a:lnTo>
                    <a:pt x="78" y="4"/>
                  </a:lnTo>
                  <a:lnTo>
                    <a:pt x="68" y="0"/>
                  </a:lnTo>
                  <a:lnTo>
                    <a:pt x="56" y="0"/>
                  </a:lnTo>
                  <a:lnTo>
                    <a:pt x="56" y="0"/>
                  </a:lnTo>
                  <a:close/>
                  <a:moveTo>
                    <a:pt x="56" y="98"/>
                  </a:moveTo>
                  <a:lnTo>
                    <a:pt x="56" y="98"/>
                  </a:lnTo>
                  <a:lnTo>
                    <a:pt x="48" y="96"/>
                  </a:lnTo>
                  <a:lnTo>
                    <a:pt x="40" y="94"/>
                  </a:lnTo>
                  <a:lnTo>
                    <a:pt x="32" y="90"/>
                  </a:lnTo>
                  <a:lnTo>
                    <a:pt x="26" y="86"/>
                  </a:lnTo>
                  <a:lnTo>
                    <a:pt x="20" y="78"/>
                  </a:lnTo>
                  <a:lnTo>
                    <a:pt x="16" y="72"/>
                  </a:lnTo>
                  <a:lnTo>
                    <a:pt x="14" y="64"/>
                  </a:lnTo>
                  <a:lnTo>
                    <a:pt x="14" y="54"/>
                  </a:lnTo>
                  <a:lnTo>
                    <a:pt x="14" y="54"/>
                  </a:lnTo>
                  <a:lnTo>
                    <a:pt x="14" y="46"/>
                  </a:lnTo>
                  <a:lnTo>
                    <a:pt x="16" y="38"/>
                  </a:lnTo>
                  <a:lnTo>
                    <a:pt x="20" y="32"/>
                  </a:lnTo>
                  <a:lnTo>
                    <a:pt x="26" y="24"/>
                  </a:lnTo>
                  <a:lnTo>
                    <a:pt x="32" y="20"/>
                  </a:lnTo>
                  <a:lnTo>
                    <a:pt x="40" y="16"/>
                  </a:lnTo>
                  <a:lnTo>
                    <a:pt x="48" y="14"/>
                  </a:lnTo>
                  <a:lnTo>
                    <a:pt x="56" y="12"/>
                  </a:lnTo>
                  <a:lnTo>
                    <a:pt x="56" y="12"/>
                  </a:lnTo>
                  <a:lnTo>
                    <a:pt x="64" y="14"/>
                  </a:lnTo>
                  <a:lnTo>
                    <a:pt x="72" y="16"/>
                  </a:lnTo>
                  <a:lnTo>
                    <a:pt x="80" y="20"/>
                  </a:lnTo>
                  <a:lnTo>
                    <a:pt x="86" y="24"/>
                  </a:lnTo>
                  <a:lnTo>
                    <a:pt x="92" y="32"/>
                  </a:lnTo>
                  <a:lnTo>
                    <a:pt x="96" y="38"/>
                  </a:lnTo>
                  <a:lnTo>
                    <a:pt x="98" y="46"/>
                  </a:lnTo>
                  <a:lnTo>
                    <a:pt x="98" y="54"/>
                  </a:lnTo>
                  <a:lnTo>
                    <a:pt x="98" y="54"/>
                  </a:lnTo>
                  <a:lnTo>
                    <a:pt x="98" y="64"/>
                  </a:lnTo>
                  <a:lnTo>
                    <a:pt x="96" y="72"/>
                  </a:lnTo>
                  <a:lnTo>
                    <a:pt x="92" y="78"/>
                  </a:lnTo>
                  <a:lnTo>
                    <a:pt x="86" y="86"/>
                  </a:lnTo>
                  <a:lnTo>
                    <a:pt x="80" y="90"/>
                  </a:lnTo>
                  <a:lnTo>
                    <a:pt x="72" y="94"/>
                  </a:lnTo>
                  <a:lnTo>
                    <a:pt x="64" y="96"/>
                  </a:lnTo>
                  <a:lnTo>
                    <a:pt x="56" y="98"/>
                  </a:lnTo>
                  <a:lnTo>
                    <a:pt x="56" y="9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0" name="Freeform 234"/>
            <p:cNvSpPr>
              <a:spLocks noEditPoints="1"/>
            </p:cNvSpPr>
            <p:nvPr/>
          </p:nvSpPr>
          <p:spPr bwMode="auto">
            <a:xfrm>
              <a:off x="3495221" y="3693886"/>
              <a:ext cx="44450" cy="47625"/>
            </a:xfrm>
            <a:custGeom>
              <a:avLst/>
              <a:gdLst>
                <a:gd name="T0" fmla="*/ 22 w 28"/>
                <a:gd name="T1" fmla="*/ 0 h 30"/>
                <a:gd name="T2" fmla="*/ 22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2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2 w 28"/>
                <a:gd name="T37" fmla="*/ 0 h 30"/>
                <a:gd name="T38" fmla="*/ 4 w 28"/>
                <a:gd name="T39" fmla="*/ 18 h 30"/>
                <a:gd name="T40" fmla="*/ 22 w 28"/>
                <a:gd name="T41" fmla="*/ 18 h 30"/>
                <a:gd name="T42" fmla="*/ 22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2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2" y="0"/>
                  </a:moveTo>
                  <a:lnTo>
                    <a:pt x="22" y="0"/>
                  </a:lnTo>
                  <a:lnTo>
                    <a:pt x="26" y="2"/>
                  </a:lnTo>
                  <a:lnTo>
                    <a:pt x="28" y="6"/>
                  </a:lnTo>
                  <a:lnTo>
                    <a:pt x="28" y="16"/>
                  </a:lnTo>
                  <a:lnTo>
                    <a:pt x="28" y="16"/>
                  </a:lnTo>
                  <a:lnTo>
                    <a:pt x="26" y="20"/>
                  </a:lnTo>
                  <a:lnTo>
                    <a:pt x="22" y="22"/>
                  </a:lnTo>
                  <a:lnTo>
                    <a:pt x="4" y="22"/>
                  </a:lnTo>
                  <a:lnTo>
                    <a:pt x="4" y="28"/>
                  </a:lnTo>
                  <a:lnTo>
                    <a:pt x="4" y="28"/>
                  </a:lnTo>
                  <a:lnTo>
                    <a:pt x="2" y="30"/>
                  </a:lnTo>
                  <a:lnTo>
                    <a:pt x="2" y="30"/>
                  </a:lnTo>
                  <a:lnTo>
                    <a:pt x="0" y="28"/>
                  </a:lnTo>
                  <a:lnTo>
                    <a:pt x="0" y="6"/>
                  </a:lnTo>
                  <a:lnTo>
                    <a:pt x="0" y="6"/>
                  </a:lnTo>
                  <a:lnTo>
                    <a:pt x="2" y="2"/>
                  </a:lnTo>
                  <a:lnTo>
                    <a:pt x="6" y="0"/>
                  </a:lnTo>
                  <a:lnTo>
                    <a:pt x="22" y="0"/>
                  </a:lnTo>
                  <a:close/>
                  <a:moveTo>
                    <a:pt x="4" y="18"/>
                  </a:moveTo>
                  <a:lnTo>
                    <a:pt x="22" y="18"/>
                  </a:lnTo>
                  <a:lnTo>
                    <a:pt x="22" y="18"/>
                  </a:lnTo>
                  <a:lnTo>
                    <a:pt x="22" y="18"/>
                  </a:lnTo>
                  <a:lnTo>
                    <a:pt x="24" y="16"/>
                  </a:lnTo>
                  <a:lnTo>
                    <a:pt x="24" y="6"/>
                  </a:lnTo>
                  <a:lnTo>
                    <a:pt x="24" y="6"/>
                  </a:lnTo>
                  <a:lnTo>
                    <a:pt x="22" y="4"/>
                  </a:lnTo>
                  <a:lnTo>
                    <a:pt x="22" y="4"/>
                  </a:lnTo>
                  <a:lnTo>
                    <a:pt x="6" y="4"/>
                  </a:lnTo>
                  <a:lnTo>
                    <a:pt x="6" y="4"/>
                  </a:lnTo>
                  <a:lnTo>
                    <a:pt x="4" y="4"/>
                  </a:lnTo>
                  <a:lnTo>
                    <a:pt x="4" y="6"/>
                  </a:lnTo>
                  <a:lnTo>
                    <a:pt x="4" y="1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1" name="Freeform 235"/>
            <p:cNvSpPr>
              <a:spLocks/>
            </p:cNvSpPr>
            <p:nvPr/>
          </p:nvSpPr>
          <p:spPr bwMode="auto">
            <a:xfrm>
              <a:off x="3546021" y="3693886"/>
              <a:ext cx="41275" cy="47625"/>
            </a:xfrm>
            <a:custGeom>
              <a:avLst/>
              <a:gdLst>
                <a:gd name="T0" fmla="*/ 24 w 26"/>
                <a:gd name="T1" fmla="*/ 0 h 30"/>
                <a:gd name="T2" fmla="*/ 24 w 26"/>
                <a:gd name="T3" fmla="*/ 0 h 30"/>
                <a:gd name="T4" fmla="*/ 26 w 26"/>
                <a:gd name="T5" fmla="*/ 0 h 30"/>
                <a:gd name="T6" fmla="*/ 26 w 26"/>
                <a:gd name="T7" fmla="*/ 2 h 30"/>
                <a:gd name="T8" fmla="*/ 26 w 26"/>
                <a:gd name="T9" fmla="*/ 2 h 30"/>
                <a:gd name="T10" fmla="*/ 26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6 w 26"/>
                <a:gd name="T35" fmla="*/ 28 h 30"/>
                <a:gd name="T36" fmla="*/ 26 w 26"/>
                <a:gd name="T37" fmla="*/ 28 h 30"/>
                <a:gd name="T38" fmla="*/ 26 w 26"/>
                <a:gd name="T39" fmla="*/ 28 h 30"/>
                <a:gd name="T40" fmla="*/ 26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6" y="0"/>
                  </a:lnTo>
                  <a:lnTo>
                    <a:pt x="26" y="2"/>
                  </a:lnTo>
                  <a:lnTo>
                    <a:pt x="26" y="2"/>
                  </a:lnTo>
                  <a:lnTo>
                    <a:pt x="26" y="4"/>
                  </a:lnTo>
                  <a:lnTo>
                    <a:pt x="24" y="4"/>
                  </a:lnTo>
                  <a:lnTo>
                    <a:pt x="6" y="4"/>
                  </a:lnTo>
                  <a:lnTo>
                    <a:pt x="6" y="4"/>
                  </a:lnTo>
                  <a:lnTo>
                    <a:pt x="4" y="4"/>
                  </a:lnTo>
                  <a:lnTo>
                    <a:pt x="4" y="6"/>
                  </a:lnTo>
                  <a:lnTo>
                    <a:pt x="4" y="24"/>
                  </a:lnTo>
                  <a:lnTo>
                    <a:pt x="4" y="24"/>
                  </a:lnTo>
                  <a:lnTo>
                    <a:pt x="4" y="26"/>
                  </a:lnTo>
                  <a:lnTo>
                    <a:pt x="6" y="26"/>
                  </a:lnTo>
                  <a:lnTo>
                    <a:pt x="24" y="26"/>
                  </a:lnTo>
                  <a:lnTo>
                    <a:pt x="24" y="26"/>
                  </a:lnTo>
                  <a:lnTo>
                    <a:pt x="26" y="28"/>
                  </a:lnTo>
                  <a:lnTo>
                    <a:pt x="26" y="28"/>
                  </a:lnTo>
                  <a:lnTo>
                    <a:pt x="26" y="28"/>
                  </a:lnTo>
                  <a:lnTo>
                    <a:pt x="26"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2" name="Freeform 382"/>
            <p:cNvSpPr>
              <a:spLocks/>
            </p:cNvSpPr>
            <p:nvPr/>
          </p:nvSpPr>
          <p:spPr bwMode="auto">
            <a:xfrm>
              <a:off x="2920546" y="3751036"/>
              <a:ext cx="193675" cy="212725"/>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3" name="Freeform 383"/>
            <p:cNvSpPr>
              <a:spLocks/>
            </p:cNvSpPr>
            <p:nvPr/>
          </p:nvSpPr>
          <p:spPr bwMode="auto">
            <a:xfrm>
              <a:off x="2920546" y="3751036"/>
              <a:ext cx="193675" cy="212725"/>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4" name="Freeform 384"/>
            <p:cNvSpPr>
              <a:spLocks/>
            </p:cNvSpPr>
            <p:nvPr/>
          </p:nvSpPr>
          <p:spPr bwMode="auto">
            <a:xfrm>
              <a:off x="2911021" y="3754211"/>
              <a:ext cx="193675" cy="212725"/>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5" name="Freeform 385"/>
            <p:cNvSpPr>
              <a:spLocks/>
            </p:cNvSpPr>
            <p:nvPr/>
          </p:nvSpPr>
          <p:spPr bwMode="auto">
            <a:xfrm>
              <a:off x="2911021" y="3754211"/>
              <a:ext cx="193675" cy="212725"/>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6" name="Freeform 386"/>
            <p:cNvSpPr>
              <a:spLocks/>
            </p:cNvSpPr>
            <p:nvPr/>
          </p:nvSpPr>
          <p:spPr bwMode="auto">
            <a:xfrm>
              <a:off x="2898321" y="3763736"/>
              <a:ext cx="180975" cy="200025"/>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7" name="Freeform 387"/>
            <p:cNvSpPr>
              <a:spLocks/>
            </p:cNvSpPr>
            <p:nvPr/>
          </p:nvSpPr>
          <p:spPr bwMode="auto">
            <a:xfrm>
              <a:off x="2898321" y="3763736"/>
              <a:ext cx="180975" cy="200025"/>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8" name="Freeform 388"/>
            <p:cNvSpPr>
              <a:spLocks/>
            </p:cNvSpPr>
            <p:nvPr/>
          </p:nvSpPr>
          <p:spPr bwMode="auto">
            <a:xfrm>
              <a:off x="2920546" y="3776436"/>
              <a:ext cx="146050" cy="168275"/>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close/>
                </a:path>
              </a:pathLst>
            </a:custGeom>
            <a:solidFill>
              <a:srgbClr val="BD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9" name="Freeform 389"/>
            <p:cNvSpPr>
              <a:spLocks/>
            </p:cNvSpPr>
            <p:nvPr/>
          </p:nvSpPr>
          <p:spPr bwMode="auto">
            <a:xfrm>
              <a:off x="2920546" y="3776436"/>
              <a:ext cx="146050" cy="168275"/>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0" name="Freeform 390"/>
            <p:cNvSpPr>
              <a:spLocks/>
            </p:cNvSpPr>
            <p:nvPr/>
          </p:nvSpPr>
          <p:spPr bwMode="auto">
            <a:xfrm>
              <a:off x="2952296" y="3820886"/>
              <a:ext cx="73025" cy="82550"/>
            </a:xfrm>
            <a:custGeom>
              <a:avLst/>
              <a:gdLst>
                <a:gd name="T0" fmla="*/ 0 w 46"/>
                <a:gd name="T1" fmla="*/ 32 h 52"/>
                <a:gd name="T2" fmla="*/ 0 w 46"/>
                <a:gd name="T3" fmla="*/ 32 h 52"/>
                <a:gd name="T4" fmla="*/ 4 w 46"/>
                <a:gd name="T5" fmla="*/ 42 h 52"/>
                <a:gd name="T6" fmla="*/ 10 w 46"/>
                <a:gd name="T7" fmla="*/ 48 h 52"/>
                <a:gd name="T8" fmla="*/ 18 w 46"/>
                <a:gd name="T9" fmla="*/ 52 h 52"/>
                <a:gd name="T10" fmla="*/ 28 w 46"/>
                <a:gd name="T11" fmla="*/ 52 h 52"/>
                <a:gd name="T12" fmla="*/ 28 w 46"/>
                <a:gd name="T13" fmla="*/ 52 h 52"/>
                <a:gd name="T14" fmla="*/ 38 w 46"/>
                <a:gd name="T15" fmla="*/ 48 h 52"/>
                <a:gd name="T16" fmla="*/ 44 w 46"/>
                <a:gd name="T17" fmla="*/ 42 h 52"/>
                <a:gd name="T18" fmla="*/ 46 w 46"/>
                <a:gd name="T19" fmla="*/ 32 h 52"/>
                <a:gd name="T20" fmla="*/ 46 w 46"/>
                <a:gd name="T21" fmla="*/ 22 h 52"/>
                <a:gd name="T22" fmla="*/ 46 w 46"/>
                <a:gd name="T23" fmla="*/ 22 h 52"/>
                <a:gd name="T24" fmla="*/ 42 w 46"/>
                <a:gd name="T25" fmla="*/ 12 h 52"/>
                <a:gd name="T26" fmla="*/ 36 w 46"/>
                <a:gd name="T27" fmla="*/ 6 h 52"/>
                <a:gd name="T28" fmla="*/ 28 w 46"/>
                <a:gd name="T29" fmla="*/ 2 h 52"/>
                <a:gd name="T30" fmla="*/ 18 w 46"/>
                <a:gd name="T31" fmla="*/ 0 h 52"/>
                <a:gd name="T32" fmla="*/ 18 w 46"/>
                <a:gd name="T33" fmla="*/ 0 h 52"/>
                <a:gd name="T34" fmla="*/ 10 w 46"/>
                <a:gd name="T35" fmla="*/ 4 h 52"/>
                <a:gd name="T36" fmla="*/ 2 w 46"/>
                <a:gd name="T37" fmla="*/ 12 h 52"/>
                <a:gd name="T38" fmla="*/ 0 w 46"/>
                <a:gd name="T39" fmla="*/ 22 h 52"/>
                <a:gd name="T40" fmla="*/ 0 w 46"/>
                <a:gd name="T41" fmla="*/ 32 h 52"/>
                <a:gd name="T42" fmla="*/ 0 w 46"/>
                <a:gd name="T4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52">
                  <a:moveTo>
                    <a:pt x="0" y="32"/>
                  </a:moveTo>
                  <a:lnTo>
                    <a:pt x="0" y="32"/>
                  </a:lnTo>
                  <a:lnTo>
                    <a:pt x="4" y="42"/>
                  </a:lnTo>
                  <a:lnTo>
                    <a:pt x="10" y="48"/>
                  </a:lnTo>
                  <a:lnTo>
                    <a:pt x="18" y="52"/>
                  </a:lnTo>
                  <a:lnTo>
                    <a:pt x="28" y="52"/>
                  </a:lnTo>
                  <a:lnTo>
                    <a:pt x="28" y="52"/>
                  </a:lnTo>
                  <a:lnTo>
                    <a:pt x="38" y="48"/>
                  </a:lnTo>
                  <a:lnTo>
                    <a:pt x="44" y="42"/>
                  </a:lnTo>
                  <a:lnTo>
                    <a:pt x="46" y="32"/>
                  </a:lnTo>
                  <a:lnTo>
                    <a:pt x="46" y="22"/>
                  </a:lnTo>
                  <a:lnTo>
                    <a:pt x="46" y="22"/>
                  </a:lnTo>
                  <a:lnTo>
                    <a:pt x="42" y="12"/>
                  </a:lnTo>
                  <a:lnTo>
                    <a:pt x="36" y="6"/>
                  </a:lnTo>
                  <a:lnTo>
                    <a:pt x="28" y="2"/>
                  </a:lnTo>
                  <a:lnTo>
                    <a:pt x="18" y="0"/>
                  </a:lnTo>
                  <a:lnTo>
                    <a:pt x="18" y="0"/>
                  </a:lnTo>
                  <a:lnTo>
                    <a:pt x="10" y="4"/>
                  </a:lnTo>
                  <a:lnTo>
                    <a:pt x="2" y="12"/>
                  </a:lnTo>
                  <a:lnTo>
                    <a:pt x="0" y="22"/>
                  </a:lnTo>
                  <a:lnTo>
                    <a:pt x="0" y="32"/>
                  </a:lnTo>
                  <a:lnTo>
                    <a:pt x="0" y="32"/>
                  </a:lnTo>
                  <a:close/>
                </a:path>
              </a:pathLst>
            </a:custGeom>
            <a:solidFill>
              <a:srgbClr val="93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1" name="Freeform 391"/>
            <p:cNvSpPr>
              <a:spLocks/>
            </p:cNvSpPr>
            <p:nvPr/>
          </p:nvSpPr>
          <p:spPr bwMode="auto">
            <a:xfrm>
              <a:off x="2787196" y="3852636"/>
              <a:ext cx="38100" cy="53975"/>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2" name="Freeform 392"/>
            <p:cNvSpPr>
              <a:spLocks/>
            </p:cNvSpPr>
            <p:nvPr/>
          </p:nvSpPr>
          <p:spPr bwMode="auto">
            <a:xfrm>
              <a:off x="2787196" y="3852636"/>
              <a:ext cx="38100" cy="53975"/>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3" name="Freeform 393"/>
            <p:cNvSpPr>
              <a:spLocks/>
            </p:cNvSpPr>
            <p:nvPr/>
          </p:nvSpPr>
          <p:spPr bwMode="auto">
            <a:xfrm>
              <a:off x="2825296" y="3751036"/>
              <a:ext cx="193675" cy="212725"/>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4" name="Freeform 394"/>
            <p:cNvSpPr>
              <a:spLocks/>
            </p:cNvSpPr>
            <p:nvPr/>
          </p:nvSpPr>
          <p:spPr bwMode="auto">
            <a:xfrm>
              <a:off x="2825296" y="3751036"/>
              <a:ext cx="193675" cy="212725"/>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5" name="Freeform 395"/>
            <p:cNvSpPr>
              <a:spLocks/>
            </p:cNvSpPr>
            <p:nvPr/>
          </p:nvSpPr>
          <p:spPr bwMode="auto">
            <a:xfrm>
              <a:off x="2726871" y="3865336"/>
              <a:ext cx="41275" cy="53975"/>
            </a:xfrm>
            <a:custGeom>
              <a:avLst/>
              <a:gdLst>
                <a:gd name="T0" fmla="*/ 6 w 26"/>
                <a:gd name="T1" fmla="*/ 34 h 34"/>
                <a:gd name="T2" fmla="*/ 26 w 26"/>
                <a:gd name="T3" fmla="*/ 30 h 34"/>
                <a:gd name="T4" fmla="*/ 20 w 26"/>
                <a:gd name="T5" fmla="*/ 0 h 34"/>
                <a:gd name="T6" fmla="*/ 0 w 26"/>
                <a:gd name="T7" fmla="*/ 4 h 34"/>
                <a:gd name="T8" fmla="*/ 6 w 26"/>
                <a:gd name="T9" fmla="*/ 34 h 34"/>
              </a:gdLst>
              <a:ahLst/>
              <a:cxnLst>
                <a:cxn ang="0">
                  <a:pos x="T0" y="T1"/>
                </a:cxn>
                <a:cxn ang="0">
                  <a:pos x="T2" y="T3"/>
                </a:cxn>
                <a:cxn ang="0">
                  <a:pos x="T4" y="T5"/>
                </a:cxn>
                <a:cxn ang="0">
                  <a:pos x="T6" y="T7"/>
                </a:cxn>
                <a:cxn ang="0">
                  <a:pos x="T8" y="T9"/>
                </a:cxn>
              </a:cxnLst>
              <a:rect l="0" t="0" r="r" b="b"/>
              <a:pathLst>
                <a:path w="26" h="34">
                  <a:moveTo>
                    <a:pt x="6" y="34"/>
                  </a:moveTo>
                  <a:lnTo>
                    <a:pt x="26" y="30"/>
                  </a:lnTo>
                  <a:lnTo>
                    <a:pt x="20" y="0"/>
                  </a:lnTo>
                  <a:lnTo>
                    <a:pt x="0" y="4"/>
                  </a:lnTo>
                  <a:lnTo>
                    <a:pt x="6" y="3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6" name="Freeform 396"/>
            <p:cNvSpPr>
              <a:spLocks/>
            </p:cNvSpPr>
            <p:nvPr/>
          </p:nvSpPr>
          <p:spPr bwMode="auto">
            <a:xfrm>
              <a:off x="2745921" y="3846286"/>
              <a:ext cx="50800" cy="82550"/>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7" name="Freeform 397"/>
            <p:cNvSpPr>
              <a:spLocks/>
            </p:cNvSpPr>
            <p:nvPr/>
          </p:nvSpPr>
          <p:spPr bwMode="auto">
            <a:xfrm>
              <a:off x="2745921" y="3846286"/>
              <a:ext cx="50800" cy="82550"/>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8" name="Freeform 400"/>
            <p:cNvSpPr>
              <a:spLocks/>
            </p:cNvSpPr>
            <p:nvPr/>
          </p:nvSpPr>
          <p:spPr bwMode="auto">
            <a:xfrm>
              <a:off x="2799896" y="3754211"/>
              <a:ext cx="193675" cy="212725"/>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close/>
                </a:path>
              </a:pathLst>
            </a:custGeom>
            <a:solidFill>
              <a:srgbClr val="A8A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9" name="Freeform 401"/>
            <p:cNvSpPr>
              <a:spLocks/>
            </p:cNvSpPr>
            <p:nvPr/>
          </p:nvSpPr>
          <p:spPr bwMode="auto">
            <a:xfrm>
              <a:off x="2799896" y="3754211"/>
              <a:ext cx="193675" cy="212725"/>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0" name="Freeform 402"/>
            <p:cNvSpPr>
              <a:spLocks/>
            </p:cNvSpPr>
            <p:nvPr/>
          </p:nvSpPr>
          <p:spPr bwMode="auto">
            <a:xfrm>
              <a:off x="2806246" y="3763736"/>
              <a:ext cx="177800" cy="196850"/>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1" name="Freeform 403"/>
            <p:cNvSpPr>
              <a:spLocks/>
            </p:cNvSpPr>
            <p:nvPr/>
          </p:nvSpPr>
          <p:spPr bwMode="auto">
            <a:xfrm>
              <a:off x="2806246" y="3763736"/>
              <a:ext cx="177800" cy="196850"/>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2" name="Freeform 404"/>
            <p:cNvSpPr>
              <a:spLocks/>
            </p:cNvSpPr>
            <p:nvPr/>
          </p:nvSpPr>
          <p:spPr bwMode="auto">
            <a:xfrm>
              <a:off x="2812596" y="3766911"/>
              <a:ext cx="168275" cy="187325"/>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3" name="Freeform 405"/>
            <p:cNvSpPr>
              <a:spLocks/>
            </p:cNvSpPr>
            <p:nvPr/>
          </p:nvSpPr>
          <p:spPr bwMode="auto">
            <a:xfrm>
              <a:off x="2812596" y="3766911"/>
              <a:ext cx="168275" cy="187325"/>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4" name="Freeform 407"/>
            <p:cNvSpPr>
              <a:spLocks/>
            </p:cNvSpPr>
            <p:nvPr/>
          </p:nvSpPr>
          <p:spPr bwMode="auto">
            <a:xfrm>
              <a:off x="2822121" y="3779611"/>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close/>
                </a:path>
              </a:pathLst>
            </a:custGeom>
            <a:solidFill>
              <a:srgbClr val="F794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5" name="Freeform 408"/>
            <p:cNvSpPr>
              <a:spLocks/>
            </p:cNvSpPr>
            <p:nvPr/>
          </p:nvSpPr>
          <p:spPr bwMode="auto">
            <a:xfrm>
              <a:off x="2822121" y="3779611"/>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6" name="Freeform 409"/>
            <p:cNvSpPr>
              <a:spLocks/>
            </p:cNvSpPr>
            <p:nvPr/>
          </p:nvSpPr>
          <p:spPr bwMode="auto">
            <a:xfrm>
              <a:off x="2866571" y="3827236"/>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7" name="Freeform 410"/>
            <p:cNvSpPr>
              <a:spLocks/>
            </p:cNvSpPr>
            <p:nvPr/>
          </p:nvSpPr>
          <p:spPr bwMode="auto">
            <a:xfrm>
              <a:off x="2866571" y="3827236"/>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8" name="Freeform 411"/>
            <p:cNvSpPr>
              <a:spLocks/>
            </p:cNvSpPr>
            <p:nvPr/>
          </p:nvSpPr>
          <p:spPr bwMode="auto">
            <a:xfrm>
              <a:off x="2809421" y="3903436"/>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close/>
                </a:path>
              </a:pathLst>
            </a:custGeom>
            <a:solidFill>
              <a:srgbClr val="D4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9" name="Freeform 412"/>
            <p:cNvSpPr>
              <a:spLocks/>
            </p:cNvSpPr>
            <p:nvPr/>
          </p:nvSpPr>
          <p:spPr bwMode="auto">
            <a:xfrm>
              <a:off x="2809421" y="3903436"/>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0" name="Freeform 413"/>
            <p:cNvSpPr>
              <a:spLocks/>
            </p:cNvSpPr>
            <p:nvPr/>
          </p:nvSpPr>
          <p:spPr bwMode="auto">
            <a:xfrm>
              <a:off x="2850696" y="3954236"/>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close/>
                </a:path>
              </a:pathLst>
            </a:custGeom>
            <a:solidFill>
              <a:srgbClr val="CC8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1" name="Freeform 414"/>
            <p:cNvSpPr>
              <a:spLocks/>
            </p:cNvSpPr>
            <p:nvPr/>
          </p:nvSpPr>
          <p:spPr bwMode="auto">
            <a:xfrm>
              <a:off x="2850696" y="3954236"/>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2" name="Freeform 415"/>
            <p:cNvSpPr>
              <a:spLocks/>
            </p:cNvSpPr>
            <p:nvPr/>
          </p:nvSpPr>
          <p:spPr bwMode="auto">
            <a:xfrm>
              <a:off x="2799896" y="3858986"/>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3" name="Freeform 416"/>
            <p:cNvSpPr>
              <a:spLocks/>
            </p:cNvSpPr>
            <p:nvPr/>
          </p:nvSpPr>
          <p:spPr bwMode="auto">
            <a:xfrm>
              <a:off x="2799896" y="3858986"/>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4" name="Freeform 417"/>
            <p:cNvSpPr>
              <a:spLocks/>
            </p:cNvSpPr>
            <p:nvPr/>
          </p:nvSpPr>
          <p:spPr bwMode="auto">
            <a:xfrm>
              <a:off x="2930071" y="3912961"/>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5" name="Freeform 418"/>
            <p:cNvSpPr>
              <a:spLocks/>
            </p:cNvSpPr>
            <p:nvPr/>
          </p:nvSpPr>
          <p:spPr bwMode="auto">
            <a:xfrm>
              <a:off x="2930071" y="3912961"/>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6" name="Freeform 419"/>
            <p:cNvSpPr>
              <a:spLocks/>
            </p:cNvSpPr>
            <p:nvPr/>
          </p:nvSpPr>
          <p:spPr bwMode="auto">
            <a:xfrm>
              <a:off x="2799896" y="3760561"/>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close/>
                </a:path>
              </a:pathLst>
            </a:custGeom>
            <a:solidFill>
              <a:srgbClr val="939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7" name="Freeform 420"/>
            <p:cNvSpPr>
              <a:spLocks/>
            </p:cNvSpPr>
            <p:nvPr/>
          </p:nvSpPr>
          <p:spPr bwMode="auto">
            <a:xfrm>
              <a:off x="2799896" y="3760561"/>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8" name="Freeform 421"/>
            <p:cNvSpPr>
              <a:spLocks/>
            </p:cNvSpPr>
            <p:nvPr/>
          </p:nvSpPr>
          <p:spPr bwMode="auto">
            <a:xfrm>
              <a:off x="2806246" y="3770086"/>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9" name="Freeform 422"/>
            <p:cNvSpPr>
              <a:spLocks/>
            </p:cNvSpPr>
            <p:nvPr/>
          </p:nvSpPr>
          <p:spPr bwMode="auto">
            <a:xfrm>
              <a:off x="2806246" y="3770086"/>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0" name="Freeform 423"/>
            <p:cNvSpPr>
              <a:spLocks/>
            </p:cNvSpPr>
            <p:nvPr/>
          </p:nvSpPr>
          <p:spPr bwMode="auto">
            <a:xfrm>
              <a:off x="2812596" y="3776436"/>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1" name="Freeform 424"/>
            <p:cNvSpPr>
              <a:spLocks/>
            </p:cNvSpPr>
            <p:nvPr/>
          </p:nvSpPr>
          <p:spPr bwMode="auto">
            <a:xfrm>
              <a:off x="2812596" y="3776436"/>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2" name="Freeform 425"/>
            <p:cNvSpPr>
              <a:spLocks/>
            </p:cNvSpPr>
            <p:nvPr/>
          </p:nvSpPr>
          <p:spPr bwMode="auto">
            <a:xfrm>
              <a:off x="2822121" y="3792311"/>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close/>
                </a:path>
              </a:pathLst>
            </a:custGeom>
            <a:solidFill>
              <a:srgbClr val="D38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3" name="Freeform 426"/>
            <p:cNvSpPr>
              <a:spLocks/>
            </p:cNvSpPr>
            <p:nvPr/>
          </p:nvSpPr>
          <p:spPr bwMode="auto">
            <a:xfrm>
              <a:off x="2822121" y="3792311"/>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4" name="Freeform 427"/>
            <p:cNvSpPr>
              <a:spLocks/>
            </p:cNvSpPr>
            <p:nvPr/>
          </p:nvSpPr>
          <p:spPr bwMode="auto">
            <a:xfrm>
              <a:off x="2866571" y="3862161"/>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5" name="Freeform 428"/>
            <p:cNvSpPr>
              <a:spLocks/>
            </p:cNvSpPr>
            <p:nvPr/>
          </p:nvSpPr>
          <p:spPr bwMode="auto">
            <a:xfrm>
              <a:off x="2866571" y="3862161"/>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nvGrpSpPr>
            <p:cNvPr id="3" name="Group 2"/>
            <p:cNvGrpSpPr/>
            <p:nvPr/>
          </p:nvGrpSpPr>
          <p:grpSpPr>
            <a:xfrm>
              <a:off x="2701175" y="3947886"/>
              <a:ext cx="1772241" cy="1711325"/>
              <a:chOff x="3044825" y="3765550"/>
              <a:chExt cx="6988175" cy="1711325"/>
            </a:xfrm>
          </p:grpSpPr>
          <p:sp>
            <p:nvSpPr>
              <p:cNvPr id="158" name="Freeform 236"/>
              <p:cNvSpPr>
                <a:spLocks/>
              </p:cNvSpPr>
              <p:nvPr/>
            </p:nvSpPr>
            <p:spPr bwMode="auto">
              <a:xfrm>
                <a:off x="3044825" y="3765550"/>
                <a:ext cx="6988175" cy="117475"/>
              </a:xfrm>
              <a:custGeom>
                <a:avLst/>
                <a:gdLst>
                  <a:gd name="T0" fmla="*/ 4368 w 4402"/>
                  <a:gd name="T1" fmla="*/ 74 h 74"/>
                  <a:gd name="T2" fmla="*/ 32 w 4402"/>
                  <a:gd name="T3" fmla="*/ 74 h 74"/>
                  <a:gd name="T4" fmla="*/ 0 w 4402"/>
                  <a:gd name="T5" fmla="*/ 0 h 74"/>
                  <a:gd name="T6" fmla="*/ 4402 w 4402"/>
                  <a:gd name="T7" fmla="*/ 0 h 74"/>
                  <a:gd name="T8" fmla="*/ 4368 w 4402"/>
                  <a:gd name="T9" fmla="*/ 74 h 74"/>
                </a:gdLst>
                <a:ahLst/>
                <a:cxnLst>
                  <a:cxn ang="0">
                    <a:pos x="T0" y="T1"/>
                  </a:cxn>
                  <a:cxn ang="0">
                    <a:pos x="T2" y="T3"/>
                  </a:cxn>
                  <a:cxn ang="0">
                    <a:pos x="T4" y="T5"/>
                  </a:cxn>
                  <a:cxn ang="0">
                    <a:pos x="T6" y="T7"/>
                  </a:cxn>
                  <a:cxn ang="0">
                    <a:pos x="T8" y="T9"/>
                  </a:cxn>
                </a:cxnLst>
                <a:rect l="0" t="0" r="r" b="b"/>
                <a:pathLst>
                  <a:path w="4402" h="74">
                    <a:moveTo>
                      <a:pt x="4368" y="74"/>
                    </a:moveTo>
                    <a:lnTo>
                      <a:pt x="32" y="74"/>
                    </a:lnTo>
                    <a:lnTo>
                      <a:pt x="0" y="0"/>
                    </a:lnTo>
                    <a:lnTo>
                      <a:pt x="4402" y="0"/>
                    </a:lnTo>
                    <a:lnTo>
                      <a:pt x="4368" y="74"/>
                    </a:lnTo>
                    <a:close/>
                  </a:path>
                </a:pathLst>
              </a:custGeom>
              <a:solidFill>
                <a:srgbClr val="755B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9" name="Freeform 238"/>
              <p:cNvSpPr>
                <a:spLocks/>
              </p:cNvSpPr>
              <p:nvPr/>
            </p:nvSpPr>
            <p:spPr bwMode="auto">
              <a:xfrm>
                <a:off x="3044825" y="3765550"/>
                <a:ext cx="6988175" cy="44450"/>
              </a:xfrm>
              <a:custGeom>
                <a:avLst/>
                <a:gdLst>
                  <a:gd name="T0" fmla="*/ 4402 w 4402"/>
                  <a:gd name="T1" fmla="*/ 0 h 28"/>
                  <a:gd name="T2" fmla="*/ 0 w 4402"/>
                  <a:gd name="T3" fmla="*/ 0 h 28"/>
                  <a:gd name="T4" fmla="*/ 12 w 4402"/>
                  <a:gd name="T5" fmla="*/ 28 h 28"/>
                  <a:gd name="T6" fmla="*/ 4390 w 4402"/>
                  <a:gd name="T7" fmla="*/ 28 h 28"/>
                  <a:gd name="T8" fmla="*/ 4402 w 4402"/>
                  <a:gd name="T9" fmla="*/ 0 h 28"/>
                </a:gdLst>
                <a:ahLst/>
                <a:cxnLst>
                  <a:cxn ang="0">
                    <a:pos x="T0" y="T1"/>
                  </a:cxn>
                  <a:cxn ang="0">
                    <a:pos x="T2" y="T3"/>
                  </a:cxn>
                  <a:cxn ang="0">
                    <a:pos x="T4" y="T5"/>
                  </a:cxn>
                  <a:cxn ang="0">
                    <a:pos x="T6" y="T7"/>
                  </a:cxn>
                  <a:cxn ang="0">
                    <a:pos x="T8" y="T9"/>
                  </a:cxn>
                </a:cxnLst>
                <a:rect l="0" t="0" r="r" b="b"/>
                <a:pathLst>
                  <a:path w="4402" h="28">
                    <a:moveTo>
                      <a:pt x="4402" y="0"/>
                    </a:moveTo>
                    <a:lnTo>
                      <a:pt x="0" y="0"/>
                    </a:lnTo>
                    <a:lnTo>
                      <a:pt x="12" y="28"/>
                    </a:lnTo>
                    <a:lnTo>
                      <a:pt x="4390" y="28"/>
                    </a:lnTo>
                    <a:lnTo>
                      <a:pt x="4402" y="0"/>
                    </a:lnTo>
                    <a:close/>
                  </a:path>
                </a:pathLst>
              </a:custGeom>
              <a:solidFill>
                <a:srgbClr val="EEA2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0" name="Rectangle 240"/>
              <p:cNvSpPr>
                <a:spLocks noChangeArrowheads="1"/>
              </p:cNvSpPr>
              <p:nvPr/>
            </p:nvSpPr>
            <p:spPr bwMode="auto">
              <a:xfrm>
                <a:off x="9277130" y="3883025"/>
                <a:ext cx="244801" cy="1593850"/>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1" name="Rectangle 241"/>
              <p:cNvSpPr>
                <a:spLocks noChangeArrowheads="1"/>
              </p:cNvSpPr>
              <p:nvPr/>
            </p:nvSpPr>
            <p:spPr bwMode="auto">
              <a:xfrm>
                <a:off x="3533552" y="3883025"/>
                <a:ext cx="244801" cy="1593850"/>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sp>
          <p:nvSpPr>
            <p:cNvPr id="189" name="Freeform 188"/>
            <p:cNvSpPr>
              <a:spLocks/>
            </p:cNvSpPr>
            <p:nvPr/>
          </p:nvSpPr>
          <p:spPr bwMode="auto">
            <a:xfrm>
              <a:off x="3528358" y="2677622"/>
              <a:ext cx="43779" cy="65670"/>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1" name="Freeform 190"/>
            <p:cNvSpPr>
              <a:spLocks/>
            </p:cNvSpPr>
            <p:nvPr/>
          </p:nvSpPr>
          <p:spPr bwMode="auto">
            <a:xfrm>
              <a:off x="3357156" y="2529139"/>
              <a:ext cx="101231" cy="47084"/>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2" name="Freeform 191"/>
            <p:cNvSpPr>
              <a:spLocks/>
            </p:cNvSpPr>
            <p:nvPr/>
          </p:nvSpPr>
          <p:spPr bwMode="auto">
            <a:xfrm>
              <a:off x="3373635" y="2590643"/>
              <a:ext cx="108293" cy="94168"/>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3" name="Oval 192"/>
            <p:cNvSpPr>
              <a:spLocks noChangeArrowheads="1"/>
            </p:cNvSpPr>
            <p:nvPr/>
          </p:nvSpPr>
          <p:spPr bwMode="auto">
            <a:xfrm>
              <a:off x="3401885" y="2602413"/>
              <a:ext cx="68272" cy="65918"/>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4" name="Oval 193"/>
            <p:cNvSpPr>
              <a:spLocks noChangeArrowheads="1"/>
            </p:cNvSpPr>
            <p:nvPr/>
          </p:nvSpPr>
          <p:spPr bwMode="auto">
            <a:xfrm>
              <a:off x="3413657" y="2618893"/>
              <a:ext cx="16480" cy="1648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5" name="Freeform 194"/>
            <p:cNvSpPr>
              <a:spLocks/>
            </p:cNvSpPr>
            <p:nvPr/>
          </p:nvSpPr>
          <p:spPr bwMode="auto">
            <a:xfrm>
              <a:off x="3632596" y="2529139"/>
              <a:ext cx="98876" cy="47084"/>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6" name="Freeform 195"/>
            <p:cNvSpPr>
              <a:spLocks/>
            </p:cNvSpPr>
            <p:nvPr/>
          </p:nvSpPr>
          <p:spPr bwMode="auto">
            <a:xfrm>
              <a:off x="3604346" y="2590643"/>
              <a:ext cx="110648" cy="94168"/>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7" name="Oval 196"/>
            <p:cNvSpPr>
              <a:spLocks noChangeArrowheads="1"/>
            </p:cNvSpPr>
            <p:nvPr/>
          </p:nvSpPr>
          <p:spPr bwMode="auto">
            <a:xfrm>
              <a:off x="3620826" y="2602413"/>
              <a:ext cx="65918" cy="65918"/>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8" name="Oval 197"/>
            <p:cNvSpPr>
              <a:spLocks noChangeArrowheads="1"/>
            </p:cNvSpPr>
            <p:nvPr/>
          </p:nvSpPr>
          <p:spPr bwMode="auto">
            <a:xfrm>
              <a:off x="3660847" y="2618893"/>
              <a:ext cx="16480" cy="1648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grpSp>
          <p:nvGrpSpPr>
            <p:cNvPr id="227" name="Group 226"/>
            <p:cNvGrpSpPr/>
            <p:nvPr/>
          </p:nvGrpSpPr>
          <p:grpSpPr>
            <a:xfrm>
              <a:off x="3467322" y="2770510"/>
              <a:ext cx="171945" cy="135505"/>
              <a:chOff x="3298711" y="2633973"/>
              <a:chExt cx="469203" cy="345002"/>
            </a:xfrm>
          </p:grpSpPr>
          <p:sp>
            <p:nvSpPr>
              <p:cNvPr id="225" name="Freeform 32"/>
              <p:cNvSpPr>
                <a:spLocks/>
              </p:cNvSpPr>
              <p:nvPr/>
            </p:nvSpPr>
            <p:spPr bwMode="auto">
              <a:xfrm>
                <a:off x="3376911" y="2850174"/>
                <a:ext cx="308202" cy="128801"/>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close/>
                  </a:path>
                </a:pathLst>
              </a:custGeom>
              <a:solidFill>
                <a:srgbClr val="DA9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26" name="Freeform 34"/>
              <p:cNvSpPr>
                <a:spLocks/>
              </p:cNvSpPr>
              <p:nvPr/>
            </p:nvSpPr>
            <p:spPr bwMode="auto">
              <a:xfrm>
                <a:off x="3298711" y="2633973"/>
                <a:ext cx="469203" cy="305902"/>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close/>
                  </a:path>
                </a:pathLst>
              </a:custGeom>
              <a:solidFill>
                <a:srgbClr val="763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grpSp>
      <p:sp>
        <p:nvSpPr>
          <p:cNvPr id="307" name="TextBox 306"/>
          <p:cNvSpPr txBox="1"/>
          <p:nvPr/>
        </p:nvSpPr>
        <p:spPr>
          <a:xfrm>
            <a:off x="4636191" y="2745846"/>
            <a:ext cx="6829616" cy="2677656"/>
          </a:xfrm>
          <a:prstGeom prst="rect">
            <a:avLst/>
          </a:prstGeom>
          <a:noFill/>
        </p:spPr>
        <p:txBody>
          <a:bodyPr wrap="square" rtlCol="0">
            <a:spAutoFit/>
          </a:bodyPr>
          <a:lstStyle/>
          <a:p>
            <a:pPr rtl="1"/>
            <a:r>
              <a:rPr lang="ar-SA" sz="2800" b="1" dirty="0">
                <a:solidFill>
                  <a:schemeClr val="accent6">
                    <a:lumMod val="50000"/>
                  </a:schemeClr>
                </a:solidFill>
              </a:rPr>
              <a:t>التلعيب هو مصطلح جديد مشتق من كلمة Game أي اللعب أو اللعبة، ويعرف كذلك باسم Ludification، ويترجم عربياً بكلمة التلعيب أو اللوعبة، وكان أول ظهور لهذا المصطلح في مجال التسويق التجاري للترويج للعلامات التجارية، ثم انتقل بعد ذلك إلى ميادين أخرى كان منها التعليم والتدريب والإعلام والصحة </a:t>
            </a:r>
            <a:endParaRPr lang="en-US" sz="2800" b="1" dirty="0">
              <a:solidFill>
                <a:schemeClr val="accent6">
                  <a:lumMod val="50000"/>
                </a:schemeClr>
              </a:solidFill>
            </a:endParaRPr>
          </a:p>
        </p:txBody>
      </p:sp>
      <p:sp>
        <p:nvSpPr>
          <p:cNvPr id="17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2291814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28"/>
                                        </p:tgtEl>
                                        <p:attrNameLst>
                                          <p:attrName>style.visibility</p:attrName>
                                        </p:attrNameLst>
                                      </p:cBhvr>
                                      <p:to>
                                        <p:strVal val="visible"/>
                                      </p:to>
                                    </p:set>
                                    <p:anim calcmode="lin" valueType="num">
                                      <p:cBhvr>
                                        <p:cTn id="7" dur="500" fill="hold"/>
                                        <p:tgtEl>
                                          <p:spTgt spid="228"/>
                                        </p:tgtEl>
                                        <p:attrNameLst>
                                          <p:attrName>ppt_w</p:attrName>
                                        </p:attrNameLst>
                                      </p:cBhvr>
                                      <p:tavLst>
                                        <p:tav tm="0">
                                          <p:val>
                                            <p:fltVal val="0"/>
                                          </p:val>
                                        </p:tav>
                                        <p:tav tm="100000">
                                          <p:val>
                                            <p:strVal val="#ppt_w"/>
                                          </p:val>
                                        </p:tav>
                                      </p:tavLst>
                                    </p:anim>
                                    <p:anim calcmode="lin" valueType="num">
                                      <p:cBhvr>
                                        <p:cTn id="8" dur="500" fill="hold"/>
                                        <p:tgtEl>
                                          <p:spTgt spid="228"/>
                                        </p:tgtEl>
                                        <p:attrNameLst>
                                          <p:attrName>ppt_h</p:attrName>
                                        </p:attrNameLst>
                                      </p:cBhvr>
                                      <p:tavLst>
                                        <p:tav tm="0">
                                          <p:val>
                                            <p:fltVal val="0"/>
                                          </p:val>
                                        </p:tav>
                                        <p:tav tm="100000">
                                          <p:val>
                                            <p:strVal val="#ppt_h"/>
                                          </p:val>
                                        </p:tav>
                                      </p:tavLst>
                                    </p:anim>
                                    <p:animEffect transition="in" filter="fade">
                                      <p:cBhvr>
                                        <p:cTn id="9" dur="500"/>
                                        <p:tgtEl>
                                          <p:spTgt spid="228"/>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307"/>
                                        </p:tgtEl>
                                        <p:attrNameLst>
                                          <p:attrName>style.visibility</p:attrName>
                                        </p:attrNameLst>
                                      </p:cBhvr>
                                      <p:to>
                                        <p:strVal val="visible"/>
                                      </p:to>
                                    </p:set>
                                    <p:animEffect transition="in" filter="fade">
                                      <p:cBhvr>
                                        <p:cTn id="12" dur="500"/>
                                        <p:tgtEl>
                                          <p:spTgt spid="3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 grpId="0"/>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4"/>
          <p:cNvSpPr>
            <a:spLocks noChangeAspect="1" noChangeArrowheads="1" noTextEdit="1"/>
          </p:cNvSpPr>
          <p:nvPr/>
        </p:nvSpPr>
        <p:spPr bwMode="auto">
          <a:xfrm>
            <a:off x="164012" y="2120834"/>
            <a:ext cx="2825749" cy="3736405"/>
          </a:xfrm>
          <a:prstGeom prst="rect">
            <a:avLst/>
          </a:prstGeom>
          <a:noFill/>
          <a:ln w="9525">
            <a:noFill/>
            <a:miter lim="800000"/>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3" name="Freeform 7"/>
          <p:cNvSpPr>
            <a:spLocks/>
          </p:cNvSpPr>
          <p:nvPr/>
        </p:nvSpPr>
        <p:spPr bwMode="auto">
          <a:xfrm>
            <a:off x="1" y="1768566"/>
            <a:ext cx="1947283" cy="125986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4" name="Freeform 9"/>
          <p:cNvSpPr>
            <a:spLocks/>
          </p:cNvSpPr>
          <p:nvPr/>
        </p:nvSpPr>
        <p:spPr bwMode="auto">
          <a:xfrm>
            <a:off x="3" y="2590527"/>
            <a:ext cx="1947280" cy="1003339"/>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5" name="Freeform 11"/>
          <p:cNvSpPr>
            <a:spLocks/>
          </p:cNvSpPr>
          <p:nvPr/>
        </p:nvSpPr>
        <p:spPr bwMode="auto">
          <a:xfrm>
            <a:off x="0" y="3303399"/>
            <a:ext cx="1947285" cy="746819"/>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6" name="Freeform 13"/>
          <p:cNvSpPr>
            <a:spLocks/>
          </p:cNvSpPr>
          <p:nvPr/>
        </p:nvSpPr>
        <p:spPr bwMode="auto">
          <a:xfrm>
            <a:off x="0" y="3924241"/>
            <a:ext cx="1947285" cy="748887"/>
          </a:xfrm>
          <a:custGeom>
            <a:avLst/>
            <a:gdLst/>
            <a:ahLst/>
            <a:cxnLst>
              <a:cxn ang="0">
                <a:pos x="0" y="0"/>
              </a:cxn>
              <a:cxn ang="0">
                <a:pos x="0" y="725"/>
              </a:cxn>
              <a:cxn ang="0">
                <a:pos x="859" y="479"/>
              </a:cxn>
              <a:cxn ang="0">
                <a:pos x="859" y="0"/>
              </a:cxn>
              <a:cxn ang="0">
                <a:pos x="0" y="0"/>
              </a:cxn>
            </a:cxnLst>
            <a:rect l="0" t="0" r="r" b="b"/>
            <a:pathLst>
              <a:path w="859" h="725">
                <a:moveTo>
                  <a:pt x="0" y="0"/>
                </a:moveTo>
                <a:lnTo>
                  <a:pt x="0" y="725"/>
                </a:lnTo>
                <a:lnTo>
                  <a:pt x="859" y="479"/>
                </a:lnTo>
                <a:lnTo>
                  <a:pt x="859" y="0"/>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7" name="Freeform 15"/>
          <p:cNvSpPr>
            <a:spLocks/>
          </p:cNvSpPr>
          <p:nvPr/>
        </p:nvSpPr>
        <p:spPr bwMode="auto">
          <a:xfrm>
            <a:off x="3" y="4313951"/>
            <a:ext cx="1947280" cy="1003339"/>
          </a:xfrm>
          <a:custGeom>
            <a:avLst/>
            <a:gdLst/>
            <a:ahLst/>
            <a:cxnLst>
              <a:cxn ang="0">
                <a:pos x="0" y="246"/>
              </a:cxn>
              <a:cxn ang="0">
                <a:pos x="0" y="969"/>
              </a:cxn>
              <a:cxn ang="0">
                <a:pos x="859" y="476"/>
              </a:cxn>
              <a:cxn ang="0">
                <a:pos x="859" y="0"/>
              </a:cxn>
              <a:cxn ang="0">
                <a:pos x="0" y="246"/>
              </a:cxn>
            </a:cxnLst>
            <a:rect l="0" t="0" r="r" b="b"/>
            <a:pathLst>
              <a:path w="859" h="969">
                <a:moveTo>
                  <a:pt x="0" y="246"/>
                </a:moveTo>
                <a:lnTo>
                  <a:pt x="0" y="969"/>
                </a:lnTo>
                <a:lnTo>
                  <a:pt x="859" y="476"/>
                </a:lnTo>
                <a:lnTo>
                  <a:pt x="859" y="0"/>
                </a:lnTo>
                <a:lnTo>
                  <a:pt x="0" y="246"/>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8" name="Freeform 6"/>
          <p:cNvSpPr>
            <a:spLocks/>
          </p:cNvSpPr>
          <p:nvPr/>
        </p:nvSpPr>
        <p:spPr bwMode="auto">
          <a:xfrm>
            <a:off x="1" y="1322826"/>
            <a:ext cx="1947283" cy="227303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close/>
              </a:path>
            </a:pathLst>
          </a:custGeom>
          <a:solidFill>
            <a:schemeClr val="accent3">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10" name="Freeform 8"/>
          <p:cNvSpPr>
            <a:spLocks/>
          </p:cNvSpPr>
          <p:nvPr/>
        </p:nvSpPr>
        <p:spPr bwMode="auto">
          <a:xfrm>
            <a:off x="3" y="2997048"/>
            <a:ext cx="1947280" cy="1785524"/>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close/>
              </a:path>
            </a:pathLst>
          </a:custGeom>
          <a:solidFill>
            <a:schemeClr val="accent4">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12" name="Freeform 10"/>
          <p:cNvSpPr>
            <a:spLocks/>
          </p:cNvSpPr>
          <p:nvPr/>
        </p:nvSpPr>
        <p:spPr bwMode="auto">
          <a:xfrm>
            <a:off x="13508" y="4474656"/>
            <a:ext cx="1947285" cy="1432607"/>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close/>
              </a:path>
            </a:pathLst>
          </a:custGeom>
          <a:solidFill>
            <a:schemeClr val="accent1">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20" name="Rectangle 19"/>
          <p:cNvSpPr/>
          <p:nvPr/>
        </p:nvSpPr>
        <p:spPr>
          <a:xfrm>
            <a:off x="1576886" y="528180"/>
            <a:ext cx="9906069" cy="769441"/>
          </a:xfrm>
          <a:prstGeom prst="rect">
            <a:avLst/>
          </a:prstGeom>
        </p:spPr>
        <p:txBody>
          <a:bodyPr wrap="square">
            <a:spAutoFit/>
          </a:bodyPr>
          <a:lstStyle/>
          <a:p>
            <a:pPr algn="r" rtl="1"/>
            <a:r>
              <a:rPr lang="ar-SA" sz="4400" b="1" u="sng" dirty="0" smtClean="0"/>
              <a:t>ب- </a:t>
            </a:r>
            <a:r>
              <a:rPr lang="ar-SA" sz="4400" b="1" u="sng" dirty="0"/>
              <a:t>التطور التاريخي للتلعيب </a:t>
            </a:r>
            <a:endParaRPr lang="en-US" sz="4400" u="sng" dirty="0"/>
          </a:p>
        </p:txBody>
      </p:sp>
      <p:grpSp>
        <p:nvGrpSpPr>
          <p:cNvPr id="50" name="Group 49"/>
          <p:cNvGrpSpPr/>
          <p:nvPr/>
        </p:nvGrpSpPr>
        <p:grpSpPr>
          <a:xfrm>
            <a:off x="1947283" y="2649547"/>
            <a:ext cx="10018339" cy="946315"/>
            <a:chOff x="1470594" y="1647933"/>
            <a:chExt cx="7513754" cy="708019"/>
          </a:xfrm>
        </p:grpSpPr>
        <p:sp>
          <p:nvSpPr>
            <p:cNvPr id="29" name="Rectangle 28"/>
            <p:cNvSpPr/>
            <p:nvPr/>
          </p:nvSpPr>
          <p:spPr>
            <a:xfrm>
              <a:off x="4055126" y="1647933"/>
              <a:ext cx="4929222" cy="621740"/>
            </a:xfrm>
            <a:prstGeom prst="rect">
              <a:avLst/>
            </a:prstGeom>
          </p:spPr>
          <p:txBody>
            <a:bodyPr wrap="square">
              <a:spAutoFit/>
            </a:bodyPr>
            <a:lstStyle/>
            <a:p>
              <a:pPr lvl="1" rtl="1"/>
              <a:r>
                <a:rPr lang="ar-SA" sz="2400" b="1" dirty="0"/>
                <a:t>يعود أول ظهور واستخدام موثق لمصطلح التلعيب إلى عام 2008م.</a:t>
              </a:r>
              <a:endParaRPr lang="en-US" sz="2400" b="1" dirty="0"/>
            </a:p>
          </p:txBody>
        </p:sp>
        <p:grpSp>
          <p:nvGrpSpPr>
            <p:cNvPr id="23" name="Group 47"/>
            <p:cNvGrpSpPr/>
            <p:nvPr/>
          </p:nvGrpSpPr>
          <p:grpSpPr>
            <a:xfrm>
              <a:off x="1470594" y="1695726"/>
              <a:ext cx="2396330" cy="660226"/>
              <a:chOff x="1470594" y="1695726"/>
              <a:chExt cx="2396330" cy="660226"/>
            </a:xfrm>
          </p:grpSpPr>
          <p:sp>
            <p:nvSpPr>
              <p:cNvPr id="9" name="Rectangle 8"/>
              <p:cNvSpPr/>
              <p:nvPr/>
            </p:nvSpPr>
            <p:spPr>
              <a:xfrm>
                <a:off x="1470594" y="1695726"/>
                <a:ext cx="2396330" cy="66022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0" name="Rectangle 29"/>
              <p:cNvSpPr/>
              <p:nvPr/>
            </p:nvSpPr>
            <p:spPr>
              <a:xfrm>
                <a:off x="1857356" y="1857370"/>
                <a:ext cx="571504" cy="438581"/>
              </a:xfrm>
              <a:prstGeom prst="rect">
                <a:avLst/>
              </a:prstGeom>
            </p:spPr>
            <p:txBody>
              <a:bodyPr wrap="square">
                <a:spAutoFit/>
              </a:bodyPr>
              <a:lstStyle/>
              <a:p>
                <a:pPr algn="ctr" fontAlgn="auto">
                  <a:spcBef>
                    <a:spcPts val="0"/>
                  </a:spcBef>
                  <a:spcAft>
                    <a:spcPts val="0"/>
                  </a:spcAft>
                </a:pPr>
                <a:r>
                  <a:rPr lang="en-US" sz="3200" b="1" dirty="0">
                    <a:solidFill>
                      <a:prstClr val="white"/>
                    </a:solidFill>
                    <a:latin typeface="Open Sans" pitchFamily="34" charset="0"/>
                    <a:ea typeface="Open Sans" pitchFamily="34" charset="0"/>
                    <a:cs typeface="Open Sans" pitchFamily="34" charset="0"/>
                  </a:rPr>
                  <a:t>01</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1" name="Group 50"/>
          <p:cNvGrpSpPr/>
          <p:nvPr/>
        </p:nvGrpSpPr>
        <p:grpSpPr>
          <a:xfrm>
            <a:off x="1948387" y="3758984"/>
            <a:ext cx="10243612" cy="1005288"/>
            <a:chOff x="1461290" y="2252677"/>
            <a:chExt cx="7682709" cy="752143"/>
          </a:xfrm>
        </p:grpSpPr>
        <p:sp>
          <p:nvSpPr>
            <p:cNvPr id="31" name="Rectangle 30"/>
            <p:cNvSpPr/>
            <p:nvPr/>
          </p:nvSpPr>
          <p:spPr>
            <a:xfrm>
              <a:off x="4222327" y="2252677"/>
              <a:ext cx="4921672" cy="621741"/>
            </a:xfrm>
            <a:prstGeom prst="rect">
              <a:avLst/>
            </a:prstGeom>
          </p:spPr>
          <p:txBody>
            <a:bodyPr wrap="square">
              <a:spAutoFit/>
            </a:bodyPr>
            <a:lstStyle/>
            <a:p>
              <a:pPr fontAlgn="auto">
                <a:spcBef>
                  <a:spcPts val="0"/>
                </a:spcBef>
                <a:spcAft>
                  <a:spcPts val="0"/>
                </a:spcAft>
              </a:pPr>
              <a:r>
                <a:rPr lang="ar-SA" sz="2400" b="1" dirty="0"/>
                <a:t>في النصف الثاني من عام 2010م أخذ هذا المصطلح بالانتشار بين الأوساط التربوية والأكاديمية</a:t>
              </a:r>
              <a:endParaRPr lang="ms-MY" sz="24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0" name="Group 46"/>
            <p:cNvGrpSpPr/>
            <p:nvPr/>
          </p:nvGrpSpPr>
          <p:grpSpPr>
            <a:xfrm>
              <a:off x="1461290" y="2357436"/>
              <a:ext cx="2583704" cy="647384"/>
              <a:chOff x="1461290" y="2357436"/>
              <a:chExt cx="2583704" cy="647384"/>
            </a:xfrm>
          </p:grpSpPr>
          <p:sp>
            <p:nvSpPr>
              <p:cNvPr id="11" name="Rectangle 10"/>
              <p:cNvSpPr/>
              <p:nvPr/>
            </p:nvSpPr>
            <p:spPr>
              <a:xfrm>
                <a:off x="1461290" y="2363589"/>
                <a:ext cx="2583704" cy="64123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Rectangle 34"/>
              <p:cNvSpPr/>
              <p:nvPr/>
            </p:nvSpPr>
            <p:spPr>
              <a:xfrm>
                <a:off x="2285984" y="2357436"/>
                <a:ext cx="571504" cy="438581"/>
              </a:xfrm>
              <a:prstGeom prst="rect">
                <a:avLst/>
              </a:prstGeom>
            </p:spPr>
            <p:txBody>
              <a:bodyPr wrap="square">
                <a:spAutoFit/>
              </a:bodyPr>
              <a:lstStyle/>
              <a:p>
                <a:pPr algn="ctr" fontAlgn="auto">
                  <a:spcBef>
                    <a:spcPts val="0"/>
                  </a:spcBef>
                  <a:spcAft>
                    <a:spcPts val="0"/>
                  </a:spcAft>
                </a:pPr>
                <a:r>
                  <a:rPr lang="en-US" sz="3200" b="1" dirty="0">
                    <a:solidFill>
                      <a:prstClr val="white"/>
                    </a:solidFill>
                    <a:latin typeface="Open Sans" pitchFamily="34" charset="0"/>
                    <a:ea typeface="Open Sans" pitchFamily="34" charset="0"/>
                    <a:cs typeface="Open Sans" pitchFamily="34" charset="0"/>
                  </a:rPr>
                  <a:t>02</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2" name="Group 51"/>
          <p:cNvGrpSpPr/>
          <p:nvPr/>
        </p:nvGrpSpPr>
        <p:grpSpPr>
          <a:xfrm>
            <a:off x="1947283" y="4854314"/>
            <a:ext cx="10244717" cy="1200328"/>
            <a:chOff x="1461290" y="2797475"/>
            <a:chExt cx="7663272" cy="898068"/>
          </a:xfrm>
        </p:grpSpPr>
        <p:sp>
          <p:nvSpPr>
            <p:cNvPr id="32" name="Rectangle 31"/>
            <p:cNvSpPr/>
            <p:nvPr/>
          </p:nvSpPr>
          <p:spPr>
            <a:xfrm>
              <a:off x="4749869" y="2797475"/>
              <a:ext cx="4374693" cy="898068"/>
            </a:xfrm>
            <a:prstGeom prst="rect">
              <a:avLst/>
            </a:prstGeom>
          </p:spPr>
          <p:txBody>
            <a:bodyPr wrap="square">
              <a:spAutoFit/>
            </a:bodyPr>
            <a:lstStyle/>
            <a:p>
              <a:pPr fontAlgn="auto">
                <a:spcBef>
                  <a:spcPts val="0"/>
                </a:spcBef>
                <a:spcAft>
                  <a:spcPts val="0"/>
                </a:spcAft>
              </a:pPr>
              <a:r>
                <a:rPr lang="ar-SA" sz="2400" b="1" dirty="0"/>
                <a:t>يرجع أول ظهور للتلعيب في الأسواق العربية مع شركات في دبي، حيث بدأ فعلاً تقديم حلول تلعيب العلامات التجارية والمؤسسات</a:t>
              </a:r>
              <a:endParaRPr lang="ms-MY" sz="24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2" name="Group 45"/>
            <p:cNvGrpSpPr/>
            <p:nvPr/>
          </p:nvGrpSpPr>
          <p:grpSpPr>
            <a:xfrm>
              <a:off x="1461290" y="2873238"/>
              <a:ext cx="3182147" cy="714164"/>
              <a:chOff x="1461290" y="2873238"/>
              <a:chExt cx="3182147" cy="714164"/>
            </a:xfrm>
          </p:grpSpPr>
          <p:sp>
            <p:nvSpPr>
              <p:cNvPr id="13" name="Rectangle 12"/>
              <p:cNvSpPr/>
              <p:nvPr/>
            </p:nvSpPr>
            <p:spPr>
              <a:xfrm>
                <a:off x="1461290" y="2873238"/>
                <a:ext cx="3182147" cy="714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Rectangle 35"/>
              <p:cNvSpPr/>
              <p:nvPr/>
            </p:nvSpPr>
            <p:spPr>
              <a:xfrm>
                <a:off x="2807732" y="2910954"/>
                <a:ext cx="571504" cy="438581"/>
              </a:xfrm>
              <a:prstGeom prst="rect">
                <a:avLst/>
              </a:prstGeom>
            </p:spPr>
            <p:txBody>
              <a:bodyPr wrap="square">
                <a:spAutoFit/>
              </a:bodyPr>
              <a:lstStyle/>
              <a:p>
                <a:pPr algn="ctr" fontAlgn="auto">
                  <a:spcBef>
                    <a:spcPts val="0"/>
                  </a:spcBef>
                  <a:spcAft>
                    <a:spcPts val="0"/>
                  </a:spcAft>
                </a:pPr>
                <a:r>
                  <a:rPr lang="en-US" sz="3200" b="1" dirty="0">
                    <a:solidFill>
                      <a:prstClr val="white"/>
                    </a:solidFill>
                    <a:latin typeface="Open Sans" pitchFamily="34" charset="0"/>
                    <a:ea typeface="Open Sans" pitchFamily="34" charset="0"/>
                    <a:cs typeface="Open Sans" pitchFamily="34" charset="0"/>
                  </a:rPr>
                  <a:t>03</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sp>
        <p:nvSpPr>
          <p:cNvPr id="3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14424598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lide(fromLeft)">
                                      <p:cBhvr>
                                        <p:cTn id="7" dur="500"/>
                                        <p:tgtEl>
                                          <p:spTgt spid="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slide(fromLeft)">
                                      <p:cBhvr>
                                        <p:cTn id="11" dur="500"/>
                                        <p:tgtEl>
                                          <p:spTgt spid="50"/>
                                        </p:tgtEl>
                                      </p:cBhvr>
                                    </p:animEffect>
                                  </p:childTnLst>
                                </p:cTn>
                              </p:par>
                            </p:childTnLst>
                          </p:cTn>
                        </p:par>
                        <p:par>
                          <p:cTn id="12" fill="hold">
                            <p:stCondLst>
                              <p:cond delay="1000"/>
                            </p:stCondLst>
                            <p:childTnLst>
                              <p:par>
                                <p:cTn id="13" presetID="12" presetClass="entr" presetSubtype="8"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slide(fromLeft)">
                                      <p:cBhvr>
                                        <p:cTn id="15" dur="500"/>
                                        <p:tgtEl>
                                          <p:spTgt spid="10"/>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slide(fromLeft)">
                                      <p:cBhvr>
                                        <p:cTn id="19" dur="500"/>
                                        <p:tgtEl>
                                          <p:spTgt spid="51"/>
                                        </p:tgtEl>
                                      </p:cBhvr>
                                    </p:animEffect>
                                  </p:childTnLst>
                                </p:cTn>
                              </p:par>
                            </p:childTnLst>
                          </p:cTn>
                        </p:par>
                        <p:par>
                          <p:cTn id="20" fill="hold">
                            <p:stCondLst>
                              <p:cond delay="2000"/>
                            </p:stCondLst>
                            <p:childTnLst>
                              <p:par>
                                <p:cTn id="21" presetID="12" presetClass="entr" presetSubtype="8"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slide(fromLeft)">
                                      <p:cBhvr>
                                        <p:cTn id="23" dur="500"/>
                                        <p:tgtEl>
                                          <p:spTgt spid="12"/>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slide(fromLeft)">
                                      <p:cBhvr>
                                        <p:cTn id="27"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idx="1"/>
          </p:nvPr>
        </p:nvSpPr>
        <p:spPr>
          <a:xfrm>
            <a:off x="523139" y="2460633"/>
            <a:ext cx="7694744" cy="2055983"/>
          </a:xfrm>
        </p:spPr>
        <p:txBody>
          <a:bodyPr>
            <a:noAutofit/>
          </a:bodyPr>
          <a:lstStyle/>
          <a:p>
            <a:pPr algn="ctr" rtl="1"/>
            <a:r>
              <a:rPr lang="ar-SA" sz="3200" b="1" dirty="0">
                <a:solidFill>
                  <a:srgbClr val="4472C4"/>
                </a:solidFill>
              </a:rPr>
              <a:t>ثمة شركات عديدة بدأت تعتقد أن التلعيب هو عصا سحرية ومجرد رميها على منتج ما سيجعله بمتعة اللعبة ومثيراً للاهتمام</a:t>
            </a:r>
            <a:endParaRPr lang="en-AU" sz="3200" b="1" dirty="0">
              <a:solidFill>
                <a:srgbClr val="4472C4"/>
              </a:solidFill>
            </a:endParaRPr>
          </a:p>
        </p:txBody>
      </p:sp>
      <p:grpSp>
        <p:nvGrpSpPr>
          <p:cNvPr id="3" name="Group 2"/>
          <p:cNvGrpSpPr/>
          <p:nvPr/>
        </p:nvGrpSpPr>
        <p:grpSpPr>
          <a:xfrm>
            <a:off x="8837646" y="1946586"/>
            <a:ext cx="3239180" cy="3187756"/>
            <a:chOff x="8010258" y="2128103"/>
            <a:chExt cx="3239180" cy="3187756"/>
          </a:xfrm>
        </p:grpSpPr>
        <p:sp>
          <p:nvSpPr>
            <p:cNvPr id="12" name="Freeform 5"/>
            <p:cNvSpPr>
              <a:spLocks noEditPoints="1"/>
            </p:cNvSpPr>
            <p:nvPr/>
          </p:nvSpPr>
          <p:spPr bwMode="auto">
            <a:xfrm>
              <a:off x="8010258" y="2241910"/>
              <a:ext cx="969011" cy="3016567"/>
            </a:xfrm>
            <a:custGeom>
              <a:avLst/>
              <a:gdLst/>
              <a:ahLst/>
              <a:cxnLst>
                <a:cxn ang="0">
                  <a:pos x="463" y="788"/>
                </a:cxn>
                <a:cxn ang="0">
                  <a:pos x="470" y="944"/>
                </a:cxn>
                <a:cxn ang="0">
                  <a:pos x="497" y="1404"/>
                </a:cxn>
                <a:cxn ang="0">
                  <a:pos x="485" y="1473"/>
                </a:cxn>
                <a:cxn ang="0">
                  <a:pos x="509" y="1592"/>
                </a:cxn>
                <a:cxn ang="0">
                  <a:pos x="386" y="1521"/>
                </a:cxn>
                <a:cxn ang="0">
                  <a:pos x="349" y="1293"/>
                </a:cxn>
                <a:cxn ang="0">
                  <a:pos x="354" y="1113"/>
                </a:cxn>
                <a:cxn ang="0">
                  <a:pos x="301" y="973"/>
                </a:cxn>
                <a:cxn ang="0">
                  <a:pos x="279" y="1144"/>
                </a:cxn>
                <a:cxn ang="0">
                  <a:pos x="283" y="1349"/>
                </a:cxn>
                <a:cxn ang="0">
                  <a:pos x="308" y="1501"/>
                </a:cxn>
                <a:cxn ang="0">
                  <a:pos x="290" y="1540"/>
                </a:cxn>
                <a:cxn ang="0">
                  <a:pos x="270" y="1579"/>
                </a:cxn>
                <a:cxn ang="0">
                  <a:pos x="196" y="1603"/>
                </a:cxn>
                <a:cxn ang="0">
                  <a:pos x="192" y="1541"/>
                </a:cxn>
                <a:cxn ang="0">
                  <a:pos x="176" y="1433"/>
                </a:cxn>
                <a:cxn ang="0">
                  <a:pos x="171" y="1303"/>
                </a:cxn>
                <a:cxn ang="0">
                  <a:pos x="138" y="1082"/>
                </a:cxn>
                <a:cxn ang="0">
                  <a:pos x="115" y="941"/>
                </a:cxn>
                <a:cxn ang="0">
                  <a:pos x="24" y="874"/>
                </a:cxn>
                <a:cxn ang="0">
                  <a:pos x="14" y="848"/>
                </a:cxn>
                <a:cxn ang="0">
                  <a:pos x="11" y="479"/>
                </a:cxn>
                <a:cxn ang="0">
                  <a:pos x="108" y="264"/>
                </a:cxn>
                <a:cxn ang="0">
                  <a:pos x="176" y="217"/>
                </a:cxn>
                <a:cxn ang="0">
                  <a:pos x="159" y="156"/>
                </a:cxn>
                <a:cxn ang="0">
                  <a:pos x="146" y="92"/>
                </a:cxn>
                <a:cxn ang="0">
                  <a:pos x="295" y="92"/>
                </a:cxn>
                <a:cxn ang="0">
                  <a:pos x="293" y="144"/>
                </a:cxn>
                <a:cxn ang="0">
                  <a:pos x="283" y="172"/>
                </a:cxn>
                <a:cxn ang="0">
                  <a:pos x="304" y="231"/>
                </a:cxn>
                <a:cxn ang="0">
                  <a:pos x="409" y="260"/>
                </a:cxn>
                <a:cxn ang="0">
                  <a:pos x="457" y="306"/>
                </a:cxn>
                <a:cxn ang="0">
                  <a:pos x="472" y="389"/>
                </a:cxn>
                <a:cxn ang="0">
                  <a:pos x="494" y="532"/>
                </a:cxn>
                <a:cxn ang="0">
                  <a:pos x="500" y="582"/>
                </a:cxn>
                <a:cxn ang="0">
                  <a:pos x="498" y="634"/>
                </a:cxn>
                <a:cxn ang="0">
                  <a:pos x="475" y="785"/>
                </a:cxn>
                <a:cxn ang="0">
                  <a:pos x="193" y="359"/>
                </a:cxn>
                <a:cxn ang="0">
                  <a:pos x="383" y="694"/>
                </a:cxn>
                <a:cxn ang="0">
                  <a:pos x="324" y="529"/>
                </a:cxn>
                <a:cxn ang="0">
                  <a:pos x="299" y="423"/>
                </a:cxn>
                <a:cxn ang="0">
                  <a:pos x="281" y="220"/>
                </a:cxn>
                <a:cxn ang="0">
                  <a:pos x="244" y="305"/>
                </a:cxn>
                <a:cxn ang="0">
                  <a:pos x="201" y="258"/>
                </a:cxn>
                <a:cxn ang="0">
                  <a:pos x="179" y="220"/>
                </a:cxn>
              </a:cxnLst>
              <a:rect l="0" t="0" r="r" b="b"/>
              <a:pathLst>
                <a:path w="516" h="1608">
                  <a:moveTo>
                    <a:pt x="475" y="785"/>
                  </a:moveTo>
                  <a:cubicBezTo>
                    <a:pt x="474" y="788"/>
                    <a:pt x="466" y="786"/>
                    <a:pt x="463" y="788"/>
                  </a:cubicBezTo>
                  <a:cubicBezTo>
                    <a:pt x="468" y="818"/>
                    <a:pt x="460" y="848"/>
                    <a:pt x="460" y="873"/>
                  </a:cubicBezTo>
                  <a:cubicBezTo>
                    <a:pt x="459" y="895"/>
                    <a:pt x="466" y="920"/>
                    <a:pt x="470" y="944"/>
                  </a:cubicBezTo>
                  <a:cubicBezTo>
                    <a:pt x="481" y="1012"/>
                    <a:pt x="494" y="1085"/>
                    <a:pt x="496" y="1161"/>
                  </a:cubicBezTo>
                  <a:cubicBezTo>
                    <a:pt x="497" y="1241"/>
                    <a:pt x="497" y="1324"/>
                    <a:pt x="497" y="1404"/>
                  </a:cubicBezTo>
                  <a:cubicBezTo>
                    <a:pt x="497" y="1418"/>
                    <a:pt x="496" y="1430"/>
                    <a:pt x="494" y="1442"/>
                  </a:cubicBezTo>
                  <a:cubicBezTo>
                    <a:pt x="492" y="1453"/>
                    <a:pt x="486" y="1462"/>
                    <a:pt x="485" y="1473"/>
                  </a:cubicBezTo>
                  <a:cubicBezTo>
                    <a:pt x="482" y="1490"/>
                    <a:pt x="485" y="1509"/>
                    <a:pt x="473" y="1516"/>
                  </a:cubicBezTo>
                  <a:cubicBezTo>
                    <a:pt x="477" y="1549"/>
                    <a:pt x="516" y="1552"/>
                    <a:pt x="509" y="1592"/>
                  </a:cubicBezTo>
                  <a:cubicBezTo>
                    <a:pt x="483" y="1606"/>
                    <a:pt x="422" y="1608"/>
                    <a:pt x="417" y="1575"/>
                  </a:cubicBezTo>
                  <a:cubicBezTo>
                    <a:pt x="383" y="1580"/>
                    <a:pt x="386" y="1549"/>
                    <a:pt x="386" y="1521"/>
                  </a:cubicBezTo>
                  <a:cubicBezTo>
                    <a:pt x="387" y="1516"/>
                    <a:pt x="377" y="1520"/>
                    <a:pt x="376" y="1516"/>
                  </a:cubicBezTo>
                  <a:cubicBezTo>
                    <a:pt x="352" y="1460"/>
                    <a:pt x="350" y="1375"/>
                    <a:pt x="349" y="1293"/>
                  </a:cubicBezTo>
                  <a:cubicBezTo>
                    <a:pt x="349" y="1248"/>
                    <a:pt x="349" y="1201"/>
                    <a:pt x="351" y="1156"/>
                  </a:cubicBezTo>
                  <a:cubicBezTo>
                    <a:pt x="352" y="1142"/>
                    <a:pt x="355" y="1126"/>
                    <a:pt x="354" y="1113"/>
                  </a:cubicBezTo>
                  <a:cubicBezTo>
                    <a:pt x="353" y="1107"/>
                    <a:pt x="349" y="1097"/>
                    <a:pt x="346" y="1089"/>
                  </a:cubicBezTo>
                  <a:cubicBezTo>
                    <a:pt x="331" y="1049"/>
                    <a:pt x="316" y="1011"/>
                    <a:pt x="301" y="973"/>
                  </a:cubicBezTo>
                  <a:cubicBezTo>
                    <a:pt x="295" y="958"/>
                    <a:pt x="292" y="940"/>
                    <a:pt x="278" y="932"/>
                  </a:cubicBezTo>
                  <a:cubicBezTo>
                    <a:pt x="281" y="1000"/>
                    <a:pt x="279" y="1072"/>
                    <a:pt x="279" y="1144"/>
                  </a:cubicBezTo>
                  <a:cubicBezTo>
                    <a:pt x="279" y="1179"/>
                    <a:pt x="275" y="1213"/>
                    <a:pt x="277" y="1247"/>
                  </a:cubicBezTo>
                  <a:cubicBezTo>
                    <a:pt x="279" y="1282"/>
                    <a:pt x="278" y="1317"/>
                    <a:pt x="283" y="1349"/>
                  </a:cubicBezTo>
                  <a:cubicBezTo>
                    <a:pt x="287" y="1370"/>
                    <a:pt x="293" y="1391"/>
                    <a:pt x="298" y="1412"/>
                  </a:cubicBezTo>
                  <a:cubicBezTo>
                    <a:pt x="305" y="1442"/>
                    <a:pt x="312" y="1467"/>
                    <a:pt x="308" y="1501"/>
                  </a:cubicBezTo>
                  <a:cubicBezTo>
                    <a:pt x="307" y="1508"/>
                    <a:pt x="306" y="1518"/>
                    <a:pt x="304" y="1523"/>
                  </a:cubicBezTo>
                  <a:cubicBezTo>
                    <a:pt x="301" y="1530"/>
                    <a:pt x="292" y="1533"/>
                    <a:pt x="290" y="1540"/>
                  </a:cubicBezTo>
                  <a:cubicBezTo>
                    <a:pt x="287" y="1550"/>
                    <a:pt x="292" y="1563"/>
                    <a:pt x="287" y="1572"/>
                  </a:cubicBezTo>
                  <a:cubicBezTo>
                    <a:pt x="283" y="1577"/>
                    <a:pt x="277" y="1577"/>
                    <a:pt x="270" y="1579"/>
                  </a:cubicBezTo>
                  <a:cubicBezTo>
                    <a:pt x="256" y="1586"/>
                    <a:pt x="238" y="1602"/>
                    <a:pt x="224" y="1605"/>
                  </a:cubicBezTo>
                  <a:cubicBezTo>
                    <a:pt x="216" y="1606"/>
                    <a:pt x="206" y="1603"/>
                    <a:pt x="196" y="1603"/>
                  </a:cubicBezTo>
                  <a:cubicBezTo>
                    <a:pt x="178" y="1601"/>
                    <a:pt x="164" y="1602"/>
                    <a:pt x="166" y="1580"/>
                  </a:cubicBezTo>
                  <a:cubicBezTo>
                    <a:pt x="167" y="1564"/>
                    <a:pt x="186" y="1552"/>
                    <a:pt x="192" y="1541"/>
                  </a:cubicBezTo>
                  <a:cubicBezTo>
                    <a:pt x="201" y="1522"/>
                    <a:pt x="199" y="1480"/>
                    <a:pt x="191" y="1458"/>
                  </a:cubicBezTo>
                  <a:cubicBezTo>
                    <a:pt x="187" y="1449"/>
                    <a:pt x="178" y="1442"/>
                    <a:pt x="176" y="1433"/>
                  </a:cubicBezTo>
                  <a:cubicBezTo>
                    <a:pt x="171" y="1415"/>
                    <a:pt x="172" y="1388"/>
                    <a:pt x="173" y="1366"/>
                  </a:cubicBezTo>
                  <a:cubicBezTo>
                    <a:pt x="174" y="1344"/>
                    <a:pt x="173" y="1323"/>
                    <a:pt x="171" y="1303"/>
                  </a:cubicBezTo>
                  <a:cubicBezTo>
                    <a:pt x="167" y="1261"/>
                    <a:pt x="165" y="1218"/>
                    <a:pt x="161" y="1176"/>
                  </a:cubicBezTo>
                  <a:cubicBezTo>
                    <a:pt x="158" y="1143"/>
                    <a:pt x="145" y="1112"/>
                    <a:pt x="138" y="1082"/>
                  </a:cubicBezTo>
                  <a:cubicBezTo>
                    <a:pt x="134" y="1067"/>
                    <a:pt x="130" y="1050"/>
                    <a:pt x="127" y="1035"/>
                  </a:cubicBezTo>
                  <a:cubicBezTo>
                    <a:pt x="120" y="1006"/>
                    <a:pt x="112" y="977"/>
                    <a:pt x="115" y="941"/>
                  </a:cubicBezTo>
                  <a:cubicBezTo>
                    <a:pt x="89" y="937"/>
                    <a:pt x="66" y="941"/>
                    <a:pt x="51" y="927"/>
                  </a:cubicBezTo>
                  <a:cubicBezTo>
                    <a:pt x="39" y="918"/>
                    <a:pt x="26" y="891"/>
                    <a:pt x="24" y="874"/>
                  </a:cubicBezTo>
                  <a:cubicBezTo>
                    <a:pt x="23" y="866"/>
                    <a:pt x="23" y="859"/>
                    <a:pt x="25" y="852"/>
                  </a:cubicBezTo>
                  <a:cubicBezTo>
                    <a:pt x="25" y="847"/>
                    <a:pt x="15" y="852"/>
                    <a:pt x="14" y="848"/>
                  </a:cubicBezTo>
                  <a:cubicBezTo>
                    <a:pt x="10" y="782"/>
                    <a:pt x="0" y="717"/>
                    <a:pt x="0" y="647"/>
                  </a:cubicBezTo>
                  <a:cubicBezTo>
                    <a:pt x="1" y="592"/>
                    <a:pt x="9" y="536"/>
                    <a:pt x="11" y="479"/>
                  </a:cubicBezTo>
                  <a:cubicBezTo>
                    <a:pt x="12" y="422"/>
                    <a:pt x="15" y="364"/>
                    <a:pt x="24" y="310"/>
                  </a:cubicBezTo>
                  <a:cubicBezTo>
                    <a:pt x="50" y="295"/>
                    <a:pt x="77" y="277"/>
                    <a:pt x="108" y="264"/>
                  </a:cubicBezTo>
                  <a:cubicBezTo>
                    <a:pt x="120" y="259"/>
                    <a:pt x="135" y="256"/>
                    <a:pt x="144" y="249"/>
                  </a:cubicBezTo>
                  <a:cubicBezTo>
                    <a:pt x="154" y="242"/>
                    <a:pt x="174" y="227"/>
                    <a:pt x="176" y="217"/>
                  </a:cubicBezTo>
                  <a:cubicBezTo>
                    <a:pt x="179" y="199"/>
                    <a:pt x="171" y="184"/>
                    <a:pt x="167" y="172"/>
                  </a:cubicBezTo>
                  <a:cubicBezTo>
                    <a:pt x="164" y="166"/>
                    <a:pt x="162" y="159"/>
                    <a:pt x="159" y="156"/>
                  </a:cubicBezTo>
                  <a:cubicBezTo>
                    <a:pt x="154" y="149"/>
                    <a:pt x="146" y="148"/>
                    <a:pt x="142" y="142"/>
                  </a:cubicBezTo>
                  <a:cubicBezTo>
                    <a:pt x="135" y="129"/>
                    <a:pt x="132" y="97"/>
                    <a:pt x="146" y="92"/>
                  </a:cubicBezTo>
                  <a:cubicBezTo>
                    <a:pt x="148" y="42"/>
                    <a:pt x="164" y="7"/>
                    <a:pt x="213" y="3"/>
                  </a:cubicBezTo>
                  <a:cubicBezTo>
                    <a:pt x="269" y="0"/>
                    <a:pt x="302" y="30"/>
                    <a:pt x="295" y="92"/>
                  </a:cubicBezTo>
                  <a:cubicBezTo>
                    <a:pt x="297" y="99"/>
                    <a:pt x="302" y="98"/>
                    <a:pt x="304" y="105"/>
                  </a:cubicBezTo>
                  <a:cubicBezTo>
                    <a:pt x="307" y="119"/>
                    <a:pt x="300" y="137"/>
                    <a:pt x="293" y="144"/>
                  </a:cubicBezTo>
                  <a:cubicBezTo>
                    <a:pt x="290" y="147"/>
                    <a:pt x="287" y="148"/>
                    <a:pt x="285" y="152"/>
                  </a:cubicBezTo>
                  <a:cubicBezTo>
                    <a:pt x="284" y="156"/>
                    <a:pt x="285" y="165"/>
                    <a:pt x="283" y="172"/>
                  </a:cubicBezTo>
                  <a:cubicBezTo>
                    <a:pt x="282" y="181"/>
                    <a:pt x="277" y="197"/>
                    <a:pt x="281" y="210"/>
                  </a:cubicBezTo>
                  <a:cubicBezTo>
                    <a:pt x="282" y="216"/>
                    <a:pt x="296" y="227"/>
                    <a:pt x="304" y="231"/>
                  </a:cubicBezTo>
                  <a:cubicBezTo>
                    <a:pt x="314" y="235"/>
                    <a:pt x="328" y="236"/>
                    <a:pt x="340" y="240"/>
                  </a:cubicBezTo>
                  <a:cubicBezTo>
                    <a:pt x="363" y="247"/>
                    <a:pt x="384" y="253"/>
                    <a:pt x="409" y="260"/>
                  </a:cubicBezTo>
                  <a:cubicBezTo>
                    <a:pt x="423" y="265"/>
                    <a:pt x="437" y="267"/>
                    <a:pt x="444" y="275"/>
                  </a:cubicBezTo>
                  <a:cubicBezTo>
                    <a:pt x="449" y="281"/>
                    <a:pt x="453" y="295"/>
                    <a:pt x="457" y="306"/>
                  </a:cubicBezTo>
                  <a:cubicBezTo>
                    <a:pt x="461" y="317"/>
                    <a:pt x="465" y="329"/>
                    <a:pt x="467" y="338"/>
                  </a:cubicBezTo>
                  <a:cubicBezTo>
                    <a:pt x="470" y="355"/>
                    <a:pt x="469" y="372"/>
                    <a:pt x="472" y="389"/>
                  </a:cubicBezTo>
                  <a:cubicBezTo>
                    <a:pt x="477" y="421"/>
                    <a:pt x="482" y="452"/>
                    <a:pt x="487" y="485"/>
                  </a:cubicBezTo>
                  <a:cubicBezTo>
                    <a:pt x="489" y="501"/>
                    <a:pt x="490" y="518"/>
                    <a:pt x="494" y="532"/>
                  </a:cubicBezTo>
                  <a:cubicBezTo>
                    <a:pt x="497" y="542"/>
                    <a:pt x="507" y="551"/>
                    <a:pt x="507" y="563"/>
                  </a:cubicBezTo>
                  <a:cubicBezTo>
                    <a:pt x="507" y="570"/>
                    <a:pt x="501" y="576"/>
                    <a:pt x="500" y="582"/>
                  </a:cubicBezTo>
                  <a:cubicBezTo>
                    <a:pt x="500" y="588"/>
                    <a:pt x="505" y="593"/>
                    <a:pt x="505" y="599"/>
                  </a:cubicBezTo>
                  <a:cubicBezTo>
                    <a:pt x="506" y="613"/>
                    <a:pt x="500" y="624"/>
                    <a:pt x="498" y="634"/>
                  </a:cubicBezTo>
                  <a:cubicBezTo>
                    <a:pt x="495" y="646"/>
                    <a:pt x="495" y="660"/>
                    <a:pt x="493" y="673"/>
                  </a:cubicBezTo>
                  <a:cubicBezTo>
                    <a:pt x="488" y="708"/>
                    <a:pt x="480" y="750"/>
                    <a:pt x="475" y="785"/>
                  </a:cubicBezTo>
                  <a:close/>
                  <a:moveTo>
                    <a:pt x="177" y="222"/>
                  </a:moveTo>
                  <a:cubicBezTo>
                    <a:pt x="171" y="267"/>
                    <a:pt x="183" y="313"/>
                    <a:pt x="193" y="359"/>
                  </a:cubicBezTo>
                  <a:cubicBezTo>
                    <a:pt x="213" y="461"/>
                    <a:pt x="204" y="581"/>
                    <a:pt x="208" y="694"/>
                  </a:cubicBezTo>
                  <a:cubicBezTo>
                    <a:pt x="266" y="693"/>
                    <a:pt x="327" y="693"/>
                    <a:pt x="383" y="694"/>
                  </a:cubicBezTo>
                  <a:cubicBezTo>
                    <a:pt x="378" y="677"/>
                    <a:pt x="370" y="659"/>
                    <a:pt x="362" y="642"/>
                  </a:cubicBezTo>
                  <a:cubicBezTo>
                    <a:pt x="347" y="606"/>
                    <a:pt x="336" y="567"/>
                    <a:pt x="324" y="529"/>
                  </a:cubicBezTo>
                  <a:cubicBezTo>
                    <a:pt x="318" y="511"/>
                    <a:pt x="310" y="492"/>
                    <a:pt x="306" y="473"/>
                  </a:cubicBezTo>
                  <a:cubicBezTo>
                    <a:pt x="302" y="458"/>
                    <a:pt x="301" y="440"/>
                    <a:pt x="299" y="423"/>
                  </a:cubicBezTo>
                  <a:cubicBezTo>
                    <a:pt x="293" y="371"/>
                    <a:pt x="288" y="317"/>
                    <a:pt x="285" y="267"/>
                  </a:cubicBezTo>
                  <a:cubicBezTo>
                    <a:pt x="284" y="252"/>
                    <a:pt x="288" y="234"/>
                    <a:pt x="281" y="220"/>
                  </a:cubicBezTo>
                  <a:cubicBezTo>
                    <a:pt x="270" y="239"/>
                    <a:pt x="263" y="261"/>
                    <a:pt x="251" y="279"/>
                  </a:cubicBezTo>
                  <a:cubicBezTo>
                    <a:pt x="251" y="290"/>
                    <a:pt x="252" y="301"/>
                    <a:pt x="244" y="305"/>
                  </a:cubicBezTo>
                  <a:cubicBezTo>
                    <a:pt x="242" y="304"/>
                    <a:pt x="245" y="297"/>
                    <a:pt x="243" y="296"/>
                  </a:cubicBezTo>
                  <a:cubicBezTo>
                    <a:pt x="225" y="286"/>
                    <a:pt x="215" y="272"/>
                    <a:pt x="201" y="258"/>
                  </a:cubicBezTo>
                  <a:cubicBezTo>
                    <a:pt x="194" y="250"/>
                    <a:pt x="185" y="241"/>
                    <a:pt x="182" y="232"/>
                  </a:cubicBezTo>
                  <a:cubicBezTo>
                    <a:pt x="181" y="228"/>
                    <a:pt x="183" y="223"/>
                    <a:pt x="179" y="220"/>
                  </a:cubicBezTo>
                  <a:cubicBezTo>
                    <a:pt x="177" y="220"/>
                    <a:pt x="177" y="221"/>
                    <a:pt x="177" y="222"/>
                  </a:cubicBezTo>
                  <a:close/>
                </a:path>
              </a:pathLst>
            </a:custGeom>
            <a:solidFill>
              <a:schemeClr val="accent4"/>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9" name="Gruppe 92"/>
            <p:cNvGrpSpPr>
              <a:grpSpLocks/>
            </p:cNvGrpSpPr>
            <p:nvPr/>
          </p:nvGrpSpPr>
          <p:grpSpPr bwMode="auto">
            <a:xfrm flipH="1">
              <a:off x="10093070" y="2128103"/>
              <a:ext cx="1156368" cy="3128723"/>
              <a:chOff x="3176834" y="3904792"/>
              <a:chExt cx="823514" cy="2228684"/>
            </a:xfrm>
            <a:solidFill>
              <a:schemeClr val="accent1"/>
            </a:solidFill>
          </p:grpSpPr>
          <p:grpSp>
            <p:nvGrpSpPr>
              <p:cNvPr id="16" name="Gruppe 52"/>
              <p:cNvGrpSpPr>
                <a:grpSpLocks/>
              </p:cNvGrpSpPr>
              <p:nvPr/>
            </p:nvGrpSpPr>
            <p:grpSpPr bwMode="auto">
              <a:xfrm>
                <a:off x="3176834" y="3904792"/>
                <a:ext cx="823514" cy="2228684"/>
                <a:chOff x="3612263" y="3839478"/>
                <a:chExt cx="823514" cy="2228684"/>
              </a:xfrm>
              <a:grpFill/>
            </p:grpSpPr>
            <p:sp>
              <p:nvSpPr>
                <p:cNvPr id="19" name="Freeform 137"/>
                <p:cNvSpPr>
                  <a:spLocks noEditPoints="1"/>
                </p:cNvSpPr>
                <p:nvPr/>
              </p:nvSpPr>
              <p:spPr bwMode="auto">
                <a:xfrm>
                  <a:off x="3804323" y="4157631"/>
                  <a:ext cx="588073" cy="1305483"/>
                </a:xfrm>
                <a:custGeom>
                  <a:avLst/>
                  <a:gdLst>
                    <a:gd name="T0" fmla="*/ 811490228 w 350"/>
                    <a:gd name="T1" fmla="*/ 413305594 h 774"/>
                    <a:gd name="T2" fmla="*/ 756046810 w 350"/>
                    <a:gd name="T3" fmla="*/ 257055956 h 774"/>
                    <a:gd name="T4" fmla="*/ 756046810 w 350"/>
                    <a:gd name="T5" fmla="*/ 221773779 h 774"/>
                    <a:gd name="T6" fmla="*/ 740925878 w 350"/>
                    <a:gd name="T7" fmla="*/ 181451242 h 774"/>
                    <a:gd name="T8" fmla="*/ 725804945 w 350"/>
                    <a:gd name="T9" fmla="*/ 115927201 h 774"/>
                    <a:gd name="T10" fmla="*/ 705643702 w 350"/>
                    <a:gd name="T11" fmla="*/ 90725621 h 774"/>
                    <a:gd name="T12" fmla="*/ 650200284 w 350"/>
                    <a:gd name="T13" fmla="*/ 65524067 h 774"/>
                    <a:gd name="T14" fmla="*/ 569555312 w 350"/>
                    <a:gd name="T15" fmla="*/ 45362811 h 774"/>
                    <a:gd name="T16" fmla="*/ 302418744 w 350"/>
                    <a:gd name="T17" fmla="*/ 0 h 774"/>
                    <a:gd name="T18" fmla="*/ 246975326 w 350"/>
                    <a:gd name="T19" fmla="*/ 10080625 h 774"/>
                    <a:gd name="T20" fmla="*/ 191531858 w 350"/>
                    <a:gd name="T21" fmla="*/ 35282189 h 774"/>
                    <a:gd name="T22" fmla="*/ 105846575 w 350"/>
                    <a:gd name="T23" fmla="*/ 70564378 h 774"/>
                    <a:gd name="T24" fmla="*/ 30241877 w 350"/>
                    <a:gd name="T25" fmla="*/ 90725621 h 774"/>
                    <a:gd name="T26" fmla="*/ 15120938 w 350"/>
                    <a:gd name="T27" fmla="*/ 105846579 h 774"/>
                    <a:gd name="T28" fmla="*/ 0 w 350"/>
                    <a:gd name="T29" fmla="*/ 151209377 h 774"/>
                    <a:gd name="T30" fmla="*/ 15120938 w 350"/>
                    <a:gd name="T31" fmla="*/ 216733468 h 774"/>
                    <a:gd name="T32" fmla="*/ 45362809 w 350"/>
                    <a:gd name="T33" fmla="*/ 267136577 h 774"/>
                    <a:gd name="T34" fmla="*/ 105846575 w 350"/>
                    <a:gd name="T35" fmla="*/ 524192533 h 774"/>
                    <a:gd name="T36" fmla="*/ 151209372 w 350"/>
                    <a:gd name="T37" fmla="*/ 635079373 h 774"/>
                    <a:gd name="T38" fmla="*/ 181451236 w 350"/>
                    <a:gd name="T39" fmla="*/ 715724348 h 774"/>
                    <a:gd name="T40" fmla="*/ 211693150 w 350"/>
                    <a:gd name="T41" fmla="*/ 801409633 h 774"/>
                    <a:gd name="T42" fmla="*/ 196572169 w 350"/>
                    <a:gd name="T43" fmla="*/ 871974184 h 774"/>
                    <a:gd name="T44" fmla="*/ 161289993 w 350"/>
                    <a:gd name="T45" fmla="*/ 1003022268 h 774"/>
                    <a:gd name="T46" fmla="*/ 120967507 w 350"/>
                    <a:gd name="T47" fmla="*/ 1169352528 h 774"/>
                    <a:gd name="T48" fmla="*/ 115927197 w 350"/>
                    <a:gd name="T49" fmla="*/ 1229836259 h 774"/>
                    <a:gd name="T50" fmla="*/ 146169061 w 350"/>
                    <a:gd name="T51" fmla="*/ 1244957192 h 774"/>
                    <a:gd name="T52" fmla="*/ 146169061 w 350"/>
                    <a:gd name="T53" fmla="*/ 1401206830 h 774"/>
                    <a:gd name="T54" fmla="*/ 156249683 w 350"/>
                    <a:gd name="T55" fmla="*/ 1653222375 h 774"/>
                    <a:gd name="T56" fmla="*/ 156249683 w 350"/>
                    <a:gd name="T57" fmla="*/ 1718746814 h 774"/>
                    <a:gd name="T58" fmla="*/ 156249683 w 350"/>
                    <a:gd name="T59" fmla="*/ 1789311167 h 774"/>
                    <a:gd name="T60" fmla="*/ 156249683 w 350"/>
                    <a:gd name="T61" fmla="*/ 1895157696 h 774"/>
                    <a:gd name="T62" fmla="*/ 272176879 w 350"/>
                    <a:gd name="T63" fmla="*/ 1940520494 h 774"/>
                    <a:gd name="T64" fmla="*/ 342741230 w 350"/>
                    <a:gd name="T65" fmla="*/ 1950601116 h 774"/>
                    <a:gd name="T66" fmla="*/ 493950651 w 350"/>
                    <a:gd name="T67" fmla="*/ 1925399561 h 774"/>
                    <a:gd name="T68" fmla="*/ 665321216 w 350"/>
                    <a:gd name="T69" fmla="*/ 1880036763 h 774"/>
                    <a:gd name="T70" fmla="*/ 781248363 w 350"/>
                    <a:gd name="T71" fmla="*/ 1834673965 h 774"/>
                    <a:gd name="T72" fmla="*/ 826611160 w 350"/>
                    <a:gd name="T73" fmla="*/ 1703625881 h 774"/>
                    <a:gd name="T74" fmla="*/ 821570849 w 350"/>
                    <a:gd name="T75" fmla="*/ 1340723099 h 774"/>
                    <a:gd name="T76" fmla="*/ 821570849 w 350"/>
                    <a:gd name="T77" fmla="*/ 1159271906 h 774"/>
                    <a:gd name="T78" fmla="*/ 796369296 w 350"/>
                    <a:gd name="T79" fmla="*/ 1028223823 h 774"/>
                    <a:gd name="T80" fmla="*/ 776208053 w 350"/>
                    <a:gd name="T81" fmla="*/ 967740092 h 774"/>
                    <a:gd name="T82" fmla="*/ 861893534 w 350"/>
                    <a:gd name="T83" fmla="*/ 751006524 h 774"/>
                    <a:gd name="T84" fmla="*/ 877014466 w 350"/>
                    <a:gd name="T85" fmla="*/ 705643726 h 774"/>
                    <a:gd name="T86" fmla="*/ 877014466 w 350"/>
                    <a:gd name="T87" fmla="*/ 685482482 h 774"/>
                    <a:gd name="T88" fmla="*/ 705643702 w 350"/>
                    <a:gd name="T89" fmla="*/ 619958440 h 774"/>
                    <a:gd name="T90" fmla="*/ 685482459 w 350"/>
                    <a:gd name="T91" fmla="*/ 650200306 h 774"/>
                    <a:gd name="T92" fmla="*/ 700603392 w 350"/>
                    <a:gd name="T93" fmla="*/ 594756886 h 774"/>
                    <a:gd name="T94" fmla="*/ 710684013 w 350"/>
                    <a:gd name="T95" fmla="*/ 604837508 h 774"/>
                    <a:gd name="T96" fmla="*/ 705643702 w 350"/>
                    <a:gd name="T97" fmla="*/ 619958440 h 7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0"/>
                    <a:gd name="T148" fmla="*/ 0 h 774"/>
                    <a:gd name="T149" fmla="*/ 350 w 350"/>
                    <a:gd name="T150" fmla="*/ 774 h 7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0" h="774">
                      <a:moveTo>
                        <a:pt x="344" y="262"/>
                      </a:moveTo>
                      <a:lnTo>
                        <a:pt x="344" y="262"/>
                      </a:lnTo>
                      <a:lnTo>
                        <a:pt x="322" y="164"/>
                      </a:lnTo>
                      <a:lnTo>
                        <a:pt x="300" y="102"/>
                      </a:lnTo>
                      <a:lnTo>
                        <a:pt x="300" y="96"/>
                      </a:lnTo>
                      <a:lnTo>
                        <a:pt x="300" y="88"/>
                      </a:lnTo>
                      <a:lnTo>
                        <a:pt x="296" y="80"/>
                      </a:lnTo>
                      <a:lnTo>
                        <a:pt x="294" y="76"/>
                      </a:lnTo>
                      <a:lnTo>
                        <a:pt x="294" y="72"/>
                      </a:lnTo>
                      <a:lnTo>
                        <a:pt x="292" y="56"/>
                      </a:lnTo>
                      <a:lnTo>
                        <a:pt x="288" y="46"/>
                      </a:lnTo>
                      <a:lnTo>
                        <a:pt x="284" y="40"/>
                      </a:lnTo>
                      <a:lnTo>
                        <a:pt x="280" y="36"/>
                      </a:lnTo>
                      <a:lnTo>
                        <a:pt x="270" y="30"/>
                      </a:lnTo>
                      <a:lnTo>
                        <a:pt x="260" y="26"/>
                      </a:lnTo>
                      <a:lnTo>
                        <a:pt x="258" y="26"/>
                      </a:lnTo>
                      <a:lnTo>
                        <a:pt x="234" y="20"/>
                      </a:lnTo>
                      <a:lnTo>
                        <a:pt x="226" y="18"/>
                      </a:lnTo>
                      <a:lnTo>
                        <a:pt x="212" y="14"/>
                      </a:lnTo>
                      <a:lnTo>
                        <a:pt x="176" y="8"/>
                      </a:lnTo>
                      <a:lnTo>
                        <a:pt x="120" y="0"/>
                      </a:lnTo>
                      <a:lnTo>
                        <a:pt x="112" y="0"/>
                      </a:lnTo>
                      <a:lnTo>
                        <a:pt x="98" y="4"/>
                      </a:lnTo>
                      <a:lnTo>
                        <a:pt x="84" y="8"/>
                      </a:lnTo>
                      <a:lnTo>
                        <a:pt x="76" y="14"/>
                      </a:lnTo>
                      <a:lnTo>
                        <a:pt x="68" y="18"/>
                      </a:lnTo>
                      <a:lnTo>
                        <a:pt x="58" y="22"/>
                      </a:lnTo>
                      <a:lnTo>
                        <a:pt x="42" y="28"/>
                      </a:lnTo>
                      <a:lnTo>
                        <a:pt x="28" y="32"/>
                      </a:lnTo>
                      <a:lnTo>
                        <a:pt x="12" y="36"/>
                      </a:lnTo>
                      <a:lnTo>
                        <a:pt x="8" y="38"/>
                      </a:lnTo>
                      <a:lnTo>
                        <a:pt x="6" y="42"/>
                      </a:lnTo>
                      <a:lnTo>
                        <a:pt x="4" y="48"/>
                      </a:lnTo>
                      <a:lnTo>
                        <a:pt x="0" y="60"/>
                      </a:lnTo>
                      <a:lnTo>
                        <a:pt x="0" y="70"/>
                      </a:lnTo>
                      <a:lnTo>
                        <a:pt x="2" y="80"/>
                      </a:lnTo>
                      <a:lnTo>
                        <a:pt x="6" y="86"/>
                      </a:lnTo>
                      <a:lnTo>
                        <a:pt x="18" y="106"/>
                      </a:lnTo>
                      <a:lnTo>
                        <a:pt x="30" y="158"/>
                      </a:lnTo>
                      <a:lnTo>
                        <a:pt x="42" y="208"/>
                      </a:lnTo>
                      <a:lnTo>
                        <a:pt x="50" y="224"/>
                      </a:lnTo>
                      <a:lnTo>
                        <a:pt x="56" y="240"/>
                      </a:lnTo>
                      <a:lnTo>
                        <a:pt x="60" y="252"/>
                      </a:lnTo>
                      <a:lnTo>
                        <a:pt x="64" y="266"/>
                      </a:lnTo>
                      <a:lnTo>
                        <a:pt x="72" y="284"/>
                      </a:lnTo>
                      <a:lnTo>
                        <a:pt x="80" y="304"/>
                      </a:lnTo>
                      <a:lnTo>
                        <a:pt x="82" y="312"/>
                      </a:lnTo>
                      <a:lnTo>
                        <a:pt x="84" y="318"/>
                      </a:lnTo>
                      <a:lnTo>
                        <a:pt x="82" y="332"/>
                      </a:lnTo>
                      <a:lnTo>
                        <a:pt x="78" y="346"/>
                      </a:lnTo>
                      <a:lnTo>
                        <a:pt x="72" y="364"/>
                      </a:lnTo>
                      <a:lnTo>
                        <a:pt x="64" y="398"/>
                      </a:lnTo>
                      <a:lnTo>
                        <a:pt x="54" y="438"/>
                      </a:lnTo>
                      <a:lnTo>
                        <a:pt x="48" y="464"/>
                      </a:lnTo>
                      <a:lnTo>
                        <a:pt x="42" y="484"/>
                      </a:lnTo>
                      <a:lnTo>
                        <a:pt x="46" y="488"/>
                      </a:lnTo>
                      <a:lnTo>
                        <a:pt x="52" y="492"/>
                      </a:lnTo>
                      <a:lnTo>
                        <a:pt x="58" y="494"/>
                      </a:lnTo>
                      <a:lnTo>
                        <a:pt x="58" y="506"/>
                      </a:lnTo>
                      <a:lnTo>
                        <a:pt x="58" y="524"/>
                      </a:lnTo>
                      <a:lnTo>
                        <a:pt x="58" y="556"/>
                      </a:lnTo>
                      <a:lnTo>
                        <a:pt x="60" y="606"/>
                      </a:lnTo>
                      <a:lnTo>
                        <a:pt x="62" y="656"/>
                      </a:lnTo>
                      <a:lnTo>
                        <a:pt x="62" y="672"/>
                      </a:lnTo>
                      <a:lnTo>
                        <a:pt x="62" y="682"/>
                      </a:lnTo>
                      <a:lnTo>
                        <a:pt x="62" y="710"/>
                      </a:lnTo>
                      <a:lnTo>
                        <a:pt x="62" y="732"/>
                      </a:lnTo>
                      <a:lnTo>
                        <a:pt x="62" y="752"/>
                      </a:lnTo>
                      <a:lnTo>
                        <a:pt x="72" y="756"/>
                      </a:lnTo>
                      <a:lnTo>
                        <a:pt x="108" y="770"/>
                      </a:lnTo>
                      <a:lnTo>
                        <a:pt x="122" y="774"/>
                      </a:lnTo>
                      <a:lnTo>
                        <a:pt x="136" y="774"/>
                      </a:lnTo>
                      <a:lnTo>
                        <a:pt x="152" y="774"/>
                      </a:lnTo>
                      <a:lnTo>
                        <a:pt x="168" y="770"/>
                      </a:lnTo>
                      <a:lnTo>
                        <a:pt x="196" y="764"/>
                      </a:lnTo>
                      <a:lnTo>
                        <a:pt x="214" y="760"/>
                      </a:lnTo>
                      <a:lnTo>
                        <a:pt x="264" y="746"/>
                      </a:lnTo>
                      <a:lnTo>
                        <a:pt x="288" y="738"/>
                      </a:lnTo>
                      <a:lnTo>
                        <a:pt x="310" y="728"/>
                      </a:lnTo>
                      <a:lnTo>
                        <a:pt x="330" y="716"/>
                      </a:lnTo>
                      <a:lnTo>
                        <a:pt x="328" y="676"/>
                      </a:lnTo>
                      <a:lnTo>
                        <a:pt x="326" y="616"/>
                      </a:lnTo>
                      <a:lnTo>
                        <a:pt x="326" y="532"/>
                      </a:lnTo>
                      <a:lnTo>
                        <a:pt x="324" y="468"/>
                      </a:lnTo>
                      <a:lnTo>
                        <a:pt x="326" y="460"/>
                      </a:lnTo>
                      <a:lnTo>
                        <a:pt x="326" y="446"/>
                      </a:lnTo>
                      <a:lnTo>
                        <a:pt x="324" y="434"/>
                      </a:lnTo>
                      <a:lnTo>
                        <a:pt x="316" y="408"/>
                      </a:lnTo>
                      <a:lnTo>
                        <a:pt x="310" y="392"/>
                      </a:lnTo>
                      <a:lnTo>
                        <a:pt x="308" y="384"/>
                      </a:lnTo>
                      <a:lnTo>
                        <a:pt x="324" y="344"/>
                      </a:lnTo>
                      <a:lnTo>
                        <a:pt x="338" y="314"/>
                      </a:lnTo>
                      <a:lnTo>
                        <a:pt x="342" y="298"/>
                      </a:lnTo>
                      <a:lnTo>
                        <a:pt x="344" y="290"/>
                      </a:lnTo>
                      <a:lnTo>
                        <a:pt x="348" y="280"/>
                      </a:lnTo>
                      <a:lnTo>
                        <a:pt x="350" y="276"/>
                      </a:lnTo>
                      <a:lnTo>
                        <a:pt x="348" y="272"/>
                      </a:lnTo>
                      <a:lnTo>
                        <a:pt x="344" y="262"/>
                      </a:lnTo>
                      <a:close/>
                      <a:moveTo>
                        <a:pt x="280" y="246"/>
                      </a:moveTo>
                      <a:lnTo>
                        <a:pt x="276" y="250"/>
                      </a:lnTo>
                      <a:lnTo>
                        <a:pt x="276" y="256"/>
                      </a:lnTo>
                      <a:lnTo>
                        <a:pt x="272" y="258"/>
                      </a:lnTo>
                      <a:lnTo>
                        <a:pt x="274" y="236"/>
                      </a:lnTo>
                      <a:lnTo>
                        <a:pt x="278" y="236"/>
                      </a:lnTo>
                      <a:lnTo>
                        <a:pt x="280" y="238"/>
                      </a:lnTo>
                      <a:lnTo>
                        <a:pt x="282" y="240"/>
                      </a:lnTo>
                      <a:lnTo>
                        <a:pt x="282" y="246"/>
                      </a:lnTo>
                      <a:lnTo>
                        <a:pt x="280" y="24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0" name="Freeform 139"/>
                <p:cNvSpPr>
                  <a:spLocks/>
                </p:cNvSpPr>
                <p:nvPr/>
              </p:nvSpPr>
              <p:spPr bwMode="auto">
                <a:xfrm>
                  <a:off x="3882332" y="3839514"/>
                  <a:ext cx="339041" cy="366135"/>
                </a:xfrm>
                <a:custGeom>
                  <a:avLst/>
                  <a:gdLst>
                    <a:gd name="T0" fmla="*/ 282257514 w 202"/>
                    <a:gd name="T1" fmla="*/ 10080625 h 216"/>
                    <a:gd name="T2" fmla="*/ 317539691 w 202"/>
                    <a:gd name="T3" fmla="*/ 5040313 h 216"/>
                    <a:gd name="T4" fmla="*/ 327620313 w 202"/>
                    <a:gd name="T5" fmla="*/ 10080625 h 216"/>
                    <a:gd name="T6" fmla="*/ 403224977 w 202"/>
                    <a:gd name="T7" fmla="*/ 15120939 h 216"/>
                    <a:gd name="T8" fmla="*/ 433466942 w 202"/>
                    <a:gd name="T9" fmla="*/ 30241879 h 216"/>
                    <a:gd name="T10" fmla="*/ 443547564 w 202"/>
                    <a:gd name="T11" fmla="*/ 45362812 h 216"/>
                    <a:gd name="T12" fmla="*/ 463708808 w 202"/>
                    <a:gd name="T13" fmla="*/ 100806246 h 216"/>
                    <a:gd name="T14" fmla="*/ 463708808 w 202"/>
                    <a:gd name="T15" fmla="*/ 156249693 h 216"/>
                    <a:gd name="T16" fmla="*/ 473789430 w 202"/>
                    <a:gd name="T17" fmla="*/ 226814098 h 216"/>
                    <a:gd name="T18" fmla="*/ 473789430 w 202"/>
                    <a:gd name="T19" fmla="*/ 307459075 h 216"/>
                    <a:gd name="T20" fmla="*/ 453628186 w 202"/>
                    <a:gd name="T21" fmla="*/ 372983119 h 216"/>
                    <a:gd name="T22" fmla="*/ 453628186 w 202"/>
                    <a:gd name="T23" fmla="*/ 393144363 h 216"/>
                    <a:gd name="T24" fmla="*/ 473789430 w 202"/>
                    <a:gd name="T25" fmla="*/ 443547573 h 216"/>
                    <a:gd name="T26" fmla="*/ 493950674 w 202"/>
                    <a:gd name="T27" fmla="*/ 453628195 h 216"/>
                    <a:gd name="T28" fmla="*/ 483870052 w 202"/>
                    <a:gd name="T29" fmla="*/ 453628195 h 216"/>
                    <a:gd name="T30" fmla="*/ 463708808 w 202"/>
                    <a:gd name="T31" fmla="*/ 453628195 h 216"/>
                    <a:gd name="T32" fmla="*/ 473789430 w 202"/>
                    <a:gd name="T33" fmla="*/ 478829751 h 216"/>
                    <a:gd name="T34" fmla="*/ 498990985 w 202"/>
                    <a:gd name="T35" fmla="*/ 493950684 h 216"/>
                    <a:gd name="T36" fmla="*/ 509071607 w 202"/>
                    <a:gd name="T37" fmla="*/ 488910373 h 216"/>
                    <a:gd name="T38" fmla="*/ 493950674 w 202"/>
                    <a:gd name="T39" fmla="*/ 534273172 h 216"/>
                    <a:gd name="T40" fmla="*/ 473789430 w 202"/>
                    <a:gd name="T41" fmla="*/ 544353795 h 216"/>
                    <a:gd name="T42" fmla="*/ 453628186 w 202"/>
                    <a:gd name="T43" fmla="*/ 544353795 h 216"/>
                    <a:gd name="T44" fmla="*/ 418346010 w 202"/>
                    <a:gd name="T45" fmla="*/ 534273172 h 216"/>
                    <a:gd name="T46" fmla="*/ 398184666 w 202"/>
                    <a:gd name="T47" fmla="*/ 509071617 h 216"/>
                    <a:gd name="T48" fmla="*/ 398184666 w 202"/>
                    <a:gd name="T49" fmla="*/ 493950684 h 216"/>
                    <a:gd name="T50" fmla="*/ 388104044 w 202"/>
                    <a:gd name="T51" fmla="*/ 478829751 h 216"/>
                    <a:gd name="T52" fmla="*/ 352821868 w 202"/>
                    <a:gd name="T53" fmla="*/ 468749128 h 216"/>
                    <a:gd name="T54" fmla="*/ 337700935 w 202"/>
                    <a:gd name="T55" fmla="*/ 453628195 h 216"/>
                    <a:gd name="T56" fmla="*/ 196572178 w 202"/>
                    <a:gd name="T57" fmla="*/ 453628195 h 216"/>
                    <a:gd name="T58" fmla="*/ 176410934 w 202"/>
                    <a:gd name="T59" fmla="*/ 478829751 h 216"/>
                    <a:gd name="T60" fmla="*/ 176410934 w 202"/>
                    <a:gd name="T61" fmla="*/ 504031306 h 216"/>
                    <a:gd name="T62" fmla="*/ 171370623 w 202"/>
                    <a:gd name="T63" fmla="*/ 524192550 h 216"/>
                    <a:gd name="T64" fmla="*/ 151209379 w 202"/>
                    <a:gd name="T65" fmla="*/ 534273172 h 216"/>
                    <a:gd name="T66" fmla="*/ 141128757 w 202"/>
                    <a:gd name="T67" fmla="*/ 539313484 h 216"/>
                    <a:gd name="T68" fmla="*/ 120967513 w 202"/>
                    <a:gd name="T69" fmla="*/ 534273172 h 216"/>
                    <a:gd name="T70" fmla="*/ 70564378 w 202"/>
                    <a:gd name="T71" fmla="*/ 544353795 h 216"/>
                    <a:gd name="T72" fmla="*/ 35282189 w 202"/>
                    <a:gd name="T73" fmla="*/ 529232861 h 216"/>
                    <a:gd name="T74" fmla="*/ 15120939 w 202"/>
                    <a:gd name="T75" fmla="*/ 493950684 h 216"/>
                    <a:gd name="T76" fmla="*/ 0 w 202"/>
                    <a:gd name="T77" fmla="*/ 473789440 h 216"/>
                    <a:gd name="T78" fmla="*/ 30241878 w 202"/>
                    <a:gd name="T79" fmla="*/ 478829751 h 216"/>
                    <a:gd name="T80" fmla="*/ 35282189 w 202"/>
                    <a:gd name="T81" fmla="*/ 473789440 h 216"/>
                    <a:gd name="T82" fmla="*/ 45362811 w 202"/>
                    <a:gd name="T83" fmla="*/ 458668506 h 216"/>
                    <a:gd name="T84" fmla="*/ 65524068 w 202"/>
                    <a:gd name="T85" fmla="*/ 433466951 h 216"/>
                    <a:gd name="T86" fmla="*/ 60483757 w 202"/>
                    <a:gd name="T87" fmla="*/ 398184674 h 216"/>
                    <a:gd name="T88" fmla="*/ 55443446 w 202"/>
                    <a:gd name="T89" fmla="*/ 367942808 h 216"/>
                    <a:gd name="T90" fmla="*/ 45362811 w 202"/>
                    <a:gd name="T91" fmla="*/ 312499386 h 216"/>
                    <a:gd name="T92" fmla="*/ 55443446 w 202"/>
                    <a:gd name="T93" fmla="*/ 267136586 h 216"/>
                    <a:gd name="T94" fmla="*/ 80645000 w 202"/>
                    <a:gd name="T95" fmla="*/ 196572182 h 216"/>
                    <a:gd name="T96" fmla="*/ 90725622 w 202"/>
                    <a:gd name="T97" fmla="*/ 171370626 h 216"/>
                    <a:gd name="T98" fmla="*/ 120967513 w 202"/>
                    <a:gd name="T99" fmla="*/ 105846582 h 216"/>
                    <a:gd name="T100" fmla="*/ 181451245 w 202"/>
                    <a:gd name="T101" fmla="*/ 45362812 h 216"/>
                    <a:gd name="T102" fmla="*/ 236894715 w 202"/>
                    <a:gd name="T103" fmla="*/ 5040313 h 216"/>
                    <a:gd name="T104" fmla="*/ 272176892 w 202"/>
                    <a:gd name="T105" fmla="*/ 5040313 h 216"/>
                    <a:gd name="T106" fmla="*/ 282257514 w 202"/>
                    <a:gd name="T107" fmla="*/ 10080625 h 2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2"/>
                    <a:gd name="T163" fmla="*/ 0 h 216"/>
                    <a:gd name="T164" fmla="*/ 202 w 202"/>
                    <a:gd name="T165" fmla="*/ 216 h 2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2" h="216">
                      <a:moveTo>
                        <a:pt x="112" y="4"/>
                      </a:moveTo>
                      <a:lnTo>
                        <a:pt x="112" y="4"/>
                      </a:lnTo>
                      <a:lnTo>
                        <a:pt x="120" y="2"/>
                      </a:lnTo>
                      <a:lnTo>
                        <a:pt x="126" y="2"/>
                      </a:lnTo>
                      <a:lnTo>
                        <a:pt x="130" y="4"/>
                      </a:lnTo>
                      <a:lnTo>
                        <a:pt x="146" y="4"/>
                      </a:lnTo>
                      <a:lnTo>
                        <a:pt x="160" y="6"/>
                      </a:lnTo>
                      <a:lnTo>
                        <a:pt x="166" y="8"/>
                      </a:lnTo>
                      <a:lnTo>
                        <a:pt x="172" y="12"/>
                      </a:lnTo>
                      <a:lnTo>
                        <a:pt x="176" y="18"/>
                      </a:lnTo>
                      <a:lnTo>
                        <a:pt x="180" y="24"/>
                      </a:lnTo>
                      <a:lnTo>
                        <a:pt x="184" y="40"/>
                      </a:lnTo>
                      <a:lnTo>
                        <a:pt x="184" y="54"/>
                      </a:lnTo>
                      <a:lnTo>
                        <a:pt x="184" y="62"/>
                      </a:lnTo>
                      <a:lnTo>
                        <a:pt x="188" y="90"/>
                      </a:lnTo>
                      <a:lnTo>
                        <a:pt x="190" y="108"/>
                      </a:lnTo>
                      <a:lnTo>
                        <a:pt x="188" y="122"/>
                      </a:lnTo>
                      <a:lnTo>
                        <a:pt x="180" y="148"/>
                      </a:lnTo>
                      <a:lnTo>
                        <a:pt x="180" y="156"/>
                      </a:lnTo>
                      <a:lnTo>
                        <a:pt x="182" y="166"/>
                      </a:lnTo>
                      <a:lnTo>
                        <a:pt x="188" y="176"/>
                      </a:lnTo>
                      <a:lnTo>
                        <a:pt x="192" y="178"/>
                      </a:lnTo>
                      <a:lnTo>
                        <a:pt x="196" y="180"/>
                      </a:lnTo>
                      <a:lnTo>
                        <a:pt x="192" y="180"/>
                      </a:lnTo>
                      <a:lnTo>
                        <a:pt x="188" y="180"/>
                      </a:lnTo>
                      <a:lnTo>
                        <a:pt x="184" y="180"/>
                      </a:lnTo>
                      <a:lnTo>
                        <a:pt x="188" y="190"/>
                      </a:lnTo>
                      <a:lnTo>
                        <a:pt x="194" y="194"/>
                      </a:lnTo>
                      <a:lnTo>
                        <a:pt x="198" y="196"/>
                      </a:lnTo>
                      <a:lnTo>
                        <a:pt x="202" y="194"/>
                      </a:lnTo>
                      <a:lnTo>
                        <a:pt x="200" y="204"/>
                      </a:lnTo>
                      <a:lnTo>
                        <a:pt x="196" y="212"/>
                      </a:lnTo>
                      <a:lnTo>
                        <a:pt x="192" y="214"/>
                      </a:lnTo>
                      <a:lnTo>
                        <a:pt x="188" y="216"/>
                      </a:lnTo>
                      <a:lnTo>
                        <a:pt x="180" y="216"/>
                      </a:lnTo>
                      <a:lnTo>
                        <a:pt x="170" y="214"/>
                      </a:lnTo>
                      <a:lnTo>
                        <a:pt x="166" y="212"/>
                      </a:lnTo>
                      <a:lnTo>
                        <a:pt x="162" y="208"/>
                      </a:lnTo>
                      <a:lnTo>
                        <a:pt x="158" y="202"/>
                      </a:lnTo>
                      <a:lnTo>
                        <a:pt x="158" y="196"/>
                      </a:lnTo>
                      <a:lnTo>
                        <a:pt x="156" y="192"/>
                      </a:lnTo>
                      <a:lnTo>
                        <a:pt x="154" y="190"/>
                      </a:lnTo>
                      <a:lnTo>
                        <a:pt x="144" y="188"/>
                      </a:lnTo>
                      <a:lnTo>
                        <a:pt x="140" y="186"/>
                      </a:lnTo>
                      <a:lnTo>
                        <a:pt x="136" y="184"/>
                      </a:lnTo>
                      <a:lnTo>
                        <a:pt x="134" y="180"/>
                      </a:lnTo>
                      <a:lnTo>
                        <a:pt x="134" y="176"/>
                      </a:lnTo>
                      <a:lnTo>
                        <a:pt x="78" y="180"/>
                      </a:lnTo>
                      <a:lnTo>
                        <a:pt x="70" y="190"/>
                      </a:lnTo>
                      <a:lnTo>
                        <a:pt x="70" y="194"/>
                      </a:lnTo>
                      <a:lnTo>
                        <a:pt x="70" y="200"/>
                      </a:lnTo>
                      <a:lnTo>
                        <a:pt x="70" y="206"/>
                      </a:lnTo>
                      <a:lnTo>
                        <a:pt x="68" y="208"/>
                      </a:lnTo>
                      <a:lnTo>
                        <a:pt x="64" y="212"/>
                      </a:lnTo>
                      <a:lnTo>
                        <a:pt x="60" y="212"/>
                      </a:lnTo>
                      <a:lnTo>
                        <a:pt x="56" y="214"/>
                      </a:lnTo>
                      <a:lnTo>
                        <a:pt x="48" y="212"/>
                      </a:lnTo>
                      <a:lnTo>
                        <a:pt x="42" y="214"/>
                      </a:lnTo>
                      <a:lnTo>
                        <a:pt x="28" y="216"/>
                      </a:lnTo>
                      <a:lnTo>
                        <a:pt x="22" y="214"/>
                      </a:lnTo>
                      <a:lnTo>
                        <a:pt x="14" y="210"/>
                      </a:lnTo>
                      <a:lnTo>
                        <a:pt x="8" y="204"/>
                      </a:lnTo>
                      <a:lnTo>
                        <a:pt x="6" y="196"/>
                      </a:lnTo>
                      <a:lnTo>
                        <a:pt x="0" y="188"/>
                      </a:lnTo>
                      <a:lnTo>
                        <a:pt x="6" y="190"/>
                      </a:lnTo>
                      <a:lnTo>
                        <a:pt x="12" y="190"/>
                      </a:lnTo>
                      <a:lnTo>
                        <a:pt x="14" y="190"/>
                      </a:lnTo>
                      <a:lnTo>
                        <a:pt x="14" y="188"/>
                      </a:lnTo>
                      <a:lnTo>
                        <a:pt x="18" y="182"/>
                      </a:lnTo>
                      <a:lnTo>
                        <a:pt x="24" y="178"/>
                      </a:lnTo>
                      <a:lnTo>
                        <a:pt x="26" y="172"/>
                      </a:lnTo>
                      <a:lnTo>
                        <a:pt x="26" y="166"/>
                      </a:lnTo>
                      <a:lnTo>
                        <a:pt x="24" y="158"/>
                      </a:lnTo>
                      <a:lnTo>
                        <a:pt x="22" y="146"/>
                      </a:lnTo>
                      <a:lnTo>
                        <a:pt x="18" y="134"/>
                      </a:lnTo>
                      <a:lnTo>
                        <a:pt x="18" y="124"/>
                      </a:lnTo>
                      <a:lnTo>
                        <a:pt x="18" y="114"/>
                      </a:lnTo>
                      <a:lnTo>
                        <a:pt x="22" y="106"/>
                      </a:lnTo>
                      <a:lnTo>
                        <a:pt x="30" y="88"/>
                      </a:lnTo>
                      <a:lnTo>
                        <a:pt x="32" y="78"/>
                      </a:lnTo>
                      <a:lnTo>
                        <a:pt x="36" y="68"/>
                      </a:lnTo>
                      <a:lnTo>
                        <a:pt x="40" y="56"/>
                      </a:lnTo>
                      <a:lnTo>
                        <a:pt x="48" y="42"/>
                      </a:lnTo>
                      <a:lnTo>
                        <a:pt x="60" y="30"/>
                      </a:lnTo>
                      <a:lnTo>
                        <a:pt x="72" y="18"/>
                      </a:lnTo>
                      <a:lnTo>
                        <a:pt x="84" y="10"/>
                      </a:lnTo>
                      <a:lnTo>
                        <a:pt x="94" y="2"/>
                      </a:lnTo>
                      <a:lnTo>
                        <a:pt x="104" y="0"/>
                      </a:lnTo>
                      <a:lnTo>
                        <a:pt x="108" y="2"/>
                      </a:lnTo>
                      <a:lnTo>
                        <a:pt x="112" y="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1" name="Freeform 141"/>
                <p:cNvSpPr>
                  <a:spLocks/>
                </p:cNvSpPr>
                <p:nvPr/>
              </p:nvSpPr>
              <p:spPr bwMode="auto">
                <a:xfrm>
                  <a:off x="3999346" y="3881529"/>
                  <a:ext cx="174022" cy="249093"/>
                </a:xfrm>
                <a:custGeom>
                  <a:avLst/>
                  <a:gdLst>
                    <a:gd name="T0" fmla="*/ 231854407 w 106"/>
                    <a:gd name="T1" fmla="*/ 50403117 h 150"/>
                    <a:gd name="T2" fmla="*/ 231854407 w 106"/>
                    <a:gd name="T3" fmla="*/ 50403117 h 150"/>
                    <a:gd name="T4" fmla="*/ 246975341 w 106"/>
                    <a:gd name="T5" fmla="*/ 85685302 h 150"/>
                    <a:gd name="T6" fmla="*/ 262096274 w 106"/>
                    <a:gd name="T7" fmla="*/ 115927190 h 150"/>
                    <a:gd name="T8" fmla="*/ 267136585 w 106"/>
                    <a:gd name="T9" fmla="*/ 141128742 h 150"/>
                    <a:gd name="T10" fmla="*/ 267136585 w 106"/>
                    <a:gd name="T11" fmla="*/ 141128742 h 150"/>
                    <a:gd name="T12" fmla="*/ 267136585 w 106"/>
                    <a:gd name="T13" fmla="*/ 186491536 h 150"/>
                    <a:gd name="T14" fmla="*/ 267136585 w 106"/>
                    <a:gd name="T15" fmla="*/ 186491536 h 150"/>
                    <a:gd name="T16" fmla="*/ 257055963 w 106"/>
                    <a:gd name="T17" fmla="*/ 241935001 h 150"/>
                    <a:gd name="T18" fmla="*/ 252015652 w 106"/>
                    <a:gd name="T19" fmla="*/ 277217174 h 150"/>
                    <a:gd name="T20" fmla="*/ 241935030 w 106"/>
                    <a:gd name="T21" fmla="*/ 302418726 h 150"/>
                    <a:gd name="T22" fmla="*/ 241935030 w 106"/>
                    <a:gd name="T23" fmla="*/ 302418726 h 150"/>
                    <a:gd name="T24" fmla="*/ 201612492 w 106"/>
                    <a:gd name="T25" fmla="*/ 367942762 h 150"/>
                    <a:gd name="T26" fmla="*/ 201612492 w 106"/>
                    <a:gd name="T27" fmla="*/ 367942762 h 150"/>
                    <a:gd name="T28" fmla="*/ 191531869 w 106"/>
                    <a:gd name="T29" fmla="*/ 372983072 h 150"/>
                    <a:gd name="T30" fmla="*/ 176410936 w 106"/>
                    <a:gd name="T31" fmla="*/ 378023383 h 150"/>
                    <a:gd name="T32" fmla="*/ 161290003 w 106"/>
                    <a:gd name="T33" fmla="*/ 378023383 h 150"/>
                    <a:gd name="T34" fmla="*/ 161290003 w 106"/>
                    <a:gd name="T35" fmla="*/ 378023383 h 150"/>
                    <a:gd name="T36" fmla="*/ 136088448 w 106"/>
                    <a:gd name="T37" fmla="*/ 372983072 h 150"/>
                    <a:gd name="T38" fmla="*/ 105846582 w 106"/>
                    <a:gd name="T39" fmla="*/ 362902452 h 150"/>
                    <a:gd name="T40" fmla="*/ 65524068 w 106"/>
                    <a:gd name="T41" fmla="*/ 342741210 h 150"/>
                    <a:gd name="T42" fmla="*/ 65524068 w 106"/>
                    <a:gd name="T43" fmla="*/ 342741210 h 150"/>
                    <a:gd name="T44" fmla="*/ 40322501 w 106"/>
                    <a:gd name="T45" fmla="*/ 332660589 h 150"/>
                    <a:gd name="T46" fmla="*/ 20161250 w 106"/>
                    <a:gd name="T47" fmla="*/ 317539658 h 150"/>
                    <a:gd name="T48" fmla="*/ 10080625 w 106"/>
                    <a:gd name="T49" fmla="*/ 307459037 h 150"/>
                    <a:gd name="T50" fmla="*/ 5040313 w 106"/>
                    <a:gd name="T51" fmla="*/ 297378416 h 150"/>
                    <a:gd name="T52" fmla="*/ 5040313 w 106"/>
                    <a:gd name="T53" fmla="*/ 297378416 h 150"/>
                    <a:gd name="T54" fmla="*/ 0 w 106"/>
                    <a:gd name="T55" fmla="*/ 262096243 h 150"/>
                    <a:gd name="T56" fmla="*/ 0 w 106"/>
                    <a:gd name="T57" fmla="*/ 246975311 h 150"/>
                    <a:gd name="T58" fmla="*/ 0 w 106"/>
                    <a:gd name="T59" fmla="*/ 246975311 h 150"/>
                    <a:gd name="T60" fmla="*/ 10080625 w 106"/>
                    <a:gd name="T61" fmla="*/ 206652778 h 150"/>
                    <a:gd name="T62" fmla="*/ 15120939 w 106"/>
                    <a:gd name="T63" fmla="*/ 166330294 h 150"/>
                    <a:gd name="T64" fmla="*/ 20161250 w 106"/>
                    <a:gd name="T65" fmla="*/ 126007811 h 150"/>
                    <a:gd name="T66" fmla="*/ 20161250 w 106"/>
                    <a:gd name="T67" fmla="*/ 126007811 h 150"/>
                    <a:gd name="T68" fmla="*/ 20161250 w 106"/>
                    <a:gd name="T69" fmla="*/ 105846569 h 150"/>
                    <a:gd name="T70" fmla="*/ 25201561 w 106"/>
                    <a:gd name="T71" fmla="*/ 85685302 h 150"/>
                    <a:gd name="T72" fmla="*/ 40322501 w 106"/>
                    <a:gd name="T73" fmla="*/ 65524061 h 150"/>
                    <a:gd name="T74" fmla="*/ 50403123 w 106"/>
                    <a:gd name="T75" fmla="*/ 45362806 h 150"/>
                    <a:gd name="T76" fmla="*/ 65524068 w 106"/>
                    <a:gd name="T77" fmla="*/ 30241875 h 150"/>
                    <a:gd name="T78" fmla="*/ 85685313 w 106"/>
                    <a:gd name="T79" fmla="*/ 15120938 h 150"/>
                    <a:gd name="T80" fmla="*/ 100806246 w 106"/>
                    <a:gd name="T81" fmla="*/ 5040312 h 150"/>
                    <a:gd name="T82" fmla="*/ 120967515 w 106"/>
                    <a:gd name="T83" fmla="*/ 0 h 150"/>
                    <a:gd name="T84" fmla="*/ 120967515 w 106"/>
                    <a:gd name="T85" fmla="*/ 0 h 150"/>
                    <a:gd name="T86" fmla="*/ 156249692 w 106"/>
                    <a:gd name="T87" fmla="*/ 5040312 h 150"/>
                    <a:gd name="T88" fmla="*/ 186491558 w 106"/>
                    <a:gd name="T89" fmla="*/ 15120938 h 150"/>
                    <a:gd name="T90" fmla="*/ 211693163 w 106"/>
                    <a:gd name="T91" fmla="*/ 30241875 h 150"/>
                    <a:gd name="T92" fmla="*/ 231854407 w 106"/>
                    <a:gd name="T93" fmla="*/ 50403117 h 150"/>
                    <a:gd name="T94" fmla="*/ 231854407 w 106"/>
                    <a:gd name="T95" fmla="*/ 50403117 h 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6"/>
                    <a:gd name="T145" fmla="*/ 0 h 150"/>
                    <a:gd name="T146" fmla="*/ 106 w 106"/>
                    <a:gd name="T147" fmla="*/ 150 h 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6" h="150">
                      <a:moveTo>
                        <a:pt x="92" y="20"/>
                      </a:moveTo>
                      <a:lnTo>
                        <a:pt x="92" y="20"/>
                      </a:lnTo>
                      <a:lnTo>
                        <a:pt x="98" y="34"/>
                      </a:lnTo>
                      <a:lnTo>
                        <a:pt x="104" y="46"/>
                      </a:lnTo>
                      <a:lnTo>
                        <a:pt x="106" y="56"/>
                      </a:lnTo>
                      <a:lnTo>
                        <a:pt x="106" y="74"/>
                      </a:lnTo>
                      <a:lnTo>
                        <a:pt x="102" y="96"/>
                      </a:lnTo>
                      <a:lnTo>
                        <a:pt x="100" y="110"/>
                      </a:lnTo>
                      <a:lnTo>
                        <a:pt x="96" y="120"/>
                      </a:lnTo>
                      <a:lnTo>
                        <a:pt x="80" y="146"/>
                      </a:lnTo>
                      <a:lnTo>
                        <a:pt x="76" y="148"/>
                      </a:lnTo>
                      <a:lnTo>
                        <a:pt x="70" y="150"/>
                      </a:lnTo>
                      <a:lnTo>
                        <a:pt x="64" y="150"/>
                      </a:lnTo>
                      <a:lnTo>
                        <a:pt x="54" y="148"/>
                      </a:lnTo>
                      <a:lnTo>
                        <a:pt x="42" y="144"/>
                      </a:lnTo>
                      <a:lnTo>
                        <a:pt x="26" y="136"/>
                      </a:lnTo>
                      <a:lnTo>
                        <a:pt x="16" y="132"/>
                      </a:lnTo>
                      <a:lnTo>
                        <a:pt x="8" y="126"/>
                      </a:lnTo>
                      <a:lnTo>
                        <a:pt x="4" y="122"/>
                      </a:lnTo>
                      <a:lnTo>
                        <a:pt x="2" y="118"/>
                      </a:lnTo>
                      <a:lnTo>
                        <a:pt x="0" y="104"/>
                      </a:lnTo>
                      <a:lnTo>
                        <a:pt x="0" y="98"/>
                      </a:lnTo>
                      <a:lnTo>
                        <a:pt x="4" y="82"/>
                      </a:lnTo>
                      <a:lnTo>
                        <a:pt x="6" y="66"/>
                      </a:lnTo>
                      <a:lnTo>
                        <a:pt x="8" y="50"/>
                      </a:lnTo>
                      <a:lnTo>
                        <a:pt x="8" y="42"/>
                      </a:lnTo>
                      <a:lnTo>
                        <a:pt x="10" y="34"/>
                      </a:lnTo>
                      <a:lnTo>
                        <a:pt x="16" y="26"/>
                      </a:lnTo>
                      <a:lnTo>
                        <a:pt x="20" y="18"/>
                      </a:lnTo>
                      <a:lnTo>
                        <a:pt x="26" y="12"/>
                      </a:lnTo>
                      <a:lnTo>
                        <a:pt x="34" y="6"/>
                      </a:lnTo>
                      <a:lnTo>
                        <a:pt x="40" y="2"/>
                      </a:lnTo>
                      <a:lnTo>
                        <a:pt x="48" y="0"/>
                      </a:lnTo>
                      <a:lnTo>
                        <a:pt x="62" y="2"/>
                      </a:lnTo>
                      <a:lnTo>
                        <a:pt x="74" y="6"/>
                      </a:lnTo>
                      <a:lnTo>
                        <a:pt x="84" y="12"/>
                      </a:lnTo>
                      <a:lnTo>
                        <a:pt x="92" y="20"/>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2" name="Freeform 142"/>
                <p:cNvSpPr>
                  <a:spLocks/>
                </p:cNvSpPr>
                <p:nvPr/>
              </p:nvSpPr>
              <p:spPr bwMode="auto">
                <a:xfrm>
                  <a:off x="3903334" y="4739846"/>
                  <a:ext cx="207027" cy="147055"/>
                </a:xfrm>
                <a:custGeom>
                  <a:avLst/>
                  <a:gdLst>
                    <a:gd name="T0" fmla="*/ 126007831 w 124"/>
                    <a:gd name="T1" fmla="*/ 40322498 h 88"/>
                    <a:gd name="T2" fmla="*/ 211693172 w 124"/>
                    <a:gd name="T3" fmla="*/ 5040312 h 88"/>
                    <a:gd name="T4" fmla="*/ 246975351 w 124"/>
                    <a:gd name="T5" fmla="*/ 0 h 88"/>
                    <a:gd name="T6" fmla="*/ 267136596 w 124"/>
                    <a:gd name="T7" fmla="*/ 10080625 h 88"/>
                    <a:gd name="T8" fmla="*/ 267136596 w 124"/>
                    <a:gd name="T9" fmla="*/ 15120938 h 88"/>
                    <a:gd name="T10" fmla="*/ 191531877 w 124"/>
                    <a:gd name="T11" fmla="*/ 50403120 h 88"/>
                    <a:gd name="T12" fmla="*/ 166330321 w 124"/>
                    <a:gd name="T13" fmla="*/ 65524065 h 88"/>
                    <a:gd name="T14" fmla="*/ 216733483 w 124"/>
                    <a:gd name="T15" fmla="*/ 65524065 h 88"/>
                    <a:gd name="T16" fmla="*/ 302418775 w 124"/>
                    <a:gd name="T17" fmla="*/ 75604686 h 88"/>
                    <a:gd name="T18" fmla="*/ 307459086 w 124"/>
                    <a:gd name="T19" fmla="*/ 80644997 h 88"/>
                    <a:gd name="T20" fmla="*/ 312499397 w 124"/>
                    <a:gd name="T21" fmla="*/ 90725618 h 88"/>
                    <a:gd name="T22" fmla="*/ 302418775 w 124"/>
                    <a:gd name="T23" fmla="*/ 95765929 h 88"/>
                    <a:gd name="T24" fmla="*/ 262096285 w 124"/>
                    <a:gd name="T25" fmla="*/ 100806240 h 88"/>
                    <a:gd name="T26" fmla="*/ 176410944 w 124"/>
                    <a:gd name="T27" fmla="*/ 110886886 h 88"/>
                    <a:gd name="T28" fmla="*/ 241935040 w 124"/>
                    <a:gd name="T29" fmla="*/ 110886886 h 88"/>
                    <a:gd name="T30" fmla="*/ 277217218 w 124"/>
                    <a:gd name="T31" fmla="*/ 110886886 h 88"/>
                    <a:gd name="T32" fmla="*/ 297378464 w 124"/>
                    <a:gd name="T33" fmla="*/ 120967508 h 88"/>
                    <a:gd name="T34" fmla="*/ 297378464 w 124"/>
                    <a:gd name="T35" fmla="*/ 126007818 h 88"/>
                    <a:gd name="T36" fmla="*/ 287297841 w 124"/>
                    <a:gd name="T37" fmla="*/ 141128751 h 88"/>
                    <a:gd name="T38" fmla="*/ 277217218 w 124"/>
                    <a:gd name="T39" fmla="*/ 141128751 h 88"/>
                    <a:gd name="T40" fmla="*/ 146169076 w 124"/>
                    <a:gd name="T41" fmla="*/ 156249683 h 88"/>
                    <a:gd name="T42" fmla="*/ 191531877 w 124"/>
                    <a:gd name="T43" fmla="*/ 166330304 h 88"/>
                    <a:gd name="T44" fmla="*/ 221773795 w 124"/>
                    <a:gd name="T45" fmla="*/ 161289994 h 88"/>
                    <a:gd name="T46" fmla="*/ 236894728 w 124"/>
                    <a:gd name="T47" fmla="*/ 161289994 h 88"/>
                    <a:gd name="T48" fmla="*/ 246975351 w 124"/>
                    <a:gd name="T49" fmla="*/ 171370615 h 88"/>
                    <a:gd name="T50" fmla="*/ 241935040 w 124"/>
                    <a:gd name="T51" fmla="*/ 181451237 h 88"/>
                    <a:gd name="T52" fmla="*/ 216733483 w 124"/>
                    <a:gd name="T53" fmla="*/ 186491547 h 88"/>
                    <a:gd name="T54" fmla="*/ 136088454 w 124"/>
                    <a:gd name="T55" fmla="*/ 191531858 h 88"/>
                    <a:gd name="T56" fmla="*/ 100806250 w 124"/>
                    <a:gd name="T57" fmla="*/ 201612480 h 88"/>
                    <a:gd name="T58" fmla="*/ 65524071 w 124"/>
                    <a:gd name="T59" fmla="*/ 216733462 h 88"/>
                    <a:gd name="T60" fmla="*/ 0 w 124"/>
                    <a:gd name="T61" fmla="*/ 221773772 h 88"/>
                    <a:gd name="T62" fmla="*/ 30241880 w 124"/>
                    <a:gd name="T63" fmla="*/ 171370615 h 88"/>
                    <a:gd name="T64" fmla="*/ 60483760 w 124"/>
                    <a:gd name="T65" fmla="*/ 105846575 h 88"/>
                    <a:gd name="T66" fmla="*/ 65524071 w 124"/>
                    <a:gd name="T67" fmla="*/ 80644997 h 88"/>
                    <a:gd name="T68" fmla="*/ 100806250 w 124"/>
                    <a:gd name="T69" fmla="*/ 50403120 h 88"/>
                    <a:gd name="T70" fmla="*/ 126007831 w 124"/>
                    <a:gd name="T71" fmla="*/ 40322498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4"/>
                    <a:gd name="T109" fmla="*/ 0 h 88"/>
                    <a:gd name="T110" fmla="*/ 124 w 124"/>
                    <a:gd name="T111" fmla="*/ 88 h 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4" h="88">
                      <a:moveTo>
                        <a:pt x="50" y="16"/>
                      </a:moveTo>
                      <a:lnTo>
                        <a:pt x="50" y="16"/>
                      </a:lnTo>
                      <a:lnTo>
                        <a:pt x="72" y="6"/>
                      </a:lnTo>
                      <a:lnTo>
                        <a:pt x="84" y="2"/>
                      </a:lnTo>
                      <a:lnTo>
                        <a:pt x="98" y="0"/>
                      </a:lnTo>
                      <a:lnTo>
                        <a:pt x="104" y="2"/>
                      </a:lnTo>
                      <a:lnTo>
                        <a:pt x="106" y="4"/>
                      </a:lnTo>
                      <a:lnTo>
                        <a:pt x="106" y="6"/>
                      </a:lnTo>
                      <a:lnTo>
                        <a:pt x="98" y="10"/>
                      </a:lnTo>
                      <a:lnTo>
                        <a:pt x="76" y="20"/>
                      </a:lnTo>
                      <a:lnTo>
                        <a:pt x="66" y="26"/>
                      </a:lnTo>
                      <a:lnTo>
                        <a:pt x="86" y="26"/>
                      </a:lnTo>
                      <a:lnTo>
                        <a:pt x="104" y="28"/>
                      </a:lnTo>
                      <a:lnTo>
                        <a:pt x="120" y="30"/>
                      </a:lnTo>
                      <a:lnTo>
                        <a:pt x="122" y="32"/>
                      </a:lnTo>
                      <a:lnTo>
                        <a:pt x="124" y="34"/>
                      </a:lnTo>
                      <a:lnTo>
                        <a:pt x="124" y="36"/>
                      </a:lnTo>
                      <a:lnTo>
                        <a:pt x="120" y="38"/>
                      </a:lnTo>
                      <a:lnTo>
                        <a:pt x="112" y="40"/>
                      </a:lnTo>
                      <a:lnTo>
                        <a:pt x="104" y="40"/>
                      </a:lnTo>
                      <a:lnTo>
                        <a:pt x="92" y="40"/>
                      </a:lnTo>
                      <a:lnTo>
                        <a:pt x="70" y="44"/>
                      </a:lnTo>
                      <a:lnTo>
                        <a:pt x="96" y="44"/>
                      </a:lnTo>
                      <a:lnTo>
                        <a:pt x="110" y="44"/>
                      </a:lnTo>
                      <a:lnTo>
                        <a:pt x="114" y="46"/>
                      </a:lnTo>
                      <a:lnTo>
                        <a:pt x="118" y="48"/>
                      </a:lnTo>
                      <a:lnTo>
                        <a:pt x="118" y="50"/>
                      </a:lnTo>
                      <a:lnTo>
                        <a:pt x="116" y="54"/>
                      </a:lnTo>
                      <a:lnTo>
                        <a:pt x="114" y="56"/>
                      </a:lnTo>
                      <a:lnTo>
                        <a:pt x="110" y="56"/>
                      </a:lnTo>
                      <a:lnTo>
                        <a:pt x="62" y="60"/>
                      </a:lnTo>
                      <a:lnTo>
                        <a:pt x="58" y="62"/>
                      </a:lnTo>
                      <a:lnTo>
                        <a:pt x="76" y="66"/>
                      </a:lnTo>
                      <a:lnTo>
                        <a:pt x="88" y="64"/>
                      </a:lnTo>
                      <a:lnTo>
                        <a:pt x="94" y="64"/>
                      </a:lnTo>
                      <a:lnTo>
                        <a:pt x="96" y="66"/>
                      </a:lnTo>
                      <a:lnTo>
                        <a:pt x="98" y="68"/>
                      </a:lnTo>
                      <a:lnTo>
                        <a:pt x="96" y="72"/>
                      </a:lnTo>
                      <a:lnTo>
                        <a:pt x="92" y="74"/>
                      </a:lnTo>
                      <a:lnTo>
                        <a:pt x="86" y="74"/>
                      </a:lnTo>
                      <a:lnTo>
                        <a:pt x="54" y="76"/>
                      </a:lnTo>
                      <a:lnTo>
                        <a:pt x="40" y="80"/>
                      </a:lnTo>
                      <a:lnTo>
                        <a:pt x="26" y="86"/>
                      </a:lnTo>
                      <a:lnTo>
                        <a:pt x="14" y="88"/>
                      </a:lnTo>
                      <a:lnTo>
                        <a:pt x="0" y="88"/>
                      </a:lnTo>
                      <a:lnTo>
                        <a:pt x="12" y="68"/>
                      </a:lnTo>
                      <a:lnTo>
                        <a:pt x="22" y="50"/>
                      </a:lnTo>
                      <a:lnTo>
                        <a:pt x="24" y="42"/>
                      </a:lnTo>
                      <a:lnTo>
                        <a:pt x="26" y="32"/>
                      </a:lnTo>
                      <a:lnTo>
                        <a:pt x="32" y="26"/>
                      </a:lnTo>
                      <a:lnTo>
                        <a:pt x="40" y="20"/>
                      </a:lnTo>
                      <a:lnTo>
                        <a:pt x="50" y="1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3" name="Freeform 143"/>
                <p:cNvSpPr>
                  <a:spLocks noEditPoints="1"/>
                </p:cNvSpPr>
                <p:nvPr/>
              </p:nvSpPr>
              <p:spPr bwMode="auto">
                <a:xfrm>
                  <a:off x="3876332" y="5385085"/>
                  <a:ext cx="558069" cy="684253"/>
                </a:xfrm>
                <a:custGeom>
                  <a:avLst/>
                  <a:gdLst>
                    <a:gd name="T0" fmla="*/ 186491543 w 330"/>
                    <a:gd name="T1" fmla="*/ 866933887 h 408"/>
                    <a:gd name="T2" fmla="*/ 151209369 w 330"/>
                    <a:gd name="T3" fmla="*/ 730845292 h 408"/>
                    <a:gd name="T4" fmla="*/ 146169058 w 330"/>
                    <a:gd name="T5" fmla="*/ 720764670 h 408"/>
                    <a:gd name="T6" fmla="*/ 141128747 w 330"/>
                    <a:gd name="T7" fmla="*/ 690522804 h 408"/>
                    <a:gd name="T8" fmla="*/ 141128747 w 330"/>
                    <a:gd name="T9" fmla="*/ 589716584 h 408"/>
                    <a:gd name="T10" fmla="*/ 141128747 w 330"/>
                    <a:gd name="T11" fmla="*/ 554434408 h 408"/>
                    <a:gd name="T12" fmla="*/ 50403119 w 330"/>
                    <a:gd name="T13" fmla="*/ 55443446 h 408"/>
                    <a:gd name="T14" fmla="*/ 35282187 w 330"/>
                    <a:gd name="T15" fmla="*/ 80645001 h 408"/>
                    <a:gd name="T16" fmla="*/ 10080624 w 330"/>
                    <a:gd name="T17" fmla="*/ 156249690 h 408"/>
                    <a:gd name="T18" fmla="*/ 0 w 330"/>
                    <a:gd name="T19" fmla="*/ 282257515 h 408"/>
                    <a:gd name="T20" fmla="*/ 10080624 w 330"/>
                    <a:gd name="T21" fmla="*/ 403224979 h 408"/>
                    <a:gd name="T22" fmla="*/ 25201559 w 330"/>
                    <a:gd name="T23" fmla="*/ 493950676 h 408"/>
                    <a:gd name="T24" fmla="*/ 35282187 w 330"/>
                    <a:gd name="T25" fmla="*/ 599797206 h 408"/>
                    <a:gd name="T26" fmla="*/ 30241876 w 330"/>
                    <a:gd name="T27" fmla="*/ 670361560 h 408"/>
                    <a:gd name="T28" fmla="*/ 30241876 w 330"/>
                    <a:gd name="T29" fmla="*/ 665321249 h 408"/>
                    <a:gd name="T30" fmla="*/ 10080624 w 330"/>
                    <a:gd name="T31" fmla="*/ 801409646 h 408"/>
                    <a:gd name="T32" fmla="*/ 30241876 w 330"/>
                    <a:gd name="T33" fmla="*/ 806449957 h 408"/>
                    <a:gd name="T34" fmla="*/ 30241876 w 330"/>
                    <a:gd name="T35" fmla="*/ 801409646 h 408"/>
                    <a:gd name="T36" fmla="*/ 40322497 w 330"/>
                    <a:gd name="T37" fmla="*/ 846772644 h 408"/>
                    <a:gd name="T38" fmla="*/ 40322497 w 330"/>
                    <a:gd name="T39" fmla="*/ 907256375 h 408"/>
                    <a:gd name="T40" fmla="*/ 60483752 w 330"/>
                    <a:gd name="T41" fmla="*/ 972780418 h 408"/>
                    <a:gd name="T42" fmla="*/ 70564374 w 330"/>
                    <a:gd name="T43" fmla="*/ 992941662 h 408"/>
                    <a:gd name="T44" fmla="*/ 105846573 w 330"/>
                    <a:gd name="T45" fmla="*/ 1018143217 h 408"/>
                    <a:gd name="T46" fmla="*/ 146169058 w 330"/>
                    <a:gd name="T47" fmla="*/ 1028223839 h 408"/>
                    <a:gd name="T48" fmla="*/ 216733457 w 330"/>
                    <a:gd name="T49" fmla="*/ 1018143217 h 408"/>
                    <a:gd name="T50" fmla="*/ 236894699 w 330"/>
                    <a:gd name="T51" fmla="*/ 982861040 h 408"/>
                    <a:gd name="T52" fmla="*/ 236894699 w 330"/>
                    <a:gd name="T53" fmla="*/ 967740107 h 408"/>
                    <a:gd name="T54" fmla="*/ 216733457 w 330"/>
                    <a:gd name="T55" fmla="*/ 922377308 h 408"/>
                    <a:gd name="T56" fmla="*/ 821570832 w 330"/>
                    <a:gd name="T57" fmla="*/ 675401871 h 408"/>
                    <a:gd name="T58" fmla="*/ 816530521 w 330"/>
                    <a:gd name="T59" fmla="*/ 670361560 h 408"/>
                    <a:gd name="T60" fmla="*/ 801409589 w 330"/>
                    <a:gd name="T61" fmla="*/ 660280938 h 408"/>
                    <a:gd name="T62" fmla="*/ 751006483 w 330"/>
                    <a:gd name="T63" fmla="*/ 619958450 h 408"/>
                    <a:gd name="T64" fmla="*/ 735885551 w 330"/>
                    <a:gd name="T65" fmla="*/ 599797206 h 408"/>
                    <a:gd name="T66" fmla="*/ 715724309 w 330"/>
                    <a:gd name="T67" fmla="*/ 579635963 h 408"/>
                    <a:gd name="T68" fmla="*/ 690522756 w 330"/>
                    <a:gd name="T69" fmla="*/ 544353786 h 408"/>
                    <a:gd name="T70" fmla="*/ 675401824 w 330"/>
                    <a:gd name="T71" fmla="*/ 509071609 h 408"/>
                    <a:gd name="T72" fmla="*/ 660280892 w 330"/>
                    <a:gd name="T73" fmla="*/ 463708810 h 408"/>
                    <a:gd name="T74" fmla="*/ 478829709 w 330"/>
                    <a:gd name="T75" fmla="*/ 65524068 h 408"/>
                    <a:gd name="T76" fmla="*/ 483870019 w 330"/>
                    <a:gd name="T77" fmla="*/ 105846580 h 408"/>
                    <a:gd name="T78" fmla="*/ 483870019 w 330"/>
                    <a:gd name="T79" fmla="*/ 166330312 h 408"/>
                    <a:gd name="T80" fmla="*/ 504031262 w 330"/>
                    <a:gd name="T81" fmla="*/ 282257515 h 408"/>
                    <a:gd name="T82" fmla="*/ 534273126 w 330"/>
                    <a:gd name="T83" fmla="*/ 398184668 h 408"/>
                    <a:gd name="T84" fmla="*/ 534273126 w 330"/>
                    <a:gd name="T85" fmla="*/ 448587877 h 408"/>
                    <a:gd name="T86" fmla="*/ 529232815 w 330"/>
                    <a:gd name="T87" fmla="*/ 468749121 h 408"/>
                    <a:gd name="T88" fmla="*/ 509071573 w 330"/>
                    <a:gd name="T89" fmla="*/ 524192542 h 408"/>
                    <a:gd name="T90" fmla="*/ 509071573 w 330"/>
                    <a:gd name="T91" fmla="*/ 574595652 h 408"/>
                    <a:gd name="T92" fmla="*/ 514111883 w 330"/>
                    <a:gd name="T93" fmla="*/ 584676274 h 408"/>
                    <a:gd name="T94" fmla="*/ 524192505 w 330"/>
                    <a:gd name="T95" fmla="*/ 614918139 h 408"/>
                    <a:gd name="T96" fmla="*/ 534273126 w 330"/>
                    <a:gd name="T97" fmla="*/ 695563115 h 408"/>
                    <a:gd name="T98" fmla="*/ 559474679 w 330"/>
                    <a:gd name="T99" fmla="*/ 690522804 h 408"/>
                    <a:gd name="T100" fmla="*/ 564514990 w 330"/>
                    <a:gd name="T101" fmla="*/ 599797206 h 408"/>
                    <a:gd name="T102" fmla="*/ 594756853 w 330"/>
                    <a:gd name="T103" fmla="*/ 614918139 h 408"/>
                    <a:gd name="T104" fmla="*/ 614918096 w 330"/>
                    <a:gd name="T105" fmla="*/ 645160005 h 408"/>
                    <a:gd name="T106" fmla="*/ 619958407 w 330"/>
                    <a:gd name="T107" fmla="*/ 655240627 h 408"/>
                    <a:gd name="T108" fmla="*/ 650200270 w 330"/>
                    <a:gd name="T109" fmla="*/ 720764670 h 408"/>
                    <a:gd name="T110" fmla="*/ 660280892 w 330"/>
                    <a:gd name="T111" fmla="*/ 740925914 h 408"/>
                    <a:gd name="T112" fmla="*/ 690522756 w 330"/>
                    <a:gd name="T113" fmla="*/ 756046847 h 408"/>
                    <a:gd name="T114" fmla="*/ 811490211 w 330"/>
                    <a:gd name="T115" fmla="*/ 766127469 h 408"/>
                    <a:gd name="T116" fmla="*/ 816530521 w 330"/>
                    <a:gd name="T117" fmla="*/ 756046847 h 408"/>
                    <a:gd name="T118" fmla="*/ 826611143 w 330"/>
                    <a:gd name="T119" fmla="*/ 725804981 h 408"/>
                    <a:gd name="T120" fmla="*/ 831651453 w 330"/>
                    <a:gd name="T121" fmla="*/ 715724359 h 408"/>
                    <a:gd name="T122" fmla="*/ 821570832 w 330"/>
                    <a:gd name="T123" fmla="*/ 675401871 h 4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0"/>
                    <a:gd name="T187" fmla="*/ 0 h 408"/>
                    <a:gd name="T188" fmla="*/ 330 w 330"/>
                    <a:gd name="T189" fmla="*/ 408 h 4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0" h="408">
                      <a:moveTo>
                        <a:pt x="74" y="344"/>
                      </a:moveTo>
                      <a:lnTo>
                        <a:pt x="74" y="344"/>
                      </a:lnTo>
                      <a:lnTo>
                        <a:pt x="60" y="290"/>
                      </a:lnTo>
                      <a:lnTo>
                        <a:pt x="58" y="286"/>
                      </a:lnTo>
                      <a:lnTo>
                        <a:pt x="56" y="274"/>
                      </a:lnTo>
                      <a:lnTo>
                        <a:pt x="56" y="254"/>
                      </a:lnTo>
                      <a:lnTo>
                        <a:pt x="56" y="234"/>
                      </a:lnTo>
                      <a:lnTo>
                        <a:pt x="56" y="220"/>
                      </a:lnTo>
                      <a:lnTo>
                        <a:pt x="92" y="44"/>
                      </a:lnTo>
                      <a:lnTo>
                        <a:pt x="20" y="22"/>
                      </a:lnTo>
                      <a:lnTo>
                        <a:pt x="14" y="32"/>
                      </a:lnTo>
                      <a:lnTo>
                        <a:pt x="10" y="40"/>
                      </a:lnTo>
                      <a:lnTo>
                        <a:pt x="4" y="62"/>
                      </a:lnTo>
                      <a:lnTo>
                        <a:pt x="2" y="88"/>
                      </a:lnTo>
                      <a:lnTo>
                        <a:pt x="0" y="112"/>
                      </a:lnTo>
                      <a:lnTo>
                        <a:pt x="2" y="138"/>
                      </a:lnTo>
                      <a:lnTo>
                        <a:pt x="4" y="160"/>
                      </a:lnTo>
                      <a:lnTo>
                        <a:pt x="10" y="196"/>
                      </a:lnTo>
                      <a:lnTo>
                        <a:pt x="14" y="218"/>
                      </a:lnTo>
                      <a:lnTo>
                        <a:pt x="14" y="238"/>
                      </a:lnTo>
                      <a:lnTo>
                        <a:pt x="14" y="254"/>
                      </a:lnTo>
                      <a:lnTo>
                        <a:pt x="12" y="266"/>
                      </a:lnTo>
                      <a:lnTo>
                        <a:pt x="12" y="264"/>
                      </a:lnTo>
                      <a:lnTo>
                        <a:pt x="6" y="292"/>
                      </a:lnTo>
                      <a:lnTo>
                        <a:pt x="4" y="318"/>
                      </a:lnTo>
                      <a:lnTo>
                        <a:pt x="8" y="322"/>
                      </a:lnTo>
                      <a:lnTo>
                        <a:pt x="12" y="320"/>
                      </a:lnTo>
                      <a:lnTo>
                        <a:pt x="12" y="318"/>
                      </a:lnTo>
                      <a:lnTo>
                        <a:pt x="16" y="336"/>
                      </a:lnTo>
                      <a:lnTo>
                        <a:pt x="16" y="360"/>
                      </a:lnTo>
                      <a:lnTo>
                        <a:pt x="18" y="370"/>
                      </a:lnTo>
                      <a:lnTo>
                        <a:pt x="24" y="386"/>
                      </a:lnTo>
                      <a:lnTo>
                        <a:pt x="28" y="394"/>
                      </a:lnTo>
                      <a:lnTo>
                        <a:pt x="42" y="404"/>
                      </a:lnTo>
                      <a:lnTo>
                        <a:pt x="50" y="406"/>
                      </a:lnTo>
                      <a:lnTo>
                        <a:pt x="58" y="408"/>
                      </a:lnTo>
                      <a:lnTo>
                        <a:pt x="74" y="406"/>
                      </a:lnTo>
                      <a:lnTo>
                        <a:pt x="86" y="404"/>
                      </a:lnTo>
                      <a:lnTo>
                        <a:pt x="92" y="402"/>
                      </a:lnTo>
                      <a:lnTo>
                        <a:pt x="94" y="390"/>
                      </a:lnTo>
                      <a:lnTo>
                        <a:pt x="94" y="384"/>
                      </a:lnTo>
                      <a:lnTo>
                        <a:pt x="92" y="376"/>
                      </a:lnTo>
                      <a:lnTo>
                        <a:pt x="86" y="366"/>
                      </a:lnTo>
                      <a:lnTo>
                        <a:pt x="74" y="344"/>
                      </a:lnTo>
                      <a:close/>
                      <a:moveTo>
                        <a:pt x="326" y="268"/>
                      </a:moveTo>
                      <a:lnTo>
                        <a:pt x="326" y="268"/>
                      </a:lnTo>
                      <a:lnTo>
                        <a:pt x="324" y="266"/>
                      </a:lnTo>
                      <a:lnTo>
                        <a:pt x="318" y="262"/>
                      </a:lnTo>
                      <a:lnTo>
                        <a:pt x="310" y="254"/>
                      </a:lnTo>
                      <a:lnTo>
                        <a:pt x="298" y="246"/>
                      </a:lnTo>
                      <a:lnTo>
                        <a:pt x="292" y="238"/>
                      </a:lnTo>
                      <a:lnTo>
                        <a:pt x="284" y="230"/>
                      </a:lnTo>
                      <a:lnTo>
                        <a:pt x="280" y="224"/>
                      </a:lnTo>
                      <a:lnTo>
                        <a:pt x="274" y="216"/>
                      </a:lnTo>
                      <a:lnTo>
                        <a:pt x="268" y="202"/>
                      </a:lnTo>
                      <a:lnTo>
                        <a:pt x="262" y="184"/>
                      </a:lnTo>
                      <a:lnTo>
                        <a:pt x="260" y="0"/>
                      </a:lnTo>
                      <a:lnTo>
                        <a:pt x="190" y="26"/>
                      </a:lnTo>
                      <a:lnTo>
                        <a:pt x="192" y="42"/>
                      </a:lnTo>
                      <a:lnTo>
                        <a:pt x="192" y="66"/>
                      </a:lnTo>
                      <a:lnTo>
                        <a:pt x="194" y="82"/>
                      </a:lnTo>
                      <a:lnTo>
                        <a:pt x="200" y="112"/>
                      </a:lnTo>
                      <a:lnTo>
                        <a:pt x="212" y="158"/>
                      </a:lnTo>
                      <a:lnTo>
                        <a:pt x="212" y="178"/>
                      </a:lnTo>
                      <a:lnTo>
                        <a:pt x="210" y="186"/>
                      </a:lnTo>
                      <a:lnTo>
                        <a:pt x="206" y="194"/>
                      </a:lnTo>
                      <a:lnTo>
                        <a:pt x="202" y="208"/>
                      </a:lnTo>
                      <a:lnTo>
                        <a:pt x="200" y="222"/>
                      </a:lnTo>
                      <a:lnTo>
                        <a:pt x="202" y="228"/>
                      </a:lnTo>
                      <a:lnTo>
                        <a:pt x="204" y="232"/>
                      </a:lnTo>
                      <a:lnTo>
                        <a:pt x="206" y="238"/>
                      </a:lnTo>
                      <a:lnTo>
                        <a:pt x="208" y="244"/>
                      </a:lnTo>
                      <a:lnTo>
                        <a:pt x="210" y="258"/>
                      </a:lnTo>
                      <a:lnTo>
                        <a:pt x="212" y="276"/>
                      </a:lnTo>
                      <a:lnTo>
                        <a:pt x="218" y="278"/>
                      </a:lnTo>
                      <a:lnTo>
                        <a:pt x="222" y="274"/>
                      </a:lnTo>
                      <a:lnTo>
                        <a:pt x="218" y="232"/>
                      </a:lnTo>
                      <a:lnTo>
                        <a:pt x="224" y="238"/>
                      </a:lnTo>
                      <a:lnTo>
                        <a:pt x="236" y="244"/>
                      </a:lnTo>
                      <a:lnTo>
                        <a:pt x="242" y="250"/>
                      </a:lnTo>
                      <a:lnTo>
                        <a:pt x="244" y="256"/>
                      </a:lnTo>
                      <a:lnTo>
                        <a:pt x="246" y="260"/>
                      </a:lnTo>
                      <a:lnTo>
                        <a:pt x="252" y="276"/>
                      </a:lnTo>
                      <a:lnTo>
                        <a:pt x="258" y="286"/>
                      </a:lnTo>
                      <a:lnTo>
                        <a:pt x="262" y="294"/>
                      </a:lnTo>
                      <a:lnTo>
                        <a:pt x="266" y="298"/>
                      </a:lnTo>
                      <a:lnTo>
                        <a:pt x="274" y="300"/>
                      </a:lnTo>
                      <a:lnTo>
                        <a:pt x="294" y="302"/>
                      </a:lnTo>
                      <a:lnTo>
                        <a:pt x="322" y="304"/>
                      </a:lnTo>
                      <a:lnTo>
                        <a:pt x="324" y="300"/>
                      </a:lnTo>
                      <a:lnTo>
                        <a:pt x="326" y="296"/>
                      </a:lnTo>
                      <a:lnTo>
                        <a:pt x="328" y="288"/>
                      </a:lnTo>
                      <a:lnTo>
                        <a:pt x="330" y="284"/>
                      </a:lnTo>
                      <a:lnTo>
                        <a:pt x="328" y="276"/>
                      </a:lnTo>
                      <a:lnTo>
                        <a:pt x="326" y="26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4" name="Freeform 144"/>
                <p:cNvSpPr>
                  <a:spLocks/>
                </p:cNvSpPr>
                <p:nvPr/>
              </p:nvSpPr>
              <p:spPr bwMode="auto">
                <a:xfrm>
                  <a:off x="3612299" y="4175638"/>
                  <a:ext cx="333040" cy="723268"/>
                </a:xfrm>
                <a:custGeom>
                  <a:avLst/>
                  <a:gdLst>
                    <a:gd name="T0" fmla="*/ 418346010 w 202"/>
                    <a:gd name="T1" fmla="*/ 463708816 h 426"/>
                    <a:gd name="T2" fmla="*/ 352821868 w 202"/>
                    <a:gd name="T3" fmla="*/ 529232859 h 426"/>
                    <a:gd name="T4" fmla="*/ 327620313 w 202"/>
                    <a:gd name="T5" fmla="*/ 569555348 h 426"/>
                    <a:gd name="T6" fmla="*/ 297378447 w 202"/>
                    <a:gd name="T7" fmla="*/ 609877836 h 426"/>
                    <a:gd name="T8" fmla="*/ 231854404 w 202"/>
                    <a:gd name="T9" fmla="*/ 650200325 h 426"/>
                    <a:gd name="T10" fmla="*/ 221773782 w 202"/>
                    <a:gd name="T11" fmla="*/ 650200325 h 426"/>
                    <a:gd name="T12" fmla="*/ 216733471 w 202"/>
                    <a:gd name="T13" fmla="*/ 670361569 h 426"/>
                    <a:gd name="T14" fmla="*/ 226814093 w 202"/>
                    <a:gd name="T15" fmla="*/ 675401880 h 426"/>
                    <a:gd name="T16" fmla="*/ 236894715 w 202"/>
                    <a:gd name="T17" fmla="*/ 685482502 h 426"/>
                    <a:gd name="T18" fmla="*/ 246975337 w 202"/>
                    <a:gd name="T19" fmla="*/ 710684057 h 426"/>
                    <a:gd name="T20" fmla="*/ 292338136 w 202"/>
                    <a:gd name="T21" fmla="*/ 771167790 h 426"/>
                    <a:gd name="T22" fmla="*/ 357862179 w 202"/>
                    <a:gd name="T23" fmla="*/ 846772654 h 426"/>
                    <a:gd name="T24" fmla="*/ 418346010 w 202"/>
                    <a:gd name="T25" fmla="*/ 877014521 h 426"/>
                    <a:gd name="T26" fmla="*/ 493950674 w 202"/>
                    <a:gd name="T27" fmla="*/ 907256387 h 426"/>
                    <a:gd name="T28" fmla="*/ 498990985 w 202"/>
                    <a:gd name="T29" fmla="*/ 912296698 h 426"/>
                    <a:gd name="T30" fmla="*/ 483870052 w 202"/>
                    <a:gd name="T31" fmla="*/ 982861053 h 426"/>
                    <a:gd name="T32" fmla="*/ 453628186 w 202"/>
                    <a:gd name="T33" fmla="*/ 1038304474 h 426"/>
                    <a:gd name="T34" fmla="*/ 413305599 w 202"/>
                    <a:gd name="T35" fmla="*/ 1073586652 h 426"/>
                    <a:gd name="T36" fmla="*/ 120967513 w 202"/>
                    <a:gd name="T37" fmla="*/ 841732343 h 426"/>
                    <a:gd name="T38" fmla="*/ 85685311 w 202"/>
                    <a:gd name="T39" fmla="*/ 811490278 h 426"/>
                    <a:gd name="T40" fmla="*/ 50403122 w 202"/>
                    <a:gd name="T41" fmla="*/ 771167790 h 426"/>
                    <a:gd name="T42" fmla="*/ 15120939 w 202"/>
                    <a:gd name="T43" fmla="*/ 710684057 h 426"/>
                    <a:gd name="T44" fmla="*/ 10080625 w 202"/>
                    <a:gd name="T45" fmla="*/ 700603435 h 426"/>
                    <a:gd name="T46" fmla="*/ 0 w 202"/>
                    <a:gd name="T47" fmla="*/ 660280947 h 426"/>
                    <a:gd name="T48" fmla="*/ 10080625 w 202"/>
                    <a:gd name="T49" fmla="*/ 635079391 h 426"/>
                    <a:gd name="T50" fmla="*/ 206652800 w 202"/>
                    <a:gd name="T51" fmla="*/ 312499385 h 426"/>
                    <a:gd name="T52" fmla="*/ 262096270 w 202"/>
                    <a:gd name="T53" fmla="*/ 156249692 h 426"/>
                    <a:gd name="T54" fmla="*/ 297378447 w 202"/>
                    <a:gd name="T55" fmla="*/ 90725624 h 426"/>
                    <a:gd name="T56" fmla="*/ 312499380 w 202"/>
                    <a:gd name="T57" fmla="*/ 70564380 h 426"/>
                    <a:gd name="T58" fmla="*/ 337700935 w 202"/>
                    <a:gd name="T59" fmla="*/ 55443446 h 426"/>
                    <a:gd name="T60" fmla="*/ 362902490 w 202"/>
                    <a:gd name="T61" fmla="*/ 50403123 h 426"/>
                    <a:gd name="T62" fmla="*/ 509071607 w 202"/>
                    <a:gd name="T63" fmla="*/ 0 h 426"/>
                    <a:gd name="T64" fmla="*/ 483870052 w 202"/>
                    <a:gd name="T65" fmla="*/ 196572181 h 426"/>
                    <a:gd name="T66" fmla="*/ 458668497 w 202"/>
                    <a:gd name="T67" fmla="*/ 347781562 h 426"/>
                    <a:gd name="T68" fmla="*/ 418346010 w 202"/>
                    <a:gd name="T69" fmla="*/ 463708816 h 4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2"/>
                    <a:gd name="T106" fmla="*/ 0 h 426"/>
                    <a:gd name="T107" fmla="*/ 202 w 202"/>
                    <a:gd name="T108" fmla="*/ 426 h 4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2" h="426">
                      <a:moveTo>
                        <a:pt x="166" y="184"/>
                      </a:moveTo>
                      <a:lnTo>
                        <a:pt x="166" y="184"/>
                      </a:lnTo>
                      <a:lnTo>
                        <a:pt x="152" y="196"/>
                      </a:lnTo>
                      <a:lnTo>
                        <a:pt x="140" y="210"/>
                      </a:lnTo>
                      <a:lnTo>
                        <a:pt x="130" y="226"/>
                      </a:lnTo>
                      <a:lnTo>
                        <a:pt x="124" y="236"/>
                      </a:lnTo>
                      <a:lnTo>
                        <a:pt x="118" y="242"/>
                      </a:lnTo>
                      <a:lnTo>
                        <a:pt x="104" y="252"/>
                      </a:lnTo>
                      <a:lnTo>
                        <a:pt x="92" y="258"/>
                      </a:lnTo>
                      <a:lnTo>
                        <a:pt x="88" y="258"/>
                      </a:lnTo>
                      <a:lnTo>
                        <a:pt x="86" y="262"/>
                      </a:lnTo>
                      <a:lnTo>
                        <a:pt x="86" y="266"/>
                      </a:lnTo>
                      <a:lnTo>
                        <a:pt x="90" y="268"/>
                      </a:lnTo>
                      <a:lnTo>
                        <a:pt x="92" y="270"/>
                      </a:lnTo>
                      <a:lnTo>
                        <a:pt x="94" y="272"/>
                      </a:lnTo>
                      <a:lnTo>
                        <a:pt x="98" y="282"/>
                      </a:lnTo>
                      <a:lnTo>
                        <a:pt x="104" y="292"/>
                      </a:lnTo>
                      <a:lnTo>
                        <a:pt x="116" y="306"/>
                      </a:lnTo>
                      <a:lnTo>
                        <a:pt x="134" y="324"/>
                      </a:lnTo>
                      <a:lnTo>
                        <a:pt x="142" y="336"/>
                      </a:lnTo>
                      <a:lnTo>
                        <a:pt x="166" y="348"/>
                      </a:lnTo>
                      <a:lnTo>
                        <a:pt x="184" y="356"/>
                      </a:lnTo>
                      <a:lnTo>
                        <a:pt x="196" y="360"/>
                      </a:lnTo>
                      <a:lnTo>
                        <a:pt x="198" y="362"/>
                      </a:lnTo>
                      <a:lnTo>
                        <a:pt x="198" y="370"/>
                      </a:lnTo>
                      <a:lnTo>
                        <a:pt x="192" y="390"/>
                      </a:lnTo>
                      <a:lnTo>
                        <a:pt x="186" y="400"/>
                      </a:lnTo>
                      <a:lnTo>
                        <a:pt x="180" y="412"/>
                      </a:lnTo>
                      <a:lnTo>
                        <a:pt x="172" y="420"/>
                      </a:lnTo>
                      <a:lnTo>
                        <a:pt x="164" y="426"/>
                      </a:lnTo>
                      <a:lnTo>
                        <a:pt x="48" y="334"/>
                      </a:lnTo>
                      <a:lnTo>
                        <a:pt x="34" y="322"/>
                      </a:lnTo>
                      <a:lnTo>
                        <a:pt x="26" y="314"/>
                      </a:lnTo>
                      <a:lnTo>
                        <a:pt x="20" y="306"/>
                      </a:lnTo>
                      <a:lnTo>
                        <a:pt x="6" y="282"/>
                      </a:lnTo>
                      <a:lnTo>
                        <a:pt x="4" y="278"/>
                      </a:lnTo>
                      <a:lnTo>
                        <a:pt x="0" y="270"/>
                      </a:lnTo>
                      <a:lnTo>
                        <a:pt x="0" y="262"/>
                      </a:lnTo>
                      <a:lnTo>
                        <a:pt x="0" y="258"/>
                      </a:lnTo>
                      <a:lnTo>
                        <a:pt x="4" y="252"/>
                      </a:lnTo>
                      <a:lnTo>
                        <a:pt x="82" y="124"/>
                      </a:lnTo>
                      <a:lnTo>
                        <a:pt x="104" y="62"/>
                      </a:lnTo>
                      <a:lnTo>
                        <a:pt x="112" y="48"/>
                      </a:lnTo>
                      <a:lnTo>
                        <a:pt x="118" y="36"/>
                      </a:lnTo>
                      <a:lnTo>
                        <a:pt x="124" y="28"/>
                      </a:lnTo>
                      <a:lnTo>
                        <a:pt x="130" y="24"/>
                      </a:lnTo>
                      <a:lnTo>
                        <a:pt x="134" y="22"/>
                      </a:lnTo>
                      <a:lnTo>
                        <a:pt x="144" y="20"/>
                      </a:lnTo>
                      <a:lnTo>
                        <a:pt x="202" y="0"/>
                      </a:lnTo>
                      <a:lnTo>
                        <a:pt x="200" y="24"/>
                      </a:lnTo>
                      <a:lnTo>
                        <a:pt x="192" y="78"/>
                      </a:lnTo>
                      <a:lnTo>
                        <a:pt x="188" y="108"/>
                      </a:lnTo>
                      <a:lnTo>
                        <a:pt x="182" y="138"/>
                      </a:lnTo>
                      <a:lnTo>
                        <a:pt x="174" y="164"/>
                      </a:lnTo>
                      <a:lnTo>
                        <a:pt x="166" y="18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sp>
            <p:nvSpPr>
              <p:cNvPr id="17" name="Freeform 138"/>
              <p:cNvSpPr>
                <a:spLocks/>
              </p:cNvSpPr>
              <p:nvPr/>
            </p:nvSpPr>
            <p:spPr bwMode="auto">
              <a:xfrm>
                <a:off x="3544225" y="4214357"/>
                <a:ext cx="202273" cy="330410"/>
              </a:xfrm>
              <a:custGeom>
                <a:avLst/>
                <a:gdLst>
                  <a:gd name="T0" fmla="*/ 2147483647 w 120"/>
                  <a:gd name="T1" fmla="*/ 2147483647 h 196"/>
                  <a:gd name="T2" fmla="*/ 2147483647 w 120"/>
                  <a:gd name="T3" fmla="*/ 2147483647 h 196"/>
                  <a:gd name="T4" fmla="*/ 2147483647 w 120"/>
                  <a:gd name="T5" fmla="*/ 2147483647 h 196"/>
                  <a:gd name="T6" fmla="*/ 2147483647 w 120"/>
                  <a:gd name="T7" fmla="*/ 2147483647 h 196"/>
                  <a:gd name="T8" fmla="*/ 2147483647 w 120"/>
                  <a:gd name="T9" fmla="*/ 2147483647 h 196"/>
                  <a:gd name="T10" fmla="*/ 2147483647 w 120"/>
                  <a:gd name="T11" fmla="*/ 2147483647 h 196"/>
                  <a:gd name="T12" fmla="*/ 2147483647 w 120"/>
                  <a:gd name="T13" fmla="*/ 2147483647 h 196"/>
                  <a:gd name="T14" fmla="*/ 2147483647 w 120"/>
                  <a:gd name="T15" fmla="*/ 2147483647 h 196"/>
                  <a:gd name="T16" fmla="*/ 2147483647 w 120"/>
                  <a:gd name="T17" fmla="*/ 2147483647 h 196"/>
                  <a:gd name="T18" fmla="*/ 2147483647 w 120"/>
                  <a:gd name="T19" fmla="*/ 2147483647 h 196"/>
                  <a:gd name="T20" fmla="*/ 2147483647 w 120"/>
                  <a:gd name="T21" fmla="*/ 2147483647 h 196"/>
                  <a:gd name="T22" fmla="*/ 2147483647 w 120"/>
                  <a:gd name="T23" fmla="*/ 2147483647 h 196"/>
                  <a:gd name="T24" fmla="*/ 2147483647 w 120"/>
                  <a:gd name="T25" fmla="*/ 2147483647 h 196"/>
                  <a:gd name="T26" fmla="*/ 2147483647 w 120"/>
                  <a:gd name="T27" fmla="*/ 2147483647 h 196"/>
                  <a:gd name="T28" fmla="*/ 2147483647 w 120"/>
                  <a:gd name="T29" fmla="*/ 2147483647 h 196"/>
                  <a:gd name="T30" fmla="*/ 2147483647 w 120"/>
                  <a:gd name="T31" fmla="*/ 2147483647 h 196"/>
                  <a:gd name="T32" fmla="*/ 2147483647 w 120"/>
                  <a:gd name="T33" fmla="*/ 2147483647 h 196"/>
                  <a:gd name="T34" fmla="*/ 2147483647 w 120"/>
                  <a:gd name="T35" fmla="*/ 2147483647 h 196"/>
                  <a:gd name="T36" fmla="*/ 2147483647 w 120"/>
                  <a:gd name="T37" fmla="*/ 2147483647 h 196"/>
                  <a:gd name="T38" fmla="*/ 2147483647 w 120"/>
                  <a:gd name="T39" fmla="*/ 2147483647 h 196"/>
                  <a:gd name="T40" fmla="*/ 0 w 120"/>
                  <a:gd name="T41" fmla="*/ 2147483647 h 196"/>
                  <a:gd name="T42" fmla="*/ 2147483647 w 120"/>
                  <a:gd name="T43" fmla="*/ 2147483647 h 196"/>
                  <a:gd name="T44" fmla="*/ 2147483647 w 120"/>
                  <a:gd name="T45" fmla="*/ 2147483647 h 196"/>
                  <a:gd name="T46" fmla="*/ 2147483647 w 120"/>
                  <a:gd name="T47" fmla="*/ 2147483647 h 196"/>
                  <a:gd name="T48" fmla="*/ 2147483647 w 120"/>
                  <a:gd name="T49" fmla="*/ 0 h 196"/>
                  <a:gd name="T50" fmla="*/ 2147483647 w 120"/>
                  <a:gd name="T51" fmla="*/ 0 h 196"/>
                  <a:gd name="T52" fmla="*/ 2147483647 w 120"/>
                  <a:gd name="T53" fmla="*/ 2147483647 h 196"/>
                  <a:gd name="T54" fmla="*/ 2147483647 w 120"/>
                  <a:gd name="T55" fmla="*/ 2147483647 h 19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
                  <a:gd name="T85" fmla="*/ 0 h 196"/>
                  <a:gd name="T86" fmla="*/ 120 w 120"/>
                  <a:gd name="T87" fmla="*/ 196 h 19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 h="196">
                    <a:moveTo>
                      <a:pt x="82" y="2"/>
                    </a:moveTo>
                    <a:lnTo>
                      <a:pt x="82" y="2"/>
                    </a:lnTo>
                    <a:lnTo>
                      <a:pt x="96" y="24"/>
                    </a:lnTo>
                    <a:lnTo>
                      <a:pt x="98" y="34"/>
                    </a:lnTo>
                    <a:lnTo>
                      <a:pt x="102" y="46"/>
                    </a:lnTo>
                    <a:lnTo>
                      <a:pt x="106" y="70"/>
                    </a:lnTo>
                    <a:lnTo>
                      <a:pt x="114" y="120"/>
                    </a:lnTo>
                    <a:lnTo>
                      <a:pt x="118" y="170"/>
                    </a:lnTo>
                    <a:lnTo>
                      <a:pt x="120" y="188"/>
                    </a:lnTo>
                    <a:lnTo>
                      <a:pt x="118" y="196"/>
                    </a:lnTo>
                    <a:lnTo>
                      <a:pt x="106" y="174"/>
                    </a:lnTo>
                    <a:lnTo>
                      <a:pt x="76" y="120"/>
                    </a:lnTo>
                    <a:lnTo>
                      <a:pt x="58" y="90"/>
                    </a:lnTo>
                    <a:lnTo>
                      <a:pt x="38" y="62"/>
                    </a:lnTo>
                    <a:lnTo>
                      <a:pt x="22" y="40"/>
                    </a:lnTo>
                    <a:lnTo>
                      <a:pt x="14" y="32"/>
                    </a:lnTo>
                    <a:lnTo>
                      <a:pt x="8" y="26"/>
                    </a:lnTo>
                    <a:lnTo>
                      <a:pt x="0" y="22"/>
                    </a:lnTo>
                    <a:lnTo>
                      <a:pt x="2" y="12"/>
                    </a:lnTo>
                    <a:lnTo>
                      <a:pt x="36" y="4"/>
                    </a:lnTo>
                    <a:lnTo>
                      <a:pt x="64" y="0"/>
                    </a:lnTo>
                    <a:lnTo>
                      <a:pt x="74" y="0"/>
                    </a:lnTo>
                    <a:lnTo>
                      <a:pt x="8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8" name="Freeform 140"/>
              <p:cNvSpPr>
                <a:spLocks/>
              </p:cNvSpPr>
              <p:nvPr/>
            </p:nvSpPr>
            <p:spPr bwMode="auto">
              <a:xfrm>
                <a:off x="3575919" y="4138914"/>
                <a:ext cx="147019" cy="234086"/>
              </a:xfrm>
              <a:custGeom>
                <a:avLst/>
                <a:gdLst>
                  <a:gd name="T0" fmla="*/ 196572170 w 90"/>
                  <a:gd name="T1" fmla="*/ 120967497 h 140"/>
                  <a:gd name="T2" fmla="*/ 196572170 w 90"/>
                  <a:gd name="T3" fmla="*/ 120967497 h 140"/>
                  <a:gd name="T4" fmla="*/ 191531860 w 90"/>
                  <a:gd name="T5" fmla="*/ 136088428 h 140"/>
                  <a:gd name="T6" fmla="*/ 181451238 w 90"/>
                  <a:gd name="T7" fmla="*/ 171370600 h 140"/>
                  <a:gd name="T8" fmla="*/ 181451238 w 90"/>
                  <a:gd name="T9" fmla="*/ 196572151 h 140"/>
                  <a:gd name="T10" fmla="*/ 186491549 w 90"/>
                  <a:gd name="T11" fmla="*/ 211693132 h 140"/>
                  <a:gd name="T12" fmla="*/ 191531860 w 90"/>
                  <a:gd name="T13" fmla="*/ 226814063 h 140"/>
                  <a:gd name="T14" fmla="*/ 206652792 w 90"/>
                  <a:gd name="T15" fmla="*/ 236894683 h 140"/>
                  <a:gd name="T16" fmla="*/ 206652792 w 90"/>
                  <a:gd name="T17" fmla="*/ 236894683 h 140"/>
                  <a:gd name="T18" fmla="*/ 226814085 w 90"/>
                  <a:gd name="T19" fmla="*/ 241934994 h 140"/>
                  <a:gd name="T20" fmla="*/ 226814085 w 90"/>
                  <a:gd name="T21" fmla="*/ 241934994 h 140"/>
                  <a:gd name="T22" fmla="*/ 226814085 w 90"/>
                  <a:gd name="T23" fmla="*/ 257055925 h 140"/>
                  <a:gd name="T24" fmla="*/ 226814085 w 90"/>
                  <a:gd name="T25" fmla="*/ 272176856 h 140"/>
                  <a:gd name="T26" fmla="*/ 221773774 w 90"/>
                  <a:gd name="T27" fmla="*/ 282257476 h 140"/>
                  <a:gd name="T28" fmla="*/ 221773774 w 90"/>
                  <a:gd name="T29" fmla="*/ 282257476 h 140"/>
                  <a:gd name="T30" fmla="*/ 211693152 w 90"/>
                  <a:gd name="T31" fmla="*/ 297378407 h 140"/>
                  <a:gd name="T32" fmla="*/ 206652792 w 90"/>
                  <a:gd name="T33" fmla="*/ 322579959 h 140"/>
                  <a:gd name="T34" fmla="*/ 196572170 w 90"/>
                  <a:gd name="T35" fmla="*/ 352821820 h 140"/>
                  <a:gd name="T36" fmla="*/ 186491549 w 90"/>
                  <a:gd name="T37" fmla="*/ 347781510 h 140"/>
                  <a:gd name="T38" fmla="*/ 186491549 w 90"/>
                  <a:gd name="T39" fmla="*/ 347781510 h 140"/>
                  <a:gd name="T40" fmla="*/ 196572170 w 90"/>
                  <a:gd name="T41" fmla="*/ 337700889 h 140"/>
                  <a:gd name="T42" fmla="*/ 196572170 w 90"/>
                  <a:gd name="T43" fmla="*/ 322579959 h 140"/>
                  <a:gd name="T44" fmla="*/ 186491549 w 90"/>
                  <a:gd name="T45" fmla="*/ 307459028 h 140"/>
                  <a:gd name="T46" fmla="*/ 186491549 w 90"/>
                  <a:gd name="T47" fmla="*/ 307459028 h 140"/>
                  <a:gd name="T48" fmla="*/ 171370617 w 90"/>
                  <a:gd name="T49" fmla="*/ 297378407 h 140"/>
                  <a:gd name="T50" fmla="*/ 146169063 w 90"/>
                  <a:gd name="T51" fmla="*/ 282257476 h 140"/>
                  <a:gd name="T52" fmla="*/ 95765930 w 90"/>
                  <a:gd name="T53" fmla="*/ 257055925 h 140"/>
                  <a:gd name="T54" fmla="*/ 95765930 w 90"/>
                  <a:gd name="T55" fmla="*/ 257055925 h 140"/>
                  <a:gd name="T56" fmla="*/ 70564376 w 90"/>
                  <a:gd name="T57" fmla="*/ 241934994 h 140"/>
                  <a:gd name="T58" fmla="*/ 55443444 w 90"/>
                  <a:gd name="T59" fmla="*/ 226814063 h 140"/>
                  <a:gd name="T60" fmla="*/ 35282188 w 90"/>
                  <a:gd name="T61" fmla="*/ 206652772 h 140"/>
                  <a:gd name="T62" fmla="*/ 20161249 w 90"/>
                  <a:gd name="T63" fmla="*/ 191531841 h 140"/>
                  <a:gd name="T64" fmla="*/ 20161249 w 90"/>
                  <a:gd name="T65" fmla="*/ 191531841 h 140"/>
                  <a:gd name="T66" fmla="*/ 15120939 w 90"/>
                  <a:gd name="T67" fmla="*/ 120967497 h 140"/>
                  <a:gd name="T68" fmla="*/ 15120939 w 90"/>
                  <a:gd name="T69" fmla="*/ 120967497 h 140"/>
                  <a:gd name="T70" fmla="*/ 10080625 w 90"/>
                  <a:gd name="T71" fmla="*/ 70564369 h 140"/>
                  <a:gd name="T72" fmla="*/ 0 w 90"/>
                  <a:gd name="T73" fmla="*/ 35282185 h 140"/>
                  <a:gd name="T74" fmla="*/ 0 w 90"/>
                  <a:gd name="T75" fmla="*/ 35282185 h 140"/>
                  <a:gd name="T76" fmla="*/ 10080625 w 90"/>
                  <a:gd name="T77" fmla="*/ 25201558 h 140"/>
                  <a:gd name="T78" fmla="*/ 20161249 w 90"/>
                  <a:gd name="T79" fmla="*/ 5040312 h 140"/>
                  <a:gd name="T80" fmla="*/ 20161249 w 90"/>
                  <a:gd name="T81" fmla="*/ 5040312 h 140"/>
                  <a:gd name="T82" fmla="*/ 25201560 w 90"/>
                  <a:gd name="T83" fmla="*/ 0 h 140"/>
                  <a:gd name="T84" fmla="*/ 30241877 w 90"/>
                  <a:gd name="T85" fmla="*/ 5040312 h 140"/>
                  <a:gd name="T86" fmla="*/ 50403120 w 90"/>
                  <a:gd name="T87" fmla="*/ 15120937 h 140"/>
                  <a:gd name="T88" fmla="*/ 110886887 w 90"/>
                  <a:gd name="T89" fmla="*/ 55443438 h 140"/>
                  <a:gd name="T90" fmla="*/ 196572170 w 90"/>
                  <a:gd name="T91" fmla="*/ 120967497 h 140"/>
                  <a:gd name="T92" fmla="*/ 196572170 w 90"/>
                  <a:gd name="T93" fmla="*/ 120967497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0"/>
                  <a:gd name="T142" fmla="*/ 0 h 140"/>
                  <a:gd name="T143" fmla="*/ 90 w 9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0" h="140">
                    <a:moveTo>
                      <a:pt x="78" y="48"/>
                    </a:moveTo>
                    <a:lnTo>
                      <a:pt x="78" y="48"/>
                    </a:lnTo>
                    <a:lnTo>
                      <a:pt x="76" y="54"/>
                    </a:lnTo>
                    <a:lnTo>
                      <a:pt x="72" y="68"/>
                    </a:lnTo>
                    <a:lnTo>
                      <a:pt x="72" y="78"/>
                    </a:lnTo>
                    <a:lnTo>
                      <a:pt x="74" y="84"/>
                    </a:lnTo>
                    <a:lnTo>
                      <a:pt x="76" y="90"/>
                    </a:lnTo>
                    <a:lnTo>
                      <a:pt x="82" y="94"/>
                    </a:lnTo>
                    <a:lnTo>
                      <a:pt x="90" y="96"/>
                    </a:lnTo>
                    <a:lnTo>
                      <a:pt x="90" y="102"/>
                    </a:lnTo>
                    <a:lnTo>
                      <a:pt x="90" y="108"/>
                    </a:lnTo>
                    <a:lnTo>
                      <a:pt x="88" y="112"/>
                    </a:lnTo>
                    <a:lnTo>
                      <a:pt x="84" y="118"/>
                    </a:lnTo>
                    <a:lnTo>
                      <a:pt x="82" y="128"/>
                    </a:lnTo>
                    <a:lnTo>
                      <a:pt x="78" y="140"/>
                    </a:lnTo>
                    <a:lnTo>
                      <a:pt x="74" y="138"/>
                    </a:lnTo>
                    <a:lnTo>
                      <a:pt x="78" y="134"/>
                    </a:lnTo>
                    <a:lnTo>
                      <a:pt x="78" y="128"/>
                    </a:lnTo>
                    <a:lnTo>
                      <a:pt x="74" y="122"/>
                    </a:lnTo>
                    <a:lnTo>
                      <a:pt x="68" y="118"/>
                    </a:lnTo>
                    <a:lnTo>
                      <a:pt x="58" y="112"/>
                    </a:lnTo>
                    <a:lnTo>
                      <a:pt x="38" y="102"/>
                    </a:lnTo>
                    <a:lnTo>
                      <a:pt x="28" y="96"/>
                    </a:lnTo>
                    <a:lnTo>
                      <a:pt x="22" y="90"/>
                    </a:lnTo>
                    <a:lnTo>
                      <a:pt x="14" y="82"/>
                    </a:lnTo>
                    <a:lnTo>
                      <a:pt x="8" y="76"/>
                    </a:lnTo>
                    <a:lnTo>
                      <a:pt x="6" y="48"/>
                    </a:lnTo>
                    <a:lnTo>
                      <a:pt x="4" y="28"/>
                    </a:lnTo>
                    <a:lnTo>
                      <a:pt x="0" y="14"/>
                    </a:lnTo>
                    <a:lnTo>
                      <a:pt x="4" y="10"/>
                    </a:lnTo>
                    <a:lnTo>
                      <a:pt x="8" y="2"/>
                    </a:lnTo>
                    <a:lnTo>
                      <a:pt x="10" y="0"/>
                    </a:lnTo>
                    <a:lnTo>
                      <a:pt x="12" y="2"/>
                    </a:lnTo>
                    <a:lnTo>
                      <a:pt x="20" y="6"/>
                    </a:lnTo>
                    <a:lnTo>
                      <a:pt x="44" y="22"/>
                    </a:lnTo>
                    <a:lnTo>
                      <a:pt x="78" y="48"/>
                    </a:lnTo>
                    <a:close/>
                  </a:path>
                </a:pathLst>
              </a:custGeom>
              <a:grpFill/>
              <a:ln w="9525">
                <a:noFill/>
                <a:round/>
                <a:headEnd/>
                <a:tailEnd/>
              </a:ln>
            </p:spPr>
            <p:txBody>
              <a:bodyPr/>
              <a:lstStyle/>
              <a:p>
                <a:pPr fontAlgn="auto">
                  <a:spcBef>
                    <a:spcPts val="0"/>
                  </a:spcBef>
                  <a:spcAft>
                    <a:spcPts val="0"/>
                  </a:spcAft>
                  <a:defRPr/>
                </a:pPr>
                <a:endParaRPr sz="2000">
                  <a:solidFill>
                    <a:prstClr val="black"/>
                  </a:solidFill>
                  <a:latin typeface="Roboto Lt"/>
                </a:endParaRPr>
              </a:p>
            </p:txBody>
          </p:sp>
        </p:grpSp>
        <p:sp>
          <p:nvSpPr>
            <p:cNvPr id="10" name="Freeform 5"/>
            <p:cNvSpPr>
              <a:spLocks noEditPoints="1"/>
            </p:cNvSpPr>
            <p:nvPr/>
          </p:nvSpPr>
          <p:spPr bwMode="auto">
            <a:xfrm>
              <a:off x="8639116" y="2198798"/>
              <a:ext cx="1116469" cy="2902813"/>
            </a:xfrm>
            <a:custGeom>
              <a:avLst/>
              <a:gdLst>
                <a:gd name="T0" fmla="*/ 2147483647 w 600"/>
                <a:gd name="T1" fmla="*/ 1302100615 h 1727"/>
                <a:gd name="T2" fmla="*/ 2132965708 w 600"/>
                <a:gd name="T3" fmla="*/ 1014817518 h 1727"/>
                <a:gd name="T4" fmla="*/ 2114775135 w 600"/>
                <a:gd name="T5" fmla="*/ 861847602 h 1727"/>
                <a:gd name="T6" fmla="*/ 1982886016 w 600"/>
                <a:gd name="T7" fmla="*/ 936466814 h 1727"/>
                <a:gd name="T8" fmla="*/ 1791874337 w 600"/>
                <a:gd name="T9" fmla="*/ 179084624 h 1727"/>
                <a:gd name="T10" fmla="*/ 1664531796 w 600"/>
                <a:gd name="T11" fmla="*/ 41039906 h 1727"/>
                <a:gd name="T12" fmla="*/ 1459878253 w 600"/>
                <a:gd name="T13" fmla="*/ 22385578 h 1727"/>
                <a:gd name="T14" fmla="*/ 1064208499 w 600"/>
                <a:gd name="T15" fmla="*/ 813345211 h 1727"/>
                <a:gd name="T16" fmla="*/ 1059661922 w 600"/>
                <a:gd name="T17" fmla="*/ 820807712 h 1727"/>
                <a:gd name="T18" fmla="*/ 786788399 w 600"/>
                <a:gd name="T19" fmla="*/ 1085705480 h 1727"/>
                <a:gd name="T20" fmla="*/ 650350571 w 600"/>
                <a:gd name="T21" fmla="*/ 1078242979 h 1727"/>
                <a:gd name="T22" fmla="*/ 659445858 w 600"/>
                <a:gd name="T23" fmla="*/ 1227481403 h 1727"/>
                <a:gd name="T24" fmla="*/ 418406771 w 600"/>
                <a:gd name="T25" fmla="*/ 1652809174 h 1727"/>
                <a:gd name="T26" fmla="*/ 18190581 w 600"/>
                <a:gd name="T27" fmla="*/ 2147483647 h 1727"/>
                <a:gd name="T28" fmla="*/ 841362251 w 600"/>
                <a:gd name="T29" fmla="*/ 2147483647 h 1727"/>
                <a:gd name="T30" fmla="*/ 768595694 w 600"/>
                <a:gd name="T31" fmla="*/ 2147483647 h 1727"/>
                <a:gd name="T32" fmla="*/ 463885336 w 600"/>
                <a:gd name="T33" fmla="*/ 2147483647 h 1727"/>
                <a:gd name="T34" fmla="*/ 836813541 w 600"/>
                <a:gd name="T35" fmla="*/ 1757274526 h 1727"/>
                <a:gd name="T36" fmla="*/ 941416800 w 600"/>
                <a:gd name="T37" fmla="*/ 2089329247 h 1727"/>
                <a:gd name="T38" fmla="*/ 809527682 w 600"/>
                <a:gd name="T39" fmla="*/ 2147483647 h 1727"/>
                <a:gd name="T40" fmla="*/ 845910960 w 600"/>
                <a:gd name="T41" fmla="*/ 2147483647 h 1727"/>
                <a:gd name="T42" fmla="*/ 668541144 w 600"/>
                <a:gd name="T43" fmla="*/ 2147483647 h 1727"/>
                <a:gd name="T44" fmla="*/ 886840816 w 600"/>
                <a:gd name="T45" fmla="*/ 2147483647 h 1727"/>
                <a:gd name="T46" fmla="*/ 968702659 w 600"/>
                <a:gd name="T47" fmla="*/ 2147483647 h 1727"/>
                <a:gd name="T48" fmla="*/ 1296152433 w 600"/>
                <a:gd name="T49" fmla="*/ 2147483647 h 1727"/>
                <a:gd name="T50" fmla="*/ 1368918990 w 600"/>
                <a:gd name="T51" fmla="*/ 2147483647 h 1727"/>
                <a:gd name="T52" fmla="*/ 1878284890 w 600"/>
                <a:gd name="T53" fmla="*/ 2147483647 h 1727"/>
                <a:gd name="T54" fmla="*/ 1987434726 w 600"/>
                <a:gd name="T55" fmla="*/ 2147483647 h 1727"/>
                <a:gd name="T56" fmla="*/ 2147483647 w 600"/>
                <a:gd name="T57" fmla="*/ 2147483647 h 1727"/>
                <a:gd name="T58" fmla="*/ 2147483647 w 600"/>
                <a:gd name="T59" fmla="*/ 2147483647 h 1727"/>
                <a:gd name="T60" fmla="*/ 2147483647 w 600"/>
                <a:gd name="T61" fmla="*/ 2147483647 h 1727"/>
                <a:gd name="T62" fmla="*/ 1700915074 w 600"/>
                <a:gd name="T63" fmla="*/ 2147483647 h 1727"/>
                <a:gd name="T64" fmla="*/ 1891928886 w 600"/>
                <a:gd name="T65" fmla="*/ 2147483647 h 1727"/>
                <a:gd name="T66" fmla="*/ 1650889932 w 600"/>
                <a:gd name="T67" fmla="*/ 2147483647 h 1727"/>
                <a:gd name="T68" fmla="*/ 1578123375 w 600"/>
                <a:gd name="T69" fmla="*/ 2147483647 h 1727"/>
                <a:gd name="T70" fmla="*/ 1455329543 w 600"/>
                <a:gd name="T71" fmla="*/ 2147483647 h 1727"/>
                <a:gd name="T72" fmla="*/ 1432590261 w 600"/>
                <a:gd name="T73" fmla="*/ 2147483647 h 1727"/>
                <a:gd name="T74" fmla="*/ 1964693311 w 600"/>
                <a:gd name="T75" fmla="*/ 2147483647 h 1727"/>
                <a:gd name="T76" fmla="*/ 1782779051 w 600"/>
                <a:gd name="T77" fmla="*/ 1962477842 h 1727"/>
                <a:gd name="T78" fmla="*/ 1105140487 w 600"/>
                <a:gd name="T79" fmla="*/ 1414028468 h 1727"/>
                <a:gd name="T80" fmla="*/ 1332535712 w 600"/>
                <a:gd name="T81" fmla="*/ 1201364583 h 1727"/>
                <a:gd name="T82" fmla="*/ 1896475463 w 600"/>
                <a:gd name="T83" fmla="*/ 1354332326 h 1727"/>
                <a:gd name="T84" fmla="*/ 1937407451 w 600"/>
                <a:gd name="T85" fmla="*/ 1078242979 h 1727"/>
                <a:gd name="T86" fmla="*/ 2147483647 w 600"/>
                <a:gd name="T87" fmla="*/ 2147483647 h 1727"/>
                <a:gd name="T88" fmla="*/ 2147483647 w 600"/>
                <a:gd name="T89" fmla="*/ 2147483647 h 1727"/>
                <a:gd name="T90" fmla="*/ 2147483647 w 600"/>
                <a:gd name="T91" fmla="*/ 1839356238 h 1727"/>
                <a:gd name="T92" fmla="*/ 2147483647 w 600"/>
                <a:gd name="T93" fmla="*/ 2147483647 h 17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0"/>
                <a:gd name="T142" fmla="*/ 0 h 1727"/>
                <a:gd name="T143" fmla="*/ 600 w 600"/>
                <a:gd name="T144" fmla="*/ 1727 h 17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0" h="1727">
                  <a:moveTo>
                    <a:pt x="588" y="660"/>
                  </a:moveTo>
                  <a:cubicBezTo>
                    <a:pt x="584" y="609"/>
                    <a:pt x="581" y="557"/>
                    <a:pt x="581" y="506"/>
                  </a:cubicBezTo>
                  <a:cubicBezTo>
                    <a:pt x="580" y="455"/>
                    <a:pt x="582" y="399"/>
                    <a:pt x="567" y="349"/>
                  </a:cubicBezTo>
                  <a:cubicBezTo>
                    <a:pt x="562" y="333"/>
                    <a:pt x="560" y="307"/>
                    <a:pt x="545" y="296"/>
                  </a:cubicBezTo>
                  <a:cubicBezTo>
                    <a:pt x="535" y="288"/>
                    <a:pt x="517" y="285"/>
                    <a:pt x="504" y="281"/>
                  </a:cubicBezTo>
                  <a:cubicBezTo>
                    <a:pt x="493" y="277"/>
                    <a:pt x="481" y="274"/>
                    <a:pt x="469" y="272"/>
                  </a:cubicBezTo>
                  <a:cubicBezTo>
                    <a:pt x="477" y="267"/>
                    <a:pt x="490" y="260"/>
                    <a:pt x="486" y="250"/>
                  </a:cubicBezTo>
                  <a:cubicBezTo>
                    <a:pt x="478" y="255"/>
                    <a:pt x="472" y="262"/>
                    <a:pt x="461" y="259"/>
                  </a:cubicBezTo>
                  <a:cubicBezTo>
                    <a:pt x="464" y="250"/>
                    <a:pt x="469" y="241"/>
                    <a:pt x="465" y="231"/>
                  </a:cubicBezTo>
                  <a:cubicBezTo>
                    <a:pt x="463" y="239"/>
                    <a:pt x="461" y="251"/>
                    <a:pt x="452" y="254"/>
                  </a:cubicBezTo>
                  <a:cubicBezTo>
                    <a:pt x="450" y="248"/>
                    <a:pt x="449" y="240"/>
                    <a:pt x="448" y="233"/>
                  </a:cubicBezTo>
                  <a:cubicBezTo>
                    <a:pt x="448" y="244"/>
                    <a:pt x="443" y="255"/>
                    <a:pt x="436" y="251"/>
                  </a:cubicBezTo>
                  <a:cubicBezTo>
                    <a:pt x="433" y="237"/>
                    <a:pt x="431" y="222"/>
                    <a:pt x="427" y="208"/>
                  </a:cubicBezTo>
                  <a:cubicBezTo>
                    <a:pt x="420" y="176"/>
                    <a:pt x="418" y="143"/>
                    <a:pt x="413" y="110"/>
                  </a:cubicBezTo>
                  <a:cubicBezTo>
                    <a:pt x="409" y="91"/>
                    <a:pt x="404" y="67"/>
                    <a:pt x="394" y="48"/>
                  </a:cubicBezTo>
                  <a:cubicBezTo>
                    <a:pt x="392" y="41"/>
                    <a:pt x="389" y="35"/>
                    <a:pt x="386" y="29"/>
                  </a:cubicBezTo>
                  <a:cubicBezTo>
                    <a:pt x="384" y="26"/>
                    <a:pt x="381" y="22"/>
                    <a:pt x="378" y="19"/>
                  </a:cubicBezTo>
                  <a:cubicBezTo>
                    <a:pt x="374" y="14"/>
                    <a:pt x="370" y="11"/>
                    <a:pt x="366" y="11"/>
                  </a:cubicBezTo>
                  <a:cubicBezTo>
                    <a:pt x="356" y="4"/>
                    <a:pt x="344" y="0"/>
                    <a:pt x="334" y="2"/>
                  </a:cubicBezTo>
                  <a:cubicBezTo>
                    <a:pt x="328" y="4"/>
                    <a:pt x="326" y="7"/>
                    <a:pt x="319" y="5"/>
                  </a:cubicBezTo>
                  <a:cubicBezTo>
                    <a:pt x="321" y="6"/>
                    <a:pt x="321" y="6"/>
                    <a:pt x="321" y="6"/>
                  </a:cubicBezTo>
                  <a:cubicBezTo>
                    <a:pt x="211" y="11"/>
                    <a:pt x="239" y="136"/>
                    <a:pt x="235" y="208"/>
                  </a:cubicBezTo>
                  <a:cubicBezTo>
                    <a:pt x="233" y="220"/>
                    <a:pt x="233" y="220"/>
                    <a:pt x="233" y="220"/>
                  </a:cubicBezTo>
                  <a:cubicBezTo>
                    <a:pt x="233" y="219"/>
                    <a:pt x="234" y="219"/>
                    <a:pt x="234" y="218"/>
                  </a:cubicBezTo>
                  <a:cubicBezTo>
                    <a:pt x="234" y="219"/>
                    <a:pt x="234" y="219"/>
                    <a:pt x="234" y="219"/>
                  </a:cubicBezTo>
                  <a:cubicBezTo>
                    <a:pt x="233" y="226"/>
                    <a:pt x="232" y="234"/>
                    <a:pt x="230" y="242"/>
                  </a:cubicBezTo>
                  <a:cubicBezTo>
                    <a:pt x="233" y="220"/>
                    <a:pt x="233" y="220"/>
                    <a:pt x="233" y="220"/>
                  </a:cubicBezTo>
                  <a:cubicBezTo>
                    <a:pt x="233" y="221"/>
                    <a:pt x="232" y="223"/>
                    <a:pt x="232" y="224"/>
                  </a:cubicBezTo>
                  <a:cubicBezTo>
                    <a:pt x="226" y="238"/>
                    <a:pt x="221" y="253"/>
                    <a:pt x="212" y="265"/>
                  </a:cubicBezTo>
                  <a:cubicBezTo>
                    <a:pt x="203" y="278"/>
                    <a:pt x="191" y="292"/>
                    <a:pt x="173" y="291"/>
                  </a:cubicBezTo>
                  <a:cubicBezTo>
                    <a:pt x="165" y="291"/>
                    <a:pt x="156" y="287"/>
                    <a:pt x="153" y="280"/>
                  </a:cubicBezTo>
                  <a:cubicBezTo>
                    <a:pt x="155" y="292"/>
                    <a:pt x="155" y="300"/>
                    <a:pt x="171" y="306"/>
                  </a:cubicBezTo>
                  <a:cubicBezTo>
                    <a:pt x="157" y="307"/>
                    <a:pt x="151" y="297"/>
                    <a:pt x="143" y="289"/>
                  </a:cubicBezTo>
                  <a:cubicBezTo>
                    <a:pt x="144" y="297"/>
                    <a:pt x="151" y="307"/>
                    <a:pt x="158" y="312"/>
                  </a:cubicBezTo>
                  <a:cubicBezTo>
                    <a:pt x="162" y="314"/>
                    <a:pt x="166" y="317"/>
                    <a:pt x="170" y="318"/>
                  </a:cubicBezTo>
                  <a:cubicBezTo>
                    <a:pt x="161" y="321"/>
                    <a:pt x="152" y="324"/>
                    <a:pt x="145" y="329"/>
                  </a:cubicBezTo>
                  <a:cubicBezTo>
                    <a:pt x="135" y="335"/>
                    <a:pt x="138" y="340"/>
                    <a:pt x="135" y="349"/>
                  </a:cubicBezTo>
                  <a:cubicBezTo>
                    <a:pt x="133" y="354"/>
                    <a:pt x="124" y="368"/>
                    <a:pt x="126" y="375"/>
                  </a:cubicBezTo>
                  <a:cubicBezTo>
                    <a:pt x="118" y="398"/>
                    <a:pt x="102" y="421"/>
                    <a:pt x="92" y="443"/>
                  </a:cubicBezTo>
                  <a:cubicBezTo>
                    <a:pt x="85" y="460"/>
                    <a:pt x="77" y="476"/>
                    <a:pt x="68" y="492"/>
                  </a:cubicBezTo>
                  <a:cubicBezTo>
                    <a:pt x="57" y="512"/>
                    <a:pt x="44" y="534"/>
                    <a:pt x="30" y="551"/>
                  </a:cubicBezTo>
                  <a:cubicBezTo>
                    <a:pt x="16" y="568"/>
                    <a:pt x="0" y="578"/>
                    <a:pt x="4" y="599"/>
                  </a:cubicBezTo>
                  <a:cubicBezTo>
                    <a:pt x="16" y="669"/>
                    <a:pt x="113" y="687"/>
                    <a:pt x="157" y="739"/>
                  </a:cubicBezTo>
                  <a:cubicBezTo>
                    <a:pt x="161" y="728"/>
                    <a:pt x="171" y="731"/>
                    <a:pt x="178" y="724"/>
                  </a:cubicBezTo>
                  <a:cubicBezTo>
                    <a:pt x="182" y="720"/>
                    <a:pt x="184" y="712"/>
                    <a:pt x="185" y="706"/>
                  </a:cubicBezTo>
                  <a:cubicBezTo>
                    <a:pt x="183" y="709"/>
                    <a:pt x="179" y="713"/>
                    <a:pt x="171" y="716"/>
                  </a:cubicBezTo>
                  <a:cubicBezTo>
                    <a:pt x="142" y="725"/>
                    <a:pt x="137" y="650"/>
                    <a:pt x="160" y="655"/>
                  </a:cubicBezTo>
                  <a:cubicBezTo>
                    <a:pt x="163" y="655"/>
                    <a:pt x="166" y="655"/>
                    <a:pt x="169" y="655"/>
                  </a:cubicBezTo>
                  <a:cubicBezTo>
                    <a:pt x="143" y="640"/>
                    <a:pt x="121" y="619"/>
                    <a:pt x="100" y="599"/>
                  </a:cubicBezTo>
                  <a:cubicBezTo>
                    <a:pt x="103" y="598"/>
                    <a:pt x="106" y="597"/>
                    <a:pt x="109" y="596"/>
                  </a:cubicBezTo>
                  <a:cubicBezTo>
                    <a:pt x="105" y="592"/>
                    <a:pt x="102" y="586"/>
                    <a:pt x="102" y="580"/>
                  </a:cubicBezTo>
                  <a:cubicBezTo>
                    <a:pt x="121" y="557"/>
                    <a:pt x="132" y="526"/>
                    <a:pt x="152" y="501"/>
                  </a:cubicBezTo>
                  <a:cubicBezTo>
                    <a:pt x="158" y="493"/>
                    <a:pt x="167" y="482"/>
                    <a:pt x="176" y="476"/>
                  </a:cubicBezTo>
                  <a:cubicBezTo>
                    <a:pt x="179" y="474"/>
                    <a:pt x="181" y="473"/>
                    <a:pt x="184" y="471"/>
                  </a:cubicBezTo>
                  <a:cubicBezTo>
                    <a:pt x="185" y="474"/>
                    <a:pt x="186" y="477"/>
                    <a:pt x="187" y="479"/>
                  </a:cubicBezTo>
                  <a:cubicBezTo>
                    <a:pt x="193" y="492"/>
                    <a:pt x="200" y="506"/>
                    <a:pt x="204" y="519"/>
                  </a:cubicBezTo>
                  <a:cubicBezTo>
                    <a:pt x="209" y="535"/>
                    <a:pt x="206" y="546"/>
                    <a:pt x="207" y="560"/>
                  </a:cubicBezTo>
                  <a:cubicBezTo>
                    <a:pt x="209" y="574"/>
                    <a:pt x="219" y="589"/>
                    <a:pt x="221" y="603"/>
                  </a:cubicBezTo>
                  <a:cubicBezTo>
                    <a:pt x="222" y="608"/>
                    <a:pt x="222" y="613"/>
                    <a:pt x="222" y="617"/>
                  </a:cubicBezTo>
                  <a:cubicBezTo>
                    <a:pt x="199" y="623"/>
                    <a:pt x="198" y="646"/>
                    <a:pt x="178" y="659"/>
                  </a:cubicBezTo>
                  <a:cubicBezTo>
                    <a:pt x="178" y="659"/>
                    <a:pt x="177" y="659"/>
                    <a:pt x="177" y="658"/>
                  </a:cubicBezTo>
                  <a:cubicBezTo>
                    <a:pt x="163" y="687"/>
                    <a:pt x="181" y="700"/>
                    <a:pt x="186" y="702"/>
                  </a:cubicBezTo>
                  <a:cubicBezTo>
                    <a:pt x="186" y="702"/>
                    <a:pt x="186" y="702"/>
                    <a:pt x="186" y="701"/>
                  </a:cubicBezTo>
                  <a:cubicBezTo>
                    <a:pt x="190" y="702"/>
                    <a:pt x="194" y="702"/>
                    <a:pt x="198" y="703"/>
                  </a:cubicBezTo>
                  <a:cubicBezTo>
                    <a:pt x="197" y="705"/>
                    <a:pt x="196" y="708"/>
                    <a:pt x="195" y="710"/>
                  </a:cubicBezTo>
                  <a:cubicBezTo>
                    <a:pt x="176" y="749"/>
                    <a:pt x="158" y="791"/>
                    <a:pt x="147" y="832"/>
                  </a:cubicBezTo>
                  <a:cubicBezTo>
                    <a:pt x="154" y="833"/>
                    <a:pt x="195" y="837"/>
                    <a:pt x="202" y="842"/>
                  </a:cubicBezTo>
                  <a:cubicBezTo>
                    <a:pt x="201" y="863"/>
                    <a:pt x="197" y="891"/>
                    <a:pt x="196" y="915"/>
                  </a:cubicBezTo>
                  <a:cubicBezTo>
                    <a:pt x="194" y="963"/>
                    <a:pt x="190" y="990"/>
                    <a:pt x="195" y="1029"/>
                  </a:cubicBezTo>
                  <a:cubicBezTo>
                    <a:pt x="201" y="1081"/>
                    <a:pt x="197" y="1136"/>
                    <a:pt x="190" y="1187"/>
                  </a:cubicBezTo>
                  <a:cubicBezTo>
                    <a:pt x="200" y="1191"/>
                    <a:pt x="209" y="1191"/>
                    <a:pt x="218" y="1191"/>
                  </a:cubicBezTo>
                  <a:cubicBezTo>
                    <a:pt x="216" y="1206"/>
                    <a:pt x="213" y="1221"/>
                    <a:pt x="213" y="1237"/>
                  </a:cubicBezTo>
                  <a:cubicBezTo>
                    <a:pt x="212" y="1255"/>
                    <a:pt x="214" y="1273"/>
                    <a:pt x="217" y="1291"/>
                  </a:cubicBezTo>
                  <a:cubicBezTo>
                    <a:pt x="225" y="1341"/>
                    <a:pt x="240" y="1389"/>
                    <a:pt x="259" y="1436"/>
                  </a:cubicBezTo>
                  <a:cubicBezTo>
                    <a:pt x="274" y="1473"/>
                    <a:pt x="294" y="1521"/>
                    <a:pt x="285" y="1560"/>
                  </a:cubicBezTo>
                  <a:cubicBezTo>
                    <a:pt x="280" y="1583"/>
                    <a:pt x="279" y="1609"/>
                    <a:pt x="281" y="1632"/>
                  </a:cubicBezTo>
                  <a:cubicBezTo>
                    <a:pt x="283" y="1648"/>
                    <a:pt x="290" y="1663"/>
                    <a:pt x="292" y="1679"/>
                  </a:cubicBezTo>
                  <a:cubicBezTo>
                    <a:pt x="294" y="1691"/>
                    <a:pt x="287" y="1699"/>
                    <a:pt x="301" y="1706"/>
                  </a:cubicBezTo>
                  <a:cubicBezTo>
                    <a:pt x="317" y="1713"/>
                    <a:pt x="366" y="1727"/>
                    <a:pt x="383" y="1719"/>
                  </a:cubicBezTo>
                  <a:cubicBezTo>
                    <a:pt x="392" y="1714"/>
                    <a:pt x="396" y="1709"/>
                    <a:pt x="398" y="1703"/>
                  </a:cubicBezTo>
                  <a:cubicBezTo>
                    <a:pt x="401" y="1708"/>
                    <a:pt x="405" y="1711"/>
                    <a:pt x="413" y="1712"/>
                  </a:cubicBezTo>
                  <a:cubicBezTo>
                    <a:pt x="428" y="1715"/>
                    <a:pt x="442" y="1713"/>
                    <a:pt x="456" y="1709"/>
                  </a:cubicBezTo>
                  <a:cubicBezTo>
                    <a:pt x="500" y="1697"/>
                    <a:pt x="454" y="1666"/>
                    <a:pt x="443" y="1643"/>
                  </a:cubicBezTo>
                  <a:cubicBezTo>
                    <a:pt x="439" y="1634"/>
                    <a:pt x="438" y="1622"/>
                    <a:pt x="437" y="1610"/>
                  </a:cubicBezTo>
                  <a:cubicBezTo>
                    <a:pt x="437" y="1588"/>
                    <a:pt x="432" y="1578"/>
                    <a:pt x="433" y="1563"/>
                  </a:cubicBezTo>
                  <a:cubicBezTo>
                    <a:pt x="434" y="1546"/>
                    <a:pt x="475" y="1428"/>
                    <a:pt x="479" y="1417"/>
                  </a:cubicBezTo>
                  <a:cubicBezTo>
                    <a:pt x="482" y="1406"/>
                    <a:pt x="519" y="1310"/>
                    <a:pt x="522" y="1297"/>
                  </a:cubicBezTo>
                  <a:cubicBezTo>
                    <a:pt x="524" y="1287"/>
                    <a:pt x="538" y="1222"/>
                    <a:pt x="542" y="1204"/>
                  </a:cubicBezTo>
                  <a:cubicBezTo>
                    <a:pt x="550" y="1201"/>
                    <a:pt x="549" y="1016"/>
                    <a:pt x="561" y="923"/>
                  </a:cubicBezTo>
                  <a:cubicBezTo>
                    <a:pt x="569" y="860"/>
                    <a:pt x="568" y="859"/>
                    <a:pt x="582" y="855"/>
                  </a:cubicBezTo>
                  <a:cubicBezTo>
                    <a:pt x="587" y="849"/>
                    <a:pt x="591" y="840"/>
                    <a:pt x="594" y="830"/>
                  </a:cubicBezTo>
                  <a:cubicBezTo>
                    <a:pt x="596" y="821"/>
                    <a:pt x="598" y="808"/>
                    <a:pt x="598" y="795"/>
                  </a:cubicBezTo>
                  <a:cubicBezTo>
                    <a:pt x="600" y="750"/>
                    <a:pt x="591" y="706"/>
                    <a:pt x="588" y="660"/>
                  </a:cubicBezTo>
                  <a:close/>
                  <a:moveTo>
                    <a:pt x="376" y="1659"/>
                  </a:moveTo>
                  <a:cubicBezTo>
                    <a:pt x="366" y="1644"/>
                    <a:pt x="365" y="1625"/>
                    <a:pt x="362" y="1608"/>
                  </a:cubicBezTo>
                  <a:cubicBezTo>
                    <a:pt x="367" y="1612"/>
                    <a:pt x="372" y="1616"/>
                    <a:pt x="374" y="1623"/>
                  </a:cubicBezTo>
                  <a:cubicBezTo>
                    <a:pt x="378" y="1635"/>
                    <a:pt x="376" y="1647"/>
                    <a:pt x="376" y="1659"/>
                  </a:cubicBezTo>
                  <a:close/>
                  <a:moveTo>
                    <a:pt x="432" y="1268"/>
                  </a:moveTo>
                  <a:cubicBezTo>
                    <a:pt x="429" y="1284"/>
                    <a:pt x="421" y="1302"/>
                    <a:pt x="416" y="1317"/>
                  </a:cubicBezTo>
                  <a:cubicBezTo>
                    <a:pt x="409" y="1339"/>
                    <a:pt x="408" y="1361"/>
                    <a:pt x="406" y="1383"/>
                  </a:cubicBezTo>
                  <a:cubicBezTo>
                    <a:pt x="404" y="1425"/>
                    <a:pt x="404" y="1467"/>
                    <a:pt x="388" y="1507"/>
                  </a:cubicBezTo>
                  <a:cubicBezTo>
                    <a:pt x="382" y="1522"/>
                    <a:pt x="374" y="1535"/>
                    <a:pt x="363" y="1547"/>
                  </a:cubicBezTo>
                  <a:cubicBezTo>
                    <a:pt x="361" y="1550"/>
                    <a:pt x="357" y="1553"/>
                    <a:pt x="353" y="1557"/>
                  </a:cubicBezTo>
                  <a:cubicBezTo>
                    <a:pt x="353" y="1553"/>
                    <a:pt x="352" y="1549"/>
                    <a:pt x="350" y="1546"/>
                  </a:cubicBezTo>
                  <a:cubicBezTo>
                    <a:pt x="349" y="1543"/>
                    <a:pt x="348" y="1541"/>
                    <a:pt x="347" y="1538"/>
                  </a:cubicBezTo>
                  <a:cubicBezTo>
                    <a:pt x="340" y="1511"/>
                    <a:pt x="330" y="1467"/>
                    <a:pt x="329" y="1444"/>
                  </a:cubicBezTo>
                  <a:cubicBezTo>
                    <a:pt x="327" y="1417"/>
                    <a:pt x="320" y="1330"/>
                    <a:pt x="320" y="1330"/>
                  </a:cubicBezTo>
                  <a:cubicBezTo>
                    <a:pt x="320" y="1330"/>
                    <a:pt x="320" y="1330"/>
                    <a:pt x="320" y="1330"/>
                  </a:cubicBezTo>
                  <a:cubicBezTo>
                    <a:pt x="319" y="1315"/>
                    <a:pt x="317" y="1300"/>
                    <a:pt x="315" y="1285"/>
                  </a:cubicBezTo>
                  <a:cubicBezTo>
                    <a:pt x="312" y="1268"/>
                    <a:pt x="307" y="1252"/>
                    <a:pt x="308" y="1235"/>
                  </a:cubicBezTo>
                  <a:cubicBezTo>
                    <a:pt x="310" y="1221"/>
                    <a:pt x="313" y="1208"/>
                    <a:pt x="315" y="1195"/>
                  </a:cubicBezTo>
                  <a:cubicBezTo>
                    <a:pt x="317" y="1194"/>
                    <a:pt x="319" y="1194"/>
                    <a:pt x="322" y="1194"/>
                  </a:cubicBezTo>
                  <a:cubicBezTo>
                    <a:pt x="335" y="1193"/>
                    <a:pt x="347" y="1193"/>
                    <a:pt x="360" y="1194"/>
                  </a:cubicBezTo>
                  <a:cubicBezTo>
                    <a:pt x="372" y="1195"/>
                    <a:pt x="420" y="1196"/>
                    <a:pt x="432" y="1197"/>
                  </a:cubicBezTo>
                  <a:cubicBezTo>
                    <a:pt x="432" y="1210"/>
                    <a:pt x="440" y="1213"/>
                    <a:pt x="432" y="1268"/>
                  </a:cubicBezTo>
                  <a:close/>
                  <a:moveTo>
                    <a:pt x="426" y="371"/>
                  </a:moveTo>
                  <a:cubicBezTo>
                    <a:pt x="417" y="395"/>
                    <a:pt x="392" y="526"/>
                    <a:pt x="392" y="526"/>
                  </a:cubicBezTo>
                  <a:cubicBezTo>
                    <a:pt x="392" y="526"/>
                    <a:pt x="392" y="526"/>
                    <a:pt x="384" y="526"/>
                  </a:cubicBezTo>
                  <a:cubicBezTo>
                    <a:pt x="384" y="526"/>
                    <a:pt x="384" y="526"/>
                    <a:pt x="301" y="363"/>
                  </a:cubicBezTo>
                  <a:cubicBezTo>
                    <a:pt x="301" y="354"/>
                    <a:pt x="243" y="379"/>
                    <a:pt x="243" y="379"/>
                  </a:cubicBezTo>
                  <a:cubicBezTo>
                    <a:pt x="243" y="379"/>
                    <a:pt x="243" y="346"/>
                    <a:pt x="243" y="273"/>
                  </a:cubicBezTo>
                  <a:cubicBezTo>
                    <a:pt x="243" y="273"/>
                    <a:pt x="243" y="273"/>
                    <a:pt x="276" y="264"/>
                  </a:cubicBezTo>
                  <a:cubicBezTo>
                    <a:pt x="285" y="289"/>
                    <a:pt x="293" y="322"/>
                    <a:pt x="293" y="322"/>
                  </a:cubicBezTo>
                  <a:cubicBezTo>
                    <a:pt x="293" y="322"/>
                    <a:pt x="293" y="322"/>
                    <a:pt x="310" y="354"/>
                  </a:cubicBezTo>
                  <a:cubicBezTo>
                    <a:pt x="384" y="485"/>
                    <a:pt x="384" y="485"/>
                    <a:pt x="384" y="485"/>
                  </a:cubicBezTo>
                  <a:cubicBezTo>
                    <a:pt x="384" y="485"/>
                    <a:pt x="384" y="485"/>
                    <a:pt x="417" y="363"/>
                  </a:cubicBezTo>
                  <a:cubicBezTo>
                    <a:pt x="426" y="354"/>
                    <a:pt x="417" y="297"/>
                    <a:pt x="417" y="297"/>
                  </a:cubicBezTo>
                  <a:cubicBezTo>
                    <a:pt x="417" y="297"/>
                    <a:pt x="417" y="297"/>
                    <a:pt x="417" y="281"/>
                  </a:cubicBezTo>
                  <a:cubicBezTo>
                    <a:pt x="417" y="281"/>
                    <a:pt x="417" y="281"/>
                    <a:pt x="426" y="289"/>
                  </a:cubicBezTo>
                  <a:cubicBezTo>
                    <a:pt x="426" y="289"/>
                    <a:pt x="426" y="289"/>
                    <a:pt x="467" y="371"/>
                  </a:cubicBezTo>
                  <a:cubicBezTo>
                    <a:pt x="467" y="371"/>
                    <a:pt x="467" y="371"/>
                    <a:pt x="426" y="371"/>
                  </a:cubicBezTo>
                  <a:close/>
                  <a:moveTo>
                    <a:pt x="487" y="649"/>
                  </a:moveTo>
                  <a:cubicBezTo>
                    <a:pt x="483" y="649"/>
                    <a:pt x="483" y="649"/>
                    <a:pt x="483" y="649"/>
                  </a:cubicBezTo>
                  <a:cubicBezTo>
                    <a:pt x="483" y="644"/>
                    <a:pt x="475" y="632"/>
                    <a:pt x="474" y="622"/>
                  </a:cubicBezTo>
                  <a:cubicBezTo>
                    <a:pt x="472" y="613"/>
                    <a:pt x="474" y="599"/>
                    <a:pt x="474" y="588"/>
                  </a:cubicBezTo>
                  <a:cubicBezTo>
                    <a:pt x="476" y="556"/>
                    <a:pt x="487" y="525"/>
                    <a:pt x="487" y="493"/>
                  </a:cubicBezTo>
                  <a:cubicBezTo>
                    <a:pt x="487" y="490"/>
                    <a:pt x="487" y="488"/>
                    <a:pt x="487" y="486"/>
                  </a:cubicBezTo>
                  <a:cubicBezTo>
                    <a:pt x="487" y="488"/>
                    <a:pt x="487" y="490"/>
                    <a:pt x="487" y="493"/>
                  </a:cubicBezTo>
                  <a:cubicBezTo>
                    <a:pt x="488" y="525"/>
                    <a:pt x="493" y="556"/>
                    <a:pt x="481" y="587"/>
                  </a:cubicBezTo>
                  <a:cubicBezTo>
                    <a:pt x="484" y="586"/>
                    <a:pt x="487" y="587"/>
                    <a:pt x="489" y="587"/>
                  </a:cubicBezTo>
                  <a:cubicBezTo>
                    <a:pt x="484" y="599"/>
                    <a:pt x="492" y="605"/>
                    <a:pt x="492" y="616"/>
                  </a:cubicBezTo>
                  <a:cubicBezTo>
                    <a:pt x="492" y="627"/>
                    <a:pt x="488" y="638"/>
                    <a:pt x="487" y="649"/>
                  </a:cubicBezTo>
                  <a:close/>
                </a:path>
              </a:pathLst>
            </a:custGeom>
            <a:solidFill>
              <a:schemeClr val="accent5"/>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11" name="Gruppe 51"/>
            <p:cNvGrpSpPr>
              <a:grpSpLocks/>
            </p:cNvGrpSpPr>
            <p:nvPr/>
          </p:nvGrpSpPr>
          <p:grpSpPr bwMode="auto">
            <a:xfrm>
              <a:off x="9473848" y="2187136"/>
              <a:ext cx="953260" cy="3128723"/>
              <a:chOff x="2763678" y="1597834"/>
              <a:chExt cx="744650" cy="2444643"/>
            </a:xfrm>
            <a:solidFill>
              <a:schemeClr val="accent2"/>
            </a:solidFill>
          </p:grpSpPr>
          <p:sp>
            <p:nvSpPr>
              <p:cNvPr id="13" name="Freeform 125"/>
              <p:cNvSpPr>
                <a:spLocks/>
              </p:cNvSpPr>
              <p:nvPr/>
            </p:nvSpPr>
            <p:spPr bwMode="auto">
              <a:xfrm>
                <a:off x="2764652" y="1599232"/>
                <a:ext cx="743788" cy="2452477"/>
              </a:xfrm>
              <a:custGeom>
                <a:avLst/>
                <a:gdLst>
                  <a:gd name="T0" fmla="*/ 2147483647 w 364"/>
                  <a:gd name="T1" fmla="*/ 2147483647 h 1186"/>
                  <a:gd name="T2" fmla="*/ 2147483647 w 364"/>
                  <a:gd name="T3" fmla="*/ 2147483647 h 1186"/>
                  <a:gd name="T4" fmla="*/ 2147483647 w 364"/>
                  <a:gd name="T5" fmla="*/ 2147483647 h 1186"/>
                  <a:gd name="T6" fmla="*/ 2147483647 w 364"/>
                  <a:gd name="T7" fmla="*/ 2147483647 h 1186"/>
                  <a:gd name="T8" fmla="*/ 2147483647 w 364"/>
                  <a:gd name="T9" fmla="*/ 2147483647 h 1186"/>
                  <a:gd name="T10" fmla="*/ 2147483647 w 364"/>
                  <a:gd name="T11" fmla="*/ 2147483647 h 1186"/>
                  <a:gd name="T12" fmla="*/ 2147483647 w 364"/>
                  <a:gd name="T13" fmla="*/ 2147483647 h 1186"/>
                  <a:gd name="T14" fmla="*/ 2147483647 w 364"/>
                  <a:gd name="T15" fmla="*/ 2147483647 h 1186"/>
                  <a:gd name="T16" fmla="*/ 2147483647 w 364"/>
                  <a:gd name="T17" fmla="*/ 0 h 1186"/>
                  <a:gd name="T18" fmla="*/ 2147483647 w 364"/>
                  <a:gd name="T19" fmla="*/ 2147483647 h 1186"/>
                  <a:gd name="T20" fmla="*/ 2147483647 w 364"/>
                  <a:gd name="T21" fmla="*/ 2147483647 h 1186"/>
                  <a:gd name="T22" fmla="*/ 2147483647 w 364"/>
                  <a:gd name="T23" fmla="*/ 2147483647 h 1186"/>
                  <a:gd name="T24" fmla="*/ 2147483647 w 364"/>
                  <a:gd name="T25" fmla="*/ 2147483647 h 1186"/>
                  <a:gd name="T26" fmla="*/ 2147483647 w 364"/>
                  <a:gd name="T27" fmla="*/ 2147483647 h 1186"/>
                  <a:gd name="T28" fmla="*/ 2147483647 w 364"/>
                  <a:gd name="T29" fmla="*/ 2147483647 h 1186"/>
                  <a:gd name="T30" fmla="*/ 2147483647 w 364"/>
                  <a:gd name="T31" fmla="*/ 2147483647 h 1186"/>
                  <a:gd name="T32" fmla="*/ 2147483647 w 364"/>
                  <a:gd name="T33" fmla="*/ 2147483647 h 1186"/>
                  <a:gd name="T34" fmla="*/ 2147483647 w 364"/>
                  <a:gd name="T35" fmla="*/ 2147483647 h 1186"/>
                  <a:gd name="T36" fmla="*/ 2147483647 w 364"/>
                  <a:gd name="T37" fmla="*/ 2147483647 h 1186"/>
                  <a:gd name="T38" fmla="*/ 2147483647 w 364"/>
                  <a:gd name="T39" fmla="*/ 2147483647 h 1186"/>
                  <a:gd name="T40" fmla="*/ 2147483647 w 364"/>
                  <a:gd name="T41" fmla="*/ 2147483647 h 1186"/>
                  <a:gd name="T42" fmla="*/ 0 w 364"/>
                  <a:gd name="T43" fmla="*/ 2147483647 h 1186"/>
                  <a:gd name="T44" fmla="*/ 2147483647 w 364"/>
                  <a:gd name="T45" fmla="*/ 2147483647 h 1186"/>
                  <a:gd name="T46" fmla="*/ 2147483647 w 364"/>
                  <a:gd name="T47" fmla="*/ 2147483647 h 1186"/>
                  <a:gd name="T48" fmla="*/ 2147483647 w 364"/>
                  <a:gd name="T49" fmla="*/ 2147483647 h 1186"/>
                  <a:gd name="T50" fmla="*/ 2147483647 w 364"/>
                  <a:gd name="T51" fmla="*/ 2147483647 h 1186"/>
                  <a:gd name="T52" fmla="*/ 2147483647 w 364"/>
                  <a:gd name="T53" fmla="*/ 2147483647 h 1186"/>
                  <a:gd name="T54" fmla="*/ 2147483647 w 364"/>
                  <a:gd name="T55" fmla="*/ 2147483647 h 1186"/>
                  <a:gd name="T56" fmla="*/ 2147483647 w 364"/>
                  <a:gd name="T57" fmla="*/ 2147483647 h 1186"/>
                  <a:gd name="T58" fmla="*/ 2147483647 w 364"/>
                  <a:gd name="T59" fmla="*/ 2147483647 h 1186"/>
                  <a:gd name="T60" fmla="*/ 2147483647 w 364"/>
                  <a:gd name="T61" fmla="*/ 2147483647 h 1186"/>
                  <a:gd name="T62" fmla="*/ 2147483647 w 364"/>
                  <a:gd name="T63" fmla="*/ 2147483647 h 1186"/>
                  <a:gd name="T64" fmla="*/ 2147483647 w 364"/>
                  <a:gd name="T65" fmla="*/ 2147483647 h 1186"/>
                  <a:gd name="T66" fmla="*/ 2147483647 w 364"/>
                  <a:gd name="T67" fmla="*/ 2147483647 h 1186"/>
                  <a:gd name="T68" fmla="*/ 2147483647 w 364"/>
                  <a:gd name="T69" fmla="*/ 2147483647 h 1186"/>
                  <a:gd name="T70" fmla="*/ 2147483647 w 364"/>
                  <a:gd name="T71" fmla="*/ 2147483647 h 1186"/>
                  <a:gd name="T72" fmla="*/ 2147483647 w 364"/>
                  <a:gd name="T73" fmla="*/ 2147483647 h 1186"/>
                  <a:gd name="T74" fmla="*/ 2147483647 w 364"/>
                  <a:gd name="T75" fmla="*/ 2147483647 h 1186"/>
                  <a:gd name="T76" fmla="*/ 2147483647 w 364"/>
                  <a:gd name="T77" fmla="*/ 2147483647 h 1186"/>
                  <a:gd name="T78" fmla="*/ 2147483647 w 364"/>
                  <a:gd name="T79" fmla="*/ 2147483647 h 1186"/>
                  <a:gd name="T80" fmla="*/ 2147483647 w 364"/>
                  <a:gd name="T81" fmla="*/ 2147483647 h 1186"/>
                  <a:gd name="T82" fmla="*/ 2147483647 w 364"/>
                  <a:gd name="T83" fmla="*/ 2147483647 h 1186"/>
                  <a:gd name="T84" fmla="*/ 2147483647 w 364"/>
                  <a:gd name="T85" fmla="*/ 2147483647 h 1186"/>
                  <a:gd name="T86" fmla="*/ 2147483647 w 364"/>
                  <a:gd name="T87" fmla="*/ 2147483647 h 1186"/>
                  <a:gd name="T88" fmla="*/ 2147483647 w 364"/>
                  <a:gd name="T89" fmla="*/ 2147483647 h 1186"/>
                  <a:gd name="T90" fmla="*/ 2147483647 w 364"/>
                  <a:gd name="T91" fmla="*/ 2147483647 h 1186"/>
                  <a:gd name="T92" fmla="*/ 2147483647 w 364"/>
                  <a:gd name="T93" fmla="*/ 2147483647 h 1186"/>
                  <a:gd name="T94" fmla="*/ 2147483647 w 364"/>
                  <a:gd name="T95" fmla="*/ 2147483647 h 1186"/>
                  <a:gd name="T96" fmla="*/ 2147483647 w 364"/>
                  <a:gd name="T97" fmla="*/ 2147483647 h 1186"/>
                  <a:gd name="T98" fmla="*/ 2147483647 w 364"/>
                  <a:gd name="T99" fmla="*/ 2147483647 h 1186"/>
                  <a:gd name="T100" fmla="*/ 2147483647 w 364"/>
                  <a:gd name="T101" fmla="*/ 2147483647 h 1186"/>
                  <a:gd name="T102" fmla="*/ 2147483647 w 364"/>
                  <a:gd name="T103" fmla="*/ 2147483647 h 1186"/>
                  <a:gd name="T104" fmla="*/ 2147483647 w 364"/>
                  <a:gd name="T105" fmla="*/ 2147483647 h 1186"/>
                  <a:gd name="T106" fmla="*/ 2147483647 w 364"/>
                  <a:gd name="T107" fmla="*/ 2147483647 h 1186"/>
                  <a:gd name="T108" fmla="*/ 2147483647 w 364"/>
                  <a:gd name="T109" fmla="*/ 2147483647 h 1186"/>
                  <a:gd name="T110" fmla="*/ 2147483647 w 364"/>
                  <a:gd name="T111" fmla="*/ 2147483647 h 1186"/>
                  <a:gd name="T112" fmla="*/ 2147483647 w 364"/>
                  <a:gd name="T113" fmla="*/ 2147483647 h 1186"/>
                  <a:gd name="T114" fmla="*/ 2147483647 w 364"/>
                  <a:gd name="T115" fmla="*/ 2147483647 h 1186"/>
                  <a:gd name="T116" fmla="*/ 2147483647 w 364"/>
                  <a:gd name="T117" fmla="*/ 2147483647 h 1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4"/>
                  <a:gd name="T178" fmla="*/ 0 h 1186"/>
                  <a:gd name="T179" fmla="*/ 364 w 364"/>
                  <a:gd name="T180" fmla="*/ 1186 h 1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4" h="1186">
                    <a:moveTo>
                      <a:pt x="350" y="338"/>
                    </a:moveTo>
                    <a:lnTo>
                      <a:pt x="350" y="338"/>
                    </a:lnTo>
                    <a:lnTo>
                      <a:pt x="342" y="314"/>
                    </a:lnTo>
                    <a:lnTo>
                      <a:pt x="336" y="286"/>
                    </a:lnTo>
                    <a:lnTo>
                      <a:pt x="326" y="232"/>
                    </a:lnTo>
                    <a:lnTo>
                      <a:pt x="322" y="224"/>
                    </a:lnTo>
                    <a:lnTo>
                      <a:pt x="318" y="216"/>
                    </a:lnTo>
                    <a:lnTo>
                      <a:pt x="312" y="212"/>
                    </a:lnTo>
                    <a:lnTo>
                      <a:pt x="306" y="210"/>
                    </a:lnTo>
                    <a:lnTo>
                      <a:pt x="278" y="200"/>
                    </a:lnTo>
                    <a:lnTo>
                      <a:pt x="258" y="192"/>
                    </a:lnTo>
                    <a:lnTo>
                      <a:pt x="246" y="186"/>
                    </a:lnTo>
                    <a:lnTo>
                      <a:pt x="240" y="180"/>
                    </a:lnTo>
                    <a:lnTo>
                      <a:pt x="234" y="174"/>
                    </a:lnTo>
                    <a:lnTo>
                      <a:pt x="230" y="168"/>
                    </a:lnTo>
                    <a:lnTo>
                      <a:pt x="224" y="162"/>
                    </a:lnTo>
                    <a:lnTo>
                      <a:pt x="220" y="158"/>
                    </a:lnTo>
                    <a:lnTo>
                      <a:pt x="216" y="156"/>
                    </a:lnTo>
                    <a:lnTo>
                      <a:pt x="216" y="146"/>
                    </a:lnTo>
                    <a:lnTo>
                      <a:pt x="218" y="140"/>
                    </a:lnTo>
                    <a:lnTo>
                      <a:pt x="222" y="136"/>
                    </a:lnTo>
                    <a:lnTo>
                      <a:pt x="228" y="126"/>
                    </a:lnTo>
                    <a:lnTo>
                      <a:pt x="236" y="110"/>
                    </a:lnTo>
                    <a:lnTo>
                      <a:pt x="238" y="102"/>
                    </a:lnTo>
                    <a:lnTo>
                      <a:pt x="238" y="96"/>
                    </a:lnTo>
                    <a:lnTo>
                      <a:pt x="238" y="90"/>
                    </a:lnTo>
                    <a:lnTo>
                      <a:pt x="234" y="88"/>
                    </a:lnTo>
                    <a:lnTo>
                      <a:pt x="236" y="76"/>
                    </a:lnTo>
                    <a:lnTo>
                      <a:pt x="236" y="68"/>
                    </a:lnTo>
                    <a:lnTo>
                      <a:pt x="236" y="56"/>
                    </a:lnTo>
                    <a:lnTo>
                      <a:pt x="232" y="42"/>
                    </a:lnTo>
                    <a:lnTo>
                      <a:pt x="230" y="32"/>
                    </a:lnTo>
                    <a:lnTo>
                      <a:pt x="226" y="24"/>
                    </a:lnTo>
                    <a:lnTo>
                      <a:pt x="222" y="16"/>
                    </a:lnTo>
                    <a:lnTo>
                      <a:pt x="214" y="10"/>
                    </a:lnTo>
                    <a:lnTo>
                      <a:pt x="204" y="4"/>
                    </a:lnTo>
                    <a:lnTo>
                      <a:pt x="192" y="0"/>
                    </a:lnTo>
                    <a:lnTo>
                      <a:pt x="174" y="0"/>
                    </a:lnTo>
                    <a:lnTo>
                      <a:pt x="158" y="2"/>
                    </a:lnTo>
                    <a:lnTo>
                      <a:pt x="146" y="6"/>
                    </a:lnTo>
                    <a:lnTo>
                      <a:pt x="136" y="14"/>
                    </a:lnTo>
                    <a:lnTo>
                      <a:pt x="128" y="20"/>
                    </a:lnTo>
                    <a:lnTo>
                      <a:pt x="124" y="28"/>
                    </a:lnTo>
                    <a:lnTo>
                      <a:pt x="120" y="36"/>
                    </a:lnTo>
                    <a:lnTo>
                      <a:pt x="118" y="44"/>
                    </a:lnTo>
                    <a:lnTo>
                      <a:pt x="116" y="60"/>
                    </a:lnTo>
                    <a:lnTo>
                      <a:pt x="118" y="72"/>
                    </a:lnTo>
                    <a:lnTo>
                      <a:pt x="120" y="82"/>
                    </a:lnTo>
                    <a:lnTo>
                      <a:pt x="118" y="84"/>
                    </a:lnTo>
                    <a:lnTo>
                      <a:pt x="116" y="92"/>
                    </a:lnTo>
                    <a:lnTo>
                      <a:pt x="116" y="98"/>
                    </a:lnTo>
                    <a:lnTo>
                      <a:pt x="118" y="106"/>
                    </a:lnTo>
                    <a:lnTo>
                      <a:pt x="122" y="116"/>
                    </a:lnTo>
                    <a:lnTo>
                      <a:pt x="130" y="126"/>
                    </a:lnTo>
                    <a:lnTo>
                      <a:pt x="132" y="128"/>
                    </a:lnTo>
                    <a:lnTo>
                      <a:pt x="134" y="130"/>
                    </a:lnTo>
                    <a:lnTo>
                      <a:pt x="136" y="136"/>
                    </a:lnTo>
                    <a:lnTo>
                      <a:pt x="138" y="152"/>
                    </a:lnTo>
                    <a:lnTo>
                      <a:pt x="140" y="158"/>
                    </a:lnTo>
                    <a:lnTo>
                      <a:pt x="138" y="164"/>
                    </a:lnTo>
                    <a:lnTo>
                      <a:pt x="134" y="168"/>
                    </a:lnTo>
                    <a:lnTo>
                      <a:pt x="126" y="174"/>
                    </a:lnTo>
                    <a:lnTo>
                      <a:pt x="112" y="186"/>
                    </a:lnTo>
                    <a:lnTo>
                      <a:pt x="102" y="192"/>
                    </a:lnTo>
                    <a:lnTo>
                      <a:pt x="90" y="198"/>
                    </a:lnTo>
                    <a:lnTo>
                      <a:pt x="70" y="204"/>
                    </a:lnTo>
                    <a:lnTo>
                      <a:pt x="62" y="208"/>
                    </a:lnTo>
                    <a:lnTo>
                      <a:pt x="52" y="212"/>
                    </a:lnTo>
                    <a:lnTo>
                      <a:pt x="46" y="216"/>
                    </a:lnTo>
                    <a:lnTo>
                      <a:pt x="42" y="222"/>
                    </a:lnTo>
                    <a:lnTo>
                      <a:pt x="38" y="228"/>
                    </a:lnTo>
                    <a:lnTo>
                      <a:pt x="36" y="236"/>
                    </a:lnTo>
                    <a:lnTo>
                      <a:pt x="32" y="274"/>
                    </a:lnTo>
                    <a:lnTo>
                      <a:pt x="30" y="302"/>
                    </a:lnTo>
                    <a:lnTo>
                      <a:pt x="24" y="392"/>
                    </a:lnTo>
                    <a:lnTo>
                      <a:pt x="18" y="448"/>
                    </a:lnTo>
                    <a:lnTo>
                      <a:pt x="14" y="482"/>
                    </a:lnTo>
                    <a:lnTo>
                      <a:pt x="10" y="514"/>
                    </a:lnTo>
                    <a:lnTo>
                      <a:pt x="8" y="540"/>
                    </a:lnTo>
                    <a:lnTo>
                      <a:pt x="6" y="566"/>
                    </a:lnTo>
                    <a:lnTo>
                      <a:pt x="4" y="588"/>
                    </a:lnTo>
                    <a:lnTo>
                      <a:pt x="6" y="594"/>
                    </a:lnTo>
                    <a:lnTo>
                      <a:pt x="8" y="598"/>
                    </a:lnTo>
                    <a:lnTo>
                      <a:pt x="12" y="598"/>
                    </a:lnTo>
                    <a:lnTo>
                      <a:pt x="4" y="616"/>
                    </a:lnTo>
                    <a:lnTo>
                      <a:pt x="2" y="626"/>
                    </a:lnTo>
                    <a:lnTo>
                      <a:pt x="0" y="638"/>
                    </a:lnTo>
                    <a:lnTo>
                      <a:pt x="2" y="650"/>
                    </a:lnTo>
                    <a:lnTo>
                      <a:pt x="6" y="660"/>
                    </a:lnTo>
                    <a:lnTo>
                      <a:pt x="14" y="670"/>
                    </a:lnTo>
                    <a:lnTo>
                      <a:pt x="26" y="676"/>
                    </a:lnTo>
                    <a:lnTo>
                      <a:pt x="36" y="680"/>
                    </a:lnTo>
                    <a:lnTo>
                      <a:pt x="40" y="680"/>
                    </a:lnTo>
                    <a:lnTo>
                      <a:pt x="42" y="678"/>
                    </a:lnTo>
                    <a:lnTo>
                      <a:pt x="42" y="674"/>
                    </a:lnTo>
                    <a:lnTo>
                      <a:pt x="38" y="670"/>
                    </a:lnTo>
                    <a:lnTo>
                      <a:pt x="36" y="664"/>
                    </a:lnTo>
                    <a:lnTo>
                      <a:pt x="34" y="660"/>
                    </a:lnTo>
                    <a:lnTo>
                      <a:pt x="34" y="654"/>
                    </a:lnTo>
                    <a:lnTo>
                      <a:pt x="36" y="650"/>
                    </a:lnTo>
                    <a:lnTo>
                      <a:pt x="34" y="644"/>
                    </a:lnTo>
                    <a:lnTo>
                      <a:pt x="34" y="636"/>
                    </a:lnTo>
                    <a:lnTo>
                      <a:pt x="38" y="628"/>
                    </a:lnTo>
                    <a:lnTo>
                      <a:pt x="40" y="622"/>
                    </a:lnTo>
                    <a:lnTo>
                      <a:pt x="38" y="616"/>
                    </a:lnTo>
                    <a:lnTo>
                      <a:pt x="38" y="612"/>
                    </a:lnTo>
                    <a:lnTo>
                      <a:pt x="38" y="608"/>
                    </a:lnTo>
                    <a:lnTo>
                      <a:pt x="40" y="606"/>
                    </a:lnTo>
                    <a:lnTo>
                      <a:pt x="42" y="604"/>
                    </a:lnTo>
                    <a:lnTo>
                      <a:pt x="44" y="604"/>
                    </a:lnTo>
                    <a:lnTo>
                      <a:pt x="48" y="602"/>
                    </a:lnTo>
                    <a:lnTo>
                      <a:pt x="50" y="596"/>
                    </a:lnTo>
                    <a:lnTo>
                      <a:pt x="50" y="594"/>
                    </a:lnTo>
                    <a:lnTo>
                      <a:pt x="58" y="534"/>
                    </a:lnTo>
                    <a:lnTo>
                      <a:pt x="56" y="568"/>
                    </a:lnTo>
                    <a:lnTo>
                      <a:pt x="56" y="578"/>
                    </a:lnTo>
                    <a:lnTo>
                      <a:pt x="56" y="586"/>
                    </a:lnTo>
                    <a:lnTo>
                      <a:pt x="60" y="598"/>
                    </a:lnTo>
                    <a:lnTo>
                      <a:pt x="62" y="612"/>
                    </a:lnTo>
                    <a:lnTo>
                      <a:pt x="62" y="644"/>
                    </a:lnTo>
                    <a:lnTo>
                      <a:pt x="64" y="686"/>
                    </a:lnTo>
                    <a:lnTo>
                      <a:pt x="70" y="758"/>
                    </a:lnTo>
                    <a:lnTo>
                      <a:pt x="76" y="832"/>
                    </a:lnTo>
                    <a:lnTo>
                      <a:pt x="78" y="876"/>
                    </a:lnTo>
                    <a:lnTo>
                      <a:pt x="80" y="948"/>
                    </a:lnTo>
                    <a:lnTo>
                      <a:pt x="80" y="990"/>
                    </a:lnTo>
                    <a:lnTo>
                      <a:pt x="76" y="1022"/>
                    </a:lnTo>
                    <a:lnTo>
                      <a:pt x="74" y="1044"/>
                    </a:lnTo>
                    <a:lnTo>
                      <a:pt x="72" y="1068"/>
                    </a:lnTo>
                    <a:lnTo>
                      <a:pt x="74" y="1088"/>
                    </a:lnTo>
                    <a:lnTo>
                      <a:pt x="76" y="1104"/>
                    </a:lnTo>
                    <a:lnTo>
                      <a:pt x="84" y="1124"/>
                    </a:lnTo>
                    <a:lnTo>
                      <a:pt x="86" y="1130"/>
                    </a:lnTo>
                    <a:lnTo>
                      <a:pt x="84" y="1134"/>
                    </a:lnTo>
                    <a:lnTo>
                      <a:pt x="66" y="1150"/>
                    </a:lnTo>
                    <a:lnTo>
                      <a:pt x="56" y="1162"/>
                    </a:lnTo>
                    <a:lnTo>
                      <a:pt x="54" y="1166"/>
                    </a:lnTo>
                    <a:lnTo>
                      <a:pt x="54" y="1170"/>
                    </a:lnTo>
                    <a:lnTo>
                      <a:pt x="56" y="1174"/>
                    </a:lnTo>
                    <a:lnTo>
                      <a:pt x="60" y="1176"/>
                    </a:lnTo>
                    <a:lnTo>
                      <a:pt x="72" y="1180"/>
                    </a:lnTo>
                    <a:lnTo>
                      <a:pt x="86" y="1180"/>
                    </a:lnTo>
                    <a:lnTo>
                      <a:pt x="102" y="1174"/>
                    </a:lnTo>
                    <a:lnTo>
                      <a:pt x="118" y="1168"/>
                    </a:lnTo>
                    <a:lnTo>
                      <a:pt x="134" y="1164"/>
                    </a:lnTo>
                    <a:lnTo>
                      <a:pt x="146" y="1160"/>
                    </a:lnTo>
                    <a:lnTo>
                      <a:pt x="150" y="1158"/>
                    </a:lnTo>
                    <a:lnTo>
                      <a:pt x="152" y="1156"/>
                    </a:lnTo>
                    <a:lnTo>
                      <a:pt x="152" y="1152"/>
                    </a:lnTo>
                    <a:lnTo>
                      <a:pt x="150" y="1146"/>
                    </a:lnTo>
                    <a:lnTo>
                      <a:pt x="148" y="1138"/>
                    </a:lnTo>
                    <a:lnTo>
                      <a:pt x="150" y="1130"/>
                    </a:lnTo>
                    <a:lnTo>
                      <a:pt x="154" y="1116"/>
                    </a:lnTo>
                    <a:lnTo>
                      <a:pt x="156" y="1106"/>
                    </a:lnTo>
                    <a:lnTo>
                      <a:pt x="156" y="1090"/>
                    </a:lnTo>
                    <a:lnTo>
                      <a:pt x="156" y="1052"/>
                    </a:lnTo>
                    <a:lnTo>
                      <a:pt x="156" y="984"/>
                    </a:lnTo>
                    <a:lnTo>
                      <a:pt x="158" y="920"/>
                    </a:lnTo>
                    <a:lnTo>
                      <a:pt x="162" y="886"/>
                    </a:lnTo>
                    <a:lnTo>
                      <a:pt x="164" y="868"/>
                    </a:lnTo>
                    <a:lnTo>
                      <a:pt x="168" y="840"/>
                    </a:lnTo>
                    <a:lnTo>
                      <a:pt x="174" y="772"/>
                    </a:lnTo>
                    <a:lnTo>
                      <a:pt x="178" y="706"/>
                    </a:lnTo>
                    <a:lnTo>
                      <a:pt x="178" y="666"/>
                    </a:lnTo>
                    <a:lnTo>
                      <a:pt x="178" y="624"/>
                    </a:lnTo>
                    <a:lnTo>
                      <a:pt x="182" y="650"/>
                    </a:lnTo>
                    <a:lnTo>
                      <a:pt x="190" y="714"/>
                    </a:lnTo>
                    <a:lnTo>
                      <a:pt x="194" y="756"/>
                    </a:lnTo>
                    <a:lnTo>
                      <a:pt x="196" y="800"/>
                    </a:lnTo>
                    <a:lnTo>
                      <a:pt x="200" y="840"/>
                    </a:lnTo>
                    <a:lnTo>
                      <a:pt x="204" y="878"/>
                    </a:lnTo>
                    <a:lnTo>
                      <a:pt x="206" y="914"/>
                    </a:lnTo>
                    <a:lnTo>
                      <a:pt x="208" y="954"/>
                    </a:lnTo>
                    <a:lnTo>
                      <a:pt x="206" y="1012"/>
                    </a:lnTo>
                    <a:lnTo>
                      <a:pt x="206" y="1040"/>
                    </a:lnTo>
                    <a:lnTo>
                      <a:pt x="206" y="1078"/>
                    </a:lnTo>
                    <a:lnTo>
                      <a:pt x="208" y="1096"/>
                    </a:lnTo>
                    <a:lnTo>
                      <a:pt x="208" y="1112"/>
                    </a:lnTo>
                    <a:lnTo>
                      <a:pt x="212" y="1124"/>
                    </a:lnTo>
                    <a:lnTo>
                      <a:pt x="214" y="1126"/>
                    </a:lnTo>
                    <a:lnTo>
                      <a:pt x="216" y="1128"/>
                    </a:lnTo>
                    <a:lnTo>
                      <a:pt x="218" y="1142"/>
                    </a:lnTo>
                    <a:lnTo>
                      <a:pt x="220" y="1154"/>
                    </a:lnTo>
                    <a:lnTo>
                      <a:pt x="222" y="1162"/>
                    </a:lnTo>
                    <a:lnTo>
                      <a:pt x="226" y="1172"/>
                    </a:lnTo>
                    <a:lnTo>
                      <a:pt x="234" y="1178"/>
                    </a:lnTo>
                    <a:lnTo>
                      <a:pt x="246" y="1184"/>
                    </a:lnTo>
                    <a:lnTo>
                      <a:pt x="252" y="1186"/>
                    </a:lnTo>
                    <a:lnTo>
                      <a:pt x="262" y="1186"/>
                    </a:lnTo>
                    <a:lnTo>
                      <a:pt x="282" y="1182"/>
                    </a:lnTo>
                    <a:lnTo>
                      <a:pt x="290" y="1178"/>
                    </a:lnTo>
                    <a:lnTo>
                      <a:pt x="292" y="1176"/>
                    </a:lnTo>
                    <a:lnTo>
                      <a:pt x="294" y="1174"/>
                    </a:lnTo>
                    <a:lnTo>
                      <a:pt x="292" y="1168"/>
                    </a:lnTo>
                    <a:lnTo>
                      <a:pt x="288" y="1162"/>
                    </a:lnTo>
                    <a:lnTo>
                      <a:pt x="276" y="1148"/>
                    </a:lnTo>
                    <a:lnTo>
                      <a:pt x="274" y="1142"/>
                    </a:lnTo>
                    <a:lnTo>
                      <a:pt x="274" y="1140"/>
                    </a:lnTo>
                    <a:lnTo>
                      <a:pt x="274" y="1138"/>
                    </a:lnTo>
                    <a:lnTo>
                      <a:pt x="280" y="1132"/>
                    </a:lnTo>
                    <a:lnTo>
                      <a:pt x="284" y="1130"/>
                    </a:lnTo>
                    <a:lnTo>
                      <a:pt x="288" y="1128"/>
                    </a:lnTo>
                    <a:lnTo>
                      <a:pt x="288" y="1122"/>
                    </a:lnTo>
                    <a:lnTo>
                      <a:pt x="286" y="936"/>
                    </a:lnTo>
                    <a:lnTo>
                      <a:pt x="288" y="864"/>
                    </a:lnTo>
                    <a:lnTo>
                      <a:pt x="288" y="834"/>
                    </a:lnTo>
                    <a:lnTo>
                      <a:pt x="286" y="810"/>
                    </a:lnTo>
                    <a:lnTo>
                      <a:pt x="286" y="780"/>
                    </a:lnTo>
                    <a:lnTo>
                      <a:pt x="288" y="738"/>
                    </a:lnTo>
                    <a:lnTo>
                      <a:pt x="290" y="660"/>
                    </a:lnTo>
                    <a:lnTo>
                      <a:pt x="290" y="602"/>
                    </a:lnTo>
                    <a:lnTo>
                      <a:pt x="304" y="598"/>
                    </a:lnTo>
                    <a:lnTo>
                      <a:pt x="314" y="590"/>
                    </a:lnTo>
                    <a:lnTo>
                      <a:pt x="322" y="582"/>
                    </a:lnTo>
                    <a:lnTo>
                      <a:pt x="326" y="572"/>
                    </a:lnTo>
                    <a:lnTo>
                      <a:pt x="330" y="564"/>
                    </a:lnTo>
                    <a:lnTo>
                      <a:pt x="330" y="556"/>
                    </a:lnTo>
                    <a:lnTo>
                      <a:pt x="330" y="544"/>
                    </a:lnTo>
                    <a:lnTo>
                      <a:pt x="332" y="536"/>
                    </a:lnTo>
                    <a:lnTo>
                      <a:pt x="334" y="530"/>
                    </a:lnTo>
                    <a:lnTo>
                      <a:pt x="338" y="526"/>
                    </a:lnTo>
                    <a:lnTo>
                      <a:pt x="340" y="526"/>
                    </a:lnTo>
                    <a:lnTo>
                      <a:pt x="344" y="526"/>
                    </a:lnTo>
                    <a:lnTo>
                      <a:pt x="346" y="526"/>
                    </a:lnTo>
                    <a:lnTo>
                      <a:pt x="348" y="524"/>
                    </a:lnTo>
                    <a:lnTo>
                      <a:pt x="352" y="514"/>
                    </a:lnTo>
                    <a:lnTo>
                      <a:pt x="354" y="502"/>
                    </a:lnTo>
                    <a:lnTo>
                      <a:pt x="356" y="492"/>
                    </a:lnTo>
                    <a:lnTo>
                      <a:pt x="358" y="454"/>
                    </a:lnTo>
                    <a:lnTo>
                      <a:pt x="362" y="416"/>
                    </a:lnTo>
                    <a:lnTo>
                      <a:pt x="364" y="396"/>
                    </a:lnTo>
                    <a:lnTo>
                      <a:pt x="362" y="382"/>
                    </a:lnTo>
                    <a:lnTo>
                      <a:pt x="356" y="362"/>
                    </a:lnTo>
                    <a:lnTo>
                      <a:pt x="350" y="33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14" name="Freeform 127"/>
              <p:cNvSpPr>
                <a:spLocks/>
              </p:cNvSpPr>
              <p:nvPr/>
            </p:nvSpPr>
            <p:spPr bwMode="auto">
              <a:xfrm>
                <a:off x="3016156" y="1924561"/>
                <a:ext cx="209678" cy="353852"/>
              </a:xfrm>
              <a:custGeom>
                <a:avLst/>
                <a:gdLst>
                  <a:gd name="T0" fmla="*/ 0 w 102"/>
                  <a:gd name="T1" fmla="*/ 2147483647 h 172"/>
                  <a:gd name="T2" fmla="*/ 0 w 102"/>
                  <a:gd name="T3" fmla="*/ 2147483647 h 172"/>
                  <a:gd name="T4" fmla="*/ 2147483647 w 102"/>
                  <a:gd name="T5" fmla="*/ 2147483647 h 172"/>
                  <a:gd name="T6" fmla="*/ 2147483647 w 102"/>
                  <a:gd name="T7" fmla="*/ 2147483647 h 172"/>
                  <a:gd name="T8" fmla="*/ 2147483647 w 102"/>
                  <a:gd name="T9" fmla="*/ 2147483647 h 172"/>
                  <a:gd name="T10" fmla="*/ 2147483647 w 102"/>
                  <a:gd name="T11" fmla="*/ 2147483647 h 172"/>
                  <a:gd name="T12" fmla="*/ 2147483647 w 102"/>
                  <a:gd name="T13" fmla="*/ 2147483647 h 172"/>
                  <a:gd name="T14" fmla="*/ 2147483647 w 102"/>
                  <a:gd name="T15" fmla="*/ 2147483647 h 172"/>
                  <a:gd name="T16" fmla="*/ 2147483647 w 102"/>
                  <a:gd name="T17" fmla="*/ 2147483647 h 172"/>
                  <a:gd name="T18" fmla="*/ 2147483647 w 102"/>
                  <a:gd name="T19" fmla="*/ 2147483647 h 172"/>
                  <a:gd name="T20" fmla="*/ 2147483647 w 102"/>
                  <a:gd name="T21" fmla="*/ 2147483647 h 172"/>
                  <a:gd name="T22" fmla="*/ 2147483647 w 102"/>
                  <a:gd name="T23" fmla="*/ 2147483647 h 172"/>
                  <a:gd name="T24" fmla="*/ 2147483647 w 102"/>
                  <a:gd name="T25" fmla="*/ 2147483647 h 172"/>
                  <a:gd name="T26" fmla="*/ 2147483647 w 102"/>
                  <a:gd name="T27" fmla="*/ 2147483647 h 172"/>
                  <a:gd name="T28" fmla="*/ 2147483647 w 102"/>
                  <a:gd name="T29" fmla="*/ 2147483647 h 172"/>
                  <a:gd name="T30" fmla="*/ 2147483647 w 102"/>
                  <a:gd name="T31" fmla="*/ 2147483647 h 172"/>
                  <a:gd name="T32" fmla="*/ 2147483647 w 102"/>
                  <a:gd name="T33" fmla="*/ 2147483647 h 172"/>
                  <a:gd name="T34" fmla="*/ 2147483647 w 102"/>
                  <a:gd name="T35" fmla="*/ 2147483647 h 172"/>
                  <a:gd name="T36" fmla="*/ 2147483647 w 102"/>
                  <a:gd name="T37" fmla="*/ 2147483647 h 172"/>
                  <a:gd name="T38" fmla="*/ 2147483647 w 102"/>
                  <a:gd name="T39" fmla="*/ 2147483647 h 172"/>
                  <a:gd name="T40" fmla="*/ 2147483647 w 102"/>
                  <a:gd name="T41" fmla="*/ 2147483647 h 172"/>
                  <a:gd name="T42" fmla="*/ 2147483647 w 102"/>
                  <a:gd name="T43" fmla="*/ 2147483647 h 172"/>
                  <a:gd name="T44" fmla="*/ 2147483647 w 102"/>
                  <a:gd name="T45" fmla="*/ 2147483647 h 172"/>
                  <a:gd name="T46" fmla="*/ 2147483647 w 102"/>
                  <a:gd name="T47" fmla="*/ 2147483647 h 172"/>
                  <a:gd name="T48" fmla="*/ 2147483647 w 102"/>
                  <a:gd name="T49" fmla="*/ 2147483647 h 172"/>
                  <a:gd name="T50" fmla="*/ 2147483647 w 102"/>
                  <a:gd name="T51" fmla="*/ 0 h 172"/>
                  <a:gd name="T52" fmla="*/ 2147483647 w 102"/>
                  <a:gd name="T53" fmla="*/ 0 h 172"/>
                  <a:gd name="T54" fmla="*/ 2147483647 w 102"/>
                  <a:gd name="T55" fmla="*/ 0 h 172"/>
                  <a:gd name="T56" fmla="*/ 2147483647 w 102"/>
                  <a:gd name="T57" fmla="*/ 2147483647 h 172"/>
                  <a:gd name="T58" fmla="*/ 2147483647 w 102"/>
                  <a:gd name="T59" fmla="*/ 2147483647 h 172"/>
                  <a:gd name="T60" fmla="*/ 2147483647 w 102"/>
                  <a:gd name="T61" fmla="*/ 2147483647 h 172"/>
                  <a:gd name="T62" fmla="*/ 2147483647 w 102"/>
                  <a:gd name="T63" fmla="*/ 2147483647 h 172"/>
                  <a:gd name="T64" fmla="*/ 2147483647 w 102"/>
                  <a:gd name="T65" fmla="*/ 2147483647 h 172"/>
                  <a:gd name="T66" fmla="*/ 2147483647 w 102"/>
                  <a:gd name="T67" fmla="*/ 2147483647 h 172"/>
                  <a:gd name="T68" fmla="*/ 2147483647 w 102"/>
                  <a:gd name="T69" fmla="*/ 2147483647 h 172"/>
                  <a:gd name="T70" fmla="*/ 2147483647 w 102"/>
                  <a:gd name="T71" fmla="*/ 2147483647 h 172"/>
                  <a:gd name="T72" fmla="*/ 2147483647 w 102"/>
                  <a:gd name="T73" fmla="*/ 2147483647 h 172"/>
                  <a:gd name="T74" fmla="*/ 2147483647 w 102"/>
                  <a:gd name="T75" fmla="*/ 2147483647 h 172"/>
                  <a:gd name="T76" fmla="*/ 2147483647 w 102"/>
                  <a:gd name="T77" fmla="*/ 2147483647 h 172"/>
                  <a:gd name="T78" fmla="*/ 2147483647 w 102"/>
                  <a:gd name="T79" fmla="*/ 2147483647 h 172"/>
                  <a:gd name="T80" fmla="*/ 2147483647 w 102"/>
                  <a:gd name="T81" fmla="*/ 2147483647 h 172"/>
                  <a:gd name="T82" fmla="*/ 2147483647 w 102"/>
                  <a:gd name="T83" fmla="*/ 2147483647 h 172"/>
                  <a:gd name="T84" fmla="*/ 0 w 102"/>
                  <a:gd name="T85" fmla="*/ 2147483647 h 1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2"/>
                  <a:gd name="T130" fmla="*/ 0 h 172"/>
                  <a:gd name="T131" fmla="*/ 102 w 102"/>
                  <a:gd name="T132" fmla="*/ 172 h 1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2" h="172">
                    <a:moveTo>
                      <a:pt x="0" y="14"/>
                    </a:moveTo>
                    <a:lnTo>
                      <a:pt x="0" y="14"/>
                    </a:lnTo>
                    <a:lnTo>
                      <a:pt x="2" y="22"/>
                    </a:lnTo>
                    <a:lnTo>
                      <a:pt x="4" y="32"/>
                    </a:lnTo>
                    <a:lnTo>
                      <a:pt x="8" y="42"/>
                    </a:lnTo>
                    <a:lnTo>
                      <a:pt x="12" y="66"/>
                    </a:lnTo>
                    <a:lnTo>
                      <a:pt x="18" y="106"/>
                    </a:lnTo>
                    <a:lnTo>
                      <a:pt x="24" y="126"/>
                    </a:lnTo>
                    <a:lnTo>
                      <a:pt x="30" y="146"/>
                    </a:lnTo>
                    <a:lnTo>
                      <a:pt x="38" y="162"/>
                    </a:lnTo>
                    <a:lnTo>
                      <a:pt x="42" y="168"/>
                    </a:lnTo>
                    <a:lnTo>
                      <a:pt x="46" y="172"/>
                    </a:lnTo>
                    <a:lnTo>
                      <a:pt x="64" y="144"/>
                    </a:lnTo>
                    <a:lnTo>
                      <a:pt x="78" y="118"/>
                    </a:lnTo>
                    <a:lnTo>
                      <a:pt x="90" y="94"/>
                    </a:lnTo>
                    <a:lnTo>
                      <a:pt x="98" y="72"/>
                    </a:lnTo>
                    <a:lnTo>
                      <a:pt x="102" y="52"/>
                    </a:lnTo>
                    <a:lnTo>
                      <a:pt x="102" y="34"/>
                    </a:lnTo>
                    <a:lnTo>
                      <a:pt x="100" y="16"/>
                    </a:lnTo>
                    <a:lnTo>
                      <a:pt x="100" y="10"/>
                    </a:lnTo>
                    <a:lnTo>
                      <a:pt x="96" y="6"/>
                    </a:lnTo>
                    <a:lnTo>
                      <a:pt x="90" y="0"/>
                    </a:lnTo>
                    <a:lnTo>
                      <a:pt x="88" y="0"/>
                    </a:lnTo>
                    <a:lnTo>
                      <a:pt x="88" y="2"/>
                    </a:lnTo>
                    <a:lnTo>
                      <a:pt x="86" y="6"/>
                    </a:lnTo>
                    <a:lnTo>
                      <a:pt x="86" y="14"/>
                    </a:lnTo>
                    <a:lnTo>
                      <a:pt x="82" y="20"/>
                    </a:lnTo>
                    <a:lnTo>
                      <a:pt x="74" y="30"/>
                    </a:lnTo>
                    <a:lnTo>
                      <a:pt x="66" y="34"/>
                    </a:lnTo>
                    <a:lnTo>
                      <a:pt x="56" y="38"/>
                    </a:lnTo>
                    <a:lnTo>
                      <a:pt x="44" y="38"/>
                    </a:lnTo>
                    <a:lnTo>
                      <a:pt x="32" y="34"/>
                    </a:lnTo>
                    <a:lnTo>
                      <a:pt x="20" y="26"/>
                    </a:lnTo>
                    <a:lnTo>
                      <a:pt x="12" y="16"/>
                    </a:lnTo>
                    <a:lnTo>
                      <a:pt x="6" y="6"/>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5" name="Freeform 128"/>
              <p:cNvSpPr>
                <a:spLocks/>
              </p:cNvSpPr>
              <p:nvPr/>
            </p:nvSpPr>
            <p:spPr bwMode="auto">
              <a:xfrm>
                <a:off x="3090470" y="2007429"/>
                <a:ext cx="62532" cy="292981"/>
              </a:xfrm>
              <a:custGeom>
                <a:avLst/>
                <a:gdLst>
                  <a:gd name="T0" fmla="*/ 2147483647 w 30"/>
                  <a:gd name="T1" fmla="*/ 2147483647 h 136"/>
                  <a:gd name="T2" fmla="*/ 2147483647 w 30"/>
                  <a:gd name="T3" fmla="*/ 2147483647 h 136"/>
                  <a:gd name="T4" fmla="*/ 2147483647 w 30"/>
                  <a:gd name="T5" fmla="*/ 2147483647 h 136"/>
                  <a:gd name="T6" fmla="*/ 0 w 30"/>
                  <a:gd name="T7" fmla="*/ 2147483647 h 136"/>
                  <a:gd name="T8" fmla="*/ 2147483647 w 30"/>
                  <a:gd name="T9" fmla="*/ 2147483647 h 136"/>
                  <a:gd name="T10" fmla="*/ 2147483647 w 30"/>
                  <a:gd name="T11" fmla="*/ 2147483647 h 136"/>
                  <a:gd name="T12" fmla="*/ 2147483647 w 30"/>
                  <a:gd name="T13" fmla="*/ 2147483647 h 136"/>
                  <a:gd name="T14" fmla="*/ 2147483647 w 30"/>
                  <a:gd name="T15" fmla="*/ 2147483647 h 136"/>
                  <a:gd name="T16" fmla="*/ 2147483647 w 30"/>
                  <a:gd name="T17" fmla="*/ 2147483647 h 136"/>
                  <a:gd name="T18" fmla="*/ 2147483647 w 30"/>
                  <a:gd name="T19" fmla="*/ 2147483647 h 136"/>
                  <a:gd name="T20" fmla="*/ 2147483647 w 30"/>
                  <a:gd name="T21" fmla="*/ 2147483647 h 136"/>
                  <a:gd name="T22" fmla="*/ 2147483647 w 30"/>
                  <a:gd name="T23" fmla="*/ 2147483647 h 136"/>
                  <a:gd name="T24" fmla="*/ 0 w 30"/>
                  <a:gd name="T25" fmla="*/ 2147483647 h 136"/>
                  <a:gd name="T26" fmla="*/ 0 w 30"/>
                  <a:gd name="T27" fmla="*/ 2147483647 h 136"/>
                  <a:gd name="T28" fmla="*/ 0 w 30"/>
                  <a:gd name="T29" fmla="*/ 2147483647 h 136"/>
                  <a:gd name="T30" fmla="*/ 2147483647 w 30"/>
                  <a:gd name="T31" fmla="*/ 2147483647 h 136"/>
                  <a:gd name="T32" fmla="*/ 2147483647 w 30"/>
                  <a:gd name="T33" fmla="*/ 0 h 136"/>
                  <a:gd name="T34" fmla="*/ 2147483647 w 30"/>
                  <a:gd name="T35" fmla="*/ 0 h 136"/>
                  <a:gd name="T36" fmla="*/ 2147483647 w 30"/>
                  <a:gd name="T37" fmla="*/ 2147483647 h 136"/>
                  <a:gd name="T38" fmla="*/ 2147483647 w 30"/>
                  <a:gd name="T39" fmla="*/ 2147483647 h 136"/>
                  <a:gd name="T40" fmla="*/ 2147483647 w 30"/>
                  <a:gd name="T41" fmla="*/ 2147483647 h 136"/>
                  <a:gd name="T42" fmla="*/ 2147483647 w 30"/>
                  <a:gd name="T43" fmla="*/ 2147483647 h 136"/>
                  <a:gd name="T44" fmla="*/ 2147483647 w 30"/>
                  <a:gd name="T45" fmla="*/ 2147483647 h 136"/>
                  <a:gd name="T46" fmla="*/ 2147483647 w 30"/>
                  <a:gd name="T47" fmla="*/ 2147483647 h 136"/>
                  <a:gd name="T48" fmla="*/ 2147483647 w 30"/>
                  <a:gd name="T49" fmla="*/ 2147483647 h 136"/>
                  <a:gd name="T50" fmla="*/ 2147483647 w 30"/>
                  <a:gd name="T51" fmla="*/ 2147483647 h 136"/>
                  <a:gd name="T52" fmla="*/ 2147483647 w 30"/>
                  <a:gd name="T53" fmla="*/ 2147483647 h 136"/>
                  <a:gd name="T54" fmla="*/ 2147483647 w 30"/>
                  <a:gd name="T55" fmla="*/ 2147483647 h 136"/>
                  <a:gd name="T56" fmla="*/ 2147483647 w 30"/>
                  <a:gd name="T57" fmla="*/ 2147483647 h 136"/>
                  <a:gd name="T58" fmla="*/ 2147483647 w 30"/>
                  <a:gd name="T59" fmla="*/ 2147483647 h 136"/>
                  <a:gd name="T60" fmla="*/ 2147483647 w 30"/>
                  <a:gd name="T61" fmla="*/ 2147483647 h 136"/>
                  <a:gd name="T62" fmla="*/ 2147483647 w 30"/>
                  <a:gd name="T63" fmla="*/ 2147483647 h 136"/>
                  <a:gd name="T64" fmla="*/ 2147483647 w 30"/>
                  <a:gd name="T65" fmla="*/ 2147483647 h 136"/>
                  <a:gd name="T66" fmla="*/ 2147483647 w 30"/>
                  <a:gd name="T67" fmla="*/ 2147483647 h 136"/>
                  <a:gd name="T68" fmla="*/ 2147483647 w 30"/>
                  <a:gd name="T69" fmla="*/ 2147483647 h 136"/>
                  <a:gd name="T70" fmla="*/ 2147483647 w 30"/>
                  <a:gd name="T71" fmla="*/ 2147483647 h 136"/>
                  <a:gd name="T72" fmla="*/ 2147483647 w 30"/>
                  <a:gd name="T73" fmla="*/ 2147483647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
                  <a:gd name="T112" fmla="*/ 0 h 136"/>
                  <a:gd name="T113" fmla="*/ 30 w 30"/>
                  <a:gd name="T114" fmla="*/ 136 h 1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 h="136">
                    <a:moveTo>
                      <a:pt x="4" y="134"/>
                    </a:moveTo>
                    <a:lnTo>
                      <a:pt x="4" y="134"/>
                    </a:lnTo>
                    <a:lnTo>
                      <a:pt x="2" y="124"/>
                    </a:lnTo>
                    <a:lnTo>
                      <a:pt x="0" y="104"/>
                    </a:lnTo>
                    <a:lnTo>
                      <a:pt x="2" y="62"/>
                    </a:lnTo>
                    <a:lnTo>
                      <a:pt x="2" y="50"/>
                    </a:lnTo>
                    <a:lnTo>
                      <a:pt x="6" y="40"/>
                    </a:lnTo>
                    <a:lnTo>
                      <a:pt x="10" y="28"/>
                    </a:lnTo>
                    <a:lnTo>
                      <a:pt x="8" y="24"/>
                    </a:lnTo>
                    <a:lnTo>
                      <a:pt x="6" y="18"/>
                    </a:lnTo>
                    <a:lnTo>
                      <a:pt x="0" y="8"/>
                    </a:lnTo>
                    <a:lnTo>
                      <a:pt x="0" y="6"/>
                    </a:lnTo>
                    <a:lnTo>
                      <a:pt x="4" y="2"/>
                    </a:lnTo>
                    <a:lnTo>
                      <a:pt x="14" y="0"/>
                    </a:lnTo>
                    <a:lnTo>
                      <a:pt x="18" y="2"/>
                    </a:lnTo>
                    <a:lnTo>
                      <a:pt x="22" y="4"/>
                    </a:lnTo>
                    <a:lnTo>
                      <a:pt x="26" y="8"/>
                    </a:lnTo>
                    <a:lnTo>
                      <a:pt x="24" y="14"/>
                    </a:lnTo>
                    <a:lnTo>
                      <a:pt x="20" y="20"/>
                    </a:lnTo>
                    <a:lnTo>
                      <a:pt x="20" y="24"/>
                    </a:lnTo>
                    <a:lnTo>
                      <a:pt x="20" y="28"/>
                    </a:lnTo>
                    <a:lnTo>
                      <a:pt x="26" y="66"/>
                    </a:lnTo>
                    <a:lnTo>
                      <a:pt x="30" y="104"/>
                    </a:lnTo>
                    <a:lnTo>
                      <a:pt x="28" y="114"/>
                    </a:lnTo>
                    <a:lnTo>
                      <a:pt x="22" y="126"/>
                    </a:lnTo>
                    <a:lnTo>
                      <a:pt x="18" y="132"/>
                    </a:lnTo>
                    <a:lnTo>
                      <a:pt x="14" y="134"/>
                    </a:lnTo>
                    <a:lnTo>
                      <a:pt x="8" y="136"/>
                    </a:lnTo>
                    <a:lnTo>
                      <a:pt x="4" y="13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grpSp>
      <p:sp>
        <p:nvSpPr>
          <p:cNvPr id="25" name="Rectangle 24"/>
          <p:cNvSpPr/>
          <p:nvPr/>
        </p:nvSpPr>
        <p:spPr>
          <a:xfrm>
            <a:off x="1576886" y="528180"/>
            <a:ext cx="9906069" cy="769441"/>
          </a:xfrm>
          <a:prstGeom prst="rect">
            <a:avLst/>
          </a:prstGeom>
        </p:spPr>
        <p:txBody>
          <a:bodyPr wrap="square">
            <a:spAutoFit/>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lang="ar-SA" sz="4400" b="1" dirty="0"/>
              <a:t>أي تلعيب سنلعب خلال السنوات المقبلة؟</a:t>
            </a:r>
            <a:endParaRPr kumimoji="0" lang="en-US" sz="4400" b="0" i="0" u="sng" strike="noStrike" kern="0" cap="none" spc="0" normalizeH="0" baseline="0" noProof="0" dirty="0" smtClean="0">
              <a:ln>
                <a:noFill/>
              </a:ln>
              <a:solidFill>
                <a:srgbClr val="000000"/>
              </a:solidFill>
              <a:effectLst/>
              <a:uLnTx/>
              <a:uFillTx/>
            </a:endParaRPr>
          </a:p>
        </p:txBody>
      </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11039639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idx="1"/>
          </p:nvPr>
        </p:nvSpPr>
        <p:spPr>
          <a:xfrm>
            <a:off x="565176" y="2524414"/>
            <a:ext cx="7292749" cy="2442763"/>
          </a:xfrm>
        </p:spPr>
        <p:txBody>
          <a:bodyPr>
            <a:noAutofit/>
          </a:bodyPr>
          <a:lstStyle/>
          <a:p>
            <a:pPr algn="ctr" rtl="1"/>
            <a:r>
              <a:rPr lang="ar-SA" sz="3200" b="1" dirty="0">
                <a:solidFill>
                  <a:schemeClr val="tx1"/>
                </a:solidFill>
              </a:rPr>
              <a:t>لكن الواقع أكثر تعقيداً من ذلك؛ "غارتنر" أن 80% من تطبيقات التلعيب الحالية قد تفشل في تلبية الأهداف التجارية، ويُرجع ذلك حسب وجهة نظره إلى سوء التصميم، وهذا ما قد يعود بنا بالذاكرة إلى المتاعب التي واجهتها أنظمة الحاسب الآلي الأولى</a:t>
            </a:r>
            <a:endParaRPr lang="en-AU" sz="3200" b="1" dirty="0">
              <a:solidFill>
                <a:schemeClr val="tx1"/>
              </a:solidFill>
            </a:endParaRPr>
          </a:p>
        </p:txBody>
      </p:sp>
      <p:grpSp>
        <p:nvGrpSpPr>
          <p:cNvPr id="26" name="Group 17"/>
          <p:cNvGrpSpPr>
            <a:grpSpLocks noChangeAspect="1"/>
          </p:cNvGrpSpPr>
          <p:nvPr/>
        </p:nvGrpSpPr>
        <p:grpSpPr bwMode="auto">
          <a:xfrm>
            <a:off x="8053501" y="2817517"/>
            <a:ext cx="3100026" cy="4009429"/>
            <a:chOff x="4141" y="697"/>
            <a:chExt cx="2693" cy="3483"/>
          </a:xfrm>
        </p:grpSpPr>
        <p:sp>
          <p:nvSpPr>
            <p:cNvPr id="27" name="Freeform 18"/>
            <p:cNvSpPr>
              <a:spLocks/>
            </p:cNvSpPr>
            <p:nvPr/>
          </p:nvSpPr>
          <p:spPr bwMode="auto">
            <a:xfrm>
              <a:off x="4141" y="697"/>
              <a:ext cx="2693" cy="3483"/>
            </a:xfrm>
            <a:custGeom>
              <a:avLst/>
              <a:gdLst>
                <a:gd name="T0" fmla="*/ 1752 w 2225"/>
                <a:gd name="T1" fmla="*/ 2183 h 2878"/>
                <a:gd name="T2" fmla="*/ 2170 w 2225"/>
                <a:gd name="T3" fmla="*/ 1017 h 2878"/>
                <a:gd name="T4" fmla="*/ 1678 w 2225"/>
                <a:gd name="T5" fmla="*/ 144 h 2878"/>
                <a:gd name="T6" fmla="*/ 667 w 2225"/>
                <a:gd name="T7" fmla="*/ 202 h 2878"/>
                <a:gd name="T8" fmla="*/ 471 w 2225"/>
                <a:gd name="T9" fmla="*/ 460 h 2878"/>
                <a:gd name="T10" fmla="*/ 360 w 2225"/>
                <a:gd name="T11" fmla="*/ 728 h 2878"/>
                <a:gd name="T12" fmla="*/ 314 w 2225"/>
                <a:gd name="T13" fmla="*/ 942 h 2878"/>
                <a:gd name="T14" fmla="*/ 154 w 2225"/>
                <a:gd name="T15" fmla="*/ 1208 h 2878"/>
                <a:gd name="T16" fmla="*/ 112 w 2225"/>
                <a:gd name="T17" fmla="*/ 1257 h 2878"/>
                <a:gd name="T18" fmla="*/ 147 w 2225"/>
                <a:gd name="T19" fmla="*/ 1425 h 2878"/>
                <a:gd name="T20" fmla="*/ 169 w 2225"/>
                <a:gd name="T21" fmla="*/ 1541 h 2878"/>
                <a:gd name="T22" fmla="*/ 203 w 2225"/>
                <a:gd name="T23" fmla="*/ 1646 h 2878"/>
                <a:gd name="T24" fmla="*/ 213 w 2225"/>
                <a:gd name="T25" fmla="*/ 1669 h 2878"/>
                <a:gd name="T26" fmla="*/ 191 w 2225"/>
                <a:gd name="T27" fmla="*/ 1740 h 2878"/>
                <a:gd name="T28" fmla="*/ 235 w 2225"/>
                <a:gd name="T29" fmla="*/ 1830 h 2878"/>
                <a:gd name="T30" fmla="*/ 218 w 2225"/>
                <a:gd name="T31" fmla="*/ 2064 h 2878"/>
                <a:gd name="T32" fmla="*/ 611 w 2225"/>
                <a:gd name="T33" fmla="*/ 2132 h 2878"/>
                <a:gd name="T34" fmla="*/ 1222 w 2225"/>
                <a:gd name="T35" fmla="*/ 2027 h 2878"/>
                <a:gd name="T36" fmla="*/ 1355 w 2225"/>
                <a:gd name="T37" fmla="*/ 1617 h 2878"/>
                <a:gd name="T38" fmla="*/ 1385 w 2225"/>
                <a:gd name="T39" fmla="*/ 1617 h 2878"/>
                <a:gd name="T40" fmla="*/ 1235 w 2225"/>
                <a:gd name="T41" fmla="*/ 2054 h 2878"/>
                <a:gd name="T42" fmla="*/ 612 w 2225"/>
                <a:gd name="T43" fmla="*/ 2161 h 2878"/>
                <a:gd name="T44" fmla="*/ 195 w 2225"/>
                <a:gd name="T45" fmla="*/ 2082 h 2878"/>
                <a:gd name="T46" fmla="*/ 207 w 2225"/>
                <a:gd name="T47" fmla="*/ 1820 h 2878"/>
                <a:gd name="T48" fmla="*/ 168 w 2225"/>
                <a:gd name="T49" fmla="*/ 1759 h 2878"/>
                <a:gd name="T50" fmla="*/ 129 w 2225"/>
                <a:gd name="T51" fmla="*/ 1603 h 2878"/>
                <a:gd name="T52" fmla="*/ 166 w 2225"/>
                <a:gd name="T53" fmla="*/ 1483 h 2878"/>
                <a:gd name="T54" fmla="*/ 58 w 2225"/>
                <a:gd name="T55" fmla="*/ 1403 h 2878"/>
                <a:gd name="T56" fmla="*/ 104 w 2225"/>
                <a:gd name="T57" fmla="*/ 1222 h 2878"/>
                <a:gd name="T58" fmla="*/ 254 w 2225"/>
                <a:gd name="T59" fmla="*/ 1061 h 2878"/>
                <a:gd name="T60" fmla="*/ 282 w 2225"/>
                <a:gd name="T61" fmla="*/ 926 h 2878"/>
                <a:gd name="T62" fmla="*/ 445 w 2225"/>
                <a:gd name="T63" fmla="*/ 445 h 2878"/>
                <a:gd name="T64" fmla="*/ 1001 w 2225"/>
                <a:gd name="T65" fmla="*/ 34 h 2878"/>
                <a:gd name="T66" fmla="*/ 2128 w 2225"/>
                <a:gd name="T67" fmla="*/ 509 h 2878"/>
                <a:gd name="T68" fmla="*/ 1961 w 2225"/>
                <a:gd name="T69" fmla="*/ 1537 h 2878"/>
                <a:gd name="T70" fmla="*/ 2083 w 2225"/>
                <a:gd name="T71" fmla="*/ 2878 h 2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25" h="2878">
                  <a:moveTo>
                    <a:pt x="2047" y="2878"/>
                  </a:moveTo>
                  <a:cubicBezTo>
                    <a:pt x="1911" y="2664"/>
                    <a:pt x="1786" y="2412"/>
                    <a:pt x="1752" y="2183"/>
                  </a:cubicBezTo>
                  <a:cubicBezTo>
                    <a:pt x="1717" y="1950"/>
                    <a:pt x="1760" y="1718"/>
                    <a:pt x="1938" y="1518"/>
                  </a:cubicBezTo>
                  <a:cubicBezTo>
                    <a:pt x="2019" y="1427"/>
                    <a:pt x="2133" y="1241"/>
                    <a:pt x="2170" y="1017"/>
                  </a:cubicBezTo>
                  <a:cubicBezTo>
                    <a:pt x="2195" y="864"/>
                    <a:pt x="2184" y="693"/>
                    <a:pt x="2101" y="522"/>
                  </a:cubicBezTo>
                  <a:cubicBezTo>
                    <a:pt x="2013" y="340"/>
                    <a:pt x="1855" y="218"/>
                    <a:pt x="1678" y="144"/>
                  </a:cubicBezTo>
                  <a:cubicBezTo>
                    <a:pt x="1448" y="47"/>
                    <a:pt x="1186" y="30"/>
                    <a:pt x="1006" y="63"/>
                  </a:cubicBezTo>
                  <a:cubicBezTo>
                    <a:pt x="863" y="89"/>
                    <a:pt x="751" y="139"/>
                    <a:pt x="667" y="202"/>
                  </a:cubicBezTo>
                  <a:cubicBezTo>
                    <a:pt x="566" y="277"/>
                    <a:pt x="504" y="369"/>
                    <a:pt x="473" y="457"/>
                  </a:cubicBezTo>
                  <a:cubicBezTo>
                    <a:pt x="472" y="458"/>
                    <a:pt x="472" y="459"/>
                    <a:pt x="471" y="460"/>
                  </a:cubicBezTo>
                  <a:cubicBezTo>
                    <a:pt x="471" y="460"/>
                    <a:pt x="471" y="460"/>
                    <a:pt x="471" y="460"/>
                  </a:cubicBezTo>
                  <a:cubicBezTo>
                    <a:pt x="448" y="497"/>
                    <a:pt x="398" y="617"/>
                    <a:pt x="360" y="728"/>
                  </a:cubicBezTo>
                  <a:cubicBezTo>
                    <a:pt x="330" y="814"/>
                    <a:pt x="308" y="894"/>
                    <a:pt x="311" y="922"/>
                  </a:cubicBezTo>
                  <a:cubicBezTo>
                    <a:pt x="312" y="929"/>
                    <a:pt x="313" y="935"/>
                    <a:pt x="314" y="942"/>
                  </a:cubicBezTo>
                  <a:cubicBezTo>
                    <a:pt x="321" y="990"/>
                    <a:pt x="328" y="1042"/>
                    <a:pt x="272" y="1085"/>
                  </a:cubicBezTo>
                  <a:cubicBezTo>
                    <a:pt x="228" y="1118"/>
                    <a:pt x="190" y="1164"/>
                    <a:pt x="154" y="1208"/>
                  </a:cubicBezTo>
                  <a:cubicBezTo>
                    <a:pt x="145" y="1220"/>
                    <a:pt x="135" y="1231"/>
                    <a:pt x="126" y="1241"/>
                  </a:cubicBezTo>
                  <a:cubicBezTo>
                    <a:pt x="122" y="1246"/>
                    <a:pt x="117" y="1252"/>
                    <a:pt x="112" y="1257"/>
                  </a:cubicBezTo>
                  <a:cubicBezTo>
                    <a:pt x="76" y="1299"/>
                    <a:pt x="40" y="1340"/>
                    <a:pt x="80" y="1383"/>
                  </a:cubicBezTo>
                  <a:cubicBezTo>
                    <a:pt x="102" y="1407"/>
                    <a:pt x="127" y="1417"/>
                    <a:pt x="147" y="1425"/>
                  </a:cubicBezTo>
                  <a:cubicBezTo>
                    <a:pt x="180" y="1438"/>
                    <a:pt x="202" y="1447"/>
                    <a:pt x="196" y="1487"/>
                  </a:cubicBezTo>
                  <a:cubicBezTo>
                    <a:pt x="191" y="1513"/>
                    <a:pt x="180" y="1527"/>
                    <a:pt x="169" y="1541"/>
                  </a:cubicBezTo>
                  <a:cubicBezTo>
                    <a:pt x="157" y="1554"/>
                    <a:pt x="148" y="1566"/>
                    <a:pt x="157" y="1593"/>
                  </a:cubicBezTo>
                  <a:cubicBezTo>
                    <a:pt x="176" y="1643"/>
                    <a:pt x="203" y="1646"/>
                    <a:pt x="203" y="1646"/>
                  </a:cubicBezTo>
                  <a:cubicBezTo>
                    <a:pt x="211" y="1646"/>
                    <a:pt x="217" y="1654"/>
                    <a:pt x="216" y="1662"/>
                  </a:cubicBezTo>
                  <a:cubicBezTo>
                    <a:pt x="216" y="1665"/>
                    <a:pt x="215" y="1667"/>
                    <a:pt x="213" y="1669"/>
                  </a:cubicBezTo>
                  <a:cubicBezTo>
                    <a:pt x="213" y="1669"/>
                    <a:pt x="213" y="1669"/>
                    <a:pt x="213" y="1669"/>
                  </a:cubicBezTo>
                  <a:cubicBezTo>
                    <a:pt x="213" y="1670"/>
                    <a:pt x="173" y="1720"/>
                    <a:pt x="191" y="1740"/>
                  </a:cubicBezTo>
                  <a:cubicBezTo>
                    <a:pt x="197" y="1748"/>
                    <a:pt x="204" y="1754"/>
                    <a:pt x="210" y="1759"/>
                  </a:cubicBezTo>
                  <a:cubicBezTo>
                    <a:pt x="232" y="1779"/>
                    <a:pt x="248" y="1793"/>
                    <a:pt x="235" y="1830"/>
                  </a:cubicBezTo>
                  <a:cubicBezTo>
                    <a:pt x="232" y="1837"/>
                    <a:pt x="228" y="1845"/>
                    <a:pt x="224" y="1854"/>
                  </a:cubicBezTo>
                  <a:cubicBezTo>
                    <a:pt x="201" y="1902"/>
                    <a:pt x="159" y="1990"/>
                    <a:pt x="218" y="2064"/>
                  </a:cubicBezTo>
                  <a:cubicBezTo>
                    <a:pt x="281" y="2143"/>
                    <a:pt x="422" y="2138"/>
                    <a:pt x="555" y="2133"/>
                  </a:cubicBezTo>
                  <a:cubicBezTo>
                    <a:pt x="574" y="2133"/>
                    <a:pt x="592" y="2132"/>
                    <a:pt x="611" y="2132"/>
                  </a:cubicBezTo>
                  <a:cubicBezTo>
                    <a:pt x="654" y="2131"/>
                    <a:pt x="759" y="2127"/>
                    <a:pt x="878" y="2112"/>
                  </a:cubicBezTo>
                  <a:cubicBezTo>
                    <a:pt x="996" y="2098"/>
                    <a:pt x="1127" y="2072"/>
                    <a:pt x="1222" y="2027"/>
                  </a:cubicBezTo>
                  <a:cubicBezTo>
                    <a:pt x="1290" y="1995"/>
                    <a:pt x="1324" y="1938"/>
                    <a:pt x="1341" y="1867"/>
                  </a:cubicBezTo>
                  <a:cubicBezTo>
                    <a:pt x="1358" y="1794"/>
                    <a:pt x="1357" y="1706"/>
                    <a:pt x="1355" y="1617"/>
                  </a:cubicBezTo>
                  <a:cubicBezTo>
                    <a:pt x="1355" y="1609"/>
                    <a:pt x="1362" y="1602"/>
                    <a:pt x="1370" y="1602"/>
                  </a:cubicBezTo>
                  <a:cubicBezTo>
                    <a:pt x="1378" y="1602"/>
                    <a:pt x="1385" y="1609"/>
                    <a:pt x="1385" y="1617"/>
                  </a:cubicBezTo>
                  <a:cubicBezTo>
                    <a:pt x="1386" y="1708"/>
                    <a:pt x="1387" y="1797"/>
                    <a:pt x="1369" y="1874"/>
                  </a:cubicBezTo>
                  <a:cubicBezTo>
                    <a:pt x="1351" y="1953"/>
                    <a:pt x="1313" y="2017"/>
                    <a:pt x="1235" y="2054"/>
                  </a:cubicBezTo>
                  <a:cubicBezTo>
                    <a:pt x="1136" y="2101"/>
                    <a:pt x="1002" y="2127"/>
                    <a:pt x="881" y="2142"/>
                  </a:cubicBezTo>
                  <a:cubicBezTo>
                    <a:pt x="762" y="2157"/>
                    <a:pt x="655" y="2160"/>
                    <a:pt x="612" y="2161"/>
                  </a:cubicBezTo>
                  <a:cubicBezTo>
                    <a:pt x="594" y="2162"/>
                    <a:pt x="575" y="2162"/>
                    <a:pt x="556" y="2163"/>
                  </a:cubicBezTo>
                  <a:cubicBezTo>
                    <a:pt x="415" y="2168"/>
                    <a:pt x="267" y="2173"/>
                    <a:pt x="195" y="2082"/>
                  </a:cubicBezTo>
                  <a:cubicBezTo>
                    <a:pt x="124" y="1994"/>
                    <a:pt x="172" y="1895"/>
                    <a:pt x="197" y="1842"/>
                  </a:cubicBezTo>
                  <a:cubicBezTo>
                    <a:pt x="201" y="1833"/>
                    <a:pt x="205" y="1825"/>
                    <a:pt x="207" y="1820"/>
                  </a:cubicBezTo>
                  <a:cubicBezTo>
                    <a:pt x="213" y="1802"/>
                    <a:pt x="204" y="1793"/>
                    <a:pt x="190" y="1782"/>
                  </a:cubicBezTo>
                  <a:cubicBezTo>
                    <a:pt x="183" y="1775"/>
                    <a:pt x="176" y="1768"/>
                    <a:pt x="168" y="1759"/>
                  </a:cubicBezTo>
                  <a:cubicBezTo>
                    <a:pt x="145" y="1732"/>
                    <a:pt x="165" y="1690"/>
                    <a:pt x="179" y="1667"/>
                  </a:cubicBezTo>
                  <a:cubicBezTo>
                    <a:pt x="163" y="1659"/>
                    <a:pt x="143" y="1641"/>
                    <a:pt x="129" y="1603"/>
                  </a:cubicBezTo>
                  <a:cubicBezTo>
                    <a:pt x="114" y="1560"/>
                    <a:pt x="129" y="1542"/>
                    <a:pt x="146" y="1522"/>
                  </a:cubicBezTo>
                  <a:cubicBezTo>
                    <a:pt x="154" y="1511"/>
                    <a:pt x="163" y="1500"/>
                    <a:pt x="166" y="1483"/>
                  </a:cubicBezTo>
                  <a:cubicBezTo>
                    <a:pt x="169" y="1466"/>
                    <a:pt x="156" y="1461"/>
                    <a:pt x="136" y="1453"/>
                  </a:cubicBezTo>
                  <a:cubicBezTo>
                    <a:pt x="113" y="1444"/>
                    <a:pt x="84" y="1432"/>
                    <a:pt x="58" y="1403"/>
                  </a:cubicBezTo>
                  <a:cubicBezTo>
                    <a:pt x="0" y="1340"/>
                    <a:pt x="45" y="1289"/>
                    <a:pt x="90" y="1238"/>
                  </a:cubicBezTo>
                  <a:cubicBezTo>
                    <a:pt x="94" y="1233"/>
                    <a:pt x="99" y="1228"/>
                    <a:pt x="104" y="1222"/>
                  </a:cubicBezTo>
                  <a:cubicBezTo>
                    <a:pt x="113" y="1211"/>
                    <a:pt x="122" y="1200"/>
                    <a:pt x="131" y="1189"/>
                  </a:cubicBezTo>
                  <a:cubicBezTo>
                    <a:pt x="168" y="1144"/>
                    <a:pt x="208" y="1096"/>
                    <a:pt x="254" y="1061"/>
                  </a:cubicBezTo>
                  <a:cubicBezTo>
                    <a:pt x="297" y="1029"/>
                    <a:pt x="290" y="986"/>
                    <a:pt x="285" y="946"/>
                  </a:cubicBezTo>
                  <a:cubicBezTo>
                    <a:pt x="284" y="939"/>
                    <a:pt x="283" y="932"/>
                    <a:pt x="282" y="926"/>
                  </a:cubicBezTo>
                  <a:cubicBezTo>
                    <a:pt x="278" y="893"/>
                    <a:pt x="301" y="808"/>
                    <a:pt x="332" y="718"/>
                  </a:cubicBezTo>
                  <a:cubicBezTo>
                    <a:pt x="370" y="607"/>
                    <a:pt x="421" y="486"/>
                    <a:pt x="445" y="445"/>
                  </a:cubicBezTo>
                  <a:cubicBezTo>
                    <a:pt x="478" y="353"/>
                    <a:pt x="543" y="256"/>
                    <a:pt x="649" y="178"/>
                  </a:cubicBezTo>
                  <a:cubicBezTo>
                    <a:pt x="737" y="113"/>
                    <a:pt x="852" y="60"/>
                    <a:pt x="1001" y="34"/>
                  </a:cubicBezTo>
                  <a:cubicBezTo>
                    <a:pt x="1185" y="0"/>
                    <a:pt x="1454" y="17"/>
                    <a:pt x="1690" y="117"/>
                  </a:cubicBezTo>
                  <a:cubicBezTo>
                    <a:pt x="1872" y="193"/>
                    <a:pt x="2036" y="319"/>
                    <a:pt x="2128" y="509"/>
                  </a:cubicBezTo>
                  <a:cubicBezTo>
                    <a:pt x="2213" y="687"/>
                    <a:pt x="2225" y="864"/>
                    <a:pt x="2199" y="1022"/>
                  </a:cubicBezTo>
                  <a:cubicBezTo>
                    <a:pt x="2162" y="1253"/>
                    <a:pt x="2044" y="1444"/>
                    <a:pt x="1961" y="1537"/>
                  </a:cubicBezTo>
                  <a:cubicBezTo>
                    <a:pt x="1789" y="1731"/>
                    <a:pt x="1748" y="1954"/>
                    <a:pt x="1781" y="2179"/>
                  </a:cubicBezTo>
                  <a:cubicBezTo>
                    <a:pt x="1816" y="2409"/>
                    <a:pt x="1944" y="2664"/>
                    <a:pt x="2083" y="2878"/>
                  </a:cubicBezTo>
                  <a:lnTo>
                    <a:pt x="2047" y="2878"/>
                  </a:lnTo>
                  <a:close/>
                </a:path>
              </a:pathLst>
            </a:custGeom>
            <a:solidFill>
              <a:srgbClr val="2980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9" name="Oval 20"/>
            <p:cNvSpPr>
              <a:spLocks noChangeArrowheads="1"/>
            </p:cNvSpPr>
            <p:nvPr/>
          </p:nvSpPr>
          <p:spPr bwMode="auto">
            <a:xfrm>
              <a:off x="5685" y="1216"/>
              <a:ext cx="27" cy="28"/>
            </a:xfrm>
            <a:prstGeom prst="ellipse">
              <a:avLst/>
            </a:prstGeom>
            <a:solidFill>
              <a:srgbClr val="2980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3" name="Freeform 24"/>
            <p:cNvSpPr>
              <a:spLocks/>
            </p:cNvSpPr>
            <p:nvPr/>
          </p:nvSpPr>
          <p:spPr bwMode="auto">
            <a:xfrm>
              <a:off x="5729" y="2567"/>
              <a:ext cx="128" cy="133"/>
            </a:xfrm>
            <a:custGeom>
              <a:avLst/>
              <a:gdLst>
                <a:gd name="T0" fmla="*/ 23 w 106"/>
                <a:gd name="T1" fmla="*/ 0 h 110"/>
                <a:gd name="T2" fmla="*/ 83 w 106"/>
                <a:gd name="T3" fmla="*/ 0 h 110"/>
                <a:gd name="T4" fmla="*/ 106 w 106"/>
                <a:gd name="T5" fmla="*/ 23 h 110"/>
                <a:gd name="T6" fmla="*/ 106 w 106"/>
                <a:gd name="T7" fmla="*/ 86 h 110"/>
                <a:gd name="T8" fmla="*/ 83 w 106"/>
                <a:gd name="T9" fmla="*/ 110 h 110"/>
                <a:gd name="T10" fmla="*/ 23 w 106"/>
                <a:gd name="T11" fmla="*/ 110 h 110"/>
                <a:gd name="T12" fmla="*/ 0 w 106"/>
                <a:gd name="T13" fmla="*/ 86 h 110"/>
                <a:gd name="T14" fmla="*/ 0 w 106"/>
                <a:gd name="T15" fmla="*/ 23 h 110"/>
                <a:gd name="T16" fmla="*/ 23 w 106"/>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110">
                  <a:moveTo>
                    <a:pt x="23" y="0"/>
                  </a:moveTo>
                  <a:cubicBezTo>
                    <a:pt x="83" y="0"/>
                    <a:pt x="83" y="0"/>
                    <a:pt x="83" y="0"/>
                  </a:cubicBezTo>
                  <a:cubicBezTo>
                    <a:pt x="96" y="0"/>
                    <a:pt x="106" y="10"/>
                    <a:pt x="106" y="23"/>
                  </a:cubicBezTo>
                  <a:cubicBezTo>
                    <a:pt x="106" y="86"/>
                    <a:pt x="106" y="86"/>
                    <a:pt x="106" y="86"/>
                  </a:cubicBezTo>
                  <a:cubicBezTo>
                    <a:pt x="106" y="99"/>
                    <a:pt x="96" y="110"/>
                    <a:pt x="83" y="110"/>
                  </a:cubicBezTo>
                  <a:cubicBezTo>
                    <a:pt x="23" y="110"/>
                    <a:pt x="23" y="110"/>
                    <a:pt x="23" y="110"/>
                  </a:cubicBezTo>
                  <a:cubicBezTo>
                    <a:pt x="11" y="110"/>
                    <a:pt x="0" y="99"/>
                    <a:pt x="0" y="86"/>
                  </a:cubicBezTo>
                  <a:cubicBezTo>
                    <a:pt x="0" y="23"/>
                    <a:pt x="0" y="23"/>
                    <a:pt x="0" y="23"/>
                  </a:cubicBezTo>
                  <a:cubicBezTo>
                    <a:pt x="0" y="10"/>
                    <a:pt x="11" y="0"/>
                    <a:pt x="23" y="0"/>
                  </a:cubicBezTo>
                  <a:close/>
                </a:path>
              </a:pathLst>
            </a:custGeom>
            <a:solidFill>
              <a:srgbClr val="E2EC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4" name="Freeform 25"/>
            <p:cNvSpPr>
              <a:spLocks/>
            </p:cNvSpPr>
            <p:nvPr/>
          </p:nvSpPr>
          <p:spPr bwMode="auto">
            <a:xfrm>
              <a:off x="5757" y="2621"/>
              <a:ext cx="72" cy="147"/>
            </a:xfrm>
            <a:custGeom>
              <a:avLst/>
              <a:gdLst>
                <a:gd name="T0" fmla="*/ 13 w 60"/>
                <a:gd name="T1" fmla="*/ 0 h 121"/>
                <a:gd name="T2" fmla="*/ 47 w 60"/>
                <a:gd name="T3" fmla="*/ 0 h 121"/>
                <a:gd name="T4" fmla="*/ 60 w 60"/>
                <a:gd name="T5" fmla="*/ 13 h 121"/>
                <a:gd name="T6" fmla="*/ 60 w 60"/>
                <a:gd name="T7" fmla="*/ 108 h 121"/>
                <a:gd name="T8" fmla="*/ 47 w 60"/>
                <a:gd name="T9" fmla="*/ 121 h 121"/>
                <a:gd name="T10" fmla="*/ 13 w 60"/>
                <a:gd name="T11" fmla="*/ 121 h 121"/>
                <a:gd name="T12" fmla="*/ 0 w 60"/>
                <a:gd name="T13" fmla="*/ 108 h 121"/>
                <a:gd name="T14" fmla="*/ 0 w 60"/>
                <a:gd name="T15" fmla="*/ 13 h 121"/>
                <a:gd name="T16" fmla="*/ 13 w 60"/>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21">
                  <a:moveTo>
                    <a:pt x="13" y="0"/>
                  </a:moveTo>
                  <a:cubicBezTo>
                    <a:pt x="47" y="0"/>
                    <a:pt x="47" y="0"/>
                    <a:pt x="47" y="0"/>
                  </a:cubicBezTo>
                  <a:cubicBezTo>
                    <a:pt x="54" y="0"/>
                    <a:pt x="60" y="6"/>
                    <a:pt x="60" y="13"/>
                  </a:cubicBezTo>
                  <a:cubicBezTo>
                    <a:pt x="60" y="108"/>
                    <a:pt x="60" y="108"/>
                    <a:pt x="60" y="108"/>
                  </a:cubicBezTo>
                  <a:cubicBezTo>
                    <a:pt x="60" y="115"/>
                    <a:pt x="54" y="121"/>
                    <a:pt x="47" y="121"/>
                  </a:cubicBezTo>
                  <a:cubicBezTo>
                    <a:pt x="13" y="121"/>
                    <a:pt x="13" y="121"/>
                    <a:pt x="13" y="121"/>
                  </a:cubicBezTo>
                  <a:cubicBezTo>
                    <a:pt x="6" y="121"/>
                    <a:pt x="0" y="115"/>
                    <a:pt x="0" y="108"/>
                  </a:cubicBezTo>
                  <a:cubicBezTo>
                    <a:pt x="0" y="13"/>
                    <a:pt x="0" y="13"/>
                    <a:pt x="0" y="13"/>
                  </a:cubicBezTo>
                  <a:cubicBezTo>
                    <a:pt x="0" y="6"/>
                    <a:pt x="6" y="0"/>
                    <a:pt x="13" y="0"/>
                  </a:cubicBezTo>
                  <a:close/>
                </a:path>
              </a:pathLst>
            </a:custGeom>
            <a:solidFill>
              <a:srgbClr val="E2EC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35" name="Group 34"/>
          <p:cNvGrpSpPr>
            <a:grpSpLocks noChangeAspect="1"/>
          </p:cNvGrpSpPr>
          <p:nvPr/>
        </p:nvGrpSpPr>
        <p:grpSpPr>
          <a:xfrm>
            <a:off x="8476861" y="1753878"/>
            <a:ext cx="2849348" cy="2287502"/>
            <a:chOff x="5599580" y="500139"/>
            <a:chExt cx="5497171" cy="4413216"/>
          </a:xfrm>
        </p:grpSpPr>
        <p:sp>
          <p:nvSpPr>
            <p:cNvPr id="36" name="Oval Callout 35"/>
            <p:cNvSpPr/>
            <p:nvPr/>
          </p:nvSpPr>
          <p:spPr>
            <a:xfrm>
              <a:off x="8209042" y="3609400"/>
              <a:ext cx="1766524" cy="1183570"/>
            </a:xfrm>
            <a:prstGeom prst="wedgeEllipseCallout">
              <a:avLst/>
            </a:prstGeom>
            <a:solidFill>
              <a:srgbClr val="C0392B"/>
            </a:solidFill>
            <a:ln w="12700" cap="flat" cmpd="sng" algn="ctr">
              <a:noFill/>
              <a:prstDash val="solid"/>
              <a:miter lim="800000"/>
            </a:ln>
            <a:effectLst>
              <a:outerShdw blurRad="152400" dist="317500" dir="5400000" sx="90000" sy="-19000" rotWithShape="0">
                <a:prstClr val="black">
                  <a:alpha val="15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37" name="Oval Callout 36"/>
            <p:cNvSpPr/>
            <p:nvPr/>
          </p:nvSpPr>
          <p:spPr>
            <a:xfrm>
              <a:off x="6682697" y="3199846"/>
              <a:ext cx="1339661" cy="897573"/>
            </a:xfrm>
            <a:prstGeom prst="wedgeEllipseCallout">
              <a:avLst>
                <a:gd name="adj1" fmla="val 26187"/>
                <a:gd name="adj2" fmla="val 62500"/>
              </a:avLst>
            </a:prstGeom>
            <a:solidFill>
              <a:srgbClr val="9BBB59">
                <a:lumMod val="40000"/>
                <a:lumOff val="6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38" name="Oval Callout 37"/>
            <p:cNvSpPr/>
            <p:nvPr/>
          </p:nvSpPr>
          <p:spPr>
            <a:xfrm>
              <a:off x="9546511" y="2526076"/>
              <a:ext cx="1541166" cy="1032581"/>
            </a:xfrm>
            <a:prstGeom prst="wedgeEllipseCallout">
              <a:avLst>
                <a:gd name="adj1" fmla="val 23309"/>
                <a:gd name="adj2" fmla="val 57620"/>
              </a:avLst>
            </a:prstGeom>
            <a:solidFill>
              <a:srgbClr val="9BBB59">
                <a:lumMod val="7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39" name="Oval Callout 38"/>
            <p:cNvSpPr/>
            <p:nvPr/>
          </p:nvSpPr>
          <p:spPr>
            <a:xfrm>
              <a:off x="8125285" y="2622836"/>
              <a:ext cx="1176236" cy="788078"/>
            </a:xfrm>
            <a:prstGeom prst="wedgeEllipseCallout">
              <a:avLst>
                <a:gd name="adj1" fmla="val 11299"/>
                <a:gd name="adj2" fmla="val 66763"/>
              </a:avLst>
            </a:prstGeom>
            <a:solidFill>
              <a:srgbClr val="9BBB5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40" name="Oval Callout 39"/>
            <p:cNvSpPr/>
            <p:nvPr/>
          </p:nvSpPr>
          <p:spPr>
            <a:xfrm>
              <a:off x="10101753" y="1703586"/>
              <a:ext cx="994998" cy="666649"/>
            </a:xfrm>
            <a:prstGeom prst="wedgeEllipseCallout">
              <a:avLst>
                <a:gd name="adj1" fmla="val 39098"/>
                <a:gd name="adj2" fmla="val 65020"/>
              </a:avLst>
            </a:prstGeom>
            <a:solidFill>
              <a:srgbClr val="4B2C5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41" name="Oval Callout 40"/>
            <p:cNvSpPr/>
            <p:nvPr/>
          </p:nvSpPr>
          <p:spPr>
            <a:xfrm>
              <a:off x="5599580" y="2370235"/>
              <a:ext cx="1288995" cy="863627"/>
            </a:xfrm>
            <a:prstGeom prst="wedgeEllipseCallout">
              <a:avLst>
                <a:gd name="adj1" fmla="val 8488"/>
                <a:gd name="adj2" fmla="val 70280"/>
              </a:avLst>
            </a:prstGeom>
            <a:solidFill>
              <a:srgbClr val="2C3E50">
                <a:lumMod val="7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42" name="Oval Callout 41"/>
            <p:cNvSpPr/>
            <p:nvPr/>
          </p:nvSpPr>
          <p:spPr>
            <a:xfrm>
              <a:off x="6726376" y="1545194"/>
              <a:ext cx="1562483" cy="1046863"/>
            </a:xfrm>
            <a:prstGeom prst="wedgeEllipseCallout">
              <a:avLst>
                <a:gd name="adj1" fmla="val 6540"/>
                <a:gd name="adj2" fmla="val 75183"/>
              </a:avLst>
            </a:prstGeom>
            <a:solidFill>
              <a:srgbClr val="F39C1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43" name="Oval Callout 42"/>
            <p:cNvSpPr/>
            <p:nvPr/>
          </p:nvSpPr>
          <p:spPr>
            <a:xfrm>
              <a:off x="8666179" y="1527426"/>
              <a:ext cx="1176236" cy="788078"/>
            </a:xfrm>
            <a:prstGeom prst="wedgeEllipseCallout">
              <a:avLst/>
            </a:prstGeom>
            <a:solidFill>
              <a:srgbClr val="2C3E5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44" name="Oval Callout 43"/>
            <p:cNvSpPr/>
            <p:nvPr/>
          </p:nvSpPr>
          <p:spPr>
            <a:xfrm>
              <a:off x="9954290" y="3867860"/>
              <a:ext cx="994998" cy="666649"/>
            </a:xfrm>
            <a:prstGeom prst="wedgeEllipseCallout">
              <a:avLst>
                <a:gd name="adj1" fmla="val -5639"/>
                <a:gd name="adj2" fmla="val 66280"/>
              </a:avLst>
            </a:prstGeom>
            <a:solidFill>
              <a:srgbClr val="2980B9">
                <a:lumMod val="75000"/>
              </a:srgbClr>
            </a:solidFill>
            <a:ln w="12700" cap="flat" cmpd="sng" algn="ctr">
              <a:noFill/>
              <a:prstDash val="solid"/>
              <a:miter lim="800000"/>
            </a:ln>
            <a:effectLst>
              <a:outerShdw blurRad="152400" dist="317500" dir="5400000" sx="90000" sy="-19000" rotWithShape="0">
                <a:prstClr val="black">
                  <a:alpha val="15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45" name="Oval Callout 44"/>
            <p:cNvSpPr/>
            <p:nvPr/>
          </p:nvSpPr>
          <p:spPr>
            <a:xfrm>
              <a:off x="7108430" y="4246706"/>
              <a:ext cx="994998" cy="666649"/>
            </a:xfrm>
            <a:prstGeom prst="wedgeEllipseCallout">
              <a:avLst>
                <a:gd name="adj1" fmla="val 39098"/>
                <a:gd name="adj2" fmla="val 65020"/>
              </a:avLst>
            </a:prstGeom>
            <a:solidFill>
              <a:srgbClr val="4B2C50"/>
            </a:solidFill>
            <a:ln w="12700" cap="flat" cmpd="sng" algn="ctr">
              <a:noFill/>
              <a:prstDash val="solid"/>
              <a:miter lim="800000"/>
            </a:ln>
            <a:effectLst>
              <a:outerShdw blurRad="152400" dist="317500" dir="5400000" sx="90000" sy="-19000" rotWithShape="0">
                <a:prstClr val="black">
                  <a:alpha val="15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46" name="Oval Callout 45"/>
            <p:cNvSpPr/>
            <p:nvPr/>
          </p:nvSpPr>
          <p:spPr>
            <a:xfrm>
              <a:off x="9538676" y="500139"/>
              <a:ext cx="1339661" cy="897573"/>
            </a:xfrm>
            <a:prstGeom prst="wedgeEllipseCallout">
              <a:avLst>
                <a:gd name="adj1" fmla="val -12056"/>
                <a:gd name="adj2" fmla="val 69050"/>
              </a:avLst>
            </a:prstGeom>
            <a:solidFill>
              <a:srgbClr val="2980B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47" name="Oval Callout 46"/>
            <p:cNvSpPr/>
            <p:nvPr/>
          </p:nvSpPr>
          <p:spPr>
            <a:xfrm>
              <a:off x="8086794" y="688766"/>
              <a:ext cx="994998" cy="666649"/>
            </a:xfrm>
            <a:prstGeom prst="wedgeEllipseCallout">
              <a:avLst>
                <a:gd name="adj1" fmla="val -5639"/>
                <a:gd name="adj2" fmla="val 66280"/>
              </a:avLst>
            </a:prstGeom>
            <a:solidFill>
              <a:srgbClr val="16A08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48" name="Freeform 45"/>
            <p:cNvSpPr>
              <a:spLocks noEditPoints="1"/>
            </p:cNvSpPr>
            <p:nvPr/>
          </p:nvSpPr>
          <p:spPr bwMode="auto">
            <a:xfrm>
              <a:off x="8480834" y="2795897"/>
              <a:ext cx="465137" cy="466725"/>
            </a:xfrm>
            <a:custGeom>
              <a:avLst/>
              <a:gdLst>
                <a:gd name="T0" fmla="*/ 0 w 124"/>
                <a:gd name="T1" fmla="*/ 62 h 124"/>
                <a:gd name="T2" fmla="*/ 124 w 124"/>
                <a:gd name="T3" fmla="*/ 62 h 124"/>
                <a:gd name="T4" fmla="*/ 116 w 124"/>
                <a:gd name="T5" fmla="*/ 60 h 124"/>
                <a:gd name="T6" fmla="*/ 87 w 124"/>
                <a:gd name="T7" fmla="*/ 35 h 124"/>
                <a:gd name="T8" fmla="*/ 116 w 124"/>
                <a:gd name="T9" fmla="*/ 60 h 124"/>
                <a:gd name="T10" fmla="*/ 43 w 124"/>
                <a:gd name="T11" fmla="*/ 95 h 124"/>
                <a:gd name="T12" fmla="*/ 60 w 124"/>
                <a:gd name="T13" fmla="*/ 116 h 124"/>
                <a:gd name="T14" fmla="*/ 64 w 124"/>
                <a:gd name="T15" fmla="*/ 8 h 124"/>
                <a:gd name="T16" fmla="*/ 64 w 124"/>
                <a:gd name="T17" fmla="*/ 36 h 124"/>
                <a:gd name="T18" fmla="*/ 64 w 124"/>
                <a:gd name="T19" fmla="*/ 8 h 124"/>
                <a:gd name="T20" fmla="*/ 100 w 124"/>
                <a:gd name="T21" fmla="*/ 23 h 124"/>
                <a:gd name="T22" fmla="*/ 71 w 124"/>
                <a:gd name="T23" fmla="*/ 9 h 124"/>
                <a:gd name="T24" fmla="*/ 60 w 124"/>
                <a:gd name="T25" fmla="*/ 36 h 124"/>
                <a:gd name="T26" fmla="*/ 60 w 124"/>
                <a:gd name="T27" fmla="*/ 8 h 124"/>
                <a:gd name="T28" fmla="*/ 38 w 124"/>
                <a:gd name="T29" fmla="*/ 31 h 124"/>
                <a:gd name="T30" fmla="*/ 53 w 124"/>
                <a:gd name="T31" fmla="*/ 9 h 124"/>
                <a:gd name="T32" fmla="*/ 40 w 124"/>
                <a:gd name="T33" fmla="*/ 36 h 124"/>
                <a:gd name="T34" fmla="*/ 60 w 124"/>
                <a:gd name="T35" fmla="*/ 60 h 124"/>
                <a:gd name="T36" fmla="*/ 40 w 124"/>
                <a:gd name="T37" fmla="*/ 36 h 124"/>
                <a:gd name="T38" fmla="*/ 60 w 124"/>
                <a:gd name="T39" fmla="*/ 88 h 124"/>
                <a:gd name="T40" fmla="*/ 36 w 124"/>
                <a:gd name="T41" fmla="*/ 64 h 124"/>
                <a:gd name="T42" fmla="*/ 53 w 124"/>
                <a:gd name="T43" fmla="*/ 115 h 124"/>
                <a:gd name="T44" fmla="*/ 40 w 124"/>
                <a:gd name="T45" fmla="*/ 96 h 124"/>
                <a:gd name="T46" fmla="*/ 64 w 124"/>
                <a:gd name="T47" fmla="*/ 116 h 124"/>
                <a:gd name="T48" fmla="*/ 81 w 124"/>
                <a:gd name="T49" fmla="*/ 95 h 124"/>
                <a:gd name="T50" fmla="*/ 64 w 124"/>
                <a:gd name="T51" fmla="*/ 116 h 124"/>
                <a:gd name="T52" fmla="*/ 97 w 124"/>
                <a:gd name="T53" fmla="*/ 103 h 124"/>
                <a:gd name="T54" fmla="*/ 84 w 124"/>
                <a:gd name="T55" fmla="*/ 96 h 124"/>
                <a:gd name="T56" fmla="*/ 64 w 124"/>
                <a:gd name="T57" fmla="*/ 88 h 124"/>
                <a:gd name="T58" fmla="*/ 88 w 124"/>
                <a:gd name="T59" fmla="*/ 64 h 124"/>
                <a:gd name="T60" fmla="*/ 64 w 124"/>
                <a:gd name="T61" fmla="*/ 60 h 124"/>
                <a:gd name="T62" fmla="*/ 84 w 124"/>
                <a:gd name="T63" fmla="*/ 36 h 124"/>
                <a:gd name="T64" fmla="*/ 64 w 124"/>
                <a:gd name="T65" fmla="*/ 60 h 124"/>
                <a:gd name="T66" fmla="*/ 37 w 124"/>
                <a:gd name="T67" fmla="*/ 35 h 124"/>
                <a:gd name="T68" fmla="*/ 8 w 124"/>
                <a:gd name="T69" fmla="*/ 60 h 124"/>
                <a:gd name="T70" fmla="*/ 8 w 124"/>
                <a:gd name="T71" fmla="*/ 64 h 124"/>
                <a:gd name="T72" fmla="*/ 38 w 124"/>
                <a:gd name="T73" fmla="*/ 93 h 124"/>
                <a:gd name="T74" fmla="*/ 8 w 124"/>
                <a:gd name="T75" fmla="*/ 64 h 124"/>
                <a:gd name="T76" fmla="*/ 86 w 124"/>
                <a:gd name="T77" fmla="*/ 93 h 124"/>
                <a:gd name="T78" fmla="*/ 116 w 124"/>
                <a:gd name="T79"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62" y="0"/>
                  </a:moveTo>
                  <a:cubicBezTo>
                    <a:pt x="28" y="0"/>
                    <a:pt x="0" y="28"/>
                    <a:pt x="0" y="62"/>
                  </a:cubicBezTo>
                  <a:cubicBezTo>
                    <a:pt x="0" y="96"/>
                    <a:pt x="28" y="124"/>
                    <a:pt x="62" y="124"/>
                  </a:cubicBezTo>
                  <a:cubicBezTo>
                    <a:pt x="96" y="124"/>
                    <a:pt x="124" y="96"/>
                    <a:pt x="124" y="62"/>
                  </a:cubicBezTo>
                  <a:cubicBezTo>
                    <a:pt x="124" y="28"/>
                    <a:pt x="96" y="0"/>
                    <a:pt x="62" y="0"/>
                  </a:cubicBezTo>
                  <a:close/>
                  <a:moveTo>
                    <a:pt x="116" y="60"/>
                  </a:moveTo>
                  <a:cubicBezTo>
                    <a:pt x="92" y="60"/>
                    <a:pt x="92" y="60"/>
                    <a:pt x="92" y="60"/>
                  </a:cubicBezTo>
                  <a:cubicBezTo>
                    <a:pt x="92" y="51"/>
                    <a:pt x="90" y="43"/>
                    <a:pt x="87" y="35"/>
                  </a:cubicBezTo>
                  <a:cubicBezTo>
                    <a:pt x="93" y="33"/>
                    <a:pt x="98" y="30"/>
                    <a:pt x="102" y="26"/>
                  </a:cubicBezTo>
                  <a:cubicBezTo>
                    <a:pt x="110" y="35"/>
                    <a:pt x="115" y="47"/>
                    <a:pt x="116" y="60"/>
                  </a:cubicBezTo>
                  <a:close/>
                  <a:moveTo>
                    <a:pt x="60" y="116"/>
                  </a:moveTo>
                  <a:cubicBezTo>
                    <a:pt x="53" y="110"/>
                    <a:pt x="48" y="103"/>
                    <a:pt x="43" y="95"/>
                  </a:cubicBezTo>
                  <a:cubicBezTo>
                    <a:pt x="49" y="93"/>
                    <a:pt x="54" y="92"/>
                    <a:pt x="60" y="92"/>
                  </a:cubicBezTo>
                  <a:cubicBezTo>
                    <a:pt x="60" y="116"/>
                    <a:pt x="60" y="116"/>
                    <a:pt x="60" y="116"/>
                  </a:cubicBezTo>
                  <a:cubicBezTo>
                    <a:pt x="60" y="116"/>
                    <a:pt x="60" y="116"/>
                    <a:pt x="60" y="116"/>
                  </a:cubicBezTo>
                  <a:close/>
                  <a:moveTo>
                    <a:pt x="64" y="8"/>
                  </a:moveTo>
                  <a:cubicBezTo>
                    <a:pt x="72" y="14"/>
                    <a:pt x="78" y="23"/>
                    <a:pt x="82" y="33"/>
                  </a:cubicBezTo>
                  <a:cubicBezTo>
                    <a:pt x="76" y="35"/>
                    <a:pt x="70" y="36"/>
                    <a:pt x="64" y="36"/>
                  </a:cubicBezTo>
                  <a:cubicBezTo>
                    <a:pt x="64" y="8"/>
                    <a:pt x="64" y="8"/>
                    <a:pt x="64" y="8"/>
                  </a:cubicBezTo>
                  <a:cubicBezTo>
                    <a:pt x="64" y="8"/>
                    <a:pt x="64" y="8"/>
                    <a:pt x="64" y="8"/>
                  </a:cubicBezTo>
                  <a:close/>
                  <a:moveTo>
                    <a:pt x="71" y="9"/>
                  </a:moveTo>
                  <a:cubicBezTo>
                    <a:pt x="82" y="11"/>
                    <a:pt x="92" y="16"/>
                    <a:pt x="100" y="23"/>
                  </a:cubicBezTo>
                  <a:cubicBezTo>
                    <a:pt x="95" y="26"/>
                    <a:pt x="91" y="29"/>
                    <a:pt x="86" y="31"/>
                  </a:cubicBezTo>
                  <a:cubicBezTo>
                    <a:pt x="82" y="23"/>
                    <a:pt x="77" y="15"/>
                    <a:pt x="71" y="9"/>
                  </a:cubicBezTo>
                  <a:close/>
                  <a:moveTo>
                    <a:pt x="60" y="8"/>
                  </a:moveTo>
                  <a:cubicBezTo>
                    <a:pt x="60" y="36"/>
                    <a:pt x="60" y="36"/>
                    <a:pt x="60" y="36"/>
                  </a:cubicBezTo>
                  <a:cubicBezTo>
                    <a:pt x="54" y="36"/>
                    <a:pt x="48" y="35"/>
                    <a:pt x="42" y="33"/>
                  </a:cubicBezTo>
                  <a:cubicBezTo>
                    <a:pt x="46" y="23"/>
                    <a:pt x="52" y="14"/>
                    <a:pt x="60" y="8"/>
                  </a:cubicBezTo>
                  <a:cubicBezTo>
                    <a:pt x="60" y="8"/>
                    <a:pt x="60" y="8"/>
                    <a:pt x="60" y="8"/>
                  </a:cubicBezTo>
                  <a:close/>
                  <a:moveTo>
                    <a:pt x="38" y="31"/>
                  </a:moveTo>
                  <a:cubicBezTo>
                    <a:pt x="33" y="29"/>
                    <a:pt x="29" y="26"/>
                    <a:pt x="24" y="23"/>
                  </a:cubicBezTo>
                  <a:cubicBezTo>
                    <a:pt x="32" y="16"/>
                    <a:pt x="42" y="11"/>
                    <a:pt x="53" y="9"/>
                  </a:cubicBezTo>
                  <a:cubicBezTo>
                    <a:pt x="47" y="15"/>
                    <a:pt x="42" y="23"/>
                    <a:pt x="38" y="31"/>
                  </a:cubicBezTo>
                  <a:close/>
                  <a:moveTo>
                    <a:pt x="40" y="36"/>
                  </a:moveTo>
                  <a:cubicBezTo>
                    <a:pt x="47" y="38"/>
                    <a:pt x="53" y="40"/>
                    <a:pt x="60" y="40"/>
                  </a:cubicBezTo>
                  <a:cubicBezTo>
                    <a:pt x="60" y="60"/>
                    <a:pt x="60" y="60"/>
                    <a:pt x="60" y="60"/>
                  </a:cubicBezTo>
                  <a:cubicBezTo>
                    <a:pt x="36" y="60"/>
                    <a:pt x="36" y="60"/>
                    <a:pt x="36" y="60"/>
                  </a:cubicBezTo>
                  <a:cubicBezTo>
                    <a:pt x="36" y="52"/>
                    <a:pt x="38" y="44"/>
                    <a:pt x="40" y="36"/>
                  </a:cubicBezTo>
                  <a:close/>
                  <a:moveTo>
                    <a:pt x="60" y="64"/>
                  </a:moveTo>
                  <a:cubicBezTo>
                    <a:pt x="60" y="88"/>
                    <a:pt x="60" y="88"/>
                    <a:pt x="60" y="88"/>
                  </a:cubicBezTo>
                  <a:cubicBezTo>
                    <a:pt x="54" y="88"/>
                    <a:pt x="48" y="89"/>
                    <a:pt x="42" y="91"/>
                  </a:cubicBezTo>
                  <a:cubicBezTo>
                    <a:pt x="38" y="83"/>
                    <a:pt x="36" y="74"/>
                    <a:pt x="36" y="64"/>
                  </a:cubicBezTo>
                  <a:lnTo>
                    <a:pt x="60" y="64"/>
                  </a:lnTo>
                  <a:close/>
                  <a:moveTo>
                    <a:pt x="53" y="115"/>
                  </a:moveTo>
                  <a:cubicBezTo>
                    <a:pt x="43" y="114"/>
                    <a:pt x="34" y="109"/>
                    <a:pt x="27" y="103"/>
                  </a:cubicBezTo>
                  <a:cubicBezTo>
                    <a:pt x="31" y="100"/>
                    <a:pt x="35" y="98"/>
                    <a:pt x="40" y="96"/>
                  </a:cubicBezTo>
                  <a:cubicBezTo>
                    <a:pt x="43" y="103"/>
                    <a:pt x="48" y="110"/>
                    <a:pt x="53" y="115"/>
                  </a:cubicBezTo>
                  <a:close/>
                  <a:moveTo>
                    <a:pt x="64" y="116"/>
                  </a:moveTo>
                  <a:cubicBezTo>
                    <a:pt x="64" y="92"/>
                    <a:pt x="64" y="92"/>
                    <a:pt x="64" y="92"/>
                  </a:cubicBezTo>
                  <a:cubicBezTo>
                    <a:pt x="70" y="92"/>
                    <a:pt x="75" y="93"/>
                    <a:pt x="81" y="95"/>
                  </a:cubicBezTo>
                  <a:cubicBezTo>
                    <a:pt x="76" y="103"/>
                    <a:pt x="71" y="110"/>
                    <a:pt x="64" y="116"/>
                  </a:cubicBezTo>
                  <a:cubicBezTo>
                    <a:pt x="64" y="116"/>
                    <a:pt x="64" y="116"/>
                    <a:pt x="64" y="116"/>
                  </a:cubicBezTo>
                  <a:close/>
                  <a:moveTo>
                    <a:pt x="84" y="96"/>
                  </a:moveTo>
                  <a:cubicBezTo>
                    <a:pt x="89" y="98"/>
                    <a:pt x="93" y="100"/>
                    <a:pt x="97" y="103"/>
                  </a:cubicBezTo>
                  <a:cubicBezTo>
                    <a:pt x="90" y="109"/>
                    <a:pt x="81" y="114"/>
                    <a:pt x="71" y="115"/>
                  </a:cubicBezTo>
                  <a:cubicBezTo>
                    <a:pt x="76" y="110"/>
                    <a:pt x="81" y="103"/>
                    <a:pt x="84" y="96"/>
                  </a:cubicBezTo>
                  <a:close/>
                  <a:moveTo>
                    <a:pt x="82" y="91"/>
                  </a:moveTo>
                  <a:cubicBezTo>
                    <a:pt x="76" y="89"/>
                    <a:pt x="70" y="88"/>
                    <a:pt x="64" y="88"/>
                  </a:cubicBezTo>
                  <a:cubicBezTo>
                    <a:pt x="64" y="64"/>
                    <a:pt x="64" y="64"/>
                    <a:pt x="64" y="64"/>
                  </a:cubicBezTo>
                  <a:cubicBezTo>
                    <a:pt x="88" y="64"/>
                    <a:pt x="88" y="64"/>
                    <a:pt x="88" y="64"/>
                  </a:cubicBezTo>
                  <a:cubicBezTo>
                    <a:pt x="88" y="74"/>
                    <a:pt x="86" y="83"/>
                    <a:pt x="82" y="91"/>
                  </a:cubicBezTo>
                  <a:close/>
                  <a:moveTo>
                    <a:pt x="64" y="60"/>
                  </a:moveTo>
                  <a:cubicBezTo>
                    <a:pt x="64" y="40"/>
                    <a:pt x="64" y="40"/>
                    <a:pt x="64" y="40"/>
                  </a:cubicBezTo>
                  <a:cubicBezTo>
                    <a:pt x="71" y="40"/>
                    <a:pt x="77" y="38"/>
                    <a:pt x="84" y="36"/>
                  </a:cubicBezTo>
                  <a:cubicBezTo>
                    <a:pt x="86" y="44"/>
                    <a:pt x="88" y="52"/>
                    <a:pt x="88" y="60"/>
                  </a:cubicBezTo>
                  <a:lnTo>
                    <a:pt x="64" y="60"/>
                  </a:lnTo>
                  <a:close/>
                  <a:moveTo>
                    <a:pt x="22" y="26"/>
                  </a:moveTo>
                  <a:cubicBezTo>
                    <a:pt x="26" y="30"/>
                    <a:pt x="31" y="33"/>
                    <a:pt x="37" y="35"/>
                  </a:cubicBezTo>
                  <a:cubicBezTo>
                    <a:pt x="34" y="43"/>
                    <a:pt x="32" y="51"/>
                    <a:pt x="32" y="60"/>
                  </a:cubicBezTo>
                  <a:cubicBezTo>
                    <a:pt x="8" y="60"/>
                    <a:pt x="8" y="60"/>
                    <a:pt x="8" y="60"/>
                  </a:cubicBezTo>
                  <a:cubicBezTo>
                    <a:pt x="9" y="47"/>
                    <a:pt x="14" y="35"/>
                    <a:pt x="22" y="26"/>
                  </a:cubicBezTo>
                  <a:close/>
                  <a:moveTo>
                    <a:pt x="8" y="64"/>
                  </a:moveTo>
                  <a:cubicBezTo>
                    <a:pt x="32" y="64"/>
                    <a:pt x="32" y="64"/>
                    <a:pt x="32" y="64"/>
                  </a:cubicBezTo>
                  <a:cubicBezTo>
                    <a:pt x="32" y="74"/>
                    <a:pt x="34" y="84"/>
                    <a:pt x="38" y="93"/>
                  </a:cubicBezTo>
                  <a:cubicBezTo>
                    <a:pt x="33" y="95"/>
                    <a:pt x="28" y="97"/>
                    <a:pt x="24" y="100"/>
                  </a:cubicBezTo>
                  <a:cubicBezTo>
                    <a:pt x="15" y="91"/>
                    <a:pt x="9" y="78"/>
                    <a:pt x="8" y="64"/>
                  </a:cubicBezTo>
                  <a:close/>
                  <a:moveTo>
                    <a:pt x="100" y="100"/>
                  </a:moveTo>
                  <a:cubicBezTo>
                    <a:pt x="96" y="97"/>
                    <a:pt x="91" y="95"/>
                    <a:pt x="86" y="93"/>
                  </a:cubicBezTo>
                  <a:cubicBezTo>
                    <a:pt x="90" y="84"/>
                    <a:pt x="92" y="74"/>
                    <a:pt x="92" y="64"/>
                  </a:cubicBezTo>
                  <a:cubicBezTo>
                    <a:pt x="116" y="64"/>
                    <a:pt x="116" y="64"/>
                    <a:pt x="116" y="64"/>
                  </a:cubicBezTo>
                  <a:cubicBezTo>
                    <a:pt x="115" y="78"/>
                    <a:pt x="109" y="91"/>
                    <a:pt x="100" y="100"/>
                  </a:cubicBezTo>
                  <a:close/>
                </a:path>
              </a:pathLst>
            </a:cu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49" name="Group 48"/>
            <p:cNvGrpSpPr/>
            <p:nvPr/>
          </p:nvGrpSpPr>
          <p:grpSpPr>
            <a:xfrm>
              <a:off x="7366971" y="4407847"/>
              <a:ext cx="482600" cy="392113"/>
              <a:chOff x="2974975" y="5006976"/>
              <a:chExt cx="482600" cy="392113"/>
            </a:xfrm>
            <a:solidFill>
              <a:sysClr val="window" lastClr="FFFFFF"/>
            </a:solidFill>
          </p:grpSpPr>
          <p:sp>
            <p:nvSpPr>
              <p:cNvPr id="102" name="Freeform 46"/>
              <p:cNvSpPr>
                <a:spLocks noEditPoints="1"/>
              </p:cNvSpPr>
              <p:nvPr/>
            </p:nvSpPr>
            <p:spPr bwMode="auto">
              <a:xfrm>
                <a:off x="3306763" y="5127626"/>
                <a:ext cx="90487" cy="120650"/>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03" name="Freeform 47"/>
              <p:cNvSpPr>
                <a:spLocks noEditPoints="1"/>
              </p:cNvSpPr>
              <p:nvPr/>
            </p:nvSpPr>
            <p:spPr bwMode="auto">
              <a:xfrm>
                <a:off x="2974975" y="5006976"/>
                <a:ext cx="482600" cy="392113"/>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50" name="Group 49"/>
            <p:cNvGrpSpPr/>
            <p:nvPr/>
          </p:nvGrpSpPr>
          <p:grpSpPr>
            <a:xfrm>
              <a:off x="7210457" y="1807833"/>
              <a:ext cx="549275" cy="549275"/>
              <a:chOff x="1978025" y="4927601"/>
              <a:chExt cx="549275" cy="549275"/>
            </a:xfrm>
            <a:solidFill>
              <a:sysClr val="window" lastClr="FFFFFF"/>
            </a:solidFill>
          </p:grpSpPr>
          <p:sp>
            <p:nvSpPr>
              <p:cNvPr id="93" name="Freeform 48"/>
              <p:cNvSpPr>
                <a:spLocks noEditPoints="1"/>
              </p:cNvSpPr>
              <p:nvPr/>
            </p:nvSpPr>
            <p:spPr bwMode="auto">
              <a:xfrm>
                <a:off x="1978025" y="4927601"/>
                <a:ext cx="549275" cy="549275"/>
              </a:xfrm>
              <a:custGeom>
                <a:avLst/>
                <a:gdLst>
                  <a:gd name="T0" fmla="*/ 97 w 146"/>
                  <a:gd name="T1" fmla="*/ 14 h 146"/>
                  <a:gd name="T2" fmla="*/ 14 w 146"/>
                  <a:gd name="T3" fmla="*/ 49 h 146"/>
                  <a:gd name="T4" fmla="*/ 49 w 146"/>
                  <a:gd name="T5" fmla="*/ 132 h 146"/>
                  <a:gd name="T6" fmla="*/ 132 w 146"/>
                  <a:gd name="T7" fmla="*/ 97 h 146"/>
                  <a:gd name="T8" fmla="*/ 97 w 146"/>
                  <a:gd name="T9" fmla="*/ 14 h 146"/>
                  <a:gd name="T10" fmla="*/ 52 w 146"/>
                  <a:gd name="T11" fmla="*/ 125 h 146"/>
                  <a:gd name="T12" fmla="*/ 21 w 146"/>
                  <a:gd name="T13" fmla="*/ 52 h 146"/>
                  <a:gd name="T14" fmla="*/ 94 w 146"/>
                  <a:gd name="T15" fmla="*/ 21 h 146"/>
                  <a:gd name="T16" fmla="*/ 125 w 146"/>
                  <a:gd name="T17" fmla="*/ 94 h 146"/>
                  <a:gd name="T18" fmla="*/ 52 w 146"/>
                  <a:gd name="T19" fmla="*/ 1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6">
                    <a:moveTo>
                      <a:pt x="97" y="14"/>
                    </a:moveTo>
                    <a:cubicBezTo>
                      <a:pt x="64" y="0"/>
                      <a:pt x="27" y="16"/>
                      <a:pt x="14" y="49"/>
                    </a:cubicBezTo>
                    <a:cubicBezTo>
                      <a:pt x="0" y="82"/>
                      <a:pt x="16" y="119"/>
                      <a:pt x="49" y="132"/>
                    </a:cubicBezTo>
                    <a:cubicBezTo>
                      <a:pt x="82" y="146"/>
                      <a:pt x="119" y="130"/>
                      <a:pt x="132" y="97"/>
                    </a:cubicBezTo>
                    <a:cubicBezTo>
                      <a:pt x="146" y="64"/>
                      <a:pt x="130" y="27"/>
                      <a:pt x="97" y="14"/>
                    </a:cubicBezTo>
                    <a:close/>
                    <a:moveTo>
                      <a:pt x="52" y="125"/>
                    </a:moveTo>
                    <a:cubicBezTo>
                      <a:pt x="24" y="114"/>
                      <a:pt x="10" y="81"/>
                      <a:pt x="21" y="52"/>
                    </a:cubicBezTo>
                    <a:cubicBezTo>
                      <a:pt x="33" y="24"/>
                      <a:pt x="65" y="10"/>
                      <a:pt x="94" y="21"/>
                    </a:cubicBezTo>
                    <a:cubicBezTo>
                      <a:pt x="123" y="33"/>
                      <a:pt x="136" y="65"/>
                      <a:pt x="125" y="94"/>
                    </a:cubicBezTo>
                    <a:cubicBezTo>
                      <a:pt x="114" y="123"/>
                      <a:pt x="81" y="136"/>
                      <a:pt x="5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94" name="Freeform 49"/>
              <p:cNvSpPr>
                <a:spLocks noEditPoints="1"/>
              </p:cNvSpPr>
              <p:nvPr/>
            </p:nvSpPr>
            <p:spPr bwMode="auto">
              <a:xfrm>
                <a:off x="2219325" y="5168901"/>
                <a:ext cx="66675" cy="68263"/>
              </a:xfrm>
              <a:custGeom>
                <a:avLst/>
                <a:gdLst>
                  <a:gd name="T0" fmla="*/ 12 w 18"/>
                  <a:gd name="T1" fmla="*/ 2 h 18"/>
                  <a:gd name="T2" fmla="*/ 2 w 18"/>
                  <a:gd name="T3" fmla="*/ 6 h 18"/>
                  <a:gd name="T4" fmla="*/ 6 w 18"/>
                  <a:gd name="T5" fmla="*/ 16 h 18"/>
                  <a:gd name="T6" fmla="*/ 16 w 18"/>
                  <a:gd name="T7" fmla="*/ 12 h 18"/>
                  <a:gd name="T8" fmla="*/ 12 w 18"/>
                  <a:gd name="T9" fmla="*/ 2 h 18"/>
                  <a:gd name="T10" fmla="*/ 8 w 18"/>
                  <a:gd name="T11" fmla="*/ 13 h 18"/>
                  <a:gd name="T12" fmla="*/ 5 w 18"/>
                  <a:gd name="T13" fmla="*/ 8 h 18"/>
                  <a:gd name="T14" fmla="*/ 11 w 18"/>
                  <a:gd name="T15" fmla="*/ 5 h 18"/>
                  <a:gd name="T16" fmla="*/ 13 w 18"/>
                  <a:gd name="T17" fmla="*/ 11 h 18"/>
                  <a:gd name="T18" fmla="*/ 8 w 18"/>
                  <a:gd name="T1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12" y="2"/>
                    </a:moveTo>
                    <a:cubicBezTo>
                      <a:pt x="8" y="0"/>
                      <a:pt x="3" y="2"/>
                      <a:pt x="2" y="6"/>
                    </a:cubicBezTo>
                    <a:cubicBezTo>
                      <a:pt x="0" y="10"/>
                      <a:pt x="2" y="15"/>
                      <a:pt x="6" y="16"/>
                    </a:cubicBezTo>
                    <a:cubicBezTo>
                      <a:pt x="10" y="18"/>
                      <a:pt x="15" y="16"/>
                      <a:pt x="16" y="12"/>
                    </a:cubicBezTo>
                    <a:cubicBezTo>
                      <a:pt x="18" y="8"/>
                      <a:pt x="16" y="3"/>
                      <a:pt x="12" y="2"/>
                    </a:cubicBezTo>
                    <a:close/>
                    <a:moveTo>
                      <a:pt x="8" y="13"/>
                    </a:moveTo>
                    <a:cubicBezTo>
                      <a:pt x="5" y="12"/>
                      <a:pt x="4" y="10"/>
                      <a:pt x="5" y="8"/>
                    </a:cubicBezTo>
                    <a:cubicBezTo>
                      <a:pt x="6" y="5"/>
                      <a:pt x="8" y="4"/>
                      <a:pt x="11" y="5"/>
                    </a:cubicBezTo>
                    <a:cubicBezTo>
                      <a:pt x="13" y="6"/>
                      <a:pt x="14" y="8"/>
                      <a:pt x="13" y="11"/>
                    </a:cubicBezTo>
                    <a:cubicBezTo>
                      <a:pt x="12" y="13"/>
                      <a:pt x="10"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95" name="Freeform 50"/>
              <p:cNvSpPr>
                <a:spLocks noEditPoints="1"/>
              </p:cNvSpPr>
              <p:nvPr/>
            </p:nvSpPr>
            <p:spPr bwMode="auto">
              <a:xfrm>
                <a:off x="2151063" y="5100638"/>
                <a:ext cx="203200" cy="203200"/>
              </a:xfrm>
              <a:custGeom>
                <a:avLst/>
                <a:gdLst>
                  <a:gd name="T0" fmla="*/ 36 w 54"/>
                  <a:gd name="T1" fmla="*/ 5 h 54"/>
                  <a:gd name="T2" fmla="*/ 5 w 54"/>
                  <a:gd name="T3" fmla="*/ 18 h 54"/>
                  <a:gd name="T4" fmla="*/ 18 w 54"/>
                  <a:gd name="T5" fmla="*/ 49 h 54"/>
                  <a:gd name="T6" fmla="*/ 49 w 54"/>
                  <a:gd name="T7" fmla="*/ 36 h 54"/>
                  <a:gd name="T8" fmla="*/ 36 w 54"/>
                  <a:gd name="T9" fmla="*/ 5 h 54"/>
                  <a:gd name="T10" fmla="*/ 21 w 54"/>
                  <a:gd name="T11" fmla="*/ 42 h 54"/>
                  <a:gd name="T12" fmla="*/ 12 w 54"/>
                  <a:gd name="T13" fmla="*/ 21 h 54"/>
                  <a:gd name="T14" fmla="*/ 33 w 54"/>
                  <a:gd name="T15" fmla="*/ 12 h 54"/>
                  <a:gd name="T16" fmla="*/ 42 w 54"/>
                  <a:gd name="T17" fmla="*/ 33 h 54"/>
                  <a:gd name="T18" fmla="*/ 21 w 54"/>
                  <a:gd name="T19"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36" y="5"/>
                    </a:moveTo>
                    <a:cubicBezTo>
                      <a:pt x="24" y="0"/>
                      <a:pt x="10" y="6"/>
                      <a:pt x="5" y="18"/>
                    </a:cubicBezTo>
                    <a:cubicBezTo>
                      <a:pt x="0" y="30"/>
                      <a:pt x="6" y="44"/>
                      <a:pt x="18" y="49"/>
                    </a:cubicBezTo>
                    <a:cubicBezTo>
                      <a:pt x="30" y="54"/>
                      <a:pt x="44" y="48"/>
                      <a:pt x="49" y="36"/>
                    </a:cubicBezTo>
                    <a:cubicBezTo>
                      <a:pt x="54" y="24"/>
                      <a:pt x="48" y="10"/>
                      <a:pt x="36" y="5"/>
                    </a:cubicBezTo>
                    <a:close/>
                    <a:moveTo>
                      <a:pt x="21" y="42"/>
                    </a:moveTo>
                    <a:cubicBezTo>
                      <a:pt x="13" y="39"/>
                      <a:pt x="9" y="29"/>
                      <a:pt x="12" y="21"/>
                    </a:cubicBezTo>
                    <a:cubicBezTo>
                      <a:pt x="15" y="13"/>
                      <a:pt x="25" y="9"/>
                      <a:pt x="33" y="12"/>
                    </a:cubicBezTo>
                    <a:cubicBezTo>
                      <a:pt x="41" y="15"/>
                      <a:pt x="45" y="25"/>
                      <a:pt x="42" y="33"/>
                    </a:cubicBezTo>
                    <a:cubicBezTo>
                      <a:pt x="39" y="41"/>
                      <a:pt x="29" y="45"/>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96" name="Freeform 51"/>
              <p:cNvSpPr>
                <a:spLocks/>
              </p:cNvSpPr>
              <p:nvPr/>
            </p:nvSpPr>
            <p:spPr bwMode="auto">
              <a:xfrm>
                <a:off x="2290763" y="5237163"/>
                <a:ext cx="74612" cy="77788"/>
              </a:xfrm>
              <a:custGeom>
                <a:avLst/>
                <a:gdLst>
                  <a:gd name="T0" fmla="*/ 20 w 20"/>
                  <a:gd name="T1" fmla="*/ 3 h 21"/>
                  <a:gd name="T2" fmla="*/ 19 w 20"/>
                  <a:gd name="T3" fmla="*/ 0 h 21"/>
                  <a:gd name="T4" fmla="*/ 16 w 20"/>
                  <a:gd name="T5" fmla="*/ 1 h 21"/>
                  <a:gd name="T6" fmla="*/ 16 w 20"/>
                  <a:gd name="T7" fmla="*/ 1 h 21"/>
                  <a:gd name="T8" fmla="*/ 1 w 20"/>
                  <a:gd name="T9" fmla="*/ 17 h 21"/>
                  <a:gd name="T10" fmla="*/ 0 w 20"/>
                  <a:gd name="T11" fmla="*/ 19 h 21"/>
                  <a:gd name="T12" fmla="*/ 3 w 20"/>
                  <a:gd name="T13" fmla="*/ 20 h 21"/>
                  <a:gd name="T14" fmla="*/ 3 w 20"/>
                  <a:gd name="T15" fmla="*/ 20 h 21"/>
                  <a:gd name="T16" fmla="*/ 20 w 20"/>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20" y="3"/>
                    </a:moveTo>
                    <a:cubicBezTo>
                      <a:pt x="20" y="2"/>
                      <a:pt x="20" y="1"/>
                      <a:pt x="19" y="0"/>
                    </a:cubicBezTo>
                    <a:cubicBezTo>
                      <a:pt x="18" y="0"/>
                      <a:pt x="16" y="0"/>
                      <a:pt x="16" y="1"/>
                    </a:cubicBezTo>
                    <a:cubicBezTo>
                      <a:pt x="16" y="1"/>
                      <a:pt x="16" y="1"/>
                      <a:pt x="16" y="1"/>
                    </a:cubicBezTo>
                    <a:cubicBezTo>
                      <a:pt x="13" y="9"/>
                      <a:pt x="8" y="14"/>
                      <a:pt x="1" y="17"/>
                    </a:cubicBezTo>
                    <a:cubicBezTo>
                      <a:pt x="0" y="17"/>
                      <a:pt x="0" y="18"/>
                      <a:pt x="0" y="19"/>
                    </a:cubicBezTo>
                    <a:cubicBezTo>
                      <a:pt x="0" y="20"/>
                      <a:pt x="2" y="21"/>
                      <a:pt x="3" y="20"/>
                    </a:cubicBezTo>
                    <a:cubicBezTo>
                      <a:pt x="3" y="20"/>
                      <a:pt x="3" y="20"/>
                      <a:pt x="3" y="20"/>
                    </a:cubicBezTo>
                    <a:cubicBezTo>
                      <a:pt x="10" y="17"/>
                      <a:pt x="16" y="11"/>
                      <a:pt x="2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97" name="Freeform 52"/>
              <p:cNvSpPr>
                <a:spLocks/>
              </p:cNvSpPr>
              <p:nvPr/>
            </p:nvSpPr>
            <p:spPr bwMode="auto">
              <a:xfrm>
                <a:off x="2312988" y="5259388"/>
                <a:ext cx="109537" cy="112713"/>
              </a:xfrm>
              <a:custGeom>
                <a:avLst/>
                <a:gdLst>
                  <a:gd name="T0" fmla="*/ 27 w 29"/>
                  <a:gd name="T1" fmla="*/ 0 h 30"/>
                  <a:gd name="T2" fmla="*/ 25 w 29"/>
                  <a:gd name="T3" fmla="*/ 1 h 30"/>
                  <a:gd name="T4" fmla="*/ 1 w 29"/>
                  <a:gd name="T5" fmla="*/ 25 h 30"/>
                  <a:gd name="T6" fmla="*/ 0 w 29"/>
                  <a:gd name="T7" fmla="*/ 28 h 30"/>
                  <a:gd name="T8" fmla="*/ 3 w 29"/>
                  <a:gd name="T9" fmla="*/ 29 h 30"/>
                  <a:gd name="T10" fmla="*/ 3 w 29"/>
                  <a:gd name="T11" fmla="*/ 29 h 30"/>
                  <a:gd name="T12" fmla="*/ 29 w 29"/>
                  <a:gd name="T13" fmla="*/ 3 h 30"/>
                  <a:gd name="T14" fmla="*/ 27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7" y="0"/>
                    </a:moveTo>
                    <a:cubicBezTo>
                      <a:pt x="26" y="0"/>
                      <a:pt x="25" y="0"/>
                      <a:pt x="25" y="1"/>
                    </a:cubicBezTo>
                    <a:cubicBezTo>
                      <a:pt x="20" y="13"/>
                      <a:pt x="12" y="21"/>
                      <a:pt x="1" y="25"/>
                    </a:cubicBezTo>
                    <a:cubicBezTo>
                      <a:pt x="0" y="26"/>
                      <a:pt x="0" y="27"/>
                      <a:pt x="0" y="28"/>
                    </a:cubicBezTo>
                    <a:cubicBezTo>
                      <a:pt x="1" y="29"/>
                      <a:pt x="2" y="30"/>
                      <a:pt x="3" y="29"/>
                    </a:cubicBezTo>
                    <a:cubicBezTo>
                      <a:pt x="3" y="29"/>
                      <a:pt x="3" y="29"/>
                      <a:pt x="3" y="29"/>
                    </a:cubicBezTo>
                    <a:cubicBezTo>
                      <a:pt x="14" y="24"/>
                      <a:pt x="24" y="15"/>
                      <a:pt x="29" y="3"/>
                    </a:cubicBezTo>
                    <a:cubicBezTo>
                      <a:pt x="29" y="2"/>
                      <a:pt x="2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98" name="Freeform 53"/>
              <p:cNvSpPr>
                <a:spLocks/>
              </p:cNvSpPr>
              <p:nvPr/>
            </p:nvSpPr>
            <p:spPr bwMode="auto">
              <a:xfrm>
                <a:off x="2301875" y="5248276"/>
                <a:ext cx="93662" cy="93663"/>
              </a:xfrm>
              <a:custGeom>
                <a:avLst/>
                <a:gdLst>
                  <a:gd name="T0" fmla="*/ 23 w 25"/>
                  <a:gd name="T1" fmla="*/ 0 h 25"/>
                  <a:gd name="T2" fmla="*/ 20 w 25"/>
                  <a:gd name="T3" fmla="*/ 1 h 25"/>
                  <a:gd name="T4" fmla="*/ 1 w 25"/>
                  <a:gd name="T5" fmla="*/ 21 h 25"/>
                  <a:gd name="T6" fmla="*/ 1 w 25"/>
                  <a:gd name="T7" fmla="*/ 21 h 25"/>
                  <a:gd name="T8" fmla="*/ 0 w 25"/>
                  <a:gd name="T9" fmla="*/ 24 h 25"/>
                  <a:gd name="T10" fmla="*/ 3 w 25"/>
                  <a:gd name="T11" fmla="*/ 25 h 25"/>
                  <a:gd name="T12" fmla="*/ 3 w 25"/>
                  <a:gd name="T13" fmla="*/ 25 h 25"/>
                  <a:gd name="T14" fmla="*/ 24 w 25"/>
                  <a:gd name="T15" fmla="*/ 3 h 25"/>
                  <a:gd name="T16" fmla="*/ 23 w 25"/>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5">
                    <a:moveTo>
                      <a:pt x="23" y="0"/>
                    </a:moveTo>
                    <a:cubicBezTo>
                      <a:pt x="22" y="0"/>
                      <a:pt x="21" y="0"/>
                      <a:pt x="20" y="1"/>
                    </a:cubicBezTo>
                    <a:cubicBezTo>
                      <a:pt x="17" y="11"/>
                      <a:pt x="10" y="17"/>
                      <a:pt x="1" y="21"/>
                    </a:cubicBezTo>
                    <a:cubicBezTo>
                      <a:pt x="1" y="21"/>
                      <a:pt x="1" y="21"/>
                      <a:pt x="1" y="21"/>
                    </a:cubicBezTo>
                    <a:cubicBezTo>
                      <a:pt x="0" y="22"/>
                      <a:pt x="0" y="23"/>
                      <a:pt x="0" y="24"/>
                    </a:cubicBezTo>
                    <a:cubicBezTo>
                      <a:pt x="1" y="25"/>
                      <a:pt x="2" y="25"/>
                      <a:pt x="3" y="25"/>
                    </a:cubicBezTo>
                    <a:cubicBezTo>
                      <a:pt x="3" y="25"/>
                      <a:pt x="3" y="25"/>
                      <a:pt x="3" y="25"/>
                    </a:cubicBezTo>
                    <a:cubicBezTo>
                      <a:pt x="12" y="21"/>
                      <a:pt x="20" y="13"/>
                      <a:pt x="24" y="3"/>
                    </a:cubicBezTo>
                    <a:cubicBezTo>
                      <a:pt x="25" y="2"/>
                      <a:pt x="24" y="1"/>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99" name="Freeform 54"/>
              <p:cNvSpPr>
                <a:spLocks/>
              </p:cNvSpPr>
              <p:nvPr/>
            </p:nvSpPr>
            <p:spPr bwMode="auto">
              <a:xfrm>
                <a:off x="2139950" y="5089526"/>
                <a:ext cx="74612" cy="79375"/>
              </a:xfrm>
              <a:custGeom>
                <a:avLst/>
                <a:gdLst>
                  <a:gd name="T0" fmla="*/ 20 w 20"/>
                  <a:gd name="T1" fmla="*/ 2 h 21"/>
                  <a:gd name="T2" fmla="*/ 17 w 20"/>
                  <a:gd name="T3" fmla="*/ 1 h 21"/>
                  <a:gd name="T4" fmla="*/ 17 w 20"/>
                  <a:gd name="T5" fmla="*/ 1 h 21"/>
                  <a:gd name="T6" fmla="*/ 0 w 20"/>
                  <a:gd name="T7" fmla="*/ 18 h 21"/>
                  <a:gd name="T8" fmla="*/ 0 w 20"/>
                  <a:gd name="T9" fmla="*/ 18 h 21"/>
                  <a:gd name="T10" fmla="*/ 1 w 20"/>
                  <a:gd name="T11" fmla="*/ 21 h 21"/>
                  <a:gd name="T12" fmla="*/ 4 w 20"/>
                  <a:gd name="T13" fmla="*/ 20 h 21"/>
                  <a:gd name="T14" fmla="*/ 4 w 20"/>
                  <a:gd name="T15" fmla="*/ 20 h 21"/>
                  <a:gd name="T16" fmla="*/ 19 w 20"/>
                  <a:gd name="T17" fmla="*/ 4 h 21"/>
                  <a:gd name="T18" fmla="*/ 20 w 20"/>
                  <a:gd name="T1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1">
                    <a:moveTo>
                      <a:pt x="20" y="2"/>
                    </a:moveTo>
                    <a:cubicBezTo>
                      <a:pt x="20" y="1"/>
                      <a:pt x="18" y="0"/>
                      <a:pt x="17" y="1"/>
                    </a:cubicBezTo>
                    <a:cubicBezTo>
                      <a:pt x="17" y="1"/>
                      <a:pt x="17" y="1"/>
                      <a:pt x="17" y="1"/>
                    </a:cubicBezTo>
                    <a:cubicBezTo>
                      <a:pt x="10" y="4"/>
                      <a:pt x="4" y="10"/>
                      <a:pt x="0" y="18"/>
                    </a:cubicBezTo>
                    <a:cubicBezTo>
                      <a:pt x="0" y="18"/>
                      <a:pt x="0" y="18"/>
                      <a:pt x="0" y="18"/>
                    </a:cubicBezTo>
                    <a:cubicBezTo>
                      <a:pt x="0" y="19"/>
                      <a:pt x="0" y="20"/>
                      <a:pt x="1" y="21"/>
                    </a:cubicBezTo>
                    <a:cubicBezTo>
                      <a:pt x="2" y="21"/>
                      <a:pt x="4" y="21"/>
                      <a:pt x="4" y="20"/>
                    </a:cubicBezTo>
                    <a:cubicBezTo>
                      <a:pt x="4" y="20"/>
                      <a:pt x="4" y="20"/>
                      <a:pt x="4" y="20"/>
                    </a:cubicBezTo>
                    <a:cubicBezTo>
                      <a:pt x="7" y="12"/>
                      <a:pt x="12" y="7"/>
                      <a:pt x="19" y="4"/>
                    </a:cubicBezTo>
                    <a:cubicBezTo>
                      <a:pt x="20" y="4"/>
                      <a:pt x="20" y="3"/>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00" name="Freeform 55"/>
              <p:cNvSpPr>
                <a:spLocks/>
              </p:cNvSpPr>
              <p:nvPr/>
            </p:nvSpPr>
            <p:spPr bwMode="auto">
              <a:xfrm>
                <a:off x="2082800" y="5033963"/>
                <a:ext cx="109537" cy="112713"/>
              </a:xfrm>
              <a:custGeom>
                <a:avLst/>
                <a:gdLst>
                  <a:gd name="T0" fmla="*/ 29 w 29"/>
                  <a:gd name="T1" fmla="*/ 2 h 30"/>
                  <a:gd name="T2" fmla="*/ 26 w 29"/>
                  <a:gd name="T3" fmla="*/ 1 h 30"/>
                  <a:gd name="T4" fmla="*/ 26 w 29"/>
                  <a:gd name="T5" fmla="*/ 1 h 30"/>
                  <a:gd name="T6" fmla="*/ 0 w 29"/>
                  <a:gd name="T7" fmla="*/ 27 h 30"/>
                  <a:gd name="T8" fmla="*/ 2 w 29"/>
                  <a:gd name="T9" fmla="*/ 30 h 30"/>
                  <a:gd name="T10" fmla="*/ 4 w 29"/>
                  <a:gd name="T11" fmla="*/ 29 h 30"/>
                  <a:gd name="T12" fmla="*/ 28 w 29"/>
                  <a:gd name="T13" fmla="*/ 5 h 30"/>
                  <a:gd name="T14" fmla="*/ 29 w 29"/>
                  <a:gd name="T15" fmla="*/ 2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9" y="2"/>
                    </a:moveTo>
                    <a:cubicBezTo>
                      <a:pt x="28" y="1"/>
                      <a:pt x="27" y="0"/>
                      <a:pt x="26" y="1"/>
                    </a:cubicBezTo>
                    <a:cubicBezTo>
                      <a:pt x="26" y="1"/>
                      <a:pt x="26" y="1"/>
                      <a:pt x="26" y="1"/>
                    </a:cubicBezTo>
                    <a:cubicBezTo>
                      <a:pt x="15" y="6"/>
                      <a:pt x="5" y="15"/>
                      <a:pt x="0" y="27"/>
                    </a:cubicBezTo>
                    <a:cubicBezTo>
                      <a:pt x="0" y="28"/>
                      <a:pt x="1" y="29"/>
                      <a:pt x="2" y="30"/>
                    </a:cubicBezTo>
                    <a:cubicBezTo>
                      <a:pt x="3" y="30"/>
                      <a:pt x="4" y="30"/>
                      <a:pt x="4" y="29"/>
                    </a:cubicBezTo>
                    <a:cubicBezTo>
                      <a:pt x="9" y="17"/>
                      <a:pt x="17" y="9"/>
                      <a:pt x="28" y="5"/>
                    </a:cubicBezTo>
                    <a:cubicBezTo>
                      <a:pt x="29" y="4"/>
                      <a:pt x="29"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01" name="Freeform 56"/>
              <p:cNvSpPr>
                <a:spLocks/>
              </p:cNvSpPr>
              <p:nvPr/>
            </p:nvSpPr>
            <p:spPr bwMode="auto">
              <a:xfrm>
                <a:off x="2109788" y="5064126"/>
                <a:ext cx="93662" cy="93663"/>
              </a:xfrm>
              <a:custGeom>
                <a:avLst/>
                <a:gdLst>
                  <a:gd name="T0" fmla="*/ 24 w 25"/>
                  <a:gd name="T1" fmla="*/ 4 h 25"/>
                  <a:gd name="T2" fmla="*/ 25 w 25"/>
                  <a:gd name="T3" fmla="*/ 1 h 25"/>
                  <a:gd name="T4" fmla="*/ 22 w 25"/>
                  <a:gd name="T5" fmla="*/ 0 h 25"/>
                  <a:gd name="T6" fmla="*/ 22 w 25"/>
                  <a:gd name="T7" fmla="*/ 0 h 25"/>
                  <a:gd name="T8" fmla="*/ 1 w 25"/>
                  <a:gd name="T9" fmla="*/ 22 h 25"/>
                  <a:gd name="T10" fmla="*/ 2 w 25"/>
                  <a:gd name="T11" fmla="*/ 25 h 25"/>
                  <a:gd name="T12" fmla="*/ 5 w 25"/>
                  <a:gd name="T13" fmla="*/ 24 h 25"/>
                  <a:gd name="T14" fmla="*/ 24 w 25"/>
                  <a:gd name="T15" fmla="*/ 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24" y="4"/>
                    </a:moveTo>
                    <a:cubicBezTo>
                      <a:pt x="25" y="3"/>
                      <a:pt x="25" y="2"/>
                      <a:pt x="25" y="1"/>
                    </a:cubicBezTo>
                    <a:cubicBezTo>
                      <a:pt x="24" y="0"/>
                      <a:pt x="23" y="0"/>
                      <a:pt x="22" y="0"/>
                    </a:cubicBezTo>
                    <a:cubicBezTo>
                      <a:pt x="22" y="0"/>
                      <a:pt x="22" y="0"/>
                      <a:pt x="22" y="0"/>
                    </a:cubicBezTo>
                    <a:cubicBezTo>
                      <a:pt x="13" y="4"/>
                      <a:pt x="5" y="12"/>
                      <a:pt x="1" y="22"/>
                    </a:cubicBezTo>
                    <a:cubicBezTo>
                      <a:pt x="0" y="23"/>
                      <a:pt x="1" y="24"/>
                      <a:pt x="2" y="25"/>
                    </a:cubicBezTo>
                    <a:cubicBezTo>
                      <a:pt x="3" y="25"/>
                      <a:pt x="4" y="25"/>
                      <a:pt x="5" y="24"/>
                    </a:cubicBezTo>
                    <a:cubicBezTo>
                      <a:pt x="8" y="14"/>
                      <a:pt x="15" y="8"/>
                      <a:pt x="2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51" name="Group 50"/>
            <p:cNvGrpSpPr/>
            <p:nvPr/>
          </p:nvGrpSpPr>
          <p:grpSpPr>
            <a:xfrm>
              <a:off x="8806221" y="3987764"/>
              <a:ext cx="495300" cy="466725"/>
              <a:chOff x="1049338" y="4976813"/>
              <a:chExt cx="495300" cy="466725"/>
            </a:xfrm>
            <a:solidFill>
              <a:sysClr val="window" lastClr="FFFFFF"/>
            </a:solidFill>
          </p:grpSpPr>
          <p:sp>
            <p:nvSpPr>
              <p:cNvPr id="91" name="Oval 57"/>
              <p:cNvSpPr>
                <a:spLocks noChangeArrowheads="1"/>
              </p:cNvSpPr>
              <p:nvPr/>
            </p:nvSpPr>
            <p:spPr bwMode="auto">
              <a:xfrm>
                <a:off x="1289050" y="5232401"/>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92" name="Freeform 58"/>
              <p:cNvSpPr>
                <a:spLocks noEditPoints="1"/>
              </p:cNvSpPr>
              <p:nvPr/>
            </p:nvSpPr>
            <p:spPr bwMode="auto">
              <a:xfrm>
                <a:off x="1049338" y="4976813"/>
                <a:ext cx="495300"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sp>
          <p:nvSpPr>
            <p:cNvPr id="52" name="Freeform 59"/>
            <p:cNvSpPr>
              <a:spLocks noEditPoints="1"/>
            </p:cNvSpPr>
            <p:nvPr/>
          </p:nvSpPr>
          <p:spPr bwMode="auto">
            <a:xfrm>
              <a:off x="10358746" y="1778001"/>
              <a:ext cx="481012" cy="482600"/>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53" name="Freeform 60"/>
            <p:cNvSpPr>
              <a:spLocks noEditPoints="1"/>
            </p:cNvSpPr>
            <p:nvPr/>
          </p:nvSpPr>
          <p:spPr bwMode="auto">
            <a:xfrm>
              <a:off x="5920091" y="2565323"/>
              <a:ext cx="485775" cy="482600"/>
            </a:xfrm>
            <a:custGeom>
              <a:avLst/>
              <a:gdLst>
                <a:gd name="T0" fmla="*/ 126 w 129"/>
                <a:gd name="T1" fmla="*/ 2 h 128"/>
                <a:gd name="T2" fmla="*/ 121 w 129"/>
                <a:gd name="T3" fmla="*/ 0 h 128"/>
                <a:gd name="T4" fmla="*/ 120 w 129"/>
                <a:gd name="T5" fmla="*/ 0 h 128"/>
                <a:gd name="T6" fmla="*/ 52 w 129"/>
                <a:gd name="T7" fmla="*/ 12 h 128"/>
                <a:gd name="T8" fmla="*/ 45 w 129"/>
                <a:gd name="T9" fmla="*/ 20 h 128"/>
                <a:gd name="T10" fmla="*/ 45 w 129"/>
                <a:gd name="T11" fmla="*/ 28 h 128"/>
                <a:gd name="T12" fmla="*/ 45 w 129"/>
                <a:gd name="T13" fmla="*/ 32 h 128"/>
                <a:gd name="T14" fmla="*/ 45 w 129"/>
                <a:gd name="T15" fmla="*/ 89 h 128"/>
                <a:gd name="T16" fmla="*/ 30 w 129"/>
                <a:gd name="T17" fmla="*/ 84 h 128"/>
                <a:gd name="T18" fmla="*/ 20 w 129"/>
                <a:gd name="T19" fmla="*/ 86 h 128"/>
                <a:gd name="T20" fmla="*/ 3 w 129"/>
                <a:gd name="T21" fmla="*/ 100 h 128"/>
                <a:gd name="T22" fmla="*/ 2 w 129"/>
                <a:gd name="T23" fmla="*/ 115 h 128"/>
                <a:gd name="T24" fmla="*/ 24 w 129"/>
                <a:gd name="T25" fmla="*/ 128 h 128"/>
                <a:gd name="T26" fmla="*/ 34 w 129"/>
                <a:gd name="T27" fmla="*/ 126 h 128"/>
                <a:gd name="T28" fmla="*/ 51 w 129"/>
                <a:gd name="T29" fmla="*/ 112 h 128"/>
                <a:gd name="T30" fmla="*/ 53 w 129"/>
                <a:gd name="T31" fmla="*/ 104 h 128"/>
                <a:gd name="T32" fmla="*/ 53 w 129"/>
                <a:gd name="T33" fmla="*/ 104 h 128"/>
                <a:gd name="T34" fmla="*/ 53 w 129"/>
                <a:gd name="T35" fmla="*/ 40 h 128"/>
                <a:gd name="T36" fmla="*/ 54 w 129"/>
                <a:gd name="T37" fmla="*/ 40 h 128"/>
                <a:gd name="T38" fmla="*/ 121 w 129"/>
                <a:gd name="T39" fmla="*/ 28 h 128"/>
                <a:gd name="T40" fmla="*/ 121 w 129"/>
                <a:gd name="T41" fmla="*/ 77 h 128"/>
                <a:gd name="T42" fmla="*/ 106 w 129"/>
                <a:gd name="T43" fmla="*/ 72 h 128"/>
                <a:gd name="T44" fmla="*/ 96 w 129"/>
                <a:gd name="T45" fmla="*/ 74 h 128"/>
                <a:gd name="T46" fmla="*/ 79 w 129"/>
                <a:gd name="T47" fmla="*/ 88 h 128"/>
                <a:gd name="T48" fmla="*/ 78 w 129"/>
                <a:gd name="T49" fmla="*/ 103 h 128"/>
                <a:gd name="T50" fmla="*/ 100 w 129"/>
                <a:gd name="T51" fmla="*/ 116 h 128"/>
                <a:gd name="T52" fmla="*/ 110 w 129"/>
                <a:gd name="T53" fmla="*/ 114 h 128"/>
                <a:gd name="T54" fmla="*/ 127 w 129"/>
                <a:gd name="T55" fmla="*/ 100 h 128"/>
                <a:gd name="T56" fmla="*/ 129 w 129"/>
                <a:gd name="T57" fmla="*/ 92 h 128"/>
                <a:gd name="T58" fmla="*/ 129 w 129"/>
                <a:gd name="T59" fmla="*/ 92 h 128"/>
                <a:gd name="T60" fmla="*/ 129 w 129"/>
                <a:gd name="T61" fmla="*/ 20 h 128"/>
                <a:gd name="T62" fmla="*/ 129 w 129"/>
                <a:gd name="T63" fmla="*/ 16 h 128"/>
                <a:gd name="T64" fmla="*/ 129 w 129"/>
                <a:gd name="T65" fmla="*/ 8 h 128"/>
                <a:gd name="T66" fmla="*/ 126 w 129"/>
                <a:gd name="T67" fmla="*/ 2 h 128"/>
                <a:gd name="T68" fmla="*/ 32 w 129"/>
                <a:gd name="T69" fmla="*/ 119 h 128"/>
                <a:gd name="T70" fmla="*/ 10 w 129"/>
                <a:gd name="T71" fmla="*/ 112 h 128"/>
                <a:gd name="T72" fmla="*/ 22 w 129"/>
                <a:gd name="T73" fmla="*/ 93 h 128"/>
                <a:gd name="T74" fmla="*/ 44 w 129"/>
                <a:gd name="T75" fmla="*/ 100 h 128"/>
                <a:gd name="T76" fmla="*/ 32 w 129"/>
                <a:gd name="T77" fmla="*/ 119 h 128"/>
                <a:gd name="T78" fmla="*/ 108 w 129"/>
                <a:gd name="T79" fmla="*/ 107 h 128"/>
                <a:gd name="T80" fmla="*/ 85 w 129"/>
                <a:gd name="T81" fmla="*/ 100 h 128"/>
                <a:gd name="T82" fmla="*/ 98 w 129"/>
                <a:gd name="T83" fmla="*/ 81 h 128"/>
                <a:gd name="T84" fmla="*/ 120 w 129"/>
                <a:gd name="T85" fmla="*/ 88 h 128"/>
                <a:gd name="T86" fmla="*/ 108 w 129"/>
                <a:gd name="T87" fmla="*/ 107 h 128"/>
                <a:gd name="T88" fmla="*/ 121 w 129"/>
                <a:gd name="T89" fmla="*/ 20 h 128"/>
                <a:gd name="T90" fmla="*/ 53 w 129"/>
                <a:gd name="T91" fmla="*/ 32 h 128"/>
                <a:gd name="T92" fmla="*/ 53 w 129"/>
                <a:gd name="T93" fmla="*/ 28 h 128"/>
                <a:gd name="T94" fmla="*/ 53 w 129"/>
                <a:gd name="T95" fmla="*/ 20 h 128"/>
                <a:gd name="T96" fmla="*/ 121 w 129"/>
                <a:gd name="T97" fmla="*/ 8 h 128"/>
                <a:gd name="T98" fmla="*/ 121 w 129"/>
                <a:gd name="T99" fmla="*/ 16 h 128"/>
                <a:gd name="T100" fmla="*/ 121 w 129"/>
                <a:gd name="T101" fmla="*/ 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28">
                  <a:moveTo>
                    <a:pt x="126" y="2"/>
                  </a:moveTo>
                  <a:cubicBezTo>
                    <a:pt x="125" y="1"/>
                    <a:pt x="123" y="0"/>
                    <a:pt x="121" y="0"/>
                  </a:cubicBezTo>
                  <a:cubicBezTo>
                    <a:pt x="121" y="0"/>
                    <a:pt x="120" y="0"/>
                    <a:pt x="120" y="0"/>
                  </a:cubicBezTo>
                  <a:cubicBezTo>
                    <a:pt x="52" y="12"/>
                    <a:pt x="52" y="12"/>
                    <a:pt x="52" y="12"/>
                  </a:cubicBezTo>
                  <a:cubicBezTo>
                    <a:pt x="48" y="13"/>
                    <a:pt x="45" y="16"/>
                    <a:pt x="45" y="20"/>
                  </a:cubicBezTo>
                  <a:cubicBezTo>
                    <a:pt x="45" y="28"/>
                    <a:pt x="45" y="28"/>
                    <a:pt x="45" y="28"/>
                  </a:cubicBezTo>
                  <a:cubicBezTo>
                    <a:pt x="45" y="32"/>
                    <a:pt x="45" y="32"/>
                    <a:pt x="45" y="32"/>
                  </a:cubicBezTo>
                  <a:cubicBezTo>
                    <a:pt x="45" y="89"/>
                    <a:pt x="45" y="89"/>
                    <a:pt x="45" y="89"/>
                  </a:cubicBezTo>
                  <a:cubicBezTo>
                    <a:pt x="41" y="86"/>
                    <a:pt x="36" y="84"/>
                    <a:pt x="30" y="84"/>
                  </a:cubicBezTo>
                  <a:cubicBezTo>
                    <a:pt x="26" y="84"/>
                    <a:pt x="23" y="85"/>
                    <a:pt x="20" y="86"/>
                  </a:cubicBezTo>
                  <a:cubicBezTo>
                    <a:pt x="12" y="88"/>
                    <a:pt x="6" y="93"/>
                    <a:pt x="3" y="100"/>
                  </a:cubicBezTo>
                  <a:cubicBezTo>
                    <a:pt x="1" y="104"/>
                    <a:pt x="0" y="110"/>
                    <a:pt x="2" y="115"/>
                  </a:cubicBezTo>
                  <a:cubicBezTo>
                    <a:pt x="5" y="123"/>
                    <a:pt x="14" y="128"/>
                    <a:pt x="24" y="128"/>
                  </a:cubicBezTo>
                  <a:cubicBezTo>
                    <a:pt x="28" y="128"/>
                    <a:pt x="31" y="127"/>
                    <a:pt x="34" y="126"/>
                  </a:cubicBezTo>
                  <a:cubicBezTo>
                    <a:pt x="42" y="124"/>
                    <a:pt x="48" y="119"/>
                    <a:pt x="51" y="112"/>
                  </a:cubicBezTo>
                  <a:cubicBezTo>
                    <a:pt x="52" y="110"/>
                    <a:pt x="53" y="107"/>
                    <a:pt x="53" y="104"/>
                  </a:cubicBezTo>
                  <a:cubicBezTo>
                    <a:pt x="53" y="104"/>
                    <a:pt x="53" y="104"/>
                    <a:pt x="53" y="104"/>
                  </a:cubicBezTo>
                  <a:cubicBezTo>
                    <a:pt x="53" y="40"/>
                    <a:pt x="53" y="40"/>
                    <a:pt x="53" y="40"/>
                  </a:cubicBezTo>
                  <a:cubicBezTo>
                    <a:pt x="53" y="40"/>
                    <a:pt x="54" y="40"/>
                    <a:pt x="54" y="40"/>
                  </a:cubicBezTo>
                  <a:cubicBezTo>
                    <a:pt x="121" y="28"/>
                    <a:pt x="121" y="28"/>
                    <a:pt x="121" y="28"/>
                  </a:cubicBezTo>
                  <a:cubicBezTo>
                    <a:pt x="121" y="77"/>
                    <a:pt x="121" y="77"/>
                    <a:pt x="121" y="77"/>
                  </a:cubicBezTo>
                  <a:cubicBezTo>
                    <a:pt x="117" y="74"/>
                    <a:pt x="112" y="72"/>
                    <a:pt x="106" y="72"/>
                  </a:cubicBezTo>
                  <a:cubicBezTo>
                    <a:pt x="102" y="72"/>
                    <a:pt x="99" y="73"/>
                    <a:pt x="96" y="74"/>
                  </a:cubicBezTo>
                  <a:cubicBezTo>
                    <a:pt x="88" y="76"/>
                    <a:pt x="82" y="81"/>
                    <a:pt x="79" y="88"/>
                  </a:cubicBezTo>
                  <a:cubicBezTo>
                    <a:pt x="77" y="92"/>
                    <a:pt x="76" y="98"/>
                    <a:pt x="78" y="103"/>
                  </a:cubicBezTo>
                  <a:cubicBezTo>
                    <a:pt x="81" y="111"/>
                    <a:pt x="90" y="116"/>
                    <a:pt x="100" y="116"/>
                  </a:cubicBezTo>
                  <a:cubicBezTo>
                    <a:pt x="104" y="116"/>
                    <a:pt x="107" y="115"/>
                    <a:pt x="110" y="114"/>
                  </a:cubicBezTo>
                  <a:cubicBezTo>
                    <a:pt x="118" y="112"/>
                    <a:pt x="124" y="107"/>
                    <a:pt x="127" y="100"/>
                  </a:cubicBezTo>
                  <a:cubicBezTo>
                    <a:pt x="128" y="98"/>
                    <a:pt x="129" y="95"/>
                    <a:pt x="129" y="92"/>
                  </a:cubicBezTo>
                  <a:cubicBezTo>
                    <a:pt x="129" y="92"/>
                    <a:pt x="129" y="92"/>
                    <a:pt x="129" y="92"/>
                  </a:cubicBezTo>
                  <a:cubicBezTo>
                    <a:pt x="129" y="20"/>
                    <a:pt x="129" y="20"/>
                    <a:pt x="129" y="20"/>
                  </a:cubicBezTo>
                  <a:cubicBezTo>
                    <a:pt x="129" y="16"/>
                    <a:pt x="129" y="16"/>
                    <a:pt x="129" y="16"/>
                  </a:cubicBezTo>
                  <a:cubicBezTo>
                    <a:pt x="129" y="8"/>
                    <a:pt x="129" y="8"/>
                    <a:pt x="129" y="8"/>
                  </a:cubicBezTo>
                  <a:cubicBezTo>
                    <a:pt x="129" y="6"/>
                    <a:pt x="128" y="3"/>
                    <a:pt x="126" y="2"/>
                  </a:cubicBezTo>
                  <a:close/>
                  <a:moveTo>
                    <a:pt x="32" y="119"/>
                  </a:moveTo>
                  <a:cubicBezTo>
                    <a:pt x="22" y="122"/>
                    <a:pt x="12" y="119"/>
                    <a:pt x="10" y="112"/>
                  </a:cubicBezTo>
                  <a:cubicBezTo>
                    <a:pt x="7" y="105"/>
                    <a:pt x="13" y="96"/>
                    <a:pt x="22" y="93"/>
                  </a:cubicBezTo>
                  <a:cubicBezTo>
                    <a:pt x="32" y="90"/>
                    <a:pt x="42" y="93"/>
                    <a:pt x="44" y="100"/>
                  </a:cubicBezTo>
                  <a:cubicBezTo>
                    <a:pt x="47" y="107"/>
                    <a:pt x="41" y="116"/>
                    <a:pt x="32" y="119"/>
                  </a:cubicBezTo>
                  <a:close/>
                  <a:moveTo>
                    <a:pt x="108" y="107"/>
                  </a:moveTo>
                  <a:cubicBezTo>
                    <a:pt x="98" y="110"/>
                    <a:pt x="88" y="107"/>
                    <a:pt x="85" y="100"/>
                  </a:cubicBezTo>
                  <a:cubicBezTo>
                    <a:pt x="83" y="93"/>
                    <a:pt x="88" y="84"/>
                    <a:pt x="98" y="81"/>
                  </a:cubicBezTo>
                  <a:cubicBezTo>
                    <a:pt x="108" y="78"/>
                    <a:pt x="118" y="81"/>
                    <a:pt x="120" y="88"/>
                  </a:cubicBezTo>
                  <a:cubicBezTo>
                    <a:pt x="123" y="95"/>
                    <a:pt x="117" y="104"/>
                    <a:pt x="108" y="107"/>
                  </a:cubicBezTo>
                  <a:close/>
                  <a:moveTo>
                    <a:pt x="121" y="20"/>
                  </a:moveTo>
                  <a:cubicBezTo>
                    <a:pt x="53" y="32"/>
                    <a:pt x="53" y="32"/>
                    <a:pt x="53" y="32"/>
                  </a:cubicBezTo>
                  <a:cubicBezTo>
                    <a:pt x="53" y="28"/>
                    <a:pt x="53" y="28"/>
                    <a:pt x="53" y="28"/>
                  </a:cubicBezTo>
                  <a:cubicBezTo>
                    <a:pt x="53" y="20"/>
                    <a:pt x="53" y="20"/>
                    <a:pt x="53" y="20"/>
                  </a:cubicBezTo>
                  <a:cubicBezTo>
                    <a:pt x="121" y="8"/>
                    <a:pt x="121" y="8"/>
                    <a:pt x="121" y="8"/>
                  </a:cubicBezTo>
                  <a:cubicBezTo>
                    <a:pt x="121" y="16"/>
                    <a:pt x="121" y="16"/>
                    <a:pt x="121" y="16"/>
                  </a:cubicBezTo>
                  <a:lnTo>
                    <a:pt x="121" y="20"/>
                  </a:lnTo>
                  <a:close/>
                </a:path>
              </a:pathLst>
            </a:cu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54" name="Group 53"/>
            <p:cNvGrpSpPr/>
            <p:nvPr/>
          </p:nvGrpSpPr>
          <p:grpSpPr>
            <a:xfrm>
              <a:off x="8355201" y="767514"/>
              <a:ext cx="422275" cy="482600"/>
              <a:chOff x="2041525" y="3035301"/>
              <a:chExt cx="422275" cy="482600"/>
            </a:xfrm>
            <a:solidFill>
              <a:sysClr val="window" lastClr="FFFFFF"/>
            </a:solidFill>
          </p:grpSpPr>
          <p:sp>
            <p:nvSpPr>
              <p:cNvPr id="87" name="Freeform 61"/>
              <p:cNvSpPr>
                <a:spLocks noEditPoints="1"/>
              </p:cNvSpPr>
              <p:nvPr/>
            </p:nvSpPr>
            <p:spPr bwMode="auto">
              <a:xfrm>
                <a:off x="2041525" y="3035301"/>
                <a:ext cx="422275" cy="482600"/>
              </a:xfrm>
              <a:custGeom>
                <a:avLst/>
                <a:gdLst>
                  <a:gd name="T0" fmla="*/ 56 w 112"/>
                  <a:gd name="T1" fmla="*/ 0 h 128"/>
                  <a:gd name="T2" fmla="*/ 0 w 112"/>
                  <a:gd name="T3" fmla="*/ 26 h 128"/>
                  <a:gd name="T4" fmla="*/ 0 w 112"/>
                  <a:gd name="T5" fmla="*/ 102 h 128"/>
                  <a:gd name="T6" fmla="*/ 56 w 112"/>
                  <a:gd name="T7" fmla="*/ 128 h 128"/>
                  <a:gd name="T8" fmla="*/ 112 w 112"/>
                  <a:gd name="T9" fmla="*/ 102 h 128"/>
                  <a:gd name="T10" fmla="*/ 112 w 112"/>
                  <a:gd name="T11" fmla="*/ 26 h 128"/>
                  <a:gd name="T12" fmla="*/ 56 w 112"/>
                  <a:gd name="T13" fmla="*/ 0 h 128"/>
                  <a:gd name="T14" fmla="*/ 104 w 112"/>
                  <a:gd name="T15" fmla="*/ 102 h 128"/>
                  <a:gd name="T16" fmla="*/ 56 w 112"/>
                  <a:gd name="T17" fmla="*/ 120 h 128"/>
                  <a:gd name="T18" fmla="*/ 8 w 112"/>
                  <a:gd name="T19" fmla="*/ 102 h 128"/>
                  <a:gd name="T20" fmla="*/ 8 w 112"/>
                  <a:gd name="T21" fmla="*/ 87 h 128"/>
                  <a:gd name="T22" fmla="*/ 56 w 112"/>
                  <a:gd name="T23" fmla="*/ 100 h 128"/>
                  <a:gd name="T24" fmla="*/ 104 w 112"/>
                  <a:gd name="T25" fmla="*/ 87 h 128"/>
                  <a:gd name="T26" fmla="*/ 104 w 112"/>
                  <a:gd name="T27" fmla="*/ 102 h 128"/>
                  <a:gd name="T28" fmla="*/ 104 w 112"/>
                  <a:gd name="T29" fmla="*/ 78 h 128"/>
                  <a:gd name="T30" fmla="*/ 104 w 112"/>
                  <a:gd name="T31" fmla="*/ 78 h 128"/>
                  <a:gd name="T32" fmla="*/ 104 w 112"/>
                  <a:gd name="T33" fmla="*/ 78 h 128"/>
                  <a:gd name="T34" fmla="*/ 56 w 112"/>
                  <a:gd name="T35" fmla="*/ 96 h 128"/>
                  <a:gd name="T36" fmla="*/ 8 w 112"/>
                  <a:gd name="T37" fmla="*/ 78 h 128"/>
                  <a:gd name="T38" fmla="*/ 8 w 112"/>
                  <a:gd name="T39" fmla="*/ 78 h 128"/>
                  <a:gd name="T40" fmla="*/ 8 w 112"/>
                  <a:gd name="T41" fmla="*/ 78 h 128"/>
                  <a:gd name="T42" fmla="*/ 8 w 112"/>
                  <a:gd name="T43" fmla="*/ 63 h 128"/>
                  <a:gd name="T44" fmla="*/ 56 w 112"/>
                  <a:gd name="T45" fmla="*/ 76 h 128"/>
                  <a:gd name="T46" fmla="*/ 104 w 112"/>
                  <a:gd name="T47" fmla="*/ 63 h 128"/>
                  <a:gd name="T48" fmla="*/ 104 w 112"/>
                  <a:gd name="T49" fmla="*/ 78 h 128"/>
                  <a:gd name="T50" fmla="*/ 104 w 112"/>
                  <a:gd name="T51" fmla="*/ 54 h 128"/>
                  <a:gd name="T52" fmla="*/ 104 w 112"/>
                  <a:gd name="T53" fmla="*/ 54 h 128"/>
                  <a:gd name="T54" fmla="*/ 104 w 112"/>
                  <a:gd name="T55" fmla="*/ 54 h 128"/>
                  <a:gd name="T56" fmla="*/ 56 w 112"/>
                  <a:gd name="T57" fmla="*/ 72 h 128"/>
                  <a:gd name="T58" fmla="*/ 8 w 112"/>
                  <a:gd name="T59" fmla="*/ 54 h 128"/>
                  <a:gd name="T60" fmla="*/ 8 w 112"/>
                  <a:gd name="T61" fmla="*/ 54 h 128"/>
                  <a:gd name="T62" fmla="*/ 8 w 112"/>
                  <a:gd name="T63" fmla="*/ 54 h 128"/>
                  <a:gd name="T64" fmla="*/ 8 w 112"/>
                  <a:gd name="T65" fmla="*/ 40 h 128"/>
                  <a:gd name="T66" fmla="*/ 56 w 112"/>
                  <a:gd name="T67" fmla="*/ 52 h 128"/>
                  <a:gd name="T68" fmla="*/ 104 w 112"/>
                  <a:gd name="T69" fmla="*/ 40 h 128"/>
                  <a:gd name="T70" fmla="*/ 104 w 112"/>
                  <a:gd name="T71" fmla="*/ 54 h 128"/>
                  <a:gd name="T72" fmla="*/ 56 w 112"/>
                  <a:gd name="T73" fmla="*/ 44 h 128"/>
                  <a:gd name="T74" fmla="*/ 8 w 112"/>
                  <a:gd name="T75" fmla="*/ 26 h 128"/>
                  <a:gd name="T76" fmla="*/ 56 w 112"/>
                  <a:gd name="T77" fmla="*/ 8 h 128"/>
                  <a:gd name="T78" fmla="*/ 104 w 112"/>
                  <a:gd name="T79" fmla="*/ 26 h 128"/>
                  <a:gd name="T80" fmla="*/ 56 w 112"/>
                  <a:gd name="T81" fmla="*/ 4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2" h="128">
                    <a:moveTo>
                      <a:pt x="56" y="0"/>
                    </a:moveTo>
                    <a:cubicBezTo>
                      <a:pt x="29" y="0"/>
                      <a:pt x="0" y="8"/>
                      <a:pt x="0" y="26"/>
                    </a:cubicBezTo>
                    <a:cubicBezTo>
                      <a:pt x="0" y="102"/>
                      <a:pt x="0" y="102"/>
                      <a:pt x="0" y="102"/>
                    </a:cubicBezTo>
                    <a:cubicBezTo>
                      <a:pt x="0" y="120"/>
                      <a:pt x="29" y="128"/>
                      <a:pt x="56" y="128"/>
                    </a:cubicBezTo>
                    <a:cubicBezTo>
                      <a:pt x="83" y="128"/>
                      <a:pt x="112" y="120"/>
                      <a:pt x="112" y="102"/>
                    </a:cubicBezTo>
                    <a:cubicBezTo>
                      <a:pt x="112" y="26"/>
                      <a:pt x="112" y="26"/>
                      <a:pt x="112" y="26"/>
                    </a:cubicBezTo>
                    <a:cubicBezTo>
                      <a:pt x="112" y="8"/>
                      <a:pt x="83" y="0"/>
                      <a:pt x="56" y="0"/>
                    </a:cubicBezTo>
                    <a:close/>
                    <a:moveTo>
                      <a:pt x="104" y="102"/>
                    </a:moveTo>
                    <a:cubicBezTo>
                      <a:pt x="104" y="112"/>
                      <a:pt x="83" y="120"/>
                      <a:pt x="56" y="120"/>
                    </a:cubicBezTo>
                    <a:cubicBezTo>
                      <a:pt x="29" y="120"/>
                      <a:pt x="8" y="112"/>
                      <a:pt x="8" y="102"/>
                    </a:cubicBezTo>
                    <a:cubicBezTo>
                      <a:pt x="8" y="87"/>
                      <a:pt x="8" y="87"/>
                      <a:pt x="8" y="87"/>
                    </a:cubicBezTo>
                    <a:cubicBezTo>
                      <a:pt x="16" y="96"/>
                      <a:pt x="36" y="100"/>
                      <a:pt x="56" y="100"/>
                    </a:cubicBezTo>
                    <a:cubicBezTo>
                      <a:pt x="76" y="100"/>
                      <a:pt x="96" y="96"/>
                      <a:pt x="104" y="87"/>
                    </a:cubicBezTo>
                    <a:lnTo>
                      <a:pt x="104" y="102"/>
                    </a:lnTo>
                    <a:close/>
                    <a:moveTo>
                      <a:pt x="104" y="78"/>
                    </a:moveTo>
                    <a:cubicBezTo>
                      <a:pt x="104" y="78"/>
                      <a:pt x="104" y="78"/>
                      <a:pt x="104" y="78"/>
                    </a:cubicBezTo>
                    <a:cubicBezTo>
                      <a:pt x="104" y="78"/>
                      <a:pt x="104" y="78"/>
                      <a:pt x="104" y="78"/>
                    </a:cubicBezTo>
                    <a:cubicBezTo>
                      <a:pt x="104" y="88"/>
                      <a:pt x="83" y="96"/>
                      <a:pt x="56" y="96"/>
                    </a:cubicBezTo>
                    <a:cubicBezTo>
                      <a:pt x="29" y="96"/>
                      <a:pt x="8" y="88"/>
                      <a:pt x="8" y="78"/>
                    </a:cubicBezTo>
                    <a:cubicBezTo>
                      <a:pt x="8" y="78"/>
                      <a:pt x="8" y="78"/>
                      <a:pt x="8" y="78"/>
                    </a:cubicBezTo>
                    <a:cubicBezTo>
                      <a:pt x="8" y="78"/>
                      <a:pt x="8" y="78"/>
                      <a:pt x="8" y="78"/>
                    </a:cubicBezTo>
                    <a:cubicBezTo>
                      <a:pt x="8" y="63"/>
                      <a:pt x="8" y="63"/>
                      <a:pt x="8" y="63"/>
                    </a:cubicBezTo>
                    <a:cubicBezTo>
                      <a:pt x="16" y="72"/>
                      <a:pt x="36" y="76"/>
                      <a:pt x="56" y="76"/>
                    </a:cubicBezTo>
                    <a:cubicBezTo>
                      <a:pt x="76" y="76"/>
                      <a:pt x="96" y="72"/>
                      <a:pt x="104" y="63"/>
                    </a:cubicBezTo>
                    <a:lnTo>
                      <a:pt x="104" y="78"/>
                    </a:lnTo>
                    <a:close/>
                    <a:moveTo>
                      <a:pt x="104" y="54"/>
                    </a:moveTo>
                    <a:cubicBezTo>
                      <a:pt x="104" y="54"/>
                      <a:pt x="104" y="54"/>
                      <a:pt x="104" y="54"/>
                    </a:cubicBezTo>
                    <a:cubicBezTo>
                      <a:pt x="104" y="54"/>
                      <a:pt x="104" y="54"/>
                      <a:pt x="104" y="54"/>
                    </a:cubicBezTo>
                    <a:cubicBezTo>
                      <a:pt x="104" y="64"/>
                      <a:pt x="83" y="72"/>
                      <a:pt x="56" y="72"/>
                    </a:cubicBezTo>
                    <a:cubicBezTo>
                      <a:pt x="29" y="72"/>
                      <a:pt x="8" y="64"/>
                      <a:pt x="8" y="54"/>
                    </a:cubicBezTo>
                    <a:cubicBezTo>
                      <a:pt x="8" y="54"/>
                      <a:pt x="8" y="54"/>
                      <a:pt x="8" y="54"/>
                    </a:cubicBezTo>
                    <a:cubicBezTo>
                      <a:pt x="8" y="54"/>
                      <a:pt x="8" y="54"/>
                      <a:pt x="8" y="54"/>
                    </a:cubicBezTo>
                    <a:cubicBezTo>
                      <a:pt x="8" y="40"/>
                      <a:pt x="8" y="40"/>
                      <a:pt x="8" y="40"/>
                    </a:cubicBezTo>
                    <a:cubicBezTo>
                      <a:pt x="18" y="48"/>
                      <a:pt x="38" y="52"/>
                      <a:pt x="56" y="52"/>
                    </a:cubicBezTo>
                    <a:cubicBezTo>
                      <a:pt x="74" y="52"/>
                      <a:pt x="94" y="48"/>
                      <a:pt x="104" y="40"/>
                    </a:cubicBezTo>
                    <a:lnTo>
                      <a:pt x="104" y="54"/>
                    </a:lnTo>
                    <a:close/>
                    <a:moveTo>
                      <a:pt x="56" y="44"/>
                    </a:moveTo>
                    <a:cubicBezTo>
                      <a:pt x="29" y="44"/>
                      <a:pt x="8" y="36"/>
                      <a:pt x="8" y="26"/>
                    </a:cubicBezTo>
                    <a:cubicBezTo>
                      <a:pt x="8" y="16"/>
                      <a:pt x="29" y="8"/>
                      <a:pt x="56" y="8"/>
                    </a:cubicBezTo>
                    <a:cubicBezTo>
                      <a:pt x="83" y="8"/>
                      <a:pt x="104" y="16"/>
                      <a:pt x="104" y="26"/>
                    </a:cubicBezTo>
                    <a:cubicBezTo>
                      <a:pt x="104" y="36"/>
                      <a:pt x="83" y="44"/>
                      <a:pt x="5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88" name="Oval 62"/>
              <p:cNvSpPr>
                <a:spLocks noChangeArrowheads="1"/>
              </p:cNvSpPr>
              <p:nvPr/>
            </p:nvSpPr>
            <p:spPr bwMode="auto">
              <a:xfrm>
                <a:off x="2373313" y="3411538"/>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89" name="Oval 63"/>
              <p:cNvSpPr>
                <a:spLocks noChangeArrowheads="1"/>
              </p:cNvSpPr>
              <p:nvPr/>
            </p:nvSpPr>
            <p:spPr bwMode="auto">
              <a:xfrm>
                <a:off x="2373313" y="332105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90" name="Oval 64"/>
              <p:cNvSpPr>
                <a:spLocks noChangeArrowheads="1"/>
              </p:cNvSpPr>
              <p:nvPr/>
            </p:nvSpPr>
            <p:spPr bwMode="auto">
              <a:xfrm>
                <a:off x="2373313" y="323056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55" name="Group 54"/>
            <p:cNvGrpSpPr/>
            <p:nvPr/>
          </p:nvGrpSpPr>
          <p:grpSpPr>
            <a:xfrm>
              <a:off x="10224381" y="3967559"/>
              <a:ext cx="488950" cy="482600"/>
              <a:chOff x="1044576" y="3035301"/>
              <a:chExt cx="488950" cy="482600"/>
            </a:xfrm>
            <a:solidFill>
              <a:sysClr val="window" lastClr="FFFFFF"/>
            </a:solidFill>
          </p:grpSpPr>
          <p:sp>
            <p:nvSpPr>
              <p:cNvPr id="83" name="Freeform 65"/>
              <p:cNvSpPr>
                <a:spLocks noEditPoints="1"/>
              </p:cNvSpPr>
              <p:nvPr/>
            </p:nvSpPr>
            <p:spPr bwMode="auto">
              <a:xfrm>
                <a:off x="1044576" y="3035301"/>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84" name="Freeform 66"/>
              <p:cNvSpPr>
                <a:spLocks noEditPoints="1"/>
              </p:cNvSpPr>
              <p:nvPr/>
            </p:nvSpPr>
            <p:spPr bwMode="auto">
              <a:xfrm>
                <a:off x="1222375" y="3205163"/>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85" name="Freeform 67"/>
              <p:cNvSpPr>
                <a:spLocks/>
              </p:cNvSpPr>
              <p:nvPr/>
            </p:nvSpPr>
            <p:spPr bwMode="auto">
              <a:xfrm>
                <a:off x="1211263" y="3367088"/>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86" name="Freeform 68"/>
              <p:cNvSpPr>
                <a:spLocks/>
              </p:cNvSpPr>
              <p:nvPr/>
            </p:nvSpPr>
            <p:spPr bwMode="auto">
              <a:xfrm>
                <a:off x="1296988" y="3111501"/>
                <a:ext cx="74612"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56" name="Group 55"/>
            <p:cNvGrpSpPr/>
            <p:nvPr/>
          </p:nvGrpSpPr>
          <p:grpSpPr>
            <a:xfrm>
              <a:off x="7197315" y="3405112"/>
              <a:ext cx="331787" cy="482600"/>
              <a:chOff x="4029075" y="2071688"/>
              <a:chExt cx="331787" cy="482600"/>
            </a:xfrm>
            <a:solidFill>
              <a:sysClr val="window" lastClr="FFFFFF"/>
            </a:solidFill>
          </p:grpSpPr>
          <p:sp>
            <p:nvSpPr>
              <p:cNvPr id="74" name="Oval 69"/>
              <p:cNvSpPr>
                <a:spLocks noChangeArrowheads="1"/>
              </p:cNvSpPr>
              <p:nvPr/>
            </p:nvSpPr>
            <p:spPr bwMode="auto">
              <a:xfrm>
                <a:off x="4164013" y="220821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75" name="Oval 70"/>
              <p:cNvSpPr>
                <a:spLocks noChangeArrowheads="1"/>
              </p:cNvSpPr>
              <p:nvPr/>
            </p:nvSpPr>
            <p:spPr bwMode="auto">
              <a:xfrm>
                <a:off x="4164013" y="2389188"/>
                <a:ext cx="30162" cy="28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76" name="Oval 71"/>
              <p:cNvSpPr>
                <a:spLocks noChangeArrowheads="1"/>
              </p:cNvSpPr>
              <p:nvPr/>
            </p:nvSpPr>
            <p:spPr bwMode="auto">
              <a:xfrm>
                <a:off x="4073525"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77" name="Oval 72"/>
              <p:cNvSpPr>
                <a:spLocks noChangeArrowheads="1"/>
              </p:cNvSpPr>
              <p:nvPr/>
            </p:nvSpPr>
            <p:spPr bwMode="auto">
              <a:xfrm>
                <a:off x="4254500"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78" name="Freeform 73"/>
              <p:cNvSpPr>
                <a:spLocks/>
              </p:cNvSpPr>
              <p:nvPr/>
            </p:nvSpPr>
            <p:spPr bwMode="auto">
              <a:xfrm>
                <a:off x="4100513"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79" name="Freeform 74"/>
              <p:cNvSpPr>
                <a:spLocks/>
              </p:cNvSpPr>
              <p:nvPr/>
            </p:nvSpPr>
            <p:spPr bwMode="auto">
              <a:xfrm>
                <a:off x="4100513" y="2233613"/>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80" name="Freeform 75"/>
              <p:cNvSpPr>
                <a:spLocks/>
              </p:cNvSpPr>
              <p:nvPr/>
            </p:nvSpPr>
            <p:spPr bwMode="auto">
              <a:xfrm>
                <a:off x="4229100"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81" name="Freeform 76"/>
              <p:cNvSpPr>
                <a:spLocks noEditPoints="1"/>
              </p:cNvSpPr>
              <p:nvPr/>
            </p:nvSpPr>
            <p:spPr bwMode="auto">
              <a:xfrm>
                <a:off x="4029075" y="2071688"/>
                <a:ext cx="331787" cy="482600"/>
              </a:xfrm>
              <a:custGeom>
                <a:avLst/>
                <a:gdLst>
                  <a:gd name="T0" fmla="*/ 80 w 88"/>
                  <a:gd name="T1" fmla="*/ 56 h 128"/>
                  <a:gd name="T2" fmla="*/ 79 w 88"/>
                  <a:gd name="T3" fmla="*/ 56 h 128"/>
                  <a:gd name="T4" fmla="*/ 70 w 88"/>
                  <a:gd name="T5" fmla="*/ 38 h 128"/>
                  <a:gd name="T6" fmla="*/ 64 w 88"/>
                  <a:gd name="T7" fmla="*/ 7 h 128"/>
                  <a:gd name="T8" fmla="*/ 56 w 88"/>
                  <a:gd name="T9" fmla="*/ 0 h 128"/>
                  <a:gd name="T10" fmla="*/ 24 w 88"/>
                  <a:gd name="T11" fmla="*/ 0 h 128"/>
                  <a:gd name="T12" fmla="*/ 17 w 88"/>
                  <a:gd name="T13" fmla="*/ 7 h 128"/>
                  <a:gd name="T14" fmla="*/ 11 w 88"/>
                  <a:gd name="T15" fmla="*/ 37 h 128"/>
                  <a:gd name="T16" fmla="*/ 0 w 88"/>
                  <a:gd name="T17" fmla="*/ 64 h 128"/>
                  <a:gd name="T18" fmla="*/ 10 w 88"/>
                  <a:gd name="T19" fmla="*/ 91 h 128"/>
                  <a:gd name="T20" fmla="*/ 16 w 88"/>
                  <a:gd name="T21" fmla="*/ 121 h 128"/>
                  <a:gd name="T22" fmla="*/ 24 w 88"/>
                  <a:gd name="T23" fmla="*/ 128 h 128"/>
                  <a:gd name="T24" fmla="*/ 56 w 88"/>
                  <a:gd name="T25" fmla="*/ 128 h 128"/>
                  <a:gd name="T26" fmla="*/ 64 w 88"/>
                  <a:gd name="T27" fmla="*/ 121 h 128"/>
                  <a:gd name="T28" fmla="*/ 70 w 88"/>
                  <a:gd name="T29" fmla="*/ 91 h 128"/>
                  <a:gd name="T30" fmla="*/ 79 w 88"/>
                  <a:gd name="T31" fmla="*/ 72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30 h 128"/>
                  <a:gd name="T44" fmla="*/ 40 w 88"/>
                  <a:gd name="T45" fmla="*/ 24 h 128"/>
                  <a:gd name="T46" fmla="*/ 20 w 88"/>
                  <a:gd name="T47" fmla="*/ 30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8"/>
                    </a:cubicBezTo>
                    <a:cubicBezTo>
                      <a:pt x="64" y="7"/>
                      <a:pt x="64" y="7"/>
                      <a:pt x="64" y="7"/>
                    </a:cubicBezTo>
                    <a:cubicBezTo>
                      <a:pt x="64" y="3"/>
                      <a:pt x="60" y="0"/>
                      <a:pt x="56" y="0"/>
                    </a:cubicBezTo>
                    <a:cubicBezTo>
                      <a:pt x="24" y="0"/>
                      <a:pt x="24" y="0"/>
                      <a:pt x="24" y="0"/>
                    </a:cubicBezTo>
                    <a:cubicBezTo>
                      <a:pt x="21" y="0"/>
                      <a:pt x="17" y="3"/>
                      <a:pt x="17" y="7"/>
                    </a:cubicBezTo>
                    <a:cubicBezTo>
                      <a:pt x="11" y="37"/>
                      <a:pt x="11" y="37"/>
                      <a:pt x="11" y="37"/>
                    </a:cubicBezTo>
                    <a:cubicBezTo>
                      <a:pt x="4" y="44"/>
                      <a:pt x="0" y="53"/>
                      <a:pt x="0" y="64"/>
                    </a:cubicBezTo>
                    <a:cubicBezTo>
                      <a:pt x="0" y="74"/>
                      <a:pt x="4" y="84"/>
                      <a:pt x="10" y="91"/>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1"/>
                      <a:pt x="70" y="91"/>
                      <a:pt x="70" y="91"/>
                    </a:cubicBezTo>
                    <a:cubicBezTo>
                      <a:pt x="74" y="85"/>
                      <a:pt x="78" y="79"/>
                      <a:pt x="79" y="72"/>
                    </a:cubicBezTo>
                    <a:cubicBezTo>
                      <a:pt x="79" y="72"/>
                      <a:pt x="80" y="72"/>
                      <a:pt x="80" y="72"/>
                    </a:cubicBezTo>
                    <a:cubicBezTo>
                      <a:pt x="84" y="72"/>
                      <a:pt x="88" y="68"/>
                      <a:pt x="88" y="64"/>
                    </a:cubicBezTo>
                    <a:cubicBezTo>
                      <a:pt x="88" y="60"/>
                      <a:pt x="84" y="56"/>
                      <a:pt x="80" y="56"/>
                    </a:cubicBezTo>
                    <a:close/>
                    <a:moveTo>
                      <a:pt x="24" y="8"/>
                    </a:moveTo>
                    <a:cubicBezTo>
                      <a:pt x="56" y="8"/>
                      <a:pt x="56" y="8"/>
                      <a:pt x="56" y="8"/>
                    </a:cubicBezTo>
                    <a:cubicBezTo>
                      <a:pt x="60" y="30"/>
                      <a:pt x="60" y="30"/>
                      <a:pt x="60" y="30"/>
                    </a:cubicBezTo>
                    <a:cubicBezTo>
                      <a:pt x="55" y="26"/>
                      <a:pt x="48" y="24"/>
                      <a:pt x="40" y="24"/>
                    </a:cubicBezTo>
                    <a:cubicBezTo>
                      <a:pt x="33" y="24"/>
                      <a:pt x="26" y="26"/>
                      <a:pt x="20" y="30"/>
                    </a:cubicBezTo>
                    <a:lnTo>
                      <a:pt x="24" y="8"/>
                    </a:lnTo>
                    <a:close/>
                    <a:moveTo>
                      <a:pt x="56" y="120"/>
                    </a:moveTo>
                    <a:cubicBezTo>
                      <a:pt x="24" y="120"/>
                      <a:pt x="24" y="120"/>
                      <a:pt x="24" y="120"/>
                    </a:cubicBezTo>
                    <a:cubicBezTo>
                      <a:pt x="20" y="98"/>
                      <a:pt x="20" y="98"/>
                      <a:pt x="20" y="98"/>
                    </a:cubicBezTo>
                    <a:cubicBezTo>
                      <a:pt x="26" y="102"/>
                      <a:pt x="33" y="104"/>
                      <a:pt x="40" y="104"/>
                    </a:cubicBezTo>
                    <a:cubicBezTo>
                      <a:pt x="47" y="104"/>
                      <a:pt x="54" y="102"/>
                      <a:pt x="60" y="98"/>
                    </a:cubicBezTo>
                    <a:lnTo>
                      <a:pt x="56" y="120"/>
                    </a:lnTo>
                    <a:close/>
                    <a:moveTo>
                      <a:pt x="40" y="96"/>
                    </a:moveTo>
                    <a:cubicBezTo>
                      <a:pt x="22" y="96"/>
                      <a:pt x="8" y="82"/>
                      <a:pt x="8" y="64"/>
                    </a:cubicBezTo>
                    <a:cubicBezTo>
                      <a:pt x="8" y="46"/>
                      <a:pt x="22" y="32"/>
                      <a:pt x="40" y="32"/>
                    </a:cubicBezTo>
                    <a:cubicBezTo>
                      <a:pt x="58" y="32"/>
                      <a:pt x="72" y="46"/>
                      <a:pt x="72" y="64"/>
                    </a:cubicBezTo>
                    <a:cubicBezTo>
                      <a:pt x="72" y="82"/>
                      <a:pt x="58" y="96"/>
                      <a:pt x="4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82" name="Freeform 77"/>
              <p:cNvSpPr>
                <a:spLocks/>
              </p:cNvSpPr>
              <p:nvPr/>
            </p:nvSpPr>
            <p:spPr bwMode="auto">
              <a:xfrm>
                <a:off x="4164013" y="2238376"/>
                <a:ext cx="90487" cy="90488"/>
              </a:xfrm>
              <a:custGeom>
                <a:avLst/>
                <a:gdLst>
                  <a:gd name="T0" fmla="*/ 24 w 24"/>
                  <a:gd name="T1" fmla="*/ 0 h 24"/>
                  <a:gd name="T2" fmla="*/ 22 w 24"/>
                  <a:gd name="T3" fmla="*/ 0 h 24"/>
                  <a:gd name="T4" fmla="*/ 1 w 24"/>
                  <a:gd name="T5" fmla="*/ 17 h 24"/>
                  <a:gd name="T6" fmla="*/ 0 w 24"/>
                  <a:gd name="T7" fmla="*/ 20 h 24"/>
                  <a:gd name="T8" fmla="*/ 1 w 24"/>
                  <a:gd name="T9" fmla="*/ 23 h 24"/>
                  <a:gd name="T10" fmla="*/ 4 w 24"/>
                  <a:gd name="T11" fmla="*/ 24 h 24"/>
                  <a:gd name="T12" fmla="*/ 7 w 24"/>
                  <a:gd name="T13" fmla="*/ 23 h 24"/>
                  <a:gd name="T14" fmla="*/ 14 w 24"/>
                  <a:gd name="T15" fmla="*/ 14 h 24"/>
                  <a:gd name="T16" fmla="*/ 24 w 24"/>
                  <a:gd name="T17" fmla="*/ 2 h 24"/>
                  <a:gd name="T18" fmla="*/ 24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4" y="0"/>
                    </a:moveTo>
                    <a:cubicBezTo>
                      <a:pt x="23" y="0"/>
                      <a:pt x="23" y="0"/>
                      <a:pt x="22" y="0"/>
                    </a:cubicBezTo>
                    <a:cubicBezTo>
                      <a:pt x="1" y="17"/>
                      <a:pt x="1" y="17"/>
                      <a:pt x="1" y="17"/>
                    </a:cubicBezTo>
                    <a:cubicBezTo>
                      <a:pt x="0" y="18"/>
                      <a:pt x="0" y="19"/>
                      <a:pt x="0" y="20"/>
                    </a:cubicBezTo>
                    <a:cubicBezTo>
                      <a:pt x="0" y="21"/>
                      <a:pt x="0" y="22"/>
                      <a:pt x="1" y="23"/>
                    </a:cubicBezTo>
                    <a:cubicBezTo>
                      <a:pt x="2" y="24"/>
                      <a:pt x="3" y="24"/>
                      <a:pt x="4" y="24"/>
                    </a:cubicBezTo>
                    <a:cubicBezTo>
                      <a:pt x="5" y="24"/>
                      <a:pt x="6" y="24"/>
                      <a:pt x="7" y="23"/>
                    </a:cubicBezTo>
                    <a:cubicBezTo>
                      <a:pt x="14" y="14"/>
                      <a:pt x="14" y="14"/>
                      <a:pt x="14" y="14"/>
                    </a:cubicBezTo>
                    <a:cubicBezTo>
                      <a:pt x="24" y="2"/>
                      <a:pt x="24" y="2"/>
                      <a:pt x="24" y="2"/>
                    </a:cubicBezTo>
                    <a:cubicBezTo>
                      <a:pt x="24" y="1"/>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57" name="Group 56"/>
            <p:cNvGrpSpPr/>
            <p:nvPr/>
          </p:nvGrpSpPr>
          <p:grpSpPr>
            <a:xfrm>
              <a:off x="9012997" y="1679576"/>
              <a:ext cx="482600" cy="452438"/>
              <a:chOff x="2974975" y="2071688"/>
              <a:chExt cx="482600" cy="452438"/>
            </a:xfrm>
            <a:solidFill>
              <a:sysClr val="window" lastClr="FFFFFF"/>
            </a:solidFill>
          </p:grpSpPr>
          <p:sp>
            <p:nvSpPr>
              <p:cNvPr id="65" name="Freeform 78"/>
              <p:cNvSpPr>
                <a:spLocks noEditPoints="1"/>
              </p:cNvSpPr>
              <p:nvPr/>
            </p:nvSpPr>
            <p:spPr bwMode="auto">
              <a:xfrm>
                <a:off x="2974975" y="2071688"/>
                <a:ext cx="482600" cy="452438"/>
              </a:xfrm>
              <a:custGeom>
                <a:avLst/>
                <a:gdLst>
                  <a:gd name="T0" fmla="*/ 126 w 128"/>
                  <a:gd name="T1" fmla="*/ 26 h 120"/>
                  <a:gd name="T2" fmla="*/ 102 w 128"/>
                  <a:gd name="T3" fmla="*/ 2 h 120"/>
                  <a:gd name="T4" fmla="*/ 96 w 128"/>
                  <a:gd name="T5" fmla="*/ 0 h 120"/>
                  <a:gd name="T6" fmla="*/ 12 w 128"/>
                  <a:gd name="T7" fmla="*/ 0 h 120"/>
                  <a:gd name="T8" fmla="*/ 0 w 128"/>
                  <a:gd name="T9" fmla="*/ 12 h 120"/>
                  <a:gd name="T10" fmla="*/ 0 w 128"/>
                  <a:gd name="T11" fmla="*/ 108 h 120"/>
                  <a:gd name="T12" fmla="*/ 12 w 128"/>
                  <a:gd name="T13" fmla="*/ 120 h 120"/>
                  <a:gd name="T14" fmla="*/ 116 w 128"/>
                  <a:gd name="T15" fmla="*/ 120 h 120"/>
                  <a:gd name="T16" fmla="*/ 128 w 128"/>
                  <a:gd name="T17" fmla="*/ 108 h 120"/>
                  <a:gd name="T18" fmla="*/ 128 w 128"/>
                  <a:gd name="T19" fmla="*/ 32 h 120"/>
                  <a:gd name="T20" fmla="*/ 126 w 128"/>
                  <a:gd name="T21" fmla="*/ 26 h 120"/>
                  <a:gd name="T22" fmla="*/ 120 w 128"/>
                  <a:gd name="T23" fmla="*/ 108 h 120"/>
                  <a:gd name="T24" fmla="*/ 116 w 128"/>
                  <a:gd name="T25" fmla="*/ 112 h 120"/>
                  <a:gd name="T26" fmla="*/ 12 w 128"/>
                  <a:gd name="T27" fmla="*/ 112 h 120"/>
                  <a:gd name="T28" fmla="*/ 8 w 128"/>
                  <a:gd name="T29" fmla="*/ 108 h 120"/>
                  <a:gd name="T30" fmla="*/ 8 w 128"/>
                  <a:gd name="T31" fmla="*/ 12 h 120"/>
                  <a:gd name="T32" fmla="*/ 12 w 128"/>
                  <a:gd name="T33" fmla="*/ 8 h 120"/>
                  <a:gd name="T34" fmla="*/ 92 w 128"/>
                  <a:gd name="T35" fmla="*/ 8 h 120"/>
                  <a:gd name="T36" fmla="*/ 92 w 128"/>
                  <a:gd name="T37" fmla="*/ 24 h 120"/>
                  <a:gd name="T38" fmla="*/ 92 w 128"/>
                  <a:gd name="T39" fmla="*/ 24 h 120"/>
                  <a:gd name="T40" fmla="*/ 104 w 128"/>
                  <a:gd name="T41" fmla="*/ 36 h 120"/>
                  <a:gd name="T42" fmla="*/ 108 w 128"/>
                  <a:gd name="T43" fmla="*/ 36 h 120"/>
                  <a:gd name="T44" fmla="*/ 120 w 128"/>
                  <a:gd name="T45" fmla="*/ 36 h 120"/>
                  <a:gd name="T46" fmla="*/ 120 w 128"/>
                  <a:gd name="T47" fmla="*/ 108 h 120"/>
                  <a:gd name="T48" fmla="*/ 108 w 128"/>
                  <a:gd name="T49" fmla="*/ 32 h 120"/>
                  <a:gd name="T50" fmla="*/ 104 w 128"/>
                  <a:gd name="T51" fmla="*/ 32 h 120"/>
                  <a:gd name="T52" fmla="*/ 96 w 128"/>
                  <a:gd name="T53" fmla="*/ 24 h 120"/>
                  <a:gd name="T54" fmla="*/ 96 w 128"/>
                  <a:gd name="T55" fmla="*/ 24 h 120"/>
                  <a:gd name="T56" fmla="*/ 96 w 128"/>
                  <a:gd name="T57" fmla="*/ 8 h 120"/>
                  <a:gd name="T58" fmla="*/ 120 w 128"/>
                  <a:gd name="T59" fmla="*/ 32 h 120"/>
                  <a:gd name="T60" fmla="*/ 108 w 128"/>
                  <a:gd name="T61"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120">
                    <a:moveTo>
                      <a:pt x="126" y="26"/>
                    </a:moveTo>
                    <a:cubicBezTo>
                      <a:pt x="102" y="2"/>
                      <a:pt x="102" y="2"/>
                      <a:pt x="102" y="2"/>
                    </a:cubicBezTo>
                    <a:cubicBezTo>
                      <a:pt x="100" y="1"/>
                      <a:pt x="98" y="0"/>
                      <a:pt x="96" y="0"/>
                    </a:cubicBezTo>
                    <a:cubicBezTo>
                      <a:pt x="12" y="0"/>
                      <a:pt x="12" y="0"/>
                      <a:pt x="12" y="0"/>
                    </a:cubicBezTo>
                    <a:cubicBezTo>
                      <a:pt x="5" y="0"/>
                      <a:pt x="0" y="5"/>
                      <a:pt x="0" y="12"/>
                    </a:cubicBezTo>
                    <a:cubicBezTo>
                      <a:pt x="0" y="108"/>
                      <a:pt x="0" y="108"/>
                      <a:pt x="0" y="108"/>
                    </a:cubicBezTo>
                    <a:cubicBezTo>
                      <a:pt x="0" y="115"/>
                      <a:pt x="5" y="120"/>
                      <a:pt x="12" y="120"/>
                    </a:cubicBezTo>
                    <a:cubicBezTo>
                      <a:pt x="116" y="120"/>
                      <a:pt x="116" y="120"/>
                      <a:pt x="116" y="120"/>
                    </a:cubicBezTo>
                    <a:cubicBezTo>
                      <a:pt x="123" y="120"/>
                      <a:pt x="128" y="115"/>
                      <a:pt x="128" y="108"/>
                    </a:cubicBezTo>
                    <a:cubicBezTo>
                      <a:pt x="128" y="32"/>
                      <a:pt x="128" y="32"/>
                      <a:pt x="128" y="32"/>
                    </a:cubicBezTo>
                    <a:cubicBezTo>
                      <a:pt x="128" y="30"/>
                      <a:pt x="127" y="28"/>
                      <a:pt x="126" y="26"/>
                    </a:cubicBezTo>
                    <a:close/>
                    <a:moveTo>
                      <a:pt x="120" y="108"/>
                    </a:moveTo>
                    <a:cubicBezTo>
                      <a:pt x="120" y="110"/>
                      <a:pt x="118" y="112"/>
                      <a:pt x="116" y="112"/>
                    </a:cubicBezTo>
                    <a:cubicBezTo>
                      <a:pt x="12" y="112"/>
                      <a:pt x="12" y="112"/>
                      <a:pt x="12" y="112"/>
                    </a:cubicBezTo>
                    <a:cubicBezTo>
                      <a:pt x="10" y="112"/>
                      <a:pt x="8" y="110"/>
                      <a:pt x="8" y="108"/>
                    </a:cubicBezTo>
                    <a:cubicBezTo>
                      <a:pt x="8" y="12"/>
                      <a:pt x="8" y="12"/>
                      <a:pt x="8" y="12"/>
                    </a:cubicBezTo>
                    <a:cubicBezTo>
                      <a:pt x="8" y="10"/>
                      <a:pt x="10" y="8"/>
                      <a:pt x="12" y="8"/>
                    </a:cubicBezTo>
                    <a:cubicBezTo>
                      <a:pt x="92" y="8"/>
                      <a:pt x="92" y="8"/>
                      <a:pt x="92" y="8"/>
                    </a:cubicBezTo>
                    <a:cubicBezTo>
                      <a:pt x="92" y="24"/>
                      <a:pt x="92" y="24"/>
                      <a:pt x="92" y="24"/>
                    </a:cubicBezTo>
                    <a:cubicBezTo>
                      <a:pt x="92" y="24"/>
                      <a:pt x="92" y="24"/>
                      <a:pt x="92" y="24"/>
                    </a:cubicBezTo>
                    <a:cubicBezTo>
                      <a:pt x="92" y="31"/>
                      <a:pt x="97" y="36"/>
                      <a:pt x="104" y="36"/>
                    </a:cubicBezTo>
                    <a:cubicBezTo>
                      <a:pt x="108" y="36"/>
                      <a:pt x="108" y="36"/>
                      <a:pt x="108" y="36"/>
                    </a:cubicBezTo>
                    <a:cubicBezTo>
                      <a:pt x="120" y="36"/>
                      <a:pt x="120" y="36"/>
                      <a:pt x="120" y="36"/>
                    </a:cubicBezTo>
                    <a:lnTo>
                      <a:pt x="120" y="108"/>
                    </a:lnTo>
                    <a:close/>
                    <a:moveTo>
                      <a:pt x="108" y="32"/>
                    </a:moveTo>
                    <a:cubicBezTo>
                      <a:pt x="104" y="32"/>
                      <a:pt x="104" y="32"/>
                      <a:pt x="104" y="32"/>
                    </a:cubicBezTo>
                    <a:cubicBezTo>
                      <a:pt x="100" y="32"/>
                      <a:pt x="96" y="28"/>
                      <a:pt x="96" y="24"/>
                    </a:cubicBezTo>
                    <a:cubicBezTo>
                      <a:pt x="96" y="24"/>
                      <a:pt x="96" y="24"/>
                      <a:pt x="96" y="24"/>
                    </a:cubicBezTo>
                    <a:cubicBezTo>
                      <a:pt x="96" y="8"/>
                      <a:pt x="96" y="8"/>
                      <a:pt x="96" y="8"/>
                    </a:cubicBezTo>
                    <a:cubicBezTo>
                      <a:pt x="120" y="32"/>
                      <a:pt x="120" y="32"/>
                      <a:pt x="120" y="32"/>
                    </a:cubicBezTo>
                    <a:lnTo>
                      <a:pt x="10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66" name="Freeform 79"/>
              <p:cNvSpPr>
                <a:spLocks/>
              </p:cNvSpPr>
              <p:nvPr/>
            </p:nvSpPr>
            <p:spPr bwMode="auto">
              <a:xfrm>
                <a:off x="3200400" y="2162176"/>
                <a:ext cx="90487"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67" name="Freeform 80"/>
              <p:cNvSpPr>
                <a:spLocks/>
              </p:cNvSpPr>
              <p:nvPr/>
            </p:nvSpPr>
            <p:spPr bwMode="auto">
              <a:xfrm>
                <a:off x="3200400" y="2208213"/>
                <a:ext cx="90487" cy="14288"/>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68" name="Freeform 81"/>
              <p:cNvSpPr>
                <a:spLocks/>
              </p:cNvSpPr>
              <p:nvPr/>
            </p:nvSpPr>
            <p:spPr bwMode="auto">
              <a:xfrm>
                <a:off x="3200400" y="2252663"/>
                <a:ext cx="196850" cy="15875"/>
              </a:xfrm>
              <a:custGeom>
                <a:avLst/>
                <a:gdLst>
                  <a:gd name="T0" fmla="*/ 0 w 52"/>
                  <a:gd name="T1" fmla="*/ 2 h 4"/>
                  <a:gd name="T2" fmla="*/ 2 w 52"/>
                  <a:gd name="T3" fmla="*/ 4 h 4"/>
                  <a:gd name="T4" fmla="*/ 50 w 52"/>
                  <a:gd name="T5" fmla="*/ 4 h 4"/>
                  <a:gd name="T6" fmla="*/ 52 w 52"/>
                  <a:gd name="T7" fmla="*/ 2 h 4"/>
                  <a:gd name="T8" fmla="*/ 50 w 52"/>
                  <a:gd name="T9" fmla="*/ 0 h 4"/>
                  <a:gd name="T10" fmla="*/ 2 w 52"/>
                  <a:gd name="T11" fmla="*/ 0 h 4"/>
                  <a:gd name="T12" fmla="*/ 0 w 52"/>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2" h="4">
                    <a:moveTo>
                      <a:pt x="0" y="2"/>
                    </a:moveTo>
                    <a:cubicBezTo>
                      <a:pt x="0" y="3"/>
                      <a:pt x="1" y="4"/>
                      <a:pt x="2" y="4"/>
                    </a:cubicBezTo>
                    <a:cubicBezTo>
                      <a:pt x="50" y="4"/>
                      <a:pt x="50" y="4"/>
                      <a:pt x="50" y="4"/>
                    </a:cubicBezTo>
                    <a:cubicBezTo>
                      <a:pt x="51" y="4"/>
                      <a:pt x="52" y="3"/>
                      <a:pt x="52" y="2"/>
                    </a:cubicBezTo>
                    <a:cubicBezTo>
                      <a:pt x="52" y="1"/>
                      <a:pt x="51" y="0"/>
                      <a:pt x="50"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69" name="Freeform 82"/>
              <p:cNvSpPr>
                <a:spLocks/>
              </p:cNvSpPr>
              <p:nvPr/>
            </p:nvSpPr>
            <p:spPr bwMode="auto">
              <a:xfrm>
                <a:off x="3035300" y="2343151"/>
                <a:ext cx="361950" cy="15875"/>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70" name="Freeform 83"/>
              <p:cNvSpPr>
                <a:spLocks/>
              </p:cNvSpPr>
              <p:nvPr/>
            </p:nvSpPr>
            <p:spPr bwMode="auto">
              <a:xfrm>
                <a:off x="3035300" y="238918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71" name="Freeform 84"/>
              <p:cNvSpPr>
                <a:spLocks/>
              </p:cNvSpPr>
              <p:nvPr/>
            </p:nvSpPr>
            <p:spPr bwMode="auto">
              <a:xfrm>
                <a:off x="3035300" y="243363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72" name="Freeform 85"/>
              <p:cNvSpPr>
                <a:spLocks/>
              </p:cNvSpPr>
              <p:nvPr/>
            </p:nvSpPr>
            <p:spPr bwMode="auto">
              <a:xfrm>
                <a:off x="3035300" y="2298701"/>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73" name="Freeform 86"/>
              <p:cNvSpPr>
                <a:spLocks noEditPoints="1"/>
              </p:cNvSpPr>
              <p:nvPr/>
            </p:nvSpPr>
            <p:spPr bwMode="auto">
              <a:xfrm>
                <a:off x="3035300" y="2147888"/>
                <a:ext cx="134937" cy="120650"/>
              </a:xfrm>
              <a:custGeom>
                <a:avLst/>
                <a:gdLst>
                  <a:gd name="T0" fmla="*/ 4 w 36"/>
                  <a:gd name="T1" fmla="*/ 32 h 32"/>
                  <a:gd name="T2" fmla="*/ 32 w 36"/>
                  <a:gd name="T3" fmla="*/ 32 h 32"/>
                  <a:gd name="T4" fmla="*/ 36 w 36"/>
                  <a:gd name="T5" fmla="*/ 28 h 32"/>
                  <a:gd name="T6" fmla="*/ 36 w 36"/>
                  <a:gd name="T7" fmla="*/ 4 h 32"/>
                  <a:gd name="T8" fmla="*/ 32 w 36"/>
                  <a:gd name="T9" fmla="*/ 0 h 32"/>
                  <a:gd name="T10" fmla="*/ 4 w 36"/>
                  <a:gd name="T11" fmla="*/ 0 h 32"/>
                  <a:gd name="T12" fmla="*/ 0 w 36"/>
                  <a:gd name="T13" fmla="*/ 4 h 32"/>
                  <a:gd name="T14" fmla="*/ 0 w 36"/>
                  <a:gd name="T15" fmla="*/ 28 h 32"/>
                  <a:gd name="T16" fmla="*/ 4 w 36"/>
                  <a:gd name="T17" fmla="*/ 32 h 32"/>
                  <a:gd name="T18" fmla="*/ 8 w 36"/>
                  <a:gd name="T19" fmla="*/ 8 h 32"/>
                  <a:gd name="T20" fmla="*/ 28 w 36"/>
                  <a:gd name="T21" fmla="*/ 8 h 32"/>
                  <a:gd name="T22" fmla="*/ 28 w 36"/>
                  <a:gd name="T23" fmla="*/ 24 h 32"/>
                  <a:gd name="T24" fmla="*/ 8 w 36"/>
                  <a:gd name="T25" fmla="*/ 24 h 32"/>
                  <a:gd name="T26" fmla="*/ 8 w 36"/>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2">
                    <a:moveTo>
                      <a:pt x="4" y="32"/>
                    </a:moveTo>
                    <a:cubicBezTo>
                      <a:pt x="32" y="32"/>
                      <a:pt x="32" y="32"/>
                      <a:pt x="32" y="32"/>
                    </a:cubicBezTo>
                    <a:cubicBezTo>
                      <a:pt x="34" y="32"/>
                      <a:pt x="36" y="30"/>
                      <a:pt x="36" y="28"/>
                    </a:cubicBezTo>
                    <a:cubicBezTo>
                      <a:pt x="36" y="4"/>
                      <a:pt x="36" y="4"/>
                      <a:pt x="36" y="4"/>
                    </a:cubicBezTo>
                    <a:cubicBezTo>
                      <a:pt x="36" y="2"/>
                      <a:pt x="34" y="0"/>
                      <a:pt x="32" y="0"/>
                    </a:cubicBezTo>
                    <a:cubicBezTo>
                      <a:pt x="4" y="0"/>
                      <a:pt x="4" y="0"/>
                      <a:pt x="4" y="0"/>
                    </a:cubicBezTo>
                    <a:cubicBezTo>
                      <a:pt x="2" y="0"/>
                      <a:pt x="0" y="2"/>
                      <a:pt x="0" y="4"/>
                    </a:cubicBezTo>
                    <a:cubicBezTo>
                      <a:pt x="0" y="28"/>
                      <a:pt x="0" y="28"/>
                      <a:pt x="0" y="28"/>
                    </a:cubicBezTo>
                    <a:cubicBezTo>
                      <a:pt x="0" y="30"/>
                      <a:pt x="2" y="32"/>
                      <a:pt x="4" y="32"/>
                    </a:cubicBezTo>
                    <a:close/>
                    <a:moveTo>
                      <a:pt x="8" y="8"/>
                    </a:moveTo>
                    <a:cubicBezTo>
                      <a:pt x="28" y="8"/>
                      <a:pt x="28" y="8"/>
                      <a:pt x="28" y="8"/>
                    </a:cubicBezTo>
                    <a:cubicBezTo>
                      <a:pt x="28" y="24"/>
                      <a:pt x="28" y="24"/>
                      <a:pt x="28" y="24"/>
                    </a:cubicBezTo>
                    <a:cubicBezTo>
                      <a:pt x="8" y="24"/>
                      <a:pt x="8" y="24"/>
                      <a:pt x="8" y="24"/>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58" name="Group 57"/>
            <p:cNvGrpSpPr/>
            <p:nvPr/>
          </p:nvGrpSpPr>
          <p:grpSpPr>
            <a:xfrm>
              <a:off x="9983081" y="717253"/>
              <a:ext cx="450850" cy="482600"/>
              <a:chOff x="2027238" y="2071688"/>
              <a:chExt cx="450850" cy="482600"/>
            </a:xfrm>
            <a:solidFill>
              <a:sysClr val="window" lastClr="FFFFFF"/>
            </a:solidFill>
          </p:grpSpPr>
          <p:sp>
            <p:nvSpPr>
              <p:cNvPr id="62" name="Freeform 87"/>
              <p:cNvSpPr>
                <a:spLocks noEditPoints="1"/>
              </p:cNvSpPr>
              <p:nvPr/>
            </p:nvSpPr>
            <p:spPr bwMode="auto">
              <a:xfrm>
                <a:off x="2027238" y="2071688"/>
                <a:ext cx="450850" cy="482600"/>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63" name="Freeform 88"/>
              <p:cNvSpPr>
                <a:spLocks noEditPoints="1"/>
              </p:cNvSpPr>
              <p:nvPr/>
            </p:nvSpPr>
            <p:spPr bwMode="auto">
              <a:xfrm>
                <a:off x="2087563" y="2132013"/>
                <a:ext cx="330200" cy="30162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64" name="Freeform 89"/>
              <p:cNvSpPr>
                <a:spLocks noEditPoints="1"/>
              </p:cNvSpPr>
              <p:nvPr/>
            </p:nvSpPr>
            <p:spPr bwMode="auto">
              <a:xfrm>
                <a:off x="2268538" y="2178051"/>
                <a:ext cx="88900" cy="90488"/>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59" name="Group 58"/>
            <p:cNvGrpSpPr/>
            <p:nvPr/>
          </p:nvGrpSpPr>
          <p:grpSpPr>
            <a:xfrm>
              <a:off x="10091435" y="2775575"/>
              <a:ext cx="481012" cy="482600"/>
              <a:chOff x="1049338" y="2071688"/>
              <a:chExt cx="481012" cy="482600"/>
            </a:xfrm>
            <a:solidFill>
              <a:sysClr val="window" lastClr="FFFFFF"/>
            </a:solidFill>
          </p:grpSpPr>
          <p:sp>
            <p:nvSpPr>
              <p:cNvPr id="60" name="Freeform 90"/>
              <p:cNvSpPr>
                <a:spLocks noEditPoints="1"/>
              </p:cNvSpPr>
              <p:nvPr/>
            </p:nvSpPr>
            <p:spPr bwMode="auto">
              <a:xfrm>
                <a:off x="1049338" y="2071688"/>
                <a:ext cx="481012" cy="482600"/>
              </a:xfrm>
              <a:custGeom>
                <a:avLst/>
                <a:gdLst>
                  <a:gd name="T0" fmla="*/ 83 w 128"/>
                  <a:gd name="T1" fmla="*/ 40 h 128"/>
                  <a:gd name="T2" fmla="*/ 64 w 128"/>
                  <a:gd name="T3" fmla="*/ 0 h 128"/>
                  <a:gd name="T4" fmla="*/ 36 w 128"/>
                  <a:gd name="T5" fmla="*/ 41 h 128"/>
                  <a:gd name="T6" fmla="*/ 32 w 128"/>
                  <a:gd name="T7" fmla="*/ 43 h 128"/>
                  <a:gd name="T8" fmla="*/ 12 w 128"/>
                  <a:gd name="T9" fmla="*/ 40 h 128"/>
                  <a:gd name="T10" fmla="*/ 0 w 128"/>
                  <a:gd name="T11" fmla="*/ 116 h 128"/>
                  <a:gd name="T12" fmla="*/ 24 w 128"/>
                  <a:gd name="T13" fmla="*/ 128 h 128"/>
                  <a:gd name="T14" fmla="*/ 35 w 128"/>
                  <a:gd name="T15" fmla="*/ 121 h 128"/>
                  <a:gd name="T16" fmla="*/ 36 w 128"/>
                  <a:gd name="T17" fmla="*/ 121 h 128"/>
                  <a:gd name="T18" fmla="*/ 76 w 128"/>
                  <a:gd name="T19" fmla="*/ 128 h 128"/>
                  <a:gd name="T20" fmla="*/ 112 w 128"/>
                  <a:gd name="T21" fmla="*/ 120 h 128"/>
                  <a:gd name="T22" fmla="*/ 114 w 128"/>
                  <a:gd name="T23" fmla="*/ 109 h 128"/>
                  <a:gd name="T24" fmla="*/ 121 w 128"/>
                  <a:gd name="T25" fmla="*/ 88 h 128"/>
                  <a:gd name="T26" fmla="*/ 124 w 128"/>
                  <a:gd name="T27" fmla="*/ 67 h 128"/>
                  <a:gd name="T28" fmla="*/ 128 w 128"/>
                  <a:gd name="T29" fmla="*/ 58 h 128"/>
                  <a:gd name="T30" fmla="*/ 117 w 128"/>
                  <a:gd name="T31" fmla="*/ 42 h 128"/>
                  <a:gd name="T32" fmla="*/ 24 w 128"/>
                  <a:gd name="T33" fmla="*/ 120 h 128"/>
                  <a:gd name="T34" fmla="*/ 8 w 128"/>
                  <a:gd name="T35" fmla="*/ 116 h 128"/>
                  <a:gd name="T36" fmla="*/ 12 w 128"/>
                  <a:gd name="T37" fmla="*/ 48 h 128"/>
                  <a:gd name="T38" fmla="*/ 28 w 128"/>
                  <a:gd name="T39" fmla="*/ 52 h 128"/>
                  <a:gd name="T40" fmla="*/ 120 w 128"/>
                  <a:gd name="T41" fmla="*/ 58 h 128"/>
                  <a:gd name="T42" fmla="*/ 104 w 128"/>
                  <a:gd name="T43" fmla="*/ 64 h 128"/>
                  <a:gd name="T44" fmla="*/ 104 w 128"/>
                  <a:gd name="T45" fmla="*/ 68 h 128"/>
                  <a:gd name="T46" fmla="*/ 118 w 128"/>
                  <a:gd name="T47" fmla="*/ 75 h 128"/>
                  <a:gd name="T48" fmla="*/ 100 w 128"/>
                  <a:gd name="T49" fmla="*/ 84 h 128"/>
                  <a:gd name="T50" fmla="*/ 100 w 128"/>
                  <a:gd name="T51" fmla="*/ 88 h 128"/>
                  <a:gd name="T52" fmla="*/ 113 w 128"/>
                  <a:gd name="T53" fmla="*/ 96 h 128"/>
                  <a:gd name="T54" fmla="*/ 96 w 128"/>
                  <a:gd name="T55" fmla="*/ 104 h 128"/>
                  <a:gd name="T56" fmla="*/ 96 w 128"/>
                  <a:gd name="T57" fmla="*/ 108 h 128"/>
                  <a:gd name="T58" fmla="*/ 106 w 128"/>
                  <a:gd name="T59" fmla="*/ 114 h 128"/>
                  <a:gd name="T60" fmla="*/ 98 w 128"/>
                  <a:gd name="T61" fmla="*/ 120 h 128"/>
                  <a:gd name="T62" fmla="*/ 54 w 128"/>
                  <a:gd name="T63" fmla="*/ 117 h 128"/>
                  <a:gd name="T64" fmla="*/ 32 w 128"/>
                  <a:gd name="T65" fmla="*/ 110 h 128"/>
                  <a:gd name="T66" fmla="*/ 35 w 128"/>
                  <a:gd name="T67" fmla="*/ 50 h 128"/>
                  <a:gd name="T68" fmla="*/ 60 w 128"/>
                  <a:gd name="T69" fmla="*/ 12 h 128"/>
                  <a:gd name="T70" fmla="*/ 76 w 128"/>
                  <a:gd name="T71" fmla="*/ 27 h 128"/>
                  <a:gd name="T72" fmla="*/ 115 w 128"/>
                  <a:gd name="T73" fmla="*/ 50 h 128"/>
                  <a:gd name="T74" fmla="*/ 120 w 128"/>
                  <a:gd name="T7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8" h="128">
                    <a:moveTo>
                      <a:pt x="117" y="42"/>
                    </a:moveTo>
                    <a:cubicBezTo>
                      <a:pt x="112" y="41"/>
                      <a:pt x="100" y="41"/>
                      <a:pt x="83" y="40"/>
                    </a:cubicBezTo>
                    <a:cubicBezTo>
                      <a:pt x="84" y="36"/>
                      <a:pt x="84" y="33"/>
                      <a:pt x="84" y="27"/>
                    </a:cubicBezTo>
                    <a:cubicBezTo>
                      <a:pt x="84" y="13"/>
                      <a:pt x="73" y="0"/>
                      <a:pt x="64" y="0"/>
                    </a:cubicBezTo>
                    <a:cubicBezTo>
                      <a:pt x="57" y="0"/>
                      <a:pt x="52" y="5"/>
                      <a:pt x="52" y="12"/>
                    </a:cubicBezTo>
                    <a:cubicBezTo>
                      <a:pt x="52" y="20"/>
                      <a:pt x="49" y="34"/>
                      <a:pt x="36" y="41"/>
                    </a:cubicBezTo>
                    <a:cubicBezTo>
                      <a:pt x="35" y="41"/>
                      <a:pt x="32" y="43"/>
                      <a:pt x="32" y="43"/>
                    </a:cubicBezTo>
                    <a:cubicBezTo>
                      <a:pt x="32" y="43"/>
                      <a:pt x="32" y="43"/>
                      <a:pt x="32" y="43"/>
                    </a:cubicBezTo>
                    <a:cubicBezTo>
                      <a:pt x="30" y="41"/>
                      <a:pt x="27" y="40"/>
                      <a:pt x="24" y="40"/>
                    </a:cubicBezTo>
                    <a:cubicBezTo>
                      <a:pt x="12" y="40"/>
                      <a:pt x="12" y="40"/>
                      <a:pt x="12" y="40"/>
                    </a:cubicBezTo>
                    <a:cubicBezTo>
                      <a:pt x="5" y="40"/>
                      <a:pt x="0" y="45"/>
                      <a:pt x="0" y="52"/>
                    </a:cubicBezTo>
                    <a:cubicBezTo>
                      <a:pt x="0" y="116"/>
                      <a:pt x="0" y="116"/>
                      <a:pt x="0" y="116"/>
                    </a:cubicBezTo>
                    <a:cubicBezTo>
                      <a:pt x="0" y="123"/>
                      <a:pt x="5" y="128"/>
                      <a:pt x="12" y="128"/>
                    </a:cubicBezTo>
                    <a:cubicBezTo>
                      <a:pt x="24" y="128"/>
                      <a:pt x="24" y="128"/>
                      <a:pt x="24" y="128"/>
                    </a:cubicBezTo>
                    <a:cubicBezTo>
                      <a:pt x="29" y="128"/>
                      <a:pt x="33" y="125"/>
                      <a:pt x="35" y="121"/>
                    </a:cubicBezTo>
                    <a:cubicBezTo>
                      <a:pt x="35" y="121"/>
                      <a:pt x="35" y="121"/>
                      <a:pt x="35" y="121"/>
                    </a:cubicBezTo>
                    <a:cubicBezTo>
                      <a:pt x="35" y="121"/>
                      <a:pt x="35" y="121"/>
                      <a:pt x="36" y="121"/>
                    </a:cubicBezTo>
                    <a:cubicBezTo>
                      <a:pt x="36" y="121"/>
                      <a:pt x="36" y="121"/>
                      <a:pt x="36" y="121"/>
                    </a:cubicBezTo>
                    <a:cubicBezTo>
                      <a:pt x="38" y="122"/>
                      <a:pt x="43" y="123"/>
                      <a:pt x="52" y="125"/>
                    </a:cubicBezTo>
                    <a:cubicBezTo>
                      <a:pt x="54" y="126"/>
                      <a:pt x="65" y="128"/>
                      <a:pt x="76" y="128"/>
                    </a:cubicBezTo>
                    <a:cubicBezTo>
                      <a:pt x="98" y="128"/>
                      <a:pt x="98" y="128"/>
                      <a:pt x="98" y="128"/>
                    </a:cubicBezTo>
                    <a:cubicBezTo>
                      <a:pt x="105" y="128"/>
                      <a:pt x="109" y="125"/>
                      <a:pt x="112" y="120"/>
                    </a:cubicBezTo>
                    <a:cubicBezTo>
                      <a:pt x="112" y="120"/>
                      <a:pt x="113" y="118"/>
                      <a:pt x="114" y="116"/>
                    </a:cubicBezTo>
                    <a:cubicBezTo>
                      <a:pt x="115" y="114"/>
                      <a:pt x="115" y="112"/>
                      <a:pt x="114" y="109"/>
                    </a:cubicBezTo>
                    <a:cubicBezTo>
                      <a:pt x="118" y="106"/>
                      <a:pt x="120" y="102"/>
                      <a:pt x="121" y="99"/>
                    </a:cubicBezTo>
                    <a:cubicBezTo>
                      <a:pt x="122" y="94"/>
                      <a:pt x="122" y="90"/>
                      <a:pt x="121" y="88"/>
                    </a:cubicBezTo>
                    <a:cubicBezTo>
                      <a:pt x="123" y="85"/>
                      <a:pt x="125" y="82"/>
                      <a:pt x="126" y="77"/>
                    </a:cubicBezTo>
                    <a:cubicBezTo>
                      <a:pt x="127" y="73"/>
                      <a:pt x="126" y="70"/>
                      <a:pt x="124" y="67"/>
                    </a:cubicBezTo>
                    <a:cubicBezTo>
                      <a:pt x="127" y="65"/>
                      <a:pt x="128" y="61"/>
                      <a:pt x="128" y="58"/>
                    </a:cubicBezTo>
                    <a:cubicBezTo>
                      <a:pt x="128" y="58"/>
                      <a:pt x="128" y="58"/>
                      <a:pt x="128" y="58"/>
                    </a:cubicBezTo>
                    <a:cubicBezTo>
                      <a:pt x="128" y="57"/>
                      <a:pt x="128" y="57"/>
                      <a:pt x="128" y="56"/>
                    </a:cubicBezTo>
                    <a:cubicBezTo>
                      <a:pt x="128" y="51"/>
                      <a:pt x="125" y="44"/>
                      <a:pt x="117" y="42"/>
                    </a:cubicBezTo>
                    <a:close/>
                    <a:moveTo>
                      <a:pt x="28" y="116"/>
                    </a:moveTo>
                    <a:cubicBezTo>
                      <a:pt x="28" y="118"/>
                      <a:pt x="26" y="120"/>
                      <a:pt x="24" y="120"/>
                    </a:cubicBezTo>
                    <a:cubicBezTo>
                      <a:pt x="12" y="120"/>
                      <a:pt x="12" y="120"/>
                      <a:pt x="12" y="120"/>
                    </a:cubicBezTo>
                    <a:cubicBezTo>
                      <a:pt x="10" y="120"/>
                      <a:pt x="8" y="118"/>
                      <a:pt x="8" y="116"/>
                    </a:cubicBezTo>
                    <a:cubicBezTo>
                      <a:pt x="8" y="52"/>
                      <a:pt x="8" y="52"/>
                      <a:pt x="8" y="52"/>
                    </a:cubicBezTo>
                    <a:cubicBezTo>
                      <a:pt x="8" y="50"/>
                      <a:pt x="10" y="48"/>
                      <a:pt x="12" y="48"/>
                    </a:cubicBezTo>
                    <a:cubicBezTo>
                      <a:pt x="24" y="48"/>
                      <a:pt x="24" y="48"/>
                      <a:pt x="24" y="48"/>
                    </a:cubicBezTo>
                    <a:cubicBezTo>
                      <a:pt x="26" y="48"/>
                      <a:pt x="28" y="50"/>
                      <a:pt x="28" y="52"/>
                    </a:cubicBezTo>
                    <a:lnTo>
                      <a:pt x="28" y="116"/>
                    </a:lnTo>
                    <a:close/>
                    <a:moveTo>
                      <a:pt x="120" y="58"/>
                    </a:moveTo>
                    <a:cubicBezTo>
                      <a:pt x="120" y="60"/>
                      <a:pt x="119" y="64"/>
                      <a:pt x="112" y="64"/>
                    </a:cubicBezTo>
                    <a:cubicBezTo>
                      <a:pt x="106" y="64"/>
                      <a:pt x="104" y="64"/>
                      <a:pt x="104" y="64"/>
                    </a:cubicBezTo>
                    <a:cubicBezTo>
                      <a:pt x="103" y="64"/>
                      <a:pt x="102" y="65"/>
                      <a:pt x="102" y="66"/>
                    </a:cubicBezTo>
                    <a:cubicBezTo>
                      <a:pt x="102" y="67"/>
                      <a:pt x="103" y="68"/>
                      <a:pt x="104" y="68"/>
                    </a:cubicBezTo>
                    <a:cubicBezTo>
                      <a:pt x="104" y="68"/>
                      <a:pt x="106" y="68"/>
                      <a:pt x="112" y="68"/>
                    </a:cubicBezTo>
                    <a:cubicBezTo>
                      <a:pt x="118" y="68"/>
                      <a:pt x="119" y="73"/>
                      <a:pt x="118" y="75"/>
                    </a:cubicBezTo>
                    <a:cubicBezTo>
                      <a:pt x="118" y="78"/>
                      <a:pt x="116" y="84"/>
                      <a:pt x="110" y="84"/>
                    </a:cubicBezTo>
                    <a:cubicBezTo>
                      <a:pt x="103" y="84"/>
                      <a:pt x="100" y="84"/>
                      <a:pt x="100" y="84"/>
                    </a:cubicBezTo>
                    <a:cubicBezTo>
                      <a:pt x="99" y="84"/>
                      <a:pt x="98" y="85"/>
                      <a:pt x="98" y="86"/>
                    </a:cubicBezTo>
                    <a:cubicBezTo>
                      <a:pt x="98" y="87"/>
                      <a:pt x="99" y="88"/>
                      <a:pt x="100" y="88"/>
                    </a:cubicBezTo>
                    <a:cubicBezTo>
                      <a:pt x="100" y="88"/>
                      <a:pt x="105" y="88"/>
                      <a:pt x="108" y="88"/>
                    </a:cubicBezTo>
                    <a:cubicBezTo>
                      <a:pt x="115" y="88"/>
                      <a:pt x="114" y="93"/>
                      <a:pt x="113" y="96"/>
                    </a:cubicBezTo>
                    <a:cubicBezTo>
                      <a:pt x="112" y="100"/>
                      <a:pt x="111" y="104"/>
                      <a:pt x="103" y="104"/>
                    </a:cubicBezTo>
                    <a:cubicBezTo>
                      <a:pt x="100" y="104"/>
                      <a:pt x="96" y="104"/>
                      <a:pt x="96" y="104"/>
                    </a:cubicBezTo>
                    <a:cubicBezTo>
                      <a:pt x="95" y="104"/>
                      <a:pt x="94" y="105"/>
                      <a:pt x="94" y="106"/>
                    </a:cubicBezTo>
                    <a:cubicBezTo>
                      <a:pt x="94" y="107"/>
                      <a:pt x="95" y="108"/>
                      <a:pt x="96" y="108"/>
                    </a:cubicBezTo>
                    <a:cubicBezTo>
                      <a:pt x="96" y="108"/>
                      <a:pt x="99" y="108"/>
                      <a:pt x="102" y="108"/>
                    </a:cubicBezTo>
                    <a:cubicBezTo>
                      <a:pt x="107" y="108"/>
                      <a:pt x="107" y="112"/>
                      <a:pt x="106" y="114"/>
                    </a:cubicBezTo>
                    <a:cubicBezTo>
                      <a:pt x="106" y="115"/>
                      <a:pt x="105" y="116"/>
                      <a:pt x="105" y="117"/>
                    </a:cubicBezTo>
                    <a:cubicBezTo>
                      <a:pt x="104" y="119"/>
                      <a:pt x="102" y="120"/>
                      <a:pt x="98" y="120"/>
                    </a:cubicBezTo>
                    <a:cubicBezTo>
                      <a:pt x="76" y="120"/>
                      <a:pt x="76" y="120"/>
                      <a:pt x="76" y="120"/>
                    </a:cubicBezTo>
                    <a:cubicBezTo>
                      <a:pt x="65" y="120"/>
                      <a:pt x="54" y="118"/>
                      <a:pt x="54" y="117"/>
                    </a:cubicBezTo>
                    <a:cubicBezTo>
                      <a:pt x="37" y="114"/>
                      <a:pt x="36" y="113"/>
                      <a:pt x="35" y="113"/>
                    </a:cubicBezTo>
                    <a:cubicBezTo>
                      <a:pt x="35" y="113"/>
                      <a:pt x="32" y="112"/>
                      <a:pt x="32" y="110"/>
                    </a:cubicBezTo>
                    <a:cubicBezTo>
                      <a:pt x="32" y="54"/>
                      <a:pt x="32" y="54"/>
                      <a:pt x="32" y="54"/>
                    </a:cubicBezTo>
                    <a:cubicBezTo>
                      <a:pt x="32" y="52"/>
                      <a:pt x="33" y="51"/>
                      <a:pt x="35" y="50"/>
                    </a:cubicBezTo>
                    <a:cubicBezTo>
                      <a:pt x="35" y="50"/>
                      <a:pt x="36" y="50"/>
                      <a:pt x="36" y="50"/>
                    </a:cubicBezTo>
                    <a:cubicBezTo>
                      <a:pt x="54" y="42"/>
                      <a:pt x="60" y="26"/>
                      <a:pt x="60" y="12"/>
                    </a:cubicBezTo>
                    <a:cubicBezTo>
                      <a:pt x="60" y="10"/>
                      <a:pt x="62" y="8"/>
                      <a:pt x="64" y="8"/>
                    </a:cubicBezTo>
                    <a:cubicBezTo>
                      <a:pt x="68" y="8"/>
                      <a:pt x="76" y="16"/>
                      <a:pt x="76" y="27"/>
                    </a:cubicBezTo>
                    <a:cubicBezTo>
                      <a:pt x="76" y="36"/>
                      <a:pt x="75" y="38"/>
                      <a:pt x="72" y="48"/>
                    </a:cubicBezTo>
                    <a:cubicBezTo>
                      <a:pt x="112" y="48"/>
                      <a:pt x="112" y="49"/>
                      <a:pt x="115" y="50"/>
                    </a:cubicBezTo>
                    <a:cubicBezTo>
                      <a:pt x="120" y="51"/>
                      <a:pt x="120" y="54"/>
                      <a:pt x="120" y="56"/>
                    </a:cubicBezTo>
                    <a:cubicBezTo>
                      <a:pt x="120" y="57"/>
                      <a:pt x="120" y="57"/>
                      <a:pt x="12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61" name="Freeform 91"/>
              <p:cNvSpPr>
                <a:spLocks noEditPoints="1"/>
              </p:cNvSpPr>
              <p:nvPr/>
            </p:nvSpPr>
            <p:spPr bwMode="auto">
              <a:xfrm>
                <a:off x="1093788" y="2463801"/>
                <a:ext cx="44450" cy="44450"/>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sp>
        <p:nvSpPr>
          <p:cNvPr id="10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2061004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fade">
                                      <p:cBhvr>
                                        <p:cTn id="11" dur="500"/>
                                        <p:tgtEl>
                                          <p:spTgt spid="3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6">
                                            <p:txEl>
                                              <p:pRg st="0" end="0"/>
                                            </p:txEl>
                                          </p:spTgt>
                                        </p:tgtEl>
                                        <p:attrNameLst>
                                          <p:attrName>style.visibility</p:attrName>
                                        </p:attrNameLst>
                                      </p:cBhvr>
                                      <p:to>
                                        <p:strVal val="visible"/>
                                      </p:to>
                                    </p:set>
                                    <p:animEffect transition="in" filter="fade">
                                      <p:cBhvr>
                                        <p:cTn id="15"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4805917" y="401735"/>
            <a:ext cx="6849300" cy="828098"/>
          </a:xfrm>
        </p:spPr>
        <p:txBody>
          <a:bodyPr>
            <a:normAutofit/>
          </a:bodyPr>
          <a:lstStyle/>
          <a:p>
            <a:pPr rtl="1"/>
            <a:r>
              <a:rPr lang="ar-SA" sz="4400" u="sng" dirty="0"/>
              <a:t>ج- الغرض التعليمي للتلعيب</a:t>
            </a:r>
            <a:endParaRPr lang="en-US" sz="4400" u="sng" dirty="0"/>
          </a:p>
        </p:txBody>
      </p:sp>
      <p:sp>
        <p:nvSpPr>
          <p:cNvPr id="307" name="TextBox 306"/>
          <p:cNvSpPr txBox="1"/>
          <p:nvPr/>
        </p:nvSpPr>
        <p:spPr>
          <a:xfrm>
            <a:off x="4636191" y="2745846"/>
            <a:ext cx="6829616" cy="3108543"/>
          </a:xfrm>
          <a:prstGeom prst="rect">
            <a:avLst/>
          </a:prstGeom>
          <a:noFill/>
        </p:spPr>
        <p:txBody>
          <a:bodyPr wrap="square" rtlCol="0">
            <a:spAutoFit/>
          </a:bodyPr>
          <a:lstStyle/>
          <a:p>
            <a:pPr algn="ctr" rtl="1"/>
            <a:r>
              <a:rPr lang="ar-SA" sz="2800" b="1" dirty="0"/>
              <a:t>فهو يهتم بتحفيز الطلبة على التعلم باستخدام عناصر الألعاب في بيئات التعلم، وذلك بهدف تحقيق أقصى قدر من المتعة والمشاركة، من خلال جذب اهتمام المتعلمين لمواصلة التعلم، وبالتالي فقد كان له تأثير على سلوك الطلاب من خلال تحفيزهم على حضور الفصول الدراسية برغبة وشوق أكبر، والتركيز على المهام التعليمية والمعرفية المفيدة، وأخذ المبادرة في عملية التعلم</a:t>
            </a:r>
            <a:endParaRPr lang="en-US" sz="2800" b="1" dirty="0">
              <a:solidFill>
                <a:schemeClr val="accent6">
                  <a:lumMod val="50000"/>
                </a:schemeClr>
              </a:solidFill>
            </a:endParaRPr>
          </a:p>
        </p:txBody>
      </p:sp>
      <p:sp>
        <p:nvSpPr>
          <p:cNvPr id="2" name="Rectangle 1"/>
          <p:cNvSpPr/>
          <p:nvPr/>
        </p:nvSpPr>
        <p:spPr>
          <a:xfrm>
            <a:off x="5221721" y="1803173"/>
            <a:ext cx="4055919" cy="646331"/>
          </a:xfrm>
          <a:prstGeom prst="rect">
            <a:avLst/>
          </a:prstGeom>
        </p:spPr>
        <p:txBody>
          <a:bodyPr wrap="none">
            <a:spAutoFit/>
          </a:bodyPr>
          <a:lstStyle/>
          <a:p>
            <a:pPr marL="0" marR="0" algn="r" rtl="1">
              <a:spcBef>
                <a:spcPts val="0"/>
              </a:spcBef>
              <a:spcAft>
                <a:spcPts val="0"/>
              </a:spcAft>
            </a:pPr>
            <a:r>
              <a:rPr lang="ar-SA" sz="3600" b="1" u="sng" dirty="0">
                <a:solidFill>
                  <a:schemeClr val="accent4"/>
                </a:solidFill>
                <a:latin typeface="Arial Unicode MS" panose="020B0604020202020204" pitchFamily="34" charset="-128"/>
                <a:ea typeface="Arial Unicode MS" panose="020B0604020202020204" pitchFamily="34" charset="-128"/>
                <a:cs typeface="Simplified Arabic" panose="02020603050405020304" pitchFamily="18" charset="-78"/>
              </a:rPr>
              <a:t>كيف يخدم التلعيب التعليم؟</a:t>
            </a:r>
            <a:endParaRPr lang="en-US" sz="3600" u="sng" dirty="0">
              <a:solidFill>
                <a:schemeClr val="accent4"/>
              </a:solidFill>
              <a:latin typeface="Arial Unicode MS" panose="020B0604020202020204" pitchFamily="34" charset="-128"/>
              <a:ea typeface="Arial Unicode MS" panose="020B0604020202020204" pitchFamily="34" charset="-128"/>
              <a:cs typeface="Helvetica" panose="020B0604020202020204" pitchFamily="34" charset="0"/>
            </a:endParaRPr>
          </a:p>
        </p:txBody>
      </p:sp>
      <p:grpSp>
        <p:nvGrpSpPr>
          <p:cNvPr id="174" name="Group 173"/>
          <p:cNvGrpSpPr/>
          <p:nvPr/>
        </p:nvGrpSpPr>
        <p:grpSpPr>
          <a:xfrm>
            <a:off x="291282" y="1271828"/>
            <a:ext cx="4332076" cy="5025141"/>
            <a:chOff x="517660" y="1804566"/>
            <a:chExt cx="4084445" cy="4459821"/>
          </a:xfrm>
        </p:grpSpPr>
        <p:grpSp>
          <p:nvGrpSpPr>
            <p:cNvPr id="258" name="Gruppe 244"/>
            <p:cNvGrpSpPr>
              <a:grpSpLocks/>
            </p:cNvGrpSpPr>
            <p:nvPr/>
          </p:nvGrpSpPr>
          <p:grpSpPr bwMode="auto">
            <a:xfrm>
              <a:off x="517660" y="3565672"/>
              <a:ext cx="4084445" cy="2698715"/>
              <a:chOff x="4621213" y="2415858"/>
              <a:chExt cx="2400300" cy="1643380"/>
            </a:xfrm>
          </p:grpSpPr>
          <p:sp>
            <p:nvSpPr>
              <p:cNvPr id="260" name="Freeform 138"/>
              <p:cNvSpPr>
                <a:spLocks/>
              </p:cNvSpPr>
              <p:nvPr/>
            </p:nvSpPr>
            <p:spPr bwMode="auto">
              <a:xfrm>
                <a:off x="5821363" y="2415858"/>
                <a:ext cx="962025" cy="771525"/>
              </a:xfrm>
              <a:custGeom>
                <a:avLst/>
                <a:gdLst>
                  <a:gd name="T0" fmla="*/ 2147483647 w 606"/>
                  <a:gd name="T1" fmla="*/ 2147483647 h 486"/>
                  <a:gd name="T2" fmla="*/ 2147483647 w 606"/>
                  <a:gd name="T3" fmla="*/ 0 h 486"/>
                  <a:gd name="T4" fmla="*/ 2147483647 w 606"/>
                  <a:gd name="T5" fmla="*/ 0 h 486"/>
                  <a:gd name="T6" fmla="*/ 2147483647 w 606"/>
                  <a:gd name="T7" fmla="*/ 2147483647 h 486"/>
                  <a:gd name="T8" fmla="*/ 2147483647 w 606"/>
                  <a:gd name="T9" fmla="*/ 2147483647 h 486"/>
                  <a:gd name="T10" fmla="*/ 2147483647 w 606"/>
                  <a:gd name="T11" fmla="*/ 2147483647 h 486"/>
                  <a:gd name="T12" fmla="*/ 0 w 606"/>
                  <a:gd name="T13" fmla="*/ 2147483647 h 486"/>
                  <a:gd name="T14" fmla="*/ 0 w 606"/>
                  <a:gd name="T15" fmla="*/ 2147483647 h 486"/>
                  <a:gd name="T16" fmla="*/ 0 w 606"/>
                  <a:gd name="T17" fmla="*/ 2147483647 h 486"/>
                  <a:gd name="T18" fmla="*/ 0 w 606"/>
                  <a:gd name="T19" fmla="*/ 2147483647 h 486"/>
                  <a:gd name="T20" fmla="*/ 2147483647 w 606"/>
                  <a:gd name="T21" fmla="*/ 2147483647 h 486"/>
                  <a:gd name="T22" fmla="*/ 2147483647 w 606"/>
                  <a:gd name="T23" fmla="*/ 2147483647 h 486"/>
                  <a:gd name="T24" fmla="*/ 2147483647 w 606"/>
                  <a:gd name="T25" fmla="*/ 2147483647 h 486"/>
                  <a:gd name="T26" fmla="*/ 2147483647 w 606"/>
                  <a:gd name="T27" fmla="*/ 2147483647 h 486"/>
                  <a:gd name="T28" fmla="*/ 2147483647 w 606"/>
                  <a:gd name="T29" fmla="*/ 2147483647 h 486"/>
                  <a:gd name="T30" fmla="*/ 2147483647 w 606"/>
                  <a:gd name="T31" fmla="*/ 2147483647 h 486"/>
                  <a:gd name="T32" fmla="*/ 2147483647 w 606"/>
                  <a:gd name="T33" fmla="*/ 2147483647 h 486"/>
                  <a:gd name="T34" fmla="*/ 2147483647 w 606"/>
                  <a:gd name="T35" fmla="*/ 2147483647 h 486"/>
                  <a:gd name="T36" fmla="*/ 2147483647 w 606"/>
                  <a:gd name="T37" fmla="*/ 2147483647 h 486"/>
                  <a:gd name="T38" fmla="*/ 2147483647 w 606"/>
                  <a:gd name="T39" fmla="*/ 2147483647 h 486"/>
                  <a:gd name="T40" fmla="*/ 2147483647 w 606"/>
                  <a:gd name="T41" fmla="*/ 2147483647 h 486"/>
                  <a:gd name="T42" fmla="*/ 2147483647 w 606"/>
                  <a:gd name="T43" fmla="*/ 2147483647 h 486"/>
                  <a:gd name="T44" fmla="*/ 2147483647 w 606"/>
                  <a:gd name="T45" fmla="*/ 2147483647 h 486"/>
                  <a:gd name="T46" fmla="*/ 2147483647 w 606"/>
                  <a:gd name="T47" fmla="*/ 2147483647 h 486"/>
                  <a:gd name="T48" fmla="*/ 2147483647 w 606"/>
                  <a:gd name="T49" fmla="*/ 2147483647 h 486"/>
                  <a:gd name="T50" fmla="*/ 2147483647 w 606"/>
                  <a:gd name="T51" fmla="*/ 2147483647 h 48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6"/>
                  <a:gd name="T79" fmla="*/ 0 h 486"/>
                  <a:gd name="T80" fmla="*/ 606 w 606"/>
                  <a:gd name="T81" fmla="*/ 486 h 48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6" h="486">
                    <a:moveTo>
                      <a:pt x="606" y="84"/>
                    </a:moveTo>
                    <a:lnTo>
                      <a:pt x="150" y="0"/>
                    </a:lnTo>
                    <a:lnTo>
                      <a:pt x="76" y="76"/>
                    </a:lnTo>
                    <a:lnTo>
                      <a:pt x="24" y="130"/>
                    </a:lnTo>
                    <a:lnTo>
                      <a:pt x="8" y="148"/>
                    </a:lnTo>
                    <a:lnTo>
                      <a:pt x="0" y="156"/>
                    </a:lnTo>
                    <a:lnTo>
                      <a:pt x="0" y="486"/>
                    </a:lnTo>
                    <a:lnTo>
                      <a:pt x="238" y="390"/>
                    </a:lnTo>
                    <a:lnTo>
                      <a:pt x="402" y="322"/>
                    </a:lnTo>
                    <a:lnTo>
                      <a:pt x="458" y="298"/>
                    </a:lnTo>
                    <a:lnTo>
                      <a:pt x="480" y="288"/>
                    </a:lnTo>
                    <a:lnTo>
                      <a:pt x="482" y="284"/>
                    </a:lnTo>
                    <a:lnTo>
                      <a:pt x="484" y="280"/>
                    </a:lnTo>
                    <a:lnTo>
                      <a:pt x="482" y="272"/>
                    </a:lnTo>
                    <a:lnTo>
                      <a:pt x="478" y="262"/>
                    </a:lnTo>
                    <a:lnTo>
                      <a:pt x="480" y="252"/>
                    </a:lnTo>
                    <a:lnTo>
                      <a:pt x="482" y="242"/>
                    </a:lnTo>
                    <a:lnTo>
                      <a:pt x="488" y="234"/>
                    </a:lnTo>
                    <a:lnTo>
                      <a:pt x="606" y="84"/>
                    </a:lnTo>
                    <a:close/>
                  </a:path>
                </a:pathLst>
              </a:custGeom>
              <a:gradFill rotWithShape="1">
                <a:gsLst>
                  <a:gs pos="0">
                    <a:srgbClr val="684C31"/>
                  </a:gs>
                  <a:gs pos="46001">
                    <a:srgbClr val="684C31"/>
                  </a:gs>
                  <a:gs pos="50000">
                    <a:srgbClr val="97704A"/>
                  </a:gs>
                  <a:gs pos="100000">
                    <a:srgbClr val="B5875A"/>
                  </a:gs>
                </a:gsLst>
                <a:lin ang="16920000"/>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61" name="Freeform 135"/>
              <p:cNvSpPr>
                <a:spLocks/>
              </p:cNvSpPr>
              <p:nvPr/>
            </p:nvSpPr>
            <p:spPr bwMode="auto">
              <a:xfrm>
                <a:off x="4755833" y="2426653"/>
                <a:ext cx="1092200" cy="835025"/>
              </a:xfrm>
              <a:custGeom>
                <a:avLst/>
                <a:gdLst>
                  <a:gd name="T0" fmla="*/ 0 w 688"/>
                  <a:gd name="T1" fmla="*/ 2147483647 h 526"/>
                  <a:gd name="T2" fmla="*/ 2147483647 w 688"/>
                  <a:gd name="T3" fmla="*/ 0 h 526"/>
                  <a:gd name="T4" fmla="*/ 2147483647 w 688"/>
                  <a:gd name="T5" fmla="*/ 0 h 526"/>
                  <a:gd name="T6" fmla="*/ 2147483647 w 688"/>
                  <a:gd name="T7" fmla="*/ 2147483647 h 526"/>
                  <a:gd name="T8" fmla="*/ 2147483647 w 688"/>
                  <a:gd name="T9" fmla="*/ 2147483647 h 526"/>
                  <a:gd name="T10" fmla="*/ 2147483647 w 688"/>
                  <a:gd name="T11" fmla="*/ 2147483647 h 526"/>
                  <a:gd name="T12" fmla="*/ 2147483647 w 688"/>
                  <a:gd name="T13" fmla="*/ 2147483647 h 526"/>
                  <a:gd name="T14" fmla="*/ 2147483647 w 688"/>
                  <a:gd name="T15" fmla="*/ 2147483647 h 526"/>
                  <a:gd name="T16" fmla="*/ 2147483647 w 688"/>
                  <a:gd name="T17" fmla="*/ 2147483647 h 526"/>
                  <a:gd name="T18" fmla="*/ 2147483647 w 688"/>
                  <a:gd name="T19" fmla="*/ 2147483647 h 526"/>
                  <a:gd name="T20" fmla="*/ 2147483647 w 688"/>
                  <a:gd name="T21" fmla="*/ 2147483647 h 526"/>
                  <a:gd name="T22" fmla="*/ 2147483647 w 688"/>
                  <a:gd name="T23" fmla="*/ 2147483647 h 526"/>
                  <a:gd name="T24" fmla="*/ 2147483647 w 688"/>
                  <a:gd name="T25" fmla="*/ 2147483647 h 526"/>
                  <a:gd name="T26" fmla="*/ 2147483647 w 688"/>
                  <a:gd name="T27" fmla="*/ 2147483647 h 526"/>
                  <a:gd name="T28" fmla="*/ 2147483647 w 688"/>
                  <a:gd name="T29" fmla="*/ 2147483647 h 526"/>
                  <a:gd name="T30" fmla="*/ 2147483647 w 688"/>
                  <a:gd name="T31" fmla="*/ 2147483647 h 526"/>
                  <a:gd name="T32" fmla="*/ 2147483647 w 688"/>
                  <a:gd name="T33" fmla="*/ 2147483647 h 526"/>
                  <a:gd name="T34" fmla="*/ 2147483647 w 688"/>
                  <a:gd name="T35" fmla="*/ 2147483647 h 526"/>
                  <a:gd name="T36" fmla="*/ 2147483647 w 688"/>
                  <a:gd name="T37" fmla="*/ 2147483647 h 526"/>
                  <a:gd name="T38" fmla="*/ 2147483647 w 688"/>
                  <a:gd name="T39" fmla="*/ 2147483647 h 526"/>
                  <a:gd name="T40" fmla="*/ 0 w 688"/>
                  <a:gd name="T41" fmla="*/ 2147483647 h 526"/>
                  <a:gd name="T42" fmla="*/ 0 w 688"/>
                  <a:gd name="T43" fmla="*/ 2147483647 h 5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88"/>
                  <a:gd name="T67" fmla="*/ 0 h 526"/>
                  <a:gd name="T68" fmla="*/ 688 w 688"/>
                  <a:gd name="T69" fmla="*/ 526 h 52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88" h="526">
                    <a:moveTo>
                      <a:pt x="0" y="128"/>
                    </a:moveTo>
                    <a:lnTo>
                      <a:pt x="508" y="0"/>
                    </a:lnTo>
                    <a:lnTo>
                      <a:pt x="596" y="84"/>
                    </a:lnTo>
                    <a:lnTo>
                      <a:pt x="658" y="144"/>
                    </a:lnTo>
                    <a:lnTo>
                      <a:pt x="678" y="166"/>
                    </a:lnTo>
                    <a:lnTo>
                      <a:pt x="684" y="176"/>
                    </a:lnTo>
                    <a:lnTo>
                      <a:pt x="688" y="526"/>
                    </a:lnTo>
                    <a:lnTo>
                      <a:pt x="682" y="526"/>
                    </a:lnTo>
                    <a:lnTo>
                      <a:pt x="666" y="522"/>
                    </a:lnTo>
                    <a:lnTo>
                      <a:pt x="610" y="504"/>
                    </a:lnTo>
                    <a:lnTo>
                      <a:pt x="442" y="444"/>
                    </a:lnTo>
                    <a:lnTo>
                      <a:pt x="196" y="354"/>
                    </a:lnTo>
                    <a:lnTo>
                      <a:pt x="194" y="342"/>
                    </a:lnTo>
                    <a:lnTo>
                      <a:pt x="190" y="334"/>
                    </a:lnTo>
                    <a:lnTo>
                      <a:pt x="186" y="328"/>
                    </a:lnTo>
                    <a:lnTo>
                      <a:pt x="0" y="128"/>
                    </a:lnTo>
                    <a:close/>
                  </a:path>
                </a:pathLst>
              </a:custGeom>
              <a:gradFill rotWithShape="1">
                <a:gsLst>
                  <a:gs pos="0">
                    <a:srgbClr val="B5875A"/>
                  </a:gs>
                  <a:gs pos="50000">
                    <a:srgbClr val="97704A"/>
                  </a:gs>
                  <a:gs pos="100000">
                    <a:srgbClr val="684C31"/>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62" name="Freeform 136"/>
              <p:cNvSpPr>
                <a:spLocks/>
              </p:cNvSpPr>
              <p:nvPr/>
            </p:nvSpPr>
            <p:spPr bwMode="auto">
              <a:xfrm>
                <a:off x="5825173" y="2697163"/>
                <a:ext cx="9525" cy="536575"/>
              </a:xfrm>
              <a:custGeom>
                <a:avLst/>
                <a:gdLst>
                  <a:gd name="T0" fmla="*/ 2147483647 w 6"/>
                  <a:gd name="T1" fmla="*/ 2147483647 h 338"/>
                  <a:gd name="T2" fmla="*/ 2147483647 w 6"/>
                  <a:gd name="T3" fmla="*/ 2147483647 h 338"/>
                  <a:gd name="T4" fmla="*/ 2147483647 w 6"/>
                  <a:gd name="T5" fmla="*/ 2147483647 h 338"/>
                  <a:gd name="T6" fmla="*/ 2147483647 w 6"/>
                  <a:gd name="T7" fmla="*/ 2147483647 h 338"/>
                  <a:gd name="T8" fmla="*/ 2147483647 w 6"/>
                  <a:gd name="T9" fmla="*/ 2147483647 h 338"/>
                  <a:gd name="T10" fmla="*/ 0 w 6"/>
                  <a:gd name="T11" fmla="*/ 2147483647 h 338"/>
                  <a:gd name="T12" fmla="*/ 0 w 6"/>
                  <a:gd name="T13" fmla="*/ 2147483647 h 338"/>
                  <a:gd name="T14" fmla="*/ 0 w 6"/>
                  <a:gd name="T15" fmla="*/ 2147483647 h 338"/>
                  <a:gd name="T16" fmla="*/ 0 w 6"/>
                  <a:gd name="T17" fmla="*/ 2147483647 h 338"/>
                  <a:gd name="T18" fmla="*/ 0 w 6"/>
                  <a:gd name="T19" fmla="*/ 2147483647 h 338"/>
                  <a:gd name="T20" fmla="*/ 2147483647 w 6"/>
                  <a:gd name="T21" fmla="*/ 0 h 338"/>
                  <a:gd name="T22" fmla="*/ 2147483647 w 6"/>
                  <a:gd name="T23" fmla="*/ 0 h 338"/>
                  <a:gd name="T24" fmla="*/ 2147483647 w 6"/>
                  <a:gd name="T25" fmla="*/ 2147483647 h 338"/>
                  <a:gd name="T26" fmla="*/ 2147483647 w 6"/>
                  <a:gd name="T27" fmla="*/ 2147483647 h 338"/>
                  <a:gd name="T28" fmla="*/ 2147483647 w 6"/>
                  <a:gd name="T29" fmla="*/ 2147483647 h 3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338"/>
                  <a:gd name="T47" fmla="*/ 6 w 6"/>
                  <a:gd name="T48" fmla="*/ 338 h 3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338">
                    <a:moveTo>
                      <a:pt x="6" y="336"/>
                    </a:moveTo>
                    <a:lnTo>
                      <a:pt x="6" y="336"/>
                    </a:lnTo>
                    <a:lnTo>
                      <a:pt x="6" y="338"/>
                    </a:lnTo>
                    <a:lnTo>
                      <a:pt x="4" y="338"/>
                    </a:lnTo>
                    <a:lnTo>
                      <a:pt x="0" y="338"/>
                    </a:lnTo>
                    <a:lnTo>
                      <a:pt x="0" y="336"/>
                    </a:lnTo>
                    <a:lnTo>
                      <a:pt x="0" y="4"/>
                    </a:lnTo>
                    <a:lnTo>
                      <a:pt x="0" y="2"/>
                    </a:lnTo>
                    <a:lnTo>
                      <a:pt x="4" y="0"/>
                    </a:lnTo>
                    <a:lnTo>
                      <a:pt x="6" y="2"/>
                    </a:lnTo>
                    <a:lnTo>
                      <a:pt x="6" y="4"/>
                    </a:lnTo>
                    <a:lnTo>
                      <a:pt x="6" y="336"/>
                    </a:lnTo>
                    <a:close/>
                  </a:path>
                </a:pathLst>
              </a:custGeom>
              <a:solidFill>
                <a:srgbClr val="AF8760"/>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63" name="Freeform 139"/>
              <p:cNvSpPr>
                <a:spLocks/>
              </p:cNvSpPr>
              <p:nvPr/>
            </p:nvSpPr>
            <p:spPr bwMode="auto">
              <a:xfrm>
                <a:off x="5033963" y="2932113"/>
                <a:ext cx="1527175" cy="1127125"/>
              </a:xfrm>
              <a:custGeom>
                <a:avLst/>
                <a:gdLst>
                  <a:gd name="T0" fmla="*/ 0 w 962"/>
                  <a:gd name="T1" fmla="*/ 0 h 710"/>
                  <a:gd name="T2" fmla="*/ 0 w 962"/>
                  <a:gd name="T3" fmla="*/ 0 h 710"/>
                  <a:gd name="T4" fmla="*/ 2147483647 w 962"/>
                  <a:gd name="T5" fmla="*/ 2147483647 h 710"/>
                  <a:gd name="T6" fmla="*/ 2147483647 w 962"/>
                  <a:gd name="T7" fmla="*/ 2147483647 h 710"/>
                  <a:gd name="T8" fmla="*/ 2147483647 w 962"/>
                  <a:gd name="T9" fmla="*/ 2147483647 h 710"/>
                  <a:gd name="T10" fmla="*/ 2147483647 w 962"/>
                  <a:gd name="T11" fmla="*/ 2147483647 h 710"/>
                  <a:gd name="T12" fmla="*/ 2147483647 w 962"/>
                  <a:gd name="T13" fmla="*/ 2147483647 h 710"/>
                  <a:gd name="T14" fmla="*/ 2147483647 w 962"/>
                  <a:gd name="T15" fmla="*/ 2147483647 h 710"/>
                  <a:gd name="T16" fmla="*/ 2147483647 w 962"/>
                  <a:gd name="T17" fmla="*/ 2147483647 h 710"/>
                  <a:gd name="T18" fmla="*/ 2147483647 w 962"/>
                  <a:gd name="T19" fmla="*/ 2147483647 h 710"/>
                  <a:gd name="T20" fmla="*/ 2147483647 w 962"/>
                  <a:gd name="T21" fmla="*/ 2147483647 h 710"/>
                  <a:gd name="T22" fmla="*/ 2147483647 w 962"/>
                  <a:gd name="T23" fmla="*/ 2147483647 h 710"/>
                  <a:gd name="T24" fmla="*/ 2147483647 w 962"/>
                  <a:gd name="T25" fmla="*/ 2147483647 h 710"/>
                  <a:gd name="T26" fmla="*/ 2147483647 w 962"/>
                  <a:gd name="T27" fmla="*/ 2147483647 h 710"/>
                  <a:gd name="T28" fmla="*/ 2147483647 w 962"/>
                  <a:gd name="T29" fmla="*/ 2147483647 h 710"/>
                  <a:gd name="T30" fmla="*/ 2147483647 w 962"/>
                  <a:gd name="T31" fmla="*/ 2147483647 h 710"/>
                  <a:gd name="T32" fmla="*/ 2147483647 w 962"/>
                  <a:gd name="T33" fmla="*/ 2147483647 h 710"/>
                  <a:gd name="T34" fmla="*/ 2147483647 w 962"/>
                  <a:gd name="T35" fmla="*/ 2147483647 h 710"/>
                  <a:gd name="T36" fmla="*/ 2147483647 w 962"/>
                  <a:gd name="T37" fmla="*/ 2147483647 h 710"/>
                  <a:gd name="T38" fmla="*/ 2147483647 w 962"/>
                  <a:gd name="T39" fmla="*/ 2147483647 h 710"/>
                  <a:gd name="T40" fmla="*/ 2147483647 w 962"/>
                  <a:gd name="T41" fmla="*/ 2147483647 h 710"/>
                  <a:gd name="T42" fmla="*/ 2147483647 w 962"/>
                  <a:gd name="T43" fmla="*/ 2147483647 h 710"/>
                  <a:gd name="T44" fmla="*/ 2147483647 w 962"/>
                  <a:gd name="T45" fmla="*/ 2147483647 h 710"/>
                  <a:gd name="T46" fmla="*/ 2147483647 w 962"/>
                  <a:gd name="T47" fmla="*/ 2147483647 h 710"/>
                  <a:gd name="T48" fmla="*/ 2147483647 w 962"/>
                  <a:gd name="T49" fmla="*/ 2147483647 h 710"/>
                  <a:gd name="T50" fmla="*/ 2147483647 w 962"/>
                  <a:gd name="T51" fmla="*/ 2147483647 h 710"/>
                  <a:gd name="T52" fmla="*/ 2147483647 w 962"/>
                  <a:gd name="T53" fmla="*/ 2147483647 h 710"/>
                  <a:gd name="T54" fmla="*/ 2147483647 w 962"/>
                  <a:gd name="T55" fmla="*/ 2147483647 h 710"/>
                  <a:gd name="T56" fmla="*/ 2147483647 w 962"/>
                  <a:gd name="T57" fmla="*/ 2147483647 h 710"/>
                  <a:gd name="T58" fmla="*/ 2147483647 w 962"/>
                  <a:gd name="T59" fmla="*/ 2147483647 h 710"/>
                  <a:gd name="T60" fmla="*/ 2147483647 w 962"/>
                  <a:gd name="T61" fmla="*/ 2147483647 h 710"/>
                  <a:gd name="T62" fmla="*/ 2147483647 w 962"/>
                  <a:gd name="T63" fmla="*/ 2147483647 h 710"/>
                  <a:gd name="T64" fmla="*/ 2147483647 w 962"/>
                  <a:gd name="T65" fmla="*/ 2147483647 h 710"/>
                  <a:gd name="T66" fmla="*/ 2147483647 w 962"/>
                  <a:gd name="T67" fmla="*/ 2147483647 h 710"/>
                  <a:gd name="T68" fmla="*/ 2147483647 w 962"/>
                  <a:gd name="T69" fmla="*/ 2147483647 h 710"/>
                  <a:gd name="T70" fmla="*/ 2147483647 w 962"/>
                  <a:gd name="T71" fmla="*/ 2147483647 h 710"/>
                  <a:gd name="T72" fmla="*/ 2147483647 w 962"/>
                  <a:gd name="T73" fmla="*/ 2147483647 h 710"/>
                  <a:gd name="T74" fmla="*/ 2147483647 w 962"/>
                  <a:gd name="T75" fmla="*/ 2147483647 h 710"/>
                  <a:gd name="T76" fmla="*/ 2147483647 w 962"/>
                  <a:gd name="T77" fmla="*/ 2147483647 h 710"/>
                  <a:gd name="T78" fmla="*/ 0 w 962"/>
                  <a:gd name="T79" fmla="*/ 0 h 71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62"/>
                  <a:gd name="T121" fmla="*/ 0 h 710"/>
                  <a:gd name="T122" fmla="*/ 962 w 962"/>
                  <a:gd name="T123" fmla="*/ 710 h 71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62" h="710">
                    <a:moveTo>
                      <a:pt x="0" y="0"/>
                    </a:moveTo>
                    <a:lnTo>
                      <a:pt x="0" y="0"/>
                    </a:lnTo>
                    <a:lnTo>
                      <a:pt x="10" y="248"/>
                    </a:lnTo>
                    <a:lnTo>
                      <a:pt x="18" y="418"/>
                    </a:lnTo>
                    <a:lnTo>
                      <a:pt x="22" y="476"/>
                    </a:lnTo>
                    <a:lnTo>
                      <a:pt x="24" y="492"/>
                    </a:lnTo>
                    <a:lnTo>
                      <a:pt x="26" y="500"/>
                    </a:lnTo>
                    <a:lnTo>
                      <a:pt x="102" y="534"/>
                    </a:lnTo>
                    <a:lnTo>
                      <a:pt x="260" y="606"/>
                    </a:lnTo>
                    <a:lnTo>
                      <a:pt x="420" y="678"/>
                    </a:lnTo>
                    <a:lnTo>
                      <a:pt x="496" y="710"/>
                    </a:lnTo>
                    <a:lnTo>
                      <a:pt x="516" y="698"/>
                    </a:lnTo>
                    <a:lnTo>
                      <a:pt x="566" y="666"/>
                    </a:lnTo>
                    <a:lnTo>
                      <a:pt x="718" y="566"/>
                    </a:lnTo>
                    <a:lnTo>
                      <a:pt x="868" y="466"/>
                    </a:lnTo>
                    <a:lnTo>
                      <a:pt x="918" y="430"/>
                    </a:lnTo>
                    <a:lnTo>
                      <a:pt x="932" y="420"/>
                    </a:lnTo>
                    <a:lnTo>
                      <a:pt x="938" y="414"/>
                    </a:lnTo>
                    <a:lnTo>
                      <a:pt x="942" y="348"/>
                    </a:lnTo>
                    <a:lnTo>
                      <a:pt x="950" y="212"/>
                    </a:lnTo>
                    <a:lnTo>
                      <a:pt x="962" y="12"/>
                    </a:lnTo>
                    <a:lnTo>
                      <a:pt x="960" y="10"/>
                    </a:lnTo>
                    <a:lnTo>
                      <a:pt x="956" y="10"/>
                    </a:lnTo>
                    <a:lnTo>
                      <a:pt x="942" y="14"/>
                    </a:lnTo>
                    <a:lnTo>
                      <a:pt x="892" y="28"/>
                    </a:lnTo>
                    <a:lnTo>
                      <a:pt x="740" y="80"/>
                    </a:lnTo>
                    <a:lnTo>
                      <a:pt x="584" y="132"/>
                    </a:lnTo>
                    <a:lnTo>
                      <a:pt x="528" y="150"/>
                    </a:lnTo>
                    <a:lnTo>
                      <a:pt x="510" y="154"/>
                    </a:lnTo>
                    <a:lnTo>
                      <a:pt x="502" y="156"/>
                    </a:lnTo>
                    <a:lnTo>
                      <a:pt x="474" y="150"/>
                    </a:lnTo>
                    <a:lnTo>
                      <a:pt x="416" y="138"/>
                    </a:lnTo>
                    <a:lnTo>
                      <a:pt x="254" y="100"/>
                    </a:lnTo>
                    <a:lnTo>
                      <a:pt x="28" y="44"/>
                    </a:lnTo>
                    <a:lnTo>
                      <a:pt x="0" y="0"/>
                    </a:lnTo>
                    <a:close/>
                  </a:path>
                </a:pathLst>
              </a:custGeom>
              <a:gradFill rotWithShape="1">
                <a:gsLst>
                  <a:gs pos="0">
                    <a:srgbClr val="B5875A"/>
                  </a:gs>
                  <a:gs pos="50000">
                    <a:srgbClr val="97704A"/>
                  </a:gs>
                  <a:gs pos="100000">
                    <a:srgbClr val="684C31"/>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64" name="Freeform 140"/>
              <p:cNvSpPr>
                <a:spLocks/>
              </p:cNvSpPr>
              <p:nvPr/>
            </p:nvSpPr>
            <p:spPr bwMode="auto">
              <a:xfrm>
                <a:off x="5840413" y="2855913"/>
                <a:ext cx="1181100" cy="400050"/>
              </a:xfrm>
              <a:custGeom>
                <a:avLst/>
                <a:gdLst>
                  <a:gd name="T0" fmla="*/ 0 w 744"/>
                  <a:gd name="T1" fmla="*/ 2147483647 h 252"/>
                  <a:gd name="T2" fmla="*/ 0 w 744"/>
                  <a:gd name="T3" fmla="*/ 2147483647 h 252"/>
                  <a:gd name="T4" fmla="*/ 2147483647 w 744"/>
                  <a:gd name="T5" fmla="*/ 2147483647 h 252"/>
                  <a:gd name="T6" fmla="*/ 2147483647 w 744"/>
                  <a:gd name="T7" fmla="*/ 2147483647 h 252"/>
                  <a:gd name="T8" fmla="*/ 2147483647 w 744"/>
                  <a:gd name="T9" fmla="*/ 2147483647 h 252"/>
                  <a:gd name="T10" fmla="*/ 2147483647 w 744"/>
                  <a:gd name="T11" fmla="*/ 2147483647 h 252"/>
                  <a:gd name="T12" fmla="*/ 2147483647 w 744"/>
                  <a:gd name="T13" fmla="*/ 2147483647 h 252"/>
                  <a:gd name="T14" fmla="*/ 2147483647 w 744"/>
                  <a:gd name="T15" fmla="*/ 2147483647 h 252"/>
                  <a:gd name="T16" fmla="*/ 2147483647 w 744"/>
                  <a:gd name="T17" fmla="*/ 2147483647 h 252"/>
                  <a:gd name="T18" fmla="*/ 2147483647 w 744"/>
                  <a:gd name="T19" fmla="*/ 0 h 252"/>
                  <a:gd name="T20" fmla="*/ 2147483647 w 744"/>
                  <a:gd name="T21" fmla="*/ 0 h 252"/>
                  <a:gd name="T22" fmla="*/ 2147483647 w 744"/>
                  <a:gd name="T23" fmla="*/ 2147483647 h 252"/>
                  <a:gd name="T24" fmla="*/ 0 w 744"/>
                  <a:gd name="T25" fmla="*/ 2147483647 h 2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44"/>
                  <a:gd name="T40" fmla="*/ 0 h 252"/>
                  <a:gd name="T41" fmla="*/ 744 w 744"/>
                  <a:gd name="T42" fmla="*/ 252 h 2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44" h="252">
                    <a:moveTo>
                      <a:pt x="0" y="204"/>
                    </a:moveTo>
                    <a:lnTo>
                      <a:pt x="0" y="204"/>
                    </a:lnTo>
                    <a:lnTo>
                      <a:pt x="310" y="252"/>
                    </a:lnTo>
                    <a:lnTo>
                      <a:pt x="528" y="142"/>
                    </a:lnTo>
                    <a:lnTo>
                      <a:pt x="744" y="30"/>
                    </a:lnTo>
                    <a:lnTo>
                      <a:pt x="608" y="14"/>
                    </a:lnTo>
                    <a:lnTo>
                      <a:pt x="514" y="4"/>
                    </a:lnTo>
                    <a:lnTo>
                      <a:pt x="470" y="0"/>
                    </a:lnTo>
                    <a:lnTo>
                      <a:pt x="466" y="2"/>
                    </a:lnTo>
                    <a:lnTo>
                      <a:pt x="0" y="204"/>
                    </a:lnTo>
                    <a:close/>
                  </a:path>
                </a:pathLst>
              </a:custGeom>
              <a:solidFill>
                <a:srgbClr val="AF8760"/>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65" name="Freeform 141"/>
              <p:cNvSpPr>
                <a:spLocks/>
              </p:cNvSpPr>
              <p:nvPr/>
            </p:nvSpPr>
            <p:spPr bwMode="auto">
              <a:xfrm>
                <a:off x="5840413" y="2849563"/>
                <a:ext cx="1181100" cy="400050"/>
              </a:xfrm>
              <a:custGeom>
                <a:avLst/>
                <a:gdLst>
                  <a:gd name="T0" fmla="*/ 0 w 744"/>
                  <a:gd name="T1" fmla="*/ 2147483647 h 252"/>
                  <a:gd name="T2" fmla="*/ 0 w 744"/>
                  <a:gd name="T3" fmla="*/ 2147483647 h 252"/>
                  <a:gd name="T4" fmla="*/ 2147483647 w 744"/>
                  <a:gd name="T5" fmla="*/ 2147483647 h 252"/>
                  <a:gd name="T6" fmla="*/ 2147483647 w 744"/>
                  <a:gd name="T7" fmla="*/ 2147483647 h 252"/>
                  <a:gd name="T8" fmla="*/ 2147483647 w 744"/>
                  <a:gd name="T9" fmla="*/ 2147483647 h 252"/>
                  <a:gd name="T10" fmla="*/ 2147483647 w 744"/>
                  <a:gd name="T11" fmla="*/ 2147483647 h 252"/>
                  <a:gd name="T12" fmla="*/ 2147483647 w 744"/>
                  <a:gd name="T13" fmla="*/ 2147483647 h 252"/>
                  <a:gd name="T14" fmla="*/ 2147483647 w 744"/>
                  <a:gd name="T15" fmla="*/ 2147483647 h 252"/>
                  <a:gd name="T16" fmla="*/ 2147483647 w 744"/>
                  <a:gd name="T17" fmla="*/ 2147483647 h 252"/>
                  <a:gd name="T18" fmla="*/ 2147483647 w 744"/>
                  <a:gd name="T19" fmla="*/ 0 h 252"/>
                  <a:gd name="T20" fmla="*/ 2147483647 w 744"/>
                  <a:gd name="T21" fmla="*/ 0 h 252"/>
                  <a:gd name="T22" fmla="*/ 2147483647 w 744"/>
                  <a:gd name="T23" fmla="*/ 2147483647 h 252"/>
                  <a:gd name="T24" fmla="*/ 0 w 744"/>
                  <a:gd name="T25" fmla="*/ 2147483647 h 2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44"/>
                  <a:gd name="T40" fmla="*/ 0 h 252"/>
                  <a:gd name="T41" fmla="*/ 744 w 744"/>
                  <a:gd name="T42" fmla="*/ 252 h 2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44" h="252">
                    <a:moveTo>
                      <a:pt x="0" y="204"/>
                    </a:moveTo>
                    <a:lnTo>
                      <a:pt x="0" y="204"/>
                    </a:lnTo>
                    <a:lnTo>
                      <a:pt x="308" y="252"/>
                    </a:lnTo>
                    <a:lnTo>
                      <a:pt x="528" y="140"/>
                    </a:lnTo>
                    <a:lnTo>
                      <a:pt x="744" y="30"/>
                    </a:lnTo>
                    <a:lnTo>
                      <a:pt x="608" y="14"/>
                    </a:lnTo>
                    <a:lnTo>
                      <a:pt x="514" y="4"/>
                    </a:lnTo>
                    <a:lnTo>
                      <a:pt x="468" y="0"/>
                    </a:lnTo>
                    <a:lnTo>
                      <a:pt x="464" y="2"/>
                    </a:lnTo>
                    <a:lnTo>
                      <a:pt x="0" y="204"/>
                    </a:lnTo>
                    <a:close/>
                  </a:path>
                </a:pathLst>
              </a:custGeom>
              <a:solidFill>
                <a:srgbClr val="BF9F6C"/>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66" name="Freeform 142"/>
              <p:cNvSpPr>
                <a:spLocks/>
              </p:cNvSpPr>
              <p:nvPr/>
            </p:nvSpPr>
            <p:spPr bwMode="auto">
              <a:xfrm>
                <a:off x="4624388" y="2947988"/>
                <a:ext cx="1196975" cy="431800"/>
              </a:xfrm>
              <a:custGeom>
                <a:avLst/>
                <a:gdLst>
                  <a:gd name="T0" fmla="*/ 2147483647 w 754"/>
                  <a:gd name="T1" fmla="*/ 2147483647 h 272"/>
                  <a:gd name="T2" fmla="*/ 2147483647 w 754"/>
                  <a:gd name="T3" fmla="*/ 2147483647 h 272"/>
                  <a:gd name="T4" fmla="*/ 2147483647 w 754"/>
                  <a:gd name="T5" fmla="*/ 2147483647 h 272"/>
                  <a:gd name="T6" fmla="*/ 2147483647 w 754"/>
                  <a:gd name="T7" fmla="*/ 2147483647 h 272"/>
                  <a:gd name="T8" fmla="*/ 2147483647 w 754"/>
                  <a:gd name="T9" fmla="*/ 2147483647 h 272"/>
                  <a:gd name="T10" fmla="*/ 2147483647 w 754"/>
                  <a:gd name="T11" fmla="*/ 2147483647 h 272"/>
                  <a:gd name="T12" fmla="*/ 0 w 754"/>
                  <a:gd name="T13" fmla="*/ 2147483647 h 272"/>
                  <a:gd name="T14" fmla="*/ 2147483647 w 754"/>
                  <a:gd name="T15" fmla="*/ 0 h 272"/>
                  <a:gd name="T16" fmla="*/ 2147483647 w 754"/>
                  <a:gd name="T17" fmla="*/ 2147483647 h 2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4"/>
                  <a:gd name="T28" fmla="*/ 0 h 272"/>
                  <a:gd name="T29" fmla="*/ 754 w 754"/>
                  <a:gd name="T30" fmla="*/ 272 h 2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4" h="272">
                    <a:moveTo>
                      <a:pt x="754" y="150"/>
                    </a:moveTo>
                    <a:lnTo>
                      <a:pt x="754" y="150"/>
                    </a:lnTo>
                    <a:lnTo>
                      <a:pt x="628" y="212"/>
                    </a:lnTo>
                    <a:lnTo>
                      <a:pt x="542" y="254"/>
                    </a:lnTo>
                    <a:lnTo>
                      <a:pt x="502" y="272"/>
                    </a:lnTo>
                    <a:lnTo>
                      <a:pt x="0" y="94"/>
                    </a:lnTo>
                    <a:lnTo>
                      <a:pt x="256" y="0"/>
                    </a:lnTo>
                    <a:lnTo>
                      <a:pt x="754" y="150"/>
                    </a:lnTo>
                    <a:close/>
                  </a:path>
                </a:pathLst>
              </a:custGeom>
              <a:solidFill>
                <a:srgbClr val="AF8760"/>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67" name="Freeform 143"/>
              <p:cNvSpPr>
                <a:spLocks/>
              </p:cNvSpPr>
              <p:nvPr/>
            </p:nvSpPr>
            <p:spPr bwMode="auto">
              <a:xfrm>
                <a:off x="4621213" y="2941638"/>
                <a:ext cx="1196975" cy="428625"/>
              </a:xfrm>
              <a:custGeom>
                <a:avLst/>
                <a:gdLst>
                  <a:gd name="T0" fmla="*/ 2147483647 w 754"/>
                  <a:gd name="T1" fmla="*/ 2147483647 h 270"/>
                  <a:gd name="T2" fmla="*/ 2147483647 w 754"/>
                  <a:gd name="T3" fmla="*/ 2147483647 h 270"/>
                  <a:gd name="T4" fmla="*/ 2147483647 w 754"/>
                  <a:gd name="T5" fmla="*/ 2147483647 h 270"/>
                  <a:gd name="T6" fmla="*/ 2147483647 w 754"/>
                  <a:gd name="T7" fmla="*/ 2147483647 h 270"/>
                  <a:gd name="T8" fmla="*/ 2147483647 w 754"/>
                  <a:gd name="T9" fmla="*/ 2147483647 h 270"/>
                  <a:gd name="T10" fmla="*/ 2147483647 w 754"/>
                  <a:gd name="T11" fmla="*/ 2147483647 h 270"/>
                  <a:gd name="T12" fmla="*/ 0 w 754"/>
                  <a:gd name="T13" fmla="*/ 2147483647 h 270"/>
                  <a:gd name="T14" fmla="*/ 2147483647 w 754"/>
                  <a:gd name="T15" fmla="*/ 0 h 270"/>
                  <a:gd name="T16" fmla="*/ 2147483647 w 754"/>
                  <a:gd name="T17" fmla="*/ 2147483647 h 2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4"/>
                  <a:gd name="T28" fmla="*/ 0 h 270"/>
                  <a:gd name="T29" fmla="*/ 754 w 754"/>
                  <a:gd name="T30" fmla="*/ 270 h 27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4" h="270">
                    <a:moveTo>
                      <a:pt x="754" y="148"/>
                    </a:moveTo>
                    <a:lnTo>
                      <a:pt x="754" y="148"/>
                    </a:lnTo>
                    <a:lnTo>
                      <a:pt x="628" y="210"/>
                    </a:lnTo>
                    <a:lnTo>
                      <a:pt x="542" y="252"/>
                    </a:lnTo>
                    <a:lnTo>
                      <a:pt x="500" y="270"/>
                    </a:lnTo>
                    <a:lnTo>
                      <a:pt x="0" y="94"/>
                    </a:lnTo>
                    <a:lnTo>
                      <a:pt x="258" y="0"/>
                    </a:lnTo>
                    <a:lnTo>
                      <a:pt x="754" y="148"/>
                    </a:lnTo>
                    <a:close/>
                  </a:path>
                </a:pathLst>
              </a:custGeom>
              <a:solidFill>
                <a:srgbClr val="BF9F6C"/>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176" name="Group 175"/>
            <p:cNvGrpSpPr>
              <a:grpSpLocks noChangeAspect="1"/>
            </p:cNvGrpSpPr>
            <p:nvPr/>
          </p:nvGrpSpPr>
          <p:grpSpPr>
            <a:xfrm>
              <a:off x="1215276" y="1804566"/>
              <a:ext cx="3224991" cy="2589074"/>
              <a:chOff x="5599580" y="500139"/>
              <a:chExt cx="5497171" cy="4413216"/>
            </a:xfrm>
          </p:grpSpPr>
          <p:sp>
            <p:nvSpPr>
              <p:cNvPr id="177" name="Oval Callout 176"/>
              <p:cNvSpPr/>
              <p:nvPr/>
            </p:nvSpPr>
            <p:spPr>
              <a:xfrm>
                <a:off x="8125286" y="3612091"/>
                <a:ext cx="1766523" cy="1183570"/>
              </a:xfrm>
              <a:prstGeom prst="wedgeEllipseCallout">
                <a:avLst/>
              </a:prstGeom>
              <a:solidFill>
                <a:srgbClr val="C0392B"/>
              </a:solidFill>
              <a:ln w="12700" cap="flat" cmpd="sng" algn="ctr">
                <a:noFill/>
                <a:prstDash val="solid"/>
                <a:miter lim="800000"/>
              </a:ln>
              <a:effectLst>
                <a:outerShdw blurRad="152400" dist="317500" dir="5400000" sx="90000" sy="-19000" rotWithShape="0">
                  <a:prstClr val="black">
                    <a:alpha val="15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78" name="Oval Callout 177"/>
              <p:cNvSpPr/>
              <p:nvPr/>
            </p:nvSpPr>
            <p:spPr>
              <a:xfrm>
                <a:off x="6682697" y="3199846"/>
                <a:ext cx="1339661" cy="897573"/>
              </a:xfrm>
              <a:prstGeom prst="wedgeEllipseCallout">
                <a:avLst>
                  <a:gd name="adj1" fmla="val 26187"/>
                  <a:gd name="adj2" fmla="val 62500"/>
                </a:avLst>
              </a:prstGeom>
              <a:solidFill>
                <a:srgbClr val="9BBB59">
                  <a:lumMod val="40000"/>
                  <a:lumOff val="6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79" name="Oval Callout 178"/>
              <p:cNvSpPr/>
              <p:nvPr/>
            </p:nvSpPr>
            <p:spPr>
              <a:xfrm>
                <a:off x="9546511" y="2526076"/>
                <a:ext cx="1541166" cy="1032581"/>
              </a:xfrm>
              <a:prstGeom prst="wedgeEllipseCallout">
                <a:avLst>
                  <a:gd name="adj1" fmla="val 23309"/>
                  <a:gd name="adj2" fmla="val 57620"/>
                </a:avLst>
              </a:prstGeom>
              <a:solidFill>
                <a:srgbClr val="9BBB59">
                  <a:lumMod val="7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80" name="Oval Callout 179"/>
              <p:cNvSpPr/>
              <p:nvPr/>
            </p:nvSpPr>
            <p:spPr>
              <a:xfrm>
                <a:off x="8125285" y="2622836"/>
                <a:ext cx="1176236" cy="788078"/>
              </a:xfrm>
              <a:prstGeom prst="wedgeEllipseCallout">
                <a:avLst>
                  <a:gd name="adj1" fmla="val 11299"/>
                  <a:gd name="adj2" fmla="val 66763"/>
                </a:avLst>
              </a:prstGeom>
              <a:solidFill>
                <a:srgbClr val="9BBB5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81" name="Oval Callout 180"/>
              <p:cNvSpPr/>
              <p:nvPr/>
            </p:nvSpPr>
            <p:spPr>
              <a:xfrm>
                <a:off x="10101753" y="1703586"/>
                <a:ext cx="994998" cy="666649"/>
              </a:xfrm>
              <a:prstGeom prst="wedgeEllipseCallout">
                <a:avLst>
                  <a:gd name="adj1" fmla="val 39098"/>
                  <a:gd name="adj2" fmla="val 65020"/>
                </a:avLst>
              </a:prstGeom>
              <a:solidFill>
                <a:srgbClr val="4B2C5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82" name="Oval Callout 181"/>
              <p:cNvSpPr/>
              <p:nvPr/>
            </p:nvSpPr>
            <p:spPr>
              <a:xfrm>
                <a:off x="5599580" y="2370235"/>
                <a:ext cx="1288995" cy="863627"/>
              </a:xfrm>
              <a:prstGeom prst="wedgeEllipseCallout">
                <a:avLst>
                  <a:gd name="adj1" fmla="val 8488"/>
                  <a:gd name="adj2" fmla="val 70280"/>
                </a:avLst>
              </a:prstGeom>
              <a:solidFill>
                <a:srgbClr val="2C3E50">
                  <a:lumMod val="7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83" name="Oval Callout 182"/>
              <p:cNvSpPr/>
              <p:nvPr/>
            </p:nvSpPr>
            <p:spPr>
              <a:xfrm>
                <a:off x="6726376" y="1545194"/>
                <a:ext cx="1562483" cy="1046863"/>
              </a:xfrm>
              <a:prstGeom prst="wedgeEllipseCallout">
                <a:avLst>
                  <a:gd name="adj1" fmla="val 6540"/>
                  <a:gd name="adj2" fmla="val 75183"/>
                </a:avLst>
              </a:prstGeom>
              <a:solidFill>
                <a:srgbClr val="F39C1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84" name="Oval Callout 183"/>
              <p:cNvSpPr/>
              <p:nvPr/>
            </p:nvSpPr>
            <p:spPr>
              <a:xfrm>
                <a:off x="8666179" y="1527426"/>
                <a:ext cx="1176236" cy="788078"/>
              </a:xfrm>
              <a:prstGeom prst="wedgeEllipseCallout">
                <a:avLst/>
              </a:prstGeom>
              <a:solidFill>
                <a:srgbClr val="2C3E5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85" name="Oval Callout 184"/>
              <p:cNvSpPr/>
              <p:nvPr/>
            </p:nvSpPr>
            <p:spPr>
              <a:xfrm>
                <a:off x="9954290" y="3867860"/>
                <a:ext cx="994998" cy="666649"/>
              </a:xfrm>
              <a:prstGeom prst="wedgeEllipseCallout">
                <a:avLst>
                  <a:gd name="adj1" fmla="val -5639"/>
                  <a:gd name="adj2" fmla="val 66280"/>
                </a:avLst>
              </a:prstGeom>
              <a:solidFill>
                <a:srgbClr val="2980B9">
                  <a:lumMod val="75000"/>
                </a:srgbClr>
              </a:solidFill>
              <a:ln w="12700" cap="flat" cmpd="sng" algn="ctr">
                <a:noFill/>
                <a:prstDash val="solid"/>
                <a:miter lim="800000"/>
              </a:ln>
              <a:effectLst>
                <a:outerShdw blurRad="152400" dist="317500" dir="5400000" sx="90000" sy="-19000" rotWithShape="0">
                  <a:prstClr val="black">
                    <a:alpha val="15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86" name="Oval Callout 185"/>
              <p:cNvSpPr/>
              <p:nvPr/>
            </p:nvSpPr>
            <p:spPr>
              <a:xfrm>
                <a:off x="7108430" y="4246706"/>
                <a:ext cx="994998" cy="666649"/>
              </a:xfrm>
              <a:prstGeom prst="wedgeEllipseCallout">
                <a:avLst>
                  <a:gd name="adj1" fmla="val 39098"/>
                  <a:gd name="adj2" fmla="val 65020"/>
                </a:avLst>
              </a:prstGeom>
              <a:solidFill>
                <a:srgbClr val="4B2C50"/>
              </a:solidFill>
              <a:ln w="12700" cap="flat" cmpd="sng" algn="ctr">
                <a:noFill/>
                <a:prstDash val="solid"/>
                <a:miter lim="800000"/>
              </a:ln>
              <a:effectLst>
                <a:outerShdw blurRad="152400" dist="317500" dir="5400000" sx="90000" sy="-19000" rotWithShape="0">
                  <a:prstClr val="black">
                    <a:alpha val="15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87" name="Oval Callout 186"/>
              <p:cNvSpPr/>
              <p:nvPr/>
            </p:nvSpPr>
            <p:spPr>
              <a:xfrm>
                <a:off x="9538676" y="500139"/>
                <a:ext cx="1339661" cy="897573"/>
              </a:xfrm>
              <a:prstGeom prst="wedgeEllipseCallout">
                <a:avLst>
                  <a:gd name="adj1" fmla="val -12056"/>
                  <a:gd name="adj2" fmla="val 69050"/>
                </a:avLst>
              </a:prstGeom>
              <a:solidFill>
                <a:srgbClr val="2980B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88" name="Oval Callout 187"/>
              <p:cNvSpPr/>
              <p:nvPr/>
            </p:nvSpPr>
            <p:spPr>
              <a:xfrm>
                <a:off x="8086794" y="688766"/>
                <a:ext cx="994998" cy="666649"/>
              </a:xfrm>
              <a:prstGeom prst="wedgeEllipseCallout">
                <a:avLst>
                  <a:gd name="adj1" fmla="val -5639"/>
                  <a:gd name="adj2" fmla="val 66280"/>
                </a:avLst>
              </a:prstGeom>
              <a:solidFill>
                <a:srgbClr val="16A08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90" name="Freeform 45"/>
              <p:cNvSpPr>
                <a:spLocks noEditPoints="1"/>
              </p:cNvSpPr>
              <p:nvPr/>
            </p:nvSpPr>
            <p:spPr bwMode="auto">
              <a:xfrm>
                <a:off x="8480834" y="2795897"/>
                <a:ext cx="465137" cy="466725"/>
              </a:xfrm>
              <a:custGeom>
                <a:avLst/>
                <a:gdLst>
                  <a:gd name="T0" fmla="*/ 0 w 124"/>
                  <a:gd name="T1" fmla="*/ 62 h 124"/>
                  <a:gd name="T2" fmla="*/ 124 w 124"/>
                  <a:gd name="T3" fmla="*/ 62 h 124"/>
                  <a:gd name="T4" fmla="*/ 116 w 124"/>
                  <a:gd name="T5" fmla="*/ 60 h 124"/>
                  <a:gd name="T6" fmla="*/ 87 w 124"/>
                  <a:gd name="T7" fmla="*/ 35 h 124"/>
                  <a:gd name="T8" fmla="*/ 116 w 124"/>
                  <a:gd name="T9" fmla="*/ 60 h 124"/>
                  <a:gd name="T10" fmla="*/ 43 w 124"/>
                  <a:gd name="T11" fmla="*/ 95 h 124"/>
                  <a:gd name="T12" fmla="*/ 60 w 124"/>
                  <a:gd name="T13" fmla="*/ 116 h 124"/>
                  <a:gd name="T14" fmla="*/ 64 w 124"/>
                  <a:gd name="T15" fmla="*/ 8 h 124"/>
                  <a:gd name="T16" fmla="*/ 64 w 124"/>
                  <a:gd name="T17" fmla="*/ 36 h 124"/>
                  <a:gd name="T18" fmla="*/ 64 w 124"/>
                  <a:gd name="T19" fmla="*/ 8 h 124"/>
                  <a:gd name="T20" fmla="*/ 100 w 124"/>
                  <a:gd name="T21" fmla="*/ 23 h 124"/>
                  <a:gd name="T22" fmla="*/ 71 w 124"/>
                  <a:gd name="T23" fmla="*/ 9 h 124"/>
                  <a:gd name="T24" fmla="*/ 60 w 124"/>
                  <a:gd name="T25" fmla="*/ 36 h 124"/>
                  <a:gd name="T26" fmla="*/ 60 w 124"/>
                  <a:gd name="T27" fmla="*/ 8 h 124"/>
                  <a:gd name="T28" fmla="*/ 38 w 124"/>
                  <a:gd name="T29" fmla="*/ 31 h 124"/>
                  <a:gd name="T30" fmla="*/ 53 w 124"/>
                  <a:gd name="T31" fmla="*/ 9 h 124"/>
                  <a:gd name="T32" fmla="*/ 40 w 124"/>
                  <a:gd name="T33" fmla="*/ 36 h 124"/>
                  <a:gd name="T34" fmla="*/ 60 w 124"/>
                  <a:gd name="T35" fmla="*/ 60 h 124"/>
                  <a:gd name="T36" fmla="*/ 40 w 124"/>
                  <a:gd name="T37" fmla="*/ 36 h 124"/>
                  <a:gd name="T38" fmla="*/ 60 w 124"/>
                  <a:gd name="T39" fmla="*/ 88 h 124"/>
                  <a:gd name="T40" fmla="*/ 36 w 124"/>
                  <a:gd name="T41" fmla="*/ 64 h 124"/>
                  <a:gd name="T42" fmla="*/ 53 w 124"/>
                  <a:gd name="T43" fmla="*/ 115 h 124"/>
                  <a:gd name="T44" fmla="*/ 40 w 124"/>
                  <a:gd name="T45" fmla="*/ 96 h 124"/>
                  <a:gd name="T46" fmla="*/ 64 w 124"/>
                  <a:gd name="T47" fmla="*/ 116 h 124"/>
                  <a:gd name="T48" fmla="*/ 81 w 124"/>
                  <a:gd name="T49" fmla="*/ 95 h 124"/>
                  <a:gd name="T50" fmla="*/ 64 w 124"/>
                  <a:gd name="T51" fmla="*/ 116 h 124"/>
                  <a:gd name="T52" fmla="*/ 97 w 124"/>
                  <a:gd name="T53" fmla="*/ 103 h 124"/>
                  <a:gd name="T54" fmla="*/ 84 w 124"/>
                  <a:gd name="T55" fmla="*/ 96 h 124"/>
                  <a:gd name="T56" fmla="*/ 64 w 124"/>
                  <a:gd name="T57" fmla="*/ 88 h 124"/>
                  <a:gd name="T58" fmla="*/ 88 w 124"/>
                  <a:gd name="T59" fmla="*/ 64 h 124"/>
                  <a:gd name="T60" fmla="*/ 64 w 124"/>
                  <a:gd name="T61" fmla="*/ 60 h 124"/>
                  <a:gd name="T62" fmla="*/ 84 w 124"/>
                  <a:gd name="T63" fmla="*/ 36 h 124"/>
                  <a:gd name="T64" fmla="*/ 64 w 124"/>
                  <a:gd name="T65" fmla="*/ 60 h 124"/>
                  <a:gd name="T66" fmla="*/ 37 w 124"/>
                  <a:gd name="T67" fmla="*/ 35 h 124"/>
                  <a:gd name="T68" fmla="*/ 8 w 124"/>
                  <a:gd name="T69" fmla="*/ 60 h 124"/>
                  <a:gd name="T70" fmla="*/ 8 w 124"/>
                  <a:gd name="T71" fmla="*/ 64 h 124"/>
                  <a:gd name="T72" fmla="*/ 38 w 124"/>
                  <a:gd name="T73" fmla="*/ 93 h 124"/>
                  <a:gd name="T74" fmla="*/ 8 w 124"/>
                  <a:gd name="T75" fmla="*/ 64 h 124"/>
                  <a:gd name="T76" fmla="*/ 86 w 124"/>
                  <a:gd name="T77" fmla="*/ 93 h 124"/>
                  <a:gd name="T78" fmla="*/ 116 w 124"/>
                  <a:gd name="T79"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62" y="0"/>
                    </a:moveTo>
                    <a:cubicBezTo>
                      <a:pt x="28" y="0"/>
                      <a:pt x="0" y="28"/>
                      <a:pt x="0" y="62"/>
                    </a:cubicBezTo>
                    <a:cubicBezTo>
                      <a:pt x="0" y="96"/>
                      <a:pt x="28" y="124"/>
                      <a:pt x="62" y="124"/>
                    </a:cubicBezTo>
                    <a:cubicBezTo>
                      <a:pt x="96" y="124"/>
                      <a:pt x="124" y="96"/>
                      <a:pt x="124" y="62"/>
                    </a:cubicBezTo>
                    <a:cubicBezTo>
                      <a:pt x="124" y="28"/>
                      <a:pt x="96" y="0"/>
                      <a:pt x="62" y="0"/>
                    </a:cubicBezTo>
                    <a:close/>
                    <a:moveTo>
                      <a:pt x="116" y="60"/>
                    </a:moveTo>
                    <a:cubicBezTo>
                      <a:pt x="92" y="60"/>
                      <a:pt x="92" y="60"/>
                      <a:pt x="92" y="60"/>
                    </a:cubicBezTo>
                    <a:cubicBezTo>
                      <a:pt x="92" y="51"/>
                      <a:pt x="90" y="43"/>
                      <a:pt x="87" y="35"/>
                    </a:cubicBezTo>
                    <a:cubicBezTo>
                      <a:pt x="93" y="33"/>
                      <a:pt x="98" y="30"/>
                      <a:pt x="102" y="26"/>
                    </a:cubicBezTo>
                    <a:cubicBezTo>
                      <a:pt x="110" y="35"/>
                      <a:pt x="115" y="47"/>
                      <a:pt x="116" y="60"/>
                    </a:cubicBezTo>
                    <a:close/>
                    <a:moveTo>
                      <a:pt x="60" y="116"/>
                    </a:moveTo>
                    <a:cubicBezTo>
                      <a:pt x="53" y="110"/>
                      <a:pt x="48" y="103"/>
                      <a:pt x="43" y="95"/>
                    </a:cubicBezTo>
                    <a:cubicBezTo>
                      <a:pt x="49" y="93"/>
                      <a:pt x="54" y="92"/>
                      <a:pt x="60" y="92"/>
                    </a:cubicBezTo>
                    <a:cubicBezTo>
                      <a:pt x="60" y="116"/>
                      <a:pt x="60" y="116"/>
                      <a:pt x="60" y="116"/>
                    </a:cubicBezTo>
                    <a:cubicBezTo>
                      <a:pt x="60" y="116"/>
                      <a:pt x="60" y="116"/>
                      <a:pt x="60" y="116"/>
                    </a:cubicBezTo>
                    <a:close/>
                    <a:moveTo>
                      <a:pt x="64" y="8"/>
                    </a:moveTo>
                    <a:cubicBezTo>
                      <a:pt x="72" y="14"/>
                      <a:pt x="78" y="23"/>
                      <a:pt x="82" y="33"/>
                    </a:cubicBezTo>
                    <a:cubicBezTo>
                      <a:pt x="76" y="35"/>
                      <a:pt x="70" y="36"/>
                      <a:pt x="64" y="36"/>
                    </a:cubicBezTo>
                    <a:cubicBezTo>
                      <a:pt x="64" y="8"/>
                      <a:pt x="64" y="8"/>
                      <a:pt x="64" y="8"/>
                    </a:cubicBezTo>
                    <a:cubicBezTo>
                      <a:pt x="64" y="8"/>
                      <a:pt x="64" y="8"/>
                      <a:pt x="64" y="8"/>
                    </a:cubicBezTo>
                    <a:close/>
                    <a:moveTo>
                      <a:pt x="71" y="9"/>
                    </a:moveTo>
                    <a:cubicBezTo>
                      <a:pt x="82" y="11"/>
                      <a:pt x="92" y="16"/>
                      <a:pt x="100" y="23"/>
                    </a:cubicBezTo>
                    <a:cubicBezTo>
                      <a:pt x="95" y="26"/>
                      <a:pt x="91" y="29"/>
                      <a:pt x="86" y="31"/>
                    </a:cubicBezTo>
                    <a:cubicBezTo>
                      <a:pt x="82" y="23"/>
                      <a:pt x="77" y="15"/>
                      <a:pt x="71" y="9"/>
                    </a:cubicBezTo>
                    <a:close/>
                    <a:moveTo>
                      <a:pt x="60" y="8"/>
                    </a:moveTo>
                    <a:cubicBezTo>
                      <a:pt x="60" y="36"/>
                      <a:pt x="60" y="36"/>
                      <a:pt x="60" y="36"/>
                    </a:cubicBezTo>
                    <a:cubicBezTo>
                      <a:pt x="54" y="36"/>
                      <a:pt x="48" y="35"/>
                      <a:pt x="42" y="33"/>
                    </a:cubicBezTo>
                    <a:cubicBezTo>
                      <a:pt x="46" y="23"/>
                      <a:pt x="52" y="14"/>
                      <a:pt x="60" y="8"/>
                    </a:cubicBezTo>
                    <a:cubicBezTo>
                      <a:pt x="60" y="8"/>
                      <a:pt x="60" y="8"/>
                      <a:pt x="60" y="8"/>
                    </a:cubicBezTo>
                    <a:close/>
                    <a:moveTo>
                      <a:pt x="38" y="31"/>
                    </a:moveTo>
                    <a:cubicBezTo>
                      <a:pt x="33" y="29"/>
                      <a:pt x="29" y="26"/>
                      <a:pt x="24" y="23"/>
                    </a:cubicBezTo>
                    <a:cubicBezTo>
                      <a:pt x="32" y="16"/>
                      <a:pt x="42" y="11"/>
                      <a:pt x="53" y="9"/>
                    </a:cubicBezTo>
                    <a:cubicBezTo>
                      <a:pt x="47" y="15"/>
                      <a:pt x="42" y="23"/>
                      <a:pt x="38" y="31"/>
                    </a:cubicBezTo>
                    <a:close/>
                    <a:moveTo>
                      <a:pt x="40" y="36"/>
                    </a:moveTo>
                    <a:cubicBezTo>
                      <a:pt x="47" y="38"/>
                      <a:pt x="53" y="40"/>
                      <a:pt x="60" y="40"/>
                    </a:cubicBezTo>
                    <a:cubicBezTo>
                      <a:pt x="60" y="60"/>
                      <a:pt x="60" y="60"/>
                      <a:pt x="60" y="60"/>
                    </a:cubicBezTo>
                    <a:cubicBezTo>
                      <a:pt x="36" y="60"/>
                      <a:pt x="36" y="60"/>
                      <a:pt x="36" y="60"/>
                    </a:cubicBezTo>
                    <a:cubicBezTo>
                      <a:pt x="36" y="52"/>
                      <a:pt x="38" y="44"/>
                      <a:pt x="40" y="36"/>
                    </a:cubicBezTo>
                    <a:close/>
                    <a:moveTo>
                      <a:pt x="60" y="64"/>
                    </a:moveTo>
                    <a:cubicBezTo>
                      <a:pt x="60" y="88"/>
                      <a:pt x="60" y="88"/>
                      <a:pt x="60" y="88"/>
                    </a:cubicBezTo>
                    <a:cubicBezTo>
                      <a:pt x="54" y="88"/>
                      <a:pt x="48" y="89"/>
                      <a:pt x="42" y="91"/>
                    </a:cubicBezTo>
                    <a:cubicBezTo>
                      <a:pt x="38" y="83"/>
                      <a:pt x="36" y="74"/>
                      <a:pt x="36" y="64"/>
                    </a:cubicBezTo>
                    <a:lnTo>
                      <a:pt x="60" y="64"/>
                    </a:lnTo>
                    <a:close/>
                    <a:moveTo>
                      <a:pt x="53" y="115"/>
                    </a:moveTo>
                    <a:cubicBezTo>
                      <a:pt x="43" y="114"/>
                      <a:pt x="34" y="109"/>
                      <a:pt x="27" y="103"/>
                    </a:cubicBezTo>
                    <a:cubicBezTo>
                      <a:pt x="31" y="100"/>
                      <a:pt x="35" y="98"/>
                      <a:pt x="40" y="96"/>
                    </a:cubicBezTo>
                    <a:cubicBezTo>
                      <a:pt x="43" y="103"/>
                      <a:pt x="48" y="110"/>
                      <a:pt x="53" y="115"/>
                    </a:cubicBezTo>
                    <a:close/>
                    <a:moveTo>
                      <a:pt x="64" y="116"/>
                    </a:moveTo>
                    <a:cubicBezTo>
                      <a:pt x="64" y="92"/>
                      <a:pt x="64" y="92"/>
                      <a:pt x="64" y="92"/>
                    </a:cubicBezTo>
                    <a:cubicBezTo>
                      <a:pt x="70" y="92"/>
                      <a:pt x="75" y="93"/>
                      <a:pt x="81" y="95"/>
                    </a:cubicBezTo>
                    <a:cubicBezTo>
                      <a:pt x="76" y="103"/>
                      <a:pt x="71" y="110"/>
                      <a:pt x="64" y="116"/>
                    </a:cubicBezTo>
                    <a:cubicBezTo>
                      <a:pt x="64" y="116"/>
                      <a:pt x="64" y="116"/>
                      <a:pt x="64" y="116"/>
                    </a:cubicBezTo>
                    <a:close/>
                    <a:moveTo>
                      <a:pt x="84" y="96"/>
                    </a:moveTo>
                    <a:cubicBezTo>
                      <a:pt x="89" y="98"/>
                      <a:pt x="93" y="100"/>
                      <a:pt x="97" y="103"/>
                    </a:cubicBezTo>
                    <a:cubicBezTo>
                      <a:pt x="90" y="109"/>
                      <a:pt x="81" y="114"/>
                      <a:pt x="71" y="115"/>
                    </a:cubicBezTo>
                    <a:cubicBezTo>
                      <a:pt x="76" y="110"/>
                      <a:pt x="81" y="103"/>
                      <a:pt x="84" y="96"/>
                    </a:cubicBezTo>
                    <a:close/>
                    <a:moveTo>
                      <a:pt x="82" y="91"/>
                    </a:moveTo>
                    <a:cubicBezTo>
                      <a:pt x="76" y="89"/>
                      <a:pt x="70" y="88"/>
                      <a:pt x="64" y="88"/>
                    </a:cubicBezTo>
                    <a:cubicBezTo>
                      <a:pt x="64" y="64"/>
                      <a:pt x="64" y="64"/>
                      <a:pt x="64" y="64"/>
                    </a:cubicBezTo>
                    <a:cubicBezTo>
                      <a:pt x="88" y="64"/>
                      <a:pt x="88" y="64"/>
                      <a:pt x="88" y="64"/>
                    </a:cubicBezTo>
                    <a:cubicBezTo>
                      <a:pt x="88" y="74"/>
                      <a:pt x="86" y="83"/>
                      <a:pt x="82" y="91"/>
                    </a:cubicBezTo>
                    <a:close/>
                    <a:moveTo>
                      <a:pt x="64" y="60"/>
                    </a:moveTo>
                    <a:cubicBezTo>
                      <a:pt x="64" y="40"/>
                      <a:pt x="64" y="40"/>
                      <a:pt x="64" y="40"/>
                    </a:cubicBezTo>
                    <a:cubicBezTo>
                      <a:pt x="71" y="40"/>
                      <a:pt x="77" y="38"/>
                      <a:pt x="84" y="36"/>
                    </a:cubicBezTo>
                    <a:cubicBezTo>
                      <a:pt x="86" y="44"/>
                      <a:pt x="88" y="52"/>
                      <a:pt x="88" y="60"/>
                    </a:cubicBezTo>
                    <a:lnTo>
                      <a:pt x="64" y="60"/>
                    </a:lnTo>
                    <a:close/>
                    <a:moveTo>
                      <a:pt x="22" y="26"/>
                    </a:moveTo>
                    <a:cubicBezTo>
                      <a:pt x="26" y="30"/>
                      <a:pt x="31" y="33"/>
                      <a:pt x="37" y="35"/>
                    </a:cubicBezTo>
                    <a:cubicBezTo>
                      <a:pt x="34" y="43"/>
                      <a:pt x="32" y="51"/>
                      <a:pt x="32" y="60"/>
                    </a:cubicBezTo>
                    <a:cubicBezTo>
                      <a:pt x="8" y="60"/>
                      <a:pt x="8" y="60"/>
                      <a:pt x="8" y="60"/>
                    </a:cubicBezTo>
                    <a:cubicBezTo>
                      <a:pt x="9" y="47"/>
                      <a:pt x="14" y="35"/>
                      <a:pt x="22" y="26"/>
                    </a:cubicBezTo>
                    <a:close/>
                    <a:moveTo>
                      <a:pt x="8" y="64"/>
                    </a:moveTo>
                    <a:cubicBezTo>
                      <a:pt x="32" y="64"/>
                      <a:pt x="32" y="64"/>
                      <a:pt x="32" y="64"/>
                    </a:cubicBezTo>
                    <a:cubicBezTo>
                      <a:pt x="32" y="74"/>
                      <a:pt x="34" y="84"/>
                      <a:pt x="38" y="93"/>
                    </a:cubicBezTo>
                    <a:cubicBezTo>
                      <a:pt x="33" y="95"/>
                      <a:pt x="28" y="97"/>
                      <a:pt x="24" y="100"/>
                    </a:cubicBezTo>
                    <a:cubicBezTo>
                      <a:pt x="15" y="91"/>
                      <a:pt x="9" y="78"/>
                      <a:pt x="8" y="64"/>
                    </a:cubicBezTo>
                    <a:close/>
                    <a:moveTo>
                      <a:pt x="100" y="100"/>
                    </a:moveTo>
                    <a:cubicBezTo>
                      <a:pt x="96" y="97"/>
                      <a:pt x="91" y="95"/>
                      <a:pt x="86" y="93"/>
                    </a:cubicBezTo>
                    <a:cubicBezTo>
                      <a:pt x="90" y="84"/>
                      <a:pt x="92" y="74"/>
                      <a:pt x="92" y="64"/>
                    </a:cubicBezTo>
                    <a:cubicBezTo>
                      <a:pt x="116" y="64"/>
                      <a:pt x="116" y="64"/>
                      <a:pt x="116" y="64"/>
                    </a:cubicBezTo>
                    <a:cubicBezTo>
                      <a:pt x="115" y="78"/>
                      <a:pt x="109" y="91"/>
                      <a:pt x="100" y="100"/>
                    </a:cubicBezTo>
                    <a:close/>
                  </a:path>
                </a:pathLst>
              </a:cu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99" name="Group 198"/>
              <p:cNvGrpSpPr/>
              <p:nvPr/>
            </p:nvGrpSpPr>
            <p:grpSpPr>
              <a:xfrm>
                <a:off x="7366971" y="4407847"/>
                <a:ext cx="482600" cy="392113"/>
                <a:chOff x="2974975" y="5006976"/>
                <a:chExt cx="482600" cy="392113"/>
              </a:xfrm>
              <a:solidFill>
                <a:sysClr val="window" lastClr="FFFFFF"/>
              </a:solidFill>
            </p:grpSpPr>
            <p:sp>
              <p:nvSpPr>
                <p:cNvPr id="256" name="Freeform 46"/>
                <p:cNvSpPr>
                  <a:spLocks noEditPoints="1"/>
                </p:cNvSpPr>
                <p:nvPr/>
              </p:nvSpPr>
              <p:spPr bwMode="auto">
                <a:xfrm>
                  <a:off x="3306763" y="5127626"/>
                  <a:ext cx="90487" cy="120650"/>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57" name="Freeform 47"/>
                <p:cNvSpPr>
                  <a:spLocks noEditPoints="1"/>
                </p:cNvSpPr>
                <p:nvPr/>
              </p:nvSpPr>
              <p:spPr bwMode="auto">
                <a:xfrm>
                  <a:off x="2974975" y="5006976"/>
                  <a:ext cx="482600" cy="392113"/>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200" name="Group 199"/>
              <p:cNvGrpSpPr/>
              <p:nvPr/>
            </p:nvGrpSpPr>
            <p:grpSpPr>
              <a:xfrm>
                <a:off x="7210457" y="1807833"/>
                <a:ext cx="549275" cy="549275"/>
                <a:chOff x="1978025" y="4927601"/>
                <a:chExt cx="549275" cy="549275"/>
              </a:xfrm>
              <a:solidFill>
                <a:sysClr val="window" lastClr="FFFFFF"/>
              </a:solidFill>
            </p:grpSpPr>
            <p:sp>
              <p:nvSpPr>
                <p:cNvPr id="247" name="Freeform 48"/>
                <p:cNvSpPr>
                  <a:spLocks noEditPoints="1"/>
                </p:cNvSpPr>
                <p:nvPr/>
              </p:nvSpPr>
              <p:spPr bwMode="auto">
                <a:xfrm>
                  <a:off x="1978025" y="4927601"/>
                  <a:ext cx="549275" cy="549275"/>
                </a:xfrm>
                <a:custGeom>
                  <a:avLst/>
                  <a:gdLst>
                    <a:gd name="T0" fmla="*/ 97 w 146"/>
                    <a:gd name="T1" fmla="*/ 14 h 146"/>
                    <a:gd name="T2" fmla="*/ 14 w 146"/>
                    <a:gd name="T3" fmla="*/ 49 h 146"/>
                    <a:gd name="T4" fmla="*/ 49 w 146"/>
                    <a:gd name="T5" fmla="*/ 132 h 146"/>
                    <a:gd name="T6" fmla="*/ 132 w 146"/>
                    <a:gd name="T7" fmla="*/ 97 h 146"/>
                    <a:gd name="T8" fmla="*/ 97 w 146"/>
                    <a:gd name="T9" fmla="*/ 14 h 146"/>
                    <a:gd name="T10" fmla="*/ 52 w 146"/>
                    <a:gd name="T11" fmla="*/ 125 h 146"/>
                    <a:gd name="T12" fmla="*/ 21 w 146"/>
                    <a:gd name="T13" fmla="*/ 52 h 146"/>
                    <a:gd name="T14" fmla="*/ 94 w 146"/>
                    <a:gd name="T15" fmla="*/ 21 h 146"/>
                    <a:gd name="T16" fmla="*/ 125 w 146"/>
                    <a:gd name="T17" fmla="*/ 94 h 146"/>
                    <a:gd name="T18" fmla="*/ 52 w 146"/>
                    <a:gd name="T19" fmla="*/ 1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6">
                      <a:moveTo>
                        <a:pt x="97" y="14"/>
                      </a:moveTo>
                      <a:cubicBezTo>
                        <a:pt x="64" y="0"/>
                        <a:pt x="27" y="16"/>
                        <a:pt x="14" y="49"/>
                      </a:cubicBezTo>
                      <a:cubicBezTo>
                        <a:pt x="0" y="82"/>
                        <a:pt x="16" y="119"/>
                        <a:pt x="49" y="132"/>
                      </a:cubicBezTo>
                      <a:cubicBezTo>
                        <a:pt x="82" y="146"/>
                        <a:pt x="119" y="130"/>
                        <a:pt x="132" y="97"/>
                      </a:cubicBezTo>
                      <a:cubicBezTo>
                        <a:pt x="146" y="64"/>
                        <a:pt x="130" y="27"/>
                        <a:pt x="97" y="14"/>
                      </a:cubicBezTo>
                      <a:close/>
                      <a:moveTo>
                        <a:pt x="52" y="125"/>
                      </a:moveTo>
                      <a:cubicBezTo>
                        <a:pt x="24" y="114"/>
                        <a:pt x="10" y="81"/>
                        <a:pt x="21" y="52"/>
                      </a:cubicBezTo>
                      <a:cubicBezTo>
                        <a:pt x="33" y="24"/>
                        <a:pt x="65" y="10"/>
                        <a:pt x="94" y="21"/>
                      </a:cubicBezTo>
                      <a:cubicBezTo>
                        <a:pt x="123" y="33"/>
                        <a:pt x="136" y="65"/>
                        <a:pt x="125" y="94"/>
                      </a:cubicBezTo>
                      <a:cubicBezTo>
                        <a:pt x="114" y="123"/>
                        <a:pt x="81" y="136"/>
                        <a:pt x="5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48" name="Freeform 49"/>
                <p:cNvSpPr>
                  <a:spLocks noEditPoints="1"/>
                </p:cNvSpPr>
                <p:nvPr/>
              </p:nvSpPr>
              <p:spPr bwMode="auto">
                <a:xfrm>
                  <a:off x="2219325" y="5168901"/>
                  <a:ext cx="66675" cy="68263"/>
                </a:xfrm>
                <a:custGeom>
                  <a:avLst/>
                  <a:gdLst>
                    <a:gd name="T0" fmla="*/ 12 w 18"/>
                    <a:gd name="T1" fmla="*/ 2 h 18"/>
                    <a:gd name="T2" fmla="*/ 2 w 18"/>
                    <a:gd name="T3" fmla="*/ 6 h 18"/>
                    <a:gd name="T4" fmla="*/ 6 w 18"/>
                    <a:gd name="T5" fmla="*/ 16 h 18"/>
                    <a:gd name="T6" fmla="*/ 16 w 18"/>
                    <a:gd name="T7" fmla="*/ 12 h 18"/>
                    <a:gd name="T8" fmla="*/ 12 w 18"/>
                    <a:gd name="T9" fmla="*/ 2 h 18"/>
                    <a:gd name="T10" fmla="*/ 8 w 18"/>
                    <a:gd name="T11" fmla="*/ 13 h 18"/>
                    <a:gd name="T12" fmla="*/ 5 w 18"/>
                    <a:gd name="T13" fmla="*/ 8 h 18"/>
                    <a:gd name="T14" fmla="*/ 11 w 18"/>
                    <a:gd name="T15" fmla="*/ 5 h 18"/>
                    <a:gd name="T16" fmla="*/ 13 w 18"/>
                    <a:gd name="T17" fmla="*/ 11 h 18"/>
                    <a:gd name="T18" fmla="*/ 8 w 18"/>
                    <a:gd name="T1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12" y="2"/>
                      </a:moveTo>
                      <a:cubicBezTo>
                        <a:pt x="8" y="0"/>
                        <a:pt x="3" y="2"/>
                        <a:pt x="2" y="6"/>
                      </a:cubicBezTo>
                      <a:cubicBezTo>
                        <a:pt x="0" y="10"/>
                        <a:pt x="2" y="15"/>
                        <a:pt x="6" y="16"/>
                      </a:cubicBezTo>
                      <a:cubicBezTo>
                        <a:pt x="10" y="18"/>
                        <a:pt x="15" y="16"/>
                        <a:pt x="16" y="12"/>
                      </a:cubicBezTo>
                      <a:cubicBezTo>
                        <a:pt x="18" y="8"/>
                        <a:pt x="16" y="3"/>
                        <a:pt x="12" y="2"/>
                      </a:cubicBezTo>
                      <a:close/>
                      <a:moveTo>
                        <a:pt x="8" y="13"/>
                      </a:moveTo>
                      <a:cubicBezTo>
                        <a:pt x="5" y="12"/>
                        <a:pt x="4" y="10"/>
                        <a:pt x="5" y="8"/>
                      </a:cubicBezTo>
                      <a:cubicBezTo>
                        <a:pt x="6" y="5"/>
                        <a:pt x="8" y="4"/>
                        <a:pt x="11" y="5"/>
                      </a:cubicBezTo>
                      <a:cubicBezTo>
                        <a:pt x="13" y="6"/>
                        <a:pt x="14" y="8"/>
                        <a:pt x="13" y="11"/>
                      </a:cubicBezTo>
                      <a:cubicBezTo>
                        <a:pt x="12" y="13"/>
                        <a:pt x="10"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49" name="Freeform 50"/>
                <p:cNvSpPr>
                  <a:spLocks noEditPoints="1"/>
                </p:cNvSpPr>
                <p:nvPr/>
              </p:nvSpPr>
              <p:spPr bwMode="auto">
                <a:xfrm>
                  <a:off x="2151063" y="5100638"/>
                  <a:ext cx="203200" cy="203200"/>
                </a:xfrm>
                <a:custGeom>
                  <a:avLst/>
                  <a:gdLst>
                    <a:gd name="T0" fmla="*/ 36 w 54"/>
                    <a:gd name="T1" fmla="*/ 5 h 54"/>
                    <a:gd name="T2" fmla="*/ 5 w 54"/>
                    <a:gd name="T3" fmla="*/ 18 h 54"/>
                    <a:gd name="T4" fmla="*/ 18 w 54"/>
                    <a:gd name="T5" fmla="*/ 49 h 54"/>
                    <a:gd name="T6" fmla="*/ 49 w 54"/>
                    <a:gd name="T7" fmla="*/ 36 h 54"/>
                    <a:gd name="T8" fmla="*/ 36 w 54"/>
                    <a:gd name="T9" fmla="*/ 5 h 54"/>
                    <a:gd name="T10" fmla="*/ 21 w 54"/>
                    <a:gd name="T11" fmla="*/ 42 h 54"/>
                    <a:gd name="T12" fmla="*/ 12 w 54"/>
                    <a:gd name="T13" fmla="*/ 21 h 54"/>
                    <a:gd name="T14" fmla="*/ 33 w 54"/>
                    <a:gd name="T15" fmla="*/ 12 h 54"/>
                    <a:gd name="T16" fmla="*/ 42 w 54"/>
                    <a:gd name="T17" fmla="*/ 33 h 54"/>
                    <a:gd name="T18" fmla="*/ 21 w 54"/>
                    <a:gd name="T19"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36" y="5"/>
                      </a:moveTo>
                      <a:cubicBezTo>
                        <a:pt x="24" y="0"/>
                        <a:pt x="10" y="6"/>
                        <a:pt x="5" y="18"/>
                      </a:cubicBezTo>
                      <a:cubicBezTo>
                        <a:pt x="0" y="30"/>
                        <a:pt x="6" y="44"/>
                        <a:pt x="18" y="49"/>
                      </a:cubicBezTo>
                      <a:cubicBezTo>
                        <a:pt x="30" y="54"/>
                        <a:pt x="44" y="48"/>
                        <a:pt x="49" y="36"/>
                      </a:cubicBezTo>
                      <a:cubicBezTo>
                        <a:pt x="54" y="24"/>
                        <a:pt x="48" y="10"/>
                        <a:pt x="36" y="5"/>
                      </a:cubicBezTo>
                      <a:close/>
                      <a:moveTo>
                        <a:pt x="21" y="42"/>
                      </a:moveTo>
                      <a:cubicBezTo>
                        <a:pt x="13" y="39"/>
                        <a:pt x="9" y="29"/>
                        <a:pt x="12" y="21"/>
                      </a:cubicBezTo>
                      <a:cubicBezTo>
                        <a:pt x="15" y="13"/>
                        <a:pt x="25" y="9"/>
                        <a:pt x="33" y="12"/>
                      </a:cubicBezTo>
                      <a:cubicBezTo>
                        <a:pt x="41" y="15"/>
                        <a:pt x="45" y="25"/>
                        <a:pt x="42" y="33"/>
                      </a:cubicBezTo>
                      <a:cubicBezTo>
                        <a:pt x="39" y="41"/>
                        <a:pt x="29" y="45"/>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50" name="Freeform 51"/>
                <p:cNvSpPr>
                  <a:spLocks/>
                </p:cNvSpPr>
                <p:nvPr/>
              </p:nvSpPr>
              <p:spPr bwMode="auto">
                <a:xfrm>
                  <a:off x="2290763" y="5237163"/>
                  <a:ext cx="74612" cy="77788"/>
                </a:xfrm>
                <a:custGeom>
                  <a:avLst/>
                  <a:gdLst>
                    <a:gd name="T0" fmla="*/ 20 w 20"/>
                    <a:gd name="T1" fmla="*/ 3 h 21"/>
                    <a:gd name="T2" fmla="*/ 19 w 20"/>
                    <a:gd name="T3" fmla="*/ 0 h 21"/>
                    <a:gd name="T4" fmla="*/ 16 w 20"/>
                    <a:gd name="T5" fmla="*/ 1 h 21"/>
                    <a:gd name="T6" fmla="*/ 16 w 20"/>
                    <a:gd name="T7" fmla="*/ 1 h 21"/>
                    <a:gd name="T8" fmla="*/ 1 w 20"/>
                    <a:gd name="T9" fmla="*/ 17 h 21"/>
                    <a:gd name="T10" fmla="*/ 0 w 20"/>
                    <a:gd name="T11" fmla="*/ 19 h 21"/>
                    <a:gd name="T12" fmla="*/ 3 w 20"/>
                    <a:gd name="T13" fmla="*/ 20 h 21"/>
                    <a:gd name="T14" fmla="*/ 3 w 20"/>
                    <a:gd name="T15" fmla="*/ 20 h 21"/>
                    <a:gd name="T16" fmla="*/ 20 w 20"/>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20" y="3"/>
                      </a:moveTo>
                      <a:cubicBezTo>
                        <a:pt x="20" y="2"/>
                        <a:pt x="20" y="1"/>
                        <a:pt x="19" y="0"/>
                      </a:cubicBezTo>
                      <a:cubicBezTo>
                        <a:pt x="18" y="0"/>
                        <a:pt x="16" y="0"/>
                        <a:pt x="16" y="1"/>
                      </a:cubicBezTo>
                      <a:cubicBezTo>
                        <a:pt x="16" y="1"/>
                        <a:pt x="16" y="1"/>
                        <a:pt x="16" y="1"/>
                      </a:cubicBezTo>
                      <a:cubicBezTo>
                        <a:pt x="13" y="9"/>
                        <a:pt x="8" y="14"/>
                        <a:pt x="1" y="17"/>
                      </a:cubicBezTo>
                      <a:cubicBezTo>
                        <a:pt x="0" y="17"/>
                        <a:pt x="0" y="18"/>
                        <a:pt x="0" y="19"/>
                      </a:cubicBezTo>
                      <a:cubicBezTo>
                        <a:pt x="0" y="20"/>
                        <a:pt x="2" y="21"/>
                        <a:pt x="3" y="20"/>
                      </a:cubicBezTo>
                      <a:cubicBezTo>
                        <a:pt x="3" y="20"/>
                        <a:pt x="3" y="20"/>
                        <a:pt x="3" y="20"/>
                      </a:cubicBezTo>
                      <a:cubicBezTo>
                        <a:pt x="10" y="17"/>
                        <a:pt x="16" y="11"/>
                        <a:pt x="2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51" name="Freeform 52"/>
                <p:cNvSpPr>
                  <a:spLocks/>
                </p:cNvSpPr>
                <p:nvPr/>
              </p:nvSpPr>
              <p:spPr bwMode="auto">
                <a:xfrm>
                  <a:off x="2312988" y="5259388"/>
                  <a:ext cx="109537" cy="112713"/>
                </a:xfrm>
                <a:custGeom>
                  <a:avLst/>
                  <a:gdLst>
                    <a:gd name="T0" fmla="*/ 27 w 29"/>
                    <a:gd name="T1" fmla="*/ 0 h 30"/>
                    <a:gd name="T2" fmla="*/ 25 w 29"/>
                    <a:gd name="T3" fmla="*/ 1 h 30"/>
                    <a:gd name="T4" fmla="*/ 1 w 29"/>
                    <a:gd name="T5" fmla="*/ 25 h 30"/>
                    <a:gd name="T6" fmla="*/ 0 w 29"/>
                    <a:gd name="T7" fmla="*/ 28 h 30"/>
                    <a:gd name="T8" fmla="*/ 3 w 29"/>
                    <a:gd name="T9" fmla="*/ 29 h 30"/>
                    <a:gd name="T10" fmla="*/ 3 w 29"/>
                    <a:gd name="T11" fmla="*/ 29 h 30"/>
                    <a:gd name="T12" fmla="*/ 29 w 29"/>
                    <a:gd name="T13" fmla="*/ 3 h 30"/>
                    <a:gd name="T14" fmla="*/ 27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7" y="0"/>
                      </a:moveTo>
                      <a:cubicBezTo>
                        <a:pt x="26" y="0"/>
                        <a:pt x="25" y="0"/>
                        <a:pt x="25" y="1"/>
                      </a:cubicBezTo>
                      <a:cubicBezTo>
                        <a:pt x="20" y="13"/>
                        <a:pt x="12" y="21"/>
                        <a:pt x="1" y="25"/>
                      </a:cubicBezTo>
                      <a:cubicBezTo>
                        <a:pt x="0" y="26"/>
                        <a:pt x="0" y="27"/>
                        <a:pt x="0" y="28"/>
                      </a:cubicBezTo>
                      <a:cubicBezTo>
                        <a:pt x="1" y="29"/>
                        <a:pt x="2" y="30"/>
                        <a:pt x="3" y="29"/>
                      </a:cubicBezTo>
                      <a:cubicBezTo>
                        <a:pt x="3" y="29"/>
                        <a:pt x="3" y="29"/>
                        <a:pt x="3" y="29"/>
                      </a:cubicBezTo>
                      <a:cubicBezTo>
                        <a:pt x="14" y="24"/>
                        <a:pt x="24" y="15"/>
                        <a:pt x="29" y="3"/>
                      </a:cubicBezTo>
                      <a:cubicBezTo>
                        <a:pt x="29" y="2"/>
                        <a:pt x="2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52" name="Freeform 53"/>
                <p:cNvSpPr>
                  <a:spLocks/>
                </p:cNvSpPr>
                <p:nvPr/>
              </p:nvSpPr>
              <p:spPr bwMode="auto">
                <a:xfrm>
                  <a:off x="2301875" y="5248276"/>
                  <a:ext cx="93662" cy="93663"/>
                </a:xfrm>
                <a:custGeom>
                  <a:avLst/>
                  <a:gdLst>
                    <a:gd name="T0" fmla="*/ 23 w 25"/>
                    <a:gd name="T1" fmla="*/ 0 h 25"/>
                    <a:gd name="T2" fmla="*/ 20 w 25"/>
                    <a:gd name="T3" fmla="*/ 1 h 25"/>
                    <a:gd name="T4" fmla="*/ 1 w 25"/>
                    <a:gd name="T5" fmla="*/ 21 h 25"/>
                    <a:gd name="T6" fmla="*/ 1 w 25"/>
                    <a:gd name="T7" fmla="*/ 21 h 25"/>
                    <a:gd name="T8" fmla="*/ 0 w 25"/>
                    <a:gd name="T9" fmla="*/ 24 h 25"/>
                    <a:gd name="T10" fmla="*/ 3 w 25"/>
                    <a:gd name="T11" fmla="*/ 25 h 25"/>
                    <a:gd name="T12" fmla="*/ 3 w 25"/>
                    <a:gd name="T13" fmla="*/ 25 h 25"/>
                    <a:gd name="T14" fmla="*/ 24 w 25"/>
                    <a:gd name="T15" fmla="*/ 3 h 25"/>
                    <a:gd name="T16" fmla="*/ 23 w 25"/>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5">
                      <a:moveTo>
                        <a:pt x="23" y="0"/>
                      </a:moveTo>
                      <a:cubicBezTo>
                        <a:pt x="22" y="0"/>
                        <a:pt x="21" y="0"/>
                        <a:pt x="20" y="1"/>
                      </a:cubicBezTo>
                      <a:cubicBezTo>
                        <a:pt x="17" y="11"/>
                        <a:pt x="10" y="17"/>
                        <a:pt x="1" y="21"/>
                      </a:cubicBezTo>
                      <a:cubicBezTo>
                        <a:pt x="1" y="21"/>
                        <a:pt x="1" y="21"/>
                        <a:pt x="1" y="21"/>
                      </a:cubicBezTo>
                      <a:cubicBezTo>
                        <a:pt x="0" y="22"/>
                        <a:pt x="0" y="23"/>
                        <a:pt x="0" y="24"/>
                      </a:cubicBezTo>
                      <a:cubicBezTo>
                        <a:pt x="1" y="25"/>
                        <a:pt x="2" y="25"/>
                        <a:pt x="3" y="25"/>
                      </a:cubicBezTo>
                      <a:cubicBezTo>
                        <a:pt x="3" y="25"/>
                        <a:pt x="3" y="25"/>
                        <a:pt x="3" y="25"/>
                      </a:cubicBezTo>
                      <a:cubicBezTo>
                        <a:pt x="12" y="21"/>
                        <a:pt x="20" y="13"/>
                        <a:pt x="24" y="3"/>
                      </a:cubicBezTo>
                      <a:cubicBezTo>
                        <a:pt x="25" y="2"/>
                        <a:pt x="24" y="1"/>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53" name="Freeform 54"/>
                <p:cNvSpPr>
                  <a:spLocks/>
                </p:cNvSpPr>
                <p:nvPr/>
              </p:nvSpPr>
              <p:spPr bwMode="auto">
                <a:xfrm>
                  <a:off x="2139950" y="5089526"/>
                  <a:ext cx="74612" cy="79375"/>
                </a:xfrm>
                <a:custGeom>
                  <a:avLst/>
                  <a:gdLst>
                    <a:gd name="T0" fmla="*/ 20 w 20"/>
                    <a:gd name="T1" fmla="*/ 2 h 21"/>
                    <a:gd name="T2" fmla="*/ 17 w 20"/>
                    <a:gd name="T3" fmla="*/ 1 h 21"/>
                    <a:gd name="T4" fmla="*/ 17 w 20"/>
                    <a:gd name="T5" fmla="*/ 1 h 21"/>
                    <a:gd name="T6" fmla="*/ 0 w 20"/>
                    <a:gd name="T7" fmla="*/ 18 h 21"/>
                    <a:gd name="T8" fmla="*/ 0 w 20"/>
                    <a:gd name="T9" fmla="*/ 18 h 21"/>
                    <a:gd name="T10" fmla="*/ 1 w 20"/>
                    <a:gd name="T11" fmla="*/ 21 h 21"/>
                    <a:gd name="T12" fmla="*/ 4 w 20"/>
                    <a:gd name="T13" fmla="*/ 20 h 21"/>
                    <a:gd name="T14" fmla="*/ 4 w 20"/>
                    <a:gd name="T15" fmla="*/ 20 h 21"/>
                    <a:gd name="T16" fmla="*/ 19 w 20"/>
                    <a:gd name="T17" fmla="*/ 4 h 21"/>
                    <a:gd name="T18" fmla="*/ 20 w 20"/>
                    <a:gd name="T1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1">
                      <a:moveTo>
                        <a:pt x="20" y="2"/>
                      </a:moveTo>
                      <a:cubicBezTo>
                        <a:pt x="20" y="1"/>
                        <a:pt x="18" y="0"/>
                        <a:pt x="17" y="1"/>
                      </a:cubicBezTo>
                      <a:cubicBezTo>
                        <a:pt x="17" y="1"/>
                        <a:pt x="17" y="1"/>
                        <a:pt x="17" y="1"/>
                      </a:cubicBezTo>
                      <a:cubicBezTo>
                        <a:pt x="10" y="4"/>
                        <a:pt x="4" y="10"/>
                        <a:pt x="0" y="18"/>
                      </a:cubicBezTo>
                      <a:cubicBezTo>
                        <a:pt x="0" y="18"/>
                        <a:pt x="0" y="18"/>
                        <a:pt x="0" y="18"/>
                      </a:cubicBezTo>
                      <a:cubicBezTo>
                        <a:pt x="0" y="19"/>
                        <a:pt x="0" y="20"/>
                        <a:pt x="1" y="21"/>
                      </a:cubicBezTo>
                      <a:cubicBezTo>
                        <a:pt x="2" y="21"/>
                        <a:pt x="4" y="21"/>
                        <a:pt x="4" y="20"/>
                      </a:cubicBezTo>
                      <a:cubicBezTo>
                        <a:pt x="4" y="20"/>
                        <a:pt x="4" y="20"/>
                        <a:pt x="4" y="20"/>
                      </a:cubicBezTo>
                      <a:cubicBezTo>
                        <a:pt x="7" y="12"/>
                        <a:pt x="12" y="7"/>
                        <a:pt x="19" y="4"/>
                      </a:cubicBezTo>
                      <a:cubicBezTo>
                        <a:pt x="20" y="4"/>
                        <a:pt x="20" y="3"/>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54" name="Freeform 55"/>
                <p:cNvSpPr>
                  <a:spLocks/>
                </p:cNvSpPr>
                <p:nvPr/>
              </p:nvSpPr>
              <p:spPr bwMode="auto">
                <a:xfrm>
                  <a:off x="2082800" y="5033963"/>
                  <a:ext cx="109537" cy="112713"/>
                </a:xfrm>
                <a:custGeom>
                  <a:avLst/>
                  <a:gdLst>
                    <a:gd name="T0" fmla="*/ 29 w 29"/>
                    <a:gd name="T1" fmla="*/ 2 h 30"/>
                    <a:gd name="T2" fmla="*/ 26 w 29"/>
                    <a:gd name="T3" fmla="*/ 1 h 30"/>
                    <a:gd name="T4" fmla="*/ 26 w 29"/>
                    <a:gd name="T5" fmla="*/ 1 h 30"/>
                    <a:gd name="T6" fmla="*/ 0 w 29"/>
                    <a:gd name="T7" fmla="*/ 27 h 30"/>
                    <a:gd name="T8" fmla="*/ 2 w 29"/>
                    <a:gd name="T9" fmla="*/ 30 h 30"/>
                    <a:gd name="T10" fmla="*/ 4 w 29"/>
                    <a:gd name="T11" fmla="*/ 29 h 30"/>
                    <a:gd name="T12" fmla="*/ 28 w 29"/>
                    <a:gd name="T13" fmla="*/ 5 h 30"/>
                    <a:gd name="T14" fmla="*/ 29 w 29"/>
                    <a:gd name="T15" fmla="*/ 2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9" y="2"/>
                      </a:moveTo>
                      <a:cubicBezTo>
                        <a:pt x="28" y="1"/>
                        <a:pt x="27" y="0"/>
                        <a:pt x="26" y="1"/>
                      </a:cubicBezTo>
                      <a:cubicBezTo>
                        <a:pt x="26" y="1"/>
                        <a:pt x="26" y="1"/>
                        <a:pt x="26" y="1"/>
                      </a:cubicBezTo>
                      <a:cubicBezTo>
                        <a:pt x="15" y="6"/>
                        <a:pt x="5" y="15"/>
                        <a:pt x="0" y="27"/>
                      </a:cubicBezTo>
                      <a:cubicBezTo>
                        <a:pt x="0" y="28"/>
                        <a:pt x="1" y="29"/>
                        <a:pt x="2" y="30"/>
                      </a:cubicBezTo>
                      <a:cubicBezTo>
                        <a:pt x="3" y="30"/>
                        <a:pt x="4" y="30"/>
                        <a:pt x="4" y="29"/>
                      </a:cubicBezTo>
                      <a:cubicBezTo>
                        <a:pt x="9" y="17"/>
                        <a:pt x="17" y="9"/>
                        <a:pt x="28" y="5"/>
                      </a:cubicBezTo>
                      <a:cubicBezTo>
                        <a:pt x="29" y="4"/>
                        <a:pt x="29"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55" name="Freeform 56"/>
                <p:cNvSpPr>
                  <a:spLocks/>
                </p:cNvSpPr>
                <p:nvPr/>
              </p:nvSpPr>
              <p:spPr bwMode="auto">
                <a:xfrm>
                  <a:off x="2109788" y="5064126"/>
                  <a:ext cx="93662" cy="93663"/>
                </a:xfrm>
                <a:custGeom>
                  <a:avLst/>
                  <a:gdLst>
                    <a:gd name="T0" fmla="*/ 24 w 25"/>
                    <a:gd name="T1" fmla="*/ 4 h 25"/>
                    <a:gd name="T2" fmla="*/ 25 w 25"/>
                    <a:gd name="T3" fmla="*/ 1 h 25"/>
                    <a:gd name="T4" fmla="*/ 22 w 25"/>
                    <a:gd name="T5" fmla="*/ 0 h 25"/>
                    <a:gd name="T6" fmla="*/ 22 w 25"/>
                    <a:gd name="T7" fmla="*/ 0 h 25"/>
                    <a:gd name="T8" fmla="*/ 1 w 25"/>
                    <a:gd name="T9" fmla="*/ 22 h 25"/>
                    <a:gd name="T10" fmla="*/ 2 w 25"/>
                    <a:gd name="T11" fmla="*/ 25 h 25"/>
                    <a:gd name="T12" fmla="*/ 5 w 25"/>
                    <a:gd name="T13" fmla="*/ 24 h 25"/>
                    <a:gd name="T14" fmla="*/ 24 w 25"/>
                    <a:gd name="T15" fmla="*/ 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24" y="4"/>
                      </a:moveTo>
                      <a:cubicBezTo>
                        <a:pt x="25" y="3"/>
                        <a:pt x="25" y="2"/>
                        <a:pt x="25" y="1"/>
                      </a:cubicBezTo>
                      <a:cubicBezTo>
                        <a:pt x="24" y="0"/>
                        <a:pt x="23" y="0"/>
                        <a:pt x="22" y="0"/>
                      </a:cubicBezTo>
                      <a:cubicBezTo>
                        <a:pt x="22" y="0"/>
                        <a:pt x="22" y="0"/>
                        <a:pt x="22" y="0"/>
                      </a:cubicBezTo>
                      <a:cubicBezTo>
                        <a:pt x="13" y="4"/>
                        <a:pt x="5" y="12"/>
                        <a:pt x="1" y="22"/>
                      </a:cubicBezTo>
                      <a:cubicBezTo>
                        <a:pt x="0" y="23"/>
                        <a:pt x="1" y="24"/>
                        <a:pt x="2" y="25"/>
                      </a:cubicBezTo>
                      <a:cubicBezTo>
                        <a:pt x="3" y="25"/>
                        <a:pt x="4" y="25"/>
                        <a:pt x="5" y="24"/>
                      </a:cubicBezTo>
                      <a:cubicBezTo>
                        <a:pt x="8" y="14"/>
                        <a:pt x="15" y="8"/>
                        <a:pt x="2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201" name="Group 200"/>
              <p:cNvGrpSpPr/>
              <p:nvPr/>
            </p:nvGrpSpPr>
            <p:grpSpPr>
              <a:xfrm>
                <a:off x="8806221" y="3987764"/>
                <a:ext cx="495300" cy="466725"/>
                <a:chOff x="1049338" y="4976813"/>
                <a:chExt cx="495300" cy="466725"/>
              </a:xfrm>
              <a:solidFill>
                <a:sysClr val="window" lastClr="FFFFFF"/>
              </a:solidFill>
            </p:grpSpPr>
            <p:sp>
              <p:nvSpPr>
                <p:cNvPr id="245" name="Oval 57"/>
                <p:cNvSpPr>
                  <a:spLocks noChangeArrowheads="1"/>
                </p:cNvSpPr>
                <p:nvPr/>
              </p:nvSpPr>
              <p:spPr bwMode="auto">
                <a:xfrm>
                  <a:off x="1289050" y="5232401"/>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46" name="Freeform 58"/>
                <p:cNvSpPr>
                  <a:spLocks noEditPoints="1"/>
                </p:cNvSpPr>
                <p:nvPr/>
              </p:nvSpPr>
              <p:spPr bwMode="auto">
                <a:xfrm>
                  <a:off x="1049338" y="4976813"/>
                  <a:ext cx="495300"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sp>
            <p:nvSpPr>
              <p:cNvPr id="202" name="Freeform 59"/>
              <p:cNvSpPr>
                <a:spLocks noEditPoints="1"/>
              </p:cNvSpPr>
              <p:nvPr/>
            </p:nvSpPr>
            <p:spPr bwMode="auto">
              <a:xfrm>
                <a:off x="10358746" y="1778001"/>
                <a:ext cx="481012" cy="482600"/>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3" name="Freeform 60"/>
              <p:cNvSpPr>
                <a:spLocks noEditPoints="1"/>
              </p:cNvSpPr>
              <p:nvPr/>
            </p:nvSpPr>
            <p:spPr bwMode="auto">
              <a:xfrm>
                <a:off x="5920091" y="2565323"/>
                <a:ext cx="485775" cy="482600"/>
              </a:xfrm>
              <a:custGeom>
                <a:avLst/>
                <a:gdLst>
                  <a:gd name="T0" fmla="*/ 126 w 129"/>
                  <a:gd name="T1" fmla="*/ 2 h 128"/>
                  <a:gd name="T2" fmla="*/ 121 w 129"/>
                  <a:gd name="T3" fmla="*/ 0 h 128"/>
                  <a:gd name="T4" fmla="*/ 120 w 129"/>
                  <a:gd name="T5" fmla="*/ 0 h 128"/>
                  <a:gd name="T6" fmla="*/ 52 w 129"/>
                  <a:gd name="T7" fmla="*/ 12 h 128"/>
                  <a:gd name="T8" fmla="*/ 45 w 129"/>
                  <a:gd name="T9" fmla="*/ 20 h 128"/>
                  <a:gd name="T10" fmla="*/ 45 w 129"/>
                  <a:gd name="T11" fmla="*/ 28 h 128"/>
                  <a:gd name="T12" fmla="*/ 45 w 129"/>
                  <a:gd name="T13" fmla="*/ 32 h 128"/>
                  <a:gd name="T14" fmla="*/ 45 w 129"/>
                  <a:gd name="T15" fmla="*/ 89 h 128"/>
                  <a:gd name="T16" fmla="*/ 30 w 129"/>
                  <a:gd name="T17" fmla="*/ 84 h 128"/>
                  <a:gd name="T18" fmla="*/ 20 w 129"/>
                  <a:gd name="T19" fmla="*/ 86 h 128"/>
                  <a:gd name="T20" fmla="*/ 3 w 129"/>
                  <a:gd name="T21" fmla="*/ 100 h 128"/>
                  <a:gd name="T22" fmla="*/ 2 w 129"/>
                  <a:gd name="T23" fmla="*/ 115 h 128"/>
                  <a:gd name="T24" fmla="*/ 24 w 129"/>
                  <a:gd name="T25" fmla="*/ 128 h 128"/>
                  <a:gd name="T26" fmla="*/ 34 w 129"/>
                  <a:gd name="T27" fmla="*/ 126 h 128"/>
                  <a:gd name="T28" fmla="*/ 51 w 129"/>
                  <a:gd name="T29" fmla="*/ 112 h 128"/>
                  <a:gd name="T30" fmla="*/ 53 w 129"/>
                  <a:gd name="T31" fmla="*/ 104 h 128"/>
                  <a:gd name="T32" fmla="*/ 53 w 129"/>
                  <a:gd name="T33" fmla="*/ 104 h 128"/>
                  <a:gd name="T34" fmla="*/ 53 w 129"/>
                  <a:gd name="T35" fmla="*/ 40 h 128"/>
                  <a:gd name="T36" fmla="*/ 54 w 129"/>
                  <a:gd name="T37" fmla="*/ 40 h 128"/>
                  <a:gd name="T38" fmla="*/ 121 w 129"/>
                  <a:gd name="T39" fmla="*/ 28 h 128"/>
                  <a:gd name="T40" fmla="*/ 121 w 129"/>
                  <a:gd name="T41" fmla="*/ 77 h 128"/>
                  <a:gd name="T42" fmla="*/ 106 w 129"/>
                  <a:gd name="T43" fmla="*/ 72 h 128"/>
                  <a:gd name="T44" fmla="*/ 96 w 129"/>
                  <a:gd name="T45" fmla="*/ 74 h 128"/>
                  <a:gd name="T46" fmla="*/ 79 w 129"/>
                  <a:gd name="T47" fmla="*/ 88 h 128"/>
                  <a:gd name="T48" fmla="*/ 78 w 129"/>
                  <a:gd name="T49" fmla="*/ 103 h 128"/>
                  <a:gd name="T50" fmla="*/ 100 w 129"/>
                  <a:gd name="T51" fmla="*/ 116 h 128"/>
                  <a:gd name="T52" fmla="*/ 110 w 129"/>
                  <a:gd name="T53" fmla="*/ 114 h 128"/>
                  <a:gd name="T54" fmla="*/ 127 w 129"/>
                  <a:gd name="T55" fmla="*/ 100 h 128"/>
                  <a:gd name="T56" fmla="*/ 129 w 129"/>
                  <a:gd name="T57" fmla="*/ 92 h 128"/>
                  <a:gd name="T58" fmla="*/ 129 w 129"/>
                  <a:gd name="T59" fmla="*/ 92 h 128"/>
                  <a:gd name="T60" fmla="*/ 129 w 129"/>
                  <a:gd name="T61" fmla="*/ 20 h 128"/>
                  <a:gd name="T62" fmla="*/ 129 w 129"/>
                  <a:gd name="T63" fmla="*/ 16 h 128"/>
                  <a:gd name="T64" fmla="*/ 129 w 129"/>
                  <a:gd name="T65" fmla="*/ 8 h 128"/>
                  <a:gd name="T66" fmla="*/ 126 w 129"/>
                  <a:gd name="T67" fmla="*/ 2 h 128"/>
                  <a:gd name="T68" fmla="*/ 32 w 129"/>
                  <a:gd name="T69" fmla="*/ 119 h 128"/>
                  <a:gd name="T70" fmla="*/ 10 w 129"/>
                  <a:gd name="T71" fmla="*/ 112 h 128"/>
                  <a:gd name="T72" fmla="*/ 22 w 129"/>
                  <a:gd name="T73" fmla="*/ 93 h 128"/>
                  <a:gd name="T74" fmla="*/ 44 w 129"/>
                  <a:gd name="T75" fmla="*/ 100 h 128"/>
                  <a:gd name="T76" fmla="*/ 32 w 129"/>
                  <a:gd name="T77" fmla="*/ 119 h 128"/>
                  <a:gd name="T78" fmla="*/ 108 w 129"/>
                  <a:gd name="T79" fmla="*/ 107 h 128"/>
                  <a:gd name="T80" fmla="*/ 85 w 129"/>
                  <a:gd name="T81" fmla="*/ 100 h 128"/>
                  <a:gd name="T82" fmla="*/ 98 w 129"/>
                  <a:gd name="T83" fmla="*/ 81 h 128"/>
                  <a:gd name="T84" fmla="*/ 120 w 129"/>
                  <a:gd name="T85" fmla="*/ 88 h 128"/>
                  <a:gd name="T86" fmla="*/ 108 w 129"/>
                  <a:gd name="T87" fmla="*/ 107 h 128"/>
                  <a:gd name="T88" fmla="*/ 121 w 129"/>
                  <a:gd name="T89" fmla="*/ 20 h 128"/>
                  <a:gd name="T90" fmla="*/ 53 w 129"/>
                  <a:gd name="T91" fmla="*/ 32 h 128"/>
                  <a:gd name="T92" fmla="*/ 53 w 129"/>
                  <a:gd name="T93" fmla="*/ 28 h 128"/>
                  <a:gd name="T94" fmla="*/ 53 w 129"/>
                  <a:gd name="T95" fmla="*/ 20 h 128"/>
                  <a:gd name="T96" fmla="*/ 121 w 129"/>
                  <a:gd name="T97" fmla="*/ 8 h 128"/>
                  <a:gd name="T98" fmla="*/ 121 w 129"/>
                  <a:gd name="T99" fmla="*/ 16 h 128"/>
                  <a:gd name="T100" fmla="*/ 121 w 129"/>
                  <a:gd name="T101" fmla="*/ 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28">
                    <a:moveTo>
                      <a:pt x="126" y="2"/>
                    </a:moveTo>
                    <a:cubicBezTo>
                      <a:pt x="125" y="1"/>
                      <a:pt x="123" y="0"/>
                      <a:pt x="121" y="0"/>
                    </a:cubicBezTo>
                    <a:cubicBezTo>
                      <a:pt x="121" y="0"/>
                      <a:pt x="120" y="0"/>
                      <a:pt x="120" y="0"/>
                    </a:cubicBezTo>
                    <a:cubicBezTo>
                      <a:pt x="52" y="12"/>
                      <a:pt x="52" y="12"/>
                      <a:pt x="52" y="12"/>
                    </a:cubicBezTo>
                    <a:cubicBezTo>
                      <a:pt x="48" y="13"/>
                      <a:pt x="45" y="16"/>
                      <a:pt x="45" y="20"/>
                    </a:cubicBezTo>
                    <a:cubicBezTo>
                      <a:pt x="45" y="28"/>
                      <a:pt x="45" y="28"/>
                      <a:pt x="45" y="28"/>
                    </a:cubicBezTo>
                    <a:cubicBezTo>
                      <a:pt x="45" y="32"/>
                      <a:pt x="45" y="32"/>
                      <a:pt x="45" y="32"/>
                    </a:cubicBezTo>
                    <a:cubicBezTo>
                      <a:pt x="45" y="89"/>
                      <a:pt x="45" y="89"/>
                      <a:pt x="45" y="89"/>
                    </a:cubicBezTo>
                    <a:cubicBezTo>
                      <a:pt x="41" y="86"/>
                      <a:pt x="36" y="84"/>
                      <a:pt x="30" y="84"/>
                    </a:cubicBezTo>
                    <a:cubicBezTo>
                      <a:pt x="26" y="84"/>
                      <a:pt x="23" y="85"/>
                      <a:pt x="20" y="86"/>
                    </a:cubicBezTo>
                    <a:cubicBezTo>
                      <a:pt x="12" y="88"/>
                      <a:pt x="6" y="93"/>
                      <a:pt x="3" y="100"/>
                    </a:cubicBezTo>
                    <a:cubicBezTo>
                      <a:pt x="1" y="104"/>
                      <a:pt x="0" y="110"/>
                      <a:pt x="2" y="115"/>
                    </a:cubicBezTo>
                    <a:cubicBezTo>
                      <a:pt x="5" y="123"/>
                      <a:pt x="14" y="128"/>
                      <a:pt x="24" y="128"/>
                    </a:cubicBezTo>
                    <a:cubicBezTo>
                      <a:pt x="28" y="128"/>
                      <a:pt x="31" y="127"/>
                      <a:pt x="34" y="126"/>
                    </a:cubicBezTo>
                    <a:cubicBezTo>
                      <a:pt x="42" y="124"/>
                      <a:pt x="48" y="119"/>
                      <a:pt x="51" y="112"/>
                    </a:cubicBezTo>
                    <a:cubicBezTo>
                      <a:pt x="52" y="110"/>
                      <a:pt x="53" y="107"/>
                      <a:pt x="53" y="104"/>
                    </a:cubicBezTo>
                    <a:cubicBezTo>
                      <a:pt x="53" y="104"/>
                      <a:pt x="53" y="104"/>
                      <a:pt x="53" y="104"/>
                    </a:cubicBezTo>
                    <a:cubicBezTo>
                      <a:pt x="53" y="40"/>
                      <a:pt x="53" y="40"/>
                      <a:pt x="53" y="40"/>
                    </a:cubicBezTo>
                    <a:cubicBezTo>
                      <a:pt x="53" y="40"/>
                      <a:pt x="54" y="40"/>
                      <a:pt x="54" y="40"/>
                    </a:cubicBezTo>
                    <a:cubicBezTo>
                      <a:pt x="121" y="28"/>
                      <a:pt x="121" y="28"/>
                      <a:pt x="121" y="28"/>
                    </a:cubicBezTo>
                    <a:cubicBezTo>
                      <a:pt x="121" y="77"/>
                      <a:pt x="121" y="77"/>
                      <a:pt x="121" y="77"/>
                    </a:cubicBezTo>
                    <a:cubicBezTo>
                      <a:pt x="117" y="74"/>
                      <a:pt x="112" y="72"/>
                      <a:pt x="106" y="72"/>
                    </a:cubicBezTo>
                    <a:cubicBezTo>
                      <a:pt x="102" y="72"/>
                      <a:pt x="99" y="73"/>
                      <a:pt x="96" y="74"/>
                    </a:cubicBezTo>
                    <a:cubicBezTo>
                      <a:pt x="88" y="76"/>
                      <a:pt x="82" y="81"/>
                      <a:pt x="79" y="88"/>
                    </a:cubicBezTo>
                    <a:cubicBezTo>
                      <a:pt x="77" y="92"/>
                      <a:pt x="76" y="98"/>
                      <a:pt x="78" y="103"/>
                    </a:cubicBezTo>
                    <a:cubicBezTo>
                      <a:pt x="81" y="111"/>
                      <a:pt x="90" y="116"/>
                      <a:pt x="100" y="116"/>
                    </a:cubicBezTo>
                    <a:cubicBezTo>
                      <a:pt x="104" y="116"/>
                      <a:pt x="107" y="115"/>
                      <a:pt x="110" y="114"/>
                    </a:cubicBezTo>
                    <a:cubicBezTo>
                      <a:pt x="118" y="112"/>
                      <a:pt x="124" y="107"/>
                      <a:pt x="127" y="100"/>
                    </a:cubicBezTo>
                    <a:cubicBezTo>
                      <a:pt x="128" y="98"/>
                      <a:pt x="129" y="95"/>
                      <a:pt x="129" y="92"/>
                    </a:cubicBezTo>
                    <a:cubicBezTo>
                      <a:pt x="129" y="92"/>
                      <a:pt x="129" y="92"/>
                      <a:pt x="129" y="92"/>
                    </a:cubicBezTo>
                    <a:cubicBezTo>
                      <a:pt x="129" y="20"/>
                      <a:pt x="129" y="20"/>
                      <a:pt x="129" y="20"/>
                    </a:cubicBezTo>
                    <a:cubicBezTo>
                      <a:pt x="129" y="16"/>
                      <a:pt x="129" y="16"/>
                      <a:pt x="129" y="16"/>
                    </a:cubicBezTo>
                    <a:cubicBezTo>
                      <a:pt x="129" y="8"/>
                      <a:pt x="129" y="8"/>
                      <a:pt x="129" y="8"/>
                    </a:cubicBezTo>
                    <a:cubicBezTo>
                      <a:pt x="129" y="6"/>
                      <a:pt x="128" y="3"/>
                      <a:pt x="126" y="2"/>
                    </a:cubicBezTo>
                    <a:close/>
                    <a:moveTo>
                      <a:pt x="32" y="119"/>
                    </a:moveTo>
                    <a:cubicBezTo>
                      <a:pt x="22" y="122"/>
                      <a:pt x="12" y="119"/>
                      <a:pt x="10" y="112"/>
                    </a:cubicBezTo>
                    <a:cubicBezTo>
                      <a:pt x="7" y="105"/>
                      <a:pt x="13" y="96"/>
                      <a:pt x="22" y="93"/>
                    </a:cubicBezTo>
                    <a:cubicBezTo>
                      <a:pt x="32" y="90"/>
                      <a:pt x="42" y="93"/>
                      <a:pt x="44" y="100"/>
                    </a:cubicBezTo>
                    <a:cubicBezTo>
                      <a:pt x="47" y="107"/>
                      <a:pt x="41" y="116"/>
                      <a:pt x="32" y="119"/>
                    </a:cubicBezTo>
                    <a:close/>
                    <a:moveTo>
                      <a:pt x="108" y="107"/>
                    </a:moveTo>
                    <a:cubicBezTo>
                      <a:pt x="98" y="110"/>
                      <a:pt x="88" y="107"/>
                      <a:pt x="85" y="100"/>
                    </a:cubicBezTo>
                    <a:cubicBezTo>
                      <a:pt x="83" y="93"/>
                      <a:pt x="88" y="84"/>
                      <a:pt x="98" y="81"/>
                    </a:cubicBezTo>
                    <a:cubicBezTo>
                      <a:pt x="108" y="78"/>
                      <a:pt x="118" y="81"/>
                      <a:pt x="120" y="88"/>
                    </a:cubicBezTo>
                    <a:cubicBezTo>
                      <a:pt x="123" y="95"/>
                      <a:pt x="117" y="104"/>
                      <a:pt x="108" y="107"/>
                    </a:cubicBezTo>
                    <a:close/>
                    <a:moveTo>
                      <a:pt x="121" y="20"/>
                    </a:moveTo>
                    <a:cubicBezTo>
                      <a:pt x="53" y="32"/>
                      <a:pt x="53" y="32"/>
                      <a:pt x="53" y="32"/>
                    </a:cubicBezTo>
                    <a:cubicBezTo>
                      <a:pt x="53" y="28"/>
                      <a:pt x="53" y="28"/>
                      <a:pt x="53" y="28"/>
                    </a:cubicBezTo>
                    <a:cubicBezTo>
                      <a:pt x="53" y="20"/>
                      <a:pt x="53" y="20"/>
                      <a:pt x="53" y="20"/>
                    </a:cubicBezTo>
                    <a:cubicBezTo>
                      <a:pt x="121" y="8"/>
                      <a:pt x="121" y="8"/>
                      <a:pt x="121" y="8"/>
                    </a:cubicBezTo>
                    <a:cubicBezTo>
                      <a:pt x="121" y="16"/>
                      <a:pt x="121" y="16"/>
                      <a:pt x="121" y="16"/>
                    </a:cubicBezTo>
                    <a:lnTo>
                      <a:pt x="121" y="20"/>
                    </a:lnTo>
                    <a:close/>
                  </a:path>
                </a:pathLst>
              </a:cu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204" name="Group 203"/>
              <p:cNvGrpSpPr/>
              <p:nvPr/>
            </p:nvGrpSpPr>
            <p:grpSpPr>
              <a:xfrm>
                <a:off x="8355201" y="767514"/>
                <a:ext cx="422275" cy="482600"/>
                <a:chOff x="2041525" y="3035301"/>
                <a:chExt cx="422275" cy="482600"/>
              </a:xfrm>
              <a:solidFill>
                <a:sysClr val="window" lastClr="FFFFFF"/>
              </a:solidFill>
            </p:grpSpPr>
            <p:sp>
              <p:nvSpPr>
                <p:cNvPr id="241" name="Freeform 61"/>
                <p:cNvSpPr>
                  <a:spLocks noEditPoints="1"/>
                </p:cNvSpPr>
                <p:nvPr/>
              </p:nvSpPr>
              <p:spPr bwMode="auto">
                <a:xfrm>
                  <a:off x="2041525" y="3035301"/>
                  <a:ext cx="422275" cy="482600"/>
                </a:xfrm>
                <a:custGeom>
                  <a:avLst/>
                  <a:gdLst>
                    <a:gd name="T0" fmla="*/ 56 w 112"/>
                    <a:gd name="T1" fmla="*/ 0 h 128"/>
                    <a:gd name="T2" fmla="*/ 0 w 112"/>
                    <a:gd name="T3" fmla="*/ 26 h 128"/>
                    <a:gd name="T4" fmla="*/ 0 w 112"/>
                    <a:gd name="T5" fmla="*/ 102 h 128"/>
                    <a:gd name="T6" fmla="*/ 56 w 112"/>
                    <a:gd name="T7" fmla="*/ 128 h 128"/>
                    <a:gd name="T8" fmla="*/ 112 w 112"/>
                    <a:gd name="T9" fmla="*/ 102 h 128"/>
                    <a:gd name="T10" fmla="*/ 112 w 112"/>
                    <a:gd name="T11" fmla="*/ 26 h 128"/>
                    <a:gd name="T12" fmla="*/ 56 w 112"/>
                    <a:gd name="T13" fmla="*/ 0 h 128"/>
                    <a:gd name="T14" fmla="*/ 104 w 112"/>
                    <a:gd name="T15" fmla="*/ 102 h 128"/>
                    <a:gd name="T16" fmla="*/ 56 w 112"/>
                    <a:gd name="T17" fmla="*/ 120 h 128"/>
                    <a:gd name="T18" fmla="*/ 8 w 112"/>
                    <a:gd name="T19" fmla="*/ 102 h 128"/>
                    <a:gd name="T20" fmla="*/ 8 w 112"/>
                    <a:gd name="T21" fmla="*/ 87 h 128"/>
                    <a:gd name="T22" fmla="*/ 56 w 112"/>
                    <a:gd name="T23" fmla="*/ 100 h 128"/>
                    <a:gd name="T24" fmla="*/ 104 w 112"/>
                    <a:gd name="T25" fmla="*/ 87 h 128"/>
                    <a:gd name="T26" fmla="*/ 104 w 112"/>
                    <a:gd name="T27" fmla="*/ 102 h 128"/>
                    <a:gd name="T28" fmla="*/ 104 w 112"/>
                    <a:gd name="T29" fmla="*/ 78 h 128"/>
                    <a:gd name="T30" fmla="*/ 104 w 112"/>
                    <a:gd name="T31" fmla="*/ 78 h 128"/>
                    <a:gd name="T32" fmla="*/ 104 w 112"/>
                    <a:gd name="T33" fmla="*/ 78 h 128"/>
                    <a:gd name="T34" fmla="*/ 56 w 112"/>
                    <a:gd name="T35" fmla="*/ 96 h 128"/>
                    <a:gd name="T36" fmla="*/ 8 w 112"/>
                    <a:gd name="T37" fmla="*/ 78 h 128"/>
                    <a:gd name="T38" fmla="*/ 8 w 112"/>
                    <a:gd name="T39" fmla="*/ 78 h 128"/>
                    <a:gd name="T40" fmla="*/ 8 w 112"/>
                    <a:gd name="T41" fmla="*/ 78 h 128"/>
                    <a:gd name="T42" fmla="*/ 8 w 112"/>
                    <a:gd name="T43" fmla="*/ 63 h 128"/>
                    <a:gd name="T44" fmla="*/ 56 w 112"/>
                    <a:gd name="T45" fmla="*/ 76 h 128"/>
                    <a:gd name="T46" fmla="*/ 104 w 112"/>
                    <a:gd name="T47" fmla="*/ 63 h 128"/>
                    <a:gd name="T48" fmla="*/ 104 w 112"/>
                    <a:gd name="T49" fmla="*/ 78 h 128"/>
                    <a:gd name="T50" fmla="*/ 104 w 112"/>
                    <a:gd name="T51" fmla="*/ 54 h 128"/>
                    <a:gd name="T52" fmla="*/ 104 w 112"/>
                    <a:gd name="T53" fmla="*/ 54 h 128"/>
                    <a:gd name="T54" fmla="*/ 104 w 112"/>
                    <a:gd name="T55" fmla="*/ 54 h 128"/>
                    <a:gd name="T56" fmla="*/ 56 w 112"/>
                    <a:gd name="T57" fmla="*/ 72 h 128"/>
                    <a:gd name="T58" fmla="*/ 8 w 112"/>
                    <a:gd name="T59" fmla="*/ 54 h 128"/>
                    <a:gd name="T60" fmla="*/ 8 w 112"/>
                    <a:gd name="T61" fmla="*/ 54 h 128"/>
                    <a:gd name="T62" fmla="*/ 8 w 112"/>
                    <a:gd name="T63" fmla="*/ 54 h 128"/>
                    <a:gd name="T64" fmla="*/ 8 w 112"/>
                    <a:gd name="T65" fmla="*/ 40 h 128"/>
                    <a:gd name="T66" fmla="*/ 56 w 112"/>
                    <a:gd name="T67" fmla="*/ 52 h 128"/>
                    <a:gd name="T68" fmla="*/ 104 w 112"/>
                    <a:gd name="T69" fmla="*/ 40 h 128"/>
                    <a:gd name="T70" fmla="*/ 104 w 112"/>
                    <a:gd name="T71" fmla="*/ 54 h 128"/>
                    <a:gd name="T72" fmla="*/ 56 w 112"/>
                    <a:gd name="T73" fmla="*/ 44 h 128"/>
                    <a:gd name="T74" fmla="*/ 8 w 112"/>
                    <a:gd name="T75" fmla="*/ 26 h 128"/>
                    <a:gd name="T76" fmla="*/ 56 w 112"/>
                    <a:gd name="T77" fmla="*/ 8 h 128"/>
                    <a:gd name="T78" fmla="*/ 104 w 112"/>
                    <a:gd name="T79" fmla="*/ 26 h 128"/>
                    <a:gd name="T80" fmla="*/ 56 w 112"/>
                    <a:gd name="T81" fmla="*/ 4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2" h="128">
                      <a:moveTo>
                        <a:pt x="56" y="0"/>
                      </a:moveTo>
                      <a:cubicBezTo>
                        <a:pt x="29" y="0"/>
                        <a:pt x="0" y="8"/>
                        <a:pt x="0" y="26"/>
                      </a:cubicBezTo>
                      <a:cubicBezTo>
                        <a:pt x="0" y="102"/>
                        <a:pt x="0" y="102"/>
                        <a:pt x="0" y="102"/>
                      </a:cubicBezTo>
                      <a:cubicBezTo>
                        <a:pt x="0" y="120"/>
                        <a:pt x="29" y="128"/>
                        <a:pt x="56" y="128"/>
                      </a:cubicBezTo>
                      <a:cubicBezTo>
                        <a:pt x="83" y="128"/>
                        <a:pt x="112" y="120"/>
                        <a:pt x="112" y="102"/>
                      </a:cubicBezTo>
                      <a:cubicBezTo>
                        <a:pt x="112" y="26"/>
                        <a:pt x="112" y="26"/>
                        <a:pt x="112" y="26"/>
                      </a:cubicBezTo>
                      <a:cubicBezTo>
                        <a:pt x="112" y="8"/>
                        <a:pt x="83" y="0"/>
                        <a:pt x="56" y="0"/>
                      </a:cubicBezTo>
                      <a:close/>
                      <a:moveTo>
                        <a:pt x="104" y="102"/>
                      </a:moveTo>
                      <a:cubicBezTo>
                        <a:pt x="104" y="112"/>
                        <a:pt x="83" y="120"/>
                        <a:pt x="56" y="120"/>
                      </a:cubicBezTo>
                      <a:cubicBezTo>
                        <a:pt x="29" y="120"/>
                        <a:pt x="8" y="112"/>
                        <a:pt x="8" y="102"/>
                      </a:cubicBezTo>
                      <a:cubicBezTo>
                        <a:pt x="8" y="87"/>
                        <a:pt x="8" y="87"/>
                        <a:pt x="8" y="87"/>
                      </a:cubicBezTo>
                      <a:cubicBezTo>
                        <a:pt x="16" y="96"/>
                        <a:pt x="36" y="100"/>
                        <a:pt x="56" y="100"/>
                      </a:cubicBezTo>
                      <a:cubicBezTo>
                        <a:pt x="76" y="100"/>
                        <a:pt x="96" y="96"/>
                        <a:pt x="104" y="87"/>
                      </a:cubicBezTo>
                      <a:lnTo>
                        <a:pt x="104" y="102"/>
                      </a:lnTo>
                      <a:close/>
                      <a:moveTo>
                        <a:pt x="104" y="78"/>
                      </a:moveTo>
                      <a:cubicBezTo>
                        <a:pt x="104" y="78"/>
                        <a:pt x="104" y="78"/>
                        <a:pt x="104" y="78"/>
                      </a:cubicBezTo>
                      <a:cubicBezTo>
                        <a:pt x="104" y="78"/>
                        <a:pt x="104" y="78"/>
                        <a:pt x="104" y="78"/>
                      </a:cubicBezTo>
                      <a:cubicBezTo>
                        <a:pt x="104" y="88"/>
                        <a:pt x="83" y="96"/>
                        <a:pt x="56" y="96"/>
                      </a:cubicBezTo>
                      <a:cubicBezTo>
                        <a:pt x="29" y="96"/>
                        <a:pt x="8" y="88"/>
                        <a:pt x="8" y="78"/>
                      </a:cubicBezTo>
                      <a:cubicBezTo>
                        <a:pt x="8" y="78"/>
                        <a:pt x="8" y="78"/>
                        <a:pt x="8" y="78"/>
                      </a:cubicBezTo>
                      <a:cubicBezTo>
                        <a:pt x="8" y="78"/>
                        <a:pt x="8" y="78"/>
                        <a:pt x="8" y="78"/>
                      </a:cubicBezTo>
                      <a:cubicBezTo>
                        <a:pt x="8" y="63"/>
                        <a:pt x="8" y="63"/>
                        <a:pt x="8" y="63"/>
                      </a:cubicBezTo>
                      <a:cubicBezTo>
                        <a:pt x="16" y="72"/>
                        <a:pt x="36" y="76"/>
                        <a:pt x="56" y="76"/>
                      </a:cubicBezTo>
                      <a:cubicBezTo>
                        <a:pt x="76" y="76"/>
                        <a:pt x="96" y="72"/>
                        <a:pt x="104" y="63"/>
                      </a:cubicBezTo>
                      <a:lnTo>
                        <a:pt x="104" y="78"/>
                      </a:lnTo>
                      <a:close/>
                      <a:moveTo>
                        <a:pt x="104" y="54"/>
                      </a:moveTo>
                      <a:cubicBezTo>
                        <a:pt x="104" y="54"/>
                        <a:pt x="104" y="54"/>
                        <a:pt x="104" y="54"/>
                      </a:cubicBezTo>
                      <a:cubicBezTo>
                        <a:pt x="104" y="54"/>
                        <a:pt x="104" y="54"/>
                        <a:pt x="104" y="54"/>
                      </a:cubicBezTo>
                      <a:cubicBezTo>
                        <a:pt x="104" y="64"/>
                        <a:pt x="83" y="72"/>
                        <a:pt x="56" y="72"/>
                      </a:cubicBezTo>
                      <a:cubicBezTo>
                        <a:pt x="29" y="72"/>
                        <a:pt x="8" y="64"/>
                        <a:pt x="8" y="54"/>
                      </a:cubicBezTo>
                      <a:cubicBezTo>
                        <a:pt x="8" y="54"/>
                        <a:pt x="8" y="54"/>
                        <a:pt x="8" y="54"/>
                      </a:cubicBezTo>
                      <a:cubicBezTo>
                        <a:pt x="8" y="54"/>
                        <a:pt x="8" y="54"/>
                        <a:pt x="8" y="54"/>
                      </a:cubicBezTo>
                      <a:cubicBezTo>
                        <a:pt x="8" y="40"/>
                        <a:pt x="8" y="40"/>
                        <a:pt x="8" y="40"/>
                      </a:cubicBezTo>
                      <a:cubicBezTo>
                        <a:pt x="18" y="48"/>
                        <a:pt x="38" y="52"/>
                        <a:pt x="56" y="52"/>
                      </a:cubicBezTo>
                      <a:cubicBezTo>
                        <a:pt x="74" y="52"/>
                        <a:pt x="94" y="48"/>
                        <a:pt x="104" y="40"/>
                      </a:cubicBezTo>
                      <a:lnTo>
                        <a:pt x="104" y="54"/>
                      </a:lnTo>
                      <a:close/>
                      <a:moveTo>
                        <a:pt x="56" y="44"/>
                      </a:moveTo>
                      <a:cubicBezTo>
                        <a:pt x="29" y="44"/>
                        <a:pt x="8" y="36"/>
                        <a:pt x="8" y="26"/>
                      </a:cubicBezTo>
                      <a:cubicBezTo>
                        <a:pt x="8" y="16"/>
                        <a:pt x="29" y="8"/>
                        <a:pt x="56" y="8"/>
                      </a:cubicBezTo>
                      <a:cubicBezTo>
                        <a:pt x="83" y="8"/>
                        <a:pt x="104" y="16"/>
                        <a:pt x="104" y="26"/>
                      </a:cubicBezTo>
                      <a:cubicBezTo>
                        <a:pt x="104" y="36"/>
                        <a:pt x="83" y="44"/>
                        <a:pt x="5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42" name="Oval 62"/>
                <p:cNvSpPr>
                  <a:spLocks noChangeArrowheads="1"/>
                </p:cNvSpPr>
                <p:nvPr/>
              </p:nvSpPr>
              <p:spPr bwMode="auto">
                <a:xfrm>
                  <a:off x="2373313" y="3411538"/>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43" name="Oval 63"/>
                <p:cNvSpPr>
                  <a:spLocks noChangeArrowheads="1"/>
                </p:cNvSpPr>
                <p:nvPr/>
              </p:nvSpPr>
              <p:spPr bwMode="auto">
                <a:xfrm>
                  <a:off x="2373313" y="332105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44" name="Oval 64"/>
                <p:cNvSpPr>
                  <a:spLocks noChangeArrowheads="1"/>
                </p:cNvSpPr>
                <p:nvPr/>
              </p:nvSpPr>
              <p:spPr bwMode="auto">
                <a:xfrm>
                  <a:off x="2373313" y="323056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205" name="Group 204"/>
              <p:cNvGrpSpPr/>
              <p:nvPr/>
            </p:nvGrpSpPr>
            <p:grpSpPr>
              <a:xfrm>
                <a:off x="10224381" y="3967559"/>
                <a:ext cx="488950" cy="482600"/>
                <a:chOff x="1044576" y="3035301"/>
                <a:chExt cx="488950" cy="482600"/>
              </a:xfrm>
              <a:solidFill>
                <a:sysClr val="window" lastClr="FFFFFF"/>
              </a:solidFill>
            </p:grpSpPr>
            <p:sp>
              <p:nvSpPr>
                <p:cNvPr id="237" name="Freeform 65"/>
                <p:cNvSpPr>
                  <a:spLocks noEditPoints="1"/>
                </p:cNvSpPr>
                <p:nvPr/>
              </p:nvSpPr>
              <p:spPr bwMode="auto">
                <a:xfrm>
                  <a:off x="1044576" y="3035301"/>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38" name="Freeform 66"/>
                <p:cNvSpPr>
                  <a:spLocks noEditPoints="1"/>
                </p:cNvSpPr>
                <p:nvPr/>
              </p:nvSpPr>
              <p:spPr bwMode="auto">
                <a:xfrm>
                  <a:off x="1222375" y="3205163"/>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39" name="Freeform 67"/>
                <p:cNvSpPr>
                  <a:spLocks/>
                </p:cNvSpPr>
                <p:nvPr/>
              </p:nvSpPr>
              <p:spPr bwMode="auto">
                <a:xfrm>
                  <a:off x="1211263" y="3367088"/>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40" name="Freeform 68"/>
                <p:cNvSpPr>
                  <a:spLocks/>
                </p:cNvSpPr>
                <p:nvPr/>
              </p:nvSpPr>
              <p:spPr bwMode="auto">
                <a:xfrm>
                  <a:off x="1296988" y="3111501"/>
                  <a:ext cx="74612"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206" name="Group 205"/>
              <p:cNvGrpSpPr/>
              <p:nvPr/>
            </p:nvGrpSpPr>
            <p:grpSpPr>
              <a:xfrm>
                <a:off x="7197315" y="3405112"/>
                <a:ext cx="331787" cy="482600"/>
                <a:chOff x="4029075" y="2071688"/>
                <a:chExt cx="331787" cy="482600"/>
              </a:xfrm>
              <a:solidFill>
                <a:sysClr val="window" lastClr="FFFFFF"/>
              </a:solidFill>
            </p:grpSpPr>
            <p:sp>
              <p:nvSpPr>
                <p:cNvPr id="224" name="Oval 69"/>
                <p:cNvSpPr>
                  <a:spLocks noChangeArrowheads="1"/>
                </p:cNvSpPr>
                <p:nvPr/>
              </p:nvSpPr>
              <p:spPr bwMode="auto">
                <a:xfrm>
                  <a:off x="4164013" y="220821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29" name="Oval 70"/>
                <p:cNvSpPr>
                  <a:spLocks noChangeArrowheads="1"/>
                </p:cNvSpPr>
                <p:nvPr/>
              </p:nvSpPr>
              <p:spPr bwMode="auto">
                <a:xfrm>
                  <a:off x="4164013" y="2389188"/>
                  <a:ext cx="30162" cy="28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30" name="Oval 71"/>
                <p:cNvSpPr>
                  <a:spLocks noChangeArrowheads="1"/>
                </p:cNvSpPr>
                <p:nvPr/>
              </p:nvSpPr>
              <p:spPr bwMode="auto">
                <a:xfrm>
                  <a:off x="4073525"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31" name="Oval 72"/>
                <p:cNvSpPr>
                  <a:spLocks noChangeArrowheads="1"/>
                </p:cNvSpPr>
                <p:nvPr/>
              </p:nvSpPr>
              <p:spPr bwMode="auto">
                <a:xfrm>
                  <a:off x="4254500"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32" name="Freeform 73"/>
                <p:cNvSpPr>
                  <a:spLocks/>
                </p:cNvSpPr>
                <p:nvPr/>
              </p:nvSpPr>
              <p:spPr bwMode="auto">
                <a:xfrm>
                  <a:off x="4100513"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33" name="Freeform 74"/>
                <p:cNvSpPr>
                  <a:spLocks/>
                </p:cNvSpPr>
                <p:nvPr/>
              </p:nvSpPr>
              <p:spPr bwMode="auto">
                <a:xfrm>
                  <a:off x="4100513" y="2233613"/>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34" name="Freeform 75"/>
                <p:cNvSpPr>
                  <a:spLocks/>
                </p:cNvSpPr>
                <p:nvPr/>
              </p:nvSpPr>
              <p:spPr bwMode="auto">
                <a:xfrm>
                  <a:off x="4229100"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35" name="Freeform 76"/>
                <p:cNvSpPr>
                  <a:spLocks noEditPoints="1"/>
                </p:cNvSpPr>
                <p:nvPr/>
              </p:nvSpPr>
              <p:spPr bwMode="auto">
                <a:xfrm>
                  <a:off x="4029075" y="2071688"/>
                  <a:ext cx="331787" cy="482600"/>
                </a:xfrm>
                <a:custGeom>
                  <a:avLst/>
                  <a:gdLst>
                    <a:gd name="T0" fmla="*/ 80 w 88"/>
                    <a:gd name="T1" fmla="*/ 56 h 128"/>
                    <a:gd name="T2" fmla="*/ 79 w 88"/>
                    <a:gd name="T3" fmla="*/ 56 h 128"/>
                    <a:gd name="T4" fmla="*/ 70 w 88"/>
                    <a:gd name="T5" fmla="*/ 38 h 128"/>
                    <a:gd name="T6" fmla="*/ 64 w 88"/>
                    <a:gd name="T7" fmla="*/ 7 h 128"/>
                    <a:gd name="T8" fmla="*/ 56 w 88"/>
                    <a:gd name="T9" fmla="*/ 0 h 128"/>
                    <a:gd name="T10" fmla="*/ 24 w 88"/>
                    <a:gd name="T11" fmla="*/ 0 h 128"/>
                    <a:gd name="T12" fmla="*/ 17 w 88"/>
                    <a:gd name="T13" fmla="*/ 7 h 128"/>
                    <a:gd name="T14" fmla="*/ 11 w 88"/>
                    <a:gd name="T15" fmla="*/ 37 h 128"/>
                    <a:gd name="T16" fmla="*/ 0 w 88"/>
                    <a:gd name="T17" fmla="*/ 64 h 128"/>
                    <a:gd name="T18" fmla="*/ 10 w 88"/>
                    <a:gd name="T19" fmla="*/ 91 h 128"/>
                    <a:gd name="T20" fmla="*/ 16 w 88"/>
                    <a:gd name="T21" fmla="*/ 121 h 128"/>
                    <a:gd name="T22" fmla="*/ 24 w 88"/>
                    <a:gd name="T23" fmla="*/ 128 h 128"/>
                    <a:gd name="T24" fmla="*/ 56 w 88"/>
                    <a:gd name="T25" fmla="*/ 128 h 128"/>
                    <a:gd name="T26" fmla="*/ 64 w 88"/>
                    <a:gd name="T27" fmla="*/ 121 h 128"/>
                    <a:gd name="T28" fmla="*/ 70 w 88"/>
                    <a:gd name="T29" fmla="*/ 91 h 128"/>
                    <a:gd name="T30" fmla="*/ 79 w 88"/>
                    <a:gd name="T31" fmla="*/ 72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30 h 128"/>
                    <a:gd name="T44" fmla="*/ 40 w 88"/>
                    <a:gd name="T45" fmla="*/ 24 h 128"/>
                    <a:gd name="T46" fmla="*/ 20 w 88"/>
                    <a:gd name="T47" fmla="*/ 30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8"/>
                      </a:cubicBezTo>
                      <a:cubicBezTo>
                        <a:pt x="64" y="7"/>
                        <a:pt x="64" y="7"/>
                        <a:pt x="64" y="7"/>
                      </a:cubicBezTo>
                      <a:cubicBezTo>
                        <a:pt x="64" y="3"/>
                        <a:pt x="60" y="0"/>
                        <a:pt x="56" y="0"/>
                      </a:cubicBezTo>
                      <a:cubicBezTo>
                        <a:pt x="24" y="0"/>
                        <a:pt x="24" y="0"/>
                        <a:pt x="24" y="0"/>
                      </a:cubicBezTo>
                      <a:cubicBezTo>
                        <a:pt x="21" y="0"/>
                        <a:pt x="17" y="3"/>
                        <a:pt x="17" y="7"/>
                      </a:cubicBezTo>
                      <a:cubicBezTo>
                        <a:pt x="11" y="37"/>
                        <a:pt x="11" y="37"/>
                        <a:pt x="11" y="37"/>
                      </a:cubicBezTo>
                      <a:cubicBezTo>
                        <a:pt x="4" y="44"/>
                        <a:pt x="0" y="53"/>
                        <a:pt x="0" y="64"/>
                      </a:cubicBezTo>
                      <a:cubicBezTo>
                        <a:pt x="0" y="74"/>
                        <a:pt x="4" y="84"/>
                        <a:pt x="10" y="91"/>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1"/>
                        <a:pt x="70" y="91"/>
                        <a:pt x="70" y="91"/>
                      </a:cubicBezTo>
                      <a:cubicBezTo>
                        <a:pt x="74" y="85"/>
                        <a:pt x="78" y="79"/>
                        <a:pt x="79" y="72"/>
                      </a:cubicBezTo>
                      <a:cubicBezTo>
                        <a:pt x="79" y="72"/>
                        <a:pt x="80" y="72"/>
                        <a:pt x="80" y="72"/>
                      </a:cubicBezTo>
                      <a:cubicBezTo>
                        <a:pt x="84" y="72"/>
                        <a:pt x="88" y="68"/>
                        <a:pt x="88" y="64"/>
                      </a:cubicBezTo>
                      <a:cubicBezTo>
                        <a:pt x="88" y="60"/>
                        <a:pt x="84" y="56"/>
                        <a:pt x="80" y="56"/>
                      </a:cubicBezTo>
                      <a:close/>
                      <a:moveTo>
                        <a:pt x="24" y="8"/>
                      </a:moveTo>
                      <a:cubicBezTo>
                        <a:pt x="56" y="8"/>
                        <a:pt x="56" y="8"/>
                        <a:pt x="56" y="8"/>
                      </a:cubicBezTo>
                      <a:cubicBezTo>
                        <a:pt x="60" y="30"/>
                        <a:pt x="60" y="30"/>
                        <a:pt x="60" y="30"/>
                      </a:cubicBezTo>
                      <a:cubicBezTo>
                        <a:pt x="55" y="26"/>
                        <a:pt x="48" y="24"/>
                        <a:pt x="40" y="24"/>
                      </a:cubicBezTo>
                      <a:cubicBezTo>
                        <a:pt x="33" y="24"/>
                        <a:pt x="26" y="26"/>
                        <a:pt x="20" y="30"/>
                      </a:cubicBezTo>
                      <a:lnTo>
                        <a:pt x="24" y="8"/>
                      </a:lnTo>
                      <a:close/>
                      <a:moveTo>
                        <a:pt x="56" y="120"/>
                      </a:moveTo>
                      <a:cubicBezTo>
                        <a:pt x="24" y="120"/>
                        <a:pt x="24" y="120"/>
                        <a:pt x="24" y="120"/>
                      </a:cubicBezTo>
                      <a:cubicBezTo>
                        <a:pt x="20" y="98"/>
                        <a:pt x="20" y="98"/>
                        <a:pt x="20" y="98"/>
                      </a:cubicBezTo>
                      <a:cubicBezTo>
                        <a:pt x="26" y="102"/>
                        <a:pt x="33" y="104"/>
                        <a:pt x="40" y="104"/>
                      </a:cubicBezTo>
                      <a:cubicBezTo>
                        <a:pt x="47" y="104"/>
                        <a:pt x="54" y="102"/>
                        <a:pt x="60" y="98"/>
                      </a:cubicBezTo>
                      <a:lnTo>
                        <a:pt x="56" y="120"/>
                      </a:lnTo>
                      <a:close/>
                      <a:moveTo>
                        <a:pt x="40" y="96"/>
                      </a:moveTo>
                      <a:cubicBezTo>
                        <a:pt x="22" y="96"/>
                        <a:pt x="8" y="82"/>
                        <a:pt x="8" y="64"/>
                      </a:cubicBezTo>
                      <a:cubicBezTo>
                        <a:pt x="8" y="46"/>
                        <a:pt x="22" y="32"/>
                        <a:pt x="40" y="32"/>
                      </a:cubicBezTo>
                      <a:cubicBezTo>
                        <a:pt x="58" y="32"/>
                        <a:pt x="72" y="46"/>
                        <a:pt x="72" y="64"/>
                      </a:cubicBezTo>
                      <a:cubicBezTo>
                        <a:pt x="72" y="82"/>
                        <a:pt x="58" y="96"/>
                        <a:pt x="4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36" name="Freeform 77"/>
                <p:cNvSpPr>
                  <a:spLocks/>
                </p:cNvSpPr>
                <p:nvPr/>
              </p:nvSpPr>
              <p:spPr bwMode="auto">
                <a:xfrm>
                  <a:off x="4164013" y="2238376"/>
                  <a:ext cx="90487" cy="90488"/>
                </a:xfrm>
                <a:custGeom>
                  <a:avLst/>
                  <a:gdLst>
                    <a:gd name="T0" fmla="*/ 24 w 24"/>
                    <a:gd name="T1" fmla="*/ 0 h 24"/>
                    <a:gd name="T2" fmla="*/ 22 w 24"/>
                    <a:gd name="T3" fmla="*/ 0 h 24"/>
                    <a:gd name="T4" fmla="*/ 1 w 24"/>
                    <a:gd name="T5" fmla="*/ 17 h 24"/>
                    <a:gd name="T6" fmla="*/ 0 w 24"/>
                    <a:gd name="T7" fmla="*/ 20 h 24"/>
                    <a:gd name="T8" fmla="*/ 1 w 24"/>
                    <a:gd name="T9" fmla="*/ 23 h 24"/>
                    <a:gd name="T10" fmla="*/ 4 w 24"/>
                    <a:gd name="T11" fmla="*/ 24 h 24"/>
                    <a:gd name="T12" fmla="*/ 7 w 24"/>
                    <a:gd name="T13" fmla="*/ 23 h 24"/>
                    <a:gd name="T14" fmla="*/ 14 w 24"/>
                    <a:gd name="T15" fmla="*/ 14 h 24"/>
                    <a:gd name="T16" fmla="*/ 24 w 24"/>
                    <a:gd name="T17" fmla="*/ 2 h 24"/>
                    <a:gd name="T18" fmla="*/ 24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4" y="0"/>
                      </a:moveTo>
                      <a:cubicBezTo>
                        <a:pt x="23" y="0"/>
                        <a:pt x="23" y="0"/>
                        <a:pt x="22" y="0"/>
                      </a:cubicBezTo>
                      <a:cubicBezTo>
                        <a:pt x="1" y="17"/>
                        <a:pt x="1" y="17"/>
                        <a:pt x="1" y="17"/>
                      </a:cubicBezTo>
                      <a:cubicBezTo>
                        <a:pt x="0" y="18"/>
                        <a:pt x="0" y="19"/>
                        <a:pt x="0" y="20"/>
                      </a:cubicBezTo>
                      <a:cubicBezTo>
                        <a:pt x="0" y="21"/>
                        <a:pt x="0" y="22"/>
                        <a:pt x="1" y="23"/>
                      </a:cubicBezTo>
                      <a:cubicBezTo>
                        <a:pt x="2" y="24"/>
                        <a:pt x="3" y="24"/>
                        <a:pt x="4" y="24"/>
                      </a:cubicBezTo>
                      <a:cubicBezTo>
                        <a:pt x="5" y="24"/>
                        <a:pt x="6" y="24"/>
                        <a:pt x="7" y="23"/>
                      </a:cubicBezTo>
                      <a:cubicBezTo>
                        <a:pt x="14" y="14"/>
                        <a:pt x="14" y="14"/>
                        <a:pt x="14" y="14"/>
                      </a:cubicBezTo>
                      <a:cubicBezTo>
                        <a:pt x="24" y="2"/>
                        <a:pt x="24" y="2"/>
                        <a:pt x="24" y="2"/>
                      </a:cubicBezTo>
                      <a:cubicBezTo>
                        <a:pt x="24" y="1"/>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207" name="Group 206"/>
              <p:cNvGrpSpPr/>
              <p:nvPr/>
            </p:nvGrpSpPr>
            <p:grpSpPr>
              <a:xfrm>
                <a:off x="9012997" y="1679576"/>
                <a:ext cx="482600" cy="452438"/>
                <a:chOff x="2974975" y="2071688"/>
                <a:chExt cx="482600" cy="452438"/>
              </a:xfrm>
              <a:solidFill>
                <a:sysClr val="window" lastClr="FFFFFF"/>
              </a:solidFill>
            </p:grpSpPr>
            <p:sp>
              <p:nvSpPr>
                <p:cNvPr id="215" name="Freeform 78"/>
                <p:cNvSpPr>
                  <a:spLocks noEditPoints="1"/>
                </p:cNvSpPr>
                <p:nvPr/>
              </p:nvSpPr>
              <p:spPr bwMode="auto">
                <a:xfrm>
                  <a:off x="2974975" y="2071688"/>
                  <a:ext cx="482600" cy="452438"/>
                </a:xfrm>
                <a:custGeom>
                  <a:avLst/>
                  <a:gdLst>
                    <a:gd name="T0" fmla="*/ 126 w 128"/>
                    <a:gd name="T1" fmla="*/ 26 h 120"/>
                    <a:gd name="T2" fmla="*/ 102 w 128"/>
                    <a:gd name="T3" fmla="*/ 2 h 120"/>
                    <a:gd name="T4" fmla="*/ 96 w 128"/>
                    <a:gd name="T5" fmla="*/ 0 h 120"/>
                    <a:gd name="T6" fmla="*/ 12 w 128"/>
                    <a:gd name="T7" fmla="*/ 0 h 120"/>
                    <a:gd name="T8" fmla="*/ 0 w 128"/>
                    <a:gd name="T9" fmla="*/ 12 h 120"/>
                    <a:gd name="T10" fmla="*/ 0 w 128"/>
                    <a:gd name="T11" fmla="*/ 108 h 120"/>
                    <a:gd name="T12" fmla="*/ 12 w 128"/>
                    <a:gd name="T13" fmla="*/ 120 h 120"/>
                    <a:gd name="T14" fmla="*/ 116 w 128"/>
                    <a:gd name="T15" fmla="*/ 120 h 120"/>
                    <a:gd name="T16" fmla="*/ 128 w 128"/>
                    <a:gd name="T17" fmla="*/ 108 h 120"/>
                    <a:gd name="T18" fmla="*/ 128 w 128"/>
                    <a:gd name="T19" fmla="*/ 32 h 120"/>
                    <a:gd name="T20" fmla="*/ 126 w 128"/>
                    <a:gd name="T21" fmla="*/ 26 h 120"/>
                    <a:gd name="T22" fmla="*/ 120 w 128"/>
                    <a:gd name="T23" fmla="*/ 108 h 120"/>
                    <a:gd name="T24" fmla="*/ 116 w 128"/>
                    <a:gd name="T25" fmla="*/ 112 h 120"/>
                    <a:gd name="T26" fmla="*/ 12 w 128"/>
                    <a:gd name="T27" fmla="*/ 112 h 120"/>
                    <a:gd name="T28" fmla="*/ 8 w 128"/>
                    <a:gd name="T29" fmla="*/ 108 h 120"/>
                    <a:gd name="T30" fmla="*/ 8 w 128"/>
                    <a:gd name="T31" fmla="*/ 12 h 120"/>
                    <a:gd name="T32" fmla="*/ 12 w 128"/>
                    <a:gd name="T33" fmla="*/ 8 h 120"/>
                    <a:gd name="T34" fmla="*/ 92 w 128"/>
                    <a:gd name="T35" fmla="*/ 8 h 120"/>
                    <a:gd name="T36" fmla="*/ 92 w 128"/>
                    <a:gd name="T37" fmla="*/ 24 h 120"/>
                    <a:gd name="T38" fmla="*/ 92 w 128"/>
                    <a:gd name="T39" fmla="*/ 24 h 120"/>
                    <a:gd name="T40" fmla="*/ 104 w 128"/>
                    <a:gd name="T41" fmla="*/ 36 h 120"/>
                    <a:gd name="T42" fmla="*/ 108 w 128"/>
                    <a:gd name="T43" fmla="*/ 36 h 120"/>
                    <a:gd name="T44" fmla="*/ 120 w 128"/>
                    <a:gd name="T45" fmla="*/ 36 h 120"/>
                    <a:gd name="T46" fmla="*/ 120 w 128"/>
                    <a:gd name="T47" fmla="*/ 108 h 120"/>
                    <a:gd name="T48" fmla="*/ 108 w 128"/>
                    <a:gd name="T49" fmla="*/ 32 h 120"/>
                    <a:gd name="T50" fmla="*/ 104 w 128"/>
                    <a:gd name="T51" fmla="*/ 32 h 120"/>
                    <a:gd name="T52" fmla="*/ 96 w 128"/>
                    <a:gd name="T53" fmla="*/ 24 h 120"/>
                    <a:gd name="T54" fmla="*/ 96 w 128"/>
                    <a:gd name="T55" fmla="*/ 24 h 120"/>
                    <a:gd name="T56" fmla="*/ 96 w 128"/>
                    <a:gd name="T57" fmla="*/ 8 h 120"/>
                    <a:gd name="T58" fmla="*/ 120 w 128"/>
                    <a:gd name="T59" fmla="*/ 32 h 120"/>
                    <a:gd name="T60" fmla="*/ 108 w 128"/>
                    <a:gd name="T61"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120">
                      <a:moveTo>
                        <a:pt x="126" y="26"/>
                      </a:moveTo>
                      <a:cubicBezTo>
                        <a:pt x="102" y="2"/>
                        <a:pt x="102" y="2"/>
                        <a:pt x="102" y="2"/>
                      </a:cubicBezTo>
                      <a:cubicBezTo>
                        <a:pt x="100" y="1"/>
                        <a:pt x="98" y="0"/>
                        <a:pt x="96" y="0"/>
                      </a:cubicBezTo>
                      <a:cubicBezTo>
                        <a:pt x="12" y="0"/>
                        <a:pt x="12" y="0"/>
                        <a:pt x="12" y="0"/>
                      </a:cubicBezTo>
                      <a:cubicBezTo>
                        <a:pt x="5" y="0"/>
                        <a:pt x="0" y="5"/>
                        <a:pt x="0" y="12"/>
                      </a:cubicBezTo>
                      <a:cubicBezTo>
                        <a:pt x="0" y="108"/>
                        <a:pt x="0" y="108"/>
                        <a:pt x="0" y="108"/>
                      </a:cubicBezTo>
                      <a:cubicBezTo>
                        <a:pt x="0" y="115"/>
                        <a:pt x="5" y="120"/>
                        <a:pt x="12" y="120"/>
                      </a:cubicBezTo>
                      <a:cubicBezTo>
                        <a:pt x="116" y="120"/>
                        <a:pt x="116" y="120"/>
                        <a:pt x="116" y="120"/>
                      </a:cubicBezTo>
                      <a:cubicBezTo>
                        <a:pt x="123" y="120"/>
                        <a:pt x="128" y="115"/>
                        <a:pt x="128" y="108"/>
                      </a:cubicBezTo>
                      <a:cubicBezTo>
                        <a:pt x="128" y="32"/>
                        <a:pt x="128" y="32"/>
                        <a:pt x="128" y="32"/>
                      </a:cubicBezTo>
                      <a:cubicBezTo>
                        <a:pt x="128" y="30"/>
                        <a:pt x="127" y="28"/>
                        <a:pt x="126" y="26"/>
                      </a:cubicBezTo>
                      <a:close/>
                      <a:moveTo>
                        <a:pt x="120" y="108"/>
                      </a:moveTo>
                      <a:cubicBezTo>
                        <a:pt x="120" y="110"/>
                        <a:pt x="118" y="112"/>
                        <a:pt x="116" y="112"/>
                      </a:cubicBezTo>
                      <a:cubicBezTo>
                        <a:pt x="12" y="112"/>
                        <a:pt x="12" y="112"/>
                        <a:pt x="12" y="112"/>
                      </a:cubicBezTo>
                      <a:cubicBezTo>
                        <a:pt x="10" y="112"/>
                        <a:pt x="8" y="110"/>
                        <a:pt x="8" y="108"/>
                      </a:cubicBezTo>
                      <a:cubicBezTo>
                        <a:pt x="8" y="12"/>
                        <a:pt x="8" y="12"/>
                        <a:pt x="8" y="12"/>
                      </a:cubicBezTo>
                      <a:cubicBezTo>
                        <a:pt x="8" y="10"/>
                        <a:pt x="10" y="8"/>
                        <a:pt x="12" y="8"/>
                      </a:cubicBezTo>
                      <a:cubicBezTo>
                        <a:pt x="92" y="8"/>
                        <a:pt x="92" y="8"/>
                        <a:pt x="92" y="8"/>
                      </a:cubicBezTo>
                      <a:cubicBezTo>
                        <a:pt x="92" y="24"/>
                        <a:pt x="92" y="24"/>
                        <a:pt x="92" y="24"/>
                      </a:cubicBezTo>
                      <a:cubicBezTo>
                        <a:pt x="92" y="24"/>
                        <a:pt x="92" y="24"/>
                        <a:pt x="92" y="24"/>
                      </a:cubicBezTo>
                      <a:cubicBezTo>
                        <a:pt x="92" y="31"/>
                        <a:pt x="97" y="36"/>
                        <a:pt x="104" y="36"/>
                      </a:cubicBezTo>
                      <a:cubicBezTo>
                        <a:pt x="108" y="36"/>
                        <a:pt x="108" y="36"/>
                        <a:pt x="108" y="36"/>
                      </a:cubicBezTo>
                      <a:cubicBezTo>
                        <a:pt x="120" y="36"/>
                        <a:pt x="120" y="36"/>
                        <a:pt x="120" y="36"/>
                      </a:cubicBezTo>
                      <a:lnTo>
                        <a:pt x="120" y="108"/>
                      </a:lnTo>
                      <a:close/>
                      <a:moveTo>
                        <a:pt x="108" y="32"/>
                      </a:moveTo>
                      <a:cubicBezTo>
                        <a:pt x="104" y="32"/>
                        <a:pt x="104" y="32"/>
                        <a:pt x="104" y="32"/>
                      </a:cubicBezTo>
                      <a:cubicBezTo>
                        <a:pt x="100" y="32"/>
                        <a:pt x="96" y="28"/>
                        <a:pt x="96" y="24"/>
                      </a:cubicBezTo>
                      <a:cubicBezTo>
                        <a:pt x="96" y="24"/>
                        <a:pt x="96" y="24"/>
                        <a:pt x="96" y="24"/>
                      </a:cubicBezTo>
                      <a:cubicBezTo>
                        <a:pt x="96" y="8"/>
                        <a:pt x="96" y="8"/>
                        <a:pt x="96" y="8"/>
                      </a:cubicBezTo>
                      <a:cubicBezTo>
                        <a:pt x="120" y="32"/>
                        <a:pt x="120" y="32"/>
                        <a:pt x="120" y="32"/>
                      </a:cubicBezTo>
                      <a:lnTo>
                        <a:pt x="10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16" name="Freeform 79"/>
                <p:cNvSpPr>
                  <a:spLocks/>
                </p:cNvSpPr>
                <p:nvPr/>
              </p:nvSpPr>
              <p:spPr bwMode="auto">
                <a:xfrm>
                  <a:off x="3200400" y="2162176"/>
                  <a:ext cx="90487"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17" name="Freeform 80"/>
                <p:cNvSpPr>
                  <a:spLocks/>
                </p:cNvSpPr>
                <p:nvPr/>
              </p:nvSpPr>
              <p:spPr bwMode="auto">
                <a:xfrm>
                  <a:off x="3200400" y="2208213"/>
                  <a:ext cx="90487" cy="14288"/>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18" name="Freeform 81"/>
                <p:cNvSpPr>
                  <a:spLocks/>
                </p:cNvSpPr>
                <p:nvPr/>
              </p:nvSpPr>
              <p:spPr bwMode="auto">
                <a:xfrm>
                  <a:off x="3200400" y="2252663"/>
                  <a:ext cx="196850" cy="15875"/>
                </a:xfrm>
                <a:custGeom>
                  <a:avLst/>
                  <a:gdLst>
                    <a:gd name="T0" fmla="*/ 0 w 52"/>
                    <a:gd name="T1" fmla="*/ 2 h 4"/>
                    <a:gd name="T2" fmla="*/ 2 w 52"/>
                    <a:gd name="T3" fmla="*/ 4 h 4"/>
                    <a:gd name="T4" fmla="*/ 50 w 52"/>
                    <a:gd name="T5" fmla="*/ 4 h 4"/>
                    <a:gd name="T6" fmla="*/ 52 w 52"/>
                    <a:gd name="T7" fmla="*/ 2 h 4"/>
                    <a:gd name="T8" fmla="*/ 50 w 52"/>
                    <a:gd name="T9" fmla="*/ 0 h 4"/>
                    <a:gd name="T10" fmla="*/ 2 w 52"/>
                    <a:gd name="T11" fmla="*/ 0 h 4"/>
                    <a:gd name="T12" fmla="*/ 0 w 52"/>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2" h="4">
                      <a:moveTo>
                        <a:pt x="0" y="2"/>
                      </a:moveTo>
                      <a:cubicBezTo>
                        <a:pt x="0" y="3"/>
                        <a:pt x="1" y="4"/>
                        <a:pt x="2" y="4"/>
                      </a:cubicBezTo>
                      <a:cubicBezTo>
                        <a:pt x="50" y="4"/>
                        <a:pt x="50" y="4"/>
                        <a:pt x="50" y="4"/>
                      </a:cubicBezTo>
                      <a:cubicBezTo>
                        <a:pt x="51" y="4"/>
                        <a:pt x="52" y="3"/>
                        <a:pt x="52" y="2"/>
                      </a:cubicBezTo>
                      <a:cubicBezTo>
                        <a:pt x="52" y="1"/>
                        <a:pt x="51" y="0"/>
                        <a:pt x="50"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19" name="Freeform 82"/>
                <p:cNvSpPr>
                  <a:spLocks/>
                </p:cNvSpPr>
                <p:nvPr/>
              </p:nvSpPr>
              <p:spPr bwMode="auto">
                <a:xfrm>
                  <a:off x="3035300" y="2343151"/>
                  <a:ext cx="361950" cy="15875"/>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20" name="Freeform 83"/>
                <p:cNvSpPr>
                  <a:spLocks/>
                </p:cNvSpPr>
                <p:nvPr/>
              </p:nvSpPr>
              <p:spPr bwMode="auto">
                <a:xfrm>
                  <a:off x="3035300" y="238918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21" name="Freeform 84"/>
                <p:cNvSpPr>
                  <a:spLocks/>
                </p:cNvSpPr>
                <p:nvPr/>
              </p:nvSpPr>
              <p:spPr bwMode="auto">
                <a:xfrm>
                  <a:off x="3035300" y="243363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22" name="Freeform 85"/>
                <p:cNvSpPr>
                  <a:spLocks/>
                </p:cNvSpPr>
                <p:nvPr/>
              </p:nvSpPr>
              <p:spPr bwMode="auto">
                <a:xfrm>
                  <a:off x="3035300" y="2298701"/>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23" name="Freeform 86"/>
                <p:cNvSpPr>
                  <a:spLocks noEditPoints="1"/>
                </p:cNvSpPr>
                <p:nvPr/>
              </p:nvSpPr>
              <p:spPr bwMode="auto">
                <a:xfrm>
                  <a:off x="3035300" y="2147888"/>
                  <a:ext cx="134937" cy="120650"/>
                </a:xfrm>
                <a:custGeom>
                  <a:avLst/>
                  <a:gdLst>
                    <a:gd name="T0" fmla="*/ 4 w 36"/>
                    <a:gd name="T1" fmla="*/ 32 h 32"/>
                    <a:gd name="T2" fmla="*/ 32 w 36"/>
                    <a:gd name="T3" fmla="*/ 32 h 32"/>
                    <a:gd name="T4" fmla="*/ 36 w 36"/>
                    <a:gd name="T5" fmla="*/ 28 h 32"/>
                    <a:gd name="T6" fmla="*/ 36 w 36"/>
                    <a:gd name="T7" fmla="*/ 4 h 32"/>
                    <a:gd name="T8" fmla="*/ 32 w 36"/>
                    <a:gd name="T9" fmla="*/ 0 h 32"/>
                    <a:gd name="T10" fmla="*/ 4 w 36"/>
                    <a:gd name="T11" fmla="*/ 0 h 32"/>
                    <a:gd name="T12" fmla="*/ 0 w 36"/>
                    <a:gd name="T13" fmla="*/ 4 h 32"/>
                    <a:gd name="T14" fmla="*/ 0 w 36"/>
                    <a:gd name="T15" fmla="*/ 28 h 32"/>
                    <a:gd name="T16" fmla="*/ 4 w 36"/>
                    <a:gd name="T17" fmla="*/ 32 h 32"/>
                    <a:gd name="T18" fmla="*/ 8 w 36"/>
                    <a:gd name="T19" fmla="*/ 8 h 32"/>
                    <a:gd name="T20" fmla="*/ 28 w 36"/>
                    <a:gd name="T21" fmla="*/ 8 h 32"/>
                    <a:gd name="T22" fmla="*/ 28 w 36"/>
                    <a:gd name="T23" fmla="*/ 24 h 32"/>
                    <a:gd name="T24" fmla="*/ 8 w 36"/>
                    <a:gd name="T25" fmla="*/ 24 h 32"/>
                    <a:gd name="T26" fmla="*/ 8 w 36"/>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2">
                      <a:moveTo>
                        <a:pt x="4" y="32"/>
                      </a:moveTo>
                      <a:cubicBezTo>
                        <a:pt x="32" y="32"/>
                        <a:pt x="32" y="32"/>
                        <a:pt x="32" y="32"/>
                      </a:cubicBezTo>
                      <a:cubicBezTo>
                        <a:pt x="34" y="32"/>
                        <a:pt x="36" y="30"/>
                        <a:pt x="36" y="28"/>
                      </a:cubicBezTo>
                      <a:cubicBezTo>
                        <a:pt x="36" y="4"/>
                        <a:pt x="36" y="4"/>
                        <a:pt x="36" y="4"/>
                      </a:cubicBezTo>
                      <a:cubicBezTo>
                        <a:pt x="36" y="2"/>
                        <a:pt x="34" y="0"/>
                        <a:pt x="32" y="0"/>
                      </a:cubicBezTo>
                      <a:cubicBezTo>
                        <a:pt x="4" y="0"/>
                        <a:pt x="4" y="0"/>
                        <a:pt x="4" y="0"/>
                      </a:cubicBezTo>
                      <a:cubicBezTo>
                        <a:pt x="2" y="0"/>
                        <a:pt x="0" y="2"/>
                        <a:pt x="0" y="4"/>
                      </a:cubicBezTo>
                      <a:cubicBezTo>
                        <a:pt x="0" y="28"/>
                        <a:pt x="0" y="28"/>
                        <a:pt x="0" y="28"/>
                      </a:cubicBezTo>
                      <a:cubicBezTo>
                        <a:pt x="0" y="30"/>
                        <a:pt x="2" y="32"/>
                        <a:pt x="4" y="32"/>
                      </a:cubicBezTo>
                      <a:close/>
                      <a:moveTo>
                        <a:pt x="8" y="8"/>
                      </a:moveTo>
                      <a:cubicBezTo>
                        <a:pt x="28" y="8"/>
                        <a:pt x="28" y="8"/>
                        <a:pt x="28" y="8"/>
                      </a:cubicBezTo>
                      <a:cubicBezTo>
                        <a:pt x="28" y="24"/>
                        <a:pt x="28" y="24"/>
                        <a:pt x="28" y="24"/>
                      </a:cubicBezTo>
                      <a:cubicBezTo>
                        <a:pt x="8" y="24"/>
                        <a:pt x="8" y="24"/>
                        <a:pt x="8" y="24"/>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208" name="Group 207"/>
              <p:cNvGrpSpPr/>
              <p:nvPr/>
            </p:nvGrpSpPr>
            <p:grpSpPr>
              <a:xfrm>
                <a:off x="9983081" y="717253"/>
                <a:ext cx="450850" cy="482600"/>
                <a:chOff x="2027238" y="2071688"/>
                <a:chExt cx="450850" cy="482600"/>
              </a:xfrm>
              <a:solidFill>
                <a:sysClr val="window" lastClr="FFFFFF"/>
              </a:solidFill>
            </p:grpSpPr>
            <p:sp>
              <p:nvSpPr>
                <p:cNvPr id="212" name="Freeform 87"/>
                <p:cNvSpPr>
                  <a:spLocks noEditPoints="1"/>
                </p:cNvSpPr>
                <p:nvPr/>
              </p:nvSpPr>
              <p:spPr bwMode="auto">
                <a:xfrm>
                  <a:off x="2027238" y="2071688"/>
                  <a:ext cx="450850" cy="482600"/>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13" name="Freeform 88"/>
                <p:cNvSpPr>
                  <a:spLocks noEditPoints="1"/>
                </p:cNvSpPr>
                <p:nvPr/>
              </p:nvSpPr>
              <p:spPr bwMode="auto">
                <a:xfrm>
                  <a:off x="2087563" y="2132013"/>
                  <a:ext cx="330200" cy="30162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14" name="Freeform 89"/>
                <p:cNvSpPr>
                  <a:spLocks noEditPoints="1"/>
                </p:cNvSpPr>
                <p:nvPr/>
              </p:nvSpPr>
              <p:spPr bwMode="auto">
                <a:xfrm>
                  <a:off x="2268538" y="2178051"/>
                  <a:ext cx="88900" cy="90488"/>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209" name="Group 208"/>
              <p:cNvGrpSpPr/>
              <p:nvPr/>
            </p:nvGrpSpPr>
            <p:grpSpPr>
              <a:xfrm>
                <a:off x="10091435" y="2775575"/>
                <a:ext cx="481012" cy="482600"/>
                <a:chOff x="1049338" y="2071688"/>
                <a:chExt cx="481012" cy="482600"/>
              </a:xfrm>
              <a:solidFill>
                <a:sysClr val="window" lastClr="FFFFFF"/>
              </a:solidFill>
            </p:grpSpPr>
            <p:sp>
              <p:nvSpPr>
                <p:cNvPr id="210" name="Freeform 90"/>
                <p:cNvSpPr>
                  <a:spLocks noEditPoints="1"/>
                </p:cNvSpPr>
                <p:nvPr/>
              </p:nvSpPr>
              <p:spPr bwMode="auto">
                <a:xfrm>
                  <a:off x="1049338" y="2071688"/>
                  <a:ext cx="481012" cy="482600"/>
                </a:xfrm>
                <a:custGeom>
                  <a:avLst/>
                  <a:gdLst>
                    <a:gd name="T0" fmla="*/ 83 w 128"/>
                    <a:gd name="T1" fmla="*/ 40 h 128"/>
                    <a:gd name="T2" fmla="*/ 64 w 128"/>
                    <a:gd name="T3" fmla="*/ 0 h 128"/>
                    <a:gd name="T4" fmla="*/ 36 w 128"/>
                    <a:gd name="T5" fmla="*/ 41 h 128"/>
                    <a:gd name="T6" fmla="*/ 32 w 128"/>
                    <a:gd name="T7" fmla="*/ 43 h 128"/>
                    <a:gd name="T8" fmla="*/ 12 w 128"/>
                    <a:gd name="T9" fmla="*/ 40 h 128"/>
                    <a:gd name="T10" fmla="*/ 0 w 128"/>
                    <a:gd name="T11" fmla="*/ 116 h 128"/>
                    <a:gd name="T12" fmla="*/ 24 w 128"/>
                    <a:gd name="T13" fmla="*/ 128 h 128"/>
                    <a:gd name="T14" fmla="*/ 35 w 128"/>
                    <a:gd name="T15" fmla="*/ 121 h 128"/>
                    <a:gd name="T16" fmla="*/ 36 w 128"/>
                    <a:gd name="T17" fmla="*/ 121 h 128"/>
                    <a:gd name="T18" fmla="*/ 76 w 128"/>
                    <a:gd name="T19" fmla="*/ 128 h 128"/>
                    <a:gd name="T20" fmla="*/ 112 w 128"/>
                    <a:gd name="T21" fmla="*/ 120 h 128"/>
                    <a:gd name="T22" fmla="*/ 114 w 128"/>
                    <a:gd name="T23" fmla="*/ 109 h 128"/>
                    <a:gd name="T24" fmla="*/ 121 w 128"/>
                    <a:gd name="T25" fmla="*/ 88 h 128"/>
                    <a:gd name="T26" fmla="*/ 124 w 128"/>
                    <a:gd name="T27" fmla="*/ 67 h 128"/>
                    <a:gd name="T28" fmla="*/ 128 w 128"/>
                    <a:gd name="T29" fmla="*/ 58 h 128"/>
                    <a:gd name="T30" fmla="*/ 117 w 128"/>
                    <a:gd name="T31" fmla="*/ 42 h 128"/>
                    <a:gd name="T32" fmla="*/ 24 w 128"/>
                    <a:gd name="T33" fmla="*/ 120 h 128"/>
                    <a:gd name="T34" fmla="*/ 8 w 128"/>
                    <a:gd name="T35" fmla="*/ 116 h 128"/>
                    <a:gd name="T36" fmla="*/ 12 w 128"/>
                    <a:gd name="T37" fmla="*/ 48 h 128"/>
                    <a:gd name="T38" fmla="*/ 28 w 128"/>
                    <a:gd name="T39" fmla="*/ 52 h 128"/>
                    <a:gd name="T40" fmla="*/ 120 w 128"/>
                    <a:gd name="T41" fmla="*/ 58 h 128"/>
                    <a:gd name="T42" fmla="*/ 104 w 128"/>
                    <a:gd name="T43" fmla="*/ 64 h 128"/>
                    <a:gd name="T44" fmla="*/ 104 w 128"/>
                    <a:gd name="T45" fmla="*/ 68 h 128"/>
                    <a:gd name="T46" fmla="*/ 118 w 128"/>
                    <a:gd name="T47" fmla="*/ 75 h 128"/>
                    <a:gd name="T48" fmla="*/ 100 w 128"/>
                    <a:gd name="T49" fmla="*/ 84 h 128"/>
                    <a:gd name="T50" fmla="*/ 100 w 128"/>
                    <a:gd name="T51" fmla="*/ 88 h 128"/>
                    <a:gd name="T52" fmla="*/ 113 w 128"/>
                    <a:gd name="T53" fmla="*/ 96 h 128"/>
                    <a:gd name="T54" fmla="*/ 96 w 128"/>
                    <a:gd name="T55" fmla="*/ 104 h 128"/>
                    <a:gd name="T56" fmla="*/ 96 w 128"/>
                    <a:gd name="T57" fmla="*/ 108 h 128"/>
                    <a:gd name="T58" fmla="*/ 106 w 128"/>
                    <a:gd name="T59" fmla="*/ 114 h 128"/>
                    <a:gd name="T60" fmla="*/ 98 w 128"/>
                    <a:gd name="T61" fmla="*/ 120 h 128"/>
                    <a:gd name="T62" fmla="*/ 54 w 128"/>
                    <a:gd name="T63" fmla="*/ 117 h 128"/>
                    <a:gd name="T64" fmla="*/ 32 w 128"/>
                    <a:gd name="T65" fmla="*/ 110 h 128"/>
                    <a:gd name="T66" fmla="*/ 35 w 128"/>
                    <a:gd name="T67" fmla="*/ 50 h 128"/>
                    <a:gd name="T68" fmla="*/ 60 w 128"/>
                    <a:gd name="T69" fmla="*/ 12 h 128"/>
                    <a:gd name="T70" fmla="*/ 76 w 128"/>
                    <a:gd name="T71" fmla="*/ 27 h 128"/>
                    <a:gd name="T72" fmla="*/ 115 w 128"/>
                    <a:gd name="T73" fmla="*/ 50 h 128"/>
                    <a:gd name="T74" fmla="*/ 120 w 128"/>
                    <a:gd name="T7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8" h="128">
                      <a:moveTo>
                        <a:pt x="117" y="42"/>
                      </a:moveTo>
                      <a:cubicBezTo>
                        <a:pt x="112" y="41"/>
                        <a:pt x="100" y="41"/>
                        <a:pt x="83" y="40"/>
                      </a:cubicBezTo>
                      <a:cubicBezTo>
                        <a:pt x="84" y="36"/>
                        <a:pt x="84" y="33"/>
                        <a:pt x="84" y="27"/>
                      </a:cubicBezTo>
                      <a:cubicBezTo>
                        <a:pt x="84" y="13"/>
                        <a:pt x="73" y="0"/>
                        <a:pt x="64" y="0"/>
                      </a:cubicBezTo>
                      <a:cubicBezTo>
                        <a:pt x="57" y="0"/>
                        <a:pt x="52" y="5"/>
                        <a:pt x="52" y="12"/>
                      </a:cubicBezTo>
                      <a:cubicBezTo>
                        <a:pt x="52" y="20"/>
                        <a:pt x="49" y="34"/>
                        <a:pt x="36" y="41"/>
                      </a:cubicBezTo>
                      <a:cubicBezTo>
                        <a:pt x="35" y="41"/>
                        <a:pt x="32" y="43"/>
                        <a:pt x="32" y="43"/>
                      </a:cubicBezTo>
                      <a:cubicBezTo>
                        <a:pt x="32" y="43"/>
                        <a:pt x="32" y="43"/>
                        <a:pt x="32" y="43"/>
                      </a:cubicBezTo>
                      <a:cubicBezTo>
                        <a:pt x="30" y="41"/>
                        <a:pt x="27" y="40"/>
                        <a:pt x="24" y="40"/>
                      </a:cubicBezTo>
                      <a:cubicBezTo>
                        <a:pt x="12" y="40"/>
                        <a:pt x="12" y="40"/>
                        <a:pt x="12" y="40"/>
                      </a:cubicBezTo>
                      <a:cubicBezTo>
                        <a:pt x="5" y="40"/>
                        <a:pt x="0" y="45"/>
                        <a:pt x="0" y="52"/>
                      </a:cubicBezTo>
                      <a:cubicBezTo>
                        <a:pt x="0" y="116"/>
                        <a:pt x="0" y="116"/>
                        <a:pt x="0" y="116"/>
                      </a:cubicBezTo>
                      <a:cubicBezTo>
                        <a:pt x="0" y="123"/>
                        <a:pt x="5" y="128"/>
                        <a:pt x="12" y="128"/>
                      </a:cubicBezTo>
                      <a:cubicBezTo>
                        <a:pt x="24" y="128"/>
                        <a:pt x="24" y="128"/>
                        <a:pt x="24" y="128"/>
                      </a:cubicBezTo>
                      <a:cubicBezTo>
                        <a:pt x="29" y="128"/>
                        <a:pt x="33" y="125"/>
                        <a:pt x="35" y="121"/>
                      </a:cubicBezTo>
                      <a:cubicBezTo>
                        <a:pt x="35" y="121"/>
                        <a:pt x="35" y="121"/>
                        <a:pt x="35" y="121"/>
                      </a:cubicBezTo>
                      <a:cubicBezTo>
                        <a:pt x="35" y="121"/>
                        <a:pt x="35" y="121"/>
                        <a:pt x="36" y="121"/>
                      </a:cubicBezTo>
                      <a:cubicBezTo>
                        <a:pt x="36" y="121"/>
                        <a:pt x="36" y="121"/>
                        <a:pt x="36" y="121"/>
                      </a:cubicBezTo>
                      <a:cubicBezTo>
                        <a:pt x="38" y="122"/>
                        <a:pt x="43" y="123"/>
                        <a:pt x="52" y="125"/>
                      </a:cubicBezTo>
                      <a:cubicBezTo>
                        <a:pt x="54" y="126"/>
                        <a:pt x="65" y="128"/>
                        <a:pt x="76" y="128"/>
                      </a:cubicBezTo>
                      <a:cubicBezTo>
                        <a:pt x="98" y="128"/>
                        <a:pt x="98" y="128"/>
                        <a:pt x="98" y="128"/>
                      </a:cubicBezTo>
                      <a:cubicBezTo>
                        <a:pt x="105" y="128"/>
                        <a:pt x="109" y="125"/>
                        <a:pt x="112" y="120"/>
                      </a:cubicBezTo>
                      <a:cubicBezTo>
                        <a:pt x="112" y="120"/>
                        <a:pt x="113" y="118"/>
                        <a:pt x="114" y="116"/>
                      </a:cubicBezTo>
                      <a:cubicBezTo>
                        <a:pt x="115" y="114"/>
                        <a:pt x="115" y="112"/>
                        <a:pt x="114" y="109"/>
                      </a:cubicBezTo>
                      <a:cubicBezTo>
                        <a:pt x="118" y="106"/>
                        <a:pt x="120" y="102"/>
                        <a:pt x="121" y="99"/>
                      </a:cubicBezTo>
                      <a:cubicBezTo>
                        <a:pt x="122" y="94"/>
                        <a:pt x="122" y="90"/>
                        <a:pt x="121" y="88"/>
                      </a:cubicBezTo>
                      <a:cubicBezTo>
                        <a:pt x="123" y="85"/>
                        <a:pt x="125" y="82"/>
                        <a:pt x="126" y="77"/>
                      </a:cubicBezTo>
                      <a:cubicBezTo>
                        <a:pt x="127" y="73"/>
                        <a:pt x="126" y="70"/>
                        <a:pt x="124" y="67"/>
                      </a:cubicBezTo>
                      <a:cubicBezTo>
                        <a:pt x="127" y="65"/>
                        <a:pt x="128" y="61"/>
                        <a:pt x="128" y="58"/>
                      </a:cubicBezTo>
                      <a:cubicBezTo>
                        <a:pt x="128" y="58"/>
                        <a:pt x="128" y="58"/>
                        <a:pt x="128" y="58"/>
                      </a:cubicBezTo>
                      <a:cubicBezTo>
                        <a:pt x="128" y="57"/>
                        <a:pt x="128" y="57"/>
                        <a:pt x="128" y="56"/>
                      </a:cubicBezTo>
                      <a:cubicBezTo>
                        <a:pt x="128" y="51"/>
                        <a:pt x="125" y="44"/>
                        <a:pt x="117" y="42"/>
                      </a:cubicBezTo>
                      <a:close/>
                      <a:moveTo>
                        <a:pt x="28" y="116"/>
                      </a:moveTo>
                      <a:cubicBezTo>
                        <a:pt x="28" y="118"/>
                        <a:pt x="26" y="120"/>
                        <a:pt x="24" y="120"/>
                      </a:cubicBezTo>
                      <a:cubicBezTo>
                        <a:pt x="12" y="120"/>
                        <a:pt x="12" y="120"/>
                        <a:pt x="12" y="120"/>
                      </a:cubicBezTo>
                      <a:cubicBezTo>
                        <a:pt x="10" y="120"/>
                        <a:pt x="8" y="118"/>
                        <a:pt x="8" y="116"/>
                      </a:cubicBezTo>
                      <a:cubicBezTo>
                        <a:pt x="8" y="52"/>
                        <a:pt x="8" y="52"/>
                        <a:pt x="8" y="52"/>
                      </a:cubicBezTo>
                      <a:cubicBezTo>
                        <a:pt x="8" y="50"/>
                        <a:pt x="10" y="48"/>
                        <a:pt x="12" y="48"/>
                      </a:cubicBezTo>
                      <a:cubicBezTo>
                        <a:pt x="24" y="48"/>
                        <a:pt x="24" y="48"/>
                        <a:pt x="24" y="48"/>
                      </a:cubicBezTo>
                      <a:cubicBezTo>
                        <a:pt x="26" y="48"/>
                        <a:pt x="28" y="50"/>
                        <a:pt x="28" y="52"/>
                      </a:cubicBezTo>
                      <a:lnTo>
                        <a:pt x="28" y="116"/>
                      </a:lnTo>
                      <a:close/>
                      <a:moveTo>
                        <a:pt x="120" y="58"/>
                      </a:moveTo>
                      <a:cubicBezTo>
                        <a:pt x="120" y="60"/>
                        <a:pt x="119" y="64"/>
                        <a:pt x="112" y="64"/>
                      </a:cubicBezTo>
                      <a:cubicBezTo>
                        <a:pt x="106" y="64"/>
                        <a:pt x="104" y="64"/>
                        <a:pt x="104" y="64"/>
                      </a:cubicBezTo>
                      <a:cubicBezTo>
                        <a:pt x="103" y="64"/>
                        <a:pt x="102" y="65"/>
                        <a:pt x="102" y="66"/>
                      </a:cubicBezTo>
                      <a:cubicBezTo>
                        <a:pt x="102" y="67"/>
                        <a:pt x="103" y="68"/>
                        <a:pt x="104" y="68"/>
                      </a:cubicBezTo>
                      <a:cubicBezTo>
                        <a:pt x="104" y="68"/>
                        <a:pt x="106" y="68"/>
                        <a:pt x="112" y="68"/>
                      </a:cubicBezTo>
                      <a:cubicBezTo>
                        <a:pt x="118" y="68"/>
                        <a:pt x="119" y="73"/>
                        <a:pt x="118" y="75"/>
                      </a:cubicBezTo>
                      <a:cubicBezTo>
                        <a:pt x="118" y="78"/>
                        <a:pt x="116" y="84"/>
                        <a:pt x="110" y="84"/>
                      </a:cubicBezTo>
                      <a:cubicBezTo>
                        <a:pt x="103" y="84"/>
                        <a:pt x="100" y="84"/>
                        <a:pt x="100" y="84"/>
                      </a:cubicBezTo>
                      <a:cubicBezTo>
                        <a:pt x="99" y="84"/>
                        <a:pt x="98" y="85"/>
                        <a:pt x="98" y="86"/>
                      </a:cubicBezTo>
                      <a:cubicBezTo>
                        <a:pt x="98" y="87"/>
                        <a:pt x="99" y="88"/>
                        <a:pt x="100" y="88"/>
                      </a:cubicBezTo>
                      <a:cubicBezTo>
                        <a:pt x="100" y="88"/>
                        <a:pt x="105" y="88"/>
                        <a:pt x="108" y="88"/>
                      </a:cubicBezTo>
                      <a:cubicBezTo>
                        <a:pt x="115" y="88"/>
                        <a:pt x="114" y="93"/>
                        <a:pt x="113" y="96"/>
                      </a:cubicBezTo>
                      <a:cubicBezTo>
                        <a:pt x="112" y="100"/>
                        <a:pt x="111" y="104"/>
                        <a:pt x="103" y="104"/>
                      </a:cubicBezTo>
                      <a:cubicBezTo>
                        <a:pt x="100" y="104"/>
                        <a:pt x="96" y="104"/>
                        <a:pt x="96" y="104"/>
                      </a:cubicBezTo>
                      <a:cubicBezTo>
                        <a:pt x="95" y="104"/>
                        <a:pt x="94" y="105"/>
                        <a:pt x="94" y="106"/>
                      </a:cubicBezTo>
                      <a:cubicBezTo>
                        <a:pt x="94" y="107"/>
                        <a:pt x="95" y="108"/>
                        <a:pt x="96" y="108"/>
                      </a:cubicBezTo>
                      <a:cubicBezTo>
                        <a:pt x="96" y="108"/>
                        <a:pt x="99" y="108"/>
                        <a:pt x="102" y="108"/>
                      </a:cubicBezTo>
                      <a:cubicBezTo>
                        <a:pt x="107" y="108"/>
                        <a:pt x="107" y="112"/>
                        <a:pt x="106" y="114"/>
                      </a:cubicBezTo>
                      <a:cubicBezTo>
                        <a:pt x="106" y="115"/>
                        <a:pt x="105" y="116"/>
                        <a:pt x="105" y="117"/>
                      </a:cubicBezTo>
                      <a:cubicBezTo>
                        <a:pt x="104" y="119"/>
                        <a:pt x="102" y="120"/>
                        <a:pt x="98" y="120"/>
                      </a:cubicBezTo>
                      <a:cubicBezTo>
                        <a:pt x="76" y="120"/>
                        <a:pt x="76" y="120"/>
                        <a:pt x="76" y="120"/>
                      </a:cubicBezTo>
                      <a:cubicBezTo>
                        <a:pt x="65" y="120"/>
                        <a:pt x="54" y="118"/>
                        <a:pt x="54" y="117"/>
                      </a:cubicBezTo>
                      <a:cubicBezTo>
                        <a:pt x="37" y="114"/>
                        <a:pt x="36" y="113"/>
                        <a:pt x="35" y="113"/>
                      </a:cubicBezTo>
                      <a:cubicBezTo>
                        <a:pt x="35" y="113"/>
                        <a:pt x="32" y="112"/>
                        <a:pt x="32" y="110"/>
                      </a:cubicBezTo>
                      <a:cubicBezTo>
                        <a:pt x="32" y="54"/>
                        <a:pt x="32" y="54"/>
                        <a:pt x="32" y="54"/>
                      </a:cubicBezTo>
                      <a:cubicBezTo>
                        <a:pt x="32" y="52"/>
                        <a:pt x="33" y="51"/>
                        <a:pt x="35" y="50"/>
                      </a:cubicBezTo>
                      <a:cubicBezTo>
                        <a:pt x="35" y="50"/>
                        <a:pt x="36" y="50"/>
                        <a:pt x="36" y="50"/>
                      </a:cubicBezTo>
                      <a:cubicBezTo>
                        <a:pt x="54" y="42"/>
                        <a:pt x="60" y="26"/>
                        <a:pt x="60" y="12"/>
                      </a:cubicBezTo>
                      <a:cubicBezTo>
                        <a:pt x="60" y="10"/>
                        <a:pt x="62" y="8"/>
                        <a:pt x="64" y="8"/>
                      </a:cubicBezTo>
                      <a:cubicBezTo>
                        <a:pt x="68" y="8"/>
                        <a:pt x="76" y="16"/>
                        <a:pt x="76" y="27"/>
                      </a:cubicBezTo>
                      <a:cubicBezTo>
                        <a:pt x="76" y="36"/>
                        <a:pt x="75" y="38"/>
                        <a:pt x="72" y="48"/>
                      </a:cubicBezTo>
                      <a:cubicBezTo>
                        <a:pt x="112" y="48"/>
                        <a:pt x="112" y="49"/>
                        <a:pt x="115" y="50"/>
                      </a:cubicBezTo>
                      <a:cubicBezTo>
                        <a:pt x="120" y="51"/>
                        <a:pt x="120" y="54"/>
                        <a:pt x="120" y="56"/>
                      </a:cubicBezTo>
                      <a:cubicBezTo>
                        <a:pt x="120" y="57"/>
                        <a:pt x="120" y="57"/>
                        <a:pt x="12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11" name="Freeform 91"/>
                <p:cNvSpPr>
                  <a:spLocks noEditPoints="1"/>
                </p:cNvSpPr>
                <p:nvPr/>
              </p:nvSpPr>
              <p:spPr bwMode="auto">
                <a:xfrm>
                  <a:off x="1093788" y="2463801"/>
                  <a:ext cx="44450" cy="44450"/>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sp>
        <p:nvSpPr>
          <p:cNvPr id="8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173840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07"/>
                                        </p:tgtEl>
                                        <p:attrNameLst>
                                          <p:attrName>style.visibility</p:attrName>
                                        </p:attrNameLst>
                                      </p:cBhvr>
                                      <p:to>
                                        <p:strVal val="visible"/>
                                      </p:to>
                                    </p:set>
                                    <p:animEffect transition="in" filter="fade">
                                      <p:cBhvr>
                                        <p:cTn id="7" dur="500"/>
                                        <p:tgtEl>
                                          <p:spTgt spid="3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 grpId="0"/>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a:off x="1158875" y="3602038"/>
            <a:ext cx="9928225" cy="0"/>
          </a:xfrm>
          <a:prstGeom prst="line">
            <a:avLst/>
          </a:prstGeom>
          <a:ln w="28575">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32" name="Group 31"/>
          <p:cNvGrpSpPr>
            <a:grpSpLocks noChangeAspect="1"/>
          </p:cNvGrpSpPr>
          <p:nvPr/>
        </p:nvGrpSpPr>
        <p:grpSpPr bwMode="auto">
          <a:xfrm>
            <a:off x="1356098" y="1833621"/>
            <a:ext cx="4171435" cy="3678086"/>
            <a:chOff x="688907" y="1216488"/>
            <a:chExt cx="3677266" cy="3241653"/>
          </a:xfrm>
        </p:grpSpPr>
        <p:grpSp>
          <p:nvGrpSpPr>
            <p:cNvPr id="496648" name="Group 32"/>
            <p:cNvGrpSpPr>
              <a:grpSpLocks/>
            </p:cNvGrpSpPr>
            <p:nvPr/>
          </p:nvGrpSpPr>
          <p:grpSpPr bwMode="auto">
            <a:xfrm>
              <a:off x="2044736" y="1216488"/>
              <a:ext cx="990801" cy="1490074"/>
              <a:chOff x="2196251" y="1017470"/>
              <a:chExt cx="990801" cy="1490074"/>
            </a:xfrm>
          </p:grpSpPr>
          <p:sp>
            <p:nvSpPr>
              <p:cNvPr id="36" name="Oval 35"/>
              <p:cNvSpPr/>
              <p:nvPr/>
            </p:nvSpPr>
            <p:spPr>
              <a:xfrm>
                <a:off x="2196251" y="1017470"/>
                <a:ext cx="990801" cy="99058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37" name="Isosceles Triangle 36"/>
              <p:cNvSpPr/>
              <p:nvPr/>
            </p:nvSpPr>
            <p:spPr>
              <a:xfrm flipV="1">
                <a:off x="2581144" y="1965524"/>
                <a:ext cx="215513" cy="202874"/>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38" name="Straight Connector 37"/>
              <p:cNvCxnSpPr/>
              <p:nvPr/>
            </p:nvCxnSpPr>
            <p:spPr>
              <a:xfrm>
                <a:off x="2679055" y="2092002"/>
                <a:ext cx="0" cy="415542"/>
              </a:xfrm>
              <a:prstGeom prst="line">
                <a:avLst/>
              </a:prstGeom>
              <a:ln>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9" name="Content Placeholder 2"/>
            <p:cNvSpPr txBox="1">
              <a:spLocks/>
            </p:cNvSpPr>
            <p:nvPr/>
          </p:nvSpPr>
          <p:spPr bwMode="auto">
            <a:xfrm>
              <a:off x="688907" y="3070875"/>
              <a:ext cx="3677266" cy="1387266"/>
            </a:xfrm>
            <a:prstGeom prst="rect">
              <a:avLst/>
            </a:prstGeom>
            <a:noFill/>
            <a:ln w="9525">
              <a:noFill/>
              <a:miter lim="800000"/>
              <a:headEnd/>
              <a:tailEnd/>
            </a:ln>
          </p:spPr>
          <p:txBody>
            <a:bodyPr/>
            <a:lstStyle/>
            <a:p>
              <a:pPr lvl="1" algn="ctr" rtl="1"/>
              <a:r>
                <a:rPr lang="ar-SA" sz="3200" b="1" dirty="0" smtClean="0"/>
                <a:t>إدراج نقاط إلى المهام والواجبات الدراسية.</a:t>
              </a:r>
              <a:endParaRPr lang="en-US" sz="3200" b="1" dirty="0"/>
            </a:p>
          </p:txBody>
        </p:sp>
        <p:sp>
          <p:nvSpPr>
            <p:cNvPr id="496650" name="Freeform 6"/>
            <p:cNvSpPr>
              <a:spLocks noEditPoints="1"/>
            </p:cNvSpPr>
            <p:nvPr/>
          </p:nvSpPr>
          <p:spPr bwMode="auto">
            <a:xfrm>
              <a:off x="2368461" y="1525970"/>
              <a:ext cx="337851" cy="371636"/>
            </a:xfrm>
            <a:custGeom>
              <a:avLst/>
              <a:gdLst>
                <a:gd name="T0" fmla="*/ 280158470 w 376"/>
                <a:gd name="T1" fmla="*/ 277446075 h 376"/>
                <a:gd name="T2" fmla="*/ 280158470 w 376"/>
                <a:gd name="T3" fmla="*/ 232507724 h 376"/>
                <a:gd name="T4" fmla="*/ 224449857 w 376"/>
                <a:gd name="T5" fmla="*/ 165100290 h 376"/>
                <a:gd name="T6" fmla="*/ 192154547 w 376"/>
                <a:gd name="T7" fmla="*/ 165100290 h 376"/>
                <a:gd name="T8" fmla="*/ 167126625 w 376"/>
                <a:gd name="T9" fmla="*/ 144584210 h 376"/>
                <a:gd name="T10" fmla="*/ 167126625 w 376"/>
                <a:gd name="T11" fmla="*/ 89876610 h 376"/>
                <a:gd name="T12" fmla="*/ 190539871 w 376"/>
                <a:gd name="T13" fmla="*/ 46892359 h 376"/>
                <a:gd name="T14" fmla="*/ 151786757 w 376"/>
                <a:gd name="T15" fmla="*/ 0 h 376"/>
                <a:gd name="T16" fmla="*/ 113032716 w 376"/>
                <a:gd name="T17" fmla="*/ 46892359 h 376"/>
                <a:gd name="T18" fmla="*/ 136445990 w 376"/>
                <a:gd name="T19" fmla="*/ 89876610 h 376"/>
                <a:gd name="T20" fmla="*/ 136445990 w 376"/>
                <a:gd name="T21" fmla="*/ 144584210 h 376"/>
                <a:gd name="T22" fmla="*/ 111418040 w 376"/>
                <a:gd name="T23" fmla="*/ 165100290 h 376"/>
                <a:gd name="T24" fmla="*/ 79122730 w 376"/>
                <a:gd name="T25" fmla="*/ 165100290 h 376"/>
                <a:gd name="T26" fmla="*/ 23414152 w 376"/>
                <a:gd name="T27" fmla="*/ 232507724 h 376"/>
                <a:gd name="T28" fmla="*/ 23414152 w 376"/>
                <a:gd name="T29" fmla="*/ 277446075 h 376"/>
                <a:gd name="T30" fmla="*/ 0 w 376"/>
                <a:gd name="T31" fmla="*/ 320430311 h 376"/>
                <a:gd name="T32" fmla="*/ 38754027 w 376"/>
                <a:gd name="T33" fmla="*/ 367322655 h 376"/>
                <a:gd name="T34" fmla="*/ 77508054 w 376"/>
                <a:gd name="T35" fmla="*/ 320430311 h 376"/>
                <a:gd name="T36" fmla="*/ 54093895 w 376"/>
                <a:gd name="T37" fmla="*/ 277446075 h 376"/>
                <a:gd name="T38" fmla="*/ 54093895 w 376"/>
                <a:gd name="T39" fmla="*/ 232507724 h 376"/>
                <a:gd name="T40" fmla="*/ 79122730 w 376"/>
                <a:gd name="T41" fmla="*/ 202222365 h 376"/>
                <a:gd name="T42" fmla="*/ 111418040 w 376"/>
                <a:gd name="T43" fmla="*/ 202222365 h 376"/>
                <a:gd name="T44" fmla="*/ 136445990 w 376"/>
                <a:gd name="T45" fmla="*/ 197338714 h 376"/>
                <a:gd name="T46" fmla="*/ 136445990 w 376"/>
                <a:gd name="T47" fmla="*/ 277446075 h 376"/>
                <a:gd name="T48" fmla="*/ 113032716 w 376"/>
                <a:gd name="T49" fmla="*/ 320430311 h 376"/>
                <a:gd name="T50" fmla="*/ 151786757 w 376"/>
                <a:gd name="T51" fmla="*/ 367322655 h 376"/>
                <a:gd name="T52" fmla="*/ 190539871 w 376"/>
                <a:gd name="T53" fmla="*/ 320430311 h 376"/>
                <a:gd name="T54" fmla="*/ 167126625 w 376"/>
                <a:gd name="T55" fmla="*/ 277446075 h 376"/>
                <a:gd name="T56" fmla="*/ 167126625 w 376"/>
                <a:gd name="T57" fmla="*/ 197338714 h 376"/>
                <a:gd name="T58" fmla="*/ 192154547 w 376"/>
                <a:gd name="T59" fmla="*/ 202222365 h 376"/>
                <a:gd name="T60" fmla="*/ 224449857 w 376"/>
                <a:gd name="T61" fmla="*/ 202222365 h 376"/>
                <a:gd name="T62" fmla="*/ 249478734 w 376"/>
                <a:gd name="T63" fmla="*/ 232507724 h 376"/>
                <a:gd name="T64" fmla="*/ 249478734 w 376"/>
                <a:gd name="T65" fmla="*/ 277446075 h 376"/>
                <a:gd name="T66" fmla="*/ 226064533 w 376"/>
                <a:gd name="T67" fmla="*/ 320430311 h 376"/>
                <a:gd name="T68" fmla="*/ 264818602 w 376"/>
                <a:gd name="T69" fmla="*/ 367322655 h 376"/>
                <a:gd name="T70" fmla="*/ 303572615 w 376"/>
                <a:gd name="T71" fmla="*/ 320430311 h 376"/>
                <a:gd name="T72" fmla="*/ 280158470 w 376"/>
                <a:gd name="T73" fmla="*/ 277446075 h 376"/>
                <a:gd name="T74" fmla="*/ 60552612 w 376"/>
                <a:gd name="T75" fmla="*/ 320430311 h 376"/>
                <a:gd name="T76" fmla="*/ 38754027 w 376"/>
                <a:gd name="T77" fmla="*/ 347784096 h 376"/>
                <a:gd name="T78" fmla="*/ 16147662 w 376"/>
                <a:gd name="T79" fmla="*/ 320430311 h 376"/>
                <a:gd name="T80" fmla="*/ 38754027 w 376"/>
                <a:gd name="T81" fmla="*/ 293076527 h 376"/>
                <a:gd name="T82" fmla="*/ 60552612 w 376"/>
                <a:gd name="T83" fmla="*/ 320430311 h 376"/>
                <a:gd name="T84" fmla="*/ 129179501 w 376"/>
                <a:gd name="T85" fmla="*/ 46892359 h 376"/>
                <a:gd name="T86" fmla="*/ 151786757 w 376"/>
                <a:gd name="T87" fmla="*/ 19538566 h 376"/>
                <a:gd name="T88" fmla="*/ 173585328 w 376"/>
                <a:gd name="T89" fmla="*/ 46892359 h 376"/>
                <a:gd name="T90" fmla="*/ 151786757 w 376"/>
                <a:gd name="T91" fmla="*/ 74246159 h 376"/>
                <a:gd name="T92" fmla="*/ 129179501 w 376"/>
                <a:gd name="T93" fmla="*/ 46892359 h 376"/>
                <a:gd name="T94" fmla="*/ 173585328 w 376"/>
                <a:gd name="T95" fmla="*/ 320430311 h 376"/>
                <a:gd name="T96" fmla="*/ 151786757 w 376"/>
                <a:gd name="T97" fmla="*/ 347784096 h 376"/>
                <a:gd name="T98" fmla="*/ 129179501 w 376"/>
                <a:gd name="T99" fmla="*/ 320430311 h 376"/>
                <a:gd name="T100" fmla="*/ 151786757 w 376"/>
                <a:gd name="T101" fmla="*/ 293076527 h 376"/>
                <a:gd name="T102" fmla="*/ 173585328 w 376"/>
                <a:gd name="T103" fmla="*/ 320430311 h 376"/>
                <a:gd name="T104" fmla="*/ 264818602 w 376"/>
                <a:gd name="T105" fmla="*/ 347784096 h 376"/>
                <a:gd name="T106" fmla="*/ 242212244 w 376"/>
                <a:gd name="T107" fmla="*/ 320430311 h 376"/>
                <a:gd name="T108" fmla="*/ 264818602 w 376"/>
                <a:gd name="T109" fmla="*/ 293076527 h 376"/>
                <a:gd name="T110" fmla="*/ 286618072 w 376"/>
                <a:gd name="T111" fmla="*/ 320430311 h 376"/>
                <a:gd name="T112" fmla="*/ 264818602 w 376"/>
                <a:gd name="T113" fmla="*/ 347784096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6"/>
                <a:gd name="T172" fmla="*/ 0 h 376"/>
                <a:gd name="T173" fmla="*/ 376 w 376"/>
                <a:gd name="T174" fmla="*/ 376 h 3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9" name="Group 38"/>
          <p:cNvGrpSpPr>
            <a:grpSpLocks noChangeAspect="1"/>
          </p:cNvGrpSpPr>
          <p:nvPr/>
        </p:nvGrpSpPr>
        <p:grpSpPr bwMode="auto">
          <a:xfrm>
            <a:off x="7611956" y="1833563"/>
            <a:ext cx="4484269" cy="3354256"/>
            <a:chOff x="1916230" y="1492065"/>
            <a:chExt cx="3952859" cy="2956137"/>
          </a:xfrm>
        </p:grpSpPr>
        <p:grpSp>
          <p:nvGrpSpPr>
            <p:cNvPr id="41" name="Group 40"/>
            <p:cNvGrpSpPr/>
            <p:nvPr/>
          </p:nvGrpSpPr>
          <p:grpSpPr>
            <a:xfrm>
              <a:off x="3504691" y="1492065"/>
              <a:ext cx="990600" cy="1490606"/>
              <a:chOff x="1180764" y="1293047"/>
              <a:chExt cx="990600" cy="1490606"/>
            </a:xfrm>
            <a:solidFill>
              <a:schemeClr val="accent2"/>
            </a:solidFill>
          </p:grpSpPr>
          <p:sp>
            <p:nvSpPr>
              <p:cNvPr id="44" name="Oval 43"/>
              <p:cNvSpPr/>
              <p:nvPr/>
            </p:nvSpPr>
            <p:spPr>
              <a:xfrm>
                <a:off x="1180764" y="1293047"/>
                <a:ext cx="990600" cy="9906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45" name="Isosceles Triangle 44"/>
              <p:cNvSpPr/>
              <p:nvPr/>
            </p:nvSpPr>
            <p:spPr>
              <a:xfrm flipV="1">
                <a:off x="1568733" y="2215149"/>
                <a:ext cx="214662" cy="203559"/>
              </a:xfrm>
              <a:prstGeom prs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46" name="Straight Connector 45"/>
              <p:cNvCxnSpPr/>
              <p:nvPr/>
            </p:nvCxnSpPr>
            <p:spPr>
              <a:xfrm>
                <a:off x="1663272" y="2368550"/>
                <a:ext cx="0" cy="415103"/>
              </a:xfrm>
              <a:prstGeom prst="line">
                <a:avLst/>
              </a:prstGeom>
              <a:grpFill/>
              <a:ln>
                <a:solidFill>
                  <a:srgbClr val="FF0000"/>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6" name="Content Placeholder 2"/>
            <p:cNvSpPr txBox="1">
              <a:spLocks/>
            </p:cNvSpPr>
            <p:nvPr/>
          </p:nvSpPr>
          <p:spPr bwMode="auto">
            <a:xfrm>
              <a:off x="1916230" y="3482233"/>
              <a:ext cx="3952859" cy="965969"/>
            </a:xfrm>
            <a:prstGeom prst="rect">
              <a:avLst/>
            </a:prstGeom>
            <a:noFill/>
            <a:ln w="9525">
              <a:noFill/>
              <a:miter lim="800000"/>
              <a:headEnd/>
              <a:tailEnd/>
            </a:ln>
          </p:spPr>
          <p:txBody>
            <a:bodyPr/>
            <a:lstStyle/>
            <a:p>
              <a:pPr lvl="1" algn="ctr" rtl="1">
                <a:spcBef>
                  <a:spcPct val="20000"/>
                </a:spcBef>
                <a:buFont typeface="Arial" charset="0"/>
                <a:buNone/>
              </a:pPr>
              <a:r>
                <a:rPr lang="ar-SA" sz="3200" b="1" dirty="0" smtClean="0"/>
                <a:t>تخصيص شارات ومنحها للمتفوقين بعد استيفاء معايير محددة</a:t>
              </a:r>
              <a:endParaRPr lang="en-US" sz="3200" b="1" dirty="0">
                <a:solidFill>
                  <a:prstClr val="black"/>
                </a:solidFill>
              </a:endParaRPr>
            </a:p>
          </p:txBody>
        </p:sp>
        <p:sp>
          <p:nvSpPr>
            <p:cNvPr id="496647" name="Freeform 11"/>
            <p:cNvSpPr>
              <a:spLocks/>
            </p:cNvSpPr>
            <p:nvPr/>
          </p:nvSpPr>
          <p:spPr bwMode="auto">
            <a:xfrm>
              <a:off x="3796978" y="1851913"/>
              <a:ext cx="416706" cy="270903"/>
            </a:xfrm>
            <a:custGeom>
              <a:avLst/>
              <a:gdLst>
                <a:gd name="T0" fmla="*/ 329923880 w 400"/>
                <a:gd name="T1" fmla="*/ 79250584 h 260"/>
                <a:gd name="T2" fmla="*/ 312558704 w 400"/>
                <a:gd name="T3" fmla="*/ 80336279 h 260"/>
                <a:gd name="T4" fmla="*/ 201860724 w 400"/>
                <a:gd name="T5" fmla="*/ 0 h 260"/>
                <a:gd name="T6" fmla="*/ 86821743 w 400"/>
                <a:gd name="T7" fmla="*/ 112905056 h 260"/>
                <a:gd name="T8" fmla="*/ 87907262 w 400"/>
                <a:gd name="T9" fmla="*/ 129189445 h 260"/>
                <a:gd name="T10" fmla="*/ 78139676 w 400"/>
                <a:gd name="T11" fmla="*/ 128103750 h 260"/>
                <a:gd name="T12" fmla="*/ 0 w 400"/>
                <a:gd name="T13" fmla="*/ 205183985 h 260"/>
                <a:gd name="T14" fmla="*/ 78139676 w 400"/>
                <a:gd name="T15" fmla="*/ 282263211 h 260"/>
                <a:gd name="T16" fmla="*/ 186667628 w 400"/>
                <a:gd name="T17" fmla="*/ 282263211 h 260"/>
                <a:gd name="T18" fmla="*/ 186667628 w 400"/>
                <a:gd name="T19" fmla="*/ 199755508 h 260"/>
                <a:gd name="T20" fmla="*/ 141085214 w 400"/>
                <a:gd name="T21" fmla="*/ 199755508 h 260"/>
                <a:gd name="T22" fmla="*/ 217054862 w 400"/>
                <a:gd name="T23" fmla="*/ 99877754 h 260"/>
                <a:gd name="T24" fmla="*/ 293024575 w 400"/>
                <a:gd name="T25" fmla="*/ 199755508 h 260"/>
                <a:gd name="T26" fmla="*/ 247442096 w 400"/>
                <a:gd name="T27" fmla="*/ 199755508 h 260"/>
                <a:gd name="T28" fmla="*/ 247442096 w 400"/>
                <a:gd name="T29" fmla="*/ 282263211 h 260"/>
                <a:gd name="T30" fmla="*/ 329923880 w 400"/>
                <a:gd name="T31" fmla="*/ 282263211 h 260"/>
                <a:gd name="T32" fmla="*/ 434109724 w 400"/>
                <a:gd name="T33" fmla="*/ 180214034 h 260"/>
                <a:gd name="T34" fmla="*/ 329923880 w 400"/>
                <a:gd name="T35" fmla="*/ 79250584 h 2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0"/>
                <a:gd name="T55" fmla="*/ 0 h 260"/>
                <a:gd name="T56" fmla="*/ 400 w 400"/>
                <a:gd name="T57" fmla="*/ 260 h 2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18" name="Title 3"/>
          <p:cNvSpPr txBox="1">
            <a:spLocks/>
          </p:cNvSpPr>
          <p:nvPr/>
        </p:nvSpPr>
        <p:spPr>
          <a:xfrm>
            <a:off x="4805917" y="401735"/>
            <a:ext cx="6849300" cy="828098"/>
          </a:xfrm>
          <a:prstGeom prst="rect">
            <a:avLst/>
          </a:prstGeom>
        </p:spPr>
        <p:txBody>
          <a:bodyPr vert="horz" lIns="91440" tIns="45720" rIns="91440" bIns="45720" rtlCol="0" anchor="ctr">
            <a:normAutofit/>
          </a:bodyPr>
          <a:lstStyle>
            <a:lvl1pPr algn="ctr" defTabSz="1219170" rtl="0" eaLnBrk="1" latinLnBrk="0" hangingPunct="1">
              <a:spcBef>
                <a:spcPct val="0"/>
              </a:spcBef>
              <a:buNone/>
              <a:defRPr sz="5867" b="1" kern="1200">
                <a:solidFill>
                  <a:schemeClr val="tx1">
                    <a:lumMod val="75000"/>
                    <a:lumOff val="25000"/>
                  </a:schemeClr>
                </a:solidFill>
                <a:latin typeface="+mj-lt"/>
                <a:ea typeface="+mj-ea"/>
                <a:cs typeface="+mj-cs"/>
              </a:defRPr>
            </a:lvl1pPr>
          </a:lstStyle>
          <a:p>
            <a:pPr rtl="1"/>
            <a:r>
              <a:rPr lang="ar-SA" sz="4400" dirty="0">
                <a:solidFill>
                  <a:schemeClr val="tx1"/>
                </a:solidFill>
              </a:rPr>
              <a:t>كيف يمكن تلعيب التعليم؟</a:t>
            </a:r>
            <a:endParaRPr lang="en-US" sz="4400" dirty="0">
              <a:solidFill>
                <a:schemeClr val="tx1"/>
              </a:solidFill>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99111271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barn(outVertical)">
                                      <p:cBhvr>
                                        <p:cTn id="7" dur="500"/>
                                        <p:tgtEl>
                                          <p:spTgt spid="16"/>
                                        </p:tgtEl>
                                      </p:cBhvr>
                                    </p:animEffect>
                                  </p:childTnLst>
                                </p:cTn>
                              </p:par>
                            </p:childTnLst>
                          </p:cTn>
                        </p:par>
                        <p:par>
                          <p:cTn id="8" fill="hold">
                            <p:stCondLst>
                              <p:cond delay="500"/>
                            </p:stCondLst>
                            <p:childTnLst>
                              <p:par>
                                <p:cTn id="9" presetID="16" presetClass="entr" presetSubtype="42"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barn(outHorizontal)">
                                      <p:cBhvr>
                                        <p:cTn id="11" dur="500"/>
                                        <p:tgtEl>
                                          <p:spTgt spid="32"/>
                                        </p:tgtEl>
                                      </p:cBhvr>
                                    </p:animEffect>
                                  </p:childTnLst>
                                </p:cTn>
                              </p:par>
                            </p:childTnLst>
                          </p:cTn>
                        </p:par>
                        <p:par>
                          <p:cTn id="12" fill="hold">
                            <p:stCondLst>
                              <p:cond delay="1000"/>
                            </p:stCondLst>
                            <p:childTnLst>
                              <p:par>
                                <p:cTn id="13" presetID="16" presetClass="entr" presetSubtype="42" fill="hold" nodeType="after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barn(outHorizontal)">
                                      <p:cBhvr>
                                        <p:cTn id="15"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a:off x="1158875" y="3602038"/>
            <a:ext cx="9928225" cy="0"/>
          </a:xfrm>
          <a:prstGeom prst="line">
            <a:avLst/>
          </a:prstGeom>
          <a:ln w="28575">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17" name="Group 16"/>
          <p:cNvGrpSpPr>
            <a:grpSpLocks noChangeAspect="1"/>
          </p:cNvGrpSpPr>
          <p:nvPr/>
        </p:nvGrpSpPr>
        <p:grpSpPr bwMode="auto">
          <a:xfrm>
            <a:off x="3927743" y="2075970"/>
            <a:ext cx="4330821" cy="3235805"/>
            <a:chOff x="312016" y="1624235"/>
            <a:chExt cx="3817287" cy="2852515"/>
          </a:xfrm>
        </p:grpSpPr>
        <p:grpSp>
          <p:nvGrpSpPr>
            <p:cNvPr id="18" name="Group 17"/>
            <p:cNvGrpSpPr/>
            <p:nvPr/>
          </p:nvGrpSpPr>
          <p:grpSpPr>
            <a:xfrm flipV="1">
              <a:off x="1903612" y="2986144"/>
              <a:ext cx="990600" cy="1490606"/>
              <a:chOff x="1180764" y="1293047"/>
              <a:chExt cx="990600" cy="1490606"/>
            </a:xfrm>
            <a:solidFill>
              <a:schemeClr val="accent4"/>
            </a:solidFill>
          </p:grpSpPr>
          <p:sp>
            <p:nvSpPr>
              <p:cNvPr id="21" name="Oval 20"/>
              <p:cNvSpPr/>
              <p:nvPr/>
            </p:nvSpPr>
            <p:spPr>
              <a:xfrm>
                <a:off x="1180764" y="1293047"/>
                <a:ext cx="990600" cy="9906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22" name="Isosceles Triangle 21"/>
              <p:cNvSpPr/>
              <p:nvPr/>
            </p:nvSpPr>
            <p:spPr>
              <a:xfrm flipV="1">
                <a:off x="1568733" y="2215149"/>
                <a:ext cx="214662" cy="203559"/>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23" name="Straight Connector 22"/>
              <p:cNvCxnSpPr/>
              <p:nvPr/>
            </p:nvCxnSpPr>
            <p:spPr>
              <a:xfrm>
                <a:off x="1676064" y="2368550"/>
                <a:ext cx="0" cy="415103"/>
              </a:xfrm>
              <a:prstGeom prst="line">
                <a:avLst/>
              </a:prstGeom>
              <a:grpFill/>
              <a:ln>
                <a:solidFill>
                  <a:schemeClr val="accent4"/>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55" name="Content Placeholder 2"/>
            <p:cNvSpPr txBox="1">
              <a:spLocks/>
            </p:cNvSpPr>
            <p:nvPr/>
          </p:nvSpPr>
          <p:spPr bwMode="auto">
            <a:xfrm>
              <a:off x="312016" y="1624235"/>
              <a:ext cx="3817287" cy="1536078"/>
            </a:xfrm>
            <a:prstGeom prst="rect">
              <a:avLst/>
            </a:prstGeom>
            <a:noFill/>
            <a:ln w="9525">
              <a:noFill/>
              <a:miter lim="800000"/>
              <a:headEnd/>
              <a:tailEnd/>
            </a:ln>
          </p:spPr>
          <p:txBody>
            <a:bodyPr/>
            <a:lstStyle/>
            <a:p>
              <a:pPr algn="ctr">
                <a:spcBef>
                  <a:spcPct val="20000"/>
                </a:spcBef>
                <a:buFont typeface="Arial" charset="0"/>
                <a:buNone/>
              </a:pPr>
              <a:r>
                <a:rPr lang="ar-SA" sz="3200" b="1" dirty="0"/>
                <a:t>تحديد مستويات لتكرار المهام أو أداء مهام أصعب</a:t>
              </a:r>
              <a:endParaRPr lang="en-US" sz="3200" b="1" dirty="0">
                <a:solidFill>
                  <a:prstClr val="black"/>
                </a:solidFill>
              </a:endParaRPr>
            </a:p>
          </p:txBody>
        </p:sp>
        <p:sp>
          <p:nvSpPr>
            <p:cNvPr id="496656" name="Freeform 16"/>
            <p:cNvSpPr>
              <a:spLocks noEditPoints="1"/>
            </p:cNvSpPr>
            <p:nvPr/>
          </p:nvSpPr>
          <p:spPr bwMode="auto">
            <a:xfrm>
              <a:off x="2206179" y="3788938"/>
              <a:ext cx="385465" cy="385025"/>
            </a:xfrm>
            <a:custGeom>
              <a:avLst/>
              <a:gdLst>
                <a:gd name="T0" fmla="*/ 197548215 w 371"/>
                <a:gd name="T1" fmla="*/ 1083273 h 370"/>
                <a:gd name="T2" fmla="*/ 2159020 w 371"/>
                <a:gd name="T3" fmla="*/ 202496092 h 370"/>
                <a:gd name="T4" fmla="*/ 202945762 w 371"/>
                <a:gd name="T5" fmla="*/ 399576862 h 370"/>
                <a:gd name="T6" fmla="*/ 399414468 w 371"/>
                <a:gd name="T7" fmla="*/ 197081810 h 370"/>
                <a:gd name="T8" fmla="*/ 197548215 w 371"/>
                <a:gd name="T9" fmla="*/ 1083273 h 370"/>
                <a:gd name="T10" fmla="*/ 198627724 w 371"/>
                <a:gd name="T11" fmla="*/ 27071419 h 370"/>
                <a:gd name="T12" fmla="*/ 280669468 w 371"/>
                <a:gd name="T13" fmla="*/ 46563051 h 370"/>
                <a:gd name="T14" fmla="*/ 253681667 w 371"/>
                <a:gd name="T15" fmla="*/ 90960598 h 370"/>
                <a:gd name="T16" fmla="*/ 200786743 w 371"/>
                <a:gd name="T17" fmla="*/ 79048761 h 370"/>
                <a:gd name="T18" fmla="*/ 147891820 w 371"/>
                <a:gd name="T19" fmla="*/ 90960598 h 370"/>
                <a:gd name="T20" fmla="*/ 120904051 w 371"/>
                <a:gd name="T21" fmla="*/ 46563051 h 370"/>
                <a:gd name="T22" fmla="*/ 198627724 w 371"/>
                <a:gd name="T23" fmla="*/ 27071419 h 370"/>
                <a:gd name="T24" fmla="*/ 91757296 w 371"/>
                <a:gd name="T25" fmla="*/ 253390137 h 370"/>
                <a:gd name="T26" fmla="*/ 47498432 w 371"/>
                <a:gd name="T27" fmla="*/ 280462654 h 370"/>
                <a:gd name="T28" fmla="*/ 28067254 w 371"/>
                <a:gd name="T29" fmla="*/ 202496092 h 370"/>
                <a:gd name="T30" fmla="*/ 47498432 w 371"/>
                <a:gd name="T31" fmla="*/ 120197514 h 370"/>
                <a:gd name="T32" fmla="*/ 91757296 w 371"/>
                <a:gd name="T33" fmla="*/ 147269998 h 370"/>
                <a:gd name="T34" fmla="*/ 79882692 w 371"/>
                <a:gd name="T35" fmla="*/ 200330588 h 370"/>
                <a:gd name="T36" fmla="*/ 91757296 w 371"/>
                <a:gd name="T37" fmla="*/ 253390137 h 370"/>
                <a:gd name="T38" fmla="*/ 202945762 w 371"/>
                <a:gd name="T39" fmla="*/ 373588724 h 370"/>
                <a:gd name="T40" fmla="*/ 120904051 w 371"/>
                <a:gd name="T41" fmla="*/ 354097100 h 370"/>
                <a:gd name="T42" fmla="*/ 147891820 w 371"/>
                <a:gd name="T43" fmla="*/ 309699569 h 370"/>
                <a:gd name="T44" fmla="*/ 200786743 w 371"/>
                <a:gd name="T45" fmla="*/ 321611406 h 370"/>
                <a:gd name="T46" fmla="*/ 253681667 w 371"/>
                <a:gd name="T47" fmla="*/ 309699569 h 370"/>
                <a:gd name="T48" fmla="*/ 280669468 w 371"/>
                <a:gd name="T49" fmla="*/ 354097100 h 370"/>
                <a:gd name="T50" fmla="*/ 202945762 w 371"/>
                <a:gd name="T51" fmla="*/ 373588724 h 370"/>
                <a:gd name="T52" fmla="*/ 200786743 w 371"/>
                <a:gd name="T53" fmla="*/ 295622228 h 370"/>
                <a:gd name="T54" fmla="*/ 105790919 w 371"/>
                <a:gd name="T55" fmla="*/ 200330588 h 370"/>
                <a:gd name="T56" fmla="*/ 200786743 w 371"/>
                <a:gd name="T57" fmla="*/ 105037940 h 370"/>
                <a:gd name="T58" fmla="*/ 295782600 w 371"/>
                <a:gd name="T59" fmla="*/ 200330588 h 370"/>
                <a:gd name="T60" fmla="*/ 200786743 w 371"/>
                <a:gd name="T61" fmla="*/ 295622228 h 370"/>
                <a:gd name="T62" fmla="*/ 308736714 w 371"/>
                <a:gd name="T63" fmla="*/ 253390137 h 370"/>
                <a:gd name="T64" fmla="*/ 321690827 w 371"/>
                <a:gd name="T65" fmla="*/ 200330588 h 370"/>
                <a:gd name="T66" fmla="*/ 308736714 w 371"/>
                <a:gd name="T67" fmla="*/ 147269998 h 370"/>
                <a:gd name="T68" fmla="*/ 354075071 w 371"/>
                <a:gd name="T69" fmla="*/ 120197514 h 370"/>
                <a:gd name="T70" fmla="*/ 373506241 w 371"/>
                <a:gd name="T71" fmla="*/ 198164042 h 370"/>
                <a:gd name="T72" fmla="*/ 354075071 w 371"/>
                <a:gd name="T73" fmla="*/ 280462654 h 370"/>
                <a:gd name="T74" fmla="*/ 308736714 w 371"/>
                <a:gd name="T75" fmla="*/ 253390137 h 3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1"/>
                <a:gd name="T115" fmla="*/ 0 h 370"/>
                <a:gd name="T116" fmla="*/ 371 w 371"/>
                <a:gd name="T117" fmla="*/ 370 h 37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2" name="Group 31"/>
          <p:cNvGrpSpPr>
            <a:grpSpLocks noChangeAspect="1"/>
          </p:cNvGrpSpPr>
          <p:nvPr/>
        </p:nvGrpSpPr>
        <p:grpSpPr bwMode="auto">
          <a:xfrm>
            <a:off x="407645" y="2146300"/>
            <a:ext cx="4168653" cy="3628366"/>
            <a:chOff x="-147188" y="1492065"/>
            <a:chExt cx="3674814" cy="3197833"/>
          </a:xfrm>
        </p:grpSpPr>
        <p:grpSp>
          <p:nvGrpSpPr>
            <p:cNvPr id="496648" name="Group 32"/>
            <p:cNvGrpSpPr>
              <a:grpSpLocks/>
            </p:cNvGrpSpPr>
            <p:nvPr/>
          </p:nvGrpSpPr>
          <p:grpSpPr bwMode="auto">
            <a:xfrm>
              <a:off x="1029249" y="1492065"/>
              <a:ext cx="990600" cy="1490606"/>
              <a:chOff x="1180764" y="1293047"/>
              <a:chExt cx="990600" cy="1490606"/>
            </a:xfrm>
          </p:grpSpPr>
          <p:sp>
            <p:nvSpPr>
              <p:cNvPr id="36" name="Oval 35"/>
              <p:cNvSpPr/>
              <p:nvPr/>
            </p:nvSpPr>
            <p:spPr>
              <a:xfrm>
                <a:off x="1180158" y="1293047"/>
                <a:ext cx="990801" cy="99058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37" name="Isosceles Triangle 36"/>
              <p:cNvSpPr/>
              <p:nvPr/>
            </p:nvSpPr>
            <p:spPr>
              <a:xfrm flipV="1">
                <a:off x="1567801" y="2215075"/>
                <a:ext cx="215513" cy="202874"/>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38" name="Straight Connector 37"/>
              <p:cNvCxnSpPr/>
              <p:nvPr/>
            </p:nvCxnSpPr>
            <p:spPr>
              <a:xfrm>
                <a:off x="1662963" y="2367580"/>
                <a:ext cx="0" cy="415542"/>
              </a:xfrm>
              <a:prstGeom prst="line">
                <a:avLst/>
              </a:prstGeom>
              <a:ln>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9" name="Content Placeholder 2"/>
            <p:cNvSpPr txBox="1">
              <a:spLocks/>
            </p:cNvSpPr>
            <p:nvPr/>
          </p:nvSpPr>
          <p:spPr bwMode="auto">
            <a:xfrm>
              <a:off x="-147188" y="3302632"/>
              <a:ext cx="3674814" cy="1387266"/>
            </a:xfrm>
            <a:prstGeom prst="rect">
              <a:avLst/>
            </a:prstGeom>
            <a:noFill/>
            <a:ln w="9525">
              <a:noFill/>
              <a:miter lim="800000"/>
              <a:headEnd/>
              <a:tailEnd/>
            </a:ln>
          </p:spPr>
          <p:txBody>
            <a:bodyPr/>
            <a:lstStyle/>
            <a:p>
              <a:pPr algn="ctr" rtl="1"/>
              <a:r>
                <a:rPr lang="ar-SA" sz="3200" b="1" dirty="0"/>
                <a:t>إنشاء لائحة ترتيبية للطلبة المتفوقين.</a:t>
              </a:r>
              <a:endParaRPr lang="en-US" sz="3200" b="1" dirty="0"/>
            </a:p>
          </p:txBody>
        </p:sp>
        <p:sp>
          <p:nvSpPr>
            <p:cNvPr id="496650" name="Freeform 6"/>
            <p:cNvSpPr>
              <a:spLocks noEditPoints="1"/>
            </p:cNvSpPr>
            <p:nvPr/>
          </p:nvSpPr>
          <p:spPr bwMode="auto">
            <a:xfrm>
              <a:off x="1352369" y="1801547"/>
              <a:ext cx="337851" cy="371636"/>
            </a:xfrm>
            <a:custGeom>
              <a:avLst/>
              <a:gdLst>
                <a:gd name="T0" fmla="*/ 280158470 w 376"/>
                <a:gd name="T1" fmla="*/ 277446075 h 376"/>
                <a:gd name="T2" fmla="*/ 280158470 w 376"/>
                <a:gd name="T3" fmla="*/ 232507724 h 376"/>
                <a:gd name="T4" fmla="*/ 224449857 w 376"/>
                <a:gd name="T5" fmla="*/ 165100290 h 376"/>
                <a:gd name="T6" fmla="*/ 192154547 w 376"/>
                <a:gd name="T7" fmla="*/ 165100290 h 376"/>
                <a:gd name="T8" fmla="*/ 167126625 w 376"/>
                <a:gd name="T9" fmla="*/ 144584210 h 376"/>
                <a:gd name="T10" fmla="*/ 167126625 w 376"/>
                <a:gd name="T11" fmla="*/ 89876610 h 376"/>
                <a:gd name="T12" fmla="*/ 190539871 w 376"/>
                <a:gd name="T13" fmla="*/ 46892359 h 376"/>
                <a:gd name="T14" fmla="*/ 151786757 w 376"/>
                <a:gd name="T15" fmla="*/ 0 h 376"/>
                <a:gd name="T16" fmla="*/ 113032716 w 376"/>
                <a:gd name="T17" fmla="*/ 46892359 h 376"/>
                <a:gd name="T18" fmla="*/ 136445990 w 376"/>
                <a:gd name="T19" fmla="*/ 89876610 h 376"/>
                <a:gd name="T20" fmla="*/ 136445990 w 376"/>
                <a:gd name="T21" fmla="*/ 144584210 h 376"/>
                <a:gd name="T22" fmla="*/ 111418040 w 376"/>
                <a:gd name="T23" fmla="*/ 165100290 h 376"/>
                <a:gd name="T24" fmla="*/ 79122730 w 376"/>
                <a:gd name="T25" fmla="*/ 165100290 h 376"/>
                <a:gd name="T26" fmla="*/ 23414152 w 376"/>
                <a:gd name="T27" fmla="*/ 232507724 h 376"/>
                <a:gd name="T28" fmla="*/ 23414152 w 376"/>
                <a:gd name="T29" fmla="*/ 277446075 h 376"/>
                <a:gd name="T30" fmla="*/ 0 w 376"/>
                <a:gd name="T31" fmla="*/ 320430311 h 376"/>
                <a:gd name="T32" fmla="*/ 38754027 w 376"/>
                <a:gd name="T33" fmla="*/ 367322655 h 376"/>
                <a:gd name="T34" fmla="*/ 77508054 w 376"/>
                <a:gd name="T35" fmla="*/ 320430311 h 376"/>
                <a:gd name="T36" fmla="*/ 54093895 w 376"/>
                <a:gd name="T37" fmla="*/ 277446075 h 376"/>
                <a:gd name="T38" fmla="*/ 54093895 w 376"/>
                <a:gd name="T39" fmla="*/ 232507724 h 376"/>
                <a:gd name="T40" fmla="*/ 79122730 w 376"/>
                <a:gd name="T41" fmla="*/ 202222365 h 376"/>
                <a:gd name="T42" fmla="*/ 111418040 w 376"/>
                <a:gd name="T43" fmla="*/ 202222365 h 376"/>
                <a:gd name="T44" fmla="*/ 136445990 w 376"/>
                <a:gd name="T45" fmla="*/ 197338714 h 376"/>
                <a:gd name="T46" fmla="*/ 136445990 w 376"/>
                <a:gd name="T47" fmla="*/ 277446075 h 376"/>
                <a:gd name="T48" fmla="*/ 113032716 w 376"/>
                <a:gd name="T49" fmla="*/ 320430311 h 376"/>
                <a:gd name="T50" fmla="*/ 151786757 w 376"/>
                <a:gd name="T51" fmla="*/ 367322655 h 376"/>
                <a:gd name="T52" fmla="*/ 190539871 w 376"/>
                <a:gd name="T53" fmla="*/ 320430311 h 376"/>
                <a:gd name="T54" fmla="*/ 167126625 w 376"/>
                <a:gd name="T55" fmla="*/ 277446075 h 376"/>
                <a:gd name="T56" fmla="*/ 167126625 w 376"/>
                <a:gd name="T57" fmla="*/ 197338714 h 376"/>
                <a:gd name="T58" fmla="*/ 192154547 w 376"/>
                <a:gd name="T59" fmla="*/ 202222365 h 376"/>
                <a:gd name="T60" fmla="*/ 224449857 w 376"/>
                <a:gd name="T61" fmla="*/ 202222365 h 376"/>
                <a:gd name="T62" fmla="*/ 249478734 w 376"/>
                <a:gd name="T63" fmla="*/ 232507724 h 376"/>
                <a:gd name="T64" fmla="*/ 249478734 w 376"/>
                <a:gd name="T65" fmla="*/ 277446075 h 376"/>
                <a:gd name="T66" fmla="*/ 226064533 w 376"/>
                <a:gd name="T67" fmla="*/ 320430311 h 376"/>
                <a:gd name="T68" fmla="*/ 264818602 w 376"/>
                <a:gd name="T69" fmla="*/ 367322655 h 376"/>
                <a:gd name="T70" fmla="*/ 303572615 w 376"/>
                <a:gd name="T71" fmla="*/ 320430311 h 376"/>
                <a:gd name="T72" fmla="*/ 280158470 w 376"/>
                <a:gd name="T73" fmla="*/ 277446075 h 376"/>
                <a:gd name="T74" fmla="*/ 60552612 w 376"/>
                <a:gd name="T75" fmla="*/ 320430311 h 376"/>
                <a:gd name="T76" fmla="*/ 38754027 w 376"/>
                <a:gd name="T77" fmla="*/ 347784096 h 376"/>
                <a:gd name="T78" fmla="*/ 16147662 w 376"/>
                <a:gd name="T79" fmla="*/ 320430311 h 376"/>
                <a:gd name="T80" fmla="*/ 38754027 w 376"/>
                <a:gd name="T81" fmla="*/ 293076527 h 376"/>
                <a:gd name="T82" fmla="*/ 60552612 w 376"/>
                <a:gd name="T83" fmla="*/ 320430311 h 376"/>
                <a:gd name="T84" fmla="*/ 129179501 w 376"/>
                <a:gd name="T85" fmla="*/ 46892359 h 376"/>
                <a:gd name="T86" fmla="*/ 151786757 w 376"/>
                <a:gd name="T87" fmla="*/ 19538566 h 376"/>
                <a:gd name="T88" fmla="*/ 173585328 w 376"/>
                <a:gd name="T89" fmla="*/ 46892359 h 376"/>
                <a:gd name="T90" fmla="*/ 151786757 w 376"/>
                <a:gd name="T91" fmla="*/ 74246159 h 376"/>
                <a:gd name="T92" fmla="*/ 129179501 w 376"/>
                <a:gd name="T93" fmla="*/ 46892359 h 376"/>
                <a:gd name="T94" fmla="*/ 173585328 w 376"/>
                <a:gd name="T95" fmla="*/ 320430311 h 376"/>
                <a:gd name="T96" fmla="*/ 151786757 w 376"/>
                <a:gd name="T97" fmla="*/ 347784096 h 376"/>
                <a:gd name="T98" fmla="*/ 129179501 w 376"/>
                <a:gd name="T99" fmla="*/ 320430311 h 376"/>
                <a:gd name="T100" fmla="*/ 151786757 w 376"/>
                <a:gd name="T101" fmla="*/ 293076527 h 376"/>
                <a:gd name="T102" fmla="*/ 173585328 w 376"/>
                <a:gd name="T103" fmla="*/ 320430311 h 376"/>
                <a:gd name="T104" fmla="*/ 264818602 w 376"/>
                <a:gd name="T105" fmla="*/ 347784096 h 376"/>
                <a:gd name="T106" fmla="*/ 242212244 w 376"/>
                <a:gd name="T107" fmla="*/ 320430311 h 376"/>
                <a:gd name="T108" fmla="*/ 264818602 w 376"/>
                <a:gd name="T109" fmla="*/ 293076527 h 376"/>
                <a:gd name="T110" fmla="*/ 286618072 w 376"/>
                <a:gd name="T111" fmla="*/ 320430311 h 376"/>
                <a:gd name="T112" fmla="*/ 264818602 w 376"/>
                <a:gd name="T113" fmla="*/ 347784096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6"/>
                <a:gd name="T172" fmla="*/ 0 h 376"/>
                <a:gd name="T173" fmla="*/ 376 w 376"/>
                <a:gd name="T174" fmla="*/ 376 h 3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9" name="Group 38"/>
          <p:cNvGrpSpPr>
            <a:grpSpLocks noChangeAspect="1"/>
          </p:cNvGrpSpPr>
          <p:nvPr/>
        </p:nvGrpSpPr>
        <p:grpSpPr bwMode="auto">
          <a:xfrm>
            <a:off x="7263243" y="1833563"/>
            <a:ext cx="5737225" cy="5143607"/>
            <a:chOff x="1608842" y="1492065"/>
            <a:chExt cx="5057333" cy="4533108"/>
          </a:xfrm>
        </p:grpSpPr>
        <p:grpSp>
          <p:nvGrpSpPr>
            <p:cNvPr id="41" name="Group 40"/>
            <p:cNvGrpSpPr/>
            <p:nvPr/>
          </p:nvGrpSpPr>
          <p:grpSpPr>
            <a:xfrm>
              <a:off x="3504691" y="1492065"/>
              <a:ext cx="990600" cy="1490606"/>
              <a:chOff x="1180764" y="1293047"/>
              <a:chExt cx="990600" cy="1490606"/>
            </a:xfrm>
            <a:solidFill>
              <a:schemeClr val="accent2"/>
            </a:solidFill>
          </p:grpSpPr>
          <p:sp>
            <p:nvSpPr>
              <p:cNvPr id="44" name="Oval 43"/>
              <p:cNvSpPr/>
              <p:nvPr/>
            </p:nvSpPr>
            <p:spPr>
              <a:xfrm>
                <a:off x="1180764" y="1293047"/>
                <a:ext cx="990600" cy="9906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45" name="Isosceles Triangle 44"/>
              <p:cNvSpPr/>
              <p:nvPr/>
            </p:nvSpPr>
            <p:spPr>
              <a:xfrm flipV="1">
                <a:off x="1568733" y="2215149"/>
                <a:ext cx="214662" cy="203559"/>
              </a:xfrm>
              <a:prstGeom prs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46" name="Straight Connector 45"/>
              <p:cNvCxnSpPr/>
              <p:nvPr/>
            </p:nvCxnSpPr>
            <p:spPr>
              <a:xfrm>
                <a:off x="1663272" y="2368550"/>
                <a:ext cx="0" cy="415103"/>
              </a:xfrm>
              <a:prstGeom prst="line">
                <a:avLst/>
              </a:prstGeom>
              <a:grpFill/>
              <a:ln>
                <a:solidFill>
                  <a:srgbClr val="FF0000"/>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6" name="Content Placeholder 2"/>
            <p:cNvSpPr txBox="1">
              <a:spLocks/>
            </p:cNvSpPr>
            <p:nvPr/>
          </p:nvSpPr>
          <p:spPr bwMode="auto">
            <a:xfrm>
              <a:off x="1608842" y="3482233"/>
              <a:ext cx="5057333" cy="2542940"/>
            </a:xfrm>
            <a:prstGeom prst="rect">
              <a:avLst/>
            </a:prstGeom>
            <a:noFill/>
            <a:ln w="9525">
              <a:noFill/>
              <a:miter lim="800000"/>
              <a:headEnd/>
              <a:tailEnd/>
            </a:ln>
          </p:spPr>
          <p:txBody>
            <a:bodyPr/>
            <a:lstStyle/>
            <a:p>
              <a:pPr lvl="2" algn="ctr" rtl="1">
                <a:spcBef>
                  <a:spcPct val="20000"/>
                </a:spcBef>
                <a:buFont typeface="Arial" charset="0"/>
                <a:buNone/>
              </a:pPr>
              <a:r>
                <a:rPr lang="ar-SA" sz="3200" b="1" dirty="0"/>
                <a:t>ربط الشارات الحاصل عليها الطالب بفرصته للدخول إلى مستويات أعلى</a:t>
              </a:r>
              <a:endParaRPr lang="en-US" sz="3200" b="1" dirty="0">
                <a:solidFill>
                  <a:prstClr val="black"/>
                </a:solidFill>
              </a:endParaRPr>
            </a:p>
          </p:txBody>
        </p:sp>
        <p:sp>
          <p:nvSpPr>
            <p:cNvPr id="496647" name="Freeform 11"/>
            <p:cNvSpPr>
              <a:spLocks/>
            </p:cNvSpPr>
            <p:nvPr/>
          </p:nvSpPr>
          <p:spPr bwMode="auto">
            <a:xfrm>
              <a:off x="3796978" y="1851913"/>
              <a:ext cx="416706" cy="270903"/>
            </a:xfrm>
            <a:custGeom>
              <a:avLst/>
              <a:gdLst>
                <a:gd name="T0" fmla="*/ 329923880 w 400"/>
                <a:gd name="T1" fmla="*/ 79250584 h 260"/>
                <a:gd name="T2" fmla="*/ 312558704 w 400"/>
                <a:gd name="T3" fmla="*/ 80336279 h 260"/>
                <a:gd name="T4" fmla="*/ 201860724 w 400"/>
                <a:gd name="T5" fmla="*/ 0 h 260"/>
                <a:gd name="T6" fmla="*/ 86821743 w 400"/>
                <a:gd name="T7" fmla="*/ 112905056 h 260"/>
                <a:gd name="T8" fmla="*/ 87907262 w 400"/>
                <a:gd name="T9" fmla="*/ 129189445 h 260"/>
                <a:gd name="T10" fmla="*/ 78139676 w 400"/>
                <a:gd name="T11" fmla="*/ 128103750 h 260"/>
                <a:gd name="T12" fmla="*/ 0 w 400"/>
                <a:gd name="T13" fmla="*/ 205183985 h 260"/>
                <a:gd name="T14" fmla="*/ 78139676 w 400"/>
                <a:gd name="T15" fmla="*/ 282263211 h 260"/>
                <a:gd name="T16" fmla="*/ 186667628 w 400"/>
                <a:gd name="T17" fmla="*/ 282263211 h 260"/>
                <a:gd name="T18" fmla="*/ 186667628 w 400"/>
                <a:gd name="T19" fmla="*/ 199755508 h 260"/>
                <a:gd name="T20" fmla="*/ 141085214 w 400"/>
                <a:gd name="T21" fmla="*/ 199755508 h 260"/>
                <a:gd name="T22" fmla="*/ 217054862 w 400"/>
                <a:gd name="T23" fmla="*/ 99877754 h 260"/>
                <a:gd name="T24" fmla="*/ 293024575 w 400"/>
                <a:gd name="T25" fmla="*/ 199755508 h 260"/>
                <a:gd name="T26" fmla="*/ 247442096 w 400"/>
                <a:gd name="T27" fmla="*/ 199755508 h 260"/>
                <a:gd name="T28" fmla="*/ 247442096 w 400"/>
                <a:gd name="T29" fmla="*/ 282263211 h 260"/>
                <a:gd name="T30" fmla="*/ 329923880 w 400"/>
                <a:gd name="T31" fmla="*/ 282263211 h 260"/>
                <a:gd name="T32" fmla="*/ 434109724 w 400"/>
                <a:gd name="T33" fmla="*/ 180214034 h 260"/>
                <a:gd name="T34" fmla="*/ 329923880 w 400"/>
                <a:gd name="T35" fmla="*/ 79250584 h 2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0"/>
                <a:gd name="T55" fmla="*/ 0 h 260"/>
                <a:gd name="T56" fmla="*/ 400 w 400"/>
                <a:gd name="T57" fmla="*/ 260 h 2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25" name="Title 3"/>
          <p:cNvSpPr txBox="1">
            <a:spLocks/>
          </p:cNvSpPr>
          <p:nvPr/>
        </p:nvSpPr>
        <p:spPr>
          <a:xfrm>
            <a:off x="4805917" y="401735"/>
            <a:ext cx="6849300" cy="828098"/>
          </a:xfrm>
          <a:prstGeom prst="rect">
            <a:avLst/>
          </a:prstGeom>
        </p:spPr>
        <p:txBody>
          <a:bodyPr vert="horz" lIns="91440" tIns="45720" rIns="91440" bIns="45720" rtlCol="0" anchor="ctr">
            <a:normAutofit/>
          </a:bodyPr>
          <a:lstStyle>
            <a:lvl1pPr algn="ctr" defTabSz="1219170" rtl="0" eaLnBrk="1" latinLnBrk="0" hangingPunct="1">
              <a:spcBef>
                <a:spcPct val="0"/>
              </a:spcBef>
              <a:buNone/>
              <a:defRPr sz="5867" b="1" kern="1200">
                <a:solidFill>
                  <a:schemeClr val="tx1">
                    <a:lumMod val="75000"/>
                    <a:lumOff val="25000"/>
                  </a:schemeClr>
                </a:solidFill>
                <a:latin typeface="+mj-lt"/>
                <a:ea typeface="+mj-ea"/>
                <a:cs typeface="+mj-cs"/>
              </a:defRPr>
            </a:lvl1pPr>
          </a:lstStyle>
          <a:p>
            <a:pPr rtl="1"/>
            <a:r>
              <a:rPr lang="ar-SA" sz="4400" dirty="0">
                <a:solidFill>
                  <a:schemeClr val="tx1"/>
                </a:solidFill>
              </a:rPr>
              <a:t>كيف يمكن تلعيب التعليم؟</a:t>
            </a:r>
            <a:endParaRPr lang="en-US" sz="4400" dirty="0">
              <a:solidFill>
                <a:schemeClr val="tx1"/>
              </a:solidFill>
            </a:endParaRPr>
          </a:p>
        </p:txBody>
      </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1397042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barn(outVertical)">
                                      <p:cBhvr>
                                        <p:cTn id="7" dur="500"/>
                                        <p:tgtEl>
                                          <p:spTgt spid="16"/>
                                        </p:tgtEl>
                                      </p:cBhvr>
                                    </p:animEffect>
                                  </p:childTnLst>
                                </p:cTn>
                              </p:par>
                            </p:childTnLst>
                          </p:cTn>
                        </p:par>
                        <p:par>
                          <p:cTn id="8" fill="hold">
                            <p:stCondLst>
                              <p:cond delay="500"/>
                            </p:stCondLst>
                            <p:childTnLst>
                              <p:par>
                                <p:cTn id="9" presetID="16" presetClass="entr" presetSubtype="42"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barn(outHorizontal)">
                                      <p:cBhvr>
                                        <p:cTn id="11" dur="500"/>
                                        <p:tgtEl>
                                          <p:spTgt spid="32"/>
                                        </p:tgtEl>
                                      </p:cBhvr>
                                    </p:animEffect>
                                  </p:childTnLst>
                                </p:cTn>
                              </p:par>
                            </p:childTnLst>
                          </p:cTn>
                        </p:par>
                        <p:par>
                          <p:cTn id="12" fill="hold">
                            <p:stCondLst>
                              <p:cond delay="1000"/>
                            </p:stCondLst>
                            <p:childTnLst>
                              <p:par>
                                <p:cTn id="13" presetID="16" presetClass="entr" presetSubtype="42"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arn(outHorizontal)">
                                      <p:cBhvr>
                                        <p:cTn id="15" dur="500"/>
                                        <p:tgtEl>
                                          <p:spTgt spid="17"/>
                                        </p:tgtEl>
                                      </p:cBhvr>
                                    </p:animEffect>
                                  </p:childTnLst>
                                </p:cTn>
                              </p:par>
                            </p:childTnLst>
                          </p:cTn>
                        </p:par>
                        <p:par>
                          <p:cTn id="16" fill="hold">
                            <p:stCondLst>
                              <p:cond delay="1500"/>
                            </p:stCondLst>
                            <p:childTnLst>
                              <p:par>
                                <p:cTn id="17" presetID="16" presetClass="entr" presetSubtype="42" fill="hold" nodeType="after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barn(outHorizontal)">
                                      <p:cBhvr>
                                        <p:cTn id="19"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a:off x="1158875" y="3602038"/>
            <a:ext cx="9928225" cy="0"/>
          </a:xfrm>
          <a:prstGeom prst="line">
            <a:avLst/>
          </a:prstGeom>
          <a:ln w="28575">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32" name="Group 31"/>
          <p:cNvGrpSpPr>
            <a:grpSpLocks noChangeAspect="1"/>
          </p:cNvGrpSpPr>
          <p:nvPr/>
        </p:nvGrpSpPr>
        <p:grpSpPr bwMode="auto">
          <a:xfrm>
            <a:off x="1356098" y="1833621"/>
            <a:ext cx="4171435" cy="3678086"/>
            <a:chOff x="688907" y="1216488"/>
            <a:chExt cx="3677266" cy="3241653"/>
          </a:xfrm>
        </p:grpSpPr>
        <p:grpSp>
          <p:nvGrpSpPr>
            <p:cNvPr id="496648" name="Group 32"/>
            <p:cNvGrpSpPr>
              <a:grpSpLocks/>
            </p:cNvGrpSpPr>
            <p:nvPr/>
          </p:nvGrpSpPr>
          <p:grpSpPr bwMode="auto">
            <a:xfrm>
              <a:off x="2044736" y="1216488"/>
              <a:ext cx="990801" cy="1490074"/>
              <a:chOff x="2196251" y="1017470"/>
              <a:chExt cx="990801" cy="1490074"/>
            </a:xfrm>
          </p:grpSpPr>
          <p:sp>
            <p:nvSpPr>
              <p:cNvPr id="36" name="Oval 35"/>
              <p:cNvSpPr/>
              <p:nvPr/>
            </p:nvSpPr>
            <p:spPr>
              <a:xfrm>
                <a:off x="2196251" y="1017470"/>
                <a:ext cx="990801" cy="99058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37" name="Isosceles Triangle 36"/>
              <p:cNvSpPr/>
              <p:nvPr/>
            </p:nvSpPr>
            <p:spPr>
              <a:xfrm flipV="1">
                <a:off x="2581144" y="1965524"/>
                <a:ext cx="215513" cy="202874"/>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38" name="Straight Connector 37"/>
              <p:cNvCxnSpPr/>
              <p:nvPr/>
            </p:nvCxnSpPr>
            <p:spPr>
              <a:xfrm>
                <a:off x="2679055" y="2092002"/>
                <a:ext cx="0" cy="415542"/>
              </a:xfrm>
              <a:prstGeom prst="line">
                <a:avLst/>
              </a:prstGeom>
              <a:ln>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9" name="Content Placeholder 2"/>
            <p:cNvSpPr txBox="1">
              <a:spLocks/>
            </p:cNvSpPr>
            <p:nvPr/>
          </p:nvSpPr>
          <p:spPr bwMode="auto">
            <a:xfrm>
              <a:off x="688907" y="3070875"/>
              <a:ext cx="3677266" cy="1387266"/>
            </a:xfrm>
            <a:prstGeom prst="rect">
              <a:avLst/>
            </a:prstGeom>
            <a:noFill/>
            <a:ln w="9525">
              <a:noFill/>
              <a:miter lim="800000"/>
              <a:headEnd/>
              <a:tailEnd/>
            </a:ln>
          </p:spPr>
          <p:txBody>
            <a:bodyPr/>
            <a:lstStyle/>
            <a:p>
              <a:pPr lvl="1" algn="ctr" rtl="1"/>
              <a:r>
                <a:rPr lang="ar-SA" sz="3200" b="1" dirty="0"/>
                <a:t>يساعد الطلاب على التعلم في جو من الحرية والاستقلالية</a:t>
              </a:r>
              <a:endParaRPr lang="en-US" sz="3200" b="1" dirty="0">
                <a:solidFill>
                  <a:prstClr val="black"/>
                </a:solidFill>
              </a:endParaRPr>
            </a:p>
          </p:txBody>
        </p:sp>
        <p:sp>
          <p:nvSpPr>
            <p:cNvPr id="496650" name="Freeform 6"/>
            <p:cNvSpPr>
              <a:spLocks noEditPoints="1"/>
            </p:cNvSpPr>
            <p:nvPr/>
          </p:nvSpPr>
          <p:spPr bwMode="auto">
            <a:xfrm>
              <a:off x="2368461" y="1525970"/>
              <a:ext cx="337851" cy="371636"/>
            </a:xfrm>
            <a:custGeom>
              <a:avLst/>
              <a:gdLst>
                <a:gd name="T0" fmla="*/ 280158470 w 376"/>
                <a:gd name="T1" fmla="*/ 277446075 h 376"/>
                <a:gd name="T2" fmla="*/ 280158470 w 376"/>
                <a:gd name="T3" fmla="*/ 232507724 h 376"/>
                <a:gd name="T4" fmla="*/ 224449857 w 376"/>
                <a:gd name="T5" fmla="*/ 165100290 h 376"/>
                <a:gd name="T6" fmla="*/ 192154547 w 376"/>
                <a:gd name="T7" fmla="*/ 165100290 h 376"/>
                <a:gd name="T8" fmla="*/ 167126625 w 376"/>
                <a:gd name="T9" fmla="*/ 144584210 h 376"/>
                <a:gd name="T10" fmla="*/ 167126625 w 376"/>
                <a:gd name="T11" fmla="*/ 89876610 h 376"/>
                <a:gd name="T12" fmla="*/ 190539871 w 376"/>
                <a:gd name="T13" fmla="*/ 46892359 h 376"/>
                <a:gd name="T14" fmla="*/ 151786757 w 376"/>
                <a:gd name="T15" fmla="*/ 0 h 376"/>
                <a:gd name="T16" fmla="*/ 113032716 w 376"/>
                <a:gd name="T17" fmla="*/ 46892359 h 376"/>
                <a:gd name="T18" fmla="*/ 136445990 w 376"/>
                <a:gd name="T19" fmla="*/ 89876610 h 376"/>
                <a:gd name="T20" fmla="*/ 136445990 w 376"/>
                <a:gd name="T21" fmla="*/ 144584210 h 376"/>
                <a:gd name="T22" fmla="*/ 111418040 w 376"/>
                <a:gd name="T23" fmla="*/ 165100290 h 376"/>
                <a:gd name="T24" fmla="*/ 79122730 w 376"/>
                <a:gd name="T25" fmla="*/ 165100290 h 376"/>
                <a:gd name="T26" fmla="*/ 23414152 w 376"/>
                <a:gd name="T27" fmla="*/ 232507724 h 376"/>
                <a:gd name="T28" fmla="*/ 23414152 w 376"/>
                <a:gd name="T29" fmla="*/ 277446075 h 376"/>
                <a:gd name="T30" fmla="*/ 0 w 376"/>
                <a:gd name="T31" fmla="*/ 320430311 h 376"/>
                <a:gd name="T32" fmla="*/ 38754027 w 376"/>
                <a:gd name="T33" fmla="*/ 367322655 h 376"/>
                <a:gd name="T34" fmla="*/ 77508054 w 376"/>
                <a:gd name="T35" fmla="*/ 320430311 h 376"/>
                <a:gd name="T36" fmla="*/ 54093895 w 376"/>
                <a:gd name="T37" fmla="*/ 277446075 h 376"/>
                <a:gd name="T38" fmla="*/ 54093895 w 376"/>
                <a:gd name="T39" fmla="*/ 232507724 h 376"/>
                <a:gd name="T40" fmla="*/ 79122730 w 376"/>
                <a:gd name="T41" fmla="*/ 202222365 h 376"/>
                <a:gd name="T42" fmla="*/ 111418040 w 376"/>
                <a:gd name="T43" fmla="*/ 202222365 h 376"/>
                <a:gd name="T44" fmla="*/ 136445990 w 376"/>
                <a:gd name="T45" fmla="*/ 197338714 h 376"/>
                <a:gd name="T46" fmla="*/ 136445990 w 376"/>
                <a:gd name="T47" fmla="*/ 277446075 h 376"/>
                <a:gd name="T48" fmla="*/ 113032716 w 376"/>
                <a:gd name="T49" fmla="*/ 320430311 h 376"/>
                <a:gd name="T50" fmla="*/ 151786757 w 376"/>
                <a:gd name="T51" fmla="*/ 367322655 h 376"/>
                <a:gd name="T52" fmla="*/ 190539871 w 376"/>
                <a:gd name="T53" fmla="*/ 320430311 h 376"/>
                <a:gd name="T54" fmla="*/ 167126625 w 376"/>
                <a:gd name="T55" fmla="*/ 277446075 h 376"/>
                <a:gd name="T56" fmla="*/ 167126625 w 376"/>
                <a:gd name="T57" fmla="*/ 197338714 h 376"/>
                <a:gd name="T58" fmla="*/ 192154547 w 376"/>
                <a:gd name="T59" fmla="*/ 202222365 h 376"/>
                <a:gd name="T60" fmla="*/ 224449857 w 376"/>
                <a:gd name="T61" fmla="*/ 202222365 h 376"/>
                <a:gd name="T62" fmla="*/ 249478734 w 376"/>
                <a:gd name="T63" fmla="*/ 232507724 h 376"/>
                <a:gd name="T64" fmla="*/ 249478734 w 376"/>
                <a:gd name="T65" fmla="*/ 277446075 h 376"/>
                <a:gd name="T66" fmla="*/ 226064533 w 376"/>
                <a:gd name="T67" fmla="*/ 320430311 h 376"/>
                <a:gd name="T68" fmla="*/ 264818602 w 376"/>
                <a:gd name="T69" fmla="*/ 367322655 h 376"/>
                <a:gd name="T70" fmla="*/ 303572615 w 376"/>
                <a:gd name="T71" fmla="*/ 320430311 h 376"/>
                <a:gd name="T72" fmla="*/ 280158470 w 376"/>
                <a:gd name="T73" fmla="*/ 277446075 h 376"/>
                <a:gd name="T74" fmla="*/ 60552612 w 376"/>
                <a:gd name="T75" fmla="*/ 320430311 h 376"/>
                <a:gd name="T76" fmla="*/ 38754027 w 376"/>
                <a:gd name="T77" fmla="*/ 347784096 h 376"/>
                <a:gd name="T78" fmla="*/ 16147662 w 376"/>
                <a:gd name="T79" fmla="*/ 320430311 h 376"/>
                <a:gd name="T80" fmla="*/ 38754027 w 376"/>
                <a:gd name="T81" fmla="*/ 293076527 h 376"/>
                <a:gd name="T82" fmla="*/ 60552612 w 376"/>
                <a:gd name="T83" fmla="*/ 320430311 h 376"/>
                <a:gd name="T84" fmla="*/ 129179501 w 376"/>
                <a:gd name="T85" fmla="*/ 46892359 h 376"/>
                <a:gd name="T86" fmla="*/ 151786757 w 376"/>
                <a:gd name="T87" fmla="*/ 19538566 h 376"/>
                <a:gd name="T88" fmla="*/ 173585328 w 376"/>
                <a:gd name="T89" fmla="*/ 46892359 h 376"/>
                <a:gd name="T90" fmla="*/ 151786757 w 376"/>
                <a:gd name="T91" fmla="*/ 74246159 h 376"/>
                <a:gd name="T92" fmla="*/ 129179501 w 376"/>
                <a:gd name="T93" fmla="*/ 46892359 h 376"/>
                <a:gd name="T94" fmla="*/ 173585328 w 376"/>
                <a:gd name="T95" fmla="*/ 320430311 h 376"/>
                <a:gd name="T96" fmla="*/ 151786757 w 376"/>
                <a:gd name="T97" fmla="*/ 347784096 h 376"/>
                <a:gd name="T98" fmla="*/ 129179501 w 376"/>
                <a:gd name="T99" fmla="*/ 320430311 h 376"/>
                <a:gd name="T100" fmla="*/ 151786757 w 376"/>
                <a:gd name="T101" fmla="*/ 293076527 h 376"/>
                <a:gd name="T102" fmla="*/ 173585328 w 376"/>
                <a:gd name="T103" fmla="*/ 320430311 h 376"/>
                <a:gd name="T104" fmla="*/ 264818602 w 376"/>
                <a:gd name="T105" fmla="*/ 347784096 h 376"/>
                <a:gd name="T106" fmla="*/ 242212244 w 376"/>
                <a:gd name="T107" fmla="*/ 320430311 h 376"/>
                <a:gd name="T108" fmla="*/ 264818602 w 376"/>
                <a:gd name="T109" fmla="*/ 293076527 h 376"/>
                <a:gd name="T110" fmla="*/ 286618072 w 376"/>
                <a:gd name="T111" fmla="*/ 320430311 h 376"/>
                <a:gd name="T112" fmla="*/ 264818602 w 376"/>
                <a:gd name="T113" fmla="*/ 347784096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6"/>
                <a:gd name="T172" fmla="*/ 0 h 376"/>
                <a:gd name="T173" fmla="*/ 376 w 376"/>
                <a:gd name="T174" fmla="*/ 376 h 3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9" name="Group 38"/>
          <p:cNvGrpSpPr>
            <a:grpSpLocks noChangeAspect="1"/>
          </p:cNvGrpSpPr>
          <p:nvPr/>
        </p:nvGrpSpPr>
        <p:grpSpPr bwMode="auto">
          <a:xfrm>
            <a:off x="7611956" y="1833563"/>
            <a:ext cx="4484269" cy="3354256"/>
            <a:chOff x="1916230" y="1492065"/>
            <a:chExt cx="3952859" cy="2956137"/>
          </a:xfrm>
        </p:grpSpPr>
        <p:grpSp>
          <p:nvGrpSpPr>
            <p:cNvPr id="41" name="Group 40"/>
            <p:cNvGrpSpPr/>
            <p:nvPr/>
          </p:nvGrpSpPr>
          <p:grpSpPr>
            <a:xfrm>
              <a:off x="3504691" y="1492065"/>
              <a:ext cx="990600" cy="1490606"/>
              <a:chOff x="1180764" y="1293047"/>
              <a:chExt cx="990600" cy="1490606"/>
            </a:xfrm>
            <a:solidFill>
              <a:schemeClr val="accent2"/>
            </a:solidFill>
          </p:grpSpPr>
          <p:sp>
            <p:nvSpPr>
              <p:cNvPr id="44" name="Oval 43"/>
              <p:cNvSpPr/>
              <p:nvPr/>
            </p:nvSpPr>
            <p:spPr>
              <a:xfrm>
                <a:off x="1180764" y="1293047"/>
                <a:ext cx="990600" cy="9906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45" name="Isosceles Triangle 44"/>
              <p:cNvSpPr/>
              <p:nvPr/>
            </p:nvSpPr>
            <p:spPr>
              <a:xfrm flipV="1">
                <a:off x="1568733" y="2215149"/>
                <a:ext cx="214662" cy="203559"/>
              </a:xfrm>
              <a:prstGeom prs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46" name="Straight Connector 45"/>
              <p:cNvCxnSpPr/>
              <p:nvPr/>
            </p:nvCxnSpPr>
            <p:spPr>
              <a:xfrm>
                <a:off x="1663272" y="2368550"/>
                <a:ext cx="0" cy="415103"/>
              </a:xfrm>
              <a:prstGeom prst="line">
                <a:avLst/>
              </a:prstGeom>
              <a:grpFill/>
              <a:ln>
                <a:solidFill>
                  <a:srgbClr val="FF0000"/>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6" name="Content Placeholder 2"/>
            <p:cNvSpPr txBox="1">
              <a:spLocks/>
            </p:cNvSpPr>
            <p:nvPr/>
          </p:nvSpPr>
          <p:spPr bwMode="auto">
            <a:xfrm>
              <a:off x="1916230" y="3482233"/>
              <a:ext cx="3952859" cy="965969"/>
            </a:xfrm>
            <a:prstGeom prst="rect">
              <a:avLst/>
            </a:prstGeom>
            <a:noFill/>
            <a:ln w="9525">
              <a:noFill/>
              <a:miter lim="800000"/>
              <a:headEnd/>
              <a:tailEnd/>
            </a:ln>
          </p:spPr>
          <p:txBody>
            <a:bodyPr/>
            <a:lstStyle/>
            <a:p>
              <a:pPr lvl="1" algn="ctr" rtl="1">
                <a:spcBef>
                  <a:spcPct val="20000"/>
                </a:spcBef>
                <a:buFont typeface="Arial" charset="0"/>
                <a:buNone/>
              </a:pPr>
              <a:r>
                <a:rPr lang="ar-SA" sz="3200" b="1" dirty="0"/>
                <a:t>يحفز الطلاب على التعلم الذاتي المستمر</a:t>
              </a:r>
              <a:endParaRPr lang="en-US" sz="3200" b="1" dirty="0">
                <a:solidFill>
                  <a:prstClr val="black"/>
                </a:solidFill>
              </a:endParaRPr>
            </a:p>
          </p:txBody>
        </p:sp>
        <p:sp>
          <p:nvSpPr>
            <p:cNvPr id="496647" name="Freeform 11"/>
            <p:cNvSpPr>
              <a:spLocks/>
            </p:cNvSpPr>
            <p:nvPr/>
          </p:nvSpPr>
          <p:spPr bwMode="auto">
            <a:xfrm>
              <a:off x="3796978" y="1851913"/>
              <a:ext cx="416706" cy="270903"/>
            </a:xfrm>
            <a:custGeom>
              <a:avLst/>
              <a:gdLst>
                <a:gd name="T0" fmla="*/ 329923880 w 400"/>
                <a:gd name="T1" fmla="*/ 79250584 h 260"/>
                <a:gd name="T2" fmla="*/ 312558704 w 400"/>
                <a:gd name="T3" fmla="*/ 80336279 h 260"/>
                <a:gd name="T4" fmla="*/ 201860724 w 400"/>
                <a:gd name="T5" fmla="*/ 0 h 260"/>
                <a:gd name="T6" fmla="*/ 86821743 w 400"/>
                <a:gd name="T7" fmla="*/ 112905056 h 260"/>
                <a:gd name="T8" fmla="*/ 87907262 w 400"/>
                <a:gd name="T9" fmla="*/ 129189445 h 260"/>
                <a:gd name="T10" fmla="*/ 78139676 w 400"/>
                <a:gd name="T11" fmla="*/ 128103750 h 260"/>
                <a:gd name="T12" fmla="*/ 0 w 400"/>
                <a:gd name="T13" fmla="*/ 205183985 h 260"/>
                <a:gd name="T14" fmla="*/ 78139676 w 400"/>
                <a:gd name="T15" fmla="*/ 282263211 h 260"/>
                <a:gd name="T16" fmla="*/ 186667628 w 400"/>
                <a:gd name="T17" fmla="*/ 282263211 h 260"/>
                <a:gd name="T18" fmla="*/ 186667628 w 400"/>
                <a:gd name="T19" fmla="*/ 199755508 h 260"/>
                <a:gd name="T20" fmla="*/ 141085214 w 400"/>
                <a:gd name="T21" fmla="*/ 199755508 h 260"/>
                <a:gd name="T22" fmla="*/ 217054862 w 400"/>
                <a:gd name="T23" fmla="*/ 99877754 h 260"/>
                <a:gd name="T24" fmla="*/ 293024575 w 400"/>
                <a:gd name="T25" fmla="*/ 199755508 h 260"/>
                <a:gd name="T26" fmla="*/ 247442096 w 400"/>
                <a:gd name="T27" fmla="*/ 199755508 h 260"/>
                <a:gd name="T28" fmla="*/ 247442096 w 400"/>
                <a:gd name="T29" fmla="*/ 282263211 h 260"/>
                <a:gd name="T30" fmla="*/ 329923880 w 400"/>
                <a:gd name="T31" fmla="*/ 282263211 h 260"/>
                <a:gd name="T32" fmla="*/ 434109724 w 400"/>
                <a:gd name="T33" fmla="*/ 180214034 h 260"/>
                <a:gd name="T34" fmla="*/ 329923880 w 400"/>
                <a:gd name="T35" fmla="*/ 79250584 h 2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0"/>
                <a:gd name="T55" fmla="*/ 0 h 260"/>
                <a:gd name="T56" fmla="*/ 400 w 400"/>
                <a:gd name="T57" fmla="*/ 260 h 2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18" name="Title 3"/>
          <p:cNvSpPr txBox="1">
            <a:spLocks/>
          </p:cNvSpPr>
          <p:nvPr/>
        </p:nvSpPr>
        <p:spPr>
          <a:xfrm>
            <a:off x="4805917" y="401735"/>
            <a:ext cx="6849300" cy="828098"/>
          </a:xfrm>
          <a:prstGeom prst="rect">
            <a:avLst/>
          </a:prstGeom>
        </p:spPr>
        <p:txBody>
          <a:bodyPr vert="horz" lIns="91440" tIns="45720" rIns="91440" bIns="45720" rtlCol="0" anchor="ctr">
            <a:normAutofit/>
          </a:bodyPr>
          <a:lstStyle>
            <a:lvl1pPr algn="ctr" defTabSz="1219170" rtl="0" eaLnBrk="1" latinLnBrk="0" hangingPunct="1">
              <a:spcBef>
                <a:spcPct val="0"/>
              </a:spcBef>
              <a:buNone/>
              <a:defRPr sz="5867" b="1" kern="1200">
                <a:solidFill>
                  <a:schemeClr val="tx1">
                    <a:lumMod val="75000"/>
                    <a:lumOff val="25000"/>
                  </a:schemeClr>
                </a:solidFill>
                <a:latin typeface="+mj-lt"/>
                <a:ea typeface="+mj-ea"/>
                <a:cs typeface="+mj-cs"/>
              </a:defRPr>
            </a:lvl1pPr>
          </a:lstStyle>
          <a:p>
            <a:pPr rtl="1"/>
            <a:r>
              <a:rPr lang="ar-SA" sz="4400" u="sng" dirty="0"/>
              <a:t>د- فوائد التلعيب أو اللعوبة</a:t>
            </a:r>
            <a:endParaRPr lang="en-US" sz="4400" u="sng" dirty="0"/>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60589560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barn(outVertical)">
                                      <p:cBhvr>
                                        <p:cTn id="7" dur="500"/>
                                        <p:tgtEl>
                                          <p:spTgt spid="16"/>
                                        </p:tgtEl>
                                      </p:cBhvr>
                                    </p:animEffect>
                                  </p:childTnLst>
                                </p:cTn>
                              </p:par>
                            </p:childTnLst>
                          </p:cTn>
                        </p:par>
                        <p:par>
                          <p:cTn id="8" fill="hold">
                            <p:stCondLst>
                              <p:cond delay="500"/>
                            </p:stCondLst>
                            <p:childTnLst>
                              <p:par>
                                <p:cTn id="9" presetID="16" presetClass="entr" presetSubtype="42"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barn(outHorizontal)">
                                      <p:cBhvr>
                                        <p:cTn id="11" dur="500"/>
                                        <p:tgtEl>
                                          <p:spTgt spid="32"/>
                                        </p:tgtEl>
                                      </p:cBhvr>
                                    </p:animEffect>
                                  </p:childTnLst>
                                </p:cTn>
                              </p:par>
                            </p:childTnLst>
                          </p:cTn>
                        </p:par>
                        <p:par>
                          <p:cTn id="12" fill="hold">
                            <p:stCondLst>
                              <p:cond delay="1000"/>
                            </p:stCondLst>
                            <p:childTnLst>
                              <p:par>
                                <p:cTn id="13" presetID="16" presetClass="entr" presetSubtype="42" fill="hold" nodeType="after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barn(outHorizontal)">
                                      <p:cBhvr>
                                        <p:cTn id="15"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a:off x="1158875" y="3602038"/>
            <a:ext cx="9928225" cy="0"/>
          </a:xfrm>
          <a:prstGeom prst="line">
            <a:avLst/>
          </a:prstGeom>
          <a:ln w="28575">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17" name="Group 16"/>
          <p:cNvGrpSpPr>
            <a:grpSpLocks noChangeAspect="1"/>
          </p:cNvGrpSpPr>
          <p:nvPr/>
        </p:nvGrpSpPr>
        <p:grpSpPr bwMode="auto">
          <a:xfrm>
            <a:off x="3927743" y="2075970"/>
            <a:ext cx="4330821" cy="3235805"/>
            <a:chOff x="312016" y="1624235"/>
            <a:chExt cx="3817287" cy="2852515"/>
          </a:xfrm>
        </p:grpSpPr>
        <p:grpSp>
          <p:nvGrpSpPr>
            <p:cNvPr id="18" name="Group 17"/>
            <p:cNvGrpSpPr/>
            <p:nvPr/>
          </p:nvGrpSpPr>
          <p:grpSpPr>
            <a:xfrm flipV="1">
              <a:off x="1903612" y="2986144"/>
              <a:ext cx="990600" cy="1490606"/>
              <a:chOff x="1180764" y="1293047"/>
              <a:chExt cx="990600" cy="1490606"/>
            </a:xfrm>
            <a:solidFill>
              <a:schemeClr val="accent4"/>
            </a:solidFill>
          </p:grpSpPr>
          <p:sp>
            <p:nvSpPr>
              <p:cNvPr id="21" name="Oval 20"/>
              <p:cNvSpPr/>
              <p:nvPr/>
            </p:nvSpPr>
            <p:spPr>
              <a:xfrm>
                <a:off x="1180764" y="1293047"/>
                <a:ext cx="990600" cy="9906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22" name="Isosceles Triangle 21"/>
              <p:cNvSpPr/>
              <p:nvPr/>
            </p:nvSpPr>
            <p:spPr>
              <a:xfrm flipV="1">
                <a:off x="1568733" y="2215149"/>
                <a:ext cx="214662" cy="203559"/>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23" name="Straight Connector 22"/>
              <p:cNvCxnSpPr/>
              <p:nvPr/>
            </p:nvCxnSpPr>
            <p:spPr>
              <a:xfrm>
                <a:off x="1676064" y="2368550"/>
                <a:ext cx="0" cy="415103"/>
              </a:xfrm>
              <a:prstGeom prst="line">
                <a:avLst/>
              </a:prstGeom>
              <a:grpFill/>
              <a:ln>
                <a:solidFill>
                  <a:schemeClr val="accent4"/>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55" name="Content Placeholder 2"/>
            <p:cNvSpPr txBox="1">
              <a:spLocks/>
            </p:cNvSpPr>
            <p:nvPr/>
          </p:nvSpPr>
          <p:spPr bwMode="auto">
            <a:xfrm>
              <a:off x="312016" y="1624235"/>
              <a:ext cx="3817287" cy="1536078"/>
            </a:xfrm>
            <a:prstGeom prst="rect">
              <a:avLst/>
            </a:prstGeom>
            <a:noFill/>
            <a:ln w="9525">
              <a:noFill/>
              <a:miter lim="800000"/>
              <a:headEnd/>
              <a:tailEnd/>
            </a:ln>
          </p:spPr>
          <p:txBody>
            <a:bodyPr/>
            <a:lstStyle/>
            <a:p>
              <a:pPr algn="ctr">
                <a:spcBef>
                  <a:spcPct val="20000"/>
                </a:spcBef>
                <a:buFont typeface="Arial" charset="0"/>
                <a:buNone/>
              </a:pPr>
              <a:r>
                <a:rPr lang="ar-SA" sz="3200" b="1" dirty="0"/>
                <a:t>توسيع هامش الحرية في الخطأ والمحاولة مرة أخرى دون أي انعكاسات سلبية</a:t>
              </a:r>
              <a:endParaRPr lang="en-US" sz="3200" b="1" dirty="0">
                <a:solidFill>
                  <a:prstClr val="black"/>
                </a:solidFill>
              </a:endParaRPr>
            </a:p>
          </p:txBody>
        </p:sp>
        <p:sp>
          <p:nvSpPr>
            <p:cNvPr id="496656" name="Freeform 16"/>
            <p:cNvSpPr>
              <a:spLocks noEditPoints="1"/>
            </p:cNvSpPr>
            <p:nvPr/>
          </p:nvSpPr>
          <p:spPr bwMode="auto">
            <a:xfrm>
              <a:off x="2206179" y="3788938"/>
              <a:ext cx="385465" cy="385025"/>
            </a:xfrm>
            <a:custGeom>
              <a:avLst/>
              <a:gdLst>
                <a:gd name="T0" fmla="*/ 197548215 w 371"/>
                <a:gd name="T1" fmla="*/ 1083273 h 370"/>
                <a:gd name="T2" fmla="*/ 2159020 w 371"/>
                <a:gd name="T3" fmla="*/ 202496092 h 370"/>
                <a:gd name="T4" fmla="*/ 202945762 w 371"/>
                <a:gd name="T5" fmla="*/ 399576862 h 370"/>
                <a:gd name="T6" fmla="*/ 399414468 w 371"/>
                <a:gd name="T7" fmla="*/ 197081810 h 370"/>
                <a:gd name="T8" fmla="*/ 197548215 w 371"/>
                <a:gd name="T9" fmla="*/ 1083273 h 370"/>
                <a:gd name="T10" fmla="*/ 198627724 w 371"/>
                <a:gd name="T11" fmla="*/ 27071419 h 370"/>
                <a:gd name="T12" fmla="*/ 280669468 w 371"/>
                <a:gd name="T13" fmla="*/ 46563051 h 370"/>
                <a:gd name="T14" fmla="*/ 253681667 w 371"/>
                <a:gd name="T15" fmla="*/ 90960598 h 370"/>
                <a:gd name="T16" fmla="*/ 200786743 w 371"/>
                <a:gd name="T17" fmla="*/ 79048761 h 370"/>
                <a:gd name="T18" fmla="*/ 147891820 w 371"/>
                <a:gd name="T19" fmla="*/ 90960598 h 370"/>
                <a:gd name="T20" fmla="*/ 120904051 w 371"/>
                <a:gd name="T21" fmla="*/ 46563051 h 370"/>
                <a:gd name="T22" fmla="*/ 198627724 w 371"/>
                <a:gd name="T23" fmla="*/ 27071419 h 370"/>
                <a:gd name="T24" fmla="*/ 91757296 w 371"/>
                <a:gd name="T25" fmla="*/ 253390137 h 370"/>
                <a:gd name="T26" fmla="*/ 47498432 w 371"/>
                <a:gd name="T27" fmla="*/ 280462654 h 370"/>
                <a:gd name="T28" fmla="*/ 28067254 w 371"/>
                <a:gd name="T29" fmla="*/ 202496092 h 370"/>
                <a:gd name="T30" fmla="*/ 47498432 w 371"/>
                <a:gd name="T31" fmla="*/ 120197514 h 370"/>
                <a:gd name="T32" fmla="*/ 91757296 w 371"/>
                <a:gd name="T33" fmla="*/ 147269998 h 370"/>
                <a:gd name="T34" fmla="*/ 79882692 w 371"/>
                <a:gd name="T35" fmla="*/ 200330588 h 370"/>
                <a:gd name="T36" fmla="*/ 91757296 w 371"/>
                <a:gd name="T37" fmla="*/ 253390137 h 370"/>
                <a:gd name="T38" fmla="*/ 202945762 w 371"/>
                <a:gd name="T39" fmla="*/ 373588724 h 370"/>
                <a:gd name="T40" fmla="*/ 120904051 w 371"/>
                <a:gd name="T41" fmla="*/ 354097100 h 370"/>
                <a:gd name="T42" fmla="*/ 147891820 w 371"/>
                <a:gd name="T43" fmla="*/ 309699569 h 370"/>
                <a:gd name="T44" fmla="*/ 200786743 w 371"/>
                <a:gd name="T45" fmla="*/ 321611406 h 370"/>
                <a:gd name="T46" fmla="*/ 253681667 w 371"/>
                <a:gd name="T47" fmla="*/ 309699569 h 370"/>
                <a:gd name="T48" fmla="*/ 280669468 w 371"/>
                <a:gd name="T49" fmla="*/ 354097100 h 370"/>
                <a:gd name="T50" fmla="*/ 202945762 w 371"/>
                <a:gd name="T51" fmla="*/ 373588724 h 370"/>
                <a:gd name="T52" fmla="*/ 200786743 w 371"/>
                <a:gd name="T53" fmla="*/ 295622228 h 370"/>
                <a:gd name="T54" fmla="*/ 105790919 w 371"/>
                <a:gd name="T55" fmla="*/ 200330588 h 370"/>
                <a:gd name="T56" fmla="*/ 200786743 w 371"/>
                <a:gd name="T57" fmla="*/ 105037940 h 370"/>
                <a:gd name="T58" fmla="*/ 295782600 w 371"/>
                <a:gd name="T59" fmla="*/ 200330588 h 370"/>
                <a:gd name="T60" fmla="*/ 200786743 w 371"/>
                <a:gd name="T61" fmla="*/ 295622228 h 370"/>
                <a:gd name="T62" fmla="*/ 308736714 w 371"/>
                <a:gd name="T63" fmla="*/ 253390137 h 370"/>
                <a:gd name="T64" fmla="*/ 321690827 w 371"/>
                <a:gd name="T65" fmla="*/ 200330588 h 370"/>
                <a:gd name="T66" fmla="*/ 308736714 w 371"/>
                <a:gd name="T67" fmla="*/ 147269998 h 370"/>
                <a:gd name="T68" fmla="*/ 354075071 w 371"/>
                <a:gd name="T69" fmla="*/ 120197514 h 370"/>
                <a:gd name="T70" fmla="*/ 373506241 w 371"/>
                <a:gd name="T71" fmla="*/ 198164042 h 370"/>
                <a:gd name="T72" fmla="*/ 354075071 w 371"/>
                <a:gd name="T73" fmla="*/ 280462654 h 370"/>
                <a:gd name="T74" fmla="*/ 308736714 w 371"/>
                <a:gd name="T75" fmla="*/ 253390137 h 3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1"/>
                <a:gd name="T115" fmla="*/ 0 h 370"/>
                <a:gd name="T116" fmla="*/ 371 w 371"/>
                <a:gd name="T117" fmla="*/ 370 h 37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2" name="Group 31"/>
          <p:cNvGrpSpPr>
            <a:grpSpLocks noChangeAspect="1"/>
          </p:cNvGrpSpPr>
          <p:nvPr/>
        </p:nvGrpSpPr>
        <p:grpSpPr bwMode="auto">
          <a:xfrm>
            <a:off x="407645" y="2146300"/>
            <a:ext cx="4168653" cy="3628366"/>
            <a:chOff x="-147188" y="1492065"/>
            <a:chExt cx="3674814" cy="3197833"/>
          </a:xfrm>
        </p:grpSpPr>
        <p:grpSp>
          <p:nvGrpSpPr>
            <p:cNvPr id="496648" name="Group 32"/>
            <p:cNvGrpSpPr>
              <a:grpSpLocks/>
            </p:cNvGrpSpPr>
            <p:nvPr/>
          </p:nvGrpSpPr>
          <p:grpSpPr bwMode="auto">
            <a:xfrm>
              <a:off x="1029249" y="1492065"/>
              <a:ext cx="990600" cy="1490606"/>
              <a:chOff x="1180764" y="1293047"/>
              <a:chExt cx="990600" cy="1490606"/>
            </a:xfrm>
          </p:grpSpPr>
          <p:sp>
            <p:nvSpPr>
              <p:cNvPr id="36" name="Oval 35"/>
              <p:cNvSpPr/>
              <p:nvPr/>
            </p:nvSpPr>
            <p:spPr>
              <a:xfrm>
                <a:off x="1180158" y="1293047"/>
                <a:ext cx="990801" cy="99058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37" name="Isosceles Triangle 36"/>
              <p:cNvSpPr/>
              <p:nvPr/>
            </p:nvSpPr>
            <p:spPr>
              <a:xfrm flipV="1">
                <a:off x="1567801" y="2215075"/>
                <a:ext cx="215513" cy="202874"/>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38" name="Straight Connector 37"/>
              <p:cNvCxnSpPr/>
              <p:nvPr/>
            </p:nvCxnSpPr>
            <p:spPr>
              <a:xfrm>
                <a:off x="1662963" y="2367580"/>
                <a:ext cx="0" cy="415542"/>
              </a:xfrm>
              <a:prstGeom prst="line">
                <a:avLst/>
              </a:prstGeom>
              <a:ln>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9" name="Content Placeholder 2"/>
            <p:cNvSpPr txBox="1">
              <a:spLocks/>
            </p:cNvSpPr>
            <p:nvPr/>
          </p:nvSpPr>
          <p:spPr bwMode="auto">
            <a:xfrm>
              <a:off x="-147188" y="3302632"/>
              <a:ext cx="3674814" cy="1387266"/>
            </a:xfrm>
            <a:prstGeom prst="rect">
              <a:avLst/>
            </a:prstGeom>
            <a:noFill/>
            <a:ln w="9525">
              <a:noFill/>
              <a:miter lim="800000"/>
              <a:headEnd/>
              <a:tailEnd/>
            </a:ln>
          </p:spPr>
          <p:txBody>
            <a:bodyPr/>
            <a:lstStyle/>
            <a:p>
              <a:pPr algn="ctr" rtl="1"/>
              <a:r>
                <a:rPr lang="ar-SA" sz="3200" b="1" dirty="0"/>
                <a:t>إتاحة فرصة التعلم باستخدام الشخصيات الافتراضية</a:t>
              </a:r>
              <a:endParaRPr lang="en-US" sz="3200" b="1" dirty="0">
                <a:solidFill>
                  <a:prstClr val="black"/>
                </a:solidFill>
              </a:endParaRPr>
            </a:p>
          </p:txBody>
        </p:sp>
        <p:sp>
          <p:nvSpPr>
            <p:cNvPr id="496650" name="Freeform 6"/>
            <p:cNvSpPr>
              <a:spLocks noEditPoints="1"/>
            </p:cNvSpPr>
            <p:nvPr/>
          </p:nvSpPr>
          <p:spPr bwMode="auto">
            <a:xfrm>
              <a:off x="1352369" y="1801547"/>
              <a:ext cx="337851" cy="371636"/>
            </a:xfrm>
            <a:custGeom>
              <a:avLst/>
              <a:gdLst>
                <a:gd name="T0" fmla="*/ 280158470 w 376"/>
                <a:gd name="T1" fmla="*/ 277446075 h 376"/>
                <a:gd name="T2" fmla="*/ 280158470 w 376"/>
                <a:gd name="T3" fmla="*/ 232507724 h 376"/>
                <a:gd name="T4" fmla="*/ 224449857 w 376"/>
                <a:gd name="T5" fmla="*/ 165100290 h 376"/>
                <a:gd name="T6" fmla="*/ 192154547 w 376"/>
                <a:gd name="T7" fmla="*/ 165100290 h 376"/>
                <a:gd name="T8" fmla="*/ 167126625 w 376"/>
                <a:gd name="T9" fmla="*/ 144584210 h 376"/>
                <a:gd name="T10" fmla="*/ 167126625 w 376"/>
                <a:gd name="T11" fmla="*/ 89876610 h 376"/>
                <a:gd name="T12" fmla="*/ 190539871 w 376"/>
                <a:gd name="T13" fmla="*/ 46892359 h 376"/>
                <a:gd name="T14" fmla="*/ 151786757 w 376"/>
                <a:gd name="T15" fmla="*/ 0 h 376"/>
                <a:gd name="T16" fmla="*/ 113032716 w 376"/>
                <a:gd name="T17" fmla="*/ 46892359 h 376"/>
                <a:gd name="T18" fmla="*/ 136445990 w 376"/>
                <a:gd name="T19" fmla="*/ 89876610 h 376"/>
                <a:gd name="T20" fmla="*/ 136445990 w 376"/>
                <a:gd name="T21" fmla="*/ 144584210 h 376"/>
                <a:gd name="T22" fmla="*/ 111418040 w 376"/>
                <a:gd name="T23" fmla="*/ 165100290 h 376"/>
                <a:gd name="T24" fmla="*/ 79122730 w 376"/>
                <a:gd name="T25" fmla="*/ 165100290 h 376"/>
                <a:gd name="T26" fmla="*/ 23414152 w 376"/>
                <a:gd name="T27" fmla="*/ 232507724 h 376"/>
                <a:gd name="T28" fmla="*/ 23414152 w 376"/>
                <a:gd name="T29" fmla="*/ 277446075 h 376"/>
                <a:gd name="T30" fmla="*/ 0 w 376"/>
                <a:gd name="T31" fmla="*/ 320430311 h 376"/>
                <a:gd name="T32" fmla="*/ 38754027 w 376"/>
                <a:gd name="T33" fmla="*/ 367322655 h 376"/>
                <a:gd name="T34" fmla="*/ 77508054 w 376"/>
                <a:gd name="T35" fmla="*/ 320430311 h 376"/>
                <a:gd name="T36" fmla="*/ 54093895 w 376"/>
                <a:gd name="T37" fmla="*/ 277446075 h 376"/>
                <a:gd name="T38" fmla="*/ 54093895 w 376"/>
                <a:gd name="T39" fmla="*/ 232507724 h 376"/>
                <a:gd name="T40" fmla="*/ 79122730 w 376"/>
                <a:gd name="T41" fmla="*/ 202222365 h 376"/>
                <a:gd name="T42" fmla="*/ 111418040 w 376"/>
                <a:gd name="T43" fmla="*/ 202222365 h 376"/>
                <a:gd name="T44" fmla="*/ 136445990 w 376"/>
                <a:gd name="T45" fmla="*/ 197338714 h 376"/>
                <a:gd name="T46" fmla="*/ 136445990 w 376"/>
                <a:gd name="T47" fmla="*/ 277446075 h 376"/>
                <a:gd name="T48" fmla="*/ 113032716 w 376"/>
                <a:gd name="T49" fmla="*/ 320430311 h 376"/>
                <a:gd name="T50" fmla="*/ 151786757 w 376"/>
                <a:gd name="T51" fmla="*/ 367322655 h 376"/>
                <a:gd name="T52" fmla="*/ 190539871 w 376"/>
                <a:gd name="T53" fmla="*/ 320430311 h 376"/>
                <a:gd name="T54" fmla="*/ 167126625 w 376"/>
                <a:gd name="T55" fmla="*/ 277446075 h 376"/>
                <a:gd name="T56" fmla="*/ 167126625 w 376"/>
                <a:gd name="T57" fmla="*/ 197338714 h 376"/>
                <a:gd name="T58" fmla="*/ 192154547 w 376"/>
                <a:gd name="T59" fmla="*/ 202222365 h 376"/>
                <a:gd name="T60" fmla="*/ 224449857 w 376"/>
                <a:gd name="T61" fmla="*/ 202222365 h 376"/>
                <a:gd name="T62" fmla="*/ 249478734 w 376"/>
                <a:gd name="T63" fmla="*/ 232507724 h 376"/>
                <a:gd name="T64" fmla="*/ 249478734 w 376"/>
                <a:gd name="T65" fmla="*/ 277446075 h 376"/>
                <a:gd name="T66" fmla="*/ 226064533 w 376"/>
                <a:gd name="T67" fmla="*/ 320430311 h 376"/>
                <a:gd name="T68" fmla="*/ 264818602 w 376"/>
                <a:gd name="T69" fmla="*/ 367322655 h 376"/>
                <a:gd name="T70" fmla="*/ 303572615 w 376"/>
                <a:gd name="T71" fmla="*/ 320430311 h 376"/>
                <a:gd name="T72" fmla="*/ 280158470 w 376"/>
                <a:gd name="T73" fmla="*/ 277446075 h 376"/>
                <a:gd name="T74" fmla="*/ 60552612 w 376"/>
                <a:gd name="T75" fmla="*/ 320430311 h 376"/>
                <a:gd name="T76" fmla="*/ 38754027 w 376"/>
                <a:gd name="T77" fmla="*/ 347784096 h 376"/>
                <a:gd name="T78" fmla="*/ 16147662 w 376"/>
                <a:gd name="T79" fmla="*/ 320430311 h 376"/>
                <a:gd name="T80" fmla="*/ 38754027 w 376"/>
                <a:gd name="T81" fmla="*/ 293076527 h 376"/>
                <a:gd name="T82" fmla="*/ 60552612 w 376"/>
                <a:gd name="T83" fmla="*/ 320430311 h 376"/>
                <a:gd name="T84" fmla="*/ 129179501 w 376"/>
                <a:gd name="T85" fmla="*/ 46892359 h 376"/>
                <a:gd name="T86" fmla="*/ 151786757 w 376"/>
                <a:gd name="T87" fmla="*/ 19538566 h 376"/>
                <a:gd name="T88" fmla="*/ 173585328 w 376"/>
                <a:gd name="T89" fmla="*/ 46892359 h 376"/>
                <a:gd name="T90" fmla="*/ 151786757 w 376"/>
                <a:gd name="T91" fmla="*/ 74246159 h 376"/>
                <a:gd name="T92" fmla="*/ 129179501 w 376"/>
                <a:gd name="T93" fmla="*/ 46892359 h 376"/>
                <a:gd name="T94" fmla="*/ 173585328 w 376"/>
                <a:gd name="T95" fmla="*/ 320430311 h 376"/>
                <a:gd name="T96" fmla="*/ 151786757 w 376"/>
                <a:gd name="T97" fmla="*/ 347784096 h 376"/>
                <a:gd name="T98" fmla="*/ 129179501 w 376"/>
                <a:gd name="T99" fmla="*/ 320430311 h 376"/>
                <a:gd name="T100" fmla="*/ 151786757 w 376"/>
                <a:gd name="T101" fmla="*/ 293076527 h 376"/>
                <a:gd name="T102" fmla="*/ 173585328 w 376"/>
                <a:gd name="T103" fmla="*/ 320430311 h 376"/>
                <a:gd name="T104" fmla="*/ 264818602 w 376"/>
                <a:gd name="T105" fmla="*/ 347784096 h 376"/>
                <a:gd name="T106" fmla="*/ 242212244 w 376"/>
                <a:gd name="T107" fmla="*/ 320430311 h 376"/>
                <a:gd name="T108" fmla="*/ 264818602 w 376"/>
                <a:gd name="T109" fmla="*/ 293076527 h 376"/>
                <a:gd name="T110" fmla="*/ 286618072 w 376"/>
                <a:gd name="T111" fmla="*/ 320430311 h 376"/>
                <a:gd name="T112" fmla="*/ 264818602 w 376"/>
                <a:gd name="T113" fmla="*/ 347784096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6"/>
                <a:gd name="T172" fmla="*/ 0 h 376"/>
                <a:gd name="T173" fmla="*/ 376 w 376"/>
                <a:gd name="T174" fmla="*/ 376 h 3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9" name="Group 38"/>
          <p:cNvGrpSpPr>
            <a:grpSpLocks noChangeAspect="1"/>
          </p:cNvGrpSpPr>
          <p:nvPr/>
        </p:nvGrpSpPr>
        <p:grpSpPr bwMode="auto">
          <a:xfrm>
            <a:off x="7263243" y="1833563"/>
            <a:ext cx="5737225" cy="3510954"/>
            <a:chOff x="1608842" y="1492065"/>
            <a:chExt cx="5057333" cy="3094236"/>
          </a:xfrm>
        </p:grpSpPr>
        <p:grpSp>
          <p:nvGrpSpPr>
            <p:cNvPr id="41" name="Group 40"/>
            <p:cNvGrpSpPr/>
            <p:nvPr/>
          </p:nvGrpSpPr>
          <p:grpSpPr>
            <a:xfrm>
              <a:off x="3504691" y="1492065"/>
              <a:ext cx="990600" cy="1490606"/>
              <a:chOff x="1180764" y="1293047"/>
              <a:chExt cx="990600" cy="1490606"/>
            </a:xfrm>
            <a:solidFill>
              <a:schemeClr val="accent2"/>
            </a:solidFill>
          </p:grpSpPr>
          <p:sp>
            <p:nvSpPr>
              <p:cNvPr id="44" name="Oval 43"/>
              <p:cNvSpPr/>
              <p:nvPr/>
            </p:nvSpPr>
            <p:spPr>
              <a:xfrm>
                <a:off x="1180764" y="1293047"/>
                <a:ext cx="990600" cy="9906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45" name="Isosceles Triangle 44"/>
              <p:cNvSpPr/>
              <p:nvPr/>
            </p:nvSpPr>
            <p:spPr>
              <a:xfrm flipV="1">
                <a:off x="1568733" y="2215149"/>
                <a:ext cx="214662" cy="203559"/>
              </a:xfrm>
              <a:prstGeom prs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46" name="Straight Connector 45"/>
              <p:cNvCxnSpPr/>
              <p:nvPr/>
            </p:nvCxnSpPr>
            <p:spPr>
              <a:xfrm>
                <a:off x="1663272" y="2368550"/>
                <a:ext cx="0" cy="415103"/>
              </a:xfrm>
              <a:prstGeom prst="line">
                <a:avLst/>
              </a:prstGeom>
              <a:grpFill/>
              <a:ln>
                <a:solidFill>
                  <a:srgbClr val="FF0000"/>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6" name="Content Placeholder 2"/>
            <p:cNvSpPr txBox="1">
              <a:spLocks/>
            </p:cNvSpPr>
            <p:nvPr/>
          </p:nvSpPr>
          <p:spPr bwMode="auto">
            <a:xfrm>
              <a:off x="1608842" y="3482233"/>
              <a:ext cx="5057333" cy="1104068"/>
            </a:xfrm>
            <a:prstGeom prst="rect">
              <a:avLst/>
            </a:prstGeom>
            <a:noFill/>
            <a:ln w="9525">
              <a:noFill/>
              <a:miter lim="800000"/>
              <a:headEnd/>
              <a:tailEnd/>
            </a:ln>
          </p:spPr>
          <p:txBody>
            <a:bodyPr/>
            <a:lstStyle/>
            <a:p>
              <a:pPr lvl="2" algn="ctr" rtl="1">
                <a:spcBef>
                  <a:spcPct val="20000"/>
                </a:spcBef>
                <a:buFont typeface="Arial" charset="0"/>
                <a:buNone/>
              </a:pPr>
              <a:r>
                <a:rPr lang="ar-SA" sz="3200" b="1" dirty="0"/>
                <a:t>مضاعفة الفرص لزيادة المتعة والفرح في الفصول الدراسية</a:t>
              </a:r>
              <a:endParaRPr lang="en-US" sz="3200" b="1" dirty="0">
                <a:solidFill>
                  <a:prstClr val="black"/>
                </a:solidFill>
              </a:endParaRPr>
            </a:p>
          </p:txBody>
        </p:sp>
        <p:sp>
          <p:nvSpPr>
            <p:cNvPr id="496647" name="Freeform 11"/>
            <p:cNvSpPr>
              <a:spLocks/>
            </p:cNvSpPr>
            <p:nvPr/>
          </p:nvSpPr>
          <p:spPr bwMode="auto">
            <a:xfrm>
              <a:off x="3796978" y="1851913"/>
              <a:ext cx="416706" cy="270903"/>
            </a:xfrm>
            <a:custGeom>
              <a:avLst/>
              <a:gdLst>
                <a:gd name="T0" fmla="*/ 329923880 w 400"/>
                <a:gd name="T1" fmla="*/ 79250584 h 260"/>
                <a:gd name="T2" fmla="*/ 312558704 w 400"/>
                <a:gd name="T3" fmla="*/ 80336279 h 260"/>
                <a:gd name="T4" fmla="*/ 201860724 w 400"/>
                <a:gd name="T5" fmla="*/ 0 h 260"/>
                <a:gd name="T6" fmla="*/ 86821743 w 400"/>
                <a:gd name="T7" fmla="*/ 112905056 h 260"/>
                <a:gd name="T8" fmla="*/ 87907262 w 400"/>
                <a:gd name="T9" fmla="*/ 129189445 h 260"/>
                <a:gd name="T10" fmla="*/ 78139676 w 400"/>
                <a:gd name="T11" fmla="*/ 128103750 h 260"/>
                <a:gd name="T12" fmla="*/ 0 w 400"/>
                <a:gd name="T13" fmla="*/ 205183985 h 260"/>
                <a:gd name="T14" fmla="*/ 78139676 w 400"/>
                <a:gd name="T15" fmla="*/ 282263211 h 260"/>
                <a:gd name="T16" fmla="*/ 186667628 w 400"/>
                <a:gd name="T17" fmla="*/ 282263211 h 260"/>
                <a:gd name="T18" fmla="*/ 186667628 w 400"/>
                <a:gd name="T19" fmla="*/ 199755508 h 260"/>
                <a:gd name="T20" fmla="*/ 141085214 w 400"/>
                <a:gd name="T21" fmla="*/ 199755508 h 260"/>
                <a:gd name="T22" fmla="*/ 217054862 w 400"/>
                <a:gd name="T23" fmla="*/ 99877754 h 260"/>
                <a:gd name="T24" fmla="*/ 293024575 w 400"/>
                <a:gd name="T25" fmla="*/ 199755508 h 260"/>
                <a:gd name="T26" fmla="*/ 247442096 w 400"/>
                <a:gd name="T27" fmla="*/ 199755508 h 260"/>
                <a:gd name="T28" fmla="*/ 247442096 w 400"/>
                <a:gd name="T29" fmla="*/ 282263211 h 260"/>
                <a:gd name="T30" fmla="*/ 329923880 w 400"/>
                <a:gd name="T31" fmla="*/ 282263211 h 260"/>
                <a:gd name="T32" fmla="*/ 434109724 w 400"/>
                <a:gd name="T33" fmla="*/ 180214034 h 260"/>
                <a:gd name="T34" fmla="*/ 329923880 w 400"/>
                <a:gd name="T35" fmla="*/ 79250584 h 2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0"/>
                <a:gd name="T55" fmla="*/ 0 h 260"/>
                <a:gd name="T56" fmla="*/ 400 w 400"/>
                <a:gd name="T57" fmla="*/ 260 h 2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26" name="Title 3"/>
          <p:cNvSpPr txBox="1">
            <a:spLocks/>
          </p:cNvSpPr>
          <p:nvPr/>
        </p:nvSpPr>
        <p:spPr>
          <a:xfrm>
            <a:off x="4805917" y="401735"/>
            <a:ext cx="6849300" cy="828098"/>
          </a:xfrm>
          <a:prstGeom prst="rect">
            <a:avLst/>
          </a:prstGeom>
        </p:spPr>
        <p:txBody>
          <a:bodyPr vert="horz" lIns="91440" tIns="45720" rIns="91440" bIns="45720" rtlCol="0" anchor="ctr">
            <a:normAutofit/>
          </a:bodyPr>
          <a:lstStyle>
            <a:lvl1pPr algn="ctr" defTabSz="1219170" rtl="0" eaLnBrk="1" latinLnBrk="0" hangingPunct="1">
              <a:spcBef>
                <a:spcPct val="0"/>
              </a:spcBef>
              <a:buNone/>
              <a:defRPr sz="5867" b="1" kern="1200">
                <a:solidFill>
                  <a:schemeClr val="tx1">
                    <a:lumMod val="75000"/>
                    <a:lumOff val="25000"/>
                  </a:schemeClr>
                </a:solidFill>
                <a:latin typeface="+mj-lt"/>
                <a:ea typeface="+mj-ea"/>
                <a:cs typeface="+mj-cs"/>
              </a:defRPr>
            </a:lvl1pPr>
          </a:lstStyle>
          <a:p>
            <a:pPr rtl="1"/>
            <a:r>
              <a:rPr lang="ar-SA" sz="4400" u="sng" dirty="0"/>
              <a:t>د- فوائد التلعيب أو اللعوبة</a:t>
            </a:r>
            <a:endParaRPr lang="en-US" sz="4400" u="sng" dirty="0"/>
          </a:p>
        </p:txBody>
      </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7221391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barn(outVertical)">
                                      <p:cBhvr>
                                        <p:cTn id="7" dur="500"/>
                                        <p:tgtEl>
                                          <p:spTgt spid="16"/>
                                        </p:tgtEl>
                                      </p:cBhvr>
                                    </p:animEffect>
                                  </p:childTnLst>
                                </p:cTn>
                              </p:par>
                            </p:childTnLst>
                          </p:cTn>
                        </p:par>
                        <p:par>
                          <p:cTn id="8" fill="hold">
                            <p:stCondLst>
                              <p:cond delay="500"/>
                            </p:stCondLst>
                            <p:childTnLst>
                              <p:par>
                                <p:cTn id="9" presetID="16" presetClass="entr" presetSubtype="42"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barn(outHorizontal)">
                                      <p:cBhvr>
                                        <p:cTn id="11" dur="500"/>
                                        <p:tgtEl>
                                          <p:spTgt spid="32"/>
                                        </p:tgtEl>
                                      </p:cBhvr>
                                    </p:animEffect>
                                  </p:childTnLst>
                                </p:cTn>
                              </p:par>
                            </p:childTnLst>
                          </p:cTn>
                        </p:par>
                        <p:par>
                          <p:cTn id="12" fill="hold">
                            <p:stCondLst>
                              <p:cond delay="1000"/>
                            </p:stCondLst>
                            <p:childTnLst>
                              <p:par>
                                <p:cTn id="13" presetID="16" presetClass="entr" presetSubtype="42"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arn(outHorizontal)">
                                      <p:cBhvr>
                                        <p:cTn id="15" dur="500"/>
                                        <p:tgtEl>
                                          <p:spTgt spid="17"/>
                                        </p:tgtEl>
                                      </p:cBhvr>
                                    </p:animEffect>
                                  </p:childTnLst>
                                </p:cTn>
                              </p:par>
                            </p:childTnLst>
                          </p:cTn>
                        </p:par>
                        <p:par>
                          <p:cTn id="16" fill="hold">
                            <p:stCondLst>
                              <p:cond delay="1500"/>
                            </p:stCondLst>
                            <p:childTnLst>
                              <p:par>
                                <p:cTn id="17" presetID="16" presetClass="entr" presetSubtype="42" fill="hold" nodeType="after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barn(outHorizontal)">
                                      <p:cBhvr>
                                        <p:cTn id="19"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a:off x="1158875" y="3602038"/>
            <a:ext cx="9928225" cy="0"/>
          </a:xfrm>
          <a:prstGeom prst="line">
            <a:avLst/>
          </a:prstGeom>
          <a:ln w="28575">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17" name="Group 16"/>
          <p:cNvGrpSpPr>
            <a:grpSpLocks noChangeAspect="1"/>
          </p:cNvGrpSpPr>
          <p:nvPr/>
        </p:nvGrpSpPr>
        <p:grpSpPr bwMode="auto">
          <a:xfrm>
            <a:off x="3927743" y="2075970"/>
            <a:ext cx="4330821" cy="3235805"/>
            <a:chOff x="312016" y="1624235"/>
            <a:chExt cx="3817287" cy="2852515"/>
          </a:xfrm>
        </p:grpSpPr>
        <p:grpSp>
          <p:nvGrpSpPr>
            <p:cNvPr id="18" name="Group 17"/>
            <p:cNvGrpSpPr/>
            <p:nvPr/>
          </p:nvGrpSpPr>
          <p:grpSpPr>
            <a:xfrm flipV="1">
              <a:off x="1903612" y="2986144"/>
              <a:ext cx="990600" cy="1490606"/>
              <a:chOff x="1180764" y="1293047"/>
              <a:chExt cx="990600" cy="1490606"/>
            </a:xfrm>
            <a:solidFill>
              <a:schemeClr val="accent4"/>
            </a:solidFill>
          </p:grpSpPr>
          <p:sp>
            <p:nvSpPr>
              <p:cNvPr id="21" name="Oval 20"/>
              <p:cNvSpPr/>
              <p:nvPr/>
            </p:nvSpPr>
            <p:spPr>
              <a:xfrm>
                <a:off x="1180764" y="1293047"/>
                <a:ext cx="990600" cy="9906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22" name="Isosceles Triangle 21"/>
              <p:cNvSpPr/>
              <p:nvPr/>
            </p:nvSpPr>
            <p:spPr>
              <a:xfrm flipV="1">
                <a:off x="1568733" y="2215149"/>
                <a:ext cx="214662" cy="203559"/>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23" name="Straight Connector 22"/>
              <p:cNvCxnSpPr/>
              <p:nvPr/>
            </p:nvCxnSpPr>
            <p:spPr>
              <a:xfrm>
                <a:off x="1676064" y="2368550"/>
                <a:ext cx="0" cy="415103"/>
              </a:xfrm>
              <a:prstGeom prst="line">
                <a:avLst/>
              </a:prstGeom>
              <a:grpFill/>
              <a:ln>
                <a:solidFill>
                  <a:schemeClr val="accent4"/>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55" name="Content Placeholder 2"/>
            <p:cNvSpPr txBox="1">
              <a:spLocks/>
            </p:cNvSpPr>
            <p:nvPr/>
          </p:nvSpPr>
          <p:spPr bwMode="auto">
            <a:xfrm>
              <a:off x="312016" y="1624235"/>
              <a:ext cx="3817287" cy="1536078"/>
            </a:xfrm>
            <a:prstGeom prst="rect">
              <a:avLst/>
            </a:prstGeom>
            <a:noFill/>
            <a:ln w="9525">
              <a:noFill/>
              <a:miter lim="800000"/>
              <a:headEnd/>
              <a:tailEnd/>
            </a:ln>
          </p:spPr>
          <p:txBody>
            <a:bodyPr/>
            <a:lstStyle/>
            <a:p>
              <a:pPr algn="ctr">
                <a:spcBef>
                  <a:spcPct val="20000"/>
                </a:spcBef>
                <a:buFont typeface="Arial" charset="0"/>
                <a:buNone/>
              </a:pPr>
              <a:r>
                <a:rPr lang="ar-SA" sz="3200" b="1" dirty="0"/>
                <a:t>تنويع المهام والمهارات للطلاب</a:t>
              </a:r>
              <a:endParaRPr lang="en-US" sz="3200" b="1" dirty="0">
                <a:solidFill>
                  <a:prstClr val="black"/>
                </a:solidFill>
              </a:endParaRPr>
            </a:p>
          </p:txBody>
        </p:sp>
        <p:sp>
          <p:nvSpPr>
            <p:cNvPr id="496656" name="Freeform 16"/>
            <p:cNvSpPr>
              <a:spLocks noEditPoints="1"/>
            </p:cNvSpPr>
            <p:nvPr/>
          </p:nvSpPr>
          <p:spPr bwMode="auto">
            <a:xfrm>
              <a:off x="2206179" y="3788938"/>
              <a:ext cx="385465" cy="385025"/>
            </a:xfrm>
            <a:custGeom>
              <a:avLst/>
              <a:gdLst>
                <a:gd name="T0" fmla="*/ 197548215 w 371"/>
                <a:gd name="T1" fmla="*/ 1083273 h 370"/>
                <a:gd name="T2" fmla="*/ 2159020 w 371"/>
                <a:gd name="T3" fmla="*/ 202496092 h 370"/>
                <a:gd name="T4" fmla="*/ 202945762 w 371"/>
                <a:gd name="T5" fmla="*/ 399576862 h 370"/>
                <a:gd name="T6" fmla="*/ 399414468 w 371"/>
                <a:gd name="T7" fmla="*/ 197081810 h 370"/>
                <a:gd name="T8" fmla="*/ 197548215 w 371"/>
                <a:gd name="T9" fmla="*/ 1083273 h 370"/>
                <a:gd name="T10" fmla="*/ 198627724 w 371"/>
                <a:gd name="T11" fmla="*/ 27071419 h 370"/>
                <a:gd name="T12" fmla="*/ 280669468 w 371"/>
                <a:gd name="T13" fmla="*/ 46563051 h 370"/>
                <a:gd name="T14" fmla="*/ 253681667 w 371"/>
                <a:gd name="T15" fmla="*/ 90960598 h 370"/>
                <a:gd name="T16" fmla="*/ 200786743 w 371"/>
                <a:gd name="T17" fmla="*/ 79048761 h 370"/>
                <a:gd name="T18" fmla="*/ 147891820 w 371"/>
                <a:gd name="T19" fmla="*/ 90960598 h 370"/>
                <a:gd name="T20" fmla="*/ 120904051 w 371"/>
                <a:gd name="T21" fmla="*/ 46563051 h 370"/>
                <a:gd name="T22" fmla="*/ 198627724 w 371"/>
                <a:gd name="T23" fmla="*/ 27071419 h 370"/>
                <a:gd name="T24" fmla="*/ 91757296 w 371"/>
                <a:gd name="T25" fmla="*/ 253390137 h 370"/>
                <a:gd name="T26" fmla="*/ 47498432 w 371"/>
                <a:gd name="T27" fmla="*/ 280462654 h 370"/>
                <a:gd name="T28" fmla="*/ 28067254 w 371"/>
                <a:gd name="T29" fmla="*/ 202496092 h 370"/>
                <a:gd name="T30" fmla="*/ 47498432 w 371"/>
                <a:gd name="T31" fmla="*/ 120197514 h 370"/>
                <a:gd name="T32" fmla="*/ 91757296 w 371"/>
                <a:gd name="T33" fmla="*/ 147269998 h 370"/>
                <a:gd name="T34" fmla="*/ 79882692 w 371"/>
                <a:gd name="T35" fmla="*/ 200330588 h 370"/>
                <a:gd name="T36" fmla="*/ 91757296 w 371"/>
                <a:gd name="T37" fmla="*/ 253390137 h 370"/>
                <a:gd name="T38" fmla="*/ 202945762 w 371"/>
                <a:gd name="T39" fmla="*/ 373588724 h 370"/>
                <a:gd name="T40" fmla="*/ 120904051 w 371"/>
                <a:gd name="T41" fmla="*/ 354097100 h 370"/>
                <a:gd name="T42" fmla="*/ 147891820 w 371"/>
                <a:gd name="T43" fmla="*/ 309699569 h 370"/>
                <a:gd name="T44" fmla="*/ 200786743 w 371"/>
                <a:gd name="T45" fmla="*/ 321611406 h 370"/>
                <a:gd name="T46" fmla="*/ 253681667 w 371"/>
                <a:gd name="T47" fmla="*/ 309699569 h 370"/>
                <a:gd name="T48" fmla="*/ 280669468 w 371"/>
                <a:gd name="T49" fmla="*/ 354097100 h 370"/>
                <a:gd name="T50" fmla="*/ 202945762 w 371"/>
                <a:gd name="T51" fmla="*/ 373588724 h 370"/>
                <a:gd name="T52" fmla="*/ 200786743 w 371"/>
                <a:gd name="T53" fmla="*/ 295622228 h 370"/>
                <a:gd name="T54" fmla="*/ 105790919 w 371"/>
                <a:gd name="T55" fmla="*/ 200330588 h 370"/>
                <a:gd name="T56" fmla="*/ 200786743 w 371"/>
                <a:gd name="T57" fmla="*/ 105037940 h 370"/>
                <a:gd name="T58" fmla="*/ 295782600 w 371"/>
                <a:gd name="T59" fmla="*/ 200330588 h 370"/>
                <a:gd name="T60" fmla="*/ 200786743 w 371"/>
                <a:gd name="T61" fmla="*/ 295622228 h 370"/>
                <a:gd name="T62" fmla="*/ 308736714 w 371"/>
                <a:gd name="T63" fmla="*/ 253390137 h 370"/>
                <a:gd name="T64" fmla="*/ 321690827 w 371"/>
                <a:gd name="T65" fmla="*/ 200330588 h 370"/>
                <a:gd name="T66" fmla="*/ 308736714 w 371"/>
                <a:gd name="T67" fmla="*/ 147269998 h 370"/>
                <a:gd name="T68" fmla="*/ 354075071 w 371"/>
                <a:gd name="T69" fmla="*/ 120197514 h 370"/>
                <a:gd name="T70" fmla="*/ 373506241 w 371"/>
                <a:gd name="T71" fmla="*/ 198164042 h 370"/>
                <a:gd name="T72" fmla="*/ 354075071 w 371"/>
                <a:gd name="T73" fmla="*/ 280462654 h 370"/>
                <a:gd name="T74" fmla="*/ 308736714 w 371"/>
                <a:gd name="T75" fmla="*/ 253390137 h 3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1"/>
                <a:gd name="T115" fmla="*/ 0 h 370"/>
                <a:gd name="T116" fmla="*/ 371 w 371"/>
                <a:gd name="T117" fmla="*/ 370 h 37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2" name="Group 31"/>
          <p:cNvGrpSpPr>
            <a:grpSpLocks noChangeAspect="1"/>
          </p:cNvGrpSpPr>
          <p:nvPr/>
        </p:nvGrpSpPr>
        <p:grpSpPr bwMode="auto">
          <a:xfrm>
            <a:off x="407645" y="2146300"/>
            <a:ext cx="4168653" cy="3628366"/>
            <a:chOff x="-147188" y="1492065"/>
            <a:chExt cx="3674814" cy="3197833"/>
          </a:xfrm>
        </p:grpSpPr>
        <p:grpSp>
          <p:nvGrpSpPr>
            <p:cNvPr id="496648" name="Group 32"/>
            <p:cNvGrpSpPr>
              <a:grpSpLocks/>
            </p:cNvGrpSpPr>
            <p:nvPr/>
          </p:nvGrpSpPr>
          <p:grpSpPr bwMode="auto">
            <a:xfrm>
              <a:off x="1029249" y="1492065"/>
              <a:ext cx="990600" cy="1490606"/>
              <a:chOff x="1180764" y="1293047"/>
              <a:chExt cx="990600" cy="1490606"/>
            </a:xfrm>
          </p:grpSpPr>
          <p:sp>
            <p:nvSpPr>
              <p:cNvPr id="36" name="Oval 35"/>
              <p:cNvSpPr/>
              <p:nvPr/>
            </p:nvSpPr>
            <p:spPr>
              <a:xfrm>
                <a:off x="1180158" y="1293047"/>
                <a:ext cx="990801" cy="99058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37" name="Isosceles Triangle 36"/>
              <p:cNvSpPr/>
              <p:nvPr/>
            </p:nvSpPr>
            <p:spPr>
              <a:xfrm flipV="1">
                <a:off x="1567801" y="2215075"/>
                <a:ext cx="215513" cy="202874"/>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38" name="Straight Connector 37"/>
              <p:cNvCxnSpPr/>
              <p:nvPr/>
            </p:nvCxnSpPr>
            <p:spPr>
              <a:xfrm>
                <a:off x="1662963" y="2367580"/>
                <a:ext cx="0" cy="415542"/>
              </a:xfrm>
              <a:prstGeom prst="line">
                <a:avLst/>
              </a:prstGeom>
              <a:ln>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9" name="Content Placeholder 2"/>
            <p:cNvSpPr txBox="1">
              <a:spLocks/>
            </p:cNvSpPr>
            <p:nvPr/>
          </p:nvSpPr>
          <p:spPr bwMode="auto">
            <a:xfrm>
              <a:off x="-147188" y="3302632"/>
              <a:ext cx="3674814" cy="1387266"/>
            </a:xfrm>
            <a:prstGeom prst="rect">
              <a:avLst/>
            </a:prstGeom>
            <a:noFill/>
            <a:ln w="9525">
              <a:noFill/>
              <a:miter lim="800000"/>
              <a:headEnd/>
              <a:tailEnd/>
            </a:ln>
          </p:spPr>
          <p:txBody>
            <a:bodyPr/>
            <a:lstStyle/>
            <a:p>
              <a:pPr algn="ctr" rtl="1"/>
              <a:r>
                <a:rPr lang="ar-SA" sz="3200" b="1" dirty="0"/>
                <a:t>ربط التعليم بالحياة الواقعية والتطبيق العملي</a:t>
              </a:r>
              <a:endParaRPr lang="en-US" sz="3200" b="1" dirty="0">
                <a:solidFill>
                  <a:prstClr val="black"/>
                </a:solidFill>
              </a:endParaRPr>
            </a:p>
          </p:txBody>
        </p:sp>
        <p:sp>
          <p:nvSpPr>
            <p:cNvPr id="496650" name="Freeform 6"/>
            <p:cNvSpPr>
              <a:spLocks noEditPoints="1"/>
            </p:cNvSpPr>
            <p:nvPr/>
          </p:nvSpPr>
          <p:spPr bwMode="auto">
            <a:xfrm>
              <a:off x="1352369" y="1801547"/>
              <a:ext cx="337851" cy="371636"/>
            </a:xfrm>
            <a:custGeom>
              <a:avLst/>
              <a:gdLst>
                <a:gd name="T0" fmla="*/ 280158470 w 376"/>
                <a:gd name="T1" fmla="*/ 277446075 h 376"/>
                <a:gd name="T2" fmla="*/ 280158470 w 376"/>
                <a:gd name="T3" fmla="*/ 232507724 h 376"/>
                <a:gd name="T4" fmla="*/ 224449857 w 376"/>
                <a:gd name="T5" fmla="*/ 165100290 h 376"/>
                <a:gd name="T6" fmla="*/ 192154547 w 376"/>
                <a:gd name="T7" fmla="*/ 165100290 h 376"/>
                <a:gd name="T8" fmla="*/ 167126625 w 376"/>
                <a:gd name="T9" fmla="*/ 144584210 h 376"/>
                <a:gd name="T10" fmla="*/ 167126625 w 376"/>
                <a:gd name="T11" fmla="*/ 89876610 h 376"/>
                <a:gd name="T12" fmla="*/ 190539871 w 376"/>
                <a:gd name="T13" fmla="*/ 46892359 h 376"/>
                <a:gd name="T14" fmla="*/ 151786757 w 376"/>
                <a:gd name="T15" fmla="*/ 0 h 376"/>
                <a:gd name="T16" fmla="*/ 113032716 w 376"/>
                <a:gd name="T17" fmla="*/ 46892359 h 376"/>
                <a:gd name="T18" fmla="*/ 136445990 w 376"/>
                <a:gd name="T19" fmla="*/ 89876610 h 376"/>
                <a:gd name="T20" fmla="*/ 136445990 w 376"/>
                <a:gd name="T21" fmla="*/ 144584210 h 376"/>
                <a:gd name="T22" fmla="*/ 111418040 w 376"/>
                <a:gd name="T23" fmla="*/ 165100290 h 376"/>
                <a:gd name="T24" fmla="*/ 79122730 w 376"/>
                <a:gd name="T25" fmla="*/ 165100290 h 376"/>
                <a:gd name="T26" fmla="*/ 23414152 w 376"/>
                <a:gd name="T27" fmla="*/ 232507724 h 376"/>
                <a:gd name="T28" fmla="*/ 23414152 w 376"/>
                <a:gd name="T29" fmla="*/ 277446075 h 376"/>
                <a:gd name="T30" fmla="*/ 0 w 376"/>
                <a:gd name="T31" fmla="*/ 320430311 h 376"/>
                <a:gd name="T32" fmla="*/ 38754027 w 376"/>
                <a:gd name="T33" fmla="*/ 367322655 h 376"/>
                <a:gd name="T34" fmla="*/ 77508054 w 376"/>
                <a:gd name="T35" fmla="*/ 320430311 h 376"/>
                <a:gd name="T36" fmla="*/ 54093895 w 376"/>
                <a:gd name="T37" fmla="*/ 277446075 h 376"/>
                <a:gd name="T38" fmla="*/ 54093895 w 376"/>
                <a:gd name="T39" fmla="*/ 232507724 h 376"/>
                <a:gd name="T40" fmla="*/ 79122730 w 376"/>
                <a:gd name="T41" fmla="*/ 202222365 h 376"/>
                <a:gd name="T42" fmla="*/ 111418040 w 376"/>
                <a:gd name="T43" fmla="*/ 202222365 h 376"/>
                <a:gd name="T44" fmla="*/ 136445990 w 376"/>
                <a:gd name="T45" fmla="*/ 197338714 h 376"/>
                <a:gd name="T46" fmla="*/ 136445990 w 376"/>
                <a:gd name="T47" fmla="*/ 277446075 h 376"/>
                <a:gd name="T48" fmla="*/ 113032716 w 376"/>
                <a:gd name="T49" fmla="*/ 320430311 h 376"/>
                <a:gd name="T50" fmla="*/ 151786757 w 376"/>
                <a:gd name="T51" fmla="*/ 367322655 h 376"/>
                <a:gd name="T52" fmla="*/ 190539871 w 376"/>
                <a:gd name="T53" fmla="*/ 320430311 h 376"/>
                <a:gd name="T54" fmla="*/ 167126625 w 376"/>
                <a:gd name="T55" fmla="*/ 277446075 h 376"/>
                <a:gd name="T56" fmla="*/ 167126625 w 376"/>
                <a:gd name="T57" fmla="*/ 197338714 h 376"/>
                <a:gd name="T58" fmla="*/ 192154547 w 376"/>
                <a:gd name="T59" fmla="*/ 202222365 h 376"/>
                <a:gd name="T60" fmla="*/ 224449857 w 376"/>
                <a:gd name="T61" fmla="*/ 202222365 h 376"/>
                <a:gd name="T62" fmla="*/ 249478734 w 376"/>
                <a:gd name="T63" fmla="*/ 232507724 h 376"/>
                <a:gd name="T64" fmla="*/ 249478734 w 376"/>
                <a:gd name="T65" fmla="*/ 277446075 h 376"/>
                <a:gd name="T66" fmla="*/ 226064533 w 376"/>
                <a:gd name="T67" fmla="*/ 320430311 h 376"/>
                <a:gd name="T68" fmla="*/ 264818602 w 376"/>
                <a:gd name="T69" fmla="*/ 367322655 h 376"/>
                <a:gd name="T70" fmla="*/ 303572615 w 376"/>
                <a:gd name="T71" fmla="*/ 320430311 h 376"/>
                <a:gd name="T72" fmla="*/ 280158470 w 376"/>
                <a:gd name="T73" fmla="*/ 277446075 h 376"/>
                <a:gd name="T74" fmla="*/ 60552612 w 376"/>
                <a:gd name="T75" fmla="*/ 320430311 h 376"/>
                <a:gd name="T76" fmla="*/ 38754027 w 376"/>
                <a:gd name="T77" fmla="*/ 347784096 h 376"/>
                <a:gd name="T78" fmla="*/ 16147662 w 376"/>
                <a:gd name="T79" fmla="*/ 320430311 h 376"/>
                <a:gd name="T80" fmla="*/ 38754027 w 376"/>
                <a:gd name="T81" fmla="*/ 293076527 h 376"/>
                <a:gd name="T82" fmla="*/ 60552612 w 376"/>
                <a:gd name="T83" fmla="*/ 320430311 h 376"/>
                <a:gd name="T84" fmla="*/ 129179501 w 376"/>
                <a:gd name="T85" fmla="*/ 46892359 h 376"/>
                <a:gd name="T86" fmla="*/ 151786757 w 376"/>
                <a:gd name="T87" fmla="*/ 19538566 h 376"/>
                <a:gd name="T88" fmla="*/ 173585328 w 376"/>
                <a:gd name="T89" fmla="*/ 46892359 h 376"/>
                <a:gd name="T90" fmla="*/ 151786757 w 376"/>
                <a:gd name="T91" fmla="*/ 74246159 h 376"/>
                <a:gd name="T92" fmla="*/ 129179501 w 376"/>
                <a:gd name="T93" fmla="*/ 46892359 h 376"/>
                <a:gd name="T94" fmla="*/ 173585328 w 376"/>
                <a:gd name="T95" fmla="*/ 320430311 h 376"/>
                <a:gd name="T96" fmla="*/ 151786757 w 376"/>
                <a:gd name="T97" fmla="*/ 347784096 h 376"/>
                <a:gd name="T98" fmla="*/ 129179501 w 376"/>
                <a:gd name="T99" fmla="*/ 320430311 h 376"/>
                <a:gd name="T100" fmla="*/ 151786757 w 376"/>
                <a:gd name="T101" fmla="*/ 293076527 h 376"/>
                <a:gd name="T102" fmla="*/ 173585328 w 376"/>
                <a:gd name="T103" fmla="*/ 320430311 h 376"/>
                <a:gd name="T104" fmla="*/ 264818602 w 376"/>
                <a:gd name="T105" fmla="*/ 347784096 h 376"/>
                <a:gd name="T106" fmla="*/ 242212244 w 376"/>
                <a:gd name="T107" fmla="*/ 320430311 h 376"/>
                <a:gd name="T108" fmla="*/ 264818602 w 376"/>
                <a:gd name="T109" fmla="*/ 293076527 h 376"/>
                <a:gd name="T110" fmla="*/ 286618072 w 376"/>
                <a:gd name="T111" fmla="*/ 320430311 h 376"/>
                <a:gd name="T112" fmla="*/ 264818602 w 376"/>
                <a:gd name="T113" fmla="*/ 347784096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6"/>
                <a:gd name="T172" fmla="*/ 0 h 376"/>
                <a:gd name="T173" fmla="*/ 376 w 376"/>
                <a:gd name="T174" fmla="*/ 376 h 3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9" name="Group 38"/>
          <p:cNvGrpSpPr>
            <a:grpSpLocks noChangeAspect="1"/>
          </p:cNvGrpSpPr>
          <p:nvPr/>
        </p:nvGrpSpPr>
        <p:grpSpPr bwMode="auto">
          <a:xfrm>
            <a:off x="7263243" y="1833563"/>
            <a:ext cx="5737225" cy="3510954"/>
            <a:chOff x="1608842" y="1492065"/>
            <a:chExt cx="5057333" cy="3094236"/>
          </a:xfrm>
        </p:grpSpPr>
        <p:grpSp>
          <p:nvGrpSpPr>
            <p:cNvPr id="41" name="Group 40"/>
            <p:cNvGrpSpPr/>
            <p:nvPr/>
          </p:nvGrpSpPr>
          <p:grpSpPr>
            <a:xfrm>
              <a:off x="3504691" y="1492065"/>
              <a:ext cx="990600" cy="1490606"/>
              <a:chOff x="1180764" y="1293047"/>
              <a:chExt cx="990600" cy="1490606"/>
            </a:xfrm>
            <a:solidFill>
              <a:schemeClr val="accent2"/>
            </a:solidFill>
          </p:grpSpPr>
          <p:sp>
            <p:nvSpPr>
              <p:cNvPr id="44" name="Oval 43"/>
              <p:cNvSpPr/>
              <p:nvPr/>
            </p:nvSpPr>
            <p:spPr>
              <a:xfrm>
                <a:off x="1180764" y="1293047"/>
                <a:ext cx="990600" cy="9906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45" name="Isosceles Triangle 44"/>
              <p:cNvSpPr/>
              <p:nvPr/>
            </p:nvSpPr>
            <p:spPr>
              <a:xfrm flipV="1">
                <a:off x="1568733" y="2215149"/>
                <a:ext cx="214662" cy="203559"/>
              </a:xfrm>
              <a:prstGeom prs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46" name="Straight Connector 45"/>
              <p:cNvCxnSpPr/>
              <p:nvPr/>
            </p:nvCxnSpPr>
            <p:spPr>
              <a:xfrm>
                <a:off x="1663272" y="2368550"/>
                <a:ext cx="0" cy="415103"/>
              </a:xfrm>
              <a:prstGeom prst="line">
                <a:avLst/>
              </a:prstGeom>
              <a:grpFill/>
              <a:ln>
                <a:solidFill>
                  <a:srgbClr val="FF0000"/>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6" name="Content Placeholder 2"/>
            <p:cNvSpPr txBox="1">
              <a:spLocks/>
            </p:cNvSpPr>
            <p:nvPr/>
          </p:nvSpPr>
          <p:spPr bwMode="auto">
            <a:xfrm>
              <a:off x="1608842" y="3482233"/>
              <a:ext cx="5057333" cy="1104068"/>
            </a:xfrm>
            <a:prstGeom prst="rect">
              <a:avLst/>
            </a:prstGeom>
            <a:noFill/>
            <a:ln w="9525">
              <a:noFill/>
              <a:miter lim="800000"/>
              <a:headEnd/>
              <a:tailEnd/>
            </a:ln>
          </p:spPr>
          <p:txBody>
            <a:bodyPr/>
            <a:lstStyle/>
            <a:p>
              <a:pPr lvl="2" algn="ctr" rtl="1">
                <a:spcBef>
                  <a:spcPct val="20000"/>
                </a:spcBef>
                <a:buFont typeface="Arial" charset="0"/>
                <a:buNone/>
              </a:pPr>
              <a:r>
                <a:rPr lang="ar-SA" sz="3200" b="1" dirty="0"/>
                <a:t>إلهام الطلاب لاكتشاف دوافعهم الذاتية نحو التعلم</a:t>
              </a:r>
              <a:endParaRPr lang="en-US" sz="3200" b="1" dirty="0">
                <a:solidFill>
                  <a:prstClr val="black"/>
                </a:solidFill>
              </a:endParaRPr>
            </a:p>
          </p:txBody>
        </p:sp>
        <p:sp>
          <p:nvSpPr>
            <p:cNvPr id="496647" name="Freeform 11"/>
            <p:cNvSpPr>
              <a:spLocks/>
            </p:cNvSpPr>
            <p:nvPr/>
          </p:nvSpPr>
          <p:spPr bwMode="auto">
            <a:xfrm>
              <a:off x="3796978" y="1851913"/>
              <a:ext cx="416706" cy="270903"/>
            </a:xfrm>
            <a:custGeom>
              <a:avLst/>
              <a:gdLst>
                <a:gd name="T0" fmla="*/ 329923880 w 400"/>
                <a:gd name="T1" fmla="*/ 79250584 h 260"/>
                <a:gd name="T2" fmla="*/ 312558704 w 400"/>
                <a:gd name="T3" fmla="*/ 80336279 h 260"/>
                <a:gd name="T4" fmla="*/ 201860724 w 400"/>
                <a:gd name="T5" fmla="*/ 0 h 260"/>
                <a:gd name="T6" fmla="*/ 86821743 w 400"/>
                <a:gd name="T7" fmla="*/ 112905056 h 260"/>
                <a:gd name="T8" fmla="*/ 87907262 w 400"/>
                <a:gd name="T9" fmla="*/ 129189445 h 260"/>
                <a:gd name="T10" fmla="*/ 78139676 w 400"/>
                <a:gd name="T11" fmla="*/ 128103750 h 260"/>
                <a:gd name="T12" fmla="*/ 0 w 400"/>
                <a:gd name="T13" fmla="*/ 205183985 h 260"/>
                <a:gd name="T14" fmla="*/ 78139676 w 400"/>
                <a:gd name="T15" fmla="*/ 282263211 h 260"/>
                <a:gd name="T16" fmla="*/ 186667628 w 400"/>
                <a:gd name="T17" fmla="*/ 282263211 h 260"/>
                <a:gd name="T18" fmla="*/ 186667628 w 400"/>
                <a:gd name="T19" fmla="*/ 199755508 h 260"/>
                <a:gd name="T20" fmla="*/ 141085214 w 400"/>
                <a:gd name="T21" fmla="*/ 199755508 h 260"/>
                <a:gd name="T22" fmla="*/ 217054862 w 400"/>
                <a:gd name="T23" fmla="*/ 99877754 h 260"/>
                <a:gd name="T24" fmla="*/ 293024575 w 400"/>
                <a:gd name="T25" fmla="*/ 199755508 h 260"/>
                <a:gd name="T26" fmla="*/ 247442096 w 400"/>
                <a:gd name="T27" fmla="*/ 199755508 h 260"/>
                <a:gd name="T28" fmla="*/ 247442096 w 400"/>
                <a:gd name="T29" fmla="*/ 282263211 h 260"/>
                <a:gd name="T30" fmla="*/ 329923880 w 400"/>
                <a:gd name="T31" fmla="*/ 282263211 h 260"/>
                <a:gd name="T32" fmla="*/ 434109724 w 400"/>
                <a:gd name="T33" fmla="*/ 180214034 h 260"/>
                <a:gd name="T34" fmla="*/ 329923880 w 400"/>
                <a:gd name="T35" fmla="*/ 79250584 h 2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0"/>
                <a:gd name="T55" fmla="*/ 0 h 260"/>
                <a:gd name="T56" fmla="*/ 400 w 400"/>
                <a:gd name="T57" fmla="*/ 260 h 2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26" name="Title 3"/>
          <p:cNvSpPr txBox="1">
            <a:spLocks/>
          </p:cNvSpPr>
          <p:nvPr/>
        </p:nvSpPr>
        <p:spPr>
          <a:xfrm>
            <a:off x="4805917" y="401735"/>
            <a:ext cx="6849300" cy="828098"/>
          </a:xfrm>
          <a:prstGeom prst="rect">
            <a:avLst/>
          </a:prstGeom>
        </p:spPr>
        <p:txBody>
          <a:bodyPr vert="horz" lIns="91440" tIns="45720" rIns="91440" bIns="45720" rtlCol="0" anchor="ctr">
            <a:normAutofit/>
          </a:bodyPr>
          <a:lstStyle>
            <a:lvl1pPr algn="ctr" defTabSz="1219170" rtl="0" eaLnBrk="1" latinLnBrk="0" hangingPunct="1">
              <a:spcBef>
                <a:spcPct val="0"/>
              </a:spcBef>
              <a:buNone/>
              <a:defRPr sz="5867" b="1" kern="1200">
                <a:solidFill>
                  <a:schemeClr val="tx1">
                    <a:lumMod val="75000"/>
                    <a:lumOff val="25000"/>
                  </a:schemeClr>
                </a:solidFill>
                <a:latin typeface="+mj-lt"/>
                <a:ea typeface="+mj-ea"/>
                <a:cs typeface="+mj-cs"/>
              </a:defRPr>
            </a:lvl1pPr>
          </a:lstStyle>
          <a:p>
            <a:pPr rtl="1"/>
            <a:r>
              <a:rPr lang="ar-SA" sz="4400" u="sng" dirty="0"/>
              <a:t>د- فوائد التلعيب أو اللعوبة</a:t>
            </a:r>
            <a:endParaRPr lang="en-US" sz="4400" u="sng" dirty="0"/>
          </a:p>
        </p:txBody>
      </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116095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barn(outVertical)">
                                      <p:cBhvr>
                                        <p:cTn id="7" dur="500"/>
                                        <p:tgtEl>
                                          <p:spTgt spid="16"/>
                                        </p:tgtEl>
                                      </p:cBhvr>
                                    </p:animEffect>
                                  </p:childTnLst>
                                </p:cTn>
                              </p:par>
                            </p:childTnLst>
                          </p:cTn>
                        </p:par>
                        <p:par>
                          <p:cTn id="8" fill="hold">
                            <p:stCondLst>
                              <p:cond delay="500"/>
                            </p:stCondLst>
                            <p:childTnLst>
                              <p:par>
                                <p:cTn id="9" presetID="16" presetClass="entr" presetSubtype="42"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barn(outHorizontal)">
                                      <p:cBhvr>
                                        <p:cTn id="11" dur="500"/>
                                        <p:tgtEl>
                                          <p:spTgt spid="32"/>
                                        </p:tgtEl>
                                      </p:cBhvr>
                                    </p:animEffect>
                                  </p:childTnLst>
                                </p:cTn>
                              </p:par>
                            </p:childTnLst>
                          </p:cTn>
                        </p:par>
                        <p:par>
                          <p:cTn id="12" fill="hold">
                            <p:stCondLst>
                              <p:cond delay="1000"/>
                            </p:stCondLst>
                            <p:childTnLst>
                              <p:par>
                                <p:cTn id="13" presetID="16" presetClass="entr" presetSubtype="42"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arn(outHorizontal)">
                                      <p:cBhvr>
                                        <p:cTn id="15" dur="500"/>
                                        <p:tgtEl>
                                          <p:spTgt spid="17"/>
                                        </p:tgtEl>
                                      </p:cBhvr>
                                    </p:animEffect>
                                  </p:childTnLst>
                                </p:cTn>
                              </p:par>
                            </p:childTnLst>
                          </p:cTn>
                        </p:par>
                        <p:par>
                          <p:cTn id="16" fill="hold">
                            <p:stCondLst>
                              <p:cond delay="1500"/>
                            </p:stCondLst>
                            <p:childTnLst>
                              <p:par>
                                <p:cTn id="17" presetID="16" presetClass="entr" presetSubtype="42" fill="hold" nodeType="after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barn(outHorizontal)">
                                      <p:cBhvr>
                                        <p:cTn id="19"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3788009" y="1790848"/>
            <a:ext cx="4511964" cy="431780"/>
          </a:xfrm>
        </p:spPr>
        <p:txBody>
          <a:bodyPr>
            <a:noAutofit/>
          </a:bodyPr>
          <a:lstStyle/>
          <a:p>
            <a:pPr rtl="1"/>
            <a:r>
              <a:rPr lang="ar-SA" sz="4400" u="sng" dirty="0"/>
              <a:t>ه- تأثيره على التعليم</a:t>
            </a:r>
            <a:endParaRPr lang="en-US" sz="4400" u="sng" dirty="0"/>
          </a:p>
        </p:txBody>
      </p:sp>
      <p:sp>
        <p:nvSpPr>
          <p:cNvPr id="4" name="Text Placeholder 3"/>
          <p:cNvSpPr>
            <a:spLocks noGrp="1"/>
          </p:cNvSpPr>
          <p:nvPr>
            <p:ph type="body" sz="quarter" idx="16"/>
          </p:nvPr>
        </p:nvSpPr>
        <p:spPr>
          <a:xfrm>
            <a:off x="1148316" y="3072388"/>
            <a:ext cx="10568763" cy="1536868"/>
          </a:xfrm>
        </p:spPr>
        <p:txBody>
          <a:bodyPr>
            <a:noAutofit/>
          </a:bodyPr>
          <a:lstStyle/>
          <a:p>
            <a:r>
              <a:rPr lang="ar-SA" sz="2800" b="1" dirty="0">
                <a:solidFill>
                  <a:srgbClr val="ED7D31"/>
                </a:solidFill>
              </a:rPr>
              <a:t>للتلعيب دور كبير في تعزيز التعلم والدافعية لدى طلبة الجامعة في علم الحاسوب، وذلك من خلال انخراط ودمج الطلاب في بيئة تعلم تعاونية حيث كان للتلعيب تفضيل كبير في تعلم البرمجة</a:t>
            </a:r>
            <a:endParaRPr lang="en-US" sz="2800" b="1" dirty="0">
              <a:solidFill>
                <a:srgbClr val="ED7D31"/>
              </a:solidFill>
            </a:endParaRPr>
          </a:p>
        </p:txBody>
      </p:sp>
      <p:sp>
        <p:nvSpPr>
          <p:cNvPr id="12" name="Freeform 11"/>
          <p:cNvSpPr/>
          <p:nvPr/>
        </p:nvSpPr>
        <p:spPr>
          <a:xfrm rot="9340997">
            <a:off x="1724118" y="5190508"/>
            <a:ext cx="4222807" cy="1381236"/>
          </a:xfrm>
          <a:custGeom>
            <a:avLst/>
            <a:gdLst>
              <a:gd name="connsiteX0" fmla="*/ 4436533 w 4436533"/>
              <a:gd name="connsiteY0" fmla="*/ 164697 h 1756908"/>
              <a:gd name="connsiteX1" fmla="*/ 2302933 w 4436533"/>
              <a:gd name="connsiteY1" fmla="*/ 350964 h 1756908"/>
              <a:gd name="connsiteX2" fmla="*/ 3132667 w 4436533"/>
              <a:gd name="connsiteY2" fmla="*/ 1756430 h 1756908"/>
              <a:gd name="connsiteX3" fmla="*/ 3623733 w 4436533"/>
              <a:gd name="connsiteY3" fmla="*/ 503364 h 1756908"/>
              <a:gd name="connsiteX4" fmla="*/ 1405467 w 4436533"/>
              <a:gd name="connsiteY4" fmla="*/ 46164 h 1756908"/>
              <a:gd name="connsiteX5" fmla="*/ 0 w 4436533"/>
              <a:gd name="connsiteY5" fmla="*/ 1536297 h 1756908"/>
              <a:gd name="connsiteX0" fmla="*/ 4436533 w 4436533"/>
              <a:gd name="connsiteY0" fmla="*/ 260722 h 1853405"/>
              <a:gd name="connsiteX1" fmla="*/ 2302933 w 4436533"/>
              <a:gd name="connsiteY1" fmla="*/ 446989 h 1853405"/>
              <a:gd name="connsiteX2" fmla="*/ 3132667 w 4436533"/>
              <a:gd name="connsiteY2" fmla="*/ 1852455 h 1853405"/>
              <a:gd name="connsiteX3" fmla="*/ 3623733 w 4436533"/>
              <a:gd name="connsiteY3" fmla="*/ 599389 h 1853405"/>
              <a:gd name="connsiteX4" fmla="*/ 1405467 w 4436533"/>
              <a:gd name="connsiteY4" fmla="*/ 142189 h 1853405"/>
              <a:gd name="connsiteX5" fmla="*/ 0 w 4436533"/>
              <a:gd name="connsiteY5" fmla="*/ 1632322 h 1853405"/>
              <a:gd name="connsiteX0" fmla="*/ 4436533 w 4436533"/>
              <a:gd name="connsiteY0" fmla="*/ 260722 h 1852567"/>
              <a:gd name="connsiteX1" fmla="*/ 2302933 w 4436533"/>
              <a:gd name="connsiteY1" fmla="*/ 446989 h 1852567"/>
              <a:gd name="connsiteX2" fmla="*/ 3132667 w 4436533"/>
              <a:gd name="connsiteY2" fmla="*/ 1852455 h 1852567"/>
              <a:gd name="connsiteX3" fmla="*/ 3623733 w 4436533"/>
              <a:gd name="connsiteY3" fmla="*/ 599389 h 1852567"/>
              <a:gd name="connsiteX4" fmla="*/ 1405467 w 4436533"/>
              <a:gd name="connsiteY4" fmla="*/ 142189 h 1852567"/>
              <a:gd name="connsiteX5" fmla="*/ 0 w 4436533"/>
              <a:gd name="connsiteY5" fmla="*/ 1632322 h 1852567"/>
              <a:gd name="connsiteX0" fmla="*/ 4436533 w 4436533"/>
              <a:gd name="connsiteY0" fmla="*/ 260722 h 1852461"/>
              <a:gd name="connsiteX1" fmla="*/ 2540000 w 4436533"/>
              <a:gd name="connsiteY1" fmla="*/ 616323 h 1852461"/>
              <a:gd name="connsiteX2" fmla="*/ 3132667 w 4436533"/>
              <a:gd name="connsiteY2" fmla="*/ 1852455 h 1852461"/>
              <a:gd name="connsiteX3" fmla="*/ 3623733 w 4436533"/>
              <a:gd name="connsiteY3" fmla="*/ 599389 h 1852461"/>
              <a:gd name="connsiteX4" fmla="*/ 1405467 w 4436533"/>
              <a:gd name="connsiteY4" fmla="*/ 142189 h 1852461"/>
              <a:gd name="connsiteX5" fmla="*/ 0 w 4436533"/>
              <a:gd name="connsiteY5" fmla="*/ 1632322 h 1852461"/>
              <a:gd name="connsiteX0" fmla="*/ 4436533 w 4436533"/>
              <a:gd name="connsiteY0" fmla="*/ 260722 h 1852464"/>
              <a:gd name="connsiteX1" fmla="*/ 2540000 w 4436533"/>
              <a:gd name="connsiteY1" fmla="*/ 616323 h 1852464"/>
              <a:gd name="connsiteX2" fmla="*/ 3132667 w 4436533"/>
              <a:gd name="connsiteY2" fmla="*/ 1852455 h 1852464"/>
              <a:gd name="connsiteX3" fmla="*/ 3623733 w 4436533"/>
              <a:gd name="connsiteY3" fmla="*/ 599389 h 1852464"/>
              <a:gd name="connsiteX4" fmla="*/ 1405467 w 4436533"/>
              <a:gd name="connsiteY4" fmla="*/ 142189 h 1852464"/>
              <a:gd name="connsiteX5" fmla="*/ 0 w 4436533"/>
              <a:gd name="connsiteY5" fmla="*/ 1632322 h 185246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3031066 w 3031066"/>
              <a:gd name="connsiteY0" fmla="*/ 160324 h 1419470"/>
              <a:gd name="connsiteX1" fmla="*/ 1134533 w 3031066"/>
              <a:gd name="connsiteY1" fmla="*/ 515925 h 1419470"/>
              <a:gd name="connsiteX2" fmla="*/ 1591733 w 3031066"/>
              <a:gd name="connsiteY2" fmla="*/ 1413391 h 1419470"/>
              <a:gd name="connsiteX3" fmla="*/ 2218266 w 3031066"/>
              <a:gd name="connsiteY3" fmla="*/ 498991 h 1419470"/>
              <a:gd name="connsiteX4" fmla="*/ 0 w 3031066"/>
              <a:gd name="connsiteY4" fmla="*/ 41791 h 1419470"/>
              <a:gd name="connsiteX0" fmla="*/ 4199466 w 4199466"/>
              <a:gd name="connsiteY0" fmla="*/ 5331 h 1264150"/>
              <a:gd name="connsiteX1" fmla="*/ 2302933 w 4199466"/>
              <a:gd name="connsiteY1" fmla="*/ 360932 h 1264150"/>
              <a:gd name="connsiteX2" fmla="*/ 2760133 w 4199466"/>
              <a:gd name="connsiteY2" fmla="*/ 1258398 h 1264150"/>
              <a:gd name="connsiteX3" fmla="*/ 3386666 w 4199466"/>
              <a:gd name="connsiteY3" fmla="*/ 343998 h 1264150"/>
              <a:gd name="connsiteX4" fmla="*/ 0 w 4199466"/>
              <a:gd name="connsiteY4" fmla="*/ 174664 h 1264150"/>
              <a:gd name="connsiteX0" fmla="*/ 4199466 w 4199466"/>
              <a:gd name="connsiteY0" fmla="*/ 272347 h 1531166"/>
              <a:gd name="connsiteX1" fmla="*/ 2302933 w 4199466"/>
              <a:gd name="connsiteY1" fmla="*/ 627948 h 1531166"/>
              <a:gd name="connsiteX2" fmla="*/ 2760133 w 4199466"/>
              <a:gd name="connsiteY2" fmla="*/ 1525414 h 1531166"/>
              <a:gd name="connsiteX3" fmla="*/ 3386666 w 4199466"/>
              <a:gd name="connsiteY3" fmla="*/ 611014 h 1531166"/>
              <a:gd name="connsiteX4" fmla="*/ 0 w 4199466"/>
              <a:gd name="connsiteY4" fmla="*/ 441680 h 1531166"/>
              <a:gd name="connsiteX0" fmla="*/ 4199466 w 4199466"/>
              <a:gd name="connsiteY0" fmla="*/ 340911 h 1602433"/>
              <a:gd name="connsiteX1" fmla="*/ 2302933 w 4199466"/>
              <a:gd name="connsiteY1" fmla="*/ 696512 h 1602433"/>
              <a:gd name="connsiteX2" fmla="*/ 2760133 w 4199466"/>
              <a:gd name="connsiteY2" fmla="*/ 1593978 h 1602433"/>
              <a:gd name="connsiteX3" fmla="*/ 3386666 w 4199466"/>
              <a:gd name="connsiteY3" fmla="*/ 679578 h 1602433"/>
              <a:gd name="connsiteX4" fmla="*/ 0 w 4199466"/>
              <a:gd name="connsiteY4" fmla="*/ 510244 h 1602433"/>
              <a:gd name="connsiteX0" fmla="*/ 4199466 w 4199466"/>
              <a:gd name="connsiteY0" fmla="*/ 320417 h 1573620"/>
              <a:gd name="connsiteX1" fmla="*/ 2302933 w 4199466"/>
              <a:gd name="connsiteY1" fmla="*/ 676018 h 1573620"/>
              <a:gd name="connsiteX2" fmla="*/ 2760133 w 4199466"/>
              <a:gd name="connsiteY2" fmla="*/ 1573484 h 1573620"/>
              <a:gd name="connsiteX3" fmla="*/ 3183466 w 4199466"/>
              <a:gd name="connsiteY3" fmla="*/ 726817 h 1573620"/>
              <a:gd name="connsiteX4" fmla="*/ 0 w 4199466"/>
              <a:gd name="connsiteY4" fmla="*/ 489750 h 1573620"/>
              <a:gd name="connsiteX0" fmla="*/ 4199466 w 4199466"/>
              <a:gd name="connsiteY0" fmla="*/ 320417 h 1573493"/>
              <a:gd name="connsiteX1" fmla="*/ 2048933 w 4199466"/>
              <a:gd name="connsiteY1" fmla="*/ 743751 h 1573493"/>
              <a:gd name="connsiteX2" fmla="*/ 2760133 w 4199466"/>
              <a:gd name="connsiteY2" fmla="*/ 1573484 h 1573493"/>
              <a:gd name="connsiteX3" fmla="*/ 3183466 w 4199466"/>
              <a:gd name="connsiteY3" fmla="*/ 726817 h 1573493"/>
              <a:gd name="connsiteX4" fmla="*/ 0 w 4199466"/>
              <a:gd name="connsiteY4" fmla="*/ 489750 h 1573493"/>
              <a:gd name="connsiteX0" fmla="*/ 4199466 w 4199466"/>
              <a:gd name="connsiteY0" fmla="*/ 320417 h 1573522"/>
              <a:gd name="connsiteX1" fmla="*/ 2048933 w 4199466"/>
              <a:gd name="connsiteY1" fmla="*/ 743751 h 1573522"/>
              <a:gd name="connsiteX2" fmla="*/ 2760133 w 4199466"/>
              <a:gd name="connsiteY2" fmla="*/ 1573484 h 1573522"/>
              <a:gd name="connsiteX3" fmla="*/ 3183466 w 4199466"/>
              <a:gd name="connsiteY3" fmla="*/ 726817 h 1573522"/>
              <a:gd name="connsiteX4" fmla="*/ 0 w 4199466"/>
              <a:gd name="connsiteY4" fmla="*/ 489750 h 1573522"/>
              <a:gd name="connsiteX0" fmla="*/ 4199466 w 4199466"/>
              <a:gd name="connsiteY0" fmla="*/ 254880 h 1474089"/>
              <a:gd name="connsiteX1" fmla="*/ 2048933 w 4199466"/>
              <a:gd name="connsiteY1" fmla="*/ 678214 h 1474089"/>
              <a:gd name="connsiteX2" fmla="*/ 2675467 w 4199466"/>
              <a:gd name="connsiteY2" fmla="*/ 1474080 h 1474089"/>
              <a:gd name="connsiteX3" fmla="*/ 3183466 w 4199466"/>
              <a:gd name="connsiteY3" fmla="*/ 661280 h 1474089"/>
              <a:gd name="connsiteX4" fmla="*/ 0 w 4199466"/>
              <a:gd name="connsiteY4" fmla="*/ 424213 h 1474089"/>
              <a:gd name="connsiteX0" fmla="*/ 4199466 w 4199466"/>
              <a:gd name="connsiteY0" fmla="*/ 254880 h 1476478"/>
              <a:gd name="connsiteX1" fmla="*/ 2048933 w 4199466"/>
              <a:gd name="connsiteY1" fmla="*/ 678214 h 1476478"/>
              <a:gd name="connsiteX2" fmla="*/ 2675467 w 4199466"/>
              <a:gd name="connsiteY2" fmla="*/ 1474080 h 1476478"/>
              <a:gd name="connsiteX3" fmla="*/ 3183466 w 4199466"/>
              <a:gd name="connsiteY3" fmla="*/ 661280 h 1476478"/>
              <a:gd name="connsiteX4" fmla="*/ 0 w 4199466"/>
              <a:gd name="connsiteY4" fmla="*/ 424213 h 1476478"/>
              <a:gd name="connsiteX0" fmla="*/ 4199466 w 4199466"/>
              <a:gd name="connsiteY0" fmla="*/ 279753 h 1501814"/>
              <a:gd name="connsiteX1" fmla="*/ 2048933 w 4199466"/>
              <a:gd name="connsiteY1" fmla="*/ 703087 h 1501814"/>
              <a:gd name="connsiteX2" fmla="*/ 2675467 w 4199466"/>
              <a:gd name="connsiteY2" fmla="*/ 1498953 h 1501814"/>
              <a:gd name="connsiteX3" fmla="*/ 3183466 w 4199466"/>
              <a:gd name="connsiteY3" fmla="*/ 686153 h 1501814"/>
              <a:gd name="connsiteX4" fmla="*/ 0 w 4199466"/>
              <a:gd name="connsiteY4" fmla="*/ 449086 h 1501814"/>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376915 h 1596472"/>
              <a:gd name="connsiteX1" fmla="*/ 2099733 w 4199466"/>
              <a:gd name="connsiteY1" fmla="*/ 732516 h 1596472"/>
              <a:gd name="connsiteX2" fmla="*/ 2675467 w 4199466"/>
              <a:gd name="connsiteY2" fmla="*/ 1596115 h 1596472"/>
              <a:gd name="connsiteX3" fmla="*/ 3183466 w 4199466"/>
              <a:gd name="connsiteY3" fmla="*/ 783315 h 1596472"/>
              <a:gd name="connsiteX4" fmla="*/ 0 w 4199466"/>
              <a:gd name="connsiteY4" fmla="*/ 546248 h 1596472"/>
              <a:gd name="connsiteX0" fmla="*/ 4199466 w 4199466"/>
              <a:gd name="connsiteY0" fmla="*/ 243473 h 1115335"/>
              <a:gd name="connsiteX1" fmla="*/ 2099733 w 4199466"/>
              <a:gd name="connsiteY1" fmla="*/ 599074 h 1115335"/>
              <a:gd name="connsiteX2" fmla="*/ 2641098 w 4199466"/>
              <a:gd name="connsiteY2" fmla="*/ 1115187 h 1115335"/>
              <a:gd name="connsiteX3" fmla="*/ 3183466 w 4199466"/>
              <a:gd name="connsiteY3" fmla="*/ 649873 h 1115335"/>
              <a:gd name="connsiteX4" fmla="*/ 0 w 4199466"/>
              <a:gd name="connsiteY4" fmla="*/ 412806 h 1115335"/>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466" h="1151030">
                <a:moveTo>
                  <a:pt x="4199466" y="279036"/>
                </a:moveTo>
                <a:cubicBezTo>
                  <a:pt x="3241321" y="239525"/>
                  <a:pt x="2236563" y="182670"/>
                  <a:pt x="2099733" y="634637"/>
                </a:cubicBezTo>
                <a:cubicBezTo>
                  <a:pt x="1962903" y="1086604"/>
                  <a:pt x="2460476" y="1142284"/>
                  <a:pt x="2641098" y="1150750"/>
                </a:cubicBezTo>
                <a:cubicBezTo>
                  <a:pt x="2821720" y="1159216"/>
                  <a:pt x="3197646" y="975667"/>
                  <a:pt x="3183466" y="685436"/>
                </a:cubicBezTo>
                <a:cubicBezTo>
                  <a:pt x="3169286" y="395205"/>
                  <a:pt x="2111021" y="-553521"/>
                  <a:pt x="0" y="448369"/>
                </a:cubicBezTo>
              </a:path>
            </a:pathLst>
          </a:custGeom>
          <a:ln>
            <a:solidFill>
              <a:schemeClr val="bg1">
                <a:lumMod val="75000"/>
              </a:schemeClr>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defTabSz="486044" fontAlgn="auto">
              <a:spcBef>
                <a:spcPts val="0"/>
              </a:spcBef>
              <a:spcAft>
                <a:spcPts val="0"/>
              </a:spcAft>
            </a:pPr>
            <a:endParaRPr lang="en-US" sz="1920">
              <a:solidFill>
                <a:prstClr val="black"/>
              </a:solidFill>
            </a:endParaRPr>
          </a:p>
        </p:txBody>
      </p:sp>
      <p:sp>
        <p:nvSpPr>
          <p:cNvPr id="13" name="Isosceles Triangle 9"/>
          <p:cNvSpPr/>
          <p:nvPr/>
        </p:nvSpPr>
        <p:spPr>
          <a:xfrm rot="2110876">
            <a:off x="5795981" y="4873691"/>
            <a:ext cx="228206" cy="308981"/>
          </a:xfrm>
          <a:custGeom>
            <a:avLst/>
            <a:gdLst/>
            <a:ahLst/>
            <a:cxnLst/>
            <a:rect l="l" t="t" r="r" b="b"/>
            <a:pathLst>
              <a:path w="696359" h="1149768">
                <a:moveTo>
                  <a:pt x="355075" y="0"/>
                </a:moveTo>
                <a:lnTo>
                  <a:pt x="696359" y="1105109"/>
                </a:lnTo>
                <a:lnTo>
                  <a:pt x="372008" y="801168"/>
                </a:lnTo>
                <a:lnTo>
                  <a:pt x="0" y="1149768"/>
                </a:lnTo>
                <a:close/>
              </a:path>
            </a:pathLst>
          </a:cu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grpSp>
        <p:nvGrpSpPr>
          <p:cNvPr id="8" name="Group 7"/>
          <p:cNvGrpSpPr/>
          <p:nvPr/>
        </p:nvGrpSpPr>
        <p:grpSpPr>
          <a:xfrm>
            <a:off x="357158" y="1465591"/>
            <a:ext cx="2813011" cy="1030631"/>
            <a:chOff x="357158" y="1465591"/>
            <a:chExt cx="2813011" cy="1030631"/>
          </a:xfrm>
        </p:grpSpPr>
        <p:grpSp>
          <p:nvGrpSpPr>
            <p:cNvPr id="9" name="Group 8"/>
            <p:cNvGrpSpPr/>
            <p:nvPr/>
          </p:nvGrpSpPr>
          <p:grpSpPr>
            <a:xfrm>
              <a:off x="357158" y="1465591"/>
              <a:ext cx="1500188" cy="439738"/>
              <a:chOff x="2193925" y="492126"/>
              <a:chExt cx="1500188" cy="439738"/>
            </a:xfrm>
            <a:solidFill>
              <a:schemeClr val="accent4"/>
            </a:solidFill>
          </p:grpSpPr>
          <p:sp>
            <p:nvSpPr>
              <p:cNvPr id="15" name="Freeform 298"/>
              <p:cNvSpPr>
                <a:spLocks/>
              </p:cNvSpPr>
              <p:nvPr/>
            </p:nvSpPr>
            <p:spPr bwMode="auto">
              <a:xfrm>
                <a:off x="3394075" y="492126"/>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99"/>
              <p:cNvSpPr>
                <a:spLocks/>
              </p:cNvSpPr>
              <p:nvPr/>
            </p:nvSpPr>
            <p:spPr bwMode="auto">
              <a:xfrm>
                <a:off x="2570163" y="669926"/>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300"/>
              <p:cNvSpPr>
                <a:spLocks/>
              </p:cNvSpPr>
              <p:nvPr/>
            </p:nvSpPr>
            <p:spPr bwMode="auto">
              <a:xfrm>
                <a:off x="2470150" y="712788"/>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301"/>
              <p:cNvSpPr>
                <a:spLocks/>
              </p:cNvSpPr>
              <p:nvPr/>
            </p:nvSpPr>
            <p:spPr bwMode="auto">
              <a:xfrm>
                <a:off x="2371725" y="762001"/>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302"/>
              <p:cNvSpPr>
                <a:spLocks/>
              </p:cNvSpPr>
              <p:nvPr/>
            </p:nvSpPr>
            <p:spPr bwMode="auto">
              <a:xfrm>
                <a:off x="2193925" y="885826"/>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303"/>
              <p:cNvSpPr>
                <a:spLocks/>
              </p:cNvSpPr>
              <p:nvPr/>
            </p:nvSpPr>
            <p:spPr bwMode="auto">
              <a:xfrm>
                <a:off x="2279650" y="820738"/>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304"/>
              <p:cNvSpPr>
                <a:spLocks/>
              </p:cNvSpPr>
              <p:nvPr/>
            </p:nvSpPr>
            <p:spPr bwMode="auto">
              <a:xfrm>
                <a:off x="2998788" y="579438"/>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305"/>
              <p:cNvSpPr>
                <a:spLocks/>
              </p:cNvSpPr>
              <p:nvPr/>
            </p:nvSpPr>
            <p:spPr bwMode="auto">
              <a:xfrm>
                <a:off x="3221038" y="576263"/>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306"/>
              <p:cNvSpPr>
                <a:spLocks/>
              </p:cNvSpPr>
              <p:nvPr/>
            </p:nvSpPr>
            <p:spPr bwMode="auto">
              <a:xfrm>
                <a:off x="3108325" y="576263"/>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307"/>
              <p:cNvSpPr>
                <a:spLocks/>
              </p:cNvSpPr>
              <p:nvPr/>
            </p:nvSpPr>
            <p:spPr bwMode="auto">
              <a:xfrm>
                <a:off x="3330575" y="584201"/>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308"/>
              <p:cNvSpPr>
                <a:spLocks/>
              </p:cNvSpPr>
              <p:nvPr/>
            </p:nvSpPr>
            <p:spPr bwMode="auto">
              <a:xfrm>
                <a:off x="2889250" y="590551"/>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309"/>
              <p:cNvSpPr>
                <a:spLocks/>
              </p:cNvSpPr>
              <p:nvPr/>
            </p:nvSpPr>
            <p:spPr bwMode="auto">
              <a:xfrm>
                <a:off x="2781300" y="609601"/>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310"/>
              <p:cNvSpPr>
                <a:spLocks/>
              </p:cNvSpPr>
              <p:nvPr/>
            </p:nvSpPr>
            <p:spPr bwMode="auto">
              <a:xfrm>
                <a:off x="2673350" y="635001"/>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1" name="Freeform 314"/>
            <p:cNvSpPr>
              <a:spLocks/>
            </p:cNvSpPr>
            <p:nvPr/>
          </p:nvSpPr>
          <p:spPr bwMode="auto">
            <a:xfrm>
              <a:off x="1543087" y="1714494"/>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730436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lide(fromLeft)">
                                      <p:cBhvr>
                                        <p:cTn id="7" dur="500"/>
                                        <p:tgtEl>
                                          <p:spTgt spid="8"/>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left)">
                                      <p:cBhvr>
                                        <p:cTn id="11" dur="500"/>
                                        <p:tgtEl>
                                          <p:spTgt spid="12"/>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fltVal val="0"/>
                                          </p:val>
                                        </p:tav>
                                        <p:tav tm="100000">
                                          <p:val>
                                            <p:strVal val="#ppt_w"/>
                                          </p:val>
                                        </p:tav>
                                      </p:tavLst>
                                    </p:anim>
                                    <p:anim calcmode="lin" valueType="num">
                                      <p:cBhvr>
                                        <p:cTn id="16" dur="500" fill="hold"/>
                                        <p:tgtEl>
                                          <p:spTgt spid="13"/>
                                        </p:tgtEl>
                                        <p:attrNameLst>
                                          <p:attrName>ppt_h</p:attrName>
                                        </p:attrNameLst>
                                      </p:cBhvr>
                                      <p:tavLst>
                                        <p:tav tm="0">
                                          <p:val>
                                            <p:fltVal val="0"/>
                                          </p:val>
                                        </p:tav>
                                        <p:tav tm="100000">
                                          <p:val>
                                            <p:strVal val="#ppt_h"/>
                                          </p:val>
                                        </p:tav>
                                      </p:tavLst>
                                    </p:anim>
                                    <p:animEffect transition="in" filter="fade">
                                      <p:cBhvr>
                                        <p:cTn id="1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3788009" y="1790848"/>
            <a:ext cx="4511964" cy="431780"/>
          </a:xfrm>
        </p:spPr>
        <p:txBody>
          <a:bodyPr>
            <a:noAutofit/>
          </a:bodyPr>
          <a:lstStyle/>
          <a:p>
            <a:pPr rtl="1"/>
            <a:r>
              <a:rPr lang="ar-SA" sz="4400" u="sng" dirty="0"/>
              <a:t>ه- تأثيره على التعليم</a:t>
            </a:r>
            <a:endParaRPr lang="en-US" sz="4400" u="sng" dirty="0"/>
          </a:p>
        </p:txBody>
      </p:sp>
      <p:sp>
        <p:nvSpPr>
          <p:cNvPr id="4" name="Text Placeholder 3"/>
          <p:cNvSpPr>
            <a:spLocks noGrp="1"/>
          </p:cNvSpPr>
          <p:nvPr>
            <p:ph type="body" sz="quarter" idx="16"/>
          </p:nvPr>
        </p:nvSpPr>
        <p:spPr>
          <a:xfrm>
            <a:off x="1148316" y="3072388"/>
            <a:ext cx="10568763" cy="1536868"/>
          </a:xfrm>
        </p:spPr>
        <p:txBody>
          <a:bodyPr>
            <a:noAutofit/>
          </a:bodyPr>
          <a:lstStyle/>
          <a:p>
            <a:r>
              <a:rPr lang="ar-SA" sz="2800" b="1" dirty="0">
                <a:solidFill>
                  <a:srgbClr val="ED7D31"/>
                </a:solidFill>
              </a:rPr>
              <a:t>وأكدت دراسة دروميت (2013) على أثر عملية التلعيب في تعزيز السلوك الإيجابي البيئي لدى الطلبة، وذلك من خلال تشجيع وتحفيز السلوكيات البيئية الآمنة</a:t>
            </a:r>
            <a:endParaRPr lang="en-US" sz="2800" b="1" dirty="0">
              <a:solidFill>
                <a:srgbClr val="ED7D31"/>
              </a:solidFill>
            </a:endParaRPr>
          </a:p>
        </p:txBody>
      </p:sp>
      <p:sp>
        <p:nvSpPr>
          <p:cNvPr id="12" name="Freeform 11"/>
          <p:cNvSpPr/>
          <p:nvPr/>
        </p:nvSpPr>
        <p:spPr>
          <a:xfrm rot="9340997">
            <a:off x="1724118" y="5190508"/>
            <a:ext cx="4222807" cy="1381236"/>
          </a:xfrm>
          <a:custGeom>
            <a:avLst/>
            <a:gdLst>
              <a:gd name="connsiteX0" fmla="*/ 4436533 w 4436533"/>
              <a:gd name="connsiteY0" fmla="*/ 164697 h 1756908"/>
              <a:gd name="connsiteX1" fmla="*/ 2302933 w 4436533"/>
              <a:gd name="connsiteY1" fmla="*/ 350964 h 1756908"/>
              <a:gd name="connsiteX2" fmla="*/ 3132667 w 4436533"/>
              <a:gd name="connsiteY2" fmla="*/ 1756430 h 1756908"/>
              <a:gd name="connsiteX3" fmla="*/ 3623733 w 4436533"/>
              <a:gd name="connsiteY3" fmla="*/ 503364 h 1756908"/>
              <a:gd name="connsiteX4" fmla="*/ 1405467 w 4436533"/>
              <a:gd name="connsiteY4" fmla="*/ 46164 h 1756908"/>
              <a:gd name="connsiteX5" fmla="*/ 0 w 4436533"/>
              <a:gd name="connsiteY5" fmla="*/ 1536297 h 1756908"/>
              <a:gd name="connsiteX0" fmla="*/ 4436533 w 4436533"/>
              <a:gd name="connsiteY0" fmla="*/ 260722 h 1853405"/>
              <a:gd name="connsiteX1" fmla="*/ 2302933 w 4436533"/>
              <a:gd name="connsiteY1" fmla="*/ 446989 h 1853405"/>
              <a:gd name="connsiteX2" fmla="*/ 3132667 w 4436533"/>
              <a:gd name="connsiteY2" fmla="*/ 1852455 h 1853405"/>
              <a:gd name="connsiteX3" fmla="*/ 3623733 w 4436533"/>
              <a:gd name="connsiteY3" fmla="*/ 599389 h 1853405"/>
              <a:gd name="connsiteX4" fmla="*/ 1405467 w 4436533"/>
              <a:gd name="connsiteY4" fmla="*/ 142189 h 1853405"/>
              <a:gd name="connsiteX5" fmla="*/ 0 w 4436533"/>
              <a:gd name="connsiteY5" fmla="*/ 1632322 h 1853405"/>
              <a:gd name="connsiteX0" fmla="*/ 4436533 w 4436533"/>
              <a:gd name="connsiteY0" fmla="*/ 260722 h 1852567"/>
              <a:gd name="connsiteX1" fmla="*/ 2302933 w 4436533"/>
              <a:gd name="connsiteY1" fmla="*/ 446989 h 1852567"/>
              <a:gd name="connsiteX2" fmla="*/ 3132667 w 4436533"/>
              <a:gd name="connsiteY2" fmla="*/ 1852455 h 1852567"/>
              <a:gd name="connsiteX3" fmla="*/ 3623733 w 4436533"/>
              <a:gd name="connsiteY3" fmla="*/ 599389 h 1852567"/>
              <a:gd name="connsiteX4" fmla="*/ 1405467 w 4436533"/>
              <a:gd name="connsiteY4" fmla="*/ 142189 h 1852567"/>
              <a:gd name="connsiteX5" fmla="*/ 0 w 4436533"/>
              <a:gd name="connsiteY5" fmla="*/ 1632322 h 1852567"/>
              <a:gd name="connsiteX0" fmla="*/ 4436533 w 4436533"/>
              <a:gd name="connsiteY0" fmla="*/ 260722 h 1852461"/>
              <a:gd name="connsiteX1" fmla="*/ 2540000 w 4436533"/>
              <a:gd name="connsiteY1" fmla="*/ 616323 h 1852461"/>
              <a:gd name="connsiteX2" fmla="*/ 3132667 w 4436533"/>
              <a:gd name="connsiteY2" fmla="*/ 1852455 h 1852461"/>
              <a:gd name="connsiteX3" fmla="*/ 3623733 w 4436533"/>
              <a:gd name="connsiteY3" fmla="*/ 599389 h 1852461"/>
              <a:gd name="connsiteX4" fmla="*/ 1405467 w 4436533"/>
              <a:gd name="connsiteY4" fmla="*/ 142189 h 1852461"/>
              <a:gd name="connsiteX5" fmla="*/ 0 w 4436533"/>
              <a:gd name="connsiteY5" fmla="*/ 1632322 h 1852461"/>
              <a:gd name="connsiteX0" fmla="*/ 4436533 w 4436533"/>
              <a:gd name="connsiteY0" fmla="*/ 260722 h 1852464"/>
              <a:gd name="connsiteX1" fmla="*/ 2540000 w 4436533"/>
              <a:gd name="connsiteY1" fmla="*/ 616323 h 1852464"/>
              <a:gd name="connsiteX2" fmla="*/ 3132667 w 4436533"/>
              <a:gd name="connsiteY2" fmla="*/ 1852455 h 1852464"/>
              <a:gd name="connsiteX3" fmla="*/ 3623733 w 4436533"/>
              <a:gd name="connsiteY3" fmla="*/ 599389 h 1852464"/>
              <a:gd name="connsiteX4" fmla="*/ 1405467 w 4436533"/>
              <a:gd name="connsiteY4" fmla="*/ 142189 h 1852464"/>
              <a:gd name="connsiteX5" fmla="*/ 0 w 4436533"/>
              <a:gd name="connsiteY5" fmla="*/ 1632322 h 185246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3031066 w 3031066"/>
              <a:gd name="connsiteY0" fmla="*/ 160324 h 1419470"/>
              <a:gd name="connsiteX1" fmla="*/ 1134533 w 3031066"/>
              <a:gd name="connsiteY1" fmla="*/ 515925 h 1419470"/>
              <a:gd name="connsiteX2" fmla="*/ 1591733 w 3031066"/>
              <a:gd name="connsiteY2" fmla="*/ 1413391 h 1419470"/>
              <a:gd name="connsiteX3" fmla="*/ 2218266 w 3031066"/>
              <a:gd name="connsiteY3" fmla="*/ 498991 h 1419470"/>
              <a:gd name="connsiteX4" fmla="*/ 0 w 3031066"/>
              <a:gd name="connsiteY4" fmla="*/ 41791 h 1419470"/>
              <a:gd name="connsiteX0" fmla="*/ 4199466 w 4199466"/>
              <a:gd name="connsiteY0" fmla="*/ 5331 h 1264150"/>
              <a:gd name="connsiteX1" fmla="*/ 2302933 w 4199466"/>
              <a:gd name="connsiteY1" fmla="*/ 360932 h 1264150"/>
              <a:gd name="connsiteX2" fmla="*/ 2760133 w 4199466"/>
              <a:gd name="connsiteY2" fmla="*/ 1258398 h 1264150"/>
              <a:gd name="connsiteX3" fmla="*/ 3386666 w 4199466"/>
              <a:gd name="connsiteY3" fmla="*/ 343998 h 1264150"/>
              <a:gd name="connsiteX4" fmla="*/ 0 w 4199466"/>
              <a:gd name="connsiteY4" fmla="*/ 174664 h 1264150"/>
              <a:gd name="connsiteX0" fmla="*/ 4199466 w 4199466"/>
              <a:gd name="connsiteY0" fmla="*/ 272347 h 1531166"/>
              <a:gd name="connsiteX1" fmla="*/ 2302933 w 4199466"/>
              <a:gd name="connsiteY1" fmla="*/ 627948 h 1531166"/>
              <a:gd name="connsiteX2" fmla="*/ 2760133 w 4199466"/>
              <a:gd name="connsiteY2" fmla="*/ 1525414 h 1531166"/>
              <a:gd name="connsiteX3" fmla="*/ 3386666 w 4199466"/>
              <a:gd name="connsiteY3" fmla="*/ 611014 h 1531166"/>
              <a:gd name="connsiteX4" fmla="*/ 0 w 4199466"/>
              <a:gd name="connsiteY4" fmla="*/ 441680 h 1531166"/>
              <a:gd name="connsiteX0" fmla="*/ 4199466 w 4199466"/>
              <a:gd name="connsiteY0" fmla="*/ 340911 h 1602433"/>
              <a:gd name="connsiteX1" fmla="*/ 2302933 w 4199466"/>
              <a:gd name="connsiteY1" fmla="*/ 696512 h 1602433"/>
              <a:gd name="connsiteX2" fmla="*/ 2760133 w 4199466"/>
              <a:gd name="connsiteY2" fmla="*/ 1593978 h 1602433"/>
              <a:gd name="connsiteX3" fmla="*/ 3386666 w 4199466"/>
              <a:gd name="connsiteY3" fmla="*/ 679578 h 1602433"/>
              <a:gd name="connsiteX4" fmla="*/ 0 w 4199466"/>
              <a:gd name="connsiteY4" fmla="*/ 510244 h 1602433"/>
              <a:gd name="connsiteX0" fmla="*/ 4199466 w 4199466"/>
              <a:gd name="connsiteY0" fmla="*/ 320417 h 1573620"/>
              <a:gd name="connsiteX1" fmla="*/ 2302933 w 4199466"/>
              <a:gd name="connsiteY1" fmla="*/ 676018 h 1573620"/>
              <a:gd name="connsiteX2" fmla="*/ 2760133 w 4199466"/>
              <a:gd name="connsiteY2" fmla="*/ 1573484 h 1573620"/>
              <a:gd name="connsiteX3" fmla="*/ 3183466 w 4199466"/>
              <a:gd name="connsiteY3" fmla="*/ 726817 h 1573620"/>
              <a:gd name="connsiteX4" fmla="*/ 0 w 4199466"/>
              <a:gd name="connsiteY4" fmla="*/ 489750 h 1573620"/>
              <a:gd name="connsiteX0" fmla="*/ 4199466 w 4199466"/>
              <a:gd name="connsiteY0" fmla="*/ 320417 h 1573493"/>
              <a:gd name="connsiteX1" fmla="*/ 2048933 w 4199466"/>
              <a:gd name="connsiteY1" fmla="*/ 743751 h 1573493"/>
              <a:gd name="connsiteX2" fmla="*/ 2760133 w 4199466"/>
              <a:gd name="connsiteY2" fmla="*/ 1573484 h 1573493"/>
              <a:gd name="connsiteX3" fmla="*/ 3183466 w 4199466"/>
              <a:gd name="connsiteY3" fmla="*/ 726817 h 1573493"/>
              <a:gd name="connsiteX4" fmla="*/ 0 w 4199466"/>
              <a:gd name="connsiteY4" fmla="*/ 489750 h 1573493"/>
              <a:gd name="connsiteX0" fmla="*/ 4199466 w 4199466"/>
              <a:gd name="connsiteY0" fmla="*/ 320417 h 1573522"/>
              <a:gd name="connsiteX1" fmla="*/ 2048933 w 4199466"/>
              <a:gd name="connsiteY1" fmla="*/ 743751 h 1573522"/>
              <a:gd name="connsiteX2" fmla="*/ 2760133 w 4199466"/>
              <a:gd name="connsiteY2" fmla="*/ 1573484 h 1573522"/>
              <a:gd name="connsiteX3" fmla="*/ 3183466 w 4199466"/>
              <a:gd name="connsiteY3" fmla="*/ 726817 h 1573522"/>
              <a:gd name="connsiteX4" fmla="*/ 0 w 4199466"/>
              <a:gd name="connsiteY4" fmla="*/ 489750 h 1573522"/>
              <a:gd name="connsiteX0" fmla="*/ 4199466 w 4199466"/>
              <a:gd name="connsiteY0" fmla="*/ 254880 h 1474089"/>
              <a:gd name="connsiteX1" fmla="*/ 2048933 w 4199466"/>
              <a:gd name="connsiteY1" fmla="*/ 678214 h 1474089"/>
              <a:gd name="connsiteX2" fmla="*/ 2675467 w 4199466"/>
              <a:gd name="connsiteY2" fmla="*/ 1474080 h 1474089"/>
              <a:gd name="connsiteX3" fmla="*/ 3183466 w 4199466"/>
              <a:gd name="connsiteY3" fmla="*/ 661280 h 1474089"/>
              <a:gd name="connsiteX4" fmla="*/ 0 w 4199466"/>
              <a:gd name="connsiteY4" fmla="*/ 424213 h 1474089"/>
              <a:gd name="connsiteX0" fmla="*/ 4199466 w 4199466"/>
              <a:gd name="connsiteY0" fmla="*/ 254880 h 1476478"/>
              <a:gd name="connsiteX1" fmla="*/ 2048933 w 4199466"/>
              <a:gd name="connsiteY1" fmla="*/ 678214 h 1476478"/>
              <a:gd name="connsiteX2" fmla="*/ 2675467 w 4199466"/>
              <a:gd name="connsiteY2" fmla="*/ 1474080 h 1476478"/>
              <a:gd name="connsiteX3" fmla="*/ 3183466 w 4199466"/>
              <a:gd name="connsiteY3" fmla="*/ 661280 h 1476478"/>
              <a:gd name="connsiteX4" fmla="*/ 0 w 4199466"/>
              <a:gd name="connsiteY4" fmla="*/ 424213 h 1476478"/>
              <a:gd name="connsiteX0" fmla="*/ 4199466 w 4199466"/>
              <a:gd name="connsiteY0" fmla="*/ 279753 h 1501814"/>
              <a:gd name="connsiteX1" fmla="*/ 2048933 w 4199466"/>
              <a:gd name="connsiteY1" fmla="*/ 703087 h 1501814"/>
              <a:gd name="connsiteX2" fmla="*/ 2675467 w 4199466"/>
              <a:gd name="connsiteY2" fmla="*/ 1498953 h 1501814"/>
              <a:gd name="connsiteX3" fmla="*/ 3183466 w 4199466"/>
              <a:gd name="connsiteY3" fmla="*/ 686153 h 1501814"/>
              <a:gd name="connsiteX4" fmla="*/ 0 w 4199466"/>
              <a:gd name="connsiteY4" fmla="*/ 449086 h 1501814"/>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376915 h 1596472"/>
              <a:gd name="connsiteX1" fmla="*/ 2099733 w 4199466"/>
              <a:gd name="connsiteY1" fmla="*/ 732516 h 1596472"/>
              <a:gd name="connsiteX2" fmla="*/ 2675467 w 4199466"/>
              <a:gd name="connsiteY2" fmla="*/ 1596115 h 1596472"/>
              <a:gd name="connsiteX3" fmla="*/ 3183466 w 4199466"/>
              <a:gd name="connsiteY3" fmla="*/ 783315 h 1596472"/>
              <a:gd name="connsiteX4" fmla="*/ 0 w 4199466"/>
              <a:gd name="connsiteY4" fmla="*/ 546248 h 1596472"/>
              <a:gd name="connsiteX0" fmla="*/ 4199466 w 4199466"/>
              <a:gd name="connsiteY0" fmla="*/ 243473 h 1115335"/>
              <a:gd name="connsiteX1" fmla="*/ 2099733 w 4199466"/>
              <a:gd name="connsiteY1" fmla="*/ 599074 h 1115335"/>
              <a:gd name="connsiteX2" fmla="*/ 2641098 w 4199466"/>
              <a:gd name="connsiteY2" fmla="*/ 1115187 h 1115335"/>
              <a:gd name="connsiteX3" fmla="*/ 3183466 w 4199466"/>
              <a:gd name="connsiteY3" fmla="*/ 649873 h 1115335"/>
              <a:gd name="connsiteX4" fmla="*/ 0 w 4199466"/>
              <a:gd name="connsiteY4" fmla="*/ 412806 h 1115335"/>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466" h="1151030">
                <a:moveTo>
                  <a:pt x="4199466" y="279036"/>
                </a:moveTo>
                <a:cubicBezTo>
                  <a:pt x="3241321" y="239525"/>
                  <a:pt x="2236563" y="182670"/>
                  <a:pt x="2099733" y="634637"/>
                </a:cubicBezTo>
                <a:cubicBezTo>
                  <a:pt x="1962903" y="1086604"/>
                  <a:pt x="2460476" y="1142284"/>
                  <a:pt x="2641098" y="1150750"/>
                </a:cubicBezTo>
                <a:cubicBezTo>
                  <a:pt x="2821720" y="1159216"/>
                  <a:pt x="3197646" y="975667"/>
                  <a:pt x="3183466" y="685436"/>
                </a:cubicBezTo>
                <a:cubicBezTo>
                  <a:pt x="3169286" y="395205"/>
                  <a:pt x="2111021" y="-553521"/>
                  <a:pt x="0" y="448369"/>
                </a:cubicBezTo>
              </a:path>
            </a:pathLst>
          </a:custGeom>
          <a:ln>
            <a:solidFill>
              <a:schemeClr val="bg1">
                <a:lumMod val="75000"/>
              </a:schemeClr>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defTabSz="486044" fontAlgn="auto">
              <a:spcBef>
                <a:spcPts val="0"/>
              </a:spcBef>
              <a:spcAft>
                <a:spcPts val="0"/>
              </a:spcAft>
            </a:pPr>
            <a:endParaRPr lang="en-US" sz="1920">
              <a:solidFill>
                <a:prstClr val="black"/>
              </a:solidFill>
            </a:endParaRPr>
          </a:p>
        </p:txBody>
      </p:sp>
      <p:sp>
        <p:nvSpPr>
          <p:cNvPr id="13" name="Isosceles Triangle 9"/>
          <p:cNvSpPr/>
          <p:nvPr/>
        </p:nvSpPr>
        <p:spPr>
          <a:xfrm rot="2110876">
            <a:off x="5795981" y="4873691"/>
            <a:ext cx="228206" cy="308981"/>
          </a:xfrm>
          <a:custGeom>
            <a:avLst/>
            <a:gdLst/>
            <a:ahLst/>
            <a:cxnLst/>
            <a:rect l="l" t="t" r="r" b="b"/>
            <a:pathLst>
              <a:path w="696359" h="1149768">
                <a:moveTo>
                  <a:pt x="355075" y="0"/>
                </a:moveTo>
                <a:lnTo>
                  <a:pt x="696359" y="1105109"/>
                </a:lnTo>
                <a:lnTo>
                  <a:pt x="372008" y="801168"/>
                </a:lnTo>
                <a:lnTo>
                  <a:pt x="0" y="1149768"/>
                </a:lnTo>
                <a:close/>
              </a:path>
            </a:pathLst>
          </a:cu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grpSp>
        <p:nvGrpSpPr>
          <p:cNvPr id="6" name="Group 5"/>
          <p:cNvGrpSpPr/>
          <p:nvPr/>
        </p:nvGrpSpPr>
        <p:grpSpPr>
          <a:xfrm>
            <a:off x="7745510" y="1465591"/>
            <a:ext cx="2813011" cy="1030631"/>
            <a:chOff x="357158" y="1465591"/>
            <a:chExt cx="2813011" cy="1030631"/>
          </a:xfrm>
        </p:grpSpPr>
        <p:grpSp>
          <p:nvGrpSpPr>
            <p:cNvPr id="7" name="Group 6"/>
            <p:cNvGrpSpPr/>
            <p:nvPr/>
          </p:nvGrpSpPr>
          <p:grpSpPr>
            <a:xfrm>
              <a:off x="357158" y="1465591"/>
              <a:ext cx="1500188" cy="439738"/>
              <a:chOff x="2193925" y="492126"/>
              <a:chExt cx="1500188" cy="439738"/>
            </a:xfrm>
            <a:solidFill>
              <a:srgbClr val="F47264"/>
            </a:solidFill>
          </p:grpSpPr>
          <p:sp>
            <p:nvSpPr>
              <p:cNvPr id="11" name="Freeform 298"/>
              <p:cNvSpPr>
                <a:spLocks/>
              </p:cNvSpPr>
              <p:nvPr/>
            </p:nvSpPr>
            <p:spPr bwMode="auto">
              <a:xfrm>
                <a:off x="3394075" y="492126"/>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14" name="Freeform 299"/>
              <p:cNvSpPr>
                <a:spLocks/>
              </p:cNvSpPr>
              <p:nvPr/>
            </p:nvSpPr>
            <p:spPr bwMode="auto">
              <a:xfrm>
                <a:off x="2570163" y="669926"/>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15" name="Freeform 300"/>
              <p:cNvSpPr>
                <a:spLocks/>
              </p:cNvSpPr>
              <p:nvPr/>
            </p:nvSpPr>
            <p:spPr bwMode="auto">
              <a:xfrm>
                <a:off x="2470150" y="712788"/>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16" name="Freeform 301"/>
              <p:cNvSpPr>
                <a:spLocks/>
              </p:cNvSpPr>
              <p:nvPr/>
            </p:nvSpPr>
            <p:spPr bwMode="auto">
              <a:xfrm>
                <a:off x="2371725" y="762001"/>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17" name="Freeform 302"/>
              <p:cNvSpPr>
                <a:spLocks/>
              </p:cNvSpPr>
              <p:nvPr/>
            </p:nvSpPr>
            <p:spPr bwMode="auto">
              <a:xfrm>
                <a:off x="2193925" y="885826"/>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18" name="Freeform 303"/>
              <p:cNvSpPr>
                <a:spLocks/>
              </p:cNvSpPr>
              <p:nvPr/>
            </p:nvSpPr>
            <p:spPr bwMode="auto">
              <a:xfrm>
                <a:off x="2279650" y="820738"/>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19" name="Freeform 304"/>
              <p:cNvSpPr>
                <a:spLocks/>
              </p:cNvSpPr>
              <p:nvPr/>
            </p:nvSpPr>
            <p:spPr bwMode="auto">
              <a:xfrm>
                <a:off x="2998788" y="579438"/>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20" name="Freeform 305"/>
              <p:cNvSpPr>
                <a:spLocks/>
              </p:cNvSpPr>
              <p:nvPr/>
            </p:nvSpPr>
            <p:spPr bwMode="auto">
              <a:xfrm>
                <a:off x="3221038" y="576263"/>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21" name="Freeform 306"/>
              <p:cNvSpPr>
                <a:spLocks/>
              </p:cNvSpPr>
              <p:nvPr/>
            </p:nvSpPr>
            <p:spPr bwMode="auto">
              <a:xfrm>
                <a:off x="3108325" y="576263"/>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22" name="Freeform 307"/>
              <p:cNvSpPr>
                <a:spLocks/>
              </p:cNvSpPr>
              <p:nvPr/>
            </p:nvSpPr>
            <p:spPr bwMode="auto">
              <a:xfrm>
                <a:off x="3330575" y="584201"/>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23" name="Freeform 308"/>
              <p:cNvSpPr>
                <a:spLocks/>
              </p:cNvSpPr>
              <p:nvPr/>
            </p:nvSpPr>
            <p:spPr bwMode="auto">
              <a:xfrm>
                <a:off x="2889250" y="590551"/>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24" name="Freeform 309"/>
              <p:cNvSpPr>
                <a:spLocks/>
              </p:cNvSpPr>
              <p:nvPr/>
            </p:nvSpPr>
            <p:spPr bwMode="auto">
              <a:xfrm>
                <a:off x="2781300" y="609601"/>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25" name="Freeform 310"/>
              <p:cNvSpPr>
                <a:spLocks/>
              </p:cNvSpPr>
              <p:nvPr/>
            </p:nvSpPr>
            <p:spPr bwMode="auto">
              <a:xfrm>
                <a:off x="2673350" y="635001"/>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grpSp>
        <p:sp>
          <p:nvSpPr>
            <p:cNvPr id="9" name="Freeform 314"/>
            <p:cNvSpPr>
              <a:spLocks/>
            </p:cNvSpPr>
            <p:nvPr/>
          </p:nvSpPr>
          <p:spPr bwMode="auto">
            <a:xfrm>
              <a:off x="1543087" y="1714494"/>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solidFill>
              <a:srgbClr val="F4726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gr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408347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slide(fromLeft)">
                                      <p:cBhvr>
                                        <p:cTn id="7" dur="500"/>
                                        <p:tgtEl>
                                          <p:spTgt spid="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left)">
                                      <p:cBhvr>
                                        <p:cTn id="11" dur="500"/>
                                        <p:tgtEl>
                                          <p:spTgt spid="12"/>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fltVal val="0"/>
                                          </p:val>
                                        </p:tav>
                                        <p:tav tm="100000">
                                          <p:val>
                                            <p:strVal val="#ppt_w"/>
                                          </p:val>
                                        </p:tav>
                                      </p:tavLst>
                                    </p:anim>
                                    <p:anim calcmode="lin" valueType="num">
                                      <p:cBhvr>
                                        <p:cTn id="16" dur="500" fill="hold"/>
                                        <p:tgtEl>
                                          <p:spTgt spid="13"/>
                                        </p:tgtEl>
                                        <p:attrNameLst>
                                          <p:attrName>ppt_h</p:attrName>
                                        </p:attrNameLst>
                                      </p:cBhvr>
                                      <p:tavLst>
                                        <p:tav tm="0">
                                          <p:val>
                                            <p:fltVal val="0"/>
                                          </p:val>
                                        </p:tav>
                                        <p:tav tm="100000">
                                          <p:val>
                                            <p:strVal val="#ppt_h"/>
                                          </p:val>
                                        </p:tav>
                                      </p:tavLst>
                                    </p:anim>
                                    <p:animEffect transition="in" filter="fade">
                                      <p:cBhvr>
                                        <p:cTn id="1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3788009" y="1790848"/>
            <a:ext cx="4511964" cy="431780"/>
          </a:xfrm>
        </p:spPr>
        <p:txBody>
          <a:bodyPr>
            <a:noAutofit/>
          </a:bodyPr>
          <a:lstStyle/>
          <a:p>
            <a:pPr rtl="1"/>
            <a:r>
              <a:rPr lang="ar-SA" sz="4400" u="sng" dirty="0"/>
              <a:t>ه- تأثيره على التعليم</a:t>
            </a:r>
            <a:endParaRPr lang="en-US" sz="4400" u="sng" dirty="0"/>
          </a:p>
        </p:txBody>
      </p:sp>
      <p:sp>
        <p:nvSpPr>
          <p:cNvPr id="4" name="Text Placeholder 3"/>
          <p:cNvSpPr>
            <a:spLocks noGrp="1"/>
          </p:cNvSpPr>
          <p:nvPr>
            <p:ph type="body" sz="quarter" idx="16"/>
          </p:nvPr>
        </p:nvSpPr>
        <p:spPr>
          <a:xfrm>
            <a:off x="1148316" y="3072388"/>
            <a:ext cx="10568763" cy="1536868"/>
          </a:xfrm>
        </p:spPr>
        <p:txBody>
          <a:bodyPr>
            <a:noAutofit/>
          </a:bodyPr>
          <a:lstStyle/>
          <a:p>
            <a:r>
              <a:rPr lang="ar-SA" sz="2800" b="1" dirty="0">
                <a:solidFill>
                  <a:srgbClr val="ED7D31"/>
                </a:solidFill>
              </a:rPr>
              <a:t>وكذلك أوضحت دراسة ساينري (2013) تأثير استخدام تكنولوجيا الموبايل واستراتيجية التلعيب في دعم تعلم الطلبة في المرحلة الإعدادية</a:t>
            </a:r>
            <a:endParaRPr lang="en-US" sz="2800" b="1" dirty="0">
              <a:solidFill>
                <a:srgbClr val="ED7D31"/>
              </a:solidFill>
            </a:endParaRPr>
          </a:p>
        </p:txBody>
      </p:sp>
      <p:sp>
        <p:nvSpPr>
          <p:cNvPr id="12" name="Freeform 11"/>
          <p:cNvSpPr/>
          <p:nvPr/>
        </p:nvSpPr>
        <p:spPr>
          <a:xfrm rot="9340997">
            <a:off x="1724118" y="5190508"/>
            <a:ext cx="4222807" cy="1381236"/>
          </a:xfrm>
          <a:custGeom>
            <a:avLst/>
            <a:gdLst>
              <a:gd name="connsiteX0" fmla="*/ 4436533 w 4436533"/>
              <a:gd name="connsiteY0" fmla="*/ 164697 h 1756908"/>
              <a:gd name="connsiteX1" fmla="*/ 2302933 w 4436533"/>
              <a:gd name="connsiteY1" fmla="*/ 350964 h 1756908"/>
              <a:gd name="connsiteX2" fmla="*/ 3132667 w 4436533"/>
              <a:gd name="connsiteY2" fmla="*/ 1756430 h 1756908"/>
              <a:gd name="connsiteX3" fmla="*/ 3623733 w 4436533"/>
              <a:gd name="connsiteY3" fmla="*/ 503364 h 1756908"/>
              <a:gd name="connsiteX4" fmla="*/ 1405467 w 4436533"/>
              <a:gd name="connsiteY4" fmla="*/ 46164 h 1756908"/>
              <a:gd name="connsiteX5" fmla="*/ 0 w 4436533"/>
              <a:gd name="connsiteY5" fmla="*/ 1536297 h 1756908"/>
              <a:gd name="connsiteX0" fmla="*/ 4436533 w 4436533"/>
              <a:gd name="connsiteY0" fmla="*/ 260722 h 1853405"/>
              <a:gd name="connsiteX1" fmla="*/ 2302933 w 4436533"/>
              <a:gd name="connsiteY1" fmla="*/ 446989 h 1853405"/>
              <a:gd name="connsiteX2" fmla="*/ 3132667 w 4436533"/>
              <a:gd name="connsiteY2" fmla="*/ 1852455 h 1853405"/>
              <a:gd name="connsiteX3" fmla="*/ 3623733 w 4436533"/>
              <a:gd name="connsiteY3" fmla="*/ 599389 h 1853405"/>
              <a:gd name="connsiteX4" fmla="*/ 1405467 w 4436533"/>
              <a:gd name="connsiteY4" fmla="*/ 142189 h 1853405"/>
              <a:gd name="connsiteX5" fmla="*/ 0 w 4436533"/>
              <a:gd name="connsiteY5" fmla="*/ 1632322 h 1853405"/>
              <a:gd name="connsiteX0" fmla="*/ 4436533 w 4436533"/>
              <a:gd name="connsiteY0" fmla="*/ 260722 h 1852567"/>
              <a:gd name="connsiteX1" fmla="*/ 2302933 w 4436533"/>
              <a:gd name="connsiteY1" fmla="*/ 446989 h 1852567"/>
              <a:gd name="connsiteX2" fmla="*/ 3132667 w 4436533"/>
              <a:gd name="connsiteY2" fmla="*/ 1852455 h 1852567"/>
              <a:gd name="connsiteX3" fmla="*/ 3623733 w 4436533"/>
              <a:gd name="connsiteY3" fmla="*/ 599389 h 1852567"/>
              <a:gd name="connsiteX4" fmla="*/ 1405467 w 4436533"/>
              <a:gd name="connsiteY4" fmla="*/ 142189 h 1852567"/>
              <a:gd name="connsiteX5" fmla="*/ 0 w 4436533"/>
              <a:gd name="connsiteY5" fmla="*/ 1632322 h 1852567"/>
              <a:gd name="connsiteX0" fmla="*/ 4436533 w 4436533"/>
              <a:gd name="connsiteY0" fmla="*/ 260722 h 1852461"/>
              <a:gd name="connsiteX1" fmla="*/ 2540000 w 4436533"/>
              <a:gd name="connsiteY1" fmla="*/ 616323 h 1852461"/>
              <a:gd name="connsiteX2" fmla="*/ 3132667 w 4436533"/>
              <a:gd name="connsiteY2" fmla="*/ 1852455 h 1852461"/>
              <a:gd name="connsiteX3" fmla="*/ 3623733 w 4436533"/>
              <a:gd name="connsiteY3" fmla="*/ 599389 h 1852461"/>
              <a:gd name="connsiteX4" fmla="*/ 1405467 w 4436533"/>
              <a:gd name="connsiteY4" fmla="*/ 142189 h 1852461"/>
              <a:gd name="connsiteX5" fmla="*/ 0 w 4436533"/>
              <a:gd name="connsiteY5" fmla="*/ 1632322 h 1852461"/>
              <a:gd name="connsiteX0" fmla="*/ 4436533 w 4436533"/>
              <a:gd name="connsiteY0" fmla="*/ 260722 h 1852464"/>
              <a:gd name="connsiteX1" fmla="*/ 2540000 w 4436533"/>
              <a:gd name="connsiteY1" fmla="*/ 616323 h 1852464"/>
              <a:gd name="connsiteX2" fmla="*/ 3132667 w 4436533"/>
              <a:gd name="connsiteY2" fmla="*/ 1852455 h 1852464"/>
              <a:gd name="connsiteX3" fmla="*/ 3623733 w 4436533"/>
              <a:gd name="connsiteY3" fmla="*/ 599389 h 1852464"/>
              <a:gd name="connsiteX4" fmla="*/ 1405467 w 4436533"/>
              <a:gd name="connsiteY4" fmla="*/ 142189 h 1852464"/>
              <a:gd name="connsiteX5" fmla="*/ 0 w 4436533"/>
              <a:gd name="connsiteY5" fmla="*/ 1632322 h 185246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3031066 w 3031066"/>
              <a:gd name="connsiteY0" fmla="*/ 160324 h 1419470"/>
              <a:gd name="connsiteX1" fmla="*/ 1134533 w 3031066"/>
              <a:gd name="connsiteY1" fmla="*/ 515925 h 1419470"/>
              <a:gd name="connsiteX2" fmla="*/ 1591733 w 3031066"/>
              <a:gd name="connsiteY2" fmla="*/ 1413391 h 1419470"/>
              <a:gd name="connsiteX3" fmla="*/ 2218266 w 3031066"/>
              <a:gd name="connsiteY3" fmla="*/ 498991 h 1419470"/>
              <a:gd name="connsiteX4" fmla="*/ 0 w 3031066"/>
              <a:gd name="connsiteY4" fmla="*/ 41791 h 1419470"/>
              <a:gd name="connsiteX0" fmla="*/ 4199466 w 4199466"/>
              <a:gd name="connsiteY0" fmla="*/ 5331 h 1264150"/>
              <a:gd name="connsiteX1" fmla="*/ 2302933 w 4199466"/>
              <a:gd name="connsiteY1" fmla="*/ 360932 h 1264150"/>
              <a:gd name="connsiteX2" fmla="*/ 2760133 w 4199466"/>
              <a:gd name="connsiteY2" fmla="*/ 1258398 h 1264150"/>
              <a:gd name="connsiteX3" fmla="*/ 3386666 w 4199466"/>
              <a:gd name="connsiteY3" fmla="*/ 343998 h 1264150"/>
              <a:gd name="connsiteX4" fmla="*/ 0 w 4199466"/>
              <a:gd name="connsiteY4" fmla="*/ 174664 h 1264150"/>
              <a:gd name="connsiteX0" fmla="*/ 4199466 w 4199466"/>
              <a:gd name="connsiteY0" fmla="*/ 272347 h 1531166"/>
              <a:gd name="connsiteX1" fmla="*/ 2302933 w 4199466"/>
              <a:gd name="connsiteY1" fmla="*/ 627948 h 1531166"/>
              <a:gd name="connsiteX2" fmla="*/ 2760133 w 4199466"/>
              <a:gd name="connsiteY2" fmla="*/ 1525414 h 1531166"/>
              <a:gd name="connsiteX3" fmla="*/ 3386666 w 4199466"/>
              <a:gd name="connsiteY3" fmla="*/ 611014 h 1531166"/>
              <a:gd name="connsiteX4" fmla="*/ 0 w 4199466"/>
              <a:gd name="connsiteY4" fmla="*/ 441680 h 1531166"/>
              <a:gd name="connsiteX0" fmla="*/ 4199466 w 4199466"/>
              <a:gd name="connsiteY0" fmla="*/ 340911 h 1602433"/>
              <a:gd name="connsiteX1" fmla="*/ 2302933 w 4199466"/>
              <a:gd name="connsiteY1" fmla="*/ 696512 h 1602433"/>
              <a:gd name="connsiteX2" fmla="*/ 2760133 w 4199466"/>
              <a:gd name="connsiteY2" fmla="*/ 1593978 h 1602433"/>
              <a:gd name="connsiteX3" fmla="*/ 3386666 w 4199466"/>
              <a:gd name="connsiteY3" fmla="*/ 679578 h 1602433"/>
              <a:gd name="connsiteX4" fmla="*/ 0 w 4199466"/>
              <a:gd name="connsiteY4" fmla="*/ 510244 h 1602433"/>
              <a:gd name="connsiteX0" fmla="*/ 4199466 w 4199466"/>
              <a:gd name="connsiteY0" fmla="*/ 320417 h 1573620"/>
              <a:gd name="connsiteX1" fmla="*/ 2302933 w 4199466"/>
              <a:gd name="connsiteY1" fmla="*/ 676018 h 1573620"/>
              <a:gd name="connsiteX2" fmla="*/ 2760133 w 4199466"/>
              <a:gd name="connsiteY2" fmla="*/ 1573484 h 1573620"/>
              <a:gd name="connsiteX3" fmla="*/ 3183466 w 4199466"/>
              <a:gd name="connsiteY3" fmla="*/ 726817 h 1573620"/>
              <a:gd name="connsiteX4" fmla="*/ 0 w 4199466"/>
              <a:gd name="connsiteY4" fmla="*/ 489750 h 1573620"/>
              <a:gd name="connsiteX0" fmla="*/ 4199466 w 4199466"/>
              <a:gd name="connsiteY0" fmla="*/ 320417 h 1573493"/>
              <a:gd name="connsiteX1" fmla="*/ 2048933 w 4199466"/>
              <a:gd name="connsiteY1" fmla="*/ 743751 h 1573493"/>
              <a:gd name="connsiteX2" fmla="*/ 2760133 w 4199466"/>
              <a:gd name="connsiteY2" fmla="*/ 1573484 h 1573493"/>
              <a:gd name="connsiteX3" fmla="*/ 3183466 w 4199466"/>
              <a:gd name="connsiteY3" fmla="*/ 726817 h 1573493"/>
              <a:gd name="connsiteX4" fmla="*/ 0 w 4199466"/>
              <a:gd name="connsiteY4" fmla="*/ 489750 h 1573493"/>
              <a:gd name="connsiteX0" fmla="*/ 4199466 w 4199466"/>
              <a:gd name="connsiteY0" fmla="*/ 320417 h 1573522"/>
              <a:gd name="connsiteX1" fmla="*/ 2048933 w 4199466"/>
              <a:gd name="connsiteY1" fmla="*/ 743751 h 1573522"/>
              <a:gd name="connsiteX2" fmla="*/ 2760133 w 4199466"/>
              <a:gd name="connsiteY2" fmla="*/ 1573484 h 1573522"/>
              <a:gd name="connsiteX3" fmla="*/ 3183466 w 4199466"/>
              <a:gd name="connsiteY3" fmla="*/ 726817 h 1573522"/>
              <a:gd name="connsiteX4" fmla="*/ 0 w 4199466"/>
              <a:gd name="connsiteY4" fmla="*/ 489750 h 1573522"/>
              <a:gd name="connsiteX0" fmla="*/ 4199466 w 4199466"/>
              <a:gd name="connsiteY0" fmla="*/ 254880 h 1474089"/>
              <a:gd name="connsiteX1" fmla="*/ 2048933 w 4199466"/>
              <a:gd name="connsiteY1" fmla="*/ 678214 h 1474089"/>
              <a:gd name="connsiteX2" fmla="*/ 2675467 w 4199466"/>
              <a:gd name="connsiteY2" fmla="*/ 1474080 h 1474089"/>
              <a:gd name="connsiteX3" fmla="*/ 3183466 w 4199466"/>
              <a:gd name="connsiteY3" fmla="*/ 661280 h 1474089"/>
              <a:gd name="connsiteX4" fmla="*/ 0 w 4199466"/>
              <a:gd name="connsiteY4" fmla="*/ 424213 h 1474089"/>
              <a:gd name="connsiteX0" fmla="*/ 4199466 w 4199466"/>
              <a:gd name="connsiteY0" fmla="*/ 254880 h 1476478"/>
              <a:gd name="connsiteX1" fmla="*/ 2048933 w 4199466"/>
              <a:gd name="connsiteY1" fmla="*/ 678214 h 1476478"/>
              <a:gd name="connsiteX2" fmla="*/ 2675467 w 4199466"/>
              <a:gd name="connsiteY2" fmla="*/ 1474080 h 1476478"/>
              <a:gd name="connsiteX3" fmla="*/ 3183466 w 4199466"/>
              <a:gd name="connsiteY3" fmla="*/ 661280 h 1476478"/>
              <a:gd name="connsiteX4" fmla="*/ 0 w 4199466"/>
              <a:gd name="connsiteY4" fmla="*/ 424213 h 1476478"/>
              <a:gd name="connsiteX0" fmla="*/ 4199466 w 4199466"/>
              <a:gd name="connsiteY0" fmla="*/ 279753 h 1501814"/>
              <a:gd name="connsiteX1" fmla="*/ 2048933 w 4199466"/>
              <a:gd name="connsiteY1" fmla="*/ 703087 h 1501814"/>
              <a:gd name="connsiteX2" fmla="*/ 2675467 w 4199466"/>
              <a:gd name="connsiteY2" fmla="*/ 1498953 h 1501814"/>
              <a:gd name="connsiteX3" fmla="*/ 3183466 w 4199466"/>
              <a:gd name="connsiteY3" fmla="*/ 686153 h 1501814"/>
              <a:gd name="connsiteX4" fmla="*/ 0 w 4199466"/>
              <a:gd name="connsiteY4" fmla="*/ 449086 h 1501814"/>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376915 h 1596472"/>
              <a:gd name="connsiteX1" fmla="*/ 2099733 w 4199466"/>
              <a:gd name="connsiteY1" fmla="*/ 732516 h 1596472"/>
              <a:gd name="connsiteX2" fmla="*/ 2675467 w 4199466"/>
              <a:gd name="connsiteY2" fmla="*/ 1596115 h 1596472"/>
              <a:gd name="connsiteX3" fmla="*/ 3183466 w 4199466"/>
              <a:gd name="connsiteY3" fmla="*/ 783315 h 1596472"/>
              <a:gd name="connsiteX4" fmla="*/ 0 w 4199466"/>
              <a:gd name="connsiteY4" fmla="*/ 546248 h 1596472"/>
              <a:gd name="connsiteX0" fmla="*/ 4199466 w 4199466"/>
              <a:gd name="connsiteY0" fmla="*/ 243473 h 1115335"/>
              <a:gd name="connsiteX1" fmla="*/ 2099733 w 4199466"/>
              <a:gd name="connsiteY1" fmla="*/ 599074 h 1115335"/>
              <a:gd name="connsiteX2" fmla="*/ 2641098 w 4199466"/>
              <a:gd name="connsiteY2" fmla="*/ 1115187 h 1115335"/>
              <a:gd name="connsiteX3" fmla="*/ 3183466 w 4199466"/>
              <a:gd name="connsiteY3" fmla="*/ 649873 h 1115335"/>
              <a:gd name="connsiteX4" fmla="*/ 0 w 4199466"/>
              <a:gd name="connsiteY4" fmla="*/ 412806 h 1115335"/>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466" h="1151030">
                <a:moveTo>
                  <a:pt x="4199466" y="279036"/>
                </a:moveTo>
                <a:cubicBezTo>
                  <a:pt x="3241321" y="239525"/>
                  <a:pt x="2236563" y="182670"/>
                  <a:pt x="2099733" y="634637"/>
                </a:cubicBezTo>
                <a:cubicBezTo>
                  <a:pt x="1962903" y="1086604"/>
                  <a:pt x="2460476" y="1142284"/>
                  <a:pt x="2641098" y="1150750"/>
                </a:cubicBezTo>
                <a:cubicBezTo>
                  <a:pt x="2821720" y="1159216"/>
                  <a:pt x="3197646" y="975667"/>
                  <a:pt x="3183466" y="685436"/>
                </a:cubicBezTo>
                <a:cubicBezTo>
                  <a:pt x="3169286" y="395205"/>
                  <a:pt x="2111021" y="-553521"/>
                  <a:pt x="0" y="448369"/>
                </a:cubicBezTo>
              </a:path>
            </a:pathLst>
          </a:custGeom>
          <a:ln>
            <a:solidFill>
              <a:schemeClr val="bg1">
                <a:lumMod val="75000"/>
              </a:schemeClr>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defTabSz="486044" fontAlgn="auto">
              <a:spcBef>
                <a:spcPts val="0"/>
              </a:spcBef>
              <a:spcAft>
                <a:spcPts val="0"/>
              </a:spcAft>
            </a:pPr>
            <a:endParaRPr lang="en-US" sz="1920">
              <a:solidFill>
                <a:prstClr val="black"/>
              </a:solidFill>
            </a:endParaRPr>
          </a:p>
        </p:txBody>
      </p:sp>
      <p:sp>
        <p:nvSpPr>
          <p:cNvPr id="13" name="Isosceles Triangle 9"/>
          <p:cNvSpPr/>
          <p:nvPr/>
        </p:nvSpPr>
        <p:spPr>
          <a:xfrm rot="2110876">
            <a:off x="5795981" y="4873691"/>
            <a:ext cx="228206" cy="308981"/>
          </a:xfrm>
          <a:custGeom>
            <a:avLst/>
            <a:gdLst/>
            <a:ahLst/>
            <a:cxnLst/>
            <a:rect l="l" t="t" r="r" b="b"/>
            <a:pathLst>
              <a:path w="696359" h="1149768">
                <a:moveTo>
                  <a:pt x="355075" y="0"/>
                </a:moveTo>
                <a:lnTo>
                  <a:pt x="696359" y="1105109"/>
                </a:lnTo>
                <a:lnTo>
                  <a:pt x="372008" y="801168"/>
                </a:lnTo>
                <a:lnTo>
                  <a:pt x="0" y="1149768"/>
                </a:lnTo>
                <a:close/>
              </a:path>
            </a:pathLst>
          </a:cu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grpSp>
        <p:nvGrpSpPr>
          <p:cNvPr id="44" name="Group 43"/>
          <p:cNvGrpSpPr/>
          <p:nvPr/>
        </p:nvGrpSpPr>
        <p:grpSpPr>
          <a:xfrm>
            <a:off x="803605" y="1465591"/>
            <a:ext cx="2984404" cy="1030631"/>
            <a:chOff x="5857884" y="1465591"/>
            <a:chExt cx="2984404" cy="1030631"/>
          </a:xfrm>
        </p:grpSpPr>
        <p:grpSp>
          <p:nvGrpSpPr>
            <p:cNvPr id="45" name="Group 128"/>
            <p:cNvGrpSpPr/>
            <p:nvPr/>
          </p:nvGrpSpPr>
          <p:grpSpPr>
            <a:xfrm>
              <a:off x="5857884" y="1465591"/>
              <a:ext cx="1500188" cy="439738"/>
              <a:chOff x="2193925" y="492126"/>
              <a:chExt cx="1500188" cy="439738"/>
            </a:xfrm>
            <a:solidFill>
              <a:srgbClr val="1B6AA3"/>
            </a:solidFill>
          </p:grpSpPr>
          <p:sp>
            <p:nvSpPr>
              <p:cNvPr id="49" name="Freeform 298"/>
              <p:cNvSpPr>
                <a:spLocks/>
              </p:cNvSpPr>
              <p:nvPr/>
            </p:nvSpPr>
            <p:spPr bwMode="auto">
              <a:xfrm>
                <a:off x="3394075" y="492126"/>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0" name="Freeform 299"/>
              <p:cNvSpPr>
                <a:spLocks/>
              </p:cNvSpPr>
              <p:nvPr/>
            </p:nvSpPr>
            <p:spPr bwMode="auto">
              <a:xfrm>
                <a:off x="2570163" y="669926"/>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1" name="Freeform 300"/>
              <p:cNvSpPr>
                <a:spLocks/>
              </p:cNvSpPr>
              <p:nvPr/>
            </p:nvSpPr>
            <p:spPr bwMode="auto">
              <a:xfrm>
                <a:off x="2470150" y="712788"/>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2" name="Freeform 301"/>
              <p:cNvSpPr>
                <a:spLocks/>
              </p:cNvSpPr>
              <p:nvPr/>
            </p:nvSpPr>
            <p:spPr bwMode="auto">
              <a:xfrm>
                <a:off x="2371725" y="762001"/>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3" name="Freeform 302"/>
              <p:cNvSpPr>
                <a:spLocks/>
              </p:cNvSpPr>
              <p:nvPr/>
            </p:nvSpPr>
            <p:spPr bwMode="auto">
              <a:xfrm>
                <a:off x="2193925" y="885826"/>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4" name="Freeform 303"/>
              <p:cNvSpPr>
                <a:spLocks/>
              </p:cNvSpPr>
              <p:nvPr/>
            </p:nvSpPr>
            <p:spPr bwMode="auto">
              <a:xfrm>
                <a:off x="2279650" y="820738"/>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5" name="Freeform 304"/>
              <p:cNvSpPr>
                <a:spLocks/>
              </p:cNvSpPr>
              <p:nvPr/>
            </p:nvSpPr>
            <p:spPr bwMode="auto">
              <a:xfrm>
                <a:off x="2998788" y="579438"/>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6" name="Freeform 305"/>
              <p:cNvSpPr>
                <a:spLocks/>
              </p:cNvSpPr>
              <p:nvPr/>
            </p:nvSpPr>
            <p:spPr bwMode="auto">
              <a:xfrm>
                <a:off x="3221038" y="576263"/>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7" name="Freeform 306"/>
              <p:cNvSpPr>
                <a:spLocks/>
              </p:cNvSpPr>
              <p:nvPr/>
            </p:nvSpPr>
            <p:spPr bwMode="auto">
              <a:xfrm>
                <a:off x="3108325" y="576263"/>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8" name="Freeform 307"/>
              <p:cNvSpPr>
                <a:spLocks/>
              </p:cNvSpPr>
              <p:nvPr/>
            </p:nvSpPr>
            <p:spPr bwMode="auto">
              <a:xfrm>
                <a:off x="3330575" y="584201"/>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9" name="Freeform 308"/>
              <p:cNvSpPr>
                <a:spLocks/>
              </p:cNvSpPr>
              <p:nvPr/>
            </p:nvSpPr>
            <p:spPr bwMode="auto">
              <a:xfrm>
                <a:off x="2889250" y="590551"/>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60" name="Freeform 309"/>
              <p:cNvSpPr>
                <a:spLocks/>
              </p:cNvSpPr>
              <p:nvPr/>
            </p:nvSpPr>
            <p:spPr bwMode="auto">
              <a:xfrm>
                <a:off x="2781300" y="609601"/>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61" name="Freeform 310"/>
              <p:cNvSpPr>
                <a:spLocks/>
              </p:cNvSpPr>
              <p:nvPr/>
            </p:nvSpPr>
            <p:spPr bwMode="auto">
              <a:xfrm>
                <a:off x="2673350" y="635001"/>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grpSp>
        <p:sp>
          <p:nvSpPr>
            <p:cNvPr id="47" name="Freeform 314"/>
            <p:cNvSpPr>
              <a:spLocks/>
            </p:cNvSpPr>
            <p:nvPr/>
          </p:nvSpPr>
          <p:spPr bwMode="auto">
            <a:xfrm>
              <a:off x="7215206" y="1714494"/>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solidFill>
              <a:srgbClr val="1B6AA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grpSp>
      <p:sp>
        <p:nvSpPr>
          <p:cNvPr id="2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23764175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fltVal val="0"/>
                                          </p:val>
                                        </p:tav>
                                        <p:tav tm="100000">
                                          <p:val>
                                            <p:strVal val="#ppt_w"/>
                                          </p:val>
                                        </p:tav>
                                      </p:tavLst>
                                    </p:anim>
                                    <p:anim calcmode="lin" valueType="num">
                                      <p:cBhvr>
                                        <p:cTn id="12" dur="500" fill="hold"/>
                                        <p:tgtEl>
                                          <p:spTgt spid="13"/>
                                        </p:tgtEl>
                                        <p:attrNameLst>
                                          <p:attrName>ppt_h</p:attrName>
                                        </p:attrNameLst>
                                      </p:cBhvr>
                                      <p:tavLst>
                                        <p:tav tm="0">
                                          <p:val>
                                            <p:fltVal val="0"/>
                                          </p:val>
                                        </p:tav>
                                        <p:tav tm="100000">
                                          <p:val>
                                            <p:strVal val="#ppt_h"/>
                                          </p:val>
                                        </p:tav>
                                      </p:tavLst>
                                    </p:anim>
                                    <p:animEffect transition="in" filter="fade">
                                      <p:cBhvr>
                                        <p:cTn id="13" dur="500"/>
                                        <p:tgtEl>
                                          <p:spTgt spid="13"/>
                                        </p:tgtEl>
                                      </p:cBhvr>
                                    </p:animEffect>
                                  </p:childTnLst>
                                </p:cTn>
                              </p:par>
                            </p:childTnLst>
                          </p:cTn>
                        </p:par>
                        <p:par>
                          <p:cTn id="14" fill="hold">
                            <p:stCondLst>
                              <p:cond delay="1000"/>
                            </p:stCondLst>
                            <p:childTnLst>
                              <p:par>
                                <p:cTn id="15" presetID="12" presetClass="entr" presetSubtype="8" fill="hold" nodeType="afterEffect">
                                  <p:stCondLst>
                                    <p:cond delay="0"/>
                                  </p:stCondLst>
                                  <p:childTnLst>
                                    <p:set>
                                      <p:cBhvr>
                                        <p:cTn id="16" dur="1" fill="hold">
                                          <p:stCondLst>
                                            <p:cond delay="0"/>
                                          </p:stCondLst>
                                        </p:cTn>
                                        <p:tgtEl>
                                          <p:spTgt spid="44"/>
                                        </p:tgtEl>
                                        <p:attrNameLst>
                                          <p:attrName>style.visibility</p:attrName>
                                        </p:attrNameLst>
                                      </p:cBhvr>
                                      <p:to>
                                        <p:strVal val="visible"/>
                                      </p:to>
                                    </p:set>
                                    <p:animEffect transition="in" filter="slide(fromLeft)">
                                      <p:cBhvr>
                                        <p:cTn id="17"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3788009" y="1790848"/>
            <a:ext cx="4511964" cy="431780"/>
          </a:xfrm>
        </p:spPr>
        <p:txBody>
          <a:bodyPr>
            <a:noAutofit/>
          </a:bodyPr>
          <a:lstStyle/>
          <a:p>
            <a:pPr rtl="1"/>
            <a:r>
              <a:rPr lang="ar-SA" sz="4400" u="sng" dirty="0"/>
              <a:t>ه- تأثيره على التعليم</a:t>
            </a:r>
            <a:endParaRPr lang="en-US" sz="4400" u="sng" dirty="0"/>
          </a:p>
        </p:txBody>
      </p:sp>
      <p:sp>
        <p:nvSpPr>
          <p:cNvPr id="4" name="Text Placeholder 3"/>
          <p:cNvSpPr>
            <a:spLocks noGrp="1"/>
          </p:cNvSpPr>
          <p:nvPr>
            <p:ph type="body" sz="quarter" idx="16"/>
          </p:nvPr>
        </p:nvSpPr>
        <p:spPr>
          <a:xfrm>
            <a:off x="1148316" y="3072388"/>
            <a:ext cx="10568763" cy="1536868"/>
          </a:xfrm>
        </p:spPr>
        <p:txBody>
          <a:bodyPr>
            <a:noAutofit/>
          </a:bodyPr>
          <a:lstStyle/>
          <a:p>
            <a:r>
              <a:rPr lang="ar-SA" sz="2800" b="1" dirty="0">
                <a:solidFill>
                  <a:srgbClr val="ED7D31"/>
                </a:solidFill>
              </a:rPr>
              <a:t>كما ظهر تأثير التلعيب في تدريس الفيزياء وتحفيز الطلبة وتأثيرها على الدافعية لدى طلبة السنة الأولى في علم الأحياء (روس، 2015). </a:t>
            </a:r>
            <a:endParaRPr lang="en-US" sz="2800" b="1" dirty="0">
              <a:solidFill>
                <a:srgbClr val="ED7D31"/>
              </a:solidFill>
            </a:endParaRPr>
          </a:p>
        </p:txBody>
      </p:sp>
      <p:sp>
        <p:nvSpPr>
          <p:cNvPr id="12" name="Freeform 11"/>
          <p:cNvSpPr/>
          <p:nvPr/>
        </p:nvSpPr>
        <p:spPr>
          <a:xfrm rot="9340997">
            <a:off x="1724118" y="5190508"/>
            <a:ext cx="4222807" cy="1381236"/>
          </a:xfrm>
          <a:custGeom>
            <a:avLst/>
            <a:gdLst>
              <a:gd name="connsiteX0" fmla="*/ 4436533 w 4436533"/>
              <a:gd name="connsiteY0" fmla="*/ 164697 h 1756908"/>
              <a:gd name="connsiteX1" fmla="*/ 2302933 w 4436533"/>
              <a:gd name="connsiteY1" fmla="*/ 350964 h 1756908"/>
              <a:gd name="connsiteX2" fmla="*/ 3132667 w 4436533"/>
              <a:gd name="connsiteY2" fmla="*/ 1756430 h 1756908"/>
              <a:gd name="connsiteX3" fmla="*/ 3623733 w 4436533"/>
              <a:gd name="connsiteY3" fmla="*/ 503364 h 1756908"/>
              <a:gd name="connsiteX4" fmla="*/ 1405467 w 4436533"/>
              <a:gd name="connsiteY4" fmla="*/ 46164 h 1756908"/>
              <a:gd name="connsiteX5" fmla="*/ 0 w 4436533"/>
              <a:gd name="connsiteY5" fmla="*/ 1536297 h 1756908"/>
              <a:gd name="connsiteX0" fmla="*/ 4436533 w 4436533"/>
              <a:gd name="connsiteY0" fmla="*/ 260722 h 1853405"/>
              <a:gd name="connsiteX1" fmla="*/ 2302933 w 4436533"/>
              <a:gd name="connsiteY1" fmla="*/ 446989 h 1853405"/>
              <a:gd name="connsiteX2" fmla="*/ 3132667 w 4436533"/>
              <a:gd name="connsiteY2" fmla="*/ 1852455 h 1853405"/>
              <a:gd name="connsiteX3" fmla="*/ 3623733 w 4436533"/>
              <a:gd name="connsiteY3" fmla="*/ 599389 h 1853405"/>
              <a:gd name="connsiteX4" fmla="*/ 1405467 w 4436533"/>
              <a:gd name="connsiteY4" fmla="*/ 142189 h 1853405"/>
              <a:gd name="connsiteX5" fmla="*/ 0 w 4436533"/>
              <a:gd name="connsiteY5" fmla="*/ 1632322 h 1853405"/>
              <a:gd name="connsiteX0" fmla="*/ 4436533 w 4436533"/>
              <a:gd name="connsiteY0" fmla="*/ 260722 h 1852567"/>
              <a:gd name="connsiteX1" fmla="*/ 2302933 w 4436533"/>
              <a:gd name="connsiteY1" fmla="*/ 446989 h 1852567"/>
              <a:gd name="connsiteX2" fmla="*/ 3132667 w 4436533"/>
              <a:gd name="connsiteY2" fmla="*/ 1852455 h 1852567"/>
              <a:gd name="connsiteX3" fmla="*/ 3623733 w 4436533"/>
              <a:gd name="connsiteY3" fmla="*/ 599389 h 1852567"/>
              <a:gd name="connsiteX4" fmla="*/ 1405467 w 4436533"/>
              <a:gd name="connsiteY4" fmla="*/ 142189 h 1852567"/>
              <a:gd name="connsiteX5" fmla="*/ 0 w 4436533"/>
              <a:gd name="connsiteY5" fmla="*/ 1632322 h 1852567"/>
              <a:gd name="connsiteX0" fmla="*/ 4436533 w 4436533"/>
              <a:gd name="connsiteY0" fmla="*/ 260722 h 1852461"/>
              <a:gd name="connsiteX1" fmla="*/ 2540000 w 4436533"/>
              <a:gd name="connsiteY1" fmla="*/ 616323 h 1852461"/>
              <a:gd name="connsiteX2" fmla="*/ 3132667 w 4436533"/>
              <a:gd name="connsiteY2" fmla="*/ 1852455 h 1852461"/>
              <a:gd name="connsiteX3" fmla="*/ 3623733 w 4436533"/>
              <a:gd name="connsiteY3" fmla="*/ 599389 h 1852461"/>
              <a:gd name="connsiteX4" fmla="*/ 1405467 w 4436533"/>
              <a:gd name="connsiteY4" fmla="*/ 142189 h 1852461"/>
              <a:gd name="connsiteX5" fmla="*/ 0 w 4436533"/>
              <a:gd name="connsiteY5" fmla="*/ 1632322 h 1852461"/>
              <a:gd name="connsiteX0" fmla="*/ 4436533 w 4436533"/>
              <a:gd name="connsiteY0" fmla="*/ 260722 h 1852464"/>
              <a:gd name="connsiteX1" fmla="*/ 2540000 w 4436533"/>
              <a:gd name="connsiteY1" fmla="*/ 616323 h 1852464"/>
              <a:gd name="connsiteX2" fmla="*/ 3132667 w 4436533"/>
              <a:gd name="connsiteY2" fmla="*/ 1852455 h 1852464"/>
              <a:gd name="connsiteX3" fmla="*/ 3623733 w 4436533"/>
              <a:gd name="connsiteY3" fmla="*/ 599389 h 1852464"/>
              <a:gd name="connsiteX4" fmla="*/ 1405467 w 4436533"/>
              <a:gd name="connsiteY4" fmla="*/ 142189 h 1852464"/>
              <a:gd name="connsiteX5" fmla="*/ 0 w 4436533"/>
              <a:gd name="connsiteY5" fmla="*/ 1632322 h 185246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3031066 w 3031066"/>
              <a:gd name="connsiteY0" fmla="*/ 160324 h 1419470"/>
              <a:gd name="connsiteX1" fmla="*/ 1134533 w 3031066"/>
              <a:gd name="connsiteY1" fmla="*/ 515925 h 1419470"/>
              <a:gd name="connsiteX2" fmla="*/ 1591733 w 3031066"/>
              <a:gd name="connsiteY2" fmla="*/ 1413391 h 1419470"/>
              <a:gd name="connsiteX3" fmla="*/ 2218266 w 3031066"/>
              <a:gd name="connsiteY3" fmla="*/ 498991 h 1419470"/>
              <a:gd name="connsiteX4" fmla="*/ 0 w 3031066"/>
              <a:gd name="connsiteY4" fmla="*/ 41791 h 1419470"/>
              <a:gd name="connsiteX0" fmla="*/ 4199466 w 4199466"/>
              <a:gd name="connsiteY0" fmla="*/ 5331 h 1264150"/>
              <a:gd name="connsiteX1" fmla="*/ 2302933 w 4199466"/>
              <a:gd name="connsiteY1" fmla="*/ 360932 h 1264150"/>
              <a:gd name="connsiteX2" fmla="*/ 2760133 w 4199466"/>
              <a:gd name="connsiteY2" fmla="*/ 1258398 h 1264150"/>
              <a:gd name="connsiteX3" fmla="*/ 3386666 w 4199466"/>
              <a:gd name="connsiteY3" fmla="*/ 343998 h 1264150"/>
              <a:gd name="connsiteX4" fmla="*/ 0 w 4199466"/>
              <a:gd name="connsiteY4" fmla="*/ 174664 h 1264150"/>
              <a:gd name="connsiteX0" fmla="*/ 4199466 w 4199466"/>
              <a:gd name="connsiteY0" fmla="*/ 272347 h 1531166"/>
              <a:gd name="connsiteX1" fmla="*/ 2302933 w 4199466"/>
              <a:gd name="connsiteY1" fmla="*/ 627948 h 1531166"/>
              <a:gd name="connsiteX2" fmla="*/ 2760133 w 4199466"/>
              <a:gd name="connsiteY2" fmla="*/ 1525414 h 1531166"/>
              <a:gd name="connsiteX3" fmla="*/ 3386666 w 4199466"/>
              <a:gd name="connsiteY3" fmla="*/ 611014 h 1531166"/>
              <a:gd name="connsiteX4" fmla="*/ 0 w 4199466"/>
              <a:gd name="connsiteY4" fmla="*/ 441680 h 1531166"/>
              <a:gd name="connsiteX0" fmla="*/ 4199466 w 4199466"/>
              <a:gd name="connsiteY0" fmla="*/ 340911 h 1602433"/>
              <a:gd name="connsiteX1" fmla="*/ 2302933 w 4199466"/>
              <a:gd name="connsiteY1" fmla="*/ 696512 h 1602433"/>
              <a:gd name="connsiteX2" fmla="*/ 2760133 w 4199466"/>
              <a:gd name="connsiteY2" fmla="*/ 1593978 h 1602433"/>
              <a:gd name="connsiteX3" fmla="*/ 3386666 w 4199466"/>
              <a:gd name="connsiteY3" fmla="*/ 679578 h 1602433"/>
              <a:gd name="connsiteX4" fmla="*/ 0 w 4199466"/>
              <a:gd name="connsiteY4" fmla="*/ 510244 h 1602433"/>
              <a:gd name="connsiteX0" fmla="*/ 4199466 w 4199466"/>
              <a:gd name="connsiteY0" fmla="*/ 320417 h 1573620"/>
              <a:gd name="connsiteX1" fmla="*/ 2302933 w 4199466"/>
              <a:gd name="connsiteY1" fmla="*/ 676018 h 1573620"/>
              <a:gd name="connsiteX2" fmla="*/ 2760133 w 4199466"/>
              <a:gd name="connsiteY2" fmla="*/ 1573484 h 1573620"/>
              <a:gd name="connsiteX3" fmla="*/ 3183466 w 4199466"/>
              <a:gd name="connsiteY3" fmla="*/ 726817 h 1573620"/>
              <a:gd name="connsiteX4" fmla="*/ 0 w 4199466"/>
              <a:gd name="connsiteY4" fmla="*/ 489750 h 1573620"/>
              <a:gd name="connsiteX0" fmla="*/ 4199466 w 4199466"/>
              <a:gd name="connsiteY0" fmla="*/ 320417 h 1573493"/>
              <a:gd name="connsiteX1" fmla="*/ 2048933 w 4199466"/>
              <a:gd name="connsiteY1" fmla="*/ 743751 h 1573493"/>
              <a:gd name="connsiteX2" fmla="*/ 2760133 w 4199466"/>
              <a:gd name="connsiteY2" fmla="*/ 1573484 h 1573493"/>
              <a:gd name="connsiteX3" fmla="*/ 3183466 w 4199466"/>
              <a:gd name="connsiteY3" fmla="*/ 726817 h 1573493"/>
              <a:gd name="connsiteX4" fmla="*/ 0 w 4199466"/>
              <a:gd name="connsiteY4" fmla="*/ 489750 h 1573493"/>
              <a:gd name="connsiteX0" fmla="*/ 4199466 w 4199466"/>
              <a:gd name="connsiteY0" fmla="*/ 320417 h 1573522"/>
              <a:gd name="connsiteX1" fmla="*/ 2048933 w 4199466"/>
              <a:gd name="connsiteY1" fmla="*/ 743751 h 1573522"/>
              <a:gd name="connsiteX2" fmla="*/ 2760133 w 4199466"/>
              <a:gd name="connsiteY2" fmla="*/ 1573484 h 1573522"/>
              <a:gd name="connsiteX3" fmla="*/ 3183466 w 4199466"/>
              <a:gd name="connsiteY3" fmla="*/ 726817 h 1573522"/>
              <a:gd name="connsiteX4" fmla="*/ 0 w 4199466"/>
              <a:gd name="connsiteY4" fmla="*/ 489750 h 1573522"/>
              <a:gd name="connsiteX0" fmla="*/ 4199466 w 4199466"/>
              <a:gd name="connsiteY0" fmla="*/ 254880 h 1474089"/>
              <a:gd name="connsiteX1" fmla="*/ 2048933 w 4199466"/>
              <a:gd name="connsiteY1" fmla="*/ 678214 h 1474089"/>
              <a:gd name="connsiteX2" fmla="*/ 2675467 w 4199466"/>
              <a:gd name="connsiteY2" fmla="*/ 1474080 h 1474089"/>
              <a:gd name="connsiteX3" fmla="*/ 3183466 w 4199466"/>
              <a:gd name="connsiteY3" fmla="*/ 661280 h 1474089"/>
              <a:gd name="connsiteX4" fmla="*/ 0 w 4199466"/>
              <a:gd name="connsiteY4" fmla="*/ 424213 h 1474089"/>
              <a:gd name="connsiteX0" fmla="*/ 4199466 w 4199466"/>
              <a:gd name="connsiteY0" fmla="*/ 254880 h 1476478"/>
              <a:gd name="connsiteX1" fmla="*/ 2048933 w 4199466"/>
              <a:gd name="connsiteY1" fmla="*/ 678214 h 1476478"/>
              <a:gd name="connsiteX2" fmla="*/ 2675467 w 4199466"/>
              <a:gd name="connsiteY2" fmla="*/ 1474080 h 1476478"/>
              <a:gd name="connsiteX3" fmla="*/ 3183466 w 4199466"/>
              <a:gd name="connsiteY3" fmla="*/ 661280 h 1476478"/>
              <a:gd name="connsiteX4" fmla="*/ 0 w 4199466"/>
              <a:gd name="connsiteY4" fmla="*/ 424213 h 1476478"/>
              <a:gd name="connsiteX0" fmla="*/ 4199466 w 4199466"/>
              <a:gd name="connsiteY0" fmla="*/ 279753 h 1501814"/>
              <a:gd name="connsiteX1" fmla="*/ 2048933 w 4199466"/>
              <a:gd name="connsiteY1" fmla="*/ 703087 h 1501814"/>
              <a:gd name="connsiteX2" fmla="*/ 2675467 w 4199466"/>
              <a:gd name="connsiteY2" fmla="*/ 1498953 h 1501814"/>
              <a:gd name="connsiteX3" fmla="*/ 3183466 w 4199466"/>
              <a:gd name="connsiteY3" fmla="*/ 686153 h 1501814"/>
              <a:gd name="connsiteX4" fmla="*/ 0 w 4199466"/>
              <a:gd name="connsiteY4" fmla="*/ 449086 h 1501814"/>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376915 h 1596472"/>
              <a:gd name="connsiteX1" fmla="*/ 2099733 w 4199466"/>
              <a:gd name="connsiteY1" fmla="*/ 732516 h 1596472"/>
              <a:gd name="connsiteX2" fmla="*/ 2675467 w 4199466"/>
              <a:gd name="connsiteY2" fmla="*/ 1596115 h 1596472"/>
              <a:gd name="connsiteX3" fmla="*/ 3183466 w 4199466"/>
              <a:gd name="connsiteY3" fmla="*/ 783315 h 1596472"/>
              <a:gd name="connsiteX4" fmla="*/ 0 w 4199466"/>
              <a:gd name="connsiteY4" fmla="*/ 546248 h 1596472"/>
              <a:gd name="connsiteX0" fmla="*/ 4199466 w 4199466"/>
              <a:gd name="connsiteY0" fmla="*/ 243473 h 1115335"/>
              <a:gd name="connsiteX1" fmla="*/ 2099733 w 4199466"/>
              <a:gd name="connsiteY1" fmla="*/ 599074 h 1115335"/>
              <a:gd name="connsiteX2" fmla="*/ 2641098 w 4199466"/>
              <a:gd name="connsiteY2" fmla="*/ 1115187 h 1115335"/>
              <a:gd name="connsiteX3" fmla="*/ 3183466 w 4199466"/>
              <a:gd name="connsiteY3" fmla="*/ 649873 h 1115335"/>
              <a:gd name="connsiteX4" fmla="*/ 0 w 4199466"/>
              <a:gd name="connsiteY4" fmla="*/ 412806 h 1115335"/>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466" h="1151030">
                <a:moveTo>
                  <a:pt x="4199466" y="279036"/>
                </a:moveTo>
                <a:cubicBezTo>
                  <a:pt x="3241321" y="239525"/>
                  <a:pt x="2236563" y="182670"/>
                  <a:pt x="2099733" y="634637"/>
                </a:cubicBezTo>
                <a:cubicBezTo>
                  <a:pt x="1962903" y="1086604"/>
                  <a:pt x="2460476" y="1142284"/>
                  <a:pt x="2641098" y="1150750"/>
                </a:cubicBezTo>
                <a:cubicBezTo>
                  <a:pt x="2821720" y="1159216"/>
                  <a:pt x="3197646" y="975667"/>
                  <a:pt x="3183466" y="685436"/>
                </a:cubicBezTo>
                <a:cubicBezTo>
                  <a:pt x="3169286" y="395205"/>
                  <a:pt x="2111021" y="-553521"/>
                  <a:pt x="0" y="448369"/>
                </a:cubicBezTo>
              </a:path>
            </a:pathLst>
          </a:custGeom>
          <a:ln>
            <a:solidFill>
              <a:schemeClr val="bg1">
                <a:lumMod val="75000"/>
              </a:schemeClr>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defTabSz="486044" fontAlgn="auto">
              <a:spcBef>
                <a:spcPts val="0"/>
              </a:spcBef>
              <a:spcAft>
                <a:spcPts val="0"/>
              </a:spcAft>
            </a:pPr>
            <a:endParaRPr lang="en-US" sz="1920">
              <a:solidFill>
                <a:prstClr val="black"/>
              </a:solidFill>
            </a:endParaRPr>
          </a:p>
        </p:txBody>
      </p:sp>
      <p:sp>
        <p:nvSpPr>
          <p:cNvPr id="13" name="Isosceles Triangle 9"/>
          <p:cNvSpPr/>
          <p:nvPr/>
        </p:nvSpPr>
        <p:spPr>
          <a:xfrm rot="2110876">
            <a:off x="5795981" y="4873691"/>
            <a:ext cx="228206" cy="308981"/>
          </a:xfrm>
          <a:custGeom>
            <a:avLst/>
            <a:gdLst/>
            <a:ahLst/>
            <a:cxnLst/>
            <a:rect l="l" t="t" r="r" b="b"/>
            <a:pathLst>
              <a:path w="696359" h="1149768">
                <a:moveTo>
                  <a:pt x="355075" y="0"/>
                </a:moveTo>
                <a:lnTo>
                  <a:pt x="696359" y="1105109"/>
                </a:lnTo>
                <a:lnTo>
                  <a:pt x="372008" y="801168"/>
                </a:lnTo>
                <a:lnTo>
                  <a:pt x="0" y="1149768"/>
                </a:lnTo>
                <a:close/>
              </a:path>
            </a:pathLst>
          </a:cu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grpSp>
        <p:nvGrpSpPr>
          <p:cNvPr id="44" name="Group 43"/>
          <p:cNvGrpSpPr/>
          <p:nvPr/>
        </p:nvGrpSpPr>
        <p:grpSpPr>
          <a:xfrm>
            <a:off x="8294277" y="1549728"/>
            <a:ext cx="2984404" cy="1030631"/>
            <a:chOff x="5857884" y="1465591"/>
            <a:chExt cx="2984404" cy="1030631"/>
          </a:xfrm>
        </p:grpSpPr>
        <p:grpSp>
          <p:nvGrpSpPr>
            <p:cNvPr id="45" name="Group 128"/>
            <p:cNvGrpSpPr/>
            <p:nvPr/>
          </p:nvGrpSpPr>
          <p:grpSpPr>
            <a:xfrm>
              <a:off x="5857884" y="1465591"/>
              <a:ext cx="1500188" cy="439738"/>
              <a:chOff x="2193925" y="492126"/>
              <a:chExt cx="1500188" cy="439738"/>
            </a:xfrm>
            <a:solidFill>
              <a:srgbClr val="1B6AA3"/>
            </a:solidFill>
          </p:grpSpPr>
          <p:sp>
            <p:nvSpPr>
              <p:cNvPr id="49" name="Freeform 298"/>
              <p:cNvSpPr>
                <a:spLocks/>
              </p:cNvSpPr>
              <p:nvPr/>
            </p:nvSpPr>
            <p:spPr bwMode="auto">
              <a:xfrm>
                <a:off x="3394075" y="492126"/>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0" name="Freeform 299"/>
              <p:cNvSpPr>
                <a:spLocks/>
              </p:cNvSpPr>
              <p:nvPr/>
            </p:nvSpPr>
            <p:spPr bwMode="auto">
              <a:xfrm>
                <a:off x="2570163" y="669926"/>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1" name="Freeform 300"/>
              <p:cNvSpPr>
                <a:spLocks/>
              </p:cNvSpPr>
              <p:nvPr/>
            </p:nvSpPr>
            <p:spPr bwMode="auto">
              <a:xfrm>
                <a:off x="2470150" y="712788"/>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2" name="Freeform 301"/>
              <p:cNvSpPr>
                <a:spLocks/>
              </p:cNvSpPr>
              <p:nvPr/>
            </p:nvSpPr>
            <p:spPr bwMode="auto">
              <a:xfrm>
                <a:off x="2371725" y="762001"/>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3" name="Freeform 302"/>
              <p:cNvSpPr>
                <a:spLocks/>
              </p:cNvSpPr>
              <p:nvPr/>
            </p:nvSpPr>
            <p:spPr bwMode="auto">
              <a:xfrm>
                <a:off x="2193925" y="885826"/>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4" name="Freeform 303"/>
              <p:cNvSpPr>
                <a:spLocks/>
              </p:cNvSpPr>
              <p:nvPr/>
            </p:nvSpPr>
            <p:spPr bwMode="auto">
              <a:xfrm>
                <a:off x="2279650" y="820738"/>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5" name="Freeform 304"/>
              <p:cNvSpPr>
                <a:spLocks/>
              </p:cNvSpPr>
              <p:nvPr/>
            </p:nvSpPr>
            <p:spPr bwMode="auto">
              <a:xfrm>
                <a:off x="2998788" y="579438"/>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6" name="Freeform 305"/>
              <p:cNvSpPr>
                <a:spLocks/>
              </p:cNvSpPr>
              <p:nvPr/>
            </p:nvSpPr>
            <p:spPr bwMode="auto">
              <a:xfrm>
                <a:off x="3221038" y="576263"/>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7" name="Freeform 306"/>
              <p:cNvSpPr>
                <a:spLocks/>
              </p:cNvSpPr>
              <p:nvPr/>
            </p:nvSpPr>
            <p:spPr bwMode="auto">
              <a:xfrm>
                <a:off x="3108325" y="576263"/>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8" name="Freeform 307"/>
              <p:cNvSpPr>
                <a:spLocks/>
              </p:cNvSpPr>
              <p:nvPr/>
            </p:nvSpPr>
            <p:spPr bwMode="auto">
              <a:xfrm>
                <a:off x="3330575" y="584201"/>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59" name="Freeform 308"/>
              <p:cNvSpPr>
                <a:spLocks/>
              </p:cNvSpPr>
              <p:nvPr/>
            </p:nvSpPr>
            <p:spPr bwMode="auto">
              <a:xfrm>
                <a:off x="2889250" y="590551"/>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60" name="Freeform 309"/>
              <p:cNvSpPr>
                <a:spLocks/>
              </p:cNvSpPr>
              <p:nvPr/>
            </p:nvSpPr>
            <p:spPr bwMode="auto">
              <a:xfrm>
                <a:off x="2781300" y="609601"/>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sp>
            <p:nvSpPr>
              <p:cNvPr id="61" name="Freeform 310"/>
              <p:cNvSpPr>
                <a:spLocks/>
              </p:cNvSpPr>
              <p:nvPr/>
            </p:nvSpPr>
            <p:spPr bwMode="auto">
              <a:xfrm>
                <a:off x="2673350" y="635001"/>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grpSp>
        <p:sp>
          <p:nvSpPr>
            <p:cNvPr id="47" name="Freeform 314"/>
            <p:cNvSpPr>
              <a:spLocks/>
            </p:cNvSpPr>
            <p:nvPr/>
          </p:nvSpPr>
          <p:spPr bwMode="auto">
            <a:xfrm>
              <a:off x="7215206" y="1714494"/>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solidFill>
              <a:srgbClr val="1B6AA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000000"/>
                </a:solidFill>
                <a:effectLst/>
                <a:uLnTx/>
                <a:uFillTx/>
                <a:latin typeface="Calibri"/>
                <a:cs typeface="+mn-cs"/>
              </a:endParaRPr>
            </a:p>
          </p:txBody>
        </p:sp>
      </p:grpSp>
      <p:sp>
        <p:nvSpPr>
          <p:cNvPr id="2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2355980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fltVal val="0"/>
                                          </p:val>
                                        </p:tav>
                                        <p:tav tm="100000">
                                          <p:val>
                                            <p:strVal val="#ppt_w"/>
                                          </p:val>
                                        </p:tav>
                                      </p:tavLst>
                                    </p:anim>
                                    <p:anim calcmode="lin" valueType="num">
                                      <p:cBhvr>
                                        <p:cTn id="12" dur="500" fill="hold"/>
                                        <p:tgtEl>
                                          <p:spTgt spid="13"/>
                                        </p:tgtEl>
                                        <p:attrNameLst>
                                          <p:attrName>ppt_h</p:attrName>
                                        </p:attrNameLst>
                                      </p:cBhvr>
                                      <p:tavLst>
                                        <p:tav tm="0">
                                          <p:val>
                                            <p:fltVal val="0"/>
                                          </p:val>
                                        </p:tav>
                                        <p:tav tm="100000">
                                          <p:val>
                                            <p:strVal val="#ppt_h"/>
                                          </p:val>
                                        </p:tav>
                                      </p:tavLst>
                                    </p:anim>
                                    <p:animEffect transition="in" filter="fade">
                                      <p:cBhvr>
                                        <p:cTn id="13" dur="500"/>
                                        <p:tgtEl>
                                          <p:spTgt spid="13"/>
                                        </p:tgtEl>
                                      </p:cBhvr>
                                    </p:animEffect>
                                  </p:childTnLst>
                                </p:cTn>
                              </p:par>
                            </p:childTnLst>
                          </p:cTn>
                        </p:par>
                        <p:par>
                          <p:cTn id="14" fill="hold">
                            <p:stCondLst>
                              <p:cond delay="1000"/>
                            </p:stCondLst>
                            <p:childTnLst>
                              <p:par>
                                <p:cTn id="15" presetID="12" presetClass="entr" presetSubtype="8" fill="hold" nodeType="afterEffect">
                                  <p:stCondLst>
                                    <p:cond delay="0"/>
                                  </p:stCondLst>
                                  <p:childTnLst>
                                    <p:set>
                                      <p:cBhvr>
                                        <p:cTn id="16" dur="1" fill="hold">
                                          <p:stCondLst>
                                            <p:cond delay="0"/>
                                          </p:stCondLst>
                                        </p:cTn>
                                        <p:tgtEl>
                                          <p:spTgt spid="44"/>
                                        </p:tgtEl>
                                        <p:attrNameLst>
                                          <p:attrName>style.visibility</p:attrName>
                                        </p:attrNameLst>
                                      </p:cBhvr>
                                      <p:to>
                                        <p:strVal val="visible"/>
                                      </p:to>
                                    </p:set>
                                    <p:animEffect transition="in" filter="slide(fromLeft)">
                                      <p:cBhvr>
                                        <p:cTn id="17"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4"/>
          <p:cNvSpPr/>
          <p:nvPr/>
        </p:nvSpPr>
        <p:spPr>
          <a:xfrm>
            <a:off x="1142966" y="190502"/>
            <a:ext cx="9906069" cy="769441"/>
          </a:xfrm>
          <a:prstGeom prst="rect">
            <a:avLst/>
          </a:prstGeom>
        </p:spPr>
        <p:txBody>
          <a:bodyPr wrap="square">
            <a:spAutoFit/>
          </a:bodyPr>
          <a:lstStyle/>
          <a:p>
            <a:pPr algn="ctr" rtl="1"/>
            <a:r>
              <a:rPr lang="ar-SA" sz="4400" b="1" u="sng" dirty="0"/>
              <a:t>7- الحقيبة التعليمية </a:t>
            </a:r>
            <a:endParaRPr lang="en-US" sz="4400" u="sng" dirty="0"/>
          </a:p>
        </p:txBody>
      </p:sp>
      <p:sp>
        <p:nvSpPr>
          <p:cNvPr id="37" name="Rectangle 36"/>
          <p:cNvSpPr/>
          <p:nvPr/>
        </p:nvSpPr>
        <p:spPr>
          <a:xfrm>
            <a:off x="4932307" y="3222536"/>
            <a:ext cx="6740624" cy="1754326"/>
          </a:xfrm>
          <a:prstGeom prst="rect">
            <a:avLst/>
          </a:prstGeom>
        </p:spPr>
        <p:txBody>
          <a:bodyPr wrap="square">
            <a:spAutoFit/>
          </a:bodyPr>
          <a:lstStyle/>
          <a:p>
            <a:pPr algn="ctr" rtl="1"/>
            <a:r>
              <a:rPr lang="ar-SA" sz="3600" b="1" dirty="0"/>
              <a:t>الحقيبة التعليمية: برنامج محكم التنظيم، وهي بناء متكامل لمجموعة من المكونات اللازمة لتقديم وحدة تعليمية.</a:t>
            </a:r>
            <a:endParaRPr lang="en-US" sz="3600" b="1" dirty="0"/>
          </a:p>
        </p:txBody>
      </p:sp>
      <p:sp>
        <p:nvSpPr>
          <p:cNvPr id="2" name="Rectangle 1"/>
          <p:cNvSpPr/>
          <p:nvPr/>
        </p:nvSpPr>
        <p:spPr>
          <a:xfrm>
            <a:off x="8302619" y="2450379"/>
            <a:ext cx="3365025" cy="584775"/>
          </a:xfrm>
          <a:prstGeom prst="rect">
            <a:avLst/>
          </a:prstGeom>
        </p:spPr>
        <p:txBody>
          <a:bodyPr wrap="none">
            <a:spAutoFit/>
          </a:bodyPr>
          <a:lstStyle/>
          <a:p>
            <a:pPr marL="0" marR="0" algn="r" rtl="1">
              <a:spcBef>
                <a:spcPts val="0"/>
              </a:spcBef>
              <a:spcAft>
                <a:spcPts val="0"/>
              </a:spcAft>
            </a:pPr>
            <a:r>
              <a:rPr lang="ar-SA" sz="3200" b="1" dirty="0">
                <a:solidFill>
                  <a:srgbClr val="FF0000"/>
                </a:solidFill>
                <a:latin typeface="Arial Unicode MS" panose="020B0604020202020204" pitchFamily="34" charset="-128"/>
                <a:ea typeface="Arial Unicode MS" panose="020B0604020202020204" pitchFamily="34" charset="-128"/>
                <a:cs typeface="Simplified Arabic" panose="02020603050405020304" pitchFamily="18" charset="-78"/>
              </a:rPr>
              <a:t>ماهية الحقيبة التعليمية؟</a:t>
            </a:r>
            <a:endParaRPr lang="en-US" sz="3200" b="1" dirty="0">
              <a:solidFill>
                <a:srgbClr val="FF0000"/>
              </a:solidFill>
              <a:latin typeface="Arial Unicode MS" panose="020B0604020202020204" pitchFamily="34" charset="-128"/>
              <a:ea typeface="Arial Unicode MS" panose="020B0604020202020204" pitchFamily="34" charset="-128"/>
              <a:cs typeface="Helvetica" panose="020B0604020202020204" pitchFamily="34" charset="0"/>
            </a:endParaRPr>
          </a:p>
        </p:txBody>
      </p:sp>
      <p:grpSp>
        <p:nvGrpSpPr>
          <p:cNvPr id="13" name="Group 494"/>
          <p:cNvGrpSpPr>
            <a:grpSpLocks noChangeAspect="1"/>
          </p:cNvGrpSpPr>
          <p:nvPr/>
        </p:nvGrpSpPr>
        <p:grpSpPr bwMode="auto">
          <a:xfrm>
            <a:off x="458732" y="1782104"/>
            <a:ext cx="4473575" cy="4489851"/>
            <a:chOff x="1889" y="227"/>
            <a:chExt cx="3848" cy="3862"/>
          </a:xfrm>
        </p:grpSpPr>
        <p:sp>
          <p:nvSpPr>
            <p:cNvPr id="14" name="Freeform 495"/>
            <p:cNvSpPr>
              <a:spLocks/>
            </p:cNvSpPr>
            <p:nvPr/>
          </p:nvSpPr>
          <p:spPr bwMode="auto">
            <a:xfrm>
              <a:off x="3900" y="227"/>
              <a:ext cx="1742" cy="2541"/>
            </a:xfrm>
            <a:custGeom>
              <a:avLst/>
              <a:gdLst>
                <a:gd name="T0" fmla="*/ 395 w 736"/>
                <a:gd name="T1" fmla="*/ 1065 h 1074"/>
                <a:gd name="T2" fmla="*/ 629 w 736"/>
                <a:gd name="T3" fmla="*/ 964 h 1074"/>
                <a:gd name="T4" fmla="*/ 537 w 736"/>
                <a:gd name="T5" fmla="*/ 537 h 1074"/>
                <a:gd name="T6" fmla="*/ 245 w 736"/>
                <a:gd name="T7" fmla="*/ 0 h 1074"/>
                <a:gd name="T8" fmla="*/ 172 w 736"/>
                <a:gd name="T9" fmla="*/ 490 h 1074"/>
                <a:gd name="T10" fmla="*/ 54 w 736"/>
                <a:gd name="T11" fmla="*/ 373 h 1074"/>
                <a:gd name="T12" fmla="*/ 162 w 736"/>
                <a:gd name="T13" fmla="*/ 751 h 1074"/>
                <a:gd name="T14" fmla="*/ 40 w 736"/>
                <a:gd name="T15" fmla="*/ 684 h 1074"/>
                <a:gd name="T16" fmla="*/ 238 w 736"/>
                <a:gd name="T17" fmla="*/ 923 h 1074"/>
                <a:gd name="T18" fmla="*/ 395 w 736"/>
                <a:gd name="T19" fmla="*/ 1065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6" h="1074">
                  <a:moveTo>
                    <a:pt x="395" y="1065"/>
                  </a:moveTo>
                  <a:cubicBezTo>
                    <a:pt x="395" y="1065"/>
                    <a:pt x="521" y="1074"/>
                    <a:pt x="629" y="964"/>
                  </a:cubicBezTo>
                  <a:cubicBezTo>
                    <a:pt x="716" y="877"/>
                    <a:pt x="736" y="701"/>
                    <a:pt x="537" y="537"/>
                  </a:cubicBezTo>
                  <a:cubicBezTo>
                    <a:pt x="339" y="373"/>
                    <a:pt x="235" y="191"/>
                    <a:pt x="245" y="0"/>
                  </a:cubicBezTo>
                  <a:cubicBezTo>
                    <a:pt x="138" y="96"/>
                    <a:pt x="37" y="212"/>
                    <a:pt x="172" y="490"/>
                  </a:cubicBezTo>
                  <a:cubicBezTo>
                    <a:pt x="107" y="450"/>
                    <a:pt x="58" y="430"/>
                    <a:pt x="54" y="373"/>
                  </a:cubicBezTo>
                  <a:cubicBezTo>
                    <a:pt x="0" y="522"/>
                    <a:pt x="27" y="641"/>
                    <a:pt x="162" y="751"/>
                  </a:cubicBezTo>
                  <a:cubicBezTo>
                    <a:pt x="98" y="742"/>
                    <a:pt x="66" y="719"/>
                    <a:pt x="40" y="684"/>
                  </a:cubicBezTo>
                  <a:cubicBezTo>
                    <a:pt x="77" y="835"/>
                    <a:pt x="155" y="905"/>
                    <a:pt x="238" y="923"/>
                  </a:cubicBezTo>
                  <a:cubicBezTo>
                    <a:pt x="350" y="948"/>
                    <a:pt x="404" y="1034"/>
                    <a:pt x="395" y="1065"/>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497"/>
            <p:cNvSpPr>
              <a:spLocks/>
            </p:cNvSpPr>
            <p:nvPr/>
          </p:nvSpPr>
          <p:spPr bwMode="auto">
            <a:xfrm>
              <a:off x="3995" y="1845"/>
              <a:ext cx="241" cy="190"/>
            </a:xfrm>
            <a:custGeom>
              <a:avLst/>
              <a:gdLst>
                <a:gd name="T0" fmla="*/ 102 w 102"/>
                <a:gd name="T1" fmla="*/ 80 h 80"/>
                <a:gd name="T2" fmla="*/ 75 w 102"/>
                <a:gd name="T3" fmla="*/ 56 h 80"/>
                <a:gd name="T4" fmla="*/ 0 w 102"/>
                <a:gd name="T5" fmla="*/ 0 h 80"/>
                <a:gd name="T6" fmla="*/ 14 w 102"/>
                <a:gd name="T7" fmla="*/ 48 h 80"/>
                <a:gd name="T8" fmla="*/ 102 w 102"/>
                <a:gd name="T9" fmla="*/ 80 h 80"/>
              </a:gdLst>
              <a:ahLst/>
              <a:cxnLst>
                <a:cxn ang="0">
                  <a:pos x="T0" y="T1"/>
                </a:cxn>
                <a:cxn ang="0">
                  <a:pos x="T2" y="T3"/>
                </a:cxn>
                <a:cxn ang="0">
                  <a:pos x="T4" y="T5"/>
                </a:cxn>
                <a:cxn ang="0">
                  <a:pos x="T6" y="T7"/>
                </a:cxn>
                <a:cxn ang="0">
                  <a:pos x="T8" y="T9"/>
                </a:cxn>
              </a:cxnLst>
              <a:rect l="0" t="0" r="r" b="b"/>
              <a:pathLst>
                <a:path w="102" h="80">
                  <a:moveTo>
                    <a:pt x="102" y="80"/>
                  </a:moveTo>
                  <a:cubicBezTo>
                    <a:pt x="92" y="72"/>
                    <a:pt x="83" y="64"/>
                    <a:pt x="75" y="56"/>
                  </a:cubicBezTo>
                  <a:cubicBezTo>
                    <a:pt x="40" y="44"/>
                    <a:pt x="19" y="25"/>
                    <a:pt x="0" y="0"/>
                  </a:cubicBezTo>
                  <a:cubicBezTo>
                    <a:pt x="4" y="17"/>
                    <a:pt x="9" y="33"/>
                    <a:pt x="14" y="48"/>
                  </a:cubicBezTo>
                  <a:cubicBezTo>
                    <a:pt x="35" y="64"/>
                    <a:pt x="62" y="74"/>
                    <a:pt x="102" y="80"/>
                  </a:cubicBezTo>
                  <a:close/>
                </a:path>
              </a:pathLst>
            </a:custGeom>
            <a:solidFill>
              <a:srgbClr val="908F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499"/>
            <p:cNvSpPr>
              <a:spLocks/>
            </p:cNvSpPr>
            <p:nvPr/>
          </p:nvSpPr>
          <p:spPr bwMode="auto">
            <a:xfrm>
              <a:off x="2762" y="1938"/>
              <a:ext cx="1417" cy="2151"/>
            </a:xfrm>
            <a:custGeom>
              <a:avLst/>
              <a:gdLst>
                <a:gd name="T0" fmla="*/ 0 w 1417"/>
                <a:gd name="T1" fmla="*/ 0 h 2151"/>
                <a:gd name="T2" fmla="*/ 0 w 1417"/>
                <a:gd name="T3" fmla="*/ 1514 h 2151"/>
                <a:gd name="T4" fmla="*/ 1417 w 1417"/>
                <a:gd name="T5" fmla="*/ 2151 h 2151"/>
                <a:gd name="T6" fmla="*/ 1417 w 1417"/>
                <a:gd name="T7" fmla="*/ 435 h 2151"/>
                <a:gd name="T8" fmla="*/ 0 w 1417"/>
                <a:gd name="T9" fmla="*/ 0 h 2151"/>
              </a:gdLst>
              <a:ahLst/>
              <a:cxnLst>
                <a:cxn ang="0">
                  <a:pos x="T0" y="T1"/>
                </a:cxn>
                <a:cxn ang="0">
                  <a:pos x="T2" y="T3"/>
                </a:cxn>
                <a:cxn ang="0">
                  <a:pos x="T4" y="T5"/>
                </a:cxn>
                <a:cxn ang="0">
                  <a:pos x="T6" y="T7"/>
                </a:cxn>
                <a:cxn ang="0">
                  <a:pos x="T8" y="T9"/>
                </a:cxn>
              </a:cxnLst>
              <a:rect l="0" t="0" r="r" b="b"/>
              <a:pathLst>
                <a:path w="1417" h="2151">
                  <a:moveTo>
                    <a:pt x="0" y="0"/>
                  </a:moveTo>
                  <a:lnTo>
                    <a:pt x="0" y="1514"/>
                  </a:lnTo>
                  <a:lnTo>
                    <a:pt x="1417" y="2151"/>
                  </a:lnTo>
                  <a:lnTo>
                    <a:pt x="1417" y="435"/>
                  </a:lnTo>
                  <a:lnTo>
                    <a:pt x="0" y="0"/>
                  </a:lnTo>
                  <a:close/>
                </a:path>
              </a:pathLst>
            </a:custGeom>
            <a:solidFill>
              <a:srgbClr val="DAAC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500"/>
            <p:cNvSpPr>
              <a:spLocks/>
            </p:cNvSpPr>
            <p:nvPr/>
          </p:nvSpPr>
          <p:spPr bwMode="auto">
            <a:xfrm>
              <a:off x="2762" y="1938"/>
              <a:ext cx="1417" cy="2151"/>
            </a:xfrm>
            <a:custGeom>
              <a:avLst/>
              <a:gdLst>
                <a:gd name="T0" fmla="*/ 0 w 1417"/>
                <a:gd name="T1" fmla="*/ 0 h 2151"/>
                <a:gd name="T2" fmla="*/ 0 w 1417"/>
                <a:gd name="T3" fmla="*/ 1514 h 2151"/>
                <a:gd name="T4" fmla="*/ 1417 w 1417"/>
                <a:gd name="T5" fmla="*/ 2151 h 2151"/>
                <a:gd name="T6" fmla="*/ 1417 w 1417"/>
                <a:gd name="T7" fmla="*/ 435 h 2151"/>
                <a:gd name="T8" fmla="*/ 0 w 1417"/>
                <a:gd name="T9" fmla="*/ 0 h 2151"/>
              </a:gdLst>
              <a:ahLst/>
              <a:cxnLst>
                <a:cxn ang="0">
                  <a:pos x="T0" y="T1"/>
                </a:cxn>
                <a:cxn ang="0">
                  <a:pos x="T2" y="T3"/>
                </a:cxn>
                <a:cxn ang="0">
                  <a:pos x="T4" y="T5"/>
                </a:cxn>
                <a:cxn ang="0">
                  <a:pos x="T6" y="T7"/>
                </a:cxn>
                <a:cxn ang="0">
                  <a:pos x="T8" y="T9"/>
                </a:cxn>
              </a:cxnLst>
              <a:rect l="0" t="0" r="r" b="b"/>
              <a:pathLst>
                <a:path w="1417" h="2151">
                  <a:moveTo>
                    <a:pt x="0" y="0"/>
                  </a:moveTo>
                  <a:lnTo>
                    <a:pt x="0" y="1514"/>
                  </a:lnTo>
                  <a:lnTo>
                    <a:pt x="1417" y="2151"/>
                  </a:lnTo>
                  <a:lnTo>
                    <a:pt x="1417" y="43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501"/>
            <p:cNvSpPr>
              <a:spLocks/>
            </p:cNvSpPr>
            <p:nvPr/>
          </p:nvSpPr>
          <p:spPr bwMode="auto">
            <a:xfrm>
              <a:off x="4179" y="1900"/>
              <a:ext cx="1558" cy="2189"/>
            </a:xfrm>
            <a:custGeom>
              <a:avLst/>
              <a:gdLst>
                <a:gd name="T0" fmla="*/ 0 w 1558"/>
                <a:gd name="T1" fmla="*/ 475 h 2189"/>
                <a:gd name="T2" fmla="*/ 0 w 1558"/>
                <a:gd name="T3" fmla="*/ 473 h 2189"/>
                <a:gd name="T4" fmla="*/ 0 w 1558"/>
                <a:gd name="T5" fmla="*/ 2189 h 2189"/>
                <a:gd name="T6" fmla="*/ 5 w 1558"/>
                <a:gd name="T7" fmla="*/ 2189 h 2189"/>
                <a:gd name="T8" fmla="*/ 1558 w 1558"/>
                <a:gd name="T9" fmla="*/ 1469 h 2189"/>
                <a:gd name="T10" fmla="*/ 1558 w 1558"/>
                <a:gd name="T11" fmla="*/ 0 h 2189"/>
                <a:gd name="T12" fmla="*/ 0 w 1558"/>
                <a:gd name="T13" fmla="*/ 475 h 2189"/>
              </a:gdLst>
              <a:ahLst/>
              <a:cxnLst>
                <a:cxn ang="0">
                  <a:pos x="T0" y="T1"/>
                </a:cxn>
                <a:cxn ang="0">
                  <a:pos x="T2" y="T3"/>
                </a:cxn>
                <a:cxn ang="0">
                  <a:pos x="T4" y="T5"/>
                </a:cxn>
                <a:cxn ang="0">
                  <a:pos x="T6" y="T7"/>
                </a:cxn>
                <a:cxn ang="0">
                  <a:pos x="T8" y="T9"/>
                </a:cxn>
                <a:cxn ang="0">
                  <a:pos x="T10" y="T11"/>
                </a:cxn>
                <a:cxn ang="0">
                  <a:pos x="T12" y="T13"/>
                </a:cxn>
              </a:cxnLst>
              <a:rect l="0" t="0" r="r" b="b"/>
              <a:pathLst>
                <a:path w="1558" h="2189">
                  <a:moveTo>
                    <a:pt x="0" y="475"/>
                  </a:moveTo>
                  <a:lnTo>
                    <a:pt x="0" y="473"/>
                  </a:lnTo>
                  <a:lnTo>
                    <a:pt x="0" y="2189"/>
                  </a:lnTo>
                  <a:lnTo>
                    <a:pt x="5" y="2189"/>
                  </a:lnTo>
                  <a:lnTo>
                    <a:pt x="1558" y="1469"/>
                  </a:lnTo>
                  <a:lnTo>
                    <a:pt x="1558" y="0"/>
                  </a:lnTo>
                  <a:lnTo>
                    <a:pt x="0" y="475"/>
                  </a:lnTo>
                  <a:close/>
                </a:path>
              </a:pathLst>
            </a:custGeom>
            <a:solidFill>
              <a:srgbClr val="C696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502"/>
            <p:cNvSpPr>
              <a:spLocks/>
            </p:cNvSpPr>
            <p:nvPr/>
          </p:nvSpPr>
          <p:spPr bwMode="auto">
            <a:xfrm>
              <a:off x="2762" y="1938"/>
              <a:ext cx="1417" cy="435"/>
            </a:xfrm>
            <a:custGeom>
              <a:avLst/>
              <a:gdLst>
                <a:gd name="T0" fmla="*/ 1417 w 1417"/>
                <a:gd name="T1" fmla="*/ 433 h 435"/>
                <a:gd name="T2" fmla="*/ 0 w 1417"/>
                <a:gd name="T3" fmla="*/ 0 h 435"/>
                <a:gd name="T4" fmla="*/ 1417 w 1417"/>
                <a:gd name="T5" fmla="*/ 435 h 435"/>
                <a:gd name="T6" fmla="*/ 1417 w 1417"/>
                <a:gd name="T7" fmla="*/ 433 h 435"/>
              </a:gdLst>
              <a:ahLst/>
              <a:cxnLst>
                <a:cxn ang="0">
                  <a:pos x="T0" y="T1"/>
                </a:cxn>
                <a:cxn ang="0">
                  <a:pos x="T2" y="T3"/>
                </a:cxn>
                <a:cxn ang="0">
                  <a:pos x="T4" y="T5"/>
                </a:cxn>
                <a:cxn ang="0">
                  <a:pos x="T6" y="T7"/>
                </a:cxn>
              </a:cxnLst>
              <a:rect l="0" t="0" r="r" b="b"/>
              <a:pathLst>
                <a:path w="1417" h="435">
                  <a:moveTo>
                    <a:pt x="1417" y="433"/>
                  </a:moveTo>
                  <a:lnTo>
                    <a:pt x="0" y="0"/>
                  </a:lnTo>
                  <a:lnTo>
                    <a:pt x="1417" y="435"/>
                  </a:lnTo>
                  <a:lnTo>
                    <a:pt x="1417" y="433"/>
                  </a:lnTo>
                  <a:close/>
                </a:path>
              </a:pathLst>
            </a:custGeom>
            <a:solidFill>
              <a:srgbClr val="DDA9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503"/>
            <p:cNvSpPr>
              <a:spLocks/>
            </p:cNvSpPr>
            <p:nvPr/>
          </p:nvSpPr>
          <p:spPr bwMode="auto">
            <a:xfrm>
              <a:off x="2762" y="1545"/>
              <a:ext cx="2975" cy="830"/>
            </a:xfrm>
            <a:custGeom>
              <a:avLst/>
              <a:gdLst>
                <a:gd name="T0" fmla="*/ 1585 w 2975"/>
                <a:gd name="T1" fmla="*/ 0 h 830"/>
                <a:gd name="T2" fmla="*/ 0 w 2975"/>
                <a:gd name="T3" fmla="*/ 393 h 830"/>
                <a:gd name="T4" fmla="*/ 0 w 2975"/>
                <a:gd name="T5" fmla="*/ 393 h 830"/>
                <a:gd name="T6" fmla="*/ 1417 w 2975"/>
                <a:gd name="T7" fmla="*/ 826 h 830"/>
                <a:gd name="T8" fmla="*/ 1417 w 2975"/>
                <a:gd name="T9" fmla="*/ 828 h 830"/>
                <a:gd name="T10" fmla="*/ 1417 w 2975"/>
                <a:gd name="T11" fmla="*/ 830 h 830"/>
                <a:gd name="T12" fmla="*/ 2975 w 2975"/>
                <a:gd name="T13" fmla="*/ 355 h 830"/>
                <a:gd name="T14" fmla="*/ 2975 w 2975"/>
                <a:gd name="T15" fmla="*/ 355 h 830"/>
                <a:gd name="T16" fmla="*/ 1585 w 2975"/>
                <a:gd name="T17" fmla="*/ 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75" h="830">
                  <a:moveTo>
                    <a:pt x="1585" y="0"/>
                  </a:moveTo>
                  <a:lnTo>
                    <a:pt x="0" y="393"/>
                  </a:lnTo>
                  <a:lnTo>
                    <a:pt x="0" y="393"/>
                  </a:lnTo>
                  <a:lnTo>
                    <a:pt x="1417" y="826"/>
                  </a:lnTo>
                  <a:lnTo>
                    <a:pt x="1417" y="828"/>
                  </a:lnTo>
                  <a:lnTo>
                    <a:pt x="1417" y="830"/>
                  </a:lnTo>
                  <a:lnTo>
                    <a:pt x="2975" y="355"/>
                  </a:lnTo>
                  <a:lnTo>
                    <a:pt x="2975" y="355"/>
                  </a:lnTo>
                  <a:lnTo>
                    <a:pt x="1585" y="0"/>
                  </a:lnTo>
                  <a:close/>
                </a:path>
              </a:pathLst>
            </a:custGeom>
            <a:solidFill>
              <a:srgbClr val="E9B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505"/>
            <p:cNvSpPr>
              <a:spLocks/>
            </p:cNvSpPr>
            <p:nvPr/>
          </p:nvSpPr>
          <p:spPr bwMode="auto">
            <a:xfrm>
              <a:off x="4179" y="1900"/>
              <a:ext cx="1558" cy="473"/>
            </a:xfrm>
            <a:custGeom>
              <a:avLst/>
              <a:gdLst>
                <a:gd name="T0" fmla="*/ 0 w 658"/>
                <a:gd name="T1" fmla="*/ 200 h 200"/>
                <a:gd name="T2" fmla="*/ 373 w 658"/>
                <a:gd name="T3" fmla="*/ 82 h 200"/>
                <a:gd name="T4" fmla="*/ 371 w 658"/>
                <a:gd name="T5" fmla="*/ 78 h 200"/>
                <a:gd name="T6" fmla="*/ 658 w 658"/>
                <a:gd name="T7" fmla="*/ 0 h 200"/>
                <a:gd name="T8" fmla="*/ 0 w 658"/>
                <a:gd name="T9" fmla="*/ 200 h 200"/>
              </a:gdLst>
              <a:ahLst/>
              <a:cxnLst>
                <a:cxn ang="0">
                  <a:pos x="T0" y="T1"/>
                </a:cxn>
                <a:cxn ang="0">
                  <a:pos x="T2" y="T3"/>
                </a:cxn>
                <a:cxn ang="0">
                  <a:pos x="T4" y="T5"/>
                </a:cxn>
                <a:cxn ang="0">
                  <a:pos x="T6" y="T7"/>
                </a:cxn>
                <a:cxn ang="0">
                  <a:pos x="T8" y="T9"/>
                </a:cxn>
              </a:cxnLst>
              <a:rect l="0" t="0" r="r" b="b"/>
              <a:pathLst>
                <a:path w="658" h="200">
                  <a:moveTo>
                    <a:pt x="0" y="200"/>
                  </a:moveTo>
                  <a:cubicBezTo>
                    <a:pt x="373" y="82"/>
                    <a:pt x="373" y="82"/>
                    <a:pt x="373" y="82"/>
                  </a:cubicBezTo>
                  <a:cubicBezTo>
                    <a:pt x="371" y="78"/>
                    <a:pt x="371" y="78"/>
                    <a:pt x="371" y="78"/>
                  </a:cubicBezTo>
                  <a:cubicBezTo>
                    <a:pt x="658" y="0"/>
                    <a:pt x="658" y="0"/>
                    <a:pt x="658" y="0"/>
                  </a:cubicBezTo>
                  <a:cubicBezTo>
                    <a:pt x="658" y="0"/>
                    <a:pt x="11" y="200"/>
                    <a:pt x="0" y="200"/>
                  </a:cubicBezTo>
                  <a:close/>
                </a:path>
              </a:pathLst>
            </a:custGeom>
            <a:solidFill>
              <a:srgbClr val="9A6B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506"/>
            <p:cNvSpPr>
              <a:spLocks/>
            </p:cNvSpPr>
            <p:nvPr/>
          </p:nvSpPr>
          <p:spPr bwMode="auto">
            <a:xfrm>
              <a:off x="4179" y="1900"/>
              <a:ext cx="1558" cy="2189"/>
            </a:xfrm>
            <a:custGeom>
              <a:avLst/>
              <a:gdLst>
                <a:gd name="T0" fmla="*/ 118 w 658"/>
                <a:gd name="T1" fmla="*/ 737 h 925"/>
                <a:gd name="T2" fmla="*/ 0 w 658"/>
                <a:gd name="T3" fmla="*/ 798 h 925"/>
                <a:gd name="T4" fmla="*/ 0 w 658"/>
                <a:gd name="T5" fmla="*/ 925 h 925"/>
                <a:gd name="T6" fmla="*/ 2 w 658"/>
                <a:gd name="T7" fmla="*/ 925 h 925"/>
                <a:gd name="T8" fmla="*/ 658 w 658"/>
                <a:gd name="T9" fmla="*/ 621 h 925"/>
                <a:gd name="T10" fmla="*/ 658 w 658"/>
                <a:gd name="T11" fmla="*/ 0 h 925"/>
                <a:gd name="T12" fmla="*/ 651 w 658"/>
                <a:gd name="T13" fmla="*/ 2 h 925"/>
                <a:gd name="T14" fmla="*/ 118 w 658"/>
                <a:gd name="T15" fmla="*/ 737 h 9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8" h="925">
                  <a:moveTo>
                    <a:pt x="118" y="737"/>
                  </a:moveTo>
                  <a:cubicBezTo>
                    <a:pt x="74" y="764"/>
                    <a:pt x="35" y="784"/>
                    <a:pt x="0" y="798"/>
                  </a:cubicBezTo>
                  <a:cubicBezTo>
                    <a:pt x="0" y="925"/>
                    <a:pt x="0" y="925"/>
                    <a:pt x="0" y="925"/>
                  </a:cubicBezTo>
                  <a:cubicBezTo>
                    <a:pt x="2" y="925"/>
                    <a:pt x="2" y="925"/>
                    <a:pt x="2" y="925"/>
                  </a:cubicBezTo>
                  <a:cubicBezTo>
                    <a:pt x="658" y="621"/>
                    <a:pt x="658" y="621"/>
                    <a:pt x="658" y="621"/>
                  </a:cubicBezTo>
                  <a:cubicBezTo>
                    <a:pt x="658" y="0"/>
                    <a:pt x="658" y="0"/>
                    <a:pt x="658" y="0"/>
                  </a:cubicBezTo>
                  <a:cubicBezTo>
                    <a:pt x="651" y="2"/>
                    <a:pt x="651" y="2"/>
                    <a:pt x="651" y="2"/>
                  </a:cubicBezTo>
                  <a:cubicBezTo>
                    <a:pt x="600" y="169"/>
                    <a:pt x="459" y="518"/>
                    <a:pt x="118" y="737"/>
                  </a:cubicBezTo>
                  <a:close/>
                </a:path>
              </a:pathLst>
            </a:custGeom>
            <a:solidFill>
              <a:srgbClr val="C2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507"/>
            <p:cNvSpPr>
              <a:spLocks/>
            </p:cNvSpPr>
            <p:nvPr/>
          </p:nvSpPr>
          <p:spPr bwMode="auto">
            <a:xfrm>
              <a:off x="2762" y="1938"/>
              <a:ext cx="1417" cy="435"/>
            </a:xfrm>
            <a:custGeom>
              <a:avLst/>
              <a:gdLst>
                <a:gd name="T0" fmla="*/ 599 w 599"/>
                <a:gd name="T1" fmla="*/ 184 h 184"/>
                <a:gd name="T2" fmla="*/ 299 w 599"/>
                <a:gd name="T3" fmla="*/ 94 h 184"/>
                <a:gd name="T4" fmla="*/ 0 w 599"/>
                <a:gd name="T5" fmla="*/ 0 h 184"/>
                <a:gd name="T6" fmla="*/ 300 w 599"/>
                <a:gd name="T7" fmla="*/ 91 h 184"/>
                <a:gd name="T8" fmla="*/ 599 w 599"/>
                <a:gd name="T9" fmla="*/ 184 h 184"/>
              </a:gdLst>
              <a:ahLst/>
              <a:cxnLst>
                <a:cxn ang="0">
                  <a:pos x="T0" y="T1"/>
                </a:cxn>
                <a:cxn ang="0">
                  <a:pos x="T2" y="T3"/>
                </a:cxn>
                <a:cxn ang="0">
                  <a:pos x="T4" y="T5"/>
                </a:cxn>
                <a:cxn ang="0">
                  <a:pos x="T6" y="T7"/>
                </a:cxn>
                <a:cxn ang="0">
                  <a:pos x="T8" y="T9"/>
                </a:cxn>
              </a:cxnLst>
              <a:rect l="0" t="0" r="r" b="b"/>
              <a:pathLst>
                <a:path w="599" h="184">
                  <a:moveTo>
                    <a:pt x="599" y="184"/>
                  </a:moveTo>
                  <a:cubicBezTo>
                    <a:pt x="599" y="184"/>
                    <a:pt x="465" y="145"/>
                    <a:pt x="299" y="94"/>
                  </a:cubicBezTo>
                  <a:cubicBezTo>
                    <a:pt x="134" y="43"/>
                    <a:pt x="0" y="0"/>
                    <a:pt x="0" y="0"/>
                  </a:cubicBezTo>
                  <a:cubicBezTo>
                    <a:pt x="0" y="0"/>
                    <a:pt x="135" y="40"/>
                    <a:pt x="300" y="91"/>
                  </a:cubicBezTo>
                  <a:cubicBezTo>
                    <a:pt x="466" y="141"/>
                    <a:pt x="599" y="184"/>
                    <a:pt x="599" y="184"/>
                  </a:cubicBezTo>
                  <a:close/>
                </a:path>
              </a:pathLst>
            </a:custGeom>
            <a:solidFill>
              <a:srgbClr val="EEB0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508"/>
            <p:cNvSpPr>
              <a:spLocks/>
            </p:cNvSpPr>
            <p:nvPr/>
          </p:nvSpPr>
          <p:spPr bwMode="auto">
            <a:xfrm>
              <a:off x="2762" y="2489"/>
              <a:ext cx="1417" cy="1600"/>
            </a:xfrm>
            <a:custGeom>
              <a:avLst/>
              <a:gdLst>
                <a:gd name="T0" fmla="*/ 599 w 599"/>
                <a:gd name="T1" fmla="*/ 445 h 676"/>
                <a:gd name="T2" fmla="*/ 244 w 599"/>
                <a:gd name="T3" fmla="*/ 350 h 676"/>
                <a:gd name="T4" fmla="*/ 0 w 599"/>
                <a:gd name="T5" fmla="*/ 0 h 676"/>
                <a:gd name="T6" fmla="*/ 0 w 599"/>
                <a:gd name="T7" fmla="*/ 407 h 676"/>
                <a:gd name="T8" fmla="*/ 599 w 599"/>
                <a:gd name="T9" fmla="*/ 676 h 676"/>
                <a:gd name="T10" fmla="*/ 599 w 599"/>
                <a:gd name="T11" fmla="*/ 445 h 676"/>
              </a:gdLst>
              <a:ahLst/>
              <a:cxnLst>
                <a:cxn ang="0">
                  <a:pos x="T0" y="T1"/>
                </a:cxn>
                <a:cxn ang="0">
                  <a:pos x="T2" y="T3"/>
                </a:cxn>
                <a:cxn ang="0">
                  <a:pos x="T4" y="T5"/>
                </a:cxn>
                <a:cxn ang="0">
                  <a:pos x="T6" y="T7"/>
                </a:cxn>
                <a:cxn ang="0">
                  <a:pos x="T8" y="T9"/>
                </a:cxn>
                <a:cxn ang="0">
                  <a:pos x="T10" y="T11"/>
                </a:cxn>
              </a:cxnLst>
              <a:rect l="0" t="0" r="r" b="b"/>
              <a:pathLst>
                <a:path w="599" h="676">
                  <a:moveTo>
                    <a:pt x="599" y="445"/>
                  </a:moveTo>
                  <a:cubicBezTo>
                    <a:pt x="572" y="455"/>
                    <a:pt x="428" y="498"/>
                    <a:pt x="244" y="350"/>
                  </a:cubicBezTo>
                  <a:cubicBezTo>
                    <a:pt x="105" y="237"/>
                    <a:pt x="32" y="85"/>
                    <a:pt x="0" y="0"/>
                  </a:cubicBezTo>
                  <a:cubicBezTo>
                    <a:pt x="0" y="407"/>
                    <a:pt x="0" y="407"/>
                    <a:pt x="0" y="407"/>
                  </a:cubicBezTo>
                  <a:cubicBezTo>
                    <a:pt x="599" y="676"/>
                    <a:pt x="599" y="676"/>
                    <a:pt x="599" y="676"/>
                  </a:cubicBezTo>
                  <a:cubicBezTo>
                    <a:pt x="599" y="445"/>
                    <a:pt x="599" y="445"/>
                    <a:pt x="599" y="445"/>
                  </a:cubicBezTo>
                </a:path>
              </a:pathLst>
            </a:custGeom>
            <a:solidFill>
              <a:srgbClr val="D8A9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510"/>
            <p:cNvSpPr>
              <a:spLocks/>
            </p:cNvSpPr>
            <p:nvPr/>
          </p:nvSpPr>
          <p:spPr bwMode="auto">
            <a:xfrm>
              <a:off x="3600" y="3462"/>
              <a:ext cx="23" cy="21"/>
            </a:xfrm>
            <a:custGeom>
              <a:avLst/>
              <a:gdLst>
                <a:gd name="T0" fmla="*/ 10 w 10"/>
                <a:gd name="T1" fmla="*/ 0 h 9"/>
                <a:gd name="T2" fmla="*/ 0 w 10"/>
                <a:gd name="T3" fmla="*/ 9 h 9"/>
                <a:gd name="T4" fmla="*/ 1 w 10"/>
                <a:gd name="T5" fmla="*/ 9 h 9"/>
                <a:gd name="T6" fmla="*/ 10 w 10"/>
                <a:gd name="T7" fmla="*/ 0 h 9"/>
              </a:gdLst>
              <a:ahLst/>
              <a:cxnLst>
                <a:cxn ang="0">
                  <a:pos x="T0" y="T1"/>
                </a:cxn>
                <a:cxn ang="0">
                  <a:pos x="T2" y="T3"/>
                </a:cxn>
                <a:cxn ang="0">
                  <a:pos x="T4" y="T5"/>
                </a:cxn>
                <a:cxn ang="0">
                  <a:pos x="T6" y="T7"/>
                </a:cxn>
              </a:cxnLst>
              <a:rect l="0" t="0" r="r" b="b"/>
              <a:pathLst>
                <a:path w="10" h="9">
                  <a:moveTo>
                    <a:pt x="10" y="0"/>
                  </a:moveTo>
                  <a:cubicBezTo>
                    <a:pt x="7" y="3"/>
                    <a:pt x="3" y="6"/>
                    <a:pt x="0" y="9"/>
                  </a:cubicBezTo>
                  <a:cubicBezTo>
                    <a:pt x="0" y="9"/>
                    <a:pt x="0" y="9"/>
                    <a:pt x="1" y="9"/>
                  </a:cubicBezTo>
                  <a:cubicBezTo>
                    <a:pt x="4" y="6"/>
                    <a:pt x="7" y="3"/>
                    <a:pt x="10" y="0"/>
                  </a:cubicBezTo>
                </a:path>
              </a:pathLst>
            </a:custGeom>
            <a:solidFill>
              <a:srgbClr val="DAAC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511"/>
            <p:cNvSpPr>
              <a:spLocks/>
            </p:cNvSpPr>
            <p:nvPr/>
          </p:nvSpPr>
          <p:spPr bwMode="auto">
            <a:xfrm>
              <a:off x="2762" y="3412"/>
              <a:ext cx="840" cy="208"/>
            </a:xfrm>
            <a:custGeom>
              <a:avLst/>
              <a:gdLst>
                <a:gd name="T0" fmla="*/ 135 w 355"/>
                <a:gd name="T1" fmla="*/ 0 h 88"/>
                <a:gd name="T2" fmla="*/ 83 w 355"/>
                <a:gd name="T3" fmla="*/ 5 h 88"/>
                <a:gd name="T4" fmla="*/ 43 w 355"/>
                <a:gd name="T5" fmla="*/ 9 h 88"/>
                <a:gd name="T6" fmla="*/ 0 w 355"/>
                <a:gd name="T7" fmla="*/ 5 h 88"/>
                <a:gd name="T8" fmla="*/ 0 w 355"/>
                <a:gd name="T9" fmla="*/ 17 h 88"/>
                <a:gd name="T10" fmla="*/ 21 w 355"/>
                <a:gd name="T11" fmla="*/ 26 h 88"/>
                <a:gd name="T12" fmla="*/ 25 w 355"/>
                <a:gd name="T13" fmla="*/ 27 h 88"/>
                <a:gd name="T14" fmla="*/ 65 w 355"/>
                <a:gd name="T15" fmla="*/ 22 h 88"/>
                <a:gd name="T16" fmla="*/ 117 w 355"/>
                <a:gd name="T17" fmla="*/ 17 h 88"/>
                <a:gd name="T18" fmla="*/ 266 w 355"/>
                <a:gd name="T19" fmla="*/ 88 h 88"/>
                <a:gd name="T20" fmla="*/ 355 w 355"/>
                <a:gd name="T21" fmla="*/ 30 h 88"/>
                <a:gd name="T22" fmla="*/ 354 w 355"/>
                <a:gd name="T23" fmla="*/ 30 h 88"/>
                <a:gd name="T24" fmla="*/ 284 w 355"/>
                <a:gd name="T25" fmla="*/ 71 h 88"/>
                <a:gd name="T26" fmla="*/ 135 w 355"/>
                <a:gd name="T2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5" h="88">
                  <a:moveTo>
                    <a:pt x="135" y="0"/>
                  </a:moveTo>
                  <a:cubicBezTo>
                    <a:pt x="119" y="0"/>
                    <a:pt x="101" y="2"/>
                    <a:pt x="83" y="5"/>
                  </a:cubicBezTo>
                  <a:cubicBezTo>
                    <a:pt x="70" y="8"/>
                    <a:pt x="56" y="9"/>
                    <a:pt x="43" y="9"/>
                  </a:cubicBezTo>
                  <a:cubicBezTo>
                    <a:pt x="29" y="9"/>
                    <a:pt x="14" y="8"/>
                    <a:pt x="0" y="5"/>
                  </a:cubicBezTo>
                  <a:cubicBezTo>
                    <a:pt x="0" y="17"/>
                    <a:pt x="0" y="17"/>
                    <a:pt x="0" y="17"/>
                  </a:cubicBezTo>
                  <a:cubicBezTo>
                    <a:pt x="21" y="26"/>
                    <a:pt x="21" y="26"/>
                    <a:pt x="21" y="26"/>
                  </a:cubicBezTo>
                  <a:cubicBezTo>
                    <a:pt x="22" y="27"/>
                    <a:pt x="23" y="27"/>
                    <a:pt x="25" y="27"/>
                  </a:cubicBezTo>
                  <a:cubicBezTo>
                    <a:pt x="38" y="27"/>
                    <a:pt x="52" y="25"/>
                    <a:pt x="65" y="22"/>
                  </a:cubicBezTo>
                  <a:cubicBezTo>
                    <a:pt x="83" y="19"/>
                    <a:pt x="101" y="17"/>
                    <a:pt x="117" y="17"/>
                  </a:cubicBezTo>
                  <a:cubicBezTo>
                    <a:pt x="203" y="17"/>
                    <a:pt x="263" y="61"/>
                    <a:pt x="266" y="88"/>
                  </a:cubicBezTo>
                  <a:cubicBezTo>
                    <a:pt x="266" y="88"/>
                    <a:pt x="309" y="73"/>
                    <a:pt x="355" y="30"/>
                  </a:cubicBezTo>
                  <a:cubicBezTo>
                    <a:pt x="354" y="30"/>
                    <a:pt x="354" y="30"/>
                    <a:pt x="354" y="30"/>
                  </a:cubicBezTo>
                  <a:cubicBezTo>
                    <a:pt x="316" y="60"/>
                    <a:pt x="284" y="71"/>
                    <a:pt x="284" y="71"/>
                  </a:cubicBezTo>
                  <a:cubicBezTo>
                    <a:pt x="281" y="44"/>
                    <a:pt x="221" y="0"/>
                    <a:pt x="135" y="0"/>
                  </a:cubicBezTo>
                </a:path>
              </a:pathLst>
            </a:custGeom>
            <a:solidFill>
              <a:srgbClr val="D7A9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513"/>
            <p:cNvSpPr>
              <a:spLocks/>
            </p:cNvSpPr>
            <p:nvPr/>
          </p:nvSpPr>
          <p:spPr bwMode="auto">
            <a:xfrm>
              <a:off x="3590" y="3421"/>
              <a:ext cx="76" cy="62"/>
            </a:xfrm>
            <a:custGeom>
              <a:avLst/>
              <a:gdLst>
                <a:gd name="T0" fmla="*/ 32 w 32"/>
                <a:gd name="T1" fmla="*/ 0 h 26"/>
                <a:gd name="T2" fmla="*/ 0 w 32"/>
                <a:gd name="T3" fmla="*/ 24 h 26"/>
                <a:gd name="T4" fmla="*/ 4 w 32"/>
                <a:gd name="T5" fmla="*/ 26 h 26"/>
                <a:gd name="T6" fmla="*/ 14 w 32"/>
                <a:gd name="T7" fmla="*/ 17 h 26"/>
                <a:gd name="T8" fmla="*/ 32 w 32"/>
                <a:gd name="T9" fmla="*/ 0 h 26"/>
              </a:gdLst>
              <a:ahLst/>
              <a:cxnLst>
                <a:cxn ang="0">
                  <a:pos x="T0" y="T1"/>
                </a:cxn>
                <a:cxn ang="0">
                  <a:pos x="T2" y="T3"/>
                </a:cxn>
                <a:cxn ang="0">
                  <a:pos x="T4" y="T5"/>
                </a:cxn>
                <a:cxn ang="0">
                  <a:pos x="T6" y="T7"/>
                </a:cxn>
                <a:cxn ang="0">
                  <a:pos x="T8" y="T9"/>
                </a:cxn>
              </a:cxnLst>
              <a:rect l="0" t="0" r="r" b="b"/>
              <a:pathLst>
                <a:path w="32" h="26">
                  <a:moveTo>
                    <a:pt x="32" y="0"/>
                  </a:moveTo>
                  <a:cubicBezTo>
                    <a:pt x="21" y="9"/>
                    <a:pt x="10" y="18"/>
                    <a:pt x="0" y="24"/>
                  </a:cubicBezTo>
                  <a:cubicBezTo>
                    <a:pt x="1" y="25"/>
                    <a:pt x="3" y="25"/>
                    <a:pt x="4" y="26"/>
                  </a:cubicBezTo>
                  <a:cubicBezTo>
                    <a:pt x="7" y="23"/>
                    <a:pt x="11" y="20"/>
                    <a:pt x="14" y="17"/>
                  </a:cubicBezTo>
                  <a:cubicBezTo>
                    <a:pt x="20" y="12"/>
                    <a:pt x="26" y="6"/>
                    <a:pt x="32" y="0"/>
                  </a:cubicBezTo>
                </a:path>
              </a:pathLst>
            </a:custGeom>
            <a:solidFill>
              <a:srgbClr val="CFA7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516"/>
            <p:cNvSpPr>
              <a:spLocks/>
            </p:cNvSpPr>
            <p:nvPr/>
          </p:nvSpPr>
          <p:spPr bwMode="auto">
            <a:xfrm>
              <a:off x="2762" y="2053"/>
              <a:ext cx="1233" cy="1425"/>
            </a:xfrm>
            <a:custGeom>
              <a:avLst/>
              <a:gdLst>
                <a:gd name="T0" fmla="*/ 0 w 521"/>
                <a:gd name="T1" fmla="*/ 0 h 602"/>
                <a:gd name="T2" fmla="*/ 0 w 521"/>
                <a:gd name="T3" fmla="*/ 557 h 602"/>
                <a:gd name="T4" fmla="*/ 0 w 521"/>
                <a:gd name="T5" fmla="*/ 557 h 602"/>
                <a:gd name="T6" fmla="*/ 0 w 521"/>
                <a:gd name="T7" fmla="*/ 184 h 602"/>
                <a:gd name="T8" fmla="*/ 244 w 521"/>
                <a:gd name="T9" fmla="*/ 534 h 602"/>
                <a:gd name="T10" fmla="*/ 350 w 521"/>
                <a:gd name="T11" fmla="*/ 602 h 602"/>
                <a:gd name="T12" fmla="*/ 382 w 521"/>
                <a:gd name="T13" fmla="*/ 578 h 602"/>
                <a:gd name="T14" fmla="*/ 476 w 521"/>
                <a:gd name="T15" fmla="*/ 442 h 602"/>
                <a:gd name="T16" fmla="*/ 220 w 521"/>
                <a:gd name="T17" fmla="*/ 88 h 602"/>
                <a:gd name="T18" fmla="*/ 0 w 521"/>
                <a:gd name="T19" fmla="*/ 0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1" h="602">
                  <a:moveTo>
                    <a:pt x="0" y="0"/>
                  </a:moveTo>
                  <a:cubicBezTo>
                    <a:pt x="0" y="557"/>
                    <a:pt x="0" y="557"/>
                    <a:pt x="0" y="557"/>
                  </a:cubicBezTo>
                  <a:cubicBezTo>
                    <a:pt x="0" y="557"/>
                    <a:pt x="0" y="557"/>
                    <a:pt x="0" y="557"/>
                  </a:cubicBezTo>
                  <a:cubicBezTo>
                    <a:pt x="0" y="184"/>
                    <a:pt x="0" y="184"/>
                    <a:pt x="0" y="184"/>
                  </a:cubicBezTo>
                  <a:cubicBezTo>
                    <a:pt x="32" y="269"/>
                    <a:pt x="105" y="421"/>
                    <a:pt x="244" y="534"/>
                  </a:cubicBezTo>
                  <a:cubicBezTo>
                    <a:pt x="282" y="564"/>
                    <a:pt x="317" y="586"/>
                    <a:pt x="350" y="602"/>
                  </a:cubicBezTo>
                  <a:cubicBezTo>
                    <a:pt x="360" y="596"/>
                    <a:pt x="371" y="587"/>
                    <a:pt x="382" y="578"/>
                  </a:cubicBezTo>
                  <a:cubicBezTo>
                    <a:pt x="416" y="549"/>
                    <a:pt x="452" y="505"/>
                    <a:pt x="476" y="442"/>
                  </a:cubicBezTo>
                  <a:cubicBezTo>
                    <a:pt x="521" y="327"/>
                    <a:pt x="468" y="158"/>
                    <a:pt x="220" y="88"/>
                  </a:cubicBezTo>
                  <a:cubicBezTo>
                    <a:pt x="137" y="64"/>
                    <a:pt x="64" y="35"/>
                    <a:pt x="0" y="0"/>
                  </a:cubicBezTo>
                </a:path>
              </a:pathLst>
            </a:custGeom>
            <a:solidFill>
              <a:srgbClr val="C4A3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517"/>
            <p:cNvSpPr>
              <a:spLocks/>
            </p:cNvSpPr>
            <p:nvPr/>
          </p:nvSpPr>
          <p:spPr bwMode="auto">
            <a:xfrm>
              <a:off x="2762" y="2489"/>
              <a:ext cx="828" cy="1051"/>
            </a:xfrm>
            <a:custGeom>
              <a:avLst/>
              <a:gdLst>
                <a:gd name="T0" fmla="*/ 0 w 350"/>
                <a:gd name="T1" fmla="*/ 0 h 444"/>
                <a:gd name="T2" fmla="*/ 0 w 350"/>
                <a:gd name="T3" fmla="*/ 373 h 444"/>
                <a:gd name="T4" fmla="*/ 61 w 350"/>
                <a:gd name="T5" fmla="*/ 382 h 444"/>
                <a:gd name="T6" fmla="*/ 101 w 350"/>
                <a:gd name="T7" fmla="*/ 378 h 444"/>
                <a:gd name="T8" fmla="*/ 153 w 350"/>
                <a:gd name="T9" fmla="*/ 373 h 444"/>
                <a:gd name="T10" fmla="*/ 302 w 350"/>
                <a:gd name="T11" fmla="*/ 444 h 444"/>
                <a:gd name="T12" fmla="*/ 350 w 350"/>
                <a:gd name="T13" fmla="*/ 418 h 444"/>
                <a:gd name="T14" fmla="*/ 244 w 350"/>
                <a:gd name="T15" fmla="*/ 350 h 444"/>
                <a:gd name="T16" fmla="*/ 0 w 350"/>
                <a:gd name="T1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 h="444">
                  <a:moveTo>
                    <a:pt x="0" y="0"/>
                  </a:moveTo>
                  <a:cubicBezTo>
                    <a:pt x="0" y="373"/>
                    <a:pt x="0" y="373"/>
                    <a:pt x="0" y="373"/>
                  </a:cubicBezTo>
                  <a:cubicBezTo>
                    <a:pt x="21" y="380"/>
                    <a:pt x="41" y="382"/>
                    <a:pt x="61" y="382"/>
                  </a:cubicBezTo>
                  <a:cubicBezTo>
                    <a:pt x="75" y="382"/>
                    <a:pt x="88" y="381"/>
                    <a:pt x="101" y="378"/>
                  </a:cubicBezTo>
                  <a:cubicBezTo>
                    <a:pt x="119" y="375"/>
                    <a:pt x="137" y="373"/>
                    <a:pt x="153" y="373"/>
                  </a:cubicBezTo>
                  <a:cubicBezTo>
                    <a:pt x="239" y="373"/>
                    <a:pt x="299" y="417"/>
                    <a:pt x="302" y="444"/>
                  </a:cubicBezTo>
                  <a:cubicBezTo>
                    <a:pt x="302" y="444"/>
                    <a:pt x="323" y="437"/>
                    <a:pt x="350" y="418"/>
                  </a:cubicBezTo>
                  <a:cubicBezTo>
                    <a:pt x="317" y="402"/>
                    <a:pt x="282" y="380"/>
                    <a:pt x="244" y="350"/>
                  </a:cubicBezTo>
                  <a:cubicBezTo>
                    <a:pt x="105" y="237"/>
                    <a:pt x="32" y="85"/>
                    <a:pt x="0" y="0"/>
                  </a:cubicBezTo>
                </a:path>
              </a:pathLst>
            </a:custGeom>
            <a:solidFill>
              <a:srgbClr val="C2A1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518"/>
            <p:cNvSpPr>
              <a:spLocks/>
            </p:cNvSpPr>
            <p:nvPr/>
          </p:nvSpPr>
          <p:spPr bwMode="auto">
            <a:xfrm>
              <a:off x="1889" y="1377"/>
              <a:ext cx="2106" cy="2163"/>
            </a:xfrm>
            <a:custGeom>
              <a:avLst/>
              <a:gdLst>
                <a:gd name="T0" fmla="*/ 671 w 890"/>
                <a:gd name="T1" fmla="*/ 914 h 914"/>
                <a:gd name="T2" fmla="*/ 845 w 890"/>
                <a:gd name="T3" fmla="*/ 728 h 914"/>
                <a:gd name="T4" fmla="*/ 589 w 890"/>
                <a:gd name="T5" fmla="*/ 374 h 914"/>
                <a:gd name="T6" fmla="*/ 105 w 890"/>
                <a:gd name="T7" fmla="*/ 0 h 914"/>
                <a:gd name="T8" fmla="*/ 236 w 890"/>
                <a:gd name="T9" fmla="*/ 478 h 914"/>
                <a:gd name="T10" fmla="*/ 80 w 890"/>
                <a:gd name="T11" fmla="*/ 418 h 914"/>
                <a:gd name="T12" fmla="*/ 332 w 890"/>
                <a:gd name="T13" fmla="*/ 721 h 914"/>
                <a:gd name="T14" fmla="*/ 193 w 890"/>
                <a:gd name="T15" fmla="*/ 709 h 914"/>
                <a:gd name="T16" fmla="*/ 470 w 890"/>
                <a:gd name="T17" fmla="*/ 848 h 914"/>
                <a:gd name="T18" fmla="*/ 671 w 890"/>
                <a:gd name="T19" fmla="*/ 914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0" h="914">
                  <a:moveTo>
                    <a:pt x="671" y="914"/>
                  </a:moveTo>
                  <a:cubicBezTo>
                    <a:pt x="671" y="914"/>
                    <a:pt x="790" y="872"/>
                    <a:pt x="845" y="728"/>
                  </a:cubicBezTo>
                  <a:cubicBezTo>
                    <a:pt x="890" y="613"/>
                    <a:pt x="837" y="444"/>
                    <a:pt x="589" y="374"/>
                  </a:cubicBezTo>
                  <a:cubicBezTo>
                    <a:pt x="341" y="304"/>
                    <a:pt x="173" y="179"/>
                    <a:pt x="105" y="0"/>
                  </a:cubicBezTo>
                  <a:cubicBezTo>
                    <a:pt x="46" y="132"/>
                    <a:pt x="0" y="278"/>
                    <a:pt x="236" y="478"/>
                  </a:cubicBezTo>
                  <a:cubicBezTo>
                    <a:pt x="160" y="468"/>
                    <a:pt x="107" y="469"/>
                    <a:pt x="80" y="418"/>
                  </a:cubicBezTo>
                  <a:cubicBezTo>
                    <a:pt x="91" y="576"/>
                    <a:pt x="163" y="674"/>
                    <a:pt x="332" y="721"/>
                  </a:cubicBezTo>
                  <a:cubicBezTo>
                    <a:pt x="269" y="739"/>
                    <a:pt x="231" y="731"/>
                    <a:pt x="193" y="709"/>
                  </a:cubicBezTo>
                  <a:cubicBezTo>
                    <a:pt x="288" y="832"/>
                    <a:pt x="388" y="865"/>
                    <a:pt x="470" y="848"/>
                  </a:cubicBezTo>
                  <a:cubicBezTo>
                    <a:pt x="583" y="825"/>
                    <a:pt x="667" y="882"/>
                    <a:pt x="671" y="914"/>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523"/>
            <p:cNvSpPr>
              <a:spLocks/>
            </p:cNvSpPr>
            <p:nvPr/>
          </p:nvSpPr>
          <p:spPr bwMode="auto">
            <a:xfrm>
              <a:off x="4899" y="2077"/>
              <a:ext cx="225" cy="686"/>
            </a:xfrm>
            <a:custGeom>
              <a:avLst/>
              <a:gdLst>
                <a:gd name="T0" fmla="*/ 0 w 95"/>
                <a:gd name="T1" fmla="*/ 28 h 290"/>
                <a:gd name="T2" fmla="*/ 0 w 95"/>
                <a:gd name="T3" fmla="*/ 273 h 290"/>
                <a:gd name="T4" fmla="*/ 5 w 95"/>
                <a:gd name="T5" fmla="*/ 290 h 290"/>
                <a:gd name="T6" fmla="*/ 17 w 95"/>
                <a:gd name="T7" fmla="*/ 265 h 290"/>
                <a:gd name="T8" fmla="*/ 28 w 95"/>
                <a:gd name="T9" fmla="*/ 283 h 290"/>
                <a:gd name="T10" fmla="*/ 33 w 95"/>
                <a:gd name="T11" fmla="*/ 261 h 290"/>
                <a:gd name="T12" fmla="*/ 43 w 95"/>
                <a:gd name="T13" fmla="*/ 275 h 290"/>
                <a:gd name="T14" fmla="*/ 49 w 95"/>
                <a:gd name="T15" fmla="*/ 254 h 290"/>
                <a:gd name="T16" fmla="*/ 57 w 95"/>
                <a:gd name="T17" fmla="*/ 269 h 290"/>
                <a:gd name="T18" fmla="*/ 63 w 95"/>
                <a:gd name="T19" fmla="*/ 249 h 290"/>
                <a:gd name="T20" fmla="*/ 74 w 95"/>
                <a:gd name="T21" fmla="*/ 260 h 290"/>
                <a:gd name="T22" fmla="*/ 75 w 95"/>
                <a:gd name="T23" fmla="*/ 244 h 290"/>
                <a:gd name="T24" fmla="*/ 83 w 95"/>
                <a:gd name="T25" fmla="*/ 255 h 290"/>
                <a:gd name="T26" fmla="*/ 85 w 95"/>
                <a:gd name="T27" fmla="*/ 236 h 290"/>
                <a:gd name="T28" fmla="*/ 90 w 95"/>
                <a:gd name="T29" fmla="*/ 246 h 290"/>
                <a:gd name="T30" fmla="*/ 95 w 95"/>
                <a:gd name="T31" fmla="*/ 0 h 290"/>
                <a:gd name="T32" fmla="*/ 0 w 95"/>
                <a:gd name="T33" fmla="*/ 28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5" h="290">
                  <a:moveTo>
                    <a:pt x="0" y="28"/>
                  </a:moveTo>
                  <a:cubicBezTo>
                    <a:pt x="0" y="273"/>
                    <a:pt x="0" y="273"/>
                    <a:pt x="0" y="273"/>
                  </a:cubicBezTo>
                  <a:cubicBezTo>
                    <a:pt x="2" y="278"/>
                    <a:pt x="4" y="288"/>
                    <a:pt x="5" y="290"/>
                  </a:cubicBezTo>
                  <a:cubicBezTo>
                    <a:pt x="17" y="265"/>
                    <a:pt x="17" y="265"/>
                    <a:pt x="17" y="265"/>
                  </a:cubicBezTo>
                  <a:cubicBezTo>
                    <a:pt x="28" y="283"/>
                    <a:pt x="28" y="283"/>
                    <a:pt x="28" y="283"/>
                  </a:cubicBezTo>
                  <a:cubicBezTo>
                    <a:pt x="33" y="261"/>
                    <a:pt x="33" y="261"/>
                    <a:pt x="33" y="261"/>
                  </a:cubicBezTo>
                  <a:cubicBezTo>
                    <a:pt x="43" y="275"/>
                    <a:pt x="43" y="275"/>
                    <a:pt x="43" y="275"/>
                  </a:cubicBezTo>
                  <a:cubicBezTo>
                    <a:pt x="49" y="254"/>
                    <a:pt x="49" y="254"/>
                    <a:pt x="49" y="254"/>
                  </a:cubicBezTo>
                  <a:cubicBezTo>
                    <a:pt x="57" y="269"/>
                    <a:pt x="57" y="269"/>
                    <a:pt x="57" y="269"/>
                  </a:cubicBezTo>
                  <a:cubicBezTo>
                    <a:pt x="63" y="249"/>
                    <a:pt x="63" y="249"/>
                    <a:pt x="63" y="249"/>
                  </a:cubicBezTo>
                  <a:cubicBezTo>
                    <a:pt x="74" y="260"/>
                    <a:pt x="74" y="260"/>
                    <a:pt x="74" y="260"/>
                  </a:cubicBezTo>
                  <a:cubicBezTo>
                    <a:pt x="75" y="244"/>
                    <a:pt x="75" y="244"/>
                    <a:pt x="75" y="244"/>
                  </a:cubicBezTo>
                  <a:cubicBezTo>
                    <a:pt x="83" y="255"/>
                    <a:pt x="83" y="255"/>
                    <a:pt x="83" y="255"/>
                  </a:cubicBezTo>
                  <a:cubicBezTo>
                    <a:pt x="85" y="236"/>
                    <a:pt x="85" y="236"/>
                    <a:pt x="85" y="236"/>
                  </a:cubicBezTo>
                  <a:cubicBezTo>
                    <a:pt x="90" y="246"/>
                    <a:pt x="90" y="246"/>
                    <a:pt x="90" y="246"/>
                  </a:cubicBezTo>
                  <a:cubicBezTo>
                    <a:pt x="95" y="0"/>
                    <a:pt x="95" y="0"/>
                    <a:pt x="95" y="0"/>
                  </a:cubicBezTo>
                  <a:lnTo>
                    <a:pt x="0" y="2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524"/>
            <p:cNvSpPr>
              <a:spLocks/>
            </p:cNvSpPr>
            <p:nvPr/>
          </p:nvSpPr>
          <p:spPr bwMode="auto">
            <a:xfrm>
              <a:off x="4908" y="2763"/>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DED9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525"/>
            <p:cNvSpPr>
              <a:spLocks/>
            </p:cNvSpPr>
            <p:nvPr/>
          </p:nvSpPr>
          <p:spPr bwMode="auto">
            <a:xfrm>
              <a:off x="3505" y="1696"/>
              <a:ext cx="1619" cy="447"/>
            </a:xfrm>
            <a:custGeom>
              <a:avLst/>
              <a:gdLst>
                <a:gd name="T0" fmla="*/ 0 w 1619"/>
                <a:gd name="T1" fmla="*/ 57 h 447"/>
                <a:gd name="T2" fmla="*/ 1394 w 1619"/>
                <a:gd name="T3" fmla="*/ 447 h 447"/>
                <a:gd name="T4" fmla="*/ 1619 w 1619"/>
                <a:gd name="T5" fmla="*/ 381 h 447"/>
                <a:gd name="T6" fmla="*/ 227 w 1619"/>
                <a:gd name="T7" fmla="*/ 0 h 447"/>
                <a:gd name="T8" fmla="*/ 0 w 1619"/>
                <a:gd name="T9" fmla="*/ 57 h 447"/>
              </a:gdLst>
              <a:ahLst/>
              <a:cxnLst>
                <a:cxn ang="0">
                  <a:pos x="T0" y="T1"/>
                </a:cxn>
                <a:cxn ang="0">
                  <a:pos x="T2" y="T3"/>
                </a:cxn>
                <a:cxn ang="0">
                  <a:pos x="T4" y="T5"/>
                </a:cxn>
                <a:cxn ang="0">
                  <a:pos x="T6" y="T7"/>
                </a:cxn>
                <a:cxn ang="0">
                  <a:pos x="T8" y="T9"/>
                </a:cxn>
              </a:cxnLst>
              <a:rect l="0" t="0" r="r" b="b"/>
              <a:pathLst>
                <a:path w="1619" h="447">
                  <a:moveTo>
                    <a:pt x="0" y="57"/>
                  </a:moveTo>
                  <a:lnTo>
                    <a:pt x="1394" y="447"/>
                  </a:lnTo>
                  <a:lnTo>
                    <a:pt x="1619" y="381"/>
                  </a:lnTo>
                  <a:lnTo>
                    <a:pt x="227" y="0"/>
                  </a:lnTo>
                  <a:lnTo>
                    <a:pt x="0" y="57"/>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526"/>
            <p:cNvSpPr>
              <a:spLocks/>
            </p:cNvSpPr>
            <p:nvPr/>
          </p:nvSpPr>
          <p:spPr bwMode="auto">
            <a:xfrm>
              <a:off x="4362" y="2707"/>
              <a:ext cx="1218" cy="1088"/>
            </a:xfrm>
            <a:custGeom>
              <a:avLst/>
              <a:gdLst>
                <a:gd name="T0" fmla="*/ 496 w 515"/>
                <a:gd name="T1" fmla="*/ 241 h 460"/>
                <a:gd name="T2" fmla="*/ 1 w 515"/>
                <a:gd name="T3" fmla="*/ 453 h 460"/>
                <a:gd name="T4" fmla="*/ 1 w 515"/>
                <a:gd name="T5" fmla="*/ 453 h 460"/>
                <a:gd name="T6" fmla="*/ 20 w 515"/>
                <a:gd name="T7" fmla="*/ 458 h 460"/>
                <a:gd name="T8" fmla="*/ 20 w 515"/>
                <a:gd name="T9" fmla="*/ 318 h 460"/>
                <a:gd name="T10" fmla="*/ 20 w 515"/>
                <a:gd name="T11" fmla="*/ 236 h 460"/>
                <a:gd name="T12" fmla="*/ 23 w 515"/>
                <a:gd name="T13" fmla="*/ 217 h 460"/>
                <a:gd name="T14" fmla="*/ 302 w 515"/>
                <a:gd name="T15" fmla="*/ 98 h 460"/>
                <a:gd name="T16" fmla="*/ 515 w 515"/>
                <a:gd name="T17" fmla="*/ 7 h 460"/>
                <a:gd name="T18" fmla="*/ 496 w 515"/>
                <a:gd name="T19" fmla="*/ 1 h 460"/>
                <a:gd name="T20" fmla="*/ 496 w 515"/>
                <a:gd name="T21" fmla="*/ 241 h 460"/>
                <a:gd name="T22" fmla="*/ 515 w 515"/>
                <a:gd name="T23" fmla="*/ 246 h 460"/>
                <a:gd name="T24" fmla="*/ 515 w 515"/>
                <a:gd name="T25" fmla="*/ 6 h 460"/>
                <a:gd name="T26" fmla="*/ 496 w 515"/>
                <a:gd name="T27" fmla="*/ 1 h 460"/>
                <a:gd name="T28" fmla="*/ 1 w 515"/>
                <a:gd name="T29" fmla="*/ 213 h 460"/>
                <a:gd name="T30" fmla="*/ 1 w 515"/>
                <a:gd name="T31" fmla="*/ 213 h 460"/>
                <a:gd name="T32" fmla="*/ 0 w 515"/>
                <a:gd name="T33" fmla="*/ 213 h 460"/>
                <a:gd name="T34" fmla="*/ 0 w 515"/>
                <a:gd name="T35" fmla="*/ 453 h 460"/>
                <a:gd name="T36" fmla="*/ 19 w 515"/>
                <a:gd name="T37" fmla="*/ 458 h 460"/>
                <a:gd name="T38" fmla="*/ 514 w 515"/>
                <a:gd name="T39" fmla="*/ 247 h 460"/>
                <a:gd name="T40" fmla="*/ 515 w 515"/>
                <a:gd name="T41" fmla="*/ 247 h 460"/>
                <a:gd name="T42" fmla="*/ 496 w 515"/>
                <a:gd name="T43" fmla="*/ 241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5" h="460">
                  <a:moveTo>
                    <a:pt x="496" y="241"/>
                  </a:moveTo>
                  <a:cubicBezTo>
                    <a:pt x="331" y="311"/>
                    <a:pt x="166" y="382"/>
                    <a:pt x="1" y="453"/>
                  </a:cubicBezTo>
                  <a:cubicBezTo>
                    <a:pt x="1" y="453"/>
                    <a:pt x="1" y="453"/>
                    <a:pt x="1" y="453"/>
                  </a:cubicBezTo>
                  <a:cubicBezTo>
                    <a:pt x="7" y="454"/>
                    <a:pt x="13" y="456"/>
                    <a:pt x="20" y="458"/>
                  </a:cubicBezTo>
                  <a:cubicBezTo>
                    <a:pt x="20" y="412"/>
                    <a:pt x="20" y="365"/>
                    <a:pt x="20" y="318"/>
                  </a:cubicBezTo>
                  <a:cubicBezTo>
                    <a:pt x="20" y="291"/>
                    <a:pt x="20" y="264"/>
                    <a:pt x="20" y="236"/>
                  </a:cubicBezTo>
                  <a:cubicBezTo>
                    <a:pt x="20" y="228"/>
                    <a:pt x="16" y="220"/>
                    <a:pt x="23" y="217"/>
                  </a:cubicBezTo>
                  <a:cubicBezTo>
                    <a:pt x="116" y="177"/>
                    <a:pt x="209" y="138"/>
                    <a:pt x="302" y="98"/>
                  </a:cubicBezTo>
                  <a:cubicBezTo>
                    <a:pt x="373" y="68"/>
                    <a:pt x="444" y="37"/>
                    <a:pt x="515" y="7"/>
                  </a:cubicBezTo>
                  <a:cubicBezTo>
                    <a:pt x="508" y="5"/>
                    <a:pt x="502" y="3"/>
                    <a:pt x="496" y="1"/>
                  </a:cubicBezTo>
                  <a:cubicBezTo>
                    <a:pt x="496" y="81"/>
                    <a:pt x="496" y="161"/>
                    <a:pt x="496" y="241"/>
                  </a:cubicBezTo>
                  <a:cubicBezTo>
                    <a:pt x="496" y="245"/>
                    <a:pt x="515" y="247"/>
                    <a:pt x="515" y="246"/>
                  </a:cubicBezTo>
                  <a:cubicBezTo>
                    <a:pt x="515" y="166"/>
                    <a:pt x="515" y="86"/>
                    <a:pt x="515" y="6"/>
                  </a:cubicBezTo>
                  <a:cubicBezTo>
                    <a:pt x="515" y="3"/>
                    <a:pt x="499" y="0"/>
                    <a:pt x="496" y="1"/>
                  </a:cubicBezTo>
                  <a:cubicBezTo>
                    <a:pt x="331" y="72"/>
                    <a:pt x="166" y="142"/>
                    <a:pt x="1" y="213"/>
                  </a:cubicBezTo>
                  <a:cubicBezTo>
                    <a:pt x="1" y="213"/>
                    <a:pt x="1" y="213"/>
                    <a:pt x="1" y="213"/>
                  </a:cubicBezTo>
                  <a:cubicBezTo>
                    <a:pt x="0" y="213"/>
                    <a:pt x="0" y="213"/>
                    <a:pt x="0" y="213"/>
                  </a:cubicBezTo>
                  <a:cubicBezTo>
                    <a:pt x="0" y="293"/>
                    <a:pt x="0" y="373"/>
                    <a:pt x="0" y="453"/>
                  </a:cubicBezTo>
                  <a:cubicBezTo>
                    <a:pt x="0" y="456"/>
                    <a:pt x="17" y="460"/>
                    <a:pt x="19" y="458"/>
                  </a:cubicBezTo>
                  <a:cubicBezTo>
                    <a:pt x="184" y="388"/>
                    <a:pt x="349" y="317"/>
                    <a:pt x="514" y="247"/>
                  </a:cubicBezTo>
                  <a:cubicBezTo>
                    <a:pt x="515" y="247"/>
                    <a:pt x="515" y="247"/>
                    <a:pt x="515" y="247"/>
                  </a:cubicBezTo>
                  <a:cubicBezTo>
                    <a:pt x="514" y="247"/>
                    <a:pt x="501" y="239"/>
                    <a:pt x="496" y="241"/>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61535167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433502"/>
            <a:ext cx="12192000" cy="4118846"/>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0" name="Group 19"/>
          <p:cNvGrpSpPr/>
          <p:nvPr/>
        </p:nvGrpSpPr>
        <p:grpSpPr>
          <a:xfrm>
            <a:off x="1074835" y="2645324"/>
            <a:ext cx="1510469" cy="1695202"/>
            <a:chOff x="7996238" y="3222625"/>
            <a:chExt cx="1103313" cy="1238250"/>
          </a:xfrm>
          <a:solidFill>
            <a:srgbClr val="FFC000"/>
          </a:solidFill>
        </p:grpSpPr>
        <p:sp>
          <p:nvSpPr>
            <p:cNvPr id="21" name="Freeform 293"/>
            <p:cNvSpPr>
              <a:spLocks/>
            </p:cNvSpPr>
            <p:nvPr/>
          </p:nvSpPr>
          <p:spPr bwMode="auto">
            <a:xfrm>
              <a:off x="8010526" y="3222625"/>
              <a:ext cx="1089025" cy="1238250"/>
            </a:xfrm>
            <a:custGeom>
              <a:avLst/>
              <a:gdLst>
                <a:gd name="T0" fmla="*/ 3255 w 3432"/>
                <a:gd name="T1" fmla="*/ 0 h 3899"/>
                <a:gd name="T2" fmla="*/ 3323 w 3432"/>
                <a:gd name="T3" fmla="*/ 13 h 3899"/>
                <a:gd name="T4" fmla="*/ 3379 w 3432"/>
                <a:gd name="T5" fmla="*/ 51 h 3899"/>
                <a:gd name="T6" fmla="*/ 3417 w 3432"/>
                <a:gd name="T7" fmla="*/ 108 h 3899"/>
                <a:gd name="T8" fmla="*/ 3432 w 3432"/>
                <a:gd name="T9" fmla="*/ 177 h 3899"/>
                <a:gd name="T10" fmla="*/ 3419 w 3432"/>
                <a:gd name="T11" fmla="*/ 239 h 3899"/>
                <a:gd name="T12" fmla="*/ 3389 w 3432"/>
                <a:gd name="T13" fmla="*/ 291 h 3899"/>
                <a:gd name="T14" fmla="*/ 3343 w 3432"/>
                <a:gd name="T15" fmla="*/ 329 h 3899"/>
                <a:gd name="T16" fmla="*/ 3340 w 3432"/>
                <a:gd name="T17" fmla="*/ 2416 h 3899"/>
                <a:gd name="T18" fmla="*/ 3317 w 3432"/>
                <a:gd name="T19" fmla="*/ 2455 h 3899"/>
                <a:gd name="T20" fmla="*/ 3278 w 3432"/>
                <a:gd name="T21" fmla="*/ 2478 h 3899"/>
                <a:gd name="T22" fmla="*/ 2537 w 3432"/>
                <a:gd name="T23" fmla="*/ 2481 h 3899"/>
                <a:gd name="T24" fmla="*/ 2858 w 3432"/>
                <a:gd name="T25" fmla="*/ 3708 h 3899"/>
                <a:gd name="T26" fmla="*/ 2852 w 3432"/>
                <a:gd name="T27" fmla="*/ 3769 h 3899"/>
                <a:gd name="T28" fmla="*/ 2828 w 3432"/>
                <a:gd name="T29" fmla="*/ 3824 h 3899"/>
                <a:gd name="T30" fmla="*/ 2785 w 3432"/>
                <a:gd name="T31" fmla="*/ 3867 h 3899"/>
                <a:gd name="T32" fmla="*/ 2728 w 3432"/>
                <a:gd name="T33" fmla="*/ 3894 h 3899"/>
                <a:gd name="T34" fmla="*/ 2683 w 3432"/>
                <a:gd name="T35" fmla="*/ 3899 h 3899"/>
                <a:gd name="T36" fmla="*/ 2619 w 3432"/>
                <a:gd name="T37" fmla="*/ 3887 h 3899"/>
                <a:gd name="T38" fmla="*/ 2564 w 3432"/>
                <a:gd name="T39" fmla="*/ 3852 h 3899"/>
                <a:gd name="T40" fmla="*/ 2525 w 3432"/>
                <a:gd name="T41" fmla="*/ 3800 h 3899"/>
                <a:gd name="T42" fmla="*/ 2196 w 3432"/>
                <a:gd name="T43" fmla="*/ 2570 h 3899"/>
                <a:gd name="T44" fmla="*/ 917 w 3432"/>
                <a:gd name="T45" fmla="*/ 3768 h 3899"/>
                <a:gd name="T46" fmla="*/ 891 w 3432"/>
                <a:gd name="T47" fmla="*/ 3824 h 3899"/>
                <a:gd name="T48" fmla="*/ 848 w 3432"/>
                <a:gd name="T49" fmla="*/ 3867 h 3899"/>
                <a:gd name="T50" fmla="*/ 793 w 3432"/>
                <a:gd name="T51" fmla="*/ 3893 h 3899"/>
                <a:gd name="T52" fmla="*/ 734 w 3432"/>
                <a:gd name="T53" fmla="*/ 3899 h 3899"/>
                <a:gd name="T54" fmla="*/ 672 w 3432"/>
                <a:gd name="T55" fmla="*/ 3883 h 3899"/>
                <a:gd name="T56" fmla="*/ 622 w 3432"/>
                <a:gd name="T57" fmla="*/ 3847 h 3899"/>
                <a:gd name="T58" fmla="*/ 588 w 3432"/>
                <a:gd name="T59" fmla="*/ 3797 h 3899"/>
                <a:gd name="T60" fmla="*/ 572 w 3432"/>
                <a:gd name="T61" fmla="*/ 3739 h 3899"/>
                <a:gd name="T62" fmla="*/ 578 w 3432"/>
                <a:gd name="T63" fmla="*/ 3676 h 3899"/>
                <a:gd name="T64" fmla="*/ 739 w 3432"/>
                <a:gd name="T65" fmla="*/ 2481 h 3899"/>
                <a:gd name="T66" fmla="*/ 842 w 3432"/>
                <a:gd name="T67" fmla="*/ 2367 h 3899"/>
                <a:gd name="T68" fmla="*/ 3168 w 3432"/>
                <a:gd name="T69" fmla="*/ 2304 h 3899"/>
                <a:gd name="T70" fmla="*/ 263 w 3432"/>
                <a:gd name="T71" fmla="*/ 354 h 3899"/>
                <a:gd name="T72" fmla="*/ 213 w 3432"/>
                <a:gd name="T73" fmla="*/ 2256 h 3899"/>
                <a:gd name="T74" fmla="*/ 125 w 3432"/>
                <a:gd name="T75" fmla="*/ 2337 h 3899"/>
                <a:gd name="T76" fmla="*/ 87 w 3432"/>
                <a:gd name="T77" fmla="*/ 329 h 3899"/>
                <a:gd name="T78" fmla="*/ 41 w 3432"/>
                <a:gd name="T79" fmla="*/ 291 h 3899"/>
                <a:gd name="T80" fmla="*/ 11 w 3432"/>
                <a:gd name="T81" fmla="*/ 239 h 3899"/>
                <a:gd name="T82" fmla="*/ 0 w 3432"/>
                <a:gd name="T83" fmla="*/ 177 h 3899"/>
                <a:gd name="T84" fmla="*/ 13 w 3432"/>
                <a:gd name="T85" fmla="*/ 108 h 3899"/>
                <a:gd name="T86" fmla="*/ 51 w 3432"/>
                <a:gd name="T87" fmla="*/ 51 h 3899"/>
                <a:gd name="T88" fmla="*/ 107 w 3432"/>
                <a:gd name="T89" fmla="*/ 13 h 3899"/>
                <a:gd name="T90" fmla="*/ 175 w 3432"/>
                <a:gd name="T91" fmla="*/ 0 h 3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32" h="3899">
                  <a:moveTo>
                    <a:pt x="175" y="0"/>
                  </a:moveTo>
                  <a:lnTo>
                    <a:pt x="3255" y="0"/>
                  </a:lnTo>
                  <a:lnTo>
                    <a:pt x="3290" y="3"/>
                  </a:lnTo>
                  <a:lnTo>
                    <a:pt x="3323" y="13"/>
                  </a:lnTo>
                  <a:lnTo>
                    <a:pt x="3354" y="30"/>
                  </a:lnTo>
                  <a:lnTo>
                    <a:pt x="3379" y="51"/>
                  </a:lnTo>
                  <a:lnTo>
                    <a:pt x="3401" y="78"/>
                  </a:lnTo>
                  <a:lnTo>
                    <a:pt x="3417" y="108"/>
                  </a:lnTo>
                  <a:lnTo>
                    <a:pt x="3428" y="142"/>
                  </a:lnTo>
                  <a:lnTo>
                    <a:pt x="3432" y="177"/>
                  </a:lnTo>
                  <a:lnTo>
                    <a:pt x="3428" y="209"/>
                  </a:lnTo>
                  <a:lnTo>
                    <a:pt x="3419" y="239"/>
                  </a:lnTo>
                  <a:lnTo>
                    <a:pt x="3407" y="267"/>
                  </a:lnTo>
                  <a:lnTo>
                    <a:pt x="3389" y="291"/>
                  </a:lnTo>
                  <a:lnTo>
                    <a:pt x="3368" y="312"/>
                  </a:lnTo>
                  <a:lnTo>
                    <a:pt x="3343" y="329"/>
                  </a:lnTo>
                  <a:lnTo>
                    <a:pt x="3343" y="2392"/>
                  </a:lnTo>
                  <a:lnTo>
                    <a:pt x="3340" y="2416"/>
                  </a:lnTo>
                  <a:lnTo>
                    <a:pt x="3331" y="2438"/>
                  </a:lnTo>
                  <a:lnTo>
                    <a:pt x="3317" y="2455"/>
                  </a:lnTo>
                  <a:lnTo>
                    <a:pt x="3299" y="2470"/>
                  </a:lnTo>
                  <a:lnTo>
                    <a:pt x="3278" y="2478"/>
                  </a:lnTo>
                  <a:lnTo>
                    <a:pt x="3255" y="2481"/>
                  </a:lnTo>
                  <a:lnTo>
                    <a:pt x="2537" y="2481"/>
                  </a:lnTo>
                  <a:lnTo>
                    <a:pt x="2854" y="3676"/>
                  </a:lnTo>
                  <a:lnTo>
                    <a:pt x="2858" y="3708"/>
                  </a:lnTo>
                  <a:lnTo>
                    <a:pt x="2858" y="3738"/>
                  </a:lnTo>
                  <a:lnTo>
                    <a:pt x="2852" y="3769"/>
                  </a:lnTo>
                  <a:lnTo>
                    <a:pt x="2843" y="3797"/>
                  </a:lnTo>
                  <a:lnTo>
                    <a:pt x="2828" y="3824"/>
                  </a:lnTo>
                  <a:lnTo>
                    <a:pt x="2809" y="3847"/>
                  </a:lnTo>
                  <a:lnTo>
                    <a:pt x="2785" y="3867"/>
                  </a:lnTo>
                  <a:lnTo>
                    <a:pt x="2759" y="3883"/>
                  </a:lnTo>
                  <a:lnTo>
                    <a:pt x="2728" y="3894"/>
                  </a:lnTo>
                  <a:lnTo>
                    <a:pt x="2706" y="3898"/>
                  </a:lnTo>
                  <a:lnTo>
                    <a:pt x="2683" y="3899"/>
                  </a:lnTo>
                  <a:lnTo>
                    <a:pt x="2650" y="3896"/>
                  </a:lnTo>
                  <a:lnTo>
                    <a:pt x="2619" y="3887"/>
                  </a:lnTo>
                  <a:lnTo>
                    <a:pt x="2591" y="3872"/>
                  </a:lnTo>
                  <a:lnTo>
                    <a:pt x="2564" y="3852"/>
                  </a:lnTo>
                  <a:lnTo>
                    <a:pt x="2542" y="3829"/>
                  </a:lnTo>
                  <a:lnTo>
                    <a:pt x="2525" y="3800"/>
                  </a:lnTo>
                  <a:lnTo>
                    <a:pt x="2513" y="3768"/>
                  </a:lnTo>
                  <a:lnTo>
                    <a:pt x="2196" y="2570"/>
                  </a:lnTo>
                  <a:lnTo>
                    <a:pt x="1235" y="2570"/>
                  </a:lnTo>
                  <a:lnTo>
                    <a:pt x="917" y="3768"/>
                  </a:lnTo>
                  <a:lnTo>
                    <a:pt x="906" y="3798"/>
                  </a:lnTo>
                  <a:lnTo>
                    <a:pt x="891" y="3824"/>
                  </a:lnTo>
                  <a:lnTo>
                    <a:pt x="871" y="3847"/>
                  </a:lnTo>
                  <a:lnTo>
                    <a:pt x="848" y="3867"/>
                  </a:lnTo>
                  <a:lnTo>
                    <a:pt x="822" y="3883"/>
                  </a:lnTo>
                  <a:lnTo>
                    <a:pt x="793" y="3893"/>
                  </a:lnTo>
                  <a:lnTo>
                    <a:pt x="764" y="3899"/>
                  </a:lnTo>
                  <a:lnTo>
                    <a:pt x="734" y="3899"/>
                  </a:lnTo>
                  <a:lnTo>
                    <a:pt x="702" y="3894"/>
                  </a:lnTo>
                  <a:lnTo>
                    <a:pt x="672" y="3883"/>
                  </a:lnTo>
                  <a:lnTo>
                    <a:pt x="645" y="3867"/>
                  </a:lnTo>
                  <a:lnTo>
                    <a:pt x="622" y="3847"/>
                  </a:lnTo>
                  <a:lnTo>
                    <a:pt x="603" y="3824"/>
                  </a:lnTo>
                  <a:lnTo>
                    <a:pt x="588" y="3797"/>
                  </a:lnTo>
                  <a:lnTo>
                    <a:pt x="578" y="3769"/>
                  </a:lnTo>
                  <a:lnTo>
                    <a:pt x="572" y="3739"/>
                  </a:lnTo>
                  <a:lnTo>
                    <a:pt x="572" y="3708"/>
                  </a:lnTo>
                  <a:lnTo>
                    <a:pt x="578" y="3676"/>
                  </a:lnTo>
                  <a:lnTo>
                    <a:pt x="893" y="2481"/>
                  </a:lnTo>
                  <a:lnTo>
                    <a:pt x="739" y="2481"/>
                  </a:lnTo>
                  <a:lnTo>
                    <a:pt x="788" y="2425"/>
                  </a:lnTo>
                  <a:lnTo>
                    <a:pt x="842" y="2367"/>
                  </a:lnTo>
                  <a:lnTo>
                    <a:pt x="899" y="2304"/>
                  </a:lnTo>
                  <a:lnTo>
                    <a:pt x="3168" y="2304"/>
                  </a:lnTo>
                  <a:lnTo>
                    <a:pt x="3168" y="354"/>
                  </a:lnTo>
                  <a:lnTo>
                    <a:pt x="263" y="354"/>
                  </a:lnTo>
                  <a:lnTo>
                    <a:pt x="263" y="2210"/>
                  </a:lnTo>
                  <a:lnTo>
                    <a:pt x="213" y="2256"/>
                  </a:lnTo>
                  <a:lnTo>
                    <a:pt x="167" y="2298"/>
                  </a:lnTo>
                  <a:lnTo>
                    <a:pt x="125" y="2337"/>
                  </a:lnTo>
                  <a:lnTo>
                    <a:pt x="87" y="2372"/>
                  </a:lnTo>
                  <a:lnTo>
                    <a:pt x="87" y="329"/>
                  </a:lnTo>
                  <a:lnTo>
                    <a:pt x="63" y="312"/>
                  </a:lnTo>
                  <a:lnTo>
                    <a:pt x="41" y="291"/>
                  </a:lnTo>
                  <a:lnTo>
                    <a:pt x="24" y="267"/>
                  </a:lnTo>
                  <a:lnTo>
                    <a:pt x="11" y="239"/>
                  </a:lnTo>
                  <a:lnTo>
                    <a:pt x="2" y="209"/>
                  </a:lnTo>
                  <a:lnTo>
                    <a:pt x="0" y="177"/>
                  </a:lnTo>
                  <a:lnTo>
                    <a:pt x="3" y="142"/>
                  </a:lnTo>
                  <a:lnTo>
                    <a:pt x="13" y="108"/>
                  </a:lnTo>
                  <a:lnTo>
                    <a:pt x="29" y="78"/>
                  </a:lnTo>
                  <a:lnTo>
                    <a:pt x="51" y="51"/>
                  </a:lnTo>
                  <a:lnTo>
                    <a:pt x="76" y="30"/>
                  </a:lnTo>
                  <a:lnTo>
                    <a:pt x="107" y="13"/>
                  </a:lnTo>
                  <a:lnTo>
                    <a:pt x="140" y="3"/>
                  </a:lnTo>
                  <a:lnTo>
                    <a:pt x="17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22" name="Freeform 294"/>
            <p:cNvSpPr>
              <a:spLocks/>
            </p:cNvSpPr>
            <p:nvPr/>
          </p:nvSpPr>
          <p:spPr bwMode="auto">
            <a:xfrm>
              <a:off x="8485188" y="3581400"/>
              <a:ext cx="111125" cy="323850"/>
            </a:xfrm>
            <a:custGeom>
              <a:avLst/>
              <a:gdLst>
                <a:gd name="T0" fmla="*/ 177 w 352"/>
                <a:gd name="T1" fmla="*/ 0 h 1018"/>
                <a:gd name="T2" fmla="*/ 212 w 352"/>
                <a:gd name="T3" fmla="*/ 4 h 1018"/>
                <a:gd name="T4" fmla="*/ 245 w 352"/>
                <a:gd name="T5" fmla="*/ 13 h 1018"/>
                <a:gd name="T6" fmla="*/ 274 w 352"/>
                <a:gd name="T7" fmla="*/ 29 h 1018"/>
                <a:gd name="T8" fmla="*/ 301 w 352"/>
                <a:gd name="T9" fmla="*/ 51 h 1018"/>
                <a:gd name="T10" fmla="*/ 322 w 352"/>
                <a:gd name="T11" fmla="*/ 78 h 1018"/>
                <a:gd name="T12" fmla="*/ 339 w 352"/>
                <a:gd name="T13" fmla="*/ 108 h 1018"/>
                <a:gd name="T14" fmla="*/ 349 w 352"/>
                <a:gd name="T15" fmla="*/ 141 h 1018"/>
                <a:gd name="T16" fmla="*/ 352 w 352"/>
                <a:gd name="T17" fmla="*/ 178 h 1018"/>
                <a:gd name="T18" fmla="*/ 352 w 352"/>
                <a:gd name="T19" fmla="*/ 842 h 1018"/>
                <a:gd name="T20" fmla="*/ 349 w 352"/>
                <a:gd name="T21" fmla="*/ 877 h 1018"/>
                <a:gd name="T22" fmla="*/ 339 w 352"/>
                <a:gd name="T23" fmla="*/ 911 h 1018"/>
                <a:gd name="T24" fmla="*/ 322 w 352"/>
                <a:gd name="T25" fmla="*/ 941 h 1018"/>
                <a:gd name="T26" fmla="*/ 301 w 352"/>
                <a:gd name="T27" fmla="*/ 967 h 1018"/>
                <a:gd name="T28" fmla="*/ 274 w 352"/>
                <a:gd name="T29" fmla="*/ 989 h 1018"/>
                <a:gd name="T30" fmla="*/ 245 w 352"/>
                <a:gd name="T31" fmla="*/ 1005 h 1018"/>
                <a:gd name="T32" fmla="*/ 212 w 352"/>
                <a:gd name="T33" fmla="*/ 1015 h 1018"/>
                <a:gd name="T34" fmla="*/ 177 w 352"/>
                <a:gd name="T35" fmla="*/ 1018 h 1018"/>
                <a:gd name="T36" fmla="*/ 140 w 352"/>
                <a:gd name="T37" fmla="*/ 1015 h 1018"/>
                <a:gd name="T38" fmla="*/ 108 w 352"/>
                <a:gd name="T39" fmla="*/ 1005 h 1018"/>
                <a:gd name="T40" fmla="*/ 78 w 352"/>
                <a:gd name="T41" fmla="*/ 989 h 1018"/>
                <a:gd name="T42" fmla="*/ 52 w 352"/>
                <a:gd name="T43" fmla="*/ 967 h 1018"/>
                <a:gd name="T44" fmla="*/ 31 w 352"/>
                <a:gd name="T45" fmla="*/ 941 h 1018"/>
                <a:gd name="T46" fmla="*/ 14 w 352"/>
                <a:gd name="T47" fmla="*/ 911 h 1018"/>
                <a:gd name="T48" fmla="*/ 4 w 352"/>
                <a:gd name="T49" fmla="*/ 877 h 1018"/>
                <a:gd name="T50" fmla="*/ 0 w 352"/>
                <a:gd name="T51" fmla="*/ 842 h 1018"/>
                <a:gd name="T52" fmla="*/ 0 w 352"/>
                <a:gd name="T53" fmla="*/ 178 h 1018"/>
                <a:gd name="T54" fmla="*/ 4 w 352"/>
                <a:gd name="T55" fmla="*/ 141 h 1018"/>
                <a:gd name="T56" fmla="*/ 14 w 352"/>
                <a:gd name="T57" fmla="*/ 108 h 1018"/>
                <a:gd name="T58" fmla="*/ 31 w 352"/>
                <a:gd name="T59" fmla="*/ 78 h 1018"/>
                <a:gd name="T60" fmla="*/ 52 w 352"/>
                <a:gd name="T61" fmla="*/ 51 h 1018"/>
                <a:gd name="T62" fmla="*/ 78 w 352"/>
                <a:gd name="T63" fmla="*/ 29 h 1018"/>
                <a:gd name="T64" fmla="*/ 108 w 352"/>
                <a:gd name="T65" fmla="*/ 13 h 1018"/>
                <a:gd name="T66" fmla="*/ 140 w 352"/>
                <a:gd name="T67" fmla="*/ 4 h 1018"/>
                <a:gd name="T68" fmla="*/ 177 w 352"/>
                <a:gd name="T69" fmla="*/ 0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2" h="1018">
                  <a:moveTo>
                    <a:pt x="177" y="0"/>
                  </a:moveTo>
                  <a:lnTo>
                    <a:pt x="212" y="4"/>
                  </a:lnTo>
                  <a:lnTo>
                    <a:pt x="245" y="13"/>
                  </a:lnTo>
                  <a:lnTo>
                    <a:pt x="274" y="29"/>
                  </a:lnTo>
                  <a:lnTo>
                    <a:pt x="301" y="51"/>
                  </a:lnTo>
                  <a:lnTo>
                    <a:pt x="322" y="78"/>
                  </a:lnTo>
                  <a:lnTo>
                    <a:pt x="339" y="108"/>
                  </a:lnTo>
                  <a:lnTo>
                    <a:pt x="349" y="141"/>
                  </a:lnTo>
                  <a:lnTo>
                    <a:pt x="352" y="178"/>
                  </a:lnTo>
                  <a:lnTo>
                    <a:pt x="352" y="842"/>
                  </a:lnTo>
                  <a:lnTo>
                    <a:pt x="349" y="877"/>
                  </a:lnTo>
                  <a:lnTo>
                    <a:pt x="339" y="911"/>
                  </a:lnTo>
                  <a:lnTo>
                    <a:pt x="322" y="941"/>
                  </a:lnTo>
                  <a:lnTo>
                    <a:pt x="301" y="967"/>
                  </a:lnTo>
                  <a:lnTo>
                    <a:pt x="274" y="989"/>
                  </a:lnTo>
                  <a:lnTo>
                    <a:pt x="245" y="1005"/>
                  </a:lnTo>
                  <a:lnTo>
                    <a:pt x="212" y="1015"/>
                  </a:lnTo>
                  <a:lnTo>
                    <a:pt x="177" y="1018"/>
                  </a:lnTo>
                  <a:lnTo>
                    <a:pt x="140" y="1015"/>
                  </a:lnTo>
                  <a:lnTo>
                    <a:pt x="108" y="1005"/>
                  </a:lnTo>
                  <a:lnTo>
                    <a:pt x="78" y="989"/>
                  </a:lnTo>
                  <a:lnTo>
                    <a:pt x="52" y="967"/>
                  </a:lnTo>
                  <a:lnTo>
                    <a:pt x="31" y="941"/>
                  </a:lnTo>
                  <a:lnTo>
                    <a:pt x="14" y="911"/>
                  </a:lnTo>
                  <a:lnTo>
                    <a:pt x="4" y="877"/>
                  </a:lnTo>
                  <a:lnTo>
                    <a:pt x="0" y="842"/>
                  </a:lnTo>
                  <a:lnTo>
                    <a:pt x="0" y="178"/>
                  </a:lnTo>
                  <a:lnTo>
                    <a:pt x="4" y="141"/>
                  </a:lnTo>
                  <a:lnTo>
                    <a:pt x="14" y="108"/>
                  </a:lnTo>
                  <a:lnTo>
                    <a:pt x="31" y="78"/>
                  </a:lnTo>
                  <a:lnTo>
                    <a:pt x="52" y="51"/>
                  </a:lnTo>
                  <a:lnTo>
                    <a:pt x="78" y="29"/>
                  </a:lnTo>
                  <a:lnTo>
                    <a:pt x="108" y="13"/>
                  </a:lnTo>
                  <a:lnTo>
                    <a:pt x="140" y="4"/>
                  </a:lnTo>
                  <a:lnTo>
                    <a:pt x="1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23" name="Freeform 295"/>
            <p:cNvSpPr>
              <a:spLocks/>
            </p:cNvSpPr>
            <p:nvPr/>
          </p:nvSpPr>
          <p:spPr bwMode="auto">
            <a:xfrm>
              <a:off x="8666163" y="3384550"/>
              <a:ext cx="112713" cy="520700"/>
            </a:xfrm>
            <a:custGeom>
              <a:avLst/>
              <a:gdLst>
                <a:gd name="T0" fmla="*/ 177 w 352"/>
                <a:gd name="T1" fmla="*/ 0 h 1638"/>
                <a:gd name="T2" fmla="*/ 212 w 352"/>
                <a:gd name="T3" fmla="*/ 3 h 1638"/>
                <a:gd name="T4" fmla="*/ 245 w 352"/>
                <a:gd name="T5" fmla="*/ 13 h 1638"/>
                <a:gd name="T6" fmla="*/ 274 w 352"/>
                <a:gd name="T7" fmla="*/ 29 h 1638"/>
                <a:gd name="T8" fmla="*/ 301 w 352"/>
                <a:gd name="T9" fmla="*/ 51 h 1638"/>
                <a:gd name="T10" fmla="*/ 322 w 352"/>
                <a:gd name="T11" fmla="*/ 77 h 1638"/>
                <a:gd name="T12" fmla="*/ 339 w 352"/>
                <a:gd name="T13" fmla="*/ 107 h 1638"/>
                <a:gd name="T14" fmla="*/ 348 w 352"/>
                <a:gd name="T15" fmla="*/ 141 h 1638"/>
                <a:gd name="T16" fmla="*/ 352 w 352"/>
                <a:gd name="T17" fmla="*/ 176 h 1638"/>
                <a:gd name="T18" fmla="*/ 352 w 352"/>
                <a:gd name="T19" fmla="*/ 1462 h 1638"/>
                <a:gd name="T20" fmla="*/ 348 w 352"/>
                <a:gd name="T21" fmla="*/ 1497 h 1638"/>
                <a:gd name="T22" fmla="*/ 339 w 352"/>
                <a:gd name="T23" fmla="*/ 1531 h 1638"/>
                <a:gd name="T24" fmla="*/ 322 w 352"/>
                <a:gd name="T25" fmla="*/ 1561 h 1638"/>
                <a:gd name="T26" fmla="*/ 301 w 352"/>
                <a:gd name="T27" fmla="*/ 1587 h 1638"/>
                <a:gd name="T28" fmla="*/ 274 w 352"/>
                <a:gd name="T29" fmla="*/ 1609 h 1638"/>
                <a:gd name="T30" fmla="*/ 245 w 352"/>
                <a:gd name="T31" fmla="*/ 1625 h 1638"/>
                <a:gd name="T32" fmla="*/ 212 w 352"/>
                <a:gd name="T33" fmla="*/ 1635 h 1638"/>
                <a:gd name="T34" fmla="*/ 177 w 352"/>
                <a:gd name="T35" fmla="*/ 1638 h 1638"/>
                <a:gd name="T36" fmla="*/ 140 w 352"/>
                <a:gd name="T37" fmla="*/ 1635 h 1638"/>
                <a:gd name="T38" fmla="*/ 108 w 352"/>
                <a:gd name="T39" fmla="*/ 1625 h 1638"/>
                <a:gd name="T40" fmla="*/ 78 w 352"/>
                <a:gd name="T41" fmla="*/ 1609 h 1638"/>
                <a:gd name="T42" fmla="*/ 52 w 352"/>
                <a:gd name="T43" fmla="*/ 1587 h 1638"/>
                <a:gd name="T44" fmla="*/ 31 w 352"/>
                <a:gd name="T45" fmla="*/ 1561 h 1638"/>
                <a:gd name="T46" fmla="*/ 14 w 352"/>
                <a:gd name="T47" fmla="*/ 1531 h 1638"/>
                <a:gd name="T48" fmla="*/ 4 w 352"/>
                <a:gd name="T49" fmla="*/ 1497 h 1638"/>
                <a:gd name="T50" fmla="*/ 0 w 352"/>
                <a:gd name="T51" fmla="*/ 1462 h 1638"/>
                <a:gd name="T52" fmla="*/ 0 w 352"/>
                <a:gd name="T53" fmla="*/ 176 h 1638"/>
                <a:gd name="T54" fmla="*/ 4 w 352"/>
                <a:gd name="T55" fmla="*/ 141 h 1638"/>
                <a:gd name="T56" fmla="*/ 14 w 352"/>
                <a:gd name="T57" fmla="*/ 107 h 1638"/>
                <a:gd name="T58" fmla="*/ 31 w 352"/>
                <a:gd name="T59" fmla="*/ 77 h 1638"/>
                <a:gd name="T60" fmla="*/ 52 w 352"/>
                <a:gd name="T61" fmla="*/ 51 h 1638"/>
                <a:gd name="T62" fmla="*/ 78 w 352"/>
                <a:gd name="T63" fmla="*/ 29 h 1638"/>
                <a:gd name="T64" fmla="*/ 108 w 352"/>
                <a:gd name="T65" fmla="*/ 13 h 1638"/>
                <a:gd name="T66" fmla="*/ 140 w 352"/>
                <a:gd name="T67" fmla="*/ 3 h 1638"/>
                <a:gd name="T68" fmla="*/ 177 w 352"/>
                <a:gd name="T69" fmla="*/ 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2" h="1638">
                  <a:moveTo>
                    <a:pt x="177" y="0"/>
                  </a:moveTo>
                  <a:lnTo>
                    <a:pt x="212" y="3"/>
                  </a:lnTo>
                  <a:lnTo>
                    <a:pt x="245" y="13"/>
                  </a:lnTo>
                  <a:lnTo>
                    <a:pt x="274" y="29"/>
                  </a:lnTo>
                  <a:lnTo>
                    <a:pt x="301" y="51"/>
                  </a:lnTo>
                  <a:lnTo>
                    <a:pt x="322" y="77"/>
                  </a:lnTo>
                  <a:lnTo>
                    <a:pt x="339" y="107"/>
                  </a:lnTo>
                  <a:lnTo>
                    <a:pt x="348" y="141"/>
                  </a:lnTo>
                  <a:lnTo>
                    <a:pt x="352" y="176"/>
                  </a:lnTo>
                  <a:lnTo>
                    <a:pt x="352" y="1462"/>
                  </a:lnTo>
                  <a:lnTo>
                    <a:pt x="348" y="1497"/>
                  </a:lnTo>
                  <a:lnTo>
                    <a:pt x="339" y="1531"/>
                  </a:lnTo>
                  <a:lnTo>
                    <a:pt x="322" y="1561"/>
                  </a:lnTo>
                  <a:lnTo>
                    <a:pt x="301" y="1587"/>
                  </a:lnTo>
                  <a:lnTo>
                    <a:pt x="274" y="1609"/>
                  </a:lnTo>
                  <a:lnTo>
                    <a:pt x="245" y="1625"/>
                  </a:lnTo>
                  <a:lnTo>
                    <a:pt x="212" y="1635"/>
                  </a:lnTo>
                  <a:lnTo>
                    <a:pt x="177" y="1638"/>
                  </a:lnTo>
                  <a:lnTo>
                    <a:pt x="140" y="1635"/>
                  </a:lnTo>
                  <a:lnTo>
                    <a:pt x="108" y="1625"/>
                  </a:lnTo>
                  <a:lnTo>
                    <a:pt x="78" y="1609"/>
                  </a:lnTo>
                  <a:lnTo>
                    <a:pt x="52" y="1587"/>
                  </a:lnTo>
                  <a:lnTo>
                    <a:pt x="31" y="1561"/>
                  </a:lnTo>
                  <a:lnTo>
                    <a:pt x="14" y="1531"/>
                  </a:lnTo>
                  <a:lnTo>
                    <a:pt x="4" y="1497"/>
                  </a:lnTo>
                  <a:lnTo>
                    <a:pt x="0" y="1462"/>
                  </a:lnTo>
                  <a:lnTo>
                    <a:pt x="0" y="176"/>
                  </a:lnTo>
                  <a:lnTo>
                    <a:pt x="4" y="141"/>
                  </a:lnTo>
                  <a:lnTo>
                    <a:pt x="14" y="107"/>
                  </a:lnTo>
                  <a:lnTo>
                    <a:pt x="31" y="77"/>
                  </a:lnTo>
                  <a:lnTo>
                    <a:pt x="52" y="51"/>
                  </a:lnTo>
                  <a:lnTo>
                    <a:pt x="78" y="29"/>
                  </a:lnTo>
                  <a:lnTo>
                    <a:pt x="108" y="13"/>
                  </a:lnTo>
                  <a:lnTo>
                    <a:pt x="140" y="3"/>
                  </a:lnTo>
                  <a:lnTo>
                    <a:pt x="1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24" name="Freeform 296"/>
            <p:cNvSpPr>
              <a:spLocks/>
            </p:cNvSpPr>
            <p:nvPr/>
          </p:nvSpPr>
          <p:spPr bwMode="auto">
            <a:xfrm>
              <a:off x="8848726" y="3497263"/>
              <a:ext cx="111125" cy="407988"/>
            </a:xfrm>
            <a:custGeom>
              <a:avLst/>
              <a:gdLst>
                <a:gd name="T0" fmla="*/ 177 w 352"/>
                <a:gd name="T1" fmla="*/ 0 h 1284"/>
                <a:gd name="T2" fmla="*/ 212 w 352"/>
                <a:gd name="T3" fmla="*/ 4 h 1284"/>
                <a:gd name="T4" fmla="*/ 245 w 352"/>
                <a:gd name="T5" fmla="*/ 13 h 1284"/>
                <a:gd name="T6" fmla="*/ 274 w 352"/>
                <a:gd name="T7" fmla="*/ 30 h 1284"/>
                <a:gd name="T8" fmla="*/ 301 w 352"/>
                <a:gd name="T9" fmla="*/ 51 h 1284"/>
                <a:gd name="T10" fmla="*/ 322 w 352"/>
                <a:gd name="T11" fmla="*/ 78 h 1284"/>
                <a:gd name="T12" fmla="*/ 339 w 352"/>
                <a:gd name="T13" fmla="*/ 108 h 1284"/>
                <a:gd name="T14" fmla="*/ 348 w 352"/>
                <a:gd name="T15" fmla="*/ 141 h 1284"/>
                <a:gd name="T16" fmla="*/ 352 w 352"/>
                <a:gd name="T17" fmla="*/ 176 h 1284"/>
                <a:gd name="T18" fmla="*/ 352 w 352"/>
                <a:gd name="T19" fmla="*/ 1108 h 1284"/>
                <a:gd name="T20" fmla="*/ 348 w 352"/>
                <a:gd name="T21" fmla="*/ 1143 h 1284"/>
                <a:gd name="T22" fmla="*/ 339 w 352"/>
                <a:gd name="T23" fmla="*/ 1177 h 1284"/>
                <a:gd name="T24" fmla="*/ 322 w 352"/>
                <a:gd name="T25" fmla="*/ 1207 h 1284"/>
                <a:gd name="T26" fmla="*/ 301 w 352"/>
                <a:gd name="T27" fmla="*/ 1233 h 1284"/>
                <a:gd name="T28" fmla="*/ 274 w 352"/>
                <a:gd name="T29" fmla="*/ 1255 h 1284"/>
                <a:gd name="T30" fmla="*/ 245 w 352"/>
                <a:gd name="T31" fmla="*/ 1271 h 1284"/>
                <a:gd name="T32" fmla="*/ 212 w 352"/>
                <a:gd name="T33" fmla="*/ 1281 h 1284"/>
                <a:gd name="T34" fmla="*/ 177 w 352"/>
                <a:gd name="T35" fmla="*/ 1284 h 1284"/>
                <a:gd name="T36" fmla="*/ 140 w 352"/>
                <a:gd name="T37" fmla="*/ 1281 h 1284"/>
                <a:gd name="T38" fmla="*/ 108 w 352"/>
                <a:gd name="T39" fmla="*/ 1271 h 1284"/>
                <a:gd name="T40" fmla="*/ 78 w 352"/>
                <a:gd name="T41" fmla="*/ 1255 h 1284"/>
                <a:gd name="T42" fmla="*/ 52 w 352"/>
                <a:gd name="T43" fmla="*/ 1233 h 1284"/>
                <a:gd name="T44" fmla="*/ 31 w 352"/>
                <a:gd name="T45" fmla="*/ 1207 h 1284"/>
                <a:gd name="T46" fmla="*/ 14 w 352"/>
                <a:gd name="T47" fmla="*/ 1177 h 1284"/>
                <a:gd name="T48" fmla="*/ 4 w 352"/>
                <a:gd name="T49" fmla="*/ 1143 h 1284"/>
                <a:gd name="T50" fmla="*/ 0 w 352"/>
                <a:gd name="T51" fmla="*/ 1108 h 1284"/>
                <a:gd name="T52" fmla="*/ 0 w 352"/>
                <a:gd name="T53" fmla="*/ 176 h 1284"/>
                <a:gd name="T54" fmla="*/ 4 w 352"/>
                <a:gd name="T55" fmla="*/ 141 h 1284"/>
                <a:gd name="T56" fmla="*/ 14 w 352"/>
                <a:gd name="T57" fmla="*/ 108 h 1284"/>
                <a:gd name="T58" fmla="*/ 31 w 352"/>
                <a:gd name="T59" fmla="*/ 78 h 1284"/>
                <a:gd name="T60" fmla="*/ 52 w 352"/>
                <a:gd name="T61" fmla="*/ 51 h 1284"/>
                <a:gd name="T62" fmla="*/ 78 w 352"/>
                <a:gd name="T63" fmla="*/ 30 h 1284"/>
                <a:gd name="T64" fmla="*/ 108 w 352"/>
                <a:gd name="T65" fmla="*/ 13 h 1284"/>
                <a:gd name="T66" fmla="*/ 140 w 352"/>
                <a:gd name="T67" fmla="*/ 4 h 1284"/>
                <a:gd name="T68" fmla="*/ 177 w 352"/>
                <a:gd name="T69" fmla="*/ 0 h 1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2" h="1284">
                  <a:moveTo>
                    <a:pt x="177" y="0"/>
                  </a:moveTo>
                  <a:lnTo>
                    <a:pt x="212" y="4"/>
                  </a:lnTo>
                  <a:lnTo>
                    <a:pt x="245" y="13"/>
                  </a:lnTo>
                  <a:lnTo>
                    <a:pt x="274" y="30"/>
                  </a:lnTo>
                  <a:lnTo>
                    <a:pt x="301" y="51"/>
                  </a:lnTo>
                  <a:lnTo>
                    <a:pt x="322" y="78"/>
                  </a:lnTo>
                  <a:lnTo>
                    <a:pt x="339" y="108"/>
                  </a:lnTo>
                  <a:lnTo>
                    <a:pt x="348" y="141"/>
                  </a:lnTo>
                  <a:lnTo>
                    <a:pt x="352" y="176"/>
                  </a:lnTo>
                  <a:lnTo>
                    <a:pt x="352" y="1108"/>
                  </a:lnTo>
                  <a:lnTo>
                    <a:pt x="348" y="1143"/>
                  </a:lnTo>
                  <a:lnTo>
                    <a:pt x="339" y="1177"/>
                  </a:lnTo>
                  <a:lnTo>
                    <a:pt x="322" y="1207"/>
                  </a:lnTo>
                  <a:lnTo>
                    <a:pt x="301" y="1233"/>
                  </a:lnTo>
                  <a:lnTo>
                    <a:pt x="274" y="1255"/>
                  </a:lnTo>
                  <a:lnTo>
                    <a:pt x="245" y="1271"/>
                  </a:lnTo>
                  <a:lnTo>
                    <a:pt x="212" y="1281"/>
                  </a:lnTo>
                  <a:lnTo>
                    <a:pt x="177" y="1284"/>
                  </a:lnTo>
                  <a:lnTo>
                    <a:pt x="140" y="1281"/>
                  </a:lnTo>
                  <a:lnTo>
                    <a:pt x="108" y="1271"/>
                  </a:lnTo>
                  <a:lnTo>
                    <a:pt x="78" y="1255"/>
                  </a:lnTo>
                  <a:lnTo>
                    <a:pt x="52" y="1233"/>
                  </a:lnTo>
                  <a:lnTo>
                    <a:pt x="31" y="1207"/>
                  </a:lnTo>
                  <a:lnTo>
                    <a:pt x="14" y="1177"/>
                  </a:lnTo>
                  <a:lnTo>
                    <a:pt x="4" y="1143"/>
                  </a:lnTo>
                  <a:lnTo>
                    <a:pt x="0" y="1108"/>
                  </a:lnTo>
                  <a:lnTo>
                    <a:pt x="0" y="176"/>
                  </a:lnTo>
                  <a:lnTo>
                    <a:pt x="4" y="141"/>
                  </a:lnTo>
                  <a:lnTo>
                    <a:pt x="14" y="108"/>
                  </a:lnTo>
                  <a:lnTo>
                    <a:pt x="31" y="78"/>
                  </a:lnTo>
                  <a:lnTo>
                    <a:pt x="52" y="51"/>
                  </a:lnTo>
                  <a:lnTo>
                    <a:pt x="78" y="30"/>
                  </a:lnTo>
                  <a:lnTo>
                    <a:pt x="108" y="13"/>
                  </a:lnTo>
                  <a:lnTo>
                    <a:pt x="140" y="4"/>
                  </a:lnTo>
                  <a:lnTo>
                    <a:pt x="1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25" name="Freeform 297"/>
            <p:cNvSpPr>
              <a:spLocks/>
            </p:cNvSpPr>
            <p:nvPr/>
          </p:nvSpPr>
          <p:spPr bwMode="auto">
            <a:xfrm>
              <a:off x="7996238" y="3732213"/>
              <a:ext cx="409575" cy="411163"/>
            </a:xfrm>
            <a:custGeom>
              <a:avLst/>
              <a:gdLst>
                <a:gd name="T0" fmla="*/ 1253 w 1290"/>
                <a:gd name="T1" fmla="*/ 0 h 1298"/>
                <a:gd name="T2" fmla="*/ 1278 w 1290"/>
                <a:gd name="T3" fmla="*/ 11 h 1298"/>
                <a:gd name="T4" fmla="*/ 1290 w 1290"/>
                <a:gd name="T5" fmla="*/ 35 h 1298"/>
                <a:gd name="T6" fmla="*/ 1285 w 1290"/>
                <a:gd name="T7" fmla="*/ 61 h 1298"/>
                <a:gd name="T8" fmla="*/ 1275 w 1290"/>
                <a:gd name="T9" fmla="*/ 76 h 1298"/>
                <a:gd name="T10" fmla="*/ 1258 w 1290"/>
                <a:gd name="T11" fmla="*/ 94 h 1298"/>
                <a:gd name="T12" fmla="*/ 1227 w 1290"/>
                <a:gd name="T13" fmla="*/ 128 h 1298"/>
                <a:gd name="T14" fmla="*/ 1182 w 1290"/>
                <a:gd name="T15" fmla="*/ 178 h 1298"/>
                <a:gd name="T16" fmla="*/ 1124 w 1290"/>
                <a:gd name="T17" fmla="*/ 241 h 1298"/>
                <a:gd name="T18" fmla="*/ 1059 w 1290"/>
                <a:gd name="T19" fmla="*/ 313 h 1298"/>
                <a:gd name="T20" fmla="*/ 986 w 1290"/>
                <a:gd name="T21" fmla="*/ 394 h 1298"/>
                <a:gd name="T22" fmla="*/ 907 w 1290"/>
                <a:gd name="T23" fmla="*/ 481 h 1298"/>
                <a:gd name="T24" fmla="*/ 823 w 1290"/>
                <a:gd name="T25" fmla="*/ 573 h 1298"/>
                <a:gd name="T26" fmla="*/ 739 w 1290"/>
                <a:gd name="T27" fmla="*/ 666 h 1298"/>
                <a:gd name="T28" fmla="*/ 654 w 1290"/>
                <a:gd name="T29" fmla="*/ 759 h 1298"/>
                <a:gd name="T30" fmla="*/ 571 w 1290"/>
                <a:gd name="T31" fmla="*/ 851 h 1298"/>
                <a:gd name="T32" fmla="*/ 490 w 1290"/>
                <a:gd name="T33" fmla="*/ 938 h 1298"/>
                <a:gd name="T34" fmla="*/ 417 w 1290"/>
                <a:gd name="T35" fmla="*/ 1021 h 1298"/>
                <a:gd name="T36" fmla="*/ 350 w 1290"/>
                <a:gd name="T37" fmla="*/ 1093 h 1298"/>
                <a:gd name="T38" fmla="*/ 293 w 1290"/>
                <a:gd name="T39" fmla="*/ 1157 h 1298"/>
                <a:gd name="T40" fmla="*/ 248 w 1290"/>
                <a:gd name="T41" fmla="*/ 1207 h 1298"/>
                <a:gd name="T42" fmla="*/ 215 w 1290"/>
                <a:gd name="T43" fmla="*/ 1242 h 1298"/>
                <a:gd name="T44" fmla="*/ 197 w 1290"/>
                <a:gd name="T45" fmla="*/ 1262 h 1298"/>
                <a:gd name="T46" fmla="*/ 174 w 1290"/>
                <a:gd name="T47" fmla="*/ 1282 h 1298"/>
                <a:gd name="T48" fmla="*/ 127 w 1290"/>
                <a:gd name="T49" fmla="*/ 1298 h 1298"/>
                <a:gd name="T50" fmla="*/ 77 w 1290"/>
                <a:gd name="T51" fmla="*/ 1293 h 1298"/>
                <a:gd name="T52" fmla="*/ 33 w 1290"/>
                <a:gd name="T53" fmla="*/ 1264 h 1298"/>
                <a:gd name="T54" fmla="*/ 6 w 1290"/>
                <a:gd name="T55" fmla="*/ 1220 h 1298"/>
                <a:gd name="T56" fmla="*/ 0 w 1290"/>
                <a:gd name="T57" fmla="*/ 1170 h 1298"/>
                <a:gd name="T58" fmla="*/ 16 w 1290"/>
                <a:gd name="T59" fmla="*/ 1122 h 1298"/>
                <a:gd name="T60" fmla="*/ 35 w 1290"/>
                <a:gd name="T61" fmla="*/ 1099 h 1298"/>
                <a:gd name="T62" fmla="*/ 55 w 1290"/>
                <a:gd name="T63" fmla="*/ 1081 h 1298"/>
                <a:gd name="T64" fmla="*/ 90 w 1290"/>
                <a:gd name="T65" fmla="*/ 1049 h 1298"/>
                <a:gd name="T66" fmla="*/ 141 w 1290"/>
                <a:gd name="T67" fmla="*/ 1002 h 1298"/>
                <a:gd name="T68" fmla="*/ 203 w 1290"/>
                <a:gd name="T69" fmla="*/ 945 h 1298"/>
                <a:gd name="T70" fmla="*/ 275 w 1290"/>
                <a:gd name="T71" fmla="*/ 878 h 1298"/>
                <a:gd name="T72" fmla="*/ 357 w 1290"/>
                <a:gd name="T73" fmla="*/ 804 h 1298"/>
                <a:gd name="T74" fmla="*/ 443 w 1290"/>
                <a:gd name="T75" fmla="*/ 724 h 1298"/>
                <a:gd name="T76" fmla="*/ 534 w 1290"/>
                <a:gd name="T77" fmla="*/ 639 h 1298"/>
                <a:gd name="T78" fmla="*/ 627 w 1290"/>
                <a:gd name="T79" fmla="*/ 555 h 1298"/>
                <a:gd name="T80" fmla="*/ 719 w 1290"/>
                <a:gd name="T81" fmla="*/ 469 h 1298"/>
                <a:gd name="T82" fmla="*/ 811 w 1290"/>
                <a:gd name="T83" fmla="*/ 386 h 1298"/>
                <a:gd name="T84" fmla="*/ 897 w 1290"/>
                <a:gd name="T85" fmla="*/ 306 h 1298"/>
                <a:gd name="T86" fmla="*/ 977 w 1290"/>
                <a:gd name="T87" fmla="*/ 231 h 1298"/>
                <a:gd name="T88" fmla="*/ 1049 w 1290"/>
                <a:gd name="T89" fmla="*/ 165 h 1298"/>
                <a:gd name="T90" fmla="*/ 1111 w 1290"/>
                <a:gd name="T91" fmla="*/ 109 h 1298"/>
                <a:gd name="T92" fmla="*/ 1161 w 1290"/>
                <a:gd name="T93" fmla="*/ 62 h 1298"/>
                <a:gd name="T94" fmla="*/ 1196 w 1290"/>
                <a:gd name="T95" fmla="*/ 30 h 1298"/>
                <a:gd name="T96" fmla="*/ 1215 w 1290"/>
                <a:gd name="T97" fmla="*/ 13 h 1298"/>
                <a:gd name="T98" fmla="*/ 1228 w 1290"/>
                <a:gd name="T99" fmla="*/ 3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90" h="1298">
                  <a:moveTo>
                    <a:pt x="1240" y="0"/>
                  </a:moveTo>
                  <a:lnTo>
                    <a:pt x="1253" y="0"/>
                  </a:lnTo>
                  <a:lnTo>
                    <a:pt x="1266" y="3"/>
                  </a:lnTo>
                  <a:lnTo>
                    <a:pt x="1278" y="11"/>
                  </a:lnTo>
                  <a:lnTo>
                    <a:pt x="1285" y="23"/>
                  </a:lnTo>
                  <a:lnTo>
                    <a:pt x="1290" y="35"/>
                  </a:lnTo>
                  <a:lnTo>
                    <a:pt x="1290" y="49"/>
                  </a:lnTo>
                  <a:lnTo>
                    <a:pt x="1285" y="61"/>
                  </a:lnTo>
                  <a:lnTo>
                    <a:pt x="1278" y="73"/>
                  </a:lnTo>
                  <a:lnTo>
                    <a:pt x="1275" y="76"/>
                  </a:lnTo>
                  <a:lnTo>
                    <a:pt x="1269" y="82"/>
                  </a:lnTo>
                  <a:lnTo>
                    <a:pt x="1258" y="94"/>
                  </a:lnTo>
                  <a:lnTo>
                    <a:pt x="1244" y="110"/>
                  </a:lnTo>
                  <a:lnTo>
                    <a:pt x="1227" y="128"/>
                  </a:lnTo>
                  <a:lnTo>
                    <a:pt x="1205" y="152"/>
                  </a:lnTo>
                  <a:lnTo>
                    <a:pt x="1182" y="178"/>
                  </a:lnTo>
                  <a:lnTo>
                    <a:pt x="1154" y="208"/>
                  </a:lnTo>
                  <a:lnTo>
                    <a:pt x="1124" y="241"/>
                  </a:lnTo>
                  <a:lnTo>
                    <a:pt x="1093" y="277"/>
                  </a:lnTo>
                  <a:lnTo>
                    <a:pt x="1059" y="313"/>
                  </a:lnTo>
                  <a:lnTo>
                    <a:pt x="1022" y="353"/>
                  </a:lnTo>
                  <a:lnTo>
                    <a:pt x="986" y="394"/>
                  </a:lnTo>
                  <a:lnTo>
                    <a:pt x="947" y="437"/>
                  </a:lnTo>
                  <a:lnTo>
                    <a:pt x="907" y="481"/>
                  </a:lnTo>
                  <a:lnTo>
                    <a:pt x="865" y="527"/>
                  </a:lnTo>
                  <a:lnTo>
                    <a:pt x="823" y="573"/>
                  </a:lnTo>
                  <a:lnTo>
                    <a:pt x="781" y="620"/>
                  </a:lnTo>
                  <a:lnTo>
                    <a:pt x="739" y="666"/>
                  </a:lnTo>
                  <a:lnTo>
                    <a:pt x="696" y="713"/>
                  </a:lnTo>
                  <a:lnTo>
                    <a:pt x="654" y="759"/>
                  </a:lnTo>
                  <a:lnTo>
                    <a:pt x="611" y="806"/>
                  </a:lnTo>
                  <a:lnTo>
                    <a:pt x="571" y="851"/>
                  </a:lnTo>
                  <a:lnTo>
                    <a:pt x="529" y="896"/>
                  </a:lnTo>
                  <a:lnTo>
                    <a:pt x="490" y="938"/>
                  </a:lnTo>
                  <a:lnTo>
                    <a:pt x="453" y="980"/>
                  </a:lnTo>
                  <a:lnTo>
                    <a:pt x="417" y="1021"/>
                  </a:lnTo>
                  <a:lnTo>
                    <a:pt x="383" y="1059"/>
                  </a:lnTo>
                  <a:lnTo>
                    <a:pt x="350" y="1093"/>
                  </a:lnTo>
                  <a:lnTo>
                    <a:pt x="321" y="1126"/>
                  </a:lnTo>
                  <a:lnTo>
                    <a:pt x="293" y="1157"/>
                  </a:lnTo>
                  <a:lnTo>
                    <a:pt x="269" y="1182"/>
                  </a:lnTo>
                  <a:lnTo>
                    <a:pt x="248" y="1207"/>
                  </a:lnTo>
                  <a:lnTo>
                    <a:pt x="230" y="1226"/>
                  </a:lnTo>
                  <a:lnTo>
                    <a:pt x="215" y="1242"/>
                  </a:lnTo>
                  <a:lnTo>
                    <a:pt x="204" y="1255"/>
                  </a:lnTo>
                  <a:lnTo>
                    <a:pt x="197" y="1262"/>
                  </a:lnTo>
                  <a:lnTo>
                    <a:pt x="195" y="1264"/>
                  </a:lnTo>
                  <a:lnTo>
                    <a:pt x="174" y="1282"/>
                  </a:lnTo>
                  <a:lnTo>
                    <a:pt x="151" y="1293"/>
                  </a:lnTo>
                  <a:lnTo>
                    <a:pt x="127" y="1298"/>
                  </a:lnTo>
                  <a:lnTo>
                    <a:pt x="101" y="1298"/>
                  </a:lnTo>
                  <a:lnTo>
                    <a:pt x="77" y="1293"/>
                  </a:lnTo>
                  <a:lnTo>
                    <a:pt x="54" y="1282"/>
                  </a:lnTo>
                  <a:lnTo>
                    <a:pt x="33" y="1264"/>
                  </a:lnTo>
                  <a:lnTo>
                    <a:pt x="16" y="1244"/>
                  </a:lnTo>
                  <a:lnTo>
                    <a:pt x="6" y="1220"/>
                  </a:lnTo>
                  <a:lnTo>
                    <a:pt x="0" y="1196"/>
                  </a:lnTo>
                  <a:lnTo>
                    <a:pt x="0" y="1170"/>
                  </a:lnTo>
                  <a:lnTo>
                    <a:pt x="6" y="1146"/>
                  </a:lnTo>
                  <a:lnTo>
                    <a:pt x="16" y="1122"/>
                  </a:lnTo>
                  <a:lnTo>
                    <a:pt x="33" y="1101"/>
                  </a:lnTo>
                  <a:lnTo>
                    <a:pt x="35" y="1099"/>
                  </a:lnTo>
                  <a:lnTo>
                    <a:pt x="43" y="1092"/>
                  </a:lnTo>
                  <a:lnTo>
                    <a:pt x="55" y="1081"/>
                  </a:lnTo>
                  <a:lnTo>
                    <a:pt x="71" y="1067"/>
                  </a:lnTo>
                  <a:lnTo>
                    <a:pt x="90" y="1049"/>
                  </a:lnTo>
                  <a:lnTo>
                    <a:pt x="114" y="1027"/>
                  </a:lnTo>
                  <a:lnTo>
                    <a:pt x="141" y="1002"/>
                  </a:lnTo>
                  <a:lnTo>
                    <a:pt x="170" y="975"/>
                  </a:lnTo>
                  <a:lnTo>
                    <a:pt x="203" y="945"/>
                  </a:lnTo>
                  <a:lnTo>
                    <a:pt x="239" y="913"/>
                  </a:lnTo>
                  <a:lnTo>
                    <a:pt x="275" y="878"/>
                  </a:lnTo>
                  <a:lnTo>
                    <a:pt x="315" y="842"/>
                  </a:lnTo>
                  <a:lnTo>
                    <a:pt x="357" y="804"/>
                  </a:lnTo>
                  <a:lnTo>
                    <a:pt x="399" y="764"/>
                  </a:lnTo>
                  <a:lnTo>
                    <a:pt x="443" y="724"/>
                  </a:lnTo>
                  <a:lnTo>
                    <a:pt x="488" y="682"/>
                  </a:lnTo>
                  <a:lnTo>
                    <a:pt x="534" y="639"/>
                  </a:lnTo>
                  <a:lnTo>
                    <a:pt x="580" y="598"/>
                  </a:lnTo>
                  <a:lnTo>
                    <a:pt x="627" y="555"/>
                  </a:lnTo>
                  <a:lnTo>
                    <a:pt x="673" y="512"/>
                  </a:lnTo>
                  <a:lnTo>
                    <a:pt x="719" y="469"/>
                  </a:lnTo>
                  <a:lnTo>
                    <a:pt x="765" y="426"/>
                  </a:lnTo>
                  <a:lnTo>
                    <a:pt x="811" y="386"/>
                  </a:lnTo>
                  <a:lnTo>
                    <a:pt x="854" y="345"/>
                  </a:lnTo>
                  <a:lnTo>
                    <a:pt x="897" y="306"/>
                  </a:lnTo>
                  <a:lnTo>
                    <a:pt x="938" y="268"/>
                  </a:lnTo>
                  <a:lnTo>
                    <a:pt x="977" y="231"/>
                  </a:lnTo>
                  <a:lnTo>
                    <a:pt x="1015" y="197"/>
                  </a:lnTo>
                  <a:lnTo>
                    <a:pt x="1049" y="165"/>
                  </a:lnTo>
                  <a:lnTo>
                    <a:pt x="1082" y="136"/>
                  </a:lnTo>
                  <a:lnTo>
                    <a:pt x="1111" y="109"/>
                  </a:lnTo>
                  <a:lnTo>
                    <a:pt x="1138" y="84"/>
                  </a:lnTo>
                  <a:lnTo>
                    <a:pt x="1161" y="62"/>
                  </a:lnTo>
                  <a:lnTo>
                    <a:pt x="1180" y="45"/>
                  </a:lnTo>
                  <a:lnTo>
                    <a:pt x="1196" y="30"/>
                  </a:lnTo>
                  <a:lnTo>
                    <a:pt x="1207" y="20"/>
                  </a:lnTo>
                  <a:lnTo>
                    <a:pt x="1215" y="13"/>
                  </a:lnTo>
                  <a:lnTo>
                    <a:pt x="1217" y="11"/>
                  </a:lnTo>
                  <a:lnTo>
                    <a:pt x="1228" y="3"/>
                  </a:lnTo>
                  <a:lnTo>
                    <a:pt x="124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grpSp>
      <p:sp>
        <p:nvSpPr>
          <p:cNvPr id="2" name="Rectangle 1"/>
          <p:cNvSpPr/>
          <p:nvPr/>
        </p:nvSpPr>
        <p:spPr>
          <a:xfrm>
            <a:off x="3191665" y="2867004"/>
            <a:ext cx="8001917" cy="2246769"/>
          </a:xfrm>
          <a:prstGeom prst="rect">
            <a:avLst/>
          </a:prstGeom>
        </p:spPr>
        <p:txBody>
          <a:bodyPr wrap="square">
            <a:spAutoFit/>
          </a:bodyPr>
          <a:lstStyle/>
          <a:p>
            <a:pPr algn="ctr" fontAlgn="auto">
              <a:spcBef>
                <a:spcPts val="0"/>
              </a:spcBef>
              <a:spcAft>
                <a:spcPts val="0"/>
              </a:spcAft>
            </a:pPr>
            <a:r>
              <a:rPr lang="ar-SA" sz="2800" b="1" dirty="0">
                <a:solidFill>
                  <a:schemeClr val="bg1"/>
                </a:solidFill>
              </a:rPr>
              <a:t>الحقيبة الإلكترونية: أداة حقيبة شخصيّة من أجل تخزين المواد التي تمثّل تعلّمك، وتنظيمها، والتفكير فيها، ومشاركتها. ويمكنك تضمين مواد مثل المستندات والرسومات والملفات الصوتية ومقاطع الفيديو والعروض التقديمية وسير العمل لإظهار تحسّنك أو براعتك في منطقة معينة</a:t>
            </a:r>
            <a:endParaRPr lang="en-US" sz="2800" b="1"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6" name="Text Placeholder 1"/>
          <p:cNvSpPr txBox="1">
            <a:spLocks/>
          </p:cNvSpPr>
          <p:nvPr/>
        </p:nvSpPr>
        <p:spPr>
          <a:xfrm>
            <a:off x="5263025" y="2078292"/>
            <a:ext cx="7163526" cy="431780"/>
          </a:xfrm>
          <a:prstGeom prst="rect">
            <a:avLst/>
          </a:prstGeom>
        </p:spPr>
        <p:txBody>
          <a:bodyPr vert="horz" lIns="0" tIns="40504" rIns="0" bIns="40504" rtlCol="0" anchor="ctr">
            <a:noAutofit/>
          </a:bodyPr>
          <a:lstStyle>
            <a:lvl1pPr marL="0" indent="0" algn="ctr" defTabSz="914400" rtl="0" eaLnBrk="1" latinLnBrk="0" hangingPunct="1">
              <a:lnSpc>
                <a:spcPct val="100000"/>
              </a:lnSpc>
              <a:spcBef>
                <a:spcPts val="0"/>
              </a:spcBef>
              <a:buFont typeface="Arial" panose="020B0604020202020204" pitchFamily="34" charset="0"/>
              <a:buNone/>
              <a:defRPr sz="4200" b="1" kern="1200">
                <a:solidFill>
                  <a:schemeClr val="tx1">
                    <a:lumMod val="75000"/>
                    <a:lumOff val="25000"/>
                  </a:schemeClr>
                </a:solidFill>
                <a:latin typeface="Lato Light"/>
                <a:ea typeface="+mn-ea"/>
                <a:cs typeface="Lato Light"/>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14400" lvl="2" indent="0" algn="ctr" rtl="1">
              <a:buNone/>
            </a:pPr>
            <a:r>
              <a:rPr lang="ar-SA" sz="3800" b="1" u="sng" dirty="0" smtClean="0">
                <a:solidFill>
                  <a:srgbClr val="FFC000"/>
                </a:solidFill>
              </a:rPr>
              <a:t>أ - ماهية </a:t>
            </a:r>
            <a:r>
              <a:rPr lang="ar-SA" sz="3800" b="1" u="sng" dirty="0">
                <a:solidFill>
                  <a:srgbClr val="FFC000"/>
                </a:solidFill>
              </a:rPr>
              <a:t>الحقيبة التعليمية الإلكترونية؟</a:t>
            </a:r>
            <a:endParaRPr lang="en-US" sz="3800" u="sng" dirty="0">
              <a:solidFill>
                <a:srgbClr val="FFC000"/>
              </a:solidFill>
            </a:endParaRPr>
          </a:p>
        </p:txBody>
      </p:sp>
      <p:sp>
        <p:nvSpPr>
          <p:cNvPr id="1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9906244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26"/>
                                        </p:tgtEl>
                                        <p:attrNameLst>
                                          <p:attrName>style.visibility</p:attrName>
                                        </p:attrNameLst>
                                      </p:cBhvr>
                                      <p:to>
                                        <p:strVal val="visible"/>
                                      </p:to>
                                    </p:set>
                                    <p:animEffect transition="in" filter="fade">
                                      <p:cBhvr>
                                        <p:cTn id="11" dur="500"/>
                                        <p:tgtEl>
                                          <p:spTgt spid="26"/>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2250"/>
                            </p:stCondLst>
                            <p:childTnLst>
                              <p:par>
                                <p:cTn id="17" presetID="10" presetClass="entr" presetSubtype="0" fill="hold" grpId="0" nodeType="afterEffect">
                                  <p:stCondLst>
                                    <p:cond delay="25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2" grpId="0"/>
      <p:bldP spid="26" grpId="0"/>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433502"/>
            <a:ext cx="12192000" cy="4118846"/>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0" name="Group 19"/>
          <p:cNvGrpSpPr/>
          <p:nvPr/>
        </p:nvGrpSpPr>
        <p:grpSpPr>
          <a:xfrm>
            <a:off x="1074835" y="2645324"/>
            <a:ext cx="1510469" cy="1695202"/>
            <a:chOff x="7996238" y="3222625"/>
            <a:chExt cx="1103313" cy="1238250"/>
          </a:xfrm>
          <a:solidFill>
            <a:srgbClr val="FFC000"/>
          </a:solidFill>
        </p:grpSpPr>
        <p:sp>
          <p:nvSpPr>
            <p:cNvPr id="21" name="Freeform 293"/>
            <p:cNvSpPr>
              <a:spLocks/>
            </p:cNvSpPr>
            <p:nvPr/>
          </p:nvSpPr>
          <p:spPr bwMode="auto">
            <a:xfrm>
              <a:off x="8010526" y="3222625"/>
              <a:ext cx="1089025" cy="1238250"/>
            </a:xfrm>
            <a:custGeom>
              <a:avLst/>
              <a:gdLst>
                <a:gd name="T0" fmla="*/ 3255 w 3432"/>
                <a:gd name="T1" fmla="*/ 0 h 3899"/>
                <a:gd name="T2" fmla="*/ 3323 w 3432"/>
                <a:gd name="T3" fmla="*/ 13 h 3899"/>
                <a:gd name="T4" fmla="*/ 3379 w 3432"/>
                <a:gd name="T5" fmla="*/ 51 h 3899"/>
                <a:gd name="T6" fmla="*/ 3417 w 3432"/>
                <a:gd name="T7" fmla="*/ 108 h 3899"/>
                <a:gd name="T8" fmla="*/ 3432 w 3432"/>
                <a:gd name="T9" fmla="*/ 177 h 3899"/>
                <a:gd name="T10" fmla="*/ 3419 w 3432"/>
                <a:gd name="T11" fmla="*/ 239 h 3899"/>
                <a:gd name="T12" fmla="*/ 3389 w 3432"/>
                <a:gd name="T13" fmla="*/ 291 h 3899"/>
                <a:gd name="T14" fmla="*/ 3343 w 3432"/>
                <a:gd name="T15" fmla="*/ 329 h 3899"/>
                <a:gd name="T16" fmla="*/ 3340 w 3432"/>
                <a:gd name="T17" fmla="*/ 2416 h 3899"/>
                <a:gd name="T18" fmla="*/ 3317 w 3432"/>
                <a:gd name="T19" fmla="*/ 2455 h 3899"/>
                <a:gd name="T20" fmla="*/ 3278 w 3432"/>
                <a:gd name="T21" fmla="*/ 2478 h 3899"/>
                <a:gd name="T22" fmla="*/ 2537 w 3432"/>
                <a:gd name="T23" fmla="*/ 2481 h 3899"/>
                <a:gd name="T24" fmla="*/ 2858 w 3432"/>
                <a:gd name="T25" fmla="*/ 3708 h 3899"/>
                <a:gd name="T26" fmla="*/ 2852 w 3432"/>
                <a:gd name="T27" fmla="*/ 3769 h 3899"/>
                <a:gd name="T28" fmla="*/ 2828 w 3432"/>
                <a:gd name="T29" fmla="*/ 3824 h 3899"/>
                <a:gd name="T30" fmla="*/ 2785 w 3432"/>
                <a:gd name="T31" fmla="*/ 3867 h 3899"/>
                <a:gd name="T32" fmla="*/ 2728 w 3432"/>
                <a:gd name="T33" fmla="*/ 3894 h 3899"/>
                <a:gd name="T34" fmla="*/ 2683 w 3432"/>
                <a:gd name="T35" fmla="*/ 3899 h 3899"/>
                <a:gd name="T36" fmla="*/ 2619 w 3432"/>
                <a:gd name="T37" fmla="*/ 3887 h 3899"/>
                <a:gd name="T38" fmla="*/ 2564 w 3432"/>
                <a:gd name="T39" fmla="*/ 3852 h 3899"/>
                <a:gd name="T40" fmla="*/ 2525 w 3432"/>
                <a:gd name="T41" fmla="*/ 3800 h 3899"/>
                <a:gd name="T42" fmla="*/ 2196 w 3432"/>
                <a:gd name="T43" fmla="*/ 2570 h 3899"/>
                <a:gd name="T44" fmla="*/ 917 w 3432"/>
                <a:gd name="T45" fmla="*/ 3768 h 3899"/>
                <a:gd name="T46" fmla="*/ 891 w 3432"/>
                <a:gd name="T47" fmla="*/ 3824 h 3899"/>
                <a:gd name="T48" fmla="*/ 848 w 3432"/>
                <a:gd name="T49" fmla="*/ 3867 h 3899"/>
                <a:gd name="T50" fmla="*/ 793 w 3432"/>
                <a:gd name="T51" fmla="*/ 3893 h 3899"/>
                <a:gd name="T52" fmla="*/ 734 w 3432"/>
                <a:gd name="T53" fmla="*/ 3899 h 3899"/>
                <a:gd name="T54" fmla="*/ 672 w 3432"/>
                <a:gd name="T55" fmla="*/ 3883 h 3899"/>
                <a:gd name="T56" fmla="*/ 622 w 3432"/>
                <a:gd name="T57" fmla="*/ 3847 h 3899"/>
                <a:gd name="T58" fmla="*/ 588 w 3432"/>
                <a:gd name="T59" fmla="*/ 3797 h 3899"/>
                <a:gd name="T60" fmla="*/ 572 w 3432"/>
                <a:gd name="T61" fmla="*/ 3739 h 3899"/>
                <a:gd name="T62" fmla="*/ 578 w 3432"/>
                <a:gd name="T63" fmla="*/ 3676 h 3899"/>
                <a:gd name="T64" fmla="*/ 739 w 3432"/>
                <a:gd name="T65" fmla="*/ 2481 h 3899"/>
                <a:gd name="T66" fmla="*/ 842 w 3432"/>
                <a:gd name="T67" fmla="*/ 2367 h 3899"/>
                <a:gd name="T68" fmla="*/ 3168 w 3432"/>
                <a:gd name="T69" fmla="*/ 2304 h 3899"/>
                <a:gd name="T70" fmla="*/ 263 w 3432"/>
                <a:gd name="T71" fmla="*/ 354 h 3899"/>
                <a:gd name="T72" fmla="*/ 213 w 3432"/>
                <a:gd name="T73" fmla="*/ 2256 h 3899"/>
                <a:gd name="T74" fmla="*/ 125 w 3432"/>
                <a:gd name="T75" fmla="*/ 2337 h 3899"/>
                <a:gd name="T76" fmla="*/ 87 w 3432"/>
                <a:gd name="T77" fmla="*/ 329 h 3899"/>
                <a:gd name="T78" fmla="*/ 41 w 3432"/>
                <a:gd name="T79" fmla="*/ 291 h 3899"/>
                <a:gd name="T80" fmla="*/ 11 w 3432"/>
                <a:gd name="T81" fmla="*/ 239 h 3899"/>
                <a:gd name="T82" fmla="*/ 0 w 3432"/>
                <a:gd name="T83" fmla="*/ 177 h 3899"/>
                <a:gd name="T84" fmla="*/ 13 w 3432"/>
                <a:gd name="T85" fmla="*/ 108 h 3899"/>
                <a:gd name="T86" fmla="*/ 51 w 3432"/>
                <a:gd name="T87" fmla="*/ 51 h 3899"/>
                <a:gd name="T88" fmla="*/ 107 w 3432"/>
                <a:gd name="T89" fmla="*/ 13 h 3899"/>
                <a:gd name="T90" fmla="*/ 175 w 3432"/>
                <a:gd name="T91" fmla="*/ 0 h 3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32" h="3899">
                  <a:moveTo>
                    <a:pt x="175" y="0"/>
                  </a:moveTo>
                  <a:lnTo>
                    <a:pt x="3255" y="0"/>
                  </a:lnTo>
                  <a:lnTo>
                    <a:pt x="3290" y="3"/>
                  </a:lnTo>
                  <a:lnTo>
                    <a:pt x="3323" y="13"/>
                  </a:lnTo>
                  <a:lnTo>
                    <a:pt x="3354" y="30"/>
                  </a:lnTo>
                  <a:lnTo>
                    <a:pt x="3379" y="51"/>
                  </a:lnTo>
                  <a:lnTo>
                    <a:pt x="3401" y="78"/>
                  </a:lnTo>
                  <a:lnTo>
                    <a:pt x="3417" y="108"/>
                  </a:lnTo>
                  <a:lnTo>
                    <a:pt x="3428" y="142"/>
                  </a:lnTo>
                  <a:lnTo>
                    <a:pt x="3432" y="177"/>
                  </a:lnTo>
                  <a:lnTo>
                    <a:pt x="3428" y="209"/>
                  </a:lnTo>
                  <a:lnTo>
                    <a:pt x="3419" y="239"/>
                  </a:lnTo>
                  <a:lnTo>
                    <a:pt x="3407" y="267"/>
                  </a:lnTo>
                  <a:lnTo>
                    <a:pt x="3389" y="291"/>
                  </a:lnTo>
                  <a:lnTo>
                    <a:pt x="3368" y="312"/>
                  </a:lnTo>
                  <a:lnTo>
                    <a:pt x="3343" y="329"/>
                  </a:lnTo>
                  <a:lnTo>
                    <a:pt x="3343" y="2392"/>
                  </a:lnTo>
                  <a:lnTo>
                    <a:pt x="3340" y="2416"/>
                  </a:lnTo>
                  <a:lnTo>
                    <a:pt x="3331" y="2438"/>
                  </a:lnTo>
                  <a:lnTo>
                    <a:pt x="3317" y="2455"/>
                  </a:lnTo>
                  <a:lnTo>
                    <a:pt x="3299" y="2470"/>
                  </a:lnTo>
                  <a:lnTo>
                    <a:pt x="3278" y="2478"/>
                  </a:lnTo>
                  <a:lnTo>
                    <a:pt x="3255" y="2481"/>
                  </a:lnTo>
                  <a:lnTo>
                    <a:pt x="2537" y="2481"/>
                  </a:lnTo>
                  <a:lnTo>
                    <a:pt x="2854" y="3676"/>
                  </a:lnTo>
                  <a:lnTo>
                    <a:pt x="2858" y="3708"/>
                  </a:lnTo>
                  <a:lnTo>
                    <a:pt x="2858" y="3738"/>
                  </a:lnTo>
                  <a:lnTo>
                    <a:pt x="2852" y="3769"/>
                  </a:lnTo>
                  <a:lnTo>
                    <a:pt x="2843" y="3797"/>
                  </a:lnTo>
                  <a:lnTo>
                    <a:pt x="2828" y="3824"/>
                  </a:lnTo>
                  <a:lnTo>
                    <a:pt x="2809" y="3847"/>
                  </a:lnTo>
                  <a:lnTo>
                    <a:pt x="2785" y="3867"/>
                  </a:lnTo>
                  <a:lnTo>
                    <a:pt x="2759" y="3883"/>
                  </a:lnTo>
                  <a:lnTo>
                    <a:pt x="2728" y="3894"/>
                  </a:lnTo>
                  <a:lnTo>
                    <a:pt x="2706" y="3898"/>
                  </a:lnTo>
                  <a:lnTo>
                    <a:pt x="2683" y="3899"/>
                  </a:lnTo>
                  <a:lnTo>
                    <a:pt x="2650" y="3896"/>
                  </a:lnTo>
                  <a:lnTo>
                    <a:pt x="2619" y="3887"/>
                  </a:lnTo>
                  <a:lnTo>
                    <a:pt x="2591" y="3872"/>
                  </a:lnTo>
                  <a:lnTo>
                    <a:pt x="2564" y="3852"/>
                  </a:lnTo>
                  <a:lnTo>
                    <a:pt x="2542" y="3829"/>
                  </a:lnTo>
                  <a:lnTo>
                    <a:pt x="2525" y="3800"/>
                  </a:lnTo>
                  <a:lnTo>
                    <a:pt x="2513" y="3768"/>
                  </a:lnTo>
                  <a:lnTo>
                    <a:pt x="2196" y="2570"/>
                  </a:lnTo>
                  <a:lnTo>
                    <a:pt x="1235" y="2570"/>
                  </a:lnTo>
                  <a:lnTo>
                    <a:pt x="917" y="3768"/>
                  </a:lnTo>
                  <a:lnTo>
                    <a:pt x="906" y="3798"/>
                  </a:lnTo>
                  <a:lnTo>
                    <a:pt x="891" y="3824"/>
                  </a:lnTo>
                  <a:lnTo>
                    <a:pt x="871" y="3847"/>
                  </a:lnTo>
                  <a:lnTo>
                    <a:pt x="848" y="3867"/>
                  </a:lnTo>
                  <a:lnTo>
                    <a:pt x="822" y="3883"/>
                  </a:lnTo>
                  <a:lnTo>
                    <a:pt x="793" y="3893"/>
                  </a:lnTo>
                  <a:lnTo>
                    <a:pt x="764" y="3899"/>
                  </a:lnTo>
                  <a:lnTo>
                    <a:pt x="734" y="3899"/>
                  </a:lnTo>
                  <a:lnTo>
                    <a:pt x="702" y="3894"/>
                  </a:lnTo>
                  <a:lnTo>
                    <a:pt x="672" y="3883"/>
                  </a:lnTo>
                  <a:lnTo>
                    <a:pt x="645" y="3867"/>
                  </a:lnTo>
                  <a:lnTo>
                    <a:pt x="622" y="3847"/>
                  </a:lnTo>
                  <a:lnTo>
                    <a:pt x="603" y="3824"/>
                  </a:lnTo>
                  <a:lnTo>
                    <a:pt x="588" y="3797"/>
                  </a:lnTo>
                  <a:lnTo>
                    <a:pt x="578" y="3769"/>
                  </a:lnTo>
                  <a:lnTo>
                    <a:pt x="572" y="3739"/>
                  </a:lnTo>
                  <a:lnTo>
                    <a:pt x="572" y="3708"/>
                  </a:lnTo>
                  <a:lnTo>
                    <a:pt x="578" y="3676"/>
                  </a:lnTo>
                  <a:lnTo>
                    <a:pt x="893" y="2481"/>
                  </a:lnTo>
                  <a:lnTo>
                    <a:pt x="739" y="2481"/>
                  </a:lnTo>
                  <a:lnTo>
                    <a:pt x="788" y="2425"/>
                  </a:lnTo>
                  <a:lnTo>
                    <a:pt x="842" y="2367"/>
                  </a:lnTo>
                  <a:lnTo>
                    <a:pt x="899" y="2304"/>
                  </a:lnTo>
                  <a:lnTo>
                    <a:pt x="3168" y="2304"/>
                  </a:lnTo>
                  <a:lnTo>
                    <a:pt x="3168" y="354"/>
                  </a:lnTo>
                  <a:lnTo>
                    <a:pt x="263" y="354"/>
                  </a:lnTo>
                  <a:lnTo>
                    <a:pt x="263" y="2210"/>
                  </a:lnTo>
                  <a:lnTo>
                    <a:pt x="213" y="2256"/>
                  </a:lnTo>
                  <a:lnTo>
                    <a:pt x="167" y="2298"/>
                  </a:lnTo>
                  <a:lnTo>
                    <a:pt x="125" y="2337"/>
                  </a:lnTo>
                  <a:lnTo>
                    <a:pt x="87" y="2372"/>
                  </a:lnTo>
                  <a:lnTo>
                    <a:pt x="87" y="329"/>
                  </a:lnTo>
                  <a:lnTo>
                    <a:pt x="63" y="312"/>
                  </a:lnTo>
                  <a:lnTo>
                    <a:pt x="41" y="291"/>
                  </a:lnTo>
                  <a:lnTo>
                    <a:pt x="24" y="267"/>
                  </a:lnTo>
                  <a:lnTo>
                    <a:pt x="11" y="239"/>
                  </a:lnTo>
                  <a:lnTo>
                    <a:pt x="2" y="209"/>
                  </a:lnTo>
                  <a:lnTo>
                    <a:pt x="0" y="177"/>
                  </a:lnTo>
                  <a:lnTo>
                    <a:pt x="3" y="142"/>
                  </a:lnTo>
                  <a:lnTo>
                    <a:pt x="13" y="108"/>
                  </a:lnTo>
                  <a:lnTo>
                    <a:pt x="29" y="78"/>
                  </a:lnTo>
                  <a:lnTo>
                    <a:pt x="51" y="51"/>
                  </a:lnTo>
                  <a:lnTo>
                    <a:pt x="76" y="30"/>
                  </a:lnTo>
                  <a:lnTo>
                    <a:pt x="107" y="13"/>
                  </a:lnTo>
                  <a:lnTo>
                    <a:pt x="140" y="3"/>
                  </a:lnTo>
                  <a:lnTo>
                    <a:pt x="17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22" name="Freeform 294"/>
            <p:cNvSpPr>
              <a:spLocks/>
            </p:cNvSpPr>
            <p:nvPr/>
          </p:nvSpPr>
          <p:spPr bwMode="auto">
            <a:xfrm>
              <a:off x="8485188" y="3581400"/>
              <a:ext cx="111125" cy="323850"/>
            </a:xfrm>
            <a:custGeom>
              <a:avLst/>
              <a:gdLst>
                <a:gd name="T0" fmla="*/ 177 w 352"/>
                <a:gd name="T1" fmla="*/ 0 h 1018"/>
                <a:gd name="T2" fmla="*/ 212 w 352"/>
                <a:gd name="T3" fmla="*/ 4 h 1018"/>
                <a:gd name="T4" fmla="*/ 245 w 352"/>
                <a:gd name="T5" fmla="*/ 13 h 1018"/>
                <a:gd name="T6" fmla="*/ 274 w 352"/>
                <a:gd name="T7" fmla="*/ 29 h 1018"/>
                <a:gd name="T8" fmla="*/ 301 w 352"/>
                <a:gd name="T9" fmla="*/ 51 h 1018"/>
                <a:gd name="T10" fmla="*/ 322 w 352"/>
                <a:gd name="T11" fmla="*/ 78 h 1018"/>
                <a:gd name="T12" fmla="*/ 339 w 352"/>
                <a:gd name="T13" fmla="*/ 108 h 1018"/>
                <a:gd name="T14" fmla="*/ 349 w 352"/>
                <a:gd name="T15" fmla="*/ 141 h 1018"/>
                <a:gd name="T16" fmla="*/ 352 w 352"/>
                <a:gd name="T17" fmla="*/ 178 h 1018"/>
                <a:gd name="T18" fmla="*/ 352 w 352"/>
                <a:gd name="T19" fmla="*/ 842 h 1018"/>
                <a:gd name="T20" fmla="*/ 349 w 352"/>
                <a:gd name="T21" fmla="*/ 877 h 1018"/>
                <a:gd name="T22" fmla="*/ 339 w 352"/>
                <a:gd name="T23" fmla="*/ 911 h 1018"/>
                <a:gd name="T24" fmla="*/ 322 w 352"/>
                <a:gd name="T25" fmla="*/ 941 h 1018"/>
                <a:gd name="T26" fmla="*/ 301 w 352"/>
                <a:gd name="T27" fmla="*/ 967 h 1018"/>
                <a:gd name="T28" fmla="*/ 274 w 352"/>
                <a:gd name="T29" fmla="*/ 989 h 1018"/>
                <a:gd name="T30" fmla="*/ 245 w 352"/>
                <a:gd name="T31" fmla="*/ 1005 h 1018"/>
                <a:gd name="T32" fmla="*/ 212 w 352"/>
                <a:gd name="T33" fmla="*/ 1015 h 1018"/>
                <a:gd name="T34" fmla="*/ 177 w 352"/>
                <a:gd name="T35" fmla="*/ 1018 h 1018"/>
                <a:gd name="T36" fmla="*/ 140 w 352"/>
                <a:gd name="T37" fmla="*/ 1015 h 1018"/>
                <a:gd name="T38" fmla="*/ 108 w 352"/>
                <a:gd name="T39" fmla="*/ 1005 h 1018"/>
                <a:gd name="T40" fmla="*/ 78 w 352"/>
                <a:gd name="T41" fmla="*/ 989 h 1018"/>
                <a:gd name="T42" fmla="*/ 52 w 352"/>
                <a:gd name="T43" fmla="*/ 967 h 1018"/>
                <a:gd name="T44" fmla="*/ 31 w 352"/>
                <a:gd name="T45" fmla="*/ 941 h 1018"/>
                <a:gd name="T46" fmla="*/ 14 w 352"/>
                <a:gd name="T47" fmla="*/ 911 h 1018"/>
                <a:gd name="T48" fmla="*/ 4 w 352"/>
                <a:gd name="T49" fmla="*/ 877 h 1018"/>
                <a:gd name="T50" fmla="*/ 0 w 352"/>
                <a:gd name="T51" fmla="*/ 842 h 1018"/>
                <a:gd name="T52" fmla="*/ 0 w 352"/>
                <a:gd name="T53" fmla="*/ 178 h 1018"/>
                <a:gd name="T54" fmla="*/ 4 w 352"/>
                <a:gd name="T55" fmla="*/ 141 h 1018"/>
                <a:gd name="T56" fmla="*/ 14 w 352"/>
                <a:gd name="T57" fmla="*/ 108 h 1018"/>
                <a:gd name="T58" fmla="*/ 31 w 352"/>
                <a:gd name="T59" fmla="*/ 78 h 1018"/>
                <a:gd name="T60" fmla="*/ 52 w 352"/>
                <a:gd name="T61" fmla="*/ 51 h 1018"/>
                <a:gd name="T62" fmla="*/ 78 w 352"/>
                <a:gd name="T63" fmla="*/ 29 h 1018"/>
                <a:gd name="T64" fmla="*/ 108 w 352"/>
                <a:gd name="T65" fmla="*/ 13 h 1018"/>
                <a:gd name="T66" fmla="*/ 140 w 352"/>
                <a:gd name="T67" fmla="*/ 4 h 1018"/>
                <a:gd name="T68" fmla="*/ 177 w 352"/>
                <a:gd name="T69" fmla="*/ 0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2" h="1018">
                  <a:moveTo>
                    <a:pt x="177" y="0"/>
                  </a:moveTo>
                  <a:lnTo>
                    <a:pt x="212" y="4"/>
                  </a:lnTo>
                  <a:lnTo>
                    <a:pt x="245" y="13"/>
                  </a:lnTo>
                  <a:lnTo>
                    <a:pt x="274" y="29"/>
                  </a:lnTo>
                  <a:lnTo>
                    <a:pt x="301" y="51"/>
                  </a:lnTo>
                  <a:lnTo>
                    <a:pt x="322" y="78"/>
                  </a:lnTo>
                  <a:lnTo>
                    <a:pt x="339" y="108"/>
                  </a:lnTo>
                  <a:lnTo>
                    <a:pt x="349" y="141"/>
                  </a:lnTo>
                  <a:lnTo>
                    <a:pt x="352" y="178"/>
                  </a:lnTo>
                  <a:lnTo>
                    <a:pt x="352" y="842"/>
                  </a:lnTo>
                  <a:lnTo>
                    <a:pt x="349" y="877"/>
                  </a:lnTo>
                  <a:lnTo>
                    <a:pt x="339" y="911"/>
                  </a:lnTo>
                  <a:lnTo>
                    <a:pt x="322" y="941"/>
                  </a:lnTo>
                  <a:lnTo>
                    <a:pt x="301" y="967"/>
                  </a:lnTo>
                  <a:lnTo>
                    <a:pt x="274" y="989"/>
                  </a:lnTo>
                  <a:lnTo>
                    <a:pt x="245" y="1005"/>
                  </a:lnTo>
                  <a:lnTo>
                    <a:pt x="212" y="1015"/>
                  </a:lnTo>
                  <a:lnTo>
                    <a:pt x="177" y="1018"/>
                  </a:lnTo>
                  <a:lnTo>
                    <a:pt x="140" y="1015"/>
                  </a:lnTo>
                  <a:lnTo>
                    <a:pt x="108" y="1005"/>
                  </a:lnTo>
                  <a:lnTo>
                    <a:pt x="78" y="989"/>
                  </a:lnTo>
                  <a:lnTo>
                    <a:pt x="52" y="967"/>
                  </a:lnTo>
                  <a:lnTo>
                    <a:pt x="31" y="941"/>
                  </a:lnTo>
                  <a:lnTo>
                    <a:pt x="14" y="911"/>
                  </a:lnTo>
                  <a:lnTo>
                    <a:pt x="4" y="877"/>
                  </a:lnTo>
                  <a:lnTo>
                    <a:pt x="0" y="842"/>
                  </a:lnTo>
                  <a:lnTo>
                    <a:pt x="0" y="178"/>
                  </a:lnTo>
                  <a:lnTo>
                    <a:pt x="4" y="141"/>
                  </a:lnTo>
                  <a:lnTo>
                    <a:pt x="14" y="108"/>
                  </a:lnTo>
                  <a:lnTo>
                    <a:pt x="31" y="78"/>
                  </a:lnTo>
                  <a:lnTo>
                    <a:pt x="52" y="51"/>
                  </a:lnTo>
                  <a:lnTo>
                    <a:pt x="78" y="29"/>
                  </a:lnTo>
                  <a:lnTo>
                    <a:pt x="108" y="13"/>
                  </a:lnTo>
                  <a:lnTo>
                    <a:pt x="140" y="4"/>
                  </a:lnTo>
                  <a:lnTo>
                    <a:pt x="1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23" name="Freeform 295"/>
            <p:cNvSpPr>
              <a:spLocks/>
            </p:cNvSpPr>
            <p:nvPr/>
          </p:nvSpPr>
          <p:spPr bwMode="auto">
            <a:xfrm>
              <a:off x="8666163" y="3384550"/>
              <a:ext cx="112713" cy="520700"/>
            </a:xfrm>
            <a:custGeom>
              <a:avLst/>
              <a:gdLst>
                <a:gd name="T0" fmla="*/ 177 w 352"/>
                <a:gd name="T1" fmla="*/ 0 h 1638"/>
                <a:gd name="T2" fmla="*/ 212 w 352"/>
                <a:gd name="T3" fmla="*/ 3 h 1638"/>
                <a:gd name="T4" fmla="*/ 245 w 352"/>
                <a:gd name="T5" fmla="*/ 13 h 1638"/>
                <a:gd name="T6" fmla="*/ 274 w 352"/>
                <a:gd name="T7" fmla="*/ 29 h 1638"/>
                <a:gd name="T8" fmla="*/ 301 w 352"/>
                <a:gd name="T9" fmla="*/ 51 h 1638"/>
                <a:gd name="T10" fmla="*/ 322 w 352"/>
                <a:gd name="T11" fmla="*/ 77 h 1638"/>
                <a:gd name="T12" fmla="*/ 339 w 352"/>
                <a:gd name="T13" fmla="*/ 107 h 1638"/>
                <a:gd name="T14" fmla="*/ 348 w 352"/>
                <a:gd name="T15" fmla="*/ 141 h 1638"/>
                <a:gd name="T16" fmla="*/ 352 w 352"/>
                <a:gd name="T17" fmla="*/ 176 h 1638"/>
                <a:gd name="T18" fmla="*/ 352 w 352"/>
                <a:gd name="T19" fmla="*/ 1462 h 1638"/>
                <a:gd name="T20" fmla="*/ 348 w 352"/>
                <a:gd name="T21" fmla="*/ 1497 h 1638"/>
                <a:gd name="T22" fmla="*/ 339 w 352"/>
                <a:gd name="T23" fmla="*/ 1531 h 1638"/>
                <a:gd name="T24" fmla="*/ 322 w 352"/>
                <a:gd name="T25" fmla="*/ 1561 h 1638"/>
                <a:gd name="T26" fmla="*/ 301 w 352"/>
                <a:gd name="T27" fmla="*/ 1587 h 1638"/>
                <a:gd name="T28" fmla="*/ 274 w 352"/>
                <a:gd name="T29" fmla="*/ 1609 h 1638"/>
                <a:gd name="T30" fmla="*/ 245 w 352"/>
                <a:gd name="T31" fmla="*/ 1625 h 1638"/>
                <a:gd name="T32" fmla="*/ 212 w 352"/>
                <a:gd name="T33" fmla="*/ 1635 h 1638"/>
                <a:gd name="T34" fmla="*/ 177 w 352"/>
                <a:gd name="T35" fmla="*/ 1638 h 1638"/>
                <a:gd name="T36" fmla="*/ 140 w 352"/>
                <a:gd name="T37" fmla="*/ 1635 h 1638"/>
                <a:gd name="T38" fmla="*/ 108 w 352"/>
                <a:gd name="T39" fmla="*/ 1625 h 1638"/>
                <a:gd name="T40" fmla="*/ 78 w 352"/>
                <a:gd name="T41" fmla="*/ 1609 h 1638"/>
                <a:gd name="T42" fmla="*/ 52 w 352"/>
                <a:gd name="T43" fmla="*/ 1587 h 1638"/>
                <a:gd name="T44" fmla="*/ 31 w 352"/>
                <a:gd name="T45" fmla="*/ 1561 h 1638"/>
                <a:gd name="T46" fmla="*/ 14 w 352"/>
                <a:gd name="T47" fmla="*/ 1531 h 1638"/>
                <a:gd name="T48" fmla="*/ 4 w 352"/>
                <a:gd name="T49" fmla="*/ 1497 h 1638"/>
                <a:gd name="T50" fmla="*/ 0 w 352"/>
                <a:gd name="T51" fmla="*/ 1462 h 1638"/>
                <a:gd name="T52" fmla="*/ 0 w 352"/>
                <a:gd name="T53" fmla="*/ 176 h 1638"/>
                <a:gd name="T54" fmla="*/ 4 w 352"/>
                <a:gd name="T55" fmla="*/ 141 h 1638"/>
                <a:gd name="T56" fmla="*/ 14 w 352"/>
                <a:gd name="T57" fmla="*/ 107 h 1638"/>
                <a:gd name="T58" fmla="*/ 31 w 352"/>
                <a:gd name="T59" fmla="*/ 77 h 1638"/>
                <a:gd name="T60" fmla="*/ 52 w 352"/>
                <a:gd name="T61" fmla="*/ 51 h 1638"/>
                <a:gd name="T62" fmla="*/ 78 w 352"/>
                <a:gd name="T63" fmla="*/ 29 h 1638"/>
                <a:gd name="T64" fmla="*/ 108 w 352"/>
                <a:gd name="T65" fmla="*/ 13 h 1638"/>
                <a:gd name="T66" fmla="*/ 140 w 352"/>
                <a:gd name="T67" fmla="*/ 3 h 1638"/>
                <a:gd name="T68" fmla="*/ 177 w 352"/>
                <a:gd name="T69" fmla="*/ 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2" h="1638">
                  <a:moveTo>
                    <a:pt x="177" y="0"/>
                  </a:moveTo>
                  <a:lnTo>
                    <a:pt x="212" y="3"/>
                  </a:lnTo>
                  <a:lnTo>
                    <a:pt x="245" y="13"/>
                  </a:lnTo>
                  <a:lnTo>
                    <a:pt x="274" y="29"/>
                  </a:lnTo>
                  <a:lnTo>
                    <a:pt x="301" y="51"/>
                  </a:lnTo>
                  <a:lnTo>
                    <a:pt x="322" y="77"/>
                  </a:lnTo>
                  <a:lnTo>
                    <a:pt x="339" y="107"/>
                  </a:lnTo>
                  <a:lnTo>
                    <a:pt x="348" y="141"/>
                  </a:lnTo>
                  <a:lnTo>
                    <a:pt x="352" y="176"/>
                  </a:lnTo>
                  <a:lnTo>
                    <a:pt x="352" y="1462"/>
                  </a:lnTo>
                  <a:lnTo>
                    <a:pt x="348" y="1497"/>
                  </a:lnTo>
                  <a:lnTo>
                    <a:pt x="339" y="1531"/>
                  </a:lnTo>
                  <a:lnTo>
                    <a:pt x="322" y="1561"/>
                  </a:lnTo>
                  <a:lnTo>
                    <a:pt x="301" y="1587"/>
                  </a:lnTo>
                  <a:lnTo>
                    <a:pt x="274" y="1609"/>
                  </a:lnTo>
                  <a:lnTo>
                    <a:pt x="245" y="1625"/>
                  </a:lnTo>
                  <a:lnTo>
                    <a:pt x="212" y="1635"/>
                  </a:lnTo>
                  <a:lnTo>
                    <a:pt x="177" y="1638"/>
                  </a:lnTo>
                  <a:lnTo>
                    <a:pt x="140" y="1635"/>
                  </a:lnTo>
                  <a:lnTo>
                    <a:pt x="108" y="1625"/>
                  </a:lnTo>
                  <a:lnTo>
                    <a:pt x="78" y="1609"/>
                  </a:lnTo>
                  <a:lnTo>
                    <a:pt x="52" y="1587"/>
                  </a:lnTo>
                  <a:lnTo>
                    <a:pt x="31" y="1561"/>
                  </a:lnTo>
                  <a:lnTo>
                    <a:pt x="14" y="1531"/>
                  </a:lnTo>
                  <a:lnTo>
                    <a:pt x="4" y="1497"/>
                  </a:lnTo>
                  <a:lnTo>
                    <a:pt x="0" y="1462"/>
                  </a:lnTo>
                  <a:lnTo>
                    <a:pt x="0" y="176"/>
                  </a:lnTo>
                  <a:lnTo>
                    <a:pt x="4" y="141"/>
                  </a:lnTo>
                  <a:lnTo>
                    <a:pt x="14" y="107"/>
                  </a:lnTo>
                  <a:lnTo>
                    <a:pt x="31" y="77"/>
                  </a:lnTo>
                  <a:lnTo>
                    <a:pt x="52" y="51"/>
                  </a:lnTo>
                  <a:lnTo>
                    <a:pt x="78" y="29"/>
                  </a:lnTo>
                  <a:lnTo>
                    <a:pt x="108" y="13"/>
                  </a:lnTo>
                  <a:lnTo>
                    <a:pt x="140" y="3"/>
                  </a:lnTo>
                  <a:lnTo>
                    <a:pt x="1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24" name="Freeform 296"/>
            <p:cNvSpPr>
              <a:spLocks/>
            </p:cNvSpPr>
            <p:nvPr/>
          </p:nvSpPr>
          <p:spPr bwMode="auto">
            <a:xfrm>
              <a:off x="8848726" y="3497263"/>
              <a:ext cx="111125" cy="407988"/>
            </a:xfrm>
            <a:custGeom>
              <a:avLst/>
              <a:gdLst>
                <a:gd name="T0" fmla="*/ 177 w 352"/>
                <a:gd name="T1" fmla="*/ 0 h 1284"/>
                <a:gd name="T2" fmla="*/ 212 w 352"/>
                <a:gd name="T3" fmla="*/ 4 h 1284"/>
                <a:gd name="T4" fmla="*/ 245 w 352"/>
                <a:gd name="T5" fmla="*/ 13 h 1284"/>
                <a:gd name="T6" fmla="*/ 274 w 352"/>
                <a:gd name="T7" fmla="*/ 30 h 1284"/>
                <a:gd name="T8" fmla="*/ 301 w 352"/>
                <a:gd name="T9" fmla="*/ 51 h 1284"/>
                <a:gd name="T10" fmla="*/ 322 w 352"/>
                <a:gd name="T11" fmla="*/ 78 h 1284"/>
                <a:gd name="T12" fmla="*/ 339 w 352"/>
                <a:gd name="T13" fmla="*/ 108 h 1284"/>
                <a:gd name="T14" fmla="*/ 348 w 352"/>
                <a:gd name="T15" fmla="*/ 141 h 1284"/>
                <a:gd name="T16" fmla="*/ 352 w 352"/>
                <a:gd name="T17" fmla="*/ 176 h 1284"/>
                <a:gd name="T18" fmla="*/ 352 w 352"/>
                <a:gd name="T19" fmla="*/ 1108 h 1284"/>
                <a:gd name="T20" fmla="*/ 348 w 352"/>
                <a:gd name="T21" fmla="*/ 1143 h 1284"/>
                <a:gd name="T22" fmla="*/ 339 w 352"/>
                <a:gd name="T23" fmla="*/ 1177 h 1284"/>
                <a:gd name="T24" fmla="*/ 322 w 352"/>
                <a:gd name="T25" fmla="*/ 1207 h 1284"/>
                <a:gd name="T26" fmla="*/ 301 w 352"/>
                <a:gd name="T27" fmla="*/ 1233 h 1284"/>
                <a:gd name="T28" fmla="*/ 274 w 352"/>
                <a:gd name="T29" fmla="*/ 1255 h 1284"/>
                <a:gd name="T30" fmla="*/ 245 w 352"/>
                <a:gd name="T31" fmla="*/ 1271 h 1284"/>
                <a:gd name="T32" fmla="*/ 212 w 352"/>
                <a:gd name="T33" fmla="*/ 1281 h 1284"/>
                <a:gd name="T34" fmla="*/ 177 w 352"/>
                <a:gd name="T35" fmla="*/ 1284 h 1284"/>
                <a:gd name="T36" fmla="*/ 140 w 352"/>
                <a:gd name="T37" fmla="*/ 1281 h 1284"/>
                <a:gd name="T38" fmla="*/ 108 w 352"/>
                <a:gd name="T39" fmla="*/ 1271 h 1284"/>
                <a:gd name="T40" fmla="*/ 78 w 352"/>
                <a:gd name="T41" fmla="*/ 1255 h 1284"/>
                <a:gd name="T42" fmla="*/ 52 w 352"/>
                <a:gd name="T43" fmla="*/ 1233 h 1284"/>
                <a:gd name="T44" fmla="*/ 31 w 352"/>
                <a:gd name="T45" fmla="*/ 1207 h 1284"/>
                <a:gd name="T46" fmla="*/ 14 w 352"/>
                <a:gd name="T47" fmla="*/ 1177 h 1284"/>
                <a:gd name="T48" fmla="*/ 4 w 352"/>
                <a:gd name="T49" fmla="*/ 1143 h 1284"/>
                <a:gd name="T50" fmla="*/ 0 w 352"/>
                <a:gd name="T51" fmla="*/ 1108 h 1284"/>
                <a:gd name="T52" fmla="*/ 0 w 352"/>
                <a:gd name="T53" fmla="*/ 176 h 1284"/>
                <a:gd name="T54" fmla="*/ 4 w 352"/>
                <a:gd name="T55" fmla="*/ 141 h 1284"/>
                <a:gd name="T56" fmla="*/ 14 w 352"/>
                <a:gd name="T57" fmla="*/ 108 h 1284"/>
                <a:gd name="T58" fmla="*/ 31 w 352"/>
                <a:gd name="T59" fmla="*/ 78 h 1284"/>
                <a:gd name="T60" fmla="*/ 52 w 352"/>
                <a:gd name="T61" fmla="*/ 51 h 1284"/>
                <a:gd name="T62" fmla="*/ 78 w 352"/>
                <a:gd name="T63" fmla="*/ 30 h 1284"/>
                <a:gd name="T64" fmla="*/ 108 w 352"/>
                <a:gd name="T65" fmla="*/ 13 h 1284"/>
                <a:gd name="T66" fmla="*/ 140 w 352"/>
                <a:gd name="T67" fmla="*/ 4 h 1284"/>
                <a:gd name="T68" fmla="*/ 177 w 352"/>
                <a:gd name="T69" fmla="*/ 0 h 1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2" h="1284">
                  <a:moveTo>
                    <a:pt x="177" y="0"/>
                  </a:moveTo>
                  <a:lnTo>
                    <a:pt x="212" y="4"/>
                  </a:lnTo>
                  <a:lnTo>
                    <a:pt x="245" y="13"/>
                  </a:lnTo>
                  <a:lnTo>
                    <a:pt x="274" y="30"/>
                  </a:lnTo>
                  <a:lnTo>
                    <a:pt x="301" y="51"/>
                  </a:lnTo>
                  <a:lnTo>
                    <a:pt x="322" y="78"/>
                  </a:lnTo>
                  <a:lnTo>
                    <a:pt x="339" y="108"/>
                  </a:lnTo>
                  <a:lnTo>
                    <a:pt x="348" y="141"/>
                  </a:lnTo>
                  <a:lnTo>
                    <a:pt x="352" y="176"/>
                  </a:lnTo>
                  <a:lnTo>
                    <a:pt x="352" y="1108"/>
                  </a:lnTo>
                  <a:lnTo>
                    <a:pt x="348" y="1143"/>
                  </a:lnTo>
                  <a:lnTo>
                    <a:pt x="339" y="1177"/>
                  </a:lnTo>
                  <a:lnTo>
                    <a:pt x="322" y="1207"/>
                  </a:lnTo>
                  <a:lnTo>
                    <a:pt x="301" y="1233"/>
                  </a:lnTo>
                  <a:lnTo>
                    <a:pt x="274" y="1255"/>
                  </a:lnTo>
                  <a:lnTo>
                    <a:pt x="245" y="1271"/>
                  </a:lnTo>
                  <a:lnTo>
                    <a:pt x="212" y="1281"/>
                  </a:lnTo>
                  <a:lnTo>
                    <a:pt x="177" y="1284"/>
                  </a:lnTo>
                  <a:lnTo>
                    <a:pt x="140" y="1281"/>
                  </a:lnTo>
                  <a:lnTo>
                    <a:pt x="108" y="1271"/>
                  </a:lnTo>
                  <a:lnTo>
                    <a:pt x="78" y="1255"/>
                  </a:lnTo>
                  <a:lnTo>
                    <a:pt x="52" y="1233"/>
                  </a:lnTo>
                  <a:lnTo>
                    <a:pt x="31" y="1207"/>
                  </a:lnTo>
                  <a:lnTo>
                    <a:pt x="14" y="1177"/>
                  </a:lnTo>
                  <a:lnTo>
                    <a:pt x="4" y="1143"/>
                  </a:lnTo>
                  <a:lnTo>
                    <a:pt x="0" y="1108"/>
                  </a:lnTo>
                  <a:lnTo>
                    <a:pt x="0" y="176"/>
                  </a:lnTo>
                  <a:lnTo>
                    <a:pt x="4" y="141"/>
                  </a:lnTo>
                  <a:lnTo>
                    <a:pt x="14" y="108"/>
                  </a:lnTo>
                  <a:lnTo>
                    <a:pt x="31" y="78"/>
                  </a:lnTo>
                  <a:lnTo>
                    <a:pt x="52" y="51"/>
                  </a:lnTo>
                  <a:lnTo>
                    <a:pt x="78" y="30"/>
                  </a:lnTo>
                  <a:lnTo>
                    <a:pt x="108" y="13"/>
                  </a:lnTo>
                  <a:lnTo>
                    <a:pt x="140" y="4"/>
                  </a:lnTo>
                  <a:lnTo>
                    <a:pt x="1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25" name="Freeform 297"/>
            <p:cNvSpPr>
              <a:spLocks/>
            </p:cNvSpPr>
            <p:nvPr/>
          </p:nvSpPr>
          <p:spPr bwMode="auto">
            <a:xfrm>
              <a:off x="7996238" y="3732213"/>
              <a:ext cx="409575" cy="411163"/>
            </a:xfrm>
            <a:custGeom>
              <a:avLst/>
              <a:gdLst>
                <a:gd name="T0" fmla="*/ 1253 w 1290"/>
                <a:gd name="T1" fmla="*/ 0 h 1298"/>
                <a:gd name="T2" fmla="*/ 1278 w 1290"/>
                <a:gd name="T3" fmla="*/ 11 h 1298"/>
                <a:gd name="T4" fmla="*/ 1290 w 1290"/>
                <a:gd name="T5" fmla="*/ 35 h 1298"/>
                <a:gd name="T6" fmla="*/ 1285 w 1290"/>
                <a:gd name="T7" fmla="*/ 61 h 1298"/>
                <a:gd name="T8" fmla="*/ 1275 w 1290"/>
                <a:gd name="T9" fmla="*/ 76 h 1298"/>
                <a:gd name="T10" fmla="*/ 1258 w 1290"/>
                <a:gd name="T11" fmla="*/ 94 h 1298"/>
                <a:gd name="T12" fmla="*/ 1227 w 1290"/>
                <a:gd name="T13" fmla="*/ 128 h 1298"/>
                <a:gd name="T14" fmla="*/ 1182 w 1290"/>
                <a:gd name="T15" fmla="*/ 178 h 1298"/>
                <a:gd name="T16" fmla="*/ 1124 w 1290"/>
                <a:gd name="T17" fmla="*/ 241 h 1298"/>
                <a:gd name="T18" fmla="*/ 1059 w 1290"/>
                <a:gd name="T19" fmla="*/ 313 h 1298"/>
                <a:gd name="T20" fmla="*/ 986 w 1290"/>
                <a:gd name="T21" fmla="*/ 394 h 1298"/>
                <a:gd name="T22" fmla="*/ 907 w 1290"/>
                <a:gd name="T23" fmla="*/ 481 h 1298"/>
                <a:gd name="T24" fmla="*/ 823 w 1290"/>
                <a:gd name="T25" fmla="*/ 573 h 1298"/>
                <a:gd name="T26" fmla="*/ 739 w 1290"/>
                <a:gd name="T27" fmla="*/ 666 h 1298"/>
                <a:gd name="T28" fmla="*/ 654 w 1290"/>
                <a:gd name="T29" fmla="*/ 759 h 1298"/>
                <a:gd name="T30" fmla="*/ 571 w 1290"/>
                <a:gd name="T31" fmla="*/ 851 h 1298"/>
                <a:gd name="T32" fmla="*/ 490 w 1290"/>
                <a:gd name="T33" fmla="*/ 938 h 1298"/>
                <a:gd name="T34" fmla="*/ 417 w 1290"/>
                <a:gd name="T35" fmla="*/ 1021 h 1298"/>
                <a:gd name="T36" fmla="*/ 350 w 1290"/>
                <a:gd name="T37" fmla="*/ 1093 h 1298"/>
                <a:gd name="T38" fmla="*/ 293 w 1290"/>
                <a:gd name="T39" fmla="*/ 1157 h 1298"/>
                <a:gd name="T40" fmla="*/ 248 w 1290"/>
                <a:gd name="T41" fmla="*/ 1207 h 1298"/>
                <a:gd name="T42" fmla="*/ 215 w 1290"/>
                <a:gd name="T43" fmla="*/ 1242 h 1298"/>
                <a:gd name="T44" fmla="*/ 197 w 1290"/>
                <a:gd name="T45" fmla="*/ 1262 h 1298"/>
                <a:gd name="T46" fmla="*/ 174 w 1290"/>
                <a:gd name="T47" fmla="*/ 1282 h 1298"/>
                <a:gd name="T48" fmla="*/ 127 w 1290"/>
                <a:gd name="T49" fmla="*/ 1298 h 1298"/>
                <a:gd name="T50" fmla="*/ 77 w 1290"/>
                <a:gd name="T51" fmla="*/ 1293 h 1298"/>
                <a:gd name="T52" fmla="*/ 33 w 1290"/>
                <a:gd name="T53" fmla="*/ 1264 h 1298"/>
                <a:gd name="T54" fmla="*/ 6 w 1290"/>
                <a:gd name="T55" fmla="*/ 1220 h 1298"/>
                <a:gd name="T56" fmla="*/ 0 w 1290"/>
                <a:gd name="T57" fmla="*/ 1170 h 1298"/>
                <a:gd name="T58" fmla="*/ 16 w 1290"/>
                <a:gd name="T59" fmla="*/ 1122 h 1298"/>
                <a:gd name="T60" fmla="*/ 35 w 1290"/>
                <a:gd name="T61" fmla="*/ 1099 h 1298"/>
                <a:gd name="T62" fmla="*/ 55 w 1290"/>
                <a:gd name="T63" fmla="*/ 1081 h 1298"/>
                <a:gd name="T64" fmla="*/ 90 w 1290"/>
                <a:gd name="T65" fmla="*/ 1049 h 1298"/>
                <a:gd name="T66" fmla="*/ 141 w 1290"/>
                <a:gd name="T67" fmla="*/ 1002 h 1298"/>
                <a:gd name="T68" fmla="*/ 203 w 1290"/>
                <a:gd name="T69" fmla="*/ 945 h 1298"/>
                <a:gd name="T70" fmla="*/ 275 w 1290"/>
                <a:gd name="T71" fmla="*/ 878 h 1298"/>
                <a:gd name="T72" fmla="*/ 357 w 1290"/>
                <a:gd name="T73" fmla="*/ 804 h 1298"/>
                <a:gd name="T74" fmla="*/ 443 w 1290"/>
                <a:gd name="T75" fmla="*/ 724 h 1298"/>
                <a:gd name="T76" fmla="*/ 534 w 1290"/>
                <a:gd name="T77" fmla="*/ 639 h 1298"/>
                <a:gd name="T78" fmla="*/ 627 w 1290"/>
                <a:gd name="T79" fmla="*/ 555 h 1298"/>
                <a:gd name="T80" fmla="*/ 719 w 1290"/>
                <a:gd name="T81" fmla="*/ 469 h 1298"/>
                <a:gd name="T82" fmla="*/ 811 w 1290"/>
                <a:gd name="T83" fmla="*/ 386 h 1298"/>
                <a:gd name="T84" fmla="*/ 897 w 1290"/>
                <a:gd name="T85" fmla="*/ 306 h 1298"/>
                <a:gd name="T86" fmla="*/ 977 w 1290"/>
                <a:gd name="T87" fmla="*/ 231 h 1298"/>
                <a:gd name="T88" fmla="*/ 1049 w 1290"/>
                <a:gd name="T89" fmla="*/ 165 h 1298"/>
                <a:gd name="T90" fmla="*/ 1111 w 1290"/>
                <a:gd name="T91" fmla="*/ 109 h 1298"/>
                <a:gd name="T92" fmla="*/ 1161 w 1290"/>
                <a:gd name="T93" fmla="*/ 62 h 1298"/>
                <a:gd name="T94" fmla="*/ 1196 w 1290"/>
                <a:gd name="T95" fmla="*/ 30 h 1298"/>
                <a:gd name="T96" fmla="*/ 1215 w 1290"/>
                <a:gd name="T97" fmla="*/ 13 h 1298"/>
                <a:gd name="T98" fmla="*/ 1228 w 1290"/>
                <a:gd name="T99" fmla="*/ 3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90" h="1298">
                  <a:moveTo>
                    <a:pt x="1240" y="0"/>
                  </a:moveTo>
                  <a:lnTo>
                    <a:pt x="1253" y="0"/>
                  </a:lnTo>
                  <a:lnTo>
                    <a:pt x="1266" y="3"/>
                  </a:lnTo>
                  <a:lnTo>
                    <a:pt x="1278" y="11"/>
                  </a:lnTo>
                  <a:lnTo>
                    <a:pt x="1285" y="23"/>
                  </a:lnTo>
                  <a:lnTo>
                    <a:pt x="1290" y="35"/>
                  </a:lnTo>
                  <a:lnTo>
                    <a:pt x="1290" y="49"/>
                  </a:lnTo>
                  <a:lnTo>
                    <a:pt x="1285" y="61"/>
                  </a:lnTo>
                  <a:lnTo>
                    <a:pt x="1278" y="73"/>
                  </a:lnTo>
                  <a:lnTo>
                    <a:pt x="1275" y="76"/>
                  </a:lnTo>
                  <a:lnTo>
                    <a:pt x="1269" y="82"/>
                  </a:lnTo>
                  <a:lnTo>
                    <a:pt x="1258" y="94"/>
                  </a:lnTo>
                  <a:lnTo>
                    <a:pt x="1244" y="110"/>
                  </a:lnTo>
                  <a:lnTo>
                    <a:pt x="1227" y="128"/>
                  </a:lnTo>
                  <a:lnTo>
                    <a:pt x="1205" y="152"/>
                  </a:lnTo>
                  <a:lnTo>
                    <a:pt x="1182" y="178"/>
                  </a:lnTo>
                  <a:lnTo>
                    <a:pt x="1154" y="208"/>
                  </a:lnTo>
                  <a:lnTo>
                    <a:pt x="1124" y="241"/>
                  </a:lnTo>
                  <a:lnTo>
                    <a:pt x="1093" y="277"/>
                  </a:lnTo>
                  <a:lnTo>
                    <a:pt x="1059" y="313"/>
                  </a:lnTo>
                  <a:lnTo>
                    <a:pt x="1022" y="353"/>
                  </a:lnTo>
                  <a:lnTo>
                    <a:pt x="986" y="394"/>
                  </a:lnTo>
                  <a:lnTo>
                    <a:pt x="947" y="437"/>
                  </a:lnTo>
                  <a:lnTo>
                    <a:pt x="907" y="481"/>
                  </a:lnTo>
                  <a:lnTo>
                    <a:pt x="865" y="527"/>
                  </a:lnTo>
                  <a:lnTo>
                    <a:pt x="823" y="573"/>
                  </a:lnTo>
                  <a:lnTo>
                    <a:pt x="781" y="620"/>
                  </a:lnTo>
                  <a:lnTo>
                    <a:pt x="739" y="666"/>
                  </a:lnTo>
                  <a:lnTo>
                    <a:pt x="696" y="713"/>
                  </a:lnTo>
                  <a:lnTo>
                    <a:pt x="654" y="759"/>
                  </a:lnTo>
                  <a:lnTo>
                    <a:pt x="611" y="806"/>
                  </a:lnTo>
                  <a:lnTo>
                    <a:pt x="571" y="851"/>
                  </a:lnTo>
                  <a:lnTo>
                    <a:pt x="529" y="896"/>
                  </a:lnTo>
                  <a:lnTo>
                    <a:pt x="490" y="938"/>
                  </a:lnTo>
                  <a:lnTo>
                    <a:pt x="453" y="980"/>
                  </a:lnTo>
                  <a:lnTo>
                    <a:pt x="417" y="1021"/>
                  </a:lnTo>
                  <a:lnTo>
                    <a:pt x="383" y="1059"/>
                  </a:lnTo>
                  <a:lnTo>
                    <a:pt x="350" y="1093"/>
                  </a:lnTo>
                  <a:lnTo>
                    <a:pt x="321" y="1126"/>
                  </a:lnTo>
                  <a:lnTo>
                    <a:pt x="293" y="1157"/>
                  </a:lnTo>
                  <a:lnTo>
                    <a:pt x="269" y="1182"/>
                  </a:lnTo>
                  <a:lnTo>
                    <a:pt x="248" y="1207"/>
                  </a:lnTo>
                  <a:lnTo>
                    <a:pt x="230" y="1226"/>
                  </a:lnTo>
                  <a:lnTo>
                    <a:pt x="215" y="1242"/>
                  </a:lnTo>
                  <a:lnTo>
                    <a:pt x="204" y="1255"/>
                  </a:lnTo>
                  <a:lnTo>
                    <a:pt x="197" y="1262"/>
                  </a:lnTo>
                  <a:lnTo>
                    <a:pt x="195" y="1264"/>
                  </a:lnTo>
                  <a:lnTo>
                    <a:pt x="174" y="1282"/>
                  </a:lnTo>
                  <a:lnTo>
                    <a:pt x="151" y="1293"/>
                  </a:lnTo>
                  <a:lnTo>
                    <a:pt x="127" y="1298"/>
                  </a:lnTo>
                  <a:lnTo>
                    <a:pt x="101" y="1298"/>
                  </a:lnTo>
                  <a:lnTo>
                    <a:pt x="77" y="1293"/>
                  </a:lnTo>
                  <a:lnTo>
                    <a:pt x="54" y="1282"/>
                  </a:lnTo>
                  <a:lnTo>
                    <a:pt x="33" y="1264"/>
                  </a:lnTo>
                  <a:lnTo>
                    <a:pt x="16" y="1244"/>
                  </a:lnTo>
                  <a:lnTo>
                    <a:pt x="6" y="1220"/>
                  </a:lnTo>
                  <a:lnTo>
                    <a:pt x="0" y="1196"/>
                  </a:lnTo>
                  <a:lnTo>
                    <a:pt x="0" y="1170"/>
                  </a:lnTo>
                  <a:lnTo>
                    <a:pt x="6" y="1146"/>
                  </a:lnTo>
                  <a:lnTo>
                    <a:pt x="16" y="1122"/>
                  </a:lnTo>
                  <a:lnTo>
                    <a:pt x="33" y="1101"/>
                  </a:lnTo>
                  <a:lnTo>
                    <a:pt x="35" y="1099"/>
                  </a:lnTo>
                  <a:lnTo>
                    <a:pt x="43" y="1092"/>
                  </a:lnTo>
                  <a:lnTo>
                    <a:pt x="55" y="1081"/>
                  </a:lnTo>
                  <a:lnTo>
                    <a:pt x="71" y="1067"/>
                  </a:lnTo>
                  <a:lnTo>
                    <a:pt x="90" y="1049"/>
                  </a:lnTo>
                  <a:lnTo>
                    <a:pt x="114" y="1027"/>
                  </a:lnTo>
                  <a:lnTo>
                    <a:pt x="141" y="1002"/>
                  </a:lnTo>
                  <a:lnTo>
                    <a:pt x="170" y="975"/>
                  </a:lnTo>
                  <a:lnTo>
                    <a:pt x="203" y="945"/>
                  </a:lnTo>
                  <a:lnTo>
                    <a:pt x="239" y="913"/>
                  </a:lnTo>
                  <a:lnTo>
                    <a:pt x="275" y="878"/>
                  </a:lnTo>
                  <a:lnTo>
                    <a:pt x="315" y="842"/>
                  </a:lnTo>
                  <a:lnTo>
                    <a:pt x="357" y="804"/>
                  </a:lnTo>
                  <a:lnTo>
                    <a:pt x="399" y="764"/>
                  </a:lnTo>
                  <a:lnTo>
                    <a:pt x="443" y="724"/>
                  </a:lnTo>
                  <a:lnTo>
                    <a:pt x="488" y="682"/>
                  </a:lnTo>
                  <a:lnTo>
                    <a:pt x="534" y="639"/>
                  </a:lnTo>
                  <a:lnTo>
                    <a:pt x="580" y="598"/>
                  </a:lnTo>
                  <a:lnTo>
                    <a:pt x="627" y="555"/>
                  </a:lnTo>
                  <a:lnTo>
                    <a:pt x="673" y="512"/>
                  </a:lnTo>
                  <a:lnTo>
                    <a:pt x="719" y="469"/>
                  </a:lnTo>
                  <a:lnTo>
                    <a:pt x="765" y="426"/>
                  </a:lnTo>
                  <a:lnTo>
                    <a:pt x="811" y="386"/>
                  </a:lnTo>
                  <a:lnTo>
                    <a:pt x="854" y="345"/>
                  </a:lnTo>
                  <a:lnTo>
                    <a:pt x="897" y="306"/>
                  </a:lnTo>
                  <a:lnTo>
                    <a:pt x="938" y="268"/>
                  </a:lnTo>
                  <a:lnTo>
                    <a:pt x="977" y="231"/>
                  </a:lnTo>
                  <a:lnTo>
                    <a:pt x="1015" y="197"/>
                  </a:lnTo>
                  <a:lnTo>
                    <a:pt x="1049" y="165"/>
                  </a:lnTo>
                  <a:lnTo>
                    <a:pt x="1082" y="136"/>
                  </a:lnTo>
                  <a:lnTo>
                    <a:pt x="1111" y="109"/>
                  </a:lnTo>
                  <a:lnTo>
                    <a:pt x="1138" y="84"/>
                  </a:lnTo>
                  <a:lnTo>
                    <a:pt x="1161" y="62"/>
                  </a:lnTo>
                  <a:lnTo>
                    <a:pt x="1180" y="45"/>
                  </a:lnTo>
                  <a:lnTo>
                    <a:pt x="1196" y="30"/>
                  </a:lnTo>
                  <a:lnTo>
                    <a:pt x="1207" y="20"/>
                  </a:lnTo>
                  <a:lnTo>
                    <a:pt x="1215" y="13"/>
                  </a:lnTo>
                  <a:lnTo>
                    <a:pt x="1217" y="11"/>
                  </a:lnTo>
                  <a:lnTo>
                    <a:pt x="1228" y="3"/>
                  </a:lnTo>
                  <a:lnTo>
                    <a:pt x="124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grpSp>
      <p:sp>
        <p:nvSpPr>
          <p:cNvPr id="2" name="Rectangle 1"/>
          <p:cNvSpPr/>
          <p:nvPr/>
        </p:nvSpPr>
        <p:spPr>
          <a:xfrm>
            <a:off x="3270210" y="3090181"/>
            <a:ext cx="8001917" cy="1384995"/>
          </a:xfrm>
          <a:prstGeom prst="rect">
            <a:avLst/>
          </a:prstGeom>
        </p:spPr>
        <p:txBody>
          <a:bodyPr wrap="square">
            <a:spAutoFit/>
          </a:bodyPr>
          <a:lstStyle/>
          <a:p>
            <a:pPr algn="ctr" fontAlgn="auto">
              <a:spcBef>
                <a:spcPts val="0"/>
              </a:spcBef>
              <a:spcAft>
                <a:spcPts val="0"/>
              </a:spcAft>
            </a:pPr>
            <a:r>
              <a:rPr lang="ar-SA" sz="2800" b="1" dirty="0">
                <a:solidFill>
                  <a:schemeClr val="bg1"/>
                </a:solidFill>
              </a:rPr>
              <a:t>مرت الحقيبة التعليمية المستخدمة اليوم في برامج التعليم الفردي بمراحل عديدة حتى وصلت إلى ما وصلت إليه اليوم من تطور، وهذه المراحل هي</a:t>
            </a:r>
            <a:endParaRPr lang="en-US" sz="2800" b="1"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6" name="Text Placeholder 1"/>
          <p:cNvSpPr txBox="1">
            <a:spLocks/>
          </p:cNvSpPr>
          <p:nvPr/>
        </p:nvSpPr>
        <p:spPr>
          <a:xfrm>
            <a:off x="5048035" y="2213544"/>
            <a:ext cx="7163526" cy="431780"/>
          </a:xfrm>
          <a:prstGeom prst="rect">
            <a:avLst/>
          </a:prstGeom>
        </p:spPr>
        <p:txBody>
          <a:bodyPr vert="horz" lIns="0" tIns="40504" rIns="0" bIns="40504" rtlCol="0" anchor="ctr">
            <a:noAutofit/>
          </a:bodyPr>
          <a:lstStyle>
            <a:lvl1pPr marL="0" indent="0" algn="ctr" defTabSz="914400" rtl="0" eaLnBrk="1" latinLnBrk="0" hangingPunct="1">
              <a:lnSpc>
                <a:spcPct val="100000"/>
              </a:lnSpc>
              <a:spcBef>
                <a:spcPts val="0"/>
              </a:spcBef>
              <a:buFont typeface="Arial" panose="020B0604020202020204" pitchFamily="34" charset="0"/>
              <a:buNone/>
              <a:defRPr sz="4200" b="1" kern="1200">
                <a:solidFill>
                  <a:schemeClr val="tx1">
                    <a:lumMod val="75000"/>
                    <a:lumOff val="25000"/>
                  </a:schemeClr>
                </a:solidFill>
                <a:latin typeface="Lato Light"/>
                <a:ea typeface="+mn-ea"/>
                <a:cs typeface="Lato Light"/>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14400" lvl="2" indent="0" algn="ctr" rtl="1">
              <a:buNone/>
            </a:pPr>
            <a:r>
              <a:rPr lang="ar-SA" sz="3800" b="1" u="sng" dirty="0" smtClean="0">
                <a:solidFill>
                  <a:srgbClr val="FFC000"/>
                </a:solidFill>
              </a:rPr>
              <a:t>ب - التطور </a:t>
            </a:r>
            <a:r>
              <a:rPr lang="ar-SA" sz="3800" b="1" u="sng" dirty="0">
                <a:solidFill>
                  <a:srgbClr val="FFC000"/>
                </a:solidFill>
              </a:rPr>
              <a:t>التاريخي للحقيبة التعليمية</a:t>
            </a:r>
            <a:endParaRPr lang="en-US" sz="3800" u="sng" dirty="0">
              <a:solidFill>
                <a:srgbClr val="FFC000"/>
              </a:solidFill>
            </a:endParaRPr>
          </a:p>
        </p:txBody>
      </p:sp>
      <p:sp>
        <p:nvSpPr>
          <p:cNvPr id="1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475943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26"/>
                                        </p:tgtEl>
                                        <p:attrNameLst>
                                          <p:attrName>style.visibility</p:attrName>
                                        </p:attrNameLst>
                                      </p:cBhvr>
                                      <p:to>
                                        <p:strVal val="visible"/>
                                      </p:to>
                                    </p:set>
                                    <p:animEffect transition="in" filter="fade">
                                      <p:cBhvr>
                                        <p:cTn id="11" dur="500"/>
                                        <p:tgtEl>
                                          <p:spTgt spid="26"/>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2250"/>
                            </p:stCondLst>
                            <p:childTnLst>
                              <p:par>
                                <p:cTn id="17" presetID="10" presetClass="entr" presetSubtype="0" fill="hold" grpId="0" nodeType="afterEffect">
                                  <p:stCondLst>
                                    <p:cond delay="25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2" grpId="0"/>
      <p:bldP spid="26" grpId="0"/>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933122" y="789890"/>
            <a:ext cx="9906069" cy="646331"/>
          </a:xfrm>
          <a:prstGeom prst="rect">
            <a:avLst/>
          </a:prstGeom>
        </p:spPr>
        <p:txBody>
          <a:bodyPr wrap="square">
            <a:spAutoFit/>
          </a:bodyPr>
          <a:lstStyle/>
          <a:p>
            <a:pPr rtl="1"/>
            <a:r>
              <a:rPr lang="ar-SA" sz="3600" b="1" u="sng" dirty="0">
                <a:solidFill>
                  <a:srgbClr val="3FD5BA"/>
                </a:solidFill>
              </a:rPr>
              <a:t>أولاً: مرحلة صناديق الاستكشاف (Discovery Boxes): </a:t>
            </a:r>
            <a:endParaRPr lang="en-US" sz="3600" u="sng" dirty="0">
              <a:solidFill>
                <a:srgbClr val="3FD5BA"/>
              </a:solidFill>
            </a:endParaRPr>
          </a:p>
        </p:txBody>
      </p:sp>
      <p:grpSp>
        <p:nvGrpSpPr>
          <p:cNvPr id="7" name="Group 37"/>
          <p:cNvGrpSpPr/>
          <p:nvPr/>
        </p:nvGrpSpPr>
        <p:grpSpPr>
          <a:xfrm>
            <a:off x="5906791" y="2672451"/>
            <a:ext cx="2860104" cy="2471063"/>
            <a:chOff x="2285015" y="2000246"/>
            <a:chExt cx="2145078" cy="1853297"/>
          </a:xfrm>
          <a:solidFill>
            <a:srgbClr val="3FD5BA"/>
          </a:solidFill>
        </p:grpSpPr>
        <p:cxnSp>
          <p:nvCxnSpPr>
            <p:cNvPr id="35" name="Straight Connector 34"/>
            <p:cNvCxnSpPr>
              <a:stCxn id="8" idx="0"/>
            </p:cNvCxnSpPr>
            <p:nvPr/>
          </p:nvCxnSpPr>
          <p:spPr>
            <a:xfrm rot="16200000" flipV="1">
              <a:off x="2819724" y="1466507"/>
              <a:ext cx="4091" cy="1071570"/>
            </a:xfrm>
            <a:prstGeom prst="line">
              <a:avLst/>
            </a:prstGeom>
            <a:grpFill/>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nvGrpSpPr>
            <p:cNvPr id="11" name="Group 33"/>
            <p:cNvGrpSpPr/>
            <p:nvPr/>
          </p:nvGrpSpPr>
          <p:grpSpPr>
            <a:xfrm>
              <a:off x="2285015" y="2004337"/>
              <a:ext cx="2145078" cy="1849206"/>
              <a:chOff x="2285015" y="2004337"/>
              <a:chExt cx="2145078" cy="1849206"/>
            </a:xfrm>
            <a:grpFill/>
          </p:grpSpPr>
          <p:sp>
            <p:nvSpPr>
              <p:cNvPr id="8" name="Isosceles Triangle 7"/>
              <p:cNvSpPr/>
              <p:nvPr/>
            </p:nvSpPr>
            <p:spPr>
              <a:xfrm>
                <a:off x="2285015" y="2004337"/>
                <a:ext cx="2145078" cy="1849206"/>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AutoShape 112"/>
              <p:cNvSpPr>
                <a:spLocks/>
              </p:cNvSpPr>
              <p:nvPr/>
            </p:nvSpPr>
            <p:spPr bwMode="auto">
              <a:xfrm>
                <a:off x="3143240" y="2857502"/>
                <a:ext cx="366050" cy="36667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40" name="Rectangle 39"/>
              <p:cNvSpPr/>
              <p:nvPr/>
            </p:nvSpPr>
            <p:spPr>
              <a:xfrm>
                <a:off x="2693685" y="3429006"/>
                <a:ext cx="1166089" cy="253916"/>
              </a:xfrm>
              <a:prstGeom prst="rect">
                <a:avLst/>
              </a:prstGeom>
              <a:grpFill/>
            </p:spPr>
            <p:txBody>
              <a:bodyPr wrap="none">
                <a:spAutoFit/>
              </a:bodyPr>
              <a:lstStyle/>
              <a:p>
                <a:pPr algn="ctr" fontAlgn="auto">
                  <a:spcBef>
                    <a:spcPts val="0"/>
                  </a:spcBef>
                  <a:spcAft>
                    <a:spcPts val="0"/>
                  </a:spcAft>
                </a:pPr>
                <a:r>
                  <a:rPr lang="ar-SA" sz="1600" b="1" u="sng" dirty="0">
                    <a:solidFill>
                      <a:schemeClr val="bg1"/>
                    </a:solidFill>
                  </a:rPr>
                  <a:t>Discovery Boxes</a:t>
                </a:r>
                <a:endParaRPr lang="en-US" sz="1600" dirty="0">
                  <a:solidFill>
                    <a:schemeClr val="bg1"/>
                  </a:solidFill>
                  <a:latin typeface="Open Sans" pitchFamily="34" charset="0"/>
                  <a:ea typeface="Open Sans" pitchFamily="34" charset="0"/>
                  <a:cs typeface="Open Sans" pitchFamily="34" charset="0"/>
                </a:endParaRPr>
              </a:p>
            </p:txBody>
          </p:sp>
        </p:grpSp>
      </p:grpSp>
      <p:sp>
        <p:nvSpPr>
          <p:cNvPr id="44" name="Rectangle 43"/>
          <p:cNvSpPr/>
          <p:nvPr/>
        </p:nvSpPr>
        <p:spPr>
          <a:xfrm>
            <a:off x="960131" y="2361475"/>
            <a:ext cx="4770842" cy="2554545"/>
          </a:xfrm>
          <a:prstGeom prst="rect">
            <a:avLst/>
          </a:prstGeom>
        </p:spPr>
        <p:txBody>
          <a:bodyPr wrap="square">
            <a:spAutoFit/>
          </a:bodyPr>
          <a:lstStyle/>
          <a:p>
            <a:pPr fontAlgn="auto">
              <a:spcBef>
                <a:spcPts val="0"/>
              </a:spcBef>
              <a:spcAft>
                <a:spcPts val="0"/>
              </a:spcAft>
            </a:pPr>
            <a:r>
              <a:rPr lang="ar-SA" sz="3200" b="1" dirty="0"/>
              <a:t>صناديق الاستكشاف هي عبارة عن صناديق جمع فيها مواد تعليمية متنوعة تخدم موضوعاً معيناً أو فكرة تتمركز جميع محتويات الصندوق حولها</a:t>
            </a:r>
            <a:endParaRPr lang="ms-MY" sz="32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0488262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fade">
                                      <p:cBhvr>
                                        <p:cTn id="11" dur="500"/>
                                        <p:tgtEl>
                                          <p:spTgt spid="44"/>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slide(fromBottom)">
                                      <p:cBhvr>
                                        <p:cTn id="1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4" grpId="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933122" y="789890"/>
            <a:ext cx="9906069" cy="646331"/>
          </a:xfrm>
          <a:prstGeom prst="rect">
            <a:avLst/>
          </a:prstGeom>
        </p:spPr>
        <p:txBody>
          <a:bodyPr wrap="square">
            <a:spAutoFit/>
          </a:bodyPr>
          <a:lstStyle/>
          <a:p>
            <a:pPr algn="ctr" rtl="1"/>
            <a:r>
              <a:rPr lang="ar-SA" sz="3600" b="1" u="sng" dirty="0">
                <a:solidFill>
                  <a:srgbClr val="F47264"/>
                </a:solidFill>
              </a:rPr>
              <a:t>ثانياً: مرحلة وحدات التقابل (Match Units): </a:t>
            </a:r>
            <a:endParaRPr lang="en-US" sz="3600" u="sng" dirty="0">
              <a:solidFill>
                <a:srgbClr val="F47264"/>
              </a:solidFill>
            </a:endParaRPr>
          </a:p>
        </p:txBody>
      </p:sp>
      <p:grpSp>
        <p:nvGrpSpPr>
          <p:cNvPr id="12" name="Group 46"/>
          <p:cNvGrpSpPr/>
          <p:nvPr/>
        </p:nvGrpSpPr>
        <p:grpSpPr>
          <a:xfrm>
            <a:off x="1397984" y="2786273"/>
            <a:ext cx="3790704" cy="2465608"/>
            <a:chOff x="4572000" y="2004337"/>
            <a:chExt cx="2843028" cy="1849206"/>
          </a:xfrm>
        </p:grpSpPr>
        <p:cxnSp>
          <p:nvCxnSpPr>
            <p:cNvPr id="39" name="Straight Connector 38"/>
            <p:cNvCxnSpPr>
              <a:stCxn id="10" idx="0"/>
            </p:cNvCxnSpPr>
            <p:nvPr/>
          </p:nvCxnSpPr>
          <p:spPr>
            <a:xfrm>
              <a:off x="5644539" y="2004337"/>
              <a:ext cx="1770489" cy="0"/>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nvGrpSpPr>
            <p:cNvPr id="17" name="Group 31"/>
            <p:cNvGrpSpPr/>
            <p:nvPr/>
          </p:nvGrpSpPr>
          <p:grpSpPr>
            <a:xfrm>
              <a:off x="4572000" y="2004337"/>
              <a:ext cx="2145078" cy="1849206"/>
              <a:chOff x="4572000" y="2004337"/>
              <a:chExt cx="2145078" cy="1849206"/>
            </a:xfrm>
          </p:grpSpPr>
          <p:sp>
            <p:nvSpPr>
              <p:cNvPr id="10" name="Isosceles Triangle 9"/>
              <p:cNvSpPr/>
              <p:nvPr/>
            </p:nvSpPr>
            <p:spPr>
              <a:xfrm>
                <a:off x="4572000" y="2004337"/>
                <a:ext cx="2145078" cy="184920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3" name="AutoShape 59"/>
              <p:cNvSpPr>
                <a:spLocks/>
              </p:cNvSpPr>
              <p:nvPr/>
            </p:nvSpPr>
            <p:spPr bwMode="auto">
              <a:xfrm>
                <a:off x="5429256" y="2786064"/>
                <a:ext cx="366676" cy="366050"/>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41" name="Rectangle 40"/>
              <p:cNvSpPr/>
              <p:nvPr/>
            </p:nvSpPr>
            <p:spPr>
              <a:xfrm>
                <a:off x="5192172" y="3429006"/>
                <a:ext cx="916501" cy="253916"/>
              </a:xfrm>
              <a:prstGeom prst="rect">
                <a:avLst/>
              </a:prstGeom>
            </p:spPr>
            <p:txBody>
              <a:bodyPr wrap="none">
                <a:spAutoFit/>
              </a:bodyPr>
              <a:lstStyle/>
              <a:p>
                <a:pPr algn="ctr" fontAlgn="auto">
                  <a:spcBef>
                    <a:spcPts val="0"/>
                  </a:spcBef>
                  <a:spcAft>
                    <a:spcPts val="0"/>
                  </a:spcAft>
                </a:pPr>
                <a:r>
                  <a:rPr lang="ar-SA" sz="1600" b="1" u="sng" dirty="0">
                    <a:solidFill>
                      <a:schemeClr val="bg1"/>
                    </a:solidFill>
                  </a:rPr>
                  <a:t>Match Units</a:t>
                </a:r>
                <a:endParaRPr lang="en-US" sz="1600" dirty="0">
                  <a:solidFill>
                    <a:schemeClr val="bg1"/>
                  </a:solidFill>
                  <a:latin typeface="Open Sans" pitchFamily="34" charset="0"/>
                  <a:ea typeface="Open Sans" pitchFamily="34" charset="0"/>
                  <a:cs typeface="Open Sans" pitchFamily="34" charset="0"/>
                </a:endParaRPr>
              </a:p>
            </p:txBody>
          </p:sp>
        </p:grpSp>
      </p:grpSp>
      <p:sp>
        <p:nvSpPr>
          <p:cNvPr id="46" name="Rectangle 45"/>
          <p:cNvSpPr/>
          <p:nvPr/>
        </p:nvSpPr>
        <p:spPr>
          <a:xfrm>
            <a:off x="4284418" y="2546927"/>
            <a:ext cx="7625223" cy="3046988"/>
          </a:xfrm>
          <a:prstGeom prst="rect">
            <a:avLst/>
          </a:prstGeom>
        </p:spPr>
        <p:txBody>
          <a:bodyPr wrap="square">
            <a:spAutoFit/>
          </a:bodyPr>
          <a:lstStyle/>
          <a:p>
            <a:pPr algn="r" fontAlgn="auto">
              <a:spcBef>
                <a:spcPts val="0"/>
              </a:spcBef>
              <a:spcAft>
                <a:spcPts val="0"/>
              </a:spcAft>
            </a:pPr>
            <a:r>
              <a:rPr lang="ar-SA" sz="3200" b="1" dirty="0"/>
              <a:t>بعد أن أدخل على صناديق الاستكشاف الكثير من التعديلات أطلق عليها اسم "وحدات التقابل"، حيث أصبحت صناديق وحدات التقابل تحوي مواد تعليمية متنوعة الاستخدامات ومتعددة الأهداف مثل: الصور والأفلام الثابتة والمتحركة، والأشرطة المسجلة، والألعاب التربوية المسلية، والمواد الأولية</a:t>
            </a:r>
            <a:endParaRPr lang="ms-MY" sz="32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1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71881399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fade">
                                      <p:cBhvr>
                                        <p:cTn id="11" dur="500"/>
                                        <p:tgtEl>
                                          <p:spTgt spid="46"/>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slide(fromBottom)">
                                      <p:cBhvr>
                                        <p:cTn id="1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6" grpId="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0"/>
          <p:cNvGrpSpPr/>
          <p:nvPr/>
        </p:nvGrpSpPr>
        <p:grpSpPr>
          <a:xfrm>
            <a:off x="4819302" y="4536371"/>
            <a:ext cx="2601029" cy="2601029"/>
            <a:chOff x="3614476" y="3221164"/>
            <a:chExt cx="1950772" cy="1950772"/>
          </a:xfrm>
        </p:grpSpPr>
        <p:sp>
          <p:nvSpPr>
            <p:cNvPr id="49" name="Chord 48"/>
            <p:cNvSpPr/>
            <p:nvPr/>
          </p:nvSpPr>
          <p:spPr>
            <a:xfrm rot="6300000">
              <a:off x="3614476" y="3221164"/>
              <a:ext cx="1950772" cy="1950772"/>
            </a:xfrm>
            <a:prstGeom prst="chord">
              <a:avLst>
                <a:gd name="adj1" fmla="val 4234771"/>
                <a:gd name="adj2" fmla="val 15531980"/>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0" name="Freeform 153"/>
            <p:cNvSpPr>
              <a:spLocks noEditPoints="1"/>
            </p:cNvSpPr>
            <p:nvPr/>
          </p:nvSpPr>
          <p:spPr bwMode="auto">
            <a:xfrm>
              <a:off x="4312763" y="3528584"/>
              <a:ext cx="554198" cy="561860"/>
            </a:xfrm>
            <a:custGeom>
              <a:avLst/>
              <a:gdLst/>
              <a:ahLst/>
              <a:cxnLst>
                <a:cxn ang="0">
                  <a:pos x="0" y="59"/>
                </a:cxn>
                <a:cxn ang="0">
                  <a:pos x="118" y="59"/>
                </a:cxn>
                <a:cxn ang="0">
                  <a:pos x="111" y="57"/>
                </a:cxn>
                <a:cxn ang="0">
                  <a:pos x="83" y="33"/>
                </a:cxn>
                <a:cxn ang="0">
                  <a:pos x="111" y="57"/>
                </a:cxn>
                <a:cxn ang="0">
                  <a:pos x="41" y="91"/>
                </a:cxn>
                <a:cxn ang="0">
                  <a:pos x="57" y="111"/>
                </a:cxn>
                <a:cxn ang="0">
                  <a:pos x="61" y="8"/>
                </a:cxn>
                <a:cxn ang="0">
                  <a:pos x="61" y="34"/>
                </a:cxn>
                <a:cxn ang="0">
                  <a:pos x="61" y="8"/>
                </a:cxn>
                <a:cxn ang="0">
                  <a:pos x="95" y="22"/>
                </a:cxn>
                <a:cxn ang="0">
                  <a:pos x="67" y="8"/>
                </a:cxn>
                <a:cxn ang="0">
                  <a:pos x="57" y="34"/>
                </a:cxn>
                <a:cxn ang="0">
                  <a:pos x="57" y="8"/>
                </a:cxn>
                <a:cxn ang="0">
                  <a:pos x="36" y="30"/>
                </a:cxn>
                <a:cxn ang="0">
                  <a:pos x="50" y="8"/>
                </a:cxn>
                <a:cxn ang="0">
                  <a:pos x="38" y="35"/>
                </a:cxn>
                <a:cxn ang="0">
                  <a:pos x="57" y="57"/>
                </a:cxn>
                <a:cxn ang="0">
                  <a:pos x="38" y="35"/>
                </a:cxn>
                <a:cxn ang="0">
                  <a:pos x="57" y="84"/>
                </a:cxn>
                <a:cxn ang="0">
                  <a:pos x="34" y="61"/>
                </a:cxn>
                <a:cxn ang="0">
                  <a:pos x="50" y="110"/>
                </a:cxn>
                <a:cxn ang="0">
                  <a:pos x="38" y="92"/>
                </a:cxn>
                <a:cxn ang="0">
                  <a:pos x="61" y="111"/>
                </a:cxn>
                <a:cxn ang="0">
                  <a:pos x="77" y="91"/>
                </a:cxn>
                <a:cxn ang="0">
                  <a:pos x="61" y="111"/>
                </a:cxn>
                <a:cxn ang="0">
                  <a:pos x="93" y="99"/>
                </a:cxn>
                <a:cxn ang="0">
                  <a:pos x="80" y="92"/>
                </a:cxn>
                <a:cxn ang="0">
                  <a:pos x="61" y="84"/>
                </a:cxn>
                <a:cxn ang="0">
                  <a:pos x="84" y="61"/>
                </a:cxn>
                <a:cxn ang="0">
                  <a:pos x="61" y="57"/>
                </a:cxn>
                <a:cxn ang="0">
                  <a:pos x="80" y="35"/>
                </a:cxn>
                <a:cxn ang="0">
                  <a:pos x="61" y="57"/>
                </a:cxn>
                <a:cxn ang="0">
                  <a:pos x="35" y="33"/>
                </a:cxn>
                <a:cxn ang="0">
                  <a:pos x="7" y="57"/>
                </a:cxn>
                <a:cxn ang="0">
                  <a:pos x="7" y="61"/>
                </a:cxn>
                <a:cxn ang="0">
                  <a:pos x="36" y="89"/>
                </a:cxn>
                <a:cxn ang="0">
                  <a:pos x="7" y="61"/>
                </a:cxn>
                <a:cxn ang="0">
                  <a:pos x="82" y="89"/>
                </a:cxn>
                <a:cxn ang="0">
                  <a:pos x="111" y="61"/>
                </a:cxn>
                <a:cxn ang="0">
                  <a:pos x="95" y="96"/>
                </a:cxn>
              </a:cxnLst>
              <a:rect l="0" t="0" r="r" b="b"/>
              <a:pathLst>
                <a:path w="118" h="119">
                  <a:moveTo>
                    <a:pt x="59" y="0"/>
                  </a:moveTo>
                  <a:cubicBezTo>
                    <a:pt x="26" y="0"/>
                    <a:pt x="0" y="27"/>
                    <a:pt x="0" y="59"/>
                  </a:cubicBezTo>
                  <a:cubicBezTo>
                    <a:pt x="0" y="92"/>
                    <a:pt x="26" y="119"/>
                    <a:pt x="59" y="119"/>
                  </a:cubicBezTo>
                  <a:cubicBezTo>
                    <a:pt x="92" y="119"/>
                    <a:pt x="118" y="92"/>
                    <a:pt x="118" y="59"/>
                  </a:cubicBezTo>
                  <a:cubicBezTo>
                    <a:pt x="118" y="27"/>
                    <a:pt x="92" y="0"/>
                    <a:pt x="59" y="0"/>
                  </a:cubicBezTo>
                  <a:close/>
                  <a:moveTo>
                    <a:pt x="111" y="57"/>
                  </a:moveTo>
                  <a:cubicBezTo>
                    <a:pt x="88" y="57"/>
                    <a:pt x="88" y="57"/>
                    <a:pt x="88" y="57"/>
                  </a:cubicBezTo>
                  <a:cubicBezTo>
                    <a:pt x="87" y="49"/>
                    <a:pt x="86" y="41"/>
                    <a:pt x="83" y="33"/>
                  </a:cubicBezTo>
                  <a:cubicBezTo>
                    <a:pt x="88" y="31"/>
                    <a:pt x="93" y="28"/>
                    <a:pt x="98" y="25"/>
                  </a:cubicBezTo>
                  <a:cubicBezTo>
                    <a:pt x="105" y="34"/>
                    <a:pt x="110" y="45"/>
                    <a:pt x="111" y="57"/>
                  </a:cubicBezTo>
                  <a:close/>
                  <a:moveTo>
                    <a:pt x="57" y="111"/>
                  </a:moveTo>
                  <a:cubicBezTo>
                    <a:pt x="50" y="106"/>
                    <a:pt x="45" y="99"/>
                    <a:pt x="41" y="91"/>
                  </a:cubicBezTo>
                  <a:cubicBezTo>
                    <a:pt x="46" y="89"/>
                    <a:pt x="52" y="88"/>
                    <a:pt x="57" y="88"/>
                  </a:cubicBezTo>
                  <a:cubicBezTo>
                    <a:pt x="57" y="111"/>
                    <a:pt x="57" y="111"/>
                    <a:pt x="57" y="111"/>
                  </a:cubicBezTo>
                  <a:cubicBezTo>
                    <a:pt x="57" y="111"/>
                    <a:pt x="57" y="111"/>
                    <a:pt x="57" y="111"/>
                  </a:cubicBezTo>
                  <a:close/>
                  <a:moveTo>
                    <a:pt x="61" y="8"/>
                  </a:moveTo>
                  <a:cubicBezTo>
                    <a:pt x="68" y="14"/>
                    <a:pt x="74" y="22"/>
                    <a:pt x="78" y="31"/>
                  </a:cubicBezTo>
                  <a:cubicBezTo>
                    <a:pt x="73" y="33"/>
                    <a:pt x="67" y="34"/>
                    <a:pt x="61" y="34"/>
                  </a:cubicBezTo>
                  <a:cubicBezTo>
                    <a:pt x="61" y="8"/>
                    <a:pt x="61" y="8"/>
                    <a:pt x="61" y="8"/>
                  </a:cubicBezTo>
                  <a:cubicBezTo>
                    <a:pt x="61" y="8"/>
                    <a:pt x="61" y="8"/>
                    <a:pt x="61" y="8"/>
                  </a:cubicBezTo>
                  <a:close/>
                  <a:moveTo>
                    <a:pt x="67" y="8"/>
                  </a:moveTo>
                  <a:cubicBezTo>
                    <a:pt x="78" y="10"/>
                    <a:pt x="88" y="15"/>
                    <a:pt x="95" y="22"/>
                  </a:cubicBezTo>
                  <a:cubicBezTo>
                    <a:pt x="91" y="25"/>
                    <a:pt x="87" y="28"/>
                    <a:pt x="82" y="30"/>
                  </a:cubicBezTo>
                  <a:cubicBezTo>
                    <a:pt x="78" y="22"/>
                    <a:pt x="73" y="14"/>
                    <a:pt x="67" y="8"/>
                  </a:cubicBezTo>
                  <a:close/>
                  <a:moveTo>
                    <a:pt x="57" y="8"/>
                  </a:moveTo>
                  <a:cubicBezTo>
                    <a:pt x="57" y="34"/>
                    <a:pt x="57" y="34"/>
                    <a:pt x="57" y="34"/>
                  </a:cubicBezTo>
                  <a:cubicBezTo>
                    <a:pt x="51" y="34"/>
                    <a:pt x="45" y="33"/>
                    <a:pt x="40" y="31"/>
                  </a:cubicBezTo>
                  <a:cubicBezTo>
                    <a:pt x="44" y="22"/>
                    <a:pt x="50" y="14"/>
                    <a:pt x="57" y="8"/>
                  </a:cubicBezTo>
                  <a:cubicBezTo>
                    <a:pt x="57" y="8"/>
                    <a:pt x="57" y="8"/>
                    <a:pt x="57" y="8"/>
                  </a:cubicBezTo>
                  <a:close/>
                  <a:moveTo>
                    <a:pt x="36" y="30"/>
                  </a:moveTo>
                  <a:cubicBezTo>
                    <a:pt x="31" y="28"/>
                    <a:pt x="27" y="25"/>
                    <a:pt x="23" y="22"/>
                  </a:cubicBezTo>
                  <a:cubicBezTo>
                    <a:pt x="30" y="15"/>
                    <a:pt x="40" y="10"/>
                    <a:pt x="50" y="8"/>
                  </a:cubicBezTo>
                  <a:cubicBezTo>
                    <a:pt x="45" y="14"/>
                    <a:pt x="40" y="22"/>
                    <a:pt x="36" y="30"/>
                  </a:cubicBezTo>
                  <a:close/>
                  <a:moveTo>
                    <a:pt x="38" y="35"/>
                  </a:moveTo>
                  <a:cubicBezTo>
                    <a:pt x="44" y="37"/>
                    <a:pt x="50" y="38"/>
                    <a:pt x="57" y="38"/>
                  </a:cubicBezTo>
                  <a:cubicBezTo>
                    <a:pt x="57" y="57"/>
                    <a:pt x="57" y="57"/>
                    <a:pt x="57" y="57"/>
                  </a:cubicBezTo>
                  <a:cubicBezTo>
                    <a:pt x="34" y="57"/>
                    <a:pt x="34" y="57"/>
                    <a:pt x="34" y="57"/>
                  </a:cubicBezTo>
                  <a:cubicBezTo>
                    <a:pt x="34" y="49"/>
                    <a:pt x="36" y="42"/>
                    <a:pt x="38" y="35"/>
                  </a:cubicBezTo>
                  <a:close/>
                  <a:moveTo>
                    <a:pt x="57" y="61"/>
                  </a:moveTo>
                  <a:cubicBezTo>
                    <a:pt x="57" y="84"/>
                    <a:pt x="57" y="84"/>
                    <a:pt x="57" y="84"/>
                  </a:cubicBezTo>
                  <a:cubicBezTo>
                    <a:pt x="51" y="85"/>
                    <a:pt x="45" y="86"/>
                    <a:pt x="40" y="87"/>
                  </a:cubicBezTo>
                  <a:cubicBezTo>
                    <a:pt x="36" y="79"/>
                    <a:pt x="34" y="71"/>
                    <a:pt x="34" y="61"/>
                  </a:cubicBezTo>
                  <a:lnTo>
                    <a:pt x="57" y="61"/>
                  </a:lnTo>
                  <a:close/>
                  <a:moveTo>
                    <a:pt x="50" y="110"/>
                  </a:moveTo>
                  <a:cubicBezTo>
                    <a:pt x="41" y="109"/>
                    <a:pt x="32" y="105"/>
                    <a:pt x="25" y="99"/>
                  </a:cubicBezTo>
                  <a:cubicBezTo>
                    <a:pt x="29" y="96"/>
                    <a:pt x="33" y="94"/>
                    <a:pt x="38" y="92"/>
                  </a:cubicBezTo>
                  <a:cubicBezTo>
                    <a:pt x="41" y="99"/>
                    <a:pt x="45" y="105"/>
                    <a:pt x="50" y="110"/>
                  </a:cubicBezTo>
                  <a:close/>
                  <a:moveTo>
                    <a:pt x="61" y="111"/>
                  </a:moveTo>
                  <a:cubicBezTo>
                    <a:pt x="61" y="88"/>
                    <a:pt x="61" y="88"/>
                    <a:pt x="61" y="88"/>
                  </a:cubicBezTo>
                  <a:cubicBezTo>
                    <a:pt x="66" y="88"/>
                    <a:pt x="72" y="89"/>
                    <a:pt x="77" y="91"/>
                  </a:cubicBezTo>
                  <a:cubicBezTo>
                    <a:pt x="73" y="99"/>
                    <a:pt x="67" y="106"/>
                    <a:pt x="61" y="111"/>
                  </a:cubicBezTo>
                  <a:cubicBezTo>
                    <a:pt x="61" y="111"/>
                    <a:pt x="61" y="111"/>
                    <a:pt x="61" y="111"/>
                  </a:cubicBezTo>
                  <a:close/>
                  <a:moveTo>
                    <a:pt x="80" y="92"/>
                  </a:moveTo>
                  <a:cubicBezTo>
                    <a:pt x="85" y="94"/>
                    <a:pt x="89" y="96"/>
                    <a:pt x="93" y="99"/>
                  </a:cubicBezTo>
                  <a:cubicBezTo>
                    <a:pt x="86" y="105"/>
                    <a:pt x="77" y="109"/>
                    <a:pt x="67" y="110"/>
                  </a:cubicBezTo>
                  <a:cubicBezTo>
                    <a:pt x="73" y="105"/>
                    <a:pt x="77" y="99"/>
                    <a:pt x="80" y="92"/>
                  </a:cubicBezTo>
                  <a:close/>
                  <a:moveTo>
                    <a:pt x="78" y="87"/>
                  </a:moveTo>
                  <a:cubicBezTo>
                    <a:pt x="73" y="86"/>
                    <a:pt x="67" y="85"/>
                    <a:pt x="61" y="84"/>
                  </a:cubicBezTo>
                  <a:cubicBezTo>
                    <a:pt x="61" y="61"/>
                    <a:pt x="61" y="61"/>
                    <a:pt x="61" y="61"/>
                  </a:cubicBezTo>
                  <a:cubicBezTo>
                    <a:pt x="84" y="61"/>
                    <a:pt x="84" y="61"/>
                    <a:pt x="84" y="61"/>
                  </a:cubicBezTo>
                  <a:cubicBezTo>
                    <a:pt x="84" y="71"/>
                    <a:pt x="82" y="79"/>
                    <a:pt x="78" y="87"/>
                  </a:cubicBezTo>
                  <a:close/>
                  <a:moveTo>
                    <a:pt x="61" y="57"/>
                  </a:moveTo>
                  <a:cubicBezTo>
                    <a:pt x="61" y="38"/>
                    <a:pt x="61" y="38"/>
                    <a:pt x="61" y="38"/>
                  </a:cubicBezTo>
                  <a:cubicBezTo>
                    <a:pt x="67" y="38"/>
                    <a:pt x="74" y="37"/>
                    <a:pt x="80" y="35"/>
                  </a:cubicBezTo>
                  <a:cubicBezTo>
                    <a:pt x="82" y="42"/>
                    <a:pt x="84" y="49"/>
                    <a:pt x="84" y="57"/>
                  </a:cubicBezTo>
                  <a:lnTo>
                    <a:pt x="61" y="57"/>
                  </a:lnTo>
                  <a:close/>
                  <a:moveTo>
                    <a:pt x="20" y="25"/>
                  </a:moveTo>
                  <a:cubicBezTo>
                    <a:pt x="25" y="28"/>
                    <a:pt x="30" y="31"/>
                    <a:pt x="35" y="33"/>
                  </a:cubicBezTo>
                  <a:cubicBezTo>
                    <a:pt x="32" y="41"/>
                    <a:pt x="30" y="49"/>
                    <a:pt x="30" y="57"/>
                  </a:cubicBezTo>
                  <a:cubicBezTo>
                    <a:pt x="7" y="57"/>
                    <a:pt x="7" y="57"/>
                    <a:pt x="7" y="57"/>
                  </a:cubicBezTo>
                  <a:cubicBezTo>
                    <a:pt x="8" y="45"/>
                    <a:pt x="13" y="34"/>
                    <a:pt x="20" y="25"/>
                  </a:cubicBezTo>
                  <a:close/>
                  <a:moveTo>
                    <a:pt x="7" y="61"/>
                  </a:moveTo>
                  <a:cubicBezTo>
                    <a:pt x="30" y="61"/>
                    <a:pt x="30" y="61"/>
                    <a:pt x="30" y="61"/>
                  </a:cubicBezTo>
                  <a:cubicBezTo>
                    <a:pt x="31" y="71"/>
                    <a:pt x="33" y="80"/>
                    <a:pt x="36" y="89"/>
                  </a:cubicBezTo>
                  <a:cubicBezTo>
                    <a:pt x="31" y="91"/>
                    <a:pt x="27" y="93"/>
                    <a:pt x="22" y="96"/>
                  </a:cubicBezTo>
                  <a:cubicBezTo>
                    <a:pt x="13" y="87"/>
                    <a:pt x="8" y="75"/>
                    <a:pt x="7" y="61"/>
                  </a:cubicBezTo>
                  <a:close/>
                  <a:moveTo>
                    <a:pt x="95" y="96"/>
                  </a:moveTo>
                  <a:cubicBezTo>
                    <a:pt x="91" y="93"/>
                    <a:pt x="87" y="91"/>
                    <a:pt x="82" y="89"/>
                  </a:cubicBezTo>
                  <a:cubicBezTo>
                    <a:pt x="85" y="80"/>
                    <a:pt x="87" y="71"/>
                    <a:pt x="88" y="61"/>
                  </a:cubicBezTo>
                  <a:cubicBezTo>
                    <a:pt x="111" y="61"/>
                    <a:pt x="111" y="61"/>
                    <a:pt x="111" y="61"/>
                  </a:cubicBezTo>
                  <a:cubicBezTo>
                    <a:pt x="110" y="75"/>
                    <a:pt x="104" y="87"/>
                    <a:pt x="95" y="96"/>
                  </a:cubicBezTo>
                  <a:close/>
                  <a:moveTo>
                    <a:pt x="95" y="96"/>
                  </a:moveTo>
                  <a:cubicBezTo>
                    <a:pt x="95" y="96"/>
                    <a:pt x="95" y="96"/>
                    <a:pt x="95" y="96"/>
                  </a:cubicBezTo>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44" name="Arc 43"/>
          <p:cNvSpPr/>
          <p:nvPr/>
        </p:nvSpPr>
        <p:spPr>
          <a:xfrm>
            <a:off x="3765551" y="3543301"/>
            <a:ext cx="4660900" cy="4660900"/>
          </a:xfrm>
          <a:prstGeom prst="arc">
            <a:avLst>
              <a:gd name="adj1" fmla="val 10769273"/>
              <a:gd name="adj2" fmla="val 0"/>
            </a:avLst>
          </a:prstGeom>
          <a:ln w="57150" cap="rnd">
            <a:solidFill>
              <a:schemeClr val="tx1">
                <a:lumMod val="25000"/>
                <a:lumOff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11" name="Oval 10"/>
          <p:cNvSpPr/>
          <p:nvPr/>
        </p:nvSpPr>
        <p:spPr>
          <a:xfrm>
            <a:off x="7607300" y="4091005"/>
            <a:ext cx="304800" cy="3048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2" name="Oval 11"/>
          <p:cNvSpPr/>
          <p:nvPr/>
        </p:nvSpPr>
        <p:spPr>
          <a:xfrm>
            <a:off x="4285716" y="4091005"/>
            <a:ext cx="304800" cy="304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4" name="Teardrop 13"/>
          <p:cNvSpPr/>
          <p:nvPr/>
        </p:nvSpPr>
        <p:spPr>
          <a:xfrm rot="5400000">
            <a:off x="3181349" y="3002476"/>
            <a:ext cx="1085851" cy="1085851"/>
          </a:xfrm>
          <a:prstGeom prst="teardrop">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5" name="Teardrop 14"/>
          <p:cNvSpPr/>
          <p:nvPr/>
        </p:nvSpPr>
        <p:spPr>
          <a:xfrm rot="16200000" flipH="1">
            <a:off x="7947025" y="3015176"/>
            <a:ext cx="1085851" cy="1085851"/>
          </a:xfrm>
          <a:prstGeom prst="teardrop">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0" name="Footer Text"/>
          <p:cNvSpPr txBox="1"/>
          <p:nvPr/>
        </p:nvSpPr>
        <p:spPr>
          <a:xfrm>
            <a:off x="516421" y="4118283"/>
            <a:ext cx="3086635" cy="1292662"/>
          </a:xfrm>
          <a:prstGeom prst="rect">
            <a:avLst/>
          </a:prstGeom>
          <a:noFill/>
        </p:spPr>
        <p:txBody>
          <a:bodyPr wrap="square" lIns="0" tIns="0" rIns="0" bIns="0" rtlCol="0">
            <a:spAutoFit/>
          </a:bodyPr>
          <a:lstStyle/>
          <a:p>
            <a:pPr algn="ctr" defTabSz="1375467" fontAlgn="auto">
              <a:spcBef>
                <a:spcPts val="0"/>
              </a:spcBef>
              <a:spcAft>
                <a:spcPts val="0"/>
              </a:spcAft>
            </a:pPr>
            <a:r>
              <a:rPr lang="ar-SA" sz="2800" b="1" dirty="0"/>
              <a:t>تقليل الضغط على المختبر المدرسي والمكتبة المدرسية وغرفة التقنيات</a:t>
            </a:r>
            <a:endParaRPr lang="en-US" sz="2000" b="1" dirty="0">
              <a:solidFill>
                <a:srgbClr val="262626">
                  <a:lumMod val="50000"/>
                  <a:lumOff val="50000"/>
                </a:srgbClr>
              </a:solidFill>
              <a:latin typeface="Roboto Condensed"/>
            </a:endParaRPr>
          </a:p>
        </p:txBody>
      </p:sp>
      <p:sp>
        <p:nvSpPr>
          <p:cNvPr id="21" name="Footer Text"/>
          <p:cNvSpPr txBox="1"/>
          <p:nvPr/>
        </p:nvSpPr>
        <p:spPr>
          <a:xfrm>
            <a:off x="8771990" y="4088327"/>
            <a:ext cx="3122099" cy="2154436"/>
          </a:xfrm>
          <a:prstGeom prst="rect">
            <a:avLst/>
          </a:prstGeom>
          <a:noFill/>
        </p:spPr>
        <p:txBody>
          <a:bodyPr wrap="square" lIns="0" tIns="0" rIns="0" bIns="0" rtlCol="0">
            <a:spAutoFit/>
          </a:bodyPr>
          <a:lstStyle/>
          <a:p>
            <a:pPr algn="ctr" defTabSz="1375467" fontAlgn="auto">
              <a:spcBef>
                <a:spcPts val="0"/>
              </a:spcBef>
              <a:spcAft>
                <a:spcPts val="0"/>
              </a:spcAft>
            </a:pPr>
            <a:r>
              <a:rPr lang="ar-SA" sz="2800" b="1" dirty="0"/>
              <a:t>سهولة الوصول إلى الأجهزة والأدوات والمواد التعليمية التي تخدم عدد من الأنشطة المتماثلة في موضوعها كالضوء مثلاً</a:t>
            </a:r>
            <a:endParaRPr lang="en-US" sz="2800" b="1" dirty="0">
              <a:solidFill>
                <a:srgbClr val="262626">
                  <a:lumMod val="50000"/>
                  <a:lumOff val="50000"/>
                </a:srgbClr>
              </a:solidFill>
              <a:latin typeface="Roboto Condensed"/>
            </a:endParaRPr>
          </a:p>
        </p:txBody>
      </p:sp>
      <p:sp>
        <p:nvSpPr>
          <p:cNvPr id="26" name="Freeform 145"/>
          <p:cNvSpPr>
            <a:spLocks/>
          </p:cNvSpPr>
          <p:nvPr/>
        </p:nvSpPr>
        <p:spPr bwMode="auto">
          <a:xfrm>
            <a:off x="3506170" y="3355737"/>
            <a:ext cx="437181" cy="376991"/>
          </a:xfrm>
          <a:custGeom>
            <a:avLst/>
            <a:gdLst/>
            <a:ahLst/>
            <a:cxnLst>
              <a:cxn ang="0">
                <a:pos x="64" y="51"/>
              </a:cxn>
              <a:cxn ang="0">
                <a:pos x="60" y="55"/>
              </a:cxn>
              <a:cxn ang="0">
                <a:pos x="49" y="55"/>
              </a:cxn>
              <a:cxn ang="0">
                <a:pos x="45" y="51"/>
              </a:cxn>
              <a:cxn ang="0">
                <a:pos x="45" y="40"/>
              </a:cxn>
              <a:cxn ang="0">
                <a:pos x="49" y="36"/>
              </a:cxn>
              <a:cxn ang="0">
                <a:pos x="52" y="36"/>
              </a:cxn>
              <a:cxn ang="0">
                <a:pos x="52" y="30"/>
              </a:cxn>
              <a:cxn ang="0">
                <a:pos x="34" y="30"/>
              </a:cxn>
              <a:cxn ang="0">
                <a:pos x="34" y="36"/>
              </a:cxn>
              <a:cxn ang="0">
                <a:pos x="37" y="36"/>
              </a:cxn>
              <a:cxn ang="0">
                <a:pos x="41" y="40"/>
              </a:cxn>
              <a:cxn ang="0">
                <a:pos x="41" y="51"/>
              </a:cxn>
              <a:cxn ang="0">
                <a:pos x="37" y="55"/>
              </a:cxn>
              <a:cxn ang="0">
                <a:pos x="26" y="55"/>
              </a:cxn>
              <a:cxn ang="0">
                <a:pos x="23" y="51"/>
              </a:cxn>
              <a:cxn ang="0">
                <a:pos x="23" y="40"/>
              </a:cxn>
              <a:cxn ang="0">
                <a:pos x="26" y="36"/>
              </a:cxn>
              <a:cxn ang="0">
                <a:pos x="29" y="36"/>
              </a:cxn>
              <a:cxn ang="0">
                <a:pos x="29" y="30"/>
              </a:cxn>
              <a:cxn ang="0">
                <a:pos x="11" y="30"/>
              </a:cxn>
              <a:cxn ang="0">
                <a:pos x="11" y="36"/>
              </a:cxn>
              <a:cxn ang="0">
                <a:pos x="15" y="36"/>
              </a:cxn>
              <a:cxn ang="0">
                <a:pos x="18" y="40"/>
              </a:cxn>
              <a:cxn ang="0">
                <a:pos x="18" y="51"/>
              </a:cxn>
              <a:cxn ang="0">
                <a:pos x="15" y="55"/>
              </a:cxn>
              <a:cxn ang="0">
                <a:pos x="3" y="55"/>
              </a:cxn>
              <a:cxn ang="0">
                <a:pos x="0" y="51"/>
              </a:cxn>
              <a:cxn ang="0">
                <a:pos x="0" y="40"/>
              </a:cxn>
              <a:cxn ang="0">
                <a:pos x="3" y="36"/>
              </a:cxn>
              <a:cxn ang="0">
                <a:pos x="7" y="36"/>
              </a:cxn>
              <a:cxn ang="0">
                <a:pos x="7" y="30"/>
              </a:cxn>
              <a:cxn ang="0">
                <a:pos x="11" y="25"/>
              </a:cxn>
              <a:cxn ang="0">
                <a:pos x="29" y="25"/>
              </a:cxn>
              <a:cxn ang="0">
                <a:pos x="29" y="18"/>
              </a:cxn>
              <a:cxn ang="0">
                <a:pos x="26" y="18"/>
              </a:cxn>
              <a:cxn ang="0">
                <a:pos x="23" y="15"/>
              </a:cxn>
              <a:cxn ang="0">
                <a:pos x="23" y="3"/>
              </a:cxn>
              <a:cxn ang="0">
                <a:pos x="26" y="0"/>
              </a:cxn>
              <a:cxn ang="0">
                <a:pos x="37" y="0"/>
              </a:cxn>
              <a:cxn ang="0">
                <a:pos x="41" y="3"/>
              </a:cxn>
              <a:cxn ang="0">
                <a:pos x="41" y="15"/>
              </a:cxn>
              <a:cxn ang="0">
                <a:pos x="37" y="18"/>
              </a:cxn>
              <a:cxn ang="0">
                <a:pos x="34" y="18"/>
              </a:cxn>
              <a:cxn ang="0">
                <a:pos x="34" y="25"/>
              </a:cxn>
              <a:cxn ang="0">
                <a:pos x="52" y="25"/>
              </a:cxn>
              <a:cxn ang="0">
                <a:pos x="57" y="30"/>
              </a:cxn>
              <a:cxn ang="0">
                <a:pos x="57" y="36"/>
              </a:cxn>
              <a:cxn ang="0">
                <a:pos x="60" y="36"/>
              </a:cxn>
              <a:cxn ang="0">
                <a:pos x="64" y="40"/>
              </a:cxn>
              <a:cxn ang="0">
                <a:pos x="64" y="51"/>
              </a:cxn>
            </a:cxnLst>
            <a:rect l="0" t="0" r="r" b="b"/>
            <a:pathLst>
              <a:path w="64" h="55">
                <a:moveTo>
                  <a:pt x="64" y="51"/>
                </a:moveTo>
                <a:cubicBezTo>
                  <a:pt x="64" y="53"/>
                  <a:pt x="62" y="55"/>
                  <a:pt x="60" y="55"/>
                </a:cubicBezTo>
                <a:cubicBezTo>
                  <a:pt x="49" y="55"/>
                  <a:pt x="49" y="55"/>
                  <a:pt x="49" y="55"/>
                </a:cubicBezTo>
                <a:cubicBezTo>
                  <a:pt x="47" y="55"/>
                  <a:pt x="45" y="53"/>
                  <a:pt x="45" y="51"/>
                </a:cubicBezTo>
                <a:cubicBezTo>
                  <a:pt x="45" y="40"/>
                  <a:pt x="45" y="40"/>
                  <a:pt x="45" y="40"/>
                </a:cubicBezTo>
                <a:cubicBezTo>
                  <a:pt x="45" y="38"/>
                  <a:pt x="47" y="36"/>
                  <a:pt x="49" y="36"/>
                </a:cubicBezTo>
                <a:cubicBezTo>
                  <a:pt x="52" y="36"/>
                  <a:pt x="52" y="36"/>
                  <a:pt x="52" y="36"/>
                </a:cubicBezTo>
                <a:cubicBezTo>
                  <a:pt x="52" y="30"/>
                  <a:pt x="52" y="30"/>
                  <a:pt x="52" y="30"/>
                </a:cubicBezTo>
                <a:cubicBezTo>
                  <a:pt x="34" y="30"/>
                  <a:pt x="34" y="30"/>
                  <a:pt x="34" y="30"/>
                </a:cubicBezTo>
                <a:cubicBezTo>
                  <a:pt x="34" y="36"/>
                  <a:pt x="34" y="36"/>
                  <a:pt x="34" y="36"/>
                </a:cubicBezTo>
                <a:cubicBezTo>
                  <a:pt x="37" y="36"/>
                  <a:pt x="37" y="36"/>
                  <a:pt x="37" y="36"/>
                </a:cubicBezTo>
                <a:cubicBezTo>
                  <a:pt x="39" y="36"/>
                  <a:pt x="41" y="38"/>
                  <a:pt x="41" y="40"/>
                </a:cubicBezTo>
                <a:cubicBezTo>
                  <a:pt x="41" y="51"/>
                  <a:pt x="41" y="51"/>
                  <a:pt x="41" y="51"/>
                </a:cubicBezTo>
                <a:cubicBezTo>
                  <a:pt x="41" y="53"/>
                  <a:pt x="39" y="55"/>
                  <a:pt x="37" y="55"/>
                </a:cubicBezTo>
                <a:cubicBezTo>
                  <a:pt x="26" y="55"/>
                  <a:pt x="26" y="55"/>
                  <a:pt x="26" y="55"/>
                </a:cubicBezTo>
                <a:cubicBezTo>
                  <a:pt x="24" y="55"/>
                  <a:pt x="23" y="53"/>
                  <a:pt x="23" y="51"/>
                </a:cubicBezTo>
                <a:cubicBezTo>
                  <a:pt x="23" y="40"/>
                  <a:pt x="23" y="40"/>
                  <a:pt x="23" y="40"/>
                </a:cubicBezTo>
                <a:cubicBezTo>
                  <a:pt x="23" y="38"/>
                  <a:pt x="24" y="36"/>
                  <a:pt x="26" y="36"/>
                </a:cubicBezTo>
                <a:cubicBezTo>
                  <a:pt x="29" y="36"/>
                  <a:pt x="29" y="36"/>
                  <a:pt x="29" y="36"/>
                </a:cubicBezTo>
                <a:cubicBezTo>
                  <a:pt x="29" y="30"/>
                  <a:pt x="29" y="30"/>
                  <a:pt x="29" y="30"/>
                </a:cubicBezTo>
                <a:cubicBezTo>
                  <a:pt x="11" y="30"/>
                  <a:pt x="11" y="30"/>
                  <a:pt x="11" y="30"/>
                </a:cubicBezTo>
                <a:cubicBezTo>
                  <a:pt x="11" y="36"/>
                  <a:pt x="11" y="36"/>
                  <a:pt x="11" y="36"/>
                </a:cubicBezTo>
                <a:cubicBezTo>
                  <a:pt x="15" y="36"/>
                  <a:pt x="15" y="36"/>
                  <a:pt x="15" y="36"/>
                </a:cubicBezTo>
                <a:cubicBezTo>
                  <a:pt x="17" y="36"/>
                  <a:pt x="18" y="38"/>
                  <a:pt x="18" y="40"/>
                </a:cubicBezTo>
                <a:cubicBezTo>
                  <a:pt x="18" y="51"/>
                  <a:pt x="18" y="51"/>
                  <a:pt x="18" y="51"/>
                </a:cubicBezTo>
                <a:cubicBezTo>
                  <a:pt x="18" y="53"/>
                  <a:pt x="17" y="55"/>
                  <a:pt x="15" y="55"/>
                </a:cubicBezTo>
                <a:cubicBezTo>
                  <a:pt x="3" y="55"/>
                  <a:pt x="3" y="55"/>
                  <a:pt x="3" y="55"/>
                </a:cubicBezTo>
                <a:cubicBezTo>
                  <a:pt x="1" y="55"/>
                  <a:pt x="0" y="53"/>
                  <a:pt x="0" y="51"/>
                </a:cubicBezTo>
                <a:cubicBezTo>
                  <a:pt x="0" y="40"/>
                  <a:pt x="0" y="40"/>
                  <a:pt x="0" y="40"/>
                </a:cubicBezTo>
                <a:cubicBezTo>
                  <a:pt x="0" y="38"/>
                  <a:pt x="1" y="36"/>
                  <a:pt x="3" y="36"/>
                </a:cubicBezTo>
                <a:cubicBezTo>
                  <a:pt x="7" y="36"/>
                  <a:pt x="7" y="36"/>
                  <a:pt x="7" y="36"/>
                </a:cubicBezTo>
                <a:cubicBezTo>
                  <a:pt x="7" y="30"/>
                  <a:pt x="7" y="30"/>
                  <a:pt x="7" y="30"/>
                </a:cubicBezTo>
                <a:cubicBezTo>
                  <a:pt x="7" y="27"/>
                  <a:pt x="9" y="25"/>
                  <a:pt x="11" y="25"/>
                </a:cubicBezTo>
                <a:cubicBezTo>
                  <a:pt x="29" y="25"/>
                  <a:pt x="29" y="25"/>
                  <a:pt x="29" y="25"/>
                </a:cubicBezTo>
                <a:cubicBezTo>
                  <a:pt x="29" y="18"/>
                  <a:pt x="29" y="18"/>
                  <a:pt x="29" y="18"/>
                </a:cubicBezTo>
                <a:cubicBezTo>
                  <a:pt x="26" y="18"/>
                  <a:pt x="26" y="18"/>
                  <a:pt x="26" y="18"/>
                </a:cubicBezTo>
                <a:cubicBezTo>
                  <a:pt x="24" y="18"/>
                  <a:pt x="23" y="17"/>
                  <a:pt x="23" y="15"/>
                </a:cubicBezTo>
                <a:cubicBezTo>
                  <a:pt x="23" y="3"/>
                  <a:pt x="23" y="3"/>
                  <a:pt x="23" y="3"/>
                </a:cubicBezTo>
                <a:cubicBezTo>
                  <a:pt x="23" y="1"/>
                  <a:pt x="24" y="0"/>
                  <a:pt x="26" y="0"/>
                </a:cubicBezTo>
                <a:cubicBezTo>
                  <a:pt x="37" y="0"/>
                  <a:pt x="37" y="0"/>
                  <a:pt x="37" y="0"/>
                </a:cubicBezTo>
                <a:cubicBezTo>
                  <a:pt x="39" y="0"/>
                  <a:pt x="41" y="1"/>
                  <a:pt x="41" y="3"/>
                </a:cubicBezTo>
                <a:cubicBezTo>
                  <a:pt x="41" y="15"/>
                  <a:pt x="41" y="15"/>
                  <a:pt x="41" y="15"/>
                </a:cubicBezTo>
                <a:cubicBezTo>
                  <a:pt x="41" y="17"/>
                  <a:pt x="39" y="18"/>
                  <a:pt x="37" y="18"/>
                </a:cubicBezTo>
                <a:cubicBezTo>
                  <a:pt x="34" y="18"/>
                  <a:pt x="34" y="18"/>
                  <a:pt x="34" y="18"/>
                </a:cubicBezTo>
                <a:cubicBezTo>
                  <a:pt x="34" y="25"/>
                  <a:pt x="34" y="25"/>
                  <a:pt x="34" y="25"/>
                </a:cubicBezTo>
                <a:cubicBezTo>
                  <a:pt x="52" y="25"/>
                  <a:pt x="52" y="25"/>
                  <a:pt x="52" y="25"/>
                </a:cubicBezTo>
                <a:cubicBezTo>
                  <a:pt x="55" y="25"/>
                  <a:pt x="57" y="27"/>
                  <a:pt x="57" y="30"/>
                </a:cubicBezTo>
                <a:cubicBezTo>
                  <a:pt x="57" y="36"/>
                  <a:pt x="57" y="36"/>
                  <a:pt x="57" y="36"/>
                </a:cubicBezTo>
                <a:cubicBezTo>
                  <a:pt x="60" y="36"/>
                  <a:pt x="60" y="36"/>
                  <a:pt x="60" y="36"/>
                </a:cubicBezTo>
                <a:cubicBezTo>
                  <a:pt x="62" y="36"/>
                  <a:pt x="64" y="38"/>
                  <a:pt x="64" y="40"/>
                </a:cubicBezTo>
                <a:lnTo>
                  <a:pt x="64" y="51"/>
                </a:lnTo>
                <a:close/>
              </a:path>
            </a:pathLst>
          </a:custGeom>
          <a:solidFill>
            <a:schemeClr val="accent2"/>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28" name="Freeform 175"/>
          <p:cNvSpPr>
            <a:spLocks noEditPoints="1"/>
          </p:cNvSpPr>
          <p:nvPr/>
        </p:nvSpPr>
        <p:spPr bwMode="auto">
          <a:xfrm>
            <a:off x="8299451" y="3368437"/>
            <a:ext cx="396000" cy="399167"/>
          </a:xfrm>
          <a:custGeom>
            <a:avLst/>
            <a:gdLst/>
            <a:ahLst/>
            <a:cxnLst>
              <a:cxn ang="0">
                <a:pos x="11" y="57"/>
              </a:cxn>
              <a:cxn ang="0">
                <a:pos x="8" y="58"/>
              </a:cxn>
              <a:cxn ang="0">
                <a:pos x="5" y="57"/>
              </a:cxn>
              <a:cxn ang="0">
                <a:pos x="1" y="53"/>
              </a:cxn>
              <a:cxn ang="0">
                <a:pos x="0" y="50"/>
              </a:cxn>
              <a:cxn ang="0">
                <a:pos x="1" y="47"/>
              </a:cxn>
              <a:cxn ang="0">
                <a:pos x="25" y="22"/>
              </a:cxn>
              <a:cxn ang="0">
                <a:pos x="35" y="33"/>
              </a:cxn>
              <a:cxn ang="0">
                <a:pos x="11" y="57"/>
              </a:cxn>
              <a:cxn ang="0">
                <a:pos x="10" y="45"/>
              </a:cxn>
              <a:cxn ang="0">
                <a:pos x="8" y="48"/>
              </a:cxn>
              <a:cxn ang="0">
                <a:pos x="10" y="50"/>
              </a:cxn>
              <a:cxn ang="0">
                <a:pos x="12" y="48"/>
              </a:cxn>
              <a:cxn ang="0">
                <a:pos x="10" y="45"/>
              </a:cxn>
              <a:cxn ang="0">
                <a:pos x="57" y="21"/>
              </a:cxn>
              <a:cxn ang="0">
                <a:pos x="42" y="32"/>
              </a:cxn>
              <a:cxn ang="0">
                <a:pos x="26" y="16"/>
              </a:cxn>
              <a:cxn ang="0">
                <a:pos x="42" y="0"/>
              </a:cxn>
              <a:cxn ang="0">
                <a:pos x="50" y="2"/>
              </a:cxn>
              <a:cxn ang="0">
                <a:pos x="51" y="3"/>
              </a:cxn>
              <a:cxn ang="0">
                <a:pos x="50" y="4"/>
              </a:cxn>
              <a:cxn ang="0">
                <a:pos x="40" y="10"/>
              </a:cxn>
              <a:cxn ang="0">
                <a:pos x="40" y="18"/>
              </a:cxn>
              <a:cxn ang="0">
                <a:pos x="47" y="22"/>
              </a:cxn>
              <a:cxn ang="0">
                <a:pos x="57" y="16"/>
              </a:cxn>
              <a:cxn ang="0">
                <a:pos x="58" y="17"/>
              </a:cxn>
              <a:cxn ang="0">
                <a:pos x="57" y="21"/>
              </a:cxn>
            </a:cxnLst>
            <a:rect l="0" t="0" r="r" b="b"/>
            <a:pathLst>
              <a:path w="58" h="58">
                <a:moveTo>
                  <a:pt x="11" y="57"/>
                </a:moveTo>
                <a:cubicBezTo>
                  <a:pt x="10" y="58"/>
                  <a:pt x="9" y="58"/>
                  <a:pt x="8" y="58"/>
                </a:cubicBezTo>
                <a:cubicBezTo>
                  <a:pt x="7" y="58"/>
                  <a:pt x="6" y="58"/>
                  <a:pt x="5" y="57"/>
                </a:cubicBezTo>
                <a:cubicBezTo>
                  <a:pt x="1" y="53"/>
                  <a:pt x="1" y="53"/>
                  <a:pt x="1" y="53"/>
                </a:cubicBezTo>
                <a:cubicBezTo>
                  <a:pt x="0" y="52"/>
                  <a:pt x="0" y="51"/>
                  <a:pt x="0" y="50"/>
                </a:cubicBezTo>
                <a:cubicBezTo>
                  <a:pt x="0" y="49"/>
                  <a:pt x="0" y="47"/>
                  <a:pt x="1" y="47"/>
                </a:cubicBezTo>
                <a:cubicBezTo>
                  <a:pt x="25" y="22"/>
                  <a:pt x="25" y="22"/>
                  <a:pt x="25" y="22"/>
                </a:cubicBezTo>
                <a:cubicBezTo>
                  <a:pt x="27" y="27"/>
                  <a:pt x="31" y="31"/>
                  <a:pt x="35" y="33"/>
                </a:cubicBezTo>
                <a:lnTo>
                  <a:pt x="11" y="57"/>
                </a:lnTo>
                <a:close/>
                <a:moveTo>
                  <a:pt x="10" y="45"/>
                </a:moveTo>
                <a:cubicBezTo>
                  <a:pt x="9" y="45"/>
                  <a:pt x="8" y="46"/>
                  <a:pt x="8" y="48"/>
                </a:cubicBezTo>
                <a:cubicBezTo>
                  <a:pt x="8" y="49"/>
                  <a:pt x="9" y="50"/>
                  <a:pt x="10" y="50"/>
                </a:cubicBezTo>
                <a:cubicBezTo>
                  <a:pt x="11" y="50"/>
                  <a:pt x="12" y="49"/>
                  <a:pt x="12" y="48"/>
                </a:cubicBezTo>
                <a:cubicBezTo>
                  <a:pt x="12" y="46"/>
                  <a:pt x="11" y="45"/>
                  <a:pt x="10" y="45"/>
                </a:cubicBezTo>
                <a:close/>
                <a:moveTo>
                  <a:pt x="57" y="21"/>
                </a:moveTo>
                <a:cubicBezTo>
                  <a:pt x="55" y="27"/>
                  <a:pt x="49" y="32"/>
                  <a:pt x="42" y="32"/>
                </a:cubicBezTo>
                <a:cubicBezTo>
                  <a:pt x="33" y="32"/>
                  <a:pt x="26" y="24"/>
                  <a:pt x="26" y="16"/>
                </a:cubicBezTo>
                <a:cubicBezTo>
                  <a:pt x="26" y="7"/>
                  <a:pt x="33" y="0"/>
                  <a:pt x="42" y="0"/>
                </a:cubicBezTo>
                <a:cubicBezTo>
                  <a:pt x="45" y="0"/>
                  <a:pt x="48" y="0"/>
                  <a:pt x="50" y="2"/>
                </a:cubicBezTo>
                <a:cubicBezTo>
                  <a:pt x="51" y="2"/>
                  <a:pt x="51" y="2"/>
                  <a:pt x="51" y="3"/>
                </a:cubicBezTo>
                <a:cubicBezTo>
                  <a:pt x="51" y="3"/>
                  <a:pt x="51" y="4"/>
                  <a:pt x="50" y="4"/>
                </a:cubicBezTo>
                <a:cubicBezTo>
                  <a:pt x="40" y="10"/>
                  <a:pt x="40" y="10"/>
                  <a:pt x="40" y="10"/>
                </a:cubicBezTo>
                <a:cubicBezTo>
                  <a:pt x="40" y="18"/>
                  <a:pt x="40" y="18"/>
                  <a:pt x="40" y="18"/>
                </a:cubicBezTo>
                <a:cubicBezTo>
                  <a:pt x="47" y="22"/>
                  <a:pt x="47" y="22"/>
                  <a:pt x="47" y="22"/>
                </a:cubicBezTo>
                <a:cubicBezTo>
                  <a:pt x="48" y="21"/>
                  <a:pt x="56" y="16"/>
                  <a:pt x="57" y="16"/>
                </a:cubicBezTo>
                <a:cubicBezTo>
                  <a:pt x="58" y="16"/>
                  <a:pt x="58" y="16"/>
                  <a:pt x="58" y="17"/>
                </a:cubicBezTo>
                <a:cubicBezTo>
                  <a:pt x="58" y="18"/>
                  <a:pt x="58" y="20"/>
                  <a:pt x="57" y="21"/>
                </a:cubicBezTo>
                <a:close/>
              </a:path>
            </a:pathLst>
          </a:custGeom>
          <a:solidFill>
            <a:schemeClr val="accent4"/>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30" name="Rectangle 29"/>
          <p:cNvSpPr/>
          <p:nvPr/>
        </p:nvSpPr>
        <p:spPr>
          <a:xfrm>
            <a:off x="0" y="-34297"/>
            <a:ext cx="12192000" cy="1745419"/>
          </a:xfrm>
          <a:prstGeom prst="rect">
            <a:avLst/>
          </a:prstGeom>
          <a:solidFill>
            <a:srgbClr val="44546A">
              <a:lumMod val="7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37" name="Text Placeholder 1"/>
          <p:cNvSpPr txBox="1">
            <a:spLocks/>
          </p:cNvSpPr>
          <p:nvPr/>
        </p:nvSpPr>
        <p:spPr>
          <a:xfrm>
            <a:off x="5048035" y="640846"/>
            <a:ext cx="7163526" cy="431780"/>
          </a:xfrm>
          <a:prstGeom prst="rect">
            <a:avLst/>
          </a:prstGeom>
        </p:spPr>
        <p:txBody>
          <a:bodyPr vert="horz" lIns="0" tIns="40504" rIns="0" bIns="40504" rtlCol="0" anchor="ctr">
            <a:noAutofit/>
          </a:bodyPr>
          <a:lstStyle>
            <a:lvl1pPr marL="0" indent="0" algn="ctr" defTabSz="914400" rtl="0" eaLnBrk="1" latinLnBrk="0" hangingPunct="1">
              <a:lnSpc>
                <a:spcPct val="100000"/>
              </a:lnSpc>
              <a:spcBef>
                <a:spcPts val="0"/>
              </a:spcBef>
              <a:buFont typeface="Arial" panose="020B0604020202020204" pitchFamily="34" charset="0"/>
              <a:buNone/>
              <a:defRPr sz="4200" b="1" kern="1200">
                <a:solidFill>
                  <a:schemeClr val="tx1">
                    <a:lumMod val="75000"/>
                    <a:lumOff val="25000"/>
                  </a:schemeClr>
                </a:solidFill>
                <a:latin typeface="Lato Light"/>
                <a:ea typeface="+mn-ea"/>
                <a:cs typeface="Lato Light"/>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71600" lvl="3" indent="0" algn="ctr" rtl="1">
              <a:buFont typeface="Arial" panose="020B0604020202020204" pitchFamily="34" charset="0"/>
              <a:buNone/>
            </a:pPr>
            <a:r>
              <a:rPr lang="ar-SA" sz="3800" b="1" u="sng" dirty="0" smtClean="0">
                <a:solidFill>
                  <a:srgbClr val="FFC000"/>
                </a:solidFill>
                <a:latin typeface="Calibri" panose="020F0502020204030204"/>
                <a:cs typeface="Arial" panose="020B0604020202020204" pitchFamily="34" charset="0"/>
              </a:rPr>
              <a:t>ج - الغرض </a:t>
            </a:r>
            <a:r>
              <a:rPr lang="ar-SA" sz="3800" b="1" u="sng" dirty="0">
                <a:solidFill>
                  <a:srgbClr val="FFC000"/>
                </a:solidFill>
                <a:latin typeface="Calibri" panose="020F0502020204030204"/>
                <a:cs typeface="Arial" panose="020B0604020202020204" pitchFamily="34" charset="0"/>
              </a:rPr>
              <a:t>التعليمي </a:t>
            </a:r>
            <a:endParaRPr lang="en-US" sz="3800" u="sng" dirty="0">
              <a:solidFill>
                <a:srgbClr val="FFC000"/>
              </a:solidFill>
              <a:latin typeface="Calibri" panose="020F0502020204030204"/>
            </a:endParaRPr>
          </a:p>
        </p:txBody>
      </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9799585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fade">
                                      <p:cBhvr>
                                        <p:cTn id="11" dur="500"/>
                                        <p:tgtEl>
                                          <p:spTgt spid="37"/>
                                        </p:tgtEl>
                                      </p:cBhvr>
                                    </p:animEffect>
                                  </p:childTnLst>
                                </p:cTn>
                              </p:par>
                            </p:childTnLst>
                          </p:cTn>
                        </p:par>
                        <p:par>
                          <p:cTn id="12" fill="hold">
                            <p:stCondLst>
                              <p:cond delay="1000"/>
                            </p:stCondLst>
                            <p:childTnLst>
                              <p:par>
                                <p:cTn id="13" presetID="53"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animEffect transition="in" filter="fade">
                                      <p:cBhvr>
                                        <p:cTn id="17" dur="500"/>
                                        <p:tgtEl>
                                          <p:spTgt spid="2"/>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44"/>
                                        </p:tgtEl>
                                        <p:attrNameLst>
                                          <p:attrName>style.visibility</p:attrName>
                                        </p:attrNameLst>
                                      </p:cBhvr>
                                      <p:to>
                                        <p:strVal val="visible"/>
                                      </p:to>
                                    </p:set>
                                    <p:anim calcmode="lin" valueType="num">
                                      <p:cBhvr>
                                        <p:cTn id="21" dur="500" fill="hold"/>
                                        <p:tgtEl>
                                          <p:spTgt spid="44"/>
                                        </p:tgtEl>
                                        <p:attrNameLst>
                                          <p:attrName>ppt_w</p:attrName>
                                        </p:attrNameLst>
                                      </p:cBhvr>
                                      <p:tavLst>
                                        <p:tav tm="0">
                                          <p:val>
                                            <p:fltVal val="0"/>
                                          </p:val>
                                        </p:tav>
                                        <p:tav tm="100000">
                                          <p:val>
                                            <p:strVal val="#ppt_w"/>
                                          </p:val>
                                        </p:tav>
                                      </p:tavLst>
                                    </p:anim>
                                    <p:anim calcmode="lin" valueType="num">
                                      <p:cBhvr>
                                        <p:cTn id="22" dur="500" fill="hold"/>
                                        <p:tgtEl>
                                          <p:spTgt spid="44"/>
                                        </p:tgtEl>
                                        <p:attrNameLst>
                                          <p:attrName>ppt_h</p:attrName>
                                        </p:attrNameLst>
                                      </p:cBhvr>
                                      <p:tavLst>
                                        <p:tav tm="0">
                                          <p:val>
                                            <p:fltVal val="0"/>
                                          </p:val>
                                        </p:tav>
                                        <p:tav tm="100000">
                                          <p:val>
                                            <p:strVal val="#ppt_h"/>
                                          </p:val>
                                        </p:tav>
                                      </p:tavLst>
                                    </p:anim>
                                    <p:animEffect transition="in" filter="fade">
                                      <p:cBhvr>
                                        <p:cTn id="23" dur="500"/>
                                        <p:tgtEl>
                                          <p:spTgt spid="44"/>
                                        </p:tgtEl>
                                      </p:cBhvr>
                                    </p:animEffect>
                                  </p:childTnLst>
                                </p:cTn>
                              </p:par>
                            </p:childTnLst>
                          </p:cTn>
                        </p:par>
                        <p:par>
                          <p:cTn id="24" fill="hold">
                            <p:stCondLst>
                              <p:cond delay="2000"/>
                            </p:stCondLst>
                            <p:childTnLst>
                              <p:par>
                                <p:cTn id="25" presetID="53" presetClass="entr" presetSubtype="0" fill="hold" grpId="0" nodeType="after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p:cTn id="27" dur="500" fill="hold"/>
                                        <p:tgtEl>
                                          <p:spTgt spid="12"/>
                                        </p:tgtEl>
                                        <p:attrNameLst>
                                          <p:attrName>ppt_w</p:attrName>
                                        </p:attrNameLst>
                                      </p:cBhvr>
                                      <p:tavLst>
                                        <p:tav tm="0">
                                          <p:val>
                                            <p:fltVal val="0"/>
                                          </p:val>
                                        </p:tav>
                                        <p:tav tm="100000">
                                          <p:val>
                                            <p:strVal val="#ppt_w"/>
                                          </p:val>
                                        </p:tav>
                                      </p:tavLst>
                                    </p:anim>
                                    <p:anim calcmode="lin" valueType="num">
                                      <p:cBhvr>
                                        <p:cTn id="28" dur="500" fill="hold"/>
                                        <p:tgtEl>
                                          <p:spTgt spid="12"/>
                                        </p:tgtEl>
                                        <p:attrNameLst>
                                          <p:attrName>ppt_h</p:attrName>
                                        </p:attrNameLst>
                                      </p:cBhvr>
                                      <p:tavLst>
                                        <p:tav tm="0">
                                          <p:val>
                                            <p:fltVal val="0"/>
                                          </p:val>
                                        </p:tav>
                                        <p:tav tm="100000">
                                          <p:val>
                                            <p:strVal val="#ppt_h"/>
                                          </p:val>
                                        </p:tav>
                                      </p:tavLst>
                                    </p:anim>
                                    <p:animEffect transition="in" filter="fade">
                                      <p:cBhvr>
                                        <p:cTn id="29" dur="500"/>
                                        <p:tgtEl>
                                          <p:spTgt spid="12"/>
                                        </p:tgtEl>
                                      </p:cBhvr>
                                    </p:animEffect>
                                  </p:childTnLst>
                                </p:cTn>
                              </p:par>
                              <p:par>
                                <p:cTn id="30" presetID="53" presetClass="entr" presetSubtype="0" fill="hold" grpId="0" nodeType="withEffect">
                                  <p:stCondLst>
                                    <p:cond delay="0"/>
                                  </p:stCondLst>
                                  <p:childTnLst>
                                    <p:set>
                                      <p:cBhvr>
                                        <p:cTn id="31" dur="1" fill="hold">
                                          <p:stCondLst>
                                            <p:cond delay="0"/>
                                          </p:stCondLst>
                                        </p:cTn>
                                        <p:tgtEl>
                                          <p:spTgt spid="14"/>
                                        </p:tgtEl>
                                        <p:attrNameLst>
                                          <p:attrName>style.visibility</p:attrName>
                                        </p:attrNameLst>
                                      </p:cBhvr>
                                      <p:to>
                                        <p:strVal val="visible"/>
                                      </p:to>
                                    </p:set>
                                    <p:anim calcmode="lin" valueType="num">
                                      <p:cBhvr>
                                        <p:cTn id="32" dur="500" fill="hold"/>
                                        <p:tgtEl>
                                          <p:spTgt spid="14"/>
                                        </p:tgtEl>
                                        <p:attrNameLst>
                                          <p:attrName>ppt_w</p:attrName>
                                        </p:attrNameLst>
                                      </p:cBhvr>
                                      <p:tavLst>
                                        <p:tav tm="0">
                                          <p:val>
                                            <p:fltVal val="0"/>
                                          </p:val>
                                        </p:tav>
                                        <p:tav tm="100000">
                                          <p:val>
                                            <p:strVal val="#ppt_w"/>
                                          </p:val>
                                        </p:tav>
                                      </p:tavLst>
                                    </p:anim>
                                    <p:anim calcmode="lin" valueType="num">
                                      <p:cBhvr>
                                        <p:cTn id="33" dur="500" fill="hold"/>
                                        <p:tgtEl>
                                          <p:spTgt spid="14"/>
                                        </p:tgtEl>
                                        <p:attrNameLst>
                                          <p:attrName>ppt_h</p:attrName>
                                        </p:attrNameLst>
                                      </p:cBhvr>
                                      <p:tavLst>
                                        <p:tav tm="0">
                                          <p:val>
                                            <p:fltVal val="0"/>
                                          </p:val>
                                        </p:tav>
                                        <p:tav tm="100000">
                                          <p:val>
                                            <p:strVal val="#ppt_h"/>
                                          </p:val>
                                        </p:tav>
                                      </p:tavLst>
                                    </p:anim>
                                    <p:animEffect transition="in" filter="fade">
                                      <p:cBhvr>
                                        <p:cTn id="34" dur="500"/>
                                        <p:tgtEl>
                                          <p:spTgt spid="14"/>
                                        </p:tgtEl>
                                      </p:cBhvr>
                                    </p:animEffect>
                                  </p:childTnLst>
                                </p:cTn>
                              </p:par>
                            </p:childTnLst>
                          </p:cTn>
                        </p:par>
                        <p:par>
                          <p:cTn id="35" fill="hold">
                            <p:stCondLst>
                              <p:cond delay="2500"/>
                            </p:stCondLst>
                            <p:childTnLst>
                              <p:par>
                                <p:cTn id="36" presetID="53" presetClass="entr" presetSubtype="0" fill="hold" grpId="0" nodeType="afterEffect">
                                  <p:stCondLst>
                                    <p:cond delay="0"/>
                                  </p:stCondLst>
                                  <p:childTnLst>
                                    <p:set>
                                      <p:cBhvr>
                                        <p:cTn id="37" dur="1" fill="hold">
                                          <p:stCondLst>
                                            <p:cond delay="0"/>
                                          </p:stCondLst>
                                        </p:cTn>
                                        <p:tgtEl>
                                          <p:spTgt spid="26"/>
                                        </p:tgtEl>
                                        <p:attrNameLst>
                                          <p:attrName>style.visibility</p:attrName>
                                        </p:attrNameLst>
                                      </p:cBhvr>
                                      <p:to>
                                        <p:strVal val="visible"/>
                                      </p:to>
                                    </p:set>
                                    <p:anim calcmode="lin" valueType="num">
                                      <p:cBhvr>
                                        <p:cTn id="38" dur="500" fill="hold"/>
                                        <p:tgtEl>
                                          <p:spTgt spid="26"/>
                                        </p:tgtEl>
                                        <p:attrNameLst>
                                          <p:attrName>ppt_w</p:attrName>
                                        </p:attrNameLst>
                                      </p:cBhvr>
                                      <p:tavLst>
                                        <p:tav tm="0">
                                          <p:val>
                                            <p:fltVal val="0"/>
                                          </p:val>
                                        </p:tav>
                                        <p:tav tm="100000">
                                          <p:val>
                                            <p:strVal val="#ppt_w"/>
                                          </p:val>
                                        </p:tav>
                                      </p:tavLst>
                                    </p:anim>
                                    <p:anim calcmode="lin" valueType="num">
                                      <p:cBhvr>
                                        <p:cTn id="39" dur="500" fill="hold"/>
                                        <p:tgtEl>
                                          <p:spTgt spid="26"/>
                                        </p:tgtEl>
                                        <p:attrNameLst>
                                          <p:attrName>ppt_h</p:attrName>
                                        </p:attrNameLst>
                                      </p:cBhvr>
                                      <p:tavLst>
                                        <p:tav tm="0">
                                          <p:val>
                                            <p:fltVal val="0"/>
                                          </p:val>
                                        </p:tav>
                                        <p:tav tm="100000">
                                          <p:val>
                                            <p:strVal val="#ppt_h"/>
                                          </p:val>
                                        </p:tav>
                                      </p:tavLst>
                                    </p:anim>
                                    <p:animEffect transition="in" filter="fade">
                                      <p:cBhvr>
                                        <p:cTn id="40" dur="500"/>
                                        <p:tgtEl>
                                          <p:spTgt spid="26"/>
                                        </p:tgtEl>
                                      </p:cBhvr>
                                    </p:animEffect>
                                  </p:childTnLst>
                                </p:cTn>
                              </p:par>
                              <p:par>
                                <p:cTn id="41" presetID="2" presetClass="entr" presetSubtype="8" accel="50000" decel="50000"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500" fill="hold"/>
                                        <p:tgtEl>
                                          <p:spTgt spid="20"/>
                                        </p:tgtEl>
                                        <p:attrNameLst>
                                          <p:attrName>ppt_x</p:attrName>
                                        </p:attrNameLst>
                                      </p:cBhvr>
                                      <p:tavLst>
                                        <p:tav tm="0">
                                          <p:val>
                                            <p:strVal val="0-#ppt_w/2"/>
                                          </p:val>
                                        </p:tav>
                                        <p:tav tm="100000">
                                          <p:val>
                                            <p:strVal val="#ppt_x"/>
                                          </p:val>
                                        </p:tav>
                                      </p:tavLst>
                                    </p:anim>
                                    <p:anim calcmode="lin" valueType="num">
                                      <p:cBhvr additive="base">
                                        <p:cTn id="44" dur="500" fill="hold"/>
                                        <p:tgtEl>
                                          <p:spTgt spid="20"/>
                                        </p:tgtEl>
                                        <p:attrNameLst>
                                          <p:attrName>ppt_y</p:attrName>
                                        </p:attrNameLst>
                                      </p:cBhvr>
                                      <p:tavLst>
                                        <p:tav tm="0">
                                          <p:val>
                                            <p:strVal val="#ppt_y"/>
                                          </p:val>
                                        </p:tav>
                                        <p:tav tm="100000">
                                          <p:val>
                                            <p:strVal val="#ppt_y"/>
                                          </p:val>
                                        </p:tav>
                                      </p:tavLst>
                                    </p:anim>
                                  </p:childTnLst>
                                </p:cTn>
                              </p:par>
                            </p:childTnLst>
                          </p:cTn>
                        </p:par>
                        <p:par>
                          <p:cTn id="45" fill="hold">
                            <p:stCondLst>
                              <p:cond delay="3000"/>
                            </p:stCondLst>
                            <p:childTnLst>
                              <p:par>
                                <p:cTn id="46" presetID="53" presetClass="entr" presetSubtype="0" fill="hold" grpId="0" nodeType="afterEffect">
                                  <p:stCondLst>
                                    <p:cond delay="0"/>
                                  </p:stCondLst>
                                  <p:childTnLst>
                                    <p:set>
                                      <p:cBhvr>
                                        <p:cTn id="47" dur="1" fill="hold">
                                          <p:stCondLst>
                                            <p:cond delay="0"/>
                                          </p:stCondLst>
                                        </p:cTn>
                                        <p:tgtEl>
                                          <p:spTgt spid="11"/>
                                        </p:tgtEl>
                                        <p:attrNameLst>
                                          <p:attrName>style.visibility</p:attrName>
                                        </p:attrNameLst>
                                      </p:cBhvr>
                                      <p:to>
                                        <p:strVal val="visible"/>
                                      </p:to>
                                    </p:set>
                                    <p:anim calcmode="lin" valueType="num">
                                      <p:cBhvr>
                                        <p:cTn id="48" dur="500" fill="hold"/>
                                        <p:tgtEl>
                                          <p:spTgt spid="11"/>
                                        </p:tgtEl>
                                        <p:attrNameLst>
                                          <p:attrName>ppt_w</p:attrName>
                                        </p:attrNameLst>
                                      </p:cBhvr>
                                      <p:tavLst>
                                        <p:tav tm="0">
                                          <p:val>
                                            <p:fltVal val="0"/>
                                          </p:val>
                                        </p:tav>
                                        <p:tav tm="100000">
                                          <p:val>
                                            <p:strVal val="#ppt_w"/>
                                          </p:val>
                                        </p:tav>
                                      </p:tavLst>
                                    </p:anim>
                                    <p:anim calcmode="lin" valueType="num">
                                      <p:cBhvr>
                                        <p:cTn id="49" dur="500" fill="hold"/>
                                        <p:tgtEl>
                                          <p:spTgt spid="11"/>
                                        </p:tgtEl>
                                        <p:attrNameLst>
                                          <p:attrName>ppt_h</p:attrName>
                                        </p:attrNameLst>
                                      </p:cBhvr>
                                      <p:tavLst>
                                        <p:tav tm="0">
                                          <p:val>
                                            <p:fltVal val="0"/>
                                          </p:val>
                                        </p:tav>
                                        <p:tav tm="100000">
                                          <p:val>
                                            <p:strVal val="#ppt_h"/>
                                          </p:val>
                                        </p:tav>
                                      </p:tavLst>
                                    </p:anim>
                                    <p:animEffect transition="in" filter="fade">
                                      <p:cBhvr>
                                        <p:cTn id="50" dur="500"/>
                                        <p:tgtEl>
                                          <p:spTgt spid="11"/>
                                        </p:tgtEl>
                                      </p:cBhvr>
                                    </p:animEffect>
                                  </p:childTnLst>
                                </p:cTn>
                              </p:par>
                              <p:par>
                                <p:cTn id="51" presetID="53" presetClass="entr" presetSubtype="0" fill="hold" grpId="0" nodeType="withEffect">
                                  <p:stCondLst>
                                    <p:cond delay="0"/>
                                  </p:stCondLst>
                                  <p:childTnLst>
                                    <p:set>
                                      <p:cBhvr>
                                        <p:cTn id="52" dur="1" fill="hold">
                                          <p:stCondLst>
                                            <p:cond delay="0"/>
                                          </p:stCondLst>
                                        </p:cTn>
                                        <p:tgtEl>
                                          <p:spTgt spid="15"/>
                                        </p:tgtEl>
                                        <p:attrNameLst>
                                          <p:attrName>style.visibility</p:attrName>
                                        </p:attrNameLst>
                                      </p:cBhvr>
                                      <p:to>
                                        <p:strVal val="visible"/>
                                      </p:to>
                                    </p:set>
                                    <p:anim calcmode="lin" valueType="num">
                                      <p:cBhvr>
                                        <p:cTn id="53" dur="500" fill="hold"/>
                                        <p:tgtEl>
                                          <p:spTgt spid="15"/>
                                        </p:tgtEl>
                                        <p:attrNameLst>
                                          <p:attrName>ppt_w</p:attrName>
                                        </p:attrNameLst>
                                      </p:cBhvr>
                                      <p:tavLst>
                                        <p:tav tm="0">
                                          <p:val>
                                            <p:fltVal val="0"/>
                                          </p:val>
                                        </p:tav>
                                        <p:tav tm="100000">
                                          <p:val>
                                            <p:strVal val="#ppt_w"/>
                                          </p:val>
                                        </p:tav>
                                      </p:tavLst>
                                    </p:anim>
                                    <p:anim calcmode="lin" valueType="num">
                                      <p:cBhvr>
                                        <p:cTn id="54" dur="500" fill="hold"/>
                                        <p:tgtEl>
                                          <p:spTgt spid="15"/>
                                        </p:tgtEl>
                                        <p:attrNameLst>
                                          <p:attrName>ppt_h</p:attrName>
                                        </p:attrNameLst>
                                      </p:cBhvr>
                                      <p:tavLst>
                                        <p:tav tm="0">
                                          <p:val>
                                            <p:fltVal val="0"/>
                                          </p:val>
                                        </p:tav>
                                        <p:tav tm="100000">
                                          <p:val>
                                            <p:strVal val="#ppt_h"/>
                                          </p:val>
                                        </p:tav>
                                      </p:tavLst>
                                    </p:anim>
                                    <p:animEffect transition="in" filter="fade">
                                      <p:cBhvr>
                                        <p:cTn id="55" dur="500"/>
                                        <p:tgtEl>
                                          <p:spTgt spid="15"/>
                                        </p:tgtEl>
                                      </p:cBhvr>
                                    </p:animEffect>
                                  </p:childTnLst>
                                </p:cTn>
                              </p:par>
                            </p:childTnLst>
                          </p:cTn>
                        </p:par>
                        <p:par>
                          <p:cTn id="56" fill="hold">
                            <p:stCondLst>
                              <p:cond delay="3500"/>
                            </p:stCondLst>
                            <p:childTnLst>
                              <p:par>
                                <p:cTn id="57" presetID="53" presetClass="entr" presetSubtype="0" fill="hold" grpId="0" nodeType="after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p:cTn id="59" dur="500" fill="hold"/>
                                        <p:tgtEl>
                                          <p:spTgt spid="28"/>
                                        </p:tgtEl>
                                        <p:attrNameLst>
                                          <p:attrName>ppt_w</p:attrName>
                                        </p:attrNameLst>
                                      </p:cBhvr>
                                      <p:tavLst>
                                        <p:tav tm="0">
                                          <p:val>
                                            <p:fltVal val="0"/>
                                          </p:val>
                                        </p:tav>
                                        <p:tav tm="100000">
                                          <p:val>
                                            <p:strVal val="#ppt_w"/>
                                          </p:val>
                                        </p:tav>
                                      </p:tavLst>
                                    </p:anim>
                                    <p:anim calcmode="lin" valueType="num">
                                      <p:cBhvr>
                                        <p:cTn id="60" dur="500" fill="hold"/>
                                        <p:tgtEl>
                                          <p:spTgt spid="28"/>
                                        </p:tgtEl>
                                        <p:attrNameLst>
                                          <p:attrName>ppt_h</p:attrName>
                                        </p:attrNameLst>
                                      </p:cBhvr>
                                      <p:tavLst>
                                        <p:tav tm="0">
                                          <p:val>
                                            <p:fltVal val="0"/>
                                          </p:val>
                                        </p:tav>
                                        <p:tav tm="100000">
                                          <p:val>
                                            <p:strVal val="#ppt_h"/>
                                          </p:val>
                                        </p:tav>
                                      </p:tavLst>
                                    </p:anim>
                                    <p:animEffect transition="in" filter="fade">
                                      <p:cBhvr>
                                        <p:cTn id="61" dur="500"/>
                                        <p:tgtEl>
                                          <p:spTgt spid="28"/>
                                        </p:tgtEl>
                                      </p:cBhvr>
                                    </p:animEffect>
                                  </p:childTnLst>
                                </p:cTn>
                              </p:par>
                              <p:par>
                                <p:cTn id="62" presetID="2" presetClass="entr" presetSubtype="2" accel="50000" decel="50000" fill="hold" grpId="0" nodeType="withEffect">
                                  <p:stCondLst>
                                    <p:cond delay="0"/>
                                  </p:stCondLst>
                                  <p:childTnLst>
                                    <p:set>
                                      <p:cBhvr>
                                        <p:cTn id="63" dur="1" fill="hold">
                                          <p:stCondLst>
                                            <p:cond delay="0"/>
                                          </p:stCondLst>
                                        </p:cTn>
                                        <p:tgtEl>
                                          <p:spTgt spid="21"/>
                                        </p:tgtEl>
                                        <p:attrNameLst>
                                          <p:attrName>style.visibility</p:attrName>
                                        </p:attrNameLst>
                                      </p:cBhvr>
                                      <p:to>
                                        <p:strVal val="visible"/>
                                      </p:to>
                                    </p:set>
                                    <p:anim calcmode="lin" valueType="num">
                                      <p:cBhvr additive="base">
                                        <p:cTn id="64" dur="500" fill="hold"/>
                                        <p:tgtEl>
                                          <p:spTgt spid="21"/>
                                        </p:tgtEl>
                                        <p:attrNameLst>
                                          <p:attrName>ppt_x</p:attrName>
                                        </p:attrNameLst>
                                      </p:cBhvr>
                                      <p:tavLst>
                                        <p:tav tm="0">
                                          <p:val>
                                            <p:strVal val="1+#ppt_w/2"/>
                                          </p:val>
                                        </p:tav>
                                        <p:tav tm="100000">
                                          <p:val>
                                            <p:strVal val="#ppt_x"/>
                                          </p:val>
                                        </p:tav>
                                      </p:tavLst>
                                    </p:anim>
                                    <p:anim calcmode="lin" valueType="num">
                                      <p:cBhvr additive="base">
                                        <p:cTn id="65" dur="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11" grpId="0" animBg="1"/>
      <p:bldP spid="12" grpId="0" animBg="1"/>
      <p:bldP spid="14" grpId="0" animBg="1"/>
      <p:bldP spid="15" grpId="0" animBg="1"/>
      <p:bldP spid="20" grpId="0"/>
      <p:bldP spid="21" grpId="0"/>
      <p:bldP spid="26" grpId="0" animBg="1"/>
      <p:bldP spid="28" grpId="0" animBg="1"/>
      <p:bldP spid="30" grpId="0" animBg="1"/>
      <p:bldP spid="37" grpId="0"/>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0"/>
          <p:cNvGrpSpPr/>
          <p:nvPr/>
        </p:nvGrpSpPr>
        <p:grpSpPr>
          <a:xfrm>
            <a:off x="4819302" y="4536371"/>
            <a:ext cx="2601029" cy="2601029"/>
            <a:chOff x="3614476" y="3221164"/>
            <a:chExt cx="1950772" cy="1950772"/>
          </a:xfrm>
        </p:grpSpPr>
        <p:sp>
          <p:nvSpPr>
            <p:cNvPr id="49" name="Chord 48"/>
            <p:cNvSpPr/>
            <p:nvPr/>
          </p:nvSpPr>
          <p:spPr>
            <a:xfrm rot="6300000">
              <a:off x="3614476" y="3221164"/>
              <a:ext cx="1950772" cy="1950772"/>
            </a:xfrm>
            <a:prstGeom prst="chord">
              <a:avLst>
                <a:gd name="adj1" fmla="val 4234771"/>
                <a:gd name="adj2" fmla="val 15531980"/>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0" name="Freeform 153"/>
            <p:cNvSpPr>
              <a:spLocks noEditPoints="1"/>
            </p:cNvSpPr>
            <p:nvPr/>
          </p:nvSpPr>
          <p:spPr bwMode="auto">
            <a:xfrm>
              <a:off x="4312763" y="3528584"/>
              <a:ext cx="554198" cy="561860"/>
            </a:xfrm>
            <a:custGeom>
              <a:avLst/>
              <a:gdLst/>
              <a:ahLst/>
              <a:cxnLst>
                <a:cxn ang="0">
                  <a:pos x="0" y="59"/>
                </a:cxn>
                <a:cxn ang="0">
                  <a:pos x="118" y="59"/>
                </a:cxn>
                <a:cxn ang="0">
                  <a:pos x="111" y="57"/>
                </a:cxn>
                <a:cxn ang="0">
                  <a:pos x="83" y="33"/>
                </a:cxn>
                <a:cxn ang="0">
                  <a:pos x="111" y="57"/>
                </a:cxn>
                <a:cxn ang="0">
                  <a:pos x="41" y="91"/>
                </a:cxn>
                <a:cxn ang="0">
                  <a:pos x="57" y="111"/>
                </a:cxn>
                <a:cxn ang="0">
                  <a:pos x="61" y="8"/>
                </a:cxn>
                <a:cxn ang="0">
                  <a:pos x="61" y="34"/>
                </a:cxn>
                <a:cxn ang="0">
                  <a:pos x="61" y="8"/>
                </a:cxn>
                <a:cxn ang="0">
                  <a:pos x="95" y="22"/>
                </a:cxn>
                <a:cxn ang="0">
                  <a:pos x="67" y="8"/>
                </a:cxn>
                <a:cxn ang="0">
                  <a:pos x="57" y="34"/>
                </a:cxn>
                <a:cxn ang="0">
                  <a:pos x="57" y="8"/>
                </a:cxn>
                <a:cxn ang="0">
                  <a:pos x="36" y="30"/>
                </a:cxn>
                <a:cxn ang="0">
                  <a:pos x="50" y="8"/>
                </a:cxn>
                <a:cxn ang="0">
                  <a:pos x="38" y="35"/>
                </a:cxn>
                <a:cxn ang="0">
                  <a:pos x="57" y="57"/>
                </a:cxn>
                <a:cxn ang="0">
                  <a:pos x="38" y="35"/>
                </a:cxn>
                <a:cxn ang="0">
                  <a:pos x="57" y="84"/>
                </a:cxn>
                <a:cxn ang="0">
                  <a:pos x="34" y="61"/>
                </a:cxn>
                <a:cxn ang="0">
                  <a:pos x="50" y="110"/>
                </a:cxn>
                <a:cxn ang="0">
                  <a:pos x="38" y="92"/>
                </a:cxn>
                <a:cxn ang="0">
                  <a:pos x="61" y="111"/>
                </a:cxn>
                <a:cxn ang="0">
                  <a:pos x="77" y="91"/>
                </a:cxn>
                <a:cxn ang="0">
                  <a:pos x="61" y="111"/>
                </a:cxn>
                <a:cxn ang="0">
                  <a:pos x="93" y="99"/>
                </a:cxn>
                <a:cxn ang="0">
                  <a:pos x="80" y="92"/>
                </a:cxn>
                <a:cxn ang="0">
                  <a:pos x="61" y="84"/>
                </a:cxn>
                <a:cxn ang="0">
                  <a:pos x="84" y="61"/>
                </a:cxn>
                <a:cxn ang="0">
                  <a:pos x="61" y="57"/>
                </a:cxn>
                <a:cxn ang="0">
                  <a:pos x="80" y="35"/>
                </a:cxn>
                <a:cxn ang="0">
                  <a:pos x="61" y="57"/>
                </a:cxn>
                <a:cxn ang="0">
                  <a:pos x="35" y="33"/>
                </a:cxn>
                <a:cxn ang="0">
                  <a:pos x="7" y="57"/>
                </a:cxn>
                <a:cxn ang="0">
                  <a:pos x="7" y="61"/>
                </a:cxn>
                <a:cxn ang="0">
                  <a:pos x="36" y="89"/>
                </a:cxn>
                <a:cxn ang="0">
                  <a:pos x="7" y="61"/>
                </a:cxn>
                <a:cxn ang="0">
                  <a:pos x="82" y="89"/>
                </a:cxn>
                <a:cxn ang="0">
                  <a:pos x="111" y="61"/>
                </a:cxn>
                <a:cxn ang="0">
                  <a:pos x="95" y="96"/>
                </a:cxn>
              </a:cxnLst>
              <a:rect l="0" t="0" r="r" b="b"/>
              <a:pathLst>
                <a:path w="118" h="119">
                  <a:moveTo>
                    <a:pt x="59" y="0"/>
                  </a:moveTo>
                  <a:cubicBezTo>
                    <a:pt x="26" y="0"/>
                    <a:pt x="0" y="27"/>
                    <a:pt x="0" y="59"/>
                  </a:cubicBezTo>
                  <a:cubicBezTo>
                    <a:pt x="0" y="92"/>
                    <a:pt x="26" y="119"/>
                    <a:pt x="59" y="119"/>
                  </a:cubicBezTo>
                  <a:cubicBezTo>
                    <a:pt x="92" y="119"/>
                    <a:pt x="118" y="92"/>
                    <a:pt x="118" y="59"/>
                  </a:cubicBezTo>
                  <a:cubicBezTo>
                    <a:pt x="118" y="27"/>
                    <a:pt x="92" y="0"/>
                    <a:pt x="59" y="0"/>
                  </a:cubicBezTo>
                  <a:close/>
                  <a:moveTo>
                    <a:pt x="111" y="57"/>
                  </a:moveTo>
                  <a:cubicBezTo>
                    <a:pt x="88" y="57"/>
                    <a:pt x="88" y="57"/>
                    <a:pt x="88" y="57"/>
                  </a:cubicBezTo>
                  <a:cubicBezTo>
                    <a:pt x="87" y="49"/>
                    <a:pt x="86" y="41"/>
                    <a:pt x="83" y="33"/>
                  </a:cubicBezTo>
                  <a:cubicBezTo>
                    <a:pt x="88" y="31"/>
                    <a:pt x="93" y="28"/>
                    <a:pt x="98" y="25"/>
                  </a:cubicBezTo>
                  <a:cubicBezTo>
                    <a:pt x="105" y="34"/>
                    <a:pt x="110" y="45"/>
                    <a:pt x="111" y="57"/>
                  </a:cubicBezTo>
                  <a:close/>
                  <a:moveTo>
                    <a:pt x="57" y="111"/>
                  </a:moveTo>
                  <a:cubicBezTo>
                    <a:pt x="50" y="106"/>
                    <a:pt x="45" y="99"/>
                    <a:pt x="41" y="91"/>
                  </a:cubicBezTo>
                  <a:cubicBezTo>
                    <a:pt x="46" y="89"/>
                    <a:pt x="52" y="88"/>
                    <a:pt x="57" y="88"/>
                  </a:cubicBezTo>
                  <a:cubicBezTo>
                    <a:pt x="57" y="111"/>
                    <a:pt x="57" y="111"/>
                    <a:pt x="57" y="111"/>
                  </a:cubicBezTo>
                  <a:cubicBezTo>
                    <a:pt x="57" y="111"/>
                    <a:pt x="57" y="111"/>
                    <a:pt x="57" y="111"/>
                  </a:cubicBezTo>
                  <a:close/>
                  <a:moveTo>
                    <a:pt x="61" y="8"/>
                  </a:moveTo>
                  <a:cubicBezTo>
                    <a:pt x="68" y="14"/>
                    <a:pt x="74" y="22"/>
                    <a:pt x="78" y="31"/>
                  </a:cubicBezTo>
                  <a:cubicBezTo>
                    <a:pt x="73" y="33"/>
                    <a:pt x="67" y="34"/>
                    <a:pt x="61" y="34"/>
                  </a:cubicBezTo>
                  <a:cubicBezTo>
                    <a:pt x="61" y="8"/>
                    <a:pt x="61" y="8"/>
                    <a:pt x="61" y="8"/>
                  </a:cubicBezTo>
                  <a:cubicBezTo>
                    <a:pt x="61" y="8"/>
                    <a:pt x="61" y="8"/>
                    <a:pt x="61" y="8"/>
                  </a:cubicBezTo>
                  <a:close/>
                  <a:moveTo>
                    <a:pt x="67" y="8"/>
                  </a:moveTo>
                  <a:cubicBezTo>
                    <a:pt x="78" y="10"/>
                    <a:pt x="88" y="15"/>
                    <a:pt x="95" y="22"/>
                  </a:cubicBezTo>
                  <a:cubicBezTo>
                    <a:pt x="91" y="25"/>
                    <a:pt x="87" y="28"/>
                    <a:pt x="82" y="30"/>
                  </a:cubicBezTo>
                  <a:cubicBezTo>
                    <a:pt x="78" y="22"/>
                    <a:pt x="73" y="14"/>
                    <a:pt x="67" y="8"/>
                  </a:cubicBezTo>
                  <a:close/>
                  <a:moveTo>
                    <a:pt x="57" y="8"/>
                  </a:moveTo>
                  <a:cubicBezTo>
                    <a:pt x="57" y="34"/>
                    <a:pt x="57" y="34"/>
                    <a:pt x="57" y="34"/>
                  </a:cubicBezTo>
                  <a:cubicBezTo>
                    <a:pt x="51" y="34"/>
                    <a:pt x="45" y="33"/>
                    <a:pt x="40" y="31"/>
                  </a:cubicBezTo>
                  <a:cubicBezTo>
                    <a:pt x="44" y="22"/>
                    <a:pt x="50" y="14"/>
                    <a:pt x="57" y="8"/>
                  </a:cubicBezTo>
                  <a:cubicBezTo>
                    <a:pt x="57" y="8"/>
                    <a:pt x="57" y="8"/>
                    <a:pt x="57" y="8"/>
                  </a:cubicBezTo>
                  <a:close/>
                  <a:moveTo>
                    <a:pt x="36" y="30"/>
                  </a:moveTo>
                  <a:cubicBezTo>
                    <a:pt x="31" y="28"/>
                    <a:pt x="27" y="25"/>
                    <a:pt x="23" y="22"/>
                  </a:cubicBezTo>
                  <a:cubicBezTo>
                    <a:pt x="30" y="15"/>
                    <a:pt x="40" y="10"/>
                    <a:pt x="50" y="8"/>
                  </a:cubicBezTo>
                  <a:cubicBezTo>
                    <a:pt x="45" y="14"/>
                    <a:pt x="40" y="22"/>
                    <a:pt x="36" y="30"/>
                  </a:cubicBezTo>
                  <a:close/>
                  <a:moveTo>
                    <a:pt x="38" y="35"/>
                  </a:moveTo>
                  <a:cubicBezTo>
                    <a:pt x="44" y="37"/>
                    <a:pt x="50" y="38"/>
                    <a:pt x="57" y="38"/>
                  </a:cubicBezTo>
                  <a:cubicBezTo>
                    <a:pt x="57" y="57"/>
                    <a:pt x="57" y="57"/>
                    <a:pt x="57" y="57"/>
                  </a:cubicBezTo>
                  <a:cubicBezTo>
                    <a:pt x="34" y="57"/>
                    <a:pt x="34" y="57"/>
                    <a:pt x="34" y="57"/>
                  </a:cubicBezTo>
                  <a:cubicBezTo>
                    <a:pt x="34" y="49"/>
                    <a:pt x="36" y="42"/>
                    <a:pt x="38" y="35"/>
                  </a:cubicBezTo>
                  <a:close/>
                  <a:moveTo>
                    <a:pt x="57" y="61"/>
                  </a:moveTo>
                  <a:cubicBezTo>
                    <a:pt x="57" y="84"/>
                    <a:pt x="57" y="84"/>
                    <a:pt x="57" y="84"/>
                  </a:cubicBezTo>
                  <a:cubicBezTo>
                    <a:pt x="51" y="85"/>
                    <a:pt x="45" y="86"/>
                    <a:pt x="40" y="87"/>
                  </a:cubicBezTo>
                  <a:cubicBezTo>
                    <a:pt x="36" y="79"/>
                    <a:pt x="34" y="71"/>
                    <a:pt x="34" y="61"/>
                  </a:cubicBezTo>
                  <a:lnTo>
                    <a:pt x="57" y="61"/>
                  </a:lnTo>
                  <a:close/>
                  <a:moveTo>
                    <a:pt x="50" y="110"/>
                  </a:moveTo>
                  <a:cubicBezTo>
                    <a:pt x="41" y="109"/>
                    <a:pt x="32" y="105"/>
                    <a:pt x="25" y="99"/>
                  </a:cubicBezTo>
                  <a:cubicBezTo>
                    <a:pt x="29" y="96"/>
                    <a:pt x="33" y="94"/>
                    <a:pt x="38" y="92"/>
                  </a:cubicBezTo>
                  <a:cubicBezTo>
                    <a:pt x="41" y="99"/>
                    <a:pt x="45" y="105"/>
                    <a:pt x="50" y="110"/>
                  </a:cubicBezTo>
                  <a:close/>
                  <a:moveTo>
                    <a:pt x="61" y="111"/>
                  </a:moveTo>
                  <a:cubicBezTo>
                    <a:pt x="61" y="88"/>
                    <a:pt x="61" y="88"/>
                    <a:pt x="61" y="88"/>
                  </a:cubicBezTo>
                  <a:cubicBezTo>
                    <a:pt x="66" y="88"/>
                    <a:pt x="72" y="89"/>
                    <a:pt x="77" y="91"/>
                  </a:cubicBezTo>
                  <a:cubicBezTo>
                    <a:pt x="73" y="99"/>
                    <a:pt x="67" y="106"/>
                    <a:pt x="61" y="111"/>
                  </a:cubicBezTo>
                  <a:cubicBezTo>
                    <a:pt x="61" y="111"/>
                    <a:pt x="61" y="111"/>
                    <a:pt x="61" y="111"/>
                  </a:cubicBezTo>
                  <a:close/>
                  <a:moveTo>
                    <a:pt x="80" y="92"/>
                  </a:moveTo>
                  <a:cubicBezTo>
                    <a:pt x="85" y="94"/>
                    <a:pt x="89" y="96"/>
                    <a:pt x="93" y="99"/>
                  </a:cubicBezTo>
                  <a:cubicBezTo>
                    <a:pt x="86" y="105"/>
                    <a:pt x="77" y="109"/>
                    <a:pt x="67" y="110"/>
                  </a:cubicBezTo>
                  <a:cubicBezTo>
                    <a:pt x="73" y="105"/>
                    <a:pt x="77" y="99"/>
                    <a:pt x="80" y="92"/>
                  </a:cubicBezTo>
                  <a:close/>
                  <a:moveTo>
                    <a:pt x="78" y="87"/>
                  </a:moveTo>
                  <a:cubicBezTo>
                    <a:pt x="73" y="86"/>
                    <a:pt x="67" y="85"/>
                    <a:pt x="61" y="84"/>
                  </a:cubicBezTo>
                  <a:cubicBezTo>
                    <a:pt x="61" y="61"/>
                    <a:pt x="61" y="61"/>
                    <a:pt x="61" y="61"/>
                  </a:cubicBezTo>
                  <a:cubicBezTo>
                    <a:pt x="84" y="61"/>
                    <a:pt x="84" y="61"/>
                    <a:pt x="84" y="61"/>
                  </a:cubicBezTo>
                  <a:cubicBezTo>
                    <a:pt x="84" y="71"/>
                    <a:pt x="82" y="79"/>
                    <a:pt x="78" y="87"/>
                  </a:cubicBezTo>
                  <a:close/>
                  <a:moveTo>
                    <a:pt x="61" y="57"/>
                  </a:moveTo>
                  <a:cubicBezTo>
                    <a:pt x="61" y="38"/>
                    <a:pt x="61" y="38"/>
                    <a:pt x="61" y="38"/>
                  </a:cubicBezTo>
                  <a:cubicBezTo>
                    <a:pt x="67" y="38"/>
                    <a:pt x="74" y="37"/>
                    <a:pt x="80" y="35"/>
                  </a:cubicBezTo>
                  <a:cubicBezTo>
                    <a:pt x="82" y="42"/>
                    <a:pt x="84" y="49"/>
                    <a:pt x="84" y="57"/>
                  </a:cubicBezTo>
                  <a:lnTo>
                    <a:pt x="61" y="57"/>
                  </a:lnTo>
                  <a:close/>
                  <a:moveTo>
                    <a:pt x="20" y="25"/>
                  </a:moveTo>
                  <a:cubicBezTo>
                    <a:pt x="25" y="28"/>
                    <a:pt x="30" y="31"/>
                    <a:pt x="35" y="33"/>
                  </a:cubicBezTo>
                  <a:cubicBezTo>
                    <a:pt x="32" y="41"/>
                    <a:pt x="30" y="49"/>
                    <a:pt x="30" y="57"/>
                  </a:cubicBezTo>
                  <a:cubicBezTo>
                    <a:pt x="7" y="57"/>
                    <a:pt x="7" y="57"/>
                    <a:pt x="7" y="57"/>
                  </a:cubicBezTo>
                  <a:cubicBezTo>
                    <a:pt x="8" y="45"/>
                    <a:pt x="13" y="34"/>
                    <a:pt x="20" y="25"/>
                  </a:cubicBezTo>
                  <a:close/>
                  <a:moveTo>
                    <a:pt x="7" y="61"/>
                  </a:moveTo>
                  <a:cubicBezTo>
                    <a:pt x="30" y="61"/>
                    <a:pt x="30" y="61"/>
                    <a:pt x="30" y="61"/>
                  </a:cubicBezTo>
                  <a:cubicBezTo>
                    <a:pt x="31" y="71"/>
                    <a:pt x="33" y="80"/>
                    <a:pt x="36" y="89"/>
                  </a:cubicBezTo>
                  <a:cubicBezTo>
                    <a:pt x="31" y="91"/>
                    <a:pt x="27" y="93"/>
                    <a:pt x="22" y="96"/>
                  </a:cubicBezTo>
                  <a:cubicBezTo>
                    <a:pt x="13" y="87"/>
                    <a:pt x="8" y="75"/>
                    <a:pt x="7" y="61"/>
                  </a:cubicBezTo>
                  <a:close/>
                  <a:moveTo>
                    <a:pt x="95" y="96"/>
                  </a:moveTo>
                  <a:cubicBezTo>
                    <a:pt x="91" y="93"/>
                    <a:pt x="87" y="91"/>
                    <a:pt x="82" y="89"/>
                  </a:cubicBezTo>
                  <a:cubicBezTo>
                    <a:pt x="85" y="80"/>
                    <a:pt x="87" y="71"/>
                    <a:pt x="88" y="61"/>
                  </a:cubicBezTo>
                  <a:cubicBezTo>
                    <a:pt x="111" y="61"/>
                    <a:pt x="111" y="61"/>
                    <a:pt x="111" y="61"/>
                  </a:cubicBezTo>
                  <a:cubicBezTo>
                    <a:pt x="110" y="75"/>
                    <a:pt x="104" y="87"/>
                    <a:pt x="95" y="96"/>
                  </a:cubicBezTo>
                  <a:close/>
                  <a:moveTo>
                    <a:pt x="95" y="96"/>
                  </a:moveTo>
                  <a:cubicBezTo>
                    <a:pt x="95" y="96"/>
                    <a:pt x="95" y="96"/>
                    <a:pt x="95" y="96"/>
                  </a:cubicBezTo>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44" name="Arc 43"/>
          <p:cNvSpPr/>
          <p:nvPr/>
        </p:nvSpPr>
        <p:spPr>
          <a:xfrm>
            <a:off x="3765551" y="3543301"/>
            <a:ext cx="4660900" cy="4660900"/>
          </a:xfrm>
          <a:prstGeom prst="arc">
            <a:avLst>
              <a:gd name="adj1" fmla="val 10769273"/>
              <a:gd name="adj2" fmla="val 0"/>
            </a:avLst>
          </a:prstGeom>
          <a:ln w="57150" cap="rnd">
            <a:solidFill>
              <a:schemeClr val="tx1">
                <a:lumMod val="25000"/>
                <a:lumOff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8" name="Oval 7"/>
          <p:cNvSpPr/>
          <p:nvPr/>
        </p:nvSpPr>
        <p:spPr>
          <a:xfrm>
            <a:off x="3613151" y="5694731"/>
            <a:ext cx="304800" cy="3048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9" name="Oval 8"/>
          <p:cNvSpPr/>
          <p:nvPr/>
        </p:nvSpPr>
        <p:spPr>
          <a:xfrm>
            <a:off x="8274051" y="5694731"/>
            <a:ext cx="304800" cy="3048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3" name="Teardrop 12"/>
          <p:cNvSpPr/>
          <p:nvPr/>
        </p:nvSpPr>
        <p:spPr>
          <a:xfrm rot="5400000">
            <a:off x="2527300" y="4608880"/>
            <a:ext cx="1085851" cy="1085851"/>
          </a:xfrm>
          <a:prstGeom prst="teardrop">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6" name="Teardrop 15"/>
          <p:cNvSpPr/>
          <p:nvPr/>
        </p:nvSpPr>
        <p:spPr>
          <a:xfrm rot="16200000" flipH="1">
            <a:off x="8667749" y="4786680"/>
            <a:ext cx="1085851" cy="1085851"/>
          </a:xfrm>
          <a:prstGeom prst="teardrop">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ooter Text"/>
          <p:cNvSpPr txBox="1"/>
          <p:nvPr/>
        </p:nvSpPr>
        <p:spPr>
          <a:xfrm>
            <a:off x="797084" y="3205911"/>
            <a:ext cx="3168498" cy="1292662"/>
          </a:xfrm>
          <a:prstGeom prst="rect">
            <a:avLst/>
          </a:prstGeom>
          <a:noFill/>
        </p:spPr>
        <p:txBody>
          <a:bodyPr wrap="square" lIns="0" tIns="0" rIns="0" bIns="0" rtlCol="0">
            <a:spAutoFit/>
          </a:bodyPr>
          <a:lstStyle/>
          <a:p>
            <a:pPr algn="ctr" defTabSz="1375467" fontAlgn="auto">
              <a:spcBef>
                <a:spcPts val="0"/>
              </a:spcBef>
              <a:spcAft>
                <a:spcPts val="0"/>
              </a:spcAft>
            </a:pPr>
            <a:r>
              <a:rPr lang="ar-SA" sz="2800" b="1" dirty="0"/>
              <a:t>تسمح </a:t>
            </a:r>
            <a:r>
              <a:rPr lang="ar-OM" sz="2800" b="1" dirty="0"/>
              <a:t>للمتعلم باختيار ما يناسبه من نشاطات</a:t>
            </a:r>
            <a:r>
              <a:rPr lang="ar-SA" sz="2800" b="1" dirty="0"/>
              <a:t> حسب سرعته وقدراته </a:t>
            </a:r>
            <a:endParaRPr lang="en-US" sz="2000" b="1" dirty="0">
              <a:solidFill>
                <a:srgbClr val="262626">
                  <a:lumMod val="50000"/>
                  <a:lumOff val="50000"/>
                </a:srgbClr>
              </a:solidFill>
              <a:latin typeface="Roboto Condensed"/>
            </a:endParaRPr>
          </a:p>
        </p:txBody>
      </p:sp>
      <p:sp>
        <p:nvSpPr>
          <p:cNvPr id="22" name="Footer Text"/>
          <p:cNvSpPr txBox="1"/>
          <p:nvPr/>
        </p:nvSpPr>
        <p:spPr>
          <a:xfrm>
            <a:off x="8667749" y="3205911"/>
            <a:ext cx="2941843" cy="1292662"/>
          </a:xfrm>
          <a:prstGeom prst="rect">
            <a:avLst/>
          </a:prstGeom>
          <a:noFill/>
        </p:spPr>
        <p:txBody>
          <a:bodyPr wrap="square" lIns="0" tIns="0" rIns="0" bIns="0" rtlCol="0">
            <a:spAutoFit/>
          </a:bodyPr>
          <a:lstStyle/>
          <a:p>
            <a:pPr algn="ctr" defTabSz="1375467" fontAlgn="auto">
              <a:spcBef>
                <a:spcPts val="0"/>
              </a:spcBef>
              <a:spcAft>
                <a:spcPts val="0"/>
              </a:spcAft>
            </a:pPr>
            <a:r>
              <a:rPr lang="ar-OM" sz="2800" b="1" dirty="0"/>
              <a:t>تتيح الفرصة لإيجاد نوع من التفاعل النشط بين المعلم والمتعلم</a:t>
            </a:r>
            <a:endParaRPr lang="en-US" sz="2000" b="1" dirty="0">
              <a:solidFill>
                <a:srgbClr val="262626">
                  <a:lumMod val="50000"/>
                  <a:lumOff val="50000"/>
                </a:srgbClr>
              </a:solidFill>
              <a:latin typeface="Roboto Condensed"/>
            </a:endParaRPr>
          </a:p>
        </p:txBody>
      </p:sp>
      <p:sp>
        <p:nvSpPr>
          <p:cNvPr id="25" name="Freeform 137"/>
          <p:cNvSpPr>
            <a:spLocks noEditPoints="1"/>
          </p:cNvSpPr>
          <p:nvPr/>
        </p:nvSpPr>
        <p:spPr bwMode="auto">
          <a:xfrm>
            <a:off x="8994776" y="5151959"/>
            <a:ext cx="396000" cy="405503"/>
          </a:xfrm>
          <a:custGeom>
            <a:avLst/>
            <a:gdLst/>
            <a:ahLst/>
            <a:cxnLst>
              <a:cxn ang="0">
                <a:pos x="46" y="30"/>
              </a:cxn>
              <a:cxn ang="0">
                <a:pos x="39" y="36"/>
              </a:cxn>
              <a:cxn ang="0">
                <a:pos x="39" y="50"/>
              </a:cxn>
              <a:cxn ang="0">
                <a:pos x="38" y="50"/>
              </a:cxn>
              <a:cxn ang="0">
                <a:pos x="24" y="58"/>
              </a:cxn>
              <a:cxn ang="0">
                <a:pos x="24" y="59"/>
              </a:cxn>
              <a:cxn ang="0">
                <a:pos x="23" y="58"/>
              </a:cxn>
              <a:cxn ang="0">
                <a:pos x="21" y="56"/>
              </a:cxn>
              <a:cxn ang="0">
                <a:pos x="21" y="55"/>
              </a:cxn>
              <a:cxn ang="0">
                <a:pos x="24" y="45"/>
              </a:cxn>
              <a:cxn ang="0">
                <a:pos x="14" y="35"/>
              </a:cxn>
              <a:cxn ang="0">
                <a:pos x="4" y="38"/>
              </a:cxn>
              <a:cxn ang="0">
                <a:pos x="3" y="38"/>
              </a:cxn>
              <a:cxn ang="0">
                <a:pos x="3" y="38"/>
              </a:cxn>
              <a:cxn ang="0">
                <a:pos x="0" y="35"/>
              </a:cxn>
              <a:cxn ang="0">
                <a:pos x="0" y="34"/>
              </a:cxn>
              <a:cxn ang="0">
                <a:pos x="8" y="20"/>
              </a:cxn>
              <a:cxn ang="0">
                <a:pos x="9" y="20"/>
              </a:cxn>
              <a:cxn ang="0">
                <a:pos x="23" y="19"/>
              </a:cxn>
              <a:cxn ang="0">
                <a:pos x="29" y="12"/>
              </a:cxn>
              <a:cxn ang="0">
                <a:pos x="57" y="0"/>
              </a:cxn>
              <a:cxn ang="0">
                <a:pos x="58" y="1"/>
              </a:cxn>
              <a:cxn ang="0">
                <a:pos x="46" y="30"/>
              </a:cxn>
              <a:cxn ang="0">
                <a:pos x="47" y="8"/>
              </a:cxn>
              <a:cxn ang="0">
                <a:pos x="43" y="12"/>
              </a:cxn>
              <a:cxn ang="0">
                <a:pos x="47" y="15"/>
              </a:cxn>
              <a:cxn ang="0">
                <a:pos x="50" y="12"/>
              </a:cxn>
              <a:cxn ang="0">
                <a:pos x="47" y="8"/>
              </a:cxn>
            </a:cxnLst>
            <a:rect l="0" t="0" r="r" b="b"/>
            <a:pathLst>
              <a:path w="58" h="59">
                <a:moveTo>
                  <a:pt x="46" y="30"/>
                </a:moveTo>
                <a:cubicBezTo>
                  <a:pt x="44" y="32"/>
                  <a:pt x="42" y="34"/>
                  <a:pt x="39" y="36"/>
                </a:cubicBezTo>
                <a:cubicBezTo>
                  <a:pt x="39" y="50"/>
                  <a:pt x="39" y="50"/>
                  <a:pt x="39" y="50"/>
                </a:cubicBezTo>
                <a:cubicBezTo>
                  <a:pt x="39" y="50"/>
                  <a:pt x="39" y="50"/>
                  <a:pt x="38" y="50"/>
                </a:cubicBezTo>
                <a:cubicBezTo>
                  <a:pt x="24" y="58"/>
                  <a:pt x="24" y="58"/>
                  <a:pt x="24" y="58"/>
                </a:cubicBezTo>
                <a:cubicBezTo>
                  <a:pt x="24" y="59"/>
                  <a:pt x="24" y="59"/>
                  <a:pt x="24" y="59"/>
                </a:cubicBezTo>
                <a:cubicBezTo>
                  <a:pt x="24" y="59"/>
                  <a:pt x="23" y="58"/>
                  <a:pt x="23" y="58"/>
                </a:cubicBezTo>
                <a:cubicBezTo>
                  <a:pt x="21" y="56"/>
                  <a:pt x="21" y="56"/>
                  <a:pt x="21" y="56"/>
                </a:cubicBezTo>
                <a:cubicBezTo>
                  <a:pt x="21" y="56"/>
                  <a:pt x="20" y="55"/>
                  <a:pt x="21" y="55"/>
                </a:cubicBezTo>
                <a:cubicBezTo>
                  <a:pt x="24" y="45"/>
                  <a:pt x="24" y="45"/>
                  <a:pt x="24" y="45"/>
                </a:cubicBezTo>
                <a:cubicBezTo>
                  <a:pt x="14" y="35"/>
                  <a:pt x="14" y="35"/>
                  <a:pt x="14" y="35"/>
                </a:cubicBezTo>
                <a:cubicBezTo>
                  <a:pt x="4" y="38"/>
                  <a:pt x="4" y="38"/>
                  <a:pt x="4" y="38"/>
                </a:cubicBezTo>
                <a:cubicBezTo>
                  <a:pt x="4" y="38"/>
                  <a:pt x="3" y="38"/>
                  <a:pt x="3" y="38"/>
                </a:cubicBezTo>
                <a:cubicBezTo>
                  <a:pt x="3" y="38"/>
                  <a:pt x="3" y="38"/>
                  <a:pt x="3" y="38"/>
                </a:cubicBezTo>
                <a:cubicBezTo>
                  <a:pt x="0" y="35"/>
                  <a:pt x="0" y="35"/>
                  <a:pt x="0" y="35"/>
                </a:cubicBezTo>
                <a:cubicBezTo>
                  <a:pt x="0" y="35"/>
                  <a:pt x="0" y="34"/>
                  <a:pt x="0" y="34"/>
                </a:cubicBezTo>
                <a:cubicBezTo>
                  <a:pt x="8" y="20"/>
                  <a:pt x="8" y="20"/>
                  <a:pt x="8" y="20"/>
                </a:cubicBezTo>
                <a:cubicBezTo>
                  <a:pt x="8" y="20"/>
                  <a:pt x="9" y="20"/>
                  <a:pt x="9" y="20"/>
                </a:cubicBezTo>
                <a:cubicBezTo>
                  <a:pt x="23" y="19"/>
                  <a:pt x="23" y="19"/>
                  <a:pt x="23" y="19"/>
                </a:cubicBezTo>
                <a:cubicBezTo>
                  <a:pt x="25" y="17"/>
                  <a:pt x="27" y="14"/>
                  <a:pt x="29" y="12"/>
                </a:cubicBezTo>
                <a:cubicBezTo>
                  <a:pt x="38" y="3"/>
                  <a:pt x="45" y="0"/>
                  <a:pt x="57" y="0"/>
                </a:cubicBezTo>
                <a:cubicBezTo>
                  <a:pt x="58" y="0"/>
                  <a:pt x="58" y="1"/>
                  <a:pt x="58" y="1"/>
                </a:cubicBezTo>
                <a:cubicBezTo>
                  <a:pt x="58" y="13"/>
                  <a:pt x="55" y="21"/>
                  <a:pt x="46" y="30"/>
                </a:cubicBezTo>
                <a:close/>
                <a:moveTo>
                  <a:pt x="47" y="8"/>
                </a:moveTo>
                <a:cubicBezTo>
                  <a:pt x="45" y="8"/>
                  <a:pt x="43" y="10"/>
                  <a:pt x="43" y="12"/>
                </a:cubicBezTo>
                <a:cubicBezTo>
                  <a:pt x="43" y="14"/>
                  <a:pt x="45" y="15"/>
                  <a:pt x="47" y="15"/>
                </a:cubicBezTo>
                <a:cubicBezTo>
                  <a:pt x="49" y="15"/>
                  <a:pt x="50" y="14"/>
                  <a:pt x="50" y="12"/>
                </a:cubicBezTo>
                <a:cubicBezTo>
                  <a:pt x="50" y="10"/>
                  <a:pt x="49" y="8"/>
                  <a:pt x="47" y="8"/>
                </a:cubicBez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27" name="Freeform 146"/>
          <p:cNvSpPr>
            <a:spLocks noEditPoints="1"/>
          </p:cNvSpPr>
          <p:nvPr/>
        </p:nvSpPr>
        <p:spPr bwMode="auto">
          <a:xfrm>
            <a:off x="2866750" y="4927957"/>
            <a:ext cx="437181" cy="478367"/>
          </a:xfrm>
          <a:custGeom>
            <a:avLst/>
            <a:gdLst/>
            <a:ahLst/>
            <a:cxnLst>
              <a:cxn ang="0">
                <a:pos x="49" y="42"/>
              </a:cxn>
              <a:cxn ang="0">
                <a:pos x="33" y="58"/>
              </a:cxn>
              <a:cxn ang="0">
                <a:pos x="33" y="46"/>
              </a:cxn>
              <a:cxn ang="0">
                <a:pos x="31" y="45"/>
              </a:cxn>
              <a:cxn ang="0">
                <a:pos x="31" y="58"/>
              </a:cxn>
              <a:cxn ang="0">
                <a:pos x="14" y="42"/>
              </a:cxn>
              <a:cxn ang="0">
                <a:pos x="1" y="33"/>
              </a:cxn>
              <a:cxn ang="0">
                <a:pos x="3" y="31"/>
              </a:cxn>
              <a:cxn ang="0">
                <a:pos x="4" y="31"/>
              </a:cxn>
              <a:cxn ang="0">
                <a:pos x="4" y="7"/>
              </a:cxn>
              <a:cxn ang="0">
                <a:pos x="9" y="0"/>
              </a:cxn>
              <a:cxn ang="0">
                <a:pos x="54" y="0"/>
              </a:cxn>
              <a:cxn ang="0">
                <a:pos x="60" y="7"/>
              </a:cxn>
              <a:cxn ang="0">
                <a:pos x="60" y="31"/>
              </a:cxn>
              <a:cxn ang="0">
                <a:pos x="61" y="31"/>
              </a:cxn>
              <a:cxn ang="0">
                <a:pos x="63" y="33"/>
              </a:cxn>
              <a:cxn ang="0">
                <a:pos x="49" y="42"/>
              </a:cxn>
              <a:cxn ang="0">
                <a:pos x="57" y="9"/>
              </a:cxn>
              <a:cxn ang="0">
                <a:pos x="52" y="4"/>
              </a:cxn>
              <a:cxn ang="0">
                <a:pos x="12" y="4"/>
              </a:cxn>
              <a:cxn ang="0">
                <a:pos x="7" y="9"/>
              </a:cxn>
              <a:cxn ang="0">
                <a:pos x="7" y="33"/>
              </a:cxn>
              <a:cxn ang="0">
                <a:pos x="27" y="37"/>
              </a:cxn>
              <a:cxn ang="0">
                <a:pos x="30" y="38"/>
              </a:cxn>
              <a:cxn ang="0">
                <a:pos x="30" y="38"/>
              </a:cxn>
              <a:cxn ang="0">
                <a:pos x="33" y="40"/>
              </a:cxn>
              <a:cxn ang="0">
                <a:pos x="37" y="37"/>
              </a:cxn>
              <a:cxn ang="0">
                <a:pos x="57" y="33"/>
              </a:cxn>
              <a:cxn ang="0">
                <a:pos x="57" y="9"/>
              </a:cxn>
              <a:cxn ang="0">
                <a:pos x="23" y="34"/>
              </a:cxn>
              <a:cxn ang="0">
                <a:pos x="16" y="27"/>
              </a:cxn>
              <a:cxn ang="0">
                <a:pos x="23" y="20"/>
              </a:cxn>
              <a:cxn ang="0">
                <a:pos x="31" y="27"/>
              </a:cxn>
              <a:cxn ang="0">
                <a:pos x="23" y="34"/>
              </a:cxn>
              <a:cxn ang="0">
                <a:pos x="41" y="34"/>
              </a:cxn>
              <a:cxn ang="0">
                <a:pos x="33" y="27"/>
              </a:cxn>
              <a:cxn ang="0">
                <a:pos x="41" y="20"/>
              </a:cxn>
              <a:cxn ang="0">
                <a:pos x="49" y="27"/>
              </a:cxn>
              <a:cxn ang="0">
                <a:pos x="41" y="34"/>
              </a:cxn>
            </a:cxnLst>
            <a:rect l="0" t="0" r="r" b="b"/>
            <a:pathLst>
              <a:path w="64" h="70">
                <a:moveTo>
                  <a:pt x="49" y="42"/>
                </a:moveTo>
                <a:cubicBezTo>
                  <a:pt x="56" y="66"/>
                  <a:pt x="32" y="70"/>
                  <a:pt x="33" y="58"/>
                </a:cubicBezTo>
                <a:cubicBezTo>
                  <a:pt x="33" y="58"/>
                  <a:pt x="33" y="51"/>
                  <a:pt x="33" y="46"/>
                </a:cubicBezTo>
                <a:cubicBezTo>
                  <a:pt x="32" y="46"/>
                  <a:pt x="32" y="46"/>
                  <a:pt x="31" y="45"/>
                </a:cubicBezTo>
                <a:cubicBezTo>
                  <a:pt x="31" y="51"/>
                  <a:pt x="31" y="58"/>
                  <a:pt x="31" y="58"/>
                </a:cubicBezTo>
                <a:cubicBezTo>
                  <a:pt x="31" y="70"/>
                  <a:pt x="7" y="66"/>
                  <a:pt x="14" y="42"/>
                </a:cubicBezTo>
                <a:cubicBezTo>
                  <a:pt x="7" y="39"/>
                  <a:pt x="3" y="36"/>
                  <a:pt x="1" y="33"/>
                </a:cubicBezTo>
                <a:cubicBezTo>
                  <a:pt x="0" y="31"/>
                  <a:pt x="1" y="29"/>
                  <a:pt x="3" y="31"/>
                </a:cubicBezTo>
                <a:cubicBezTo>
                  <a:pt x="3" y="31"/>
                  <a:pt x="3" y="31"/>
                  <a:pt x="4" y="31"/>
                </a:cubicBezTo>
                <a:cubicBezTo>
                  <a:pt x="4" y="7"/>
                  <a:pt x="4" y="7"/>
                  <a:pt x="4" y="7"/>
                </a:cubicBezTo>
                <a:cubicBezTo>
                  <a:pt x="4" y="3"/>
                  <a:pt x="6" y="0"/>
                  <a:pt x="9" y="0"/>
                </a:cubicBezTo>
                <a:cubicBezTo>
                  <a:pt x="54" y="0"/>
                  <a:pt x="54" y="0"/>
                  <a:pt x="54" y="0"/>
                </a:cubicBezTo>
                <a:cubicBezTo>
                  <a:pt x="57" y="0"/>
                  <a:pt x="60" y="3"/>
                  <a:pt x="60" y="7"/>
                </a:cubicBezTo>
                <a:cubicBezTo>
                  <a:pt x="60" y="31"/>
                  <a:pt x="60" y="31"/>
                  <a:pt x="60" y="31"/>
                </a:cubicBezTo>
                <a:cubicBezTo>
                  <a:pt x="60" y="31"/>
                  <a:pt x="60" y="31"/>
                  <a:pt x="61" y="31"/>
                </a:cubicBezTo>
                <a:cubicBezTo>
                  <a:pt x="63" y="29"/>
                  <a:pt x="64" y="31"/>
                  <a:pt x="63" y="33"/>
                </a:cubicBezTo>
                <a:cubicBezTo>
                  <a:pt x="60" y="36"/>
                  <a:pt x="56" y="39"/>
                  <a:pt x="49" y="42"/>
                </a:cubicBezTo>
                <a:close/>
                <a:moveTo>
                  <a:pt x="57" y="9"/>
                </a:moveTo>
                <a:cubicBezTo>
                  <a:pt x="57" y="5"/>
                  <a:pt x="56" y="4"/>
                  <a:pt x="52" y="4"/>
                </a:cubicBezTo>
                <a:cubicBezTo>
                  <a:pt x="12" y="4"/>
                  <a:pt x="12" y="4"/>
                  <a:pt x="12" y="4"/>
                </a:cubicBezTo>
                <a:cubicBezTo>
                  <a:pt x="8" y="4"/>
                  <a:pt x="7" y="5"/>
                  <a:pt x="7" y="9"/>
                </a:cubicBezTo>
                <a:cubicBezTo>
                  <a:pt x="7" y="33"/>
                  <a:pt x="7" y="33"/>
                  <a:pt x="7" y="33"/>
                </a:cubicBezTo>
                <a:cubicBezTo>
                  <a:pt x="15" y="38"/>
                  <a:pt x="23" y="37"/>
                  <a:pt x="27" y="37"/>
                </a:cubicBezTo>
                <a:cubicBezTo>
                  <a:pt x="28" y="37"/>
                  <a:pt x="29" y="37"/>
                  <a:pt x="30" y="38"/>
                </a:cubicBezTo>
                <a:cubicBezTo>
                  <a:pt x="30" y="38"/>
                  <a:pt x="30" y="38"/>
                  <a:pt x="30" y="38"/>
                </a:cubicBezTo>
                <a:cubicBezTo>
                  <a:pt x="31" y="39"/>
                  <a:pt x="32" y="39"/>
                  <a:pt x="33" y="40"/>
                </a:cubicBezTo>
                <a:cubicBezTo>
                  <a:pt x="33" y="38"/>
                  <a:pt x="34" y="37"/>
                  <a:pt x="37" y="37"/>
                </a:cubicBezTo>
                <a:cubicBezTo>
                  <a:pt x="41" y="37"/>
                  <a:pt x="48" y="38"/>
                  <a:pt x="57" y="33"/>
                </a:cubicBezTo>
                <a:lnTo>
                  <a:pt x="57" y="9"/>
                </a:lnTo>
                <a:close/>
                <a:moveTo>
                  <a:pt x="23" y="34"/>
                </a:moveTo>
                <a:cubicBezTo>
                  <a:pt x="19" y="34"/>
                  <a:pt x="16" y="31"/>
                  <a:pt x="16" y="27"/>
                </a:cubicBezTo>
                <a:cubicBezTo>
                  <a:pt x="16" y="23"/>
                  <a:pt x="19" y="20"/>
                  <a:pt x="23" y="20"/>
                </a:cubicBezTo>
                <a:cubicBezTo>
                  <a:pt x="27" y="20"/>
                  <a:pt x="31" y="23"/>
                  <a:pt x="31" y="27"/>
                </a:cubicBezTo>
                <a:cubicBezTo>
                  <a:pt x="31" y="31"/>
                  <a:pt x="27" y="34"/>
                  <a:pt x="23" y="34"/>
                </a:cubicBezTo>
                <a:close/>
                <a:moveTo>
                  <a:pt x="41" y="34"/>
                </a:moveTo>
                <a:cubicBezTo>
                  <a:pt x="37" y="34"/>
                  <a:pt x="33" y="31"/>
                  <a:pt x="33" y="27"/>
                </a:cubicBezTo>
                <a:cubicBezTo>
                  <a:pt x="33" y="23"/>
                  <a:pt x="37" y="20"/>
                  <a:pt x="41" y="20"/>
                </a:cubicBezTo>
                <a:cubicBezTo>
                  <a:pt x="45" y="20"/>
                  <a:pt x="49" y="23"/>
                  <a:pt x="49" y="27"/>
                </a:cubicBezTo>
                <a:cubicBezTo>
                  <a:pt x="49" y="31"/>
                  <a:pt x="45" y="34"/>
                  <a:pt x="41" y="34"/>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30" name="Rectangle 29"/>
          <p:cNvSpPr/>
          <p:nvPr/>
        </p:nvSpPr>
        <p:spPr>
          <a:xfrm>
            <a:off x="0" y="-34297"/>
            <a:ext cx="12192000" cy="1745419"/>
          </a:xfrm>
          <a:prstGeom prst="rect">
            <a:avLst/>
          </a:prstGeom>
          <a:solidFill>
            <a:srgbClr val="44546A">
              <a:lumMod val="7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37" name="Text Placeholder 1"/>
          <p:cNvSpPr txBox="1">
            <a:spLocks/>
          </p:cNvSpPr>
          <p:nvPr/>
        </p:nvSpPr>
        <p:spPr>
          <a:xfrm>
            <a:off x="5048035" y="640846"/>
            <a:ext cx="7163526" cy="431780"/>
          </a:xfrm>
          <a:prstGeom prst="rect">
            <a:avLst/>
          </a:prstGeom>
        </p:spPr>
        <p:txBody>
          <a:bodyPr vert="horz" lIns="0" tIns="40504" rIns="0" bIns="40504" rtlCol="0" anchor="ctr">
            <a:noAutofit/>
          </a:bodyPr>
          <a:lstStyle>
            <a:lvl1pPr marL="0" indent="0" algn="ctr" defTabSz="914400" rtl="0" eaLnBrk="1" latinLnBrk="0" hangingPunct="1">
              <a:lnSpc>
                <a:spcPct val="100000"/>
              </a:lnSpc>
              <a:spcBef>
                <a:spcPts val="0"/>
              </a:spcBef>
              <a:buFont typeface="Arial" panose="020B0604020202020204" pitchFamily="34" charset="0"/>
              <a:buNone/>
              <a:defRPr sz="4200" b="1" kern="1200">
                <a:solidFill>
                  <a:schemeClr val="tx1">
                    <a:lumMod val="75000"/>
                    <a:lumOff val="25000"/>
                  </a:schemeClr>
                </a:solidFill>
                <a:latin typeface="Lato Light"/>
                <a:ea typeface="+mn-ea"/>
                <a:cs typeface="Lato Light"/>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71600" lvl="3" indent="0" rtl="1">
              <a:buNone/>
            </a:pPr>
            <a:r>
              <a:rPr lang="ar-SA" sz="3800" b="1" u="sng" dirty="0" smtClean="0">
                <a:solidFill>
                  <a:srgbClr val="FFC000"/>
                </a:solidFill>
              </a:rPr>
              <a:t>د - أهمية </a:t>
            </a:r>
            <a:r>
              <a:rPr lang="ar-SA" sz="3800" b="1" u="sng" dirty="0">
                <a:solidFill>
                  <a:srgbClr val="FFC000"/>
                </a:solidFill>
              </a:rPr>
              <a:t>وفوائد الحقيبة التعليمية</a:t>
            </a:r>
            <a:endParaRPr lang="en-US" sz="3800" u="sng" dirty="0">
              <a:solidFill>
                <a:srgbClr val="FFC000"/>
              </a:solidFill>
            </a:endParaRPr>
          </a:p>
        </p:txBody>
      </p: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3949533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fade">
                                      <p:cBhvr>
                                        <p:cTn id="11" dur="500"/>
                                        <p:tgtEl>
                                          <p:spTgt spid="37"/>
                                        </p:tgtEl>
                                      </p:cBhvr>
                                    </p:animEffect>
                                  </p:childTnLst>
                                </p:cTn>
                              </p:par>
                            </p:childTnLst>
                          </p:cTn>
                        </p:par>
                        <p:par>
                          <p:cTn id="12" fill="hold">
                            <p:stCondLst>
                              <p:cond delay="1000"/>
                            </p:stCondLst>
                            <p:childTnLst>
                              <p:par>
                                <p:cTn id="13" presetID="53"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animEffect transition="in" filter="fade">
                                      <p:cBhvr>
                                        <p:cTn id="17" dur="500"/>
                                        <p:tgtEl>
                                          <p:spTgt spid="2"/>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44"/>
                                        </p:tgtEl>
                                        <p:attrNameLst>
                                          <p:attrName>style.visibility</p:attrName>
                                        </p:attrNameLst>
                                      </p:cBhvr>
                                      <p:to>
                                        <p:strVal val="visible"/>
                                      </p:to>
                                    </p:set>
                                    <p:anim calcmode="lin" valueType="num">
                                      <p:cBhvr>
                                        <p:cTn id="21" dur="500" fill="hold"/>
                                        <p:tgtEl>
                                          <p:spTgt spid="44"/>
                                        </p:tgtEl>
                                        <p:attrNameLst>
                                          <p:attrName>ppt_w</p:attrName>
                                        </p:attrNameLst>
                                      </p:cBhvr>
                                      <p:tavLst>
                                        <p:tav tm="0">
                                          <p:val>
                                            <p:fltVal val="0"/>
                                          </p:val>
                                        </p:tav>
                                        <p:tav tm="100000">
                                          <p:val>
                                            <p:strVal val="#ppt_w"/>
                                          </p:val>
                                        </p:tav>
                                      </p:tavLst>
                                    </p:anim>
                                    <p:anim calcmode="lin" valueType="num">
                                      <p:cBhvr>
                                        <p:cTn id="22" dur="500" fill="hold"/>
                                        <p:tgtEl>
                                          <p:spTgt spid="44"/>
                                        </p:tgtEl>
                                        <p:attrNameLst>
                                          <p:attrName>ppt_h</p:attrName>
                                        </p:attrNameLst>
                                      </p:cBhvr>
                                      <p:tavLst>
                                        <p:tav tm="0">
                                          <p:val>
                                            <p:fltVal val="0"/>
                                          </p:val>
                                        </p:tav>
                                        <p:tav tm="100000">
                                          <p:val>
                                            <p:strVal val="#ppt_h"/>
                                          </p:val>
                                        </p:tav>
                                      </p:tavLst>
                                    </p:anim>
                                    <p:animEffect transition="in" filter="fade">
                                      <p:cBhvr>
                                        <p:cTn id="23" dur="500"/>
                                        <p:tgtEl>
                                          <p:spTgt spid="44"/>
                                        </p:tgtEl>
                                      </p:cBhvr>
                                    </p:animEffect>
                                  </p:childTnLst>
                                </p:cTn>
                              </p:par>
                            </p:childTnLst>
                          </p:cTn>
                        </p:par>
                        <p:par>
                          <p:cTn id="24" fill="hold">
                            <p:stCondLst>
                              <p:cond delay="2000"/>
                            </p:stCondLst>
                            <p:childTnLst>
                              <p:par>
                                <p:cTn id="25" presetID="53" presetClass="entr" presetSubtype="0" fill="hold" grpId="0" nodeType="after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p:cTn id="27" dur="500" fill="hold"/>
                                        <p:tgtEl>
                                          <p:spTgt spid="8"/>
                                        </p:tgtEl>
                                        <p:attrNameLst>
                                          <p:attrName>ppt_w</p:attrName>
                                        </p:attrNameLst>
                                      </p:cBhvr>
                                      <p:tavLst>
                                        <p:tav tm="0">
                                          <p:val>
                                            <p:fltVal val="0"/>
                                          </p:val>
                                        </p:tav>
                                        <p:tav tm="100000">
                                          <p:val>
                                            <p:strVal val="#ppt_w"/>
                                          </p:val>
                                        </p:tav>
                                      </p:tavLst>
                                    </p:anim>
                                    <p:anim calcmode="lin" valueType="num">
                                      <p:cBhvr>
                                        <p:cTn id="28" dur="500" fill="hold"/>
                                        <p:tgtEl>
                                          <p:spTgt spid="8"/>
                                        </p:tgtEl>
                                        <p:attrNameLst>
                                          <p:attrName>ppt_h</p:attrName>
                                        </p:attrNameLst>
                                      </p:cBhvr>
                                      <p:tavLst>
                                        <p:tav tm="0">
                                          <p:val>
                                            <p:fltVal val="0"/>
                                          </p:val>
                                        </p:tav>
                                        <p:tav tm="100000">
                                          <p:val>
                                            <p:strVal val="#ppt_h"/>
                                          </p:val>
                                        </p:tav>
                                      </p:tavLst>
                                    </p:anim>
                                    <p:animEffect transition="in" filter="fade">
                                      <p:cBhvr>
                                        <p:cTn id="29" dur="500"/>
                                        <p:tgtEl>
                                          <p:spTgt spid="8"/>
                                        </p:tgtEl>
                                      </p:cBhvr>
                                    </p:animEffect>
                                  </p:childTnLst>
                                </p:cTn>
                              </p:par>
                              <p:par>
                                <p:cTn id="30" presetID="53" presetClass="entr" presetSubtype="0" fill="hold" grpId="0" nodeType="withEffect">
                                  <p:stCondLst>
                                    <p:cond delay="0"/>
                                  </p:stCondLst>
                                  <p:childTnLst>
                                    <p:set>
                                      <p:cBhvr>
                                        <p:cTn id="31" dur="1" fill="hold">
                                          <p:stCondLst>
                                            <p:cond delay="0"/>
                                          </p:stCondLst>
                                        </p:cTn>
                                        <p:tgtEl>
                                          <p:spTgt spid="13"/>
                                        </p:tgtEl>
                                        <p:attrNameLst>
                                          <p:attrName>style.visibility</p:attrName>
                                        </p:attrNameLst>
                                      </p:cBhvr>
                                      <p:to>
                                        <p:strVal val="visible"/>
                                      </p:to>
                                    </p:set>
                                    <p:anim calcmode="lin" valueType="num">
                                      <p:cBhvr>
                                        <p:cTn id="32" dur="500" fill="hold"/>
                                        <p:tgtEl>
                                          <p:spTgt spid="13"/>
                                        </p:tgtEl>
                                        <p:attrNameLst>
                                          <p:attrName>ppt_w</p:attrName>
                                        </p:attrNameLst>
                                      </p:cBhvr>
                                      <p:tavLst>
                                        <p:tav tm="0">
                                          <p:val>
                                            <p:fltVal val="0"/>
                                          </p:val>
                                        </p:tav>
                                        <p:tav tm="100000">
                                          <p:val>
                                            <p:strVal val="#ppt_w"/>
                                          </p:val>
                                        </p:tav>
                                      </p:tavLst>
                                    </p:anim>
                                    <p:anim calcmode="lin" valueType="num">
                                      <p:cBhvr>
                                        <p:cTn id="33" dur="500" fill="hold"/>
                                        <p:tgtEl>
                                          <p:spTgt spid="13"/>
                                        </p:tgtEl>
                                        <p:attrNameLst>
                                          <p:attrName>ppt_h</p:attrName>
                                        </p:attrNameLst>
                                      </p:cBhvr>
                                      <p:tavLst>
                                        <p:tav tm="0">
                                          <p:val>
                                            <p:fltVal val="0"/>
                                          </p:val>
                                        </p:tav>
                                        <p:tav tm="100000">
                                          <p:val>
                                            <p:strVal val="#ppt_h"/>
                                          </p:val>
                                        </p:tav>
                                      </p:tavLst>
                                    </p:anim>
                                    <p:animEffect transition="in" filter="fade">
                                      <p:cBhvr>
                                        <p:cTn id="34" dur="500"/>
                                        <p:tgtEl>
                                          <p:spTgt spid="13"/>
                                        </p:tgtEl>
                                      </p:cBhvr>
                                    </p:animEffect>
                                  </p:childTnLst>
                                </p:cTn>
                              </p:par>
                            </p:childTnLst>
                          </p:cTn>
                        </p:par>
                        <p:par>
                          <p:cTn id="35" fill="hold">
                            <p:stCondLst>
                              <p:cond delay="2500"/>
                            </p:stCondLst>
                            <p:childTnLst>
                              <p:par>
                                <p:cTn id="36" presetID="53" presetClass="entr" presetSubtype="0" fill="hold" grpId="0" nodeType="afterEffect">
                                  <p:stCondLst>
                                    <p:cond delay="0"/>
                                  </p:stCondLst>
                                  <p:childTnLst>
                                    <p:set>
                                      <p:cBhvr>
                                        <p:cTn id="37" dur="1" fill="hold">
                                          <p:stCondLst>
                                            <p:cond delay="0"/>
                                          </p:stCondLst>
                                        </p:cTn>
                                        <p:tgtEl>
                                          <p:spTgt spid="27"/>
                                        </p:tgtEl>
                                        <p:attrNameLst>
                                          <p:attrName>style.visibility</p:attrName>
                                        </p:attrNameLst>
                                      </p:cBhvr>
                                      <p:to>
                                        <p:strVal val="visible"/>
                                      </p:to>
                                    </p:set>
                                    <p:anim calcmode="lin" valueType="num">
                                      <p:cBhvr>
                                        <p:cTn id="38" dur="500" fill="hold"/>
                                        <p:tgtEl>
                                          <p:spTgt spid="27"/>
                                        </p:tgtEl>
                                        <p:attrNameLst>
                                          <p:attrName>ppt_w</p:attrName>
                                        </p:attrNameLst>
                                      </p:cBhvr>
                                      <p:tavLst>
                                        <p:tav tm="0">
                                          <p:val>
                                            <p:fltVal val="0"/>
                                          </p:val>
                                        </p:tav>
                                        <p:tav tm="100000">
                                          <p:val>
                                            <p:strVal val="#ppt_w"/>
                                          </p:val>
                                        </p:tav>
                                      </p:tavLst>
                                    </p:anim>
                                    <p:anim calcmode="lin" valueType="num">
                                      <p:cBhvr>
                                        <p:cTn id="39" dur="500" fill="hold"/>
                                        <p:tgtEl>
                                          <p:spTgt spid="27"/>
                                        </p:tgtEl>
                                        <p:attrNameLst>
                                          <p:attrName>ppt_h</p:attrName>
                                        </p:attrNameLst>
                                      </p:cBhvr>
                                      <p:tavLst>
                                        <p:tav tm="0">
                                          <p:val>
                                            <p:fltVal val="0"/>
                                          </p:val>
                                        </p:tav>
                                        <p:tav tm="100000">
                                          <p:val>
                                            <p:strVal val="#ppt_h"/>
                                          </p:val>
                                        </p:tav>
                                      </p:tavLst>
                                    </p:anim>
                                    <p:animEffect transition="in" filter="fade">
                                      <p:cBhvr>
                                        <p:cTn id="40" dur="500"/>
                                        <p:tgtEl>
                                          <p:spTgt spid="27"/>
                                        </p:tgtEl>
                                      </p:cBhvr>
                                    </p:animEffect>
                                  </p:childTnLst>
                                </p:cTn>
                              </p:par>
                              <p:par>
                                <p:cTn id="41" presetID="2" presetClass="entr" presetSubtype="8" accel="50000" decel="50000"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 calcmode="lin" valueType="num">
                                      <p:cBhvr additive="base">
                                        <p:cTn id="43" dur="500" fill="hold"/>
                                        <p:tgtEl>
                                          <p:spTgt spid="18"/>
                                        </p:tgtEl>
                                        <p:attrNameLst>
                                          <p:attrName>ppt_x</p:attrName>
                                        </p:attrNameLst>
                                      </p:cBhvr>
                                      <p:tavLst>
                                        <p:tav tm="0">
                                          <p:val>
                                            <p:strVal val="0-#ppt_w/2"/>
                                          </p:val>
                                        </p:tav>
                                        <p:tav tm="100000">
                                          <p:val>
                                            <p:strVal val="#ppt_x"/>
                                          </p:val>
                                        </p:tav>
                                      </p:tavLst>
                                    </p:anim>
                                    <p:anim calcmode="lin" valueType="num">
                                      <p:cBhvr additive="base">
                                        <p:cTn id="44" dur="500" fill="hold"/>
                                        <p:tgtEl>
                                          <p:spTgt spid="18"/>
                                        </p:tgtEl>
                                        <p:attrNameLst>
                                          <p:attrName>ppt_y</p:attrName>
                                        </p:attrNameLst>
                                      </p:cBhvr>
                                      <p:tavLst>
                                        <p:tav tm="0">
                                          <p:val>
                                            <p:strVal val="#ppt_y"/>
                                          </p:val>
                                        </p:tav>
                                        <p:tav tm="100000">
                                          <p:val>
                                            <p:strVal val="#ppt_y"/>
                                          </p:val>
                                        </p:tav>
                                      </p:tavLst>
                                    </p:anim>
                                  </p:childTnLst>
                                </p:cTn>
                              </p:par>
                            </p:childTnLst>
                          </p:cTn>
                        </p:par>
                        <p:par>
                          <p:cTn id="45" fill="hold">
                            <p:stCondLst>
                              <p:cond delay="3000"/>
                            </p:stCondLst>
                            <p:childTnLst>
                              <p:par>
                                <p:cTn id="46" presetID="53" presetClass="entr" presetSubtype="0" fill="hold" grpId="0" nodeType="afterEffect">
                                  <p:stCondLst>
                                    <p:cond delay="0"/>
                                  </p:stCondLst>
                                  <p:childTnLst>
                                    <p:set>
                                      <p:cBhvr>
                                        <p:cTn id="47" dur="1" fill="hold">
                                          <p:stCondLst>
                                            <p:cond delay="0"/>
                                          </p:stCondLst>
                                        </p:cTn>
                                        <p:tgtEl>
                                          <p:spTgt spid="9"/>
                                        </p:tgtEl>
                                        <p:attrNameLst>
                                          <p:attrName>style.visibility</p:attrName>
                                        </p:attrNameLst>
                                      </p:cBhvr>
                                      <p:to>
                                        <p:strVal val="visible"/>
                                      </p:to>
                                    </p:set>
                                    <p:anim calcmode="lin" valueType="num">
                                      <p:cBhvr>
                                        <p:cTn id="48" dur="500" fill="hold"/>
                                        <p:tgtEl>
                                          <p:spTgt spid="9"/>
                                        </p:tgtEl>
                                        <p:attrNameLst>
                                          <p:attrName>ppt_w</p:attrName>
                                        </p:attrNameLst>
                                      </p:cBhvr>
                                      <p:tavLst>
                                        <p:tav tm="0">
                                          <p:val>
                                            <p:fltVal val="0"/>
                                          </p:val>
                                        </p:tav>
                                        <p:tav tm="100000">
                                          <p:val>
                                            <p:strVal val="#ppt_w"/>
                                          </p:val>
                                        </p:tav>
                                      </p:tavLst>
                                    </p:anim>
                                    <p:anim calcmode="lin" valueType="num">
                                      <p:cBhvr>
                                        <p:cTn id="49" dur="500" fill="hold"/>
                                        <p:tgtEl>
                                          <p:spTgt spid="9"/>
                                        </p:tgtEl>
                                        <p:attrNameLst>
                                          <p:attrName>ppt_h</p:attrName>
                                        </p:attrNameLst>
                                      </p:cBhvr>
                                      <p:tavLst>
                                        <p:tav tm="0">
                                          <p:val>
                                            <p:fltVal val="0"/>
                                          </p:val>
                                        </p:tav>
                                        <p:tav tm="100000">
                                          <p:val>
                                            <p:strVal val="#ppt_h"/>
                                          </p:val>
                                        </p:tav>
                                      </p:tavLst>
                                    </p:anim>
                                    <p:animEffect transition="in" filter="fade">
                                      <p:cBhvr>
                                        <p:cTn id="50" dur="500"/>
                                        <p:tgtEl>
                                          <p:spTgt spid="9"/>
                                        </p:tgtEl>
                                      </p:cBhvr>
                                    </p:animEffect>
                                  </p:childTnLst>
                                </p:cTn>
                              </p:par>
                              <p:par>
                                <p:cTn id="51" presetID="53" presetClass="entr" presetSubtype="0" fill="hold" grpId="0" nodeType="withEffect">
                                  <p:stCondLst>
                                    <p:cond delay="0"/>
                                  </p:stCondLst>
                                  <p:childTnLst>
                                    <p:set>
                                      <p:cBhvr>
                                        <p:cTn id="52" dur="1" fill="hold">
                                          <p:stCondLst>
                                            <p:cond delay="0"/>
                                          </p:stCondLst>
                                        </p:cTn>
                                        <p:tgtEl>
                                          <p:spTgt spid="16"/>
                                        </p:tgtEl>
                                        <p:attrNameLst>
                                          <p:attrName>style.visibility</p:attrName>
                                        </p:attrNameLst>
                                      </p:cBhvr>
                                      <p:to>
                                        <p:strVal val="visible"/>
                                      </p:to>
                                    </p:set>
                                    <p:anim calcmode="lin" valueType="num">
                                      <p:cBhvr>
                                        <p:cTn id="53" dur="500" fill="hold"/>
                                        <p:tgtEl>
                                          <p:spTgt spid="16"/>
                                        </p:tgtEl>
                                        <p:attrNameLst>
                                          <p:attrName>ppt_w</p:attrName>
                                        </p:attrNameLst>
                                      </p:cBhvr>
                                      <p:tavLst>
                                        <p:tav tm="0">
                                          <p:val>
                                            <p:fltVal val="0"/>
                                          </p:val>
                                        </p:tav>
                                        <p:tav tm="100000">
                                          <p:val>
                                            <p:strVal val="#ppt_w"/>
                                          </p:val>
                                        </p:tav>
                                      </p:tavLst>
                                    </p:anim>
                                    <p:anim calcmode="lin" valueType="num">
                                      <p:cBhvr>
                                        <p:cTn id="54" dur="500" fill="hold"/>
                                        <p:tgtEl>
                                          <p:spTgt spid="16"/>
                                        </p:tgtEl>
                                        <p:attrNameLst>
                                          <p:attrName>ppt_h</p:attrName>
                                        </p:attrNameLst>
                                      </p:cBhvr>
                                      <p:tavLst>
                                        <p:tav tm="0">
                                          <p:val>
                                            <p:fltVal val="0"/>
                                          </p:val>
                                        </p:tav>
                                        <p:tav tm="100000">
                                          <p:val>
                                            <p:strVal val="#ppt_h"/>
                                          </p:val>
                                        </p:tav>
                                      </p:tavLst>
                                    </p:anim>
                                    <p:animEffect transition="in" filter="fade">
                                      <p:cBhvr>
                                        <p:cTn id="55" dur="500"/>
                                        <p:tgtEl>
                                          <p:spTgt spid="16"/>
                                        </p:tgtEl>
                                      </p:cBhvr>
                                    </p:animEffect>
                                  </p:childTnLst>
                                </p:cTn>
                              </p:par>
                            </p:childTnLst>
                          </p:cTn>
                        </p:par>
                        <p:par>
                          <p:cTn id="56" fill="hold">
                            <p:stCondLst>
                              <p:cond delay="3500"/>
                            </p:stCondLst>
                            <p:childTnLst>
                              <p:par>
                                <p:cTn id="57" presetID="53" presetClass="entr" presetSubtype="0" fill="hold" grpId="0" nodeType="afterEffect">
                                  <p:stCondLst>
                                    <p:cond delay="0"/>
                                  </p:stCondLst>
                                  <p:childTnLst>
                                    <p:set>
                                      <p:cBhvr>
                                        <p:cTn id="58" dur="1" fill="hold">
                                          <p:stCondLst>
                                            <p:cond delay="0"/>
                                          </p:stCondLst>
                                        </p:cTn>
                                        <p:tgtEl>
                                          <p:spTgt spid="25"/>
                                        </p:tgtEl>
                                        <p:attrNameLst>
                                          <p:attrName>style.visibility</p:attrName>
                                        </p:attrNameLst>
                                      </p:cBhvr>
                                      <p:to>
                                        <p:strVal val="visible"/>
                                      </p:to>
                                    </p:set>
                                    <p:anim calcmode="lin" valueType="num">
                                      <p:cBhvr>
                                        <p:cTn id="59" dur="500" fill="hold"/>
                                        <p:tgtEl>
                                          <p:spTgt spid="25"/>
                                        </p:tgtEl>
                                        <p:attrNameLst>
                                          <p:attrName>ppt_w</p:attrName>
                                        </p:attrNameLst>
                                      </p:cBhvr>
                                      <p:tavLst>
                                        <p:tav tm="0">
                                          <p:val>
                                            <p:fltVal val="0"/>
                                          </p:val>
                                        </p:tav>
                                        <p:tav tm="100000">
                                          <p:val>
                                            <p:strVal val="#ppt_w"/>
                                          </p:val>
                                        </p:tav>
                                      </p:tavLst>
                                    </p:anim>
                                    <p:anim calcmode="lin" valueType="num">
                                      <p:cBhvr>
                                        <p:cTn id="60" dur="500" fill="hold"/>
                                        <p:tgtEl>
                                          <p:spTgt spid="25"/>
                                        </p:tgtEl>
                                        <p:attrNameLst>
                                          <p:attrName>ppt_h</p:attrName>
                                        </p:attrNameLst>
                                      </p:cBhvr>
                                      <p:tavLst>
                                        <p:tav tm="0">
                                          <p:val>
                                            <p:fltVal val="0"/>
                                          </p:val>
                                        </p:tav>
                                        <p:tav tm="100000">
                                          <p:val>
                                            <p:strVal val="#ppt_h"/>
                                          </p:val>
                                        </p:tav>
                                      </p:tavLst>
                                    </p:anim>
                                    <p:animEffect transition="in" filter="fade">
                                      <p:cBhvr>
                                        <p:cTn id="61" dur="500"/>
                                        <p:tgtEl>
                                          <p:spTgt spid="25"/>
                                        </p:tgtEl>
                                      </p:cBhvr>
                                    </p:animEffect>
                                  </p:childTnLst>
                                </p:cTn>
                              </p:par>
                              <p:par>
                                <p:cTn id="62" presetID="2" presetClass="entr" presetSubtype="2" accel="50000" decel="50000" fill="hold" grpId="0" nodeType="withEffect">
                                  <p:stCondLst>
                                    <p:cond delay="0"/>
                                  </p:stCondLst>
                                  <p:childTnLst>
                                    <p:set>
                                      <p:cBhvr>
                                        <p:cTn id="63" dur="1" fill="hold">
                                          <p:stCondLst>
                                            <p:cond delay="0"/>
                                          </p:stCondLst>
                                        </p:cTn>
                                        <p:tgtEl>
                                          <p:spTgt spid="22"/>
                                        </p:tgtEl>
                                        <p:attrNameLst>
                                          <p:attrName>style.visibility</p:attrName>
                                        </p:attrNameLst>
                                      </p:cBhvr>
                                      <p:to>
                                        <p:strVal val="visible"/>
                                      </p:to>
                                    </p:set>
                                    <p:anim calcmode="lin" valueType="num">
                                      <p:cBhvr additive="base">
                                        <p:cTn id="64" dur="500" fill="hold"/>
                                        <p:tgtEl>
                                          <p:spTgt spid="22"/>
                                        </p:tgtEl>
                                        <p:attrNameLst>
                                          <p:attrName>ppt_x</p:attrName>
                                        </p:attrNameLst>
                                      </p:cBhvr>
                                      <p:tavLst>
                                        <p:tav tm="0">
                                          <p:val>
                                            <p:strVal val="1+#ppt_w/2"/>
                                          </p:val>
                                        </p:tav>
                                        <p:tav tm="100000">
                                          <p:val>
                                            <p:strVal val="#ppt_x"/>
                                          </p:val>
                                        </p:tav>
                                      </p:tavLst>
                                    </p:anim>
                                    <p:anim calcmode="lin" valueType="num">
                                      <p:cBhvr additive="base">
                                        <p:cTn id="65" dur="5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8" grpId="0" animBg="1"/>
      <p:bldP spid="9" grpId="0" animBg="1"/>
      <p:bldP spid="13" grpId="0" animBg="1"/>
      <p:bldP spid="16" grpId="0" animBg="1"/>
      <p:bldP spid="18" grpId="0"/>
      <p:bldP spid="22" grpId="0"/>
      <p:bldP spid="25" grpId="0" animBg="1"/>
      <p:bldP spid="27" grpId="0" animBg="1"/>
      <p:bldP spid="30" grpId="0" animBg="1"/>
      <p:bldP spid="37" grpId="0"/>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0"/>
          <p:cNvGrpSpPr/>
          <p:nvPr/>
        </p:nvGrpSpPr>
        <p:grpSpPr>
          <a:xfrm>
            <a:off x="4819302" y="4536371"/>
            <a:ext cx="2601029" cy="2601029"/>
            <a:chOff x="3614476" y="3221164"/>
            <a:chExt cx="1950772" cy="1950772"/>
          </a:xfrm>
        </p:grpSpPr>
        <p:sp>
          <p:nvSpPr>
            <p:cNvPr id="49" name="Chord 48"/>
            <p:cNvSpPr/>
            <p:nvPr/>
          </p:nvSpPr>
          <p:spPr>
            <a:xfrm rot="6300000">
              <a:off x="3614476" y="3221164"/>
              <a:ext cx="1950772" cy="1950772"/>
            </a:xfrm>
            <a:prstGeom prst="chord">
              <a:avLst>
                <a:gd name="adj1" fmla="val 4234771"/>
                <a:gd name="adj2" fmla="val 15531980"/>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0" name="Freeform 153"/>
            <p:cNvSpPr>
              <a:spLocks noEditPoints="1"/>
            </p:cNvSpPr>
            <p:nvPr/>
          </p:nvSpPr>
          <p:spPr bwMode="auto">
            <a:xfrm>
              <a:off x="4312763" y="3528584"/>
              <a:ext cx="554198" cy="561860"/>
            </a:xfrm>
            <a:custGeom>
              <a:avLst/>
              <a:gdLst/>
              <a:ahLst/>
              <a:cxnLst>
                <a:cxn ang="0">
                  <a:pos x="0" y="59"/>
                </a:cxn>
                <a:cxn ang="0">
                  <a:pos x="118" y="59"/>
                </a:cxn>
                <a:cxn ang="0">
                  <a:pos x="111" y="57"/>
                </a:cxn>
                <a:cxn ang="0">
                  <a:pos x="83" y="33"/>
                </a:cxn>
                <a:cxn ang="0">
                  <a:pos x="111" y="57"/>
                </a:cxn>
                <a:cxn ang="0">
                  <a:pos x="41" y="91"/>
                </a:cxn>
                <a:cxn ang="0">
                  <a:pos x="57" y="111"/>
                </a:cxn>
                <a:cxn ang="0">
                  <a:pos x="61" y="8"/>
                </a:cxn>
                <a:cxn ang="0">
                  <a:pos x="61" y="34"/>
                </a:cxn>
                <a:cxn ang="0">
                  <a:pos x="61" y="8"/>
                </a:cxn>
                <a:cxn ang="0">
                  <a:pos x="95" y="22"/>
                </a:cxn>
                <a:cxn ang="0">
                  <a:pos x="67" y="8"/>
                </a:cxn>
                <a:cxn ang="0">
                  <a:pos x="57" y="34"/>
                </a:cxn>
                <a:cxn ang="0">
                  <a:pos x="57" y="8"/>
                </a:cxn>
                <a:cxn ang="0">
                  <a:pos x="36" y="30"/>
                </a:cxn>
                <a:cxn ang="0">
                  <a:pos x="50" y="8"/>
                </a:cxn>
                <a:cxn ang="0">
                  <a:pos x="38" y="35"/>
                </a:cxn>
                <a:cxn ang="0">
                  <a:pos x="57" y="57"/>
                </a:cxn>
                <a:cxn ang="0">
                  <a:pos x="38" y="35"/>
                </a:cxn>
                <a:cxn ang="0">
                  <a:pos x="57" y="84"/>
                </a:cxn>
                <a:cxn ang="0">
                  <a:pos x="34" y="61"/>
                </a:cxn>
                <a:cxn ang="0">
                  <a:pos x="50" y="110"/>
                </a:cxn>
                <a:cxn ang="0">
                  <a:pos x="38" y="92"/>
                </a:cxn>
                <a:cxn ang="0">
                  <a:pos x="61" y="111"/>
                </a:cxn>
                <a:cxn ang="0">
                  <a:pos x="77" y="91"/>
                </a:cxn>
                <a:cxn ang="0">
                  <a:pos x="61" y="111"/>
                </a:cxn>
                <a:cxn ang="0">
                  <a:pos x="93" y="99"/>
                </a:cxn>
                <a:cxn ang="0">
                  <a:pos x="80" y="92"/>
                </a:cxn>
                <a:cxn ang="0">
                  <a:pos x="61" y="84"/>
                </a:cxn>
                <a:cxn ang="0">
                  <a:pos x="84" y="61"/>
                </a:cxn>
                <a:cxn ang="0">
                  <a:pos x="61" y="57"/>
                </a:cxn>
                <a:cxn ang="0">
                  <a:pos x="80" y="35"/>
                </a:cxn>
                <a:cxn ang="0">
                  <a:pos x="61" y="57"/>
                </a:cxn>
                <a:cxn ang="0">
                  <a:pos x="35" y="33"/>
                </a:cxn>
                <a:cxn ang="0">
                  <a:pos x="7" y="57"/>
                </a:cxn>
                <a:cxn ang="0">
                  <a:pos x="7" y="61"/>
                </a:cxn>
                <a:cxn ang="0">
                  <a:pos x="36" y="89"/>
                </a:cxn>
                <a:cxn ang="0">
                  <a:pos x="7" y="61"/>
                </a:cxn>
                <a:cxn ang="0">
                  <a:pos x="82" y="89"/>
                </a:cxn>
                <a:cxn ang="0">
                  <a:pos x="111" y="61"/>
                </a:cxn>
                <a:cxn ang="0">
                  <a:pos x="95" y="96"/>
                </a:cxn>
              </a:cxnLst>
              <a:rect l="0" t="0" r="r" b="b"/>
              <a:pathLst>
                <a:path w="118" h="119">
                  <a:moveTo>
                    <a:pt x="59" y="0"/>
                  </a:moveTo>
                  <a:cubicBezTo>
                    <a:pt x="26" y="0"/>
                    <a:pt x="0" y="27"/>
                    <a:pt x="0" y="59"/>
                  </a:cubicBezTo>
                  <a:cubicBezTo>
                    <a:pt x="0" y="92"/>
                    <a:pt x="26" y="119"/>
                    <a:pt x="59" y="119"/>
                  </a:cubicBezTo>
                  <a:cubicBezTo>
                    <a:pt x="92" y="119"/>
                    <a:pt x="118" y="92"/>
                    <a:pt x="118" y="59"/>
                  </a:cubicBezTo>
                  <a:cubicBezTo>
                    <a:pt x="118" y="27"/>
                    <a:pt x="92" y="0"/>
                    <a:pt x="59" y="0"/>
                  </a:cubicBezTo>
                  <a:close/>
                  <a:moveTo>
                    <a:pt x="111" y="57"/>
                  </a:moveTo>
                  <a:cubicBezTo>
                    <a:pt x="88" y="57"/>
                    <a:pt x="88" y="57"/>
                    <a:pt x="88" y="57"/>
                  </a:cubicBezTo>
                  <a:cubicBezTo>
                    <a:pt x="87" y="49"/>
                    <a:pt x="86" y="41"/>
                    <a:pt x="83" y="33"/>
                  </a:cubicBezTo>
                  <a:cubicBezTo>
                    <a:pt x="88" y="31"/>
                    <a:pt x="93" y="28"/>
                    <a:pt x="98" y="25"/>
                  </a:cubicBezTo>
                  <a:cubicBezTo>
                    <a:pt x="105" y="34"/>
                    <a:pt x="110" y="45"/>
                    <a:pt x="111" y="57"/>
                  </a:cubicBezTo>
                  <a:close/>
                  <a:moveTo>
                    <a:pt x="57" y="111"/>
                  </a:moveTo>
                  <a:cubicBezTo>
                    <a:pt x="50" y="106"/>
                    <a:pt x="45" y="99"/>
                    <a:pt x="41" y="91"/>
                  </a:cubicBezTo>
                  <a:cubicBezTo>
                    <a:pt x="46" y="89"/>
                    <a:pt x="52" y="88"/>
                    <a:pt x="57" y="88"/>
                  </a:cubicBezTo>
                  <a:cubicBezTo>
                    <a:pt x="57" y="111"/>
                    <a:pt x="57" y="111"/>
                    <a:pt x="57" y="111"/>
                  </a:cubicBezTo>
                  <a:cubicBezTo>
                    <a:pt x="57" y="111"/>
                    <a:pt x="57" y="111"/>
                    <a:pt x="57" y="111"/>
                  </a:cubicBezTo>
                  <a:close/>
                  <a:moveTo>
                    <a:pt x="61" y="8"/>
                  </a:moveTo>
                  <a:cubicBezTo>
                    <a:pt x="68" y="14"/>
                    <a:pt x="74" y="22"/>
                    <a:pt x="78" y="31"/>
                  </a:cubicBezTo>
                  <a:cubicBezTo>
                    <a:pt x="73" y="33"/>
                    <a:pt x="67" y="34"/>
                    <a:pt x="61" y="34"/>
                  </a:cubicBezTo>
                  <a:cubicBezTo>
                    <a:pt x="61" y="8"/>
                    <a:pt x="61" y="8"/>
                    <a:pt x="61" y="8"/>
                  </a:cubicBezTo>
                  <a:cubicBezTo>
                    <a:pt x="61" y="8"/>
                    <a:pt x="61" y="8"/>
                    <a:pt x="61" y="8"/>
                  </a:cubicBezTo>
                  <a:close/>
                  <a:moveTo>
                    <a:pt x="67" y="8"/>
                  </a:moveTo>
                  <a:cubicBezTo>
                    <a:pt x="78" y="10"/>
                    <a:pt x="88" y="15"/>
                    <a:pt x="95" y="22"/>
                  </a:cubicBezTo>
                  <a:cubicBezTo>
                    <a:pt x="91" y="25"/>
                    <a:pt x="87" y="28"/>
                    <a:pt x="82" y="30"/>
                  </a:cubicBezTo>
                  <a:cubicBezTo>
                    <a:pt x="78" y="22"/>
                    <a:pt x="73" y="14"/>
                    <a:pt x="67" y="8"/>
                  </a:cubicBezTo>
                  <a:close/>
                  <a:moveTo>
                    <a:pt x="57" y="8"/>
                  </a:moveTo>
                  <a:cubicBezTo>
                    <a:pt x="57" y="34"/>
                    <a:pt x="57" y="34"/>
                    <a:pt x="57" y="34"/>
                  </a:cubicBezTo>
                  <a:cubicBezTo>
                    <a:pt x="51" y="34"/>
                    <a:pt x="45" y="33"/>
                    <a:pt x="40" y="31"/>
                  </a:cubicBezTo>
                  <a:cubicBezTo>
                    <a:pt x="44" y="22"/>
                    <a:pt x="50" y="14"/>
                    <a:pt x="57" y="8"/>
                  </a:cubicBezTo>
                  <a:cubicBezTo>
                    <a:pt x="57" y="8"/>
                    <a:pt x="57" y="8"/>
                    <a:pt x="57" y="8"/>
                  </a:cubicBezTo>
                  <a:close/>
                  <a:moveTo>
                    <a:pt x="36" y="30"/>
                  </a:moveTo>
                  <a:cubicBezTo>
                    <a:pt x="31" y="28"/>
                    <a:pt x="27" y="25"/>
                    <a:pt x="23" y="22"/>
                  </a:cubicBezTo>
                  <a:cubicBezTo>
                    <a:pt x="30" y="15"/>
                    <a:pt x="40" y="10"/>
                    <a:pt x="50" y="8"/>
                  </a:cubicBezTo>
                  <a:cubicBezTo>
                    <a:pt x="45" y="14"/>
                    <a:pt x="40" y="22"/>
                    <a:pt x="36" y="30"/>
                  </a:cubicBezTo>
                  <a:close/>
                  <a:moveTo>
                    <a:pt x="38" y="35"/>
                  </a:moveTo>
                  <a:cubicBezTo>
                    <a:pt x="44" y="37"/>
                    <a:pt x="50" y="38"/>
                    <a:pt x="57" y="38"/>
                  </a:cubicBezTo>
                  <a:cubicBezTo>
                    <a:pt x="57" y="57"/>
                    <a:pt x="57" y="57"/>
                    <a:pt x="57" y="57"/>
                  </a:cubicBezTo>
                  <a:cubicBezTo>
                    <a:pt x="34" y="57"/>
                    <a:pt x="34" y="57"/>
                    <a:pt x="34" y="57"/>
                  </a:cubicBezTo>
                  <a:cubicBezTo>
                    <a:pt x="34" y="49"/>
                    <a:pt x="36" y="42"/>
                    <a:pt x="38" y="35"/>
                  </a:cubicBezTo>
                  <a:close/>
                  <a:moveTo>
                    <a:pt x="57" y="61"/>
                  </a:moveTo>
                  <a:cubicBezTo>
                    <a:pt x="57" y="84"/>
                    <a:pt x="57" y="84"/>
                    <a:pt x="57" y="84"/>
                  </a:cubicBezTo>
                  <a:cubicBezTo>
                    <a:pt x="51" y="85"/>
                    <a:pt x="45" y="86"/>
                    <a:pt x="40" y="87"/>
                  </a:cubicBezTo>
                  <a:cubicBezTo>
                    <a:pt x="36" y="79"/>
                    <a:pt x="34" y="71"/>
                    <a:pt x="34" y="61"/>
                  </a:cubicBezTo>
                  <a:lnTo>
                    <a:pt x="57" y="61"/>
                  </a:lnTo>
                  <a:close/>
                  <a:moveTo>
                    <a:pt x="50" y="110"/>
                  </a:moveTo>
                  <a:cubicBezTo>
                    <a:pt x="41" y="109"/>
                    <a:pt x="32" y="105"/>
                    <a:pt x="25" y="99"/>
                  </a:cubicBezTo>
                  <a:cubicBezTo>
                    <a:pt x="29" y="96"/>
                    <a:pt x="33" y="94"/>
                    <a:pt x="38" y="92"/>
                  </a:cubicBezTo>
                  <a:cubicBezTo>
                    <a:pt x="41" y="99"/>
                    <a:pt x="45" y="105"/>
                    <a:pt x="50" y="110"/>
                  </a:cubicBezTo>
                  <a:close/>
                  <a:moveTo>
                    <a:pt x="61" y="111"/>
                  </a:moveTo>
                  <a:cubicBezTo>
                    <a:pt x="61" y="88"/>
                    <a:pt x="61" y="88"/>
                    <a:pt x="61" y="88"/>
                  </a:cubicBezTo>
                  <a:cubicBezTo>
                    <a:pt x="66" y="88"/>
                    <a:pt x="72" y="89"/>
                    <a:pt x="77" y="91"/>
                  </a:cubicBezTo>
                  <a:cubicBezTo>
                    <a:pt x="73" y="99"/>
                    <a:pt x="67" y="106"/>
                    <a:pt x="61" y="111"/>
                  </a:cubicBezTo>
                  <a:cubicBezTo>
                    <a:pt x="61" y="111"/>
                    <a:pt x="61" y="111"/>
                    <a:pt x="61" y="111"/>
                  </a:cubicBezTo>
                  <a:close/>
                  <a:moveTo>
                    <a:pt x="80" y="92"/>
                  </a:moveTo>
                  <a:cubicBezTo>
                    <a:pt x="85" y="94"/>
                    <a:pt x="89" y="96"/>
                    <a:pt x="93" y="99"/>
                  </a:cubicBezTo>
                  <a:cubicBezTo>
                    <a:pt x="86" y="105"/>
                    <a:pt x="77" y="109"/>
                    <a:pt x="67" y="110"/>
                  </a:cubicBezTo>
                  <a:cubicBezTo>
                    <a:pt x="73" y="105"/>
                    <a:pt x="77" y="99"/>
                    <a:pt x="80" y="92"/>
                  </a:cubicBezTo>
                  <a:close/>
                  <a:moveTo>
                    <a:pt x="78" y="87"/>
                  </a:moveTo>
                  <a:cubicBezTo>
                    <a:pt x="73" y="86"/>
                    <a:pt x="67" y="85"/>
                    <a:pt x="61" y="84"/>
                  </a:cubicBezTo>
                  <a:cubicBezTo>
                    <a:pt x="61" y="61"/>
                    <a:pt x="61" y="61"/>
                    <a:pt x="61" y="61"/>
                  </a:cubicBezTo>
                  <a:cubicBezTo>
                    <a:pt x="84" y="61"/>
                    <a:pt x="84" y="61"/>
                    <a:pt x="84" y="61"/>
                  </a:cubicBezTo>
                  <a:cubicBezTo>
                    <a:pt x="84" y="71"/>
                    <a:pt x="82" y="79"/>
                    <a:pt x="78" y="87"/>
                  </a:cubicBezTo>
                  <a:close/>
                  <a:moveTo>
                    <a:pt x="61" y="57"/>
                  </a:moveTo>
                  <a:cubicBezTo>
                    <a:pt x="61" y="38"/>
                    <a:pt x="61" y="38"/>
                    <a:pt x="61" y="38"/>
                  </a:cubicBezTo>
                  <a:cubicBezTo>
                    <a:pt x="67" y="38"/>
                    <a:pt x="74" y="37"/>
                    <a:pt x="80" y="35"/>
                  </a:cubicBezTo>
                  <a:cubicBezTo>
                    <a:pt x="82" y="42"/>
                    <a:pt x="84" y="49"/>
                    <a:pt x="84" y="57"/>
                  </a:cubicBezTo>
                  <a:lnTo>
                    <a:pt x="61" y="57"/>
                  </a:lnTo>
                  <a:close/>
                  <a:moveTo>
                    <a:pt x="20" y="25"/>
                  </a:moveTo>
                  <a:cubicBezTo>
                    <a:pt x="25" y="28"/>
                    <a:pt x="30" y="31"/>
                    <a:pt x="35" y="33"/>
                  </a:cubicBezTo>
                  <a:cubicBezTo>
                    <a:pt x="32" y="41"/>
                    <a:pt x="30" y="49"/>
                    <a:pt x="30" y="57"/>
                  </a:cubicBezTo>
                  <a:cubicBezTo>
                    <a:pt x="7" y="57"/>
                    <a:pt x="7" y="57"/>
                    <a:pt x="7" y="57"/>
                  </a:cubicBezTo>
                  <a:cubicBezTo>
                    <a:pt x="8" y="45"/>
                    <a:pt x="13" y="34"/>
                    <a:pt x="20" y="25"/>
                  </a:cubicBezTo>
                  <a:close/>
                  <a:moveTo>
                    <a:pt x="7" y="61"/>
                  </a:moveTo>
                  <a:cubicBezTo>
                    <a:pt x="30" y="61"/>
                    <a:pt x="30" y="61"/>
                    <a:pt x="30" y="61"/>
                  </a:cubicBezTo>
                  <a:cubicBezTo>
                    <a:pt x="31" y="71"/>
                    <a:pt x="33" y="80"/>
                    <a:pt x="36" y="89"/>
                  </a:cubicBezTo>
                  <a:cubicBezTo>
                    <a:pt x="31" y="91"/>
                    <a:pt x="27" y="93"/>
                    <a:pt x="22" y="96"/>
                  </a:cubicBezTo>
                  <a:cubicBezTo>
                    <a:pt x="13" y="87"/>
                    <a:pt x="8" y="75"/>
                    <a:pt x="7" y="61"/>
                  </a:cubicBezTo>
                  <a:close/>
                  <a:moveTo>
                    <a:pt x="95" y="96"/>
                  </a:moveTo>
                  <a:cubicBezTo>
                    <a:pt x="91" y="93"/>
                    <a:pt x="87" y="91"/>
                    <a:pt x="82" y="89"/>
                  </a:cubicBezTo>
                  <a:cubicBezTo>
                    <a:pt x="85" y="80"/>
                    <a:pt x="87" y="71"/>
                    <a:pt x="88" y="61"/>
                  </a:cubicBezTo>
                  <a:cubicBezTo>
                    <a:pt x="111" y="61"/>
                    <a:pt x="111" y="61"/>
                    <a:pt x="111" y="61"/>
                  </a:cubicBezTo>
                  <a:cubicBezTo>
                    <a:pt x="110" y="75"/>
                    <a:pt x="104" y="87"/>
                    <a:pt x="95" y="96"/>
                  </a:cubicBezTo>
                  <a:close/>
                  <a:moveTo>
                    <a:pt x="95" y="96"/>
                  </a:moveTo>
                  <a:cubicBezTo>
                    <a:pt x="95" y="96"/>
                    <a:pt x="95" y="96"/>
                    <a:pt x="95" y="96"/>
                  </a:cubicBezTo>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44" name="Arc 43"/>
          <p:cNvSpPr/>
          <p:nvPr/>
        </p:nvSpPr>
        <p:spPr>
          <a:xfrm>
            <a:off x="3765551" y="3543301"/>
            <a:ext cx="4660900" cy="4660900"/>
          </a:xfrm>
          <a:prstGeom prst="arc">
            <a:avLst>
              <a:gd name="adj1" fmla="val 10769273"/>
              <a:gd name="adj2" fmla="val 0"/>
            </a:avLst>
          </a:prstGeom>
          <a:ln w="57150" cap="rnd">
            <a:solidFill>
              <a:schemeClr val="tx1">
                <a:lumMod val="25000"/>
                <a:lumOff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8" name="Oval 7"/>
          <p:cNvSpPr/>
          <p:nvPr/>
        </p:nvSpPr>
        <p:spPr>
          <a:xfrm>
            <a:off x="3613151" y="5694731"/>
            <a:ext cx="304800" cy="3048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9" name="Oval 8"/>
          <p:cNvSpPr/>
          <p:nvPr/>
        </p:nvSpPr>
        <p:spPr>
          <a:xfrm>
            <a:off x="8274051" y="5694731"/>
            <a:ext cx="304800" cy="3048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3" name="Teardrop 12"/>
          <p:cNvSpPr/>
          <p:nvPr/>
        </p:nvSpPr>
        <p:spPr>
          <a:xfrm rot="5400000">
            <a:off x="2527300" y="4608880"/>
            <a:ext cx="1085851" cy="1085851"/>
          </a:xfrm>
          <a:prstGeom prst="teardrop">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6" name="Teardrop 15"/>
          <p:cNvSpPr/>
          <p:nvPr/>
        </p:nvSpPr>
        <p:spPr>
          <a:xfrm rot="16200000" flipH="1">
            <a:off x="8667749" y="4786680"/>
            <a:ext cx="1085851" cy="1085851"/>
          </a:xfrm>
          <a:prstGeom prst="teardrop">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ooter Text"/>
          <p:cNvSpPr txBox="1"/>
          <p:nvPr/>
        </p:nvSpPr>
        <p:spPr>
          <a:xfrm>
            <a:off x="334802" y="3496959"/>
            <a:ext cx="3168498" cy="1292662"/>
          </a:xfrm>
          <a:prstGeom prst="rect">
            <a:avLst/>
          </a:prstGeom>
          <a:noFill/>
        </p:spPr>
        <p:txBody>
          <a:bodyPr wrap="square" lIns="0" tIns="0" rIns="0" bIns="0" rtlCol="0">
            <a:spAutoFit/>
          </a:bodyPr>
          <a:lstStyle/>
          <a:p>
            <a:pPr algn="ctr" defTabSz="1375467" fontAlgn="auto">
              <a:spcBef>
                <a:spcPts val="0"/>
              </a:spcBef>
              <a:spcAft>
                <a:spcPts val="0"/>
              </a:spcAft>
            </a:pPr>
            <a:r>
              <a:rPr lang="ar-OM" sz="2800" b="1" dirty="0" smtClean="0"/>
              <a:t>تنمي </a:t>
            </a:r>
            <a:r>
              <a:rPr lang="ar-OM" sz="2800" b="1" dirty="0"/>
              <a:t>صفتي تحمل المسؤولية واتخاذ القرار لدى المتعلمين</a:t>
            </a:r>
            <a:endParaRPr lang="en-US" sz="2000" b="1" dirty="0">
              <a:solidFill>
                <a:srgbClr val="262626">
                  <a:lumMod val="50000"/>
                  <a:lumOff val="50000"/>
                </a:srgbClr>
              </a:solidFill>
              <a:latin typeface="Roboto Condensed"/>
            </a:endParaRPr>
          </a:p>
        </p:txBody>
      </p:sp>
      <p:sp>
        <p:nvSpPr>
          <p:cNvPr id="22" name="Footer Text"/>
          <p:cNvSpPr txBox="1"/>
          <p:nvPr/>
        </p:nvSpPr>
        <p:spPr>
          <a:xfrm>
            <a:off x="8370962" y="2764205"/>
            <a:ext cx="2941843" cy="1723549"/>
          </a:xfrm>
          <a:prstGeom prst="rect">
            <a:avLst/>
          </a:prstGeom>
          <a:noFill/>
        </p:spPr>
        <p:txBody>
          <a:bodyPr wrap="square" lIns="0" tIns="0" rIns="0" bIns="0" rtlCol="0">
            <a:spAutoFit/>
          </a:bodyPr>
          <a:lstStyle/>
          <a:p>
            <a:pPr algn="ctr" defTabSz="1375467" fontAlgn="auto">
              <a:spcBef>
                <a:spcPts val="0"/>
              </a:spcBef>
              <a:spcAft>
                <a:spcPts val="0"/>
              </a:spcAft>
            </a:pPr>
            <a:r>
              <a:rPr lang="ar-SA" sz="2800" b="1" dirty="0"/>
              <a:t>تشكل</a:t>
            </a:r>
            <a:r>
              <a:rPr lang="ar-OM" sz="2800" b="1" dirty="0"/>
              <a:t> مجالاً للتسلية، ووسيلة للحصول على المعرفة والخبرة التربوية المفيدة للمعلم والمتعلم</a:t>
            </a:r>
            <a:endParaRPr lang="en-US" sz="2000" b="1" dirty="0">
              <a:solidFill>
                <a:srgbClr val="262626">
                  <a:lumMod val="50000"/>
                  <a:lumOff val="50000"/>
                </a:srgbClr>
              </a:solidFill>
              <a:latin typeface="Roboto Condensed"/>
            </a:endParaRPr>
          </a:p>
        </p:txBody>
      </p:sp>
      <p:sp>
        <p:nvSpPr>
          <p:cNvPr id="25" name="Freeform 137"/>
          <p:cNvSpPr>
            <a:spLocks noEditPoints="1"/>
          </p:cNvSpPr>
          <p:nvPr/>
        </p:nvSpPr>
        <p:spPr bwMode="auto">
          <a:xfrm>
            <a:off x="8994776" y="5151959"/>
            <a:ext cx="396000" cy="405503"/>
          </a:xfrm>
          <a:custGeom>
            <a:avLst/>
            <a:gdLst/>
            <a:ahLst/>
            <a:cxnLst>
              <a:cxn ang="0">
                <a:pos x="46" y="30"/>
              </a:cxn>
              <a:cxn ang="0">
                <a:pos x="39" y="36"/>
              </a:cxn>
              <a:cxn ang="0">
                <a:pos x="39" y="50"/>
              </a:cxn>
              <a:cxn ang="0">
                <a:pos x="38" y="50"/>
              </a:cxn>
              <a:cxn ang="0">
                <a:pos x="24" y="58"/>
              </a:cxn>
              <a:cxn ang="0">
                <a:pos x="24" y="59"/>
              </a:cxn>
              <a:cxn ang="0">
                <a:pos x="23" y="58"/>
              </a:cxn>
              <a:cxn ang="0">
                <a:pos x="21" y="56"/>
              </a:cxn>
              <a:cxn ang="0">
                <a:pos x="21" y="55"/>
              </a:cxn>
              <a:cxn ang="0">
                <a:pos x="24" y="45"/>
              </a:cxn>
              <a:cxn ang="0">
                <a:pos x="14" y="35"/>
              </a:cxn>
              <a:cxn ang="0">
                <a:pos x="4" y="38"/>
              </a:cxn>
              <a:cxn ang="0">
                <a:pos x="3" y="38"/>
              </a:cxn>
              <a:cxn ang="0">
                <a:pos x="3" y="38"/>
              </a:cxn>
              <a:cxn ang="0">
                <a:pos x="0" y="35"/>
              </a:cxn>
              <a:cxn ang="0">
                <a:pos x="0" y="34"/>
              </a:cxn>
              <a:cxn ang="0">
                <a:pos x="8" y="20"/>
              </a:cxn>
              <a:cxn ang="0">
                <a:pos x="9" y="20"/>
              </a:cxn>
              <a:cxn ang="0">
                <a:pos x="23" y="19"/>
              </a:cxn>
              <a:cxn ang="0">
                <a:pos x="29" y="12"/>
              </a:cxn>
              <a:cxn ang="0">
                <a:pos x="57" y="0"/>
              </a:cxn>
              <a:cxn ang="0">
                <a:pos x="58" y="1"/>
              </a:cxn>
              <a:cxn ang="0">
                <a:pos x="46" y="30"/>
              </a:cxn>
              <a:cxn ang="0">
                <a:pos x="47" y="8"/>
              </a:cxn>
              <a:cxn ang="0">
                <a:pos x="43" y="12"/>
              </a:cxn>
              <a:cxn ang="0">
                <a:pos x="47" y="15"/>
              </a:cxn>
              <a:cxn ang="0">
                <a:pos x="50" y="12"/>
              </a:cxn>
              <a:cxn ang="0">
                <a:pos x="47" y="8"/>
              </a:cxn>
            </a:cxnLst>
            <a:rect l="0" t="0" r="r" b="b"/>
            <a:pathLst>
              <a:path w="58" h="59">
                <a:moveTo>
                  <a:pt x="46" y="30"/>
                </a:moveTo>
                <a:cubicBezTo>
                  <a:pt x="44" y="32"/>
                  <a:pt x="42" y="34"/>
                  <a:pt x="39" y="36"/>
                </a:cubicBezTo>
                <a:cubicBezTo>
                  <a:pt x="39" y="50"/>
                  <a:pt x="39" y="50"/>
                  <a:pt x="39" y="50"/>
                </a:cubicBezTo>
                <a:cubicBezTo>
                  <a:pt x="39" y="50"/>
                  <a:pt x="39" y="50"/>
                  <a:pt x="38" y="50"/>
                </a:cubicBezTo>
                <a:cubicBezTo>
                  <a:pt x="24" y="58"/>
                  <a:pt x="24" y="58"/>
                  <a:pt x="24" y="58"/>
                </a:cubicBezTo>
                <a:cubicBezTo>
                  <a:pt x="24" y="59"/>
                  <a:pt x="24" y="59"/>
                  <a:pt x="24" y="59"/>
                </a:cubicBezTo>
                <a:cubicBezTo>
                  <a:pt x="24" y="59"/>
                  <a:pt x="23" y="58"/>
                  <a:pt x="23" y="58"/>
                </a:cubicBezTo>
                <a:cubicBezTo>
                  <a:pt x="21" y="56"/>
                  <a:pt x="21" y="56"/>
                  <a:pt x="21" y="56"/>
                </a:cubicBezTo>
                <a:cubicBezTo>
                  <a:pt x="21" y="56"/>
                  <a:pt x="20" y="55"/>
                  <a:pt x="21" y="55"/>
                </a:cubicBezTo>
                <a:cubicBezTo>
                  <a:pt x="24" y="45"/>
                  <a:pt x="24" y="45"/>
                  <a:pt x="24" y="45"/>
                </a:cubicBezTo>
                <a:cubicBezTo>
                  <a:pt x="14" y="35"/>
                  <a:pt x="14" y="35"/>
                  <a:pt x="14" y="35"/>
                </a:cubicBezTo>
                <a:cubicBezTo>
                  <a:pt x="4" y="38"/>
                  <a:pt x="4" y="38"/>
                  <a:pt x="4" y="38"/>
                </a:cubicBezTo>
                <a:cubicBezTo>
                  <a:pt x="4" y="38"/>
                  <a:pt x="3" y="38"/>
                  <a:pt x="3" y="38"/>
                </a:cubicBezTo>
                <a:cubicBezTo>
                  <a:pt x="3" y="38"/>
                  <a:pt x="3" y="38"/>
                  <a:pt x="3" y="38"/>
                </a:cubicBezTo>
                <a:cubicBezTo>
                  <a:pt x="0" y="35"/>
                  <a:pt x="0" y="35"/>
                  <a:pt x="0" y="35"/>
                </a:cubicBezTo>
                <a:cubicBezTo>
                  <a:pt x="0" y="35"/>
                  <a:pt x="0" y="34"/>
                  <a:pt x="0" y="34"/>
                </a:cubicBezTo>
                <a:cubicBezTo>
                  <a:pt x="8" y="20"/>
                  <a:pt x="8" y="20"/>
                  <a:pt x="8" y="20"/>
                </a:cubicBezTo>
                <a:cubicBezTo>
                  <a:pt x="8" y="20"/>
                  <a:pt x="9" y="20"/>
                  <a:pt x="9" y="20"/>
                </a:cubicBezTo>
                <a:cubicBezTo>
                  <a:pt x="23" y="19"/>
                  <a:pt x="23" y="19"/>
                  <a:pt x="23" y="19"/>
                </a:cubicBezTo>
                <a:cubicBezTo>
                  <a:pt x="25" y="17"/>
                  <a:pt x="27" y="14"/>
                  <a:pt x="29" y="12"/>
                </a:cubicBezTo>
                <a:cubicBezTo>
                  <a:pt x="38" y="3"/>
                  <a:pt x="45" y="0"/>
                  <a:pt x="57" y="0"/>
                </a:cubicBezTo>
                <a:cubicBezTo>
                  <a:pt x="58" y="0"/>
                  <a:pt x="58" y="1"/>
                  <a:pt x="58" y="1"/>
                </a:cubicBezTo>
                <a:cubicBezTo>
                  <a:pt x="58" y="13"/>
                  <a:pt x="55" y="21"/>
                  <a:pt x="46" y="30"/>
                </a:cubicBezTo>
                <a:close/>
                <a:moveTo>
                  <a:pt x="47" y="8"/>
                </a:moveTo>
                <a:cubicBezTo>
                  <a:pt x="45" y="8"/>
                  <a:pt x="43" y="10"/>
                  <a:pt x="43" y="12"/>
                </a:cubicBezTo>
                <a:cubicBezTo>
                  <a:pt x="43" y="14"/>
                  <a:pt x="45" y="15"/>
                  <a:pt x="47" y="15"/>
                </a:cubicBezTo>
                <a:cubicBezTo>
                  <a:pt x="49" y="15"/>
                  <a:pt x="50" y="14"/>
                  <a:pt x="50" y="12"/>
                </a:cubicBezTo>
                <a:cubicBezTo>
                  <a:pt x="50" y="10"/>
                  <a:pt x="49" y="8"/>
                  <a:pt x="47" y="8"/>
                </a:cubicBez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27" name="Freeform 146"/>
          <p:cNvSpPr>
            <a:spLocks noEditPoints="1"/>
          </p:cNvSpPr>
          <p:nvPr/>
        </p:nvSpPr>
        <p:spPr bwMode="auto">
          <a:xfrm>
            <a:off x="2866750" y="4927957"/>
            <a:ext cx="437181" cy="478367"/>
          </a:xfrm>
          <a:custGeom>
            <a:avLst/>
            <a:gdLst/>
            <a:ahLst/>
            <a:cxnLst>
              <a:cxn ang="0">
                <a:pos x="49" y="42"/>
              </a:cxn>
              <a:cxn ang="0">
                <a:pos x="33" y="58"/>
              </a:cxn>
              <a:cxn ang="0">
                <a:pos x="33" y="46"/>
              </a:cxn>
              <a:cxn ang="0">
                <a:pos x="31" y="45"/>
              </a:cxn>
              <a:cxn ang="0">
                <a:pos x="31" y="58"/>
              </a:cxn>
              <a:cxn ang="0">
                <a:pos x="14" y="42"/>
              </a:cxn>
              <a:cxn ang="0">
                <a:pos x="1" y="33"/>
              </a:cxn>
              <a:cxn ang="0">
                <a:pos x="3" y="31"/>
              </a:cxn>
              <a:cxn ang="0">
                <a:pos x="4" y="31"/>
              </a:cxn>
              <a:cxn ang="0">
                <a:pos x="4" y="7"/>
              </a:cxn>
              <a:cxn ang="0">
                <a:pos x="9" y="0"/>
              </a:cxn>
              <a:cxn ang="0">
                <a:pos x="54" y="0"/>
              </a:cxn>
              <a:cxn ang="0">
                <a:pos x="60" y="7"/>
              </a:cxn>
              <a:cxn ang="0">
                <a:pos x="60" y="31"/>
              </a:cxn>
              <a:cxn ang="0">
                <a:pos x="61" y="31"/>
              </a:cxn>
              <a:cxn ang="0">
                <a:pos x="63" y="33"/>
              </a:cxn>
              <a:cxn ang="0">
                <a:pos x="49" y="42"/>
              </a:cxn>
              <a:cxn ang="0">
                <a:pos x="57" y="9"/>
              </a:cxn>
              <a:cxn ang="0">
                <a:pos x="52" y="4"/>
              </a:cxn>
              <a:cxn ang="0">
                <a:pos x="12" y="4"/>
              </a:cxn>
              <a:cxn ang="0">
                <a:pos x="7" y="9"/>
              </a:cxn>
              <a:cxn ang="0">
                <a:pos x="7" y="33"/>
              </a:cxn>
              <a:cxn ang="0">
                <a:pos x="27" y="37"/>
              </a:cxn>
              <a:cxn ang="0">
                <a:pos x="30" y="38"/>
              </a:cxn>
              <a:cxn ang="0">
                <a:pos x="30" y="38"/>
              </a:cxn>
              <a:cxn ang="0">
                <a:pos x="33" y="40"/>
              </a:cxn>
              <a:cxn ang="0">
                <a:pos x="37" y="37"/>
              </a:cxn>
              <a:cxn ang="0">
                <a:pos x="57" y="33"/>
              </a:cxn>
              <a:cxn ang="0">
                <a:pos x="57" y="9"/>
              </a:cxn>
              <a:cxn ang="0">
                <a:pos x="23" y="34"/>
              </a:cxn>
              <a:cxn ang="0">
                <a:pos x="16" y="27"/>
              </a:cxn>
              <a:cxn ang="0">
                <a:pos x="23" y="20"/>
              </a:cxn>
              <a:cxn ang="0">
                <a:pos x="31" y="27"/>
              </a:cxn>
              <a:cxn ang="0">
                <a:pos x="23" y="34"/>
              </a:cxn>
              <a:cxn ang="0">
                <a:pos x="41" y="34"/>
              </a:cxn>
              <a:cxn ang="0">
                <a:pos x="33" y="27"/>
              </a:cxn>
              <a:cxn ang="0">
                <a:pos x="41" y="20"/>
              </a:cxn>
              <a:cxn ang="0">
                <a:pos x="49" y="27"/>
              </a:cxn>
              <a:cxn ang="0">
                <a:pos x="41" y="34"/>
              </a:cxn>
            </a:cxnLst>
            <a:rect l="0" t="0" r="r" b="b"/>
            <a:pathLst>
              <a:path w="64" h="70">
                <a:moveTo>
                  <a:pt x="49" y="42"/>
                </a:moveTo>
                <a:cubicBezTo>
                  <a:pt x="56" y="66"/>
                  <a:pt x="32" y="70"/>
                  <a:pt x="33" y="58"/>
                </a:cubicBezTo>
                <a:cubicBezTo>
                  <a:pt x="33" y="58"/>
                  <a:pt x="33" y="51"/>
                  <a:pt x="33" y="46"/>
                </a:cubicBezTo>
                <a:cubicBezTo>
                  <a:pt x="32" y="46"/>
                  <a:pt x="32" y="46"/>
                  <a:pt x="31" y="45"/>
                </a:cubicBezTo>
                <a:cubicBezTo>
                  <a:pt x="31" y="51"/>
                  <a:pt x="31" y="58"/>
                  <a:pt x="31" y="58"/>
                </a:cubicBezTo>
                <a:cubicBezTo>
                  <a:pt x="31" y="70"/>
                  <a:pt x="7" y="66"/>
                  <a:pt x="14" y="42"/>
                </a:cubicBezTo>
                <a:cubicBezTo>
                  <a:pt x="7" y="39"/>
                  <a:pt x="3" y="36"/>
                  <a:pt x="1" y="33"/>
                </a:cubicBezTo>
                <a:cubicBezTo>
                  <a:pt x="0" y="31"/>
                  <a:pt x="1" y="29"/>
                  <a:pt x="3" y="31"/>
                </a:cubicBezTo>
                <a:cubicBezTo>
                  <a:pt x="3" y="31"/>
                  <a:pt x="3" y="31"/>
                  <a:pt x="4" y="31"/>
                </a:cubicBezTo>
                <a:cubicBezTo>
                  <a:pt x="4" y="7"/>
                  <a:pt x="4" y="7"/>
                  <a:pt x="4" y="7"/>
                </a:cubicBezTo>
                <a:cubicBezTo>
                  <a:pt x="4" y="3"/>
                  <a:pt x="6" y="0"/>
                  <a:pt x="9" y="0"/>
                </a:cubicBezTo>
                <a:cubicBezTo>
                  <a:pt x="54" y="0"/>
                  <a:pt x="54" y="0"/>
                  <a:pt x="54" y="0"/>
                </a:cubicBezTo>
                <a:cubicBezTo>
                  <a:pt x="57" y="0"/>
                  <a:pt x="60" y="3"/>
                  <a:pt x="60" y="7"/>
                </a:cubicBezTo>
                <a:cubicBezTo>
                  <a:pt x="60" y="31"/>
                  <a:pt x="60" y="31"/>
                  <a:pt x="60" y="31"/>
                </a:cubicBezTo>
                <a:cubicBezTo>
                  <a:pt x="60" y="31"/>
                  <a:pt x="60" y="31"/>
                  <a:pt x="61" y="31"/>
                </a:cubicBezTo>
                <a:cubicBezTo>
                  <a:pt x="63" y="29"/>
                  <a:pt x="64" y="31"/>
                  <a:pt x="63" y="33"/>
                </a:cubicBezTo>
                <a:cubicBezTo>
                  <a:pt x="60" y="36"/>
                  <a:pt x="56" y="39"/>
                  <a:pt x="49" y="42"/>
                </a:cubicBezTo>
                <a:close/>
                <a:moveTo>
                  <a:pt x="57" y="9"/>
                </a:moveTo>
                <a:cubicBezTo>
                  <a:pt x="57" y="5"/>
                  <a:pt x="56" y="4"/>
                  <a:pt x="52" y="4"/>
                </a:cubicBezTo>
                <a:cubicBezTo>
                  <a:pt x="12" y="4"/>
                  <a:pt x="12" y="4"/>
                  <a:pt x="12" y="4"/>
                </a:cubicBezTo>
                <a:cubicBezTo>
                  <a:pt x="8" y="4"/>
                  <a:pt x="7" y="5"/>
                  <a:pt x="7" y="9"/>
                </a:cubicBezTo>
                <a:cubicBezTo>
                  <a:pt x="7" y="33"/>
                  <a:pt x="7" y="33"/>
                  <a:pt x="7" y="33"/>
                </a:cubicBezTo>
                <a:cubicBezTo>
                  <a:pt x="15" y="38"/>
                  <a:pt x="23" y="37"/>
                  <a:pt x="27" y="37"/>
                </a:cubicBezTo>
                <a:cubicBezTo>
                  <a:pt x="28" y="37"/>
                  <a:pt x="29" y="37"/>
                  <a:pt x="30" y="38"/>
                </a:cubicBezTo>
                <a:cubicBezTo>
                  <a:pt x="30" y="38"/>
                  <a:pt x="30" y="38"/>
                  <a:pt x="30" y="38"/>
                </a:cubicBezTo>
                <a:cubicBezTo>
                  <a:pt x="31" y="39"/>
                  <a:pt x="32" y="39"/>
                  <a:pt x="33" y="40"/>
                </a:cubicBezTo>
                <a:cubicBezTo>
                  <a:pt x="33" y="38"/>
                  <a:pt x="34" y="37"/>
                  <a:pt x="37" y="37"/>
                </a:cubicBezTo>
                <a:cubicBezTo>
                  <a:pt x="41" y="37"/>
                  <a:pt x="48" y="38"/>
                  <a:pt x="57" y="33"/>
                </a:cubicBezTo>
                <a:lnTo>
                  <a:pt x="57" y="9"/>
                </a:lnTo>
                <a:close/>
                <a:moveTo>
                  <a:pt x="23" y="34"/>
                </a:moveTo>
                <a:cubicBezTo>
                  <a:pt x="19" y="34"/>
                  <a:pt x="16" y="31"/>
                  <a:pt x="16" y="27"/>
                </a:cubicBezTo>
                <a:cubicBezTo>
                  <a:pt x="16" y="23"/>
                  <a:pt x="19" y="20"/>
                  <a:pt x="23" y="20"/>
                </a:cubicBezTo>
                <a:cubicBezTo>
                  <a:pt x="27" y="20"/>
                  <a:pt x="31" y="23"/>
                  <a:pt x="31" y="27"/>
                </a:cubicBezTo>
                <a:cubicBezTo>
                  <a:pt x="31" y="31"/>
                  <a:pt x="27" y="34"/>
                  <a:pt x="23" y="34"/>
                </a:cubicBezTo>
                <a:close/>
                <a:moveTo>
                  <a:pt x="41" y="34"/>
                </a:moveTo>
                <a:cubicBezTo>
                  <a:pt x="37" y="34"/>
                  <a:pt x="33" y="31"/>
                  <a:pt x="33" y="27"/>
                </a:cubicBezTo>
                <a:cubicBezTo>
                  <a:pt x="33" y="23"/>
                  <a:pt x="37" y="20"/>
                  <a:pt x="41" y="20"/>
                </a:cubicBezTo>
                <a:cubicBezTo>
                  <a:pt x="45" y="20"/>
                  <a:pt x="49" y="23"/>
                  <a:pt x="49" y="27"/>
                </a:cubicBezTo>
                <a:cubicBezTo>
                  <a:pt x="49" y="31"/>
                  <a:pt x="45" y="34"/>
                  <a:pt x="41" y="34"/>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30" name="Rectangle 29"/>
          <p:cNvSpPr/>
          <p:nvPr/>
        </p:nvSpPr>
        <p:spPr>
          <a:xfrm>
            <a:off x="0" y="-34297"/>
            <a:ext cx="12192000" cy="1745419"/>
          </a:xfrm>
          <a:prstGeom prst="rect">
            <a:avLst/>
          </a:prstGeom>
          <a:solidFill>
            <a:srgbClr val="44546A">
              <a:lumMod val="7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37" name="Text Placeholder 1"/>
          <p:cNvSpPr txBox="1">
            <a:spLocks/>
          </p:cNvSpPr>
          <p:nvPr/>
        </p:nvSpPr>
        <p:spPr>
          <a:xfrm>
            <a:off x="5048035" y="640846"/>
            <a:ext cx="7163526" cy="431780"/>
          </a:xfrm>
          <a:prstGeom prst="rect">
            <a:avLst/>
          </a:prstGeom>
        </p:spPr>
        <p:txBody>
          <a:bodyPr vert="horz" lIns="0" tIns="40504" rIns="0" bIns="40504" rtlCol="0" anchor="ctr">
            <a:noAutofit/>
          </a:bodyPr>
          <a:lstStyle>
            <a:lvl1pPr marL="0" indent="0" algn="ctr" defTabSz="914400" rtl="0" eaLnBrk="1" latinLnBrk="0" hangingPunct="1">
              <a:lnSpc>
                <a:spcPct val="100000"/>
              </a:lnSpc>
              <a:spcBef>
                <a:spcPts val="0"/>
              </a:spcBef>
              <a:buFont typeface="Arial" panose="020B0604020202020204" pitchFamily="34" charset="0"/>
              <a:buNone/>
              <a:defRPr sz="4200" b="1" kern="1200">
                <a:solidFill>
                  <a:schemeClr val="tx1">
                    <a:lumMod val="75000"/>
                    <a:lumOff val="25000"/>
                  </a:schemeClr>
                </a:solidFill>
                <a:latin typeface="Lato Light"/>
                <a:ea typeface="+mn-ea"/>
                <a:cs typeface="Lato Light"/>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71600" lvl="3" indent="0" rtl="1">
              <a:buNone/>
            </a:pPr>
            <a:r>
              <a:rPr lang="ar-SA" sz="3800" b="1" u="sng" dirty="0" smtClean="0">
                <a:solidFill>
                  <a:srgbClr val="FFC000"/>
                </a:solidFill>
              </a:rPr>
              <a:t>د - أهمية </a:t>
            </a:r>
            <a:r>
              <a:rPr lang="ar-SA" sz="3800" b="1" u="sng" dirty="0">
                <a:solidFill>
                  <a:srgbClr val="FFC000"/>
                </a:solidFill>
              </a:rPr>
              <a:t>وفوائد الحقيبة التعليمية</a:t>
            </a:r>
            <a:endParaRPr lang="en-US" sz="3800" u="sng" dirty="0">
              <a:solidFill>
                <a:srgbClr val="FFC000"/>
              </a:solidFill>
            </a:endParaRPr>
          </a:p>
        </p:txBody>
      </p:sp>
      <p:sp>
        <p:nvSpPr>
          <p:cNvPr id="23" name="Oval 22"/>
          <p:cNvSpPr/>
          <p:nvPr/>
        </p:nvSpPr>
        <p:spPr>
          <a:xfrm>
            <a:off x="6005353" y="3409046"/>
            <a:ext cx="228600" cy="2286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ardrop 23"/>
          <p:cNvSpPr/>
          <p:nvPr/>
        </p:nvSpPr>
        <p:spPr>
          <a:xfrm rot="13500000" flipH="1">
            <a:off x="5715243" y="2378367"/>
            <a:ext cx="814388" cy="814388"/>
          </a:xfrm>
          <a:prstGeom prst="teardrop">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ooter Text"/>
          <p:cNvSpPr txBox="1"/>
          <p:nvPr/>
        </p:nvSpPr>
        <p:spPr>
          <a:xfrm>
            <a:off x="3070225" y="2001874"/>
            <a:ext cx="2725338" cy="1292662"/>
          </a:xfrm>
          <a:prstGeom prst="rect">
            <a:avLst/>
          </a:prstGeom>
          <a:noFill/>
        </p:spPr>
        <p:txBody>
          <a:bodyPr wrap="square" lIns="0" tIns="0" rIns="0" bIns="0" rtlCol="0">
            <a:spAutoFit/>
          </a:bodyPr>
          <a:lstStyle/>
          <a:p>
            <a:pPr algn="ctr"/>
            <a:r>
              <a:rPr lang="ar-OM" sz="2800" b="1" dirty="0"/>
              <a:t>إمكانية توظيفها وتطبيقها في مختلف ميادين المنهج المدرسي</a:t>
            </a:r>
            <a:endParaRPr lang="en-US" sz="2800" b="1" dirty="0" smtClean="0">
              <a:solidFill>
                <a:schemeClr val="tx1">
                  <a:lumMod val="50000"/>
                  <a:lumOff val="50000"/>
                </a:schemeClr>
              </a:solidFill>
            </a:endParaRPr>
          </a:p>
        </p:txBody>
      </p:sp>
      <p:sp>
        <p:nvSpPr>
          <p:cNvPr id="28" name="Freeform 127"/>
          <p:cNvSpPr>
            <a:spLocks/>
          </p:cNvSpPr>
          <p:nvPr/>
        </p:nvSpPr>
        <p:spPr bwMode="auto">
          <a:xfrm>
            <a:off x="5948771" y="2637966"/>
            <a:ext cx="336999" cy="371325"/>
          </a:xfrm>
          <a:custGeom>
            <a:avLst/>
            <a:gdLst/>
            <a:ahLst/>
            <a:cxnLst>
              <a:cxn ang="0">
                <a:pos x="40" y="55"/>
              </a:cxn>
              <a:cxn ang="0">
                <a:pos x="32" y="51"/>
              </a:cxn>
              <a:cxn ang="0">
                <a:pos x="4" y="24"/>
              </a:cxn>
              <a:cxn ang="0">
                <a:pos x="0" y="14"/>
              </a:cxn>
              <a:cxn ang="0">
                <a:pos x="13" y="0"/>
              </a:cxn>
              <a:cxn ang="0">
                <a:pos x="23" y="5"/>
              </a:cxn>
              <a:cxn ang="0">
                <a:pos x="45" y="26"/>
              </a:cxn>
              <a:cxn ang="0">
                <a:pos x="45" y="27"/>
              </a:cxn>
              <a:cxn ang="0">
                <a:pos x="42" y="30"/>
              </a:cxn>
              <a:cxn ang="0">
                <a:pos x="42" y="29"/>
              </a:cxn>
              <a:cxn ang="0">
                <a:pos x="20" y="8"/>
              </a:cxn>
              <a:cxn ang="0">
                <a:pos x="13" y="5"/>
              </a:cxn>
              <a:cxn ang="0">
                <a:pos x="4" y="14"/>
              </a:cxn>
              <a:cxn ang="0">
                <a:pos x="7" y="21"/>
              </a:cxn>
              <a:cxn ang="0">
                <a:pos x="35" y="48"/>
              </a:cxn>
              <a:cxn ang="0">
                <a:pos x="40" y="50"/>
              </a:cxn>
              <a:cxn ang="0">
                <a:pos x="45" y="45"/>
              </a:cxn>
              <a:cxn ang="0">
                <a:pos x="43" y="40"/>
              </a:cxn>
              <a:cxn ang="0">
                <a:pos x="22" y="19"/>
              </a:cxn>
              <a:cxn ang="0">
                <a:pos x="20" y="18"/>
              </a:cxn>
              <a:cxn ang="0">
                <a:pos x="18" y="21"/>
              </a:cxn>
              <a:cxn ang="0">
                <a:pos x="19" y="23"/>
              </a:cxn>
              <a:cxn ang="0">
                <a:pos x="33" y="38"/>
              </a:cxn>
              <a:cxn ang="0">
                <a:pos x="34" y="38"/>
              </a:cxn>
              <a:cxn ang="0">
                <a:pos x="31" y="41"/>
              </a:cxn>
              <a:cxn ang="0">
                <a:pos x="30" y="41"/>
              </a:cxn>
              <a:cxn ang="0">
                <a:pos x="16" y="26"/>
              </a:cxn>
              <a:cxn ang="0">
                <a:pos x="13" y="21"/>
              </a:cxn>
              <a:cxn ang="0">
                <a:pos x="20" y="14"/>
              </a:cxn>
              <a:cxn ang="0">
                <a:pos x="26" y="16"/>
              </a:cxn>
              <a:cxn ang="0">
                <a:pos x="46" y="37"/>
              </a:cxn>
              <a:cxn ang="0">
                <a:pos x="50" y="45"/>
              </a:cxn>
              <a:cxn ang="0">
                <a:pos x="40" y="55"/>
              </a:cxn>
            </a:cxnLst>
            <a:rect l="0" t="0" r="r" b="b"/>
            <a:pathLst>
              <a:path w="50" h="55">
                <a:moveTo>
                  <a:pt x="40" y="55"/>
                </a:moveTo>
                <a:cubicBezTo>
                  <a:pt x="37" y="55"/>
                  <a:pt x="34" y="54"/>
                  <a:pt x="32" y="51"/>
                </a:cubicBezTo>
                <a:cubicBezTo>
                  <a:pt x="4" y="24"/>
                  <a:pt x="4" y="24"/>
                  <a:pt x="4" y="24"/>
                </a:cubicBezTo>
                <a:cubicBezTo>
                  <a:pt x="1" y="21"/>
                  <a:pt x="0" y="18"/>
                  <a:pt x="0" y="14"/>
                </a:cubicBezTo>
                <a:cubicBezTo>
                  <a:pt x="0" y="7"/>
                  <a:pt x="6" y="0"/>
                  <a:pt x="13" y="0"/>
                </a:cubicBezTo>
                <a:cubicBezTo>
                  <a:pt x="17" y="0"/>
                  <a:pt x="21" y="2"/>
                  <a:pt x="23" y="5"/>
                </a:cubicBezTo>
                <a:cubicBezTo>
                  <a:pt x="45" y="26"/>
                  <a:pt x="45" y="26"/>
                  <a:pt x="45" y="26"/>
                </a:cubicBezTo>
                <a:cubicBezTo>
                  <a:pt x="45" y="26"/>
                  <a:pt x="45" y="27"/>
                  <a:pt x="45" y="27"/>
                </a:cubicBezTo>
                <a:cubicBezTo>
                  <a:pt x="45" y="28"/>
                  <a:pt x="43" y="30"/>
                  <a:pt x="42" y="30"/>
                </a:cubicBezTo>
                <a:cubicBezTo>
                  <a:pt x="42" y="30"/>
                  <a:pt x="42" y="30"/>
                  <a:pt x="42" y="29"/>
                </a:cubicBezTo>
                <a:cubicBezTo>
                  <a:pt x="20" y="8"/>
                  <a:pt x="20" y="8"/>
                  <a:pt x="20" y="8"/>
                </a:cubicBezTo>
                <a:cubicBezTo>
                  <a:pt x="18" y="6"/>
                  <a:pt x="16" y="5"/>
                  <a:pt x="13" y="5"/>
                </a:cubicBezTo>
                <a:cubicBezTo>
                  <a:pt x="8" y="5"/>
                  <a:pt x="4" y="9"/>
                  <a:pt x="4" y="14"/>
                </a:cubicBezTo>
                <a:cubicBezTo>
                  <a:pt x="4" y="16"/>
                  <a:pt x="5" y="19"/>
                  <a:pt x="7" y="21"/>
                </a:cubicBezTo>
                <a:cubicBezTo>
                  <a:pt x="35" y="48"/>
                  <a:pt x="35" y="48"/>
                  <a:pt x="35" y="48"/>
                </a:cubicBezTo>
                <a:cubicBezTo>
                  <a:pt x="36" y="50"/>
                  <a:pt x="38" y="50"/>
                  <a:pt x="40" y="50"/>
                </a:cubicBezTo>
                <a:cubicBezTo>
                  <a:pt x="43" y="50"/>
                  <a:pt x="45" y="48"/>
                  <a:pt x="45" y="45"/>
                </a:cubicBezTo>
                <a:cubicBezTo>
                  <a:pt x="45" y="43"/>
                  <a:pt x="44" y="41"/>
                  <a:pt x="43" y="40"/>
                </a:cubicBezTo>
                <a:cubicBezTo>
                  <a:pt x="22" y="19"/>
                  <a:pt x="22" y="19"/>
                  <a:pt x="22" y="19"/>
                </a:cubicBezTo>
                <a:cubicBezTo>
                  <a:pt x="22" y="19"/>
                  <a:pt x="21" y="18"/>
                  <a:pt x="20" y="18"/>
                </a:cubicBezTo>
                <a:cubicBezTo>
                  <a:pt x="19" y="18"/>
                  <a:pt x="18" y="19"/>
                  <a:pt x="18" y="21"/>
                </a:cubicBezTo>
                <a:cubicBezTo>
                  <a:pt x="18" y="22"/>
                  <a:pt x="18" y="22"/>
                  <a:pt x="19" y="23"/>
                </a:cubicBezTo>
                <a:cubicBezTo>
                  <a:pt x="33" y="38"/>
                  <a:pt x="33" y="38"/>
                  <a:pt x="33" y="38"/>
                </a:cubicBezTo>
                <a:cubicBezTo>
                  <a:pt x="34" y="38"/>
                  <a:pt x="34" y="38"/>
                  <a:pt x="34" y="38"/>
                </a:cubicBezTo>
                <a:cubicBezTo>
                  <a:pt x="34" y="39"/>
                  <a:pt x="32" y="41"/>
                  <a:pt x="31" y="41"/>
                </a:cubicBezTo>
                <a:cubicBezTo>
                  <a:pt x="31" y="41"/>
                  <a:pt x="30" y="41"/>
                  <a:pt x="30" y="41"/>
                </a:cubicBezTo>
                <a:cubicBezTo>
                  <a:pt x="16" y="26"/>
                  <a:pt x="16" y="26"/>
                  <a:pt x="16" y="26"/>
                </a:cubicBezTo>
                <a:cubicBezTo>
                  <a:pt x="14" y="25"/>
                  <a:pt x="13" y="23"/>
                  <a:pt x="13" y="21"/>
                </a:cubicBezTo>
                <a:cubicBezTo>
                  <a:pt x="13" y="17"/>
                  <a:pt x="16" y="14"/>
                  <a:pt x="20" y="14"/>
                </a:cubicBezTo>
                <a:cubicBezTo>
                  <a:pt x="22" y="14"/>
                  <a:pt x="24" y="15"/>
                  <a:pt x="26" y="16"/>
                </a:cubicBezTo>
                <a:cubicBezTo>
                  <a:pt x="46" y="37"/>
                  <a:pt x="46" y="37"/>
                  <a:pt x="46" y="37"/>
                </a:cubicBezTo>
                <a:cubicBezTo>
                  <a:pt x="49" y="39"/>
                  <a:pt x="50" y="42"/>
                  <a:pt x="50" y="45"/>
                </a:cubicBezTo>
                <a:cubicBezTo>
                  <a:pt x="50" y="51"/>
                  <a:pt x="46" y="55"/>
                  <a:pt x="40" y="55"/>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41131836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fade">
                                      <p:cBhvr>
                                        <p:cTn id="11" dur="500"/>
                                        <p:tgtEl>
                                          <p:spTgt spid="37"/>
                                        </p:tgtEl>
                                      </p:cBhvr>
                                    </p:animEffect>
                                  </p:childTnLst>
                                </p:cTn>
                              </p:par>
                            </p:childTnLst>
                          </p:cTn>
                        </p:par>
                        <p:par>
                          <p:cTn id="12" fill="hold">
                            <p:stCondLst>
                              <p:cond delay="1000"/>
                            </p:stCondLst>
                            <p:childTnLst>
                              <p:par>
                                <p:cTn id="13" presetID="53"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animEffect transition="in" filter="fade">
                                      <p:cBhvr>
                                        <p:cTn id="17" dur="500"/>
                                        <p:tgtEl>
                                          <p:spTgt spid="2"/>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44"/>
                                        </p:tgtEl>
                                        <p:attrNameLst>
                                          <p:attrName>style.visibility</p:attrName>
                                        </p:attrNameLst>
                                      </p:cBhvr>
                                      <p:to>
                                        <p:strVal val="visible"/>
                                      </p:to>
                                    </p:set>
                                    <p:anim calcmode="lin" valueType="num">
                                      <p:cBhvr>
                                        <p:cTn id="21" dur="500" fill="hold"/>
                                        <p:tgtEl>
                                          <p:spTgt spid="44"/>
                                        </p:tgtEl>
                                        <p:attrNameLst>
                                          <p:attrName>ppt_w</p:attrName>
                                        </p:attrNameLst>
                                      </p:cBhvr>
                                      <p:tavLst>
                                        <p:tav tm="0">
                                          <p:val>
                                            <p:fltVal val="0"/>
                                          </p:val>
                                        </p:tav>
                                        <p:tav tm="100000">
                                          <p:val>
                                            <p:strVal val="#ppt_w"/>
                                          </p:val>
                                        </p:tav>
                                      </p:tavLst>
                                    </p:anim>
                                    <p:anim calcmode="lin" valueType="num">
                                      <p:cBhvr>
                                        <p:cTn id="22" dur="500" fill="hold"/>
                                        <p:tgtEl>
                                          <p:spTgt spid="44"/>
                                        </p:tgtEl>
                                        <p:attrNameLst>
                                          <p:attrName>ppt_h</p:attrName>
                                        </p:attrNameLst>
                                      </p:cBhvr>
                                      <p:tavLst>
                                        <p:tav tm="0">
                                          <p:val>
                                            <p:fltVal val="0"/>
                                          </p:val>
                                        </p:tav>
                                        <p:tav tm="100000">
                                          <p:val>
                                            <p:strVal val="#ppt_h"/>
                                          </p:val>
                                        </p:tav>
                                      </p:tavLst>
                                    </p:anim>
                                    <p:animEffect transition="in" filter="fade">
                                      <p:cBhvr>
                                        <p:cTn id="23" dur="500"/>
                                        <p:tgtEl>
                                          <p:spTgt spid="44"/>
                                        </p:tgtEl>
                                      </p:cBhvr>
                                    </p:animEffect>
                                  </p:childTnLst>
                                </p:cTn>
                              </p:par>
                            </p:childTnLst>
                          </p:cTn>
                        </p:par>
                        <p:par>
                          <p:cTn id="24" fill="hold">
                            <p:stCondLst>
                              <p:cond delay="2000"/>
                            </p:stCondLst>
                            <p:childTnLst>
                              <p:par>
                                <p:cTn id="25" presetID="53" presetClass="entr" presetSubtype="0" fill="hold" grpId="0" nodeType="after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p:cTn id="27" dur="500" fill="hold"/>
                                        <p:tgtEl>
                                          <p:spTgt spid="8"/>
                                        </p:tgtEl>
                                        <p:attrNameLst>
                                          <p:attrName>ppt_w</p:attrName>
                                        </p:attrNameLst>
                                      </p:cBhvr>
                                      <p:tavLst>
                                        <p:tav tm="0">
                                          <p:val>
                                            <p:fltVal val="0"/>
                                          </p:val>
                                        </p:tav>
                                        <p:tav tm="100000">
                                          <p:val>
                                            <p:strVal val="#ppt_w"/>
                                          </p:val>
                                        </p:tav>
                                      </p:tavLst>
                                    </p:anim>
                                    <p:anim calcmode="lin" valueType="num">
                                      <p:cBhvr>
                                        <p:cTn id="28" dur="500" fill="hold"/>
                                        <p:tgtEl>
                                          <p:spTgt spid="8"/>
                                        </p:tgtEl>
                                        <p:attrNameLst>
                                          <p:attrName>ppt_h</p:attrName>
                                        </p:attrNameLst>
                                      </p:cBhvr>
                                      <p:tavLst>
                                        <p:tav tm="0">
                                          <p:val>
                                            <p:fltVal val="0"/>
                                          </p:val>
                                        </p:tav>
                                        <p:tav tm="100000">
                                          <p:val>
                                            <p:strVal val="#ppt_h"/>
                                          </p:val>
                                        </p:tav>
                                      </p:tavLst>
                                    </p:anim>
                                    <p:animEffect transition="in" filter="fade">
                                      <p:cBhvr>
                                        <p:cTn id="29" dur="500"/>
                                        <p:tgtEl>
                                          <p:spTgt spid="8"/>
                                        </p:tgtEl>
                                      </p:cBhvr>
                                    </p:animEffect>
                                  </p:childTnLst>
                                </p:cTn>
                              </p:par>
                              <p:par>
                                <p:cTn id="30" presetID="53" presetClass="entr" presetSubtype="0" fill="hold" grpId="0" nodeType="withEffect">
                                  <p:stCondLst>
                                    <p:cond delay="0"/>
                                  </p:stCondLst>
                                  <p:childTnLst>
                                    <p:set>
                                      <p:cBhvr>
                                        <p:cTn id="31" dur="1" fill="hold">
                                          <p:stCondLst>
                                            <p:cond delay="0"/>
                                          </p:stCondLst>
                                        </p:cTn>
                                        <p:tgtEl>
                                          <p:spTgt spid="13"/>
                                        </p:tgtEl>
                                        <p:attrNameLst>
                                          <p:attrName>style.visibility</p:attrName>
                                        </p:attrNameLst>
                                      </p:cBhvr>
                                      <p:to>
                                        <p:strVal val="visible"/>
                                      </p:to>
                                    </p:set>
                                    <p:anim calcmode="lin" valueType="num">
                                      <p:cBhvr>
                                        <p:cTn id="32" dur="500" fill="hold"/>
                                        <p:tgtEl>
                                          <p:spTgt spid="13"/>
                                        </p:tgtEl>
                                        <p:attrNameLst>
                                          <p:attrName>ppt_w</p:attrName>
                                        </p:attrNameLst>
                                      </p:cBhvr>
                                      <p:tavLst>
                                        <p:tav tm="0">
                                          <p:val>
                                            <p:fltVal val="0"/>
                                          </p:val>
                                        </p:tav>
                                        <p:tav tm="100000">
                                          <p:val>
                                            <p:strVal val="#ppt_w"/>
                                          </p:val>
                                        </p:tav>
                                      </p:tavLst>
                                    </p:anim>
                                    <p:anim calcmode="lin" valueType="num">
                                      <p:cBhvr>
                                        <p:cTn id="33" dur="500" fill="hold"/>
                                        <p:tgtEl>
                                          <p:spTgt spid="13"/>
                                        </p:tgtEl>
                                        <p:attrNameLst>
                                          <p:attrName>ppt_h</p:attrName>
                                        </p:attrNameLst>
                                      </p:cBhvr>
                                      <p:tavLst>
                                        <p:tav tm="0">
                                          <p:val>
                                            <p:fltVal val="0"/>
                                          </p:val>
                                        </p:tav>
                                        <p:tav tm="100000">
                                          <p:val>
                                            <p:strVal val="#ppt_h"/>
                                          </p:val>
                                        </p:tav>
                                      </p:tavLst>
                                    </p:anim>
                                    <p:animEffect transition="in" filter="fade">
                                      <p:cBhvr>
                                        <p:cTn id="34" dur="500"/>
                                        <p:tgtEl>
                                          <p:spTgt spid="13"/>
                                        </p:tgtEl>
                                      </p:cBhvr>
                                    </p:animEffect>
                                  </p:childTnLst>
                                </p:cTn>
                              </p:par>
                            </p:childTnLst>
                          </p:cTn>
                        </p:par>
                        <p:par>
                          <p:cTn id="35" fill="hold">
                            <p:stCondLst>
                              <p:cond delay="2500"/>
                            </p:stCondLst>
                            <p:childTnLst>
                              <p:par>
                                <p:cTn id="36" presetID="53" presetClass="entr" presetSubtype="0" fill="hold" grpId="0" nodeType="afterEffect">
                                  <p:stCondLst>
                                    <p:cond delay="0"/>
                                  </p:stCondLst>
                                  <p:childTnLst>
                                    <p:set>
                                      <p:cBhvr>
                                        <p:cTn id="37" dur="1" fill="hold">
                                          <p:stCondLst>
                                            <p:cond delay="0"/>
                                          </p:stCondLst>
                                        </p:cTn>
                                        <p:tgtEl>
                                          <p:spTgt spid="27"/>
                                        </p:tgtEl>
                                        <p:attrNameLst>
                                          <p:attrName>style.visibility</p:attrName>
                                        </p:attrNameLst>
                                      </p:cBhvr>
                                      <p:to>
                                        <p:strVal val="visible"/>
                                      </p:to>
                                    </p:set>
                                    <p:anim calcmode="lin" valueType="num">
                                      <p:cBhvr>
                                        <p:cTn id="38" dur="500" fill="hold"/>
                                        <p:tgtEl>
                                          <p:spTgt spid="27"/>
                                        </p:tgtEl>
                                        <p:attrNameLst>
                                          <p:attrName>ppt_w</p:attrName>
                                        </p:attrNameLst>
                                      </p:cBhvr>
                                      <p:tavLst>
                                        <p:tav tm="0">
                                          <p:val>
                                            <p:fltVal val="0"/>
                                          </p:val>
                                        </p:tav>
                                        <p:tav tm="100000">
                                          <p:val>
                                            <p:strVal val="#ppt_w"/>
                                          </p:val>
                                        </p:tav>
                                      </p:tavLst>
                                    </p:anim>
                                    <p:anim calcmode="lin" valueType="num">
                                      <p:cBhvr>
                                        <p:cTn id="39" dur="500" fill="hold"/>
                                        <p:tgtEl>
                                          <p:spTgt spid="27"/>
                                        </p:tgtEl>
                                        <p:attrNameLst>
                                          <p:attrName>ppt_h</p:attrName>
                                        </p:attrNameLst>
                                      </p:cBhvr>
                                      <p:tavLst>
                                        <p:tav tm="0">
                                          <p:val>
                                            <p:fltVal val="0"/>
                                          </p:val>
                                        </p:tav>
                                        <p:tav tm="100000">
                                          <p:val>
                                            <p:strVal val="#ppt_h"/>
                                          </p:val>
                                        </p:tav>
                                      </p:tavLst>
                                    </p:anim>
                                    <p:animEffect transition="in" filter="fade">
                                      <p:cBhvr>
                                        <p:cTn id="40" dur="500"/>
                                        <p:tgtEl>
                                          <p:spTgt spid="27"/>
                                        </p:tgtEl>
                                      </p:cBhvr>
                                    </p:animEffect>
                                  </p:childTnLst>
                                </p:cTn>
                              </p:par>
                              <p:par>
                                <p:cTn id="41" presetID="2" presetClass="entr" presetSubtype="8" accel="50000" decel="50000"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 calcmode="lin" valueType="num">
                                      <p:cBhvr additive="base">
                                        <p:cTn id="43" dur="500" fill="hold"/>
                                        <p:tgtEl>
                                          <p:spTgt spid="18"/>
                                        </p:tgtEl>
                                        <p:attrNameLst>
                                          <p:attrName>ppt_x</p:attrName>
                                        </p:attrNameLst>
                                      </p:cBhvr>
                                      <p:tavLst>
                                        <p:tav tm="0">
                                          <p:val>
                                            <p:strVal val="0-#ppt_w/2"/>
                                          </p:val>
                                        </p:tav>
                                        <p:tav tm="100000">
                                          <p:val>
                                            <p:strVal val="#ppt_x"/>
                                          </p:val>
                                        </p:tav>
                                      </p:tavLst>
                                    </p:anim>
                                    <p:anim calcmode="lin" valueType="num">
                                      <p:cBhvr additive="base">
                                        <p:cTn id="44" dur="500" fill="hold"/>
                                        <p:tgtEl>
                                          <p:spTgt spid="18"/>
                                        </p:tgtEl>
                                        <p:attrNameLst>
                                          <p:attrName>ppt_y</p:attrName>
                                        </p:attrNameLst>
                                      </p:cBhvr>
                                      <p:tavLst>
                                        <p:tav tm="0">
                                          <p:val>
                                            <p:strVal val="#ppt_y"/>
                                          </p:val>
                                        </p:tav>
                                        <p:tav tm="100000">
                                          <p:val>
                                            <p:strVal val="#ppt_y"/>
                                          </p:val>
                                        </p:tav>
                                      </p:tavLst>
                                    </p:anim>
                                  </p:childTnLst>
                                </p:cTn>
                              </p:par>
                            </p:childTnLst>
                          </p:cTn>
                        </p:par>
                        <p:par>
                          <p:cTn id="45" fill="hold">
                            <p:stCondLst>
                              <p:cond delay="3000"/>
                            </p:stCondLst>
                            <p:childTnLst>
                              <p:par>
                                <p:cTn id="46" presetID="53" presetClass="entr" presetSubtype="0" fill="hold" grpId="0" nodeType="afterEffect">
                                  <p:stCondLst>
                                    <p:cond delay="0"/>
                                  </p:stCondLst>
                                  <p:childTnLst>
                                    <p:set>
                                      <p:cBhvr>
                                        <p:cTn id="47" dur="1" fill="hold">
                                          <p:stCondLst>
                                            <p:cond delay="0"/>
                                          </p:stCondLst>
                                        </p:cTn>
                                        <p:tgtEl>
                                          <p:spTgt spid="23"/>
                                        </p:tgtEl>
                                        <p:attrNameLst>
                                          <p:attrName>style.visibility</p:attrName>
                                        </p:attrNameLst>
                                      </p:cBhvr>
                                      <p:to>
                                        <p:strVal val="visible"/>
                                      </p:to>
                                    </p:set>
                                    <p:anim calcmode="lin" valueType="num">
                                      <p:cBhvr>
                                        <p:cTn id="48" dur="500" fill="hold"/>
                                        <p:tgtEl>
                                          <p:spTgt spid="23"/>
                                        </p:tgtEl>
                                        <p:attrNameLst>
                                          <p:attrName>ppt_w</p:attrName>
                                        </p:attrNameLst>
                                      </p:cBhvr>
                                      <p:tavLst>
                                        <p:tav tm="0">
                                          <p:val>
                                            <p:fltVal val="0"/>
                                          </p:val>
                                        </p:tav>
                                        <p:tav tm="100000">
                                          <p:val>
                                            <p:strVal val="#ppt_w"/>
                                          </p:val>
                                        </p:tav>
                                      </p:tavLst>
                                    </p:anim>
                                    <p:anim calcmode="lin" valueType="num">
                                      <p:cBhvr>
                                        <p:cTn id="49" dur="500" fill="hold"/>
                                        <p:tgtEl>
                                          <p:spTgt spid="23"/>
                                        </p:tgtEl>
                                        <p:attrNameLst>
                                          <p:attrName>ppt_h</p:attrName>
                                        </p:attrNameLst>
                                      </p:cBhvr>
                                      <p:tavLst>
                                        <p:tav tm="0">
                                          <p:val>
                                            <p:fltVal val="0"/>
                                          </p:val>
                                        </p:tav>
                                        <p:tav tm="100000">
                                          <p:val>
                                            <p:strVal val="#ppt_h"/>
                                          </p:val>
                                        </p:tav>
                                      </p:tavLst>
                                    </p:anim>
                                    <p:animEffect transition="in" filter="fade">
                                      <p:cBhvr>
                                        <p:cTn id="50" dur="500"/>
                                        <p:tgtEl>
                                          <p:spTgt spid="23"/>
                                        </p:tgtEl>
                                      </p:cBhvr>
                                    </p:animEffect>
                                  </p:childTnLst>
                                </p:cTn>
                              </p:par>
                              <p:par>
                                <p:cTn id="51" presetID="53" presetClass="entr" presetSubtype="0" fill="hold" grpId="0" nodeType="withEffect">
                                  <p:stCondLst>
                                    <p:cond delay="0"/>
                                  </p:stCondLst>
                                  <p:childTnLst>
                                    <p:set>
                                      <p:cBhvr>
                                        <p:cTn id="52" dur="1" fill="hold">
                                          <p:stCondLst>
                                            <p:cond delay="0"/>
                                          </p:stCondLst>
                                        </p:cTn>
                                        <p:tgtEl>
                                          <p:spTgt spid="24"/>
                                        </p:tgtEl>
                                        <p:attrNameLst>
                                          <p:attrName>style.visibility</p:attrName>
                                        </p:attrNameLst>
                                      </p:cBhvr>
                                      <p:to>
                                        <p:strVal val="visible"/>
                                      </p:to>
                                    </p:set>
                                    <p:anim calcmode="lin" valueType="num">
                                      <p:cBhvr>
                                        <p:cTn id="53" dur="500" fill="hold"/>
                                        <p:tgtEl>
                                          <p:spTgt spid="24"/>
                                        </p:tgtEl>
                                        <p:attrNameLst>
                                          <p:attrName>ppt_w</p:attrName>
                                        </p:attrNameLst>
                                      </p:cBhvr>
                                      <p:tavLst>
                                        <p:tav tm="0">
                                          <p:val>
                                            <p:fltVal val="0"/>
                                          </p:val>
                                        </p:tav>
                                        <p:tav tm="100000">
                                          <p:val>
                                            <p:strVal val="#ppt_w"/>
                                          </p:val>
                                        </p:tav>
                                      </p:tavLst>
                                    </p:anim>
                                    <p:anim calcmode="lin" valueType="num">
                                      <p:cBhvr>
                                        <p:cTn id="54" dur="500" fill="hold"/>
                                        <p:tgtEl>
                                          <p:spTgt spid="24"/>
                                        </p:tgtEl>
                                        <p:attrNameLst>
                                          <p:attrName>ppt_h</p:attrName>
                                        </p:attrNameLst>
                                      </p:cBhvr>
                                      <p:tavLst>
                                        <p:tav tm="0">
                                          <p:val>
                                            <p:fltVal val="0"/>
                                          </p:val>
                                        </p:tav>
                                        <p:tav tm="100000">
                                          <p:val>
                                            <p:strVal val="#ppt_h"/>
                                          </p:val>
                                        </p:tav>
                                      </p:tavLst>
                                    </p:anim>
                                    <p:animEffect transition="in" filter="fade">
                                      <p:cBhvr>
                                        <p:cTn id="55" dur="500"/>
                                        <p:tgtEl>
                                          <p:spTgt spid="24"/>
                                        </p:tgtEl>
                                      </p:cBhvr>
                                    </p:animEffect>
                                  </p:childTnLst>
                                </p:cTn>
                              </p:par>
                            </p:childTnLst>
                          </p:cTn>
                        </p:par>
                        <p:par>
                          <p:cTn id="56" fill="hold">
                            <p:stCondLst>
                              <p:cond delay="3500"/>
                            </p:stCondLst>
                            <p:childTnLst>
                              <p:par>
                                <p:cTn id="57" presetID="53" presetClass="entr" presetSubtype="0" fill="hold" grpId="0" nodeType="after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p:cTn id="59" dur="500" fill="hold"/>
                                        <p:tgtEl>
                                          <p:spTgt spid="28"/>
                                        </p:tgtEl>
                                        <p:attrNameLst>
                                          <p:attrName>ppt_w</p:attrName>
                                        </p:attrNameLst>
                                      </p:cBhvr>
                                      <p:tavLst>
                                        <p:tav tm="0">
                                          <p:val>
                                            <p:fltVal val="0"/>
                                          </p:val>
                                        </p:tav>
                                        <p:tav tm="100000">
                                          <p:val>
                                            <p:strVal val="#ppt_w"/>
                                          </p:val>
                                        </p:tav>
                                      </p:tavLst>
                                    </p:anim>
                                    <p:anim calcmode="lin" valueType="num">
                                      <p:cBhvr>
                                        <p:cTn id="60" dur="500" fill="hold"/>
                                        <p:tgtEl>
                                          <p:spTgt spid="28"/>
                                        </p:tgtEl>
                                        <p:attrNameLst>
                                          <p:attrName>ppt_h</p:attrName>
                                        </p:attrNameLst>
                                      </p:cBhvr>
                                      <p:tavLst>
                                        <p:tav tm="0">
                                          <p:val>
                                            <p:fltVal val="0"/>
                                          </p:val>
                                        </p:tav>
                                        <p:tav tm="100000">
                                          <p:val>
                                            <p:strVal val="#ppt_h"/>
                                          </p:val>
                                        </p:tav>
                                      </p:tavLst>
                                    </p:anim>
                                    <p:animEffect transition="in" filter="fade">
                                      <p:cBhvr>
                                        <p:cTn id="61" dur="500"/>
                                        <p:tgtEl>
                                          <p:spTgt spid="28"/>
                                        </p:tgtEl>
                                      </p:cBhvr>
                                    </p:animEffect>
                                  </p:childTnLst>
                                </p:cTn>
                              </p:par>
                              <p:par>
                                <p:cTn id="62" presetID="2" presetClass="entr" presetSubtype="8" accel="50000" decel="50000" fill="hold" grpId="0" nodeType="withEffect">
                                  <p:stCondLst>
                                    <p:cond delay="0"/>
                                  </p:stCondLst>
                                  <p:childTnLst>
                                    <p:set>
                                      <p:cBhvr>
                                        <p:cTn id="63" dur="1" fill="hold">
                                          <p:stCondLst>
                                            <p:cond delay="0"/>
                                          </p:stCondLst>
                                        </p:cTn>
                                        <p:tgtEl>
                                          <p:spTgt spid="26"/>
                                        </p:tgtEl>
                                        <p:attrNameLst>
                                          <p:attrName>style.visibility</p:attrName>
                                        </p:attrNameLst>
                                      </p:cBhvr>
                                      <p:to>
                                        <p:strVal val="visible"/>
                                      </p:to>
                                    </p:set>
                                    <p:anim calcmode="lin" valueType="num">
                                      <p:cBhvr additive="base">
                                        <p:cTn id="64" dur="500" fill="hold"/>
                                        <p:tgtEl>
                                          <p:spTgt spid="26"/>
                                        </p:tgtEl>
                                        <p:attrNameLst>
                                          <p:attrName>ppt_x</p:attrName>
                                        </p:attrNameLst>
                                      </p:cBhvr>
                                      <p:tavLst>
                                        <p:tav tm="0">
                                          <p:val>
                                            <p:strVal val="0-#ppt_w/2"/>
                                          </p:val>
                                        </p:tav>
                                        <p:tav tm="100000">
                                          <p:val>
                                            <p:strVal val="#ppt_x"/>
                                          </p:val>
                                        </p:tav>
                                      </p:tavLst>
                                    </p:anim>
                                    <p:anim calcmode="lin" valueType="num">
                                      <p:cBhvr additive="base">
                                        <p:cTn id="65" dur="500" fill="hold"/>
                                        <p:tgtEl>
                                          <p:spTgt spid="26"/>
                                        </p:tgtEl>
                                        <p:attrNameLst>
                                          <p:attrName>ppt_y</p:attrName>
                                        </p:attrNameLst>
                                      </p:cBhvr>
                                      <p:tavLst>
                                        <p:tav tm="0">
                                          <p:val>
                                            <p:strVal val="#ppt_y"/>
                                          </p:val>
                                        </p:tav>
                                        <p:tav tm="100000">
                                          <p:val>
                                            <p:strVal val="#ppt_y"/>
                                          </p:val>
                                        </p:tav>
                                      </p:tavLst>
                                    </p:anim>
                                  </p:childTnLst>
                                </p:cTn>
                              </p:par>
                            </p:childTnLst>
                          </p:cTn>
                        </p:par>
                        <p:par>
                          <p:cTn id="66" fill="hold">
                            <p:stCondLst>
                              <p:cond delay="4000"/>
                            </p:stCondLst>
                            <p:childTnLst>
                              <p:par>
                                <p:cTn id="67" presetID="53" presetClass="entr" presetSubtype="0" fill="hold" grpId="0" nodeType="afterEffect">
                                  <p:stCondLst>
                                    <p:cond delay="0"/>
                                  </p:stCondLst>
                                  <p:childTnLst>
                                    <p:set>
                                      <p:cBhvr>
                                        <p:cTn id="68" dur="1" fill="hold">
                                          <p:stCondLst>
                                            <p:cond delay="0"/>
                                          </p:stCondLst>
                                        </p:cTn>
                                        <p:tgtEl>
                                          <p:spTgt spid="9"/>
                                        </p:tgtEl>
                                        <p:attrNameLst>
                                          <p:attrName>style.visibility</p:attrName>
                                        </p:attrNameLst>
                                      </p:cBhvr>
                                      <p:to>
                                        <p:strVal val="visible"/>
                                      </p:to>
                                    </p:set>
                                    <p:anim calcmode="lin" valueType="num">
                                      <p:cBhvr>
                                        <p:cTn id="69" dur="500" fill="hold"/>
                                        <p:tgtEl>
                                          <p:spTgt spid="9"/>
                                        </p:tgtEl>
                                        <p:attrNameLst>
                                          <p:attrName>ppt_w</p:attrName>
                                        </p:attrNameLst>
                                      </p:cBhvr>
                                      <p:tavLst>
                                        <p:tav tm="0">
                                          <p:val>
                                            <p:fltVal val="0"/>
                                          </p:val>
                                        </p:tav>
                                        <p:tav tm="100000">
                                          <p:val>
                                            <p:strVal val="#ppt_w"/>
                                          </p:val>
                                        </p:tav>
                                      </p:tavLst>
                                    </p:anim>
                                    <p:anim calcmode="lin" valueType="num">
                                      <p:cBhvr>
                                        <p:cTn id="70" dur="500" fill="hold"/>
                                        <p:tgtEl>
                                          <p:spTgt spid="9"/>
                                        </p:tgtEl>
                                        <p:attrNameLst>
                                          <p:attrName>ppt_h</p:attrName>
                                        </p:attrNameLst>
                                      </p:cBhvr>
                                      <p:tavLst>
                                        <p:tav tm="0">
                                          <p:val>
                                            <p:fltVal val="0"/>
                                          </p:val>
                                        </p:tav>
                                        <p:tav tm="100000">
                                          <p:val>
                                            <p:strVal val="#ppt_h"/>
                                          </p:val>
                                        </p:tav>
                                      </p:tavLst>
                                    </p:anim>
                                    <p:animEffect transition="in" filter="fade">
                                      <p:cBhvr>
                                        <p:cTn id="71" dur="500"/>
                                        <p:tgtEl>
                                          <p:spTgt spid="9"/>
                                        </p:tgtEl>
                                      </p:cBhvr>
                                    </p:animEffect>
                                  </p:childTnLst>
                                </p:cTn>
                              </p:par>
                              <p:par>
                                <p:cTn id="72" presetID="53" presetClass="entr" presetSubtype="0" fill="hold" grpId="0" nodeType="withEffect">
                                  <p:stCondLst>
                                    <p:cond delay="0"/>
                                  </p:stCondLst>
                                  <p:childTnLst>
                                    <p:set>
                                      <p:cBhvr>
                                        <p:cTn id="73" dur="1" fill="hold">
                                          <p:stCondLst>
                                            <p:cond delay="0"/>
                                          </p:stCondLst>
                                        </p:cTn>
                                        <p:tgtEl>
                                          <p:spTgt spid="16"/>
                                        </p:tgtEl>
                                        <p:attrNameLst>
                                          <p:attrName>style.visibility</p:attrName>
                                        </p:attrNameLst>
                                      </p:cBhvr>
                                      <p:to>
                                        <p:strVal val="visible"/>
                                      </p:to>
                                    </p:set>
                                    <p:anim calcmode="lin" valueType="num">
                                      <p:cBhvr>
                                        <p:cTn id="74" dur="500" fill="hold"/>
                                        <p:tgtEl>
                                          <p:spTgt spid="16"/>
                                        </p:tgtEl>
                                        <p:attrNameLst>
                                          <p:attrName>ppt_w</p:attrName>
                                        </p:attrNameLst>
                                      </p:cBhvr>
                                      <p:tavLst>
                                        <p:tav tm="0">
                                          <p:val>
                                            <p:fltVal val="0"/>
                                          </p:val>
                                        </p:tav>
                                        <p:tav tm="100000">
                                          <p:val>
                                            <p:strVal val="#ppt_w"/>
                                          </p:val>
                                        </p:tav>
                                      </p:tavLst>
                                    </p:anim>
                                    <p:anim calcmode="lin" valueType="num">
                                      <p:cBhvr>
                                        <p:cTn id="75" dur="500" fill="hold"/>
                                        <p:tgtEl>
                                          <p:spTgt spid="16"/>
                                        </p:tgtEl>
                                        <p:attrNameLst>
                                          <p:attrName>ppt_h</p:attrName>
                                        </p:attrNameLst>
                                      </p:cBhvr>
                                      <p:tavLst>
                                        <p:tav tm="0">
                                          <p:val>
                                            <p:fltVal val="0"/>
                                          </p:val>
                                        </p:tav>
                                        <p:tav tm="100000">
                                          <p:val>
                                            <p:strVal val="#ppt_h"/>
                                          </p:val>
                                        </p:tav>
                                      </p:tavLst>
                                    </p:anim>
                                    <p:animEffect transition="in" filter="fade">
                                      <p:cBhvr>
                                        <p:cTn id="76" dur="500"/>
                                        <p:tgtEl>
                                          <p:spTgt spid="16"/>
                                        </p:tgtEl>
                                      </p:cBhvr>
                                    </p:animEffect>
                                  </p:childTnLst>
                                </p:cTn>
                              </p:par>
                            </p:childTnLst>
                          </p:cTn>
                        </p:par>
                        <p:par>
                          <p:cTn id="77" fill="hold">
                            <p:stCondLst>
                              <p:cond delay="4500"/>
                            </p:stCondLst>
                            <p:childTnLst>
                              <p:par>
                                <p:cTn id="78" presetID="53" presetClass="entr" presetSubtype="0" fill="hold" grpId="0" nodeType="afterEffect">
                                  <p:stCondLst>
                                    <p:cond delay="0"/>
                                  </p:stCondLst>
                                  <p:childTnLst>
                                    <p:set>
                                      <p:cBhvr>
                                        <p:cTn id="79" dur="1" fill="hold">
                                          <p:stCondLst>
                                            <p:cond delay="0"/>
                                          </p:stCondLst>
                                        </p:cTn>
                                        <p:tgtEl>
                                          <p:spTgt spid="25"/>
                                        </p:tgtEl>
                                        <p:attrNameLst>
                                          <p:attrName>style.visibility</p:attrName>
                                        </p:attrNameLst>
                                      </p:cBhvr>
                                      <p:to>
                                        <p:strVal val="visible"/>
                                      </p:to>
                                    </p:set>
                                    <p:anim calcmode="lin" valueType="num">
                                      <p:cBhvr>
                                        <p:cTn id="80" dur="500" fill="hold"/>
                                        <p:tgtEl>
                                          <p:spTgt spid="25"/>
                                        </p:tgtEl>
                                        <p:attrNameLst>
                                          <p:attrName>ppt_w</p:attrName>
                                        </p:attrNameLst>
                                      </p:cBhvr>
                                      <p:tavLst>
                                        <p:tav tm="0">
                                          <p:val>
                                            <p:fltVal val="0"/>
                                          </p:val>
                                        </p:tav>
                                        <p:tav tm="100000">
                                          <p:val>
                                            <p:strVal val="#ppt_w"/>
                                          </p:val>
                                        </p:tav>
                                      </p:tavLst>
                                    </p:anim>
                                    <p:anim calcmode="lin" valueType="num">
                                      <p:cBhvr>
                                        <p:cTn id="81" dur="500" fill="hold"/>
                                        <p:tgtEl>
                                          <p:spTgt spid="25"/>
                                        </p:tgtEl>
                                        <p:attrNameLst>
                                          <p:attrName>ppt_h</p:attrName>
                                        </p:attrNameLst>
                                      </p:cBhvr>
                                      <p:tavLst>
                                        <p:tav tm="0">
                                          <p:val>
                                            <p:fltVal val="0"/>
                                          </p:val>
                                        </p:tav>
                                        <p:tav tm="100000">
                                          <p:val>
                                            <p:strVal val="#ppt_h"/>
                                          </p:val>
                                        </p:tav>
                                      </p:tavLst>
                                    </p:anim>
                                    <p:animEffect transition="in" filter="fade">
                                      <p:cBhvr>
                                        <p:cTn id="82" dur="500"/>
                                        <p:tgtEl>
                                          <p:spTgt spid="25"/>
                                        </p:tgtEl>
                                      </p:cBhvr>
                                    </p:animEffect>
                                  </p:childTnLst>
                                </p:cTn>
                              </p:par>
                              <p:par>
                                <p:cTn id="83" presetID="2" presetClass="entr" presetSubtype="2" accel="50000" decel="50000" fill="hold" grpId="0" nodeType="withEffect">
                                  <p:stCondLst>
                                    <p:cond delay="0"/>
                                  </p:stCondLst>
                                  <p:childTnLst>
                                    <p:set>
                                      <p:cBhvr>
                                        <p:cTn id="84" dur="1" fill="hold">
                                          <p:stCondLst>
                                            <p:cond delay="0"/>
                                          </p:stCondLst>
                                        </p:cTn>
                                        <p:tgtEl>
                                          <p:spTgt spid="22"/>
                                        </p:tgtEl>
                                        <p:attrNameLst>
                                          <p:attrName>style.visibility</p:attrName>
                                        </p:attrNameLst>
                                      </p:cBhvr>
                                      <p:to>
                                        <p:strVal val="visible"/>
                                      </p:to>
                                    </p:set>
                                    <p:anim calcmode="lin" valueType="num">
                                      <p:cBhvr additive="base">
                                        <p:cTn id="85" dur="500" fill="hold"/>
                                        <p:tgtEl>
                                          <p:spTgt spid="22"/>
                                        </p:tgtEl>
                                        <p:attrNameLst>
                                          <p:attrName>ppt_x</p:attrName>
                                        </p:attrNameLst>
                                      </p:cBhvr>
                                      <p:tavLst>
                                        <p:tav tm="0">
                                          <p:val>
                                            <p:strVal val="1+#ppt_w/2"/>
                                          </p:val>
                                        </p:tav>
                                        <p:tav tm="100000">
                                          <p:val>
                                            <p:strVal val="#ppt_x"/>
                                          </p:val>
                                        </p:tav>
                                      </p:tavLst>
                                    </p:anim>
                                    <p:anim calcmode="lin" valueType="num">
                                      <p:cBhvr additive="base">
                                        <p:cTn id="86" dur="5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8" grpId="0" animBg="1"/>
      <p:bldP spid="9" grpId="0" animBg="1"/>
      <p:bldP spid="13" grpId="0" animBg="1"/>
      <p:bldP spid="16" grpId="0" animBg="1"/>
      <p:bldP spid="18" grpId="0"/>
      <p:bldP spid="22" grpId="0"/>
      <p:bldP spid="25" grpId="0" animBg="1"/>
      <p:bldP spid="27" grpId="0" animBg="1"/>
      <p:bldP spid="30" grpId="0" animBg="1"/>
      <p:bldP spid="37" grpId="0"/>
      <p:bldP spid="23" grpId="0" animBg="1"/>
      <p:bldP spid="24" grpId="0" animBg="1"/>
      <p:bldP spid="26" grpId="0"/>
      <p:bldP spid="28" grpId="0" animBg="1"/>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737014" y="4004658"/>
            <a:ext cx="10449560" cy="6095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 name="Oval 3"/>
          <p:cNvSpPr/>
          <p:nvPr/>
        </p:nvSpPr>
        <p:spPr>
          <a:xfrm>
            <a:off x="1256139" y="3918296"/>
            <a:ext cx="233680" cy="2336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1" name="TextBox 20"/>
          <p:cNvSpPr txBox="1"/>
          <p:nvPr/>
        </p:nvSpPr>
        <p:spPr>
          <a:xfrm>
            <a:off x="307217" y="3108590"/>
            <a:ext cx="925844"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a:solidFill>
                  <a:srgbClr val="237DB9"/>
                </a:solidFill>
                <a:latin typeface="Roboto Medium"/>
              </a:rPr>
              <a:t>1</a:t>
            </a:r>
            <a:endParaRPr lang="en-US" sz="2667" b="1" dirty="0">
              <a:solidFill>
                <a:srgbClr val="237DB9"/>
              </a:solidFill>
              <a:latin typeface="Roboto Medium"/>
            </a:endParaRPr>
          </a:p>
        </p:txBody>
      </p:sp>
      <p:sp>
        <p:nvSpPr>
          <p:cNvPr id="24" name="Right Brace 23"/>
          <p:cNvSpPr/>
          <p:nvPr/>
        </p:nvSpPr>
        <p:spPr>
          <a:xfrm>
            <a:off x="1314342" y="2887904"/>
            <a:ext cx="134837" cy="944139"/>
          </a:xfrm>
          <a:prstGeom prst="rightBrace">
            <a:avLst>
              <a:gd name="adj1" fmla="val 54159"/>
              <a:gd name="adj2" fmla="val 50000"/>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25" name="TextBox 24"/>
          <p:cNvSpPr txBox="1"/>
          <p:nvPr/>
        </p:nvSpPr>
        <p:spPr>
          <a:xfrm>
            <a:off x="1508448" y="2840887"/>
            <a:ext cx="3254958" cy="830997"/>
          </a:xfrm>
          <a:prstGeom prst="rect">
            <a:avLst/>
          </a:prstGeom>
          <a:noFill/>
        </p:spPr>
        <p:txBody>
          <a:bodyPr wrap="square" rtlCol="0">
            <a:spAutoFit/>
          </a:bodyPr>
          <a:lstStyle/>
          <a:p>
            <a:pPr defTabSz="1375467" fontAlgn="auto">
              <a:spcBef>
                <a:spcPts val="0"/>
              </a:spcBef>
              <a:spcAft>
                <a:spcPts val="0"/>
              </a:spcAft>
            </a:pPr>
            <a:r>
              <a:rPr lang="ar-OM" sz="2400" b="1" dirty="0"/>
              <a:t>تحقيق أهداف تعليمية محددة مسبقاً ومخطط  لها بعناية</a:t>
            </a:r>
            <a:endParaRPr lang="en-US" b="1" dirty="0">
              <a:solidFill>
                <a:srgbClr val="FFFFFF">
                  <a:lumMod val="65000"/>
                </a:srgbClr>
              </a:solidFill>
              <a:latin typeface="Roboto Condensed"/>
            </a:endParaRPr>
          </a:p>
        </p:txBody>
      </p:sp>
      <p:sp>
        <p:nvSpPr>
          <p:cNvPr id="69" name="Oval 68"/>
          <p:cNvSpPr/>
          <p:nvPr/>
        </p:nvSpPr>
        <p:spPr>
          <a:xfrm>
            <a:off x="4783282" y="3985529"/>
            <a:ext cx="233680" cy="23368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70" name="TextBox 69"/>
          <p:cNvSpPr txBox="1"/>
          <p:nvPr/>
        </p:nvSpPr>
        <p:spPr>
          <a:xfrm>
            <a:off x="3712300" y="4617589"/>
            <a:ext cx="1047905"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smtClean="0">
                <a:solidFill>
                  <a:srgbClr val="F19B14"/>
                </a:solidFill>
                <a:latin typeface="Roboto Medium"/>
              </a:rPr>
              <a:t>2</a:t>
            </a:r>
            <a:endParaRPr lang="en-US" sz="2667" b="1" dirty="0">
              <a:solidFill>
                <a:srgbClr val="F19B14"/>
              </a:solidFill>
              <a:latin typeface="Roboto Medium"/>
            </a:endParaRPr>
          </a:p>
        </p:txBody>
      </p:sp>
      <p:sp>
        <p:nvSpPr>
          <p:cNvPr id="71" name="Right Brace 70"/>
          <p:cNvSpPr/>
          <p:nvPr/>
        </p:nvSpPr>
        <p:spPr>
          <a:xfrm>
            <a:off x="4841485" y="4396903"/>
            <a:ext cx="134837" cy="944139"/>
          </a:xfrm>
          <a:prstGeom prst="rightBrace">
            <a:avLst>
              <a:gd name="adj1" fmla="val 54159"/>
              <a:gd name="adj2" fmla="val 50000"/>
            </a:avLst>
          </a:prstGeom>
          <a:ln w="19050">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72" name="TextBox 71"/>
          <p:cNvSpPr txBox="1"/>
          <p:nvPr/>
        </p:nvSpPr>
        <p:spPr>
          <a:xfrm>
            <a:off x="5035589" y="4294457"/>
            <a:ext cx="3562205" cy="830997"/>
          </a:xfrm>
          <a:prstGeom prst="rect">
            <a:avLst/>
          </a:prstGeom>
          <a:noFill/>
        </p:spPr>
        <p:txBody>
          <a:bodyPr wrap="square" rtlCol="0">
            <a:spAutoFit/>
          </a:bodyPr>
          <a:lstStyle/>
          <a:p>
            <a:pPr defTabSz="1375467" fontAlgn="auto">
              <a:spcBef>
                <a:spcPts val="0"/>
              </a:spcBef>
              <a:spcAft>
                <a:spcPts val="0"/>
              </a:spcAft>
            </a:pPr>
            <a:r>
              <a:rPr lang="ar-OM" sz="2400" b="1" dirty="0"/>
              <a:t>السماح للمتعلم بالسير في برنامجه التعليمي حسب مستواه وسرعته</a:t>
            </a:r>
            <a:endParaRPr lang="en-US" b="1" dirty="0">
              <a:solidFill>
                <a:srgbClr val="FFFFFF">
                  <a:lumMod val="65000"/>
                </a:srgbClr>
              </a:solidFill>
              <a:latin typeface="Roboto Condensed"/>
            </a:endParaRPr>
          </a:p>
        </p:txBody>
      </p:sp>
      <p:sp>
        <p:nvSpPr>
          <p:cNvPr id="73" name="Oval 72"/>
          <p:cNvSpPr/>
          <p:nvPr/>
        </p:nvSpPr>
        <p:spPr>
          <a:xfrm>
            <a:off x="8344239" y="3918296"/>
            <a:ext cx="233680" cy="23368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74" name="TextBox 73"/>
          <p:cNvSpPr txBox="1"/>
          <p:nvPr/>
        </p:nvSpPr>
        <p:spPr>
          <a:xfrm>
            <a:off x="7395317" y="3108590"/>
            <a:ext cx="925844"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smtClean="0">
                <a:solidFill>
                  <a:srgbClr val="BE382C"/>
                </a:solidFill>
                <a:latin typeface="Roboto Medium"/>
              </a:rPr>
              <a:t>3</a:t>
            </a:r>
            <a:endParaRPr lang="en-US" sz="2667" b="1" dirty="0">
              <a:solidFill>
                <a:srgbClr val="BE382C"/>
              </a:solidFill>
              <a:latin typeface="Roboto Medium"/>
            </a:endParaRPr>
          </a:p>
        </p:txBody>
      </p:sp>
      <p:sp>
        <p:nvSpPr>
          <p:cNvPr id="75" name="Right Brace 74"/>
          <p:cNvSpPr/>
          <p:nvPr/>
        </p:nvSpPr>
        <p:spPr>
          <a:xfrm>
            <a:off x="8402442" y="2887904"/>
            <a:ext cx="134837" cy="944139"/>
          </a:xfrm>
          <a:prstGeom prst="rightBrace">
            <a:avLst>
              <a:gd name="adj1" fmla="val 54159"/>
              <a:gd name="adj2" fmla="val 50000"/>
            </a:avLst>
          </a:prstGeom>
          <a:ln w="19050">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76" name="TextBox 75"/>
          <p:cNvSpPr txBox="1"/>
          <p:nvPr/>
        </p:nvSpPr>
        <p:spPr>
          <a:xfrm>
            <a:off x="8816897" y="2856579"/>
            <a:ext cx="3021278" cy="830997"/>
          </a:xfrm>
          <a:prstGeom prst="rect">
            <a:avLst/>
          </a:prstGeom>
          <a:noFill/>
        </p:spPr>
        <p:txBody>
          <a:bodyPr wrap="square" rtlCol="0">
            <a:spAutoFit/>
          </a:bodyPr>
          <a:lstStyle/>
          <a:p>
            <a:pPr defTabSz="1375467" fontAlgn="auto">
              <a:spcBef>
                <a:spcPts val="0"/>
              </a:spcBef>
              <a:spcAft>
                <a:spcPts val="0"/>
              </a:spcAft>
            </a:pPr>
            <a:r>
              <a:rPr lang="ar-OM" sz="2400" b="1" dirty="0"/>
              <a:t>تجنب التلاميذ الضعاف من الشعور بالنقص والإحباط</a:t>
            </a:r>
            <a:endParaRPr lang="en-US" b="1" dirty="0">
              <a:solidFill>
                <a:srgbClr val="FFFFFF">
                  <a:lumMod val="65000"/>
                </a:srgbClr>
              </a:solidFill>
              <a:latin typeface="Roboto Condensed"/>
            </a:endParaRPr>
          </a:p>
        </p:txBody>
      </p:sp>
      <p:sp>
        <p:nvSpPr>
          <p:cNvPr id="36" name="Rectangle 35"/>
          <p:cNvSpPr/>
          <p:nvPr/>
        </p:nvSpPr>
        <p:spPr>
          <a:xfrm>
            <a:off x="320688" y="676769"/>
            <a:ext cx="11347420" cy="646331"/>
          </a:xfrm>
          <a:prstGeom prst="rect">
            <a:avLst/>
          </a:prstGeom>
        </p:spPr>
        <p:txBody>
          <a:bodyPr wrap="square">
            <a:spAutoFit/>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3600" b="1" i="0" u="none" strike="noStrike" kern="0" cap="none" spc="0" normalizeH="0" baseline="0" noProof="0" dirty="0" smtClean="0">
                <a:ln>
                  <a:noFill/>
                </a:ln>
                <a:solidFill>
                  <a:prstClr val="black"/>
                </a:solidFill>
                <a:effectLst/>
                <a:uLnTx/>
                <a:uFillTx/>
              </a:rPr>
              <a:t>أما عن الفوائد التربوية المرجو تحقيقها من استخدام الحقائب التعليمية:</a:t>
            </a:r>
            <a:endParaRPr kumimoji="0" lang="en-US" sz="3600" b="0" i="0" u="none" strike="noStrike" kern="0" cap="none" spc="0" normalizeH="0" baseline="0" noProof="0" dirty="0" smtClean="0">
              <a:ln>
                <a:noFill/>
              </a:ln>
              <a:solidFill>
                <a:prstClr val="black"/>
              </a:solidFill>
              <a:effectLst/>
              <a:uLnTx/>
              <a:uFillTx/>
            </a:endParaRPr>
          </a:p>
        </p:txBody>
      </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3720871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 calcmode="lin" valueType="num">
                                      <p:cBhvr>
                                        <p:cTn id="17" dur="500" fill="hold"/>
                                        <p:tgtEl>
                                          <p:spTgt spid="21"/>
                                        </p:tgtEl>
                                        <p:attrNameLst>
                                          <p:attrName>ppt_w</p:attrName>
                                        </p:attrNameLst>
                                      </p:cBhvr>
                                      <p:tavLst>
                                        <p:tav tm="0">
                                          <p:val>
                                            <p:fltVal val="0"/>
                                          </p:val>
                                        </p:tav>
                                        <p:tav tm="100000">
                                          <p:val>
                                            <p:strVal val="#ppt_w"/>
                                          </p:val>
                                        </p:tav>
                                      </p:tavLst>
                                    </p:anim>
                                    <p:anim calcmode="lin" valueType="num">
                                      <p:cBhvr>
                                        <p:cTn id="18" dur="500" fill="hold"/>
                                        <p:tgtEl>
                                          <p:spTgt spid="21"/>
                                        </p:tgtEl>
                                        <p:attrNameLst>
                                          <p:attrName>ppt_h</p:attrName>
                                        </p:attrNameLst>
                                      </p:cBhvr>
                                      <p:tavLst>
                                        <p:tav tm="0">
                                          <p:val>
                                            <p:fltVal val="0"/>
                                          </p:val>
                                        </p:tav>
                                        <p:tav tm="100000">
                                          <p:val>
                                            <p:strVal val="#ppt_h"/>
                                          </p:val>
                                        </p:tav>
                                      </p:tavLst>
                                    </p:anim>
                                    <p:animEffect transition="in" filter="fade">
                                      <p:cBhvr>
                                        <p:cTn id="19" dur="500"/>
                                        <p:tgtEl>
                                          <p:spTgt spid="21"/>
                                        </p:tgtEl>
                                      </p:cBhvr>
                                    </p:animEffect>
                                  </p:childTnLst>
                                </p:cTn>
                              </p:par>
                            </p:childTnLst>
                          </p:cTn>
                        </p:par>
                        <p:par>
                          <p:cTn id="20" fill="hold">
                            <p:stCondLst>
                              <p:cond delay="1500"/>
                            </p:stCondLst>
                            <p:childTnLst>
                              <p:par>
                                <p:cTn id="21" presetID="22" presetClass="entr" presetSubtype="8"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left)">
                                      <p:cBhvr>
                                        <p:cTn id="27" dur="500"/>
                                        <p:tgtEl>
                                          <p:spTgt spid="25"/>
                                        </p:tgtEl>
                                      </p:cBhvr>
                                    </p:animEffect>
                                  </p:childTnLst>
                                </p:cTn>
                              </p:par>
                            </p:childTnLst>
                          </p:cTn>
                        </p:par>
                        <p:par>
                          <p:cTn id="28" fill="hold">
                            <p:stCondLst>
                              <p:cond delay="2500"/>
                            </p:stCondLst>
                            <p:childTnLst>
                              <p:par>
                                <p:cTn id="29" presetID="53" presetClass="entr" presetSubtype="16" fill="hold" grpId="0" nodeType="afterEffect">
                                  <p:stCondLst>
                                    <p:cond delay="0"/>
                                  </p:stCondLst>
                                  <p:childTnLst>
                                    <p:set>
                                      <p:cBhvr>
                                        <p:cTn id="30" dur="1" fill="hold">
                                          <p:stCondLst>
                                            <p:cond delay="0"/>
                                          </p:stCondLst>
                                        </p:cTn>
                                        <p:tgtEl>
                                          <p:spTgt spid="69"/>
                                        </p:tgtEl>
                                        <p:attrNameLst>
                                          <p:attrName>style.visibility</p:attrName>
                                        </p:attrNameLst>
                                      </p:cBhvr>
                                      <p:to>
                                        <p:strVal val="visible"/>
                                      </p:to>
                                    </p:set>
                                    <p:anim calcmode="lin" valueType="num">
                                      <p:cBhvr>
                                        <p:cTn id="31" dur="500" fill="hold"/>
                                        <p:tgtEl>
                                          <p:spTgt spid="69"/>
                                        </p:tgtEl>
                                        <p:attrNameLst>
                                          <p:attrName>ppt_w</p:attrName>
                                        </p:attrNameLst>
                                      </p:cBhvr>
                                      <p:tavLst>
                                        <p:tav tm="0">
                                          <p:val>
                                            <p:fltVal val="0"/>
                                          </p:val>
                                        </p:tav>
                                        <p:tav tm="100000">
                                          <p:val>
                                            <p:strVal val="#ppt_w"/>
                                          </p:val>
                                        </p:tav>
                                      </p:tavLst>
                                    </p:anim>
                                    <p:anim calcmode="lin" valueType="num">
                                      <p:cBhvr>
                                        <p:cTn id="32" dur="500" fill="hold"/>
                                        <p:tgtEl>
                                          <p:spTgt spid="69"/>
                                        </p:tgtEl>
                                        <p:attrNameLst>
                                          <p:attrName>ppt_h</p:attrName>
                                        </p:attrNameLst>
                                      </p:cBhvr>
                                      <p:tavLst>
                                        <p:tav tm="0">
                                          <p:val>
                                            <p:fltVal val="0"/>
                                          </p:val>
                                        </p:tav>
                                        <p:tav tm="100000">
                                          <p:val>
                                            <p:strVal val="#ppt_h"/>
                                          </p:val>
                                        </p:tav>
                                      </p:tavLst>
                                    </p:anim>
                                    <p:animEffect transition="in" filter="fade">
                                      <p:cBhvr>
                                        <p:cTn id="33" dur="500"/>
                                        <p:tgtEl>
                                          <p:spTgt spid="69"/>
                                        </p:tgtEl>
                                      </p:cBhvr>
                                    </p:animEffect>
                                  </p:childTnLst>
                                </p:cTn>
                              </p:par>
                            </p:childTnLst>
                          </p:cTn>
                        </p:par>
                        <p:par>
                          <p:cTn id="34" fill="hold">
                            <p:stCondLst>
                              <p:cond delay="3000"/>
                            </p:stCondLst>
                            <p:childTnLst>
                              <p:par>
                                <p:cTn id="35" presetID="53" presetClass="entr" presetSubtype="16" fill="hold" grpId="0" nodeType="afterEffect">
                                  <p:stCondLst>
                                    <p:cond delay="0"/>
                                  </p:stCondLst>
                                  <p:childTnLst>
                                    <p:set>
                                      <p:cBhvr>
                                        <p:cTn id="36" dur="1" fill="hold">
                                          <p:stCondLst>
                                            <p:cond delay="0"/>
                                          </p:stCondLst>
                                        </p:cTn>
                                        <p:tgtEl>
                                          <p:spTgt spid="70"/>
                                        </p:tgtEl>
                                        <p:attrNameLst>
                                          <p:attrName>style.visibility</p:attrName>
                                        </p:attrNameLst>
                                      </p:cBhvr>
                                      <p:to>
                                        <p:strVal val="visible"/>
                                      </p:to>
                                    </p:set>
                                    <p:anim calcmode="lin" valueType="num">
                                      <p:cBhvr>
                                        <p:cTn id="37" dur="500" fill="hold"/>
                                        <p:tgtEl>
                                          <p:spTgt spid="70"/>
                                        </p:tgtEl>
                                        <p:attrNameLst>
                                          <p:attrName>ppt_w</p:attrName>
                                        </p:attrNameLst>
                                      </p:cBhvr>
                                      <p:tavLst>
                                        <p:tav tm="0">
                                          <p:val>
                                            <p:fltVal val="0"/>
                                          </p:val>
                                        </p:tav>
                                        <p:tav tm="100000">
                                          <p:val>
                                            <p:strVal val="#ppt_w"/>
                                          </p:val>
                                        </p:tav>
                                      </p:tavLst>
                                    </p:anim>
                                    <p:anim calcmode="lin" valueType="num">
                                      <p:cBhvr>
                                        <p:cTn id="38" dur="500" fill="hold"/>
                                        <p:tgtEl>
                                          <p:spTgt spid="70"/>
                                        </p:tgtEl>
                                        <p:attrNameLst>
                                          <p:attrName>ppt_h</p:attrName>
                                        </p:attrNameLst>
                                      </p:cBhvr>
                                      <p:tavLst>
                                        <p:tav tm="0">
                                          <p:val>
                                            <p:fltVal val="0"/>
                                          </p:val>
                                        </p:tav>
                                        <p:tav tm="100000">
                                          <p:val>
                                            <p:strVal val="#ppt_h"/>
                                          </p:val>
                                        </p:tav>
                                      </p:tavLst>
                                    </p:anim>
                                    <p:animEffect transition="in" filter="fade">
                                      <p:cBhvr>
                                        <p:cTn id="39" dur="500"/>
                                        <p:tgtEl>
                                          <p:spTgt spid="70"/>
                                        </p:tgtEl>
                                      </p:cBhvr>
                                    </p:animEffect>
                                  </p:childTnLst>
                                </p:cTn>
                              </p:par>
                            </p:childTnLst>
                          </p:cTn>
                        </p:par>
                        <p:par>
                          <p:cTn id="40" fill="hold">
                            <p:stCondLst>
                              <p:cond delay="3500"/>
                            </p:stCondLst>
                            <p:childTnLst>
                              <p:par>
                                <p:cTn id="41" presetID="22" presetClass="entr" presetSubtype="8" fill="hold" grpId="0" nodeType="afterEffect">
                                  <p:stCondLst>
                                    <p:cond delay="0"/>
                                  </p:stCondLst>
                                  <p:childTnLst>
                                    <p:set>
                                      <p:cBhvr>
                                        <p:cTn id="42" dur="1" fill="hold">
                                          <p:stCondLst>
                                            <p:cond delay="0"/>
                                          </p:stCondLst>
                                        </p:cTn>
                                        <p:tgtEl>
                                          <p:spTgt spid="71"/>
                                        </p:tgtEl>
                                        <p:attrNameLst>
                                          <p:attrName>style.visibility</p:attrName>
                                        </p:attrNameLst>
                                      </p:cBhvr>
                                      <p:to>
                                        <p:strVal val="visible"/>
                                      </p:to>
                                    </p:set>
                                    <p:animEffect transition="in" filter="wipe(left)">
                                      <p:cBhvr>
                                        <p:cTn id="43" dur="500"/>
                                        <p:tgtEl>
                                          <p:spTgt spid="71"/>
                                        </p:tgtEl>
                                      </p:cBhvr>
                                    </p:animEffect>
                                  </p:childTnLst>
                                </p:cTn>
                              </p:par>
                            </p:childTnLst>
                          </p:cTn>
                        </p:par>
                        <p:par>
                          <p:cTn id="44" fill="hold">
                            <p:stCondLst>
                              <p:cond delay="4000"/>
                            </p:stCondLst>
                            <p:childTnLst>
                              <p:par>
                                <p:cTn id="45" presetID="22" presetClass="entr" presetSubtype="8" fill="hold" grpId="0" nodeType="afterEffect">
                                  <p:stCondLst>
                                    <p:cond delay="0"/>
                                  </p:stCondLst>
                                  <p:childTnLst>
                                    <p:set>
                                      <p:cBhvr>
                                        <p:cTn id="46" dur="1" fill="hold">
                                          <p:stCondLst>
                                            <p:cond delay="0"/>
                                          </p:stCondLst>
                                        </p:cTn>
                                        <p:tgtEl>
                                          <p:spTgt spid="72"/>
                                        </p:tgtEl>
                                        <p:attrNameLst>
                                          <p:attrName>style.visibility</p:attrName>
                                        </p:attrNameLst>
                                      </p:cBhvr>
                                      <p:to>
                                        <p:strVal val="visible"/>
                                      </p:to>
                                    </p:set>
                                    <p:animEffect transition="in" filter="wipe(left)">
                                      <p:cBhvr>
                                        <p:cTn id="47" dur="500"/>
                                        <p:tgtEl>
                                          <p:spTgt spid="72"/>
                                        </p:tgtEl>
                                      </p:cBhvr>
                                    </p:animEffect>
                                  </p:childTnLst>
                                </p:cTn>
                              </p:par>
                            </p:childTnLst>
                          </p:cTn>
                        </p:par>
                        <p:par>
                          <p:cTn id="48" fill="hold">
                            <p:stCondLst>
                              <p:cond delay="4500"/>
                            </p:stCondLst>
                            <p:childTnLst>
                              <p:par>
                                <p:cTn id="49" presetID="53" presetClass="entr" presetSubtype="16" fill="hold" grpId="0" nodeType="afterEffect">
                                  <p:stCondLst>
                                    <p:cond delay="0"/>
                                  </p:stCondLst>
                                  <p:childTnLst>
                                    <p:set>
                                      <p:cBhvr>
                                        <p:cTn id="50" dur="1" fill="hold">
                                          <p:stCondLst>
                                            <p:cond delay="0"/>
                                          </p:stCondLst>
                                        </p:cTn>
                                        <p:tgtEl>
                                          <p:spTgt spid="73"/>
                                        </p:tgtEl>
                                        <p:attrNameLst>
                                          <p:attrName>style.visibility</p:attrName>
                                        </p:attrNameLst>
                                      </p:cBhvr>
                                      <p:to>
                                        <p:strVal val="visible"/>
                                      </p:to>
                                    </p:set>
                                    <p:anim calcmode="lin" valueType="num">
                                      <p:cBhvr>
                                        <p:cTn id="51" dur="500" fill="hold"/>
                                        <p:tgtEl>
                                          <p:spTgt spid="73"/>
                                        </p:tgtEl>
                                        <p:attrNameLst>
                                          <p:attrName>ppt_w</p:attrName>
                                        </p:attrNameLst>
                                      </p:cBhvr>
                                      <p:tavLst>
                                        <p:tav tm="0">
                                          <p:val>
                                            <p:fltVal val="0"/>
                                          </p:val>
                                        </p:tav>
                                        <p:tav tm="100000">
                                          <p:val>
                                            <p:strVal val="#ppt_w"/>
                                          </p:val>
                                        </p:tav>
                                      </p:tavLst>
                                    </p:anim>
                                    <p:anim calcmode="lin" valueType="num">
                                      <p:cBhvr>
                                        <p:cTn id="52" dur="500" fill="hold"/>
                                        <p:tgtEl>
                                          <p:spTgt spid="73"/>
                                        </p:tgtEl>
                                        <p:attrNameLst>
                                          <p:attrName>ppt_h</p:attrName>
                                        </p:attrNameLst>
                                      </p:cBhvr>
                                      <p:tavLst>
                                        <p:tav tm="0">
                                          <p:val>
                                            <p:fltVal val="0"/>
                                          </p:val>
                                        </p:tav>
                                        <p:tav tm="100000">
                                          <p:val>
                                            <p:strVal val="#ppt_h"/>
                                          </p:val>
                                        </p:tav>
                                      </p:tavLst>
                                    </p:anim>
                                    <p:animEffect transition="in" filter="fade">
                                      <p:cBhvr>
                                        <p:cTn id="53" dur="500"/>
                                        <p:tgtEl>
                                          <p:spTgt spid="73"/>
                                        </p:tgtEl>
                                      </p:cBhvr>
                                    </p:animEffect>
                                  </p:childTnLst>
                                </p:cTn>
                              </p:par>
                            </p:childTnLst>
                          </p:cTn>
                        </p:par>
                        <p:par>
                          <p:cTn id="54" fill="hold">
                            <p:stCondLst>
                              <p:cond delay="5000"/>
                            </p:stCondLst>
                            <p:childTnLst>
                              <p:par>
                                <p:cTn id="55" presetID="53" presetClass="entr" presetSubtype="16" fill="hold" grpId="0" nodeType="afterEffect">
                                  <p:stCondLst>
                                    <p:cond delay="0"/>
                                  </p:stCondLst>
                                  <p:childTnLst>
                                    <p:set>
                                      <p:cBhvr>
                                        <p:cTn id="56" dur="1" fill="hold">
                                          <p:stCondLst>
                                            <p:cond delay="0"/>
                                          </p:stCondLst>
                                        </p:cTn>
                                        <p:tgtEl>
                                          <p:spTgt spid="74"/>
                                        </p:tgtEl>
                                        <p:attrNameLst>
                                          <p:attrName>style.visibility</p:attrName>
                                        </p:attrNameLst>
                                      </p:cBhvr>
                                      <p:to>
                                        <p:strVal val="visible"/>
                                      </p:to>
                                    </p:set>
                                    <p:anim calcmode="lin" valueType="num">
                                      <p:cBhvr>
                                        <p:cTn id="57" dur="500" fill="hold"/>
                                        <p:tgtEl>
                                          <p:spTgt spid="74"/>
                                        </p:tgtEl>
                                        <p:attrNameLst>
                                          <p:attrName>ppt_w</p:attrName>
                                        </p:attrNameLst>
                                      </p:cBhvr>
                                      <p:tavLst>
                                        <p:tav tm="0">
                                          <p:val>
                                            <p:fltVal val="0"/>
                                          </p:val>
                                        </p:tav>
                                        <p:tav tm="100000">
                                          <p:val>
                                            <p:strVal val="#ppt_w"/>
                                          </p:val>
                                        </p:tav>
                                      </p:tavLst>
                                    </p:anim>
                                    <p:anim calcmode="lin" valueType="num">
                                      <p:cBhvr>
                                        <p:cTn id="58" dur="500" fill="hold"/>
                                        <p:tgtEl>
                                          <p:spTgt spid="74"/>
                                        </p:tgtEl>
                                        <p:attrNameLst>
                                          <p:attrName>ppt_h</p:attrName>
                                        </p:attrNameLst>
                                      </p:cBhvr>
                                      <p:tavLst>
                                        <p:tav tm="0">
                                          <p:val>
                                            <p:fltVal val="0"/>
                                          </p:val>
                                        </p:tav>
                                        <p:tav tm="100000">
                                          <p:val>
                                            <p:strVal val="#ppt_h"/>
                                          </p:val>
                                        </p:tav>
                                      </p:tavLst>
                                    </p:anim>
                                    <p:animEffect transition="in" filter="fade">
                                      <p:cBhvr>
                                        <p:cTn id="59" dur="500"/>
                                        <p:tgtEl>
                                          <p:spTgt spid="74"/>
                                        </p:tgtEl>
                                      </p:cBhvr>
                                    </p:animEffect>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wipe(left)">
                                      <p:cBhvr>
                                        <p:cTn id="63" dur="500"/>
                                        <p:tgtEl>
                                          <p:spTgt spid="75"/>
                                        </p:tgtEl>
                                      </p:cBhvr>
                                    </p:animEffect>
                                  </p:childTnLst>
                                </p:cTn>
                              </p:par>
                            </p:childTnLst>
                          </p:cTn>
                        </p:par>
                        <p:par>
                          <p:cTn id="64" fill="hold">
                            <p:stCondLst>
                              <p:cond delay="6000"/>
                            </p:stCondLst>
                            <p:childTnLst>
                              <p:par>
                                <p:cTn id="65" presetID="22" presetClass="entr" presetSubtype="8" fill="hold" grpId="0" nodeType="afterEffect">
                                  <p:stCondLst>
                                    <p:cond delay="0"/>
                                  </p:stCondLst>
                                  <p:childTnLst>
                                    <p:set>
                                      <p:cBhvr>
                                        <p:cTn id="66" dur="1" fill="hold">
                                          <p:stCondLst>
                                            <p:cond delay="0"/>
                                          </p:stCondLst>
                                        </p:cTn>
                                        <p:tgtEl>
                                          <p:spTgt spid="76"/>
                                        </p:tgtEl>
                                        <p:attrNameLst>
                                          <p:attrName>style.visibility</p:attrName>
                                        </p:attrNameLst>
                                      </p:cBhvr>
                                      <p:to>
                                        <p:strVal val="visible"/>
                                      </p:to>
                                    </p:set>
                                    <p:animEffect transition="in" filter="wipe(left)">
                                      <p:cBhvr>
                                        <p:cTn id="6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1" grpId="0"/>
      <p:bldP spid="24" grpId="0" animBg="1"/>
      <p:bldP spid="25" grpId="0"/>
      <p:bldP spid="69" grpId="0" animBg="1"/>
      <p:bldP spid="70" grpId="0"/>
      <p:bldP spid="71" grpId="0" animBg="1"/>
      <p:bldP spid="72" grpId="0"/>
      <p:bldP spid="73" grpId="0" animBg="1"/>
      <p:bldP spid="74" grpId="0"/>
      <p:bldP spid="75" grpId="0" animBg="1"/>
      <p:bldP spid="76" grpId="0"/>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858520" y="3429001"/>
            <a:ext cx="10449560" cy="6095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 name="Oval 3"/>
          <p:cNvSpPr/>
          <p:nvPr/>
        </p:nvSpPr>
        <p:spPr>
          <a:xfrm>
            <a:off x="1377645" y="3342639"/>
            <a:ext cx="233680" cy="2336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1" name="TextBox 20"/>
          <p:cNvSpPr txBox="1"/>
          <p:nvPr/>
        </p:nvSpPr>
        <p:spPr>
          <a:xfrm>
            <a:off x="428723" y="2532933"/>
            <a:ext cx="925844"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a:solidFill>
                  <a:srgbClr val="237DB9"/>
                </a:solidFill>
                <a:latin typeface="Roboto Medium"/>
              </a:rPr>
              <a:t>4</a:t>
            </a:r>
            <a:endParaRPr lang="en-US" sz="2667" b="1" dirty="0">
              <a:solidFill>
                <a:srgbClr val="237DB9"/>
              </a:solidFill>
              <a:latin typeface="Roboto Medium"/>
            </a:endParaRPr>
          </a:p>
        </p:txBody>
      </p:sp>
      <p:sp>
        <p:nvSpPr>
          <p:cNvPr id="24" name="Right Brace 23"/>
          <p:cNvSpPr/>
          <p:nvPr/>
        </p:nvSpPr>
        <p:spPr>
          <a:xfrm>
            <a:off x="1435848" y="2312247"/>
            <a:ext cx="134837" cy="944139"/>
          </a:xfrm>
          <a:prstGeom prst="rightBrace">
            <a:avLst>
              <a:gd name="adj1" fmla="val 54159"/>
              <a:gd name="adj2" fmla="val 50000"/>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25" name="TextBox 24"/>
          <p:cNvSpPr txBox="1"/>
          <p:nvPr/>
        </p:nvSpPr>
        <p:spPr>
          <a:xfrm>
            <a:off x="1629954" y="2265230"/>
            <a:ext cx="3028209" cy="1200329"/>
          </a:xfrm>
          <a:prstGeom prst="rect">
            <a:avLst/>
          </a:prstGeom>
          <a:noFill/>
        </p:spPr>
        <p:txBody>
          <a:bodyPr wrap="square" rtlCol="0">
            <a:spAutoFit/>
          </a:bodyPr>
          <a:lstStyle/>
          <a:p>
            <a:pPr defTabSz="1375467" fontAlgn="auto">
              <a:spcBef>
                <a:spcPts val="0"/>
              </a:spcBef>
              <a:spcAft>
                <a:spcPts val="0"/>
              </a:spcAft>
            </a:pPr>
            <a:r>
              <a:rPr lang="ar-OM" sz="2400" b="1" dirty="0"/>
              <a:t>تشجع المتعلمين على الإبداع والابتكار وتجنبهم الشعور بالخوف من الفشل</a:t>
            </a:r>
            <a:endParaRPr lang="en-US" b="1" dirty="0">
              <a:solidFill>
                <a:srgbClr val="FFFFFF">
                  <a:lumMod val="65000"/>
                </a:srgbClr>
              </a:solidFill>
              <a:latin typeface="Roboto Condensed"/>
            </a:endParaRPr>
          </a:p>
        </p:txBody>
      </p:sp>
      <p:sp>
        <p:nvSpPr>
          <p:cNvPr id="26" name="Oval 25"/>
          <p:cNvSpPr/>
          <p:nvPr/>
        </p:nvSpPr>
        <p:spPr>
          <a:xfrm>
            <a:off x="3361198" y="3361309"/>
            <a:ext cx="233680" cy="23368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7" name="TextBox 26"/>
          <p:cNvSpPr txBox="1"/>
          <p:nvPr/>
        </p:nvSpPr>
        <p:spPr>
          <a:xfrm>
            <a:off x="2290217" y="3993369"/>
            <a:ext cx="1047905"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smtClean="0">
                <a:solidFill>
                  <a:srgbClr val="15AA96"/>
                </a:solidFill>
                <a:latin typeface="Roboto Medium"/>
              </a:rPr>
              <a:t>5</a:t>
            </a:r>
            <a:endParaRPr lang="en-US" sz="2667" b="1" dirty="0">
              <a:solidFill>
                <a:srgbClr val="15AA96"/>
              </a:solidFill>
              <a:latin typeface="Roboto Medium"/>
            </a:endParaRPr>
          </a:p>
        </p:txBody>
      </p:sp>
      <p:sp>
        <p:nvSpPr>
          <p:cNvPr id="28" name="Right Brace 27"/>
          <p:cNvSpPr/>
          <p:nvPr/>
        </p:nvSpPr>
        <p:spPr>
          <a:xfrm>
            <a:off x="3419401" y="3772683"/>
            <a:ext cx="134837" cy="944139"/>
          </a:xfrm>
          <a:prstGeom prst="rightBrace">
            <a:avLst>
              <a:gd name="adj1" fmla="val 54159"/>
              <a:gd name="adj2" fmla="val 50000"/>
            </a:avLst>
          </a:prstGeom>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29" name="TextBox 28"/>
          <p:cNvSpPr txBox="1"/>
          <p:nvPr/>
        </p:nvSpPr>
        <p:spPr>
          <a:xfrm>
            <a:off x="3613505" y="3670237"/>
            <a:ext cx="2510847" cy="1200329"/>
          </a:xfrm>
          <a:prstGeom prst="rect">
            <a:avLst/>
          </a:prstGeom>
          <a:noFill/>
        </p:spPr>
        <p:txBody>
          <a:bodyPr wrap="square" rtlCol="0">
            <a:spAutoFit/>
          </a:bodyPr>
          <a:lstStyle/>
          <a:p>
            <a:pPr defTabSz="1375467" fontAlgn="auto">
              <a:spcBef>
                <a:spcPts val="0"/>
              </a:spcBef>
              <a:spcAft>
                <a:spcPts val="0"/>
              </a:spcAft>
            </a:pPr>
            <a:r>
              <a:rPr lang="ar-OM" sz="2400" b="1" dirty="0"/>
              <a:t>تساعد المعلم في تحديد قدرات واحتياجات الطلبة</a:t>
            </a:r>
            <a:endParaRPr lang="en-US" b="1" dirty="0">
              <a:solidFill>
                <a:srgbClr val="FFFFFF">
                  <a:lumMod val="65000"/>
                </a:srgbClr>
              </a:solidFill>
              <a:latin typeface="Roboto Condensed"/>
            </a:endParaRPr>
          </a:p>
        </p:txBody>
      </p:sp>
      <p:sp>
        <p:nvSpPr>
          <p:cNvPr id="73" name="Oval 72"/>
          <p:cNvSpPr/>
          <p:nvPr/>
        </p:nvSpPr>
        <p:spPr>
          <a:xfrm>
            <a:off x="6682356" y="3342639"/>
            <a:ext cx="233680" cy="23368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74" name="TextBox 73"/>
          <p:cNvSpPr txBox="1"/>
          <p:nvPr/>
        </p:nvSpPr>
        <p:spPr>
          <a:xfrm>
            <a:off x="5733434" y="2532933"/>
            <a:ext cx="925844"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smtClean="0">
                <a:solidFill>
                  <a:srgbClr val="BE382C"/>
                </a:solidFill>
                <a:latin typeface="Roboto Medium"/>
              </a:rPr>
              <a:t>6</a:t>
            </a:r>
            <a:endParaRPr lang="en-US" sz="2667" b="1" dirty="0">
              <a:solidFill>
                <a:srgbClr val="BE382C"/>
              </a:solidFill>
              <a:latin typeface="Roboto Medium"/>
            </a:endParaRPr>
          </a:p>
        </p:txBody>
      </p:sp>
      <p:sp>
        <p:nvSpPr>
          <p:cNvPr id="75" name="Right Brace 74"/>
          <p:cNvSpPr/>
          <p:nvPr/>
        </p:nvSpPr>
        <p:spPr>
          <a:xfrm>
            <a:off x="6740559" y="2312247"/>
            <a:ext cx="134837" cy="944139"/>
          </a:xfrm>
          <a:prstGeom prst="rightBrace">
            <a:avLst>
              <a:gd name="adj1" fmla="val 54159"/>
              <a:gd name="adj2" fmla="val 50000"/>
            </a:avLst>
          </a:prstGeom>
          <a:ln w="19050">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76" name="TextBox 75"/>
          <p:cNvSpPr txBox="1"/>
          <p:nvPr/>
        </p:nvSpPr>
        <p:spPr>
          <a:xfrm>
            <a:off x="6934665" y="2209800"/>
            <a:ext cx="3357300" cy="1200329"/>
          </a:xfrm>
          <a:prstGeom prst="rect">
            <a:avLst/>
          </a:prstGeom>
          <a:noFill/>
        </p:spPr>
        <p:txBody>
          <a:bodyPr wrap="square" rtlCol="0">
            <a:spAutoFit/>
          </a:bodyPr>
          <a:lstStyle/>
          <a:p>
            <a:pPr defTabSz="1375467" fontAlgn="auto">
              <a:spcBef>
                <a:spcPts val="0"/>
              </a:spcBef>
              <a:spcAft>
                <a:spcPts val="0"/>
              </a:spcAft>
            </a:pPr>
            <a:r>
              <a:rPr lang="ar-OM" sz="2400" b="1" dirty="0"/>
              <a:t>تعود الطلاب على تحمل المسؤولية واستثمار أنفسهم في مجال التعلم</a:t>
            </a:r>
            <a:endParaRPr lang="en-US" b="1" dirty="0">
              <a:solidFill>
                <a:srgbClr val="FFFFFF">
                  <a:lumMod val="65000"/>
                </a:srgbClr>
              </a:solidFill>
              <a:latin typeface="Roboto Condensed"/>
            </a:endParaRPr>
          </a:p>
        </p:txBody>
      </p:sp>
      <p:sp>
        <p:nvSpPr>
          <p:cNvPr id="77" name="Oval 76"/>
          <p:cNvSpPr/>
          <p:nvPr/>
        </p:nvSpPr>
        <p:spPr>
          <a:xfrm>
            <a:off x="8461430" y="3314306"/>
            <a:ext cx="233680" cy="23368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78" name="TextBox 77"/>
          <p:cNvSpPr txBox="1"/>
          <p:nvPr/>
        </p:nvSpPr>
        <p:spPr>
          <a:xfrm>
            <a:off x="7390449" y="3946366"/>
            <a:ext cx="1047905"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smtClean="0">
                <a:solidFill>
                  <a:srgbClr val="633247"/>
                </a:solidFill>
                <a:latin typeface="Roboto Medium"/>
              </a:rPr>
              <a:t>7</a:t>
            </a:r>
            <a:endParaRPr lang="en-US" sz="2667" b="1" dirty="0">
              <a:solidFill>
                <a:srgbClr val="633247"/>
              </a:solidFill>
              <a:latin typeface="Roboto Medium"/>
            </a:endParaRPr>
          </a:p>
        </p:txBody>
      </p:sp>
      <p:sp>
        <p:nvSpPr>
          <p:cNvPr id="79" name="Right Brace 78"/>
          <p:cNvSpPr/>
          <p:nvPr/>
        </p:nvSpPr>
        <p:spPr>
          <a:xfrm>
            <a:off x="8519633" y="3725680"/>
            <a:ext cx="134837" cy="944139"/>
          </a:xfrm>
          <a:prstGeom prst="rightBrace">
            <a:avLst>
              <a:gd name="adj1" fmla="val 54159"/>
              <a:gd name="adj2" fmla="val 50000"/>
            </a:avLst>
          </a:prstGeom>
          <a:ln w="19050">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80" name="TextBox 79"/>
          <p:cNvSpPr txBox="1"/>
          <p:nvPr/>
        </p:nvSpPr>
        <p:spPr>
          <a:xfrm>
            <a:off x="8713738" y="3623234"/>
            <a:ext cx="2954370" cy="1200329"/>
          </a:xfrm>
          <a:prstGeom prst="rect">
            <a:avLst/>
          </a:prstGeom>
          <a:noFill/>
        </p:spPr>
        <p:txBody>
          <a:bodyPr wrap="square" rtlCol="0">
            <a:spAutoFit/>
          </a:bodyPr>
          <a:lstStyle/>
          <a:p>
            <a:pPr defTabSz="1375467" fontAlgn="auto">
              <a:spcBef>
                <a:spcPts val="0"/>
              </a:spcBef>
              <a:spcAft>
                <a:spcPts val="0"/>
              </a:spcAft>
            </a:pPr>
            <a:r>
              <a:rPr lang="ar-OM" sz="2400" b="1" dirty="0"/>
              <a:t>تحقق مبدأ التعزيز بشكل مستمر، وذلك عن طريق تزويد الطلاب بتغذية راجعة</a:t>
            </a:r>
            <a:endParaRPr lang="en-US" b="1" dirty="0">
              <a:solidFill>
                <a:srgbClr val="FFFFFF">
                  <a:lumMod val="65000"/>
                </a:srgbClr>
              </a:solidFill>
              <a:latin typeface="Roboto Condensed"/>
            </a:endParaRPr>
          </a:p>
        </p:txBody>
      </p:sp>
      <p:sp>
        <p:nvSpPr>
          <p:cNvPr id="36" name="Rectangle 35"/>
          <p:cNvSpPr/>
          <p:nvPr/>
        </p:nvSpPr>
        <p:spPr>
          <a:xfrm>
            <a:off x="320688" y="676769"/>
            <a:ext cx="11347420" cy="646331"/>
          </a:xfrm>
          <a:prstGeom prst="rect">
            <a:avLst/>
          </a:prstGeom>
        </p:spPr>
        <p:txBody>
          <a:bodyPr wrap="square">
            <a:spAutoFit/>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3600" b="1" i="0" u="none" strike="noStrike" kern="0" cap="none" spc="0" normalizeH="0" baseline="0" noProof="0" dirty="0" smtClean="0">
                <a:ln>
                  <a:noFill/>
                </a:ln>
                <a:solidFill>
                  <a:prstClr val="black"/>
                </a:solidFill>
                <a:effectLst/>
                <a:uLnTx/>
                <a:uFillTx/>
              </a:rPr>
              <a:t>أما عن الفوائد التربوية المرجو تحقيقها من استخدام الحقائب التعليمية:</a:t>
            </a:r>
            <a:endParaRPr kumimoji="0" lang="en-US" sz="3600" b="0" i="0" u="none" strike="noStrike" kern="0" cap="none" spc="0" normalizeH="0" baseline="0" noProof="0" dirty="0" smtClean="0">
              <a:ln>
                <a:noFill/>
              </a:ln>
              <a:solidFill>
                <a:prstClr val="black"/>
              </a:solidFill>
              <a:effectLst/>
              <a:uLnTx/>
              <a:uFillTx/>
            </a:endParaRPr>
          </a:p>
        </p:txBody>
      </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18123109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 calcmode="lin" valueType="num">
                                      <p:cBhvr>
                                        <p:cTn id="17" dur="500" fill="hold"/>
                                        <p:tgtEl>
                                          <p:spTgt spid="21"/>
                                        </p:tgtEl>
                                        <p:attrNameLst>
                                          <p:attrName>ppt_w</p:attrName>
                                        </p:attrNameLst>
                                      </p:cBhvr>
                                      <p:tavLst>
                                        <p:tav tm="0">
                                          <p:val>
                                            <p:fltVal val="0"/>
                                          </p:val>
                                        </p:tav>
                                        <p:tav tm="100000">
                                          <p:val>
                                            <p:strVal val="#ppt_w"/>
                                          </p:val>
                                        </p:tav>
                                      </p:tavLst>
                                    </p:anim>
                                    <p:anim calcmode="lin" valueType="num">
                                      <p:cBhvr>
                                        <p:cTn id="18" dur="500" fill="hold"/>
                                        <p:tgtEl>
                                          <p:spTgt spid="21"/>
                                        </p:tgtEl>
                                        <p:attrNameLst>
                                          <p:attrName>ppt_h</p:attrName>
                                        </p:attrNameLst>
                                      </p:cBhvr>
                                      <p:tavLst>
                                        <p:tav tm="0">
                                          <p:val>
                                            <p:fltVal val="0"/>
                                          </p:val>
                                        </p:tav>
                                        <p:tav tm="100000">
                                          <p:val>
                                            <p:strVal val="#ppt_h"/>
                                          </p:val>
                                        </p:tav>
                                      </p:tavLst>
                                    </p:anim>
                                    <p:animEffect transition="in" filter="fade">
                                      <p:cBhvr>
                                        <p:cTn id="19" dur="500"/>
                                        <p:tgtEl>
                                          <p:spTgt spid="21"/>
                                        </p:tgtEl>
                                      </p:cBhvr>
                                    </p:animEffect>
                                  </p:childTnLst>
                                </p:cTn>
                              </p:par>
                            </p:childTnLst>
                          </p:cTn>
                        </p:par>
                        <p:par>
                          <p:cTn id="20" fill="hold">
                            <p:stCondLst>
                              <p:cond delay="1500"/>
                            </p:stCondLst>
                            <p:childTnLst>
                              <p:par>
                                <p:cTn id="21" presetID="22" presetClass="entr" presetSubtype="8"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left)">
                                      <p:cBhvr>
                                        <p:cTn id="27" dur="500"/>
                                        <p:tgtEl>
                                          <p:spTgt spid="25"/>
                                        </p:tgtEl>
                                      </p:cBhvr>
                                    </p:animEffect>
                                  </p:childTnLst>
                                </p:cTn>
                              </p:par>
                            </p:childTnLst>
                          </p:cTn>
                        </p:par>
                        <p:par>
                          <p:cTn id="28" fill="hold">
                            <p:stCondLst>
                              <p:cond delay="2500"/>
                            </p:stCondLst>
                            <p:childTnLst>
                              <p:par>
                                <p:cTn id="29" presetID="53" presetClass="entr" presetSubtype="16" fill="hold" grpId="0" nodeType="afterEffect">
                                  <p:stCondLst>
                                    <p:cond delay="0"/>
                                  </p:stCondLst>
                                  <p:childTnLst>
                                    <p:set>
                                      <p:cBhvr>
                                        <p:cTn id="30" dur="1" fill="hold">
                                          <p:stCondLst>
                                            <p:cond delay="0"/>
                                          </p:stCondLst>
                                        </p:cTn>
                                        <p:tgtEl>
                                          <p:spTgt spid="26"/>
                                        </p:tgtEl>
                                        <p:attrNameLst>
                                          <p:attrName>style.visibility</p:attrName>
                                        </p:attrNameLst>
                                      </p:cBhvr>
                                      <p:to>
                                        <p:strVal val="visible"/>
                                      </p:to>
                                    </p:set>
                                    <p:anim calcmode="lin" valueType="num">
                                      <p:cBhvr>
                                        <p:cTn id="31" dur="500" fill="hold"/>
                                        <p:tgtEl>
                                          <p:spTgt spid="26"/>
                                        </p:tgtEl>
                                        <p:attrNameLst>
                                          <p:attrName>ppt_w</p:attrName>
                                        </p:attrNameLst>
                                      </p:cBhvr>
                                      <p:tavLst>
                                        <p:tav tm="0">
                                          <p:val>
                                            <p:fltVal val="0"/>
                                          </p:val>
                                        </p:tav>
                                        <p:tav tm="100000">
                                          <p:val>
                                            <p:strVal val="#ppt_w"/>
                                          </p:val>
                                        </p:tav>
                                      </p:tavLst>
                                    </p:anim>
                                    <p:anim calcmode="lin" valueType="num">
                                      <p:cBhvr>
                                        <p:cTn id="32" dur="500" fill="hold"/>
                                        <p:tgtEl>
                                          <p:spTgt spid="26"/>
                                        </p:tgtEl>
                                        <p:attrNameLst>
                                          <p:attrName>ppt_h</p:attrName>
                                        </p:attrNameLst>
                                      </p:cBhvr>
                                      <p:tavLst>
                                        <p:tav tm="0">
                                          <p:val>
                                            <p:fltVal val="0"/>
                                          </p:val>
                                        </p:tav>
                                        <p:tav tm="100000">
                                          <p:val>
                                            <p:strVal val="#ppt_h"/>
                                          </p:val>
                                        </p:tav>
                                      </p:tavLst>
                                    </p:anim>
                                    <p:animEffect transition="in" filter="fade">
                                      <p:cBhvr>
                                        <p:cTn id="33" dur="500"/>
                                        <p:tgtEl>
                                          <p:spTgt spid="26"/>
                                        </p:tgtEl>
                                      </p:cBhvr>
                                    </p:animEffect>
                                  </p:childTnLst>
                                </p:cTn>
                              </p:par>
                            </p:childTnLst>
                          </p:cTn>
                        </p:par>
                        <p:par>
                          <p:cTn id="34" fill="hold">
                            <p:stCondLst>
                              <p:cond delay="3000"/>
                            </p:stCondLst>
                            <p:childTnLst>
                              <p:par>
                                <p:cTn id="35" presetID="53" presetClass="entr" presetSubtype="16"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childTnLst>
                          </p:cTn>
                        </p:par>
                        <p:par>
                          <p:cTn id="40" fill="hold">
                            <p:stCondLst>
                              <p:cond delay="3500"/>
                            </p:stCondLst>
                            <p:childTnLst>
                              <p:par>
                                <p:cTn id="41" presetID="22" presetClass="entr" presetSubtype="8" fill="hold" grpId="0" nodeType="after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wipe(left)">
                                      <p:cBhvr>
                                        <p:cTn id="43" dur="500"/>
                                        <p:tgtEl>
                                          <p:spTgt spid="28"/>
                                        </p:tgtEl>
                                      </p:cBhvr>
                                    </p:animEffect>
                                  </p:childTnLst>
                                </p:cTn>
                              </p:par>
                            </p:childTnLst>
                          </p:cTn>
                        </p:par>
                        <p:par>
                          <p:cTn id="44" fill="hold">
                            <p:stCondLst>
                              <p:cond delay="4000"/>
                            </p:stCondLst>
                            <p:childTnLst>
                              <p:par>
                                <p:cTn id="45" presetID="22" presetClass="entr" presetSubtype="8" fill="hold" grpId="0" nodeType="after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wipe(left)">
                                      <p:cBhvr>
                                        <p:cTn id="47" dur="500"/>
                                        <p:tgtEl>
                                          <p:spTgt spid="29"/>
                                        </p:tgtEl>
                                      </p:cBhvr>
                                    </p:animEffect>
                                  </p:childTnLst>
                                </p:cTn>
                              </p:par>
                            </p:childTnLst>
                          </p:cTn>
                        </p:par>
                        <p:par>
                          <p:cTn id="48" fill="hold">
                            <p:stCondLst>
                              <p:cond delay="4500"/>
                            </p:stCondLst>
                            <p:childTnLst>
                              <p:par>
                                <p:cTn id="49" presetID="53" presetClass="entr" presetSubtype="16" fill="hold" grpId="0" nodeType="afterEffect">
                                  <p:stCondLst>
                                    <p:cond delay="0"/>
                                  </p:stCondLst>
                                  <p:childTnLst>
                                    <p:set>
                                      <p:cBhvr>
                                        <p:cTn id="50" dur="1" fill="hold">
                                          <p:stCondLst>
                                            <p:cond delay="0"/>
                                          </p:stCondLst>
                                        </p:cTn>
                                        <p:tgtEl>
                                          <p:spTgt spid="73"/>
                                        </p:tgtEl>
                                        <p:attrNameLst>
                                          <p:attrName>style.visibility</p:attrName>
                                        </p:attrNameLst>
                                      </p:cBhvr>
                                      <p:to>
                                        <p:strVal val="visible"/>
                                      </p:to>
                                    </p:set>
                                    <p:anim calcmode="lin" valueType="num">
                                      <p:cBhvr>
                                        <p:cTn id="51" dur="500" fill="hold"/>
                                        <p:tgtEl>
                                          <p:spTgt spid="73"/>
                                        </p:tgtEl>
                                        <p:attrNameLst>
                                          <p:attrName>ppt_w</p:attrName>
                                        </p:attrNameLst>
                                      </p:cBhvr>
                                      <p:tavLst>
                                        <p:tav tm="0">
                                          <p:val>
                                            <p:fltVal val="0"/>
                                          </p:val>
                                        </p:tav>
                                        <p:tav tm="100000">
                                          <p:val>
                                            <p:strVal val="#ppt_w"/>
                                          </p:val>
                                        </p:tav>
                                      </p:tavLst>
                                    </p:anim>
                                    <p:anim calcmode="lin" valueType="num">
                                      <p:cBhvr>
                                        <p:cTn id="52" dur="500" fill="hold"/>
                                        <p:tgtEl>
                                          <p:spTgt spid="73"/>
                                        </p:tgtEl>
                                        <p:attrNameLst>
                                          <p:attrName>ppt_h</p:attrName>
                                        </p:attrNameLst>
                                      </p:cBhvr>
                                      <p:tavLst>
                                        <p:tav tm="0">
                                          <p:val>
                                            <p:fltVal val="0"/>
                                          </p:val>
                                        </p:tav>
                                        <p:tav tm="100000">
                                          <p:val>
                                            <p:strVal val="#ppt_h"/>
                                          </p:val>
                                        </p:tav>
                                      </p:tavLst>
                                    </p:anim>
                                    <p:animEffect transition="in" filter="fade">
                                      <p:cBhvr>
                                        <p:cTn id="53" dur="500"/>
                                        <p:tgtEl>
                                          <p:spTgt spid="73"/>
                                        </p:tgtEl>
                                      </p:cBhvr>
                                    </p:animEffect>
                                  </p:childTnLst>
                                </p:cTn>
                              </p:par>
                            </p:childTnLst>
                          </p:cTn>
                        </p:par>
                        <p:par>
                          <p:cTn id="54" fill="hold">
                            <p:stCondLst>
                              <p:cond delay="5000"/>
                            </p:stCondLst>
                            <p:childTnLst>
                              <p:par>
                                <p:cTn id="55" presetID="53" presetClass="entr" presetSubtype="16" fill="hold" grpId="0" nodeType="afterEffect">
                                  <p:stCondLst>
                                    <p:cond delay="0"/>
                                  </p:stCondLst>
                                  <p:childTnLst>
                                    <p:set>
                                      <p:cBhvr>
                                        <p:cTn id="56" dur="1" fill="hold">
                                          <p:stCondLst>
                                            <p:cond delay="0"/>
                                          </p:stCondLst>
                                        </p:cTn>
                                        <p:tgtEl>
                                          <p:spTgt spid="74"/>
                                        </p:tgtEl>
                                        <p:attrNameLst>
                                          <p:attrName>style.visibility</p:attrName>
                                        </p:attrNameLst>
                                      </p:cBhvr>
                                      <p:to>
                                        <p:strVal val="visible"/>
                                      </p:to>
                                    </p:set>
                                    <p:anim calcmode="lin" valueType="num">
                                      <p:cBhvr>
                                        <p:cTn id="57" dur="500" fill="hold"/>
                                        <p:tgtEl>
                                          <p:spTgt spid="74"/>
                                        </p:tgtEl>
                                        <p:attrNameLst>
                                          <p:attrName>ppt_w</p:attrName>
                                        </p:attrNameLst>
                                      </p:cBhvr>
                                      <p:tavLst>
                                        <p:tav tm="0">
                                          <p:val>
                                            <p:fltVal val="0"/>
                                          </p:val>
                                        </p:tav>
                                        <p:tav tm="100000">
                                          <p:val>
                                            <p:strVal val="#ppt_w"/>
                                          </p:val>
                                        </p:tav>
                                      </p:tavLst>
                                    </p:anim>
                                    <p:anim calcmode="lin" valueType="num">
                                      <p:cBhvr>
                                        <p:cTn id="58" dur="500" fill="hold"/>
                                        <p:tgtEl>
                                          <p:spTgt spid="74"/>
                                        </p:tgtEl>
                                        <p:attrNameLst>
                                          <p:attrName>ppt_h</p:attrName>
                                        </p:attrNameLst>
                                      </p:cBhvr>
                                      <p:tavLst>
                                        <p:tav tm="0">
                                          <p:val>
                                            <p:fltVal val="0"/>
                                          </p:val>
                                        </p:tav>
                                        <p:tav tm="100000">
                                          <p:val>
                                            <p:strVal val="#ppt_h"/>
                                          </p:val>
                                        </p:tav>
                                      </p:tavLst>
                                    </p:anim>
                                    <p:animEffect transition="in" filter="fade">
                                      <p:cBhvr>
                                        <p:cTn id="59" dur="500"/>
                                        <p:tgtEl>
                                          <p:spTgt spid="74"/>
                                        </p:tgtEl>
                                      </p:cBhvr>
                                    </p:animEffect>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wipe(left)">
                                      <p:cBhvr>
                                        <p:cTn id="63" dur="500"/>
                                        <p:tgtEl>
                                          <p:spTgt spid="75"/>
                                        </p:tgtEl>
                                      </p:cBhvr>
                                    </p:animEffect>
                                  </p:childTnLst>
                                </p:cTn>
                              </p:par>
                            </p:childTnLst>
                          </p:cTn>
                        </p:par>
                        <p:par>
                          <p:cTn id="64" fill="hold">
                            <p:stCondLst>
                              <p:cond delay="6000"/>
                            </p:stCondLst>
                            <p:childTnLst>
                              <p:par>
                                <p:cTn id="65" presetID="22" presetClass="entr" presetSubtype="8" fill="hold" grpId="0" nodeType="afterEffect">
                                  <p:stCondLst>
                                    <p:cond delay="0"/>
                                  </p:stCondLst>
                                  <p:childTnLst>
                                    <p:set>
                                      <p:cBhvr>
                                        <p:cTn id="66" dur="1" fill="hold">
                                          <p:stCondLst>
                                            <p:cond delay="0"/>
                                          </p:stCondLst>
                                        </p:cTn>
                                        <p:tgtEl>
                                          <p:spTgt spid="76"/>
                                        </p:tgtEl>
                                        <p:attrNameLst>
                                          <p:attrName>style.visibility</p:attrName>
                                        </p:attrNameLst>
                                      </p:cBhvr>
                                      <p:to>
                                        <p:strVal val="visible"/>
                                      </p:to>
                                    </p:set>
                                    <p:animEffect transition="in" filter="wipe(left)">
                                      <p:cBhvr>
                                        <p:cTn id="67" dur="500"/>
                                        <p:tgtEl>
                                          <p:spTgt spid="76"/>
                                        </p:tgtEl>
                                      </p:cBhvr>
                                    </p:animEffect>
                                  </p:childTnLst>
                                </p:cTn>
                              </p:par>
                            </p:childTnLst>
                          </p:cTn>
                        </p:par>
                        <p:par>
                          <p:cTn id="68" fill="hold">
                            <p:stCondLst>
                              <p:cond delay="6500"/>
                            </p:stCondLst>
                            <p:childTnLst>
                              <p:par>
                                <p:cTn id="69" presetID="53" presetClass="entr" presetSubtype="16" fill="hold" grpId="0" nodeType="afterEffect">
                                  <p:stCondLst>
                                    <p:cond delay="0"/>
                                  </p:stCondLst>
                                  <p:childTnLst>
                                    <p:set>
                                      <p:cBhvr>
                                        <p:cTn id="70" dur="1" fill="hold">
                                          <p:stCondLst>
                                            <p:cond delay="0"/>
                                          </p:stCondLst>
                                        </p:cTn>
                                        <p:tgtEl>
                                          <p:spTgt spid="77"/>
                                        </p:tgtEl>
                                        <p:attrNameLst>
                                          <p:attrName>style.visibility</p:attrName>
                                        </p:attrNameLst>
                                      </p:cBhvr>
                                      <p:to>
                                        <p:strVal val="visible"/>
                                      </p:to>
                                    </p:set>
                                    <p:anim calcmode="lin" valueType="num">
                                      <p:cBhvr>
                                        <p:cTn id="71" dur="500" fill="hold"/>
                                        <p:tgtEl>
                                          <p:spTgt spid="77"/>
                                        </p:tgtEl>
                                        <p:attrNameLst>
                                          <p:attrName>ppt_w</p:attrName>
                                        </p:attrNameLst>
                                      </p:cBhvr>
                                      <p:tavLst>
                                        <p:tav tm="0">
                                          <p:val>
                                            <p:fltVal val="0"/>
                                          </p:val>
                                        </p:tav>
                                        <p:tav tm="100000">
                                          <p:val>
                                            <p:strVal val="#ppt_w"/>
                                          </p:val>
                                        </p:tav>
                                      </p:tavLst>
                                    </p:anim>
                                    <p:anim calcmode="lin" valueType="num">
                                      <p:cBhvr>
                                        <p:cTn id="72" dur="500" fill="hold"/>
                                        <p:tgtEl>
                                          <p:spTgt spid="77"/>
                                        </p:tgtEl>
                                        <p:attrNameLst>
                                          <p:attrName>ppt_h</p:attrName>
                                        </p:attrNameLst>
                                      </p:cBhvr>
                                      <p:tavLst>
                                        <p:tav tm="0">
                                          <p:val>
                                            <p:fltVal val="0"/>
                                          </p:val>
                                        </p:tav>
                                        <p:tav tm="100000">
                                          <p:val>
                                            <p:strVal val="#ppt_h"/>
                                          </p:val>
                                        </p:tav>
                                      </p:tavLst>
                                    </p:anim>
                                    <p:animEffect transition="in" filter="fade">
                                      <p:cBhvr>
                                        <p:cTn id="73" dur="500"/>
                                        <p:tgtEl>
                                          <p:spTgt spid="77"/>
                                        </p:tgtEl>
                                      </p:cBhvr>
                                    </p:animEffect>
                                  </p:childTnLst>
                                </p:cTn>
                              </p:par>
                            </p:childTnLst>
                          </p:cTn>
                        </p:par>
                        <p:par>
                          <p:cTn id="74" fill="hold">
                            <p:stCondLst>
                              <p:cond delay="7000"/>
                            </p:stCondLst>
                            <p:childTnLst>
                              <p:par>
                                <p:cTn id="75" presetID="53" presetClass="entr" presetSubtype="16" fill="hold" grpId="0" nodeType="afterEffect">
                                  <p:stCondLst>
                                    <p:cond delay="0"/>
                                  </p:stCondLst>
                                  <p:childTnLst>
                                    <p:set>
                                      <p:cBhvr>
                                        <p:cTn id="76" dur="1" fill="hold">
                                          <p:stCondLst>
                                            <p:cond delay="0"/>
                                          </p:stCondLst>
                                        </p:cTn>
                                        <p:tgtEl>
                                          <p:spTgt spid="78"/>
                                        </p:tgtEl>
                                        <p:attrNameLst>
                                          <p:attrName>style.visibility</p:attrName>
                                        </p:attrNameLst>
                                      </p:cBhvr>
                                      <p:to>
                                        <p:strVal val="visible"/>
                                      </p:to>
                                    </p:set>
                                    <p:anim calcmode="lin" valueType="num">
                                      <p:cBhvr>
                                        <p:cTn id="77" dur="500" fill="hold"/>
                                        <p:tgtEl>
                                          <p:spTgt spid="78"/>
                                        </p:tgtEl>
                                        <p:attrNameLst>
                                          <p:attrName>ppt_w</p:attrName>
                                        </p:attrNameLst>
                                      </p:cBhvr>
                                      <p:tavLst>
                                        <p:tav tm="0">
                                          <p:val>
                                            <p:fltVal val="0"/>
                                          </p:val>
                                        </p:tav>
                                        <p:tav tm="100000">
                                          <p:val>
                                            <p:strVal val="#ppt_w"/>
                                          </p:val>
                                        </p:tav>
                                      </p:tavLst>
                                    </p:anim>
                                    <p:anim calcmode="lin" valueType="num">
                                      <p:cBhvr>
                                        <p:cTn id="78" dur="500" fill="hold"/>
                                        <p:tgtEl>
                                          <p:spTgt spid="78"/>
                                        </p:tgtEl>
                                        <p:attrNameLst>
                                          <p:attrName>ppt_h</p:attrName>
                                        </p:attrNameLst>
                                      </p:cBhvr>
                                      <p:tavLst>
                                        <p:tav tm="0">
                                          <p:val>
                                            <p:fltVal val="0"/>
                                          </p:val>
                                        </p:tav>
                                        <p:tav tm="100000">
                                          <p:val>
                                            <p:strVal val="#ppt_h"/>
                                          </p:val>
                                        </p:tav>
                                      </p:tavLst>
                                    </p:anim>
                                    <p:animEffect transition="in" filter="fade">
                                      <p:cBhvr>
                                        <p:cTn id="79" dur="500"/>
                                        <p:tgtEl>
                                          <p:spTgt spid="78"/>
                                        </p:tgtEl>
                                      </p:cBhvr>
                                    </p:animEffect>
                                  </p:childTnLst>
                                </p:cTn>
                              </p:par>
                            </p:childTnLst>
                          </p:cTn>
                        </p:par>
                        <p:par>
                          <p:cTn id="80" fill="hold">
                            <p:stCondLst>
                              <p:cond delay="7500"/>
                            </p:stCondLst>
                            <p:childTnLst>
                              <p:par>
                                <p:cTn id="81" presetID="22" presetClass="entr" presetSubtype="8" fill="hold" grpId="0" nodeType="afterEffect">
                                  <p:stCondLst>
                                    <p:cond delay="0"/>
                                  </p:stCondLst>
                                  <p:childTnLst>
                                    <p:set>
                                      <p:cBhvr>
                                        <p:cTn id="82" dur="1" fill="hold">
                                          <p:stCondLst>
                                            <p:cond delay="0"/>
                                          </p:stCondLst>
                                        </p:cTn>
                                        <p:tgtEl>
                                          <p:spTgt spid="79"/>
                                        </p:tgtEl>
                                        <p:attrNameLst>
                                          <p:attrName>style.visibility</p:attrName>
                                        </p:attrNameLst>
                                      </p:cBhvr>
                                      <p:to>
                                        <p:strVal val="visible"/>
                                      </p:to>
                                    </p:set>
                                    <p:animEffect transition="in" filter="wipe(left)">
                                      <p:cBhvr>
                                        <p:cTn id="83" dur="500"/>
                                        <p:tgtEl>
                                          <p:spTgt spid="79"/>
                                        </p:tgtEl>
                                      </p:cBhvr>
                                    </p:animEffect>
                                  </p:childTnLst>
                                </p:cTn>
                              </p:par>
                            </p:childTnLst>
                          </p:cTn>
                        </p:par>
                        <p:par>
                          <p:cTn id="84" fill="hold">
                            <p:stCondLst>
                              <p:cond delay="8000"/>
                            </p:stCondLst>
                            <p:childTnLst>
                              <p:par>
                                <p:cTn id="85" presetID="22" presetClass="entr" presetSubtype="8" fill="hold" grpId="0" nodeType="afterEffect">
                                  <p:stCondLst>
                                    <p:cond delay="0"/>
                                  </p:stCondLst>
                                  <p:childTnLst>
                                    <p:set>
                                      <p:cBhvr>
                                        <p:cTn id="86" dur="1" fill="hold">
                                          <p:stCondLst>
                                            <p:cond delay="0"/>
                                          </p:stCondLst>
                                        </p:cTn>
                                        <p:tgtEl>
                                          <p:spTgt spid="80"/>
                                        </p:tgtEl>
                                        <p:attrNameLst>
                                          <p:attrName>style.visibility</p:attrName>
                                        </p:attrNameLst>
                                      </p:cBhvr>
                                      <p:to>
                                        <p:strVal val="visible"/>
                                      </p:to>
                                    </p:set>
                                    <p:animEffect transition="in" filter="wipe(left)">
                                      <p:cBhvr>
                                        <p:cTn id="87"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1" grpId="0"/>
      <p:bldP spid="24" grpId="0" animBg="1"/>
      <p:bldP spid="25" grpId="0"/>
      <p:bldP spid="26" grpId="0" animBg="1"/>
      <p:bldP spid="27" grpId="0"/>
      <p:bldP spid="28" grpId="0" animBg="1"/>
      <p:bldP spid="29" grpId="0"/>
      <p:bldP spid="73" grpId="0" animBg="1"/>
      <p:bldP spid="74" grpId="0"/>
      <p:bldP spid="75" grpId="0" animBg="1"/>
      <p:bldP spid="76" grpId="0"/>
      <p:bldP spid="77" grpId="0" animBg="1"/>
      <p:bldP spid="78" grpId="0"/>
      <p:bldP spid="79" grpId="0" animBg="1"/>
      <p:bldP spid="80" grpId="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433502"/>
            <a:ext cx="12192000" cy="4118846"/>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0" name="Group 19"/>
          <p:cNvGrpSpPr/>
          <p:nvPr/>
        </p:nvGrpSpPr>
        <p:grpSpPr>
          <a:xfrm>
            <a:off x="1074835" y="2645324"/>
            <a:ext cx="1510469" cy="1695202"/>
            <a:chOff x="7996238" y="3222625"/>
            <a:chExt cx="1103313" cy="1238250"/>
          </a:xfrm>
          <a:solidFill>
            <a:srgbClr val="FFC000"/>
          </a:solidFill>
        </p:grpSpPr>
        <p:sp>
          <p:nvSpPr>
            <p:cNvPr id="21" name="Freeform 293"/>
            <p:cNvSpPr>
              <a:spLocks/>
            </p:cNvSpPr>
            <p:nvPr/>
          </p:nvSpPr>
          <p:spPr bwMode="auto">
            <a:xfrm>
              <a:off x="8010526" y="3222625"/>
              <a:ext cx="1089025" cy="1238250"/>
            </a:xfrm>
            <a:custGeom>
              <a:avLst/>
              <a:gdLst>
                <a:gd name="T0" fmla="*/ 3255 w 3432"/>
                <a:gd name="T1" fmla="*/ 0 h 3899"/>
                <a:gd name="T2" fmla="*/ 3323 w 3432"/>
                <a:gd name="T3" fmla="*/ 13 h 3899"/>
                <a:gd name="T4" fmla="*/ 3379 w 3432"/>
                <a:gd name="T5" fmla="*/ 51 h 3899"/>
                <a:gd name="T6" fmla="*/ 3417 w 3432"/>
                <a:gd name="T7" fmla="*/ 108 h 3899"/>
                <a:gd name="T8" fmla="*/ 3432 w 3432"/>
                <a:gd name="T9" fmla="*/ 177 h 3899"/>
                <a:gd name="T10" fmla="*/ 3419 w 3432"/>
                <a:gd name="T11" fmla="*/ 239 h 3899"/>
                <a:gd name="T12" fmla="*/ 3389 w 3432"/>
                <a:gd name="T13" fmla="*/ 291 h 3899"/>
                <a:gd name="T14" fmla="*/ 3343 w 3432"/>
                <a:gd name="T15" fmla="*/ 329 h 3899"/>
                <a:gd name="T16" fmla="*/ 3340 w 3432"/>
                <a:gd name="T17" fmla="*/ 2416 h 3899"/>
                <a:gd name="T18" fmla="*/ 3317 w 3432"/>
                <a:gd name="T19" fmla="*/ 2455 h 3899"/>
                <a:gd name="T20" fmla="*/ 3278 w 3432"/>
                <a:gd name="T21" fmla="*/ 2478 h 3899"/>
                <a:gd name="T22" fmla="*/ 2537 w 3432"/>
                <a:gd name="T23" fmla="*/ 2481 h 3899"/>
                <a:gd name="T24" fmla="*/ 2858 w 3432"/>
                <a:gd name="T25" fmla="*/ 3708 h 3899"/>
                <a:gd name="T26" fmla="*/ 2852 w 3432"/>
                <a:gd name="T27" fmla="*/ 3769 h 3899"/>
                <a:gd name="T28" fmla="*/ 2828 w 3432"/>
                <a:gd name="T29" fmla="*/ 3824 h 3899"/>
                <a:gd name="T30" fmla="*/ 2785 w 3432"/>
                <a:gd name="T31" fmla="*/ 3867 h 3899"/>
                <a:gd name="T32" fmla="*/ 2728 w 3432"/>
                <a:gd name="T33" fmla="*/ 3894 h 3899"/>
                <a:gd name="T34" fmla="*/ 2683 w 3432"/>
                <a:gd name="T35" fmla="*/ 3899 h 3899"/>
                <a:gd name="T36" fmla="*/ 2619 w 3432"/>
                <a:gd name="T37" fmla="*/ 3887 h 3899"/>
                <a:gd name="T38" fmla="*/ 2564 w 3432"/>
                <a:gd name="T39" fmla="*/ 3852 h 3899"/>
                <a:gd name="T40" fmla="*/ 2525 w 3432"/>
                <a:gd name="T41" fmla="*/ 3800 h 3899"/>
                <a:gd name="T42" fmla="*/ 2196 w 3432"/>
                <a:gd name="T43" fmla="*/ 2570 h 3899"/>
                <a:gd name="T44" fmla="*/ 917 w 3432"/>
                <a:gd name="T45" fmla="*/ 3768 h 3899"/>
                <a:gd name="T46" fmla="*/ 891 w 3432"/>
                <a:gd name="T47" fmla="*/ 3824 h 3899"/>
                <a:gd name="T48" fmla="*/ 848 w 3432"/>
                <a:gd name="T49" fmla="*/ 3867 h 3899"/>
                <a:gd name="T50" fmla="*/ 793 w 3432"/>
                <a:gd name="T51" fmla="*/ 3893 h 3899"/>
                <a:gd name="T52" fmla="*/ 734 w 3432"/>
                <a:gd name="T53" fmla="*/ 3899 h 3899"/>
                <a:gd name="T54" fmla="*/ 672 w 3432"/>
                <a:gd name="T55" fmla="*/ 3883 h 3899"/>
                <a:gd name="T56" fmla="*/ 622 w 3432"/>
                <a:gd name="T57" fmla="*/ 3847 h 3899"/>
                <a:gd name="T58" fmla="*/ 588 w 3432"/>
                <a:gd name="T59" fmla="*/ 3797 h 3899"/>
                <a:gd name="T60" fmla="*/ 572 w 3432"/>
                <a:gd name="T61" fmla="*/ 3739 h 3899"/>
                <a:gd name="T62" fmla="*/ 578 w 3432"/>
                <a:gd name="T63" fmla="*/ 3676 h 3899"/>
                <a:gd name="T64" fmla="*/ 739 w 3432"/>
                <a:gd name="T65" fmla="*/ 2481 h 3899"/>
                <a:gd name="T66" fmla="*/ 842 w 3432"/>
                <a:gd name="T67" fmla="*/ 2367 h 3899"/>
                <a:gd name="T68" fmla="*/ 3168 w 3432"/>
                <a:gd name="T69" fmla="*/ 2304 h 3899"/>
                <a:gd name="T70" fmla="*/ 263 w 3432"/>
                <a:gd name="T71" fmla="*/ 354 h 3899"/>
                <a:gd name="T72" fmla="*/ 213 w 3432"/>
                <a:gd name="T73" fmla="*/ 2256 h 3899"/>
                <a:gd name="T74" fmla="*/ 125 w 3432"/>
                <a:gd name="T75" fmla="*/ 2337 h 3899"/>
                <a:gd name="T76" fmla="*/ 87 w 3432"/>
                <a:gd name="T77" fmla="*/ 329 h 3899"/>
                <a:gd name="T78" fmla="*/ 41 w 3432"/>
                <a:gd name="T79" fmla="*/ 291 h 3899"/>
                <a:gd name="T80" fmla="*/ 11 w 3432"/>
                <a:gd name="T81" fmla="*/ 239 h 3899"/>
                <a:gd name="T82" fmla="*/ 0 w 3432"/>
                <a:gd name="T83" fmla="*/ 177 h 3899"/>
                <a:gd name="T84" fmla="*/ 13 w 3432"/>
                <a:gd name="T85" fmla="*/ 108 h 3899"/>
                <a:gd name="T86" fmla="*/ 51 w 3432"/>
                <a:gd name="T87" fmla="*/ 51 h 3899"/>
                <a:gd name="T88" fmla="*/ 107 w 3432"/>
                <a:gd name="T89" fmla="*/ 13 h 3899"/>
                <a:gd name="T90" fmla="*/ 175 w 3432"/>
                <a:gd name="T91" fmla="*/ 0 h 3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32" h="3899">
                  <a:moveTo>
                    <a:pt x="175" y="0"/>
                  </a:moveTo>
                  <a:lnTo>
                    <a:pt x="3255" y="0"/>
                  </a:lnTo>
                  <a:lnTo>
                    <a:pt x="3290" y="3"/>
                  </a:lnTo>
                  <a:lnTo>
                    <a:pt x="3323" y="13"/>
                  </a:lnTo>
                  <a:lnTo>
                    <a:pt x="3354" y="30"/>
                  </a:lnTo>
                  <a:lnTo>
                    <a:pt x="3379" y="51"/>
                  </a:lnTo>
                  <a:lnTo>
                    <a:pt x="3401" y="78"/>
                  </a:lnTo>
                  <a:lnTo>
                    <a:pt x="3417" y="108"/>
                  </a:lnTo>
                  <a:lnTo>
                    <a:pt x="3428" y="142"/>
                  </a:lnTo>
                  <a:lnTo>
                    <a:pt x="3432" y="177"/>
                  </a:lnTo>
                  <a:lnTo>
                    <a:pt x="3428" y="209"/>
                  </a:lnTo>
                  <a:lnTo>
                    <a:pt x="3419" y="239"/>
                  </a:lnTo>
                  <a:lnTo>
                    <a:pt x="3407" y="267"/>
                  </a:lnTo>
                  <a:lnTo>
                    <a:pt x="3389" y="291"/>
                  </a:lnTo>
                  <a:lnTo>
                    <a:pt x="3368" y="312"/>
                  </a:lnTo>
                  <a:lnTo>
                    <a:pt x="3343" y="329"/>
                  </a:lnTo>
                  <a:lnTo>
                    <a:pt x="3343" y="2392"/>
                  </a:lnTo>
                  <a:lnTo>
                    <a:pt x="3340" y="2416"/>
                  </a:lnTo>
                  <a:lnTo>
                    <a:pt x="3331" y="2438"/>
                  </a:lnTo>
                  <a:lnTo>
                    <a:pt x="3317" y="2455"/>
                  </a:lnTo>
                  <a:lnTo>
                    <a:pt x="3299" y="2470"/>
                  </a:lnTo>
                  <a:lnTo>
                    <a:pt x="3278" y="2478"/>
                  </a:lnTo>
                  <a:lnTo>
                    <a:pt x="3255" y="2481"/>
                  </a:lnTo>
                  <a:lnTo>
                    <a:pt x="2537" y="2481"/>
                  </a:lnTo>
                  <a:lnTo>
                    <a:pt x="2854" y="3676"/>
                  </a:lnTo>
                  <a:lnTo>
                    <a:pt x="2858" y="3708"/>
                  </a:lnTo>
                  <a:lnTo>
                    <a:pt x="2858" y="3738"/>
                  </a:lnTo>
                  <a:lnTo>
                    <a:pt x="2852" y="3769"/>
                  </a:lnTo>
                  <a:lnTo>
                    <a:pt x="2843" y="3797"/>
                  </a:lnTo>
                  <a:lnTo>
                    <a:pt x="2828" y="3824"/>
                  </a:lnTo>
                  <a:lnTo>
                    <a:pt x="2809" y="3847"/>
                  </a:lnTo>
                  <a:lnTo>
                    <a:pt x="2785" y="3867"/>
                  </a:lnTo>
                  <a:lnTo>
                    <a:pt x="2759" y="3883"/>
                  </a:lnTo>
                  <a:lnTo>
                    <a:pt x="2728" y="3894"/>
                  </a:lnTo>
                  <a:lnTo>
                    <a:pt x="2706" y="3898"/>
                  </a:lnTo>
                  <a:lnTo>
                    <a:pt x="2683" y="3899"/>
                  </a:lnTo>
                  <a:lnTo>
                    <a:pt x="2650" y="3896"/>
                  </a:lnTo>
                  <a:lnTo>
                    <a:pt x="2619" y="3887"/>
                  </a:lnTo>
                  <a:lnTo>
                    <a:pt x="2591" y="3872"/>
                  </a:lnTo>
                  <a:lnTo>
                    <a:pt x="2564" y="3852"/>
                  </a:lnTo>
                  <a:lnTo>
                    <a:pt x="2542" y="3829"/>
                  </a:lnTo>
                  <a:lnTo>
                    <a:pt x="2525" y="3800"/>
                  </a:lnTo>
                  <a:lnTo>
                    <a:pt x="2513" y="3768"/>
                  </a:lnTo>
                  <a:lnTo>
                    <a:pt x="2196" y="2570"/>
                  </a:lnTo>
                  <a:lnTo>
                    <a:pt x="1235" y="2570"/>
                  </a:lnTo>
                  <a:lnTo>
                    <a:pt x="917" y="3768"/>
                  </a:lnTo>
                  <a:lnTo>
                    <a:pt x="906" y="3798"/>
                  </a:lnTo>
                  <a:lnTo>
                    <a:pt x="891" y="3824"/>
                  </a:lnTo>
                  <a:lnTo>
                    <a:pt x="871" y="3847"/>
                  </a:lnTo>
                  <a:lnTo>
                    <a:pt x="848" y="3867"/>
                  </a:lnTo>
                  <a:lnTo>
                    <a:pt x="822" y="3883"/>
                  </a:lnTo>
                  <a:lnTo>
                    <a:pt x="793" y="3893"/>
                  </a:lnTo>
                  <a:lnTo>
                    <a:pt x="764" y="3899"/>
                  </a:lnTo>
                  <a:lnTo>
                    <a:pt x="734" y="3899"/>
                  </a:lnTo>
                  <a:lnTo>
                    <a:pt x="702" y="3894"/>
                  </a:lnTo>
                  <a:lnTo>
                    <a:pt x="672" y="3883"/>
                  </a:lnTo>
                  <a:lnTo>
                    <a:pt x="645" y="3867"/>
                  </a:lnTo>
                  <a:lnTo>
                    <a:pt x="622" y="3847"/>
                  </a:lnTo>
                  <a:lnTo>
                    <a:pt x="603" y="3824"/>
                  </a:lnTo>
                  <a:lnTo>
                    <a:pt x="588" y="3797"/>
                  </a:lnTo>
                  <a:lnTo>
                    <a:pt x="578" y="3769"/>
                  </a:lnTo>
                  <a:lnTo>
                    <a:pt x="572" y="3739"/>
                  </a:lnTo>
                  <a:lnTo>
                    <a:pt x="572" y="3708"/>
                  </a:lnTo>
                  <a:lnTo>
                    <a:pt x="578" y="3676"/>
                  </a:lnTo>
                  <a:lnTo>
                    <a:pt x="893" y="2481"/>
                  </a:lnTo>
                  <a:lnTo>
                    <a:pt x="739" y="2481"/>
                  </a:lnTo>
                  <a:lnTo>
                    <a:pt x="788" y="2425"/>
                  </a:lnTo>
                  <a:lnTo>
                    <a:pt x="842" y="2367"/>
                  </a:lnTo>
                  <a:lnTo>
                    <a:pt x="899" y="2304"/>
                  </a:lnTo>
                  <a:lnTo>
                    <a:pt x="3168" y="2304"/>
                  </a:lnTo>
                  <a:lnTo>
                    <a:pt x="3168" y="354"/>
                  </a:lnTo>
                  <a:lnTo>
                    <a:pt x="263" y="354"/>
                  </a:lnTo>
                  <a:lnTo>
                    <a:pt x="263" y="2210"/>
                  </a:lnTo>
                  <a:lnTo>
                    <a:pt x="213" y="2256"/>
                  </a:lnTo>
                  <a:lnTo>
                    <a:pt x="167" y="2298"/>
                  </a:lnTo>
                  <a:lnTo>
                    <a:pt x="125" y="2337"/>
                  </a:lnTo>
                  <a:lnTo>
                    <a:pt x="87" y="2372"/>
                  </a:lnTo>
                  <a:lnTo>
                    <a:pt x="87" y="329"/>
                  </a:lnTo>
                  <a:lnTo>
                    <a:pt x="63" y="312"/>
                  </a:lnTo>
                  <a:lnTo>
                    <a:pt x="41" y="291"/>
                  </a:lnTo>
                  <a:lnTo>
                    <a:pt x="24" y="267"/>
                  </a:lnTo>
                  <a:lnTo>
                    <a:pt x="11" y="239"/>
                  </a:lnTo>
                  <a:lnTo>
                    <a:pt x="2" y="209"/>
                  </a:lnTo>
                  <a:lnTo>
                    <a:pt x="0" y="177"/>
                  </a:lnTo>
                  <a:lnTo>
                    <a:pt x="3" y="142"/>
                  </a:lnTo>
                  <a:lnTo>
                    <a:pt x="13" y="108"/>
                  </a:lnTo>
                  <a:lnTo>
                    <a:pt x="29" y="78"/>
                  </a:lnTo>
                  <a:lnTo>
                    <a:pt x="51" y="51"/>
                  </a:lnTo>
                  <a:lnTo>
                    <a:pt x="76" y="30"/>
                  </a:lnTo>
                  <a:lnTo>
                    <a:pt x="107" y="13"/>
                  </a:lnTo>
                  <a:lnTo>
                    <a:pt x="140" y="3"/>
                  </a:lnTo>
                  <a:lnTo>
                    <a:pt x="17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22" name="Freeform 294"/>
            <p:cNvSpPr>
              <a:spLocks/>
            </p:cNvSpPr>
            <p:nvPr/>
          </p:nvSpPr>
          <p:spPr bwMode="auto">
            <a:xfrm>
              <a:off x="8485188" y="3581400"/>
              <a:ext cx="111125" cy="323850"/>
            </a:xfrm>
            <a:custGeom>
              <a:avLst/>
              <a:gdLst>
                <a:gd name="T0" fmla="*/ 177 w 352"/>
                <a:gd name="T1" fmla="*/ 0 h 1018"/>
                <a:gd name="T2" fmla="*/ 212 w 352"/>
                <a:gd name="T3" fmla="*/ 4 h 1018"/>
                <a:gd name="T4" fmla="*/ 245 w 352"/>
                <a:gd name="T5" fmla="*/ 13 h 1018"/>
                <a:gd name="T6" fmla="*/ 274 w 352"/>
                <a:gd name="T7" fmla="*/ 29 h 1018"/>
                <a:gd name="T8" fmla="*/ 301 w 352"/>
                <a:gd name="T9" fmla="*/ 51 h 1018"/>
                <a:gd name="T10" fmla="*/ 322 w 352"/>
                <a:gd name="T11" fmla="*/ 78 h 1018"/>
                <a:gd name="T12" fmla="*/ 339 w 352"/>
                <a:gd name="T13" fmla="*/ 108 h 1018"/>
                <a:gd name="T14" fmla="*/ 349 w 352"/>
                <a:gd name="T15" fmla="*/ 141 h 1018"/>
                <a:gd name="T16" fmla="*/ 352 w 352"/>
                <a:gd name="T17" fmla="*/ 178 h 1018"/>
                <a:gd name="T18" fmla="*/ 352 w 352"/>
                <a:gd name="T19" fmla="*/ 842 h 1018"/>
                <a:gd name="T20" fmla="*/ 349 w 352"/>
                <a:gd name="T21" fmla="*/ 877 h 1018"/>
                <a:gd name="T22" fmla="*/ 339 w 352"/>
                <a:gd name="T23" fmla="*/ 911 h 1018"/>
                <a:gd name="T24" fmla="*/ 322 w 352"/>
                <a:gd name="T25" fmla="*/ 941 h 1018"/>
                <a:gd name="T26" fmla="*/ 301 w 352"/>
                <a:gd name="T27" fmla="*/ 967 h 1018"/>
                <a:gd name="T28" fmla="*/ 274 w 352"/>
                <a:gd name="T29" fmla="*/ 989 h 1018"/>
                <a:gd name="T30" fmla="*/ 245 w 352"/>
                <a:gd name="T31" fmla="*/ 1005 h 1018"/>
                <a:gd name="T32" fmla="*/ 212 w 352"/>
                <a:gd name="T33" fmla="*/ 1015 h 1018"/>
                <a:gd name="T34" fmla="*/ 177 w 352"/>
                <a:gd name="T35" fmla="*/ 1018 h 1018"/>
                <a:gd name="T36" fmla="*/ 140 w 352"/>
                <a:gd name="T37" fmla="*/ 1015 h 1018"/>
                <a:gd name="T38" fmla="*/ 108 w 352"/>
                <a:gd name="T39" fmla="*/ 1005 h 1018"/>
                <a:gd name="T40" fmla="*/ 78 w 352"/>
                <a:gd name="T41" fmla="*/ 989 h 1018"/>
                <a:gd name="T42" fmla="*/ 52 w 352"/>
                <a:gd name="T43" fmla="*/ 967 h 1018"/>
                <a:gd name="T44" fmla="*/ 31 w 352"/>
                <a:gd name="T45" fmla="*/ 941 h 1018"/>
                <a:gd name="T46" fmla="*/ 14 w 352"/>
                <a:gd name="T47" fmla="*/ 911 h 1018"/>
                <a:gd name="T48" fmla="*/ 4 w 352"/>
                <a:gd name="T49" fmla="*/ 877 h 1018"/>
                <a:gd name="T50" fmla="*/ 0 w 352"/>
                <a:gd name="T51" fmla="*/ 842 h 1018"/>
                <a:gd name="T52" fmla="*/ 0 w 352"/>
                <a:gd name="T53" fmla="*/ 178 h 1018"/>
                <a:gd name="T54" fmla="*/ 4 w 352"/>
                <a:gd name="T55" fmla="*/ 141 h 1018"/>
                <a:gd name="T56" fmla="*/ 14 w 352"/>
                <a:gd name="T57" fmla="*/ 108 h 1018"/>
                <a:gd name="T58" fmla="*/ 31 w 352"/>
                <a:gd name="T59" fmla="*/ 78 h 1018"/>
                <a:gd name="T60" fmla="*/ 52 w 352"/>
                <a:gd name="T61" fmla="*/ 51 h 1018"/>
                <a:gd name="T62" fmla="*/ 78 w 352"/>
                <a:gd name="T63" fmla="*/ 29 h 1018"/>
                <a:gd name="T64" fmla="*/ 108 w 352"/>
                <a:gd name="T65" fmla="*/ 13 h 1018"/>
                <a:gd name="T66" fmla="*/ 140 w 352"/>
                <a:gd name="T67" fmla="*/ 4 h 1018"/>
                <a:gd name="T68" fmla="*/ 177 w 352"/>
                <a:gd name="T69" fmla="*/ 0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2" h="1018">
                  <a:moveTo>
                    <a:pt x="177" y="0"/>
                  </a:moveTo>
                  <a:lnTo>
                    <a:pt x="212" y="4"/>
                  </a:lnTo>
                  <a:lnTo>
                    <a:pt x="245" y="13"/>
                  </a:lnTo>
                  <a:lnTo>
                    <a:pt x="274" y="29"/>
                  </a:lnTo>
                  <a:lnTo>
                    <a:pt x="301" y="51"/>
                  </a:lnTo>
                  <a:lnTo>
                    <a:pt x="322" y="78"/>
                  </a:lnTo>
                  <a:lnTo>
                    <a:pt x="339" y="108"/>
                  </a:lnTo>
                  <a:lnTo>
                    <a:pt x="349" y="141"/>
                  </a:lnTo>
                  <a:lnTo>
                    <a:pt x="352" y="178"/>
                  </a:lnTo>
                  <a:lnTo>
                    <a:pt x="352" y="842"/>
                  </a:lnTo>
                  <a:lnTo>
                    <a:pt x="349" y="877"/>
                  </a:lnTo>
                  <a:lnTo>
                    <a:pt x="339" y="911"/>
                  </a:lnTo>
                  <a:lnTo>
                    <a:pt x="322" y="941"/>
                  </a:lnTo>
                  <a:lnTo>
                    <a:pt x="301" y="967"/>
                  </a:lnTo>
                  <a:lnTo>
                    <a:pt x="274" y="989"/>
                  </a:lnTo>
                  <a:lnTo>
                    <a:pt x="245" y="1005"/>
                  </a:lnTo>
                  <a:lnTo>
                    <a:pt x="212" y="1015"/>
                  </a:lnTo>
                  <a:lnTo>
                    <a:pt x="177" y="1018"/>
                  </a:lnTo>
                  <a:lnTo>
                    <a:pt x="140" y="1015"/>
                  </a:lnTo>
                  <a:lnTo>
                    <a:pt x="108" y="1005"/>
                  </a:lnTo>
                  <a:lnTo>
                    <a:pt x="78" y="989"/>
                  </a:lnTo>
                  <a:lnTo>
                    <a:pt x="52" y="967"/>
                  </a:lnTo>
                  <a:lnTo>
                    <a:pt x="31" y="941"/>
                  </a:lnTo>
                  <a:lnTo>
                    <a:pt x="14" y="911"/>
                  </a:lnTo>
                  <a:lnTo>
                    <a:pt x="4" y="877"/>
                  </a:lnTo>
                  <a:lnTo>
                    <a:pt x="0" y="842"/>
                  </a:lnTo>
                  <a:lnTo>
                    <a:pt x="0" y="178"/>
                  </a:lnTo>
                  <a:lnTo>
                    <a:pt x="4" y="141"/>
                  </a:lnTo>
                  <a:lnTo>
                    <a:pt x="14" y="108"/>
                  </a:lnTo>
                  <a:lnTo>
                    <a:pt x="31" y="78"/>
                  </a:lnTo>
                  <a:lnTo>
                    <a:pt x="52" y="51"/>
                  </a:lnTo>
                  <a:lnTo>
                    <a:pt x="78" y="29"/>
                  </a:lnTo>
                  <a:lnTo>
                    <a:pt x="108" y="13"/>
                  </a:lnTo>
                  <a:lnTo>
                    <a:pt x="140" y="4"/>
                  </a:lnTo>
                  <a:lnTo>
                    <a:pt x="1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23" name="Freeform 295"/>
            <p:cNvSpPr>
              <a:spLocks/>
            </p:cNvSpPr>
            <p:nvPr/>
          </p:nvSpPr>
          <p:spPr bwMode="auto">
            <a:xfrm>
              <a:off x="8666163" y="3384550"/>
              <a:ext cx="112713" cy="520700"/>
            </a:xfrm>
            <a:custGeom>
              <a:avLst/>
              <a:gdLst>
                <a:gd name="T0" fmla="*/ 177 w 352"/>
                <a:gd name="T1" fmla="*/ 0 h 1638"/>
                <a:gd name="T2" fmla="*/ 212 w 352"/>
                <a:gd name="T3" fmla="*/ 3 h 1638"/>
                <a:gd name="T4" fmla="*/ 245 w 352"/>
                <a:gd name="T5" fmla="*/ 13 h 1638"/>
                <a:gd name="T6" fmla="*/ 274 w 352"/>
                <a:gd name="T7" fmla="*/ 29 h 1638"/>
                <a:gd name="T8" fmla="*/ 301 w 352"/>
                <a:gd name="T9" fmla="*/ 51 h 1638"/>
                <a:gd name="T10" fmla="*/ 322 w 352"/>
                <a:gd name="T11" fmla="*/ 77 h 1638"/>
                <a:gd name="T12" fmla="*/ 339 w 352"/>
                <a:gd name="T13" fmla="*/ 107 h 1638"/>
                <a:gd name="T14" fmla="*/ 348 w 352"/>
                <a:gd name="T15" fmla="*/ 141 h 1638"/>
                <a:gd name="T16" fmla="*/ 352 w 352"/>
                <a:gd name="T17" fmla="*/ 176 h 1638"/>
                <a:gd name="T18" fmla="*/ 352 w 352"/>
                <a:gd name="T19" fmla="*/ 1462 h 1638"/>
                <a:gd name="T20" fmla="*/ 348 w 352"/>
                <a:gd name="T21" fmla="*/ 1497 h 1638"/>
                <a:gd name="T22" fmla="*/ 339 w 352"/>
                <a:gd name="T23" fmla="*/ 1531 h 1638"/>
                <a:gd name="T24" fmla="*/ 322 w 352"/>
                <a:gd name="T25" fmla="*/ 1561 h 1638"/>
                <a:gd name="T26" fmla="*/ 301 w 352"/>
                <a:gd name="T27" fmla="*/ 1587 h 1638"/>
                <a:gd name="T28" fmla="*/ 274 w 352"/>
                <a:gd name="T29" fmla="*/ 1609 h 1638"/>
                <a:gd name="T30" fmla="*/ 245 w 352"/>
                <a:gd name="T31" fmla="*/ 1625 h 1638"/>
                <a:gd name="T32" fmla="*/ 212 w 352"/>
                <a:gd name="T33" fmla="*/ 1635 h 1638"/>
                <a:gd name="T34" fmla="*/ 177 w 352"/>
                <a:gd name="T35" fmla="*/ 1638 h 1638"/>
                <a:gd name="T36" fmla="*/ 140 w 352"/>
                <a:gd name="T37" fmla="*/ 1635 h 1638"/>
                <a:gd name="T38" fmla="*/ 108 w 352"/>
                <a:gd name="T39" fmla="*/ 1625 h 1638"/>
                <a:gd name="T40" fmla="*/ 78 w 352"/>
                <a:gd name="T41" fmla="*/ 1609 h 1638"/>
                <a:gd name="T42" fmla="*/ 52 w 352"/>
                <a:gd name="T43" fmla="*/ 1587 h 1638"/>
                <a:gd name="T44" fmla="*/ 31 w 352"/>
                <a:gd name="T45" fmla="*/ 1561 h 1638"/>
                <a:gd name="T46" fmla="*/ 14 w 352"/>
                <a:gd name="T47" fmla="*/ 1531 h 1638"/>
                <a:gd name="T48" fmla="*/ 4 w 352"/>
                <a:gd name="T49" fmla="*/ 1497 h 1638"/>
                <a:gd name="T50" fmla="*/ 0 w 352"/>
                <a:gd name="T51" fmla="*/ 1462 h 1638"/>
                <a:gd name="T52" fmla="*/ 0 w 352"/>
                <a:gd name="T53" fmla="*/ 176 h 1638"/>
                <a:gd name="T54" fmla="*/ 4 w 352"/>
                <a:gd name="T55" fmla="*/ 141 h 1638"/>
                <a:gd name="T56" fmla="*/ 14 w 352"/>
                <a:gd name="T57" fmla="*/ 107 h 1638"/>
                <a:gd name="T58" fmla="*/ 31 w 352"/>
                <a:gd name="T59" fmla="*/ 77 h 1638"/>
                <a:gd name="T60" fmla="*/ 52 w 352"/>
                <a:gd name="T61" fmla="*/ 51 h 1638"/>
                <a:gd name="T62" fmla="*/ 78 w 352"/>
                <a:gd name="T63" fmla="*/ 29 h 1638"/>
                <a:gd name="T64" fmla="*/ 108 w 352"/>
                <a:gd name="T65" fmla="*/ 13 h 1638"/>
                <a:gd name="T66" fmla="*/ 140 w 352"/>
                <a:gd name="T67" fmla="*/ 3 h 1638"/>
                <a:gd name="T68" fmla="*/ 177 w 352"/>
                <a:gd name="T69" fmla="*/ 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2" h="1638">
                  <a:moveTo>
                    <a:pt x="177" y="0"/>
                  </a:moveTo>
                  <a:lnTo>
                    <a:pt x="212" y="3"/>
                  </a:lnTo>
                  <a:lnTo>
                    <a:pt x="245" y="13"/>
                  </a:lnTo>
                  <a:lnTo>
                    <a:pt x="274" y="29"/>
                  </a:lnTo>
                  <a:lnTo>
                    <a:pt x="301" y="51"/>
                  </a:lnTo>
                  <a:lnTo>
                    <a:pt x="322" y="77"/>
                  </a:lnTo>
                  <a:lnTo>
                    <a:pt x="339" y="107"/>
                  </a:lnTo>
                  <a:lnTo>
                    <a:pt x="348" y="141"/>
                  </a:lnTo>
                  <a:lnTo>
                    <a:pt x="352" y="176"/>
                  </a:lnTo>
                  <a:lnTo>
                    <a:pt x="352" y="1462"/>
                  </a:lnTo>
                  <a:lnTo>
                    <a:pt x="348" y="1497"/>
                  </a:lnTo>
                  <a:lnTo>
                    <a:pt x="339" y="1531"/>
                  </a:lnTo>
                  <a:lnTo>
                    <a:pt x="322" y="1561"/>
                  </a:lnTo>
                  <a:lnTo>
                    <a:pt x="301" y="1587"/>
                  </a:lnTo>
                  <a:lnTo>
                    <a:pt x="274" y="1609"/>
                  </a:lnTo>
                  <a:lnTo>
                    <a:pt x="245" y="1625"/>
                  </a:lnTo>
                  <a:lnTo>
                    <a:pt x="212" y="1635"/>
                  </a:lnTo>
                  <a:lnTo>
                    <a:pt x="177" y="1638"/>
                  </a:lnTo>
                  <a:lnTo>
                    <a:pt x="140" y="1635"/>
                  </a:lnTo>
                  <a:lnTo>
                    <a:pt x="108" y="1625"/>
                  </a:lnTo>
                  <a:lnTo>
                    <a:pt x="78" y="1609"/>
                  </a:lnTo>
                  <a:lnTo>
                    <a:pt x="52" y="1587"/>
                  </a:lnTo>
                  <a:lnTo>
                    <a:pt x="31" y="1561"/>
                  </a:lnTo>
                  <a:lnTo>
                    <a:pt x="14" y="1531"/>
                  </a:lnTo>
                  <a:lnTo>
                    <a:pt x="4" y="1497"/>
                  </a:lnTo>
                  <a:lnTo>
                    <a:pt x="0" y="1462"/>
                  </a:lnTo>
                  <a:lnTo>
                    <a:pt x="0" y="176"/>
                  </a:lnTo>
                  <a:lnTo>
                    <a:pt x="4" y="141"/>
                  </a:lnTo>
                  <a:lnTo>
                    <a:pt x="14" y="107"/>
                  </a:lnTo>
                  <a:lnTo>
                    <a:pt x="31" y="77"/>
                  </a:lnTo>
                  <a:lnTo>
                    <a:pt x="52" y="51"/>
                  </a:lnTo>
                  <a:lnTo>
                    <a:pt x="78" y="29"/>
                  </a:lnTo>
                  <a:lnTo>
                    <a:pt x="108" y="13"/>
                  </a:lnTo>
                  <a:lnTo>
                    <a:pt x="140" y="3"/>
                  </a:lnTo>
                  <a:lnTo>
                    <a:pt x="1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24" name="Freeform 296"/>
            <p:cNvSpPr>
              <a:spLocks/>
            </p:cNvSpPr>
            <p:nvPr/>
          </p:nvSpPr>
          <p:spPr bwMode="auto">
            <a:xfrm>
              <a:off x="8848726" y="3497263"/>
              <a:ext cx="111125" cy="407988"/>
            </a:xfrm>
            <a:custGeom>
              <a:avLst/>
              <a:gdLst>
                <a:gd name="T0" fmla="*/ 177 w 352"/>
                <a:gd name="T1" fmla="*/ 0 h 1284"/>
                <a:gd name="T2" fmla="*/ 212 w 352"/>
                <a:gd name="T3" fmla="*/ 4 h 1284"/>
                <a:gd name="T4" fmla="*/ 245 w 352"/>
                <a:gd name="T5" fmla="*/ 13 h 1284"/>
                <a:gd name="T6" fmla="*/ 274 w 352"/>
                <a:gd name="T7" fmla="*/ 30 h 1284"/>
                <a:gd name="T8" fmla="*/ 301 w 352"/>
                <a:gd name="T9" fmla="*/ 51 h 1284"/>
                <a:gd name="T10" fmla="*/ 322 w 352"/>
                <a:gd name="T11" fmla="*/ 78 h 1284"/>
                <a:gd name="T12" fmla="*/ 339 w 352"/>
                <a:gd name="T13" fmla="*/ 108 h 1284"/>
                <a:gd name="T14" fmla="*/ 348 w 352"/>
                <a:gd name="T15" fmla="*/ 141 h 1284"/>
                <a:gd name="T16" fmla="*/ 352 w 352"/>
                <a:gd name="T17" fmla="*/ 176 h 1284"/>
                <a:gd name="T18" fmla="*/ 352 w 352"/>
                <a:gd name="T19" fmla="*/ 1108 h 1284"/>
                <a:gd name="T20" fmla="*/ 348 w 352"/>
                <a:gd name="T21" fmla="*/ 1143 h 1284"/>
                <a:gd name="T22" fmla="*/ 339 w 352"/>
                <a:gd name="T23" fmla="*/ 1177 h 1284"/>
                <a:gd name="T24" fmla="*/ 322 w 352"/>
                <a:gd name="T25" fmla="*/ 1207 h 1284"/>
                <a:gd name="T26" fmla="*/ 301 w 352"/>
                <a:gd name="T27" fmla="*/ 1233 h 1284"/>
                <a:gd name="T28" fmla="*/ 274 w 352"/>
                <a:gd name="T29" fmla="*/ 1255 h 1284"/>
                <a:gd name="T30" fmla="*/ 245 w 352"/>
                <a:gd name="T31" fmla="*/ 1271 h 1284"/>
                <a:gd name="T32" fmla="*/ 212 w 352"/>
                <a:gd name="T33" fmla="*/ 1281 h 1284"/>
                <a:gd name="T34" fmla="*/ 177 w 352"/>
                <a:gd name="T35" fmla="*/ 1284 h 1284"/>
                <a:gd name="T36" fmla="*/ 140 w 352"/>
                <a:gd name="T37" fmla="*/ 1281 h 1284"/>
                <a:gd name="T38" fmla="*/ 108 w 352"/>
                <a:gd name="T39" fmla="*/ 1271 h 1284"/>
                <a:gd name="T40" fmla="*/ 78 w 352"/>
                <a:gd name="T41" fmla="*/ 1255 h 1284"/>
                <a:gd name="T42" fmla="*/ 52 w 352"/>
                <a:gd name="T43" fmla="*/ 1233 h 1284"/>
                <a:gd name="T44" fmla="*/ 31 w 352"/>
                <a:gd name="T45" fmla="*/ 1207 h 1284"/>
                <a:gd name="T46" fmla="*/ 14 w 352"/>
                <a:gd name="T47" fmla="*/ 1177 h 1284"/>
                <a:gd name="T48" fmla="*/ 4 w 352"/>
                <a:gd name="T49" fmla="*/ 1143 h 1284"/>
                <a:gd name="T50" fmla="*/ 0 w 352"/>
                <a:gd name="T51" fmla="*/ 1108 h 1284"/>
                <a:gd name="T52" fmla="*/ 0 w 352"/>
                <a:gd name="T53" fmla="*/ 176 h 1284"/>
                <a:gd name="T54" fmla="*/ 4 w 352"/>
                <a:gd name="T55" fmla="*/ 141 h 1284"/>
                <a:gd name="T56" fmla="*/ 14 w 352"/>
                <a:gd name="T57" fmla="*/ 108 h 1284"/>
                <a:gd name="T58" fmla="*/ 31 w 352"/>
                <a:gd name="T59" fmla="*/ 78 h 1284"/>
                <a:gd name="T60" fmla="*/ 52 w 352"/>
                <a:gd name="T61" fmla="*/ 51 h 1284"/>
                <a:gd name="T62" fmla="*/ 78 w 352"/>
                <a:gd name="T63" fmla="*/ 30 h 1284"/>
                <a:gd name="T64" fmla="*/ 108 w 352"/>
                <a:gd name="T65" fmla="*/ 13 h 1284"/>
                <a:gd name="T66" fmla="*/ 140 w 352"/>
                <a:gd name="T67" fmla="*/ 4 h 1284"/>
                <a:gd name="T68" fmla="*/ 177 w 352"/>
                <a:gd name="T69" fmla="*/ 0 h 1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2" h="1284">
                  <a:moveTo>
                    <a:pt x="177" y="0"/>
                  </a:moveTo>
                  <a:lnTo>
                    <a:pt x="212" y="4"/>
                  </a:lnTo>
                  <a:lnTo>
                    <a:pt x="245" y="13"/>
                  </a:lnTo>
                  <a:lnTo>
                    <a:pt x="274" y="30"/>
                  </a:lnTo>
                  <a:lnTo>
                    <a:pt x="301" y="51"/>
                  </a:lnTo>
                  <a:lnTo>
                    <a:pt x="322" y="78"/>
                  </a:lnTo>
                  <a:lnTo>
                    <a:pt x="339" y="108"/>
                  </a:lnTo>
                  <a:lnTo>
                    <a:pt x="348" y="141"/>
                  </a:lnTo>
                  <a:lnTo>
                    <a:pt x="352" y="176"/>
                  </a:lnTo>
                  <a:lnTo>
                    <a:pt x="352" y="1108"/>
                  </a:lnTo>
                  <a:lnTo>
                    <a:pt x="348" y="1143"/>
                  </a:lnTo>
                  <a:lnTo>
                    <a:pt x="339" y="1177"/>
                  </a:lnTo>
                  <a:lnTo>
                    <a:pt x="322" y="1207"/>
                  </a:lnTo>
                  <a:lnTo>
                    <a:pt x="301" y="1233"/>
                  </a:lnTo>
                  <a:lnTo>
                    <a:pt x="274" y="1255"/>
                  </a:lnTo>
                  <a:lnTo>
                    <a:pt x="245" y="1271"/>
                  </a:lnTo>
                  <a:lnTo>
                    <a:pt x="212" y="1281"/>
                  </a:lnTo>
                  <a:lnTo>
                    <a:pt x="177" y="1284"/>
                  </a:lnTo>
                  <a:lnTo>
                    <a:pt x="140" y="1281"/>
                  </a:lnTo>
                  <a:lnTo>
                    <a:pt x="108" y="1271"/>
                  </a:lnTo>
                  <a:lnTo>
                    <a:pt x="78" y="1255"/>
                  </a:lnTo>
                  <a:lnTo>
                    <a:pt x="52" y="1233"/>
                  </a:lnTo>
                  <a:lnTo>
                    <a:pt x="31" y="1207"/>
                  </a:lnTo>
                  <a:lnTo>
                    <a:pt x="14" y="1177"/>
                  </a:lnTo>
                  <a:lnTo>
                    <a:pt x="4" y="1143"/>
                  </a:lnTo>
                  <a:lnTo>
                    <a:pt x="0" y="1108"/>
                  </a:lnTo>
                  <a:lnTo>
                    <a:pt x="0" y="176"/>
                  </a:lnTo>
                  <a:lnTo>
                    <a:pt x="4" y="141"/>
                  </a:lnTo>
                  <a:lnTo>
                    <a:pt x="14" y="108"/>
                  </a:lnTo>
                  <a:lnTo>
                    <a:pt x="31" y="78"/>
                  </a:lnTo>
                  <a:lnTo>
                    <a:pt x="52" y="51"/>
                  </a:lnTo>
                  <a:lnTo>
                    <a:pt x="78" y="30"/>
                  </a:lnTo>
                  <a:lnTo>
                    <a:pt x="108" y="13"/>
                  </a:lnTo>
                  <a:lnTo>
                    <a:pt x="140" y="4"/>
                  </a:lnTo>
                  <a:lnTo>
                    <a:pt x="1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25" name="Freeform 297"/>
            <p:cNvSpPr>
              <a:spLocks/>
            </p:cNvSpPr>
            <p:nvPr/>
          </p:nvSpPr>
          <p:spPr bwMode="auto">
            <a:xfrm>
              <a:off x="7996238" y="3732213"/>
              <a:ext cx="409575" cy="411163"/>
            </a:xfrm>
            <a:custGeom>
              <a:avLst/>
              <a:gdLst>
                <a:gd name="T0" fmla="*/ 1253 w 1290"/>
                <a:gd name="T1" fmla="*/ 0 h 1298"/>
                <a:gd name="T2" fmla="*/ 1278 w 1290"/>
                <a:gd name="T3" fmla="*/ 11 h 1298"/>
                <a:gd name="T4" fmla="*/ 1290 w 1290"/>
                <a:gd name="T5" fmla="*/ 35 h 1298"/>
                <a:gd name="T6" fmla="*/ 1285 w 1290"/>
                <a:gd name="T7" fmla="*/ 61 h 1298"/>
                <a:gd name="T8" fmla="*/ 1275 w 1290"/>
                <a:gd name="T9" fmla="*/ 76 h 1298"/>
                <a:gd name="T10" fmla="*/ 1258 w 1290"/>
                <a:gd name="T11" fmla="*/ 94 h 1298"/>
                <a:gd name="T12" fmla="*/ 1227 w 1290"/>
                <a:gd name="T13" fmla="*/ 128 h 1298"/>
                <a:gd name="T14" fmla="*/ 1182 w 1290"/>
                <a:gd name="T15" fmla="*/ 178 h 1298"/>
                <a:gd name="T16" fmla="*/ 1124 w 1290"/>
                <a:gd name="T17" fmla="*/ 241 h 1298"/>
                <a:gd name="T18" fmla="*/ 1059 w 1290"/>
                <a:gd name="T19" fmla="*/ 313 h 1298"/>
                <a:gd name="T20" fmla="*/ 986 w 1290"/>
                <a:gd name="T21" fmla="*/ 394 h 1298"/>
                <a:gd name="T22" fmla="*/ 907 w 1290"/>
                <a:gd name="T23" fmla="*/ 481 h 1298"/>
                <a:gd name="T24" fmla="*/ 823 w 1290"/>
                <a:gd name="T25" fmla="*/ 573 h 1298"/>
                <a:gd name="T26" fmla="*/ 739 w 1290"/>
                <a:gd name="T27" fmla="*/ 666 h 1298"/>
                <a:gd name="T28" fmla="*/ 654 w 1290"/>
                <a:gd name="T29" fmla="*/ 759 h 1298"/>
                <a:gd name="T30" fmla="*/ 571 w 1290"/>
                <a:gd name="T31" fmla="*/ 851 h 1298"/>
                <a:gd name="T32" fmla="*/ 490 w 1290"/>
                <a:gd name="T33" fmla="*/ 938 h 1298"/>
                <a:gd name="T34" fmla="*/ 417 w 1290"/>
                <a:gd name="T35" fmla="*/ 1021 h 1298"/>
                <a:gd name="T36" fmla="*/ 350 w 1290"/>
                <a:gd name="T37" fmla="*/ 1093 h 1298"/>
                <a:gd name="T38" fmla="*/ 293 w 1290"/>
                <a:gd name="T39" fmla="*/ 1157 h 1298"/>
                <a:gd name="T40" fmla="*/ 248 w 1290"/>
                <a:gd name="T41" fmla="*/ 1207 h 1298"/>
                <a:gd name="T42" fmla="*/ 215 w 1290"/>
                <a:gd name="T43" fmla="*/ 1242 h 1298"/>
                <a:gd name="T44" fmla="*/ 197 w 1290"/>
                <a:gd name="T45" fmla="*/ 1262 h 1298"/>
                <a:gd name="T46" fmla="*/ 174 w 1290"/>
                <a:gd name="T47" fmla="*/ 1282 h 1298"/>
                <a:gd name="T48" fmla="*/ 127 w 1290"/>
                <a:gd name="T49" fmla="*/ 1298 h 1298"/>
                <a:gd name="T50" fmla="*/ 77 w 1290"/>
                <a:gd name="T51" fmla="*/ 1293 h 1298"/>
                <a:gd name="T52" fmla="*/ 33 w 1290"/>
                <a:gd name="T53" fmla="*/ 1264 h 1298"/>
                <a:gd name="T54" fmla="*/ 6 w 1290"/>
                <a:gd name="T55" fmla="*/ 1220 h 1298"/>
                <a:gd name="T56" fmla="*/ 0 w 1290"/>
                <a:gd name="T57" fmla="*/ 1170 h 1298"/>
                <a:gd name="T58" fmla="*/ 16 w 1290"/>
                <a:gd name="T59" fmla="*/ 1122 h 1298"/>
                <a:gd name="T60" fmla="*/ 35 w 1290"/>
                <a:gd name="T61" fmla="*/ 1099 h 1298"/>
                <a:gd name="T62" fmla="*/ 55 w 1290"/>
                <a:gd name="T63" fmla="*/ 1081 h 1298"/>
                <a:gd name="T64" fmla="*/ 90 w 1290"/>
                <a:gd name="T65" fmla="*/ 1049 h 1298"/>
                <a:gd name="T66" fmla="*/ 141 w 1290"/>
                <a:gd name="T67" fmla="*/ 1002 h 1298"/>
                <a:gd name="T68" fmla="*/ 203 w 1290"/>
                <a:gd name="T69" fmla="*/ 945 h 1298"/>
                <a:gd name="T70" fmla="*/ 275 w 1290"/>
                <a:gd name="T71" fmla="*/ 878 h 1298"/>
                <a:gd name="T72" fmla="*/ 357 w 1290"/>
                <a:gd name="T73" fmla="*/ 804 h 1298"/>
                <a:gd name="T74" fmla="*/ 443 w 1290"/>
                <a:gd name="T75" fmla="*/ 724 h 1298"/>
                <a:gd name="T76" fmla="*/ 534 w 1290"/>
                <a:gd name="T77" fmla="*/ 639 h 1298"/>
                <a:gd name="T78" fmla="*/ 627 w 1290"/>
                <a:gd name="T79" fmla="*/ 555 h 1298"/>
                <a:gd name="T80" fmla="*/ 719 w 1290"/>
                <a:gd name="T81" fmla="*/ 469 h 1298"/>
                <a:gd name="T82" fmla="*/ 811 w 1290"/>
                <a:gd name="T83" fmla="*/ 386 h 1298"/>
                <a:gd name="T84" fmla="*/ 897 w 1290"/>
                <a:gd name="T85" fmla="*/ 306 h 1298"/>
                <a:gd name="T86" fmla="*/ 977 w 1290"/>
                <a:gd name="T87" fmla="*/ 231 h 1298"/>
                <a:gd name="T88" fmla="*/ 1049 w 1290"/>
                <a:gd name="T89" fmla="*/ 165 h 1298"/>
                <a:gd name="T90" fmla="*/ 1111 w 1290"/>
                <a:gd name="T91" fmla="*/ 109 h 1298"/>
                <a:gd name="T92" fmla="*/ 1161 w 1290"/>
                <a:gd name="T93" fmla="*/ 62 h 1298"/>
                <a:gd name="T94" fmla="*/ 1196 w 1290"/>
                <a:gd name="T95" fmla="*/ 30 h 1298"/>
                <a:gd name="T96" fmla="*/ 1215 w 1290"/>
                <a:gd name="T97" fmla="*/ 13 h 1298"/>
                <a:gd name="T98" fmla="*/ 1228 w 1290"/>
                <a:gd name="T99" fmla="*/ 3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90" h="1298">
                  <a:moveTo>
                    <a:pt x="1240" y="0"/>
                  </a:moveTo>
                  <a:lnTo>
                    <a:pt x="1253" y="0"/>
                  </a:lnTo>
                  <a:lnTo>
                    <a:pt x="1266" y="3"/>
                  </a:lnTo>
                  <a:lnTo>
                    <a:pt x="1278" y="11"/>
                  </a:lnTo>
                  <a:lnTo>
                    <a:pt x="1285" y="23"/>
                  </a:lnTo>
                  <a:lnTo>
                    <a:pt x="1290" y="35"/>
                  </a:lnTo>
                  <a:lnTo>
                    <a:pt x="1290" y="49"/>
                  </a:lnTo>
                  <a:lnTo>
                    <a:pt x="1285" y="61"/>
                  </a:lnTo>
                  <a:lnTo>
                    <a:pt x="1278" y="73"/>
                  </a:lnTo>
                  <a:lnTo>
                    <a:pt x="1275" y="76"/>
                  </a:lnTo>
                  <a:lnTo>
                    <a:pt x="1269" y="82"/>
                  </a:lnTo>
                  <a:lnTo>
                    <a:pt x="1258" y="94"/>
                  </a:lnTo>
                  <a:lnTo>
                    <a:pt x="1244" y="110"/>
                  </a:lnTo>
                  <a:lnTo>
                    <a:pt x="1227" y="128"/>
                  </a:lnTo>
                  <a:lnTo>
                    <a:pt x="1205" y="152"/>
                  </a:lnTo>
                  <a:lnTo>
                    <a:pt x="1182" y="178"/>
                  </a:lnTo>
                  <a:lnTo>
                    <a:pt x="1154" y="208"/>
                  </a:lnTo>
                  <a:lnTo>
                    <a:pt x="1124" y="241"/>
                  </a:lnTo>
                  <a:lnTo>
                    <a:pt x="1093" y="277"/>
                  </a:lnTo>
                  <a:lnTo>
                    <a:pt x="1059" y="313"/>
                  </a:lnTo>
                  <a:lnTo>
                    <a:pt x="1022" y="353"/>
                  </a:lnTo>
                  <a:lnTo>
                    <a:pt x="986" y="394"/>
                  </a:lnTo>
                  <a:lnTo>
                    <a:pt x="947" y="437"/>
                  </a:lnTo>
                  <a:lnTo>
                    <a:pt x="907" y="481"/>
                  </a:lnTo>
                  <a:lnTo>
                    <a:pt x="865" y="527"/>
                  </a:lnTo>
                  <a:lnTo>
                    <a:pt x="823" y="573"/>
                  </a:lnTo>
                  <a:lnTo>
                    <a:pt x="781" y="620"/>
                  </a:lnTo>
                  <a:lnTo>
                    <a:pt x="739" y="666"/>
                  </a:lnTo>
                  <a:lnTo>
                    <a:pt x="696" y="713"/>
                  </a:lnTo>
                  <a:lnTo>
                    <a:pt x="654" y="759"/>
                  </a:lnTo>
                  <a:lnTo>
                    <a:pt x="611" y="806"/>
                  </a:lnTo>
                  <a:lnTo>
                    <a:pt x="571" y="851"/>
                  </a:lnTo>
                  <a:lnTo>
                    <a:pt x="529" y="896"/>
                  </a:lnTo>
                  <a:lnTo>
                    <a:pt x="490" y="938"/>
                  </a:lnTo>
                  <a:lnTo>
                    <a:pt x="453" y="980"/>
                  </a:lnTo>
                  <a:lnTo>
                    <a:pt x="417" y="1021"/>
                  </a:lnTo>
                  <a:lnTo>
                    <a:pt x="383" y="1059"/>
                  </a:lnTo>
                  <a:lnTo>
                    <a:pt x="350" y="1093"/>
                  </a:lnTo>
                  <a:lnTo>
                    <a:pt x="321" y="1126"/>
                  </a:lnTo>
                  <a:lnTo>
                    <a:pt x="293" y="1157"/>
                  </a:lnTo>
                  <a:lnTo>
                    <a:pt x="269" y="1182"/>
                  </a:lnTo>
                  <a:lnTo>
                    <a:pt x="248" y="1207"/>
                  </a:lnTo>
                  <a:lnTo>
                    <a:pt x="230" y="1226"/>
                  </a:lnTo>
                  <a:lnTo>
                    <a:pt x="215" y="1242"/>
                  </a:lnTo>
                  <a:lnTo>
                    <a:pt x="204" y="1255"/>
                  </a:lnTo>
                  <a:lnTo>
                    <a:pt x="197" y="1262"/>
                  </a:lnTo>
                  <a:lnTo>
                    <a:pt x="195" y="1264"/>
                  </a:lnTo>
                  <a:lnTo>
                    <a:pt x="174" y="1282"/>
                  </a:lnTo>
                  <a:lnTo>
                    <a:pt x="151" y="1293"/>
                  </a:lnTo>
                  <a:lnTo>
                    <a:pt x="127" y="1298"/>
                  </a:lnTo>
                  <a:lnTo>
                    <a:pt x="101" y="1298"/>
                  </a:lnTo>
                  <a:lnTo>
                    <a:pt x="77" y="1293"/>
                  </a:lnTo>
                  <a:lnTo>
                    <a:pt x="54" y="1282"/>
                  </a:lnTo>
                  <a:lnTo>
                    <a:pt x="33" y="1264"/>
                  </a:lnTo>
                  <a:lnTo>
                    <a:pt x="16" y="1244"/>
                  </a:lnTo>
                  <a:lnTo>
                    <a:pt x="6" y="1220"/>
                  </a:lnTo>
                  <a:lnTo>
                    <a:pt x="0" y="1196"/>
                  </a:lnTo>
                  <a:lnTo>
                    <a:pt x="0" y="1170"/>
                  </a:lnTo>
                  <a:lnTo>
                    <a:pt x="6" y="1146"/>
                  </a:lnTo>
                  <a:lnTo>
                    <a:pt x="16" y="1122"/>
                  </a:lnTo>
                  <a:lnTo>
                    <a:pt x="33" y="1101"/>
                  </a:lnTo>
                  <a:lnTo>
                    <a:pt x="35" y="1099"/>
                  </a:lnTo>
                  <a:lnTo>
                    <a:pt x="43" y="1092"/>
                  </a:lnTo>
                  <a:lnTo>
                    <a:pt x="55" y="1081"/>
                  </a:lnTo>
                  <a:lnTo>
                    <a:pt x="71" y="1067"/>
                  </a:lnTo>
                  <a:lnTo>
                    <a:pt x="90" y="1049"/>
                  </a:lnTo>
                  <a:lnTo>
                    <a:pt x="114" y="1027"/>
                  </a:lnTo>
                  <a:lnTo>
                    <a:pt x="141" y="1002"/>
                  </a:lnTo>
                  <a:lnTo>
                    <a:pt x="170" y="975"/>
                  </a:lnTo>
                  <a:lnTo>
                    <a:pt x="203" y="945"/>
                  </a:lnTo>
                  <a:lnTo>
                    <a:pt x="239" y="913"/>
                  </a:lnTo>
                  <a:lnTo>
                    <a:pt x="275" y="878"/>
                  </a:lnTo>
                  <a:lnTo>
                    <a:pt x="315" y="842"/>
                  </a:lnTo>
                  <a:lnTo>
                    <a:pt x="357" y="804"/>
                  </a:lnTo>
                  <a:lnTo>
                    <a:pt x="399" y="764"/>
                  </a:lnTo>
                  <a:lnTo>
                    <a:pt x="443" y="724"/>
                  </a:lnTo>
                  <a:lnTo>
                    <a:pt x="488" y="682"/>
                  </a:lnTo>
                  <a:lnTo>
                    <a:pt x="534" y="639"/>
                  </a:lnTo>
                  <a:lnTo>
                    <a:pt x="580" y="598"/>
                  </a:lnTo>
                  <a:lnTo>
                    <a:pt x="627" y="555"/>
                  </a:lnTo>
                  <a:lnTo>
                    <a:pt x="673" y="512"/>
                  </a:lnTo>
                  <a:lnTo>
                    <a:pt x="719" y="469"/>
                  </a:lnTo>
                  <a:lnTo>
                    <a:pt x="765" y="426"/>
                  </a:lnTo>
                  <a:lnTo>
                    <a:pt x="811" y="386"/>
                  </a:lnTo>
                  <a:lnTo>
                    <a:pt x="854" y="345"/>
                  </a:lnTo>
                  <a:lnTo>
                    <a:pt x="897" y="306"/>
                  </a:lnTo>
                  <a:lnTo>
                    <a:pt x="938" y="268"/>
                  </a:lnTo>
                  <a:lnTo>
                    <a:pt x="977" y="231"/>
                  </a:lnTo>
                  <a:lnTo>
                    <a:pt x="1015" y="197"/>
                  </a:lnTo>
                  <a:lnTo>
                    <a:pt x="1049" y="165"/>
                  </a:lnTo>
                  <a:lnTo>
                    <a:pt x="1082" y="136"/>
                  </a:lnTo>
                  <a:lnTo>
                    <a:pt x="1111" y="109"/>
                  </a:lnTo>
                  <a:lnTo>
                    <a:pt x="1138" y="84"/>
                  </a:lnTo>
                  <a:lnTo>
                    <a:pt x="1161" y="62"/>
                  </a:lnTo>
                  <a:lnTo>
                    <a:pt x="1180" y="45"/>
                  </a:lnTo>
                  <a:lnTo>
                    <a:pt x="1196" y="30"/>
                  </a:lnTo>
                  <a:lnTo>
                    <a:pt x="1207" y="20"/>
                  </a:lnTo>
                  <a:lnTo>
                    <a:pt x="1215" y="13"/>
                  </a:lnTo>
                  <a:lnTo>
                    <a:pt x="1217" y="11"/>
                  </a:lnTo>
                  <a:lnTo>
                    <a:pt x="1228" y="3"/>
                  </a:lnTo>
                  <a:lnTo>
                    <a:pt x="124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grpSp>
      <p:sp>
        <p:nvSpPr>
          <p:cNvPr id="2" name="Rectangle 1"/>
          <p:cNvSpPr/>
          <p:nvPr/>
        </p:nvSpPr>
        <p:spPr>
          <a:xfrm>
            <a:off x="3270210" y="3090181"/>
            <a:ext cx="8001917" cy="1815882"/>
          </a:xfrm>
          <a:prstGeom prst="rect">
            <a:avLst/>
          </a:prstGeom>
        </p:spPr>
        <p:txBody>
          <a:bodyPr wrap="square">
            <a:spAutoFit/>
          </a:bodyPr>
          <a:lstStyle/>
          <a:p>
            <a:pPr algn="ctr" fontAlgn="auto">
              <a:spcBef>
                <a:spcPts val="0"/>
              </a:spcBef>
              <a:spcAft>
                <a:spcPts val="0"/>
              </a:spcAft>
            </a:pPr>
            <a:r>
              <a:rPr lang="ar-JO" sz="2800" b="1" dirty="0">
                <a:solidFill>
                  <a:schemeClr val="bg1"/>
                </a:solidFill>
              </a:rPr>
              <a:t>هناك بعض الدراسات التي أشارت إلى أهمية استخدام الحقائب التعليمية في حل المشكلات وخاصة الحقائب المعتمدة على التكنولوجيا المساعدة، كما أن هناك بعض الدراسات التي أشارت إلى </a:t>
            </a:r>
            <a:r>
              <a:rPr lang="ar-SA" sz="2800" b="1" dirty="0">
                <a:solidFill>
                  <a:schemeClr val="bg1"/>
                </a:solidFill>
              </a:rPr>
              <a:t>أثر الحقائب التعليمية الإلكترونية على التحصيل</a:t>
            </a:r>
            <a:endParaRPr lang="en-US" sz="2800" b="1"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6" name="Text Placeholder 1"/>
          <p:cNvSpPr txBox="1">
            <a:spLocks/>
          </p:cNvSpPr>
          <p:nvPr/>
        </p:nvSpPr>
        <p:spPr>
          <a:xfrm>
            <a:off x="2394050" y="1933916"/>
            <a:ext cx="10065270" cy="653460"/>
          </a:xfrm>
          <a:prstGeom prst="rect">
            <a:avLst/>
          </a:prstGeom>
        </p:spPr>
        <p:txBody>
          <a:bodyPr vert="horz" lIns="0" tIns="40504" rIns="0" bIns="40504" rtlCol="0" anchor="ctr">
            <a:noAutofit/>
          </a:bodyPr>
          <a:lstStyle>
            <a:lvl1pPr marL="0" indent="0" algn="ctr" defTabSz="914400" rtl="0" eaLnBrk="1" latinLnBrk="0" hangingPunct="1">
              <a:lnSpc>
                <a:spcPct val="100000"/>
              </a:lnSpc>
              <a:spcBef>
                <a:spcPts val="0"/>
              </a:spcBef>
              <a:buFont typeface="Arial" panose="020B0604020202020204" pitchFamily="34" charset="0"/>
              <a:buNone/>
              <a:defRPr sz="4200" b="1" kern="1200">
                <a:solidFill>
                  <a:schemeClr val="tx1">
                    <a:lumMod val="75000"/>
                    <a:lumOff val="25000"/>
                  </a:schemeClr>
                </a:solidFill>
                <a:latin typeface="Lato Light"/>
                <a:ea typeface="+mn-ea"/>
                <a:cs typeface="Lato Light"/>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71600" lvl="3" indent="0" algn="r" rtl="1">
              <a:buNone/>
            </a:pPr>
            <a:r>
              <a:rPr lang="ar-SA" sz="4000" b="1" u="sng" dirty="0" smtClean="0">
                <a:solidFill>
                  <a:srgbClr val="FFC000"/>
                </a:solidFill>
              </a:rPr>
              <a:t>ه - تأثير </a:t>
            </a:r>
            <a:r>
              <a:rPr lang="ar-SA" sz="4000" b="1" u="sng" dirty="0">
                <a:solidFill>
                  <a:srgbClr val="FFC000"/>
                </a:solidFill>
              </a:rPr>
              <a:t>الحقيبة التعليمية على التعليم</a:t>
            </a:r>
            <a:endParaRPr lang="en-US" sz="4000" u="sng" dirty="0">
              <a:solidFill>
                <a:srgbClr val="FFC000"/>
              </a:solidFill>
            </a:endParaRPr>
          </a:p>
        </p:txBody>
      </p:sp>
      <p:sp>
        <p:nvSpPr>
          <p:cNvPr id="1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76435819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26"/>
                                        </p:tgtEl>
                                        <p:attrNameLst>
                                          <p:attrName>style.visibility</p:attrName>
                                        </p:attrNameLst>
                                      </p:cBhvr>
                                      <p:to>
                                        <p:strVal val="visible"/>
                                      </p:to>
                                    </p:set>
                                    <p:animEffect transition="in" filter="fade">
                                      <p:cBhvr>
                                        <p:cTn id="11" dur="500"/>
                                        <p:tgtEl>
                                          <p:spTgt spid="26"/>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2250"/>
                            </p:stCondLst>
                            <p:childTnLst>
                              <p:par>
                                <p:cTn id="17" presetID="10" presetClass="entr" presetSubtype="0" fill="hold" grpId="0" nodeType="afterEffect">
                                  <p:stCondLst>
                                    <p:cond delay="25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2" grpId="0"/>
      <p:bldP spid="26"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0"/>
          <p:cNvGrpSpPr/>
          <p:nvPr/>
        </p:nvGrpSpPr>
        <p:grpSpPr>
          <a:xfrm>
            <a:off x="4819302" y="4536371"/>
            <a:ext cx="2601029" cy="2601029"/>
            <a:chOff x="3614476" y="3221164"/>
            <a:chExt cx="1950772" cy="1950772"/>
          </a:xfrm>
        </p:grpSpPr>
        <p:sp>
          <p:nvSpPr>
            <p:cNvPr id="49" name="Chord 48"/>
            <p:cNvSpPr/>
            <p:nvPr/>
          </p:nvSpPr>
          <p:spPr>
            <a:xfrm rot="6300000">
              <a:off x="3614476" y="3221164"/>
              <a:ext cx="1950772" cy="1950772"/>
            </a:xfrm>
            <a:prstGeom prst="chord">
              <a:avLst>
                <a:gd name="adj1" fmla="val 4234771"/>
                <a:gd name="adj2" fmla="val 15531980"/>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0" name="Freeform 153"/>
            <p:cNvSpPr>
              <a:spLocks noEditPoints="1"/>
            </p:cNvSpPr>
            <p:nvPr/>
          </p:nvSpPr>
          <p:spPr bwMode="auto">
            <a:xfrm>
              <a:off x="4312763" y="3528584"/>
              <a:ext cx="554198" cy="561860"/>
            </a:xfrm>
            <a:custGeom>
              <a:avLst/>
              <a:gdLst/>
              <a:ahLst/>
              <a:cxnLst>
                <a:cxn ang="0">
                  <a:pos x="0" y="59"/>
                </a:cxn>
                <a:cxn ang="0">
                  <a:pos x="118" y="59"/>
                </a:cxn>
                <a:cxn ang="0">
                  <a:pos x="111" y="57"/>
                </a:cxn>
                <a:cxn ang="0">
                  <a:pos x="83" y="33"/>
                </a:cxn>
                <a:cxn ang="0">
                  <a:pos x="111" y="57"/>
                </a:cxn>
                <a:cxn ang="0">
                  <a:pos x="41" y="91"/>
                </a:cxn>
                <a:cxn ang="0">
                  <a:pos x="57" y="111"/>
                </a:cxn>
                <a:cxn ang="0">
                  <a:pos x="61" y="8"/>
                </a:cxn>
                <a:cxn ang="0">
                  <a:pos x="61" y="34"/>
                </a:cxn>
                <a:cxn ang="0">
                  <a:pos x="61" y="8"/>
                </a:cxn>
                <a:cxn ang="0">
                  <a:pos x="95" y="22"/>
                </a:cxn>
                <a:cxn ang="0">
                  <a:pos x="67" y="8"/>
                </a:cxn>
                <a:cxn ang="0">
                  <a:pos x="57" y="34"/>
                </a:cxn>
                <a:cxn ang="0">
                  <a:pos x="57" y="8"/>
                </a:cxn>
                <a:cxn ang="0">
                  <a:pos x="36" y="30"/>
                </a:cxn>
                <a:cxn ang="0">
                  <a:pos x="50" y="8"/>
                </a:cxn>
                <a:cxn ang="0">
                  <a:pos x="38" y="35"/>
                </a:cxn>
                <a:cxn ang="0">
                  <a:pos x="57" y="57"/>
                </a:cxn>
                <a:cxn ang="0">
                  <a:pos x="38" y="35"/>
                </a:cxn>
                <a:cxn ang="0">
                  <a:pos x="57" y="84"/>
                </a:cxn>
                <a:cxn ang="0">
                  <a:pos x="34" y="61"/>
                </a:cxn>
                <a:cxn ang="0">
                  <a:pos x="50" y="110"/>
                </a:cxn>
                <a:cxn ang="0">
                  <a:pos x="38" y="92"/>
                </a:cxn>
                <a:cxn ang="0">
                  <a:pos x="61" y="111"/>
                </a:cxn>
                <a:cxn ang="0">
                  <a:pos x="77" y="91"/>
                </a:cxn>
                <a:cxn ang="0">
                  <a:pos x="61" y="111"/>
                </a:cxn>
                <a:cxn ang="0">
                  <a:pos x="93" y="99"/>
                </a:cxn>
                <a:cxn ang="0">
                  <a:pos x="80" y="92"/>
                </a:cxn>
                <a:cxn ang="0">
                  <a:pos x="61" y="84"/>
                </a:cxn>
                <a:cxn ang="0">
                  <a:pos x="84" y="61"/>
                </a:cxn>
                <a:cxn ang="0">
                  <a:pos x="61" y="57"/>
                </a:cxn>
                <a:cxn ang="0">
                  <a:pos x="80" y="35"/>
                </a:cxn>
                <a:cxn ang="0">
                  <a:pos x="61" y="57"/>
                </a:cxn>
                <a:cxn ang="0">
                  <a:pos x="35" y="33"/>
                </a:cxn>
                <a:cxn ang="0">
                  <a:pos x="7" y="57"/>
                </a:cxn>
                <a:cxn ang="0">
                  <a:pos x="7" y="61"/>
                </a:cxn>
                <a:cxn ang="0">
                  <a:pos x="36" y="89"/>
                </a:cxn>
                <a:cxn ang="0">
                  <a:pos x="7" y="61"/>
                </a:cxn>
                <a:cxn ang="0">
                  <a:pos x="82" y="89"/>
                </a:cxn>
                <a:cxn ang="0">
                  <a:pos x="111" y="61"/>
                </a:cxn>
                <a:cxn ang="0">
                  <a:pos x="95" y="96"/>
                </a:cxn>
              </a:cxnLst>
              <a:rect l="0" t="0" r="r" b="b"/>
              <a:pathLst>
                <a:path w="118" h="119">
                  <a:moveTo>
                    <a:pt x="59" y="0"/>
                  </a:moveTo>
                  <a:cubicBezTo>
                    <a:pt x="26" y="0"/>
                    <a:pt x="0" y="27"/>
                    <a:pt x="0" y="59"/>
                  </a:cubicBezTo>
                  <a:cubicBezTo>
                    <a:pt x="0" y="92"/>
                    <a:pt x="26" y="119"/>
                    <a:pt x="59" y="119"/>
                  </a:cubicBezTo>
                  <a:cubicBezTo>
                    <a:pt x="92" y="119"/>
                    <a:pt x="118" y="92"/>
                    <a:pt x="118" y="59"/>
                  </a:cubicBezTo>
                  <a:cubicBezTo>
                    <a:pt x="118" y="27"/>
                    <a:pt x="92" y="0"/>
                    <a:pt x="59" y="0"/>
                  </a:cubicBezTo>
                  <a:close/>
                  <a:moveTo>
                    <a:pt x="111" y="57"/>
                  </a:moveTo>
                  <a:cubicBezTo>
                    <a:pt x="88" y="57"/>
                    <a:pt x="88" y="57"/>
                    <a:pt x="88" y="57"/>
                  </a:cubicBezTo>
                  <a:cubicBezTo>
                    <a:pt x="87" y="49"/>
                    <a:pt x="86" y="41"/>
                    <a:pt x="83" y="33"/>
                  </a:cubicBezTo>
                  <a:cubicBezTo>
                    <a:pt x="88" y="31"/>
                    <a:pt x="93" y="28"/>
                    <a:pt x="98" y="25"/>
                  </a:cubicBezTo>
                  <a:cubicBezTo>
                    <a:pt x="105" y="34"/>
                    <a:pt x="110" y="45"/>
                    <a:pt x="111" y="57"/>
                  </a:cubicBezTo>
                  <a:close/>
                  <a:moveTo>
                    <a:pt x="57" y="111"/>
                  </a:moveTo>
                  <a:cubicBezTo>
                    <a:pt x="50" y="106"/>
                    <a:pt x="45" y="99"/>
                    <a:pt x="41" y="91"/>
                  </a:cubicBezTo>
                  <a:cubicBezTo>
                    <a:pt x="46" y="89"/>
                    <a:pt x="52" y="88"/>
                    <a:pt x="57" y="88"/>
                  </a:cubicBezTo>
                  <a:cubicBezTo>
                    <a:pt x="57" y="111"/>
                    <a:pt x="57" y="111"/>
                    <a:pt x="57" y="111"/>
                  </a:cubicBezTo>
                  <a:cubicBezTo>
                    <a:pt x="57" y="111"/>
                    <a:pt x="57" y="111"/>
                    <a:pt x="57" y="111"/>
                  </a:cubicBezTo>
                  <a:close/>
                  <a:moveTo>
                    <a:pt x="61" y="8"/>
                  </a:moveTo>
                  <a:cubicBezTo>
                    <a:pt x="68" y="14"/>
                    <a:pt x="74" y="22"/>
                    <a:pt x="78" y="31"/>
                  </a:cubicBezTo>
                  <a:cubicBezTo>
                    <a:pt x="73" y="33"/>
                    <a:pt x="67" y="34"/>
                    <a:pt x="61" y="34"/>
                  </a:cubicBezTo>
                  <a:cubicBezTo>
                    <a:pt x="61" y="8"/>
                    <a:pt x="61" y="8"/>
                    <a:pt x="61" y="8"/>
                  </a:cubicBezTo>
                  <a:cubicBezTo>
                    <a:pt x="61" y="8"/>
                    <a:pt x="61" y="8"/>
                    <a:pt x="61" y="8"/>
                  </a:cubicBezTo>
                  <a:close/>
                  <a:moveTo>
                    <a:pt x="67" y="8"/>
                  </a:moveTo>
                  <a:cubicBezTo>
                    <a:pt x="78" y="10"/>
                    <a:pt x="88" y="15"/>
                    <a:pt x="95" y="22"/>
                  </a:cubicBezTo>
                  <a:cubicBezTo>
                    <a:pt x="91" y="25"/>
                    <a:pt x="87" y="28"/>
                    <a:pt x="82" y="30"/>
                  </a:cubicBezTo>
                  <a:cubicBezTo>
                    <a:pt x="78" y="22"/>
                    <a:pt x="73" y="14"/>
                    <a:pt x="67" y="8"/>
                  </a:cubicBezTo>
                  <a:close/>
                  <a:moveTo>
                    <a:pt x="57" y="8"/>
                  </a:moveTo>
                  <a:cubicBezTo>
                    <a:pt x="57" y="34"/>
                    <a:pt x="57" y="34"/>
                    <a:pt x="57" y="34"/>
                  </a:cubicBezTo>
                  <a:cubicBezTo>
                    <a:pt x="51" y="34"/>
                    <a:pt x="45" y="33"/>
                    <a:pt x="40" y="31"/>
                  </a:cubicBezTo>
                  <a:cubicBezTo>
                    <a:pt x="44" y="22"/>
                    <a:pt x="50" y="14"/>
                    <a:pt x="57" y="8"/>
                  </a:cubicBezTo>
                  <a:cubicBezTo>
                    <a:pt x="57" y="8"/>
                    <a:pt x="57" y="8"/>
                    <a:pt x="57" y="8"/>
                  </a:cubicBezTo>
                  <a:close/>
                  <a:moveTo>
                    <a:pt x="36" y="30"/>
                  </a:moveTo>
                  <a:cubicBezTo>
                    <a:pt x="31" y="28"/>
                    <a:pt x="27" y="25"/>
                    <a:pt x="23" y="22"/>
                  </a:cubicBezTo>
                  <a:cubicBezTo>
                    <a:pt x="30" y="15"/>
                    <a:pt x="40" y="10"/>
                    <a:pt x="50" y="8"/>
                  </a:cubicBezTo>
                  <a:cubicBezTo>
                    <a:pt x="45" y="14"/>
                    <a:pt x="40" y="22"/>
                    <a:pt x="36" y="30"/>
                  </a:cubicBezTo>
                  <a:close/>
                  <a:moveTo>
                    <a:pt x="38" y="35"/>
                  </a:moveTo>
                  <a:cubicBezTo>
                    <a:pt x="44" y="37"/>
                    <a:pt x="50" y="38"/>
                    <a:pt x="57" y="38"/>
                  </a:cubicBezTo>
                  <a:cubicBezTo>
                    <a:pt x="57" y="57"/>
                    <a:pt x="57" y="57"/>
                    <a:pt x="57" y="57"/>
                  </a:cubicBezTo>
                  <a:cubicBezTo>
                    <a:pt x="34" y="57"/>
                    <a:pt x="34" y="57"/>
                    <a:pt x="34" y="57"/>
                  </a:cubicBezTo>
                  <a:cubicBezTo>
                    <a:pt x="34" y="49"/>
                    <a:pt x="36" y="42"/>
                    <a:pt x="38" y="35"/>
                  </a:cubicBezTo>
                  <a:close/>
                  <a:moveTo>
                    <a:pt x="57" y="61"/>
                  </a:moveTo>
                  <a:cubicBezTo>
                    <a:pt x="57" y="84"/>
                    <a:pt x="57" y="84"/>
                    <a:pt x="57" y="84"/>
                  </a:cubicBezTo>
                  <a:cubicBezTo>
                    <a:pt x="51" y="85"/>
                    <a:pt x="45" y="86"/>
                    <a:pt x="40" y="87"/>
                  </a:cubicBezTo>
                  <a:cubicBezTo>
                    <a:pt x="36" y="79"/>
                    <a:pt x="34" y="71"/>
                    <a:pt x="34" y="61"/>
                  </a:cubicBezTo>
                  <a:lnTo>
                    <a:pt x="57" y="61"/>
                  </a:lnTo>
                  <a:close/>
                  <a:moveTo>
                    <a:pt x="50" y="110"/>
                  </a:moveTo>
                  <a:cubicBezTo>
                    <a:pt x="41" y="109"/>
                    <a:pt x="32" y="105"/>
                    <a:pt x="25" y="99"/>
                  </a:cubicBezTo>
                  <a:cubicBezTo>
                    <a:pt x="29" y="96"/>
                    <a:pt x="33" y="94"/>
                    <a:pt x="38" y="92"/>
                  </a:cubicBezTo>
                  <a:cubicBezTo>
                    <a:pt x="41" y="99"/>
                    <a:pt x="45" y="105"/>
                    <a:pt x="50" y="110"/>
                  </a:cubicBezTo>
                  <a:close/>
                  <a:moveTo>
                    <a:pt x="61" y="111"/>
                  </a:moveTo>
                  <a:cubicBezTo>
                    <a:pt x="61" y="88"/>
                    <a:pt x="61" y="88"/>
                    <a:pt x="61" y="88"/>
                  </a:cubicBezTo>
                  <a:cubicBezTo>
                    <a:pt x="66" y="88"/>
                    <a:pt x="72" y="89"/>
                    <a:pt x="77" y="91"/>
                  </a:cubicBezTo>
                  <a:cubicBezTo>
                    <a:pt x="73" y="99"/>
                    <a:pt x="67" y="106"/>
                    <a:pt x="61" y="111"/>
                  </a:cubicBezTo>
                  <a:cubicBezTo>
                    <a:pt x="61" y="111"/>
                    <a:pt x="61" y="111"/>
                    <a:pt x="61" y="111"/>
                  </a:cubicBezTo>
                  <a:close/>
                  <a:moveTo>
                    <a:pt x="80" y="92"/>
                  </a:moveTo>
                  <a:cubicBezTo>
                    <a:pt x="85" y="94"/>
                    <a:pt x="89" y="96"/>
                    <a:pt x="93" y="99"/>
                  </a:cubicBezTo>
                  <a:cubicBezTo>
                    <a:pt x="86" y="105"/>
                    <a:pt x="77" y="109"/>
                    <a:pt x="67" y="110"/>
                  </a:cubicBezTo>
                  <a:cubicBezTo>
                    <a:pt x="73" y="105"/>
                    <a:pt x="77" y="99"/>
                    <a:pt x="80" y="92"/>
                  </a:cubicBezTo>
                  <a:close/>
                  <a:moveTo>
                    <a:pt x="78" y="87"/>
                  </a:moveTo>
                  <a:cubicBezTo>
                    <a:pt x="73" y="86"/>
                    <a:pt x="67" y="85"/>
                    <a:pt x="61" y="84"/>
                  </a:cubicBezTo>
                  <a:cubicBezTo>
                    <a:pt x="61" y="61"/>
                    <a:pt x="61" y="61"/>
                    <a:pt x="61" y="61"/>
                  </a:cubicBezTo>
                  <a:cubicBezTo>
                    <a:pt x="84" y="61"/>
                    <a:pt x="84" y="61"/>
                    <a:pt x="84" y="61"/>
                  </a:cubicBezTo>
                  <a:cubicBezTo>
                    <a:pt x="84" y="71"/>
                    <a:pt x="82" y="79"/>
                    <a:pt x="78" y="87"/>
                  </a:cubicBezTo>
                  <a:close/>
                  <a:moveTo>
                    <a:pt x="61" y="57"/>
                  </a:moveTo>
                  <a:cubicBezTo>
                    <a:pt x="61" y="38"/>
                    <a:pt x="61" y="38"/>
                    <a:pt x="61" y="38"/>
                  </a:cubicBezTo>
                  <a:cubicBezTo>
                    <a:pt x="67" y="38"/>
                    <a:pt x="74" y="37"/>
                    <a:pt x="80" y="35"/>
                  </a:cubicBezTo>
                  <a:cubicBezTo>
                    <a:pt x="82" y="42"/>
                    <a:pt x="84" y="49"/>
                    <a:pt x="84" y="57"/>
                  </a:cubicBezTo>
                  <a:lnTo>
                    <a:pt x="61" y="57"/>
                  </a:lnTo>
                  <a:close/>
                  <a:moveTo>
                    <a:pt x="20" y="25"/>
                  </a:moveTo>
                  <a:cubicBezTo>
                    <a:pt x="25" y="28"/>
                    <a:pt x="30" y="31"/>
                    <a:pt x="35" y="33"/>
                  </a:cubicBezTo>
                  <a:cubicBezTo>
                    <a:pt x="32" y="41"/>
                    <a:pt x="30" y="49"/>
                    <a:pt x="30" y="57"/>
                  </a:cubicBezTo>
                  <a:cubicBezTo>
                    <a:pt x="7" y="57"/>
                    <a:pt x="7" y="57"/>
                    <a:pt x="7" y="57"/>
                  </a:cubicBezTo>
                  <a:cubicBezTo>
                    <a:pt x="8" y="45"/>
                    <a:pt x="13" y="34"/>
                    <a:pt x="20" y="25"/>
                  </a:cubicBezTo>
                  <a:close/>
                  <a:moveTo>
                    <a:pt x="7" y="61"/>
                  </a:moveTo>
                  <a:cubicBezTo>
                    <a:pt x="30" y="61"/>
                    <a:pt x="30" y="61"/>
                    <a:pt x="30" y="61"/>
                  </a:cubicBezTo>
                  <a:cubicBezTo>
                    <a:pt x="31" y="71"/>
                    <a:pt x="33" y="80"/>
                    <a:pt x="36" y="89"/>
                  </a:cubicBezTo>
                  <a:cubicBezTo>
                    <a:pt x="31" y="91"/>
                    <a:pt x="27" y="93"/>
                    <a:pt x="22" y="96"/>
                  </a:cubicBezTo>
                  <a:cubicBezTo>
                    <a:pt x="13" y="87"/>
                    <a:pt x="8" y="75"/>
                    <a:pt x="7" y="61"/>
                  </a:cubicBezTo>
                  <a:close/>
                  <a:moveTo>
                    <a:pt x="95" y="96"/>
                  </a:moveTo>
                  <a:cubicBezTo>
                    <a:pt x="91" y="93"/>
                    <a:pt x="87" y="91"/>
                    <a:pt x="82" y="89"/>
                  </a:cubicBezTo>
                  <a:cubicBezTo>
                    <a:pt x="85" y="80"/>
                    <a:pt x="87" y="71"/>
                    <a:pt x="88" y="61"/>
                  </a:cubicBezTo>
                  <a:cubicBezTo>
                    <a:pt x="111" y="61"/>
                    <a:pt x="111" y="61"/>
                    <a:pt x="111" y="61"/>
                  </a:cubicBezTo>
                  <a:cubicBezTo>
                    <a:pt x="110" y="75"/>
                    <a:pt x="104" y="87"/>
                    <a:pt x="95" y="96"/>
                  </a:cubicBezTo>
                  <a:close/>
                  <a:moveTo>
                    <a:pt x="95" y="96"/>
                  </a:moveTo>
                  <a:cubicBezTo>
                    <a:pt x="95" y="96"/>
                    <a:pt x="95" y="96"/>
                    <a:pt x="95" y="96"/>
                  </a:cubicBezTo>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44" name="Arc 43"/>
          <p:cNvSpPr/>
          <p:nvPr/>
        </p:nvSpPr>
        <p:spPr>
          <a:xfrm>
            <a:off x="3765551" y="3543301"/>
            <a:ext cx="4660900" cy="4660900"/>
          </a:xfrm>
          <a:prstGeom prst="arc">
            <a:avLst>
              <a:gd name="adj1" fmla="val 10769273"/>
              <a:gd name="adj2" fmla="val 0"/>
            </a:avLst>
          </a:prstGeom>
          <a:ln w="57150" cap="rnd">
            <a:solidFill>
              <a:schemeClr val="tx1">
                <a:lumMod val="25000"/>
                <a:lumOff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8" name="Oval 7"/>
          <p:cNvSpPr/>
          <p:nvPr/>
        </p:nvSpPr>
        <p:spPr>
          <a:xfrm>
            <a:off x="3613151" y="5694731"/>
            <a:ext cx="304800" cy="3048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9" name="Oval 8"/>
          <p:cNvSpPr/>
          <p:nvPr/>
        </p:nvSpPr>
        <p:spPr>
          <a:xfrm>
            <a:off x="8274051" y="5694731"/>
            <a:ext cx="304800" cy="3048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3" name="Teardrop 12"/>
          <p:cNvSpPr/>
          <p:nvPr/>
        </p:nvSpPr>
        <p:spPr>
          <a:xfrm rot="5400000">
            <a:off x="2527300" y="4608880"/>
            <a:ext cx="1085851" cy="1085851"/>
          </a:xfrm>
          <a:prstGeom prst="teardrop">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6" name="Teardrop 15"/>
          <p:cNvSpPr/>
          <p:nvPr/>
        </p:nvSpPr>
        <p:spPr>
          <a:xfrm rot="16200000" flipH="1">
            <a:off x="8667749" y="4786680"/>
            <a:ext cx="1085851" cy="1085851"/>
          </a:xfrm>
          <a:prstGeom prst="teardrop">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ooter Text"/>
          <p:cNvSpPr txBox="1"/>
          <p:nvPr/>
        </p:nvSpPr>
        <p:spPr>
          <a:xfrm>
            <a:off x="-270178" y="4889950"/>
            <a:ext cx="3168498" cy="430887"/>
          </a:xfrm>
          <a:prstGeom prst="rect">
            <a:avLst/>
          </a:prstGeom>
          <a:noFill/>
        </p:spPr>
        <p:txBody>
          <a:bodyPr wrap="square" lIns="0" tIns="0" rIns="0" bIns="0" rtlCol="0">
            <a:spAutoFit/>
          </a:bodyPr>
          <a:lstStyle/>
          <a:p>
            <a:pPr algn="ctr" defTabSz="1375467" fontAlgn="auto">
              <a:spcBef>
                <a:spcPts val="0"/>
              </a:spcBef>
              <a:spcAft>
                <a:spcPts val="0"/>
              </a:spcAft>
            </a:pPr>
            <a:r>
              <a:rPr lang="ar-SA" sz="2800" b="1" dirty="0"/>
              <a:t>الحقائب الإلكترونية</a:t>
            </a:r>
            <a:endParaRPr lang="en-US" sz="2000" b="1" dirty="0">
              <a:solidFill>
                <a:srgbClr val="262626">
                  <a:lumMod val="50000"/>
                  <a:lumOff val="50000"/>
                </a:srgbClr>
              </a:solidFill>
              <a:latin typeface="Roboto Condensed"/>
            </a:endParaRPr>
          </a:p>
        </p:txBody>
      </p:sp>
      <p:sp>
        <p:nvSpPr>
          <p:cNvPr id="22" name="Footer Text"/>
          <p:cNvSpPr txBox="1"/>
          <p:nvPr/>
        </p:nvSpPr>
        <p:spPr>
          <a:xfrm>
            <a:off x="8940517" y="4256166"/>
            <a:ext cx="2941843" cy="430887"/>
          </a:xfrm>
          <a:prstGeom prst="rect">
            <a:avLst/>
          </a:prstGeom>
          <a:noFill/>
        </p:spPr>
        <p:txBody>
          <a:bodyPr wrap="square" lIns="0" tIns="0" rIns="0" bIns="0" rtlCol="0">
            <a:spAutoFit/>
          </a:bodyPr>
          <a:lstStyle/>
          <a:p>
            <a:pPr algn="ctr" defTabSz="1375467" fontAlgn="auto">
              <a:spcBef>
                <a:spcPts val="0"/>
              </a:spcBef>
              <a:spcAft>
                <a:spcPts val="0"/>
              </a:spcAft>
            </a:pPr>
            <a:r>
              <a:rPr lang="ar-SA" sz="2800" b="1" dirty="0"/>
              <a:t>الحقائب المحورية</a:t>
            </a:r>
            <a:endParaRPr lang="en-US" sz="2000" b="1" dirty="0">
              <a:solidFill>
                <a:srgbClr val="262626">
                  <a:lumMod val="50000"/>
                  <a:lumOff val="50000"/>
                </a:srgbClr>
              </a:solidFill>
              <a:latin typeface="Roboto Condensed"/>
            </a:endParaRPr>
          </a:p>
        </p:txBody>
      </p:sp>
      <p:sp>
        <p:nvSpPr>
          <p:cNvPr id="25" name="Freeform 137"/>
          <p:cNvSpPr>
            <a:spLocks noEditPoints="1"/>
          </p:cNvSpPr>
          <p:nvPr/>
        </p:nvSpPr>
        <p:spPr bwMode="auto">
          <a:xfrm>
            <a:off x="8994776" y="5151959"/>
            <a:ext cx="396000" cy="405503"/>
          </a:xfrm>
          <a:custGeom>
            <a:avLst/>
            <a:gdLst/>
            <a:ahLst/>
            <a:cxnLst>
              <a:cxn ang="0">
                <a:pos x="46" y="30"/>
              </a:cxn>
              <a:cxn ang="0">
                <a:pos x="39" y="36"/>
              </a:cxn>
              <a:cxn ang="0">
                <a:pos x="39" y="50"/>
              </a:cxn>
              <a:cxn ang="0">
                <a:pos x="38" y="50"/>
              </a:cxn>
              <a:cxn ang="0">
                <a:pos x="24" y="58"/>
              </a:cxn>
              <a:cxn ang="0">
                <a:pos x="24" y="59"/>
              </a:cxn>
              <a:cxn ang="0">
                <a:pos x="23" y="58"/>
              </a:cxn>
              <a:cxn ang="0">
                <a:pos x="21" y="56"/>
              </a:cxn>
              <a:cxn ang="0">
                <a:pos x="21" y="55"/>
              </a:cxn>
              <a:cxn ang="0">
                <a:pos x="24" y="45"/>
              </a:cxn>
              <a:cxn ang="0">
                <a:pos x="14" y="35"/>
              </a:cxn>
              <a:cxn ang="0">
                <a:pos x="4" y="38"/>
              </a:cxn>
              <a:cxn ang="0">
                <a:pos x="3" y="38"/>
              </a:cxn>
              <a:cxn ang="0">
                <a:pos x="3" y="38"/>
              </a:cxn>
              <a:cxn ang="0">
                <a:pos x="0" y="35"/>
              </a:cxn>
              <a:cxn ang="0">
                <a:pos x="0" y="34"/>
              </a:cxn>
              <a:cxn ang="0">
                <a:pos x="8" y="20"/>
              </a:cxn>
              <a:cxn ang="0">
                <a:pos x="9" y="20"/>
              </a:cxn>
              <a:cxn ang="0">
                <a:pos x="23" y="19"/>
              </a:cxn>
              <a:cxn ang="0">
                <a:pos x="29" y="12"/>
              </a:cxn>
              <a:cxn ang="0">
                <a:pos x="57" y="0"/>
              </a:cxn>
              <a:cxn ang="0">
                <a:pos x="58" y="1"/>
              </a:cxn>
              <a:cxn ang="0">
                <a:pos x="46" y="30"/>
              </a:cxn>
              <a:cxn ang="0">
                <a:pos x="47" y="8"/>
              </a:cxn>
              <a:cxn ang="0">
                <a:pos x="43" y="12"/>
              </a:cxn>
              <a:cxn ang="0">
                <a:pos x="47" y="15"/>
              </a:cxn>
              <a:cxn ang="0">
                <a:pos x="50" y="12"/>
              </a:cxn>
              <a:cxn ang="0">
                <a:pos x="47" y="8"/>
              </a:cxn>
            </a:cxnLst>
            <a:rect l="0" t="0" r="r" b="b"/>
            <a:pathLst>
              <a:path w="58" h="59">
                <a:moveTo>
                  <a:pt x="46" y="30"/>
                </a:moveTo>
                <a:cubicBezTo>
                  <a:pt x="44" y="32"/>
                  <a:pt x="42" y="34"/>
                  <a:pt x="39" y="36"/>
                </a:cubicBezTo>
                <a:cubicBezTo>
                  <a:pt x="39" y="50"/>
                  <a:pt x="39" y="50"/>
                  <a:pt x="39" y="50"/>
                </a:cubicBezTo>
                <a:cubicBezTo>
                  <a:pt x="39" y="50"/>
                  <a:pt x="39" y="50"/>
                  <a:pt x="38" y="50"/>
                </a:cubicBezTo>
                <a:cubicBezTo>
                  <a:pt x="24" y="58"/>
                  <a:pt x="24" y="58"/>
                  <a:pt x="24" y="58"/>
                </a:cubicBezTo>
                <a:cubicBezTo>
                  <a:pt x="24" y="59"/>
                  <a:pt x="24" y="59"/>
                  <a:pt x="24" y="59"/>
                </a:cubicBezTo>
                <a:cubicBezTo>
                  <a:pt x="24" y="59"/>
                  <a:pt x="23" y="58"/>
                  <a:pt x="23" y="58"/>
                </a:cubicBezTo>
                <a:cubicBezTo>
                  <a:pt x="21" y="56"/>
                  <a:pt x="21" y="56"/>
                  <a:pt x="21" y="56"/>
                </a:cubicBezTo>
                <a:cubicBezTo>
                  <a:pt x="21" y="56"/>
                  <a:pt x="20" y="55"/>
                  <a:pt x="21" y="55"/>
                </a:cubicBezTo>
                <a:cubicBezTo>
                  <a:pt x="24" y="45"/>
                  <a:pt x="24" y="45"/>
                  <a:pt x="24" y="45"/>
                </a:cubicBezTo>
                <a:cubicBezTo>
                  <a:pt x="14" y="35"/>
                  <a:pt x="14" y="35"/>
                  <a:pt x="14" y="35"/>
                </a:cubicBezTo>
                <a:cubicBezTo>
                  <a:pt x="4" y="38"/>
                  <a:pt x="4" y="38"/>
                  <a:pt x="4" y="38"/>
                </a:cubicBezTo>
                <a:cubicBezTo>
                  <a:pt x="4" y="38"/>
                  <a:pt x="3" y="38"/>
                  <a:pt x="3" y="38"/>
                </a:cubicBezTo>
                <a:cubicBezTo>
                  <a:pt x="3" y="38"/>
                  <a:pt x="3" y="38"/>
                  <a:pt x="3" y="38"/>
                </a:cubicBezTo>
                <a:cubicBezTo>
                  <a:pt x="0" y="35"/>
                  <a:pt x="0" y="35"/>
                  <a:pt x="0" y="35"/>
                </a:cubicBezTo>
                <a:cubicBezTo>
                  <a:pt x="0" y="35"/>
                  <a:pt x="0" y="34"/>
                  <a:pt x="0" y="34"/>
                </a:cubicBezTo>
                <a:cubicBezTo>
                  <a:pt x="8" y="20"/>
                  <a:pt x="8" y="20"/>
                  <a:pt x="8" y="20"/>
                </a:cubicBezTo>
                <a:cubicBezTo>
                  <a:pt x="8" y="20"/>
                  <a:pt x="9" y="20"/>
                  <a:pt x="9" y="20"/>
                </a:cubicBezTo>
                <a:cubicBezTo>
                  <a:pt x="23" y="19"/>
                  <a:pt x="23" y="19"/>
                  <a:pt x="23" y="19"/>
                </a:cubicBezTo>
                <a:cubicBezTo>
                  <a:pt x="25" y="17"/>
                  <a:pt x="27" y="14"/>
                  <a:pt x="29" y="12"/>
                </a:cubicBezTo>
                <a:cubicBezTo>
                  <a:pt x="38" y="3"/>
                  <a:pt x="45" y="0"/>
                  <a:pt x="57" y="0"/>
                </a:cubicBezTo>
                <a:cubicBezTo>
                  <a:pt x="58" y="0"/>
                  <a:pt x="58" y="1"/>
                  <a:pt x="58" y="1"/>
                </a:cubicBezTo>
                <a:cubicBezTo>
                  <a:pt x="58" y="13"/>
                  <a:pt x="55" y="21"/>
                  <a:pt x="46" y="30"/>
                </a:cubicBezTo>
                <a:close/>
                <a:moveTo>
                  <a:pt x="47" y="8"/>
                </a:moveTo>
                <a:cubicBezTo>
                  <a:pt x="45" y="8"/>
                  <a:pt x="43" y="10"/>
                  <a:pt x="43" y="12"/>
                </a:cubicBezTo>
                <a:cubicBezTo>
                  <a:pt x="43" y="14"/>
                  <a:pt x="45" y="15"/>
                  <a:pt x="47" y="15"/>
                </a:cubicBezTo>
                <a:cubicBezTo>
                  <a:pt x="49" y="15"/>
                  <a:pt x="50" y="14"/>
                  <a:pt x="50" y="12"/>
                </a:cubicBezTo>
                <a:cubicBezTo>
                  <a:pt x="50" y="10"/>
                  <a:pt x="49" y="8"/>
                  <a:pt x="47" y="8"/>
                </a:cubicBez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27" name="Freeform 146"/>
          <p:cNvSpPr>
            <a:spLocks noEditPoints="1"/>
          </p:cNvSpPr>
          <p:nvPr/>
        </p:nvSpPr>
        <p:spPr bwMode="auto">
          <a:xfrm>
            <a:off x="2866750" y="4927957"/>
            <a:ext cx="437181" cy="478367"/>
          </a:xfrm>
          <a:custGeom>
            <a:avLst/>
            <a:gdLst/>
            <a:ahLst/>
            <a:cxnLst>
              <a:cxn ang="0">
                <a:pos x="49" y="42"/>
              </a:cxn>
              <a:cxn ang="0">
                <a:pos x="33" y="58"/>
              </a:cxn>
              <a:cxn ang="0">
                <a:pos x="33" y="46"/>
              </a:cxn>
              <a:cxn ang="0">
                <a:pos x="31" y="45"/>
              </a:cxn>
              <a:cxn ang="0">
                <a:pos x="31" y="58"/>
              </a:cxn>
              <a:cxn ang="0">
                <a:pos x="14" y="42"/>
              </a:cxn>
              <a:cxn ang="0">
                <a:pos x="1" y="33"/>
              </a:cxn>
              <a:cxn ang="0">
                <a:pos x="3" y="31"/>
              </a:cxn>
              <a:cxn ang="0">
                <a:pos x="4" y="31"/>
              </a:cxn>
              <a:cxn ang="0">
                <a:pos x="4" y="7"/>
              </a:cxn>
              <a:cxn ang="0">
                <a:pos x="9" y="0"/>
              </a:cxn>
              <a:cxn ang="0">
                <a:pos x="54" y="0"/>
              </a:cxn>
              <a:cxn ang="0">
                <a:pos x="60" y="7"/>
              </a:cxn>
              <a:cxn ang="0">
                <a:pos x="60" y="31"/>
              </a:cxn>
              <a:cxn ang="0">
                <a:pos x="61" y="31"/>
              </a:cxn>
              <a:cxn ang="0">
                <a:pos x="63" y="33"/>
              </a:cxn>
              <a:cxn ang="0">
                <a:pos x="49" y="42"/>
              </a:cxn>
              <a:cxn ang="0">
                <a:pos x="57" y="9"/>
              </a:cxn>
              <a:cxn ang="0">
                <a:pos x="52" y="4"/>
              </a:cxn>
              <a:cxn ang="0">
                <a:pos x="12" y="4"/>
              </a:cxn>
              <a:cxn ang="0">
                <a:pos x="7" y="9"/>
              </a:cxn>
              <a:cxn ang="0">
                <a:pos x="7" y="33"/>
              </a:cxn>
              <a:cxn ang="0">
                <a:pos x="27" y="37"/>
              </a:cxn>
              <a:cxn ang="0">
                <a:pos x="30" y="38"/>
              </a:cxn>
              <a:cxn ang="0">
                <a:pos x="30" y="38"/>
              </a:cxn>
              <a:cxn ang="0">
                <a:pos x="33" y="40"/>
              </a:cxn>
              <a:cxn ang="0">
                <a:pos x="37" y="37"/>
              </a:cxn>
              <a:cxn ang="0">
                <a:pos x="57" y="33"/>
              </a:cxn>
              <a:cxn ang="0">
                <a:pos x="57" y="9"/>
              </a:cxn>
              <a:cxn ang="0">
                <a:pos x="23" y="34"/>
              </a:cxn>
              <a:cxn ang="0">
                <a:pos x="16" y="27"/>
              </a:cxn>
              <a:cxn ang="0">
                <a:pos x="23" y="20"/>
              </a:cxn>
              <a:cxn ang="0">
                <a:pos x="31" y="27"/>
              </a:cxn>
              <a:cxn ang="0">
                <a:pos x="23" y="34"/>
              </a:cxn>
              <a:cxn ang="0">
                <a:pos x="41" y="34"/>
              </a:cxn>
              <a:cxn ang="0">
                <a:pos x="33" y="27"/>
              </a:cxn>
              <a:cxn ang="0">
                <a:pos x="41" y="20"/>
              </a:cxn>
              <a:cxn ang="0">
                <a:pos x="49" y="27"/>
              </a:cxn>
              <a:cxn ang="0">
                <a:pos x="41" y="34"/>
              </a:cxn>
            </a:cxnLst>
            <a:rect l="0" t="0" r="r" b="b"/>
            <a:pathLst>
              <a:path w="64" h="70">
                <a:moveTo>
                  <a:pt x="49" y="42"/>
                </a:moveTo>
                <a:cubicBezTo>
                  <a:pt x="56" y="66"/>
                  <a:pt x="32" y="70"/>
                  <a:pt x="33" y="58"/>
                </a:cubicBezTo>
                <a:cubicBezTo>
                  <a:pt x="33" y="58"/>
                  <a:pt x="33" y="51"/>
                  <a:pt x="33" y="46"/>
                </a:cubicBezTo>
                <a:cubicBezTo>
                  <a:pt x="32" y="46"/>
                  <a:pt x="32" y="46"/>
                  <a:pt x="31" y="45"/>
                </a:cubicBezTo>
                <a:cubicBezTo>
                  <a:pt x="31" y="51"/>
                  <a:pt x="31" y="58"/>
                  <a:pt x="31" y="58"/>
                </a:cubicBezTo>
                <a:cubicBezTo>
                  <a:pt x="31" y="70"/>
                  <a:pt x="7" y="66"/>
                  <a:pt x="14" y="42"/>
                </a:cubicBezTo>
                <a:cubicBezTo>
                  <a:pt x="7" y="39"/>
                  <a:pt x="3" y="36"/>
                  <a:pt x="1" y="33"/>
                </a:cubicBezTo>
                <a:cubicBezTo>
                  <a:pt x="0" y="31"/>
                  <a:pt x="1" y="29"/>
                  <a:pt x="3" y="31"/>
                </a:cubicBezTo>
                <a:cubicBezTo>
                  <a:pt x="3" y="31"/>
                  <a:pt x="3" y="31"/>
                  <a:pt x="4" y="31"/>
                </a:cubicBezTo>
                <a:cubicBezTo>
                  <a:pt x="4" y="7"/>
                  <a:pt x="4" y="7"/>
                  <a:pt x="4" y="7"/>
                </a:cubicBezTo>
                <a:cubicBezTo>
                  <a:pt x="4" y="3"/>
                  <a:pt x="6" y="0"/>
                  <a:pt x="9" y="0"/>
                </a:cubicBezTo>
                <a:cubicBezTo>
                  <a:pt x="54" y="0"/>
                  <a:pt x="54" y="0"/>
                  <a:pt x="54" y="0"/>
                </a:cubicBezTo>
                <a:cubicBezTo>
                  <a:pt x="57" y="0"/>
                  <a:pt x="60" y="3"/>
                  <a:pt x="60" y="7"/>
                </a:cubicBezTo>
                <a:cubicBezTo>
                  <a:pt x="60" y="31"/>
                  <a:pt x="60" y="31"/>
                  <a:pt x="60" y="31"/>
                </a:cubicBezTo>
                <a:cubicBezTo>
                  <a:pt x="60" y="31"/>
                  <a:pt x="60" y="31"/>
                  <a:pt x="61" y="31"/>
                </a:cubicBezTo>
                <a:cubicBezTo>
                  <a:pt x="63" y="29"/>
                  <a:pt x="64" y="31"/>
                  <a:pt x="63" y="33"/>
                </a:cubicBezTo>
                <a:cubicBezTo>
                  <a:pt x="60" y="36"/>
                  <a:pt x="56" y="39"/>
                  <a:pt x="49" y="42"/>
                </a:cubicBezTo>
                <a:close/>
                <a:moveTo>
                  <a:pt x="57" y="9"/>
                </a:moveTo>
                <a:cubicBezTo>
                  <a:pt x="57" y="5"/>
                  <a:pt x="56" y="4"/>
                  <a:pt x="52" y="4"/>
                </a:cubicBezTo>
                <a:cubicBezTo>
                  <a:pt x="12" y="4"/>
                  <a:pt x="12" y="4"/>
                  <a:pt x="12" y="4"/>
                </a:cubicBezTo>
                <a:cubicBezTo>
                  <a:pt x="8" y="4"/>
                  <a:pt x="7" y="5"/>
                  <a:pt x="7" y="9"/>
                </a:cubicBezTo>
                <a:cubicBezTo>
                  <a:pt x="7" y="33"/>
                  <a:pt x="7" y="33"/>
                  <a:pt x="7" y="33"/>
                </a:cubicBezTo>
                <a:cubicBezTo>
                  <a:pt x="15" y="38"/>
                  <a:pt x="23" y="37"/>
                  <a:pt x="27" y="37"/>
                </a:cubicBezTo>
                <a:cubicBezTo>
                  <a:pt x="28" y="37"/>
                  <a:pt x="29" y="37"/>
                  <a:pt x="30" y="38"/>
                </a:cubicBezTo>
                <a:cubicBezTo>
                  <a:pt x="30" y="38"/>
                  <a:pt x="30" y="38"/>
                  <a:pt x="30" y="38"/>
                </a:cubicBezTo>
                <a:cubicBezTo>
                  <a:pt x="31" y="39"/>
                  <a:pt x="32" y="39"/>
                  <a:pt x="33" y="40"/>
                </a:cubicBezTo>
                <a:cubicBezTo>
                  <a:pt x="33" y="38"/>
                  <a:pt x="34" y="37"/>
                  <a:pt x="37" y="37"/>
                </a:cubicBezTo>
                <a:cubicBezTo>
                  <a:pt x="41" y="37"/>
                  <a:pt x="48" y="38"/>
                  <a:pt x="57" y="33"/>
                </a:cubicBezTo>
                <a:lnTo>
                  <a:pt x="57" y="9"/>
                </a:lnTo>
                <a:close/>
                <a:moveTo>
                  <a:pt x="23" y="34"/>
                </a:moveTo>
                <a:cubicBezTo>
                  <a:pt x="19" y="34"/>
                  <a:pt x="16" y="31"/>
                  <a:pt x="16" y="27"/>
                </a:cubicBezTo>
                <a:cubicBezTo>
                  <a:pt x="16" y="23"/>
                  <a:pt x="19" y="20"/>
                  <a:pt x="23" y="20"/>
                </a:cubicBezTo>
                <a:cubicBezTo>
                  <a:pt x="27" y="20"/>
                  <a:pt x="31" y="23"/>
                  <a:pt x="31" y="27"/>
                </a:cubicBezTo>
                <a:cubicBezTo>
                  <a:pt x="31" y="31"/>
                  <a:pt x="27" y="34"/>
                  <a:pt x="23" y="34"/>
                </a:cubicBezTo>
                <a:close/>
                <a:moveTo>
                  <a:pt x="41" y="34"/>
                </a:moveTo>
                <a:cubicBezTo>
                  <a:pt x="37" y="34"/>
                  <a:pt x="33" y="31"/>
                  <a:pt x="33" y="27"/>
                </a:cubicBezTo>
                <a:cubicBezTo>
                  <a:pt x="33" y="23"/>
                  <a:pt x="37" y="20"/>
                  <a:pt x="41" y="20"/>
                </a:cubicBezTo>
                <a:cubicBezTo>
                  <a:pt x="45" y="20"/>
                  <a:pt x="49" y="23"/>
                  <a:pt x="49" y="27"/>
                </a:cubicBezTo>
                <a:cubicBezTo>
                  <a:pt x="49" y="31"/>
                  <a:pt x="45" y="34"/>
                  <a:pt x="41" y="34"/>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30" name="Rectangle 29"/>
          <p:cNvSpPr/>
          <p:nvPr/>
        </p:nvSpPr>
        <p:spPr>
          <a:xfrm>
            <a:off x="0" y="-34297"/>
            <a:ext cx="12192000" cy="1745419"/>
          </a:xfrm>
          <a:prstGeom prst="rect">
            <a:avLst/>
          </a:prstGeom>
          <a:solidFill>
            <a:srgbClr val="44546A">
              <a:lumMod val="75000"/>
            </a:srgbClr>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panose="020F0502020204030204"/>
              <a:cs typeface="+mn-cs"/>
            </a:endParaRPr>
          </a:p>
        </p:txBody>
      </p:sp>
      <p:sp>
        <p:nvSpPr>
          <p:cNvPr id="37" name="Text Placeholder 1"/>
          <p:cNvSpPr txBox="1">
            <a:spLocks/>
          </p:cNvSpPr>
          <p:nvPr/>
        </p:nvSpPr>
        <p:spPr>
          <a:xfrm>
            <a:off x="5048035" y="640846"/>
            <a:ext cx="7163526" cy="431780"/>
          </a:xfrm>
          <a:prstGeom prst="rect">
            <a:avLst/>
          </a:prstGeom>
        </p:spPr>
        <p:txBody>
          <a:bodyPr vert="horz" lIns="0" tIns="40504" rIns="0" bIns="40504" rtlCol="0" anchor="ctr">
            <a:noAutofit/>
          </a:bodyPr>
          <a:lstStyle>
            <a:lvl1pPr marL="0" indent="0" algn="ctr" defTabSz="914400" rtl="0" eaLnBrk="1" latinLnBrk="0" hangingPunct="1">
              <a:lnSpc>
                <a:spcPct val="100000"/>
              </a:lnSpc>
              <a:spcBef>
                <a:spcPts val="0"/>
              </a:spcBef>
              <a:buFont typeface="Arial" panose="020B0604020202020204" pitchFamily="34" charset="0"/>
              <a:buNone/>
              <a:defRPr sz="4200" b="1" kern="1200">
                <a:solidFill>
                  <a:schemeClr val="tx1">
                    <a:lumMod val="75000"/>
                    <a:lumOff val="25000"/>
                  </a:schemeClr>
                </a:solidFill>
                <a:latin typeface="Lato Light"/>
                <a:ea typeface="+mn-ea"/>
                <a:cs typeface="Lato Light"/>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71600" lvl="3" indent="0" algn="r" rtl="1">
              <a:buNone/>
            </a:pPr>
            <a:r>
              <a:rPr lang="ar-SA" sz="3600" b="1" u="sng" dirty="0">
                <a:solidFill>
                  <a:srgbClr val="FFC000"/>
                </a:solidFill>
              </a:rPr>
              <a:t>و - أنواع الحقائب التعليمية </a:t>
            </a:r>
            <a:endParaRPr lang="en-US" sz="3600" u="sng" dirty="0">
              <a:solidFill>
                <a:srgbClr val="FFC000"/>
              </a:solidFill>
            </a:endParaRPr>
          </a:p>
        </p:txBody>
      </p:sp>
      <p:sp>
        <p:nvSpPr>
          <p:cNvPr id="23" name="Oval 22"/>
          <p:cNvSpPr/>
          <p:nvPr/>
        </p:nvSpPr>
        <p:spPr>
          <a:xfrm>
            <a:off x="6005353" y="3409046"/>
            <a:ext cx="228600" cy="2286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24" name="Teardrop 23"/>
          <p:cNvSpPr/>
          <p:nvPr/>
        </p:nvSpPr>
        <p:spPr>
          <a:xfrm rot="13500000" flipH="1">
            <a:off x="5715243" y="2378367"/>
            <a:ext cx="814388" cy="814388"/>
          </a:xfrm>
          <a:prstGeom prst="teardrop">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26" name="Footer Text"/>
          <p:cNvSpPr txBox="1"/>
          <p:nvPr/>
        </p:nvSpPr>
        <p:spPr>
          <a:xfrm>
            <a:off x="3006277" y="2488710"/>
            <a:ext cx="2725338" cy="430887"/>
          </a:xfrm>
          <a:prstGeom prst="rect">
            <a:avLst/>
          </a:prstGeom>
          <a:noFill/>
        </p:spPr>
        <p:txBody>
          <a:bodyPr wrap="square" lIns="0" tIns="0" rIns="0" bIns="0" rtlCol="0">
            <a:spAutoFit/>
          </a:bodyPr>
          <a:lstStyle/>
          <a:p>
            <a:pPr algn="ctr"/>
            <a:r>
              <a:rPr lang="ar-SA" sz="2800" b="1" dirty="0"/>
              <a:t>الحقائب المرجعية</a:t>
            </a:r>
            <a:endParaRPr lang="en-US" sz="2800" b="1" dirty="0" smtClean="0">
              <a:solidFill>
                <a:srgbClr val="262626">
                  <a:lumMod val="50000"/>
                  <a:lumOff val="50000"/>
                </a:srgbClr>
              </a:solidFill>
            </a:endParaRPr>
          </a:p>
        </p:txBody>
      </p:sp>
      <p:sp>
        <p:nvSpPr>
          <p:cNvPr id="28" name="Freeform 127"/>
          <p:cNvSpPr>
            <a:spLocks/>
          </p:cNvSpPr>
          <p:nvPr/>
        </p:nvSpPr>
        <p:spPr bwMode="auto">
          <a:xfrm>
            <a:off x="5948771" y="2637966"/>
            <a:ext cx="336999" cy="371325"/>
          </a:xfrm>
          <a:custGeom>
            <a:avLst/>
            <a:gdLst/>
            <a:ahLst/>
            <a:cxnLst>
              <a:cxn ang="0">
                <a:pos x="40" y="55"/>
              </a:cxn>
              <a:cxn ang="0">
                <a:pos x="32" y="51"/>
              </a:cxn>
              <a:cxn ang="0">
                <a:pos x="4" y="24"/>
              </a:cxn>
              <a:cxn ang="0">
                <a:pos x="0" y="14"/>
              </a:cxn>
              <a:cxn ang="0">
                <a:pos x="13" y="0"/>
              </a:cxn>
              <a:cxn ang="0">
                <a:pos x="23" y="5"/>
              </a:cxn>
              <a:cxn ang="0">
                <a:pos x="45" y="26"/>
              </a:cxn>
              <a:cxn ang="0">
                <a:pos x="45" y="27"/>
              </a:cxn>
              <a:cxn ang="0">
                <a:pos x="42" y="30"/>
              </a:cxn>
              <a:cxn ang="0">
                <a:pos x="42" y="29"/>
              </a:cxn>
              <a:cxn ang="0">
                <a:pos x="20" y="8"/>
              </a:cxn>
              <a:cxn ang="0">
                <a:pos x="13" y="5"/>
              </a:cxn>
              <a:cxn ang="0">
                <a:pos x="4" y="14"/>
              </a:cxn>
              <a:cxn ang="0">
                <a:pos x="7" y="21"/>
              </a:cxn>
              <a:cxn ang="0">
                <a:pos x="35" y="48"/>
              </a:cxn>
              <a:cxn ang="0">
                <a:pos x="40" y="50"/>
              </a:cxn>
              <a:cxn ang="0">
                <a:pos x="45" y="45"/>
              </a:cxn>
              <a:cxn ang="0">
                <a:pos x="43" y="40"/>
              </a:cxn>
              <a:cxn ang="0">
                <a:pos x="22" y="19"/>
              </a:cxn>
              <a:cxn ang="0">
                <a:pos x="20" y="18"/>
              </a:cxn>
              <a:cxn ang="0">
                <a:pos x="18" y="21"/>
              </a:cxn>
              <a:cxn ang="0">
                <a:pos x="19" y="23"/>
              </a:cxn>
              <a:cxn ang="0">
                <a:pos x="33" y="38"/>
              </a:cxn>
              <a:cxn ang="0">
                <a:pos x="34" y="38"/>
              </a:cxn>
              <a:cxn ang="0">
                <a:pos x="31" y="41"/>
              </a:cxn>
              <a:cxn ang="0">
                <a:pos x="30" y="41"/>
              </a:cxn>
              <a:cxn ang="0">
                <a:pos x="16" y="26"/>
              </a:cxn>
              <a:cxn ang="0">
                <a:pos x="13" y="21"/>
              </a:cxn>
              <a:cxn ang="0">
                <a:pos x="20" y="14"/>
              </a:cxn>
              <a:cxn ang="0">
                <a:pos x="26" y="16"/>
              </a:cxn>
              <a:cxn ang="0">
                <a:pos x="46" y="37"/>
              </a:cxn>
              <a:cxn ang="0">
                <a:pos x="50" y="45"/>
              </a:cxn>
              <a:cxn ang="0">
                <a:pos x="40" y="55"/>
              </a:cxn>
            </a:cxnLst>
            <a:rect l="0" t="0" r="r" b="b"/>
            <a:pathLst>
              <a:path w="50" h="55">
                <a:moveTo>
                  <a:pt x="40" y="55"/>
                </a:moveTo>
                <a:cubicBezTo>
                  <a:pt x="37" y="55"/>
                  <a:pt x="34" y="54"/>
                  <a:pt x="32" y="51"/>
                </a:cubicBezTo>
                <a:cubicBezTo>
                  <a:pt x="4" y="24"/>
                  <a:pt x="4" y="24"/>
                  <a:pt x="4" y="24"/>
                </a:cubicBezTo>
                <a:cubicBezTo>
                  <a:pt x="1" y="21"/>
                  <a:pt x="0" y="18"/>
                  <a:pt x="0" y="14"/>
                </a:cubicBezTo>
                <a:cubicBezTo>
                  <a:pt x="0" y="7"/>
                  <a:pt x="6" y="0"/>
                  <a:pt x="13" y="0"/>
                </a:cubicBezTo>
                <a:cubicBezTo>
                  <a:pt x="17" y="0"/>
                  <a:pt x="21" y="2"/>
                  <a:pt x="23" y="5"/>
                </a:cubicBezTo>
                <a:cubicBezTo>
                  <a:pt x="45" y="26"/>
                  <a:pt x="45" y="26"/>
                  <a:pt x="45" y="26"/>
                </a:cubicBezTo>
                <a:cubicBezTo>
                  <a:pt x="45" y="26"/>
                  <a:pt x="45" y="27"/>
                  <a:pt x="45" y="27"/>
                </a:cubicBezTo>
                <a:cubicBezTo>
                  <a:pt x="45" y="28"/>
                  <a:pt x="43" y="30"/>
                  <a:pt x="42" y="30"/>
                </a:cubicBezTo>
                <a:cubicBezTo>
                  <a:pt x="42" y="30"/>
                  <a:pt x="42" y="30"/>
                  <a:pt x="42" y="29"/>
                </a:cubicBezTo>
                <a:cubicBezTo>
                  <a:pt x="20" y="8"/>
                  <a:pt x="20" y="8"/>
                  <a:pt x="20" y="8"/>
                </a:cubicBezTo>
                <a:cubicBezTo>
                  <a:pt x="18" y="6"/>
                  <a:pt x="16" y="5"/>
                  <a:pt x="13" y="5"/>
                </a:cubicBezTo>
                <a:cubicBezTo>
                  <a:pt x="8" y="5"/>
                  <a:pt x="4" y="9"/>
                  <a:pt x="4" y="14"/>
                </a:cubicBezTo>
                <a:cubicBezTo>
                  <a:pt x="4" y="16"/>
                  <a:pt x="5" y="19"/>
                  <a:pt x="7" y="21"/>
                </a:cubicBezTo>
                <a:cubicBezTo>
                  <a:pt x="35" y="48"/>
                  <a:pt x="35" y="48"/>
                  <a:pt x="35" y="48"/>
                </a:cubicBezTo>
                <a:cubicBezTo>
                  <a:pt x="36" y="50"/>
                  <a:pt x="38" y="50"/>
                  <a:pt x="40" y="50"/>
                </a:cubicBezTo>
                <a:cubicBezTo>
                  <a:pt x="43" y="50"/>
                  <a:pt x="45" y="48"/>
                  <a:pt x="45" y="45"/>
                </a:cubicBezTo>
                <a:cubicBezTo>
                  <a:pt x="45" y="43"/>
                  <a:pt x="44" y="41"/>
                  <a:pt x="43" y="40"/>
                </a:cubicBezTo>
                <a:cubicBezTo>
                  <a:pt x="22" y="19"/>
                  <a:pt x="22" y="19"/>
                  <a:pt x="22" y="19"/>
                </a:cubicBezTo>
                <a:cubicBezTo>
                  <a:pt x="22" y="19"/>
                  <a:pt x="21" y="18"/>
                  <a:pt x="20" y="18"/>
                </a:cubicBezTo>
                <a:cubicBezTo>
                  <a:pt x="19" y="18"/>
                  <a:pt x="18" y="19"/>
                  <a:pt x="18" y="21"/>
                </a:cubicBezTo>
                <a:cubicBezTo>
                  <a:pt x="18" y="22"/>
                  <a:pt x="18" y="22"/>
                  <a:pt x="19" y="23"/>
                </a:cubicBezTo>
                <a:cubicBezTo>
                  <a:pt x="33" y="38"/>
                  <a:pt x="33" y="38"/>
                  <a:pt x="33" y="38"/>
                </a:cubicBezTo>
                <a:cubicBezTo>
                  <a:pt x="34" y="38"/>
                  <a:pt x="34" y="38"/>
                  <a:pt x="34" y="38"/>
                </a:cubicBezTo>
                <a:cubicBezTo>
                  <a:pt x="34" y="39"/>
                  <a:pt x="32" y="41"/>
                  <a:pt x="31" y="41"/>
                </a:cubicBezTo>
                <a:cubicBezTo>
                  <a:pt x="31" y="41"/>
                  <a:pt x="30" y="41"/>
                  <a:pt x="30" y="41"/>
                </a:cubicBezTo>
                <a:cubicBezTo>
                  <a:pt x="16" y="26"/>
                  <a:pt x="16" y="26"/>
                  <a:pt x="16" y="26"/>
                </a:cubicBezTo>
                <a:cubicBezTo>
                  <a:pt x="14" y="25"/>
                  <a:pt x="13" y="23"/>
                  <a:pt x="13" y="21"/>
                </a:cubicBezTo>
                <a:cubicBezTo>
                  <a:pt x="13" y="17"/>
                  <a:pt x="16" y="14"/>
                  <a:pt x="20" y="14"/>
                </a:cubicBezTo>
                <a:cubicBezTo>
                  <a:pt x="22" y="14"/>
                  <a:pt x="24" y="15"/>
                  <a:pt x="26" y="16"/>
                </a:cubicBezTo>
                <a:cubicBezTo>
                  <a:pt x="46" y="37"/>
                  <a:pt x="46" y="37"/>
                  <a:pt x="46" y="37"/>
                </a:cubicBezTo>
                <a:cubicBezTo>
                  <a:pt x="49" y="39"/>
                  <a:pt x="50" y="42"/>
                  <a:pt x="50" y="45"/>
                </a:cubicBezTo>
                <a:cubicBezTo>
                  <a:pt x="50" y="51"/>
                  <a:pt x="46" y="55"/>
                  <a:pt x="40" y="55"/>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262626"/>
              </a:solidFill>
            </a:endParaRPr>
          </a:p>
        </p:txBody>
      </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32038827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fade">
                                      <p:cBhvr>
                                        <p:cTn id="11" dur="500"/>
                                        <p:tgtEl>
                                          <p:spTgt spid="37"/>
                                        </p:tgtEl>
                                      </p:cBhvr>
                                    </p:animEffect>
                                  </p:childTnLst>
                                </p:cTn>
                              </p:par>
                            </p:childTnLst>
                          </p:cTn>
                        </p:par>
                        <p:par>
                          <p:cTn id="12" fill="hold">
                            <p:stCondLst>
                              <p:cond delay="1000"/>
                            </p:stCondLst>
                            <p:childTnLst>
                              <p:par>
                                <p:cTn id="13" presetID="53"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animEffect transition="in" filter="fade">
                                      <p:cBhvr>
                                        <p:cTn id="17" dur="500"/>
                                        <p:tgtEl>
                                          <p:spTgt spid="2"/>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44"/>
                                        </p:tgtEl>
                                        <p:attrNameLst>
                                          <p:attrName>style.visibility</p:attrName>
                                        </p:attrNameLst>
                                      </p:cBhvr>
                                      <p:to>
                                        <p:strVal val="visible"/>
                                      </p:to>
                                    </p:set>
                                    <p:anim calcmode="lin" valueType="num">
                                      <p:cBhvr>
                                        <p:cTn id="21" dur="500" fill="hold"/>
                                        <p:tgtEl>
                                          <p:spTgt spid="44"/>
                                        </p:tgtEl>
                                        <p:attrNameLst>
                                          <p:attrName>ppt_w</p:attrName>
                                        </p:attrNameLst>
                                      </p:cBhvr>
                                      <p:tavLst>
                                        <p:tav tm="0">
                                          <p:val>
                                            <p:fltVal val="0"/>
                                          </p:val>
                                        </p:tav>
                                        <p:tav tm="100000">
                                          <p:val>
                                            <p:strVal val="#ppt_w"/>
                                          </p:val>
                                        </p:tav>
                                      </p:tavLst>
                                    </p:anim>
                                    <p:anim calcmode="lin" valueType="num">
                                      <p:cBhvr>
                                        <p:cTn id="22" dur="500" fill="hold"/>
                                        <p:tgtEl>
                                          <p:spTgt spid="44"/>
                                        </p:tgtEl>
                                        <p:attrNameLst>
                                          <p:attrName>ppt_h</p:attrName>
                                        </p:attrNameLst>
                                      </p:cBhvr>
                                      <p:tavLst>
                                        <p:tav tm="0">
                                          <p:val>
                                            <p:fltVal val="0"/>
                                          </p:val>
                                        </p:tav>
                                        <p:tav tm="100000">
                                          <p:val>
                                            <p:strVal val="#ppt_h"/>
                                          </p:val>
                                        </p:tav>
                                      </p:tavLst>
                                    </p:anim>
                                    <p:animEffect transition="in" filter="fade">
                                      <p:cBhvr>
                                        <p:cTn id="23" dur="500"/>
                                        <p:tgtEl>
                                          <p:spTgt spid="44"/>
                                        </p:tgtEl>
                                      </p:cBhvr>
                                    </p:animEffect>
                                  </p:childTnLst>
                                </p:cTn>
                              </p:par>
                            </p:childTnLst>
                          </p:cTn>
                        </p:par>
                        <p:par>
                          <p:cTn id="24" fill="hold">
                            <p:stCondLst>
                              <p:cond delay="2000"/>
                            </p:stCondLst>
                            <p:childTnLst>
                              <p:par>
                                <p:cTn id="25" presetID="53" presetClass="entr" presetSubtype="0" fill="hold" grpId="0" nodeType="after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p:cTn id="27" dur="500" fill="hold"/>
                                        <p:tgtEl>
                                          <p:spTgt spid="8"/>
                                        </p:tgtEl>
                                        <p:attrNameLst>
                                          <p:attrName>ppt_w</p:attrName>
                                        </p:attrNameLst>
                                      </p:cBhvr>
                                      <p:tavLst>
                                        <p:tav tm="0">
                                          <p:val>
                                            <p:fltVal val="0"/>
                                          </p:val>
                                        </p:tav>
                                        <p:tav tm="100000">
                                          <p:val>
                                            <p:strVal val="#ppt_w"/>
                                          </p:val>
                                        </p:tav>
                                      </p:tavLst>
                                    </p:anim>
                                    <p:anim calcmode="lin" valueType="num">
                                      <p:cBhvr>
                                        <p:cTn id="28" dur="500" fill="hold"/>
                                        <p:tgtEl>
                                          <p:spTgt spid="8"/>
                                        </p:tgtEl>
                                        <p:attrNameLst>
                                          <p:attrName>ppt_h</p:attrName>
                                        </p:attrNameLst>
                                      </p:cBhvr>
                                      <p:tavLst>
                                        <p:tav tm="0">
                                          <p:val>
                                            <p:fltVal val="0"/>
                                          </p:val>
                                        </p:tav>
                                        <p:tav tm="100000">
                                          <p:val>
                                            <p:strVal val="#ppt_h"/>
                                          </p:val>
                                        </p:tav>
                                      </p:tavLst>
                                    </p:anim>
                                    <p:animEffect transition="in" filter="fade">
                                      <p:cBhvr>
                                        <p:cTn id="29" dur="500"/>
                                        <p:tgtEl>
                                          <p:spTgt spid="8"/>
                                        </p:tgtEl>
                                      </p:cBhvr>
                                    </p:animEffect>
                                  </p:childTnLst>
                                </p:cTn>
                              </p:par>
                              <p:par>
                                <p:cTn id="30" presetID="53" presetClass="entr" presetSubtype="0" fill="hold" grpId="0" nodeType="withEffect">
                                  <p:stCondLst>
                                    <p:cond delay="0"/>
                                  </p:stCondLst>
                                  <p:childTnLst>
                                    <p:set>
                                      <p:cBhvr>
                                        <p:cTn id="31" dur="1" fill="hold">
                                          <p:stCondLst>
                                            <p:cond delay="0"/>
                                          </p:stCondLst>
                                        </p:cTn>
                                        <p:tgtEl>
                                          <p:spTgt spid="13"/>
                                        </p:tgtEl>
                                        <p:attrNameLst>
                                          <p:attrName>style.visibility</p:attrName>
                                        </p:attrNameLst>
                                      </p:cBhvr>
                                      <p:to>
                                        <p:strVal val="visible"/>
                                      </p:to>
                                    </p:set>
                                    <p:anim calcmode="lin" valueType="num">
                                      <p:cBhvr>
                                        <p:cTn id="32" dur="500" fill="hold"/>
                                        <p:tgtEl>
                                          <p:spTgt spid="13"/>
                                        </p:tgtEl>
                                        <p:attrNameLst>
                                          <p:attrName>ppt_w</p:attrName>
                                        </p:attrNameLst>
                                      </p:cBhvr>
                                      <p:tavLst>
                                        <p:tav tm="0">
                                          <p:val>
                                            <p:fltVal val="0"/>
                                          </p:val>
                                        </p:tav>
                                        <p:tav tm="100000">
                                          <p:val>
                                            <p:strVal val="#ppt_w"/>
                                          </p:val>
                                        </p:tav>
                                      </p:tavLst>
                                    </p:anim>
                                    <p:anim calcmode="lin" valueType="num">
                                      <p:cBhvr>
                                        <p:cTn id="33" dur="500" fill="hold"/>
                                        <p:tgtEl>
                                          <p:spTgt spid="13"/>
                                        </p:tgtEl>
                                        <p:attrNameLst>
                                          <p:attrName>ppt_h</p:attrName>
                                        </p:attrNameLst>
                                      </p:cBhvr>
                                      <p:tavLst>
                                        <p:tav tm="0">
                                          <p:val>
                                            <p:fltVal val="0"/>
                                          </p:val>
                                        </p:tav>
                                        <p:tav tm="100000">
                                          <p:val>
                                            <p:strVal val="#ppt_h"/>
                                          </p:val>
                                        </p:tav>
                                      </p:tavLst>
                                    </p:anim>
                                    <p:animEffect transition="in" filter="fade">
                                      <p:cBhvr>
                                        <p:cTn id="34" dur="500"/>
                                        <p:tgtEl>
                                          <p:spTgt spid="13"/>
                                        </p:tgtEl>
                                      </p:cBhvr>
                                    </p:animEffect>
                                  </p:childTnLst>
                                </p:cTn>
                              </p:par>
                            </p:childTnLst>
                          </p:cTn>
                        </p:par>
                        <p:par>
                          <p:cTn id="35" fill="hold">
                            <p:stCondLst>
                              <p:cond delay="2500"/>
                            </p:stCondLst>
                            <p:childTnLst>
                              <p:par>
                                <p:cTn id="36" presetID="53" presetClass="entr" presetSubtype="0" fill="hold" grpId="0" nodeType="afterEffect">
                                  <p:stCondLst>
                                    <p:cond delay="0"/>
                                  </p:stCondLst>
                                  <p:childTnLst>
                                    <p:set>
                                      <p:cBhvr>
                                        <p:cTn id="37" dur="1" fill="hold">
                                          <p:stCondLst>
                                            <p:cond delay="0"/>
                                          </p:stCondLst>
                                        </p:cTn>
                                        <p:tgtEl>
                                          <p:spTgt spid="27"/>
                                        </p:tgtEl>
                                        <p:attrNameLst>
                                          <p:attrName>style.visibility</p:attrName>
                                        </p:attrNameLst>
                                      </p:cBhvr>
                                      <p:to>
                                        <p:strVal val="visible"/>
                                      </p:to>
                                    </p:set>
                                    <p:anim calcmode="lin" valueType="num">
                                      <p:cBhvr>
                                        <p:cTn id="38" dur="500" fill="hold"/>
                                        <p:tgtEl>
                                          <p:spTgt spid="27"/>
                                        </p:tgtEl>
                                        <p:attrNameLst>
                                          <p:attrName>ppt_w</p:attrName>
                                        </p:attrNameLst>
                                      </p:cBhvr>
                                      <p:tavLst>
                                        <p:tav tm="0">
                                          <p:val>
                                            <p:fltVal val="0"/>
                                          </p:val>
                                        </p:tav>
                                        <p:tav tm="100000">
                                          <p:val>
                                            <p:strVal val="#ppt_w"/>
                                          </p:val>
                                        </p:tav>
                                      </p:tavLst>
                                    </p:anim>
                                    <p:anim calcmode="lin" valueType="num">
                                      <p:cBhvr>
                                        <p:cTn id="39" dur="500" fill="hold"/>
                                        <p:tgtEl>
                                          <p:spTgt spid="27"/>
                                        </p:tgtEl>
                                        <p:attrNameLst>
                                          <p:attrName>ppt_h</p:attrName>
                                        </p:attrNameLst>
                                      </p:cBhvr>
                                      <p:tavLst>
                                        <p:tav tm="0">
                                          <p:val>
                                            <p:fltVal val="0"/>
                                          </p:val>
                                        </p:tav>
                                        <p:tav tm="100000">
                                          <p:val>
                                            <p:strVal val="#ppt_h"/>
                                          </p:val>
                                        </p:tav>
                                      </p:tavLst>
                                    </p:anim>
                                    <p:animEffect transition="in" filter="fade">
                                      <p:cBhvr>
                                        <p:cTn id="40" dur="500"/>
                                        <p:tgtEl>
                                          <p:spTgt spid="27"/>
                                        </p:tgtEl>
                                      </p:cBhvr>
                                    </p:animEffect>
                                  </p:childTnLst>
                                </p:cTn>
                              </p:par>
                              <p:par>
                                <p:cTn id="41" presetID="2" presetClass="entr" presetSubtype="8" accel="50000" decel="50000"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 calcmode="lin" valueType="num">
                                      <p:cBhvr additive="base">
                                        <p:cTn id="43" dur="500" fill="hold"/>
                                        <p:tgtEl>
                                          <p:spTgt spid="18"/>
                                        </p:tgtEl>
                                        <p:attrNameLst>
                                          <p:attrName>ppt_x</p:attrName>
                                        </p:attrNameLst>
                                      </p:cBhvr>
                                      <p:tavLst>
                                        <p:tav tm="0">
                                          <p:val>
                                            <p:strVal val="0-#ppt_w/2"/>
                                          </p:val>
                                        </p:tav>
                                        <p:tav tm="100000">
                                          <p:val>
                                            <p:strVal val="#ppt_x"/>
                                          </p:val>
                                        </p:tav>
                                      </p:tavLst>
                                    </p:anim>
                                    <p:anim calcmode="lin" valueType="num">
                                      <p:cBhvr additive="base">
                                        <p:cTn id="44" dur="500" fill="hold"/>
                                        <p:tgtEl>
                                          <p:spTgt spid="18"/>
                                        </p:tgtEl>
                                        <p:attrNameLst>
                                          <p:attrName>ppt_y</p:attrName>
                                        </p:attrNameLst>
                                      </p:cBhvr>
                                      <p:tavLst>
                                        <p:tav tm="0">
                                          <p:val>
                                            <p:strVal val="#ppt_y"/>
                                          </p:val>
                                        </p:tav>
                                        <p:tav tm="100000">
                                          <p:val>
                                            <p:strVal val="#ppt_y"/>
                                          </p:val>
                                        </p:tav>
                                      </p:tavLst>
                                    </p:anim>
                                  </p:childTnLst>
                                </p:cTn>
                              </p:par>
                            </p:childTnLst>
                          </p:cTn>
                        </p:par>
                        <p:par>
                          <p:cTn id="45" fill="hold">
                            <p:stCondLst>
                              <p:cond delay="3000"/>
                            </p:stCondLst>
                            <p:childTnLst>
                              <p:par>
                                <p:cTn id="46" presetID="53" presetClass="entr" presetSubtype="0" fill="hold" grpId="0" nodeType="afterEffect">
                                  <p:stCondLst>
                                    <p:cond delay="0"/>
                                  </p:stCondLst>
                                  <p:childTnLst>
                                    <p:set>
                                      <p:cBhvr>
                                        <p:cTn id="47" dur="1" fill="hold">
                                          <p:stCondLst>
                                            <p:cond delay="0"/>
                                          </p:stCondLst>
                                        </p:cTn>
                                        <p:tgtEl>
                                          <p:spTgt spid="23"/>
                                        </p:tgtEl>
                                        <p:attrNameLst>
                                          <p:attrName>style.visibility</p:attrName>
                                        </p:attrNameLst>
                                      </p:cBhvr>
                                      <p:to>
                                        <p:strVal val="visible"/>
                                      </p:to>
                                    </p:set>
                                    <p:anim calcmode="lin" valueType="num">
                                      <p:cBhvr>
                                        <p:cTn id="48" dur="500" fill="hold"/>
                                        <p:tgtEl>
                                          <p:spTgt spid="23"/>
                                        </p:tgtEl>
                                        <p:attrNameLst>
                                          <p:attrName>ppt_w</p:attrName>
                                        </p:attrNameLst>
                                      </p:cBhvr>
                                      <p:tavLst>
                                        <p:tav tm="0">
                                          <p:val>
                                            <p:fltVal val="0"/>
                                          </p:val>
                                        </p:tav>
                                        <p:tav tm="100000">
                                          <p:val>
                                            <p:strVal val="#ppt_w"/>
                                          </p:val>
                                        </p:tav>
                                      </p:tavLst>
                                    </p:anim>
                                    <p:anim calcmode="lin" valueType="num">
                                      <p:cBhvr>
                                        <p:cTn id="49" dur="500" fill="hold"/>
                                        <p:tgtEl>
                                          <p:spTgt spid="23"/>
                                        </p:tgtEl>
                                        <p:attrNameLst>
                                          <p:attrName>ppt_h</p:attrName>
                                        </p:attrNameLst>
                                      </p:cBhvr>
                                      <p:tavLst>
                                        <p:tav tm="0">
                                          <p:val>
                                            <p:fltVal val="0"/>
                                          </p:val>
                                        </p:tav>
                                        <p:tav tm="100000">
                                          <p:val>
                                            <p:strVal val="#ppt_h"/>
                                          </p:val>
                                        </p:tav>
                                      </p:tavLst>
                                    </p:anim>
                                    <p:animEffect transition="in" filter="fade">
                                      <p:cBhvr>
                                        <p:cTn id="50" dur="500"/>
                                        <p:tgtEl>
                                          <p:spTgt spid="23"/>
                                        </p:tgtEl>
                                      </p:cBhvr>
                                    </p:animEffect>
                                  </p:childTnLst>
                                </p:cTn>
                              </p:par>
                              <p:par>
                                <p:cTn id="51" presetID="53" presetClass="entr" presetSubtype="0" fill="hold" grpId="0" nodeType="withEffect">
                                  <p:stCondLst>
                                    <p:cond delay="0"/>
                                  </p:stCondLst>
                                  <p:childTnLst>
                                    <p:set>
                                      <p:cBhvr>
                                        <p:cTn id="52" dur="1" fill="hold">
                                          <p:stCondLst>
                                            <p:cond delay="0"/>
                                          </p:stCondLst>
                                        </p:cTn>
                                        <p:tgtEl>
                                          <p:spTgt spid="24"/>
                                        </p:tgtEl>
                                        <p:attrNameLst>
                                          <p:attrName>style.visibility</p:attrName>
                                        </p:attrNameLst>
                                      </p:cBhvr>
                                      <p:to>
                                        <p:strVal val="visible"/>
                                      </p:to>
                                    </p:set>
                                    <p:anim calcmode="lin" valueType="num">
                                      <p:cBhvr>
                                        <p:cTn id="53" dur="500" fill="hold"/>
                                        <p:tgtEl>
                                          <p:spTgt spid="24"/>
                                        </p:tgtEl>
                                        <p:attrNameLst>
                                          <p:attrName>ppt_w</p:attrName>
                                        </p:attrNameLst>
                                      </p:cBhvr>
                                      <p:tavLst>
                                        <p:tav tm="0">
                                          <p:val>
                                            <p:fltVal val="0"/>
                                          </p:val>
                                        </p:tav>
                                        <p:tav tm="100000">
                                          <p:val>
                                            <p:strVal val="#ppt_w"/>
                                          </p:val>
                                        </p:tav>
                                      </p:tavLst>
                                    </p:anim>
                                    <p:anim calcmode="lin" valueType="num">
                                      <p:cBhvr>
                                        <p:cTn id="54" dur="500" fill="hold"/>
                                        <p:tgtEl>
                                          <p:spTgt spid="24"/>
                                        </p:tgtEl>
                                        <p:attrNameLst>
                                          <p:attrName>ppt_h</p:attrName>
                                        </p:attrNameLst>
                                      </p:cBhvr>
                                      <p:tavLst>
                                        <p:tav tm="0">
                                          <p:val>
                                            <p:fltVal val="0"/>
                                          </p:val>
                                        </p:tav>
                                        <p:tav tm="100000">
                                          <p:val>
                                            <p:strVal val="#ppt_h"/>
                                          </p:val>
                                        </p:tav>
                                      </p:tavLst>
                                    </p:anim>
                                    <p:animEffect transition="in" filter="fade">
                                      <p:cBhvr>
                                        <p:cTn id="55" dur="500"/>
                                        <p:tgtEl>
                                          <p:spTgt spid="24"/>
                                        </p:tgtEl>
                                      </p:cBhvr>
                                    </p:animEffect>
                                  </p:childTnLst>
                                </p:cTn>
                              </p:par>
                            </p:childTnLst>
                          </p:cTn>
                        </p:par>
                        <p:par>
                          <p:cTn id="56" fill="hold">
                            <p:stCondLst>
                              <p:cond delay="3500"/>
                            </p:stCondLst>
                            <p:childTnLst>
                              <p:par>
                                <p:cTn id="57" presetID="53" presetClass="entr" presetSubtype="0" fill="hold" grpId="0" nodeType="after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p:cTn id="59" dur="500" fill="hold"/>
                                        <p:tgtEl>
                                          <p:spTgt spid="28"/>
                                        </p:tgtEl>
                                        <p:attrNameLst>
                                          <p:attrName>ppt_w</p:attrName>
                                        </p:attrNameLst>
                                      </p:cBhvr>
                                      <p:tavLst>
                                        <p:tav tm="0">
                                          <p:val>
                                            <p:fltVal val="0"/>
                                          </p:val>
                                        </p:tav>
                                        <p:tav tm="100000">
                                          <p:val>
                                            <p:strVal val="#ppt_w"/>
                                          </p:val>
                                        </p:tav>
                                      </p:tavLst>
                                    </p:anim>
                                    <p:anim calcmode="lin" valueType="num">
                                      <p:cBhvr>
                                        <p:cTn id="60" dur="500" fill="hold"/>
                                        <p:tgtEl>
                                          <p:spTgt spid="28"/>
                                        </p:tgtEl>
                                        <p:attrNameLst>
                                          <p:attrName>ppt_h</p:attrName>
                                        </p:attrNameLst>
                                      </p:cBhvr>
                                      <p:tavLst>
                                        <p:tav tm="0">
                                          <p:val>
                                            <p:fltVal val="0"/>
                                          </p:val>
                                        </p:tav>
                                        <p:tav tm="100000">
                                          <p:val>
                                            <p:strVal val="#ppt_h"/>
                                          </p:val>
                                        </p:tav>
                                      </p:tavLst>
                                    </p:anim>
                                    <p:animEffect transition="in" filter="fade">
                                      <p:cBhvr>
                                        <p:cTn id="61" dur="500"/>
                                        <p:tgtEl>
                                          <p:spTgt spid="28"/>
                                        </p:tgtEl>
                                      </p:cBhvr>
                                    </p:animEffect>
                                  </p:childTnLst>
                                </p:cTn>
                              </p:par>
                              <p:par>
                                <p:cTn id="62" presetID="2" presetClass="entr" presetSubtype="8" accel="50000" decel="50000" fill="hold" grpId="0" nodeType="withEffect">
                                  <p:stCondLst>
                                    <p:cond delay="0"/>
                                  </p:stCondLst>
                                  <p:childTnLst>
                                    <p:set>
                                      <p:cBhvr>
                                        <p:cTn id="63" dur="1" fill="hold">
                                          <p:stCondLst>
                                            <p:cond delay="0"/>
                                          </p:stCondLst>
                                        </p:cTn>
                                        <p:tgtEl>
                                          <p:spTgt spid="26"/>
                                        </p:tgtEl>
                                        <p:attrNameLst>
                                          <p:attrName>style.visibility</p:attrName>
                                        </p:attrNameLst>
                                      </p:cBhvr>
                                      <p:to>
                                        <p:strVal val="visible"/>
                                      </p:to>
                                    </p:set>
                                    <p:anim calcmode="lin" valueType="num">
                                      <p:cBhvr additive="base">
                                        <p:cTn id="64" dur="500" fill="hold"/>
                                        <p:tgtEl>
                                          <p:spTgt spid="26"/>
                                        </p:tgtEl>
                                        <p:attrNameLst>
                                          <p:attrName>ppt_x</p:attrName>
                                        </p:attrNameLst>
                                      </p:cBhvr>
                                      <p:tavLst>
                                        <p:tav tm="0">
                                          <p:val>
                                            <p:strVal val="0-#ppt_w/2"/>
                                          </p:val>
                                        </p:tav>
                                        <p:tav tm="100000">
                                          <p:val>
                                            <p:strVal val="#ppt_x"/>
                                          </p:val>
                                        </p:tav>
                                      </p:tavLst>
                                    </p:anim>
                                    <p:anim calcmode="lin" valueType="num">
                                      <p:cBhvr additive="base">
                                        <p:cTn id="65" dur="500" fill="hold"/>
                                        <p:tgtEl>
                                          <p:spTgt spid="26"/>
                                        </p:tgtEl>
                                        <p:attrNameLst>
                                          <p:attrName>ppt_y</p:attrName>
                                        </p:attrNameLst>
                                      </p:cBhvr>
                                      <p:tavLst>
                                        <p:tav tm="0">
                                          <p:val>
                                            <p:strVal val="#ppt_y"/>
                                          </p:val>
                                        </p:tav>
                                        <p:tav tm="100000">
                                          <p:val>
                                            <p:strVal val="#ppt_y"/>
                                          </p:val>
                                        </p:tav>
                                      </p:tavLst>
                                    </p:anim>
                                  </p:childTnLst>
                                </p:cTn>
                              </p:par>
                            </p:childTnLst>
                          </p:cTn>
                        </p:par>
                        <p:par>
                          <p:cTn id="66" fill="hold">
                            <p:stCondLst>
                              <p:cond delay="4000"/>
                            </p:stCondLst>
                            <p:childTnLst>
                              <p:par>
                                <p:cTn id="67" presetID="53" presetClass="entr" presetSubtype="0" fill="hold" grpId="0" nodeType="afterEffect">
                                  <p:stCondLst>
                                    <p:cond delay="0"/>
                                  </p:stCondLst>
                                  <p:childTnLst>
                                    <p:set>
                                      <p:cBhvr>
                                        <p:cTn id="68" dur="1" fill="hold">
                                          <p:stCondLst>
                                            <p:cond delay="0"/>
                                          </p:stCondLst>
                                        </p:cTn>
                                        <p:tgtEl>
                                          <p:spTgt spid="9"/>
                                        </p:tgtEl>
                                        <p:attrNameLst>
                                          <p:attrName>style.visibility</p:attrName>
                                        </p:attrNameLst>
                                      </p:cBhvr>
                                      <p:to>
                                        <p:strVal val="visible"/>
                                      </p:to>
                                    </p:set>
                                    <p:anim calcmode="lin" valueType="num">
                                      <p:cBhvr>
                                        <p:cTn id="69" dur="500" fill="hold"/>
                                        <p:tgtEl>
                                          <p:spTgt spid="9"/>
                                        </p:tgtEl>
                                        <p:attrNameLst>
                                          <p:attrName>ppt_w</p:attrName>
                                        </p:attrNameLst>
                                      </p:cBhvr>
                                      <p:tavLst>
                                        <p:tav tm="0">
                                          <p:val>
                                            <p:fltVal val="0"/>
                                          </p:val>
                                        </p:tav>
                                        <p:tav tm="100000">
                                          <p:val>
                                            <p:strVal val="#ppt_w"/>
                                          </p:val>
                                        </p:tav>
                                      </p:tavLst>
                                    </p:anim>
                                    <p:anim calcmode="lin" valueType="num">
                                      <p:cBhvr>
                                        <p:cTn id="70" dur="500" fill="hold"/>
                                        <p:tgtEl>
                                          <p:spTgt spid="9"/>
                                        </p:tgtEl>
                                        <p:attrNameLst>
                                          <p:attrName>ppt_h</p:attrName>
                                        </p:attrNameLst>
                                      </p:cBhvr>
                                      <p:tavLst>
                                        <p:tav tm="0">
                                          <p:val>
                                            <p:fltVal val="0"/>
                                          </p:val>
                                        </p:tav>
                                        <p:tav tm="100000">
                                          <p:val>
                                            <p:strVal val="#ppt_h"/>
                                          </p:val>
                                        </p:tav>
                                      </p:tavLst>
                                    </p:anim>
                                    <p:animEffect transition="in" filter="fade">
                                      <p:cBhvr>
                                        <p:cTn id="71" dur="500"/>
                                        <p:tgtEl>
                                          <p:spTgt spid="9"/>
                                        </p:tgtEl>
                                      </p:cBhvr>
                                    </p:animEffect>
                                  </p:childTnLst>
                                </p:cTn>
                              </p:par>
                              <p:par>
                                <p:cTn id="72" presetID="53" presetClass="entr" presetSubtype="0" fill="hold" grpId="0" nodeType="withEffect">
                                  <p:stCondLst>
                                    <p:cond delay="0"/>
                                  </p:stCondLst>
                                  <p:childTnLst>
                                    <p:set>
                                      <p:cBhvr>
                                        <p:cTn id="73" dur="1" fill="hold">
                                          <p:stCondLst>
                                            <p:cond delay="0"/>
                                          </p:stCondLst>
                                        </p:cTn>
                                        <p:tgtEl>
                                          <p:spTgt spid="16"/>
                                        </p:tgtEl>
                                        <p:attrNameLst>
                                          <p:attrName>style.visibility</p:attrName>
                                        </p:attrNameLst>
                                      </p:cBhvr>
                                      <p:to>
                                        <p:strVal val="visible"/>
                                      </p:to>
                                    </p:set>
                                    <p:anim calcmode="lin" valueType="num">
                                      <p:cBhvr>
                                        <p:cTn id="74" dur="500" fill="hold"/>
                                        <p:tgtEl>
                                          <p:spTgt spid="16"/>
                                        </p:tgtEl>
                                        <p:attrNameLst>
                                          <p:attrName>ppt_w</p:attrName>
                                        </p:attrNameLst>
                                      </p:cBhvr>
                                      <p:tavLst>
                                        <p:tav tm="0">
                                          <p:val>
                                            <p:fltVal val="0"/>
                                          </p:val>
                                        </p:tav>
                                        <p:tav tm="100000">
                                          <p:val>
                                            <p:strVal val="#ppt_w"/>
                                          </p:val>
                                        </p:tav>
                                      </p:tavLst>
                                    </p:anim>
                                    <p:anim calcmode="lin" valueType="num">
                                      <p:cBhvr>
                                        <p:cTn id="75" dur="500" fill="hold"/>
                                        <p:tgtEl>
                                          <p:spTgt spid="16"/>
                                        </p:tgtEl>
                                        <p:attrNameLst>
                                          <p:attrName>ppt_h</p:attrName>
                                        </p:attrNameLst>
                                      </p:cBhvr>
                                      <p:tavLst>
                                        <p:tav tm="0">
                                          <p:val>
                                            <p:fltVal val="0"/>
                                          </p:val>
                                        </p:tav>
                                        <p:tav tm="100000">
                                          <p:val>
                                            <p:strVal val="#ppt_h"/>
                                          </p:val>
                                        </p:tav>
                                      </p:tavLst>
                                    </p:anim>
                                    <p:animEffect transition="in" filter="fade">
                                      <p:cBhvr>
                                        <p:cTn id="76" dur="500"/>
                                        <p:tgtEl>
                                          <p:spTgt spid="16"/>
                                        </p:tgtEl>
                                      </p:cBhvr>
                                    </p:animEffect>
                                  </p:childTnLst>
                                </p:cTn>
                              </p:par>
                            </p:childTnLst>
                          </p:cTn>
                        </p:par>
                        <p:par>
                          <p:cTn id="77" fill="hold">
                            <p:stCondLst>
                              <p:cond delay="4500"/>
                            </p:stCondLst>
                            <p:childTnLst>
                              <p:par>
                                <p:cTn id="78" presetID="53" presetClass="entr" presetSubtype="0" fill="hold" grpId="0" nodeType="afterEffect">
                                  <p:stCondLst>
                                    <p:cond delay="0"/>
                                  </p:stCondLst>
                                  <p:childTnLst>
                                    <p:set>
                                      <p:cBhvr>
                                        <p:cTn id="79" dur="1" fill="hold">
                                          <p:stCondLst>
                                            <p:cond delay="0"/>
                                          </p:stCondLst>
                                        </p:cTn>
                                        <p:tgtEl>
                                          <p:spTgt spid="25"/>
                                        </p:tgtEl>
                                        <p:attrNameLst>
                                          <p:attrName>style.visibility</p:attrName>
                                        </p:attrNameLst>
                                      </p:cBhvr>
                                      <p:to>
                                        <p:strVal val="visible"/>
                                      </p:to>
                                    </p:set>
                                    <p:anim calcmode="lin" valueType="num">
                                      <p:cBhvr>
                                        <p:cTn id="80" dur="500" fill="hold"/>
                                        <p:tgtEl>
                                          <p:spTgt spid="25"/>
                                        </p:tgtEl>
                                        <p:attrNameLst>
                                          <p:attrName>ppt_w</p:attrName>
                                        </p:attrNameLst>
                                      </p:cBhvr>
                                      <p:tavLst>
                                        <p:tav tm="0">
                                          <p:val>
                                            <p:fltVal val="0"/>
                                          </p:val>
                                        </p:tav>
                                        <p:tav tm="100000">
                                          <p:val>
                                            <p:strVal val="#ppt_w"/>
                                          </p:val>
                                        </p:tav>
                                      </p:tavLst>
                                    </p:anim>
                                    <p:anim calcmode="lin" valueType="num">
                                      <p:cBhvr>
                                        <p:cTn id="81" dur="500" fill="hold"/>
                                        <p:tgtEl>
                                          <p:spTgt spid="25"/>
                                        </p:tgtEl>
                                        <p:attrNameLst>
                                          <p:attrName>ppt_h</p:attrName>
                                        </p:attrNameLst>
                                      </p:cBhvr>
                                      <p:tavLst>
                                        <p:tav tm="0">
                                          <p:val>
                                            <p:fltVal val="0"/>
                                          </p:val>
                                        </p:tav>
                                        <p:tav tm="100000">
                                          <p:val>
                                            <p:strVal val="#ppt_h"/>
                                          </p:val>
                                        </p:tav>
                                      </p:tavLst>
                                    </p:anim>
                                    <p:animEffect transition="in" filter="fade">
                                      <p:cBhvr>
                                        <p:cTn id="82" dur="500"/>
                                        <p:tgtEl>
                                          <p:spTgt spid="25"/>
                                        </p:tgtEl>
                                      </p:cBhvr>
                                    </p:animEffect>
                                  </p:childTnLst>
                                </p:cTn>
                              </p:par>
                              <p:par>
                                <p:cTn id="83" presetID="2" presetClass="entr" presetSubtype="2" accel="50000" decel="50000" fill="hold" grpId="0" nodeType="withEffect">
                                  <p:stCondLst>
                                    <p:cond delay="0"/>
                                  </p:stCondLst>
                                  <p:childTnLst>
                                    <p:set>
                                      <p:cBhvr>
                                        <p:cTn id="84" dur="1" fill="hold">
                                          <p:stCondLst>
                                            <p:cond delay="0"/>
                                          </p:stCondLst>
                                        </p:cTn>
                                        <p:tgtEl>
                                          <p:spTgt spid="22"/>
                                        </p:tgtEl>
                                        <p:attrNameLst>
                                          <p:attrName>style.visibility</p:attrName>
                                        </p:attrNameLst>
                                      </p:cBhvr>
                                      <p:to>
                                        <p:strVal val="visible"/>
                                      </p:to>
                                    </p:set>
                                    <p:anim calcmode="lin" valueType="num">
                                      <p:cBhvr additive="base">
                                        <p:cTn id="85" dur="500" fill="hold"/>
                                        <p:tgtEl>
                                          <p:spTgt spid="22"/>
                                        </p:tgtEl>
                                        <p:attrNameLst>
                                          <p:attrName>ppt_x</p:attrName>
                                        </p:attrNameLst>
                                      </p:cBhvr>
                                      <p:tavLst>
                                        <p:tav tm="0">
                                          <p:val>
                                            <p:strVal val="1+#ppt_w/2"/>
                                          </p:val>
                                        </p:tav>
                                        <p:tav tm="100000">
                                          <p:val>
                                            <p:strVal val="#ppt_x"/>
                                          </p:val>
                                        </p:tav>
                                      </p:tavLst>
                                    </p:anim>
                                    <p:anim calcmode="lin" valueType="num">
                                      <p:cBhvr additive="base">
                                        <p:cTn id="86" dur="5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8" grpId="0" animBg="1"/>
      <p:bldP spid="9" grpId="0" animBg="1"/>
      <p:bldP spid="13" grpId="0" animBg="1"/>
      <p:bldP spid="16" grpId="0" animBg="1"/>
      <p:bldP spid="18" grpId="0"/>
      <p:bldP spid="22" grpId="0"/>
      <p:bldP spid="25" grpId="0" animBg="1"/>
      <p:bldP spid="27" grpId="0" animBg="1"/>
      <p:bldP spid="30" grpId="0" animBg="1"/>
      <p:bldP spid="37" grpId="0"/>
      <p:bldP spid="23" grpId="0" animBg="1"/>
      <p:bldP spid="24" grpId="0" animBg="1"/>
      <p:bldP spid="26" grpId="0"/>
      <p:bldP spid="28"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0"/>
          <p:cNvGrpSpPr/>
          <p:nvPr/>
        </p:nvGrpSpPr>
        <p:grpSpPr>
          <a:xfrm>
            <a:off x="4819302" y="4536371"/>
            <a:ext cx="2601029" cy="2601029"/>
            <a:chOff x="3614476" y="3221164"/>
            <a:chExt cx="1950772" cy="1950772"/>
          </a:xfrm>
        </p:grpSpPr>
        <p:sp>
          <p:nvSpPr>
            <p:cNvPr id="49" name="Chord 48"/>
            <p:cNvSpPr/>
            <p:nvPr/>
          </p:nvSpPr>
          <p:spPr>
            <a:xfrm rot="6300000">
              <a:off x="3614476" y="3221164"/>
              <a:ext cx="1950772" cy="1950772"/>
            </a:xfrm>
            <a:prstGeom prst="chord">
              <a:avLst>
                <a:gd name="adj1" fmla="val 4234771"/>
                <a:gd name="adj2" fmla="val 15531980"/>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0" name="Freeform 153"/>
            <p:cNvSpPr>
              <a:spLocks noEditPoints="1"/>
            </p:cNvSpPr>
            <p:nvPr/>
          </p:nvSpPr>
          <p:spPr bwMode="auto">
            <a:xfrm>
              <a:off x="4312763" y="3528584"/>
              <a:ext cx="554198" cy="561860"/>
            </a:xfrm>
            <a:custGeom>
              <a:avLst/>
              <a:gdLst/>
              <a:ahLst/>
              <a:cxnLst>
                <a:cxn ang="0">
                  <a:pos x="0" y="59"/>
                </a:cxn>
                <a:cxn ang="0">
                  <a:pos x="118" y="59"/>
                </a:cxn>
                <a:cxn ang="0">
                  <a:pos x="111" y="57"/>
                </a:cxn>
                <a:cxn ang="0">
                  <a:pos x="83" y="33"/>
                </a:cxn>
                <a:cxn ang="0">
                  <a:pos x="111" y="57"/>
                </a:cxn>
                <a:cxn ang="0">
                  <a:pos x="41" y="91"/>
                </a:cxn>
                <a:cxn ang="0">
                  <a:pos x="57" y="111"/>
                </a:cxn>
                <a:cxn ang="0">
                  <a:pos x="61" y="8"/>
                </a:cxn>
                <a:cxn ang="0">
                  <a:pos x="61" y="34"/>
                </a:cxn>
                <a:cxn ang="0">
                  <a:pos x="61" y="8"/>
                </a:cxn>
                <a:cxn ang="0">
                  <a:pos x="95" y="22"/>
                </a:cxn>
                <a:cxn ang="0">
                  <a:pos x="67" y="8"/>
                </a:cxn>
                <a:cxn ang="0">
                  <a:pos x="57" y="34"/>
                </a:cxn>
                <a:cxn ang="0">
                  <a:pos x="57" y="8"/>
                </a:cxn>
                <a:cxn ang="0">
                  <a:pos x="36" y="30"/>
                </a:cxn>
                <a:cxn ang="0">
                  <a:pos x="50" y="8"/>
                </a:cxn>
                <a:cxn ang="0">
                  <a:pos x="38" y="35"/>
                </a:cxn>
                <a:cxn ang="0">
                  <a:pos x="57" y="57"/>
                </a:cxn>
                <a:cxn ang="0">
                  <a:pos x="38" y="35"/>
                </a:cxn>
                <a:cxn ang="0">
                  <a:pos x="57" y="84"/>
                </a:cxn>
                <a:cxn ang="0">
                  <a:pos x="34" y="61"/>
                </a:cxn>
                <a:cxn ang="0">
                  <a:pos x="50" y="110"/>
                </a:cxn>
                <a:cxn ang="0">
                  <a:pos x="38" y="92"/>
                </a:cxn>
                <a:cxn ang="0">
                  <a:pos x="61" y="111"/>
                </a:cxn>
                <a:cxn ang="0">
                  <a:pos x="77" y="91"/>
                </a:cxn>
                <a:cxn ang="0">
                  <a:pos x="61" y="111"/>
                </a:cxn>
                <a:cxn ang="0">
                  <a:pos x="93" y="99"/>
                </a:cxn>
                <a:cxn ang="0">
                  <a:pos x="80" y="92"/>
                </a:cxn>
                <a:cxn ang="0">
                  <a:pos x="61" y="84"/>
                </a:cxn>
                <a:cxn ang="0">
                  <a:pos x="84" y="61"/>
                </a:cxn>
                <a:cxn ang="0">
                  <a:pos x="61" y="57"/>
                </a:cxn>
                <a:cxn ang="0">
                  <a:pos x="80" y="35"/>
                </a:cxn>
                <a:cxn ang="0">
                  <a:pos x="61" y="57"/>
                </a:cxn>
                <a:cxn ang="0">
                  <a:pos x="35" y="33"/>
                </a:cxn>
                <a:cxn ang="0">
                  <a:pos x="7" y="57"/>
                </a:cxn>
                <a:cxn ang="0">
                  <a:pos x="7" y="61"/>
                </a:cxn>
                <a:cxn ang="0">
                  <a:pos x="36" y="89"/>
                </a:cxn>
                <a:cxn ang="0">
                  <a:pos x="7" y="61"/>
                </a:cxn>
                <a:cxn ang="0">
                  <a:pos x="82" y="89"/>
                </a:cxn>
                <a:cxn ang="0">
                  <a:pos x="111" y="61"/>
                </a:cxn>
                <a:cxn ang="0">
                  <a:pos x="95" y="96"/>
                </a:cxn>
              </a:cxnLst>
              <a:rect l="0" t="0" r="r" b="b"/>
              <a:pathLst>
                <a:path w="118" h="119">
                  <a:moveTo>
                    <a:pt x="59" y="0"/>
                  </a:moveTo>
                  <a:cubicBezTo>
                    <a:pt x="26" y="0"/>
                    <a:pt x="0" y="27"/>
                    <a:pt x="0" y="59"/>
                  </a:cubicBezTo>
                  <a:cubicBezTo>
                    <a:pt x="0" y="92"/>
                    <a:pt x="26" y="119"/>
                    <a:pt x="59" y="119"/>
                  </a:cubicBezTo>
                  <a:cubicBezTo>
                    <a:pt x="92" y="119"/>
                    <a:pt x="118" y="92"/>
                    <a:pt x="118" y="59"/>
                  </a:cubicBezTo>
                  <a:cubicBezTo>
                    <a:pt x="118" y="27"/>
                    <a:pt x="92" y="0"/>
                    <a:pt x="59" y="0"/>
                  </a:cubicBezTo>
                  <a:close/>
                  <a:moveTo>
                    <a:pt x="111" y="57"/>
                  </a:moveTo>
                  <a:cubicBezTo>
                    <a:pt x="88" y="57"/>
                    <a:pt x="88" y="57"/>
                    <a:pt x="88" y="57"/>
                  </a:cubicBezTo>
                  <a:cubicBezTo>
                    <a:pt x="87" y="49"/>
                    <a:pt x="86" y="41"/>
                    <a:pt x="83" y="33"/>
                  </a:cubicBezTo>
                  <a:cubicBezTo>
                    <a:pt x="88" y="31"/>
                    <a:pt x="93" y="28"/>
                    <a:pt x="98" y="25"/>
                  </a:cubicBezTo>
                  <a:cubicBezTo>
                    <a:pt x="105" y="34"/>
                    <a:pt x="110" y="45"/>
                    <a:pt x="111" y="57"/>
                  </a:cubicBezTo>
                  <a:close/>
                  <a:moveTo>
                    <a:pt x="57" y="111"/>
                  </a:moveTo>
                  <a:cubicBezTo>
                    <a:pt x="50" y="106"/>
                    <a:pt x="45" y="99"/>
                    <a:pt x="41" y="91"/>
                  </a:cubicBezTo>
                  <a:cubicBezTo>
                    <a:pt x="46" y="89"/>
                    <a:pt x="52" y="88"/>
                    <a:pt x="57" y="88"/>
                  </a:cubicBezTo>
                  <a:cubicBezTo>
                    <a:pt x="57" y="111"/>
                    <a:pt x="57" y="111"/>
                    <a:pt x="57" y="111"/>
                  </a:cubicBezTo>
                  <a:cubicBezTo>
                    <a:pt x="57" y="111"/>
                    <a:pt x="57" y="111"/>
                    <a:pt x="57" y="111"/>
                  </a:cubicBezTo>
                  <a:close/>
                  <a:moveTo>
                    <a:pt x="61" y="8"/>
                  </a:moveTo>
                  <a:cubicBezTo>
                    <a:pt x="68" y="14"/>
                    <a:pt x="74" y="22"/>
                    <a:pt x="78" y="31"/>
                  </a:cubicBezTo>
                  <a:cubicBezTo>
                    <a:pt x="73" y="33"/>
                    <a:pt x="67" y="34"/>
                    <a:pt x="61" y="34"/>
                  </a:cubicBezTo>
                  <a:cubicBezTo>
                    <a:pt x="61" y="8"/>
                    <a:pt x="61" y="8"/>
                    <a:pt x="61" y="8"/>
                  </a:cubicBezTo>
                  <a:cubicBezTo>
                    <a:pt x="61" y="8"/>
                    <a:pt x="61" y="8"/>
                    <a:pt x="61" y="8"/>
                  </a:cubicBezTo>
                  <a:close/>
                  <a:moveTo>
                    <a:pt x="67" y="8"/>
                  </a:moveTo>
                  <a:cubicBezTo>
                    <a:pt x="78" y="10"/>
                    <a:pt x="88" y="15"/>
                    <a:pt x="95" y="22"/>
                  </a:cubicBezTo>
                  <a:cubicBezTo>
                    <a:pt x="91" y="25"/>
                    <a:pt x="87" y="28"/>
                    <a:pt x="82" y="30"/>
                  </a:cubicBezTo>
                  <a:cubicBezTo>
                    <a:pt x="78" y="22"/>
                    <a:pt x="73" y="14"/>
                    <a:pt x="67" y="8"/>
                  </a:cubicBezTo>
                  <a:close/>
                  <a:moveTo>
                    <a:pt x="57" y="8"/>
                  </a:moveTo>
                  <a:cubicBezTo>
                    <a:pt x="57" y="34"/>
                    <a:pt x="57" y="34"/>
                    <a:pt x="57" y="34"/>
                  </a:cubicBezTo>
                  <a:cubicBezTo>
                    <a:pt x="51" y="34"/>
                    <a:pt x="45" y="33"/>
                    <a:pt x="40" y="31"/>
                  </a:cubicBezTo>
                  <a:cubicBezTo>
                    <a:pt x="44" y="22"/>
                    <a:pt x="50" y="14"/>
                    <a:pt x="57" y="8"/>
                  </a:cubicBezTo>
                  <a:cubicBezTo>
                    <a:pt x="57" y="8"/>
                    <a:pt x="57" y="8"/>
                    <a:pt x="57" y="8"/>
                  </a:cubicBezTo>
                  <a:close/>
                  <a:moveTo>
                    <a:pt x="36" y="30"/>
                  </a:moveTo>
                  <a:cubicBezTo>
                    <a:pt x="31" y="28"/>
                    <a:pt x="27" y="25"/>
                    <a:pt x="23" y="22"/>
                  </a:cubicBezTo>
                  <a:cubicBezTo>
                    <a:pt x="30" y="15"/>
                    <a:pt x="40" y="10"/>
                    <a:pt x="50" y="8"/>
                  </a:cubicBezTo>
                  <a:cubicBezTo>
                    <a:pt x="45" y="14"/>
                    <a:pt x="40" y="22"/>
                    <a:pt x="36" y="30"/>
                  </a:cubicBezTo>
                  <a:close/>
                  <a:moveTo>
                    <a:pt x="38" y="35"/>
                  </a:moveTo>
                  <a:cubicBezTo>
                    <a:pt x="44" y="37"/>
                    <a:pt x="50" y="38"/>
                    <a:pt x="57" y="38"/>
                  </a:cubicBezTo>
                  <a:cubicBezTo>
                    <a:pt x="57" y="57"/>
                    <a:pt x="57" y="57"/>
                    <a:pt x="57" y="57"/>
                  </a:cubicBezTo>
                  <a:cubicBezTo>
                    <a:pt x="34" y="57"/>
                    <a:pt x="34" y="57"/>
                    <a:pt x="34" y="57"/>
                  </a:cubicBezTo>
                  <a:cubicBezTo>
                    <a:pt x="34" y="49"/>
                    <a:pt x="36" y="42"/>
                    <a:pt x="38" y="35"/>
                  </a:cubicBezTo>
                  <a:close/>
                  <a:moveTo>
                    <a:pt x="57" y="61"/>
                  </a:moveTo>
                  <a:cubicBezTo>
                    <a:pt x="57" y="84"/>
                    <a:pt x="57" y="84"/>
                    <a:pt x="57" y="84"/>
                  </a:cubicBezTo>
                  <a:cubicBezTo>
                    <a:pt x="51" y="85"/>
                    <a:pt x="45" y="86"/>
                    <a:pt x="40" y="87"/>
                  </a:cubicBezTo>
                  <a:cubicBezTo>
                    <a:pt x="36" y="79"/>
                    <a:pt x="34" y="71"/>
                    <a:pt x="34" y="61"/>
                  </a:cubicBezTo>
                  <a:lnTo>
                    <a:pt x="57" y="61"/>
                  </a:lnTo>
                  <a:close/>
                  <a:moveTo>
                    <a:pt x="50" y="110"/>
                  </a:moveTo>
                  <a:cubicBezTo>
                    <a:pt x="41" y="109"/>
                    <a:pt x="32" y="105"/>
                    <a:pt x="25" y="99"/>
                  </a:cubicBezTo>
                  <a:cubicBezTo>
                    <a:pt x="29" y="96"/>
                    <a:pt x="33" y="94"/>
                    <a:pt x="38" y="92"/>
                  </a:cubicBezTo>
                  <a:cubicBezTo>
                    <a:pt x="41" y="99"/>
                    <a:pt x="45" y="105"/>
                    <a:pt x="50" y="110"/>
                  </a:cubicBezTo>
                  <a:close/>
                  <a:moveTo>
                    <a:pt x="61" y="111"/>
                  </a:moveTo>
                  <a:cubicBezTo>
                    <a:pt x="61" y="88"/>
                    <a:pt x="61" y="88"/>
                    <a:pt x="61" y="88"/>
                  </a:cubicBezTo>
                  <a:cubicBezTo>
                    <a:pt x="66" y="88"/>
                    <a:pt x="72" y="89"/>
                    <a:pt x="77" y="91"/>
                  </a:cubicBezTo>
                  <a:cubicBezTo>
                    <a:pt x="73" y="99"/>
                    <a:pt x="67" y="106"/>
                    <a:pt x="61" y="111"/>
                  </a:cubicBezTo>
                  <a:cubicBezTo>
                    <a:pt x="61" y="111"/>
                    <a:pt x="61" y="111"/>
                    <a:pt x="61" y="111"/>
                  </a:cubicBezTo>
                  <a:close/>
                  <a:moveTo>
                    <a:pt x="80" y="92"/>
                  </a:moveTo>
                  <a:cubicBezTo>
                    <a:pt x="85" y="94"/>
                    <a:pt x="89" y="96"/>
                    <a:pt x="93" y="99"/>
                  </a:cubicBezTo>
                  <a:cubicBezTo>
                    <a:pt x="86" y="105"/>
                    <a:pt x="77" y="109"/>
                    <a:pt x="67" y="110"/>
                  </a:cubicBezTo>
                  <a:cubicBezTo>
                    <a:pt x="73" y="105"/>
                    <a:pt x="77" y="99"/>
                    <a:pt x="80" y="92"/>
                  </a:cubicBezTo>
                  <a:close/>
                  <a:moveTo>
                    <a:pt x="78" y="87"/>
                  </a:moveTo>
                  <a:cubicBezTo>
                    <a:pt x="73" y="86"/>
                    <a:pt x="67" y="85"/>
                    <a:pt x="61" y="84"/>
                  </a:cubicBezTo>
                  <a:cubicBezTo>
                    <a:pt x="61" y="61"/>
                    <a:pt x="61" y="61"/>
                    <a:pt x="61" y="61"/>
                  </a:cubicBezTo>
                  <a:cubicBezTo>
                    <a:pt x="84" y="61"/>
                    <a:pt x="84" y="61"/>
                    <a:pt x="84" y="61"/>
                  </a:cubicBezTo>
                  <a:cubicBezTo>
                    <a:pt x="84" y="71"/>
                    <a:pt x="82" y="79"/>
                    <a:pt x="78" y="87"/>
                  </a:cubicBezTo>
                  <a:close/>
                  <a:moveTo>
                    <a:pt x="61" y="57"/>
                  </a:moveTo>
                  <a:cubicBezTo>
                    <a:pt x="61" y="38"/>
                    <a:pt x="61" y="38"/>
                    <a:pt x="61" y="38"/>
                  </a:cubicBezTo>
                  <a:cubicBezTo>
                    <a:pt x="67" y="38"/>
                    <a:pt x="74" y="37"/>
                    <a:pt x="80" y="35"/>
                  </a:cubicBezTo>
                  <a:cubicBezTo>
                    <a:pt x="82" y="42"/>
                    <a:pt x="84" y="49"/>
                    <a:pt x="84" y="57"/>
                  </a:cubicBezTo>
                  <a:lnTo>
                    <a:pt x="61" y="57"/>
                  </a:lnTo>
                  <a:close/>
                  <a:moveTo>
                    <a:pt x="20" y="25"/>
                  </a:moveTo>
                  <a:cubicBezTo>
                    <a:pt x="25" y="28"/>
                    <a:pt x="30" y="31"/>
                    <a:pt x="35" y="33"/>
                  </a:cubicBezTo>
                  <a:cubicBezTo>
                    <a:pt x="32" y="41"/>
                    <a:pt x="30" y="49"/>
                    <a:pt x="30" y="57"/>
                  </a:cubicBezTo>
                  <a:cubicBezTo>
                    <a:pt x="7" y="57"/>
                    <a:pt x="7" y="57"/>
                    <a:pt x="7" y="57"/>
                  </a:cubicBezTo>
                  <a:cubicBezTo>
                    <a:pt x="8" y="45"/>
                    <a:pt x="13" y="34"/>
                    <a:pt x="20" y="25"/>
                  </a:cubicBezTo>
                  <a:close/>
                  <a:moveTo>
                    <a:pt x="7" y="61"/>
                  </a:moveTo>
                  <a:cubicBezTo>
                    <a:pt x="30" y="61"/>
                    <a:pt x="30" y="61"/>
                    <a:pt x="30" y="61"/>
                  </a:cubicBezTo>
                  <a:cubicBezTo>
                    <a:pt x="31" y="71"/>
                    <a:pt x="33" y="80"/>
                    <a:pt x="36" y="89"/>
                  </a:cubicBezTo>
                  <a:cubicBezTo>
                    <a:pt x="31" y="91"/>
                    <a:pt x="27" y="93"/>
                    <a:pt x="22" y="96"/>
                  </a:cubicBezTo>
                  <a:cubicBezTo>
                    <a:pt x="13" y="87"/>
                    <a:pt x="8" y="75"/>
                    <a:pt x="7" y="61"/>
                  </a:cubicBezTo>
                  <a:close/>
                  <a:moveTo>
                    <a:pt x="95" y="96"/>
                  </a:moveTo>
                  <a:cubicBezTo>
                    <a:pt x="91" y="93"/>
                    <a:pt x="87" y="91"/>
                    <a:pt x="82" y="89"/>
                  </a:cubicBezTo>
                  <a:cubicBezTo>
                    <a:pt x="85" y="80"/>
                    <a:pt x="87" y="71"/>
                    <a:pt x="88" y="61"/>
                  </a:cubicBezTo>
                  <a:cubicBezTo>
                    <a:pt x="111" y="61"/>
                    <a:pt x="111" y="61"/>
                    <a:pt x="111" y="61"/>
                  </a:cubicBezTo>
                  <a:cubicBezTo>
                    <a:pt x="110" y="75"/>
                    <a:pt x="104" y="87"/>
                    <a:pt x="95" y="96"/>
                  </a:cubicBezTo>
                  <a:close/>
                  <a:moveTo>
                    <a:pt x="95" y="96"/>
                  </a:moveTo>
                  <a:cubicBezTo>
                    <a:pt x="95" y="96"/>
                    <a:pt x="95" y="96"/>
                    <a:pt x="95" y="96"/>
                  </a:cubicBezTo>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44" name="Arc 43"/>
          <p:cNvSpPr/>
          <p:nvPr/>
        </p:nvSpPr>
        <p:spPr>
          <a:xfrm>
            <a:off x="3765551" y="3543301"/>
            <a:ext cx="4660900" cy="4660900"/>
          </a:xfrm>
          <a:prstGeom prst="arc">
            <a:avLst>
              <a:gd name="adj1" fmla="val 10769273"/>
              <a:gd name="adj2" fmla="val 0"/>
            </a:avLst>
          </a:prstGeom>
          <a:ln w="57150" cap="rnd">
            <a:solidFill>
              <a:schemeClr val="tx1">
                <a:lumMod val="25000"/>
                <a:lumOff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8" name="Oval 7"/>
          <p:cNvSpPr/>
          <p:nvPr/>
        </p:nvSpPr>
        <p:spPr>
          <a:xfrm>
            <a:off x="3613151" y="5694731"/>
            <a:ext cx="304800" cy="3048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9" name="Oval 8"/>
          <p:cNvSpPr/>
          <p:nvPr/>
        </p:nvSpPr>
        <p:spPr>
          <a:xfrm>
            <a:off x="8274051" y="5694731"/>
            <a:ext cx="304800" cy="3048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3" name="Teardrop 12"/>
          <p:cNvSpPr/>
          <p:nvPr/>
        </p:nvSpPr>
        <p:spPr>
          <a:xfrm rot="5400000">
            <a:off x="2527300" y="4608880"/>
            <a:ext cx="1085851" cy="1085851"/>
          </a:xfrm>
          <a:prstGeom prst="teardrop">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6" name="Teardrop 15"/>
          <p:cNvSpPr/>
          <p:nvPr/>
        </p:nvSpPr>
        <p:spPr>
          <a:xfrm rot="16200000" flipH="1">
            <a:off x="8667749" y="4786680"/>
            <a:ext cx="1085851" cy="1085851"/>
          </a:xfrm>
          <a:prstGeom prst="teardrop">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ooter Text"/>
          <p:cNvSpPr txBox="1"/>
          <p:nvPr/>
        </p:nvSpPr>
        <p:spPr>
          <a:xfrm>
            <a:off x="340020" y="4122088"/>
            <a:ext cx="3168498" cy="430887"/>
          </a:xfrm>
          <a:prstGeom prst="rect">
            <a:avLst/>
          </a:prstGeom>
          <a:noFill/>
        </p:spPr>
        <p:txBody>
          <a:bodyPr wrap="square" lIns="0" tIns="0" rIns="0" bIns="0" rtlCol="0">
            <a:spAutoFit/>
          </a:bodyPr>
          <a:lstStyle/>
          <a:p>
            <a:pPr algn="ctr" defTabSz="1375467" fontAlgn="auto">
              <a:spcBef>
                <a:spcPts val="0"/>
              </a:spcBef>
              <a:spcAft>
                <a:spcPts val="0"/>
              </a:spcAft>
            </a:pPr>
            <a:r>
              <a:rPr lang="ar-SA" sz="2800" b="1" dirty="0"/>
              <a:t>الحقائب أو الرزم التعليمية</a:t>
            </a:r>
            <a:endParaRPr lang="en-US" sz="2000" b="1" dirty="0">
              <a:solidFill>
                <a:srgbClr val="262626">
                  <a:lumMod val="50000"/>
                  <a:lumOff val="50000"/>
                </a:srgbClr>
              </a:solidFill>
              <a:latin typeface="Roboto Condensed"/>
            </a:endParaRPr>
          </a:p>
        </p:txBody>
      </p:sp>
      <p:sp>
        <p:nvSpPr>
          <p:cNvPr id="22" name="Footer Text"/>
          <p:cNvSpPr txBox="1"/>
          <p:nvPr/>
        </p:nvSpPr>
        <p:spPr>
          <a:xfrm>
            <a:off x="8940517" y="4256166"/>
            <a:ext cx="2941843" cy="430887"/>
          </a:xfrm>
          <a:prstGeom prst="rect">
            <a:avLst/>
          </a:prstGeom>
          <a:noFill/>
        </p:spPr>
        <p:txBody>
          <a:bodyPr wrap="square" lIns="0" tIns="0" rIns="0" bIns="0" rtlCol="0">
            <a:spAutoFit/>
          </a:bodyPr>
          <a:lstStyle/>
          <a:p>
            <a:pPr algn="ctr" defTabSz="1375467" fontAlgn="auto">
              <a:spcBef>
                <a:spcPts val="0"/>
              </a:spcBef>
              <a:spcAft>
                <a:spcPts val="0"/>
              </a:spcAft>
            </a:pPr>
            <a:r>
              <a:rPr lang="ar-SA" sz="2800" b="1" dirty="0"/>
              <a:t>حقائب التعلم الفردي</a:t>
            </a:r>
            <a:endParaRPr lang="en-US" sz="2000" b="1" dirty="0">
              <a:solidFill>
                <a:srgbClr val="262626">
                  <a:lumMod val="50000"/>
                  <a:lumOff val="50000"/>
                </a:srgbClr>
              </a:solidFill>
              <a:latin typeface="Roboto Condensed"/>
            </a:endParaRPr>
          </a:p>
        </p:txBody>
      </p:sp>
      <p:sp>
        <p:nvSpPr>
          <p:cNvPr id="25" name="Freeform 137"/>
          <p:cNvSpPr>
            <a:spLocks noEditPoints="1"/>
          </p:cNvSpPr>
          <p:nvPr/>
        </p:nvSpPr>
        <p:spPr bwMode="auto">
          <a:xfrm>
            <a:off x="8994776" y="5151959"/>
            <a:ext cx="396000" cy="405503"/>
          </a:xfrm>
          <a:custGeom>
            <a:avLst/>
            <a:gdLst/>
            <a:ahLst/>
            <a:cxnLst>
              <a:cxn ang="0">
                <a:pos x="46" y="30"/>
              </a:cxn>
              <a:cxn ang="0">
                <a:pos x="39" y="36"/>
              </a:cxn>
              <a:cxn ang="0">
                <a:pos x="39" y="50"/>
              </a:cxn>
              <a:cxn ang="0">
                <a:pos x="38" y="50"/>
              </a:cxn>
              <a:cxn ang="0">
                <a:pos x="24" y="58"/>
              </a:cxn>
              <a:cxn ang="0">
                <a:pos x="24" y="59"/>
              </a:cxn>
              <a:cxn ang="0">
                <a:pos x="23" y="58"/>
              </a:cxn>
              <a:cxn ang="0">
                <a:pos x="21" y="56"/>
              </a:cxn>
              <a:cxn ang="0">
                <a:pos x="21" y="55"/>
              </a:cxn>
              <a:cxn ang="0">
                <a:pos x="24" y="45"/>
              </a:cxn>
              <a:cxn ang="0">
                <a:pos x="14" y="35"/>
              </a:cxn>
              <a:cxn ang="0">
                <a:pos x="4" y="38"/>
              </a:cxn>
              <a:cxn ang="0">
                <a:pos x="3" y="38"/>
              </a:cxn>
              <a:cxn ang="0">
                <a:pos x="3" y="38"/>
              </a:cxn>
              <a:cxn ang="0">
                <a:pos x="0" y="35"/>
              </a:cxn>
              <a:cxn ang="0">
                <a:pos x="0" y="34"/>
              </a:cxn>
              <a:cxn ang="0">
                <a:pos x="8" y="20"/>
              </a:cxn>
              <a:cxn ang="0">
                <a:pos x="9" y="20"/>
              </a:cxn>
              <a:cxn ang="0">
                <a:pos x="23" y="19"/>
              </a:cxn>
              <a:cxn ang="0">
                <a:pos x="29" y="12"/>
              </a:cxn>
              <a:cxn ang="0">
                <a:pos x="57" y="0"/>
              </a:cxn>
              <a:cxn ang="0">
                <a:pos x="58" y="1"/>
              </a:cxn>
              <a:cxn ang="0">
                <a:pos x="46" y="30"/>
              </a:cxn>
              <a:cxn ang="0">
                <a:pos x="47" y="8"/>
              </a:cxn>
              <a:cxn ang="0">
                <a:pos x="43" y="12"/>
              </a:cxn>
              <a:cxn ang="0">
                <a:pos x="47" y="15"/>
              </a:cxn>
              <a:cxn ang="0">
                <a:pos x="50" y="12"/>
              </a:cxn>
              <a:cxn ang="0">
                <a:pos x="47" y="8"/>
              </a:cxn>
            </a:cxnLst>
            <a:rect l="0" t="0" r="r" b="b"/>
            <a:pathLst>
              <a:path w="58" h="59">
                <a:moveTo>
                  <a:pt x="46" y="30"/>
                </a:moveTo>
                <a:cubicBezTo>
                  <a:pt x="44" y="32"/>
                  <a:pt x="42" y="34"/>
                  <a:pt x="39" y="36"/>
                </a:cubicBezTo>
                <a:cubicBezTo>
                  <a:pt x="39" y="50"/>
                  <a:pt x="39" y="50"/>
                  <a:pt x="39" y="50"/>
                </a:cubicBezTo>
                <a:cubicBezTo>
                  <a:pt x="39" y="50"/>
                  <a:pt x="39" y="50"/>
                  <a:pt x="38" y="50"/>
                </a:cubicBezTo>
                <a:cubicBezTo>
                  <a:pt x="24" y="58"/>
                  <a:pt x="24" y="58"/>
                  <a:pt x="24" y="58"/>
                </a:cubicBezTo>
                <a:cubicBezTo>
                  <a:pt x="24" y="59"/>
                  <a:pt x="24" y="59"/>
                  <a:pt x="24" y="59"/>
                </a:cubicBezTo>
                <a:cubicBezTo>
                  <a:pt x="24" y="59"/>
                  <a:pt x="23" y="58"/>
                  <a:pt x="23" y="58"/>
                </a:cubicBezTo>
                <a:cubicBezTo>
                  <a:pt x="21" y="56"/>
                  <a:pt x="21" y="56"/>
                  <a:pt x="21" y="56"/>
                </a:cubicBezTo>
                <a:cubicBezTo>
                  <a:pt x="21" y="56"/>
                  <a:pt x="20" y="55"/>
                  <a:pt x="21" y="55"/>
                </a:cubicBezTo>
                <a:cubicBezTo>
                  <a:pt x="24" y="45"/>
                  <a:pt x="24" y="45"/>
                  <a:pt x="24" y="45"/>
                </a:cubicBezTo>
                <a:cubicBezTo>
                  <a:pt x="14" y="35"/>
                  <a:pt x="14" y="35"/>
                  <a:pt x="14" y="35"/>
                </a:cubicBezTo>
                <a:cubicBezTo>
                  <a:pt x="4" y="38"/>
                  <a:pt x="4" y="38"/>
                  <a:pt x="4" y="38"/>
                </a:cubicBezTo>
                <a:cubicBezTo>
                  <a:pt x="4" y="38"/>
                  <a:pt x="3" y="38"/>
                  <a:pt x="3" y="38"/>
                </a:cubicBezTo>
                <a:cubicBezTo>
                  <a:pt x="3" y="38"/>
                  <a:pt x="3" y="38"/>
                  <a:pt x="3" y="38"/>
                </a:cubicBezTo>
                <a:cubicBezTo>
                  <a:pt x="0" y="35"/>
                  <a:pt x="0" y="35"/>
                  <a:pt x="0" y="35"/>
                </a:cubicBezTo>
                <a:cubicBezTo>
                  <a:pt x="0" y="35"/>
                  <a:pt x="0" y="34"/>
                  <a:pt x="0" y="34"/>
                </a:cubicBezTo>
                <a:cubicBezTo>
                  <a:pt x="8" y="20"/>
                  <a:pt x="8" y="20"/>
                  <a:pt x="8" y="20"/>
                </a:cubicBezTo>
                <a:cubicBezTo>
                  <a:pt x="8" y="20"/>
                  <a:pt x="9" y="20"/>
                  <a:pt x="9" y="20"/>
                </a:cubicBezTo>
                <a:cubicBezTo>
                  <a:pt x="23" y="19"/>
                  <a:pt x="23" y="19"/>
                  <a:pt x="23" y="19"/>
                </a:cubicBezTo>
                <a:cubicBezTo>
                  <a:pt x="25" y="17"/>
                  <a:pt x="27" y="14"/>
                  <a:pt x="29" y="12"/>
                </a:cubicBezTo>
                <a:cubicBezTo>
                  <a:pt x="38" y="3"/>
                  <a:pt x="45" y="0"/>
                  <a:pt x="57" y="0"/>
                </a:cubicBezTo>
                <a:cubicBezTo>
                  <a:pt x="58" y="0"/>
                  <a:pt x="58" y="1"/>
                  <a:pt x="58" y="1"/>
                </a:cubicBezTo>
                <a:cubicBezTo>
                  <a:pt x="58" y="13"/>
                  <a:pt x="55" y="21"/>
                  <a:pt x="46" y="30"/>
                </a:cubicBezTo>
                <a:close/>
                <a:moveTo>
                  <a:pt x="47" y="8"/>
                </a:moveTo>
                <a:cubicBezTo>
                  <a:pt x="45" y="8"/>
                  <a:pt x="43" y="10"/>
                  <a:pt x="43" y="12"/>
                </a:cubicBezTo>
                <a:cubicBezTo>
                  <a:pt x="43" y="14"/>
                  <a:pt x="45" y="15"/>
                  <a:pt x="47" y="15"/>
                </a:cubicBezTo>
                <a:cubicBezTo>
                  <a:pt x="49" y="15"/>
                  <a:pt x="50" y="14"/>
                  <a:pt x="50" y="12"/>
                </a:cubicBezTo>
                <a:cubicBezTo>
                  <a:pt x="50" y="10"/>
                  <a:pt x="49" y="8"/>
                  <a:pt x="47" y="8"/>
                </a:cubicBez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27" name="Freeform 146"/>
          <p:cNvSpPr>
            <a:spLocks noEditPoints="1"/>
          </p:cNvSpPr>
          <p:nvPr/>
        </p:nvSpPr>
        <p:spPr bwMode="auto">
          <a:xfrm>
            <a:off x="2866750" y="4927957"/>
            <a:ext cx="437181" cy="478367"/>
          </a:xfrm>
          <a:custGeom>
            <a:avLst/>
            <a:gdLst/>
            <a:ahLst/>
            <a:cxnLst>
              <a:cxn ang="0">
                <a:pos x="49" y="42"/>
              </a:cxn>
              <a:cxn ang="0">
                <a:pos x="33" y="58"/>
              </a:cxn>
              <a:cxn ang="0">
                <a:pos x="33" y="46"/>
              </a:cxn>
              <a:cxn ang="0">
                <a:pos x="31" y="45"/>
              </a:cxn>
              <a:cxn ang="0">
                <a:pos x="31" y="58"/>
              </a:cxn>
              <a:cxn ang="0">
                <a:pos x="14" y="42"/>
              </a:cxn>
              <a:cxn ang="0">
                <a:pos x="1" y="33"/>
              </a:cxn>
              <a:cxn ang="0">
                <a:pos x="3" y="31"/>
              </a:cxn>
              <a:cxn ang="0">
                <a:pos x="4" y="31"/>
              </a:cxn>
              <a:cxn ang="0">
                <a:pos x="4" y="7"/>
              </a:cxn>
              <a:cxn ang="0">
                <a:pos x="9" y="0"/>
              </a:cxn>
              <a:cxn ang="0">
                <a:pos x="54" y="0"/>
              </a:cxn>
              <a:cxn ang="0">
                <a:pos x="60" y="7"/>
              </a:cxn>
              <a:cxn ang="0">
                <a:pos x="60" y="31"/>
              </a:cxn>
              <a:cxn ang="0">
                <a:pos x="61" y="31"/>
              </a:cxn>
              <a:cxn ang="0">
                <a:pos x="63" y="33"/>
              </a:cxn>
              <a:cxn ang="0">
                <a:pos x="49" y="42"/>
              </a:cxn>
              <a:cxn ang="0">
                <a:pos x="57" y="9"/>
              </a:cxn>
              <a:cxn ang="0">
                <a:pos x="52" y="4"/>
              </a:cxn>
              <a:cxn ang="0">
                <a:pos x="12" y="4"/>
              </a:cxn>
              <a:cxn ang="0">
                <a:pos x="7" y="9"/>
              </a:cxn>
              <a:cxn ang="0">
                <a:pos x="7" y="33"/>
              </a:cxn>
              <a:cxn ang="0">
                <a:pos x="27" y="37"/>
              </a:cxn>
              <a:cxn ang="0">
                <a:pos x="30" y="38"/>
              </a:cxn>
              <a:cxn ang="0">
                <a:pos x="30" y="38"/>
              </a:cxn>
              <a:cxn ang="0">
                <a:pos x="33" y="40"/>
              </a:cxn>
              <a:cxn ang="0">
                <a:pos x="37" y="37"/>
              </a:cxn>
              <a:cxn ang="0">
                <a:pos x="57" y="33"/>
              </a:cxn>
              <a:cxn ang="0">
                <a:pos x="57" y="9"/>
              </a:cxn>
              <a:cxn ang="0">
                <a:pos x="23" y="34"/>
              </a:cxn>
              <a:cxn ang="0">
                <a:pos x="16" y="27"/>
              </a:cxn>
              <a:cxn ang="0">
                <a:pos x="23" y="20"/>
              </a:cxn>
              <a:cxn ang="0">
                <a:pos x="31" y="27"/>
              </a:cxn>
              <a:cxn ang="0">
                <a:pos x="23" y="34"/>
              </a:cxn>
              <a:cxn ang="0">
                <a:pos x="41" y="34"/>
              </a:cxn>
              <a:cxn ang="0">
                <a:pos x="33" y="27"/>
              </a:cxn>
              <a:cxn ang="0">
                <a:pos x="41" y="20"/>
              </a:cxn>
              <a:cxn ang="0">
                <a:pos x="49" y="27"/>
              </a:cxn>
              <a:cxn ang="0">
                <a:pos x="41" y="34"/>
              </a:cxn>
            </a:cxnLst>
            <a:rect l="0" t="0" r="r" b="b"/>
            <a:pathLst>
              <a:path w="64" h="70">
                <a:moveTo>
                  <a:pt x="49" y="42"/>
                </a:moveTo>
                <a:cubicBezTo>
                  <a:pt x="56" y="66"/>
                  <a:pt x="32" y="70"/>
                  <a:pt x="33" y="58"/>
                </a:cubicBezTo>
                <a:cubicBezTo>
                  <a:pt x="33" y="58"/>
                  <a:pt x="33" y="51"/>
                  <a:pt x="33" y="46"/>
                </a:cubicBezTo>
                <a:cubicBezTo>
                  <a:pt x="32" y="46"/>
                  <a:pt x="32" y="46"/>
                  <a:pt x="31" y="45"/>
                </a:cubicBezTo>
                <a:cubicBezTo>
                  <a:pt x="31" y="51"/>
                  <a:pt x="31" y="58"/>
                  <a:pt x="31" y="58"/>
                </a:cubicBezTo>
                <a:cubicBezTo>
                  <a:pt x="31" y="70"/>
                  <a:pt x="7" y="66"/>
                  <a:pt x="14" y="42"/>
                </a:cubicBezTo>
                <a:cubicBezTo>
                  <a:pt x="7" y="39"/>
                  <a:pt x="3" y="36"/>
                  <a:pt x="1" y="33"/>
                </a:cubicBezTo>
                <a:cubicBezTo>
                  <a:pt x="0" y="31"/>
                  <a:pt x="1" y="29"/>
                  <a:pt x="3" y="31"/>
                </a:cubicBezTo>
                <a:cubicBezTo>
                  <a:pt x="3" y="31"/>
                  <a:pt x="3" y="31"/>
                  <a:pt x="4" y="31"/>
                </a:cubicBezTo>
                <a:cubicBezTo>
                  <a:pt x="4" y="7"/>
                  <a:pt x="4" y="7"/>
                  <a:pt x="4" y="7"/>
                </a:cubicBezTo>
                <a:cubicBezTo>
                  <a:pt x="4" y="3"/>
                  <a:pt x="6" y="0"/>
                  <a:pt x="9" y="0"/>
                </a:cubicBezTo>
                <a:cubicBezTo>
                  <a:pt x="54" y="0"/>
                  <a:pt x="54" y="0"/>
                  <a:pt x="54" y="0"/>
                </a:cubicBezTo>
                <a:cubicBezTo>
                  <a:pt x="57" y="0"/>
                  <a:pt x="60" y="3"/>
                  <a:pt x="60" y="7"/>
                </a:cubicBezTo>
                <a:cubicBezTo>
                  <a:pt x="60" y="31"/>
                  <a:pt x="60" y="31"/>
                  <a:pt x="60" y="31"/>
                </a:cubicBezTo>
                <a:cubicBezTo>
                  <a:pt x="60" y="31"/>
                  <a:pt x="60" y="31"/>
                  <a:pt x="61" y="31"/>
                </a:cubicBezTo>
                <a:cubicBezTo>
                  <a:pt x="63" y="29"/>
                  <a:pt x="64" y="31"/>
                  <a:pt x="63" y="33"/>
                </a:cubicBezTo>
                <a:cubicBezTo>
                  <a:pt x="60" y="36"/>
                  <a:pt x="56" y="39"/>
                  <a:pt x="49" y="42"/>
                </a:cubicBezTo>
                <a:close/>
                <a:moveTo>
                  <a:pt x="57" y="9"/>
                </a:moveTo>
                <a:cubicBezTo>
                  <a:pt x="57" y="5"/>
                  <a:pt x="56" y="4"/>
                  <a:pt x="52" y="4"/>
                </a:cubicBezTo>
                <a:cubicBezTo>
                  <a:pt x="12" y="4"/>
                  <a:pt x="12" y="4"/>
                  <a:pt x="12" y="4"/>
                </a:cubicBezTo>
                <a:cubicBezTo>
                  <a:pt x="8" y="4"/>
                  <a:pt x="7" y="5"/>
                  <a:pt x="7" y="9"/>
                </a:cubicBezTo>
                <a:cubicBezTo>
                  <a:pt x="7" y="33"/>
                  <a:pt x="7" y="33"/>
                  <a:pt x="7" y="33"/>
                </a:cubicBezTo>
                <a:cubicBezTo>
                  <a:pt x="15" y="38"/>
                  <a:pt x="23" y="37"/>
                  <a:pt x="27" y="37"/>
                </a:cubicBezTo>
                <a:cubicBezTo>
                  <a:pt x="28" y="37"/>
                  <a:pt x="29" y="37"/>
                  <a:pt x="30" y="38"/>
                </a:cubicBezTo>
                <a:cubicBezTo>
                  <a:pt x="30" y="38"/>
                  <a:pt x="30" y="38"/>
                  <a:pt x="30" y="38"/>
                </a:cubicBezTo>
                <a:cubicBezTo>
                  <a:pt x="31" y="39"/>
                  <a:pt x="32" y="39"/>
                  <a:pt x="33" y="40"/>
                </a:cubicBezTo>
                <a:cubicBezTo>
                  <a:pt x="33" y="38"/>
                  <a:pt x="34" y="37"/>
                  <a:pt x="37" y="37"/>
                </a:cubicBezTo>
                <a:cubicBezTo>
                  <a:pt x="41" y="37"/>
                  <a:pt x="48" y="38"/>
                  <a:pt x="57" y="33"/>
                </a:cubicBezTo>
                <a:lnTo>
                  <a:pt x="57" y="9"/>
                </a:lnTo>
                <a:close/>
                <a:moveTo>
                  <a:pt x="23" y="34"/>
                </a:moveTo>
                <a:cubicBezTo>
                  <a:pt x="19" y="34"/>
                  <a:pt x="16" y="31"/>
                  <a:pt x="16" y="27"/>
                </a:cubicBezTo>
                <a:cubicBezTo>
                  <a:pt x="16" y="23"/>
                  <a:pt x="19" y="20"/>
                  <a:pt x="23" y="20"/>
                </a:cubicBezTo>
                <a:cubicBezTo>
                  <a:pt x="27" y="20"/>
                  <a:pt x="31" y="23"/>
                  <a:pt x="31" y="27"/>
                </a:cubicBezTo>
                <a:cubicBezTo>
                  <a:pt x="31" y="31"/>
                  <a:pt x="27" y="34"/>
                  <a:pt x="23" y="34"/>
                </a:cubicBezTo>
                <a:close/>
                <a:moveTo>
                  <a:pt x="41" y="34"/>
                </a:moveTo>
                <a:cubicBezTo>
                  <a:pt x="37" y="34"/>
                  <a:pt x="33" y="31"/>
                  <a:pt x="33" y="27"/>
                </a:cubicBezTo>
                <a:cubicBezTo>
                  <a:pt x="33" y="23"/>
                  <a:pt x="37" y="20"/>
                  <a:pt x="41" y="20"/>
                </a:cubicBezTo>
                <a:cubicBezTo>
                  <a:pt x="45" y="20"/>
                  <a:pt x="49" y="23"/>
                  <a:pt x="49" y="27"/>
                </a:cubicBezTo>
                <a:cubicBezTo>
                  <a:pt x="49" y="31"/>
                  <a:pt x="45" y="34"/>
                  <a:pt x="41" y="34"/>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30" name="Rectangle 29"/>
          <p:cNvSpPr/>
          <p:nvPr/>
        </p:nvSpPr>
        <p:spPr>
          <a:xfrm>
            <a:off x="0" y="-34297"/>
            <a:ext cx="12192000" cy="1745419"/>
          </a:xfrm>
          <a:prstGeom prst="rect">
            <a:avLst/>
          </a:prstGeom>
          <a:solidFill>
            <a:srgbClr val="44546A">
              <a:lumMod val="75000"/>
            </a:srgbClr>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panose="020F0502020204030204"/>
              <a:cs typeface="+mn-cs"/>
            </a:endParaRPr>
          </a:p>
        </p:txBody>
      </p:sp>
      <p:sp>
        <p:nvSpPr>
          <p:cNvPr id="37" name="Text Placeholder 1"/>
          <p:cNvSpPr txBox="1">
            <a:spLocks/>
          </p:cNvSpPr>
          <p:nvPr/>
        </p:nvSpPr>
        <p:spPr>
          <a:xfrm>
            <a:off x="5048035" y="640846"/>
            <a:ext cx="7163526" cy="431780"/>
          </a:xfrm>
          <a:prstGeom prst="rect">
            <a:avLst/>
          </a:prstGeom>
        </p:spPr>
        <p:txBody>
          <a:bodyPr vert="horz" lIns="0" tIns="40504" rIns="0" bIns="40504" rtlCol="0" anchor="ctr">
            <a:noAutofit/>
          </a:bodyPr>
          <a:lstStyle>
            <a:lvl1pPr marL="0" indent="0" algn="ctr" defTabSz="914400" rtl="0" eaLnBrk="1" latinLnBrk="0" hangingPunct="1">
              <a:lnSpc>
                <a:spcPct val="100000"/>
              </a:lnSpc>
              <a:spcBef>
                <a:spcPts val="0"/>
              </a:spcBef>
              <a:buFont typeface="Arial" panose="020B0604020202020204" pitchFamily="34" charset="0"/>
              <a:buNone/>
              <a:defRPr sz="4200" b="1" kern="1200">
                <a:solidFill>
                  <a:schemeClr val="tx1">
                    <a:lumMod val="75000"/>
                    <a:lumOff val="25000"/>
                  </a:schemeClr>
                </a:solidFill>
                <a:latin typeface="Lato Light"/>
                <a:ea typeface="+mn-ea"/>
                <a:cs typeface="Lato Light"/>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71600" lvl="3" indent="0" algn="r" rtl="1">
              <a:buNone/>
            </a:pPr>
            <a:r>
              <a:rPr lang="ar-SA" sz="3600" b="1" u="sng" dirty="0">
                <a:solidFill>
                  <a:srgbClr val="FFC000"/>
                </a:solidFill>
              </a:rPr>
              <a:t>و - أنواع الحقائب التعليمية </a:t>
            </a:r>
            <a:endParaRPr lang="en-US" sz="3600" u="sng" dirty="0">
              <a:solidFill>
                <a:srgbClr val="FFC000"/>
              </a:solidFill>
            </a:endParaRPr>
          </a:p>
        </p:txBody>
      </p:sp>
      <p:sp>
        <p:nvSpPr>
          <p:cNvPr id="23" name="Oval 22"/>
          <p:cNvSpPr/>
          <p:nvPr/>
        </p:nvSpPr>
        <p:spPr>
          <a:xfrm>
            <a:off x="6005353" y="3409046"/>
            <a:ext cx="228600" cy="2286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24" name="Teardrop 23"/>
          <p:cNvSpPr/>
          <p:nvPr/>
        </p:nvSpPr>
        <p:spPr>
          <a:xfrm rot="13500000" flipH="1">
            <a:off x="5715243" y="2378367"/>
            <a:ext cx="814388" cy="814388"/>
          </a:xfrm>
          <a:prstGeom prst="teardrop">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26" name="Footer Text"/>
          <p:cNvSpPr txBox="1"/>
          <p:nvPr/>
        </p:nvSpPr>
        <p:spPr>
          <a:xfrm>
            <a:off x="3006277" y="2488710"/>
            <a:ext cx="2725338" cy="430887"/>
          </a:xfrm>
          <a:prstGeom prst="rect">
            <a:avLst/>
          </a:prstGeom>
          <a:noFill/>
        </p:spPr>
        <p:txBody>
          <a:bodyPr wrap="square" lIns="0" tIns="0" rIns="0" bIns="0" rtlCol="0">
            <a:spAutoFit/>
          </a:bodyPr>
          <a:lstStyle/>
          <a:p>
            <a:pPr algn="ctr"/>
            <a:r>
              <a:rPr lang="ar-SA" sz="2800" b="1" dirty="0"/>
              <a:t>حقائب النشاط التعليمية</a:t>
            </a:r>
            <a:endParaRPr lang="en-US" sz="2800" b="1" dirty="0" smtClean="0">
              <a:solidFill>
                <a:srgbClr val="262626">
                  <a:lumMod val="50000"/>
                  <a:lumOff val="50000"/>
                </a:srgbClr>
              </a:solidFill>
            </a:endParaRPr>
          </a:p>
        </p:txBody>
      </p:sp>
      <p:sp>
        <p:nvSpPr>
          <p:cNvPr id="28" name="Freeform 127"/>
          <p:cNvSpPr>
            <a:spLocks/>
          </p:cNvSpPr>
          <p:nvPr/>
        </p:nvSpPr>
        <p:spPr bwMode="auto">
          <a:xfrm>
            <a:off x="5948771" y="2637966"/>
            <a:ext cx="336999" cy="371325"/>
          </a:xfrm>
          <a:custGeom>
            <a:avLst/>
            <a:gdLst/>
            <a:ahLst/>
            <a:cxnLst>
              <a:cxn ang="0">
                <a:pos x="40" y="55"/>
              </a:cxn>
              <a:cxn ang="0">
                <a:pos x="32" y="51"/>
              </a:cxn>
              <a:cxn ang="0">
                <a:pos x="4" y="24"/>
              </a:cxn>
              <a:cxn ang="0">
                <a:pos x="0" y="14"/>
              </a:cxn>
              <a:cxn ang="0">
                <a:pos x="13" y="0"/>
              </a:cxn>
              <a:cxn ang="0">
                <a:pos x="23" y="5"/>
              </a:cxn>
              <a:cxn ang="0">
                <a:pos x="45" y="26"/>
              </a:cxn>
              <a:cxn ang="0">
                <a:pos x="45" y="27"/>
              </a:cxn>
              <a:cxn ang="0">
                <a:pos x="42" y="30"/>
              </a:cxn>
              <a:cxn ang="0">
                <a:pos x="42" y="29"/>
              </a:cxn>
              <a:cxn ang="0">
                <a:pos x="20" y="8"/>
              </a:cxn>
              <a:cxn ang="0">
                <a:pos x="13" y="5"/>
              </a:cxn>
              <a:cxn ang="0">
                <a:pos x="4" y="14"/>
              </a:cxn>
              <a:cxn ang="0">
                <a:pos x="7" y="21"/>
              </a:cxn>
              <a:cxn ang="0">
                <a:pos x="35" y="48"/>
              </a:cxn>
              <a:cxn ang="0">
                <a:pos x="40" y="50"/>
              </a:cxn>
              <a:cxn ang="0">
                <a:pos x="45" y="45"/>
              </a:cxn>
              <a:cxn ang="0">
                <a:pos x="43" y="40"/>
              </a:cxn>
              <a:cxn ang="0">
                <a:pos x="22" y="19"/>
              </a:cxn>
              <a:cxn ang="0">
                <a:pos x="20" y="18"/>
              </a:cxn>
              <a:cxn ang="0">
                <a:pos x="18" y="21"/>
              </a:cxn>
              <a:cxn ang="0">
                <a:pos x="19" y="23"/>
              </a:cxn>
              <a:cxn ang="0">
                <a:pos x="33" y="38"/>
              </a:cxn>
              <a:cxn ang="0">
                <a:pos x="34" y="38"/>
              </a:cxn>
              <a:cxn ang="0">
                <a:pos x="31" y="41"/>
              </a:cxn>
              <a:cxn ang="0">
                <a:pos x="30" y="41"/>
              </a:cxn>
              <a:cxn ang="0">
                <a:pos x="16" y="26"/>
              </a:cxn>
              <a:cxn ang="0">
                <a:pos x="13" y="21"/>
              </a:cxn>
              <a:cxn ang="0">
                <a:pos x="20" y="14"/>
              </a:cxn>
              <a:cxn ang="0">
                <a:pos x="26" y="16"/>
              </a:cxn>
              <a:cxn ang="0">
                <a:pos x="46" y="37"/>
              </a:cxn>
              <a:cxn ang="0">
                <a:pos x="50" y="45"/>
              </a:cxn>
              <a:cxn ang="0">
                <a:pos x="40" y="55"/>
              </a:cxn>
            </a:cxnLst>
            <a:rect l="0" t="0" r="r" b="b"/>
            <a:pathLst>
              <a:path w="50" h="55">
                <a:moveTo>
                  <a:pt x="40" y="55"/>
                </a:moveTo>
                <a:cubicBezTo>
                  <a:pt x="37" y="55"/>
                  <a:pt x="34" y="54"/>
                  <a:pt x="32" y="51"/>
                </a:cubicBezTo>
                <a:cubicBezTo>
                  <a:pt x="4" y="24"/>
                  <a:pt x="4" y="24"/>
                  <a:pt x="4" y="24"/>
                </a:cubicBezTo>
                <a:cubicBezTo>
                  <a:pt x="1" y="21"/>
                  <a:pt x="0" y="18"/>
                  <a:pt x="0" y="14"/>
                </a:cubicBezTo>
                <a:cubicBezTo>
                  <a:pt x="0" y="7"/>
                  <a:pt x="6" y="0"/>
                  <a:pt x="13" y="0"/>
                </a:cubicBezTo>
                <a:cubicBezTo>
                  <a:pt x="17" y="0"/>
                  <a:pt x="21" y="2"/>
                  <a:pt x="23" y="5"/>
                </a:cubicBezTo>
                <a:cubicBezTo>
                  <a:pt x="45" y="26"/>
                  <a:pt x="45" y="26"/>
                  <a:pt x="45" y="26"/>
                </a:cubicBezTo>
                <a:cubicBezTo>
                  <a:pt x="45" y="26"/>
                  <a:pt x="45" y="27"/>
                  <a:pt x="45" y="27"/>
                </a:cubicBezTo>
                <a:cubicBezTo>
                  <a:pt x="45" y="28"/>
                  <a:pt x="43" y="30"/>
                  <a:pt x="42" y="30"/>
                </a:cubicBezTo>
                <a:cubicBezTo>
                  <a:pt x="42" y="30"/>
                  <a:pt x="42" y="30"/>
                  <a:pt x="42" y="29"/>
                </a:cubicBezTo>
                <a:cubicBezTo>
                  <a:pt x="20" y="8"/>
                  <a:pt x="20" y="8"/>
                  <a:pt x="20" y="8"/>
                </a:cubicBezTo>
                <a:cubicBezTo>
                  <a:pt x="18" y="6"/>
                  <a:pt x="16" y="5"/>
                  <a:pt x="13" y="5"/>
                </a:cubicBezTo>
                <a:cubicBezTo>
                  <a:pt x="8" y="5"/>
                  <a:pt x="4" y="9"/>
                  <a:pt x="4" y="14"/>
                </a:cubicBezTo>
                <a:cubicBezTo>
                  <a:pt x="4" y="16"/>
                  <a:pt x="5" y="19"/>
                  <a:pt x="7" y="21"/>
                </a:cubicBezTo>
                <a:cubicBezTo>
                  <a:pt x="35" y="48"/>
                  <a:pt x="35" y="48"/>
                  <a:pt x="35" y="48"/>
                </a:cubicBezTo>
                <a:cubicBezTo>
                  <a:pt x="36" y="50"/>
                  <a:pt x="38" y="50"/>
                  <a:pt x="40" y="50"/>
                </a:cubicBezTo>
                <a:cubicBezTo>
                  <a:pt x="43" y="50"/>
                  <a:pt x="45" y="48"/>
                  <a:pt x="45" y="45"/>
                </a:cubicBezTo>
                <a:cubicBezTo>
                  <a:pt x="45" y="43"/>
                  <a:pt x="44" y="41"/>
                  <a:pt x="43" y="40"/>
                </a:cubicBezTo>
                <a:cubicBezTo>
                  <a:pt x="22" y="19"/>
                  <a:pt x="22" y="19"/>
                  <a:pt x="22" y="19"/>
                </a:cubicBezTo>
                <a:cubicBezTo>
                  <a:pt x="22" y="19"/>
                  <a:pt x="21" y="18"/>
                  <a:pt x="20" y="18"/>
                </a:cubicBezTo>
                <a:cubicBezTo>
                  <a:pt x="19" y="18"/>
                  <a:pt x="18" y="19"/>
                  <a:pt x="18" y="21"/>
                </a:cubicBezTo>
                <a:cubicBezTo>
                  <a:pt x="18" y="22"/>
                  <a:pt x="18" y="22"/>
                  <a:pt x="19" y="23"/>
                </a:cubicBezTo>
                <a:cubicBezTo>
                  <a:pt x="33" y="38"/>
                  <a:pt x="33" y="38"/>
                  <a:pt x="33" y="38"/>
                </a:cubicBezTo>
                <a:cubicBezTo>
                  <a:pt x="34" y="38"/>
                  <a:pt x="34" y="38"/>
                  <a:pt x="34" y="38"/>
                </a:cubicBezTo>
                <a:cubicBezTo>
                  <a:pt x="34" y="39"/>
                  <a:pt x="32" y="41"/>
                  <a:pt x="31" y="41"/>
                </a:cubicBezTo>
                <a:cubicBezTo>
                  <a:pt x="31" y="41"/>
                  <a:pt x="30" y="41"/>
                  <a:pt x="30" y="41"/>
                </a:cubicBezTo>
                <a:cubicBezTo>
                  <a:pt x="16" y="26"/>
                  <a:pt x="16" y="26"/>
                  <a:pt x="16" y="26"/>
                </a:cubicBezTo>
                <a:cubicBezTo>
                  <a:pt x="14" y="25"/>
                  <a:pt x="13" y="23"/>
                  <a:pt x="13" y="21"/>
                </a:cubicBezTo>
                <a:cubicBezTo>
                  <a:pt x="13" y="17"/>
                  <a:pt x="16" y="14"/>
                  <a:pt x="20" y="14"/>
                </a:cubicBezTo>
                <a:cubicBezTo>
                  <a:pt x="22" y="14"/>
                  <a:pt x="24" y="15"/>
                  <a:pt x="26" y="16"/>
                </a:cubicBezTo>
                <a:cubicBezTo>
                  <a:pt x="46" y="37"/>
                  <a:pt x="46" y="37"/>
                  <a:pt x="46" y="37"/>
                </a:cubicBezTo>
                <a:cubicBezTo>
                  <a:pt x="49" y="39"/>
                  <a:pt x="50" y="42"/>
                  <a:pt x="50" y="45"/>
                </a:cubicBezTo>
                <a:cubicBezTo>
                  <a:pt x="50" y="51"/>
                  <a:pt x="46" y="55"/>
                  <a:pt x="40" y="55"/>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262626"/>
              </a:solidFill>
            </a:endParaRPr>
          </a:p>
        </p:txBody>
      </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695764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fade">
                                      <p:cBhvr>
                                        <p:cTn id="11" dur="500"/>
                                        <p:tgtEl>
                                          <p:spTgt spid="37"/>
                                        </p:tgtEl>
                                      </p:cBhvr>
                                    </p:animEffect>
                                  </p:childTnLst>
                                </p:cTn>
                              </p:par>
                            </p:childTnLst>
                          </p:cTn>
                        </p:par>
                        <p:par>
                          <p:cTn id="12" fill="hold">
                            <p:stCondLst>
                              <p:cond delay="1000"/>
                            </p:stCondLst>
                            <p:childTnLst>
                              <p:par>
                                <p:cTn id="13" presetID="53"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animEffect transition="in" filter="fade">
                                      <p:cBhvr>
                                        <p:cTn id="17" dur="500"/>
                                        <p:tgtEl>
                                          <p:spTgt spid="2"/>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44"/>
                                        </p:tgtEl>
                                        <p:attrNameLst>
                                          <p:attrName>style.visibility</p:attrName>
                                        </p:attrNameLst>
                                      </p:cBhvr>
                                      <p:to>
                                        <p:strVal val="visible"/>
                                      </p:to>
                                    </p:set>
                                    <p:anim calcmode="lin" valueType="num">
                                      <p:cBhvr>
                                        <p:cTn id="21" dur="500" fill="hold"/>
                                        <p:tgtEl>
                                          <p:spTgt spid="44"/>
                                        </p:tgtEl>
                                        <p:attrNameLst>
                                          <p:attrName>ppt_w</p:attrName>
                                        </p:attrNameLst>
                                      </p:cBhvr>
                                      <p:tavLst>
                                        <p:tav tm="0">
                                          <p:val>
                                            <p:fltVal val="0"/>
                                          </p:val>
                                        </p:tav>
                                        <p:tav tm="100000">
                                          <p:val>
                                            <p:strVal val="#ppt_w"/>
                                          </p:val>
                                        </p:tav>
                                      </p:tavLst>
                                    </p:anim>
                                    <p:anim calcmode="lin" valueType="num">
                                      <p:cBhvr>
                                        <p:cTn id="22" dur="500" fill="hold"/>
                                        <p:tgtEl>
                                          <p:spTgt spid="44"/>
                                        </p:tgtEl>
                                        <p:attrNameLst>
                                          <p:attrName>ppt_h</p:attrName>
                                        </p:attrNameLst>
                                      </p:cBhvr>
                                      <p:tavLst>
                                        <p:tav tm="0">
                                          <p:val>
                                            <p:fltVal val="0"/>
                                          </p:val>
                                        </p:tav>
                                        <p:tav tm="100000">
                                          <p:val>
                                            <p:strVal val="#ppt_h"/>
                                          </p:val>
                                        </p:tav>
                                      </p:tavLst>
                                    </p:anim>
                                    <p:animEffect transition="in" filter="fade">
                                      <p:cBhvr>
                                        <p:cTn id="23" dur="500"/>
                                        <p:tgtEl>
                                          <p:spTgt spid="44"/>
                                        </p:tgtEl>
                                      </p:cBhvr>
                                    </p:animEffect>
                                  </p:childTnLst>
                                </p:cTn>
                              </p:par>
                            </p:childTnLst>
                          </p:cTn>
                        </p:par>
                        <p:par>
                          <p:cTn id="24" fill="hold">
                            <p:stCondLst>
                              <p:cond delay="2000"/>
                            </p:stCondLst>
                            <p:childTnLst>
                              <p:par>
                                <p:cTn id="25" presetID="53" presetClass="entr" presetSubtype="0" fill="hold" grpId="0" nodeType="after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p:cTn id="27" dur="500" fill="hold"/>
                                        <p:tgtEl>
                                          <p:spTgt spid="8"/>
                                        </p:tgtEl>
                                        <p:attrNameLst>
                                          <p:attrName>ppt_w</p:attrName>
                                        </p:attrNameLst>
                                      </p:cBhvr>
                                      <p:tavLst>
                                        <p:tav tm="0">
                                          <p:val>
                                            <p:fltVal val="0"/>
                                          </p:val>
                                        </p:tav>
                                        <p:tav tm="100000">
                                          <p:val>
                                            <p:strVal val="#ppt_w"/>
                                          </p:val>
                                        </p:tav>
                                      </p:tavLst>
                                    </p:anim>
                                    <p:anim calcmode="lin" valueType="num">
                                      <p:cBhvr>
                                        <p:cTn id="28" dur="500" fill="hold"/>
                                        <p:tgtEl>
                                          <p:spTgt spid="8"/>
                                        </p:tgtEl>
                                        <p:attrNameLst>
                                          <p:attrName>ppt_h</p:attrName>
                                        </p:attrNameLst>
                                      </p:cBhvr>
                                      <p:tavLst>
                                        <p:tav tm="0">
                                          <p:val>
                                            <p:fltVal val="0"/>
                                          </p:val>
                                        </p:tav>
                                        <p:tav tm="100000">
                                          <p:val>
                                            <p:strVal val="#ppt_h"/>
                                          </p:val>
                                        </p:tav>
                                      </p:tavLst>
                                    </p:anim>
                                    <p:animEffect transition="in" filter="fade">
                                      <p:cBhvr>
                                        <p:cTn id="29" dur="500"/>
                                        <p:tgtEl>
                                          <p:spTgt spid="8"/>
                                        </p:tgtEl>
                                      </p:cBhvr>
                                    </p:animEffect>
                                  </p:childTnLst>
                                </p:cTn>
                              </p:par>
                              <p:par>
                                <p:cTn id="30" presetID="53" presetClass="entr" presetSubtype="0" fill="hold" grpId="0" nodeType="withEffect">
                                  <p:stCondLst>
                                    <p:cond delay="0"/>
                                  </p:stCondLst>
                                  <p:childTnLst>
                                    <p:set>
                                      <p:cBhvr>
                                        <p:cTn id="31" dur="1" fill="hold">
                                          <p:stCondLst>
                                            <p:cond delay="0"/>
                                          </p:stCondLst>
                                        </p:cTn>
                                        <p:tgtEl>
                                          <p:spTgt spid="13"/>
                                        </p:tgtEl>
                                        <p:attrNameLst>
                                          <p:attrName>style.visibility</p:attrName>
                                        </p:attrNameLst>
                                      </p:cBhvr>
                                      <p:to>
                                        <p:strVal val="visible"/>
                                      </p:to>
                                    </p:set>
                                    <p:anim calcmode="lin" valueType="num">
                                      <p:cBhvr>
                                        <p:cTn id="32" dur="500" fill="hold"/>
                                        <p:tgtEl>
                                          <p:spTgt spid="13"/>
                                        </p:tgtEl>
                                        <p:attrNameLst>
                                          <p:attrName>ppt_w</p:attrName>
                                        </p:attrNameLst>
                                      </p:cBhvr>
                                      <p:tavLst>
                                        <p:tav tm="0">
                                          <p:val>
                                            <p:fltVal val="0"/>
                                          </p:val>
                                        </p:tav>
                                        <p:tav tm="100000">
                                          <p:val>
                                            <p:strVal val="#ppt_w"/>
                                          </p:val>
                                        </p:tav>
                                      </p:tavLst>
                                    </p:anim>
                                    <p:anim calcmode="lin" valueType="num">
                                      <p:cBhvr>
                                        <p:cTn id="33" dur="500" fill="hold"/>
                                        <p:tgtEl>
                                          <p:spTgt spid="13"/>
                                        </p:tgtEl>
                                        <p:attrNameLst>
                                          <p:attrName>ppt_h</p:attrName>
                                        </p:attrNameLst>
                                      </p:cBhvr>
                                      <p:tavLst>
                                        <p:tav tm="0">
                                          <p:val>
                                            <p:fltVal val="0"/>
                                          </p:val>
                                        </p:tav>
                                        <p:tav tm="100000">
                                          <p:val>
                                            <p:strVal val="#ppt_h"/>
                                          </p:val>
                                        </p:tav>
                                      </p:tavLst>
                                    </p:anim>
                                    <p:animEffect transition="in" filter="fade">
                                      <p:cBhvr>
                                        <p:cTn id="34" dur="500"/>
                                        <p:tgtEl>
                                          <p:spTgt spid="13"/>
                                        </p:tgtEl>
                                      </p:cBhvr>
                                    </p:animEffect>
                                  </p:childTnLst>
                                </p:cTn>
                              </p:par>
                            </p:childTnLst>
                          </p:cTn>
                        </p:par>
                        <p:par>
                          <p:cTn id="35" fill="hold">
                            <p:stCondLst>
                              <p:cond delay="2500"/>
                            </p:stCondLst>
                            <p:childTnLst>
                              <p:par>
                                <p:cTn id="36" presetID="53" presetClass="entr" presetSubtype="0" fill="hold" grpId="0" nodeType="afterEffect">
                                  <p:stCondLst>
                                    <p:cond delay="0"/>
                                  </p:stCondLst>
                                  <p:childTnLst>
                                    <p:set>
                                      <p:cBhvr>
                                        <p:cTn id="37" dur="1" fill="hold">
                                          <p:stCondLst>
                                            <p:cond delay="0"/>
                                          </p:stCondLst>
                                        </p:cTn>
                                        <p:tgtEl>
                                          <p:spTgt spid="27"/>
                                        </p:tgtEl>
                                        <p:attrNameLst>
                                          <p:attrName>style.visibility</p:attrName>
                                        </p:attrNameLst>
                                      </p:cBhvr>
                                      <p:to>
                                        <p:strVal val="visible"/>
                                      </p:to>
                                    </p:set>
                                    <p:anim calcmode="lin" valueType="num">
                                      <p:cBhvr>
                                        <p:cTn id="38" dur="500" fill="hold"/>
                                        <p:tgtEl>
                                          <p:spTgt spid="27"/>
                                        </p:tgtEl>
                                        <p:attrNameLst>
                                          <p:attrName>ppt_w</p:attrName>
                                        </p:attrNameLst>
                                      </p:cBhvr>
                                      <p:tavLst>
                                        <p:tav tm="0">
                                          <p:val>
                                            <p:fltVal val="0"/>
                                          </p:val>
                                        </p:tav>
                                        <p:tav tm="100000">
                                          <p:val>
                                            <p:strVal val="#ppt_w"/>
                                          </p:val>
                                        </p:tav>
                                      </p:tavLst>
                                    </p:anim>
                                    <p:anim calcmode="lin" valueType="num">
                                      <p:cBhvr>
                                        <p:cTn id="39" dur="500" fill="hold"/>
                                        <p:tgtEl>
                                          <p:spTgt spid="27"/>
                                        </p:tgtEl>
                                        <p:attrNameLst>
                                          <p:attrName>ppt_h</p:attrName>
                                        </p:attrNameLst>
                                      </p:cBhvr>
                                      <p:tavLst>
                                        <p:tav tm="0">
                                          <p:val>
                                            <p:fltVal val="0"/>
                                          </p:val>
                                        </p:tav>
                                        <p:tav tm="100000">
                                          <p:val>
                                            <p:strVal val="#ppt_h"/>
                                          </p:val>
                                        </p:tav>
                                      </p:tavLst>
                                    </p:anim>
                                    <p:animEffect transition="in" filter="fade">
                                      <p:cBhvr>
                                        <p:cTn id="40" dur="500"/>
                                        <p:tgtEl>
                                          <p:spTgt spid="27"/>
                                        </p:tgtEl>
                                      </p:cBhvr>
                                    </p:animEffect>
                                  </p:childTnLst>
                                </p:cTn>
                              </p:par>
                              <p:par>
                                <p:cTn id="41" presetID="2" presetClass="entr" presetSubtype="8" accel="50000" decel="50000"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 calcmode="lin" valueType="num">
                                      <p:cBhvr additive="base">
                                        <p:cTn id="43" dur="500" fill="hold"/>
                                        <p:tgtEl>
                                          <p:spTgt spid="18"/>
                                        </p:tgtEl>
                                        <p:attrNameLst>
                                          <p:attrName>ppt_x</p:attrName>
                                        </p:attrNameLst>
                                      </p:cBhvr>
                                      <p:tavLst>
                                        <p:tav tm="0">
                                          <p:val>
                                            <p:strVal val="0-#ppt_w/2"/>
                                          </p:val>
                                        </p:tav>
                                        <p:tav tm="100000">
                                          <p:val>
                                            <p:strVal val="#ppt_x"/>
                                          </p:val>
                                        </p:tav>
                                      </p:tavLst>
                                    </p:anim>
                                    <p:anim calcmode="lin" valueType="num">
                                      <p:cBhvr additive="base">
                                        <p:cTn id="44" dur="500" fill="hold"/>
                                        <p:tgtEl>
                                          <p:spTgt spid="18"/>
                                        </p:tgtEl>
                                        <p:attrNameLst>
                                          <p:attrName>ppt_y</p:attrName>
                                        </p:attrNameLst>
                                      </p:cBhvr>
                                      <p:tavLst>
                                        <p:tav tm="0">
                                          <p:val>
                                            <p:strVal val="#ppt_y"/>
                                          </p:val>
                                        </p:tav>
                                        <p:tav tm="100000">
                                          <p:val>
                                            <p:strVal val="#ppt_y"/>
                                          </p:val>
                                        </p:tav>
                                      </p:tavLst>
                                    </p:anim>
                                  </p:childTnLst>
                                </p:cTn>
                              </p:par>
                            </p:childTnLst>
                          </p:cTn>
                        </p:par>
                        <p:par>
                          <p:cTn id="45" fill="hold">
                            <p:stCondLst>
                              <p:cond delay="3000"/>
                            </p:stCondLst>
                            <p:childTnLst>
                              <p:par>
                                <p:cTn id="46" presetID="53" presetClass="entr" presetSubtype="0" fill="hold" grpId="0" nodeType="afterEffect">
                                  <p:stCondLst>
                                    <p:cond delay="0"/>
                                  </p:stCondLst>
                                  <p:childTnLst>
                                    <p:set>
                                      <p:cBhvr>
                                        <p:cTn id="47" dur="1" fill="hold">
                                          <p:stCondLst>
                                            <p:cond delay="0"/>
                                          </p:stCondLst>
                                        </p:cTn>
                                        <p:tgtEl>
                                          <p:spTgt spid="23"/>
                                        </p:tgtEl>
                                        <p:attrNameLst>
                                          <p:attrName>style.visibility</p:attrName>
                                        </p:attrNameLst>
                                      </p:cBhvr>
                                      <p:to>
                                        <p:strVal val="visible"/>
                                      </p:to>
                                    </p:set>
                                    <p:anim calcmode="lin" valueType="num">
                                      <p:cBhvr>
                                        <p:cTn id="48" dur="500" fill="hold"/>
                                        <p:tgtEl>
                                          <p:spTgt spid="23"/>
                                        </p:tgtEl>
                                        <p:attrNameLst>
                                          <p:attrName>ppt_w</p:attrName>
                                        </p:attrNameLst>
                                      </p:cBhvr>
                                      <p:tavLst>
                                        <p:tav tm="0">
                                          <p:val>
                                            <p:fltVal val="0"/>
                                          </p:val>
                                        </p:tav>
                                        <p:tav tm="100000">
                                          <p:val>
                                            <p:strVal val="#ppt_w"/>
                                          </p:val>
                                        </p:tav>
                                      </p:tavLst>
                                    </p:anim>
                                    <p:anim calcmode="lin" valueType="num">
                                      <p:cBhvr>
                                        <p:cTn id="49" dur="500" fill="hold"/>
                                        <p:tgtEl>
                                          <p:spTgt spid="23"/>
                                        </p:tgtEl>
                                        <p:attrNameLst>
                                          <p:attrName>ppt_h</p:attrName>
                                        </p:attrNameLst>
                                      </p:cBhvr>
                                      <p:tavLst>
                                        <p:tav tm="0">
                                          <p:val>
                                            <p:fltVal val="0"/>
                                          </p:val>
                                        </p:tav>
                                        <p:tav tm="100000">
                                          <p:val>
                                            <p:strVal val="#ppt_h"/>
                                          </p:val>
                                        </p:tav>
                                      </p:tavLst>
                                    </p:anim>
                                    <p:animEffect transition="in" filter="fade">
                                      <p:cBhvr>
                                        <p:cTn id="50" dur="500"/>
                                        <p:tgtEl>
                                          <p:spTgt spid="23"/>
                                        </p:tgtEl>
                                      </p:cBhvr>
                                    </p:animEffect>
                                  </p:childTnLst>
                                </p:cTn>
                              </p:par>
                              <p:par>
                                <p:cTn id="51" presetID="53" presetClass="entr" presetSubtype="0" fill="hold" grpId="0" nodeType="withEffect">
                                  <p:stCondLst>
                                    <p:cond delay="0"/>
                                  </p:stCondLst>
                                  <p:childTnLst>
                                    <p:set>
                                      <p:cBhvr>
                                        <p:cTn id="52" dur="1" fill="hold">
                                          <p:stCondLst>
                                            <p:cond delay="0"/>
                                          </p:stCondLst>
                                        </p:cTn>
                                        <p:tgtEl>
                                          <p:spTgt spid="24"/>
                                        </p:tgtEl>
                                        <p:attrNameLst>
                                          <p:attrName>style.visibility</p:attrName>
                                        </p:attrNameLst>
                                      </p:cBhvr>
                                      <p:to>
                                        <p:strVal val="visible"/>
                                      </p:to>
                                    </p:set>
                                    <p:anim calcmode="lin" valueType="num">
                                      <p:cBhvr>
                                        <p:cTn id="53" dur="500" fill="hold"/>
                                        <p:tgtEl>
                                          <p:spTgt spid="24"/>
                                        </p:tgtEl>
                                        <p:attrNameLst>
                                          <p:attrName>ppt_w</p:attrName>
                                        </p:attrNameLst>
                                      </p:cBhvr>
                                      <p:tavLst>
                                        <p:tav tm="0">
                                          <p:val>
                                            <p:fltVal val="0"/>
                                          </p:val>
                                        </p:tav>
                                        <p:tav tm="100000">
                                          <p:val>
                                            <p:strVal val="#ppt_w"/>
                                          </p:val>
                                        </p:tav>
                                      </p:tavLst>
                                    </p:anim>
                                    <p:anim calcmode="lin" valueType="num">
                                      <p:cBhvr>
                                        <p:cTn id="54" dur="500" fill="hold"/>
                                        <p:tgtEl>
                                          <p:spTgt spid="24"/>
                                        </p:tgtEl>
                                        <p:attrNameLst>
                                          <p:attrName>ppt_h</p:attrName>
                                        </p:attrNameLst>
                                      </p:cBhvr>
                                      <p:tavLst>
                                        <p:tav tm="0">
                                          <p:val>
                                            <p:fltVal val="0"/>
                                          </p:val>
                                        </p:tav>
                                        <p:tav tm="100000">
                                          <p:val>
                                            <p:strVal val="#ppt_h"/>
                                          </p:val>
                                        </p:tav>
                                      </p:tavLst>
                                    </p:anim>
                                    <p:animEffect transition="in" filter="fade">
                                      <p:cBhvr>
                                        <p:cTn id="55" dur="500"/>
                                        <p:tgtEl>
                                          <p:spTgt spid="24"/>
                                        </p:tgtEl>
                                      </p:cBhvr>
                                    </p:animEffect>
                                  </p:childTnLst>
                                </p:cTn>
                              </p:par>
                            </p:childTnLst>
                          </p:cTn>
                        </p:par>
                        <p:par>
                          <p:cTn id="56" fill="hold">
                            <p:stCondLst>
                              <p:cond delay="3500"/>
                            </p:stCondLst>
                            <p:childTnLst>
                              <p:par>
                                <p:cTn id="57" presetID="53" presetClass="entr" presetSubtype="0" fill="hold" grpId="0" nodeType="after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p:cTn id="59" dur="500" fill="hold"/>
                                        <p:tgtEl>
                                          <p:spTgt spid="28"/>
                                        </p:tgtEl>
                                        <p:attrNameLst>
                                          <p:attrName>ppt_w</p:attrName>
                                        </p:attrNameLst>
                                      </p:cBhvr>
                                      <p:tavLst>
                                        <p:tav tm="0">
                                          <p:val>
                                            <p:fltVal val="0"/>
                                          </p:val>
                                        </p:tav>
                                        <p:tav tm="100000">
                                          <p:val>
                                            <p:strVal val="#ppt_w"/>
                                          </p:val>
                                        </p:tav>
                                      </p:tavLst>
                                    </p:anim>
                                    <p:anim calcmode="lin" valueType="num">
                                      <p:cBhvr>
                                        <p:cTn id="60" dur="500" fill="hold"/>
                                        <p:tgtEl>
                                          <p:spTgt spid="28"/>
                                        </p:tgtEl>
                                        <p:attrNameLst>
                                          <p:attrName>ppt_h</p:attrName>
                                        </p:attrNameLst>
                                      </p:cBhvr>
                                      <p:tavLst>
                                        <p:tav tm="0">
                                          <p:val>
                                            <p:fltVal val="0"/>
                                          </p:val>
                                        </p:tav>
                                        <p:tav tm="100000">
                                          <p:val>
                                            <p:strVal val="#ppt_h"/>
                                          </p:val>
                                        </p:tav>
                                      </p:tavLst>
                                    </p:anim>
                                    <p:animEffect transition="in" filter="fade">
                                      <p:cBhvr>
                                        <p:cTn id="61" dur="500"/>
                                        <p:tgtEl>
                                          <p:spTgt spid="28"/>
                                        </p:tgtEl>
                                      </p:cBhvr>
                                    </p:animEffect>
                                  </p:childTnLst>
                                </p:cTn>
                              </p:par>
                              <p:par>
                                <p:cTn id="62" presetID="2" presetClass="entr" presetSubtype="8" accel="50000" decel="50000" fill="hold" grpId="0" nodeType="withEffect">
                                  <p:stCondLst>
                                    <p:cond delay="0"/>
                                  </p:stCondLst>
                                  <p:childTnLst>
                                    <p:set>
                                      <p:cBhvr>
                                        <p:cTn id="63" dur="1" fill="hold">
                                          <p:stCondLst>
                                            <p:cond delay="0"/>
                                          </p:stCondLst>
                                        </p:cTn>
                                        <p:tgtEl>
                                          <p:spTgt spid="26"/>
                                        </p:tgtEl>
                                        <p:attrNameLst>
                                          <p:attrName>style.visibility</p:attrName>
                                        </p:attrNameLst>
                                      </p:cBhvr>
                                      <p:to>
                                        <p:strVal val="visible"/>
                                      </p:to>
                                    </p:set>
                                    <p:anim calcmode="lin" valueType="num">
                                      <p:cBhvr additive="base">
                                        <p:cTn id="64" dur="500" fill="hold"/>
                                        <p:tgtEl>
                                          <p:spTgt spid="26"/>
                                        </p:tgtEl>
                                        <p:attrNameLst>
                                          <p:attrName>ppt_x</p:attrName>
                                        </p:attrNameLst>
                                      </p:cBhvr>
                                      <p:tavLst>
                                        <p:tav tm="0">
                                          <p:val>
                                            <p:strVal val="0-#ppt_w/2"/>
                                          </p:val>
                                        </p:tav>
                                        <p:tav tm="100000">
                                          <p:val>
                                            <p:strVal val="#ppt_x"/>
                                          </p:val>
                                        </p:tav>
                                      </p:tavLst>
                                    </p:anim>
                                    <p:anim calcmode="lin" valueType="num">
                                      <p:cBhvr additive="base">
                                        <p:cTn id="65" dur="500" fill="hold"/>
                                        <p:tgtEl>
                                          <p:spTgt spid="26"/>
                                        </p:tgtEl>
                                        <p:attrNameLst>
                                          <p:attrName>ppt_y</p:attrName>
                                        </p:attrNameLst>
                                      </p:cBhvr>
                                      <p:tavLst>
                                        <p:tav tm="0">
                                          <p:val>
                                            <p:strVal val="#ppt_y"/>
                                          </p:val>
                                        </p:tav>
                                        <p:tav tm="100000">
                                          <p:val>
                                            <p:strVal val="#ppt_y"/>
                                          </p:val>
                                        </p:tav>
                                      </p:tavLst>
                                    </p:anim>
                                  </p:childTnLst>
                                </p:cTn>
                              </p:par>
                            </p:childTnLst>
                          </p:cTn>
                        </p:par>
                        <p:par>
                          <p:cTn id="66" fill="hold">
                            <p:stCondLst>
                              <p:cond delay="4000"/>
                            </p:stCondLst>
                            <p:childTnLst>
                              <p:par>
                                <p:cTn id="67" presetID="53" presetClass="entr" presetSubtype="0" fill="hold" grpId="0" nodeType="afterEffect">
                                  <p:stCondLst>
                                    <p:cond delay="0"/>
                                  </p:stCondLst>
                                  <p:childTnLst>
                                    <p:set>
                                      <p:cBhvr>
                                        <p:cTn id="68" dur="1" fill="hold">
                                          <p:stCondLst>
                                            <p:cond delay="0"/>
                                          </p:stCondLst>
                                        </p:cTn>
                                        <p:tgtEl>
                                          <p:spTgt spid="9"/>
                                        </p:tgtEl>
                                        <p:attrNameLst>
                                          <p:attrName>style.visibility</p:attrName>
                                        </p:attrNameLst>
                                      </p:cBhvr>
                                      <p:to>
                                        <p:strVal val="visible"/>
                                      </p:to>
                                    </p:set>
                                    <p:anim calcmode="lin" valueType="num">
                                      <p:cBhvr>
                                        <p:cTn id="69" dur="500" fill="hold"/>
                                        <p:tgtEl>
                                          <p:spTgt spid="9"/>
                                        </p:tgtEl>
                                        <p:attrNameLst>
                                          <p:attrName>ppt_w</p:attrName>
                                        </p:attrNameLst>
                                      </p:cBhvr>
                                      <p:tavLst>
                                        <p:tav tm="0">
                                          <p:val>
                                            <p:fltVal val="0"/>
                                          </p:val>
                                        </p:tav>
                                        <p:tav tm="100000">
                                          <p:val>
                                            <p:strVal val="#ppt_w"/>
                                          </p:val>
                                        </p:tav>
                                      </p:tavLst>
                                    </p:anim>
                                    <p:anim calcmode="lin" valueType="num">
                                      <p:cBhvr>
                                        <p:cTn id="70" dur="500" fill="hold"/>
                                        <p:tgtEl>
                                          <p:spTgt spid="9"/>
                                        </p:tgtEl>
                                        <p:attrNameLst>
                                          <p:attrName>ppt_h</p:attrName>
                                        </p:attrNameLst>
                                      </p:cBhvr>
                                      <p:tavLst>
                                        <p:tav tm="0">
                                          <p:val>
                                            <p:fltVal val="0"/>
                                          </p:val>
                                        </p:tav>
                                        <p:tav tm="100000">
                                          <p:val>
                                            <p:strVal val="#ppt_h"/>
                                          </p:val>
                                        </p:tav>
                                      </p:tavLst>
                                    </p:anim>
                                    <p:animEffect transition="in" filter="fade">
                                      <p:cBhvr>
                                        <p:cTn id="71" dur="500"/>
                                        <p:tgtEl>
                                          <p:spTgt spid="9"/>
                                        </p:tgtEl>
                                      </p:cBhvr>
                                    </p:animEffect>
                                  </p:childTnLst>
                                </p:cTn>
                              </p:par>
                              <p:par>
                                <p:cTn id="72" presetID="53" presetClass="entr" presetSubtype="0" fill="hold" grpId="0" nodeType="withEffect">
                                  <p:stCondLst>
                                    <p:cond delay="0"/>
                                  </p:stCondLst>
                                  <p:childTnLst>
                                    <p:set>
                                      <p:cBhvr>
                                        <p:cTn id="73" dur="1" fill="hold">
                                          <p:stCondLst>
                                            <p:cond delay="0"/>
                                          </p:stCondLst>
                                        </p:cTn>
                                        <p:tgtEl>
                                          <p:spTgt spid="16"/>
                                        </p:tgtEl>
                                        <p:attrNameLst>
                                          <p:attrName>style.visibility</p:attrName>
                                        </p:attrNameLst>
                                      </p:cBhvr>
                                      <p:to>
                                        <p:strVal val="visible"/>
                                      </p:to>
                                    </p:set>
                                    <p:anim calcmode="lin" valueType="num">
                                      <p:cBhvr>
                                        <p:cTn id="74" dur="500" fill="hold"/>
                                        <p:tgtEl>
                                          <p:spTgt spid="16"/>
                                        </p:tgtEl>
                                        <p:attrNameLst>
                                          <p:attrName>ppt_w</p:attrName>
                                        </p:attrNameLst>
                                      </p:cBhvr>
                                      <p:tavLst>
                                        <p:tav tm="0">
                                          <p:val>
                                            <p:fltVal val="0"/>
                                          </p:val>
                                        </p:tav>
                                        <p:tav tm="100000">
                                          <p:val>
                                            <p:strVal val="#ppt_w"/>
                                          </p:val>
                                        </p:tav>
                                      </p:tavLst>
                                    </p:anim>
                                    <p:anim calcmode="lin" valueType="num">
                                      <p:cBhvr>
                                        <p:cTn id="75" dur="500" fill="hold"/>
                                        <p:tgtEl>
                                          <p:spTgt spid="16"/>
                                        </p:tgtEl>
                                        <p:attrNameLst>
                                          <p:attrName>ppt_h</p:attrName>
                                        </p:attrNameLst>
                                      </p:cBhvr>
                                      <p:tavLst>
                                        <p:tav tm="0">
                                          <p:val>
                                            <p:fltVal val="0"/>
                                          </p:val>
                                        </p:tav>
                                        <p:tav tm="100000">
                                          <p:val>
                                            <p:strVal val="#ppt_h"/>
                                          </p:val>
                                        </p:tav>
                                      </p:tavLst>
                                    </p:anim>
                                    <p:animEffect transition="in" filter="fade">
                                      <p:cBhvr>
                                        <p:cTn id="76" dur="500"/>
                                        <p:tgtEl>
                                          <p:spTgt spid="16"/>
                                        </p:tgtEl>
                                      </p:cBhvr>
                                    </p:animEffect>
                                  </p:childTnLst>
                                </p:cTn>
                              </p:par>
                            </p:childTnLst>
                          </p:cTn>
                        </p:par>
                        <p:par>
                          <p:cTn id="77" fill="hold">
                            <p:stCondLst>
                              <p:cond delay="4500"/>
                            </p:stCondLst>
                            <p:childTnLst>
                              <p:par>
                                <p:cTn id="78" presetID="53" presetClass="entr" presetSubtype="0" fill="hold" grpId="0" nodeType="afterEffect">
                                  <p:stCondLst>
                                    <p:cond delay="0"/>
                                  </p:stCondLst>
                                  <p:childTnLst>
                                    <p:set>
                                      <p:cBhvr>
                                        <p:cTn id="79" dur="1" fill="hold">
                                          <p:stCondLst>
                                            <p:cond delay="0"/>
                                          </p:stCondLst>
                                        </p:cTn>
                                        <p:tgtEl>
                                          <p:spTgt spid="25"/>
                                        </p:tgtEl>
                                        <p:attrNameLst>
                                          <p:attrName>style.visibility</p:attrName>
                                        </p:attrNameLst>
                                      </p:cBhvr>
                                      <p:to>
                                        <p:strVal val="visible"/>
                                      </p:to>
                                    </p:set>
                                    <p:anim calcmode="lin" valueType="num">
                                      <p:cBhvr>
                                        <p:cTn id="80" dur="500" fill="hold"/>
                                        <p:tgtEl>
                                          <p:spTgt spid="25"/>
                                        </p:tgtEl>
                                        <p:attrNameLst>
                                          <p:attrName>ppt_w</p:attrName>
                                        </p:attrNameLst>
                                      </p:cBhvr>
                                      <p:tavLst>
                                        <p:tav tm="0">
                                          <p:val>
                                            <p:fltVal val="0"/>
                                          </p:val>
                                        </p:tav>
                                        <p:tav tm="100000">
                                          <p:val>
                                            <p:strVal val="#ppt_w"/>
                                          </p:val>
                                        </p:tav>
                                      </p:tavLst>
                                    </p:anim>
                                    <p:anim calcmode="lin" valueType="num">
                                      <p:cBhvr>
                                        <p:cTn id="81" dur="500" fill="hold"/>
                                        <p:tgtEl>
                                          <p:spTgt spid="25"/>
                                        </p:tgtEl>
                                        <p:attrNameLst>
                                          <p:attrName>ppt_h</p:attrName>
                                        </p:attrNameLst>
                                      </p:cBhvr>
                                      <p:tavLst>
                                        <p:tav tm="0">
                                          <p:val>
                                            <p:fltVal val="0"/>
                                          </p:val>
                                        </p:tav>
                                        <p:tav tm="100000">
                                          <p:val>
                                            <p:strVal val="#ppt_h"/>
                                          </p:val>
                                        </p:tav>
                                      </p:tavLst>
                                    </p:anim>
                                    <p:animEffect transition="in" filter="fade">
                                      <p:cBhvr>
                                        <p:cTn id="82" dur="500"/>
                                        <p:tgtEl>
                                          <p:spTgt spid="25"/>
                                        </p:tgtEl>
                                      </p:cBhvr>
                                    </p:animEffect>
                                  </p:childTnLst>
                                </p:cTn>
                              </p:par>
                              <p:par>
                                <p:cTn id="83" presetID="2" presetClass="entr" presetSubtype="2" accel="50000" decel="50000" fill="hold" grpId="0" nodeType="withEffect">
                                  <p:stCondLst>
                                    <p:cond delay="0"/>
                                  </p:stCondLst>
                                  <p:childTnLst>
                                    <p:set>
                                      <p:cBhvr>
                                        <p:cTn id="84" dur="1" fill="hold">
                                          <p:stCondLst>
                                            <p:cond delay="0"/>
                                          </p:stCondLst>
                                        </p:cTn>
                                        <p:tgtEl>
                                          <p:spTgt spid="22"/>
                                        </p:tgtEl>
                                        <p:attrNameLst>
                                          <p:attrName>style.visibility</p:attrName>
                                        </p:attrNameLst>
                                      </p:cBhvr>
                                      <p:to>
                                        <p:strVal val="visible"/>
                                      </p:to>
                                    </p:set>
                                    <p:anim calcmode="lin" valueType="num">
                                      <p:cBhvr additive="base">
                                        <p:cTn id="85" dur="500" fill="hold"/>
                                        <p:tgtEl>
                                          <p:spTgt spid="22"/>
                                        </p:tgtEl>
                                        <p:attrNameLst>
                                          <p:attrName>ppt_x</p:attrName>
                                        </p:attrNameLst>
                                      </p:cBhvr>
                                      <p:tavLst>
                                        <p:tav tm="0">
                                          <p:val>
                                            <p:strVal val="1+#ppt_w/2"/>
                                          </p:val>
                                        </p:tav>
                                        <p:tav tm="100000">
                                          <p:val>
                                            <p:strVal val="#ppt_x"/>
                                          </p:val>
                                        </p:tav>
                                      </p:tavLst>
                                    </p:anim>
                                    <p:anim calcmode="lin" valueType="num">
                                      <p:cBhvr additive="base">
                                        <p:cTn id="86" dur="5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8" grpId="0" animBg="1"/>
      <p:bldP spid="9" grpId="0" animBg="1"/>
      <p:bldP spid="13" grpId="0" animBg="1"/>
      <p:bldP spid="16" grpId="0" animBg="1"/>
      <p:bldP spid="18" grpId="0"/>
      <p:bldP spid="22" grpId="0"/>
      <p:bldP spid="25" grpId="0" animBg="1"/>
      <p:bldP spid="27" grpId="0" animBg="1"/>
      <p:bldP spid="30" grpId="0" animBg="1"/>
      <p:bldP spid="37" grpId="0"/>
      <p:bldP spid="23" grpId="0" animBg="1"/>
      <p:bldP spid="24" grpId="0" animBg="1"/>
      <p:bldP spid="26" grpId="0"/>
      <p:bldP spid="28"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0"/>
          <p:cNvGrpSpPr/>
          <p:nvPr/>
        </p:nvGrpSpPr>
        <p:grpSpPr>
          <a:xfrm>
            <a:off x="4819302" y="4536371"/>
            <a:ext cx="2601029" cy="2601029"/>
            <a:chOff x="3614476" y="3221164"/>
            <a:chExt cx="1950772" cy="1950772"/>
          </a:xfrm>
        </p:grpSpPr>
        <p:sp>
          <p:nvSpPr>
            <p:cNvPr id="49" name="Chord 48"/>
            <p:cNvSpPr/>
            <p:nvPr/>
          </p:nvSpPr>
          <p:spPr>
            <a:xfrm rot="6300000">
              <a:off x="3614476" y="3221164"/>
              <a:ext cx="1950772" cy="1950772"/>
            </a:xfrm>
            <a:prstGeom prst="chord">
              <a:avLst>
                <a:gd name="adj1" fmla="val 4234771"/>
                <a:gd name="adj2" fmla="val 15531980"/>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50" name="Freeform 153"/>
            <p:cNvSpPr>
              <a:spLocks noEditPoints="1"/>
            </p:cNvSpPr>
            <p:nvPr/>
          </p:nvSpPr>
          <p:spPr bwMode="auto">
            <a:xfrm>
              <a:off x="4312763" y="3528584"/>
              <a:ext cx="554198" cy="561860"/>
            </a:xfrm>
            <a:custGeom>
              <a:avLst/>
              <a:gdLst/>
              <a:ahLst/>
              <a:cxnLst>
                <a:cxn ang="0">
                  <a:pos x="0" y="59"/>
                </a:cxn>
                <a:cxn ang="0">
                  <a:pos x="118" y="59"/>
                </a:cxn>
                <a:cxn ang="0">
                  <a:pos x="111" y="57"/>
                </a:cxn>
                <a:cxn ang="0">
                  <a:pos x="83" y="33"/>
                </a:cxn>
                <a:cxn ang="0">
                  <a:pos x="111" y="57"/>
                </a:cxn>
                <a:cxn ang="0">
                  <a:pos x="41" y="91"/>
                </a:cxn>
                <a:cxn ang="0">
                  <a:pos x="57" y="111"/>
                </a:cxn>
                <a:cxn ang="0">
                  <a:pos x="61" y="8"/>
                </a:cxn>
                <a:cxn ang="0">
                  <a:pos x="61" y="34"/>
                </a:cxn>
                <a:cxn ang="0">
                  <a:pos x="61" y="8"/>
                </a:cxn>
                <a:cxn ang="0">
                  <a:pos x="95" y="22"/>
                </a:cxn>
                <a:cxn ang="0">
                  <a:pos x="67" y="8"/>
                </a:cxn>
                <a:cxn ang="0">
                  <a:pos x="57" y="34"/>
                </a:cxn>
                <a:cxn ang="0">
                  <a:pos x="57" y="8"/>
                </a:cxn>
                <a:cxn ang="0">
                  <a:pos x="36" y="30"/>
                </a:cxn>
                <a:cxn ang="0">
                  <a:pos x="50" y="8"/>
                </a:cxn>
                <a:cxn ang="0">
                  <a:pos x="38" y="35"/>
                </a:cxn>
                <a:cxn ang="0">
                  <a:pos x="57" y="57"/>
                </a:cxn>
                <a:cxn ang="0">
                  <a:pos x="38" y="35"/>
                </a:cxn>
                <a:cxn ang="0">
                  <a:pos x="57" y="84"/>
                </a:cxn>
                <a:cxn ang="0">
                  <a:pos x="34" y="61"/>
                </a:cxn>
                <a:cxn ang="0">
                  <a:pos x="50" y="110"/>
                </a:cxn>
                <a:cxn ang="0">
                  <a:pos x="38" y="92"/>
                </a:cxn>
                <a:cxn ang="0">
                  <a:pos x="61" y="111"/>
                </a:cxn>
                <a:cxn ang="0">
                  <a:pos x="77" y="91"/>
                </a:cxn>
                <a:cxn ang="0">
                  <a:pos x="61" y="111"/>
                </a:cxn>
                <a:cxn ang="0">
                  <a:pos x="93" y="99"/>
                </a:cxn>
                <a:cxn ang="0">
                  <a:pos x="80" y="92"/>
                </a:cxn>
                <a:cxn ang="0">
                  <a:pos x="61" y="84"/>
                </a:cxn>
                <a:cxn ang="0">
                  <a:pos x="84" y="61"/>
                </a:cxn>
                <a:cxn ang="0">
                  <a:pos x="61" y="57"/>
                </a:cxn>
                <a:cxn ang="0">
                  <a:pos x="80" y="35"/>
                </a:cxn>
                <a:cxn ang="0">
                  <a:pos x="61" y="57"/>
                </a:cxn>
                <a:cxn ang="0">
                  <a:pos x="35" y="33"/>
                </a:cxn>
                <a:cxn ang="0">
                  <a:pos x="7" y="57"/>
                </a:cxn>
                <a:cxn ang="0">
                  <a:pos x="7" y="61"/>
                </a:cxn>
                <a:cxn ang="0">
                  <a:pos x="36" y="89"/>
                </a:cxn>
                <a:cxn ang="0">
                  <a:pos x="7" y="61"/>
                </a:cxn>
                <a:cxn ang="0">
                  <a:pos x="82" y="89"/>
                </a:cxn>
                <a:cxn ang="0">
                  <a:pos x="111" y="61"/>
                </a:cxn>
                <a:cxn ang="0">
                  <a:pos x="95" y="96"/>
                </a:cxn>
              </a:cxnLst>
              <a:rect l="0" t="0" r="r" b="b"/>
              <a:pathLst>
                <a:path w="118" h="119">
                  <a:moveTo>
                    <a:pt x="59" y="0"/>
                  </a:moveTo>
                  <a:cubicBezTo>
                    <a:pt x="26" y="0"/>
                    <a:pt x="0" y="27"/>
                    <a:pt x="0" y="59"/>
                  </a:cubicBezTo>
                  <a:cubicBezTo>
                    <a:pt x="0" y="92"/>
                    <a:pt x="26" y="119"/>
                    <a:pt x="59" y="119"/>
                  </a:cubicBezTo>
                  <a:cubicBezTo>
                    <a:pt x="92" y="119"/>
                    <a:pt x="118" y="92"/>
                    <a:pt x="118" y="59"/>
                  </a:cubicBezTo>
                  <a:cubicBezTo>
                    <a:pt x="118" y="27"/>
                    <a:pt x="92" y="0"/>
                    <a:pt x="59" y="0"/>
                  </a:cubicBezTo>
                  <a:close/>
                  <a:moveTo>
                    <a:pt x="111" y="57"/>
                  </a:moveTo>
                  <a:cubicBezTo>
                    <a:pt x="88" y="57"/>
                    <a:pt x="88" y="57"/>
                    <a:pt x="88" y="57"/>
                  </a:cubicBezTo>
                  <a:cubicBezTo>
                    <a:pt x="87" y="49"/>
                    <a:pt x="86" y="41"/>
                    <a:pt x="83" y="33"/>
                  </a:cubicBezTo>
                  <a:cubicBezTo>
                    <a:pt x="88" y="31"/>
                    <a:pt x="93" y="28"/>
                    <a:pt x="98" y="25"/>
                  </a:cubicBezTo>
                  <a:cubicBezTo>
                    <a:pt x="105" y="34"/>
                    <a:pt x="110" y="45"/>
                    <a:pt x="111" y="57"/>
                  </a:cubicBezTo>
                  <a:close/>
                  <a:moveTo>
                    <a:pt x="57" y="111"/>
                  </a:moveTo>
                  <a:cubicBezTo>
                    <a:pt x="50" y="106"/>
                    <a:pt x="45" y="99"/>
                    <a:pt x="41" y="91"/>
                  </a:cubicBezTo>
                  <a:cubicBezTo>
                    <a:pt x="46" y="89"/>
                    <a:pt x="52" y="88"/>
                    <a:pt x="57" y="88"/>
                  </a:cubicBezTo>
                  <a:cubicBezTo>
                    <a:pt x="57" y="111"/>
                    <a:pt x="57" y="111"/>
                    <a:pt x="57" y="111"/>
                  </a:cubicBezTo>
                  <a:cubicBezTo>
                    <a:pt x="57" y="111"/>
                    <a:pt x="57" y="111"/>
                    <a:pt x="57" y="111"/>
                  </a:cubicBezTo>
                  <a:close/>
                  <a:moveTo>
                    <a:pt x="61" y="8"/>
                  </a:moveTo>
                  <a:cubicBezTo>
                    <a:pt x="68" y="14"/>
                    <a:pt x="74" y="22"/>
                    <a:pt x="78" y="31"/>
                  </a:cubicBezTo>
                  <a:cubicBezTo>
                    <a:pt x="73" y="33"/>
                    <a:pt x="67" y="34"/>
                    <a:pt x="61" y="34"/>
                  </a:cubicBezTo>
                  <a:cubicBezTo>
                    <a:pt x="61" y="8"/>
                    <a:pt x="61" y="8"/>
                    <a:pt x="61" y="8"/>
                  </a:cubicBezTo>
                  <a:cubicBezTo>
                    <a:pt x="61" y="8"/>
                    <a:pt x="61" y="8"/>
                    <a:pt x="61" y="8"/>
                  </a:cubicBezTo>
                  <a:close/>
                  <a:moveTo>
                    <a:pt x="67" y="8"/>
                  </a:moveTo>
                  <a:cubicBezTo>
                    <a:pt x="78" y="10"/>
                    <a:pt x="88" y="15"/>
                    <a:pt x="95" y="22"/>
                  </a:cubicBezTo>
                  <a:cubicBezTo>
                    <a:pt x="91" y="25"/>
                    <a:pt x="87" y="28"/>
                    <a:pt x="82" y="30"/>
                  </a:cubicBezTo>
                  <a:cubicBezTo>
                    <a:pt x="78" y="22"/>
                    <a:pt x="73" y="14"/>
                    <a:pt x="67" y="8"/>
                  </a:cubicBezTo>
                  <a:close/>
                  <a:moveTo>
                    <a:pt x="57" y="8"/>
                  </a:moveTo>
                  <a:cubicBezTo>
                    <a:pt x="57" y="34"/>
                    <a:pt x="57" y="34"/>
                    <a:pt x="57" y="34"/>
                  </a:cubicBezTo>
                  <a:cubicBezTo>
                    <a:pt x="51" y="34"/>
                    <a:pt x="45" y="33"/>
                    <a:pt x="40" y="31"/>
                  </a:cubicBezTo>
                  <a:cubicBezTo>
                    <a:pt x="44" y="22"/>
                    <a:pt x="50" y="14"/>
                    <a:pt x="57" y="8"/>
                  </a:cubicBezTo>
                  <a:cubicBezTo>
                    <a:pt x="57" y="8"/>
                    <a:pt x="57" y="8"/>
                    <a:pt x="57" y="8"/>
                  </a:cubicBezTo>
                  <a:close/>
                  <a:moveTo>
                    <a:pt x="36" y="30"/>
                  </a:moveTo>
                  <a:cubicBezTo>
                    <a:pt x="31" y="28"/>
                    <a:pt x="27" y="25"/>
                    <a:pt x="23" y="22"/>
                  </a:cubicBezTo>
                  <a:cubicBezTo>
                    <a:pt x="30" y="15"/>
                    <a:pt x="40" y="10"/>
                    <a:pt x="50" y="8"/>
                  </a:cubicBezTo>
                  <a:cubicBezTo>
                    <a:pt x="45" y="14"/>
                    <a:pt x="40" y="22"/>
                    <a:pt x="36" y="30"/>
                  </a:cubicBezTo>
                  <a:close/>
                  <a:moveTo>
                    <a:pt x="38" y="35"/>
                  </a:moveTo>
                  <a:cubicBezTo>
                    <a:pt x="44" y="37"/>
                    <a:pt x="50" y="38"/>
                    <a:pt x="57" y="38"/>
                  </a:cubicBezTo>
                  <a:cubicBezTo>
                    <a:pt x="57" y="57"/>
                    <a:pt x="57" y="57"/>
                    <a:pt x="57" y="57"/>
                  </a:cubicBezTo>
                  <a:cubicBezTo>
                    <a:pt x="34" y="57"/>
                    <a:pt x="34" y="57"/>
                    <a:pt x="34" y="57"/>
                  </a:cubicBezTo>
                  <a:cubicBezTo>
                    <a:pt x="34" y="49"/>
                    <a:pt x="36" y="42"/>
                    <a:pt x="38" y="35"/>
                  </a:cubicBezTo>
                  <a:close/>
                  <a:moveTo>
                    <a:pt x="57" y="61"/>
                  </a:moveTo>
                  <a:cubicBezTo>
                    <a:pt x="57" y="84"/>
                    <a:pt x="57" y="84"/>
                    <a:pt x="57" y="84"/>
                  </a:cubicBezTo>
                  <a:cubicBezTo>
                    <a:pt x="51" y="85"/>
                    <a:pt x="45" y="86"/>
                    <a:pt x="40" y="87"/>
                  </a:cubicBezTo>
                  <a:cubicBezTo>
                    <a:pt x="36" y="79"/>
                    <a:pt x="34" y="71"/>
                    <a:pt x="34" y="61"/>
                  </a:cubicBezTo>
                  <a:lnTo>
                    <a:pt x="57" y="61"/>
                  </a:lnTo>
                  <a:close/>
                  <a:moveTo>
                    <a:pt x="50" y="110"/>
                  </a:moveTo>
                  <a:cubicBezTo>
                    <a:pt x="41" y="109"/>
                    <a:pt x="32" y="105"/>
                    <a:pt x="25" y="99"/>
                  </a:cubicBezTo>
                  <a:cubicBezTo>
                    <a:pt x="29" y="96"/>
                    <a:pt x="33" y="94"/>
                    <a:pt x="38" y="92"/>
                  </a:cubicBezTo>
                  <a:cubicBezTo>
                    <a:pt x="41" y="99"/>
                    <a:pt x="45" y="105"/>
                    <a:pt x="50" y="110"/>
                  </a:cubicBezTo>
                  <a:close/>
                  <a:moveTo>
                    <a:pt x="61" y="111"/>
                  </a:moveTo>
                  <a:cubicBezTo>
                    <a:pt x="61" y="88"/>
                    <a:pt x="61" y="88"/>
                    <a:pt x="61" y="88"/>
                  </a:cubicBezTo>
                  <a:cubicBezTo>
                    <a:pt x="66" y="88"/>
                    <a:pt x="72" y="89"/>
                    <a:pt x="77" y="91"/>
                  </a:cubicBezTo>
                  <a:cubicBezTo>
                    <a:pt x="73" y="99"/>
                    <a:pt x="67" y="106"/>
                    <a:pt x="61" y="111"/>
                  </a:cubicBezTo>
                  <a:cubicBezTo>
                    <a:pt x="61" y="111"/>
                    <a:pt x="61" y="111"/>
                    <a:pt x="61" y="111"/>
                  </a:cubicBezTo>
                  <a:close/>
                  <a:moveTo>
                    <a:pt x="80" y="92"/>
                  </a:moveTo>
                  <a:cubicBezTo>
                    <a:pt x="85" y="94"/>
                    <a:pt x="89" y="96"/>
                    <a:pt x="93" y="99"/>
                  </a:cubicBezTo>
                  <a:cubicBezTo>
                    <a:pt x="86" y="105"/>
                    <a:pt x="77" y="109"/>
                    <a:pt x="67" y="110"/>
                  </a:cubicBezTo>
                  <a:cubicBezTo>
                    <a:pt x="73" y="105"/>
                    <a:pt x="77" y="99"/>
                    <a:pt x="80" y="92"/>
                  </a:cubicBezTo>
                  <a:close/>
                  <a:moveTo>
                    <a:pt x="78" y="87"/>
                  </a:moveTo>
                  <a:cubicBezTo>
                    <a:pt x="73" y="86"/>
                    <a:pt x="67" y="85"/>
                    <a:pt x="61" y="84"/>
                  </a:cubicBezTo>
                  <a:cubicBezTo>
                    <a:pt x="61" y="61"/>
                    <a:pt x="61" y="61"/>
                    <a:pt x="61" y="61"/>
                  </a:cubicBezTo>
                  <a:cubicBezTo>
                    <a:pt x="84" y="61"/>
                    <a:pt x="84" y="61"/>
                    <a:pt x="84" y="61"/>
                  </a:cubicBezTo>
                  <a:cubicBezTo>
                    <a:pt x="84" y="71"/>
                    <a:pt x="82" y="79"/>
                    <a:pt x="78" y="87"/>
                  </a:cubicBezTo>
                  <a:close/>
                  <a:moveTo>
                    <a:pt x="61" y="57"/>
                  </a:moveTo>
                  <a:cubicBezTo>
                    <a:pt x="61" y="38"/>
                    <a:pt x="61" y="38"/>
                    <a:pt x="61" y="38"/>
                  </a:cubicBezTo>
                  <a:cubicBezTo>
                    <a:pt x="67" y="38"/>
                    <a:pt x="74" y="37"/>
                    <a:pt x="80" y="35"/>
                  </a:cubicBezTo>
                  <a:cubicBezTo>
                    <a:pt x="82" y="42"/>
                    <a:pt x="84" y="49"/>
                    <a:pt x="84" y="57"/>
                  </a:cubicBezTo>
                  <a:lnTo>
                    <a:pt x="61" y="57"/>
                  </a:lnTo>
                  <a:close/>
                  <a:moveTo>
                    <a:pt x="20" y="25"/>
                  </a:moveTo>
                  <a:cubicBezTo>
                    <a:pt x="25" y="28"/>
                    <a:pt x="30" y="31"/>
                    <a:pt x="35" y="33"/>
                  </a:cubicBezTo>
                  <a:cubicBezTo>
                    <a:pt x="32" y="41"/>
                    <a:pt x="30" y="49"/>
                    <a:pt x="30" y="57"/>
                  </a:cubicBezTo>
                  <a:cubicBezTo>
                    <a:pt x="7" y="57"/>
                    <a:pt x="7" y="57"/>
                    <a:pt x="7" y="57"/>
                  </a:cubicBezTo>
                  <a:cubicBezTo>
                    <a:pt x="8" y="45"/>
                    <a:pt x="13" y="34"/>
                    <a:pt x="20" y="25"/>
                  </a:cubicBezTo>
                  <a:close/>
                  <a:moveTo>
                    <a:pt x="7" y="61"/>
                  </a:moveTo>
                  <a:cubicBezTo>
                    <a:pt x="30" y="61"/>
                    <a:pt x="30" y="61"/>
                    <a:pt x="30" y="61"/>
                  </a:cubicBezTo>
                  <a:cubicBezTo>
                    <a:pt x="31" y="71"/>
                    <a:pt x="33" y="80"/>
                    <a:pt x="36" y="89"/>
                  </a:cubicBezTo>
                  <a:cubicBezTo>
                    <a:pt x="31" y="91"/>
                    <a:pt x="27" y="93"/>
                    <a:pt x="22" y="96"/>
                  </a:cubicBezTo>
                  <a:cubicBezTo>
                    <a:pt x="13" y="87"/>
                    <a:pt x="8" y="75"/>
                    <a:pt x="7" y="61"/>
                  </a:cubicBezTo>
                  <a:close/>
                  <a:moveTo>
                    <a:pt x="95" y="96"/>
                  </a:moveTo>
                  <a:cubicBezTo>
                    <a:pt x="91" y="93"/>
                    <a:pt x="87" y="91"/>
                    <a:pt x="82" y="89"/>
                  </a:cubicBezTo>
                  <a:cubicBezTo>
                    <a:pt x="85" y="80"/>
                    <a:pt x="87" y="71"/>
                    <a:pt x="88" y="61"/>
                  </a:cubicBezTo>
                  <a:cubicBezTo>
                    <a:pt x="111" y="61"/>
                    <a:pt x="111" y="61"/>
                    <a:pt x="111" y="61"/>
                  </a:cubicBezTo>
                  <a:cubicBezTo>
                    <a:pt x="110" y="75"/>
                    <a:pt x="104" y="87"/>
                    <a:pt x="95" y="96"/>
                  </a:cubicBezTo>
                  <a:close/>
                  <a:moveTo>
                    <a:pt x="95" y="96"/>
                  </a:moveTo>
                  <a:cubicBezTo>
                    <a:pt x="95" y="96"/>
                    <a:pt x="95" y="96"/>
                    <a:pt x="95" y="96"/>
                  </a:cubicBezTo>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endParaRPr>
            </a:p>
          </p:txBody>
        </p:sp>
      </p:grpSp>
      <p:sp>
        <p:nvSpPr>
          <p:cNvPr id="44" name="Arc 43"/>
          <p:cNvSpPr/>
          <p:nvPr/>
        </p:nvSpPr>
        <p:spPr>
          <a:xfrm>
            <a:off x="3765551" y="3543301"/>
            <a:ext cx="4660900" cy="4660900"/>
          </a:xfrm>
          <a:prstGeom prst="arc">
            <a:avLst>
              <a:gd name="adj1" fmla="val 10769273"/>
              <a:gd name="adj2" fmla="val 0"/>
            </a:avLst>
          </a:prstGeom>
          <a:ln w="57150" cap="rnd">
            <a:solidFill>
              <a:schemeClr val="tx1">
                <a:lumMod val="25000"/>
                <a:lumOff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8" name="Oval 7"/>
          <p:cNvSpPr/>
          <p:nvPr/>
        </p:nvSpPr>
        <p:spPr>
          <a:xfrm>
            <a:off x="3613151" y="5694731"/>
            <a:ext cx="304800" cy="3048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9" name="Oval 8"/>
          <p:cNvSpPr/>
          <p:nvPr/>
        </p:nvSpPr>
        <p:spPr>
          <a:xfrm>
            <a:off x="8274051" y="5694731"/>
            <a:ext cx="304800" cy="3048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3" name="Teardrop 12"/>
          <p:cNvSpPr/>
          <p:nvPr/>
        </p:nvSpPr>
        <p:spPr>
          <a:xfrm rot="5400000">
            <a:off x="2527300" y="4608880"/>
            <a:ext cx="1085851" cy="1085851"/>
          </a:xfrm>
          <a:prstGeom prst="teardrop">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6" name="Teardrop 15"/>
          <p:cNvSpPr/>
          <p:nvPr/>
        </p:nvSpPr>
        <p:spPr>
          <a:xfrm rot="16200000" flipH="1">
            <a:off x="8667749" y="4786680"/>
            <a:ext cx="1085851" cy="1085851"/>
          </a:xfrm>
          <a:prstGeom prst="teardrop">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8" name="Footer Text"/>
          <p:cNvSpPr txBox="1"/>
          <p:nvPr/>
        </p:nvSpPr>
        <p:spPr>
          <a:xfrm>
            <a:off x="444653" y="3699454"/>
            <a:ext cx="3168498" cy="861774"/>
          </a:xfrm>
          <a:prstGeom prst="rect">
            <a:avLst/>
          </a:prstGeom>
          <a:noFill/>
        </p:spPr>
        <p:txBody>
          <a:bodyPr wrap="square" lIns="0" tIns="0" rIns="0" bIns="0" rtlCol="0">
            <a:spAutoFit/>
          </a:bodyPr>
          <a:lstStyle/>
          <a:p>
            <a:pPr algn="ctr" defTabSz="1375467" fontAlgn="auto">
              <a:spcBef>
                <a:spcPts val="0"/>
              </a:spcBef>
              <a:spcAft>
                <a:spcPts val="0"/>
              </a:spcAft>
            </a:pPr>
            <a:r>
              <a:rPr lang="ar-SA" sz="2800" b="1" dirty="0"/>
              <a:t>المجمعات التعليمية أو الوحدات التعليمية النسقية</a:t>
            </a:r>
            <a:endParaRPr lang="en-US" sz="2000" b="1" dirty="0">
              <a:solidFill>
                <a:srgbClr val="262626">
                  <a:lumMod val="50000"/>
                  <a:lumOff val="50000"/>
                </a:srgbClr>
              </a:solidFill>
              <a:latin typeface="Roboto Condensed"/>
            </a:endParaRPr>
          </a:p>
        </p:txBody>
      </p:sp>
      <p:sp>
        <p:nvSpPr>
          <p:cNvPr id="22" name="Footer Text"/>
          <p:cNvSpPr txBox="1"/>
          <p:nvPr/>
        </p:nvSpPr>
        <p:spPr>
          <a:xfrm>
            <a:off x="8994776" y="3941050"/>
            <a:ext cx="2941843" cy="861774"/>
          </a:xfrm>
          <a:prstGeom prst="rect">
            <a:avLst/>
          </a:prstGeom>
          <a:noFill/>
        </p:spPr>
        <p:txBody>
          <a:bodyPr wrap="square" lIns="0" tIns="0" rIns="0" bIns="0" rtlCol="0">
            <a:spAutoFit/>
          </a:bodyPr>
          <a:lstStyle/>
          <a:p>
            <a:pPr algn="ctr" defTabSz="1375467" fontAlgn="auto">
              <a:spcBef>
                <a:spcPts val="0"/>
              </a:spcBef>
              <a:spcAft>
                <a:spcPts val="0"/>
              </a:spcAft>
            </a:pPr>
            <a:r>
              <a:rPr lang="ar-SA" sz="2800" b="1" dirty="0"/>
              <a:t>حقائب المطبوعات الدراسية</a:t>
            </a:r>
            <a:endParaRPr lang="en-US" sz="2000" b="1" dirty="0">
              <a:solidFill>
                <a:srgbClr val="262626">
                  <a:lumMod val="50000"/>
                  <a:lumOff val="50000"/>
                </a:srgbClr>
              </a:solidFill>
              <a:latin typeface="Roboto Condensed"/>
            </a:endParaRPr>
          </a:p>
        </p:txBody>
      </p:sp>
      <p:sp>
        <p:nvSpPr>
          <p:cNvPr id="25" name="Freeform 137"/>
          <p:cNvSpPr>
            <a:spLocks noEditPoints="1"/>
          </p:cNvSpPr>
          <p:nvPr/>
        </p:nvSpPr>
        <p:spPr bwMode="auto">
          <a:xfrm>
            <a:off x="8994776" y="5151959"/>
            <a:ext cx="396000" cy="405503"/>
          </a:xfrm>
          <a:custGeom>
            <a:avLst/>
            <a:gdLst/>
            <a:ahLst/>
            <a:cxnLst>
              <a:cxn ang="0">
                <a:pos x="46" y="30"/>
              </a:cxn>
              <a:cxn ang="0">
                <a:pos x="39" y="36"/>
              </a:cxn>
              <a:cxn ang="0">
                <a:pos x="39" y="50"/>
              </a:cxn>
              <a:cxn ang="0">
                <a:pos x="38" y="50"/>
              </a:cxn>
              <a:cxn ang="0">
                <a:pos x="24" y="58"/>
              </a:cxn>
              <a:cxn ang="0">
                <a:pos x="24" y="59"/>
              </a:cxn>
              <a:cxn ang="0">
                <a:pos x="23" y="58"/>
              </a:cxn>
              <a:cxn ang="0">
                <a:pos x="21" y="56"/>
              </a:cxn>
              <a:cxn ang="0">
                <a:pos x="21" y="55"/>
              </a:cxn>
              <a:cxn ang="0">
                <a:pos x="24" y="45"/>
              </a:cxn>
              <a:cxn ang="0">
                <a:pos x="14" y="35"/>
              </a:cxn>
              <a:cxn ang="0">
                <a:pos x="4" y="38"/>
              </a:cxn>
              <a:cxn ang="0">
                <a:pos x="3" y="38"/>
              </a:cxn>
              <a:cxn ang="0">
                <a:pos x="3" y="38"/>
              </a:cxn>
              <a:cxn ang="0">
                <a:pos x="0" y="35"/>
              </a:cxn>
              <a:cxn ang="0">
                <a:pos x="0" y="34"/>
              </a:cxn>
              <a:cxn ang="0">
                <a:pos x="8" y="20"/>
              </a:cxn>
              <a:cxn ang="0">
                <a:pos x="9" y="20"/>
              </a:cxn>
              <a:cxn ang="0">
                <a:pos x="23" y="19"/>
              </a:cxn>
              <a:cxn ang="0">
                <a:pos x="29" y="12"/>
              </a:cxn>
              <a:cxn ang="0">
                <a:pos x="57" y="0"/>
              </a:cxn>
              <a:cxn ang="0">
                <a:pos x="58" y="1"/>
              </a:cxn>
              <a:cxn ang="0">
                <a:pos x="46" y="30"/>
              </a:cxn>
              <a:cxn ang="0">
                <a:pos x="47" y="8"/>
              </a:cxn>
              <a:cxn ang="0">
                <a:pos x="43" y="12"/>
              </a:cxn>
              <a:cxn ang="0">
                <a:pos x="47" y="15"/>
              </a:cxn>
              <a:cxn ang="0">
                <a:pos x="50" y="12"/>
              </a:cxn>
              <a:cxn ang="0">
                <a:pos x="47" y="8"/>
              </a:cxn>
            </a:cxnLst>
            <a:rect l="0" t="0" r="r" b="b"/>
            <a:pathLst>
              <a:path w="58" h="59">
                <a:moveTo>
                  <a:pt x="46" y="30"/>
                </a:moveTo>
                <a:cubicBezTo>
                  <a:pt x="44" y="32"/>
                  <a:pt x="42" y="34"/>
                  <a:pt x="39" y="36"/>
                </a:cubicBezTo>
                <a:cubicBezTo>
                  <a:pt x="39" y="50"/>
                  <a:pt x="39" y="50"/>
                  <a:pt x="39" y="50"/>
                </a:cubicBezTo>
                <a:cubicBezTo>
                  <a:pt x="39" y="50"/>
                  <a:pt x="39" y="50"/>
                  <a:pt x="38" y="50"/>
                </a:cubicBezTo>
                <a:cubicBezTo>
                  <a:pt x="24" y="58"/>
                  <a:pt x="24" y="58"/>
                  <a:pt x="24" y="58"/>
                </a:cubicBezTo>
                <a:cubicBezTo>
                  <a:pt x="24" y="59"/>
                  <a:pt x="24" y="59"/>
                  <a:pt x="24" y="59"/>
                </a:cubicBezTo>
                <a:cubicBezTo>
                  <a:pt x="24" y="59"/>
                  <a:pt x="23" y="58"/>
                  <a:pt x="23" y="58"/>
                </a:cubicBezTo>
                <a:cubicBezTo>
                  <a:pt x="21" y="56"/>
                  <a:pt x="21" y="56"/>
                  <a:pt x="21" y="56"/>
                </a:cubicBezTo>
                <a:cubicBezTo>
                  <a:pt x="21" y="56"/>
                  <a:pt x="20" y="55"/>
                  <a:pt x="21" y="55"/>
                </a:cubicBezTo>
                <a:cubicBezTo>
                  <a:pt x="24" y="45"/>
                  <a:pt x="24" y="45"/>
                  <a:pt x="24" y="45"/>
                </a:cubicBezTo>
                <a:cubicBezTo>
                  <a:pt x="14" y="35"/>
                  <a:pt x="14" y="35"/>
                  <a:pt x="14" y="35"/>
                </a:cubicBezTo>
                <a:cubicBezTo>
                  <a:pt x="4" y="38"/>
                  <a:pt x="4" y="38"/>
                  <a:pt x="4" y="38"/>
                </a:cubicBezTo>
                <a:cubicBezTo>
                  <a:pt x="4" y="38"/>
                  <a:pt x="3" y="38"/>
                  <a:pt x="3" y="38"/>
                </a:cubicBezTo>
                <a:cubicBezTo>
                  <a:pt x="3" y="38"/>
                  <a:pt x="3" y="38"/>
                  <a:pt x="3" y="38"/>
                </a:cubicBezTo>
                <a:cubicBezTo>
                  <a:pt x="0" y="35"/>
                  <a:pt x="0" y="35"/>
                  <a:pt x="0" y="35"/>
                </a:cubicBezTo>
                <a:cubicBezTo>
                  <a:pt x="0" y="35"/>
                  <a:pt x="0" y="34"/>
                  <a:pt x="0" y="34"/>
                </a:cubicBezTo>
                <a:cubicBezTo>
                  <a:pt x="8" y="20"/>
                  <a:pt x="8" y="20"/>
                  <a:pt x="8" y="20"/>
                </a:cubicBezTo>
                <a:cubicBezTo>
                  <a:pt x="8" y="20"/>
                  <a:pt x="9" y="20"/>
                  <a:pt x="9" y="20"/>
                </a:cubicBezTo>
                <a:cubicBezTo>
                  <a:pt x="23" y="19"/>
                  <a:pt x="23" y="19"/>
                  <a:pt x="23" y="19"/>
                </a:cubicBezTo>
                <a:cubicBezTo>
                  <a:pt x="25" y="17"/>
                  <a:pt x="27" y="14"/>
                  <a:pt x="29" y="12"/>
                </a:cubicBezTo>
                <a:cubicBezTo>
                  <a:pt x="38" y="3"/>
                  <a:pt x="45" y="0"/>
                  <a:pt x="57" y="0"/>
                </a:cubicBezTo>
                <a:cubicBezTo>
                  <a:pt x="58" y="0"/>
                  <a:pt x="58" y="1"/>
                  <a:pt x="58" y="1"/>
                </a:cubicBezTo>
                <a:cubicBezTo>
                  <a:pt x="58" y="13"/>
                  <a:pt x="55" y="21"/>
                  <a:pt x="46" y="30"/>
                </a:cubicBezTo>
                <a:close/>
                <a:moveTo>
                  <a:pt x="47" y="8"/>
                </a:moveTo>
                <a:cubicBezTo>
                  <a:pt x="45" y="8"/>
                  <a:pt x="43" y="10"/>
                  <a:pt x="43" y="12"/>
                </a:cubicBezTo>
                <a:cubicBezTo>
                  <a:pt x="43" y="14"/>
                  <a:pt x="45" y="15"/>
                  <a:pt x="47" y="15"/>
                </a:cubicBezTo>
                <a:cubicBezTo>
                  <a:pt x="49" y="15"/>
                  <a:pt x="50" y="14"/>
                  <a:pt x="50" y="12"/>
                </a:cubicBezTo>
                <a:cubicBezTo>
                  <a:pt x="50" y="10"/>
                  <a:pt x="49" y="8"/>
                  <a:pt x="47" y="8"/>
                </a:cubicBez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27" name="Freeform 146"/>
          <p:cNvSpPr>
            <a:spLocks noEditPoints="1"/>
          </p:cNvSpPr>
          <p:nvPr/>
        </p:nvSpPr>
        <p:spPr bwMode="auto">
          <a:xfrm>
            <a:off x="2866750" y="4927957"/>
            <a:ext cx="437181" cy="478367"/>
          </a:xfrm>
          <a:custGeom>
            <a:avLst/>
            <a:gdLst/>
            <a:ahLst/>
            <a:cxnLst>
              <a:cxn ang="0">
                <a:pos x="49" y="42"/>
              </a:cxn>
              <a:cxn ang="0">
                <a:pos x="33" y="58"/>
              </a:cxn>
              <a:cxn ang="0">
                <a:pos x="33" y="46"/>
              </a:cxn>
              <a:cxn ang="0">
                <a:pos x="31" y="45"/>
              </a:cxn>
              <a:cxn ang="0">
                <a:pos x="31" y="58"/>
              </a:cxn>
              <a:cxn ang="0">
                <a:pos x="14" y="42"/>
              </a:cxn>
              <a:cxn ang="0">
                <a:pos x="1" y="33"/>
              </a:cxn>
              <a:cxn ang="0">
                <a:pos x="3" y="31"/>
              </a:cxn>
              <a:cxn ang="0">
                <a:pos x="4" y="31"/>
              </a:cxn>
              <a:cxn ang="0">
                <a:pos x="4" y="7"/>
              </a:cxn>
              <a:cxn ang="0">
                <a:pos x="9" y="0"/>
              </a:cxn>
              <a:cxn ang="0">
                <a:pos x="54" y="0"/>
              </a:cxn>
              <a:cxn ang="0">
                <a:pos x="60" y="7"/>
              </a:cxn>
              <a:cxn ang="0">
                <a:pos x="60" y="31"/>
              </a:cxn>
              <a:cxn ang="0">
                <a:pos x="61" y="31"/>
              </a:cxn>
              <a:cxn ang="0">
                <a:pos x="63" y="33"/>
              </a:cxn>
              <a:cxn ang="0">
                <a:pos x="49" y="42"/>
              </a:cxn>
              <a:cxn ang="0">
                <a:pos x="57" y="9"/>
              </a:cxn>
              <a:cxn ang="0">
                <a:pos x="52" y="4"/>
              </a:cxn>
              <a:cxn ang="0">
                <a:pos x="12" y="4"/>
              </a:cxn>
              <a:cxn ang="0">
                <a:pos x="7" y="9"/>
              </a:cxn>
              <a:cxn ang="0">
                <a:pos x="7" y="33"/>
              </a:cxn>
              <a:cxn ang="0">
                <a:pos x="27" y="37"/>
              </a:cxn>
              <a:cxn ang="0">
                <a:pos x="30" y="38"/>
              </a:cxn>
              <a:cxn ang="0">
                <a:pos x="30" y="38"/>
              </a:cxn>
              <a:cxn ang="0">
                <a:pos x="33" y="40"/>
              </a:cxn>
              <a:cxn ang="0">
                <a:pos x="37" y="37"/>
              </a:cxn>
              <a:cxn ang="0">
                <a:pos x="57" y="33"/>
              </a:cxn>
              <a:cxn ang="0">
                <a:pos x="57" y="9"/>
              </a:cxn>
              <a:cxn ang="0">
                <a:pos x="23" y="34"/>
              </a:cxn>
              <a:cxn ang="0">
                <a:pos x="16" y="27"/>
              </a:cxn>
              <a:cxn ang="0">
                <a:pos x="23" y="20"/>
              </a:cxn>
              <a:cxn ang="0">
                <a:pos x="31" y="27"/>
              </a:cxn>
              <a:cxn ang="0">
                <a:pos x="23" y="34"/>
              </a:cxn>
              <a:cxn ang="0">
                <a:pos x="41" y="34"/>
              </a:cxn>
              <a:cxn ang="0">
                <a:pos x="33" y="27"/>
              </a:cxn>
              <a:cxn ang="0">
                <a:pos x="41" y="20"/>
              </a:cxn>
              <a:cxn ang="0">
                <a:pos x="49" y="27"/>
              </a:cxn>
              <a:cxn ang="0">
                <a:pos x="41" y="34"/>
              </a:cxn>
            </a:cxnLst>
            <a:rect l="0" t="0" r="r" b="b"/>
            <a:pathLst>
              <a:path w="64" h="70">
                <a:moveTo>
                  <a:pt x="49" y="42"/>
                </a:moveTo>
                <a:cubicBezTo>
                  <a:pt x="56" y="66"/>
                  <a:pt x="32" y="70"/>
                  <a:pt x="33" y="58"/>
                </a:cubicBezTo>
                <a:cubicBezTo>
                  <a:pt x="33" y="58"/>
                  <a:pt x="33" y="51"/>
                  <a:pt x="33" y="46"/>
                </a:cubicBezTo>
                <a:cubicBezTo>
                  <a:pt x="32" y="46"/>
                  <a:pt x="32" y="46"/>
                  <a:pt x="31" y="45"/>
                </a:cubicBezTo>
                <a:cubicBezTo>
                  <a:pt x="31" y="51"/>
                  <a:pt x="31" y="58"/>
                  <a:pt x="31" y="58"/>
                </a:cubicBezTo>
                <a:cubicBezTo>
                  <a:pt x="31" y="70"/>
                  <a:pt x="7" y="66"/>
                  <a:pt x="14" y="42"/>
                </a:cubicBezTo>
                <a:cubicBezTo>
                  <a:pt x="7" y="39"/>
                  <a:pt x="3" y="36"/>
                  <a:pt x="1" y="33"/>
                </a:cubicBezTo>
                <a:cubicBezTo>
                  <a:pt x="0" y="31"/>
                  <a:pt x="1" y="29"/>
                  <a:pt x="3" y="31"/>
                </a:cubicBezTo>
                <a:cubicBezTo>
                  <a:pt x="3" y="31"/>
                  <a:pt x="3" y="31"/>
                  <a:pt x="4" y="31"/>
                </a:cubicBezTo>
                <a:cubicBezTo>
                  <a:pt x="4" y="7"/>
                  <a:pt x="4" y="7"/>
                  <a:pt x="4" y="7"/>
                </a:cubicBezTo>
                <a:cubicBezTo>
                  <a:pt x="4" y="3"/>
                  <a:pt x="6" y="0"/>
                  <a:pt x="9" y="0"/>
                </a:cubicBezTo>
                <a:cubicBezTo>
                  <a:pt x="54" y="0"/>
                  <a:pt x="54" y="0"/>
                  <a:pt x="54" y="0"/>
                </a:cubicBezTo>
                <a:cubicBezTo>
                  <a:pt x="57" y="0"/>
                  <a:pt x="60" y="3"/>
                  <a:pt x="60" y="7"/>
                </a:cubicBezTo>
                <a:cubicBezTo>
                  <a:pt x="60" y="31"/>
                  <a:pt x="60" y="31"/>
                  <a:pt x="60" y="31"/>
                </a:cubicBezTo>
                <a:cubicBezTo>
                  <a:pt x="60" y="31"/>
                  <a:pt x="60" y="31"/>
                  <a:pt x="61" y="31"/>
                </a:cubicBezTo>
                <a:cubicBezTo>
                  <a:pt x="63" y="29"/>
                  <a:pt x="64" y="31"/>
                  <a:pt x="63" y="33"/>
                </a:cubicBezTo>
                <a:cubicBezTo>
                  <a:pt x="60" y="36"/>
                  <a:pt x="56" y="39"/>
                  <a:pt x="49" y="42"/>
                </a:cubicBezTo>
                <a:close/>
                <a:moveTo>
                  <a:pt x="57" y="9"/>
                </a:moveTo>
                <a:cubicBezTo>
                  <a:pt x="57" y="5"/>
                  <a:pt x="56" y="4"/>
                  <a:pt x="52" y="4"/>
                </a:cubicBezTo>
                <a:cubicBezTo>
                  <a:pt x="12" y="4"/>
                  <a:pt x="12" y="4"/>
                  <a:pt x="12" y="4"/>
                </a:cubicBezTo>
                <a:cubicBezTo>
                  <a:pt x="8" y="4"/>
                  <a:pt x="7" y="5"/>
                  <a:pt x="7" y="9"/>
                </a:cubicBezTo>
                <a:cubicBezTo>
                  <a:pt x="7" y="33"/>
                  <a:pt x="7" y="33"/>
                  <a:pt x="7" y="33"/>
                </a:cubicBezTo>
                <a:cubicBezTo>
                  <a:pt x="15" y="38"/>
                  <a:pt x="23" y="37"/>
                  <a:pt x="27" y="37"/>
                </a:cubicBezTo>
                <a:cubicBezTo>
                  <a:pt x="28" y="37"/>
                  <a:pt x="29" y="37"/>
                  <a:pt x="30" y="38"/>
                </a:cubicBezTo>
                <a:cubicBezTo>
                  <a:pt x="30" y="38"/>
                  <a:pt x="30" y="38"/>
                  <a:pt x="30" y="38"/>
                </a:cubicBezTo>
                <a:cubicBezTo>
                  <a:pt x="31" y="39"/>
                  <a:pt x="32" y="39"/>
                  <a:pt x="33" y="40"/>
                </a:cubicBezTo>
                <a:cubicBezTo>
                  <a:pt x="33" y="38"/>
                  <a:pt x="34" y="37"/>
                  <a:pt x="37" y="37"/>
                </a:cubicBezTo>
                <a:cubicBezTo>
                  <a:pt x="41" y="37"/>
                  <a:pt x="48" y="38"/>
                  <a:pt x="57" y="33"/>
                </a:cubicBezTo>
                <a:lnTo>
                  <a:pt x="57" y="9"/>
                </a:lnTo>
                <a:close/>
                <a:moveTo>
                  <a:pt x="23" y="34"/>
                </a:moveTo>
                <a:cubicBezTo>
                  <a:pt x="19" y="34"/>
                  <a:pt x="16" y="31"/>
                  <a:pt x="16" y="27"/>
                </a:cubicBezTo>
                <a:cubicBezTo>
                  <a:pt x="16" y="23"/>
                  <a:pt x="19" y="20"/>
                  <a:pt x="23" y="20"/>
                </a:cubicBezTo>
                <a:cubicBezTo>
                  <a:pt x="27" y="20"/>
                  <a:pt x="31" y="23"/>
                  <a:pt x="31" y="27"/>
                </a:cubicBezTo>
                <a:cubicBezTo>
                  <a:pt x="31" y="31"/>
                  <a:pt x="27" y="34"/>
                  <a:pt x="23" y="34"/>
                </a:cubicBezTo>
                <a:close/>
                <a:moveTo>
                  <a:pt x="41" y="34"/>
                </a:moveTo>
                <a:cubicBezTo>
                  <a:pt x="37" y="34"/>
                  <a:pt x="33" y="31"/>
                  <a:pt x="33" y="27"/>
                </a:cubicBezTo>
                <a:cubicBezTo>
                  <a:pt x="33" y="23"/>
                  <a:pt x="37" y="20"/>
                  <a:pt x="41" y="20"/>
                </a:cubicBezTo>
                <a:cubicBezTo>
                  <a:pt x="45" y="20"/>
                  <a:pt x="49" y="23"/>
                  <a:pt x="49" y="27"/>
                </a:cubicBezTo>
                <a:cubicBezTo>
                  <a:pt x="49" y="31"/>
                  <a:pt x="45" y="34"/>
                  <a:pt x="41" y="34"/>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a:solidFill>
                <a:srgbClr val="262626"/>
              </a:solidFill>
              <a:latin typeface="Roboto Condensed"/>
            </a:endParaRPr>
          </a:p>
        </p:txBody>
      </p:sp>
      <p:sp>
        <p:nvSpPr>
          <p:cNvPr id="30" name="Rectangle 29"/>
          <p:cNvSpPr/>
          <p:nvPr/>
        </p:nvSpPr>
        <p:spPr>
          <a:xfrm>
            <a:off x="0" y="-34297"/>
            <a:ext cx="12192000" cy="1745419"/>
          </a:xfrm>
          <a:prstGeom prst="rect">
            <a:avLst/>
          </a:prstGeom>
          <a:solidFill>
            <a:srgbClr val="44546A">
              <a:lumMod val="75000"/>
            </a:srgbClr>
          </a:solidFill>
          <a:ln w="12700" cap="flat" cmpd="sng" algn="ctr">
            <a:noFill/>
            <a:prstDash val="solid"/>
            <a:miter lim="800000"/>
          </a:ln>
          <a:effectLst/>
        </p:spPr>
        <p:txBody>
          <a:bodyPr rtlCol="0" anchor="ctr"/>
          <a:lstStyle/>
          <a:p>
            <a:pPr algn="ctr" fontAlgn="auto">
              <a:spcBef>
                <a:spcPts val="0"/>
              </a:spcBef>
              <a:spcAft>
                <a:spcPts val="0"/>
              </a:spcAft>
            </a:pPr>
            <a:endParaRPr lang="en-US" kern="0" smtClean="0">
              <a:solidFill>
                <a:prstClr val="white"/>
              </a:solidFill>
              <a:latin typeface="Calibri" panose="020F0502020204030204"/>
              <a:cs typeface="+mn-cs"/>
            </a:endParaRPr>
          </a:p>
        </p:txBody>
      </p:sp>
      <p:sp>
        <p:nvSpPr>
          <p:cNvPr id="37" name="Text Placeholder 1"/>
          <p:cNvSpPr txBox="1">
            <a:spLocks/>
          </p:cNvSpPr>
          <p:nvPr/>
        </p:nvSpPr>
        <p:spPr>
          <a:xfrm>
            <a:off x="5048035" y="640846"/>
            <a:ext cx="7163526" cy="431780"/>
          </a:xfrm>
          <a:prstGeom prst="rect">
            <a:avLst/>
          </a:prstGeom>
        </p:spPr>
        <p:txBody>
          <a:bodyPr vert="horz" lIns="0" tIns="40504" rIns="0" bIns="40504" rtlCol="0" anchor="ctr">
            <a:noAutofit/>
          </a:bodyPr>
          <a:lstStyle>
            <a:lvl1pPr marL="0" indent="0" algn="ctr" defTabSz="914400" rtl="0" eaLnBrk="1" latinLnBrk="0" hangingPunct="1">
              <a:lnSpc>
                <a:spcPct val="100000"/>
              </a:lnSpc>
              <a:spcBef>
                <a:spcPts val="0"/>
              </a:spcBef>
              <a:buFont typeface="Arial" panose="020B0604020202020204" pitchFamily="34" charset="0"/>
              <a:buNone/>
              <a:defRPr sz="4200" b="1" kern="1200">
                <a:solidFill>
                  <a:schemeClr val="tx1">
                    <a:lumMod val="75000"/>
                    <a:lumOff val="25000"/>
                  </a:schemeClr>
                </a:solidFill>
                <a:latin typeface="Lato Light"/>
                <a:ea typeface="+mn-ea"/>
                <a:cs typeface="Lato Light"/>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71600" lvl="3" indent="0" algn="r" rtl="1">
              <a:buNone/>
            </a:pPr>
            <a:r>
              <a:rPr lang="ar-SA" sz="4000" b="1" u="sng" dirty="0" smtClean="0">
                <a:solidFill>
                  <a:srgbClr val="FFC000"/>
                </a:solidFill>
              </a:rPr>
              <a:t>و - أنواع </a:t>
            </a:r>
            <a:r>
              <a:rPr lang="ar-SA" sz="4000" b="1" u="sng" dirty="0">
                <a:solidFill>
                  <a:srgbClr val="FFC000"/>
                </a:solidFill>
              </a:rPr>
              <a:t>الحقائب التعليمية </a:t>
            </a:r>
            <a:endParaRPr lang="en-US" sz="4000" u="sng" dirty="0">
              <a:solidFill>
                <a:srgbClr val="FFC000"/>
              </a:solidFill>
            </a:endParaRPr>
          </a:p>
        </p:txBody>
      </p: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8435382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fade">
                                      <p:cBhvr>
                                        <p:cTn id="11" dur="500"/>
                                        <p:tgtEl>
                                          <p:spTgt spid="37"/>
                                        </p:tgtEl>
                                      </p:cBhvr>
                                    </p:animEffect>
                                  </p:childTnLst>
                                </p:cTn>
                              </p:par>
                            </p:childTnLst>
                          </p:cTn>
                        </p:par>
                        <p:par>
                          <p:cTn id="12" fill="hold">
                            <p:stCondLst>
                              <p:cond delay="1000"/>
                            </p:stCondLst>
                            <p:childTnLst>
                              <p:par>
                                <p:cTn id="13" presetID="53"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animEffect transition="in" filter="fade">
                                      <p:cBhvr>
                                        <p:cTn id="17" dur="500"/>
                                        <p:tgtEl>
                                          <p:spTgt spid="2"/>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44"/>
                                        </p:tgtEl>
                                        <p:attrNameLst>
                                          <p:attrName>style.visibility</p:attrName>
                                        </p:attrNameLst>
                                      </p:cBhvr>
                                      <p:to>
                                        <p:strVal val="visible"/>
                                      </p:to>
                                    </p:set>
                                    <p:anim calcmode="lin" valueType="num">
                                      <p:cBhvr>
                                        <p:cTn id="21" dur="500" fill="hold"/>
                                        <p:tgtEl>
                                          <p:spTgt spid="44"/>
                                        </p:tgtEl>
                                        <p:attrNameLst>
                                          <p:attrName>ppt_w</p:attrName>
                                        </p:attrNameLst>
                                      </p:cBhvr>
                                      <p:tavLst>
                                        <p:tav tm="0">
                                          <p:val>
                                            <p:fltVal val="0"/>
                                          </p:val>
                                        </p:tav>
                                        <p:tav tm="100000">
                                          <p:val>
                                            <p:strVal val="#ppt_w"/>
                                          </p:val>
                                        </p:tav>
                                      </p:tavLst>
                                    </p:anim>
                                    <p:anim calcmode="lin" valueType="num">
                                      <p:cBhvr>
                                        <p:cTn id="22" dur="500" fill="hold"/>
                                        <p:tgtEl>
                                          <p:spTgt spid="44"/>
                                        </p:tgtEl>
                                        <p:attrNameLst>
                                          <p:attrName>ppt_h</p:attrName>
                                        </p:attrNameLst>
                                      </p:cBhvr>
                                      <p:tavLst>
                                        <p:tav tm="0">
                                          <p:val>
                                            <p:fltVal val="0"/>
                                          </p:val>
                                        </p:tav>
                                        <p:tav tm="100000">
                                          <p:val>
                                            <p:strVal val="#ppt_h"/>
                                          </p:val>
                                        </p:tav>
                                      </p:tavLst>
                                    </p:anim>
                                    <p:animEffect transition="in" filter="fade">
                                      <p:cBhvr>
                                        <p:cTn id="23" dur="500"/>
                                        <p:tgtEl>
                                          <p:spTgt spid="44"/>
                                        </p:tgtEl>
                                      </p:cBhvr>
                                    </p:animEffect>
                                  </p:childTnLst>
                                </p:cTn>
                              </p:par>
                            </p:childTnLst>
                          </p:cTn>
                        </p:par>
                        <p:par>
                          <p:cTn id="24" fill="hold">
                            <p:stCondLst>
                              <p:cond delay="2000"/>
                            </p:stCondLst>
                            <p:childTnLst>
                              <p:par>
                                <p:cTn id="25" presetID="53" presetClass="entr" presetSubtype="0" fill="hold" grpId="0" nodeType="after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p:cTn id="27" dur="500" fill="hold"/>
                                        <p:tgtEl>
                                          <p:spTgt spid="8"/>
                                        </p:tgtEl>
                                        <p:attrNameLst>
                                          <p:attrName>ppt_w</p:attrName>
                                        </p:attrNameLst>
                                      </p:cBhvr>
                                      <p:tavLst>
                                        <p:tav tm="0">
                                          <p:val>
                                            <p:fltVal val="0"/>
                                          </p:val>
                                        </p:tav>
                                        <p:tav tm="100000">
                                          <p:val>
                                            <p:strVal val="#ppt_w"/>
                                          </p:val>
                                        </p:tav>
                                      </p:tavLst>
                                    </p:anim>
                                    <p:anim calcmode="lin" valueType="num">
                                      <p:cBhvr>
                                        <p:cTn id="28" dur="500" fill="hold"/>
                                        <p:tgtEl>
                                          <p:spTgt spid="8"/>
                                        </p:tgtEl>
                                        <p:attrNameLst>
                                          <p:attrName>ppt_h</p:attrName>
                                        </p:attrNameLst>
                                      </p:cBhvr>
                                      <p:tavLst>
                                        <p:tav tm="0">
                                          <p:val>
                                            <p:fltVal val="0"/>
                                          </p:val>
                                        </p:tav>
                                        <p:tav tm="100000">
                                          <p:val>
                                            <p:strVal val="#ppt_h"/>
                                          </p:val>
                                        </p:tav>
                                      </p:tavLst>
                                    </p:anim>
                                    <p:animEffect transition="in" filter="fade">
                                      <p:cBhvr>
                                        <p:cTn id="29" dur="500"/>
                                        <p:tgtEl>
                                          <p:spTgt spid="8"/>
                                        </p:tgtEl>
                                      </p:cBhvr>
                                    </p:animEffect>
                                  </p:childTnLst>
                                </p:cTn>
                              </p:par>
                              <p:par>
                                <p:cTn id="30" presetID="53" presetClass="entr" presetSubtype="0" fill="hold" grpId="0" nodeType="withEffect">
                                  <p:stCondLst>
                                    <p:cond delay="0"/>
                                  </p:stCondLst>
                                  <p:childTnLst>
                                    <p:set>
                                      <p:cBhvr>
                                        <p:cTn id="31" dur="1" fill="hold">
                                          <p:stCondLst>
                                            <p:cond delay="0"/>
                                          </p:stCondLst>
                                        </p:cTn>
                                        <p:tgtEl>
                                          <p:spTgt spid="13"/>
                                        </p:tgtEl>
                                        <p:attrNameLst>
                                          <p:attrName>style.visibility</p:attrName>
                                        </p:attrNameLst>
                                      </p:cBhvr>
                                      <p:to>
                                        <p:strVal val="visible"/>
                                      </p:to>
                                    </p:set>
                                    <p:anim calcmode="lin" valueType="num">
                                      <p:cBhvr>
                                        <p:cTn id="32" dur="500" fill="hold"/>
                                        <p:tgtEl>
                                          <p:spTgt spid="13"/>
                                        </p:tgtEl>
                                        <p:attrNameLst>
                                          <p:attrName>ppt_w</p:attrName>
                                        </p:attrNameLst>
                                      </p:cBhvr>
                                      <p:tavLst>
                                        <p:tav tm="0">
                                          <p:val>
                                            <p:fltVal val="0"/>
                                          </p:val>
                                        </p:tav>
                                        <p:tav tm="100000">
                                          <p:val>
                                            <p:strVal val="#ppt_w"/>
                                          </p:val>
                                        </p:tav>
                                      </p:tavLst>
                                    </p:anim>
                                    <p:anim calcmode="lin" valueType="num">
                                      <p:cBhvr>
                                        <p:cTn id="33" dur="500" fill="hold"/>
                                        <p:tgtEl>
                                          <p:spTgt spid="13"/>
                                        </p:tgtEl>
                                        <p:attrNameLst>
                                          <p:attrName>ppt_h</p:attrName>
                                        </p:attrNameLst>
                                      </p:cBhvr>
                                      <p:tavLst>
                                        <p:tav tm="0">
                                          <p:val>
                                            <p:fltVal val="0"/>
                                          </p:val>
                                        </p:tav>
                                        <p:tav tm="100000">
                                          <p:val>
                                            <p:strVal val="#ppt_h"/>
                                          </p:val>
                                        </p:tav>
                                      </p:tavLst>
                                    </p:anim>
                                    <p:animEffect transition="in" filter="fade">
                                      <p:cBhvr>
                                        <p:cTn id="34" dur="500"/>
                                        <p:tgtEl>
                                          <p:spTgt spid="13"/>
                                        </p:tgtEl>
                                      </p:cBhvr>
                                    </p:animEffect>
                                  </p:childTnLst>
                                </p:cTn>
                              </p:par>
                            </p:childTnLst>
                          </p:cTn>
                        </p:par>
                        <p:par>
                          <p:cTn id="35" fill="hold">
                            <p:stCondLst>
                              <p:cond delay="2500"/>
                            </p:stCondLst>
                            <p:childTnLst>
                              <p:par>
                                <p:cTn id="36" presetID="53" presetClass="entr" presetSubtype="0" fill="hold" grpId="0" nodeType="afterEffect">
                                  <p:stCondLst>
                                    <p:cond delay="0"/>
                                  </p:stCondLst>
                                  <p:childTnLst>
                                    <p:set>
                                      <p:cBhvr>
                                        <p:cTn id="37" dur="1" fill="hold">
                                          <p:stCondLst>
                                            <p:cond delay="0"/>
                                          </p:stCondLst>
                                        </p:cTn>
                                        <p:tgtEl>
                                          <p:spTgt spid="27"/>
                                        </p:tgtEl>
                                        <p:attrNameLst>
                                          <p:attrName>style.visibility</p:attrName>
                                        </p:attrNameLst>
                                      </p:cBhvr>
                                      <p:to>
                                        <p:strVal val="visible"/>
                                      </p:to>
                                    </p:set>
                                    <p:anim calcmode="lin" valueType="num">
                                      <p:cBhvr>
                                        <p:cTn id="38" dur="500" fill="hold"/>
                                        <p:tgtEl>
                                          <p:spTgt spid="27"/>
                                        </p:tgtEl>
                                        <p:attrNameLst>
                                          <p:attrName>ppt_w</p:attrName>
                                        </p:attrNameLst>
                                      </p:cBhvr>
                                      <p:tavLst>
                                        <p:tav tm="0">
                                          <p:val>
                                            <p:fltVal val="0"/>
                                          </p:val>
                                        </p:tav>
                                        <p:tav tm="100000">
                                          <p:val>
                                            <p:strVal val="#ppt_w"/>
                                          </p:val>
                                        </p:tav>
                                      </p:tavLst>
                                    </p:anim>
                                    <p:anim calcmode="lin" valueType="num">
                                      <p:cBhvr>
                                        <p:cTn id="39" dur="500" fill="hold"/>
                                        <p:tgtEl>
                                          <p:spTgt spid="27"/>
                                        </p:tgtEl>
                                        <p:attrNameLst>
                                          <p:attrName>ppt_h</p:attrName>
                                        </p:attrNameLst>
                                      </p:cBhvr>
                                      <p:tavLst>
                                        <p:tav tm="0">
                                          <p:val>
                                            <p:fltVal val="0"/>
                                          </p:val>
                                        </p:tav>
                                        <p:tav tm="100000">
                                          <p:val>
                                            <p:strVal val="#ppt_h"/>
                                          </p:val>
                                        </p:tav>
                                      </p:tavLst>
                                    </p:anim>
                                    <p:animEffect transition="in" filter="fade">
                                      <p:cBhvr>
                                        <p:cTn id="40" dur="500"/>
                                        <p:tgtEl>
                                          <p:spTgt spid="27"/>
                                        </p:tgtEl>
                                      </p:cBhvr>
                                    </p:animEffect>
                                  </p:childTnLst>
                                </p:cTn>
                              </p:par>
                              <p:par>
                                <p:cTn id="41" presetID="2" presetClass="entr" presetSubtype="8" accel="50000" decel="50000"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 calcmode="lin" valueType="num">
                                      <p:cBhvr additive="base">
                                        <p:cTn id="43" dur="500" fill="hold"/>
                                        <p:tgtEl>
                                          <p:spTgt spid="18"/>
                                        </p:tgtEl>
                                        <p:attrNameLst>
                                          <p:attrName>ppt_x</p:attrName>
                                        </p:attrNameLst>
                                      </p:cBhvr>
                                      <p:tavLst>
                                        <p:tav tm="0">
                                          <p:val>
                                            <p:strVal val="0-#ppt_w/2"/>
                                          </p:val>
                                        </p:tav>
                                        <p:tav tm="100000">
                                          <p:val>
                                            <p:strVal val="#ppt_x"/>
                                          </p:val>
                                        </p:tav>
                                      </p:tavLst>
                                    </p:anim>
                                    <p:anim calcmode="lin" valueType="num">
                                      <p:cBhvr additive="base">
                                        <p:cTn id="44" dur="500" fill="hold"/>
                                        <p:tgtEl>
                                          <p:spTgt spid="18"/>
                                        </p:tgtEl>
                                        <p:attrNameLst>
                                          <p:attrName>ppt_y</p:attrName>
                                        </p:attrNameLst>
                                      </p:cBhvr>
                                      <p:tavLst>
                                        <p:tav tm="0">
                                          <p:val>
                                            <p:strVal val="#ppt_y"/>
                                          </p:val>
                                        </p:tav>
                                        <p:tav tm="100000">
                                          <p:val>
                                            <p:strVal val="#ppt_y"/>
                                          </p:val>
                                        </p:tav>
                                      </p:tavLst>
                                    </p:anim>
                                  </p:childTnLst>
                                </p:cTn>
                              </p:par>
                            </p:childTnLst>
                          </p:cTn>
                        </p:par>
                        <p:par>
                          <p:cTn id="45" fill="hold">
                            <p:stCondLst>
                              <p:cond delay="3000"/>
                            </p:stCondLst>
                            <p:childTnLst>
                              <p:par>
                                <p:cTn id="46" presetID="53" presetClass="entr" presetSubtype="0" fill="hold" grpId="0" nodeType="afterEffect">
                                  <p:stCondLst>
                                    <p:cond delay="0"/>
                                  </p:stCondLst>
                                  <p:childTnLst>
                                    <p:set>
                                      <p:cBhvr>
                                        <p:cTn id="47" dur="1" fill="hold">
                                          <p:stCondLst>
                                            <p:cond delay="0"/>
                                          </p:stCondLst>
                                        </p:cTn>
                                        <p:tgtEl>
                                          <p:spTgt spid="9"/>
                                        </p:tgtEl>
                                        <p:attrNameLst>
                                          <p:attrName>style.visibility</p:attrName>
                                        </p:attrNameLst>
                                      </p:cBhvr>
                                      <p:to>
                                        <p:strVal val="visible"/>
                                      </p:to>
                                    </p:set>
                                    <p:anim calcmode="lin" valueType="num">
                                      <p:cBhvr>
                                        <p:cTn id="48" dur="500" fill="hold"/>
                                        <p:tgtEl>
                                          <p:spTgt spid="9"/>
                                        </p:tgtEl>
                                        <p:attrNameLst>
                                          <p:attrName>ppt_w</p:attrName>
                                        </p:attrNameLst>
                                      </p:cBhvr>
                                      <p:tavLst>
                                        <p:tav tm="0">
                                          <p:val>
                                            <p:fltVal val="0"/>
                                          </p:val>
                                        </p:tav>
                                        <p:tav tm="100000">
                                          <p:val>
                                            <p:strVal val="#ppt_w"/>
                                          </p:val>
                                        </p:tav>
                                      </p:tavLst>
                                    </p:anim>
                                    <p:anim calcmode="lin" valueType="num">
                                      <p:cBhvr>
                                        <p:cTn id="49" dur="500" fill="hold"/>
                                        <p:tgtEl>
                                          <p:spTgt spid="9"/>
                                        </p:tgtEl>
                                        <p:attrNameLst>
                                          <p:attrName>ppt_h</p:attrName>
                                        </p:attrNameLst>
                                      </p:cBhvr>
                                      <p:tavLst>
                                        <p:tav tm="0">
                                          <p:val>
                                            <p:fltVal val="0"/>
                                          </p:val>
                                        </p:tav>
                                        <p:tav tm="100000">
                                          <p:val>
                                            <p:strVal val="#ppt_h"/>
                                          </p:val>
                                        </p:tav>
                                      </p:tavLst>
                                    </p:anim>
                                    <p:animEffect transition="in" filter="fade">
                                      <p:cBhvr>
                                        <p:cTn id="50" dur="500"/>
                                        <p:tgtEl>
                                          <p:spTgt spid="9"/>
                                        </p:tgtEl>
                                      </p:cBhvr>
                                    </p:animEffect>
                                  </p:childTnLst>
                                </p:cTn>
                              </p:par>
                              <p:par>
                                <p:cTn id="51" presetID="53" presetClass="entr" presetSubtype="0" fill="hold" grpId="0" nodeType="withEffect">
                                  <p:stCondLst>
                                    <p:cond delay="0"/>
                                  </p:stCondLst>
                                  <p:childTnLst>
                                    <p:set>
                                      <p:cBhvr>
                                        <p:cTn id="52" dur="1" fill="hold">
                                          <p:stCondLst>
                                            <p:cond delay="0"/>
                                          </p:stCondLst>
                                        </p:cTn>
                                        <p:tgtEl>
                                          <p:spTgt spid="16"/>
                                        </p:tgtEl>
                                        <p:attrNameLst>
                                          <p:attrName>style.visibility</p:attrName>
                                        </p:attrNameLst>
                                      </p:cBhvr>
                                      <p:to>
                                        <p:strVal val="visible"/>
                                      </p:to>
                                    </p:set>
                                    <p:anim calcmode="lin" valueType="num">
                                      <p:cBhvr>
                                        <p:cTn id="53" dur="500" fill="hold"/>
                                        <p:tgtEl>
                                          <p:spTgt spid="16"/>
                                        </p:tgtEl>
                                        <p:attrNameLst>
                                          <p:attrName>ppt_w</p:attrName>
                                        </p:attrNameLst>
                                      </p:cBhvr>
                                      <p:tavLst>
                                        <p:tav tm="0">
                                          <p:val>
                                            <p:fltVal val="0"/>
                                          </p:val>
                                        </p:tav>
                                        <p:tav tm="100000">
                                          <p:val>
                                            <p:strVal val="#ppt_w"/>
                                          </p:val>
                                        </p:tav>
                                      </p:tavLst>
                                    </p:anim>
                                    <p:anim calcmode="lin" valueType="num">
                                      <p:cBhvr>
                                        <p:cTn id="54" dur="500" fill="hold"/>
                                        <p:tgtEl>
                                          <p:spTgt spid="16"/>
                                        </p:tgtEl>
                                        <p:attrNameLst>
                                          <p:attrName>ppt_h</p:attrName>
                                        </p:attrNameLst>
                                      </p:cBhvr>
                                      <p:tavLst>
                                        <p:tav tm="0">
                                          <p:val>
                                            <p:fltVal val="0"/>
                                          </p:val>
                                        </p:tav>
                                        <p:tav tm="100000">
                                          <p:val>
                                            <p:strVal val="#ppt_h"/>
                                          </p:val>
                                        </p:tav>
                                      </p:tavLst>
                                    </p:anim>
                                    <p:animEffect transition="in" filter="fade">
                                      <p:cBhvr>
                                        <p:cTn id="55" dur="500"/>
                                        <p:tgtEl>
                                          <p:spTgt spid="16"/>
                                        </p:tgtEl>
                                      </p:cBhvr>
                                    </p:animEffect>
                                  </p:childTnLst>
                                </p:cTn>
                              </p:par>
                            </p:childTnLst>
                          </p:cTn>
                        </p:par>
                        <p:par>
                          <p:cTn id="56" fill="hold">
                            <p:stCondLst>
                              <p:cond delay="3500"/>
                            </p:stCondLst>
                            <p:childTnLst>
                              <p:par>
                                <p:cTn id="57" presetID="53" presetClass="entr" presetSubtype="0" fill="hold" grpId="0" nodeType="afterEffect">
                                  <p:stCondLst>
                                    <p:cond delay="0"/>
                                  </p:stCondLst>
                                  <p:childTnLst>
                                    <p:set>
                                      <p:cBhvr>
                                        <p:cTn id="58" dur="1" fill="hold">
                                          <p:stCondLst>
                                            <p:cond delay="0"/>
                                          </p:stCondLst>
                                        </p:cTn>
                                        <p:tgtEl>
                                          <p:spTgt spid="25"/>
                                        </p:tgtEl>
                                        <p:attrNameLst>
                                          <p:attrName>style.visibility</p:attrName>
                                        </p:attrNameLst>
                                      </p:cBhvr>
                                      <p:to>
                                        <p:strVal val="visible"/>
                                      </p:to>
                                    </p:set>
                                    <p:anim calcmode="lin" valueType="num">
                                      <p:cBhvr>
                                        <p:cTn id="59" dur="500" fill="hold"/>
                                        <p:tgtEl>
                                          <p:spTgt spid="25"/>
                                        </p:tgtEl>
                                        <p:attrNameLst>
                                          <p:attrName>ppt_w</p:attrName>
                                        </p:attrNameLst>
                                      </p:cBhvr>
                                      <p:tavLst>
                                        <p:tav tm="0">
                                          <p:val>
                                            <p:fltVal val="0"/>
                                          </p:val>
                                        </p:tav>
                                        <p:tav tm="100000">
                                          <p:val>
                                            <p:strVal val="#ppt_w"/>
                                          </p:val>
                                        </p:tav>
                                      </p:tavLst>
                                    </p:anim>
                                    <p:anim calcmode="lin" valueType="num">
                                      <p:cBhvr>
                                        <p:cTn id="60" dur="500" fill="hold"/>
                                        <p:tgtEl>
                                          <p:spTgt spid="25"/>
                                        </p:tgtEl>
                                        <p:attrNameLst>
                                          <p:attrName>ppt_h</p:attrName>
                                        </p:attrNameLst>
                                      </p:cBhvr>
                                      <p:tavLst>
                                        <p:tav tm="0">
                                          <p:val>
                                            <p:fltVal val="0"/>
                                          </p:val>
                                        </p:tav>
                                        <p:tav tm="100000">
                                          <p:val>
                                            <p:strVal val="#ppt_h"/>
                                          </p:val>
                                        </p:tav>
                                      </p:tavLst>
                                    </p:anim>
                                    <p:animEffect transition="in" filter="fade">
                                      <p:cBhvr>
                                        <p:cTn id="61" dur="500"/>
                                        <p:tgtEl>
                                          <p:spTgt spid="25"/>
                                        </p:tgtEl>
                                      </p:cBhvr>
                                    </p:animEffect>
                                  </p:childTnLst>
                                </p:cTn>
                              </p:par>
                              <p:par>
                                <p:cTn id="62" presetID="2" presetClass="entr" presetSubtype="2" accel="50000" decel="50000" fill="hold" grpId="0" nodeType="withEffect">
                                  <p:stCondLst>
                                    <p:cond delay="0"/>
                                  </p:stCondLst>
                                  <p:childTnLst>
                                    <p:set>
                                      <p:cBhvr>
                                        <p:cTn id="63" dur="1" fill="hold">
                                          <p:stCondLst>
                                            <p:cond delay="0"/>
                                          </p:stCondLst>
                                        </p:cTn>
                                        <p:tgtEl>
                                          <p:spTgt spid="22"/>
                                        </p:tgtEl>
                                        <p:attrNameLst>
                                          <p:attrName>style.visibility</p:attrName>
                                        </p:attrNameLst>
                                      </p:cBhvr>
                                      <p:to>
                                        <p:strVal val="visible"/>
                                      </p:to>
                                    </p:set>
                                    <p:anim calcmode="lin" valueType="num">
                                      <p:cBhvr additive="base">
                                        <p:cTn id="64" dur="500" fill="hold"/>
                                        <p:tgtEl>
                                          <p:spTgt spid="22"/>
                                        </p:tgtEl>
                                        <p:attrNameLst>
                                          <p:attrName>ppt_x</p:attrName>
                                        </p:attrNameLst>
                                      </p:cBhvr>
                                      <p:tavLst>
                                        <p:tav tm="0">
                                          <p:val>
                                            <p:strVal val="1+#ppt_w/2"/>
                                          </p:val>
                                        </p:tav>
                                        <p:tav tm="100000">
                                          <p:val>
                                            <p:strVal val="#ppt_x"/>
                                          </p:val>
                                        </p:tav>
                                      </p:tavLst>
                                    </p:anim>
                                    <p:anim calcmode="lin" valueType="num">
                                      <p:cBhvr additive="base">
                                        <p:cTn id="65" dur="5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8" grpId="0" animBg="1"/>
      <p:bldP spid="9" grpId="0" animBg="1"/>
      <p:bldP spid="13" grpId="0" animBg="1"/>
      <p:bldP spid="16" grpId="0" animBg="1"/>
      <p:bldP spid="18" grpId="0"/>
      <p:bldP spid="22" grpId="0"/>
      <p:bldP spid="25" grpId="0" animBg="1"/>
      <p:bldP spid="27" grpId="0" animBg="1"/>
      <p:bldP spid="30" grpId="0" animBg="1"/>
      <p:bldP spid="37"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4"/>
          <p:cNvSpPr/>
          <p:nvPr/>
        </p:nvSpPr>
        <p:spPr>
          <a:xfrm>
            <a:off x="1142966" y="190502"/>
            <a:ext cx="9906069" cy="769441"/>
          </a:xfrm>
          <a:prstGeom prst="rect">
            <a:avLst/>
          </a:prstGeom>
        </p:spPr>
        <p:txBody>
          <a:bodyPr wrap="square">
            <a:spAutoFit/>
          </a:bodyPr>
          <a:lstStyle/>
          <a:p>
            <a:pPr algn="r" rtl="1"/>
            <a:r>
              <a:rPr lang="ar-JO" sz="4400" b="1" u="sng" dirty="0"/>
              <a:t>8- </a:t>
            </a:r>
            <a:r>
              <a:rPr lang="ar-SA" sz="4400" b="1" u="sng" dirty="0"/>
              <a:t>السبورة التفاعلية </a:t>
            </a:r>
            <a:r>
              <a:rPr lang="en-US" sz="4400" b="1" u="sng" dirty="0"/>
              <a:t>Active </a:t>
            </a:r>
            <a:r>
              <a:rPr lang="en-US" sz="4400" b="1" u="sng" dirty="0" err="1"/>
              <a:t>Bord</a:t>
            </a:r>
            <a:endParaRPr lang="en-US" sz="4400" u="sng" dirty="0"/>
          </a:p>
        </p:txBody>
      </p:sp>
      <p:sp>
        <p:nvSpPr>
          <p:cNvPr id="37" name="Rectangle 36"/>
          <p:cNvSpPr/>
          <p:nvPr/>
        </p:nvSpPr>
        <p:spPr>
          <a:xfrm>
            <a:off x="4679286" y="3046657"/>
            <a:ext cx="7243597" cy="3046988"/>
          </a:xfrm>
          <a:prstGeom prst="rect">
            <a:avLst/>
          </a:prstGeom>
        </p:spPr>
        <p:txBody>
          <a:bodyPr wrap="square">
            <a:spAutoFit/>
          </a:bodyPr>
          <a:lstStyle/>
          <a:p>
            <a:pPr algn="ctr" rtl="1"/>
            <a:r>
              <a:rPr lang="ar-SA" sz="3200" b="1" dirty="0"/>
              <a:t>نوع من البرمجيات التعليمية وهي "عبارة عن مجموعة من التعليمات الموجهة إلى الكمبيوتر وتم إعدادها بلغة خاصة حتى تفهمها الآلة، وتوضح هذه اللغة تسلسل الخطوات التي يقوم بها جهاز الكمبيوتر لأداء المهام اللازمة لحل مشكلة ما ومن ثم الوصول إلى نتائج معينة</a:t>
            </a:r>
            <a:endParaRPr lang="en-US" sz="3200" b="1" dirty="0"/>
          </a:p>
        </p:txBody>
      </p:sp>
      <p:sp>
        <p:nvSpPr>
          <p:cNvPr id="2" name="Rectangle 1"/>
          <p:cNvSpPr/>
          <p:nvPr/>
        </p:nvSpPr>
        <p:spPr>
          <a:xfrm>
            <a:off x="7759202" y="2450379"/>
            <a:ext cx="3908442" cy="584775"/>
          </a:xfrm>
          <a:prstGeom prst="rect">
            <a:avLst/>
          </a:prstGeom>
        </p:spPr>
        <p:txBody>
          <a:bodyPr wrap="none">
            <a:spAutoFit/>
          </a:bodyPr>
          <a:lstStyle/>
          <a:p>
            <a:pPr algn="r" rtl="1">
              <a:spcBef>
                <a:spcPts val="0"/>
              </a:spcBef>
              <a:spcAft>
                <a:spcPts val="0"/>
              </a:spcAft>
            </a:pPr>
            <a:r>
              <a:rPr lang="ar-SA" sz="3200" b="1" dirty="0">
                <a:solidFill>
                  <a:srgbClr val="00B0F0"/>
                </a:solidFill>
              </a:rPr>
              <a:t>أ- تعريف السبورة التفاعلية </a:t>
            </a:r>
            <a:endParaRPr lang="en-US" sz="3200" b="1" dirty="0">
              <a:solidFill>
                <a:srgbClr val="00B0F0"/>
              </a:solidFill>
              <a:latin typeface="Arial Unicode MS" panose="020B0604020202020204" pitchFamily="34" charset="-128"/>
              <a:ea typeface="Arial Unicode MS" panose="020B0604020202020204" pitchFamily="34" charset="-128"/>
              <a:cs typeface="Helvetica" panose="020B0604020202020204" pitchFamily="34" charset="0"/>
            </a:endParaRPr>
          </a:p>
        </p:txBody>
      </p:sp>
      <p:grpSp>
        <p:nvGrpSpPr>
          <p:cNvPr id="36" name="Group 35"/>
          <p:cNvGrpSpPr/>
          <p:nvPr/>
        </p:nvGrpSpPr>
        <p:grpSpPr>
          <a:xfrm>
            <a:off x="850416" y="2699902"/>
            <a:ext cx="3604565" cy="1808127"/>
            <a:chOff x="8483600" y="5681663"/>
            <a:chExt cx="2193926" cy="1077913"/>
          </a:xfrm>
        </p:grpSpPr>
        <p:sp>
          <p:nvSpPr>
            <p:cNvPr id="38" name="Freeform 16"/>
            <p:cNvSpPr>
              <a:spLocks/>
            </p:cNvSpPr>
            <p:nvPr/>
          </p:nvSpPr>
          <p:spPr bwMode="auto">
            <a:xfrm>
              <a:off x="8483600" y="5681663"/>
              <a:ext cx="2127250" cy="1077913"/>
            </a:xfrm>
            <a:custGeom>
              <a:avLst/>
              <a:gdLst>
                <a:gd name="T0" fmla="*/ 521 w 610"/>
                <a:gd name="T1" fmla="*/ 155 h 309"/>
                <a:gd name="T2" fmla="*/ 398 w 610"/>
                <a:gd name="T3" fmla="*/ 236 h 309"/>
                <a:gd name="T4" fmla="*/ 428 w 610"/>
                <a:gd name="T5" fmla="*/ 155 h 309"/>
                <a:gd name="T6" fmla="*/ 398 w 610"/>
                <a:gd name="T7" fmla="*/ 73 h 309"/>
                <a:gd name="T8" fmla="*/ 521 w 610"/>
                <a:gd name="T9" fmla="*/ 155 h 309"/>
                <a:gd name="T10" fmla="*/ 539 w 610"/>
                <a:gd name="T11" fmla="*/ 136 h 309"/>
                <a:gd name="T12" fmla="*/ 610 w 610"/>
                <a:gd name="T13" fmla="*/ 136 h 309"/>
                <a:gd name="T14" fmla="*/ 312 w 610"/>
                <a:gd name="T15" fmla="*/ 0 h 309"/>
                <a:gd name="T16" fmla="*/ 0 w 610"/>
                <a:gd name="T17" fmla="*/ 151 h 309"/>
                <a:gd name="T18" fmla="*/ 215 w 610"/>
                <a:gd name="T19" fmla="*/ 69 h 309"/>
                <a:gd name="T20" fmla="*/ 181 w 610"/>
                <a:gd name="T21" fmla="*/ 155 h 309"/>
                <a:gd name="T22" fmla="*/ 215 w 610"/>
                <a:gd name="T23" fmla="*/ 240 h 309"/>
                <a:gd name="T24" fmla="*/ 0 w 610"/>
                <a:gd name="T25" fmla="*/ 158 h 309"/>
                <a:gd name="T26" fmla="*/ 312 w 610"/>
                <a:gd name="T27" fmla="*/ 309 h 309"/>
                <a:gd name="T28" fmla="*/ 610 w 610"/>
                <a:gd name="T29" fmla="*/ 173 h 309"/>
                <a:gd name="T30" fmla="*/ 539 w 610"/>
                <a:gd name="T31" fmla="*/ 173 h 309"/>
                <a:gd name="T32" fmla="*/ 521 w 610"/>
                <a:gd name="T33" fmla="*/ 15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0" h="309">
                  <a:moveTo>
                    <a:pt x="521" y="155"/>
                  </a:moveTo>
                  <a:cubicBezTo>
                    <a:pt x="498" y="177"/>
                    <a:pt x="453" y="214"/>
                    <a:pt x="398" y="236"/>
                  </a:cubicBezTo>
                  <a:cubicBezTo>
                    <a:pt x="417" y="214"/>
                    <a:pt x="428" y="186"/>
                    <a:pt x="428" y="155"/>
                  </a:cubicBezTo>
                  <a:cubicBezTo>
                    <a:pt x="428" y="123"/>
                    <a:pt x="417" y="95"/>
                    <a:pt x="398" y="73"/>
                  </a:cubicBezTo>
                  <a:cubicBezTo>
                    <a:pt x="453" y="95"/>
                    <a:pt x="498" y="132"/>
                    <a:pt x="521" y="155"/>
                  </a:cubicBezTo>
                  <a:cubicBezTo>
                    <a:pt x="533" y="143"/>
                    <a:pt x="539" y="136"/>
                    <a:pt x="539" y="136"/>
                  </a:cubicBezTo>
                  <a:cubicBezTo>
                    <a:pt x="610" y="136"/>
                    <a:pt x="610" y="136"/>
                    <a:pt x="610" y="136"/>
                  </a:cubicBezTo>
                  <a:cubicBezTo>
                    <a:pt x="554" y="85"/>
                    <a:pt x="442" y="0"/>
                    <a:pt x="312" y="0"/>
                  </a:cubicBezTo>
                  <a:cubicBezTo>
                    <a:pt x="169" y="0"/>
                    <a:pt x="47" y="104"/>
                    <a:pt x="0" y="151"/>
                  </a:cubicBezTo>
                  <a:cubicBezTo>
                    <a:pt x="1" y="152"/>
                    <a:pt x="105" y="95"/>
                    <a:pt x="215" y="69"/>
                  </a:cubicBezTo>
                  <a:cubicBezTo>
                    <a:pt x="194" y="91"/>
                    <a:pt x="181" y="121"/>
                    <a:pt x="181" y="155"/>
                  </a:cubicBezTo>
                  <a:cubicBezTo>
                    <a:pt x="181" y="188"/>
                    <a:pt x="194" y="218"/>
                    <a:pt x="215" y="240"/>
                  </a:cubicBezTo>
                  <a:cubicBezTo>
                    <a:pt x="105" y="214"/>
                    <a:pt x="1" y="157"/>
                    <a:pt x="0" y="158"/>
                  </a:cubicBezTo>
                  <a:cubicBezTo>
                    <a:pt x="47" y="205"/>
                    <a:pt x="169" y="309"/>
                    <a:pt x="312" y="309"/>
                  </a:cubicBezTo>
                  <a:cubicBezTo>
                    <a:pt x="442" y="309"/>
                    <a:pt x="554" y="224"/>
                    <a:pt x="610" y="173"/>
                  </a:cubicBezTo>
                  <a:cubicBezTo>
                    <a:pt x="539" y="173"/>
                    <a:pt x="539" y="173"/>
                    <a:pt x="539" y="173"/>
                  </a:cubicBezTo>
                  <a:cubicBezTo>
                    <a:pt x="539" y="173"/>
                    <a:pt x="533" y="166"/>
                    <a:pt x="521" y="155"/>
                  </a:cubicBezTo>
                  <a:close/>
                </a:path>
              </a:pathLst>
            </a:custGeom>
            <a:solidFill>
              <a:srgbClr val="9BBB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9" name="Oval 17"/>
            <p:cNvSpPr>
              <a:spLocks noChangeArrowheads="1"/>
            </p:cNvSpPr>
            <p:nvPr/>
          </p:nvSpPr>
          <p:spPr bwMode="auto">
            <a:xfrm>
              <a:off x="9201150" y="5876925"/>
              <a:ext cx="687388" cy="6873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0" name="Oval 18"/>
            <p:cNvSpPr>
              <a:spLocks noChangeArrowheads="1"/>
            </p:cNvSpPr>
            <p:nvPr/>
          </p:nvSpPr>
          <p:spPr bwMode="auto">
            <a:xfrm>
              <a:off x="9201150" y="5876925"/>
              <a:ext cx="687388" cy="687388"/>
            </a:xfrm>
            <a:prstGeom prst="ellipse">
              <a:avLst/>
            </a:prstGeom>
            <a:solidFill>
              <a:srgbClr val="2C3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1" name="Oval 19"/>
            <p:cNvSpPr>
              <a:spLocks noChangeArrowheads="1"/>
            </p:cNvSpPr>
            <p:nvPr/>
          </p:nvSpPr>
          <p:spPr bwMode="auto">
            <a:xfrm>
              <a:off x="9404350" y="6080125"/>
              <a:ext cx="282575" cy="282575"/>
            </a:xfrm>
            <a:prstGeom prst="ellipse">
              <a:avLst/>
            </a:prstGeom>
            <a:solidFill>
              <a:srgbClr val="C03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2" name="Oval 20"/>
            <p:cNvSpPr>
              <a:spLocks noChangeArrowheads="1"/>
            </p:cNvSpPr>
            <p:nvPr/>
          </p:nvSpPr>
          <p:spPr bwMode="auto">
            <a:xfrm>
              <a:off x="9567863" y="6092825"/>
              <a:ext cx="136525" cy="139700"/>
            </a:xfrm>
            <a:prstGeom prst="ellipse">
              <a:avLst/>
            </a:pr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43" name="Freeform 21"/>
            <p:cNvSpPr>
              <a:spLocks/>
            </p:cNvSpPr>
            <p:nvPr/>
          </p:nvSpPr>
          <p:spPr bwMode="auto">
            <a:xfrm>
              <a:off x="10301288" y="6156325"/>
              <a:ext cx="376238" cy="128588"/>
            </a:xfrm>
            <a:custGeom>
              <a:avLst/>
              <a:gdLst>
                <a:gd name="T0" fmla="*/ 89 w 108"/>
                <a:gd name="T1" fmla="*/ 0 h 37"/>
                <a:gd name="T2" fmla="*/ 18 w 108"/>
                <a:gd name="T3" fmla="*/ 0 h 37"/>
                <a:gd name="T4" fmla="*/ 0 w 108"/>
                <a:gd name="T5" fmla="*/ 19 h 37"/>
                <a:gd name="T6" fmla="*/ 18 w 108"/>
                <a:gd name="T7" fmla="*/ 37 h 37"/>
                <a:gd name="T8" fmla="*/ 89 w 108"/>
                <a:gd name="T9" fmla="*/ 37 h 37"/>
                <a:gd name="T10" fmla="*/ 108 w 108"/>
                <a:gd name="T11" fmla="*/ 19 h 37"/>
                <a:gd name="T12" fmla="*/ 89 w 108"/>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08" h="37">
                  <a:moveTo>
                    <a:pt x="89" y="0"/>
                  </a:moveTo>
                  <a:cubicBezTo>
                    <a:pt x="18" y="0"/>
                    <a:pt x="18" y="0"/>
                    <a:pt x="18" y="0"/>
                  </a:cubicBezTo>
                  <a:cubicBezTo>
                    <a:pt x="18" y="0"/>
                    <a:pt x="12" y="7"/>
                    <a:pt x="0" y="19"/>
                  </a:cubicBezTo>
                  <a:cubicBezTo>
                    <a:pt x="12" y="30"/>
                    <a:pt x="18" y="37"/>
                    <a:pt x="18" y="37"/>
                  </a:cubicBezTo>
                  <a:cubicBezTo>
                    <a:pt x="89" y="37"/>
                    <a:pt x="89" y="37"/>
                    <a:pt x="89" y="37"/>
                  </a:cubicBezTo>
                  <a:cubicBezTo>
                    <a:pt x="96" y="30"/>
                    <a:pt x="103" y="24"/>
                    <a:pt x="108" y="19"/>
                  </a:cubicBezTo>
                  <a:cubicBezTo>
                    <a:pt x="103" y="13"/>
                    <a:pt x="96" y="7"/>
                    <a:pt x="89" y="0"/>
                  </a:cubicBezTo>
                  <a:close/>
                </a:path>
              </a:pathLst>
            </a:custGeom>
            <a:solidFill>
              <a:srgbClr val="16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74390392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par>
                          <p:cTn id="8" fill="hold">
                            <p:stCondLst>
                              <p:cond delay="750"/>
                            </p:stCondLst>
                            <p:childTnLst>
                              <p:par>
                                <p:cTn id="9" presetID="10" presetClass="entr" presetSubtype="0" fill="hold" nodeType="afterEffect">
                                  <p:stCondLst>
                                    <p:cond delay="250"/>
                                  </p:stCondLst>
                                  <p:childTnLst>
                                    <p:set>
                                      <p:cBhvr>
                                        <p:cTn id="10" dur="1" fill="hold">
                                          <p:stCondLst>
                                            <p:cond delay="0"/>
                                          </p:stCondLst>
                                        </p:cTn>
                                        <p:tgtEl>
                                          <p:spTgt spid="36"/>
                                        </p:tgtEl>
                                        <p:attrNameLst>
                                          <p:attrName>style.visibility</p:attrName>
                                        </p:attrNameLst>
                                      </p:cBhvr>
                                      <p:to>
                                        <p:strVal val="visible"/>
                                      </p:to>
                                    </p:set>
                                    <p:animEffect transition="in" filter="fade">
                                      <p:cBhvr>
                                        <p:cTn id="11" dur="500"/>
                                        <p:tgtEl>
                                          <p:spTgt spid="36"/>
                                        </p:tgtEl>
                                      </p:cBhvr>
                                    </p:animEffect>
                                  </p:childTnLst>
                                </p:cTn>
                              </p:par>
                            </p:childTnLst>
                          </p:cTn>
                        </p:par>
                        <p:par>
                          <p:cTn id="12" fill="hold">
                            <p:stCondLst>
                              <p:cond delay="1500"/>
                            </p:stCondLst>
                            <p:childTnLst>
                              <p:par>
                                <p:cTn id="13" presetID="10" presetClass="entr" presetSubtype="0" fill="hold" grpId="0" nodeType="afterEffect">
                                  <p:stCondLst>
                                    <p:cond delay="25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500"/>
                                        <p:tgtEl>
                                          <p:spTgt spid="2"/>
                                        </p:tgtEl>
                                      </p:cBhvr>
                                    </p:animEffect>
                                  </p:childTnLst>
                                </p:cTn>
                              </p:par>
                            </p:childTnLst>
                          </p:cTn>
                        </p:par>
                        <p:par>
                          <p:cTn id="16" fill="hold">
                            <p:stCondLst>
                              <p:cond delay="2250"/>
                            </p:stCondLst>
                            <p:childTnLst>
                              <p:par>
                                <p:cTn id="17" presetID="10" presetClass="entr" presetSubtype="0" fill="hold" grpId="0" nodeType="afterEffect">
                                  <p:stCondLst>
                                    <p:cond delay="250"/>
                                  </p:stCondLst>
                                  <p:childTnLst>
                                    <p:set>
                                      <p:cBhvr>
                                        <p:cTn id="18" dur="1" fill="hold">
                                          <p:stCondLst>
                                            <p:cond delay="0"/>
                                          </p:stCondLst>
                                        </p:cTn>
                                        <p:tgtEl>
                                          <p:spTgt spid="37"/>
                                        </p:tgtEl>
                                        <p:attrNameLst>
                                          <p:attrName>style.visibility</p:attrName>
                                        </p:attrNameLst>
                                      </p:cBhvr>
                                      <p:to>
                                        <p:strVal val="visible"/>
                                      </p:to>
                                    </p:set>
                                    <p:animEffect transition="in" filter="fade">
                                      <p:cBhvr>
                                        <p:cTn id="19"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37" grpId="0"/>
      <p:bldP spid="2" grpId="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p:cNvSpPr/>
          <p:nvPr/>
        </p:nvSpPr>
        <p:spPr>
          <a:xfrm>
            <a:off x="4168766" y="487627"/>
            <a:ext cx="7026996" cy="646331"/>
          </a:xfrm>
          <a:prstGeom prst="rect">
            <a:avLst/>
          </a:prstGeom>
        </p:spPr>
        <p:txBody>
          <a:bodyPr wrap="square">
            <a:spAutoFit/>
          </a:bodyPr>
          <a:lstStyle/>
          <a:p>
            <a:pPr algn="r" rtl="1"/>
            <a:r>
              <a:rPr lang="ar-SA" sz="3600" b="1" u="sng" dirty="0">
                <a:solidFill>
                  <a:srgbClr val="00B0F0"/>
                </a:solidFill>
              </a:rPr>
              <a:t>ب- تاريخ استخدام السبورة التفاعلية </a:t>
            </a:r>
            <a:endParaRPr lang="en-US" sz="3600" u="sng" dirty="0">
              <a:solidFill>
                <a:srgbClr val="00B0F0"/>
              </a:solidFill>
            </a:endParaRPr>
          </a:p>
        </p:txBody>
      </p:sp>
      <p:grpSp>
        <p:nvGrpSpPr>
          <p:cNvPr id="3" name="Group 47"/>
          <p:cNvGrpSpPr/>
          <p:nvPr/>
        </p:nvGrpSpPr>
        <p:grpSpPr>
          <a:xfrm>
            <a:off x="1106083" y="1462289"/>
            <a:ext cx="3688623" cy="4593621"/>
            <a:chOff x="-644859" y="1000114"/>
            <a:chExt cx="2766467" cy="3445216"/>
          </a:xfrm>
        </p:grpSpPr>
        <p:sp>
          <p:nvSpPr>
            <p:cNvPr id="33" name="Rectangle 32"/>
            <p:cNvSpPr/>
            <p:nvPr/>
          </p:nvSpPr>
          <p:spPr>
            <a:xfrm>
              <a:off x="-644859" y="3083418"/>
              <a:ext cx="2766467" cy="1361912"/>
            </a:xfrm>
            <a:prstGeom prst="rect">
              <a:avLst/>
            </a:prstGeom>
          </p:spPr>
          <p:txBody>
            <a:bodyPr wrap="square">
              <a:spAutoFit/>
            </a:bodyPr>
            <a:lstStyle/>
            <a:p>
              <a:pPr algn="ctr" fontAlgn="auto">
                <a:spcBef>
                  <a:spcPts val="0"/>
                </a:spcBef>
                <a:spcAft>
                  <a:spcPts val="0"/>
                </a:spcAft>
              </a:pPr>
              <a:r>
                <a:rPr lang="ar-SA" sz="2800" b="1" dirty="0" smtClean="0"/>
                <a:t>معرفة </a:t>
              </a:r>
              <a:r>
                <a:rPr lang="ar-SA" sz="2800" b="1" dirty="0"/>
                <a:t>واستخدام الإنسان للسبورات إلى عصور ما قبل الميلاد، عندما استخدم ألواح من الحجارة للكتابة عليها</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4" name="Rectangle 33"/>
            <p:cNvSpPr/>
            <p:nvPr/>
          </p:nvSpPr>
          <p:spPr>
            <a:xfrm>
              <a:off x="540204" y="2357436"/>
              <a:ext cx="1357322" cy="484748"/>
            </a:xfrm>
            <a:prstGeom prst="rect">
              <a:avLst/>
            </a:prstGeom>
          </p:spPr>
          <p:txBody>
            <a:bodyPr wrap="square">
              <a:spAutoFit/>
            </a:bodyPr>
            <a:lstStyle/>
            <a:p>
              <a:pPr fontAlgn="auto">
                <a:spcBef>
                  <a:spcPts val="0"/>
                </a:spcBef>
                <a:spcAft>
                  <a:spcPts val="0"/>
                </a:spcAft>
              </a:pPr>
              <a:r>
                <a:rPr lang="ar-SA" sz="3600" b="1" dirty="0">
                  <a:solidFill>
                    <a:srgbClr val="3FD5BA"/>
                  </a:solidFill>
                </a:rPr>
                <a:t>يعود</a:t>
              </a:r>
              <a:endParaRPr lang="en-US" sz="3600" b="1" dirty="0">
                <a:solidFill>
                  <a:srgbClr val="3FD5BA"/>
                </a:solidFill>
                <a:latin typeface="Open Sans Light" pitchFamily="34" charset="0"/>
                <a:ea typeface="Open Sans Light" pitchFamily="34" charset="0"/>
                <a:cs typeface="Open Sans Light" pitchFamily="34" charset="0"/>
              </a:endParaRPr>
            </a:p>
          </p:txBody>
        </p:sp>
        <p:sp>
          <p:nvSpPr>
            <p:cNvPr id="35" name="Rectangle 34"/>
            <p:cNvSpPr/>
            <p:nvPr/>
          </p:nvSpPr>
          <p:spPr>
            <a:xfrm>
              <a:off x="155863" y="1000114"/>
              <a:ext cx="1496290" cy="1546577"/>
            </a:xfrm>
            <a:prstGeom prst="rect">
              <a:avLst/>
            </a:prstGeom>
          </p:spPr>
          <p:txBody>
            <a:bodyPr wrap="square">
              <a:spAutoFit/>
            </a:bodyPr>
            <a:lstStyle/>
            <a:p>
              <a:pPr algn="ctr" fontAlgn="auto">
                <a:spcBef>
                  <a:spcPts val="0"/>
                </a:spcBef>
                <a:spcAft>
                  <a:spcPts val="0"/>
                </a:spcAft>
              </a:pPr>
              <a:r>
                <a:rPr lang="el-GR" sz="12800" dirty="0">
                  <a:solidFill>
                    <a:srgbClr val="3FD5BA"/>
                  </a:solidFill>
                  <a:latin typeface="Open Sans Light" pitchFamily="34" charset="0"/>
                  <a:ea typeface="Open Sans Light" pitchFamily="34" charset="0"/>
                  <a:cs typeface="Open Sans Light" pitchFamily="34" charset="0"/>
                </a:rPr>
                <a:t>1</a:t>
              </a:r>
              <a:endParaRPr lang="en-US" sz="12800" dirty="0">
                <a:solidFill>
                  <a:srgbClr val="3FD5BA"/>
                </a:solidFill>
                <a:latin typeface="Open Sans Light" pitchFamily="34" charset="0"/>
                <a:ea typeface="Open Sans Light" pitchFamily="34" charset="0"/>
                <a:cs typeface="Open Sans Light" pitchFamily="34" charset="0"/>
              </a:endParaRPr>
            </a:p>
          </p:txBody>
        </p:sp>
      </p:grpSp>
      <p:grpSp>
        <p:nvGrpSpPr>
          <p:cNvPr id="5" name="Group 49"/>
          <p:cNvGrpSpPr/>
          <p:nvPr/>
        </p:nvGrpSpPr>
        <p:grpSpPr>
          <a:xfrm>
            <a:off x="6821403" y="1679123"/>
            <a:ext cx="3335028" cy="4250732"/>
            <a:chOff x="4146394" y="1005785"/>
            <a:chExt cx="2501271" cy="3188049"/>
          </a:xfrm>
        </p:grpSpPr>
        <p:sp>
          <p:nvSpPr>
            <p:cNvPr id="42" name="Rectangle 41"/>
            <p:cNvSpPr/>
            <p:nvPr/>
          </p:nvSpPr>
          <p:spPr>
            <a:xfrm>
              <a:off x="4146394" y="3155088"/>
              <a:ext cx="2501271" cy="1038746"/>
            </a:xfrm>
            <a:prstGeom prst="rect">
              <a:avLst/>
            </a:prstGeom>
          </p:spPr>
          <p:txBody>
            <a:bodyPr wrap="square">
              <a:spAutoFit/>
            </a:bodyPr>
            <a:lstStyle/>
            <a:p>
              <a:pPr algn="ctr" fontAlgn="auto">
                <a:spcBef>
                  <a:spcPts val="0"/>
                </a:spcBef>
                <a:spcAft>
                  <a:spcPts val="0"/>
                </a:spcAft>
              </a:pPr>
              <a:r>
                <a:rPr lang="ar-SA" sz="2800" b="1" dirty="0" smtClean="0"/>
                <a:t>التفكير </a:t>
              </a:r>
              <a:r>
                <a:rPr lang="ar-SA" sz="2800" b="1" dirty="0"/>
                <a:t>لأول مرة في ايجاد السبورة التفاعلية في منتصف عام 1980م</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3" name="Rectangle 42"/>
            <p:cNvSpPr/>
            <p:nvPr/>
          </p:nvSpPr>
          <p:spPr>
            <a:xfrm>
              <a:off x="4895908" y="2357436"/>
              <a:ext cx="1357322" cy="484748"/>
            </a:xfrm>
            <a:prstGeom prst="rect">
              <a:avLst/>
            </a:prstGeom>
          </p:spPr>
          <p:txBody>
            <a:bodyPr wrap="square">
              <a:spAutoFit/>
            </a:bodyPr>
            <a:lstStyle/>
            <a:p>
              <a:pPr algn="ctr" fontAlgn="auto">
                <a:spcBef>
                  <a:spcPts val="0"/>
                </a:spcBef>
                <a:spcAft>
                  <a:spcPts val="0"/>
                </a:spcAft>
              </a:pPr>
              <a:r>
                <a:rPr lang="ar-SA" sz="3600" b="1" dirty="0">
                  <a:solidFill>
                    <a:srgbClr val="00B0F0"/>
                  </a:solidFill>
                </a:rPr>
                <a:t>بدأ</a:t>
              </a:r>
              <a:endParaRPr lang="en-US" sz="3200" b="1" dirty="0">
                <a:solidFill>
                  <a:srgbClr val="00B0F0"/>
                </a:solidFill>
                <a:latin typeface="Open Sans Light" pitchFamily="34" charset="0"/>
                <a:ea typeface="Open Sans Light" pitchFamily="34" charset="0"/>
                <a:cs typeface="Open Sans Light" pitchFamily="34" charset="0"/>
              </a:endParaRPr>
            </a:p>
          </p:txBody>
        </p:sp>
        <p:sp>
          <p:nvSpPr>
            <p:cNvPr id="44" name="Rectangle 43"/>
            <p:cNvSpPr/>
            <p:nvPr/>
          </p:nvSpPr>
          <p:spPr>
            <a:xfrm>
              <a:off x="4622330" y="1005785"/>
              <a:ext cx="1549399" cy="1546577"/>
            </a:xfrm>
            <a:prstGeom prst="rect">
              <a:avLst/>
            </a:prstGeom>
          </p:spPr>
          <p:txBody>
            <a:bodyPr wrap="square">
              <a:spAutoFit/>
            </a:bodyPr>
            <a:lstStyle/>
            <a:p>
              <a:pPr algn="ctr" fontAlgn="auto">
                <a:spcBef>
                  <a:spcPts val="0"/>
                </a:spcBef>
                <a:spcAft>
                  <a:spcPts val="0"/>
                </a:spcAft>
              </a:pPr>
              <a:r>
                <a:rPr lang="el-GR" sz="12800" dirty="0" smtClean="0">
                  <a:solidFill>
                    <a:srgbClr val="7CC8EC"/>
                  </a:solidFill>
                  <a:latin typeface="Open Sans Light" pitchFamily="34" charset="0"/>
                  <a:ea typeface="Open Sans Light" pitchFamily="34" charset="0"/>
                  <a:cs typeface="Open Sans Light" pitchFamily="34" charset="0"/>
                </a:rPr>
                <a:t>2</a:t>
              </a:r>
              <a:endParaRPr lang="en-US" sz="12800" dirty="0">
                <a:solidFill>
                  <a:srgbClr val="7CC8EC"/>
                </a:solidFill>
                <a:latin typeface="Open Sans Light" pitchFamily="34" charset="0"/>
                <a:ea typeface="Open Sans Light" pitchFamily="34" charset="0"/>
                <a:cs typeface="Open Sans Light" pitchFamily="34" charset="0"/>
              </a:endParaRPr>
            </a:p>
          </p:txBody>
        </p:sp>
      </p:grpSp>
      <p:sp>
        <p:nvSpPr>
          <p:cNvPr id="1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299768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slide(fromTop)">
                                      <p:cBhvr>
                                        <p:cTn id="11" dur="500"/>
                                        <p:tgtEl>
                                          <p:spTgt spid="3"/>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slide(fromTop)">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p:cNvSpPr/>
          <p:nvPr/>
        </p:nvSpPr>
        <p:spPr>
          <a:xfrm>
            <a:off x="700910" y="487627"/>
            <a:ext cx="10494852" cy="646331"/>
          </a:xfrm>
          <a:prstGeom prst="rect">
            <a:avLst/>
          </a:prstGeom>
        </p:spPr>
        <p:txBody>
          <a:bodyPr wrap="square">
            <a:spAutoFit/>
          </a:bodyPr>
          <a:lstStyle/>
          <a:p>
            <a:pPr algn="r" rtl="1"/>
            <a:r>
              <a:rPr lang="ar-SA" sz="3600" b="1" u="sng" dirty="0">
                <a:solidFill>
                  <a:srgbClr val="00B0F0"/>
                </a:solidFill>
              </a:rPr>
              <a:t>ب- تاريخ استخدام السبورة التفاعلية </a:t>
            </a:r>
            <a:endParaRPr lang="en-US" sz="3600" u="sng" dirty="0">
              <a:solidFill>
                <a:srgbClr val="00B0F0"/>
              </a:solidFill>
            </a:endParaRPr>
          </a:p>
        </p:txBody>
      </p:sp>
      <p:grpSp>
        <p:nvGrpSpPr>
          <p:cNvPr id="3" name="Group 47"/>
          <p:cNvGrpSpPr/>
          <p:nvPr/>
        </p:nvGrpSpPr>
        <p:grpSpPr>
          <a:xfrm>
            <a:off x="306453" y="1462289"/>
            <a:ext cx="4099292" cy="4671084"/>
            <a:chOff x="-861205" y="1000114"/>
            <a:chExt cx="3074469" cy="3503313"/>
          </a:xfrm>
        </p:grpSpPr>
        <p:sp>
          <p:nvSpPr>
            <p:cNvPr id="33" name="Rectangle 32"/>
            <p:cNvSpPr/>
            <p:nvPr/>
          </p:nvSpPr>
          <p:spPr>
            <a:xfrm>
              <a:off x="-861205" y="2818350"/>
              <a:ext cx="3074469" cy="1685077"/>
            </a:xfrm>
            <a:prstGeom prst="rect">
              <a:avLst/>
            </a:prstGeom>
          </p:spPr>
          <p:txBody>
            <a:bodyPr wrap="square">
              <a:spAutoFit/>
            </a:bodyPr>
            <a:lstStyle/>
            <a:p>
              <a:pPr algn="ctr" fontAlgn="auto">
                <a:spcBef>
                  <a:spcPts val="0"/>
                </a:spcBef>
                <a:spcAft>
                  <a:spcPts val="0"/>
                </a:spcAft>
              </a:pPr>
              <a:r>
                <a:rPr lang="ar-SA" sz="2800" b="1" dirty="0" smtClean="0"/>
                <a:t>سبع </a:t>
              </a:r>
              <a:r>
                <a:rPr lang="ar-SA" sz="2800" b="1" dirty="0"/>
                <a:t>سنوات من التجارب والأبحاث التكنولوجية بدأت نولتون وزوجها مارتن في عام 1987م في تصميم اللوحة الذكية أو التفاعلية أو الإلكترونية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4" name="Rectangle 33"/>
            <p:cNvSpPr/>
            <p:nvPr/>
          </p:nvSpPr>
          <p:spPr>
            <a:xfrm>
              <a:off x="-81842" y="2357436"/>
              <a:ext cx="1357322" cy="484748"/>
            </a:xfrm>
            <a:prstGeom prst="rect">
              <a:avLst/>
            </a:prstGeom>
          </p:spPr>
          <p:txBody>
            <a:bodyPr wrap="square">
              <a:spAutoFit/>
            </a:bodyPr>
            <a:lstStyle/>
            <a:p>
              <a:pPr algn="ctr" fontAlgn="auto">
                <a:spcBef>
                  <a:spcPts val="0"/>
                </a:spcBef>
                <a:spcAft>
                  <a:spcPts val="0"/>
                </a:spcAft>
              </a:pPr>
              <a:r>
                <a:rPr lang="ar-SA" sz="3600" b="1" dirty="0">
                  <a:solidFill>
                    <a:srgbClr val="3FD5BA"/>
                  </a:solidFill>
                </a:rPr>
                <a:t>وبعد</a:t>
              </a:r>
              <a:endParaRPr lang="en-US" sz="3200" b="1" dirty="0">
                <a:solidFill>
                  <a:srgbClr val="3FD5BA"/>
                </a:solidFill>
                <a:latin typeface="Open Sans Light" pitchFamily="34" charset="0"/>
                <a:ea typeface="Open Sans Light" pitchFamily="34" charset="0"/>
                <a:cs typeface="Open Sans Light" pitchFamily="34" charset="0"/>
              </a:endParaRPr>
            </a:p>
          </p:txBody>
        </p:sp>
        <p:sp>
          <p:nvSpPr>
            <p:cNvPr id="35" name="Rectangle 34"/>
            <p:cNvSpPr/>
            <p:nvPr/>
          </p:nvSpPr>
          <p:spPr>
            <a:xfrm>
              <a:off x="155863" y="1000114"/>
              <a:ext cx="1496290" cy="1546577"/>
            </a:xfrm>
            <a:prstGeom prst="rect">
              <a:avLst/>
            </a:prstGeom>
          </p:spPr>
          <p:txBody>
            <a:bodyPr wrap="square">
              <a:spAutoFit/>
            </a:bodyPr>
            <a:lstStyle/>
            <a:p>
              <a:pPr algn="ctr" fontAlgn="auto">
                <a:spcBef>
                  <a:spcPts val="0"/>
                </a:spcBef>
                <a:spcAft>
                  <a:spcPts val="0"/>
                </a:spcAft>
              </a:pPr>
              <a:r>
                <a:rPr lang="el-GR" sz="12800" dirty="0" smtClean="0">
                  <a:solidFill>
                    <a:srgbClr val="3FD5BA"/>
                  </a:solidFill>
                  <a:latin typeface="Open Sans Light" pitchFamily="34" charset="0"/>
                  <a:ea typeface="Open Sans Light" pitchFamily="34" charset="0"/>
                  <a:cs typeface="Open Sans Light" pitchFamily="34" charset="0"/>
                </a:rPr>
                <a:t>3</a:t>
              </a:r>
              <a:endParaRPr lang="en-US" sz="12800" dirty="0">
                <a:solidFill>
                  <a:srgbClr val="3FD5BA"/>
                </a:solidFill>
                <a:latin typeface="Open Sans Light" pitchFamily="34" charset="0"/>
                <a:ea typeface="Open Sans Light" pitchFamily="34" charset="0"/>
                <a:cs typeface="Open Sans Light" pitchFamily="34" charset="0"/>
              </a:endParaRPr>
            </a:p>
          </p:txBody>
        </p:sp>
      </p:grpSp>
      <p:grpSp>
        <p:nvGrpSpPr>
          <p:cNvPr id="4" name="Group 48"/>
          <p:cNvGrpSpPr/>
          <p:nvPr/>
        </p:nvGrpSpPr>
        <p:grpSpPr>
          <a:xfrm>
            <a:off x="4650158" y="1511414"/>
            <a:ext cx="3579438" cy="4493937"/>
            <a:chOff x="2325948" y="1036958"/>
            <a:chExt cx="2684578" cy="3370452"/>
          </a:xfrm>
        </p:grpSpPr>
        <p:sp>
          <p:nvSpPr>
            <p:cNvPr id="39" name="Rectangle 38"/>
            <p:cNvSpPr/>
            <p:nvPr/>
          </p:nvSpPr>
          <p:spPr>
            <a:xfrm>
              <a:off x="2325948" y="3045499"/>
              <a:ext cx="2684578" cy="1361911"/>
            </a:xfrm>
            <a:prstGeom prst="rect">
              <a:avLst/>
            </a:prstGeom>
          </p:spPr>
          <p:txBody>
            <a:bodyPr wrap="square">
              <a:spAutoFit/>
            </a:bodyPr>
            <a:lstStyle/>
            <a:p>
              <a:pPr algn="ctr" fontAlgn="auto">
                <a:spcBef>
                  <a:spcPts val="0"/>
                </a:spcBef>
                <a:spcAft>
                  <a:spcPts val="0"/>
                </a:spcAft>
              </a:pPr>
              <a:r>
                <a:rPr lang="ar-SA" sz="2800" b="1" dirty="0" smtClean="0"/>
                <a:t>عام </a:t>
              </a:r>
              <a:r>
                <a:rPr lang="ar-SA" sz="2800" b="1" dirty="0"/>
                <a:t>1991م، تم الإنتاج الفعلي لأول سبورة تفاعلية وكان ذلك من قبل شركة سمارت</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0" name="Rectangle 39"/>
            <p:cNvSpPr/>
            <p:nvPr/>
          </p:nvSpPr>
          <p:spPr>
            <a:xfrm>
              <a:off x="2829660" y="2441912"/>
              <a:ext cx="1357322" cy="438581"/>
            </a:xfrm>
            <a:prstGeom prst="rect">
              <a:avLst/>
            </a:prstGeom>
          </p:spPr>
          <p:txBody>
            <a:bodyPr wrap="square">
              <a:spAutoFit/>
            </a:bodyPr>
            <a:lstStyle/>
            <a:p>
              <a:pPr algn="ctr" fontAlgn="auto">
                <a:spcBef>
                  <a:spcPts val="0"/>
                </a:spcBef>
                <a:spcAft>
                  <a:spcPts val="0"/>
                </a:spcAft>
              </a:pPr>
              <a:r>
                <a:rPr lang="ar-SA" sz="3200" b="1" dirty="0">
                  <a:solidFill>
                    <a:srgbClr val="FFC000"/>
                  </a:solidFill>
                </a:rPr>
                <a:t>وفي مطلع</a:t>
              </a:r>
              <a:endParaRPr lang="en-US" sz="3200" b="1" dirty="0">
                <a:solidFill>
                  <a:srgbClr val="FFC000"/>
                </a:solidFill>
                <a:latin typeface="Open Sans Light" pitchFamily="34" charset="0"/>
                <a:ea typeface="Open Sans Light" pitchFamily="34" charset="0"/>
                <a:cs typeface="Open Sans Light" pitchFamily="34" charset="0"/>
              </a:endParaRPr>
            </a:p>
          </p:txBody>
        </p:sp>
        <p:sp>
          <p:nvSpPr>
            <p:cNvPr id="41" name="Rectangle 40"/>
            <p:cNvSpPr/>
            <p:nvPr/>
          </p:nvSpPr>
          <p:spPr>
            <a:xfrm>
              <a:off x="2570538" y="1036958"/>
              <a:ext cx="1458087" cy="1546577"/>
            </a:xfrm>
            <a:prstGeom prst="rect">
              <a:avLst/>
            </a:prstGeom>
          </p:spPr>
          <p:txBody>
            <a:bodyPr wrap="square">
              <a:spAutoFit/>
            </a:bodyPr>
            <a:lstStyle/>
            <a:p>
              <a:pPr algn="ctr" fontAlgn="auto">
                <a:spcBef>
                  <a:spcPts val="0"/>
                </a:spcBef>
                <a:spcAft>
                  <a:spcPts val="0"/>
                </a:spcAft>
              </a:pPr>
              <a:r>
                <a:rPr lang="el-GR" sz="12800" dirty="0" smtClean="0">
                  <a:solidFill>
                    <a:srgbClr val="F8D35E"/>
                  </a:solidFill>
                  <a:latin typeface="Open Sans Light" pitchFamily="34" charset="0"/>
                  <a:ea typeface="Open Sans Light" pitchFamily="34" charset="0"/>
                  <a:cs typeface="Open Sans Light" pitchFamily="34" charset="0"/>
                </a:rPr>
                <a:t>4</a:t>
              </a:r>
              <a:endParaRPr lang="en-US" sz="12800" dirty="0">
                <a:solidFill>
                  <a:srgbClr val="F8D35E"/>
                </a:solidFill>
                <a:latin typeface="Open Sans Light" pitchFamily="34" charset="0"/>
                <a:ea typeface="Open Sans Light" pitchFamily="34" charset="0"/>
                <a:cs typeface="Open Sans Light" pitchFamily="34" charset="0"/>
              </a:endParaRPr>
            </a:p>
          </p:txBody>
        </p:sp>
      </p:grpSp>
      <p:grpSp>
        <p:nvGrpSpPr>
          <p:cNvPr id="5" name="Group 49"/>
          <p:cNvGrpSpPr/>
          <p:nvPr/>
        </p:nvGrpSpPr>
        <p:grpSpPr>
          <a:xfrm>
            <a:off x="8229597" y="1511414"/>
            <a:ext cx="3593808" cy="4747092"/>
            <a:chOff x="4427840" y="1036958"/>
            <a:chExt cx="2695356" cy="3560319"/>
          </a:xfrm>
        </p:grpSpPr>
        <p:sp>
          <p:nvSpPr>
            <p:cNvPr id="42" name="Rectangle 41"/>
            <p:cNvSpPr/>
            <p:nvPr/>
          </p:nvSpPr>
          <p:spPr>
            <a:xfrm>
              <a:off x="4427840" y="2912200"/>
              <a:ext cx="2695356" cy="1685077"/>
            </a:xfrm>
            <a:prstGeom prst="rect">
              <a:avLst/>
            </a:prstGeom>
          </p:spPr>
          <p:txBody>
            <a:bodyPr wrap="square">
              <a:spAutoFit/>
            </a:bodyPr>
            <a:lstStyle/>
            <a:p>
              <a:pPr algn="ctr" fontAlgn="auto">
                <a:spcBef>
                  <a:spcPts val="0"/>
                </a:spcBef>
                <a:spcAft>
                  <a:spcPts val="0"/>
                </a:spcAft>
              </a:pPr>
              <a:r>
                <a:rPr lang="ar-SA" sz="2800" b="1" dirty="0" smtClean="0"/>
                <a:t>عام </a:t>
              </a:r>
              <a:r>
                <a:rPr lang="ar-SA" sz="2800" b="1" dirty="0"/>
                <a:t>1998م نقلة نوعية في عمل السبورة التفاعلية، إذ أصبح بالإمكان تشغيلها ليس فقط على الحاسوب بل على النوت بوك أيضاً</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3" name="Rectangle 42"/>
            <p:cNvSpPr/>
            <p:nvPr/>
          </p:nvSpPr>
          <p:spPr>
            <a:xfrm>
              <a:off x="5070743" y="2385573"/>
              <a:ext cx="1357322" cy="438581"/>
            </a:xfrm>
            <a:prstGeom prst="rect">
              <a:avLst/>
            </a:prstGeom>
          </p:spPr>
          <p:txBody>
            <a:bodyPr wrap="square">
              <a:spAutoFit/>
            </a:bodyPr>
            <a:lstStyle/>
            <a:p>
              <a:pPr algn="ctr" fontAlgn="auto">
                <a:spcBef>
                  <a:spcPts val="0"/>
                </a:spcBef>
                <a:spcAft>
                  <a:spcPts val="0"/>
                </a:spcAft>
              </a:pPr>
              <a:r>
                <a:rPr lang="ar-SA" sz="3200" b="1" dirty="0">
                  <a:solidFill>
                    <a:srgbClr val="7CC8EC"/>
                  </a:solidFill>
                </a:rPr>
                <a:t>وشهد</a:t>
              </a:r>
              <a:endParaRPr lang="en-US" sz="3200" b="1" dirty="0">
                <a:solidFill>
                  <a:srgbClr val="7CC8EC"/>
                </a:solidFill>
                <a:latin typeface="Open Sans Light" pitchFamily="34" charset="0"/>
                <a:ea typeface="Open Sans Light" pitchFamily="34" charset="0"/>
                <a:cs typeface="Open Sans Light" pitchFamily="34" charset="0"/>
              </a:endParaRPr>
            </a:p>
          </p:txBody>
        </p:sp>
        <p:sp>
          <p:nvSpPr>
            <p:cNvPr id="44" name="Rectangle 43"/>
            <p:cNvSpPr/>
            <p:nvPr/>
          </p:nvSpPr>
          <p:spPr>
            <a:xfrm>
              <a:off x="4803646" y="1036958"/>
              <a:ext cx="1549399" cy="1546577"/>
            </a:xfrm>
            <a:prstGeom prst="rect">
              <a:avLst/>
            </a:prstGeom>
          </p:spPr>
          <p:txBody>
            <a:bodyPr wrap="square">
              <a:spAutoFit/>
            </a:bodyPr>
            <a:lstStyle/>
            <a:p>
              <a:pPr algn="ctr" fontAlgn="auto">
                <a:spcBef>
                  <a:spcPts val="0"/>
                </a:spcBef>
                <a:spcAft>
                  <a:spcPts val="0"/>
                </a:spcAft>
              </a:pPr>
              <a:r>
                <a:rPr lang="el-GR" sz="12800" dirty="0" smtClean="0">
                  <a:solidFill>
                    <a:srgbClr val="7CC8EC"/>
                  </a:solidFill>
                  <a:latin typeface="Open Sans Light" pitchFamily="34" charset="0"/>
                  <a:ea typeface="Open Sans Light" pitchFamily="34" charset="0"/>
                  <a:cs typeface="Open Sans Light" pitchFamily="34" charset="0"/>
                </a:rPr>
                <a:t>5</a:t>
              </a:r>
              <a:endParaRPr lang="en-US" sz="12800" dirty="0">
                <a:solidFill>
                  <a:srgbClr val="7CC8EC"/>
                </a:solidFill>
                <a:latin typeface="Open Sans Light" pitchFamily="34" charset="0"/>
                <a:ea typeface="Open Sans Light" pitchFamily="34" charset="0"/>
                <a:cs typeface="Open Sans Light" pitchFamily="34" charset="0"/>
              </a:endParaRPr>
            </a:p>
          </p:txBody>
        </p:sp>
      </p:gr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24584290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slide(fromTop)">
                                      <p:cBhvr>
                                        <p:cTn id="11" dur="500"/>
                                        <p:tgtEl>
                                          <p:spTgt spid="3"/>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slide(fromTop)">
                                      <p:cBhvr>
                                        <p:cTn id="15" dur="500"/>
                                        <p:tgtEl>
                                          <p:spTgt spid="4"/>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slide(fromTop)">
                                      <p:cBhvr>
                                        <p:cTn id="1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p:cNvSpPr/>
          <p:nvPr/>
        </p:nvSpPr>
        <p:spPr>
          <a:xfrm>
            <a:off x="700910" y="487627"/>
            <a:ext cx="10494852" cy="646331"/>
          </a:xfrm>
          <a:prstGeom prst="rect">
            <a:avLst/>
          </a:prstGeom>
        </p:spPr>
        <p:txBody>
          <a:bodyPr wrap="square">
            <a:spAutoFit/>
          </a:bodyPr>
          <a:lstStyle/>
          <a:p>
            <a:pPr algn="r" rtl="1"/>
            <a:r>
              <a:rPr lang="ar-SA" sz="3600" b="1" u="sng" dirty="0">
                <a:solidFill>
                  <a:srgbClr val="00B0F0"/>
                </a:solidFill>
              </a:rPr>
              <a:t>ب- تاريخ استخدام السبورة التفاعلية </a:t>
            </a:r>
            <a:endParaRPr lang="en-US" sz="3600" u="sng" dirty="0">
              <a:solidFill>
                <a:srgbClr val="00B0F0"/>
              </a:solidFill>
            </a:endParaRPr>
          </a:p>
        </p:txBody>
      </p:sp>
      <p:grpSp>
        <p:nvGrpSpPr>
          <p:cNvPr id="3" name="Group 47"/>
          <p:cNvGrpSpPr/>
          <p:nvPr/>
        </p:nvGrpSpPr>
        <p:grpSpPr>
          <a:xfrm>
            <a:off x="306453" y="1462289"/>
            <a:ext cx="4099292" cy="4112175"/>
            <a:chOff x="-861205" y="1000114"/>
            <a:chExt cx="3074469" cy="3084131"/>
          </a:xfrm>
        </p:grpSpPr>
        <p:sp>
          <p:nvSpPr>
            <p:cNvPr id="33" name="Rectangle 32"/>
            <p:cNvSpPr/>
            <p:nvPr/>
          </p:nvSpPr>
          <p:spPr>
            <a:xfrm>
              <a:off x="-861205" y="3045499"/>
              <a:ext cx="3074469" cy="1038746"/>
            </a:xfrm>
            <a:prstGeom prst="rect">
              <a:avLst/>
            </a:prstGeom>
          </p:spPr>
          <p:txBody>
            <a:bodyPr wrap="square">
              <a:spAutoFit/>
            </a:bodyPr>
            <a:lstStyle/>
            <a:p>
              <a:pPr algn="ctr" fontAlgn="auto">
                <a:spcBef>
                  <a:spcPts val="0"/>
                </a:spcBef>
                <a:spcAft>
                  <a:spcPts val="0"/>
                </a:spcAft>
              </a:pPr>
              <a:r>
                <a:rPr lang="ar-SA" sz="2800" b="1" dirty="0" smtClean="0"/>
                <a:t>عام </a:t>
              </a:r>
              <a:r>
                <a:rPr lang="ar-SA" sz="2800" b="1" dirty="0"/>
                <a:t>2001م تم ولأول مرة إدخال ميزتي التسجيل والصوت إلى السبورة التفاعلية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4" name="Rectangle 33"/>
            <p:cNvSpPr/>
            <p:nvPr/>
          </p:nvSpPr>
          <p:spPr>
            <a:xfrm>
              <a:off x="155863" y="2487676"/>
              <a:ext cx="1357322" cy="484748"/>
            </a:xfrm>
            <a:prstGeom prst="rect">
              <a:avLst/>
            </a:prstGeom>
          </p:spPr>
          <p:txBody>
            <a:bodyPr wrap="square">
              <a:spAutoFit/>
            </a:bodyPr>
            <a:lstStyle/>
            <a:p>
              <a:pPr algn="ctr" fontAlgn="auto">
                <a:spcBef>
                  <a:spcPts val="0"/>
                </a:spcBef>
                <a:spcAft>
                  <a:spcPts val="0"/>
                </a:spcAft>
              </a:pPr>
              <a:r>
                <a:rPr lang="ar-SA" sz="3600" b="1" dirty="0">
                  <a:solidFill>
                    <a:srgbClr val="3FD5BA"/>
                  </a:solidFill>
                </a:rPr>
                <a:t>وفي</a:t>
              </a:r>
              <a:endParaRPr lang="en-US" sz="3200" b="1" dirty="0">
                <a:solidFill>
                  <a:srgbClr val="3FD5BA"/>
                </a:solidFill>
                <a:latin typeface="Open Sans Light" pitchFamily="34" charset="0"/>
                <a:ea typeface="Open Sans Light" pitchFamily="34" charset="0"/>
                <a:cs typeface="Open Sans Light" pitchFamily="34" charset="0"/>
              </a:endParaRPr>
            </a:p>
          </p:txBody>
        </p:sp>
        <p:sp>
          <p:nvSpPr>
            <p:cNvPr id="35" name="Rectangle 34"/>
            <p:cNvSpPr/>
            <p:nvPr/>
          </p:nvSpPr>
          <p:spPr>
            <a:xfrm>
              <a:off x="155863" y="1000114"/>
              <a:ext cx="1496290" cy="1546577"/>
            </a:xfrm>
            <a:prstGeom prst="rect">
              <a:avLst/>
            </a:prstGeom>
          </p:spPr>
          <p:txBody>
            <a:bodyPr wrap="square">
              <a:spAutoFit/>
            </a:bodyPr>
            <a:lstStyle/>
            <a:p>
              <a:pPr algn="ctr" fontAlgn="auto">
                <a:spcBef>
                  <a:spcPts val="0"/>
                </a:spcBef>
                <a:spcAft>
                  <a:spcPts val="0"/>
                </a:spcAft>
              </a:pPr>
              <a:r>
                <a:rPr lang="el-GR" sz="12800" dirty="0" smtClean="0">
                  <a:solidFill>
                    <a:srgbClr val="3FD5BA"/>
                  </a:solidFill>
                  <a:latin typeface="Open Sans Light" pitchFamily="34" charset="0"/>
                  <a:ea typeface="Open Sans Light" pitchFamily="34" charset="0"/>
                  <a:cs typeface="Open Sans Light" pitchFamily="34" charset="0"/>
                </a:rPr>
                <a:t>6</a:t>
              </a:r>
              <a:endParaRPr lang="en-US" sz="12800" dirty="0">
                <a:solidFill>
                  <a:srgbClr val="3FD5BA"/>
                </a:solidFill>
                <a:latin typeface="Open Sans Light" pitchFamily="34" charset="0"/>
                <a:ea typeface="Open Sans Light" pitchFamily="34" charset="0"/>
                <a:cs typeface="Open Sans Light" pitchFamily="34" charset="0"/>
              </a:endParaRPr>
            </a:p>
          </p:txBody>
        </p:sp>
      </p:grpSp>
      <p:grpSp>
        <p:nvGrpSpPr>
          <p:cNvPr id="4" name="Group 48"/>
          <p:cNvGrpSpPr/>
          <p:nvPr/>
        </p:nvGrpSpPr>
        <p:grpSpPr>
          <a:xfrm>
            <a:off x="4650158" y="1511414"/>
            <a:ext cx="3579438" cy="4063050"/>
            <a:chOff x="2325948" y="1036958"/>
            <a:chExt cx="2684578" cy="3047287"/>
          </a:xfrm>
        </p:grpSpPr>
        <p:sp>
          <p:nvSpPr>
            <p:cNvPr id="39" name="Rectangle 38"/>
            <p:cNvSpPr/>
            <p:nvPr/>
          </p:nvSpPr>
          <p:spPr>
            <a:xfrm>
              <a:off x="2325948" y="3045499"/>
              <a:ext cx="2684578" cy="1038746"/>
            </a:xfrm>
            <a:prstGeom prst="rect">
              <a:avLst/>
            </a:prstGeom>
          </p:spPr>
          <p:txBody>
            <a:bodyPr wrap="square">
              <a:spAutoFit/>
            </a:bodyPr>
            <a:lstStyle/>
            <a:p>
              <a:pPr algn="ctr" fontAlgn="auto">
                <a:spcBef>
                  <a:spcPts val="0"/>
                </a:spcBef>
                <a:spcAft>
                  <a:spcPts val="0"/>
                </a:spcAft>
              </a:pPr>
              <a:r>
                <a:rPr lang="ar-SA" sz="2800" b="1" dirty="0" smtClean="0"/>
                <a:t>عام </a:t>
              </a:r>
              <a:r>
                <a:rPr lang="ar-SA" sz="2800" b="1" dirty="0"/>
                <a:t>2005م فقد تم الكشف عن لائحة السبورة التفاعلية اللاسلكية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0" name="Rectangle 39"/>
            <p:cNvSpPr/>
            <p:nvPr/>
          </p:nvSpPr>
          <p:spPr>
            <a:xfrm>
              <a:off x="2795743" y="2474460"/>
              <a:ext cx="1357322" cy="484748"/>
            </a:xfrm>
            <a:prstGeom prst="rect">
              <a:avLst/>
            </a:prstGeom>
          </p:spPr>
          <p:txBody>
            <a:bodyPr wrap="square">
              <a:spAutoFit/>
            </a:bodyPr>
            <a:lstStyle/>
            <a:p>
              <a:pPr algn="ctr" fontAlgn="auto">
                <a:spcBef>
                  <a:spcPts val="0"/>
                </a:spcBef>
                <a:spcAft>
                  <a:spcPts val="0"/>
                </a:spcAft>
              </a:pPr>
              <a:r>
                <a:rPr lang="ar-SA" sz="3600" b="1" dirty="0">
                  <a:solidFill>
                    <a:srgbClr val="FFC000"/>
                  </a:solidFill>
                </a:rPr>
                <a:t>أما في</a:t>
              </a:r>
              <a:endParaRPr lang="en-US" sz="3600" b="1" dirty="0">
                <a:solidFill>
                  <a:srgbClr val="FFC000"/>
                </a:solidFill>
                <a:latin typeface="Open Sans Light" pitchFamily="34" charset="0"/>
                <a:ea typeface="Open Sans Light" pitchFamily="34" charset="0"/>
                <a:cs typeface="Open Sans Light" pitchFamily="34" charset="0"/>
              </a:endParaRPr>
            </a:p>
          </p:txBody>
        </p:sp>
        <p:sp>
          <p:nvSpPr>
            <p:cNvPr id="41" name="Rectangle 40"/>
            <p:cNvSpPr/>
            <p:nvPr/>
          </p:nvSpPr>
          <p:spPr>
            <a:xfrm>
              <a:off x="2570538" y="1036958"/>
              <a:ext cx="1458087" cy="1546577"/>
            </a:xfrm>
            <a:prstGeom prst="rect">
              <a:avLst/>
            </a:prstGeom>
          </p:spPr>
          <p:txBody>
            <a:bodyPr wrap="square">
              <a:spAutoFit/>
            </a:bodyPr>
            <a:lstStyle/>
            <a:p>
              <a:pPr algn="ctr" fontAlgn="auto">
                <a:spcBef>
                  <a:spcPts val="0"/>
                </a:spcBef>
                <a:spcAft>
                  <a:spcPts val="0"/>
                </a:spcAft>
              </a:pPr>
              <a:r>
                <a:rPr lang="el-GR" sz="12800" dirty="0" smtClean="0">
                  <a:solidFill>
                    <a:srgbClr val="F8D35E"/>
                  </a:solidFill>
                  <a:latin typeface="Open Sans Light" pitchFamily="34" charset="0"/>
                  <a:ea typeface="Open Sans Light" pitchFamily="34" charset="0"/>
                  <a:cs typeface="Open Sans Light" pitchFamily="34" charset="0"/>
                </a:rPr>
                <a:t>7</a:t>
              </a:r>
              <a:endParaRPr lang="en-US" sz="12800" dirty="0">
                <a:solidFill>
                  <a:srgbClr val="F8D35E"/>
                </a:solidFill>
                <a:latin typeface="Open Sans Light" pitchFamily="34" charset="0"/>
                <a:ea typeface="Open Sans Light" pitchFamily="34" charset="0"/>
                <a:cs typeface="Open Sans Light" pitchFamily="34" charset="0"/>
              </a:endParaRPr>
            </a:p>
          </p:txBody>
        </p:sp>
      </p:grpSp>
      <p:grpSp>
        <p:nvGrpSpPr>
          <p:cNvPr id="5" name="Group 49"/>
          <p:cNvGrpSpPr/>
          <p:nvPr/>
        </p:nvGrpSpPr>
        <p:grpSpPr>
          <a:xfrm>
            <a:off x="7966700" y="1595991"/>
            <a:ext cx="3593808" cy="4725194"/>
            <a:chOff x="4230667" y="1100391"/>
            <a:chExt cx="2695356" cy="3543895"/>
          </a:xfrm>
        </p:grpSpPr>
        <p:sp>
          <p:nvSpPr>
            <p:cNvPr id="42" name="Rectangle 41"/>
            <p:cNvSpPr/>
            <p:nvPr/>
          </p:nvSpPr>
          <p:spPr>
            <a:xfrm>
              <a:off x="4230667" y="2959209"/>
              <a:ext cx="2695356" cy="1685077"/>
            </a:xfrm>
            <a:prstGeom prst="rect">
              <a:avLst/>
            </a:prstGeom>
          </p:spPr>
          <p:txBody>
            <a:bodyPr wrap="square">
              <a:spAutoFit/>
            </a:bodyPr>
            <a:lstStyle/>
            <a:p>
              <a:pPr algn="ctr" fontAlgn="auto">
                <a:spcBef>
                  <a:spcPts val="0"/>
                </a:spcBef>
                <a:spcAft>
                  <a:spcPts val="0"/>
                </a:spcAft>
              </a:pPr>
              <a:r>
                <a:rPr lang="ar-SA" sz="2800" b="1" dirty="0" smtClean="0"/>
                <a:t>العام </a:t>
              </a:r>
              <a:r>
                <a:rPr lang="ar-SA" sz="2800" b="1" dirty="0"/>
                <a:t>2008م التطور الأبرز في تاريخ السبورة التفاعلية إذ احتوت المنتجات الجديدة منها على الكاميرا الذكية والبرامج التعاونيه للتعلم</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3" name="Rectangle 42"/>
            <p:cNvSpPr/>
            <p:nvPr/>
          </p:nvSpPr>
          <p:spPr>
            <a:xfrm>
              <a:off x="5070743" y="2385573"/>
              <a:ext cx="1357322" cy="438581"/>
            </a:xfrm>
            <a:prstGeom prst="rect">
              <a:avLst/>
            </a:prstGeom>
          </p:spPr>
          <p:txBody>
            <a:bodyPr wrap="square">
              <a:spAutoFit/>
            </a:bodyPr>
            <a:lstStyle/>
            <a:p>
              <a:pPr algn="ctr" fontAlgn="auto">
                <a:spcBef>
                  <a:spcPts val="0"/>
                </a:spcBef>
                <a:spcAft>
                  <a:spcPts val="0"/>
                </a:spcAft>
              </a:pPr>
              <a:r>
                <a:rPr lang="ar-SA" sz="3200" b="1" dirty="0">
                  <a:solidFill>
                    <a:srgbClr val="7CC8EC"/>
                  </a:solidFill>
                </a:rPr>
                <a:t>وشهد</a:t>
              </a:r>
              <a:endParaRPr lang="en-US" sz="3200" b="1" dirty="0">
                <a:solidFill>
                  <a:srgbClr val="7CC8EC"/>
                </a:solidFill>
                <a:latin typeface="Open Sans Light" pitchFamily="34" charset="0"/>
                <a:ea typeface="Open Sans Light" pitchFamily="34" charset="0"/>
                <a:cs typeface="Open Sans Light" pitchFamily="34" charset="0"/>
              </a:endParaRPr>
            </a:p>
          </p:txBody>
        </p:sp>
        <p:sp>
          <p:nvSpPr>
            <p:cNvPr id="44" name="Rectangle 43"/>
            <p:cNvSpPr/>
            <p:nvPr/>
          </p:nvSpPr>
          <p:spPr>
            <a:xfrm>
              <a:off x="4923561" y="1100391"/>
              <a:ext cx="1549399" cy="1546577"/>
            </a:xfrm>
            <a:prstGeom prst="rect">
              <a:avLst/>
            </a:prstGeom>
          </p:spPr>
          <p:txBody>
            <a:bodyPr wrap="square">
              <a:spAutoFit/>
            </a:bodyPr>
            <a:lstStyle/>
            <a:p>
              <a:pPr algn="ctr" fontAlgn="auto">
                <a:spcBef>
                  <a:spcPts val="0"/>
                </a:spcBef>
                <a:spcAft>
                  <a:spcPts val="0"/>
                </a:spcAft>
              </a:pPr>
              <a:r>
                <a:rPr lang="el-GR" sz="12800" dirty="0" smtClean="0">
                  <a:solidFill>
                    <a:srgbClr val="7CC8EC"/>
                  </a:solidFill>
                  <a:latin typeface="Open Sans Light" pitchFamily="34" charset="0"/>
                  <a:ea typeface="Open Sans Light" pitchFamily="34" charset="0"/>
                  <a:cs typeface="Open Sans Light" pitchFamily="34" charset="0"/>
                </a:rPr>
                <a:t>8</a:t>
              </a:r>
              <a:endParaRPr lang="en-US" sz="12800" dirty="0">
                <a:solidFill>
                  <a:srgbClr val="7CC8EC"/>
                </a:solidFill>
                <a:latin typeface="Open Sans Light" pitchFamily="34" charset="0"/>
                <a:ea typeface="Open Sans Light" pitchFamily="34" charset="0"/>
                <a:cs typeface="Open Sans Light" pitchFamily="34" charset="0"/>
              </a:endParaRPr>
            </a:p>
          </p:txBody>
        </p:sp>
      </p:gr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8176352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childTnLst>
                                </p:cTn>
                              </p:par>
                            </p:childTnLst>
                          </p:cTn>
                        </p:par>
                        <p:par>
                          <p:cTn id="7" fill="hold">
                            <p:stCondLst>
                              <p:cond delay="0"/>
                            </p:stCondLst>
                            <p:childTnLst>
                              <p:par>
                                <p:cTn id="8" presetID="12" presetClass="entr" presetSubtype="1" fill="hold" nodeType="after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slide(fromTop)">
                                      <p:cBhvr>
                                        <p:cTn id="10" dur="500"/>
                                        <p:tgtEl>
                                          <p:spTgt spid="3"/>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slide(fromTop)">
                                      <p:cBhvr>
                                        <p:cTn id="14" dur="500"/>
                                        <p:tgtEl>
                                          <p:spTgt spid="4"/>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slide(fromTop)">
                                      <p:cBhvr>
                                        <p:cTn id="1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08912" y="566873"/>
            <a:ext cx="9652000" cy="471365"/>
          </a:xfrm>
        </p:spPr>
        <p:txBody>
          <a:bodyPr/>
          <a:lstStyle/>
          <a:p>
            <a:pPr algn="r" rtl="1"/>
            <a:r>
              <a:rPr lang="ar-SA" u="sng" dirty="0" smtClean="0">
                <a:solidFill>
                  <a:srgbClr val="00B0F0"/>
                </a:solidFill>
              </a:rPr>
              <a:t>ج</a:t>
            </a:r>
            <a:r>
              <a:rPr lang="el-GR" u="sng" dirty="0" smtClean="0">
                <a:solidFill>
                  <a:srgbClr val="00B0F0"/>
                </a:solidFill>
              </a:rPr>
              <a:t> </a:t>
            </a:r>
            <a:r>
              <a:rPr lang="ar-SA" u="sng" dirty="0" smtClean="0">
                <a:solidFill>
                  <a:srgbClr val="00B0F0"/>
                </a:solidFill>
              </a:rPr>
              <a:t>- </a:t>
            </a:r>
            <a:r>
              <a:rPr lang="ar-SA" u="sng" dirty="0">
                <a:solidFill>
                  <a:srgbClr val="00B0F0"/>
                </a:solidFill>
              </a:rPr>
              <a:t>فوائد استخدام اللوحة التفاعلية في التعليم </a:t>
            </a:r>
            <a:endParaRPr lang="en-US" u="sng" dirty="0">
              <a:solidFill>
                <a:srgbClr val="00B0F0"/>
              </a:solidFill>
            </a:endParaRPr>
          </a:p>
        </p:txBody>
      </p:sp>
      <p:sp>
        <p:nvSpPr>
          <p:cNvPr id="92" name="Isosceles Triangle 91"/>
          <p:cNvSpPr/>
          <p:nvPr/>
        </p:nvSpPr>
        <p:spPr>
          <a:xfrm rot="3600000" flipH="1">
            <a:off x="7524494" y="3609635"/>
            <a:ext cx="462953" cy="399099"/>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93" name="Donut 92"/>
          <p:cNvSpPr/>
          <p:nvPr/>
        </p:nvSpPr>
        <p:spPr>
          <a:xfrm flipH="1">
            <a:off x="6704423" y="2924486"/>
            <a:ext cx="1369319" cy="1369319"/>
          </a:xfrm>
          <a:prstGeom prst="donut">
            <a:avLst>
              <a:gd name="adj" fmla="val 19079"/>
            </a:avLst>
          </a:prstGeom>
          <a:solidFill>
            <a:schemeClr val="tx2">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262626"/>
              </a:solidFill>
            </a:endParaRPr>
          </a:p>
        </p:txBody>
      </p:sp>
      <p:grpSp>
        <p:nvGrpSpPr>
          <p:cNvPr id="94" name="Group 93"/>
          <p:cNvGrpSpPr/>
          <p:nvPr/>
        </p:nvGrpSpPr>
        <p:grpSpPr>
          <a:xfrm flipH="1">
            <a:off x="7467418" y="3291950"/>
            <a:ext cx="1671033" cy="423562"/>
            <a:chOff x="1793077" y="1463668"/>
            <a:chExt cx="1371600" cy="347664"/>
          </a:xfrm>
        </p:grpSpPr>
        <p:sp>
          <p:nvSpPr>
            <p:cNvPr id="95" name="Round Same Side Corner Rectangle 94"/>
            <p:cNvSpPr/>
            <p:nvPr/>
          </p:nvSpPr>
          <p:spPr>
            <a:xfrm rot="16200000">
              <a:off x="2305045" y="951700"/>
              <a:ext cx="347664" cy="13716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96" name="Text Placeholder 3"/>
            <p:cNvSpPr txBox="1">
              <a:spLocks/>
            </p:cNvSpPr>
            <p:nvPr/>
          </p:nvSpPr>
          <p:spPr>
            <a:xfrm>
              <a:off x="1852137" y="1495656"/>
              <a:ext cx="281573" cy="303152"/>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spcBef>
                  <a:spcPct val="20000"/>
                </a:spcBef>
                <a:spcAft>
                  <a:spcPts val="0"/>
                </a:spcAft>
                <a:defRPr/>
              </a:pPr>
              <a:r>
                <a:rPr lang="ar-SY" sz="2400" dirty="0">
                  <a:solidFill>
                    <a:srgbClr val="F19B14">
                      <a:lumMod val="75000"/>
                    </a:srgbClr>
                  </a:solidFill>
                  <a:latin typeface="Roboto Condensed"/>
                  <a:cs typeface="+mn-cs"/>
                </a:rPr>
                <a:t>0</a:t>
              </a:r>
              <a:r>
                <a:rPr lang="en-US" sz="2400" dirty="0">
                  <a:solidFill>
                    <a:srgbClr val="F19B14">
                      <a:lumMod val="75000"/>
                    </a:srgbClr>
                  </a:solidFill>
                  <a:latin typeface="Roboto Condensed"/>
                </a:rPr>
                <a:t>2</a:t>
              </a:r>
              <a:endParaRPr lang="en-US" sz="2400" dirty="0">
                <a:solidFill>
                  <a:srgbClr val="F19B14">
                    <a:lumMod val="75000"/>
                  </a:srgbClr>
                </a:solidFill>
                <a:latin typeface="Roboto Condensed"/>
                <a:cs typeface="+mn-cs"/>
              </a:endParaRPr>
            </a:p>
          </p:txBody>
        </p:sp>
      </p:grpSp>
      <p:cxnSp>
        <p:nvCxnSpPr>
          <p:cNvPr id="109" name="Straight Connector 108"/>
          <p:cNvCxnSpPr/>
          <p:nvPr/>
        </p:nvCxnSpPr>
        <p:spPr>
          <a:xfrm>
            <a:off x="5454743" y="2656075"/>
            <a:ext cx="1320800" cy="684659"/>
          </a:xfrm>
          <a:prstGeom prst="line">
            <a:avLst/>
          </a:prstGeom>
          <a:ln w="1905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rot="10800000" flipV="1">
            <a:off x="5454743" y="3877556"/>
            <a:ext cx="1320800" cy="684660"/>
          </a:xfrm>
          <a:prstGeom prst="line">
            <a:avLst/>
          </a:prstGeom>
          <a:ln w="1905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5" name="Isosceles Triangle 114"/>
          <p:cNvSpPr/>
          <p:nvPr/>
        </p:nvSpPr>
        <p:spPr>
          <a:xfrm rot="18000000">
            <a:off x="4212358" y="2656564"/>
            <a:ext cx="462953" cy="399099"/>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16" name="Donut 115"/>
          <p:cNvSpPr/>
          <p:nvPr/>
        </p:nvSpPr>
        <p:spPr>
          <a:xfrm>
            <a:off x="4126065" y="1971416"/>
            <a:ext cx="1369319" cy="1369319"/>
          </a:xfrm>
          <a:prstGeom prst="donut">
            <a:avLst>
              <a:gd name="adj" fmla="val 19079"/>
            </a:avLst>
          </a:prstGeom>
          <a:solidFill>
            <a:schemeClr val="tx2">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262626"/>
              </a:solidFill>
            </a:endParaRPr>
          </a:p>
        </p:txBody>
      </p:sp>
      <p:grpSp>
        <p:nvGrpSpPr>
          <p:cNvPr id="117" name="Group 54"/>
          <p:cNvGrpSpPr/>
          <p:nvPr/>
        </p:nvGrpSpPr>
        <p:grpSpPr>
          <a:xfrm>
            <a:off x="3061357" y="2342756"/>
            <a:ext cx="1671033" cy="423563"/>
            <a:chOff x="1793078" y="1466850"/>
            <a:chExt cx="1371600" cy="347664"/>
          </a:xfrm>
        </p:grpSpPr>
        <p:sp>
          <p:nvSpPr>
            <p:cNvPr id="118" name="Round Same Side Corner Rectangle 117"/>
            <p:cNvSpPr/>
            <p:nvPr/>
          </p:nvSpPr>
          <p:spPr>
            <a:xfrm rot="16200000">
              <a:off x="2305046" y="954882"/>
              <a:ext cx="347664" cy="1371600"/>
            </a:xfrm>
            <a:prstGeom prst="round2Same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19" name="Text Placeholder 3"/>
            <p:cNvSpPr txBox="1">
              <a:spLocks/>
            </p:cNvSpPr>
            <p:nvPr/>
          </p:nvSpPr>
          <p:spPr>
            <a:xfrm>
              <a:off x="1862959" y="1476032"/>
              <a:ext cx="281573" cy="303151"/>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spcBef>
                  <a:spcPct val="20000"/>
                </a:spcBef>
                <a:spcAft>
                  <a:spcPts val="0"/>
                </a:spcAft>
                <a:defRPr/>
              </a:pPr>
              <a:r>
                <a:rPr lang="ar-SY" sz="2400" dirty="0">
                  <a:solidFill>
                    <a:srgbClr val="237DB9">
                      <a:lumMod val="50000"/>
                    </a:srgbClr>
                  </a:solidFill>
                  <a:latin typeface="Roboto Condensed"/>
                  <a:cs typeface="+mn-cs"/>
                </a:rPr>
                <a:t>01</a:t>
              </a:r>
              <a:endParaRPr lang="en-US" sz="2400" dirty="0">
                <a:solidFill>
                  <a:srgbClr val="237DB9">
                    <a:lumMod val="50000"/>
                  </a:srgbClr>
                </a:solidFill>
                <a:latin typeface="Roboto Condensed"/>
                <a:cs typeface="+mn-cs"/>
              </a:endParaRPr>
            </a:p>
          </p:txBody>
        </p:sp>
      </p:grpSp>
      <p:sp>
        <p:nvSpPr>
          <p:cNvPr id="122" name="Isosceles Triangle 121"/>
          <p:cNvSpPr/>
          <p:nvPr/>
        </p:nvSpPr>
        <p:spPr>
          <a:xfrm rot="18000000">
            <a:off x="4212358" y="4562706"/>
            <a:ext cx="462953" cy="399099"/>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23" name="Donut 122"/>
          <p:cNvSpPr/>
          <p:nvPr/>
        </p:nvSpPr>
        <p:spPr>
          <a:xfrm>
            <a:off x="4126065" y="3877557"/>
            <a:ext cx="1369319" cy="1369319"/>
          </a:xfrm>
          <a:prstGeom prst="donut">
            <a:avLst>
              <a:gd name="adj" fmla="val 19079"/>
            </a:avLst>
          </a:prstGeom>
          <a:solidFill>
            <a:schemeClr val="tx2">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262626"/>
              </a:solidFill>
            </a:endParaRPr>
          </a:p>
        </p:txBody>
      </p:sp>
      <p:grpSp>
        <p:nvGrpSpPr>
          <p:cNvPr id="124" name="Group 79"/>
          <p:cNvGrpSpPr/>
          <p:nvPr/>
        </p:nvGrpSpPr>
        <p:grpSpPr>
          <a:xfrm>
            <a:off x="3061358" y="4248898"/>
            <a:ext cx="1671033" cy="423563"/>
            <a:chOff x="1793079" y="1466851"/>
            <a:chExt cx="1371600" cy="347664"/>
          </a:xfrm>
        </p:grpSpPr>
        <p:sp>
          <p:nvSpPr>
            <p:cNvPr id="125" name="Round Same Side Corner Rectangle 124"/>
            <p:cNvSpPr/>
            <p:nvPr/>
          </p:nvSpPr>
          <p:spPr>
            <a:xfrm rot="16200000">
              <a:off x="2305047" y="954883"/>
              <a:ext cx="347664" cy="1371600"/>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26" name="Text Placeholder 3"/>
            <p:cNvSpPr txBox="1">
              <a:spLocks/>
            </p:cNvSpPr>
            <p:nvPr/>
          </p:nvSpPr>
          <p:spPr>
            <a:xfrm>
              <a:off x="1873779" y="1489107"/>
              <a:ext cx="281573" cy="303151"/>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spcBef>
                  <a:spcPct val="20000"/>
                </a:spcBef>
                <a:spcAft>
                  <a:spcPts val="0"/>
                </a:spcAft>
                <a:defRPr/>
              </a:pPr>
              <a:r>
                <a:rPr lang="ar-SY" sz="2400" dirty="0">
                  <a:solidFill>
                    <a:srgbClr val="15AA96">
                      <a:lumMod val="50000"/>
                    </a:srgbClr>
                  </a:solidFill>
                  <a:latin typeface="Roboto Condensed"/>
                  <a:cs typeface="+mn-cs"/>
                </a:rPr>
                <a:t>0</a:t>
              </a:r>
              <a:r>
                <a:rPr lang="en-US" sz="2400" dirty="0">
                  <a:solidFill>
                    <a:srgbClr val="15AA96">
                      <a:lumMod val="50000"/>
                    </a:srgbClr>
                  </a:solidFill>
                  <a:latin typeface="Roboto Condensed"/>
                  <a:cs typeface="+mn-cs"/>
                </a:rPr>
                <a:t>3</a:t>
              </a:r>
            </a:p>
          </p:txBody>
        </p:sp>
      </p:grpSp>
      <p:sp>
        <p:nvSpPr>
          <p:cNvPr id="135" name="Footer Text"/>
          <p:cNvSpPr txBox="1"/>
          <p:nvPr/>
        </p:nvSpPr>
        <p:spPr>
          <a:xfrm flipH="1">
            <a:off x="409368" y="2304849"/>
            <a:ext cx="2164052" cy="430887"/>
          </a:xfrm>
          <a:prstGeom prst="rect">
            <a:avLst/>
          </a:prstGeom>
          <a:noFill/>
        </p:spPr>
        <p:txBody>
          <a:bodyPr wrap="square" lIns="0" tIns="0" rIns="0" bIns="0" rtlCol="0">
            <a:spAutoFit/>
          </a:bodyPr>
          <a:lstStyle/>
          <a:p>
            <a:pPr algn="r" defTabSz="1375467" fontAlgn="auto">
              <a:spcBef>
                <a:spcPts val="0"/>
              </a:spcBef>
              <a:spcAft>
                <a:spcPts val="0"/>
              </a:spcAft>
            </a:pPr>
            <a:r>
              <a:rPr lang="ar-SA" sz="2800" b="1" dirty="0"/>
              <a:t>توفير الوقت</a:t>
            </a:r>
            <a:endParaRPr lang="en-US" sz="2800" b="1" dirty="0">
              <a:solidFill>
                <a:srgbClr val="262626">
                  <a:lumMod val="50000"/>
                  <a:lumOff val="50000"/>
                </a:srgbClr>
              </a:solidFill>
              <a:latin typeface="Roboto Condensed"/>
            </a:endParaRPr>
          </a:p>
        </p:txBody>
      </p:sp>
      <p:sp>
        <p:nvSpPr>
          <p:cNvPr id="136" name="Footer Text"/>
          <p:cNvSpPr txBox="1"/>
          <p:nvPr/>
        </p:nvSpPr>
        <p:spPr>
          <a:xfrm flipH="1">
            <a:off x="172193" y="4089952"/>
            <a:ext cx="2705132" cy="1292662"/>
          </a:xfrm>
          <a:prstGeom prst="rect">
            <a:avLst/>
          </a:prstGeom>
          <a:noFill/>
        </p:spPr>
        <p:txBody>
          <a:bodyPr wrap="square" lIns="0" tIns="0" rIns="0" bIns="0" rtlCol="0">
            <a:spAutoFit/>
          </a:bodyPr>
          <a:lstStyle/>
          <a:p>
            <a:pPr algn="r" defTabSz="1375467" fontAlgn="auto">
              <a:spcBef>
                <a:spcPts val="0"/>
              </a:spcBef>
              <a:spcAft>
                <a:spcPts val="0"/>
              </a:spcAft>
            </a:pPr>
            <a:r>
              <a:rPr lang="ar-SA" sz="2800" b="1" dirty="0"/>
              <a:t>عرض الدروس بطريقة مشوقه وتعليم مهارات استخدام الحاسوب</a:t>
            </a:r>
            <a:endParaRPr lang="en-US" sz="2800" b="1" dirty="0">
              <a:solidFill>
                <a:srgbClr val="262626">
                  <a:lumMod val="50000"/>
                  <a:lumOff val="50000"/>
                </a:srgbClr>
              </a:solidFill>
              <a:latin typeface="Roboto Condensed"/>
            </a:endParaRPr>
          </a:p>
        </p:txBody>
      </p:sp>
      <p:sp>
        <p:nvSpPr>
          <p:cNvPr id="138" name="Footer Text"/>
          <p:cNvSpPr txBox="1"/>
          <p:nvPr/>
        </p:nvSpPr>
        <p:spPr>
          <a:xfrm flipH="1">
            <a:off x="9282781" y="3156353"/>
            <a:ext cx="2794796" cy="861774"/>
          </a:xfrm>
          <a:prstGeom prst="rect">
            <a:avLst/>
          </a:prstGeom>
          <a:noFill/>
        </p:spPr>
        <p:txBody>
          <a:bodyPr wrap="square" lIns="0" tIns="0" rIns="0" bIns="0" rtlCol="0">
            <a:spAutoFit/>
          </a:bodyPr>
          <a:lstStyle/>
          <a:p>
            <a:pPr defTabSz="1375467" fontAlgn="auto">
              <a:spcBef>
                <a:spcPts val="0"/>
              </a:spcBef>
              <a:spcAft>
                <a:spcPts val="0"/>
              </a:spcAft>
            </a:pPr>
            <a:r>
              <a:rPr lang="ar-SA" sz="2800" b="1" dirty="0"/>
              <a:t>حل مشكلة النقص في الهيئة التدريسية</a:t>
            </a:r>
            <a:endParaRPr lang="en-US" sz="2000" b="1" dirty="0">
              <a:solidFill>
                <a:srgbClr val="262626">
                  <a:lumMod val="50000"/>
                  <a:lumOff val="50000"/>
                </a:srgbClr>
              </a:solidFill>
              <a:latin typeface="Roboto Condensed"/>
            </a:endParaRPr>
          </a:p>
        </p:txBody>
      </p:sp>
      <p:sp>
        <p:nvSpPr>
          <p:cNvPr id="2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70359200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116"/>
                                        </p:tgtEl>
                                        <p:attrNameLst>
                                          <p:attrName>style.visibility</p:attrName>
                                        </p:attrNameLst>
                                      </p:cBhvr>
                                      <p:to>
                                        <p:strVal val="visible"/>
                                      </p:to>
                                    </p:set>
                                    <p:anim calcmode="lin" valueType="num">
                                      <p:cBhvr>
                                        <p:cTn id="7" dur="500" fill="hold"/>
                                        <p:tgtEl>
                                          <p:spTgt spid="116"/>
                                        </p:tgtEl>
                                        <p:attrNameLst>
                                          <p:attrName>ppt_w</p:attrName>
                                        </p:attrNameLst>
                                      </p:cBhvr>
                                      <p:tavLst>
                                        <p:tav tm="0">
                                          <p:val>
                                            <p:fltVal val="0"/>
                                          </p:val>
                                        </p:tav>
                                        <p:tav tm="100000">
                                          <p:val>
                                            <p:strVal val="#ppt_w"/>
                                          </p:val>
                                        </p:tav>
                                      </p:tavLst>
                                    </p:anim>
                                    <p:anim calcmode="lin" valueType="num">
                                      <p:cBhvr>
                                        <p:cTn id="8" dur="500" fill="hold"/>
                                        <p:tgtEl>
                                          <p:spTgt spid="116"/>
                                        </p:tgtEl>
                                        <p:attrNameLst>
                                          <p:attrName>ppt_h</p:attrName>
                                        </p:attrNameLst>
                                      </p:cBhvr>
                                      <p:tavLst>
                                        <p:tav tm="0">
                                          <p:val>
                                            <p:fltVal val="0"/>
                                          </p:val>
                                        </p:tav>
                                        <p:tav tm="100000">
                                          <p:val>
                                            <p:strVal val="#ppt_h"/>
                                          </p:val>
                                        </p:tav>
                                      </p:tavLst>
                                    </p:anim>
                                    <p:animEffect transition="in" filter="fade">
                                      <p:cBhvr>
                                        <p:cTn id="9" dur="500"/>
                                        <p:tgtEl>
                                          <p:spTgt spid="116"/>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15"/>
                                        </p:tgtEl>
                                        <p:attrNameLst>
                                          <p:attrName>style.visibility</p:attrName>
                                        </p:attrNameLst>
                                      </p:cBhvr>
                                      <p:to>
                                        <p:strVal val="visible"/>
                                      </p:to>
                                    </p:set>
                                    <p:animEffect transition="in" filter="fade">
                                      <p:cBhvr>
                                        <p:cTn id="13" dur="500"/>
                                        <p:tgtEl>
                                          <p:spTgt spid="115"/>
                                        </p:tgtEl>
                                      </p:cBhvr>
                                    </p:animEffect>
                                  </p:childTnLst>
                                </p:cTn>
                              </p:par>
                              <p:par>
                                <p:cTn id="14" presetID="12" presetClass="entr" presetSubtype="2" fill="hold" nodeType="withEffect">
                                  <p:stCondLst>
                                    <p:cond delay="0"/>
                                  </p:stCondLst>
                                  <p:childTnLst>
                                    <p:set>
                                      <p:cBhvr>
                                        <p:cTn id="15" dur="1" fill="hold">
                                          <p:stCondLst>
                                            <p:cond delay="0"/>
                                          </p:stCondLst>
                                        </p:cTn>
                                        <p:tgtEl>
                                          <p:spTgt spid="117"/>
                                        </p:tgtEl>
                                        <p:attrNameLst>
                                          <p:attrName>style.visibility</p:attrName>
                                        </p:attrNameLst>
                                      </p:cBhvr>
                                      <p:to>
                                        <p:strVal val="visible"/>
                                      </p:to>
                                    </p:set>
                                    <p:animEffect transition="in" filter="slide(fromRight)">
                                      <p:cBhvr>
                                        <p:cTn id="16" dur="500"/>
                                        <p:tgtEl>
                                          <p:spTgt spid="117"/>
                                        </p:tgtEl>
                                      </p:cBhvr>
                                    </p:animEffect>
                                  </p:childTnLst>
                                </p:cTn>
                              </p:par>
                              <p:par>
                                <p:cTn id="17" presetID="2" presetClass="entr" presetSubtype="8" accel="50000" decel="50000" fill="hold" grpId="0" nodeType="withEffect">
                                  <p:stCondLst>
                                    <p:cond delay="0"/>
                                  </p:stCondLst>
                                  <p:childTnLst>
                                    <p:set>
                                      <p:cBhvr>
                                        <p:cTn id="18" dur="1" fill="hold">
                                          <p:stCondLst>
                                            <p:cond delay="0"/>
                                          </p:stCondLst>
                                        </p:cTn>
                                        <p:tgtEl>
                                          <p:spTgt spid="135"/>
                                        </p:tgtEl>
                                        <p:attrNameLst>
                                          <p:attrName>style.visibility</p:attrName>
                                        </p:attrNameLst>
                                      </p:cBhvr>
                                      <p:to>
                                        <p:strVal val="visible"/>
                                      </p:to>
                                    </p:set>
                                    <p:anim calcmode="lin" valueType="num">
                                      <p:cBhvr additive="base">
                                        <p:cTn id="19" dur="500" fill="hold"/>
                                        <p:tgtEl>
                                          <p:spTgt spid="135"/>
                                        </p:tgtEl>
                                        <p:attrNameLst>
                                          <p:attrName>ppt_x</p:attrName>
                                        </p:attrNameLst>
                                      </p:cBhvr>
                                      <p:tavLst>
                                        <p:tav tm="0">
                                          <p:val>
                                            <p:strVal val="0-#ppt_w/2"/>
                                          </p:val>
                                        </p:tav>
                                        <p:tav tm="100000">
                                          <p:val>
                                            <p:strVal val="#ppt_x"/>
                                          </p:val>
                                        </p:tav>
                                      </p:tavLst>
                                    </p:anim>
                                    <p:anim calcmode="lin" valueType="num">
                                      <p:cBhvr additive="base">
                                        <p:cTn id="20" dur="500" fill="hold"/>
                                        <p:tgtEl>
                                          <p:spTgt spid="135"/>
                                        </p:tgtEl>
                                        <p:attrNameLst>
                                          <p:attrName>ppt_y</p:attrName>
                                        </p:attrNameLst>
                                      </p:cBhvr>
                                      <p:tavLst>
                                        <p:tav tm="0">
                                          <p:val>
                                            <p:strVal val="#ppt_y"/>
                                          </p:val>
                                        </p:tav>
                                        <p:tav tm="100000">
                                          <p:val>
                                            <p:strVal val="#ppt_y"/>
                                          </p:val>
                                        </p:tav>
                                      </p:tavLst>
                                    </p:anim>
                                  </p:childTnLst>
                                </p:cTn>
                              </p:par>
                            </p:childTnLst>
                          </p:cTn>
                        </p:par>
                        <p:par>
                          <p:cTn id="21" fill="hold">
                            <p:stCondLst>
                              <p:cond delay="1000"/>
                            </p:stCondLst>
                            <p:childTnLst>
                              <p:par>
                                <p:cTn id="22" presetID="18" presetClass="entr" presetSubtype="6" fill="hold" nodeType="afterEffect">
                                  <p:stCondLst>
                                    <p:cond delay="0"/>
                                  </p:stCondLst>
                                  <p:childTnLst>
                                    <p:set>
                                      <p:cBhvr>
                                        <p:cTn id="23" dur="1" fill="hold">
                                          <p:stCondLst>
                                            <p:cond delay="0"/>
                                          </p:stCondLst>
                                        </p:cTn>
                                        <p:tgtEl>
                                          <p:spTgt spid="109"/>
                                        </p:tgtEl>
                                        <p:attrNameLst>
                                          <p:attrName>style.visibility</p:attrName>
                                        </p:attrNameLst>
                                      </p:cBhvr>
                                      <p:to>
                                        <p:strVal val="visible"/>
                                      </p:to>
                                    </p:set>
                                    <p:animEffect transition="in" filter="strips(downRight)">
                                      <p:cBhvr>
                                        <p:cTn id="24" dur="500"/>
                                        <p:tgtEl>
                                          <p:spTgt spid="109"/>
                                        </p:tgtEl>
                                      </p:cBhvr>
                                    </p:animEffect>
                                  </p:childTnLst>
                                </p:cTn>
                              </p:par>
                            </p:childTnLst>
                          </p:cTn>
                        </p:par>
                        <p:par>
                          <p:cTn id="25" fill="hold">
                            <p:stCondLst>
                              <p:cond delay="1500"/>
                            </p:stCondLst>
                            <p:childTnLst>
                              <p:par>
                                <p:cTn id="26" presetID="53" presetClass="entr" presetSubtype="0" fill="hold" grpId="0" nodeType="afterEffect">
                                  <p:stCondLst>
                                    <p:cond delay="0"/>
                                  </p:stCondLst>
                                  <p:childTnLst>
                                    <p:set>
                                      <p:cBhvr>
                                        <p:cTn id="27" dur="1" fill="hold">
                                          <p:stCondLst>
                                            <p:cond delay="0"/>
                                          </p:stCondLst>
                                        </p:cTn>
                                        <p:tgtEl>
                                          <p:spTgt spid="93"/>
                                        </p:tgtEl>
                                        <p:attrNameLst>
                                          <p:attrName>style.visibility</p:attrName>
                                        </p:attrNameLst>
                                      </p:cBhvr>
                                      <p:to>
                                        <p:strVal val="visible"/>
                                      </p:to>
                                    </p:set>
                                    <p:anim calcmode="lin" valueType="num">
                                      <p:cBhvr>
                                        <p:cTn id="28" dur="500" fill="hold"/>
                                        <p:tgtEl>
                                          <p:spTgt spid="93"/>
                                        </p:tgtEl>
                                        <p:attrNameLst>
                                          <p:attrName>ppt_w</p:attrName>
                                        </p:attrNameLst>
                                      </p:cBhvr>
                                      <p:tavLst>
                                        <p:tav tm="0">
                                          <p:val>
                                            <p:fltVal val="0"/>
                                          </p:val>
                                        </p:tav>
                                        <p:tav tm="100000">
                                          <p:val>
                                            <p:strVal val="#ppt_w"/>
                                          </p:val>
                                        </p:tav>
                                      </p:tavLst>
                                    </p:anim>
                                    <p:anim calcmode="lin" valueType="num">
                                      <p:cBhvr>
                                        <p:cTn id="29" dur="500" fill="hold"/>
                                        <p:tgtEl>
                                          <p:spTgt spid="93"/>
                                        </p:tgtEl>
                                        <p:attrNameLst>
                                          <p:attrName>ppt_h</p:attrName>
                                        </p:attrNameLst>
                                      </p:cBhvr>
                                      <p:tavLst>
                                        <p:tav tm="0">
                                          <p:val>
                                            <p:fltVal val="0"/>
                                          </p:val>
                                        </p:tav>
                                        <p:tav tm="100000">
                                          <p:val>
                                            <p:strVal val="#ppt_h"/>
                                          </p:val>
                                        </p:tav>
                                      </p:tavLst>
                                    </p:anim>
                                    <p:animEffect transition="in" filter="fade">
                                      <p:cBhvr>
                                        <p:cTn id="30" dur="500"/>
                                        <p:tgtEl>
                                          <p:spTgt spid="93"/>
                                        </p:tgtEl>
                                      </p:cBhvr>
                                    </p:animEffect>
                                  </p:childTnLst>
                                </p:cTn>
                              </p:par>
                            </p:childTnLst>
                          </p:cTn>
                        </p:par>
                        <p:par>
                          <p:cTn id="31" fill="hold">
                            <p:stCondLst>
                              <p:cond delay="2000"/>
                            </p:stCondLst>
                            <p:childTnLst>
                              <p:par>
                                <p:cTn id="32" presetID="10" presetClass="entr" presetSubtype="0" fill="hold" grpId="0" nodeType="afterEffect">
                                  <p:stCondLst>
                                    <p:cond delay="0"/>
                                  </p:stCondLst>
                                  <p:childTnLst>
                                    <p:set>
                                      <p:cBhvr>
                                        <p:cTn id="33" dur="1" fill="hold">
                                          <p:stCondLst>
                                            <p:cond delay="0"/>
                                          </p:stCondLst>
                                        </p:cTn>
                                        <p:tgtEl>
                                          <p:spTgt spid="92"/>
                                        </p:tgtEl>
                                        <p:attrNameLst>
                                          <p:attrName>style.visibility</p:attrName>
                                        </p:attrNameLst>
                                      </p:cBhvr>
                                      <p:to>
                                        <p:strVal val="visible"/>
                                      </p:to>
                                    </p:set>
                                    <p:animEffect transition="in" filter="fade">
                                      <p:cBhvr>
                                        <p:cTn id="34" dur="500"/>
                                        <p:tgtEl>
                                          <p:spTgt spid="92"/>
                                        </p:tgtEl>
                                      </p:cBhvr>
                                    </p:animEffect>
                                  </p:childTnLst>
                                </p:cTn>
                              </p:par>
                              <p:par>
                                <p:cTn id="35" presetID="12" presetClass="entr" presetSubtype="8" fill="hold" nodeType="withEffect">
                                  <p:stCondLst>
                                    <p:cond delay="0"/>
                                  </p:stCondLst>
                                  <p:childTnLst>
                                    <p:set>
                                      <p:cBhvr>
                                        <p:cTn id="36" dur="1" fill="hold">
                                          <p:stCondLst>
                                            <p:cond delay="0"/>
                                          </p:stCondLst>
                                        </p:cTn>
                                        <p:tgtEl>
                                          <p:spTgt spid="94"/>
                                        </p:tgtEl>
                                        <p:attrNameLst>
                                          <p:attrName>style.visibility</p:attrName>
                                        </p:attrNameLst>
                                      </p:cBhvr>
                                      <p:to>
                                        <p:strVal val="visible"/>
                                      </p:to>
                                    </p:set>
                                    <p:animEffect transition="in" filter="slide(fromLeft)">
                                      <p:cBhvr>
                                        <p:cTn id="37" dur="500"/>
                                        <p:tgtEl>
                                          <p:spTgt spid="94"/>
                                        </p:tgtEl>
                                      </p:cBhvr>
                                    </p:animEffect>
                                  </p:childTnLst>
                                </p:cTn>
                              </p:par>
                              <p:par>
                                <p:cTn id="38" presetID="2" presetClass="entr" presetSubtype="2" accel="50000" decel="50000" fill="hold" grpId="0" nodeType="withEffect">
                                  <p:stCondLst>
                                    <p:cond delay="0"/>
                                  </p:stCondLst>
                                  <p:childTnLst>
                                    <p:set>
                                      <p:cBhvr>
                                        <p:cTn id="39" dur="1" fill="hold">
                                          <p:stCondLst>
                                            <p:cond delay="0"/>
                                          </p:stCondLst>
                                        </p:cTn>
                                        <p:tgtEl>
                                          <p:spTgt spid="138"/>
                                        </p:tgtEl>
                                        <p:attrNameLst>
                                          <p:attrName>style.visibility</p:attrName>
                                        </p:attrNameLst>
                                      </p:cBhvr>
                                      <p:to>
                                        <p:strVal val="visible"/>
                                      </p:to>
                                    </p:set>
                                    <p:anim calcmode="lin" valueType="num">
                                      <p:cBhvr additive="base">
                                        <p:cTn id="40" dur="500" fill="hold"/>
                                        <p:tgtEl>
                                          <p:spTgt spid="138"/>
                                        </p:tgtEl>
                                        <p:attrNameLst>
                                          <p:attrName>ppt_x</p:attrName>
                                        </p:attrNameLst>
                                      </p:cBhvr>
                                      <p:tavLst>
                                        <p:tav tm="0">
                                          <p:val>
                                            <p:strVal val="1+#ppt_w/2"/>
                                          </p:val>
                                        </p:tav>
                                        <p:tav tm="100000">
                                          <p:val>
                                            <p:strVal val="#ppt_x"/>
                                          </p:val>
                                        </p:tav>
                                      </p:tavLst>
                                    </p:anim>
                                    <p:anim calcmode="lin" valueType="num">
                                      <p:cBhvr additive="base">
                                        <p:cTn id="41" dur="500" fill="hold"/>
                                        <p:tgtEl>
                                          <p:spTgt spid="138"/>
                                        </p:tgtEl>
                                        <p:attrNameLst>
                                          <p:attrName>ppt_y</p:attrName>
                                        </p:attrNameLst>
                                      </p:cBhvr>
                                      <p:tavLst>
                                        <p:tav tm="0">
                                          <p:val>
                                            <p:strVal val="#ppt_y"/>
                                          </p:val>
                                        </p:tav>
                                        <p:tav tm="100000">
                                          <p:val>
                                            <p:strVal val="#ppt_y"/>
                                          </p:val>
                                        </p:tav>
                                      </p:tavLst>
                                    </p:anim>
                                  </p:childTnLst>
                                </p:cTn>
                              </p:par>
                            </p:childTnLst>
                          </p:cTn>
                        </p:par>
                        <p:par>
                          <p:cTn id="42" fill="hold">
                            <p:stCondLst>
                              <p:cond delay="2500"/>
                            </p:stCondLst>
                            <p:childTnLst>
                              <p:par>
                                <p:cTn id="43" presetID="18" presetClass="entr" presetSubtype="12" fill="hold" nodeType="afterEffect">
                                  <p:stCondLst>
                                    <p:cond delay="0"/>
                                  </p:stCondLst>
                                  <p:childTnLst>
                                    <p:set>
                                      <p:cBhvr>
                                        <p:cTn id="44" dur="1" fill="hold">
                                          <p:stCondLst>
                                            <p:cond delay="0"/>
                                          </p:stCondLst>
                                        </p:cTn>
                                        <p:tgtEl>
                                          <p:spTgt spid="111"/>
                                        </p:tgtEl>
                                        <p:attrNameLst>
                                          <p:attrName>style.visibility</p:attrName>
                                        </p:attrNameLst>
                                      </p:cBhvr>
                                      <p:to>
                                        <p:strVal val="visible"/>
                                      </p:to>
                                    </p:set>
                                    <p:animEffect transition="in" filter="strips(downLeft)">
                                      <p:cBhvr>
                                        <p:cTn id="45" dur="500"/>
                                        <p:tgtEl>
                                          <p:spTgt spid="111"/>
                                        </p:tgtEl>
                                      </p:cBhvr>
                                    </p:animEffect>
                                  </p:childTnLst>
                                </p:cTn>
                              </p:par>
                            </p:childTnLst>
                          </p:cTn>
                        </p:par>
                        <p:par>
                          <p:cTn id="46" fill="hold">
                            <p:stCondLst>
                              <p:cond delay="3000"/>
                            </p:stCondLst>
                            <p:childTnLst>
                              <p:par>
                                <p:cTn id="47" presetID="53" presetClass="entr" presetSubtype="0" fill="hold" grpId="0" nodeType="afterEffect">
                                  <p:stCondLst>
                                    <p:cond delay="0"/>
                                  </p:stCondLst>
                                  <p:childTnLst>
                                    <p:set>
                                      <p:cBhvr>
                                        <p:cTn id="48" dur="1" fill="hold">
                                          <p:stCondLst>
                                            <p:cond delay="0"/>
                                          </p:stCondLst>
                                        </p:cTn>
                                        <p:tgtEl>
                                          <p:spTgt spid="123"/>
                                        </p:tgtEl>
                                        <p:attrNameLst>
                                          <p:attrName>style.visibility</p:attrName>
                                        </p:attrNameLst>
                                      </p:cBhvr>
                                      <p:to>
                                        <p:strVal val="visible"/>
                                      </p:to>
                                    </p:set>
                                    <p:anim calcmode="lin" valueType="num">
                                      <p:cBhvr>
                                        <p:cTn id="49" dur="500" fill="hold"/>
                                        <p:tgtEl>
                                          <p:spTgt spid="123"/>
                                        </p:tgtEl>
                                        <p:attrNameLst>
                                          <p:attrName>ppt_w</p:attrName>
                                        </p:attrNameLst>
                                      </p:cBhvr>
                                      <p:tavLst>
                                        <p:tav tm="0">
                                          <p:val>
                                            <p:fltVal val="0"/>
                                          </p:val>
                                        </p:tav>
                                        <p:tav tm="100000">
                                          <p:val>
                                            <p:strVal val="#ppt_w"/>
                                          </p:val>
                                        </p:tav>
                                      </p:tavLst>
                                    </p:anim>
                                    <p:anim calcmode="lin" valueType="num">
                                      <p:cBhvr>
                                        <p:cTn id="50" dur="500" fill="hold"/>
                                        <p:tgtEl>
                                          <p:spTgt spid="123"/>
                                        </p:tgtEl>
                                        <p:attrNameLst>
                                          <p:attrName>ppt_h</p:attrName>
                                        </p:attrNameLst>
                                      </p:cBhvr>
                                      <p:tavLst>
                                        <p:tav tm="0">
                                          <p:val>
                                            <p:fltVal val="0"/>
                                          </p:val>
                                        </p:tav>
                                        <p:tav tm="100000">
                                          <p:val>
                                            <p:strVal val="#ppt_h"/>
                                          </p:val>
                                        </p:tav>
                                      </p:tavLst>
                                    </p:anim>
                                    <p:animEffect transition="in" filter="fade">
                                      <p:cBhvr>
                                        <p:cTn id="51" dur="500"/>
                                        <p:tgtEl>
                                          <p:spTgt spid="123"/>
                                        </p:tgtEl>
                                      </p:cBhvr>
                                    </p:animEffect>
                                  </p:childTnLst>
                                </p:cTn>
                              </p:par>
                            </p:childTnLst>
                          </p:cTn>
                        </p:par>
                        <p:par>
                          <p:cTn id="52" fill="hold">
                            <p:stCondLst>
                              <p:cond delay="3500"/>
                            </p:stCondLst>
                            <p:childTnLst>
                              <p:par>
                                <p:cTn id="53" presetID="10" presetClass="entr" presetSubtype="0" fill="hold" grpId="0" nodeType="afterEffect">
                                  <p:stCondLst>
                                    <p:cond delay="0"/>
                                  </p:stCondLst>
                                  <p:childTnLst>
                                    <p:set>
                                      <p:cBhvr>
                                        <p:cTn id="54" dur="1" fill="hold">
                                          <p:stCondLst>
                                            <p:cond delay="0"/>
                                          </p:stCondLst>
                                        </p:cTn>
                                        <p:tgtEl>
                                          <p:spTgt spid="122"/>
                                        </p:tgtEl>
                                        <p:attrNameLst>
                                          <p:attrName>style.visibility</p:attrName>
                                        </p:attrNameLst>
                                      </p:cBhvr>
                                      <p:to>
                                        <p:strVal val="visible"/>
                                      </p:to>
                                    </p:set>
                                    <p:animEffect transition="in" filter="fade">
                                      <p:cBhvr>
                                        <p:cTn id="55" dur="500"/>
                                        <p:tgtEl>
                                          <p:spTgt spid="122"/>
                                        </p:tgtEl>
                                      </p:cBhvr>
                                    </p:animEffect>
                                  </p:childTnLst>
                                </p:cTn>
                              </p:par>
                              <p:par>
                                <p:cTn id="56" presetID="12" presetClass="entr" presetSubtype="2" fill="hold" nodeType="withEffect">
                                  <p:stCondLst>
                                    <p:cond delay="0"/>
                                  </p:stCondLst>
                                  <p:childTnLst>
                                    <p:set>
                                      <p:cBhvr>
                                        <p:cTn id="57" dur="1" fill="hold">
                                          <p:stCondLst>
                                            <p:cond delay="0"/>
                                          </p:stCondLst>
                                        </p:cTn>
                                        <p:tgtEl>
                                          <p:spTgt spid="124"/>
                                        </p:tgtEl>
                                        <p:attrNameLst>
                                          <p:attrName>style.visibility</p:attrName>
                                        </p:attrNameLst>
                                      </p:cBhvr>
                                      <p:to>
                                        <p:strVal val="visible"/>
                                      </p:to>
                                    </p:set>
                                    <p:animEffect transition="in" filter="slide(fromRight)">
                                      <p:cBhvr>
                                        <p:cTn id="58" dur="500"/>
                                        <p:tgtEl>
                                          <p:spTgt spid="124"/>
                                        </p:tgtEl>
                                      </p:cBhvr>
                                    </p:animEffect>
                                  </p:childTnLst>
                                </p:cTn>
                              </p:par>
                              <p:par>
                                <p:cTn id="59" presetID="2" presetClass="entr" presetSubtype="8" accel="50000" decel="50000" fill="hold" grpId="0" nodeType="withEffect">
                                  <p:stCondLst>
                                    <p:cond delay="0"/>
                                  </p:stCondLst>
                                  <p:childTnLst>
                                    <p:set>
                                      <p:cBhvr>
                                        <p:cTn id="60" dur="1" fill="hold">
                                          <p:stCondLst>
                                            <p:cond delay="0"/>
                                          </p:stCondLst>
                                        </p:cTn>
                                        <p:tgtEl>
                                          <p:spTgt spid="136"/>
                                        </p:tgtEl>
                                        <p:attrNameLst>
                                          <p:attrName>style.visibility</p:attrName>
                                        </p:attrNameLst>
                                      </p:cBhvr>
                                      <p:to>
                                        <p:strVal val="visible"/>
                                      </p:to>
                                    </p:set>
                                    <p:anim calcmode="lin" valueType="num">
                                      <p:cBhvr additive="base">
                                        <p:cTn id="61" dur="500" fill="hold"/>
                                        <p:tgtEl>
                                          <p:spTgt spid="136"/>
                                        </p:tgtEl>
                                        <p:attrNameLst>
                                          <p:attrName>ppt_x</p:attrName>
                                        </p:attrNameLst>
                                      </p:cBhvr>
                                      <p:tavLst>
                                        <p:tav tm="0">
                                          <p:val>
                                            <p:strVal val="0-#ppt_w/2"/>
                                          </p:val>
                                        </p:tav>
                                        <p:tav tm="100000">
                                          <p:val>
                                            <p:strVal val="#ppt_x"/>
                                          </p:val>
                                        </p:tav>
                                      </p:tavLst>
                                    </p:anim>
                                    <p:anim calcmode="lin" valueType="num">
                                      <p:cBhvr additive="base">
                                        <p:cTn id="62" dur="500" fill="hold"/>
                                        <p:tgtEl>
                                          <p:spTgt spid="1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animBg="1"/>
      <p:bldP spid="93" grpId="0" animBg="1"/>
      <p:bldP spid="115" grpId="0" animBg="1"/>
      <p:bldP spid="116" grpId="0" animBg="1"/>
      <p:bldP spid="122" grpId="0" animBg="1"/>
      <p:bldP spid="123" grpId="0" animBg="1"/>
      <p:bldP spid="135" grpId="0"/>
      <p:bldP spid="136" grpId="0"/>
      <p:bldP spid="138" grpId="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08912" y="566873"/>
            <a:ext cx="9652000" cy="471365"/>
          </a:xfrm>
        </p:spPr>
        <p:txBody>
          <a:bodyPr/>
          <a:lstStyle/>
          <a:p>
            <a:pPr algn="r" rtl="1"/>
            <a:r>
              <a:rPr lang="ar-SA" u="sng" dirty="0" smtClean="0">
                <a:solidFill>
                  <a:srgbClr val="00B0F0"/>
                </a:solidFill>
              </a:rPr>
              <a:t>ج</a:t>
            </a:r>
            <a:r>
              <a:rPr lang="el-GR" u="sng" dirty="0" smtClean="0">
                <a:solidFill>
                  <a:srgbClr val="00B0F0"/>
                </a:solidFill>
              </a:rPr>
              <a:t> </a:t>
            </a:r>
            <a:r>
              <a:rPr lang="ar-SA" u="sng" dirty="0" smtClean="0">
                <a:solidFill>
                  <a:srgbClr val="00B0F0"/>
                </a:solidFill>
              </a:rPr>
              <a:t>- </a:t>
            </a:r>
            <a:r>
              <a:rPr lang="ar-SA" u="sng" dirty="0">
                <a:solidFill>
                  <a:srgbClr val="00B0F0"/>
                </a:solidFill>
              </a:rPr>
              <a:t>فوائد استخدام اللوحة التفاعلية في التعليم </a:t>
            </a:r>
            <a:endParaRPr lang="en-US" u="sng" dirty="0">
              <a:solidFill>
                <a:srgbClr val="00B0F0"/>
              </a:solidFill>
            </a:endParaRPr>
          </a:p>
        </p:txBody>
      </p:sp>
      <p:sp>
        <p:nvSpPr>
          <p:cNvPr id="99" name="Isosceles Triangle 98"/>
          <p:cNvSpPr/>
          <p:nvPr/>
        </p:nvSpPr>
        <p:spPr>
          <a:xfrm rot="3600000" flipH="1">
            <a:off x="7855573" y="3957280"/>
            <a:ext cx="462953" cy="399099"/>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00" name="Donut 99"/>
          <p:cNvSpPr/>
          <p:nvPr/>
        </p:nvSpPr>
        <p:spPr>
          <a:xfrm flipH="1">
            <a:off x="7035502" y="3272132"/>
            <a:ext cx="1369319" cy="1369319"/>
          </a:xfrm>
          <a:prstGeom prst="donut">
            <a:avLst>
              <a:gd name="adj" fmla="val 19079"/>
            </a:avLst>
          </a:prstGeom>
          <a:solidFill>
            <a:schemeClr val="tx2">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262626"/>
              </a:solidFill>
            </a:endParaRPr>
          </a:p>
        </p:txBody>
      </p:sp>
      <p:grpSp>
        <p:nvGrpSpPr>
          <p:cNvPr id="101" name="Group 100"/>
          <p:cNvGrpSpPr/>
          <p:nvPr/>
        </p:nvGrpSpPr>
        <p:grpSpPr>
          <a:xfrm flipH="1">
            <a:off x="7798500" y="3643472"/>
            <a:ext cx="1671033" cy="423563"/>
            <a:chOff x="1793075" y="1466851"/>
            <a:chExt cx="1371600" cy="347664"/>
          </a:xfrm>
        </p:grpSpPr>
        <p:sp>
          <p:nvSpPr>
            <p:cNvPr id="102" name="Round Same Side Corner Rectangle 101"/>
            <p:cNvSpPr/>
            <p:nvPr/>
          </p:nvSpPr>
          <p:spPr>
            <a:xfrm rot="16200000">
              <a:off x="2305043" y="954883"/>
              <a:ext cx="347664" cy="1371600"/>
            </a:xfrm>
            <a:prstGeom prst="round2Same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03" name="Text Placeholder 3"/>
            <p:cNvSpPr txBox="1">
              <a:spLocks/>
            </p:cNvSpPr>
            <p:nvPr/>
          </p:nvSpPr>
          <p:spPr>
            <a:xfrm>
              <a:off x="1852137" y="1489107"/>
              <a:ext cx="281573" cy="303151"/>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spcBef>
                  <a:spcPct val="20000"/>
                </a:spcBef>
                <a:spcAft>
                  <a:spcPts val="0"/>
                </a:spcAft>
                <a:defRPr/>
              </a:pPr>
              <a:r>
                <a:rPr lang="ar-SY" sz="2400" dirty="0" smtClean="0">
                  <a:solidFill>
                    <a:srgbClr val="BE382C">
                      <a:lumMod val="50000"/>
                    </a:srgbClr>
                  </a:solidFill>
                  <a:latin typeface="Roboto Condensed"/>
                  <a:cs typeface="+mn-cs"/>
                </a:rPr>
                <a:t>0</a:t>
              </a:r>
              <a:r>
                <a:rPr lang="el-GR" sz="2400" dirty="0" smtClean="0">
                  <a:solidFill>
                    <a:srgbClr val="BE382C">
                      <a:lumMod val="50000"/>
                    </a:srgbClr>
                  </a:solidFill>
                  <a:latin typeface="Roboto Condensed"/>
                  <a:cs typeface="+mn-cs"/>
                </a:rPr>
                <a:t>5</a:t>
              </a:r>
              <a:endParaRPr lang="en-US" sz="2400" dirty="0">
                <a:solidFill>
                  <a:srgbClr val="BE382C">
                    <a:lumMod val="50000"/>
                  </a:srgbClr>
                </a:solidFill>
                <a:latin typeface="Roboto Condensed"/>
                <a:cs typeface="+mn-cs"/>
              </a:endParaRPr>
            </a:p>
          </p:txBody>
        </p:sp>
      </p:grpSp>
      <p:cxnSp>
        <p:nvCxnSpPr>
          <p:cNvPr id="112" name="Straight Connector 111"/>
          <p:cNvCxnSpPr/>
          <p:nvPr/>
        </p:nvCxnSpPr>
        <p:spPr>
          <a:xfrm rot="10800000" flipV="1">
            <a:off x="5735022" y="4125588"/>
            <a:ext cx="1320800" cy="684660"/>
          </a:xfrm>
          <a:prstGeom prst="line">
            <a:avLst/>
          </a:prstGeom>
          <a:ln w="1905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5735022" y="3105319"/>
            <a:ext cx="1320800" cy="684659"/>
          </a:xfrm>
          <a:prstGeom prst="line">
            <a:avLst/>
          </a:prstGeom>
          <a:ln w="1905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22" name="Isosceles Triangle 121"/>
          <p:cNvSpPr/>
          <p:nvPr/>
        </p:nvSpPr>
        <p:spPr>
          <a:xfrm rot="18000000">
            <a:off x="4492637" y="3055010"/>
            <a:ext cx="462953" cy="399099"/>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23" name="Donut 122"/>
          <p:cNvSpPr/>
          <p:nvPr/>
        </p:nvSpPr>
        <p:spPr>
          <a:xfrm>
            <a:off x="4406344" y="2369861"/>
            <a:ext cx="1369319" cy="1369319"/>
          </a:xfrm>
          <a:prstGeom prst="donut">
            <a:avLst>
              <a:gd name="adj" fmla="val 19079"/>
            </a:avLst>
          </a:prstGeom>
          <a:solidFill>
            <a:schemeClr val="tx2">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262626"/>
              </a:solidFill>
            </a:endParaRPr>
          </a:p>
        </p:txBody>
      </p:sp>
      <p:grpSp>
        <p:nvGrpSpPr>
          <p:cNvPr id="124" name="Group 79"/>
          <p:cNvGrpSpPr/>
          <p:nvPr/>
        </p:nvGrpSpPr>
        <p:grpSpPr>
          <a:xfrm>
            <a:off x="3341637" y="2741202"/>
            <a:ext cx="1671033" cy="423563"/>
            <a:chOff x="1793079" y="1466851"/>
            <a:chExt cx="1371600" cy="347664"/>
          </a:xfrm>
        </p:grpSpPr>
        <p:sp>
          <p:nvSpPr>
            <p:cNvPr id="125" name="Round Same Side Corner Rectangle 124"/>
            <p:cNvSpPr/>
            <p:nvPr/>
          </p:nvSpPr>
          <p:spPr>
            <a:xfrm rot="16200000">
              <a:off x="2305047" y="954883"/>
              <a:ext cx="347664" cy="1371600"/>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26" name="Text Placeholder 3"/>
            <p:cNvSpPr txBox="1">
              <a:spLocks/>
            </p:cNvSpPr>
            <p:nvPr/>
          </p:nvSpPr>
          <p:spPr>
            <a:xfrm>
              <a:off x="1873779" y="1489107"/>
              <a:ext cx="281573" cy="303151"/>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spcBef>
                  <a:spcPct val="20000"/>
                </a:spcBef>
                <a:spcAft>
                  <a:spcPts val="0"/>
                </a:spcAft>
                <a:defRPr/>
              </a:pPr>
              <a:r>
                <a:rPr lang="ar-SY" sz="2400" dirty="0" smtClean="0">
                  <a:solidFill>
                    <a:srgbClr val="15AA96">
                      <a:lumMod val="50000"/>
                    </a:srgbClr>
                  </a:solidFill>
                  <a:latin typeface="Roboto Condensed"/>
                  <a:cs typeface="+mn-cs"/>
                </a:rPr>
                <a:t>0</a:t>
              </a:r>
              <a:r>
                <a:rPr lang="el-GR" sz="2400" dirty="0" smtClean="0">
                  <a:solidFill>
                    <a:srgbClr val="15AA96">
                      <a:lumMod val="50000"/>
                    </a:srgbClr>
                  </a:solidFill>
                  <a:latin typeface="Roboto Condensed"/>
                  <a:cs typeface="+mn-cs"/>
                </a:rPr>
                <a:t>4</a:t>
              </a:r>
              <a:endParaRPr lang="en-US" sz="2400" dirty="0">
                <a:solidFill>
                  <a:srgbClr val="15AA96">
                    <a:lumMod val="50000"/>
                  </a:srgbClr>
                </a:solidFill>
                <a:latin typeface="Roboto Condensed"/>
                <a:cs typeface="+mn-cs"/>
              </a:endParaRPr>
            </a:p>
          </p:txBody>
        </p:sp>
      </p:grpSp>
      <p:sp>
        <p:nvSpPr>
          <p:cNvPr id="129" name="Isosceles Triangle 128"/>
          <p:cNvSpPr/>
          <p:nvPr/>
        </p:nvSpPr>
        <p:spPr>
          <a:xfrm rot="18000000">
            <a:off x="4492637" y="4961150"/>
            <a:ext cx="462953" cy="399099"/>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30" name="Donut 129"/>
          <p:cNvSpPr/>
          <p:nvPr/>
        </p:nvSpPr>
        <p:spPr>
          <a:xfrm>
            <a:off x="4406344" y="4276001"/>
            <a:ext cx="1369319" cy="1369319"/>
          </a:xfrm>
          <a:prstGeom prst="donut">
            <a:avLst>
              <a:gd name="adj" fmla="val 19079"/>
            </a:avLst>
          </a:prstGeom>
          <a:solidFill>
            <a:schemeClr val="tx2">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262626"/>
              </a:solidFill>
            </a:endParaRPr>
          </a:p>
        </p:txBody>
      </p:sp>
      <p:grpSp>
        <p:nvGrpSpPr>
          <p:cNvPr id="131" name="Group 86"/>
          <p:cNvGrpSpPr/>
          <p:nvPr/>
        </p:nvGrpSpPr>
        <p:grpSpPr>
          <a:xfrm>
            <a:off x="3341637" y="4647342"/>
            <a:ext cx="1671033" cy="423563"/>
            <a:chOff x="1793079" y="1466851"/>
            <a:chExt cx="1371600" cy="347664"/>
          </a:xfrm>
        </p:grpSpPr>
        <p:sp>
          <p:nvSpPr>
            <p:cNvPr id="132" name="Round Same Side Corner Rectangle 131"/>
            <p:cNvSpPr/>
            <p:nvPr/>
          </p:nvSpPr>
          <p:spPr>
            <a:xfrm rot="16200000">
              <a:off x="2305047" y="954883"/>
              <a:ext cx="347664" cy="13716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133" name="Text Placeholder 3"/>
            <p:cNvSpPr txBox="1">
              <a:spLocks/>
            </p:cNvSpPr>
            <p:nvPr/>
          </p:nvSpPr>
          <p:spPr>
            <a:xfrm>
              <a:off x="1873779" y="1489107"/>
              <a:ext cx="281573" cy="303151"/>
            </a:xfrm>
            <a:prstGeom prst="rect">
              <a:avLst/>
            </a:prstGeom>
          </p:spPr>
          <p:txBody>
            <a:bodyPr wrap="non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spcBef>
                  <a:spcPct val="20000"/>
                </a:spcBef>
                <a:spcAft>
                  <a:spcPts val="0"/>
                </a:spcAft>
                <a:defRPr/>
              </a:pPr>
              <a:r>
                <a:rPr lang="ar-SY" sz="2400" dirty="0" smtClean="0">
                  <a:solidFill>
                    <a:srgbClr val="9BB955">
                      <a:lumMod val="50000"/>
                    </a:srgbClr>
                  </a:solidFill>
                  <a:latin typeface="Roboto Condensed"/>
                  <a:cs typeface="+mn-cs"/>
                </a:rPr>
                <a:t>0</a:t>
              </a:r>
              <a:r>
                <a:rPr lang="el-GR" sz="2400" dirty="0" smtClean="0">
                  <a:solidFill>
                    <a:srgbClr val="9BB955">
                      <a:lumMod val="50000"/>
                    </a:srgbClr>
                  </a:solidFill>
                  <a:latin typeface="Roboto Condensed"/>
                  <a:cs typeface="+mn-cs"/>
                </a:rPr>
                <a:t>6</a:t>
              </a:r>
              <a:endParaRPr lang="en-US" sz="2400" dirty="0">
                <a:solidFill>
                  <a:srgbClr val="9BB955">
                    <a:lumMod val="50000"/>
                  </a:srgbClr>
                </a:solidFill>
                <a:latin typeface="Roboto Condensed"/>
                <a:cs typeface="+mn-cs"/>
              </a:endParaRPr>
            </a:p>
          </p:txBody>
        </p:sp>
      </p:grpSp>
      <p:sp>
        <p:nvSpPr>
          <p:cNvPr id="136" name="Footer Text"/>
          <p:cNvSpPr txBox="1"/>
          <p:nvPr/>
        </p:nvSpPr>
        <p:spPr>
          <a:xfrm flipH="1">
            <a:off x="452472" y="2582256"/>
            <a:ext cx="2705132" cy="861774"/>
          </a:xfrm>
          <a:prstGeom prst="rect">
            <a:avLst/>
          </a:prstGeom>
          <a:noFill/>
        </p:spPr>
        <p:txBody>
          <a:bodyPr wrap="square" lIns="0" tIns="0" rIns="0" bIns="0" rtlCol="0">
            <a:spAutoFit/>
          </a:bodyPr>
          <a:lstStyle/>
          <a:p>
            <a:pPr algn="r" defTabSz="1375467" fontAlgn="auto">
              <a:spcBef>
                <a:spcPts val="0"/>
              </a:spcBef>
              <a:spcAft>
                <a:spcPts val="0"/>
              </a:spcAft>
            </a:pPr>
            <a:r>
              <a:rPr lang="ar-SA" sz="2800" b="1" dirty="0"/>
              <a:t>تسجيل وإعادة عرض الدروس</a:t>
            </a:r>
            <a:endParaRPr lang="en-US" sz="2800" b="1" dirty="0">
              <a:solidFill>
                <a:srgbClr val="262626">
                  <a:lumMod val="50000"/>
                  <a:lumOff val="50000"/>
                </a:srgbClr>
              </a:solidFill>
              <a:latin typeface="Roboto Condensed"/>
            </a:endParaRPr>
          </a:p>
        </p:txBody>
      </p:sp>
      <p:sp>
        <p:nvSpPr>
          <p:cNvPr id="137" name="Footer Text"/>
          <p:cNvSpPr txBox="1"/>
          <p:nvPr/>
        </p:nvSpPr>
        <p:spPr>
          <a:xfrm flipH="1">
            <a:off x="761070" y="4481606"/>
            <a:ext cx="2560173" cy="861774"/>
          </a:xfrm>
          <a:prstGeom prst="rect">
            <a:avLst/>
          </a:prstGeom>
          <a:noFill/>
        </p:spPr>
        <p:txBody>
          <a:bodyPr wrap="square" lIns="0" tIns="0" rIns="0" bIns="0" rtlCol="0">
            <a:spAutoFit/>
          </a:bodyPr>
          <a:lstStyle/>
          <a:p>
            <a:pPr algn="ctr" defTabSz="1375467" fontAlgn="auto">
              <a:spcBef>
                <a:spcPts val="0"/>
              </a:spcBef>
              <a:spcAft>
                <a:spcPts val="0"/>
              </a:spcAft>
            </a:pPr>
            <a:r>
              <a:rPr lang="ar-SA" sz="2800" b="1" dirty="0"/>
              <a:t>مناسبتها لذوي الاحتياجات الخاصة</a:t>
            </a:r>
            <a:endParaRPr lang="en-US" sz="2000" b="1" dirty="0">
              <a:solidFill>
                <a:srgbClr val="262626">
                  <a:lumMod val="50000"/>
                  <a:lumOff val="50000"/>
                </a:srgbClr>
              </a:solidFill>
              <a:latin typeface="Roboto Condensed"/>
            </a:endParaRPr>
          </a:p>
        </p:txBody>
      </p:sp>
      <p:sp>
        <p:nvSpPr>
          <p:cNvPr id="139" name="Footer Text"/>
          <p:cNvSpPr txBox="1"/>
          <p:nvPr/>
        </p:nvSpPr>
        <p:spPr>
          <a:xfrm flipH="1">
            <a:off x="9705301" y="3639809"/>
            <a:ext cx="2164052" cy="430887"/>
          </a:xfrm>
          <a:prstGeom prst="rect">
            <a:avLst/>
          </a:prstGeom>
          <a:noFill/>
        </p:spPr>
        <p:txBody>
          <a:bodyPr wrap="square" lIns="0" tIns="0" rIns="0" bIns="0" rtlCol="0">
            <a:spAutoFit/>
          </a:bodyPr>
          <a:lstStyle/>
          <a:p>
            <a:pPr defTabSz="1375467" fontAlgn="auto">
              <a:spcBef>
                <a:spcPts val="0"/>
              </a:spcBef>
              <a:spcAft>
                <a:spcPts val="0"/>
              </a:spcAft>
            </a:pPr>
            <a:r>
              <a:rPr lang="ar-SA" sz="2800" b="1" dirty="0"/>
              <a:t>التعلم عن بعد</a:t>
            </a:r>
            <a:endParaRPr lang="en-US" sz="2800" b="1" dirty="0">
              <a:solidFill>
                <a:srgbClr val="262626">
                  <a:lumMod val="50000"/>
                  <a:lumOff val="50000"/>
                </a:srgbClr>
              </a:solidFill>
              <a:latin typeface="Roboto Condensed"/>
            </a:endParaRPr>
          </a:p>
        </p:txBody>
      </p:sp>
      <p:sp>
        <p:nvSpPr>
          <p:cNvPr id="2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25835095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123"/>
                                        </p:tgtEl>
                                        <p:attrNameLst>
                                          <p:attrName>style.visibility</p:attrName>
                                        </p:attrNameLst>
                                      </p:cBhvr>
                                      <p:to>
                                        <p:strVal val="visible"/>
                                      </p:to>
                                    </p:set>
                                    <p:anim calcmode="lin" valueType="num">
                                      <p:cBhvr>
                                        <p:cTn id="7" dur="500" fill="hold"/>
                                        <p:tgtEl>
                                          <p:spTgt spid="123"/>
                                        </p:tgtEl>
                                        <p:attrNameLst>
                                          <p:attrName>ppt_w</p:attrName>
                                        </p:attrNameLst>
                                      </p:cBhvr>
                                      <p:tavLst>
                                        <p:tav tm="0">
                                          <p:val>
                                            <p:fltVal val="0"/>
                                          </p:val>
                                        </p:tav>
                                        <p:tav tm="100000">
                                          <p:val>
                                            <p:strVal val="#ppt_w"/>
                                          </p:val>
                                        </p:tav>
                                      </p:tavLst>
                                    </p:anim>
                                    <p:anim calcmode="lin" valueType="num">
                                      <p:cBhvr>
                                        <p:cTn id="8" dur="500" fill="hold"/>
                                        <p:tgtEl>
                                          <p:spTgt spid="123"/>
                                        </p:tgtEl>
                                        <p:attrNameLst>
                                          <p:attrName>ppt_h</p:attrName>
                                        </p:attrNameLst>
                                      </p:cBhvr>
                                      <p:tavLst>
                                        <p:tav tm="0">
                                          <p:val>
                                            <p:fltVal val="0"/>
                                          </p:val>
                                        </p:tav>
                                        <p:tav tm="100000">
                                          <p:val>
                                            <p:strVal val="#ppt_h"/>
                                          </p:val>
                                        </p:tav>
                                      </p:tavLst>
                                    </p:anim>
                                    <p:animEffect transition="in" filter="fade">
                                      <p:cBhvr>
                                        <p:cTn id="9" dur="500"/>
                                        <p:tgtEl>
                                          <p:spTgt spid="123"/>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22"/>
                                        </p:tgtEl>
                                        <p:attrNameLst>
                                          <p:attrName>style.visibility</p:attrName>
                                        </p:attrNameLst>
                                      </p:cBhvr>
                                      <p:to>
                                        <p:strVal val="visible"/>
                                      </p:to>
                                    </p:set>
                                    <p:animEffect transition="in" filter="fade">
                                      <p:cBhvr>
                                        <p:cTn id="13" dur="500"/>
                                        <p:tgtEl>
                                          <p:spTgt spid="122"/>
                                        </p:tgtEl>
                                      </p:cBhvr>
                                    </p:animEffect>
                                  </p:childTnLst>
                                </p:cTn>
                              </p:par>
                              <p:par>
                                <p:cTn id="14" presetID="12" presetClass="entr" presetSubtype="2" fill="hold" nodeType="withEffect">
                                  <p:stCondLst>
                                    <p:cond delay="0"/>
                                  </p:stCondLst>
                                  <p:childTnLst>
                                    <p:set>
                                      <p:cBhvr>
                                        <p:cTn id="15" dur="1" fill="hold">
                                          <p:stCondLst>
                                            <p:cond delay="0"/>
                                          </p:stCondLst>
                                        </p:cTn>
                                        <p:tgtEl>
                                          <p:spTgt spid="124"/>
                                        </p:tgtEl>
                                        <p:attrNameLst>
                                          <p:attrName>style.visibility</p:attrName>
                                        </p:attrNameLst>
                                      </p:cBhvr>
                                      <p:to>
                                        <p:strVal val="visible"/>
                                      </p:to>
                                    </p:set>
                                    <p:animEffect transition="in" filter="slide(fromRight)">
                                      <p:cBhvr>
                                        <p:cTn id="16" dur="500"/>
                                        <p:tgtEl>
                                          <p:spTgt spid="124"/>
                                        </p:tgtEl>
                                      </p:cBhvr>
                                    </p:animEffect>
                                  </p:childTnLst>
                                </p:cTn>
                              </p:par>
                              <p:par>
                                <p:cTn id="17" presetID="2" presetClass="entr" presetSubtype="8" accel="50000" decel="50000" fill="hold" grpId="0" nodeType="withEffect">
                                  <p:stCondLst>
                                    <p:cond delay="0"/>
                                  </p:stCondLst>
                                  <p:childTnLst>
                                    <p:set>
                                      <p:cBhvr>
                                        <p:cTn id="18" dur="1" fill="hold">
                                          <p:stCondLst>
                                            <p:cond delay="0"/>
                                          </p:stCondLst>
                                        </p:cTn>
                                        <p:tgtEl>
                                          <p:spTgt spid="136"/>
                                        </p:tgtEl>
                                        <p:attrNameLst>
                                          <p:attrName>style.visibility</p:attrName>
                                        </p:attrNameLst>
                                      </p:cBhvr>
                                      <p:to>
                                        <p:strVal val="visible"/>
                                      </p:to>
                                    </p:set>
                                    <p:anim calcmode="lin" valueType="num">
                                      <p:cBhvr additive="base">
                                        <p:cTn id="19" dur="500" fill="hold"/>
                                        <p:tgtEl>
                                          <p:spTgt spid="136"/>
                                        </p:tgtEl>
                                        <p:attrNameLst>
                                          <p:attrName>ppt_x</p:attrName>
                                        </p:attrNameLst>
                                      </p:cBhvr>
                                      <p:tavLst>
                                        <p:tav tm="0">
                                          <p:val>
                                            <p:strVal val="0-#ppt_w/2"/>
                                          </p:val>
                                        </p:tav>
                                        <p:tav tm="100000">
                                          <p:val>
                                            <p:strVal val="#ppt_x"/>
                                          </p:val>
                                        </p:tav>
                                      </p:tavLst>
                                    </p:anim>
                                    <p:anim calcmode="lin" valueType="num">
                                      <p:cBhvr additive="base">
                                        <p:cTn id="20" dur="500" fill="hold"/>
                                        <p:tgtEl>
                                          <p:spTgt spid="136"/>
                                        </p:tgtEl>
                                        <p:attrNameLst>
                                          <p:attrName>ppt_y</p:attrName>
                                        </p:attrNameLst>
                                      </p:cBhvr>
                                      <p:tavLst>
                                        <p:tav tm="0">
                                          <p:val>
                                            <p:strVal val="#ppt_y"/>
                                          </p:val>
                                        </p:tav>
                                        <p:tav tm="100000">
                                          <p:val>
                                            <p:strVal val="#ppt_y"/>
                                          </p:val>
                                        </p:tav>
                                      </p:tavLst>
                                    </p:anim>
                                  </p:childTnLst>
                                </p:cTn>
                              </p:par>
                            </p:childTnLst>
                          </p:cTn>
                        </p:par>
                        <p:par>
                          <p:cTn id="21" fill="hold">
                            <p:stCondLst>
                              <p:cond delay="1000"/>
                            </p:stCondLst>
                            <p:childTnLst>
                              <p:par>
                                <p:cTn id="22" presetID="18" presetClass="entr" presetSubtype="6" fill="hold" nodeType="afterEffect">
                                  <p:stCondLst>
                                    <p:cond delay="0"/>
                                  </p:stCondLst>
                                  <p:childTnLst>
                                    <p:set>
                                      <p:cBhvr>
                                        <p:cTn id="23" dur="1" fill="hold">
                                          <p:stCondLst>
                                            <p:cond delay="0"/>
                                          </p:stCondLst>
                                        </p:cTn>
                                        <p:tgtEl>
                                          <p:spTgt spid="113"/>
                                        </p:tgtEl>
                                        <p:attrNameLst>
                                          <p:attrName>style.visibility</p:attrName>
                                        </p:attrNameLst>
                                      </p:cBhvr>
                                      <p:to>
                                        <p:strVal val="visible"/>
                                      </p:to>
                                    </p:set>
                                    <p:animEffect transition="in" filter="strips(downRight)">
                                      <p:cBhvr>
                                        <p:cTn id="24" dur="500"/>
                                        <p:tgtEl>
                                          <p:spTgt spid="113"/>
                                        </p:tgtEl>
                                      </p:cBhvr>
                                    </p:animEffect>
                                  </p:childTnLst>
                                </p:cTn>
                              </p:par>
                            </p:childTnLst>
                          </p:cTn>
                        </p:par>
                        <p:par>
                          <p:cTn id="25" fill="hold">
                            <p:stCondLst>
                              <p:cond delay="1500"/>
                            </p:stCondLst>
                            <p:childTnLst>
                              <p:par>
                                <p:cTn id="26" presetID="53" presetClass="entr" presetSubtype="0" fill="hold" grpId="0" nodeType="afterEffect">
                                  <p:stCondLst>
                                    <p:cond delay="0"/>
                                  </p:stCondLst>
                                  <p:childTnLst>
                                    <p:set>
                                      <p:cBhvr>
                                        <p:cTn id="27" dur="1" fill="hold">
                                          <p:stCondLst>
                                            <p:cond delay="0"/>
                                          </p:stCondLst>
                                        </p:cTn>
                                        <p:tgtEl>
                                          <p:spTgt spid="100"/>
                                        </p:tgtEl>
                                        <p:attrNameLst>
                                          <p:attrName>style.visibility</p:attrName>
                                        </p:attrNameLst>
                                      </p:cBhvr>
                                      <p:to>
                                        <p:strVal val="visible"/>
                                      </p:to>
                                    </p:set>
                                    <p:anim calcmode="lin" valueType="num">
                                      <p:cBhvr>
                                        <p:cTn id="28" dur="500" fill="hold"/>
                                        <p:tgtEl>
                                          <p:spTgt spid="100"/>
                                        </p:tgtEl>
                                        <p:attrNameLst>
                                          <p:attrName>ppt_w</p:attrName>
                                        </p:attrNameLst>
                                      </p:cBhvr>
                                      <p:tavLst>
                                        <p:tav tm="0">
                                          <p:val>
                                            <p:fltVal val="0"/>
                                          </p:val>
                                        </p:tav>
                                        <p:tav tm="100000">
                                          <p:val>
                                            <p:strVal val="#ppt_w"/>
                                          </p:val>
                                        </p:tav>
                                      </p:tavLst>
                                    </p:anim>
                                    <p:anim calcmode="lin" valueType="num">
                                      <p:cBhvr>
                                        <p:cTn id="29" dur="500" fill="hold"/>
                                        <p:tgtEl>
                                          <p:spTgt spid="100"/>
                                        </p:tgtEl>
                                        <p:attrNameLst>
                                          <p:attrName>ppt_h</p:attrName>
                                        </p:attrNameLst>
                                      </p:cBhvr>
                                      <p:tavLst>
                                        <p:tav tm="0">
                                          <p:val>
                                            <p:fltVal val="0"/>
                                          </p:val>
                                        </p:tav>
                                        <p:tav tm="100000">
                                          <p:val>
                                            <p:strVal val="#ppt_h"/>
                                          </p:val>
                                        </p:tav>
                                      </p:tavLst>
                                    </p:anim>
                                    <p:animEffect transition="in" filter="fade">
                                      <p:cBhvr>
                                        <p:cTn id="30" dur="500"/>
                                        <p:tgtEl>
                                          <p:spTgt spid="100"/>
                                        </p:tgtEl>
                                      </p:cBhvr>
                                    </p:animEffect>
                                  </p:childTnLst>
                                </p:cTn>
                              </p:par>
                            </p:childTnLst>
                          </p:cTn>
                        </p:par>
                        <p:par>
                          <p:cTn id="31" fill="hold">
                            <p:stCondLst>
                              <p:cond delay="2000"/>
                            </p:stCondLst>
                            <p:childTnLst>
                              <p:par>
                                <p:cTn id="32" presetID="10" presetClass="entr" presetSubtype="0" fill="hold" grpId="0" nodeType="afterEffect">
                                  <p:stCondLst>
                                    <p:cond delay="0"/>
                                  </p:stCondLst>
                                  <p:childTnLst>
                                    <p:set>
                                      <p:cBhvr>
                                        <p:cTn id="33" dur="1" fill="hold">
                                          <p:stCondLst>
                                            <p:cond delay="0"/>
                                          </p:stCondLst>
                                        </p:cTn>
                                        <p:tgtEl>
                                          <p:spTgt spid="99"/>
                                        </p:tgtEl>
                                        <p:attrNameLst>
                                          <p:attrName>style.visibility</p:attrName>
                                        </p:attrNameLst>
                                      </p:cBhvr>
                                      <p:to>
                                        <p:strVal val="visible"/>
                                      </p:to>
                                    </p:set>
                                    <p:animEffect transition="in" filter="fade">
                                      <p:cBhvr>
                                        <p:cTn id="34" dur="500"/>
                                        <p:tgtEl>
                                          <p:spTgt spid="99"/>
                                        </p:tgtEl>
                                      </p:cBhvr>
                                    </p:animEffect>
                                  </p:childTnLst>
                                </p:cTn>
                              </p:par>
                              <p:par>
                                <p:cTn id="35" presetID="12" presetClass="entr" presetSubtype="8" fill="hold" nodeType="withEffect">
                                  <p:stCondLst>
                                    <p:cond delay="0"/>
                                  </p:stCondLst>
                                  <p:childTnLst>
                                    <p:set>
                                      <p:cBhvr>
                                        <p:cTn id="36" dur="1" fill="hold">
                                          <p:stCondLst>
                                            <p:cond delay="0"/>
                                          </p:stCondLst>
                                        </p:cTn>
                                        <p:tgtEl>
                                          <p:spTgt spid="101"/>
                                        </p:tgtEl>
                                        <p:attrNameLst>
                                          <p:attrName>style.visibility</p:attrName>
                                        </p:attrNameLst>
                                      </p:cBhvr>
                                      <p:to>
                                        <p:strVal val="visible"/>
                                      </p:to>
                                    </p:set>
                                    <p:animEffect transition="in" filter="slide(fromLeft)">
                                      <p:cBhvr>
                                        <p:cTn id="37" dur="500"/>
                                        <p:tgtEl>
                                          <p:spTgt spid="101"/>
                                        </p:tgtEl>
                                      </p:cBhvr>
                                    </p:animEffect>
                                  </p:childTnLst>
                                </p:cTn>
                              </p:par>
                              <p:par>
                                <p:cTn id="38" presetID="2" presetClass="entr" presetSubtype="2" accel="50000" decel="50000" fill="hold" grpId="0" nodeType="withEffect">
                                  <p:stCondLst>
                                    <p:cond delay="0"/>
                                  </p:stCondLst>
                                  <p:childTnLst>
                                    <p:set>
                                      <p:cBhvr>
                                        <p:cTn id="39" dur="1" fill="hold">
                                          <p:stCondLst>
                                            <p:cond delay="0"/>
                                          </p:stCondLst>
                                        </p:cTn>
                                        <p:tgtEl>
                                          <p:spTgt spid="139"/>
                                        </p:tgtEl>
                                        <p:attrNameLst>
                                          <p:attrName>style.visibility</p:attrName>
                                        </p:attrNameLst>
                                      </p:cBhvr>
                                      <p:to>
                                        <p:strVal val="visible"/>
                                      </p:to>
                                    </p:set>
                                    <p:anim calcmode="lin" valueType="num">
                                      <p:cBhvr additive="base">
                                        <p:cTn id="40" dur="500" fill="hold"/>
                                        <p:tgtEl>
                                          <p:spTgt spid="139"/>
                                        </p:tgtEl>
                                        <p:attrNameLst>
                                          <p:attrName>ppt_x</p:attrName>
                                        </p:attrNameLst>
                                      </p:cBhvr>
                                      <p:tavLst>
                                        <p:tav tm="0">
                                          <p:val>
                                            <p:strVal val="1+#ppt_w/2"/>
                                          </p:val>
                                        </p:tav>
                                        <p:tav tm="100000">
                                          <p:val>
                                            <p:strVal val="#ppt_x"/>
                                          </p:val>
                                        </p:tav>
                                      </p:tavLst>
                                    </p:anim>
                                    <p:anim calcmode="lin" valueType="num">
                                      <p:cBhvr additive="base">
                                        <p:cTn id="41" dur="500" fill="hold"/>
                                        <p:tgtEl>
                                          <p:spTgt spid="139"/>
                                        </p:tgtEl>
                                        <p:attrNameLst>
                                          <p:attrName>ppt_y</p:attrName>
                                        </p:attrNameLst>
                                      </p:cBhvr>
                                      <p:tavLst>
                                        <p:tav tm="0">
                                          <p:val>
                                            <p:strVal val="#ppt_y"/>
                                          </p:val>
                                        </p:tav>
                                        <p:tav tm="100000">
                                          <p:val>
                                            <p:strVal val="#ppt_y"/>
                                          </p:val>
                                        </p:tav>
                                      </p:tavLst>
                                    </p:anim>
                                  </p:childTnLst>
                                </p:cTn>
                              </p:par>
                            </p:childTnLst>
                          </p:cTn>
                        </p:par>
                        <p:par>
                          <p:cTn id="42" fill="hold">
                            <p:stCondLst>
                              <p:cond delay="2500"/>
                            </p:stCondLst>
                            <p:childTnLst>
                              <p:par>
                                <p:cTn id="43" presetID="18" presetClass="entr" presetSubtype="12" fill="hold" nodeType="afterEffect">
                                  <p:stCondLst>
                                    <p:cond delay="0"/>
                                  </p:stCondLst>
                                  <p:childTnLst>
                                    <p:set>
                                      <p:cBhvr>
                                        <p:cTn id="44" dur="1" fill="hold">
                                          <p:stCondLst>
                                            <p:cond delay="0"/>
                                          </p:stCondLst>
                                        </p:cTn>
                                        <p:tgtEl>
                                          <p:spTgt spid="112"/>
                                        </p:tgtEl>
                                        <p:attrNameLst>
                                          <p:attrName>style.visibility</p:attrName>
                                        </p:attrNameLst>
                                      </p:cBhvr>
                                      <p:to>
                                        <p:strVal val="visible"/>
                                      </p:to>
                                    </p:set>
                                    <p:animEffect transition="in" filter="strips(downLeft)">
                                      <p:cBhvr>
                                        <p:cTn id="45" dur="500"/>
                                        <p:tgtEl>
                                          <p:spTgt spid="112"/>
                                        </p:tgtEl>
                                      </p:cBhvr>
                                    </p:animEffect>
                                  </p:childTnLst>
                                </p:cTn>
                              </p:par>
                            </p:childTnLst>
                          </p:cTn>
                        </p:par>
                        <p:par>
                          <p:cTn id="46" fill="hold">
                            <p:stCondLst>
                              <p:cond delay="3000"/>
                            </p:stCondLst>
                            <p:childTnLst>
                              <p:par>
                                <p:cTn id="47" presetID="53" presetClass="entr" presetSubtype="0" fill="hold" grpId="0" nodeType="afterEffect">
                                  <p:stCondLst>
                                    <p:cond delay="0"/>
                                  </p:stCondLst>
                                  <p:childTnLst>
                                    <p:set>
                                      <p:cBhvr>
                                        <p:cTn id="48" dur="1" fill="hold">
                                          <p:stCondLst>
                                            <p:cond delay="0"/>
                                          </p:stCondLst>
                                        </p:cTn>
                                        <p:tgtEl>
                                          <p:spTgt spid="130"/>
                                        </p:tgtEl>
                                        <p:attrNameLst>
                                          <p:attrName>style.visibility</p:attrName>
                                        </p:attrNameLst>
                                      </p:cBhvr>
                                      <p:to>
                                        <p:strVal val="visible"/>
                                      </p:to>
                                    </p:set>
                                    <p:anim calcmode="lin" valueType="num">
                                      <p:cBhvr>
                                        <p:cTn id="49" dur="500" fill="hold"/>
                                        <p:tgtEl>
                                          <p:spTgt spid="130"/>
                                        </p:tgtEl>
                                        <p:attrNameLst>
                                          <p:attrName>ppt_w</p:attrName>
                                        </p:attrNameLst>
                                      </p:cBhvr>
                                      <p:tavLst>
                                        <p:tav tm="0">
                                          <p:val>
                                            <p:fltVal val="0"/>
                                          </p:val>
                                        </p:tav>
                                        <p:tav tm="100000">
                                          <p:val>
                                            <p:strVal val="#ppt_w"/>
                                          </p:val>
                                        </p:tav>
                                      </p:tavLst>
                                    </p:anim>
                                    <p:anim calcmode="lin" valueType="num">
                                      <p:cBhvr>
                                        <p:cTn id="50" dur="500" fill="hold"/>
                                        <p:tgtEl>
                                          <p:spTgt spid="130"/>
                                        </p:tgtEl>
                                        <p:attrNameLst>
                                          <p:attrName>ppt_h</p:attrName>
                                        </p:attrNameLst>
                                      </p:cBhvr>
                                      <p:tavLst>
                                        <p:tav tm="0">
                                          <p:val>
                                            <p:fltVal val="0"/>
                                          </p:val>
                                        </p:tav>
                                        <p:tav tm="100000">
                                          <p:val>
                                            <p:strVal val="#ppt_h"/>
                                          </p:val>
                                        </p:tav>
                                      </p:tavLst>
                                    </p:anim>
                                    <p:animEffect transition="in" filter="fade">
                                      <p:cBhvr>
                                        <p:cTn id="51" dur="500"/>
                                        <p:tgtEl>
                                          <p:spTgt spid="130"/>
                                        </p:tgtEl>
                                      </p:cBhvr>
                                    </p:animEffect>
                                  </p:childTnLst>
                                </p:cTn>
                              </p:par>
                            </p:childTnLst>
                          </p:cTn>
                        </p:par>
                        <p:par>
                          <p:cTn id="52" fill="hold">
                            <p:stCondLst>
                              <p:cond delay="3500"/>
                            </p:stCondLst>
                            <p:childTnLst>
                              <p:par>
                                <p:cTn id="53" presetID="10" presetClass="entr" presetSubtype="0" fill="hold" grpId="0" nodeType="afterEffect">
                                  <p:stCondLst>
                                    <p:cond delay="0"/>
                                  </p:stCondLst>
                                  <p:childTnLst>
                                    <p:set>
                                      <p:cBhvr>
                                        <p:cTn id="54" dur="1" fill="hold">
                                          <p:stCondLst>
                                            <p:cond delay="0"/>
                                          </p:stCondLst>
                                        </p:cTn>
                                        <p:tgtEl>
                                          <p:spTgt spid="129"/>
                                        </p:tgtEl>
                                        <p:attrNameLst>
                                          <p:attrName>style.visibility</p:attrName>
                                        </p:attrNameLst>
                                      </p:cBhvr>
                                      <p:to>
                                        <p:strVal val="visible"/>
                                      </p:to>
                                    </p:set>
                                    <p:animEffect transition="in" filter="fade">
                                      <p:cBhvr>
                                        <p:cTn id="55" dur="500"/>
                                        <p:tgtEl>
                                          <p:spTgt spid="129"/>
                                        </p:tgtEl>
                                      </p:cBhvr>
                                    </p:animEffect>
                                  </p:childTnLst>
                                </p:cTn>
                              </p:par>
                              <p:par>
                                <p:cTn id="56" presetID="12" presetClass="entr" presetSubtype="2" fill="hold" nodeType="withEffect">
                                  <p:stCondLst>
                                    <p:cond delay="0"/>
                                  </p:stCondLst>
                                  <p:childTnLst>
                                    <p:set>
                                      <p:cBhvr>
                                        <p:cTn id="57" dur="1" fill="hold">
                                          <p:stCondLst>
                                            <p:cond delay="0"/>
                                          </p:stCondLst>
                                        </p:cTn>
                                        <p:tgtEl>
                                          <p:spTgt spid="131"/>
                                        </p:tgtEl>
                                        <p:attrNameLst>
                                          <p:attrName>style.visibility</p:attrName>
                                        </p:attrNameLst>
                                      </p:cBhvr>
                                      <p:to>
                                        <p:strVal val="visible"/>
                                      </p:to>
                                    </p:set>
                                    <p:animEffect transition="in" filter="slide(fromRight)">
                                      <p:cBhvr>
                                        <p:cTn id="58" dur="500"/>
                                        <p:tgtEl>
                                          <p:spTgt spid="131"/>
                                        </p:tgtEl>
                                      </p:cBhvr>
                                    </p:animEffect>
                                  </p:childTnLst>
                                </p:cTn>
                              </p:par>
                              <p:par>
                                <p:cTn id="59" presetID="2" presetClass="entr" presetSubtype="8" accel="50000" decel="50000" fill="hold" grpId="0" nodeType="withEffect">
                                  <p:stCondLst>
                                    <p:cond delay="0"/>
                                  </p:stCondLst>
                                  <p:childTnLst>
                                    <p:set>
                                      <p:cBhvr>
                                        <p:cTn id="60" dur="1" fill="hold">
                                          <p:stCondLst>
                                            <p:cond delay="0"/>
                                          </p:stCondLst>
                                        </p:cTn>
                                        <p:tgtEl>
                                          <p:spTgt spid="137"/>
                                        </p:tgtEl>
                                        <p:attrNameLst>
                                          <p:attrName>style.visibility</p:attrName>
                                        </p:attrNameLst>
                                      </p:cBhvr>
                                      <p:to>
                                        <p:strVal val="visible"/>
                                      </p:to>
                                    </p:set>
                                    <p:anim calcmode="lin" valueType="num">
                                      <p:cBhvr additive="base">
                                        <p:cTn id="61" dur="500" fill="hold"/>
                                        <p:tgtEl>
                                          <p:spTgt spid="137"/>
                                        </p:tgtEl>
                                        <p:attrNameLst>
                                          <p:attrName>ppt_x</p:attrName>
                                        </p:attrNameLst>
                                      </p:cBhvr>
                                      <p:tavLst>
                                        <p:tav tm="0">
                                          <p:val>
                                            <p:strVal val="0-#ppt_w/2"/>
                                          </p:val>
                                        </p:tav>
                                        <p:tav tm="100000">
                                          <p:val>
                                            <p:strVal val="#ppt_x"/>
                                          </p:val>
                                        </p:tav>
                                      </p:tavLst>
                                    </p:anim>
                                    <p:anim calcmode="lin" valueType="num">
                                      <p:cBhvr additive="base">
                                        <p:cTn id="62" dur="500" fill="hold"/>
                                        <p:tgtEl>
                                          <p:spTgt spid="13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animBg="1"/>
      <p:bldP spid="100" grpId="0" animBg="1"/>
      <p:bldP spid="122" grpId="0" animBg="1"/>
      <p:bldP spid="123" grpId="0" animBg="1"/>
      <p:bldP spid="129" grpId="0" animBg="1"/>
      <p:bldP spid="130" grpId="0" animBg="1"/>
      <p:bldP spid="136" grpId="0"/>
      <p:bldP spid="137" grpId="0"/>
      <p:bldP spid="139" grpId="0"/>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737014" y="4004658"/>
            <a:ext cx="10449560" cy="6095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 name="Oval 3"/>
          <p:cNvSpPr/>
          <p:nvPr/>
        </p:nvSpPr>
        <p:spPr>
          <a:xfrm>
            <a:off x="1256139" y="3918296"/>
            <a:ext cx="233680" cy="2336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1" name="TextBox 20"/>
          <p:cNvSpPr txBox="1"/>
          <p:nvPr/>
        </p:nvSpPr>
        <p:spPr>
          <a:xfrm>
            <a:off x="307217" y="3108590"/>
            <a:ext cx="925844"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a:solidFill>
                  <a:srgbClr val="237DB9"/>
                </a:solidFill>
                <a:latin typeface="Roboto Medium"/>
              </a:rPr>
              <a:t>1</a:t>
            </a:r>
            <a:endParaRPr lang="en-US" sz="2667" b="1" dirty="0">
              <a:solidFill>
                <a:srgbClr val="237DB9"/>
              </a:solidFill>
              <a:latin typeface="Roboto Medium"/>
            </a:endParaRPr>
          </a:p>
        </p:txBody>
      </p:sp>
      <p:sp>
        <p:nvSpPr>
          <p:cNvPr id="24" name="Right Brace 23"/>
          <p:cNvSpPr/>
          <p:nvPr/>
        </p:nvSpPr>
        <p:spPr>
          <a:xfrm>
            <a:off x="1314342" y="2887904"/>
            <a:ext cx="134837" cy="944139"/>
          </a:xfrm>
          <a:prstGeom prst="rightBrace">
            <a:avLst>
              <a:gd name="adj1" fmla="val 54159"/>
              <a:gd name="adj2" fmla="val 50000"/>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25" name="TextBox 24"/>
          <p:cNvSpPr txBox="1"/>
          <p:nvPr/>
        </p:nvSpPr>
        <p:spPr>
          <a:xfrm>
            <a:off x="1721364" y="2946169"/>
            <a:ext cx="3254958" cy="830997"/>
          </a:xfrm>
          <a:prstGeom prst="rect">
            <a:avLst/>
          </a:prstGeom>
          <a:noFill/>
        </p:spPr>
        <p:txBody>
          <a:bodyPr wrap="square" rtlCol="0">
            <a:spAutoFit/>
          </a:bodyPr>
          <a:lstStyle/>
          <a:p>
            <a:pPr defTabSz="1375467" fontAlgn="auto">
              <a:spcBef>
                <a:spcPts val="0"/>
              </a:spcBef>
              <a:spcAft>
                <a:spcPts val="0"/>
              </a:spcAft>
            </a:pPr>
            <a:r>
              <a:rPr lang="ar-SA" sz="2400" b="1" dirty="0"/>
              <a:t>تستخدم كشاشة عرض مكبرة بديلة عن شاشة الحاسوب</a:t>
            </a:r>
            <a:endParaRPr lang="en-US" b="1" dirty="0">
              <a:solidFill>
                <a:srgbClr val="FFFFFF">
                  <a:lumMod val="65000"/>
                </a:srgbClr>
              </a:solidFill>
              <a:latin typeface="Roboto Condensed"/>
            </a:endParaRPr>
          </a:p>
        </p:txBody>
      </p:sp>
      <p:sp>
        <p:nvSpPr>
          <p:cNvPr id="69" name="Oval 68"/>
          <p:cNvSpPr/>
          <p:nvPr/>
        </p:nvSpPr>
        <p:spPr>
          <a:xfrm>
            <a:off x="4783282" y="3985529"/>
            <a:ext cx="233680" cy="23368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70" name="TextBox 69"/>
          <p:cNvSpPr txBox="1"/>
          <p:nvPr/>
        </p:nvSpPr>
        <p:spPr>
          <a:xfrm>
            <a:off x="3712300" y="4617589"/>
            <a:ext cx="1047905"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smtClean="0">
                <a:solidFill>
                  <a:srgbClr val="F19B14"/>
                </a:solidFill>
                <a:latin typeface="Roboto Medium"/>
              </a:rPr>
              <a:t>2</a:t>
            </a:r>
            <a:endParaRPr lang="en-US" sz="2667" b="1" dirty="0">
              <a:solidFill>
                <a:srgbClr val="F19B14"/>
              </a:solidFill>
              <a:latin typeface="Roboto Medium"/>
            </a:endParaRPr>
          </a:p>
        </p:txBody>
      </p:sp>
      <p:sp>
        <p:nvSpPr>
          <p:cNvPr id="71" name="Right Brace 70"/>
          <p:cNvSpPr/>
          <p:nvPr/>
        </p:nvSpPr>
        <p:spPr>
          <a:xfrm>
            <a:off x="4841485" y="4396903"/>
            <a:ext cx="134837" cy="944139"/>
          </a:xfrm>
          <a:prstGeom prst="rightBrace">
            <a:avLst>
              <a:gd name="adj1" fmla="val 54159"/>
              <a:gd name="adj2" fmla="val 50000"/>
            </a:avLst>
          </a:prstGeom>
          <a:ln w="19050">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72" name="TextBox 71"/>
          <p:cNvSpPr txBox="1"/>
          <p:nvPr/>
        </p:nvSpPr>
        <p:spPr>
          <a:xfrm>
            <a:off x="5035589" y="4294457"/>
            <a:ext cx="3562205" cy="1200329"/>
          </a:xfrm>
          <a:prstGeom prst="rect">
            <a:avLst/>
          </a:prstGeom>
          <a:noFill/>
        </p:spPr>
        <p:txBody>
          <a:bodyPr wrap="square" rtlCol="0">
            <a:spAutoFit/>
          </a:bodyPr>
          <a:lstStyle/>
          <a:p>
            <a:pPr defTabSz="1375467" fontAlgn="auto">
              <a:spcBef>
                <a:spcPts val="0"/>
              </a:spcBef>
              <a:spcAft>
                <a:spcPts val="0"/>
              </a:spcAft>
            </a:pPr>
            <a:r>
              <a:rPr lang="ar-SA" sz="2400" b="1" dirty="0"/>
              <a:t>تستخدم كسبورة بيضاء يمكن الكتابة والرسم والتشكيل عليها بأقلام خاصة</a:t>
            </a:r>
            <a:endParaRPr lang="en-US" b="1" dirty="0">
              <a:solidFill>
                <a:srgbClr val="FFFFFF">
                  <a:lumMod val="65000"/>
                </a:srgbClr>
              </a:solidFill>
              <a:latin typeface="Roboto Condensed"/>
            </a:endParaRPr>
          </a:p>
        </p:txBody>
      </p:sp>
      <p:sp>
        <p:nvSpPr>
          <p:cNvPr id="73" name="Oval 72"/>
          <p:cNvSpPr/>
          <p:nvPr/>
        </p:nvSpPr>
        <p:spPr>
          <a:xfrm>
            <a:off x="8344239" y="3918296"/>
            <a:ext cx="233680" cy="23368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74" name="TextBox 73"/>
          <p:cNvSpPr txBox="1"/>
          <p:nvPr/>
        </p:nvSpPr>
        <p:spPr>
          <a:xfrm>
            <a:off x="7395317" y="3108590"/>
            <a:ext cx="925844"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smtClean="0">
                <a:solidFill>
                  <a:srgbClr val="BE382C"/>
                </a:solidFill>
                <a:latin typeface="Roboto Medium"/>
              </a:rPr>
              <a:t>3</a:t>
            </a:r>
            <a:endParaRPr lang="en-US" sz="2667" b="1" dirty="0">
              <a:solidFill>
                <a:srgbClr val="BE382C"/>
              </a:solidFill>
              <a:latin typeface="Roboto Medium"/>
            </a:endParaRPr>
          </a:p>
        </p:txBody>
      </p:sp>
      <p:sp>
        <p:nvSpPr>
          <p:cNvPr id="75" name="Right Brace 74"/>
          <p:cNvSpPr/>
          <p:nvPr/>
        </p:nvSpPr>
        <p:spPr>
          <a:xfrm>
            <a:off x="8402442" y="2887904"/>
            <a:ext cx="134837" cy="944139"/>
          </a:xfrm>
          <a:prstGeom prst="rightBrace">
            <a:avLst>
              <a:gd name="adj1" fmla="val 54159"/>
              <a:gd name="adj2" fmla="val 50000"/>
            </a:avLst>
          </a:prstGeom>
          <a:ln w="19050">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76" name="TextBox 75"/>
          <p:cNvSpPr txBox="1"/>
          <p:nvPr/>
        </p:nvSpPr>
        <p:spPr>
          <a:xfrm>
            <a:off x="8618560" y="2856579"/>
            <a:ext cx="3311025" cy="830997"/>
          </a:xfrm>
          <a:prstGeom prst="rect">
            <a:avLst/>
          </a:prstGeom>
          <a:noFill/>
        </p:spPr>
        <p:txBody>
          <a:bodyPr wrap="square" rtlCol="0">
            <a:spAutoFit/>
          </a:bodyPr>
          <a:lstStyle/>
          <a:p>
            <a:pPr defTabSz="1375467" fontAlgn="auto">
              <a:spcBef>
                <a:spcPts val="0"/>
              </a:spcBef>
              <a:spcAft>
                <a:spcPts val="0"/>
              </a:spcAft>
            </a:pPr>
            <a:r>
              <a:rPr lang="ar-SA" sz="2400" b="1" dirty="0"/>
              <a:t>تستخدم لعرض المعلومات المختلفة والشرح عليها من بعيد</a:t>
            </a:r>
            <a:endParaRPr lang="en-US" b="1" dirty="0">
              <a:solidFill>
                <a:srgbClr val="FFFFFF">
                  <a:lumMod val="65000"/>
                </a:srgbClr>
              </a:solidFill>
              <a:latin typeface="Roboto Condensed"/>
            </a:endParaRPr>
          </a:p>
        </p:txBody>
      </p:sp>
      <p:sp>
        <p:nvSpPr>
          <p:cNvPr id="36" name="Rectangle 35"/>
          <p:cNvSpPr/>
          <p:nvPr/>
        </p:nvSpPr>
        <p:spPr>
          <a:xfrm>
            <a:off x="320688" y="676769"/>
            <a:ext cx="11347420" cy="646331"/>
          </a:xfrm>
          <a:prstGeom prst="rect">
            <a:avLst/>
          </a:prstGeom>
        </p:spPr>
        <p:txBody>
          <a:bodyPr wrap="square">
            <a:spAutoFit/>
          </a:bodyPr>
          <a:lstStyle/>
          <a:p>
            <a:pPr algn="r" rtl="1"/>
            <a:r>
              <a:rPr lang="ar-SA" sz="3600" b="1" dirty="0"/>
              <a:t>ما هي استخدامات السبورة التفاعلية؟</a:t>
            </a:r>
            <a:endParaRPr lang="en-US" sz="3600" dirty="0"/>
          </a:p>
        </p:txBody>
      </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25112213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 calcmode="lin" valueType="num">
                                      <p:cBhvr>
                                        <p:cTn id="17" dur="500" fill="hold"/>
                                        <p:tgtEl>
                                          <p:spTgt spid="21"/>
                                        </p:tgtEl>
                                        <p:attrNameLst>
                                          <p:attrName>ppt_w</p:attrName>
                                        </p:attrNameLst>
                                      </p:cBhvr>
                                      <p:tavLst>
                                        <p:tav tm="0">
                                          <p:val>
                                            <p:fltVal val="0"/>
                                          </p:val>
                                        </p:tav>
                                        <p:tav tm="100000">
                                          <p:val>
                                            <p:strVal val="#ppt_w"/>
                                          </p:val>
                                        </p:tav>
                                      </p:tavLst>
                                    </p:anim>
                                    <p:anim calcmode="lin" valueType="num">
                                      <p:cBhvr>
                                        <p:cTn id="18" dur="500" fill="hold"/>
                                        <p:tgtEl>
                                          <p:spTgt spid="21"/>
                                        </p:tgtEl>
                                        <p:attrNameLst>
                                          <p:attrName>ppt_h</p:attrName>
                                        </p:attrNameLst>
                                      </p:cBhvr>
                                      <p:tavLst>
                                        <p:tav tm="0">
                                          <p:val>
                                            <p:fltVal val="0"/>
                                          </p:val>
                                        </p:tav>
                                        <p:tav tm="100000">
                                          <p:val>
                                            <p:strVal val="#ppt_h"/>
                                          </p:val>
                                        </p:tav>
                                      </p:tavLst>
                                    </p:anim>
                                    <p:animEffect transition="in" filter="fade">
                                      <p:cBhvr>
                                        <p:cTn id="19" dur="500"/>
                                        <p:tgtEl>
                                          <p:spTgt spid="21"/>
                                        </p:tgtEl>
                                      </p:cBhvr>
                                    </p:animEffect>
                                  </p:childTnLst>
                                </p:cTn>
                              </p:par>
                            </p:childTnLst>
                          </p:cTn>
                        </p:par>
                        <p:par>
                          <p:cTn id="20" fill="hold">
                            <p:stCondLst>
                              <p:cond delay="1500"/>
                            </p:stCondLst>
                            <p:childTnLst>
                              <p:par>
                                <p:cTn id="21" presetID="22" presetClass="entr" presetSubtype="8"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left)">
                                      <p:cBhvr>
                                        <p:cTn id="27" dur="500"/>
                                        <p:tgtEl>
                                          <p:spTgt spid="25"/>
                                        </p:tgtEl>
                                      </p:cBhvr>
                                    </p:animEffect>
                                  </p:childTnLst>
                                </p:cTn>
                              </p:par>
                            </p:childTnLst>
                          </p:cTn>
                        </p:par>
                        <p:par>
                          <p:cTn id="28" fill="hold">
                            <p:stCondLst>
                              <p:cond delay="2500"/>
                            </p:stCondLst>
                            <p:childTnLst>
                              <p:par>
                                <p:cTn id="29" presetID="53" presetClass="entr" presetSubtype="16" fill="hold" grpId="0" nodeType="afterEffect">
                                  <p:stCondLst>
                                    <p:cond delay="0"/>
                                  </p:stCondLst>
                                  <p:childTnLst>
                                    <p:set>
                                      <p:cBhvr>
                                        <p:cTn id="30" dur="1" fill="hold">
                                          <p:stCondLst>
                                            <p:cond delay="0"/>
                                          </p:stCondLst>
                                        </p:cTn>
                                        <p:tgtEl>
                                          <p:spTgt spid="69"/>
                                        </p:tgtEl>
                                        <p:attrNameLst>
                                          <p:attrName>style.visibility</p:attrName>
                                        </p:attrNameLst>
                                      </p:cBhvr>
                                      <p:to>
                                        <p:strVal val="visible"/>
                                      </p:to>
                                    </p:set>
                                    <p:anim calcmode="lin" valueType="num">
                                      <p:cBhvr>
                                        <p:cTn id="31" dur="500" fill="hold"/>
                                        <p:tgtEl>
                                          <p:spTgt spid="69"/>
                                        </p:tgtEl>
                                        <p:attrNameLst>
                                          <p:attrName>ppt_w</p:attrName>
                                        </p:attrNameLst>
                                      </p:cBhvr>
                                      <p:tavLst>
                                        <p:tav tm="0">
                                          <p:val>
                                            <p:fltVal val="0"/>
                                          </p:val>
                                        </p:tav>
                                        <p:tav tm="100000">
                                          <p:val>
                                            <p:strVal val="#ppt_w"/>
                                          </p:val>
                                        </p:tav>
                                      </p:tavLst>
                                    </p:anim>
                                    <p:anim calcmode="lin" valueType="num">
                                      <p:cBhvr>
                                        <p:cTn id="32" dur="500" fill="hold"/>
                                        <p:tgtEl>
                                          <p:spTgt spid="69"/>
                                        </p:tgtEl>
                                        <p:attrNameLst>
                                          <p:attrName>ppt_h</p:attrName>
                                        </p:attrNameLst>
                                      </p:cBhvr>
                                      <p:tavLst>
                                        <p:tav tm="0">
                                          <p:val>
                                            <p:fltVal val="0"/>
                                          </p:val>
                                        </p:tav>
                                        <p:tav tm="100000">
                                          <p:val>
                                            <p:strVal val="#ppt_h"/>
                                          </p:val>
                                        </p:tav>
                                      </p:tavLst>
                                    </p:anim>
                                    <p:animEffect transition="in" filter="fade">
                                      <p:cBhvr>
                                        <p:cTn id="33" dur="500"/>
                                        <p:tgtEl>
                                          <p:spTgt spid="69"/>
                                        </p:tgtEl>
                                      </p:cBhvr>
                                    </p:animEffect>
                                  </p:childTnLst>
                                </p:cTn>
                              </p:par>
                            </p:childTnLst>
                          </p:cTn>
                        </p:par>
                        <p:par>
                          <p:cTn id="34" fill="hold">
                            <p:stCondLst>
                              <p:cond delay="3000"/>
                            </p:stCondLst>
                            <p:childTnLst>
                              <p:par>
                                <p:cTn id="35" presetID="53" presetClass="entr" presetSubtype="16" fill="hold" grpId="0" nodeType="afterEffect">
                                  <p:stCondLst>
                                    <p:cond delay="0"/>
                                  </p:stCondLst>
                                  <p:childTnLst>
                                    <p:set>
                                      <p:cBhvr>
                                        <p:cTn id="36" dur="1" fill="hold">
                                          <p:stCondLst>
                                            <p:cond delay="0"/>
                                          </p:stCondLst>
                                        </p:cTn>
                                        <p:tgtEl>
                                          <p:spTgt spid="70"/>
                                        </p:tgtEl>
                                        <p:attrNameLst>
                                          <p:attrName>style.visibility</p:attrName>
                                        </p:attrNameLst>
                                      </p:cBhvr>
                                      <p:to>
                                        <p:strVal val="visible"/>
                                      </p:to>
                                    </p:set>
                                    <p:anim calcmode="lin" valueType="num">
                                      <p:cBhvr>
                                        <p:cTn id="37" dur="500" fill="hold"/>
                                        <p:tgtEl>
                                          <p:spTgt spid="70"/>
                                        </p:tgtEl>
                                        <p:attrNameLst>
                                          <p:attrName>ppt_w</p:attrName>
                                        </p:attrNameLst>
                                      </p:cBhvr>
                                      <p:tavLst>
                                        <p:tav tm="0">
                                          <p:val>
                                            <p:fltVal val="0"/>
                                          </p:val>
                                        </p:tav>
                                        <p:tav tm="100000">
                                          <p:val>
                                            <p:strVal val="#ppt_w"/>
                                          </p:val>
                                        </p:tav>
                                      </p:tavLst>
                                    </p:anim>
                                    <p:anim calcmode="lin" valueType="num">
                                      <p:cBhvr>
                                        <p:cTn id="38" dur="500" fill="hold"/>
                                        <p:tgtEl>
                                          <p:spTgt spid="70"/>
                                        </p:tgtEl>
                                        <p:attrNameLst>
                                          <p:attrName>ppt_h</p:attrName>
                                        </p:attrNameLst>
                                      </p:cBhvr>
                                      <p:tavLst>
                                        <p:tav tm="0">
                                          <p:val>
                                            <p:fltVal val="0"/>
                                          </p:val>
                                        </p:tav>
                                        <p:tav tm="100000">
                                          <p:val>
                                            <p:strVal val="#ppt_h"/>
                                          </p:val>
                                        </p:tav>
                                      </p:tavLst>
                                    </p:anim>
                                    <p:animEffect transition="in" filter="fade">
                                      <p:cBhvr>
                                        <p:cTn id="39" dur="500"/>
                                        <p:tgtEl>
                                          <p:spTgt spid="70"/>
                                        </p:tgtEl>
                                      </p:cBhvr>
                                    </p:animEffect>
                                  </p:childTnLst>
                                </p:cTn>
                              </p:par>
                            </p:childTnLst>
                          </p:cTn>
                        </p:par>
                        <p:par>
                          <p:cTn id="40" fill="hold">
                            <p:stCondLst>
                              <p:cond delay="3500"/>
                            </p:stCondLst>
                            <p:childTnLst>
                              <p:par>
                                <p:cTn id="41" presetID="22" presetClass="entr" presetSubtype="8" fill="hold" grpId="0" nodeType="afterEffect">
                                  <p:stCondLst>
                                    <p:cond delay="0"/>
                                  </p:stCondLst>
                                  <p:childTnLst>
                                    <p:set>
                                      <p:cBhvr>
                                        <p:cTn id="42" dur="1" fill="hold">
                                          <p:stCondLst>
                                            <p:cond delay="0"/>
                                          </p:stCondLst>
                                        </p:cTn>
                                        <p:tgtEl>
                                          <p:spTgt spid="71"/>
                                        </p:tgtEl>
                                        <p:attrNameLst>
                                          <p:attrName>style.visibility</p:attrName>
                                        </p:attrNameLst>
                                      </p:cBhvr>
                                      <p:to>
                                        <p:strVal val="visible"/>
                                      </p:to>
                                    </p:set>
                                    <p:animEffect transition="in" filter="wipe(left)">
                                      <p:cBhvr>
                                        <p:cTn id="43" dur="500"/>
                                        <p:tgtEl>
                                          <p:spTgt spid="71"/>
                                        </p:tgtEl>
                                      </p:cBhvr>
                                    </p:animEffect>
                                  </p:childTnLst>
                                </p:cTn>
                              </p:par>
                            </p:childTnLst>
                          </p:cTn>
                        </p:par>
                        <p:par>
                          <p:cTn id="44" fill="hold">
                            <p:stCondLst>
                              <p:cond delay="4000"/>
                            </p:stCondLst>
                            <p:childTnLst>
                              <p:par>
                                <p:cTn id="45" presetID="22" presetClass="entr" presetSubtype="8" fill="hold" grpId="0" nodeType="afterEffect">
                                  <p:stCondLst>
                                    <p:cond delay="0"/>
                                  </p:stCondLst>
                                  <p:childTnLst>
                                    <p:set>
                                      <p:cBhvr>
                                        <p:cTn id="46" dur="1" fill="hold">
                                          <p:stCondLst>
                                            <p:cond delay="0"/>
                                          </p:stCondLst>
                                        </p:cTn>
                                        <p:tgtEl>
                                          <p:spTgt spid="72"/>
                                        </p:tgtEl>
                                        <p:attrNameLst>
                                          <p:attrName>style.visibility</p:attrName>
                                        </p:attrNameLst>
                                      </p:cBhvr>
                                      <p:to>
                                        <p:strVal val="visible"/>
                                      </p:to>
                                    </p:set>
                                    <p:animEffect transition="in" filter="wipe(left)">
                                      <p:cBhvr>
                                        <p:cTn id="47" dur="500"/>
                                        <p:tgtEl>
                                          <p:spTgt spid="72"/>
                                        </p:tgtEl>
                                      </p:cBhvr>
                                    </p:animEffect>
                                  </p:childTnLst>
                                </p:cTn>
                              </p:par>
                            </p:childTnLst>
                          </p:cTn>
                        </p:par>
                        <p:par>
                          <p:cTn id="48" fill="hold">
                            <p:stCondLst>
                              <p:cond delay="4500"/>
                            </p:stCondLst>
                            <p:childTnLst>
                              <p:par>
                                <p:cTn id="49" presetID="53" presetClass="entr" presetSubtype="16" fill="hold" grpId="0" nodeType="afterEffect">
                                  <p:stCondLst>
                                    <p:cond delay="0"/>
                                  </p:stCondLst>
                                  <p:childTnLst>
                                    <p:set>
                                      <p:cBhvr>
                                        <p:cTn id="50" dur="1" fill="hold">
                                          <p:stCondLst>
                                            <p:cond delay="0"/>
                                          </p:stCondLst>
                                        </p:cTn>
                                        <p:tgtEl>
                                          <p:spTgt spid="73"/>
                                        </p:tgtEl>
                                        <p:attrNameLst>
                                          <p:attrName>style.visibility</p:attrName>
                                        </p:attrNameLst>
                                      </p:cBhvr>
                                      <p:to>
                                        <p:strVal val="visible"/>
                                      </p:to>
                                    </p:set>
                                    <p:anim calcmode="lin" valueType="num">
                                      <p:cBhvr>
                                        <p:cTn id="51" dur="500" fill="hold"/>
                                        <p:tgtEl>
                                          <p:spTgt spid="73"/>
                                        </p:tgtEl>
                                        <p:attrNameLst>
                                          <p:attrName>ppt_w</p:attrName>
                                        </p:attrNameLst>
                                      </p:cBhvr>
                                      <p:tavLst>
                                        <p:tav tm="0">
                                          <p:val>
                                            <p:fltVal val="0"/>
                                          </p:val>
                                        </p:tav>
                                        <p:tav tm="100000">
                                          <p:val>
                                            <p:strVal val="#ppt_w"/>
                                          </p:val>
                                        </p:tav>
                                      </p:tavLst>
                                    </p:anim>
                                    <p:anim calcmode="lin" valueType="num">
                                      <p:cBhvr>
                                        <p:cTn id="52" dur="500" fill="hold"/>
                                        <p:tgtEl>
                                          <p:spTgt spid="73"/>
                                        </p:tgtEl>
                                        <p:attrNameLst>
                                          <p:attrName>ppt_h</p:attrName>
                                        </p:attrNameLst>
                                      </p:cBhvr>
                                      <p:tavLst>
                                        <p:tav tm="0">
                                          <p:val>
                                            <p:fltVal val="0"/>
                                          </p:val>
                                        </p:tav>
                                        <p:tav tm="100000">
                                          <p:val>
                                            <p:strVal val="#ppt_h"/>
                                          </p:val>
                                        </p:tav>
                                      </p:tavLst>
                                    </p:anim>
                                    <p:animEffect transition="in" filter="fade">
                                      <p:cBhvr>
                                        <p:cTn id="53" dur="500"/>
                                        <p:tgtEl>
                                          <p:spTgt spid="73"/>
                                        </p:tgtEl>
                                      </p:cBhvr>
                                    </p:animEffect>
                                  </p:childTnLst>
                                </p:cTn>
                              </p:par>
                            </p:childTnLst>
                          </p:cTn>
                        </p:par>
                        <p:par>
                          <p:cTn id="54" fill="hold">
                            <p:stCondLst>
                              <p:cond delay="5000"/>
                            </p:stCondLst>
                            <p:childTnLst>
                              <p:par>
                                <p:cTn id="55" presetID="53" presetClass="entr" presetSubtype="16" fill="hold" grpId="0" nodeType="afterEffect">
                                  <p:stCondLst>
                                    <p:cond delay="0"/>
                                  </p:stCondLst>
                                  <p:childTnLst>
                                    <p:set>
                                      <p:cBhvr>
                                        <p:cTn id="56" dur="1" fill="hold">
                                          <p:stCondLst>
                                            <p:cond delay="0"/>
                                          </p:stCondLst>
                                        </p:cTn>
                                        <p:tgtEl>
                                          <p:spTgt spid="74"/>
                                        </p:tgtEl>
                                        <p:attrNameLst>
                                          <p:attrName>style.visibility</p:attrName>
                                        </p:attrNameLst>
                                      </p:cBhvr>
                                      <p:to>
                                        <p:strVal val="visible"/>
                                      </p:to>
                                    </p:set>
                                    <p:anim calcmode="lin" valueType="num">
                                      <p:cBhvr>
                                        <p:cTn id="57" dur="500" fill="hold"/>
                                        <p:tgtEl>
                                          <p:spTgt spid="74"/>
                                        </p:tgtEl>
                                        <p:attrNameLst>
                                          <p:attrName>ppt_w</p:attrName>
                                        </p:attrNameLst>
                                      </p:cBhvr>
                                      <p:tavLst>
                                        <p:tav tm="0">
                                          <p:val>
                                            <p:fltVal val="0"/>
                                          </p:val>
                                        </p:tav>
                                        <p:tav tm="100000">
                                          <p:val>
                                            <p:strVal val="#ppt_w"/>
                                          </p:val>
                                        </p:tav>
                                      </p:tavLst>
                                    </p:anim>
                                    <p:anim calcmode="lin" valueType="num">
                                      <p:cBhvr>
                                        <p:cTn id="58" dur="500" fill="hold"/>
                                        <p:tgtEl>
                                          <p:spTgt spid="74"/>
                                        </p:tgtEl>
                                        <p:attrNameLst>
                                          <p:attrName>ppt_h</p:attrName>
                                        </p:attrNameLst>
                                      </p:cBhvr>
                                      <p:tavLst>
                                        <p:tav tm="0">
                                          <p:val>
                                            <p:fltVal val="0"/>
                                          </p:val>
                                        </p:tav>
                                        <p:tav tm="100000">
                                          <p:val>
                                            <p:strVal val="#ppt_h"/>
                                          </p:val>
                                        </p:tav>
                                      </p:tavLst>
                                    </p:anim>
                                    <p:animEffect transition="in" filter="fade">
                                      <p:cBhvr>
                                        <p:cTn id="59" dur="500"/>
                                        <p:tgtEl>
                                          <p:spTgt spid="74"/>
                                        </p:tgtEl>
                                      </p:cBhvr>
                                    </p:animEffect>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wipe(left)">
                                      <p:cBhvr>
                                        <p:cTn id="63" dur="500"/>
                                        <p:tgtEl>
                                          <p:spTgt spid="75"/>
                                        </p:tgtEl>
                                      </p:cBhvr>
                                    </p:animEffect>
                                  </p:childTnLst>
                                </p:cTn>
                              </p:par>
                            </p:childTnLst>
                          </p:cTn>
                        </p:par>
                        <p:par>
                          <p:cTn id="64" fill="hold">
                            <p:stCondLst>
                              <p:cond delay="6000"/>
                            </p:stCondLst>
                            <p:childTnLst>
                              <p:par>
                                <p:cTn id="65" presetID="22" presetClass="entr" presetSubtype="8" fill="hold" grpId="0" nodeType="afterEffect">
                                  <p:stCondLst>
                                    <p:cond delay="0"/>
                                  </p:stCondLst>
                                  <p:childTnLst>
                                    <p:set>
                                      <p:cBhvr>
                                        <p:cTn id="66" dur="1" fill="hold">
                                          <p:stCondLst>
                                            <p:cond delay="0"/>
                                          </p:stCondLst>
                                        </p:cTn>
                                        <p:tgtEl>
                                          <p:spTgt spid="76"/>
                                        </p:tgtEl>
                                        <p:attrNameLst>
                                          <p:attrName>style.visibility</p:attrName>
                                        </p:attrNameLst>
                                      </p:cBhvr>
                                      <p:to>
                                        <p:strVal val="visible"/>
                                      </p:to>
                                    </p:set>
                                    <p:animEffect transition="in" filter="wipe(left)">
                                      <p:cBhvr>
                                        <p:cTn id="6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1" grpId="0"/>
      <p:bldP spid="24" grpId="0" animBg="1"/>
      <p:bldP spid="25" grpId="0"/>
      <p:bldP spid="69" grpId="0" animBg="1"/>
      <p:bldP spid="70" grpId="0"/>
      <p:bldP spid="71" grpId="0" animBg="1"/>
      <p:bldP spid="72" grpId="0"/>
      <p:bldP spid="73" grpId="0" animBg="1"/>
      <p:bldP spid="74" grpId="0"/>
      <p:bldP spid="75" grpId="0" animBg="1"/>
      <p:bldP spid="76" grpId="0"/>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858520" y="3429001"/>
            <a:ext cx="10449560" cy="6095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 name="Oval 3"/>
          <p:cNvSpPr/>
          <p:nvPr/>
        </p:nvSpPr>
        <p:spPr>
          <a:xfrm>
            <a:off x="2384770" y="3342639"/>
            <a:ext cx="233680" cy="2336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1" name="TextBox 20"/>
          <p:cNvSpPr txBox="1"/>
          <p:nvPr/>
        </p:nvSpPr>
        <p:spPr>
          <a:xfrm>
            <a:off x="1435848" y="2532933"/>
            <a:ext cx="925844"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a:solidFill>
                  <a:srgbClr val="237DB9"/>
                </a:solidFill>
                <a:latin typeface="Roboto Medium"/>
              </a:rPr>
              <a:t>4</a:t>
            </a:r>
            <a:endParaRPr lang="en-US" sz="2667" b="1" dirty="0">
              <a:solidFill>
                <a:srgbClr val="237DB9"/>
              </a:solidFill>
              <a:latin typeface="Roboto Medium"/>
            </a:endParaRPr>
          </a:p>
        </p:txBody>
      </p:sp>
      <p:sp>
        <p:nvSpPr>
          <p:cNvPr id="24" name="Right Brace 23"/>
          <p:cNvSpPr/>
          <p:nvPr/>
        </p:nvSpPr>
        <p:spPr>
          <a:xfrm>
            <a:off x="2442973" y="2312247"/>
            <a:ext cx="134837" cy="944139"/>
          </a:xfrm>
          <a:prstGeom prst="rightBrace">
            <a:avLst>
              <a:gd name="adj1" fmla="val 54159"/>
              <a:gd name="adj2" fmla="val 50000"/>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25" name="TextBox 24"/>
          <p:cNvSpPr txBox="1"/>
          <p:nvPr/>
        </p:nvSpPr>
        <p:spPr>
          <a:xfrm>
            <a:off x="2637079" y="2184151"/>
            <a:ext cx="3028209" cy="1200329"/>
          </a:xfrm>
          <a:prstGeom prst="rect">
            <a:avLst/>
          </a:prstGeom>
          <a:noFill/>
        </p:spPr>
        <p:txBody>
          <a:bodyPr wrap="square" rtlCol="0">
            <a:spAutoFit/>
          </a:bodyPr>
          <a:lstStyle/>
          <a:p>
            <a:pPr defTabSz="1375467" fontAlgn="auto">
              <a:spcBef>
                <a:spcPts val="0"/>
              </a:spcBef>
              <a:spcAft>
                <a:spcPts val="0"/>
              </a:spcAft>
            </a:pPr>
            <a:r>
              <a:rPr lang="ar-SA" sz="2400" b="1" dirty="0"/>
              <a:t>یمكن تخزين وحفظ المعلومات المكتوبة عليها على جهاز الحاسب</a:t>
            </a:r>
            <a:endParaRPr lang="en-US" b="1" dirty="0">
              <a:solidFill>
                <a:srgbClr val="FFFFFF">
                  <a:lumMod val="65000"/>
                </a:srgbClr>
              </a:solidFill>
              <a:latin typeface="Roboto Condensed"/>
            </a:endParaRPr>
          </a:p>
        </p:txBody>
      </p:sp>
      <p:sp>
        <p:nvSpPr>
          <p:cNvPr id="26" name="Oval 25"/>
          <p:cNvSpPr/>
          <p:nvPr/>
        </p:nvSpPr>
        <p:spPr>
          <a:xfrm>
            <a:off x="4368323" y="3361309"/>
            <a:ext cx="233680" cy="23368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7" name="TextBox 26"/>
          <p:cNvSpPr txBox="1"/>
          <p:nvPr/>
        </p:nvSpPr>
        <p:spPr>
          <a:xfrm>
            <a:off x="3297342" y="3993369"/>
            <a:ext cx="1047905"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smtClean="0">
                <a:solidFill>
                  <a:srgbClr val="15AA96"/>
                </a:solidFill>
                <a:latin typeface="Roboto Medium"/>
              </a:rPr>
              <a:t>5</a:t>
            </a:r>
            <a:endParaRPr lang="en-US" sz="2667" b="1" dirty="0">
              <a:solidFill>
                <a:srgbClr val="15AA96"/>
              </a:solidFill>
              <a:latin typeface="Roboto Medium"/>
            </a:endParaRPr>
          </a:p>
        </p:txBody>
      </p:sp>
      <p:sp>
        <p:nvSpPr>
          <p:cNvPr id="28" name="Right Brace 27"/>
          <p:cNvSpPr/>
          <p:nvPr/>
        </p:nvSpPr>
        <p:spPr>
          <a:xfrm>
            <a:off x="4426526" y="3772683"/>
            <a:ext cx="134837" cy="944139"/>
          </a:xfrm>
          <a:prstGeom prst="rightBrace">
            <a:avLst>
              <a:gd name="adj1" fmla="val 54159"/>
              <a:gd name="adj2" fmla="val 50000"/>
            </a:avLst>
          </a:prstGeom>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29" name="TextBox 28"/>
          <p:cNvSpPr txBox="1"/>
          <p:nvPr/>
        </p:nvSpPr>
        <p:spPr>
          <a:xfrm>
            <a:off x="4620630" y="3670237"/>
            <a:ext cx="2510847" cy="1200329"/>
          </a:xfrm>
          <a:prstGeom prst="rect">
            <a:avLst/>
          </a:prstGeom>
          <a:noFill/>
        </p:spPr>
        <p:txBody>
          <a:bodyPr wrap="square" rtlCol="0">
            <a:spAutoFit/>
          </a:bodyPr>
          <a:lstStyle/>
          <a:p>
            <a:pPr defTabSz="1375467" fontAlgn="auto">
              <a:spcBef>
                <a:spcPts val="0"/>
              </a:spcBef>
              <a:spcAft>
                <a:spcPts val="0"/>
              </a:spcAft>
            </a:pPr>
            <a:r>
              <a:rPr lang="ar-SA" sz="2400" b="1" dirty="0"/>
              <a:t>يمكن تحويل الكتابة اليدوية إلى كتابة إلكترونية بلمسة واحدة</a:t>
            </a:r>
            <a:endParaRPr lang="en-US" b="1" dirty="0">
              <a:solidFill>
                <a:srgbClr val="FFFFFF">
                  <a:lumMod val="65000"/>
                </a:srgbClr>
              </a:solidFill>
              <a:latin typeface="Roboto Condensed"/>
            </a:endParaRPr>
          </a:p>
        </p:txBody>
      </p:sp>
      <p:sp>
        <p:nvSpPr>
          <p:cNvPr id="73" name="Oval 72"/>
          <p:cNvSpPr/>
          <p:nvPr/>
        </p:nvSpPr>
        <p:spPr>
          <a:xfrm>
            <a:off x="7689481" y="3342639"/>
            <a:ext cx="233680" cy="23368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74" name="TextBox 73"/>
          <p:cNvSpPr txBox="1"/>
          <p:nvPr/>
        </p:nvSpPr>
        <p:spPr>
          <a:xfrm>
            <a:off x="6740559" y="2532933"/>
            <a:ext cx="925844"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smtClean="0">
                <a:solidFill>
                  <a:srgbClr val="BE382C"/>
                </a:solidFill>
                <a:latin typeface="Roboto Medium"/>
              </a:rPr>
              <a:t>6</a:t>
            </a:r>
            <a:endParaRPr lang="en-US" sz="2667" b="1" dirty="0">
              <a:solidFill>
                <a:srgbClr val="BE382C"/>
              </a:solidFill>
              <a:latin typeface="Roboto Medium"/>
            </a:endParaRPr>
          </a:p>
        </p:txBody>
      </p:sp>
      <p:sp>
        <p:nvSpPr>
          <p:cNvPr id="75" name="Right Brace 74"/>
          <p:cNvSpPr/>
          <p:nvPr/>
        </p:nvSpPr>
        <p:spPr>
          <a:xfrm>
            <a:off x="7747684" y="2312247"/>
            <a:ext cx="134837" cy="944139"/>
          </a:xfrm>
          <a:prstGeom prst="rightBrace">
            <a:avLst>
              <a:gd name="adj1" fmla="val 54159"/>
              <a:gd name="adj2" fmla="val 50000"/>
            </a:avLst>
          </a:prstGeom>
          <a:ln w="19050">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76" name="TextBox 75"/>
          <p:cNvSpPr txBox="1"/>
          <p:nvPr/>
        </p:nvSpPr>
        <p:spPr>
          <a:xfrm>
            <a:off x="8070149" y="2161803"/>
            <a:ext cx="3357300" cy="1200329"/>
          </a:xfrm>
          <a:prstGeom prst="rect">
            <a:avLst/>
          </a:prstGeom>
          <a:noFill/>
        </p:spPr>
        <p:txBody>
          <a:bodyPr wrap="square" rtlCol="0">
            <a:spAutoFit/>
          </a:bodyPr>
          <a:lstStyle/>
          <a:p>
            <a:pPr defTabSz="1375467" fontAlgn="auto">
              <a:spcBef>
                <a:spcPts val="0"/>
              </a:spcBef>
              <a:spcAft>
                <a:spcPts val="0"/>
              </a:spcAft>
            </a:pPr>
            <a:r>
              <a:rPr lang="ar-SA" sz="2400" b="1" dirty="0"/>
              <a:t>إمكانية تطويع البيانات، والصور، والأشكال بواسطة الطابعة الملحقة بها</a:t>
            </a:r>
            <a:endParaRPr lang="en-US" b="1" dirty="0">
              <a:solidFill>
                <a:srgbClr val="FFFFFF">
                  <a:lumMod val="65000"/>
                </a:srgbClr>
              </a:solidFill>
              <a:latin typeface="Roboto Condensed"/>
            </a:endParaRPr>
          </a:p>
        </p:txBody>
      </p:sp>
      <p:sp>
        <p:nvSpPr>
          <p:cNvPr id="36" name="Rectangle 35"/>
          <p:cNvSpPr/>
          <p:nvPr/>
        </p:nvSpPr>
        <p:spPr>
          <a:xfrm>
            <a:off x="320688" y="676769"/>
            <a:ext cx="11347420" cy="646331"/>
          </a:xfrm>
          <a:prstGeom prst="rect">
            <a:avLst/>
          </a:prstGeom>
        </p:spPr>
        <p:txBody>
          <a:bodyPr wrap="square">
            <a:spAutoFit/>
          </a:bodyPr>
          <a:lstStyle/>
          <a:p>
            <a:pPr algn="r" rtl="1" fontAlgn="auto">
              <a:spcBef>
                <a:spcPts val="0"/>
              </a:spcBef>
              <a:spcAft>
                <a:spcPts val="0"/>
              </a:spcAft>
            </a:pPr>
            <a:r>
              <a:rPr lang="ar-SA" sz="3600" b="1" kern="0" dirty="0" smtClean="0">
                <a:solidFill>
                  <a:prstClr val="black"/>
                </a:solidFill>
              </a:rPr>
              <a:t>أما عن الفوائد التربوية المرجو تحقيقها من استخدام الحقائب التعليمية:</a:t>
            </a:r>
            <a:endParaRPr lang="en-US" sz="3600" kern="0" dirty="0" smtClean="0">
              <a:solidFill>
                <a:prstClr val="black"/>
              </a:solidFill>
            </a:endParaRPr>
          </a:p>
        </p:txBody>
      </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30139728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 calcmode="lin" valueType="num">
                                      <p:cBhvr>
                                        <p:cTn id="17" dur="500" fill="hold"/>
                                        <p:tgtEl>
                                          <p:spTgt spid="21"/>
                                        </p:tgtEl>
                                        <p:attrNameLst>
                                          <p:attrName>ppt_w</p:attrName>
                                        </p:attrNameLst>
                                      </p:cBhvr>
                                      <p:tavLst>
                                        <p:tav tm="0">
                                          <p:val>
                                            <p:fltVal val="0"/>
                                          </p:val>
                                        </p:tav>
                                        <p:tav tm="100000">
                                          <p:val>
                                            <p:strVal val="#ppt_w"/>
                                          </p:val>
                                        </p:tav>
                                      </p:tavLst>
                                    </p:anim>
                                    <p:anim calcmode="lin" valueType="num">
                                      <p:cBhvr>
                                        <p:cTn id="18" dur="500" fill="hold"/>
                                        <p:tgtEl>
                                          <p:spTgt spid="21"/>
                                        </p:tgtEl>
                                        <p:attrNameLst>
                                          <p:attrName>ppt_h</p:attrName>
                                        </p:attrNameLst>
                                      </p:cBhvr>
                                      <p:tavLst>
                                        <p:tav tm="0">
                                          <p:val>
                                            <p:fltVal val="0"/>
                                          </p:val>
                                        </p:tav>
                                        <p:tav tm="100000">
                                          <p:val>
                                            <p:strVal val="#ppt_h"/>
                                          </p:val>
                                        </p:tav>
                                      </p:tavLst>
                                    </p:anim>
                                    <p:animEffect transition="in" filter="fade">
                                      <p:cBhvr>
                                        <p:cTn id="19" dur="500"/>
                                        <p:tgtEl>
                                          <p:spTgt spid="21"/>
                                        </p:tgtEl>
                                      </p:cBhvr>
                                    </p:animEffect>
                                  </p:childTnLst>
                                </p:cTn>
                              </p:par>
                            </p:childTnLst>
                          </p:cTn>
                        </p:par>
                        <p:par>
                          <p:cTn id="20" fill="hold">
                            <p:stCondLst>
                              <p:cond delay="1500"/>
                            </p:stCondLst>
                            <p:childTnLst>
                              <p:par>
                                <p:cTn id="21" presetID="22" presetClass="entr" presetSubtype="8"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left)">
                                      <p:cBhvr>
                                        <p:cTn id="27" dur="500"/>
                                        <p:tgtEl>
                                          <p:spTgt spid="25"/>
                                        </p:tgtEl>
                                      </p:cBhvr>
                                    </p:animEffect>
                                  </p:childTnLst>
                                </p:cTn>
                              </p:par>
                            </p:childTnLst>
                          </p:cTn>
                        </p:par>
                        <p:par>
                          <p:cTn id="28" fill="hold">
                            <p:stCondLst>
                              <p:cond delay="2500"/>
                            </p:stCondLst>
                            <p:childTnLst>
                              <p:par>
                                <p:cTn id="29" presetID="53" presetClass="entr" presetSubtype="16" fill="hold" grpId="0" nodeType="afterEffect">
                                  <p:stCondLst>
                                    <p:cond delay="0"/>
                                  </p:stCondLst>
                                  <p:childTnLst>
                                    <p:set>
                                      <p:cBhvr>
                                        <p:cTn id="30" dur="1" fill="hold">
                                          <p:stCondLst>
                                            <p:cond delay="0"/>
                                          </p:stCondLst>
                                        </p:cTn>
                                        <p:tgtEl>
                                          <p:spTgt spid="26"/>
                                        </p:tgtEl>
                                        <p:attrNameLst>
                                          <p:attrName>style.visibility</p:attrName>
                                        </p:attrNameLst>
                                      </p:cBhvr>
                                      <p:to>
                                        <p:strVal val="visible"/>
                                      </p:to>
                                    </p:set>
                                    <p:anim calcmode="lin" valueType="num">
                                      <p:cBhvr>
                                        <p:cTn id="31" dur="500" fill="hold"/>
                                        <p:tgtEl>
                                          <p:spTgt spid="26"/>
                                        </p:tgtEl>
                                        <p:attrNameLst>
                                          <p:attrName>ppt_w</p:attrName>
                                        </p:attrNameLst>
                                      </p:cBhvr>
                                      <p:tavLst>
                                        <p:tav tm="0">
                                          <p:val>
                                            <p:fltVal val="0"/>
                                          </p:val>
                                        </p:tav>
                                        <p:tav tm="100000">
                                          <p:val>
                                            <p:strVal val="#ppt_w"/>
                                          </p:val>
                                        </p:tav>
                                      </p:tavLst>
                                    </p:anim>
                                    <p:anim calcmode="lin" valueType="num">
                                      <p:cBhvr>
                                        <p:cTn id="32" dur="500" fill="hold"/>
                                        <p:tgtEl>
                                          <p:spTgt spid="26"/>
                                        </p:tgtEl>
                                        <p:attrNameLst>
                                          <p:attrName>ppt_h</p:attrName>
                                        </p:attrNameLst>
                                      </p:cBhvr>
                                      <p:tavLst>
                                        <p:tav tm="0">
                                          <p:val>
                                            <p:fltVal val="0"/>
                                          </p:val>
                                        </p:tav>
                                        <p:tav tm="100000">
                                          <p:val>
                                            <p:strVal val="#ppt_h"/>
                                          </p:val>
                                        </p:tav>
                                      </p:tavLst>
                                    </p:anim>
                                    <p:animEffect transition="in" filter="fade">
                                      <p:cBhvr>
                                        <p:cTn id="33" dur="500"/>
                                        <p:tgtEl>
                                          <p:spTgt spid="26"/>
                                        </p:tgtEl>
                                      </p:cBhvr>
                                    </p:animEffect>
                                  </p:childTnLst>
                                </p:cTn>
                              </p:par>
                            </p:childTnLst>
                          </p:cTn>
                        </p:par>
                        <p:par>
                          <p:cTn id="34" fill="hold">
                            <p:stCondLst>
                              <p:cond delay="3000"/>
                            </p:stCondLst>
                            <p:childTnLst>
                              <p:par>
                                <p:cTn id="35" presetID="53" presetClass="entr" presetSubtype="16"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childTnLst>
                          </p:cTn>
                        </p:par>
                        <p:par>
                          <p:cTn id="40" fill="hold">
                            <p:stCondLst>
                              <p:cond delay="3500"/>
                            </p:stCondLst>
                            <p:childTnLst>
                              <p:par>
                                <p:cTn id="41" presetID="22" presetClass="entr" presetSubtype="8" fill="hold" grpId="0" nodeType="after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wipe(left)">
                                      <p:cBhvr>
                                        <p:cTn id="43" dur="500"/>
                                        <p:tgtEl>
                                          <p:spTgt spid="28"/>
                                        </p:tgtEl>
                                      </p:cBhvr>
                                    </p:animEffect>
                                  </p:childTnLst>
                                </p:cTn>
                              </p:par>
                            </p:childTnLst>
                          </p:cTn>
                        </p:par>
                        <p:par>
                          <p:cTn id="44" fill="hold">
                            <p:stCondLst>
                              <p:cond delay="4000"/>
                            </p:stCondLst>
                            <p:childTnLst>
                              <p:par>
                                <p:cTn id="45" presetID="22" presetClass="entr" presetSubtype="8" fill="hold" grpId="0" nodeType="after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wipe(left)">
                                      <p:cBhvr>
                                        <p:cTn id="47" dur="500"/>
                                        <p:tgtEl>
                                          <p:spTgt spid="29"/>
                                        </p:tgtEl>
                                      </p:cBhvr>
                                    </p:animEffect>
                                  </p:childTnLst>
                                </p:cTn>
                              </p:par>
                            </p:childTnLst>
                          </p:cTn>
                        </p:par>
                        <p:par>
                          <p:cTn id="48" fill="hold">
                            <p:stCondLst>
                              <p:cond delay="4500"/>
                            </p:stCondLst>
                            <p:childTnLst>
                              <p:par>
                                <p:cTn id="49" presetID="53" presetClass="entr" presetSubtype="16" fill="hold" grpId="0" nodeType="afterEffect">
                                  <p:stCondLst>
                                    <p:cond delay="0"/>
                                  </p:stCondLst>
                                  <p:childTnLst>
                                    <p:set>
                                      <p:cBhvr>
                                        <p:cTn id="50" dur="1" fill="hold">
                                          <p:stCondLst>
                                            <p:cond delay="0"/>
                                          </p:stCondLst>
                                        </p:cTn>
                                        <p:tgtEl>
                                          <p:spTgt spid="73"/>
                                        </p:tgtEl>
                                        <p:attrNameLst>
                                          <p:attrName>style.visibility</p:attrName>
                                        </p:attrNameLst>
                                      </p:cBhvr>
                                      <p:to>
                                        <p:strVal val="visible"/>
                                      </p:to>
                                    </p:set>
                                    <p:anim calcmode="lin" valueType="num">
                                      <p:cBhvr>
                                        <p:cTn id="51" dur="500" fill="hold"/>
                                        <p:tgtEl>
                                          <p:spTgt spid="73"/>
                                        </p:tgtEl>
                                        <p:attrNameLst>
                                          <p:attrName>ppt_w</p:attrName>
                                        </p:attrNameLst>
                                      </p:cBhvr>
                                      <p:tavLst>
                                        <p:tav tm="0">
                                          <p:val>
                                            <p:fltVal val="0"/>
                                          </p:val>
                                        </p:tav>
                                        <p:tav tm="100000">
                                          <p:val>
                                            <p:strVal val="#ppt_w"/>
                                          </p:val>
                                        </p:tav>
                                      </p:tavLst>
                                    </p:anim>
                                    <p:anim calcmode="lin" valueType="num">
                                      <p:cBhvr>
                                        <p:cTn id="52" dur="500" fill="hold"/>
                                        <p:tgtEl>
                                          <p:spTgt spid="73"/>
                                        </p:tgtEl>
                                        <p:attrNameLst>
                                          <p:attrName>ppt_h</p:attrName>
                                        </p:attrNameLst>
                                      </p:cBhvr>
                                      <p:tavLst>
                                        <p:tav tm="0">
                                          <p:val>
                                            <p:fltVal val="0"/>
                                          </p:val>
                                        </p:tav>
                                        <p:tav tm="100000">
                                          <p:val>
                                            <p:strVal val="#ppt_h"/>
                                          </p:val>
                                        </p:tav>
                                      </p:tavLst>
                                    </p:anim>
                                    <p:animEffect transition="in" filter="fade">
                                      <p:cBhvr>
                                        <p:cTn id="53" dur="500"/>
                                        <p:tgtEl>
                                          <p:spTgt spid="73"/>
                                        </p:tgtEl>
                                      </p:cBhvr>
                                    </p:animEffect>
                                  </p:childTnLst>
                                </p:cTn>
                              </p:par>
                            </p:childTnLst>
                          </p:cTn>
                        </p:par>
                        <p:par>
                          <p:cTn id="54" fill="hold">
                            <p:stCondLst>
                              <p:cond delay="5000"/>
                            </p:stCondLst>
                            <p:childTnLst>
                              <p:par>
                                <p:cTn id="55" presetID="53" presetClass="entr" presetSubtype="16" fill="hold" grpId="0" nodeType="afterEffect">
                                  <p:stCondLst>
                                    <p:cond delay="0"/>
                                  </p:stCondLst>
                                  <p:childTnLst>
                                    <p:set>
                                      <p:cBhvr>
                                        <p:cTn id="56" dur="1" fill="hold">
                                          <p:stCondLst>
                                            <p:cond delay="0"/>
                                          </p:stCondLst>
                                        </p:cTn>
                                        <p:tgtEl>
                                          <p:spTgt spid="74"/>
                                        </p:tgtEl>
                                        <p:attrNameLst>
                                          <p:attrName>style.visibility</p:attrName>
                                        </p:attrNameLst>
                                      </p:cBhvr>
                                      <p:to>
                                        <p:strVal val="visible"/>
                                      </p:to>
                                    </p:set>
                                    <p:anim calcmode="lin" valueType="num">
                                      <p:cBhvr>
                                        <p:cTn id="57" dur="500" fill="hold"/>
                                        <p:tgtEl>
                                          <p:spTgt spid="74"/>
                                        </p:tgtEl>
                                        <p:attrNameLst>
                                          <p:attrName>ppt_w</p:attrName>
                                        </p:attrNameLst>
                                      </p:cBhvr>
                                      <p:tavLst>
                                        <p:tav tm="0">
                                          <p:val>
                                            <p:fltVal val="0"/>
                                          </p:val>
                                        </p:tav>
                                        <p:tav tm="100000">
                                          <p:val>
                                            <p:strVal val="#ppt_w"/>
                                          </p:val>
                                        </p:tav>
                                      </p:tavLst>
                                    </p:anim>
                                    <p:anim calcmode="lin" valueType="num">
                                      <p:cBhvr>
                                        <p:cTn id="58" dur="500" fill="hold"/>
                                        <p:tgtEl>
                                          <p:spTgt spid="74"/>
                                        </p:tgtEl>
                                        <p:attrNameLst>
                                          <p:attrName>ppt_h</p:attrName>
                                        </p:attrNameLst>
                                      </p:cBhvr>
                                      <p:tavLst>
                                        <p:tav tm="0">
                                          <p:val>
                                            <p:fltVal val="0"/>
                                          </p:val>
                                        </p:tav>
                                        <p:tav tm="100000">
                                          <p:val>
                                            <p:strVal val="#ppt_h"/>
                                          </p:val>
                                        </p:tav>
                                      </p:tavLst>
                                    </p:anim>
                                    <p:animEffect transition="in" filter="fade">
                                      <p:cBhvr>
                                        <p:cTn id="59" dur="500"/>
                                        <p:tgtEl>
                                          <p:spTgt spid="74"/>
                                        </p:tgtEl>
                                      </p:cBhvr>
                                    </p:animEffect>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wipe(left)">
                                      <p:cBhvr>
                                        <p:cTn id="63" dur="500"/>
                                        <p:tgtEl>
                                          <p:spTgt spid="75"/>
                                        </p:tgtEl>
                                      </p:cBhvr>
                                    </p:animEffect>
                                  </p:childTnLst>
                                </p:cTn>
                              </p:par>
                            </p:childTnLst>
                          </p:cTn>
                        </p:par>
                        <p:par>
                          <p:cTn id="64" fill="hold">
                            <p:stCondLst>
                              <p:cond delay="6000"/>
                            </p:stCondLst>
                            <p:childTnLst>
                              <p:par>
                                <p:cTn id="65" presetID="22" presetClass="entr" presetSubtype="8" fill="hold" grpId="0" nodeType="afterEffect">
                                  <p:stCondLst>
                                    <p:cond delay="0"/>
                                  </p:stCondLst>
                                  <p:childTnLst>
                                    <p:set>
                                      <p:cBhvr>
                                        <p:cTn id="66" dur="1" fill="hold">
                                          <p:stCondLst>
                                            <p:cond delay="0"/>
                                          </p:stCondLst>
                                        </p:cTn>
                                        <p:tgtEl>
                                          <p:spTgt spid="76"/>
                                        </p:tgtEl>
                                        <p:attrNameLst>
                                          <p:attrName>style.visibility</p:attrName>
                                        </p:attrNameLst>
                                      </p:cBhvr>
                                      <p:to>
                                        <p:strVal val="visible"/>
                                      </p:to>
                                    </p:set>
                                    <p:animEffect transition="in" filter="wipe(left)">
                                      <p:cBhvr>
                                        <p:cTn id="6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1" grpId="0"/>
      <p:bldP spid="24" grpId="0" animBg="1"/>
      <p:bldP spid="25" grpId="0"/>
      <p:bldP spid="26" grpId="0" animBg="1"/>
      <p:bldP spid="27" grpId="0"/>
      <p:bldP spid="28" grpId="0" animBg="1"/>
      <p:bldP spid="29" grpId="0"/>
      <p:bldP spid="73" grpId="0" animBg="1"/>
      <p:bldP spid="74" grpId="0"/>
      <p:bldP spid="75" grpId="0" animBg="1"/>
      <p:bldP spid="76" grpId="0"/>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253274"/>
            <a:ext cx="12192001" cy="4351453"/>
          </a:xfrm>
          <a:prstGeom prst="rect">
            <a:avLst/>
          </a:prstGeom>
          <a:solidFill>
            <a:schemeClr val="tx2">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0" name="Group 9"/>
          <p:cNvGrpSpPr/>
          <p:nvPr/>
        </p:nvGrpSpPr>
        <p:grpSpPr>
          <a:xfrm>
            <a:off x="2516779" y="2766296"/>
            <a:ext cx="7475543" cy="1834713"/>
            <a:chOff x="2516778" y="1975815"/>
            <a:chExt cx="7475543" cy="1834713"/>
          </a:xfrm>
        </p:grpSpPr>
        <p:sp>
          <p:nvSpPr>
            <p:cNvPr id="5" name="TextBox 4"/>
            <p:cNvSpPr txBox="1"/>
            <p:nvPr/>
          </p:nvSpPr>
          <p:spPr>
            <a:xfrm>
              <a:off x="4809429" y="1975815"/>
              <a:ext cx="2601994" cy="830997"/>
            </a:xfrm>
            <a:prstGeom prst="rect">
              <a:avLst/>
            </a:prstGeom>
            <a:noFill/>
          </p:spPr>
          <p:txBody>
            <a:bodyPr wrap="none" rtlCol="0">
              <a:spAutoFit/>
            </a:bodyPr>
            <a:lstStyle/>
            <a:p>
              <a:pPr rtl="1"/>
              <a:r>
                <a:rPr lang="ar-SA" sz="4800" b="1" dirty="0">
                  <a:solidFill>
                    <a:schemeClr val="bg1"/>
                  </a:solidFill>
                  <a:cs typeface="Simplified Arabic" panose="02020603050405020304" pitchFamily="18" charset="-78"/>
                </a:rPr>
                <a:t>الفصل الرابع</a:t>
              </a:r>
              <a:endParaRPr lang="en-US" sz="4800" dirty="0">
                <a:solidFill>
                  <a:schemeClr val="bg1"/>
                </a:solidFill>
                <a:cs typeface="Simplified Arabic" panose="02020603050405020304" pitchFamily="18" charset="-78"/>
              </a:endParaRPr>
            </a:p>
          </p:txBody>
        </p:sp>
        <p:sp>
          <p:nvSpPr>
            <p:cNvPr id="9" name="TextBox 8"/>
            <p:cNvSpPr txBox="1"/>
            <p:nvPr/>
          </p:nvSpPr>
          <p:spPr>
            <a:xfrm>
              <a:off x="2516778" y="3102642"/>
              <a:ext cx="7475543" cy="707886"/>
            </a:xfrm>
            <a:prstGeom prst="rect">
              <a:avLst/>
            </a:prstGeom>
            <a:noFill/>
          </p:spPr>
          <p:txBody>
            <a:bodyPr wrap="square" rtlCol="0">
              <a:spAutoFit/>
            </a:bodyPr>
            <a:lstStyle/>
            <a:p>
              <a:pPr algn="ctr" rtl="1"/>
              <a:r>
                <a:rPr lang="ar-SA" sz="4000" b="1" u="sng" dirty="0">
                  <a:solidFill>
                    <a:srgbClr val="FF0000"/>
                  </a:solidFill>
                  <a:cs typeface="Simplified Arabic" panose="02020603050405020304" pitchFamily="18" charset="-78"/>
                </a:rPr>
                <a:t>برمجيات الحاسب الآلي التطبيقية في التعليم</a:t>
              </a:r>
              <a:endParaRPr lang="en-US" sz="4000" u="sng" dirty="0">
                <a:solidFill>
                  <a:srgbClr val="FF0000"/>
                </a:solidFill>
                <a:cs typeface="Simplified Arabic" panose="02020603050405020304" pitchFamily="18" charset="-78"/>
              </a:endParaRPr>
            </a:p>
          </p:txBody>
        </p:sp>
      </p:grpSp>
      <p:sp>
        <p:nvSpPr>
          <p:cNvPr id="11" name="Oval 10"/>
          <p:cNvSpPr>
            <a:spLocks noChangeAspect="1"/>
          </p:cNvSpPr>
          <p:nvPr/>
        </p:nvSpPr>
        <p:spPr>
          <a:xfrm>
            <a:off x="5502863" y="3625234"/>
            <a:ext cx="144000" cy="144000"/>
          </a:xfrm>
          <a:prstGeom prst="ellipse">
            <a:avLst/>
          </a:prstGeom>
          <a:solidFill>
            <a:srgbClr val="0070C0">
              <a:alpha val="9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100" b="1" i="0" u="none" strike="noStrike" kern="0" cap="none" spc="0" normalizeH="0" baseline="0" noProof="0" dirty="0" smtClean="0">
              <a:ln>
                <a:noFill/>
              </a:ln>
              <a:solidFill>
                <a:prstClr val="white"/>
              </a:solidFill>
              <a:effectLst/>
              <a:uLnTx/>
              <a:uFillTx/>
              <a:latin typeface="Calibri" panose="020F0502020204030204"/>
              <a:ea typeface="+mn-ea"/>
              <a:cs typeface="Simplified Arabic" panose="02020603050405020304" pitchFamily="18" charset="-78"/>
            </a:endParaRPr>
          </a:p>
        </p:txBody>
      </p:sp>
      <p:sp>
        <p:nvSpPr>
          <p:cNvPr id="12" name="Oval 11"/>
          <p:cNvSpPr>
            <a:spLocks noChangeAspect="1"/>
          </p:cNvSpPr>
          <p:nvPr/>
        </p:nvSpPr>
        <p:spPr>
          <a:xfrm>
            <a:off x="5671348" y="3625234"/>
            <a:ext cx="144000" cy="144000"/>
          </a:xfrm>
          <a:prstGeom prst="ellipse">
            <a:avLst/>
          </a:prstGeom>
          <a:solidFill>
            <a:srgbClr val="FFC000">
              <a:alpha val="9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100" b="1" i="0" u="none" strike="noStrike" kern="0" cap="none" spc="0" normalizeH="0" baseline="0" noProof="0" dirty="0" smtClean="0">
              <a:ln>
                <a:noFill/>
              </a:ln>
              <a:solidFill>
                <a:prstClr val="white"/>
              </a:solidFill>
              <a:effectLst/>
              <a:uLnTx/>
              <a:uFillTx/>
              <a:latin typeface="Calibri" panose="020F0502020204030204"/>
              <a:ea typeface="+mn-ea"/>
              <a:cs typeface="Simplified Arabic" panose="02020603050405020304" pitchFamily="18" charset="-78"/>
            </a:endParaRPr>
          </a:p>
        </p:txBody>
      </p:sp>
      <p:sp>
        <p:nvSpPr>
          <p:cNvPr id="13" name="Oval 12"/>
          <p:cNvSpPr>
            <a:spLocks noChangeAspect="1"/>
          </p:cNvSpPr>
          <p:nvPr/>
        </p:nvSpPr>
        <p:spPr>
          <a:xfrm>
            <a:off x="5830308" y="3625234"/>
            <a:ext cx="144000" cy="144000"/>
          </a:xfrm>
          <a:prstGeom prst="ellipse">
            <a:avLst/>
          </a:prstGeom>
          <a:solidFill>
            <a:srgbClr val="ED7D31">
              <a:lumMod val="75000"/>
              <a:alpha val="9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100" b="1" i="0" u="none" strike="noStrike" kern="0" cap="none" spc="0" normalizeH="0" baseline="0" noProof="0" dirty="0" smtClean="0">
              <a:ln>
                <a:noFill/>
              </a:ln>
              <a:solidFill>
                <a:prstClr val="white"/>
              </a:solidFill>
              <a:effectLst/>
              <a:uLnTx/>
              <a:uFillTx/>
              <a:latin typeface="Calibri" panose="020F0502020204030204"/>
              <a:ea typeface="+mn-ea"/>
              <a:cs typeface="Simplified Arabic" panose="02020603050405020304" pitchFamily="18" charset="-78"/>
            </a:endParaRPr>
          </a:p>
        </p:txBody>
      </p:sp>
      <p:sp>
        <p:nvSpPr>
          <p:cNvPr id="14" name="Oval 13"/>
          <p:cNvSpPr>
            <a:spLocks noChangeAspect="1"/>
          </p:cNvSpPr>
          <p:nvPr/>
        </p:nvSpPr>
        <p:spPr>
          <a:xfrm>
            <a:off x="6008318" y="3625234"/>
            <a:ext cx="144000" cy="144000"/>
          </a:xfrm>
          <a:prstGeom prst="ellipse">
            <a:avLst/>
          </a:prstGeom>
          <a:solidFill>
            <a:srgbClr val="C00000">
              <a:alpha val="9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100" b="1" i="0" u="none" strike="noStrike" kern="0" cap="none" spc="0" normalizeH="0" baseline="0" noProof="0" dirty="0" smtClean="0">
              <a:ln>
                <a:noFill/>
              </a:ln>
              <a:solidFill>
                <a:prstClr val="white"/>
              </a:solidFill>
              <a:effectLst/>
              <a:uLnTx/>
              <a:uFillTx/>
              <a:latin typeface="Calibri" panose="020F0502020204030204"/>
              <a:ea typeface="+mn-ea"/>
              <a:cs typeface="Simplified Arabic" panose="02020603050405020304" pitchFamily="18" charset="-78"/>
            </a:endParaRPr>
          </a:p>
        </p:txBody>
      </p:sp>
      <p:sp>
        <p:nvSpPr>
          <p:cNvPr id="15" name="Oval 14"/>
          <p:cNvSpPr>
            <a:spLocks noChangeAspect="1"/>
          </p:cNvSpPr>
          <p:nvPr/>
        </p:nvSpPr>
        <p:spPr>
          <a:xfrm>
            <a:off x="6176803" y="3625234"/>
            <a:ext cx="144000" cy="144000"/>
          </a:xfrm>
          <a:prstGeom prst="ellipse">
            <a:avLst/>
          </a:prstGeom>
          <a:solidFill>
            <a:srgbClr val="FF0000">
              <a:alpha val="9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100" b="1" i="0" u="none" strike="noStrike" kern="0" cap="none" spc="0" normalizeH="0" baseline="0" noProof="0" dirty="0" smtClean="0">
              <a:ln>
                <a:noFill/>
              </a:ln>
              <a:solidFill>
                <a:prstClr val="white"/>
              </a:solidFill>
              <a:effectLst/>
              <a:uLnTx/>
              <a:uFillTx/>
              <a:latin typeface="Calibri" panose="020F0502020204030204"/>
              <a:ea typeface="+mn-ea"/>
              <a:cs typeface="Simplified Arabic" panose="02020603050405020304" pitchFamily="18" charset="-78"/>
            </a:endParaRPr>
          </a:p>
        </p:txBody>
      </p:sp>
      <p:sp>
        <p:nvSpPr>
          <p:cNvPr id="16" name="Oval 15"/>
          <p:cNvSpPr>
            <a:spLocks noChangeAspect="1"/>
          </p:cNvSpPr>
          <p:nvPr/>
        </p:nvSpPr>
        <p:spPr>
          <a:xfrm>
            <a:off x="6345288" y="3625234"/>
            <a:ext cx="144000" cy="144000"/>
          </a:xfrm>
          <a:prstGeom prst="ellipse">
            <a:avLst/>
          </a:prstGeom>
          <a:solidFill>
            <a:srgbClr val="70AD47">
              <a:alpha val="9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100" b="1" i="0" u="none" strike="noStrike" kern="0" cap="none" spc="0" normalizeH="0" baseline="0" noProof="0" dirty="0" smtClean="0">
              <a:ln>
                <a:noFill/>
              </a:ln>
              <a:solidFill>
                <a:prstClr val="white"/>
              </a:solidFill>
              <a:effectLst/>
              <a:uLnTx/>
              <a:uFillTx/>
              <a:latin typeface="Calibri" panose="020F0502020204030204"/>
              <a:ea typeface="+mn-ea"/>
              <a:cs typeface="Simplified Arabic" panose="02020603050405020304" pitchFamily="18" charset="-78"/>
            </a:endParaRPr>
          </a:p>
        </p:txBody>
      </p:sp>
      <p:sp>
        <p:nvSpPr>
          <p:cNvPr id="17" name="Oval 16"/>
          <p:cNvSpPr>
            <a:spLocks noChangeAspect="1"/>
          </p:cNvSpPr>
          <p:nvPr/>
        </p:nvSpPr>
        <p:spPr>
          <a:xfrm>
            <a:off x="6513773" y="3625234"/>
            <a:ext cx="144000" cy="144000"/>
          </a:xfrm>
          <a:prstGeom prst="ellipse">
            <a:avLst/>
          </a:prstGeom>
          <a:solidFill>
            <a:srgbClr val="7030A0">
              <a:alpha val="9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100" b="1" i="0" u="none" strike="noStrike" kern="0" cap="none" spc="0" normalizeH="0" baseline="0" noProof="0" dirty="0" smtClean="0">
              <a:ln>
                <a:noFill/>
              </a:ln>
              <a:solidFill>
                <a:prstClr val="white"/>
              </a:solidFill>
              <a:effectLst/>
              <a:uLnTx/>
              <a:uFillTx/>
              <a:latin typeface="Calibri" panose="020F0502020204030204"/>
              <a:ea typeface="+mn-ea"/>
              <a:cs typeface="Simplified Arabic" panose="02020603050405020304" pitchFamily="18" charset="-78"/>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1969566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outVertical)">
                                      <p:cBhvr>
                                        <p:cTn id="11" dur="500"/>
                                        <p:tgtEl>
                                          <p:spTgt spid="10"/>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250"/>
                                        <p:tgtEl>
                                          <p:spTgt spid="11"/>
                                        </p:tgtEl>
                                      </p:cBhvr>
                                    </p:animEffect>
                                    <p:anim calcmode="lin" valueType="num">
                                      <p:cBhvr>
                                        <p:cTn id="16" dur="250" fill="hold"/>
                                        <p:tgtEl>
                                          <p:spTgt spid="11"/>
                                        </p:tgtEl>
                                        <p:attrNameLst>
                                          <p:attrName>ppt_x</p:attrName>
                                        </p:attrNameLst>
                                      </p:cBhvr>
                                      <p:tavLst>
                                        <p:tav tm="0">
                                          <p:val>
                                            <p:strVal val="#ppt_x"/>
                                          </p:val>
                                        </p:tav>
                                        <p:tav tm="100000">
                                          <p:val>
                                            <p:strVal val="#ppt_x"/>
                                          </p:val>
                                        </p:tav>
                                      </p:tavLst>
                                    </p:anim>
                                    <p:anim calcmode="lin" valueType="num">
                                      <p:cBhvr>
                                        <p:cTn id="17" dur="250" fill="hold"/>
                                        <p:tgtEl>
                                          <p:spTgt spid="11"/>
                                        </p:tgtEl>
                                        <p:attrNameLst>
                                          <p:attrName>ppt_y</p:attrName>
                                        </p:attrNameLst>
                                      </p:cBhvr>
                                      <p:tavLst>
                                        <p:tav tm="0">
                                          <p:val>
                                            <p:strVal val="#ppt_y+.1"/>
                                          </p:val>
                                        </p:tav>
                                        <p:tav tm="100000">
                                          <p:val>
                                            <p:strVal val="#ppt_y"/>
                                          </p:val>
                                        </p:tav>
                                      </p:tavLst>
                                    </p:anim>
                                  </p:childTnLst>
                                </p:cTn>
                              </p:par>
                            </p:childTnLst>
                          </p:cTn>
                        </p:par>
                        <p:par>
                          <p:cTn id="18" fill="hold">
                            <p:stCondLst>
                              <p:cond delay="1250"/>
                            </p:stCondLst>
                            <p:childTnLst>
                              <p:par>
                                <p:cTn id="19" presetID="42" presetClass="entr" presetSubtype="0"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250"/>
                                        <p:tgtEl>
                                          <p:spTgt spid="12"/>
                                        </p:tgtEl>
                                      </p:cBhvr>
                                    </p:animEffect>
                                    <p:anim calcmode="lin" valueType="num">
                                      <p:cBhvr>
                                        <p:cTn id="22" dur="250" fill="hold"/>
                                        <p:tgtEl>
                                          <p:spTgt spid="12"/>
                                        </p:tgtEl>
                                        <p:attrNameLst>
                                          <p:attrName>ppt_x</p:attrName>
                                        </p:attrNameLst>
                                      </p:cBhvr>
                                      <p:tavLst>
                                        <p:tav tm="0">
                                          <p:val>
                                            <p:strVal val="#ppt_x"/>
                                          </p:val>
                                        </p:tav>
                                        <p:tav tm="100000">
                                          <p:val>
                                            <p:strVal val="#ppt_x"/>
                                          </p:val>
                                        </p:tav>
                                      </p:tavLst>
                                    </p:anim>
                                    <p:anim calcmode="lin" valueType="num">
                                      <p:cBhvr>
                                        <p:cTn id="23" dur="250" fill="hold"/>
                                        <p:tgtEl>
                                          <p:spTgt spid="12"/>
                                        </p:tgtEl>
                                        <p:attrNameLst>
                                          <p:attrName>ppt_y</p:attrName>
                                        </p:attrNameLst>
                                      </p:cBhvr>
                                      <p:tavLst>
                                        <p:tav tm="0">
                                          <p:val>
                                            <p:strVal val="#ppt_y+.1"/>
                                          </p:val>
                                        </p:tav>
                                        <p:tav tm="100000">
                                          <p:val>
                                            <p:strVal val="#ppt_y"/>
                                          </p:val>
                                        </p:tav>
                                      </p:tavLst>
                                    </p:anim>
                                  </p:childTnLst>
                                </p:cTn>
                              </p:par>
                            </p:childTnLst>
                          </p:cTn>
                        </p:par>
                        <p:par>
                          <p:cTn id="24" fill="hold">
                            <p:stCondLst>
                              <p:cond delay="1500"/>
                            </p:stCondLst>
                            <p:childTnLst>
                              <p:par>
                                <p:cTn id="25" presetID="42" presetClass="entr" presetSubtype="0"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250"/>
                                        <p:tgtEl>
                                          <p:spTgt spid="13"/>
                                        </p:tgtEl>
                                      </p:cBhvr>
                                    </p:animEffect>
                                    <p:anim calcmode="lin" valueType="num">
                                      <p:cBhvr>
                                        <p:cTn id="28" dur="250" fill="hold"/>
                                        <p:tgtEl>
                                          <p:spTgt spid="13"/>
                                        </p:tgtEl>
                                        <p:attrNameLst>
                                          <p:attrName>ppt_x</p:attrName>
                                        </p:attrNameLst>
                                      </p:cBhvr>
                                      <p:tavLst>
                                        <p:tav tm="0">
                                          <p:val>
                                            <p:strVal val="#ppt_x"/>
                                          </p:val>
                                        </p:tav>
                                        <p:tav tm="100000">
                                          <p:val>
                                            <p:strVal val="#ppt_x"/>
                                          </p:val>
                                        </p:tav>
                                      </p:tavLst>
                                    </p:anim>
                                    <p:anim calcmode="lin" valueType="num">
                                      <p:cBhvr>
                                        <p:cTn id="29" dur="250" fill="hold"/>
                                        <p:tgtEl>
                                          <p:spTgt spid="13"/>
                                        </p:tgtEl>
                                        <p:attrNameLst>
                                          <p:attrName>ppt_y</p:attrName>
                                        </p:attrNameLst>
                                      </p:cBhvr>
                                      <p:tavLst>
                                        <p:tav tm="0">
                                          <p:val>
                                            <p:strVal val="#ppt_y+.1"/>
                                          </p:val>
                                        </p:tav>
                                        <p:tav tm="100000">
                                          <p:val>
                                            <p:strVal val="#ppt_y"/>
                                          </p:val>
                                        </p:tav>
                                      </p:tavLst>
                                    </p:anim>
                                  </p:childTnLst>
                                </p:cTn>
                              </p:par>
                            </p:childTnLst>
                          </p:cTn>
                        </p:par>
                        <p:par>
                          <p:cTn id="30" fill="hold">
                            <p:stCondLst>
                              <p:cond delay="1750"/>
                            </p:stCondLst>
                            <p:childTnLst>
                              <p:par>
                                <p:cTn id="31" presetID="42" presetClass="entr" presetSubtype="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250"/>
                                        <p:tgtEl>
                                          <p:spTgt spid="14"/>
                                        </p:tgtEl>
                                      </p:cBhvr>
                                    </p:animEffect>
                                    <p:anim calcmode="lin" valueType="num">
                                      <p:cBhvr>
                                        <p:cTn id="34" dur="250" fill="hold"/>
                                        <p:tgtEl>
                                          <p:spTgt spid="14"/>
                                        </p:tgtEl>
                                        <p:attrNameLst>
                                          <p:attrName>ppt_x</p:attrName>
                                        </p:attrNameLst>
                                      </p:cBhvr>
                                      <p:tavLst>
                                        <p:tav tm="0">
                                          <p:val>
                                            <p:strVal val="#ppt_x"/>
                                          </p:val>
                                        </p:tav>
                                        <p:tav tm="100000">
                                          <p:val>
                                            <p:strVal val="#ppt_x"/>
                                          </p:val>
                                        </p:tav>
                                      </p:tavLst>
                                    </p:anim>
                                    <p:anim calcmode="lin" valueType="num">
                                      <p:cBhvr>
                                        <p:cTn id="35" dur="250" fill="hold"/>
                                        <p:tgtEl>
                                          <p:spTgt spid="14"/>
                                        </p:tgtEl>
                                        <p:attrNameLst>
                                          <p:attrName>ppt_y</p:attrName>
                                        </p:attrNameLst>
                                      </p:cBhvr>
                                      <p:tavLst>
                                        <p:tav tm="0">
                                          <p:val>
                                            <p:strVal val="#ppt_y+.1"/>
                                          </p:val>
                                        </p:tav>
                                        <p:tav tm="100000">
                                          <p:val>
                                            <p:strVal val="#ppt_y"/>
                                          </p:val>
                                        </p:tav>
                                      </p:tavLst>
                                    </p:anim>
                                  </p:childTnLst>
                                </p:cTn>
                              </p:par>
                            </p:childTnLst>
                          </p:cTn>
                        </p:par>
                        <p:par>
                          <p:cTn id="36" fill="hold">
                            <p:stCondLst>
                              <p:cond delay="2000"/>
                            </p:stCondLst>
                            <p:childTnLst>
                              <p:par>
                                <p:cTn id="37" presetID="42" presetClass="entr" presetSubtype="0" fill="hold" grpId="0" nodeType="after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250"/>
                                        <p:tgtEl>
                                          <p:spTgt spid="15"/>
                                        </p:tgtEl>
                                      </p:cBhvr>
                                    </p:animEffect>
                                    <p:anim calcmode="lin" valueType="num">
                                      <p:cBhvr>
                                        <p:cTn id="40" dur="250" fill="hold"/>
                                        <p:tgtEl>
                                          <p:spTgt spid="15"/>
                                        </p:tgtEl>
                                        <p:attrNameLst>
                                          <p:attrName>ppt_x</p:attrName>
                                        </p:attrNameLst>
                                      </p:cBhvr>
                                      <p:tavLst>
                                        <p:tav tm="0">
                                          <p:val>
                                            <p:strVal val="#ppt_x"/>
                                          </p:val>
                                        </p:tav>
                                        <p:tav tm="100000">
                                          <p:val>
                                            <p:strVal val="#ppt_x"/>
                                          </p:val>
                                        </p:tav>
                                      </p:tavLst>
                                    </p:anim>
                                    <p:anim calcmode="lin" valueType="num">
                                      <p:cBhvr>
                                        <p:cTn id="41" dur="250" fill="hold"/>
                                        <p:tgtEl>
                                          <p:spTgt spid="15"/>
                                        </p:tgtEl>
                                        <p:attrNameLst>
                                          <p:attrName>ppt_y</p:attrName>
                                        </p:attrNameLst>
                                      </p:cBhvr>
                                      <p:tavLst>
                                        <p:tav tm="0">
                                          <p:val>
                                            <p:strVal val="#ppt_y+.1"/>
                                          </p:val>
                                        </p:tav>
                                        <p:tav tm="100000">
                                          <p:val>
                                            <p:strVal val="#ppt_y"/>
                                          </p:val>
                                        </p:tav>
                                      </p:tavLst>
                                    </p:anim>
                                  </p:childTnLst>
                                </p:cTn>
                              </p:par>
                            </p:childTnLst>
                          </p:cTn>
                        </p:par>
                        <p:par>
                          <p:cTn id="42" fill="hold">
                            <p:stCondLst>
                              <p:cond delay="2250"/>
                            </p:stCondLst>
                            <p:childTnLst>
                              <p:par>
                                <p:cTn id="43" presetID="42" presetClass="entr" presetSubtype="0" fill="hold" grpId="0" nodeType="after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250"/>
                                        <p:tgtEl>
                                          <p:spTgt spid="16"/>
                                        </p:tgtEl>
                                      </p:cBhvr>
                                    </p:animEffect>
                                    <p:anim calcmode="lin" valueType="num">
                                      <p:cBhvr>
                                        <p:cTn id="46" dur="250" fill="hold"/>
                                        <p:tgtEl>
                                          <p:spTgt spid="16"/>
                                        </p:tgtEl>
                                        <p:attrNameLst>
                                          <p:attrName>ppt_x</p:attrName>
                                        </p:attrNameLst>
                                      </p:cBhvr>
                                      <p:tavLst>
                                        <p:tav tm="0">
                                          <p:val>
                                            <p:strVal val="#ppt_x"/>
                                          </p:val>
                                        </p:tav>
                                        <p:tav tm="100000">
                                          <p:val>
                                            <p:strVal val="#ppt_x"/>
                                          </p:val>
                                        </p:tav>
                                      </p:tavLst>
                                    </p:anim>
                                    <p:anim calcmode="lin" valueType="num">
                                      <p:cBhvr>
                                        <p:cTn id="47" dur="250" fill="hold"/>
                                        <p:tgtEl>
                                          <p:spTgt spid="16"/>
                                        </p:tgtEl>
                                        <p:attrNameLst>
                                          <p:attrName>ppt_y</p:attrName>
                                        </p:attrNameLst>
                                      </p:cBhvr>
                                      <p:tavLst>
                                        <p:tav tm="0">
                                          <p:val>
                                            <p:strVal val="#ppt_y+.1"/>
                                          </p:val>
                                        </p:tav>
                                        <p:tav tm="100000">
                                          <p:val>
                                            <p:strVal val="#ppt_y"/>
                                          </p:val>
                                        </p:tav>
                                      </p:tavLst>
                                    </p:anim>
                                  </p:childTnLst>
                                </p:cTn>
                              </p:par>
                            </p:childTnLst>
                          </p:cTn>
                        </p:par>
                        <p:par>
                          <p:cTn id="48" fill="hold">
                            <p:stCondLst>
                              <p:cond delay="2500"/>
                            </p:stCondLst>
                            <p:childTnLst>
                              <p:par>
                                <p:cTn id="49" presetID="42" presetClass="entr" presetSubtype="0" fill="hold" grpId="0" nodeType="after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250"/>
                                        <p:tgtEl>
                                          <p:spTgt spid="17"/>
                                        </p:tgtEl>
                                      </p:cBhvr>
                                    </p:animEffect>
                                    <p:anim calcmode="lin" valueType="num">
                                      <p:cBhvr>
                                        <p:cTn id="52" dur="250" fill="hold"/>
                                        <p:tgtEl>
                                          <p:spTgt spid="17"/>
                                        </p:tgtEl>
                                        <p:attrNameLst>
                                          <p:attrName>ppt_x</p:attrName>
                                        </p:attrNameLst>
                                      </p:cBhvr>
                                      <p:tavLst>
                                        <p:tav tm="0">
                                          <p:val>
                                            <p:strVal val="#ppt_x"/>
                                          </p:val>
                                        </p:tav>
                                        <p:tav tm="100000">
                                          <p:val>
                                            <p:strVal val="#ppt_x"/>
                                          </p:val>
                                        </p:tav>
                                      </p:tavLst>
                                    </p:anim>
                                    <p:anim calcmode="lin" valueType="num">
                                      <p:cBhvr>
                                        <p:cTn id="53" dur="25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P spid="12" grpId="0" animBg="1"/>
      <p:bldP spid="13" grpId="0" animBg="1"/>
      <p:bldP spid="14" grpId="0" animBg="1"/>
      <p:bldP spid="15" grpId="0" animBg="1"/>
      <p:bldP spid="16" grpId="0" animBg="1"/>
      <p:bldP spid="17"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sp>
      <p:sp>
        <p:nvSpPr>
          <p:cNvPr id="5" name="Hexagon 4"/>
          <p:cNvSpPr/>
          <p:nvPr/>
        </p:nvSpPr>
        <p:spPr>
          <a:xfrm rot="16200000">
            <a:off x="2616665" y="-1781738"/>
            <a:ext cx="6956970" cy="7008718"/>
          </a:xfrm>
          <a:prstGeom prst="hexagon">
            <a:avLst/>
          </a:prstGeom>
          <a:solidFill>
            <a:srgbClr val="00ABF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 name="TextBox 6"/>
          <p:cNvSpPr txBox="1"/>
          <p:nvPr/>
        </p:nvSpPr>
        <p:spPr>
          <a:xfrm>
            <a:off x="1658471" y="-457200"/>
            <a:ext cx="184731" cy="369332"/>
          </a:xfrm>
          <a:prstGeom prst="rect">
            <a:avLst/>
          </a:prstGeom>
          <a:noFill/>
        </p:spPr>
        <p:txBody>
          <a:bodyPr wrap="none" rtlCol="0">
            <a:spAutoFit/>
          </a:bodyPr>
          <a:lstStyle/>
          <a:p>
            <a:pPr fontAlgn="auto">
              <a:spcBef>
                <a:spcPts val="0"/>
              </a:spcBef>
              <a:spcAft>
                <a:spcPts val="0"/>
              </a:spcAft>
            </a:pPr>
            <a:endParaRPr lang="en-US" dirty="0">
              <a:solidFill>
                <a:prstClr val="black"/>
              </a:solidFill>
              <a:latin typeface="Calibri" panose="020F0502020204030204"/>
              <a:cs typeface="Simplified Arabic" panose="02020603050405020304" pitchFamily="18" charset="-78"/>
            </a:endParaRPr>
          </a:p>
        </p:txBody>
      </p:sp>
      <p:sp>
        <p:nvSpPr>
          <p:cNvPr id="8" name="TextBox 7"/>
          <p:cNvSpPr txBox="1"/>
          <p:nvPr/>
        </p:nvSpPr>
        <p:spPr>
          <a:xfrm>
            <a:off x="2779180" y="1938748"/>
            <a:ext cx="6820329" cy="707886"/>
          </a:xfrm>
          <a:prstGeom prst="rect">
            <a:avLst/>
          </a:prstGeom>
          <a:noFill/>
        </p:spPr>
        <p:txBody>
          <a:bodyPr wrap="square" rtlCol="0">
            <a:spAutoFit/>
          </a:bodyPr>
          <a:lstStyle/>
          <a:p>
            <a:pPr marL="742950" indent="-742950" algn="ctr" rtl="1" fontAlgn="auto">
              <a:spcBef>
                <a:spcPts val="0"/>
              </a:spcBef>
              <a:spcAft>
                <a:spcPts val="0"/>
              </a:spcAft>
              <a:buFont typeface="+mj-lt"/>
              <a:buAutoNum type="arabicPeriod"/>
            </a:pPr>
            <a:r>
              <a:rPr lang="ar-SA" sz="4000" b="1" u="sng" dirty="0" smtClean="0">
                <a:solidFill>
                  <a:schemeClr val="bg1"/>
                </a:solidFill>
                <a:cs typeface="Simplified Arabic" panose="02020603050405020304" pitchFamily="18" charset="-78"/>
              </a:rPr>
              <a:t>برمجيات </a:t>
            </a:r>
            <a:r>
              <a:rPr lang="ar-SA" sz="4000" b="1" u="sng" dirty="0">
                <a:solidFill>
                  <a:schemeClr val="bg1"/>
                </a:solidFill>
                <a:cs typeface="Simplified Arabic" panose="02020603050405020304" pitchFamily="18" charset="-78"/>
              </a:rPr>
              <a:t>الحاسب الآلي التطبيقية</a:t>
            </a:r>
            <a:endParaRPr lang="en-US" sz="4000" u="sng"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9" name="Group 8"/>
          <p:cNvGrpSpPr/>
          <p:nvPr/>
        </p:nvGrpSpPr>
        <p:grpSpPr>
          <a:xfrm>
            <a:off x="5667371" y="380412"/>
            <a:ext cx="857251" cy="1172633"/>
            <a:chOff x="3595689" y="4262437"/>
            <a:chExt cx="642938" cy="879475"/>
          </a:xfrm>
        </p:grpSpPr>
        <p:sp>
          <p:nvSpPr>
            <p:cNvPr id="11" name="Freeform 1930"/>
            <p:cNvSpPr>
              <a:spLocks noEditPoints="1"/>
            </p:cNvSpPr>
            <p:nvPr/>
          </p:nvSpPr>
          <p:spPr bwMode="auto">
            <a:xfrm>
              <a:off x="3595689" y="4262437"/>
              <a:ext cx="642938" cy="879475"/>
            </a:xfrm>
            <a:custGeom>
              <a:avLst/>
              <a:gdLst>
                <a:gd name="T0" fmla="*/ 272 w 358"/>
                <a:gd name="T1" fmla="*/ 283 h 490"/>
                <a:gd name="T2" fmla="*/ 235 w 358"/>
                <a:gd name="T3" fmla="*/ 274 h 490"/>
                <a:gd name="T4" fmla="*/ 272 w 358"/>
                <a:gd name="T5" fmla="*/ 219 h 490"/>
                <a:gd name="T6" fmla="*/ 297 w 358"/>
                <a:gd name="T7" fmla="*/ 185 h 490"/>
                <a:gd name="T8" fmla="*/ 284 w 358"/>
                <a:gd name="T9" fmla="*/ 151 h 490"/>
                <a:gd name="T10" fmla="*/ 247 w 358"/>
                <a:gd name="T11" fmla="*/ 60 h 490"/>
                <a:gd name="T12" fmla="*/ 134 w 358"/>
                <a:gd name="T13" fmla="*/ 42 h 490"/>
                <a:gd name="T14" fmla="*/ 99 w 358"/>
                <a:gd name="T15" fmla="*/ 73 h 490"/>
                <a:gd name="T16" fmla="*/ 77 w 358"/>
                <a:gd name="T17" fmla="*/ 150 h 490"/>
                <a:gd name="T18" fmla="*/ 62 w 358"/>
                <a:gd name="T19" fmla="*/ 185 h 490"/>
                <a:gd name="T20" fmla="*/ 88 w 358"/>
                <a:gd name="T21" fmla="*/ 220 h 490"/>
                <a:gd name="T22" fmla="*/ 125 w 358"/>
                <a:gd name="T23" fmla="*/ 273 h 490"/>
                <a:gd name="T24" fmla="*/ 87 w 358"/>
                <a:gd name="T25" fmla="*/ 283 h 490"/>
                <a:gd name="T26" fmla="*/ 0 w 358"/>
                <a:gd name="T27" fmla="*/ 394 h 490"/>
                <a:gd name="T28" fmla="*/ 0 w 358"/>
                <a:gd name="T29" fmla="*/ 456 h 490"/>
                <a:gd name="T30" fmla="*/ 33 w 358"/>
                <a:gd name="T31" fmla="*/ 490 h 490"/>
                <a:gd name="T32" fmla="*/ 327 w 358"/>
                <a:gd name="T33" fmla="*/ 490 h 490"/>
                <a:gd name="T34" fmla="*/ 358 w 358"/>
                <a:gd name="T35" fmla="*/ 456 h 490"/>
                <a:gd name="T36" fmla="*/ 358 w 358"/>
                <a:gd name="T37" fmla="*/ 394 h 490"/>
                <a:gd name="T38" fmla="*/ 272 w 358"/>
                <a:gd name="T39" fmla="*/ 283 h 490"/>
                <a:gd name="T40" fmla="*/ 97 w 358"/>
                <a:gd name="T41" fmla="*/ 161 h 490"/>
                <a:gd name="T42" fmla="*/ 97 w 358"/>
                <a:gd name="T43" fmla="*/ 142 h 490"/>
                <a:gd name="T44" fmla="*/ 223 w 358"/>
                <a:gd name="T45" fmla="*/ 95 h 490"/>
                <a:gd name="T46" fmla="*/ 263 w 358"/>
                <a:gd name="T47" fmla="*/ 177 h 490"/>
                <a:gd name="T48" fmla="*/ 180 w 358"/>
                <a:gd name="T49" fmla="*/ 276 h 490"/>
                <a:gd name="T50" fmla="*/ 97 w 358"/>
                <a:gd name="T51" fmla="*/ 161 h 490"/>
                <a:gd name="T52" fmla="*/ 338 w 358"/>
                <a:gd name="T53" fmla="*/ 456 h 490"/>
                <a:gd name="T54" fmla="*/ 327 w 358"/>
                <a:gd name="T55" fmla="*/ 469 h 490"/>
                <a:gd name="T56" fmla="*/ 298 w 358"/>
                <a:gd name="T57" fmla="*/ 469 h 490"/>
                <a:gd name="T58" fmla="*/ 298 w 358"/>
                <a:gd name="T59" fmla="*/ 443 h 490"/>
                <a:gd name="T60" fmla="*/ 293 w 358"/>
                <a:gd name="T61" fmla="*/ 438 h 490"/>
                <a:gd name="T62" fmla="*/ 287 w 358"/>
                <a:gd name="T63" fmla="*/ 443 h 490"/>
                <a:gd name="T64" fmla="*/ 287 w 358"/>
                <a:gd name="T65" fmla="*/ 469 h 490"/>
                <a:gd name="T66" fmla="*/ 220 w 358"/>
                <a:gd name="T67" fmla="*/ 469 h 490"/>
                <a:gd name="T68" fmla="*/ 192 w 358"/>
                <a:gd name="T69" fmla="*/ 357 h 490"/>
                <a:gd name="T70" fmla="*/ 205 w 358"/>
                <a:gd name="T71" fmla="*/ 340 h 490"/>
                <a:gd name="T72" fmla="*/ 199 w 358"/>
                <a:gd name="T73" fmla="*/ 318 h 490"/>
                <a:gd name="T74" fmla="*/ 186 w 358"/>
                <a:gd name="T75" fmla="*/ 308 h 490"/>
                <a:gd name="T76" fmla="*/ 174 w 358"/>
                <a:gd name="T77" fmla="*/ 308 h 490"/>
                <a:gd name="T78" fmla="*/ 161 w 358"/>
                <a:gd name="T79" fmla="*/ 318 h 490"/>
                <a:gd name="T80" fmla="*/ 155 w 358"/>
                <a:gd name="T81" fmla="*/ 340 h 490"/>
                <a:gd name="T82" fmla="*/ 168 w 358"/>
                <a:gd name="T83" fmla="*/ 357 h 490"/>
                <a:gd name="T84" fmla="*/ 140 w 358"/>
                <a:gd name="T85" fmla="*/ 469 h 490"/>
                <a:gd name="T86" fmla="*/ 71 w 358"/>
                <a:gd name="T87" fmla="*/ 469 h 490"/>
                <a:gd name="T88" fmla="*/ 71 w 358"/>
                <a:gd name="T89" fmla="*/ 443 h 490"/>
                <a:gd name="T90" fmla="*/ 66 w 358"/>
                <a:gd name="T91" fmla="*/ 438 h 490"/>
                <a:gd name="T92" fmla="*/ 61 w 358"/>
                <a:gd name="T93" fmla="*/ 443 h 490"/>
                <a:gd name="T94" fmla="*/ 61 w 358"/>
                <a:gd name="T95" fmla="*/ 469 h 490"/>
                <a:gd name="T96" fmla="*/ 33 w 358"/>
                <a:gd name="T97" fmla="*/ 469 h 490"/>
                <a:gd name="T98" fmla="*/ 21 w 358"/>
                <a:gd name="T99" fmla="*/ 456 h 490"/>
                <a:gd name="T100" fmla="*/ 21 w 358"/>
                <a:gd name="T101" fmla="*/ 394 h 490"/>
                <a:gd name="T102" fmla="*/ 92 w 358"/>
                <a:gd name="T103" fmla="*/ 302 h 490"/>
                <a:gd name="T104" fmla="*/ 147 w 358"/>
                <a:gd name="T105" fmla="*/ 288 h 490"/>
                <a:gd name="T106" fmla="*/ 180 w 358"/>
                <a:gd name="T107" fmla="*/ 296 h 490"/>
                <a:gd name="T108" fmla="*/ 213 w 358"/>
                <a:gd name="T109" fmla="*/ 288 h 490"/>
                <a:gd name="T110" fmla="*/ 267 w 358"/>
                <a:gd name="T111" fmla="*/ 302 h 490"/>
                <a:gd name="T112" fmla="*/ 338 w 358"/>
                <a:gd name="T113" fmla="*/ 394 h 490"/>
                <a:gd name="T114" fmla="*/ 338 w 358"/>
                <a:gd name="T115" fmla="*/ 45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8" h="490">
                  <a:moveTo>
                    <a:pt x="272" y="283"/>
                  </a:moveTo>
                  <a:cubicBezTo>
                    <a:pt x="235" y="274"/>
                    <a:pt x="235" y="274"/>
                    <a:pt x="235" y="274"/>
                  </a:cubicBezTo>
                  <a:cubicBezTo>
                    <a:pt x="250" y="260"/>
                    <a:pt x="263" y="240"/>
                    <a:pt x="272" y="219"/>
                  </a:cubicBezTo>
                  <a:cubicBezTo>
                    <a:pt x="284" y="217"/>
                    <a:pt x="295" y="207"/>
                    <a:pt x="297" y="185"/>
                  </a:cubicBezTo>
                  <a:cubicBezTo>
                    <a:pt x="298" y="164"/>
                    <a:pt x="292" y="155"/>
                    <a:pt x="284" y="151"/>
                  </a:cubicBezTo>
                  <a:cubicBezTo>
                    <a:pt x="284" y="148"/>
                    <a:pt x="297" y="78"/>
                    <a:pt x="247" y="60"/>
                  </a:cubicBezTo>
                  <a:cubicBezTo>
                    <a:pt x="242" y="52"/>
                    <a:pt x="204" y="0"/>
                    <a:pt x="134" y="42"/>
                  </a:cubicBezTo>
                  <a:cubicBezTo>
                    <a:pt x="124" y="48"/>
                    <a:pt x="108" y="60"/>
                    <a:pt x="99" y="73"/>
                  </a:cubicBezTo>
                  <a:cubicBezTo>
                    <a:pt x="87" y="88"/>
                    <a:pt x="78" y="113"/>
                    <a:pt x="77" y="150"/>
                  </a:cubicBezTo>
                  <a:cubicBezTo>
                    <a:pt x="68" y="153"/>
                    <a:pt x="61" y="163"/>
                    <a:pt x="62" y="185"/>
                  </a:cubicBezTo>
                  <a:cubicBezTo>
                    <a:pt x="64" y="207"/>
                    <a:pt x="76" y="217"/>
                    <a:pt x="88" y="220"/>
                  </a:cubicBezTo>
                  <a:cubicBezTo>
                    <a:pt x="97" y="241"/>
                    <a:pt x="109" y="260"/>
                    <a:pt x="125" y="273"/>
                  </a:cubicBezTo>
                  <a:cubicBezTo>
                    <a:pt x="87" y="283"/>
                    <a:pt x="87" y="283"/>
                    <a:pt x="87" y="283"/>
                  </a:cubicBezTo>
                  <a:cubicBezTo>
                    <a:pt x="36" y="296"/>
                    <a:pt x="0" y="341"/>
                    <a:pt x="0" y="394"/>
                  </a:cubicBezTo>
                  <a:cubicBezTo>
                    <a:pt x="0" y="456"/>
                    <a:pt x="0" y="456"/>
                    <a:pt x="0" y="456"/>
                  </a:cubicBezTo>
                  <a:cubicBezTo>
                    <a:pt x="0" y="474"/>
                    <a:pt x="15" y="490"/>
                    <a:pt x="33" y="490"/>
                  </a:cubicBezTo>
                  <a:cubicBezTo>
                    <a:pt x="327" y="490"/>
                    <a:pt x="327" y="490"/>
                    <a:pt x="327" y="490"/>
                  </a:cubicBezTo>
                  <a:cubicBezTo>
                    <a:pt x="345" y="490"/>
                    <a:pt x="358" y="474"/>
                    <a:pt x="358" y="456"/>
                  </a:cubicBezTo>
                  <a:cubicBezTo>
                    <a:pt x="358" y="394"/>
                    <a:pt x="358" y="394"/>
                    <a:pt x="358" y="394"/>
                  </a:cubicBezTo>
                  <a:cubicBezTo>
                    <a:pt x="358" y="341"/>
                    <a:pt x="323" y="296"/>
                    <a:pt x="272" y="283"/>
                  </a:cubicBezTo>
                  <a:moveTo>
                    <a:pt x="97" y="161"/>
                  </a:moveTo>
                  <a:cubicBezTo>
                    <a:pt x="97" y="154"/>
                    <a:pt x="97" y="148"/>
                    <a:pt x="97" y="142"/>
                  </a:cubicBezTo>
                  <a:cubicBezTo>
                    <a:pt x="163" y="144"/>
                    <a:pt x="201" y="118"/>
                    <a:pt x="223" y="95"/>
                  </a:cubicBezTo>
                  <a:cubicBezTo>
                    <a:pt x="250" y="122"/>
                    <a:pt x="260" y="159"/>
                    <a:pt x="263" y="177"/>
                  </a:cubicBezTo>
                  <a:cubicBezTo>
                    <a:pt x="257" y="225"/>
                    <a:pt x="222" y="276"/>
                    <a:pt x="180" y="276"/>
                  </a:cubicBezTo>
                  <a:cubicBezTo>
                    <a:pt x="134" y="276"/>
                    <a:pt x="97" y="213"/>
                    <a:pt x="97" y="161"/>
                  </a:cubicBezTo>
                  <a:moveTo>
                    <a:pt x="338" y="456"/>
                  </a:moveTo>
                  <a:cubicBezTo>
                    <a:pt x="338" y="463"/>
                    <a:pt x="334" y="469"/>
                    <a:pt x="327" y="469"/>
                  </a:cubicBezTo>
                  <a:cubicBezTo>
                    <a:pt x="298" y="469"/>
                    <a:pt x="298" y="469"/>
                    <a:pt x="298" y="469"/>
                  </a:cubicBezTo>
                  <a:cubicBezTo>
                    <a:pt x="298" y="443"/>
                    <a:pt x="298" y="443"/>
                    <a:pt x="298" y="443"/>
                  </a:cubicBezTo>
                  <a:cubicBezTo>
                    <a:pt x="298" y="440"/>
                    <a:pt x="295" y="438"/>
                    <a:pt x="293" y="438"/>
                  </a:cubicBezTo>
                  <a:cubicBezTo>
                    <a:pt x="290" y="438"/>
                    <a:pt x="287" y="440"/>
                    <a:pt x="287" y="443"/>
                  </a:cubicBezTo>
                  <a:cubicBezTo>
                    <a:pt x="287" y="469"/>
                    <a:pt x="287" y="469"/>
                    <a:pt x="287" y="469"/>
                  </a:cubicBezTo>
                  <a:cubicBezTo>
                    <a:pt x="220" y="469"/>
                    <a:pt x="220" y="469"/>
                    <a:pt x="220" y="469"/>
                  </a:cubicBezTo>
                  <a:cubicBezTo>
                    <a:pt x="192" y="357"/>
                    <a:pt x="192" y="357"/>
                    <a:pt x="192" y="357"/>
                  </a:cubicBezTo>
                  <a:cubicBezTo>
                    <a:pt x="200" y="356"/>
                    <a:pt x="207" y="349"/>
                    <a:pt x="205" y="340"/>
                  </a:cubicBezTo>
                  <a:cubicBezTo>
                    <a:pt x="199" y="318"/>
                    <a:pt x="199" y="318"/>
                    <a:pt x="199" y="318"/>
                  </a:cubicBezTo>
                  <a:cubicBezTo>
                    <a:pt x="198" y="312"/>
                    <a:pt x="192" y="308"/>
                    <a:pt x="186" y="308"/>
                  </a:cubicBezTo>
                  <a:cubicBezTo>
                    <a:pt x="174" y="308"/>
                    <a:pt x="174" y="308"/>
                    <a:pt x="174" y="308"/>
                  </a:cubicBezTo>
                  <a:cubicBezTo>
                    <a:pt x="167" y="308"/>
                    <a:pt x="162" y="312"/>
                    <a:pt x="161" y="318"/>
                  </a:cubicBezTo>
                  <a:cubicBezTo>
                    <a:pt x="155" y="340"/>
                    <a:pt x="155" y="340"/>
                    <a:pt x="155" y="340"/>
                  </a:cubicBezTo>
                  <a:cubicBezTo>
                    <a:pt x="153" y="349"/>
                    <a:pt x="159" y="356"/>
                    <a:pt x="168" y="357"/>
                  </a:cubicBezTo>
                  <a:cubicBezTo>
                    <a:pt x="140" y="469"/>
                    <a:pt x="140" y="469"/>
                    <a:pt x="140" y="469"/>
                  </a:cubicBezTo>
                  <a:cubicBezTo>
                    <a:pt x="71" y="469"/>
                    <a:pt x="71" y="469"/>
                    <a:pt x="71" y="469"/>
                  </a:cubicBezTo>
                  <a:cubicBezTo>
                    <a:pt x="71" y="443"/>
                    <a:pt x="71" y="443"/>
                    <a:pt x="71" y="443"/>
                  </a:cubicBezTo>
                  <a:cubicBezTo>
                    <a:pt x="71" y="440"/>
                    <a:pt x="69" y="438"/>
                    <a:pt x="66" y="438"/>
                  </a:cubicBezTo>
                  <a:cubicBezTo>
                    <a:pt x="63" y="438"/>
                    <a:pt x="61" y="440"/>
                    <a:pt x="61" y="443"/>
                  </a:cubicBezTo>
                  <a:cubicBezTo>
                    <a:pt x="61" y="469"/>
                    <a:pt x="61" y="469"/>
                    <a:pt x="61" y="469"/>
                  </a:cubicBezTo>
                  <a:cubicBezTo>
                    <a:pt x="33" y="469"/>
                    <a:pt x="33" y="469"/>
                    <a:pt x="33" y="469"/>
                  </a:cubicBezTo>
                  <a:cubicBezTo>
                    <a:pt x="26" y="469"/>
                    <a:pt x="21" y="463"/>
                    <a:pt x="21" y="456"/>
                  </a:cubicBezTo>
                  <a:cubicBezTo>
                    <a:pt x="21" y="394"/>
                    <a:pt x="21" y="394"/>
                    <a:pt x="21" y="394"/>
                  </a:cubicBezTo>
                  <a:cubicBezTo>
                    <a:pt x="21" y="350"/>
                    <a:pt x="50" y="313"/>
                    <a:pt x="92" y="302"/>
                  </a:cubicBezTo>
                  <a:cubicBezTo>
                    <a:pt x="147" y="288"/>
                    <a:pt x="147" y="288"/>
                    <a:pt x="147" y="288"/>
                  </a:cubicBezTo>
                  <a:cubicBezTo>
                    <a:pt x="157" y="293"/>
                    <a:pt x="169" y="296"/>
                    <a:pt x="180" y="296"/>
                  </a:cubicBezTo>
                  <a:cubicBezTo>
                    <a:pt x="192" y="296"/>
                    <a:pt x="203" y="293"/>
                    <a:pt x="213" y="288"/>
                  </a:cubicBezTo>
                  <a:cubicBezTo>
                    <a:pt x="267" y="302"/>
                    <a:pt x="267" y="302"/>
                    <a:pt x="267" y="302"/>
                  </a:cubicBezTo>
                  <a:cubicBezTo>
                    <a:pt x="309" y="313"/>
                    <a:pt x="338" y="350"/>
                    <a:pt x="338" y="394"/>
                  </a:cubicBezTo>
                  <a:lnTo>
                    <a:pt x="338" y="45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cs typeface="Simplified Arabic" panose="02020603050405020304" pitchFamily="18" charset="-78"/>
              </a:endParaRPr>
            </a:p>
          </p:txBody>
        </p:sp>
        <p:sp>
          <p:nvSpPr>
            <p:cNvPr id="12" name="Freeform 1931"/>
            <p:cNvSpPr>
              <a:spLocks/>
            </p:cNvSpPr>
            <p:nvPr/>
          </p:nvSpPr>
          <p:spPr bwMode="auto">
            <a:xfrm>
              <a:off x="3711576" y="4954587"/>
              <a:ext cx="95250" cy="53975"/>
            </a:xfrm>
            <a:custGeom>
              <a:avLst/>
              <a:gdLst>
                <a:gd name="T0" fmla="*/ 36 w 53"/>
                <a:gd name="T1" fmla="*/ 6 h 30"/>
                <a:gd name="T2" fmla="*/ 17 w 53"/>
                <a:gd name="T3" fmla="*/ 6 h 30"/>
                <a:gd name="T4" fmla="*/ 4 w 53"/>
                <a:gd name="T5" fmla="*/ 20 h 30"/>
                <a:gd name="T6" fmla="*/ 8 w 53"/>
                <a:gd name="T7" fmla="*/ 30 h 30"/>
                <a:gd name="T8" fmla="*/ 46 w 53"/>
                <a:gd name="T9" fmla="*/ 30 h 30"/>
                <a:gd name="T10" fmla="*/ 50 w 53"/>
                <a:gd name="T11" fmla="*/ 20 h 30"/>
                <a:gd name="T12" fmla="*/ 36 w 53"/>
                <a:gd name="T13" fmla="*/ 6 h 30"/>
              </a:gdLst>
              <a:ahLst/>
              <a:cxnLst>
                <a:cxn ang="0">
                  <a:pos x="T0" y="T1"/>
                </a:cxn>
                <a:cxn ang="0">
                  <a:pos x="T2" y="T3"/>
                </a:cxn>
                <a:cxn ang="0">
                  <a:pos x="T4" y="T5"/>
                </a:cxn>
                <a:cxn ang="0">
                  <a:pos x="T6" y="T7"/>
                </a:cxn>
                <a:cxn ang="0">
                  <a:pos x="T8" y="T9"/>
                </a:cxn>
                <a:cxn ang="0">
                  <a:pos x="T10" y="T11"/>
                </a:cxn>
                <a:cxn ang="0">
                  <a:pos x="T12" y="T13"/>
                </a:cxn>
              </a:cxnLst>
              <a:rect l="0" t="0" r="r" b="b"/>
              <a:pathLst>
                <a:path w="53" h="30">
                  <a:moveTo>
                    <a:pt x="36" y="6"/>
                  </a:moveTo>
                  <a:cubicBezTo>
                    <a:pt x="31" y="0"/>
                    <a:pt x="22" y="0"/>
                    <a:pt x="17" y="6"/>
                  </a:cubicBezTo>
                  <a:cubicBezTo>
                    <a:pt x="4" y="20"/>
                    <a:pt x="4" y="20"/>
                    <a:pt x="4" y="20"/>
                  </a:cubicBezTo>
                  <a:cubicBezTo>
                    <a:pt x="0" y="24"/>
                    <a:pt x="3" y="30"/>
                    <a:pt x="8" y="30"/>
                  </a:cubicBezTo>
                  <a:cubicBezTo>
                    <a:pt x="46" y="30"/>
                    <a:pt x="46" y="30"/>
                    <a:pt x="46" y="30"/>
                  </a:cubicBezTo>
                  <a:cubicBezTo>
                    <a:pt x="51" y="30"/>
                    <a:pt x="53" y="24"/>
                    <a:pt x="50" y="20"/>
                  </a:cubicBezTo>
                  <a:lnTo>
                    <a:pt x="36" y="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cs typeface="Simplified Arabic" panose="02020603050405020304" pitchFamily="18" charset="-78"/>
              </a:endParaRPr>
            </a:p>
          </p:txBody>
        </p:sp>
        <p:sp>
          <p:nvSpPr>
            <p:cNvPr id="13" name="Freeform 1932"/>
            <p:cNvSpPr>
              <a:spLocks noEditPoints="1"/>
            </p:cNvSpPr>
            <p:nvPr/>
          </p:nvSpPr>
          <p:spPr bwMode="auto">
            <a:xfrm>
              <a:off x="3802064" y="4556125"/>
              <a:ext cx="231775" cy="88900"/>
            </a:xfrm>
            <a:custGeom>
              <a:avLst/>
              <a:gdLst>
                <a:gd name="T0" fmla="*/ 60 w 129"/>
                <a:gd name="T1" fmla="*/ 23 h 49"/>
                <a:gd name="T2" fmla="*/ 70 w 129"/>
                <a:gd name="T3" fmla="*/ 23 h 49"/>
                <a:gd name="T4" fmla="*/ 99 w 129"/>
                <a:gd name="T5" fmla="*/ 49 h 49"/>
                <a:gd name="T6" fmla="*/ 129 w 129"/>
                <a:gd name="T7" fmla="*/ 19 h 49"/>
                <a:gd name="T8" fmla="*/ 99 w 129"/>
                <a:gd name="T9" fmla="*/ 0 h 49"/>
                <a:gd name="T10" fmla="*/ 70 w 129"/>
                <a:gd name="T11" fmla="*/ 13 h 49"/>
                <a:gd name="T12" fmla="*/ 59 w 129"/>
                <a:gd name="T13" fmla="*/ 13 h 49"/>
                <a:gd name="T14" fmla="*/ 30 w 129"/>
                <a:gd name="T15" fmla="*/ 0 h 49"/>
                <a:gd name="T16" fmla="*/ 0 w 129"/>
                <a:gd name="T17" fmla="*/ 19 h 49"/>
                <a:gd name="T18" fmla="*/ 30 w 129"/>
                <a:gd name="T19" fmla="*/ 49 h 49"/>
                <a:gd name="T20" fmla="*/ 60 w 129"/>
                <a:gd name="T21" fmla="*/ 23 h 49"/>
                <a:gd name="T22" fmla="*/ 99 w 129"/>
                <a:gd name="T23" fmla="*/ 10 h 49"/>
                <a:gd name="T24" fmla="*/ 119 w 129"/>
                <a:gd name="T25" fmla="*/ 19 h 49"/>
                <a:gd name="T26" fmla="*/ 99 w 129"/>
                <a:gd name="T27" fmla="*/ 39 h 49"/>
                <a:gd name="T28" fmla="*/ 79 w 129"/>
                <a:gd name="T29" fmla="*/ 19 h 49"/>
                <a:gd name="T30" fmla="*/ 99 w 129"/>
                <a:gd name="T31" fmla="*/ 10 h 49"/>
                <a:gd name="T32" fmla="*/ 10 w 129"/>
                <a:gd name="T33" fmla="*/ 19 h 49"/>
                <a:gd name="T34" fmla="*/ 30 w 129"/>
                <a:gd name="T35" fmla="*/ 10 h 49"/>
                <a:gd name="T36" fmla="*/ 50 w 129"/>
                <a:gd name="T37" fmla="*/ 19 h 49"/>
                <a:gd name="T38" fmla="*/ 30 w 129"/>
                <a:gd name="T39" fmla="*/ 39 h 49"/>
                <a:gd name="T40" fmla="*/ 10 w 129"/>
                <a:gd name="T4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 h="49">
                  <a:moveTo>
                    <a:pt x="60" y="23"/>
                  </a:moveTo>
                  <a:cubicBezTo>
                    <a:pt x="70" y="23"/>
                    <a:pt x="70" y="23"/>
                    <a:pt x="70" y="23"/>
                  </a:cubicBezTo>
                  <a:cubicBezTo>
                    <a:pt x="71" y="38"/>
                    <a:pt x="84" y="49"/>
                    <a:pt x="99" y="49"/>
                  </a:cubicBezTo>
                  <a:cubicBezTo>
                    <a:pt x="116" y="49"/>
                    <a:pt x="129" y="36"/>
                    <a:pt x="129" y="19"/>
                  </a:cubicBezTo>
                  <a:cubicBezTo>
                    <a:pt x="129" y="0"/>
                    <a:pt x="112" y="0"/>
                    <a:pt x="99" y="0"/>
                  </a:cubicBezTo>
                  <a:cubicBezTo>
                    <a:pt x="88" y="0"/>
                    <a:pt x="74" y="0"/>
                    <a:pt x="70" y="13"/>
                  </a:cubicBezTo>
                  <a:cubicBezTo>
                    <a:pt x="59" y="13"/>
                    <a:pt x="59" y="13"/>
                    <a:pt x="59" y="13"/>
                  </a:cubicBezTo>
                  <a:cubicBezTo>
                    <a:pt x="55" y="0"/>
                    <a:pt x="41" y="0"/>
                    <a:pt x="30" y="0"/>
                  </a:cubicBezTo>
                  <a:cubicBezTo>
                    <a:pt x="17" y="0"/>
                    <a:pt x="0" y="0"/>
                    <a:pt x="0" y="19"/>
                  </a:cubicBezTo>
                  <a:cubicBezTo>
                    <a:pt x="0" y="36"/>
                    <a:pt x="14" y="49"/>
                    <a:pt x="30" y="49"/>
                  </a:cubicBezTo>
                  <a:cubicBezTo>
                    <a:pt x="45" y="49"/>
                    <a:pt x="58" y="38"/>
                    <a:pt x="60" y="23"/>
                  </a:cubicBezTo>
                  <a:moveTo>
                    <a:pt x="99" y="10"/>
                  </a:moveTo>
                  <a:cubicBezTo>
                    <a:pt x="116" y="10"/>
                    <a:pt x="119" y="12"/>
                    <a:pt x="119" y="19"/>
                  </a:cubicBezTo>
                  <a:cubicBezTo>
                    <a:pt x="119" y="30"/>
                    <a:pt x="110" y="39"/>
                    <a:pt x="99" y="39"/>
                  </a:cubicBezTo>
                  <a:cubicBezTo>
                    <a:pt x="88" y="39"/>
                    <a:pt x="79" y="30"/>
                    <a:pt x="79" y="19"/>
                  </a:cubicBezTo>
                  <a:cubicBezTo>
                    <a:pt x="79" y="12"/>
                    <a:pt x="83" y="10"/>
                    <a:pt x="99" y="10"/>
                  </a:cubicBezTo>
                  <a:moveTo>
                    <a:pt x="10" y="19"/>
                  </a:moveTo>
                  <a:cubicBezTo>
                    <a:pt x="10" y="12"/>
                    <a:pt x="13" y="10"/>
                    <a:pt x="30" y="10"/>
                  </a:cubicBezTo>
                  <a:cubicBezTo>
                    <a:pt x="46" y="10"/>
                    <a:pt x="50" y="12"/>
                    <a:pt x="50" y="19"/>
                  </a:cubicBezTo>
                  <a:cubicBezTo>
                    <a:pt x="50" y="30"/>
                    <a:pt x="41" y="39"/>
                    <a:pt x="30" y="39"/>
                  </a:cubicBezTo>
                  <a:cubicBezTo>
                    <a:pt x="19" y="39"/>
                    <a:pt x="10" y="30"/>
                    <a:pt x="10" y="19"/>
                  </a:cubicBezTo>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cs typeface="Simplified Arabic" panose="02020603050405020304" pitchFamily="18" charset="-78"/>
              </a:endParaRPr>
            </a:p>
          </p:txBody>
        </p:sp>
      </p:gr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1751337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272714" y="1794530"/>
            <a:ext cx="11646570" cy="1938992"/>
          </a:xfrm>
          <a:prstGeom prst="rect">
            <a:avLst/>
          </a:prstGeom>
          <a:noFill/>
        </p:spPr>
        <p:txBody>
          <a:bodyPr wrap="square" rtlCol="0">
            <a:spAutoFit/>
          </a:bodyPr>
          <a:lstStyle/>
          <a:p>
            <a:pPr algn="ctr" rtl="1" fontAlgn="auto">
              <a:spcBef>
                <a:spcPts val="0"/>
              </a:spcBef>
              <a:spcAft>
                <a:spcPts val="0"/>
              </a:spcAft>
            </a:pPr>
            <a:r>
              <a:rPr lang="ar-SA" sz="4000" b="1" dirty="0">
                <a:solidFill>
                  <a:schemeClr val="bg1"/>
                </a:solidFill>
                <a:cs typeface="Simplified Arabic" panose="02020603050405020304" pitchFamily="18" charset="-78"/>
              </a:rPr>
              <a:t>البرمجيات التطبيقية: مجموعة من البرامج تجمع بين مجموعة من الوسائط، مثل: الصوت والصورة والفيديو والرسم والنص بجودة عالية، وتعد من أقوى الوسائل لكتابة البرامج التعليمية.</a:t>
            </a:r>
            <a:endParaRPr lang="en-US" sz="4000" b="1" i="1" dirty="0">
              <a:solidFill>
                <a:schemeClr val="bg1"/>
              </a:solidFill>
              <a:latin typeface="Lato Light" panose="020F0302020204030203" pitchFamily="34" charset="0"/>
              <a:cs typeface="Simplified Arabic" panose="02020603050405020304" pitchFamily="18" charset="-78"/>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453656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3599041" y="1415014"/>
            <a:ext cx="8408846" cy="1292662"/>
          </a:xfrm>
          <a:prstGeom prst="rect">
            <a:avLst/>
          </a:prstGeom>
          <a:noFill/>
        </p:spPr>
        <p:txBody>
          <a:bodyPr wrap="square" lIns="0" tIns="0" rIns="0" bIns="0" rtlCol="0">
            <a:spAutoFit/>
          </a:bodyPr>
          <a:lstStyle/>
          <a:p>
            <a:pPr lvl="1" algn="r" rtl="1"/>
            <a:r>
              <a:rPr lang="ar-JO" sz="2800" b="1" dirty="0" smtClean="0">
                <a:solidFill>
                  <a:prstClr val="black"/>
                </a:solidFill>
                <a:cs typeface="Simplified Arabic" panose="02020603050405020304" pitchFamily="18" charset="-78"/>
              </a:rPr>
              <a:t>برنامج </a:t>
            </a:r>
            <a:r>
              <a:rPr lang="ar-JO" sz="2800" b="1" dirty="0">
                <a:solidFill>
                  <a:prstClr val="black"/>
                </a:solidFill>
                <a:cs typeface="Simplified Arabic" panose="02020603050405020304" pitchFamily="18" charset="-78"/>
              </a:rPr>
              <a:t>معالجة النصوص </a:t>
            </a:r>
            <a:r>
              <a:rPr lang="en-US" sz="2800" b="1" dirty="0" smtClean="0">
                <a:solidFill>
                  <a:prstClr val="black"/>
                </a:solidFill>
                <a:cs typeface="Simplified Arabic" panose="02020603050405020304" pitchFamily="18" charset="-78"/>
              </a:rPr>
              <a:t> :Microsoft word </a:t>
            </a:r>
            <a:r>
              <a:rPr lang="ar-JO" sz="2800" b="1" dirty="0">
                <a:solidFill>
                  <a:prstClr val="black"/>
                </a:solidFill>
                <a:cs typeface="Simplified Arabic" panose="02020603050405020304" pitchFamily="18" charset="-78"/>
              </a:rPr>
              <a:t>يستخدم هذا البرنامج لتنسيق النصوص المكتوبة وإدراج الجداول والتعامل مع الصور وأشكال الإطارات المختلفة</a:t>
            </a:r>
            <a:endParaRPr lang="en-US" sz="2800" b="1" dirty="0">
              <a:solidFill>
                <a:prstClr val="black"/>
              </a:solidFill>
              <a:cs typeface="Simplified Arabic" panose="02020603050405020304" pitchFamily="18" charset="-78"/>
            </a:endParaRPr>
          </a:p>
        </p:txBody>
      </p:sp>
      <p:sp>
        <p:nvSpPr>
          <p:cNvPr id="21" name="TextBox 20"/>
          <p:cNvSpPr txBox="1"/>
          <p:nvPr/>
        </p:nvSpPr>
        <p:spPr>
          <a:xfrm>
            <a:off x="364003" y="3285612"/>
            <a:ext cx="8441273" cy="1292662"/>
          </a:xfrm>
          <a:prstGeom prst="rect">
            <a:avLst/>
          </a:prstGeom>
          <a:noFill/>
        </p:spPr>
        <p:txBody>
          <a:bodyPr wrap="square" lIns="0" tIns="0" rIns="0" bIns="0" rtlCol="0">
            <a:spAutoFit/>
          </a:bodyPr>
          <a:lstStyle/>
          <a:p>
            <a:pPr algn="r" rtl="1" fontAlgn="auto">
              <a:spcBef>
                <a:spcPts val="0"/>
              </a:spcBef>
              <a:spcAft>
                <a:spcPts val="0"/>
              </a:spcAft>
            </a:pPr>
            <a:r>
              <a:rPr lang="ar-JO" sz="2800" b="1" dirty="0" smtClean="0">
                <a:solidFill>
                  <a:prstClr val="black"/>
                </a:solidFill>
                <a:cs typeface="Simplified Arabic" panose="02020603050405020304" pitchFamily="18" charset="-78"/>
              </a:rPr>
              <a:t>	برنامج </a:t>
            </a:r>
            <a:r>
              <a:rPr lang="ar-JO" sz="2800" b="1" dirty="0">
                <a:solidFill>
                  <a:prstClr val="black"/>
                </a:solidFill>
                <a:cs typeface="Simplified Arabic" panose="02020603050405020304" pitchFamily="18" charset="-78"/>
              </a:rPr>
              <a:t>الجداول الحسابية </a:t>
            </a:r>
            <a:r>
              <a:rPr lang="en-US" sz="2800" b="1" dirty="0" smtClean="0">
                <a:solidFill>
                  <a:prstClr val="black"/>
                </a:solidFill>
                <a:cs typeface="Simplified Arabic" panose="02020603050405020304" pitchFamily="18" charset="-78"/>
              </a:rPr>
              <a:t> :Microsoft Excel </a:t>
            </a:r>
            <a:r>
              <a:rPr lang="ar-JO" sz="2800" b="1" dirty="0">
                <a:solidFill>
                  <a:prstClr val="black"/>
                </a:solidFill>
                <a:cs typeface="Simplified Arabic" panose="02020603050405020304" pitchFamily="18" charset="-78"/>
              </a:rPr>
              <a:t>وهو برنامج متخصص في العمليات الحسابية كافة مثل ايجاد معدل ووسط حسابي لمجموعة ارقام وغيرها </a:t>
            </a:r>
            <a:endParaRPr lang="en-AU" sz="2800" b="1" dirty="0">
              <a:solidFill>
                <a:prstClr val="black">
                  <a:lumMod val="50000"/>
                  <a:lumOff val="50000"/>
                </a:prstClr>
              </a:solidFill>
              <a:latin typeface="Roboto Lt"/>
              <a:cs typeface="Simplified Arabic" panose="02020603050405020304" pitchFamily="18" charset="-78"/>
            </a:endParaRPr>
          </a:p>
        </p:txBody>
      </p:sp>
      <p:sp>
        <p:nvSpPr>
          <p:cNvPr id="23" name="TextBox 22"/>
          <p:cNvSpPr txBox="1"/>
          <p:nvPr/>
        </p:nvSpPr>
        <p:spPr>
          <a:xfrm>
            <a:off x="3519746" y="4962485"/>
            <a:ext cx="8388713" cy="1292662"/>
          </a:xfrm>
          <a:prstGeom prst="rect">
            <a:avLst/>
          </a:prstGeom>
          <a:noFill/>
        </p:spPr>
        <p:txBody>
          <a:bodyPr wrap="square" lIns="0" tIns="0" rIns="0" bIns="0" rtlCol="0">
            <a:spAutoFit/>
          </a:bodyPr>
          <a:lstStyle/>
          <a:p>
            <a:pPr algn="just" rtl="1" fontAlgn="auto">
              <a:spcBef>
                <a:spcPts val="0"/>
              </a:spcBef>
              <a:spcAft>
                <a:spcPts val="0"/>
              </a:spcAft>
            </a:pPr>
            <a:r>
              <a:rPr lang="ar-JO" sz="2800" b="1" dirty="0" smtClean="0">
                <a:solidFill>
                  <a:prstClr val="black"/>
                </a:solidFill>
                <a:cs typeface="Simplified Arabic" panose="02020603050405020304" pitchFamily="18" charset="-78"/>
              </a:rPr>
              <a:t>برنامج العروض</a:t>
            </a:r>
            <a:r>
              <a:rPr lang="en-US" sz="2800" b="1" dirty="0" smtClean="0">
                <a:solidFill>
                  <a:prstClr val="black"/>
                </a:solidFill>
                <a:cs typeface="Simplified Arabic" panose="02020603050405020304" pitchFamily="18" charset="-78"/>
              </a:rPr>
              <a:t> </a:t>
            </a:r>
            <a:r>
              <a:rPr lang="ar-JO" sz="2800" b="1" dirty="0" smtClean="0">
                <a:solidFill>
                  <a:prstClr val="black"/>
                </a:solidFill>
                <a:cs typeface="Simplified Arabic" panose="02020603050405020304" pitchFamily="18" charset="-78"/>
              </a:rPr>
              <a:t> </a:t>
            </a:r>
            <a:r>
              <a:rPr lang="en-US" sz="2800" b="1" dirty="0" smtClean="0">
                <a:solidFill>
                  <a:prstClr val="black"/>
                </a:solidFill>
                <a:cs typeface="Simplified Arabic" panose="02020603050405020304" pitchFamily="18" charset="-78"/>
              </a:rPr>
              <a:t> :Power Point </a:t>
            </a:r>
            <a:r>
              <a:rPr lang="ar-JO" sz="2800" b="1" dirty="0">
                <a:solidFill>
                  <a:prstClr val="black"/>
                </a:solidFill>
                <a:cs typeface="Simplified Arabic" panose="02020603050405020304" pitchFamily="18" charset="-78"/>
              </a:rPr>
              <a:t>وهو برنامج يقوم بإنشاء العروض التقديمية سواء التجارية أو العملية، مع إمكانية استخدام النصوص والصور والتصاميم الجذابة</a:t>
            </a:r>
            <a:endParaRPr lang="en-AU" sz="2800" b="1" dirty="0">
              <a:solidFill>
                <a:prstClr val="black">
                  <a:lumMod val="50000"/>
                  <a:lumOff val="50000"/>
                </a:prstClr>
              </a:solidFill>
              <a:latin typeface="Roboto Lt"/>
              <a:cs typeface="Simplified Arabic" panose="02020603050405020304" pitchFamily="18" charset="-78"/>
            </a:endParaRPr>
          </a:p>
        </p:txBody>
      </p:sp>
      <p:grpSp>
        <p:nvGrpSpPr>
          <p:cNvPr id="6" name="Group 5"/>
          <p:cNvGrpSpPr/>
          <p:nvPr/>
        </p:nvGrpSpPr>
        <p:grpSpPr>
          <a:xfrm>
            <a:off x="1215010" y="1724197"/>
            <a:ext cx="2189480" cy="878857"/>
            <a:chOff x="5693611" y="1927714"/>
            <a:chExt cx="2189480" cy="878857"/>
          </a:xfrm>
        </p:grpSpPr>
        <p:grpSp>
          <p:nvGrpSpPr>
            <p:cNvPr id="4" name="Group 3"/>
            <p:cNvGrpSpPr/>
            <p:nvPr/>
          </p:nvGrpSpPr>
          <p:grpSpPr>
            <a:xfrm>
              <a:off x="5693611" y="1927714"/>
              <a:ext cx="2189480" cy="878857"/>
              <a:chOff x="6556634" y="3024592"/>
              <a:chExt cx="2756416" cy="1106425"/>
            </a:xfrm>
          </p:grpSpPr>
          <p:sp>
            <p:nvSpPr>
              <p:cNvPr id="5" name="Freeform 4"/>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7" name="TextBox 6"/>
              <p:cNvSpPr txBox="1"/>
              <p:nvPr/>
            </p:nvSpPr>
            <p:spPr>
              <a:xfrm>
                <a:off x="8085246" y="3387587"/>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cs typeface="Simplified Arabic" panose="02020603050405020304" pitchFamily="18" charset="-78"/>
                  </a:rPr>
                  <a:t>1</a:t>
                </a:r>
                <a:endParaRPr lang="en-GB" b="1" dirty="0">
                  <a:solidFill>
                    <a:prstClr val="white"/>
                  </a:solidFill>
                  <a:latin typeface="Roboto"/>
                  <a:cs typeface="Simplified Arabic" panose="02020603050405020304" pitchFamily="18" charset="-78"/>
                </a:endParaRPr>
              </a:p>
            </p:txBody>
          </p:sp>
        </p:gr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grpSp>
        <p:nvGrpSpPr>
          <p:cNvPr id="10" name="Group 9"/>
          <p:cNvGrpSpPr/>
          <p:nvPr/>
        </p:nvGrpSpPr>
        <p:grpSpPr>
          <a:xfrm>
            <a:off x="9169839" y="3608623"/>
            <a:ext cx="2189480" cy="878857"/>
            <a:chOff x="4327110" y="3038468"/>
            <a:chExt cx="2189480" cy="878857"/>
          </a:xfrm>
        </p:grpSpPr>
        <p:grpSp>
          <p:nvGrpSpPr>
            <p:cNvPr id="8" name="Group 7"/>
            <p:cNvGrpSpPr/>
            <p:nvPr/>
          </p:nvGrpSpPr>
          <p:grpSpPr>
            <a:xfrm>
              <a:off x="4327110" y="3038468"/>
              <a:ext cx="2189480" cy="878857"/>
              <a:chOff x="8794640" y="1918167"/>
              <a:chExt cx="2756416" cy="1106425"/>
            </a:xfrm>
          </p:grpSpPr>
          <p:sp>
            <p:nvSpPr>
              <p:cNvPr id="9" name="Freeform 8"/>
              <p:cNvSpPr/>
              <p:nvPr/>
            </p:nvSpPr>
            <p:spPr>
              <a:xfrm flipH="1">
                <a:off x="8794640" y="1918167"/>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1" name="TextBox 10"/>
              <p:cNvSpPr txBox="1"/>
              <p:nvPr/>
            </p:nvSpPr>
            <p:spPr>
              <a:xfrm>
                <a:off x="9707342" y="2288648"/>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cs typeface="Simplified Arabic" panose="02020603050405020304" pitchFamily="18" charset="-78"/>
                  </a:rPr>
                  <a:t>2</a:t>
                </a:r>
              </a:p>
            </p:txBody>
          </p:sp>
        </p:gr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grpSp>
        <p:nvGrpSpPr>
          <p:cNvPr id="14" name="Group 13"/>
          <p:cNvGrpSpPr/>
          <p:nvPr/>
        </p:nvGrpSpPr>
        <p:grpSpPr>
          <a:xfrm>
            <a:off x="1215010" y="5085003"/>
            <a:ext cx="2189480" cy="878857"/>
            <a:chOff x="5693611" y="4163540"/>
            <a:chExt cx="2189480" cy="878857"/>
          </a:xfrm>
        </p:grpSpPr>
        <p:grpSp>
          <p:nvGrpSpPr>
            <p:cNvPr id="16" name="Group 15"/>
            <p:cNvGrpSpPr/>
            <p:nvPr/>
          </p:nvGrpSpPr>
          <p:grpSpPr>
            <a:xfrm>
              <a:off x="5693611" y="4163540"/>
              <a:ext cx="2189480" cy="878857"/>
              <a:chOff x="6556634" y="3024592"/>
              <a:chExt cx="2756416" cy="1106425"/>
            </a:xfrm>
          </p:grpSpPr>
          <p:sp>
            <p:nvSpPr>
              <p:cNvPr id="17" name="Freeform 16"/>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9" name="TextBox 18"/>
              <p:cNvSpPr txBox="1"/>
              <p:nvPr/>
            </p:nvSpPr>
            <p:spPr>
              <a:xfrm>
                <a:off x="8085247" y="3387587"/>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cs typeface="Simplified Arabic" panose="02020603050405020304" pitchFamily="18" charset="-78"/>
                  </a:rPr>
                  <a:t>3</a:t>
                </a:r>
                <a:endParaRPr lang="en-GB" sz="1400" b="1" dirty="0">
                  <a:solidFill>
                    <a:prstClr val="white"/>
                  </a:solidFill>
                  <a:latin typeface="Roboto"/>
                  <a:cs typeface="Simplified Arabic" panose="02020603050405020304" pitchFamily="18" charset="-78"/>
                </a:endParaRPr>
              </a:p>
            </p:txBody>
          </p:sp>
        </p:grpSp>
        <p:grpSp>
          <p:nvGrpSpPr>
            <p:cNvPr id="34" name="Group 33"/>
            <p:cNvGrpSpPr/>
            <p:nvPr/>
          </p:nvGrpSpPr>
          <p:grpSpPr>
            <a:xfrm>
              <a:off x="5908295" y="4404673"/>
              <a:ext cx="423319" cy="396590"/>
              <a:chOff x="5368132" y="3540125"/>
              <a:chExt cx="465138" cy="435769"/>
            </a:xfrm>
            <a:solidFill>
              <a:schemeClr val="bg1"/>
            </a:solidFill>
          </p:grpSpPr>
          <p:sp>
            <p:nvSpPr>
              <p:cNvPr id="3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sp>
        <p:nvSpPr>
          <p:cNvPr id="37" name="Text Placeholder 2"/>
          <p:cNvSpPr>
            <a:spLocks noGrp="1"/>
          </p:cNvSpPr>
          <p:nvPr>
            <p:ph type="body" idx="1"/>
          </p:nvPr>
        </p:nvSpPr>
        <p:spPr>
          <a:xfrm>
            <a:off x="675309" y="572865"/>
            <a:ext cx="11233150" cy="827448"/>
          </a:xfrm>
        </p:spPr>
        <p:txBody>
          <a:bodyPr>
            <a:noAutofit/>
          </a:bodyPr>
          <a:lstStyle/>
          <a:p>
            <a:pPr algn="r" rtl="1"/>
            <a:r>
              <a:rPr lang="ar-SA" sz="4000" b="1" u="sng" dirty="0">
                <a:solidFill>
                  <a:schemeClr val="tx1"/>
                </a:solidFill>
              </a:rPr>
              <a:t>ومن الأمثلة على البرمجيات التطبيقية الأكثر استخداماً الآتي:</a:t>
            </a:r>
            <a:endParaRPr lang="en-US" sz="4000" u="sng" dirty="0">
              <a:solidFill>
                <a:schemeClr val="tx1"/>
              </a:solidFill>
            </a:endParaRPr>
          </a:p>
        </p:txBody>
      </p:sp>
      <p:sp>
        <p:nvSpPr>
          <p:cNvPr id="3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724611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left)">
                                      <p:cBhvr>
                                        <p:cTn id="23" dur="500"/>
                                        <p:tgtEl>
                                          <p:spTgt spid="14"/>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strips(downRight)">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4061637" y="1683111"/>
            <a:ext cx="7946250" cy="1292662"/>
          </a:xfrm>
          <a:prstGeom prst="rect">
            <a:avLst/>
          </a:prstGeom>
          <a:noFill/>
        </p:spPr>
        <p:txBody>
          <a:bodyPr wrap="square" lIns="0" tIns="0" rIns="0" bIns="0" rtlCol="0">
            <a:spAutoFit/>
          </a:bodyPr>
          <a:lstStyle/>
          <a:p>
            <a:pPr algn="ctr" rtl="1"/>
            <a:r>
              <a:rPr lang="ar-SA" sz="2800" b="1" dirty="0">
                <a:cs typeface="Simplified Arabic" panose="02020603050405020304" pitchFamily="18" charset="-78"/>
              </a:rPr>
              <a:t>برنامج قواعد البيانات </a:t>
            </a:r>
            <a:r>
              <a:rPr lang="en-US" sz="2800" b="1" dirty="0">
                <a:cs typeface="Simplified Arabic" panose="02020603050405020304" pitchFamily="18" charset="-78"/>
              </a:rPr>
              <a:t>Microsoft Access</a:t>
            </a:r>
            <a:r>
              <a:rPr lang="ar-SA" sz="2800" b="1" dirty="0">
                <a:cs typeface="Simplified Arabic" panose="02020603050405020304" pitchFamily="18" charset="-78"/>
              </a:rPr>
              <a:t>:</a:t>
            </a:r>
            <a:r>
              <a:rPr lang="ar-SA" sz="2800" dirty="0">
                <a:cs typeface="Simplified Arabic" panose="02020603050405020304" pitchFamily="18" charset="-78"/>
              </a:rPr>
              <a:t> وهو برنامج يعمل على تخزين كمية البيانات بطريقة منظمة تكون معها عملية استرجاع البيانات أو البحث عنها سهلاً بالنسبة لمستخدم البرنامج</a:t>
            </a:r>
            <a:endParaRPr lang="en-US" sz="2800" b="1" dirty="0">
              <a:solidFill>
                <a:prstClr val="black"/>
              </a:solidFill>
              <a:cs typeface="Simplified Arabic" panose="02020603050405020304" pitchFamily="18" charset="-78"/>
            </a:endParaRPr>
          </a:p>
        </p:txBody>
      </p:sp>
      <p:sp>
        <p:nvSpPr>
          <p:cNvPr id="21" name="TextBox 20"/>
          <p:cNvSpPr txBox="1"/>
          <p:nvPr/>
        </p:nvSpPr>
        <p:spPr>
          <a:xfrm>
            <a:off x="1027247" y="3463568"/>
            <a:ext cx="8632671" cy="430887"/>
          </a:xfrm>
          <a:prstGeom prst="rect">
            <a:avLst/>
          </a:prstGeom>
          <a:noFill/>
        </p:spPr>
        <p:txBody>
          <a:bodyPr wrap="square" lIns="0" tIns="0" rIns="0" bIns="0" rtlCol="0">
            <a:spAutoFit/>
          </a:bodyPr>
          <a:lstStyle/>
          <a:p>
            <a:pPr algn="ctr" rtl="1" fontAlgn="auto">
              <a:spcBef>
                <a:spcPts val="0"/>
              </a:spcBef>
              <a:spcAft>
                <a:spcPts val="0"/>
              </a:spcAft>
            </a:pPr>
            <a:r>
              <a:rPr lang="ar-SA" sz="2800" b="1" dirty="0">
                <a:cs typeface="Simplified Arabic" panose="02020603050405020304" pitchFamily="18" charset="-78"/>
              </a:rPr>
              <a:t>برنامج الرسوم </a:t>
            </a:r>
            <a:r>
              <a:rPr lang="en-US" sz="2800" b="1" dirty="0">
                <a:cs typeface="Simplified Arabic" panose="02020603050405020304" pitchFamily="18" charset="-78"/>
              </a:rPr>
              <a:t>Paint</a:t>
            </a:r>
            <a:r>
              <a:rPr lang="ar-SA" sz="2800" b="1" dirty="0">
                <a:cs typeface="Simplified Arabic" panose="02020603050405020304" pitchFamily="18" charset="-78"/>
              </a:rPr>
              <a:t>:</a:t>
            </a:r>
            <a:r>
              <a:rPr lang="ar-SA" sz="2800" dirty="0">
                <a:cs typeface="Simplified Arabic" panose="02020603050405020304" pitchFamily="18" charset="-78"/>
              </a:rPr>
              <a:t> وهو برنامج متخصص في الرسم</a:t>
            </a:r>
            <a:endParaRPr lang="en-AU" sz="2800" b="1" dirty="0">
              <a:solidFill>
                <a:prstClr val="black">
                  <a:lumMod val="50000"/>
                  <a:lumOff val="50000"/>
                </a:prstClr>
              </a:solidFill>
              <a:latin typeface="Roboto Lt"/>
              <a:cs typeface="Simplified Arabic" panose="02020603050405020304" pitchFamily="18" charset="-78"/>
            </a:endParaRPr>
          </a:p>
        </p:txBody>
      </p:sp>
      <p:sp>
        <p:nvSpPr>
          <p:cNvPr id="23" name="TextBox 22"/>
          <p:cNvSpPr txBox="1"/>
          <p:nvPr/>
        </p:nvSpPr>
        <p:spPr>
          <a:xfrm>
            <a:off x="3843811" y="4813138"/>
            <a:ext cx="8116382" cy="1292662"/>
          </a:xfrm>
          <a:prstGeom prst="rect">
            <a:avLst/>
          </a:prstGeom>
          <a:noFill/>
        </p:spPr>
        <p:txBody>
          <a:bodyPr wrap="square" lIns="0" tIns="0" rIns="0" bIns="0" rtlCol="0">
            <a:spAutoFit/>
          </a:bodyPr>
          <a:lstStyle/>
          <a:p>
            <a:pPr algn="just" rtl="1" fontAlgn="auto">
              <a:spcBef>
                <a:spcPts val="0"/>
              </a:spcBef>
              <a:spcAft>
                <a:spcPts val="0"/>
              </a:spcAft>
            </a:pPr>
            <a:r>
              <a:rPr lang="ar-SA" sz="2800" b="1" dirty="0">
                <a:cs typeface="Simplified Arabic" panose="02020603050405020304" pitchFamily="18" charset="-78"/>
              </a:rPr>
              <a:t>الوسائط المتعددة </a:t>
            </a:r>
            <a:r>
              <a:rPr lang="en-US" sz="2800" b="1" dirty="0">
                <a:cs typeface="Simplified Arabic" panose="02020603050405020304" pitchFamily="18" charset="-78"/>
              </a:rPr>
              <a:t>:Multimedia</a:t>
            </a:r>
            <a:r>
              <a:rPr lang="en-US" sz="2800" dirty="0">
                <a:cs typeface="Simplified Arabic" panose="02020603050405020304" pitchFamily="18" charset="-78"/>
              </a:rPr>
              <a:t> </a:t>
            </a:r>
            <a:r>
              <a:rPr lang="ar-SA" sz="2800" dirty="0">
                <a:cs typeface="Simplified Arabic" panose="02020603050405020304" pitchFamily="18" charset="-78"/>
              </a:rPr>
              <a:t>عبارة عن مجموعة من البرامج التي تمكن المستخدم من التحكم بمجموعة من الوسائط  مثل: الصورة والصوت والفيديو والرسم</a:t>
            </a:r>
            <a:endParaRPr lang="en-AU" sz="2800" b="1" dirty="0">
              <a:solidFill>
                <a:prstClr val="black">
                  <a:lumMod val="50000"/>
                  <a:lumOff val="50000"/>
                </a:prstClr>
              </a:solidFill>
              <a:latin typeface="Roboto Lt"/>
              <a:cs typeface="Simplified Arabic" panose="02020603050405020304" pitchFamily="18" charset="-78"/>
            </a:endParaRPr>
          </a:p>
        </p:txBody>
      </p:sp>
      <p:grpSp>
        <p:nvGrpSpPr>
          <p:cNvPr id="6" name="Group 5"/>
          <p:cNvGrpSpPr/>
          <p:nvPr/>
        </p:nvGrpSpPr>
        <p:grpSpPr>
          <a:xfrm>
            <a:off x="1487341" y="1857445"/>
            <a:ext cx="2189480" cy="878857"/>
            <a:chOff x="5693611" y="1927714"/>
            <a:chExt cx="2189480" cy="878857"/>
          </a:xfrm>
        </p:grpSpPr>
        <p:grpSp>
          <p:nvGrpSpPr>
            <p:cNvPr id="4" name="Group 3"/>
            <p:cNvGrpSpPr/>
            <p:nvPr/>
          </p:nvGrpSpPr>
          <p:grpSpPr>
            <a:xfrm>
              <a:off x="5693611" y="1927714"/>
              <a:ext cx="2189480" cy="878857"/>
              <a:chOff x="6556634" y="3024592"/>
              <a:chExt cx="2756416" cy="1106425"/>
            </a:xfrm>
          </p:grpSpPr>
          <p:sp>
            <p:nvSpPr>
              <p:cNvPr id="5" name="Freeform 4"/>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7" name="TextBox 6"/>
              <p:cNvSpPr txBox="1"/>
              <p:nvPr/>
            </p:nvSpPr>
            <p:spPr>
              <a:xfrm>
                <a:off x="8085246" y="3387587"/>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cs typeface="Simplified Arabic" panose="02020603050405020304" pitchFamily="18" charset="-78"/>
                  </a:rPr>
                  <a:t>4</a:t>
                </a:r>
                <a:endParaRPr lang="en-GB" b="1" dirty="0">
                  <a:solidFill>
                    <a:prstClr val="white"/>
                  </a:solidFill>
                  <a:latin typeface="Roboto"/>
                  <a:cs typeface="Simplified Arabic" panose="02020603050405020304" pitchFamily="18" charset="-78"/>
                </a:endParaRPr>
              </a:p>
            </p:txBody>
          </p:sp>
        </p:gr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grpSp>
        <p:nvGrpSpPr>
          <p:cNvPr id="10" name="Group 9"/>
          <p:cNvGrpSpPr/>
          <p:nvPr/>
        </p:nvGrpSpPr>
        <p:grpSpPr>
          <a:xfrm>
            <a:off x="9297429" y="3272739"/>
            <a:ext cx="2189480" cy="878857"/>
            <a:chOff x="4327110" y="3038468"/>
            <a:chExt cx="2189480" cy="878857"/>
          </a:xfrm>
        </p:grpSpPr>
        <p:grpSp>
          <p:nvGrpSpPr>
            <p:cNvPr id="8" name="Group 7"/>
            <p:cNvGrpSpPr/>
            <p:nvPr/>
          </p:nvGrpSpPr>
          <p:grpSpPr>
            <a:xfrm>
              <a:off x="4327110" y="3038468"/>
              <a:ext cx="2189480" cy="878857"/>
              <a:chOff x="8794640" y="1918167"/>
              <a:chExt cx="2756416" cy="1106425"/>
            </a:xfrm>
          </p:grpSpPr>
          <p:sp>
            <p:nvSpPr>
              <p:cNvPr id="9" name="Freeform 8"/>
              <p:cNvSpPr/>
              <p:nvPr/>
            </p:nvSpPr>
            <p:spPr>
              <a:xfrm flipH="1">
                <a:off x="8794640" y="1918167"/>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1" name="TextBox 10"/>
              <p:cNvSpPr txBox="1"/>
              <p:nvPr/>
            </p:nvSpPr>
            <p:spPr>
              <a:xfrm>
                <a:off x="9707342" y="2288648"/>
                <a:ext cx="357603" cy="387472"/>
              </a:xfrm>
              <a:prstGeom prst="rect">
                <a:avLst/>
              </a:prstGeom>
              <a:noFill/>
            </p:spPr>
            <p:txBody>
              <a:bodyPr wrap="none" rtlCol="0">
                <a:spAutoFit/>
              </a:bodyPr>
              <a:lstStyle/>
              <a:p>
                <a:pPr algn="ctr" fontAlgn="auto">
                  <a:spcBef>
                    <a:spcPts val="0"/>
                  </a:spcBef>
                  <a:spcAft>
                    <a:spcPts val="0"/>
                  </a:spcAft>
                </a:pPr>
                <a:r>
                  <a:rPr lang="en-US" sz="1400" b="1" dirty="0">
                    <a:solidFill>
                      <a:prstClr val="white"/>
                    </a:solidFill>
                    <a:latin typeface="Roboto"/>
                    <a:cs typeface="Simplified Arabic" panose="02020603050405020304" pitchFamily="18" charset="-78"/>
                  </a:rPr>
                  <a:t>5</a:t>
                </a:r>
                <a:endParaRPr lang="en-US" sz="1400" b="1" dirty="0" smtClean="0">
                  <a:solidFill>
                    <a:prstClr val="white"/>
                  </a:solidFill>
                  <a:latin typeface="Roboto"/>
                  <a:cs typeface="Simplified Arabic" panose="02020603050405020304" pitchFamily="18" charset="-78"/>
                </a:endParaRPr>
              </a:p>
            </p:txBody>
          </p:sp>
        </p:gr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grpSp>
        <p:nvGrpSpPr>
          <p:cNvPr id="14" name="Group 13"/>
          <p:cNvGrpSpPr/>
          <p:nvPr/>
        </p:nvGrpSpPr>
        <p:grpSpPr>
          <a:xfrm>
            <a:off x="1487341" y="4953943"/>
            <a:ext cx="2189480" cy="878857"/>
            <a:chOff x="5693611" y="4163540"/>
            <a:chExt cx="2189480" cy="878857"/>
          </a:xfrm>
        </p:grpSpPr>
        <p:grpSp>
          <p:nvGrpSpPr>
            <p:cNvPr id="16" name="Group 15"/>
            <p:cNvGrpSpPr/>
            <p:nvPr/>
          </p:nvGrpSpPr>
          <p:grpSpPr>
            <a:xfrm>
              <a:off x="5693611" y="4163540"/>
              <a:ext cx="2189480" cy="878857"/>
              <a:chOff x="6556634" y="3024592"/>
              <a:chExt cx="2756416" cy="1106425"/>
            </a:xfrm>
          </p:grpSpPr>
          <p:sp>
            <p:nvSpPr>
              <p:cNvPr id="17" name="Freeform 16"/>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9" name="TextBox 18"/>
              <p:cNvSpPr txBox="1"/>
              <p:nvPr/>
            </p:nvSpPr>
            <p:spPr>
              <a:xfrm>
                <a:off x="8085247" y="3387587"/>
                <a:ext cx="357603" cy="387472"/>
              </a:xfrm>
              <a:prstGeom prst="rect">
                <a:avLst/>
              </a:prstGeom>
              <a:noFill/>
            </p:spPr>
            <p:txBody>
              <a:bodyPr wrap="none" rtlCol="0">
                <a:spAutoFit/>
              </a:bodyPr>
              <a:lstStyle/>
              <a:p>
                <a:pPr algn="ctr" fontAlgn="auto">
                  <a:spcBef>
                    <a:spcPts val="0"/>
                  </a:spcBef>
                  <a:spcAft>
                    <a:spcPts val="0"/>
                  </a:spcAft>
                </a:pPr>
                <a:r>
                  <a:rPr lang="en-US" sz="1400" b="1" dirty="0">
                    <a:solidFill>
                      <a:prstClr val="white"/>
                    </a:solidFill>
                    <a:latin typeface="Roboto"/>
                    <a:cs typeface="Simplified Arabic" panose="02020603050405020304" pitchFamily="18" charset="-78"/>
                  </a:rPr>
                  <a:t>6</a:t>
                </a:r>
                <a:endParaRPr lang="en-GB" sz="1400" b="1" dirty="0">
                  <a:solidFill>
                    <a:prstClr val="white"/>
                  </a:solidFill>
                  <a:latin typeface="Roboto"/>
                  <a:cs typeface="Simplified Arabic" panose="02020603050405020304" pitchFamily="18" charset="-78"/>
                </a:endParaRPr>
              </a:p>
            </p:txBody>
          </p:sp>
        </p:grpSp>
        <p:grpSp>
          <p:nvGrpSpPr>
            <p:cNvPr id="34" name="Group 33"/>
            <p:cNvGrpSpPr/>
            <p:nvPr/>
          </p:nvGrpSpPr>
          <p:grpSpPr>
            <a:xfrm>
              <a:off x="5908295" y="4404673"/>
              <a:ext cx="423319" cy="396590"/>
              <a:chOff x="5368132" y="3540125"/>
              <a:chExt cx="465138" cy="435769"/>
            </a:xfrm>
            <a:solidFill>
              <a:schemeClr val="bg1"/>
            </a:solidFill>
          </p:grpSpPr>
          <p:sp>
            <p:nvSpPr>
              <p:cNvPr id="3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sp>
        <p:nvSpPr>
          <p:cNvPr id="37" name="Text Placeholder 2"/>
          <p:cNvSpPr>
            <a:spLocks noGrp="1"/>
          </p:cNvSpPr>
          <p:nvPr>
            <p:ph type="body" idx="1"/>
          </p:nvPr>
        </p:nvSpPr>
        <p:spPr>
          <a:xfrm>
            <a:off x="675309" y="572865"/>
            <a:ext cx="11233150" cy="827448"/>
          </a:xfrm>
        </p:spPr>
        <p:txBody>
          <a:bodyPr>
            <a:noAutofit/>
          </a:bodyPr>
          <a:lstStyle/>
          <a:p>
            <a:pPr algn="r" rtl="1"/>
            <a:r>
              <a:rPr lang="ar-SA" sz="4000" b="1" u="sng" dirty="0">
                <a:solidFill>
                  <a:schemeClr val="tx1"/>
                </a:solidFill>
              </a:rPr>
              <a:t>ومن الأمثلة على البرمجيات التطبيقية الأكثر استخداماً الآتي:</a:t>
            </a:r>
            <a:endParaRPr lang="en-US" sz="4000" u="sng" dirty="0">
              <a:solidFill>
                <a:schemeClr val="tx1"/>
              </a:solidFill>
            </a:endParaRPr>
          </a:p>
        </p:txBody>
      </p:sp>
      <p:sp>
        <p:nvSpPr>
          <p:cNvPr id="3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4812025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left)">
                                      <p:cBhvr>
                                        <p:cTn id="23" dur="500"/>
                                        <p:tgtEl>
                                          <p:spTgt spid="14"/>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strips(downRight)">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6086669" y="987211"/>
            <a:ext cx="6526306" cy="2822938"/>
          </a:xfrm>
          <a:prstGeom prst="hexagon">
            <a:avLst/>
          </a:prstGeom>
          <a:solidFill>
            <a:srgbClr val="0160A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6568751" y="1901793"/>
            <a:ext cx="5623249" cy="646331"/>
          </a:xfrm>
          <a:prstGeom prst="rect">
            <a:avLst/>
          </a:prstGeom>
          <a:noFill/>
        </p:spPr>
        <p:txBody>
          <a:bodyPr wrap="square" rtlCol="0">
            <a:spAutoFit/>
          </a:bodyPr>
          <a:lstStyle/>
          <a:p>
            <a:pPr algn="ctr" rtl="1" fontAlgn="auto">
              <a:spcBef>
                <a:spcPts val="0"/>
              </a:spcBef>
              <a:spcAft>
                <a:spcPts val="0"/>
              </a:spcAft>
            </a:pPr>
            <a:r>
              <a:rPr lang="ar-AE" sz="3600" b="1" u="sng" dirty="0">
                <a:solidFill>
                  <a:prstClr val="white"/>
                </a:solidFill>
                <a:cs typeface="Simplified Arabic" panose="02020603050405020304" pitchFamily="18" charset="-78"/>
              </a:rPr>
              <a:t>‌أ-	الوسائط المتعددة </a:t>
            </a:r>
            <a:endParaRPr lang="en-US" sz="3600" u="sng"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9" name="Group 8"/>
          <p:cNvGrpSpPr/>
          <p:nvPr/>
        </p:nvGrpSpPr>
        <p:grpSpPr>
          <a:xfrm>
            <a:off x="2445396" y="523842"/>
            <a:ext cx="1897063" cy="3749675"/>
            <a:chOff x="5075238" y="1525588"/>
            <a:chExt cx="1897063" cy="3749675"/>
          </a:xfrm>
        </p:grpSpPr>
        <p:sp>
          <p:nvSpPr>
            <p:cNvPr id="10" name="AutoShape 3"/>
            <p:cNvSpPr>
              <a:spLocks noChangeAspect="1" noChangeArrowheads="1" noTextEdit="1"/>
            </p:cNvSpPr>
            <p:nvPr/>
          </p:nvSpPr>
          <p:spPr bwMode="auto">
            <a:xfrm>
              <a:off x="5091113" y="1525588"/>
              <a:ext cx="1866900" cy="374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1" name="Freeform 10"/>
            <p:cNvSpPr>
              <a:spLocks/>
            </p:cNvSpPr>
            <p:nvPr/>
          </p:nvSpPr>
          <p:spPr bwMode="auto">
            <a:xfrm>
              <a:off x="5251451" y="4984751"/>
              <a:ext cx="1512888" cy="288925"/>
            </a:xfrm>
            <a:custGeom>
              <a:avLst/>
              <a:gdLst>
                <a:gd name="T0" fmla="*/ 505 w 931"/>
                <a:gd name="T1" fmla="*/ 0 h 178"/>
                <a:gd name="T2" fmla="*/ 385 w 931"/>
                <a:gd name="T3" fmla="*/ 3 h 178"/>
                <a:gd name="T4" fmla="*/ 304 w 931"/>
                <a:gd name="T5" fmla="*/ 12 h 178"/>
                <a:gd name="T6" fmla="*/ 270 w 931"/>
                <a:gd name="T7" fmla="*/ 16 h 178"/>
                <a:gd name="T8" fmla="*/ 106 w 931"/>
                <a:gd name="T9" fmla="*/ 34 h 178"/>
                <a:gd name="T10" fmla="*/ 37 w 931"/>
                <a:gd name="T11" fmla="*/ 133 h 178"/>
                <a:gd name="T12" fmla="*/ 144 w 931"/>
                <a:gd name="T13" fmla="*/ 165 h 178"/>
                <a:gd name="T14" fmla="*/ 248 w 931"/>
                <a:gd name="T15" fmla="*/ 170 h 178"/>
                <a:gd name="T16" fmla="*/ 342 w 931"/>
                <a:gd name="T17" fmla="*/ 169 h 178"/>
                <a:gd name="T18" fmla="*/ 352 w 931"/>
                <a:gd name="T19" fmla="*/ 168 h 178"/>
                <a:gd name="T20" fmla="*/ 549 w 931"/>
                <a:gd name="T21" fmla="*/ 177 h 178"/>
                <a:gd name="T22" fmla="*/ 641 w 931"/>
                <a:gd name="T23" fmla="*/ 178 h 178"/>
                <a:gd name="T24" fmla="*/ 758 w 931"/>
                <a:gd name="T25" fmla="*/ 175 h 178"/>
                <a:gd name="T26" fmla="*/ 868 w 931"/>
                <a:gd name="T27" fmla="*/ 161 h 178"/>
                <a:gd name="T28" fmla="*/ 921 w 931"/>
                <a:gd name="T29" fmla="*/ 117 h 178"/>
                <a:gd name="T30" fmla="*/ 893 w 931"/>
                <a:gd name="T31" fmla="*/ 47 h 178"/>
                <a:gd name="T32" fmla="*/ 747 w 931"/>
                <a:gd name="T33" fmla="*/ 11 h 178"/>
                <a:gd name="T34" fmla="*/ 519 w 931"/>
                <a:gd name="T35" fmla="*/ 1 h 178"/>
                <a:gd name="T36" fmla="*/ 505 w 931"/>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1" h="178">
                  <a:moveTo>
                    <a:pt x="505" y="0"/>
                  </a:moveTo>
                  <a:cubicBezTo>
                    <a:pt x="465" y="0"/>
                    <a:pt x="425" y="2"/>
                    <a:pt x="385" y="3"/>
                  </a:cubicBezTo>
                  <a:cubicBezTo>
                    <a:pt x="359" y="5"/>
                    <a:pt x="331" y="7"/>
                    <a:pt x="304" y="12"/>
                  </a:cubicBezTo>
                  <a:cubicBezTo>
                    <a:pt x="292" y="13"/>
                    <a:pt x="281" y="15"/>
                    <a:pt x="270" y="16"/>
                  </a:cubicBezTo>
                  <a:cubicBezTo>
                    <a:pt x="215" y="22"/>
                    <a:pt x="159" y="18"/>
                    <a:pt x="106" y="34"/>
                  </a:cubicBezTo>
                  <a:cubicBezTo>
                    <a:pt x="64" y="47"/>
                    <a:pt x="0" y="82"/>
                    <a:pt x="37" y="133"/>
                  </a:cubicBezTo>
                  <a:cubicBezTo>
                    <a:pt x="57" y="162"/>
                    <a:pt x="113" y="162"/>
                    <a:pt x="144" y="165"/>
                  </a:cubicBezTo>
                  <a:cubicBezTo>
                    <a:pt x="179" y="169"/>
                    <a:pt x="213" y="170"/>
                    <a:pt x="248" y="170"/>
                  </a:cubicBezTo>
                  <a:cubicBezTo>
                    <a:pt x="279" y="170"/>
                    <a:pt x="311" y="169"/>
                    <a:pt x="342" y="169"/>
                  </a:cubicBezTo>
                  <a:cubicBezTo>
                    <a:pt x="345" y="169"/>
                    <a:pt x="349" y="168"/>
                    <a:pt x="352" y="168"/>
                  </a:cubicBezTo>
                  <a:cubicBezTo>
                    <a:pt x="418" y="168"/>
                    <a:pt x="483" y="174"/>
                    <a:pt x="549" y="177"/>
                  </a:cubicBezTo>
                  <a:cubicBezTo>
                    <a:pt x="580" y="178"/>
                    <a:pt x="611" y="178"/>
                    <a:pt x="641" y="178"/>
                  </a:cubicBezTo>
                  <a:cubicBezTo>
                    <a:pt x="680" y="178"/>
                    <a:pt x="719" y="177"/>
                    <a:pt x="758" y="175"/>
                  </a:cubicBezTo>
                  <a:cubicBezTo>
                    <a:pt x="794" y="173"/>
                    <a:pt x="833" y="172"/>
                    <a:pt x="868" y="161"/>
                  </a:cubicBezTo>
                  <a:cubicBezTo>
                    <a:pt x="891" y="154"/>
                    <a:pt x="912" y="142"/>
                    <a:pt x="921" y="117"/>
                  </a:cubicBezTo>
                  <a:cubicBezTo>
                    <a:pt x="931" y="90"/>
                    <a:pt x="914" y="63"/>
                    <a:pt x="893" y="47"/>
                  </a:cubicBezTo>
                  <a:cubicBezTo>
                    <a:pt x="855" y="16"/>
                    <a:pt x="793" y="15"/>
                    <a:pt x="747" y="11"/>
                  </a:cubicBezTo>
                  <a:cubicBezTo>
                    <a:pt x="671" y="5"/>
                    <a:pt x="595" y="1"/>
                    <a:pt x="519" y="1"/>
                  </a:cubicBezTo>
                  <a:cubicBezTo>
                    <a:pt x="514" y="0"/>
                    <a:pt x="510" y="0"/>
                    <a:pt x="505" y="0"/>
                  </a:cubicBezTo>
                </a:path>
              </a:pathLst>
            </a:custGeom>
            <a:solidFill>
              <a:srgbClr val="E7E6E6">
                <a:lumMod val="90000"/>
              </a:srgbClr>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2" name="Freeform 11"/>
            <p:cNvSpPr>
              <a:spLocks/>
            </p:cNvSpPr>
            <p:nvPr/>
          </p:nvSpPr>
          <p:spPr bwMode="auto">
            <a:xfrm>
              <a:off x="5235576" y="2057401"/>
              <a:ext cx="1484313" cy="1423988"/>
            </a:xfrm>
            <a:custGeom>
              <a:avLst/>
              <a:gdLst>
                <a:gd name="T0" fmla="*/ 878 w 913"/>
                <a:gd name="T1" fmla="*/ 747 h 878"/>
                <a:gd name="T2" fmla="*/ 881 w 913"/>
                <a:gd name="T3" fmla="*/ 746 h 878"/>
                <a:gd name="T4" fmla="*/ 809 w 913"/>
                <a:gd name="T5" fmla="*/ 247 h 878"/>
                <a:gd name="T6" fmla="*/ 135 w 913"/>
                <a:gd name="T7" fmla="*/ 225 h 878"/>
                <a:gd name="T8" fmla="*/ 77 w 913"/>
                <a:gd name="T9" fmla="*/ 772 h 878"/>
                <a:gd name="T10" fmla="*/ 78 w 913"/>
                <a:gd name="T11" fmla="*/ 772 h 878"/>
                <a:gd name="T12" fmla="*/ 878 w 913"/>
                <a:gd name="T13" fmla="*/ 747 h 878"/>
              </a:gdLst>
              <a:ahLst/>
              <a:cxnLst>
                <a:cxn ang="0">
                  <a:pos x="T0" y="T1"/>
                </a:cxn>
                <a:cxn ang="0">
                  <a:pos x="T2" y="T3"/>
                </a:cxn>
                <a:cxn ang="0">
                  <a:pos x="T4" y="T5"/>
                </a:cxn>
                <a:cxn ang="0">
                  <a:pos x="T6" y="T7"/>
                </a:cxn>
                <a:cxn ang="0">
                  <a:pos x="T8" y="T9"/>
                </a:cxn>
                <a:cxn ang="0">
                  <a:pos x="T10" y="T11"/>
                </a:cxn>
                <a:cxn ang="0">
                  <a:pos x="T12" y="T13"/>
                </a:cxn>
              </a:cxnLst>
              <a:rect l="0" t="0" r="r" b="b"/>
              <a:pathLst>
                <a:path w="913" h="878">
                  <a:moveTo>
                    <a:pt x="878" y="747"/>
                  </a:moveTo>
                  <a:cubicBezTo>
                    <a:pt x="880" y="746"/>
                    <a:pt x="881" y="746"/>
                    <a:pt x="881" y="746"/>
                  </a:cubicBezTo>
                  <a:cubicBezTo>
                    <a:pt x="913" y="526"/>
                    <a:pt x="881" y="350"/>
                    <a:pt x="809" y="247"/>
                  </a:cubicBezTo>
                  <a:cubicBezTo>
                    <a:pt x="636" y="0"/>
                    <a:pt x="253" y="67"/>
                    <a:pt x="135" y="225"/>
                  </a:cubicBezTo>
                  <a:cubicBezTo>
                    <a:pt x="0" y="407"/>
                    <a:pt x="77" y="772"/>
                    <a:pt x="77" y="772"/>
                  </a:cubicBezTo>
                  <a:cubicBezTo>
                    <a:pt x="77" y="772"/>
                    <a:pt x="78" y="772"/>
                    <a:pt x="78" y="772"/>
                  </a:cubicBezTo>
                  <a:cubicBezTo>
                    <a:pt x="467" y="878"/>
                    <a:pt x="841" y="759"/>
                    <a:pt x="878" y="747"/>
                  </a:cubicBezTo>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3" name="Freeform 12"/>
            <p:cNvSpPr>
              <a:spLocks/>
            </p:cNvSpPr>
            <p:nvPr/>
          </p:nvSpPr>
          <p:spPr bwMode="auto">
            <a:xfrm>
              <a:off x="5303838" y="2071688"/>
              <a:ext cx="1379538" cy="1041400"/>
            </a:xfrm>
            <a:custGeom>
              <a:avLst/>
              <a:gdLst>
                <a:gd name="T0" fmla="*/ 12 w 849"/>
                <a:gd name="T1" fmla="*/ 548 h 642"/>
                <a:gd name="T2" fmla="*/ 78 w 849"/>
                <a:gd name="T3" fmla="*/ 529 h 642"/>
                <a:gd name="T4" fmla="*/ 83 w 849"/>
                <a:gd name="T5" fmla="*/ 639 h 642"/>
                <a:gd name="T6" fmla="*/ 133 w 849"/>
                <a:gd name="T7" fmla="*/ 642 h 642"/>
                <a:gd name="T8" fmla="*/ 133 w 849"/>
                <a:gd name="T9" fmla="*/ 461 h 642"/>
                <a:gd name="T10" fmla="*/ 162 w 849"/>
                <a:gd name="T11" fmla="*/ 252 h 642"/>
                <a:gd name="T12" fmla="*/ 439 w 849"/>
                <a:gd name="T13" fmla="*/ 252 h 642"/>
                <a:gd name="T14" fmla="*/ 686 w 849"/>
                <a:gd name="T15" fmla="*/ 252 h 642"/>
                <a:gd name="T16" fmla="*/ 752 w 849"/>
                <a:gd name="T17" fmla="*/ 456 h 642"/>
                <a:gd name="T18" fmla="*/ 758 w 849"/>
                <a:gd name="T19" fmla="*/ 613 h 642"/>
                <a:gd name="T20" fmla="*/ 792 w 849"/>
                <a:gd name="T21" fmla="*/ 613 h 642"/>
                <a:gd name="T22" fmla="*/ 849 w 849"/>
                <a:gd name="T23" fmla="*/ 503 h 642"/>
                <a:gd name="T24" fmla="*/ 828 w 849"/>
                <a:gd name="T25" fmla="*/ 254 h 642"/>
                <a:gd name="T26" fmla="*/ 707 w 849"/>
                <a:gd name="T27" fmla="*/ 45 h 642"/>
                <a:gd name="T28" fmla="*/ 664 w 849"/>
                <a:gd name="T29" fmla="*/ 46 h 642"/>
                <a:gd name="T30" fmla="*/ 620 w 849"/>
                <a:gd name="T31" fmla="*/ 45 h 642"/>
                <a:gd name="T32" fmla="*/ 503 w 849"/>
                <a:gd name="T33" fmla="*/ 1 h 642"/>
                <a:gd name="T34" fmla="*/ 443 w 849"/>
                <a:gd name="T35" fmla="*/ 11 h 642"/>
                <a:gd name="T36" fmla="*/ 366 w 849"/>
                <a:gd name="T37" fmla="*/ 20 h 642"/>
                <a:gd name="T38" fmla="*/ 247 w 849"/>
                <a:gd name="T39" fmla="*/ 13 h 642"/>
                <a:gd name="T40" fmla="*/ 147 w 849"/>
                <a:gd name="T41" fmla="*/ 105 h 642"/>
                <a:gd name="T42" fmla="*/ 64 w 849"/>
                <a:gd name="T43" fmla="*/ 150 h 642"/>
                <a:gd name="T44" fmla="*/ 22 w 849"/>
                <a:gd name="T45" fmla="*/ 307 h 642"/>
                <a:gd name="T46" fmla="*/ 12 w 849"/>
                <a:gd name="T47" fmla="*/ 54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9" h="642">
                  <a:moveTo>
                    <a:pt x="12" y="548"/>
                  </a:moveTo>
                  <a:cubicBezTo>
                    <a:pt x="12" y="548"/>
                    <a:pt x="38" y="495"/>
                    <a:pt x="78" y="529"/>
                  </a:cubicBezTo>
                  <a:cubicBezTo>
                    <a:pt x="119" y="563"/>
                    <a:pt x="83" y="639"/>
                    <a:pt x="83" y="639"/>
                  </a:cubicBezTo>
                  <a:cubicBezTo>
                    <a:pt x="133" y="642"/>
                    <a:pt x="133" y="642"/>
                    <a:pt x="133" y="642"/>
                  </a:cubicBezTo>
                  <a:cubicBezTo>
                    <a:pt x="133" y="642"/>
                    <a:pt x="154" y="535"/>
                    <a:pt x="133" y="461"/>
                  </a:cubicBezTo>
                  <a:cubicBezTo>
                    <a:pt x="113" y="386"/>
                    <a:pt x="115" y="299"/>
                    <a:pt x="162" y="252"/>
                  </a:cubicBezTo>
                  <a:cubicBezTo>
                    <a:pt x="209" y="205"/>
                    <a:pt x="277" y="252"/>
                    <a:pt x="439" y="252"/>
                  </a:cubicBezTo>
                  <a:cubicBezTo>
                    <a:pt x="601" y="252"/>
                    <a:pt x="622" y="194"/>
                    <a:pt x="686" y="252"/>
                  </a:cubicBezTo>
                  <a:cubicBezTo>
                    <a:pt x="750" y="309"/>
                    <a:pt x="758" y="394"/>
                    <a:pt x="752" y="456"/>
                  </a:cubicBezTo>
                  <a:cubicBezTo>
                    <a:pt x="745" y="518"/>
                    <a:pt x="758" y="613"/>
                    <a:pt x="758" y="613"/>
                  </a:cubicBezTo>
                  <a:cubicBezTo>
                    <a:pt x="792" y="613"/>
                    <a:pt x="792" y="613"/>
                    <a:pt x="792" y="613"/>
                  </a:cubicBezTo>
                  <a:cubicBezTo>
                    <a:pt x="792" y="613"/>
                    <a:pt x="769" y="458"/>
                    <a:pt x="849" y="503"/>
                  </a:cubicBezTo>
                  <a:cubicBezTo>
                    <a:pt x="849" y="503"/>
                    <a:pt x="828" y="329"/>
                    <a:pt x="828" y="254"/>
                  </a:cubicBezTo>
                  <a:cubicBezTo>
                    <a:pt x="828" y="162"/>
                    <a:pt x="784" y="67"/>
                    <a:pt x="707" y="45"/>
                  </a:cubicBezTo>
                  <a:cubicBezTo>
                    <a:pt x="692" y="41"/>
                    <a:pt x="678" y="43"/>
                    <a:pt x="664" y="46"/>
                  </a:cubicBezTo>
                  <a:cubicBezTo>
                    <a:pt x="649" y="48"/>
                    <a:pt x="634" y="51"/>
                    <a:pt x="620" y="45"/>
                  </a:cubicBezTo>
                  <a:cubicBezTo>
                    <a:pt x="578" y="30"/>
                    <a:pt x="538" y="2"/>
                    <a:pt x="503" y="1"/>
                  </a:cubicBezTo>
                  <a:cubicBezTo>
                    <a:pt x="476" y="0"/>
                    <a:pt x="459" y="5"/>
                    <a:pt x="443" y="11"/>
                  </a:cubicBezTo>
                  <a:cubicBezTo>
                    <a:pt x="424" y="18"/>
                    <a:pt x="405" y="24"/>
                    <a:pt x="366" y="20"/>
                  </a:cubicBezTo>
                  <a:cubicBezTo>
                    <a:pt x="347" y="18"/>
                    <a:pt x="290" y="1"/>
                    <a:pt x="247" y="13"/>
                  </a:cubicBezTo>
                  <a:cubicBezTo>
                    <a:pt x="205" y="26"/>
                    <a:pt x="179" y="92"/>
                    <a:pt x="147" y="105"/>
                  </a:cubicBezTo>
                  <a:cubicBezTo>
                    <a:pt x="115" y="118"/>
                    <a:pt x="100" y="107"/>
                    <a:pt x="64" y="150"/>
                  </a:cubicBezTo>
                  <a:cubicBezTo>
                    <a:pt x="29" y="192"/>
                    <a:pt x="25" y="284"/>
                    <a:pt x="22" y="307"/>
                  </a:cubicBezTo>
                  <a:cubicBezTo>
                    <a:pt x="20" y="331"/>
                    <a:pt x="0" y="492"/>
                    <a:pt x="12" y="548"/>
                  </a:cubicBezTo>
                </a:path>
              </a:pathLst>
            </a:custGeom>
            <a:solidFill>
              <a:srgbClr val="BC85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4" name="Freeform 13"/>
            <p:cNvSpPr>
              <a:spLocks/>
            </p:cNvSpPr>
            <p:nvPr/>
          </p:nvSpPr>
          <p:spPr bwMode="auto">
            <a:xfrm>
              <a:off x="5922963" y="2852738"/>
              <a:ext cx="177800" cy="263525"/>
            </a:xfrm>
            <a:custGeom>
              <a:avLst/>
              <a:gdLst>
                <a:gd name="T0" fmla="*/ 56 w 109"/>
                <a:gd name="T1" fmla="*/ 0 h 162"/>
                <a:gd name="T2" fmla="*/ 32 w 109"/>
                <a:gd name="T3" fmla="*/ 136 h 162"/>
                <a:gd name="T4" fmla="*/ 100 w 109"/>
                <a:gd name="T5" fmla="*/ 121 h 162"/>
                <a:gd name="T6" fmla="*/ 56 w 109"/>
                <a:gd name="T7" fmla="*/ 0 h 162"/>
              </a:gdLst>
              <a:ahLst/>
              <a:cxnLst>
                <a:cxn ang="0">
                  <a:pos x="T0" y="T1"/>
                </a:cxn>
                <a:cxn ang="0">
                  <a:pos x="T2" y="T3"/>
                </a:cxn>
                <a:cxn ang="0">
                  <a:pos x="T4" y="T5"/>
                </a:cxn>
                <a:cxn ang="0">
                  <a:pos x="T6" y="T7"/>
                </a:cxn>
              </a:cxnLst>
              <a:rect l="0" t="0" r="r" b="b"/>
              <a:pathLst>
                <a:path w="109" h="162">
                  <a:moveTo>
                    <a:pt x="56" y="0"/>
                  </a:moveTo>
                  <a:cubicBezTo>
                    <a:pt x="56" y="0"/>
                    <a:pt x="0" y="111"/>
                    <a:pt x="32" y="136"/>
                  </a:cubicBezTo>
                  <a:cubicBezTo>
                    <a:pt x="64" y="162"/>
                    <a:pt x="92" y="145"/>
                    <a:pt x="100" y="121"/>
                  </a:cubicBezTo>
                  <a:cubicBezTo>
                    <a:pt x="109" y="98"/>
                    <a:pt x="56" y="0"/>
                    <a:pt x="56"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5" name="Freeform 14"/>
            <p:cNvSpPr>
              <a:spLocks/>
            </p:cNvSpPr>
            <p:nvPr/>
          </p:nvSpPr>
          <p:spPr bwMode="auto">
            <a:xfrm>
              <a:off x="5826126" y="2803526"/>
              <a:ext cx="92075" cy="92075"/>
            </a:xfrm>
            <a:custGeom>
              <a:avLst/>
              <a:gdLst>
                <a:gd name="T0" fmla="*/ 44 w 57"/>
                <a:gd name="T1" fmla="*/ 5 h 57"/>
                <a:gd name="T2" fmla="*/ 38 w 57"/>
                <a:gd name="T3" fmla="*/ 1 h 57"/>
                <a:gd name="T4" fmla="*/ 23 w 57"/>
                <a:gd name="T5" fmla="*/ 1 h 57"/>
                <a:gd name="T6" fmla="*/ 15 w 57"/>
                <a:gd name="T7" fmla="*/ 4 h 57"/>
                <a:gd name="T8" fmla="*/ 2 w 57"/>
                <a:gd name="T9" fmla="*/ 18 h 57"/>
                <a:gd name="T10" fmla="*/ 4 w 57"/>
                <a:gd name="T11" fmla="*/ 38 h 57"/>
                <a:gd name="T12" fmla="*/ 42 w 57"/>
                <a:gd name="T13" fmla="*/ 50 h 57"/>
                <a:gd name="T14" fmla="*/ 56 w 57"/>
                <a:gd name="T15" fmla="*/ 29 h 57"/>
                <a:gd name="T16" fmla="*/ 44 w 5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7">
                  <a:moveTo>
                    <a:pt x="44" y="5"/>
                  </a:moveTo>
                  <a:cubicBezTo>
                    <a:pt x="42" y="3"/>
                    <a:pt x="40" y="2"/>
                    <a:pt x="38" y="1"/>
                  </a:cubicBezTo>
                  <a:cubicBezTo>
                    <a:pt x="33" y="0"/>
                    <a:pt x="28" y="0"/>
                    <a:pt x="23" y="1"/>
                  </a:cubicBezTo>
                  <a:cubicBezTo>
                    <a:pt x="21" y="2"/>
                    <a:pt x="18" y="3"/>
                    <a:pt x="15" y="4"/>
                  </a:cubicBezTo>
                  <a:cubicBezTo>
                    <a:pt x="9" y="6"/>
                    <a:pt x="4" y="13"/>
                    <a:pt x="2" y="18"/>
                  </a:cubicBezTo>
                  <a:cubicBezTo>
                    <a:pt x="0" y="25"/>
                    <a:pt x="1" y="32"/>
                    <a:pt x="4" y="38"/>
                  </a:cubicBezTo>
                  <a:cubicBezTo>
                    <a:pt x="10" y="52"/>
                    <a:pt x="28" y="57"/>
                    <a:pt x="42" y="50"/>
                  </a:cubicBezTo>
                  <a:cubicBezTo>
                    <a:pt x="50" y="46"/>
                    <a:pt x="56" y="38"/>
                    <a:pt x="56" y="29"/>
                  </a:cubicBezTo>
                  <a:cubicBezTo>
                    <a:pt x="57" y="19"/>
                    <a:pt x="52" y="10"/>
                    <a:pt x="44" y="5"/>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6" name="Freeform 15"/>
            <p:cNvSpPr>
              <a:spLocks/>
            </p:cNvSpPr>
            <p:nvPr/>
          </p:nvSpPr>
          <p:spPr bwMode="auto">
            <a:xfrm>
              <a:off x="6091238" y="2813051"/>
              <a:ext cx="73025" cy="53975"/>
            </a:xfrm>
            <a:custGeom>
              <a:avLst/>
              <a:gdLst>
                <a:gd name="T0" fmla="*/ 23 w 44"/>
                <a:gd name="T1" fmla="*/ 0 h 33"/>
                <a:gd name="T2" fmla="*/ 21 w 44"/>
                <a:gd name="T3" fmla="*/ 33 h 33"/>
                <a:gd name="T4" fmla="*/ 23 w 44"/>
                <a:gd name="T5" fmla="*/ 0 h 33"/>
              </a:gdLst>
              <a:ahLst/>
              <a:cxnLst>
                <a:cxn ang="0">
                  <a:pos x="T0" y="T1"/>
                </a:cxn>
                <a:cxn ang="0">
                  <a:pos x="T2" y="T3"/>
                </a:cxn>
                <a:cxn ang="0">
                  <a:pos x="T4" y="T5"/>
                </a:cxn>
              </a:cxnLst>
              <a:rect l="0" t="0" r="r" b="b"/>
              <a:pathLst>
                <a:path w="44" h="33">
                  <a:moveTo>
                    <a:pt x="23" y="0"/>
                  </a:moveTo>
                  <a:cubicBezTo>
                    <a:pt x="2" y="0"/>
                    <a:pt x="0" y="33"/>
                    <a:pt x="21" y="33"/>
                  </a:cubicBezTo>
                  <a:cubicBezTo>
                    <a:pt x="42" y="33"/>
                    <a:pt x="44" y="0"/>
                    <a:pt x="23" y="0"/>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7" name="Freeform 16"/>
            <p:cNvSpPr>
              <a:spLocks/>
            </p:cNvSpPr>
            <p:nvPr/>
          </p:nvSpPr>
          <p:spPr bwMode="auto">
            <a:xfrm>
              <a:off x="6005513" y="3157538"/>
              <a:ext cx="52388" cy="93663"/>
            </a:xfrm>
            <a:custGeom>
              <a:avLst/>
              <a:gdLst>
                <a:gd name="T0" fmla="*/ 22 w 32"/>
                <a:gd name="T1" fmla="*/ 4 h 57"/>
                <a:gd name="T2" fmla="*/ 4 w 32"/>
                <a:gd name="T3" fmla="*/ 13 h 57"/>
                <a:gd name="T4" fmla="*/ 11 w 32"/>
                <a:gd name="T5" fmla="*/ 36 h 57"/>
                <a:gd name="T6" fmla="*/ 13 w 32"/>
                <a:gd name="T7" fmla="*/ 37 h 57"/>
                <a:gd name="T8" fmla="*/ 5 w 32"/>
                <a:gd name="T9" fmla="*/ 45 h 57"/>
                <a:gd name="T10" fmla="*/ 11 w 32"/>
                <a:gd name="T11" fmla="*/ 55 h 57"/>
                <a:gd name="T12" fmla="*/ 31 w 32"/>
                <a:gd name="T13" fmla="*/ 30 h 57"/>
                <a:gd name="T14" fmla="*/ 22 w 32"/>
                <a:gd name="T15" fmla="*/ 4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7">
                  <a:moveTo>
                    <a:pt x="22" y="4"/>
                  </a:moveTo>
                  <a:cubicBezTo>
                    <a:pt x="14" y="0"/>
                    <a:pt x="7" y="5"/>
                    <a:pt x="4" y="13"/>
                  </a:cubicBezTo>
                  <a:cubicBezTo>
                    <a:pt x="1" y="21"/>
                    <a:pt x="4" y="32"/>
                    <a:pt x="11" y="36"/>
                  </a:cubicBezTo>
                  <a:cubicBezTo>
                    <a:pt x="12" y="37"/>
                    <a:pt x="12" y="37"/>
                    <a:pt x="13" y="37"/>
                  </a:cubicBezTo>
                  <a:cubicBezTo>
                    <a:pt x="11" y="40"/>
                    <a:pt x="8" y="43"/>
                    <a:pt x="5" y="45"/>
                  </a:cubicBezTo>
                  <a:cubicBezTo>
                    <a:pt x="0" y="50"/>
                    <a:pt x="6" y="57"/>
                    <a:pt x="11" y="55"/>
                  </a:cubicBezTo>
                  <a:cubicBezTo>
                    <a:pt x="22" y="51"/>
                    <a:pt x="29" y="41"/>
                    <a:pt x="31" y="30"/>
                  </a:cubicBezTo>
                  <a:cubicBezTo>
                    <a:pt x="32" y="22"/>
                    <a:pt x="31" y="8"/>
                    <a:pt x="22" y="4"/>
                  </a:cubicBezTo>
                  <a:close/>
                </a:path>
              </a:pathLst>
            </a:custGeom>
            <a:solidFill>
              <a:srgbClr val="8337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8" name="Freeform 17"/>
            <p:cNvSpPr>
              <a:spLocks noEditPoints="1"/>
            </p:cNvSpPr>
            <p:nvPr/>
          </p:nvSpPr>
          <p:spPr bwMode="auto">
            <a:xfrm>
              <a:off x="5813426" y="2520951"/>
              <a:ext cx="358775" cy="209550"/>
            </a:xfrm>
            <a:custGeom>
              <a:avLst/>
              <a:gdLst>
                <a:gd name="T0" fmla="*/ 206 w 220"/>
                <a:gd name="T1" fmla="*/ 67 h 129"/>
                <a:gd name="T2" fmla="*/ 127 w 220"/>
                <a:gd name="T3" fmla="*/ 89 h 129"/>
                <a:gd name="T4" fmla="*/ 122 w 220"/>
                <a:gd name="T5" fmla="*/ 89 h 129"/>
                <a:gd name="T6" fmla="*/ 132 w 220"/>
                <a:gd name="T7" fmla="*/ 28 h 129"/>
                <a:gd name="T8" fmla="*/ 78 w 220"/>
                <a:gd name="T9" fmla="*/ 14 h 129"/>
                <a:gd name="T10" fmla="*/ 61 w 220"/>
                <a:gd name="T11" fmla="*/ 61 h 129"/>
                <a:gd name="T12" fmla="*/ 94 w 220"/>
                <a:gd name="T13" fmla="*/ 96 h 129"/>
                <a:gd name="T14" fmla="*/ 9 w 220"/>
                <a:gd name="T15" fmla="*/ 100 h 129"/>
                <a:gd name="T16" fmla="*/ 4 w 220"/>
                <a:gd name="T17" fmla="*/ 107 h 129"/>
                <a:gd name="T18" fmla="*/ 109 w 220"/>
                <a:gd name="T19" fmla="*/ 102 h 129"/>
                <a:gd name="T20" fmla="*/ 216 w 220"/>
                <a:gd name="T21" fmla="*/ 75 h 129"/>
                <a:gd name="T22" fmla="*/ 206 w 220"/>
                <a:gd name="T23" fmla="*/ 67 h 129"/>
                <a:gd name="T24" fmla="*/ 75 w 220"/>
                <a:gd name="T25" fmla="*/ 45 h 129"/>
                <a:gd name="T26" fmla="*/ 88 w 220"/>
                <a:gd name="T27" fmla="*/ 25 h 129"/>
                <a:gd name="T28" fmla="*/ 122 w 220"/>
                <a:gd name="T29" fmla="*/ 39 h 129"/>
                <a:gd name="T30" fmla="*/ 108 w 220"/>
                <a:gd name="T31" fmla="*/ 84 h 129"/>
                <a:gd name="T32" fmla="*/ 75 w 220"/>
                <a:gd name="T33" fmla="*/ 4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129">
                  <a:moveTo>
                    <a:pt x="206" y="67"/>
                  </a:moveTo>
                  <a:cubicBezTo>
                    <a:pt x="184" y="87"/>
                    <a:pt x="156" y="94"/>
                    <a:pt x="127" y="89"/>
                  </a:cubicBezTo>
                  <a:cubicBezTo>
                    <a:pt x="125" y="89"/>
                    <a:pt x="124" y="89"/>
                    <a:pt x="122" y="89"/>
                  </a:cubicBezTo>
                  <a:cubicBezTo>
                    <a:pt x="137" y="71"/>
                    <a:pt x="142" y="50"/>
                    <a:pt x="132" y="28"/>
                  </a:cubicBezTo>
                  <a:cubicBezTo>
                    <a:pt x="122" y="6"/>
                    <a:pt x="97" y="0"/>
                    <a:pt x="78" y="14"/>
                  </a:cubicBezTo>
                  <a:cubicBezTo>
                    <a:pt x="64" y="24"/>
                    <a:pt x="57" y="44"/>
                    <a:pt x="61" y="61"/>
                  </a:cubicBezTo>
                  <a:cubicBezTo>
                    <a:pt x="65" y="77"/>
                    <a:pt x="80" y="88"/>
                    <a:pt x="94" y="96"/>
                  </a:cubicBezTo>
                  <a:cubicBezTo>
                    <a:pt x="70" y="112"/>
                    <a:pt x="34" y="117"/>
                    <a:pt x="9" y="100"/>
                  </a:cubicBezTo>
                  <a:cubicBezTo>
                    <a:pt x="5" y="97"/>
                    <a:pt x="0" y="104"/>
                    <a:pt x="4" y="107"/>
                  </a:cubicBezTo>
                  <a:cubicBezTo>
                    <a:pt x="33" y="129"/>
                    <a:pt x="79" y="123"/>
                    <a:pt x="109" y="102"/>
                  </a:cubicBezTo>
                  <a:cubicBezTo>
                    <a:pt x="145" y="114"/>
                    <a:pt x="194" y="108"/>
                    <a:pt x="216" y="75"/>
                  </a:cubicBezTo>
                  <a:cubicBezTo>
                    <a:pt x="220" y="69"/>
                    <a:pt x="212" y="62"/>
                    <a:pt x="206" y="67"/>
                  </a:cubicBezTo>
                  <a:close/>
                  <a:moveTo>
                    <a:pt x="75" y="45"/>
                  </a:moveTo>
                  <a:cubicBezTo>
                    <a:pt x="77" y="37"/>
                    <a:pt x="82" y="30"/>
                    <a:pt x="88" y="25"/>
                  </a:cubicBezTo>
                  <a:cubicBezTo>
                    <a:pt x="102" y="11"/>
                    <a:pt x="116" y="28"/>
                    <a:pt x="122" y="39"/>
                  </a:cubicBezTo>
                  <a:cubicBezTo>
                    <a:pt x="129" y="55"/>
                    <a:pt x="119" y="73"/>
                    <a:pt x="108" y="84"/>
                  </a:cubicBezTo>
                  <a:cubicBezTo>
                    <a:pt x="89" y="78"/>
                    <a:pt x="71" y="64"/>
                    <a:pt x="7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9" name="Freeform 18"/>
            <p:cNvSpPr>
              <a:spLocks/>
            </p:cNvSpPr>
            <p:nvPr/>
          </p:nvSpPr>
          <p:spPr bwMode="auto">
            <a:xfrm>
              <a:off x="5568951" y="5072063"/>
              <a:ext cx="196850" cy="79375"/>
            </a:xfrm>
            <a:custGeom>
              <a:avLst/>
              <a:gdLst>
                <a:gd name="T0" fmla="*/ 67 w 121"/>
                <a:gd name="T1" fmla="*/ 4 h 49"/>
                <a:gd name="T2" fmla="*/ 33 w 121"/>
                <a:gd name="T3" fmla="*/ 7 h 49"/>
                <a:gd name="T4" fmla="*/ 8 w 121"/>
                <a:gd name="T5" fmla="*/ 21 h 49"/>
                <a:gd name="T6" fmla="*/ 39 w 121"/>
                <a:gd name="T7" fmla="*/ 48 h 49"/>
                <a:gd name="T8" fmla="*/ 93 w 121"/>
                <a:gd name="T9" fmla="*/ 40 h 49"/>
                <a:gd name="T10" fmla="*/ 112 w 121"/>
                <a:gd name="T11" fmla="*/ 0 h 49"/>
                <a:gd name="T12" fmla="*/ 67 w 121"/>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121" h="49">
                  <a:moveTo>
                    <a:pt x="67" y="4"/>
                  </a:moveTo>
                  <a:cubicBezTo>
                    <a:pt x="67" y="4"/>
                    <a:pt x="39" y="6"/>
                    <a:pt x="33" y="7"/>
                  </a:cubicBezTo>
                  <a:cubicBezTo>
                    <a:pt x="23" y="8"/>
                    <a:pt x="12" y="12"/>
                    <a:pt x="8" y="21"/>
                  </a:cubicBezTo>
                  <a:cubicBezTo>
                    <a:pt x="0" y="41"/>
                    <a:pt x="25" y="48"/>
                    <a:pt x="39" y="48"/>
                  </a:cubicBezTo>
                  <a:cubicBezTo>
                    <a:pt x="58" y="49"/>
                    <a:pt x="76" y="45"/>
                    <a:pt x="93" y="40"/>
                  </a:cubicBezTo>
                  <a:cubicBezTo>
                    <a:pt x="121" y="33"/>
                    <a:pt x="112" y="0"/>
                    <a:pt x="112" y="0"/>
                  </a:cubicBezTo>
                  <a:lnTo>
                    <a:pt x="67" y="4"/>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0" name="Freeform 19"/>
            <p:cNvSpPr>
              <a:spLocks/>
            </p:cNvSpPr>
            <p:nvPr/>
          </p:nvSpPr>
          <p:spPr bwMode="auto">
            <a:xfrm>
              <a:off x="6261101" y="5062538"/>
              <a:ext cx="209550" cy="85725"/>
            </a:xfrm>
            <a:custGeom>
              <a:avLst/>
              <a:gdLst>
                <a:gd name="T0" fmla="*/ 0 w 129"/>
                <a:gd name="T1" fmla="*/ 16 h 53"/>
                <a:gd name="T2" fmla="*/ 104 w 129"/>
                <a:gd name="T3" fmla="*/ 41 h 53"/>
                <a:gd name="T4" fmla="*/ 111 w 129"/>
                <a:gd name="T5" fmla="*/ 5 h 53"/>
                <a:gd name="T6" fmla="*/ 79 w 129"/>
                <a:gd name="T7" fmla="*/ 3 h 53"/>
                <a:gd name="T8" fmla="*/ 47 w 129"/>
                <a:gd name="T9" fmla="*/ 6 h 53"/>
                <a:gd name="T10" fmla="*/ 0 w 129"/>
                <a:gd name="T11" fmla="*/ 16 h 53"/>
              </a:gdLst>
              <a:ahLst/>
              <a:cxnLst>
                <a:cxn ang="0">
                  <a:pos x="T0" y="T1"/>
                </a:cxn>
                <a:cxn ang="0">
                  <a:pos x="T2" y="T3"/>
                </a:cxn>
                <a:cxn ang="0">
                  <a:pos x="T4" y="T5"/>
                </a:cxn>
                <a:cxn ang="0">
                  <a:pos x="T6" y="T7"/>
                </a:cxn>
                <a:cxn ang="0">
                  <a:pos x="T8" y="T9"/>
                </a:cxn>
                <a:cxn ang="0">
                  <a:pos x="T10" y="T11"/>
                </a:cxn>
              </a:cxnLst>
              <a:rect l="0" t="0" r="r" b="b"/>
              <a:pathLst>
                <a:path w="129" h="53">
                  <a:moveTo>
                    <a:pt x="0" y="16"/>
                  </a:moveTo>
                  <a:cubicBezTo>
                    <a:pt x="5" y="53"/>
                    <a:pt x="78" y="49"/>
                    <a:pt x="104" y="41"/>
                  </a:cubicBezTo>
                  <a:cubicBezTo>
                    <a:pt x="122" y="35"/>
                    <a:pt x="129" y="16"/>
                    <a:pt x="111" y="5"/>
                  </a:cubicBezTo>
                  <a:cubicBezTo>
                    <a:pt x="102" y="0"/>
                    <a:pt x="89" y="2"/>
                    <a:pt x="79" y="3"/>
                  </a:cubicBezTo>
                  <a:cubicBezTo>
                    <a:pt x="69" y="5"/>
                    <a:pt x="47" y="6"/>
                    <a:pt x="47" y="6"/>
                  </a:cubicBezTo>
                  <a:lnTo>
                    <a:pt x="0" y="16"/>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1" name="Freeform 20"/>
            <p:cNvSpPr>
              <a:spLocks/>
            </p:cNvSpPr>
            <p:nvPr/>
          </p:nvSpPr>
          <p:spPr bwMode="auto">
            <a:xfrm>
              <a:off x="5365751" y="4254501"/>
              <a:ext cx="1274763" cy="835025"/>
            </a:xfrm>
            <a:custGeom>
              <a:avLst/>
              <a:gdLst>
                <a:gd name="T0" fmla="*/ 785 w 785"/>
                <a:gd name="T1" fmla="*/ 2 h 515"/>
                <a:gd name="T2" fmla="*/ 772 w 785"/>
                <a:gd name="T3" fmla="*/ 0 h 515"/>
                <a:gd name="T4" fmla="*/ 2 w 785"/>
                <a:gd name="T5" fmla="*/ 0 h 515"/>
                <a:gd name="T6" fmla="*/ 0 w 785"/>
                <a:gd name="T7" fmla="*/ 4 h 515"/>
                <a:gd name="T8" fmla="*/ 165 w 785"/>
                <a:gd name="T9" fmla="*/ 128 h 515"/>
                <a:gd name="T10" fmla="*/ 167 w 785"/>
                <a:gd name="T11" fmla="*/ 271 h 515"/>
                <a:gd name="T12" fmla="*/ 191 w 785"/>
                <a:gd name="T13" fmla="*/ 502 h 515"/>
                <a:gd name="T14" fmla="*/ 192 w 785"/>
                <a:gd name="T15" fmla="*/ 509 h 515"/>
                <a:gd name="T16" fmla="*/ 237 w 785"/>
                <a:gd name="T17" fmla="*/ 505 h 515"/>
                <a:gd name="T18" fmla="*/ 237 w 785"/>
                <a:gd name="T19" fmla="*/ 498 h 515"/>
                <a:gd name="T20" fmla="*/ 237 w 785"/>
                <a:gd name="T21" fmla="*/ 295 h 515"/>
                <a:gd name="T22" fmla="*/ 263 w 785"/>
                <a:gd name="T23" fmla="*/ 162 h 515"/>
                <a:gd name="T24" fmla="*/ 497 w 785"/>
                <a:gd name="T25" fmla="*/ 161 h 515"/>
                <a:gd name="T26" fmla="*/ 538 w 785"/>
                <a:gd name="T27" fmla="*/ 339 h 515"/>
                <a:gd name="T28" fmla="*/ 550 w 785"/>
                <a:gd name="T29" fmla="*/ 515 h 515"/>
                <a:gd name="T30" fmla="*/ 552 w 785"/>
                <a:gd name="T31" fmla="*/ 515 h 515"/>
                <a:gd name="T32" fmla="*/ 598 w 785"/>
                <a:gd name="T33" fmla="*/ 505 h 515"/>
                <a:gd name="T34" fmla="*/ 598 w 785"/>
                <a:gd name="T35" fmla="*/ 502 h 515"/>
                <a:gd name="T36" fmla="*/ 601 w 785"/>
                <a:gd name="T37" fmla="*/ 315 h 515"/>
                <a:gd name="T38" fmla="*/ 591 w 785"/>
                <a:gd name="T39" fmla="*/ 137 h 515"/>
                <a:gd name="T40" fmla="*/ 785 w 785"/>
                <a:gd name="T41" fmla="*/ 2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515">
                  <a:moveTo>
                    <a:pt x="785" y="2"/>
                  </a:moveTo>
                  <a:cubicBezTo>
                    <a:pt x="785" y="2"/>
                    <a:pt x="781" y="1"/>
                    <a:pt x="772" y="0"/>
                  </a:cubicBezTo>
                  <a:cubicBezTo>
                    <a:pt x="396" y="81"/>
                    <a:pt x="35" y="7"/>
                    <a:pt x="2" y="0"/>
                  </a:cubicBezTo>
                  <a:cubicBezTo>
                    <a:pt x="1" y="1"/>
                    <a:pt x="0" y="3"/>
                    <a:pt x="0" y="4"/>
                  </a:cubicBezTo>
                  <a:cubicBezTo>
                    <a:pt x="0" y="4"/>
                    <a:pt x="21" y="60"/>
                    <a:pt x="165" y="128"/>
                  </a:cubicBezTo>
                  <a:cubicBezTo>
                    <a:pt x="165" y="128"/>
                    <a:pt x="164" y="192"/>
                    <a:pt x="167" y="271"/>
                  </a:cubicBezTo>
                  <a:cubicBezTo>
                    <a:pt x="170" y="366"/>
                    <a:pt x="187" y="474"/>
                    <a:pt x="191" y="502"/>
                  </a:cubicBezTo>
                  <a:cubicBezTo>
                    <a:pt x="192" y="507"/>
                    <a:pt x="192" y="509"/>
                    <a:pt x="192" y="509"/>
                  </a:cubicBezTo>
                  <a:cubicBezTo>
                    <a:pt x="237" y="505"/>
                    <a:pt x="237" y="505"/>
                    <a:pt x="237" y="505"/>
                  </a:cubicBezTo>
                  <a:cubicBezTo>
                    <a:pt x="237" y="505"/>
                    <a:pt x="237" y="502"/>
                    <a:pt x="237" y="498"/>
                  </a:cubicBezTo>
                  <a:cubicBezTo>
                    <a:pt x="235" y="471"/>
                    <a:pt x="230" y="363"/>
                    <a:pt x="237" y="295"/>
                  </a:cubicBezTo>
                  <a:cubicBezTo>
                    <a:pt x="243" y="231"/>
                    <a:pt x="263" y="162"/>
                    <a:pt x="263" y="162"/>
                  </a:cubicBezTo>
                  <a:cubicBezTo>
                    <a:pt x="263" y="162"/>
                    <a:pt x="395" y="188"/>
                    <a:pt x="497" y="161"/>
                  </a:cubicBezTo>
                  <a:cubicBezTo>
                    <a:pt x="497" y="161"/>
                    <a:pt x="532" y="285"/>
                    <a:pt x="538" y="339"/>
                  </a:cubicBezTo>
                  <a:cubicBezTo>
                    <a:pt x="543" y="386"/>
                    <a:pt x="550" y="515"/>
                    <a:pt x="550" y="515"/>
                  </a:cubicBezTo>
                  <a:cubicBezTo>
                    <a:pt x="552" y="515"/>
                    <a:pt x="552" y="515"/>
                    <a:pt x="552" y="515"/>
                  </a:cubicBezTo>
                  <a:cubicBezTo>
                    <a:pt x="598" y="505"/>
                    <a:pt x="598" y="505"/>
                    <a:pt x="598" y="505"/>
                  </a:cubicBezTo>
                  <a:cubicBezTo>
                    <a:pt x="598" y="505"/>
                    <a:pt x="598" y="504"/>
                    <a:pt x="598" y="502"/>
                  </a:cubicBezTo>
                  <a:cubicBezTo>
                    <a:pt x="600" y="481"/>
                    <a:pt x="606" y="380"/>
                    <a:pt x="601" y="315"/>
                  </a:cubicBezTo>
                  <a:cubicBezTo>
                    <a:pt x="597" y="276"/>
                    <a:pt x="603" y="228"/>
                    <a:pt x="591" y="137"/>
                  </a:cubicBezTo>
                  <a:cubicBezTo>
                    <a:pt x="591" y="137"/>
                    <a:pt x="735" y="63"/>
                    <a:pt x="785" y="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2" name="Freeform 21"/>
            <p:cNvSpPr>
              <a:spLocks/>
            </p:cNvSpPr>
            <p:nvPr/>
          </p:nvSpPr>
          <p:spPr bwMode="auto">
            <a:xfrm>
              <a:off x="6470651" y="1527176"/>
              <a:ext cx="330200" cy="403225"/>
            </a:xfrm>
            <a:custGeom>
              <a:avLst/>
              <a:gdLst>
                <a:gd name="T0" fmla="*/ 188 w 203"/>
                <a:gd name="T1" fmla="*/ 66 h 249"/>
                <a:gd name="T2" fmla="*/ 89 w 203"/>
                <a:gd name="T3" fmla="*/ 0 h 249"/>
                <a:gd name="T4" fmla="*/ 17 w 203"/>
                <a:gd name="T5" fmla="*/ 67 h 249"/>
                <a:gd name="T6" fmla="*/ 31 w 203"/>
                <a:gd name="T7" fmla="*/ 69 h 249"/>
                <a:gd name="T8" fmla="*/ 105 w 203"/>
                <a:gd name="T9" fmla="*/ 50 h 249"/>
                <a:gd name="T10" fmla="*/ 142 w 203"/>
                <a:gd name="T11" fmla="*/ 103 h 249"/>
                <a:gd name="T12" fmla="*/ 88 w 203"/>
                <a:gd name="T13" fmla="*/ 148 h 249"/>
                <a:gd name="T14" fmla="*/ 50 w 203"/>
                <a:gd name="T15" fmla="*/ 222 h 249"/>
                <a:gd name="T16" fmla="*/ 72 w 203"/>
                <a:gd name="T17" fmla="*/ 247 h 249"/>
                <a:gd name="T18" fmla="*/ 93 w 203"/>
                <a:gd name="T19" fmla="*/ 243 h 249"/>
                <a:gd name="T20" fmla="*/ 104 w 203"/>
                <a:gd name="T21" fmla="*/ 219 h 249"/>
                <a:gd name="T22" fmla="*/ 158 w 203"/>
                <a:gd name="T23" fmla="*/ 159 h 249"/>
                <a:gd name="T24" fmla="*/ 188 w 203"/>
                <a:gd name="T25" fmla="*/ 6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49">
                  <a:moveTo>
                    <a:pt x="188" y="66"/>
                  </a:moveTo>
                  <a:cubicBezTo>
                    <a:pt x="172" y="26"/>
                    <a:pt x="132" y="1"/>
                    <a:pt x="89" y="0"/>
                  </a:cubicBezTo>
                  <a:cubicBezTo>
                    <a:pt x="54" y="0"/>
                    <a:pt x="0" y="22"/>
                    <a:pt x="17" y="67"/>
                  </a:cubicBezTo>
                  <a:cubicBezTo>
                    <a:pt x="19" y="72"/>
                    <a:pt x="26" y="74"/>
                    <a:pt x="31" y="69"/>
                  </a:cubicBezTo>
                  <a:cubicBezTo>
                    <a:pt x="51" y="46"/>
                    <a:pt x="75" y="42"/>
                    <a:pt x="105" y="50"/>
                  </a:cubicBezTo>
                  <a:cubicBezTo>
                    <a:pt x="125" y="55"/>
                    <a:pt x="153" y="80"/>
                    <a:pt x="142" y="103"/>
                  </a:cubicBezTo>
                  <a:cubicBezTo>
                    <a:pt x="133" y="122"/>
                    <a:pt x="104" y="135"/>
                    <a:pt x="88" y="148"/>
                  </a:cubicBezTo>
                  <a:cubicBezTo>
                    <a:pt x="65" y="167"/>
                    <a:pt x="48" y="192"/>
                    <a:pt x="50" y="222"/>
                  </a:cubicBezTo>
                  <a:cubicBezTo>
                    <a:pt x="51" y="235"/>
                    <a:pt x="60" y="244"/>
                    <a:pt x="72" y="247"/>
                  </a:cubicBezTo>
                  <a:cubicBezTo>
                    <a:pt x="80" y="249"/>
                    <a:pt x="86" y="247"/>
                    <a:pt x="93" y="243"/>
                  </a:cubicBezTo>
                  <a:cubicBezTo>
                    <a:pt x="100" y="238"/>
                    <a:pt x="105" y="229"/>
                    <a:pt x="104" y="219"/>
                  </a:cubicBezTo>
                  <a:cubicBezTo>
                    <a:pt x="102" y="192"/>
                    <a:pt x="140" y="174"/>
                    <a:pt x="158" y="159"/>
                  </a:cubicBezTo>
                  <a:cubicBezTo>
                    <a:pt x="186" y="135"/>
                    <a:pt x="203" y="104"/>
                    <a:pt x="188" y="66"/>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3" name="Freeform 22"/>
            <p:cNvSpPr>
              <a:spLocks/>
            </p:cNvSpPr>
            <p:nvPr/>
          </p:nvSpPr>
          <p:spPr bwMode="auto">
            <a:xfrm>
              <a:off x="6519863" y="1992313"/>
              <a:ext cx="133350" cy="101600"/>
            </a:xfrm>
            <a:custGeom>
              <a:avLst/>
              <a:gdLst>
                <a:gd name="T0" fmla="*/ 47 w 82"/>
                <a:gd name="T1" fmla="*/ 4 h 63"/>
                <a:gd name="T2" fmla="*/ 35 w 82"/>
                <a:gd name="T3" fmla="*/ 59 h 63"/>
                <a:gd name="T4" fmla="*/ 47 w 82"/>
                <a:gd name="T5" fmla="*/ 4 h 63"/>
              </a:gdLst>
              <a:ahLst/>
              <a:cxnLst>
                <a:cxn ang="0">
                  <a:pos x="T0" y="T1"/>
                </a:cxn>
                <a:cxn ang="0">
                  <a:pos x="T2" y="T3"/>
                </a:cxn>
                <a:cxn ang="0">
                  <a:pos x="T4" y="T5"/>
                </a:cxn>
              </a:cxnLst>
              <a:rect l="0" t="0" r="r" b="b"/>
              <a:pathLst>
                <a:path w="82" h="63">
                  <a:moveTo>
                    <a:pt x="47" y="4"/>
                  </a:moveTo>
                  <a:cubicBezTo>
                    <a:pt x="11" y="0"/>
                    <a:pt x="0" y="54"/>
                    <a:pt x="35" y="59"/>
                  </a:cubicBezTo>
                  <a:cubicBezTo>
                    <a:pt x="71" y="63"/>
                    <a:pt x="82" y="9"/>
                    <a:pt x="47" y="4"/>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4" name="Freeform 23"/>
            <p:cNvSpPr>
              <a:spLocks/>
            </p:cNvSpPr>
            <p:nvPr/>
          </p:nvSpPr>
          <p:spPr bwMode="auto">
            <a:xfrm>
              <a:off x="6272213" y="1782763"/>
              <a:ext cx="176213" cy="222250"/>
            </a:xfrm>
            <a:custGeom>
              <a:avLst/>
              <a:gdLst>
                <a:gd name="T0" fmla="*/ 7 w 108"/>
                <a:gd name="T1" fmla="*/ 95 h 137"/>
                <a:gd name="T2" fmla="*/ 58 w 108"/>
                <a:gd name="T3" fmla="*/ 136 h 137"/>
                <a:gd name="T4" fmla="*/ 100 w 108"/>
                <a:gd name="T5" fmla="*/ 102 h 137"/>
                <a:gd name="T6" fmla="*/ 93 w 108"/>
                <a:gd name="T7" fmla="*/ 100 h 137"/>
                <a:gd name="T8" fmla="*/ 51 w 108"/>
                <a:gd name="T9" fmla="*/ 108 h 137"/>
                <a:gd name="T10" fmla="*/ 33 w 108"/>
                <a:gd name="T11" fmla="*/ 77 h 137"/>
                <a:gd name="T12" fmla="*/ 65 w 108"/>
                <a:gd name="T13" fmla="*/ 55 h 137"/>
                <a:gd name="T14" fmla="*/ 88 w 108"/>
                <a:gd name="T15" fmla="*/ 16 h 137"/>
                <a:gd name="T16" fmla="*/ 78 w 108"/>
                <a:gd name="T17" fmla="*/ 1 h 137"/>
                <a:gd name="T18" fmla="*/ 66 w 108"/>
                <a:gd name="T19" fmla="*/ 3 h 137"/>
                <a:gd name="T20" fmla="*/ 59 w 108"/>
                <a:gd name="T21" fmla="*/ 15 h 137"/>
                <a:gd name="T22" fmla="*/ 27 w 108"/>
                <a:gd name="T23" fmla="*/ 46 h 137"/>
                <a:gd name="T24" fmla="*/ 7 w 108"/>
                <a:gd name="T25"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37">
                  <a:moveTo>
                    <a:pt x="7" y="95"/>
                  </a:moveTo>
                  <a:cubicBezTo>
                    <a:pt x="14" y="118"/>
                    <a:pt x="34" y="133"/>
                    <a:pt x="58" y="136"/>
                  </a:cubicBezTo>
                  <a:cubicBezTo>
                    <a:pt x="77" y="137"/>
                    <a:pt x="108" y="128"/>
                    <a:pt x="100" y="102"/>
                  </a:cubicBezTo>
                  <a:cubicBezTo>
                    <a:pt x="99" y="99"/>
                    <a:pt x="95" y="98"/>
                    <a:pt x="93" y="100"/>
                  </a:cubicBezTo>
                  <a:cubicBezTo>
                    <a:pt x="81" y="112"/>
                    <a:pt x="68" y="114"/>
                    <a:pt x="51" y="108"/>
                  </a:cubicBezTo>
                  <a:cubicBezTo>
                    <a:pt x="41" y="104"/>
                    <a:pt x="26" y="89"/>
                    <a:pt x="33" y="77"/>
                  </a:cubicBezTo>
                  <a:cubicBezTo>
                    <a:pt x="39" y="67"/>
                    <a:pt x="56" y="61"/>
                    <a:pt x="65" y="55"/>
                  </a:cubicBezTo>
                  <a:cubicBezTo>
                    <a:pt x="78" y="45"/>
                    <a:pt x="88" y="33"/>
                    <a:pt x="88" y="16"/>
                  </a:cubicBezTo>
                  <a:cubicBezTo>
                    <a:pt x="88" y="9"/>
                    <a:pt x="84" y="3"/>
                    <a:pt x="78" y="1"/>
                  </a:cubicBezTo>
                  <a:cubicBezTo>
                    <a:pt x="74" y="0"/>
                    <a:pt x="70" y="1"/>
                    <a:pt x="66" y="3"/>
                  </a:cubicBezTo>
                  <a:cubicBezTo>
                    <a:pt x="62" y="5"/>
                    <a:pt x="59" y="10"/>
                    <a:pt x="59" y="15"/>
                  </a:cubicBezTo>
                  <a:cubicBezTo>
                    <a:pt x="59" y="30"/>
                    <a:pt x="37" y="38"/>
                    <a:pt x="27" y="46"/>
                  </a:cubicBezTo>
                  <a:cubicBezTo>
                    <a:pt x="10" y="58"/>
                    <a:pt x="0" y="74"/>
                    <a:pt x="7" y="95"/>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5" name="Freeform 24"/>
            <p:cNvSpPr>
              <a:spLocks/>
            </p:cNvSpPr>
            <p:nvPr/>
          </p:nvSpPr>
          <p:spPr bwMode="auto">
            <a:xfrm>
              <a:off x="6365876" y="1692276"/>
              <a:ext cx="77788" cy="60325"/>
            </a:xfrm>
            <a:custGeom>
              <a:avLst/>
              <a:gdLst>
                <a:gd name="T0" fmla="*/ 19 w 47"/>
                <a:gd name="T1" fmla="*/ 33 h 37"/>
                <a:gd name="T2" fmla="*/ 27 w 47"/>
                <a:gd name="T3" fmla="*/ 4 h 37"/>
                <a:gd name="T4" fmla="*/ 19 w 47"/>
                <a:gd name="T5" fmla="*/ 33 h 37"/>
              </a:gdLst>
              <a:ahLst/>
              <a:cxnLst>
                <a:cxn ang="0">
                  <a:pos x="T0" y="T1"/>
                </a:cxn>
                <a:cxn ang="0">
                  <a:pos x="T2" y="T3"/>
                </a:cxn>
                <a:cxn ang="0">
                  <a:pos x="T4" y="T5"/>
                </a:cxn>
              </a:cxnLst>
              <a:rect l="0" t="0" r="r" b="b"/>
              <a:pathLst>
                <a:path w="47" h="37">
                  <a:moveTo>
                    <a:pt x="19" y="33"/>
                  </a:moveTo>
                  <a:cubicBezTo>
                    <a:pt x="38" y="37"/>
                    <a:pt x="47" y="8"/>
                    <a:pt x="27" y="4"/>
                  </a:cubicBezTo>
                  <a:cubicBezTo>
                    <a:pt x="8" y="0"/>
                    <a:pt x="0" y="29"/>
                    <a:pt x="19" y="33"/>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6" name="Freeform 25"/>
            <p:cNvSpPr>
              <a:spLocks/>
            </p:cNvSpPr>
            <p:nvPr/>
          </p:nvSpPr>
          <p:spPr bwMode="auto">
            <a:xfrm>
              <a:off x="6797676" y="2100263"/>
              <a:ext cx="138113" cy="117475"/>
            </a:xfrm>
            <a:custGeom>
              <a:avLst/>
              <a:gdLst>
                <a:gd name="T0" fmla="*/ 49 w 85"/>
                <a:gd name="T1" fmla="*/ 0 h 73"/>
                <a:gd name="T2" fmla="*/ 35 w 85"/>
                <a:gd name="T3" fmla="*/ 8 h 73"/>
                <a:gd name="T4" fmla="*/ 38 w 85"/>
                <a:gd name="T5" fmla="*/ 13 h 73"/>
                <a:gd name="T6" fmla="*/ 38 w 85"/>
                <a:gd name="T7" fmla="*/ 13 h 73"/>
                <a:gd name="T8" fmla="*/ 40 w 85"/>
                <a:gd name="T9" fmla="*/ 13 h 73"/>
                <a:gd name="T10" fmla="*/ 62 w 85"/>
                <a:gd name="T11" fmla="*/ 27 h 73"/>
                <a:gd name="T12" fmla="*/ 58 w 85"/>
                <a:gd name="T13" fmla="*/ 50 h 73"/>
                <a:gd name="T14" fmla="*/ 52 w 85"/>
                <a:gd name="T15" fmla="*/ 51 h 73"/>
                <a:gd name="T16" fmla="*/ 32 w 85"/>
                <a:gd name="T17" fmla="*/ 47 h 73"/>
                <a:gd name="T18" fmla="*/ 27 w 85"/>
                <a:gd name="T19" fmla="*/ 47 h 73"/>
                <a:gd name="T20" fmla="*/ 4 w 85"/>
                <a:gd name="T21" fmla="*/ 57 h 73"/>
                <a:gd name="T22" fmla="*/ 3 w 85"/>
                <a:gd name="T23" fmla="*/ 69 h 73"/>
                <a:gd name="T24" fmla="*/ 9 w 85"/>
                <a:gd name="T25" fmla="*/ 73 h 73"/>
                <a:gd name="T26" fmla="*/ 11 w 85"/>
                <a:gd name="T27" fmla="*/ 73 h 73"/>
                <a:gd name="T28" fmla="*/ 18 w 85"/>
                <a:gd name="T29" fmla="*/ 70 h 73"/>
                <a:gd name="T30" fmla="*/ 29 w 85"/>
                <a:gd name="T31" fmla="*/ 66 h 73"/>
                <a:gd name="T32" fmla="*/ 47 w 85"/>
                <a:gd name="T33" fmla="*/ 68 h 73"/>
                <a:gd name="T34" fmla="*/ 52 w 85"/>
                <a:gd name="T35" fmla="*/ 69 h 73"/>
                <a:gd name="T36" fmla="*/ 79 w 85"/>
                <a:gd name="T37" fmla="*/ 53 h 73"/>
                <a:gd name="T38" fmla="*/ 71 w 85"/>
                <a:gd name="T39" fmla="*/ 10 h 73"/>
                <a:gd name="T40" fmla="*/ 49 w 85"/>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73">
                  <a:moveTo>
                    <a:pt x="49" y="0"/>
                  </a:moveTo>
                  <a:cubicBezTo>
                    <a:pt x="43" y="0"/>
                    <a:pt x="38" y="2"/>
                    <a:pt x="35" y="8"/>
                  </a:cubicBezTo>
                  <a:cubicBezTo>
                    <a:pt x="35" y="10"/>
                    <a:pt x="36" y="13"/>
                    <a:pt x="38" y="13"/>
                  </a:cubicBezTo>
                  <a:cubicBezTo>
                    <a:pt x="38" y="13"/>
                    <a:pt x="38" y="13"/>
                    <a:pt x="38" y="13"/>
                  </a:cubicBezTo>
                  <a:cubicBezTo>
                    <a:pt x="39" y="13"/>
                    <a:pt x="40" y="13"/>
                    <a:pt x="40" y="13"/>
                  </a:cubicBezTo>
                  <a:cubicBezTo>
                    <a:pt x="50" y="13"/>
                    <a:pt x="57" y="18"/>
                    <a:pt x="62" y="27"/>
                  </a:cubicBezTo>
                  <a:cubicBezTo>
                    <a:pt x="66" y="33"/>
                    <a:pt x="67" y="47"/>
                    <a:pt x="58" y="50"/>
                  </a:cubicBezTo>
                  <a:cubicBezTo>
                    <a:pt x="56" y="51"/>
                    <a:pt x="54" y="51"/>
                    <a:pt x="52" y="51"/>
                  </a:cubicBezTo>
                  <a:cubicBezTo>
                    <a:pt x="46" y="51"/>
                    <a:pt x="38" y="48"/>
                    <a:pt x="32" y="47"/>
                  </a:cubicBezTo>
                  <a:cubicBezTo>
                    <a:pt x="30" y="47"/>
                    <a:pt x="29" y="47"/>
                    <a:pt x="27" y="47"/>
                  </a:cubicBezTo>
                  <a:cubicBezTo>
                    <a:pt x="18" y="47"/>
                    <a:pt x="10" y="50"/>
                    <a:pt x="4" y="57"/>
                  </a:cubicBezTo>
                  <a:cubicBezTo>
                    <a:pt x="0" y="60"/>
                    <a:pt x="0" y="65"/>
                    <a:pt x="3" y="69"/>
                  </a:cubicBezTo>
                  <a:cubicBezTo>
                    <a:pt x="4" y="71"/>
                    <a:pt x="6" y="72"/>
                    <a:pt x="9" y="73"/>
                  </a:cubicBezTo>
                  <a:cubicBezTo>
                    <a:pt x="9" y="73"/>
                    <a:pt x="10" y="73"/>
                    <a:pt x="11" y="73"/>
                  </a:cubicBezTo>
                  <a:cubicBezTo>
                    <a:pt x="13" y="73"/>
                    <a:pt x="16" y="72"/>
                    <a:pt x="18" y="70"/>
                  </a:cubicBezTo>
                  <a:cubicBezTo>
                    <a:pt x="21" y="67"/>
                    <a:pt x="24" y="66"/>
                    <a:pt x="29" y="66"/>
                  </a:cubicBezTo>
                  <a:cubicBezTo>
                    <a:pt x="35" y="66"/>
                    <a:pt x="42" y="68"/>
                    <a:pt x="47" y="68"/>
                  </a:cubicBezTo>
                  <a:cubicBezTo>
                    <a:pt x="49" y="69"/>
                    <a:pt x="50" y="69"/>
                    <a:pt x="52" y="69"/>
                  </a:cubicBezTo>
                  <a:cubicBezTo>
                    <a:pt x="64" y="69"/>
                    <a:pt x="74" y="64"/>
                    <a:pt x="79" y="53"/>
                  </a:cubicBezTo>
                  <a:cubicBezTo>
                    <a:pt x="85" y="38"/>
                    <a:pt x="82" y="22"/>
                    <a:pt x="71" y="10"/>
                  </a:cubicBezTo>
                  <a:cubicBezTo>
                    <a:pt x="66" y="5"/>
                    <a:pt x="57" y="0"/>
                    <a:pt x="49"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7" name="Freeform 26"/>
            <p:cNvSpPr>
              <a:spLocks/>
            </p:cNvSpPr>
            <p:nvPr/>
          </p:nvSpPr>
          <p:spPr bwMode="auto">
            <a:xfrm>
              <a:off x="6748463" y="2224088"/>
              <a:ext cx="46038" cy="31750"/>
            </a:xfrm>
            <a:custGeom>
              <a:avLst/>
              <a:gdLst>
                <a:gd name="T0" fmla="*/ 14 w 28"/>
                <a:gd name="T1" fmla="*/ 0 h 19"/>
                <a:gd name="T2" fmla="*/ 5 w 28"/>
                <a:gd name="T3" fmla="*/ 15 h 19"/>
                <a:gd name="T4" fmla="*/ 13 w 28"/>
                <a:gd name="T5" fmla="*/ 19 h 19"/>
                <a:gd name="T6" fmla="*/ 22 w 28"/>
                <a:gd name="T7" fmla="*/ 4 h 19"/>
                <a:gd name="T8" fmla="*/ 14 w 28"/>
                <a:gd name="T9" fmla="*/ 0 h 19"/>
              </a:gdLst>
              <a:ahLst/>
              <a:cxnLst>
                <a:cxn ang="0">
                  <a:pos x="T0" y="T1"/>
                </a:cxn>
                <a:cxn ang="0">
                  <a:pos x="T2" y="T3"/>
                </a:cxn>
                <a:cxn ang="0">
                  <a:pos x="T4" y="T5"/>
                </a:cxn>
                <a:cxn ang="0">
                  <a:pos x="T6" y="T7"/>
                </a:cxn>
                <a:cxn ang="0">
                  <a:pos x="T8" y="T9"/>
                </a:cxn>
              </a:cxnLst>
              <a:rect l="0" t="0" r="r" b="b"/>
              <a:pathLst>
                <a:path w="28" h="19">
                  <a:moveTo>
                    <a:pt x="14" y="0"/>
                  </a:moveTo>
                  <a:cubicBezTo>
                    <a:pt x="7" y="0"/>
                    <a:pt x="0" y="7"/>
                    <a:pt x="5" y="15"/>
                  </a:cubicBezTo>
                  <a:cubicBezTo>
                    <a:pt x="8" y="18"/>
                    <a:pt x="10" y="19"/>
                    <a:pt x="13" y="19"/>
                  </a:cubicBezTo>
                  <a:cubicBezTo>
                    <a:pt x="21" y="19"/>
                    <a:pt x="28" y="11"/>
                    <a:pt x="22" y="4"/>
                  </a:cubicBezTo>
                  <a:cubicBezTo>
                    <a:pt x="20" y="1"/>
                    <a:pt x="17" y="0"/>
                    <a:pt x="14"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8" name="Freeform 27"/>
            <p:cNvSpPr>
              <a:spLocks/>
            </p:cNvSpPr>
            <p:nvPr/>
          </p:nvSpPr>
          <p:spPr bwMode="auto">
            <a:xfrm>
              <a:off x="5573713" y="1584326"/>
              <a:ext cx="206375" cy="234950"/>
            </a:xfrm>
            <a:custGeom>
              <a:avLst/>
              <a:gdLst>
                <a:gd name="T0" fmla="*/ 62 w 127"/>
                <a:gd name="T1" fmla="*/ 0 h 145"/>
                <a:gd name="T2" fmla="*/ 48 w 127"/>
                <a:gd name="T3" fmla="*/ 1 h 145"/>
                <a:gd name="T4" fmla="*/ 15 w 127"/>
                <a:gd name="T5" fmla="*/ 48 h 145"/>
                <a:gd name="T6" fmla="*/ 19 w 127"/>
                <a:gd name="T7" fmla="*/ 50 h 145"/>
                <a:gd name="T8" fmla="*/ 24 w 127"/>
                <a:gd name="T9" fmla="*/ 48 h 145"/>
                <a:gd name="T10" fmla="*/ 61 w 127"/>
                <a:gd name="T11" fmla="*/ 27 h 145"/>
                <a:gd name="T12" fmla="*/ 64 w 127"/>
                <a:gd name="T13" fmla="*/ 28 h 145"/>
                <a:gd name="T14" fmla="*/ 92 w 127"/>
                <a:gd name="T15" fmla="*/ 53 h 145"/>
                <a:gd name="T16" fmla="*/ 66 w 127"/>
                <a:gd name="T17" fmla="*/ 86 h 145"/>
                <a:gd name="T18" fmla="*/ 54 w 127"/>
                <a:gd name="T19" fmla="*/ 133 h 145"/>
                <a:gd name="T20" fmla="*/ 70 w 127"/>
                <a:gd name="T21" fmla="*/ 145 h 145"/>
                <a:gd name="T22" fmla="*/ 70 w 127"/>
                <a:gd name="T23" fmla="*/ 145 h 145"/>
                <a:gd name="T24" fmla="*/ 81 w 127"/>
                <a:gd name="T25" fmla="*/ 140 h 145"/>
                <a:gd name="T26" fmla="*/ 85 w 127"/>
                <a:gd name="T27" fmla="*/ 125 h 145"/>
                <a:gd name="T28" fmla="*/ 108 w 127"/>
                <a:gd name="T29" fmla="*/ 84 h 145"/>
                <a:gd name="T30" fmla="*/ 113 w 127"/>
                <a:gd name="T31" fmla="*/ 27 h 145"/>
                <a:gd name="T32" fmla="*/ 62 w 12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45">
                  <a:moveTo>
                    <a:pt x="62" y="0"/>
                  </a:moveTo>
                  <a:cubicBezTo>
                    <a:pt x="57" y="0"/>
                    <a:pt x="53" y="0"/>
                    <a:pt x="48" y="1"/>
                  </a:cubicBezTo>
                  <a:cubicBezTo>
                    <a:pt x="28" y="5"/>
                    <a:pt x="0" y="25"/>
                    <a:pt x="15" y="48"/>
                  </a:cubicBezTo>
                  <a:cubicBezTo>
                    <a:pt x="16" y="50"/>
                    <a:pt x="18" y="50"/>
                    <a:pt x="19" y="50"/>
                  </a:cubicBezTo>
                  <a:cubicBezTo>
                    <a:pt x="21" y="50"/>
                    <a:pt x="23" y="50"/>
                    <a:pt x="24" y="48"/>
                  </a:cubicBezTo>
                  <a:cubicBezTo>
                    <a:pt x="32" y="33"/>
                    <a:pt x="44" y="27"/>
                    <a:pt x="61" y="27"/>
                  </a:cubicBezTo>
                  <a:cubicBezTo>
                    <a:pt x="62" y="27"/>
                    <a:pt x="63" y="27"/>
                    <a:pt x="64" y="28"/>
                  </a:cubicBezTo>
                  <a:cubicBezTo>
                    <a:pt x="76" y="28"/>
                    <a:pt x="95" y="39"/>
                    <a:pt x="92" y="53"/>
                  </a:cubicBezTo>
                  <a:cubicBezTo>
                    <a:pt x="89" y="66"/>
                    <a:pt x="74" y="76"/>
                    <a:pt x="66" y="86"/>
                  </a:cubicBezTo>
                  <a:cubicBezTo>
                    <a:pt x="55" y="100"/>
                    <a:pt x="49" y="116"/>
                    <a:pt x="54" y="133"/>
                  </a:cubicBezTo>
                  <a:cubicBezTo>
                    <a:pt x="56" y="141"/>
                    <a:pt x="63" y="145"/>
                    <a:pt x="70" y="145"/>
                  </a:cubicBezTo>
                  <a:cubicBezTo>
                    <a:pt x="70" y="145"/>
                    <a:pt x="70" y="145"/>
                    <a:pt x="70" y="145"/>
                  </a:cubicBezTo>
                  <a:cubicBezTo>
                    <a:pt x="75" y="145"/>
                    <a:pt x="78" y="143"/>
                    <a:pt x="81" y="140"/>
                  </a:cubicBezTo>
                  <a:cubicBezTo>
                    <a:pt x="85" y="136"/>
                    <a:pt x="86" y="130"/>
                    <a:pt x="85" y="125"/>
                  </a:cubicBezTo>
                  <a:cubicBezTo>
                    <a:pt x="80" y="110"/>
                    <a:pt x="100" y="95"/>
                    <a:pt x="108" y="84"/>
                  </a:cubicBezTo>
                  <a:cubicBezTo>
                    <a:pt x="121" y="66"/>
                    <a:pt x="127" y="46"/>
                    <a:pt x="113" y="27"/>
                  </a:cubicBezTo>
                  <a:cubicBezTo>
                    <a:pt x="102" y="9"/>
                    <a:pt x="82" y="0"/>
                    <a:pt x="62"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9" name="Freeform 28"/>
            <p:cNvSpPr>
              <a:spLocks/>
            </p:cNvSpPr>
            <p:nvPr/>
          </p:nvSpPr>
          <p:spPr bwMode="auto">
            <a:xfrm>
              <a:off x="5665788" y="1858963"/>
              <a:ext cx="68263" cy="52388"/>
            </a:xfrm>
            <a:custGeom>
              <a:avLst/>
              <a:gdLst>
                <a:gd name="T0" fmla="*/ 23 w 42"/>
                <a:gd name="T1" fmla="*/ 0 h 32"/>
                <a:gd name="T2" fmla="*/ 21 w 42"/>
                <a:gd name="T3" fmla="*/ 0 h 32"/>
                <a:gd name="T4" fmla="*/ 20 w 42"/>
                <a:gd name="T5" fmla="*/ 32 h 32"/>
                <a:gd name="T6" fmla="*/ 21 w 42"/>
                <a:gd name="T7" fmla="*/ 32 h 32"/>
                <a:gd name="T8" fmla="*/ 23 w 42"/>
                <a:gd name="T9" fmla="*/ 0 h 32"/>
              </a:gdLst>
              <a:ahLst/>
              <a:cxnLst>
                <a:cxn ang="0">
                  <a:pos x="T0" y="T1"/>
                </a:cxn>
                <a:cxn ang="0">
                  <a:pos x="T2" y="T3"/>
                </a:cxn>
                <a:cxn ang="0">
                  <a:pos x="T4" y="T5"/>
                </a:cxn>
                <a:cxn ang="0">
                  <a:pos x="T6" y="T7"/>
                </a:cxn>
                <a:cxn ang="0">
                  <a:pos x="T8" y="T9"/>
                </a:cxn>
              </a:cxnLst>
              <a:rect l="0" t="0" r="r" b="b"/>
              <a:pathLst>
                <a:path w="42" h="32">
                  <a:moveTo>
                    <a:pt x="23" y="0"/>
                  </a:moveTo>
                  <a:cubicBezTo>
                    <a:pt x="22" y="0"/>
                    <a:pt x="21" y="0"/>
                    <a:pt x="21" y="0"/>
                  </a:cubicBezTo>
                  <a:cubicBezTo>
                    <a:pt x="0" y="1"/>
                    <a:pt x="0" y="32"/>
                    <a:pt x="20" y="32"/>
                  </a:cubicBezTo>
                  <a:cubicBezTo>
                    <a:pt x="20" y="32"/>
                    <a:pt x="21" y="32"/>
                    <a:pt x="21" y="32"/>
                  </a:cubicBezTo>
                  <a:cubicBezTo>
                    <a:pt x="42" y="31"/>
                    <a:pt x="42" y="0"/>
                    <a:pt x="23"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0" name="Freeform 29"/>
            <p:cNvSpPr>
              <a:spLocks/>
            </p:cNvSpPr>
            <p:nvPr/>
          </p:nvSpPr>
          <p:spPr bwMode="auto">
            <a:xfrm>
              <a:off x="5356226" y="2038351"/>
              <a:ext cx="160338" cy="144463"/>
            </a:xfrm>
            <a:custGeom>
              <a:avLst/>
              <a:gdLst>
                <a:gd name="T0" fmla="*/ 11 w 99"/>
                <a:gd name="T1" fmla="*/ 0 h 89"/>
                <a:gd name="T2" fmla="*/ 4 w 99"/>
                <a:gd name="T3" fmla="*/ 3 h 89"/>
                <a:gd name="T4" fmla="*/ 0 w 99"/>
                <a:gd name="T5" fmla="*/ 11 h 89"/>
                <a:gd name="T6" fmla="*/ 5 w 99"/>
                <a:gd name="T7" fmla="*/ 21 h 89"/>
                <a:gd name="T8" fmla="*/ 12 w 99"/>
                <a:gd name="T9" fmla="*/ 54 h 89"/>
                <a:gd name="T10" fmla="*/ 36 w 99"/>
                <a:gd name="T11" fmla="*/ 88 h 89"/>
                <a:gd name="T12" fmla="*/ 47 w 99"/>
                <a:gd name="T13" fmla="*/ 89 h 89"/>
                <a:gd name="T14" fmla="*/ 84 w 99"/>
                <a:gd name="T15" fmla="*/ 70 h 89"/>
                <a:gd name="T16" fmla="*/ 79 w 99"/>
                <a:gd name="T17" fmla="*/ 29 h 89"/>
                <a:gd name="T18" fmla="*/ 78 w 99"/>
                <a:gd name="T19" fmla="*/ 29 h 89"/>
                <a:gd name="T20" fmla="*/ 75 w 99"/>
                <a:gd name="T21" fmla="*/ 33 h 89"/>
                <a:gd name="T22" fmla="*/ 63 w 99"/>
                <a:gd name="T23" fmla="*/ 63 h 89"/>
                <a:gd name="T24" fmla="*/ 47 w 99"/>
                <a:gd name="T25" fmla="*/ 69 h 89"/>
                <a:gd name="T26" fmla="*/ 35 w 99"/>
                <a:gd name="T27" fmla="*/ 63 h 89"/>
                <a:gd name="T28" fmla="*/ 34 w 99"/>
                <a:gd name="T29" fmla="*/ 33 h 89"/>
                <a:gd name="T30" fmla="*/ 18 w 99"/>
                <a:gd name="T31" fmla="*/ 2 h 89"/>
                <a:gd name="T32" fmla="*/ 11 w 99"/>
                <a:gd name="T3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89">
                  <a:moveTo>
                    <a:pt x="11" y="0"/>
                  </a:moveTo>
                  <a:cubicBezTo>
                    <a:pt x="9" y="0"/>
                    <a:pt x="6" y="1"/>
                    <a:pt x="4" y="3"/>
                  </a:cubicBezTo>
                  <a:cubicBezTo>
                    <a:pt x="1" y="5"/>
                    <a:pt x="0" y="8"/>
                    <a:pt x="0" y="11"/>
                  </a:cubicBezTo>
                  <a:cubicBezTo>
                    <a:pt x="0" y="15"/>
                    <a:pt x="2" y="19"/>
                    <a:pt x="5" y="21"/>
                  </a:cubicBezTo>
                  <a:cubicBezTo>
                    <a:pt x="15" y="27"/>
                    <a:pt x="12" y="44"/>
                    <a:pt x="12" y="54"/>
                  </a:cubicBezTo>
                  <a:cubicBezTo>
                    <a:pt x="13" y="70"/>
                    <a:pt x="20" y="83"/>
                    <a:pt x="36" y="88"/>
                  </a:cubicBezTo>
                  <a:cubicBezTo>
                    <a:pt x="40" y="89"/>
                    <a:pt x="44" y="89"/>
                    <a:pt x="47" y="89"/>
                  </a:cubicBezTo>
                  <a:cubicBezTo>
                    <a:pt x="61" y="89"/>
                    <a:pt x="75" y="82"/>
                    <a:pt x="84" y="70"/>
                  </a:cubicBezTo>
                  <a:cubicBezTo>
                    <a:pt x="93" y="59"/>
                    <a:pt x="99" y="35"/>
                    <a:pt x="79" y="29"/>
                  </a:cubicBezTo>
                  <a:cubicBezTo>
                    <a:pt x="79" y="29"/>
                    <a:pt x="79" y="29"/>
                    <a:pt x="78" y="29"/>
                  </a:cubicBezTo>
                  <a:cubicBezTo>
                    <a:pt x="76" y="29"/>
                    <a:pt x="74" y="31"/>
                    <a:pt x="75" y="33"/>
                  </a:cubicBezTo>
                  <a:cubicBezTo>
                    <a:pt x="78" y="46"/>
                    <a:pt x="73" y="55"/>
                    <a:pt x="63" y="63"/>
                  </a:cubicBezTo>
                  <a:cubicBezTo>
                    <a:pt x="59" y="66"/>
                    <a:pt x="53" y="69"/>
                    <a:pt x="47" y="69"/>
                  </a:cubicBezTo>
                  <a:cubicBezTo>
                    <a:pt x="42" y="69"/>
                    <a:pt x="38" y="67"/>
                    <a:pt x="35" y="63"/>
                  </a:cubicBezTo>
                  <a:cubicBezTo>
                    <a:pt x="31" y="55"/>
                    <a:pt x="34" y="42"/>
                    <a:pt x="34" y="33"/>
                  </a:cubicBezTo>
                  <a:cubicBezTo>
                    <a:pt x="33" y="20"/>
                    <a:pt x="29" y="9"/>
                    <a:pt x="18" y="2"/>
                  </a:cubicBezTo>
                  <a:cubicBezTo>
                    <a:pt x="16" y="0"/>
                    <a:pt x="14" y="0"/>
                    <a:pt x="11"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1" name="Freeform 30"/>
            <p:cNvSpPr>
              <a:spLocks/>
            </p:cNvSpPr>
            <p:nvPr/>
          </p:nvSpPr>
          <p:spPr bwMode="auto">
            <a:xfrm>
              <a:off x="5297488" y="1992313"/>
              <a:ext cx="52388" cy="41275"/>
            </a:xfrm>
            <a:custGeom>
              <a:avLst/>
              <a:gdLst>
                <a:gd name="T0" fmla="*/ 15 w 32"/>
                <a:gd name="T1" fmla="*/ 0 h 25"/>
                <a:gd name="T2" fmla="*/ 8 w 32"/>
                <a:gd name="T3" fmla="*/ 4 h 25"/>
                <a:gd name="T4" fmla="*/ 16 w 32"/>
                <a:gd name="T5" fmla="*/ 25 h 25"/>
                <a:gd name="T6" fmla="*/ 24 w 32"/>
                <a:gd name="T7" fmla="*/ 21 h 25"/>
                <a:gd name="T8" fmla="*/ 15 w 32"/>
                <a:gd name="T9" fmla="*/ 0 h 25"/>
              </a:gdLst>
              <a:ahLst/>
              <a:cxnLst>
                <a:cxn ang="0">
                  <a:pos x="T0" y="T1"/>
                </a:cxn>
                <a:cxn ang="0">
                  <a:pos x="T2" y="T3"/>
                </a:cxn>
                <a:cxn ang="0">
                  <a:pos x="T4" y="T5"/>
                </a:cxn>
                <a:cxn ang="0">
                  <a:pos x="T6" y="T7"/>
                </a:cxn>
                <a:cxn ang="0">
                  <a:pos x="T8" y="T9"/>
                </a:cxn>
              </a:cxnLst>
              <a:rect l="0" t="0" r="r" b="b"/>
              <a:pathLst>
                <a:path w="32" h="25">
                  <a:moveTo>
                    <a:pt x="15" y="0"/>
                  </a:moveTo>
                  <a:cubicBezTo>
                    <a:pt x="13" y="0"/>
                    <a:pt x="10" y="1"/>
                    <a:pt x="8" y="4"/>
                  </a:cubicBezTo>
                  <a:cubicBezTo>
                    <a:pt x="0" y="12"/>
                    <a:pt x="7" y="25"/>
                    <a:pt x="16" y="25"/>
                  </a:cubicBezTo>
                  <a:cubicBezTo>
                    <a:pt x="19" y="25"/>
                    <a:pt x="21" y="24"/>
                    <a:pt x="24" y="21"/>
                  </a:cubicBezTo>
                  <a:cubicBezTo>
                    <a:pt x="32" y="13"/>
                    <a:pt x="24" y="0"/>
                    <a:pt x="15"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2" name="Freeform 31"/>
            <p:cNvSpPr>
              <a:spLocks/>
            </p:cNvSpPr>
            <p:nvPr/>
          </p:nvSpPr>
          <p:spPr bwMode="auto">
            <a:xfrm>
              <a:off x="5280026" y="3268663"/>
              <a:ext cx="1516063" cy="1116013"/>
            </a:xfrm>
            <a:custGeom>
              <a:avLst/>
              <a:gdLst>
                <a:gd name="T0" fmla="*/ 860 w 933"/>
                <a:gd name="T1" fmla="*/ 30 h 689"/>
                <a:gd name="T2" fmla="*/ 851 w 933"/>
                <a:gd name="T3" fmla="*/ 0 h 689"/>
                <a:gd name="T4" fmla="*/ 51 w 933"/>
                <a:gd name="T5" fmla="*/ 25 h 689"/>
                <a:gd name="T6" fmla="*/ 53 w 933"/>
                <a:gd name="T7" fmla="*/ 607 h 689"/>
                <a:gd name="T8" fmla="*/ 55 w 933"/>
                <a:gd name="T9" fmla="*/ 608 h 689"/>
                <a:gd name="T10" fmla="*/ 825 w 933"/>
                <a:gd name="T11" fmla="*/ 608 h 689"/>
                <a:gd name="T12" fmla="*/ 838 w 933"/>
                <a:gd name="T13" fmla="*/ 605 h 689"/>
                <a:gd name="T14" fmla="*/ 860 w 933"/>
                <a:gd name="T15" fmla="*/ 30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3" h="689">
                  <a:moveTo>
                    <a:pt x="860" y="30"/>
                  </a:moveTo>
                  <a:cubicBezTo>
                    <a:pt x="858" y="19"/>
                    <a:pt x="854" y="9"/>
                    <a:pt x="851" y="0"/>
                  </a:cubicBezTo>
                  <a:cubicBezTo>
                    <a:pt x="814" y="12"/>
                    <a:pt x="440" y="131"/>
                    <a:pt x="51" y="25"/>
                  </a:cubicBezTo>
                  <a:cubicBezTo>
                    <a:pt x="37" y="94"/>
                    <a:pt x="0" y="319"/>
                    <a:pt x="53" y="607"/>
                  </a:cubicBezTo>
                  <a:cubicBezTo>
                    <a:pt x="53" y="607"/>
                    <a:pt x="54" y="607"/>
                    <a:pt x="55" y="608"/>
                  </a:cubicBezTo>
                  <a:cubicBezTo>
                    <a:pt x="88" y="615"/>
                    <a:pt x="449" y="689"/>
                    <a:pt x="825" y="608"/>
                  </a:cubicBezTo>
                  <a:cubicBezTo>
                    <a:pt x="830" y="607"/>
                    <a:pt x="834" y="606"/>
                    <a:pt x="838" y="605"/>
                  </a:cubicBezTo>
                  <a:cubicBezTo>
                    <a:pt x="838" y="605"/>
                    <a:pt x="933" y="346"/>
                    <a:pt x="860" y="3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3" name="Freeform 32"/>
            <p:cNvSpPr>
              <a:spLocks/>
            </p:cNvSpPr>
            <p:nvPr/>
          </p:nvSpPr>
          <p:spPr bwMode="auto">
            <a:xfrm>
              <a:off x="5316538" y="2805113"/>
              <a:ext cx="3175" cy="14288"/>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6"/>
                    <a:pt x="0" y="9"/>
                  </a:cubicBezTo>
                  <a:cubicBezTo>
                    <a:pt x="1" y="9"/>
                    <a:pt x="1" y="8"/>
                    <a:pt x="1" y="8"/>
                  </a:cubicBezTo>
                  <a:cubicBezTo>
                    <a:pt x="1" y="5"/>
                    <a:pt x="1" y="2"/>
                    <a:pt x="2"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4" name="Freeform 33"/>
            <p:cNvSpPr>
              <a:spLocks/>
            </p:cNvSpPr>
            <p:nvPr/>
          </p:nvSpPr>
          <p:spPr bwMode="auto">
            <a:xfrm>
              <a:off x="5497513" y="2563813"/>
              <a:ext cx="84138" cy="176213"/>
            </a:xfrm>
            <a:custGeom>
              <a:avLst/>
              <a:gdLst>
                <a:gd name="T0" fmla="*/ 13 w 52"/>
                <a:gd name="T1" fmla="*/ 0 h 109"/>
                <a:gd name="T2" fmla="*/ 5 w 52"/>
                <a:gd name="T3" fmla="*/ 108 h 109"/>
                <a:gd name="T4" fmla="*/ 15 w 52"/>
                <a:gd name="T5" fmla="*/ 109 h 109"/>
                <a:gd name="T6" fmla="*/ 38 w 52"/>
                <a:gd name="T7" fmla="*/ 102 h 109"/>
                <a:gd name="T8" fmla="*/ 28 w 52"/>
                <a:gd name="T9" fmla="*/ 73 h 109"/>
                <a:gd name="T10" fmla="*/ 36 w 52"/>
                <a:gd name="T11" fmla="*/ 52 h 109"/>
                <a:gd name="T12" fmla="*/ 14 w 52"/>
                <a:gd name="T13" fmla="*/ 43 h 109"/>
                <a:gd name="T14" fmla="*/ 13 w 52"/>
                <a:gd name="T15" fmla="*/ 43 h 109"/>
                <a:gd name="T16" fmla="*/ 15 w 52"/>
                <a:gd name="T17" fmla="*/ 1 h 109"/>
                <a:gd name="T18" fmla="*/ 13 w 52"/>
                <a:gd name="T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09">
                  <a:moveTo>
                    <a:pt x="13" y="0"/>
                  </a:moveTo>
                  <a:cubicBezTo>
                    <a:pt x="2" y="32"/>
                    <a:pt x="0" y="70"/>
                    <a:pt x="5" y="108"/>
                  </a:cubicBezTo>
                  <a:cubicBezTo>
                    <a:pt x="8" y="109"/>
                    <a:pt x="12" y="109"/>
                    <a:pt x="15" y="109"/>
                  </a:cubicBezTo>
                  <a:cubicBezTo>
                    <a:pt x="24" y="109"/>
                    <a:pt x="32" y="107"/>
                    <a:pt x="38" y="102"/>
                  </a:cubicBezTo>
                  <a:cubicBezTo>
                    <a:pt x="52" y="89"/>
                    <a:pt x="41" y="78"/>
                    <a:pt x="28" y="73"/>
                  </a:cubicBezTo>
                  <a:cubicBezTo>
                    <a:pt x="34" y="67"/>
                    <a:pt x="40" y="59"/>
                    <a:pt x="36" y="52"/>
                  </a:cubicBezTo>
                  <a:cubicBezTo>
                    <a:pt x="33" y="44"/>
                    <a:pt x="23" y="43"/>
                    <a:pt x="14" y="43"/>
                  </a:cubicBezTo>
                  <a:cubicBezTo>
                    <a:pt x="13" y="43"/>
                    <a:pt x="13" y="43"/>
                    <a:pt x="13" y="43"/>
                  </a:cubicBezTo>
                  <a:cubicBezTo>
                    <a:pt x="18" y="29"/>
                    <a:pt x="31" y="11"/>
                    <a:pt x="15" y="1"/>
                  </a:cubicBezTo>
                  <a:cubicBezTo>
                    <a:pt x="14" y="1"/>
                    <a:pt x="14" y="0"/>
                    <a:pt x="13"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5" name="Freeform 34"/>
            <p:cNvSpPr>
              <a:spLocks noEditPoints="1"/>
            </p:cNvSpPr>
            <p:nvPr/>
          </p:nvSpPr>
          <p:spPr bwMode="auto">
            <a:xfrm>
              <a:off x="5318126" y="2549526"/>
              <a:ext cx="200025" cy="268288"/>
            </a:xfrm>
            <a:custGeom>
              <a:avLst/>
              <a:gdLst>
                <a:gd name="T0" fmla="*/ 60 w 123"/>
                <a:gd name="T1" fmla="*/ 57 h 165"/>
                <a:gd name="T2" fmla="*/ 60 w 123"/>
                <a:gd name="T3" fmla="*/ 56 h 165"/>
                <a:gd name="T4" fmla="*/ 61 w 123"/>
                <a:gd name="T5" fmla="*/ 57 h 165"/>
                <a:gd name="T6" fmla="*/ 61 w 123"/>
                <a:gd name="T7" fmla="*/ 57 h 165"/>
                <a:gd name="T8" fmla="*/ 60 w 123"/>
                <a:gd name="T9" fmla="*/ 57 h 165"/>
                <a:gd name="T10" fmla="*/ 87 w 123"/>
                <a:gd name="T11" fmla="*/ 0 h 165"/>
                <a:gd name="T12" fmla="*/ 85 w 123"/>
                <a:gd name="T13" fmla="*/ 0 h 165"/>
                <a:gd name="T14" fmla="*/ 57 w 123"/>
                <a:gd name="T15" fmla="*/ 51 h 165"/>
                <a:gd name="T16" fmla="*/ 11 w 123"/>
                <a:gd name="T17" fmla="*/ 91 h 165"/>
                <a:gd name="T18" fmla="*/ 2 w 123"/>
                <a:gd name="T19" fmla="*/ 144 h 165"/>
                <a:gd name="T20" fmla="*/ 1 w 123"/>
                <a:gd name="T21" fmla="*/ 157 h 165"/>
                <a:gd name="T22" fmla="*/ 0 w 123"/>
                <a:gd name="T23" fmla="*/ 165 h 165"/>
                <a:gd name="T24" fmla="*/ 69 w 123"/>
                <a:gd name="T25" fmla="*/ 100 h 165"/>
                <a:gd name="T26" fmla="*/ 78 w 123"/>
                <a:gd name="T27" fmla="*/ 103 h 165"/>
                <a:gd name="T28" fmla="*/ 115 w 123"/>
                <a:gd name="T29" fmla="*/ 116 h 165"/>
                <a:gd name="T30" fmla="*/ 123 w 123"/>
                <a:gd name="T31" fmla="*/ 8 h 165"/>
                <a:gd name="T32" fmla="*/ 119 w 123"/>
                <a:gd name="T33" fmla="*/ 7 h 165"/>
                <a:gd name="T34" fmla="*/ 96 w 123"/>
                <a:gd name="T35" fmla="*/ 22 h 165"/>
                <a:gd name="T36" fmla="*/ 87 w 123"/>
                <a:gd name="T3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65">
                  <a:moveTo>
                    <a:pt x="60" y="57"/>
                  </a:moveTo>
                  <a:cubicBezTo>
                    <a:pt x="60" y="56"/>
                    <a:pt x="60" y="56"/>
                    <a:pt x="60" y="56"/>
                  </a:cubicBezTo>
                  <a:cubicBezTo>
                    <a:pt x="61" y="56"/>
                    <a:pt x="61" y="56"/>
                    <a:pt x="61" y="57"/>
                  </a:cubicBezTo>
                  <a:cubicBezTo>
                    <a:pt x="61" y="57"/>
                    <a:pt x="61" y="57"/>
                    <a:pt x="61" y="57"/>
                  </a:cubicBezTo>
                  <a:cubicBezTo>
                    <a:pt x="61" y="57"/>
                    <a:pt x="61" y="57"/>
                    <a:pt x="60" y="57"/>
                  </a:cubicBezTo>
                  <a:moveTo>
                    <a:pt x="87" y="0"/>
                  </a:moveTo>
                  <a:cubicBezTo>
                    <a:pt x="86" y="0"/>
                    <a:pt x="86" y="0"/>
                    <a:pt x="85" y="0"/>
                  </a:cubicBezTo>
                  <a:cubicBezTo>
                    <a:pt x="63" y="4"/>
                    <a:pt x="63" y="34"/>
                    <a:pt x="57" y="51"/>
                  </a:cubicBezTo>
                  <a:cubicBezTo>
                    <a:pt x="40" y="65"/>
                    <a:pt x="25" y="78"/>
                    <a:pt x="11" y="91"/>
                  </a:cubicBezTo>
                  <a:cubicBezTo>
                    <a:pt x="9" y="109"/>
                    <a:pt x="5" y="126"/>
                    <a:pt x="2" y="144"/>
                  </a:cubicBezTo>
                  <a:cubicBezTo>
                    <a:pt x="2" y="149"/>
                    <a:pt x="1" y="153"/>
                    <a:pt x="1" y="157"/>
                  </a:cubicBezTo>
                  <a:cubicBezTo>
                    <a:pt x="0" y="159"/>
                    <a:pt x="0" y="162"/>
                    <a:pt x="0" y="165"/>
                  </a:cubicBezTo>
                  <a:cubicBezTo>
                    <a:pt x="38" y="124"/>
                    <a:pt x="69" y="100"/>
                    <a:pt x="69" y="100"/>
                  </a:cubicBezTo>
                  <a:cubicBezTo>
                    <a:pt x="69" y="100"/>
                    <a:pt x="75" y="101"/>
                    <a:pt x="78" y="103"/>
                  </a:cubicBezTo>
                  <a:cubicBezTo>
                    <a:pt x="86" y="108"/>
                    <a:pt x="101" y="114"/>
                    <a:pt x="115" y="116"/>
                  </a:cubicBezTo>
                  <a:cubicBezTo>
                    <a:pt x="110" y="78"/>
                    <a:pt x="112" y="40"/>
                    <a:pt x="123" y="8"/>
                  </a:cubicBezTo>
                  <a:cubicBezTo>
                    <a:pt x="121" y="7"/>
                    <a:pt x="120" y="7"/>
                    <a:pt x="119" y="7"/>
                  </a:cubicBezTo>
                  <a:cubicBezTo>
                    <a:pt x="111" y="7"/>
                    <a:pt x="103" y="15"/>
                    <a:pt x="96" y="22"/>
                  </a:cubicBezTo>
                  <a:cubicBezTo>
                    <a:pt x="96" y="12"/>
                    <a:pt x="95" y="0"/>
                    <a:pt x="87"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6" name="Freeform 35"/>
            <p:cNvSpPr>
              <a:spLocks/>
            </p:cNvSpPr>
            <p:nvPr/>
          </p:nvSpPr>
          <p:spPr bwMode="auto">
            <a:xfrm>
              <a:off x="5394326" y="2527301"/>
              <a:ext cx="174625" cy="204788"/>
            </a:xfrm>
            <a:custGeom>
              <a:avLst/>
              <a:gdLst>
                <a:gd name="T0" fmla="*/ 82 w 107"/>
                <a:gd name="T1" fmla="*/ 82 h 126"/>
                <a:gd name="T2" fmla="*/ 91 w 107"/>
                <a:gd name="T3" fmla="*/ 61 h 126"/>
                <a:gd name="T4" fmla="*/ 67 w 107"/>
                <a:gd name="T5" fmla="*/ 52 h 126"/>
                <a:gd name="T6" fmla="*/ 70 w 107"/>
                <a:gd name="T7" fmla="*/ 10 h 126"/>
                <a:gd name="T8" fmla="*/ 41 w 107"/>
                <a:gd name="T9" fmla="*/ 23 h 126"/>
                <a:gd name="T10" fmla="*/ 30 w 107"/>
                <a:gd name="T11" fmla="*/ 1 h 126"/>
                <a:gd name="T12" fmla="*/ 0 w 107"/>
                <a:gd name="T13" fmla="*/ 56 h 126"/>
                <a:gd name="T14" fmla="*/ 21 w 107"/>
                <a:gd name="T15" fmla="*/ 98 h 126"/>
                <a:gd name="T16" fmla="*/ 93 w 107"/>
                <a:gd name="T17" fmla="*/ 111 h 126"/>
                <a:gd name="T18" fmla="*/ 82 w 107"/>
                <a:gd name="T19" fmla="*/ 8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26">
                  <a:moveTo>
                    <a:pt x="82" y="82"/>
                  </a:moveTo>
                  <a:cubicBezTo>
                    <a:pt x="88" y="76"/>
                    <a:pt x="94" y="69"/>
                    <a:pt x="91" y="61"/>
                  </a:cubicBezTo>
                  <a:cubicBezTo>
                    <a:pt x="87" y="53"/>
                    <a:pt x="77" y="52"/>
                    <a:pt x="67" y="52"/>
                  </a:cubicBezTo>
                  <a:cubicBezTo>
                    <a:pt x="72" y="38"/>
                    <a:pt x="86" y="20"/>
                    <a:pt x="70" y="10"/>
                  </a:cubicBezTo>
                  <a:cubicBezTo>
                    <a:pt x="60" y="4"/>
                    <a:pt x="49" y="14"/>
                    <a:pt x="41" y="23"/>
                  </a:cubicBezTo>
                  <a:cubicBezTo>
                    <a:pt x="41" y="13"/>
                    <a:pt x="39" y="0"/>
                    <a:pt x="30" y="1"/>
                  </a:cubicBezTo>
                  <a:cubicBezTo>
                    <a:pt x="6" y="5"/>
                    <a:pt x="8" y="39"/>
                    <a:pt x="0" y="56"/>
                  </a:cubicBezTo>
                  <a:cubicBezTo>
                    <a:pt x="2" y="55"/>
                    <a:pt x="11" y="87"/>
                    <a:pt x="21" y="98"/>
                  </a:cubicBezTo>
                  <a:cubicBezTo>
                    <a:pt x="20" y="100"/>
                    <a:pt x="76" y="126"/>
                    <a:pt x="93" y="111"/>
                  </a:cubicBezTo>
                  <a:cubicBezTo>
                    <a:pt x="107" y="99"/>
                    <a:pt x="95" y="88"/>
                    <a:pt x="82" y="82"/>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7" name="Freeform 36"/>
            <p:cNvSpPr>
              <a:spLocks/>
            </p:cNvSpPr>
            <p:nvPr/>
          </p:nvSpPr>
          <p:spPr bwMode="auto">
            <a:xfrm>
              <a:off x="5075238" y="2611438"/>
              <a:ext cx="358775" cy="1035050"/>
            </a:xfrm>
            <a:custGeom>
              <a:avLst/>
              <a:gdLst>
                <a:gd name="T0" fmla="*/ 217 w 221"/>
                <a:gd name="T1" fmla="*/ 46 h 638"/>
                <a:gd name="T2" fmla="*/ 67 w 221"/>
                <a:gd name="T3" fmla="*/ 266 h 638"/>
                <a:gd name="T4" fmla="*/ 221 w 221"/>
                <a:gd name="T5" fmla="*/ 588 h 638"/>
                <a:gd name="T6" fmla="*/ 190 w 221"/>
                <a:gd name="T7" fmla="*/ 638 h 638"/>
                <a:gd name="T8" fmla="*/ 11 w 221"/>
                <a:gd name="T9" fmla="*/ 300 h 638"/>
                <a:gd name="T10" fmla="*/ 199 w 221"/>
                <a:gd name="T11" fmla="*/ 0 h 638"/>
              </a:gdLst>
              <a:ahLst/>
              <a:cxnLst>
                <a:cxn ang="0">
                  <a:pos x="T0" y="T1"/>
                </a:cxn>
                <a:cxn ang="0">
                  <a:pos x="T2" y="T3"/>
                </a:cxn>
                <a:cxn ang="0">
                  <a:pos x="T4" y="T5"/>
                </a:cxn>
                <a:cxn ang="0">
                  <a:pos x="T6" y="T7"/>
                </a:cxn>
                <a:cxn ang="0">
                  <a:pos x="T8" y="T9"/>
                </a:cxn>
                <a:cxn ang="0">
                  <a:pos x="T10" y="T11"/>
                </a:cxn>
              </a:cxnLst>
              <a:rect l="0" t="0" r="r" b="b"/>
              <a:pathLst>
                <a:path w="221" h="638">
                  <a:moveTo>
                    <a:pt x="217" y="46"/>
                  </a:moveTo>
                  <a:cubicBezTo>
                    <a:pt x="217" y="46"/>
                    <a:pt x="61" y="163"/>
                    <a:pt x="67" y="266"/>
                  </a:cubicBezTo>
                  <a:cubicBezTo>
                    <a:pt x="73" y="369"/>
                    <a:pt x="221" y="588"/>
                    <a:pt x="221" y="588"/>
                  </a:cubicBezTo>
                  <a:cubicBezTo>
                    <a:pt x="190" y="638"/>
                    <a:pt x="190" y="638"/>
                    <a:pt x="190" y="638"/>
                  </a:cubicBezTo>
                  <a:cubicBezTo>
                    <a:pt x="190" y="638"/>
                    <a:pt x="21" y="412"/>
                    <a:pt x="11" y="300"/>
                  </a:cubicBezTo>
                  <a:cubicBezTo>
                    <a:pt x="0" y="189"/>
                    <a:pt x="54" y="121"/>
                    <a:pt x="199" y="0"/>
                  </a:cubicBezTo>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8" name="Freeform 37"/>
            <p:cNvSpPr>
              <a:spLocks/>
            </p:cNvSpPr>
            <p:nvPr/>
          </p:nvSpPr>
          <p:spPr bwMode="auto">
            <a:xfrm>
              <a:off x="6657976" y="2627313"/>
              <a:ext cx="6350" cy="66675"/>
            </a:xfrm>
            <a:custGeom>
              <a:avLst/>
              <a:gdLst>
                <a:gd name="T0" fmla="*/ 0 w 4"/>
                <a:gd name="T1" fmla="*/ 0 h 41"/>
                <a:gd name="T2" fmla="*/ 3 w 4"/>
                <a:gd name="T3" fmla="*/ 41 h 41"/>
                <a:gd name="T4" fmla="*/ 3 w 4"/>
                <a:gd name="T5" fmla="*/ 13 h 41"/>
                <a:gd name="T6" fmla="*/ 1 w 4"/>
                <a:gd name="T7" fmla="*/ 3 h 41"/>
                <a:gd name="T8" fmla="*/ 1 w 4"/>
                <a:gd name="T9" fmla="*/ 2 h 41"/>
                <a:gd name="T10" fmla="*/ 0 w 4"/>
                <a:gd name="T11" fmla="*/ 0 h 41"/>
              </a:gdLst>
              <a:ahLst/>
              <a:cxnLst>
                <a:cxn ang="0">
                  <a:pos x="T0" y="T1"/>
                </a:cxn>
                <a:cxn ang="0">
                  <a:pos x="T2" y="T3"/>
                </a:cxn>
                <a:cxn ang="0">
                  <a:pos x="T4" y="T5"/>
                </a:cxn>
                <a:cxn ang="0">
                  <a:pos x="T6" y="T7"/>
                </a:cxn>
                <a:cxn ang="0">
                  <a:pos x="T8" y="T9"/>
                </a:cxn>
                <a:cxn ang="0">
                  <a:pos x="T10" y="T11"/>
                </a:cxn>
              </a:cxnLst>
              <a:rect l="0" t="0" r="r" b="b"/>
              <a:pathLst>
                <a:path w="4" h="41">
                  <a:moveTo>
                    <a:pt x="0" y="0"/>
                  </a:moveTo>
                  <a:cubicBezTo>
                    <a:pt x="1" y="13"/>
                    <a:pt x="2" y="27"/>
                    <a:pt x="3" y="41"/>
                  </a:cubicBezTo>
                  <a:cubicBezTo>
                    <a:pt x="3" y="32"/>
                    <a:pt x="4" y="23"/>
                    <a:pt x="3" y="13"/>
                  </a:cubicBezTo>
                  <a:cubicBezTo>
                    <a:pt x="2" y="10"/>
                    <a:pt x="1" y="7"/>
                    <a:pt x="1" y="3"/>
                  </a:cubicBezTo>
                  <a:cubicBezTo>
                    <a:pt x="1" y="3"/>
                    <a:pt x="1" y="2"/>
                    <a:pt x="1" y="2"/>
                  </a:cubicBezTo>
                  <a:cubicBezTo>
                    <a:pt x="0" y="1"/>
                    <a:pt x="0" y="0"/>
                    <a:pt x="0"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9" name="Freeform 38"/>
            <p:cNvSpPr>
              <a:spLocks noEditPoints="1"/>
            </p:cNvSpPr>
            <p:nvPr/>
          </p:nvSpPr>
          <p:spPr bwMode="auto">
            <a:xfrm>
              <a:off x="6488113" y="2578101"/>
              <a:ext cx="28575" cy="69850"/>
            </a:xfrm>
            <a:custGeom>
              <a:avLst/>
              <a:gdLst>
                <a:gd name="T0" fmla="*/ 10 w 17"/>
                <a:gd name="T1" fmla="*/ 21 h 43"/>
                <a:gd name="T2" fmla="*/ 8 w 17"/>
                <a:gd name="T3" fmla="*/ 35 h 43"/>
                <a:gd name="T4" fmla="*/ 17 w 17"/>
                <a:gd name="T5" fmla="*/ 43 h 43"/>
                <a:gd name="T6" fmla="*/ 10 w 17"/>
                <a:gd name="T7" fmla="*/ 21 h 43"/>
                <a:gd name="T8" fmla="*/ 2 w 17"/>
                <a:gd name="T9" fmla="*/ 0 h 43"/>
                <a:gd name="T10" fmla="*/ 7 w 17"/>
                <a:gd name="T11" fmla="*/ 13 h 43"/>
                <a:gd name="T12" fmla="*/ 2 w 1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 h="43">
                  <a:moveTo>
                    <a:pt x="10" y="21"/>
                  </a:moveTo>
                  <a:cubicBezTo>
                    <a:pt x="7" y="24"/>
                    <a:pt x="5" y="28"/>
                    <a:pt x="8" y="35"/>
                  </a:cubicBezTo>
                  <a:cubicBezTo>
                    <a:pt x="10" y="39"/>
                    <a:pt x="13" y="41"/>
                    <a:pt x="17" y="43"/>
                  </a:cubicBezTo>
                  <a:cubicBezTo>
                    <a:pt x="15" y="35"/>
                    <a:pt x="13" y="28"/>
                    <a:pt x="10" y="21"/>
                  </a:cubicBezTo>
                  <a:moveTo>
                    <a:pt x="2" y="0"/>
                  </a:moveTo>
                  <a:cubicBezTo>
                    <a:pt x="0" y="6"/>
                    <a:pt x="2" y="10"/>
                    <a:pt x="7" y="13"/>
                  </a:cubicBezTo>
                  <a:cubicBezTo>
                    <a:pt x="5" y="9"/>
                    <a:pt x="4" y="4"/>
                    <a:pt x="2"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0" name="Freeform 39"/>
            <p:cNvSpPr>
              <a:spLocks/>
            </p:cNvSpPr>
            <p:nvPr/>
          </p:nvSpPr>
          <p:spPr bwMode="auto">
            <a:xfrm>
              <a:off x="6491288" y="2517776"/>
              <a:ext cx="173038" cy="198438"/>
            </a:xfrm>
            <a:custGeom>
              <a:avLst/>
              <a:gdLst>
                <a:gd name="T0" fmla="*/ 31 w 106"/>
                <a:gd name="T1" fmla="*/ 0 h 122"/>
                <a:gd name="T2" fmla="*/ 21 w 106"/>
                <a:gd name="T3" fmla="*/ 5 h 122"/>
                <a:gd name="T4" fmla="*/ 27 w 106"/>
                <a:gd name="T5" fmla="*/ 25 h 122"/>
                <a:gd name="T6" fmla="*/ 23 w 106"/>
                <a:gd name="T7" fmla="*/ 25 h 122"/>
                <a:gd name="T8" fmla="*/ 0 w 106"/>
                <a:gd name="T9" fmla="*/ 35 h 122"/>
                <a:gd name="T10" fmla="*/ 0 w 106"/>
                <a:gd name="T11" fmla="*/ 37 h 122"/>
                <a:gd name="T12" fmla="*/ 5 w 106"/>
                <a:gd name="T13" fmla="*/ 50 h 122"/>
                <a:gd name="T14" fmla="*/ 17 w 106"/>
                <a:gd name="T15" fmla="*/ 55 h 122"/>
                <a:gd name="T16" fmla="*/ 8 w 106"/>
                <a:gd name="T17" fmla="*/ 58 h 122"/>
                <a:gd name="T18" fmla="*/ 15 w 106"/>
                <a:gd name="T19" fmla="*/ 80 h 122"/>
                <a:gd name="T20" fmla="*/ 29 w 106"/>
                <a:gd name="T21" fmla="*/ 84 h 122"/>
                <a:gd name="T22" fmla="*/ 73 w 106"/>
                <a:gd name="T23" fmla="*/ 94 h 122"/>
                <a:gd name="T24" fmla="*/ 73 w 106"/>
                <a:gd name="T25" fmla="*/ 95 h 122"/>
                <a:gd name="T26" fmla="*/ 106 w 106"/>
                <a:gd name="T27" fmla="*/ 122 h 122"/>
                <a:gd name="T28" fmla="*/ 105 w 106"/>
                <a:gd name="T29" fmla="*/ 109 h 122"/>
                <a:gd name="T30" fmla="*/ 102 w 106"/>
                <a:gd name="T31" fmla="*/ 68 h 122"/>
                <a:gd name="T32" fmla="*/ 100 w 106"/>
                <a:gd name="T33" fmla="*/ 55 h 122"/>
                <a:gd name="T34" fmla="*/ 99 w 106"/>
                <a:gd name="T35" fmla="*/ 46 h 122"/>
                <a:gd name="T36" fmla="*/ 96 w 106"/>
                <a:gd name="T37" fmla="*/ 43 h 122"/>
                <a:gd name="T38" fmla="*/ 96 w 106"/>
                <a:gd name="T39" fmla="*/ 45 h 122"/>
                <a:gd name="T40" fmla="*/ 93 w 106"/>
                <a:gd name="T41" fmla="*/ 43 h 122"/>
                <a:gd name="T42" fmla="*/ 80 w 106"/>
                <a:gd name="T43" fmla="*/ 8 h 122"/>
                <a:gd name="T44" fmla="*/ 68 w 106"/>
                <a:gd name="T45" fmla="*/ 3 h 122"/>
                <a:gd name="T46" fmla="*/ 66 w 106"/>
                <a:gd name="T47" fmla="*/ 3 h 122"/>
                <a:gd name="T48" fmla="*/ 65 w 106"/>
                <a:gd name="T49" fmla="*/ 3 h 122"/>
                <a:gd name="T50" fmla="*/ 63 w 106"/>
                <a:gd name="T51" fmla="*/ 3 h 122"/>
                <a:gd name="T52" fmla="*/ 60 w 106"/>
                <a:gd name="T53" fmla="*/ 5 h 122"/>
                <a:gd name="T54" fmla="*/ 55 w 106"/>
                <a:gd name="T55" fmla="*/ 14 h 122"/>
                <a:gd name="T56" fmla="*/ 31 w 106"/>
                <a:gd name="T5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6" h="122">
                  <a:moveTo>
                    <a:pt x="31" y="0"/>
                  </a:moveTo>
                  <a:cubicBezTo>
                    <a:pt x="27" y="0"/>
                    <a:pt x="24" y="1"/>
                    <a:pt x="21" y="5"/>
                  </a:cubicBezTo>
                  <a:cubicBezTo>
                    <a:pt x="16" y="11"/>
                    <a:pt x="21" y="19"/>
                    <a:pt x="27" y="25"/>
                  </a:cubicBezTo>
                  <a:cubicBezTo>
                    <a:pt x="26" y="25"/>
                    <a:pt x="25" y="25"/>
                    <a:pt x="23" y="25"/>
                  </a:cubicBezTo>
                  <a:cubicBezTo>
                    <a:pt x="13" y="25"/>
                    <a:pt x="4" y="27"/>
                    <a:pt x="0" y="35"/>
                  </a:cubicBezTo>
                  <a:cubicBezTo>
                    <a:pt x="0" y="36"/>
                    <a:pt x="0" y="36"/>
                    <a:pt x="0" y="37"/>
                  </a:cubicBezTo>
                  <a:cubicBezTo>
                    <a:pt x="2" y="41"/>
                    <a:pt x="3" y="46"/>
                    <a:pt x="5" y="50"/>
                  </a:cubicBezTo>
                  <a:cubicBezTo>
                    <a:pt x="8" y="52"/>
                    <a:pt x="12" y="53"/>
                    <a:pt x="17" y="55"/>
                  </a:cubicBezTo>
                  <a:cubicBezTo>
                    <a:pt x="13" y="55"/>
                    <a:pt x="10" y="56"/>
                    <a:pt x="8" y="58"/>
                  </a:cubicBezTo>
                  <a:cubicBezTo>
                    <a:pt x="11" y="65"/>
                    <a:pt x="13" y="72"/>
                    <a:pt x="15" y="80"/>
                  </a:cubicBezTo>
                  <a:cubicBezTo>
                    <a:pt x="19" y="82"/>
                    <a:pt x="24" y="83"/>
                    <a:pt x="29" y="84"/>
                  </a:cubicBezTo>
                  <a:cubicBezTo>
                    <a:pt x="42" y="88"/>
                    <a:pt x="58" y="92"/>
                    <a:pt x="73" y="94"/>
                  </a:cubicBezTo>
                  <a:cubicBezTo>
                    <a:pt x="73" y="95"/>
                    <a:pt x="73" y="95"/>
                    <a:pt x="73" y="95"/>
                  </a:cubicBezTo>
                  <a:cubicBezTo>
                    <a:pt x="73" y="95"/>
                    <a:pt x="85" y="105"/>
                    <a:pt x="106" y="122"/>
                  </a:cubicBezTo>
                  <a:cubicBezTo>
                    <a:pt x="106" y="117"/>
                    <a:pt x="106" y="113"/>
                    <a:pt x="105" y="109"/>
                  </a:cubicBezTo>
                  <a:cubicBezTo>
                    <a:pt x="104" y="95"/>
                    <a:pt x="103" y="81"/>
                    <a:pt x="102" y="68"/>
                  </a:cubicBezTo>
                  <a:cubicBezTo>
                    <a:pt x="101" y="64"/>
                    <a:pt x="100" y="60"/>
                    <a:pt x="100" y="55"/>
                  </a:cubicBezTo>
                  <a:cubicBezTo>
                    <a:pt x="100" y="52"/>
                    <a:pt x="100" y="49"/>
                    <a:pt x="99" y="46"/>
                  </a:cubicBezTo>
                  <a:cubicBezTo>
                    <a:pt x="98" y="45"/>
                    <a:pt x="97" y="44"/>
                    <a:pt x="96" y="43"/>
                  </a:cubicBezTo>
                  <a:cubicBezTo>
                    <a:pt x="96" y="45"/>
                    <a:pt x="96" y="45"/>
                    <a:pt x="96" y="45"/>
                  </a:cubicBezTo>
                  <a:cubicBezTo>
                    <a:pt x="95" y="44"/>
                    <a:pt x="94" y="44"/>
                    <a:pt x="93" y="43"/>
                  </a:cubicBezTo>
                  <a:cubicBezTo>
                    <a:pt x="94" y="31"/>
                    <a:pt x="87" y="16"/>
                    <a:pt x="80" y="8"/>
                  </a:cubicBezTo>
                  <a:cubicBezTo>
                    <a:pt x="76" y="5"/>
                    <a:pt x="72" y="3"/>
                    <a:pt x="68" y="3"/>
                  </a:cubicBezTo>
                  <a:cubicBezTo>
                    <a:pt x="67" y="3"/>
                    <a:pt x="66" y="3"/>
                    <a:pt x="66" y="3"/>
                  </a:cubicBezTo>
                  <a:cubicBezTo>
                    <a:pt x="65" y="3"/>
                    <a:pt x="65" y="3"/>
                    <a:pt x="65" y="3"/>
                  </a:cubicBezTo>
                  <a:cubicBezTo>
                    <a:pt x="64" y="3"/>
                    <a:pt x="64" y="3"/>
                    <a:pt x="63" y="3"/>
                  </a:cubicBezTo>
                  <a:cubicBezTo>
                    <a:pt x="62" y="4"/>
                    <a:pt x="61" y="4"/>
                    <a:pt x="60" y="5"/>
                  </a:cubicBezTo>
                  <a:cubicBezTo>
                    <a:pt x="57" y="7"/>
                    <a:pt x="56" y="11"/>
                    <a:pt x="55" y="14"/>
                  </a:cubicBezTo>
                  <a:cubicBezTo>
                    <a:pt x="48" y="7"/>
                    <a:pt x="39" y="0"/>
                    <a:pt x="31"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1" name="Freeform 40"/>
            <p:cNvSpPr>
              <a:spLocks/>
            </p:cNvSpPr>
            <p:nvPr/>
          </p:nvSpPr>
          <p:spPr bwMode="auto">
            <a:xfrm>
              <a:off x="6483351" y="2487613"/>
              <a:ext cx="165100" cy="163513"/>
            </a:xfrm>
            <a:custGeom>
              <a:avLst/>
              <a:gdLst>
                <a:gd name="T0" fmla="*/ 98 w 101"/>
                <a:gd name="T1" fmla="*/ 49 h 101"/>
                <a:gd name="T2" fmla="*/ 85 w 101"/>
                <a:gd name="T3" fmla="*/ 15 h 101"/>
                <a:gd name="T4" fmla="*/ 71 w 101"/>
                <a:gd name="T5" fmla="*/ 9 h 101"/>
                <a:gd name="T6" fmla="*/ 68 w 101"/>
                <a:gd name="T7" fmla="*/ 10 h 101"/>
                <a:gd name="T8" fmla="*/ 65 w 101"/>
                <a:gd name="T9" fmla="*/ 11 h 101"/>
                <a:gd name="T10" fmla="*/ 60 w 101"/>
                <a:gd name="T11" fmla="*/ 21 h 101"/>
                <a:gd name="T12" fmla="*/ 26 w 101"/>
                <a:gd name="T13" fmla="*/ 11 h 101"/>
                <a:gd name="T14" fmla="*/ 32 w 101"/>
                <a:gd name="T15" fmla="*/ 32 h 101"/>
                <a:gd name="T16" fmla="*/ 5 w 101"/>
                <a:gd name="T17" fmla="*/ 42 h 101"/>
                <a:gd name="T18" fmla="*/ 22 w 101"/>
                <a:gd name="T19" fmla="*/ 61 h 101"/>
                <a:gd name="T20" fmla="*/ 11 w 101"/>
                <a:gd name="T21" fmla="*/ 78 h 101"/>
                <a:gd name="T22" fmla="*/ 34 w 101"/>
                <a:gd name="T23" fmla="*/ 90 h 101"/>
                <a:gd name="T24" fmla="*/ 78 w 101"/>
                <a:gd name="T25" fmla="*/ 101 h 101"/>
                <a:gd name="T26" fmla="*/ 101 w 101"/>
                <a:gd name="T27" fmla="*/ 51 h 101"/>
                <a:gd name="T28" fmla="*/ 98 w 101"/>
                <a:gd name="T29" fmla="*/ 4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1">
                  <a:moveTo>
                    <a:pt x="98" y="49"/>
                  </a:moveTo>
                  <a:cubicBezTo>
                    <a:pt x="99" y="37"/>
                    <a:pt x="92" y="23"/>
                    <a:pt x="85" y="15"/>
                  </a:cubicBezTo>
                  <a:cubicBezTo>
                    <a:pt x="81" y="11"/>
                    <a:pt x="76" y="8"/>
                    <a:pt x="71" y="9"/>
                  </a:cubicBezTo>
                  <a:cubicBezTo>
                    <a:pt x="70" y="9"/>
                    <a:pt x="69" y="9"/>
                    <a:pt x="68" y="10"/>
                  </a:cubicBezTo>
                  <a:cubicBezTo>
                    <a:pt x="67" y="10"/>
                    <a:pt x="66" y="11"/>
                    <a:pt x="65" y="11"/>
                  </a:cubicBezTo>
                  <a:cubicBezTo>
                    <a:pt x="62" y="13"/>
                    <a:pt x="61" y="17"/>
                    <a:pt x="60" y="21"/>
                  </a:cubicBezTo>
                  <a:cubicBezTo>
                    <a:pt x="50" y="11"/>
                    <a:pt x="35" y="0"/>
                    <a:pt x="26" y="11"/>
                  </a:cubicBezTo>
                  <a:cubicBezTo>
                    <a:pt x="21" y="17"/>
                    <a:pt x="26" y="25"/>
                    <a:pt x="32" y="32"/>
                  </a:cubicBezTo>
                  <a:cubicBezTo>
                    <a:pt x="21" y="31"/>
                    <a:pt x="9" y="32"/>
                    <a:pt x="5" y="42"/>
                  </a:cubicBezTo>
                  <a:cubicBezTo>
                    <a:pt x="0" y="53"/>
                    <a:pt x="11" y="58"/>
                    <a:pt x="22" y="61"/>
                  </a:cubicBezTo>
                  <a:cubicBezTo>
                    <a:pt x="13" y="63"/>
                    <a:pt x="6" y="68"/>
                    <a:pt x="11" y="78"/>
                  </a:cubicBezTo>
                  <a:cubicBezTo>
                    <a:pt x="15" y="86"/>
                    <a:pt x="26" y="88"/>
                    <a:pt x="34" y="90"/>
                  </a:cubicBezTo>
                  <a:cubicBezTo>
                    <a:pt x="47" y="94"/>
                    <a:pt x="63" y="99"/>
                    <a:pt x="78" y="101"/>
                  </a:cubicBezTo>
                  <a:cubicBezTo>
                    <a:pt x="101" y="51"/>
                    <a:pt x="101" y="51"/>
                    <a:pt x="101" y="51"/>
                  </a:cubicBezTo>
                  <a:cubicBezTo>
                    <a:pt x="100" y="51"/>
                    <a:pt x="99" y="50"/>
                    <a:pt x="98" y="4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2" name="Freeform 41"/>
            <p:cNvSpPr>
              <a:spLocks/>
            </p:cNvSpPr>
            <p:nvPr/>
          </p:nvSpPr>
          <p:spPr bwMode="auto">
            <a:xfrm>
              <a:off x="6607176" y="2566988"/>
              <a:ext cx="365125" cy="1079500"/>
            </a:xfrm>
            <a:custGeom>
              <a:avLst/>
              <a:gdLst>
                <a:gd name="T0" fmla="*/ 25 w 225"/>
                <a:gd name="T1" fmla="*/ 0 h 666"/>
                <a:gd name="T2" fmla="*/ 25 w 225"/>
                <a:gd name="T3" fmla="*/ 2 h 666"/>
                <a:gd name="T4" fmla="*/ 2 w 225"/>
                <a:gd name="T5" fmla="*/ 52 h 666"/>
                <a:gd name="T6" fmla="*/ 2 w 225"/>
                <a:gd name="T7" fmla="*/ 52 h 666"/>
                <a:gd name="T8" fmla="*/ 158 w 225"/>
                <a:gd name="T9" fmla="*/ 264 h 666"/>
                <a:gd name="T10" fmla="*/ 0 w 225"/>
                <a:gd name="T11" fmla="*/ 616 h 666"/>
                <a:gd name="T12" fmla="*/ 30 w 225"/>
                <a:gd name="T13" fmla="*/ 666 h 666"/>
                <a:gd name="T14" fmla="*/ 214 w 225"/>
                <a:gd name="T15" fmla="*/ 299 h 666"/>
                <a:gd name="T16" fmla="*/ 25 w 225"/>
                <a:gd name="T1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666">
                  <a:moveTo>
                    <a:pt x="25" y="0"/>
                  </a:moveTo>
                  <a:cubicBezTo>
                    <a:pt x="25" y="2"/>
                    <a:pt x="25" y="2"/>
                    <a:pt x="25" y="2"/>
                  </a:cubicBezTo>
                  <a:cubicBezTo>
                    <a:pt x="2" y="52"/>
                    <a:pt x="2" y="52"/>
                    <a:pt x="2" y="52"/>
                  </a:cubicBezTo>
                  <a:cubicBezTo>
                    <a:pt x="2" y="52"/>
                    <a:pt x="2" y="52"/>
                    <a:pt x="2" y="52"/>
                  </a:cubicBezTo>
                  <a:cubicBezTo>
                    <a:pt x="2" y="52"/>
                    <a:pt x="164" y="161"/>
                    <a:pt x="158" y="264"/>
                  </a:cubicBezTo>
                  <a:cubicBezTo>
                    <a:pt x="152" y="367"/>
                    <a:pt x="0" y="616"/>
                    <a:pt x="0" y="616"/>
                  </a:cubicBezTo>
                  <a:cubicBezTo>
                    <a:pt x="30" y="666"/>
                    <a:pt x="30" y="666"/>
                    <a:pt x="30" y="666"/>
                  </a:cubicBezTo>
                  <a:cubicBezTo>
                    <a:pt x="30" y="666"/>
                    <a:pt x="204" y="410"/>
                    <a:pt x="214" y="299"/>
                  </a:cubicBezTo>
                  <a:cubicBezTo>
                    <a:pt x="225" y="187"/>
                    <a:pt x="170" y="121"/>
                    <a:pt x="25" y="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3" name="Freeform 42"/>
            <p:cNvSpPr>
              <a:spLocks/>
            </p:cNvSpPr>
            <p:nvPr/>
          </p:nvSpPr>
          <p:spPr bwMode="auto">
            <a:xfrm>
              <a:off x="5969001" y="3373438"/>
              <a:ext cx="201613" cy="733425"/>
            </a:xfrm>
            <a:custGeom>
              <a:avLst/>
              <a:gdLst>
                <a:gd name="T0" fmla="*/ 37 w 124"/>
                <a:gd name="T1" fmla="*/ 70 h 452"/>
                <a:gd name="T2" fmla="*/ 10 w 124"/>
                <a:gd name="T3" fmla="*/ 268 h 452"/>
                <a:gd name="T4" fmla="*/ 72 w 124"/>
                <a:gd name="T5" fmla="*/ 450 h 452"/>
                <a:gd name="T6" fmla="*/ 122 w 124"/>
                <a:gd name="T7" fmla="*/ 264 h 452"/>
                <a:gd name="T8" fmla="*/ 70 w 124"/>
                <a:gd name="T9" fmla="*/ 69 h 452"/>
                <a:gd name="T10" fmla="*/ 90 w 124"/>
                <a:gd name="T11" fmla="*/ 40 h 452"/>
                <a:gd name="T12" fmla="*/ 49 w 124"/>
                <a:gd name="T13" fmla="*/ 2 h 452"/>
                <a:gd name="T14" fmla="*/ 37 w 124"/>
                <a:gd name="T15" fmla="*/ 70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452">
                  <a:moveTo>
                    <a:pt x="37" y="70"/>
                  </a:moveTo>
                  <a:cubicBezTo>
                    <a:pt x="37" y="70"/>
                    <a:pt x="3" y="231"/>
                    <a:pt x="10" y="268"/>
                  </a:cubicBezTo>
                  <a:cubicBezTo>
                    <a:pt x="16" y="305"/>
                    <a:pt x="59" y="448"/>
                    <a:pt x="72" y="450"/>
                  </a:cubicBezTo>
                  <a:cubicBezTo>
                    <a:pt x="85" y="452"/>
                    <a:pt x="124" y="290"/>
                    <a:pt x="122" y="264"/>
                  </a:cubicBezTo>
                  <a:cubicBezTo>
                    <a:pt x="120" y="238"/>
                    <a:pt x="70" y="69"/>
                    <a:pt x="70" y="69"/>
                  </a:cubicBezTo>
                  <a:cubicBezTo>
                    <a:pt x="70" y="69"/>
                    <a:pt x="86" y="58"/>
                    <a:pt x="90" y="40"/>
                  </a:cubicBezTo>
                  <a:cubicBezTo>
                    <a:pt x="94" y="19"/>
                    <a:pt x="77" y="0"/>
                    <a:pt x="49" y="2"/>
                  </a:cubicBezTo>
                  <a:cubicBezTo>
                    <a:pt x="21" y="4"/>
                    <a:pt x="0" y="39"/>
                    <a:pt x="37" y="70"/>
                  </a:cubicBezTo>
                  <a:close/>
                </a:path>
              </a:pathLst>
            </a:custGeom>
            <a:solidFill>
              <a:srgbClr val="CA4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4" name="Freeform 43"/>
            <p:cNvSpPr>
              <a:spLocks/>
            </p:cNvSpPr>
            <p:nvPr/>
          </p:nvSpPr>
          <p:spPr bwMode="auto">
            <a:xfrm>
              <a:off x="5351463" y="3287713"/>
              <a:ext cx="695325" cy="269875"/>
            </a:xfrm>
            <a:custGeom>
              <a:avLst/>
              <a:gdLst>
                <a:gd name="T0" fmla="*/ 5 w 428"/>
                <a:gd name="T1" fmla="*/ 0 h 166"/>
                <a:gd name="T2" fmla="*/ 0 w 428"/>
                <a:gd name="T3" fmla="*/ 53 h 166"/>
                <a:gd name="T4" fmla="*/ 328 w 428"/>
                <a:gd name="T5" fmla="*/ 166 h 166"/>
                <a:gd name="T6" fmla="*/ 428 w 428"/>
                <a:gd name="T7" fmla="*/ 55 h 166"/>
                <a:gd name="T8" fmla="*/ 5 w 428"/>
                <a:gd name="T9" fmla="*/ 0 h 166"/>
              </a:gdLst>
              <a:ahLst/>
              <a:cxnLst>
                <a:cxn ang="0">
                  <a:pos x="T0" y="T1"/>
                </a:cxn>
                <a:cxn ang="0">
                  <a:pos x="T2" y="T3"/>
                </a:cxn>
                <a:cxn ang="0">
                  <a:pos x="T4" y="T5"/>
                </a:cxn>
                <a:cxn ang="0">
                  <a:pos x="T6" y="T7"/>
                </a:cxn>
                <a:cxn ang="0">
                  <a:pos x="T8" y="T9"/>
                </a:cxn>
              </a:cxnLst>
              <a:rect l="0" t="0" r="r" b="b"/>
              <a:pathLst>
                <a:path w="428" h="166">
                  <a:moveTo>
                    <a:pt x="5" y="0"/>
                  </a:moveTo>
                  <a:cubicBezTo>
                    <a:pt x="0" y="53"/>
                    <a:pt x="0" y="53"/>
                    <a:pt x="0" y="53"/>
                  </a:cubicBezTo>
                  <a:cubicBezTo>
                    <a:pt x="0" y="53"/>
                    <a:pt x="236" y="108"/>
                    <a:pt x="328" y="166"/>
                  </a:cubicBezTo>
                  <a:cubicBezTo>
                    <a:pt x="328" y="166"/>
                    <a:pt x="357" y="59"/>
                    <a:pt x="428" y="55"/>
                  </a:cubicBezTo>
                  <a:cubicBezTo>
                    <a:pt x="428" y="55"/>
                    <a:pt x="192" y="65"/>
                    <a:pt x="5" y="0"/>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5" name="Freeform 44"/>
            <p:cNvSpPr>
              <a:spLocks/>
            </p:cNvSpPr>
            <p:nvPr/>
          </p:nvSpPr>
          <p:spPr bwMode="auto">
            <a:xfrm>
              <a:off x="6103938" y="3267076"/>
              <a:ext cx="581025" cy="261938"/>
            </a:xfrm>
            <a:custGeom>
              <a:avLst/>
              <a:gdLst>
                <a:gd name="T0" fmla="*/ 0 w 358"/>
                <a:gd name="T1" fmla="*/ 66 h 162"/>
                <a:gd name="T2" fmla="*/ 154 w 358"/>
                <a:gd name="T3" fmla="*/ 162 h 162"/>
                <a:gd name="T4" fmla="*/ 358 w 358"/>
                <a:gd name="T5" fmla="*/ 51 h 162"/>
                <a:gd name="T6" fmla="*/ 347 w 358"/>
                <a:gd name="T7" fmla="*/ 0 h 162"/>
                <a:gd name="T8" fmla="*/ 0 w 358"/>
                <a:gd name="T9" fmla="*/ 66 h 162"/>
              </a:gdLst>
              <a:ahLst/>
              <a:cxnLst>
                <a:cxn ang="0">
                  <a:pos x="T0" y="T1"/>
                </a:cxn>
                <a:cxn ang="0">
                  <a:pos x="T2" y="T3"/>
                </a:cxn>
                <a:cxn ang="0">
                  <a:pos x="T4" y="T5"/>
                </a:cxn>
                <a:cxn ang="0">
                  <a:pos x="T6" y="T7"/>
                </a:cxn>
                <a:cxn ang="0">
                  <a:pos x="T8" y="T9"/>
                </a:cxn>
              </a:cxnLst>
              <a:rect l="0" t="0" r="r" b="b"/>
              <a:pathLst>
                <a:path w="358" h="162">
                  <a:moveTo>
                    <a:pt x="0" y="66"/>
                  </a:moveTo>
                  <a:cubicBezTo>
                    <a:pt x="0" y="66"/>
                    <a:pt x="135" y="82"/>
                    <a:pt x="154" y="162"/>
                  </a:cubicBezTo>
                  <a:cubicBezTo>
                    <a:pt x="154" y="162"/>
                    <a:pt x="259" y="69"/>
                    <a:pt x="358" y="51"/>
                  </a:cubicBezTo>
                  <a:cubicBezTo>
                    <a:pt x="358" y="51"/>
                    <a:pt x="353" y="11"/>
                    <a:pt x="347" y="0"/>
                  </a:cubicBezTo>
                  <a:cubicBezTo>
                    <a:pt x="347" y="0"/>
                    <a:pt x="163" y="46"/>
                    <a:pt x="0" y="66"/>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grpSp>
      <p:sp>
        <p:nvSpPr>
          <p:cNvPr id="46" name="Rectangle 45"/>
          <p:cNvSpPr/>
          <p:nvPr/>
        </p:nvSpPr>
        <p:spPr>
          <a:xfrm>
            <a:off x="373224" y="4710654"/>
            <a:ext cx="11426891" cy="954107"/>
          </a:xfrm>
          <a:prstGeom prst="rect">
            <a:avLst/>
          </a:prstGeom>
        </p:spPr>
        <p:txBody>
          <a:bodyPr wrap="square">
            <a:spAutoFit/>
          </a:bodyPr>
          <a:lstStyle/>
          <a:p>
            <a:pPr algn="ctr" rtl="1" fontAlgn="auto">
              <a:spcBef>
                <a:spcPts val="0"/>
              </a:spcBef>
              <a:spcAft>
                <a:spcPts val="0"/>
              </a:spcAft>
            </a:pPr>
            <a:r>
              <a:rPr lang="ar-SA" sz="2800" b="1" dirty="0">
                <a:solidFill>
                  <a:prstClr val="black"/>
                </a:solidFill>
                <a:cs typeface="Simplified Arabic" panose="02020603050405020304" pitchFamily="18" charset="-78"/>
              </a:rPr>
              <a:t>دمج بين الحاسوب والوسائط لإنتاج بيئة تشعبية تفاعلية، وتلك البيئة التفاعلية تحتوي على النص، الصور، الرسومات، والصوت والفيديو والتي ترتبط فيما بينها بشكل تشعبي من خلال الرسومات</a:t>
            </a:r>
            <a:endParaRPr lang="en-US" sz="2800" b="1" dirty="0">
              <a:solidFill>
                <a:prstClr val="black"/>
              </a:solidFill>
              <a:latin typeface="Calibri" panose="020F0502020204030204"/>
              <a:cs typeface="Simplified Arabic" panose="02020603050405020304" pitchFamily="18" charset="-78"/>
            </a:endParaRPr>
          </a:p>
        </p:txBody>
      </p:sp>
      <p:sp>
        <p:nvSpPr>
          <p:cNvPr id="2" name="Rectangle 1"/>
          <p:cNvSpPr/>
          <p:nvPr/>
        </p:nvSpPr>
        <p:spPr>
          <a:xfrm>
            <a:off x="7568020" y="4060792"/>
            <a:ext cx="3624710" cy="584775"/>
          </a:xfrm>
          <a:prstGeom prst="rect">
            <a:avLst/>
          </a:prstGeom>
        </p:spPr>
        <p:txBody>
          <a:bodyPr wrap="none">
            <a:spAutoFit/>
          </a:bodyPr>
          <a:lstStyle/>
          <a:p>
            <a:pPr marL="342900" marR="0" lvl="0" indent="-342900" algn="justLow" rtl="1">
              <a:spcBef>
                <a:spcPts val="0"/>
              </a:spcBef>
              <a:spcAft>
                <a:spcPts val="0"/>
              </a:spcAft>
              <a:buFont typeface="+mj-lt"/>
              <a:buAutoNum type="arabicPeriod"/>
              <a:tabLst>
                <a:tab pos="228600" algn="l"/>
              </a:tabLst>
            </a:pPr>
            <a:r>
              <a:rPr lang="ar-SA" sz="3200" b="1" u="sng" dirty="0">
                <a:solidFill>
                  <a:srgbClr val="FF0000"/>
                </a:solidFill>
                <a:latin typeface="Arial Unicode MS"/>
                <a:cs typeface="Simplified Arabic"/>
              </a:rPr>
              <a:t>مفهوم الوسائط </a:t>
            </a:r>
            <a:r>
              <a:rPr lang="ar-SA" sz="3200" b="1" u="sng" dirty="0" smtClean="0">
                <a:solidFill>
                  <a:srgbClr val="FF0000"/>
                </a:solidFill>
                <a:latin typeface="Arial Unicode MS"/>
                <a:cs typeface="Simplified Arabic"/>
              </a:rPr>
              <a:t>المتعدد</a:t>
            </a:r>
            <a:endParaRPr lang="en-US" sz="3200" u="sng" dirty="0">
              <a:solidFill>
                <a:srgbClr val="FF0000"/>
              </a:solidFill>
              <a:effectLst/>
              <a:latin typeface="Arial Unicode MS"/>
              <a:cs typeface="Helvetica"/>
            </a:endParaRPr>
          </a:p>
        </p:txBody>
      </p:sp>
      <p:sp>
        <p:nvSpPr>
          <p:cNvPr id="4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4518658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 fill="hold"/>
                                        <p:tgtEl>
                                          <p:spTgt spid="9"/>
                                        </p:tgtEl>
                                        <p:attrNameLst>
                                          <p:attrName>ppt_x</p:attrName>
                                        </p:attrNameLst>
                                      </p:cBhvr>
                                      <p:tavLst>
                                        <p:tav tm="0">
                                          <p:val>
                                            <p:strVal val="#ppt_x"/>
                                          </p:val>
                                        </p:tav>
                                        <p:tav tm="100000">
                                          <p:val>
                                            <p:strVal val="#ppt_x"/>
                                          </p:val>
                                        </p:tav>
                                      </p:tavLst>
                                    </p:anim>
                                    <p:anim calcmode="lin" valueType="num">
                                      <p:cBhvr additive="base">
                                        <p:cTn id="19" dur="500" fill="hold"/>
                                        <p:tgtEl>
                                          <p:spTgt spid="9"/>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46"/>
                                        </p:tgtEl>
                                        <p:attrNameLst>
                                          <p:attrName>style.visibility</p:attrName>
                                        </p:attrNameLst>
                                      </p:cBhvr>
                                      <p:to>
                                        <p:strVal val="visible"/>
                                      </p:to>
                                    </p:set>
                                    <p:animEffect transition="in" filter="fade">
                                      <p:cBhvr>
                                        <p:cTn id="23"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46" grpId="0"/>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275365" y="2096485"/>
            <a:ext cx="3294698" cy="860453"/>
            <a:chOff x="2057401" y="2420938"/>
            <a:chExt cx="6115050" cy="1597025"/>
          </a:xfrm>
        </p:grpSpPr>
        <p:sp>
          <p:nvSpPr>
            <p:cNvPr id="22"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6"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7"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8"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9"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pic>
          <p:nvPicPr>
            <p:cNvPr id="2063"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19"/>
            <p:cNvSpPr>
              <a:spLocks noChangeArrowheads="1"/>
            </p:cNvSpPr>
            <p:nvPr/>
          </p:nvSpPr>
          <p:spPr bwMode="auto">
            <a:xfrm>
              <a:off x="2117725" y="2466976"/>
              <a:ext cx="3395663" cy="969963"/>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grpSp>
      <p:grpSp>
        <p:nvGrpSpPr>
          <p:cNvPr id="24" name="Group 23"/>
          <p:cNvGrpSpPr/>
          <p:nvPr/>
        </p:nvGrpSpPr>
        <p:grpSpPr>
          <a:xfrm>
            <a:off x="273466" y="3375150"/>
            <a:ext cx="3294698" cy="860453"/>
            <a:chOff x="2057401" y="2420938"/>
            <a:chExt cx="6115050" cy="1597025"/>
          </a:xfrm>
        </p:grpSpPr>
        <p:sp>
          <p:nvSpPr>
            <p:cNvPr id="25"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6"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7"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8"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9"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0"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pic>
          <p:nvPicPr>
            <p:cNvPr id="31"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Rectangle 19"/>
            <p:cNvSpPr>
              <a:spLocks noChangeArrowheads="1"/>
            </p:cNvSpPr>
            <p:nvPr/>
          </p:nvSpPr>
          <p:spPr bwMode="auto">
            <a:xfrm>
              <a:off x="2117725" y="2466976"/>
              <a:ext cx="3395663" cy="969963"/>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grpSp>
      <p:grpSp>
        <p:nvGrpSpPr>
          <p:cNvPr id="33" name="Group 32"/>
          <p:cNvGrpSpPr/>
          <p:nvPr/>
        </p:nvGrpSpPr>
        <p:grpSpPr>
          <a:xfrm>
            <a:off x="273466" y="4685493"/>
            <a:ext cx="3294698" cy="860453"/>
            <a:chOff x="2057401" y="2420938"/>
            <a:chExt cx="6115050" cy="1597025"/>
          </a:xfrm>
        </p:grpSpPr>
        <p:sp>
          <p:nvSpPr>
            <p:cNvPr id="34"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5"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6"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7"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8"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9"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pic>
          <p:nvPicPr>
            <p:cNvPr id="40"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Rectangle 19"/>
            <p:cNvSpPr>
              <a:spLocks noChangeArrowheads="1"/>
            </p:cNvSpPr>
            <p:nvPr/>
          </p:nvSpPr>
          <p:spPr bwMode="auto">
            <a:xfrm>
              <a:off x="2117725" y="2466976"/>
              <a:ext cx="3395663" cy="969963"/>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grpSp>
      <p:sp>
        <p:nvSpPr>
          <p:cNvPr id="51" name="Rectangle 50"/>
          <p:cNvSpPr/>
          <p:nvPr/>
        </p:nvSpPr>
        <p:spPr>
          <a:xfrm>
            <a:off x="3839581" y="2002399"/>
            <a:ext cx="7867696" cy="1200329"/>
          </a:xfrm>
          <a:prstGeom prst="rect">
            <a:avLst/>
          </a:prstGeom>
        </p:spPr>
        <p:txBody>
          <a:bodyPr wrap="square">
            <a:spAutoFit/>
          </a:bodyPr>
          <a:lstStyle/>
          <a:p>
            <a:pPr rtl="1" fontAlgn="auto">
              <a:spcBef>
                <a:spcPts val="0"/>
              </a:spcBef>
              <a:spcAft>
                <a:spcPts val="0"/>
              </a:spcAft>
            </a:pPr>
            <a:r>
              <a:rPr lang="ar-SA" sz="2400" b="1" dirty="0">
                <a:solidFill>
                  <a:prstClr val="black"/>
                </a:solidFill>
                <a:cs typeface="Simplified Arabic" panose="02020603050405020304" pitchFamily="18" charset="-78"/>
              </a:rPr>
              <a:t>	عام 1966 أطلق المغني والفنان بوب غولدشتاين مصطلح الوسائط المتعددة "</a:t>
            </a:r>
            <a:r>
              <a:rPr lang="en-US" sz="2400" b="1" dirty="0">
                <a:solidFill>
                  <a:prstClr val="black"/>
                </a:solidFill>
                <a:cs typeface="Simplified Arabic" panose="02020603050405020304" pitchFamily="18" charset="-78"/>
              </a:rPr>
              <a:t>Multimedia" </a:t>
            </a:r>
            <a:r>
              <a:rPr lang="ar-SA" sz="2400" b="1" dirty="0">
                <a:solidFill>
                  <a:prstClr val="black"/>
                </a:solidFill>
                <a:cs typeface="Simplified Arabic" panose="02020603050405020304" pitchFamily="18" charset="-78"/>
              </a:rPr>
              <a:t>حيث تم أفتتاح عرضه الموسيقي </a:t>
            </a:r>
            <a:r>
              <a:rPr lang="en-US" sz="2400" b="1" dirty="0" smtClean="0">
                <a:solidFill>
                  <a:prstClr val="black"/>
                </a:solidFill>
                <a:cs typeface="Simplified Arabic" panose="02020603050405020304" pitchFamily="18" charset="-78"/>
              </a:rPr>
              <a:t> </a:t>
            </a:r>
            <a:r>
              <a:rPr lang="en-US" sz="2400" b="1" dirty="0" err="1" smtClean="0">
                <a:solidFill>
                  <a:prstClr val="black"/>
                </a:solidFill>
                <a:cs typeface="Simplified Arabic" panose="02020603050405020304" pitchFamily="18" charset="-78"/>
              </a:rPr>
              <a:t>LightWorks</a:t>
            </a:r>
            <a:r>
              <a:rPr lang="en-US" sz="2400" b="1" dirty="0" smtClean="0">
                <a:solidFill>
                  <a:prstClr val="black"/>
                </a:solidFill>
                <a:cs typeface="Simplified Arabic" panose="02020603050405020304" pitchFamily="18" charset="-78"/>
              </a:rPr>
              <a:t> </a:t>
            </a:r>
            <a:r>
              <a:rPr lang="ar-SA" sz="2400" b="1" dirty="0">
                <a:solidFill>
                  <a:prstClr val="black"/>
                </a:solidFill>
                <a:cs typeface="Simplified Arabic" panose="02020603050405020304" pitchFamily="18" charset="-78"/>
              </a:rPr>
              <a:t>في ساوثمبتون</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2" name="Rectangle 51"/>
          <p:cNvSpPr/>
          <p:nvPr/>
        </p:nvSpPr>
        <p:spPr>
          <a:xfrm>
            <a:off x="3855552" y="3404606"/>
            <a:ext cx="7851725" cy="830997"/>
          </a:xfrm>
          <a:prstGeom prst="rect">
            <a:avLst/>
          </a:prstGeom>
        </p:spPr>
        <p:txBody>
          <a:bodyPr wrap="square">
            <a:spAutoFit/>
          </a:bodyPr>
          <a:lstStyle/>
          <a:p>
            <a:pPr rtl="1" fontAlgn="auto">
              <a:spcBef>
                <a:spcPts val="0"/>
              </a:spcBef>
              <a:spcAft>
                <a:spcPts val="0"/>
              </a:spcAft>
            </a:pPr>
            <a:r>
              <a:rPr lang="ar-SA" sz="2400" b="1" dirty="0">
                <a:cs typeface="Simplified Arabic" panose="02020603050405020304" pitchFamily="18" charset="-78"/>
              </a:rPr>
              <a:t>عام 1968 بدأ استخدام مصطلح" الوسائط المتعددة " لوصف عمل "المستشار السياسي"</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3" name="Rectangle 52"/>
          <p:cNvSpPr/>
          <p:nvPr/>
        </p:nvSpPr>
        <p:spPr>
          <a:xfrm>
            <a:off x="4006890" y="4710298"/>
            <a:ext cx="7549048" cy="830997"/>
          </a:xfrm>
          <a:prstGeom prst="rect">
            <a:avLst/>
          </a:prstGeom>
        </p:spPr>
        <p:txBody>
          <a:bodyPr wrap="square">
            <a:spAutoFit/>
          </a:bodyPr>
          <a:lstStyle/>
          <a:p>
            <a:pPr rtl="1" fontAlgn="auto">
              <a:spcBef>
                <a:spcPts val="0"/>
              </a:spcBef>
              <a:spcAft>
                <a:spcPts val="0"/>
              </a:spcAft>
            </a:pPr>
            <a:r>
              <a:rPr lang="ar-SA" sz="2400" b="1" dirty="0">
                <a:cs typeface="Simplified Arabic" panose="02020603050405020304" pitchFamily="18" charset="-78"/>
              </a:rPr>
              <a:t>في أواخر السبعينات، أصبح مصطلح الوسائل المتعددة يدل على العروض التي تتكون من "عروض الشرائح المتزامن مع مسار الصوت"</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 name="Rectangle 1"/>
          <p:cNvSpPr/>
          <p:nvPr/>
        </p:nvSpPr>
        <p:spPr>
          <a:xfrm>
            <a:off x="1925533" y="773668"/>
            <a:ext cx="9368270" cy="584775"/>
          </a:xfrm>
          <a:prstGeom prst="rect">
            <a:avLst/>
          </a:prstGeom>
        </p:spPr>
        <p:txBody>
          <a:bodyPr wrap="none">
            <a:spAutoFit/>
          </a:bodyPr>
          <a:lstStyle/>
          <a:p>
            <a:pPr marL="514350" marR="0" lvl="0" indent="-514350" algn="justLow" rtl="1">
              <a:spcBef>
                <a:spcPts val="0"/>
              </a:spcBef>
              <a:spcAft>
                <a:spcPts val="0"/>
              </a:spcAft>
              <a:buFont typeface="+mj-lt"/>
              <a:buAutoNum type="arabicPeriod" startAt="2"/>
              <a:tabLst>
                <a:tab pos="228600" algn="l"/>
              </a:tabLst>
            </a:pPr>
            <a:r>
              <a:rPr lang="ar-SA" sz="3200" b="1" u="sng" dirty="0">
                <a:solidFill>
                  <a:srgbClr val="FF0000"/>
                </a:solidFill>
                <a:latin typeface="Arial Unicode MS"/>
                <a:cs typeface="Simplified Arabic"/>
              </a:rPr>
              <a:t>مراحل التطور التاريخي لمصطلح الوسائط المتعددة Multimedia</a:t>
            </a:r>
            <a:endParaRPr lang="en-US" sz="3200" u="sng" dirty="0">
              <a:solidFill>
                <a:srgbClr val="FF0000"/>
              </a:solidFill>
              <a:effectLst/>
              <a:latin typeface="Arial Unicode MS"/>
              <a:cs typeface="Helvetica"/>
            </a:endParaRPr>
          </a:p>
        </p:txBody>
      </p:sp>
      <p:sp>
        <p:nvSpPr>
          <p:cNvPr id="4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9106277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1"/>
                                        </p:tgtEl>
                                        <p:attrNameLst>
                                          <p:attrName>style.visibility</p:attrName>
                                        </p:attrNameLst>
                                      </p:cBhvr>
                                      <p:to>
                                        <p:strVal val="visible"/>
                                      </p:to>
                                    </p:set>
                                    <p:animEffect transition="in" filter="wipe(left)">
                                      <p:cBhvr>
                                        <p:cTn id="11" dur="500"/>
                                        <p:tgtEl>
                                          <p:spTgt spid="51"/>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wipe(left)">
                                      <p:cBhvr>
                                        <p:cTn id="15" dur="500"/>
                                        <p:tgtEl>
                                          <p:spTgt spid="24"/>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52"/>
                                        </p:tgtEl>
                                        <p:attrNameLst>
                                          <p:attrName>style.visibility</p:attrName>
                                        </p:attrNameLst>
                                      </p:cBhvr>
                                      <p:to>
                                        <p:strVal val="visible"/>
                                      </p:to>
                                    </p:set>
                                    <p:animEffect transition="in" filter="wipe(left)">
                                      <p:cBhvr>
                                        <p:cTn id="19" dur="500"/>
                                        <p:tgtEl>
                                          <p:spTgt spid="52"/>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wipe(left)">
                                      <p:cBhvr>
                                        <p:cTn id="23" dur="500"/>
                                        <p:tgtEl>
                                          <p:spTgt spid="33"/>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wipe(left)">
                                      <p:cBhvr>
                                        <p:cTn id="27"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2" grpId="0"/>
      <p:bldP spid="53" grpId="0"/>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275365" y="2096485"/>
            <a:ext cx="3294698" cy="860453"/>
            <a:chOff x="2057401" y="2420938"/>
            <a:chExt cx="6115050" cy="1597025"/>
          </a:xfrm>
        </p:grpSpPr>
        <p:sp>
          <p:nvSpPr>
            <p:cNvPr id="22"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6"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7"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8"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9"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pic>
          <p:nvPicPr>
            <p:cNvPr id="2063"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19"/>
            <p:cNvSpPr>
              <a:spLocks noChangeArrowheads="1"/>
            </p:cNvSpPr>
            <p:nvPr/>
          </p:nvSpPr>
          <p:spPr bwMode="auto">
            <a:xfrm>
              <a:off x="2117725" y="2466976"/>
              <a:ext cx="3395663" cy="969963"/>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grpSp>
      <p:grpSp>
        <p:nvGrpSpPr>
          <p:cNvPr id="24" name="Group 23"/>
          <p:cNvGrpSpPr/>
          <p:nvPr/>
        </p:nvGrpSpPr>
        <p:grpSpPr>
          <a:xfrm>
            <a:off x="273466" y="3375150"/>
            <a:ext cx="3294698" cy="860453"/>
            <a:chOff x="2057401" y="2420938"/>
            <a:chExt cx="6115050" cy="1597025"/>
          </a:xfrm>
        </p:grpSpPr>
        <p:sp>
          <p:nvSpPr>
            <p:cNvPr id="25"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6"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7"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8"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9"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0"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pic>
          <p:nvPicPr>
            <p:cNvPr id="31"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Rectangle 19"/>
            <p:cNvSpPr>
              <a:spLocks noChangeArrowheads="1"/>
            </p:cNvSpPr>
            <p:nvPr/>
          </p:nvSpPr>
          <p:spPr bwMode="auto">
            <a:xfrm>
              <a:off x="2117725" y="2466976"/>
              <a:ext cx="3395663" cy="969963"/>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grpSp>
      <p:grpSp>
        <p:nvGrpSpPr>
          <p:cNvPr id="33" name="Group 32"/>
          <p:cNvGrpSpPr/>
          <p:nvPr/>
        </p:nvGrpSpPr>
        <p:grpSpPr>
          <a:xfrm>
            <a:off x="273466" y="4685493"/>
            <a:ext cx="3294698" cy="860453"/>
            <a:chOff x="2057401" y="2420938"/>
            <a:chExt cx="6115050" cy="1597025"/>
          </a:xfrm>
        </p:grpSpPr>
        <p:sp>
          <p:nvSpPr>
            <p:cNvPr id="34"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5"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6"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7"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8"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9"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pic>
          <p:nvPicPr>
            <p:cNvPr id="40"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Rectangle 19"/>
            <p:cNvSpPr>
              <a:spLocks noChangeArrowheads="1"/>
            </p:cNvSpPr>
            <p:nvPr/>
          </p:nvSpPr>
          <p:spPr bwMode="auto">
            <a:xfrm>
              <a:off x="2117725" y="2466976"/>
              <a:ext cx="3395663" cy="969963"/>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grpSp>
      <p:sp>
        <p:nvSpPr>
          <p:cNvPr id="51" name="Rectangle 50"/>
          <p:cNvSpPr/>
          <p:nvPr/>
        </p:nvSpPr>
        <p:spPr>
          <a:xfrm>
            <a:off x="3600854" y="2018081"/>
            <a:ext cx="7867696" cy="830997"/>
          </a:xfrm>
          <a:prstGeom prst="rect">
            <a:avLst/>
          </a:prstGeom>
        </p:spPr>
        <p:txBody>
          <a:bodyPr wrap="square">
            <a:spAutoFit/>
          </a:bodyPr>
          <a:lstStyle/>
          <a:p>
            <a:pPr rtl="1" fontAlgn="auto">
              <a:spcBef>
                <a:spcPts val="0"/>
              </a:spcBef>
              <a:spcAft>
                <a:spcPts val="0"/>
              </a:spcAft>
            </a:pPr>
            <a:r>
              <a:rPr lang="ar-SA" sz="2400" b="1" dirty="0" smtClean="0">
                <a:solidFill>
                  <a:prstClr val="black"/>
                </a:solidFill>
                <a:cs typeface="Simplified Arabic" panose="02020603050405020304" pitchFamily="18" charset="-78"/>
              </a:rPr>
              <a:t>عام </a:t>
            </a:r>
            <a:r>
              <a:rPr lang="ar-SA" sz="2400" b="1" dirty="0">
                <a:solidFill>
                  <a:prstClr val="black"/>
                </a:solidFill>
                <a:cs typeface="Simplified Arabic" panose="02020603050405020304" pitchFamily="18" charset="-78"/>
              </a:rPr>
              <a:t>1972 صمم نولان بوشنيل لعبة فيديو بونغ والتي تعد واحدة من أقدم وأفضل الأمثلة المعروفة من الوسائط المتعددة</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2" name="Rectangle 51"/>
          <p:cNvSpPr/>
          <p:nvPr/>
        </p:nvSpPr>
        <p:spPr>
          <a:xfrm>
            <a:off x="3855551" y="3363363"/>
            <a:ext cx="7851725" cy="830997"/>
          </a:xfrm>
          <a:prstGeom prst="rect">
            <a:avLst/>
          </a:prstGeom>
        </p:spPr>
        <p:txBody>
          <a:bodyPr wrap="square">
            <a:spAutoFit/>
          </a:bodyPr>
          <a:lstStyle/>
          <a:p>
            <a:pPr rtl="1" fontAlgn="auto">
              <a:spcBef>
                <a:spcPts val="0"/>
              </a:spcBef>
              <a:spcAft>
                <a:spcPts val="0"/>
              </a:spcAft>
            </a:pPr>
            <a:r>
              <a:rPr lang="ar-SA" sz="2400" b="1" dirty="0" smtClean="0">
                <a:cs typeface="Simplified Arabic" panose="02020603050405020304" pitchFamily="18" charset="-78"/>
              </a:rPr>
              <a:t>عام </a:t>
            </a:r>
            <a:r>
              <a:rPr lang="ar-SA" sz="2400" b="1" dirty="0">
                <a:cs typeface="Simplified Arabic" panose="02020603050405020304" pitchFamily="18" charset="-78"/>
              </a:rPr>
              <a:t>1976 بدأت ثورة جديدة في مجال الوسائل المتعددة عندما أسس الاصدقاء ستيف جوبز وستيف زنياك شركة تسمى بدء التشغيل</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3" name="Rectangle 52"/>
          <p:cNvSpPr/>
          <p:nvPr/>
        </p:nvSpPr>
        <p:spPr>
          <a:xfrm>
            <a:off x="4006890" y="4710298"/>
            <a:ext cx="7549048" cy="830997"/>
          </a:xfrm>
          <a:prstGeom prst="rect">
            <a:avLst/>
          </a:prstGeom>
        </p:spPr>
        <p:txBody>
          <a:bodyPr wrap="square">
            <a:spAutoFit/>
          </a:bodyPr>
          <a:lstStyle/>
          <a:p>
            <a:pPr rtl="1" fontAlgn="auto">
              <a:spcBef>
                <a:spcPts val="0"/>
              </a:spcBef>
              <a:spcAft>
                <a:spcPts val="0"/>
              </a:spcAft>
            </a:pPr>
            <a:r>
              <a:rPr lang="ar-SA" sz="2400" b="1" dirty="0">
                <a:cs typeface="Simplified Arabic" panose="02020603050405020304" pitchFamily="18" charset="-78"/>
              </a:rPr>
              <a:t>عام 1977 قامت شركة أبل بتصميم أول جهاز حاسب آلي لاستخدام رسومات ملونة</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 name="Rectangle 1"/>
          <p:cNvSpPr/>
          <p:nvPr/>
        </p:nvSpPr>
        <p:spPr>
          <a:xfrm>
            <a:off x="1925533" y="773668"/>
            <a:ext cx="9368270" cy="584775"/>
          </a:xfrm>
          <a:prstGeom prst="rect">
            <a:avLst/>
          </a:prstGeom>
        </p:spPr>
        <p:txBody>
          <a:bodyPr wrap="none">
            <a:spAutoFit/>
          </a:bodyPr>
          <a:lstStyle/>
          <a:p>
            <a:pPr marL="514350" marR="0" lvl="0" indent="-514350" algn="justLow" rtl="1">
              <a:spcBef>
                <a:spcPts val="0"/>
              </a:spcBef>
              <a:spcAft>
                <a:spcPts val="0"/>
              </a:spcAft>
              <a:buFont typeface="+mj-lt"/>
              <a:buAutoNum type="arabicPeriod" startAt="2"/>
              <a:tabLst>
                <a:tab pos="228600" algn="l"/>
              </a:tabLst>
            </a:pPr>
            <a:r>
              <a:rPr lang="ar-SA" sz="3200" b="1" u="sng" dirty="0">
                <a:solidFill>
                  <a:srgbClr val="FF0000"/>
                </a:solidFill>
                <a:latin typeface="Arial Unicode MS"/>
                <a:cs typeface="Simplified Arabic"/>
              </a:rPr>
              <a:t>مراحل التطور التاريخي لمصطلح الوسائط المتعددة Multimedia</a:t>
            </a:r>
            <a:endParaRPr lang="en-US" sz="3200" u="sng" dirty="0">
              <a:solidFill>
                <a:srgbClr val="FF0000"/>
              </a:solidFill>
              <a:effectLst/>
              <a:latin typeface="Arial Unicode MS"/>
              <a:cs typeface="Helvetica"/>
            </a:endParaRPr>
          </a:p>
        </p:txBody>
      </p:sp>
      <p:sp>
        <p:nvSpPr>
          <p:cNvPr id="4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8507818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1"/>
                                        </p:tgtEl>
                                        <p:attrNameLst>
                                          <p:attrName>style.visibility</p:attrName>
                                        </p:attrNameLst>
                                      </p:cBhvr>
                                      <p:to>
                                        <p:strVal val="visible"/>
                                      </p:to>
                                    </p:set>
                                    <p:animEffect transition="in" filter="wipe(left)">
                                      <p:cBhvr>
                                        <p:cTn id="11" dur="500"/>
                                        <p:tgtEl>
                                          <p:spTgt spid="51"/>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wipe(left)">
                                      <p:cBhvr>
                                        <p:cTn id="15" dur="500"/>
                                        <p:tgtEl>
                                          <p:spTgt spid="24"/>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52"/>
                                        </p:tgtEl>
                                        <p:attrNameLst>
                                          <p:attrName>style.visibility</p:attrName>
                                        </p:attrNameLst>
                                      </p:cBhvr>
                                      <p:to>
                                        <p:strVal val="visible"/>
                                      </p:to>
                                    </p:set>
                                    <p:animEffect transition="in" filter="wipe(left)">
                                      <p:cBhvr>
                                        <p:cTn id="19" dur="500"/>
                                        <p:tgtEl>
                                          <p:spTgt spid="52"/>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wipe(left)">
                                      <p:cBhvr>
                                        <p:cTn id="23" dur="500"/>
                                        <p:tgtEl>
                                          <p:spTgt spid="33"/>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wipe(left)">
                                      <p:cBhvr>
                                        <p:cTn id="27"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2" grpId="0"/>
      <p:bldP spid="53" grpId="0"/>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275365" y="2096485"/>
            <a:ext cx="3294698" cy="860453"/>
            <a:chOff x="2057401" y="2420938"/>
            <a:chExt cx="6115050" cy="1597025"/>
          </a:xfrm>
        </p:grpSpPr>
        <p:sp>
          <p:nvSpPr>
            <p:cNvPr id="22"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6"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7"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8"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9"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pic>
          <p:nvPicPr>
            <p:cNvPr id="2063"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19"/>
            <p:cNvSpPr>
              <a:spLocks noChangeArrowheads="1"/>
            </p:cNvSpPr>
            <p:nvPr/>
          </p:nvSpPr>
          <p:spPr bwMode="auto">
            <a:xfrm>
              <a:off x="2117725" y="2466976"/>
              <a:ext cx="3395663" cy="969963"/>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grpSp>
      <p:grpSp>
        <p:nvGrpSpPr>
          <p:cNvPr id="24" name="Group 23"/>
          <p:cNvGrpSpPr/>
          <p:nvPr/>
        </p:nvGrpSpPr>
        <p:grpSpPr>
          <a:xfrm>
            <a:off x="273466" y="3375150"/>
            <a:ext cx="3294698" cy="860453"/>
            <a:chOff x="2057401" y="2420938"/>
            <a:chExt cx="6115050" cy="1597025"/>
          </a:xfrm>
        </p:grpSpPr>
        <p:sp>
          <p:nvSpPr>
            <p:cNvPr id="25"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6"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7"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8"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9"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0"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pic>
          <p:nvPicPr>
            <p:cNvPr id="31"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Rectangle 19"/>
            <p:cNvSpPr>
              <a:spLocks noChangeArrowheads="1"/>
            </p:cNvSpPr>
            <p:nvPr/>
          </p:nvSpPr>
          <p:spPr bwMode="auto">
            <a:xfrm>
              <a:off x="2117725" y="2466976"/>
              <a:ext cx="3395663" cy="969963"/>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grpSp>
      <p:grpSp>
        <p:nvGrpSpPr>
          <p:cNvPr id="33" name="Group 32"/>
          <p:cNvGrpSpPr/>
          <p:nvPr/>
        </p:nvGrpSpPr>
        <p:grpSpPr>
          <a:xfrm>
            <a:off x="273466" y="4685493"/>
            <a:ext cx="3294698" cy="860453"/>
            <a:chOff x="2057401" y="2420938"/>
            <a:chExt cx="6115050" cy="1597025"/>
          </a:xfrm>
        </p:grpSpPr>
        <p:sp>
          <p:nvSpPr>
            <p:cNvPr id="34"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5"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6"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7"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8"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9"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pic>
          <p:nvPicPr>
            <p:cNvPr id="40"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Rectangle 19"/>
            <p:cNvSpPr>
              <a:spLocks noChangeArrowheads="1"/>
            </p:cNvSpPr>
            <p:nvPr/>
          </p:nvSpPr>
          <p:spPr bwMode="auto">
            <a:xfrm>
              <a:off x="2117725" y="2466976"/>
              <a:ext cx="3395663" cy="969963"/>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grpSp>
      <p:sp>
        <p:nvSpPr>
          <p:cNvPr id="51" name="Rectangle 50"/>
          <p:cNvSpPr/>
          <p:nvPr/>
        </p:nvSpPr>
        <p:spPr>
          <a:xfrm>
            <a:off x="3536904" y="2082657"/>
            <a:ext cx="7867696" cy="461665"/>
          </a:xfrm>
          <a:prstGeom prst="rect">
            <a:avLst/>
          </a:prstGeom>
        </p:spPr>
        <p:txBody>
          <a:bodyPr wrap="square">
            <a:spAutoFit/>
          </a:bodyPr>
          <a:lstStyle/>
          <a:p>
            <a:pPr rtl="1" fontAlgn="auto">
              <a:spcBef>
                <a:spcPts val="0"/>
              </a:spcBef>
              <a:spcAft>
                <a:spcPts val="0"/>
              </a:spcAft>
            </a:pPr>
            <a:r>
              <a:rPr lang="ar-SA" sz="2400" b="1" dirty="0" smtClean="0">
                <a:solidFill>
                  <a:prstClr val="black"/>
                </a:solidFill>
                <a:cs typeface="Simplified Arabic" panose="02020603050405020304" pitchFamily="18" charset="-78"/>
              </a:rPr>
              <a:t>في </a:t>
            </a:r>
            <a:r>
              <a:rPr lang="ar-SA" sz="2400" b="1" dirty="0">
                <a:solidFill>
                  <a:prstClr val="black"/>
                </a:solidFill>
                <a:cs typeface="Simplified Arabic" panose="02020603050405020304" pitchFamily="18" charset="-78"/>
              </a:rPr>
              <a:t>عام 1981 انتقلت الوسائل المتعددة إلى أجهزة الحاسب الآلي</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2" name="Rectangle 51"/>
          <p:cNvSpPr/>
          <p:nvPr/>
        </p:nvSpPr>
        <p:spPr>
          <a:xfrm>
            <a:off x="3855552" y="3276551"/>
            <a:ext cx="7851725" cy="830997"/>
          </a:xfrm>
          <a:prstGeom prst="rect">
            <a:avLst/>
          </a:prstGeom>
        </p:spPr>
        <p:txBody>
          <a:bodyPr wrap="square">
            <a:spAutoFit/>
          </a:bodyPr>
          <a:lstStyle/>
          <a:p>
            <a:pPr rtl="1" fontAlgn="auto">
              <a:spcBef>
                <a:spcPts val="0"/>
              </a:spcBef>
              <a:spcAft>
                <a:spcPts val="0"/>
              </a:spcAft>
            </a:pPr>
            <a:r>
              <a:rPr lang="ar-SA" sz="2400" b="1" dirty="0" smtClean="0">
                <a:cs typeface="Simplified Arabic" panose="02020603050405020304" pitchFamily="18" charset="-78"/>
              </a:rPr>
              <a:t>عام </a:t>
            </a:r>
            <a:r>
              <a:rPr lang="ar-SA" sz="2400" b="1" dirty="0">
                <a:cs typeface="Simplified Arabic" panose="02020603050405020304" pitchFamily="18" charset="-78"/>
              </a:rPr>
              <a:t>1984 أصدرت أبل ماكنتوش نظام الحاسب الآلي الأول لاستخدام واجهة المستخدم الرسومية </a:t>
            </a:r>
            <a:r>
              <a:rPr lang="en-US" sz="2400" b="1" dirty="0">
                <a:cs typeface="Simplified Arabic" panose="02020603050405020304" pitchFamily="18" charset="-78"/>
              </a:rPr>
              <a:t>GUI</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3" name="Rectangle 52"/>
          <p:cNvSpPr/>
          <p:nvPr/>
        </p:nvSpPr>
        <p:spPr>
          <a:xfrm>
            <a:off x="3855552" y="4489040"/>
            <a:ext cx="7700387" cy="1200329"/>
          </a:xfrm>
          <a:prstGeom prst="rect">
            <a:avLst/>
          </a:prstGeom>
        </p:spPr>
        <p:txBody>
          <a:bodyPr wrap="square">
            <a:spAutoFit/>
          </a:bodyPr>
          <a:lstStyle/>
          <a:p>
            <a:pPr rtl="1" fontAlgn="auto">
              <a:spcBef>
                <a:spcPts val="0"/>
              </a:spcBef>
              <a:spcAft>
                <a:spcPts val="0"/>
              </a:spcAft>
            </a:pPr>
            <a:r>
              <a:rPr lang="ar-SA" sz="2400" b="1" dirty="0" smtClean="0">
                <a:cs typeface="Simplified Arabic" panose="02020603050405020304" pitchFamily="18" charset="-78"/>
              </a:rPr>
              <a:t>عام </a:t>
            </a:r>
            <a:r>
              <a:rPr lang="ar-SA" sz="2400" b="1" dirty="0">
                <a:cs typeface="Simplified Arabic" panose="02020603050405020304" pitchFamily="18" charset="-78"/>
              </a:rPr>
              <a:t>1985، أطلقت مايكروسوفت النسخة الأولى من نظام التشغيل ويندوز. وفي ذات العام صدر (كومودور أميغا)، واعتبر الكثير من الخبراء هذا الجهاز من الوسائط المتعددة الأولى للحاسب الآلي نتيجة لواجهة المستخدم المبتكرة</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 name="Rectangle 1"/>
          <p:cNvSpPr/>
          <p:nvPr/>
        </p:nvSpPr>
        <p:spPr>
          <a:xfrm>
            <a:off x="1925533" y="773668"/>
            <a:ext cx="9368270" cy="584775"/>
          </a:xfrm>
          <a:prstGeom prst="rect">
            <a:avLst/>
          </a:prstGeom>
        </p:spPr>
        <p:txBody>
          <a:bodyPr wrap="none">
            <a:spAutoFit/>
          </a:bodyPr>
          <a:lstStyle/>
          <a:p>
            <a:pPr marL="514350" marR="0" lvl="0" indent="-514350" algn="justLow" rtl="1">
              <a:spcBef>
                <a:spcPts val="0"/>
              </a:spcBef>
              <a:spcAft>
                <a:spcPts val="0"/>
              </a:spcAft>
              <a:buFont typeface="+mj-lt"/>
              <a:buAutoNum type="arabicPeriod" startAt="2"/>
              <a:tabLst>
                <a:tab pos="228600" algn="l"/>
              </a:tabLst>
            </a:pPr>
            <a:r>
              <a:rPr lang="ar-SA" sz="3200" b="1" u="sng" dirty="0">
                <a:solidFill>
                  <a:srgbClr val="FF0000"/>
                </a:solidFill>
                <a:latin typeface="Arial Unicode MS"/>
                <a:cs typeface="Simplified Arabic"/>
              </a:rPr>
              <a:t>مراحل التطور التاريخي لمصطلح الوسائط المتعددة Multimedia</a:t>
            </a:r>
            <a:endParaRPr lang="en-US" sz="3200" u="sng" dirty="0">
              <a:solidFill>
                <a:srgbClr val="FF0000"/>
              </a:solidFill>
              <a:effectLst/>
              <a:latin typeface="Arial Unicode MS"/>
              <a:cs typeface="Helvetica"/>
            </a:endParaRPr>
          </a:p>
        </p:txBody>
      </p:sp>
      <p:sp>
        <p:nvSpPr>
          <p:cNvPr id="4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7086993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1"/>
                                        </p:tgtEl>
                                        <p:attrNameLst>
                                          <p:attrName>style.visibility</p:attrName>
                                        </p:attrNameLst>
                                      </p:cBhvr>
                                      <p:to>
                                        <p:strVal val="visible"/>
                                      </p:to>
                                    </p:set>
                                    <p:animEffect transition="in" filter="wipe(left)">
                                      <p:cBhvr>
                                        <p:cTn id="11" dur="500"/>
                                        <p:tgtEl>
                                          <p:spTgt spid="51"/>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wipe(left)">
                                      <p:cBhvr>
                                        <p:cTn id="15" dur="500"/>
                                        <p:tgtEl>
                                          <p:spTgt spid="24"/>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52"/>
                                        </p:tgtEl>
                                        <p:attrNameLst>
                                          <p:attrName>style.visibility</p:attrName>
                                        </p:attrNameLst>
                                      </p:cBhvr>
                                      <p:to>
                                        <p:strVal val="visible"/>
                                      </p:to>
                                    </p:set>
                                    <p:animEffect transition="in" filter="wipe(left)">
                                      <p:cBhvr>
                                        <p:cTn id="19" dur="500"/>
                                        <p:tgtEl>
                                          <p:spTgt spid="52"/>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wipe(left)">
                                      <p:cBhvr>
                                        <p:cTn id="23" dur="500"/>
                                        <p:tgtEl>
                                          <p:spTgt spid="33"/>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wipe(left)">
                                      <p:cBhvr>
                                        <p:cTn id="27"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2" grpId="0"/>
      <p:bldP spid="53" grpId="0"/>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275365" y="2096485"/>
            <a:ext cx="3294698" cy="860453"/>
            <a:chOff x="2057401" y="2420938"/>
            <a:chExt cx="6115050" cy="1597025"/>
          </a:xfrm>
        </p:grpSpPr>
        <p:sp>
          <p:nvSpPr>
            <p:cNvPr id="22"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6"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7"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8"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9"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pic>
          <p:nvPicPr>
            <p:cNvPr id="2063"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19"/>
            <p:cNvSpPr>
              <a:spLocks noChangeArrowheads="1"/>
            </p:cNvSpPr>
            <p:nvPr/>
          </p:nvSpPr>
          <p:spPr bwMode="auto">
            <a:xfrm>
              <a:off x="2117725" y="2466976"/>
              <a:ext cx="3395663" cy="969963"/>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grpSp>
      <p:grpSp>
        <p:nvGrpSpPr>
          <p:cNvPr id="24" name="Group 23"/>
          <p:cNvGrpSpPr/>
          <p:nvPr/>
        </p:nvGrpSpPr>
        <p:grpSpPr>
          <a:xfrm>
            <a:off x="273466" y="3375150"/>
            <a:ext cx="3294698" cy="860453"/>
            <a:chOff x="2057401" y="2420938"/>
            <a:chExt cx="6115050" cy="1597025"/>
          </a:xfrm>
        </p:grpSpPr>
        <p:sp>
          <p:nvSpPr>
            <p:cNvPr id="25"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6"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7"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8"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29"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0"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pic>
          <p:nvPicPr>
            <p:cNvPr id="31"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Rectangle 19"/>
            <p:cNvSpPr>
              <a:spLocks noChangeArrowheads="1"/>
            </p:cNvSpPr>
            <p:nvPr/>
          </p:nvSpPr>
          <p:spPr bwMode="auto">
            <a:xfrm>
              <a:off x="2117725" y="2466976"/>
              <a:ext cx="3395663" cy="969963"/>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grpSp>
      <p:grpSp>
        <p:nvGrpSpPr>
          <p:cNvPr id="33" name="Group 32"/>
          <p:cNvGrpSpPr/>
          <p:nvPr/>
        </p:nvGrpSpPr>
        <p:grpSpPr>
          <a:xfrm>
            <a:off x="273466" y="4685493"/>
            <a:ext cx="3294698" cy="860453"/>
            <a:chOff x="2057401" y="2420938"/>
            <a:chExt cx="6115050" cy="1597025"/>
          </a:xfrm>
        </p:grpSpPr>
        <p:sp>
          <p:nvSpPr>
            <p:cNvPr id="34" name="Rectangle 19"/>
            <p:cNvSpPr>
              <a:spLocks noChangeArrowheads="1"/>
            </p:cNvSpPr>
            <p:nvPr/>
          </p:nvSpPr>
          <p:spPr bwMode="auto">
            <a:xfrm>
              <a:off x="2057401" y="2420938"/>
              <a:ext cx="3517900" cy="107156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5" name="AutoShape 3"/>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6" name="Freeform 6"/>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7" name="Freeform 7"/>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8" name="Rectangle 11"/>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9" name="Rectangle 12"/>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pic>
          <p:nvPicPr>
            <p:cNvPr id="40"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Rectangle 19"/>
            <p:cNvSpPr>
              <a:spLocks noChangeArrowheads="1"/>
            </p:cNvSpPr>
            <p:nvPr/>
          </p:nvSpPr>
          <p:spPr bwMode="auto">
            <a:xfrm>
              <a:off x="2117725" y="2466976"/>
              <a:ext cx="3395663" cy="969963"/>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grpSp>
      <p:sp>
        <p:nvSpPr>
          <p:cNvPr id="51" name="Rectangle 50"/>
          <p:cNvSpPr/>
          <p:nvPr/>
        </p:nvSpPr>
        <p:spPr>
          <a:xfrm>
            <a:off x="3536904" y="2082657"/>
            <a:ext cx="7867696" cy="830997"/>
          </a:xfrm>
          <a:prstGeom prst="rect">
            <a:avLst/>
          </a:prstGeom>
        </p:spPr>
        <p:txBody>
          <a:bodyPr wrap="square">
            <a:spAutoFit/>
          </a:bodyPr>
          <a:lstStyle/>
          <a:p>
            <a:pPr rtl="1" fontAlgn="auto">
              <a:spcBef>
                <a:spcPts val="0"/>
              </a:spcBef>
              <a:spcAft>
                <a:spcPts val="0"/>
              </a:spcAft>
            </a:pPr>
            <a:r>
              <a:rPr lang="ar-SA" sz="2400" b="1" dirty="0" smtClean="0">
                <a:solidFill>
                  <a:prstClr val="black"/>
                </a:solidFill>
                <a:cs typeface="Simplified Arabic" panose="02020603050405020304" pitchFamily="18" charset="-78"/>
              </a:rPr>
              <a:t>عام </a:t>
            </a:r>
            <a:r>
              <a:rPr lang="ar-SA" sz="2400" b="1" dirty="0">
                <a:solidFill>
                  <a:prstClr val="black"/>
                </a:solidFill>
                <a:cs typeface="Simplified Arabic" panose="02020603050405020304" pitchFamily="18" charset="-78"/>
              </a:rPr>
              <a:t>1988، أصدرت ماكروميديا برنامجاً معلماً والذي يسمح لمستخدمي الحاسب الآلي اليومية للابتكار</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2" name="Rectangle 51"/>
          <p:cNvSpPr/>
          <p:nvPr/>
        </p:nvSpPr>
        <p:spPr>
          <a:xfrm>
            <a:off x="3855552" y="3548029"/>
            <a:ext cx="7851725" cy="461665"/>
          </a:xfrm>
          <a:prstGeom prst="rect">
            <a:avLst/>
          </a:prstGeom>
        </p:spPr>
        <p:txBody>
          <a:bodyPr wrap="square">
            <a:spAutoFit/>
          </a:bodyPr>
          <a:lstStyle/>
          <a:p>
            <a:pPr rtl="1" fontAlgn="auto">
              <a:spcBef>
                <a:spcPts val="0"/>
              </a:spcBef>
              <a:spcAft>
                <a:spcPts val="0"/>
              </a:spcAft>
            </a:pPr>
            <a:r>
              <a:rPr lang="ar-SA" sz="2400" b="1" dirty="0" smtClean="0">
                <a:cs typeface="Simplified Arabic" panose="02020603050405020304" pitchFamily="18" charset="-78"/>
              </a:rPr>
              <a:t>في </a:t>
            </a:r>
            <a:r>
              <a:rPr lang="ar-SA" sz="2400" b="1" dirty="0">
                <a:cs typeface="Simplified Arabic" panose="02020603050405020304" pitchFamily="18" charset="-78"/>
              </a:rPr>
              <a:t>عام 1990 بدأ الظهور الحقيقي للوسائط المتعددة، وأخذت معناها الفعلي</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3" name="Rectangle 52"/>
          <p:cNvSpPr/>
          <p:nvPr/>
        </p:nvSpPr>
        <p:spPr>
          <a:xfrm>
            <a:off x="4006890" y="4710298"/>
            <a:ext cx="7700387" cy="830997"/>
          </a:xfrm>
          <a:prstGeom prst="rect">
            <a:avLst/>
          </a:prstGeom>
        </p:spPr>
        <p:txBody>
          <a:bodyPr wrap="square">
            <a:spAutoFit/>
          </a:bodyPr>
          <a:lstStyle/>
          <a:p>
            <a:pPr rtl="1" fontAlgn="auto">
              <a:spcBef>
                <a:spcPts val="0"/>
              </a:spcBef>
              <a:spcAft>
                <a:spcPts val="0"/>
              </a:spcAft>
            </a:pPr>
            <a:r>
              <a:rPr lang="ar-SA" sz="2400" b="1" dirty="0" smtClean="0">
                <a:cs typeface="Simplified Arabic" panose="02020603050405020304" pitchFamily="18" charset="-78"/>
              </a:rPr>
              <a:t>أما </a:t>
            </a:r>
            <a:r>
              <a:rPr lang="ar-SA" sz="2400" b="1" dirty="0">
                <a:cs typeface="Simplified Arabic" panose="02020603050405020304" pitchFamily="18" charset="-78"/>
              </a:rPr>
              <a:t>اليوم، فقد أصبحت الماكروميديا هي الفلاش التي تحرك معظم الرسوم المتحركة والوسائط المتعددة التي نشاهدها على شبكة الإنترنت</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 name="Rectangle 1"/>
          <p:cNvSpPr/>
          <p:nvPr/>
        </p:nvSpPr>
        <p:spPr>
          <a:xfrm>
            <a:off x="1925533" y="773668"/>
            <a:ext cx="9368270" cy="584775"/>
          </a:xfrm>
          <a:prstGeom prst="rect">
            <a:avLst/>
          </a:prstGeom>
        </p:spPr>
        <p:txBody>
          <a:bodyPr wrap="none">
            <a:spAutoFit/>
          </a:bodyPr>
          <a:lstStyle/>
          <a:p>
            <a:pPr marL="514350" marR="0" lvl="0" indent="-514350" algn="justLow" rtl="1">
              <a:spcBef>
                <a:spcPts val="0"/>
              </a:spcBef>
              <a:spcAft>
                <a:spcPts val="0"/>
              </a:spcAft>
              <a:buFont typeface="+mj-lt"/>
              <a:buAutoNum type="arabicPeriod" startAt="2"/>
              <a:tabLst>
                <a:tab pos="228600" algn="l"/>
              </a:tabLst>
            </a:pPr>
            <a:r>
              <a:rPr lang="ar-SA" sz="3200" b="1" u="sng" dirty="0">
                <a:solidFill>
                  <a:srgbClr val="FF0000"/>
                </a:solidFill>
                <a:latin typeface="Arial Unicode MS"/>
                <a:cs typeface="Simplified Arabic"/>
              </a:rPr>
              <a:t>مراحل التطور التاريخي لمصطلح الوسائط المتعددة Multimedia</a:t>
            </a:r>
            <a:endParaRPr lang="en-US" sz="3200" u="sng" dirty="0">
              <a:solidFill>
                <a:srgbClr val="FF0000"/>
              </a:solidFill>
              <a:effectLst/>
              <a:latin typeface="Arial Unicode MS"/>
              <a:cs typeface="Helvetica"/>
            </a:endParaRPr>
          </a:p>
        </p:txBody>
      </p:sp>
      <p:sp>
        <p:nvSpPr>
          <p:cNvPr id="4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3864448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1"/>
                                        </p:tgtEl>
                                        <p:attrNameLst>
                                          <p:attrName>style.visibility</p:attrName>
                                        </p:attrNameLst>
                                      </p:cBhvr>
                                      <p:to>
                                        <p:strVal val="visible"/>
                                      </p:to>
                                    </p:set>
                                    <p:animEffect transition="in" filter="wipe(left)">
                                      <p:cBhvr>
                                        <p:cTn id="11" dur="500"/>
                                        <p:tgtEl>
                                          <p:spTgt spid="51"/>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wipe(left)">
                                      <p:cBhvr>
                                        <p:cTn id="15" dur="500"/>
                                        <p:tgtEl>
                                          <p:spTgt spid="24"/>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52"/>
                                        </p:tgtEl>
                                        <p:attrNameLst>
                                          <p:attrName>style.visibility</p:attrName>
                                        </p:attrNameLst>
                                      </p:cBhvr>
                                      <p:to>
                                        <p:strVal val="visible"/>
                                      </p:to>
                                    </p:set>
                                    <p:animEffect transition="in" filter="wipe(left)">
                                      <p:cBhvr>
                                        <p:cTn id="19" dur="500"/>
                                        <p:tgtEl>
                                          <p:spTgt spid="52"/>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wipe(left)">
                                      <p:cBhvr>
                                        <p:cTn id="23" dur="500"/>
                                        <p:tgtEl>
                                          <p:spTgt spid="33"/>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wipe(left)">
                                      <p:cBhvr>
                                        <p:cTn id="27"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2" grpId="0"/>
      <p:bldP spid="53" grpId="0"/>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25"/>
          <p:cNvSpPr/>
          <p:nvPr/>
        </p:nvSpPr>
        <p:spPr>
          <a:xfrm>
            <a:off x="4597545" y="2496639"/>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29"/>
          <p:cNvSpPr/>
          <p:nvPr/>
        </p:nvSpPr>
        <p:spPr>
          <a:xfrm rot="2700000">
            <a:off x="5358614" y="1779545"/>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Freeform 33"/>
          <p:cNvSpPr/>
          <p:nvPr/>
        </p:nvSpPr>
        <p:spPr>
          <a:xfrm flipH="1">
            <a:off x="7126428" y="2502989"/>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Freeform 34"/>
          <p:cNvSpPr/>
          <p:nvPr/>
        </p:nvSpPr>
        <p:spPr>
          <a:xfrm rot="18900000" flipH="1">
            <a:off x="6365359" y="1785895"/>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7" name="Freeform 36"/>
          <p:cNvSpPr/>
          <p:nvPr/>
        </p:nvSpPr>
        <p:spPr>
          <a:xfrm flipH="1" flipV="1">
            <a:off x="7120078" y="3633772"/>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8" name="Freeform 37"/>
          <p:cNvSpPr/>
          <p:nvPr/>
        </p:nvSpPr>
        <p:spPr>
          <a:xfrm rot="2700000" flipH="1" flipV="1">
            <a:off x="6359009" y="4350866"/>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0" name="Freeform 39"/>
          <p:cNvSpPr/>
          <p:nvPr/>
        </p:nvSpPr>
        <p:spPr>
          <a:xfrm flipV="1">
            <a:off x="4603895" y="3640122"/>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Freeform 40"/>
          <p:cNvSpPr/>
          <p:nvPr/>
        </p:nvSpPr>
        <p:spPr>
          <a:xfrm rot="18900000" flipV="1">
            <a:off x="5364964" y="4357216"/>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cxnSp>
        <p:nvCxnSpPr>
          <p:cNvPr id="43" name="Straight Connector 42"/>
          <p:cNvCxnSpPr/>
          <p:nvPr/>
        </p:nvCxnSpPr>
        <p:spPr>
          <a:xfrm flipH="1">
            <a:off x="4228147" y="3640122"/>
            <a:ext cx="640080" cy="0"/>
          </a:xfrm>
          <a:prstGeom prst="line">
            <a:avLst/>
          </a:prstGeom>
          <a:ln w="190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V="1">
            <a:off x="5988573" y="1591830"/>
            <a:ext cx="0" cy="640080"/>
          </a:xfrm>
          <a:prstGeom prst="line">
            <a:avLst/>
          </a:prstGeom>
          <a:ln w="19050">
            <a:solidFill>
              <a:schemeClr val="accent4"/>
            </a:solidFill>
            <a:tailEnd type="oval"/>
          </a:ln>
        </p:spPr>
        <p:style>
          <a:lnRef idx="1">
            <a:schemeClr val="accent1"/>
          </a:lnRef>
          <a:fillRef idx="0">
            <a:schemeClr val="accent1"/>
          </a:fillRef>
          <a:effectRef idx="0">
            <a:schemeClr val="accent1"/>
          </a:effectRef>
          <a:fontRef idx="minor">
            <a:schemeClr val="tx1"/>
          </a:fontRef>
        </p:style>
      </p:cxnSp>
      <p:grpSp>
        <p:nvGrpSpPr>
          <p:cNvPr id="8" name="Group 7"/>
          <p:cNvGrpSpPr/>
          <p:nvPr/>
        </p:nvGrpSpPr>
        <p:grpSpPr>
          <a:xfrm>
            <a:off x="4221004" y="2133195"/>
            <a:ext cx="692928" cy="640080"/>
            <a:chOff x="4228147" y="2074893"/>
            <a:chExt cx="692928" cy="640080"/>
          </a:xfrm>
        </p:grpSpPr>
        <p:cxnSp>
          <p:nvCxnSpPr>
            <p:cNvPr id="14" name="Straight Connector 13"/>
            <p:cNvCxnSpPr/>
            <p:nvPr/>
          </p:nvCxnSpPr>
          <p:spPr>
            <a:xfrm rot="2700000" flipH="1">
              <a:off x="4601035" y="2394933"/>
              <a:ext cx="640080" cy="0"/>
            </a:xfrm>
            <a:prstGeom prst="line">
              <a:avLst/>
            </a:prstGeom>
            <a:ln w="19050" cap="sq">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4228147" y="2166249"/>
              <a:ext cx="466625" cy="0"/>
            </a:xfrm>
            <a:prstGeom prst="line">
              <a:avLst/>
            </a:prstGeom>
            <a:ln w="19050">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1" name="Group 20"/>
          <p:cNvGrpSpPr/>
          <p:nvPr/>
        </p:nvGrpSpPr>
        <p:grpSpPr>
          <a:xfrm flipV="1">
            <a:off x="4228147" y="4398946"/>
            <a:ext cx="864389" cy="640080"/>
            <a:chOff x="4056686" y="2074893"/>
            <a:chExt cx="864389" cy="640080"/>
          </a:xfrm>
        </p:grpSpPr>
        <p:cxnSp>
          <p:nvCxnSpPr>
            <p:cNvPr id="22" name="Straight Connector 21"/>
            <p:cNvCxnSpPr/>
            <p:nvPr/>
          </p:nvCxnSpPr>
          <p:spPr>
            <a:xfrm rot="2700000" flipH="1">
              <a:off x="4601035" y="2394933"/>
              <a:ext cx="640080" cy="0"/>
            </a:xfrm>
            <a:prstGeom prst="line">
              <a:avLst/>
            </a:prstGeom>
            <a:ln w="19050" cap="sq">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H="1" flipV="1">
              <a:off x="4056686" y="2166249"/>
              <a:ext cx="638087" cy="0"/>
            </a:xfrm>
            <a:prstGeom prst="line">
              <a:avLst/>
            </a:prstGeom>
            <a:ln w="19050">
              <a:solidFill>
                <a:schemeClr val="accent5"/>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cxnSp>
        <p:nvCxnSpPr>
          <p:cNvPr id="24" name="Straight Connector 23"/>
          <p:cNvCxnSpPr/>
          <p:nvPr/>
        </p:nvCxnSpPr>
        <p:spPr>
          <a:xfrm>
            <a:off x="6262643" y="4757086"/>
            <a:ext cx="0" cy="640080"/>
          </a:xfrm>
          <a:prstGeom prst="line">
            <a:avLst/>
          </a:prstGeom>
          <a:ln w="19050">
            <a:solidFill>
              <a:schemeClr val="accent4"/>
            </a:solidFill>
            <a:tailEnd type="oval"/>
          </a:ln>
        </p:spPr>
        <p:style>
          <a:lnRef idx="1">
            <a:schemeClr val="accent1"/>
          </a:lnRef>
          <a:fillRef idx="0">
            <a:schemeClr val="accent1"/>
          </a:fillRef>
          <a:effectRef idx="0">
            <a:schemeClr val="accent1"/>
          </a:effectRef>
          <a:fontRef idx="minor">
            <a:schemeClr val="tx1"/>
          </a:fontRef>
        </p:style>
      </p:cxnSp>
      <p:grpSp>
        <p:nvGrpSpPr>
          <p:cNvPr id="25" name="Group 24"/>
          <p:cNvGrpSpPr/>
          <p:nvPr/>
        </p:nvGrpSpPr>
        <p:grpSpPr>
          <a:xfrm flipH="1">
            <a:off x="7184356" y="1956981"/>
            <a:ext cx="859240" cy="640080"/>
            <a:chOff x="4061835" y="2074893"/>
            <a:chExt cx="859240" cy="640080"/>
          </a:xfrm>
        </p:grpSpPr>
        <p:cxnSp>
          <p:nvCxnSpPr>
            <p:cNvPr id="27" name="Straight Connector 26"/>
            <p:cNvCxnSpPr/>
            <p:nvPr/>
          </p:nvCxnSpPr>
          <p:spPr>
            <a:xfrm rot="2700000" flipH="1">
              <a:off x="4601035" y="2394933"/>
              <a:ext cx="640080" cy="0"/>
            </a:xfrm>
            <a:prstGeom prst="line">
              <a:avLst/>
            </a:prstGeom>
            <a:ln w="19050" cap="sq">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a:off x="4061835" y="2166249"/>
              <a:ext cx="632937" cy="0"/>
            </a:xfrm>
            <a:prstGeom prst="line">
              <a:avLst/>
            </a:prstGeom>
            <a:ln w="19050">
              <a:solidFill>
                <a:schemeClr val="accent1"/>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cxnSp>
        <p:nvCxnSpPr>
          <p:cNvPr id="29" name="Straight Connector 28"/>
          <p:cNvCxnSpPr/>
          <p:nvPr/>
        </p:nvCxnSpPr>
        <p:spPr>
          <a:xfrm rot="5400000" flipV="1">
            <a:off x="7738070" y="3037296"/>
            <a:ext cx="0" cy="640080"/>
          </a:xfrm>
          <a:prstGeom prst="line">
            <a:avLst/>
          </a:prstGeom>
          <a:ln w="19050">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nvGrpSpPr>
          <p:cNvPr id="31" name="Group 30"/>
          <p:cNvGrpSpPr/>
          <p:nvPr/>
        </p:nvGrpSpPr>
        <p:grpSpPr>
          <a:xfrm flipH="1" flipV="1">
            <a:off x="7357394" y="4207978"/>
            <a:ext cx="864002" cy="640080"/>
            <a:chOff x="4057073" y="2074893"/>
            <a:chExt cx="864002" cy="640080"/>
          </a:xfrm>
        </p:grpSpPr>
        <p:cxnSp>
          <p:nvCxnSpPr>
            <p:cNvPr id="32" name="Straight Connector 31"/>
            <p:cNvCxnSpPr/>
            <p:nvPr/>
          </p:nvCxnSpPr>
          <p:spPr>
            <a:xfrm rot="2700000" flipH="1">
              <a:off x="4601035" y="2394933"/>
              <a:ext cx="640080" cy="0"/>
            </a:xfrm>
            <a:prstGeom prst="line">
              <a:avLst/>
            </a:prstGeom>
            <a:ln w="19050" cap="sq">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flipV="1">
              <a:off x="4057073" y="2166249"/>
              <a:ext cx="637699" cy="0"/>
            </a:xfrm>
            <a:prstGeom prst="line">
              <a:avLst/>
            </a:prstGeom>
            <a:ln w="19050">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9" name="Group 8"/>
          <p:cNvGrpSpPr/>
          <p:nvPr/>
        </p:nvGrpSpPr>
        <p:grpSpPr>
          <a:xfrm>
            <a:off x="1335985" y="2003711"/>
            <a:ext cx="2925469" cy="815979"/>
            <a:chOff x="1335985" y="2003711"/>
            <a:chExt cx="2925469" cy="815979"/>
          </a:xfrm>
        </p:grpSpPr>
        <p:sp>
          <p:nvSpPr>
            <p:cNvPr id="44" name="Title 13"/>
            <p:cNvSpPr txBox="1">
              <a:spLocks/>
            </p:cNvSpPr>
            <p:nvPr/>
          </p:nvSpPr>
          <p:spPr>
            <a:xfrm>
              <a:off x="1335985" y="2050718"/>
              <a:ext cx="2542926" cy="768972"/>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fontAlgn="auto">
                <a:spcAft>
                  <a:spcPts val="0"/>
                </a:spcAft>
              </a:pPr>
              <a:r>
                <a:rPr lang="ar-SA" b="1" dirty="0"/>
                <a:t>الفيديو (</a:t>
              </a:r>
              <a:r>
                <a:rPr lang="en-US" b="1" dirty="0"/>
                <a:t>Video</a:t>
              </a:r>
              <a:r>
                <a:rPr lang="ar-SA" b="1" dirty="0"/>
                <a:t>)</a:t>
              </a:r>
              <a:endParaRPr lang="en-US" b="1" dirty="0">
                <a:solidFill>
                  <a:prstClr val="black">
                    <a:lumMod val="65000"/>
                    <a:lumOff val="35000"/>
                  </a:prstClr>
                </a:solidFill>
                <a:latin typeface="Raleway" panose="020B0503030101060003" pitchFamily="34" charset="0"/>
              </a:endParaRPr>
            </a:p>
          </p:txBody>
        </p:sp>
        <p:sp>
          <p:nvSpPr>
            <p:cNvPr id="46" name="Rectangle 45"/>
            <p:cNvSpPr/>
            <p:nvPr/>
          </p:nvSpPr>
          <p:spPr>
            <a:xfrm>
              <a:off x="3582264" y="2003711"/>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4EA6DC"/>
                  </a:solidFill>
                  <a:latin typeface="FontAwesome" pitchFamily="2" charset="0"/>
                  <a:cs typeface="Simplified Arabic" panose="02020603050405020304" pitchFamily="18" charset="-78"/>
                </a:rPr>
                <a:t></a:t>
              </a:r>
              <a:endParaRPr lang="en-US" sz="3000" dirty="0">
                <a:ln w="0">
                  <a:noFill/>
                </a:ln>
                <a:solidFill>
                  <a:srgbClr val="4EA6DC"/>
                </a:solidFill>
                <a:latin typeface="Calibri" panose="020F0502020204030204"/>
                <a:cs typeface="Simplified Arabic" panose="02020603050405020304" pitchFamily="18" charset="-78"/>
              </a:endParaRPr>
            </a:p>
          </p:txBody>
        </p:sp>
      </p:grpSp>
      <p:grpSp>
        <p:nvGrpSpPr>
          <p:cNvPr id="7" name="Group 6"/>
          <p:cNvGrpSpPr/>
          <p:nvPr/>
        </p:nvGrpSpPr>
        <p:grpSpPr>
          <a:xfrm>
            <a:off x="1464807" y="3372556"/>
            <a:ext cx="2796647" cy="960698"/>
            <a:chOff x="1464807" y="3372556"/>
            <a:chExt cx="2796647" cy="960698"/>
          </a:xfrm>
        </p:grpSpPr>
        <p:sp>
          <p:nvSpPr>
            <p:cNvPr id="49" name="Title 13"/>
            <p:cNvSpPr txBox="1">
              <a:spLocks/>
            </p:cNvSpPr>
            <p:nvPr/>
          </p:nvSpPr>
          <p:spPr>
            <a:xfrm>
              <a:off x="1464807" y="3372556"/>
              <a:ext cx="2355434" cy="960698"/>
            </a:xfrm>
            <a:prstGeom prst="rect">
              <a:avLst/>
            </a:prstGeom>
            <a:ln>
              <a:noFill/>
            </a:ln>
          </p:spPr>
          <p:txBody>
            <a:bodyPr vert="horz" lIns="91440" tIns="45720" rIns="91440" bIns="45720" rtlCol="0" anchor="ctr">
              <a:normAutofit fontScale="70000" lnSpcReduction="2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rtl="1"/>
              <a:r>
                <a:rPr lang="ar-SA" sz="4400" b="1" dirty="0"/>
                <a:t>الرسوم المتحركة (</a:t>
              </a:r>
              <a:r>
                <a:rPr lang="en-US" sz="4400" b="1" dirty="0"/>
                <a:t>Animation</a:t>
              </a:r>
              <a:r>
                <a:rPr lang="ar-SA" sz="4400" b="1" dirty="0"/>
                <a:t>)</a:t>
              </a:r>
              <a:endParaRPr lang="en-US" sz="4400" dirty="0"/>
            </a:p>
            <a:p>
              <a:pPr algn="r" fontAlgn="auto">
                <a:spcAft>
                  <a:spcPts val="0"/>
                </a:spcAft>
              </a:pPr>
              <a:endParaRPr lang="en-US" sz="1100" b="1" dirty="0">
                <a:solidFill>
                  <a:prstClr val="black">
                    <a:lumMod val="65000"/>
                    <a:lumOff val="35000"/>
                  </a:prstClr>
                </a:solidFill>
                <a:latin typeface="Raleway" panose="020B0503030101060003" pitchFamily="34" charset="0"/>
              </a:endParaRPr>
            </a:p>
          </p:txBody>
        </p:sp>
        <p:sp>
          <p:nvSpPr>
            <p:cNvPr id="50" name="Rectangle 49"/>
            <p:cNvSpPr/>
            <p:nvPr/>
          </p:nvSpPr>
          <p:spPr>
            <a:xfrm>
              <a:off x="3582264" y="3423103"/>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D54773"/>
                  </a:solidFill>
                  <a:latin typeface="FontAwesome" pitchFamily="2" charset="0"/>
                  <a:cs typeface="Simplified Arabic" panose="02020603050405020304" pitchFamily="18" charset="-78"/>
                </a:rPr>
                <a:t></a:t>
              </a:r>
              <a:endParaRPr lang="en-US" sz="3000" dirty="0">
                <a:ln w="0">
                  <a:noFill/>
                </a:ln>
                <a:solidFill>
                  <a:srgbClr val="D54773"/>
                </a:solidFill>
                <a:latin typeface="Calibri" panose="020F0502020204030204"/>
                <a:cs typeface="Simplified Arabic" panose="02020603050405020304" pitchFamily="18" charset="-78"/>
              </a:endParaRPr>
            </a:p>
          </p:txBody>
        </p:sp>
      </p:grpSp>
      <p:grpSp>
        <p:nvGrpSpPr>
          <p:cNvPr id="6" name="Group 5"/>
          <p:cNvGrpSpPr/>
          <p:nvPr/>
        </p:nvGrpSpPr>
        <p:grpSpPr>
          <a:xfrm>
            <a:off x="873753" y="4738277"/>
            <a:ext cx="3387701" cy="754787"/>
            <a:chOff x="873753" y="4738277"/>
            <a:chExt cx="3387701" cy="754787"/>
          </a:xfrm>
        </p:grpSpPr>
        <p:sp>
          <p:nvSpPr>
            <p:cNvPr id="53" name="Title 13"/>
            <p:cNvSpPr txBox="1">
              <a:spLocks/>
            </p:cNvSpPr>
            <p:nvPr/>
          </p:nvSpPr>
          <p:spPr>
            <a:xfrm>
              <a:off x="873753" y="4791948"/>
              <a:ext cx="3216599" cy="701116"/>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SA" b="1" dirty="0"/>
                <a:t>الصور (</a:t>
              </a:r>
              <a:r>
                <a:rPr lang="en-US" b="1" dirty="0"/>
                <a:t>Image</a:t>
              </a:r>
              <a:r>
                <a:rPr lang="ar-SA" b="1" dirty="0"/>
                <a:t>)</a:t>
              </a:r>
              <a:endParaRPr lang="en-US" b="1" dirty="0">
                <a:solidFill>
                  <a:prstClr val="black">
                    <a:lumMod val="65000"/>
                    <a:lumOff val="35000"/>
                  </a:prstClr>
                </a:solidFill>
              </a:endParaRPr>
            </a:p>
          </p:txBody>
        </p:sp>
        <p:sp>
          <p:nvSpPr>
            <p:cNvPr id="54" name="Rectangle 53"/>
            <p:cNvSpPr/>
            <p:nvPr/>
          </p:nvSpPr>
          <p:spPr>
            <a:xfrm>
              <a:off x="3582264" y="4738277"/>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8971E1"/>
                  </a:solidFill>
                  <a:latin typeface="FontAwesome" pitchFamily="2" charset="0"/>
                  <a:cs typeface="Simplified Arabic" panose="02020603050405020304" pitchFamily="18" charset="-78"/>
                </a:rPr>
                <a:t></a:t>
              </a:r>
              <a:endParaRPr lang="en-US" sz="3000" dirty="0">
                <a:ln w="0">
                  <a:noFill/>
                </a:ln>
                <a:solidFill>
                  <a:srgbClr val="8971E1"/>
                </a:solidFill>
                <a:latin typeface="Calibri" panose="020F0502020204030204"/>
                <a:cs typeface="Simplified Arabic" panose="02020603050405020304" pitchFamily="18" charset="-78"/>
              </a:endParaRPr>
            </a:p>
          </p:txBody>
        </p:sp>
      </p:grpSp>
      <p:grpSp>
        <p:nvGrpSpPr>
          <p:cNvPr id="5" name="Group 4"/>
          <p:cNvGrpSpPr/>
          <p:nvPr/>
        </p:nvGrpSpPr>
        <p:grpSpPr>
          <a:xfrm>
            <a:off x="8052592" y="1560120"/>
            <a:ext cx="3341780" cy="901132"/>
            <a:chOff x="8052592" y="1560120"/>
            <a:chExt cx="3341780" cy="901132"/>
          </a:xfrm>
        </p:grpSpPr>
        <p:sp>
          <p:nvSpPr>
            <p:cNvPr id="57" name="Title 13"/>
            <p:cNvSpPr txBox="1">
              <a:spLocks/>
            </p:cNvSpPr>
            <p:nvPr/>
          </p:nvSpPr>
          <p:spPr>
            <a:xfrm flipH="1">
              <a:off x="8685270" y="1560120"/>
              <a:ext cx="2709102" cy="901132"/>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rtl="1"/>
              <a:r>
                <a:rPr lang="ar-SA" b="1" dirty="0"/>
                <a:t>الصوت (</a:t>
              </a:r>
              <a:r>
                <a:rPr lang="en-US" b="1" dirty="0"/>
                <a:t>Voice Or Audio</a:t>
              </a:r>
              <a:r>
                <a:rPr lang="ar-SA" b="1" dirty="0"/>
                <a:t>)</a:t>
              </a:r>
              <a:endParaRPr lang="en-US" dirty="0"/>
            </a:p>
          </p:txBody>
        </p:sp>
        <p:sp>
          <p:nvSpPr>
            <p:cNvPr id="58" name="Rectangle 57"/>
            <p:cNvSpPr/>
            <p:nvPr/>
          </p:nvSpPr>
          <p:spPr>
            <a:xfrm flipH="1">
              <a:off x="8052592" y="1812351"/>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E32D91"/>
                  </a:solidFill>
                  <a:latin typeface="FontAwesome" pitchFamily="2" charset="0"/>
                  <a:cs typeface="Simplified Arabic" panose="02020603050405020304" pitchFamily="18" charset="-78"/>
                </a:rPr>
                <a:t></a:t>
              </a:r>
              <a:endParaRPr lang="en-US" sz="3000" dirty="0">
                <a:ln w="0">
                  <a:noFill/>
                </a:ln>
                <a:solidFill>
                  <a:srgbClr val="E32D91"/>
                </a:solidFill>
                <a:latin typeface="Calibri" panose="020F0502020204030204"/>
                <a:cs typeface="Simplified Arabic" panose="02020603050405020304" pitchFamily="18" charset="-78"/>
              </a:endParaRPr>
            </a:p>
          </p:txBody>
        </p:sp>
      </p:grpSp>
      <p:grpSp>
        <p:nvGrpSpPr>
          <p:cNvPr id="4" name="Group 3"/>
          <p:cNvGrpSpPr/>
          <p:nvPr/>
        </p:nvGrpSpPr>
        <p:grpSpPr>
          <a:xfrm>
            <a:off x="8052592" y="3126147"/>
            <a:ext cx="3605193" cy="825973"/>
            <a:chOff x="8052592" y="3126147"/>
            <a:chExt cx="3605193" cy="825973"/>
          </a:xfrm>
        </p:grpSpPr>
        <p:sp>
          <p:nvSpPr>
            <p:cNvPr id="61" name="Title 13"/>
            <p:cNvSpPr txBox="1">
              <a:spLocks/>
            </p:cNvSpPr>
            <p:nvPr/>
          </p:nvSpPr>
          <p:spPr>
            <a:xfrm flipH="1">
              <a:off x="8493805" y="3135461"/>
              <a:ext cx="3163980" cy="816659"/>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SA" b="1" dirty="0"/>
                <a:t>الموسيقى والمؤثرات </a:t>
              </a:r>
              <a:r>
                <a:rPr lang="ar-SA" b="1" dirty="0" smtClean="0"/>
                <a:t>الصوتية</a:t>
              </a:r>
              <a:r>
                <a:rPr lang="en-US" b="1" dirty="0" smtClean="0"/>
                <a:t>Music </a:t>
              </a:r>
              <a:r>
                <a:rPr lang="en-US" b="1" dirty="0"/>
                <a:t>And </a:t>
              </a:r>
              <a:endParaRPr lang="en-US" b="1" dirty="0" smtClean="0"/>
            </a:p>
            <a:p>
              <a:pPr algn="ctr" rtl="1"/>
              <a:r>
                <a:rPr lang="en-US" b="1" dirty="0" smtClean="0"/>
                <a:t>Sound</a:t>
              </a:r>
              <a:r>
                <a:rPr lang="en-US" b="1" dirty="0"/>
                <a:t> </a:t>
              </a:r>
              <a:endParaRPr lang="en-US" b="1" dirty="0">
                <a:solidFill>
                  <a:prstClr val="black">
                    <a:lumMod val="65000"/>
                    <a:lumOff val="35000"/>
                  </a:prstClr>
                </a:solidFill>
              </a:endParaRPr>
            </a:p>
          </p:txBody>
        </p:sp>
        <p:sp>
          <p:nvSpPr>
            <p:cNvPr id="62" name="Rectangle 61"/>
            <p:cNvSpPr/>
            <p:nvPr/>
          </p:nvSpPr>
          <p:spPr>
            <a:xfrm flipH="1">
              <a:off x="8052592" y="3126147"/>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C830CC"/>
                  </a:solidFill>
                  <a:latin typeface="FontAwesome" pitchFamily="2" charset="0"/>
                  <a:cs typeface="Simplified Arabic" panose="02020603050405020304" pitchFamily="18" charset="-78"/>
                </a:rPr>
                <a:t></a:t>
              </a:r>
              <a:endParaRPr lang="en-US" sz="3000" dirty="0">
                <a:ln w="0">
                  <a:noFill/>
                </a:ln>
                <a:solidFill>
                  <a:srgbClr val="C830CC"/>
                </a:solidFill>
                <a:latin typeface="Calibri" panose="020F0502020204030204"/>
                <a:cs typeface="Simplified Arabic" panose="02020603050405020304" pitchFamily="18" charset="-78"/>
              </a:endParaRPr>
            </a:p>
          </p:txBody>
        </p:sp>
      </p:grpSp>
      <p:grpSp>
        <p:nvGrpSpPr>
          <p:cNvPr id="3" name="Group 2"/>
          <p:cNvGrpSpPr/>
          <p:nvPr/>
        </p:nvGrpSpPr>
        <p:grpSpPr>
          <a:xfrm>
            <a:off x="8230392" y="4532717"/>
            <a:ext cx="3465785" cy="609789"/>
            <a:chOff x="8230392" y="4532717"/>
            <a:chExt cx="3465785" cy="609789"/>
          </a:xfrm>
        </p:grpSpPr>
        <p:sp>
          <p:nvSpPr>
            <p:cNvPr id="65" name="Title 13"/>
            <p:cNvSpPr txBox="1">
              <a:spLocks/>
            </p:cNvSpPr>
            <p:nvPr/>
          </p:nvSpPr>
          <p:spPr>
            <a:xfrm flipH="1">
              <a:off x="8938747" y="4578742"/>
              <a:ext cx="2757430" cy="563764"/>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SA" b="1" dirty="0"/>
                <a:t>النصوص</a:t>
              </a:r>
              <a:r>
                <a:rPr lang="ar-JO" dirty="0"/>
                <a:t> (</a:t>
              </a:r>
              <a:r>
                <a:rPr lang="en-US" b="1" dirty="0"/>
                <a:t>Text</a:t>
              </a:r>
              <a:r>
                <a:rPr lang="ar-SA" b="1" dirty="0"/>
                <a:t>)</a:t>
              </a:r>
              <a:endParaRPr lang="en-US" b="1" dirty="0">
                <a:solidFill>
                  <a:prstClr val="black">
                    <a:lumMod val="65000"/>
                    <a:lumOff val="35000"/>
                  </a:prstClr>
                </a:solidFill>
              </a:endParaRPr>
            </a:p>
          </p:txBody>
        </p:sp>
        <p:sp>
          <p:nvSpPr>
            <p:cNvPr id="66" name="Rectangle 65"/>
            <p:cNvSpPr/>
            <p:nvPr/>
          </p:nvSpPr>
          <p:spPr>
            <a:xfrm flipH="1">
              <a:off x="8230392" y="4532717"/>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4EA6DC"/>
                  </a:solidFill>
                  <a:latin typeface="FontAwesome" pitchFamily="2" charset="0"/>
                  <a:cs typeface="Simplified Arabic" panose="02020603050405020304" pitchFamily="18" charset="-78"/>
                </a:rPr>
                <a:t></a:t>
              </a:r>
              <a:endParaRPr lang="en-US" sz="3000" dirty="0">
                <a:ln w="0">
                  <a:noFill/>
                </a:ln>
                <a:solidFill>
                  <a:srgbClr val="4EA6DC"/>
                </a:solidFill>
                <a:latin typeface="Calibri" panose="020F0502020204030204"/>
                <a:cs typeface="Simplified Arabic" panose="02020603050405020304" pitchFamily="18" charset="-78"/>
              </a:endParaRPr>
            </a:p>
          </p:txBody>
        </p:sp>
      </p:grpSp>
      <p:grpSp>
        <p:nvGrpSpPr>
          <p:cNvPr id="2" name="Group 1"/>
          <p:cNvGrpSpPr/>
          <p:nvPr/>
        </p:nvGrpSpPr>
        <p:grpSpPr>
          <a:xfrm>
            <a:off x="6003087" y="5277306"/>
            <a:ext cx="2849389" cy="999293"/>
            <a:chOff x="6003087" y="5277306"/>
            <a:chExt cx="2849389" cy="999293"/>
          </a:xfrm>
        </p:grpSpPr>
        <p:sp>
          <p:nvSpPr>
            <p:cNvPr id="69" name="Title 13"/>
            <p:cNvSpPr txBox="1">
              <a:spLocks/>
            </p:cNvSpPr>
            <p:nvPr/>
          </p:nvSpPr>
          <p:spPr>
            <a:xfrm flipH="1">
              <a:off x="6497042" y="5277306"/>
              <a:ext cx="2355434" cy="999293"/>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SA" b="1" dirty="0"/>
                <a:t>الرسومات</a:t>
              </a:r>
              <a:r>
                <a:rPr lang="ar-JO" dirty="0"/>
                <a:t> (</a:t>
              </a:r>
              <a:r>
                <a:rPr lang="en-US" b="1" dirty="0"/>
                <a:t>Graphics</a:t>
              </a:r>
              <a:r>
                <a:rPr lang="ar-SA" b="1" dirty="0"/>
                <a:t>)</a:t>
              </a:r>
              <a:endParaRPr lang="en-US" b="1" dirty="0">
                <a:solidFill>
                  <a:prstClr val="black">
                    <a:lumMod val="65000"/>
                    <a:lumOff val="35000"/>
                  </a:prstClr>
                </a:solidFill>
              </a:endParaRPr>
            </a:p>
          </p:txBody>
        </p:sp>
        <p:sp>
          <p:nvSpPr>
            <p:cNvPr id="70" name="Rectangle 69"/>
            <p:cNvSpPr/>
            <p:nvPr/>
          </p:nvSpPr>
          <p:spPr>
            <a:xfrm flipH="1">
              <a:off x="6003087" y="5525119"/>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4775E7"/>
                  </a:solidFill>
                  <a:latin typeface="FontAwesome" pitchFamily="2" charset="0"/>
                  <a:cs typeface="Simplified Arabic" panose="02020603050405020304" pitchFamily="18" charset="-78"/>
                </a:rPr>
                <a:t></a:t>
              </a:r>
              <a:endParaRPr lang="en-US" sz="3000" dirty="0">
                <a:ln w="0">
                  <a:noFill/>
                </a:ln>
                <a:solidFill>
                  <a:srgbClr val="4775E7"/>
                </a:solidFill>
                <a:latin typeface="Calibri" panose="020F0502020204030204"/>
                <a:cs typeface="Simplified Arabic" panose="02020603050405020304" pitchFamily="18" charset="-78"/>
              </a:endParaRPr>
            </a:p>
          </p:txBody>
        </p:sp>
      </p:grpSp>
      <p:grpSp>
        <p:nvGrpSpPr>
          <p:cNvPr id="10" name="Group 9"/>
          <p:cNvGrpSpPr/>
          <p:nvPr/>
        </p:nvGrpSpPr>
        <p:grpSpPr>
          <a:xfrm>
            <a:off x="1717675" y="749150"/>
            <a:ext cx="4018266" cy="1137034"/>
            <a:chOff x="2396865" y="839949"/>
            <a:chExt cx="4018266" cy="790761"/>
          </a:xfrm>
        </p:grpSpPr>
        <p:sp>
          <p:nvSpPr>
            <p:cNvPr id="73" name="Title 13"/>
            <p:cNvSpPr txBox="1">
              <a:spLocks/>
            </p:cNvSpPr>
            <p:nvPr/>
          </p:nvSpPr>
          <p:spPr>
            <a:xfrm>
              <a:off x="2396865" y="839949"/>
              <a:ext cx="3286903" cy="790761"/>
            </a:xfrm>
            <a:prstGeom prst="rect">
              <a:avLst/>
            </a:prstGeom>
            <a:ln>
              <a:noFill/>
            </a:ln>
          </p:spPr>
          <p:txBody>
            <a:bodyPr vert="horz" lIns="91440" tIns="45720" rIns="91440" bIns="45720" rtlCol="0" anchor="ctr">
              <a:normAutofit fontScale="85000"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l" rtl="1" fontAlgn="auto">
                <a:spcAft>
                  <a:spcPts val="0"/>
                </a:spcAft>
              </a:pPr>
              <a:r>
                <a:rPr lang="ar-SA" b="1" dirty="0"/>
                <a:t>الواقع الافتراضي</a:t>
              </a:r>
              <a:r>
                <a:rPr lang="en-US" b="1" dirty="0"/>
                <a:t>Virtual Reality </a:t>
              </a:r>
              <a:r>
                <a:rPr lang="en-US" dirty="0"/>
                <a:t> </a:t>
              </a:r>
              <a:endParaRPr lang="en-US" sz="1100" b="1" dirty="0">
                <a:solidFill>
                  <a:prstClr val="black">
                    <a:lumMod val="65000"/>
                    <a:lumOff val="35000"/>
                  </a:prstClr>
                </a:solidFill>
                <a:latin typeface="Raleway" panose="020B0503030101060003" pitchFamily="34" charset="0"/>
              </a:endParaRPr>
            </a:p>
          </p:txBody>
        </p:sp>
        <p:sp>
          <p:nvSpPr>
            <p:cNvPr id="74" name="Rectangle 73"/>
            <p:cNvSpPr/>
            <p:nvPr/>
          </p:nvSpPr>
          <p:spPr>
            <a:xfrm>
              <a:off x="5735941" y="981253"/>
              <a:ext cx="679190" cy="385283"/>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4775E7"/>
                  </a:solidFill>
                  <a:latin typeface="FontAwesome" pitchFamily="2" charset="0"/>
                  <a:cs typeface="Simplified Arabic" panose="02020603050405020304" pitchFamily="18" charset="-78"/>
                </a:rPr>
                <a:t></a:t>
              </a:r>
              <a:endParaRPr lang="en-US" sz="3000" dirty="0">
                <a:ln w="0">
                  <a:noFill/>
                </a:ln>
                <a:solidFill>
                  <a:srgbClr val="4775E7"/>
                </a:solidFill>
                <a:latin typeface="Calibri" panose="020F0502020204030204"/>
                <a:cs typeface="Simplified Arabic" panose="02020603050405020304" pitchFamily="18" charset="-78"/>
              </a:endParaRPr>
            </a:p>
          </p:txBody>
        </p:sp>
      </p:grpSp>
      <p:sp>
        <p:nvSpPr>
          <p:cNvPr id="59" name="Title 2"/>
          <p:cNvSpPr txBox="1">
            <a:spLocks/>
          </p:cNvSpPr>
          <p:nvPr/>
        </p:nvSpPr>
        <p:spPr>
          <a:xfrm>
            <a:off x="2974417" y="212032"/>
            <a:ext cx="8324829" cy="548850"/>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r" rtl="1"/>
            <a:r>
              <a:rPr lang="ar-SA" sz="4000" u="sng" dirty="0">
                <a:solidFill>
                  <a:srgbClr val="FF0000"/>
                </a:solidFill>
                <a:cs typeface="Simplified Arabic" panose="02020603050405020304" pitchFamily="18" charset="-78"/>
              </a:rPr>
              <a:t>3-	عناصر الوسائط المتعددة</a:t>
            </a:r>
            <a:endParaRPr lang="en-US" sz="4000" u="sng" dirty="0">
              <a:solidFill>
                <a:srgbClr val="FF0000"/>
              </a:solidFill>
              <a:cs typeface="+mn-cs"/>
            </a:endParaRPr>
          </a:p>
        </p:txBody>
      </p:sp>
      <p:sp>
        <p:nvSpPr>
          <p:cNvPr id="5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110896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animEffect transition="in" filter="fade">
                                      <p:cBhvr>
                                        <p:cTn id="13" dur="500"/>
                                        <p:tgtEl>
                                          <p:spTgt spid="35"/>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fade">
                                      <p:cBhvr>
                                        <p:cTn id="17" dur="500"/>
                                        <p:tgtEl>
                                          <p:spTgt spid="34"/>
                                        </p:tgtEl>
                                      </p:cBhvr>
                                    </p:animEffect>
                                  </p:childTnLst>
                                </p:cTn>
                              </p:par>
                              <p:par>
                                <p:cTn id="18" presetID="10" presetClass="entr" presetSubtype="0" fill="hold" nodeType="with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500"/>
                                        <p:tgtEl>
                                          <p:spTgt spid="29"/>
                                        </p:tgtEl>
                                      </p:cBhvr>
                                    </p:animEffect>
                                  </p:childTnLst>
                                </p:cTn>
                              </p:par>
                              <p:par>
                                <p:cTn id="21" presetID="10" presetClass="entr" presetSubtype="0" fill="hold" nodeType="with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fade">
                                      <p:cBhvr>
                                        <p:cTn id="27" dur="500"/>
                                        <p:tgtEl>
                                          <p:spTgt spid="37"/>
                                        </p:tgtEl>
                                      </p:cBhvr>
                                    </p:animEffect>
                                  </p:childTnLst>
                                </p:cTn>
                              </p:par>
                              <p:par>
                                <p:cTn id="28" presetID="10" presetClass="entr" presetSubtype="0" fill="hold" nodeType="withEffect">
                                  <p:stCondLst>
                                    <p:cond delay="0"/>
                                  </p:stCondLst>
                                  <p:childTnLst>
                                    <p:set>
                                      <p:cBhvr>
                                        <p:cTn id="29" dur="1" fill="hold">
                                          <p:stCondLst>
                                            <p:cond delay="0"/>
                                          </p:stCondLst>
                                        </p:cTn>
                                        <p:tgtEl>
                                          <p:spTgt spid="31"/>
                                        </p:tgtEl>
                                        <p:attrNameLst>
                                          <p:attrName>style.visibility</p:attrName>
                                        </p:attrNameLst>
                                      </p:cBhvr>
                                      <p:to>
                                        <p:strVal val="visible"/>
                                      </p:to>
                                    </p:set>
                                    <p:animEffect transition="in" filter="fade">
                                      <p:cBhvr>
                                        <p:cTn id="30" dur="500"/>
                                        <p:tgtEl>
                                          <p:spTgt spid="31"/>
                                        </p:tgtEl>
                                      </p:cBhvr>
                                    </p:animEffect>
                                  </p:childTnLst>
                                </p:cTn>
                              </p:par>
                              <p:par>
                                <p:cTn id="31" presetID="10" presetClass="entr" presetSubtype="0" fill="hold" nodeType="with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fade">
                                      <p:cBhvr>
                                        <p:cTn id="33" dur="500"/>
                                        <p:tgtEl>
                                          <p:spTgt spid="3"/>
                                        </p:tgtEl>
                                      </p:cBhvr>
                                    </p:animEffect>
                                  </p:childTnLst>
                                </p:cTn>
                              </p:par>
                            </p:childTnLst>
                          </p:cTn>
                        </p:par>
                        <p:par>
                          <p:cTn id="34" fill="hold">
                            <p:stCondLst>
                              <p:cond delay="1500"/>
                            </p:stCondLst>
                            <p:childTnLst>
                              <p:par>
                                <p:cTn id="35" presetID="10" presetClass="entr" presetSubtype="0" fill="hold" nodeType="after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
                                        </p:tgtEl>
                                        <p:attrNameLst>
                                          <p:attrName>style.visibility</p:attrName>
                                        </p:attrNameLst>
                                      </p:cBhvr>
                                      <p:to>
                                        <p:strVal val="visible"/>
                                      </p:to>
                                    </p:set>
                                    <p:animEffect transition="in" filter="fade">
                                      <p:cBhvr>
                                        <p:cTn id="40" dur="500"/>
                                        <p:tgtEl>
                                          <p:spTgt spid="2"/>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38"/>
                                        </p:tgtEl>
                                        <p:attrNameLst>
                                          <p:attrName>style.visibility</p:attrName>
                                        </p:attrNameLst>
                                      </p:cBhvr>
                                      <p:to>
                                        <p:strVal val="visible"/>
                                      </p:to>
                                    </p:set>
                                    <p:animEffect transition="in" filter="fade">
                                      <p:cBhvr>
                                        <p:cTn id="43" dur="500"/>
                                        <p:tgtEl>
                                          <p:spTgt spid="38"/>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1"/>
                                        </p:tgtEl>
                                        <p:attrNameLst>
                                          <p:attrName>style.visibility</p:attrName>
                                        </p:attrNameLst>
                                      </p:cBhvr>
                                      <p:to>
                                        <p:strVal val="visible"/>
                                      </p:to>
                                    </p:set>
                                    <p:animEffect transition="in" filter="fade">
                                      <p:cBhvr>
                                        <p:cTn id="47" dur="500"/>
                                        <p:tgtEl>
                                          <p:spTgt spid="41"/>
                                        </p:tgtEl>
                                      </p:cBhvr>
                                    </p:animEffect>
                                  </p:childTnLst>
                                </p:cTn>
                              </p:par>
                              <p:par>
                                <p:cTn id="48" presetID="10" presetClass="entr" presetSubtype="0" fill="hold" nodeType="withEffect">
                                  <p:stCondLst>
                                    <p:cond delay="0"/>
                                  </p:stCondLst>
                                  <p:childTnLst>
                                    <p:set>
                                      <p:cBhvr>
                                        <p:cTn id="49" dur="1" fill="hold">
                                          <p:stCondLst>
                                            <p:cond delay="0"/>
                                          </p:stCondLst>
                                        </p:cTn>
                                        <p:tgtEl>
                                          <p:spTgt spid="21"/>
                                        </p:tgtEl>
                                        <p:attrNameLst>
                                          <p:attrName>style.visibility</p:attrName>
                                        </p:attrNameLst>
                                      </p:cBhvr>
                                      <p:to>
                                        <p:strVal val="visible"/>
                                      </p:to>
                                    </p:set>
                                    <p:animEffect transition="in" filter="fade">
                                      <p:cBhvr>
                                        <p:cTn id="50" dur="500"/>
                                        <p:tgtEl>
                                          <p:spTgt spid="21"/>
                                        </p:tgtEl>
                                      </p:cBhvr>
                                    </p:animEffect>
                                  </p:childTnLst>
                                </p:cTn>
                              </p:par>
                              <p:par>
                                <p:cTn id="51" presetID="10" presetClass="entr" presetSubtype="0" fill="hold" nodeType="withEffect">
                                  <p:stCondLst>
                                    <p:cond delay="0"/>
                                  </p:stCondLst>
                                  <p:childTnLst>
                                    <p:set>
                                      <p:cBhvr>
                                        <p:cTn id="52" dur="1" fill="hold">
                                          <p:stCondLst>
                                            <p:cond delay="0"/>
                                          </p:stCondLst>
                                        </p:cTn>
                                        <p:tgtEl>
                                          <p:spTgt spid="6"/>
                                        </p:tgtEl>
                                        <p:attrNameLst>
                                          <p:attrName>style.visibility</p:attrName>
                                        </p:attrNameLst>
                                      </p:cBhvr>
                                      <p:to>
                                        <p:strVal val="visible"/>
                                      </p:to>
                                    </p:set>
                                    <p:animEffect transition="in" filter="fade">
                                      <p:cBhvr>
                                        <p:cTn id="53" dur="500"/>
                                        <p:tgtEl>
                                          <p:spTgt spid="6"/>
                                        </p:tgtEl>
                                      </p:cBhvr>
                                    </p:animEffect>
                                  </p:childTnLst>
                                </p:cTn>
                              </p:par>
                            </p:childTnLst>
                          </p:cTn>
                        </p:par>
                        <p:par>
                          <p:cTn id="54" fill="hold">
                            <p:stCondLst>
                              <p:cond delay="2500"/>
                            </p:stCondLst>
                            <p:childTnLst>
                              <p:par>
                                <p:cTn id="55" presetID="10" presetClass="entr" presetSubtype="0" fill="hold" grpId="0" nodeType="afterEffect">
                                  <p:stCondLst>
                                    <p:cond delay="0"/>
                                  </p:stCondLst>
                                  <p:childTnLst>
                                    <p:set>
                                      <p:cBhvr>
                                        <p:cTn id="56" dur="1" fill="hold">
                                          <p:stCondLst>
                                            <p:cond delay="0"/>
                                          </p:stCondLst>
                                        </p:cTn>
                                        <p:tgtEl>
                                          <p:spTgt spid="40"/>
                                        </p:tgtEl>
                                        <p:attrNameLst>
                                          <p:attrName>style.visibility</p:attrName>
                                        </p:attrNameLst>
                                      </p:cBhvr>
                                      <p:to>
                                        <p:strVal val="visible"/>
                                      </p:to>
                                    </p:set>
                                    <p:animEffect transition="in" filter="fade">
                                      <p:cBhvr>
                                        <p:cTn id="57" dur="500"/>
                                        <p:tgtEl>
                                          <p:spTgt spid="40"/>
                                        </p:tgtEl>
                                      </p:cBhvr>
                                    </p:animEffect>
                                  </p:childTnLst>
                                </p:cTn>
                              </p:par>
                              <p:par>
                                <p:cTn id="58" presetID="10" presetClass="entr" presetSubtype="0" fill="hold" nodeType="withEffect">
                                  <p:stCondLst>
                                    <p:cond delay="0"/>
                                  </p:stCondLst>
                                  <p:childTnLst>
                                    <p:set>
                                      <p:cBhvr>
                                        <p:cTn id="59" dur="1" fill="hold">
                                          <p:stCondLst>
                                            <p:cond delay="0"/>
                                          </p:stCondLst>
                                        </p:cTn>
                                        <p:tgtEl>
                                          <p:spTgt spid="43"/>
                                        </p:tgtEl>
                                        <p:attrNameLst>
                                          <p:attrName>style.visibility</p:attrName>
                                        </p:attrNameLst>
                                      </p:cBhvr>
                                      <p:to>
                                        <p:strVal val="visible"/>
                                      </p:to>
                                    </p:set>
                                    <p:animEffect transition="in" filter="fade">
                                      <p:cBhvr>
                                        <p:cTn id="60" dur="500"/>
                                        <p:tgtEl>
                                          <p:spTgt spid="43"/>
                                        </p:tgtEl>
                                      </p:cBhvr>
                                    </p:animEffect>
                                  </p:childTnLst>
                                </p:cTn>
                              </p:par>
                              <p:par>
                                <p:cTn id="61" presetID="10" presetClass="entr" presetSubtype="0" fill="hold" nodeType="with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fade">
                                      <p:cBhvr>
                                        <p:cTn id="63" dur="500"/>
                                        <p:tgtEl>
                                          <p:spTgt spid="7"/>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fade">
                                      <p:cBhvr>
                                        <p:cTn id="67" dur="500"/>
                                        <p:tgtEl>
                                          <p:spTgt spid="26"/>
                                        </p:tgtEl>
                                      </p:cBhvr>
                                    </p:animEffect>
                                  </p:childTnLst>
                                </p:cTn>
                              </p:par>
                              <p:par>
                                <p:cTn id="68" presetID="10" presetClass="entr" presetSubtype="0" fill="hold" nodeType="withEffect">
                                  <p:stCondLst>
                                    <p:cond delay="0"/>
                                  </p:stCondLst>
                                  <p:childTnLst>
                                    <p:set>
                                      <p:cBhvr>
                                        <p:cTn id="69" dur="1" fill="hold">
                                          <p:stCondLst>
                                            <p:cond delay="0"/>
                                          </p:stCondLst>
                                        </p:cTn>
                                        <p:tgtEl>
                                          <p:spTgt spid="8"/>
                                        </p:tgtEl>
                                        <p:attrNameLst>
                                          <p:attrName>style.visibility</p:attrName>
                                        </p:attrNameLst>
                                      </p:cBhvr>
                                      <p:to>
                                        <p:strVal val="visible"/>
                                      </p:to>
                                    </p:set>
                                    <p:animEffect transition="in" filter="fade">
                                      <p:cBhvr>
                                        <p:cTn id="70" dur="500"/>
                                        <p:tgtEl>
                                          <p:spTgt spid="8"/>
                                        </p:tgtEl>
                                      </p:cBhvr>
                                    </p:animEffect>
                                  </p:childTnLst>
                                </p:cTn>
                              </p:par>
                              <p:par>
                                <p:cTn id="71" presetID="10" presetClass="entr" presetSubtype="0" fill="hold" nodeType="withEffect">
                                  <p:stCondLst>
                                    <p:cond delay="0"/>
                                  </p:stCondLst>
                                  <p:childTnLst>
                                    <p:set>
                                      <p:cBhvr>
                                        <p:cTn id="72" dur="1" fill="hold">
                                          <p:stCondLst>
                                            <p:cond delay="0"/>
                                          </p:stCondLst>
                                        </p:cTn>
                                        <p:tgtEl>
                                          <p:spTgt spid="9"/>
                                        </p:tgtEl>
                                        <p:attrNameLst>
                                          <p:attrName>style.visibility</p:attrName>
                                        </p:attrNameLst>
                                      </p:cBhvr>
                                      <p:to>
                                        <p:strVal val="visible"/>
                                      </p:to>
                                    </p:set>
                                    <p:animEffect transition="in" filter="fade">
                                      <p:cBhvr>
                                        <p:cTn id="73" dur="500"/>
                                        <p:tgtEl>
                                          <p:spTgt spid="9"/>
                                        </p:tgtEl>
                                      </p:cBhvr>
                                    </p:animEffect>
                                  </p:childTnLst>
                                </p:cTn>
                              </p:par>
                            </p:childTnLst>
                          </p:cTn>
                        </p:par>
                        <p:par>
                          <p:cTn id="74" fill="hold">
                            <p:stCondLst>
                              <p:cond delay="3500"/>
                            </p:stCondLst>
                            <p:childTnLst>
                              <p:par>
                                <p:cTn id="75" presetID="10" presetClass="entr" presetSubtype="0" fill="hold" grpId="0" nodeType="afterEffect">
                                  <p:stCondLst>
                                    <p:cond delay="0"/>
                                  </p:stCondLst>
                                  <p:childTnLst>
                                    <p:set>
                                      <p:cBhvr>
                                        <p:cTn id="76" dur="1" fill="hold">
                                          <p:stCondLst>
                                            <p:cond delay="0"/>
                                          </p:stCondLst>
                                        </p:cTn>
                                        <p:tgtEl>
                                          <p:spTgt spid="30"/>
                                        </p:tgtEl>
                                        <p:attrNameLst>
                                          <p:attrName>style.visibility</p:attrName>
                                        </p:attrNameLst>
                                      </p:cBhvr>
                                      <p:to>
                                        <p:strVal val="visible"/>
                                      </p:to>
                                    </p:set>
                                    <p:animEffect transition="in" filter="fade">
                                      <p:cBhvr>
                                        <p:cTn id="77" dur="500"/>
                                        <p:tgtEl>
                                          <p:spTgt spid="30"/>
                                        </p:tgtEl>
                                      </p:cBhvr>
                                    </p:animEffect>
                                  </p:childTnLst>
                                </p:cTn>
                              </p:par>
                              <p:par>
                                <p:cTn id="78" presetID="10" presetClass="entr" presetSubtype="0" fill="hold" nodeType="withEffect">
                                  <p:stCondLst>
                                    <p:cond delay="0"/>
                                  </p:stCondLst>
                                  <p:childTnLst>
                                    <p:set>
                                      <p:cBhvr>
                                        <p:cTn id="79" dur="1" fill="hold">
                                          <p:stCondLst>
                                            <p:cond delay="0"/>
                                          </p:stCondLst>
                                        </p:cTn>
                                        <p:tgtEl>
                                          <p:spTgt spid="12"/>
                                        </p:tgtEl>
                                        <p:attrNameLst>
                                          <p:attrName>style.visibility</p:attrName>
                                        </p:attrNameLst>
                                      </p:cBhvr>
                                      <p:to>
                                        <p:strVal val="visible"/>
                                      </p:to>
                                    </p:set>
                                    <p:animEffect transition="in" filter="fade">
                                      <p:cBhvr>
                                        <p:cTn id="80" dur="500"/>
                                        <p:tgtEl>
                                          <p:spTgt spid="12"/>
                                        </p:tgtEl>
                                      </p:cBhvr>
                                    </p:animEffect>
                                  </p:childTnLst>
                                </p:cTn>
                              </p:par>
                              <p:par>
                                <p:cTn id="81" presetID="10" presetClass="entr" presetSubtype="0" fill="hold" nodeType="withEffect">
                                  <p:stCondLst>
                                    <p:cond delay="0"/>
                                  </p:stCondLst>
                                  <p:childTnLst>
                                    <p:set>
                                      <p:cBhvr>
                                        <p:cTn id="82" dur="1" fill="hold">
                                          <p:stCondLst>
                                            <p:cond delay="0"/>
                                          </p:stCondLst>
                                        </p:cTn>
                                        <p:tgtEl>
                                          <p:spTgt spid="10"/>
                                        </p:tgtEl>
                                        <p:attrNameLst>
                                          <p:attrName>style.visibility</p:attrName>
                                        </p:attrNameLst>
                                      </p:cBhvr>
                                      <p:to>
                                        <p:strVal val="visible"/>
                                      </p:to>
                                    </p:set>
                                    <p:animEffect transition="in" filter="fade">
                                      <p:cBhvr>
                                        <p:cTn id="8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30" grpId="0" animBg="1"/>
      <p:bldP spid="34" grpId="0" animBg="1"/>
      <p:bldP spid="35" grpId="0" animBg="1"/>
      <p:bldP spid="37" grpId="0" animBg="1"/>
      <p:bldP spid="38" grpId="0" animBg="1"/>
      <p:bldP spid="40" grpId="0" animBg="1"/>
      <p:bldP spid="41" grpId="0" animBg="1"/>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2585229" y="306875"/>
            <a:ext cx="7508787" cy="707886"/>
          </a:xfrm>
          <a:prstGeom prst="rect">
            <a:avLst/>
          </a:prstGeom>
          <a:noFill/>
        </p:spPr>
        <p:txBody>
          <a:bodyPr wrap="none" rtlCol="0">
            <a:spAutoFit/>
          </a:bodyPr>
          <a:lstStyle/>
          <a:p>
            <a:pPr marL="742950" lvl="0" indent="-742950" rtl="1">
              <a:buFont typeface="+mj-lt"/>
              <a:buAutoNum type="arabicPeriod" startAt="4"/>
            </a:pPr>
            <a:r>
              <a:rPr lang="ar-SA" sz="4000" b="1" u="sng" dirty="0">
                <a:solidFill>
                  <a:srgbClr val="FF0000"/>
                </a:solidFill>
                <a:cs typeface="Simplified Arabic" panose="02020603050405020304" pitchFamily="18" charset="-78"/>
              </a:rPr>
              <a:t>أهمية الوسائط المتعددة  Multimedia</a:t>
            </a:r>
            <a:endParaRPr lang="en-US" sz="4000" b="1" u="sng" dirty="0">
              <a:solidFill>
                <a:srgbClr val="FF0000"/>
              </a:solidFill>
              <a:cs typeface="Simplified Arabic" panose="02020603050405020304" pitchFamily="18" charset="-78"/>
            </a:endParaRPr>
          </a:p>
        </p:txBody>
      </p:sp>
      <p:grpSp>
        <p:nvGrpSpPr>
          <p:cNvPr id="65" name="Group 64"/>
          <p:cNvGrpSpPr/>
          <p:nvPr/>
        </p:nvGrpSpPr>
        <p:grpSpPr>
          <a:xfrm>
            <a:off x="8649777" y="1721836"/>
            <a:ext cx="3740372" cy="3477416"/>
            <a:chOff x="8430966" y="2755110"/>
            <a:chExt cx="3740372" cy="3477416"/>
          </a:xfrm>
        </p:grpSpPr>
        <p:sp>
          <p:nvSpPr>
            <p:cNvPr id="66" name="Oval 65"/>
            <p:cNvSpPr/>
            <p:nvPr/>
          </p:nvSpPr>
          <p:spPr>
            <a:xfrm rot="21168761" flipH="1">
              <a:off x="9923042" y="5692888"/>
              <a:ext cx="2248296" cy="471488"/>
            </a:xfrm>
            <a:prstGeom prst="ellipse">
              <a:avLst/>
            </a:prstGeom>
            <a:gradFill>
              <a:gsLst>
                <a:gs pos="24000">
                  <a:sysClr val="window" lastClr="FFFFFF">
                    <a:lumMod val="95000"/>
                  </a:sysClr>
                </a:gs>
                <a:gs pos="100000">
                  <a:sysClr val="windowText" lastClr="000000">
                    <a:lumMod val="65000"/>
                    <a:lumOff val="35000"/>
                  </a:sysClr>
                </a:gs>
              </a:gsLst>
              <a:path path="circle">
                <a:fillToRect t="100000" r="100000"/>
              </a:path>
            </a:gradFill>
            <a:ln w="12700" cap="flat" cmpd="sng" algn="ctr">
              <a:noFill/>
              <a:prstDash val="solid"/>
              <a:miter lim="800000"/>
            </a:ln>
            <a:effectLst/>
          </p:spPr>
          <p:txBody>
            <a:bodyPr rtlCol="0" anchor="ctr"/>
            <a:lstStyle/>
            <a:p>
              <a:pPr algn="ctr" fontAlgn="auto">
                <a:spcBef>
                  <a:spcPts val="0"/>
                </a:spcBef>
                <a:spcAft>
                  <a:spcPts val="0"/>
                </a:spcAft>
                <a:defRPr/>
              </a:pPr>
              <a:endParaRPr lang="en-AU" kern="0" dirty="0" smtClean="0">
                <a:solidFill>
                  <a:prstClr val="white"/>
                </a:solidFill>
                <a:latin typeface="Montserrat Light"/>
                <a:cs typeface="Simplified Arabic" panose="02020603050405020304" pitchFamily="18" charset="-78"/>
              </a:endParaRPr>
            </a:p>
          </p:txBody>
        </p:sp>
        <p:grpSp>
          <p:nvGrpSpPr>
            <p:cNvPr id="67" name="Group 66"/>
            <p:cNvGrpSpPr/>
            <p:nvPr/>
          </p:nvGrpSpPr>
          <p:grpSpPr>
            <a:xfrm flipH="1">
              <a:off x="8430966" y="2755110"/>
              <a:ext cx="3316758" cy="3477416"/>
              <a:chOff x="472605" y="2024860"/>
              <a:chExt cx="3316758" cy="3477416"/>
            </a:xfrm>
          </p:grpSpPr>
          <p:sp>
            <p:nvSpPr>
              <p:cNvPr id="68" name="Freeform 68"/>
              <p:cNvSpPr>
                <a:spLocks/>
              </p:cNvSpPr>
              <p:nvPr/>
            </p:nvSpPr>
            <p:spPr bwMode="auto">
              <a:xfrm>
                <a:off x="472605" y="2139951"/>
                <a:ext cx="1437951" cy="3352800"/>
              </a:xfrm>
              <a:custGeom>
                <a:avLst/>
                <a:gdLst>
                  <a:gd name="T0" fmla="*/ 6 w 1194"/>
                  <a:gd name="T1" fmla="*/ 1396 h 2864"/>
                  <a:gd name="T2" fmla="*/ 20 w 1194"/>
                  <a:gd name="T3" fmla="*/ 1522 h 2864"/>
                  <a:gd name="T4" fmla="*/ 40 w 1194"/>
                  <a:gd name="T5" fmla="*/ 1640 h 2864"/>
                  <a:gd name="T6" fmla="*/ 60 w 1194"/>
                  <a:gd name="T7" fmla="*/ 1728 h 2864"/>
                  <a:gd name="T8" fmla="*/ 78 w 1194"/>
                  <a:gd name="T9" fmla="*/ 1800 h 2864"/>
                  <a:gd name="T10" fmla="*/ 102 w 1194"/>
                  <a:gd name="T11" fmla="*/ 1876 h 2864"/>
                  <a:gd name="T12" fmla="*/ 126 w 1194"/>
                  <a:gd name="T13" fmla="*/ 1948 h 2864"/>
                  <a:gd name="T14" fmla="*/ 152 w 1194"/>
                  <a:gd name="T15" fmla="*/ 2014 h 2864"/>
                  <a:gd name="T16" fmla="*/ 174 w 1194"/>
                  <a:gd name="T17" fmla="*/ 2066 h 2864"/>
                  <a:gd name="T18" fmla="*/ 206 w 1194"/>
                  <a:gd name="T19" fmla="*/ 2136 h 2864"/>
                  <a:gd name="T20" fmla="*/ 228 w 1194"/>
                  <a:gd name="T21" fmla="*/ 2178 h 2864"/>
                  <a:gd name="T22" fmla="*/ 254 w 1194"/>
                  <a:gd name="T23" fmla="*/ 2226 h 2864"/>
                  <a:gd name="T24" fmla="*/ 290 w 1194"/>
                  <a:gd name="T25" fmla="*/ 2286 h 2864"/>
                  <a:gd name="T26" fmla="*/ 304 w 1194"/>
                  <a:gd name="T27" fmla="*/ 2308 h 2864"/>
                  <a:gd name="T28" fmla="*/ 330 w 1194"/>
                  <a:gd name="T29" fmla="*/ 2346 h 2864"/>
                  <a:gd name="T30" fmla="*/ 368 w 1194"/>
                  <a:gd name="T31" fmla="*/ 2398 h 2864"/>
                  <a:gd name="T32" fmla="*/ 392 w 1194"/>
                  <a:gd name="T33" fmla="*/ 2430 h 2864"/>
                  <a:gd name="T34" fmla="*/ 414 w 1194"/>
                  <a:gd name="T35" fmla="*/ 2458 h 2864"/>
                  <a:gd name="T36" fmla="*/ 450 w 1194"/>
                  <a:gd name="T37" fmla="*/ 2500 h 2864"/>
                  <a:gd name="T38" fmla="*/ 482 w 1194"/>
                  <a:gd name="T39" fmla="*/ 2534 h 2864"/>
                  <a:gd name="T40" fmla="*/ 504 w 1194"/>
                  <a:gd name="T41" fmla="*/ 2556 h 2864"/>
                  <a:gd name="T42" fmla="*/ 540 w 1194"/>
                  <a:gd name="T43" fmla="*/ 2590 h 2864"/>
                  <a:gd name="T44" fmla="*/ 574 w 1194"/>
                  <a:gd name="T45" fmla="*/ 2620 h 2864"/>
                  <a:gd name="T46" fmla="*/ 598 w 1194"/>
                  <a:gd name="T47" fmla="*/ 2640 h 2864"/>
                  <a:gd name="T48" fmla="*/ 634 w 1194"/>
                  <a:gd name="T49" fmla="*/ 2668 h 2864"/>
                  <a:gd name="T50" fmla="*/ 662 w 1194"/>
                  <a:gd name="T51" fmla="*/ 2688 h 2864"/>
                  <a:gd name="T52" fmla="*/ 688 w 1194"/>
                  <a:gd name="T53" fmla="*/ 2704 h 2864"/>
                  <a:gd name="T54" fmla="*/ 728 w 1194"/>
                  <a:gd name="T55" fmla="*/ 2730 h 2864"/>
                  <a:gd name="T56" fmla="*/ 770 w 1194"/>
                  <a:gd name="T57" fmla="*/ 2754 h 2864"/>
                  <a:gd name="T58" fmla="*/ 800 w 1194"/>
                  <a:gd name="T59" fmla="*/ 2768 h 2864"/>
                  <a:gd name="T60" fmla="*/ 832 w 1194"/>
                  <a:gd name="T61" fmla="*/ 2782 h 2864"/>
                  <a:gd name="T62" fmla="*/ 872 w 1194"/>
                  <a:gd name="T63" fmla="*/ 2798 h 2864"/>
                  <a:gd name="T64" fmla="*/ 918 w 1194"/>
                  <a:gd name="T65" fmla="*/ 2812 h 2864"/>
                  <a:gd name="T66" fmla="*/ 966 w 1194"/>
                  <a:gd name="T67" fmla="*/ 2826 h 2864"/>
                  <a:gd name="T68" fmla="*/ 1006 w 1194"/>
                  <a:gd name="T69" fmla="*/ 2834 h 2864"/>
                  <a:gd name="T70" fmla="*/ 1016 w 1194"/>
                  <a:gd name="T71" fmla="*/ 2836 h 2864"/>
                  <a:gd name="T72" fmla="*/ 1102 w 1194"/>
                  <a:gd name="T73" fmla="*/ 2842 h 2864"/>
                  <a:gd name="T74" fmla="*/ 1006 w 1194"/>
                  <a:gd name="T75" fmla="*/ 2806 h 2864"/>
                  <a:gd name="T76" fmla="*/ 908 w 1194"/>
                  <a:gd name="T77" fmla="*/ 2756 h 2864"/>
                  <a:gd name="T78" fmla="*/ 814 w 1194"/>
                  <a:gd name="T79" fmla="*/ 2692 h 2864"/>
                  <a:gd name="T80" fmla="*/ 720 w 1194"/>
                  <a:gd name="T81" fmla="*/ 2610 h 2864"/>
                  <a:gd name="T82" fmla="*/ 628 w 1194"/>
                  <a:gd name="T83" fmla="*/ 2516 h 2864"/>
                  <a:gd name="T84" fmla="*/ 544 w 1194"/>
                  <a:gd name="T85" fmla="*/ 2410 h 2864"/>
                  <a:gd name="T86" fmla="*/ 466 w 1194"/>
                  <a:gd name="T87" fmla="*/ 2292 h 2864"/>
                  <a:gd name="T88" fmla="*/ 392 w 1194"/>
                  <a:gd name="T89" fmla="*/ 2158 h 2864"/>
                  <a:gd name="T90" fmla="*/ 330 w 1194"/>
                  <a:gd name="T91" fmla="*/ 2022 h 2864"/>
                  <a:gd name="T92" fmla="*/ 274 w 1194"/>
                  <a:gd name="T93" fmla="*/ 1870 h 2864"/>
                  <a:gd name="T94" fmla="*/ 230 w 1194"/>
                  <a:gd name="T95" fmla="*/ 1712 h 2864"/>
                  <a:gd name="T96" fmla="*/ 200 w 1194"/>
                  <a:gd name="T97" fmla="*/ 1572 h 2864"/>
                  <a:gd name="T98" fmla="*/ 178 w 1194"/>
                  <a:gd name="T99" fmla="*/ 1410 h 2864"/>
                  <a:gd name="T100" fmla="*/ 166 w 1194"/>
                  <a:gd name="T101" fmla="*/ 1240 h 2864"/>
                  <a:gd name="T102" fmla="*/ 170 w 1194"/>
                  <a:gd name="T103" fmla="*/ 1032 h 2864"/>
                  <a:gd name="T104" fmla="*/ 260 w 1194"/>
                  <a:gd name="T105" fmla="*/ 580 h 2864"/>
                  <a:gd name="T106" fmla="*/ 516 w 1194"/>
                  <a:gd name="T107" fmla="*/ 142 h 2864"/>
                  <a:gd name="T108" fmla="*/ 702 w 1194"/>
                  <a:gd name="T109" fmla="*/ 0 h 2864"/>
                  <a:gd name="T110" fmla="*/ 354 w 1194"/>
                  <a:gd name="T111" fmla="*/ 228 h 2864"/>
                  <a:gd name="T112" fmla="*/ 126 w 1194"/>
                  <a:gd name="T113" fmla="*/ 580 h 2864"/>
                  <a:gd name="T114" fmla="*/ 6 w 1194"/>
                  <a:gd name="T115" fmla="*/ 1086 h 2864"/>
                  <a:gd name="T116" fmla="*/ 0 w 1194"/>
                  <a:gd name="T117" fmla="*/ 1244 h 2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4" h="2864">
                    <a:moveTo>
                      <a:pt x="2" y="1286"/>
                    </a:moveTo>
                    <a:lnTo>
                      <a:pt x="2" y="1286"/>
                    </a:lnTo>
                    <a:lnTo>
                      <a:pt x="2" y="1324"/>
                    </a:lnTo>
                    <a:lnTo>
                      <a:pt x="2" y="1324"/>
                    </a:lnTo>
                    <a:lnTo>
                      <a:pt x="4" y="1366"/>
                    </a:lnTo>
                    <a:lnTo>
                      <a:pt x="4" y="1366"/>
                    </a:lnTo>
                    <a:lnTo>
                      <a:pt x="6" y="1396"/>
                    </a:lnTo>
                    <a:lnTo>
                      <a:pt x="6" y="1396"/>
                    </a:lnTo>
                    <a:lnTo>
                      <a:pt x="6" y="1402"/>
                    </a:lnTo>
                    <a:lnTo>
                      <a:pt x="6" y="1402"/>
                    </a:lnTo>
                    <a:lnTo>
                      <a:pt x="10" y="1446"/>
                    </a:lnTo>
                    <a:lnTo>
                      <a:pt x="10" y="1446"/>
                    </a:lnTo>
                    <a:lnTo>
                      <a:pt x="14" y="1482"/>
                    </a:lnTo>
                    <a:lnTo>
                      <a:pt x="14" y="1482"/>
                    </a:lnTo>
                    <a:lnTo>
                      <a:pt x="20" y="1522"/>
                    </a:lnTo>
                    <a:lnTo>
                      <a:pt x="20" y="1522"/>
                    </a:lnTo>
                    <a:lnTo>
                      <a:pt x="24" y="1552"/>
                    </a:lnTo>
                    <a:lnTo>
                      <a:pt x="24" y="1552"/>
                    </a:lnTo>
                    <a:lnTo>
                      <a:pt x="26" y="1562"/>
                    </a:lnTo>
                    <a:lnTo>
                      <a:pt x="26" y="1562"/>
                    </a:lnTo>
                    <a:lnTo>
                      <a:pt x="32" y="1600"/>
                    </a:lnTo>
                    <a:lnTo>
                      <a:pt x="32" y="1600"/>
                    </a:lnTo>
                    <a:lnTo>
                      <a:pt x="40" y="1640"/>
                    </a:lnTo>
                    <a:lnTo>
                      <a:pt x="40" y="1640"/>
                    </a:lnTo>
                    <a:lnTo>
                      <a:pt x="48" y="1676"/>
                    </a:lnTo>
                    <a:lnTo>
                      <a:pt x="48" y="1676"/>
                    </a:lnTo>
                    <a:lnTo>
                      <a:pt x="54" y="1704"/>
                    </a:lnTo>
                    <a:lnTo>
                      <a:pt x="54" y="1704"/>
                    </a:lnTo>
                    <a:lnTo>
                      <a:pt x="58" y="1724"/>
                    </a:lnTo>
                    <a:lnTo>
                      <a:pt x="58" y="1724"/>
                    </a:lnTo>
                    <a:lnTo>
                      <a:pt x="60" y="1728"/>
                    </a:lnTo>
                    <a:lnTo>
                      <a:pt x="60" y="1728"/>
                    </a:lnTo>
                    <a:lnTo>
                      <a:pt x="60" y="1732"/>
                    </a:lnTo>
                    <a:lnTo>
                      <a:pt x="60" y="1732"/>
                    </a:lnTo>
                    <a:lnTo>
                      <a:pt x="62" y="1744"/>
                    </a:lnTo>
                    <a:lnTo>
                      <a:pt x="62" y="1744"/>
                    </a:lnTo>
                    <a:lnTo>
                      <a:pt x="74" y="1786"/>
                    </a:lnTo>
                    <a:lnTo>
                      <a:pt x="74" y="1786"/>
                    </a:lnTo>
                    <a:lnTo>
                      <a:pt x="78" y="1800"/>
                    </a:lnTo>
                    <a:lnTo>
                      <a:pt x="78" y="1800"/>
                    </a:lnTo>
                    <a:lnTo>
                      <a:pt x="82" y="1812"/>
                    </a:lnTo>
                    <a:lnTo>
                      <a:pt x="82" y="1812"/>
                    </a:lnTo>
                    <a:lnTo>
                      <a:pt x="86" y="1826"/>
                    </a:lnTo>
                    <a:lnTo>
                      <a:pt x="86" y="1826"/>
                    </a:lnTo>
                    <a:lnTo>
                      <a:pt x="98" y="1866"/>
                    </a:lnTo>
                    <a:lnTo>
                      <a:pt x="98" y="1866"/>
                    </a:lnTo>
                    <a:lnTo>
                      <a:pt x="102" y="1876"/>
                    </a:lnTo>
                    <a:lnTo>
                      <a:pt x="102" y="1876"/>
                    </a:lnTo>
                    <a:lnTo>
                      <a:pt x="104" y="1884"/>
                    </a:lnTo>
                    <a:lnTo>
                      <a:pt x="104" y="1884"/>
                    </a:lnTo>
                    <a:lnTo>
                      <a:pt x="108" y="1896"/>
                    </a:lnTo>
                    <a:lnTo>
                      <a:pt x="108" y="1896"/>
                    </a:lnTo>
                    <a:lnTo>
                      <a:pt x="118" y="1928"/>
                    </a:lnTo>
                    <a:lnTo>
                      <a:pt x="118" y="1928"/>
                    </a:lnTo>
                    <a:lnTo>
                      <a:pt x="126" y="1948"/>
                    </a:lnTo>
                    <a:lnTo>
                      <a:pt x="126" y="1948"/>
                    </a:lnTo>
                    <a:lnTo>
                      <a:pt x="128" y="1956"/>
                    </a:lnTo>
                    <a:lnTo>
                      <a:pt x="128" y="1956"/>
                    </a:lnTo>
                    <a:lnTo>
                      <a:pt x="130" y="1958"/>
                    </a:lnTo>
                    <a:lnTo>
                      <a:pt x="130" y="1958"/>
                    </a:lnTo>
                    <a:lnTo>
                      <a:pt x="142" y="1988"/>
                    </a:lnTo>
                    <a:lnTo>
                      <a:pt x="142" y="1988"/>
                    </a:lnTo>
                    <a:lnTo>
                      <a:pt x="152" y="2014"/>
                    </a:lnTo>
                    <a:lnTo>
                      <a:pt x="152" y="2014"/>
                    </a:lnTo>
                    <a:lnTo>
                      <a:pt x="154" y="2020"/>
                    </a:lnTo>
                    <a:lnTo>
                      <a:pt x="154" y="2020"/>
                    </a:lnTo>
                    <a:lnTo>
                      <a:pt x="158" y="2028"/>
                    </a:lnTo>
                    <a:lnTo>
                      <a:pt x="158" y="2028"/>
                    </a:lnTo>
                    <a:lnTo>
                      <a:pt x="162" y="2040"/>
                    </a:lnTo>
                    <a:lnTo>
                      <a:pt x="162" y="2040"/>
                    </a:lnTo>
                    <a:lnTo>
                      <a:pt x="174" y="2066"/>
                    </a:lnTo>
                    <a:lnTo>
                      <a:pt x="174" y="2066"/>
                    </a:lnTo>
                    <a:lnTo>
                      <a:pt x="186" y="2092"/>
                    </a:lnTo>
                    <a:lnTo>
                      <a:pt x="186" y="2092"/>
                    </a:lnTo>
                    <a:lnTo>
                      <a:pt x="188" y="2096"/>
                    </a:lnTo>
                    <a:lnTo>
                      <a:pt x="188" y="2096"/>
                    </a:lnTo>
                    <a:lnTo>
                      <a:pt x="196" y="2114"/>
                    </a:lnTo>
                    <a:lnTo>
                      <a:pt x="196" y="2114"/>
                    </a:lnTo>
                    <a:lnTo>
                      <a:pt x="206" y="2136"/>
                    </a:lnTo>
                    <a:lnTo>
                      <a:pt x="206" y="2136"/>
                    </a:lnTo>
                    <a:lnTo>
                      <a:pt x="218" y="2158"/>
                    </a:lnTo>
                    <a:lnTo>
                      <a:pt x="218" y="2158"/>
                    </a:lnTo>
                    <a:lnTo>
                      <a:pt x="218" y="2158"/>
                    </a:lnTo>
                    <a:lnTo>
                      <a:pt x="218" y="2158"/>
                    </a:lnTo>
                    <a:lnTo>
                      <a:pt x="220" y="2164"/>
                    </a:lnTo>
                    <a:lnTo>
                      <a:pt x="220" y="2164"/>
                    </a:lnTo>
                    <a:lnTo>
                      <a:pt x="228" y="2178"/>
                    </a:lnTo>
                    <a:lnTo>
                      <a:pt x="228" y="2178"/>
                    </a:lnTo>
                    <a:lnTo>
                      <a:pt x="240" y="2198"/>
                    </a:lnTo>
                    <a:lnTo>
                      <a:pt x="240" y="2198"/>
                    </a:lnTo>
                    <a:lnTo>
                      <a:pt x="250" y="2218"/>
                    </a:lnTo>
                    <a:lnTo>
                      <a:pt x="250" y="2218"/>
                    </a:lnTo>
                    <a:lnTo>
                      <a:pt x="254" y="2224"/>
                    </a:lnTo>
                    <a:lnTo>
                      <a:pt x="254" y="2224"/>
                    </a:lnTo>
                    <a:lnTo>
                      <a:pt x="254" y="2226"/>
                    </a:lnTo>
                    <a:lnTo>
                      <a:pt x="254" y="2226"/>
                    </a:lnTo>
                    <a:lnTo>
                      <a:pt x="260" y="2236"/>
                    </a:lnTo>
                    <a:lnTo>
                      <a:pt x="260" y="2236"/>
                    </a:lnTo>
                    <a:lnTo>
                      <a:pt x="272" y="2256"/>
                    </a:lnTo>
                    <a:lnTo>
                      <a:pt x="272" y="2256"/>
                    </a:lnTo>
                    <a:lnTo>
                      <a:pt x="282" y="2274"/>
                    </a:lnTo>
                    <a:lnTo>
                      <a:pt x="282" y="2274"/>
                    </a:lnTo>
                    <a:lnTo>
                      <a:pt x="290" y="2286"/>
                    </a:lnTo>
                    <a:lnTo>
                      <a:pt x="290" y="2286"/>
                    </a:lnTo>
                    <a:lnTo>
                      <a:pt x="292" y="2288"/>
                    </a:lnTo>
                    <a:lnTo>
                      <a:pt x="292" y="2288"/>
                    </a:lnTo>
                    <a:lnTo>
                      <a:pt x="292" y="2288"/>
                    </a:lnTo>
                    <a:lnTo>
                      <a:pt x="292" y="2288"/>
                    </a:lnTo>
                    <a:lnTo>
                      <a:pt x="294" y="2292"/>
                    </a:lnTo>
                    <a:lnTo>
                      <a:pt x="294" y="2292"/>
                    </a:lnTo>
                    <a:lnTo>
                      <a:pt x="304" y="2308"/>
                    </a:lnTo>
                    <a:lnTo>
                      <a:pt x="304" y="2308"/>
                    </a:lnTo>
                    <a:lnTo>
                      <a:pt x="316" y="2326"/>
                    </a:lnTo>
                    <a:lnTo>
                      <a:pt x="316" y="2326"/>
                    </a:lnTo>
                    <a:lnTo>
                      <a:pt x="326" y="2342"/>
                    </a:lnTo>
                    <a:lnTo>
                      <a:pt x="326" y="2342"/>
                    </a:lnTo>
                    <a:lnTo>
                      <a:pt x="328" y="2344"/>
                    </a:lnTo>
                    <a:lnTo>
                      <a:pt x="328" y="2344"/>
                    </a:lnTo>
                    <a:lnTo>
                      <a:pt x="330" y="2346"/>
                    </a:lnTo>
                    <a:lnTo>
                      <a:pt x="330" y="2346"/>
                    </a:lnTo>
                    <a:lnTo>
                      <a:pt x="338" y="2358"/>
                    </a:lnTo>
                    <a:lnTo>
                      <a:pt x="338" y="2358"/>
                    </a:lnTo>
                    <a:lnTo>
                      <a:pt x="348" y="2372"/>
                    </a:lnTo>
                    <a:lnTo>
                      <a:pt x="348" y="2372"/>
                    </a:lnTo>
                    <a:lnTo>
                      <a:pt x="360" y="2388"/>
                    </a:lnTo>
                    <a:lnTo>
                      <a:pt x="360" y="2388"/>
                    </a:lnTo>
                    <a:lnTo>
                      <a:pt x="368" y="2398"/>
                    </a:lnTo>
                    <a:lnTo>
                      <a:pt x="368" y="2398"/>
                    </a:lnTo>
                    <a:lnTo>
                      <a:pt x="370" y="2400"/>
                    </a:lnTo>
                    <a:lnTo>
                      <a:pt x="370" y="2400"/>
                    </a:lnTo>
                    <a:lnTo>
                      <a:pt x="370" y="2402"/>
                    </a:lnTo>
                    <a:lnTo>
                      <a:pt x="370" y="2402"/>
                    </a:lnTo>
                    <a:lnTo>
                      <a:pt x="382" y="2416"/>
                    </a:lnTo>
                    <a:lnTo>
                      <a:pt x="382" y="2416"/>
                    </a:lnTo>
                    <a:lnTo>
                      <a:pt x="392" y="2430"/>
                    </a:lnTo>
                    <a:lnTo>
                      <a:pt x="392" y="2430"/>
                    </a:lnTo>
                    <a:lnTo>
                      <a:pt x="404" y="2444"/>
                    </a:lnTo>
                    <a:lnTo>
                      <a:pt x="404" y="2444"/>
                    </a:lnTo>
                    <a:lnTo>
                      <a:pt x="408" y="2450"/>
                    </a:lnTo>
                    <a:lnTo>
                      <a:pt x="408" y="2450"/>
                    </a:lnTo>
                    <a:lnTo>
                      <a:pt x="410" y="2454"/>
                    </a:lnTo>
                    <a:lnTo>
                      <a:pt x="410" y="2454"/>
                    </a:lnTo>
                    <a:lnTo>
                      <a:pt x="414" y="2458"/>
                    </a:lnTo>
                    <a:lnTo>
                      <a:pt x="414" y="2458"/>
                    </a:lnTo>
                    <a:lnTo>
                      <a:pt x="426" y="2472"/>
                    </a:lnTo>
                    <a:lnTo>
                      <a:pt x="426" y="2472"/>
                    </a:lnTo>
                    <a:lnTo>
                      <a:pt x="436" y="2484"/>
                    </a:lnTo>
                    <a:lnTo>
                      <a:pt x="436" y="2484"/>
                    </a:lnTo>
                    <a:lnTo>
                      <a:pt x="448" y="2496"/>
                    </a:lnTo>
                    <a:lnTo>
                      <a:pt x="448" y="2496"/>
                    </a:lnTo>
                    <a:lnTo>
                      <a:pt x="450" y="2500"/>
                    </a:lnTo>
                    <a:lnTo>
                      <a:pt x="450" y="2500"/>
                    </a:lnTo>
                    <a:lnTo>
                      <a:pt x="454" y="2504"/>
                    </a:lnTo>
                    <a:lnTo>
                      <a:pt x="454" y="2504"/>
                    </a:lnTo>
                    <a:lnTo>
                      <a:pt x="458" y="2510"/>
                    </a:lnTo>
                    <a:lnTo>
                      <a:pt x="458" y="2510"/>
                    </a:lnTo>
                    <a:lnTo>
                      <a:pt x="470" y="2522"/>
                    </a:lnTo>
                    <a:lnTo>
                      <a:pt x="470" y="2522"/>
                    </a:lnTo>
                    <a:lnTo>
                      <a:pt x="482" y="2534"/>
                    </a:lnTo>
                    <a:lnTo>
                      <a:pt x="482" y="2534"/>
                    </a:lnTo>
                    <a:lnTo>
                      <a:pt x="492" y="2544"/>
                    </a:lnTo>
                    <a:lnTo>
                      <a:pt x="492" y="2544"/>
                    </a:lnTo>
                    <a:lnTo>
                      <a:pt x="494" y="2546"/>
                    </a:lnTo>
                    <a:lnTo>
                      <a:pt x="494" y="2546"/>
                    </a:lnTo>
                    <a:lnTo>
                      <a:pt x="498" y="2550"/>
                    </a:lnTo>
                    <a:lnTo>
                      <a:pt x="498" y="2550"/>
                    </a:lnTo>
                    <a:lnTo>
                      <a:pt x="504" y="2556"/>
                    </a:lnTo>
                    <a:lnTo>
                      <a:pt x="504" y="2556"/>
                    </a:lnTo>
                    <a:lnTo>
                      <a:pt x="516" y="2568"/>
                    </a:lnTo>
                    <a:lnTo>
                      <a:pt x="516" y="2568"/>
                    </a:lnTo>
                    <a:lnTo>
                      <a:pt x="526" y="2578"/>
                    </a:lnTo>
                    <a:lnTo>
                      <a:pt x="526" y="2578"/>
                    </a:lnTo>
                    <a:lnTo>
                      <a:pt x="538" y="2590"/>
                    </a:lnTo>
                    <a:lnTo>
                      <a:pt x="538" y="2590"/>
                    </a:lnTo>
                    <a:lnTo>
                      <a:pt x="540" y="2590"/>
                    </a:lnTo>
                    <a:lnTo>
                      <a:pt x="540" y="2590"/>
                    </a:lnTo>
                    <a:lnTo>
                      <a:pt x="542" y="2592"/>
                    </a:lnTo>
                    <a:lnTo>
                      <a:pt x="542" y="2592"/>
                    </a:lnTo>
                    <a:lnTo>
                      <a:pt x="550" y="2600"/>
                    </a:lnTo>
                    <a:lnTo>
                      <a:pt x="550" y="2600"/>
                    </a:lnTo>
                    <a:lnTo>
                      <a:pt x="562" y="2610"/>
                    </a:lnTo>
                    <a:lnTo>
                      <a:pt x="562" y="2610"/>
                    </a:lnTo>
                    <a:lnTo>
                      <a:pt x="574" y="2620"/>
                    </a:lnTo>
                    <a:lnTo>
                      <a:pt x="574" y="2620"/>
                    </a:lnTo>
                    <a:lnTo>
                      <a:pt x="586" y="2630"/>
                    </a:lnTo>
                    <a:lnTo>
                      <a:pt x="586" y="2630"/>
                    </a:lnTo>
                    <a:lnTo>
                      <a:pt x="586" y="2630"/>
                    </a:lnTo>
                    <a:lnTo>
                      <a:pt x="586" y="2630"/>
                    </a:lnTo>
                    <a:lnTo>
                      <a:pt x="588" y="2632"/>
                    </a:lnTo>
                    <a:lnTo>
                      <a:pt x="588" y="2632"/>
                    </a:lnTo>
                    <a:lnTo>
                      <a:pt x="598" y="2640"/>
                    </a:lnTo>
                    <a:lnTo>
                      <a:pt x="598" y="2640"/>
                    </a:lnTo>
                    <a:lnTo>
                      <a:pt x="610" y="2650"/>
                    </a:lnTo>
                    <a:lnTo>
                      <a:pt x="610" y="2650"/>
                    </a:lnTo>
                    <a:lnTo>
                      <a:pt x="622" y="2660"/>
                    </a:lnTo>
                    <a:lnTo>
                      <a:pt x="622" y="2660"/>
                    </a:lnTo>
                    <a:lnTo>
                      <a:pt x="634" y="2668"/>
                    </a:lnTo>
                    <a:lnTo>
                      <a:pt x="634" y="2668"/>
                    </a:lnTo>
                    <a:lnTo>
                      <a:pt x="634" y="2668"/>
                    </a:lnTo>
                    <a:lnTo>
                      <a:pt x="634" y="2668"/>
                    </a:lnTo>
                    <a:lnTo>
                      <a:pt x="634" y="2668"/>
                    </a:lnTo>
                    <a:lnTo>
                      <a:pt x="634" y="2668"/>
                    </a:lnTo>
                    <a:lnTo>
                      <a:pt x="636" y="2668"/>
                    </a:lnTo>
                    <a:lnTo>
                      <a:pt x="636" y="2668"/>
                    </a:lnTo>
                    <a:lnTo>
                      <a:pt x="648" y="2678"/>
                    </a:lnTo>
                    <a:lnTo>
                      <a:pt x="648" y="2678"/>
                    </a:lnTo>
                    <a:lnTo>
                      <a:pt x="662" y="2688"/>
                    </a:lnTo>
                    <a:lnTo>
                      <a:pt x="662" y="2688"/>
                    </a:lnTo>
                    <a:lnTo>
                      <a:pt x="674" y="2696"/>
                    </a:lnTo>
                    <a:lnTo>
                      <a:pt x="674" y="2696"/>
                    </a:lnTo>
                    <a:lnTo>
                      <a:pt x="680" y="2700"/>
                    </a:lnTo>
                    <a:lnTo>
                      <a:pt x="680" y="2700"/>
                    </a:lnTo>
                    <a:lnTo>
                      <a:pt x="682" y="2702"/>
                    </a:lnTo>
                    <a:lnTo>
                      <a:pt x="682" y="2702"/>
                    </a:lnTo>
                    <a:lnTo>
                      <a:pt x="688" y="2704"/>
                    </a:lnTo>
                    <a:lnTo>
                      <a:pt x="688" y="2704"/>
                    </a:lnTo>
                    <a:lnTo>
                      <a:pt x="700" y="2714"/>
                    </a:lnTo>
                    <a:lnTo>
                      <a:pt x="700" y="2714"/>
                    </a:lnTo>
                    <a:lnTo>
                      <a:pt x="714" y="2722"/>
                    </a:lnTo>
                    <a:lnTo>
                      <a:pt x="714" y="2722"/>
                    </a:lnTo>
                    <a:lnTo>
                      <a:pt x="726" y="2728"/>
                    </a:lnTo>
                    <a:lnTo>
                      <a:pt x="726" y="2728"/>
                    </a:lnTo>
                    <a:lnTo>
                      <a:pt x="728" y="2730"/>
                    </a:lnTo>
                    <a:lnTo>
                      <a:pt x="728" y="2730"/>
                    </a:lnTo>
                    <a:lnTo>
                      <a:pt x="728" y="2730"/>
                    </a:lnTo>
                    <a:lnTo>
                      <a:pt x="728" y="2730"/>
                    </a:lnTo>
                    <a:lnTo>
                      <a:pt x="742" y="2738"/>
                    </a:lnTo>
                    <a:lnTo>
                      <a:pt x="742" y="2738"/>
                    </a:lnTo>
                    <a:lnTo>
                      <a:pt x="756" y="2746"/>
                    </a:lnTo>
                    <a:lnTo>
                      <a:pt x="756" y="2746"/>
                    </a:lnTo>
                    <a:lnTo>
                      <a:pt x="770" y="2754"/>
                    </a:lnTo>
                    <a:lnTo>
                      <a:pt x="770" y="2754"/>
                    </a:lnTo>
                    <a:lnTo>
                      <a:pt x="774" y="2754"/>
                    </a:lnTo>
                    <a:lnTo>
                      <a:pt x="774" y="2754"/>
                    </a:lnTo>
                    <a:lnTo>
                      <a:pt x="776" y="2756"/>
                    </a:lnTo>
                    <a:lnTo>
                      <a:pt x="776" y="2756"/>
                    </a:lnTo>
                    <a:lnTo>
                      <a:pt x="786" y="2760"/>
                    </a:lnTo>
                    <a:lnTo>
                      <a:pt x="786" y="2760"/>
                    </a:lnTo>
                    <a:lnTo>
                      <a:pt x="800" y="2768"/>
                    </a:lnTo>
                    <a:lnTo>
                      <a:pt x="800" y="2768"/>
                    </a:lnTo>
                    <a:lnTo>
                      <a:pt x="816" y="2774"/>
                    </a:lnTo>
                    <a:lnTo>
                      <a:pt x="816" y="2774"/>
                    </a:lnTo>
                    <a:lnTo>
                      <a:pt x="820" y="2776"/>
                    </a:lnTo>
                    <a:lnTo>
                      <a:pt x="820" y="2776"/>
                    </a:lnTo>
                    <a:lnTo>
                      <a:pt x="824" y="2778"/>
                    </a:lnTo>
                    <a:lnTo>
                      <a:pt x="824" y="2778"/>
                    </a:lnTo>
                    <a:lnTo>
                      <a:pt x="832" y="2782"/>
                    </a:lnTo>
                    <a:lnTo>
                      <a:pt x="832" y="2782"/>
                    </a:lnTo>
                    <a:lnTo>
                      <a:pt x="846" y="2788"/>
                    </a:lnTo>
                    <a:lnTo>
                      <a:pt x="846" y="2788"/>
                    </a:lnTo>
                    <a:lnTo>
                      <a:pt x="862" y="2794"/>
                    </a:lnTo>
                    <a:lnTo>
                      <a:pt x="862" y="2794"/>
                    </a:lnTo>
                    <a:lnTo>
                      <a:pt x="868" y="2796"/>
                    </a:lnTo>
                    <a:lnTo>
                      <a:pt x="868" y="2796"/>
                    </a:lnTo>
                    <a:lnTo>
                      <a:pt x="872" y="2798"/>
                    </a:lnTo>
                    <a:lnTo>
                      <a:pt x="872" y="2798"/>
                    </a:lnTo>
                    <a:lnTo>
                      <a:pt x="880" y="2800"/>
                    </a:lnTo>
                    <a:lnTo>
                      <a:pt x="880" y="2800"/>
                    </a:lnTo>
                    <a:lnTo>
                      <a:pt x="898" y="2806"/>
                    </a:lnTo>
                    <a:lnTo>
                      <a:pt x="898" y="2806"/>
                    </a:lnTo>
                    <a:lnTo>
                      <a:pt x="914" y="2812"/>
                    </a:lnTo>
                    <a:lnTo>
                      <a:pt x="914" y="2812"/>
                    </a:lnTo>
                    <a:lnTo>
                      <a:pt x="918" y="2812"/>
                    </a:lnTo>
                    <a:lnTo>
                      <a:pt x="918" y="2812"/>
                    </a:lnTo>
                    <a:lnTo>
                      <a:pt x="920" y="2814"/>
                    </a:lnTo>
                    <a:lnTo>
                      <a:pt x="920" y="2814"/>
                    </a:lnTo>
                    <a:lnTo>
                      <a:pt x="932" y="2816"/>
                    </a:lnTo>
                    <a:lnTo>
                      <a:pt x="932" y="2816"/>
                    </a:lnTo>
                    <a:lnTo>
                      <a:pt x="950" y="2822"/>
                    </a:lnTo>
                    <a:lnTo>
                      <a:pt x="950" y="2822"/>
                    </a:lnTo>
                    <a:lnTo>
                      <a:pt x="966" y="2826"/>
                    </a:lnTo>
                    <a:lnTo>
                      <a:pt x="966" y="2826"/>
                    </a:lnTo>
                    <a:lnTo>
                      <a:pt x="968" y="2826"/>
                    </a:lnTo>
                    <a:lnTo>
                      <a:pt x="968" y="2826"/>
                    </a:lnTo>
                    <a:lnTo>
                      <a:pt x="970" y="2826"/>
                    </a:lnTo>
                    <a:lnTo>
                      <a:pt x="970" y="2826"/>
                    </a:lnTo>
                    <a:lnTo>
                      <a:pt x="988" y="2830"/>
                    </a:lnTo>
                    <a:lnTo>
                      <a:pt x="988" y="2830"/>
                    </a:lnTo>
                    <a:lnTo>
                      <a:pt x="1006" y="2834"/>
                    </a:lnTo>
                    <a:lnTo>
                      <a:pt x="1006" y="2834"/>
                    </a:lnTo>
                    <a:lnTo>
                      <a:pt x="1010" y="2834"/>
                    </a:lnTo>
                    <a:lnTo>
                      <a:pt x="1010" y="2834"/>
                    </a:lnTo>
                    <a:lnTo>
                      <a:pt x="1012" y="2834"/>
                    </a:lnTo>
                    <a:lnTo>
                      <a:pt x="1012" y="2834"/>
                    </a:lnTo>
                    <a:lnTo>
                      <a:pt x="1014" y="2836"/>
                    </a:lnTo>
                    <a:lnTo>
                      <a:pt x="1014" y="2836"/>
                    </a:lnTo>
                    <a:lnTo>
                      <a:pt x="1016" y="2836"/>
                    </a:lnTo>
                    <a:lnTo>
                      <a:pt x="1016" y="2836"/>
                    </a:lnTo>
                    <a:lnTo>
                      <a:pt x="1194" y="2864"/>
                    </a:lnTo>
                    <a:lnTo>
                      <a:pt x="1194" y="2864"/>
                    </a:lnTo>
                    <a:lnTo>
                      <a:pt x="1150" y="2854"/>
                    </a:lnTo>
                    <a:lnTo>
                      <a:pt x="1150" y="2854"/>
                    </a:lnTo>
                    <a:lnTo>
                      <a:pt x="1148" y="2854"/>
                    </a:lnTo>
                    <a:lnTo>
                      <a:pt x="1148" y="2854"/>
                    </a:lnTo>
                    <a:lnTo>
                      <a:pt x="1102" y="2842"/>
                    </a:lnTo>
                    <a:lnTo>
                      <a:pt x="1102" y="2842"/>
                    </a:lnTo>
                    <a:lnTo>
                      <a:pt x="1098" y="2842"/>
                    </a:lnTo>
                    <a:lnTo>
                      <a:pt x="1098" y="2842"/>
                    </a:lnTo>
                    <a:lnTo>
                      <a:pt x="1054" y="2826"/>
                    </a:lnTo>
                    <a:lnTo>
                      <a:pt x="1054" y="2826"/>
                    </a:lnTo>
                    <a:lnTo>
                      <a:pt x="1050" y="2824"/>
                    </a:lnTo>
                    <a:lnTo>
                      <a:pt x="1050" y="2824"/>
                    </a:lnTo>
                    <a:lnTo>
                      <a:pt x="1006" y="2806"/>
                    </a:lnTo>
                    <a:lnTo>
                      <a:pt x="1006" y="2806"/>
                    </a:lnTo>
                    <a:lnTo>
                      <a:pt x="1002" y="2804"/>
                    </a:lnTo>
                    <a:lnTo>
                      <a:pt x="1002" y="2804"/>
                    </a:lnTo>
                    <a:lnTo>
                      <a:pt x="956" y="2782"/>
                    </a:lnTo>
                    <a:lnTo>
                      <a:pt x="956" y="2782"/>
                    </a:lnTo>
                    <a:lnTo>
                      <a:pt x="954" y="2782"/>
                    </a:lnTo>
                    <a:lnTo>
                      <a:pt x="954" y="2782"/>
                    </a:lnTo>
                    <a:lnTo>
                      <a:pt x="908" y="2756"/>
                    </a:lnTo>
                    <a:lnTo>
                      <a:pt x="908" y="2756"/>
                    </a:lnTo>
                    <a:lnTo>
                      <a:pt x="908" y="2754"/>
                    </a:lnTo>
                    <a:lnTo>
                      <a:pt x="908" y="2754"/>
                    </a:lnTo>
                    <a:lnTo>
                      <a:pt x="862" y="2726"/>
                    </a:lnTo>
                    <a:lnTo>
                      <a:pt x="862" y="2726"/>
                    </a:lnTo>
                    <a:lnTo>
                      <a:pt x="860" y="2724"/>
                    </a:lnTo>
                    <a:lnTo>
                      <a:pt x="860" y="2724"/>
                    </a:lnTo>
                    <a:lnTo>
                      <a:pt x="814" y="2692"/>
                    </a:lnTo>
                    <a:lnTo>
                      <a:pt x="814" y="2692"/>
                    </a:lnTo>
                    <a:lnTo>
                      <a:pt x="768" y="2654"/>
                    </a:lnTo>
                    <a:lnTo>
                      <a:pt x="768" y="2654"/>
                    </a:lnTo>
                    <a:lnTo>
                      <a:pt x="766" y="2652"/>
                    </a:lnTo>
                    <a:lnTo>
                      <a:pt x="766" y="2652"/>
                    </a:lnTo>
                    <a:lnTo>
                      <a:pt x="722" y="2612"/>
                    </a:lnTo>
                    <a:lnTo>
                      <a:pt x="722" y="2612"/>
                    </a:lnTo>
                    <a:lnTo>
                      <a:pt x="720" y="2610"/>
                    </a:lnTo>
                    <a:lnTo>
                      <a:pt x="720" y="2610"/>
                    </a:lnTo>
                    <a:lnTo>
                      <a:pt x="676" y="2568"/>
                    </a:lnTo>
                    <a:lnTo>
                      <a:pt x="676" y="2568"/>
                    </a:lnTo>
                    <a:lnTo>
                      <a:pt x="674" y="2564"/>
                    </a:lnTo>
                    <a:lnTo>
                      <a:pt x="674" y="2564"/>
                    </a:lnTo>
                    <a:lnTo>
                      <a:pt x="632" y="2520"/>
                    </a:lnTo>
                    <a:lnTo>
                      <a:pt x="632" y="2520"/>
                    </a:lnTo>
                    <a:lnTo>
                      <a:pt x="628" y="2516"/>
                    </a:lnTo>
                    <a:lnTo>
                      <a:pt x="628" y="2516"/>
                    </a:lnTo>
                    <a:lnTo>
                      <a:pt x="588" y="2468"/>
                    </a:lnTo>
                    <a:lnTo>
                      <a:pt x="588" y="2468"/>
                    </a:lnTo>
                    <a:lnTo>
                      <a:pt x="584" y="2464"/>
                    </a:lnTo>
                    <a:lnTo>
                      <a:pt x="584" y="2464"/>
                    </a:lnTo>
                    <a:lnTo>
                      <a:pt x="546" y="2412"/>
                    </a:lnTo>
                    <a:lnTo>
                      <a:pt x="546" y="2412"/>
                    </a:lnTo>
                    <a:lnTo>
                      <a:pt x="544" y="2410"/>
                    </a:lnTo>
                    <a:lnTo>
                      <a:pt x="544" y="2410"/>
                    </a:lnTo>
                    <a:lnTo>
                      <a:pt x="506" y="2356"/>
                    </a:lnTo>
                    <a:lnTo>
                      <a:pt x="506" y="2356"/>
                    </a:lnTo>
                    <a:lnTo>
                      <a:pt x="504" y="2352"/>
                    </a:lnTo>
                    <a:lnTo>
                      <a:pt x="504" y="2352"/>
                    </a:lnTo>
                    <a:lnTo>
                      <a:pt x="468" y="2294"/>
                    </a:lnTo>
                    <a:lnTo>
                      <a:pt x="468" y="2294"/>
                    </a:lnTo>
                    <a:lnTo>
                      <a:pt x="466" y="2292"/>
                    </a:lnTo>
                    <a:lnTo>
                      <a:pt x="466" y="2292"/>
                    </a:lnTo>
                    <a:lnTo>
                      <a:pt x="430" y="2230"/>
                    </a:lnTo>
                    <a:lnTo>
                      <a:pt x="430" y="2230"/>
                    </a:lnTo>
                    <a:lnTo>
                      <a:pt x="428" y="2226"/>
                    </a:lnTo>
                    <a:lnTo>
                      <a:pt x="428" y="2226"/>
                    </a:lnTo>
                    <a:lnTo>
                      <a:pt x="394" y="2162"/>
                    </a:lnTo>
                    <a:lnTo>
                      <a:pt x="394" y="2162"/>
                    </a:lnTo>
                    <a:lnTo>
                      <a:pt x="392" y="2158"/>
                    </a:lnTo>
                    <a:lnTo>
                      <a:pt x="392" y="2158"/>
                    </a:lnTo>
                    <a:lnTo>
                      <a:pt x="360" y="2092"/>
                    </a:lnTo>
                    <a:lnTo>
                      <a:pt x="360" y="2092"/>
                    </a:lnTo>
                    <a:lnTo>
                      <a:pt x="358" y="2088"/>
                    </a:lnTo>
                    <a:lnTo>
                      <a:pt x="358" y="2088"/>
                    </a:lnTo>
                    <a:lnTo>
                      <a:pt x="358" y="2088"/>
                    </a:lnTo>
                    <a:lnTo>
                      <a:pt x="358" y="2088"/>
                    </a:lnTo>
                    <a:lnTo>
                      <a:pt x="330" y="2022"/>
                    </a:lnTo>
                    <a:lnTo>
                      <a:pt x="330" y="2022"/>
                    </a:lnTo>
                    <a:lnTo>
                      <a:pt x="326" y="2014"/>
                    </a:lnTo>
                    <a:lnTo>
                      <a:pt x="326" y="2014"/>
                    </a:lnTo>
                    <a:lnTo>
                      <a:pt x="300" y="1946"/>
                    </a:lnTo>
                    <a:lnTo>
                      <a:pt x="300" y="1946"/>
                    </a:lnTo>
                    <a:lnTo>
                      <a:pt x="298" y="1938"/>
                    </a:lnTo>
                    <a:lnTo>
                      <a:pt x="298" y="1938"/>
                    </a:lnTo>
                    <a:lnTo>
                      <a:pt x="274" y="1870"/>
                    </a:lnTo>
                    <a:lnTo>
                      <a:pt x="274" y="1870"/>
                    </a:lnTo>
                    <a:lnTo>
                      <a:pt x="272" y="1862"/>
                    </a:lnTo>
                    <a:lnTo>
                      <a:pt x="272" y="1862"/>
                    </a:lnTo>
                    <a:lnTo>
                      <a:pt x="252" y="1794"/>
                    </a:lnTo>
                    <a:lnTo>
                      <a:pt x="252" y="1794"/>
                    </a:lnTo>
                    <a:lnTo>
                      <a:pt x="248" y="1780"/>
                    </a:lnTo>
                    <a:lnTo>
                      <a:pt x="248" y="1780"/>
                    </a:lnTo>
                    <a:lnTo>
                      <a:pt x="230" y="1712"/>
                    </a:lnTo>
                    <a:lnTo>
                      <a:pt x="230" y="1712"/>
                    </a:lnTo>
                    <a:lnTo>
                      <a:pt x="226" y="1700"/>
                    </a:lnTo>
                    <a:lnTo>
                      <a:pt x="226" y="1700"/>
                    </a:lnTo>
                    <a:lnTo>
                      <a:pt x="216" y="1652"/>
                    </a:lnTo>
                    <a:lnTo>
                      <a:pt x="216" y="1652"/>
                    </a:lnTo>
                    <a:lnTo>
                      <a:pt x="208" y="1612"/>
                    </a:lnTo>
                    <a:lnTo>
                      <a:pt x="208" y="1612"/>
                    </a:lnTo>
                    <a:lnTo>
                      <a:pt x="200" y="1572"/>
                    </a:lnTo>
                    <a:lnTo>
                      <a:pt x="200" y="1572"/>
                    </a:lnTo>
                    <a:lnTo>
                      <a:pt x="192" y="1530"/>
                    </a:lnTo>
                    <a:lnTo>
                      <a:pt x="192" y="1530"/>
                    </a:lnTo>
                    <a:lnTo>
                      <a:pt x="188" y="1492"/>
                    </a:lnTo>
                    <a:lnTo>
                      <a:pt x="188" y="1492"/>
                    </a:lnTo>
                    <a:lnTo>
                      <a:pt x="182" y="1448"/>
                    </a:lnTo>
                    <a:lnTo>
                      <a:pt x="182" y="1448"/>
                    </a:lnTo>
                    <a:lnTo>
                      <a:pt x="178" y="1410"/>
                    </a:lnTo>
                    <a:lnTo>
                      <a:pt x="178" y="1410"/>
                    </a:lnTo>
                    <a:lnTo>
                      <a:pt x="172" y="1364"/>
                    </a:lnTo>
                    <a:lnTo>
                      <a:pt x="172" y="1364"/>
                    </a:lnTo>
                    <a:lnTo>
                      <a:pt x="170" y="1326"/>
                    </a:lnTo>
                    <a:lnTo>
                      <a:pt x="170" y="1326"/>
                    </a:lnTo>
                    <a:lnTo>
                      <a:pt x="168" y="1280"/>
                    </a:lnTo>
                    <a:lnTo>
                      <a:pt x="168" y="1280"/>
                    </a:lnTo>
                    <a:lnTo>
                      <a:pt x="166" y="1240"/>
                    </a:lnTo>
                    <a:lnTo>
                      <a:pt x="166" y="1240"/>
                    </a:lnTo>
                    <a:lnTo>
                      <a:pt x="166" y="1198"/>
                    </a:lnTo>
                    <a:lnTo>
                      <a:pt x="166" y="1198"/>
                    </a:lnTo>
                    <a:lnTo>
                      <a:pt x="166" y="1146"/>
                    </a:lnTo>
                    <a:lnTo>
                      <a:pt x="166" y="1146"/>
                    </a:lnTo>
                    <a:lnTo>
                      <a:pt x="166" y="1114"/>
                    </a:lnTo>
                    <a:lnTo>
                      <a:pt x="166" y="1114"/>
                    </a:lnTo>
                    <a:lnTo>
                      <a:pt x="170" y="1032"/>
                    </a:lnTo>
                    <a:lnTo>
                      <a:pt x="170" y="1032"/>
                    </a:lnTo>
                    <a:lnTo>
                      <a:pt x="174" y="982"/>
                    </a:lnTo>
                    <a:lnTo>
                      <a:pt x="180" y="934"/>
                    </a:lnTo>
                    <a:lnTo>
                      <a:pt x="186" y="886"/>
                    </a:lnTo>
                    <a:lnTo>
                      <a:pt x="194" y="838"/>
                    </a:lnTo>
                    <a:lnTo>
                      <a:pt x="212" y="748"/>
                    </a:lnTo>
                    <a:lnTo>
                      <a:pt x="234" y="662"/>
                    </a:lnTo>
                    <a:lnTo>
                      <a:pt x="234" y="662"/>
                    </a:lnTo>
                    <a:lnTo>
                      <a:pt x="260" y="580"/>
                    </a:lnTo>
                    <a:lnTo>
                      <a:pt x="288" y="504"/>
                    </a:lnTo>
                    <a:lnTo>
                      <a:pt x="320" y="430"/>
                    </a:lnTo>
                    <a:lnTo>
                      <a:pt x="356" y="362"/>
                    </a:lnTo>
                    <a:lnTo>
                      <a:pt x="356" y="362"/>
                    </a:lnTo>
                    <a:lnTo>
                      <a:pt x="392" y="302"/>
                    </a:lnTo>
                    <a:lnTo>
                      <a:pt x="432" y="244"/>
                    </a:lnTo>
                    <a:lnTo>
                      <a:pt x="472" y="190"/>
                    </a:lnTo>
                    <a:lnTo>
                      <a:pt x="516" y="142"/>
                    </a:lnTo>
                    <a:lnTo>
                      <a:pt x="516" y="142"/>
                    </a:lnTo>
                    <a:lnTo>
                      <a:pt x="552" y="110"/>
                    </a:lnTo>
                    <a:lnTo>
                      <a:pt x="588" y="78"/>
                    </a:lnTo>
                    <a:lnTo>
                      <a:pt x="588" y="78"/>
                    </a:lnTo>
                    <a:lnTo>
                      <a:pt x="620" y="52"/>
                    </a:lnTo>
                    <a:lnTo>
                      <a:pt x="654" y="30"/>
                    </a:lnTo>
                    <a:lnTo>
                      <a:pt x="654" y="30"/>
                    </a:lnTo>
                    <a:lnTo>
                      <a:pt x="702" y="0"/>
                    </a:lnTo>
                    <a:lnTo>
                      <a:pt x="702" y="0"/>
                    </a:lnTo>
                    <a:lnTo>
                      <a:pt x="702" y="0"/>
                    </a:lnTo>
                    <a:lnTo>
                      <a:pt x="542" y="88"/>
                    </a:lnTo>
                    <a:lnTo>
                      <a:pt x="542" y="88"/>
                    </a:lnTo>
                    <a:lnTo>
                      <a:pt x="492" y="116"/>
                    </a:lnTo>
                    <a:lnTo>
                      <a:pt x="446" y="150"/>
                    </a:lnTo>
                    <a:lnTo>
                      <a:pt x="400" y="188"/>
                    </a:lnTo>
                    <a:lnTo>
                      <a:pt x="354" y="228"/>
                    </a:lnTo>
                    <a:lnTo>
                      <a:pt x="354" y="228"/>
                    </a:lnTo>
                    <a:lnTo>
                      <a:pt x="312" y="276"/>
                    </a:lnTo>
                    <a:lnTo>
                      <a:pt x="270" y="328"/>
                    </a:lnTo>
                    <a:lnTo>
                      <a:pt x="230" y="384"/>
                    </a:lnTo>
                    <a:lnTo>
                      <a:pt x="194" y="444"/>
                    </a:lnTo>
                    <a:lnTo>
                      <a:pt x="194" y="444"/>
                    </a:lnTo>
                    <a:lnTo>
                      <a:pt x="158" y="510"/>
                    </a:lnTo>
                    <a:lnTo>
                      <a:pt x="126" y="580"/>
                    </a:lnTo>
                    <a:lnTo>
                      <a:pt x="96" y="654"/>
                    </a:lnTo>
                    <a:lnTo>
                      <a:pt x="72" y="730"/>
                    </a:lnTo>
                    <a:lnTo>
                      <a:pt x="72" y="730"/>
                    </a:lnTo>
                    <a:lnTo>
                      <a:pt x="50" y="814"/>
                    </a:lnTo>
                    <a:lnTo>
                      <a:pt x="30" y="902"/>
                    </a:lnTo>
                    <a:lnTo>
                      <a:pt x="16" y="992"/>
                    </a:lnTo>
                    <a:lnTo>
                      <a:pt x="6" y="1086"/>
                    </a:lnTo>
                    <a:lnTo>
                      <a:pt x="6" y="1086"/>
                    </a:lnTo>
                    <a:lnTo>
                      <a:pt x="2" y="1164"/>
                    </a:lnTo>
                    <a:lnTo>
                      <a:pt x="2" y="1164"/>
                    </a:lnTo>
                    <a:lnTo>
                      <a:pt x="2" y="1198"/>
                    </a:lnTo>
                    <a:lnTo>
                      <a:pt x="2" y="1198"/>
                    </a:lnTo>
                    <a:lnTo>
                      <a:pt x="0" y="1240"/>
                    </a:lnTo>
                    <a:lnTo>
                      <a:pt x="0" y="1240"/>
                    </a:lnTo>
                    <a:lnTo>
                      <a:pt x="0" y="1244"/>
                    </a:lnTo>
                    <a:lnTo>
                      <a:pt x="0" y="1244"/>
                    </a:lnTo>
                    <a:lnTo>
                      <a:pt x="2" y="1286"/>
                    </a:lnTo>
                    <a:lnTo>
                      <a:pt x="2" y="1286"/>
                    </a:lnTo>
                    <a:close/>
                  </a:path>
                </a:pathLst>
              </a:custGeom>
              <a:solidFill>
                <a:srgbClr val="B6B6B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AU" kern="0" dirty="0" smtClean="0">
                  <a:solidFill>
                    <a:prstClr val="black"/>
                  </a:solidFill>
                  <a:latin typeface="Montserrat Light"/>
                  <a:cs typeface="Simplified Arabic" panose="02020603050405020304" pitchFamily="18" charset="-78"/>
                </a:endParaRPr>
              </a:p>
            </p:txBody>
          </p:sp>
          <p:sp>
            <p:nvSpPr>
              <p:cNvPr id="69" name="Freeform 6"/>
              <p:cNvSpPr>
                <a:spLocks/>
              </p:cNvSpPr>
              <p:nvPr/>
            </p:nvSpPr>
            <p:spPr bwMode="auto">
              <a:xfrm>
                <a:off x="2495550" y="5502276"/>
                <a:ext cx="4763" cy="0"/>
              </a:xfrm>
              <a:custGeom>
                <a:avLst/>
                <a:gdLst>
                  <a:gd name="T0" fmla="*/ 3 w 3"/>
                  <a:gd name="T1" fmla="*/ 3 w 3"/>
                  <a:gd name="T2" fmla="*/ 0 w 3"/>
                  <a:gd name="T3" fmla="*/ 0 w 3"/>
                  <a:gd name="T4" fmla="*/ 0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0" y="0"/>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AU" kern="0" dirty="0" smtClean="0">
                  <a:solidFill>
                    <a:prstClr val="black"/>
                  </a:solidFill>
                  <a:latin typeface="Montserrat Light"/>
                  <a:cs typeface="Simplified Arabic" panose="02020603050405020304" pitchFamily="18" charset="-78"/>
                </a:endParaRPr>
              </a:p>
            </p:txBody>
          </p:sp>
          <p:sp>
            <p:nvSpPr>
              <p:cNvPr id="70" name="Freeform 7"/>
              <p:cNvSpPr>
                <a:spLocks/>
              </p:cNvSpPr>
              <p:nvPr/>
            </p:nvSpPr>
            <p:spPr bwMode="auto">
              <a:xfrm>
                <a:off x="2495550" y="5502276"/>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AU" kern="0" dirty="0" smtClean="0">
                  <a:solidFill>
                    <a:prstClr val="black"/>
                  </a:solidFill>
                  <a:latin typeface="Montserrat Light"/>
                  <a:cs typeface="Simplified Arabic" panose="02020603050405020304" pitchFamily="18" charset="-78"/>
                </a:endParaRPr>
              </a:p>
            </p:txBody>
          </p:sp>
          <p:sp>
            <p:nvSpPr>
              <p:cNvPr id="71" name="Freeform 8"/>
              <p:cNvSpPr>
                <a:spLocks/>
              </p:cNvSpPr>
              <p:nvPr/>
            </p:nvSpPr>
            <p:spPr bwMode="auto">
              <a:xfrm>
                <a:off x="2495550" y="550227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AU" kern="0" dirty="0" smtClean="0">
                  <a:solidFill>
                    <a:prstClr val="black"/>
                  </a:solidFill>
                  <a:latin typeface="Montserrat Light"/>
                  <a:cs typeface="Simplified Arabic" panose="02020603050405020304" pitchFamily="18" charset="-78"/>
                </a:endParaRPr>
              </a:p>
            </p:txBody>
          </p:sp>
          <p:sp>
            <p:nvSpPr>
              <p:cNvPr id="72" name="Freeform 9"/>
              <p:cNvSpPr>
                <a:spLocks/>
              </p:cNvSpPr>
              <p:nvPr/>
            </p:nvSpPr>
            <p:spPr bwMode="auto">
              <a:xfrm>
                <a:off x="1096963" y="2149476"/>
                <a:ext cx="1398588" cy="3352800"/>
              </a:xfrm>
              <a:custGeom>
                <a:avLst/>
                <a:gdLst>
                  <a:gd name="T0" fmla="*/ 229 w 881"/>
                  <a:gd name="T1" fmla="*/ 204 h 2112"/>
                  <a:gd name="T2" fmla="*/ 52 w 881"/>
                  <a:gd name="T3" fmla="*/ 540 h 2112"/>
                  <a:gd name="T4" fmla="*/ 2 w 881"/>
                  <a:gd name="T5" fmla="*/ 858 h 2112"/>
                  <a:gd name="T6" fmla="*/ 0 w 881"/>
                  <a:gd name="T7" fmla="*/ 948 h 2112"/>
                  <a:gd name="T8" fmla="*/ 5 w 881"/>
                  <a:gd name="T9" fmla="*/ 1034 h 2112"/>
                  <a:gd name="T10" fmla="*/ 18 w 881"/>
                  <a:gd name="T11" fmla="*/ 1144 h 2112"/>
                  <a:gd name="T12" fmla="*/ 34 w 881"/>
                  <a:gd name="T13" fmla="*/ 1236 h 2112"/>
                  <a:gd name="T14" fmla="*/ 45 w 881"/>
                  <a:gd name="T15" fmla="*/ 1277 h 2112"/>
                  <a:gd name="T16" fmla="*/ 59 w 881"/>
                  <a:gd name="T17" fmla="*/ 1336 h 2112"/>
                  <a:gd name="T18" fmla="*/ 77 w 881"/>
                  <a:gd name="T19" fmla="*/ 1389 h 2112"/>
                  <a:gd name="T20" fmla="*/ 95 w 881"/>
                  <a:gd name="T21" fmla="*/ 1442 h 2112"/>
                  <a:gd name="T22" fmla="*/ 114 w 881"/>
                  <a:gd name="T23" fmla="*/ 1489 h 2112"/>
                  <a:gd name="T24" fmla="*/ 136 w 881"/>
                  <a:gd name="T25" fmla="*/ 1542 h 2112"/>
                  <a:gd name="T26" fmla="*/ 161 w 881"/>
                  <a:gd name="T27" fmla="*/ 1591 h 2112"/>
                  <a:gd name="T28" fmla="*/ 185 w 881"/>
                  <a:gd name="T29" fmla="*/ 1635 h 2112"/>
                  <a:gd name="T30" fmla="*/ 201 w 881"/>
                  <a:gd name="T31" fmla="*/ 1663 h 2112"/>
                  <a:gd name="T32" fmla="*/ 217 w 881"/>
                  <a:gd name="T33" fmla="*/ 1690 h 2112"/>
                  <a:gd name="T34" fmla="*/ 242 w 881"/>
                  <a:gd name="T35" fmla="*/ 1728 h 2112"/>
                  <a:gd name="T36" fmla="*/ 264 w 881"/>
                  <a:gd name="T37" fmla="*/ 1761 h 2112"/>
                  <a:gd name="T38" fmla="*/ 281 w 881"/>
                  <a:gd name="T39" fmla="*/ 1781 h 2112"/>
                  <a:gd name="T40" fmla="*/ 303 w 881"/>
                  <a:gd name="T41" fmla="*/ 1809 h 2112"/>
                  <a:gd name="T42" fmla="*/ 329 w 881"/>
                  <a:gd name="T43" fmla="*/ 1840 h 2112"/>
                  <a:gd name="T44" fmla="*/ 347 w 881"/>
                  <a:gd name="T45" fmla="*/ 1859 h 2112"/>
                  <a:gd name="T46" fmla="*/ 372 w 881"/>
                  <a:gd name="T47" fmla="*/ 1884 h 2112"/>
                  <a:gd name="T48" fmla="*/ 399 w 881"/>
                  <a:gd name="T49" fmla="*/ 1910 h 2112"/>
                  <a:gd name="T50" fmla="*/ 424 w 881"/>
                  <a:gd name="T51" fmla="*/ 1932 h 2112"/>
                  <a:gd name="T52" fmla="*/ 441 w 881"/>
                  <a:gd name="T53" fmla="*/ 1946 h 2112"/>
                  <a:gd name="T54" fmla="*/ 468 w 881"/>
                  <a:gd name="T55" fmla="*/ 1967 h 2112"/>
                  <a:gd name="T56" fmla="*/ 500 w 881"/>
                  <a:gd name="T57" fmla="*/ 1991 h 2112"/>
                  <a:gd name="T58" fmla="*/ 527 w 881"/>
                  <a:gd name="T59" fmla="*/ 2007 h 2112"/>
                  <a:gd name="T60" fmla="*/ 558 w 881"/>
                  <a:gd name="T61" fmla="*/ 2025 h 2112"/>
                  <a:gd name="T62" fmla="*/ 578 w 881"/>
                  <a:gd name="T63" fmla="*/ 2035 h 2112"/>
                  <a:gd name="T64" fmla="*/ 608 w 881"/>
                  <a:gd name="T65" fmla="*/ 2048 h 2112"/>
                  <a:gd name="T66" fmla="*/ 640 w 881"/>
                  <a:gd name="T67" fmla="*/ 2061 h 2112"/>
                  <a:gd name="T68" fmla="*/ 674 w 881"/>
                  <a:gd name="T69" fmla="*/ 2073 h 2112"/>
                  <a:gd name="T70" fmla="*/ 701 w 881"/>
                  <a:gd name="T71" fmla="*/ 2081 h 2112"/>
                  <a:gd name="T72" fmla="*/ 742 w 881"/>
                  <a:gd name="T73" fmla="*/ 2089 h 2112"/>
                  <a:gd name="T74" fmla="*/ 749 w 881"/>
                  <a:gd name="T75" fmla="*/ 2091 h 2112"/>
                  <a:gd name="T76" fmla="*/ 810 w 881"/>
                  <a:gd name="T77" fmla="*/ 2095 h 2112"/>
                  <a:gd name="T78" fmla="*/ 738 w 881"/>
                  <a:gd name="T79" fmla="*/ 2067 h 2112"/>
                  <a:gd name="T80" fmla="*/ 668 w 881"/>
                  <a:gd name="T81" fmla="*/ 2030 h 2112"/>
                  <a:gd name="T82" fmla="*/ 565 w 881"/>
                  <a:gd name="T83" fmla="*/ 1957 h 2112"/>
                  <a:gd name="T84" fmla="*/ 465 w 881"/>
                  <a:gd name="T85" fmla="*/ 1858 h 2112"/>
                  <a:gd name="T86" fmla="*/ 403 w 881"/>
                  <a:gd name="T87" fmla="*/ 1778 h 2112"/>
                  <a:gd name="T88" fmla="*/ 344 w 881"/>
                  <a:gd name="T89" fmla="*/ 1691 h 2112"/>
                  <a:gd name="T90" fmla="*/ 291 w 881"/>
                  <a:gd name="T91" fmla="*/ 1594 h 2112"/>
                  <a:gd name="T92" fmla="*/ 264 w 881"/>
                  <a:gd name="T93" fmla="*/ 1539 h 2112"/>
                  <a:gd name="T94" fmla="*/ 219 w 881"/>
                  <a:gd name="T95" fmla="*/ 1429 h 2112"/>
                  <a:gd name="T96" fmla="*/ 182 w 881"/>
                  <a:gd name="T97" fmla="*/ 1312 h 2112"/>
                  <a:gd name="T98" fmla="*/ 152 w 881"/>
                  <a:gd name="T99" fmla="*/ 1189 h 2112"/>
                  <a:gd name="T100" fmla="*/ 133 w 881"/>
                  <a:gd name="T101" fmla="*/ 1068 h 2112"/>
                  <a:gd name="T102" fmla="*/ 123 w 881"/>
                  <a:gd name="T103" fmla="*/ 944 h 2112"/>
                  <a:gd name="T104" fmla="*/ 123 w 881"/>
                  <a:gd name="T105" fmla="*/ 821 h 2112"/>
                  <a:gd name="T106" fmla="*/ 173 w 881"/>
                  <a:gd name="T107" fmla="*/ 488 h 2112"/>
                  <a:gd name="T108" fmla="*/ 317 w 881"/>
                  <a:gd name="T109" fmla="*/ 180 h 2112"/>
                  <a:gd name="T110" fmla="*/ 481 w 881"/>
                  <a:gd name="T111" fmla="*/ 22 h 2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1" h="2112">
                    <a:moveTo>
                      <a:pt x="399" y="65"/>
                    </a:moveTo>
                    <a:lnTo>
                      <a:pt x="399" y="65"/>
                    </a:lnTo>
                    <a:lnTo>
                      <a:pt x="363" y="86"/>
                    </a:lnTo>
                    <a:lnTo>
                      <a:pt x="328" y="111"/>
                    </a:lnTo>
                    <a:lnTo>
                      <a:pt x="294" y="139"/>
                    </a:lnTo>
                    <a:lnTo>
                      <a:pt x="261" y="168"/>
                    </a:lnTo>
                    <a:lnTo>
                      <a:pt x="261" y="168"/>
                    </a:lnTo>
                    <a:lnTo>
                      <a:pt x="229" y="204"/>
                    </a:lnTo>
                    <a:lnTo>
                      <a:pt x="198" y="242"/>
                    </a:lnTo>
                    <a:lnTo>
                      <a:pt x="170" y="283"/>
                    </a:lnTo>
                    <a:lnTo>
                      <a:pt x="142" y="328"/>
                    </a:lnTo>
                    <a:lnTo>
                      <a:pt x="142" y="328"/>
                    </a:lnTo>
                    <a:lnTo>
                      <a:pt x="117" y="376"/>
                    </a:lnTo>
                    <a:lnTo>
                      <a:pt x="93" y="428"/>
                    </a:lnTo>
                    <a:lnTo>
                      <a:pt x="71" y="482"/>
                    </a:lnTo>
                    <a:lnTo>
                      <a:pt x="52" y="540"/>
                    </a:lnTo>
                    <a:lnTo>
                      <a:pt x="52" y="540"/>
                    </a:lnTo>
                    <a:lnTo>
                      <a:pt x="36" y="600"/>
                    </a:lnTo>
                    <a:lnTo>
                      <a:pt x="23" y="665"/>
                    </a:lnTo>
                    <a:lnTo>
                      <a:pt x="12" y="732"/>
                    </a:lnTo>
                    <a:lnTo>
                      <a:pt x="5" y="801"/>
                    </a:lnTo>
                    <a:lnTo>
                      <a:pt x="5" y="801"/>
                    </a:lnTo>
                    <a:lnTo>
                      <a:pt x="2" y="858"/>
                    </a:lnTo>
                    <a:lnTo>
                      <a:pt x="2" y="858"/>
                    </a:lnTo>
                    <a:lnTo>
                      <a:pt x="0" y="883"/>
                    </a:lnTo>
                    <a:lnTo>
                      <a:pt x="0" y="883"/>
                    </a:lnTo>
                    <a:lnTo>
                      <a:pt x="0" y="914"/>
                    </a:lnTo>
                    <a:lnTo>
                      <a:pt x="0" y="914"/>
                    </a:lnTo>
                    <a:lnTo>
                      <a:pt x="0" y="917"/>
                    </a:lnTo>
                    <a:lnTo>
                      <a:pt x="0" y="917"/>
                    </a:lnTo>
                    <a:lnTo>
                      <a:pt x="0" y="948"/>
                    </a:lnTo>
                    <a:lnTo>
                      <a:pt x="0" y="948"/>
                    </a:lnTo>
                    <a:lnTo>
                      <a:pt x="2" y="976"/>
                    </a:lnTo>
                    <a:lnTo>
                      <a:pt x="2" y="976"/>
                    </a:lnTo>
                    <a:lnTo>
                      <a:pt x="3" y="1007"/>
                    </a:lnTo>
                    <a:lnTo>
                      <a:pt x="3" y="1007"/>
                    </a:lnTo>
                    <a:lnTo>
                      <a:pt x="5" y="1031"/>
                    </a:lnTo>
                    <a:lnTo>
                      <a:pt x="5" y="1031"/>
                    </a:lnTo>
                    <a:lnTo>
                      <a:pt x="5" y="1034"/>
                    </a:lnTo>
                    <a:lnTo>
                      <a:pt x="5" y="1034"/>
                    </a:lnTo>
                    <a:lnTo>
                      <a:pt x="8" y="1066"/>
                    </a:lnTo>
                    <a:lnTo>
                      <a:pt x="8" y="1066"/>
                    </a:lnTo>
                    <a:lnTo>
                      <a:pt x="11" y="1093"/>
                    </a:lnTo>
                    <a:lnTo>
                      <a:pt x="11" y="1093"/>
                    </a:lnTo>
                    <a:lnTo>
                      <a:pt x="15" y="1122"/>
                    </a:lnTo>
                    <a:lnTo>
                      <a:pt x="15" y="1122"/>
                    </a:lnTo>
                    <a:lnTo>
                      <a:pt x="18" y="1144"/>
                    </a:lnTo>
                    <a:lnTo>
                      <a:pt x="18" y="1144"/>
                    </a:lnTo>
                    <a:lnTo>
                      <a:pt x="18" y="1152"/>
                    </a:lnTo>
                    <a:lnTo>
                      <a:pt x="18" y="1152"/>
                    </a:lnTo>
                    <a:lnTo>
                      <a:pt x="24" y="1180"/>
                    </a:lnTo>
                    <a:lnTo>
                      <a:pt x="24" y="1180"/>
                    </a:lnTo>
                    <a:lnTo>
                      <a:pt x="28" y="1209"/>
                    </a:lnTo>
                    <a:lnTo>
                      <a:pt x="28" y="1209"/>
                    </a:lnTo>
                    <a:lnTo>
                      <a:pt x="34" y="1236"/>
                    </a:lnTo>
                    <a:lnTo>
                      <a:pt x="34" y="1236"/>
                    </a:lnTo>
                    <a:lnTo>
                      <a:pt x="39" y="1256"/>
                    </a:lnTo>
                    <a:lnTo>
                      <a:pt x="39" y="1256"/>
                    </a:lnTo>
                    <a:lnTo>
                      <a:pt x="43" y="1271"/>
                    </a:lnTo>
                    <a:lnTo>
                      <a:pt x="43" y="1271"/>
                    </a:lnTo>
                    <a:lnTo>
                      <a:pt x="43" y="1274"/>
                    </a:lnTo>
                    <a:lnTo>
                      <a:pt x="43" y="1274"/>
                    </a:lnTo>
                    <a:lnTo>
                      <a:pt x="45" y="1277"/>
                    </a:lnTo>
                    <a:lnTo>
                      <a:pt x="45" y="1277"/>
                    </a:lnTo>
                    <a:lnTo>
                      <a:pt x="46" y="1286"/>
                    </a:lnTo>
                    <a:lnTo>
                      <a:pt x="46" y="1286"/>
                    </a:lnTo>
                    <a:lnTo>
                      <a:pt x="55" y="1317"/>
                    </a:lnTo>
                    <a:lnTo>
                      <a:pt x="55" y="1317"/>
                    </a:lnTo>
                    <a:lnTo>
                      <a:pt x="58" y="1327"/>
                    </a:lnTo>
                    <a:lnTo>
                      <a:pt x="58" y="1327"/>
                    </a:lnTo>
                    <a:lnTo>
                      <a:pt x="59" y="1336"/>
                    </a:lnTo>
                    <a:lnTo>
                      <a:pt x="59" y="1336"/>
                    </a:lnTo>
                    <a:lnTo>
                      <a:pt x="62" y="1346"/>
                    </a:lnTo>
                    <a:lnTo>
                      <a:pt x="62" y="1346"/>
                    </a:lnTo>
                    <a:lnTo>
                      <a:pt x="71" y="1376"/>
                    </a:lnTo>
                    <a:lnTo>
                      <a:pt x="71" y="1376"/>
                    </a:lnTo>
                    <a:lnTo>
                      <a:pt x="74" y="1383"/>
                    </a:lnTo>
                    <a:lnTo>
                      <a:pt x="74" y="1383"/>
                    </a:lnTo>
                    <a:lnTo>
                      <a:pt x="77" y="1389"/>
                    </a:lnTo>
                    <a:lnTo>
                      <a:pt x="77" y="1389"/>
                    </a:lnTo>
                    <a:lnTo>
                      <a:pt x="80" y="1398"/>
                    </a:lnTo>
                    <a:lnTo>
                      <a:pt x="80" y="1398"/>
                    </a:lnTo>
                    <a:lnTo>
                      <a:pt x="87" y="1422"/>
                    </a:lnTo>
                    <a:lnTo>
                      <a:pt x="87" y="1422"/>
                    </a:lnTo>
                    <a:lnTo>
                      <a:pt x="93" y="1436"/>
                    </a:lnTo>
                    <a:lnTo>
                      <a:pt x="93" y="1436"/>
                    </a:lnTo>
                    <a:lnTo>
                      <a:pt x="95" y="1442"/>
                    </a:lnTo>
                    <a:lnTo>
                      <a:pt x="95" y="1442"/>
                    </a:lnTo>
                    <a:lnTo>
                      <a:pt x="96" y="1444"/>
                    </a:lnTo>
                    <a:lnTo>
                      <a:pt x="96" y="1444"/>
                    </a:lnTo>
                    <a:lnTo>
                      <a:pt x="104" y="1466"/>
                    </a:lnTo>
                    <a:lnTo>
                      <a:pt x="104" y="1466"/>
                    </a:lnTo>
                    <a:lnTo>
                      <a:pt x="113" y="1486"/>
                    </a:lnTo>
                    <a:lnTo>
                      <a:pt x="113" y="1486"/>
                    </a:lnTo>
                    <a:lnTo>
                      <a:pt x="114" y="1489"/>
                    </a:lnTo>
                    <a:lnTo>
                      <a:pt x="114" y="1489"/>
                    </a:lnTo>
                    <a:lnTo>
                      <a:pt x="117" y="1495"/>
                    </a:lnTo>
                    <a:lnTo>
                      <a:pt x="117" y="1495"/>
                    </a:lnTo>
                    <a:lnTo>
                      <a:pt x="120" y="1504"/>
                    </a:lnTo>
                    <a:lnTo>
                      <a:pt x="120" y="1504"/>
                    </a:lnTo>
                    <a:lnTo>
                      <a:pt x="129" y="1523"/>
                    </a:lnTo>
                    <a:lnTo>
                      <a:pt x="129" y="1523"/>
                    </a:lnTo>
                    <a:lnTo>
                      <a:pt x="136" y="1542"/>
                    </a:lnTo>
                    <a:lnTo>
                      <a:pt x="136" y="1542"/>
                    </a:lnTo>
                    <a:lnTo>
                      <a:pt x="138" y="1545"/>
                    </a:lnTo>
                    <a:lnTo>
                      <a:pt x="138" y="1545"/>
                    </a:lnTo>
                    <a:lnTo>
                      <a:pt x="145" y="1559"/>
                    </a:lnTo>
                    <a:lnTo>
                      <a:pt x="145" y="1559"/>
                    </a:lnTo>
                    <a:lnTo>
                      <a:pt x="152" y="1575"/>
                    </a:lnTo>
                    <a:lnTo>
                      <a:pt x="152" y="1575"/>
                    </a:lnTo>
                    <a:lnTo>
                      <a:pt x="160" y="1591"/>
                    </a:lnTo>
                    <a:lnTo>
                      <a:pt x="161" y="1591"/>
                    </a:lnTo>
                    <a:lnTo>
                      <a:pt x="161" y="1591"/>
                    </a:lnTo>
                    <a:lnTo>
                      <a:pt x="163" y="1595"/>
                    </a:lnTo>
                    <a:lnTo>
                      <a:pt x="163" y="1595"/>
                    </a:lnTo>
                    <a:lnTo>
                      <a:pt x="169" y="1606"/>
                    </a:lnTo>
                    <a:lnTo>
                      <a:pt x="169" y="1606"/>
                    </a:lnTo>
                    <a:lnTo>
                      <a:pt x="176" y="1621"/>
                    </a:lnTo>
                    <a:lnTo>
                      <a:pt x="176" y="1621"/>
                    </a:lnTo>
                    <a:lnTo>
                      <a:pt x="185" y="1635"/>
                    </a:lnTo>
                    <a:lnTo>
                      <a:pt x="185" y="1635"/>
                    </a:lnTo>
                    <a:lnTo>
                      <a:pt x="186" y="1640"/>
                    </a:lnTo>
                    <a:lnTo>
                      <a:pt x="186" y="1640"/>
                    </a:lnTo>
                    <a:lnTo>
                      <a:pt x="188" y="1641"/>
                    </a:lnTo>
                    <a:lnTo>
                      <a:pt x="188" y="1641"/>
                    </a:lnTo>
                    <a:lnTo>
                      <a:pt x="192" y="1649"/>
                    </a:lnTo>
                    <a:lnTo>
                      <a:pt x="192" y="1649"/>
                    </a:lnTo>
                    <a:lnTo>
                      <a:pt x="201" y="1663"/>
                    </a:lnTo>
                    <a:lnTo>
                      <a:pt x="201" y="1663"/>
                    </a:lnTo>
                    <a:lnTo>
                      <a:pt x="208" y="1677"/>
                    </a:lnTo>
                    <a:lnTo>
                      <a:pt x="208" y="1677"/>
                    </a:lnTo>
                    <a:lnTo>
                      <a:pt x="214" y="1685"/>
                    </a:lnTo>
                    <a:lnTo>
                      <a:pt x="214" y="1687"/>
                    </a:lnTo>
                    <a:lnTo>
                      <a:pt x="214" y="1687"/>
                    </a:lnTo>
                    <a:lnTo>
                      <a:pt x="214" y="1687"/>
                    </a:lnTo>
                    <a:lnTo>
                      <a:pt x="217" y="1690"/>
                    </a:lnTo>
                    <a:lnTo>
                      <a:pt x="217" y="1690"/>
                    </a:lnTo>
                    <a:lnTo>
                      <a:pt x="225" y="1702"/>
                    </a:lnTo>
                    <a:lnTo>
                      <a:pt x="225" y="1702"/>
                    </a:lnTo>
                    <a:lnTo>
                      <a:pt x="233" y="1715"/>
                    </a:lnTo>
                    <a:lnTo>
                      <a:pt x="233" y="1715"/>
                    </a:lnTo>
                    <a:lnTo>
                      <a:pt x="241" y="1727"/>
                    </a:lnTo>
                    <a:lnTo>
                      <a:pt x="241" y="1727"/>
                    </a:lnTo>
                    <a:lnTo>
                      <a:pt x="242" y="1728"/>
                    </a:lnTo>
                    <a:lnTo>
                      <a:pt x="242" y="1728"/>
                    </a:lnTo>
                    <a:lnTo>
                      <a:pt x="244" y="1730"/>
                    </a:lnTo>
                    <a:lnTo>
                      <a:pt x="244" y="1730"/>
                    </a:lnTo>
                    <a:lnTo>
                      <a:pt x="248" y="1739"/>
                    </a:lnTo>
                    <a:lnTo>
                      <a:pt x="248" y="1739"/>
                    </a:lnTo>
                    <a:lnTo>
                      <a:pt x="257" y="1749"/>
                    </a:lnTo>
                    <a:lnTo>
                      <a:pt x="257" y="1749"/>
                    </a:lnTo>
                    <a:lnTo>
                      <a:pt x="264" y="1761"/>
                    </a:lnTo>
                    <a:lnTo>
                      <a:pt x="264" y="1761"/>
                    </a:lnTo>
                    <a:lnTo>
                      <a:pt x="270" y="1768"/>
                    </a:lnTo>
                    <a:lnTo>
                      <a:pt x="270" y="1768"/>
                    </a:lnTo>
                    <a:lnTo>
                      <a:pt x="272" y="1769"/>
                    </a:lnTo>
                    <a:lnTo>
                      <a:pt x="273" y="1771"/>
                    </a:lnTo>
                    <a:lnTo>
                      <a:pt x="273" y="1771"/>
                    </a:lnTo>
                    <a:lnTo>
                      <a:pt x="281" y="1781"/>
                    </a:lnTo>
                    <a:lnTo>
                      <a:pt x="281" y="1781"/>
                    </a:lnTo>
                    <a:lnTo>
                      <a:pt x="289" y="1792"/>
                    </a:lnTo>
                    <a:lnTo>
                      <a:pt x="289" y="1792"/>
                    </a:lnTo>
                    <a:lnTo>
                      <a:pt x="297" y="1802"/>
                    </a:lnTo>
                    <a:lnTo>
                      <a:pt x="297" y="1802"/>
                    </a:lnTo>
                    <a:lnTo>
                      <a:pt x="301" y="1806"/>
                    </a:lnTo>
                    <a:lnTo>
                      <a:pt x="301" y="1806"/>
                    </a:lnTo>
                    <a:lnTo>
                      <a:pt x="303" y="1809"/>
                    </a:lnTo>
                    <a:lnTo>
                      <a:pt x="303" y="1809"/>
                    </a:lnTo>
                    <a:lnTo>
                      <a:pt x="306" y="1812"/>
                    </a:lnTo>
                    <a:lnTo>
                      <a:pt x="306" y="1812"/>
                    </a:lnTo>
                    <a:lnTo>
                      <a:pt x="313" y="1823"/>
                    </a:lnTo>
                    <a:lnTo>
                      <a:pt x="313" y="1823"/>
                    </a:lnTo>
                    <a:lnTo>
                      <a:pt x="322" y="1831"/>
                    </a:lnTo>
                    <a:lnTo>
                      <a:pt x="322" y="1831"/>
                    </a:lnTo>
                    <a:lnTo>
                      <a:pt x="329" y="1840"/>
                    </a:lnTo>
                    <a:lnTo>
                      <a:pt x="329" y="1840"/>
                    </a:lnTo>
                    <a:lnTo>
                      <a:pt x="332" y="1843"/>
                    </a:lnTo>
                    <a:lnTo>
                      <a:pt x="332" y="1843"/>
                    </a:lnTo>
                    <a:lnTo>
                      <a:pt x="335" y="1846"/>
                    </a:lnTo>
                    <a:lnTo>
                      <a:pt x="335" y="1846"/>
                    </a:lnTo>
                    <a:lnTo>
                      <a:pt x="338" y="1851"/>
                    </a:lnTo>
                    <a:lnTo>
                      <a:pt x="338" y="1851"/>
                    </a:lnTo>
                    <a:lnTo>
                      <a:pt x="347" y="1859"/>
                    </a:lnTo>
                    <a:lnTo>
                      <a:pt x="347" y="1859"/>
                    </a:lnTo>
                    <a:lnTo>
                      <a:pt x="354" y="1868"/>
                    </a:lnTo>
                    <a:lnTo>
                      <a:pt x="354" y="1868"/>
                    </a:lnTo>
                    <a:lnTo>
                      <a:pt x="363" y="1876"/>
                    </a:lnTo>
                    <a:lnTo>
                      <a:pt x="365" y="1877"/>
                    </a:lnTo>
                    <a:lnTo>
                      <a:pt x="365" y="1877"/>
                    </a:lnTo>
                    <a:lnTo>
                      <a:pt x="366" y="1880"/>
                    </a:lnTo>
                    <a:lnTo>
                      <a:pt x="366" y="1880"/>
                    </a:lnTo>
                    <a:lnTo>
                      <a:pt x="372" y="1884"/>
                    </a:lnTo>
                    <a:lnTo>
                      <a:pt x="372" y="1884"/>
                    </a:lnTo>
                    <a:lnTo>
                      <a:pt x="379" y="1893"/>
                    </a:lnTo>
                    <a:lnTo>
                      <a:pt x="379" y="1893"/>
                    </a:lnTo>
                    <a:lnTo>
                      <a:pt x="388" y="1901"/>
                    </a:lnTo>
                    <a:lnTo>
                      <a:pt x="388" y="1901"/>
                    </a:lnTo>
                    <a:lnTo>
                      <a:pt x="397" y="1910"/>
                    </a:lnTo>
                    <a:lnTo>
                      <a:pt x="399" y="1910"/>
                    </a:lnTo>
                    <a:lnTo>
                      <a:pt x="399" y="1910"/>
                    </a:lnTo>
                    <a:lnTo>
                      <a:pt x="400" y="1911"/>
                    </a:lnTo>
                    <a:lnTo>
                      <a:pt x="400" y="1911"/>
                    </a:lnTo>
                    <a:lnTo>
                      <a:pt x="406" y="1917"/>
                    </a:lnTo>
                    <a:lnTo>
                      <a:pt x="406" y="1917"/>
                    </a:lnTo>
                    <a:lnTo>
                      <a:pt x="415" y="1924"/>
                    </a:lnTo>
                    <a:lnTo>
                      <a:pt x="415" y="1924"/>
                    </a:lnTo>
                    <a:lnTo>
                      <a:pt x="424" y="1932"/>
                    </a:lnTo>
                    <a:lnTo>
                      <a:pt x="424" y="1932"/>
                    </a:lnTo>
                    <a:lnTo>
                      <a:pt x="432" y="1939"/>
                    </a:lnTo>
                    <a:lnTo>
                      <a:pt x="432" y="1939"/>
                    </a:lnTo>
                    <a:lnTo>
                      <a:pt x="432" y="1939"/>
                    </a:lnTo>
                    <a:lnTo>
                      <a:pt x="432" y="1939"/>
                    </a:lnTo>
                    <a:lnTo>
                      <a:pt x="434" y="1940"/>
                    </a:lnTo>
                    <a:lnTo>
                      <a:pt x="434" y="1940"/>
                    </a:lnTo>
                    <a:lnTo>
                      <a:pt x="441" y="1946"/>
                    </a:lnTo>
                    <a:lnTo>
                      <a:pt x="441" y="1946"/>
                    </a:lnTo>
                    <a:lnTo>
                      <a:pt x="450" y="1954"/>
                    </a:lnTo>
                    <a:lnTo>
                      <a:pt x="450" y="1954"/>
                    </a:lnTo>
                    <a:lnTo>
                      <a:pt x="459" y="1961"/>
                    </a:lnTo>
                    <a:lnTo>
                      <a:pt x="459" y="1961"/>
                    </a:lnTo>
                    <a:lnTo>
                      <a:pt x="468" y="1967"/>
                    </a:lnTo>
                    <a:lnTo>
                      <a:pt x="468" y="1967"/>
                    </a:lnTo>
                    <a:lnTo>
                      <a:pt x="468" y="1967"/>
                    </a:lnTo>
                    <a:lnTo>
                      <a:pt x="468" y="1967"/>
                    </a:lnTo>
                    <a:lnTo>
                      <a:pt x="468" y="1967"/>
                    </a:lnTo>
                    <a:lnTo>
                      <a:pt x="478" y="1974"/>
                    </a:lnTo>
                    <a:lnTo>
                      <a:pt x="478" y="1974"/>
                    </a:lnTo>
                    <a:lnTo>
                      <a:pt x="487" y="1982"/>
                    </a:lnTo>
                    <a:lnTo>
                      <a:pt x="487" y="1982"/>
                    </a:lnTo>
                    <a:lnTo>
                      <a:pt x="497" y="1988"/>
                    </a:lnTo>
                    <a:lnTo>
                      <a:pt x="497" y="1988"/>
                    </a:lnTo>
                    <a:lnTo>
                      <a:pt x="500" y="1991"/>
                    </a:lnTo>
                    <a:lnTo>
                      <a:pt x="503" y="1992"/>
                    </a:lnTo>
                    <a:lnTo>
                      <a:pt x="503" y="1992"/>
                    </a:lnTo>
                    <a:lnTo>
                      <a:pt x="506" y="1994"/>
                    </a:lnTo>
                    <a:lnTo>
                      <a:pt x="506" y="1994"/>
                    </a:lnTo>
                    <a:lnTo>
                      <a:pt x="517" y="2001"/>
                    </a:lnTo>
                    <a:lnTo>
                      <a:pt x="517" y="2001"/>
                    </a:lnTo>
                    <a:lnTo>
                      <a:pt x="527" y="2007"/>
                    </a:lnTo>
                    <a:lnTo>
                      <a:pt x="527" y="2007"/>
                    </a:lnTo>
                    <a:lnTo>
                      <a:pt x="536" y="2011"/>
                    </a:lnTo>
                    <a:lnTo>
                      <a:pt x="537" y="2013"/>
                    </a:lnTo>
                    <a:lnTo>
                      <a:pt x="537" y="2013"/>
                    </a:lnTo>
                    <a:lnTo>
                      <a:pt x="537" y="2013"/>
                    </a:lnTo>
                    <a:lnTo>
                      <a:pt x="547" y="2019"/>
                    </a:lnTo>
                    <a:lnTo>
                      <a:pt x="547" y="2019"/>
                    </a:lnTo>
                    <a:lnTo>
                      <a:pt x="558" y="2025"/>
                    </a:lnTo>
                    <a:lnTo>
                      <a:pt x="558" y="2025"/>
                    </a:lnTo>
                    <a:lnTo>
                      <a:pt x="568" y="2030"/>
                    </a:lnTo>
                    <a:lnTo>
                      <a:pt x="568" y="2030"/>
                    </a:lnTo>
                    <a:lnTo>
                      <a:pt x="570" y="2030"/>
                    </a:lnTo>
                    <a:lnTo>
                      <a:pt x="570" y="2030"/>
                    </a:lnTo>
                    <a:lnTo>
                      <a:pt x="573" y="2032"/>
                    </a:lnTo>
                    <a:lnTo>
                      <a:pt x="573" y="2032"/>
                    </a:lnTo>
                    <a:lnTo>
                      <a:pt x="578" y="2035"/>
                    </a:lnTo>
                    <a:lnTo>
                      <a:pt x="578" y="2035"/>
                    </a:lnTo>
                    <a:lnTo>
                      <a:pt x="589" y="2041"/>
                    </a:lnTo>
                    <a:lnTo>
                      <a:pt x="589" y="2041"/>
                    </a:lnTo>
                    <a:lnTo>
                      <a:pt x="601" y="2045"/>
                    </a:lnTo>
                    <a:lnTo>
                      <a:pt x="601" y="2045"/>
                    </a:lnTo>
                    <a:lnTo>
                      <a:pt x="605" y="2048"/>
                    </a:lnTo>
                    <a:lnTo>
                      <a:pt x="605" y="2048"/>
                    </a:lnTo>
                    <a:lnTo>
                      <a:pt x="608" y="2048"/>
                    </a:lnTo>
                    <a:lnTo>
                      <a:pt x="608" y="2048"/>
                    </a:lnTo>
                    <a:lnTo>
                      <a:pt x="612" y="2051"/>
                    </a:lnTo>
                    <a:lnTo>
                      <a:pt x="612" y="2051"/>
                    </a:lnTo>
                    <a:lnTo>
                      <a:pt x="624" y="2055"/>
                    </a:lnTo>
                    <a:lnTo>
                      <a:pt x="624" y="2055"/>
                    </a:lnTo>
                    <a:lnTo>
                      <a:pt x="636" y="2060"/>
                    </a:lnTo>
                    <a:lnTo>
                      <a:pt x="636" y="2060"/>
                    </a:lnTo>
                    <a:lnTo>
                      <a:pt x="640" y="2061"/>
                    </a:lnTo>
                    <a:lnTo>
                      <a:pt x="640" y="2061"/>
                    </a:lnTo>
                    <a:lnTo>
                      <a:pt x="643" y="2063"/>
                    </a:lnTo>
                    <a:lnTo>
                      <a:pt x="643" y="2063"/>
                    </a:lnTo>
                    <a:lnTo>
                      <a:pt x="649" y="2064"/>
                    </a:lnTo>
                    <a:lnTo>
                      <a:pt x="649" y="2064"/>
                    </a:lnTo>
                    <a:lnTo>
                      <a:pt x="661" y="2069"/>
                    </a:lnTo>
                    <a:lnTo>
                      <a:pt x="661" y="2069"/>
                    </a:lnTo>
                    <a:lnTo>
                      <a:pt x="674" y="2073"/>
                    </a:lnTo>
                    <a:lnTo>
                      <a:pt x="674" y="2073"/>
                    </a:lnTo>
                    <a:lnTo>
                      <a:pt x="676" y="2073"/>
                    </a:lnTo>
                    <a:lnTo>
                      <a:pt x="676" y="2073"/>
                    </a:lnTo>
                    <a:lnTo>
                      <a:pt x="679" y="2075"/>
                    </a:lnTo>
                    <a:lnTo>
                      <a:pt x="679" y="2075"/>
                    </a:lnTo>
                    <a:lnTo>
                      <a:pt x="686" y="2076"/>
                    </a:lnTo>
                    <a:lnTo>
                      <a:pt x="686" y="2076"/>
                    </a:lnTo>
                    <a:lnTo>
                      <a:pt x="701" y="2081"/>
                    </a:lnTo>
                    <a:lnTo>
                      <a:pt x="701" y="2081"/>
                    </a:lnTo>
                    <a:lnTo>
                      <a:pt x="713" y="2083"/>
                    </a:lnTo>
                    <a:lnTo>
                      <a:pt x="714" y="2083"/>
                    </a:lnTo>
                    <a:lnTo>
                      <a:pt x="714" y="2083"/>
                    </a:lnTo>
                    <a:lnTo>
                      <a:pt x="714" y="2083"/>
                    </a:lnTo>
                    <a:lnTo>
                      <a:pt x="729" y="2086"/>
                    </a:lnTo>
                    <a:lnTo>
                      <a:pt x="729" y="2086"/>
                    </a:lnTo>
                    <a:lnTo>
                      <a:pt x="742" y="2089"/>
                    </a:lnTo>
                    <a:lnTo>
                      <a:pt x="742" y="2089"/>
                    </a:lnTo>
                    <a:lnTo>
                      <a:pt x="744" y="2089"/>
                    </a:lnTo>
                    <a:lnTo>
                      <a:pt x="744" y="2089"/>
                    </a:lnTo>
                    <a:lnTo>
                      <a:pt x="747" y="2089"/>
                    </a:lnTo>
                    <a:lnTo>
                      <a:pt x="747" y="2089"/>
                    </a:lnTo>
                    <a:lnTo>
                      <a:pt x="748" y="2091"/>
                    </a:lnTo>
                    <a:lnTo>
                      <a:pt x="748" y="2091"/>
                    </a:lnTo>
                    <a:lnTo>
                      <a:pt x="749" y="2091"/>
                    </a:lnTo>
                    <a:lnTo>
                      <a:pt x="749" y="2091"/>
                    </a:lnTo>
                    <a:lnTo>
                      <a:pt x="881" y="2112"/>
                    </a:lnTo>
                    <a:lnTo>
                      <a:pt x="881" y="2112"/>
                    </a:lnTo>
                    <a:lnTo>
                      <a:pt x="847" y="2104"/>
                    </a:lnTo>
                    <a:lnTo>
                      <a:pt x="847" y="2104"/>
                    </a:lnTo>
                    <a:lnTo>
                      <a:pt x="847" y="2104"/>
                    </a:lnTo>
                    <a:lnTo>
                      <a:pt x="811" y="2095"/>
                    </a:lnTo>
                    <a:lnTo>
                      <a:pt x="811" y="2095"/>
                    </a:lnTo>
                    <a:lnTo>
                      <a:pt x="810" y="2095"/>
                    </a:lnTo>
                    <a:lnTo>
                      <a:pt x="810" y="2095"/>
                    </a:lnTo>
                    <a:lnTo>
                      <a:pt x="776" y="2083"/>
                    </a:lnTo>
                    <a:lnTo>
                      <a:pt x="776" y="2083"/>
                    </a:lnTo>
                    <a:lnTo>
                      <a:pt x="773" y="2082"/>
                    </a:lnTo>
                    <a:lnTo>
                      <a:pt x="773" y="2082"/>
                    </a:lnTo>
                    <a:lnTo>
                      <a:pt x="741" y="2069"/>
                    </a:lnTo>
                    <a:lnTo>
                      <a:pt x="741" y="2069"/>
                    </a:lnTo>
                    <a:lnTo>
                      <a:pt x="738" y="2067"/>
                    </a:lnTo>
                    <a:lnTo>
                      <a:pt x="738" y="2067"/>
                    </a:lnTo>
                    <a:lnTo>
                      <a:pt x="705" y="2051"/>
                    </a:lnTo>
                    <a:lnTo>
                      <a:pt x="705" y="2051"/>
                    </a:lnTo>
                    <a:lnTo>
                      <a:pt x="704" y="2051"/>
                    </a:lnTo>
                    <a:lnTo>
                      <a:pt x="704" y="2051"/>
                    </a:lnTo>
                    <a:lnTo>
                      <a:pt x="670" y="2032"/>
                    </a:lnTo>
                    <a:lnTo>
                      <a:pt x="668" y="2030"/>
                    </a:lnTo>
                    <a:lnTo>
                      <a:pt x="668" y="2030"/>
                    </a:lnTo>
                    <a:lnTo>
                      <a:pt x="636" y="2010"/>
                    </a:lnTo>
                    <a:lnTo>
                      <a:pt x="634" y="2008"/>
                    </a:lnTo>
                    <a:lnTo>
                      <a:pt x="634" y="2008"/>
                    </a:lnTo>
                    <a:lnTo>
                      <a:pt x="601" y="1985"/>
                    </a:lnTo>
                    <a:lnTo>
                      <a:pt x="601" y="1985"/>
                    </a:lnTo>
                    <a:lnTo>
                      <a:pt x="565" y="1957"/>
                    </a:lnTo>
                    <a:lnTo>
                      <a:pt x="565" y="1957"/>
                    </a:lnTo>
                    <a:lnTo>
                      <a:pt x="565" y="1957"/>
                    </a:lnTo>
                    <a:lnTo>
                      <a:pt x="531" y="1926"/>
                    </a:lnTo>
                    <a:lnTo>
                      <a:pt x="530" y="1924"/>
                    </a:lnTo>
                    <a:lnTo>
                      <a:pt x="530" y="1924"/>
                    </a:lnTo>
                    <a:lnTo>
                      <a:pt x="499" y="1893"/>
                    </a:lnTo>
                    <a:lnTo>
                      <a:pt x="499" y="1893"/>
                    </a:lnTo>
                    <a:lnTo>
                      <a:pt x="496" y="1890"/>
                    </a:lnTo>
                    <a:lnTo>
                      <a:pt x="496" y="1890"/>
                    </a:lnTo>
                    <a:lnTo>
                      <a:pt x="465" y="1858"/>
                    </a:lnTo>
                    <a:lnTo>
                      <a:pt x="465" y="1858"/>
                    </a:lnTo>
                    <a:lnTo>
                      <a:pt x="463" y="1855"/>
                    </a:lnTo>
                    <a:lnTo>
                      <a:pt x="463" y="1855"/>
                    </a:lnTo>
                    <a:lnTo>
                      <a:pt x="434" y="1820"/>
                    </a:lnTo>
                    <a:lnTo>
                      <a:pt x="434" y="1820"/>
                    </a:lnTo>
                    <a:lnTo>
                      <a:pt x="431" y="1817"/>
                    </a:lnTo>
                    <a:lnTo>
                      <a:pt x="431" y="1817"/>
                    </a:lnTo>
                    <a:lnTo>
                      <a:pt x="403" y="1778"/>
                    </a:lnTo>
                    <a:lnTo>
                      <a:pt x="403" y="1778"/>
                    </a:lnTo>
                    <a:lnTo>
                      <a:pt x="402" y="1777"/>
                    </a:lnTo>
                    <a:lnTo>
                      <a:pt x="402" y="1777"/>
                    </a:lnTo>
                    <a:lnTo>
                      <a:pt x="373" y="1737"/>
                    </a:lnTo>
                    <a:lnTo>
                      <a:pt x="373" y="1737"/>
                    </a:lnTo>
                    <a:lnTo>
                      <a:pt x="372" y="1736"/>
                    </a:lnTo>
                    <a:lnTo>
                      <a:pt x="372" y="1736"/>
                    </a:lnTo>
                    <a:lnTo>
                      <a:pt x="344" y="1691"/>
                    </a:lnTo>
                    <a:lnTo>
                      <a:pt x="344" y="1691"/>
                    </a:lnTo>
                    <a:lnTo>
                      <a:pt x="343" y="1690"/>
                    </a:lnTo>
                    <a:lnTo>
                      <a:pt x="343" y="1690"/>
                    </a:lnTo>
                    <a:lnTo>
                      <a:pt x="317" y="1644"/>
                    </a:lnTo>
                    <a:lnTo>
                      <a:pt x="317" y="1644"/>
                    </a:lnTo>
                    <a:lnTo>
                      <a:pt x="315" y="1641"/>
                    </a:lnTo>
                    <a:lnTo>
                      <a:pt x="315" y="1641"/>
                    </a:lnTo>
                    <a:lnTo>
                      <a:pt x="291" y="1594"/>
                    </a:lnTo>
                    <a:lnTo>
                      <a:pt x="291" y="1594"/>
                    </a:lnTo>
                    <a:lnTo>
                      <a:pt x="289" y="1591"/>
                    </a:lnTo>
                    <a:lnTo>
                      <a:pt x="289" y="1591"/>
                    </a:lnTo>
                    <a:lnTo>
                      <a:pt x="266" y="1542"/>
                    </a:lnTo>
                    <a:lnTo>
                      <a:pt x="266" y="1542"/>
                    </a:lnTo>
                    <a:lnTo>
                      <a:pt x="264" y="1539"/>
                    </a:lnTo>
                    <a:lnTo>
                      <a:pt x="264" y="1539"/>
                    </a:lnTo>
                    <a:lnTo>
                      <a:pt x="264" y="1539"/>
                    </a:lnTo>
                    <a:lnTo>
                      <a:pt x="244" y="1491"/>
                    </a:lnTo>
                    <a:lnTo>
                      <a:pt x="244" y="1491"/>
                    </a:lnTo>
                    <a:lnTo>
                      <a:pt x="241" y="1485"/>
                    </a:lnTo>
                    <a:lnTo>
                      <a:pt x="241" y="1485"/>
                    </a:lnTo>
                    <a:lnTo>
                      <a:pt x="222" y="1435"/>
                    </a:lnTo>
                    <a:lnTo>
                      <a:pt x="222" y="1435"/>
                    </a:lnTo>
                    <a:lnTo>
                      <a:pt x="219" y="1429"/>
                    </a:lnTo>
                    <a:lnTo>
                      <a:pt x="219" y="1429"/>
                    </a:lnTo>
                    <a:lnTo>
                      <a:pt x="202" y="1379"/>
                    </a:lnTo>
                    <a:lnTo>
                      <a:pt x="202" y="1379"/>
                    </a:lnTo>
                    <a:lnTo>
                      <a:pt x="200" y="1373"/>
                    </a:lnTo>
                    <a:lnTo>
                      <a:pt x="200" y="1373"/>
                    </a:lnTo>
                    <a:lnTo>
                      <a:pt x="185" y="1323"/>
                    </a:lnTo>
                    <a:lnTo>
                      <a:pt x="185" y="1323"/>
                    </a:lnTo>
                    <a:lnTo>
                      <a:pt x="182" y="1312"/>
                    </a:lnTo>
                    <a:lnTo>
                      <a:pt x="182" y="1312"/>
                    </a:lnTo>
                    <a:lnTo>
                      <a:pt x="169" y="1262"/>
                    </a:lnTo>
                    <a:lnTo>
                      <a:pt x="169" y="1262"/>
                    </a:lnTo>
                    <a:lnTo>
                      <a:pt x="167" y="1253"/>
                    </a:lnTo>
                    <a:lnTo>
                      <a:pt x="167" y="1253"/>
                    </a:lnTo>
                    <a:lnTo>
                      <a:pt x="160" y="1218"/>
                    </a:lnTo>
                    <a:lnTo>
                      <a:pt x="160" y="1218"/>
                    </a:lnTo>
                    <a:lnTo>
                      <a:pt x="152" y="1189"/>
                    </a:lnTo>
                    <a:lnTo>
                      <a:pt x="152" y="1189"/>
                    </a:lnTo>
                    <a:lnTo>
                      <a:pt x="148" y="1159"/>
                    </a:lnTo>
                    <a:lnTo>
                      <a:pt x="148" y="1159"/>
                    </a:lnTo>
                    <a:lnTo>
                      <a:pt x="142" y="1128"/>
                    </a:lnTo>
                    <a:lnTo>
                      <a:pt x="142" y="1128"/>
                    </a:lnTo>
                    <a:lnTo>
                      <a:pt x="138" y="1100"/>
                    </a:lnTo>
                    <a:lnTo>
                      <a:pt x="138" y="1100"/>
                    </a:lnTo>
                    <a:lnTo>
                      <a:pt x="133" y="1068"/>
                    </a:lnTo>
                    <a:lnTo>
                      <a:pt x="133" y="1068"/>
                    </a:lnTo>
                    <a:lnTo>
                      <a:pt x="130" y="1040"/>
                    </a:lnTo>
                    <a:lnTo>
                      <a:pt x="130" y="1040"/>
                    </a:lnTo>
                    <a:lnTo>
                      <a:pt x="127" y="1006"/>
                    </a:lnTo>
                    <a:lnTo>
                      <a:pt x="127" y="1006"/>
                    </a:lnTo>
                    <a:lnTo>
                      <a:pt x="126" y="978"/>
                    </a:lnTo>
                    <a:lnTo>
                      <a:pt x="126" y="978"/>
                    </a:lnTo>
                    <a:lnTo>
                      <a:pt x="123" y="944"/>
                    </a:lnTo>
                    <a:lnTo>
                      <a:pt x="123" y="944"/>
                    </a:lnTo>
                    <a:lnTo>
                      <a:pt x="123" y="914"/>
                    </a:lnTo>
                    <a:lnTo>
                      <a:pt x="123" y="914"/>
                    </a:lnTo>
                    <a:lnTo>
                      <a:pt x="121" y="883"/>
                    </a:lnTo>
                    <a:lnTo>
                      <a:pt x="121" y="883"/>
                    </a:lnTo>
                    <a:lnTo>
                      <a:pt x="123" y="845"/>
                    </a:lnTo>
                    <a:lnTo>
                      <a:pt x="123" y="845"/>
                    </a:lnTo>
                    <a:lnTo>
                      <a:pt x="123" y="821"/>
                    </a:lnTo>
                    <a:lnTo>
                      <a:pt x="123" y="821"/>
                    </a:lnTo>
                    <a:lnTo>
                      <a:pt x="126" y="761"/>
                    </a:lnTo>
                    <a:lnTo>
                      <a:pt x="126" y="761"/>
                    </a:lnTo>
                    <a:lnTo>
                      <a:pt x="129" y="724"/>
                    </a:lnTo>
                    <a:lnTo>
                      <a:pt x="133" y="689"/>
                    </a:lnTo>
                    <a:lnTo>
                      <a:pt x="138" y="653"/>
                    </a:lnTo>
                    <a:lnTo>
                      <a:pt x="143" y="618"/>
                    </a:lnTo>
                    <a:lnTo>
                      <a:pt x="157" y="552"/>
                    </a:lnTo>
                    <a:lnTo>
                      <a:pt x="173" y="488"/>
                    </a:lnTo>
                    <a:lnTo>
                      <a:pt x="173" y="488"/>
                    </a:lnTo>
                    <a:lnTo>
                      <a:pt x="191" y="428"/>
                    </a:lnTo>
                    <a:lnTo>
                      <a:pt x="213" y="372"/>
                    </a:lnTo>
                    <a:lnTo>
                      <a:pt x="236" y="317"/>
                    </a:lnTo>
                    <a:lnTo>
                      <a:pt x="261" y="267"/>
                    </a:lnTo>
                    <a:lnTo>
                      <a:pt x="261" y="267"/>
                    </a:lnTo>
                    <a:lnTo>
                      <a:pt x="289" y="223"/>
                    </a:lnTo>
                    <a:lnTo>
                      <a:pt x="317" y="180"/>
                    </a:lnTo>
                    <a:lnTo>
                      <a:pt x="348" y="140"/>
                    </a:lnTo>
                    <a:lnTo>
                      <a:pt x="381" y="105"/>
                    </a:lnTo>
                    <a:lnTo>
                      <a:pt x="381" y="105"/>
                    </a:lnTo>
                    <a:lnTo>
                      <a:pt x="406" y="81"/>
                    </a:lnTo>
                    <a:lnTo>
                      <a:pt x="432" y="58"/>
                    </a:lnTo>
                    <a:lnTo>
                      <a:pt x="432" y="58"/>
                    </a:lnTo>
                    <a:lnTo>
                      <a:pt x="458" y="39"/>
                    </a:lnTo>
                    <a:lnTo>
                      <a:pt x="481" y="22"/>
                    </a:lnTo>
                    <a:lnTo>
                      <a:pt x="481" y="22"/>
                    </a:lnTo>
                    <a:lnTo>
                      <a:pt x="518" y="0"/>
                    </a:lnTo>
                    <a:lnTo>
                      <a:pt x="518" y="0"/>
                    </a:lnTo>
                    <a:lnTo>
                      <a:pt x="518" y="0"/>
                    </a:lnTo>
                    <a:lnTo>
                      <a:pt x="399"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AU" kern="0" dirty="0" smtClean="0">
                  <a:solidFill>
                    <a:prstClr val="black"/>
                  </a:solidFill>
                  <a:latin typeface="Montserrat Light"/>
                  <a:cs typeface="Simplified Arabic" panose="02020603050405020304" pitchFamily="18" charset="-78"/>
                </a:endParaRPr>
              </a:p>
            </p:txBody>
          </p:sp>
          <p:sp>
            <p:nvSpPr>
              <p:cNvPr id="73" name="Freeform 72"/>
              <p:cNvSpPr>
                <a:spLocks/>
              </p:cNvSpPr>
              <p:nvPr/>
            </p:nvSpPr>
            <p:spPr bwMode="auto">
              <a:xfrm>
                <a:off x="670721" y="2024860"/>
                <a:ext cx="2327275" cy="3454400"/>
              </a:xfrm>
              <a:custGeom>
                <a:avLst/>
                <a:gdLst>
                  <a:gd name="T0" fmla="*/ 342 w 1466"/>
                  <a:gd name="T1" fmla="*/ 92 h 2176"/>
                  <a:gd name="T2" fmla="*/ 243 w 1466"/>
                  <a:gd name="T3" fmla="*/ 179 h 2176"/>
                  <a:gd name="T4" fmla="*/ 158 w 1466"/>
                  <a:gd name="T5" fmla="*/ 294 h 2176"/>
                  <a:gd name="T6" fmla="*/ 108 w 1466"/>
                  <a:gd name="T7" fmla="*/ 390 h 2176"/>
                  <a:gd name="T8" fmla="*/ 47 w 1466"/>
                  <a:gd name="T9" fmla="*/ 557 h 2176"/>
                  <a:gd name="T10" fmla="*/ 10 w 1466"/>
                  <a:gd name="T11" fmla="*/ 750 h 2176"/>
                  <a:gd name="T12" fmla="*/ 0 w 1466"/>
                  <a:gd name="T13" fmla="*/ 891 h 2176"/>
                  <a:gd name="T14" fmla="*/ 10 w 1466"/>
                  <a:gd name="T15" fmla="*/ 1108 h 2176"/>
                  <a:gd name="T16" fmla="*/ 47 w 1466"/>
                  <a:gd name="T17" fmla="*/ 1319 h 2176"/>
                  <a:gd name="T18" fmla="*/ 86 w 1466"/>
                  <a:gd name="T19" fmla="*/ 1455 h 2176"/>
                  <a:gd name="T20" fmla="*/ 162 w 1466"/>
                  <a:gd name="T21" fmla="*/ 1640 h 2176"/>
                  <a:gd name="T22" fmla="*/ 258 w 1466"/>
                  <a:gd name="T23" fmla="*/ 1804 h 2176"/>
                  <a:gd name="T24" fmla="*/ 329 w 1466"/>
                  <a:gd name="T25" fmla="*/ 1898 h 2176"/>
                  <a:gd name="T26" fmla="*/ 442 w 1466"/>
                  <a:gd name="T27" fmla="*/ 2013 h 2176"/>
                  <a:gd name="T28" fmla="*/ 563 w 1466"/>
                  <a:gd name="T29" fmla="*/ 2099 h 2176"/>
                  <a:gd name="T30" fmla="*/ 644 w 1466"/>
                  <a:gd name="T31" fmla="*/ 2139 h 2176"/>
                  <a:gd name="T32" fmla="*/ 765 w 1466"/>
                  <a:gd name="T33" fmla="*/ 2171 h 2176"/>
                  <a:gd name="T34" fmla="*/ 885 w 1466"/>
                  <a:gd name="T35" fmla="*/ 2174 h 2176"/>
                  <a:gd name="T36" fmla="*/ 960 w 1466"/>
                  <a:gd name="T37" fmla="*/ 2161 h 2176"/>
                  <a:gd name="T38" fmla="*/ 1062 w 1466"/>
                  <a:gd name="T39" fmla="*/ 2121 h 2176"/>
                  <a:gd name="T40" fmla="*/ 1153 w 1466"/>
                  <a:gd name="T41" fmla="*/ 2061 h 2176"/>
                  <a:gd name="T42" fmla="*/ 1205 w 1466"/>
                  <a:gd name="T43" fmla="*/ 2013 h 2176"/>
                  <a:gd name="T44" fmla="*/ 1274 w 1466"/>
                  <a:gd name="T45" fmla="*/ 1931 h 2176"/>
                  <a:gd name="T46" fmla="*/ 1331 w 1466"/>
                  <a:gd name="T47" fmla="*/ 1837 h 2176"/>
                  <a:gd name="T48" fmla="*/ 1364 w 1466"/>
                  <a:gd name="T49" fmla="*/ 1770 h 2176"/>
                  <a:gd name="T50" fmla="*/ 1404 w 1466"/>
                  <a:gd name="T51" fmla="*/ 1665 h 2176"/>
                  <a:gd name="T52" fmla="*/ 1433 w 1466"/>
                  <a:gd name="T53" fmla="*/ 1553 h 2176"/>
                  <a:gd name="T54" fmla="*/ 1448 w 1466"/>
                  <a:gd name="T55" fmla="*/ 1477 h 2176"/>
                  <a:gd name="T56" fmla="*/ 1461 w 1466"/>
                  <a:gd name="T57" fmla="*/ 1357 h 2176"/>
                  <a:gd name="T58" fmla="*/ 1466 w 1466"/>
                  <a:gd name="T59" fmla="*/ 1232 h 2176"/>
                  <a:gd name="T60" fmla="*/ 1463 w 1466"/>
                  <a:gd name="T61" fmla="*/ 1148 h 2176"/>
                  <a:gd name="T62" fmla="*/ 1449 w 1466"/>
                  <a:gd name="T63" fmla="*/ 1023 h 2176"/>
                  <a:gd name="T64" fmla="*/ 1429 w 1466"/>
                  <a:gd name="T65" fmla="*/ 903 h 2176"/>
                  <a:gd name="T66" fmla="*/ 1410 w 1466"/>
                  <a:gd name="T67" fmla="*/ 824 h 2176"/>
                  <a:gd name="T68" fmla="*/ 1376 w 1466"/>
                  <a:gd name="T69" fmla="*/ 710 h 2176"/>
                  <a:gd name="T70" fmla="*/ 1333 w 1466"/>
                  <a:gd name="T71" fmla="*/ 600 h 2176"/>
                  <a:gd name="T72" fmla="*/ 1299 w 1466"/>
                  <a:gd name="T73" fmla="*/ 529 h 2176"/>
                  <a:gd name="T74" fmla="*/ 1243 w 1466"/>
                  <a:gd name="T75" fmla="*/ 426 h 2176"/>
                  <a:gd name="T76" fmla="*/ 1180 w 1466"/>
                  <a:gd name="T77" fmla="*/ 331 h 2176"/>
                  <a:gd name="T78" fmla="*/ 1131 w 1466"/>
                  <a:gd name="T79" fmla="*/ 271 h 2176"/>
                  <a:gd name="T80" fmla="*/ 1051 w 1466"/>
                  <a:gd name="T81" fmla="*/ 187 h 2176"/>
                  <a:gd name="T82" fmla="*/ 963 w 1466"/>
                  <a:gd name="T83" fmla="*/ 116 h 2176"/>
                  <a:gd name="T84" fmla="*/ 898 w 1466"/>
                  <a:gd name="T85" fmla="*/ 75 h 2176"/>
                  <a:gd name="T86" fmla="*/ 795 w 1466"/>
                  <a:gd name="T87" fmla="*/ 29 h 2176"/>
                  <a:gd name="T88" fmla="*/ 693 w 1466"/>
                  <a:gd name="T89" fmla="*/ 4 h 2176"/>
                  <a:gd name="T90" fmla="*/ 627 w 1466"/>
                  <a:gd name="T91" fmla="*/ 0 h 2176"/>
                  <a:gd name="T92" fmla="*/ 562 w 1466"/>
                  <a:gd name="T93" fmla="*/ 4 h 2176"/>
                  <a:gd name="T94" fmla="*/ 467 w 1466"/>
                  <a:gd name="T95" fmla="*/ 28 h 2176"/>
                  <a:gd name="T96" fmla="*/ 376 w 1466"/>
                  <a:gd name="T97" fmla="*/ 70 h 2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66" h="2176">
                    <a:moveTo>
                      <a:pt x="376" y="70"/>
                    </a:moveTo>
                    <a:lnTo>
                      <a:pt x="376" y="70"/>
                    </a:lnTo>
                    <a:lnTo>
                      <a:pt x="342" y="92"/>
                    </a:lnTo>
                    <a:lnTo>
                      <a:pt x="308" y="119"/>
                    </a:lnTo>
                    <a:lnTo>
                      <a:pt x="276" y="148"/>
                    </a:lnTo>
                    <a:lnTo>
                      <a:pt x="243" y="179"/>
                    </a:lnTo>
                    <a:lnTo>
                      <a:pt x="214" y="215"/>
                    </a:lnTo>
                    <a:lnTo>
                      <a:pt x="186" y="253"/>
                    </a:lnTo>
                    <a:lnTo>
                      <a:pt x="158" y="294"/>
                    </a:lnTo>
                    <a:lnTo>
                      <a:pt x="133" y="340"/>
                    </a:lnTo>
                    <a:lnTo>
                      <a:pt x="133" y="340"/>
                    </a:lnTo>
                    <a:lnTo>
                      <a:pt x="108" y="390"/>
                    </a:lnTo>
                    <a:lnTo>
                      <a:pt x="86" y="443"/>
                    </a:lnTo>
                    <a:lnTo>
                      <a:pt x="65" y="498"/>
                    </a:lnTo>
                    <a:lnTo>
                      <a:pt x="47" y="557"/>
                    </a:lnTo>
                    <a:lnTo>
                      <a:pt x="32" y="619"/>
                    </a:lnTo>
                    <a:lnTo>
                      <a:pt x="21" y="684"/>
                    </a:lnTo>
                    <a:lnTo>
                      <a:pt x="10" y="750"/>
                    </a:lnTo>
                    <a:lnTo>
                      <a:pt x="4" y="819"/>
                    </a:lnTo>
                    <a:lnTo>
                      <a:pt x="4" y="819"/>
                    </a:lnTo>
                    <a:lnTo>
                      <a:pt x="0" y="891"/>
                    </a:lnTo>
                    <a:lnTo>
                      <a:pt x="0" y="964"/>
                    </a:lnTo>
                    <a:lnTo>
                      <a:pt x="3" y="1036"/>
                    </a:lnTo>
                    <a:lnTo>
                      <a:pt x="10" y="1108"/>
                    </a:lnTo>
                    <a:lnTo>
                      <a:pt x="19" y="1179"/>
                    </a:lnTo>
                    <a:lnTo>
                      <a:pt x="31" y="1250"/>
                    </a:lnTo>
                    <a:lnTo>
                      <a:pt x="47" y="1319"/>
                    </a:lnTo>
                    <a:lnTo>
                      <a:pt x="65" y="1388"/>
                    </a:lnTo>
                    <a:lnTo>
                      <a:pt x="65" y="1388"/>
                    </a:lnTo>
                    <a:lnTo>
                      <a:pt x="86" y="1455"/>
                    </a:lnTo>
                    <a:lnTo>
                      <a:pt x="109" y="1518"/>
                    </a:lnTo>
                    <a:lnTo>
                      <a:pt x="134" y="1580"/>
                    </a:lnTo>
                    <a:lnTo>
                      <a:pt x="162" y="1640"/>
                    </a:lnTo>
                    <a:lnTo>
                      <a:pt x="192" y="1698"/>
                    </a:lnTo>
                    <a:lnTo>
                      <a:pt x="224" y="1752"/>
                    </a:lnTo>
                    <a:lnTo>
                      <a:pt x="258" y="1804"/>
                    </a:lnTo>
                    <a:lnTo>
                      <a:pt x="293" y="1854"/>
                    </a:lnTo>
                    <a:lnTo>
                      <a:pt x="293" y="1854"/>
                    </a:lnTo>
                    <a:lnTo>
                      <a:pt x="329" y="1898"/>
                    </a:lnTo>
                    <a:lnTo>
                      <a:pt x="366" y="1940"/>
                    </a:lnTo>
                    <a:lnTo>
                      <a:pt x="403" y="1978"/>
                    </a:lnTo>
                    <a:lnTo>
                      <a:pt x="442" y="2013"/>
                    </a:lnTo>
                    <a:lnTo>
                      <a:pt x="482" y="2046"/>
                    </a:lnTo>
                    <a:lnTo>
                      <a:pt x="522" y="2074"/>
                    </a:lnTo>
                    <a:lnTo>
                      <a:pt x="563" y="2099"/>
                    </a:lnTo>
                    <a:lnTo>
                      <a:pt x="606" y="2121"/>
                    </a:lnTo>
                    <a:lnTo>
                      <a:pt x="606" y="2121"/>
                    </a:lnTo>
                    <a:lnTo>
                      <a:pt x="644" y="2139"/>
                    </a:lnTo>
                    <a:lnTo>
                      <a:pt x="684" y="2152"/>
                    </a:lnTo>
                    <a:lnTo>
                      <a:pt x="725" y="2162"/>
                    </a:lnTo>
                    <a:lnTo>
                      <a:pt x="765" y="2171"/>
                    </a:lnTo>
                    <a:lnTo>
                      <a:pt x="805" y="2176"/>
                    </a:lnTo>
                    <a:lnTo>
                      <a:pt x="845" y="2176"/>
                    </a:lnTo>
                    <a:lnTo>
                      <a:pt x="885" y="2174"/>
                    </a:lnTo>
                    <a:lnTo>
                      <a:pt x="924" y="2168"/>
                    </a:lnTo>
                    <a:lnTo>
                      <a:pt x="924" y="2168"/>
                    </a:lnTo>
                    <a:lnTo>
                      <a:pt x="960" y="2161"/>
                    </a:lnTo>
                    <a:lnTo>
                      <a:pt x="995" y="2149"/>
                    </a:lnTo>
                    <a:lnTo>
                      <a:pt x="1029" y="2136"/>
                    </a:lnTo>
                    <a:lnTo>
                      <a:pt x="1062" y="2121"/>
                    </a:lnTo>
                    <a:lnTo>
                      <a:pt x="1094" y="2103"/>
                    </a:lnTo>
                    <a:lnTo>
                      <a:pt x="1124" y="2083"/>
                    </a:lnTo>
                    <a:lnTo>
                      <a:pt x="1153" y="2061"/>
                    </a:lnTo>
                    <a:lnTo>
                      <a:pt x="1181" y="2037"/>
                    </a:lnTo>
                    <a:lnTo>
                      <a:pt x="1181" y="2037"/>
                    </a:lnTo>
                    <a:lnTo>
                      <a:pt x="1205" y="2013"/>
                    </a:lnTo>
                    <a:lnTo>
                      <a:pt x="1230" y="1987"/>
                    </a:lnTo>
                    <a:lnTo>
                      <a:pt x="1252" y="1960"/>
                    </a:lnTo>
                    <a:lnTo>
                      <a:pt x="1274" y="1931"/>
                    </a:lnTo>
                    <a:lnTo>
                      <a:pt x="1295" y="1901"/>
                    </a:lnTo>
                    <a:lnTo>
                      <a:pt x="1314" y="1869"/>
                    </a:lnTo>
                    <a:lnTo>
                      <a:pt x="1331" y="1837"/>
                    </a:lnTo>
                    <a:lnTo>
                      <a:pt x="1349" y="1803"/>
                    </a:lnTo>
                    <a:lnTo>
                      <a:pt x="1349" y="1803"/>
                    </a:lnTo>
                    <a:lnTo>
                      <a:pt x="1364" y="1770"/>
                    </a:lnTo>
                    <a:lnTo>
                      <a:pt x="1379" y="1736"/>
                    </a:lnTo>
                    <a:lnTo>
                      <a:pt x="1392" y="1701"/>
                    </a:lnTo>
                    <a:lnTo>
                      <a:pt x="1404" y="1665"/>
                    </a:lnTo>
                    <a:lnTo>
                      <a:pt x="1414" y="1629"/>
                    </a:lnTo>
                    <a:lnTo>
                      <a:pt x="1424" y="1592"/>
                    </a:lnTo>
                    <a:lnTo>
                      <a:pt x="1433" y="1553"/>
                    </a:lnTo>
                    <a:lnTo>
                      <a:pt x="1441" y="1514"/>
                    </a:lnTo>
                    <a:lnTo>
                      <a:pt x="1441" y="1514"/>
                    </a:lnTo>
                    <a:lnTo>
                      <a:pt x="1448" y="1477"/>
                    </a:lnTo>
                    <a:lnTo>
                      <a:pt x="1454" y="1437"/>
                    </a:lnTo>
                    <a:lnTo>
                      <a:pt x="1458" y="1397"/>
                    </a:lnTo>
                    <a:lnTo>
                      <a:pt x="1461" y="1357"/>
                    </a:lnTo>
                    <a:lnTo>
                      <a:pt x="1464" y="1316"/>
                    </a:lnTo>
                    <a:lnTo>
                      <a:pt x="1466" y="1275"/>
                    </a:lnTo>
                    <a:lnTo>
                      <a:pt x="1466" y="1232"/>
                    </a:lnTo>
                    <a:lnTo>
                      <a:pt x="1464" y="1189"/>
                    </a:lnTo>
                    <a:lnTo>
                      <a:pt x="1464" y="1189"/>
                    </a:lnTo>
                    <a:lnTo>
                      <a:pt x="1463" y="1148"/>
                    </a:lnTo>
                    <a:lnTo>
                      <a:pt x="1460" y="1105"/>
                    </a:lnTo>
                    <a:lnTo>
                      <a:pt x="1455" y="1064"/>
                    </a:lnTo>
                    <a:lnTo>
                      <a:pt x="1449" y="1023"/>
                    </a:lnTo>
                    <a:lnTo>
                      <a:pt x="1443" y="983"/>
                    </a:lnTo>
                    <a:lnTo>
                      <a:pt x="1436" y="943"/>
                    </a:lnTo>
                    <a:lnTo>
                      <a:pt x="1429" y="903"/>
                    </a:lnTo>
                    <a:lnTo>
                      <a:pt x="1420" y="863"/>
                    </a:lnTo>
                    <a:lnTo>
                      <a:pt x="1420" y="863"/>
                    </a:lnTo>
                    <a:lnTo>
                      <a:pt x="1410" y="824"/>
                    </a:lnTo>
                    <a:lnTo>
                      <a:pt x="1399" y="785"/>
                    </a:lnTo>
                    <a:lnTo>
                      <a:pt x="1387" y="747"/>
                    </a:lnTo>
                    <a:lnTo>
                      <a:pt x="1376" y="710"/>
                    </a:lnTo>
                    <a:lnTo>
                      <a:pt x="1362" y="672"/>
                    </a:lnTo>
                    <a:lnTo>
                      <a:pt x="1348" y="636"/>
                    </a:lnTo>
                    <a:lnTo>
                      <a:pt x="1333" y="600"/>
                    </a:lnTo>
                    <a:lnTo>
                      <a:pt x="1317" y="564"/>
                    </a:lnTo>
                    <a:lnTo>
                      <a:pt x="1317" y="564"/>
                    </a:lnTo>
                    <a:lnTo>
                      <a:pt x="1299" y="529"/>
                    </a:lnTo>
                    <a:lnTo>
                      <a:pt x="1281" y="493"/>
                    </a:lnTo>
                    <a:lnTo>
                      <a:pt x="1262" y="460"/>
                    </a:lnTo>
                    <a:lnTo>
                      <a:pt x="1243" y="426"/>
                    </a:lnTo>
                    <a:lnTo>
                      <a:pt x="1222" y="393"/>
                    </a:lnTo>
                    <a:lnTo>
                      <a:pt x="1202" y="362"/>
                    </a:lnTo>
                    <a:lnTo>
                      <a:pt x="1180" y="331"/>
                    </a:lnTo>
                    <a:lnTo>
                      <a:pt x="1156" y="300"/>
                    </a:lnTo>
                    <a:lnTo>
                      <a:pt x="1156" y="300"/>
                    </a:lnTo>
                    <a:lnTo>
                      <a:pt x="1131" y="271"/>
                    </a:lnTo>
                    <a:lnTo>
                      <a:pt x="1106" y="241"/>
                    </a:lnTo>
                    <a:lnTo>
                      <a:pt x="1079" y="213"/>
                    </a:lnTo>
                    <a:lnTo>
                      <a:pt x="1051" y="187"/>
                    </a:lnTo>
                    <a:lnTo>
                      <a:pt x="1022" y="162"/>
                    </a:lnTo>
                    <a:lnTo>
                      <a:pt x="992" y="138"/>
                    </a:lnTo>
                    <a:lnTo>
                      <a:pt x="963" y="116"/>
                    </a:lnTo>
                    <a:lnTo>
                      <a:pt x="932" y="94"/>
                    </a:lnTo>
                    <a:lnTo>
                      <a:pt x="932" y="94"/>
                    </a:lnTo>
                    <a:lnTo>
                      <a:pt x="898" y="75"/>
                    </a:lnTo>
                    <a:lnTo>
                      <a:pt x="864" y="57"/>
                    </a:lnTo>
                    <a:lnTo>
                      <a:pt x="830" y="41"/>
                    </a:lnTo>
                    <a:lnTo>
                      <a:pt x="795" y="29"/>
                    </a:lnTo>
                    <a:lnTo>
                      <a:pt x="761" y="17"/>
                    </a:lnTo>
                    <a:lnTo>
                      <a:pt x="727" y="10"/>
                    </a:lnTo>
                    <a:lnTo>
                      <a:pt x="693" y="4"/>
                    </a:lnTo>
                    <a:lnTo>
                      <a:pt x="658" y="1"/>
                    </a:lnTo>
                    <a:lnTo>
                      <a:pt x="658" y="1"/>
                    </a:lnTo>
                    <a:lnTo>
                      <a:pt x="627" y="0"/>
                    </a:lnTo>
                    <a:lnTo>
                      <a:pt x="627" y="0"/>
                    </a:lnTo>
                    <a:lnTo>
                      <a:pt x="594" y="1"/>
                    </a:lnTo>
                    <a:lnTo>
                      <a:pt x="562" y="4"/>
                    </a:lnTo>
                    <a:lnTo>
                      <a:pt x="529" y="10"/>
                    </a:lnTo>
                    <a:lnTo>
                      <a:pt x="498" y="17"/>
                    </a:lnTo>
                    <a:lnTo>
                      <a:pt x="467" y="28"/>
                    </a:lnTo>
                    <a:lnTo>
                      <a:pt x="436" y="39"/>
                    </a:lnTo>
                    <a:lnTo>
                      <a:pt x="407" y="54"/>
                    </a:lnTo>
                    <a:lnTo>
                      <a:pt x="376" y="70"/>
                    </a:lnTo>
                    <a:close/>
                  </a:path>
                </a:pathLst>
              </a:custGeom>
              <a:solidFill>
                <a:srgbClr val="F3F3F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AU" kern="0" dirty="0" smtClean="0">
                  <a:solidFill>
                    <a:prstClr val="black"/>
                  </a:solidFill>
                  <a:latin typeface="Montserrat Light"/>
                  <a:cs typeface="Simplified Arabic" panose="02020603050405020304" pitchFamily="18" charset="-78"/>
                </a:endParaRPr>
              </a:p>
            </p:txBody>
          </p:sp>
          <p:sp>
            <p:nvSpPr>
              <p:cNvPr id="74" name="Freeform 14"/>
              <p:cNvSpPr>
                <a:spLocks/>
              </p:cNvSpPr>
              <p:nvPr/>
            </p:nvSpPr>
            <p:spPr bwMode="auto">
              <a:xfrm>
                <a:off x="775891" y="2143126"/>
                <a:ext cx="2159000" cy="3206750"/>
              </a:xfrm>
              <a:custGeom>
                <a:avLst/>
                <a:gdLst>
                  <a:gd name="T0" fmla="*/ 317 w 1360"/>
                  <a:gd name="T1" fmla="*/ 87 h 2020"/>
                  <a:gd name="T2" fmla="*/ 226 w 1360"/>
                  <a:gd name="T3" fmla="*/ 168 h 2020"/>
                  <a:gd name="T4" fmla="*/ 146 w 1360"/>
                  <a:gd name="T5" fmla="*/ 274 h 2020"/>
                  <a:gd name="T6" fmla="*/ 101 w 1360"/>
                  <a:gd name="T7" fmla="*/ 363 h 2020"/>
                  <a:gd name="T8" fmla="*/ 45 w 1360"/>
                  <a:gd name="T9" fmla="*/ 517 h 2020"/>
                  <a:gd name="T10" fmla="*/ 9 w 1360"/>
                  <a:gd name="T11" fmla="*/ 696 h 2020"/>
                  <a:gd name="T12" fmla="*/ 0 w 1360"/>
                  <a:gd name="T13" fmla="*/ 828 h 2020"/>
                  <a:gd name="T14" fmla="*/ 9 w 1360"/>
                  <a:gd name="T15" fmla="*/ 1029 h 2020"/>
                  <a:gd name="T16" fmla="*/ 43 w 1360"/>
                  <a:gd name="T17" fmla="*/ 1225 h 2020"/>
                  <a:gd name="T18" fmla="*/ 80 w 1360"/>
                  <a:gd name="T19" fmla="*/ 1350 h 2020"/>
                  <a:gd name="T20" fmla="*/ 151 w 1360"/>
                  <a:gd name="T21" fmla="*/ 1523 h 2020"/>
                  <a:gd name="T22" fmla="*/ 239 w 1360"/>
                  <a:gd name="T23" fmla="*/ 1675 h 2020"/>
                  <a:gd name="T24" fmla="*/ 304 w 1360"/>
                  <a:gd name="T25" fmla="*/ 1762 h 2020"/>
                  <a:gd name="T26" fmla="*/ 410 w 1360"/>
                  <a:gd name="T27" fmla="*/ 1869 h 2020"/>
                  <a:gd name="T28" fmla="*/ 522 w 1360"/>
                  <a:gd name="T29" fmla="*/ 1949 h 2020"/>
                  <a:gd name="T30" fmla="*/ 599 w 1360"/>
                  <a:gd name="T31" fmla="*/ 1984 h 2020"/>
                  <a:gd name="T32" fmla="*/ 709 w 1360"/>
                  <a:gd name="T33" fmla="*/ 2015 h 2020"/>
                  <a:gd name="T34" fmla="*/ 822 w 1360"/>
                  <a:gd name="T35" fmla="*/ 2018 h 2020"/>
                  <a:gd name="T36" fmla="*/ 891 w 1360"/>
                  <a:gd name="T37" fmla="*/ 2005 h 2020"/>
                  <a:gd name="T38" fmla="*/ 985 w 1360"/>
                  <a:gd name="T39" fmla="*/ 1968 h 2020"/>
                  <a:gd name="T40" fmla="*/ 1069 w 1360"/>
                  <a:gd name="T41" fmla="*/ 1913 h 2020"/>
                  <a:gd name="T42" fmla="*/ 1118 w 1360"/>
                  <a:gd name="T43" fmla="*/ 1868 h 2020"/>
                  <a:gd name="T44" fmla="*/ 1181 w 1360"/>
                  <a:gd name="T45" fmla="*/ 1793 h 2020"/>
                  <a:gd name="T46" fmla="*/ 1236 w 1360"/>
                  <a:gd name="T47" fmla="*/ 1706 h 2020"/>
                  <a:gd name="T48" fmla="*/ 1265 w 1360"/>
                  <a:gd name="T49" fmla="*/ 1644 h 2020"/>
                  <a:gd name="T50" fmla="*/ 1302 w 1360"/>
                  <a:gd name="T51" fmla="*/ 1546 h 2020"/>
                  <a:gd name="T52" fmla="*/ 1330 w 1360"/>
                  <a:gd name="T53" fmla="*/ 1442 h 2020"/>
                  <a:gd name="T54" fmla="*/ 1343 w 1360"/>
                  <a:gd name="T55" fmla="*/ 1371 h 2020"/>
                  <a:gd name="T56" fmla="*/ 1355 w 1360"/>
                  <a:gd name="T57" fmla="*/ 1260 h 2020"/>
                  <a:gd name="T58" fmla="*/ 1360 w 1360"/>
                  <a:gd name="T59" fmla="*/ 1144 h 2020"/>
                  <a:gd name="T60" fmla="*/ 1357 w 1360"/>
                  <a:gd name="T61" fmla="*/ 1066 h 2020"/>
                  <a:gd name="T62" fmla="*/ 1345 w 1360"/>
                  <a:gd name="T63" fmla="*/ 951 h 2020"/>
                  <a:gd name="T64" fmla="*/ 1326 w 1360"/>
                  <a:gd name="T65" fmla="*/ 839 h 2020"/>
                  <a:gd name="T66" fmla="*/ 1308 w 1360"/>
                  <a:gd name="T67" fmla="*/ 765 h 2020"/>
                  <a:gd name="T68" fmla="*/ 1276 w 1360"/>
                  <a:gd name="T69" fmla="*/ 659 h 2020"/>
                  <a:gd name="T70" fmla="*/ 1236 w 1360"/>
                  <a:gd name="T71" fmla="*/ 557 h 2020"/>
                  <a:gd name="T72" fmla="*/ 1206 w 1360"/>
                  <a:gd name="T73" fmla="*/ 491 h 2020"/>
                  <a:gd name="T74" fmla="*/ 1153 w 1360"/>
                  <a:gd name="T75" fmla="*/ 396 h 2020"/>
                  <a:gd name="T76" fmla="*/ 1094 w 1360"/>
                  <a:gd name="T77" fmla="*/ 308 h 2020"/>
                  <a:gd name="T78" fmla="*/ 1050 w 1360"/>
                  <a:gd name="T79" fmla="*/ 252 h 2020"/>
                  <a:gd name="T80" fmla="*/ 975 w 1360"/>
                  <a:gd name="T81" fmla="*/ 174 h 2020"/>
                  <a:gd name="T82" fmla="*/ 894 w 1360"/>
                  <a:gd name="T83" fmla="*/ 107 h 2020"/>
                  <a:gd name="T84" fmla="*/ 833 w 1360"/>
                  <a:gd name="T85" fmla="*/ 69 h 2020"/>
                  <a:gd name="T86" fmla="*/ 737 w 1360"/>
                  <a:gd name="T87" fmla="*/ 26 h 2020"/>
                  <a:gd name="T88" fmla="*/ 642 w 1360"/>
                  <a:gd name="T89" fmla="*/ 4 h 2020"/>
                  <a:gd name="T90" fmla="*/ 581 w 1360"/>
                  <a:gd name="T91" fmla="*/ 0 h 2020"/>
                  <a:gd name="T92" fmla="*/ 521 w 1360"/>
                  <a:gd name="T93" fmla="*/ 4 h 2020"/>
                  <a:gd name="T94" fmla="*/ 434 w 1360"/>
                  <a:gd name="T95" fmla="*/ 25 h 2020"/>
                  <a:gd name="T96" fmla="*/ 350 w 1360"/>
                  <a:gd name="T97" fmla="*/ 65 h 2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0" h="2020">
                    <a:moveTo>
                      <a:pt x="350" y="65"/>
                    </a:moveTo>
                    <a:lnTo>
                      <a:pt x="350" y="65"/>
                    </a:lnTo>
                    <a:lnTo>
                      <a:pt x="317" y="87"/>
                    </a:lnTo>
                    <a:lnTo>
                      <a:pt x="285" y="110"/>
                    </a:lnTo>
                    <a:lnTo>
                      <a:pt x="255" y="138"/>
                    </a:lnTo>
                    <a:lnTo>
                      <a:pt x="226" y="168"/>
                    </a:lnTo>
                    <a:lnTo>
                      <a:pt x="198" y="200"/>
                    </a:lnTo>
                    <a:lnTo>
                      <a:pt x="171" y="236"/>
                    </a:lnTo>
                    <a:lnTo>
                      <a:pt x="146" y="274"/>
                    </a:lnTo>
                    <a:lnTo>
                      <a:pt x="123" y="315"/>
                    </a:lnTo>
                    <a:lnTo>
                      <a:pt x="123" y="315"/>
                    </a:lnTo>
                    <a:lnTo>
                      <a:pt x="101" y="363"/>
                    </a:lnTo>
                    <a:lnTo>
                      <a:pt x="80" y="411"/>
                    </a:lnTo>
                    <a:lnTo>
                      <a:pt x="61" y="463"/>
                    </a:lnTo>
                    <a:lnTo>
                      <a:pt x="45" y="517"/>
                    </a:lnTo>
                    <a:lnTo>
                      <a:pt x="30" y="575"/>
                    </a:lnTo>
                    <a:lnTo>
                      <a:pt x="18" y="634"/>
                    </a:lnTo>
                    <a:lnTo>
                      <a:pt x="9" y="696"/>
                    </a:lnTo>
                    <a:lnTo>
                      <a:pt x="3" y="761"/>
                    </a:lnTo>
                    <a:lnTo>
                      <a:pt x="3" y="761"/>
                    </a:lnTo>
                    <a:lnTo>
                      <a:pt x="0" y="828"/>
                    </a:lnTo>
                    <a:lnTo>
                      <a:pt x="0" y="895"/>
                    </a:lnTo>
                    <a:lnTo>
                      <a:pt x="3" y="963"/>
                    </a:lnTo>
                    <a:lnTo>
                      <a:pt x="9" y="1029"/>
                    </a:lnTo>
                    <a:lnTo>
                      <a:pt x="18" y="1095"/>
                    </a:lnTo>
                    <a:lnTo>
                      <a:pt x="30" y="1160"/>
                    </a:lnTo>
                    <a:lnTo>
                      <a:pt x="43" y="1225"/>
                    </a:lnTo>
                    <a:lnTo>
                      <a:pt x="61" y="1288"/>
                    </a:lnTo>
                    <a:lnTo>
                      <a:pt x="61" y="1288"/>
                    </a:lnTo>
                    <a:lnTo>
                      <a:pt x="80" y="1350"/>
                    </a:lnTo>
                    <a:lnTo>
                      <a:pt x="101" y="1409"/>
                    </a:lnTo>
                    <a:lnTo>
                      <a:pt x="124" y="1467"/>
                    </a:lnTo>
                    <a:lnTo>
                      <a:pt x="151" y="1523"/>
                    </a:lnTo>
                    <a:lnTo>
                      <a:pt x="179" y="1576"/>
                    </a:lnTo>
                    <a:lnTo>
                      <a:pt x="208" y="1626"/>
                    </a:lnTo>
                    <a:lnTo>
                      <a:pt x="239" y="1675"/>
                    </a:lnTo>
                    <a:lnTo>
                      <a:pt x="272" y="1720"/>
                    </a:lnTo>
                    <a:lnTo>
                      <a:pt x="272" y="1720"/>
                    </a:lnTo>
                    <a:lnTo>
                      <a:pt x="304" y="1762"/>
                    </a:lnTo>
                    <a:lnTo>
                      <a:pt x="339" y="1800"/>
                    </a:lnTo>
                    <a:lnTo>
                      <a:pt x="373" y="1837"/>
                    </a:lnTo>
                    <a:lnTo>
                      <a:pt x="410" y="1869"/>
                    </a:lnTo>
                    <a:lnTo>
                      <a:pt x="447" y="1899"/>
                    </a:lnTo>
                    <a:lnTo>
                      <a:pt x="484" y="1925"/>
                    </a:lnTo>
                    <a:lnTo>
                      <a:pt x="522" y="1949"/>
                    </a:lnTo>
                    <a:lnTo>
                      <a:pt x="562" y="1970"/>
                    </a:lnTo>
                    <a:lnTo>
                      <a:pt x="562" y="1970"/>
                    </a:lnTo>
                    <a:lnTo>
                      <a:pt x="599" y="1984"/>
                    </a:lnTo>
                    <a:lnTo>
                      <a:pt x="636" y="1998"/>
                    </a:lnTo>
                    <a:lnTo>
                      <a:pt x="673" y="2008"/>
                    </a:lnTo>
                    <a:lnTo>
                      <a:pt x="709" y="2015"/>
                    </a:lnTo>
                    <a:lnTo>
                      <a:pt x="746" y="2020"/>
                    </a:lnTo>
                    <a:lnTo>
                      <a:pt x="785" y="2020"/>
                    </a:lnTo>
                    <a:lnTo>
                      <a:pt x="822" y="2018"/>
                    </a:lnTo>
                    <a:lnTo>
                      <a:pt x="858" y="2012"/>
                    </a:lnTo>
                    <a:lnTo>
                      <a:pt x="858" y="2012"/>
                    </a:lnTo>
                    <a:lnTo>
                      <a:pt x="891" y="2005"/>
                    </a:lnTo>
                    <a:lnTo>
                      <a:pt x="923" y="1996"/>
                    </a:lnTo>
                    <a:lnTo>
                      <a:pt x="956" y="1983"/>
                    </a:lnTo>
                    <a:lnTo>
                      <a:pt x="985" y="1968"/>
                    </a:lnTo>
                    <a:lnTo>
                      <a:pt x="1015" y="1952"/>
                    </a:lnTo>
                    <a:lnTo>
                      <a:pt x="1043" y="1934"/>
                    </a:lnTo>
                    <a:lnTo>
                      <a:pt x="1069" y="1913"/>
                    </a:lnTo>
                    <a:lnTo>
                      <a:pt x="1096" y="1891"/>
                    </a:lnTo>
                    <a:lnTo>
                      <a:pt x="1096" y="1891"/>
                    </a:lnTo>
                    <a:lnTo>
                      <a:pt x="1118" y="1868"/>
                    </a:lnTo>
                    <a:lnTo>
                      <a:pt x="1140" y="1844"/>
                    </a:lnTo>
                    <a:lnTo>
                      <a:pt x="1162" y="1819"/>
                    </a:lnTo>
                    <a:lnTo>
                      <a:pt x="1181" y="1793"/>
                    </a:lnTo>
                    <a:lnTo>
                      <a:pt x="1200" y="1765"/>
                    </a:lnTo>
                    <a:lnTo>
                      <a:pt x="1218" y="1735"/>
                    </a:lnTo>
                    <a:lnTo>
                      <a:pt x="1236" y="1706"/>
                    </a:lnTo>
                    <a:lnTo>
                      <a:pt x="1252" y="1675"/>
                    </a:lnTo>
                    <a:lnTo>
                      <a:pt x="1252" y="1675"/>
                    </a:lnTo>
                    <a:lnTo>
                      <a:pt x="1265" y="1644"/>
                    </a:lnTo>
                    <a:lnTo>
                      <a:pt x="1279" y="1611"/>
                    </a:lnTo>
                    <a:lnTo>
                      <a:pt x="1290" y="1579"/>
                    </a:lnTo>
                    <a:lnTo>
                      <a:pt x="1302" y="1546"/>
                    </a:lnTo>
                    <a:lnTo>
                      <a:pt x="1312" y="1512"/>
                    </a:lnTo>
                    <a:lnTo>
                      <a:pt x="1321" y="1477"/>
                    </a:lnTo>
                    <a:lnTo>
                      <a:pt x="1330" y="1442"/>
                    </a:lnTo>
                    <a:lnTo>
                      <a:pt x="1338" y="1406"/>
                    </a:lnTo>
                    <a:lnTo>
                      <a:pt x="1338" y="1406"/>
                    </a:lnTo>
                    <a:lnTo>
                      <a:pt x="1343" y="1371"/>
                    </a:lnTo>
                    <a:lnTo>
                      <a:pt x="1348" y="1334"/>
                    </a:lnTo>
                    <a:lnTo>
                      <a:pt x="1352" y="1297"/>
                    </a:lnTo>
                    <a:lnTo>
                      <a:pt x="1355" y="1260"/>
                    </a:lnTo>
                    <a:lnTo>
                      <a:pt x="1358" y="1222"/>
                    </a:lnTo>
                    <a:lnTo>
                      <a:pt x="1360" y="1184"/>
                    </a:lnTo>
                    <a:lnTo>
                      <a:pt x="1360" y="1144"/>
                    </a:lnTo>
                    <a:lnTo>
                      <a:pt x="1358" y="1104"/>
                    </a:lnTo>
                    <a:lnTo>
                      <a:pt x="1358" y="1104"/>
                    </a:lnTo>
                    <a:lnTo>
                      <a:pt x="1357" y="1066"/>
                    </a:lnTo>
                    <a:lnTo>
                      <a:pt x="1354" y="1027"/>
                    </a:lnTo>
                    <a:lnTo>
                      <a:pt x="1349" y="989"/>
                    </a:lnTo>
                    <a:lnTo>
                      <a:pt x="1345" y="951"/>
                    </a:lnTo>
                    <a:lnTo>
                      <a:pt x="1339" y="912"/>
                    </a:lnTo>
                    <a:lnTo>
                      <a:pt x="1333" y="876"/>
                    </a:lnTo>
                    <a:lnTo>
                      <a:pt x="1326" y="839"/>
                    </a:lnTo>
                    <a:lnTo>
                      <a:pt x="1317" y="802"/>
                    </a:lnTo>
                    <a:lnTo>
                      <a:pt x="1317" y="802"/>
                    </a:lnTo>
                    <a:lnTo>
                      <a:pt x="1308" y="765"/>
                    </a:lnTo>
                    <a:lnTo>
                      <a:pt x="1298" y="730"/>
                    </a:lnTo>
                    <a:lnTo>
                      <a:pt x="1287" y="694"/>
                    </a:lnTo>
                    <a:lnTo>
                      <a:pt x="1276" y="659"/>
                    </a:lnTo>
                    <a:lnTo>
                      <a:pt x="1264" y="625"/>
                    </a:lnTo>
                    <a:lnTo>
                      <a:pt x="1251" y="591"/>
                    </a:lnTo>
                    <a:lnTo>
                      <a:pt x="1236" y="557"/>
                    </a:lnTo>
                    <a:lnTo>
                      <a:pt x="1223" y="525"/>
                    </a:lnTo>
                    <a:lnTo>
                      <a:pt x="1223" y="525"/>
                    </a:lnTo>
                    <a:lnTo>
                      <a:pt x="1206" y="491"/>
                    </a:lnTo>
                    <a:lnTo>
                      <a:pt x="1189" y="458"/>
                    </a:lnTo>
                    <a:lnTo>
                      <a:pt x="1172" y="427"/>
                    </a:lnTo>
                    <a:lnTo>
                      <a:pt x="1153" y="396"/>
                    </a:lnTo>
                    <a:lnTo>
                      <a:pt x="1134" y="365"/>
                    </a:lnTo>
                    <a:lnTo>
                      <a:pt x="1115" y="336"/>
                    </a:lnTo>
                    <a:lnTo>
                      <a:pt x="1094" y="308"/>
                    </a:lnTo>
                    <a:lnTo>
                      <a:pt x="1072" y="280"/>
                    </a:lnTo>
                    <a:lnTo>
                      <a:pt x="1072" y="280"/>
                    </a:lnTo>
                    <a:lnTo>
                      <a:pt x="1050" y="252"/>
                    </a:lnTo>
                    <a:lnTo>
                      <a:pt x="1026" y="224"/>
                    </a:lnTo>
                    <a:lnTo>
                      <a:pt x="1001" y="199"/>
                    </a:lnTo>
                    <a:lnTo>
                      <a:pt x="975" y="174"/>
                    </a:lnTo>
                    <a:lnTo>
                      <a:pt x="948" y="150"/>
                    </a:lnTo>
                    <a:lnTo>
                      <a:pt x="922" y="128"/>
                    </a:lnTo>
                    <a:lnTo>
                      <a:pt x="894" y="107"/>
                    </a:lnTo>
                    <a:lnTo>
                      <a:pt x="864" y="88"/>
                    </a:lnTo>
                    <a:lnTo>
                      <a:pt x="864" y="88"/>
                    </a:lnTo>
                    <a:lnTo>
                      <a:pt x="833" y="69"/>
                    </a:lnTo>
                    <a:lnTo>
                      <a:pt x="801" y="53"/>
                    </a:lnTo>
                    <a:lnTo>
                      <a:pt x="770" y="38"/>
                    </a:lnTo>
                    <a:lnTo>
                      <a:pt x="737" y="26"/>
                    </a:lnTo>
                    <a:lnTo>
                      <a:pt x="707" y="18"/>
                    </a:lnTo>
                    <a:lnTo>
                      <a:pt x="674" y="9"/>
                    </a:lnTo>
                    <a:lnTo>
                      <a:pt x="642" y="4"/>
                    </a:lnTo>
                    <a:lnTo>
                      <a:pt x="611" y="1"/>
                    </a:lnTo>
                    <a:lnTo>
                      <a:pt x="611" y="1"/>
                    </a:lnTo>
                    <a:lnTo>
                      <a:pt x="581" y="0"/>
                    </a:lnTo>
                    <a:lnTo>
                      <a:pt x="581" y="0"/>
                    </a:lnTo>
                    <a:lnTo>
                      <a:pt x="552" y="1"/>
                    </a:lnTo>
                    <a:lnTo>
                      <a:pt x="521" y="4"/>
                    </a:lnTo>
                    <a:lnTo>
                      <a:pt x="491" y="9"/>
                    </a:lnTo>
                    <a:lnTo>
                      <a:pt x="462" y="16"/>
                    </a:lnTo>
                    <a:lnTo>
                      <a:pt x="434" y="25"/>
                    </a:lnTo>
                    <a:lnTo>
                      <a:pt x="404" y="37"/>
                    </a:lnTo>
                    <a:lnTo>
                      <a:pt x="376" y="50"/>
                    </a:lnTo>
                    <a:lnTo>
                      <a:pt x="350" y="65"/>
                    </a:lnTo>
                    <a:close/>
                  </a:path>
                </a:pathLst>
              </a:custGeom>
              <a:gradFill>
                <a:gsLst>
                  <a:gs pos="0">
                    <a:srgbClr val="BD2223"/>
                  </a:gs>
                  <a:gs pos="100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AU" kern="0" dirty="0" smtClean="0">
                  <a:solidFill>
                    <a:prstClr val="black"/>
                  </a:solidFill>
                  <a:latin typeface="Montserrat Light"/>
                  <a:cs typeface="Simplified Arabic" panose="02020603050405020304" pitchFamily="18" charset="-78"/>
                </a:endParaRPr>
              </a:p>
            </p:txBody>
          </p:sp>
          <p:sp>
            <p:nvSpPr>
              <p:cNvPr id="75" name="Freeform 17"/>
              <p:cNvSpPr>
                <a:spLocks/>
              </p:cNvSpPr>
              <p:nvPr/>
            </p:nvSpPr>
            <p:spPr bwMode="auto">
              <a:xfrm>
                <a:off x="1104106" y="2603500"/>
                <a:ext cx="1576388" cy="2338388"/>
              </a:xfrm>
              <a:custGeom>
                <a:avLst/>
                <a:gdLst>
                  <a:gd name="T0" fmla="*/ 232 w 993"/>
                  <a:gd name="T1" fmla="*/ 64 h 1473"/>
                  <a:gd name="T2" fmla="*/ 166 w 993"/>
                  <a:gd name="T3" fmla="*/ 123 h 1473"/>
                  <a:gd name="T4" fmla="*/ 108 w 993"/>
                  <a:gd name="T5" fmla="*/ 200 h 1473"/>
                  <a:gd name="T6" fmla="*/ 74 w 993"/>
                  <a:gd name="T7" fmla="*/ 264 h 1473"/>
                  <a:gd name="T8" fmla="*/ 33 w 993"/>
                  <a:gd name="T9" fmla="*/ 378 h 1473"/>
                  <a:gd name="T10" fmla="*/ 8 w 993"/>
                  <a:gd name="T11" fmla="*/ 508 h 1473"/>
                  <a:gd name="T12" fmla="*/ 0 w 993"/>
                  <a:gd name="T13" fmla="*/ 603 h 1473"/>
                  <a:gd name="T14" fmla="*/ 8 w 993"/>
                  <a:gd name="T15" fmla="*/ 751 h 1473"/>
                  <a:gd name="T16" fmla="*/ 33 w 993"/>
                  <a:gd name="T17" fmla="*/ 894 h 1473"/>
                  <a:gd name="T18" fmla="*/ 59 w 993"/>
                  <a:gd name="T19" fmla="*/ 985 h 1473"/>
                  <a:gd name="T20" fmla="*/ 111 w 993"/>
                  <a:gd name="T21" fmla="*/ 1111 h 1473"/>
                  <a:gd name="T22" fmla="*/ 174 w 993"/>
                  <a:gd name="T23" fmla="*/ 1223 h 1473"/>
                  <a:gd name="T24" fmla="*/ 223 w 993"/>
                  <a:gd name="T25" fmla="*/ 1286 h 1473"/>
                  <a:gd name="T26" fmla="*/ 300 w 993"/>
                  <a:gd name="T27" fmla="*/ 1363 h 1473"/>
                  <a:gd name="T28" fmla="*/ 382 w 993"/>
                  <a:gd name="T29" fmla="*/ 1422 h 1473"/>
                  <a:gd name="T30" fmla="*/ 437 w 993"/>
                  <a:gd name="T31" fmla="*/ 1448 h 1473"/>
                  <a:gd name="T32" fmla="*/ 518 w 993"/>
                  <a:gd name="T33" fmla="*/ 1470 h 1473"/>
                  <a:gd name="T34" fmla="*/ 599 w 993"/>
                  <a:gd name="T35" fmla="*/ 1472 h 1473"/>
                  <a:gd name="T36" fmla="*/ 651 w 993"/>
                  <a:gd name="T37" fmla="*/ 1463 h 1473"/>
                  <a:gd name="T38" fmla="*/ 720 w 993"/>
                  <a:gd name="T39" fmla="*/ 1436 h 1473"/>
                  <a:gd name="T40" fmla="*/ 780 w 993"/>
                  <a:gd name="T41" fmla="*/ 1395 h 1473"/>
                  <a:gd name="T42" fmla="*/ 817 w 993"/>
                  <a:gd name="T43" fmla="*/ 1363 h 1473"/>
                  <a:gd name="T44" fmla="*/ 863 w 993"/>
                  <a:gd name="T45" fmla="*/ 1308 h 1473"/>
                  <a:gd name="T46" fmla="*/ 903 w 993"/>
                  <a:gd name="T47" fmla="*/ 1245 h 1473"/>
                  <a:gd name="T48" fmla="*/ 923 w 993"/>
                  <a:gd name="T49" fmla="*/ 1199 h 1473"/>
                  <a:gd name="T50" fmla="*/ 965 w 993"/>
                  <a:gd name="T51" fmla="*/ 1078 h 1473"/>
                  <a:gd name="T52" fmla="*/ 984 w 993"/>
                  <a:gd name="T53" fmla="*/ 974 h 1473"/>
                  <a:gd name="T54" fmla="*/ 991 w 993"/>
                  <a:gd name="T55" fmla="*/ 805 h 1473"/>
                  <a:gd name="T56" fmla="*/ 982 w 993"/>
                  <a:gd name="T57" fmla="*/ 693 h 1473"/>
                  <a:gd name="T58" fmla="*/ 962 w 993"/>
                  <a:gd name="T59" fmla="*/ 584 h 1473"/>
                  <a:gd name="T60" fmla="*/ 913 w 993"/>
                  <a:gd name="T61" fmla="*/ 431 h 1473"/>
                  <a:gd name="T62" fmla="*/ 869 w 993"/>
                  <a:gd name="T63" fmla="*/ 335 h 1473"/>
                  <a:gd name="T64" fmla="*/ 783 w 993"/>
                  <a:gd name="T65" fmla="*/ 204 h 1473"/>
                  <a:gd name="T66" fmla="*/ 749 w 993"/>
                  <a:gd name="T67" fmla="*/ 164 h 1473"/>
                  <a:gd name="T68" fmla="*/ 693 w 993"/>
                  <a:gd name="T69" fmla="*/ 110 h 1473"/>
                  <a:gd name="T70" fmla="*/ 631 w 993"/>
                  <a:gd name="T71" fmla="*/ 64 h 1473"/>
                  <a:gd name="T72" fmla="*/ 586 w 993"/>
                  <a:gd name="T73" fmla="*/ 39 h 1473"/>
                  <a:gd name="T74" fmla="*/ 515 w 993"/>
                  <a:gd name="T75" fmla="*/ 12 h 1473"/>
                  <a:gd name="T76" fmla="*/ 446 w 993"/>
                  <a:gd name="T77" fmla="*/ 0 h 1473"/>
                  <a:gd name="T78" fmla="*/ 425 w 993"/>
                  <a:gd name="T79" fmla="*/ 0 h 1473"/>
                  <a:gd name="T80" fmla="*/ 359 w 993"/>
                  <a:gd name="T81" fmla="*/ 6 h 1473"/>
                  <a:gd name="T82" fmla="*/ 297 w 993"/>
                  <a:gd name="T83" fmla="*/ 27 h 1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93" h="1473">
                    <a:moveTo>
                      <a:pt x="255" y="48"/>
                    </a:moveTo>
                    <a:lnTo>
                      <a:pt x="255" y="48"/>
                    </a:lnTo>
                    <a:lnTo>
                      <a:pt x="232" y="64"/>
                    </a:lnTo>
                    <a:lnTo>
                      <a:pt x="208" y="82"/>
                    </a:lnTo>
                    <a:lnTo>
                      <a:pt x="186" y="101"/>
                    </a:lnTo>
                    <a:lnTo>
                      <a:pt x="166" y="123"/>
                    </a:lnTo>
                    <a:lnTo>
                      <a:pt x="145" y="146"/>
                    </a:lnTo>
                    <a:lnTo>
                      <a:pt x="126" y="172"/>
                    </a:lnTo>
                    <a:lnTo>
                      <a:pt x="108" y="200"/>
                    </a:lnTo>
                    <a:lnTo>
                      <a:pt x="90" y="230"/>
                    </a:lnTo>
                    <a:lnTo>
                      <a:pt x="90" y="230"/>
                    </a:lnTo>
                    <a:lnTo>
                      <a:pt x="74" y="264"/>
                    </a:lnTo>
                    <a:lnTo>
                      <a:pt x="58" y="300"/>
                    </a:lnTo>
                    <a:lnTo>
                      <a:pt x="45" y="338"/>
                    </a:lnTo>
                    <a:lnTo>
                      <a:pt x="33" y="378"/>
                    </a:lnTo>
                    <a:lnTo>
                      <a:pt x="22" y="419"/>
                    </a:lnTo>
                    <a:lnTo>
                      <a:pt x="14" y="463"/>
                    </a:lnTo>
                    <a:lnTo>
                      <a:pt x="8" y="508"/>
                    </a:lnTo>
                    <a:lnTo>
                      <a:pt x="3" y="555"/>
                    </a:lnTo>
                    <a:lnTo>
                      <a:pt x="3" y="555"/>
                    </a:lnTo>
                    <a:lnTo>
                      <a:pt x="0" y="603"/>
                    </a:lnTo>
                    <a:lnTo>
                      <a:pt x="0" y="654"/>
                    </a:lnTo>
                    <a:lnTo>
                      <a:pt x="3" y="702"/>
                    </a:lnTo>
                    <a:lnTo>
                      <a:pt x="8" y="751"/>
                    </a:lnTo>
                    <a:lnTo>
                      <a:pt x="14" y="800"/>
                    </a:lnTo>
                    <a:lnTo>
                      <a:pt x="22" y="847"/>
                    </a:lnTo>
                    <a:lnTo>
                      <a:pt x="33" y="894"/>
                    </a:lnTo>
                    <a:lnTo>
                      <a:pt x="45" y="940"/>
                    </a:lnTo>
                    <a:lnTo>
                      <a:pt x="45" y="940"/>
                    </a:lnTo>
                    <a:lnTo>
                      <a:pt x="59" y="985"/>
                    </a:lnTo>
                    <a:lnTo>
                      <a:pt x="74" y="1028"/>
                    </a:lnTo>
                    <a:lnTo>
                      <a:pt x="92" y="1071"/>
                    </a:lnTo>
                    <a:lnTo>
                      <a:pt x="111" y="1111"/>
                    </a:lnTo>
                    <a:lnTo>
                      <a:pt x="130" y="1149"/>
                    </a:lnTo>
                    <a:lnTo>
                      <a:pt x="152" y="1187"/>
                    </a:lnTo>
                    <a:lnTo>
                      <a:pt x="174" y="1223"/>
                    </a:lnTo>
                    <a:lnTo>
                      <a:pt x="199" y="1255"/>
                    </a:lnTo>
                    <a:lnTo>
                      <a:pt x="199" y="1255"/>
                    </a:lnTo>
                    <a:lnTo>
                      <a:pt x="223" y="1286"/>
                    </a:lnTo>
                    <a:lnTo>
                      <a:pt x="248" y="1314"/>
                    </a:lnTo>
                    <a:lnTo>
                      <a:pt x="273" y="1339"/>
                    </a:lnTo>
                    <a:lnTo>
                      <a:pt x="300" y="1363"/>
                    </a:lnTo>
                    <a:lnTo>
                      <a:pt x="326" y="1385"/>
                    </a:lnTo>
                    <a:lnTo>
                      <a:pt x="354" y="1404"/>
                    </a:lnTo>
                    <a:lnTo>
                      <a:pt x="382" y="1422"/>
                    </a:lnTo>
                    <a:lnTo>
                      <a:pt x="410" y="1436"/>
                    </a:lnTo>
                    <a:lnTo>
                      <a:pt x="410" y="1436"/>
                    </a:lnTo>
                    <a:lnTo>
                      <a:pt x="437" y="1448"/>
                    </a:lnTo>
                    <a:lnTo>
                      <a:pt x="465" y="1457"/>
                    </a:lnTo>
                    <a:lnTo>
                      <a:pt x="491" y="1464"/>
                    </a:lnTo>
                    <a:lnTo>
                      <a:pt x="518" y="1470"/>
                    </a:lnTo>
                    <a:lnTo>
                      <a:pt x="546" y="1473"/>
                    </a:lnTo>
                    <a:lnTo>
                      <a:pt x="572" y="1473"/>
                    </a:lnTo>
                    <a:lnTo>
                      <a:pt x="599" y="1472"/>
                    </a:lnTo>
                    <a:lnTo>
                      <a:pt x="627" y="1469"/>
                    </a:lnTo>
                    <a:lnTo>
                      <a:pt x="627" y="1469"/>
                    </a:lnTo>
                    <a:lnTo>
                      <a:pt x="651" y="1463"/>
                    </a:lnTo>
                    <a:lnTo>
                      <a:pt x="674" y="1456"/>
                    </a:lnTo>
                    <a:lnTo>
                      <a:pt x="698" y="1447"/>
                    </a:lnTo>
                    <a:lnTo>
                      <a:pt x="720" y="1436"/>
                    </a:lnTo>
                    <a:lnTo>
                      <a:pt x="741" y="1425"/>
                    </a:lnTo>
                    <a:lnTo>
                      <a:pt x="761" y="1411"/>
                    </a:lnTo>
                    <a:lnTo>
                      <a:pt x="780" y="1395"/>
                    </a:lnTo>
                    <a:lnTo>
                      <a:pt x="799" y="1379"/>
                    </a:lnTo>
                    <a:lnTo>
                      <a:pt x="799" y="1379"/>
                    </a:lnTo>
                    <a:lnTo>
                      <a:pt x="817" y="1363"/>
                    </a:lnTo>
                    <a:lnTo>
                      <a:pt x="832" y="1345"/>
                    </a:lnTo>
                    <a:lnTo>
                      <a:pt x="848" y="1327"/>
                    </a:lnTo>
                    <a:lnTo>
                      <a:pt x="863" y="1308"/>
                    </a:lnTo>
                    <a:lnTo>
                      <a:pt x="876" y="1288"/>
                    </a:lnTo>
                    <a:lnTo>
                      <a:pt x="889" y="1267"/>
                    </a:lnTo>
                    <a:lnTo>
                      <a:pt x="903" y="1245"/>
                    </a:lnTo>
                    <a:lnTo>
                      <a:pt x="913" y="1221"/>
                    </a:lnTo>
                    <a:lnTo>
                      <a:pt x="913" y="1221"/>
                    </a:lnTo>
                    <a:lnTo>
                      <a:pt x="923" y="1199"/>
                    </a:lnTo>
                    <a:lnTo>
                      <a:pt x="934" y="1176"/>
                    </a:lnTo>
                    <a:lnTo>
                      <a:pt x="950" y="1128"/>
                    </a:lnTo>
                    <a:lnTo>
                      <a:pt x="965" y="1078"/>
                    </a:lnTo>
                    <a:lnTo>
                      <a:pt x="976" y="1025"/>
                    </a:lnTo>
                    <a:lnTo>
                      <a:pt x="976" y="1025"/>
                    </a:lnTo>
                    <a:lnTo>
                      <a:pt x="984" y="974"/>
                    </a:lnTo>
                    <a:lnTo>
                      <a:pt x="990" y="919"/>
                    </a:lnTo>
                    <a:lnTo>
                      <a:pt x="993" y="863"/>
                    </a:lnTo>
                    <a:lnTo>
                      <a:pt x="991" y="805"/>
                    </a:lnTo>
                    <a:lnTo>
                      <a:pt x="991" y="805"/>
                    </a:lnTo>
                    <a:lnTo>
                      <a:pt x="988" y="749"/>
                    </a:lnTo>
                    <a:lnTo>
                      <a:pt x="982" y="693"/>
                    </a:lnTo>
                    <a:lnTo>
                      <a:pt x="973" y="639"/>
                    </a:lnTo>
                    <a:lnTo>
                      <a:pt x="962" y="584"/>
                    </a:lnTo>
                    <a:lnTo>
                      <a:pt x="962" y="584"/>
                    </a:lnTo>
                    <a:lnTo>
                      <a:pt x="948" y="533"/>
                    </a:lnTo>
                    <a:lnTo>
                      <a:pt x="932" y="481"/>
                    </a:lnTo>
                    <a:lnTo>
                      <a:pt x="913" y="431"/>
                    </a:lnTo>
                    <a:lnTo>
                      <a:pt x="892" y="382"/>
                    </a:lnTo>
                    <a:lnTo>
                      <a:pt x="892" y="382"/>
                    </a:lnTo>
                    <a:lnTo>
                      <a:pt x="869" y="335"/>
                    </a:lnTo>
                    <a:lnTo>
                      <a:pt x="842" y="289"/>
                    </a:lnTo>
                    <a:lnTo>
                      <a:pt x="814" y="245"/>
                    </a:lnTo>
                    <a:lnTo>
                      <a:pt x="783" y="204"/>
                    </a:lnTo>
                    <a:lnTo>
                      <a:pt x="783" y="204"/>
                    </a:lnTo>
                    <a:lnTo>
                      <a:pt x="767" y="183"/>
                    </a:lnTo>
                    <a:lnTo>
                      <a:pt x="749" y="164"/>
                    </a:lnTo>
                    <a:lnTo>
                      <a:pt x="730" y="145"/>
                    </a:lnTo>
                    <a:lnTo>
                      <a:pt x="712" y="127"/>
                    </a:lnTo>
                    <a:lnTo>
                      <a:pt x="693" y="110"/>
                    </a:lnTo>
                    <a:lnTo>
                      <a:pt x="673" y="93"/>
                    </a:lnTo>
                    <a:lnTo>
                      <a:pt x="652" y="79"/>
                    </a:lnTo>
                    <a:lnTo>
                      <a:pt x="631" y="64"/>
                    </a:lnTo>
                    <a:lnTo>
                      <a:pt x="631" y="64"/>
                    </a:lnTo>
                    <a:lnTo>
                      <a:pt x="608" y="51"/>
                    </a:lnTo>
                    <a:lnTo>
                      <a:pt x="586" y="39"/>
                    </a:lnTo>
                    <a:lnTo>
                      <a:pt x="562" y="28"/>
                    </a:lnTo>
                    <a:lnTo>
                      <a:pt x="539" y="20"/>
                    </a:lnTo>
                    <a:lnTo>
                      <a:pt x="515" y="12"/>
                    </a:lnTo>
                    <a:lnTo>
                      <a:pt x="493" y="6"/>
                    </a:lnTo>
                    <a:lnTo>
                      <a:pt x="469" y="3"/>
                    </a:lnTo>
                    <a:lnTo>
                      <a:pt x="446" y="0"/>
                    </a:lnTo>
                    <a:lnTo>
                      <a:pt x="446" y="0"/>
                    </a:lnTo>
                    <a:lnTo>
                      <a:pt x="425" y="0"/>
                    </a:lnTo>
                    <a:lnTo>
                      <a:pt x="425" y="0"/>
                    </a:lnTo>
                    <a:lnTo>
                      <a:pt x="403" y="0"/>
                    </a:lnTo>
                    <a:lnTo>
                      <a:pt x="381" y="3"/>
                    </a:lnTo>
                    <a:lnTo>
                      <a:pt x="359" y="6"/>
                    </a:lnTo>
                    <a:lnTo>
                      <a:pt x="338" y="12"/>
                    </a:lnTo>
                    <a:lnTo>
                      <a:pt x="317" y="18"/>
                    </a:lnTo>
                    <a:lnTo>
                      <a:pt x="297" y="27"/>
                    </a:lnTo>
                    <a:lnTo>
                      <a:pt x="276" y="36"/>
                    </a:lnTo>
                    <a:lnTo>
                      <a:pt x="255" y="48"/>
                    </a:lnTo>
                    <a:close/>
                  </a:path>
                </a:pathLst>
              </a:custGeom>
              <a:gradFill>
                <a:gsLst>
                  <a:gs pos="0">
                    <a:srgbClr val="F0F0F0"/>
                  </a:gs>
                  <a:gs pos="100000">
                    <a:srgbClr val="F8F8F8"/>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AU" kern="0" dirty="0" smtClean="0">
                  <a:solidFill>
                    <a:prstClr val="black"/>
                  </a:solidFill>
                  <a:latin typeface="Montserrat Light"/>
                  <a:cs typeface="Simplified Arabic" panose="02020603050405020304" pitchFamily="18" charset="-78"/>
                </a:endParaRPr>
              </a:p>
            </p:txBody>
          </p:sp>
          <p:sp>
            <p:nvSpPr>
              <p:cNvPr id="76" name="Freeform 20"/>
              <p:cNvSpPr>
                <a:spLocks/>
              </p:cNvSpPr>
              <p:nvPr/>
            </p:nvSpPr>
            <p:spPr bwMode="auto">
              <a:xfrm>
                <a:off x="1299940" y="2881088"/>
                <a:ext cx="1219200" cy="1814513"/>
              </a:xfrm>
              <a:custGeom>
                <a:avLst/>
                <a:gdLst>
                  <a:gd name="T0" fmla="*/ 198 w 768"/>
                  <a:gd name="T1" fmla="*/ 37 h 1143"/>
                  <a:gd name="T2" fmla="*/ 161 w 768"/>
                  <a:gd name="T3" fmla="*/ 64 h 1143"/>
                  <a:gd name="T4" fmla="*/ 128 w 768"/>
                  <a:gd name="T5" fmla="*/ 95 h 1143"/>
                  <a:gd name="T6" fmla="*/ 97 w 768"/>
                  <a:gd name="T7" fmla="*/ 134 h 1143"/>
                  <a:gd name="T8" fmla="*/ 69 w 768"/>
                  <a:gd name="T9" fmla="*/ 179 h 1143"/>
                  <a:gd name="T10" fmla="*/ 56 w 768"/>
                  <a:gd name="T11" fmla="*/ 205 h 1143"/>
                  <a:gd name="T12" fmla="*/ 34 w 768"/>
                  <a:gd name="T13" fmla="*/ 263 h 1143"/>
                  <a:gd name="T14" fmla="*/ 16 w 768"/>
                  <a:gd name="T15" fmla="*/ 326 h 1143"/>
                  <a:gd name="T16" fmla="*/ 6 w 768"/>
                  <a:gd name="T17" fmla="*/ 394 h 1143"/>
                  <a:gd name="T18" fmla="*/ 1 w 768"/>
                  <a:gd name="T19" fmla="*/ 431 h 1143"/>
                  <a:gd name="T20" fmla="*/ 0 w 768"/>
                  <a:gd name="T21" fmla="*/ 507 h 1143"/>
                  <a:gd name="T22" fmla="*/ 4 w 768"/>
                  <a:gd name="T23" fmla="*/ 583 h 1143"/>
                  <a:gd name="T24" fmla="*/ 16 w 768"/>
                  <a:gd name="T25" fmla="*/ 656 h 1143"/>
                  <a:gd name="T26" fmla="*/ 34 w 768"/>
                  <a:gd name="T27" fmla="*/ 729 h 1143"/>
                  <a:gd name="T28" fmla="*/ 44 w 768"/>
                  <a:gd name="T29" fmla="*/ 764 h 1143"/>
                  <a:gd name="T30" fmla="*/ 71 w 768"/>
                  <a:gd name="T31" fmla="*/ 830 h 1143"/>
                  <a:gd name="T32" fmla="*/ 100 w 768"/>
                  <a:gd name="T33" fmla="*/ 892 h 1143"/>
                  <a:gd name="T34" fmla="*/ 134 w 768"/>
                  <a:gd name="T35" fmla="*/ 948 h 1143"/>
                  <a:gd name="T36" fmla="*/ 153 w 768"/>
                  <a:gd name="T37" fmla="*/ 973 h 1143"/>
                  <a:gd name="T38" fmla="*/ 192 w 768"/>
                  <a:gd name="T39" fmla="*/ 1019 h 1143"/>
                  <a:gd name="T40" fmla="*/ 231 w 768"/>
                  <a:gd name="T41" fmla="*/ 1057 h 1143"/>
                  <a:gd name="T42" fmla="*/ 274 w 768"/>
                  <a:gd name="T43" fmla="*/ 1090 h 1143"/>
                  <a:gd name="T44" fmla="*/ 317 w 768"/>
                  <a:gd name="T45" fmla="*/ 1113 h 1143"/>
                  <a:gd name="T46" fmla="*/ 338 w 768"/>
                  <a:gd name="T47" fmla="*/ 1124 h 1143"/>
                  <a:gd name="T48" fmla="*/ 380 w 768"/>
                  <a:gd name="T49" fmla="*/ 1135 h 1143"/>
                  <a:gd name="T50" fmla="*/ 422 w 768"/>
                  <a:gd name="T51" fmla="*/ 1143 h 1143"/>
                  <a:gd name="T52" fmla="*/ 464 w 768"/>
                  <a:gd name="T53" fmla="*/ 1141 h 1143"/>
                  <a:gd name="T54" fmla="*/ 485 w 768"/>
                  <a:gd name="T55" fmla="*/ 1138 h 1143"/>
                  <a:gd name="T56" fmla="*/ 522 w 768"/>
                  <a:gd name="T57" fmla="*/ 1130 h 1143"/>
                  <a:gd name="T58" fmla="*/ 557 w 768"/>
                  <a:gd name="T59" fmla="*/ 1113 h 1143"/>
                  <a:gd name="T60" fmla="*/ 590 w 768"/>
                  <a:gd name="T61" fmla="*/ 1094 h 1143"/>
                  <a:gd name="T62" fmla="*/ 619 w 768"/>
                  <a:gd name="T63" fmla="*/ 1069 h 1143"/>
                  <a:gd name="T64" fmla="*/ 632 w 768"/>
                  <a:gd name="T65" fmla="*/ 1057 h 1143"/>
                  <a:gd name="T66" fmla="*/ 656 w 768"/>
                  <a:gd name="T67" fmla="*/ 1029 h 1143"/>
                  <a:gd name="T68" fmla="*/ 688 w 768"/>
                  <a:gd name="T69" fmla="*/ 982 h 1143"/>
                  <a:gd name="T70" fmla="*/ 708 w 768"/>
                  <a:gd name="T71" fmla="*/ 947 h 1143"/>
                  <a:gd name="T72" fmla="*/ 736 w 768"/>
                  <a:gd name="T73" fmla="*/ 874 h 1143"/>
                  <a:gd name="T74" fmla="*/ 756 w 768"/>
                  <a:gd name="T75" fmla="*/ 795 h 1143"/>
                  <a:gd name="T76" fmla="*/ 762 w 768"/>
                  <a:gd name="T77" fmla="*/ 755 h 1143"/>
                  <a:gd name="T78" fmla="*/ 768 w 768"/>
                  <a:gd name="T79" fmla="*/ 670 h 1143"/>
                  <a:gd name="T80" fmla="*/ 768 w 768"/>
                  <a:gd name="T81" fmla="*/ 625 h 1143"/>
                  <a:gd name="T82" fmla="*/ 761 w 768"/>
                  <a:gd name="T83" fmla="*/ 538 h 1143"/>
                  <a:gd name="T84" fmla="*/ 744 w 768"/>
                  <a:gd name="T85" fmla="*/ 454 h 1143"/>
                  <a:gd name="T86" fmla="*/ 734 w 768"/>
                  <a:gd name="T87" fmla="*/ 413 h 1143"/>
                  <a:gd name="T88" fmla="*/ 708 w 768"/>
                  <a:gd name="T89" fmla="*/ 335 h 1143"/>
                  <a:gd name="T90" fmla="*/ 691 w 768"/>
                  <a:gd name="T91" fmla="*/ 297 h 1143"/>
                  <a:gd name="T92" fmla="*/ 652 w 768"/>
                  <a:gd name="T93" fmla="*/ 224 h 1143"/>
                  <a:gd name="T94" fmla="*/ 606 w 768"/>
                  <a:gd name="T95" fmla="*/ 158 h 1143"/>
                  <a:gd name="T96" fmla="*/ 579 w 768"/>
                  <a:gd name="T97" fmla="*/ 127 h 1143"/>
                  <a:gd name="T98" fmla="*/ 520 w 768"/>
                  <a:gd name="T99" fmla="*/ 72 h 1143"/>
                  <a:gd name="T100" fmla="*/ 488 w 768"/>
                  <a:gd name="T101" fmla="*/ 50 h 1143"/>
                  <a:gd name="T102" fmla="*/ 470 w 768"/>
                  <a:gd name="T103" fmla="*/ 40 h 1143"/>
                  <a:gd name="T104" fmla="*/ 435 w 768"/>
                  <a:gd name="T105" fmla="*/ 22 h 1143"/>
                  <a:gd name="T106" fmla="*/ 399 w 768"/>
                  <a:gd name="T107" fmla="*/ 11 h 1143"/>
                  <a:gd name="T108" fmla="*/ 363 w 768"/>
                  <a:gd name="T109" fmla="*/ 3 h 1143"/>
                  <a:gd name="T110" fmla="*/ 345 w 768"/>
                  <a:gd name="T111" fmla="*/ 0 h 1143"/>
                  <a:gd name="T112" fmla="*/ 329 w 768"/>
                  <a:gd name="T113" fmla="*/ 0 h 1143"/>
                  <a:gd name="T114" fmla="*/ 295 w 768"/>
                  <a:gd name="T115" fmla="*/ 3 h 1143"/>
                  <a:gd name="T116" fmla="*/ 261 w 768"/>
                  <a:gd name="T117" fmla="*/ 9 h 1143"/>
                  <a:gd name="T118" fmla="*/ 228 w 768"/>
                  <a:gd name="T119" fmla="*/ 21 h 1143"/>
                  <a:gd name="T120" fmla="*/ 198 w 768"/>
                  <a:gd name="T121" fmla="*/ 37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8" h="1143">
                    <a:moveTo>
                      <a:pt x="198" y="37"/>
                    </a:moveTo>
                    <a:lnTo>
                      <a:pt x="198" y="37"/>
                    </a:lnTo>
                    <a:lnTo>
                      <a:pt x="178" y="49"/>
                    </a:lnTo>
                    <a:lnTo>
                      <a:pt x="161" y="64"/>
                    </a:lnTo>
                    <a:lnTo>
                      <a:pt x="144" y="78"/>
                    </a:lnTo>
                    <a:lnTo>
                      <a:pt x="128" y="95"/>
                    </a:lnTo>
                    <a:lnTo>
                      <a:pt x="112" y="114"/>
                    </a:lnTo>
                    <a:lnTo>
                      <a:pt x="97" y="134"/>
                    </a:lnTo>
                    <a:lnTo>
                      <a:pt x="83" y="155"/>
                    </a:lnTo>
                    <a:lnTo>
                      <a:pt x="69" y="179"/>
                    </a:lnTo>
                    <a:lnTo>
                      <a:pt x="69" y="179"/>
                    </a:lnTo>
                    <a:lnTo>
                      <a:pt x="56" y="205"/>
                    </a:lnTo>
                    <a:lnTo>
                      <a:pt x="44" y="233"/>
                    </a:lnTo>
                    <a:lnTo>
                      <a:pt x="34" y="263"/>
                    </a:lnTo>
                    <a:lnTo>
                      <a:pt x="25" y="294"/>
                    </a:lnTo>
                    <a:lnTo>
                      <a:pt x="16" y="326"/>
                    </a:lnTo>
                    <a:lnTo>
                      <a:pt x="10" y="358"/>
                    </a:lnTo>
                    <a:lnTo>
                      <a:pt x="6" y="394"/>
                    </a:lnTo>
                    <a:lnTo>
                      <a:pt x="1" y="431"/>
                    </a:lnTo>
                    <a:lnTo>
                      <a:pt x="1" y="431"/>
                    </a:lnTo>
                    <a:lnTo>
                      <a:pt x="0" y="469"/>
                    </a:lnTo>
                    <a:lnTo>
                      <a:pt x="0" y="507"/>
                    </a:lnTo>
                    <a:lnTo>
                      <a:pt x="1" y="544"/>
                    </a:lnTo>
                    <a:lnTo>
                      <a:pt x="4" y="583"/>
                    </a:lnTo>
                    <a:lnTo>
                      <a:pt x="10" y="619"/>
                    </a:lnTo>
                    <a:lnTo>
                      <a:pt x="16" y="656"/>
                    </a:lnTo>
                    <a:lnTo>
                      <a:pt x="25" y="693"/>
                    </a:lnTo>
                    <a:lnTo>
                      <a:pt x="34" y="729"/>
                    </a:lnTo>
                    <a:lnTo>
                      <a:pt x="34" y="729"/>
                    </a:lnTo>
                    <a:lnTo>
                      <a:pt x="44" y="764"/>
                    </a:lnTo>
                    <a:lnTo>
                      <a:pt x="57" y="798"/>
                    </a:lnTo>
                    <a:lnTo>
                      <a:pt x="71" y="830"/>
                    </a:lnTo>
                    <a:lnTo>
                      <a:pt x="85" y="861"/>
                    </a:lnTo>
                    <a:lnTo>
                      <a:pt x="100" y="892"/>
                    </a:lnTo>
                    <a:lnTo>
                      <a:pt x="116" y="920"/>
                    </a:lnTo>
                    <a:lnTo>
                      <a:pt x="134" y="948"/>
                    </a:lnTo>
                    <a:lnTo>
                      <a:pt x="153" y="973"/>
                    </a:lnTo>
                    <a:lnTo>
                      <a:pt x="153" y="973"/>
                    </a:lnTo>
                    <a:lnTo>
                      <a:pt x="172" y="997"/>
                    </a:lnTo>
                    <a:lnTo>
                      <a:pt x="192" y="1019"/>
                    </a:lnTo>
                    <a:lnTo>
                      <a:pt x="211" y="1040"/>
                    </a:lnTo>
                    <a:lnTo>
                      <a:pt x="231" y="1057"/>
                    </a:lnTo>
                    <a:lnTo>
                      <a:pt x="252" y="1074"/>
                    </a:lnTo>
                    <a:lnTo>
                      <a:pt x="274" y="1090"/>
                    </a:lnTo>
                    <a:lnTo>
                      <a:pt x="295" y="1103"/>
                    </a:lnTo>
                    <a:lnTo>
                      <a:pt x="317" y="1113"/>
                    </a:lnTo>
                    <a:lnTo>
                      <a:pt x="317" y="1113"/>
                    </a:lnTo>
                    <a:lnTo>
                      <a:pt x="338" y="1124"/>
                    </a:lnTo>
                    <a:lnTo>
                      <a:pt x="360" y="1131"/>
                    </a:lnTo>
                    <a:lnTo>
                      <a:pt x="380" y="1135"/>
                    </a:lnTo>
                    <a:lnTo>
                      <a:pt x="401" y="1140"/>
                    </a:lnTo>
                    <a:lnTo>
                      <a:pt x="422" y="1143"/>
                    </a:lnTo>
                    <a:lnTo>
                      <a:pt x="444" y="1143"/>
                    </a:lnTo>
                    <a:lnTo>
                      <a:pt x="464" y="1141"/>
                    </a:lnTo>
                    <a:lnTo>
                      <a:pt x="485" y="1138"/>
                    </a:lnTo>
                    <a:lnTo>
                      <a:pt x="485" y="1138"/>
                    </a:lnTo>
                    <a:lnTo>
                      <a:pt x="504" y="1134"/>
                    </a:lnTo>
                    <a:lnTo>
                      <a:pt x="522" y="1130"/>
                    </a:lnTo>
                    <a:lnTo>
                      <a:pt x="540" y="1122"/>
                    </a:lnTo>
                    <a:lnTo>
                      <a:pt x="557" y="1113"/>
                    </a:lnTo>
                    <a:lnTo>
                      <a:pt x="573" y="1104"/>
                    </a:lnTo>
                    <a:lnTo>
                      <a:pt x="590" y="1094"/>
                    </a:lnTo>
                    <a:lnTo>
                      <a:pt x="604" y="1082"/>
                    </a:lnTo>
                    <a:lnTo>
                      <a:pt x="619" y="1069"/>
                    </a:lnTo>
                    <a:lnTo>
                      <a:pt x="619" y="1069"/>
                    </a:lnTo>
                    <a:lnTo>
                      <a:pt x="632" y="1057"/>
                    </a:lnTo>
                    <a:lnTo>
                      <a:pt x="644" y="1044"/>
                    </a:lnTo>
                    <a:lnTo>
                      <a:pt x="656" y="1029"/>
                    </a:lnTo>
                    <a:lnTo>
                      <a:pt x="668" y="1015"/>
                    </a:lnTo>
                    <a:lnTo>
                      <a:pt x="688" y="982"/>
                    </a:lnTo>
                    <a:lnTo>
                      <a:pt x="708" y="947"/>
                    </a:lnTo>
                    <a:lnTo>
                      <a:pt x="708" y="947"/>
                    </a:lnTo>
                    <a:lnTo>
                      <a:pt x="722" y="911"/>
                    </a:lnTo>
                    <a:lnTo>
                      <a:pt x="736" y="874"/>
                    </a:lnTo>
                    <a:lnTo>
                      <a:pt x="747" y="836"/>
                    </a:lnTo>
                    <a:lnTo>
                      <a:pt x="756" y="795"/>
                    </a:lnTo>
                    <a:lnTo>
                      <a:pt x="756" y="795"/>
                    </a:lnTo>
                    <a:lnTo>
                      <a:pt x="762" y="755"/>
                    </a:lnTo>
                    <a:lnTo>
                      <a:pt x="767" y="712"/>
                    </a:lnTo>
                    <a:lnTo>
                      <a:pt x="768" y="670"/>
                    </a:lnTo>
                    <a:lnTo>
                      <a:pt x="768" y="625"/>
                    </a:lnTo>
                    <a:lnTo>
                      <a:pt x="768" y="625"/>
                    </a:lnTo>
                    <a:lnTo>
                      <a:pt x="765" y="581"/>
                    </a:lnTo>
                    <a:lnTo>
                      <a:pt x="761" y="538"/>
                    </a:lnTo>
                    <a:lnTo>
                      <a:pt x="753" y="496"/>
                    </a:lnTo>
                    <a:lnTo>
                      <a:pt x="744" y="454"/>
                    </a:lnTo>
                    <a:lnTo>
                      <a:pt x="744" y="454"/>
                    </a:lnTo>
                    <a:lnTo>
                      <a:pt x="734" y="413"/>
                    </a:lnTo>
                    <a:lnTo>
                      <a:pt x="721" y="373"/>
                    </a:lnTo>
                    <a:lnTo>
                      <a:pt x="708" y="335"/>
                    </a:lnTo>
                    <a:lnTo>
                      <a:pt x="691" y="297"/>
                    </a:lnTo>
                    <a:lnTo>
                      <a:pt x="691" y="297"/>
                    </a:lnTo>
                    <a:lnTo>
                      <a:pt x="672" y="260"/>
                    </a:lnTo>
                    <a:lnTo>
                      <a:pt x="652" y="224"/>
                    </a:lnTo>
                    <a:lnTo>
                      <a:pt x="629" y="190"/>
                    </a:lnTo>
                    <a:lnTo>
                      <a:pt x="606" y="158"/>
                    </a:lnTo>
                    <a:lnTo>
                      <a:pt x="606" y="158"/>
                    </a:lnTo>
                    <a:lnTo>
                      <a:pt x="579" y="127"/>
                    </a:lnTo>
                    <a:lnTo>
                      <a:pt x="551" y="99"/>
                    </a:lnTo>
                    <a:lnTo>
                      <a:pt x="520" y="72"/>
                    </a:lnTo>
                    <a:lnTo>
                      <a:pt x="506" y="61"/>
                    </a:lnTo>
                    <a:lnTo>
                      <a:pt x="488" y="50"/>
                    </a:lnTo>
                    <a:lnTo>
                      <a:pt x="488" y="50"/>
                    </a:lnTo>
                    <a:lnTo>
                      <a:pt x="470" y="40"/>
                    </a:lnTo>
                    <a:lnTo>
                      <a:pt x="453" y="30"/>
                    </a:lnTo>
                    <a:lnTo>
                      <a:pt x="435" y="22"/>
                    </a:lnTo>
                    <a:lnTo>
                      <a:pt x="417" y="15"/>
                    </a:lnTo>
                    <a:lnTo>
                      <a:pt x="399" y="11"/>
                    </a:lnTo>
                    <a:lnTo>
                      <a:pt x="380" y="6"/>
                    </a:lnTo>
                    <a:lnTo>
                      <a:pt x="363" y="3"/>
                    </a:lnTo>
                    <a:lnTo>
                      <a:pt x="345" y="0"/>
                    </a:lnTo>
                    <a:lnTo>
                      <a:pt x="345" y="0"/>
                    </a:lnTo>
                    <a:lnTo>
                      <a:pt x="329" y="0"/>
                    </a:lnTo>
                    <a:lnTo>
                      <a:pt x="329" y="0"/>
                    </a:lnTo>
                    <a:lnTo>
                      <a:pt x="311" y="0"/>
                    </a:lnTo>
                    <a:lnTo>
                      <a:pt x="295" y="3"/>
                    </a:lnTo>
                    <a:lnTo>
                      <a:pt x="277" y="5"/>
                    </a:lnTo>
                    <a:lnTo>
                      <a:pt x="261" y="9"/>
                    </a:lnTo>
                    <a:lnTo>
                      <a:pt x="245" y="15"/>
                    </a:lnTo>
                    <a:lnTo>
                      <a:pt x="228" y="21"/>
                    </a:lnTo>
                    <a:lnTo>
                      <a:pt x="212" y="28"/>
                    </a:lnTo>
                    <a:lnTo>
                      <a:pt x="198" y="37"/>
                    </a:lnTo>
                    <a:close/>
                  </a:path>
                </a:pathLst>
              </a:custGeom>
              <a:gradFill>
                <a:gsLst>
                  <a:gs pos="13000">
                    <a:srgbClr val="BD2223"/>
                  </a:gs>
                  <a:gs pos="92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AU" kern="0" dirty="0" smtClean="0">
                  <a:solidFill>
                    <a:prstClr val="black"/>
                  </a:solidFill>
                  <a:latin typeface="Montserrat Light"/>
                  <a:cs typeface="Simplified Arabic" panose="02020603050405020304" pitchFamily="18" charset="-78"/>
                </a:endParaRPr>
              </a:p>
            </p:txBody>
          </p:sp>
          <p:sp>
            <p:nvSpPr>
              <p:cNvPr id="77" name="Freeform 23"/>
              <p:cNvSpPr>
                <a:spLocks/>
              </p:cNvSpPr>
              <p:nvPr/>
            </p:nvSpPr>
            <p:spPr bwMode="auto">
              <a:xfrm>
                <a:off x="1565162" y="3221037"/>
                <a:ext cx="741363" cy="1103313"/>
              </a:xfrm>
              <a:custGeom>
                <a:avLst/>
                <a:gdLst>
                  <a:gd name="T0" fmla="*/ 121 w 467"/>
                  <a:gd name="T1" fmla="*/ 22 h 695"/>
                  <a:gd name="T2" fmla="*/ 99 w 467"/>
                  <a:gd name="T3" fmla="*/ 39 h 695"/>
                  <a:gd name="T4" fmla="*/ 78 w 467"/>
                  <a:gd name="T5" fmla="*/ 58 h 695"/>
                  <a:gd name="T6" fmla="*/ 59 w 467"/>
                  <a:gd name="T7" fmla="*/ 81 h 695"/>
                  <a:gd name="T8" fmla="*/ 43 w 467"/>
                  <a:gd name="T9" fmla="*/ 109 h 695"/>
                  <a:gd name="T10" fmla="*/ 34 w 467"/>
                  <a:gd name="T11" fmla="*/ 124 h 695"/>
                  <a:gd name="T12" fmla="*/ 21 w 467"/>
                  <a:gd name="T13" fmla="*/ 160 h 695"/>
                  <a:gd name="T14" fmla="*/ 10 w 467"/>
                  <a:gd name="T15" fmla="*/ 198 h 695"/>
                  <a:gd name="T16" fmla="*/ 3 w 467"/>
                  <a:gd name="T17" fmla="*/ 239 h 695"/>
                  <a:gd name="T18" fmla="*/ 1 w 467"/>
                  <a:gd name="T19" fmla="*/ 261 h 695"/>
                  <a:gd name="T20" fmla="*/ 0 w 467"/>
                  <a:gd name="T21" fmla="*/ 308 h 695"/>
                  <a:gd name="T22" fmla="*/ 3 w 467"/>
                  <a:gd name="T23" fmla="*/ 354 h 695"/>
                  <a:gd name="T24" fmla="*/ 10 w 467"/>
                  <a:gd name="T25" fmla="*/ 400 h 695"/>
                  <a:gd name="T26" fmla="*/ 21 w 467"/>
                  <a:gd name="T27" fmla="*/ 444 h 695"/>
                  <a:gd name="T28" fmla="*/ 28 w 467"/>
                  <a:gd name="T29" fmla="*/ 465 h 695"/>
                  <a:gd name="T30" fmla="*/ 43 w 467"/>
                  <a:gd name="T31" fmla="*/ 505 h 695"/>
                  <a:gd name="T32" fmla="*/ 62 w 467"/>
                  <a:gd name="T33" fmla="*/ 541 h 695"/>
                  <a:gd name="T34" fmla="*/ 82 w 467"/>
                  <a:gd name="T35" fmla="*/ 577 h 695"/>
                  <a:gd name="T36" fmla="*/ 94 w 467"/>
                  <a:gd name="T37" fmla="*/ 592 h 695"/>
                  <a:gd name="T38" fmla="*/ 116 w 467"/>
                  <a:gd name="T39" fmla="*/ 620 h 695"/>
                  <a:gd name="T40" fmla="*/ 141 w 467"/>
                  <a:gd name="T41" fmla="*/ 643 h 695"/>
                  <a:gd name="T42" fmla="*/ 166 w 467"/>
                  <a:gd name="T43" fmla="*/ 662 h 695"/>
                  <a:gd name="T44" fmla="*/ 193 w 467"/>
                  <a:gd name="T45" fmla="*/ 677 h 695"/>
                  <a:gd name="T46" fmla="*/ 206 w 467"/>
                  <a:gd name="T47" fmla="*/ 683 h 695"/>
                  <a:gd name="T48" fmla="*/ 231 w 467"/>
                  <a:gd name="T49" fmla="*/ 690 h 695"/>
                  <a:gd name="T50" fmla="*/ 256 w 467"/>
                  <a:gd name="T51" fmla="*/ 695 h 695"/>
                  <a:gd name="T52" fmla="*/ 283 w 467"/>
                  <a:gd name="T53" fmla="*/ 695 h 695"/>
                  <a:gd name="T54" fmla="*/ 295 w 467"/>
                  <a:gd name="T55" fmla="*/ 692 h 695"/>
                  <a:gd name="T56" fmla="*/ 317 w 467"/>
                  <a:gd name="T57" fmla="*/ 686 h 695"/>
                  <a:gd name="T58" fmla="*/ 358 w 467"/>
                  <a:gd name="T59" fmla="*/ 665 h 695"/>
                  <a:gd name="T60" fmla="*/ 377 w 467"/>
                  <a:gd name="T61" fmla="*/ 650 h 695"/>
                  <a:gd name="T62" fmla="*/ 407 w 467"/>
                  <a:gd name="T63" fmla="*/ 617 h 695"/>
                  <a:gd name="T64" fmla="*/ 430 w 467"/>
                  <a:gd name="T65" fmla="*/ 575 h 695"/>
                  <a:gd name="T66" fmla="*/ 439 w 467"/>
                  <a:gd name="T67" fmla="*/ 555 h 695"/>
                  <a:gd name="T68" fmla="*/ 454 w 467"/>
                  <a:gd name="T69" fmla="*/ 509 h 695"/>
                  <a:gd name="T70" fmla="*/ 460 w 467"/>
                  <a:gd name="T71" fmla="*/ 484 h 695"/>
                  <a:gd name="T72" fmla="*/ 466 w 467"/>
                  <a:gd name="T73" fmla="*/ 434 h 695"/>
                  <a:gd name="T74" fmla="*/ 467 w 467"/>
                  <a:gd name="T75" fmla="*/ 381 h 695"/>
                  <a:gd name="T76" fmla="*/ 466 w 467"/>
                  <a:gd name="T77" fmla="*/ 353 h 695"/>
                  <a:gd name="T78" fmla="*/ 458 w 467"/>
                  <a:gd name="T79" fmla="*/ 301 h 695"/>
                  <a:gd name="T80" fmla="*/ 452 w 467"/>
                  <a:gd name="T81" fmla="*/ 276 h 695"/>
                  <a:gd name="T82" fmla="*/ 439 w 467"/>
                  <a:gd name="T83" fmla="*/ 227 h 695"/>
                  <a:gd name="T84" fmla="*/ 420 w 467"/>
                  <a:gd name="T85" fmla="*/ 180 h 695"/>
                  <a:gd name="T86" fmla="*/ 408 w 467"/>
                  <a:gd name="T87" fmla="*/ 158 h 695"/>
                  <a:gd name="T88" fmla="*/ 383 w 467"/>
                  <a:gd name="T89" fmla="*/ 115 h 695"/>
                  <a:gd name="T90" fmla="*/ 368 w 467"/>
                  <a:gd name="T91" fmla="*/ 96 h 695"/>
                  <a:gd name="T92" fmla="*/ 336 w 467"/>
                  <a:gd name="T93" fmla="*/ 61 h 695"/>
                  <a:gd name="T94" fmla="*/ 298 w 467"/>
                  <a:gd name="T95" fmla="*/ 31 h 695"/>
                  <a:gd name="T96" fmla="*/ 276 w 467"/>
                  <a:gd name="T97" fmla="*/ 18 h 695"/>
                  <a:gd name="T98" fmla="*/ 231 w 467"/>
                  <a:gd name="T99" fmla="*/ 3 h 695"/>
                  <a:gd name="T100" fmla="*/ 211 w 467"/>
                  <a:gd name="T101" fmla="*/ 0 h 695"/>
                  <a:gd name="T102" fmla="*/ 200 w 467"/>
                  <a:gd name="T103" fmla="*/ 0 h 695"/>
                  <a:gd name="T104" fmla="*/ 159 w 467"/>
                  <a:gd name="T105" fmla="*/ 6 h 695"/>
                  <a:gd name="T106" fmla="*/ 121 w 467"/>
                  <a:gd name="T107" fmla="*/ 22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7" h="695">
                    <a:moveTo>
                      <a:pt x="121" y="22"/>
                    </a:moveTo>
                    <a:lnTo>
                      <a:pt x="121" y="22"/>
                    </a:lnTo>
                    <a:lnTo>
                      <a:pt x="109" y="30"/>
                    </a:lnTo>
                    <a:lnTo>
                      <a:pt x="99" y="39"/>
                    </a:lnTo>
                    <a:lnTo>
                      <a:pt x="88" y="47"/>
                    </a:lnTo>
                    <a:lnTo>
                      <a:pt x="78" y="58"/>
                    </a:lnTo>
                    <a:lnTo>
                      <a:pt x="68" y="70"/>
                    </a:lnTo>
                    <a:lnTo>
                      <a:pt x="59" y="81"/>
                    </a:lnTo>
                    <a:lnTo>
                      <a:pt x="50" y="95"/>
                    </a:lnTo>
                    <a:lnTo>
                      <a:pt x="43" y="109"/>
                    </a:lnTo>
                    <a:lnTo>
                      <a:pt x="43" y="109"/>
                    </a:lnTo>
                    <a:lnTo>
                      <a:pt x="34" y="124"/>
                    </a:lnTo>
                    <a:lnTo>
                      <a:pt x="28" y="142"/>
                    </a:lnTo>
                    <a:lnTo>
                      <a:pt x="21" y="160"/>
                    </a:lnTo>
                    <a:lnTo>
                      <a:pt x="15" y="179"/>
                    </a:lnTo>
                    <a:lnTo>
                      <a:pt x="10" y="198"/>
                    </a:lnTo>
                    <a:lnTo>
                      <a:pt x="6" y="219"/>
                    </a:lnTo>
                    <a:lnTo>
                      <a:pt x="3" y="239"/>
                    </a:lnTo>
                    <a:lnTo>
                      <a:pt x="1" y="261"/>
                    </a:lnTo>
                    <a:lnTo>
                      <a:pt x="1" y="261"/>
                    </a:lnTo>
                    <a:lnTo>
                      <a:pt x="0" y="285"/>
                    </a:lnTo>
                    <a:lnTo>
                      <a:pt x="0" y="308"/>
                    </a:lnTo>
                    <a:lnTo>
                      <a:pt x="1" y="331"/>
                    </a:lnTo>
                    <a:lnTo>
                      <a:pt x="3" y="354"/>
                    </a:lnTo>
                    <a:lnTo>
                      <a:pt x="6" y="376"/>
                    </a:lnTo>
                    <a:lnTo>
                      <a:pt x="10" y="400"/>
                    </a:lnTo>
                    <a:lnTo>
                      <a:pt x="15" y="422"/>
                    </a:lnTo>
                    <a:lnTo>
                      <a:pt x="21" y="444"/>
                    </a:lnTo>
                    <a:lnTo>
                      <a:pt x="21" y="444"/>
                    </a:lnTo>
                    <a:lnTo>
                      <a:pt x="28" y="465"/>
                    </a:lnTo>
                    <a:lnTo>
                      <a:pt x="35" y="485"/>
                    </a:lnTo>
                    <a:lnTo>
                      <a:pt x="43" y="505"/>
                    </a:lnTo>
                    <a:lnTo>
                      <a:pt x="51" y="524"/>
                    </a:lnTo>
                    <a:lnTo>
                      <a:pt x="62" y="541"/>
                    </a:lnTo>
                    <a:lnTo>
                      <a:pt x="71" y="559"/>
                    </a:lnTo>
                    <a:lnTo>
                      <a:pt x="82" y="577"/>
                    </a:lnTo>
                    <a:lnTo>
                      <a:pt x="94" y="592"/>
                    </a:lnTo>
                    <a:lnTo>
                      <a:pt x="94" y="592"/>
                    </a:lnTo>
                    <a:lnTo>
                      <a:pt x="105" y="606"/>
                    </a:lnTo>
                    <a:lnTo>
                      <a:pt x="116" y="620"/>
                    </a:lnTo>
                    <a:lnTo>
                      <a:pt x="128" y="631"/>
                    </a:lnTo>
                    <a:lnTo>
                      <a:pt x="141" y="643"/>
                    </a:lnTo>
                    <a:lnTo>
                      <a:pt x="153" y="653"/>
                    </a:lnTo>
                    <a:lnTo>
                      <a:pt x="166" y="662"/>
                    </a:lnTo>
                    <a:lnTo>
                      <a:pt x="180" y="670"/>
                    </a:lnTo>
                    <a:lnTo>
                      <a:pt x="193" y="677"/>
                    </a:lnTo>
                    <a:lnTo>
                      <a:pt x="193" y="677"/>
                    </a:lnTo>
                    <a:lnTo>
                      <a:pt x="206" y="683"/>
                    </a:lnTo>
                    <a:lnTo>
                      <a:pt x="218" y="687"/>
                    </a:lnTo>
                    <a:lnTo>
                      <a:pt x="231" y="690"/>
                    </a:lnTo>
                    <a:lnTo>
                      <a:pt x="245" y="693"/>
                    </a:lnTo>
                    <a:lnTo>
                      <a:pt x="256" y="695"/>
                    </a:lnTo>
                    <a:lnTo>
                      <a:pt x="270" y="695"/>
                    </a:lnTo>
                    <a:lnTo>
                      <a:pt x="283" y="695"/>
                    </a:lnTo>
                    <a:lnTo>
                      <a:pt x="295" y="692"/>
                    </a:lnTo>
                    <a:lnTo>
                      <a:pt x="295" y="692"/>
                    </a:lnTo>
                    <a:lnTo>
                      <a:pt x="307" y="690"/>
                    </a:lnTo>
                    <a:lnTo>
                      <a:pt x="317" y="686"/>
                    </a:lnTo>
                    <a:lnTo>
                      <a:pt x="339" y="677"/>
                    </a:lnTo>
                    <a:lnTo>
                      <a:pt x="358" y="665"/>
                    </a:lnTo>
                    <a:lnTo>
                      <a:pt x="377" y="650"/>
                    </a:lnTo>
                    <a:lnTo>
                      <a:pt x="377" y="650"/>
                    </a:lnTo>
                    <a:lnTo>
                      <a:pt x="392" y="634"/>
                    </a:lnTo>
                    <a:lnTo>
                      <a:pt x="407" y="617"/>
                    </a:lnTo>
                    <a:lnTo>
                      <a:pt x="419" y="597"/>
                    </a:lnTo>
                    <a:lnTo>
                      <a:pt x="430" y="575"/>
                    </a:lnTo>
                    <a:lnTo>
                      <a:pt x="430" y="575"/>
                    </a:lnTo>
                    <a:lnTo>
                      <a:pt x="439" y="555"/>
                    </a:lnTo>
                    <a:lnTo>
                      <a:pt x="448" y="533"/>
                    </a:lnTo>
                    <a:lnTo>
                      <a:pt x="454" y="509"/>
                    </a:lnTo>
                    <a:lnTo>
                      <a:pt x="460" y="484"/>
                    </a:lnTo>
                    <a:lnTo>
                      <a:pt x="460" y="484"/>
                    </a:lnTo>
                    <a:lnTo>
                      <a:pt x="464" y="459"/>
                    </a:lnTo>
                    <a:lnTo>
                      <a:pt x="466" y="434"/>
                    </a:lnTo>
                    <a:lnTo>
                      <a:pt x="467" y="407"/>
                    </a:lnTo>
                    <a:lnTo>
                      <a:pt x="467" y="381"/>
                    </a:lnTo>
                    <a:lnTo>
                      <a:pt x="467" y="381"/>
                    </a:lnTo>
                    <a:lnTo>
                      <a:pt x="466" y="353"/>
                    </a:lnTo>
                    <a:lnTo>
                      <a:pt x="463" y="328"/>
                    </a:lnTo>
                    <a:lnTo>
                      <a:pt x="458" y="301"/>
                    </a:lnTo>
                    <a:lnTo>
                      <a:pt x="452" y="276"/>
                    </a:lnTo>
                    <a:lnTo>
                      <a:pt x="452" y="276"/>
                    </a:lnTo>
                    <a:lnTo>
                      <a:pt x="447" y="251"/>
                    </a:lnTo>
                    <a:lnTo>
                      <a:pt x="439" y="227"/>
                    </a:lnTo>
                    <a:lnTo>
                      <a:pt x="430" y="204"/>
                    </a:lnTo>
                    <a:lnTo>
                      <a:pt x="420" y="180"/>
                    </a:lnTo>
                    <a:lnTo>
                      <a:pt x="420" y="180"/>
                    </a:lnTo>
                    <a:lnTo>
                      <a:pt x="408" y="158"/>
                    </a:lnTo>
                    <a:lnTo>
                      <a:pt x="396" y="136"/>
                    </a:lnTo>
                    <a:lnTo>
                      <a:pt x="383" y="115"/>
                    </a:lnTo>
                    <a:lnTo>
                      <a:pt x="368" y="96"/>
                    </a:lnTo>
                    <a:lnTo>
                      <a:pt x="368" y="96"/>
                    </a:lnTo>
                    <a:lnTo>
                      <a:pt x="352" y="77"/>
                    </a:lnTo>
                    <a:lnTo>
                      <a:pt x="336" y="61"/>
                    </a:lnTo>
                    <a:lnTo>
                      <a:pt x="317" y="45"/>
                    </a:lnTo>
                    <a:lnTo>
                      <a:pt x="298" y="31"/>
                    </a:lnTo>
                    <a:lnTo>
                      <a:pt x="298" y="31"/>
                    </a:lnTo>
                    <a:lnTo>
                      <a:pt x="276" y="18"/>
                    </a:lnTo>
                    <a:lnTo>
                      <a:pt x="253" y="9"/>
                    </a:lnTo>
                    <a:lnTo>
                      <a:pt x="231" y="3"/>
                    </a:lnTo>
                    <a:lnTo>
                      <a:pt x="211" y="0"/>
                    </a:lnTo>
                    <a:lnTo>
                      <a:pt x="211" y="0"/>
                    </a:lnTo>
                    <a:lnTo>
                      <a:pt x="200" y="0"/>
                    </a:lnTo>
                    <a:lnTo>
                      <a:pt x="200" y="0"/>
                    </a:lnTo>
                    <a:lnTo>
                      <a:pt x="180" y="2"/>
                    </a:lnTo>
                    <a:lnTo>
                      <a:pt x="159" y="6"/>
                    </a:lnTo>
                    <a:lnTo>
                      <a:pt x="140" y="14"/>
                    </a:lnTo>
                    <a:lnTo>
                      <a:pt x="121" y="22"/>
                    </a:lnTo>
                    <a:close/>
                  </a:path>
                </a:pathLst>
              </a:custGeom>
              <a:gradFill>
                <a:gsLst>
                  <a:gs pos="0">
                    <a:srgbClr val="F0F0F0"/>
                  </a:gs>
                  <a:gs pos="100000">
                    <a:srgbClr val="F8F8F8"/>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AU" kern="0" dirty="0" smtClean="0">
                  <a:solidFill>
                    <a:prstClr val="black"/>
                  </a:solidFill>
                  <a:latin typeface="Montserrat Light"/>
                  <a:cs typeface="Simplified Arabic" panose="02020603050405020304" pitchFamily="18" charset="-78"/>
                </a:endParaRPr>
              </a:p>
            </p:txBody>
          </p:sp>
          <p:sp>
            <p:nvSpPr>
              <p:cNvPr id="78" name="Freeform 26"/>
              <p:cNvSpPr>
                <a:spLocks/>
              </p:cNvSpPr>
              <p:nvPr/>
            </p:nvSpPr>
            <p:spPr bwMode="auto">
              <a:xfrm>
                <a:off x="1802606" y="3540124"/>
                <a:ext cx="315913" cy="465138"/>
              </a:xfrm>
              <a:custGeom>
                <a:avLst/>
                <a:gdLst>
                  <a:gd name="T0" fmla="*/ 52 w 199"/>
                  <a:gd name="T1" fmla="*/ 9 h 293"/>
                  <a:gd name="T2" fmla="*/ 34 w 199"/>
                  <a:gd name="T3" fmla="*/ 23 h 293"/>
                  <a:gd name="T4" fmla="*/ 18 w 199"/>
                  <a:gd name="T5" fmla="*/ 46 h 293"/>
                  <a:gd name="T6" fmla="*/ 12 w 199"/>
                  <a:gd name="T7" fmla="*/ 59 h 293"/>
                  <a:gd name="T8" fmla="*/ 3 w 199"/>
                  <a:gd name="T9" fmla="*/ 91 h 293"/>
                  <a:gd name="T10" fmla="*/ 2 w 199"/>
                  <a:gd name="T11" fmla="*/ 110 h 293"/>
                  <a:gd name="T12" fmla="*/ 2 w 199"/>
                  <a:gd name="T13" fmla="*/ 149 h 293"/>
                  <a:gd name="T14" fmla="*/ 9 w 199"/>
                  <a:gd name="T15" fmla="*/ 187 h 293"/>
                  <a:gd name="T16" fmla="*/ 15 w 199"/>
                  <a:gd name="T17" fmla="*/ 205 h 293"/>
                  <a:gd name="T18" fmla="*/ 31 w 199"/>
                  <a:gd name="T19" fmla="*/ 237 h 293"/>
                  <a:gd name="T20" fmla="*/ 40 w 199"/>
                  <a:gd name="T21" fmla="*/ 250 h 293"/>
                  <a:gd name="T22" fmla="*/ 60 w 199"/>
                  <a:gd name="T23" fmla="*/ 273 h 293"/>
                  <a:gd name="T24" fmla="*/ 83 w 199"/>
                  <a:gd name="T25" fmla="*/ 286 h 293"/>
                  <a:gd name="T26" fmla="*/ 93 w 199"/>
                  <a:gd name="T27" fmla="*/ 290 h 293"/>
                  <a:gd name="T28" fmla="*/ 115 w 199"/>
                  <a:gd name="T29" fmla="*/ 293 h 293"/>
                  <a:gd name="T30" fmla="*/ 125 w 199"/>
                  <a:gd name="T31" fmla="*/ 293 h 293"/>
                  <a:gd name="T32" fmla="*/ 145 w 199"/>
                  <a:gd name="T33" fmla="*/ 286 h 293"/>
                  <a:gd name="T34" fmla="*/ 161 w 199"/>
                  <a:gd name="T35" fmla="*/ 276 h 293"/>
                  <a:gd name="T36" fmla="*/ 167 w 199"/>
                  <a:gd name="T37" fmla="*/ 268 h 293"/>
                  <a:gd name="T38" fmla="*/ 183 w 199"/>
                  <a:gd name="T39" fmla="*/ 243 h 293"/>
                  <a:gd name="T40" fmla="*/ 190 w 199"/>
                  <a:gd name="T41" fmla="*/ 225 h 293"/>
                  <a:gd name="T42" fmla="*/ 196 w 199"/>
                  <a:gd name="T43" fmla="*/ 205 h 293"/>
                  <a:gd name="T44" fmla="*/ 199 w 199"/>
                  <a:gd name="T45" fmla="*/ 161 h 293"/>
                  <a:gd name="T46" fmla="*/ 196 w 199"/>
                  <a:gd name="T47" fmla="*/ 138 h 293"/>
                  <a:gd name="T48" fmla="*/ 193 w 199"/>
                  <a:gd name="T49" fmla="*/ 116 h 293"/>
                  <a:gd name="T50" fmla="*/ 178 w 199"/>
                  <a:gd name="T51" fmla="*/ 75 h 293"/>
                  <a:gd name="T52" fmla="*/ 168 w 199"/>
                  <a:gd name="T53" fmla="*/ 57 h 293"/>
                  <a:gd name="T54" fmla="*/ 156 w 199"/>
                  <a:gd name="T55" fmla="*/ 40 h 293"/>
                  <a:gd name="T56" fmla="*/ 134 w 199"/>
                  <a:gd name="T57" fmla="*/ 18 h 293"/>
                  <a:gd name="T58" fmla="*/ 127 w 199"/>
                  <a:gd name="T59" fmla="*/ 12 h 293"/>
                  <a:gd name="T60" fmla="*/ 108 w 199"/>
                  <a:gd name="T61" fmla="*/ 3 h 293"/>
                  <a:gd name="T62" fmla="*/ 90 w 199"/>
                  <a:gd name="T63" fmla="*/ 0 h 293"/>
                  <a:gd name="T64" fmla="*/ 86 w 199"/>
                  <a:gd name="T65" fmla="*/ 0 h 293"/>
                  <a:gd name="T66" fmla="*/ 77 w 199"/>
                  <a:gd name="T67" fmla="*/ 0 h 293"/>
                  <a:gd name="T68" fmla="*/ 59 w 199"/>
                  <a:gd name="T69" fmla="*/ 4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9" h="293">
                    <a:moveTo>
                      <a:pt x="52" y="9"/>
                    </a:moveTo>
                    <a:lnTo>
                      <a:pt x="52" y="9"/>
                    </a:lnTo>
                    <a:lnTo>
                      <a:pt x="43" y="15"/>
                    </a:lnTo>
                    <a:lnTo>
                      <a:pt x="34" y="23"/>
                    </a:lnTo>
                    <a:lnTo>
                      <a:pt x="25" y="34"/>
                    </a:lnTo>
                    <a:lnTo>
                      <a:pt x="18" y="46"/>
                    </a:lnTo>
                    <a:lnTo>
                      <a:pt x="18" y="46"/>
                    </a:lnTo>
                    <a:lnTo>
                      <a:pt x="12" y="59"/>
                    </a:lnTo>
                    <a:lnTo>
                      <a:pt x="7" y="75"/>
                    </a:lnTo>
                    <a:lnTo>
                      <a:pt x="3" y="91"/>
                    </a:lnTo>
                    <a:lnTo>
                      <a:pt x="2" y="110"/>
                    </a:lnTo>
                    <a:lnTo>
                      <a:pt x="2" y="110"/>
                    </a:lnTo>
                    <a:lnTo>
                      <a:pt x="0" y="130"/>
                    </a:lnTo>
                    <a:lnTo>
                      <a:pt x="2" y="149"/>
                    </a:lnTo>
                    <a:lnTo>
                      <a:pt x="4" y="168"/>
                    </a:lnTo>
                    <a:lnTo>
                      <a:pt x="9" y="187"/>
                    </a:lnTo>
                    <a:lnTo>
                      <a:pt x="9" y="187"/>
                    </a:lnTo>
                    <a:lnTo>
                      <a:pt x="15" y="205"/>
                    </a:lnTo>
                    <a:lnTo>
                      <a:pt x="22" y="221"/>
                    </a:lnTo>
                    <a:lnTo>
                      <a:pt x="31" y="237"/>
                    </a:lnTo>
                    <a:lnTo>
                      <a:pt x="40" y="250"/>
                    </a:lnTo>
                    <a:lnTo>
                      <a:pt x="40" y="250"/>
                    </a:lnTo>
                    <a:lnTo>
                      <a:pt x="50" y="262"/>
                    </a:lnTo>
                    <a:lnTo>
                      <a:pt x="60" y="273"/>
                    </a:lnTo>
                    <a:lnTo>
                      <a:pt x="71" y="280"/>
                    </a:lnTo>
                    <a:lnTo>
                      <a:pt x="83" y="286"/>
                    </a:lnTo>
                    <a:lnTo>
                      <a:pt x="83" y="286"/>
                    </a:lnTo>
                    <a:lnTo>
                      <a:pt x="93" y="290"/>
                    </a:lnTo>
                    <a:lnTo>
                      <a:pt x="105" y="293"/>
                    </a:lnTo>
                    <a:lnTo>
                      <a:pt x="115" y="293"/>
                    </a:lnTo>
                    <a:lnTo>
                      <a:pt x="125" y="293"/>
                    </a:lnTo>
                    <a:lnTo>
                      <a:pt x="125" y="293"/>
                    </a:lnTo>
                    <a:lnTo>
                      <a:pt x="136" y="290"/>
                    </a:lnTo>
                    <a:lnTo>
                      <a:pt x="145" y="286"/>
                    </a:lnTo>
                    <a:lnTo>
                      <a:pt x="152" y="281"/>
                    </a:lnTo>
                    <a:lnTo>
                      <a:pt x="161" y="276"/>
                    </a:lnTo>
                    <a:lnTo>
                      <a:pt x="161" y="276"/>
                    </a:lnTo>
                    <a:lnTo>
                      <a:pt x="167" y="268"/>
                    </a:lnTo>
                    <a:lnTo>
                      <a:pt x="173" y="261"/>
                    </a:lnTo>
                    <a:lnTo>
                      <a:pt x="183" y="243"/>
                    </a:lnTo>
                    <a:lnTo>
                      <a:pt x="183" y="243"/>
                    </a:lnTo>
                    <a:lnTo>
                      <a:pt x="190" y="225"/>
                    </a:lnTo>
                    <a:lnTo>
                      <a:pt x="196" y="205"/>
                    </a:lnTo>
                    <a:lnTo>
                      <a:pt x="196" y="205"/>
                    </a:lnTo>
                    <a:lnTo>
                      <a:pt x="198" y="183"/>
                    </a:lnTo>
                    <a:lnTo>
                      <a:pt x="199" y="161"/>
                    </a:lnTo>
                    <a:lnTo>
                      <a:pt x="199" y="161"/>
                    </a:lnTo>
                    <a:lnTo>
                      <a:pt x="196" y="138"/>
                    </a:lnTo>
                    <a:lnTo>
                      <a:pt x="193" y="116"/>
                    </a:lnTo>
                    <a:lnTo>
                      <a:pt x="193" y="116"/>
                    </a:lnTo>
                    <a:lnTo>
                      <a:pt x="187" y="96"/>
                    </a:lnTo>
                    <a:lnTo>
                      <a:pt x="178" y="75"/>
                    </a:lnTo>
                    <a:lnTo>
                      <a:pt x="178" y="75"/>
                    </a:lnTo>
                    <a:lnTo>
                      <a:pt x="168" y="57"/>
                    </a:lnTo>
                    <a:lnTo>
                      <a:pt x="156" y="40"/>
                    </a:lnTo>
                    <a:lnTo>
                      <a:pt x="156" y="40"/>
                    </a:lnTo>
                    <a:lnTo>
                      <a:pt x="143" y="25"/>
                    </a:lnTo>
                    <a:lnTo>
                      <a:pt x="134" y="18"/>
                    </a:lnTo>
                    <a:lnTo>
                      <a:pt x="127" y="12"/>
                    </a:lnTo>
                    <a:lnTo>
                      <a:pt x="127" y="12"/>
                    </a:lnTo>
                    <a:lnTo>
                      <a:pt x="118" y="7"/>
                    </a:lnTo>
                    <a:lnTo>
                      <a:pt x="108" y="3"/>
                    </a:lnTo>
                    <a:lnTo>
                      <a:pt x="99" y="0"/>
                    </a:lnTo>
                    <a:lnTo>
                      <a:pt x="90" y="0"/>
                    </a:lnTo>
                    <a:lnTo>
                      <a:pt x="90" y="0"/>
                    </a:lnTo>
                    <a:lnTo>
                      <a:pt x="86" y="0"/>
                    </a:lnTo>
                    <a:lnTo>
                      <a:pt x="86" y="0"/>
                    </a:lnTo>
                    <a:lnTo>
                      <a:pt x="77" y="0"/>
                    </a:lnTo>
                    <a:lnTo>
                      <a:pt x="68" y="1"/>
                    </a:lnTo>
                    <a:lnTo>
                      <a:pt x="59" y="4"/>
                    </a:lnTo>
                    <a:lnTo>
                      <a:pt x="52" y="9"/>
                    </a:lnTo>
                    <a:close/>
                  </a:path>
                </a:pathLst>
              </a:custGeom>
              <a:gradFill>
                <a:gsLst>
                  <a:gs pos="13000">
                    <a:srgbClr val="BD2223"/>
                  </a:gs>
                  <a:gs pos="92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AU" kern="0" dirty="0" smtClean="0">
                  <a:solidFill>
                    <a:prstClr val="black"/>
                  </a:solidFill>
                  <a:latin typeface="Montserrat Light"/>
                  <a:cs typeface="Simplified Arabic" panose="02020603050405020304" pitchFamily="18" charset="-78"/>
                </a:endParaRPr>
              </a:p>
            </p:txBody>
          </p:sp>
          <p:sp>
            <p:nvSpPr>
              <p:cNvPr id="79" name="Freeform 30"/>
              <p:cNvSpPr>
                <a:spLocks/>
              </p:cNvSpPr>
              <p:nvPr/>
            </p:nvSpPr>
            <p:spPr bwMode="auto">
              <a:xfrm>
                <a:off x="3681413" y="3667126"/>
                <a:ext cx="107950" cy="160338"/>
              </a:xfrm>
              <a:custGeom>
                <a:avLst/>
                <a:gdLst>
                  <a:gd name="T0" fmla="*/ 18 w 68"/>
                  <a:gd name="T1" fmla="*/ 3 h 101"/>
                  <a:gd name="T2" fmla="*/ 18 w 68"/>
                  <a:gd name="T3" fmla="*/ 3 h 101"/>
                  <a:gd name="T4" fmla="*/ 12 w 68"/>
                  <a:gd name="T5" fmla="*/ 8 h 101"/>
                  <a:gd name="T6" fmla="*/ 6 w 68"/>
                  <a:gd name="T7" fmla="*/ 16 h 101"/>
                  <a:gd name="T8" fmla="*/ 6 w 68"/>
                  <a:gd name="T9" fmla="*/ 16 h 101"/>
                  <a:gd name="T10" fmla="*/ 2 w 68"/>
                  <a:gd name="T11" fmla="*/ 26 h 101"/>
                  <a:gd name="T12" fmla="*/ 0 w 68"/>
                  <a:gd name="T13" fmla="*/ 38 h 101"/>
                  <a:gd name="T14" fmla="*/ 0 w 68"/>
                  <a:gd name="T15" fmla="*/ 38 h 101"/>
                  <a:gd name="T16" fmla="*/ 0 w 68"/>
                  <a:gd name="T17" fmla="*/ 51 h 101"/>
                  <a:gd name="T18" fmla="*/ 3 w 68"/>
                  <a:gd name="T19" fmla="*/ 65 h 101"/>
                  <a:gd name="T20" fmla="*/ 3 w 68"/>
                  <a:gd name="T21" fmla="*/ 65 h 101"/>
                  <a:gd name="T22" fmla="*/ 8 w 68"/>
                  <a:gd name="T23" fmla="*/ 76 h 101"/>
                  <a:gd name="T24" fmla="*/ 13 w 68"/>
                  <a:gd name="T25" fmla="*/ 87 h 101"/>
                  <a:gd name="T26" fmla="*/ 13 w 68"/>
                  <a:gd name="T27" fmla="*/ 87 h 101"/>
                  <a:gd name="T28" fmla="*/ 21 w 68"/>
                  <a:gd name="T29" fmla="*/ 94 h 101"/>
                  <a:gd name="T30" fmla="*/ 28 w 68"/>
                  <a:gd name="T31" fmla="*/ 98 h 101"/>
                  <a:gd name="T32" fmla="*/ 28 w 68"/>
                  <a:gd name="T33" fmla="*/ 98 h 101"/>
                  <a:gd name="T34" fmla="*/ 36 w 68"/>
                  <a:gd name="T35" fmla="*/ 101 h 101"/>
                  <a:gd name="T36" fmla="*/ 43 w 68"/>
                  <a:gd name="T37" fmla="*/ 101 h 101"/>
                  <a:gd name="T38" fmla="*/ 43 w 68"/>
                  <a:gd name="T39" fmla="*/ 101 h 101"/>
                  <a:gd name="T40" fmla="*/ 50 w 68"/>
                  <a:gd name="T41" fmla="*/ 98 h 101"/>
                  <a:gd name="T42" fmla="*/ 55 w 68"/>
                  <a:gd name="T43" fmla="*/ 95 h 101"/>
                  <a:gd name="T44" fmla="*/ 55 w 68"/>
                  <a:gd name="T45" fmla="*/ 95 h 101"/>
                  <a:gd name="T46" fmla="*/ 59 w 68"/>
                  <a:gd name="T47" fmla="*/ 90 h 101"/>
                  <a:gd name="T48" fmla="*/ 64 w 68"/>
                  <a:gd name="T49" fmla="*/ 84 h 101"/>
                  <a:gd name="T50" fmla="*/ 64 w 68"/>
                  <a:gd name="T51" fmla="*/ 84 h 101"/>
                  <a:gd name="T52" fmla="*/ 65 w 68"/>
                  <a:gd name="T53" fmla="*/ 78 h 101"/>
                  <a:gd name="T54" fmla="*/ 68 w 68"/>
                  <a:gd name="T55" fmla="*/ 70 h 101"/>
                  <a:gd name="T56" fmla="*/ 68 w 68"/>
                  <a:gd name="T57" fmla="*/ 70 h 101"/>
                  <a:gd name="T58" fmla="*/ 68 w 68"/>
                  <a:gd name="T59" fmla="*/ 56 h 101"/>
                  <a:gd name="T60" fmla="*/ 68 w 68"/>
                  <a:gd name="T61" fmla="*/ 56 h 101"/>
                  <a:gd name="T62" fmla="*/ 67 w 68"/>
                  <a:gd name="T63" fmla="*/ 39 h 101"/>
                  <a:gd name="T64" fmla="*/ 67 w 68"/>
                  <a:gd name="T65" fmla="*/ 39 h 101"/>
                  <a:gd name="T66" fmla="*/ 62 w 68"/>
                  <a:gd name="T67" fmla="*/ 26 h 101"/>
                  <a:gd name="T68" fmla="*/ 62 w 68"/>
                  <a:gd name="T69" fmla="*/ 26 h 101"/>
                  <a:gd name="T70" fmla="*/ 58 w 68"/>
                  <a:gd name="T71" fmla="*/ 20 h 101"/>
                  <a:gd name="T72" fmla="*/ 55 w 68"/>
                  <a:gd name="T73" fmla="*/ 14 h 101"/>
                  <a:gd name="T74" fmla="*/ 55 w 68"/>
                  <a:gd name="T75" fmla="*/ 14 h 101"/>
                  <a:gd name="T76" fmla="*/ 49 w 68"/>
                  <a:gd name="T77" fmla="*/ 8 h 101"/>
                  <a:gd name="T78" fmla="*/ 43 w 68"/>
                  <a:gd name="T79" fmla="*/ 4 h 101"/>
                  <a:gd name="T80" fmla="*/ 43 w 68"/>
                  <a:gd name="T81" fmla="*/ 4 h 101"/>
                  <a:gd name="T82" fmla="*/ 37 w 68"/>
                  <a:gd name="T83" fmla="*/ 1 h 101"/>
                  <a:gd name="T84" fmla="*/ 31 w 68"/>
                  <a:gd name="T85" fmla="*/ 0 h 101"/>
                  <a:gd name="T86" fmla="*/ 30 w 68"/>
                  <a:gd name="T87" fmla="*/ 0 h 101"/>
                  <a:gd name="T88" fmla="*/ 30 w 68"/>
                  <a:gd name="T89" fmla="*/ 0 h 101"/>
                  <a:gd name="T90" fmla="*/ 24 w 68"/>
                  <a:gd name="T91" fmla="*/ 1 h 101"/>
                  <a:gd name="T92" fmla="*/ 18 w 68"/>
                  <a:gd name="T93"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8" h="101">
                    <a:moveTo>
                      <a:pt x="18" y="3"/>
                    </a:moveTo>
                    <a:lnTo>
                      <a:pt x="18" y="3"/>
                    </a:lnTo>
                    <a:lnTo>
                      <a:pt x="12" y="8"/>
                    </a:lnTo>
                    <a:lnTo>
                      <a:pt x="6" y="16"/>
                    </a:lnTo>
                    <a:lnTo>
                      <a:pt x="6" y="16"/>
                    </a:lnTo>
                    <a:lnTo>
                      <a:pt x="2" y="26"/>
                    </a:lnTo>
                    <a:lnTo>
                      <a:pt x="0" y="38"/>
                    </a:lnTo>
                    <a:lnTo>
                      <a:pt x="0" y="38"/>
                    </a:lnTo>
                    <a:lnTo>
                      <a:pt x="0" y="51"/>
                    </a:lnTo>
                    <a:lnTo>
                      <a:pt x="3" y="65"/>
                    </a:lnTo>
                    <a:lnTo>
                      <a:pt x="3" y="65"/>
                    </a:lnTo>
                    <a:lnTo>
                      <a:pt x="8" y="76"/>
                    </a:lnTo>
                    <a:lnTo>
                      <a:pt x="13" y="87"/>
                    </a:lnTo>
                    <a:lnTo>
                      <a:pt x="13" y="87"/>
                    </a:lnTo>
                    <a:lnTo>
                      <a:pt x="21" y="94"/>
                    </a:lnTo>
                    <a:lnTo>
                      <a:pt x="28" y="98"/>
                    </a:lnTo>
                    <a:lnTo>
                      <a:pt x="28" y="98"/>
                    </a:lnTo>
                    <a:lnTo>
                      <a:pt x="36" y="101"/>
                    </a:lnTo>
                    <a:lnTo>
                      <a:pt x="43" y="101"/>
                    </a:lnTo>
                    <a:lnTo>
                      <a:pt x="43" y="101"/>
                    </a:lnTo>
                    <a:lnTo>
                      <a:pt x="50" y="98"/>
                    </a:lnTo>
                    <a:lnTo>
                      <a:pt x="55" y="95"/>
                    </a:lnTo>
                    <a:lnTo>
                      <a:pt x="55" y="95"/>
                    </a:lnTo>
                    <a:lnTo>
                      <a:pt x="59" y="90"/>
                    </a:lnTo>
                    <a:lnTo>
                      <a:pt x="64" y="84"/>
                    </a:lnTo>
                    <a:lnTo>
                      <a:pt x="64" y="84"/>
                    </a:lnTo>
                    <a:lnTo>
                      <a:pt x="65" y="78"/>
                    </a:lnTo>
                    <a:lnTo>
                      <a:pt x="68" y="70"/>
                    </a:lnTo>
                    <a:lnTo>
                      <a:pt x="68" y="70"/>
                    </a:lnTo>
                    <a:lnTo>
                      <a:pt x="68" y="56"/>
                    </a:lnTo>
                    <a:lnTo>
                      <a:pt x="68" y="56"/>
                    </a:lnTo>
                    <a:lnTo>
                      <a:pt x="67" y="39"/>
                    </a:lnTo>
                    <a:lnTo>
                      <a:pt x="67" y="39"/>
                    </a:lnTo>
                    <a:lnTo>
                      <a:pt x="62" y="26"/>
                    </a:lnTo>
                    <a:lnTo>
                      <a:pt x="62" y="26"/>
                    </a:lnTo>
                    <a:lnTo>
                      <a:pt x="58" y="20"/>
                    </a:lnTo>
                    <a:lnTo>
                      <a:pt x="55" y="14"/>
                    </a:lnTo>
                    <a:lnTo>
                      <a:pt x="55" y="14"/>
                    </a:lnTo>
                    <a:lnTo>
                      <a:pt x="49" y="8"/>
                    </a:lnTo>
                    <a:lnTo>
                      <a:pt x="43" y="4"/>
                    </a:lnTo>
                    <a:lnTo>
                      <a:pt x="43" y="4"/>
                    </a:lnTo>
                    <a:lnTo>
                      <a:pt x="37" y="1"/>
                    </a:lnTo>
                    <a:lnTo>
                      <a:pt x="31" y="0"/>
                    </a:lnTo>
                    <a:lnTo>
                      <a:pt x="30" y="0"/>
                    </a:lnTo>
                    <a:lnTo>
                      <a:pt x="30" y="0"/>
                    </a:lnTo>
                    <a:lnTo>
                      <a:pt x="24" y="1"/>
                    </a:lnTo>
                    <a:lnTo>
                      <a:pt x="18"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AU" kern="0" dirty="0" smtClean="0">
                  <a:solidFill>
                    <a:prstClr val="black"/>
                  </a:solidFill>
                  <a:latin typeface="Montserrat Light"/>
                  <a:cs typeface="Simplified Arabic" panose="02020603050405020304" pitchFamily="18" charset="-78"/>
                </a:endParaRPr>
              </a:p>
            </p:txBody>
          </p:sp>
          <p:sp>
            <p:nvSpPr>
              <p:cNvPr id="80" name="Freeform 65"/>
              <p:cNvSpPr>
                <a:spLocks/>
              </p:cNvSpPr>
              <p:nvPr/>
            </p:nvSpPr>
            <p:spPr bwMode="auto">
              <a:xfrm>
                <a:off x="984252" y="2149476"/>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F15A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AU" kern="0" dirty="0" smtClean="0">
                  <a:solidFill>
                    <a:prstClr val="black"/>
                  </a:solidFill>
                  <a:latin typeface="Montserrat Light"/>
                  <a:cs typeface="Simplified Arabic" panose="02020603050405020304" pitchFamily="18" charset="-78"/>
                </a:endParaRPr>
              </a:p>
            </p:txBody>
          </p:sp>
        </p:grpSp>
      </p:grpSp>
      <p:grpSp>
        <p:nvGrpSpPr>
          <p:cNvPr id="81" name="Group 80"/>
          <p:cNvGrpSpPr/>
          <p:nvPr/>
        </p:nvGrpSpPr>
        <p:grpSpPr>
          <a:xfrm>
            <a:off x="9243028" y="2180468"/>
            <a:ext cx="1290440" cy="1318405"/>
            <a:chOff x="5920323" y="2302554"/>
            <a:chExt cx="2180669" cy="2227927"/>
          </a:xfrm>
          <a:effectLst>
            <a:outerShdw blurRad="177800" dir="18900000" sy="23000" kx="-1200000" algn="bl" rotWithShape="0">
              <a:prstClr val="black">
                <a:alpha val="29000"/>
              </a:prstClr>
            </a:outerShdw>
          </a:effectLst>
        </p:grpSpPr>
        <p:sp>
          <p:nvSpPr>
            <p:cNvPr id="82" name="Freeform 81"/>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id-ID" sz="2400" kern="0" dirty="0" smtClean="0">
                <a:solidFill>
                  <a:prstClr val="black"/>
                </a:solidFill>
                <a:latin typeface="Montserrat Light"/>
                <a:cs typeface="Simplified Arabic" panose="02020603050405020304" pitchFamily="18" charset="-78"/>
              </a:endParaRPr>
            </a:p>
          </p:txBody>
        </p:sp>
        <p:sp>
          <p:nvSpPr>
            <p:cNvPr id="83" name="Freeform 82"/>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id-ID" sz="2400" kern="0" dirty="0" smtClean="0">
                <a:solidFill>
                  <a:prstClr val="black"/>
                </a:solidFill>
                <a:latin typeface="Montserrat Light"/>
                <a:cs typeface="Simplified Arabic" panose="02020603050405020304" pitchFamily="18" charset="-78"/>
              </a:endParaRPr>
            </a:p>
          </p:txBody>
        </p:sp>
        <p:sp>
          <p:nvSpPr>
            <p:cNvPr id="84" name="Freeform 83"/>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id-ID" sz="2400" kern="0" dirty="0" smtClean="0">
                <a:solidFill>
                  <a:prstClr val="black"/>
                </a:solidFill>
                <a:latin typeface="Montserrat Light"/>
                <a:cs typeface="Simplified Arabic" panose="02020603050405020304" pitchFamily="18" charset="-78"/>
              </a:endParaRPr>
            </a:p>
          </p:txBody>
        </p:sp>
        <p:sp>
          <p:nvSpPr>
            <p:cNvPr id="85" name="Freeform 84"/>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rgbClr val="2980B9">
                <a:lumMod val="75000"/>
              </a:srgb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id-ID" sz="2400" kern="0" dirty="0" smtClean="0">
                <a:solidFill>
                  <a:prstClr val="black"/>
                </a:solidFill>
                <a:latin typeface="Montserrat Light"/>
                <a:cs typeface="Simplified Arabic" panose="02020603050405020304" pitchFamily="18" charset="-78"/>
              </a:endParaRPr>
            </a:p>
          </p:txBody>
        </p:sp>
        <p:sp>
          <p:nvSpPr>
            <p:cNvPr id="86" name="Freeform 85"/>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rgbClr val="2980B9">
                <a:lumMod val="75000"/>
              </a:srgb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id-ID" sz="2400" kern="0" dirty="0" smtClean="0">
                <a:solidFill>
                  <a:prstClr val="black"/>
                </a:solidFill>
                <a:latin typeface="Montserrat Light"/>
                <a:cs typeface="Simplified Arabic" panose="02020603050405020304" pitchFamily="18" charset="-78"/>
              </a:endParaRPr>
            </a:p>
          </p:txBody>
        </p:sp>
        <p:sp>
          <p:nvSpPr>
            <p:cNvPr id="87" name="Freeform 86"/>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rgbClr val="2980B9">
                <a:lumMod val="60000"/>
                <a:lumOff val="40000"/>
              </a:srgb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id-ID" sz="2400" kern="0" dirty="0" smtClean="0">
                <a:solidFill>
                  <a:prstClr val="black"/>
                </a:solidFill>
                <a:latin typeface="Montserrat Light"/>
                <a:cs typeface="Simplified Arabic" panose="02020603050405020304" pitchFamily="18" charset="-78"/>
              </a:endParaRPr>
            </a:p>
          </p:txBody>
        </p:sp>
        <p:sp>
          <p:nvSpPr>
            <p:cNvPr id="88" name="Freeform 87"/>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rgbClr val="2980B9">
                <a:lumMod val="60000"/>
                <a:lumOff val="40000"/>
              </a:srgb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id-ID" sz="2400" kern="0" dirty="0" smtClean="0">
                <a:solidFill>
                  <a:prstClr val="black"/>
                </a:solidFill>
                <a:latin typeface="Montserrat Light"/>
                <a:cs typeface="Simplified Arabic" panose="02020603050405020304" pitchFamily="18" charset="-78"/>
              </a:endParaRPr>
            </a:p>
          </p:txBody>
        </p:sp>
        <p:sp>
          <p:nvSpPr>
            <p:cNvPr id="89" name="Freeform 88"/>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rgbClr val="2980B9">
                <a:lumMod val="75000"/>
              </a:srgb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defRPr/>
              </a:pPr>
              <a:endParaRPr lang="id-ID" sz="2400" kern="0" dirty="0" smtClean="0">
                <a:solidFill>
                  <a:prstClr val="black"/>
                </a:solidFill>
                <a:latin typeface="Montserrat Light"/>
                <a:cs typeface="Simplified Arabic" panose="02020603050405020304" pitchFamily="18" charset="-78"/>
              </a:endParaRPr>
            </a:p>
          </p:txBody>
        </p:sp>
      </p:grpSp>
      <p:grpSp>
        <p:nvGrpSpPr>
          <p:cNvPr id="90" name="Group 89"/>
          <p:cNvGrpSpPr/>
          <p:nvPr/>
        </p:nvGrpSpPr>
        <p:grpSpPr>
          <a:xfrm flipH="1">
            <a:off x="6996222" y="1915529"/>
            <a:ext cx="2443029" cy="511741"/>
            <a:chOff x="3495205" y="2346448"/>
            <a:chExt cx="5504861" cy="998320"/>
          </a:xfrm>
        </p:grpSpPr>
        <p:cxnSp>
          <p:nvCxnSpPr>
            <p:cNvPr id="91" name="Straight Connector 90"/>
            <p:cNvCxnSpPr/>
            <p:nvPr/>
          </p:nvCxnSpPr>
          <p:spPr>
            <a:xfrm flipV="1">
              <a:off x="3495205" y="2346448"/>
              <a:ext cx="998320" cy="998320"/>
            </a:xfrm>
            <a:prstGeom prst="line">
              <a:avLst/>
            </a:prstGeom>
            <a:noFill/>
            <a:ln w="19050" cap="flat" cmpd="sng" algn="ctr">
              <a:solidFill>
                <a:srgbClr val="2980B9"/>
              </a:solidFill>
              <a:prstDash val="sysDash"/>
              <a:miter lim="800000"/>
            </a:ln>
            <a:effectLst/>
          </p:spPr>
        </p:cxnSp>
        <p:cxnSp>
          <p:nvCxnSpPr>
            <p:cNvPr id="92" name="Straight Connector 91"/>
            <p:cNvCxnSpPr/>
            <p:nvPr/>
          </p:nvCxnSpPr>
          <p:spPr>
            <a:xfrm>
              <a:off x="4493935" y="2347037"/>
              <a:ext cx="4506131" cy="0"/>
            </a:xfrm>
            <a:prstGeom prst="line">
              <a:avLst/>
            </a:prstGeom>
            <a:noFill/>
            <a:ln w="19050" cap="flat" cmpd="sng" algn="ctr">
              <a:solidFill>
                <a:srgbClr val="2980B9"/>
              </a:solidFill>
              <a:prstDash val="sysDash"/>
              <a:miter lim="800000"/>
              <a:tailEnd type="oval"/>
            </a:ln>
            <a:effectLst/>
          </p:spPr>
        </p:cxnSp>
      </p:grpSp>
      <p:sp>
        <p:nvSpPr>
          <p:cNvPr id="93" name="Text Placeholder 8"/>
          <p:cNvSpPr txBox="1">
            <a:spLocks/>
          </p:cNvSpPr>
          <p:nvPr/>
        </p:nvSpPr>
        <p:spPr>
          <a:xfrm>
            <a:off x="704850" y="1557220"/>
            <a:ext cx="6291372" cy="3489632"/>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auto">
              <a:spcAft>
                <a:spcPts val="0"/>
              </a:spcAft>
            </a:pPr>
            <a:r>
              <a:rPr lang="ar-SA" sz="3200" b="1" dirty="0">
                <a:solidFill>
                  <a:srgbClr val="F2F2F2">
                    <a:lumMod val="10000"/>
                  </a:srgbClr>
                </a:solidFill>
                <a:cs typeface="Simplified Arabic" panose="02020603050405020304" pitchFamily="18" charset="-78"/>
              </a:rPr>
              <a:t>تبرز أهمية الوسائط المتعددة كونها إحدى أهم الأدوات التي يمكن التفاعل معها، والتي تعتبر من الأدوات المستخدمة في تقنيات عرض الصورة، والنص والأفلام؛ وتعرف بالوسائط المتعددة </a:t>
            </a:r>
            <a:r>
              <a:rPr lang="en-US" sz="3200" b="1" dirty="0">
                <a:solidFill>
                  <a:srgbClr val="F2F2F2">
                    <a:lumMod val="10000"/>
                  </a:srgbClr>
                </a:solidFill>
              </a:rPr>
              <a:t>Multimedia</a:t>
            </a:r>
            <a:endParaRPr lang="en-AU" sz="3200" b="1" dirty="0">
              <a:solidFill>
                <a:srgbClr val="F2F2F2">
                  <a:lumMod val="10000"/>
                </a:srgbClr>
              </a:solidFill>
              <a:latin typeface="Montserrat Light"/>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1632954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 calcmode="lin" valueType="num">
                                      <p:cBhvr>
                                        <p:cTn id="11" dur="500" fill="hold"/>
                                        <p:tgtEl>
                                          <p:spTgt spid="65"/>
                                        </p:tgtEl>
                                        <p:attrNameLst>
                                          <p:attrName>ppt_w</p:attrName>
                                        </p:attrNameLst>
                                      </p:cBhvr>
                                      <p:tavLst>
                                        <p:tav tm="0">
                                          <p:val>
                                            <p:fltVal val="0"/>
                                          </p:val>
                                        </p:tav>
                                        <p:tav tm="100000">
                                          <p:val>
                                            <p:strVal val="#ppt_w"/>
                                          </p:val>
                                        </p:tav>
                                      </p:tavLst>
                                    </p:anim>
                                    <p:anim calcmode="lin" valueType="num">
                                      <p:cBhvr>
                                        <p:cTn id="12" dur="500" fill="hold"/>
                                        <p:tgtEl>
                                          <p:spTgt spid="65"/>
                                        </p:tgtEl>
                                        <p:attrNameLst>
                                          <p:attrName>ppt_h</p:attrName>
                                        </p:attrNameLst>
                                      </p:cBhvr>
                                      <p:tavLst>
                                        <p:tav tm="0">
                                          <p:val>
                                            <p:fltVal val="0"/>
                                          </p:val>
                                        </p:tav>
                                        <p:tav tm="100000">
                                          <p:val>
                                            <p:strVal val="#ppt_h"/>
                                          </p:val>
                                        </p:tav>
                                      </p:tavLst>
                                    </p:anim>
                                    <p:animEffect transition="in" filter="fade">
                                      <p:cBhvr>
                                        <p:cTn id="13" dur="500"/>
                                        <p:tgtEl>
                                          <p:spTgt spid="65"/>
                                        </p:tgtEl>
                                      </p:cBhvr>
                                    </p:animEffect>
                                  </p:childTnLst>
                                </p:cTn>
                              </p:par>
                            </p:childTnLst>
                          </p:cTn>
                        </p:par>
                        <p:par>
                          <p:cTn id="14" fill="hold">
                            <p:stCondLst>
                              <p:cond delay="1000"/>
                            </p:stCondLst>
                            <p:childTnLst>
                              <p:par>
                                <p:cTn id="15" presetID="2" presetClass="entr" presetSubtype="9" fill="hold" nodeType="afterEffect">
                                  <p:stCondLst>
                                    <p:cond delay="0"/>
                                  </p:stCondLst>
                                  <p:childTnLst>
                                    <p:set>
                                      <p:cBhvr>
                                        <p:cTn id="16" dur="1" fill="hold">
                                          <p:stCondLst>
                                            <p:cond delay="0"/>
                                          </p:stCondLst>
                                        </p:cTn>
                                        <p:tgtEl>
                                          <p:spTgt spid="81"/>
                                        </p:tgtEl>
                                        <p:attrNameLst>
                                          <p:attrName>style.visibility</p:attrName>
                                        </p:attrNameLst>
                                      </p:cBhvr>
                                      <p:to>
                                        <p:strVal val="visible"/>
                                      </p:to>
                                    </p:set>
                                    <p:anim calcmode="lin" valueType="num">
                                      <p:cBhvr additive="base">
                                        <p:cTn id="17" dur="500" fill="hold"/>
                                        <p:tgtEl>
                                          <p:spTgt spid="81"/>
                                        </p:tgtEl>
                                        <p:attrNameLst>
                                          <p:attrName>ppt_x</p:attrName>
                                        </p:attrNameLst>
                                      </p:cBhvr>
                                      <p:tavLst>
                                        <p:tav tm="0">
                                          <p:val>
                                            <p:strVal val="0-#ppt_w/2"/>
                                          </p:val>
                                        </p:tav>
                                        <p:tav tm="100000">
                                          <p:val>
                                            <p:strVal val="#ppt_x"/>
                                          </p:val>
                                        </p:tav>
                                      </p:tavLst>
                                    </p:anim>
                                    <p:anim calcmode="lin" valueType="num">
                                      <p:cBhvr additive="base">
                                        <p:cTn id="18" dur="500" fill="hold"/>
                                        <p:tgtEl>
                                          <p:spTgt spid="81"/>
                                        </p:tgtEl>
                                        <p:attrNameLst>
                                          <p:attrName>ppt_y</p:attrName>
                                        </p:attrNameLst>
                                      </p:cBhvr>
                                      <p:tavLst>
                                        <p:tav tm="0">
                                          <p:val>
                                            <p:strVal val="0-#ppt_h/2"/>
                                          </p:val>
                                        </p:tav>
                                        <p:tav tm="100000">
                                          <p:val>
                                            <p:strVal val="#ppt_y"/>
                                          </p:val>
                                        </p:tav>
                                      </p:tavLst>
                                    </p:anim>
                                  </p:childTnLst>
                                </p:cTn>
                              </p:par>
                            </p:childTnLst>
                          </p:cTn>
                        </p:par>
                        <p:par>
                          <p:cTn id="19" fill="hold">
                            <p:stCondLst>
                              <p:cond delay="1500"/>
                            </p:stCondLst>
                            <p:childTnLst>
                              <p:par>
                                <p:cTn id="20" presetID="22" presetClass="entr" presetSubtype="2" fill="hold" nodeType="afterEffect">
                                  <p:stCondLst>
                                    <p:cond delay="0"/>
                                  </p:stCondLst>
                                  <p:childTnLst>
                                    <p:set>
                                      <p:cBhvr>
                                        <p:cTn id="21" dur="1" fill="hold">
                                          <p:stCondLst>
                                            <p:cond delay="0"/>
                                          </p:stCondLst>
                                        </p:cTn>
                                        <p:tgtEl>
                                          <p:spTgt spid="90"/>
                                        </p:tgtEl>
                                        <p:attrNameLst>
                                          <p:attrName>style.visibility</p:attrName>
                                        </p:attrNameLst>
                                      </p:cBhvr>
                                      <p:to>
                                        <p:strVal val="visible"/>
                                      </p:to>
                                    </p:set>
                                    <p:animEffect transition="in" filter="wipe(right)">
                                      <p:cBhvr>
                                        <p:cTn id="22" dur="500"/>
                                        <p:tgtEl>
                                          <p:spTgt spid="9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93"/>
                                        </p:tgtEl>
                                        <p:attrNameLst>
                                          <p:attrName>style.visibility</p:attrName>
                                        </p:attrNameLst>
                                      </p:cBhvr>
                                      <p:to>
                                        <p:strVal val="visible"/>
                                      </p:to>
                                    </p:set>
                                    <p:animEffect transition="in" filter="fade">
                                      <p:cBhvr>
                                        <p:cTn id="25"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93" grpId="0"/>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Curved Connector 3"/>
          <p:cNvCxnSpPr>
            <a:stCxn id="9" idx="4"/>
            <a:endCxn id="12" idx="2"/>
          </p:cNvCxnSpPr>
          <p:nvPr/>
        </p:nvCxnSpPr>
        <p:spPr>
          <a:xfrm rot="5400000">
            <a:off x="5720639" y="3859850"/>
            <a:ext cx="1268869" cy="663923"/>
          </a:xfrm>
          <a:prstGeom prst="curvedConnector2">
            <a:avLst/>
          </a:prstGeom>
          <a:ln w="12700" cmpd="thickThin">
            <a:solidFill>
              <a:schemeClr val="bg1">
                <a:lumMod val="50000"/>
              </a:schemeClr>
            </a:solidFill>
            <a:prstDash val="lgDash"/>
            <a:tailEnd type="triangle" w="med" len="lg"/>
          </a:ln>
        </p:spPr>
        <p:style>
          <a:lnRef idx="1">
            <a:schemeClr val="accent1"/>
          </a:lnRef>
          <a:fillRef idx="0">
            <a:schemeClr val="accent1"/>
          </a:fillRef>
          <a:effectRef idx="0">
            <a:schemeClr val="accent1"/>
          </a:effectRef>
          <a:fontRef idx="minor">
            <a:schemeClr val="tx1"/>
          </a:fontRef>
        </p:style>
      </p:cxnSp>
      <p:grpSp>
        <p:nvGrpSpPr>
          <p:cNvPr id="8" name="Group 7"/>
          <p:cNvGrpSpPr/>
          <p:nvPr/>
        </p:nvGrpSpPr>
        <p:grpSpPr>
          <a:xfrm flipH="1">
            <a:off x="5667184" y="2312504"/>
            <a:ext cx="1991030" cy="1244873"/>
            <a:chOff x="5080163" y="3384688"/>
            <a:chExt cx="1991030" cy="1244873"/>
          </a:xfrm>
        </p:grpSpPr>
        <p:sp>
          <p:nvSpPr>
            <p:cNvPr id="9" name="Oval 8"/>
            <p:cNvSpPr/>
            <p:nvPr/>
          </p:nvSpPr>
          <p:spPr>
            <a:xfrm>
              <a:off x="5428906" y="3384688"/>
              <a:ext cx="1244873" cy="1244873"/>
            </a:xfrm>
            <a:prstGeom prst="ellipse">
              <a:avLst/>
            </a:prstGeom>
            <a:solidFill>
              <a:schemeClr val="accent1"/>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0" name="TextBox 9"/>
            <p:cNvSpPr txBox="1"/>
            <p:nvPr/>
          </p:nvSpPr>
          <p:spPr>
            <a:xfrm rot="21568247">
              <a:off x="5080163" y="3689037"/>
              <a:ext cx="1991030" cy="584775"/>
            </a:xfrm>
            <a:prstGeom prst="rect">
              <a:avLst/>
            </a:prstGeom>
            <a:noFill/>
          </p:spPr>
          <p:txBody>
            <a:bodyPr wrap="square" rtlCol="0">
              <a:spAutoFit/>
            </a:bodyPr>
            <a:lstStyle/>
            <a:p>
              <a:pPr algn="ctr" fontAlgn="auto">
                <a:spcBef>
                  <a:spcPts val="0"/>
                </a:spcBef>
                <a:spcAft>
                  <a:spcPts val="0"/>
                </a:spcAft>
              </a:pPr>
              <a:r>
                <a:rPr lang="ar-SA" sz="3200" b="1" dirty="0" smtClean="0">
                  <a:solidFill>
                    <a:prstClr val="white"/>
                  </a:solidFill>
                  <a:cs typeface="Simplified Arabic" panose="02020603050405020304" pitchFamily="18" charset="-78"/>
                </a:rPr>
                <a:t>أ</a:t>
              </a:r>
              <a:endParaRPr lang="id-ID" sz="3200" b="1" dirty="0">
                <a:solidFill>
                  <a:prstClr val="white"/>
                </a:solidFill>
                <a:latin typeface="Montserrat"/>
                <a:cs typeface="Simplified Arabic" panose="02020603050405020304" pitchFamily="18" charset="-78"/>
              </a:endParaRPr>
            </a:p>
          </p:txBody>
        </p:sp>
      </p:grpSp>
      <p:grpSp>
        <p:nvGrpSpPr>
          <p:cNvPr id="11" name="Group 10"/>
          <p:cNvGrpSpPr/>
          <p:nvPr/>
        </p:nvGrpSpPr>
        <p:grpSpPr>
          <a:xfrm flipH="1">
            <a:off x="4423128" y="4203809"/>
            <a:ext cx="1991030" cy="1244873"/>
            <a:chOff x="6681988" y="5097401"/>
            <a:chExt cx="1991030" cy="1244873"/>
          </a:xfrm>
        </p:grpSpPr>
        <p:sp>
          <p:nvSpPr>
            <p:cNvPr id="12" name="Oval 11"/>
            <p:cNvSpPr/>
            <p:nvPr/>
          </p:nvSpPr>
          <p:spPr>
            <a:xfrm>
              <a:off x="7073035" y="5097401"/>
              <a:ext cx="1244873" cy="1244873"/>
            </a:xfrm>
            <a:prstGeom prst="ellipse">
              <a:avLst/>
            </a:prstGeom>
            <a:solidFill>
              <a:schemeClr val="accent2"/>
            </a:solidFill>
            <a:ln w="88900" cap="flat" cmpd="thickThi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dirty="0">
                <a:solidFill>
                  <a:srgbClr val="E3D29D"/>
                </a:solidFill>
              </a:endParaRPr>
            </a:p>
          </p:txBody>
        </p:sp>
        <p:sp>
          <p:nvSpPr>
            <p:cNvPr id="13" name="TextBox 12"/>
            <p:cNvSpPr txBox="1"/>
            <p:nvPr/>
          </p:nvSpPr>
          <p:spPr>
            <a:xfrm rot="21568247">
              <a:off x="6681988" y="5421852"/>
              <a:ext cx="1991030" cy="584775"/>
            </a:xfrm>
            <a:prstGeom prst="rect">
              <a:avLst/>
            </a:prstGeom>
            <a:noFill/>
          </p:spPr>
          <p:txBody>
            <a:bodyPr wrap="square" rtlCol="0">
              <a:spAutoFit/>
            </a:bodyPr>
            <a:lstStyle/>
            <a:p>
              <a:pPr algn="ctr" fontAlgn="auto">
                <a:spcBef>
                  <a:spcPts val="0"/>
                </a:spcBef>
                <a:spcAft>
                  <a:spcPts val="0"/>
                </a:spcAft>
              </a:pPr>
              <a:r>
                <a:rPr lang="ar-SA" sz="3200" b="1" dirty="0" smtClean="0">
                  <a:solidFill>
                    <a:prstClr val="white"/>
                  </a:solidFill>
                  <a:latin typeface="Montserrat"/>
                  <a:cs typeface="Simplified Arabic" panose="02020603050405020304" pitchFamily="18" charset="-78"/>
                </a:rPr>
                <a:t>ب</a:t>
              </a:r>
              <a:endParaRPr lang="id-ID" sz="3200" b="1" dirty="0">
                <a:solidFill>
                  <a:prstClr val="white"/>
                </a:solidFill>
                <a:latin typeface="Montserrat"/>
                <a:cs typeface="Simplified Arabic" panose="02020603050405020304" pitchFamily="18" charset="-78"/>
              </a:endParaRPr>
            </a:p>
          </p:txBody>
        </p:sp>
      </p:grpSp>
      <p:sp>
        <p:nvSpPr>
          <p:cNvPr id="25" name="Rectangle 24"/>
          <p:cNvSpPr/>
          <p:nvPr/>
        </p:nvSpPr>
        <p:spPr>
          <a:xfrm flipH="1">
            <a:off x="177551" y="4336419"/>
            <a:ext cx="4673310" cy="1815882"/>
          </a:xfrm>
          <a:prstGeom prst="rect">
            <a:avLst/>
          </a:prstGeom>
        </p:spPr>
        <p:txBody>
          <a:bodyPr wrap="square">
            <a:spAutoFit/>
          </a:bodyPr>
          <a:lstStyle/>
          <a:p>
            <a:pPr algn="ctr" rtl="1" fontAlgn="auto">
              <a:spcBef>
                <a:spcPts val="0"/>
              </a:spcBef>
              <a:spcAft>
                <a:spcPts val="0"/>
              </a:spcAft>
            </a:pPr>
            <a:r>
              <a:rPr lang="ar-SA" sz="2800" b="1" dirty="0">
                <a:cs typeface="Simplified Arabic" panose="02020603050405020304" pitchFamily="18" charset="-78"/>
              </a:rPr>
              <a:t>الوسائط المتعددة الفائقة </a:t>
            </a:r>
            <a:endParaRPr lang="en-US" sz="2800" b="1" dirty="0" smtClean="0">
              <a:cs typeface="Simplified Arabic" panose="02020603050405020304" pitchFamily="18" charset="-78"/>
            </a:endParaRPr>
          </a:p>
          <a:p>
            <a:pPr algn="ctr" rtl="1" fontAlgn="auto">
              <a:spcBef>
                <a:spcPts val="0"/>
              </a:spcBef>
              <a:spcAft>
                <a:spcPts val="0"/>
              </a:spcAft>
            </a:pPr>
            <a:r>
              <a:rPr lang="en-US" sz="2800" b="1" dirty="0" smtClean="0">
                <a:cs typeface="Simplified Arabic" panose="02020603050405020304" pitchFamily="18" charset="-78"/>
              </a:rPr>
              <a:t>Hyper </a:t>
            </a:r>
            <a:r>
              <a:rPr lang="en-US" sz="2800" b="1" dirty="0">
                <a:cs typeface="Simplified Arabic" panose="02020603050405020304" pitchFamily="18" charset="-78"/>
              </a:rPr>
              <a:t>Multimedia</a:t>
            </a:r>
            <a:r>
              <a:rPr lang="ar-SA" sz="2800" b="1" dirty="0">
                <a:cs typeface="Simplified Arabic" panose="02020603050405020304" pitchFamily="18" charset="-78"/>
              </a:rPr>
              <a:t>: </a:t>
            </a:r>
            <a:endParaRPr lang="en-US" sz="2800" b="1" dirty="0" smtClean="0">
              <a:cs typeface="Simplified Arabic" panose="02020603050405020304" pitchFamily="18" charset="-78"/>
            </a:endParaRPr>
          </a:p>
          <a:p>
            <a:pPr algn="ctr" rtl="1" fontAlgn="auto">
              <a:spcBef>
                <a:spcPts val="0"/>
              </a:spcBef>
              <a:spcAft>
                <a:spcPts val="0"/>
              </a:spcAft>
            </a:pPr>
            <a:r>
              <a:rPr lang="ar-SA" sz="2800" dirty="0" smtClean="0">
                <a:cs typeface="Simplified Arabic" panose="02020603050405020304" pitchFamily="18" charset="-78"/>
              </a:rPr>
              <a:t>تشكل </a:t>
            </a:r>
            <a:r>
              <a:rPr lang="ar-SA" sz="2800" dirty="0">
                <a:cs typeface="Simplified Arabic" panose="02020603050405020304" pitchFamily="18" charset="-78"/>
              </a:rPr>
              <a:t>الوسائط المتعددة الفائقة تطوراً كبيراً للوسائط المتعددة التفاعلية</a:t>
            </a:r>
            <a:endParaRPr lang="en-AU" sz="2800" b="1" dirty="0">
              <a:solidFill>
                <a:prstClr val="black">
                  <a:lumMod val="50000"/>
                  <a:lumOff val="50000"/>
                </a:prstClr>
              </a:solidFill>
              <a:latin typeface="Montserrat Light"/>
              <a:cs typeface="Simplified Arabic" panose="02020603050405020304" pitchFamily="18" charset="-78"/>
            </a:endParaRPr>
          </a:p>
        </p:txBody>
      </p:sp>
      <p:cxnSp>
        <p:nvCxnSpPr>
          <p:cNvPr id="26" name="Straight Connector 25"/>
          <p:cNvCxnSpPr/>
          <p:nvPr/>
        </p:nvCxnSpPr>
        <p:spPr>
          <a:xfrm flipH="1">
            <a:off x="2114167" y="4203809"/>
            <a:ext cx="3010577"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flipH="1">
            <a:off x="7417779" y="2974686"/>
            <a:ext cx="4150442" cy="2246769"/>
          </a:xfrm>
          <a:prstGeom prst="rect">
            <a:avLst/>
          </a:prstGeom>
        </p:spPr>
        <p:txBody>
          <a:bodyPr wrap="square">
            <a:spAutoFit/>
          </a:bodyPr>
          <a:lstStyle/>
          <a:p>
            <a:pPr algn="ctr" rtl="1" fontAlgn="auto">
              <a:spcBef>
                <a:spcPts val="0"/>
              </a:spcBef>
              <a:spcAft>
                <a:spcPts val="0"/>
              </a:spcAft>
            </a:pPr>
            <a:r>
              <a:rPr lang="ar-SA" sz="2800" b="1" dirty="0">
                <a:cs typeface="Simplified Arabic" panose="02020603050405020304" pitchFamily="18" charset="-78"/>
              </a:rPr>
              <a:t>وسائط المتعددة </a:t>
            </a:r>
            <a:r>
              <a:rPr lang="ar-SA" sz="2800" b="1" dirty="0" smtClean="0">
                <a:cs typeface="Simplified Arabic" panose="02020603050405020304" pitchFamily="18" charset="-78"/>
              </a:rPr>
              <a:t>التفاعلية</a:t>
            </a:r>
            <a:endParaRPr lang="en-US" sz="2800" b="1" dirty="0" smtClean="0">
              <a:cs typeface="Simplified Arabic" panose="02020603050405020304" pitchFamily="18" charset="-78"/>
            </a:endParaRPr>
          </a:p>
          <a:p>
            <a:pPr algn="ctr" rtl="1" fontAlgn="auto">
              <a:spcBef>
                <a:spcPts val="0"/>
              </a:spcBef>
              <a:spcAft>
                <a:spcPts val="0"/>
              </a:spcAft>
            </a:pPr>
            <a:r>
              <a:rPr lang="ar-SA" sz="2800" b="1" dirty="0">
                <a:cs typeface="Simplified Arabic" panose="02020603050405020304" pitchFamily="18" charset="-78"/>
              </a:rPr>
              <a:t> </a:t>
            </a:r>
            <a:r>
              <a:rPr lang="en-US" sz="2800" b="1" dirty="0">
                <a:cs typeface="Simplified Arabic" panose="02020603050405020304" pitchFamily="18" charset="-78"/>
              </a:rPr>
              <a:t>Interactive Multimedia</a:t>
            </a:r>
            <a:r>
              <a:rPr lang="ar-JO" sz="2800" b="1" dirty="0" smtClean="0">
                <a:cs typeface="Simplified Arabic" panose="02020603050405020304" pitchFamily="18" charset="-78"/>
              </a:rPr>
              <a:t>:</a:t>
            </a:r>
            <a:endParaRPr lang="en-US" sz="2800" b="1" dirty="0" smtClean="0">
              <a:cs typeface="Simplified Arabic" panose="02020603050405020304" pitchFamily="18" charset="-78"/>
            </a:endParaRPr>
          </a:p>
          <a:p>
            <a:pPr algn="ctr" rtl="1" fontAlgn="auto">
              <a:spcBef>
                <a:spcPts val="0"/>
              </a:spcBef>
              <a:spcAft>
                <a:spcPts val="0"/>
              </a:spcAft>
            </a:pPr>
            <a:r>
              <a:rPr lang="ar-JO" sz="2800" b="1" dirty="0" smtClean="0">
                <a:cs typeface="Simplified Arabic" panose="02020603050405020304" pitchFamily="18" charset="-78"/>
              </a:rPr>
              <a:t> </a:t>
            </a:r>
            <a:r>
              <a:rPr lang="ar-SA" sz="2800" dirty="0">
                <a:cs typeface="Simplified Arabic" panose="02020603050405020304" pitchFamily="18" charset="-78"/>
              </a:rPr>
              <a:t>تعتبر التفاعلية الميزة الرئيسة للوسائط المتعددة، وذلك لإمكانية التفاعل بينها وبين </a:t>
            </a:r>
            <a:r>
              <a:rPr lang="ar-SA" sz="2800" dirty="0" smtClean="0">
                <a:cs typeface="Simplified Arabic" panose="02020603050405020304" pitchFamily="18" charset="-78"/>
              </a:rPr>
              <a:t>مستخدميها</a:t>
            </a:r>
            <a:endParaRPr lang="en-AU" sz="2800" b="1" dirty="0">
              <a:solidFill>
                <a:prstClr val="black">
                  <a:lumMod val="50000"/>
                  <a:lumOff val="50000"/>
                </a:prstClr>
              </a:solidFill>
              <a:latin typeface="Montserrat Light"/>
              <a:cs typeface="Simplified Arabic" panose="02020603050405020304" pitchFamily="18" charset="-78"/>
            </a:endParaRPr>
          </a:p>
        </p:txBody>
      </p:sp>
      <p:cxnSp>
        <p:nvCxnSpPr>
          <p:cNvPr id="32" name="Straight Connector 31"/>
          <p:cNvCxnSpPr/>
          <p:nvPr/>
        </p:nvCxnSpPr>
        <p:spPr>
          <a:xfrm flipH="1">
            <a:off x="7413800" y="2667151"/>
            <a:ext cx="3750386" cy="0"/>
          </a:xfrm>
          <a:prstGeom prst="line">
            <a:avLst/>
          </a:prstGeom>
          <a:ln>
            <a:solidFill>
              <a:schemeClr val="bg1">
                <a:lumMod val="50000"/>
              </a:schemeClr>
            </a:solidFill>
            <a:prstDash val="lgDash"/>
            <a:headEnd type="oval"/>
            <a:tailEnd type="none" w="sm" len="sm"/>
          </a:ln>
        </p:spPr>
        <p:style>
          <a:lnRef idx="1">
            <a:schemeClr val="accent1"/>
          </a:lnRef>
          <a:fillRef idx="0">
            <a:schemeClr val="accent1"/>
          </a:fillRef>
          <a:effectRef idx="0">
            <a:schemeClr val="accent1"/>
          </a:effectRef>
          <a:fontRef idx="minor">
            <a:schemeClr val="tx1"/>
          </a:fontRef>
        </p:style>
      </p:cxnSp>
      <p:sp>
        <p:nvSpPr>
          <p:cNvPr id="15" name="Title 1"/>
          <p:cNvSpPr>
            <a:spLocks noGrp="1"/>
          </p:cNvSpPr>
          <p:nvPr>
            <p:ph type="title"/>
          </p:nvPr>
        </p:nvSpPr>
        <p:spPr>
          <a:xfrm>
            <a:off x="1488558" y="375011"/>
            <a:ext cx="9882979" cy="750929"/>
          </a:xfrm>
        </p:spPr>
        <p:txBody>
          <a:bodyPr>
            <a:normAutofit/>
          </a:bodyPr>
          <a:lstStyle/>
          <a:p>
            <a:pPr marL="742950" lvl="0" indent="-742950" algn="r" rtl="1">
              <a:buFont typeface="+mj-lt"/>
              <a:buAutoNum type="arabicPeriod" startAt="5"/>
            </a:pPr>
            <a:r>
              <a:rPr lang="ar-SA" u="sng" dirty="0">
                <a:solidFill>
                  <a:srgbClr val="FF0000"/>
                </a:solidFill>
              </a:rPr>
              <a:t>أنواع الوسائط المتعددة</a:t>
            </a:r>
            <a:endParaRPr lang="en-US" u="sng" dirty="0">
              <a:solidFill>
                <a:srgbClr val="FF0000"/>
              </a:solidFill>
            </a:endParaRPr>
          </a:p>
        </p:txBody>
      </p:sp>
      <p:sp>
        <p:nvSpPr>
          <p:cNvPr id="1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2507535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up)">
                                      <p:cBhvr>
                                        <p:cTn id="19" dur="500"/>
                                        <p:tgtEl>
                                          <p:spTgt spid="4"/>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wipe(left)">
                                      <p:cBhvr>
                                        <p:cTn id="27" dur="500"/>
                                        <p:tgtEl>
                                          <p:spTgt spid="26"/>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5"/>
                                        </p:tgtEl>
                                        <p:attrNameLst>
                                          <p:attrName>style.visibility</p:attrName>
                                        </p:attrNameLst>
                                      </p:cBhvr>
                                      <p:to>
                                        <p:strVal val="visible"/>
                                      </p:to>
                                    </p:set>
                                    <p:animEffect transition="in" filter="fade">
                                      <p:cBhvr>
                                        <p:cTn id="31"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31" grpId="0"/>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marL="742950" lvl="0" indent="-742950" algn="r" rtl="1">
              <a:buFont typeface="+mj-lt"/>
              <a:buAutoNum type="arabicPeriod" startAt="6"/>
            </a:pPr>
            <a:r>
              <a:rPr lang="ar-SA" u="sng" dirty="0">
                <a:solidFill>
                  <a:srgbClr val="FF0000"/>
                </a:solidFill>
              </a:rPr>
              <a:t>مبادئ تصميم الوسائط المتعددة</a:t>
            </a:r>
            <a:endParaRPr lang="en-US" u="sng" dirty="0">
              <a:solidFill>
                <a:srgbClr val="FF0000"/>
              </a:solidFill>
            </a:endParaRPr>
          </a:p>
        </p:txBody>
      </p:sp>
      <p:sp>
        <p:nvSpPr>
          <p:cNvPr id="4" name="Freeform 88"/>
          <p:cNvSpPr>
            <a:spLocks/>
          </p:cNvSpPr>
          <p:nvPr/>
        </p:nvSpPr>
        <p:spPr bwMode="auto">
          <a:xfrm>
            <a:off x="5982750" y="1938800"/>
            <a:ext cx="227814" cy="5110287"/>
          </a:xfrm>
          <a:custGeom>
            <a:avLst/>
            <a:gdLst>
              <a:gd name="T0" fmla="*/ 0 w 53"/>
              <a:gd name="T1" fmla="*/ 905 h 908"/>
              <a:gd name="T2" fmla="*/ 28 w 53"/>
              <a:gd name="T3" fmla="*/ 908 h 908"/>
              <a:gd name="T4" fmla="*/ 53 w 53"/>
              <a:gd name="T5" fmla="*/ 905 h 908"/>
              <a:gd name="T6" fmla="*/ 53 w 53"/>
              <a:gd name="T7" fmla="*/ 6 h 908"/>
              <a:gd name="T8" fmla="*/ 25 w 53"/>
              <a:gd name="T9" fmla="*/ 0 h 908"/>
              <a:gd name="T10" fmla="*/ 0 w 53"/>
              <a:gd name="T11" fmla="*/ 6 h 908"/>
              <a:gd name="T12" fmla="*/ 0 w 53"/>
              <a:gd name="T13" fmla="*/ 905 h 908"/>
            </a:gdLst>
            <a:ahLst/>
            <a:cxnLst>
              <a:cxn ang="0">
                <a:pos x="T0" y="T1"/>
              </a:cxn>
              <a:cxn ang="0">
                <a:pos x="T2" y="T3"/>
              </a:cxn>
              <a:cxn ang="0">
                <a:pos x="T4" y="T5"/>
              </a:cxn>
              <a:cxn ang="0">
                <a:pos x="T6" y="T7"/>
              </a:cxn>
              <a:cxn ang="0">
                <a:pos x="T8" y="T9"/>
              </a:cxn>
              <a:cxn ang="0">
                <a:pos x="T10" y="T11"/>
              </a:cxn>
              <a:cxn ang="0">
                <a:pos x="T12" y="T13"/>
              </a:cxn>
            </a:cxnLst>
            <a:rect l="0" t="0" r="r" b="b"/>
            <a:pathLst>
              <a:path w="53" h="908">
                <a:moveTo>
                  <a:pt x="0" y="905"/>
                </a:moveTo>
                <a:cubicBezTo>
                  <a:pt x="0" y="905"/>
                  <a:pt x="12" y="908"/>
                  <a:pt x="28" y="908"/>
                </a:cubicBezTo>
                <a:cubicBezTo>
                  <a:pt x="43" y="908"/>
                  <a:pt x="53" y="905"/>
                  <a:pt x="53" y="905"/>
                </a:cubicBezTo>
                <a:cubicBezTo>
                  <a:pt x="53" y="6"/>
                  <a:pt x="53" y="6"/>
                  <a:pt x="53" y="6"/>
                </a:cubicBezTo>
                <a:cubicBezTo>
                  <a:pt x="53" y="6"/>
                  <a:pt x="42" y="0"/>
                  <a:pt x="25" y="0"/>
                </a:cubicBezTo>
                <a:cubicBezTo>
                  <a:pt x="9" y="0"/>
                  <a:pt x="0" y="6"/>
                  <a:pt x="0" y="6"/>
                </a:cubicBezTo>
                <a:lnTo>
                  <a:pt x="0" y="905"/>
                </a:lnTo>
                <a:close/>
              </a:path>
            </a:pathLst>
          </a:custGeom>
          <a:gradFill>
            <a:gsLst>
              <a:gs pos="0">
                <a:schemeClr val="bg2">
                  <a:lumMod val="85000"/>
                </a:schemeClr>
              </a:gs>
              <a:gs pos="100000">
                <a:schemeClr val="bg2">
                  <a:lumMod val="75000"/>
                </a:schemeClr>
              </a:gs>
            </a:gsLst>
            <a:lin ang="5400000" scaled="1"/>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nvGrpSpPr>
          <p:cNvPr id="19" name="Group 18"/>
          <p:cNvGrpSpPr/>
          <p:nvPr/>
        </p:nvGrpSpPr>
        <p:grpSpPr>
          <a:xfrm>
            <a:off x="4251179" y="3165871"/>
            <a:ext cx="348281" cy="348282"/>
            <a:chOff x="5653088" y="-98425"/>
            <a:chExt cx="630237" cy="630238"/>
          </a:xfrm>
          <a:solidFill>
            <a:schemeClr val="bg1"/>
          </a:solidFill>
        </p:grpSpPr>
        <p:sp>
          <p:nvSpPr>
            <p:cNvPr id="20" name="Freeform 5"/>
            <p:cNvSpPr>
              <a:spLocks/>
            </p:cNvSpPr>
            <p:nvPr/>
          </p:nvSpPr>
          <p:spPr bwMode="auto">
            <a:xfrm>
              <a:off x="5751513" y="-28575"/>
              <a:ext cx="69850" cy="68263"/>
            </a:xfrm>
            <a:custGeom>
              <a:avLst/>
              <a:gdLst>
                <a:gd name="T0" fmla="*/ 6 w 7"/>
                <a:gd name="T1" fmla="*/ 4 h 7"/>
                <a:gd name="T2" fmla="*/ 4 w 7"/>
                <a:gd name="T3" fmla="*/ 1 h 7"/>
                <a:gd name="T4" fmla="*/ 1 w 7"/>
                <a:gd name="T5" fmla="*/ 1 h 7"/>
                <a:gd name="T6" fmla="*/ 1 w 7"/>
                <a:gd name="T7" fmla="*/ 4 h 7"/>
                <a:gd name="T8" fmla="*/ 4 w 7"/>
                <a:gd name="T9" fmla="*/ 7 h 7"/>
                <a:gd name="T10" fmla="*/ 6 w 7"/>
                <a:gd name="T11" fmla="*/ 7 h 7"/>
                <a:gd name="T12" fmla="*/ 6 w 7"/>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6" y="4"/>
                  </a:moveTo>
                  <a:cubicBezTo>
                    <a:pt x="4" y="1"/>
                    <a:pt x="4" y="1"/>
                    <a:pt x="4" y="1"/>
                  </a:cubicBezTo>
                  <a:cubicBezTo>
                    <a:pt x="3" y="0"/>
                    <a:pt x="2" y="0"/>
                    <a:pt x="1" y="1"/>
                  </a:cubicBezTo>
                  <a:cubicBezTo>
                    <a:pt x="0" y="2"/>
                    <a:pt x="0" y="3"/>
                    <a:pt x="1" y="4"/>
                  </a:cubicBezTo>
                  <a:cubicBezTo>
                    <a:pt x="4" y="7"/>
                    <a:pt x="4" y="7"/>
                    <a:pt x="4" y="7"/>
                  </a:cubicBezTo>
                  <a:cubicBezTo>
                    <a:pt x="4" y="7"/>
                    <a:pt x="6" y="7"/>
                    <a:pt x="6" y="7"/>
                  </a:cubicBezTo>
                  <a:cubicBezTo>
                    <a:pt x="7" y="6"/>
                    <a:pt x="7" y="5"/>
                    <a:pt x="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1" name="Freeform 6"/>
            <p:cNvSpPr>
              <a:spLocks/>
            </p:cNvSpPr>
            <p:nvPr/>
          </p:nvSpPr>
          <p:spPr bwMode="auto">
            <a:xfrm>
              <a:off x="5653088" y="177800"/>
              <a:ext cx="79375" cy="39688"/>
            </a:xfrm>
            <a:custGeom>
              <a:avLst/>
              <a:gdLst>
                <a:gd name="T0" fmla="*/ 6 w 8"/>
                <a:gd name="T1" fmla="*/ 0 h 4"/>
                <a:gd name="T2" fmla="*/ 2 w 8"/>
                <a:gd name="T3" fmla="*/ 0 h 4"/>
                <a:gd name="T4" fmla="*/ 0 w 8"/>
                <a:gd name="T5" fmla="*/ 2 h 4"/>
                <a:gd name="T6" fmla="*/ 2 w 8"/>
                <a:gd name="T7" fmla="*/ 4 h 4"/>
                <a:gd name="T8" fmla="*/ 6 w 8"/>
                <a:gd name="T9" fmla="*/ 4 h 4"/>
                <a:gd name="T10" fmla="*/ 8 w 8"/>
                <a:gd name="T11" fmla="*/ 2 h 4"/>
                <a:gd name="T12" fmla="*/ 6 w 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6" y="0"/>
                  </a:moveTo>
                  <a:cubicBezTo>
                    <a:pt x="2" y="0"/>
                    <a:pt x="2" y="0"/>
                    <a:pt x="2" y="0"/>
                  </a:cubicBezTo>
                  <a:cubicBezTo>
                    <a:pt x="1" y="0"/>
                    <a:pt x="0" y="1"/>
                    <a:pt x="0" y="2"/>
                  </a:cubicBezTo>
                  <a:cubicBezTo>
                    <a:pt x="0" y="3"/>
                    <a:pt x="1" y="4"/>
                    <a:pt x="2" y="4"/>
                  </a:cubicBezTo>
                  <a:cubicBezTo>
                    <a:pt x="6" y="4"/>
                    <a:pt x="6" y="4"/>
                    <a:pt x="6" y="4"/>
                  </a:cubicBezTo>
                  <a:cubicBezTo>
                    <a:pt x="7" y="4"/>
                    <a:pt x="8" y="3"/>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2" name="Freeform 7"/>
            <p:cNvSpPr>
              <a:spLocks/>
            </p:cNvSpPr>
            <p:nvPr/>
          </p:nvSpPr>
          <p:spPr bwMode="auto">
            <a:xfrm>
              <a:off x="6205538" y="217488"/>
              <a:ext cx="77787" cy="38100"/>
            </a:xfrm>
            <a:custGeom>
              <a:avLst/>
              <a:gdLst>
                <a:gd name="T0" fmla="*/ 6 w 8"/>
                <a:gd name="T1" fmla="*/ 0 h 4"/>
                <a:gd name="T2" fmla="*/ 2 w 8"/>
                <a:gd name="T3" fmla="*/ 0 h 4"/>
                <a:gd name="T4" fmla="*/ 0 w 8"/>
                <a:gd name="T5" fmla="*/ 2 h 4"/>
                <a:gd name="T6" fmla="*/ 2 w 8"/>
                <a:gd name="T7" fmla="*/ 4 h 4"/>
                <a:gd name="T8" fmla="*/ 6 w 8"/>
                <a:gd name="T9" fmla="*/ 4 h 4"/>
                <a:gd name="T10" fmla="*/ 8 w 8"/>
                <a:gd name="T11" fmla="*/ 2 h 4"/>
                <a:gd name="T12" fmla="*/ 6 w 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6" y="0"/>
                  </a:moveTo>
                  <a:cubicBezTo>
                    <a:pt x="2" y="0"/>
                    <a:pt x="2" y="0"/>
                    <a:pt x="2" y="0"/>
                  </a:cubicBezTo>
                  <a:cubicBezTo>
                    <a:pt x="1" y="0"/>
                    <a:pt x="0" y="1"/>
                    <a:pt x="0" y="2"/>
                  </a:cubicBezTo>
                  <a:cubicBezTo>
                    <a:pt x="0" y="3"/>
                    <a:pt x="1" y="4"/>
                    <a:pt x="2" y="4"/>
                  </a:cubicBezTo>
                  <a:cubicBezTo>
                    <a:pt x="6" y="4"/>
                    <a:pt x="6" y="4"/>
                    <a:pt x="6" y="4"/>
                  </a:cubicBezTo>
                  <a:cubicBezTo>
                    <a:pt x="7" y="4"/>
                    <a:pt x="8" y="3"/>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3" name="Freeform 8"/>
            <p:cNvSpPr>
              <a:spLocks/>
            </p:cNvSpPr>
            <p:nvPr/>
          </p:nvSpPr>
          <p:spPr bwMode="auto">
            <a:xfrm>
              <a:off x="6145213" y="0"/>
              <a:ext cx="69850" cy="69850"/>
            </a:xfrm>
            <a:custGeom>
              <a:avLst/>
              <a:gdLst>
                <a:gd name="T0" fmla="*/ 6 w 7"/>
                <a:gd name="T1" fmla="*/ 1 h 7"/>
                <a:gd name="T2" fmla="*/ 3 w 7"/>
                <a:gd name="T3" fmla="*/ 1 h 7"/>
                <a:gd name="T4" fmla="*/ 0 w 7"/>
                <a:gd name="T5" fmla="*/ 4 h 7"/>
                <a:gd name="T6" fmla="*/ 0 w 7"/>
                <a:gd name="T7" fmla="*/ 6 h 7"/>
                <a:gd name="T8" fmla="*/ 3 w 7"/>
                <a:gd name="T9" fmla="*/ 6 h 7"/>
                <a:gd name="T10" fmla="*/ 6 w 7"/>
                <a:gd name="T11" fmla="*/ 4 h 7"/>
                <a:gd name="T12" fmla="*/ 6 w 7"/>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6" y="1"/>
                  </a:moveTo>
                  <a:cubicBezTo>
                    <a:pt x="5" y="0"/>
                    <a:pt x="4" y="0"/>
                    <a:pt x="3" y="1"/>
                  </a:cubicBezTo>
                  <a:cubicBezTo>
                    <a:pt x="0" y="4"/>
                    <a:pt x="0" y="4"/>
                    <a:pt x="0" y="4"/>
                  </a:cubicBezTo>
                  <a:cubicBezTo>
                    <a:pt x="0" y="4"/>
                    <a:pt x="0" y="6"/>
                    <a:pt x="0" y="6"/>
                  </a:cubicBezTo>
                  <a:cubicBezTo>
                    <a:pt x="1" y="7"/>
                    <a:pt x="2" y="7"/>
                    <a:pt x="3" y="6"/>
                  </a:cubicBezTo>
                  <a:cubicBezTo>
                    <a:pt x="6" y="4"/>
                    <a:pt x="6" y="4"/>
                    <a:pt x="6" y="4"/>
                  </a:cubicBezTo>
                  <a:cubicBezTo>
                    <a:pt x="7" y="3"/>
                    <a:pt x="7" y="2"/>
                    <a:pt x="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4" name="Freeform 9"/>
            <p:cNvSpPr>
              <a:spLocks/>
            </p:cNvSpPr>
            <p:nvPr/>
          </p:nvSpPr>
          <p:spPr bwMode="auto">
            <a:xfrm>
              <a:off x="5969000" y="-98425"/>
              <a:ext cx="38100" cy="79375"/>
            </a:xfrm>
            <a:custGeom>
              <a:avLst/>
              <a:gdLst>
                <a:gd name="T0" fmla="*/ 2 w 4"/>
                <a:gd name="T1" fmla="*/ 8 h 8"/>
                <a:gd name="T2" fmla="*/ 3 w 4"/>
                <a:gd name="T3" fmla="*/ 7 h 8"/>
                <a:gd name="T4" fmla="*/ 4 w 4"/>
                <a:gd name="T5" fmla="*/ 6 h 8"/>
                <a:gd name="T6" fmla="*/ 4 w 4"/>
                <a:gd name="T7" fmla="*/ 2 h 8"/>
                <a:gd name="T8" fmla="*/ 2 w 4"/>
                <a:gd name="T9" fmla="*/ 0 h 8"/>
                <a:gd name="T10" fmla="*/ 0 w 4"/>
                <a:gd name="T11" fmla="*/ 1 h 8"/>
                <a:gd name="T12" fmla="*/ 0 w 4"/>
                <a:gd name="T13" fmla="*/ 2 h 8"/>
                <a:gd name="T14" fmla="*/ 0 w 4"/>
                <a:gd name="T15" fmla="*/ 6 h 8"/>
                <a:gd name="T16" fmla="*/ 2 w 4"/>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2" y="8"/>
                  </a:moveTo>
                  <a:cubicBezTo>
                    <a:pt x="3" y="8"/>
                    <a:pt x="3" y="8"/>
                    <a:pt x="3" y="7"/>
                  </a:cubicBezTo>
                  <a:cubicBezTo>
                    <a:pt x="4" y="7"/>
                    <a:pt x="4" y="7"/>
                    <a:pt x="4" y="6"/>
                  </a:cubicBezTo>
                  <a:cubicBezTo>
                    <a:pt x="4" y="2"/>
                    <a:pt x="4" y="2"/>
                    <a:pt x="4" y="2"/>
                  </a:cubicBezTo>
                  <a:cubicBezTo>
                    <a:pt x="4" y="1"/>
                    <a:pt x="3" y="0"/>
                    <a:pt x="2" y="0"/>
                  </a:cubicBezTo>
                  <a:cubicBezTo>
                    <a:pt x="1" y="0"/>
                    <a:pt x="0" y="1"/>
                    <a:pt x="0" y="1"/>
                  </a:cubicBezTo>
                  <a:cubicBezTo>
                    <a:pt x="0" y="2"/>
                    <a:pt x="0" y="2"/>
                    <a:pt x="0" y="2"/>
                  </a:cubicBezTo>
                  <a:cubicBezTo>
                    <a:pt x="0" y="6"/>
                    <a:pt x="0" y="6"/>
                    <a:pt x="0" y="6"/>
                  </a:cubicBezTo>
                  <a:cubicBezTo>
                    <a:pt x="0" y="7"/>
                    <a:pt x="1"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5" name="Freeform 10"/>
            <p:cNvSpPr>
              <a:spLocks noEditPoints="1"/>
            </p:cNvSpPr>
            <p:nvPr/>
          </p:nvSpPr>
          <p:spPr bwMode="auto">
            <a:xfrm>
              <a:off x="5810250" y="58738"/>
              <a:ext cx="315912" cy="354013"/>
            </a:xfrm>
            <a:custGeom>
              <a:avLst/>
              <a:gdLst>
                <a:gd name="T0" fmla="*/ 16 w 32"/>
                <a:gd name="T1" fmla="*/ 0 h 36"/>
                <a:gd name="T2" fmla="*/ 0 w 32"/>
                <a:gd name="T3" fmla="*/ 16 h 36"/>
                <a:gd name="T4" fmla="*/ 8 w 32"/>
                <a:gd name="T5" fmla="*/ 30 h 36"/>
                <a:gd name="T6" fmla="*/ 8 w 32"/>
                <a:gd name="T7" fmla="*/ 36 h 36"/>
                <a:gd name="T8" fmla="*/ 24 w 32"/>
                <a:gd name="T9" fmla="*/ 36 h 36"/>
                <a:gd name="T10" fmla="*/ 24 w 32"/>
                <a:gd name="T11" fmla="*/ 30 h 36"/>
                <a:gd name="T12" fmla="*/ 32 w 32"/>
                <a:gd name="T13" fmla="*/ 16 h 36"/>
                <a:gd name="T14" fmla="*/ 16 w 32"/>
                <a:gd name="T15" fmla="*/ 0 h 36"/>
                <a:gd name="T16" fmla="*/ 22 w 32"/>
                <a:gd name="T17" fmla="*/ 26 h 36"/>
                <a:gd name="T18" fmla="*/ 20 w 32"/>
                <a:gd name="T19" fmla="*/ 27 h 36"/>
                <a:gd name="T20" fmla="*/ 20 w 32"/>
                <a:gd name="T21" fmla="*/ 30 h 36"/>
                <a:gd name="T22" fmla="*/ 20 w 32"/>
                <a:gd name="T23" fmla="*/ 32 h 36"/>
                <a:gd name="T24" fmla="*/ 12 w 32"/>
                <a:gd name="T25" fmla="*/ 32 h 36"/>
                <a:gd name="T26" fmla="*/ 12 w 32"/>
                <a:gd name="T27" fmla="*/ 30 h 36"/>
                <a:gd name="T28" fmla="*/ 12 w 32"/>
                <a:gd name="T29" fmla="*/ 27 h 36"/>
                <a:gd name="T30" fmla="*/ 10 w 32"/>
                <a:gd name="T31" fmla="*/ 26 h 36"/>
                <a:gd name="T32" fmla="*/ 4 w 32"/>
                <a:gd name="T33" fmla="*/ 16 h 36"/>
                <a:gd name="T34" fmla="*/ 16 w 32"/>
                <a:gd name="T35" fmla="*/ 4 h 36"/>
                <a:gd name="T36" fmla="*/ 28 w 32"/>
                <a:gd name="T37" fmla="*/ 16 h 36"/>
                <a:gd name="T38" fmla="*/ 22 w 32"/>
                <a:gd name="T39"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36">
                  <a:moveTo>
                    <a:pt x="16" y="0"/>
                  </a:moveTo>
                  <a:cubicBezTo>
                    <a:pt x="7" y="0"/>
                    <a:pt x="0" y="7"/>
                    <a:pt x="0" y="16"/>
                  </a:cubicBezTo>
                  <a:cubicBezTo>
                    <a:pt x="0" y="22"/>
                    <a:pt x="3" y="27"/>
                    <a:pt x="8" y="30"/>
                  </a:cubicBezTo>
                  <a:cubicBezTo>
                    <a:pt x="8" y="36"/>
                    <a:pt x="8" y="36"/>
                    <a:pt x="8" y="36"/>
                  </a:cubicBezTo>
                  <a:cubicBezTo>
                    <a:pt x="24" y="36"/>
                    <a:pt x="24" y="36"/>
                    <a:pt x="24" y="36"/>
                  </a:cubicBezTo>
                  <a:cubicBezTo>
                    <a:pt x="24" y="30"/>
                    <a:pt x="24" y="30"/>
                    <a:pt x="24" y="30"/>
                  </a:cubicBezTo>
                  <a:cubicBezTo>
                    <a:pt x="29" y="27"/>
                    <a:pt x="32" y="22"/>
                    <a:pt x="32" y="16"/>
                  </a:cubicBezTo>
                  <a:cubicBezTo>
                    <a:pt x="32" y="7"/>
                    <a:pt x="25" y="0"/>
                    <a:pt x="16" y="0"/>
                  </a:cubicBezTo>
                  <a:close/>
                  <a:moveTo>
                    <a:pt x="22" y="26"/>
                  </a:moveTo>
                  <a:cubicBezTo>
                    <a:pt x="20" y="27"/>
                    <a:pt x="20" y="27"/>
                    <a:pt x="20" y="27"/>
                  </a:cubicBezTo>
                  <a:cubicBezTo>
                    <a:pt x="20" y="30"/>
                    <a:pt x="20" y="30"/>
                    <a:pt x="20" y="30"/>
                  </a:cubicBezTo>
                  <a:cubicBezTo>
                    <a:pt x="20" y="32"/>
                    <a:pt x="20" y="32"/>
                    <a:pt x="20" y="32"/>
                  </a:cubicBezTo>
                  <a:cubicBezTo>
                    <a:pt x="12" y="32"/>
                    <a:pt x="12" y="32"/>
                    <a:pt x="12" y="32"/>
                  </a:cubicBezTo>
                  <a:cubicBezTo>
                    <a:pt x="12" y="30"/>
                    <a:pt x="12" y="30"/>
                    <a:pt x="12" y="30"/>
                  </a:cubicBezTo>
                  <a:cubicBezTo>
                    <a:pt x="12" y="27"/>
                    <a:pt x="12" y="27"/>
                    <a:pt x="12" y="27"/>
                  </a:cubicBezTo>
                  <a:cubicBezTo>
                    <a:pt x="10" y="26"/>
                    <a:pt x="10" y="26"/>
                    <a:pt x="10" y="26"/>
                  </a:cubicBezTo>
                  <a:cubicBezTo>
                    <a:pt x="6" y="24"/>
                    <a:pt x="4" y="20"/>
                    <a:pt x="4" y="16"/>
                  </a:cubicBezTo>
                  <a:cubicBezTo>
                    <a:pt x="4" y="9"/>
                    <a:pt x="9" y="4"/>
                    <a:pt x="16" y="4"/>
                  </a:cubicBezTo>
                  <a:cubicBezTo>
                    <a:pt x="23" y="4"/>
                    <a:pt x="28" y="9"/>
                    <a:pt x="28" y="16"/>
                  </a:cubicBezTo>
                  <a:cubicBezTo>
                    <a:pt x="28" y="20"/>
                    <a:pt x="26" y="24"/>
                    <a:pt x="2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6" name="Freeform 11"/>
            <p:cNvSpPr>
              <a:spLocks/>
            </p:cNvSpPr>
            <p:nvPr/>
          </p:nvSpPr>
          <p:spPr bwMode="auto">
            <a:xfrm>
              <a:off x="5889625" y="452438"/>
              <a:ext cx="157162" cy="79375"/>
            </a:xfrm>
            <a:custGeom>
              <a:avLst/>
              <a:gdLst>
                <a:gd name="T0" fmla="*/ 0 w 16"/>
                <a:gd name="T1" fmla="*/ 4 h 8"/>
                <a:gd name="T2" fmla="*/ 4 w 16"/>
                <a:gd name="T3" fmla="*/ 4 h 8"/>
                <a:gd name="T4" fmla="*/ 4 w 16"/>
                <a:gd name="T5" fmla="*/ 4 h 8"/>
                <a:gd name="T6" fmla="*/ 8 w 16"/>
                <a:gd name="T7" fmla="*/ 8 h 8"/>
                <a:gd name="T8" fmla="*/ 12 w 16"/>
                <a:gd name="T9" fmla="*/ 4 h 8"/>
                <a:gd name="T10" fmla="*/ 12 w 16"/>
                <a:gd name="T11" fmla="*/ 4 h 8"/>
                <a:gd name="T12" fmla="*/ 16 w 16"/>
                <a:gd name="T13" fmla="*/ 4 h 8"/>
                <a:gd name="T14" fmla="*/ 16 w 16"/>
                <a:gd name="T15" fmla="*/ 0 h 8"/>
                <a:gd name="T16" fmla="*/ 0 w 16"/>
                <a:gd name="T17" fmla="*/ 0 h 8"/>
                <a:gd name="T18" fmla="*/ 0 w 16"/>
                <a:gd name="T1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0" y="4"/>
                  </a:moveTo>
                  <a:cubicBezTo>
                    <a:pt x="4" y="4"/>
                    <a:pt x="4" y="4"/>
                    <a:pt x="4" y="4"/>
                  </a:cubicBezTo>
                  <a:cubicBezTo>
                    <a:pt x="4" y="4"/>
                    <a:pt x="4" y="4"/>
                    <a:pt x="4" y="4"/>
                  </a:cubicBezTo>
                  <a:cubicBezTo>
                    <a:pt x="4" y="6"/>
                    <a:pt x="6" y="8"/>
                    <a:pt x="8" y="8"/>
                  </a:cubicBezTo>
                  <a:cubicBezTo>
                    <a:pt x="10" y="8"/>
                    <a:pt x="12" y="6"/>
                    <a:pt x="12" y="4"/>
                  </a:cubicBezTo>
                  <a:cubicBezTo>
                    <a:pt x="12" y="4"/>
                    <a:pt x="12" y="4"/>
                    <a:pt x="12" y="4"/>
                  </a:cubicBezTo>
                  <a:cubicBezTo>
                    <a:pt x="16" y="4"/>
                    <a:pt x="16" y="4"/>
                    <a:pt x="16" y="4"/>
                  </a:cubicBezTo>
                  <a:cubicBezTo>
                    <a:pt x="16" y="0"/>
                    <a:pt x="16" y="0"/>
                    <a:pt x="16" y="0"/>
                  </a:cubicBezTo>
                  <a:cubicBezTo>
                    <a:pt x="0" y="0"/>
                    <a:pt x="0" y="0"/>
                    <a:pt x="0" y="0"/>
                  </a:cubicBez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grpSp>
        <p:nvGrpSpPr>
          <p:cNvPr id="67" name="Group 66"/>
          <p:cNvGrpSpPr/>
          <p:nvPr/>
        </p:nvGrpSpPr>
        <p:grpSpPr>
          <a:xfrm>
            <a:off x="5912330" y="3687099"/>
            <a:ext cx="2266062" cy="735220"/>
            <a:chOff x="5944780" y="3794106"/>
            <a:chExt cx="2266062" cy="735220"/>
          </a:xfrm>
        </p:grpSpPr>
        <p:sp>
          <p:nvSpPr>
            <p:cNvPr id="28" name="Freeform 91"/>
            <p:cNvSpPr>
              <a:spLocks/>
            </p:cNvSpPr>
            <p:nvPr/>
          </p:nvSpPr>
          <p:spPr bwMode="auto">
            <a:xfrm>
              <a:off x="5944780" y="3807913"/>
              <a:ext cx="317559" cy="605779"/>
            </a:xfrm>
            <a:custGeom>
              <a:avLst/>
              <a:gdLst>
                <a:gd name="T0" fmla="*/ 0 w 68"/>
                <a:gd name="T1" fmla="*/ 128 h 130"/>
                <a:gd name="T2" fmla="*/ 36 w 68"/>
                <a:gd name="T3" fmla="*/ 130 h 130"/>
                <a:gd name="T4" fmla="*/ 68 w 68"/>
                <a:gd name="T5" fmla="*/ 128 h 130"/>
                <a:gd name="T6" fmla="*/ 68 w 68"/>
                <a:gd name="T7" fmla="*/ 4 h 130"/>
                <a:gd name="T8" fmla="*/ 33 w 68"/>
                <a:gd name="T9" fmla="*/ 0 h 130"/>
                <a:gd name="T10" fmla="*/ 0 w 68"/>
                <a:gd name="T11" fmla="*/ 4 h 130"/>
                <a:gd name="T12" fmla="*/ 0 w 68"/>
                <a:gd name="T13" fmla="*/ 128 h 130"/>
              </a:gdLst>
              <a:ahLst/>
              <a:cxnLst>
                <a:cxn ang="0">
                  <a:pos x="T0" y="T1"/>
                </a:cxn>
                <a:cxn ang="0">
                  <a:pos x="T2" y="T3"/>
                </a:cxn>
                <a:cxn ang="0">
                  <a:pos x="T4" y="T5"/>
                </a:cxn>
                <a:cxn ang="0">
                  <a:pos x="T6" y="T7"/>
                </a:cxn>
                <a:cxn ang="0">
                  <a:pos x="T8" y="T9"/>
                </a:cxn>
                <a:cxn ang="0">
                  <a:pos x="T10" y="T11"/>
                </a:cxn>
                <a:cxn ang="0">
                  <a:pos x="T12" y="T13"/>
                </a:cxn>
              </a:cxnLst>
              <a:rect l="0" t="0" r="r" b="b"/>
              <a:pathLst>
                <a:path w="68" h="130">
                  <a:moveTo>
                    <a:pt x="0" y="128"/>
                  </a:moveTo>
                  <a:cubicBezTo>
                    <a:pt x="0" y="128"/>
                    <a:pt x="16" y="130"/>
                    <a:pt x="36" y="130"/>
                  </a:cubicBezTo>
                  <a:cubicBezTo>
                    <a:pt x="55" y="130"/>
                    <a:pt x="68" y="128"/>
                    <a:pt x="68" y="128"/>
                  </a:cubicBezTo>
                  <a:cubicBezTo>
                    <a:pt x="68" y="4"/>
                    <a:pt x="68" y="4"/>
                    <a:pt x="68" y="4"/>
                  </a:cubicBezTo>
                  <a:cubicBezTo>
                    <a:pt x="68" y="4"/>
                    <a:pt x="54" y="0"/>
                    <a:pt x="33" y="0"/>
                  </a:cubicBezTo>
                  <a:cubicBezTo>
                    <a:pt x="12" y="0"/>
                    <a:pt x="0" y="4"/>
                    <a:pt x="0" y="4"/>
                  </a:cubicBezTo>
                  <a:lnTo>
                    <a:pt x="0" y="128"/>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9" name="Freeform 94"/>
            <p:cNvSpPr>
              <a:spLocks/>
            </p:cNvSpPr>
            <p:nvPr/>
          </p:nvSpPr>
          <p:spPr bwMode="auto">
            <a:xfrm>
              <a:off x="6210563" y="3826898"/>
              <a:ext cx="2000279" cy="702428"/>
            </a:xfrm>
            <a:custGeom>
              <a:avLst/>
              <a:gdLst>
                <a:gd name="T0" fmla="*/ 913 w 1159"/>
                <a:gd name="T1" fmla="*/ 0 h 407"/>
                <a:gd name="T2" fmla="*/ 0 w 1159"/>
                <a:gd name="T3" fmla="*/ 70 h 407"/>
                <a:gd name="T4" fmla="*/ 0 w 1159"/>
                <a:gd name="T5" fmla="*/ 324 h 407"/>
                <a:gd name="T6" fmla="*/ 913 w 1159"/>
                <a:gd name="T7" fmla="*/ 407 h 407"/>
                <a:gd name="T8" fmla="*/ 1159 w 1159"/>
                <a:gd name="T9" fmla="*/ 216 h 407"/>
                <a:gd name="T10" fmla="*/ 1159 w 1159"/>
                <a:gd name="T11" fmla="*/ 194 h 407"/>
                <a:gd name="T12" fmla="*/ 913 w 1159"/>
                <a:gd name="T13" fmla="*/ 0 h 407"/>
              </a:gdLst>
              <a:ahLst/>
              <a:cxnLst>
                <a:cxn ang="0">
                  <a:pos x="T0" y="T1"/>
                </a:cxn>
                <a:cxn ang="0">
                  <a:pos x="T2" y="T3"/>
                </a:cxn>
                <a:cxn ang="0">
                  <a:pos x="T4" y="T5"/>
                </a:cxn>
                <a:cxn ang="0">
                  <a:pos x="T6" y="T7"/>
                </a:cxn>
                <a:cxn ang="0">
                  <a:pos x="T8" y="T9"/>
                </a:cxn>
                <a:cxn ang="0">
                  <a:pos x="T10" y="T11"/>
                </a:cxn>
                <a:cxn ang="0">
                  <a:pos x="T12" y="T13"/>
                </a:cxn>
              </a:cxnLst>
              <a:rect l="0" t="0" r="r" b="b"/>
              <a:pathLst>
                <a:path w="1159" h="407">
                  <a:moveTo>
                    <a:pt x="913" y="0"/>
                  </a:moveTo>
                  <a:lnTo>
                    <a:pt x="0" y="70"/>
                  </a:lnTo>
                  <a:lnTo>
                    <a:pt x="0" y="324"/>
                  </a:lnTo>
                  <a:lnTo>
                    <a:pt x="913" y="407"/>
                  </a:lnTo>
                  <a:lnTo>
                    <a:pt x="1159" y="216"/>
                  </a:lnTo>
                  <a:lnTo>
                    <a:pt x="1159" y="194"/>
                  </a:lnTo>
                  <a:lnTo>
                    <a:pt x="913"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30" name="Freeform 95"/>
            <p:cNvSpPr>
              <a:spLocks/>
            </p:cNvSpPr>
            <p:nvPr/>
          </p:nvSpPr>
          <p:spPr bwMode="auto">
            <a:xfrm>
              <a:off x="6210563" y="3794106"/>
              <a:ext cx="2000279" cy="702428"/>
            </a:xfrm>
            <a:custGeom>
              <a:avLst/>
              <a:gdLst>
                <a:gd name="T0" fmla="*/ 905 w 1159"/>
                <a:gd name="T1" fmla="*/ 0 h 407"/>
                <a:gd name="T2" fmla="*/ 0 w 1159"/>
                <a:gd name="T3" fmla="*/ 67 h 407"/>
                <a:gd name="T4" fmla="*/ 0 w 1159"/>
                <a:gd name="T5" fmla="*/ 324 h 407"/>
                <a:gd name="T6" fmla="*/ 905 w 1159"/>
                <a:gd name="T7" fmla="*/ 407 h 407"/>
                <a:gd name="T8" fmla="*/ 1159 w 1159"/>
                <a:gd name="T9" fmla="*/ 213 h 407"/>
                <a:gd name="T10" fmla="*/ 905 w 1159"/>
                <a:gd name="T11" fmla="*/ 0 h 407"/>
              </a:gdLst>
              <a:ahLst/>
              <a:cxnLst>
                <a:cxn ang="0">
                  <a:pos x="T0" y="T1"/>
                </a:cxn>
                <a:cxn ang="0">
                  <a:pos x="T2" y="T3"/>
                </a:cxn>
                <a:cxn ang="0">
                  <a:pos x="T4" y="T5"/>
                </a:cxn>
                <a:cxn ang="0">
                  <a:pos x="T6" y="T7"/>
                </a:cxn>
                <a:cxn ang="0">
                  <a:pos x="T8" y="T9"/>
                </a:cxn>
                <a:cxn ang="0">
                  <a:pos x="T10" y="T11"/>
                </a:cxn>
              </a:cxnLst>
              <a:rect l="0" t="0" r="r" b="b"/>
              <a:pathLst>
                <a:path w="1159" h="407">
                  <a:moveTo>
                    <a:pt x="905" y="0"/>
                  </a:moveTo>
                  <a:lnTo>
                    <a:pt x="0" y="67"/>
                  </a:lnTo>
                  <a:lnTo>
                    <a:pt x="0" y="324"/>
                  </a:lnTo>
                  <a:lnTo>
                    <a:pt x="905" y="407"/>
                  </a:lnTo>
                  <a:lnTo>
                    <a:pt x="1159" y="213"/>
                  </a:lnTo>
                  <a:lnTo>
                    <a:pt x="905"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grpSp>
        <p:nvGrpSpPr>
          <p:cNvPr id="68" name="Group 67"/>
          <p:cNvGrpSpPr/>
          <p:nvPr/>
        </p:nvGrpSpPr>
        <p:grpSpPr>
          <a:xfrm>
            <a:off x="3979505" y="4923517"/>
            <a:ext cx="2257432" cy="736943"/>
            <a:chOff x="4004907" y="4562117"/>
            <a:chExt cx="2257432" cy="736943"/>
          </a:xfrm>
        </p:grpSpPr>
        <p:sp>
          <p:nvSpPr>
            <p:cNvPr id="36" name="Freeform 98"/>
            <p:cNvSpPr>
              <a:spLocks/>
            </p:cNvSpPr>
            <p:nvPr/>
          </p:nvSpPr>
          <p:spPr bwMode="auto">
            <a:xfrm>
              <a:off x="5944780" y="4613893"/>
              <a:ext cx="317559" cy="605779"/>
            </a:xfrm>
            <a:custGeom>
              <a:avLst/>
              <a:gdLst>
                <a:gd name="T0" fmla="*/ 0 w 68"/>
                <a:gd name="T1" fmla="*/ 128 h 130"/>
                <a:gd name="T2" fmla="*/ 36 w 68"/>
                <a:gd name="T3" fmla="*/ 130 h 130"/>
                <a:gd name="T4" fmla="*/ 68 w 68"/>
                <a:gd name="T5" fmla="*/ 128 h 130"/>
                <a:gd name="T6" fmla="*/ 68 w 68"/>
                <a:gd name="T7" fmla="*/ 5 h 130"/>
                <a:gd name="T8" fmla="*/ 33 w 68"/>
                <a:gd name="T9" fmla="*/ 0 h 130"/>
                <a:gd name="T10" fmla="*/ 0 w 68"/>
                <a:gd name="T11" fmla="*/ 5 h 130"/>
                <a:gd name="T12" fmla="*/ 0 w 68"/>
                <a:gd name="T13" fmla="*/ 128 h 130"/>
              </a:gdLst>
              <a:ahLst/>
              <a:cxnLst>
                <a:cxn ang="0">
                  <a:pos x="T0" y="T1"/>
                </a:cxn>
                <a:cxn ang="0">
                  <a:pos x="T2" y="T3"/>
                </a:cxn>
                <a:cxn ang="0">
                  <a:pos x="T4" y="T5"/>
                </a:cxn>
                <a:cxn ang="0">
                  <a:pos x="T6" y="T7"/>
                </a:cxn>
                <a:cxn ang="0">
                  <a:pos x="T8" y="T9"/>
                </a:cxn>
                <a:cxn ang="0">
                  <a:pos x="T10" y="T11"/>
                </a:cxn>
                <a:cxn ang="0">
                  <a:pos x="T12" y="T13"/>
                </a:cxn>
              </a:cxnLst>
              <a:rect l="0" t="0" r="r" b="b"/>
              <a:pathLst>
                <a:path w="68" h="130">
                  <a:moveTo>
                    <a:pt x="0" y="128"/>
                  </a:moveTo>
                  <a:cubicBezTo>
                    <a:pt x="0" y="128"/>
                    <a:pt x="16" y="130"/>
                    <a:pt x="36" y="130"/>
                  </a:cubicBezTo>
                  <a:cubicBezTo>
                    <a:pt x="55" y="130"/>
                    <a:pt x="68" y="128"/>
                    <a:pt x="68" y="128"/>
                  </a:cubicBezTo>
                  <a:cubicBezTo>
                    <a:pt x="68" y="5"/>
                    <a:pt x="68" y="5"/>
                    <a:pt x="68" y="5"/>
                  </a:cubicBezTo>
                  <a:cubicBezTo>
                    <a:pt x="68" y="5"/>
                    <a:pt x="54" y="0"/>
                    <a:pt x="33" y="0"/>
                  </a:cubicBezTo>
                  <a:cubicBezTo>
                    <a:pt x="12" y="0"/>
                    <a:pt x="0" y="5"/>
                    <a:pt x="0" y="5"/>
                  </a:cubicBezTo>
                  <a:lnTo>
                    <a:pt x="0" y="128"/>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nvGrpSpPr>
            <p:cNvPr id="60" name="Group 59"/>
            <p:cNvGrpSpPr/>
            <p:nvPr/>
          </p:nvGrpSpPr>
          <p:grpSpPr>
            <a:xfrm>
              <a:off x="4004907" y="4562117"/>
              <a:ext cx="2000279" cy="736943"/>
              <a:chOff x="4004907" y="4562117"/>
              <a:chExt cx="2000279" cy="736943"/>
            </a:xfrm>
          </p:grpSpPr>
          <p:sp>
            <p:nvSpPr>
              <p:cNvPr id="37" name="Freeform 99"/>
              <p:cNvSpPr>
                <a:spLocks/>
              </p:cNvSpPr>
              <p:nvPr/>
            </p:nvSpPr>
            <p:spPr bwMode="auto">
              <a:xfrm>
                <a:off x="4004907" y="4594907"/>
                <a:ext cx="2000279" cy="704153"/>
              </a:xfrm>
              <a:custGeom>
                <a:avLst/>
                <a:gdLst>
                  <a:gd name="T0" fmla="*/ 246 w 1159"/>
                  <a:gd name="T1" fmla="*/ 0 h 408"/>
                  <a:gd name="T2" fmla="*/ 1159 w 1159"/>
                  <a:gd name="T3" fmla="*/ 70 h 408"/>
                  <a:gd name="T4" fmla="*/ 1159 w 1159"/>
                  <a:gd name="T5" fmla="*/ 324 h 408"/>
                  <a:gd name="T6" fmla="*/ 246 w 1159"/>
                  <a:gd name="T7" fmla="*/ 408 h 408"/>
                  <a:gd name="T8" fmla="*/ 0 w 1159"/>
                  <a:gd name="T9" fmla="*/ 216 h 408"/>
                  <a:gd name="T10" fmla="*/ 0 w 1159"/>
                  <a:gd name="T11" fmla="*/ 197 h 408"/>
                  <a:gd name="T12" fmla="*/ 246 w 1159"/>
                  <a:gd name="T13" fmla="*/ 0 h 408"/>
                </a:gdLst>
                <a:ahLst/>
                <a:cxnLst>
                  <a:cxn ang="0">
                    <a:pos x="T0" y="T1"/>
                  </a:cxn>
                  <a:cxn ang="0">
                    <a:pos x="T2" y="T3"/>
                  </a:cxn>
                  <a:cxn ang="0">
                    <a:pos x="T4" y="T5"/>
                  </a:cxn>
                  <a:cxn ang="0">
                    <a:pos x="T6" y="T7"/>
                  </a:cxn>
                  <a:cxn ang="0">
                    <a:pos x="T8" y="T9"/>
                  </a:cxn>
                  <a:cxn ang="0">
                    <a:pos x="T10" y="T11"/>
                  </a:cxn>
                  <a:cxn ang="0">
                    <a:pos x="T12" y="T13"/>
                  </a:cxn>
                </a:cxnLst>
                <a:rect l="0" t="0" r="r" b="b"/>
                <a:pathLst>
                  <a:path w="1159" h="408">
                    <a:moveTo>
                      <a:pt x="246" y="0"/>
                    </a:moveTo>
                    <a:lnTo>
                      <a:pt x="1159" y="70"/>
                    </a:lnTo>
                    <a:lnTo>
                      <a:pt x="1159" y="324"/>
                    </a:lnTo>
                    <a:lnTo>
                      <a:pt x="246" y="408"/>
                    </a:lnTo>
                    <a:lnTo>
                      <a:pt x="0" y="216"/>
                    </a:lnTo>
                    <a:lnTo>
                      <a:pt x="0" y="197"/>
                    </a:lnTo>
                    <a:lnTo>
                      <a:pt x="246" y="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38" name="Freeform 100"/>
              <p:cNvSpPr>
                <a:spLocks/>
              </p:cNvSpPr>
              <p:nvPr/>
            </p:nvSpPr>
            <p:spPr bwMode="auto">
              <a:xfrm>
                <a:off x="4004907" y="4562117"/>
                <a:ext cx="2000279" cy="704153"/>
              </a:xfrm>
              <a:custGeom>
                <a:avLst/>
                <a:gdLst>
                  <a:gd name="T0" fmla="*/ 251 w 1159"/>
                  <a:gd name="T1" fmla="*/ 0 h 408"/>
                  <a:gd name="T2" fmla="*/ 1159 w 1159"/>
                  <a:gd name="T3" fmla="*/ 70 h 408"/>
                  <a:gd name="T4" fmla="*/ 1159 w 1159"/>
                  <a:gd name="T5" fmla="*/ 324 h 408"/>
                  <a:gd name="T6" fmla="*/ 251 w 1159"/>
                  <a:gd name="T7" fmla="*/ 408 h 408"/>
                  <a:gd name="T8" fmla="*/ 0 w 1159"/>
                  <a:gd name="T9" fmla="*/ 216 h 408"/>
                  <a:gd name="T10" fmla="*/ 251 w 1159"/>
                  <a:gd name="T11" fmla="*/ 0 h 408"/>
                </a:gdLst>
                <a:ahLst/>
                <a:cxnLst>
                  <a:cxn ang="0">
                    <a:pos x="T0" y="T1"/>
                  </a:cxn>
                  <a:cxn ang="0">
                    <a:pos x="T2" y="T3"/>
                  </a:cxn>
                  <a:cxn ang="0">
                    <a:pos x="T4" y="T5"/>
                  </a:cxn>
                  <a:cxn ang="0">
                    <a:pos x="T6" y="T7"/>
                  </a:cxn>
                  <a:cxn ang="0">
                    <a:pos x="T8" y="T9"/>
                  </a:cxn>
                  <a:cxn ang="0">
                    <a:pos x="T10" y="T11"/>
                  </a:cxn>
                </a:cxnLst>
                <a:rect l="0" t="0" r="r" b="b"/>
                <a:pathLst>
                  <a:path w="1159" h="408">
                    <a:moveTo>
                      <a:pt x="251" y="0"/>
                    </a:moveTo>
                    <a:lnTo>
                      <a:pt x="1159" y="70"/>
                    </a:lnTo>
                    <a:lnTo>
                      <a:pt x="1159" y="324"/>
                    </a:lnTo>
                    <a:lnTo>
                      <a:pt x="251" y="408"/>
                    </a:lnTo>
                    <a:lnTo>
                      <a:pt x="0" y="216"/>
                    </a:lnTo>
                    <a:lnTo>
                      <a:pt x="251"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grpSp>
      <p:grpSp>
        <p:nvGrpSpPr>
          <p:cNvPr id="65" name="Group 64"/>
          <p:cNvGrpSpPr/>
          <p:nvPr/>
        </p:nvGrpSpPr>
        <p:grpSpPr>
          <a:xfrm>
            <a:off x="4644388" y="2218325"/>
            <a:ext cx="1617952" cy="605779"/>
            <a:chOff x="5073622" y="2218325"/>
            <a:chExt cx="1188717" cy="605779"/>
          </a:xfrm>
        </p:grpSpPr>
        <p:grpSp>
          <p:nvGrpSpPr>
            <p:cNvPr id="54" name="Group 53"/>
            <p:cNvGrpSpPr/>
            <p:nvPr/>
          </p:nvGrpSpPr>
          <p:grpSpPr>
            <a:xfrm flipH="1">
              <a:off x="5073622" y="2300045"/>
              <a:ext cx="931563" cy="442338"/>
              <a:chOff x="6162346" y="3212901"/>
              <a:chExt cx="1111988" cy="489768"/>
            </a:xfrm>
          </p:grpSpPr>
          <p:sp>
            <p:nvSpPr>
              <p:cNvPr id="55" name="Freeform 54"/>
              <p:cNvSpPr>
                <a:spLocks/>
              </p:cNvSpPr>
              <p:nvPr/>
            </p:nvSpPr>
            <p:spPr bwMode="auto">
              <a:xfrm flipH="1">
                <a:off x="6162347" y="3231951"/>
                <a:ext cx="1111987" cy="470718"/>
              </a:xfrm>
              <a:custGeom>
                <a:avLst/>
                <a:gdLst>
                  <a:gd name="connsiteX0" fmla="*/ 1111987 w 1111987"/>
                  <a:gd name="connsiteY0" fmla="*/ 0 h 470718"/>
                  <a:gd name="connsiteX1" fmla="*/ 218189 w 1111987"/>
                  <a:gd name="connsiteY1" fmla="*/ 30148 h 470718"/>
                  <a:gd name="connsiteX2" fmla="*/ 218189 w 1111987"/>
                  <a:gd name="connsiteY2" fmla="*/ 30483 h 470718"/>
                  <a:gd name="connsiteX3" fmla="*/ 214006 w 1111987"/>
                  <a:gd name="connsiteY3" fmla="*/ 30148 h 470718"/>
                  <a:gd name="connsiteX4" fmla="*/ 0 w 1111987"/>
                  <a:gd name="connsiteY4" fmla="*/ 221495 h 470718"/>
                  <a:gd name="connsiteX5" fmla="*/ 0 w 1111987"/>
                  <a:gd name="connsiteY5" fmla="*/ 268710 h 470718"/>
                  <a:gd name="connsiteX6" fmla="*/ 214006 w 1111987"/>
                  <a:gd name="connsiteY6" fmla="*/ 438797 h 470718"/>
                  <a:gd name="connsiteX7" fmla="*/ 218189 w 1111987"/>
                  <a:gd name="connsiteY7" fmla="*/ 438394 h 470718"/>
                  <a:gd name="connsiteX8" fmla="*/ 218189 w 1111987"/>
                  <a:gd name="connsiteY8" fmla="*/ 438797 h 470718"/>
                  <a:gd name="connsiteX9" fmla="*/ 1111987 w 1111987"/>
                  <a:gd name="connsiteY9" fmla="*/ 470718 h 470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1987" h="470718">
                    <a:moveTo>
                      <a:pt x="1111987" y="0"/>
                    </a:moveTo>
                    <a:lnTo>
                      <a:pt x="218189" y="30148"/>
                    </a:lnTo>
                    <a:lnTo>
                      <a:pt x="218189" y="30483"/>
                    </a:lnTo>
                    <a:lnTo>
                      <a:pt x="214006" y="30148"/>
                    </a:lnTo>
                    <a:lnTo>
                      <a:pt x="0" y="221495"/>
                    </a:lnTo>
                    <a:lnTo>
                      <a:pt x="0" y="268710"/>
                    </a:lnTo>
                    <a:lnTo>
                      <a:pt x="214006" y="438797"/>
                    </a:lnTo>
                    <a:lnTo>
                      <a:pt x="218189" y="438394"/>
                    </a:lnTo>
                    <a:lnTo>
                      <a:pt x="218189" y="438797"/>
                    </a:lnTo>
                    <a:lnTo>
                      <a:pt x="1111987" y="470718"/>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56" name="Freeform 55"/>
              <p:cNvSpPr>
                <a:spLocks/>
              </p:cNvSpPr>
              <p:nvPr/>
            </p:nvSpPr>
            <p:spPr bwMode="auto">
              <a:xfrm flipH="1">
                <a:off x="6162346" y="3212901"/>
                <a:ext cx="1111987" cy="470718"/>
              </a:xfrm>
              <a:custGeom>
                <a:avLst/>
                <a:gdLst>
                  <a:gd name="connsiteX0" fmla="*/ 2040881 w 2040881"/>
                  <a:gd name="connsiteY0" fmla="*/ 0 h 704153"/>
                  <a:gd name="connsiteX1" fmla="*/ 440681 w 2040881"/>
                  <a:gd name="connsiteY1" fmla="*/ 0 h 704153"/>
                  <a:gd name="connsiteX2" fmla="*/ 440681 w 2040881"/>
                  <a:gd name="connsiteY2" fmla="*/ 577 h 704153"/>
                  <a:gd name="connsiteX3" fmla="*/ 433192 w 2040881"/>
                  <a:gd name="connsiteY3" fmla="*/ 0 h 704153"/>
                  <a:gd name="connsiteX4" fmla="*/ 0 w 2040881"/>
                  <a:gd name="connsiteY4" fmla="*/ 372787 h 704153"/>
                  <a:gd name="connsiteX5" fmla="*/ 433192 w 2040881"/>
                  <a:gd name="connsiteY5" fmla="*/ 704153 h 704153"/>
                  <a:gd name="connsiteX6" fmla="*/ 440681 w 2040881"/>
                  <a:gd name="connsiteY6" fmla="*/ 703460 h 704153"/>
                  <a:gd name="connsiteX7" fmla="*/ 440681 w 2040881"/>
                  <a:gd name="connsiteY7" fmla="*/ 704153 h 704153"/>
                  <a:gd name="connsiteX8" fmla="*/ 2040881 w 2040881"/>
                  <a:gd name="connsiteY8" fmla="*/ 704153 h 704153"/>
                  <a:gd name="connsiteX0" fmla="*/ 2040881 w 2040881"/>
                  <a:gd name="connsiteY0" fmla="*/ 0 h 756102"/>
                  <a:gd name="connsiteX1" fmla="*/ 440681 w 2040881"/>
                  <a:gd name="connsiteY1" fmla="*/ 51949 h 756102"/>
                  <a:gd name="connsiteX2" fmla="*/ 440681 w 2040881"/>
                  <a:gd name="connsiteY2" fmla="*/ 52526 h 756102"/>
                  <a:gd name="connsiteX3" fmla="*/ 433192 w 2040881"/>
                  <a:gd name="connsiteY3" fmla="*/ 51949 h 756102"/>
                  <a:gd name="connsiteX4" fmla="*/ 0 w 2040881"/>
                  <a:gd name="connsiteY4" fmla="*/ 424736 h 756102"/>
                  <a:gd name="connsiteX5" fmla="*/ 433192 w 2040881"/>
                  <a:gd name="connsiteY5" fmla="*/ 756102 h 756102"/>
                  <a:gd name="connsiteX6" fmla="*/ 440681 w 2040881"/>
                  <a:gd name="connsiteY6" fmla="*/ 755409 h 756102"/>
                  <a:gd name="connsiteX7" fmla="*/ 440681 w 2040881"/>
                  <a:gd name="connsiteY7" fmla="*/ 756102 h 756102"/>
                  <a:gd name="connsiteX8" fmla="*/ 2040881 w 2040881"/>
                  <a:gd name="connsiteY8" fmla="*/ 756102 h 756102"/>
                  <a:gd name="connsiteX9" fmla="*/ 2040881 w 2040881"/>
                  <a:gd name="connsiteY9" fmla="*/ 0 h 756102"/>
                  <a:gd name="connsiteX0" fmla="*/ 2040881 w 2040881"/>
                  <a:gd name="connsiteY0" fmla="*/ 0 h 811107"/>
                  <a:gd name="connsiteX1" fmla="*/ 440681 w 2040881"/>
                  <a:gd name="connsiteY1" fmla="*/ 51949 h 811107"/>
                  <a:gd name="connsiteX2" fmla="*/ 440681 w 2040881"/>
                  <a:gd name="connsiteY2" fmla="*/ 52526 h 811107"/>
                  <a:gd name="connsiteX3" fmla="*/ 433192 w 2040881"/>
                  <a:gd name="connsiteY3" fmla="*/ 51949 h 811107"/>
                  <a:gd name="connsiteX4" fmla="*/ 0 w 2040881"/>
                  <a:gd name="connsiteY4" fmla="*/ 424736 h 811107"/>
                  <a:gd name="connsiteX5" fmla="*/ 433192 w 2040881"/>
                  <a:gd name="connsiteY5" fmla="*/ 756102 h 811107"/>
                  <a:gd name="connsiteX6" fmla="*/ 440681 w 2040881"/>
                  <a:gd name="connsiteY6" fmla="*/ 755409 h 811107"/>
                  <a:gd name="connsiteX7" fmla="*/ 440681 w 2040881"/>
                  <a:gd name="connsiteY7" fmla="*/ 756102 h 811107"/>
                  <a:gd name="connsiteX8" fmla="*/ 2040881 w 2040881"/>
                  <a:gd name="connsiteY8" fmla="*/ 811107 h 811107"/>
                  <a:gd name="connsiteX9" fmla="*/ 2040881 w 2040881"/>
                  <a:gd name="connsiteY9" fmla="*/ 0 h 81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0881" h="811107">
                    <a:moveTo>
                      <a:pt x="2040881" y="0"/>
                    </a:moveTo>
                    <a:lnTo>
                      <a:pt x="440681" y="51949"/>
                    </a:lnTo>
                    <a:lnTo>
                      <a:pt x="440681" y="52526"/>
                    </a:lnTo>
                    <a:lnTo>
                      <a:pt x="433192" y="51949"/>
                    </a:lnTo>
                    <a:lnTo>
                      <a:pt x="0" y="424736"/>
                    </a:lnTo>
                    <a:lnTo>
                      <a:pt x="433192" y="756102"/>
                    </a:lnTo>
                    <a:lnTo>
                      <a:pt x="440681" y="755409"/>
                    </a:lnTo>
                    <a:lnTo>
                      <a:pt x="440681" y="756102"/>
                    </a:lnTo>
                    <a:lnTo>
                      <a:pt x="2040881" y="811107"/>
                    </a:lnTo>
                    <a:lnTo>
                      <a:pt x="2040881" y="0"/>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sp>
          <p:nvSpPr>
            <p:cNvPr id="57" name="Freeform 90"/>
            <p:cNvSpPr>
              <a:spLocks/>
            </p:cNvSpPr>
            <p:nvPr/>
          </p:nvSpPr>
          <p:spPr bwMode="auto">
            <a:xfrm>
              <a:off x="5944780" y="2218325"/>
              <a:ext cx="317559" cy="605779"/>
            </a:xfrm>
            <a:custGeom>
              <a:avLst/>
              <a:gdLst>
                <a:gd name="T0" fmla="*/ 0 w 68"/>
                <a:gd name="T1" fmla="*/ 128 h 130"/>
                <a:gd name="T2" fmla="*/ 36 w 68"/>
                <a:gd name="T3" fmla="*/ 130 h 130"/>
                <a:gd name="T4" fmla="*/ 68 w 68"/>
                <a:gd name="T5" fmla="*/ 128 h 130"/>
                <a:gd name="T6" fmla="*/ 68 w 68"/>
                <a:gd name="T7" fmla="*/ 5 h 130"/>
                <a:gd name="T8" fmla="*/ 33 w 68"/>
                <a:gd name="T9" fmla="*/ 0 h 130"/>
                <a:gd name="T10" fmla="*/ 0 w 68"/>
                <a:gd name="T11" fmla="*/ 5 h 130"/>
                <a:gd name="T12" fmla="*/ 0 w 68"/>
                <a:gd name="T13" fmla="*/ 128 h 130"/>
              </a:gdLst>
              <a:ahLst/>
              <a:cxnLst>
                <a:cxn ang="0">
                  <a:pos x="T0" y="T1"/>
                </a:cxn>
                <a:cxn ang="0">
                  <a:pos x="T2" y="T3"/>
                </a:cxn>
                <a:cxn ang="0">
                  <a:pos x="T4" y="T5"/>
                </a:cxn>
                <a:cxn ang="0">
                  <a:pos x="T6" y="T7"/>
                </a:cxn>
                <a:cxn ang="0">
                  <a:pos x="T8" y="T9"/>
                </a:cxn>
                <a:cxn ang="0">
                  <a:pos x="T10" y="T11"/>
                </a:cxn>
                <a:cxn ang="0">
                  <a:pos x="T12" y="T13"/>
                </a:cxn>
              </a:cxnLst>
              <a:rect l="0" t="0" r="r" b="b"/>
              <a:pathLst>
                <a:path w="68" h="130">
                  <a:moveTo>
                    <a:pt x="0" y="128"/>
                  </a:moveTo>
                  <a:cubicBezTo>
                    <a:pt x="0" y="128"/>
                    <a:pt x="16" y="130"/>
                    <a:pt x="36" y="130"/>
                  </a:cubicBezTo>
                  <a:cubicBezTo>
                    <a:pt x="55" y="130"/>
                    <a:pt x="68" y="128"/>
                    <a:pt x="68" y="128"/>
                  </a:cubicBezTo>
                  <a:cubicBezTo>
                    <a:pt x="68" y="5"/>
                    <a:pt x="68" y="5"/>
                    <a:pt x="68" y="5"/>
                  </a:cubicBezTo>
                  <a:cubicBezTo>
                    <a:pt x="68" y="5"/>
                    <a:pt x="54" y="0"/>
                    <a:pt x="33" y="0"/>
                  </a:cubicBezTo>
                  <a:cubicBezTo>
                    <a:pt x="12" y="0"/>
                    <a:pt x="0" y="5"/>
                    <a:pt x="0" y="5"/>
                  </a:cubicBezTo>
                  <a:lnTo>
                    <a:pt x="0" y="128"/>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sp>
        <p:nvSpPr>
          <p:cNvPr id="62" name="TextBox 61"/>
          <p:cNvSpPr txBox="1"/>
          <p:nvPr/>
        </p:nvSpPr>
        <p:spPr>
          <a:xfrm>
            <a:off x="207494" y="1910170"/>
            <a:ext cx="4303557" cy="1846659"/>
          </a:xfrm>
          <a:prstGeom prst="rect">
            <a:avLst/>
          </a:prstGeom>
          <a:noFill/>
        </p:spPr>
        <p:txBody>
          <a:bodyPr wrap="square" lIns="0" tIns="0" rIns="0" bIns="0" rtlCol="0">
            <a:spAutoFit/>
          </a:bodyPr>
          <a:lstStyle/>
          <a:p>
            <a:pPr lvl="0" algn="r" rtl="1"/>
            <a:r>
              <a:rPr lang="ar-SA" sz="2400" b="1" dirty="0">
                <a:latin typeface="+mj-lt"/>
                <a:cs typeface="Simplified Arabic" panose="02020603050405020304" pitchFamily="18" charset="-78"/>
              </a:rPr>
              <a:t>مراعاة المتطلبات للمنهج</a:t>
            </a:r>
            <a:r>
              <a:rPr lang="en-US" sz="2400" b="1" dirty="0">
                <a:latin typeface="+mj-lt"/>
                <a:cs typeface="Simplified Arabic" panose="02020603050405020304" pitchFamily="18" charset="-78"/>
              </a:rPr>
              <a:t> :</a:t>
            </a:r>
            <a:r>
              <a:rPr lang="ar-SA" sz="2400" b="1" dirty="0">
                <a:latin typeface="+mj-lt"/>
                <a:cs typeface="Simplified Arabic" panose="02020603050405020304" pitchFamily="18" charset="-78"/>
              </a:rPr>
              <a:t>يتوجب على مصمم برامج الوسائط المتعددة التأكد من توافقية المحتوى للمادة التي يريد تغطيتها وبين التطبيقات لكل من المدرسين والنظام المدرسي أو الجامعي</a:t>
            </a:r>
            <a:r>
              <a:rPr lang="ar-JO" sz="2400" b="1" dirty="0">
                <a:latin typeface="+mj-lt"/>
                <a:cs typeface="Simplified Arabic" panose="02020603050405020304" pitchFamily="18" charset="-78"/>
              </a:rPr>
              <a:t>.</a:t>
            </a:r>
            <a:endParaRPr lang="en-US" sz="2400" b="1" dirty="0">
              <a:latin typeface="+mj-lt"/>
              <a:cs typeface="Simplified Arabic" panose="02020603050405020304" pitchFamily="18" charset="-78"/>
            </a:endParaRPr>
          </a:p>
        </p:txBody>
      </p:sp>
      <p:sp>
        <p:nvSpPr>
          <p:cNvPr id="63" name="TextBox 62"/>
          <p:cNvSpPr txBox="1"/>
          <p:nvPr/>
        </p:nvSpPr>
        <p:spPr>
          <a:xfrm>
            <a:off x="178105" y="4491662"/>
            <a:ext cx="3700111" cy="1846659"/>
          </a:xfrm>
          <a:prstGeom prst="rect">
            <a:avLst/>
          </a:prstGeom>
          <a:noFill/>
        </p:spPr>
        <p:txBody>
          <a:bodyPr wrap="square" lIns="0" tIns="0" rIns="0" bIns="0" rtlCol="0">
            <a:spAutoFit/>
          </a:bodyPr>
          <a:lstStyle/>
          <a:p>
            <a:pPr algn="r" fontAlgn="auto">
              <a:spcBef>
                <a:spcPts val="0"/>
              </a:spcBef>
              <a:spcAft>
                <a:spcPts val="0"/>
              </a:spcAft>
            </a:pPr>
            <a:r>
              <a:rPr lang="ar-SA" sz="2400" b="1" dirty="0">
                <a:cs typeface="Simplified Arabic" panose="02020603050405020304" pitchFamily="18" charset="-78"/>
              </a:rPr>
              <a:t>التركيز على تقليل الوقت والذي يتم هدره خلال الممارسات التعليمية، فهناك عوامل أساسية لضياع الوقت أهمها عدم الرضا عن الممارسات التعليمية التقليدية</a:t>
            </a:r>
            <a:endParaRPr lang="en-AU" sz="2400" b="1" dirty="0">
              <a:solidFill>
                <a:prstClr val="black">
                  <a:lumMod val="50000"/>
                  <a:lumOff val="50000"/>
                </a:prstClr>
              </a:solidFill>
              <a:latin typeface="Roboto Lt"/>
              <a:cs typeface="Simplified Arabic" panose="02020603050405020304" pitchFamily="18" charset="-78"/>
            </a:endParaRPr>
          </a:p>
        </p:txBody>
      </p:sp>
      <p:sp>
        <p:nvSpPr>
          <p:cNvPr id="64" name="TextBox 63"/>
          <p:cNvSpPr txBox="1"/>
          <p:nvPr/>
        </p:nvSpPr>
        <p:spPr>
          <a:xfrm>
            <a:off x="8336978" y="3268447"/>
            <a:ext cx="3756239" cy="1723549"/>
          </a:xfrm>
          <a:prstGeom prst="rect">
            <a:avLst/>
          </a:prstGeom>
          <a:noFill/>
        </p:spPr>
        <p:txBody>
          <a:bodyPr wrap="square" lIns="0" tIns="0" rIns="0" bIns="0" rtlCol="0">
            <a:spAutoFit/>
          </a:bodyPr>
          <a:lstStyle/>
          <a:p>
            <a:pPr fontAlgn="auto">
              <a:spcBef>
                <a:spcPts val="0"/>
              </a:spcBef>
              <a:spcAft>
                <a:spcPts val="0"/>
              </a:spcAft>
            </a:pPr>
            <a:r>
              <a:rPr lang="ar-SA" sz="2800" b="1" dirty="0">
                <a:latin typeface="+mj-lt"/>
                <a:cs typeface="Simplified Arabic" panose="02020603050405020304" pitchFamily="18" charset="-78"/>
              </a:rPr>
              <a:t>مراعاة الممارسات التدريسية</a:t>
            </a:r>
            <a:r>
              <a:rPr lang="en-US" sz="2800" b="1" dirty="0">
                <a:latin typeface="+mj-lt"/>
                <a:cs typeface="Simplified Arabic" panose="02020603050405020304" pitchFamily="18" charset="-78"/>
              </a:rPr>
              <a:t> :</a:t>
            </a:r>
            <a:r>
              <a:rPr lang="ar-SA" sz="2800" b="1" dirty="0">
                <a:latin typeface="+mj-lt"/>
                <a:cs typeface="Simplified Arabic" panose="02020603050405020304" pitchFamily="18" charset="-78"/>
              </a:rPr>
              <a:t>حيث يتحتم على المدرسين مواكبة وتقبل التطور والتقدم التكنولوجي الذي يتقدم مع الوقت</a:t>
            </a:r>
            <a:endParaRPr lang="en-AU" sz="2800" b="1" dirty="0">
              <a:solidFill>
                <a:prstClr val="black">
                  <a:lumMod val="50000"/>
                  <a:lumOff val="50000"/>
                </a:prstClr>
              </a:solidFill>
              <a:latin typeface="+mj-lt"/>
              <a:cs typeface="Simplified Arabic" panose="02020603050405020304" pitchFamily="18" charset="-78"/>
            </a:endParaRPr>
          </a:p>
        </p:txBody>
      </p:sp>
      <p:sp>
        <p:nvSpPr>
          <p:cNvPr id="3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75291620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2" fill="hold" nodeType="afterEffect">
                                  <p:stCondLst>
                                    <p:cond delay="0"/>
                                  </p:stCondLst>
                                  <p:childTnLst>
                                    <p:set>
                                      <p:cBhvr>
                                        <p:cTn id="11" dur="1" fill="hold">
                                          <p:stCondLst>
                                            <p:cond delay="0"/>
                                          </p:stCondLst>
                                        </p:cTn>
                                        <p:tgtEl>
                                          <p:spTgt spid="65"/>
                                        </p:tgtEl>
                                        <p:attrNameLst>
                                          <p:attrName>style.visibility</p:attrName>
                                        </p:attrNameLst>
                                      </p:cBhvr>
                                      <p:to>
                                        <p:strVal val="visible"/>
                                      </p:to>
                                    </p:set>
                                    <p:animEffect transition="in" filter="wipe(right)">
                                      <p:cBhvr>
                                        <p:cTn id="12" dur="500"/>
                                        <p:tgtEl>
                                          <p:spTgt spid="65"/>
                                        </p:tgtEl>
                                      </p:cBhvr>
                                    </p:animEffect>
                                  </p:childTnLst>
                                </p:cTn>
                              </p:par>
                            </p:childTnLst>
                          </p:cTn>
                        </p:par>
                        <p:par>
                          <p:cTn id="13" fill="hold">
                            <p:stCondLst>
                              <p:cond delay="1000"/>
                            </p:stCondLst>
                            <p:childTnLst>
                              <p:par>
                                <p:cTn id="14" presetID="18" presetClass="entr" presetSubtype="12" fill="hold" grpId="0" nodeType="afterEffect">
                                  <p:stCondLst>
                                    <p:cond delay="0"/>
                                  </p:stCondLst>
                                  <p:childTnLst>
                                    <p:set>
                                      <p:cBhvr>
                                        <p:cTn id="15" dur="1" fill="hold">
                                          <p:stCondLst>
                                            <p:cond delay="0"/>
                                          </p:stCondLst>
                                        </p:cTn>
                                        <p:tgtEl>
                                          <p:spTgt spid="62"/>
                                        </p:tgtEl>
                                        <p:attrNameLst>
                                          <p:attrName>style.visibility</p:attrName>
                                        </p:attrNameLst>
                                      </p:cBhvr>
                                      <p:to>
                                        <p:strVal val="visible"/>
                                      </p:to>
                                    </p:set>
                                    <p:animEffect transition="in" filter="strips(downLeft)">
                                      <p:cBhvr>
                                        <p:cTn id="16" dur="500"/>
                                        <p:tgtEl>
                                          <p:spTgt spid="62"/>
                                        </p:tgtEl>
                                      </p:cBhvr>
                                    </p:animEffect>
                                  </p:childTnLst>
                                </p:cTn>
                              </p:par>
                            </p:childTnLst>
                          </p:cTn>
                        </p:par>
                        <p:par>
                          <p:cTn id="17" fill="hold">
                            <p:stCondLst>
                              <p:cond delay="1500"/>
                            </p:stCondLst>
                            <p:childTnLst>
                              <p:par>
                                <p:cTn id="18" presetID="22" presetClass="entr" presetSubtype="8" fill="hold" nodeType="afterEffect">
                                  <p:stCondLst>
                                    <p:cond delay="0"/>
                                  </p:stCondLst>
                                  <p:childTnLst>
                                    <p:set>
                                      <p:cBhvr>
                                        <p:cTn id="19" dur="1" fill="hold">
                                          <p:stCondLst>
                                            <p:cond delay="0"/>
                                          </p:stCondLst>
                                        </p:cTn>
                                        <p:tgtEl>
                                          <p:spTgt spid="67"/>
                                        </p:tgtEl>
                                        <p:attrNameLst>
                                          <p:attrName>style.visibility</p:attrName>
                                        </p:attrNameLst>
                                      </p:cBhvr>
                                      <p:to>
                                        <p:strVal val="visible"/>
                                      </p:to>
                                    </p:set>
                                    <p:animEffect transition="in" filter="wipe(left)">
                                      <p:cBhvr>
                                        <p:cTn id="20" dur="500"/>
                                        <p:tgtEl>
                                          <p:spTgt spid="67"/>
                                        </p:tgtEl>
                                      </p:cBhvr>
                                    </p:animEffect>
                                  </p:childTnLst>
                                </p:cTn>
                              </p:par>
                            </p:childTnLst>
                          </p:cTn>
                        </p:par>
                        <p:par>
                          <p:cTn id="21" fill="hold">
                            <p:stCondLst>
                              <p:cond delay="2000"/>
                            </p:stCondLst>
                            <p:childTnLst>
                              <p:par>
                                <p:cTn id="22" presetID="18" presetClass="entr" presetSubtype="6" fill="hold" grpId="0" nodeType="afterEffect">
                                  <p:stCondLst>
                                    <p:cond delay="0"/>
                                  </p:stCondLst>
                                  <p:childTnLst>
                                    <p:set>
                                      <p:cBhvr>
                                        <p:cTn id="23" dur="1" fill="hold">
                                          <p:stCondLst>
                                            <p:cond delay="0"/>
                                          </p:stCondLst>
                                        </p:cTn>
                                        <p:tgtEl>
                                          <p:spTgt spid="64"/>
                                        </p:tgtEl>
                                        <p:attrNameLst>
                                          <p:attrName>style.visibility</p:attrName>
                                        </p:attrNameLst>
                                      </p:cBhvr>
                                      <p:to>
                                        <p:strVal val="visible"/>
                                      </p:to>
                                    </p:set>
                                    <p:animEffect transition="in" filter="strips(downRight)">
                                      <p:cBhvr>
                                        <p:cTn id="24" dur="500"/>
                                        <p:tgtEl>
                                          <p:spTgt spid="64"/>
                                        </p:tgtEl>
                                      </p:cBhvr>
                                    </p:animEffect>
                                  </p:childTnLst>
                                </p:cTn>
                              </p:par>
                            </p:childTnLst>
                          </p:cTn>
                        </p:par>
                        <p:par>
                          <p:cTn id="25" fill="hold">
                            <p:stCondLst>
                              <p:cond delay="2500"/>
                            </p:stCondLst>
                            <p:childTnLst>
                              <p:par>
                                <p:cTn id="26" presetID="22" presetClass="entr" presetSubtype="2" fill="hold" nodeType="afterEffect">
                                  <p:stCondLst>
                                    <p:cond delay="0"/>
                                  </p:stCondLst>
                                  <p:childTnLst>
                                    <p:set>
                                      <p:cBhvr>
                                        <p:cTn id="27" dur="1" fill="hold">
                                          <p:stCondLst>
                                            <p:cond delay="0"/>
                                          </p:stCondLst>
                                        </p:cTn>
                                        <p:tgtEl>
                                          <p:spTgt spid="68"/>
                                        </p:tgtEl>
                                        <p:attrNameLst>
                                          <p:attrName>style.visibility</p:attrName>
                                        </p:attrNameLst>
                                      </p:cBhvr>
                                      <p:to>
                                        <p:strVal val="visible"/>
                                      </p:to>
                                    </p:set>
                                    <p:animEffect transition="in" filter="wipe(right)">
                                      <p:cBhvr>
                                        <p:cTn id="28" dur="500"/>
                                        <p:tgtEl>
                                          <p:spTgt spid="68"/>
                                        </p:tgtEl>
                                      </p:cBhvr>
                                    </p:animEffect>
                                  </p:childTnLst>
                                </p:cTn>
                              </p:par>
                            </p:childTnLst>
                          </p:cTn>
                        </p:par>
                        <p:par>
                          <p:cTn id="29" fill="hold">
                            <p:stCondLst>
                              <p:cond delay="3000"/>
                            </p:stCondLst>
                            <p:childTnLst>
                              <p:par>
                                <p:cTn id="30" presetID="18" presetClass="entr" presetSubtype="12" fill="hold" grpId="0" nodeType="afterEffect">
                                  <p:stCondLst>
                                    <p:cond delay="0"/>
                                  </p:stCondLst>
                                  <p:childTnLst>
                                    <p:set>
                                      <p:cBhvr>
                                        <p:cTn id="31" dur="1" fill="hold">
                                          <p:stCondLst>
                                            <p:cond delay="0"/>
                                          </p:stCondLst>
                                        </p:cTn>
                                        <p:tgtEl>
                                          <p:spTgt spid="63"/>
                                        </p:tgtEl>
                                        <p:attrNameLst>
                                          <p:attrName>style.visibility</p:attrName>
                                        </p:attrNameLst>
                                      </p:cBhvr>
                                      <p:to>
                                        <p:strVal val="visible"/>
                                      </p:to>
                                    </p:set>
                                    <p:animEffect transition="in" filter="strips(downLeft)">
                                      <p:cBhvr>
                                        <p:cTn id="32"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2" grpId="0"/>
      <p:bldP spid="63" grpId="0"/>
      <p:bldP spid="64" grpId="0"/>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marL="742950" lvl="0" indent="-742950" algn="r" rtl="1">
              <a:buFont typeface="+mj-lt"/>
              <a:buAutoNum type="arabicPeriod" startAt="6"/>
            </a:pPr>
            <a:r>
              <a:rPr lang="ar-SA" u="sng" dirty="0">
                <a:solidFill>
                  <a:srgbClr val="FF0000"/>
                </a:solidFill>
              </a:rPr>
              <a:t>مبادئ تصميم الوسائط المتعددة</a:t>
            </a:r>
            <a:endParaRPr lang="en-US" u="sng" dirty="0">
              <a:solidFill>
                <a:srgbClr val="FF0000"/>
              </a:solidFill>
            </a:endParaRPr>
          </a:p>
        </p:txBody>
      </p:sp>
      <p:sp>
        <p:nvSpPr>
          <p:cNvPr id="4" name="Freeform 88"/>
          <p:cNvSpPr>
            <a:spLocks/>
          </p:cNvSpPr>
          <p:nvPr/>
        </p:nvSpPr>
        <p:spPr bwMode="auto">
          <a:xfrm>
            <a:off x="5982750" y="1938800"/>
            <a:ext cx="227814" cy="5110287"/>
          </a:xfrm>
          <a:custGeom>
            <a:avLst/>
            <a:gdLst>
              <a:gd name="T0" fmla="*/ 0 w 53"/>
              <a:gd name="T1" fmla="*/ 905 h 908"/>
              <a:gd name="T2" fmla="*/ 28 w 53"/>
              <a:gd name="T3" fmla="*/ 908 h 908"/>
              <a:gd name="T4" fmla="*/ 53 w 53"/>
              <a:gd name="T5" fmla="*/ 905 h 908"/>
              <a:gd name="T6" fmla="*/ 53 w 53"/>
              <a:gd name="T7" fmla="*/ 6 h 908"/>
              <a:gd name="T8" fmla="*/ 25 w 53"/>
              <a:gd name="T9" fmla="*/ 0 h 908"/>
              <a:gd name="T10" fmla="*/ 0 w 53"/>
              <a:gd name="T11" fmla="*/ 6 h 908"/>
              <a:gd name="T12" fmla="*/ 0 w 53"/>
              <a:gd name="T13" fmla="*/ 905 h 908"/>
            </a:gdLst>
            <a:ahLst/>
            <a:cxnLst>
              <a:cxn ang="0">
                <a:pos x="T0" y="T1"/>
              </a:cxn>
              <a:cxn ang="0">
                <a:pos x="T2" y="T3"/>
              </a:cxn>
              <a:cxn ang="0">
                <a:pos x="T4" y="T5"/>
              </a:cxn>
              <a:cxn ang="0">
                <a:pos x="T6" y="T7"/>
              </a:cxn>
              <a:cxn ang="0">
                <a:pos x="T8" y="T9"/>
              </a:cxn>
              <a:cxn ang="0">
                <a:pos x="T10" y="T11"/>
              </a:cxn>
              <a:cxn ang="0">
                <a:pos x="T12" y="T13"/>
              </a:cxn>
            </a:cxnLst>
            <a:rect l="0" t="0" r="r" b="b"/>
            <a:pathLst>
              <a:path w="53" h="908">
                <a:moveTo>
                  <a:pt x="0" y="905"/>
                </a:moveTo>
                <a:cubicBezTo>
                  <a:pt x="0" y="905"/>
                  <a:pt x="12" y="908"/>
                  <a:pt x="28" y="908"/>
                </a:cubicBezTo>
                <a:cubicBezTo>
                  <a:pt x="43" y="908"/>
                  <a:pt x="53" y="905"/>
                  <a:pt x="53" y="905"/>
                </a:cubicBezTo>
                <a:cubicBezTo>
                  <a:pt x="53" y="6"/>
                  <a:pt x="53" y="6"/>
                  <a:pt x="53" y="6"/>
                </a:cubicBezTo>
                <a:cubicBezTo>
                  <a:pt x="53" y="6"/>
                  <a:pt x="42" y="0"/>
                  <a:pt x="25" y="0"/>
                </a:cubicBezTo>
                <a:cubicBezTo>
                  <a:pt x="9" y="0"/>
                  <a:pt x="0" y="6"/>
                  <a:pt x="0" y="6"/>
                </a:cubicBezTo>
                <a:lnTo>
                  <a:pt x="0" y="905"/>
                </a:lnTo>
                <a:close/>
              </a:path>
            </a:pathLst>
          </a:custGeom>
          <a:gradFill>
            <a:gsLst>
              <a:gs pos="0">
                <a:schemeClr val="bg2">
                  <a:lumMod val="85000"/>
                </a:schemeClr>
              </a:gs>
              <a:gs pos="100000">
                <a:schemeClr val="bg2">
                  <a:lumMod val="75000"/>
                </a:schemeClr>
              </a:gs>
            </a:gsLst>
            <a:lin ang="5400000" scaled="1"/>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nvGrpSpPr>
          <p:cNvPr id="19" name="Group 18"/>
          <p:cNvGrpSpPr/>
          <p:nvPr/>
        </p:nvGrpSpPr>
        <p:grpSpPr>
          <a:xfrm>
            <a:off x="4251179" y="3165871"/>
            <a:ext cx="348281" cy="348282"/>
            <a:chOff x="5653088" y="-98425"/>
            <a:chExt cx="630237" cy="630238"/>
          </a:xfrm>
          <a:solidFill>
            <a:schemeClr val="bg1"/>
          </a:solidFill>
        </p:grpSpPr>
        <p:sp>
          <p:nvSpPr>
            <p:cNvPr id="20" name="Freeform 5"/>
            <p:cNvSpPr>
              <a:spLocks/>
            </p:cNvSpPr>
            <p:nvPr/>
          </p:nvSpPr>
          <p:spPr bwMode="auto">
            <a:xfrm>
              <a:off x="5751513" y="-28575"/>
              <a:ext cx="69850" cy="68263"/>
            </a:xfrm>
            <a:custGeom>
              <a:avLst/>
              <a:gdLst>
                <a:gd name="T0" fmla="*/ 6 w 7"/>
                <a:gd name="T1" fmla="*/ 4 h 7"/>
                <a:gd name="T2" fmla="*/ 4 w 7"/>
                <a:gd name="T3" fmla="*/ 1 h 7"/>
                <a:gd name="T4" fmla="*/ 1 w 7"/>
                <a:gd name="T5" fmla="*/ 1 h 7"/>
                <a:gd name="T6" fmla="*/ 1 w 7"/>
                <a:gd name="T7" fmla="*/ 4 h 7"/>
                <a:gd name="T8" fmla="*/ 4 w 7"/>
                <a:gd name="T9" fmla="*/ 7 h 7"/>
                <a:gd name="T10" fmla="*/ 6 w 7"/>
                <a:gd name="T11" fmla="*/ 7 h 7"/>
                <a:gd name="T12" fmla="*/ 6 w 7"/>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6" y="4"/>
                  </a:moveTo>
                  <a:cubicBezTo>
                    <a:pt x="4" y="1"/>
                    <a:pt x="4" y="1"/>
                    <a:pt x="4" y="1"/>
                  </a:cubicBezTo>
                  <a:cubicBezTo>
                    <a:pt x="3" y="0"/>
                    <a:pt x="2" y="0"/>
                    <a:pt x="1" y="1"/>
                  </a:cubicBezTo>
                  <a:cubicBezTo>
                    <a:pt x="0" y="2"/>
                    <a:pt x="0" y="3"/>
                    <a:pt x="1" y="4"/>
                  </a:cubicBezTo>
                  <a:cubicBezTo>
                    <a:pt x="4" y="7"/>
                    <a:pt x="4" y="7"/>
                    <a:pt x="4" y="7"/>
                  </a:cubicBezTo>
                  <a:cubicBezTo>
                    <a:pt x="4" y="7"/>
                    <a:pt x="6" y="7"/>
                    <a:pt x="6" y="7"/>
                  </a:cubicBezTo>
                  <a:cubicBezTo>
                    <a:pt x="7" y="6"/>
                    <a:pt x="7" y="5"/>
                    <a:pt x="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1" name="Freeform 6"/>
            <p:cNvSpPr>
              <a:spLocks/>
            </p:cNvSpPr>
            <p:nvPr/>
          </p:nvSpPr>
          <p:spPr bwMode="auto">
            <a:xfrm>
              <a:off x="5653088" y="177800"/>
              <a:ext cx="79375" cy="39688"/>
            </a:xfrm>
            <a:custGeom>
              <a:avLst/>
              <a:gdLst>
                <a:gd name="T0" fmla="*/ 6 w 8"/>
                <a:gd name="T1" fmla="*/ 0 h 4"/>
                <a:gd name="T2" fmla="*/ 2 w 8"/>
                <a:gd name="T3" fmla="*/ 0 h 4"/>
                <a:gd name="T4" fmla="*/ 0 w 8"/>
                <a:gd name="T5" fmla="*/ 2 h 4"/>
                <a:gd name="T6" fmla="*/ 2 w 8"/>
                <a:gd name="T7" fmla="*/ 4 h 4"/>
                <a:gd name="T8" fmla="*/ 6 w 8"/>
                <a:gd name="T9" fmla="*/ 4 h 4"/>
                <a:gd name="T10" fmla="*/ 8 w 8"/>
                <a:gd name="T11" fmla="*/ 2 h 4"/>
                <a:gd name="T12" fmla="*/ 6 w 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6" y="0"/>
                  </a:moveTo>
                  <a:cubicBezTo>
                    <a:pt x="2" y="0"/>
                    <a:pt x="2" y="0"/>
                    <a:pt x="2" y="0"/>
                  </a:cubicBezTo>
                  <a:cubicBezTo>
                    <a:pt x="1" y="0"/>
                    <a:pt x="0" y="1"/>
                    <a:pt x="0" y="2"/>
                  </a:cubicBezTo>
                  <a:cubicBezTo>
                    <a:pt x="0" y="3"/>
                    <a:pt x="1" y="4"/>
                    <a:pt x="2" y="4"/>
                  </a:cubicBezTo>
                  <a:cubicBezTo>
                    <a:pt x="6" y="4"/>
                    <a:pt x="6" y="4"/>
                    <a:pt x="6" y="4"/>
                  </a:cubicBezTo>
                  <a:cubicBezTo>
                    <a:pt x="7" y="4"/>
                    <a:pt x="8" y="3"/>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2" name="Freeform 7"/>
            <p:cNvSpPr>
              <a:spLocks/>
            </p:cNvSpPr>
            <p:nvPr/>
          </p:nvSpPr>
          <p:spPr bwMode="auto">
            <a:xfrm>
              <a:off x="6205538" y="217488"/>
              <a:ext cx="77787" cy="38100"/>
            </a:xfrm>
            <a:custGeom>
              <a:avLst/>
              <a:gdLst>
                <a:gd name="T0" fmla="*/ 6 w 8"/>
                <a:gd name="T1" fmla="*/ 0 h 4"/>
                <a:gd name="T2" fmla="*/ 2 w 8"/>
                <a:gd name="T3" fmla="*/ 0 h 4"/>
                <a:gd name="T4" fmla="*/ 0 w 8"/>
                <a:gd name="T5" fmla="*/ 2 h 4"/>
                <a:gd name="T6" fmla="*/ 2 w 8"/>
                <a:gd name="T7" fmla="*/ 4 h 4"/>
                <a:gd name="T8" fmla="*/ 6 w 8"/>
                <a:gd name="T9" fmla="*/ 4 h 4"/>
                <a:gd name="T10" fmla="*/ 8 w 8"/>
                <a:gd name="T11" fmla="*/ 2 h 4"/>
                <a:gd name="T12" fmla="*/ 6 w 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6" y="0"/>
                  </a:moveTo>
                  <a:cubicBezTo>
                    <a:pt x="2" y="0"/>
                    <a:pt x="2" y="0"/>
                    <a:pt x="2" y="0"/>
                  </a:cubicBezTo>
                  <a:cubicBezTo>
                    <a:pt x="1" y="0"/>
                    <a:pt x="0" y="1"/>
                    <a:pt x="0" y="2"/>
                  </a:cubicBezTo>
                  <a:cubicBezTo>
                    <a:pt x="0" y="3"/>
                    <a:pt x="1" y="4"/>
                    <a:pt x="2" y="4"/>
                  </a:cubicBezTo>
                  <a:cubicBezTo>
                    <a:pt x="6" y="4"/>
                    <a:pt x="6" y="4"/>
                    <a:pt x="6" y="4"/>
                  </a:cubicBezTo>
                  <a:cubicBezTo>
                    <a:pt x="7" y="4"/>
                    <a:pt x="8" y="3"/>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3" name="Freeform 8"/>
            <p:cNvSpPr>
              <a:spLocks/>
            </p:cNvSpPr>
            <p:nvPr/>
          </p:nvSpPr>
          <p:spPr bwMode="auto">
            <a:xfrm>
              <a:off x="6145213" y="0"/>
              <a:ext cx="69850" cy="69850"/>
            </a:xfrm>
            <a:custGeom>
              <a:avLst/>
              <a:gdLst>
                <a:gd name="T0" fmla="*/ 6 w 7"/>
                <a:gd name="T1" fmla="*/ 1 h 7"/>
                <a:gd name="T2" fmla="*/ 3 w 7"/>
                <a:gd name="T3" fmla="*/ 1 h 7"/>
                <a:gd name="T4" fmla="*/ 0 w 7"/>
                <a:gd name="T5" fmla="*/ 4 h 7"/>
                <a:gd name="T6" fmla="*/ 0 w 7"/>
                <a:gd name="T7" fmla="*/ 6 h 7"/>
                <a:gd name="T8" fmla="*/ 3 w 7"/>
                <a:gd name="T9" fmla="*/ 6 h 7"/>
                <a:gd name="T10" fmla="*/ 6 w 7"/>
                <a:gd name="T11" fmla="*/ 4 h 7"/>
                <a:gd name="T12" fmla="*/ 6 w 7"/>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6" y="1"/>
                  </a:moveTo>
                  <a:cubicBezTo>
                    <a:pt x="5" y="0"/>
                    <a:pt x="4" y="0"/>
                    <a:pt x="3" y="1"/>
                  </a:cubicBezTo>
                  <a:cubicBezTo>
                    <a:pt x="0" y="4"/>
                    <a:pt x="0" y="4"/>
                    <a:pt x="0" y="4"/>
                  </a:cubicBezTo>
                  <a:cubicBezTo>
                    <a:pt x="0" y="4"/>
                    <a:pt x="0" y="6"/>
                    <a:pt x="0" y="6"/>
                  </a:cubicBezTo>
                  <a:cubicBezTo>
                    <a:pt x="1" y="7"/>
                    <a:pt x="2" y="7"/>
                    <a:pt x="3" y="6"/>
                  </a:cubicBezTo>
                  <a:cubicBezTo>
                    <a:pt x="6" y="4"/>
                    <a:pt x="6" y="4"/>
                    <a:pt x="6" y="4"/>
                  </a:cubicBezTo>
                  <a:cubicBezTo>
                    <a:pt x="7" y="3"/>
                    <a:pt x="7" y="2"/>
                    <a:pt x="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4" name="Freeform 9"/>
            <p:cNvSpPr>
              <a:spLocks/>
            </p:cNvSpPr>
            <p:nvPr/>
          </p:nvSpPr>
          <p:spPr bwMode="auto">
            <a:xfrm>
              <a:off x="5969000" y="-98425"/>
              <a:ext cx="38100" cy="79375"/>
            </a:xfrm>
            <a:custGeom>
              <a:avLst/>
              <a:gdLst>
                <a:gd name="T0" fmla="*/ 2 w 4"/>
                <a:gd name="T1" fmla="*/ 8 h 8"/>
                <a:gd name="T2" fmla="*/ 3 w 4"/>
                <a:gd name="T3" fmla="*/ 7 h 8"/>
                <a:gd name="T4" fmla="*/ 4 w 4"/>
                <a:gd name="T5" fmla="*/ 6 h 8"/>
                <a:gd name="T6" fmla="*/ 4 w 4"/>
                <a:gd name="T7" fmla="*/ 2 h 8"/>
                <a:gd name="T8" fmla="*/ 2 w 4"/>
                <a:gd name="T9" fmla="*/ 0 h 8"/>
                <a:gd name="T10" fmla="*/ 0 w 4"/>
                <a:gd name="T11" fmla="*/ 1 h 8"/>
                <a:gd name="T12" fmla="*/ 0 w 4"/>
                <a:gd name="T13" fmla="*/ 2 h 8"/>
                <a:gd name="T14" fmla="*/ 0 w 4"/>
                <a:gd name="T15" fmla="*/ 6 h 8"/>
                <a:gd name="T16" fmla="*/ 2 w 4"/>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2" y="8"/>
                  </a:moveTo>
                  <a:cubicBezTo>
                    <a:pt x="3" y="8"/>
                    <a:pt x="3" y="8"/>
                    <a:pt x="3" y="7"/>
                  </a:cubicBezTo>
                  <a:cubicBezTo>
                    <a:pt x="4" y="7"/>
                    <a:pt x="4" y="7"/>
                    <a:pt x="4" y="6"/>
                  </a:cubicBezTo>
                  <a:cubicBezTo>
                    <a:pt x="4" y="2"/>
                    <a:pt x="4" y="2"/>
                    <a:pt x="4" y="2"/>
                  </a:cubicBezTo>
                  <a:cubicBezTo>
                    <a:pt x="4" y="1"/>
                    <a:pt x="3" y="0"/>
                    <a:pt x="2" y="0"/>
                  </a:cubicBezTo>
                  <a:cubicBezTo>
                    <a:pt x="1" y="0"/>
                    <a:pt x="0" y="1"/>
                    <a:pt x="0" y="1"/>
                  </a:cubicBezTo>
                  <a:cubicBezTo>
                    <a:pt x="0" y="2"/>
                    <a:pt x="0" y="2"/>
                    <a:pt x="0" y="2"/>
                  </a:cubicBezTo>
                  <a:cubicBezTo>
                    <a:pt x="0" y="6"/>
                    <a:pt x="0" y="6"/>
                    <a:pt x="0" y="6"/>
                  </a:cubicBezTo>
                  <a:cubicBezTo>
                    <a:pt x="0" y="7"/>
                    <a:pt x="1"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5" name="Freeform 10"/>
            <p:cNvSpPr>
              <a:spLocks noEditPoints="1"/>
            </p:cNvSpPr>
            <p:nvPr/>
          </p:nvSpPr>
          <p:spPr bwMode="auto">
            <a:xfrm>
              <a:off x="5810250" y="58738"/>
              <a:ext cx="315912" cy="354013"/>
            </a:xfrm>
            <a:custGeom>
              <a:avLst/>
              <a:gdLst>
                <a:gd name="T0" fmla="*/ 16 w 32"/>
                <a:gd name="T1" fmla="*/ 0 h 36"/>
                <a:gd name="T2" fmla="*/ 0 w 32"/>
                <a:gd name="T3" fmla="*/ 16 h 36"/>
                <a:gd name="T4" fmla="*/ 8 w 32"/>
                <a:gd name="T5" fmla="*/ 30 h 36"/>
                <a:gd name="T6" fmla="*/ 8 w 32"/>
                <a:gd name="T7" fmla="*/ 36 h 36"/>
                <a:gd name="T8" fmla="*/ 24 w 32"/>
                <a:gd name="T9" fmla="*/ 36 h 36"/>
                <a:gd name="T10" fmla="*/ 24 w 32"/>
                <a:gd name="T11" fmla="*/ 30 h 36"/>
                <a:gd name="T12" fmla="*/ 32 w 32"/>
                <a:gd name="T13" fmla="*/ 16 h 36"/>
                <a:gd name="T14" fmla="*/ 16 w 32"/>
                <a:gd name="T15" fmla="*/ 0 h 36"/>
                <a:gd name="T16" fmla="*/ 22 w 32"/>
                <a:gd name="T17" fmla="*/ 26 h 36"/>
                <a:gd name="T18" fmla="*/ 20 w 32"/>
                <a:gd name="T19" fmla="*/ 27 h 36"/>
                <a:gd name="T20" fmla="*/ 20 w 32"/>
                <a:gd name="T21" fmla="*/ 30 h 36"/>
                <a:gd name="T22" fmla="*/ 20 w 32"/>
                <a:gd name="T23" fmla="*/ 32 h 36"/>
                <a:gd name="T24" fmla="*/ 12 w 32"/>
                <a:gd name="T25" fmla="*/ 32 h 36"/>
                <a:gd name="T26" fmla="*/ 12 w 32"/>
                <a:gd name="T27" fmla="*/ 30 h 36"/>
                <a:gd name="T28" fmla="*/ 12 w 32"/>
                <a:gd name="T29" fmla="*/ 27 h 36"/>
                <a:gd name="T30" fmla="*/ 10 w 32"/>
                <a:gd name="T31" fmla="*/ 26 h 36"/>
                <a:gd name="T32" fmla="*/ 4 w 32"/>
                <a:gd name="T33" fmla="*/ 16 h 36"/>
                <a:gd name="T34" fmla="*/ 16 w 32"/>
                <a:gd name="T35" fmla="*/ 4 h 36"/>
                <a:gd name="T36" fmla="*/ 28 w 32"/>
                <a:gd name="T37" fmla="*/ 16 h 36"/>
                <a:gd name="T38" fmla="*/ 22 w 32"/>
                <a:gd name="T39"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36">
                  <a:moveTo>
                    <a:pt x="16" y="0"/>
                  </a:moveTo>
                  <a:cubicBezTo>
                    <a:pt x="7" y="0"/>
                    <a:pt x="0" y="7"/>
                    <a:pt x="0" y="16"/>
                  </a:cubicBezTo>
                  <a:cubicBezTo>
                    <a:pt x="0" y="22"/>
                    <a:pt x="3" y="27"/>
                    <a:pt x="8" y="30"/>
                  </a:cubicBezTo>
                  <a:cubicBezTo>
                    <a:pt x="8" y="36"/>
                    <a:pt x="8" y="36"/>
                    <a:pt x="8" y="36"/>
                  </a:cubicBezTo>
                  <a:cubicBezTo>
                    <a:pt x="24" y="36"/>
                    <a:pt x="24" y="36"/>
                    <a:pt x="24" y="36"/>
                  </a:cubicBezTo>
                  <a:cubicBezTo>
                    <a:pt x="24" y="30"/>
                    <a:pt x="24" y="30"/>
                    <a:pt x="24" y="30"/>
                  </a:cubicBezTo>
                  <a:cubicBezTo>
                    <a:pt x="29" y="27"/>
                    <a:pt x="32" y="22"/>
                    <a:pt x="32" y="16"/>
                  </a:cubicBezTo>
                  <a:cubicBezTo>
                    <a:pt x="32" y="7"/>
                    <a:pt x="25" y="0"/>
                    <a:pt x="16" y="0"/>
                  </a:cubicBezTo>
                  <a:close/>
                  <a:moveTo>
                    <a:pt x="22" y="26"/>
                  </a:moveTo>
                  <a:cubicBezTo>
                    <a:pt x="20" y="27"/>
                    <a:pt x="20" y="27"/>
                    <a:pt x="20" y="27"/>
                  </a:cubicBezTo>
                  <a:cubicBezTo>
                    <a:pt x="20" y="30"/>
                    <a:pt x="20" y="30"/>
                    <a:pt x="20" y="30"/>
                  </a:cubicBezTo>
                  <a:cubicBezTo>
                    <a:pt x="20" y="32"/>
                    <a:pt x="20" y="32"/>
                    <a:pt x="20" y="32"/>
                  </a:cubicBezTo>
                  <a:cubicBezTo>
                    <a:pt x="12" y="32"/>
                    <a:pt x="12" y="32"/>
                    <a:pt x="12" y="32"/>
                  </a:cubicBezTo>
                  <a:cubicBezTo>
                    <a:pt x="12" y="30"/>
                    <a:pt x="12" y="30"/>
                    <a:pt x="12" y="30"/>
                  </a:cubicBezTo>
                  <a:cubicBezTo>
                    <a:pt x="12" y="27"/>
                    <a:pt x="12" y="27"/>
                    <a:pt x="12" y="27"/>
                  </a:cubicBezTo>
                  <a:cubicBezTo>
                    <a:pt x="10" y="26"/>
                    <a:pt x="10" y="26"/>
                    <a:pt x="10" y="26"/>
                  </a:cubicBezTo>
                  <a:cubicBezTo>
                    <a:pt x="6" y="24"/>
                    <a:pt x="4" y="20"/>
                    <a:pt x="4" y="16"/>
                  </a:cubicBezTo>
                  <a:cubicBezTo>
                    <a:pt x="4" y="9"/>
                    <a:pt x="9" y="4"/>
                    <a:pt x="16" y="4"/>
                  </a:cubicBezTo>
                  <a:cubicBezTo>
                    <a:pt x="23" y="4"/>
                    <a:pt x="28" y="9"/>
                    <a:pt x="28" y="16"/>
                  </a:cubicBezTo>
                  <a:cubicBezTo>
                    <a:pt x="28" y="20"/>
                    <a:pt x="26" y="24"/>
                    <a:pt x="2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6" name="Freeform 11"/>
            <p:cNvSpPr>
              <a:spLocks/>
            </p:cNvSpPr>
            <p:nvPr/>
          </p:nvSpPr>
          <p:spPr bwMode="auto">
            <a:xfrm>
              <a:off x="5889625" y="452438"/>
              <a:ext cx="157162" cy="79375"/>
            </a:xfrm>
            <a:custGeom>
              <a:avLst/>
              <a:gdLst>
                <a:gd name="T0" fmla="*/ 0 w 16"/>
                <a:gd name="T1" fmla="*/ 4 h 8"/>
                <a:gd name="T2" fmla="*/ 4 w 16"/>
                <a:gd name="T3" fmla="*/ 4 h 8"/>
                <a:gd name="T4" fmla="*/ 4 w 16"/>
                <a:gd name="T5" fmla="*/ 4 h 8"/>
                <a:gd name="T6" fmla="*/ 8 w 16"/>
                <a:gd name="T7" fmla="*/ 8 h 8"/>
                <a:gd name="T8" fmla="*/ 12 w 16"/>
                <a:gd name="T9" fmla="*/ 4 h 8"/>
                <a:gd name="T10" fmla="*/ 12 w 16"/>
                <a:gd name="T11" fmla="*/ 4 h 8"/>
                <a:gd name="T12" fmla="*/ 16 w 16"/>
                <a:gd name="T13" fmla="*/ 4 h 8"/>
                <a:gd name="T14" fmla="*/ 16 w 16"/>
                <a:gd name="T15" fmla="*/ 0 h 8"/>
                <a:gd name="T16" fmla="*/ 0 w 16"/>
                <a:gd name="T17" fmla="*/ 0 h 8"/>
                <a:gd name="T18" fmla="*/ 0 w 16"/>
                <a:gd name="T1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0" y="4"/>
                  </a:moveTo>
                  <a:cubicBezTo>
                    <a:pt x="4" y="4"/>
                    <a:pt x="4" y="4"/>
                    <a:pt x="4" y="4"/>
                  </a:cubicBezTo>
                  <a:cubicBezTo>
                    <a:pt x="4" y="4"/>
                    <a:pt x="4" y="4"/>
                    <a:pt x="4" y="4"/>
                  </a:cubicBezTo>
                  <a:cubicBezTo>
                    <a:pt x="4" y="6"/>
                    <a:pt x="6" y="8"/>
                    <a:pt x="8" y="8"/>
                  </a:cubicBezTo>
                  <a:cubicBezTo>
                    <a:pt x="10" y="8"/>
                    <a:pt x="12" y="6"/>
                    <a:pt x="12" y="4"/>
                  </a:cubicBezTo>
                  <a:cubicBezTo>
                    <a:pt x="12" y="4"/>
                    <a:pt x="12" y="4"/>
                    <a:pt x="12" y="4"/>
                  </a:cubicBezTo>
                  <a:cubicBezTo>
                    <a:pt x="16" y="4"/>
                    <a:pt x="16" y="4"/>
                    <a:pt x="16" y="4"/>
                  </a:cubicBezTo>
                  <a:cubicBezTo>
                    <a:pt x="16" y="0"/>
                    <a:pt x="16" y="0"/>
                    <a:pt x="16" y="0"/>
                  </a:cubicBezTo>
                  <a:cubicBezTo>
                    <a:pt x="0" y="0"/>
                    <a:pt x="0" y="0"/>
                    <a:pt x="0" y="0"/>
                  </a:cubicBez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grpSp>
        <p:nvGrpSpPr>
          <p:cNvPr id="68" name="Group 67"/>
          <p:cNvGrpSpPr/>
          <p:nvPr/>
        </p:nvGrpSpPr>
        <p:grpSpPr>
          <a:xfrm>
            <a:off x="3991102" y="5013374"/>
            <a:ext cx="2257432" cy="736943"/>
            <a:chOff x="4004907" y="4562117"/>
            <a:chExt cx="2257432" cy="736943"/>
          </a:xfrm>
        </p:grpSpPr>
        <p:sp>
          <p:nvSpPr>
            <p:cNvPr id="36" name="Freeform 98"/>
            <p:cNvSpPr>
              <a:spLocks/>
            </p:cNvSpPr>
            <p:nvPr/>
          </p:nvSpPr>
          <p:spPr bwMode="auto">
            <a:xfrm>
              <a:off x="5944780" y="4613893"/>
              <a:ext cx="317559" cy="605779"/>
            </a:xfrm>
            <a:custGeom>
              <a:avLst/>
              <a:gdLst>
                <a:gd name="T0" fmla="*/ 0 w 68"/>
                <a:gd name="T1" fmla="*/ 128 h 130"/>
                <a:gd name="T2" fmla="*/ 36 w 68"/>
                <a:gd name="T3" fmla="*/ 130 h 130"/>
                <a:gd name="T4" fmla="*/ 68 w 68"/>
                <a:gd name="T5" fmla="*/ 128 h 130"/>
                <a:gd name="T6" fmla="*/ 68 w 68"/>
                <a:gd name="T7" fmla="*/ 5 h 130"/>
                <a:gd name="T8" fmla="*/ 33 w 68"/>
                <a:gd name="T9" fmla="*/ 0 h 130"/>
                <a:gd name="T10" fmla="*/ 0 w 68"/>
                <a:gd name="T11" fmla="*/ 5 h 130"/>
                <a:gd name="T12" fmla="*/ 0 w 68"/>
                <a:gd name="T13" fmla="*/ 128 h 130"/>
              </a:gdLst>
              <a:ahLst/>
              <a:cxnLst>
                <a:cxn ang="0">
                  <a:pos x="T0" y="T1"/>
                </a:cxn>
                <a:cxn ang="0">
                  <a:pos x="T2" y="T3"/>
                </a:cxn>
                <a:cxn ang="0">
                  <a:pos x="T4" y="T5"/>
                </a:cxn>
                <a:cxn ang="0">
                  <a:pos x="T6" y="T7"/>
                </a:cxn>
                <a:cxn ang="0">
                  <a:pos x="T8" y="T9"/>
                </a:cxn>
                <a:cxn ang="0">
                  <a:pos x="T10" y="T11"/>
                </a:cxn>
                <a:cxn ang="0">
                  <a:pos x="T12" y="T13"/>
                </a:cxn>
              </a:cxnLst>
              <a:rect l="0" t="0" r="r" b="b"/>
              <a:pathLst>
                <a:path w="68" h="130">
                  <a:moveTo>
                    <a:pt x="0" y="128"/>
                  </a:moveTo>
                  <a:cubicBezTo>
                    <a:pt x="0" y="128"/>
                    <a:pt x="16" y="130"/>
                    <a:pt x="36" y="130"/>
                  </a:cubicBezTo>
                  <a:cubicBezTo>
                    <a:pt x="55" y="130"/>
                    <a:pt x="68" y="128"/>
                    <a:pt x="68" y="128"/>
                  </a:cubicBezTo>
                  <a:cubicBezTo>
                    <a:pt x="68" y="5"/>
                    <a:pt x="68" y="5"/>
                    <a:pt x="68" y="5"/>
                  </a:cubicBezTo>
                  <a:cubicBezTo>
                    <a:pt x="68" y="5"/>
                    <a:pt x="54" y="0"/>
                    <a:pt x="33" y="0"/>
                  </a:cubicBezTo>
                  <a:cubicBezTo>
                    <a:pt x="12" y="0"/>
                    <a:pt x="0" y="5"/>
                    <a:pt x="0" y="5"/>
                  </a:cubicBezTo>
                  <a:lnTo>
                    <a:pt x="0" y="128"/>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nvGrpSpPr>
            <p:cNvPr id="60" name="Group 59"/>
            <p:cNvGrpSpPr/>
            <p:nvPr/>
          </p:nvGrpSpPr>
          <p:grpSpPr>
            <a:xfrm>
              <a:off x="4004907" y="4562117"/>
              <a:ext cx="2000279" cy="736943"/>
              <a:chOff x="4004907" y="4562117"/>
              <a:chExt cx="2000279" cy="736943"/>
            </a:xfrm>
          </p:grpSpPr>
          <p:sp>
            <p:nvSpPr>
              <p:cNvPr id="37" name="Freeform 99"/>
              <p:cNvSpPr>
                <a:spLocks/>
              </p:cNvSpPr>
              <p:nvPr/>
            </p:nvSpPr>
            <p:spPr bwMode="auto">
              <a:xfrm>
                <a:off x="4004907" y="4594907"/>
                <a:ext cx="2000279" cy="704153"/>
              </a:xfrm>
              <a:custGeom>
                <a:avLst/>
                <a:gdLst>
                  <a:gd name="T0" fmla="*/ 246 w 1159"/>
                  <a:gd name="T1" fmla="*/ 0 h 408"/>
                  <a:gd name="T2" fmla="*/ 1159 w 1159"/>
                  <a:gd name="T3" fmla="*/ 70 h 408"/>
                  <a:gd name="T4" fmla="*/ 1159 w 1159"/>
                  <a:gd name="T5" fmla="*/ 324 h 408"/>
                  <a:gd name="T6" fmla="*/ 246 w 1159"/>
                  <a:gd name="T7" fmla="*/ 408 h 408"/>
                  <a:gd name="T8" fmla="*/ 0 w 1159"/>
                  <a:gd name="T9" fmla="*/ 216 h 408"/>
                  <a:gd name="T10" fmla="*/ 0 w 1159"/>
                  <a:gd name="T11" fmla="*/ 197 h 408"/>
                  <a:gd name="T12" fmla="*/ 246 w 1159"/>
                  <a:gd name="T13" fmla="*/ 0 h 408"/>
                </a:gdLst>
                <a:ahLst/>
                <a:cxnLst>
                  <a:cxn ang="0">
                    <a:pos x="T0" y="T1"/>
                  </a:cxn>
                  <a:cxn ang="0">
                    <a:pos x="T2" y="T3"/>
                  </a:cxn>
                  <a:cxn ang="0">
                    <a:pos x="T4" y="T5"/>
                  </a:cxn>
                  <a:cxn ang="0">
                    <a:pos x="T6" y="T7"/>
                  </a:cxn>
                  <a:cxn ang="0">
                    <a:pos x="T8" y="T9"/>
                  </a:cxn>
                  <a:cxn ang="0">
                    <a:pos x="T10" y="T11"/>
                  </a:cxn>
                  <a:cxn ang="0">
                    <a:pos x="T12" y="T13"/>
                  </a:cxn>
                </a:cxnLst>
                <a:rect l="0" t="0" r="r" b="b"/>
                <a:pathLst>
                  <a:path w="1159" h="408">
                    <a:moveTo>
                      <a:pt x="246" y="0"/>
                    </a:moveTo>
                    <a:lnTo>
                      <a:pt x="1159" y="70"/>
                    </a:lnTo>
                    <a:lnTo>
                      <a:pt x="1159" y="324"/>
                    </a:lnTo>
                    <a:lnTo>
                      <a:pt x="246" y="408"/>
                    </a:lnTo>
                    <a:lnTo>
                      <a:pt x="0" y="216"/>
                    </a:lnTo>
                    <a:lnTo>
                      <a:pt x="0" y="197"/>
                    </a:lnTo>
                    <a:lnTo>
                      <a:pt x="246" y="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38" name="Freeform 100"/>
              <p:cNvSpPr>
                <a:spLocks/>
              </p:cNvSpPr>
              <p:nvPr/>
            </p:nvSpPr>
            <p:spPr bwMode="auto">
              <a:xfrm>
                <a:off x="4004907" y="4562117"/>
                <a:ext cx="2000279" cy="704153"/>
              </a:xfrm>
              <a:custGeom>
                <a:avLst/>
                <a:gdLst>
                  <a:gd name="T0" fmla="*/ 251 w 1159"/>
                  <a:gd name="T1" fmla="*/ 0 h 408"/>
                  <a:gd name="T2" fmla="*/ 1159 w 1159"/>
                  <a:gd name="T3" fmla="*/ 70 h 408"/>
                  <a:gd name="T4" fmla="*/ 1159 w 1159"/>
                  <a:gd name="T5" fmla="*/ 324 h 408"/>
                  <a:gd name="T6" fmla="*/ 251 w 1159"/>
                  <a:gd name="T7" fmla="*/ 408 h 408"/>
                  <a:gd name="T8" fmla="*/ 0 w 1159"/>
                  <a:gd name="T9" fmla="*/ 216 h 408"/>
                  <a:gd name="T10" fmla="*/ 251 w 1159"/>
                  <a:gd name="T11" fmla="*/ 0 h 408"/>
                </a:gdLst>
                <a:ahLst/>
                <a:cxnLst>
                  <a:cxn ang="0">
                    <a:pos x="T0" y="T1"/>
                  </a:cxn>
                  <a:cxn ang="0">
                    <a:pos x="T2" y="T3"/>
                  </a:cxn>
                  <a:cxn ang="0">
                    <a:pos x="T4" y="T5"/>
                  </a:cxn>
                  <a:cxn ang="0">
                    <a:pos x="T6" y="T7"/>
                  </a:cxn>
                  <a:cxn ang="0">
                    <a:pos x="T8" y="T9"/>
                  </a:cxn>
                  <a:cxn ang="0">
                    <a:pos x="T10" y="T11"/>
                  </a:cxn>
                </a:cxnLst>
                <a:rect l="0" t="0" r="r" b="b"/>
                <a:pathLst>
                  <a:path w="1159" h="408">
                    <a:moveTo>
                      <a:pt x="251" y="0"/>
                    </a:moveTo>
                    <a:lnTo>
                      <a:pt x="1159" y="70"/>
                    </a:lnTo>
                    <a:lnTo>
                      <a:pt x="1159" y="324"/>
                    </a:lnTo>
                    <a:lnTo>
                      <a:pt x="251" y="408"/>
                    </a:lnTo>
                    <a:lnTo>
                      <a:pt x="0" y="216"/>
                    </a:lnTo>
                    <a:lnTo>
                      <a:pt x="251"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grpSp>
      <p:grpSp>
        <p:nvGrpSpPr>
          <p:cNvPr id="65" name="Group 64"/>
          <p:cNvGrpSpPr/>
          <p:nvPr/>
        </p:nvGrpSpPr>
        <p:grpSpPr>
          <a:xfrm>
            <a:off x="5073622" y="2218325"/>
            <a:ext cx="1188717" cy="605779"/>
            <a:chOff x="5073622" y="2218325"/>
            <a:chExt cx="1188717" cy="605779"/>
          </a:xfrm>
        </p:grpSpPr>
        <p:grpSp>
          <p:nvGrpSpPr>
            <p:cNvPr id="54" name="Group 53"/>
            <p:cNvGrpSpPr/>
            <p:nvPr/>
          </p:nvGrpSpPr>
          <p:grpSpPr>
            <a:xfrm flipH="1">
              <a:off x="5073622" y="2300045"/>
              <a:ext cx="931563" cy="442338"/>
              <a:chOff x="6162346" y="3212901"/>
              <a:chExt cx="1111988" cy="489768"/>
            </a:xfrm>
          </p:grpSpPr>
          <p:sp>
            <p:nvSpPr>
              <p:cNvPr id="55" name="Freeform 54"/>
              <p:cNvSpPr>
                <a:spLocks/>
              </p:cNvSpPr>
              <p:nvPr/>
            </p:nvSpPr>
            <p:spPr bwMode="auto">
              <a:xfrm flipH="1">
                <a:off x="6162347" y="3231951"/>
                <a:ext cx="1111987" cy="470718"/>
              </a:xfrm>
              <a:custGeom>
                <a:avLst/>
                <a:gdLst>
                  <a:gd name="connsiteX0" fmla="*/ 1111987 w 1111987"/>
                  <a:gd name="connsiteY0" fmla="*/ 0 h 470718"/>
                  <a:gd name="connsiteX1" fmla="*/ 218189 w 1111987"/>
                  <a:gd name="connsiteY1" fmla="*/ 30148 h 470718"/>
                  <a:gd name="connsiteX2" fmla="*/ 218189 w 1111987"/>
                  <a:gd name="connsiteY2" fmla="*/ 30483 h 470718"/>
                  <a:gd name="connsiteX3" fmla="*/ 214006 w 1111987"/>
                  <a:gd name="connsiteY3" fmla="*/ 30148 h 470718"/>
                  <a:gd name="connsiteX4" fmla="*/ 0 w 1111987"/>
                  <a:gd name="connsiteY4" fmla="*/ 221495 h 470718"/>
                  <a:gd name="connsiteX5" fmla="*/ 0 w 1111987"/>
                  <a:gd name="connsiteY5" fmla="*/ 268710 h 470718"/>
                  <a:gd name="connsiteX6" fmla="*/ 214006 w 1111987"/>
                  <a:gd name="connsiteY6" fmla="*/ 438797 h 470718"/>
                  <a:gd name="connsiteX7" fmla="*/ 218189 w 1111987"/>
                  <a:gd name="connsiteY7" fmla="*/ 438394 h 470718"/>
                  <a:gd name="connsiteX8" fmla="*/ 218189 w 1111987"/>
                  <a:gd name="connsiteY8" fmla="*/ 438797 h 470718"/>
                  <a:gd name="connsiteX9" fmla="*/ 1111987 w 1111987"/>
                  <a:gd name="connsiteY9" fmla="*/ 470718 h 470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1987" h="470718">
                    <a:moveTo>
                      <a:pt x="1111987" y="0"/>
                    </a:moveTo>
                    <a:lnTo>
                      <a:pt x="218189" y="30148"/>
                    </a:lnTo>
                    <a:lnTo>
                      <a:pt x="218189" y="30483"/>
                    </a:lnTo>
                    <a:lnTo>
                      <a:pt x="214006" y="30148"/>
                    </a:lnTo>
                    <a:lnTo>
                      <a:pt x="0" y="221495"/>
                    </a:lnTo>
                    <a:lnTo>
                      <a:pt x="0" y="268710"/>
                    </a:lnTo>
                    <a:lnTo>
                      <a:pt x="214006" y="438797"/>
                    </a:lnTo>
                    <a:lnTo>
                      <a:pt x="218189" y="438394"/>
                    </a:lnTo>
                    <a:lnTo>
                      <a:pt x="218189" y="438797"/>
                    </a:lnTo>
                    <a:lnTo>
                      <a:pt x="1111987" y="470718"/>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56" name="Freeform 55"/>
              <p:cNvSpPr>
                <a:spLocks/>
              </p:cNvSpPr>
              <p:nvPr/>
            </p:nvSpPr>
            <p:spPr bwMode="auto">
              <a:xfrm flipH="1">
                <a:off x="6162346" y="3212901"/>
                <a:ext cx="1111987" cy="470718"/>
              </a:xfrm>
              <a:custGeom>
                <a:avLst/>
                <a:gdLst>
                  <a:gd name="connsiteX0" fmla="*/ 2040881 w 2040881"/>
                  <a:gd name="connsiteY0" fmla="*/ 0 h 704153"/>
                  <a:gd name="connsiteX1" fmla="*/ 440681 w 2040881"/>
                  <a:gd name="connsiteY1" fmla="*/ 0 h 704153"/>
                  <a:gd name="connsiteX2" fmla="*/ 440681 w 2040881"/>
                  <a:gd name="connsiteY2" fmla="*/ 577 h 704153"/>
                  <a:gd name="connsiteX3" fmla="*/ 433192 w 2040881"/>
                  <a:gd name="connsiteY3" fmla="*/ 0 h 704153"/>
                  <a:gd name="connsiteX4" fmla="*/ 0 w 2040881"/>
                  <a:gd name="connsiteY4" fmla="*/ 372787 h 704153"/>
                  <a:gd name="connsiteX5" fmla="*/ 433192 w 2040881"/>
                  <a:gd name="connsiteY5" fmla="*/ 704153 h 704153"/>
                  <a:gd name="connsiteX6" fmla="*/ 440681 w 2040881"/>
                  <a:gd name="connsiteY6" fmla="*/ 703460 h 704153"/>
                  <a:gd name="connsiteX7" fmla="*/ 440681 w 2040881"/>
                  <a:gd name="connsiteY7" fmla="*/ 704153 h 704153"/>
                  <a:gd name="connsiteX8" fmla="*/ 2040881 w 2040881"/>
                  <a:gd name="connsiteY8" fmla="*/ 704153 h 704153"/>
                  <a:gd name="connsiteX0" fmla="*/ 2040881 w 2040881"/>
                  <a:gd name="connsiteY0" fmla="*/ 0 h 756102"/>
                  <a:gd name="connsiteX1" fmla="*/ 440681 w 2040881"/>
                  <a:gd name="connsiteY1" fmla="*/ 51949 h 756102"/>
                  <a:gd name="connsiteX2" fmla="*/ 440681 w 2040881"/>
                  <a:gd name="connsiteY2" fmla="*/ 52526 h 756102"/>
                  <a:gd name="connsiteX3" fmla="*/ 433192 w 2040881"/>
                  <a:gd name="connsiteY3" fmla="*/ 51949 h 756102"/>
                  <a:gd name="connsiteX4" fmla="*/ 0 w 2040881"/>
                  <a:gd name="connsiteY4" fmla="*/ 424736 h 756102"/>
                  <a:gd name="connsiteX5" fmla="*/ 433192 w 2040881"/>
                  <a:gd name="connsiteY5" fmla="*/ 756102 h 756102"/>
                  <a:gd name="connsiteX6" fmla="*/ 440681 w 2040881"/>
                  <a:gd name="connsiteY6" fmla="*/ 755409 h 756102"/>
                  <a:gd name="connsiteX7" fmla="*/ 440681 w 2040881"/>
                  <a:gd name="connsiteY7" fmla="*/ 756102 h 756102"/>
                  <a:gd name="connsiteX8" fmla="*/ 2040881 w 2040881"/>
                  <a:gd name="connsiteY8" fmla="*/ 756102 h 756102"/>
                  <a:gd name="connsiteX9" fmla="*/ 2040881 w 2040881"/>
                  <a:gd name="connsiteY9" fmla="*/ 0 h 756102"/>
                  <a:gd name="connsiteX0" fmla="*/ 2040881 w 2040881"/>
                  <a:gd name="connsiteY0" fmla="*/ 0 h 811107"/>
                  <a:gd name="connsiteX1" fmla="*/ 440681 w 2040881"/>
                  <a:gd name="connsiteY1" fmla="*/ 51949 h 811107"/>
                  <a:gd name="connsiteX2" fmla="*/ 440681 w 2040881"/>
                  <a:gd name="connsiteY2" fmla="*/ 52526 h 811107"/>
                  <a:gd name="connsiteX3" fmla="*/ 433192 w 2040881"/>
                  <a:gd name="connsiteY3" fmla="*/ 51949 h 811107"/>
                  <a:gd name="connsiteX4" fmla="*/ 0 w 2040881"/>
                  <a:gd name="connsiteY4" fmla="*/ 424736 h 811107"/>
                  <a:gd name="connsiteX5" fmla="*/ 433192 w 2040881"/>
                  <a:gd name="connsiteY5" fmla="*/ 756102 h 811107"/>
                  <a:gd name="connsiteX6" fmla="*/ 440681 w 2040881"/>
                  <a:gd name="connsiteY6" fmla="*/ 755409 h 811107"/>
                  <a:gd name="connsiteX7" fmla="*/ 440681 w 2040881"/>
                  <a:gd name="connsiteY7" fmla="*/ 756102 h 811107"/>
                  <a:gd name="connsiteX8" fmla="*/ 2040881 w 2040881"/>
                  <a:gd name="connsiteY8" fmla="*/ 811107 h 811107"/>
                  <a:gd name="connsiteX9" fmla="*/ 2040881 w 2040881"/>
                  <a:gd name="connsiteY9" fmla="*/ 0 h 81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0881" h="811107">
                    <a:moveTo>
                      <a:pt x="2040881" y="0"/>
                    </a:moveTo>
                    <a:lnTo>
                      <a:pt x="440681" y="51949"/>
                    </a:lnTo>
                    <a:lnTo>
                      <a:pt x="440681" y="52526"/>
                    </a:lnTo>
                    <a:lnTo>
                      <a:pt x="433192" y="51949"/>
                    </a:lnTo>
                    <a:lnTo>
                      <a:pt x="0" y="424736"/>
                    </a:lnTo>
                    <a:lnTo>
                      <a:pt x="433192" y="756102"/>
                    </a:lnTo>
                    <a:lnTo>
                      <a:pt x="440681" y="755409"/>
                    </a:lnTo>
                    <a:lnTo>
                      <a:pt x="440681" y="756102"/>
                    </a:lnTo>
                    <a:lnTo>
                      <a:pt x="2040881" y="811107"/>
                    </a:lnTo>
                    <a:lnTo>
                      <a:pt x="2040881" y="0"/>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sp>
          <p:nvSpPr>
            <p:cNvPr id="57" name="Freeform 90"/>
            <p:cNvSpPr>
              <a:spLocks/>
            </p:cNvSpPr>
            <p:nvPr/>
          </p:nvSpPr>
          <p:spPr bwMode="auto">
            <a:xfrm>
              <a:off x="5944780" y="2218325"/>
              <a:ext cx="317559" cy="605779"/>
            </a:xfrm>
            <a:custGeom>
              <a:avLst/>
              <a:gdLst>
                <a:gd name="T0" fmla="*/ 0 w 68"/>
                <a:gd name="T1" fmla="*/ 128 h 130"/>
                <a:gd name="T2" fmla="*/ 36 w 68"/>
                <a:gd name="T3" fmla="*/ 130 h 130"/>
                <a:gd name="T4" fmla="*/ 68 w 68"/>
                <a:gd name="T5" fmla="*/ 128 h 130"/>
                <a:gd name="T6" fmla="*/ 68 w 68"/>
                <a:gd name="T7" fmla="*/ 5 h 130"/>
                <a:gd name="T8" fmla="*/ 33 w 68"/>
                <a:gd name="T9" fmla="*/ 0 h 130"/>
                <a:gd name="T10" fmla="*/ 0 w 68"/>
                <a:gd name="T11" fmla="*/ 5 h 130"/>
                <a:gd name="T12" fmla="*/ 0 w 68"/>
                <a:gd name="T13" fmla="*/ 128 h 130"/>
              </a:gdLst>
              <a:ahLst/>
              <a:cxnLst>
                <a:cxn ang="0">
                  <a:pos x="T0" y="T1"/>
                </a:cxn>
                <a:cxn ang="0">
                  <a:pos x="T2" y="T3"/>
                </a:cxn>
                <a:cxn ang="0">
                  <a:pos x="T4" y="T5"/>
                </a:cxn>
                <a:cxn ang="0">
                  <a:pos x="T6" y="T7"/>
                </a:cxn>
                <a:cxn ang="0">
                  <a:pos x="T8" y="T9"/>
                </a:cxn>
                <a:cxn ang="0">
                  <a:pos x="T10" y="T11"/>
                </a:cxn>
                <a:cxn ang="0">
                  <a:pos x="T12" y="T13"/>
                </a:cxn>
              </a:cxnLst>
              <a:rect l="0" t="0" r="r" b="b"/>
              <a:pathLst>
                <a:path w="68" h="130">
                  <a:moveTo>
                    <a:pt x="0" y="128"/>
                  </a:moveTo>
                  <a:cubicBezTo>
                    <a:pt x="0" y="128"/>
                    <a:pt x="16" y="130"/>
                    <a:pt x="36" y="130"/>
                  </a:cubicBezTo>
                  <a:cubicBezTo>
                    <a:pt x="55" y="130"/>
                    <a:pt x="68" y="128"/>
                    <a:pt x="68" y="128"/>
                  </a:cubicBezTo>
                  <a:cubicBezTo>
                    <a:pt x="68" y="5"/>
                    <a:pt x="68" y="5"/>
                    <a:pt x="68" y="5"/>
                  </a:cubicBezTo>
                  <a:cubicBezTo>
                    <a:pt x="68" y="5"/>
                    <a:pt x="54" y="0"/>
                    <a:pt x="33" y="0"/>
                  </a:cubicBezTo>
                  <a:cubicBezTo>
                    <a:pt x="12" y="0"/>
                    <a:pt x="0" y="5"/>
                    <a:pt x="0" y="5"/>
                  </a:cubicBezTo>
                  <a:lnTo>
                    <a:pt x="0" y="128"/>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grpSp>
        <p:nvGrpSpPr>
          <p:cNvPr id="66" name="Group 65"/>
          <p:cNvGrpSpPr/>
          <p:nvPr/>
        </p:nvGrpSpPr>
        <p:grpSpPr>
          <a:xfrm>
            <a:off x="5930975" y="3642258"/>
            <a:ext cx="1415742" cy="605779"/>
            <a:chOff x="5944780" y="3029548"/>
            <a:chExt cx="1415742" cy="605779"/>
          </a:xfrm>
        </p:grpSpPr>
        <p:grpSp>
          <p:nvGrpSpPr>
            <p:cNvPr id="53" name="Group 52"/>
            <p:cNvGrpSpPr/>
            <p:nvPr/>
          </p:nvGrpSpPr>
          <p:grpSpPr>
            <a:xfrm>
              <a:off x="6248534" y="3119281"/>
              <a:ext cx="1111988" cy="442338"/>
              <a:chOff x="6162346" y="3212901"/>
              <a:chExt cx="1111988" cy="489768"/>
            </a:xfrm>
          </p:grpSpPr>
          <p:sp>
            <p:nvSpPr>
              <p:cNvPr id="52" name="Freeform 51"/>
              <p:cNvSpPr>
                <a:spLocks/>
              </p:cNvSpPr>
              <p:nvPr/>
            </p:nvSpPr>
            <p:spPr bwMode="auto">
              <a:xfrm flipH="1">
                <a:off x="6162347" y="3231951"/>
                <a:ext cx="1111987" cy="470718"/>
              </a:xfrm>
              <a:custGeom>
                <a:avLst/>
                <a:gdLst>
                  <a:gd name="connsiteX0" fmla="*/ 1111987 w 1111987"/>
                  <a:gd name="connsiteY0" fmla="*/ 0 h 470718"/>
                  <a:gd name="connsiteX1" fmla="*/ 218189 w 1111987"/>
                  <a:gd name="connsiteY1" fmla="*/ 30148 h 470718"/>
                  <a:gd name="connsiteX2" fmla="*/ 218189 w 1111987"/>
                  <a:gd name="connsiteY2" fmla="*/ 30483 h 470718"/>
                  <a:gd name="connsiteX3" fmla="*/ 214006 w 1111987"/>
                  <a:gd name="connsiteY3" fmla="*/ 30148 h 470718"/>
                  <a:gd name="connsiteX4" fmla="*/ 0 w 1111987"/>
                  <a:gd name="connsiteY4" fmla="*/ 221495 h 470718"/>
                  <a:gd name="connsiteX5" fmla="*/ 0 w 1111987"/>
                  <a:gd name="connsiteY5" fmla="*/ 268710 h 470718"/>
                  <a:gd name="connsiteX6" fmla="*/ 214006 w 1111987"/>
                  <a:gd name="connsiteY6" fmla="*/ 438797 h 470718"/>
                  <a:gd name="connsiteX7" fmla="*/ 218189 w 1111987"/>
                  <a:gd name="connsiteY7" fmla="*/ 438394 h 470718"/>
                  <a:gd name="connsiteX8" fmla="*/ 218189 w 1111987"/>
                  <a:gd name="connsiteY8" fmla="*/ 438797 h 470718"/>
                  <a:gd name="connsiteX9" fmla="*/ 1111987 w 1111987"/>
                  <a:gd name="connsiteY9" fmla="*/ 470718 h 470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1987" h="470718">
                    <a:moveTo>
                      <a:pt x="1111987" y="0"/>
                    </a:moveTo>
                    <a:lnTo>
                      <a:pt x="218189" y="30148"/>
                    </a:lnTo>
                    <a:lnTo>
                      <a:pt x="218189" y="30483"/>
                    </a:lnTo>
                    <a:lnTo>
                      <a:pt x="214006" y="30148"/>
                    </a:lnTo>
                    <a:lnTo>
                      <a:pt x="0" y="221495"/>
                    </a:lnTo>
                    <a:lnTo>
                      <a:pt x="0" y="268710"/>
                    </a:lnTo>
                    <a:lnTo>
                      <a:pt x="214006" y="438797"/>
                    </a:lnTo>
                    <a:lnTo>
                      <a:pt x="218189" y="438394"/>
                    </a:lnTo>
                    <a:lnTo>
                      <a:pt x="218189" y="438797"/>
                    </a:lnTo>
                    <a:lnTo>
                      <a:pt x="1111987" y="470718"/>
                    </a:lnTo>
                    <a:close/>
                  </a:path>
                </a:pathLst>
              </a:custGeom>
              <a:solidFill>
                <a:schemeClr val="accent3">
                  <a:lumMod val="75000"/>
                  <a:lumOff val="25000"/>
                </a:schemeClr>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47" name="Freeform 46"/>
              <p:cNvSpPr>
                <a:spLocks/>
              </p:cNvSpPr>
              <p:nvPr/>
            </p:nvSpPr>
            <p:spPr bwMode="auto">
              <a:xfrm flipH="1">
                <a:off x="6162346" y="3212901"/>
                <a:ext cx="1111987" cy="470718"/>
              </a:xfrm>
              <a:custGeom>
                <a:avLst/>
                <a:gdLst>
                  <a:gd name="connsiteX0" fmla="*/ 2040881 w 2040881"/>
                  <a:gd name="connsiteY0" fmla="*/ 0 h 704153"/>
                  <a:gd name="connsiteX1" fmla="*/ 440681 w 2040881"/>
                  <a:gd name="connsiteY1" fmla="*/ 0 h 704153"/>
                  <a:gd name="connsiteX2" fmla="*/ 440681 w 2040881"/>
                  <a:gd name="connsiteY2" fmla="*/ 577 h 704153"/>
                  <a:gd name="connsiteX3" fmla="*/ 433192 w 2040881"/>
                  <a:gd name="connsiteY3" fmla="*/ 0 h 704153"/>
                  <a:gd name="connsiteX4" fmla="*/ 0 w 2040881"/>
                  <a:gd name="connsiteY4" fmla="*/ 372787 h 704153"/>
                  <a:gd name="connsiteX5" fmla="*/ 433192 w 2040881"/>
                  <a:gd name="connsiteY5" fmla="*/ 704153 h 704153"/>
                  <a:gd name="connsiteX6" fmla="*/ 440681 w 2040881"/>
                  <a:gd name="connsiteY6" fmla="*/ 703460 h 704153"/>
                  <a:gd name="connsiteX7" fmla="*/ 440681 w 2040881"/>
                  <a:gd name="connsiteY7" fmla="*/ 704153 h 704153"/>
                  <a:gd name="connsiteX8" fmla="*/ 2040881 w 2040881"/>
                  <a:gd name="connsiteY8" fmla="*/ 704153 h 704153"/>
                  <a:gd name="connsiteX0" fmla="*/ 2040881 w 2040881"/>
                  <a:gd name="connsiteY0" fmla="*/ 0 h 756102"/>
                  <a:gd name="connsiteX1" fmla="*/ 440681 w 2040881"/>
                  <a:gd name="connsiteY1" fmla="*/ 51949 h 756102"/>
                  <a:gd name="connsiteX2" fmla="*/ 440681 w 2040881"/>
                  <a:gd name="connsiteY2" fmla="*/ 52526 h 756102"/>
                  <a:gd name="connsiteX3" fmla="*/ 433192 w 2040881"/>
                  <a:gd name="connsiteY3" fmla="*/ 51949 h 756102"/>
                  <a:gd name="connsiteX4" fmla="*/ 0 w 2040881"/>
                  <a:gd name="connsiteY4" fmla="*/ 424736 h 756102"/>
                  <a:gd name="connsiteX5" fmla="*/ 433192 w 2040881"/>
                  <a:gd name="connsiteY5" fmla="*/ 756102 h 756102"/>
                  <a:gd name="connsiteX6" fmla="*/ 440681 w 2040881"/>
                  <a:gd name="connsiteY6" fmla="*/ 755409 h 756102"/>
                  <a:gd name="connsiteX7" fmla="*/ 440681 w 2040881"/>
                  <a:gd name="connsiteY7" fmla="*/ 756102 h 756102"/>
                  <a:gd name="connsiteX8" fmla="*/ 2040881 w 2040881"/>
                  <a:gd name="connsiteY8" fmla="*/ 756102 h 756102"/>
                  <a:gd name="connsiteX9" fmla="*/ 2040881 w 2040881"/>
                  <a:gd name="connsiteY9" fmla="*/ 0 h 756102"/>
                  <a:gd name="connsiteX0" fmla="*/ 2040881 w 2040881"/>
                  <a:gd name="connsiteY0" fmla="*/ 0 h 811107"/>
                  <a:gd name="connsiteX1" fmla="*/ 440681 w 2040881"/>
                  <a:gd name="connsiteY1" fmla="*/ 51949 h 811107"/>
                  <a:gd name="connsiteX2" fmla="*/ 440681 w 2040881"/>
                  <a:gd name="connsiteY2" fmla="*/ 52526 h 811107"/>
                  <a:gd name="connsiteX3" fmla="*/ 433192 w 2040881"/>
                  <a:gd name="connsiteY3" fmla="*/ 51949 h 811107"/>
                  <a:gd name="connsiteX4" fmla="*/ 0 w 2040881"/>
                  <a:gd name="connsiteY4" fmla="*/ 424736 h 811107"/>
                  <a:gd name="connsiteX5" fmla="*/ 433192 w 2040881"/>
                  <a:gd name="connsiteY5" fmla="*/ 756102 h 811107"/>
                  <a:gd name="connsiteX6" fmla="*/ 440681 w 2040881"/>
                  <a:gd name="connsiteY6" fmla="*/ 755409 h 811107"/>
                  <a:gd name="connsiteX7" fmla="*/ 440681 w 2040881"/>
                  <a:gd name="connsiteY7" fmla="*/ 756102 h 811107"/>
                  <a:gd name="connsiteX8" fmla="*/ 2040881 w 2040881"/>
                  <a:gd name="connsiteY8" fmla="*/ 811107 h 811107"/>
                  <a:gd name="connsiteX9" fmla="*/ 2040881 w 2040881"/>
                  <a:gd name="connsiteY9" fmla="*/ 0 h 81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0881" h="811107">
                    <a:moveTo>
                      <a:pt x="2040881" y="0"/>
                    </a:moveTo>
                    <a:lnTo>
                      <a:pt x="440681" y="51949"/>
                    </a:lnTo>
                    <a:lnTo>
                      <a:pt x="440681" y="52526"/>
                    </a:lnTo>
                    <a:lnTo>
                      <a:pt x="433192" y="51949"/>
                    </a:lnTo>
                    <a:lnTo>
                      <a:pt x="0" y="424736"/>
                    </a:lnTo>
                    <a:lnTo>
                      <a:pt x="433192" y="756102"/>
                    </a:lnTo>
                    <a:lnTo>
                      <a:pt x="440681" y="755409"/>
                    </a:lnTo>
                    <a:lnTo>
                      <a:pt x="440681" y="756102"/>
                    </a:lnTo>
                    <a:lnTo>
                      <a:pt x="2040881" y="811107"/>
                    </a:lnTo>
                    <a:lnTo>
                      <a:pt x="2040881" y="0"/>
                    </a:ln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sp>
          <p:nvSpPr>
            <p:cNvPr id="15" name="Freeform 90"/>
            <p:cNvSpPr>
              <a:spLocks/>
            </p:cNvSpPr>
            <p:nvPr/>
          </p:nvSpPr>
          <p:spPr bwMode="auto">
            <a:xfrm>
              <a:off x="5944780" y="3029548"/>
              <a:ext cx="317559" cy="605779"/>
            </a:xfrm>
            <a:custGeom>
              <a:avLst/>
              <a:gdLst>
                <a:gd name="T0" fmla="*/ 0 w 68"/>
                <a:gd name="T1" fmla="*/ 128 h 130"/>
                <a:gd name="T2" fmla="*/ 36 w 68"/>
                <a:gd name="T3" fmla="*/ 130 h 130"/>
                <a:gd name="T4" fmla="*/ 68 w 68"/>
                <a:gd name="T5" fmla="*/ 128 h 130"/>
                <a:gd name="T6" fmla="*/ 68 w 68"/>
                <a:gd name="T7" fmla="*/ 5 h 130"/>
                <a:gd name="T8" fmla="*/ 33 w 68"/>
                <a:gd name="T9" fmla="*/ 0 h 130"/>
                <a:gd name="T10" fmla="*/ 0 w 68"/>
                <a:gd name="T11" fmla="*/ 5 h 130"/>
                <a:gd name="T12" fmla="*/ 0 w 68"/>
                <a:gd name="T13" fmla="*/ 128 h 130"/>
              </a:gdLst>
              <a:ahLst/>
              <a:cxnLst>
                <a:cxn ang="0">
                  <a:pos x="T0" y="T1"/>
                </a:cxn>
                <a:cxn ang="0">
                  <a:pos x="T2" y="T3"/>
                </a:cxn>
                <a:cxn ang="0">
                  <a:pos x="T4" y="T5"/>
                </a:cxn>
                <a:cxn ang="0">
                  <a:pos x="T6" y="T7"/>
                </a:cxn>
                <a:cxn ang="0">
                  <a:pos x="T8" y="T9"/>
                </a:cxn>
                <a:cxn ang="0">
                  <a:pos x="T10" y="T11"/>
                </a:cxn>
                <a:cxn ang="0">
                  <a:pos x="T12" y="T13"/>
                </a:cxn>
              </a:cxnLst>
              <a:rect l="0" t="0" r="r" b="b"/>
              <a:pathLst>
                <a:path w="68" h="130">
                  <a:moveTo>
                    <a:pt x="0" y="128"/>
                  </a:moveTo>
                  <a:cubicBezTo>
                    <a:pt x="0" y="128"/>
                    <a:pt x="16" y="130"/>
                    <a:pt x="36" y="130"/>
                  </a:cubicBezTo>
                  <a:cubicBezTo>
                    <a:pt x="55" y="130"/>
                    <a:pt x="68" y="128"/>
                    <a:pt x="68" y="128"/>
                  </a:cubicBezTo>
                  <a:cubicBezTo>
                    <a:pt x="68" y="5"/>
                    <a:pt x="68" y="5"/>
                    <a:pt x="68" y="5"/>
                  </a:cubicBezTo>
                  <a:cubicBezTo>
                    <a:pt x="68" y="5"/>
                    <a:pt x="54" y="0"/>
                    <a:pt x="33" y="0"/>
                  </a:cubicBezTo>
                  <a:cubicBezTo>
                    <a:pt x="12" y="0"/>
                    <a:pt x="0" y="5"/>
                    <a:pt x="0" y="5"/>
                  </a:cubicBezTo>
                  <a:lnTo>
                    <a:pt x="0" y="128"/>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sp>
        <p:nvSpPr>
          <p:cNvPr id="61" name="TextBox 60"/>
          <p:cNvSpPr txBox="1"/>
          <p:nvPr/>
        </p:nvSpPr>
        <p:spPr>
          <a:xfrm>
            <a:off x="7711048" y="3448357"/>
            <a:ext cx="4001527" cy="1107996"/>
          </a:xfrm>
          <a:prstGeom prst="rect">
            <a:avLst/>
          </a:prstGeom>
          <a:noFill/>
        </p:spPr>
        <p:txBody>
          <a:bodyPr wrap="square" lIns="0" tIns="0" rIns="0" bIns="0" rtlCol="0">
            <a:spAutoFit/>
          </a:bodyPr>
          <a:lstStyle/>
          <a:p>
            <a:pPr fontAlgn="auto">
              <a:spcBef>
                <a:spcPts val="0"/>
              </a:spcBef>
              <a:spcAft>
                <a:spcPts val="0"/>
              </a:spcAft>
            </a:pPr>
            <a:r>
              <a:rPr lang="ar-SA" sz="2400" b="1" dirty="0">
                <a:cs typeface="Simplified Arabic" panose="02020603050405020304" pitchFamily="18" charset="-78"/>
              </a:rPr>
              <a:t>المقدرة على تصميم منتج يتوفر من خلاله تمكين المتعلمين خاصية مهارات الاستقصاء</a:t>
            </a:r>
            <a:endParaRPr lang="en-AU" sz="2400" b="1" dirty="0">
              <a:solidFill>
                <a:prstClr val="black">
                  <a:lumMod val="50000"/>
                  <a:lumOff val="50000"/>
                </a:prstClr>
              </a:solidFill>
              <a:latin typeface="Roboto Lt"/>
              <a:cs typeface="Simplified Arabic" panose="02020603050405020304" pitchFamily="18" charset="-78"/>
            </a:endParaRPr>
          </a:p>
        </p:txBody>
      </p:sp>
      <p:sp>
        <p:nvSpPr>
          <p:cNvPr id="62" name="TextBox 61"/>
          <p:cNvSpPr txBox="1"/>
          <p:nvPr/>
        </p:nvSpPr>
        <p:spPr>
          <a:xfrm>
            <a:off x="772176" y="2108492"/>
            <a:ext cx="4193632" cy="1107996"/>
          </a:xfrm>
          <a:prstGeom prst="rect">
            <a:avLst/>
          </a:prstGeom>
          <a:noFill/>
        </p:spPr>
        <p:txBody>
          <a:bodyPr wrap="square" lIns="0" tIns="0" rIns="0" bIns="0" rtlCol="0">
            <a:spAutoFit/>
          </a:bodyPr>
          <a:lstStyle/>
          <a:p>
            <a:pPr algn="r" fontAlgn="auto">
              <a:spcBef>
                <a:spcPts val="0"/>
              </a:spcBef>
              <a:spcAft>
                <a:spcPts val="0"/>
              </a:spcAft>
            </a:pPr>
            <a:r>
              <a:rPr lang="ar-SA" sz="2400" b="1" dirty="0">
                <a:cs typeface="Simplified Arabic" panose="02020603050405020304" pitchFamily="18" charset="-78"/>
              </a:rPr>
              <a:t>المقدرة على دمج المنتج بشكل مترابط ليتمكن من توفير الاحتياجات الخاصة بالمعلمين</a:t>
            </a:r>
            <a:endParaRPr lang="en-AU" sz="2400" b="1" dirty="0">
              <a:solidFill>
                <a:prstClr val="black">
                  <a:lumMod val="50000"/>
                  <a:lumOff val="50000"/>
                </a:prstClr>
              </a:solidFill>
              <a:latin typeface="Roboto Lt"/>
              <a:cs typeface="Simplified Arabic" panose="02020603050405020304" pitchFamily="18" charset="-78"/>
            </a:endParaRPr>
          </a:p>
        </p:txBody>
      </p:sp>
      <p:sp>
        <p:nvSpPr>
          <p:cNvPr id="63" name="TextBox 62"/>
          <p:cNvSpPr txBox="1"/>
          <p:nvPr/>
        </p:nvSpPr>
        <p:spPr>
          <a:xfrm>
            <a:off x="191386" y="4659576"/>
            <a:ext cx="3701339" cy="1477328"/>
          </a:xfrm>
          <a:prstGeom prst="rect">
            <a:avLst/>
          </a:prstGeom>
          <a:noFill/>
        </p:spPr>
        <p:txBody>
          <a:bodyPr wrap="square" lIns="0" tIns="0" rIns="0" bIns="0" rtlCol="0">
            <a:spAutoFit/>
          </a:bodyPr>
          <a:lstStyle/>
          <a:p>
            <a:pPr algn="r" fontAlgn="auto">
              <a:spcBef>
                <a:spcPts val="0"/>
              </a:spcBef>
              <a:spcAft>
                <a:spcPts val="0"/>
              </a:spcAft>
            </a:pPr>
            <a:r>
              <a:rPr lang="ar-SA" sz="2400" b="1" dirty="0">
                <a:cs typeface="Simplified Arabic" panose="02020603050405020304" pitchFamily="18" charset="-78"/>
              </a:rPr>
              <a:t>بواسطة برامج الوسائط المتعددة لابد من عمل قاعدة بيانات ليسهل استخدامها كأدوات بحث يمكن الرجوع لها في أي وقت</a:t>
            </a:r>
            <a:r>
              <a:rPr lang="en-US" sz="2400" b="1" dirty="0">
                <a:cs typeface="Simplified Arabic" panose="02020603050405020304" pitchFamily="18" charset="-78"/>
              </a:rPr>
              <a:t>.</a:t>
            </a:r>
            <a:endParaRPr lang="en-AU" sz="2400" b="1" dirty="0">
              <a:solidFill>
                <a:prstClr val="black">
                  <a:lumMod val="50000"/>
                  <a:lumOff val="50000"/>
                </a:prstClr>
              </a:solidFill>
              <a:latin typeface="Roboto Lt"/>
              <a:cs typeface="Simplified Arabic" panose="02020603050405020304" pitchFamily="18" charset="-78"/>
            </a:endParaRPr>
          </a:p>
        </p:txBody>
      </p:sp>
      <p:sp>
        <p:nvSpPr>
          <p:cNvPr id="3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8899250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2" fill="hold" nodeType="afterEffect">
                                  <p:stCondLst>
                                    <p:cond delay="0"/>
                                  </p:stCondLst>
                                  <p:childTnLst>
                                    <p:set>
                                      <p:cBhvr>
                                        <p:cTn id="11" dur="1" fill="hold">
                                          <p:stCondLst>
                                            <p:cond delay="0"/>
                                          </p:stCondLst>
                                        </p:cTn>
                                        <p:tgtEl>
                                          <p:spTgt spid="65"/>
                                        </p:tgtEl>
                                        <p:attrNameLst>
                                          <p:attrName>style.visibility</p:attrName>
                                        </p:attrNameLst>
                                      </p:cBhvr>
                                      <p:to>
                                        <p:strVal val="visible"/>
                                      </p:to>
                                    </p:set>
                                    <p:animEffect transition="in" filter="wipe(right)">
                                      <p:cBhvr>
                                        <p:cTn id="12" dur="500"/>
                                        <p:tgtEl>
                                          <p:spTgt spid="65"/>
                                        </p:tgtEl>
                                      </p:cBhvr>
                                    </p:animEffect>
                                  </p:childTnLst>
                                </p:cTn>
                              </p:par>
                            </p:childTnLst>
                          </p:cTn>
                        </p:par>
                        <p:par>
                          <p:cTn id="13" fill="hold">
                            <p:stCondLst>
                              <p:cond delay="1000"/>
                            </p:stCondLst>
                            <p:childTnLst>
                              <p:par>
                                <p:cTn id="14" presetID="18" presetClass="entr" presetSubtype="12" fill="hold" grpId="0" nodeType="afterEffect">
                                  <p:stCondLst>
                                    <p:cond delay="0"/>
                                  </p:stCondLst>
                                  <p:childTnLst>
                                    <p:set>
                                      <p:cBhvr>
                                        <p:cTn id="15" dur="1" fill="hold">
                                          <p:stCondLst>
                                            <p:cond delay="0"/>
                                          </p:stCondLst>
                                        </p:cTn>
                                        <p:tgtEl>
                                          <p:spTgt spid="62"/>
                                        </p:tgtEl>
                                        <p:attrNameLst>
                                          <p:attrName>style.visibility</p:attrName>
                                        </p:attrNameLst>
                                      </p:cBhvr>
                                      <p:to>
                                        <p:strVal val="visible"/>
                                      </p:to>
                                    </p:set>
                                    <p:animEffect transition="in" filter="strips(downLeft)">
                                      <p:cBhvr>
                                        <p:cTn id="16" dur="500"/>
                                        <p:tgtEl>
                                          <p:spTgt spid="62"/>
                                        </p:tgtEl>
                                      </p:cBhvr>
                                    </p:animEffect>
                                  </p:childTnLst>
                                </p:cTn>
                              </p:par>
                            </p:childTnLst>
                          </p:cTn>
                        </p:par>
                        <p:par>
                          <p:cTn id="17" fill="hold">
                            <p:stCondLst>
                              <p:cond delay="1500"/>
                            </p:stCondLst>
                            <p:childTnLst>
                              <p:par>
                                <p:cTn id="18" presetID="22" presetClass="entr" presetSubtype="8" fill="hold" nodeType="after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wipe(left)">
                                      <p:cBhvr>
                                        <p:cTn id="20" dur="500"/>
                                        <p:tgtEl>
                                          <p:spTgt spid="66"/>
                                        </p:tgtEl>
                                      </p:cBhvr>
                                    </p:animEffect>
                                  </p:childTnLst>
                                </p:cTn>
                              </p:par>
                            </p:childTnLst>
                          </p:cTn>
                        </p:par>
                        <p:par>
                          <p:cTn id="21" fill="hold">
                            <p:stCondLst>
                              <p:cond delay="2000"/>
                            </p:stCondLst>
                            <p:childTnLst>
                              <p:par>
                                <p:cTn id="22" presetID="18" presetClass="entr" presetSubtype="6" fill="hold" grpId="0" nodeType="afterEffect">
                                  <p:stCondLst>
                                    <p:cond delay="0"/>
                                  </p:stCondLst>
                                  <p:childTnLst>
                                    <p:set>
                                      <p:cBhvr>
                                        <p:cTn id="23" dur="1" fill="hold">
                                          <p:stCondLst>
                                            <p:cond delay="0"/>
                                          </p:stCondLst>
                                        </p:cTn>
                                        <p:tgtEl>
                                          <p:spTgt spid="61"/>
                                        </p:tgtEl>
                                        <p:attrNameLst>
                                          <p:attrName>style.visibility</p:attrName>
                                        </p:attrNameLst>
                                      </p:cBhvr>
                                      <p:to>
                                        <p:strVal val="visible"/>
                                      </p:to>
                                    </p:set>
                                    <p:animEffect transition="in" filter="strips(downRight)">
                                      <p:cBhvr>
                                        <p:cTn id="24" dur="500"/>
                                        <p:tgtEl>
                                          <p:spTgt spid="61"/>
                                        </p:tgtEl>
                                      </p:cBhvr>
                                    </p:animEffect>
                                  </p:childTnLst>
                                </p:cTn>
                              </p:par>
                            </p:childTnLst>
                          </p:cTn>
                        </p:par>
                        <p:par>
                          <p:cTn id="25" fill="hold">
                            <p:stCondLst>
                              <p:cond delay="2500"/>
                            </p:stCondLst>
                            <p:childTnLst>
                              <p:par>
                                <p:cTn id="26" presetID="22" presetClass="entr" presetSubtype="2" fill="hold" nodeType="afterEffect">
                                  <p:stCondLst>
                                    <p:cond delay="0"/>
                                  </p:stCondLst>
                                  <p:childTnLst>
                                    <p:set>
                                      <p:cBhvr>
                                        <p:cTn id="27" dur="1" fill="hold">
                                          <p:stCondLst>
                                            <p:cond delay="0"/>
                                          </p:stCondLst>
                                        </p:cTn>
                                        <p:tgtEl>
                                          <p:spTgt spid="68"/>
                                        </p:tgtEl>
                                        <p:attrNameLst>
                                          <p:attrName>style.visibility</p:attrName>
                                        </p:attrNameLst>
                                      </p:cBhvr>
                                      <p:to>
                                        <p:strVal val="visible"/>
                                      </p:to>
                                    </p:set>
                                    <p:animEffect transition="in" filter="wipe(right)">
                                      <p:cBhvr>
                                        <p:cTn id="28" dur="500"/>
                                        <p:tgtEl>
                                          <p:spTgt spid="68"/>
                                        </p:tgtEl>
                                      </p:cBhvr>
                                    </p:animEffect>
                                  </p:childTnLst>
                                </p:cTn>
                              </p:par>
                            </p:childTnLst>
                          </p:cTn>
                        </p:par>
                        <p:par>
                          <p:cTn id="29" fill="hold">
                            <p:stCondLst>
                              <p:cond delay="3000"/>
                            </p:stCondLst>
                            <p:childTnLst>
                              <p:par>
                                <p:cTn id="30" presetID="18" presetClass="entr" presetSubtype="12" fill="hold" grpId="0" nodeType="afterEffect">
                                  <p:stCondLst>
                                    <p:cond delay="0"/>
                                  </p:stCondLst>
                                  <p:childTnLst>
                                    <p:set>
                                      <p:cBhvr>
                                        <p:cTn id="31" dur="1" fill="hold">
                                          <p:stCondLst>
                                            <p:cond delay="0"/>
                                          </p:stCondLst>
                                        </p:cTn>
                                        <p:tgtEl>
                                          <p:spTgt spid="63"/>
                                        </p:tgtEl>
                                        <p:attrNameLst>
                                          <p:attrName>style.visibility</p:attrName>
                                        </p:attrNameLst>
                                      </p:cBhvr>
                                      <p:to>
                                        <p:strVal val="visible"/>
                                      </p:to>
                                    </p:set>
                                    <p:animEffect transition="in" filter="strips(downLeft)">
                                      <p:cBhvr>
                                        <p:cTn id="32"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1" grpId="0"/>
      <p:bldP spid="62" grpId="0"/>
      <p:bldP spid="63" grpId="0"/>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88"/>
          <p:cNvSpPr>
            <a:spLocks/>
          </p:cNvSpPr>
          <p:nvPr/>
        </p:nvSpPr>
        <p:spPr bwMode="auto">
          <a:xfrm>
            <a:off x="5982750" y="1938800"/>
            <a:ext cx="227814" cy="5110287"/>
          </a:xfrm>
          <a:custGeom>
            <a:avLst/>
            <a:gdLst>
              <a:gd name="T0" fmla="*/ 0 w 53"/>
              <a:gd name="T1" fmla="*/ 905 h 908"/>
              <a:gd name="T2" fmla="*/ 28 w 53"/>
              <a:gd name="T3" fmla="*/ 908 h 908"/>
              <a:gd name="T4" fmla="*/ 53 w 53"/>
              <a:gd name="T5" fmla="*/ 905 h 908"/>
              <a:gd name="T6" fmla="*/ 53 w 53"/>
              <a:gd name="T7" fmla="*/ 6 h 908"/>
              <a:gd name="T8" fmla="*/ 25 w 53"/>
              <a:gd name="T9" fmla="*/ 0 h 908"/>
              <a:gd name="T10" fmla="*/ 0 w 53"/>
              <a:gd name="T11" fmla="*/ 6 h 908"/>
              <a:gd name="T12" fmla="*/ 0 w 53"/>
              <a:gd name="T13" fmla="*/ 905 h 908"/>
            </a:gdLst>
            <a:ahLst/>
            <a:cxnLst>
              <a:cxn ang="0">
                <a:pos x="T0" y="T1"/>
              </a:cxn>
              <a:cxn ang="0">
                <a:pos x="T2" y="T3"/>
              </a:cxn>
              <a:cxn ang="0">
                <a:pos x="T4" y="T5"/>
              </a:cxn>
              <a:cxn ang="0">
                <a:pos x="T6" y="T7"/>
              </a:cxn>
              <a:cxn ang="0">
                <a:pos x="T8" y="T9"/>
              </a:cxn>
              <a:cxn ang="0">
                <a:pos x="T10" y="T11"/>
              </a:cxn>
              <a:cxn ang="0">
                <a:pos x="T12" y="T13"/>
              </a:cxn>
            </a:cxnLst>
            <a:rect l="0" t="0" r="r" b="b"/>
            <a:pathLst>
              <a:path w="53" h="908">
                <a:moveTo>
                  <a:pt x="0" y="905"/>
                </a:moveTo>
                <a:cubicBezTo>
                  <a:pt x="0" y="905"/>
                  <a:pt x="12" y="908"/>
                  <a:pt x="28" y="908"/>
                </a:cubicBezTo>
                <a:cubicBezTo>
                  <a:pt x="43" y="908"/>
                  <a:pt x="53" y="905"/>
                  <a:pt x="53" y="905"/>
                </a:cubicBezTo>
                <a:cubicBezTo>
                  <a:pt x="53" y="6"/>
                  <a:pt x="53" y="6"/>
                  <a:pt x="53" y="6"/>
                </a:cubicBezTo>
                <a:cubicBezTo>
                  <a:pt x="53" y="6"/>
                  <a:pt x="42" y="0"/>
                  <a:pt x="25" y="0"/>
                </a:cubicBezTo>
                <a:cubicBezTo>
                  <a:pt x="9" y="0"/>
                  <a:pt x="0" y="6"/>
                  <a:pt x="0" y="6"/>
                </a:cubicBezTo>
                <a:lnTo>
                  <a:pt x="0" y="905"/>
                </a:lnTo>
                <a:close/>
              </a:path>
            </a:pathLst>
          </a:custGeom>
          <a:gradFill>
            <a:gsLst>
              <a:gs pos="0">
                <a:schemeClr val="bg2">
                  <a:lumMod val="85000"/>
                </a:schemeClr>
              </a:gs>
              <a:gs pos="100000">
                <a:schemeClr val="bg2">
                  <a:lumMod val="75000"/>
                </a:schemeClr>
              </a:gs>
            </a:gsLst>
            <a:lin ang="5400000" scaled="1"/>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nvGrpSpPr>
          <p:cNvPr id="19" name="Group 18"/>
          <p:cNvGrpSpPr/>
          <p:nvPr/>
        </p:nvGrpSpPr>
        <p:grpSpPr>
          <a:xfrm>
            <a:off x="4251179" y="3165871"/>
            <a:ext cx="348281" cy="348282"/>
            <a:chOff x="5653088" y="-98425"/>
            <a:chExt cx="630237" cy="630238"/>
          </a:xfrm>
          <a:solidFill>
            <a:schemeClr val="bg1"/>
          </a:solidFill>
        </p:grpSpPr>
        <p:sp>
          <p:nvSpPr>
            <p:cNvPr id="20" name="Freeform 5"/>
            <p:cNvSpPr>
              <a:spLocks/>
            </p:cNvSpPr>
            <p:nvPr/>
          </p:nvSpPr>
          <p:spPr bwMode="auto">
            <a:xfrm>
              <a:off x="5751513" y="-28575"/>
              <a:ext cx="69850" cy="68263"/>
            </a:xfrm>
            <a:custGeom>
              <a:avLst/>
              <a:gdLst>
                <a:gd name="T0" fmla="*/ 6 w 7"/>
                <a:gd name="T1" fmla="*/ 4 h 7"/>
                <a:gd name="T2" fmla="*/ 4 w 7"/>
                <a:gd name="T3" fmla="*/ 1 h 7"/>
                <a:gd name="T4" fmla="*/ 1 w 7"/>
                <a:gd name="T5" fmla="*/ 1 h 7"/>
                <a:gd name="T6" fmla="*/ 1 w 7"/>
                <a:gd name="T7" fmla="*/ 4 h 7"/>
                <a:gd name="T8" fmla="*/ 4 w 7"/>
                <a:gd name="T9" fmla="*/ 7 h 7"/>
                <a:gd name="T10" fmla="*/ 6 w 7"/>
                <a:gd name="T11" fmla="*/ 7 h 7"/>
                <a:gd name="T12" fmla="*/ 6 w 7"/>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6" y="4"/>
                  </a:moveTo>
                  <a:cubicBezTo>
                    <a:pt x="4" y="1"/>
                    <a:pt x="4" y="1"/>
                    <a:pt x="4" y="1"/>
                  </a:cubicBezTo>
                  <a:cubicBezTo>
                    <a:pt x="3" y="0"/>
                    <a:pt x="2" y="0"/>
                    <a:pt x="1" y="1"/>
                  </a:cubicBezTo>
                  <a:cubicBezTo>
                    <a:pt x="0" y="2"/>
                    <a:pt x="0" y="3"/>
                    <a:pt x="1" y="4"/>
                  </a:cubicBezTo>
                  <a:cubicBezTo>
                    <a:pt x="4" y="7"/>
                    <a:pt x="4" y="7"/>
                    <a:pt x="4" y="7"/>
                  </a:cubicBezTo>
                  <a:cubicBezTo>
                    <a:pt x="4" y="7"/>
                    <a:pt x="6" y="7"/>
                    <a:pt x="6" y="7"/>
                  </a:cubicBezTo>
                  <a:cubicBezTo>
                    <a:pt x="7" y="6"/>
                    <a:pt x="7" y="5"/>
                    <a:pt x="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1" name="Freeform 6"/>
            <p:cNvSpPr>
              <a:spLocks/>
            </p:cNvSpPr>
            <p:nvPr/>
          </p:nvSpPr>
          <p:spPr bwMode="auto">
            <a:xfrm>
              <a:off x="5653088" y="177800"/>
              <a:ext cx="79375" cy="39688"/>
            </a:xfrm>
            <a:custGeom>
              <a:avLst/>
              <a:gdLst>
                <a:gd name="T0" fmla="*/ 6 w 8"/>
                <a:gd name="T1" fmla="*/ 0 h 4"/>
                <a:gd name="T2" fmla="*/ 2 w 8"/>
                <a:gd name="T3" fmla="*/ 0 h 4"/>
                <a:gd name="T4" fmla="*/ 0 w 8"/>
                <a:gd name="T5" fmla="*/ 2 h 4"/>
                <a:gd name="T6" fmla="*/ 2 w 8"/>
                <a:gd name="T7" fmla="*/ 4 h 4"/>
                <a:gd name="T8" fmla="*/ 6 w 8"/>
                <a:gd name="T9" fmla="*/ 4 h 4"/>
                <a:gd name="T10" fmla="*/ 8 w 8"/>
                <a:gd name="T11" fmla="*/ 2 h 4"/>
                <a:gd name="T12" fmla="*/ 6 w 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6" y="0"/>
                  </a:moveTo>
                  <a:cubicBezTo>
                    <a:pt x="2" y="0"/>
                    <a:pt x="2" y="0"/>
                    <a:pt x="2" y="0"/>
                  </a:cubicBezTo>
                  <a:cubicBezTo>
                    <a:pt x="1" y="0"/>
                    <a:pt x="0" y="1"/>
                    <a:pt x="0" y="2"/>
                  </a:cubicBezTo>
                  <a:cubicBezTo>
                    <a:pt x="0" y="3"/>
                    <a:pt x="1" y="4"/>
                    <a:pt x="2" y="4"/>
                  </a:cubicBezTo>
                  <a:cubicBezTo>
                    <a:pt x="6" y="4"/>
                    <a:pt x="6" y="4"/>
                    <a:pt x="6" y="4"/>
                  </a:cubicBezTo>
                  <a:cubicBezTo>
                    <a:pt x="7" y="4"/>
                    <a:pt x="8" y="3"/>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2" name="Freeform 7"/>
            <p:cNvSpPr>
              <a:spLocks/>
            </p:cNvSpPr>
            <p:nvPr/>
          </p:nvSpPr>
          <p:spPr bwMode="auto">
            <a:xfrm>
              <a:off x="6205538" y="217488"/>
              <a:ext cx="77787" cy="38100"/>
            </a:xfrm>
            <a:custGeom>
              <a:avLst/>
              <a:gdLst>
                <a:gd name="T0" fmla="*/ 6 w 8"/>
                <a:gd name="T1" fmla="*/ 0 h 4"/>
                <a:gd name="T2" fmla="*/ 2 w 8"/>
                <a:gd name="T3" fmla="*/ 0 h 4"/>
                <a:gd name="T4" fmla="*/ 0 w 8"/>
                <a:gd name="T5" fmla="*/ 2 h 4"/>
                <a:gd name="T6" fmla="*/ 2 w 8"/>
                <a:gd name="T7" fmla="*/ 4 h 4"/>
                <a:gd name="T8" fmla="*/ 6 w 8"/>
                <a:gd name="T9" fmla="*/ 4 h 4"/>
                <a:gd name="T10" fmla="*/ 8 w 8"/>
                <a:gd name="T11" fmla="*/ 2 h 4"/>
                <a:gd name="T12" fmla="*/ 6 w 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6" y="0"/>
                  </a:moveTo>
                  <a:cubicBezTo>
                    <a:pt x="2" y="0"/>
                    <a:pt x="2" y="0"/>
                    <a:pt x="2" y="0"/>
                  </a:cubicBezTo>
                  <a:cubicBezTo>
                    <a:pt x="1" y="0"/>
                    <a:pt x="0" y="1"/>
                    <a:pt x="0" y="2"/>
                  </a:cubicBezTo>
                  <a:cubicBezTo>
                    <a:pt x="0" y="3"/>
                    <a:pt x="1" y="4"/>
                    <a:pt x="2" y="4"/>
                  </a:cubicBezTo>
                  <a:cubicBezTo>
                    <a:pt x="6" y="4"/>
                    <a:pt x="6" y="4"/>
                    <a:pt x="6" y="4"/>
                  </a:cubicBezTo>
                  <a:cubicBezTo>
                    <a:pt x="7" y="4"/>
                    <a:pt x="8" y="3"/>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3" name="Freeform 8"/>
            <p:cNvSpPr>
              <a:spLocks/>
            </p:cNvSpPr>
            <p:nvPr/>
          </p:nvSpPr>
          <p:spPr bwMode="auto">
            <a:xfrm>
              <a:off x="6145213" y="0"/>
              <a:ext cx="69850" cy="69850"/>
            </a:xfrm>
            <a:custGeom>
              <a:avLst/>
              <a:gdLst>
                <a:gd name="T0" fmla="*/ 6 w 7"/>
                <a:gd name="T1" fmla="*/ 1 h 7"/>
                <a:gd name="T2" fmla="*/ 3 w 7"/>
                <a:gd name="T3" fmla="*/ 1 h 7"/>
                <a:gd name="T4" fmla="*/ 0 w 7"/>
                <a:gd name="T5" fmla="*/ 4 h 7"/>
                <a:gd name="T6" fmla="*/ 0 w 7"/>
                <a:gd name="T7" fmla="*/ 6 h 7"/>
                <a:gd name="T8" fmla="*/ 3 w 7"/>
                <a:gd name="T9" fmla="*/ 6 h 7"/>
                <a:gd name="T10" fmla="*/ 6 w 7"/>
                <a:gd name="T11" fmla="*/ 4 h 7"/>
                <a:gd name="T12" fmla="*/ 6 w 7"/>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6" y="1"/>
                  </a:moveTo>
                  <a:cubicBezTo>
                    <a:pt x="5" y="0"/>
                    <a:pt x="4" y="0"/>
                    <a:pt x="3" y="1"/>
                  </a:cubicBezTo>
                  <a:cubicBezTo>
                    <a:pt x="0" y="4"/>
                    <a:pt x="0" y="4"/>
                    <a:pt x="0" y="4"/>
                  </a:cubicBezTo>
                  <a:cubicBezTo>
                    <a:pt x="0" y="4"/>
                    <a:pt x="0" y="6"/>
                    <a:pt x="0" y="6"/>
                  </a:cubicBezTo>
                  <a:cubicBezTo>
                    <a:pt x="1" y="7"/>
                    <a:pt x="2" y="7"/>
                    <a:pt x="3" y="6"/>
                  </a:cubicBezTo>
                  <a:cubicBezTo>
                    <a:pt x="6" y="4"/>
                    <a:pt x="6" y="4"/>
                    <a:pt x="6" y="4"/>
                  </a:cubicBezTo>
                  <a:cubicBezTo>
                    <a:pt x="7" y="3"/>
                    <a:pt x="7" y="2"/>
                    <a:pt x="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4" name="Freeform 9"/>
            <p:cNvSpPr>
              <a:spLocks/>
            </p:cNvSpPr>
            <p:nvPr/>
          </p:nvSpPr>
          <p:spPr bwMode="auto">
            <a:xfrm>
              <a:off x="5969000" y="-98425"/>
              <a:ext cx="38100" cy="79375"/>
            </a:xfrm>
            <a:custGeom>
              <a:avLst/>
              <a:gdLst>
                <a:gd name="T0" fmla="*/ 2 w 4"/>
                <a:gd name="T1" fmla="*/ 8 h 8"/>
                <a:gd name="T2" fmla="*/ 3 w 4"/>
                <a:gd name="T3" fmla="*/ 7 h 8"/>
                <a:gd name="T4" fmla="*/ 4 w 4"/>
                <a:gd name="T5" fmla="*/ 6 h 8"/>
                <a:gd name="T6" fmla="*/ 4 w 4"/>
                <a:gd name="T7" fmla="*/ 2 h 8"/>
                <a:gd name="T8" fmla="*/ 2 w 4"/>
                <a:gd name="T9" fmla="*/ 0 h 8"/>
                <a:gd name="T10" fmla="*/ 0 w 4"/>
                <a:gd name="T11" fmla="*/ 1 h 8"/>
                <a:gd name="T12" fmla="*/ 0 w 4"/>
                <a:gd name="T13" fmla="*/ 2 h 8"/>
                <a:gd name="T14" fmla="*/ 0 w 4"/>
                <a:gd name="T15" fmla="*/ 6 h 8"/>
                <a:gd name="T16" fmla="*/ 2 w 4"/>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2" y="8"/>
                  </a:moveTo>
                  <a:cubicBezTo>
                    <a:pt x="3" y="8"/>
                    <a:pt x="3" y="8"/>
                    <a:pt x="3" y="7"/>
                  </a:cubicBezTo>
                  <a:cubicBezTo>
                    <a:pt x="4" y="7"/>
                    <a:pt x="4" y="7"/>
                    <a:pt x="4" y="6"/>
                  </a:cubicBezTo>
                  <a:cubicBezTo>
                    <a:pt x="4" y="2"/>
                    <a:pt x="4" y="2"/>
                    <a:pt x="4" y="2"/>
                  </a:cubicBezTo>
                  <a:cubicBezTo>
                    <a:pt x="4" y="1"/>
                    <a:pt x="3" y="0"/>
                    <a:pt x="2" y="0"/>
                  </a:cubicBezTo>
                  <a:cubicBezTo>
                    <a:pt x="1" y="0"/>
                    <a:pt x="0" y="1"/>
                    <a:pt x="0" y="1"/>
                  </a:cubicBezTo>
                  <a:cubicBezTo>
                    <a:pt x="0" y="2"/>
                    <a:pt x="0" y="2"/>
                    <a:pt x="0" y="2"/>
                  </a:cubicBezTo>
                  <a:cubicBezTo>
                    <a:pt x="0" y="6"/>
                    <a:pt x="0" y="6"/>
                    <a:pt x="0" y="6"/>
                  </a:cubicBezTo>
                  <a:cubicBezTo>
                    <a:pt x="0" y="7"/>
                    <a:pt x="1"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5" name="Freeform 10"/>
            <p:cNvSpPr>
              <a:spLocks noEditPoints="1"/>
            </p:cNvSpPr>
            <p:nvPr/>
          </p:nvSpPr>
          <p:spPr bwMode="auto">
            <a:xfrm>
              <a:off x="5810250" y="58738"/>
              <a:ext cx="315912" cy="354013"/>
            </a:xfrm>
            <a:custGeom>
              <a:avLst/>
              <a:gdLst>
                <a:gd name="T0" fmla="*/ 16 w 32"/>
                <a:gd name="T1" fmla="*/ 0 h 36"/>
                <a:gd name="T2" fmla="*/ 0 w 32"/>
                <a:gd name="T3" fmla="*/ 16 h 36"/>
                <a:gd name="T4" fmla="*/ 8 w 32"/>
                <a:gd name="T5" fmla="*/ 30 h 36"/>
                <a:gd name="T6" fmla="*/ 8 w 32"/>
                <a:gd name="T7" fmla="*/ 36 h 36"/>
                <a:gd name="T8" fmla="*/ 24 w 32"/>
                <a:gd name="T9" fmla="*/ 36 h 36"/>
                <a:gd name="T10" fmla="*/ 24 w 32"/>
                <a:gd name="T11" fmla="*/ 30 h 36"/>
                <a:gd name="T12" fmla="*/ 32 w 32"/>
                <a:gd name="T13" fmla="*/ 16 h 36"/>
                <a:gd name="T14" fmla="*/ 16 w 32"/>
                <a:gd name="T15" fmla="*/ 0 h 36"/>
                <a:gd name="T16" fmla="*/ 22 w 32"/>
                <a:gd name="T17" fmla="*/ 26 h 36"/>
                <a:gd name="T18" fmla="*/ 20 w 32"/>
                <a:gd name="T19" fmla="*/ 27 h 36"/>
                <a:gd name="T20" fmla="*/ 20 w 32"/>
                <a:gd name="T21" fmla="*/ 30 h 36"/>
                <a:gd name="T22" fmla="*/ 20 w 32"/>
                <a:gd name="T23" fmla="*/ 32 h 36"/>
                <a:gd name="T24" fmla="*/ 12 w 32"/>
                <a:gd name="T25" fmla="*/ 32 h 36"/>
                <a:gd name="T26" fmla="*/ 12 w 32"/>
                <a:gd name="T27" fmla="*/ 30 h 36"/>
                <a:gd name="T28" fmla="*/ 12 w 32"/>
                <a:gd name="T29" fmla="*/ 27 h 36"/>
                <a:gd name="T30" fmla="*/ 10 w 32"/>
                <a:gd name="T31" fmla="*/ 26 h 36"/>
                <a:gd name="T32" fmla="*/ 4 w 32"/>
                <a:gd name="T33" fmla="*/ 16 h 36"/>
                <a:gd name="T34" fmla="*/ 16 w 32"/>
                <a:gd name="T35" fmla="*/ 4 h 36"/>
                <a:gd name="T36" fmla="*/ 28 w 32"/>
                <a:gd name="T37" fmla="*/ 16 h 36"/>
                <a:gd name="T38" fmla="*/ 22 w 32"/>
                <a:gd name="T39"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36">
                  <a:moveTo>
                    <a:pt x="16" y="0"/>
                  </a:moveTo>
                  <a:cubicBezTo>
                    <a:pt x="7" y="0"/>
                    <a:pt x="0" y="7"/>
                    <a:pt x="0" y="16"/>
                  </a:cubicBezTo>
                  <a:cubicBezTo>
                    <a:pt x="0" y="22"/>
                    <a:pt x="3" y="27"/>
                    <a:pt x="8" y="30"/>
                  </a:cubicBezTo>
                  <a:cubicBezTo>
                    <a:pt x="8" y="36"/>
                    <a:pt x="8" y="36"/>
                    <a:pt x="8" y="36"/>
                  </a:cubicBezTo>
                  <a:cubicBezTo>
                    <a:pt x="24" y="36"/>
                    <a:pt x="24" y="36"/>
                    <a:pt x="24" y="36"/>
                  </a:cubicBezTo>
                  <a:cubicBezTo>
                    <a:pt x="24" y="30"/>
                    <a:pt x="24" y="30"/>
                    <a:pt x="24" y="30"/>
                  </a:cubicBezTo>
                  <a:cubicBezTo>
                    <a:pt x="29" y="27"/>
                    <a:pt x="32" y="22"/>
                    <a:pt x="32" y="16"/>
                  </a:cubicBezTo>
                  <a:cubicBezTo>
                    <a:pt x="32" y="7"/>
                    <a:pt x="25" y="0"/>
                    <a:pt x="16" y="0"/>
                  </a:cubicBezTo>
                  <a:close/>
                  <a:moveTo>
                    <a:pt x="22" y="26"/>
                  </a:moveTo>
                  <a:cubicBezTo>
                    <a:pt x="20" y="27"/>
                    <a:pt x="20" y="27"/>
                    <a:pt x="20" y="27"/>
                  </a:cubicBezTo>
                  <a:cubicBezTo>
                    <a:pt x="20" y="30"/>
                    <a:pt x="20" y="30"/>
                    <a:pt x="20" y="30"/>
                  </a:cubicBezTo>
                  <a:cubicBezTo>
                    <a:pt x="20" y="32"/>
                    <a:pt x="20" y="32"/>
                    <a:pt x="20" y="32"/>
                  </a:cubicBezTo>
                  <a:cubicBezTo>
                    <a:pt x="12" y="32"/>
                    <a:pt x="12" y="32"/>
                    <a:pt x="12" y="32"/>
                  </a:cubicBezTo>
                  <a:cubicBezTo>
                    <a:pt x="12" y="30"/>
                    <a:pt x="12" y="30"/>
                    <a:pt x="12" y="30"/>
                  </a:cubicBezTo>
                  <a:cubicBezTo>
                    <a:pt x="12" y="27"/>
                    <a:pt x="12" y="27"/>
                    <a:pt x="12" y="27"/>
                  </a:cubicBezTo>
                  <a:cubicBezTo>
                    <a:pt x="10" y="26"/>
                    <a:pt x="10" y="26"/>
                    <a:pt x="10" y="26"/>
                  </a:cubicBezTo>
                  <a:cubicBezTo>
                    <a:pt x="6" y="24"/>
                    <a:pt x="4" y="20"/>
                    <a:pt x="4" y="16"/>
                  </a:cubicBezTo>
                  <a:cubicBezTo>
                    <a:pt x="4" y="9"/>
                    <a:pt x="9" y="4"/>
                    <a:pt x="16" y="4"/>
                  </a:cubicBezTo>
                  <a:cubicBezTo>
                    <a:pt x="23" y="4"/>
                    <a:pt x="28" y="9"/>
                    <a:pt x="28" y="16"/>
                  </a:cubicBezTo>
                  <a:cubicBezTo>
                    <a:pt x="28" y="20"/>
                    <a:pt x="26" y="24"/>
                    <a:pt x="2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6" name="Freeform 11"/>
            <p:cNvSpPr>
              <a:spLocks/>
            </p:cNvSpPr>
            <p:nvPr/>
          </p:nvSpPr>
          <p:spPr bwMode="auto">
            <a:xfrm>
              <a:off x="5889625" y="452438"/>
              <a:ext cx="157162" cy="79375"/>
            </a:xfrm>
            <a:custGeom>
              <a:avLst/>
              <a:gdLst>
                <a:gd name="T0" fmla="*/ 0 w 16"/>
                <a:gd name="T1" fmla="*/ 4 h 8"/>
                <a:gd name="T2" fmla="*/ 4 w 16"/>
                <a:gd name="T3" fmla="*/ 4 h 8"/>
                <a:gd name="T4" fmla="*/ 4 w 16"/>
                <a:gd name="T5" fmla="*/ 4 h 8"/>
                <a:gd name="T6" fmla="*/ 8 w 16"/>
                <a:gd name="T7" fmla="*/ 8 h 8"/>
                <a:gd name="T8" fmla="*/ 12 w 16"/>
                <a:gd name="T9" fmla="*/ 4 h 8"/>
                <a:gd name="T10" fmla="*/ 12 w 16"/>
                <a:gd name="T11" fmla="*/ 4 h 8"/>
                <a:gd name="T12" fmla="*/ 16 w 16"/>
                <a:gd name="T13" fmla="*/ 4 h 8"/>
                <a:gd name="T14" fmla="*/ 16 w 16"/>
                <a:gd name="T15" fmla="*/ 0 h 8"/>
                <a:gd name="T16" fmla="*/ 0 w 16"/>
                <a:gd name="T17" fmla="*/ 0 h 8"/>
                <a:gd name="T18" fmla="*/ 0 w 16"/>
                <a:gd name="T1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0" y="4"/>
                  </a:moveTo>
                  <a:cubicBezTo>
                    <a:pt x="4" y="4"/>
                    <a:pt x="4" y="4"/>
                    <a:pt x="4" y="4"/>
                  </a:cubicBezTo>
                  <a:cubicBezTo>
                    <a:pt x="4" y="4"/>
                    <a:pt x="4" y="4"/>
                    <a:pt x="4" y="4"/>
                  </a:cubicBezTo>
                  <a:cubicBezTo>
                    <a:pt x="4" y="6"/>
                    <a:pt x="6" y="8"/>
                    <a:pt x="8" y="8"/>
                  </a:cubicBezTo>
                  <a:cubicBezTo>
                    <a:pt x="10" y="8"/>
                    <a:pt x="12" y="6"/>
                    <a:pt x="12" y="4"/>
                  </a:cubicBezTo>
                  <a:cubicBezTo>
                    <a:pt x="12" y="4"/>
                    <a:pt x="12" y="4"/>
                    <a:pt x="12" y="4"/>
                  </a:cubicBezTo>
                  <a:cubicBezTo>
                    <a:pt x="16" y="4"/>
                    <a:pt x="16" y="4"/>
                    <a:pt x="16" y="4"/>
                  </a:cubicBezTo>
                  <a:cubicBezTo>
                    <a:pt x="16" y="0"/>
                    <a:pt x="16" y="0"/>
                    <a:pt x="16" y="0"/>
                  </a:cubicBezTo>
                  <a:cubicBezTo>
                    <a:pt x="0" y="0"/>
                    <a:pt x="0" y="0"/>
                    <a:pt x="0" y="0"/>
                  </a:cubicBez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grpSp>
        <p:nvGrpSpPr>
          <p:cNvPr id="67" name="Group 66"/>
          <p:cNvGrpSpPr/>
          <p:nvPr/>
        </p:nvGrpSpPr>
        <p:grpSpPr>
          <a:xfrm>
            <a:off x="5944780" y="4386176"/>
            <a:ext cx="2266062" cy="735220"/>
            <a:chOff x="5944780" y="3794106"/>
            <a:chExt cx="2266062" cy="735220"/>
          </a:xfrm>
        </p:grpSpPr>
        <p:sp>
          <p:nvSpPr>
            <p:cNvPr id="28" name="Freeform 91"/>
            <p:cNvSpPr>
              <a:spLocks/>
            </p:cNvSpPr>
            <p:nvPr/>
          </p:nvSpPr>
          <p:spPr bwMode="auto">
            <a:xfrm>
              <a:off x="5944780" y="3807913"/>
              <a:ext cx="317559" cy="605779"/>
            </a:xfrm>
            <a:custGeom>
              <a:avLst/>
              <a:gdLst>
                <a:gd name="T0" fmla="*/ 0 w 68"/>
                <a:gd name="T1" fmla="*/ 128 h 130"/>
                <a:gd name="T2" fmla="*/ 36 w 68"/>
                <a:gd name="T3" fmla="*/ 130 h 130"/>
                <a:gd name="T4" fmla="*/ 68 w 68"/>
                <a:gd name="T5" fmla="*/ 128 h 130"/>
                <a:gd name="T6" fmla="*/ 68 w 68"/>
                <a:gd name="T7" fmla="*/ 4 h 130"/>
                <a:gd name="T8" fmla="*/ 33 w 68"/>
                <a:gd name="T9" fmla="*/ 0 h 130"/>
                <a:gd name="T10" fmla="*/ 0 w 68"/>
                <a:gd name="T11" fmla="*/ 4 h 130"/>
                <a:gd name="T12" fmla="*/ 0 w 68"/>
                <a:gd name="T13" fmla="*/ 128 h 130"/>
              </a:gdLst>
              <a:ahLst/>
              <a:cxnLst>
                <a:cxn ang="0">
                  <a:pos x="T0" y="T1"/>
                </a:cxn>
                <a:cxn ang="0">
                  <a:pos x="T2" y="T3"/>
                </a:cxn>
                <a:cxn ang="0">
                  <a:pos x="T4" y="T5"/>
                </a:cxn>
                <a:cxn ang="0">
                  <a:pos x="T6" y="T7"/>
                </a:cxn>
                <a:cxn ang="0">
                  <a:pos x="T8" y="T9"/>
                </a:cxn>
                <a:cxn ang="0">
                  <a:pos x="T10" y="T11"/>
                </a:cxn>
                <a:cxn ang="0">
                  <a:pos x="T12" y="T13"/>
                </a:cxn>
              </a:cxnLst>
              <a:rect l="0" t="0" r="r" b="b"/>
              <a:pathLst>
                <a:path w="68" h="130">
                  <a:moveTo>
                    <a:pt x="0" y="128"/>
                  </a:moveTo>
                  <a:cubicBezTo>
                    <a:pt x="0" y="128"/>
                    <a:pt x="16" y="130"/>
                    <a:pt x="36" y="130"/>
                  </a:cubicBezTo>
                  <a:cubicBezTo>
                    <a:pt x="55" y="130"/>
                    <a:pt x="68" y="128"/>
                    <a:pt x="68" y="128"/>
                  </a:cubicBezTo>
                  <a:cubicBezTo>
                    <a:pt x="68" y="4"/>
                    <a:pt x="68" y="4"/>
                    <a:pt x="68" y="4"/>
                  </a:cubicBezTo>
                  <a:cubicBezTo>
                    <a:pt x="68" y="4"/>
                    <a:pt x="54" y="0"/>
                    <a:pt x="33" y="0"/>
                  </a:cubicBezTo>
                  <a:cubicBezTo>
                    <a:pt x="12" y="0"/>
                    <a:pt x="0" y="4"/>
                    <a:pt x="0" y="4"/>
                  </a:cubicBezTo>
                  <a:lnTo>
                    <a:pt x="0" y="128"/>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29" name="Freeform 94"/>
            <p:cNvSpPr>
              <a:spLocks/>
            </p:cNvSpPr>
            <p:nvPr/>
          </p:nvSpPr>
          <p:spPr bwMode="auto">
            <a:xfrm>
              <a:off x="6210563" y="3826898"/>
              <a:ext cx="2000279" cy="702428"/>
            </a:xfrm>
            <a:custGeom>
              <a:avLst/>
              <a:gdLst>
                <a:gd name="T0" fmla="*/ 913 w 1159"/>
                <a:gd name="T1" fmla="*/ 0 h 407"/>
                <a:gd name="T2" fmla="*/ 0 w 1159"/>
                <a:gd name="T3" fmla="*/ 70 h 407"/>
                <a:gd name="T4" fmla="*/ 0 w 1159"/>
                <a:gd name="T5" fmla="*/ 324 h 407"/>
                <a:gd name="T6" fmla="*/ 913 w 1159"/>
                <a:gd name="T7" fmla="*/ 407 h 407"/>
                <a:gd name="T8" fmla="*/ 1159 w 1159"/>
                <a:gd name="T9" fmla="*/ 216 h 407"/>
                <a:gd name="T10" fmla="*/ 1159 w 1159"/>
                <a:gd name="T11" fmla="*/ 194 h 407"/>
                <a:gd name="T12" fmla="*/ 913 w 1159"/>
                <a:gd name="T13" fmla="*/ 0 h 407"/>
              </a:gdLst>
              <a:ahLst/>
              <a:cxnLst>
                <a:cxn ang="0">
                  <a:pos x="T0" y="T1"/>
                </a:cxn>
                <a:cxn ang="0">
                  <a:pos x="T2" y="T3"/>
                </a:cxn>
                <a:cxn ang="0">
                  <a:pos x="T4" y="T5"/>
                </a:cxn>
                <a:cxn ang="0">
                  <a:pos x="T6" y="T7"/>
                </a:cxn>
                <a:cxn ang="0">
                  <a:pos x="T8" y="T9"/>
                </a:cxn>
                <a:cxn ang="0">
                  <a:pos x="T10" y="T11"/>
                </a:cxn>
                <a:cxn ang="0">
                  <a:pos x="T12" y="T13"/>
                </a:cxn>
              </a:cxnLst>
              <a:rect l="0" t="0" r="r" b="b"/>
              <a:pathLst>
                <a:path w="1159" h="407">
                  <a:moveTo>
                    <a:pt x="913" y="0"/>
                  </a:moveTo>
                  <a:lnTo>
                    <a:pt x="0" y="70"/>
                  </a:lnTo>
                  <a:lnTo>
                    <a:pt x="0" y="324"/>
                  </a:lnTo>
                  <a:lnTo>
                    <a:pt x="913" y="407"/>
                  </a:lnTo>
                  <a:lnTo>
                    <a:pt x="1159" y="216"/>
                  </a:lnTo>
                  <a:lnTo>
                    <a:pt x="1159" y="194"/>
                  </a:lnTo>
                  <a:lnTo>
                    <a:pt x="913"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30" name="Freeform 95"/>
            <p:cNvSpPr>
              <a:spLocks/>
            </p:cNvSpPr>
            <p:nvPr/>
          </p:nvSpPr>
          <p:spPr bwMode="auto">
            <a:xfrm>
              <a:off x="6210563" y="3794106"/>
              <a:ext cx="2000279" cy="702428"/>
            </a:xfrm>
            <a:custGeom>
              <a:avLst/>
              <a:gdLst>
                <a:gd name="T0" fmla="*/ 905 w 1159"/>
                <a:gd name="T1" fmla="*/ 0 h 407"/>
                <a:gd name="T2" fmla="*/ 0 w 1159"/>
                <a:gd name="T3" fmla="*/ 67 h 407"/>
                <a:gd name="T4" fmla="*/ 0 w 1159"/>
                <a:gd name="T5" fmla="*/ 324 h 407"/>
                <a:gd name="T6" fmla="*/ 905 w 1159"/>
                <a:gd name="T7" fmla="*/ 407 h 407"/>
                <a:gd name="T8" fmla="*/ 1159 w 1159"/>
                <a:gd name="T9" fmla="*/ 213 h 407"/>
                <a:gd name="T10" fmla="*/ 905 w 1159"/>
                <a:gd name="T11" fmla="*/ 0 h 407"/>
              </a:gdLst>
              <a:ahLst/>
              <a:cxnLst>
                <a:cxn ang="0">
                  <a:pos x="T0" y="T1"/>
                </a:cxn>
                <a:cxn ang="0">
                  <a:pos x="T2" y="T3"/>
                </a:cxn>
                <a:cxn ang="0">
                  <a:pos x="T4" y="T5"/>
                </a:cxn>
                <a:cxn ang="0">
                  <a:pos x="T6" y="T7"/>
                </a:cxn>
                <a:cxn ang="0">
                  <a:pos x="T8" y="T9"/>
                </a:cxn>
                <a:cxn ang="0">
                  <a:pos x="T10" y="T11"/>
                </a:cxn>
              </a:cxnLst>
              <a:rect l="0" t="0" r="r" b="b"/>
              <a:pathLst>
                <a:path w="1159" h="407">
                  <a:moveTo>
                    <a:pt x="905" y="0"/>
                  </a:moveTo>
                  <a:lnTo>
                    <a:pt x="0" y="67"/>
                  </a:lnTo>
                  <a:lnTo>
                    <a:pt x="0" y="324"/>
                  </a:lnTo>
                  <a:lnTo>
                    <a:pt x="905" y="407"/>
                  </a:lnTo>
                  <a:lnTo>
                    <a:pt x="1159" y="213"/>
                  </a:lnTo>
                  <a:lnTo>
                    <a:pt x="905"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31" name="TextBox 30"/>
            <p:cNvSpPr txBox="1"/>
            <p:nvPr/>
          </p:nvSpPr>
          <p:spPr>
            <a:xfrm>
              <a:off x="6647030" y="3960981"/>
              <a:ext cx="891591" cy="338554"/>
            </a:xfrm>
            <a:prstGeom prst="rect">
              <a:avLst/>
            </a:prstGeom>
            <a:noFill/>
          </p:spPr>
          <p:txBody>
            <a:bodyPr wrap="none" rtlCol="0">
              <a:spAutoFit/>
            </a:bodyPr>
            <a:lstStyle/>
            <a:p>
              <a:pPr fontAlgn="auto">
                <a:spcBef>
                  <a:spcPts val="0"/>
                </a:spcBef>
                <a:spcAft>
                  <a:spcPts val="0"/>
                </a:spcAft>
              </a:pPr>
              <a:r>
                <a:rPr lang="id-ID" sz="1600" b="1" dirty="0" smtClean="0">
                  <a:solidFill>
                    <a:prstClr val="white"/>
                  </a:solidFill>
                  <a:latin typeface="Roboto"/>
                  <a:cs typeface="Simplified Arabic" panose="02020603050405020304" pitchFamily="18" charset="-78"/>
                </a:rPr>
                <a:t>Step 03</a:t>
              </a:r>
              <a:endParaRPr lang="id-ID" sz="1600" b="1" dirty="0">
                <a:solidFill>
                  <a:prstClr val="white"/>
                </a:solidFill>
                <a:latin typeface="Roboto"/>
                <a:cs typeface="Simplified Arabic" panose="02020603050405020304" pitchFamily="18" charset="-78"/>
              </a:endParaRPr>
            </a:p>
          </p:txBody>
        </p:sp>
      </p:grpSp>
      <p:grpSp>
        <p:nvGrpSpPr>
          <p:cNvPr id="68" name="Group 67"/>
          <p:cNvGrpSpPr/>
          <p:nvPr/>
        </p:nvGrpSpPr>
        <p:grpSpPr>
          <a:xfrm>
            <a:off x="4004907" y="5369058"/>
            <a:ext cx="2257432" cy="736943"/>
            <a:chOff x="4004907" y="4562117"/>
            <a:chExt cx="2257432" cy="736943"/>
          </a:xfrm>
        </p:grpSpPr>
        <p:sp>
          <p:nvSpPr>
            <p:cNvPr id="36" name="Freeform 98"/>
            <p:cNvSpPr>
              <a:spLocks/>
            </p:cNvSpPr>
            <p:nvPr/>
          </p:nvSpPr>
          <p:spPr bwMode="auto">
            <a:xfrm>
              <a:off x="5944780" y="4613893"/>
              <a:ext cx="317559" cy="605779"/>
            </a:xfrm>
            <a:custGeom>
              <a:avLst/>
              <a:gdLst>
                <a:gd name="T0" fmla="*/ 0 w 68"/>
                <a:gd name="T1" fmla="*/ 128 h 130"/>
                <a:gd name="T2" fmla="*/ 36 w 68"/>
                <a:gd name="T3" fmla="*/ 130 h 130"/>
                <a:gd name="T4" fmla="*/ 68 w 68"/>
                <a:gd name="T5" fmla="*/ 128 h 130"/>
                <a:gd name="T6" fmla="*/ 68 w 68"/>
                <a:gd name="T7" fmla="*/ 5 h 130"/>
                <a:gd name="T8" fmla="*/ 33 w 68"/>
                <a:gd name="T9" fmla="*/ 0 h 130"/>
                <a:gd name="T10" fmla="*/ 0 w 68"/>
                <a:gd name="T11" fmla="*/ 5 h 130"/>
                <a:gd name="T12" fmla="*/ 0 w 68"/>
                <a:gd name="T13" fmla="*/ 128 h 130"/>
              </a:gdLst>
              <a:ahLst/>
              <a:cxnLst>
                <a:cxn ang="0">
                  <a:pos x="T0" y="T1"/>
                </a:cxn>
                <a:cxn ang="0">
                  <a:pos x="T2" y="T3"/>
                </a:cxn>
                <a:cxn ang="0">
                  <a:pos x="T4" y="T5"/>
                </a:cxn>
                <a:cxn ang="0">
                  <a:pos x="T6" y="T7"/>
                </a:cxn>
                <a:cxn ang="0">
                  <a:pos x="T8" y="T9"/>
                </a:cxn>
                <a:cxn ang="0">
                  <a:pos x="T10" y="T11"/>
                </a:cxn>
                <a:cxn ang="0">
                  <a:pos x="T12" y="T13"/>
                </a:cxn>
              </a:cxnLst>
              <a:rect l="0" t="0" r="r" b="b"/>
              <a:pathLst>
                <a:path w="68" h="130">
                  <a:moveTo>
                    <a:pt x="0" y="128"/>
                  </a:moveTo>
                  <a:cubicBezTo>
                    <a:pt x="0" y="128"/>
                    <a:pt x="16" y="130"/>
                    <a:pt x="36" y="130"/>
                  </a:cubicBezTo>
                  <a:cubicBezTo>
                    <a:pt x="55" y="130"/>
                    <a:pt x="68" y="128"/>
                    <a:pt x="68" y="128"/>
                  </a:cubicBezTo>
                  <a:cubicBezTo>
                    <a:pt x="68" y="5"/>
                    <a:pt x="68" y="5"/>
                    <a:pt x="68" y="5"/>
                  </a:cubicBezTo>
                  <a:cubicBezTo>
                    <a:pt x="68" y="5"/>
                    <a:pt x="54" y="0"/>
                    <a:pt x="33" y="0"/>
                  </a:cubicBezTo>
                  <a:cubicBezTo>
                    <a:pt x="12" y="0"/>
                    <a:pt x="0" y="5"/>
                    <a:pt x="0" y="5"/>
                  </a:cubicBezTo>
                  <a:lnTo>
                    <a:pt x="0" y="128"/>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nvGrpSpPr>
            <p:cNvPr id="60" name="Group 59"/>
            <p:cNvGrpSpPr/>
            <p:nvPr/>
          </p:nvGrpSpPr>
          <p:grpSpPr>
            <a:xfrm>
              <a:off x="4004907" y="4562117"/>
              <a:ext cx="2000279" cy="736943"/>
              <a:chOff x="4004907" y="4562117"/>
              <a:chExt cx="2000279" cy="736943"/>
            </a:xfrm>
          </p:grpSpPr>
          <p:sp>
            <p:nvSpPr>
              <p:cNvPr id="37" name="Freeform 99"/>
              <p:cNvSpPr>
                <a:spLocks/>
              </p:cNvSpPr>
              <p:nvPr/>
            </p:nvSpPr>
            <p:spPr bwMode="auto">
              <a:xfrm>
                <a:off x="4004907" y="4594907"/>
                <a:ext cx="2000279" cy="704153"/>
              </a:xfrm>
              <a:custGeom>
                <a:avLst/>
                <a:gdLst>
                  <a:gd name="T0" fmla="*/ 246 w 1159"/>
                  <a:gd name="T1" fmla="*/ 0 h 408"/>
                  <a:gd name="T2" fmla="*/ 1159 w 1159"/>
                  <a:gd name="T3" fmla="*/ 70 h 408"/>
                  <a:gd name="T4" fmla="*/ 1159 w 1159"/>
                  <a:gd name="T5" fmla="*/ 324 h 408"/>
                  <a:gd name="T6" fmla="*/ 246 w 1159"/>
                  <a:gd name="T7" fmla="*/ 408 h 408"/>
                  <a:gd name="T8" fmla="*/ 0 w 1159"/>
                  <a:gd name="T9" fmla="*/ 216 h 408"/>
                  <a:gd name="T10" fmla="*/ 0 w 1159"/>
                  <a:gd name="T11" fmla="*/ 197 h 408"/>
                  <a:gd name="T12" fmla="*/ 246 w 1159"/>
                  <a:gd name="T13" fmla="*/ 0 h 408"/>
                </a:gdLst>
                <a:ahLst/>
                <a:cxnLst>
                  <a:cxn ang="0">
                    <a:pos x="T0" y="T1"/>
                  </a:cxn>
                  <a:cxn ang="0">
                    <a:pos x="T2" y="T3"/>
                  </a:cxn>
                  <a:cxn ang="0">
                    <a:pos x="T4" y="T5"/>
                  </a:cxn>
                  <a:cxn ang="0">
                    <a:pos x="T6" y="T7"/>
                  </a:cxn>
                  <a:cxn ang="0">
                    <a:pos x="T8" y="T9"/>
                  </a:cxn>
                  <a:cxn ang="0">
                    <a:pos x="T10" y="T11"/>
                  </a:cxn>
                  <a:cxn ang="0">
                    <a:pos x="T12" y="T13"/>
                  </a:cxn>
                </a:cxnLst>
                <a:rect l="0" t="0" r="r" b="b"/>
                <a:pathLst>
                  <a:path w="1159" h="408">
                    <a:moveTo>
                      <a:pt x="246" y="0"/>
                    </a:moveTo>
                    <a:lnTo>
                      <a:pt x="1159" y="70"/>
                    </a:lnTo>
                    <a:lnTo>
                      <a:pt x="1159" y="324"/>
                    </a:lnTo>
                    <a:lnTo>
                      <a:pt x="246" y="408"/>
                    </a:lnTo>
                    <a:lnTo>
                      <a:pt x="0" y="216"/>
                    </a:lnTo>
                    <a:lnTo>
                      <a:pt x="0" y="197"/>
                    </a:lnTo>
                    <a:lnTo>
                      <a:pt x="246" y="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38" name="Freeform 100"/>
              <p:cNvSpPr>
                <a:spLocks/>
              </p:cNvSpPr>
              <p:nvPr/>
            </p:nvSpPr>
            <p:spPr bwMode="auto">
              <a:xfrm>
                <a:off x="4004907" y="4562117"/>
                <a:ext cx="2000279" cy="704153"/>
              </a:xfrm>
              <a:custGeom>
                <a:avLst/>
                <a:gdLst>
                  <a:gd name="T0" fmla="*/ 251 w 1159"/>
                  <a:gd name="T1" fmla="*/ 0 h 408"/>
                  <a:gd name="T2" fmla="*/ 1159 w 1159"/>
                  <a:gd name="T3" fmla="*/ 70 h 408"/>
                  <a:gd name="T4" fmla="*/ 1159 w 1159"/>
                  <a:gd name="T5" fmla="*/ 324 h 408"/>
                  <a:gd name="T6" fmla="*/ 251 w 1159"/>
                  <a:gd name="T7" fmla="*/ 408 h 408"/>
                  <a:gd name="T8" fmla="*/ 0 w 1159"/>
                  <a:gd name="T9" fmla="*/ 216 h 408"/>
                  <a:gd name="T10" fmla="*/ 251 w 1159"/>
                  <a:gd name="T11" fmla="*/ 0 h 408"/>
                </a:gdLst>
                <a:ahLst/>
                <a:cxnLst>
                  <a:cxn ang="0">
                    <a:pos x="T0" y="T1"/>
                  </a:cxn>
                  <a:cxn ang="0">
                    <a:pos x="T2" y="T3"/>
                  </a:cxn>
                  <a:cxn ang="0">
                    <a:pos x="T4" y="T5"/>
                  </a:cxn>
                  <a:cxn ang="0">
                    <a:pos x="T6" y="T7"/>
                  </a:cxn>
                  <a:cxn ang="0">
                    <a:pos x="T8" y="T9"/>
                  </a:cxn>
                  <a:cxn ang="0">
                    <a:pos x="T10" y="T11"/>
                  </a:cxn>
                </a:cxnLst>
                <a:rect l="0" t="0" r="r" b="b"/>
                <a:pathLst>
                  <a:path w="1159" h="408">
                    <a:moveTo>
                      <a:pt x="251" y="0"/>
                    </a:moveTo>
                    <a:lnTo>
                      <a:pt x="1159" y="70"/>
                    </a:lnTo>
                    <a:lnTo>
                      <a:pt x="1159" y="324"/>
                    </a:lnTo>
                    <a:lnTo>
                      <a:pt x="251" y="408"/>
                    </a:lnTo>
                    <a:lnTo>
                      <a:pt x="0" y="216"/>
                    </a:lnTo>
                    <a:lnTo>
                      <a:pt x="251"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sp>
          <p:nvSpPr>
            <p:cNvPr id="39" name="TextBox 38"/>
            <p:cNvSpPr txBox="1"/>
            <p:nvPr/>
          </p:nvSpPr>
          <p:spPr>
            <a:xfrm>
              <a:off x="4644387" y="4717033"/>
              <a:ext cx="891591" cy="338554"/>
            </a:xfrm>
            <a:prstGeom prst="rect">
              <a:avLst/>
            </a:prstGeom>
            <a:noFill/>
          </p:spPr>
          <p:txBody>
            <a:bodyPr wrap="none" rtlCol="0">
              <a:spAutoFit/>
            </a:bodyPr>
            <a:lstStyle/>
            <a:p>
              <a:pPr algn="r" fontAlgn="auto">
                <a:spcBef>
                  <a:spcPts val="0"/>
                </a:spcBef>
                <a:spcAft>
                  <a:spcPts val="0"/>
                </a:spcAft>
              </a:pPr>
              <a:r>
                <a:rPr lang="id-ID" sz="1600" b="1" dirty="0" smtClean="0">
                  <a:solidFill>
                    <a:prstClr val="white"/>
                  </a:solidFill>
                  <a:latin typeface="Roboto"/>
                  <a:cs typeface="Simplified Arabic" panose="02020603050405020304" pitchFamily="18" charset="-78"/>
                </a:rPr>
                <a:t>Step 04</a:t>
              </a:r>
              <a:endParaRPr lang="id-ID" sz="1600" b="1" dirty="0">
                <a:solidFill>
                  <a:prstClr val="white"/>
                </a:solidFill>
                <a:latin typeface="Roboto"/>
                <a:cs typeface="Simplified Arabic" panose="02020603050405020304" pitchFamily="18" charset="-78"/>
              </a:endParaRPr>
            </a:p>
          </p:txBody>
        </p:sp>
      </p:grpSp>
      <p:grpSp>
        <p:nvGrpSpPr>
          <p:cNvPr id="65" name="Group 64"/>
          <p:cNvGrpSpPr/>
          <p:nvPr/>
        </p:nvGrpSpPr>
        <p:grpSpPr>
          <a:xfrm>
            <a:off x="5073622" y="2218325"/>
            <a:ext cx="1188717" cy="605779"/>
            <a:chOff x="5073622" y="2218325"/>
            <a:chExt cx="1188717" cy="605779"/>
          </a:xfrm>
        </p:grpSpPr>
        <p:grpSp>
          <p:nvGrpSpPr>
            <p:cNvPr id="54" name="Group 53"/>
            <p:cNvGrpSpPr/>
            <p:nvPr/>
          </p:nvGrpSpPr>
          <p:grpSpPr>
            <a:xfrm flipH="1">
              <a:off x="5073622" y="2300045"/>
              <a:ext cx="931563" cy="442338"/>
              <a:chOff x="6162346" y="3212901"/>
              <a:chExt cx="1111988" cy="489768"/>
            </a:xfrm>
          </p:grpSpPr>
          <p:sp>
            <p:nvSpPr>
              <p:cNvPr id="55" name="Freeform 54"/>
              <p:cNvSpPr>
                <a:spLocks/>
              </p:cNvSpPr>
              <p:nvPr/>
            </p:nvSpPr>
            <p:spPr bwMode="auto">
              <a:xfrm flipH="1">
                <a:off x="6162347" y="3231951"/>
                <a:ext cx="1111987" cy="470718"/>
              </a:xfrm>
              <a:custGeom>
                <a:avLst/>
                <a:gdLst>
                  <a:gd name="connsiteX0" fmla="*/ 1111987 w 1111987"/>
                  <a:gd name="connsiteY0" fmla="*/ 0 h 470718"/>
                  <a:gd name="connsiteX1" fmla="*/ 218189 w 1111987"/>
                  <a:gd name="connsiteY1" fmla="*/ 30148 h 470718"/>
                  <a:gd name="connsiteX2" fmla="*/ 218189 w 1111987"/>
                  <a:gd name="connsiteY2" fmla="*/ 30483 h 470718"/>
                  <a:gd name="connsiteX3" fmla="*/ 214006 w 1111987"/>
                  <a:gd name="connsiteY3" fmla="*/ 30148 h 470718"/>
                  <a:gd name="connsiteX4" fmla="*/ 0 w 1111987"/>
                  <a:gd name="connsiteY4" fmla="*/ 221495 h 470718"/>
                  <a:gd name="connsiteX5" fmla="*/ 0 w 1111987"/>
                  <a:gd name="connsiteY5" fmla="*/ 268710 h 470718"/>
                  <a:gd name="connsiteX6" fmla="*/ 214006 w 1111987"/>
                  <a:gd name="connsiteY6" fmla="*/ 438797 h 470718"/>
                  <a:gd name="connsiteX7" fmla="*/ 218189 w 1111987"/>
                  <a:gd name="connsiteY7" fmla="*/ 438394 h 470718"/>
                  <a:gd name="connsiteX8" fmla="*/ 218189 w 1111987"/>
                  <a:gd name="connsiteY8" fmla="*/ 438797 h 470718"/>
                  <a:gd name="connsiteX9" fmla="*/ 1111987 w 1111987"/>
                  <a:gd name="connsiteY9" fmla="*/ 470718 h 470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1987" h="470718">
                    <a:moveTo>
                      <a:pt x="1111987" y="0"/>
                    </a:moveTo>
                    <a:lnTo>
                      <a:pt x="218189" y="30148"/>
                    </a:lnTo>
                    <a:lnTo>
                      <a:pt x="218189" y="30483"/>
                    </a:lnTo>
                    <a:lnTo>
                      <a:pt x="214006" y="30148"/>
                    </a:lnTo>
                    <a:lnTo>
                      <a:pt x="0" y="221495"/>
                    </a:lnTo>
                    <a:lnTo>
                      <a:pt x="0" y="268710"/>
                    </a:lnTo>
                    <a:lnTo>
                      <a:pt x="214006" y="438797"/>
                    </a:lnTo>
                    <a:lnTo>
                      <a:pt x="218189" y="438394"/>
                    </a:lnTo>
                    <a:lnTo>
                      <a:pt x="218189" y="438797"/>
                    </a:lnTo>
                    <a:lnTo>
                      <a:pt x="1111987" y="470718"/>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56" name="Freeform 55"/>
              <p:cNvSpPr>
                <a:spLocks/>
              </p:cNvSpPr>
              <p:nvPr/>
            </p:nvSpPr>
            <p:spPr bwMode="auto">
              <a:xfrm flipH="1">
                <a:off x="6162346" y="3212901"/>
                <a:ext cx="1111987" cy="470718"/>
              </a:xfrm>
              <a:custGeom>
                <a:avLst/>
                <a:gdLst>
                  <a:gd name="connsiteX0" fmla="*/ 2040881 w 2040881"/>
                  <a:gd name="connsiteY0" fmla="*/ 0 h 704153"/>
                  <a:gd name="connsiteX1" fmla="*/ 440681 w 2040881"/>
                  <a:gd name="connsiteY1" fmla="*/ 0 h 704153"/>
                  <a:gd name="connsiteX2" fmla="*/ 440681 w 2040881"/>
                  <a:gd name="connsiteY2" fmla="*/ 577 h 704153"/>
                  <a:gd name="connsiteX3" fmla="*/ 433192 w 2040881"/>
                  <a:gd name="connsiteY3" fmla="*/ 0 h 704153"/>
                  <a:gd name="connsiteX4" fmla="*/ 0 w 2040881"/>
                  <a:gd name="connsiteY4" fmla="*/ 372787 h 704153"/>
                  <a:gd name="connsiteX5" fmla="*/ 433192 w 2040881"/>
                  <a:gd name="connsiteY5" fmla="*/ 704153 h 704153"/>
                  <a:gd name="connsiteX6" fmla="*/ 440681 w 2040881"/>
                  <a:gd name="connsiteY6" fmla="*/ 703460 h 704153"/>
                  <a:gd name="connsiteX7" fmla="*/ 440681 w 2040881"/>
                  <a:gd name="connsiteY7" fmla="*/ 704153 h 704153"/>
                  <a:gd name="connsiteX8" fmla="*/ 2040881 w 2040881"/>
                  <a:gd name="connsiteY8" fmla="*/ 704153 h 704153"/>
                  <a:gd name="connsiteX0" fmla="*/ 2040881 w 2040881"/>
                  <a:gd name="connsiteY0" fmla="*/ 0 h 756102"/>
                  <a:gd name="connsiteX1" fmla="*/ 440681 w 2040881"/>
                  <a:gd name="connsiteY1" fmla="*/ 51949 h 756102"/>
                  <a:gd name="connsiteX2" fmla="*/ 440681 w 2040881"/>
                  <a:gd name="connsiteY2" fmla="*/ 52526 h 756102"/>
                  <a:gd name="connsiteX3" fmla="*/ 433192 w 2040881"/>
                  <a:gd name="connsiteY3" fmla="*/ 51949 h 756102"/>
                  <a:gd name="connsiteX4" fmla="*/ 0 w 2040881"/>
                  <a:gd name="connsiteY4" fmla="*/ 424736 h 756102"/>
                  <a:gd name="connsiteX5" fmla="*/ 433192 w 2040881"/>
                  <a:gd name="connsiteY5" fmla="*/ 756102 h 756102"/>
                  <a:gd name="connsiteX6" fmla="*/ 440681 w 2040881"/>
                  <a:gd name="connsiteY6" fmla="*/ 755409 h 756102"/>
                  <a:gd name="connsiteX7" fmla="*/ 440681 w 2040881"/>
                  <a:gd name="connsiteY7" fmla="*/ 756102 h 756102"/>
                  <a:gd name="connsiteX8" fmla="*/ 2040881 w 2040881"/>
                  <a:gd name="connsiteY8" fmla="*/ 756102 h 756102"/>
                  <a:gd name="connsiteX9" fmla="*/ 2040881 w 2040881"/>
                  <a:gd name="connsiteY9" fmla="*/ 0 h 756102"/>
                  <a:gd name="connsiteX0" fmla="*/ 2040881 w 2040881"/>
                  <a:gd name="connsiteY0" fmla="*/ 0 h 811107"/>
                  <a:gd name="connsiteX1" fmla="*/ 440681 w 2040881"/>
                  <a:gd name="connsiteY1" fmla="*/ 51949 h 811107"/>
                  <a:gd name="connsiteX2" fmla="*/ 440681 w 2040881"/>
                  <a:gd name="connsiteY2" fmla="*/ 52526 h 811107"/>
                  <a:gd name="connsiteX3" fmla="*/ 433192 w 2040881"/>
                  <a:gd name="connsiteY3" fmla="*/ 51949 h 811107"/>
                  <a:gd name="connsiteX4" fmla="*/ 0 w 2040881"/>
                  <a:gd name="connsiteY4" fmla="*/ 424736 h 811107"/>
                  <a:gd name="connsiteX5" fmla="*/ 433192 w 2040881"/>
                  <a:gd name="connsiteY5" fmla="*/ 756102 h 811107"/>
                  <a:gd name="connsiteX6" fmla="*/ 440681 w 2040881"/>
                  <a:gd name="connsiteY6" fmla="*/ 755409 h 811107"/>
                  <a:gd name="connsiteX7" fmla="*/ 440681 w 2040881"/>
                  <a:gd name="connsiteY7" fmla="*/ 756102 h 811107"/>
                  <a:gd name="connsiteX8" fmla="*/ 2040881 w 2040881"/>
                  <a:gd name="connsiteY8" fmla="*/ 811107 h 811107"/>
                  <a:gd name="connsiteX9" fmla="*/ 2040881 w 2040881"/>
                  <a:gd name="connsiteY9" fmla="*/ 0 h 81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0881" h="811107">
                    <a:moveTo>
                      <a:pt x="2040881" y="0"/>
                    </a:moveTo>
                    <a:lnTo>
                      <a:pt x="440681" y="51949"/>
                    </a:lnTo>
                    <a:lnTo>
                      <a:pt x="440681" y="52526"/>
                    </a:lnTo>
                    <a:lnTo>
                      <a:pt x="433192" y="51949"/>
                    </a:lnTo>
                    <a:lnTo>
                      <a:pt x="0" y="424736"/>
                    </a:lnTo>
                    <a:lnTo>
                      <a:pt x="433192" y="756102"/>
                    </a:lnTo>
                    <a:lnTo>
                      <a:pt x="440681" y="755409"/>
                    </a:lnTo>
                    <a:lnTo>
                      <a:pt x="440681" y="756102"/>
                    </a:lnTo>
                    <a:lnTo>
                      <a:pt x="2040881" y="811107"/>
                    </a:lnTo>
                    <a:lnTo>
                      <a:pt x="2040881" y="0"/>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sp>
          <p:nvSpPr>
            <p:cNvPr id="57" name="Freeform 90"/>
            <p:cNvSpPr>
              <a:spLocks/>
            </p:cNvSpPr>
            <p:nvPr/>
          </p:nvSpPr>
          <p:spPr bwMode="auto">
            <a:xfrm>
              <a:off x="5944780" y="2218325"/>
              <a:ext cx="317559" cy="605779"/>
            </a:xfrm>
            <a:custGeom>
              <a:avLst/>
              <a:gdLst>
                <a:gd name="T0" fmla="*/ 0 w 68"/>
                <a:gd name="T1" fmla="*/ 128 h 130"/>
                <a:gd name="T2" fmla="*/ 36 w 68"/>
                <a:gd name="T3" fmla="*/ 130 h 130"/>
                <a:gd name="T4" fmla="*/ 68 w 68"/>
                <a:gd name="T5" fmla="*/ 128 h 130"/>
                <a:gd name="T6" fmla="*/ 68 w 68"/>
                <a:gd name="T7" fmla="*/ 5 h 130"/>
                <a:gd name="T8" fmla="*/ 33 w 68"/>
                <a:gd name="T9" fmla="*/ 0 h 130"/>
                <a:gd name="T10" fmla="*/ 0 w 68"/>
                <a:gd name="T11" fmla="*/ 5 h 130"/>
                <a:gd name="T12" fmla="*/ 0 w 68"/>
                <a:gd name="T13" fmla="*/ 128 h 130"/>
              </a:gdLst>
              <a:ahLst/>
              <a:cxnLst>
                <a:cxn ang="0">
                  <a:pos x="T0" y="T1"/>
                </a:cxn>
                <a:cxn ang="0">
                  <a:pos x="T2" y="T3"/>
                </a:cxn>
                <a:cxn ang="0">
                  <a:pos x="T4" y="T5"/>
                </a:cxn>
                <a:cxn ang="0">
                  <a:pos x="T6" y="T7"/>
                </a:cxn>
                <a:cxn ang="0">
                  <a:pos x="T8" y="T9"/>
                </a:cxn>
                <a:cxn ang="0">
                  <a:pos x="T10" y="T11"/>
                </a:cxn>
                <a:cxn ang="0">
                  <a:pos x="T12" y="T13"/>
                </a:cxn>
              </a:cxnLst>
              <a:rect l="0" t="0" r="r" b="b"/>
              <a:pathLst>
                <a:path w="68" h="130">
                  <a:moveTo>
                    <a:pt x="0" y="128"/>
                  </a:moveTo>
                  <a:cubicBezTo>
                    <a:pt x="0" y="128"/>
                    <a:pt x="16" y="130"/>
                    <a:pt x="36" y="130"/>
                  </a:cubicBezTo>
                  <a:cubicBezTo>
                    <a:pt x="55" y="130"/>
                    <a:pt x="68" y="128"/>
                    <a:pt x="68" y="128"/>
                  </a:cubicBezTo>
                  <a:cubicBezTo>
                    <a:pt x="68" y="5"/>
                    <a:pt x="68" y="5"/>
                    <a:pt x="68" y="5"/>
                  </a:cubicBezTo>
                  <a:cubicBezTo>
                    <a:pt x="68" y="5"/>
                    <a:pt x="54" y="0"/>
                    <a:pt x="33" y="0"/>
                  </a:cubicBezTo>
                  <a:cubicBezTo>
                    <a:pt x="12" y="0"/>
                    <a:pt x="0" y="5"/>
                    <a:pt x="0" y="5"/>
                  </a:cubicBezTo>
                  <a:lnTo>
                    <a:pt x="0" y="128"/>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58" name="TextBox 57"/>
            <p:cNvSpPr txBox="1"/>
            <p:nvPr/>
          </p:nvSpPr>
          <p:spPr>
            <a:xfrm>
              <a:off x="5265910" y="2389447"/>
              <a:ext cx="603050" cy="246221"/>
            </a:xfrm>
            <a:prstGeom prst="rect">
              <a:avLst/>
            </a:prstGeom>
            <a:noFill/>
          </p:spPr>
          <p:txBody>
            <a:bodyPr wrap="none" rtlCol="0">
              <a:spAutoFit/>
            </a:bodyPr>
            <a:lstStyle/>
            <a:p>
              <a:pPr fontAlgn="auto">
                <a:spcBef>
                  <a:spcPts val="0"/>
                </a:spcBef>
                <a:spcAft>
                  <a:spcPts val="0"/>
                </a:spcAft>
              </a:pPr>
              <a:r>
                <a:rPr lang="id-ID" sz="1000" b="1" dirty="0" smtClean="0">
                  <a:solidFill>
                    <a:prstClr val="white"/>
                  </a:solidFill>
                  <a:latin typeface="Roboto"/>
                  <a:cs typeface="Simplified Arabic" panose="02020603050405020304" pitchFamily="18" charset="-78"/>
                </a:rPr>
                <a:t>Step 01</a:t>
              </a:r>
              <a:endParaRPr lang="id-ID" sz="1000" b="1" dirty="0">
                <a:solidFill>
                  <a:prstClr val="white"/>
                </a:solidFill>
                <a:latin typeface="Roboto"/>
                <a:cs typeface="Simplified Arabic" panose="02020603050405020304" pitchFamily="18" charset="-78"/>
              </a:endParaRPr>
            </a:p>
          </p:txBody>
        </p:sp>
      </p:grpSp>
      <p:grpSp>
        <p:nvGrpSpPr>
          <p:cNvPr id="66" name="Group 65"/>
          <p:cNvGrpSpPr/>
          <p:nvPr/>
        </p:nvGrpSpPr>
        <p:grpSpPr>
          <a:xfrm>
            <a:off x="5944780" y="3242194"/>
            <a:ext cx="1415742" cy="605779"/>
            <a:chOff x="5944780" y="3029548"/>
            <a:chExt cx="1415742" cy="605779"/>
          </a:xfrm>
        </p:grpSpPr>
        <p:grpSp>
          <p:nvGrpSpPr>
            <p:cNvPr id="53" name="Group 52"/>
            <p:cNvGrpSpPr/>
            <p:nvPr/>
          </p:nvGrpSpPr>
          <p:grpSpPr>
            <a:xfrm>
              <a:off x="6248534" y="3119281"/>
              <a:ext cx="1111988" cy="442338"/>
              <a:chOff x="6162346" y="3212901"/>
              <a:chExt cx="1111988" cy="489768"/>
            </a:xfrm>
          </p:grpSpPr>
          <p:sp>
            <p:nvSpPr>
              <p:cNvPr id="52" name="Freeform 51"/>
              <p:cNvSpPr>
                <a:spLocks/>
              </p:cNvSpPr>
              <p:nvPr/>
            </p:nvSpPr>
            <p:spPr bwMode="auto">
              <a:xfrm flipH="1">
                <a:off x="6162347" y="3231951"/>
                <a:ext cx="1111987" cy="470718"/>
              </a:xfrm>
              <a:custGeom>
                <a:avLst/>
                <a:gdLst>
                  <a:gd name="connsiteX0" fmla="*/ 1111987 w 1111987"/>
                  <a:gd name="connsiteY0" fmla="*/ 0 h 470718"/>
                  <a:gd name="connsiteX1" fmla="*/ 218189 w 1111987"/>
                  <a:gd name="connsiteY1" fmla="*/ 30148 h 470718"/>
                  <a:gd name="connsiteX2" fmla="*/ 218189 w 1111987"/>
                  <a:gd name="connsiteY2" fmla="*/ 30483 h 470718"/>
                  <a:gd name="connsiteX3" fmla="*/ 214006 w 1111987"/>
                  <a:gd name="connsiteY3" fmla="*/ 30148 h 470718"/>
                  <a:gd name="connsiteX4" fmla="*/ 0 w 1111987"/>
                  <a:gd name="connsiteY4" fmla="*/ 221495 h 470718"/>
                  <a:gd name="connsiteX5" fmla="*/ 0 w 1111987"/>
                  <a:gd name="connsiteY5" fmla="*/ 268710 h 470718"/>
                  <a:gd name="connsiteX6" fmla="*/ 214006 w 1111987"/>
                  <a:gd name="connsiteY6" fmla="*/ 438797 h 470718"/>
                  <a:gd name="connsiteX7" fmla="*/ 218189 w 1111987"/>
                  <a:gd name="connsiteY7" fmla="*/ 438394 h 470718"/>
                  <a:gd name="connsiteX8" fmla="*/ 218189 w 1111987"/>
                  <a:gd name="connsiteY8" fmla="*/ 438797 h 470718"/>
                  <a:gd name="connsiteX9" fmla="*/ 1111987 w 1111987"/>
                  <a:gd name="connsiteY9" fmla="*/ 470718 h 470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1987" h="470718">
                    <a:moveTo>
                      <a:pt x="1111987" y="0"/>
                    </a:moveTo>
                    <a:lnTo>
                      <a:pt x="218189" y="30148"/>
                    </a:lnTo>
                    <a:lnTo>
                      <a:pt x="218189" y="30483"/>
                    </a:lnTo>
                    <a:lnTo>
                      <a:pt x="214006" y="30148"/>
                    </a:lnTo>
                    <a:lnTo>
                      <a:pt x="0" y="221495"/>
                    </a:lnTo>
                    <a:lnTo>
                      <a:pt x="0" y="268710"/>
                    </a:lnTo>
                    <a:lnTo>
                      <a:pt x="214006" y="438797"/>
                    </a:lnTo>
                    <a:lnTo>
                      <a:pt x="218189" y="438394"/>
                    </a:lnTo>
                    <a:lnTo>
                      <a:pt x="218189" y="438797"/>
                    </a:lnTo>
                    <a:lnTo>
                      <a:pt x="1111987" y="470718"/>
                    </a:lnTo>
                    <a:close/>
                  </a:path>
                </a:pathLst>
              </a:custGeom>
              <a:solidFill>
                <a:schemeClr val="accent3">
                  <a:lumMod val="75000"/>
                  <a:lumOff val="25000"/>
                </a:schemeClr>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47" name="Freeform 46"/>
              <p:cNvSpPr>
                <a:spLocks/>
              </p:cNvSpPr>
              <p:nvPr/>
            </p:nvSpPr>
            <p:spPr bwMode="auto">
              <a:xfrm flipH="1">
                <a:off x="6162346" y="3212901"/>
                <a:ext cx="1111987" cy="470718"/>
              </a:xfrm>
              <a:custGeom>
                <a:avLst/>
                <a:gdLst>
                  <a:gd name="connsiteX0" fmla="*/ 2040881 w 2040881"/>
                  <a:gd name="connsiteY0" fmla="*/ 0 h 704153"/>
                  <a:gd name="connsiteX1" fmla="*/ 440681 w 2040881"/>
                  <a:gd name="connsiteY1" fmla="*/ 0 h 704153"/>
                  <a:gd name="connsiteX2" fmla="*/ 440681 w 2040881"/>
                  <a:gd name="connsiteY2" fmla="*/ 577 h 704153"/>
                  <a:gd name="connsiteX3" fmla="*/ 433192 w 2040881"/>
                  <a:gd name="connsiteY3" fmla="*/ 0 h 704153"/>
                  <a:gd name="connsiteX4" fmla="*/ 0 w 2040881"/>
                  <a:gd name="connsiteY4" fmla="*/ 372787 h 704153"/>
                  <a:gd name="connsiteX5" fmla="*/ 433192 w 2040881"/>
                  <a:gd name="connsiteY5" fmla="*/ 704153 h 704153"/>
                  <a:gd name="connsiteX6" fmla="*/ 440681 w 2040881"/>
                  <a:gd name="connsiteY6" fmla="*/ 703460 h 704153"/>
                  <a:gd name="connsiteX7" fmla="*/ 440681 w 2040881"/>
                  <a:gd name="connsiteY7" fmla="*/ 704153 h 704153"/>
                  <a:gd name="connsiteX8" fmla="*/ 2040881 w 2040881"/>
                  <a:gd name="connsiteY8" fmla="*/ 704153 h 704153"/>
                  <a:gd name="connsiteX0" fmla="*/ 2040881 w 2040881"/>
                  <a:gd name="connsiteY0" fmla="*/ 0 h 756102"/>
                  <a:gd name="connsiteX1" fmla="*/ 440681 w 2040881"/>
                  <a:gd name="connsiteY1" fmla="*/ 51949 h 756102"/>
                  <a:gd name="connsiteX2" fmla="*/ 440681 w 2040881"/>
                  <a:gd name="connsiteY2" fmla="*/ 52526 h 756102"/>
                  <a:gd name="connsiteX3" fmla="*/ 433192 w 2040881"/>
                  <a:gd name="connsiteY3" fmla="*/ 51949 h 756102"/>
                  <a:gd name="connsiteX4" fmla="*/ 0 w 2040881"/>
                  <a:gd name="connsiteY4" fmla="*/ 424736 h 756102"/>
                  <a:gd name="connsiteX5" fmla="*/ 433192 w 2040881"/>
                  <a:gd name="connsiteY5" fmla="*/ 756102 h 756102"/>
                  <a:gd name="connsiteX6" fmla="*/ 440681 w 2040881"/>
                  <a:gd name="connsiteY6" fmla="*/ 755409 h 756102"/>
                  <a:gd name="connsiteX7" fmla="*/ 440681 w 2040881"/>
                  <a:gd name="connsiteY7" fmla="*/ 756102 h 756102"/>
                  <a:gd name="connsiteX8" fmla="*/ 2040881 w 2040881"/>
                  <a:gd name="connsiteY8" fmla="*/ 756102 h 756102"/>
                  <a:gd name="connsiteX9" fmla="*/ 2040881 w 2040881"/>
                  <a:gd name="connsiteY9" fmla="*/ 0 h 756102"/>
                  <a:gd name="connsiteX0" fmla="*/ 2040881 w 2040881"/>
                  <a:gd name="connsiteY0" fmla="*/ 0 h 811107"/>
                  <a:gd name="connsiteX1" fmla="*/ 440681 w 2040881"/>
                  <a:gd name="connsiteY1" fmla="*/ 51949 h 811107"/>
                  <a:gd name="connsiteX2" fmla="*/ 440681 w 2040881"/>
                  <a:gd name="connsiteY2" fmla="*/ 52526 h 811107"/>
                  <a:gd name="connsiteX3" fmla="*/ 433192 w 2040881"/>
                  <a:gd name="connsiteY3" fmla="*/ 51949 h 811107"/>
                  <a:gd name="connsiteX4" fmla="*/ 0 w 2040881"/>
                  <a:gd name="connsiteY4" fmla="*/ 424736 h 811107"/>
                  <a:gd name="connsiteX5" fmla="*/ 433192 w 2040881"/>
                  <a:gd name="connsiteY5" fmla="*/ 756102 h 811107"/>
                  <a:gd name="connsiteX6" fmla="*/ 440681 w 2040881"/>
                  <a:gd name="connsiteY6" fmla="*/ 755409 h 811107"/>
                  <a:gd name="connsiteX7" fmla="*/ 440681 w 2040881"/>
                  <a:gd name="connsiteY7" fmla="*/ 756102 h 811107"/>
                  <a:gd name="connsiteX8" fmla="*/ 2040881 w 2040881"/>
                  <a:gd name="connsiteY8" fmla="*/ 811107 h 811107"/>
                  <a:gd name="connsiteX9" fmla="*/ 2040881 w 2040881"/>
                  <a:gd name="connsiteY9" fmla="*/ 0 h 81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0881" h="811107">
                    <a:moveTo>
                      <a:pt x="2040881" y="0"/>
                    </a:moveTo>
                    <a:lnTo>
                      <a:pt x="440681" y="51949"/>
                    </a:lnTo>
                    <a:lnTo>
                      <a:pt x="440681" y="52526"/>
                    </a:lnTo>
                    <a:lnTo>
                      <a:pt x="433192" y="51949"/>
                    </a:lnTo>
                    <a:lnTo>
                      <a:pt x="0" y="424736"/>
                    </a:lnTo>
                    <a:lnTo>
                      <a:pt x="433192" y="756102"/>
                    </a:lnTo>
                    <a:lnTo>
                      <a:pt x="440681" y="755409"/>
                    </a:lnTo>
                    <a:lnTo>
                      <a:pt x="440681" y="756102"/>
                    </a:lnTo>
                    <a:lnTo>
                      <a:pt x="2040881" y="811107"/>
                    </a:lnTo>
                    <a:lnTo>
                      <a:pt x="2040881" y="0"/>
                    </a:ln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grpSp>
        <p:sp>
          <p:nvSpPr>
            <p:cNvPr id="15" name="Freeform 90"/>
            <p:cNvSpPr>
              <a:spLocks/>
            </p:cNvSpPr>
            <p:nvPr/>
          </p:nvSpPr>
          <p:spPr bwMode="auto">
            <a:xfrm>
              <a:off x="5944780" y="3029548"/>
              <a:ext cx="317559" cy="605779"/>
            </a:xfrm>
            <a:custGeom>
              <a:avLst/>
              <a:gdLst>
                <a:gd name="T0" fmla="*/ 0 w 68"/>
                <a:gd name="T1" fmla="*/ 128 h 130"/>
                <a:gd name="T2" fmla="*/ 36 w 68"/>
                <a:gd name="T3" fmla="*/ 130 h 130"/>
                <a:gd name="T4" fmla="*/ 68 w 68"/>
                <a:gd name="T5" fmla="*/ 128 h 130"/>
                <a:gd name="T6" fmla="*/ 68 w 68"/>
                <a:gd name="T7" fmla="*/ 5 h 130"/>
                <a:gd name="T8" fmla="*/ 33 w 68"/>
                <a:gd name="T9" fmla="*/ 0 h 130"/>
                <a:gd name="T10" fmla="*/ 0 w 68"/>
                <a:gd name="T11" fmla="*/ 5 h 130"/>
                <a:gd name="T12" fmla="*/ 0 w 68"/>
                <a:gd name="T13" fmla="*/ 128 h 130"/>
              </a:gdLst>
              <a:ahLst/>
              <a:cxnLst>
                <a:cxn ang="0">
                  <a:pos x="T0" y="T1"/>
                </a:cxn>
                <a:cxn ang="0">
                  <a:pos x="T2" y="T3"/>
                </a:cxn>
                <a:cxn ang="0">
                  <a:pos x="T4" y="T5"/>
                </a:cxn>
                <a:cxn ang="0">
                  <a:pos x="T6" y="T7"/>
                </a:cxn>
                <a:cxn ang="0">
                  <a:pos x="T8" y="T9"/>
                </a:cxn>
                <a:cxn ang="0">
                  <a:pos x="T10" y="T11"/>
                </a:cxn>
                <a:cxn ang="0">
                  <a:pos x="T12" y="T13"/>
                </a:cxn>
              </a:cxnLst>
              <a:rect l="0" t="0" r="r" b="b"/>
              <a:pathLst>
                <a:path w="68" h="130">
                  <a:moveTo>
                    <a:pt x="0" y="128"/>
                  </a:moveTo>
                  <a:cubicBezTo>
                    <a:pt x="0" y="128"/>
                    <a:pt x="16" y="130"/>
                    <a:pt x="36" y="130"/>
                  </a:cubicBezTo>
                  <a:cubicBezTo>
                    <a:pt x="55" y="130"/>
                    <a:pt x="68" y="128"/>
                    <a:pt x="68" y="128"/>
                  </a:cubicBezTo>
                  <a:cubicBezTo>
                    <a:pt x="68" y="5"/>
                    <a:pt x="68" y="5"/>
                    <a:pt x="68" y="5"/>
                  </a:cubicBezTo>
                  <a:cubicBezTo>
                    <a:pt x="68" y="5"/>
                    <a:pt x="54" y="0"/>
                    <a:pt x="33" y="0"/>
                  </a:cubicBezTo>
                  <a:cubicBezTo>
                    <a:pt x="12" y="0"/>
                    <a:pt x="0" y="5"/>
                    <a:pt x="0" y="5"/>
                  </a:cubicBezTo>
                  <a:lnTo>
                    <a:pt x="0" y="128"/>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59" name="TextBox 58"/>
            <p:cNvSpPr txBox="1"/>
            <p:nvPr/>
          </p:nvSpPr>
          <p:spPr>
            <a:xfrm>
              <a:off x="6357145" y="3224068"/>
              <a:ext cx="670376" cy="261610"/>
            </a:xfrm>
            <a:prstGeom prst="rect">
              <a:avLst/>
            </a:prstGeom>
            <a:noFill/>
          </p:spPr>
          <p:txBody>
            <a:bodyPr wrap="none" rtlCol="0">
              <a:spAutoFit/>
            </a:bodyPr>
            <a:lstStyle/>
            <a:p>
              <a:pPr fontAlgn="auto">
                <a:spcBef>
                  <a:spcPts val="0"/>
                </a:spcBef>
                <a:spcAft>
                  <a:spcPts val="0"/>
                </a:spcAft>
              </a:pPr>
              <a:r>
                <a:rPr lang="id-ID" sz="1100" b="1" dirty="0" smtClean="0">
                  <a:solidFill>
                    <a:prstClr val="white"/>
                  </a:solidFill>
                  <a:latin typeface="Roboto"/>
                  <a:cs typeface="Simplified Arabic" panose="02020603050405020304" pitchFamily="18" charset="-78"/>
                </a:rPr>
                <a:t>Step 02</a:t>
              </a:r>
              <a:endParaRPr lang="id-ID" sz="1100" b="1" dirty="0">
                <a:solidFill>
                  <a:prstClr val="white"/>
                </a:solidFill>
                <a:latin typeface="Roboto"/>
                <a:cs typeface="Simplified Arabic" panose="02020603050405020304" pitchFamily="18" charset="-78"/>
              </a:endParaRPr>
            </a:p>
          </p:txBody>
        </p:sp>
      </p:grpSp>
      <p:sp>
        <p:nvSpPr>
          <p:cNvPr id="61" name="TextBox 60"/>
          <p:cNvSpPr txBox="1"/>
          <p:nvPr/>
        </p:nvSpPr>
        <p:spPr>
          <a:xfrm>
            <a:off x="7694510" y="2848339"/>
            <a:ext cx="3938239" cy="1107996"/>
          </a:xfrm>
          <a:prstGeom prst="rect">
            <a:avLst/>
          </a:prstGeom>
          <a:noFill/>
        </p:spPr>
        <p:txBody>
          <a:bodyPr wrap="square" lIns="0" tIns="0" rIns="0" bIns="0" rtlCol="0">
            <a:spAutoFit/>
          </a:bodyPr>
          <a:lstStyle/>
          <a:p>
            <a:pPr fontAlgn="auto">
              <a:spcBef>
                <a:spcPts val="0"/>
              </a:spcBef>
              <a:spcAft>
                <a:spcPts val="0"/>
              </a:spcAft>
            </a:pPr>
            <a:r>
              <a:rPr lang="ar-SA" sz="2400" b="1" dirty="0">
                <a:cs typeface="Simplified Arabic" panose="02020603050405020304" pitchFamily="18" charset="-78"/>
              </a:rPr>
              <a:t>تصميم البرنامج بطريقة تفاعلية ليسمح للمتعلمين بالتخاطب والتفاعل مع البرنامج</a:t>
            </a:r>
            <a:endParaRPr lang="en-AU" sz="2400" b="1" dirty="0">
              <a:solidFill>
                <a:prstClr val="black">
                  <a:lumMod val="50000"/>
                  <a:lumOff val="50000"/>
                </a:prstClr>
              </a:solidFill>
              <a:latin typeface="Roboto Lt"/>
              <a:cs typeface="Simplified Arabic" panose="02020603050405020304" pitchFamily="18" charset="-78"/>
            </a:endParaRPr>
          </a:p>
        </p:txBody>
      </p:sp>
      <p:sp>
        <p:nvSpPr>
          <p:cNvPr id="62" name="TextBox 61"/>
          <p:cNvSpPr txBox="1"/>
          <p:nvPr/>
        </p:nvSpPr>
        <p:spPr>
          <a:xfrm>
            <a:off x="433475" y="2151610"/>
            <a:ext cx="4391193" cy="1107996"/>
          </a:xfrm>
          <a:prstGeom prst="rect">
            <a:avLst/>
          </a:prstGeom>
          <a:noFill/>
        </p:spPr>
        <p:txBody>
          <a:bodyPr wrap="square" lIns="0" tIns="0" rIns="0" bIns="0" rtlCol="0">
            <a:spAutoFit/>
          </a:bodyPr>
          <a:lstStyle/>
          <a:p>
            <a:pPr algn="r" fontAlgn="auto">
              <a:spcBef>
                <a:spcPts val="0"/>
              </a:spcBef>
              <a:spcAft>
                <a:spcPts val="0"/>
              </a:spcAft>
            </a:pPr>
            <a:r>
              <a:rPr lang="ar-SA" sz="2400" b="1" dirty="0">
                <a:cs typeface="Simplified Arabic" panose="02020603050405020304" pitchFamily="18" charset="-78"/>
              </a:rPr>
              <a:t>مراعاة أن يكون المنتج المصمم يعمل على مساعد المتعلمين على التفكير فيما يعرفونه وفيما يتعلمونه</a:t>
            </a:r>
            <a:endParaRPr lang="en-AU" sz="2400" b="1" dirty="0">
              <a:solidFill>
                <a:prstClr val="black">
                  <a:lumMod val="50000"/>
                  <a:lumOff val="50000"/>
                </a:prstClr>
              </a:solidFill>
              <a:latin typeface="Roboto Lt"/>
              <a:cs typeface="Simplified Arabic" panose="02020603050405020304" pitchFamily="18" charset="-78"/>
            </a:endParaRPr>
          </a:p>
        </p:txBody>
      </p:sp>
      <p:sp>
        <p:nvSpPr>
          <p:cNvPr id="63" name="TextBox 62"/>
          <p:cNvSpPr txBox="1"/>
          <p:nvPr/>
        </p:nvSpPr>
        <p:spPr>
          <a:xfrm>
            <a:off x="353631" y="5139253"/>
            <a:ext cx="3495247" cy="1107996"/>
          </a:xfrm>
          <a:prstGeom prst="rect">
            <a:avLst/>
          </a:prstGeom>
          <a:noFill/>
        </p:spPr>
        <p:txBody>
          <a:bodyPr wrap="square" lIns="0" tIns="0" rIns="0" bIns="0" rtlCol="0">
            <a:spAutoFit/>
          </a:bodyPr>
          <a:lstStyle/>
          <a:p>
            <a:pPr algn="r" fontAlgn="auto">
              <a:spcBef>
                <a:spcPts val="0"/>
              </a:spcBef>
              <a:spcAft>
                <a:spcPts val="0"/>
              </a:spcAft>
            </a:pPr>
            <a:r>
              <a:rPr lang="ar-SA" sz="2400" b="1" dirty="0">
                <a:cs typeface="Simplified Arabic" panose="02020603050405020304" pitchFamily="18" charset="-78"/>
              </a:rPr>
              <a:t>مراعاة سهولة الاستخدام لبيئة التعليم أثناء تصميم برامج الوسائط المتعددة</a:t>
            </a:r>
            <a:endParaRPr lang="en-AU" sz="2400" b="1" dirty="0">
              <a:solidFill>
                <a:prstClr val="black">
                  <a:lumMod val="50000"/>
                  <a:lumOff val="50000"/>
                </a:prstClr>
              </a:solidFill>
              <a:latin typeface="Roboto Lt"/>
              <a:cs typeface="Simplified Arabic" panose="02020603050405020304" pitchFamily="18" charset="-78"/>
            </a:endParaRPr>
          </a:p>
        </p:txBody>
      </p:sp>
      <p:sp>
        <p:nvSpPr>
          <p:cNvPr id="64" name="TextBox 63"/>
          <p:cNvSpPr txBox="1"/>
          <p:nvPr/>
        </p:nvSpPr>
        <p:spPr>
          <a:xfrm>
            <a:off x="8358241" y="4460391"/>
            <a:ext cx="3635285" cy="1107996"/>
          </a:xfrm>
          <a:prstGeom prst="rect">
            <a:avLst/>
          </a:prstGeom>
          <a:noFill/>
        </p:spPr>
        <p:txBody>
          <a:bodyPr wrap="square" lIns="0" tIns="0" rIns="0" bIns="0" rtlCol="0">
            <a:spAutoFit/>
          </a:bodyPr>
          <a:lstStyle/>
          <a:p>
            <a:pPr fontAlgn="auto">
              <a:spcBef>
                <a:spcPts val="0"/>
              </a:spcBef>
              <a:spcAft>
                <a:spcPts val="0"/>
              </a:spcAft>
            </a:pPr>
            <a:r>
              <a:rPr lang="ar-SA" sz="2400" b="1" dirty="0">
                <a:cs typeface="Simplified Arabic" panose="02020603050405020304" pitchFamily="18" charset="-78"/>
              </a:rPr>
              <a:t>صياغة برامج الوسائط المتعددة باللغة السهلة والبسيطة لتحقق للمتعلمين سهولة التعامل مع المنتج</a:t>
            </a:r>
            <a:endParaRPr lang="en-AU" sz="2400" b="1" dirty="0">
              <a:solidFill>
                <a:prstClr val="black">
                  <a:lumMod val="50000"/>
                  <a:lumOff val="50000"/>
                </a:prstClr>
              </a:solidFill>
              <a:latin typeface="Roboto Lt"/>
              <a:cs typeface="Simplified Arabic" panose="02020603050405020304" pitchFamily="18" charset="-78"/>
            </a:endParaRPr>
          </a:p>
        </p:txBody>
      </p:sp>
      <p:sp>
        <p:nvSpPr>
          <p:cNvPr id="51" name="Title 1"/>
          <p:cNvSpPr>
            <a:spLocks noGrp="1"/>
          </p:cNvSpPr>
          <p:nvPr>
            <p:ph type="title"/>
          </p:nvPr>
        </p:nvSpPr>
        <p:spPr>
          <a:xfrm>
            <a:off x="473246" y="627105"/>
            <a:ext cx="11233150" cy="405130"/>
          </a:xfrm>
        </p:spPr>
        <p:txBody>
          <a:bodyPr>
            <a:normAutofit fontScale="90000"/>
          </a:bodyPr>
          <a:lstStyle/>
          <a:p>
            <a:pPr marL="742950" lvl="0" indent="-742950" algn="r" rtl="1">
              <a:buFont typeface="+mj-lt"/>
              <a:buAutoNum type="arabicPeriod" startAt="6"/>
            </a:pPr>
            <a:r>
              <a:rPr lang="ar-SA" u="sng" dirty="0">
                <a:solidFill>
                  <a:srgbClr val="FF0000"/>
                </a:solidFill>
              </a:rPr>
              <a:t>مبادئ تصميم الوسائط المتعددة</a:t>
            </a:r>
            <a:endParaRPr lang="en-US" u="sng" dirty="0">
              <a:solidFill>
                <a:srgbClr val="FF0000"/>
              </a:solidFill>
            </a:endParaRPr>
          </a:p>
        </p:txBody>
      </p:sp>
      <p:sp>
        <p:nvSpPr>
          <p:cNvPr id="4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8198379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2" fill="hold" nodeType="afterEffect">
                                  <p:stCondLst>
                                    <p:cond delay="0"/>
                                  </p:stCondLst>
                                  <p:childTnLst>
                                    <p:set>
                                      <p:cBhvr>
                                        <p:cTn id="11" dur="1" fill="hold">
                                          <p:stCondLst>
                                            <p:cond delay="0"/>
                                          </p:stCondLst>
                                        </p:cTn>
                                        <p:tgtEl>
                                          <p:spTgt spid="65"/>
                                        </p:tgtEl>
                                        <p:attrNameLst>
                                          <p:attrName>style.visibility</p:attrName>
                                        </p:attrNameLst>
                                      </p:cBhvr>
                                      <p:to>
                                        <p:strVal val="visible"/>
                                      </p:to>
                                    </p:set>
                                    <p:animEffect transition="in" filter="wipe(right)">
                                      <p:cBhvr>
                                        <p:cTn id="12" dur="500"/>
                                        <p:tgtEl>
                                          <p:spTgt spid="65"/>
                                        </p:tgtEl>
                                      </p:cBhvr>
                                    </p:animEffect>
                                  </p:childTnLst>
                                </p:cTn>
                              </p:par>
                            </p:childTnLst>
                          </p:cTn>
                        </p:par>
                        <p:par>
                          <p:cTn id="13" fill="hold">
                            <p:stCondLst>
                              <p:cond delay="1000"/>
                            </p:stCondLst>
                            <p:childTnLst>
                              <p:par>
                                <p:cTn id="14" presetID="18" presetClass="entr" presetSubtype="12" fill="hold" grpId="0" nodeType="afterEffect">
                                  <p:stCondLst>
                                    <p:cond delay="0"/>
                                  </p:stCondLst>
                                  <p:childTnLst>
                                    <p:set>
                                      <p:cBhvr>
                                        <p:cTn id="15" dur="1" fill="hold">
                                          <p:stCondLst>
                                            <p:cond delay="0"/>
                                          </p:stCondLst>
                                        </p:cTn>
                                        <p:tgtEl>
                                          <p:spTgt spid="62"/>
                                        </p:tgtEl>
                                        <p:attrNameLst>
                                          <p:attrName>style.visibility</p:attrName>
                                        </p:attrNameLst>
                                      </p:cBhvr>
                                      <p:to>
                                        <p:strVal val="visible"/>
                                      </p:to>
                                    </p:set>
                                    <p:animEffect transition="in" filter="strips(downLeft)">
                                      <p:cBhvr>
                                        <p:cTn id="16" dur="500"/>
                                        <p:tgtEl>
                                          <p:spTgt spid="62"/>
                                        </p:tgtEl>
                                      </p:cBhvr>
                                    </p:animEffect>
                                  </p:childTnLst>
                                </p:cTn>
                              </p:par>
                            </p:childTnLst>
                          </p:cTn>
                        </p:par>
                        <p:par>
                          <p:cTn id="17" fill="hold">
                            <p:stCondLst>
                              <p:cond delay="1500"/>
                            </p:stCondLst>
                            <p:childTnLst>
                              <p:par>
                                <p:cTn id="18" presetID="22" presetClass="entr" presetSubtype="8" fill="hold" nodeType="after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wipe(left)">
                                      <p:cBhvr>
                                        <p:cTn id="20" dur="500"/>
                                        <p:tgtEl>
                                          <p:spTgt spid="66"/>
                                        </p:tgtEl>
                                      </p:cBhvr>
                                    </p:animEffect>
                                  </p:childTnLst>
                                </p:cTn>
                              </p:par>
                            </p:childTnLst>
                          </p:cTn>
                        </p:par>
                        <p:par>
                          <p:cTn id="21" fill="hold">
                            <p:stCondLst>
                              <p:cond delay="2000"/>
                            </p:stCondLst>
                            <p:childTnLst>
                              <p:par>
                                <p:cTn id="22" presetID="18" presetClass="entr" presetSubtype="6" fill="hold" grpId="0" nodeType="afterEffect">
                                  <p:stCondLst>
                                    <p:cond delay="0"/>
                                  </p:stCondLst>
                                  <p:childTnLst>
                                    <p:set>
                                      <p:cBhvr>
                                        <p:cTn id="23" dur="1" fill="hold">
                                          <p:stCondLst>
                                            <p:cond delay="0"/>
                                          </p:stCondLst>
                                        </p:cTn>
                                        <p:tgtEl>
                                          <p:spTgt spid="61"/>
                                        </p:tgtEl>
                                        <p:attrNameLst>
                                          <p:attrName>style.visibility</p:attrName>
                                        </p:attrNameLst>
                                      </p:cBhvr>
                                      <p:to>
                                        <p:strVal val="visible"/>
                                      </p:to>
                                    </p:set>
                                    <p:animEffect transition="in" filter="strips(downRight)">
                                      <p:cBhvr>
                                        <p:cTn id="24" dur="500"/>
                                        <p:tgtEl>
                                          <p:spTgt spid="61"/>
                                        </p:tgtEl>
                                      </p:cBhvr>
                                    </p:animEffect>
                                  </p:childTnLst>
                                </p:cTn>
                              </p:par>
                            </p:childTnLst>
                          </p:cTn>
                        </p:par>
                        <p:par>
                          <p:cTn id="25" fill="hold">
                            <p:stCondLst>
                              <p:cond delay="2500"/>
                            </p:stCondLst>
                            <p:childTnLst>
                              <p:par>
                                <p:cTn id="26" presetID="22" presetClass="entr" presetSubtype="8" fill="hold" nodeType="afterEffect">
                                  <p:stCondLst>
                                    <p:cond delay="0"/>
                                  </p:stCondLst>
                                  <p:childTnLst>
                                    <p:set>
                                      <p:cBhvr>
                                        <p:cTn id="27" dur="1" fill="hold">
                                          <p:stCondLst>
                                            <p:cond delay="0"/>
                                          </p:stCondLst>
                                        </p:cTn>
                                        <p:tgtEl>
                                          <p:spTgt spid="67"/>
                                        </p:tgtEl>
                                        <p:attrNameLst>
                                          <p:attrName>style.visibility</p:attrName>
                                        </p:attrNameLst>
                                      </p:cBhvr>
                                      <p:to>
                                        <p:strVal val="visible"/>
                                      </p:to>
                                    </p:set>
                                    <p:animEffect transition="in" filter="wipe(left)">
                                      <p:cBhvr>
                                        <p:cTn id="28" dur="500"/>
                                        <p:tgtEl>
                                          <p:spTgt spid="67"/>
                                        </p:tgtEl>
                                      </p:cBhvr>
                                    </p:animEffect>
                                  </p:childTnLst>
                                </p:cTn>
                              </p:par>
                            </p:childTnLst>
                          </p:cTn>
                        </p:par>
                        <p:par>
                          <p:cTn id="29" fill="hold">
                            <p:stCondLst>
                              <p:cond delay="3000"/>
                            </p:stCondLst>
                            <p:childTnLst>
                              <p:par>
                                <p:cTn id="30" presetID="18" presetClass="entr" presetSubtype="6" fill="hold" grpId="0" nodeType="afterEffect">
                                  <p:stCondLst>
                                    <p:cond delay="0"/>
                                  </p:stCondLst>
                                  <p:childTnLst>
                                    <p:set>
                                      <p:cBhvr>
                                        <p:cTn id="31" dur="1" fill="hold">
                                          <p:stCondLst>
                                            <p:cond delay="0"/>
                                          </p:stCondLst>
                                        </p:cTn>
                                        <p:tgtEl>
                                          <p:spTgt spid="64"/>
                                        </p:tgtEl>
                                        <p:attrNameLst>
                                          <p:attrName>style.visibility</p:attrName>
                                        </p:attrNameLst>
                                      </p:cBhvr>
                                      <p:to>
                                        <p:strVal val="visible"/>
                                      </p:to>
                                    </p:set>
                                    <p:animEffect transition="in" filter="strips(downRight)">
                                      <p:cBhvr>
                                        <p:cTn id="32" dur="500"/>
                                        <p:tgtEl>
                                          <p:spTgt spid="64"/>
                                        </p:tgtEl>
                                      </p:cBhvr>
                                    </p:animEffect>
                                  </p:childTnLst>
                                </p:cTn>
                              </p:par>
                            </p:childTnLst>
                          </p:cTn>
                        </p:par>
                        <p:par>
                          <p:cTn id="33" fill="hold">
                            <p:stCondLst>
                              <p:cond delay="3500"/>
                            </p:stCondLst>
                            <p:childTnLst>
                              <p:par>
                                <p:cTn id="34" presetID="22" presetClass="entr" presetSubtype="2" fill="hold" nodeType="afterEffect">
                                  <p:stCondLst>
                                    <p:cond delay="0"/>
                                  </p:stCondLst>
                                  <p:childTnLst>
                                    <p:set>
                                      <p:cBhvr>
                                        <p:cTn id="35" dur="1" fill="hold">
                                          <p:stCondLst>
                                            <p:cond delay="0"/>
                                          </p:stCondLst>
                                        </p:cTn>
                                        <p:tgtEl>
                                          <p:spTgt spid="68"/>
                                        </p:tgtEl>
                                        <p:attrNameLst>
                                          <p:attrName>style.visibility</p:attrName>
                                        </p:attrNameLst>
                                      </p:cBhvr>
                                      <p:to>
                                        <p:strVal val="visible"/>
                                      </p:to>
                                    </p:set>
                                    <p:animEffect transition="in" filter="wipe(right)">
                                      <p:cBhvr>
                                        <p:cTn id="36" dur="500"/>
                                        <p:tgtEl>
                                          <p:spTgt spid="68"/>
                                        </p:tgtEl>
                                      </p:cBhvr>
                                    </p:animEffect>
                                  </p:childTnLst>
                                </p:cTn>
                              </p:par>
                            </p:childTnLst>
                          </p:cTn>
                        </p:par>
                        <p:par>
                          <p:cTn id="37" fill="hold">
                            <p:stCondLst>
                              <p:cond delay="4000"/>
                            </p:stCondLst>
                            <p:childTnLst>
                              <p:par>
                                <p:cTn id="38" presetID="18" presetClass="entr" presetSubtype="12" fill="hold" grpId="0" nodeType="afterEffect">
                                  <p:stCondLst>
                                    <p:cond delay="0"/>
                                  </p:stCondLst>
                                  <p:childTnLst>
                                    <p:set>
                                      <p:cBhvr>
                                        <p:cTn id="39" dur="1" fill="hold">
                                          <p:stCondLst>
                                            <p:cond delay="0"/>
                                          </p:stCondLst>
                                        </p:cTn>
                                        <p:tgtEl>
                                          <p:spTgt spid="63"/>
                                        </p:tgtEl>
                                        <p:attrNameLst>
                                          <p:attrName>style.visibility</p:attrName>
                                        </p:attrNameLst>
                                      </p:cBhvr>
                                      <p:to>
                                        <p:strVal val="visible"/>
                                      </p:to>
                                    </p:set>
                                    <p:animEffect transition="in" filter="strips(downLeft)">
                                      <p:cBhvr>
                                        <p:cTn id="40"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1" grpId="0"/>
      <p:bldP spid="62" grpId="0"/>
      <p:bldP spid="63" grpId="0"/>
      <p:bldP spid="64" grpId="0"/>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6086669" y="987211"/>
            <a:ext cx="6526306" cy="2822938"/>
          </a:xfrm>
          <a:prstGeom prst="hexagon">
            <a:avLst/>
          </a:prstGeom>
          <a:solidFill>
            <a:srgbClr val="0160A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6568751" y="1901793"/>
            <a:ext cx="5623249" cy="1200329"/>
          </a:xfrm>
          <a:prstGeom prst="rect">
            <a:avLst/>
          </a:prstGeom>
          <a:noFill/>
        </p:spPr>
        <p:txBody>
          <a:bodyPr wrap="square" rtlCol="0">
            <a:spAutoFit/>
          </a:bodyPr>
          <a:lstStyle/>
          <a:p>
            <a:pPr algn="ctr" rtl="1" fontAlgn="auto">
              <a:spcBef>
                <a:spcPts val="0"/>
              </a:spcBef>
              <a:spcAft>
                <a:spcPts val="0"/>
              </a:spcAft>
            </a:pPr>
            <a:r>
              <a:rPr lang="ar-AE" sz="3600" b="1" u="sng" dirty="0">
                <a:solidFill>
                  <a:prstClr val="white"/>
                </a:solidFill>
                <a:cs typeface="Simplified Arabic" panose="02020603050405020304" pitchFamily="18" charset="-78"/>
              </a:rPr>
              <a:t>ب‌-	العروض التقديمية </a:t>
            </a:r>
            <a:r>
              <a:rPr lang="en-US" sz="3600" b="1" u="sng" dirty="0">
                <a:solidFill>
                  <a:prstClr val="white"/>
                </a:solidFill>
                <a:cs typeface="Simplified Arabic" panose="02020603050405020304" pitchFamily="18" charset="-78"/>
              </a:rPr>
              <a:t>Presentations</a:t>
            </a:r>
            <a:endParaRPr lang="en-US" sz="3600" u="sng"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9" name="Group 8"/>
          <p:cNvGrpSpPr/>
          <p:nvPr/>
        </p:nvGrpSpPr>
        <p:grpSpPr>
          <a:xfrm>
            <a:off x="2445396" y="523842"/>
            <a:ext cx="1897063" cy="3749675"/>
            <a:chOff x="5075238" y="1525588"/>
            <a:chExt cx="1897063" cy="3749675"/>
          </a:xfrm>
        </p:grpSpPr>
        <p:sp>
          <p:nvSpPr>
            <p:cNvPr id="10" name="AutoShape 3"/>
            <p:cNvSpPr>
              <a:spLocks noChangeAspect="1" noChangeArrowheads="1" noTextEdit="1"/>
            </p:cNvSpPr>
            <p:nvPr/>
          </p:nvSpPr>
          <p:spPr bwMode="auto">
            <a:xfrm>
              <a:off x="5091113" y="1525588"/>
              <a:ext cx="1866900" cy="374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1" name="Freeform 10"/>
            <p:cNvSpPr>
              <a:spLocks/>
            </p:cNvSpPr>
            <p:nvPr/>
          </p:nvSpPr>
          <p:spPr bwMode="auto">
            <a:xfrm>
              <a:off x="5251451" y="4984751"/>
              <a:ext cx="1512888" cy="288925"/>
            </a:xfrm>
            <a:custGeom>
              <a:avLst/>
              <a:gdLst>
                <a:gd name="T0" fmla="*/ 505 w 931"/>
                <a:gd name="T1" fmla="*/ 0 h 178"/>
                <a:gd name="T2" fmla="*/ 385 w 931"/>
                <a:gd name="T3" fmla="*/ 3 h 178"/>
                <a:gd name="T4" fmla="*/ 304 w 931"/>
                <a:gd name="T5" fmla="*/ 12 h 178"/>
                <a:gd name="T6" fmla="*/ 270 w 931"/>
                <a:gd name="T7" fmla="*/ 16 h 178"/>
                <a:gd name="T8" fmla="*/ 106 w 931"/>
                <a:gd name="T9" fmla="*/ 34 h 178"/>
                <a:gd name="T10" fmla="*/ 37 w 931"/>
                <a:gd name="T11" fmla="*/ 133 h 178"/>
                <a:gd name="T12" fmla="*/ 144 w 931"/>
                <a:gd name="T13" fmla="*/ 165 h 178"/>
                <a:gd name="T14" fmla="*/ 248 w 931"/>
                <a:gd name="T15" fmla="*/ 170 h 178"/>
                <a:gd name="T16" fmla="*/ 342 w 931"/>
                <a:gd name="T17" fmla="*/ 169 h 178"/>
                <a:gd name="T18" fmla="*/ 352 w 931"/>
                <a:gd name="T19" fmla="*/ 168 h 178"/>
                <a:gd name="T20" fmla="*/ 549 w 931"/>
                <a:gd name="T21" fmla="*/ 177 h 178"/>
                <a:gd name="T22" fmla="*/ 641 w 931"/>
                <a:gd name="T23" fmla="*/ 178 h 178"/>
                <a:gd name="T24" fmla="*/ 758 w 931"/>
                <a:gd name="T25" fmla="*/ 175 h 178"/>
                <a:gd name="T26" fmla="*/ 868 w 931"/>
                <a:gd name="T27" fmla="*/ 161 h 178"/>
                <a:gd name="T28" fmla="*/ 921 w 931"/>
                <a:gd name="T29" fmla="*/ 117 h 178"/>
                <a:gd name="T30" fmla="*/ 893 w 931"/>
                <a:gd name="T31" fmla="*/ 47 h 178"/>
                <a:gd name="T32" fmla="*/ 747 w 931"/>
                <a:gd name="T33" fmla="*/ 11 h 178"/>
                <a:gd name="T34" fmla="*/ 519 w 931"/>
                <a:gd name="T35" fmla="*/ 1 h 178"/>
                <a:gd name="T36" fmla="*/ 505 w 931"/>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1" h="178">
                  <a:moveTo>
                    <a:pt x="505" y="0"/>
                  </a:moveTo>
                  <a:cubicBezTo>
                    <a:pt x="465" y="0"/>
                    <a:pt x="425" y="2"/>
                    <a:pt x="385" y="3"/>
                  </a:cubicBezTo>
                  <a:cubicBezTo>
                    <a:pt x="359" y="5"/>
                    <a:pt x="331" y="7"/>
                    <a:pt x="304" y="12"/>
                  </a:cubicBezTo>
                  <a:cubicBezTo>
                    <a:pt x="292" y="13"/>
                    <a:pt x="281" y="15"/>
                    <a:pt x="270" y="16"/>
                  </a:cubicBezTo>
                  <a:cubicBezTo>
                    <a:pt x="215" y="22"/>
                    <a:pt x="159" y="18"/>
                    <a:pt x="106" y="34"/>
                  </a:cubicBezTo>
                  <a:cubicBezTo>
                    <a:pt x="64" y="47"/>
                    <a:pt x="0" y="82"/>
                    <a:pt x="37" y="133"/>
                  </a:cubicBezTo>
                  <a:cubicBezTo>
                    <a:pt x="57" y="162"/>
                    <a:pt x="113" y="162"/>
                    <a:pt x="144" y="165"/>
                  </a:cubicBezTo>
                  <a:cubicBezTo>
                    <a:pt x="179" y="169"/>
                    <a:pt x="213" y="170"/>
                    <a:pt x="248" y="170"/>
                  </a:cubicBezTo>
                  <a:cubicBezTo>
                    <a:pt x="279" y="170"/>
                    <a:pt x="311" y="169"/>
                    <a:pt x="342" y="169"/>
                  </a:cubicBezTo>
                  <a:cubicBezTo>
                    <a:pt x="345" y="169"/>
                    <a:pt x="349" y="168"/>
                    <a:pt x="352" y="168"/>
                  </a:cubicBezTo>
                  <a:cubicBezTo>
                    <a:pt x="418" y="168"/>
                    <a:pt x="483" y="174"/>
                    <a:pt x="549" y="177"/>
                  </a:cubicBezTo>
                  <a:cubicBezTo>
                    <a:pt x="580" y="178"/>
                    <a:pt x="611" y="178"/>
                    <a:pt x="641" y="178"/>
                  </a:cubicBezTo>
                  <a:cubicBezTo>
                    <a:pt x="680" y="178"/>
                    <a:pt x="719" y="177"/>
                    <a:pt x="758" y="175"/>
                  </a:cubicBezTo>
                  <a:cubicBezTo>
                    <a:pt x="794" y="173"/>
                    <a:pt x="833" y="172"/>
                    <a:pt x="868" y="161"/>
                  </a:cubicBezTo>
                  <a:cubicBezTo>
                    <a:pt x="891" y="154"/>
                    <a:pt x="912" y="142"/>
                    <a:pt x="921" y="117"/>
                  </a:cubicBezTo>
                  <a:cubicBezTo>
                    <a:pt x="931" y="90"/>
                    <a:pt x="914" y="63"/>
                    <a:pt x="893" y="47"/>
                  </a:cubicBezTo>
                  <a:cubicBezTo>
                    <a:pt x="855" y="16"/>
                    <a:pt x="793" y="15"/>
                    <a:pt x="747" y="11"/>
                  </a:cubicBezTo>
                  <a:cubicBezTo>
                    <a:pt x="671" y="5"/>
                    <a:pt x="595" y="1"/>
                    <a:pt x="519" y="1"/>
                  </a:cubicBezTo>
                  <a:cubicBezTo>
                    <a:pt x="514" y="0"/>
                    <a:pt x="510" y="0"/>
                    <a:pt x="505" y="0"/>
                  </a:cubicBezTo>
                </a:path>
              </a:pathLst>
            </a:custGeom>
            <a:solidFill>
              <a:srgbClr val="E7E6E6">
                <a:lumMod val="90000"/>
              </a:srgbClr>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2" name="Freeform 11"/>
            <p:cNvSpPr>
              <a:spLocks/>
            </p:cNvSpPr>
            <p:nvPr/>
          </p:nvSpPr>
          <p:spPr bwMode="auto">
            <a:xfrm>
              <a:off x="5235576" y="2057401"/>
              <a:ext cx="1484313" cy="1423988"/>
            </a:xfrm>
            <a:custGeom>
              <a:avLst/>
              <a:gdLst>
                <a:gd name="T0" fmla="*/ 878 w 913"/>
                <a:gd name="T1" fmla="*/ 747 h 878"/>
                <a:gd name="T2" fmla="*/ 881 w 913"/>
                <a:gd name="T3" fmla="*/ 746 h 878"/>
                <a:gd name="T4" fmla="*/ 809 w 913"/>
                <a:gd name="T5" fmla="*/ 247 h 878"/>
                <a:gd name="T6" fmla="*/ 135 w 913"/>
                <a:gd name="T7" fmla="*/ 225 h 878"/>
                <a:gd name="T8" fmla="*/ 77 w 913"/>
                <a:gd name="T9" fmla="*/ 772 h 878"/>
                <a:gd name="T10" fmla="*/ 78 w 913"/>
                <a:gd name="T11" fmla="*/ 772 h 878"/>
                <a:gd name="T12" fmla="*/ 878 w 913"/>
                <a:gd name="T13" fmla="*/ 747 h 878"/>
              </a:gdLst>
              <a:ahLst/>
              <a:cxnLst>
                <a:cxn ang="0">
                  <a:pos x="T0" y="T1"/>
                </a:cxn>
                <a:cxn ang="0">
                  <a:pos x="T2" y="T3"/>
                </a:cxn>
                <a:cxn ang="0">
                  <a:pos x="T4" y="T5"/>
                </a:cxn>
                <a:cxn ang="0">
                  <a:pos x="T6" y="T7"/>
                </a:cxn>
                <a:cxn ang="0">
                  <a:pos x="T8" y="T9"/>
                </a:cxn>
                <a:cxn ang="0">
                  <a:pos x="T10" y="T11"/>
                </a:cxn>
                <a:cxn ang="0">
                  <a:pos x="T12" y="T13"/>
                </a:cxn>
              </a:cxnLst>
              <a:rect l="0" t="0" r="r" b="b"/>
              <a:pathLst>
                <a:path w="913" h="878">
                  <a:moveTo>
                    <a:pt x="878" y="747"/>
                  </a:moveTo>
                  <a:cubicBezTo>
                    <a:pt x="880" y="746"/>
                    <a:pt x="881" y="746"/>
                    <a:pt x="881" y="746"/>
                  </a:cubicBezTo>
                  <a:cubicBezTo>
                    <a:pt x="913" y="526"/>
                    <a:pt x="881" y="350"/>
                    <a:pt x="809" y="247"/>
                  </a:cubicBezTo>
                  <a:cubicBezTo>
                    <a:pt x="636" y="0"/>
                    <a:pt x="253" y="67"/>
                    <a:pt x="135" y="225"/>
                  </a:cubicBezTo>
                  <a:cubicBezTo>
                    <a:pt x="0" y="407"/>
                    <a:pt x="77" y="772"/>
                    <a:pt x="77" y="772"/>
                  </a:cubicBezTo>
                  <a:cubicBezTo>
                    <a:pt x="77" y="772"/>
                    <a:pt x="78" y="772"/>
                    <a:pt x="78" y="772"/>
                  </a:cubicBezTo>
                  <a:cubicBezTo>
                    <a:pt x="467" y="878"/>
                    <a:pt x="841" y="759"/>
                    <a:pt x="878" y="747"/>
                  </a:cubicBezTo>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3" name="Freeform 12"/>
            <p:cNvSpPr>
              <a:spLocks/>
            </p:cNvSpPr>
            <p:nvPr/>
          </p:nvSpPr>
          <p:spPr bwMode="auto">
            <a:xfrm>
              <a:off x="5303838" y="2071688"/>
              <a:ext cx="1379538" cy="1041400"/>
            </a:xfrm>
            <a:custGeom>
              <a:avLst/>
              <a:gdLst>
                <a:gd name="T0" fmla="*/ 12 w 849"/>
                <a:gd name="T1" fmla="*/ 548 h 642"/>
                <a:gd name="T2" fmla="*/ 78 w 849"/>
                <a:gd name="T3" fmla="*/ 529 h 642"/>
                <a:gd name="T4" fmla="*/ 83 w 849"/>
                <a:gd name="T5" fmla="*/ 639 h 642"/>
                <a:gd name="T6" fmla="*/ 133 w 849"/>
                <a:gd name="T7" fmla="*/ 642 h 642"/>
                <a:gd name="T8" fmla="*/ 133 w 849"/>
                <a:gd name="T9" fmla="*/ 461 h 642"/>
                <a:gd name="T10" fmla="*/ 162 w 849"/>
                <a:gd name="T11" fmla="*/ 252 h 642"/>
                <a:gd name="T12" fmla="*/ 439 w 849"/>
                <a:gd name="T13" fmla="*/ 252 h 642"/>
                <a:gd name="T14" fmla="*/ 686 w 849"/>
                <a:gd name="T15" fmla="*/ 252 h 642"/>
                <a:gd name="T16" fmla="*/ 752 w 849"/>
                <a:gd name="T17" fmla="*/ 456 h 642"/>
                <a:gd name="T18" fmla="*/ 758 w 849"/>
                <a:gd name="T19" fmla="*/ 613 h 642"/>
                <a:gd name="T20" fmla="*/ 792 w 849"/>
                <a:gd name="T21" fmla="*/ 613 h 642"/>
                <a:gd name="T22" fmla="*/ 849 w 849"/>
                <a:gd name="T23" fmla="*/ 503 h 642"/>
                <a:gd name="T24" fmla="*/ 828 w 849"/>
                <a:gd name="T25" fmla="*/ 254 h 642"/>
                <a:gd name="T26" fmla="*/ 707 w 849"/>
                <a:gd name="T27" fmla="*/ 45 h 642"/>
                <a:gd name="T28" fmla="*/ 664 w 849"/>
                <a:gd name="T29" fmla="*/ 46 h 642"/>
                <a:gd name="T30" fmla="*/ 620 w 849"/>
                <a:gd name="T31" fmla="*/ 45 h 642"/>
                <a:gd name="T32" fmla="*/ 503 w 849"/>
                <a:gd name="T33" fmla="*/ 1 h 642"/>
                <a:gd name="T34" fmla="*/ 443 w 849"/>
                <a:gd name="T35" fmla="*/ 11 h 642"/>
                <a:gd name="T36" fmla="*/ 366 w 849"/>
                <a:gd name="T37" fmla="*/ 20 h 642"/>
                <a:gd name="T38" fmla="*/ 247 w 849"/>
                <a:gd name="T39" fmla="*/ 13 h 642"/>
                <a:gd name="T40" fmla="*/ 147 w 849"/>
                <a:gd name="T41" fmla="*/ 105 h 642"/>
                <a:gd name="T42" fmla="*/ 64 w 849"/>
                <a:gd name="T43" fmla="*/ 150 h 642"/>
                <a:gd name="T44" fmla="*/ 22 w 849"/>
                <a:gd name="T45" fmla="*/ 307 h 642"/>
                <a:gd name="T46" fmla="*/ 12 w 849"/>
                <a:gd name="T47" fmla="*/ 54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9" h="642">
                  <a:moveTo>
                    <a:pt x="12" y="548"/>
                  </a:moveTo>
                  <a:cubicBezTo>
                    <a:pt x="12" y="548"/>
                    <a:pt x="38" y="495"/>
                    <a:pt x="78" y="529"/>
                  </a:cubicBezTo>
                  <a:cubicBezTo>
                    <a:pt x="119" y="563"/>
                    <a:pt x="83" y="639"/>
                    <a:pt x="83" y="639"/>
                  </a:cubicBezTo>
                  <a:cubicBezTo>
                    <a:pt x="133" y="642"/>
                    <a:pt x="133" y="642"/>
                    <a:pt x="133" y="642"/>
                  </a:cubicBezTo>
                  <a:cubicBezTo>
                    <a:pt x="133" y="642"/>
                    <a:pt x="154" y="535"/>
                    <a:pt x="133" y="461"/>
                  </a:cubicBezTo>
                  <a:cubicBezTo>
                    <a:pt x="113" y="386"/>
                    <a:pt x="115" y="299"/>
                    <a:pt x="162" y="252"/>
                  </a:cubicBezTo>
                  <a:cubicBezTo>
                    <a:pt x="209" y="205"/>
                    <a:pt x="277" y="252"/>
                    <a:pt x="439" y="252"/>
                  </a:cubicBezTo>
                  <a:cubicBezTo>
                    <a:pt x="601" y="252"/>
                    <a:pt x="622" y="194"/>
                    <a:pt x="686" y="252"/>
                  </a:cubicBezTo>
                  <a:cubicBezTo>
                    <a:pt x="750" y="309"/>
                    <a:pt x="758" y="394"/>
                    <a:pt x="752" y="456"/>
                  </a:cubicBezTo>
                  <a:cubicBezTo>
                    <a:pt x="745" y="518"/>
                    <a:pt x="758" y="613"/>
                    <a:pt x="758" y="613"/>
                  </a:cubicBezTo>
                  <a:cubicBezTo>
                    <a:pt x="792" y="613"/>
                    <a:pt x="792" y="613"/>
                    <a:pt x="792" y="613"/>
                  </a:cubicBezTo>
                  <a:cubicBezTo>
                    <a:pt x="792" y="613"/>
                    <a:pt x="769" y="458"/>
                    <a:pt x="849" y="503"/>
                  </a:cubicBezTo>
                  <a:cubicBezTo>
                    <a:pt x="849" y="503"/>
                    <a:pt x="828" y="329"/>
                    <a:pt x="828" y="254"/>
                  </a:cubicBezTo>
                  <a:cubicBezTo>
                    <a:pt x="828" y="162"/>
                    <a:pt x="784" y="67"/>
                    <a:pt x="707" y="45"/>
                  </a:cubicBezTo>
                  <a:cubicBezTo>
                    <a:pt x="692" y="41"/>
                    <a:pt x="678" y="43"/>
                    <a:pt x="664" y="46"/>
                  </a:cubicBezTo>
                  <a:cubicBezTo>
                    <a:pt x="649" y="48"/>
                    <a:pt x="634" y="51"/>
                    <a:pt x="620" y="45"/>
                  </a:cubicBezTo>
                  <a:cubicBezTo>
                    <a:pt x="578" y="30"/>
                    <a:pt x="538" y="2"/>
                    <a:pt x="503" y="1"/>
                  </a:cubicBezTo>
                  <a:cubicBezTo>
                    <a:pt x="476" y="0"/>
                    <a:pt x="459" y="5"/>
                    <a:pt x="443" y="11"/>
                  </a:cubicBezTo>
                  <a:cubicBezTo>
                    <a:pt x="424" y="18"/>
                    <a:pt x="405" y="24"/>
                    <a:pt x="366" y="20"/>
                  </a:cubicBezTo>
                  <a:cubicBezTo>
                    <a:pt x="347" y="18"/>
                    <a:pt x="290" y="1"/>
                    <a:pt x="247" y="13"/>
                  </a:cubicBezTo>
                  <a:cubicBezTo>
                    <a:pt x="205" y="26"/>
                    <a:pt x="179" y="92"/>
                    <a:pt x="147" y="105"/>
                  </a:cubicBezTo>
                  <a:cubicBezTo>
                    <a:pt x="115" y="118"/>
                    <a:pt x="100" y="107"/>
                    <a:pt x="64" y="150"/>
                  </a:cubicBezTo>
                  <a:cubicBezTo>
                    <a:pt x="29" y="192"/>
                    <a:pt x="25" y="284"/>
                    <a:pt x="22" y="307"/>
                  </a:cubicBezTo>
                  <a:cubicBezTo>
                    <a:pt x="20" y="331"/>
                    <a:pt x="0" y="492"/>
                    <a:pt x="12" y="548"/>
                  </a:cubicBezTo>
                </a:path>
              </a:pathLst>
            </a:custGeom>
            <a:solidFill>
              <a:srgbClr val="BC85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4" name="Freeform 13"/>
            <p:cNvSpPr>
              <a:spLocks/>
            </p:cNvSpPr>
            <p:nvPr/>
          </p:nvSpPr>
          <p:spPr bwMode="auto">
            <a:xfrm>
              <a:off x="5922963" y="2852738"/>
              <a:ext cx="177800" cy="263525"/>
            </a:xfrm>
            <a:custGeom>
              <a:avLst/>
              <a:gdLst>
                <a:gd name="T0" fmla="*/ 56 w 109"/>
                <a:gd name="T1" fmla="*/ 0 h 162"/>
                <a:gd name="T2" fmla="*/ 32 w 109"/>
                <a:gd name="T3" fmla="*/ 136 h 162"/>
                <a:gd name="T4" fmla="*/ 100 w 109"/>
                <a:gd name="T5" fmla="*/ 121 h 162"/>
                <a:gd name="T6" fmla="*/ 56 w 109"/>
                <a:gd name="T7" fmla="*/ 0 h 162"/>
              </a:gdLst>
              <a:ahLst/>
              <a:cxnLst>
                <a:cxn ang="0">
                  <a:pos x="T0" y="T1"/>
                </a:cxn>
                <a:cxn ang="0">
                  <a:pos x="T2" y="T3"/>
                </a:cxn>
                <a:cxn ang="0">
                  <a:pos x="T4" y="T5"/>
                </a:cxn>
                <a:cxn ang="0">
                  <a:pos x="T6" y="T7"/>
                </a:cxn>
              </a:cxnLst>
              <a:rect l="0" t="0" r="r" b="b"/>
              <a:pathLst>
                <a:path w="109" h="162">
                  <a:moveTo>
                    <a:pt x="56" y="0"/>
                  </a:moveTo>
                  <a:cubicBezTo>
                    <a:pt x="56" y="0"/>
                    <a:pt x="0" y="111"/>
                    <a:pt x="32" y="136"/>
                  </a:cubicBezTo>
                  <a:cubicBezTo>
                    <a:pt x="64" y="162"/>
                    <a:pt x="92" y="145"/>
                    <a:pt x="100" y="121"/>
                  </a:cubicBezTo>
                  <a:cubicBezTo>
                    <a:pt x="109" y="98"/>
                    <a:pt x="56" y="0"/>
                    <a:pt x="56"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5" name="Freeform 14"/>
            <p:cNvSpPr>
              <a:spLocks/>
            </p:cNvSpPr>
            <p:nvPr/>
          </p:nvSpPr>
          <p:spPr bwMode="auto">
            <a:xfrm>
              <a:off x="5826126" y="2803526"/>
              <a:ext cx="92075" cy="92075"/>
            </a:xfrm>
            <a:custGeom>
              <a:avLst/>
              <a:gdLst>
                <a:gd name="T0" fmla="*/ 44 w 57"/>
                <a:gd name="T1" fmla="*/ 5 h 57"/>
                <a:gd name="T2" fmla="*/ 38 w 57"/>
                <a:gd name="T3" fmla="*/ 1 h 57"/>
                <a:gd name="T4" fmla="*/ 23 w 57"/>
                <a:gd name="T5" fmla="*/ 1 h 57"/>
                <a:gd name="T6" fmla="*/ 15 w 57"/>
                <a:gd name="T7" fmla="*/ 4 h 57"/>
                <a:gd name="T8" fmla="*/ 2 w 57"/>
                <a:gd name="T9" fmla="*/ 18 h 57"/>
                <a:gd name="T10" fmla="*/ 4 w 57"/>
                <a:gd name="T11" fmla="*/ 38 h 57"/>
                <a:gd name="T12" fmla="*/ 42 w 57"/>
                <a:gd name="T13" fmla="*/ 50 h 57"/>
                <a:gd name="T14" fmla="*/ 56 w 57"/>
                <a:gd name="T15" fmla="*/ 29 h 57"/>
                <a:gd name="T16" fmla="*/ 44 w 5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7">
                  <a:moveTo>
                    <a:pt x="44" y="5"/>
                  </a:moveTo>
                  <a:cubicBezTo>
                    <a:pt x="42" y="3"/>
                    <a:pt x="40" y="2"/>
                    <a:pt x="38" y="1"/>
                  </a:cubicBezTo>
                  <a:cubicBezTo>
                    <a:pt x="33" y="0"/>
                    <a:pt x="28" y="0"/>
                    <a:pt x="23" y="1"/>
                  </a:cubicBezTo>
                  <a:cubicBezTo>
                    <a:pt x="21" y="2"/>
                    <a:pt x="18" y="3"/>
                    <a:pt x="15" y="4"/>
                  </a:cubicBezTo>
                  <a:cubicBezTo>
                    <a:pt x="9" y="6"/>
                    <a:pt x="4" y="13"/>
                    <a:pt x="2" y="18"/>
                  </a:cubicBezTo>
                  <a:cubicBezTo>
                    <a:pt x="0" y="25"/>
                    <a:pt x="1" y="32"/>
                    <a:pt x="4" y="38"/>
                  </a:cubicBezTo>
                  <a:cubicBezTo>
                    <a:pt x="10" y="52"/>
                    <a:pt x="28" y="57"/>
                    <a:pt x="42" y="50"/>
                  </a:cubicBezTo>
                  <a:cubicBezTo>
                    <a:pt x="50" y="46"/>
                    <a:pt x="56" y="38"/>
                    <a:pt x="56" y="29"/>
                  </a:cubicBezTo>
                  <a:cubicBezTo>
                    <a:pt x="57" y="19"/>
                    <a:pt x="52" y="10"/>
                    <a:pt x="44" y="5"/>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6" name="Freeform 15"/>
            <p:cNvSpPr>
              <a:spLocks/>
            </p:cNvSpPr>
            <p:nvPr/>
          </p:nvSpPr>
          <p:spPr bwMode="auto">
            <a:xfrm>
              <a:off x="6091238" y="2813051"/>
              <a:ext cx="73025" cy="53975"/>
            </a:xfrm>
            <a:custGeom>
              <a:avLst/>
              <a:gdLst>
                <a:gd name="T0" fmla="*/ 23 w 44"/>
                <a:gd name="T1" fmla="*/ 0 h 33"/>
                <a:gd name="T2" fmla="*/ 21 w 44"/>
                <a:gd name="T3" fmla="*/ 33 h 33"/>
                <a:gd name="T4" fmla="*/ 23 w 44"/>
                <a:gd name="T5" fmla="*/ 0 h 33"/>
              </a:gdLst>
              <a:ahLst/>
              <a:cxnLst>
                <a:cxn ang="0">
                  <a:pos x="T0" y="T1"/>
                </a:cxn>
                <a:cxn ang="0">
                  <a:pos x="T2" y="T3"/>
                </a:cxn>
                <a:cxn ang="0">
                  <a:pos x="T4" y="T5"/>
                </a:cxn>
              </a:cxnLst>
              <a:rect l="0" t="0" r="r" b="b"/>
              <a:pathLst>
                <a:path w="44" h="33">
                  <a:moveTo>
                    <a:pt x="23" y="0"/>
                  </a:moveTo>
                  <a:cubicBezTo>
                    <a:pt x="2" y="0"/>
                    <a:pt x="0" y="33"/>
                    <a:pt x="21" y="33"/>
                  </a:cubicBezTo>
                  <a:cubicBezTo>
                    <a:pt x="42" y="33"/>
                    <a:pt x="44" y="0"/>
                    <a:pt x="23" y="0"/>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7" name="Freeform 16"/>
            <p:cNvSpPr>
              <a:spLocks/>
            </p:cNvSpPr>
            <p:nvPr/>
          </p:nvSpPr>
          <p:spPr bwMode="auto">
            <a:xfrm>
              <a:off x="6005513" y="3157538"/>
              <a:ext cx="52388" cy="93663"/>
            </a:xfrm>
            <a:custGeom>
              <a:avLst/>
              <a:gdLst>
                <a:gd name="T0" fmla="*/ 22 w 32"/>
                <a:gd name="T1" fmla="*/ 4 h 57"/>
                <a:gd name="T2" fmla="*/ 4 w 32"/>
                <a:gd name="T3" fmla="*/ 13 h 57"/>
                <a:gd name="T4" fmla="*/ 11 w 32"/>
                <a:gd name="T5" fmla="*/ 36 h 57"/>
                <a:gd name="T6" fmla="*/ 13 w 32"/>
                <a:gd name="T7" fmla="*/ 37 h 57"/>
                <a:gd name="T8" fmla="*/ 5 w 32"/>
                <a:gd name="T9" fmla="*/ 45 h 57"/>
                <a:gd name="T10" fmla="*/ 11 w 32"/>
                <a:gd name="T11" fmla="*/ 55 h 57"/>
                <a:gd name="T12" fmla="*/ 31 w 32"/>
                <a:gd name="T13" fmla="*/ 30 h 57"/>
                <a:gd name="T14" fmla="*/ 22 w 32"/>
                <a:gd name="T15" fmla="*/ 4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7">
                  <a:moveTo>
                    <a:pt x="22" y="4"/>
                  </a:moveTo>
                  <a:cubicBezTo>
                    <a:pt x="14" y="0"/>
                    <a:pt x="7" y="5"/>
                    <a:pt x="4" y="13"/>
                  </a:cubicBezTo>
                  <a:cubicBezTo>
                    <a:pt x="1" y="21"/>
                    <a:pt x="4" y="32"/>
                    <a:pt x="11" y="36"/>
                  </a:cubicBezTo>
                  <a:cubicBezTo>
                    <a:pt x="12" y="37"/>
                    <a:pt x="12" y="37"/>
                    <a:pt x="13" y="37"/>
                  </a:cubicBezTo>
                  <a:cubicBezTo>
                    <a:pt x="11" y="40"/>
                    <a:pt x="8" y="43"/>
                    <a:pt x="5" y="45"/>
                  </a:cubicBezTo>
                  <a:cubicBezTo>
                    <a:pt x="0" y="50"/>
                    <a:pt x="6" y="57"/>
                    <a:pt x="11" y="55"/>
                  </a:cubicBezTo>
                  <a:cubicBezTo>
                    <a:pt x="22" y="51"/>
                    <a:pt x="29" y="41"/>
                    <a:pt x="31" y="30"/>
                  </a:cubicBezTo>
                  <a:cubicBezTo>
                    <a:pt x="32" y="22"/>
                    <a:pt x="31" y="8"/>
                    <a:pt x="22" y="4"/>
                  </a:cubicBezTo>
                  <a:close/>
                </a:path>
              </a:pathLst>
            </a:custGeom>
            <a:solidFill>
              <a:srgbClr val="8337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8" name="Freeform 17"/>
            <p:cNvSpPr>
              <a:spLocks noEditPoints="1"/>
            </p:cNvSpPr>
            <p:nvPr/>
          </p:nvSpPr>
          <p:spPr bwMode="auto">
            <a:xfrm>
              <a:off x="5813426" y="2520951"/>
              <a:ext cx="358775" cy="209550"/>
            </a:xfrm>
            <a:custGeom>
              <a:avLst/>
              <a:gdLst>
                <a:gd name="T0" fmla="*/ 206 w 220"/>
                <a:gd name="T1" fmla="*/ 67 h 129"/>
                <a:gd name="T2" fmla="*/ 127 w 220"/>
                <a:gd name="T3" fmla="*/ 89 h 129"/>
                <a:gd name="T4" fmla="*/ 122 w 220"/>
                <a:gd name="T5" fmla="*/ 89 h 129"/>
                <a:gd name="T6" fmla="*/ 132 w 220"/>
                <a:gd name="T7" fmla="*/ 28 h 129"/>
                <a:gd name="T8" fmla="*/ 78 w 220"/>
                <a:gd name="T9" fmla="*/ 14 h 129"/>
                <a:gd name="T10" fmla="*/ 61 w 220"/>
                <a:gd name="T11" fmla="*/ 61 h 129"/>
                <a:gd name="T12" fmla="*/ 94 w 220"/>
                <a:gd name="T13" fmla="*/ 96 h 129"/>
                <a:gd name="T14" fmla="*/ 9 w 220"/>
                <a:gd name="T15" fmla="*/ 100 h 129"/>
                <a:gd name="T16" fmla="*/ 4 w 220"/>
                <a:gd name="T17" fmla="*/ 107 h 129"/>
                <a:gd name="T18" fmla="*/ 109 w 220"/>
                <a:gd name="T19" fmla="*/ 102 h 129"/>
                <a:gd name="T20" fmla="*/ 216 w 220"/>
                <a:gd name="T21" fmla="*/ 75 h 129"/>
                <a:gd name="T22" fmla="*/ 206 w 220"/>
                <a:gd name="T23" fmla="*/ 67 h 129"/>
                <a:gd name="T24" fmla="*/ 75 w 220"/>
                <a:gd name="T25" fmla="*/ 45 h 129"/>
                <a:gd name="T26" fmla="*/ 88 w 220"/>
                <a:gd name="T27" fmla="*/ 25 h 129"/>
                <a:gd name="T28" fmla="*/ 122 w 220"/>
                <a:gd name="T29" fmla="*/ 39 h 129"/>
                <a:gd name="T30" fmla="*/ 108 w 220"/>
                <a:gd name="T31" fmla="*/ 84 h 129"/>
                <a:gd name="T32" fmla="*/ 75 w 220"/>
                <a:gd name="T33" fmla="*/ 4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129">
                  <a:moveTo>
                    <a:pt x="206" y="67"/>
                  </a:moveTo>
                  <a:cubicBezTo>
                    <a:pt x="184" y="87"/>
                    <a:pt x="156" y="94"/>
                    <a:pt x="127" y="89"/>
                  </a:cubicBezTo>
                  <a:cubicBezTo>
                    <a:pt x="125" y="89"/>
                    <a:pt x="124" y="89"/>
                    <a:pt x="122" y="89"/>
                  </a:cubicBezTo>
                  <a:cubicBezTo>
                    <a:pt x="137" y="71"/>
                    <a:pt x="142" y="50"/>
                    <a:pt x="132" y="28"/>
                  </a:cubicBezTo>
                  <a:cubicBezTo>
                    <a:pt x="122" y="6"/>
                    <a:pt x="97" y="0"/>
                    <a:pt x="78" y="14"/>
                  </a:cubicBezTo>
                  <a:cubicBezTo>
                    <a:pt x="64" y="24"/>
                    <a:pt x="57" y="44"/>
                    <a:pt x="61" y="61"/>
                  </a:cubicBezTo>
                  <a:cubicBezTo>
                    <a:pt x="65" y="77"/>
                    <a:pt x="80" y="88"/>
                    <a:pt x="94" y="96"/>
                  </a:cubicBezTo>
                  <a:cubicBezTo>
                    <a:pt x="70" y="112"/>
                    <a:pt x="34" y="117"/>
                    <a:pt x="9" y="100"/>
                  </a:cubicBezTo>
                  <a:cubicBezTo>
                    <a:pt x="5" y="97"/>
                    <a:pt x="0" y="104"/>
                    <a:pt x="4" y="107"/>
                  </a:cubicBezTo>
                  <a:cubicBezTo>
                    <a:pt x="33" y="129"/>
                    <a:pt x="79" y="123"/>
                    <a:pt x="109" y="102"/>
                  </a:cubicBezTo>
                  <a:cubicBezTo>
                    <a:pt x="145" y="114"/>
                    <a:pt x="194" y="108"/>
                    <a:pt x="216" y="75"/>
                  </a:cubicBezTo>
                  <a:cubicBezTo>
                    <a:pt x="220" y="69"/>
                    <a:pt x="212" y="62"/>
                    <a:pt x="206" y="67"/>
                  </a:cubicBezTo>
                  <a:close/>
                  <a:moveTo>
                    <a:pt x="75" y="45"/>
                  </a:moveTo>
                  <a:cubicBezTo>
                    <a:pt x="77" y="37"/>
                    <a:pt x="82" y="30"/>
                    <a:pt x="88" y="25"/>
                  </a:cubicBezTo>
                  <a:cubicBezTo>
                    <a:pt x="102" y="11"/>
                    <a:pt x="116" y="28"/>
                    <a:pt x="122" y="39"/>
                  </a:cubicBezTo>
                  <a:cubicBezTo>
                    <a:pt x="129" y="55"/>
                    <a:pt x="119" y="73"/>
                    <a:pt x="108" y="84"/>
                  </a:cubicBezTo>
                  <a:cubicBezTo>
                    <a:pt x="89" y="78"/>
                    <a:pt x="71" y="64"/>
                    <a:pt x="7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19" name="Freeform 18"/>
            <p:cNvSpPr>
              <a:spLocks/>
            </p:cNvSpPr>
            <p:nvPr/>
          </p:nvSpPr>
          <p:spPr bwMode="auto">
            <a:xfrm>
              <a:off x="5568951" y="5072063"/>
              <a:ext cx="196850" cy="79375"/>
            </a:xfrm>
            <a:custGeom>
              <a:avLst/>
              <a:gdLst>
                <a:gd name="T0" fmla="*/ 67 w 121"/>
                <a:gd name="T1" fmla="*/ 4 h 49"/>
                <a:gd name="T2" fmla="*/ 33 w 121"/>
                <a:gd name="T3" fmla="*/ 7 h 49"/>
                <a:gd name="T4" fmla="*/ 8 w 121"/>
                <a:gd name="T5" fmla="*/ 21 h 49"/>
                <a:gd name="T6" fmla="*/ 39 w 121"/>
                <a:gd name="T7" fmla="*/ 48 h 49"/>
                <a:gd name="T8" fmla="*/ 93 w 121"/>
                <a:gd name="T9" fmla="*/ 40 h 49"/>
                <a:gd name="T10" fmla="*/ 112 w 121"/>
                <a:gd name="T11" fmla="*/ 0 h 49"/>
                <a:gd name="T12" fmla="*/ 67 w 121"/>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121" h="49">
                  <a:moveTo>
                    <a:pt x="67" y="4"/>
                  </a:moveTo>
                  <a:cubicBezTo>
                    <a:pt x="67" y="4"/>
                    <a:pt x="39" y="6"/>
                    <a:pt x="33" y="7"/>
                  </a:cubicBezTo>
                  <a:cubicBezTo>
                    <a:pt x="23" y="8"/>
                    <a:pt x="12" y="12"/>
                    <a:pt x="8" y="21"/>
                  </a:cubicBezTo>
                  <a:cubicBezTo>
                    <a:pt x="0" y="41"/>
                    <a:pt x="25" y="48"/>
                    <a:pt x="39" y="48"/>
                  </a:cubicBezTo>
                  <a:cubicBezTo>
                    <a:pt x="58" y="49"/>
                    <a:pt x="76" y="45"/>
                    <a:pt x="93" y="40"/>
                  </a:cubicBezTo>
                  <a:cubicBezTo>
                    <a:pt x="121" y="33"/>
                    <a:pt x="112" y="0"/>
                    <a:pt x="112" y="0"/>
                  </a:cubicBezTo>
                  <a:lnTo>
                    <a:pt x="67" y="4"/>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0" name="Freeform 19"/>
            <p:cNvSpPr>
              <a:spLocks/>
            </p:cNvSpPr>
            <p:nvPr/>
          </p:nvSpPr>
          <p:spPr bwMode="auto">
            <a:xfrm>
              <a:off x="6261101" y="5062538"/>
              <a:ext cx="209550" cy="85725"/>
            </a:xfrm>
            <a:custGeom>
              <a:avLst/>
              <a:gdLst>
                <a:gd name="T0" fmla="*/ 0 w 129"/>
                <a:gd name="T1" fmla="*/ 16 h 53"/>
                <a:gd name="T2" fmla="*/ 104 w 129"/>
                <a:gd name="T3" fmla="*/ 41 h 53"/>
                <a:gd name="T4" fmla="*/ 111 w 129"/>
                <a:gd name="T5" fmla="*/ 5 h 53"/>
                <a:gd name="T6" fmla="*/ 79 w 129"/>
                <a:gd name="T7" fmla="*/ 3 h 53"/>
                <a:gd name="T8" fmla="*/ 47 w 129"/>
                <a:gd name="T9" fmla="*/ 6 h 53"/>
                <a:gd name="T10" fmla="*/ 0 w 129"/>
                <a:gd name="T11" fmla="*/ 16 h 53"/>
              </a:gdLst>
              <a:ahLst/>
              <a:cxnLst>
                <a:cxn ang="0">
                  <a:pos x="T0" y="T1"/>
                </a:cxn>
                <a:cxn ang="0">
                  <a:pos x="T2" y="T3"/>
                </a:cxn>
                <a:cxn ang="0">
                  <a:pos x="T4" y="T5"/>
                </a:cxn>
                <a:cxn ang="0">
                  <a:pos x="T6" y="T7"/>
                </a:cxn>
                <a:cxn ang="0">
                  <a:pos x="T8" y="T9"/>
                </a:cxn>
                <a:cxn ang="0">
                  <a:pos x="T10" y="T11"/>
                </a:cxn>
              </a:cxnLst>
              <a:rect l="0" t="0" r="r" b="b"/>
              <a:pathLst>
                <a:path w="129" h="53">
                  <a:moveTo>
                    <a:pt x="0" y="16"/>
                  </a:moveTo>
                  <a:cubicBezTo>
                    <a:pt x="5" y="53"/>
                    <a:pt x="78" y="49"/>
                    <a:pt x="104" y="41"/>
                  </a:cubicBezTo>
                  <a:cubicBezTo>
                    <a:pt x="122" y="35"/>
                    <a:pt x="129" y="16"/>
                    <a:pt x="111" y="5"/>
                  </a:cubicBezTo>
                  <a:cubicBezTo>
                    <a:pt x="102" y="0"/>
                    <a:pt x="89" y="2"/>
                    <a:pt x="79" y="3"/>
                  </a:cubicBezTo>
                  <a:cubicBezTo>
                    <a:pt x="69" y="5"/>
                    <a:pt x="47" y="6"/>
                    <a:pt x="47" y="6"/>
                  </a:cubicBezTo>
                  <a:lnTo>
                    <a:pt x="0" y="16"/>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1" name="Freeform 20"/>
            <p:cNvSpPr>
              <a:spLocks/>
            </p:cNvSpPr>
            <p:nvPr/>
          </p:nvSpPr>
          <p:spPr bwMode="auto">
            <a:xfrm>
              <a:off x="5365751" y="4254501"/>
              <a:ext cx="1274763" cy="835025"/>
            </a:xfrm>
            <a:custGeom>
              <a:avLst/>
              <a:gdLst>
                <a:gd name="T0" fmla="*/ 785 w 785"/>
                <a:gd name="T1" fmla="*/ 2 h 515"/>
                <a:gd name="T2" fmla="*/ 772 w 785"/>
                <a:gd name="T3" fmla="*/ 0 h 515"/>
                <a:gd name="T4" fmla="*/ 2 w 785"/>
                <a:gd name="T5" fmla="*/ 0 h 515"/>
                <a:gd name="T6" fmla="*/ 0 w 785"/>
                <a:gd name="T7" fmla="*/ 4 h 515"/>
                <a:gd name="T8" fmla="*/ 165 w 785"/>
                <a:gd name="T9" fmla="*/ 128 h 515"/>
                <a:gd name="T10" fmla="*/ 167 w 785"/>
                <a:gd name="T11" fmla="*/ 271 h 515"/>
                <a:gd name="T12" fmla="*/ 191 w 785"/>
                <a:gd name="T13" fmla="*/ 502 h 515"/>
                <a:gd name="T14" fmla="*/ 192 w 785"/>
                <a:gd name="T15" fmla="*/ 509 h 515"/>
                <a:gd name="T16" fmla="*/ 237 w 785"/>
                <a:gd name="T17" fmla="*/ 505 h 515"/>
                <a:gd name="T18" fmla="*/ 237 w 785"/>
                <a:gd name="T19" fmla="*/ 498 h 515"/>
                <a:gd name="T20" fmla="*/ 237 w 785"/>
                <a:gd name="T21" fmla="*/ 295 h 515"/>
                <a:gd name="T22" fmla="*/ 263 w 785"/>
                <a:gd name="T23" fmla="*/ 162 h 515"/>
                <a:gd name="T24" fmla="*/ 497 w 785"/>
                <a:gd name="T25" fmla="*/ 161 h 515"/>
                <a:gd name="T26" fmla="*/ 538 w 785"/>
                <a:gd name="T27" fmla="*/ 339 h 515"/>
                <a:gd name="T28" fmla="*/ 550 w 785"/>
                <a:gd name="T29" fmla="*/ 515 h 515"/>
                <a:gd name="T30" fmla="*/ 552 w 785"/>
                <a:gd name="T31" fmla="*/ 515 h 515"/>
                <a:gd name="T32" fmla="*/ 598 w 785"/>
                <a:gd name="T33" fmla="*/ 505 h 515"/>
                <a:gd name="T34" fmla="*/ 598 w 785"/>
                <a:gd name="T35" fmla="*/ 502 h 515"/>
                <a:gd name="T36" fmla="*/ 601 w 785"/>
                <a:gd name="T37" fmla="*/ 315 h 515"/>
                <a:gd name="T38" fmla="*/ 591 w 785"/>
                <a:gd name="T39" fmla="*/ 137 h 515"/>
                <a:gd name="T40" fmla="*/ 785 w 785"/>
                <a:gd name="T41" fmla="*/ 2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515">
                  <a:moveTo>
                    <a:pt x="785" y="2"/>
                  </a:moveTo>
                  <a:cubicBezTo>
                    <a:pt x="785" y="2"/>
                    <a:pt x="781" y="1"/>
                    <a:pt x="772" y="0"/>
                  </a:cubicBezTo>
                  <a:cubicBezTo>
                    <a:pt x="396" y="81"/>
                    <a:pt x="35" y="7"/>
                    <a:pt x="2" y="0"/>
                  </a:cubicBezTo>
                  <a:cubicBezTo>
                    <a:pt x="1" y="1"/>
                    <a:pt x="0" y="3"/>
                    <a:pt x="0" y="4"/>
                  </a:cubicBezTo>
                  <a:cubicBezTo>
                    <a:pt x="0" y="4"/>
                    <a:pt x="21" y="60"/>
                    <a:pt x="165" y="128"/>
                  </a:cubicBezTo>
                  <a:cubicBezTo>
                    <a:pt x="165" y="128"/>
                    <a:pt x="164" y="192"/>
                    <a:pt x="167" y="271"/>
                  </a:cubicBezTo>
                  <a:cubicBezTo>
                    <a:pt x="170" y="366"/>
                    <a:pt x="187" y="474"/>
                    <a:pt x="191" y="502"/>
                  </a:cubicBezTo>
                  <a:cubicBezTo>
                    <a:pt x="192" y="507"/>
                    <a:pt x="192" y="509"/>
                    <a:pt x="192" y="509"/>
                  </a:cubicBezTo>
                  <a:cubicBezTo>
                    <a:pt x="237" y="505"/>
                    <a:pt x="237" y="505"/>
                    <a:pt x="237" y="505"/>
                  </a:cubicBezTo>
                  <a:cubicBezTo>
                    <a:pt x="237" y="505"/>
                    <a:pt x="237" y="502"/>
                    <a:pt x="237" y="498"/>
                  </a:cubicBezTo>
                  <a:cubicBezTo>
                    <a:pt x="235" y="471"/>
                    <a:pt x="230" y="363"/>
                    <a:pt x="237" y="295"/>
                  </a:cubicBezTo>
                  <a:cubicBezTo>
                    <a:pt x="243" y="231"/>
                    <a:pt x="263" y="162"/>
                    <a:pt x="263" y="162"/>
                  </a:cubicBezTo>
                  <a:cubicBezTo>
                    <a:pt x="263" y="162"/>
                    <a:pt x="395" y="188"/>
                    <a:pt x="497" y="161"/>
                  </a:cubicBezTo>
                  <a:cubicBezTo>
                    <a:pt x="497" y="161"/>
                    <a:pt x="532" y="285"/>
                    <a:pt x="538" y="339"/>
                  </a:cubicBezTo>
                  <a:cubicBezTo>
                    <a:pt x="543" y="386"/>
                    <a:pt x="550" y="515"/>
                    <a:pt x="550" y="515"/>
                  </a:cubicBezTo>
                  <a:cubicBezTo>
                    <a:pt x="552" y="515"/>
                    <a:pt x="552" y="515"/>
                    <a:pt x="552" y="515"/>
                  </a:cubicBezTo>
                  <a:cubicBezTo>
                    <a:pt x="598" y="505"/>
                    <a:pt x="598" y="505"/>
                    <a:pt x="598" y="505"/>
                  </a:cubicBezTo>
                  <a:cubicBezTo>
                    <a:pt x="598" y="505"/>
                    <a:pt x="598" y="504"/>
                    <a:pt x="598" y="502"/>
                  </a:cubicBezTo>
                  <a:cubicBezTo>
                    <a:pt x="600" y="481"/>
                    <a:pt x="606" y="380"/>
                    <a:pt x="601" y="315"/>
                  </a:cubicBezTo>
                  <a:cubicBezTo>
                    <a:pt x="597" y="276"/>
                    <a:pt x="603" y="228"/>
                    <a:pt x="591" y="137"/>
                  </a:cubicBezTo>
                  <a:cubicBezTo>
                    <a:pt x="591" y="137"/>
                    <a:pt x="735" y="63"/>
                    <a:pt x="785" y="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2" name="Freeform 21"/>
            <p:cNvSpPr>
              <a:spLocks/>
            </p:cNvSpPr>
            <p:nvPr/>
          </p:nvSpPr>
          <p:spPr bwMode="auto">
            <a:xfrm>
              <a:off x="6470651" y="1527176"/>
              <a:ext cx="330200" cy="403225"/>
            </a:xfrm>
            <a:custGeom>
              <a:avLst/>
              <a:gdLst>
                <a:gd name="T0" fmla="*/ 188 w 203"/>
                <a:gd name="T1" fmla="*/ 66 h 249"/>
                <a:gd name="T2" fmla="*/ 89 w 203"/>
                <a:gd name="T3" fmla="*/ 0 h 249"/>
                <a:gd name="T4" fmla="*/ 17 w 203"/>
                <a:gd name="T5" fmla="*/ 67 h 249"/>
                <a:gd name="T6" fmla="*/ 31 w 203"/>
                <a:gd name="T7" fmla="*/ 69 h 249"/>
                <a:gd name="T8" fmla="*/ 105 w 203"/>
                <a:gd name="T9" fmla="*/ 50 h 249"/>
                <a:gd name="T10" fmla="*/ 142 w 203"/>
                <a:gd name="T11" fmla="*/ 103 h 249"/>
                <a:gd name="T12" fmla="*/ 88 w 203"/>
                <a:gd name="T13" fmla="*/ 148 h 249"/>
                <a:gd name="T14" fmla="*/ 50 w 203"/>
                <a:gd name="T15" fmla="*/ 222 h 249"/>
                <a:gd name="T16" fmla="*/ 72 w 203"/>
                <a:gd name="T17" fmla="*/ 247 h 249"/>
                <a:gd name="T18" fmla="*/ 93 w 203"/>
                <a:gd name="T19" fmla="*/ 243 h 249"/>
                <a:gd name="T20" fmla="*/ 104 w 203"/>
                <a:gd name="T21" fmla="*/ 219 h 249"/>
                <a:gd name="T22" fmla="*/ 158 w 203"/>
                <a:gd name="T23" fmla="*/ 159 h 249"/>
                <a:gd name="T24" fmla="*/ 188 w 203"/>
                <a:gd name="T25" fmla="*/ 6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49">
                  <a:moveTo>
                    <a:pt x="188" y="66"/>
                  </a:moveTo>
                  <a:cubicBezTo>
                    <a:pt x="172" y="26"/>
                    <a:pt x="132" y="1"/>
                    <a:pt x="89" y="0"/>
                  </a:cubicBezTo>
                  <a:cubicBezTo>
                    <a:pt x="54" y="0"/>
                    <a:pt x="0" y="22"/>
                    <a:pt x="17" y="67"/>
                  </a:cubicBezTo>
                  <a:cubicBezTo>
                    <a:pt x="19" y="72"/>
                    <a:pt x="26" y="74"/>
                    <a:pt x="31" y="69"/>
                  </a:cubicBezTo>
                  <a:cubicBezTo>
                    <a:pt x="51" y="46"/>
                    <a:pt x="75" y="42"/>
                    <a:pt x="105" y="50"/>
                  </a:cubicBezTo>
                  <a:cubicBezTo>
                    <a:pt x="125" y="55"/>
                    <a:pt x="153" y="80"/>
                    <a:pt x="142" y="103"/>
                  </a:cubicBezTo>
                  <a:cubicBezTo>
                    <a:pt x="133" y="122"/>
                    <a:pt x="104" y="135"/>
                    <a:pt x="88" y="148"/>
                  </a:cubicBezTo>
                  <a:cubicBezTo>
                    <a:pt x="65" y="167"/>
                    <a:pt x="48" y="192"/>
                    <a:pt x="50" y="222"/>
                  </a:cubicBezTo>
                  <a:cubicBezTo>
                    <a:pt x="51" y="235"/>
                    <a:pt x="60" y="244"/>
                    <a:pt x="72" y="247"/>
                  </a:cubicBezTo>
                  <a:cubicBezTo>
                    <a:pt x="80" y="249"/>
                    <a:pt x="86" y="247"/>
                    <a:pt x="93" y="243"/>
                  </a:cubicBezTo>
                  <a:cubicBezTo>
                    <a:pt x="100" y="238"/>
                    <a:pt x="105" y="229"/>
                    <a:pt x="104" y="219"/>
                  </a:cubicBezTo>
                  <a:cubicBezTo>
                    <a:pt x="102" y="192"/>
                    <a:pt x="140" y="174"/>
                    <a:pt x="158" y="159"/>
                  </a:cubicBezTo>
                  <a:cubicBezTo>
                    <a:pt x="186" y="135"/>
                    <a:pt x="203" y="104"/>
                    <a:pt x="188" y="66"/>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3" name="Freeform 22"/>
            <p:cNvSpPr>
              <a:spLocks/>
            </p:cNvSpPr>
            <p:nvPr/>
          </p:nvSpPr>
          <p:spPr bwMode="auto">
            <a:xfrm>
              <a:off x="6519863" y="1992313"/>
              <a:ext cx="133350" cy="101600"/>
            </a:xfrm>
            <a:custGeom>
              <a:avLst/>
              <a:gdLst>
                <a:gd name="T0" fmla="*/ 47 w 82"/>
                <a:gd name="T1" fmla="*/ 4 h 63"/>
                <a:gd name="T2" fmla="*/ 35 w 82"/>
                <a:gd name="T3" fmla="*/ 59 h 63"/>
                <a:gd name="T4" fmla="*/ 47 w 82"/>
                <a:gd name="T5" fmla="*/ 4 h 63"/>
              </a:gdLst>
              <a:ahLst/>
              <a:cxnLst>
                <a:cxn ang="0">
                  <a:pos x="T0" y="T1"/>
                </a:cxn>
                <a:cxn ang="0">
                  <a:pos x="T2" y="T3"/>
                </a:cxn>
                <a:cxn ang="0">
                  <a:pos x="T4" y="T5"/>
                </a:cxn>
              </a:cxnLst>
              <a:rect l="0" t="0" r="r" b="b"/>
              <a:pathLst>
                <a:path w="82" h="63">
                  <a:moveTo>
                    <a:pt x="47" y="4"/>
                  </a:moveTo>
                  <a:cubicBezTo>
                    <a:pt x="11" y="0"/>
                    <a:pt x="0" y="54"/>
                    <a:pt x="35" y="59"/>
                  </a:cubicBezTo>
                  <a:cubicBezTo>
                    <a:pt x="71" y="63"/>
                    <a:pt x="82" y="9"/>
                    <a:pt x="47" y="4"/>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4" name="Freeform 23"/>
            <p:cNvSpPr>
              <a:spLocks/>
            </p:cNvSpPr>
            <p:nvPr/>
          </p:nvSpPr>
          <p:spPr bwMode="auto">
            <a:xfrm>
              <a:off x="6272213" y="1782763"/>
              <a:ext cx="176213" cy="222250"/>
            </a:xfrm>
            <a:custGeom>
              <a:avLst/>
              <a:gdLst>
                <a:gd name="T0" fmla="*/ 7 w 108"/>
                <a:gd name="T1" fmla="*/ 95 h 137"/>
                <a:gd name="T2" fmla="*/ 58 w 108"/>
                <a:gd name="T3" fmla="*/ 136 h 137"/>
                <a:gd name="T4" fmla="*/ 100 w 108"/>
                <a:gd name="T5" fmla="*/ 102 h 137"/>
                <a:gd name="T6" fmla="*/ 93 w 108"/>
                <a:gd name="T7" fmla="*/ 100 h 137"/>
                <a:gd name="T8" fmla="*/ 51 w 108"/>
                <a:gd name="T9" fmla="*/ 108 h 137"/>
                <a:gd name="T10" fmla="*/ 33 w 108"/>
                <a:gd name="T11" fmla="*/ 77 h 137"/>
                <a:gd name="T12" fmla="*/ 65 w 108"/>
                <a:gd name="T13" fmla="*/ 55 h 137"/>
                <a:gd name="T14" fmla="*/ 88 w 108"/>
                <a:gd name="T15" fmla="*/ 16 h 137"/>
                <a:gd name="T16" fmla="*/ 78 w 108"/>
                <a:gd name="T17" fmla="*/ 1 h 137"/>
                <a:gd name="T18" fmla="*/ 66 w 108"/>
                <a:gd name="T19" fmla="*/ 3 h 137"/>
                <a:gd name="T20" fmla="*/ 59 w 108"/>
                <a:gd name="T21" fmla="*/ 15 h 137"/>
                <a:gd name="T22" fmla="*/ 27 w 108"/>
                <a:gd name="T23" fmla="*/ 46 h 137"/>
                <a:gd name="T24" fmla="*/ 7 w 108"/>
                <a:gd name="T25"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37">
                  <a:moveTo>
                    <a:pt x="7" y="95"/>
                  </a:moveTo>
                  <a:cubicBezTo>
                    <a:pt x="14" y="118"/>
                    <a:pt x="34" y="133"/>
                    <a:pt x="58" y="136"/>
                  </a:cubicBezTo>
                  <a:cubicBezTo>
                    <a:pt x="77" y="137"/>
                    <a:pt x="108" y="128"/>
                    <a:pt x="100" y="102"/>
                  </a:cubicBezTo>
                  <a:cubicBezTo>
                    <a:pt x="99" y="99"/>
                    <a:pt x="95" y="98"/>
                    <a:pt x="93" y="100"/>
                  </a:cubicBezTo>
                  <a:cubicBezTo>
                    <a:pt x="81" y="112"/>
                    <a:pt x="68" y="114"/>
                    <a:pt x="51" y="108"/>
                  </a:cubicBezTo>
                  <a:cubicBezTo>
                    <a:pt x="41" y="104"/>
                    <a:pt x="26" y="89"/>
                    <a:pt x="33" y="77"/>
                  </a:cubicBezTo>
                  <a:cubicBezTo>
                    <a:pt x="39" y="67"/>
                    <a:pt x="56" y="61"/>
                    <a:pt x="65" y="55"/>
                  </a:cubicBezTo>
                  <a:cubicBezTo>
                    <a:pt x="78" y="45"/>
                    <a:pt x="88" y="33"/>
                    <a:pt x="88" y="16"/>
                  </a:cubicBezTo>
                  <a:cubicBezTo>
                    <a:pt x="88" y="9"/>
                    <a:pt x="84" y="3"/>
                    <a:pt x="78" y="1"/>
                  </a:cubicBezTo>
                  <a:cubicBezTo>
                    <a:pt x="74" y="0"/>
                    <a:pt x="70" y="1"/>
                    <a:pt x="66" y="3"/>
                  </a:cubicBezTo>
                  <a:cubicBezTo>
                    <a:pt x="62" y="5"/>
                    <a:pt x="59" y="10"/>
                    <a:pt x="59" y="15"/>
                  </a:cubicBezTo>
                  <a:cubicBezTo>
                    <a:pt x="59" y="30"/>
                    <a:pt x="37" y="38"/>
                    <a:pt x="27" y="46"/>
                  </a:cubicBezTo>
                  <a:cubicBezTo>
                    <a:pt x="10" y="58"/>
                    <a:pt x="0" y="74"/>
                    <a:pt x="7" y="95"/>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5" name="Freeform 24"/>
            <p:cNvSpPr>
              <a:spLocks/>
            </p:cNvSpPr>
            <p:nvPr/>
          </p:nvSpPr>
          <p:spPr bwMode="auto">
            <a:xfrm>
              <a:off x="6365876" y="1692276"/>
              <a:ext cx="77788" cy="60325"/>
            </a:xfrm>
            <a:custGeom>
              <a:avLst/>
              <a:gdLst>
                <a:gd name="T0" fmla="*/ 19 w 47"/>
                <a:gd name="T1" fmla="*/ 33 h 37"/>
                <a:gd name="T2" fmla="*/ 27 w 47"/>
                <a:gd name="T3" fmla="*/ 4 h 37"/>
                <a:gd name="T4" fmla="*/ 19 w 47"/>
                <a:gd name="T5" fmla="*/ 33 h 37"/>
              </a:gdLst>
              <a:ahLst/>
              <a:cxnLst>
                <a:cxn ang="0">
                  <a:pos x="T0" y="T1"/>
                </a:cxn>
                <a:cxn ang="0">
                  <a:pos x="T2" y="T3"/>
                </a:cxn>
                <a:cxn ang="0">
                  <a:pos x="T4" y="T5"/>
                </a:cxn>
              </a:cxnLst>
              <a:rect l="0" t="0" r="r" b="b"/>
              <a:pathLst>
                <a:path w="47" h="37">
                  <a:moveTo>
                    <a:pt x="19" y="33"/>
                  </a:moveTo>
                  <a:cubicBezTo>
                    <a:pt x="38" y="37"/>
                    <a:pt x="47" y="8"/>
                    <a:pt x="27" y="4"/>
                  </a:cubicBezTo>
                  <a:cubicBezTo>
                    <a:pt x="8" y="0"/>
                    <a:pt x="0" y="29"/>
                    <a:pt x="19" y="33"/>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6" name="Freeform 25"/>
            <p:cNvSpPr>
              <a:spLocks/>
            </p:cNvSpPr>
            <p:nvPr/>
          </p:nvSpPr>
          <p:spPr bwMode="auto">
            <a:xfrm>
              <a:off x="6797676" y="2100263"/>
              <a:ext cx="138113" cy="117475"/>
            </a:xfrm>
            <a:custGeom>
              <a:avLst/>
              <a:gdLst>
                <a:gd name="T0" fmla="*/ 49 w 85"/>
                <a:gd name="T1" fmla="*/ 0 h 73"/>
                <a:gd name="T2" fmla="*/ 35 w 85"/>
                <a:gd name="T3" fmla="*/ 8 h 73"/>
                <a:gd name="T4" fmla="*/ 38 w 85"/>
                <a:gd name="T5" fmla="*/ 13 h 73"/>
                <a:gd name="T6" fmla="*/ 38 w 85"/>
                <a:gd name="T7" fmla="*/ 13 h 73"/>
                <a:gd name="T8" fmla="*/ 40 w 85"/>
                <a:gd name="T9" fmla="*/ 13 h 73"/>
                <a:gd name="T10" fmla="*/ 62 w 85"/>
                <a:gd name="T11" fmla="*/ 27 h 73"/>
                <a:gd name="T12" fmla="*/ 58 w 85"/>
                <a:gd name="T13" fmla="*/ 50 h 73"/>
                <a:gd name="T14" fmla="*/ 52 w 85"/>
                <a:gd name="T15" fmla="*/ 51 h 73"/>
                <a:gd name="T16" fmla="*/ 32 w 85"/>
                <a:gd name="T17" fmla="*/ 47 h 73"/>
                <a:gd name="T18" fmla="*/ 27 w 85"/>
                <a:gd name="T19" fmla="*/ 47 h 73"/>
                <a:gd name="T20" fmla="*/ 4 w 85"/>
                <a:gd name="T21" fmla="*/ 57 h 73"/>
                <a:gd name="T22" fmla="*/ 3 w 85"/>
                <a:gd name="T23" fmla="*/ 69 h 73"/>
                <a:gd name="T24" fmla="*/ 9 w 85"/>
                <a:gd name="T25" fmla="*/ 73 h 73"/>
                <a:gd name="T26" fmla="*/ 11 w 85"/>
                <a:gd name="T27" fmla="*/ 73 h 73"/>
                <a:gd name="T28" fmla="*/ 18 w 85"/>
                <a:gd name="T29" fmla="*/ 70 h 73"/>
                <a:gd name="T30" fmla="*/ 29 w 85"/>
                <a:gd name="T31" fmla="*/ 66 h 73"/>
                <a:gd name="T32" fmla="*/ 47 w 85"/>
                <a:gd name="T33" fmla="*/ 68 h 73"/>
                <a:gd name="T34" fmla="*/ 52 w 85"/>
                <a:gd name="T35" fmla="*/ 69 h 73"/>
                <a:gd name="T36" fmla="*/ 79 w 85"/>
                <a:gd name="T37" fmla="*/ 53 h 73"/>
                <a:gd name="T38" fmla="*/ 71 w 85"/>
                <a:gd name="T39" fmla="*/ 10 h 73"/>
                <a:gd name="T40" fmla="*/ 49 w 85"/>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73">
                  <a:moveTo>
                    <a:pt x="49" y="0"/>
                  </a:moveTo>
                  <a:cubicBezTo>
                    <a:pt x="43" y="0"/>
                    <a:pt x="38" y="2"/>
                    <a:pt x="35" y="8"/>
                  </a:cubicBezTo>
                  <a:cubicBezTo>
                    <a:pt x="35" y="10"/>
                    <a:pt x="36" y="13"/>
                    <a:pt x="38" y="13"/>
                  </a:cubicBezTo>
                  <a:cubicBezTo>
                    <a:pt x="38" y="13"/>
                    <a:pt x="38" y="13"/>
                    <a:pt x="38" y="13"/>
                  </a:cubicBezTo>
                  <a:cubicBezTo>
                    <a:pt x="39" y="13"/>
                    <a:pt x="40" y="13"/>
                    <a:pt x="40" y="13"/>
                  </a:cubicBezTo>
                  <a:cubicBezTo>
                    <a:pt x="50" y="13"/>
                    <a:pt x="57" y="18"/>
                    <a:pt x="62" y="27"/>
                  </a:cubicBezTo>
                  <a:cubicBezTo>
                    <a:pt x="66" y="33"/>
                    <a:pt x="67" y="47"/>
                    <a:pt x="58" y="50"/>
                  </a:cubicBezTo>
                  <a:cubicBezTo>
                    <a:pt x="56" y="51"/>
                    <a:pt x="54" y="51"/>
                    <a:pt x="52" y="51"/>
                  </a:cubicBezTo>
                  <a:cubicBezTo>
                    <a:pt x="46" y="51"/>
                    <a:pt x="38" y="48"/>
                    <a:pt x="32" y="47"/>
                  </a:cubicBezTo>
                  <a:cubicBezTo>
                    <a:pt x="30" y="47"/>
                    <a:pt x="29" y="47"/>
                    <a:pt x="27" y="47"/>
                  </a:cubicBezTo>
                  <a:cubicBezTo>
                    <a:pt x="18" y="47"/>
                    <a:pt x="10" y="50"/>
                    <a:pt x="4" y="57"/>
                  </a:cubicBezTo>
                  <a:cubicBezTo>
                    <a:pt x="0" y="60"/>
                    <a:pt x="0" y="65"/>
                    <a:pt x="3" y="69"/>
                  </a:cubicBezTo>
                  <a:cubicBezTo>
                    <a:pt x="4" y="71"/>
                    <a:pt x="6" y="72"/>
                    <a:pt x="9" y="73"/>
                  </a:cubicBezTo>
                  <a:cubicBezTo>
                    <a:pt x="9" y="73"/>
                    <a:pt x="10" y="73"/>
                    <a:pt x="11" y="73"/>
                  </a:cubicBezTo>
                  <a:cubicBezTo>
                    <a:pt x="13" y="73"/>
                    <a:pt x="16" y="72"/>
                    <a:pt x="18" y="70"/>
                  </a:cubicBezTo>
                  <a:cubicBezTo>
                    <a:pt x="21" y="67"/>
                    <a:pt x="24" y="66"/>
                    <a:pt x="29" y="66"/>
                  </a:cubicBezTo>
                  <a:cubicBezTo>
                    <a:pt x="35" y="66"/>
                    <a:pt x="42" y="68"/>
                    <a:pt x="47" y="68"/>
                  </a:cubicBezTo>
                  <a:cubicBezTo>
                    <a:pt x="49" y="69"/>
                    <a:pt x="50" y="69"/>
                    <a:pt x="52" y="69"/>
                  </a:cubicBezTo>
                  <a:cubicBezTo>
                    <a:pt x="64" y="69"/>
                    <a:pt x="74" y="64"/>
                    <a:pt x="79" y="53"/>
                  </a:cubicBezTo>
                  <a:cubicBezTo>
                    <a:pt x="85" y="38"/>
                    <a:pt x="82" y="22"/>
                    <a:pt x="71" y="10"/>
                  </a:cubicBezTo>
                  <a:cubicBezTo>
                    <a:pt x="66" y="5"/>
                    <a:pt x="57" y="0"/>
                    <a:pt x="49"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7" name="Freeform 26"/>
            <p:cNvSpPr>
              <a:spLocks/>
            </p:cNvSpPr>
            <p:nvPr/>
          </p:nvSpPr>
          <p:spPr bwMode="auto">
            <a:xfrm>
              <a:off x="6748463" y="2224088"/>
              <a:ext cx="46038" cy="31750"/>
            </a:xfrm>
            <a:custGeom>
              <a:avLst/>
              <a:gdLst>
                <a:gd name="T0" fmla="*/ 14 w 28"/>
                <a:gd name="T1" fmla="*/ 0 h 19"/>
                <a:gd name="T2" fmla="*/ 5 w 28"/>
                <a:gd name="T3" fmla="*/ 15 h 19"/>
                <a:gd name="T4" fmla="*/ 13 w 28"/>
                <a:gd name="T5" fmla="*/ 19 h 19"/>
                <a:gd name="T6" fmla="*/ 22 w 28"/>
                <a:gd name="T7" fmla="*/ 4 h 19"/>
                <a:gd name="T8" fmla="*/ 14 w 28"/>
                <a:gd name="T9" fmla="*/ 0 h 19"/>
              </a:gdLst>
              <a:ahLst/>
              <a:cxnLst>
                <a:cxn ang="0">
                  <a:pos x="T0" y="T1"/>
                </a:cxn>
                <a:cxn ang="0">
                  <a:pos x="T2" y="T3"/>
                </a:cxn>
                <a:cxn ang="0">
                  <a:pos x="T4" y="T5"/>
                </a:cxn>
                <a:cxn ang="0">
                  <a:pos x="T6" y="T7"/>
                </a:cxn>
                <a:cxn ang="0">
                  <a:pos x="T8" y="T9"/>
                </a:cxn>
              </a:cxnLst>
              <a:rect l="0" t="0" r="r" b="b"/>
              <a:pathLst>
                <a:path w="28" h="19">
                  <a:moveTo>
                    <a:pt x="14" y="0"/>
                  </a:moveTo>
                  <a:cubicBezTo>
                    <a:pt x="7" y="0"/>
                    <a:pt x="0" y="7"/>
                    <a:pt x="5" y="15"/>
                  </a:cubicBezTo>
                  <a:cubicBezTo>
                    <a:pt x="8" y="18"/>
                    <a:pt x="10" y="19"/>
                    <a:pt x="13" y="19"/>
                  </a:cubicBezTo>
                  <a:cubicBezTo>
                    <a:pt x="21" y="19"/>
                    <a:pt x="28" y="11"/>
                    <a:pt x="22" y="4"/>
                  </a:cubicBezTo>
                  <a:cubicBezTo>
                    <a:pt x="20" y="1"/>
                    <a:pt x="17" y="0"/>
                    <a:pt x="14"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8" name="Freeform 27"/>
            <p:cNvSpPr>
              <a:spLocks/>
            </p:cNvSpPr>
            <p:nvPr/>
          </p:nvSpPr>
          <p:spPr bwMode="auto">
            <a:xfrm>
              <a:off x="5573713" y="1584326"/>
              <a:ext cx="206375" cy="234950"/>
            </a:xfrm>
            <a:custGeom>
              <a:avLst/>
              <a:gdLst>
                <a:gd name="T0" fmla="*/ 62 w 127"/>
                <a:gd name="T1" fmla="*/ 0 h 145"/>
                <a:gd name="T2" fmla="*/ 48 w 127"/>
                <a:gd name="T3" fmla="*/ 1 h 145"/>
                <a:gd name="T4" fmla="*/ 15 w 127"/>
                <a:gd name="T5" fmla="*/ 48 h 145"/>
                <a:gd name="T6" fmla="*/ 19 w 127"/>
                <a:gd name="T7" fmla="*/ 50 h 145"/>
                <a:gd name="T8" fmla="*/ 24 w 127"/>
                <a:gd name="T9" fmla="*/ 48 h 145"/>
                <a:gd name="T10" fmla="*/ 61 w 127"/>
                <a:gd name="T11" fmla="*/ 27 h 145"/>
                <a:gd name="T12" fmla="*/ 64 w 127"/>
                <a:gd name="T13" fmla="*/ 28 h 145"/>
                <a:gd name="T14" fmla="*/ 92 w 127"/>
                <a:gd name="T15" fmla="*/ 53 h 145"/>
                <a:gd name="T16" fmla="*/ 66 w 127"/>
                <a:gd name="T17" fmla="*/ 86 h 145"/>
                <a:gd name="T18" fmla="*/ 54 w 127"/>
                <a:gd name="T19" fmla="*/ 133 h 145"/>
                <a:gd name="T20" fmla="*/ 70 w 127"/>
                <a:gd name="T21" fmla="*/ 145 h 145"/>
                <a:gd name="T22" fmla="*/ 70 w 127"/>
                <a:gd name="T23" fmla="*/ 145 h 145"/>
                <a:gd name="T24" fmla="*/ 81 w 127"/>
                <a:gd name="T25" fmla="*/ 140 h 145"/>
                <a:gd name="T26" fmla="*/ 85 w 127"/>
                <a:gd name="T27" fmla="*/ 125 h 145"/>
                <a:gd name="T28" fmla="*/ 108 w 127"/>
                <a:gd name="T29" fmla="*/ 84 h 145"/>
                <a:gd name="T30" fmla="*/ 113 w 127"/>
                <a:gd name="T31" fmla="*/ 27 h 145"/>
                <a:gd name="T32" fmla="*/ 62 w 12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45">
                  <a:moveTo>
                    <a:pt x="62" y="0"/>
                  </a:moveTo>
                  <a:cubicBezTo>
                    <a:pt x="57" y="0"/>
                    <a:pt x="53" y="0"/>
                    <a:pt x="48" y="1"/>
                  </a:cubicBezTo>
                  <a:cubicBezTo>
                    <a:pt x="28" y="5"/>
                    <a:pt x="0" y="25"/>
                    <a:pt x="15" y="48"/>
                  </a:cubicBezTo>
                  <a:cubicBezTo>
                    <a:pt x="16" y="50"/>
                    <a:pt x="18" y="50"/>
                    <a:pt x="19" y="50"/>
                  </a:cubicBezTo>
                  <a:cubicBezTo>
                    <a:pt x="21" y="50"/>
                    <a:pt x="23" y="50"/>
                    <a:pt x="24" y="48"/>
                  </a:cubicBezTo>
                  <a:cubicBezTo>
                    <a:pt x="32" y="33"/>
                    <a:pt x="44" y="27"/>
                    <a:pt x="61" y="27"/>
                  </a:cubicBezTo>
                  <a:cubicBezTo>
                    <a:pt x="62" y="27"/>
                    <a:pt x="63" y="27"/>
                    <a:pt x="64" y="28"/>
                  </a:cubicBezTo>
                  <a:cubicBezTo>
                    <a:pt x="76" y="28"/>
                    <a:pt x="95" y="39"/>
                    <a:pt x="92" y="53"/>
                  </a:cubicBezTo>
                  <a:cubicBezTo>
                    <a:pt x="89" y="66"/>
                    <a:pt x="74" y="76"/>
                    <a:pt x="66" y="86"/>
                  </a:cubicBezTo>
                  <a:cubicBezTo>
                    <a:pt x="55" y="100"/>
                    <a:pt x="49" y="116"/>
                    <a:pt x="54" y="133"/>
                  </a:cubicBezTo>
                  <a:cubicBezTo>
                    <a:pt x="56" y="141"/>
                    <a:pt x="63" y="145"/>
                    <a:pt x="70" y="145"/>
                  </a:cubicBezTo>
                  <a:cubicBezTo>
                    <a:pt x="70" y="145"/>
                    <a:pt x="70" y="145"/>
                    <a:pt x="70" y="145"/>
                  </a:cubicBezTo>
                  <a:cubicBezTo>
                    <a:pt x="75" y="145"/>
                    <a:pt x="78" y="143"/>
                    <a:pt x="81" y="140"/>
                  </a:cubicBezTo>
                  <a:cubicBezTo>
                    <a:pt x="85" y="136"/>
                    <a:pt x="86" y="130"/>
                    <a:pt x="85" y="125"/>
                  </a:cubicBezTo>
                  <a:cubicBezTo>
                    <a:pt x="80" y="110"/>
                    <a:pt x="100" y="95"/>
                    <a:pt x="108" y="84"/>
                  </a:cubicBezTo>
                  <a:cubicBezTo>
                    <a:pt x="121" y="66"/>
                    <a:pt x="127" y="46"/>
                    <a:pt x="113" y="27"/>
                  </a:cubicBezTo>
                  <a:cubicBezTo>
                    <a:pt x="102" y="9"/>
                    <a:pt x="82" y="0"/>
                    <a:pt x="62"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29" name="Freeform 28"/>
            <p:cNvSpPr>
              <a:spLocks/>
            </p:cNvSpPr>
            <p:nvPr/>
          </p:nvSpPr>
          <p:spPr bwMode="auto">
            <a:xfrm>
              <a:off x="5665788" y="1858963"/>
              <a:ext cx="68263" cy="52388"/>
            </a:xfrm>
            <a:custGeom>
              <a:avLst/>
              <a:gdLst>
                <a:gd name="T0" fmla="*/ 23 w 42"/>
                <a:gd name="T1" fmla="*/ 0 h 32"/>
                <a:gd name="T2" fmla="*/ 21 w 42"/>
                <a:gd name="T3" fmla="*/ 0 h 32"/>
                <a:gd name="T4" fmla="*/ 20 w 42"/>
                <a:gd name="T5" fmla="*/ 32 h 32"/>
                <a:gd name="T6" fmla="*/ 21 w 42"/>
                <a:gd name="T7" fmla="*/ 32 h 32"/>
                <a:gd name="T8" fmla="*/ 23 w 42"/>
                <a:gd name="T9" fmla="*/ 0 h 32"/>
              </a:gdLst>
              <a:ahLst/>
              <a:cxnLst>
                <a:cxn ang="0">
                  <a:pos x="T0" y="T1"/>
                </a:cxn>
                <a:cxn ang="0">
                  <a:pos x="T2" y="T3"/>
                </a:cxn>
                <a:cxn ang="0">
                  <a:pos x="T4" y="T5"/>
                </a:cxn>
                <a:cxn ang="0">
                  <a:pos x="T6" y="T7"/>
                </a:cxn>
                <a:cxn ang="0">
                  <a:pos x="T8" y="T9"/>
                </a:cxn>
              </a:cxnLst>
              <a:rect l="0" t="0" r="r" b="b"/>
              <a:pathLst>
                <a:path w="42" h="32">
                  <a:moveTo>
                    <a:pt x="23" y="0"/>
                  </a:moveTo>
                  <a:cubicBezTo>
                    <a:pt x="22" y="0"/>
                    <a:pt x="21" y="0"/>
                    <a:pt x="21" y="0"/>
                  </a:cubicBezTo>
                  <a:cubicBezTo>
                    <a:pt x="0" y="1"/>
                    <a:pt x="0" y="32"/>
                    <a:pt x="20" y="32"/>
                  </a:cubicBezTo>
                  <a:cubicBezTo>
                    <a:pt x="20" y="32"/>
                    <a:pt x="21" y="32"/>
                    <a:pt x="21" y="32"/>
                  </a:cubicBezTo>
                  <a:cubicBezTo>
                    <a:pt x="42" y="31"/>
                    <a:pt x="42" y="0"/>
                    <a:pt x="23"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0" name="Freeform 29"/>
            <p:cNvSpPr>
              <a:spLocks/>
            </p:cNvSpPr>
            <p:nvPr/>
          </p:nvSpPr>
          <p:spPr bwMode="auto">
            <a:xfrm>
              <a:off x="5356226" y="2038351"/>
              <a:ext cx="160338" cy="144463"/>
            </a:xfrm>
            <a:custGeom>
              <a:avLst/>
              <a:gdLst>
                <a:gd name="T0" fmla="*/ 11 w 99"/>
                <a:gd name="T1" fmla="*/ 0 h 89"/>
                <a:gd name="T2" fmla="*/ 4 w 99"/>
                <a:gd name="T3" fmla="*/ 3 h 89"/>
                <a:gd name="T4" fmla="*/ 0 w 99"/>
                <a:gd name="T5" fmla="*/ 11 h 89"/>
                <a:gd name="T6" fmla="*/ 5 w 99"/>
                <a:gd name="T7" fmla="*/ 21 h 89"/>
                <a:gd name="T8" fmla="*/ 12 w 99"/>
                <a:gd name="T9" fmla="*/ 54 h 89"/>
                <a:gd name="T10" fmla="*/ 36 w 99"/>
                <a:gd name="T11" fmla="*/ 88 h 89"/>
                <a:gd name="T12" fmla="*/ 47 w 99"/>
                <a:gd name="T13" fmla="*/ 89 h 89"/>
                <a:gd name="T14" fmla="*/ 84 w 99"/>
                <a:gd name="T15" fmla="*/ 70 h 89"/>
                <a:gd name="T16" fmla="*/ 79 w 99"/>
                <a:gd name="T17" fmla="*/ 29 h 89"/>
                <a:gd name="T18" fmla="*/ 78 w 99"/>
                <a:gd name="T19" fmla="*/ 29 h 89"/>
                <a:gd name="T20" fmla="*/ 75 w 99"/>
                <a:gd name="T21" fmla="*/ 33 h 89"/>
                <a:gd name="T22" fmla="*/ 63 w 99"/>
                <a:gd name="T23" fmla="*/ 63 h 89"/>
                <a:gd name="T24" fmla="*/ 47 w 99"/>
                <a:gd name="T25" fmla="*/ 69 h 89"/>
                <a:gd name="T26" fmla="*/ 35 w 99"/>
                <a:gd name="T27" fmla="*/ 63 h 89"/>
                <a:gd name="T28" fmla="*/ 34 w 99"/>
                <a:gd name="T29" fmla="*/ 33 h 89"/>
                <a:gd name="T30" fmla="*/ 18 w 99"/>
                <a:gd name="T31" fmla="*/ 2 h 89"/>
                <a:gd name="T32" fmla="*/ 11 w 99"/>
                <a:gd name="T3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89">
                  <a:moveTo>
                    <a:pt x="11" y="0"/>
                  </a:moveTo>
                  <a:cubicBezTo>
                    <a:pt x="9" y="0"/>
                    <a:pt x="6" y="1"/>
                    <a:pt x="4" y="3"/>
                  </a:cubicBezTo>
                  <a:cubicBezTo>
                    <a:pt x="1" y="5"/>
                    <a:pt x="0" y="8"/>
                    <a:pt x="0" y="11"/>
                  </a:cubicBezTo>
                  <a:cubicBezTo>
                    <a:pt x="0" y="15"/>
                    <a:pt x="2" y="19"/>
                    <a:pt x="5" y="21"/>
                  </a:cubicBezTo>
                  <a:cubicBezTo>
                    <a:pt x="15" y="27"/>
                    <a:pt x="12" y="44"/>
                    <a:pt x="12" y="54"/>
                  </a:cubicBezTo>
                  <a:cubicBezTo>
                    <a:pt x="13" y="70"/>
                    <a:pt x="20" y="83"/>
                    <a:pt x="36" y="88"/>
                  </a:cubicBezTo>
                  <a:cubicBezTo>
                    <a:pt x="40" y="89"/>
                    <a:pt x="44" y="89"/>
                    <a:pt x="47" y="89"/>
                  </a:cubicBezTo>
                  <a:cubicBezTo>
                    <a:pt x="61" y="89"/>
                    <a:pt x="75" y="82"/>
                    <a:pt x="84" y="70"/>
                  </a:cubicBezTo>
                  <a:cubicBezTo>
                    <a:pt x="93" y="59"/>
                    <a:pt x="99" y="35"/>
                    <a:pt x="79" y="29"/>
                  </a:cubicBezTo>
                  <a:cubicBezTo>
                    <a:pt x="79" y="29"/>
                    <a:pt x="79" y="29"/>
                    <a:pt x="78" y="29"/>
                  </a:cubicBezTo>
                  <a:cubicBezTo>
                    <a:pt x="76" y="29"/>
                    <a:pt x="74" y="31"/>
                    <a:pt x="75" y="33"/>
                  </a:cubicBezTo>
                  <a:cubicBezTo>
                    <a:pt x="78" y="46"/>
                    <a:pt x="73" y="55"/>
                    <a:pt x="63" y="63"/>
                  </a:cubicBezTo>
                  <a:cubicBezTo>
                    <a:pt x="59" y="66"/>
                    <a:pt x="53" y="69"/>
                    <a:pt x="47" y="69"/>
                  </a:cubicBezTo>
                  <a:cubicBezTo>
                    <a:pt x="42" y="69"/>
                    <a:pt x="38" y="67"/>
                    <a:pt x="35" y="63"/>
                  </a:cubicBezTo>
                  <a:cubicBezTo>
                    <a:pt x="31" y="55"/>
                    <a:pt x="34" y="42"/>
                    <a:pt x="34" y="33"/>
                  </a:cubicBezTo>
                  <a:cubicBezTo>
                    <a:pt x="33" y="20"/>
                    <a:pt x="29" y="9"/>
                    <a:pt x="18" y="2"/>
                  </a:cubicBezTo>
                  <a:cubicBezTo>
                    <a:pt x="16" y="0"/>
                    <a:pt x="14" y="0"/>
                    <a:pt x="11"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1" name="Freeform 30"/>
            <p:cNvSpPr>
              <a:spLocks/>
            </p:cNvSpPr>
            <p:nvPr/>
          </p:nvSpPr>
          <p:spPr bwMode="auto">
            <a:xfrm>
              <a:off x="5297488" y="1992313"/>
              <a:ext cx="52388" cy="41275"/>
            </a:xfrm>
            <a:custGeom>
              <a:avLst/>
              <a:gdLst>
                <a:gd name="T0" fmla="*/ 15 w 32"/>
                <a:gd name="T1" fmla="*/ 0 h 25"/>
                <a:gd name="T2" fmla="*/ 8 w 32"/>
                <a:gd name="T3" fmla="*/ 4 h 25"/>
                <a:gd name="T4" fmla="*/ 16 w 32"/>
                <a:gd name="T5" fmla="*/ 25 h 25"/>
                <a:gd name="T6" fmla="*/ 24 w 32"/>
                <a:gd name="T7" fmla="*/ 21 h 25"/>
                <a:gd name="T8" fmla="*/ 15 w 32"/>
                <a:gd name="T9" fmla="*/ 0 h 25"/>
              </a:gdLst>
              <a:ahLst/>
              <a:cxnLst>
                <a:cxn ang="0">
                  <a:pos x="T0" y="T1"/>
                </a:cxn>
                <a:cxn ang="0">
                  <a:pos x="T2" y="T3"/>
                </a:cxn>
                <a:cxn ang="0">
                  <a:pos x="T4" y="T5"/>
                </a:cxn>
                <a:cxn ang="0">
                  <a:pos x="T6" y="T7"/>
                </a:cxn>
                <a:cxn ang="0">
                  <a:pos x="T8" y="T9"/>
                </a:cxn>
              </a:cxnLst>
              <a:rect l="0" t="0" r="r" b="b"/>
              <a:pathLst>
                <a:path w="32" h="25">
                  <a:moveTo>
                    <a:pt x="15" y="0"/>
                  </a:moveTo>
                  <a:cubicBezTo>
                    <a:pt x="13" y="0"/>
                    <a:pt x="10" y="1"/>
                    <a:pt x="8" y="4"/>
                  </a:cubicBezTo>
                  <a:cubicBezTo>
                    <a:pt x="0" y="12"/>
                    <a:pt x="7" y="25"/>
                    <a:pt x="16" y="25"/>
                  </a:cubicBezTo>
                  <a:cubicBezTo>
                    <a:pt x="19" y="25"/>
                    <a:pt x="21" y="24"/>
                    <a:pt x="24" y="21"/>
                  </a:cubicBezTo>
                  <a:cubicBezTo>
                    <a:pt x="32" y="13"/>
                    <a:pt x="24" y="0"/>
                    <a:pt x="15"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2" name="Freeform 31"/>
            <p:cNvSpPr>
              <a:spLocks/>
            </p:cNvSpPr>
            <p:nvPr/>
          </p:nvSpPr>
          <p:spPr bwMode="auto">
            <a:xfrm>
              <a:off x="5280026" y="3268663"/>
              <a:ext cx="1516063" cy="1116013"/>
            </a:xfrm>
            <a:custGeom>
              <a:avLst/>
              <a:gdLst>
                <a:gd name="T0" fmla="*/ 860 w 933"/>
                <a:gd name="T1" fmla="*/ 30 h 689"/>
                <a:gd name="T2" fmla="*/ 851 w 933"/>
                <a:gd name="T3" fmla="*/ 0 h 689"/>
                <a:gd name="T4" fmla="*/ 51 w 933"/>
                <a:gd name="T5" fmla="*/ 25 h 689"/>
                <a:gd name="T6" fmla="*/ 53 w 933"/>
                <a:gd name="T7" fmla="*/ 607 h 689"/>
                <a:gd name="T8" fmla="*/ 55 w 933"/>
                <a:gd name="T9" fmla="*/ 608 h 689"/>
                <a:gd name="T10" fmla="*/ 825 w 933"/>
                <a:gd name="T11" fmla="*/ 608 h 689"/>
                <a:gd name="T12" fmla="*/ 838 w 933"/>
                <a:gd name="T13" fmla="*/ 605 h 689"/>
                <a:gd name="T14" fmla="*/ 860 w 933"/>
                <a:gd name="T15" fmla="*/ 30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3" h="689">
                  <a:moveTo>
                    <a:pt x="860" y="30"/>
                  </a:moveTo>
                  <a:cubicBezTo>
                    <a:pt x="858" y="19"/>
                    <a:pt x="854" y="9"/>
                    <a:pt x="851" y="0"/>
                  </a:cubicBezTo>
                  <a:cubicBezTo>
                    <a:pt x="814" y="12"/>
                    <a:pt x="440" y="131"/>
                    <a:pt x="51" y="25"/>
                  </a:cubicBezTo>
                  <a:cubicBezTo>
                    <a:pt x="37" y="94"/>
                    <a:pt x="0" y="319"/>
                    <a:pt x="53" y="607"/>
                  </a:cubicBezTo>
                  <a:cubicBezTo>
                    <a:pt x="53" y="607"/>
                    <a:pt x="54" y="607"/>
                    <a:pt x="55" y="608"/>
                  </a:cubicBezTo>
                  <a:cubicBezTo>
                    <a:pt x="88" y="615"/>
                    <a:pt x="449" y="689"/>
                    <a:pt x="825" y="608"/>
                  </a:cubicBezTo>
                  <a:cubicBezTo>
                    <a:pt x="830" y="607"/>
                    <a:pt x="834" y="606"/>
                    <a:pt x="838" y="605"/>
                  </a:cubicBezTo>
                  <a:cubicBezTo>
                    <a:pt x="838" y="605"/>
                    <a:pt x="933" y="346"/>
                    <a:pt x="860" y="3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3" name="Freeform 32"/>
            <p:cNvSpPr>
              <a:spLocks/>
            </p:cNvSpPr>
            <p:nvPr/>
          </p:nvSpPr>
          <p:spPr bwMode="auto">
            <a:xfrm>
              <a:off x="5316538" y="2805113"/>
              <a:ext cx="3175" cy="14288"/>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6"/>
                    <a:pt x="0" y="9"/>
                  </a:cubicBezTo>
                  <a:cubicBezTo>
                    <a:pt x="1" y="9"/>
                    <a:pt x="1" y="8"/>
                    <a:pt x="1" y="8"/>
                  </a:cubicBezTo>
                  <a:cubicBezTo>
                    <a:pt x="1" y="5"/>
                    <a:pt x="1" y="2"/>
                    <a:pt x="2"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4" name="Freeform 33"/>
            <p:cNvSpPr>
              <a:spLocks/>
            </p:cNvSpPr>
            <p:nvPr/>
          </p:nvSpPr>
          <p:spPr bwMode="auto">
            <a:xfrm>
              <a:off x="5497513" y="2563813"/>
              <a:ext cx="84138" cy="176213"/>
            </a:xfrm>
            <a:custGeom>
              <a:avLst/>
              <a:gdLst>
                <a:gd name="T0" fmla="*/ 13 w 52"/>
                <a:gd name="T1" fmla="*/ 0 h 109"/>
                <a:gd name="T2" fmla="*/ 5 w 52"/>
                <a:gd name="T3" fmla="*/ 108 h 109"/>
                <a:gd name="T4" fmla="*/ 15 w 52"/>
                <a:gd name="T5" fmla="*/ 109 h 109"/>
                <a:gd name="T6" fmla="*/ 38 w 52"/>
                <a:gd name="T7" fmla="*/ 102 h 109"/>
                <a:gd name="T8" fmla="*/ 28 w 52"/>
                <a:gd name="T9" fmla="*/ 73 h 109"/>
                <a:gd name="T10" fmla="*/ 36 w 52"/>
                <a:gd name="T11" fmla="*/ 52 h 109"/>
                <a:gd name="T12" fmla="*/ 14 w 52"/>
                <a:gd name="T13" fmla="*/ 43 h 109"/>
                <a:gd name="T14" fmla="*/ 13 w 52"/>
                <a:gd name="T15" fmla="*/ 43 h 109"/>
                <a:gd name="T16" fmla="*/ 15 w 52"/>
                <a:gd name="T17" fmla="*/ 1 h 109"/>
                <a:gd name="T18" fmla="*/ 13 w 52"/>
                <a:gd name="T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09">
                  <a:moveTo>
                    <a:pt x="13" y="0"/>
                  </a:moveTo>
                  <a:cubicBezTo>
                    <a:pt x="2" y="32"/>
                    <a:pt x="0" y="70"/>
                    <a:pt x="5" y="108"/>
                  </a:cubicBezTo>
                  <a:cubicBezTo>
                    <a:pt x="8" y="109"/>
                    <a:pt x="12" y="109"/>
                    <a:pt x="15" y="109"/>
                  </a:cubicBezTo>
                  <a:cubicBezTo>
                    <a:pt x="24" y="109"/>
                    <a:pt x="32" y="107"/>
                    <a:pt x="38" y="102"/>
                  </a:cubicBezTo>
                  <a:cubicBezTo>
                    <a:pt x="52" y="89"/>
                    <a:pt x="41" y="78"/>
                    <a:pt x="28" y="73"/>
                  </a:cubicBezTo>
                  <a:cubicBezTo>
                    <a:pt x="34" y="67"/>
                    <a:pt x="40" y="59"/>
                    <a:pt x="36" y="52"/>
                  </a:cubicBezTo>
                  <a:cubicBezTo>
                    <a:pt x="33" y="44"/>
                    <a:pt x="23" y="43"/>
                    <a:pt x="14" y="43"/>
                  </a:cubicBezTo>
                  <a:cubicBezTo>
                    <a:pt x="13" y="43"/>
                    <a:pt x="13" y="43"/>
                    <a:pt x="13" y="43"/>
                  </a:cubicBezTo>
                  <a:cubicBezTo>
                    <a:pt x="18" y="29"/>
                    <a:pt x="31" y="11"/>
                    <a:pt x="15" y="1"/>
                  </a:cubicBezTo>
                  <a:cubicBezTo>
                    <a:pt x="14" y="1"/>
                    <a:pt x="14" y="0"/>
                    <a:pt x="13"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5" name="Freeform 34"/>
            <p:cNvSpPr>
              <a:spLocks noEditPoints="1"/>
            </p:cNvSpPr>
            <p:nvPr/>
          </p:nvSpPr>
          <p:spPr bwMode="auto">
            <a:xfrm>
              <a:off x="5318126" y="2549526"/>
              <a:ext cx="200025" cy="268288"/>
            </a:xfrm>
            <a:custGeom>
              <a:avLst/>
              <a:gdLst>
                <a:gd name="T0" fmla="*/ 60 w 123"/>
                <a:gd name="T1" fmla="*/ 57 h 165"/>
                <a:gd name="T2" fmla="*/ 60 w 123"/>
                <a:gd name="T3" fmla="*/ 56 h 165"/>
                <a:gd name="T4" fmla="*/ 61 w 123"/>
                <a:gd name="T5" fmla="*/ 57 h 165"/>
                <a:gd name="T6" fmla="*/ 61 w 123"/>
                <a:gd name="T7" fmla="*/ 57 h 165"/>
                <a:gd name="T8" fmla="*/ 60 w 123"/>
                <a:gd name="T9" fmla="*/ 57 h 165"/>
                <a:gd name="T10" fmla="*/ 87 w 123"/>
                <a:gd name="T11" fmla="*/ 0 h 165"/>
                <a:gd name="T12" fmla="*/ 85 w 123"/>
                <a:gd name="T13" fmla="*/ 0 h 165"/>
                <a:gd name="T14" fmla="*/ 57 w 123"/>
                <a:gd name="T15" fmla="*/ 51 h 165"/>
                <a:gd name="T16" fmla="*/ 11 w 123"/>
                <a:gd name="T17" fmla="*/ 91 h 165"/>
                <a:gd name="T18" fmla="*/ 2 w 123"/>
                <a:gd name="T19" fmla="*/ 144 h 165"/>
                <a:gd name="T20" fmla="*/ 1 w 123"/>
                <a:gd name="T21" fmla="*/ 157 h 165"/>
                <a:gd name="T22" fmla="*/ 0 w 123"/>
                <a:gd name="T23" fmla="*/ 165 h 165"/>
                <a:gd name="T24" fmla="*/ 69 w 123"/>
                <a:gd name="T25" fmla="*/ 100 h 165"/>
                <a:gd name="T26" fmla="*/ 78 w 123"/>
                <a:gd name="T27" fmla="*/ 103 h 165"/>
                <a:gd name="T28" fmla="*/ 115 w 123"/>
                <a:gd name="T29" fmla="*/ 116 h 165"/>
                <a:gd name="T30" fmla="*/ 123 w 123"/>
                <a:gd name="T31" fmla="*/ 8 h 165"/>
                <a:gd name="T32" fmla="*/ 119 w 123"/>
                <a:gd name="T33" fmla="*/ 7 h 165"/>
                <a:gd name="T34" fmla="*/ 96 w 123"/>
                <a:gd name="T35" fmla="*/ 22 h 165"/>
                <a:gd name="T36" fmla="*/ 87 w 123"/>
                <a:gd name="T3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65">
                  <a:moveTo>
                    <a:pt x="60" y="57"/>
                  </a:moveTo>
                  <a:cubicBezTo>
                    <a:pt x="60" y="56"/>
                    <a:pt x="60" y="56"/>
                    <a:pt x="60" y="56"/>
                  </a:cubicBezTo>
                  <a:cubicBezTo>
                    <a:pt x="61" y="56"/>
                    <a:pt x="61" y="56"/>
                    <a:pt x="61" y="57"/>
                  </a:cubicBezTo>
                  <a:cubicBezTo>
                    <a:pt x="61" y="57"/>
                    <a:pt x="61" y="57"/>
                    <a:pt x="61" y="57"/>
                  </a:cubicBezTo>
                  <a:cubicBezTo>
                    <a:pt x="61" y="57"/>
                    <a:pt x="61" y="57"/>
                    <a:pt x="60" y="57"/>
                  </a:cubicBezTo>
                  <a:moveTo>
                    <a:pt x="87" y="0"/>
                  </a:moveTo>
                  <a:cubicBezTo>
                    <a:pt x="86" y="0"/>
                    <a:pt x="86" y="0"/>
                    <a:pt x="85" y="0"/>
                  </a:cubicBezTo>
                  <a:cubicBezTo>
                    <a:pt x="63" y="4"/>
                    <a:pt x="63" y="34"/>
                    <a:pt x="57" y="51"/>
                  </a:cubicBezTo>
                  <a:cubicBezTo>
                    <a:pt x="40" y="65"/>
                    <a:pt x="25" y="78"/>
                    <a:pt x="11" y="91"/>
                  </a:cubicBezTo>
                  <a:cubicBezTo>
                    <a:pt x="9" y="109"/>
                    <a:pt x="5" y="126"/>
                    <a:pt x="2" y="144"/>
                  </a:cubicBezTo>
                  <a:cubicBezTo>
                    <a:pt x="2" y="149"/>
                    <a:pt x="1" y="153"/>
                    <a:pt x="1" y="157"/>
                  </a:cubicBezTo>
                  <a:cubicBezTo>
                    <a:pt x="0" y="159"/>
                    <a:pt x="0" y="162"/>
                    <a:pt x="0" y="165"/>
                  </a:cubicBezTo>
                  <a:cubicBezTo>
                    <a:pt x="38" y="124"/>
                    <a:pt x="69" y="100"/>
                    <a:pt x="69" y="100"/>
                  </a:cubicBezTo>
                  <a:cubicBezTo>
                    <a:pt x="69" y="100"/>
                    <a:pt x="75" y="101"/>
                    <a:pt x="78" y="103"/>
                  </a:cubicBezTo>
                  <a:cubicBezTo>
                    <a:pt x="86" y="108"/>
                    <a:pt x="101" y="114"/>
                    <a:pt x="115" y="116"/>
                  </a:cubicBezTo>
                  <a:cubicBezTo>
                    <a:pt x="110" y="78"/>
                    <a:pt x="112" y="40"/>
                    <a:pt x="123" y="8"/>
                  </a:cubicBezTo>
                  <a:cubicBezTo>
                    <a:pt x="121" y="7"/>
                    <a:pt x="120" y="7"/>
                    <a:pt x="119" y="7"/>
                  </a:cubicBezTo>
                  <a:cubicBezTo>
                    <a:pt x="111" y="7"/>
                    <a:pt x="103" y="15"/>
                    <a:pt x="96" y="22"/>
                  </a:cubicBezTo>
                  <a:cubicBezTo>
                    <a:pt x="96" y="12"/>
                    <a:pt x="95" y="0"/>
                    <a:pt x="87"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6" name="Freeform 35"/>
            <p:cNvSpPr>
              <a:spLocks/>
            </p:cNvSpPr>
            <p:nvPr/>
          </p:nvSpPr>
          <p:spPr bwMode="auto">
            <a:xfrm>
              <a:off x="5394326" y="2527301"/>
              <a:ext cx="174625" cy="204788"/>
            </a:xfrm>
            <a:custGeom>
              <a:avLst/>
              <a:gdLst>
                <a:gd name="T0" fmla="*/ 82 w 107"/>
                <a:gd name="T1" fmla="*/ 82 h 126"/>
                <a:gd name="T2" fmla="*/ 91 w 107"/>
                <a:gd name="T3" fmla="*/ 61 h 126"/>
                <a:gd name="T4" fmla="*/ 67 w 107"/>
                <a:gd name="T5" fmla="*/ 52 h 126"/>
                <a:gd name="T6" fmla="*/ 70 w 107"/>
                <a:gd name="T7" fmla="*/ 10 h 126"/>
                <a:gd name="T8" fmla="*/ 41 w 107"/>
                <a:gd name="T9" fmla="*/ 23 h 126"/>
                <a:gd name="T10" fmla="*/ 30 w 107"/>
                <a:gd name="T11" fmla="*/ 1 h 126"/>
                <a:gd name="T12" fmla="*/ 0 w 107"/>
                <a:gd name="T13" fmla="*/ 56 h 126"/>
                <a:gd name="T14" fmla="*/ 21 w 107"/>
                <a:gd name="T15" fmla="*/ 98 h 126"/>
                <a:gd name="T16" fmla="*/ 93 w 107"/>
                <a:gd name="T17" fmla="*/ 111 h 126"/>
                <a:gd name="T18" fmla="*/ 82 w 107"/>
                <a:gd name="T19" fmla="*/ 8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26">
                  <a:moveTo>
                    <a:pt x="82" y="82"/>
                  </a:moveTo>
                  <a:cubicBezTo>
                    <a:pt x="88" y="76"/>
                    <a:pt x="94" y="69"/>
                    <a:pt x="91" y="61"/>
                  </a:cubicBezTo>
                  <a:cubicBezTo>
                    <a:pt x="87" y="53"/>
                    <a:pt x="77" y="52"/>
                    <a:pt x="67" y="52"/>
                  </a:cubicBezTo>
                  <a:cubicBezTo>
                    <a:pt x="72" y="38"/>
                    <a:pt x="86" y="20"/>
                    <a:pt x="70" y="10"/>
                  </a:cubicBezTo>
                  <a:cubicBezTo>
                    <a:pt x="60" y="4"/>
                    <a:pt x="49" y="14"/>
                    <a:pt x="41" y="23"/>
                  </a:cubicBezTo>
                  <a:cubicBezTo>
                    <a:pt x="41" y="13"/>
                    <a:pt x="39" y="0"/>
                    <a:pt x="30" y="1"/>
                  </a:cubicBezTo>
                  <a:cubicBezTo>
                    <a:pt x="6" y="5"/>
                    <a:pt x="8" y="39"/>
                    <a:pt x="0" y="56"/>
                  </a:cubicBezTo>
                  <a:cubicBezTo>
                    <a:pt x="2" y="55"/>
                    <a:pt x="11" y="87"/>
                    <a:pt x="21" y="98"/>
                  </a:cubicBezTo>
                  <a:cubicBezTo>
                    <a:pt x="20" y="100"/>
                    <a:pt x="76" y="126"/>
                    <a:pt x="93" y="111"/>
                  </a:cubicBezTo>
                  <a:cubicBezTo>
                    <a:pt x="107" y="99"/>
                    <a:pt x="95" y="88"/>
                    <a:pt x="82" y="82"/>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7" name="Freeform 36"/>
            <p:cNvSpPr>
              <a:spLocks/>
            </p:cNvSpPr>
            <p:nvPr/>
          </p:nvSpPr>
          <p:spPr bwMode="auto">
            <a:xfrm>
              <a:off x="5075238" y="2611438"/>
              <a:ext cx="358775" cy="1035050"/>
            </a:xfrm>
            <a:custGeom>
              <a:avLst/>
              <a:gdLst>
                <a:gd name="T0" fmla="*/ 217 w 221"/>
                <a:gd name="T1" fmla="*/ 46 h 638"/>
                <a:gd name="T2" fmla="*/ 67 w 221"/>
                <a:gd name="T3" fmla="*/ 266 h 638"/>
                <a:gd name="T4" fmla="*/ 221 w 221"/>
                <a:gd name="T5" fmla="*/ 588 h 638"/>
                <a:gd name="T6" fmla="*/ 190 w 221"/>
                <a:gd name="T7" fmla="*/ 638 h 638"/>
                <a:gd name="T8" fmla="*/ 11 w 221"/>
                <a:gd name="T9" fmla="*/ 300 h 638"/>
                <a:gd name="T10" fmla="*/ 199 w 221"/>
                <a:gd name="T11" fmla="*/ 0 h 638"/>
              </a:gdLst>
              <a:ahLst/>
              <a:cxnLst>
                <a:cxn ang="0">
                  <a:pos x="T0" y="T1"/>
                </a:cxn>
                <a:cxn ang="0">
                  <a:pos x="T2" y="T3"/>
                </a:cxn>
                <a:cxn ang="0">
                  <a:pos x="T4" y="T5"/>
                </a:cxn>
                <a:cxn ang="0">
                  <a:pos x="T6" y="T7"/>
                </a:cxn>
                <a:cxn ang="0">
                  <a:pos x="T8" y="T9"/>
                </a:cxn>
                <a:cxn ang="0">
                  <a:pos x="T10" y="T11"/>
                </a:cxn>
              </a:cxnLst>
              <a:rect l="0" t="0" r="r" b="b"/>
              <a:pathLst>
                <a:path w="221" h="638">
                  <a:moveTo>
                    <a:pt x="217" y="46"/>
                  </a:moveTo>
                  <a:cubicBezTo>
                    <a:pt x="217" y="46"/>
                    <a:pt x="61" y="163"/>
                    <a:pt x="67" y="266"/>
                  </a:cubicBezTo>
                  <a:cubicBezTo>
                    <a:pt x="73" y="369"/>
                    <a:pt x="221" y="588"/>
                    <a:pt x="221" y="588"/>
                  </a:cubicBezTo>
                  <a:cubicBezTo>
                    <a:pt x="190" y="638"/>
                    <a:pt x="190" y="638"/>
                    <a:pt x="190" y="638"/>
                  </a:cubicBezTo>
                  <a:cubicBezTo>
                    <a:pt x="190" y="638"/>
                    <a:pt x="21" y="412"/>
                    <a:pt x="11" y="300"/>
                  </a:cubicBezTo>
                  <a:cubicBezTo>
                    <a:pt x="0" y="189"/>
                    <a:pt x="54" y="121"/>
                    <a:pt x="199" y="0"/>
                  </a:cubicBezTo>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8" name="Freeform 37"/>
            <p:cNvSpPr>
              <a:spLocks/>
            </p:cNvSpPr>
            <p:nvPr/>
          </p:nvSpPr>
          <p:spPr bwMode="auto">
            <a:xfrm>
              <a:off x="6657976" y="2627313"/>
              <a:ext cx="6350" cy="66675"/>
            </a:xfrm>
            <a:custGeom>
              <a:avLst/>
              <a:gdLst>
                <a:gd name="T0" fmla="*/ 0 w 4"/>
                <a:gd name="T1" fmla="*/ 0 h 41"/>
                <a:gd name="T2" fmla="*/ 3 w 4"/>
                <a:gd name="T3" fmla="*/ 41 h 41"/>
                <a:gd name="T4" fmla="*/ 3 w 4"/>
                <a:gd name="T5" fmla="*/ 13 h 41"/>
                <a:gd name="T6" fmla="*/ 1 w 4"/>
                <a:gd name="T7" fmla="*/ 3 h 41"/>
                <a:gd name="T8" fmla="*/ 1 w 4"/>
                <a:gd name="T9" fmla="*/ 2 h 41"/>
                <a:gd name="T10" fmla="*/ 0 w 4"/>
                <a:gd name="T11" fmla="*/ 0 h 41"/>
              </a:gdLst>
              <a:ahLst/>
              <a:cxnLst>
                <a:cxn ang="0">
                  <a:pos x="T0" y="T1"/>
                </a:cxn>
                <a:cxn ang="0">
                  <a:pos x="T2" y="T3"/>
                </a:cxn>
                <a:cxn ang="0">
                  <a:pos x="T4" y="T5"/>
                </a:cxn>
                <a:cxn ang="0">
                  <a:pos x="T6" y="T7"/>
                </a:cxn>
                <a:cxn ang="0">
                  <a:pos x="T8" y="T9"/>
                </a:cxn>
                <a:cxn ang="0">
                  <a:pos x="T10" y="T11"/>
                </a:cxn>
              </a:cxnLst>
              <a:rect l="0" t="0" r="r" b="b"/>
              <a:pathLst>
                <a:path w="4" h="41">
                  <a:moveTo>
                    <a:pt x="0" y="0"/>
                  </a:moveTo>
                  <a:cubicBezTo>
                    <a:pt x="1" y="13"/>
                    <a:pt x="2" y="27"/>
                    <a:pt x="3" y="41"/>
                  </a:cubicBezTo>
                  <a:cubicBezTo>
                    <a:pt x="3" y="32"/>
                    <a:pt x="4" y="23"/>
                    <a:pt x="3" y="13"/>
                  </a:cubicBezTo>
                  <a:cubicBezTo>
                    <a:pt x="2" y="10"/>
                    <a:pt x="1" y="7"/>
                    <a:pt x="1" y="3"/>
                  </a:cubicBezTo>
                  <a:cubicBezTo>
                    <a:pt x="1" y="3"/>
                    <a:pt x="1" y="2"/>
                    <a:pt x="1" y="2"/>
                  </a:cubicBezTo>
                  <a:cubicBezTo>
                    <a:pt x="0" y="1"/>
                    <a:pt x="0" y="0"/>
                    <a:pt x="0"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39" name="Freeform 38"/>
            <p:cNvSpPr>
              <a:spLocks noEditPoints="1"/>
            </p:cNvSpPr>
            <p:nvPr/>
          </p:nvSpPr>
          <p:spPr bwMode="auto">
            <a:xfrm>
              <a:off x="6488113" y="2578101"/>
              <a:ext cx="28575" cy="69850"/>
            </a:xfrm>
            <a:custGeom>
              <a:avLst/>
              <a:gdLst>
                <a:gd name="T0" fmla="*/ 10 w 17"/>
                <a:gd name="T1" fmla="*/ 21 h 43"/>
                <a:gd name="T2" fmla="*/ 8 w 17"/>
                <a:gd name="T3" fmla="*/ 35 h 43"/>
                <a:gd name="T4" fmla="*/ 17 w 17"/>
                <a:gd name="T5" fmla="*/ 43 h 43"/>
                <a:gd name="T6" fmla="*/ 10 w 17"/>
                <a:gd name="T7" fmla="*/ 21 h 43"/>
                <a:gd name="T8" fmla="*/ 2 w 17"/>
                <a:gd name="T9" fmla="*/ 0 h 43"/>
                <a:gd name="T10" fmla="*/ 7 w 17"/>
                <a:gd name="T11" fmla="*/ 13 h 43"/>
                <a:gd name="T12" fmla="*/ 2 w 1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 h="43">
                  <a:moveTo>
                    <a:pt x="10" y="21"/>
                  </a:moveTo>
                  <a:cubicBezTo>
                    <a:pt x="7" y="24"/>
                    <a:pt x="5" y="28"/>
                    <a:pt x="8" y="35"/>
                  </a:cubicBezTo>
                  <a:cubicBezTo>
                    <a:pt x="10" y="39"/>
                    <a:pt x="13" y="41"/>
                    <a:pt x="17" y="43"/>
                  </a:cubicBezTo>
                  <a:cubicBezTo>
                    <a:pt x="15" y="35"/>
                    <a:pt x="13" y="28"/>
                    <a:pt x="10" y="21"/>
                  </a:cubicBezTo>
                  <a:moveTo>
                    <a:pt x="2" y="0"/>
                  </a:moveTo>
                  <a:cubicBezTo>
                    <a:pt x="0" y="6"/>
                    <a:pt x="2" y="10"/>
                    <a:pt x="7" y="13"/>
                  </a:cubicBezTo>
                  <a:cubicBezTo>
                    <a:pt x="5" y="9"/>
                    <a:pt x="4" y="4"/>
                    <a:pt x="2"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0" name="Freeform 39"/>
            <p:cNvSpPr>
              <a:spLocks/>
            </p:cNvSpPr>
            <p:nvPr/>
          </p:nvSpPr>
          <p:spPr bwMode="auto">
            <a:xfrm>
              <a:off x="6491288" y="2517776"/>
              <a:ext cx="173038" cy="198438"/>
            </a:xfrm>
            <a:custGeom>
              <a:avLst/>
              <a:gdLst>
                <a:gd name="T0" fmla="*/ 31 w 106"/>
                <a:gd name="T1" fmla="*/ 0 h 122"/>
                <a:gd name="T2" fmla="*/ 21 w 106"/>
                <a:gd name="T3" fmla="*/ 5 h 122"/>
                <a:gd name="T4" fmla="*/ 27 w 106"/>
                <a:gd name="T5" fmla="*/ 25 h 122"/>
                <a:gd name="T6" fmla="*/ 23 w 106"/>
                <a:gd name="T7" fmla="*/ 25 h 122"/>
                <a:gd name="T8" fmla="*/ 0 w 106"/>
                <a:gd name="T9" fmla="*/ 35 h 122"/>
                <a:gd name="T10" fmla="*/ 0 w 106"/>
                <a:gd name="T11" fmla="*/ 37 h 122"/>
                <a:gd name="T12" fmla="*/ 5 w 106"/>
                <a:gd name="T13" fmla="*/ 50 h 122"/>
                <a:gd name="T14" fmla="*/ 17 w 106"/>
                <a:gd name="T15" fmla="*/ 55 h 122"/>
                <a:gd name="T16" fmla="*/ 8 w 106"/>
                <a:gd name="T17" fmla="*/ 58 h 122"/>
                <a:gd name="T18" fmla="*/ 15 w 106"/>
                <a:gd name="T19" fmla="*/ 80 h 122"/>
                <a:gd name="T20" fmla="*/ 29 w 106"/>
                <a:gd name="T21" fmla="*/ 84 h 122"/>
                <a:gd name="T22" fmla="*/ 73 w 106"/>
                <a:gd name="T23" fmla="*/ 94 h 122"/>
                <a:gd name="T24" fmla="*/ 73 w 106"/>
                <a:gd name="T25" fmla="*/ 95 h 122"/>
                <a:gd name="T26" fmla="*/ 106 w 106"/>
                <a:gd name="T27" fmla="*/ 122 h 122"/>
                <a:gd name="T28" fmla="*/ 105 w 106"/>
                <a:gd name="T29" fmla="*/ 109 h 122"/>
                <a:gd name="T30" fmla="*/ 102 w 106"/>
                <a:gd name="T31" fmla="*/ 68 h 122"/>
                <a:gd name="T32" fmla="*/ 100 w 106"/>
                <a:gd name="T33" fmla="*/ 55 h 122"/>
                <a:gd name="T34" fmla="*/ 99 w 106"/>
                <a:gd name="T35" fmla="*/ 46 h 122"/>
                <a:gd name="T36" fmla="*/ 96 w 106"/>
                <a:gd name="T37" fmla="*/ 43 h 122"/>
                <a:gd name="T38" fmla="*/ 96 w 106"/>
                <a:gd name="T39" fmla="*/ 45 h 122"/>
                <a:gd name="T40" fmla="*/ 93 w 106"/>
                <a:gd name="T41" fmla="*/ 43 h 122"/>
                <a:gd name="T42" fmla="*/ 80 w 106"/>
                <a:gd name="T43" fmla="*/ 8 h 122"/>
                <a:gd name="T44" fmla="*/ 68 w 106"/>
                <a:gd name="T45" fmla="*/ 3 h 122"/>
                <a:gd name="T46" fmla="*/ 66 w 106"/>
                <a:gd name="T47" fmla="*/ 3 h 122"/>
                <a:gd name="T48" fmla="*/ 65 w 106"/>
                <a:gd name="T49" fmla="*/ 3 h 122"/>
                <a:gd name="T50" fmla="*/ 63 w 106"/>
                <a:gd name="T51" fmla="*/ 3 h 122"/>
                <a:gd name="T52" fmla="*/ 60 w 106"/>
                <a:gd name="T53" fmla="*/ 5 h 122"/>
                <a:gd name="T54" fmla="*/ 55 w 106"/>
                <a:gd name="T55" fmla="*/ 14 h 122"/>
                <a:gd name="T56" fmla="*/ 31 w 106"/>
                <a:gd name="T5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6" h="122">
                  <a:moveTo>
                    <a:pt x="31" y="0"/>
                  </a:moveTo>
                  <a:cubicBezTo>
                    <a:pt x="27" y="0"/>
                    <a:pt x="24" y="1"/>
                    <a:pt x="21" y="5"/>
                  </a:cubicBezTo>
                  <a:cubicBezTo>
                    <a:pt x="16" y="11"/>
                    <a:pt x="21" y="19"/>
                    <a:pt x="27" y="25"/>
                  </a:cubicBezTo>
                  <a:cubicBezTo>
                    <a:pt x="26" y="25"/>
                    <a:pt x="25" y="25"/>
                    <a:pt x="23" y="25"/>
                  </a:cubicBezTo>
                  <a:cubicBezTo>
                    <a:pt x="13" y="25"/>
                    <a:pt x="4" y="27"/>
                    <a:pt x="0" y="35"/>
                  </a:cubicBezTo>
                  <a:cubicBezTo>
                    <a:pt x="0" y="36"/>
                    <a:pt x="0" y="36"/>
                    <a:pt x="0" y="37"/>
                  </a:cubicBezTo>
                  <a:cubicBezTo>
                    <a:pt x="2" y="41"/>
                    <a:pt x="3" y="46"/>
                    <a:pt x="5" y="50"/>
                  </a:cubicBezTo>
                  <a:cubicBezTo>
                    <a:pt x="8" y="52"/>
                    <a:pt x="12" y="53"/>
                    <a:pt x="17" y="55"/>
                  </a:cubicBezTo>
                  <a:cubicBezTo>
                    <a:pt x="13" y="55"/>
                    <a:pt x="10" y="56"/>
                    <a:pt x="8" y="58"/>
                  </a:cubicBezTo>
                  <a:cubicBezTo>
                    <a:pt x="11" y="65"/>
                    <a:pt x="13" y="72"/>
                    <a:pt x="15" y="80"/>
                  </a:cubicBezTo>
                  <a:cubicBezTo>
                    <a:pt x="19" y="82"/>
                    <a:pt x="24" y="83"/>
                    <a:pt x="29" y="84"/>
                  </a:cubicBezTo>
                  <a:cubicBezTo>
                    <a:pt x="42" y="88"/>
                    <a:pt x="58" y="92"/>
                    <a:pt x="73" y="94"/>
                  </a:cubicBezTo>
                  <a:cubicBezTo>
                    <a:pt x="73" y="95"/>
                    <a:pt x="73" y="95"/>
                    <a:pt x="73" y="95"/>
                  </a:cubicBezTo>
                  <a:cubicBezTo>
                    <a:pt x="73" y="95"/>
                    <a:pt x="85" y="105"/>
                    <a:pt x="106" y="122"/>
                  </a:cubicBezTo>
                  <a:cubicBezTo>
                    <a:pt x="106" y="117"/>
                    <a:pt x="106" y="113"/>
                    <a:pt x="105" y="109"/>
                  </a:cubicBezTo>
                  <a:cubicBezTo>
                    <a:pt x="104" y="95"/>
                    <a:pt x="103" y="81"/>
                    <a:pt x="102" y="68"/>
                  </a:cubicBezTo>
                  <a:cubicBezTo>
                    <a:pt x="101" y="64"/>
                    <a:pt x="100" y="60"/>
                    <a:pt x="100" y="55"/>
                  </a:cubicBezTo>
                  <a:cubicBezTo>
                    <a:pt x="100" y="52"/>
                    <a:pt x="100" y="49"/>
                    <a:pt x="99" y="46"/>
                  </a:cubicBezTo>
                  <a:cubicBezTo>
                    <a:pt x="98" y="45"/>
                    <a:pt x="97" y="44"/>
                    <a:pt x="96" y="43"/>
                  </a:cubicBezTo>
                  <a:cubicBezTo>
                    <a:pt x="96" y="45"/>
                    <a:pt x="96" y="45"/>
                    <a:pt x="96" y="45"/>
                  </a:cubicBezTo>
                  <a:cubicBezTo>
                    <a:pt x="95" y="44"/>
                    <a:pt x="94" y="44"/>
                    <a:pt x="93" y="43"/>
                  </a:cubicBezTo>
                  <a:cubicBezTo>
                    <a:pt x="94" y="31"/>
                    <a:pt x="87" y="16"/>
                    <a:pt x="80" y="8"/>
                  </a:cubicBezTo>
                  <a:cubicBezTo>
                    <a:pt x="76" y="5"/>
                    <a:pt x="72" y="3"/>
                    <a:pt x="68" y="3"/>
                  </a:cubicBezTo>
                  <a:cubicBezTo>
                    <a:pt x="67" y="3"/>
                    <a:pt x="66" y="3"/>
                    <a:pt x="66" y="3"/>
                  </a:cubicBezTo>
                  <a:cubicBezTo>
                    <a:pt x="65" y="3"/>
                    <a:pt x="65" y="3"/>
                    <a:pt x="65" y="3"/>
                  </a:cubicBezTo>
                  <a:cubicBezTo>
                    <a:pt x="64" y="3"/>
                    <a:pt x="64" y="3"/>
                    <a:pt x="63" y="3"/>
                  </a:cubicBezTo>
                  <a:cubicBezTo>
                    <a:pt x="62" y="4"/>
                    <a:pt x="61" y="4"/>
                    <a:pt x="60" y="5"/>
                  </a:cubicBezTo>
                  <a:cubicBezTo>
                    <a:pt x="57" y="7"/>
                    <a:pt x="56" y="11"/>
                    <a:pt x="55" y="14"/>
                  </a:cubicBezTo>
                  <a:cubicBezTo>
                    <a:pt x="48" y="7"/>
                    <a:pt x="39" y="0"/>
                    <a:pt x="31"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1" name="Freeform 40"/>
            <p:cNvSpPr>
              <a:spLocks/>
            </p:cNvSpPr>
            <p:nvPr/>
          </p:nvSpPr>
          <p:spPr bwMode="auto">
            <a:xfrm>
              <a:off x="6483351" y="2487613"/>
              <a:ext cx="165100" cy="163513"/>
            </a:xfrm>
            <a:custGeom>
              <a:avLst/>
              <a:gdLst>
                <a:gd name="T0" fmla="*/ 98 w 101"/>
                <a:gd name="T1" fmla="*/ 49 h 101"/>
                <a:gd name="T2" fmla="*/ 85 w 101"/>
                <a:gd name="T3" fmla="*/ 15 h 101"/>
                <a:gd name="T4" fmla="*/ 71 w 101"/>
                <a:gd name="T5" fmla="*/ 9 h 101"/>
                <a:gd name="T6" fmla="*/ 68 w 101"/>
                <a:gd name="T7" fmla="*/ 10 h 101"/>
                <a:gd name="T8" fmla="*/ 65 w 101"/>
                <a:gd name="T9" fmla="*/ 11 h 101"/>
                <a:gd name="T10" fmla="*/ 60 w 101"/>
                <a:gd name="T11" fmla="*/ 21 h 101"/>
                <a:gd name="T12" fmla="*/ 26 w 101"/>
                <a:gd name="T13" fmla="*/ 11 h 101"/>
                <a:gd name="T14" fmla="*/ 32 w 101"/>
                <a:gd name="T15" fmla="*/ 32 h 101"/>
                <a:gd name="T16" fmla="*/ 5 w 101"/>
                <a:gd name="T17" fmla="*/ 42 h 101"/>
                <a:gd name="T18" fmla="*/ 22 w 101"/>
                <a:gd name="T19" fmla="*/ 61 h 101"/>
                <a:gd name="T20" fmla="*/ 11 w 101"/>
                <a:gd name="T21" fmla="*/ 78 h 101"/>
                <a:gd name="T22" fmla="*/ 34 w 101"/>
                <a:gd name="T23" fmla="*/ 90 h 101"/>
                <a:gd name="T24" fmla="*/ 78 w 101"/>
                <a:gd name="T25" fmla="*/ 101 h 101"/>
                <a:gd name="T26" fmla="*/ 101 w 101"/>
                <a:gd name="T27" fmla="*/ 51 h 101"/>
                <a:gd name="T28" fmla="*/ 98 w 101"/>
                <a:gd name="T29" fmla="*/ 4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1">
                  <a:moveTo>
                    <a:pt x="98" y="49"/>
                  </a:moveTo>
                  <a:cubicBezTo>
                    <a:pt x="99" y="37"/>
                    <a:pt x="92" y="23"/>
                    <a:pt x="85" y="15"/>
                  </a:cubicBezTo>
                  <a:cubicBezTo>
                    <a:pt x="81" y="11"/>
                    <a:pt x="76" y="8"/>
                    <a:pt x="71" y="9"/>
                  </a:cubicBezTo>
                  <a:cubicBezTo>
                    <a:pt x="70" y="9"/>
                    <a:pt x="69" y="9"/>
                    <a:pt x="68" y="10"/>
                  </a:cubicBezTo>
                  <a:cubicBezTo>
                    <a:pt x="67" y="10"/>
                    <a:pt x="66" y="11"/>
                    <a:pt x="65" y="11"/>
                  </a:cubicBezTo>
                  <a:cubicBezTo>
                    <a:pt x="62" y="13"/>
                    <a:pt x="61" y="17"/>
                    <a:pt x="60" y="21"/>
                  </a:cubicBezTo>
                  <a:cubicBezTo>
                    <a:pt x="50" y="11"/>
                    <a:pt x="35" y="0"/>
                    <a:pt x="26" y="11"/>
                  </a:cubicBezTo>
                  <a:cubicBezTo>
                    <a:pt x="21" y="17"/>
                    <a:pt x="26" y="25"/>
                    <a:pt x="32" y="32"/>
                  </a:cubicBezTo>
                  <a:cubicBezTo>
                    <a:pt x="21" y="31"/>
                    <a:pt x="9" y="32"/>
                    <a:pt x="5" y="42"/>
                  </a:cubicBezTo>
                  <a:cubicBezTo>
                    <a:pt x="0" y="53"/>
                    <a:pt x="11" y="58"/>
                    <a:pt x="22" y="61"/>
                  </a:cubicBezTo>
                  <a:cubicBezTo>
                    <a:pt x="13" y="63"/>
                    <a:pt x="6" y="68"/>
                    <a:pt x="11" y="78"/>
                  </a:cubicBezTo>
                  <a:cubicBezTo>
                    <a:pt x="15" y="86"/>
                    <a:pt x="26" y="88"/>
                    <a:pt x="34" y="90"/>
                  </a:cubicBezTo>
                  <a:cubicBezTo>
                    <a:pt x="47" y="94"/>
                    <a:pt x="63" y="99"/>
                    <a:pt x="78" y="101"/>
                  </a:cubicBezTo>
                  <a:cubicBezTo>
                    <a:pt x="101" y="51"/>
                    <a:pt x="101" y="51"/>
                    <a:pt x="101" y="51"/>
                  </a:cubicBezTo>
                  <a:cubicBezTo>
                    <a:pt x="100" y="51"/>
                    <a:pt x="99" y="50"/>
                    <a:pt x="98" y="4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2" name="Freeform 41"/>
            <p:cNvSpPr>
              <a:spLocks/>
            </p:cNvSpPr>
            <p:nvPr/>
          </p:nvSpPr>
          <p:spPr bwMode="auto">
            <a:xfrm>
              <a:off x="6607176" y="2566988"/>
              <a:ext cx="365125" cy="1079500"/>
            </a:xfrm>
            <a:custGeom>
              <a:avLst/>
              <a:gdLst>
                <a:gd name="T0" fmla="*/ 25 w 225"/>
                <a:gd name="T1" fmla="*/ 0 h 666"/>
                <a:gd name="T2" fmla="*/ 25 w 225"/>
                <a:gd name="T3" fmla="*/ 2 h 666"/>
                <a:gd name="T4" fmla="*/ 2 w 225"/>
                <a:gd name="T5" fmla="*/ 52 h 666"/>
                <a:gd name="T6" fmla="*/ 2 w 225"/>
                <a:gd name="T7" fmla="*/ 52 h 666"/>
                <a:gd name="T8" fmla="*/ 158 w 225"/>
                <a:gd name="T9" fmla="*/ 264 h 666"/>
                <a:gd name="T10" fmla="*/ 0 w 225"/>
                <a:gd name="T11" fmla="*/ 616 h 666"/>
                <a:gd name="T12" fmla="*/ 30 w 225"/>
                <a:gd name="T13" fmla="*/ 666 h 666"/>
                <a:gd name="T14" fmla="*/ 214 w 225"/>
                <a:gd name="T15" fmla="*/ 299 h 666"/>
                <a:gd name="T16" fmla="*/ 25 w 225"/>
                <a:gd name="T1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666">
                  <a:moveTo>
                    <a:pt x="25" y="0"/>
                  </a:moveTo>
                  <a:cubicBezTo>
                    <a:pt x="25" y="2"/>
                    <a:pt x="25" y="2"/>
                    <a:pt x="25" y="2"/>
                  </a:cubicBezTo>
                  <a:cubicBezTo>
                    <a:pt x="2" y="52"/>
                    <a:pt x="2" y="52"/>
                    <a:pt x="2" y="52"/>
                  </a:cubicBezTo>
                  <a:cubicBezTo>
                    <a:pt x="2" y="52"/>
                    <a:pt x="2" y="52"/>
                    <a:pt x="2" y="52"/>
                  </a:cubicBezTo>
                  <a:cubicBezTo>
                    <a:pt x="2" y="52"/>
                    <a:pt x="164" y="161"/>
                    <a:pt x="158" y="264"/>
                  </a:cubicBezTo>
                  <a:cubicBezTo>
                    <a:pt x="152" y="367"/>
                    <a:pt x="0" y="616"/>
                    <a:pt x="0" y="616"/>
                  </a:cubicBezTo>
                  <a:cubicBezTo>
                    <a:pt x="30" y="666"/>
                    <a:pt x="30" y="666"/>
                    <a:pt x="30" y="666"/>
                  </a:cubicBezTo>
                  <a:cubicBezTo>
                    <a:pt x="30" y="666"/>
                    <a:pt x="204" y="410"/>
                    <a:pt x="214" y="299"/>
                  </a:cubicBezTo>
                  <a:cubicBezTo>
                    <a:pt x="225" y="187"/>
                    <a:pt x="170" y="121"/>
                    <a:pt x="25" y="0"/>
                  </a:cubicBezTo>
                  <a:close/>
                </a:path>
              </a:pathLst>
            </a:custGeom>
            <a:solidFill>
              <a:srgbClr val="70AD47">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3" name="Freeform 42"/>
            <p:cNvSpPr>
              <a:spLocks/>
            </p:cNvSpPr>
            <p:nvPr/>
          </p:nvSpPr>
          <p:spPr bwMode="auto">
            <a:xfrm>
              <a:off x="5969001" y="3373438"/>
              <a:ext cx="201613" cy="733425"/>
            </a:xfrm>
            <a:custGeom>
              <a:avLst/>
              <a:gdLst>
                <a:gd name="T0" fmla="*/ 37 w 124"/>
                <a:gd name="T1" fmla="*/ 70 h 452"/>
                <a:gd name="T2" fmla="*/ 10 w 124"/>
                <a:gd name="T3" fmla="*/ 268 h 452"/>
                <a:gd name="T4" fmla="*/ 72 w 124"/>
                <a:gd name="T5" fmla="*/ 450 h 452"/>
                <a:gd name="T6" fmla="*/ 122 w 124"/>
                <a:gd name="T7" fmla="*/ 264 h 452"/>
                <a:gd name="T8" fmla="*/ 70 w 124"/>
                <a:gd name="T9" fmla="*/ 69 h 452"/>
                <a:gd name="T10" fmla="*/ 90 w 124"/>
                <a:gd name="T11" fmla="*/ 40 h 452"/>
                <a:gd name="T12" fmla="*/ 49 w 124"/>
                <a:gd name="T13" fmla="*/ 2 h 452"/>
                <a:gd name="T14" fmla="*/ 37 w 124"/>
                <a:gd name="T15" fmla="*/ 70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452">
                  <a:moveTo>
                    <a:pt x="37" y="70"/>
                  </a:moveTo>
                  <a:cubicBezTo>
                    <a:pt x="37" y="70"/>
                    <a:pt x="3" y="231"/>
                    <a:pt x="10" y="268"/>
                  </a:cubicBezTo>
                  <a:cubicBezTo>
                    <a:pt x="16" y="305"/>
                    <a:pt x="59" y="448"/>
                    <a:pt x="72" y="450"/>
                  </a:cubicBezTo>
                  <a:cubicBezTo>
                    <a:pt x="85" y="452"/>
                    <a:pt x="124" y="290"/>
                    <a:pt x="122" y="264"/>
                  </a:cubicBezTo>
                  <a:cubicBezTo>
                    <a:pt x="120" y="238"/>
                    <a:pt x="70" y="69"/>
                    <a:pt x="70" y="69"/>
                  </a:cubicBezTo>
                  <a:cubicBezTo>
                    <a:pt x="70" y="69"/>
                    <a:pt x="86" y="58"/>
                    <a:pt x="90" y="40"/>
                  </a:cubicBezTo>
                  <a:cubicBezTo>
                    <a:pt x="94" y="19"/>
                    <a:pt x="77" y="0"/>
                    <a:pt x="49" y="2"/>
                  </a:cubicBezTo>
                  <a:cubicBezTo>
                    <a:pt x="21" y="4"/>
                    <a:pt x="0" y="39"/>
                    <a:pt x="37" y="70"/>
                  </a:cubicBezTo>
                  <a:close/>
                </a:path>
              </a:pathLst>
            </a:custGeom>
            <a:solidFill>
              <a:srgbClr val="CA4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4" name="Freeform 43"/>
            <p:cNvSpPr>
              <a:spLocks/>
            </p:cNvSpPr>
            <p:nvPr/>
          </p:nvSpPr>
          <p:spPr bwMode="auto">
            <a:xfrm>
              <a:off x="5351463" y="3287713"/>
              <a:ext cx="695325" cy="269875"/>
            </a:xfrm>
            <a:custGeom>
              <a:avLst/>
              <a:gdLst>
                <a:gd name="T0" fmla="*/ 5 w 428"/>
                <a:gd name="T1" fmla="*/ 0 h 166"/>
                <a:gd name="T2" fmla="*/ 0 w 428"/>
                <a:gd name="T3" fmla="*/ 53 h 166"/>
                <a:gd name="T4" fmla="*/ 328 w 428"/>
                <a:gd name="T5" fmla="*/ 166 h 166"/>
                <a:gd name="T6" fmla="*/ 428 w 428"/>
                <a:gd name="T7" fmla="*/ 55 h 166"/>
                <a:gd name="T8" fmla="*/ 5 w 428"/>
                <a:gd name="T9" fmla="*/ 0 h 166"/>
              </a:gdLst>
              <a:ahLst/>
              <a:cxnLst>
                <a:cxn ang="0">
                  <a:pos x="T0" y="T1"/>
                </a:cxn>
                <a:cxn ang="0">
                  <a:pos x="T2" y="T3"/>
                </a:cxn>
                <a:cxn ang="0">
                  <a:pos x="T4" y="T5"/>
                </a:cxn>
                <a:cxn ang="0">
                  <a:pos x="T6" y="T7"/>
                </a:cxn>
                <a:cxn ang="0">
                  <a:pos x="T8" y="T9"/>
                </a:cxn>
              </a:cxnLst>
              <a:rect l="0" t="0" r="r" b="b"/>
              <a:pathLst>
                <a:path w="428" h="166">
                  <a:moveTo>
                    <a:pt x="5" y="0"/>
                  </a:moveTo>
                  <a:cubicBezTo>
                    <a:pt x="0" y="53"/>
                    <a:pt x="0" y="53"/>
                    <a:pt x="0" y="53"/>
                  </a:cubicBezTo>
                  <a:cubicBezTo>
                    <a:pt x="0" y="53"/>
                    <a:pt x="236" y="108"/>
                    <a:pt x="328" y="166"/>
                  </a:cubicBezTo>
                  <a:cubicBezTo>
                    <a:pt x="328" y="166"/>
                    <a:pt x="357" y="59"/>
                    <a:pt x="428" y="55"/>
                  </a:cubicBezTo>
                  <a:cubicBezTo>
                    <a:pt x="428" y="55"/>
                    <a:pt x="192" y="65"/>
                    <a:pt x="5" y="0"/>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sp>
          <p:nvSpPr>
            <p:cNvPr id="45" name="Freeform 44"/>
            <p:cNvSpPr>
              <a:spLocks/>
            </p:cNvSpPr>
            <p:nvPr/>
          </p:nvSpPr>
          <p:spPr bwMode="auto">
            <a:xfrm>
              <a:off x="6103938" y="3267076"/>
              <a:ext cx="581025" cy="261938"/>
            </a:xfrm>
            <a:custGeom>
              <a:avLst/>
              <a:gdLst>
                <a:gd name="T0" fmla="*/ 0 w 358"/>
                <a:gd name="T1" fmla="*/ 66 h 162"/>
                <a:gd name="T2" fmla="*/ 154 w 358"/>
                <a:gd name="T3" fmla="*/ 162 h 162"/>
                <a:gd name="T4" fmla="*/ 358 w 358"/>
                <a:gd name="T5" fmla="*/ 51 h 162"/>
                <a:gd name="T6" fmla="*/ 347 w 358"/>
                <a:gd name="T7" fmla="*/ 0 h 162"/>
                <a:gd name="T8" fmla="*/ 0 w 358"/>
                <a:gd name="T9" fmla="*/ 66 h 162"/>
              </a:gdLst>
              <a:ahLst/>
              <a:cxnLst>
                <a:cxn ang="0">
                  <a:pos x="T0" y="T1"/>
                </a:cxn>
                <a:cxn ang="0">
                  <a:pos x="T2" y="T3"/>
                </a:cxn>
                <a:cxn ang="0">
                  <a:pos x="T4" y="T5"/>
                </a:cxn>
                <a:cxn ang="0">
                  <a:pos x="T6" y="T7"/>
                </a:cxn>
                <a:cxn ang="0">
                  <a:pos x="T8" y="T9"/>
                </a:cxn>
              </a:cxnLst>
              <a:rect l="0" t="0" r="r" b="b"/>
              <a:pathLst>
                <a:path w="358" h="162">
                  <a:moveTo>
                    <a:pt x="0" y="66"/>
                  </a:moveTo>
                  <a:cubicBezTo>
                    <a:pt x="0" y="66"/>
                    <a:pt x="135" y="82"/>
                    <a:pt x="154" y="162"/>
                  </a:cubicBezTo>
                  <a:cubicBezTo>
                    <a:pt x="154" y="162"/>
                    <a:pt x="259" y="69"/>
                    <a:pt x="358" y="51"/>
                  </a:cubicBezTo>
                  <a:cubicBezTo>
                    <a:pt x="358" y="51"/>
                    <a:pt x="353" y="11"/>
                    <a:pt x="347" y="0"/>
                  </a:cubicBezTo>
                  <a:cubicBezTo>
                    <a:pt x="347" y="0"/>
                    <a:pt x="163" y="46"/>
                    <a:pt x="0" y="66"/>
                  </a:cubicBezTo>
                  <a:close/>
                </a:path>
              </a:pathLst>
            </a:custGeom>
            <a:solidFill>
              <a:srgbClr val="70AD47">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defRPr/>
              </a:pPr>
              <a:endParaRPr lang="en-IN" kern="0" dirty="0" smtClean="0">
                <a:solidFill>
                  <a:prstClr val="black"/>
                </a:solidFill>
                <a:latin typeface="Calibri" panose="020F0502020204030204"/>
                <a:cs typeface="Simplified Arabic" panose="02020603050405020304" pitchFamily="18" charset="-78"/>
              </a:endParaRPr>
            </a:p>
          </p:txBody>
        </p:sp>
      </p:grpSp>
      <p:sp>
        <p:nvSpPr>
          <p:cNvPr id="46" name="Rectangle 45"/>
          <p:cNvSpPr/>
          <p:nvPr/>
        </p:nvSpPr>
        <p:spPr>
          <a:xfrm>
            <a:off x="373224" y="4710654"/>
            <a:ext cx="11426891" cy="954107"/>
          </a:xfrm>
          <a:prstGeom prst="rect">
            <a:avLst/>
          </a:prstGeom>
        </p:spPr>
        <p:txBody>
          <a:bodyPr wrap="square">
            <a:spAutoFit/>
          </a:bodyPr>
          <a:lstStyle/>
          <a:p>
            <a:pPr algn="ctr" rtl="1" fontAlgn="auto">
              <a:spcBef>
                <a:spcPts val="0"/>
              </a:spcBef>
              <a:spcAft>
                <a:spcPts val="0"/>
              </a:spcAft>
            </a:pPr>
            <a:r>
              <a:rPr lang="ar-SA" sz="2800" b="1" dirty="0">
                <a:solidFill>
                  <a:prstClr val="black"/>
                </a:solidFill>
                <a:cs typeface="Simplified Arabic" panose="02020603050405020304" pitchFamily="18" charset="-78"/>
              </a:rPr>
              <a:t>برنامج تطبيقي يستخدم لإنشاء عروض تقديمية بشكل شرائح إلكترونية مما يتيح جذب انتباه المتعلم لها، وذلك باستخدام العديد من الوسائط المتعددة مثل: الصوت والفيديو وغيرها</a:t>
            </a:r>
            <a:endParaRPr lang="en-US" sz="2800" b="1" dirty="0">
              <a:solidFill>
                <a:prstClr val="black"/>
              </a:solidFill>
              <a:latin typeface="Calibri" panose="020F0502020204030204"/>
              <a:cs typeface="Simplified Arabic" panose="02020603050405020304" pitchFamily="18" charset="-78"/>
            </a:endParaRPr>
          </a:p>
        </p:txBody>
      </p:sp>
      <p:sp>
        <p:nvSpPr>
          <p:cNvPr id="2" name="Rectangle 1"/>
          <p:cNvSpPr/>
          <p:nvPr/>
        </p:nvSpPr>
        <p:spPr>
          <a:xfrm>
            <a:off x="5202971" y="4060792"/>
            <a:ext cx="6284093" cy="584775"/>
          </a:xfrm>
          <a:prstGeom prst="rect">
            <a:avLst/>
          </a:prstGeom>
        </p:spPr>
        <p:txBody>
          <a:bodyPr wrap="none">
            <a:spAutoFit/>
          </a:bodyPr>
          <a:lstStyle/>
          <a:p>
            <a:pPr algn="justLow" rtl="1">
              <a:spcBef>
                <a:spcPts val="0"/>
              </a:spcBef>
              <a:spcAft>
                <a:spcPts val="0"/>
              </a:spcAft>
              <a:tabLst>
                <a:tab pos="228600" algn="l"/>
              </a:tabLst>
            </a:pPr>
            <a:r>
              <a:rPr lang="ar-SA" sz="3200" b="1" u="sng" dirty="0">
                <a:solidFill>
                  <a:srgbClr val="FF0000"/>
                </a:solidFill>
                <a:latin typeface="Arial Unicode MS"/>
                <a:cs typeface="Simplified Arabic"/>
              </a:rPr>
              <a:t>ما هي العروض التقديمية </a:t>
            </a:r>
            <a:r>
              <a:rPr lang="en-US" sz="3200" b="1" u="sng" dirty="0">
                <a:solidFill>
                  <a:srgbClr val="FF0000"/>
                </a:solidFill>
                <a:latin typeface="Arial Unicode MS"/>
                <a:cs typeface="Simplified Arabic"/>
              </a:rPr>
              <a:t>Presentations؟</a:t>
            </a:r>
            <a:endParaRPr lang="en-US" sz="3200" u="sng" dirty="0">
              <a:solidFill>
                <a:srgbClr val="FF0000"/>
              </a:solidFill>
              <a:latin typeface="Arial Unicode MS"/>
              <a:cs typeface="Helvetica"/>
            </a:endParaRPr>
          </a:p>
        </p:txBody>
      </p:sp>
      <p:sp>
        <p:nvSpPr>
          <p:cNvPr id="4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5266686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 fill="hold"/>
                                        <p:tgtEl>
                                          <p:spTgt spid="9"/>
                                        </p:tgtEl>
                                        <p:attrNameLst>
                                          <p:attrName>ppt_x</p:attrName>
                                        </p:attrNameLst>
                                      </p:cBhvr>
                                      <p:tavLst>
                                        <p:tav tm="0">
                                          <p:val>
                                            <p:strVal val="#ppt_x"/>
                                          </p:val>
                                        </p:tav>
                                        <p:tav tm="100000">
                                          <p:val>
                                            <p:strVal val="#ppt_x"/>
                                          </p:val>
                                        </p:tav>
                                      </p:tavLst>
                                    </p:anim>
                                    <p:anim calcmode="lin" valueType="num">
                                      <p:cBhvr additive="base">
                                        <p:cTn id="19" dur="500" fill="hold"/>
                                        <p:tgtEl>
                                          <p:spTgt spid="9"/>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46"/>
                                        </p:tgtEl>
                                        <p:attrNameLst>
                                          <p:attrName>style.visibility</p:attrName>
                                        </p:attrNameLst>
                                      </p:cBhvr>
                                      <p:to>
                                        <p:strVal val="visible"/>
                                      </p:to>
                                    </p:set>
                                    <p:animEffect transition="in" filter="fade">
                                      <p:cBhvr>
                                        <p:cTn id="23"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46"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algn="r" rtl="1"/>
            <a:r>
              <a:rPr lang="ar-SA" u="sng" dirty="0">
                <a:solidFill>
                  <a:srgbClr val="4472C4"/>
                </a:solidFill>
              </a:rPr>
              <a:t>1-	قواعد تصميم شرائح العروض التقديمية </a:t>
            </a:r>
            <a:endParaRPr lang="en-AU" u="sng" dirty="0">
              <a:solidFill>
                <a:srgbClr val="4472C4"/>
              </a:solidFill>
            </a:endParaRPr>
          </a:p>
        </p:txBody>
      </p:sp>
      <p:grpSp>
        <p:nvGrpSpPr>
          <p:cNvPr id="31" name="Group 30"/>
          <p:cNvGrpSpPr/>
          <p:nvPr/>
        </p:nvGrpSpPr>
        <p:grpSpPr>
          <a:xfrm>
            <a:off x="4022852" y="2746821"/>
            <a:ext cx="1798116" cy="4111179"/>
            <a:chOff x="1984502" y="2746821"/>
            <a:chExt cx="1798116" cy="4111179"/>
          </a:xfrm>
          <a:effectLst>
            <a:outerShdw blurRad="50800" dist="38100" dir="2700000" algn="tl" rotWithShape="0">
              <a:prstClr val="black">
                <a:alpha val="40000"/>
              </a:prstClr>
            </a:outerShdw>
          </a:effectLst>
        </p:grpSpPr>
        <p:sp>
          <p:nvSpPr>
            <p:cNvPr id="19" name="Rectangle 18"/>
            <p:cNvSpPr/>
            <p:nvPr/>
          </p:nvSpPr>
          <p:spPr>
            <a:xfrm>
              <a:off x="2484417" y="3135086"/>
              <a:ext cx="798286" cy="372291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Freeform 24"/>
            <p:cNvSpPr/>
            <p:nvPr/>
          </p:nvSpPr>
          <p:spPr>
            <a:xfrm rot="18903448">
              <a:off x="1984502" y="2746821"/>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39" name="Group 38"/>
          <p:cNvGrpSpPr/>
          <p:nvPr/>
        </p:nvGrpSpPr>
        <p:grpSpPr>
          <a:xfrm>
            <a:off x="4821137" y="4296222"/>
            <a:ext cx="1798116" cy="2561778"/>
            <a:chOff x="2782787" y="4296222"/>
            <a:chExt cx="1798116" cy="2561778"/>
          </a:xfrm>
          <a:effectLst>
            <a:outerShdw blurRad="50800" dist="38100" dir="2700000" algn="tl" rotWithShape="0">
              <a:prstClr val="black">
                <a:alpha val="40000"/>
              </a:prstClr>
            </a:outerShdw>
          </a:effectLst>
        </p:grpSpPr>
        <p:sp>
          <p:nvSpPr>
            <p:cNvPr id="32" name="Rectangle 31"/>
            <p:cNvSpPr/>
            <p:nvPr/>
          </p:nvSpPr>
          <p:spPr>
            <a:xfrm>
              <a:off x="3282703" y="4584701"/>
              <a:ext cx="798286" cy="227329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Freeform 32"/>
            <p:cNvSpPr/>
            <p:nvPr/>
          </p:nvSpPr>
          <p:spPr>
            <a:xfrm rot="18903448">
              <a:off x="2782787" y="4296222"/>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38" name="Group 37"/>
          <p:cNvGrpSpPr/>
          <p:nvPr/>
        </p:nvGrpSpPr>
        <p:grpSpPr>
          <a:xfrm>
            <a:off x="5537949" y="2145740"/>
            <a:ext cx="1798116" cy="4726774"/>
            <a:chOff x="3564108" y="2131224"/>
            <a:chExt cx="1798116" cy="4726774"/>
          </a:xfrm>
          <a:effectLst>
            <a:outerShdw blurRad="50800" dist="38100" dir="2700000" algn="tl" rotWithShape="0">
              <a:prstClr val="black">
                <a:alpha val="40000"/>
              </a:prstClr>
            </a:outerShdw>
          </a:effectLst>
        </p:grpSpPr>
        <p:sp>
          <p:nvSpPr>
            <p:cNvPr id="34" name="Rectangle 33"/>
            <p:cNvSpPr/>
            <p:nvPr/>
          </p:nvSpPr>
          <p:spPr>
            <a:xfrm>
              <a:off x="4064023" y="2374087"/>
              <a:ext cx="798286" cy="448391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Freeform 34"/>
            <p:cNvSpPr/>
            <p:nvPr/>
          </p:nvSpPr>
          <p:spPr>
            <a:xfrm rot="18903448">
              <a:off x="3564108" y="2131224"/>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40" name="Group 39"/>
          <p:cNvGrpSpPr/>
          <p:nvPr/>
        </p:nvGrpSpPr>
        <p:grpSpPr>
          <a:xfrm>
            <a:off x="6336234" y="3376934"/>
            <a:ext cx="1798116" cy="3487144"/>
            <a:chOff x="4362393" y="3362418"/>
            <a:chExt cx="1798116" cy="3487144"/>
          </a:xfrm>
          <a:effectLst>
            <a:outerShdw blurRad="50800" dist="38100" dir="2700000" algn="tl" rotWithShape="0">
              <a:prstClr val="black">
                <a:alpha val="40000"/>
              </a:prstClr>
            </a:outerShdw>
          </a:effectLst>
        </p:grpSpPr>
        <p:sp>
          <p:nvSpPr>
            <p:cNvPr id="36" name="Rectangle 35"/>
            <p:cNvSpPr/>
            <p:nvPr/>
          </p:nvSpPr>
          <p:spPr>
            <a:xfrm>
              <a:off x="4862308" y="3770141"/>
              <a:ext cx="798286" cy="30794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7" name="Freeform 36"/>
            <p:cNvSpPr/>
            <p:nvPr/>
          </p:nvSpPr>
          <p:spPr>
            <a:xfrm rot="18903448">
              <a:off x="4362393" y="3362418"/>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20" name="TextBox 19"/>
          <p:cNvSpPr txBox="1"/>
          <p:nvPr/>
        </p:nvSpPr>
        <p:spPr>
          <a:xfrm>
            <a:off x="236111" y="1987427"/>
            <a:ext cx="3496613" cy="2215991"/>
          </a:xfrm>
          <a:prstGeom prst="rect">
            <a:avLst/>
          </a:prstGeom>
          <a:noFill/>
        </p:spPr>
        <p:txBody>
          <a:bodyPr wrap="square" lIns="0" tIns="0" rIns="0" bIns="0" rtlCol="0">
            <a:spAutoFit/>
          </a:bodyPr>
          <a:lstStyle/>
          <a:p>
            <a:pPr algn="ctr" rtl="1" fontAlgn="auto">
              <a:spcBef>
                <a:spcPts val="0"/>
              </a:spcBef>
              <a:spcAft>
                <a:spcPts val="0"/>
              </a:spcAft>
            </a:pPr>
            <a:r>
              <a:rPr lang="ar-SA" sz="2400" b="1" dirty="0" smtClean="0">
                <a:latin typeface="Roboto Lt"/>
                <a:cs typeface="Simplified Arabic" panose="02020603050405020304" pitchFamily="18" charset="-78"/>
              </a:rPr>
              <a:t>‌استخدام </a:t>
            </a:r>
            <a:r>
              <a:rPr lang="ar-SA" sz="2400" b="1" dirty="0">
                <a:latin typeface="Roboto Lt"/>
                <a:cs typeface="Simplified Arabic" panose="02020603050405020304" pitchFamily="18" charset="-78"/>
              </a:rPr>
              <a:t>المناظر الطبيعية والألوان الصارخة كخلفية للموضوع ظاناً المعلم بأنه أحسن العمل لجذب المتعلمين، إلا أنه يؤدي إلى عدم وضوح الكتابة ويشتت الانتباه لدى المتعلمين</a:t>
            </a:r>
            <a:endParaRPr lang="en-AU" sz="2400" b="1" dirty="0">
              <a:latin typeface="Roboto Lt"/>
              <a:cs typeface="Simplified Arabic" panose="02020603050405020304" pitchFamily="18" charset="-78"/>
            </a:endParaRPr>
          </a:p>
        </p:txBody>
      </p:sp>
      <p:sp>
        <p:nvSpPr>
          <p:cNvPr id="28" name="TextBox 27"/>
          <p:cNvSpPr txBox="1"/>
          <p:nvPr/>
        </p:nvSpPr>
        <p:spPr>
          <a:xfrm rot="16200000">
            <a:off x="6949933" y="5883269"/>
            <a:ext cx="2112993" cy="246221"/>
          </a:xfrm>
          <a:prstGeom prst="rect">
            <a:avLst/>
          </a:prstGeom>
          <a:noFill/>
        </p:spPr>
        <p:txBody>
          <a:bodyPr wrap="square" lIns="0" tIns="0" rIns="0" bIns="0" rtlCol="0">
            <a:spAutoFit/>
          </a:bodyPr>
          <a:lstStyle/>
          <a:p>
            <a:pPr algn="r" fontAlgn="auto">
              <a:spcBef>
                <a:spcPts val="0"/>
              </a:spcBef>
              <a:spcAft>
                <a:spcPts val="0"/>
              </a:spcAft>
            </a:pPr>
            <a:r>
              <a:rPr lang="id-ID" sz="1600" dirty="0">
                <a:solidFill>
                  <a:prstClr val="white"/>
                </a:solidFill>
                <a:latin typeface="Roboto"/>
                <a:cs typeface="Clear Sans" panose="020B0503030202020304" pitchFamily="34" charset="0"/>
              </a:rPr>
              <a:t>SUBTITLE HERE</a:t>
            </a:r>
          </a:p>
        </p:txBody>
      </p:sp>
      <p:sp>
        <p:nvSpPr>
          <p:cNvPr id="29" name="TextBox 28"/>
          <p:cNvSpPr txBox="1"/>
          <p:nvPr/>
        </p:nvSpPr>
        <p:spPr>
          <a:xfrm>
            <a:off x="727873" y="4714886"/>
            <a:ext cx="3687451" cy="1477328"/>
          </a:xfrm>
          <a:prstGeom prst="rect">
            <a:avLst/>
          </a:prstGeom>
          <a:noFill/>
        </p:spPr>
        <p:txBody>
          <a:bodyPr wrap="square" lIns="0" tIns="0" rIns="0" bIns="0" rtlCol="0">
            <a:spAutoFit/>
          </a:bodyPr>
          <a:lstStyle/>
          <a:p>
            <a:pPr algn="ctr" fontAlgn="auto">
              <a:spcBef>
                <a:spcPts val="0"/>
              </a:spcBef>
              <a:spcAft>
                <a:spcPts val="0"/>
              </a:spcAft>
            </a:pPr>
            <a:r>
              <a:rPr lang="ar-SA" sz="2400" b="1" dirty="0">
                <a:latin typeface="Roboto Lt"/>
                <a:cs typeface="Simplified Arabic" panose="02020603050405020304" pitchFamily="18" charset="-78"/>
              </a:rPr>
              <a:t>ازدحام الشريحة بالكتابة والصور حيث يحرص المعلم أن ينقل كل محتويات الدرس إلى العرض بشكل تفصيلي دون اقتضاب .</a:t>
            </a:r>
            <a:endParaRPr lang="en-AU" sz="2400" b="1" dirty="0">
              <a:latin typeface="Roboto Lt"/>
              <a:cs typeface="Simplified Arabic" panose="02020603050405020304" pitchFamily="18" charset="-78"/>
            </a:endParaRPr>
          </a:p>
        </p:txBody>
      </p:sp>
      <p:sp>
        <p:nvSpPr>
          <p:cNvPr id="30" name="TextBox 29"/>
          <p:cNvSpPr txBox="1"/>
          <p:nvPr/>
        </p:nvSpPr>
        <p:spPr>
          <a:xfrm>
            <a:off x="7626193" y="1581607"/>
            <a:ext cx="4152737" cy="1477328"/>
          </a:xfrm>
          <a:prstGeom prst="rect">
            <a:avLst/>
          </a:prstGeom>
          <a:noFill/>
        </p:spPr>
        <p:txBody>
          <a:bodyPr wrap="square" lIns="0" tIns="0" rIns="0" bIns="0" rtlCol="0">
            <a:spAutoFit/>
          </a:bodyPr>
          <a:lstStyle/>
          <a:p>
            <a:pPr algn="ctr" fontAlgn="auto">
              <a:spcBef>
                <a:spcPts val="0"/>
              </a:spcBef>
              <a:spcAft>
                <a:spcPts val="0"/>
              </a:spcAft>
            </a:pPr>
            <a:r>
              <a:rPr lang="ar-SA" sz="2400" b="1" dirty="0">
                <a:solidFill>
                  <a:srgbClr val="000000"/>
                </a:solidFill>
                <a:ea typeface="Times New Roman" panose="02020603050405020304" pitchFamily="18" charset="0"/>
                <a:cs typeface="Simplified Arabic" panose="02020603050405020304" pitchFamily="18" charset="-78"/>
              </a:rPr>
              <a:t>اختيار بنط خط صغير جداً نتيجة لازدحام الشريحة بالكتابة مما يحول دون رؤية الكلمات بوضوح، ويشعر المتعلمين بالملل والضجر</a:t>
            </a:r>
            <a:endParaRPr lang="en-AU" sz="2400" b="1" dirty="0">
              <a:solidFill>
                <a:prstClr val="black">
                  <a:lumMod val="50000"/>
                  <a:lumOff val="50000"/>
                </a:prstClr>
              </a:solidFill>
              <a:latin typeface="Roboto Lt"/>
              <a:cs typeface="Simplified Arabic" panose="02020603050405020304" pitchFamily="18" charset="-78"/>
            </a:endParaRPr>
          </a:p>
        </p:txBody>
      </p:sp>
      <p:sp>
        <p:nvSpPr>
          <p:cNvPr id="42" name="TextBox 41"/>
          <p:cNvSpPr txBox="1"/>
          <p:nvPr/>
        </p:nvSpPr>
        <p:spPr>
          <a:xfrm>
            <a:off x="8346742" y="4335916"/>
            <a:ext cx="3410480" cy="1107996"/>
          </a:xfrm>
          <a:prstGeom prst="rect">
            <a:avLst/>
          </a:prstGeom>
          <a:noFill/>
        </p:spPr>
        <p:txBody>
          <a:bodyPr wrap="square" lIns="0" tIns="0" rIns="0" bIns="0" rtlCol="0">
            <a:spAutoFit/>
          </a:bodyPr>
          <a:lstStyle/>
          <a:p>
            <a:pPr algn="ctr" fontAlgn="auto">
              <a:spcBef>
                <a:spcPts val="0"/>
              </a:spcBef>
              <a:spcAft>
                <a:spcPts val="0"/>
              </a:spcAft>
            </a:pPr>
            <a:r>
              <a:rPr lang="ar-SA" sz="2400" b="1" dirty="0">
                <a:solidFill>
                  <a:srgbClr val="000000"/>
                </a:solidFill>
                <a:ea typeface="Times New Roman" panose="02020603050405020304" pitchFamily="18" charset="0"/>
                <a:cs typeface="Simplified Arabic" panose="02020603050405020304" pitchFamily="18" charset="-78"/>
              </a:rPr>
              <a:t>الإكثار من استخدام مؤثرات الانتقال ومؤثرات الصوت</a:t>
            </a:r>
            <a:r>
              <a:rPr lang="ar-JO" sz="2400" b="1" dirty="0">
                <a:solidFill>
                  <a:srgbClr val="000000"/>
                </a:solidFill>
                <a:ea typeface="Times New Roman" panose="02020603050405020304" pitchFamily="18" charset="0"/>
                <a:cs typeface="Simplified Arabic" panose="02020603050405020304" pitchFamily="18" charset="-78"/>
              </a:rPr>
              <a:t> والذي يشتت المتعلم ويشعره بالانزعاج</a:t>
            </a:r>
            <a:endParaRPr lang="en-AU" sz="2400" b="1" dirty="0">
              <a:solidFill>
                <a:prstClr val="black">
                  <a:lumMod val="50000"/>
                  <a:lumOff val="50000"/>
                </a:prstClr>
              </a:solidFill>
              <a:latin typeface="Roboto Lt"/>
              <a:cs typeface="Simplified Arabic" panose="02020603050405020304" pitchFamily="18" charset="-78"/>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704507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39"/>
                                        </p:tgtEl>
                                        <p:attrNameLst>
                                          <p:attrName>style.visibility</p:attrName>
                                        </p:attrNameLst>
                                      </p:cBhvr>
                                      <p:to>
                                        <p:strVal val="visible"/>
                                      </p:to>
                                    </p:set>
                                    <p:animEffect transition="in" filter="wipe(down)">
                                      <p:cBhvr>
                                        <p:cTn id="11" dur="500"/>
                                        <p:tgtEl>
                                          <p:spTgt spid="39"/>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wipe(down)">
                                      <p:cBhvr>
                                        <p:cTn id="15" dur="500"/>
                                        <p:tgtEl>
                                          <p:spTgt spid="38"/>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40"/>
                                        </p:tgtEl>
                                        <p:attrNameLst>
                                          <p:attrName>style.visibility</p:attrName>
                                        </p:attrNameLst>
                                      </p:cBhvr>
                                      <p:to>
                                        <p:strVal val="visible"/>
                                      </p:to>
                                    </p:set>
                                    <p:animEffect transition="in" filter="wipe(down)">
                                      <p:cBhvr>
                                        <p:cTn id="19" dur="500"/>
                                        <p:tgtEl>
                                          <p:spTgt spid="40"/>
                                        </p:tgtEl>
                                      </p:cBhvr>
                                    </p:animEffect>
                                  </p:childTnLst>
                                </p:cTn>
                              </p:par>
                            </p:childTnLst>
                          </p:cTn>
                        </p:par>
                        <p:par>
                          <p:cTn id="20" fill="hold">
                            <p:stCondLst>
                              <p:cond delay="2000"/>
                            </p:stCondLst>
                            <p:childTnLst>
                              <p:par>
                                <p:cTn id="21" presetID="18" presetClass="entr" presetSubtype="12" fill="hold" grpId="0" nodeType="after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strips(downLeft)">
                                      <p:cBhvr>
                                        <p:cTn id="23" dur="500"/>
                                        <p:tgtEl>
                                          <p:spTgt spid="20"/>
                                        </p:tgtEl>
                                      </p:cBhvr>
                                    </p:animEffect>
                                  </p:childTnLst>
                                </p:cTn>
                              </p:par>
                            </p:childTnLst>
                          </p:cTn>
                        </p:par>
                        <p:par>
                          <p:cTn id="24" fill="hold">
                            <p:stCondLst>
                              <p:cond delay="2500"/>
                            </p:stCondLst>
                            <p:childTnLst>
                              <p:par>
                                <p:cTn id="25" presetID="18" presetClass="entr" presetSubtype="12" fill="hold" grpId="0" nodeType="after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strips(downLeft)">
                                      <p:cBhvr>
                                        <p:cTn id="27" dur="500"/>
                                        <p:tgtEl>
                                          <p:spTgt spid="29"/>
                                        </p:tgtEl>
                                      </p:cBhvr>
                                    </p:animEffect>
                                  </p:childTnLst>
                                </p:cTn>
                              </p:par>
                            </p:childTnLst>
                          </p:cTn>
                        </p:par>
                        <p:par>
                          <p:cTn id="28" fill="hold">
                            <p:stCondLst>
                              <p:cond delay="3000"/>
                            </p:stCondLst>
                            <p:childTnLst>
                              <p:par>
                                <p:cTn id="29" presetID="18" presetClass="entr" presetSubtype="6" fill="hold" grpId="0" nodeType="after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strips(downRight)">
                                      <p:cBhvr>
                                        <p:cTn id="31" dur="500"/>
                                        <p:tgtEl>
                                          <p:spTgt spid="30"/>
                                        </p:tgtEl>
                                      </p:cBhvr>
                                    </p:animEffect>
                                  </p:childTnLst>
                                </p:cTn>
                              </p:par>
                            </p:childTnLst>
                          </p:cTn>
                        </p:par>
                        <p:par>
                          <p:cTn id="32" fill="hold">
                            <p:stCondLst>
                              <p:cond delay="3500"/>
                            </p:stCondLst>
                            <p:childTnLst>
                              <p:par>
                                <p:cTn id="33" presetID="18" presetClass="entr" presetSubtype="6" fill="hold" grpId="0" nodeType="afterEffect">
                                  <p:stCondLst>
                                    <p:cond delay="0"/>
                                  </p:stCondLst>
                                  <p:childTnLst>
                                    <p:set>
                                      <p:cBhvr>
                                        <p:cTn id="34" dur="1" fill="hold">
                                          <p:stCondLst>
                                            <p:cond delay="0"/>
                                          </p:stCondLst>
                                        </p:cTn>
                                        <p:tgtEl>
                                          <p:spTgt spid="42"/>
                                        </p:tgtEl>
                                        <p:attrNameLst>
                                          <p:attrName>style.visibility</p:attrName>
                                        </p:attrNameLst>
                                      </p:cBhvr>
                                      <p:to>
                                        <p:strVal val="visible"/>
                                      </p:to>
                                    </p:set>
                                    <p:animEffect transition="in" filter="strips(downRight)">
                                      <p:cBhvr>
                                        <p:cTn id="35" dur="500"/>
                                        <p:tgtEl>
                                          <p:spTgt spid="42"/>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28"/>
                                        </p:tgtEl>
                                        <p:attrNameLst>
                                          <p:attrName>style.visibility</p:attrName>
                                        </p:attrNameLst>
                                      </p:cBhvr>
                                      <p:to>
                                        <p:strVal val="visible"/>
                                      </p:to>
                                    </p:set>
                                    <p:animEffect transition="in" filter="fade">
                                      <p:cBhvr>
                                        <p:cTn id="39"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8" grpId="0"/>
      <p:bldP spid="29" grpId="0"/>
      <p:bldP spid="30" grpId="0"/>
      <p:bldP spid="42" grpId="0"/>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46366"/>
            <a:ext cx="11015847" cy="828098"/>
          </a:xfrm>
        </p:spPr>
        <p:txBody>
          <a:bodyPr>
            <a:noAutofit/>
          </a:bodyPr>
          <a:lstStyle/>
          <a:p>
            <a:pPr algn="r" rtl="1"/>
            <a:r>
              <a:rPr lang="ar-SA" sz="3600" dirty="0"/>
              <a:t>ومن قواعد وأسس تصميم العروض التقديمية المناسبة نعرض منها الآتي</a:t>
            </a:r>
            <a:endParaRPr lang="en-US" sz="3600" u="sng" dirty="0"/>
          </a:p>
        </p:txBody>
      </p:sp>
      <p:cxnSp>
        <p:nvCxnSpPr>
          <p:cNvPr id="4" name="Straight Connector 3"/>
          <p:cNvCxnSpPr/>
          <p:nvPr/>
        </p:nvCxnSpPr>
        <p:spPr>
          <a:xfrm>
            <a:off x="1793286" y="3569921"/>
            <a:ext cx="0" cy="137804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793286" y="4947961"/>
            <a:ext cx="1558343"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V="1">
            <a:off x="4934439" y="2980909"/>
            <a:ext cx="0" cy="1080368"/>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934439" y="2980909"/>
            <a:ext cx="1941457"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1538210" y="3162755"/>
            <a:ext cx="510147" cy="5101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A</a:t>
            </a:r>
            <a:endParaRPr lang="en-US" dirty="0">
              <a:solidFill>
                <a:prstClr val="white"/>
              </a:solidFill>
            </a:endParaRPr>
          </a:p>
        </p:txBody>
      </p:sp>
      <p:sp>
        <p:nvSpPr>
          <p:cNvPr id="12" name="Oval 11"/>
          <p:cNvSpPr/>
          <p:nvPr/>
        </p:nvSpPr>
        <p:spPr>
          <a:xfrm>
            <a:off x="3311872" y="4692887"/>
            <a:ext cx="510147" cy="5101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B</a:t>
            </a:r>
            <a:endParaRPr lang="en-US" dirty="0">
              <a:solidFill>
                <a:prstClr val="white"/>
              </a:solidFill>
            </a:endParaRPr>
          </a:p>
        </p:txBody>
      </p:sp>
      <p:sp>
        <p:nvSpPr>
          <p:cNvPr id="13" name="Oval 12"/>
          <p:cNvSpPr/>
          <p:nvPr/>
        </p:nvSpPr>
        <p:spPr>
          <a:xfrm>
            <a:off x="6885315" y="2692180"/>
            <a:ext cx="510147" cy="5101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C</a:t>
            </a:r>
            <a:endParaRPr lang="en-US" dirty="0">
              <a:solidFill>
                <a:prstClr val="white"/>
              </a:solidFill>
            </a:endParaRPr>
          </a:p>
        </p:txBody>
      </p:sp>
      <p:sp>
        <p:nvSpPr>
          <p:cNvPr id="24" name="Oval 23"/>
          <p:cNvSpPr/>
          <p:nvPr/>
        </p:nvSpPr>
        <p:spPr>
          <a:xfrm>
            <a:off x="4855058" y="2901528"/>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25" name="Oval 24"/>
          <p:cNvSpPr/>
          <p:nvPr/>
        </p:nvSpPr>
        <p:spPr>
          <a:xfrm>
            <a:off x="1713903" y="4868582"/>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34" name="TextBox 33"/>
          <p:cNvSpPr txBox="1"/>
          <p:nvPr/>
        </p:nvSpPr>
        <p:spPr>
          <a:xfrm>
            <a:off x="414100" y="1897953"/>
            <a:ext cx="3407919" cy="954107"/>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5097C6"/>
                </a:solidFill>
                <a:cs typeface="Simplified Arabic" panose="02020603050405020304" pitchFamily="18" charset="-78"/>
              </a:rPr>
              <a:t>استخدام </a:t>
            </a:r>
            <a:r>
              <a:rPr lang="ar-SA" sz="2800" b="1" dirty="0">
                <a:solidFill>
                  <a:srgbClr val="5097C6"/>
                </a:solidFill>
                <a:cs typeface="Simplified Arabic" panose="02020603050405020304" pitchFamily="18" charset="-78"/>
              </a:rPr>
              <a:t>الترقيم النقطي أو الرقمي وليس الفقرات</a:t>
            </a:r>
            <a:endParaRPr lang="en-US" sz="2800" b="1" dirty="0">
              <a:solidFill>
                <a:srgbClr val="5097C6"/>
              </a:solidFill>
              <a:latin typeface="Montserrat Light"/>
              <a:cs typeface="Simplified Arabic" panose="02020603050405020304" pitchFamily="18" charset="-78"/>
            </a:endParaRPr>
          </a:p>
        </p:txBody>
      </p:sp>
      <p:sp>
        <p:nvSpPr>
          <p:cNvPr id="37" name="TextBox 36"/>
          <p:cNvSpPr txBox="1"/>
          <p:nvPr/>
        </p:nvSpPr>
        <p:spPr>
          <a:xfrm>
            <a:off x="3780510" y="4579124"/>
            <a:ext cx="3614952" cy="954107"/>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ED7D31"/>
                </a:solidFill>
                <a:cs typeface="Simplified Arabic" panose="02020603050405020304" pitchFamily="18" charset="-78"/>
              </a:rPr>
              <a:t>‌التأكد </a:t>
            </a:r>
            <a:r>
              <a:rPr lang="ar-SA" sz="2800" b="1" dirty="0">
                <a:solidFill>
                  <a:srgbClr val="ED7D31"/>
                </a:solidFill>
                <a:cs typeface="Simplified Arabic" panose="02020603050405020304" pitchFamily="18" charset="-78"/>
              </a:rPr>
              <a:t>من صحة الصياغة وتهجئة الكلمات</a:t>
            </a:r>
            <a:endParaRPr lang="en-US" sz="2800" b="1" dirty="0">
              <a:solidFill>
                <a:srgbClr val="ED7D31"/>
              </a:solidFill>
              <a:latin typeface="Montserrat Light"/>
              <a:cs typeface="Simplified Arabic" panose="02020603050405020304" pitchFamily="18" charset="-78"/>
            </a:endParaRPr>
          </a:p>
        </p:txBody>
      </p:sp>
      <p:sp>
        <p:nvSpPr>
          <p:cNvPr id="50" name="TextBox 49"/>
          <p:cNvSpPr txBox="1"/>
          <p:nvPr/>
        </p:nvSpPr>
        <p:spPr>
          <a:xfrm>
            <a:off x="7650523" y="1929320"/>
            <a:ext cx="4203524" cy="2677656"/>
          </a:xfrm>
          <a:prstGeom prst="rect">
            <a:avLst/>
          </a:prstGeom>
          <a:noFill/>
        </p:spPr>
        <p:txBody>
          <a:bodyPr wrap="square" rtlCol="0">
            <a:spAutoFit/>
          </a:bodyPr>
          <a:lstStyle/>
          <a:p>
            <a:pPr algn="ctr" rtl="1" fontAlgn="auto">
              <a:spcBef>
                <a:spcPts val="0"/>
              </a:spcBef>
              <a:spcAft>
                <a:spcPts val="0"/>
              </a:spcAft>
            </a:pPr>
            <a:r>
              <a:rPr lang="ar-SA" sz="2800" b="1" dirty="0" smtClean="0">
                <a:solidFill>
                  <a:prstClr val="black">
                    <a:lumMod val="50000"/>
                    <a:lumOff val="50000"/>
                  </a:prstClr>
                </a:solidFill>
                <a:cs typeface="Simplified Arabic" panose="02020603050405020304" pitchFamily="18" charset="-78"/>
              </a:rPr>
              <a:t>الاعتدال </a:t>
            </a:r>
            <a:r>
              <a:rPr lang="ar-SA" sz="2800" b="1" dirty="0">
                <a:solidFill>
                  <a:prstClr val="black">
                    <a:lumMod val="50000"/>
                    <a:lumOff val="50000"/>
                  </a:prstClr>
                </a:solidFill>
                <a:cs typeface="Simplified Arabic" panose="02020603050405020304" pitchFamily="18" charset="-78"/>
              </a:rPr>
              <a:t>بشكل متوازن في استخدام الألوان والصور والحركة وعدم المبالغة والذي يؤثر على تركيز المتعلم وبالتالي يؤدي إلى تشتيت ذهنه والبعد به عن الهدف المراد تحقيقه . </a:t>
            </a:r>
            <a:endParaRPr lang="en-US" sz="2800" b="1" dirty="0">
              <a:solidFill>
                <a:prstClr val="black">
                  <a:lumMod val="50000"/>
                  <a:lumOff val="50000"/>
                </a:prstClr>
              </a:solidFill>
              <a:latin typeface="Montserrat Light"/>
              <a:cs typeface="Simplified Arabic" panose="02020603050405020304" pitchFamily="18" charset="-78"/>
            </a:endParaRPr>
          </a:p>
        </p:txBody>
      </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4436148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34"/>
                                        </p:tgtEl>
                                        <p:attrNameLst>
                                          <p:attrName>style.visibility</p:attrName>
                                        </p:attrNameLst>
                                      </p:cBhvr>
                                      <p:to>
                                        <p:strVal val="visible"/>
                                      </p:to>
                                    </p:set>
                                    <p:animEffect transition="in" filter="fade">
                                      <p:cBhvr>
                                        <p:cTn id="11" dur="500"/>
                                        <p:tgtEl>
                                          <p:spTgt spid="34"/>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2250"/>
                            </p:stCondLst>
                            <p:childTnLst>
                              <p:par>
                                <p:cTn id="17" presetID="1"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par>
                          <p:cTn id="19" fill="hold">
                            <p:stCondLst>
                              <p:cond delay="2250"/>
                            </p:stCondLst>
                            <p:childTnLst>
                              <p:par>
                                <p:cTn id="20" presetID="10" presetClass="entr" presetSubtype="0" fill="hold" nodeType="afterEffect">
                                  <p:stCondLst>
                                    <p:cond delay="25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childTnLst>
                          </p:cTn>
                        </p:par>
                        <p:par>
                          <p:cTn id="23" fill="hold">
                            <p:stCondLst>
                              <p:cond delay="3000"/>
                            </p:stCondLst>
                            <p:childTnLst>
                              <p:par>
                                <p:cTn id="24" presetID="10" presetClass="entr" presetSubtype="0" fill="hold" grpId="0" nodeType="afterEffect">
                                  <p:stCondLst>
                                    <p:cond delay="25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par>
                          <p:cTn id="27" fill="hold">
                            <p:stCondLst>
                              <p:cond delay="3750"/>
                            </p:stCondLst>
                            <p:childTnLst>
                              <p:par>
                                <p:cTn id="28" presetID="10" presetClass="entr" presetSubtype="0" fill="hold" grpId="0" nodeType="afterEffect">
                                  <p:stCondLst>
                                    <p:cond delay="250"/>
                                  </p:stCondLst>
                                  <p:childTnLst>
                                    <p:set>
                                      <p:cBhvr>
                                        <p:cTn id="29" dur="1" fill="hold">
                                          <p:stCondLst>
                                            <p:cond delay="0"/>
                                          </p:stCondLst>
                                        </p:cTn>
                                        <p:tgtEl>
                                          <p:spTgt spid="37"/>
                                        </p:tgtEl>
                                        <p:attrNameLst>
                                          <p:attrName>style.visibility</p:attrName>
                                        </p:attrNameLst>
                                      </p:cBhvr>
                                      <p:to>
                                        <p:strVal val="visible"/>
                                      </p:to>
                                    </p:set>
                                    <p:animEffect transition="in" filter="fade">
                                      <p:cBhvr>
                                        <p:cTn id="30" dur="500"/>
                                        <p:tgtEl>
                                          <p:spTgt spid="37"/>
                                        </p:tgtEl>
                                      </p:cBhvr>
                                    </p:animEffect>
                                  </p:childTnLst>
                                </p:cTn>
                              </p:par>
                            </p:childTnLst>
                          </p:cTn>
                        </p:par>
                        <p:par>
                          <p:cTn id="31" fill="hold">
                            <p:stCondLst>
                              <p:cond delay="4500"/>
                            </p:stCondLst>
                            <p:childTnLst>
                              <p:par>
                                <p:cTn id="32" presetID="10" presetClass="entr" presetSubtype="0" fill="hold" nodeType="afterEffect">
                                  <p:stCondLst>
                                    <p:cond delay="250"/>
                                  </p:stCondLst>
                                  <p:childTnLst>
                                    <p:set>
                                      <p:cBhvr>
                                        <p:cTn id="33" dur="1" fill="hold">
                                          <p:stCondLst>
                                            <p:cond delay="0"/>
                                          </p:stCondLst>
                                        </p:cTn>
                                        <p:tgtEl>
                                          <p:spTgt spid="6"/>
                                        </p:tgtEl>
                                        <p:attrNameLst>
                                          <p:attrName>style.visibility</p:attrName>
                                        </p:attrNameLst>
                                      </p:cBhvr>
                                      <p:to>
                                        <p:strVal val="visible"/>
                                      </p:to>
                                    </p:set>
                                    <p:animEffect transition="in" filter="fade">
                                      <p:cBhvr>
                                        <p:cTn id="34" dur="500"/>
                                        <p:tgtEl>
                                          <p:spTgt spid="6"/>
                                        </p:tgtEl>
                                      </p:cBhvr>
                                    </p:animEffect>
                                  </p:childTnLst>
                                </p:cTn>
                              </p:par>
                            </p:childTnLst>
                          </p:cTn>
                        </p:par>
                        <p:par>
                          <p:cTn id="35" fill="hold">
                            <p:stCondLst>
                              <p:cond delay="5250"/>
                            </p:stCondLst>
                            <p:childTnLst>
                              <p:par>
                                <p:cTn id="36" presetID="1" presetClass="entr" presetSubtype="0" fill="hold" grpId="0" nodeType="afterEffect">
                                  <p:stCondLst>
                                    <p:cond delay="0"/>
                                  </p:stCondLst>
                                  <p:childTnLst>
                                    <p:set>
                                      <p:cBhvr>
                                        <p:cTn id="37" dur="1" fill="hold">
                                          <p:stCondLst>
                                            <p:cond delay="0"/>
                                          </p:stCondLst>
                                        </p:cTn>
                                        <p:tgtEl>
                                          <p:spTgt spid="24"/>
                                        </p:tgtEl>
                                        <p:attrNameLst>
                                          <p:attrName>style.visibility</p:attrName>
                                        </p:attrNameLst>
                                      </p:cBhvr>
                                      <p:to>
                                        <p:strVal val="visible"/>
                                      </p:to>
                                    </p:set>
                                  </p:childTnLst>
                                </p:cTn>
                              </p:par>
                            </p:childTnLst>
                          </p:cTn>
                        </p:par>
                        <p:par>
                          <p:cTn id="38" fill="hold">
                            <p:stCondLst>
                              <p:cond delay="5250"/>
                            </p:stCondLst>
                            <p:childTnLst>
                              <p:par>
                                <p:cTn id="39" presetID="10" presetClass="entr" presetSubtype="0" fill="hold" nodeType="afterEffect">
                                  <p:stCondLst>
                                    <p:cond delay="250"/>
                                  </p:stCondLst>
                                  <p:childTnLst>
                                    <p:set>
                                      <p:cBhvr>
                                        <p:cTn id="40" dur="1" fill="hold">
                                          <p:stCondLst>
                                            <p:cond delay="0"/>
                                          </p:stCondLst>
                                        </p:cTn>
                                        <p:tgtEl>
                                          <p:spTgt spid="7"/>
                                        </p:tgtEl>
                                        <p:attrNameLst>
                                          <p:attrName>style.visibility</p:attrName>
                                        </p:attrNameLst>
                                      </p:cBhvr>
                                      <p:to>
                                        <p:strVal val="visible"/>
                                      </p:to>
                                    </p:set>
                                    <p:animEffect transition="in" filter="fade">
                                      <p:cBhvr>
                                        <p:cTn id="41" dur="500"/>
                                        <p:tgtEl>
                                          <p:spTgt spid="7"/>
                                        </p:tgtEl>
                                      </p:cBhvr>
                                    </p:animEffect>
                                  </p:childTnLst>
                                </p:cTn>
                              </p:par>
                            </p:childTnLst>
                          </p:cTn>
                        </p:par>
                        <p:par>
                          <p:cTn id="42" fill="hold">
                            <p:stCondLst>
                              <p:cond delay="6000"/>
                            </p:stCondLst>
                            <p:childTnLst>
                              <p:par>
                                <p:cTn id="43" presetID="10" presetClass="entr" presetSubtype="0" fill="hold" grpId="0" nodeType="afterEffect">
                                  <p:stCondLst>
                                    <p:cond delay="250"/>
                                  </p:stCondLst>
                                  <p:childTnLst>
                                    <p:set>
                                      <p:cBhvr>
                                        <p:cTn id="44" dur="1" fill="hold">
                                          <p:stCondLst>
                                            <p:cond delay="0"/>
                                          </p:stCondLst>
                                        </p:cTn>
                                        <p:tgtEl>
                                          <p:spTgt spid="13"/>
                                        </p:tgtEl>
                                        <p:attrNameLst>
                                          <p:attrName>style.visibility</p:attrName>
                                        </p:attrNameLst>
                                      </p:cBhvr>
                                      <p:to>
                                        <p:strVal val="visible"/>
                                      </p:to>
                                    </p:set>
                                    <p:animEffect transition="in" filter="fade">
                                      <p:cBhvr>
                                        <p:cTn id="45" dur="500"/>
                                        <p:tgtEl>
                                          <p:spTgt spid="13"/>
                                        </p:tgtEl>
                                      </p:cBhvr>
                                    </p:animEffect>
                                  </p:childTnLst>
                                </p:cTn>
                              </p:par>
                            </p:childTnLst>
                          </p:cTn>
                        </p:par>
                        <p:par>
                          <p:cTn id="46" fill="hold">
                            <p:stCondLst>
                              <p:cond delay="6750"/>
                            </p:stCondLst>
                            <p:childTnLst>
                              <p:par>
                                <p:cTn id="47" presetID="10" presetClass="entr" presetSubtype="0" fill="hold" grpId="0" nodeType="afterEffect">
                                  <p:stCondLst>
                                    <p:cond delay="250"/>
                                  </p:stCondLst>
                                  <p:childTnLst>
                                    <p:set>
                                      <p:cBhvr>
                                        <p:cTn id="48" dur="1" fill="hold">
                                          <p:stCondLst>
                                            <p:cond delay="0"/>
                                          </p:stCondLst>
                                        </p:cTn>
                                        <p:tgtEl>
                                          <p:spTgt spid="50"/>
                                        </p:tgtEl>
                                        <p:attrNameLst>
                                          <p:attrName>style.visibility</p:attrName>
                                        </p:attrNameLst>
                                      </p:cBhvr>
                                      <p:to>
                                        <p:strVal val="visible"/>
                                      </p:to>
                                    </p:set>
                                    <p:animEffect transition="in" filter="fade">
                                      <p:cBhvr>
                                        <p:cTn id="49"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24" grpId="0" animBg="1"/>
      <p:bldP spid="25" grpId="0" animBg="1"/>
      <p:bldP spid="34" grpId="0"/>
      <p:bldP spid="37" grpId="0"/>
      <p:bldP spid="50" grpId="0"/>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46366"/>
            <a:ext cx="11015847" cy="828098"/>
          </a:xfrm>
        </p:spPr>
        <p:txBody>
          <a:bodyPr>
            <a:noAutofit/>
          </a:bodyPr>
          <a:lstStyle/>
          <a:p>
            <a:pPr algn="r" rtl="1"/>
            <a:r>
              <a:rPr lang="ar-SA" sz="3600" dirty="0"/>
              <a:t>ومن قواعد وأسس تصميم العروض التقديمية المناسبة نعرض منها الآتي</a:t>
            </a:r>
            <a:endParaRPr lang="en-US" sz="3600" u="sng" dirty="0"/>
          </a:p>
        </p:txBody>
      </p:sp>
      <p:cxnSp>
        <p:nvCxnSpPr>
          <p:cNvPr id="4" name="Straight Connector 3"/>
          <p:cNvCxnSpPr/>
          <p:nvPr/>
        </p:nvCxnSpPr>
        <p:spPr>
          <a:xfrm>
            <a:off x="1793286" y="3569921"/>
            <a:ext cx="0" cy="137804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793286" y="4947961"/>
            <a:ext cx="1558343"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V="1">
            <a:off x="4934439" y="2980909"/>
            <a:ext cx="0" cy="1080368"/>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934439" y="2980909"/>
            <a:ext cx="1941457"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1538210" y="3162755"/>
            <a:ext cx="510147" cy="5101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A</a:t>
            </a:r>
            <a:endParaRPr lang="en-US" dirty="0">
              <a:solidFill>
                <a:prstClr val="white"/>
              </a:solidFill>
            </a:endParaRPr>
          </a:p>
        </p:txBody>
      </p:sp>
      <p:sp>
        <p:nvSpPr>
          <p:cNvPr id="12" name="Oval 11"/>
          <p:cNvSpPr/>
          <p:nvPr/>
        </p:nvSpPr>
        <p:spPr>
          <a:xfrm>
            <a:off x="3311872" y="4692887"/>
            <a:ext cx="510147" cy="5101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B</a:t>
            </a:r>
            <a:endParaRPr lang="en-US" dirty="0">
              <a:solidFill>
                <a:prstClr val="white"/>
              </a:solidFill>
            </a:endParaRPr>
          </a:p>
        </p:txBody>
      </p:sp>
      <p:sp>
        <p:nvSpPr>
          <p:cNvPr id="13" name="Oval 12"/>
          <p:cNvSpPr/>
          <p:nvPr/>
        </p:nvSpPr>
        <p:spPr>
          <a:xfrm>
            <a:off x="6885315" y="2692180"/>
            <a:ext cx="510147" cy="5101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C</a:t>
            </a:r>
            <a:endParaRPr lang="en-US" dirty="0">
              <a:solidFill>
                <a:prstClr val="white"/>
              </a:solidFill>
            </a:endParaRPr>
          </a:p>
        </p:txBody>
      </p:sp>
      <p:sp>
        <p:nvSpPr>
          <p:cNvPr id="24" name="Oval 23"/>
          <p:cNvSpPr/>
          <p:nvPr/>
        </p:nvSpPr>
        <p:spPr>
          <a:xfrm>
            <a:off x="4855058" y="2901528"/>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25" name="Oval 24"/>
          <p:cNvSpPr/>
          <p:nvPr/>
        </p:nvSpPr>
        <p:spPr>
          <a:xfrm>
            <a:off x="1713903" y="4868582"/>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34" name="TextBox 33"/>
          <p:cNvSpPr txBox="1"/>
          <p:nvPr/>
        </p:nvSpPr>
        <p:spPr>
          <a:xfrm>
            <a:off x="266996" y="1307184"/>
            <a:ext cx="3902719" cy="1815882"/>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5097C6"/>
                </a:solidFill>
                <a:cs typeface="Simplified Arabic" panose="02020603050405020304" pitchFamily="18" charset="-78"/>
              </a:rPr>
              <a:t>أن </a:t>
            </a:r>
            <a:r>
              <a:rPr lang="ar-SA" sz="2800" b="1" dirty="0">
                <a:solidFill>
                  <a:srgbClr val="5097C6"/>
                </a:solidFill>
                <a:cs typeface="Simplified Arabic" panose="02020603050405020304" pitchFamily="18" charset="-78"/>
              </a:rPr>
              <a:t>يكون الخط كبيراً وواضحاً ومتباعد المسافات بين السطور لكي يمكن رؤيته من أي مكان في قاعة العرض</a:t>
            </a:r>
            <a:endParaRPr lang="en-US" sz="2800" b="1" dirty="0">
              <a:solidFill>
                <a:srgbClr val="5097C6"/>
              </a:solidFill>
              <a:latin typeface="Montserrat Light"/>
              <a:cs typeface="Simplified Arabic" panose="02020603050405020304" pitchFamily="18" charset="-78"/>
            </a:endParaRPr>
          </a:p>
        </p:txBody>
      </p:sp>
      <p:sp>
        <p:nvSpPr>
          <p:cNvPr id="37" name="TextBox 36"/>
          <p:cNvSpPr txBox="1"/>
          <p:nvPr/>
        </p:nvSpPr>
        <p:spPr>
          <a:xfrm>
            <a:off x="3822019" y="4334844"/>
            <a:ext cx="3614952" cy="1384995"/>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ED7D31"/>
                </a:solidFill>
                <a:cs typeface="Simplified Arabic" panose="02020603050405020304" pitchFamily="18" charset="-78"/>
              </a:rPr>
              <a:t>ألا </a:t>
            </a:r>
            <a:r>
              <a:rPr lang="ar-SA" sz="2800" b="1" dirty="0">
                <a:solidFill>
                  <a:srgbClr val="ED7D31"/>
                </a:solidFill>
                <a:cs typeface="Simplified Arabic" panose="02020603050405020304" pitchFamily="18" charset="-78"/>
              </a:rPr>
              <a:t>يتجاوز عدد الأسطر في الشريحة الواحد عن 6 أسطر أو 8 أسطر</a:t>
            </a:r>
            <a:endParaRPr lang="en-US" sz="2800" b="1" dirty="0">
              <a:solidFill>
                <a:srgbClr val="ED7D31"/>
              </a:solidFill>
              <a:latin typeface="Montserrat Light"/>
              <a:cs typeface="Simplified Arabic" panose="02020603050405020304" pitchFamily="18" charset="-78"/>
            </a:endParaRPr>
          </a:p>
        </p:txBody>
      </p:sp>
      <p:sp>
        <p:nvSpPr>
          <p:cNvPr id="50" name="TextBox 49"/>
          <p:cNvSpPr txBox="1"/>
          <p:nvPr/>
        </p:nvSpPr>
        <p:spPr>
          <a:xfrm>
            <a:off x="7650523" y="1929320"/>
            <a:ext cx="4203524" cy="2246769"/>
          </a:xfrm>
          <a:prstGeom prst="rect">
            <a:avLst/>
          </a:prstGeom>
          <a:noFill/>
        </p:spPr>
        <p:txBody>
          <a:bodyPr wrap="square" rtlCol="0">
            <a:spAutoFit/>
          </a:bodyPr>
          <a:lstStyle/>
          <a:p>
            <a:pPr algn="ctr" rtl="1" fontAlgn="auto">
              <a:spcBef>
                <a:spcPts val="0"/>
              </a:spcBef>
              <a:spcAft>
                <a:spcPts val="0"/>
              </a:spcAft>
            </a:pPr>
            <a:r>
              <a:rPr lang="ar-SA" sz="2800" b="1" dirty="0">
                <a:cs typeface="Simplified Arabic" panose="02020603050405020304" pitchFamily="18" charset="-78"/>
              </a:rPr>
              <a:t>قاعدة (6×6) أي أن لا يزيد عن 6 كلمات في كل سطر وألا يزيد عدد الأسطر في الشريحة الواحدة عن 6 أسطر، وهي القاعدة الأحدث في العروض التقديمية</a:t>
            </a:r>
            <a:endParaRPr lang="en-US" sz="2800" b="1" dirty="0">
              <a:solidFill>
                <a:prstClr val="black">
                  <a:lumMod val="50000"/>
                  <a:lumOff val="50000"/>
                </a:prstClr>
              </a:solidFill>
              <a:latin typeface="Montserrat Light"/>
              <a:cs typeface="Simplified Arabic" panose="02020603050405020304" pitchFamily="18" charset="-78"/>
            </a:endParaRPr>
          </a:p>
        </p:txBody>
      </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0451759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34"/>
                                        </p:tgtEl>
                                        <p:attrNameLst>
                                          <p:attrName>style.visibility</p:attrName>
                                        </p:attrNameLst>
                                      </p:cBhvr>
                                      <p:to>
                                        <p:strVal val="visible"/>
                                      </p:to>
                                    </p:set>
                                    <p:animEffect transition="in" filter="fade">
                                      <p:cBhvr>
                                        <p:cTn id="11" dur="500"/>
                                        <p:tgtEl>
                                          <p:spTgt spid="34"/>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2250"/>
                            </p:stCondLst>
                            <p:childTnLst>
                              <p:par>
                                <p:cTn id="17" presetID="1"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par>
                          <p:cTn id="19" fill="hold">
                            <p:stCondLst>
                              <p:cond delay="2250"/>
                            </p:stCondLst>
                            <p:childTnLst>
                              <p:par>
                                <p:cTn id="20" presetID="10" presetClass="entr" presetSubtype="0" fill="hold" nodeType="afterEffect">
                                  <p:stCondLst>
                                    <p:cond delay="25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childTnLst>
                          </p:cTn>
                        </p:par>
                        <p:par>
                          <p:cTn id="23" fill="hold">
                            <p:stCondLst>
                              <p:cond delay="3000"/>
                            </p:stCondLst>
                            <p:childTnLst>
                              <p:par>
                                <p:cTn id="24" presetID="10" presetClass="entr" presetSubtype="0" fill="hold" grpId="0" nodeType="afterEffect">
                                  <p:stCondLst>
                                    <p:cond delay="25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par>
                          <p:cTn id="27" fill="hold">
                            <p:stCondLst>
                              <p:cond delay="3750"/>
                            </p:stCondLst>
                            <p:childTnLst>
                              <p:par>
                                <p:cTn id="28" presetID="10" presetClass="entr" presetSubtype="0" fill="hold" grpId="0" nodeType="afterEffect">
                                  <p:stCondLst>
                                    <p:cond delay="250"/>
                                  </p:stCondLst>
                                  <p:childTnLst>
                                    <p:set>
                                      <p:cBhvr>
                                        <p:cTn id="29" dur="1" fill="hold">
                                          <p:stCondLst>
                                            <p:cond delay="0"/>
                                          </p:stCondLst>
                                        </p:cTn>
                                        <p:tgtEl>
                                          <p:spTgt spid="37"/>
                                        </p:tgtEl>
                                        <p:attrNameLst>
                                          <p:attrName>style.visibility</p:attrName>
                                        </p:attrNameLst>
                                      </p:cBhvr>
                                      <p:to>
                                        <p:strVal val="visible"/>
                                      </p:to>
                                    </p:set>
                                    <p:animEffect transition="in" filter="fade">
                                      <p:cBhvr>
                                        <p:cTn id="30" dur="500"/>
                                        <p:tgtEl>
                                          <p:spTgt spid="37"/>
                                        </p:tgtEl>
                                      </p:cBhvr>
                                    </p:animEffect>
                                  </p:childTnLst>
                                </p:cTn>
                              </p:par>
                            </p:childTnLst>
                          </p:cTn>
                        </p:par>
                        <p:par>
                          <p:cTn id="31" fill="hold">
                            <p:stCondLst>
                              <p:cond delay="4500"/>
                            </p:stCondLst>
                            <p:childTnLst>
                              <p:par>
                                <p:cTn id="32" presetID="10" presetClass="entr" presetSubtype="0" fill="hold" nodeType="afterEffect">
                                  <p:stCondLst>
                                    <p:cond delay="250"/>
                                  </p:stCondLst>
                                  <p:childTnLst>
                                    <p:set>
                                      <p:cBhvr>
                                        <p:cTn id="33" dur="1" fill="hold">
                                          <p:stCondLst>
                                            <p:cond delay="0"/>
                                          </p:stCondLst>
                                        </p:cTn>
                                        <p:tgtEl>
                                          <p:spTgt spid="6"/>
                                        </p:tgtEl>
                                        <p:attrNameLst>
                                          <p:attrName>style.visibility</p:attrName>
                                        </p:attrNameLst>
                                      </p:cBhvr>
                                      <p:to>
                                        <p:strVal val="visible"/>
                                      </p:to>
                                    </p:set>
                                    <p:animEffect transition="in" filter="fade">
                                      <p:cBhvr>
                                        <p:cTn id="34" dur="500"/>
                                        <p:tgtEl>
                                          <p:spTgt spid="6"/>
                                        </p:tgtEl>
                                      </p:cBhvr>
                                    </p:animEffect>
                                  </p:childTnLst>
                                </p:cTn>
                              </p:par>
                            </p:childTnLst>
                          </p:cTn>
                        </p:par>
                        <p:par>
                          <p:cTn id="35" fill="hold">
                            <p:stCondLst>
                              <p:cond delay="5250"/>
                            </p:stCondLst>
                            <p:childTnLst>
                              <p:par>
                                <p:cTn id="36" presetID="1" presetClass="entr" presetSubtype="0" fill="hold" grpId="0" nodeType="afterEffect">
                                  <p:stCondLst>
                                    <p:cond delay="0"/>
                                  </p:stCondLst>
                                  <p:childTnLst>
                                    <p:set>
                                      <p:cBhvr>
                                        <p:cTn id="37" dur="1" fill="hold">
                                          <p:stCondLst>
                                            <p:cond delay="0"/>
                                          </p:stCondLst>
                                        </p:cTn>
                                        <p:tgtEl>
                                          <p:spTgt spid="24"/>
                                        </p:tgtEl>
                                        <p:attrNameLst>
                                          <p:attrName>style.visibility</p:attrName>
                                        </p:attrNameLst>
                                      </p:cBhvr>
                                      <p:to>
                                        <p:strVal val="visible"/>
                                      </p:to>
                                    </p:set>
                                  </p:childTnLst>
                                </p:cTn>
                              </p:par>
                            </p:childTnLst>
                          </p:cTn>
                        </p:par>
                        <p:par>
                          <p:cTn id="38" fill="hold">
                            <p:stCondLst>
                              <p:cond delay="5250"/>
                            </p:stCondLst>
                            <p:childTnLst>
                              <p:par>
                                <p:cTn id="39" presetID="10" presetClass="entr" presetSubtype="0" fill="hold" nodeType="afterEffect">
                                  <p:stCondLst>
                                    <p:cond delay="250"/>
                                  </p:stCondLst>
                                  <p:childTnLst>
                                    <p:set>
                                      <p:cBhvr>
                                        <p:cTn id="40" dur="1" fill="hold">
                                          <p:stCondLst>
                                            <p:cond delay="0"/>
                                          </p:stCondLst>
                                        </p:cTn>
                                        <p:tgtEl>
                                          <p:spTgt spid="7"/>
                                        </p:tgtEl>
                                        <p:attrNameLst>
                                          <p:attrName>style.visibility</p:attrName>
                                        </p:attrNameLst>
                                      </p:cBhvr>
                                      <p:to>
                                        <p:strVal val="visible"/>
                                      </p:to>
                                    </p:set>
                                    <p:animEffect transition="in" filter="fade">
                                      <p:cBhvr>
                                        <p:cTn id="41" dur="500"/>
                                        <p:tgtEl>
                                          <p:spTgt spid="7"/>
                                        </p:tgtEl>
                                      </p:cBhvr>
                                    </p:animEffect>
                                  </p:childTnLst>
                                </p:cTn>
                              </p:par>
                            </p:childTnLst>
                          </p:cTn>
                        </p:par>
                        <p:par>
                          <p:cTn id="42" fill="hold">
                            <p:stCondLst>
                              <p:cond delay="6000"/>
                            </p:stCondLst>
                            <p:childTnLst>
                              <p:par>
                                <p:cTn id="43" presetID="10" presetClass="entr" presetSubtype="0" fill="hold" grpId="0" nodeType="afterEffect">
                                  <p:stCondLst>
                                    <p:cond delay="250"/>
                                  </p:stCondLst>
                                  <p:childTnLst>
                                    <p:set>
                                      <p:cBhvr>
                                        <p:cTn id="44" dur="1" fill="hold">
                                          <p:stCondLst>
                                            <p:cond delay="0"/>
                                          </p:stCondLst>
                                        </p:cTn>
                                        <p:tgtEl>
                                          <p:spTgt spid="13"/>
                                        </p:tgtEl>
                                        <p:attrNameLst>
                                          <p:attrName>style.visibility</p:attrName>
                                        </p:attrNameLst>
                                      </p:cBhvr>
                                      <p:to>
                                        <p:strVal val="visible"/>
                                      </p:to>
                                    </p:set>
                                    <p:animEffect transition="in" filter="fade">
                                      <p:cBhvr>
                                        <p:cTn id="45" dur="500"/>
                                        <p:tgtEl>
                                          <p:spTgt spid="13"/>
                                        </p:tgtEl>
                                      </p:cBhvr>
                                    </p:animEffect>
                                  </p:childTnLst>
                                </p:cTn>
                              </p:par>
                            </p:childTnLst>
                          </p:cTn>
                        </p:par>
                        <p:par>
                          <p:cTn id="46" fill="hold">
                            <p:stCondLst>
                              <p:cond delay="6750"/>
                            </p:stCondLst>
                            <p:childTnLst>
                              <p:par>
                                <p:cTn id="47" presetID="10" presetClass="entr" presetSubtype="0" fill="hold" grpId="0" nodeType="afterEffect">
                                  <p:stCondLst>
                                    <p:cond delay="250"/>
                                  </p:stCondLst>
                                  <p:childTnLst>
                                    <p:set>
                                      <p:cBhvr>
                                        <p:cTn id="48" dur="1" fill="hold">
                                          <p:stCondLst>
                                            <p:cond delay="0"/>
                                          </p:stCondLst>
                                        </p:cTn>
                                        <p:tgtEl>
                                          <p:spTgt spid="50"/>
                                        </p:tgtEl>
                                        <p:attrNameLst>
                                          <p:attrName>style.visibility</p:attrName>
                                        </p:attrNameLst>
                                      </p:cBhvr>
                                      <p:to>
                                        <p:strVal val="visible"/>
                                      </p:to>
                                    </p:set>
                                    <p:animEffect transition="in" filter="fade">
                                      <p:cBhvr>
                                        <p:cTn id="49"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24" grpId="0" animBg="1"/>
      <p:bldP spid="25" grpId="0" animBg="1"/>
      <p:bldP spid="34" grpId="0"/>
      <p:bldP spid="37" grpId="0"/>
      <p:bldP spid="50" grpId="0"/>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46366"/>
            <a:ext cx="11015847" cy="828098"/>
          </a:xfrm>
        </p:spPr>
        <p:txBody>
          <a:bodyPr>
            <a:noAutofit/>
          </a:bodyPr>
          <a:lstStyle/>
          <a:p>
            <a:pPr algn="r" rtl="1"/>
            <a:r>
              <a:rPr lang="ar-SA" sz="3600" dirty="0"/>
              <a:t>ومن قواعد وأسس تصميم العروض التقديمية المناسبة نعرض منها الآتي</a:t>
            </a:r>
            <a:endParaRPr lang="en-US" sz="3600" u="sng" dirty="0"/>
          </a:p>
        </p:txBody>
      </p:sp>
      <p:cxnSp>
        <p:nvCxnSpPr>
          <p:cNvPr id="4" name="Straight Connector 3"/>
          <p:cNvCxnSpPr/>
          <p:nvPr/>
        </p:nvCxnSpPr>
        <p:spPr>
          <a:xfrm>
            <a:off x="1793286" y="3569921"/>
            <a:ext cx="0" cy="137804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793286" y="4947961"/>
            <a:ext cx="1558343"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V="1">
            <a:off x="4934439" y="2980909"/>
            <a:ext cx="0" cy="1080368"/>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934439" y="2980909"/>
            <a:ext cx="1941457"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1538210" y="3162755"/>
            <a:ext cx="510147" cy="5101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A</a:t>
            </a:r>
            <a:endParaRPr lang="en-US" dirty="0">
              <a:solidFill>
                <a:prstClr val="white"/>
              </a:solidFill>
            </a:endParaRPr>
          </a:p>
        </p:txBody>
      </p:sp>
      <p:sp>
        <p:nvSpPr>
          <p:cNvPr id="12" name="Oval 11"/>
          <p:cNvSpPr/>
          <p:nvPr/>
        </p:nvSpPr>
        <p:spPr>
          <a:xfrm>
            <a:off x="3311872" y="4692887"/>
            <a:ext cx="510147" cy="5101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B</a:t>
            </a:r>
            <a:endParaRPr lang="en-US" dirty="0">
              <a:solidFill>
                <a:prstClr val="white"/>
              </a:solidFill>
            </a:endParaRPr>
          </a:p>
        </p:txBody>
      </p:sp>
      <p:sp>
        <p:nvSpPr>
          <p:cNvPr id="13" name="Oval 12"/>
          <p:cNvSpPr/>
          <p:nvPr/>
        </p:nvSpPr>
        <p:spPr>
          <a:xfrm>
            <a:off x="6885315" y="2692180"/>
            <a:ext cx="510147" cy="5101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C</a:t>
            </a:r>
            <a:endParaRPr lang="en-US" dirty="0">
              <a:solidFill>
                <a:prstClr val="white"/>
              </a:solidFill>
            </a:endParaRPr>
          </a:p>
        </p:txBody>
      </p:sp>
      <p:sp>
        <p:nvSpPr>
          <p:cNvPr id="24" name="Oval 23"/>
          <p:cNvSpPr/>
          <p:nvPr/>
        </p:nvSpPr>
        <p:spPr>
          <a:xfrm>
            <a:off x="4855058" y="2901528"/>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25" name="Oval 24"/>
          <p:cNvSpPr/>
          <p:nvPr/>
        </p:nvSpPr>
        <p:spPr>
          <a:xfrm>
            <a:off x="1713903" y="4868582"/>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34" name="TextBox 33"/>
          <p:cNvSpPr txBox="1"/>
          <p:nvPr/>
        </p:nvSpPr>
        <p:spPr>
          <a:xfrm>
            <a:off x="266996" y="1307184"/>
            <a:ext cx="3902719" cy="1815882"/>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5097C6"/>
                </a:solidFill>
                <a:cs typeface="Simplified Arabic" panose="02020603050405020304" pitchFamily="18" charset="-78"/>
              </a:rPr>
              <a:t>مراعاة </a:t>
            </a:r>
            <a:r>
              <a:rPr lang="ar-SA" sz="2800" b="1" dirty="0">
                <a:solidFill>
                  <a:srgbClr val="5097C6"/>
                </a:solidFill>
                <a:cs typeface="Simplified Arabic" panose="02020603050405020304" pitchFamily="18" charset="-78"/>
              </a:rPr>
              <a:t>اختيار الألوان الجاذبة والمناسبة مع الخلفيات فعند اختيار خلفية فاتحة يختار للكتابة لون غامق والعكس </a:t>
            </a:r>
            <a:endParaRPr lang="en-US" sz="2800" b="1" dirty="0">
              <a:solidFill>
                <a:srgbClr val="5097C6"/>
              </a:solidFill>
              <a:latin typeface="Montserrat Light"/>
              <a:cs typeface="Simplified Arabic" panose="02020603050405020304" pitchFamily="18" charset="-78"/>
            </a:endParaRPr>
          </a:p>
        </p:txBody>
      </p:sp>
      <p:sp>
        <p:nvSpPr>
          <p:cNvPr id="37" name="TextBox 36"/>
          <p:cNvSpPr txBox="1"/>
          <p:nvPr/>
        </p:nvSpPr>
        <p:spPr>
          <a:xfrm>
            <a:off x="3822018" y="4079649"/>
            <a:ext cx="4641497" cy="2246769"/>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ED7D31"/>
                </a:solidFill>
                <a:cs typeface="Simplified Arabic" panose="02020603050405020304" pitchFamily="18" charset="-78"/>
              </a:rPr>
              <a:t>العمل </a:t>
            </a:r>
            <a:r>
              <a:rPr lang="ar-SA" sz="2800" b="1" dirty="0">
                <a:solidFill>
                  <a:srgbClr val="ED7D31"/>
                </a:solidFill>
                <a:cs typeface="Simplified Arabic" panose="02020603050405020304" pitchFamily="18" charset="-78"/>
              </a:rPr>
              <a:t>على اختيار خلفيات ذات لون واحد والبعد عن اختيار صور المناظر الطبيعية ومتشعبة الألوان وجعلها خلفية للكتابة، وهي من الأخطاء الكبيرة التي يتعرض لها المصمم.</a:t>
            </a:r>
            <a:endParaRPr lang="en-US" sz="2800" b="1" dirty="0">
              <a:solidFill>
                <a:srgbClr val="ED7D31"/>
              </a:solidFill>
              <a:latin typeface="Montserrat Light"/>
              <a:cs typeface="Simplified Arabic" panose="02020603050405020304" pitchFamily="18" charset="-78"/>
            </a:endParaRPr>
          </a:p>
        </p:txBody>
      </p:sp>
      <p:sp>
        <p:nvSpPr>
          <p:cNvPr id="50" name="TextBox 49"/>
          <p:cNvSpPr txBox="1"/>
          <p:nvPr/>
        </p:nvSpPr>
        <p:spPr>
          <a:xfrm>
            <a:off x="7723967" y="1738071"/>
            <a:ext cx="4203524" cy="1384995"/>
          </a:xfrm>
          <a:prstGeom prst="rect">
            <a:avLst/>
          </a:prstGeom>
          <a:noFill/>
        </p:spPr>
        <p:txBody>
          <a:bodyPr wrap="square" rtlCol="0">
            <a:spAutoFit/>
          </a:bodyPr>
          <a:lstStyle/>
          <a:p>
            <a:pPr algn="ctr" rtl="1" fontAlgn="auto">
              <a:spcBef>
                <a:spcPts val="0"/>
              </a:spcBef>
              <a:spcAft>
                <a:spcPts val="0"/>
              </a:spcAft>
            </a:pPr>
            <a:r>
              <a:rPr lang="ar-SA" sz="2800" b="1" dirty="0">
                <a:solidFill>
                  <a:schemeClr val="tx1">
                    <a:lumMod val="65000"/>
                    <a:lumOff val="35000"/>
                  </a:schemeClr>
                </a:solidFill>
                <a:cs typeface="Simplified Arabic" panose="02020603050405020304" pitchFamily="18" charset="-78"/>
              </a:rPr>
              <a:t>تمييز خط عنوان الشريحة وذلك بتكبير الخط عن بقية الأسطر بلون مختلف وبنوع خط مختلف</a:t>
            </a:r>
            <a:endParaRPr lang="en-US" sz="2800" b="1" dirty="0">
              <a:solidFill>
                <a:schemeClr val="tx1">
                  <a:lumMod val="65000"/>
                  <a:lumOff val="35000"/>
                </a:schemeClr>
              </a:solidFill>
              <a:latin typeface="Montserrat Light"/>
              <a:cs typeface="Simplified Arabic" panose="02020603050405020304" pitchFamily="18" charset="-78"/>
            </a:endParaRPr>
          </a:p>
        </p:txBody>
      </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8700495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34"/>
                                        </p:tgtEl>
                                        <p:attrNameLst>
                                          <p:attrName>style.visibility</p:attrName>
                                        </p:attrNameLst>
                                      </p:cBhvr>
                                      <p:to>
                                        <p:strVal val="visible"/>
                                      </p:to>
                                    </p:set>
                                    <p:animEffect transition="in" filter="fade">
                                      <p:cBhvr>
                                        <p:cTn id="11" dur="500"/>
                                        <p:tgtEl>
                                          <p:spTgt spid="34"/>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2250"/>
                            </p:stCondLst>
                            <p:childTnLst>
                              <p:par>
                                <p:cTn id="17" presetID="1"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par>
                          <p:cTn id="19" fill="hold">
                            <p:stCondLst>
                              <p:cond delay="2250"/>
                            </p:stCondLst>
                            <p:childTnLst>
                              <p:par>
                                <p:cTn id="20" presetID="10" presetClass="entr" presetSubtype="0" fill="hold" nodeType="afterEffect">
                                  <p:stCondLst>
                                    <p:cond delay="25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childTnLst>
                          </p:cTn>
                        </p:par>
                        <p:par>
                          <p:cTn id="23" fill="hold">
                            <p:stCondLst>
                              <p:cond delay="3000"/>
                            </p:stCondLst>
                            <p:childTnLst>
                              <p:par>
                                <p:cTn id="24" presetID="10" presetClass="entr" presetSubtype="0" fill="hold" grpId="0" nodeType="afterEffect">
                                  <p:stCondLst>
                                    <p:cond delay="25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par>
                          <p:cTn id="27" fill="hold">
                            <p:stCondLst>
                              <p:cond delay="3750"/>
                            </p:stCondLst>
                            <p:childTnLst>
                              <p:par>
                                <p:cTn id="28" presetID="10" presetClass="entr" presetSubtype="0" fill="hold" grpId="0" nodeType="afterEffect">
                                  <p:stCondLst>
                                    <p:cond delay="250"/>
                                  </p:stCondLst>
                                  <p:childTnLst>
                                    <p:set>
                                      <p:cBhvr>
                                        <p:cTn id="29" dur="1" fill="hold">
                                          <p:stCondLst>
                                            <p:cond delay="0"/>
                                          </p:stCondLst>
                                        </p:cTn>
                                        <p:tgtEl>
                                          <p:spTgt spid="37"/>
                                        </p:tgtEl>
                                        <p:attrNameLst>
                                          <p:attrName>style.visibility</p:attrName>
                                        </p:attrNameLst>
                                      </p:cBhvr>
                                      <p:to>
                                        <p:strVal val="visible"/>
                                      </p:to>
                                    </p:set>
                                    <p:animEffect transition="in" filter="fade">
                                      <p:cBhvr>
                                        <p:cTn id="30" dur="500"/>
                                        <p:tgtEl>
                                          <p:spTgt spid="37"/>
                                        </p:tgtEl>
                                      </p:cBhvr>
                                    </p:animEffect>
                                  </p:childTnLst>
                                </p:cTn>
                              </p:par>
                            </p:childTnLst>
                          </p:cTn>
                        </p:par>
                        <p:par>
                          <p:cTn id="31" fill="hold">
                            <p:stCondLst>
                              <p:cond delay="4500"/>
                            </p:stCondLst>
                            <p:childTnLst>
                              <p:par>
                                <p:cTn id="32" presetID="10" presetClass="entr" presetSubtype="0" fill="hold" nodeType="afterEffect">
                                  <p:stCondLst>
                                    <p:cond delay="250"/>
                                  </p:stCondLst>
                                  <p:childTnLst>
                                    <p:set>
                                      <p:cBhvr>
                                        <p:cTn id="33" dur="1" fill="hold">
                                          <p:stCondLst>
                                            <p:cond delay="0"/>
                                          </p:stCondLst>
                                        </p:cTn>
                                        <p:tgtEl>
                                          <p:spTgt spid="6"/>
                                        </p:tgtEl>
                                        <p:attrNameLst>
                                          <p:attrName>style.visibility</p:attrName>
                                        </p:attrNameLst>
                                      </p:cBhvr>
                                      <p:to>
                                        <p:strVal val="visible"/>
                                      </p:to>
                                    </p:set>
                                    <p:animEffect transition="in" filter="fade">
                                      <p:cBhvr>
                                        <p:cTn id="34" dur="500"/>
                                        <p:tgtEl>
                                          <p:spTgt spid="6"/>
                                        </p:tgtEl>
                                      </p:cBhvr>
                                    </p:animEffect>
                                  </p:childTnLst>
                                </p:cTn>
                              </p:par>
                            </p:childTnLst>
                          </p:cTn>
                        </p:par>
                        <p:par>
                          <p:cTn id="35" fill="hold">
                            <p:stCondLst>
                              <p:cond delay="5250"/>
                            </p:stCondLst>
                            <p:childTnLst>
                              <p:par>
                                <p:cTn id="36" presetID="1" presetClass="entr" presetSubtype="0" fill="hold" grpId="0" nodeType="afterEffect">
                                  <p:stCondLst>
                                    <p:cond delay="0"/>
                                  </p:stCondLst>
                                  <p:childTnLst>
                                    <p:set>
                                      <p:cBhvr>
                                        <p:cTn id="37" dur="1" fill="hold">
                                          <p:stCondLst>
                                            <p:cond delay="0"/>
                                          </p:stCondLst>
                                        </p:cTn>
                                        <p:tgtEl>
                                          <p:spTgt spid="24"/>
                                        </p:tgtEl>
                                        <p:attrNameLst>
                                          <p:attrName>style.visibility</p:attrName>
                                        </p:attrNameLst>
                                      </p:cBhvr>
                                      <p:to>
                                        <p:strVal val="visible"/>
                                      </p:to>
                                    </p:set>
                                  </p:childTnLst>
                                </p:cTn>
                              </p:par>
                            </p:childTnLst>
                          </p:cTn>
                        </p:par>
                        <p:par>
                          <p:cTn id="38" fill="hold">
                            <p:stCondLst>
                              <p:cond delay="5250"/>
                            </p:stCondLst>
                            <p:childTnLst>
                              <p:par>
                                <p:cTn id="39" presetID="10" presetClass="entr" presetSubtype="0" fill="hold" nodeType="afterEffect">
                                  <p:stCondLst>
                                    <p:cond delay="250"/>
                                  </p:stCondLst>
                                  <p:childTnLst>
                                    <p:set>
                                      <p:cBhvr>
                                        <p:cTn id="40" dur="1" fill="hold">
                                          <p:stCondLst>
                                            <p:cond delay="0"/>
                                          </p:stCondLst>
                                        </p:cTn>
                                        <p:tgtEl>
                                          <p:spTgt spid="7"/>
                                        </p:tgtEl>
                                        <p:attrNameLst>
                                          <p:attrName>style.visibility</p:attrName>
                                        </p:attrNameLst>
                                      </p:cBhvr>
                                      <p:to>
                                        <p:strVal val="visible"/>
                                      </p:to>
                                    </p:set>
                                    <p:animEffect transition="in" filter="fade">
                                      <p:cBhvr>
                                        <p:cTn id="41" dur="500"/>
                                        <p:tgtEl>
                                          <p:spTgt spid="7"/>
                                        </p:tgtEl>
                                      </p:cBhvr>
                                    </p:animEffect>
                                  </p:childTnLst>
                                </p:cTn>
                              </p:par>
                            </p:childTnLst>
                          </p:cTn>
                        </p:par>
                        <p:par>
                          <p:cTn id="42" fill="hold">
                            <p:stCondLst>
                              <p:cond delay="6000"/>
                            </p:stCondLst>
                            <p:childTnLst>
                              <p:par>
                                <p:cTn id="43" presetID="10" presetClass="entr" presetSubtype="0" fill="hold" grpId="0" nodeType="afterEffect">
                                  <p:stCondLst>
                                    <p:cond delay="250"/>
                                  </p:stCondLst>
                                  <p:childTnLst>
                                    <p:set>
                                      <p:cBhvr>
                                        <p:cTn id="44" dur="1" fill="hold">
                                          <p:stCondLst>
                                            <p:cond delay="0"/>
                                          </p:stCondLst>
                                        </p:cTn>
                                        <p:tgtEl>
                                          <p:spTgt spid="13"/>
                                        </p:tgtEl>
                                        <p:attrNameLst>
                                          <p:attrName>style.visibility</p:attrName>
                                        </p:attrNameLst>
                                      </p:cBhvr>
                                      <p:to>
                                        <p:strVal val="visible"/>
                                      </p:to>
                                    </p:set>
                                    <p:animEffect transition="in" filter="fade">
                                      <p:cBhvr>
                                        <p:cTn id="45" dur="500"/>
                                        <p:tgtEl>
                                          <p:spTgt spid="13"/>
                                        </p:tgtEl>
                                      </p:cBhvr>
                                    </p:animEffect>
                                  </p:childTnLst>
                                </p:cTn>
                              </p:par>
                            </p:childTnLst>
                          </p:cTn>
                        </p:par>
                        <p:par>
                          <p:cTn id="46" fill="hold">
                            <p:stCondLst>
                              <p:cond delay="6750"/>
                            </p:stCondLst>
                            <p:childTnLst>
                              <p:par>
                                <p:cTn id="47" presetID="10" presetClass="entr" presetSubtype="0" fill="hold" grpId="0" nodeType="afterEffect">
                                  <p:stCondLst>
                                    <p:cond delay="250"/>
                                  </p:stCondLst>
                                  <p:childTnLst>
                                    <p:set>
                                      <p:cBhvr>
                                        <p:cTn id="48" dur="1" fill="hold">
                                          <p:stCondLst>
                                            <p:cond delay="0"/>
                                          </p:stCondLst>
                                        </p:cTn>
                                        <p:tgtEl>
                                          <p:spTgt spid="50"/>
                                        </p:tgtEl>
                                        <p:attrNameLst>
                                          <p:attrName>style.visibility</p:attrName>
                                        </p:attrNameLst>
                                      </p:cBhvr>
                                      <p:to>
                                        <p:strVal val="visible"/>
                                      </p:to>
                                    </p:set>
                                    <p:animEffect transition="in" filter="fade">
                                      <p:cBhvr>
                                        <p:cTn id="49"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24" grpId="0" animBg="1"/>
      <p:bldP spid="25" grpId="0" animBg="1"/>
      <p:bldP spid="34" grpId="0"/>
      <p:bldP spid="37" grpId="0"/>
      <p:bldP spid="50" grpId="0"/>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172467"/>
            <a:ext cx="11015847" cy="828098"/>
          </a:xfrm>
        </p:spPr>
        <p:txBody>
          <a:bodyPr>
            <a:noAutofit/>
          </a:bodyPr>
          <a:lstStyle/>
          <a:p>
            <a:pPr algn="r" rtl="1"/>
            <a:r>
              <a:rPr lang="ar-SA" sz="3600" dirty="0"/>
              <a:t>ومن قواعد وأسس تصميم العروض التقديمية المناسبة نعرض منها الآتي</a:t>
            </a:r>
            <a:endParaRPr lang="en-US" sz="3600" u="sng" dirty="0"/>
          </a:p>
        </p:txBody>
      </p:sp>
      <p:cxnSp>
        <p:nvCxnSpPr>
          <p:cNvPr id="4" name="Straight Connector 3"/>
          <p:cNvCxnSpPr/>
          <p:nvPr/>
        </p:nvCxnSpPr>
        <p:spPr>
          <a:xfrm>
            <a:off x="3240193" y="3569921"/>
            <a:ext cx="0" cy="137804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3240193" y="4947961"/>
            <a:ext cx="1558343"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2985117" y="3162755"/>
            <a:ext cx="510147" cy="5101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A</a:t>
            </a:r>
            <a:endParaRPr lang="en-US" dirty="0">
              <a:solidFill>
                <a:prstClr val="white"/>
              </a:solidFill>
            </a:endParaRPr>
          </a:p>
        </p:txBody>
      </p:sp>
      <p:sp>
        <p:nvSpPr>
          <p:cNvPr id="12" name="Oval 11"/>
          <p:cNvSpPr/>
          <p:nvPr/>
        </p:nvSpPr>
        <p:spPr>
          <a:xfrm>
            <a:off x="4758779" y="4692887"/>
            <a:ext cx="510147" cy="5101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B</a:t>
            </a:r>
            <a:endParaRPr lang="en-US" dirty="0">
              <a:solidFill>
                <a:prstClr val="white"/>
              </a:solidFill>
            </a:endParaRPr>
          </a:p>
        </p:txBody>
      </p:sp>
      <p:sp>
        <p:nvSpPr>
          <p:cNvPr id="25" name="Oval 24"/>
          <p:cNvSpPr/>
          <p:nvPr/>
        </p:nvSpPr>
        <p:spPr>
          <a:xfrm>
            <a:off x="3160810" y="4868582"/>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34" name="TextBox 33"/>
          <p:cNvSpPr txBox="1"/>
          <p:nvPr/>
        </p:nvSpPr>
        <p:spPr>
          <a:xfrm>
            <a:off x="1713903" y="1307184"/>
            <a:ext cx="3902719" cy="1384995"/>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5097C6"/>
                </a:solidFill>
                <a:cs typeface="Simplified Arabic" panose="02020603050405020304" pitchFamily="18" charset="-78"/>
              </a:rPr>
              <a:t>التقليل </a:t>
            </a:r>
            <a:r>
              <a:rPr lang="ar-SA" sz="2800" b="1" dirty="0">
                <a:solidFill>
                  <a:srgbClr val="5097C6"/>
                </a:solidFill>
                <a:cs typeface="Simplified Arabic" panose="02020603050405020304" pitchFamily="18" charset="-78"/>
              </a:rPr>
              <a:t>من المؤثرات الصوتية واستخدامها بشكل مدروس وللضرورة.</a:t>
            </a:r>
            <a:endParaRPr lang="en-US" sz="2800" b="1" dirty="0">
              <a:solidFill>
                <a:srgbClr val="5097C6"/>
              </a:solidFill>
              <a:latin typeface="Montserrat Light"/>
              <a:cs typeface="Simplified Arabic" panose="02020603050405020304" pitchFamily="18" charset="-78"/>
            </a:endParaRPr>
          </a:p>
        </p:txBody>
      </p:sp>
      <p:sp>
        <p:nvSpPr>
          <p:cNvPr id="37" name="TextBox 36"/>
          <p:cNvSpPr txBox="1"/>
          <p:nvPr/>
        </p:nvSpPr>
        <p:spPr>
          <a:xfrm>
            <a:off x="5616622" y="3745197"/>
            <a:ext cx="4641497" cy="2246769"/>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ED7D31"/>
                </a:solidFill>
                <a:cs typeface="Simplified Arabic" panose="02020603050405020304" pitchFamily="18" charset="-78"/>
              </a:rPr>
              <a:t>استخدام </a:t>
            </a:r>
            <a:r>
              <a:rPr lang="ar-SA" sz="2800" b="1" dirty="0">
                <a:solidFill>
                  <a:srgbClr val="ED7D31"/>
                </a:solidFill>
                <a:cs typeface="Simplified Arabic" panose="02020603050405020304" pitchFamily="18" charset="-78"/>
              </a:rPr>
              <a:t>الصور والرسومات لتعزيز وإيضاح الدرس ويراعي تناسب حجم الصورة لحجم الشريحة، والاحتراس من ملئ الشريحة بصور أكثر من اللازم مما تفقد فاعلية الهدف التعليمي</a:t>
            </a:r>
            <a:endParaRPr lang="en-US" sz="2800" b="1" dirty="0">
              <a:solidFill>
                <a:srgbClr val="ED7D31"/>
              </a:solidFill>
              <a:latin typeface="Montserrat Light"/>
              <a:cs typeface="Simplified Arabic" panose="02020603050405020304" pitchFamily="18" charset="-78"/>
            </a:endParaRPr>
          </a:p>
        </p:txBody>
      </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5240436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34"/>
                                        </p:tgtEl>
                                        <p:attrNameLst>
                                          <p:attrName>style.visibility</p:attrName>
                                        </p:attrNameLst>
                                      </p:cBhvr>
                                      <p:to>
                                        <p:strVal val="visible"/>
                                      </p:to>
                                    </p:set>
                                    <p:animEffect transition="in" filter="fade">
                                      <p:cBhvr>
                                        <p:cTn id="11" dur="500"/>
                                        <p:tgtEl>
                                          <p:spTgt spid="34"/>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2250"/>
                            </p:stCondLst>
                            <p:childTnLst>
                              <p:par>
                                <p:cTn id="17" presetID="1"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par>
                          <p:cTn id="19" fill="hold">
                            <p:stCondLst>
                              <p:cond delay="2250"/>
                            </p:stCondLst>
                            <p:childTnLst>
                              <p:par>
                                <p:cTn id="20" presetID="10" presetClass="entr" presetSubtype="0" fill="hold" nodeType="afterEffect">
                                  <p:stCondLst>
                                    <p:cond delay="25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childTnLst>
                          </p:cTn>
                        </p:par>
                        <p:par>
                          <p:cTn id="23" fill="hold">
                            <p:stCondLst>
                              <p:cond delay="3000"/>
                            </p:stCondLst>
                            <p:childTnLst>
                              <p:par>
                                <p:cTn id="24" presetID="10" presetClass="entr" presetSubtype="0" fill="hold" grpId="0" nodeType="afterEffect">
                                  <p:stCondLst>
                                    <p:cond delay="25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par>
                          <p:cTn id="27" fill="hold">
                            <p:stCondLst>
                              <p:cond delay="3750"/>
                            </p:stCondLst>
                            <p:childTnLst>
                              <p:par>
                                <p:cTn id="28" presetID="10" presetClass="entr" presetSubtype="0" fill="hold" grpId="0" nodeType="afterEffect">
                                  <p:stCondLst>
                                    <p:cond delay="250"/>
                                  </p:stCondLst>
                                  <p:childTnLst>
                                    <p:set>
                                      <p:cBhvr>
                                        <p:cTn id="29" dur="1" fill="hold">
                                          <p:stCondLst>
                                            <p:cond delay="0"/>
                                          </p:stCondLst>
                                        </p:cTn>
                                        <p:tgtEl>
                                          <p:spTgt spid="37"/>
                                        </p:tgtEl>
                                        <p:attrNameLst>
                                          <p:attrName>style.visibility</p:attrName>
                                        </p:attrNameLst>
                                      </p:cBhvr>
                                      <p:to>
                                        <p:strVal val="visible"/>
                                      </p:to>
                                    </p:set>
                                    <p:animEffect transition="in" filter="fade">
                                      <p:cBhvr>
                                        <p:cTn id="30"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25" grpId="0" animBg="1"/>
      <p:bldP spid="34" grpId="0"/>
      <p:bldP spid="37" grpId="0"/>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172467"/>
            <a:ext cx="11015847" cy="828098"/>
          </a:xfrm>
        </p:spPr>
        <p:txBody>
          <a:bodyPr>
            <a:noAutofit/>
          </a:bodyPr>
          <a:lstStyle/>
          <a:p>
            <a:pPr algn="r" rtl="1"/>
            <a:r>
              <a:rPr lang="ar-SA" sz="3600" dirty="0"/>
              <a:t>ومن قواعد وأسس تصميم العروض التقديمية المناسبة نعرض منها الآتي</a:t>
            </a:r>
            <a:endParaRPr lang="en-US" sz="3600" u="sng" dirty="0"/>
          </a:p>
        </p:txBody>
      </p:sp>
      <p:cxnSp>
        <p:nvCxnSpPr>
          <p:cNvPr id="4" name="Straight Connector 3"/>
          <p:cNvCxnSpPr/>
          <p:nvPr/>
        </p:nvCxnSpPr>
        <p:spPr>
          <a:xfrm>
            <a:off x="3240193" y="3569921"/>
            <a:ext cx="0" cy="137804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3240193" y="4947961"/>
            <a:ext cx="1558343" cy="0"/>
          </a:xfrm>
          <a:prstGeom prst="line">
            <a:avLst/>
          </a:prstGeom>
          <a:ln w="28575">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2985117" y="3162755"/>
            <a:ext cx="510147" cy="5101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A</a:t>
            </a:r>
            <a:endParaRPr lang="en-US" dirty="0">
              <a:solidFill>
                <a:prstClr val="white"/>
              </a:solidFill>
            </a:endParaRPr>
          </a:p>
        </p:txBody>
      </p:sp>
      <p:sp>
        <p:nvSpPr>
          <p:cNvPr id="12" name="Oval 11"/>
          <p:cNvSpPr/>
          <p:nvPr/>
        </p:nvSpPr>
        <p:spPr>
          <a:xfrm>
            <a:off x="4758779" y="4692887"/>
            <a:ext cx="510147" cy="5101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vi-VN" dirty="0" smtClean="0">
                <a:solidFill>
                  <a:prstClr val="white"/>
                </a:solidFill>
              </a:rPr>
              <a:t>B</a:t>
            </a:r>
            <a:endParaRPr lang="en-US" dirty="0">
              <a:solidFill>
                <a:prstClr val="white"/>
              </a:solidFill>
            </a:endParaRPr>
          </a:p>
        </p:txBody>
      </p:sp>
      <p:sp>
        <p:nvSpPr>
          <p:cNvPr id="25" name="Oval 24"/>
          <p:cNvSpPr/>
          <p:nvPr/>
        </p:nvSpPr>
        <p:spPr>
          <a:xfrm>
            <a:off x="3160810" y="4868582"/>
            <a:ext cx="158760" cy="15876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lumMod val="50000"/>
                  <a:lumOff val="50000"/>
                </a:prstClr>
              </a:solidFill>
            </a:endParaRPr>
          </a:p>
        </p:txBody>
      </p:sp>
      <p:sp>
        <p:nvSpPr>
          <p:cNvPr id="34" name="TextBox 33"/>
          <p:cNvSpPr txBox="1"/>
          <p:nvPr/>
        </p:nvSpPr>
        <p:spPr>
          <a:xfrm>
            <a:off x="1106052" y="973833"/>
            <a:ext cx="4778423" cy="2246769"/>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5097C6"/>
                </a:solidFill>
                <a:cs typeface="Simplified Arabic" panose="02020603050405020304" pitchFamily="18" charset="-78"/>
              </a:rPr>
              <a:t>‌اختيار </a:t>
            </a:r>
            <a:r>
              <a:rPr lang="ar-SA" sz="2800" b="1" dirty="0">
                <a:solidFill>
                  <a:srgbClr val="5097C6"/>
                </a:solidFill>
                <a:cs typeface="Simplified Arabic" panose="02020603050405020304" pitchFamily="18" charset="-78"/>
              </a:rPr>
              <a:t>المكان الأنسب لوضع الصورة بالنسبة للنص أو الشريحة، بحيث ألا يعرض في الشريحة الواحدة أكثر من صورة أو رسم بياني أو نموذج ما لم تكن مترابطة ومناسبة لحجم الشريحة.</a:t>
            </a:r>
            <a:endParaRPr lang="en-US" sz="2800" b="1" dirty="0">
              <a:solidFill>
                <a:srgbClr val="5097C6"/>
              </a:solidFill>
              <a:latin typeface="Montserrat Light"/>
              <a:cs typeface="Simplified Arabic" panose="02020603050405020304" pitchFamily="18" charset="-78"/>
            </a:endParaRPr>
          </a:p>
        </p:txBody>
      </p:sp>
      <p:sp>
        <p:nvSpPr>
          <p:cNvPr id="37" name="TextBox 36"/>
          <p:cNvSpPr txBox="1"/>
          <p:nvPr/>
        </p:nvSpPr>
        <p:spPr>
          <a:xfrm>
            <a:off x="5616622" y="3745197"/>
            <a:ext cx="5584778" cy="1815882"/>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ED7D31"/>
                </a:solidFill>
                <a:cs typeface="Simplified Arabic" panose="02020603050405020304" pitchFamily="18" charset="-78"/>
              </a:rPr>
              <a:t>الإلتزام </a:t>
            </a:r>
            <a:r>
              <a:rPr lang="ar-SA" sz="2800" b="1" dirty="0">
                <a:solidFill>
                  <a:srgbClr val="ED7D31"/>
                </a:solidFill>
                <a:cs typeface="Simplified Arabic" panose="02020603050405020304" pitchFamily="18" charset="-78"/>
              </a:rPr>
              <a:t>بترتيب الشرائح أثناء العرض بشكل متسلسل، وعدم نسيان ترقيم شرائح العرض في أسفل الشريحة مع توضيح العدد الكلي للشرائح (1/30، 2/30، 3/30.. وهكذا).</a:t>
            </a:r>
            <a:endParaRPr lang="en-US" sz="2800" b="1" dirty="0">
              <a:solidFill>
                <a:srgbClr val="ED7D31"/>
              </a:solidFill>
              <a:latin typeface="Montserrat Light"/>
              <a:cs typeface="Simplified Arabic" panose="02020603050405020304" pitchFamily="18" charset="-78"/>
            </a:endParaRPr>
          </a:p>
        </p:txBody>
      </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7999334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34"/>
                                        </p:tgtEl>
                                        <p:attrNameLst>
                                          <p:attrName>style.visibility</p:attrName>
                                        </p:attrNameLst>
                                      </p:cBhvr>
                                      <p:to>
                                        <p:strVal val="visible"/>
                                      </p:to>
                                    </p:set>
                                    <p:animEffect transition="in" filter="fade">
                                      <p:cBhvr>
                                        <p:cTn id="11" dur="500"/>
                                        <p:tgtEl>
                                          <p:spTgt spid="34"/>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2250"/>
                            </p:stCondLst>
                            <p:childTnLst>
                              <p:par>
                                <p:cTn id="17" presetID="1"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par>
                          <p:cTn id="19" fill="hold">
                            <p:stCondLst>
                              <p:cond delay="2250"/>
                            </p:stCondLst>
                            <p:childTnLst>
                              <p:par>
                                <p:cTn id="20" presetID="10" presetClass="entr" presetSubtype="0" fill="hold" nodeType="afterEffect">
                                  <p:stCondLst>
                                    <p:cond delay="25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childTnLst>
                          </p:cTn>
                        </p:par>
                        <p:par>
                          <p:cTn id="23" fill="hold">
                            <p:stCondLst>
                              <p:cond delay="3000"/>
                            </p:stCondLst>
                            <p:childTnLst>
                              <p:par>
                                <p:cTn id="24" presetID="10" presetClass="entr" presetSubtype="0" fill="hold" grpId="0" nodeType="afterEffect">
                                  <p:stCondLst>
                                    <p:cond delay="25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par>
                          <p:cTn id="27" fill="hold">
                            <p:stCondLst>
                              <p:cond delay="3750"/>
                            </p:stCondLst>
                            <p:childTnLst>
                              <p:par>
                                <p:cTn id="28" presetID="10" presetClass="entr" presetSubtype="0" fill="hold" grpId="0" nodeType="afterEffect">
                                  <p:stCondLst>
                                    <p:cond delay="250"/>
                                  </p:stCondLst>
                                  <p:childTnLst>
                                    <p:set>
                                      <p:cBhvr>
                                        <p:cTn id="29" dur="1" fill="hold">
                                          <p:stCondLst>
                                            <p:cond delay="0"/>
                                          </p:stCondLst>
                                        </p:cTn>
                                        <p:tgtEl>
                                          <p:spTgt spid="37"/>
                                        </p:tgtEl>
                                        <p:attrNameLst>
                                          <p:attrName>style.visibility</p:attrName>
                                        </p:attrNameLst>
                                      </p:cBhvr>
                                      <p:to>
                                        <p:strVal val="visible"/>
                                      </p:to>
                                    </p:set>
                                    <p:animEffect transition="in" filter="fade">
                                      <p:cBhvr>
                                        <p:cTn id="30"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25" grpId="0" animBg="1"/>
      <p:bldP spid="34" grpId="0"/>
      <p:bldP spid="37" grpId="0"/>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4926538" y="1923869"/>
            <a:ext cx="1452960" cy="3520213"/>
            <a:chOff x="2506265" y="1668893"/>
            <a:chExt cx="1452960" cy="3520213"/>
          </a:xfrm>
        </p:grpSpPr>
        <p:sp>
          <p:nvSpPr>
            <p:cNvPr id="5" name="Freeform 4"/>
            <p:cNvSpPr>
              <a:spLocks/>
            </p:cNvSpPr>
            <p:nvPr/>
          </p:nvSpPr>
          <p:spPr bwMode="auto">
            <a:xfrm rot="10800000" flipH="1">
              <a:off x="3150883" y="2540339"/>
              <a:ext cx="670156" cy="1250520"/>
            </a:xfrm>
            <a:custGeom>
              <a:avLst/>
              <a:gdLst>
                <a:gd name="connsiteX0" fmla="*/ 138788 w 670156"/>
                <a:gd name="connsiteY0" fmla="*/ 1155858 h 1155858"/>
                <a:gd name="connsiteX1" fmla="*/ 270962 w 670156"/>
                <a:gd name="connsiteY1" fmla="*/ 1155858 h 1155858"/>
                <a:gd name="connsiteX2" fmla="*/ 392969 w 670156"/>
                <a:gd name="connsiteY2" fmla="*/ 1155858 h 1155858"/>
                <a:gd name="connsiteX3" fmla="*/ 530227 w 670156"/>
                <a:gd name="connsiteY3" fmla="*/ 1155858 h 1155858"/>
                <a:gd name="connsiteX4" fmla="*/ 611724 w 670156"/>
                <a:gd name="connsiteY4" fmla="*/ 1132192 h 1155858"/>
                <a:gd name="connsiteX5" fmla="*/ 633088 w 670156"/>
                <a:gd name="connsiteY5" fmla="*/ 1125988 h 1155858"/>
                <a:gd name="connsiteX6" fmla="*/ 643824 w 670156"/>
                <a:gd name="connsiteY6" fmla="*/ 1075078 h 1155858"/>
                <a:gd name="connsiteX7" fmla="*/ 670156 w 670156"/>
                <a:gd name="connsiteY7" fmla="*/ 739370 h 1155858"/>
                <a:gd name="connsiteX8" fmla="*/ 663833 w 670156"/>
                <a:gd name="connsiteY8" fmla="*/ 577939 h 1155858"/>
                <a:gd name="connsiteX9" fmla="*/ 670156 w 670156"/>
                <a:gd name="connsiteY9" fmla="*/ 416488 h 1155858"/>
                <a:gd name="connsiteX10" fmla="*/ 643824 w 670156"/>
                <a:gd name="connsiteY10" fmla="*/ 80780 h 1155858"/>
                <a:gd name="connsiteX11" fmla="*/ 632928 w 670156"/>
                <a:gd name="connsiteY11" fmla="*/ 29109 h 1155858"/>
                <a:gd name="connsiteX12" fmla="*/ 590098 w 670156"/>
                <a:gd name="connsiteY12" fmla="*/ 16833 h 1155858"/>
                <a:gd name="connsiteX13" fmla="*/ 531368 w 670156"/>
                <a:gd name="connsiteY13" fmla="*/ 0 h 1155858"/>
                <a:gd name="connsiteX14" fmla="*/ 399194 w 670156"/>
                <a:gd name="connsiteY14" fmla="*/ 0 h 1155858"/>
                <a:gd name="connsiteX15" fmla="*/ 277187 w 670156"/>
                <a:gd name="connsiteY15" fmla="*/ 0 h 1155858"/>
                <a:gd name="connsiteX16" fmla="*/ 139929 w 670156"/>
                <a:gd name="connsiteY16" fmla="*/ 0 h 1155858"/>
                <a:gd name="connsiteX17" fmla="*/ 58432 w 670156"/>
                <a:gd name="connsiteY17" fmla="*/ 23666 h 1155858"/>
                <a:gd name="connsiteX18" fmla="*/ 37068 w 670156"/>
                <a:gd name="connsiteY18" fmla="*/ 29870 h 1155858"/>
                <a:gd name="connsiteX19" fmla="*/ 26332 w 670156"/>
                <a:gd name="connsiteY19" fmla="*/ 80780 h 1155858"/>
                <a:gd name="connsiteX20" fmla="*/ 0 w 670156"/>
                <a:gd name="connsiteY20" fmla="*/ 416488 h 1155858"/>
                <a:gd name="connsiteX21" fmla="*/ 6323 w 670156"/>
                <a:gd name="connsiteY21" fmla="*/ 577920 h 1155858"/>
                <a:gd name="connsiteX22" fmla="*/ 0 w 670156"/>
                <a:gd name="connsiteY22" fmla="*/ 739370 h 1155858"/>
                <a:gd name="connsiteX23" fmla="*/ 26332 w 670156"/>
                <a:gd name="connsiteY23" fmla="*/ 1075078 h 1155858"/>
                <a:gd name="connsiteX24" fmla="*/ 37228 w 670156"/>
                <a:gd name="connsiteY24" fmla="*/ 1126749 h 1155858"/>
                <a:gd name="connsiteX25" fmla="*/ 80058 w 670156"/>
                <a:gd name="connsiteY25" fmla="*/ 1139025 h 1155858"/>
                <a:gd name="connsiteX26" fmla="*/ 138788 w 670156"/>
                <a:gd name="connsiteY26" fmla="*/ 1155858 h 115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0156" h="1155858">
                  <a:moveTo>
                    <a:pt x="138788" y="1155858"/>
                  </a:moveTo>
                  <a:cubicBezTo>
                    <a:pt x="138788" y="1155858"/>
                    <a:pt x="138788" y="1155858"/>
                    <a:pt x="270962" y="1155858"/>
                  </a:cubicBezTo>
                  <a:cubicBezTo>
                    <a:pt x="270962" y="1155858"/>
                    <a:pt x="270962" y="1155858"/>
                    <a:pt x="392969" y="1155858"/>
                  </a:cubicBezTo>
                  <a:cubicBezTo>
                    <a:pt x="392969" y="1155858"/>
                    <a:pt x="392969" y="1155858"/>
                    <a:pt x="530227" y="1155858"/>
                  </a:cubicBezTo>
                  <a:cubicBezTo>
                    <a:pt x="530227" y="1155858"/>
                    <a:pt x="530227" y="1155858"/>
                    <a:pt x="611724" y="1132192"/>
                  </a:cubicBezTo>
                  <a:lnTo>
                    <a:pt x="633088" y="1125988"/>
                  </a:lnTo>
                  <a:lnTo>
                    <a:pt x="643824" y="1075078"/>
                  </a:lnTo>
                  <a:cubicBezTo>
                    <a:pt x="660780" y="971895"/>
                    <a:pt x="670156" y="858451"/>
                    <a:pt x="670156" y="739370"/>
                  </a:cubicBezTo>
                  <a:lnTo>
                    <a:pt x="663833" y="577939"/>
                  </a:lnTo>
                  <a:lnTo>
                    <a:pt x="670156" y="416488"/>
                  </a:lnTo>
                  <a:cubicBezTo>
                    <a:pt x="670156" y="297407"/>
                    <a:pt x="660780" y="183963"/>
                    <a:pt x="643824" y="80780"/>
                  </a:cubicBezTo>
                  <a:lnTo>
                    <a:pt x="632928" y="29109"/>
                  </a:lnTo>
                  <a:lnTo>
                    <a:pt x="590098" y="16833"/>
                  </a:lnTo>
                  <a:cubicBezTo>
                    <a:pt x="573070" y="11953"/>
                    <a:pt x="553609" y="6375"/>
                    <a:pt x="531368" y="0"/>
                  </a:cubicBezTo>
                  <a:cubicBezTo>
                    <a:pt x="531368" y="0"/>
                    <a:pt x="531368" y="0"/>
                    <a:pt x="399194" y="0"/>
                  </a:cubicBezTo>
                  <a:cubicBezTo>
                    <a:pt x="399194" y="0"/>
                    <a:pt x="399194" y="0"/>
                    <a:pt x="277187" y="0"/>
                  </a:cubicBezTo>
                  <a:cubicBezTo>
                    <a:pt x="277187" y="0"/>
                    <a:pt x="277187" y="0"/>
                    <a:pt x="139929" y="0"/>
                  </a:cubicBezTo>
                  <a:cubicBezTo>
                    <a:pt x="139929" y="0"/>
                    <a:pt x="139929" y="0"/>
                    <a:pt x="58432" y="23666"/>
                  </a:cubicBezTo>
                  <a:lnTo>
                    <a:pt x="37068" y="29870"/>
                  </a:lnTo>
                  <a:lnTo>
                    <a:pt x="26332" y="80780"/>
                  </a:lnTo>
                  <a:cubicBezTo>
                    <a:pt x="9376" y="183963"/>
                    <a:pt x="0" y="297407"/>
                    <a:pt x="0" y="416488"/>
                  </a:cubicBezTo>
                  <a:lnTo>
                    <a:pt x="6323" y="577920"/>
                  </a:lnTo>
                  <a:lnTo>
                    <a:pt x="0" y="739370"/>
                  </a:lnTo>
                  <a:cubicBezTo>
                    <a:pt x="0" y="858451"/>
                    <a:pt x="9376" y="971895"/>
                    <a:pt x="26332" y="1075078"/>
                  </a:cubicBezTo>
                  <a:lnTo>
                    <a:pt x="37228" y="1126749"/>
                  </a:lnTo>
                  <a:lnTo>
                    <a:pt x="80058" y="1139025"/>
                  </a:lnTo>
                  <a:cubicBezTo>
                    <a:pt x="97086" y="1143905"/>
                    <a:pt x="116547" y="1149483"/>
                    <a:pt x="138788" y="1155858"/>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 name="Oval 5"/>
            <p:cNvSpPr/>
            <p:nvPr/>
          </p:nvSpPr>
          <p:spPr>
            <a:xfrm>
              <a:off x="3563330" y="2568894"/>
              <a:ext cx="386231" cy="755200"/>
            </a:xfrm>
            <a:prstGeom prst="ellipse">
              <a:avLst/>
            </a:prstGeom>
            <a:solidFill>
              <a:srgbClr val="44546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7" name="Rectangle 71"/>
            <p:cNvSpPr>
              <a:spLocks noChangeArrowheads="1"/>
            </p:cNvSpPr>
            <p:nvPr/>
          </p:nvSpPr>
          <p:spPr bwMode="auto">
            <a:xfrm>
              <a:off x="3550534" y="3717156"/>
              <a:ext cx="195263" cy="1360488"/>
            </a:xfrm>
            <a:prstGeom prst="rect">
              <a:avLst/>
            </a:prstGeom>
            <a:solidFill>
              <a:srgbClr val="44546A"/>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8" name="Rectangle 72"/>
            <p:cNvSpPr>
              <a:spLocks noChangeArrowheads="1"/>
            </p:cNvSpPr>
            <p:nvPr/>
          </p:nvSpPr>
          <p:spPr bwMode="auto">
            <a:xfrm>
              <a:off x="3240019" y="3717156"/>
              <a:ext cx="195263" cy="1360488"/>
            </a:xfrm>
            <a:prstGeom prst="rect">
              <a:avLst/>
            </a:prstGeom>
            <a:solidFill>
              <a:srgbClr val="44546A"/>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grpSp>
          <p:nvGrpSpPr>
            <p:cNvPr id="9" name="Group 8"/>
            <p:cNvGrpSpPr/>
            <p:nvPr/>
          </p:nvGrpSpPr>
          <p:grpSpPr>
            <a:xfrm>
              <a:off x="2506265" y="2570592"/>
              <a:ext cx="837860" cy="1877663"/>
              <a:chOff x="3842575" y="3854062"/>
              <a:chExt cx="916124" cy="2053053"/>
            </a:xfrm>
          </p:grpSpPr>
          <p:sp>
            <p:nvSpPr>
              <p:cNvPr id="54" name="Freeform 53"/>
              <p:cNvSpPr>
                <a:spLocks/>
              </p:cNvSpPr>
              <p:nvPr/>
            </p:nvSpPr>
            <p:spPr bwMode="auto">
              <a:xfrm>
                <a:off x="4145599" y="5164821"/>
                <a:ext cx="389941" cy="202018"/>
              </a:xfrm>
              <a:custGeom>
                <a:avLst/>
                <a:gdLst>
                  <a:gd name="T0" fmla="*/ 34 w 35"/>
                  <a:gd name="T1" fmla="*/ 18 h 18"/>
                  <a:gd name="T2" fmla="*/ 18 w 35"/>
                  <a:gd name="T3" fmla="*/ 2 h 18"/>
                  <a:gd name="T4" fmla="*/ 2 w 35"/>
                  <a:gd name="T5" fmla="*/ 16 h 18"/>
                  <a:gd name="T6" fmla="*/ 0 w 35"/>
                  <a:gd name="T7" fmla="*/ 16 h 18"/>
                  <a:gd name="T8" fmla="*/ 18 w 35"/>
                  <a:gd name="T9" fmla="*/ 1 h 18"/>
                  <a:gd name="T10" fmla="*/ 35 w 35"/>
                  <a:gd name="T11" fmla="*/ 17 h 18"/>
                  <a:gd name="T12" fmla="*/ 34 w 35"/>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35" h="18">
                    <a:moveTo>
                      <a:pt x="34" y="18"/>
                    </a:moveTo>
                    <a:cubicBezTo>
                      <a:pt x="29" y="8"/>
                      <a:pt x="24" y="2"/>
                      <a:pt x="18" y="2"/>
                    </a:cubicBezTo>
                    <a:cubicBezTo>
                      <a:pt x="9" y="2"/>
                      <a:pt x="2" y="16"/>
                      <a:pt x="2" y="16"/>
                    </a:cubicBezTo>
                    <a:cubicBezTo>
                      <a:pt x="0" y="16"/>
                      <a:pt x="0" y="16"/>
                      <a:pt x="0" y="16"/>
                    </a:cubicBezTo>
                    <a:cubicBezTo>
                      <a:pt x="0" y="15"/>
                      <a:pt x="8" y="0"/>
                      <a:pt x="18" y="1"/>
                    </a:cubicBezTo>
                    <a:cubicBezTo>
                      <a:pt x="24" y="1"/>
                      <a:pt x="30" y="6"/>
                      <a:pt x="35" y="17"/>
                    </a:cubicBezTo>
                    <a:cubicBezTo>
                      <a:pt x="34" y="18"/>
                      <a:pt x="34" y="18"/>
                      <a:pt x="34" y="18"/>
                    </a:cubicBezTo>
                  </a:path>
                </a:pathLst>
              </a:custGeom>
              <a:solidFill>
                <a:srgbClr val="2E26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5" name="Freeform 54"/>
              <p:cNvSpPr>
                <a:spLocks/>
              </p:cNvSpPr>
              <p:nvPr/>
            </p:nvSpPr>
            <p:spPr bwMode="auto">
              <a:xfrm>
                <a:off x="3842575" y="5333951"/>
                <a:ext cx="916124" cy="573164"/>
              </a:xfrm>
              <a:custGeom>
                <a:avLst/>
                <a:gdLst>
                  <a:gd name="T0" fmla="*/ 81 w 82"/>
                  <a:gd name="T1" fmla="*/ 47 h 51"/>
                  <a:gd name="T2" fmla="*/ 77 w 82"/>
                  <a:gd name="T3" fmla="*/ 51 h 51"/>
                  <a:gd name="T4" fmla="*/ 3 w 82"/>
                  <a:gd name="T5" fmla="*/ 48 h 51"/>
                  <a:gd name="T6" fmla="*/ 0 w 82"/>
                  <a:gd name="T7" fmla="*/ 44 h 51"/>
                  <a:gd name="T8" fmla="*/ 1 w 82"/>
                  <a:gd name="T9" fmla="*/ 3 h 51"/>
                  <a:gd name="T10" fmla="*/ 5 w 82"/>
                  <a:gd name="T11" fmla="*/ 0 h 51"/>
                  <a:gd name="T12" fmla="*/ 79 w 82"/>
                  <a:gd name="T13" fmla="*/ 3 h 51"/>
                  <a:gd name="T14" fmla="*/ 82 w 82"/>
                  <a:gd name="T15" fmla="*/ 6 h 51"/>
                  <a:gd name="T16" fmla="*/ 81 w 82"/>
                  <a:gd name="T17" fmla="*/ 4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51">
                    <a:moveTo>
                      <a:pt x="81" y="47"/>
                    </a:moveTo>
                    <a:cubicBezTo>
                      <a:pt x="80" y="49"/>
                      <a:pt x="79" y="51"/>
                      <a:pt x="77" y="51"/>
                    </a:cubicBezTo>
                    <a:cubicBezTo>
                      <a:pt x="3" y="48"/>
                      <a:pt x="3" y="48"/>
                      <a:pt x="3" y="48"/>
                    </a:cubicBezTo>
                    <a:cubicBezTo>
                      <a:pt x="1" y="48"/>
                      <a:pt x="0" y="46"/>
                      <a:pt x="0" y="44"/>
                    </a:cubicBezTo>
                    <a:cubicBezTo>
                      <a:pt x="1" y="3"/>
                      <a:pt x="1" y="3"/>
                      <a:pt x="1" y="3"/>
                    </a:cubicBezTo>
                    <a:cubicBezTo>
                      <a:pt x="1" y="1"/>
                      <a:pt x="3" y="0"/>
                      <a:pt x="5" y="0"/>
                    </a:cubicBezTo>
                    <a:cubicBezTo>
                      <a:pt x="79" y="3"/>
                      <a:pt x="79" y="3"/>
                      <a:pt x="79" y="3"/>
                    </a:cubicBezTo>
                    <a:cubicBezTo>
                      <a:pt x="81" y="3"/>
                      <a:pt x="82" y="4"/>
                      <a:pt x="82" y="6"/>
                    </a:cubicBezTo>
                    <a:cubicBezTo>
                      <a:pt x="81" y="47"/>
                      <a:pt x="81" y="47"/>
                      <a:pt x="81" y="47"/>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6" name="Freeform 55"/>
              <p:cNvSpPr>
                <a:spLocks/>
              </p:cNvSpPr>
              <p:nvPr/>
            </p:nvSpPr>
            <p:spPr bwMode="auto">
              <a:xfrm>
                <a:off x="4265401" y="5582950"/>
                <a:ext cx="89265" cy="108057"/>
              </a:xfrm>
              <a:custGeom>
                <a:avLst/>
                <a:gdLst>
                  <a:gd name="T0" fmla="*/ 19 w 19"/>
                  <a:gd name="T1" fmla="*/ 23 h 23"/>
                  <a:gd name="T2" fmla="*/ 0 w 19"/>
                  <a:gd name="T3" fmla="*/ 23 h 23"/>
                  <a:gd name="T4" fmla="*/ 3 w 19"/>
                  <a:gd name="T5" fmla="*/ 0 h 23"/>
                  <a:gd name="T6" fmla="*/ 19 w 19"/>
                  <a:gd name="T7" fmla="*/ 0 h 23"/>
                  <a:gd name="T8" fmla="*/ 19 w 19"/>
                  <a:gd name="T9" fmla="*/ 23 h 23"/>
                </a:gdLst>
                <a:ahLst/>
                <a:cxnLst>
                  <a:cxn ang="0">
                    <a:pos x="T0" y="T1"/>
                  </a:cxn>
                  <a:cxn ang="0">
                    <a:pos x="T2" y="T3"/>
                  </a:cxn>
                  <a:cxn ang="0">
                    <a:pos x="T4" y="T5"/>
                  </a:cxn>
                  <a:cxn ang="0">
                    <a:pos x="T6" y="T7"/>
                  </a:cxn>
                  <a:cxn ang="0">
                    <a:pos x="T8" y="T9"/>
                  </a:cxn>
                </a:cxnLst>
                <a:rect l="0" t="0" r="r" b="b"/>
                <a:pathLst>
                  <a:path w="19" h="23">
                    <a:moveTo>
                      <a:pt x="19" y="23"/>
                    </a:moveTo>
                    <a:lnTo>
                      <a:pt x="0" y="23"/>
                    </a:lnTo>
                    <a:lnTo>
                      <a:pt x="3" y="0"/>
                    </a:lnTo>
                    <a:lnTo>
                      <a:pt x="19" y="0"/>
                    </a:lnTo>
                    <a:lnTo>
                      <a:pt x="19" y="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7" name="Freeform 56"/>
              <p:cNvSpPr>
                <a:spLocks/>
              </p:cNvSpPr>
              <p:nvPr/>
            </p:nvSpPr>
            <p:spPr bwMode="auto">
              <a:xfrm>
                <a:off x="3851972" y="5333951"/>
                <a:ext cx="906727" cy="394637"/>
              </a:xfrm>
              <a:custGeom>
                <a:avLst/>
                <a:gdLst>
                  <a:gd name="T0" fmla="*/ 78 w 81"/>
                  <a:gd name="T1" fmla="*/ 3 h 35"/>
                  <a:gd name="T2" fmla="*/ 4 w 81"/>
                  <a:gd name="T3" fmla="*/ 0 h 35"/>
                  <a:gd name="T4" fmla="*/ 0 w 81"/>
                  <a:gd name="T5" fmla="*/ 3 h 35"/>
                  <a:gd name="T6" fmla="*/ 0 w 81"/>
                  <a:gd name="T7" fmla="*/ 8 h 35"/>
                  <a:gd name="T8" fmla="*/ 81 w 81"/>
                  <a:gd name="T9" fmla="*/ 13 h 35"/>
                  <a:gd name="T10" fmla="*/ 81 w 81"/>
                  <a:gd name="T11" fmla="*/ 6 h 35"/>
                  <a:gd name="T12" fmla="*/ 78 w 81"/>
                  <a:gd name="T13" fmla="*/ 3 h 35"/>
                </a:gdLst>
                <a:ahLst/>
                <a:cxnLst>
                  <a:cxn ang="0">
                    <a:pos x="T0" y="T1"/>
                  </a:cxn>
                  <a:cxn ang="0">
                    <a:pos x="T2" y="T3"/>
                  </a:cxn>
                  <a:cxn ang="0">
                    <a:pos x="T4" y="T5"/>
                  </a:cxn>
                  <a:cxn ang="0">
                    <a:pos x="T6" y="T7"/>
                  </a:cxn>
                  <a:cxn ang="0">
                    <a:pos x="T8" y="T9"/>
                  </a:cxn>
                  <a:cxn ang="0">
                    <a:pos x="T10" y="T11"/>
                  </a:cxn>
                  <a:cxn ang="0">
                    <a:pos x="T12" y="T13"/>
                  </a:cxn>
                </a:cxnLst>
                <a:rect l="0" t="0" r="r" b="b"/>
                <a:pathLst>
                  <a:path w="81" h="35">
                    <a:moveTo>
                      <a:pt x="78" y="3"/>
                    </a:moveTo>
                    <a:cubicBezTo>
                      <a:pt x="4" y="0"/>
                      <a:pt x="4" y="0"/>
                      <a:pt x="4" y="0"/>
                    </a:cubicBezTo>
                    <a:cubicBezTo>
                      <a:pt x="2" y="0"/>
                      <a:pt x="0" y="1"/>
                      <a:pt x="0" y="3"/>
                    </a:cubicBezTo>
                    <a:cubicBezTo>
                      <a:pt x="0" y="8"/>
                      <a:pt x="0" y="8"/>
                      <a:pt x="0" y="8"/>
                    </a:cubicBezTo>
                    <a:cubicBezTo>
                      <a:pt x="17" y="21"/>
                      <a:pt x="47" y="35"/>
                      <a:pt x="81" y="13"/>
                    </a:cubicBezTo>
                    <a:cubicBezTo>
                      <a:pt x="81" y="6"/>
                      <a:pt x="81" y="6"/>
                      <a:pt x="81" y="6"/>
                    </a:cubicBezTo>
                    <a:cubicBezTo>
                      <a:pt x="81" y="4"/>
                      <a:pt x="80" y="3"/>
                      <a:pt x="78" y="3"/>
                    </a:cubicBezTo>
                  </a:path>
                </a:pathLst>
              </a:custGeom>
              <a:solidFill>
                <a:srgbClr val="4C4C4C"/>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8" name="Freeform 57"/>
              <p:cNvSpPr>
                <a:spLocks/>
              </p:cNvSpPr>
              <p:nvPr/>
            </p:nvSpPr>
            <p:spPr bwMode="auto">
              <a:xfrm>
                <a:off x="4265401" y="5568854"/>
                <a:ext cx="89265" cy="122150"/>
              </a:xfrm>
              <a:custGeom>
                <a:avLst/>
                <a:gdLst>
                  <a:gd name="T0" fmla="*/ 7 w 8"/>
                  <a:gd name="T1" fmla="*/ 10 h 11"/>
                  <a:gd name="T2" fmla="*/ 1 w 8"/>
                  <a:gd name="T3" fmla="*/ 9 h 11"/>
                  <a:gd name="T4" fmla="*/ 1 w 8"/>
                  <a:gd name="T5" fmla="*/ 0 h 11"/>
                  <a:gd name="T6" fmla="*/ 8 w 8"/>
                  <a:gd name="T7" fmla="*/ 0 h 11"/>
                  <a:gd name="T8" fmla="*/ 7 w 8"/>
                  <a:gd name="T9" fmla="*/ 10 h 11"/>
                </a:gdLst>
                <a:ahLst/>
                <a:cxnLst>
                  <a:cxn ang="0">
                    <a:pos x="T0" y="T1"/>
                  </a:cxn>
                  <a:cxn ang="0">
                    <a:pos x="T2" y="T3"/>
                  </a:cxn>
                  <a:cxn ang="0">
                    <a:pos x="T4" y="T5"/>
                  </a:cxn>
                  <a:cxn ang="0">
                    <a:pos x="T6" y="T7"/>
                  </a:cxn>
                  <a:cxn ang="0">
                    <a:pos x="T8" y="T9"/>
                  </a:cxn>
                </a:cxnLst>
                <a:rect l="0" t="0" r="r" b="b"/>
                <a:pathLst>
                  <a:path w="8" h="11">
                    <a:moveTo>
                      <a:pt x="7" y="10"/>
                    </a:moveTo>
                    <a:cubicBezTo>
                      <a:pt x="6" y="11"/>
                      <a:pt x="2" y="10"/>
                      <a:pt x="1" y="9"/>
                    </a:cubicBezTo>
                    <a:cubicBezTo>
                      <a:pt x="0" y="6"/>
                      <a:pt x="1" y="0"/>
                      <a:pt x="1" y="0"/>
                    </a:cubicBezTo>
                    <a:cubicBezTo>
                      <a:pt x="8" y="0"/>
                      <a:pt x="8" y="0"/>
                      <a:pt x="8" y="0"/>
                    </a:cubicBezTo>
                    <a:cubicBezTo>
                      <a:pt x="8" y="0"/>
                      <a:pt x="8" y="6"/>
                      <a:pt x="7" y="1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9" name="Freeform 58"/>
              <p:cNvSpPr>
                <a:spLocks/>
              </p:cNvSpPr>
              <p:nvPr/>
            </p:nvSpPr>
            <p:spPr bwMode="auto">
              <a:xfrm>
                <a:off x="4143251" y="5277574"/>
                <a:ext cx="46980" cy="70472"/>
              </a:xfrm>
              <a:custGeom>
                <a:avLst/>
                <a:gdLst>
                  <a:gd name="T0" fmla="*/ 4 w 4"/>
                  <a:gd name="T1" fmla="*/ 0 h 6"/>
                  <a:gd name="T2" fmla="*/ 0 w 4"/>
                  <a:gd name="T3" fmla="*/ 6 h 6"/>
                  <a:gd name="T4" fmla="*/ 0 w 4"/>
                  <a:gd name="T5" fmla="*/ 6 h 6"/>
                  <a:gd name="T6" fmla="*/ 4 w 4"/>
                  <a:gd name="T7" fmla="*/ 0 h 6"/>
                  <a:gd name="T8" fmla="*/ 4 w 4"/>
                  <a:gd name="T9" fmla="*/ 0 h 6"/>
                </a:gdLst>
                <a:ahLst/>
                <a:cxnLst>
                  <a:cxn ang="0">
                    <a:pos x="T0" y="T1"/>
                  </a:cxn>
                  <a:cxn ang="0">
                    <a:pos x="T2" y="T3"/>
                  </a:cxn>
                  <a:cxn ang="0">
                    <a:pos x="T4" y="T5"/>
                  </a:cxn>
                  <a:cxn ang="0">
                    <a:pos x="T6" y="T7"/>
                  </a:cxn>
                  <a:cxn ang="0">
                    <a:pos x="T8" y="T9"/>
                  </a:cxn>
                </a:cxnLst>
                <a:rect l="0" t="0" r="r" b="b"/>
                <a:pathLst>
                  <a:path w="4" h="6">
                    <a:moveTo>
                      <a:pt x="4" y="0"/>
                    </a:moveTo>
                    <a:cubicBezTo>
                      <a:pt x="2" y="2"/>
                      <a:pt x="1" y="5"/>
                      <a:pt x="0" y="6"/>
                    </a:cubicBezTo>
                    <a:cubicBezTo>
                      <a:pt x="0" y="6"/>
                      <a:pt x="0" y="6"/>
                      <a:pt x="0" y="6"/>
                    </a:cubicBezTo>
                    <a:cubicBezTo>
                      <a:pt x="1" y="5"/>
                      <a:pt x="2" y="2"/>
                      <a:pt x="4" y="0"/>
                    </a:cubicBezTo>
                    <a:cubicBezTo>
                      <a:pt x="4" y="0"/>
                      <a:pt x="4" y="0"/>
                      <a:pt x="4" y="0"/>
                    </a:cubicBezTo>
                  </a:path>
                </a:pathLst>
              </a:custGeom>
              <a:solidFill>
                <a:srgbClr val="898C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0" name="Freeform 59"/>
              <p:cNvSpPr>
                <a:spLocks/>
              </p:cNvSpPr>
              <p:nvPr/>
            </p:nvSpPr>
            <p:spPr bwMode="auto">
              <a:xfrm>
                <a:off x="4190232" y="5188312"/>
                <a:ext cx="122150" cy="89265"/>
              </a:xfrm>
              <a:custGeom>
                <a:avLst/>
                <a:gdLst>
                  <a:gd name="T0" fmla="*/ 11 w 11"/>
                  <a:gd name="T1" fmla="*/ 0 h 8"/>
                  <a:gd name="T2" fmla="*/ 0 w 11"/>
                  <a:gd name="T3" fmla="*/ 8 h 8"/>
                  <a:gd name="T4" fmla="*/ 0 w 11"/>
                  <a:gd name="T5" fmla="*/ 8 h 8"/>
                  <a:gd name="T6" fmla="*/ 11 w 11"/>
                  <a:gd name="T7" fmla="*/ 0 h 8"/>
                  <a:gd name="T8" fmla="*/ 11 w 11"/>
                  <a:gd name="T9" fmla="*/ 0 h 8"/>
                </a:gdLst>
                <a:ahLst/>
                <a:cxnLst>
                  <a:cxn ang="0">
                    <a:pos x="T0" y="T1"/>
                  </a:cxn>
                  <a:cxn ang="0">
                    <a:pos x="T2" y="T3"/>
                  </a:cxn>
                  <a:cxn ang="0">
                    <a:pos x="T4" y="T5"/>
                  </a:cxn>
                  <a:cxn ang="0">
                    <a:pos x="T6" y="T7"/>
                  </a:cxn>
                  <a:cxn ang="0">
                    <a:pos x="T8" y="T9"/>
                  </a:cxn>
                </a:cxnLst>
                <a:rect l="0" t="0" r="r" b="b"/>
                <a:pathLst>
                  <a:path w="11" h="8">
                    <a:moveTo>
                      <a:pt x="11" y="0"/>
                    </a:moveTo>
                    <a:cubicBezTo>
                      <a:pt x="7" y="1"/>
                      <a:pt x="3" y="4"/>
                      <a:pt x="0" y="8"/>
                    </a:cubicBezTo>
                    <a:cubicBezTo>
                      <a:pt x="0" y="8"/>
                      <a:pt x="0" y="8"/>
                      <a:pt x="0" y="8"/>
                    </a:cubicBezTo>
                    <a:cubicBezTo>
                      <a:pt x="3" y="4"/>
                      <a:pt x="7" y="1"/>
                      <a:pt x="11" y="0"/>
                    </a:cubicBezTo>
                    <a:cubicBezTo>
                      <a:pt x="11" y="0"/>
                      <a:pt x="11" y="0"/>
                      <a:pt x="11" y="0"/>
                    </a:cubicBezTo>
                  </a:path>
                </a:pathLst>
              </a:custGeom>
              <a:solidFill>
                <a:srgbClr val="4F52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1" name="Freeform 60"/>
              <p:cNvSpPr>
                <a:spLocks/>
              </p:cNvSpPr>
              <p:nvPr/>
            </p:nvSpPr>
            <p:spPr bwMode="auto">
              <a:xfrm>
                <a:off x="4205172" y="5000390"/>
                <a:ext cx="300676" cy="324168"/>
              </a:xfrm>
              <a:custGeom>
                <a:avLst/>
                <a:gdLst>
                  <a:gd name="T0" fmla="*/ 1 w 27"/>
                  <a:gd name="T1" fmla="*/ 23 h 29"/>
                  <a:gd name="T2" fmla="*/ 6 w 27"/>
                  <a:gd name="T3" fmla="*/ 22 h 29"/>
                  <a:gd name="T4" fmla="*/ 5 w 27"/>
                  <a:gd name="T5" fmla="*/ 20 h 29"/>
                  <a:gd name="T6" fmla="*/ 6 w 27"/>
                  <a:gd name="T7" fmla="*/ 20 h 29"/>
                  <a:gd name="T8" fmla="*/ 6 w 27"/>
                  <a:gd name="T9" fmla="*/ 25 h 29"/>
                  <a:gd name="T10" fmla="*/ 11 w 27"/>
                  <a:gd name="T11" fmla="*/ 24 h 29"/>
                  <a:gd name="T12" fmla="*/ 11 w 27"/>
                  <a:gd name="T13" fmla="*/ 20 h 29"/>
                  <a:gd name="T14" fmla="*/ 11 w 27"/>
                  <a:gd name="T15" fmla="*/ 20 h 29"/>
                  <a:gd name="T16" fmla="*/ 11 w 27"/>
                  <a:gd name="T17" fmla="*/ 26 h 29"/>
                  <a:gd name="T18" fmla="*/ 16 w 27"/>
                  <a:gd name="T19" fmla="*/ 26 h 29"/>
                  <a:gd name="T20" fmla="*/ 16 w 27"/>
                  <a:gd name="T21" fmla="*/ 19 h 29"/>
                  <a:gd name="T22" fmla="*/ 16 w 27"/>
                  <a:gd name="T23" fmla="*/ 19 h 29"/>
                  <a:gd name="T24" fmla="*/ 16 w 27"/>
                  <a:gd name="T25" fmla="*/ 25 h 29"/>
                  <a:gd name="T26" fmla="*/ 21 w 27"/>
                  <a:gd name="T27" fmla="*/ 25 h 29"/>
                  <a:gd name="T28" fmla="*/ 21 w 27"/>
                  <a:gd name="T29" fmla="*/ 13 h 29"/>
                  <a:gd name="T30" fmla="*/ 23 w 27"/>
                  <a:gd name="T31" fmla="*/ 14 h 29"/>
                  <a:gd name="T32" fmla="*/ 23 w 27"/>
                  <a:gd name="T33" fmla="*/ 18 h 29"/>
                  <a:gd name="T34" fmla="*/ 27 w 27"/>
                  <a:gd name="T35" fmla="*/ 21 h 29"/>
                  <a:gd name="T36" fmla="*/ 27 w 27"/>
                  <a:gd name="T37" fmla="*/ 11 h 29"/>
                  <a:gd name="T38" fmla="*/ 21 w 27"/>
                  <a:gd name="T39" fmla="*/ 5 h 29"/>
                  <a:gd name="T40" fmla="*/ 19 w 27"/>
                  <a:gd name="T41" fmla="*/ 0 h 29"/>
                  <a:gd name="T42" fmla="*/ 3 w 27"/>
                  <a:gd name="T43" fmla="*/ 0 h 29"/>
                  <a:gd name="T44" fmla="*/ 3 w 27"/>
                  <a:gd name="T45" fmla="*/ 3 h 29"/>
                  <a:gd name="T46" fmla="*/ 1 w 27"/>
                  <a:gd name="T47" fmla="*/ 5 h 29"/>
                  <a:gd name="T48" fmla="*/ 1 w 27"/>
                  <a:gd name="T49" fmla="*/ 18 h 29"/>
                  <a:gd name="T50" fmla="*/ 1 w 27"/>
                  <a:gd name="T51"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 h="29">
                    <a:moveTo>
                      <a:pt x="1" y="23"/>
                    </a:moveTo>
                    <a:cubicBezTo>
                      <a:pt x="1" y="25"/>
                      <a:pt x="6" y="25"/>
                      <a:pt x="6" y="22"/>
                    </a:cubicBezTo>
                    <a:cubicBezTo>
                      <a:pt x="5" y="21"/>
                      <a:pt x="5" y="20"/>
                      <a:pt x="5" y="20"/>
                    </a:cubicBezTo>
                    <a:cubicBezTo>
                      <a:pt x="6" y="20"/>
                      <a:pt x="6" y="20"/>
                      <a:pt x="6" y="20"/>
                    </a:cubicBezTo>
                    <a:cubicBezTo>
                      <a:pt x="6" y="20"/>
                      <a:pt x="6" y="25"/>
                      <a:pt x="6" y="25"/>
                    </a:cubicBezTo>
                    <a:cubicBezTo>
                      <a:pt x="6" y="27"/>
                      <a:pt x="11" y="26"/>
                      <a:pt x="11" y="24"/>
                    </a:cubicBezTo>
                    <a:cubicBezTo>
                      <a:pt x="11" y="23"/>
                      <a:pt x="11" y="21"/>
                      <a:pt x="11" y="20"/>
                    </a:cubicBezTo>
                    <a:cubicBezTo>
                      <a:pt x="11" y="19"/>
                      <a:pt x="11" y="19"/>
                      <a:pt x="11" y="20"/>
                    </a:cubicBezTo>
                    <a:cubicBezTo>
                      <a:pt x="11" y="26"/>
                      <a:pt x="11" y="26"/>
                      <a:pt x="11" y="26"/>
                    </a:cubicBezTo>
                    <a:cubicBezTo>
                      <a:pt x="11" y="29"/>
                      <a:pt x="16" y="29"/>
                      <a:pt x="16" y="26"/>
                    </a:cubicBezTo>
                    <a:cubicBezTo>
                      <a:pt x="16" y="24"/>
                      <a:pt x="16" y="19"/>
                      <a:pt x="16" y="19"/>
                    </a:cubicBezTo>
                    <a:cubicBezTo>
                      <a:pt x="16" y="19"/>
                      <a:pt x="16" y="19"/>
                      <a:pt x="16" y="19"/>
                    </a:cubicBezTo>
                    <a:cubicBezTo>
                      <a:pt x="16" y="21"/>
                      <a:pt x="16" y="25"/>
                      <a:pt x="16" y="25"/>
                    </a:cubicBezTo>
                    <a:cubicBezTo>
                      <a:pt x="16" y="27"/>
                      <a:pt x="21" y="27"/>
                      <a:pt x="21" y="25"/>
                    </a:cubicBezTo>
                    <a:cubicBezTo>
                      <a:pt x="21" y="20"/>
                      <a:pt x="21" y="16"/>
                      <a:pt x="21" y="13"/>
                    </a:cubicBezTo>
                    <a:cubicBezTo>
                      <a:pt x="21" y="11"/>
                      <a:pt x="23" y="14"/>
                      <a:pt x="23" y="14"/>
                    </a:cubicBezTo>
                    <a:cubicBezTo>
                      <a:pt x="23" y="18"/>
                      <a:pt x="23" y="18"/>
                      <a:pt x="23" y="18"/>
                    </a:cubicBezTo>
                    <a:cubicBezTo>
                      <a:pt x="23" y="19"/>
                      <a:pt x="27" y="21"/>
                      <a:pt x="27" y="21"/>
                    </a:cubicBezTo>
                    <a:cubicBezTo>
                      <a:pt x="27" y="20"/>
                      <a:pt x="27" y="12"/>
                      <a:pt x="27" y="11"/>
                    </a:cubicBezTo>
                    <a:cubicBezTo>
                      <a:pt x="25" y="9"/>
                      <a:pt x="23" y="7"/>
                      <a:pt x="21" y="5"/>
                    </a:cubicBezTo>
                    <a:cubicBezTo>
                      <a:pt x="19" y="3"/>
                      <a:pt x="19" y="0"/>
                      <a:pt x="19" y="0"/>
                    </a:cubicBezTo>
                    <a:cubicBezTo>
                      <a:pt x="3" y="0"/>
                      <a:pt x="3" y="0"/>
                      <a:pt x="3" y="0"/>
                    </a:cubicBezTo>
                    <a:cubicBezTo>
                      <a:pt x="3" y="2"/>
                      <a:pt x="3" y="2"/>
                      <a:pt x="3" y="3"/>
                    </a:cubicBezTo>
                    <a:cubicBezTo>
                      <a:pt x="3" y="4"/>
                      <a:pt x="2" y="4"/>
                      <a:pt x="1" y="5"/>
                    </a:cubicBezTo>
                    <a:cubicBezTo>
                      <a:pt x="0" y="8"/>
                      <a:pt x="1" y="18"/>
                      <a:pt x="1" y="18"/>
                    </a:cubicBezTo>
                    <a:lnTo>
                      <a:pt x="1" y="23"/>
                    </a:lnTo>
                    <a:close/>
                  </a:path>
                </a:pathLst>
              </a:custGeom>
              <a:solidFill>
                <a:srgbClr val="FDD0AB"/>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2" name="Rectangle 61"/>
              <p:cNvSpPr>
                <a:spLocks noChangeArrowheads="1"/>
              </p:cNvSpPr>
              <p:nvPr/>
            </p:nvSpPr>
            <p:spPr bwMode="auto">
              <a:xfrm>
                <a:off x="4176140" y="4962805"/>
                <a:ext cx="281884" cy="37584"/>
              </a:xfrm>
              <a:prstGeom prst="rect">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3" name="Freeform 62"/>
              <p:cNvSpPr>
                <a:spLocks/>
              </p:cNvSpPr>
              <p:nvPr/>
            </p:nvSpPr>
            <p:spPr bwMode="auto">
              <a:xfrm>
                <a:off x="4152647" y="3854062"/>
                <a:ext cx="446318" cy="1108743"/>
              </a:xfrm>
              <a:custGeom>
                <a:avLst/>
                <a:gdLst>
                  <a:gd name="T0" fmla="*/ 39 w 40"/>
                  <a:gd name="T1" fmla="*/ 0 h 99"/>
                  <a:gd name="T2" fmla="*/ 1 w 40"/>
                  <a:gd name="T3" fmla="*/ 67 h 99"/>
                  <a:gd name="T4" fmla="*/ 0 w 40"/>
                  <a:gd name="T5" fmla="*/ 99 h 99"/>
                  <a:gd name="T6" fmla="*/ 31 w 40"/>
                  <a:gd name="T7" fmla="*/ 99 h 99"/>
                  <a:gd name="T8" fmla="*/ 29 w 40"/>
                  <a:gd name="T9" fmla="*/ 67 h 99"/>
                  <a:gd name="T10" fmla="*/ 40 w 40"/>
                  <a:gd name="T11" fmla="*/ 25 h 99"/>
                  <a:gd name="T12" fmla="*/ 39 w 40"/>
                  <a:gd name="T13" fmla="*/ 0 h 99"/>
                </a:gdLst>
                <a:ahLst/>
                <a:cxnLst>
                  <a:cxn ang="0">
                    <a:pos x="T0" y="T1"/>
                  </a:cxn>
                  <a:cxn ang="0">
                    <a:pos x="T2" y="T3"/>
                  </a:cxn>
                  <a:cxn ang="0">
                    <a:pos x="T4" y="T5"/>
                  </a:cxn>
                  <a:cxn ang="0">
                    <a:pos x="T6" y="T7"/>
                  </a:cxn>
                  <a:cxn ang="0">
                    <a:pos x="T8" y="T9"/>
                  </a:cxn>
                  <a:cxn ang="0">
                    <a:pos x="T10" y="T11"/>
                  </a:cxn>
                  <a:cxn ang="0">
                    <a:pos x="T12" y="T13"/>
                  </a:cxn>
                </a:cxnLst>
                <a:rect l="0" t="0" r="r" b="b"/>
                <a:pathLst>
                  <a:path w="40" h="99">
                    <a:moveTo>
                      <a:pt x="39" y="0"/>
                    </a:moveTo>
                    <a:cubicBezTo>
                      <a:pt x="5" y="14"/>
                      <a:pt x="2" y="44"/>
                      <a:pt x="1" y="67"/>
                    </a:cubicBezTo>
                    <a:cubicBezTo>
                      <a:pt x="1" y="76"/>
                      <a:pt x="0" y="99"/>
                      <a:pt x="0" y="99"/>
                    </a:cubicBezTo>
                    <a:cubicBezTo>
                      <a:pt x="31" y="99"/>
                      <a:pt x="31" y="99"/>
                      <a:pt x="31" y="99"/>
                    </a:cubicBezTo>
                    <a:cubicBezTo>
                      <a:pt x="31" y="99"/>
                      <a:pt x="30" y="86"/>
                      <a:pt x="29" y="67"/>
                    </a:cubicBezTo>
                    <a:cubicBezTo>
                      <a:pt x="26" y="14"/>
                      <a:pt x="40" y="25"/>
                      <a:pt x="40" y="25"/>
                    </a:cubicBezTo>
                    <a:lnTo>
                      <a:pt x="39" y="0"/>
                    </a:lnTo>
                    <a:close/>
                  </a:path>
                </a:pathLst>
              </a:custGeom>
              <a:solidFill>
                <a:srgbClr val="44546A"/>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
          <p:nvSpPr>
            <p:cNvPr id="10" name="Freeform 290"/>
            <p:cNvSpPr>
              <a:spLocks/>
            </p:cNvSpPr>
            <p:nvPr/>
          </p:nvSpPr>
          <p:spPr bwMode="auto">
            <a:xfrm flipH="1">
              <a:off x="3280114" y="2530090"/>
              <a:ext cx="386696" cy="515595"/>
            </a:xfrm>
            <a:custGeom>
              <a:avLst/>
              <a:gdLst>
                <a:gd name="T0" fmla="*/ 180 w 180"/>
                <a:gd name="T1" fmla="*/ 71 h 240"/>
                <a:gd name="T2" fmla="*/ 92 w 180"/>
                <a:gd name="T3" fmla="*/ 240 h 240"/>
                <a:gd name="T4" fmla="*/ 0 w 180"/>
                <a:gd name="T5" fmla="*/ 71 h 240"/>
                <a:gd name="T6" fmla="*/ 33 w 180"/>
                <a:gd name="T7" fmla="*/ 69 h 240"/>
                <a:gd name="T8" fmla="*/ 33 w 180"/>
                <a:gd name="T9" fmla="*/ 0 h 240"/>
                <a:gd name="T10" fmla="*/ 151 w 180"/>
                <a:gd name="T11" fmla="*/ 0 h 240"/>
                <a:gd name="T12" fmla="*/ 151 w 180"/>
                <a:gd name="T13" fmla="*/ 69 h 240"/>
                <a:gd name="T14" fmla="*/ 180 w 180"/>
                <a:gd name="T15" fmla="*/ 71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240">
                  <a:moveTo>
                    <a:pt x="180" y="71"/>
                  </a:moveTo>
                  <a:lnTo>
                    <a:pt x="92" y="240"/>
                  </a:lnTo>
                  <a:lnTo>
                    <a:pt x="0" y="71"/>
                  </a:lnTo>
                  <a:lnTo>
                    <a:pt x="33" y="69"/>
                  </a:lnTo>
                  <a:lnTo>
                    <a:pt x="33" y="0"/>
                  </a:lnTo>
                  <a:lnTo>
                    <a:pt x="151" y="0"/>
                  </a:lnTo>
                  <a:lnTo>
                    <a:pt x="151" y="69"/>
                  </a:lnTo>
                  <a:lnTo>
                    <a:pt x="180" y="71"/>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1" name="Freeform 306"/>
            <p:cNvSpPr>
              <a:spLocks/>
            </p:cNvSpPr>
            <p:nvPr/>
          </p:nvSpPr>
          <p:spPr bwMode="auto">
            <a:xfrm flipH="1">
              <a:off x="3412979" y="2601739"/>
              <a:ext cx="116009" cy="122455"/>
            </a:xfrm>
            <a:custGeom>
              <a:avLst/>
              <a:gdLst>
                <a:gd name="T0" fmla="*/ 0 w 54"/>
                <a:gd name="T1" fmla="*/ 14 h 57"/>
                <a:gd name="T2" fmla="*/ 28 w 54"/>
                <a:gd name="T3" fmla="*/ 57 h 57"/>
                <a:gd name="T4" fmla="*/ 54 w 54"/>
                <a:gd name="T5" fmla="*/ 14 h 57"/>
                <a:gd name="T6" fmla="*/ 28 w 54"/>
                <a:gd name="T7" fmla="*/ 0 h 57"/>
                <a:gd name="T8" fmla="*/ 0 w 54"/>
                <a:gd name="T9" fmla="*/ 14 h 57"/>
              </a:gdLst>
              <a:ahLst/>
              <a:cxnLst>
                <a:cxn ang="0">
                  <a:pos x="T0" y="T1"/>
                </a:cxn>
                <a:cxn ang="0">
                  <a:pos x="T2" y="T3"/>
                </a:cxn>
                <a:cxn ang="0">
                  <a:pos x="T4" y="T5"/>
                </a:cxn>
                <a:cxn ang="0">
                  <a:pos x="T6" y="T7"/>
                </a:cxn>
                <a:cxn ang="0">
                  <a:pos x="T8" y="T9"/>
                </a:cxn>
              </a:cxnLst>
              <a:rect l="0" t="0" r="r" b="b"/>
              <a:pathLst>
                <a:path w="54" h="57">
                  <a:moveTo>
                    <a:pt x="0" y="14"/>
                  </a:moveTo>
                  <a:lnTo>
                    <a:pt x="28" y="57"/>
                  </a:lnTo>
                  <a:lnTo>
                    <a:pt x="54" y="14"/>
                  </a:lnTo>
                  <a:lnTo>
                    <a:pt x="28"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2" name="Freeform 307"/>
            <p:cNvSpPr>
              <a:spLocks/>
            </p:cNvSpPr>
            <p:nvPr/>
          </p:nvSpPr>
          <p:spPr bwMode="auto">
            <a:xfrm flipH="1">
              <a:off x="3477428" y="2601739"/>
              <a:ext cx="51559" cy="111712"/>
            </a:xfrm>
            <a:custGeom>
              <a:avLst/>
              <a:gdLst>
                <a:gd name="T0" fmla="*/ 0 w 24"/>
                <a:gd name="T1" fmla="*/ 14 h 52"/>
                <a:gd name="T2" fmla="*/ 24 w 24"/>
                <a:gd name="T3" fmla="*/ 52 h 52"/>
                <a:gd name="T4" fmla="*/ 24 w 24"/>
                <a:gd name="T5" fmla="*/ 0 h 52"/>
                <a:gd name="T6" fmla="*/ 0 w 24"/>
                <a:gd name="T7" fmla="*/ 14 h 52"/>
              </a:gdLst>
              <a:ahLst/>
              <a:cxnLst>
                <a:cxn ang="0">
                  <a:pos x="T0" y="T1"/>
                </a:cxn>
                <a:cxn ang="0">
                  <a:pos x="T2" y="T3"/>
                </a:cxn>
                <a:cxn ang="0">
                  <a:pos x="T4" y="T5"/>
                </a:cxn>
                <a:cxn ang="0">
                  <a:pos x="T6" y="T7"/>
                </a:cxn>
              </a:cxnLst>
              <a:rect l="0" t="0" r="r" b="b"/>
              <a:pathLst>
                <a:path w="24" h="52">
                  <a:moveTo>
                    <a:pt x="0" y="14"/>
                  </a:moveTo>
                  <a:lnTo>
                    <a:pt x="24" y="52"/>
                  </a:lnTo>
                  <a:lnTo>
                    <a:pt x="24"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3" name="Freeform 308"/>
            <p:cNvSpPr>
              <a:spLocks/>
            </p:cNvSpPr>
            <p:nvPr/>
          </p:nvSpPr>
          <p:spPr bwMode="auto">
            <a:xfrm flipH="1">
              <a:off x="3473131" y="2535142"/>
              <a:ext cx="193348" cy="137493"/>
            </a:xfrm>
            <a:custGeom>
              <a:avLst/>
              <a:gdLst>
                <a:gd name="T0" fmla="*/ 33 w 90"/>
                <a:gd name="T1" fmla="*/ 0 h 64"/>
                <a:gd name="T2" fmla="*/ 0 w 90"/>
                <a:gd name="T3" fmla="*/ 0 h 64"/>
                <a:gd name="T4" fmla="*/ 35 w 90"/>
                <a:gd name="T5" fmla="*/ 64 h 64"/>
                <a:gd name="T6" fmla="*/ 90 w 90"/>
                <a:gd name="T7" fmla="*/ 31 h 64"/>
                <a:gd name="T8" fmla="*/ 33 w 90"/>
                <a:gd name="T9" fmla="*/ 0 h 64"/>
              </a:gdLst>
              <a:ahLst/>
              <a:cxnLst>
                <a:cxn ang="0">
                  <a:pos x="T0" y="T1"/>
                </a:cxn>
                <a:cxn ang="0">
                  <a:pos x="T2" y="T3"/>
                </a:cxn>
                <a:cxn ang="0">
                  <a:pos x="T4" y="T5"/>
                </a:cxn>
                <a:cxn ang="0">
                  <a:pos x="T6" y="T7"/>
                </a:cxn>
                <a:cxn ang="0">
                  <a:pos x="T8" y="T9"/>
                </a:cxn>
              </a:cxnLst>
              <a:rect l="0" t="0" r="r" b="b"/>
              <a:pathLst>
                <a:path w="90" h="64">
                  <a:moveTo>
                    <a:pt x="33" y="0"/>
                  </a:moveTo>
                  <a:lnTo>
                    <a:pt x="0" y="0"/>
                  </a:lnTo>
                  <a:lnTo>
                    <a:pt x="35" y="64"/>
                  </a:lnTo>
                  <a:lnTo>
                    <a:pt x="90" y="31"/>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4" name="Freeform 309"/>
            <p:cNvSpPr>
              <a:spLocks/>
            </p:cNvSpPr>
            <p:nvPr/>
          </p:nvSpPr>
          <p:spPr bwMode="auto">
            <a:xfrm flipH="1">
              <a:off x="3275486" y="2535142"/>
              <a:ext cx="193348" cy="137493"/>
            </a:xfrm>
            <a:custGeom>
              <a:avLst/>
              <a:gdLst>
                <a:gd name="T0" fmla="*/ 57 w 90"/>
                <a:gd name="T1" fmla="*/ 0 h 64"/>
                <a:gd name="T2" fmla="*/ 90 w 90"/>
                <a:gd name="T3" fmla="*/ 0 h 64"/>
                <a:gd name="T4" fmla="*/ 55 w 90"/>
                <a:gd name="T5" fmla="*/ 64 h 64"/>
                <a:gd name="T6" fmla="*/ 0 w 90"/>
                <a:gd name="T7" fmla="*/ 31 h 64"/>
                <a:gd name="T8" fmla="*/ 57 w 90"/>
                <a:gd name="T9" fmla="*/ 0 h 64"/>
              </a:gdLst>
              <a:ahLst/>
              <a:cxnLst>
                <a:cxn ang="0">
                  <a:pos x="T0" y="T1"/>
                </a:cxn>
                <a:cxn ang="0">
                  <a:pos x="T2" y="T3"/>
                </a:cxn>
                <a:cxn ang="0">
                  <a:pos x="T4" y="T5"/>
                </a:cxn>
                <a:cxn ang="0">
                  <a:pos x="T6" y="T7"/>
                </a:cxn>
                <a:cxn ang="0">
                  <a:pos x="T8" y="T9"/>
                </a:cxn>
              </a:cxnLst>
              <a:rect l="0" t="0" r="r" b="b"/>
              <a:pathLst>
                <a:path w="90" h="64">
                  <a:moveTo>
                    <a:pt x="57" y="0"/>
                  </a:moveTo>
                  <a:lnTo>
                    <a:pt x="90" y="0"/>
                  </a:lnTo>
                  <a:lnTo>
                    <a:pt x="55" y="64"/>
                  </a:lnTo>
                  <a:lnTo>
                    <a:pt x="0" y="31"/>
                  </a:lnTo>
                  <a:lnTo>
                    <a:pt x="5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5" name="Freeform 310"/>
            <p:cNvSpPr>
              <a:spLocks/>
            </p:cNvSpPr>
            <p:nvPr/>
          </p:nvSpPr>
          <p:spPr bwMode="auto">
            <a:xfrm flipH="1">
              <a:off x="3421571" y="2666190"/>
              <a:ext cx="96674" cy="236314"/>
            </a:xfrm>
            <a:custGeom>
              <a:avLst/>
              <a:gdLst>
                <a:gd name="T0" fmla="*/ 0 w 45"/>
                <a:gd name="T1" fmla="*/ 67 h 110"/>
                <a:gd name="T2" fmla="*/ 23 w 45"/>
                <a:gd name="T3" fmla="*/ 0 h 110"/>
                <a:gd name="T4" fmla="*/ 45 w 45"/>
                <a:gd name="T5" fmla="*/ 69 h 110"/>
                <a:gd name="T6" fmla="*/ 23 w 45"/>
                <a:gd name="T7" fmla="*/ 110 h 110"/>
                <a:gd name="T8" fmla="*/ 0 w 45"/>
                <a:gd name="T9" fmla="*/ 67 h 110"/>
              </a:gdLst>
              <a:ahLst/>
              <a:cxnLst>
                <a:cxn ang="0">
                  <a:pos x="T0" y="T1"/>
                </a:cxn>
                <a:cxn ang="0">
                  <a:pos x="T2" y="T3"/>
                </a:cxn>
                <a:cxn ang="0">
                  <a:pos x="T4" y="T5"/>
                </a:cxn>
                <a:cxn ang="0">
                  <a:pos x="T6" y="T7"/>
                </a:cxn>
                <a:cxn ang="0">
                  <a:pos x="T8" y="T9"/>
                </a:cxn>
              </a:cxnLst>
              <a:rect l="0" t="0" r="r" b="b"/>
              <a:pathLst>
                <a:path w="45" h="110">
                  <a:moveTo>
                    <a:pt x="0" y="67"/>
                  </a:moveTo>
                  <a:lnTo>
                    <a:pt x="23" y="0"/>
                  </a:lnTo>
                  <a:lnTo>
                    <a:pt x="45" y="69"/>
                  </a:lnTo>
                  <a:lnTo>
                    <a:pt x="23" y="110"/>
                  </a:lnTo>
                  <a:lnTo>
                    <a:pt x="0" y="67"/>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6" name="Freeform 311"/>
            <p:cNvSpPr>
              <a:spLocks/>
            </p:cNvSpPr>
            <p:nvPr/>
          </p:nvSpPr>
          <p:spPr bwMode="auto">
            <a:xfrm flipH="1">
              <a:off x="3473131" y="2683375"/>
              <a:ext cx="45115" cy="208386"/>
            </a:xfrm>
            <a:custGeom>
              <a:avLst/>
              <a:gdLst>
                <a:gd name="T0" fmla="*/ 0 w 21"/>
                <a:gd name="T1" fmla="*/ 59 h 97"/>
                <a:gd name="T2" fmla="*/ 21 w 21"/>
                <a:gd name="T3" fmla="*/ 0 h 97"/>
                <a:gd name="T4" fmla="*/ 21 w 21"/>
                <a:gd name="T5" fmla="*/ 97 h 97"/>
                <a:gd name="T6" fmla="*/ 0 w 21"/>
                <a:gd name="T7" fmla="*/ 59 h 97"/>
              </a:gdLst>
              <a:ahLst/>
              <a:cxnLst>
                <a:cxn ang="0">
                  <a:pos x="T0" y="T1"/>
                </a:cxn>
                <a:cxn ang="0">
                  <a:pos x="T2" y="T3"/>
                </a:cxn>
                <a:cxn ang="0">
                  <a:pos x="T4" y="T5"/>
                </a:cxn>
                <a:cxn ang="0">
                  <a:pos x="T6" y="T7"/>
                </a:cxn>
              </a:cxnLst>
              <a:rect l="0" t="0" r="r" b="b"/>
              <a:pathLst>
                <a:path w="21" h="97">
                  <a:moveTo>
                    <a:pt x="0" y="59"/>
                  </a:moveTo>
                  <a:lnTo>
                    <a:pt x="21" y="0"/>
                  </a:lnTo>
                  <a:lnTo>
                    <a:pt x="21" y="97"/>
                  </a:lnTo>
                  <a:lnTo>
                    <a:pt x="0" y="59"/>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7" name="Freeform 312"/>
            <p:cNvSpPr>
              <a:spLocks/>
            </p:cNvSpPr>
            <p:nvPr/>
          </p:nvSpPr>
          <p:spPr bwMode="auto">
            <a:xfrm flipH="1">
              <a:off x="3468834" y="2539439"/>
              <a:ext cx="268540" cy="545671"/>
            </a:xfrm>
            <a:custGeom>
              <a:avLst/>
              <a:gdLst>
                <a:gd name="T0" fmla="*/ 33 w 125"/>
                <a:gd name="T1" fmla="*/ 0 h 254"/>
                <a:gd name="T2" fmla="*/ 0 w 125"/>
                <a:gd name="T3" fmla="*/ 83 h 254"/>
                <a:gd name="T4" fmla="*/ 54 w 125"/>
                <a:gd name="T5" fmla="*/ 81 h 254"/>
                <a:gd name="T6" fmla="*/ 12 w 125"/>
                <a:gd name="T7" fmla="*/ 128 h 254"/>
                <a:gd name="T8" fmla="*/ 123 w 125"/>
                <a:gd name="T9" fmla="*/ 254 h 254"/>
                <a:gd name="T10" fmla="*/ 125 w 125"/>
                <a:gd name="T11" fmla="*/ 169 h 254"/>
                <a:gd name="T12" fmla="*/ 33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33" y="0"/>
                  </a:moveTo>
                  <a:lnTo>
                    <a:pt x="0" y="83"/>
                  </a:lnTo>
                  <a:lnTo>
                    <a:pt x="54" y="81"/>
                  </a:lnTo>
                  <a:lnTo>
                    <a:pt x="12" y="128"/>
                  </a:lnTo>
                  <a:lnTo>
                    <a:pt x="123" y="254"/>
                  </a:lnTo>
                  <a:lnTo>
                    <a:pt x="125" y="169"/>
                  </a:lnTo>
                  <a:lnTo>
                    <a:pt x="33"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8" name="Freeform 313"/>
            <p:cNvSpPr>
              <a:spLocks/>
            </p:cNvSpPr>
            <p:nvPr/>
          </p:nvSpPr>
          <p:spPr bwMode="auto">
            <a:xfrm flipH="1">
              <a:off x="3204591" y="2539439"/>
              <a:ext cx="268540" cy="545671"/>
            </a:xfrm>
            <a:custGeom>
              <a:avLst/>
              <a:gdLst>
                <a:gd name="T0" fmla="*/ 92 w 125"/>
                <a:gd name="T1" fmla="*/ 0 h 254"/>
                <a:gd name="T2" fmla="*/ 125 w 125"/>
                <a:gd name="T3" fmla="*/ 83 h 254"/>
                <a:gd name="T4" fmla="*/ 71 w 125"/>
                <a:gd name="T5" fmla="*/ 81 h 254"/>
                <a:gd name="T6" fmla="*/ 113 w 125"/>
                <a:gd name="T7" fmla="*/ 128 h 254"/>
                <a:gd name="T8" fmla="*/ 0 w 125"/>
                <a:gd name="T9" fmla="*/ 254 h 254"/>
                <a:gd name="T10" fmla="*/ 0 w 125"/>
                <a:gd name="T11" fmla="*/ 169 h 254"/>
                <a:gd name="T12" fmla="*/ 92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92" y="0"/>
                  </a:moveTo>
                  <a:lnTo>
                    <a:pt x="125" y="83"/>
                  </a:lnTo>
                  <a:lnTo>
                    <a:pt x="71" y="81"/>
                  </a:lnTo>
                  <a:lnTo>
                    <a:pt x="113" y="128"/>
                  </a:lnTo>
                  <a:lnTo>
                    <a:pt x="0" y="254"/>
                  </a:lnTo>
                  <a:lnTo>
                    <a:pt x="0" y="169"/>
                  </a:lnTo>
                  <a:lnTo>
                    <a:pt x="92"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9" name="Freeform 95"/>
            <p:cNvSpPr>
              <a:spLocks/>
            </p:cNvSpPr>
            <p:nvPr/>
          </p:nvSpPr>
          <p:spPr bwMode="auto">
            <a:xfrm>
              <a:off x="3457385" y="3137497"/>
              <a:ext cx="41745" cy="57250"/>
            </a:xfrm>
            <a:custGeom>
              <a:avLst/>
              <a:gdLst>
                <a:gd name="T0" fmla="*/ 25 w 26"/>
                <a:gd name="T1" fmla="*/ 19 h 36"/>
                <a:gd name="T2" fmla="*/ 11 w 26"/>
                <a:gd name="T3" fmla="*/ 35 h 36"/>
                <a:gd name="T4" fmla="*/ 1 w 26"/>
                <a:gd name="T5" fmla="*/ 17 h 36"/>
                <a:gd name="T6" fmla="*/ 15 w 26"/>
                <a:gd name="T7" fmla="*/ 1 h 36"/>
                <a:gd name="T8" fmla="*/ 25 w 26"/>
                <a:gd name="T9" fmla="*/ 19 h 36"/>
              </a:gdLst>
              <a:ahLst/>
              <a:cxnLst>
                <a:cxn ang="0">
                  <a:pos x="T0" y="T1"/>
                </a:cxn>
                <a:cxn ang="0">
                  <a:pos x="T2" y="T3"/>
                </a:cxn>
                <a:cxn ang="0">
                  <a:pos x="T4" y="T5"/>
                </a:cxn>
                <a:cxn ang="0">
                  <a:pos x="T6" y="T7"/>
                </a:cxn>
                <a:cxn ang="0">
                  <a:pos x="T8" y="T9"/>
                </a:cxn>
              </a:cxnLst>
              <a:rect l="0" t="0" r="r" b="b"/>
              <a:pathLst>
                <a:path w="26" h="36">
                  <a:moveTo>
                    <a:pt x="25" y="19"/>
                  </a:moveTo>
                  <a:cubicBezTo>
                    <a:pt x="24" y="29"/>
                    <a:pt x="18" y="36"/>
                    <a:pt x="11" y="35"/>
                  </a:cubicBezTo>
                  <a:cubicBezTo>
                    <a:pt x="5" y="35"/>
                    <a:pt x="0" y="26"/>
                    <a:pt x="1" y="17"/>
                  </a:cubicBezTo>
                  <a:cubicBezTo>
                    <a:pt x="2" y="7"/>
                    <a:pt x="8" y="0"/>
                    <a:pt x="15" y="1"/>
                  </a:cubicBezTo>
                  <a:cubicBezTo>
                    <a:pt x="21" y="1"/>
                    <a:pt x="26" y="10"/>
                    <a:pt x="25" y="19"/>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20" name="Freeform 96"/>
            <p:cNvSpPr>
              <a:spLocks/>
            </p:cNvSpPr>
            <p:nvPr/>
          </p:nvSpPr>
          <p:spPr bwMode="auto">
            <a:xfrm>
              <a:off x="3455963" y="3249427"/>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21" name="Freeform 96"/>
            <p:cNvSpPr>
              <a:spLocks/>
            </p:cNvSpPr>
            <p:nvPr/>
          </p:nvSpPr>
          <p:spPr bwMode="auto">
            <a:xfrm>
              <a:off x="3458344" y="3359691"/>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nvGrpSpPr>
            <p:cNvPr id="22" name="Group 21"/>
            <p:cNvGrpSpPr/>
            <p:nvPr/>
          </p:nvGrpSpPr>
          <p:grpSpPr>
            <a:xfrm rot="694546" flipH="1">
              <a:off x="3765635" y="2094931"/>
              <a:ext cx="89826" cy="224565"/>
              <a:chOff x="5836327" y="2247088"/>
              <a:chExt cx="130060" cy="325149"/>
            </a:xfrm>
          </p:grpSpPr>
          <p:sp>
            <p:nvSpPr>
              <p:cNvPr id="52" name="Freeform 51"/>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3" name="Freeform 52"/>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23" name="Group 22"/>
            <p:cNvGrpSpPr/>
            <p:nvPr/>
          </p:nvGrpSpPr>
          <p:grpSpPr>
            <a:xfrm rot="20905454">
              <a:off x="3049520" y="2097677"/>
              <a:ext cx="89826" cy="224565"/>
              <a:chOff x="5836327" y="2247088"/>
              <a:chExt cx="130060" cy="325149"/>
            </a:xfrm>
          </p:grpSpPr>
          <p:sp>
            <p:nvSpPr>
              <p:cNvPr id="50" name="Freeform 49"/>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1" name="Freeform 50"/>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24" name="Group 23"/>
            <p:cNvGrpSpPr/>
            <p:nvPr/>
          </p:nvGrpSpPr>
          <p:grpSpPr>
            <a:xfrm>
              <a:off x="3106565" y="1845534"/>
              <a:ext cx="697300" cy="730906"/>
              <a:chOff x="8166769" y="4034040"/>
              <a:chExt cx="1017381" cy="1009306"/>
            </a:xfrm>
          </p:grpSpPr>
          <p:sp>
            <p:nvSpPr>
              <p:cNvPr id="48" name="Freeform 296"/>
              <p:cNvSpPr>
                <a:spLocks/>
              </p:cNvSpPr>
              <p:nvPr/>
            </p:nvSpPr>
            <p:spPr bwMode="auto">
              <a:xfrm flipH="1">
                <a:off x="8166769" y="4034040"/>
                <a:ext cx="1017380" cy="1009306"/>
              </a:xfrm>
              <a:custGeom>
                <a:avLst/>
                <a:gdLst>
                  <a:gd name="T0" fmla="*/ 80 w 160"/>
                  <a:gd name="T1" fmla="*/ 0 h 158"/>
                  <a:gd name="T2" fmla="*/ 85 w 160"/>
                  <a:gd name="T3" fmla="*/ 1 h 158"/>
                  <a:gd name="T4" fmla="*/ 139 w 160"/>
                  <a:gd name="T5" fmla="*/ 1 h 158"/>
                  <a:gd name="T6" fmla="*/ 143 w 160"/>
                  <a:gd name="T7" fmla="*/ 18 h 158"/>
                  <a:gd name="T8" fmla="*/ 160 w 160"/>
                  <a:gd name="T9" fmla="*/ 35 h 158"/>
                  <a:gd name="T10" fmla="*/ 160 w 160"/>
                  <a:gd name="T11" fmla="*/ 77 h 158"/>
                  <a:gd name="T12" fmla="*/ 159 w 160"/>
                  <a:gd name="T13" fmla="*/ 77 h 158"/>
                  <a:gd name="T14" fmla="*/ 159 w 160"/>
                  <a:gd name="T15" fmla="*/ 79 h 158"/>
                  <a:gd name="T16" fmla="*/ 80 w 160"/>
                  <a:gd name="T17" fmla="*/ 158 h 158"/>
                  <a:gd name="T18" fmla="*/ 0 w 160"/>
                  <a:gd name="T19" fmla="*/ 79 h 158"/>
                  <a:gd name="T20" fmla="*/ 0 w 160"/>
                  <a:gd name="T21" fmla="*/ 73 h 158"/>
                  <a:gd name="T22" fmla="*/ 0 w 160"/>
                  <a:gd name="T23" fmla="*/ 17 h 158"/>
                  <a:gd name="T24" fmla="*/ 12 w 160"/>
                  <a:gd name="T25" fmla="*/ 1 h 158"/>
                  <a:gd name="T26" fmla="*/ 75 w 160"/>
                  <a:gd name="T27" fmla="*/ 1 h 158"/>
                  <a:gd name="T28" fmla="*/ 80 w 160"/>
                  <a:gd name="T2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158">
                    <a:moveTo>
                      <a:pt x="80" y="0"/>
                    </a:moveTo>
                    <a:cubicBezTo>
                      <a:pt x="81" y="0"/>
                      <a:pt x="83" y="1"/>
                      <a:pt x="85" y="1"/>
                    </a:cubicBezTo>
                    <a:cubicBezTo>
                      <a:pt x="139" y="1"/>
                      <a:pt x="139" y="1"/>
                      <a:pt x="139" y="1"/>
                    </a:cubicBezTo>
                    <a:cubicBezTo>
                      <a:pt x="143" y="18"/>
                      <a:pt x="143" y="18"/>
                      <a:pt x="143" y="18"/>
                    </a:cubicBezTo>
                    <a:cubicBezTo>
                      <a:pt x="160" y="35"/>
                      <a:pt x="160" y="35"/>
                      <a:pt x="160" y="35"/>
                    </a:cubicBezTo>
                    <a:cubicBezTo>
                      <a:pt x="160" y="77"/>
                      <a:pt x="160" y="77"/>
                      <a:pt x="160" y="77"/>
                    </a:cubicBezTo>
                    <a:cubicBezTo>
                      <a:pt x="159" y="77"/>
                      <a:pt x="159" y="77"/>
                      <a:pt x="159" y="77"/>
                    </a:cubicBezTo>
                    <a:cubicBezTo>
                      <a:pt x="159" y="78"/>
                      <a:pt x="159" y="79"/>
                      <a:pt x="159" y="79"/>
                    </a:cubicBezTo>
                    <a:cubicBezTo>
                      <a:pt x="159" y="123"/>
                      <a:pt x="124" y="158"/>
                      <a:pt x="80" y="158"/>
                    </a:cubicBezTo>
                    <a:cubicBezTo>
                      <a:pt x="36" y="158"/>
                      <a:pt x="0" y="123"/>
                      <a:pt x="0" y="79"/>
                    </a:cubicBezTo>
                    <a:cubicBezTo>
                      <a:pt x="0" y="77"/>
                      <a:pt x="0" y="75"/>
                      <a:pt x="0" y="73"/>
                    </a:cubicBezTo>
                    <a:cubicBezTo>
                      <a:pt x="0" y="17"/>
                      <a:pt x="0" y="17"/>
                      <a:pt x="0" y="17"/>
                    </a:cubicBezTo>
                    <a:cubicBezTo>
                      <a:pt x="12" y="1"/>
                      <a:pt x="12" y="1"/>
                      <a:pt x="12" y="1"/>
                    </a:cubicBezTo>
                    <a:cubicBezTo>
                      <a:pt x="75" y="1"/>
                      <a:pt x="75" y="1"/>
                      <a:pt x="75" y="1"/>
                    </a:cubicBezTo>
                    <a:cubicBezTo>
                      <a:pt x="76" y="1"/>
                      <a:pt x="78" y="0"/>
                      <a:pt x="80" y="0"/>
                    </a:cubicBez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9" name="Freeform 297"/>
              <p:cNvSpPr>
                <a:spLocks/>
              </p:cNvSpPr>
              <p:nvPr/>
            </p:nvSpPr>
            <p:spPr bwMode="auto">
              <a:xfrm flipH="1">
                <a:off x="8745437" y="4039423"/>
                <a:ext cx="438713" cy="995848"/>
              </a:xfrm>
              <a:custGeom>
                <a:avLst/>
                <a:gdLst>
                  <a:gd name="T0" fmla="*/ 69 w 69"/>
                  <a:gd name="T1" fmla="*/ 156 h 156"/>
                  <a:gd name="T2" fmla="*/ 0 w 69"/>
                  <a:gd name="T3" fmla="*/ 78 h 156"/>
                  <a:gd name="T4" fmla="*/ 0 w 69"/>
                  <a:gd name="T5" fmla="*/ 72 h 156"/>
                  <a:gd name="T6" fmla="*/ 0 w 69"/>
                  <a:gd name="T7" fmla="*/ 16 h 156"/>
                  <a:gd name="T8" fmla="*/ 12 w 69"/>
                  <a:gd name="T9" fmla="*/ 0 h 156"/>
                  <a:gd name="T10" fmla="*/ 69 w 69"/>
                  <a:gd name="T11" fmla="*/ 0 h 156"/>
                  <a:gd name="T12" fmla="*/ 69 w 69"/>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69" h="156">
                    <a:moveTo>
                      <a:pt x="69" y="156"/>
                    </a:moveTo>
                    <a:cubicBezTo>
                      <a:pt x="30" y="151"/>
                      <a:pt x="0" y="118"/>
                      <a:pt x="0" y="78"/>
                    </a:cubicBezTo>
                    <a:cubicBezTo>
                      <a:pt x="0" y="76"/>
                      <a:pt x="0" y="74"/>
                      <a:pt x="0" y="72"/>
                    </a:cubicBezTo>
                    <a:cubicBezTo>
                      <a:pt x="0" y="16"/>
                      <a:pt x="0" y="16"/>
                      <a:pt x="0" y="16"/>
                    </a:cubicBezTo>
                    <a:cubicBezTo>
                      <a:pt x="12" y="0"/>
                      <a:pt x="12" y="0"/>
                      <a:pt x="12" y="0"/>
                    </a:cubicBezTo>
                    <a:cubicBezTo>
                      <a:pt x="69" y="0"/>
                      <a:pt x="69" y="0"/>
                      <a:pt x="69" y="0"/>
                    </a:cubicBezTo>
                    <a:lnTo>
                      <a:pt x="69" y="156"/>
                    </a:ln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
          <p:nvSpPr>
            <p:cNvPr id="25" name="Freeform 24"/>
            <p:cNvSpPr/>
            <p:nvPr/>
          </p:nvSpPr>
          <p:spPr>
            <a:xfrm rot="1142545">
              <a:off x="3130169" y="1668893"/>
              <a:ext cx="722764" cy="562400"/>
            </a:xfrm>
            <a:custGeom>
              <a:avLst/>
              <a:gdLst>
                <a:gd name="connsiteX0" fmla="*/ 249439 w 722764"/>
                <a:gd name="connsiteY0" fmla="*/ 0 h 562400"/>
                <a:gd name="connsiteX1" fmla="*/ 267217 w 722764"/>
                <a:gd name="connsiteY1" fmla="*/ 70473 h 562400"/>
                <a:gd name="connsiteX2" fmla="*/ 497427 w 722764"/>
                <a:gd name="connsiteY2" fmla="*/ 35702 h 562400"/>
                <a:gd name="connsiteX3" fmla="*/ 705044 w 722764"/>
                <a:gd name="connsiteY3" fmla="*/ 276861 h 562400"/>
                <a:gd name="connsiteX4" fmla="*/ 722764 w 722764"/>
                <a:gd name="connsiteY4" fmla="*/ 328201 h 562400"/>
                <a:gd name="connsiteX5" fmla="*/ 699367 w 722764"/>
                <a:gd name="connsiteY5" fmla="*/ 336277 h 562400"/>
                <a:gd name="connsiteX6" fmla="*/ 681646 w 722764"/>
                <a:gd name="connsiteY6" fmla="*/ 284937 h 562400"/>
                <a:gd name="connsiteX7" fmla="*/ 645237 w 722764"/>
                <a:gd name="connsiteY7" fmla="*/ 224866 h 562400"/>
                <a:gd name="connsiteX8" fmla="*/ 640876 w 722764"/>
                <a:gd name="connsiteY8" fmla="*/ 231814 h 562400"/>
                <a:gd name="connsiteX9" fmla="*/ 430289 w 722764"/>
                <a:gd name="connsiteY9" fmla="*/ 276714 h 562400"/>
                <a:gd name="connsiteX10" fmla="*/ 268682 w 722764"/>
                <a:gd name="connsiteY10" fmla="*/ 255182 h 562400"/>
                <a:gd name="connsiteX11" fmla="*/ 254712 w 722764"/>
                <a:gd name="connsiteY11" fmla="*/ 248517 h 562400"/>
                <a:gd name="connsiteX12" fmla="*/ 242396 w 722764"/>
                <a:gd name="connsiteY12" fmla="*/ 252321 h 562400"/>
                <a:gd name="connsiteX13" fmla="*/ 241723 w 722764"/>
                <a:gd name="connsiteY13" fmla="*/ 253889 h 562400"/>
                <a:gd name="connsiteX14" fmla="*/ 167607 w 722764"/>
                <a:gd name="connsiteY14" fmla="*/ 338711 h 562400"/>
                <a:gd name="connsiteX15" fmla="*/ 73868 w 722764"/>
                <a:gd name="connsiteY15" fmla="*/ 401167 h 562400"/>
                <a:gd name="connsiteX16" fmla="*/ 44424 w 722764"/>
                <a:gd name="connsiteY16" fmla="*/ 409476 h 562400"/>
                <a:gd name="connsiteX17" fmla="*/ 44369 w 722764"/>
                <a:gd name="connsiteY17" fmla="*/ 455221 h 562400"/>
                <a:gd name="connsiteX18" fmla="*/ 49910 w 722764"/>
                <a:gd name="connsiteY18" fmla="*/ 502984 h 562400"/>
                <a:gd name="connsiteX19" fmla="*/ 67631 w 722764"/>
                <a:gd name="connsiteY19" fmla="*/ 554324 h 562400"/>
                <a:gd name="connsiteX20" fmla="*/ 44233 w 722764"/>
                <a:gd name="connsiteY20" fmla="*/ 562400 h 562400"/>
                <a:gd name="connsiteX21" fmla="*/ 24544 w 722764"/>
                <a:gd name="connsiteY21" fmla="*/ 505356 h 562400"/>
                <a:gd name="connsiteX22" fmla="*/ 82119 w 722764"/>
                <a:gd name="connsiteY22" fmla="*/ 179048 h 562400"/>
                <a:gd name="connsiteX23" fmla="*/ 136618 w 722764"/>
                <a:gd name="connsiteY23" fmla="*/ 128317 h 562400"/>
                <a:gd name="connsiteX24" fmla="*/ 249439 w 722764"/>
                <a:gd name="connsiteY24" fmla="*/ 0 h 5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2764" h="562400">
                  <a:moveTo>
                    <a:pt x="249439" y="0"/>
                  </a:moveTo>
                  <a:cubicBezTo>
                    <a:pt x="237913" y="61435"/>
                    <a:pt x="267217" y="70473"/>
                    <a:pt x="267217" y="70473"/>
                  </a:cubicBezTo>
                  <a:cubicBezTo>
                    <a:pt x="317835" y="27465"/>
                    <a:pt x="446637" y="21313"/>
                    <a:pt x="497427" y="35702"/>
                  </a:cubicBezTo>
                  <a:cubicBezTo>
                    <a:pt x="659529" y="69129"/>
                    <a:pt x="695142" y="229206"/>
                    <a:pt x="705044" y="276861"/>
                  </a:cubicBezTo>
                  <a:cubicBezTo>
                    <a:pt x="701163" y="284585"/>
                    <a:pt x="722764" y="328201"/>
                    <a:pt x="722764" y="328201"/>
                  </a:cubicBezTo>
                  <a:cubicBezTo>
                    <a:pt x="722764" y="328201"/>
                    <a:pt x="722764" y="328201"/>
                    <a:pt x="699367" y="336277"/>
                  </a:cubicBezTo>
                  <a:cubicBezTo>
                    <a:pt x="697398" y="330572"/>
                    <a:pt x="683615" y="290641"/>
                    <a:pt x="681646" y="284937"/>
                  </a:cubicBezTo>
                  <a:lnTo>
                    <a:pt x="645237" y="224866"/>
                  </a:lnTo>
                  <a:lnTo>
                    <a:pt x="640876" y="231814"/>
                  </a:lnTo>
                  <a:cubicBezTo>
                    <a:pt x="606180" y="258200"/>
                    <a:pt x="524956" y="276714"/>
                    <a:pt x="430289" y="276714"/>
                  </a:cubicBezTo>
                  <a:cubicBezTo>
                    <a:pt x="367178" y="276714"/>
                    <a:pt x="310041" y="268486"/>
                    <a:pt x="268682" y="255182"/>
                  </a:cubicBezTo>
                  <a:lnTo>
                    <a:pt x="254712" y="248517"/>
                  </a:lnTo>
                  <a:lnTo>
                    <a:pt x="242396" y="252321"/>
                  </a:lnTo>
                  <a:lnTo>
                    <a:pt x="241723" y="253889"/>
                  </a:lnTo>
                  <a:cubicBezTo>
                    <a:pt x="226306" y="279644"/>
                    <a:pt x="200383" y="309953"/>
                    <a:pt x="167607" y="338711"/>
                  </a:cubicBezTo>
                  <a:cubicBezTo>
                    <a:pt x="134831" y="367469"/>
                    <a:pt x="101409" y="389231"/>
                    <a:pt x="73868" y="401167"/>
                  </a:cubicBezTo>
                  <a:lnTo>
                    <a:pt x="44424" y="409476"/>
                  </a:lnTo>
                  <a:lnTo>
                    <a:pt x="44369" y="455221"/>
                  </a:lnTo>
                  <a:cubicBezTo>
                    <a:pt x="45680" y="475317"/>
                    <a:pt x="47927" y="492497"/>
                    <a:pt x="49910" y="502984"/>
                  </a:cubicBezTo>
                  <a:cubicBezTo>
                    <a:pt x="51879" y="508689"/>
                    <a:pt x="67631" y="554324"/>
                    <a:pt x="67631" y="554324"/>
                  </a:cubicBezTo>
                  <a:cubicBezTo>
                    <a:pt x="67631" y="554324"/>
                    <a:pt x="67631" y="554324"/>
                    <a:pt x="44233" y="562400"/>
                  </a:cubicBezTo>
                  <a:cubicBezTo>
                    <a:pt x="42264" y="556696"/>
                    <a:pt x="26512" y="511060"/>
                    <a:pt x="24544" y="505356"/>
                  </a:cubicBezTo>
                  <a:cubicBezTo>
                    <a:pt x="-54328" y="238912"/>
                    <a:pt x="82119" y="179048"/>
                    <a:pt x="82119" y="179048"/>
                  </a:cubicBezTo>
                  <a:cubicBezTo>
                    <a:pt x="66368" y="133413"/>
                    <a:pt x="136618" y="128317"/>
                    <a:pt x="136618" y="128317"/>
                  </a:cubicBezTo>
                  <a:cubicBezTo>
                    <a:pt x="118898" y="76977"/>
                    <a:pt x="249439" y="0"/>
                    <a:pt x="249439" y="0"/>
                  </a:cubicBezTo>
                  <a:close/>
                </a:path>
              </a:pathLst>
            </a:custGeom>
            <a:solidFill>
              <a:srgbClr val="725C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Freeform 25"/>
            <p:cNvSpPr>
              <a:spLocks/>
            </p:cNvSpPr>
            <p:nvPr/>
          </p:nvSpPr>
          <p:spPr bwMode="auto">
            <a:xfrm>
              <a:off x="3443363" y="2218042"/>
              <a:ext cx="65773" cy="98661"/>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nvGrpSpPr>
            <p:cNvPr id="27" name="Group 26"/>
            <p:cNvGrpSpPr/>
            <p:nvPr/>
          </p:nvGrpSpPr>
          <p:grpSpPr>
            <a:xfrm>
              <a:off x="3186152" y="2034312"/>
              <a:ext cx="562365" cy="194530"/>
              <a:chOff x="4085835" y="2438386"/>
              <a:chExt cx="746990" cy="258394"/>
            </a:xfrm>
          </p:grpSpPr>
          <p:sp>
            <p:nvSpPr>
              <p:cNvPr id="40" name="Freeform 39"/>
              <p:cNvSpPr>
                <a:spLocks/>
              </p:cNvSpPr>
              <p:nvPr/>
            </p:nvSpPr>
            <p:spPr bwMode="auto">
              <a:xfrm>
                <a:off x="4085835" y="2438386"/>
                <a:ext cx="202018" cy="93961"/>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1" name="Freeform 40"/>
              <p:cNvSpPr>
                <a:spLocks/>
              </p:cNvSpPr>
              <p:nvPr/>
            </p:nvSpPr>
            <p:spPr bwMode="auto">
              <a:xfrm>
                <a:off x="4118720" y="2508857"/>
                <a:ext cx="216111" cy="187923"/>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2" name="Oval 41"/>
              <p:cNvSpPr>
                <a:spLocks noChangeArrowheads="1"/>
              </p:cNvSpPr>
              <p:nvPr/>
            </p:nvSpPr>
            <p:spPr bwMode="auto">
              <a:xfrm>
                <a:off x="4175096" y="2532346"/>
                <a:ext cx="136245" cy="13154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3" name="Oval 42"/>
              <p:cNvSpPr>
                <a:spLocks noChangeArrowheads="1"/>
              </p:cNvSpPr>
              <p:nvPr/>
            </p:nvSpPr>
            <p:spPr bwMode="auto">
              <a:xfrm>
                <a:off x="4198589" y="2565234"/>
                <a:ext cx="32888" cy="328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4" name="Freeform 43"/>
              <p:cNvSpPr>
                <a:spLocks/>
              </p:cNvSpPr>
              <p:nvPr/>
            </p:nvSpPr>
            <p:spPr bwMode="auto">
              <a:xfrm>
                <a:off x="4635507" y="2438386"/>
                <a:ext cx="197318" cy="93961"/>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5" name="Freeform 44"/>
              <p:cNvSpPr>
                <a:spLocks/>
              </p:cNvSpPr>
              <p:nvPr/>
            </p:nvSpPr>
            <p:spPr bwMode="auto">
              <a:xfrm>
                <a:off x="4579130" y="2508857"/>
                <a:ext cx="220811" cy="187923"/>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6" name="Oval 45"/>
              <p:cNvSpPr>
                <a:spLocks noChangeArrowheads="1"/>
              </p:cNvSpPr>
              <p:nvPr/>
            </p:nvSpPr>
            <p:spPr bwMode="auto">
              <a:xfrm>
                <a:off x="4612018" y="2532346"/>
                <a:ext cx="131546" cy="13154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7" name="Oval 46"/>
              <p:cNvSpPr>
                <a:spLocks noChangeArrowheads="1"/>
              </p:cNvSpPr>
              <p:nvPr/>
            </p:nvSpPr>
            <p:spPr bwMode="auto">
              <a:xfrm>
                <a:off x="4691884" y="2565234"/>
                <a:ext cx="32888" cy="328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
          <p:nvSpPr>
            <p:cNvPr id="28" name="Freeform 101"/>
            <p:cNvSpPr>
              <a:spLocks/>
            </p:cNvSpPr>
            <p:nvPr/>
          </p:nvSpPr>
          <p:spPr bwMode="auto">
            <a:xfrm>
              <a:off x="3550534" y="5039543"/>
              <a:ext cx="408691" cy="149563"/>
            </a:xfrm>
            <a:custGeom>
              <a:avLst/>
              <a:gdLst>
                <a:gd name="T0" fmla="*/ 47 w 99"/>
                <a:gd name="T1" fmla="*/ 0 h 36"/>
                <a:gd name="T2" fmla="*/ 49 w 99"/>
                <a:gd name="T3" fmla="*/ 0 h 36"/>
                <a:gd name="T4" fmla="*/ 51 w 99"/>
                <a:gd name="T5" fmla="*/ 0 h 36"/>
                <a:gd name="T6" fmla="*/ 52 w 99"/>
                <a:gd name="T7" fmla="*/ 0 h 36"/>
                <a:gd name="T8" fmla="*/ 52 w 99"/>
                <a:gd name="T9" fmla="*/ 0 h 36"/>
                <a:gd name="T10" fmla="*/ 99 w 99"/>
                <a:gd name="T11" fmla="*/ 36 h 36"/>
                <a:gd name="T12" fmla="*/ 0 w 99"/>
                <a:gd name="T13" fmla="*/ 36 h 36"/>
                <a:gd name="T14" fmla="*/ 0 w 99"/>
                <a:gd name="T15" fmla="*/ 0 h 36"/>
                <a:gd name="T16" fmla="*/ 47 w 9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36">
                  <a:moveTo>
                    <a:pt x="47" y="0"/>
                  </a:moveTo>
                  <a:cubicBezTo>
                    <a:pt x="48" y="0"/>
                    <a:pt x="49" y="0"/>
                    <a:pt x="49" y="0"/>
                  </a:cubicBezTo>
                  <a:cubicBezTo>
                    <a:pt x="50" y="0"/>
                    <a:pt x="51" y="0"/>
                    <a:pt x="51" y="0"/>
                  </a:cubicBezTo>
                  <a:cubicBezTo>
                    <a:pt x="52" y="0"/>
                    <a:pt x="52" y="0"/>
                    <a:pt x="52" y="0"/>
                  </a:cubicBezTo>
                  <a:cubicBezTo>
                    <a:pt x="52" y="0"/>
                    <a:pt x="52" y="0"/>
                    <a:pt x="52" y="0"/>
                  </a:cubicBezTo>
                  <a:cubicBezTo>
                    <a:pt x="78" y="2"/>
                    <a:pt x="99" y="17"/>
                    <a:pt x="99" y="36"/>
                  </a:cubicBezTo>
                  <a:cubicBezTo>
                    <a:pt x="0" y="36"/>
                    <a:pt x="0" y="36"/>
                    <a:pt x="0" y="36"/>
                  </a:cubicBezTo>
                  <a:cubicBezTo>
                    <a:pt x="0" y="0"/>
                    <a:pt x="0" y="0"/>
                    <a:pt x="0" y="0"/>
                  </a:cubicBezTo>
                  <a:lnTo>
                    <a:pt x="47" y="0"/>
                  </a:lnTo>
                  <a:close/>
                </a:path>
              </a:pathLst>
            </a:custGeom>
            <a:solidFill>
              <a:srgbClr val="54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29" name="Freeform 102"/>
            <p:cNvSpPr>
              <a:spLocks/>
            </p:cNvSpPr>
            <p:nvPr/>
          </p:nvSpPr>
          <p:spPr bwMode="auto">
            <a:xfrm>
              <a:off x="3028332" y="5039543"/>
              <a:ext cx="406950" cy="149563"/>
            </a:xfrm>
            <a:custGeom>
              <a:avLst/>
              <a:gdLst>
                <a:gd name="T0" fmla="*/ 52 w 99"/>
                <a:gd name="T1" fmla="*/ 0 h 36"/>
                <a:gd name="T2" fmla="*/ 50 w 99"/>
                <a:gd name="T3" fmla="*/ 0 h 36"/>
                <a:gd name="T4" fmla="*/ 48 w 99"/>
                <a:gd name="T5" fmla="*/ 0 h 36"/>
                <a:gd name="T6" fmla="*/ 47 w 99"/>
                <a:gd name="T7" fmla="*/ 0 h 36"/>
                <a:gd name="T8" fmla="*/ 47 w 99"/>
                <a:gd name="T9" fmla="*/ 0 h 36"/>
                <a:gd name="T10" fmla="*/ 0 w 99"/>
                <a:gd name="T11" fmla="*/ 36 h 36"/>
                <a:gd name="T12" fmla="*/ 99 w 99"/>
                <a:gd name="T13" fmla="*/ 36 h 36"/>
                <a:gd name="T14" fmla="*/ 99 w 99"/>
                <a:gd name="T15" fmla="*/ 0 h 36"/>
                <a:gd name="T16" fmla="*/ 52 w 9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36">
                  <a:moveTo>
                    <a:pt x="52" y="0"/>
                  </a:moveTo>
                  <a:cubicBezTo>
                    <a:pt x="51" y="0"/>
                    <a:pt x="50" y="0"/>
                    <a:pt x="50" y="0"/>
                  </a:cubicBezTo>
                  <a:cubicBezTo>
                    <a:pt x="49" y="0"/>
                    <a:pt x="48" y="0"/>
                    <a:pt x="48" y="0"/>
                  </a:cubicBezTo>
                  <a:cubicBezTo>
                    <a:pt x="47" y="0"/>
                    <a:pt x="47" y="0"/>
                    <a:pt x="47" y="0"/>
                  </a:cubicBezTo>
                  <a:cubicBezTo>
                    <a:pt x="47" y="0"/>
                    <a:pt x="47" y="0"/>
                    <a:pt x="47" y="0"/>
                  </a:cubicBezTo>
                  <a:cubicBezTo>
                    <a:pt x="21" y="2"/>
                    <a:pt x="0" y="17"/>
                    <a:pt x="0" y="36"/>
                  </a:cubicBezTo>
                  <a:cubicBezTo>
                    <a:pt x="99" y="36"/>
                    <a:pt x="99" y="36"/>
                    <a:pt x="99" y="36"/>
                  </a:cubicBezTo>
                  <a:cubicBezTo>
                    <a:pt x="99" y="0"/>
                    <a:pt x="99" y="0"/>
                    <a:pt x="99" y="0"/>
                  </a:cubicBezTo>
                  <a:lnTo>
                    <a:pt x="52" y="0"/>
                  </a:lnTo>
                  <a:close/>
                </a:path>
              </a:pathLst>
            </a:custGeom>
            <a:solidFill>
              <a:srgbClr val="54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30" name="Freeform 29"/>
            <p:cNvSpPr>
              <a:spLocks/>
            </p:cNvSpPr>
            <p:nvPr/>
          </p:nvSpPr>
          <p:spPr bwMode="auto">
            <a:xfrm>
              <a:off x="3556073" y="3515927"/>
              <a:ext cx="180000" cy="9396"/>
            </a:xfrm>
            <a:custGeom>
              <a:avLst/>
              <a:gdLst>
                <a:gd name="T0" fmla="*/ 23 w 23"/>
                <a:gd name="T1" fmla="*/ 0 h 1"/>
                <a:gd name="T2" fmla="*/ 0 w 23"/>
                <a:gd name="T3" fmla="*/ 0 h 1"/>
                <a:gd name="T4" fmla="*/ 11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cubicBezTo>
                    <a:pt x="0" y="0"/>
                    <a:pt x="0" y="0"/>
                    <a:pt x="0" y="0"/>
                  </a:cubicBezTo>
                  <a:cubicBezTo>
                    <a:pt x="0" y="0"/>
                    <a:pt x="4" y="1"/>
                    <a:pt x="11" y="1"/>
                  </a:cubicBezTo>
                  <a:cubicBezTo>
                    <a:pt x="14" y="1"/>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nvGrpSpPr>
            <p:cNvPr id="31" name="Group 30"/>
            <p:cNvGrpSpPr/>
            <p:nvPr/>
          </p:nvGrpSpPr>
          <p:grpSpPr>
            <a:xfrm>
              <a:off x="3300800" y="2725954"/>
              <a:ext cx="509011" cy="711962"/>
              <a:chOff x="3297073" y="2751109"/>
              <a:chExt cx="509011" cy="711962"/>
            </a:xfrm>
          </p:grpSpPr>
          <p:sp>
            <p:nvSpPr>
              <p:cNvPr id="36" name="Freeform 35"/>
              <p:cNvSpPr>
                <a:spLocks/>
              </p:cNvSpPr>
              <p:nvPr/>
            </p:nvSpPr>
            <p:spPr bwMode="auto">
              <a:xfrm flipH="1">
                <a:off x="3297073" y="2751109"/>
                <a:ext cx="498735" cy="711962"/>
              </a:xfrm>
              <a:custGeom>
                <a:avLst/>
                <a:gdLst>
                  <a:gd name="connsiteX0" fmla="*/ 1498959 w 3279375"/>
                  <a:gd name="connsiteY0" fmla="*/ 0 h 4681430"/>
                  <a:gd name="connsiteX1" fmla="*/ 1470705 w 3279375"/>
                  <a:gd name="connsiteY1" fmla="*/ 0 h 4681430"/>
                  <a:gd name="connsiteX2" fmla="*/ 1218988 w 3279375"/>
                  <a:gd name="connsiteY2" fmla="*/ 225522 h 4681430"/>
                  <a:gd name="connsiteX3" fmla="*/ 1218988 w 3279375"/>
                  <a:gd name="connsiteY3" fmla="*/ 2125253 h 4681430"/>
                  <a:gd name="connsiteX4" fmla="*/ 1218988 w 3279375"/>
                  <a:gd name="connsiteY4" fmla="*/ 2128596 h 4681430"/>
                  <a:gd name="connsiteX5" fmla="*/ 1191662 w 3279375"/>
                  <a:gd name="connsiteY5" fmla="*/ 2128596 h 4681430"/>
                  <a:gd name="connsiteX6" fmla="*/ 1133770 w 3279375"/>
                  <a:gd name="connsiteY6" fmla="*/ 2128596 h 4681430"/>
                  <a:gd name="connsiteX7" fmla="*/ 1133770 w 3279375"/>
                  <a:gd name="connsiteY7" fmla="*/ 1853157 h 4681430"/>
                  <a:gd name="connsiteX8" fmla="*/ 1133770 w 3279375"/>
                  <a:gd name="connsiteY8" fmla="*/ 520472 h 4681430"/>
                  <a:gd name="connsiteX9" fmla="*/ 882054 w 3279375"/>
                  <a:gd name="connsiteY9" fmla="*/ 292704 h 4681430"/>
                  <a:gd name="connsiteX10" fmla="*/ 853800 w 3279375"/>
                  <a:gd name="connsiteY10" fmla="*/ 292704 h 4681430"/>
                  <a:gd name="connsiteX11" fmla="*/ 602083 w 3279375"/>
                  <a:gd name="connsiteY11" fmla="*/ 520472 h 4681430"/>
                  <a:gd name="connsiteX12" fmla="*/ 602083 w 3279375"/>
                  <a:gd name="connsiteY12" fmla="*/ 2112586 h 4681430"/>
                  <a:gd name="connsiteX13" fmla="*/ 602083 w 3279375"/>
                  <a:gd name="connsiteY13" fmla="*/ 2128596 h 4681430"/>
                  <a:gd name="connsiteX14" fmla="*/ 531688 w 3279375"/>
                  <a:gd name="connsiteY14" fmla="*/ 2128596 h 4681430"/>
                  <a:gd name="connsiteX15" fmla="*/ 531688 w 3279375"/>
                  <a:gd name="connsiteY15" fmla="*/ 1930726 h 4681430"/>
                  <a:gd name="connsiteX16" fmla="*/ 531688 w 3279375"/>
                  <a:gd name="connsiteY16" fmla="*/ 961139 h 4681430"/>
                  <a:gd name="connsiteX17" fmla="*/ 279972 w 3279375"/>
                  <a:gd name="connsiteY17" fmla="*/ 735467 h 4681430"/>
                  <a:gd name="connsiteX18" fmla="*/ 251718 w 3279375"/>
                  <a:gd name="connsiteY18" fmla="*/ 735467 h 4681430"/>
                  <a:gd name="connsiteX19" fmla="*/ 1 w 3279375"/>
                  <a:gd name="connsiteY19" fmla="*/ 961139 h 4681430"/>
                  <a:gd name="connsiteX20" fmla="*/ 1 w 3279375"/>
                  <a:gd name="connsiteY20" fmla="*/ 2119473 h 4681430"/>
                  <a:gd name="connsiteX21" fmla="*/ 1 w 3279375"/>
                  <a:gd name="connsiteY21" fmla="*/ 2128596 h 4681430"/>
                  <a:gd name="connsiteX22" fmla="*/ 0 w 3279375"/>
                  <a:gd name="connsiteY22" fmla="*/ 2128596 h 4681430"/>
                  <a:gd name="connsiteX23" fmla="*/ 0 w 3279375"/>
                  <a:gd name="connsiteY23" fmla="*/ 3726992 h 4681430"/>
                  <a:gd name="connsiteX24" fmla="*/ 1194964 w 3279375"/>
                  <a:gd name="connsiteY24" fmla="*/ 4681430 h 4681430"/>
                  <a:gd name="connsiteX25" fmla="*/ 2353951 w 3279375"/>
                  <a:gd name="connsiteY25" fmla="*/ 4157064 h 4681430"/>
                  <a:gd name="connsiteX26" fmla="*/ 2382138 w 3279375"/>
                  <a:gd name="connsiteY26" fmla="*/ 4114373 h 4681430"/>
                  <a:gd name="connsiteX27" fmla="*/ 2389734 w 3279375"/>
                  <a:gd name="connsiteY27" fmla="*/ 4103000 h 4681430"/>
                  <a:gd name="connsiteX28" fmla="*/ 2389821 w 3279375"/>
                  <a:gd name="connsiteY28" fmla="*/ 4109426 h 4681430"/>
                  <a:gd name="connsiteX29" fmla="*/ 2390291 w 3279375"/>
                  <a:gd name="connsiteY29" fmla="*/ 4144186 h 4681430"/>
                  <a:gd name="connsiteX30" fmla="*/ 3223017 w 3279375"/>
                  <a:gd name="connsiteY30" fmla="*/ 2816463 h 4681430"/>
                  <a:gd name="connsiteX31" fmla="*/ 2966003 w 3279375"/>
                  <a:gd name="connsiteY31" fmla="*/ 2441387 h 4681430"/>
                  <a:gd name="connsiteX32" fmla="*/ 2457547 w 3279375"/>
                  <a:gd name="connsiteY32" fmla="*/ 2920021 h 4681430"/>
                  <a:gd name="connsiteX33" fmla="*/ 2390559 w 3279375"/>
                  <a:gd name="connsiteY33" fmla="*/ 2987787 h 4681430"/>
                  <a:gd name="connsiteX34" fmla="*/ 2389928 w 3279375"/>
                  <a:gd name="connsiteY34" fmla="*/ 2931244 h 4681430"/>
                  <a:gd name="connsiteX35" fmla="*/ 2389928 w 3279375"/>
                  <a:gd name="connsiteY35" fmla="*/ 2393079 h 4681430"/>
                  <a:gd name="connsiteX36" fmla="*/ 2389928 w 3279375"/>
                  <a:gd name="connsiteY36" fmla="*/ 2128596 h 4681430"/>
                  <a:gd name="connsiteX37" fmla="*/ 2389809 w 3279375"/>
                  <a:gd name="connsiteY37" fmla="*/ 2128596 h 4681430"/>
                  <a:gd name="connsiteX38" fmla="*/ 2389809 w 3279375"/>
                  <a:gd name="connsiteY38" fmla="*/ 1884715 h 4681430"/>
                  <a:gd name="connsiteX39" fmla="*/ 2389809 w 3279375"/>
                  <a:gd name="connsiteY39" fmla="*/ 699751 h 4681430"/>
                  <a:gd name="connsiteX40" fmla="*/ 2138093 w 3279375"/>
                  <a:gd name="connsiteY40" fmla="*/ 474256 h 4681430"/>
                  <a:gd name="connsiteX41" fmla="*/ 2109839 w 3279375"/>
                  <a:gd name="connsiteY41" fmla="*/ 474256 h 4681430"/>
                  <a:gd name="connsiteX42" fmla="*/ 1858122 w 3279375"/>
                  <a:gd name="connsiteY42" fmla="*/ 699751 h 4681430"/>
                  <a:gd name="connsiteX43" fmla="*/ 1858122 w 3279375"/>
                  <a:gd name="connsiteY43" fmla="*/ 2115389 h 4681430"/>
                  <a:gd name="connsiteX44" fmla="*/ 1858122 w 3279375"/>
                  <a:gd name="connsiteY44" fmla="*/ 2128596 h 4681430"/>
                  <a:gd name="connsiteX45" fmla="*/ 1778807 w 3279375"/>
                  <a:gd name="connsiteY45" fmla="*/ 2128596 h 4681430"/>
                  <a:gd name="connsiteX46" fmla="*/ 1750675 w 3279375"/>
                  <a:gd name="connsiteY46" fmla="*/ 2128596 h 4681430"/>
                  <a:gd name="connsiteX47" fmla="*/ 1750675 w 3279375"/>
                  <a:gd name="connsiteY47" fmla="*/ 1964122 h 4681430"/>
                  <a:gd name="connsiteX48" fmla="*/ 1750675 w 3279375"/>
                  <a:gd name="connsiteY48" fmla="*/ 225522 h 4681430"/>
                  <a:gd name="connsiteX49" fmla="*/ 1498959 w 3279375"/>
                  <a:gd name="connsiteY49" fmla="*/ 0 h 4681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279375" h="4681430">
                    <a:moveTo>
                      <a:pt x="1498959" y="0"/>
                    </a:moveTo>
                    <a:cubicBezTo>
                      <a:pt x="1470705" y="0"/>
                      <a:pt x="1470705" y="0"/>
                      <a:pt x="1470705" y="0"/>
                    </a:cubicBezTo>
                    <a:cubicBezTo>
                      <a:pt x="1332004" y="0"/>
                      <a:pt x="1218988" y="101255"/>
                      <a:pt x="1218988" y="225522"/>
                    </a:cubicBezTo>
                    <a:cubicBezTo>
                      <a:pt x="1218988" y="1779296"/>
                      <a:pt x="1218988" y="2070628"/>
                      <a:pt x="1218988" y="2125253"/>
                    </a:cubicBezTo>
                    <a:lnTo>
                      <a:pt x="1218988" y="2128596"/>
                    </a:lnTo>
                    <a:lnTo>
                      <a:pt x="1191662" y="2128596"/>
                    </a:lnTo>
                    <a:lnTo>
                      <a:pt x="1133770" y="2128596"/>
                    </a:lnTo>
                    <a:lnTo>
                      <a:pt x="1133770" y="1853157"/>
                    </a:lnTo>
                    <a:cubicBezTo>
                      <a:pt x="1133770" y="520472"/>
                      <a:pt x="1133770" y="520472"/>
                      <a:pt x="1133770" y="520472"/>
                    </a:cubicBezTo>
                    <a:cubicBezTo>
                      <a:pt x="1133770" y="393934"/>
                      <a:pt x="1020755" y="292704"/>
                      <a:pt x="882054" y="292704"/>
                    </a:cubicBezTo>
                    <a:cubicBezTo>
                      <a:pt x="853800" y="292704"/>
                      <a:pt x="853800" y="292704"/>
                      <a:pt x="853800" y="292704"/>
                    </a:cubicBezTo>
                    <a:cubicBezTo>
                      <a:pt x="715099" y="292704"/>
                      <a:pt x="602083" y="393934"/>
                      <a:pt x="602083" y="520472"/>
                    </a:cubicBezTo>
                    <a:cubicBezTo>
                      <a:pt x="602083" y="1733512"/>
                      <a:pt x="602083" y="2036771"/>
                      <a:pt x="602083" y="2112586"/>
                    </a:cubicBezTo>
                    <a:lnTo>
                      <a:pt x="602083" y="2128596"/>
                    </a:lnTo>
                    <a:lnTo>
                      <a:pt x="531688" y="2128596"/>
                    </a:lnTo>
                    <a:lnTo>
                      <a:pt x="531688" y="1930726"/>
                    </a:lnTo>
                    <a:cubicBezTo>
                      <a:pt x="531688" y="961139"/>
                      <a:pt x="531688" y="961139"/>
                      <a:pt x="531688" y="961139"/>
                    </a:cubicBezTo>
                    <a:cubicBezTo>
                      <a:pt x="531688" y="834486"/>
                      <a:pt x="418673" y="735467"/>
                      <a:pt x="279972" y="735467"/>
                    </a:cubicBezTo>
                    <a:cubicBezTo>
                      <a:pt x="251718" y="735467"/>
                      <a:pt x="251718" y="735467"/>
                      <a:pt x="251718" y="735467"/>
                    </a:cubicBezTo>
                    <a:cubicBezTo>
                      <a:pt x="113017" y="735467"/>
                      <a:pt x="1" y="834486"/>
                      <a:pt x="1" y="961139"/>
                    </a:cubicBezTo>
                    <a:cubicBezTo>
                      <a:pt x="1" y="1843679"/>
                      <a:pt x="1" y="2064314"/>
                      <a:pt x="1" y="2119473"/>
                    </a:cubicBezTo>
                    <a:lnTo>
                      <a:pt x="1" y="2128596"/>
                    </a:lnTo>
                    <a:lnTo>
                      <a:pt x="0" y="2128596"/>
                    </a:lnTo>
                    <a:cubicBezTo>
                      <a:pt x="0" y="3726992"/>
                      <a:pt x="0" y="3726992"/>
                      <a:pt x="0" y="3726992"/>
                    </a:cubicBezTo>
                    <a:cubicBezTo>
                      <a:pt x="0" y="3726992"/>
                      <a:pt x="0" y="4681430"/>
                      <a:pt x="1194964" y="4681430"/>
                    </a:cubicBezTo>
                    <a:cubicBezTo>
                      <a:pt x="1940210" y="4681430"/>
                      <a:pt x="2256298" y="4370950"/>
                      <a:pt x="2353951" y="4157064"/>
                    </a:cubicBezTo>
                    <a:cubicBezTo>
                      <a:pt x="2353951" y="4157064"/>
                      <a:pt x="2364069" y="4141540"/>
                      <a:pt x="2382138" y="4114373"/>
                    </a:cubicBezTo>
                    <a:lnTo>
                      <a:pt x="2389734" y="4103000"/>
                    </a:lnTo>
                    <a:lnTo>
                      <a:pt x="2389821" y="4109426"/>
                    </a:lnTo>
                    <a:cubicBezTo>
                      <a:pt x="2390291" y="4144186"/>
                      <a:pt x="2390291" y="4144186"/>
                      <a:pt x="2390291" y="4144186"/>
                    </a:cubicBezTo>
                    <a:cubicBezTo>
                      <a:pt x="2570201" y="3858852"/>
                      <a:pt x="3094510" y="3035066"/>
                      <a:pt x="3223017" y="2816463"/>
                    </a:cubicBezTo>
                    <a:cubicBezTo>
                      <a:pt x="3377225" y="2549538"/>
                      <a:pt x="3189605" y="2395365"/>
                      <a:pt x="2966003" y="2441387"/>
                    </a:cubicBezTo>
                    <a:cubicBezTo>
                      <a:pt x="2813079" y="2471588"/>
                      <a:pt x="2669995" y="2693823"/>
                      <a:pt x="2457547" y="2920021"/>
                    </a:cubicBezTo>
                    <a:lnTo>
                      <a:pt x="2390559" y="2987787"/>
                    </a:lnTo>
                    <a:lnTo>
                      <a:pt x="2389928" y="2931244"/>
                    </a:lnTo>
                    <a:cubicBezTo>
                      <a:pt x="2389928" y="2393079"/>
                      <a:pt x="2389928" y="2393079"/>
                      <a:pt x="2389928" y="2393079"/>
                    </a:cubicBezTo>
                    <a:cubicBezTo>
                      <a:pt x="2389928" y="2128596"/>
                      <a:pt x="2389928" y="2128596"/>
                      <a:pt x="2389928" y="2128596"/>
                    </a:cubicBezTo>
                    <a:lnTo>
                      <a:pt x="2389809" y="2128596"/>
                    </a:lnTo>
                    <a:lnTo>
                      <a:pt x="2389809" y="1884715"/>
                    </a:lnTo>
                    <a:cubicBezTo>
                      <a:pt x="2389809" y="699751"/>
                      <a:pt x="2389809" y="699751"/>
                      <a:pt x="2389809" y="699751"/>
                    </a:cubicBezTo>
                    <a:cubicBezTo>
                      <a:pt x="2389809" y="575499"/>
                      <a:pt x="2276793" y="474256"/>
                      <a:pt x="2138093" y="474256"/>
                    </a:cubicBezTo>
                    <a:cubicBezTo>
                      <a:pt x="2109839" y="474256"/>
                      <a:pt x="2109839" y="474256"/>
                      <a:pt x="2109839" y="474256"/>
                    </a:cubicBezTo>
                    <a:cubicBezTo>
                      <a:pt x="1971138" y="474256"/>
                      <a:pt x="1858122" y="575499"/>
                      <a:pt x="1858122" y="699751"/>
                    </a:cubicBezTo>
                    <a:cubicBezTo>
                      <a:pt x="1858122" y="1778332"/>
                      <a:pt x="1858122" y="2047977"/>
                      <a:pt x="1858122" y="2115389"/>
                    </a:cubicBezTo>
                    <a:lnTo>
                      <a:pt x="1858122" y="2128596"/>
                    </a:lnTo>
                    <a:lnTo>
                      <a:pt x="1778807" y="2128596"/>
                    </a:lnTo>
                    <a:lnTo>
                      <a:pt x="1750675" y="2128596"/>
                    </a:lnTo>
                    <a:lnTo>
                      <a:pt x="1750675" y="1964122"/>
                    </a:lnTo>
                    <a:cubicBezTo>
                      <a:pt x="1750675" y="225522"/>
                      <a:pt x="1750675" y="225522"/>
                      <a:pt x="1750675" y="225522"/>
                    </a:cubicBezTo>
                    <a:cubicBezTo>
                      <a:pt x="1750675" y="101255"/>
                      <a:pt x="1637660" y="0"/>
                      <a:pt x="1498959" y="0"/>
                    </a:cubicBezTo>
                    <a:close/>
                  </a:path>
                </a:pathLst>
              </a:custGeom>
              <a:solidFill>
                <a:srgbClr val="FFDCB8"/>
              </a:solidFill>
              <a:ln>
                <a:noFill/>
              </a:ln>
            </p:spPr>
            <p:txBody>
              <a:bodyPr vert="horz" wrap="square" lIns="121920" tIns="60960" rIns="121920" bIns="60960" numCol="1" anchor="t" anchorCtr="0" compatLnSpc="1">
                <a:prstTxWarp prst="textNoShape">
                  <a:avLst/>
                </a:prstTxWarp>
                <a:noAutofit/>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37" name="Freeform 124"/>
              <p:cNvSpPr>
                <a:spLocks/>
              </p:cNvSpPr>
              <p:nvPr/>
            </p:nvSpPr>
            <p:spPr bwMode="auto">
              <a:xfrm rot="21102715" flipH="1">
                <a:off x="3603535" y="3130551"/>
                <a:ext cx="202549" cy="64170"/>
              </a:xfrm>
              <a:custGeom>
                <a:avLst/>
                <a:gdLst>
                  <a:gd name="T0" fmla="*/ 0 w 743"/>
                  <a:gd name="T1" fmla="*/ 115 h 235"/>
                  <a:gd name="T2" fmla="*/ 289 w 743"/>
                  <a:gd name="T3" fmla="*/ 105 h 235"/>
                  <a:gd name="T4" fmla="*/ 708 w 743"/>
                  <a:gd name="T5" fmla="*/ 22 h 235"/>
                  <a:gd name="T6" fmla="*/ 508 w 743"/>
                  <a:gd name="T7" fmla="*/ 65 h 235"/>
                  <a:gd name="T8" fmla="*/ 0 w 743"/>
                  <a:gd name="T9" fmla="*/ 115 h 235"/>
                </a:gdLst>
                <a:ahLst/>
                <a:cxnLst>
                  <a:cxn ang="0">
                    <a:pos x="T0" y="T1"/>
                  </a:cxn>
                  <a:cxn ang="0">
                    <a:pos x="T2" y="T3"/>
                  </a:cxn>
                  <a:cxn ang="0">
                    <a:pos x="T4" y="T5"/>
                  </a:cxn>
                  <a:cxn ang="0">
                    <a:pos x="T6" y="T7"/>
                  </a:cxn>
                  <a:cxn ang="0">
                    <a:pos x="T8" y="T9"/>
                  </a:cxn>
                </a:cxnLst>
                <a:rect l="0" t="0" r="r" b="b"/>
                <a:pathLst>
                  <a:path w="743" h="235">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8" name="Freeform 124"/>
              <p:cNvSpPr>
                <a:spLocks/>
              </p:cNvSpPr>
              <p:nvPr/>
            </p:nvSpPr>
            <p:spPr bwMode="auto">
              <a:xfrm rot="11290532" flipH="1">
                <a:off x="3456250" y="3159521"/>
                <a:ext cx="202549" cy="64170"/>
              </a:xfrm>
              <a:custGeom>
                <a:avLst/>
                <a:gdLst>
                  <a:gd name="T0" fmla="*/ 0 w 743"/>
                  <a:gd name="T1" fmla="*/ 115 h 235"/>
                  <a:gd name="T2" fmla="*/ 289 w 743"/>
                  <a:gd name="T3" fmla="*/ 105 h 235"/>
                  <a:gd name="T4" fmla="*/ 708 w 743"/>
                  <a:gd name="T5" fmla="*/ 22 h 235"/>
                  <a:gd name="T6" fmla="*/ 508 w 743"/>
                  <a:gd name="T7" fmla="*/ 65 h 235"/>
                  <a:gd name="T8" fmla="*/ 0 w 743"/>
                  <a:gd name="T9" fmla="*/ 115 h 235"/>
                </a:gdLst>
                <a:ahLst/>
                <a:cxnLst>
                  <a:cxn ang="0">
                    <a:pos x="T0" y="T1"/>
                  </a:cxn>
                  <a:cxn ang="0">
                    <a:pos x="T2" y="T3"/>
                  </a:cxn>
                  <a:cxn ang="0">
                    <a:pos x="T4" y="T5"/>
                  </a:cxn>
                  <a:cxn ang="0">
                    <a:pos x="T6" y="T7"/>
                  </a:cxn>
                  <a:cxn ang="0">
                    <a:pos x="T8" y="T9"/>
                  </a:cxn>
                </a:cxnLst>
                <a:rect l="0" t="0" r="r" b="b"/>
                <a:pathLst>
                  <a:path w="743" h="235">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9" name="Freeform 124"/>
              <p:cNvSpPr>
                <a:spLocks/>
              </p:cNvSpPr>
              <p:nvPr/>
            </p:nvSpPr>
            <p:spPr bwMode="auto">
              <a:xfrm rot="13336286" flipH="1">
                <a:off x="3428016" y="3223214"/>
                <a:ext cx="250276" cy="64170"/>
              </a:xfrm>
              <a:custGeom>
                <a:avLst/>
                <a:gdLst>
                  <a:gd name="T0" fmla="*/ 0 w 743"/>
                  <a:gd name="T1" fmla="*/ 115 h 235"/>
                  <a:gd name="T2" fmla="*/ 289 w 743"/>
                  <a:gd name="T3" fmla="*/ 105 h 235"/>
                  <a:gd name="T4" fmla="*/ 708 w 743"/>
                  <a:gd name="T5" fmla="*/ 22 h 235"/>
                  <a:gd name="T6" fmla="*/ 508 w 743"/>
                  <a:gd name="T7" fmla="*/ 65 h 235"/>
                  <a:gd name="T8" fmla="*/ 0 w 743"/>
                  <a:gd name="T9" fmla="*/ 115 h 235"/>
                </a:gdLst>
                <a:ahLst/>
                <a:cxnLst>
                  <a:cxn ang="0">
                    <a:pos x="T0" y="T1"/>
                  </a:cxn>
                  <a:cxn ang="0">
                    <a:pos x="T2" y="T3"/>
                  </a:cxn>
                  <a:cxn ang="0">
                    <a:pos x="T4" y="T5"/>
                  </a:cxn>
                  <a:cxn ang="0">
                    <a:pos x="T6" y="T7"/>
                  </a:cxn>
                  <a:cxn ang="0">
                    <a:pos x="T8" y="T9"/>
                  </a:cxn>
                </a:cxnLst>
                <a:rect l="0" t="0" r="r" b="b"/>
                <a:pathLst>
                  <a:path w="743" h="235">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32" name="Group 31"/>
            <p:cNvGrpSpPr/>
            <p:nvPr/>
          </p:nvGrpSpPr>
          <p:grpSpPr>
            <a:xfrm>
              <a:off x="3362253" y="2389311"/>
              <a:ext cx="247414" cy="100543"/>
              <a:chOff x="5833696" y="2651325"/>
              <a:chExt cx="247414" cy="100543"/>
            </a:xfrm>
          </p:grpSpPr>
          <p:sp>
            <p:nvSpPr>
              <p:cNvPr id="33" name="Freeform 32"/>
              <p:cNvSpPr>
                <a:spLocks/>
              </p:cNvSpPr>
              <p:nvPr/>
            </p:nvSpPr>
            <p:spPr bwMode="auto">
              <a:xfrm>
                <a:off x="5833696" y="2651325"/>
                <a:ext cx="247414" cy="100543"/>
              </a:xfrm>
              <a:custGeom>
                <a:avLst/>
                <a:gdLst>
                  <a:gd name="T0" fmla="*/ 0 w 106"/>
                  <a:gd name="T1" fmla="*/ 2 h 43"/>
                  <a:gd name="T2" fmla="*/ 54 w 106"/>
                  <a:gd name="T3" fmla="*/ 42 h 43"/>
                  <a:gd name="T4" fmla="*/ 106 w 106"/>
                  <a:gd name="T5" fmla="*/ 0 h 43"/>
                  <a:gd name="T6" fmla="*/ 0 w 106"/>
                  <a:gd name="T7" fmla="*/ 2 h 43"/>
                </a:gdLst>
                <a:ahLst/>
                <a:cxnLst>
                  <a:cxn ang="0">
                    <a:pos x="T0" y="T1"/>
                  </a:cxn>
                  <a:cxn ang="0">
                    <a:pos x="T2" y="T3"/>
                  </a:cxn>
                  <a:cxn ang="0">
                    <a:pos x="T4" y="T5"/>
                  </a:cxn>
                  <a:cxn ang="0">
                    <a:pos x="T6" y="T7"/>
                  </a:cxn>
                </a:cxnLst>
                <a:rect l="0" t="0" r="r" b="b"/>
                <a:pathLst>
                  <a:path w="106" h="43">
                    <a:moveTo>
                      <a:pt x="0" y="2"/>
                    </a:moveTo>
                    <a:cubicBezTo>
                      <a:pt x="1" y="25"/>
                      <a:pt x="25" y="43"/>
                      <a:pt x="54" y="42"/>
                    </a:cubicBezTo>
                    <a:cubicBezTo>
                      <a:pt x="83" y="41"/>
                      <a:pt x="106" y="23"/>
                      <a:pt x="106" y="0"/>
                    </a:cubicBezTo>
                    <a:lnTo>
                      <a:pt x="0" y="2"/>
                    </a:lnTo>
                    <a:close/>
                  </a:path>
                </a:pathLst>
              </a:custGeom>
              <a:solidFill>
                <a:srgbClr val="DDAA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34" name="Freeform 33"/>
              <p:cNvSpPr>
                <a:spLocks/>
              </p:cNvSpPr>
              <p:nvPr/>
            </p:nvSpPr>
            <p:spPr bwMode="auto">
              <a:xfrm>
                <a:off x="5896782" y="2714411"/>
                <a:ext cx="123214" cy="34500"/>
              </a:xfrm>
              <a:custGeom>
                <a:avLst/>
                <a:gdLst>
                  <a:gd name="T0" fmla="*/ 0 w 53"/>
                  <a:gd name="T1" fmla="*/ 10 h 15"/>
                  <a:gd name="T2" fmla="*/ 27 w 53"/>
                  <a:gd name="T3" fmla="*/ 15 h 15"/>
                  <a:gd name="T4" fmla="*/ 53 w 53"/>
                  <a:gd name="T5" fmla="*/ 9 h 15"/>
                  <a:gd name="T6" fmla="*/ 27 w 53"/>
                  <a:gd name="T7" fmla="*/ 0 h 15"/>
                  <a:gd name="T8" fmla="*/ 0 w 53"/>
                  <a:gd name="T9" fmla="*/ 10 h 15"/>
                </a:gdLst>
                <a:ahLst/>
                <a:cxnLst>
                  <a:cxn ang="0">
                    <a:pos x="T0" y="T1"/>
                  </a:cxn>
                  <a:cxn ang="0">
                    <a:pos x="T2" y="T3"/>
                  </a:cxn>
                  <a:cxn ang="0">
                    <a:pos x="T4" y="T5"/>
                  </a:cxn>
                  <a:cxn ang="0">
                    <a:pos x="T6" y="T7"/>
                  </a:cxn>
                  <a:cxn ang="0">
                    <a:pos x="T8" y="T9"/>
                  </a:cxn>
                </a:cxnLst>
                <a:rect l="0" t="0" r="r" b="b"/>
                <a:pathLst>
                  <a:path w="53" h="15">
                    <a:moveTo>
                      <a:pt x="0" y="10"/>
                    </a:moveTo>
                    <a:cubicBezTo>
                      <a:pt x="8" y="13"/>
                      <a:pt x="17" y="15"/>
                      <a:pt x="27" y="15"/>
                    </a:cubicBezTo>
                    <a:cubicBezTo>
                      <a:pt x="36" y="15"/>
                      <a:pt x="45" y="13"/>
                      <a:pt x="53" y="9"/>
                    </a:cubicBezTo>
                    <a:cubicBezTo>
                      <a:pt x="48" y="4"/>
                      <a:pt x="38" y="0"/>
                      <a:pt x="27" y="0"/>
                    </a:cubicBezTo>
                    <a:cubicBezTo>
                      <a:pt x="15" y="1"/>
                      <a:pt x="5" y="5"/>
                      <a:pt x="0" y="10"/>
                    </a:cubicBezTo>
                    <a:close/>
                  </a:path>
                </a:pathLst>
              </a:custGeom>
              <a:solidFill>
                <a:srgbClr val="F2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35" name="Freeform 34"/>
              <p:cNvSpPr>
                <a:spLocks/>
              </p:cNvSpPr>
              <p:nvPr/>
            </p:nvSpPr>
            <p:spPr bwMode="auto">
              <a:xfrm>
                <a:off x="5840596" y="2651325"/>
                <a:ext cx="233614" cy="39429"/>
              </a:xfrm>
              <a:custGeom>
                <a:avLst/>
                <a:gdLst>
                  <a:gd name="T0" fmla="*/ 50 w 100"/>
                  <a:gd name="T1" fmla="*/ 17 h 17"/>
                  <a:gd name="T2" fmla="*/ 100 w 100"/>
                  <a:gd name="T3" fmla="*/ 0 h 17"/>
                  <a:gd name="T4" fmla="*/ 0 w 100"/>
                  <a:gd name="T5" fmla="*/ 2 h 17"/>
                  <a:gd name="T6" fmla="*/ 50 w 100"/>
                  <a:gd name="T7" fmla="*/ 17 h 17"/>
                </a:gdLst>
                <a:ahLst/>
                <a:cxnLst>
                  <a:cxn ang="0">
                    <a:pos x="T0" y="T1"/>
                  </a:cxn>
                  <a:cxn ang="0">
                    <a:pos x="T2" y="T3"/>
                  </a:cxn>
                  <a:cxn ang="0">
                    <a:pos x="T4" y="T5"/>
                  </a:cxn>
                  <a:cxn ang="0">
                    <a:pos x="T6" y="T7"/>
                  </a:cxn>
                </a:cxnLst>
                <a:rect l="0" t="0" r="r" b="b"/>
                <a:pathLst>
                  <a:path w="100" h="17">
                    <a:moveTo>
                      <a:pt x="50" y="17"/>
                    </a:moveTo>
                    <a:cubicBezTo>
                      <a:pt x="74" y="16"/>
                      <a:pt x="94" y="9"/>
                      <a:pt x="100" y="0"/>
                    </a:cubicBezTo>
                    <a:cubicBezTo>
                      <a:pt x="0" y="2"/>
                      <a:pt x="0" y="2"/>
                      <a:pt x="0" y="2"/>
                    </a:cubicBezTo>
                    <a:cubicBezTo>
                      <a:pt x="6" y="11"/>
                      <a:pt x="27" y="17"/>
                      <a:pt x="5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grpSp>
      </p:grpSp>
      <p:sp>
        <p:nvSpPr>
          <p:cNvPr id="68" name="Text Placeholder 26"/>
          <p:cNvSpPr txBox="1">
            <a:spLocks/>
          </p:cNvSpPr>
          <p:nvPr/>
        </p:nvSpPr>
        <p:spPr>
          <a:xfrm>
            <a:off x="6768527" y="4211805"/>
            <a:ext cx="3632637" cy="1264268"/>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rtl="1" fontAlgn="auto">
              <a:spcAft>
                <a:spcPts val="0"/>
              </a:spcAft>
            </a:pPr>
            <a:r>
              <a:rPr lang="ar-SA" sz="3200" b="1" dirty="0" smtClean="0">
                <a:solidFill>
                  <a:srgbClr val="3392E2"/>
                </a:solidFill>
                <a:cs typeface="Simplified Arabic" panose="02020603050405020304" pitchFamily="18" charset="-78"/>
              </a:rPr>
              <a:t>الرسوم </a:t>
            </a:r>
            <a:r>
              <a:rPr lang="ar-SA" sz="3200" b="1" dirty="0">
                <a:solidFill>
                  <a:srgbClr val="3392E2"/>
                </a:solidFill>
                <a:cs typeface="Simplified Arabic" panose="02020603050405020304" pitchFamily="18" charset="-78"/>
              </a:rPr>
              <a:t>المتحركة والكرتونية في التعليم</a:t>
            </a:r>
            <a:endParaRPr lang="en-AU" sz="3200" dirty="0">
              <a:solidFill>
                <a:prstClr val="black"/>
              </a:solidFill>
            </a:endParaRPr>
          </a:p>
        </p:txBody>
      </p:sp>
      <p:sp>
        <p:nvSpPr>
          <p:cNvPr id="70" name="Text Placeholder 26"/>
          <p:cNvSpPr txBox="1">
            <a:spLocks/>
          </p:cNvSpPr>
          <p:nvPr/>
        </p:nvSpPr>
        <p:spPr>
          <a:xfrm>
            <a:off x="7790073" y="2464935"/>
            <a:ext cx="2332122" cy="539879"/>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rtl="1" fontAlgn="auto">
              <a:spcAft>
                <a:spcPts val="0"/>
              </a:spcAft>
            </a:pPr>
            <a:r>
              <a:rPr lang="ar-SA" sz="3200" b="1" dirty="0" smtClean="0">
                <a:solidFill>
                  <a:srgbClr val="F0992F"/>
                </a:solidFill>
                <a:cs typeface="Simplified Arabic" panose="02020603050405020304" pitchFamily="18" charset="-78"/>
              </a:rPr>
              <a:t>بريزي </a:t>
            </a:r>
            <a:r>
              <a:rPr lang="id-ID" sz="3200" b="1" dirty="0">
                <a:solidFill>
                  <a:srgbClr val="F0992F"/>
                </a:solidFill>
              </a:rPr>
              <a:t>Prezi</a:t>
            </a:r>
            <a:endParaRPr lang="en-AU" sz="3200" dirty="0">
              <a:solidFill>
                <a:prstClr val="black"/>
              </a:solidFill>
            </a:endParaRPr>
          </a:p>
        </p:txBody>
      </p:sp>
      <p:sp>
        <p:nvSpPr>
          <p:cNvPr id="72" name="Text Placeholder 26"/>
          <p:cNvSpPr txBox="1">
            <a:spLocks/>
          </p:cNvSpPr>
          <p:nvPr/>
        </p:nvSpPr>
        <p:spPr>
          <a:xfrm>
            <a:off x="813795" y="4105032"/>
            <a:ext cx="3261164" cy="1264268"/>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rtl="1" fontAlgn="auto">
              <a:spcAft>
                <a:spcPts val="0"/>
              </a:spcAft>
            </a:pPr>
            <a:r>
              <a:rPr lang="ar-SA" sz="3200" b="1" dirty="0" smtClean="0">
                <a:solidFill>
                  <a:srgbClr val="E9233C"/>
                </a:solidFill>
                <a:cs typeface="Simplified Arabic" panose="02020603050405020304" pitchFamily="18" charset="-78"/>
              </a:rPr>
              <a:t>برنامج </a:t>
            </a:r>
            <a:r>
              <a:rPr lang="ar-SA" sz="3200" b="1" dirty="0">
                <a:solidFill>
                  <a:srgbClr val="E9233C"/>
                </a:solidFill>
                <a:cs typeface="Simplified Arabic" panose="02020603050405020304" pitchFamily="18" charset="-78"/>
              </a:rPr>
              <a:t>البوربوينت </a:t>
            </a:r>
            <a:r>
              <a:rPr lang="id-ID" sz="3200" b="1" dirty="0">
                <a:solidFill>
                  <a:srgbClr val="E9233C"/>
                </a:solidFill>
              </a:rPr>
              <a:t>Power Point</a:t>
            </a:r>
            <a:endParaRPr lang="en-AU" sz="3200" dirty="0">
              <a:solidFill>
                <a:prstClr val="black"/>
              </a:solidFill>
            </a:endParaRPr>
          </a:p>
        </p:txBody>
      </p:sp>
      <p:sp>
        <p:nvSpPr>
          <p:cNvPr id="85" name="Title 1"/>
          <p:cNvSpPr>
            <a:spLocks noGrp="1"/>
          </p:cNvSpPr>
          <p:nvPr>
            <p:ph type="title"/>
          </p:nvPr>
        </p:nvSpPr>
        <p:spPr>
          <a:xfrm>
            <a:off x="479425" y="703816"/>
            <a:ext cx="11233150" cy="405130"/>
          </a:xfrm>
        </p:spPr>
        <p:txBody>
          <a:bodyPr>
            <a:normAutofit fontScale="90000"/>
          </a:bodyPr>
          <a:lstStyle/>
          <a:p>
            <a:pPr algn="r" rtl="1"/>
            <a:r>
              <a:rPr lang="ar-SA" u="sng" dirty="0">
                <a:solidFill>
                  <a:srgbClr val="4472C4"/>
                </a:solidFill>
              </a:rPr>
              <a:t>2-	برامج العروض التقديمية</a:t>
            </a:r>
            <a:endParaRPr lang="en-AU" u="sng" dirty="0">
              <a:solidFill>
                <a:srgbClr val="4472C4"/>
              </a:solidFill>
            </a:endParaRPr>
          </a:p>
        </p:txBody>
      </p:sp>
      <p:sp>
        <p:nvSpPr>
          <p:cNvPr id="6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838009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72"/>
                                        </p:tgtEl>
                                        <p:attrNameLst>
                                          <p:attrName>style.visibility</p:attrName>
                                        </p:attrNameLst>
                                      </p:cBhvr>
                                      <p:to>
                                        <p:strVal val="visible"/>
                                      </p:to>
                                    </p:set>
                                    <p:animEffect transition="in" filter="fade">
                                      <p:cBhvr>
                                        <p:cTn id="13" dur="500"/>
                                        <p:tgtEl>
                                          <p:spTgt spid="72"/>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70"/>
                                        </p:tgtEl>
                                        <p:attrNameLst>
                                          <p:attrName>style.visibility</p:attrName>
                                        </p:attrNameLst>
                                      </p:cBhvr>
                                      <p:to>
                                        <p:strVal val="visible"/>
                                      </p:to>
                                    </p:set>
                                    <p:animEffect transition="in" filter="fade">
                                      <p:cBhvr>
                                        <p:cTn id="17" dur="500"/>
                                        <p:tgtEl>
                                          <p:spTgt spid="70"/>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68"/>
                                        </p:tgtEl>
                                        <p:attrNameLst>
                                          <p:attrName>style.visibility</p:attrName>
                                        </p:attrNameLst>
                                      </p:cBhvr>
                                      <p:to>
                                        <p:strVal val="visible"/>
                                      </p:to>
                                    </p:set>
                                    <p:animEffect transition="in" filter="fade">
                                      <p:cBhvr>
                                        <p:cTn id="21"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P spid="70" grpId="0"/>
      <p:bldP spid="72"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560172" y="2150655"/>
            <a:ext cx="5413188" cy="2691010"/>
          </a:xfrm>
        </p:spPr>
        <p:txBody>
          <a:bodyPr>
            <a:normAutofit/>
          </a:bodyPr>
          <a:lstStyle/>
          <a:p>
            <a:pPr algn="ctr"/>
            <a:r>
              <a:rPr lang="ar-SA" sz="3200" dirty="0"/>
              <a:t>أسلوب فني لإنتاج أفلام سينمائية يقوم فيه منتج الفيلم بإعداد رسوم للحركة بدلاً من تسجيلها بآلة التصوير كما تبدو في الحقيقة </a:t>
            </a:r>
            <a:endParaRPr lang="en-AU" sz="3200" dirty="0"/>
          </a:p>
        </p:txBody>
      </p:sp>
      <p:grpSp>
        <p:nvGrpSpPr>
          <p:cNvPr id="2" name="Group 1"/>
          <p:cNvGrpSpPr/>
          <p:nvPr/>
        </p:nvGrpSpPr>
        <p:grpSpPr>
          <a:xfrm flipH="1">
            <a:off x="2716023" y="1141484"/>
            <a:ext cx="10099175" cy="6086863"/>
            <a:chOff x="-1037518" y="97699"/>
            <a:chExt cx="11901990" cy="7173436"/>
          </a:xfrm>
        </p:grpSpPr>
        <p:sp>
          <p:nvSpPr>
            <p:cNvPr id="27" name="Freeform 5"/>
            <p:cNvSpPr>
              <a:spLocks/>
            </p:cNvSpPr>
            <p:nvPr/>
          </p:nvSpPr>
          <p:spPr bwMode="auto">
            <a:xfrm rot="2058066">
              <a:off x="-1037518" y="97699"/>
              <a:ext cx="4887422" cy="1392238"/>
            </a:xfrm>
            <a:custGeom>
              <a:avLst/>
              <a:gdLst>
                <a:gd name="T0" fmla="*/ 0 w 2618"/>
                <a:gd name="T1" fmla="*/ 877 h 877"/>
                <a:gd name="T2" fmla="*/ 2618 w 2618"/>
                <a:gd name="T3" fmla="*/ 182 h 877"/>
                <a:gd name="T4" fmla="*/ 2376 w 2618"/>
                <a:gd name="T5" fmla="*/ 0 h 877"/>
                <a:gd name="T6" fmla="*/ 0 w 2618"/>
                <a:gd name="T7" fmla="*/ 679 h 877"/>
                <a:gd name="T8" fmla="*/ 0 w 2618"/>
                <a:gd name="T9" fmla="*/ 877 h 877"/>
              </a:gdLst>
              <a:ahLst/>
              <a:cxnLst>
                <a:cxn ang="0">
                  <a:pos x="T0" y="T1"/>
                </a:cxn>
                <a:cxn ang="0">
                  <a:pos x="T2" y="T3"/>
                </a:cxn>
                <a:cxn ang="0">
                  <a:pos x="T4" y="T5"/>
                </a:cxn>
                <a:cxn ang="0">
                  <a:pos x="T6" y="T7"/>
                </a:cxn>
                <a:cxn ang="0">
                  <a:pos x="T8" y="T9"/>
                </a:cxn>
              </a:cxnLst>
              <a:rect l="0" t="0" r="r" b="b"/>
              <a:pathLst>
                <a:path w="2618" h="877">
                  <a:moveTo>
                    <a:pt x="0" y="877"/>
                  </a:moveTo>
                  <a:lnTo>
                    <a:pt x="2618" y="182"/>
                  </a:lnTo>
                  <a:lnTo>
                    <a:pt x="2376" y="0"/>
                  </a:lnTo>
                  <a:lnTo>
                    <a:pt x="0" y="679"/>
                  </a:lnTo>
                  <a:lnTo>
                    <a:pt x="0" y="877"/>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28" name="Freeform 6"/>
            <p:cNvSpPr>
              <a:spLocks/>
            </p:cNvSpPr>
            <p:nvPr/>
          </p:nvSpPr>
          <p:spPr bwMode="auto">
            <a:xfrm rot="2058066">
              <a:off x="5965336" y="5497897"/>
              <a:ext cx="4899136" cy="1773238"/>
            </a:xfrm>
            <a:custGeom>
              <a:avLst/>
              <a:gdLst>
                <a:gd name="T0" fmla="*/ 2539 w 2539"/>
                <a:gd name="T1" fmla="*/ 0 h 1117"/>
                <a:gd name="T2" fmla="*/ 0 w 2539"/>
                <a:gd name="T3" fmla="*/ 904 h 1117"/>
                <a:gd name="T4" fmla="*/ 283 w 2539"/>
                <a:gd name="T5" fmla="*/ 1117 h 1117"/>
                <a:gd name="T6" fmla="*/ 2539 w 2539"/>
                <a:gd name="T7" fmla="*/ 289 h 1117"/>
                <a:gd name="T8" fmla="*/ 2539 w 2539"/>
                <a:gd name="T9" fmla="*/ 0 h 1117"/>
              </a:gdLst>
              <a:ahLst/>
              <a:cxnLst>
                <a:cxn ang="0">
                  <a:pos x="T0" y="T1"/>
                </a:cxn>
                <a:cxn ang="0">
                  <a:pos x="T2" y="T3"/>
                </a:cxn>
                <a:cxn ang="0">
                  <a:pos x="T4" y="T5"/>
                </a:cxn>
                <a:cxn ang="0">
                  <a:pos x="T6" y="T7"/>
                </a:cxn>
                <a:cxn ang="0">
                  <a:pos x="T8" y="T9"/>
                </a:cxn>
              </a:cxnLst>
              <a:rect l="0" t="0" r="r" b="b"/>
              <a:pathLst>
                <a:path w="2539" h="1117">
                  <a:moveTo>
                    <a:pt x="2539" y="0"/>
                  </a:moveTo>
                  <a:lnTo>
                    <a:pt x="0" y="904"/>
                  </a:lnTo>
                  <a:lnTo>
                    <a:pt x="283" y="1117"/>
                  </a:lnTo>
                  <a:lnTo>
                    <a:pt x="2539" y="289"/>
                  </a:lnTo>
                  <a:lnTo>
                    <a:pt x="2539" y="0"/>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29" name="Freeform 28"/>
            <p:cNvSpPr>
              <a:spLocks/>
            </p:cNvSpPr>
            <p:nvPr/>
          </p:nvSpPr>
          <p:spPr bwMode="auto">
            <a:xfrm rot="2058066">
              <a:off x="2098102" y="1056067"/>
              <a:ext cx="2139950" cy="2419350"/>
            </a:xfrm>
            <a:custGeom>
              <a:avLst/>
              <a:gdLst>
                <a:gd name="T0" fmla="*/ 1348 w 1348"/>
                <a:gd name="T1" fmla="*/ 229 h 1524"/>
                <a:gd name="T2" fmla="*/ 246 w 1348"/>
                <a:gd name="T3" fmla="*/ 1524 h 1524"/>
                <a:gd name="T4" fmla="*/ 0 w 1348"/>
                <a:gd name="T5" fmla="*/ 1339 h 1524"/>
                <a:gd name="T6" fmla="*/ 1045 w 1348"/>
                <a:gd name="T7" fmla="*/ 0 h 1524"/>
                <a:gd name="T8" fmla="*/ 1348 w 1348"/>
                <a:gd name="T9" fmla="*/ 229 h 1524"/>
              </a:gdLst>
              <a:ahLst/>
              <a:cxnLst>
                <a:cxn ang="0">
                  <a:pos x="T0" y="T1"/>
                </a:cxn>
                <a:cxn ang="0">
                  <a:pos x="T2" y="T3"/>
                </a:cxn>
                <a:cxn ang="0">
                  <a:pos x="T4" y="T5"/>
                </a:cxn>
                <a:cxn ang="0">
                  <a:pos x="T6" y="T7"/>
                </a:cxn>
                <a:cxn ang="0">
                  <a:pos x="T8" y="T9"/>
                </a:cxn>
              </a:cxnLst>
              <a:rect l="0" t="0" r="r" b="b"/>
              <a:pathLst>
                <a:path w="1348" h="1524">
                  <a:moveTo>
                    <a:pt x="1348" y="229"/>
                  </a:moveTo>
                  <a:lnTo>
                    <a:pt x="246" y="1524"/>
                  </a:lnTo>
                  <a:lnTo>
                    <a:pt x="0" y="1339"/>
                  </a:lnTo>
                  <a:lnTo>
                    <a:pt x="1045" y="0"/>
                  </a:lnTo>
                  <a:lnTo>
                    <a:pt x="1348" y="229"/>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0" name="Freeform 29"/>
            <p:cNvSpPr>
              <a:spLocks/>
            </p:cNvSpPr>
            <p:nvPr/>
          </p:nvSpPr>
          <p:spPr bwMode="auto">
            <a:xfrm rot="2058066">
              <a:off x="2988405" y="1690062"/>
              <a:ext cx="2681288" cy="2871788"/>
            </a:xfrm>
            <a:custGeom>
              <a:avLst/>
              <a:gdLst>
                <a:gd name="T0" fmla="*/ 1689 w 1689"/>
                <a:gd name="T1" fmla="*/ 339 h 1809"/>
                <a:gd name="T2" fmla="*/ 313 w 1689"/>
                <a:gd name="T3" fmla="*/ 1809 h 1809"/>
                <a:gd name="T4" fmla="*/ 0 w 1689"/>
                <a:gd name="T5" fmla="*/ 1572 h 1809"/>
                <a:gd name="T6" fmla="*/ 1240 w 1689"/>
                <a:gd name="T7" fmla="*/ 0 h 1809"/>
                <a:gd name="T8" fmla="*/ 1689 w 1689"/>
                <a:gd name="T9" fmla="*/ 339 h 1809"/>
              </a:gdLst>
              <a:ahLst/>
              <a:cxnLst>
                <a:cxn ang="0">
                  <a:pos x="T0" y="T1"/>
                </a:cxn>
                <a:cxn ang="0">
                  <a:pos x="T2" y="T3"/>
                </a:cxn>
                <a:cxn ang="0">
                  <a:pos x="T4" y="T5"/>
                </a:cxn>
                <a:cxn ang="0">
                  <a:pos x="T6" y="T7"/>
                </a:cxn>
                <a:cxn ang="0">
                  <a:pos x="T8" y="T9"/>
                </a:cxn>
              </a:cxnLst>
              <a:rect l="0" t="0" r="r" b="b"/>
              <a:pathLst>
                <a:path w="1689" h="1809">
                  <a:moveTo>
                    <a:pt x="1689" y="339"/>
                  </a:moveTo>
                  <a:lnTo>
                    <a:pt x="313" y="1809"/>
                  </a:lnTo>
                  <a:lnTo>
                    <a:pt x="0" y="1572"/>
                  </a:lnTo>
                  <a:lnTo>
                    <a:pt x="1240" y="0"/>
                  </a:lnTo>
                  <a:lnTo>
                    <a:pt x="1689" y="339"/>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1" name="Freeform 12"/>
            <p:cNvSpPr>
              <a:spLocks/>
            </p:cNvSpPr>
            <p:nvPr/>
          </p:nvSpPr>
          <p:spPr bwMode="auto">
            <a:xfrm rot="2058066">
              <a:off x="4481818" y="3136043"/>
              <a:ext cx="2066925" cy="2330450"/>
            </a:xfrm>
            <a:custGeom>
              <a:avLst/>
              <a:gdLst>
                <a:gd name="T0" fmla="*/ 0 w 1302"/>
                <a:gd name="T1" fmla="*/ 1290 h 1468"/>
                <a:gd name="T2" fmla="*/ 1109 w 1302"/>
                <a:gd name="T3" fmla="*/ 0 h 1468"/>
                <a:gd name="T4" fmla="*/ 1302 w 1302"/>
                <a:gd name="T5" fmla="*/ 146 h 1468"/>
                <a:gd name="T6" fmla="*/ 234 w 1302"/>
                <a:gd name="T7" fmla="*/ 1468 h 1468"/>
                <a:gd name="T8" fmla="*/ 0 w 1302"/>
                <a:gd name="T9" fmla="*/ 1290 h 1468"/>
              </a:gdLst>
              <a:ahLst/>
              <a:cxnLst>
                <a:cxn ang="0">
                  <a:pos x="T0" y="T1"/>
                </a:cxn>
                <a:cxn ang="0">
                  <a:pos x="T2" y="T3"/>
                </a:cxn>
                <a:cxn ang="0">
                  <a:pos x="T4" y="T5"/>
                </a:cxn>
                <a:cxn ang="0">
                  <a:pos x="T6" y="T7"/>
                </a:cxn>
                <a:cxn ang="0">
                  <a:pos x="T8" y="T9"/>
                </a:cxn>
              </a:cxnLst>
              <a:rect l="0" t="0" r="r" b="b"/>
              <a:pathLst>
                <a:path w="1302" h="1468">
                  <a:moveTo>
                    <a:pt x="0" y="1290"/>
                  </a:moveTo>
                  <a:lnTo>
                    <a:pt x="1109" y="0"/>
                  </a:lnTo>
                  <a:lnTo>
                    <a:pt x="1302" y="146"/>
                  </a:lnTo>
                  <a:lnTo>
                    <a:pt x="234" y="1468"/>
                  </a:lnTo>
                  <a:lnTo>
                    <a:pt x="0" y="1290"/>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2" name="Freeform 13"/>
            <p:cNvSpPr>
              <a:spLocks/>
            </p:cNvSpPr>
            <p:nvPr/>
          </p:nvSpPr>
          <p:spPr bwMode="auto">
            <a:xfrm rot="2058066">
              <a:off x="3447943" y="2382248"/>
              <a:ext cx="2563813" cy="2870200"/>
            </a:xfrm>
            <a:custGeom>
              <a:avLst/>
              <a:gdLst>
                <a:gd name="T0" fmla="*/ 0 w 1615"/>
                <a:gd name="T1" fmla="*/ 1470 h 1808"/>
                <a:gd name="T2" fmla="*/ 1378 w 1615"/>
                <a:gd name="T3" fmla="*/ 0 h 1808"/>
                <a:gd name="T4" fmla="*/ 1615 w 1615"/>
                <a:gd name="T5" fmla="*/ 178 h 1808"/>
                <a:gd name="T6" fmla="*/ 449 w 1615"/>
                <a:gd name="T7" fmla="*/ 1808 h 1808"/>
                <a:gd name="T8" fmla="*/ 0 w 1615"/>
                <a:gd name="T9" fmla="*/ 1470 h 1808"/>
              </a:gdLst>
              <a:ahLst/>
              <a:cxnLst>
                <a:cxn ang="0">
                  <a:pos x="T0" y="T1"/>
                </a:cxn>
                <a:cxn ang="0">
                  <a:pos x="T2" y="T3"/>
                </a:cxn>
                <a:cxn ang="0">
                  <a:pos x="T4" y="T5"/>
                </a:cxn>
                <a:cxn ang="0">
                  <a:pos x="T6" y="T7"/>
                </a:cxn>
                <a:cxn ang="0">
                  <a:pos x="T8" y="T9"/>
                </a:cxn>
              </a:cxnLst>
              <a:rect l="0" t="0" r="r" b="b"/>
              <a:pathLst>
                <a:path w="1615" h="1808">
                  <a:moveTo>
                    <a:pt x="0" y="1470"/>
                  </a:moveTo>
                  <a:lnTo>
                    <a:pt x="1378" y="0"/>
                  </a:lnTo>
                  <a:lnTo>
                    <a:pt x="1615" y="178"/>
                  </a:lnTo>
                  <a:lnTo>
                    <a:pt x="449" y="1808"/>
                  </a:lnTo>
                  <a:lnTo>
                    <a:pt x="0" y="1470"/>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3" name="Freeform 15"/>
            <p:cNvSpPr>
              <a:spLocks/>
            </p:cNvSpPr>
            <p:nvPr/>
          </p:nvSpPr>
          <p:spPr bwMode="auto">
            <a:xfrm rot="2058066">
              <a:off x="5187375" y="4093638"/>
              <a:ext cx="1628775" cy="1501775"/>
            </a:xfrm>
            <a:custGeom>
              <a:avLst/>
              <a:gdLst>
                <a:gd name="T0" fmla="*/ 0 w 1026"/>
                <a:gd name="T1" fmla="*/ 800 h 946"/>
                <a:gd name="T2" fmla="*/ 745 w 1026"/>
                <a:gd name="T3" fmla="*/ 0 h 946"/>
                <a:gd name="T4" fmla="*/ 1026 w 1026"/>
                <a:gd name="T5" fmla="*/ 210 h 946"/>
                <a:gd name="T6" fmla="*/ 195 w 1026"/>
                <a:gd name="T7" fmla="*/ 946 h 946"/>
                <a:gd name="T8" fmla="*/ 0 w 1026"/>
                <a:gd name="T9" fmla="*/ 800 h 946"/>
              </a:gdLst>
              <a:ahLst/>
              <a:cxnLst>
                <a:cxn ang="0">
                  <a:pos x="T0" y="T1"/>
                </a:cxn>
                <a:cxn ang="0">
                  <a:pos x="T2" y="T3"/>
                </a:cxn>
                <a:cxn ang="0">
                  <a:pos x="T4" y="T5"/>
                </a:cxn>
                <a:cxn ang="0">
                  <a:pos x="T6" y="T7"/>
                </a:cxn>
                <a:cxn ang="0">
                  <a:pos x="T8" y="T9"/>
                </a:cxn>
              </a:cxnLst>
              <a:rect l="0" t="0" r="r" b="b"/>
              <a:pathLst>
                <a:path w="1026" h="946">
                  <a:moveTo>
                    <a:pt x="0" y="800"/>
                  </a:moveTo>
                  <a:lnTo>
                    <a:pt x="745" y="0"/>
                  </a:lnTo>
                  <a:lnTo>
                    <a:pt x="1026" y="210"/>
                  </a:lnTo>
                  <a:lnTo>
                    <a:pt x="195" y="946"/>
                  </a:lnTo>
                  <a:lnTo>
                    <a:pt x="0" y="800"/>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grpSp>
          <p:nvGrpSpPr>
            <p:cNvPr id="34" name="Group 33"/>
            <p:cNvGrpSpPr/>
            <p:nvPr/>
          </p:nvGrpSpPr>
          <p:grpSpPr>
            <a:xfrm rot="2058066">
              <a:off x="2098131" y="1048034"/>
              <a:ext cx="1223963" cy="2152650"/>
              <a:chOff x="2889250" y="2705424"/>
              <a:chExt cx="1223963" cy="2152650"/>
            </a:xfrm>
          </p:grpSpPr>
          <p:sp>
            <p:nvSpPr>
              <p:cNvPr id="35" name="Freeform 11"/>
              <p:cNvSpPr>
                <a:spLocks/>
              </p:cNvSpPr>
              <p:nvPr/>
            </p:nvSpPr>
            <p:spPr bwMode="auto">
              <a:xfrm>
                <a:off x="2889250" y="2705424"/>
                <a:ext cx="1223963" cy="2152650"/>
              </a:xfrm>
              <a:custGeom>
                <a:avLst/>
                <a:gdLst>
                  <a:gd name="T0" fmla="*/ 771 w 771"/>
                  <a:gd name="T1" fmla="*/ 185 h 1356"/>
                  <a:gd name="T2" fmla="*/ 246 w 771"/>
                  <a:gd name="T3" fmla="*/ 1356 h 1356"/>
                  <a:gd name="T4" fmla="*/ 0 w 771"/>
                  <a:gd name="T5" fmla="*/ 1171 h 1356"/>
                  <a:gd name="T6" fmla="*/ 525 w 771"/>
                  <a:gd name="T7" fmla="*/ 0 h 1356"/>
                  <a:gd name="T8" fmla="*/ 771 w 771"/>
                  <a:gd name="T9" fmla="*/ 185 h 1356"/>
                </a:gdLst>
                <a:ahLst/>
                <a:cxnLst>
                  <a:cxn ang="0">
                    <a:pos x="T0" y="T1"/>
                  </a:cxn>
                  <a:cxn ang="0">
                    <a:pos x="T2" y="T3"/>
                  </a:cxn>
                  <a:cxn ang="0">
                    <a:pos x="T4" y="T5"/>
                  </a:cxn>
                  <a:cxn ang="0">
                    <a:pos x="T6" y="T7"/>
                  </a:cxn>
                  <a:cxn ang="0">
                    <a:pos x="T8" y="T9"/>
                  </a:cxn>
                </a:cxnLst>
                <a:rect l="0" t="0" r="r" b="b"/>
                <a:pathLst>
                  <a:path w="771" h="1356">
                    <a:moveTo>
                      <a:pt x="771" y="185"/>
                    </a:moveTo>
                    <a:lnTo>
                      <a:pt x="246" y="1356"/>
                    </a:lnTo>
                    <a:lnTo>
                      <a:pt x="0" y="1171"/>
                    </a:lnTo>
                    <a:lnTo>
                      <a:pt x="525" y="0"/>
                    </a:lnTo>
                    <a:lnTo>
                      <a:pt x="771" y="185"/>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6" name="TextBox 35"/>
              <p:cNvSpPr txBox="1"/>
              <p:nvPr/>
            </p:nvSpPr>
            <p:spPr>
              <a:xfrm rot="17619524">
                <a:off x="3403883" y="3580143"/>
                <a:ext cx="184731" cy="369332"/>
              </a:xfrm>
              <a:prstGeom prst="rect">
                <a:avLst/>
              </a:prstGeom>
              <a:noFill/>
            </p:spPr>
            <p:txBody>
              <a:bodyPr wrap="none" rtlCol="0">
                <a:spAutoFit/>
              </a:bodyPr>
              <a:lstStyle/>
              <a:p>
                <a:pPr fontAlgn="auto">
                  <a:spcBef>
                    <a:spcPts val="0"/>
                  </a:spcBef>
                  <a:spcAft>
                    <a:spcPts val="0"/>
                  </a:spcAft>
                </a:pPr>
                <a:endParaRPr lang="en-US" b="1" dirty="0">
                  <a:solidFill>
                    <a:prstClr val="white"/>
                  </a:solidFill>
                  <a:latin typeface="Adamant BG" panose="02000505000000020004" pitchFamily="50" charset="0"/>
                  <a:cs typeface="Clear Sans" panose="020B0503030202020304" pitchFamily="34" charset="0"/>
                </a:endParaRPr>
              </a:p>
            </p:txBody>
          </p:sp>
        </p:grpSp>
        <p:grpSp>
          <p:nvGrpSpPr>
            <p:cNvPr id="37" name="Group 36"/>
            <p:cNvGrpSpPr/>
            <p:nvPr/>
          </p:nvGrpSpPr>
          <p:grpSpPr>
            <a:xfrm rot="2058066">
              <a:off x="3021849" y="1365636"/>
              <a:ext cx="1112838" cy="2701925"/>
              <a:chOff x="3995738" y="2430786"/>
              <a:chExt cx="1112838" cy="2701925"/>
            </a:xfrm>
          </p:grpSpPr>
          <p:sp>
            <p:nvSpPr>
              <p:cNvPr id="38" name="Freeform 10"/>
              <p:cNvSpPr>
                <a:spLocks/>
              </p:cNvSpPr>
              <p:nvPr/>
            </p:nvSpPr>
            <p:spPr bwMode="auto">
              <a:xfrm>
                <a:off x="3995738" y="2430786"/>
                <a:ext cx="1112838" cy="2701925"/>
              </a:xfrm>
              <a:custGeom>
                <a:avLst/>
                <a:gdLst>
                  <a:gd name="T0" fmla="*/ 701 w 701"/>
                  <a:gd name="T1" fmla="*/ 168 h 1702"/>
                  <a:gd name="T2" fmla="*/ 353 w 701"/>
                  <a:gd name="T3" fmla="*/ 1702 h 1702"/>
                  <a:gd name="T4" fmla="*/ 0 w 701"/>
                  <a:gd name="T5" fmla="*/ 1532 h 1702"/>
                  <a:gd name="T6" fmla="*/ 346 w 701"/>
                  <a:gd name="T7" fmla="*/ 0 h 1702"/>
                  <a:gd name="T8" fmla="*/ 701 w 701"/>
                  <a:gd name="T9" fmla="*/ 168 h 1702"/>
                </a:gdLst>
                <a:ahLst/>
                <a:cxnLst>
                  <a:cxn ang="0">
                    <a:pos x="T0" y="T1"/>
                  </a:cxn>
                  <a:cxn ang="0">
                    <a:pos x="T2" y="T3"/>
                  </a:cxn>
                  <a:cxn ang="0">
                    <a:pos x="T4" y="T5"/>
                  </a:cxn>
                  <a:cxn ang="0">
                    <a:pos x="T6" y="T7"/>
                  </a:cxn>
                  <a:cxn ang="0">
                    <a:pos x="T8" y="T9"/>
                  </a:cxn>
                </a:cxnLst>
                <a:rect l="0" t="0" r="r" b="b"/>
                <a:pathLst>
                  <a:path w="701" h="1702">
                    <a:moveTo>
                      <a:pt x="701" y="168"/>
                    </a:moveTo>
                    <a:lnTo>
                      <a:pt x="353" y="1702"/>
                    </a:lnTo>
                    <a:lnTo>
                      <a:pt x="0" y="1532"/>
                    </a:lnTo>
                    <a:lnTo>
                      <a:pt x="346" y="0"/>
                    </a:lnTo>
                    <a:lnTo>
                      <a:pt x="701" y="168"/>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9" name="TextBox 38"/>
              <p:cNvSpPr txBox="1"/>
              <p:nvPr/>
            </p:nvSpPr>
            <p:spPr>
              <a:xfrm rot="16925572">
                <a:off x="4475031" y="3555037"/>
                <a:ext cx="184731" cy="400110"/>
              </a:xfrm>
              <a:prstGeom prst="rect">
                <a:avLst/>
              </a:prstGeom>
              <a:noFill/>
            </p:spPr>
            <p:txBody>
              <a:bodyPr wrap="none" rtlCol="0">
                <a:spAutoFit/>
              </a:bodyPr>
              <a:lstStyle/>
              <a:p>
                <a:pPr fontAlgn="auto">
                  <a:spcBef>
                    <a:spcPts val="0"/>
                  </a:spcBef>
                  <a:spcAft>
                    <a:spcPts val="0"/>
                  </a:spcAft>
                </a:pPr>
                <a:endParaRPr lang="en-US" sz="2000" b="1" dirty="0">
                  <a:solidFill>
                    <a:prstClr val="white"/>
                  </a:solidFill>
                  <a:latin typeface="Adamant BG" panose="02000505000000020004" pitchFamily="50" charset="0"/>
                  <a:cs typeface="Clear Sans" panose="020B0503030202020304" pitchFamily="34" charset="0"/>
                </a:endParaRPr>
              </a:p>
            </p:txBody>
          </p:sp>
        </p:grpSp>
        <p:grpSp>
          <p:nvGrpSpPr>
            <p:cNvPr id="40" name="Group 39"/>
            <p:cNvGrpSpPr/>
            <p:nvPr/>
          </p:nvGrpSpPr>
          <p:grpSpPr>
            <a:xfrm rot="2058066">
              <a:off x="3593466" y="1880217"/>
              <a:ext cx="1920875" cy="3221038"/>
              <a:chOff x="4833938" y="2260923"/>
              <a:chExt cx="1920875" cy="3221038"/>
            </a:xfrm>
          </p:grpSpPr>
          <p:sp>
            <p:nvSpPr>
              <p:cNvPr id="41" name="Freeform 18"/>
              <p:cNvSpPr>
                <a:spLocks/>
              </p:cNvSpPr>
              <p:nvPr/>
            </p:nvSpPr>
            <p:spPr bwMode="auto">
              <a:xfrm>
                <a:off x="4833938" y="2260923"/>
                <a:ext cx="1920875" cy="3221038"/>
              </a:xfrm>
              <a:custGeom>
                <a:avLst/>
                <a:gdLst>
                  <a:gd name="T0" fmla="*/ 0 w 1210"/>
                  <a:gd name="T1" fmla="*/ 1685 h 2029"/>
                  <a:gd name="T2" fmla="*/ 754 w 1210"/>
                  <a:gd name="T3" fmla="*/ 0 h 2029"/>
                  <a:gd name="T4" fmla="*/ 1210 w 1210"/>
                  <a:gd name="T5" fmla="*/ 344 h 2029"/>
                  <a:gd name="T6" fmla="*/ 456 w 1210"/>
                  <a:gd name="T7" fmla="*/ 2029 h 2029"/>
                  <a:gd name="T8" fmla="*/ 0 w 1210"/>
                  <a:gd name="T9" fmla="*/ 1685 h 2029"/>
                </a:gdLst>
                <a:ahLst/>
                <a:cxnLst>
                  <a:cxn ang="0">
                    <a:pos x="T0" y="T1"/>
                  </a:cxn>
                  <a:cxn ang="0">
                    <a:pos x="T2" y="T3"/>
                  </a:cxn>
                  <a:cxn ang="0">
                    <a:pos x="T4" y="T5"/>
                  </a:cxn>
                  <a:cxn ang="0">
                    <a:pos x="T6" y="T7"/>
                  </a:cxn>
                  <a:cxn ang="0">
                    <a:pos x="T8" y="T9"/>
                  </a:cxn>
                </a:cxnLst>
                <a:rect l="0" t="0" r="r" b="b"/>
                <a:pathLst>
                  <a:path w="1210" h="2029">
                    <a:moveTo>
                      <a:pt x="0" y="1685"/>
                    </a:moveTo>
                    <a:lnTo>
                      <a:pt x="754" y="0"/>
                    </a:lnTo>
                    <a:lnTo>
                      <a:pt x="1210" y="344"/>
                    </a:lnTo>
                    <a:lnTo>
                      <a:pt x="456" y="2029"/>
                    </a:lnTo>
                    <a:lnTo>
                      <a:pt x="0" y="1685"/>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42" name="TextBox 41"/>
              <p:cNvSpPr txBox="1"/>
              <p:nvPr/>
            </p:nvSpPr>
            <p:spPr>
              <a:xfrm rot="17639212">
                <a:off x="5735336" y="3462738"/>
                <a:ext cx="184731" cy="646331"/>
              </a:xfrm>
              <a:prstGeom prst="rect">
                <a:avLst/>
              </a:prstGeom>
              <a:noFill/>
            </p:spPr>
            <p:txBody>
              <a:bodyPr wrap="none" rtlCol="0">
                <a:spAutoFit/>
              </a:bodyPr>
              <a:lstStyle/>
              <a:p>
                <a:pPr fontAlgn="auto">
                  <a:spcBef>
                    <a:spcPts val="0"/>
                  </a:spcBef>
                  <a:spcAft>
                    <a:spcPts val="0"/>
                  </a:spcAft>
                </a:pPr>
                <a:endParaRPr lang="en-US" sz="3600" b="1" dirty="0">
                  <a:solidFill>
                    <a:prstClr val="white"/>
                  </a:solidFill>
                  <a:latin typeface="Adamant BG" panose="02000505000000020004" pitchFamily="50" charset="0"/>
                  <a:cs typeface="Clear Sans" panose="020B0503030202020304" pitchFamily="34" charset="0"/>
                </a:endParaRPr>
              </a:p>
            </p:txBody>
          </p:sp>
        </p:grpSp>
        <p:grpSp>
          <p:nvGrpSpPr>
            <p:cNvPr id="43" name="Group 42"/>
            <p:cNvGrpSpPr/>
            <p:nvPr/>
          </p:nvGrpSpPr>
          <p:grpSpPr>
            <a:xfrm rot="2058066">
              <a:off x="4600520" y="2737941"/>
              <a:ext cx="1397000" cy="2560638"/>
              <a:chOff x="6008688" y="2606999"/>
              <a:chExt cx="1397000" cy="2560638"/>
            </a:xfrm>
          </p:grpSpPr>
          <p:sp>
            <p:nvSpPr>
              <p:cNvPr id="44" name="Freeform 14"/>
              <p:cNvSpPr>
                <a:spLocks/>
              </p:cNvSpPr>
              <p:nvPr/>
            </p:nvSpPr>
            <p:spPr bwMode="auto">
              <a:xfrm>
                <a:off x="6008688" y="2606999"/>
                <a:ext cx="1397000" cy="2560638"/>
              </a:xfrm>
              <a:custGeom>
                <a:avLst/>
                <a:gdLst>
                  <a:gd name="T0" fmla="*/ 0 w 880"/>
                  <a:gd name="T1" fmla="*/ 1433 h 1613"/>
                  <a:gd name="T2" fmla="*/ 643 w 880"/>
                  <a:gd name="T3" fmla="*/ 0 h 1613"/>
                  <a:gd name="T4" fmla="*/ 880 w 880"/>
                  <a:gd name="T5" fmla="*/ 178 h 1613"/>
                  <a:gd name="T6" fmla="*/ 236 w 880"/>
                  <a:gd name="T7" fmla="*/ 1613 h 1613"/>
                  <a:gd name="T8" fmla="*/ 0 w 880"/>
                  <a:gd name="T9" fmla="*/ 1433 h 1613"/>
                </a:gdLst>
                <a:ahLst/>
                <a:cxnLst>
                  <a:cxn ang="0">
                    <a:pos x="T0" y="T1"/>
                  </a:cxn>
                  <a:cxn ang="0">
                    <a:pos x="T2" y="T3"/>
                  </a:cxn>
                  <a:cxn ang="0">
                    <a:pos x="T4" y="T5"/>
                  </a:cxn>
                  <a:cxn ang="0">
                    <a:pos x="T6" y="T7"/>
                  </a:cxn>
                  <a:cxn ang="0">
                    <a:pos x="T8" y="T9"/>
                  </a:cxn>
                </a:cxnLst>
                <a:rect l="0" t="0" r="r" b="b"/>
                <a:pathLst>
                  <a:path w="880" h="1613">
                    <a:moveTo>
                      <a:pt x="0" y="1433"/>
                    </a:moveTo>
                    <a:lnTo>
                      <a:pt x="643" y="0"/>
                    </a:lnTo>
                    <a:lnTo>
                      <a:pt x="880" y="178"/>
                    </a:lnTo>
                    <a:lnTo>
                      <a:pt x="236" y="1613"/>
                    </a:lnTo>
                    <a:lnTo>
                      <a:pt x="0" y="1433"/>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45" name="TextBox 44"/>
              <p:cNvSpPr txBox="1"/>
              <p:nvPr/>
            </p:nvSpPr>
            <p:spPr>
              <a:xfrm rot="17700058">
                <a:off x="6596259" y="3645850"/>
                <a:ext cx="184731" cy="461665"/>
              </a:xfrm>
              <a:prstGeom prst="rect">
                <a:avLst/>
              </a:prstGeom>
              <a:noFill/>
            </p:spPr>
            <p:txBody>
              <a:bodyPr wrap="none" rtlCol="0">
                <a:spAutoFit/>
              </a:bodyPr>
              <a:lstStyle/>
              <a:p>
                <a:pPr fontAlgn="auto">
                  <a:spcBef>
                    <a:spcPts val="0"/>
                  </a:spcBef>
                  <a:spcAft>
                    <a:spcPts val="0"/>
                  </a:spcAft>
                </a:pPr>
                <a:endParaRPr lang="en-US" sz="2400" b="1" dirty="0">
                  <a:solidFill>
                    <a:prstClr val="white"/>
                  </a:solidFill>
                  <a:latin typeface="Adamant BG" panose="02000505000000020004" pitchFamily="50" charset="0"/>
                  <a:cs typeface="Clear Sans" panose="020B0503030202020304" pitchFamily="34" charset="0"/>
                </a:endParaRPr>
              </a:p>
            </p:txBody>
          </p:sp>
        </p:grpSp>
        <p:grpSp>
          <p:nvGrpSpPr>
            <p:cNvPr id="46" name="Group 45"/>
            <p:cNvGrpSpPr/>
            <p:nvPr/>
          </p:nvGrpSpPr>
          <p:grpSpPr>
            <a:xfrm rot="2058066">
              <a:off x="5395845" y="3418117"/>
              <a:ext cx="1139825" cy="2090738"/>
              <a:chOff x="6938963" y="2834011"/>
              <a:chExt cx="1139825" cy="2090738"/>
            </a:xfrm>
          </p:grpSpPr>
          <p:sp>
            <p:nvSpPr>
              <p:cNvPr id="47" name="Freeform 16"/>
              <p:cNvSpPr>
                <a:spLocks/>
              </p:cNvSpPr>
              <p:nvPr/>
            </p:nvSpPr>
            <p:spPr bwMode="auto">
              <a:xfrm>
                <a:off x="6938963" y="2834011"/>
                <a:ext cx="1139825" cy="2090738"/>
              </a:xfrm>
              <a:custGeom>
                <a:avLst/>
                <a:gdLst>
                  <a:gd name="T0" fmla="*/ 0 w 718"/>
                  <a:gd name="T1" fmla="*/ 1171 h 1317"/>
                  <a:gd name="T2" fmla="*/ 525 w 718"/>
                  <a:gd name="T3" fmla="*/ 0 h 1317"/>
                  <a:gd name="T4" fmla="*/ 718 w 718"/>
                  <a:gd name="T5" fmla="*/ 146 h 1317"/>
                  <a:gd name="T6" fmla="*/ 192 w 718"/>
                  <a:gd name="T7" fmla="*/ 1317 h 1317"/>
                  <a:gd name="T8" fmla="*/ 0 w 718"/>
                  <a:gd name="T9" fmla="*/ 1171 h 1317"/>
                </a:gdLst>
                <a:ahLst/>
                <a:cxnLst>
                  <a:cxn ang="0">
                    <a:pos x="T0" y="T1"/>
                  </a:cxn>
                  <a:cxn ang="0">
                    <a:pos x="T2" y="T3"/>
                  </a:cxn>
                  <a:cxn ang="0">
                    <a:pos x="T4" y="T5"/>
                  </a:cxn>
                  <a:cxn ang="0">
                    <a:pos x="T6" y="T7"/>
                  </a:cxn>
                  <a:cxn ang="0">
                    <a:pos x="T8" y="T9"/>
                  </a:cxn>
                </a:cxnLst>
                <a:rect l="0" t="0" r="r" b="b"/>
                <a:pathLst>
                  <a:path w="718" h="1317">
                    <a:moveTo>
                      <a:pt x="0" y="1171"/>
                    </a:moveTo>
                    <a:lnTo>
                      <a:pt x="525" y="0"/>
                    </a:lnTo>
                    <a:lnTo>
                      <a:pt x="718" y="146"/>
                    </a:lnTo>
                    <a:lnTo>
                      <a:pt x="192" y="1317"/>
                    </a:lnTo>
                    <a:lnTo>
                      <a:pt x="0" y="1171"/>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48" name="TextBox 47"/>
              <p:cNvSpPr txBox="1"/>
              <p:nvPr/>
            </p:nvSpPr>
            <p:spPr>
              <a:xfrm rot="17700058">
                <a:off x="7410699" y="3655277"/>
                <a:ext cx="184731" cy="369332"/>
              </a:xfrm>
              <a:prstGeom prst="rect">
                <a:avLst/>
              </a:prstGeom>
              <a:noFill/>
            </p:spPr>
            <p:txBody>
              <a:bodyPr wrap="none" rtlCol="0">
                <a:spAutoFit/>
              </a:bodyPr>
              <a:lstStyle/>
              <a:p>
                <a:pPr fontAlgn="auto">
                  <a:spcBef>
                    <a:spcPts val="0"/>
                  </a:spcBef>
                  <a:spcAft>
                    <a:spcPts val="0"/>
                  </a:spcAft>
                </a:pPr>
                <a:endParaRPr lang="en-US" b="1" dirty="0">
                  <a:solidFill>
                    <a:prstClr val="white"/>
                  </a:solidFill>
                  <a:latin typeface="Adamant BG" panose="02000505000000020004" pitchFamily="50" charset="0"/>
                  <a:cs typeface="Clear Sans" panose="020B0503030202020304" pitchFamily="34" charset="0"/>
                </a:endParaRPr>
              </a:p>
            </p:txBody>
          </p:sp>
        </p:grpSp>
        <p:grpSp>
          <p:nvGrpSpPr>
            <p:cNvPr id="49" name="Group 48"/>
            <p:cNvGrpSpPr/>
            <p:nvPr/>
          </p:nvGrpSpPr>
          <p:grpSpPr>
            <a:xfrm rot="2058066">
              <a:off x="6246761" y="4445556"/>
              <a:ext cx="527050" cy="1549400"/>
              <a:chOff x="8121650" y="3422974"/>
              <a:chExt cx="527050" cy="1549400"/>
            </a:xfrm>
          </p:grpSpPr>
          <p:sp>
            <p:nvSpPr>
              <p:cNvPr id="50" name="Freeform 17"/>
              <p:cNvSpPr>
                <a:spLocks/>
              </p:cNvSpPr>
              <p:nvPr/>
            </p:nvSpPr>
            <p:spPr bwMode="auto">
              <a:xfrm>
                <a:off x="8121650" y="3422974"/>
                <a:ext cx="527050" cy="1549400"/>
              </a:xfrm>
              <a:custGeom>
                <a:avLst/>
                <a:gdLst>
                  <a:gd name="T0" fmla="*/ 49 w 332"/>
                  <a:gd name="T1" fmla="*/ 763 h 976"/>
                  <a:gd name="T2" fmla="*/ 0 w 332"/>
                  <a:gd name="T3" fmla="*/ 0 h 976"/>
                  <a:gd name="T4" fmla="*/ 283 w 332"/>
                  <a:gd name="T5" fmla="*/ 212 h 976"/>
                  <a:gd name="T6" fmla="*/ 332 w 332"/>
                  <a:gd name="T7" fmla="*/ 976 h 976"/>
                  <a:gd name="T8" fmla="*/ 49 w 332"/>
                  <a:gd name="T9" fmla="*/ 763 h 976"/>
                </a:gdLst>
                <a:ahLst/>
                <a:cxnLst>
                  <a:cxn ang="0">
                    <a:pos x="T0" y="T1"/>
                  </a:cxn>
                  <a:cxn ang="0">
                    <a:pos x="T2" y="T3"/>
                  </a:cxn>
                  <a:cxn ang="0">
                    <a:pos x="T4" y="T5"/>
                  </a:cxn>
                  <a:cxn ang="0">
                    <a:pos x="T6" y="T7"/>
                  </a:cxn>
                  <a:cxn ang="0">
                    <a:pos x="T8" y="T9"/>
                  </a:cxn>
                </a:cxnLst>
                <a:rect l="0" t="0" r="r" b="b"/>
                <a:pathLst>
                  <a:path w="332" h="976">
                    <a:moveTo>
                      <a:pt x="49" y="763"/>
                    </a:moveTo>
                    <a:lnTo>
                      <a:pt x="0" y="0"/>
                    </a:lnTo>
                    <a:lnTo>
                      <a:pt x="283" y="212"/>
                    </a:lnTo>
                    <a:lnTo>
                      <a:pt x="332" y="976"/>
                    </a:lnTo>
                    <a:lnTo>
                      <a:pt x="49" y="763"/>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51" name="TextBox 50"/>
              <p:cNvSpPr txBox="1"/>
              <p:nvPr/>
            </p:nvSpPr>
            <p:spPr>
              <a:xfrm rot="15980418">
                <a:off x="8261892" y="3981395"/>
                <a:ext cx="184731" cy="338554"/>
              </a:xfrm>
              <a:prstGeom prst="rect">
                <a:avLst/>
              </a:prstGeom>
              <a:noFill/>
            </p:spPr>
            <p:txBody>
              <a:bodyPr wrap="none" rtlCol="0">
                <a:spAutoFit/>
              </a:bodyPr>
              <a:lstStyle/>
              <a:p>
                <a:pPr fontAlgn="auto">
                  <a:spcBef>
                    <a:spcPts val="0"/>
                  </a:spcBef>
                  <a:spcAft>
                    <a:spcPts val="0"/>
                  </a:spcAft>
                </a:pPr>
                <a:endParaRPr lang="en-US" sz="1600" b="1" dirty="0">
                  <a:solidFill>
                    <a:prstClr val="white"/>
                  </a:solidFill>
                  <a:latin typeface="Adamant BG" panose="02000505000000020004" pitchFamily="50" charset="0"/>
                  <a:cs typeface="Clear Sans" panose="020B0503030202020304" pitchFamily="34" charset="0"/>
                </a:endParaRPr>
              </a:p>
            </p:txBody>
          </p:sp>
        </p:grpSp>
      </p:grpSp>
      <p:sp>
        <p:nvSpPr>
          <p:cNvPr id="61" name="Title 1"/>
          <p:cNvSpPr txBox="1">
            <a:spLocks/>
          </p:cNvSpPr>
          <p:nvPr/>
        </p:nvSpPr>
        <p:spPr>
          <a:xfrm>
            <a:off x="479424" y="171535"/>
            <a:ext cx="8389846" cy="95809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b="1" kern="1200">
                <a:solidFill>
                  <a:schemeClr val="tx1">
                    <a:lumMod val="75000"/>
                    <a:lumOff val="25000"/>
                  </a:schemeClr>
                </a:solidFill>
                <a:latin typeface="+mj-lt"/>
                <a:ea typeface="+mj-ea"/>
                <a:cs typeface="+mj-cs"/>
              </a:defRPr>
            </a:lvl1pPr>
          </a:lstStyle>
          <a:p>
            <a:pPr algn="r" rtl="1" fontAlgn="auto">
              <a:spcAft>
                <a:spcPts val="0"/>
              </a:spcAft>
            </a:pPr>
            <a:r>
              <a:rPr lang="ar-SA" u="sng" dirty="0">
                <a:solidFill>
                  <a:srgbClr val="4472C4"/>
                </a:solidFill>
              </a:rPr>
              <a:t>1-	ما هي الرسوم المتحركة والكرتونية؟</a:t>
            </a:r>
            <a:endParaRPr lang="en-AU" u="sng" dirty="0">
              <a:solidFill>
                <a:srgbClr val="4472C4"/>
              </a:solidFill>
            </a:endParaRPr>
          </a:p>
        </p:txBody>
      </p:sp>
      <p:sp>
        <p:nvSpPr>
          <p:cNvPr id="5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8151959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809720" y="507088"/>
            <a:ext cx="9906069" cy="769441"/>
          </a:xfrm>
          <a:prstGeom prst="rect">
            <a:avLst/>
          </a:prstGeom>
        </p:spPr>
        <p:txBody>
          <a:bodyPr wrap="square">
            <a:spAutoFit/>
          </a:bodyPr>
          <a:lstStyle/>
          <a:p>
            <a:pPr algn="ctr" rtl="1"/>
            <a:r>
              <a:rPr lang="ar-SA" sz="4400" b="1" u="sng" dirty="0">
                <a:solidFill>
                  <a:srgbClr val="4472C4"/>
                </a:solidFill>
                <a:cs typeface="Simplified Arabic" panose="02020603050405020304" pitchFamily="18" charset="-78"/>
              </a:rPr>
              <a:t>2-	التطور التاريخي </a:t>
            </a:r>
            <a:endParaRPr lang="id-ID" sz="4400" u="sng" dirty="0">
              <a:solidFill>
                <a:srgbClr val="4472C4"/>
              </a:solidFill>
              <a:latin typeface="Open Sans" pitchFamily="34" charset="0"/>
              <a:ea typeface="Open Sans" pitchFamily="34" charset="0"/>
              <a:cs typeface="Open Sans" pitchFamily="34" charset="0"/>
            </a:endParaRPr>
          </a:p>
        </p:txBody>
      </p:sp>
      <p:cxnSp>
        <p:nvCxnSpPr>
          <p:cNvPr id="9" name="Straight Connector 8"/>
          <p:cNvCxnSpPr/>
          <p:nvPr/>
        </p:nvCxnSpPr>
        <p:spPr>
          <a:xfrm rot="5400000">
            <a:off x="3713678" y="3905257"/>
            <a:ext cx="4763591" cy="1057"/>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6038850" y="3699948"/>
            <a:ext cx="819156" cy="114301"/>
            <a:chOff x="4529137" y="2774961"/>
            <a:chExt cx="614367" cy="85726"/>
          </a:xfrm>
        </p:grpSpPr>
        <p:cxnSp>
          <p:nvCxnSpPr>
            <p:cNvPr id="49" name="Straight Connector 48"/>
            <p:cNvCxnSpPr>
              <a:stCxn id="52" idx="6"/>
              <a:endCxn id="24" idx="1"/>
            </p:cNvCxnSpPr>
            <p:nvPr/>
          </p:nvCxnSpPr>
          <p:spPr>
            <a:xfrm>
              <a:off x="4614863" y="2817824"/>
              <a:ext cx="528641" cy="57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8" name="Group 99"/>
          <p:cNvGrpSpPr/>
          <p:nvPr/>
        </p:nvGrpSpPr>
        <p:grpSpPr>
          <a:xfrm>
            <a:off x="5324998" y="2277547"/>
            <a:ext cx="828147" cy="114301"/>
            <a:chOff x="3993752" y="1708160"/>
            <a:chExt cx="621111" cy="85726"/>
          </a:xfrm>
        </p:grpSpPr>
        <p:cxnSp>
          <p:nvCxnSpPr>
            <p:cNvPr id="46" name="Straight Connector 45"/>
            <p:cNvCxnSpPr>
              <a:stCxn id="14" idx="3"/>
              <a:endCxn id="53" idx="2"/>
            </p:cNvCxnSpPr>
            <p:nvPr/>
          </p:nvCxnSpPr>
          <p:spPr>
            <a:xfrm>
              <a:off x="3993752" y="1746823"/>
              <a:ext cx="535385" cy="420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0" name="Group 101"/>
          <p:cNvGrpSpPr/>
          <p:nvPr/>
        </p:nvGrpSpPr>
        <p:grpSpPr>
          <a:xfrm>
            <a:off x="5325002" y="5223947"/>
            <a:ext cx="828137" cy="114301"/>
            <a:chOff x="3993759" y="3917960"/>
            <a:chExt cx="621104" cy="85726"/>
          </a:xfrm>
        </p:grpSpPr>
        <p:cxnSp>
          <p:nvCxnSpPr>
            <p:cNvPr id="51" name="Straight Connector 50"/>
            <p:cNvCxnSpPr>
              <a:stCxn id="27" idx="3"/>
              <a:endCxn id="54" idx="6"/>
            </p:cNvCxnSpPr>
            <p:nvPr/>
          </p:nvCxnSpPr>
          <p:spPr>
            <a:xfrm flipV="1">
              <a:off x="3993759" y="3960823"/>
              <a:ext cx="621104" cy="58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5" name="Group 93"/>
          <p:cNvGrpSpPr/>
          <p:nvPr/>
        </p:nvGrpSpPr>
        <p:grpSpPr>
          <a:xfrm>
            <a:off x="321818" y="1708370"/>
            <a:ext cx="5003182" cy="1815882"/>
            <a:chOff x="241363" y="1281279"/>
            <a:chExt cx="3752387" cy="1361913"/>
          </a:xfrm>
        </p:grpSpPr>
        <p:grpSp>
          <p:nvGrpSpPr>
            <p:cNvPr id="16" name="Group 89"/>
            <p:cNvGrpSpPr/>
            <p:nvPr/>
          </p:nvGrpSpPr>
          <p:grpSpPr>
            <a:xfrm>
              <a:off x="241363" y="1281279"/>
              <a:ext cx="2953522" cy="1361913"/>
              <a:chOff x="241363" y="1281279"/>
              <a:chExt cx="2953522" cy="1361913"/>
            </a:xfrm>
          </p:grpSpPr>
          <p:sp>
            <p:nvSpPr>
              <p:cNvPr id="30" name="Rectangle 29"/>
              <p:cNvSpPr/>
              <p:nvPr/>
            </p:nvSpPr>
            <p:spPr>
              <a:xfrm>
                <a:off x="241363" y="1281279"/>
                <a:ext cx="2953522" cy="1361913"/>
              </a:xfrm>
              <a:prstGeom prst="rect">
                <a:avLst/>
              </a:prstGeom>
            </p:spPr>
            <p:txBody>
              <a:bodyPr wrap="square">
                <a:spAutoFit/>
              </a:bodyPr>
              <a:lstStyle/>
              <a:p>
                <a:pPr algn="ctr" rtl="1"/>
                <a:r>
                  <a:rPr lang="ar-SA" sz="2800" b="1" dirty="0" smtClean="0">
                    <a:solidFill>
                      <a:srgbClr val="9BBB59"/>
                    </a:solidFill>
                    <a:cs typeface="Simplified Arabic" panose="02020603050405020304" pitchFamily="18" charset="-78"/>
                  </a:rPr>
                  <a:t>القرن </a:t>
                </a:r>
                <a:r>
                  <a:rPr lang="ar-SA" sz="2800" b="1" dirty="0">
                    <a:solidFill>
                      <a:srgbClr val="9BBB59"/>
                    </a:solidFill>
                    <a:cs typeface="Simplified Arabic" panose="02020603050405020304" pitchFamily="18" charset="-78"/>
                  </a:rPr>
                  <a:t>الـ 19، تم تطوير جهاز يسمى "الديداليوم" الذي ابتكر عام 1834م على يد وليم جورج هورنر</a:t>
                </a:r>
                <a:endParaRPr lang="en-US" sz="2800" b="1" dirty="0">
                  <a:solidFill>
                    <a:srgbClr val="9BBB59"/>
                  </a:solidFill>
                  <a:latin typeface="Open Sans Light" pitchFamily="34" charset="0"/>
                  <a:ea typeface="Open Sans Light" pitchFamily="34" charset="0"/>
                  <a:cs typeface="Open Sans Light" pitchFamily="34" charset="0"/>
                </a:endParaRPr>
              </a:p>
            </p:txBody>
          </p:sp>
          <p:sp>
            <p:nvSpPr>
              <p:cNvPr id="31" name="Rectangle 30"/>
              <p:cNvSpPr/>
              <p:nvPr/>
            </p:nvSpPr>
            <p:spPr>
              <a:xfrm>
                <a:off x="2824947" y="1357304"/>
                <a:ext cx="138548" cy="253915"/>
              </a:xfrm>
              <a:prstGeom prst="rect">
                <a:avLst/>
              </a:prstGeom>
            </p:spPr>
            <p:txBody>
              <a:bodyPr wrap="none">
                <a:spAutoFit/>
              </a:bodyPr>
              <a:lstStyle/>
              <a:p>
                <a:pPr algn="r"/>
                <a:endParaRPr lang="en-US" sz="1600" dirty="0">
                  <a:solidFill>
                    <a:prstClr val="white">
                      <a:lumMod val="65000"/>
                    </a:prstClr>
                  </a:solidFill>
                  <a:latin typeface="Open Sans" pitchFamily="34" charset="0"/>
                  <a:ea typeface="Open Sans" pitchFamily="34" charset="0"/>
                  <a:cs typeface="Open Sans" pitchFamily="34" charset="0"/>
                </a:endParaRPr>
              </a:p>
            </p:txBody>
          </p:sp>
        </p:grpSp>
        <p:grpSp>
          <p:nvGrpSpPr>
            <p:cNvPr id="18" name="Group 83"/>
            <p:cNvGrpSpPr/>
            <p:nvPr/>
          </p:nvGrpSpPr>
          <p:grpSpPr>
            <a:xfrm>
              <a:off x="3357554" y="1428742"/>
              <a:ext cx="636196" cy="636164"/>
              <a:chOff x="3357554" y="1428742"/>
              <a:chExt cx="636196" cy="636164"/>
            </a:xfrm>
          </p:grpSpPr>
          <p:sp>
            <p:nvSpPr>
              <p:cNvPr id="14" name="Rectangle 13"/>
              <p:cNvSpPr/>
              <p:nvPr/>
            </p:nvSpPr>
            <p:spPr>
              <a:xfrm>
                <a:off x="3357554" y="1428742"/>
                <a:ext cx="636196" cy="6361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9" name="Freeform 100"/>
              <p:cNvSpPr>
                <a:spLocks/>
              </p:cNvSpPr>
              <p:nvPr/>
            </p:nvSpPr>
            <p:spPr bwMode="auto">
              <a:xfrm>
                <a:off x="3500430" y="1571618"/>
                <a:ext cx="303570" cy="34205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grpSp>
      </p:grpSp>
      <p:grpSp>
        <p:nvGrpSpPr>
          <p:cNvPr id="22" name="Group 97"/>
          <p:cNvGrpSpPr/>
          <p:nvPr/>
        </p:nvGrpSpPr>
        <p:grpSpPr>
          <a:xfrm>
            <a:off x="254542" y="4254280"/>
            <a:ext cx="5070458" cy="2062103"/>
            <a:chOff x="190906" y="3190708"/>
            <a:chExt cx="3802844" cy="1546577"/>
          </a:xfrm>
        </p:grpSpPr>
        <p:sp>
          <p:nvSpPr>
            <p:cNvPr id="34" name="Rectangle 33"/>
            <p:cNvSpPr/>
            <p:nvPr/>
          </p:nvSpPr>
          <p:spPr>
            <a:xfrm>
              <a:off x="190906" y="3190708"/>
              <a:ext cx="3090449" cy="1546577"/>
            </a:xfrm>
            <a:prstGeom prst="rect">
              <a:avLst/>
            </a:prstGeom>
          </p:spPr>
          <p:txBody>
            <a:bodyPr wrap="square">
              <a:spAutoFit/>
            </a:bodyPr>
            <a:lstStyle/>
            <a:p>
              <a:pPr algn="ctr" rtl="1"/>
              <a:r>
                <a:rPr lang="ar-SA" sz="3200" b="1" dirty="0" smtClean="0">
                  <a:solidFill>
                    <a:srgbClr val="C0392B"/>
                  </a:solidFill>
                  <a:cs typeface="Simplified Arabic" panose="02020603050405020304" pitchFamily="18" charset="-78"/>
                </a:rPr>
                <a:t>عام </a:t>
              </a:r>
              <a:r>
                <a:rPr lang="ar-SA" sz="3200" b="1" dirty="0">
                  <a:solidFill>
                    <a:srgbClr val="C0392B"/>
                  </a:solidFill>
                  <a:cs typeface="Simplified Arabic" panose="02020603050405020304" pitchFamily="18" charset="-78"/>
                </a:rPr>
                <a:t>1892، وجود أشرطة ترفيهية ملونة مصحوبة بالغناء والموسيقى في متحف غريفين الباريسي</a:t>
              </a:r>
              <a:endParaRPr lang="en-US" sz="3200" b="1" dirty="0">
                <a:solidFill>
                  <a:srgbClr val="C0392B"/>
                </a:solidFill>
                <a:latin typeface="Open Sans Light" pitchFamily="34" charset="0"/>
                <a:ea typeface="Open Sans Light" pitchFamily="34" charset="0"/>
                <a:cs typeface="Open Sans Light" pitchFamily="34" charset="0"/>
              </a:endParaRPr>
            </a:p>
          </p:txBody>
        </p:sp>
        <p:grpSp>
          <p:nvGrpSpPr>
            <p:cNvPr id="26" name="Group 86"/>
            <p:cNvGrpSpPr/>
            <p:nvPr/>
          </p:nvGrpSpPr>
          <p:grpSpPr>
            <a:xfrm>
              <a:off x="3357554" y="3643320"/>
              <a:ext cx="636196" cy="636164"/>
              <a:chOff x="3357554" y="3643320"/>
              <a:chExt cx="636196" cy="636164"/>
            </a:xfrm>
          </p:grpSpPr>
          <p:sp>
            <p:nvSpPr>
              <p:cNvPr id="27" name="Rectangle 26"/>
              <p:cNvSpPr/>
              <p:nvPr/>
            </p:nvSpPr>
            <p:spPr>
              <a:xfrm>
                <a:off x="3357554" y="3643320"/>
                <a:ext cx="636196" cy="63616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29" name="Group 67"/>
              <p:cNvGrpSpPr/>
              <p:nvPr/>
            </p:nvGrpSpPr>
            <p:grpSpPr>
              <a:xfrm>
                <a:off x="3428992" y="3857634"/>
                <a:ext cx="503238" cy="177800"/>
                <a:chOff x="1441430" y="4357700"/>
                <a:chExt cx="503238" cy="177800"/>
              </a:xfrm>
              <a:solidFill>
                <a:schemeClr val="bg1"/>
              </a:solidFill>
            </p:grpSpPr>
            <p:sp>
              <p:nvSpPr>
                <p:cNvPr id="64"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sp>
              <p:nvSpPr>
                <p:cNvPr id="65"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sp>
              <p:nvSpPr>
                <p:cNvPr id="66"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grpSp>
        </p:grpSp>
      </p:grpSp>
      <p:grpSp>
        <p:nvGrpSpPr>
          <p:cNvPr id="47" name="Group 96"/>
          <p:cNvGrpSpPr/>
          <p:nvPr/>
        </p:nvGrpSpPr>
        <p:grpSpPr>
          <a:xfrm>
            <a:off x="6858005" y="3161338"/>
            <a:ext cx="4856732" cy="1569660"/>
            <a:chOff x="5143504" y="2371003"/>
            <a:chExt cx="3642549" cy="1177245"/>
          </a:xfrm>
        </p:grpSpPr>
        <p:sp>
          <p:nvSpPr>
            <p:cNvPr id="38" name="Rectangle 37"/>
            <p:cNvSpPr/>
            <p:nvPr/>
          </p:nvSpPr>
          <p:spPr>
            <a:xfrm>
              <a:off x="5893274" y="2371003"/>
              <a:ext cx="2892779" cy="1177245"/>
            </a:xfrm>
            <a:prstGeom prst="rect">
              <a:avLst/>
            </a:prstGeom>
          </p:spPr>
          <p:txBody>
            <a:bodyPr wrap="square">
              <a:spAutoFit/>
            </a:bodyPr>
            <a:lstStyle/>
            <a:p>
              <a:pPr algn="ctr" rtl="1"/>
              <a:r>
                <a:rPr lang="ar-SA" sz="3200" b="1" dirty="0" smtClean="0">
                  <a:solidFill>
                    <a:srgbClr val="2980B9"/>
                  </a:solidFill>
                  <a:cs typeface="Simplified Arabic" panose="02020603050405020304" pitchFamily="18" charset="-78"/>
                </a:rPr>
                <a:t>30 </a:t>
              </a:r>
              <a:r>
                <a:rPr lang="ar-SA" sz="3200" b="1" dirty="0">
                  <a:solidFill>
                    <a:srgbClr val="2980B9"/>
                  </a:solidFill>
                  <a:cs typeface="Simplified Arabic" panose="02020603050405020304" pitchFamily="18" charset="-78"/>
                </a:rPr>
                <a:t>آب عام 1877، يعتبر هذا التاريخ انطلاقة ولادة الرسوم المتحركة</a:t>
              </a:r>
              <a:endParaRPr lang="en-US" sz="3200" b="1" dirty="0">
                <a:solidFill>
                  <a:srgbClr val="2980B9"/>
                </a:solidFill>
                <a:latin typeface="Open Sans Light" pitchFamily="34" charset="0"/>
                <a:ea typeface="Open Sans Light" pitchFamily="34" charset="0"/>
                <a:cs typeface="Open Sans Light" pitchFamily="34" charset="0"/>
              </a:endParaRPr>
            </a:p>
          </p:txBody>
        </p:sp>
        <p:grpSp>
          <p:nvGrpSpPr>
            <p:cNvPr id="50" name="Group 81"/>
            <p:cNvGrpSpPr/>
            <p:nvPr/>
          </p:nvGrpSpPr>
          <p:grpSpPr>
            <a:xfrm>
              <a:off x="5143504" y="2500312"/>
              <a:ext cx="636196" cy="636164"/>
              <a:chOff x="5143504" y="2500312"/>
              <a:chExt cx="636196" cy="636164"/>
            </a:xfrm>
          </p:grpSpPr>
          <p:sp>
            <p:nvSpPr>
              <p:cNvPr id="24" name="Rectangle 23"/>
              <p:cNvSpPr/>
              <p:nvPr/>
            </p:nvSpPr>
            <p:spPr>
              <a:xfrm>
                <a:off x="5143504" y="2500312"/>
                <a:ext cx="636196" cy="636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56" name="Group 78"/>
              <p:cNvGrpSpPr/>
              <p:nvPr/>
            </p:nvGrpSpPr>
            <p:grpSpPr>
              <a:xfrm>
                <a:off x="5333133" y="2643188"/>
                <a:ext cx="272454" cy="363686"/>
                <a:chOff x="1868971" y="2767277"/>
                <a:chExt cx="274694" cy="366676"/>
              </a:xfrm>
              <a:solidFill>
                <a:schemeClr val="bg1"/>
              </a:solidFill>
            </p:grpSpPr>
            <p:sp>
              <p:nvSpPr>
                <p:cNvPr id="8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dirty="0">
                    <a:solidFill>
                      <a:srgbClr val="FFFFFF"/>
                    </a:solidFill>
                    <a:effectLst>
                      <a:outerShdw blurRad="38100" dist="38100" dir="2700000" algn="tl">
                        <a:srgbClr val="000000"/>
                      </a:outerShdw>
                    </a:effectLst>
                    <a:cs typeface="Simplified Arabic" panose="02020603050405020304" pitchFamily="18" charset="-78"/>
                  </a:endParaRPr>
                </a:p>
              </p:txBody>
            </p:sp>
            <p:sp>
              <p:nvSpPr>
                <p:cNvPr id="8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dirty="0">
                    <a:solidFill>
                      <a:srgbClr val="FFFFFF"/>
                    </a:solidFill>
                    <a:effectLst>
                      <a:outerShdw blurRad="38100" dist="38100" dir="2700000" algn="tl">
                        <a:srgbClr val="000000"/>
                      </a:outerShdw>
                    </a:effectLst>
                    <a:cs typeface="Simplified Arabic" panose="02020603050405020304" pitchFamily="18" charset="-78"/>
                  </a:endParaRPr>
                </a:p>
              </p:txBody>
            </p:sp>
          </p:grpSp>
        </p:grpSp>
      </p:grpSp>
      <p:sp>
        <p:nvSpPr>
          <p:cNvPr id="3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3775654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000"/>
                            </p:stCondLst>
                            <p:childTnLst>
                              <p:par>
                                <p:cTn id="13" presetID="12" presetClass="entr" presetSubtype="2" fill="hold"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slide(fromRight)">
                                      <p:cBhvr>
                                        <p:cTn id="15" dur="500"/>
                                        <p:tgtEl>
                                          <p:spTgt spid="15"/>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slide(fromLeft)">
                                      <p:cBhvr>
                                        <p:cTn id="19" dur="500"/>
                                        <p:tgtEl>
                                          <p:spTgt spid="7"/>
                                        </p:tgtEl>
                                      </p:cBhvr>
                                    </p:animEffect>
                                  </p:childTnLst>
                                </p:cTn>
                              </p:par>
                            </p:childTnLst>
                          </p:cTn>
                        </p:par>
                        <p:par>
                          <p:cTn id="20" fill="hold">
                            <p:stCondLst>
                              <p:cond delay="2000"/>
                            </p:stCondLst>
                            <p:childTnLst>
                              <p:par>
                                <p:cTn id="21" presetID="12" presetClass="entr" presetSubtype="8" fill="hold" nodeType="after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slide(fromLeft)">
                                      <p:cBhvr>
                                        <p:cTn id="23" dur="500"/>
                                        <p:tgtEl>
                                          <p:spTgt spid="47"/>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slide(fromLeft)">
                                      <p:cBhvr>
                                        <p:cTn id="27" dur="500"/>
                                        <p:tgtEl>
                                          <p:spTgt spid="10"/>
                                        </p:tgtEl>
                                      </p:cBhvr>
                                    </p:animEffect>
                                  </p:childTnLst>
                                </p:cTn>
                              </p:par>
                            </p:childTnLst>
                          </p:cTn>
                        </p:par>
                        <p:par>
                          <p:cTn id="28" fill="hold">
                            <p:stCondLst>
                              <p:cond delay="3000"/>
                            </p:stCondLst>
                            <p:childTnLst>
                              <p:par>
                                <p:cTn id="29" presetID="12" presetClass="entr" presetSubtype="2" fill="hold" nodeType="after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slide(fromRight)">
                                      <p:cBhvr>
                                        <p:cTn id="3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809720" y="507088"/>
            <a:ext cx="9906069" cy="769441"/>
          </a:xfrm>
          <a:prstGeom prst="rect">
            <a:avLst/>
          </a:prstGeom>
        </p:spPr>
        <p:txBody>
          <a:bodyPr wrap="square">
            <a:spAutoFit/>
          </a:bodyPr>
          <a:lstStyle/>
          <a:p>
            <a:pPr algn="ctr" rtl="1"/>
            <a:r>
              <a:rPr lang="ar-SA" sz="4400" b="1" u="sng" dirty="0">
                <a:solidFill>
                  <a:srgbClr val="4472C4"/>
                </a:solidFill>
                <a:cs typeface="Simplified Arabic" panose="02020603050405020304" pitchFamily="18" charset="-78"/>
              </a:rPr>
              <a:t>2-	التطور التاريخي </a:t>
            </a:r>
            <a:endParaRPr lang="id-ID" sz="4400" u="sng" dirty="0">
              <a:solidFill>
                <a:srgbClr val="4472C4"/>
              </a:solidFill>
              <a:latin typeface="Open Sans" pitchFamily="34" charset="0"/>
              <a:ea typeface="Open Sans" pitchFamily="34" charset="0"/>
              <a:cs typeface="Open Sans" pitchFamily="34" charset="0"/>
            </a:endParaRPr>
          </a:p>
        </p:txBody>
      </p:sp>
      <p:cxnSp>
        <p:nvCxnSpPr>
          <p:cNvPr id="9" name="Straight Connector 8"/>
          <p:cNvCxnSpPr/>
          <p:nvPr/>
        </p:nvCxnSpPr>
        <p:spPr>
          <a:xfrm rot="5400000">
            <a:off x="3713678" y="3905257"/>
            <a:ext cx="4763591" cy="1057"/>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6038850" y="3699948"/>
            <a:ext cx="819156" cy="114301"/>
            <a:chOff x="4529137" y="2774961"/>
            <a:chExt cx="614367" cy="85726"/>
          </a:xfrm>
        </p:grpSpPr>
        <p:cxnSp>
          <p:nvCxnSpPr>
            <p:cNvPr id="49" name="Straight Connector 48"/>
            <p:cNvCxnSpPr>
              <a:stCxn id="52" idx="6"/>
              <a:endCxn id="24" idx="1"/>
            </p:cNvCxnSpPr>
            <p:nvPr/>
          </p:nvCxnSpPr>
          <p:spPr>
            <a:xfrm>
              <a:off x="4614863" y="2817824"/>
              <a:ext cx="528641" cy="57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8" name="Group 99"/>
          <p:cNvGrpSpPr/>
          <p:nvPr/>
        </p:nvGrpSpPr>
        <p:grpSpPr>
          <a:xfrm>
            <a:off x="5324998" y="2277547"/>
            <a:ext cx="828147" cy="114301"/>
            <a:chOff x="3993752" y="1708160"/>
            <a:chExt cx="621111" cy="85726"/>
          </a:xfrm>
        </p:grpSpPr>
        <p:cxnSp>
          <p:nvCxnSpPr>
            <p:cNvPr id="46" name="Straight Connector 45"/>
            <p:cNvCxnSpPr>
              <a:stCxn id="14" idx="3"/>
              <a:endCxn id="53" idx="2"/>
            </p:cNvCxnSpPr>
            <p:nvPr/>
          </p:nvCxnSpPr>
          <p:spPr>
            <a:xfrm>
              <a:off x="3993752" y="1746823"/>
              <a:ext cx="535385" cy="420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0" name="Group 101"/>
          <p:cNvGrpSpPr/>
          <p:nvPr/>
        </p:nvGrpSpPr>
        <p:grpSpPr>
          <a:xfrm>
            <a:off x="5325002" y="5223947"/>
            <a:ext cx="828137" cy="114301"/>
            <a:chOff x="3993759" y="3917960"/>
            <a:chExt cx="621104" cy="85726"/>
          </a:xfrm>
        </p:grpSpPr>
        <p:cxnSp>
          <p:nvCxnSpPr>
            <p:cNvPr id="51" name="Straight Connector 50"/>
            <p:cNvCxnSpPr>
              <a:stCxn id="27" idx="3"/>
              <a:endCxn id="54" idx="6"/>
            </p:cNvCxnSpPr>
            <p:nvPr/>
          </p:nvCxnSpPr>
          <p:spPr>
            <a:xfrm flipV="1">
              <a:off x="3993759" y="3960823"/>
              <a:ext cx="621104" cy="58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5" name="Group 93"/>
          <p:cNvGrpSpPr/>
          <p:nvPr/>
        </p:nvGrpSpPr>
        <p:grpSpPr>
          <a:xfrm>
            <a:off x="395219" y="1776342"/>
            <a:ext cx="4929781" cy="1384996"/>
            <a:chOff x="296414" y="1332258"/>
            <a:chExt cx="3697336" cy="1038748"/>
          </a:xfrm>
        </p:grpSpPr>
        <p:grpSp>
          <p:nvGrpSpPr>
            <p:cNvPr id="16" name="Group 89"/>
            <p:cNvGrpSpPr/>
            <p:nvPr/>
          </p:nvGrpSpPr>
          <p:grpSpPr>
            <a:xfrm>
              <a:off x="296414" y="1332258"/>
              <a:ext cx="2953522" cy="1038748"/>
              <a:chOff x="296414" y="1332258"/>
              <a:chExt cx="2953522" cy="1038748"/>
            </a:xfrm>
          </p:grpSpPr>
          <p:sp>
            <p:nvSpPr>
              <p:cNvPr id="30" name="Rectangle 29"/>
              <p:cNvSpPr/>
              <p:nvPr/>
            </p:nvSpPr>
            <p:spPr>
              <a:xfrm>
                <a:off x="296414" y="1332258"/>
                <a:ext cx="2953522" cy="1038748"/>
              </a:xfrm>
              <a:prstGeom prst="rect">
                <a:avLst/>
              </a:prstGeom>
            </p:spPr>
            <p:txBody>
              <a:bodyPr wrap="square">
                <a:spAutoFit/>
              </a:bodyPr>
              <a:lstStyle/>
              <a:p>
                <a:pPr algn="ctr" rtl="1"/>
                <a:r>
                  <a:rPr lang="ar-SA" sz="2800" b="1" dirty="0" smtClean="0">
                    <a:solidFill>
                      <a:srgbClr val="9BBB59"/>
                    </a:solidFill>
                    <a:cs typeface="Simplified Arabic" panose="02020603050405020304" pitchFamily="18" charset="-78"/>
                  </a:rPr>
                  <a:t>عام </a:t>
                </a:r>
                <a:r>
                  <a:rPr lang="ar-SA" sz="2800" b="1" dirty="0">
                    <a:solidFill>
                      <a:srgbClr val="9BBB59"/>
                    </a:solidFill>
                    <a:cs typeface="Simplified Arabic" panose="02020603050405020304" pitchFamily="18" charset="-78"/>
                  </a:rPr>
                  <a:t>1899م، ظهر إنجاز أفلام للرُّسوم المتحركة في بريطانيا على يد آرثر ملبورن كوبر</a:t>
                </a:r>
                <a:endParaRPr lang="en-US" sz="2800" b="1" dirty="0">
                  <a:solidFill>
                    <a:srgbClr val="9BBB59"/>
                  </a:solidFill>
                  <a:latin typeface="Open Sans Light" pitchFamily="34" charset="0"/>
                  <a:ea typeface="Open Sans Light" pitchFamily="34" charset="0"/>
                  <a:cs typeface="Open Sans Light" pitchFamily="34" charset="0"/>
                </a:endParaRPr>
              </a:p>
            </p:txBody>
          </p:sp>
          <p:sp>
            <p:nvSpPr>
              <p:cNvPr id="31" name="Rectangle 30"/>
              <p:cNvSpPr/>
              <p:nvPr/>
            </p:nvSpPr>
            <p:spPr>
              <a:xfrm>
                <a:off x="2824947" y="1357304"/>
                <a:ext cx="138548" cy="253915"/>
              </a:xfrm>
              <a:prstGeom prst="rect">
                <a:avLst/>
              </a:prstGeom>
            </p:spPr>
            <p:txBody>
              <a:bodyPr wrap="none">
                <a:spAutoFit/>
              </a:bodyPr>
              <a:lstStyle/>
              <a:p>
                <a:pPr algn="r"/>
                <a:endParaRPr lang="en-US" sz="1600" dirty="0">
                  <a:solidFill>
                    <a:prstClr val="white">
                      <a:lumMod val="65000"/>
                    </a:prstClr>
                  </a:solidFill>
                  <a:latin typeface="Open Sans" pitchFamily="34" charset="0"/>
                  <a:ea typeface="Open Sans" pitchFamily="34" charset="0"/>
                  <a:cs typeface="Open Sans" pitchFamily="34" charset="0"/>
                </a:endParaRPr>
              </a:p>
            </p:txBody>
          </p:sp>
        </p:grpSp>
        <p:grpSp>
          <p:nvGrpSpPr>
            <p:cNvPr id="18" name="Group 83"/>
            <p:cNvGrpSpPr/>
            <p:nvPr/>
          </p:nvGrpSpPr>
          <p:grpSpPr>
            <a:xfrm>
              <a:off x="3357554" y="1428742"/>
              <a:ext cx="636196" cy="636164"/>
              <a:chOff x="3357554" y="1428742"/>
              <a:chExt cx="636196" cy="636164"/>
            </a:xfrm>
          </p:grpSpPr>
          <p:sp>
            <p:nvSpPr>
              <p:cNvPr id="14" name="Rectangle 13"/>
              <p:cNvSpPr/>
              <p:nvPr/>
            </p:nvSpPr>
            <p:spPr>
              <a:xfrm>
                <a:off x="3357554" y="1428742"/>
                <a:ext cx="636196" cy="6361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9" name="Freeform 100"/>
              <p:cNvSpPr>
                <a:spLocks/>
              </p:cNvSpPr>
              <p:nvPr/>
            </p:nvSpPr>
            <p:spPr bwMode="auto">
              <a:xfrm>
                <a:off x="3500430" y="1571618"/>
                <a:ext cx="303570" cy="34205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grpSp>
      </p:grpSp>
      <p:grpSp>
        <p:nvGrpSpPr>
          <p:cNvPr id="22" name="Group 97"/>
          <p:cNvGrpSpPr/>
          <p:nvPr/>
        </p:nvGrpSpPr>
        <p:grpSpPr>
          <a:xfrm>
            <a:off x="249250" y="4181969"/>
            <a:ext cx="5075750" cy="2062103"/>
            <a:chOff x="186937" y="3136475"/>
            <a:chExt cx="3806813" cy="1546577"/>
          </a:xfrm>
        </p:grpSpPr>
        <p:sp>
          <p:nvSpPr>
            <p:cNvPr id="34" name="Rectangle 33"/>
            <p:cNvSpPr/>
            <p:nvPr/>
          </p:nvSpPr>
          <p:spPr>
            <a:xfrm>
              <a:off x="186937" y="3136475"/>
              <a:ext cx="3090449" cy="1546577"/>
            </a:xfrm>
            <a:prstGeom prst="rect">
              <a:avLst/>
            </a:prstGeom>
          </p:spPr>
          <p:txBody>
            <a:bodyPr wrap="square">
              <a:spAutoFit/>
            </a:bodyPr>
            <a:lstStyle/>
            <a:p>
              <a:pPr algn="ctr" rtl="1"/>
              <a:r>
                <a:rPr lang="ar-SA" sz="3200" b="1" dirty="0" smtClean="0">
                  <a:solidFill>
                    <a:srgbClr val="C0392B"/>
                  </a:solidFill>
                  <a:cs typeface="Simplified Arabic" panose="02020603050405020304" pitchFamily="18" charset="-78"/>
                </a:rPr>
                <a:t>عام </a:t>
              </a:r>
              <a:r>
                <a:rPr lang="ar-SA" sz="3200" b="1" dirty="0">
                  <a:solidFill>
                    <a:srgbClr val="C0392B"/>
                  </a:solidFill>
                  <a:cs typeface="Simplified Arabic" panose="02020603050405020304" pitchFamily="18" charset="-78"/>
                </a:rPr>
                <a:t>1906، ظهر أول تصوير للرسوم في إطارات فيلمية متصلة رائدها الأمريكي (جيمس ستيوارت بلاكسُتن)</a:t>
              </a:r>
              <a:endParaRPr lang="en-US" sz="3200" b="1" dirty="0">
                <a:solidFill>
                  <a:srgbClr val="C0392B"/>
                </a:solidFill>
                <a:latin typeface="Open Sans Light" pitchFamily="34" charset="0"/>
                <a:ea typeface="Open Sans Light" pitchFamily="34" charset="0"/>
                <a:cs typeface="Open Sans Light" pitchFamily="34" charset="0"/>
              </a:endParaRPr>
            </a:p>
          </p:txBody>
        </p:sp>
        <p:grpSp>
          <p:nvGrpSpPr>
            <p:cNvPr id="26" name="Group 86"/>
            <p:cNvGrpSpPr/>
            <p:nvPr/>
          </p:nvGrpSpPr>
          <p:grpSpPr>
            <a:xfrm>
              <a:off x="3357554" y="3643320"/>
              <a:ext cx="636196" cy="636164"/>
              <a:chOff x="3357554" y="3643320"/>
              <a:chExt cx="636196" cy="636164"/>
            </a:xfrm>
          </p:grpSpPr>
          <p:sp>
            <p:nvSpPr>
              <p:cNvPr id="27" name="Rectangle 26"/>
              <p:cNvSpPr/>
              <p:nvPr/>
            </p:nvSpPr>
            <p:spPr>
              <a:xfrm>
                <a:off x="3357554" y="3643320"/>
                <a:ext cx="636196" cy="63616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29" name="Group 67"/>
              <p:cNvGrpSpPr/>
              <p:nvPr/>
            </p:nvGrpSpPr>
            <p:grpSpPr>
              <a:xfrm>
                <a:off x="3428992" y="3857634"/>
                <a:ext cx="503238" cy="177800"/>
                <a:chOff x="1441430" y="4357700"/>
                <a:chExt cx="503238" cy="177800"/>
              </a:xfrm>
              <a:solidFill>
                <a:schemeClr val="bg1"/>
              </a:solidFill>
            </p:grpSpPr>
            <p:sp>
              <p:nvSpPr>
                <p:cNvPr id="64"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sp>
              <p:nvSpPr>
                <p:cNvPr id="65"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sp>
              <p:nvSpPr>
                <p:cNvPr id="66"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grpSp>
        </p:grpSp>
      </p:grpSp>
      <p:grpSp>
        <p:nvGrpSpPr>
          <p:cNvPr id="47" name="Group 96"/>
          <p:cNvGrpSpPr/>
          <p:nvPr/>
        </p:nvGrpSpPr>
        <p:grpSpPr>
          <a:xfrm>
            <a:off x="6858005" y="3161338"/>
            <a:ext cx="4856732" cy="1569660"/>
            <a:chOff x="5143504" y="2371003"/>
            <a:chExt cx="3642549" cy="1177245"/>
          </a:xfrm>
        </p:grpSpPr>
        <p:sp>
          <p:nvSpPr>
            <p:cNvPr id="38" name="Rectangle 37"/>
            <p:cNvSpPr/>
            <p:nvPr/>
          </p:nvSpPr>
          <p:spPr>
            <a:xfrm>
              <a:off x="5893274" y="2371003"/>
              <a:ext cx="2892779" cy="1177245"/>
            </a:xfrm>
            <a:prstGeom prst="rect">
              <a:avLst/>
            </a:prstGeom>
          </p:spPr>
          <p:txBody>
            <a:bodyPr wrap="square">
              <a:spAutoFit/>
            </a:bodyPr>
            <a:lstStyle/>
            <a:p>
              <a:pPr algn="ctr" rtl="1"/>
              <a:r>
                <a:rPr lang="ar-SA" sz="3200" b="1" dirty="0" smtClean="0">
                  <a:solidFill>
                    <a:srgbClr val="2980B9"/>
                  </a:solidFill>
                  <a:cs typeface="Simplified Arabic" panose="02020603050405020304" pitchFamily="18" charset="-78"/>
                </a:rPr>
                <a:t>ارتبط </a:t>
              </a:r>
              <a:r>
                <a:rPr lang="ar-SA" sz="3200" b="1" dirty="0">
                  <a:solidFill>
                    <a:srgbClr val="2980B9"/>
                  </a:solidFill>
                  <a:cs typeface="Simplified Arabic" panose="02020603050405020304" pitchFamily="18" charset="-78"/>
                </a:rPr>
                <a:t>تطور الرسوم المتحركة لاحقاً بتطور التقانة السينمائية</a:t>
              </a:r>
              <a:endParaRPr lang="en-US" sz="3200" b="1" dirty="0">
                <a:solidFill>
                  <a:srgbClr val="2980B9"/>
                </a:solidFill>
                <a:latin typeface="Open Sans Light" pitchFamily="34" charset="0"/>
                <a:ea typeface="Open Sans Light" pitchFamily="34" charset="0"/>
                <a:cs typeface="Open Sans Light" pitchFamily="34" charset="0"/>
              </a:endParaRPr>
            </a:p>
          </p:txBody>
        </p:sp>
        <p:grpSp>
          <p:nvGrpSpPr>
            <p:cNvPr id="50" name="Group 81"/>
            <p:cNvGrpSpPr/>
            <p:nvPr/>
          </p:nvGrpSpPr>
          <p:grpSpPr>
            <a:xfrm>
              <a:off x="5143504" y="2500312"/>
              <a:ext cx="636196" cy="636164"/>
              <a:chOff x="5143504" y="2500312"/>
              <a:chExt cx="636196" cy="636164"/>
            </a:xfrm>
          </p:grpSpPr>
          <p:sp>
            <p:nvSpPr>
              <p:cNvPr id="24" name="Rectangle 23"/>
              <p:cNvSpPr/>
              <p:nvPr/>
            </p:nvSpPr>
            <p:spPr>
              <a:xfrm>
                <a:off x="5143504" y="2500312"/>
                <a:ext cx="636196" cy="636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56" name="Group 78"/>
              <p:cNvGrpSpPr/>
              <p:nvPr/>
            </p:nvGrpSpPr>
            <p:grpSpPr>
              <a:xfrm>
                <a:off x="5333133" y="2643188"/>
                <a:ext cx="272454" cy="363686"/>
                <a:chOff x="1868971" y="2767277"/>
                <a:chExt cx="274694" cy="366676"/>
              </a:xfrm>
              <a:solidFill>
                <a:schemeClr val="bg1"/>
              </a:solidFill>
            </p:grpSpPr>
            <p:sp>
              <p:nvSpPr>
                <p:cNvPr id="8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dirty="0">
                    <a:solidFill>
                      <a:srgbClr val="FFFFFF"/>
                    </a:solidFill>
                    <a:effectLst>
                      <a:outerShdw blurRad="38100" dist="38100" dir="2700000" algn="tl">
                        <a:srgbClr val="000000"/>
                      </a:outerShdw>
                    </a:effectLst>
                    <a:cs typeface="Simplified Arabic" panose="02020603050405020304" pitchFamily="18" charset="-78"/>
                  </a:endParaRPr>
                </a:p>
              </p:txBody>
            </p:sp>
            <p:sp>
              <p:nvSpPr>
                <p:cNvPr id="8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dirty="0">
                    <a:solidFill>
                      <a:srgbClr val="FFFFFF"/>
                    </a:solidFill>
                    <a:effectLst>
                      <a:outerShdw blurRad="38100" dist="38100" dir="2700000" algn="tl">
                        <a:srgbClr val="000000"/>
                      </a:outerShdw>
                    </a:effectLst>
                    <a:cs typeface="Simplified Arabic" panose="02020603050405020304" pitchFamily="18" charset="-78"/>
                  </a:endParaRPr>
                </a:p>
              </p:txBody>
            </p:sp>
          </p:grpSp>
        </p:grpSp>
      </p:grpSp>
      <p:sp>
        <p:nvSpPr>
          <p:cNvPr id="3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0018013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000"/>
                            </p:stCondLst>
                            <p:childTnLst>
                              <p:par>
                                <p:cTn id="13" presetID="12" presetClass="entr" presetSubtype="2" fill="hold"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slide(fromRight)">
                                      <p:cBhvr>
                                        <p:cTn id="15" dur="500"/>
                                        <p:tgtEl>
                                          <p:spTgt spid="15"/>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slide(fromLeft)">
                                      <p:cBhvr>
                                        <p:cTn id="19" dur="500"/>
                                        <p:tgtEl>
                                          <p:spTgt spid="7"/>
                                        </p:tgtEl>
                                      </p:cBhvr>
                                    </p:animEffect>
                                  </p:childTnLst>
                                </p:cTn>
                              </p:par>
                            </p:childTnLst>
                          </p:cTn>
                        </p:par>
                        <p:par>
                          <p:cTn id="20" fill="hold">
                            <p:stCondLst>
                              <p:cond delay="2000"/>
                            </p:stCondLst>
                            <p:childTnLst>
                              <p:par>
                                <p:cTn id="21" presetID="12" presetClass="entr" presetSubtype="8" fill="hold" nodeType="after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slide(fromLeft)">
                                      <p:cBhvr>
                                        <p:cTn id="23" dur="500"/>
                                        <p:tgtEl>
                                          <p:spTgt spid="47"/>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slide(fromLeft)">
                                      <p:cBhvr>
                                        <p:cTn id="27" dur="500"/>
                                        <p:tgtEl>
                                          <p:spTgt spid="10"/>
                                        </p:tgtEl>
                                      </p:cBhvr>
                                    </p:animEffect>
                                  </p:childTnLst>
                                </p:cTn>
                              </p:par>
                            </p:childTnLst>
                          </p:cTn>
                        </p:par>
                        <p:par>
                          <p:cTn id="28" fill="hold">
                            <p:stCondLst>
                              <p:cond delay="3000"/>
                            </p:stCondLst>
                            <p:childTnLst>
                              <p:par>
                                <p:cTn id="29" presetID="12" presetClass="entr" presetSubtype="2" fill="hold" nodeType="after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slide(fromRight)">
                                      <p:cBhvr>
                                        <p:cTn id="3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809720" y="507088"/>
            <a:ext cx="9906069" cy="769441"/>
          </a:xfrm>
          <a:prstGeom prst="rect">
            <a:avLst/>
          </a:prstGeom>
        </p:spPr>
        <p:txBody>
          <a:bodyPr wrap="square">
            <a:spAutoFit/>
          </a:bodyPr>
          <a:lstStyle/>
          <a:p>
            <a:pPr algn="ctr" rtl="1"/>
            <a:r>
              <a:rPr lang="ar-SA" sz="4400" b="1" u="sng" dirty="0">
                <a:solidFill>
                  <a:srgbClr val="4472C4"/>
                </a:solidFill>
                <a:cs typeface="Simplified Arabic" panose="02020603050405020304" pitchFamily="18" charset="-78"/>
              </a:rPr>
              <a:t>2-	التطور التاريخي </a:t>
            </a:r>
            <a:endParaRPr lang="id-ID" sz="4400" u="sng" dirty="0">
              <a:solidFill>
                <a:srgbClr val="4472C4"/>
              </a:solidFill>
              <a:latin typeface="Open Sans" pitchFamily="34" charset="0"/>
              <a:ea typeface="Open Sans" pitchFamily="34" charset="0"/>
              <a:cs typeface="Open Sans" pitchFamily="34" charset="0"/>
            </a:endParaRPr>
          </a:p>
        </p:txBody>
      </p:sp>
      <p:cxnSp>
        <p:nvCxnSpPr>
          <p:cNvPr id="9" name="Straight Connector 8"/>
          <p:cNvCxnSpPr/>
          <p:nvPr/>
        </p:nvCxnSpPr>
        <p:spPr>
          <a:xfrm rot="5400000">
            <a:off x="3713678" y="3905257"/>
            <a:ext cx="4763591" cy="1057"/>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6038850" y="3699948"/>
            <a:ext cx="819156" cy="114301"/>
            <a:chOff x="4529137" y="2774961"/>
            <a:chExt cx="614367" cy="85726"/>
          </a:xfrm>
        </p:grpSpPr>
        <p:cxnSp>
          <p:nvCxnSpPr>
            <p:cNvPr id="49" name="Straight Connector 48"/>
            <p:cNvCxnSpPr>
              <a:stCxn id="52" idx="6"/>
              <a:endCxn id="24" idx="1"/>
            </p:cNvCxnSpPr>
            <p:nvPr/>
          </p:nvCxnSpPr>
          <p:spPr>
            <a:xfrm>
              <a:off x="4614863" y="2817824"/>
              <a:ext cx="528641" cy="57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8" name="Group 99"/>
          <p:cNvGrpSpPr/>
          <p:nvPr/>
        </p:nvGrpSpPr>
        <p:grpSpPr>
          <a:xfrm>
            <a:off x="5324998" y="2277547"/>
            <a:ext cx="828147" cy="114301"/>
            <a:chOff x="3993752" y="1708160"/>
            <a:chExt cx="621111" cy="85726"/>
          </a:xfrm>
        </p:grpSpPr>
        <p:cxnSp>
          <p:nvCxnSpPr>
            <p:cNvPr id="46" name="Straight Connector 45"/>
            <p:cNvCxnSpPr>
              <a:stCxn id="14" idx="3"/>
              <a:endCxn id="53" idx="2"/>
            </p:cNvCxnSpPr>
            <p:nvPr/>
          </p:nvCxnSpPr>
          <p:spPr>
            <a:xfrm>
              <a:off x="3993752" y="1746823"/>
              <a:ext cx="535385" cy="420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0" name="Group 101"/>
          <p:cNvGrpSpPr/>
          <p:nvPr/>
        </p:nvGrpSpPr>
        <p:grpSpPr>
          <a:xfrm>
            <a:off x="5325002" y="5223947"/>
            <a:ext cx="828137" cy="114301"/>
            <a:chOff x="3993759" y="3917960"/>
            <a:chExt cx="621104" cy="85726"/>
          </a:xfrm>
        </p:grpSpPr>
        <p:cxnSp>
          <p:nvCxnSpPr>
            <p:cNvPr id="51" name="Straight Connector 50"/>
            <p:cNvCxnSpPr>
              <a:stCxn id="27" idx="3"/>
              <a:endCxn id="54" idx="6"/>
            </p:cNvCxnSpPr>
            <p:nvPr/>
          </p:nvCxnSpPr>
          <p:spPr>
            <a:xfrm flipV="1">
              <a:off x="3993759" y="3960823"/>
              <a:ext cx="621104" cy="58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5" name="Group 93"/>
          <p:cNvGrpSpPr/>
          <p:nvPr/>
        </p:nvGrpSpPr>
        <p:grpSpPr>
          <a:xfrm>
            <a:off x="86255" y="1259178"/>
            <a:ext cx="5238745" cy="2677656"/>
            <a:chOff x="64691" y="944384"/>
            <a:chExt cx="3929059" cy="2008244"/>
          </a:xfrm>
        </p:grpSpPr>
        <p:grpSp>
          <p:nvGrpSpPr>
            <p:cNvPr id="16" name="Group 89"/>
            <p:cNvGrpSpPr/>
            <p:nvPr/>
          </p:nvGrpSpPr>
          <p:grpSpPr>
            <a:xfrm>
              <a:off x="64691" y="944384"/>
              <a:ext cx="3357555" cy="2008244"/>
              <a:chOff x="64691" y="944384"/>
              <a:chExt cx="3357555" cy="2008244"/>
            </a:xfrm>
          </p:grpSpPr>
          <p:sp>
            <p:nvSpPr>
              <p:cNvPr id="30" name="Rectangle 29"/>
              <p:cNvSpPr/>
              <p:nvPr/>
            </p:nvSpPr>
            <p:spPr>
              <a:xfrm>
                <a:off x="64691" y="944384"/>
                <a:ext cx="3357555" cy="2008244"/>
              </a:xfrm>
              <a:prstGeom prst="rect">
                <a:avLst/>
              </a:prstGeom>
            </p:spPr>
            <p:txBody>
              <a:bodyPr wrap="square">
                <a:spAutoFit/>
              </a:bodyPr>
              <a:lstStyle/>
              <a:p>
                <a:pPr algn="ctr" rtl="1"/>
                <a:r>
                  <a:rPr lang="ar-SA" sz="2800" b="1" dirty="0" smtClean="0">
                    <a:solidFill>
                      <a:srgbClr val="9BBB59"/>
                    </a:solidFill>
                    <a:cs typeface="Simplified Arabic" panose="02020603050405020304" pitchFamily="18" charset="-78"/>
                  </a:rPr>
                  <a:t>عام </a:t>
                </a:r>
                <a:r>
                  <a:rPr lang="ar-SA" sz="2800" b="1" dirty="0">
                    <a:solidFill>
                      <a:srgbClr val="9BBB59"/>
                    </a:solidFill>
                    <a:cs typeface="Simplified Arabic" panose="02020603050405020304" pitchFamily="18" charset="-78"/>
                  </a:rPr>
                  <a:t>1912، قام المصور والمخرج الروسي ف. أ. ستاريفتش بإخراج أول الأفلام التي اعتمدت على الأشكال المجسمة ثلاثية الأبعاد، وهو المؤسس الأول لهذا النوع من الرسوم المتحركة</a:t>
                </a:r>
                <a:endParaRPr lang="en-US" sz="2800" b="1" dirty="0">
                  <a:solidFill>
                    <a:srgbClr val="9BBB59"/>
                  </a:solidFill>
                  <a:latin typeface="Open Sans Light" pitchFamily="34" charset="0"/>
                  <a:ea typeface="Open Sans Light" pitchFamily="34" charset="0"/>
                  <a:cs typeface="Open Sans Light" pitchFamily="34" charset="0"/>
                </a:endParaRPr>
              </a:p>
            </p:txBody>
          </p:sp>
          <p:sp>
            <p:nvSpPr>
              <p:cNvPr id="31" name="Rectangle 30"/>
              <p:cNvSpPr/>
              <p:nvPr/>
            </p:nvSpPr>
            <p:spPr>
              <a:xfrm>
                <a:off x="2824947" y="1357304"/>
                <a:ext cx="138548" cy="253915"/>
              </a:xfrm>
              <a:prstGeom prst="rect">
                <a:avLst/>
              </a:prstGeom>
            </p:spPr>
            <p:txBody>
              <a:bodyPr wrap="none">
                <a:spAutoFit/>
              </a:bodyPr>
              <a:lstStyle/>
              <a:p>
                <a:pPr algn="r"/>
                <a:endParaRPr lang="en-US" sz="1600" dirty="0">
                  <a:solidFill>
                    <a:prstClr val="white">
                      <a:lumMod val="65000"/>
                    </a:prstClr>
                  </a:solidFill>
                  <a:latin typeface="Open Sans" pitchFamily="34" charset="0"/>
                  <a:ea typeface="Open Sans" pitchFamily="34" charset="0"/>
                  <a:cs typeface="Open Sans" pitchFamily="34" charset="0"/>
                </a:endParaRPr>
              </a:p>
            </p:txBody>
          </p:sp>
        </p:grpSp>
        <p:grpSp>
          <p:nvGrpSpPr>
            <p:cNvPr id="18" name="Group 83"/>
            <p:cNvGrpSpPr/>
            <p:nvPr/>
          </p:nvGrpSpPr>
          <p:grpSpPr>
            <a:xfrm>
              <a:off x="3357554" y="1428742"/>
              <a:ext cx="636196" cy="636164"/>
              <a:chOff x="3357554" y="1428742"/>
              <a:chExt cx="636196" cy="636164"/>
            </a:xfrm>
          </p:grpSpPr>
          <p:sp>
            <p:nvSpPr>
              <p:cNvPr id="14" name="Rectangle 13"/>
              <p:cNvSpPr/>
              <p:nvPr/>
            </p:nvSpPr>
            <p:spPr>
              <a:xfrm>
                <a:off x="3357554" y="1428742"/>
                <a:ext cx="636196" cy="6361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9" name="Freeform 100"/>
              <p:cNvSpPr>
                <a:spLocks/>
              </p:cNvSpPr>
              <p:nvPr/>
            </p:nvSpPr>
            <p:spPr bwMode="auto">
              <a:xfrm>
                <a:off x="3500430" y="1571618"/>
                <a:ext cx="303570" cy="34205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grpSp>
      </p:grpSp>
      <p:grpSp>
        <p:nvGrpSpPr>
          <p:cNvPr id="22" name="Group 97"/>
          <p:cNvGrpSpPr/>
          <p:nvPr/>
        </p:nvGrpSpPr>
        <p:grpSpPr>
          <a:xfrm>
            <a:off x="308257" y="4235570"/>
            <a:ext cx="5016743" cy="1815882"/>
            <a:chOff x="231192" y="3176678"/>
            <a:chExt cx="3762558" cy="1361912"/>
          </a:xfrm>
        </p:grpSpPr>
        <p:sp>
          <p:nvSpPr>
            <p:cNvPr id="34" name="Rectangle 33"/>
            <p:cNvSpPr/>
            <p:nvPr/>
          </p:nvSpPr>
          <p:spPr>
            <a:xfrm>
              <a:off x="231192" y="3176678"/>
              <a:ext cx="3090449" cy="1361912"/>
            </a:xfrm>
            <a:prstGeom prst="rect">
              <a:avLst/>
            </a:prstGeom>
          </p:spPr>
          <p:txBody>
            <a:bodyPr wrap="square">
              <a:spAutoFit/>
            </a:bodyPr>
            <a:lstStyle/>
            <a:p>
              <a:pPr algn="ctr" rtl="1"/>
              <a:r>
                <a:rPr lang="ar-SA" sz="2800" b="1" dirty="0" smtClean="0">
                  <a:solidFill>
                    <a:srgbClr val="C0392B"/>
                  </a:solidFill>
                  <a:cs typeface="Simplified Arabic" panose="02020603050405020304" pitchFamily="18" charset="-78"/>
                </a:rPr>
                <a:t>في </a:t>
              </a:r>
              <a:r>
                <a:rPr lang="ar-SA" sz="2800" b="1" dirty="0">
                  <a:solidFill>
                    <a:srgbClr val="C0392B"/>
                  </a:solidFill>
                  <a:cs typeface="Simplified Arabic" panose="02020603050405020304" pitchFamily="18" charset="-78"/>
                </a:rPr>
                <a:t>منتصف الخمسينيات من القرن العشرين الماضي، بدأت التجارب لتنفيذ الرسوم المتحركة بالحاسوب الرقمي وكانت بداية انتشاره</a:t>
              </a:r>
              <a:endParaRPr lang="en-US" sz="2800" b="1" dirty="0">
                <a:solidFill>
                  <a:srgbClr val="C0392B"/>
                </a:solidFill>
                <a:latin typeface="Open Sans Light" pitchFamily="34" charset="0"/>
                <a:ea typeface="Open Sans Light" pitchFamily="34" charset="0"/>
                <a:cs typeface="Open Sans Light" pitchFamily="34" charset="0"/>
              </a:endParaRPr>
            </a:p>
          </p:txBody>
        </p:sp>
        <p:grpSp>
          <p:nvGrpSpPr>
            <p:cNvPr id="26" name="Group 86"/>
            <p:cNvGrpSpPr/>
            <p:nvPr/>
          </p:nvGrpSpPr>
          <p:grpSpPr>
            <a:xfrm>
              <a:off x="3357554" y="3643320"/>
              <a:ext cx="636196" cy="636164"/>
              <a:chOff x="3357554" y="3643320"/>
              <a:chExt cx="636196" cy="636164"/>
            </a:xfrm>
          </p:grpSpPr>
          <p:sp>
            <p:nvSpPr>
              <p:cNvPr id="27" name="Rectangle 26"/>
              <p:cNvSpPr/>
              <p:nvPr/>
            </p:nvSpPr>
            <p:spPr>
              <a:xfrm>
                <a:off x="3357554" y="3643320"/>
                <a:ext cx="636196" cy="63616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29" name="Group 67"/>
              <p:cNvGrpSpPr/>
              <p:nvPr/>
            </p:nvGrpSpPr>
            <p:grpSpPr>
              <a:xfrm>
                <a:off x="3428992" y="3857634"/>
                <a:ext cx="503238" cy="177800"/>
                <a:chOff x="1441430" y="4357700"/>
                <a:chExt cx="503238" cy="177800"/>
              </a:xfrm>
              <a:solidFill>
                <a:schemeClr val="bg1"/>
              </a:solidFill>
            </p:grpSpPr>
            <p:sp>
              <p:nvSpPr>
                <p:cNvPr id="64"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sp>
              <p:nvSpPr>
                <p:cNvPr id="65"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sp>
              <p:nvSpPr>
                <p:cNvPr id="66"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grpSp>
        </p:grpSp>
      </p:grpSp>
      <p:grpSp>
        <p:nvGrpSpPr>
          <p:cNvPr id="47" name="Group 96"/>
          <p:cNvGrpSpPr/>
          <p:nvPr/>
        </p:nvGrpSpPr>
        <p:grpSpPr>
          <a:xfrm>
            <a:off x="6858005" y="2821584"/>
            <a:ext cx="4958137" cy="1815882"/>
            <a:chOff x="5143504" y="2116186"/>
            <a:chExt cx="3718603" cy="1361911"/>
          </a:xfrm>
        </p:grpSpPr>
        <p:sp>
          <p:nvSpPr>
            <p:cNvPr id="38" name="Rectangle 37"/>
            <p:cNvSpPr/>
            <p:nvPr/>
          </p:nvSpPr>
          <p:spPr>
            <a:xfrm>
              <a:off x="5969328" y="2116186"/>
              <a:ext cx="2892779" cy="1361911"/>
            </a:xfrm>
            <a:prstGeom prst="rect">
              <a:avLst/>
            </a:prstGeom>
          </p:spPr>
          <p:txBody>
            <a:bodyPr wrap="square">
              <a:spAutoFit/>
            </a:bodyPr>
            <a:lstStyle/>
            <a:p>
              <a:pPr algn="ctr" rtl="1"/>
              <a:r>
                <a:rPr lang="ar-SA" sz="2800" b="1" dirty="0" smtClean="0">
                  <a:solidFill>
                    <a:srgbClr val="2980B9"/>
                  </a:solidFill>
                  <a:cs typeface="Simplified Arabic" panose="02020603050405020304" pitchFamily="18" charset="-78"/>
                </a:rPr>
                <a:t>القرن </a:t>
              </a:r>
              <a:r>
                <a:rPr lang="ar-SA" sz="2800" b="1" dirty="0">
                  <a:solidFill>
                    <a:srgbClr val="2980B9"/>
                  </a:solidFill>
                  <a:cs typeface="Simplified Arabic" panose="02020603050405020304" pitchFamily="18" charset="-78"/>
                </a:rPr>
                <a:t>العشرين، ولادة أول بطل دائم وثابت لسلسلة أفلام حظيت بشعبية كبيرة، هو "القط فيليكس"» </a:t>
              </a:r>
              <a:endParaRPr lang="en-US" sz="2800" b="1" dirty="0">
                <a:solidFill>
                  <a:srgbClr val="2980B9"/>
                </a:solidFill>
                <a:latin typeface="Open Sans Light" pitchFamily="34" charset="0"/>
                <a:ea typeface="Open Sans Light" pitchFamily="34" charset="0"/>
                <a:cs typeface="Open Sans Light" pitchFamily="34" charset="0"/>
              </a:endParaRPr>
            </a:p>
          </p:txBody>
        </p:sp>
        <p:grpSp>
          <p:nvGrpSpPr>
            <p:cNvPr id="50" name="Group 81"/>
            <p:cNvGrpSpPr/>
            <p:nvPr/>
          </p:nvGrpSpPr>
          <p:grpSpPr>
            <a:xfrm>
              <a:off x="5143504" y="2500312"/>
              <a:ext cx="636196" cy="636164"/>
              <a:chOff x="5143504" y="2500312"/>
              <a:chExt cx="636196" cy="636164"/>
            </a:xfrm>
          </p:grpSpPr>
          <p:sp>
            <p:nvSpPr>
              <p:cNvPr id="24" name="Rectangle 23"/>
              <p:cNvSpPr/>
              <p:nvPr/>
            </p:nvSpPr>
            <p:spPr>
              <a:xfrm>
                <a:off x="5143504" y="2500312"/>
                <a:ext cx="636196" cy="636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56" name="Group 78"/>
              <p:cNvGrpSpPr/>
              <p:nvPr/>
            </p:nvGrpSpPr>
            <p:grpSpPr>
              <a:xfrm>
                <a:off x="5333133" y="2643188"/>
                <a:ext cx="272454" cy="363686"/>
                <a:chOff x="1868971" y="2767277"/>
                <a:chExt cx="274694" cy="366676"/>
              </a:xfrm>
              <a:solidFill>
                <a:schemeClr val="bg1"/>
              </a:solidFill>
            </p:grpSpPr>
            <p:sp>
              <p:nvSpPr>
                <p:cNvPr id="8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dirty="0">
                    <a:solidFill>
                      <a:srgbClr val="FFFFFF"/>
                    </a:solidFill>
                    <a:effectLst>
                      <a:outerShdw blurRad="38100" dist="38100" dir="2700000" algn="tl">
                        <a:srgbClr val="000000"/>
                      </a:outerShdw>
                    </a:effectLst>
                    <a:cs typeface="Simplified Arabic" panose="02020603050405020304" pitchFamily="18" charset="-78"/>
                  </a:endParaRPr>
                </a:p>
              </p:txBody>
            </p:sp>
            <p:sp>
              <p:nvSpPr>
                <p:cNvPr id="8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dirty="0">
                    <a:solidFill>
                      <a:srgbClr val="FFFFFF"/>
                    </a:solidFill>
                    <a:effectLst>
                      <a:outerShdw blurRad="38100" dist="38100" dir="2700000" algn="tl">
                        <a:srgbClr val="000000"/>
                      </a:outerShdw>
                    </a:effectLst>
                    <a:cs typeface="Simplified Arabic" panose="02020603050405020304" pitchFamily="18" charset="-78"/>
                  </a:endParaRPr>
                </a:p>
              </p:txBody>
            </p:sp>
          </p:grpSp>
        </p:grpSp>
      </p:grpSp>
      <p:sp>
        <p:nvSpPr>
          <p:cNvPr id="3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8840852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000"/>
                            </p:stCondLst>
                            <p:childTnLst>
                              <p:par>
                                <p:cTn id="13" presetID="12" presetClass="entr" presetSubtype="2" fill="hold"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slide(fromRight)">
                                      <p:cBhvr>
                                        <p:cTn id="15" dur="500"/>
                                        <p:tgtEl>
                                          <p:spTgt spid="15"/>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slide(fromLeft)">
                                      <p:cBhvr>
                                        <p:cTn id="19" dur="500"/>
                                        <p:tgtEl>
                                          <p:spTgt spid="7"/>
                                        </p:tgtEl>
                                      </p:cBhvr>
                                    </p:animEffect>
                                  </p:childTnLst>
                                </p:cTn>
                              </p:par>
                            </p:childTnLst>
                          </p:cTn>
                        </p:par>
                        <p:par>
                          <p:cTn id="20" fill="hold">
                            <p:stCondLst>
                              <p:cond delay="2000"/>
                            </p:stCondLst>
                            <p:childTnLst>
                              <p:par>
                                <p:cTn id="21" presetID="12" presetClass="entr" presetSubtype="8" fill="hold" nodeType="after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slide(fromLeft)">
                                      <p:cBhvr>
                                        <p:cTn id="23" dur="500"/>
                                        <p:tgtEl>
                                          <p:spTgt spid="47"/>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slide(fromLeft)">
                                      <p:cBhvr>
                                        <p:cTn id="27" dur="500"/>
                                        <p:tgtEl>
                                          <p:spTgt spid="10"/>
                                        </p:tgtEl>
                                      </p:cBhvr>
                                    </p:animEffect>
                                  </p:childTnLst>
                                </p:cTn>
                              </p:par>
                            </p:childTnLst>
                          </p:cTn>
                        </p:par>
                        <p:par>
                          <p:cTn id="28" fill="hold">
                            <p:stCondLst>
                              <p:cond delay="3000"/>
                            </p:stCondLst>
                            <p:childTnLst>
                              <p:par>
                                <p:cTn id="29" presetID="12" presetClass="entr" presetSubtype="2" fill="hold" nodeType="after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slide(fromRight)">
                                      <p:cBhvr>
                                        <p:cTn id="3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809720" y="507088"/>
            <a:ext cx="9906069" cy="769441"/>
          </a:xfrm>
          <a:prstGeom prst="rect">
            <a:avLst/>
          </a:prstGeom>
        </p:spPr>
        <p:txBody>
          <a:bodyPr wrap="square">
            <a:spAutoFit/>
          </a:bodyPr>
          <a:lstStyle/>
          <a:p>
            <a:pPr algn="ctr" rtl="1"/>
            <a:r>
              <a:rPr lang="ar-SA" sz="4400" b="1" u="sng" dirty="0">
                <a:solidFill>
                  <a:srgbClr val="4472C4"/>
                </a:solidFill>
                <a:cs typeface="Simplified Arabic" panose="02020603050405020304" pitchFamily="18" charset="-78"/>
              </a:rPr>
              <a:t>2-	التطور التاريخي </a:t>
            </a:r>
            <a:endParaRPr lang="id-ID" sz="4400" u="sng" dirty="0">
              <a:solidFill>
                <a:srgbClr val="4472C4"/>
              </a:solidFill>
              <a:latin typeface="Open Sans" pitchFamily="34" charset="0"/>
              <a:ea typeface="Open Sans" pitchFamily="34" charset="0"/>
              <a:cs typeface="Open Sans" pitchFamily="34" charset="0"/>
            </a:endParaRPr>
          </a:p>
        </p:txBody>
      </p:sp>
      <p:cxnSp>
        <p:nvCxnSpPr>
          <p:cNvPr id="9" name="Straight Connector 8"/>
          <p:cNvCxnSpPr/>
          <p:nvPr/>
        </p:nvCxnSpPr>
        <p:spPr>
          <a:xfrm rot="5400000">
            <a:off x="3713678" y="3905257"/>
            <a:ext cx="4763591" cy="1057"/>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6038850" y="3699948"/>
            <a:ext cx="819156" cy="114301"/>
            <a:chOff x="4529137" y="2774961"/>
            <a:chExt cx="614367" cy="85726"/>
          </a:xfrm>
        </p:grpSpPr>
        <p:cxnSp>
          <p:nvCxnSpPr>
            <p:cNvPr id="49" name="Straight Connector 48"/>
            <p:cNvCxnSpPr>
              <a:stCxn id="52" idx="6"/>
              <a:endCxn id="24" idx="1"/>
            </p:cNvCxnSpPr>
            <p:nvPr/>
          </p:nvCxnSpPr>
          <p:spPr>
            <a:xfrm>
              <a:off x="4614863" y="2817824"/>
              <a:ext cx="528641" cy="57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8" name="Group 99"/>
          <p:cNvGrpSpPr/>
          <p:nvPr/>
        </p:nvGrpSpPr>
        <p:grpSpPr>
          <a:xfrm>
            <a:off x="5324998" y="2277547"/>
            <a:ext cx="828147" cy="114301"/>
            <a:chOff x="3993752" y="1708160"/>
            <a:chExt cx="621111" cy="85726"/>
          </a:xfrm>
        </p:grpSpPr>
        <p:cxnSp>
          <p:nvCxnSpPr>
            <p:cNvPr id="46" name="Straight Connector 45"/>
            <p:cNvCxnSpPr>
              <a:stCxn id="14" idx="3"/>
              <a:endCxn id="53" idx="2"/>
            </p:cNvCxnSpPr>
            <p:nvPr/>
          </p:nvCxnSpPr>
          <p:spPr>
            <a:xfrm>
              <a:off x="3993752" y="1746823"/>
              <a:ext cx="535385" cy="420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0" name="Group 101"/>
          <p:cNvGrpSpPr/>
          <p:nvPr/>
        </p:nvGrpSpPr>
        <p:grpSpPr>
          <a:xfrm>
            <a:off x="5325002" y="5223947"/>
            <a:ext cx="828137" cy="114301"/>
            <a:chOff x="3993759" y="3917960"/>
            <a:chExt cx="621104" cy="85726"/>
          </a:xfrm>
        </p:grpSpPr>
        <p:cxnSp>
          <p:nvCxnSpPr>
            <p:cNvPr id="51" name="Straight Connector 50"/>
            <p:cNvCxnSpPr>
              <a:stCxn id="27" idx="3"/>
              <a:endCxn id="54" idx="6"/>
            </p:cNvCxnSpPr>
            <p:nvPr/>
          </p:nvCxnSpPr>
          <p:spPr>
            <a:xfrm flipV="1">
              <a:off x="3993759" y="3960823"/>
              <a:ext cx="621104" cy="58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5" name="Group 93"/>
          <p:cNvGrpSpPr/>
          <p:nvPr/>
        </p:nvGrpSpPr>
        <p:grpSpPr>
          <a:xfrm>
            <a:off x="64002" y="1453180"/>
            <a:ext cx="5260998" cy="2246768"/>
            <a:chOff x="48001" y="1089886"/>
            <a:chExt cx="3945749" cy="1685078"/>
          </a:xfrm>
        </p:grpSpPr>
        <p:grpSp>
          <p:nvGrpSpPr>
            <p:cNvPr id="16" name="Group 89"/>
            <p:cNvGrpSpPr/>
            <p:nvPr/>
          </p:nvGrpSpPr>
          <p:grpSpPr>
            <a:xfrm>
              <a:off x="48001" y="1089886"/>
              <a:ext cx="3357555" cy="1685078"/>
              <a:chOff x="48001" y="1089886"/>
              <a:chExt cx="3357555" cy="1685078"/>
            </a:xfrm>
          </p:grpSpPr>
          <p:sp>
            <p:nvSpPr>
              <p:cNvPr id="30" name="Rectangle 29"/>
              <p:cNvSpPr/>
              <p:nvPr/>
            </p:nvSpPr>
            <p:spPr>
              <a:xfrm>
                <a:off x="48001" y="1089886"/>
                <a:ext cx="3357555" cy="1685078"/>
              </a:xfrm>
              <a:prstGeom prst="rect">
                <a:avLst/>
              </a:prstGeom>
            </p:spPr>
            <p:txBody>
              <a:bodyPr wrap="square">
                <a:spAutoFit/>
              </a:bodyPr>
              <a:lstStyle/>
              <a:p>
                <a:pPr algn="ctr" rtl="1"/>
                <a:r>
                  <a:rPr lang="ar-SA" sz="2800" b="1" dirty="0" smtClean="0">
                    <a:solidFill>
                      <a:srgbClr val="9BBB59"/>
                    </a:solidFill>
                    <a:cs typeface="Simplified Arabic" panose="02020603050405020304" pitchFamily="18" charset="-78"/>
                  </a:rPr>
                  <a:t>منذ </a:t>
                </a:r>
                <a:r>
                  <a:rPr lang="ar-SA" sz="2800" b="1" dirty="0">
                    <a:solidFill>
                      <a:srgbClr val="9BBB59"/>
                    </a:solidFill>
                    <a:cs typeface="Simplified Arabic" panose="02020603050405020304" pitchFamily="18" charset="-78"/>
                  </a:rPr>
                  <a:t>منتصف السبعينيات من القرن العشرين الماضي ازداد الاعتماد على الحاسوب في تنفيذ أفلام الرُّسوم المتحرِّكة الطويلة، وإعلانات التليفزيون</a:t>
                </a:r>
                <a:endParaRPr lang="en-US" sz="2800" b="1" dirty="0">
                  <a:solidFill>
                    <a:srgbClr val="9BBB59"/>
                  </a:solidFill>
                  <a:latin typeface="Open Sans Light" pitchFamily="34" charset="0"/>
                  <a:ea typeface="Open Sans Light" pitchFamily="34" charset="0"/>
                  <a:cs typeface="Open Sans Light" pitchFamily="34" charset="0"/>
                </a:endParaRPr>
              </a:p>
            </p:txBody>
          </p:sp>
          <p:sp>
            <p:nvSpPr>
              <p:cNvPr id="31" name="Rectangle 30"/>
              <p:cNvSpPr/>
              <p:nvPr/>
            </p:nvSpPr>
            <p:spPr>
              <a:xfrm>
                <a:off x="2824947" y="1357304"/>
                <a:ext cx="138548" cy="253915"/>
              </a:xfrm>
              <a:prstGeom prst="rect">
                <a:avLst/>
              </a:prstGeom>
            </p:spPr>
            <p:txBody>
              <a:bodyPr wrap="none">
                <a:spAutoFit/>
              </a:bodyPr>
              <a:lstStyle/>
              <a:p>
                <a:pPr algn="r"/>
                <a:endParaRPr lang="en-US" sz="1600" dirty="0">
                  <a:solidFill>
                    <a:prstClr val="white">
                      <a:lumMod val="65000"/>
                    </a:prstClr>
                  </a:solidFill>
                  <a:latin typeface="Open Sans" pitchFamily="34" charset="0"/>
                  <a:ea typeface="Open Sans" pitchFamily="34" charset="0"/>
                  <a:cs typeface="Open Sans" pitchFamily="34" charset="0"/>
                </a:endParaRPr>
              </a:p>
            </p:txBody>
          </p:sp>
        </p:grpSp>
        <p:grpSp>
          <p:nvGrpSpPr>
            <p:cNvPr id="18" name="Group 83"/>
            <p:cNvGrpSpPr/>
            <p:nvPr/>
          </p:nvGrpSpPr>
          <p:grpSpPr>
            <a:xfrm>
              <a:off x="3357554" y="1428742"/>
              <a:ext cx="636196" cy="636164"/>
              <a:chOff x="3357554" y="1428742"/>
              <a:chExt cx="636196" cy="636164"/>
            </a:xfrm>
          </p:grpSpPr>
          <p:sp>
            <p:nvSpPr>
              <p:cNvPr id="14" name="Rectangle 13"/>
              <p:cNvSpPr/>
              <p:nvPr/>
            </p:nvSpPr>
            <p:spPr>
              <a:xfrm>
                <a:off x="3357554" y="1428742"/>
                <a:ext cx="636196" cy="6361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9" name="Freeform 100"/>
              <p:cNvSpPr>
                <a:spLocks/>
              </p:cNvSpPr>
              <p:nvPr/>
            </p:nvSpPr>
            <p:spPr bwMode="auto">
              <a:xfrm>
                <a:off x="3500430" y="1571618"/>
                <a:ext cx="303570" cy="34205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grpSp>
      </p:grpSp>
      <p:grpSp>
        <p:nvGrpSpPr>
          <p:cNvPr id="22" name="Group 97"/>
          <p:cNvGrpSpPr/>
          <p:nvPr/>
        </p:nvGrpSpPr>
        <p:grpSpPr>
          <a:xfrm>
            <a:off x="198554" y="4137601"/>
            <a:ext cx="5126446" cy="2246770"/>
            <a:chOff x="148915" y="3103201"/>
            <a:chExt cx="3844835" cy="1685078"/>
          </a:xfrm>
        </p:grpSpPr>
        <p:sp>
          <p:nvSpPr>
            <p:cNvPr id="34" name="Rectangle 33"/>
            <p:cNvSpPr/>
            <p:nvPr/>
          </p:nvSpPr>
          <p:spPr>
            <a:xfrm>
              <a:off x="148915" y="3103201"/>
              <a:ext cx="3218558" cy="1685078"/>
            </a:xfrm>
            <a:prstGeom prst="rect">
              <a:avLst/>
            </a:prstGeom>
          </p:spPr>
          <p:txBody>
            <a:bodyPr wrap="square">
              <a:spAutoFit/>
            </a:bodyPr>
            <a:lstStyle/>
            <a:p>
              <a:pPr algn="ctr" rtl="1"/>
              <a:r>
                <a:rPr lang="ar-SA" sz="2800" b="1" dirty="0" smtClean="0">
                  <a:solidFill>
                    <a:srgbClr val="C0392B"/>
                  </a:solidFill>
                  <a:cs typeface="Simplified Arabic" panose="02020603050405020304" pitchFamily="18" charset="-78"/>
                </a:rPr>
                <a:t>في </a:t>
              </a:r>
              <a:r>
                <a:rPr lang="ar-SA" sz="2800" b="1" dirty="0">
                  <a:solidFill>
                    <a:srgbClr val="C0392B"/>
                  </a:solidFill>
                  <a:cs typeface="Simplified Arabic" panose="02020603050405020304" pitchFamily="18" charset="-78"/>
                </a:rPr>
                <a:t>العقود الأخيرة من القرن العشرين الماضي تميزت الرسوم المتحركة بأنها تحفل بتنوع هائل </a:t>
              </a:r>
              <a:r>
                <a:rPr lang="ar-SA" sz="2800" b="1" dirty="0" smtClean="0">
                  <a:solidFill>
                    <a:srgbClr val="C0392B"/>
                  </a:solidFill>
                  <a:cs typeface="Simplified Arabic" panose="02020603050405020304" pitchFamily="18" charset="-78"/>
                </a:rPr>
                <a:t>في الموضوعات </a:t>
              </a:r>
              <a:r>
                <a:rPr lang="ar-SA" sz="2800" b="1" dirty="0">
                  <a:solidFill>
                    <a:srgbClr val="C0392B"/>
                  </a:solidFill>
                  <a:cs typeface="Simplified Arabic" panose="02020603050405020304" pitchFamily="18" charset="-78"/>
                </a:rPr>
                <a:t>والاتجاهات والأساليب الفنية والفكري</a:t>
              </a:r>
            </a:p>
          </p:txBody>
        </p:sp>
        <p:grpSp>
          <p:nvGrpSpPr>
            <p:cNvPr id="26" name="Group 86"/>
            <p:cNvGrpSpPr/>
            <p:nvPr/>
          </p:nvGrpSpPr>
          <p:grpSpPr>
            <a:xfrm>
              <a:off x="3357554" y="3643320"/>
              <a:ext cx="636196" cy="636164"/>
              <a:chOff x="3357554" y="3643320"/>
              <a:chExt cx="636196" cy="636164"/>
            </a:xfrm>
          </p:grpSpPr>
          <p:sp>
            <p:nvSpPr>
              <p:cNvPr id="27" name="Rectangle 26"/>
              <p:cNvSpPr/>
              <p:nvPr/>
            </p:nvSpPr>
            <p:spPr>
              <a:xfrm>
                <a:off x="3357554" y="3643320"/>
                <a:ext cx="636196" cy="63616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29" name="Group 67"/>
              <p:cNvGrpSpPr/>
              <p:nvPr/>
            </p:nvGrpSpPr>
            <p:grpSpPr>
              <a:xfrm>
                <a:off x="3428992" y="3857634"/>
                <a:ext cx="503238" cy="177800"/>
                <a:chOff x="1441430" y="4357700"/>
                <a:chExt cx="503238" cy="177800"/>
              </a:xfrm>
              <a:solidFill>
                <a:schemeClr val="bg1"/>
              </a:solidFill>
            </p:grpSpPr>
            <p:sp>
              <p:nvSpPr>
                <p:cNvPr id="64"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sp>
              <p:nvSpPr>
                <p:cNvPr id="65"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sp>
              <p:nvSpPr>
                <p:cNvPr id="66"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grpSp>
        </p:grpSp>
      </p:grpSp>
      <p:grpSp>
        <p:nvGrpSpPr>
          <p:cNvPr id="47" name="Group 96"/>
          <p:cNvGrpSpPr/>
          <p:nvPr/>
        </p:nvGrpSpPr>
        <p:grpSpPr>
          <a:xfrm>
            <a:off x="6858005" y="2821584"/>
            <a:ext cx="4958137" cy="1384995"/>
            <a:chOff x="5143504" y="2116186"/>
            <a:chExt cx="3718603" cy="1038746"/>
          </a:xfrm>
        </p:grpSpPr>
        <p:sp>
          <p:nvSpPr>
            <p:cNvPr id="38" name="Rectangle 37"/>
            <p:cNvSpPr/>
            <p:nvPr/>
          </p:nvSpPr>
          <p:spPr>
            <a:xfrm>
              <a:off x="5969328" y="2116186"/>
              <a:ext cx="2892779" cy="1038746"/>
            </a:xfrm>
            <a:prstGeom prst="rect">
              <a:avLst/>
            </a:prstGeom>
          </p:spPr>
          <p:txBody>
            <a:bodyPr wrap="square">
              <a:spAutoFit/>
            </a:bodyPr>
            <a:lstStyle/>
            <a:p>
              <a:pPr algn="ctr" rtl="1"/>
              <a:r>
                <a:rPr lang="ar-SA" sz="2800" b="1" dirty="0" smtClean="0">
                  <a:solidFill>
                    <a:srgbClr val="2980B9"/>
                  </a:solidFill>
                  <a:cs typeface="Simplified Arabic" panose="02020603050405020304" pitchFamily="18" charset="-78"/>
                </a:rPr>
                <a:t>في </a:t>
              </a:r>
              <a:r>
                <a:rPr lang="ar-SA" sz="2800" b="1" dirty="0">
                  <a:solidFill>
                    <a:srgbClr val="2980B9"/>
                  </a:solidFill>
                  <a:cs typeface="Simplified Arabic" panose="02020603050405020304" pitchFamily="18" charset="-78"/>
                </a:rPr>
                <a:t>الثمانينيات تم عرض فلم الرسوم المتحركة (أمَرِكان تيل) عام 1986 </a:t>
              </a:r>
              <a:endParaRPr lang="en-US" sz="2800" b="1" dirty="0">
                <a:solidFill>
                  <a:srgbClr val="2980B9"/>
                </a:solidFill>
                <a:latin typeface="Open Sans Light" pitchFamily="34" charset="0"/>
                <a:ea typeface="Open Sans Light" pitchFamily="34" charset="0"/>
                <a:cs typeface="Open Sans Light" pitchFamily="34" charset="0"/>
              </a:endParaRPr>
            </a:p>
          </p:txBody>
        </p:sp>
        <p:grpSp>
          <p:nvGrpSpPr>
            <p:cNvPr id="50" name="Group 81"/>
            <p:cNvGrpSpPr/>
            <p:nvPr/>
          </p:nvGrpSpPr>
          <p:grpSpPr>
            <a:xfrm>
              <a:off x="5143504" y="2500312"/>
              <a:ext cx="636196" cy="636164"/>
              <a:chOff x="5143504" y="2500312"/>
              <a:chExt cx="636196" cy="636164"/>
            </a:xfrm>
          </p:grpSpPr>
          <p:sp>
            <p:nvSpPr>
              <p:cNvPr id="24" name="Rectangle 23"/>
              <p:cNvSpPr/>
              <p:nvPr/>
            </p:nvSpPr>
            <p:spPr>
              <a:xfrm>
                <a:off x="5143504" y="2500312"/>
                <a:ext cx="636196" cy="636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56" name="Group 78"/>
              <p:cNvGrpSpPr/>
              <p:nvPr/>
            </p:nvGrpSpPr>
            <p:grpSpPr>
              <a:xfrm>
                <a:off x="5333133" y="2643188"/>
                <a:ext cx="272454" cy="363686"/>
                <a:chOff x="1868971" y="2767277"/>
                <a:chExt cx="274694" cy="366676"/>
              </a:xfrm>
              <a:solidFill>
                <a:schemeClr val="bg1"/>
              </a:solidFill>
            </p:grpSpPr>
            <p:sp>
              <p:nvSpPr>
                <p:cNvPr id="8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dirty="0">
                    <a:solidFill>
                      <a:srgbClr val="FFFFFF"/>
                    </a:solidFill>
                    <a:effectLst>
                      <a:outerShdw blurRad="38100" dist="38100" dir="2700000" algn="tl">
                        <a:srgbClr val="000000"/>
                      </a:outerShdw>
                    </a:effectLst>
                    <a:cs typeface="Simplified Arabic" panose="02020603050405020304" pitchFamily="18" charset="-78"/>
                  </a:endParaRPr>
                </a:p>
              </p:txBody>
            </p:sp>
            <p:sp>
              <p:nvSpPr>
                <p:cNvPr id="8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dirty="0">
                    <a:solidFill>
                      <a:srgbClr val="FFFFFF"/>
                    </a:solidFill>
                    <a:effectLst>
                      <a:outerShdw blurRad="38100" dist="38100" dir="2700000" algn="tl">
                        <a:srgbClr val="000000"/>
                      </a:outerShdw>
                    </a:effectLst>
                    <a:cs typeface="Simplified Arabic" panose="02020603050405020304" pitchFamily="18" charset="-78"/>
                  </a:endParaRPr>
                </a:p>
              </p:txBody>
            </p:sp>
          </p:grpSp>
        </p:grpSp>
      </p:grpSp>
      <p:sp>
        <p:nvSpPr>
          <p:cNvPr id="3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8772370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000"/>
                            </p:stCondLst>
                            <p:childTnLst>
                              <p:par>
                                <p:cTn id="13" presetID="12" presetClass="entr" presetSubtype="2" fill="hold"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slide(fromRight)">
                                      <p:cBhvr>
                                        <p:cTn id="15" dur="500"/>
                                        <p:tgtEl>
                                          <p:spTgt spid="15"/>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slide(fromLeft)">
                                      <p:cBhvr>
                                        <p:cTn id="19" dur="500"/>
                                        <p:tgtEl>
                                          <p:spTgt spid="7"/>
                                        </p:tgtEl>
                                      </p:cBhvr>
                                    </p:animEffect>
                                  </p:childTnLst>
                                </p:cTn>
                              </p:par>
                            </p:childTnLst>
                          </p:cTn>
                        </p:par>
                        <p:par>
                          <p:cTn id="20" fill="hold">
                            <p:stCondLst>
                              <p:cond delay="2000"/>
                            </p:stCondLst>
                            <p:childTnLst>
                              <p:par>
                                <p:cTn id="21" presetID="12" presetClass="entr" presetSubtype="8" fill="hold" nodeType="after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slide(fromLeft)">
                                      <p:cBhvr>
                                        <p:cTn id="23" dur="500"/>
                                        <p:tgtEl>
                                          <p:spTgt spid="47"/>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slide(fromLeft)">
                                      <p:cBhvr>
                                        <p:cTn id="27" dur="500"/>
                                        <p:tgtEl>
                                          <p:spTgt spid="10"/>
                                        </p:tgtEl>
                                      </p:cBhvr>
                                    </p:animEffect>
                                  </p:childTnLst>
                                </p:cTn>
                              </p:par>
                            </p:childTnLst>
                          </p:cTn>
                        </p:par>
                        <p:par>
                          <p:cTn id="28" fill="hold">
                            <p:stCondLst>
                              <p:cond delay="3000"/>
                            </p:stCondLst>
                            <p:childTnLst>
                              <p:par>
                                <p:cTn id="29" presetID="12" presetClass="entr" presetSubtype="2" fill="hold" nodeType="after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slide(fromRight)">
                                      <p:cBhvr>
                                        <p:cTn id="3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809720" y="507088"/>
            <a:ext cx="9906069" cy="769441"/>
          </a:xfrm>
          <a:prstGeom prst="rect">
            <a:avLst/>
          </a:prstGeom>
        </p:spPr>
        <p:txBody>
          <a:bodyPr wrap="square">
            <a:spAutoFit/>
          </a:bodyPr>
          <a:lstStyle/>
          <a:p>
            <a:pPr algn="ctr" rtl="1"/>
            <a:r>
              <a:rPr lang="ar-SA" sz="4400" b="1" u="sng" dirty="0">
                <a:solidFill>
                  <a:srgbClr val="4472C4"/>
                </a:solidFill>
                <a:cs typeface="Simplified Arabic" panose="02020603050405020304" pitchFamily="18" charset="-78"/>
              </a:rPr>
              <a:t>2-	التطور التاريخي </a:t>
            </a:r>
            <a:endParaRPr lang="id-ID" sz="4400" u="sng" dirty="0">
              <a:solidFill>
                <a:srgbClr val="4472C4"/>
              </a:solidFill>
              <a:latin typeface="Open Sans" pitchFamily="34" charset="0"/>
              <a:ea typeface="Open Sans" pitchFamily="34" charset="0"/>
              <a:cs typeface="Open Sans" pitchFamily="34" charset="0"/>
            </a:endParaRPr>
          </a:p>
        </p:txBody>
      </p:sp>
      <p:cxnSp>
        <p:nvCxnSpPr>
          <p:cNvPr id="9" name="Straight Connector 8"/>
          <p:cNvCxnSpPr/>
          <p:nvPr/>
        </p:nvCxnSpPr>
        <p:spPr>
          <a:xfrm rot="5400000">
            <a:off x="3713678" y="3905257"/>
            <a:ext cx="4763591" cy="1057"/>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6112475" y="2827121"/>
            <a:ext cx="819156" cy="114301"/>
            <a:chOff x="4529137" y="2774961"/>
            <a:chExt cx="614367" cy="85726"/>
          </a:xfrm>
        </p:grpSpPr>
        <p:cxnSp>
          <p:nvCxnSpPr>
            <p:cNvPr id="49" name="Straight Connector 48"/>
            <p:cNvCxnSpPr>
              <a:stCxn id="52" idx="6"/>
              <a:endCxn id="24" idx="1"/>
            </p:cNvCxnSpPr>
            <p:nvPr/>
          </p:nvCxnSpPr>
          <p:spPr>
            <a:xfrm>
              <a:off x="4614863" y="2817824"/>
              <a:ext cx="528641" cy="57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0" name="Group 101"/>
          <p:cNvGrpSpPr/>
          <p:nvPr/>
        </p:nvGrpSpPr>
        <p:grpSpPr>
          <a:xfrm>
            <a:off x="5398638" y="4785533"/>
            <a:ext cx="828140" cy="114301"/>
            <a:chOff x="3993757" y="3917960"/>
            <a:chExt cx="621106" cy="85726"/>
          </a:xfrm>
        </p:grpSpPr>
        <p:cxnSp>
          <p:nvCxnSpPr>
            <p:cNvPr id="51" name="Straight Connector 50"/>
            <p:cNvCxnSpPr>
              <a:stCxn id="27" idx="3"/>
              <a:endCxn id="54" idx="6"/>
            </p:cNvCxnSpPr>
            <p:nvPr/>
          </p:nvCxnSpPr>
          <p:spPr>
            <a:xfrm flipV="1">
              <a:off x="3993757" y="3960823"/>
              <a:ext cx="621106" cy="57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22" name="Group 97"/>
          <p:cNvGrpSpPr/>
          <p:nvPr/>
        </p:nvGrpSpPr>
        <p:grpSpPr>
          <a:xfrm>
            <a:off x="142891" y="3890290"/>
            <a:ext cx="5255746" cy="1815882"/>
            <a:chOff x="51940" y="3246528"/>
            <a:chExt cx="3941810" cy="1361912"/>
          </a:xfrm>
        </p:grpSpPr>
        <p:sp>
          <p:nvSpPr>
            <p:cNvPr id="34" name="Rectangle 33"/>
            <p:cNvSpPr/>
            <p:nvPr/>
          </p:nvSpPr>
          <p:spPr>
            <a:xfrm>
              <a:off x="51940" y="3246528"/>
              <a:ext cx="3218558" cy="1361912"/>
            </a:xfrm>
            <a:prstGeom prst="rect">
              <a:avLst/>
            </a:prstGeom>
          </p:spPr>
          <p:txBody>
            <a:bodyPr wrap="square">
              <a:spAutoFit/>
            </a:bodyPr>
            <a:lstStyle/>
            <a:p>
              <a:pPr algn="ctr" rtl="1"/>
              <a:r>
                <a:rPr lang="ar-SA" sz="2800" b="1" dirty="0" smtClean="0">
                  <a:solidFill>
                    <a:srgbClr val="C0392B"/>
                  </a:solidFill>
                  <a:cs typeface="Simplified Arabic" panose="02020603050405020304" pitchFamily="18" charset="-78"/>
                </a:rPr>
                <a:t>في </a:t>
              </a:r>
              <a:r>
                <a:rPr lang="ar-SA" sz="2800" b="1" dirty="0">
                  <a:solidFill>
                    <a:srgbClr val="C0392B"/>
                  </a:solidFill>
                  <a:cs typeface="Simplified Arabic" panose="02020603050405020304" pitchFamily="18" charset="-78"/>
                </a:rPr>
                <a:t>تسعينيات القرن العشرين الماضي ظهر (فن الأنمي)، وأصبح أحد أنواع الرسوم المتحركة التي تنتجها اليابان</a:t>
              </a:r>
            </a:p>
          </p:txBody>
        </p:sp>
        <p:grpSp>
          <p:nvGrpSpPr>
            <p:cNvPr id="26" name="Group 86"/>
            <p:cNvGrpSpPr/>
            <p:nvPr/>
          </p:nvGrpSpPr>
          <p:grpSpPr>
            <a:xfrm>
              <a:off x="3357554" y="3643320"/>
              <a:ext cx="636196" cy="636164"/>
              <a:chOff x="3357554" y="3643320"/>
              <a:chExt cx="636196" cy="636164"/>
            </a:xfrm>
          </p:grpSpPr>
          <p:sp>
            <p:nvSpPr>
              <p:cNvPr id="27" name="Rectangle 26"/>
              <p:cNvSpPr/>
              <p:nvPr/>
            </p:nvSpPr>
            <p:spPr>
              <a:xfrm>
                <a:off x="3357554" y="3643320"/>
                <a:ext cx="636196" cy="63616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29" name="Group 67"/>
              <p:cNvGrpSpPr/>
              <p:nvPr/>
            </p:nvGrpSpPr>
            <p:grpSpPr>
              <a:xfrm>
                <a:off x="3428992" y="3857634"/>
                <a:ext cx="503238" cy="177800"/>
                <a:chOff x="1441430" y="4357700"/>
                <a:chExt cx="503238" cy="177800"/>
              </a:xfrm>
              <a:solidFill>
                <a:schemeClr val="bg1"/>
              </a:solidFill>
            </p:grpSpPr>
            <p:sp>
              <p:nvSpPr>
                <p:cNvPr id="64"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sp>
              <p:nvSpPr>
                <p:cNvPr id="65"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sp>
              <p:nvSpPr>
                <p:cNvPr id="66"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95A5A6"/>
                    </a:solidFill>
                    <a:cs typeface="Simplified Arabic" panose="02020603050405020304" pitchFamily="18" charset="-78"/>
                  </a:endParaRPr>
                </a:p>
              </p:txBody>
            </p:sp>
          </p:grpSp>
        </p:grpSp>
      </p:grpSp>
      <p:grpSp>
        <p:nvGrpSpPr>
          <p:cNvPr id="47" name="Group 96"/>
          <p:cNvGrpSpPr/>
          <p:nvPr/>
        </p:nvGrpSpPr>
        <p:grpSpPr>
          <a:xfrm>
            <a:off x="6931630" y="1948757"/>
            <a:ext cx="4958137" cy="2677656"/>
            <a:chOff x="5143504" y="2116186"/>
            <a:chExt cx="3718603" cy="2008242"/>
          </a:xfrm>
        </p:grpSpPr>
        <p:sp>
          <p:nvSpPr>
            <p:cNvPr id="38" name="Rectangle 37"/>
            <p:cNvSpPr/>
            <p:nvPr/>
          </p:nvSpPr>
          <p:spPr>
            <a:xfrm>
              <a:off x="5779700" y="2116186"/>
              <a:ext cx="3082407" cy="2008242"/>
            </a:xfrm>
            <a:prstGeom prst="rect">
              <a:avLst/>
            </a:prstGeom>
          </p:spPr>
          <p:txBody>
            <a:bodyPr wrap="square">
              <a:spAutoFit/>
            </a:bodyPr>
            <a:lstStyle/>
            <a:p>
              <a:pPr algn="ctr" rtl="1"/>
              <a:r>
                <a:rPr lang="ar-SA" sz="2800" b="1" dirty="0" smtClean="0">
                  <a:solidFill>
                    <a:srgbClr val="2980B9"/>
                  </a:solidFill>
                  <a:cs typeface="Simplified Arabic" panose="02020603050405020304" pitchFamily="18" charset="-78"/>
                </a:rPr>
                <a:t>أما </a:t>
              </a:r>
              <a:r>
                <a:rPr lang="ar-SA" sz="2800" b="1" dirty="0">
                  <a:solidFill>
                    <a:srgbClr val="2980B9"/>
                  </a:solidFill>
                  <a:cs typeface="Simplified Arabic" panose="02020603050405020304" pitchFamily="18" charset="-78"/>
                </a:rPr>
                <a:t>الرسوم المتحركة المعاصرة للتقدم والتكنولوجيا، فإنها امتازت بالمزج بين مختلف أنواع الفن السينمائي: الصور الحية أو الوثائقية والصور المرسومة، والأشكال النحتية المجسمة</a:t>
              </a:r>
              <a:endParaRPr lang="en-US" sz="2800" b="1" dirty="0">
                <a:solidFill>
                  <a:srgbClr val="2980B9"/>
                </a:solidFill>
                <a:latin typeface="Open Sans Light" pitchFamily="34" charset="0"/>
                <a:ea typeface="Open Sans Light" pitchFamily="34" charset="0"/>
                <a:cs typeface="Open Sans Light" pitchFamily="34" charset="0"/>
              </a:endParaRPr>
            </a:p>
          </p:txBody>
        </p:sp>
        <p:grpSp>
          <p:nvGrpSpPr>
            <p:cNvPr id="50" name="Group 81"/>
            <p:cNvGrpSpPr/>
            <p:nvPr/>
          </p:nvGrpSpPr>
          <p:grpSpPr>
            <a:xfrm>
              <a:off x="5143504" y="2500312"/>
              <a:ext cx="636196" cy="636164"/>
              <a:chOff x="5143504" y="2500312"/>
              <a:chExt cx="636196" cy="636164"/>
            </a:xfrm>
          </p:grpSpPr>
          <p:sp>
            <p:nvSpPr>
              <p:cNvPr id="24" name="Rectangle 23"/>
              <p:cNvSpPr/>
              <p:nvPr/>
            </p:nvSpPr>
            <p:spPr>
              <a:xfrm>
                <a:off x="5143504" y="2500312"/>
                <a:ext cx="636196" cy="636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56" name="Group 78"/>
              <p:cNvGrpSpPr/>
              <p:nvPr/>
            </p:nvGrpSpPr>
            <p:grpSpPr>
              <a:xfrm>
                <a:off x="5333133" y="2643188"/>
                <a:ext cx="272454" cy="363686"/>
                <a:chOff x="1868971" y="2767277"/>
                <a:chExt cx="274694" cy="366676"/>
              </a:xfrm>
              <a:solidFill>
                <a:schemeClr val="bg1"/>
              </a:solidFill>
            </p:grpSpPr>
            <p:sp>
              <p:nvSpPr>
                <p:cNvPr id="8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dirty="0">
                    <a:solidFill>
                      <a:srgbClr val="FFFFFF"/>
                    </a:solidFill>
                    <a:effectLst>
                      <a:outerShdw blurRad="38100" dist="38100" dir="2700000" algn="tl">
                        <a:srgbClr val="000000"/>
                      </a:outerShdw>
                    </a:effectLst>
                    <a:cs typeface="Simplified Arabic" panose="02020603050405020304" pitchFamily="18" charset="-78"/>
                  </a:endParaRPr>
                </a:p>
              </p:txBody>
            </p:sp>
            <p:sp>
              <p:nvSpPr>
                <p:cNvPr id="8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dirty="0">
                    <a:solidFill>
                      <a:srgbClr val="FFFFFF"/>
                    </a:solidFill>
                    <a:effectLst>
                      <a:outerShdw blurRad="38100" dist="38100" dir="2700000" algn="tl">
                        <a:srgbClr val="000000"/>
                      </a:outerShdw>
                    </a:effectLst>
                    <a:cs typeface="Simplified Arabic" panose="02020603050405020304" pitchFamily="18" charset="-78"/>
                  </a:endParaRPr>
                </a:p>
              </p:txBody>
            </p:sp>
          </p:grpSp>
        </p:grpSp>
      </p:gr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054592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slide(fromLeft)">
                                      <p:cBhvr>
                                        <p:cTn id="11" dur="500"/>
                                        <p:tgtEl>
                                          <p:spTgt spid="7"/>
                                        </p:tgtEl>
                                      </p:cBhvr>
                                    </p:animEffect>
                                  </p:childTnLst>
                                </p:cTn>
                              </p:par>
                            </p:childTnLst>
                          </p:cTn>
                        </p:par>
                        <p:par>
                          <p:cTn id="12" fill="hold">
                            <p:stCondLst>
                              <p:cond delay="1000"/>
                            </p:stCondLst>
                            <p:childTnLst>
                              <p:par>
                                <p:cTn id="13" presetID="12" presetClass="entr" presetSubtype="8" fill="hold" nodeType="after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slide(fromLeft)">
                                      <p:cBhvr>
                                        <p:cTn id="15" dur="500"/>
                                        <p:tgtEl>
                                          <p:spTgt spid="47"/>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slide(fromLeft)">
                                      <p:cBhvr>
                                        <p:cTn id="19" dur="500"/>
                                        <p:tgtEl>
                                          <p:spTgt spid="10"/>
                                        </p:tgtEl>
                                      </p:cBhvr>
                                    </p:animEffect>
                                  </p:childTnLst>
                                </p:cTn>
                              </p:par>
                            </p:childTnLst>
                          </p:cTn>
                        </p:par>
                        <p:par>
                          <p:cTn id="20" fill="hold">
                            <p:stCondLst>
                              <p:cond delay="2000"/>
                            </p:stCondLst>
                            <p:childTnLst>
                              <p:par>
                                <p:cTn id="21" presetID="12" presetClass="entr" presetSubtype="2" fill="hold" nodeType="after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slide(fromRight)">
                                      <p:cBhvr>
                                        <p:cTn id="23"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algn="r" rtl="1"/>
            <a:r>
              <a:rPr lang="ar-SA" dirty="0"/>
              <a:t>3-	ماهي الاعتبارات التربوية والفنية عند إنتاج الرسوم المتحركة؟</a:t>
            </a:r>
            <a:endParaRPr lang="en-AU" dirty="0"/>
          </a:p>
        </p:txBody>
      </p:sp>
      <p:grpSp>
        <p:nvGrpSpPr>
          <p:cNvPr id="4" name="Group 3"/>
          <p:cNvGrpSpPr/>
          <p:nvPr/>
        </p:nvGrpSpPr>
        <p:grpSpPr>
          <a:xfrm>
            <a:off x="3739930" y="1775115"/>
            <a:ext cx="4712139" cy="4466935"/>
            <a:chOff x="71460" y="1228065"/>
            <a:chExt cx="4712139" cy="4466935"/>
          </a:xfrm>
        </p:grpSpPr>
        <p:sp>
          <p:nvSpPr>
            <p:cNvPr id="5" name="Freeform 4"/>
            <p:cNvSpPr/>
            <p:nvPr/>
          </p:nvSpPr>
          <p:spPr>
            <a:xfrm>
              <a:off x="2291693" y="3576097"/>
              <a:ext cx="1158773" cy="1142941"/>
            </a:xfrm>
            <a:custGeom>
              <a:avLst/>
              <a:gdLst>
                <a:gd name="connsiteX0" fmla="*/ 0 w 1158773"/>
                <a:gd name="connsiteY0" fmla="*/ 0 h 1142941"/>
                <a:gd name="connsiteX1" fmla="*/ 1158773 w 1158773"/>
                <a:gd name="connsiteY1" fmla="*/ 0 h 1142941"/>
                <a:gd name="connsiteX2" fmla="*/ 1153114 w 1158773"/>
                <a:gd name="connsiteY2" fmla="*/ 112081 h 1142941"/>
                <a:gd name="connsiteX3" fmla="*/ 10779 w 1158773"/>
                <a:gd name="connsiteY3" fmla="*/ 1142941 h 1142941"/>
                <a:gd name="connsiteX4" fmla="*/ 0 w 1158773"/>
                <a:gd name="connsiteY4" fmla="*/ 1142397 h 1142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773" h="1142941">
                  <a:moveTo>
                    <a:pt x="0" y="0"/>
                  </a:moveTo>
                  <a:lnTo>
                    <a:pt x="1158773" y="0"/>
                  </a:lnTo>
                  <a:lnTo>
                    <a:pt x="1153114" y="112081"/>
                  </a:lnTo>
                  <a:cubicBezTo>
                    <a:pt x="1094311" y="691100"/>
                    <a:pt x="605312" y="1142941"/>
                    <a:pt x="10779" y="1142941"/>
                  </a:cubicBezTo>
                  <a:lnTo>
                    <a:pt x="0" y="114239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Freeform 5"/>
            <p:cNvSpPr/>
            <p:nvPr/>
          </p:nvSpPr>
          <p:spPr>
            <a:xfrm>
              <a:off x="2291559" y="2423600"/>
              <a:ext cx="1159042" cy="1153585"/>
            </a:xfrm>
            <a:custGeom>
              <a:avLst/>
              <a:gdLst>
                <a:gd name="connsiteX0" fmla="*/ 10779 w 1159042"/>
                <a:gd name="connsiteY0" fmla="*/ 0 h 1153585"/>
                <a:gd name="connsiteX1" fmla="*/ 1159042 w 1159042"/>
                <a:gd name="connsiteY1" fmla="*/ 1148263 h 1153585"/>
                <a:gd name="connsiteX2" fmla="*/ 1158773 w 1159042"/>
                <a:gd name="connsiteY2" fmla="*/ 1153585 h 1153585"/>
                <a:gd name="connsiteX3" fmla="*/ 0 w 1159042"/>
                <a:gd name="connsiteY3" fmla="*/ 1153585 h 1153585"/>
                <a:gd name="connsiteX4" fmla="*/ 0 w 1159042"/>
                <a:gd name="connsiteY4" fmla="*/ 544 h 1153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042" h="1153585">
                  <a:moveTo>
                    <a:pt x="10779" y="0"/>
                  </a:moveTo>
                  <a:cubicBezTo>
                    <a:pt x="644947" y="0"/>
                    <a:pt x="1159042" y="514095"/>
                    <a:pt x="1159042" y="1148263"/>
                  </a:cubicBezTo>
                  <a:lnTo>
                    <a:pt x="1158773" y="1153585"/>
                  </a:lnTo>
                  <a:lnTo>
                    <a:pt x="0" y="1153585"/>
                  </a:lnTo>
                  <a:lnTo>
                    <a:pt x="0" y="54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7" name="Freeform 6"/>
            <p:cNvSpPr/>
            <p:nvPr/>
          </p:nvSpPr>
          <p:spPr>
            <a:xfrm>
              <a:off x="1162119" y="3576097"/>
              <a:ext cx="1137258" cy="1142941"/>
            </a:xfrm>
            <a:custGeom>
              <a:avLst/>
              <a:gdLst>
                <a:gd name="connsiteX0" fmla="*/ 0 w 1137258"/>
                <a:gd name="connsiteY0" fmla="*/ 0 h 1142941"/>
                <a:gd name="connsiteX1" fmla="*/ 1137258 w 1137258"/>
                <a:gd name="connsiteY1" fmla="*/ 0 h 1142941"/>
                <a:gd name="connsiteX2" fmla="*/ 1137258 w 1137258"/>
                <a:gd name="connsiteY2" fmla="*/ 1142941 h 1142941"/>
                <a:gd name="connsiteX3" fmla="*/ 1030634 w 1137258"/>
                <a:gd name="connsiteY3" fmla="*/ 1137557 h 1142941"/>
                <a:gd name="connsiteX4" fmla="*/ 4990 w 1137258"/>
                <a:gd name="connsiteY4" fmla="*/ 105381 h 1142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258" h="1142941">
                  <a:moveTo>
                    <a:pt x="0" y="0"/>
                  </a:moveTo>
                  <a:lnTo>
                    <a:pt x="1137258" y="0"/>
                  </a:lnTo>
                  <a:lnTo>
                    <a:pt x="1137258" y="1142941"/>
                  </a:lnTo>
                  <a:lnTo>
                    <a:pt x="1030634" y="1137557"/>
                  </a:lnTo>
                  <a:cubicBezTo>
                    <a:pt x="487804" y="1082429"/>
                    <a:pt x="56751" y="649200"/>
                    <a:pt x="4990" y="10538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8" name="Freeform 7"/>
            <p:cNvSpPr/>
            <p:nvPr/>
          </p:nvSpPr>
          <p:spPr>
            <a:xfrm>
              <a:off x="1162119" y="2423600"/>
              <a:ext cx="1137484" cy="1152497"/>
            </a:xfrm>
            <a:custGeom>
              <a:avLst/>
              <a:gdLst>
                <a:gd name="connsiteX0" fmla="*/ 1137484 w 1137484"/>
                <a:gd name="connsiteY0" fmla="*/ 0 h 1152497"/>
                <a:gd name="connsiteX1" fmla="*/ 1137484 w 1137484"/>
                <a:gd name="connsiteY1" fmla="*/ 1152497 h 1152497"/>
                <a:gd name="connsiteX2" fmla="*/ 226 w 1137484"/>
                <a:gd name="connsiteY2" fmla="*/ 1152497 h 1152497"/>
                <a:gd name="connsiteX3" fmla="*/ 0 w 1137484"/>
                <a:gd name="connsiteY3" fmla="*/ 1147719 h 1152497"/>
                <a:gd name="connsiteX4" fmla="*/ 1030860 w 1137484"/>
                <a:gd name="connsiteY4" fmla="*/ 5384 h 1152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484" h="1152497">
                  <a:moveTo>
                    <a:pt x="1137484" y="0"/>
                  </a:moveTo>
                  <a:lnTo>
                    <a:pt x="1137484" y="1152497"/>
                  </a:lnTo>
                  <a:lnTo>
                    <a:pt x="226" y="1152497"/>
                  </a:lnTo>
                  <a:lnTo>
                    <a:pt x="0" y="1147719"/>
                  </a:lnTo>
                  <a:cubicBezTo>
                    <a:pt x="0" y="553187"/>
                    <a:pt x="451841" y="64187"/>
                    <a:pt x="1030860" y="5384"/>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nvGrpSpPr>
            <p:cNvPr id="9" name="Group 8"/>
            <p:cNvGrpSpPr/>
            <p:nvPr/>
          </p:nvGrpSpPr>
          <p:grpSpPr>
            <a:xfrm flipH="1">
              <a:off x="2604233" y="1228065"/>
              <a:ext cx="2179366" cy="1980727"/>
              <a:chOff x="1020361" y="1729660"/>
              <a:chExt cx="2179366" cy="1980727"/>
            </a:xfrm>
          </p:grpSpPr>
          <p:sp>
            <p:nvSpPr>
              <p:cNvPr id="25" name="Freeform 11"/>
              <p:cNvSpPr>
                <a:spLocks/>
              </p:cNvSpPr>
              <p:nvPr/>
            </p:nvSpPr>
            <p:spPr bwMode="auto">
              <a:xfrm>
                <a:off x="2643207" y="1729660"/>
                <a:ext cx="549382" cy="1980727"/>
              </a:xfrm>
              <a:custGeom>
                <a:avLst/>
                <a:gdLst>
                  <a:gd name="T0" fmla="*/ 17 w 484"/>
                  <a:gd name="T1" fmla="*/ 0 h 1745"/>
                  <a:gd name="T2" fmla="*/ 480 w 484"/>
                  <a:gd name="T3" fmla="*/ 1542 h 1745"/>
                  <a:gd name="T4" fmla="*/ 484 w 484"/>
                  <a:gd name="T5" fmla="*/ 1745 h 1745"/>
                  <a:gd name="T6" fmla="*/ 0 w 484"/>
                  <a:gd name="T7" fmla="*/ 1380 h 1745"/>
                  <a:gd name="T8" fmla="*/ 17 w 484"/>
                  <a:gd name="T9" fmla="*/ 0 h 1745"/>
                </a:gdLst>
                <a:ahLst/>
                <a:cxnLst>
                  <a:cxn ang="0">
                    <a:pos x="T0" y="T1"/>
                  </a:cxn>
                  <a:cxn ang="0">
                    <a:pos x="T2" y="T3"/>
                  </a:cxn>
                  <a:cxn ang="0">
                    <a:pos x="T4" y="T5"/>
                  </a:cxn>
                  <a:cxn ang="0">
                    <a:pos x="T6" y="T7"/>
                  </a:cxn>
                  <a:cxn ang="0">
                    <a:pos x="T8" y="T9"/>
                  </a:cxn>
                </a:cxnLst>
                <a:rect l="0" t="0" r="r" b="b"/>
                <a:pathLst>
                  <a:path w="484" h="1745">
                    <a:moveTo>
                      <a:pt x="17" y="0"/>
                    </a:moveTo>
                    <a:lnTo>
                      <a:pt x="480" y="1542"/>
                    </a:lnTo>
                    <a:lnTo>
                      <a:pt x="484" y="1745"/>
                    </a:lnTo>
                    <a:lnTo>
                      <a:pt x="0" y="1380"/>
                    </a:lnTo>
                    <a:lnTo>
                      <a:pt x="17"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6" name="Freeform 12"/>
              <p:cNvSpPr>
                <a:spLocks/>
              </p:cNvSpPr>
              <p:nvPr/>
            </p:nvSpPr>
            <p:spPr bwMode="auto">
              <a:xfrm>
                <a:off x="1020361" y="3295764"/>
                <a:ext cx="2179366" cy="414307"/>
              </a:xfrm>
              <a:custGeom>
                <a:avLst/>
                <a:gdLst>
                  <a:gd name="T0" fmla="*/ 1436 w 1920"/>
                  <a:gd name="T1" fmla="*/ 0 h 365"/>
                  <a:gd name="T2" fmla="*/ 1920 w 1920"/>
                  <a:gd name="T3" fmla="*/ 363 h 365"/>
                  <a:gd name="T4" fmla="*/ 1703 w 1920"/>
                  <a:gd name="T5" fmla="*/ 365 h 365"/>
                  <a:gd name="T6" fmla="*/ 0 w 1920"/>
                  <a:gd name="T7" fmla="*/ 38 h 365"/>
                  <a:gd name="T8" fmla="*/ 1436 w 1920"/>
                  <a:gd name="T9" fmla="*/ 0 h 365"/>
                </a:gdLst>
                <a:ahLst/>
                <a:cxnLst>
                  <a:cxn ang="0">
                    <a:pos x="T0" y="T1"/>
                  </a:cxn>
                  <a:cxn ang="0">
                    <a:pos x="T2" y="T3"/>
                  </a:cxn>
                  <a:cxn ang="0">
                    <a:pos x="T4" y="T5"/>
                  </a:cxn>
                  <a:cxn ang="0">
                    <a:pos x="T6" y="T7"/>
                  </a:cxn>
                  <a:cxn ang="0">
                    <a:pos x="T8" y="T9"/>
                  </a:cxn>
                </a:cxnLst>
                <a:rect l="0" t="0" r="r" b="b"/>
                <a:pathLst>
                  <a:path w="1920" h="365">
                    <a:moveTo>
                      <a:pt x="1436" y="0"/>
                    </a:moveTo>
                    <a:lnTo>
                      <a:pt x="1920" y="363"/>
                    </a:lnTo>
                    <a:lnTo>
                      <a:pt x="1703" y="365"/>
                    </a:lnTo>
                    <a:lnTo>
                      <a:pt x="0" y="38"/>
                    </a:lnTo>
                    <a:lnTo>
                      <a:pt x="1436"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7" name="Freeform 13"/>
              <p:cNvSpPr>
                <a:spLocks/>
              </p:cNvSpPr>
              <p:nvPr/>
            </p:nvSpPr>
            <p:spPr bwMode="auto">
              <a:xfrm>
                <a:off x="1020791" y="1731194"/>
                <a:ext cx="1649281" cy="1610688"/>
              </a:xfrm>
              <a:custGeom>
                <a:avLst/>
                <a:gdLst>
                  <a:gd name="T0" fmla="*/ 1453 w 1453"/>
                  <a:gd name="T1" fmla="*/ 0 h 1419"/>
                  <a:gd name="T2" fmla="*/ 1436 w 1453"/>
                  <a:gd name="T3" fmla="*/ 1380 h 1419"/>
                  <a:gd name="T4" fmla="*/ 0 w 1453"/>
                  <a:gd name="T5" fmla="*/ 1419 h 1419"/>
                  <a:gd name="T6" fmla="*/ 115 w 1453"/>
                  <a:gd name="T7" fmla="*/ 152 h 1419"/>
                  <a:gd name="T8" fmla="*/ 1453 w 1453"/>
                  <a:gd name="T9" fmla="*/ 0 h 1419"/>
                </a:gdLst>
                <a:ahLst/>
                <a:cxnLst>
                  <a:cxn ang="0">
                    <a:pos x="T0" y="T1"/>
                  </a:cxn>
                  <a:cxn ang="0">
                    <a:pos x="T2" y="T3"/>
                  </a:cxn>
                  <a:cxn ang="0">
                    <a:pos x="T4" y="T5"/>
                  </a:cxn>
                  <a:cxn ang="0">
                    <a:pos x="T6" y="T7"/>
                  </a:cxn>
                  <a:cxn ang="0">
                    <a:pos x="T8" y="T9"/>
                  </a:cxn>
                </a:cxnLst>
                <a:rect l="0" t="0" r="r" b="b"/>
                <a:pathLst>
                  <a:path w="1453" h="1419">
                    <a:moveTo>
                      <a:pt x="1453" y="0"/>
                    </a:moveTo>
                    <a:lnTo>
                      <a:pt x="1436" y="1380"/>
                    </a:lnTo>
                    <a:lnTo>
                      <a:pt x="0" y="1419"/>
                    </a:lnTo>
                    <a:lnTo>
                      <a:pt x="115" y="152"/>
                    </a:lnTo>
                    <a:lnTo>
                      <a:pt x="1453" y="0"/>
                    </a:lnTo>
                    <a:close/>
                  </a:path>
                </a:pathLst>
              </a:custGeom>
              <a:solidFill>
                <a:schemeClr val="accent1">
                  <a:alpha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8" name="TextBox 27"/>
              <p:cNvSpPr txBox="1"/>
              <p:nvPr/>
            </p:nvSpPr>
            <p:spPr>
              <a:xfrm>
                <a:off x="1541517" y="2055718"/>
                <a:ext cx="478016" cy="923330"/>
              </a:xfrm>
              <a:prstGeom prst="rect">
                <a:avLst/>
              </a:prstGeom>
              <a:noFill/>
            </p:spPr>
            <p:txBody>
              <a:bodyPr wrap="none" rtlCol="0">
                <a:spAutoFit/>
              </a:bodyPr>
              <a:lstStyle/>
              <a:p>
                <a:r>
                  <a:rPr lang="en-US" sz="5400" b="1" dirty="0" smtClean="0">
                    <a:solidFill>
                      <a:prstClr val="white"/>
                    </a:solidFill>
                    <a:latin typeface="Roboto"/>
                    <a:ea typeface="Fira Sans SemiBold Italic" panose="00000700000000000000" pitchFamily="50" charset="0"/>
                    <a:cs typeface="Clear Sans" panose="020B0503030202020304" pitchFamily="34" charset="0"/>
                  </a:rPr>
                  <a:t>1</a:t>
                </a:r>
                <a:endParaRPr lang="en-US" sz="5400" b="1" dirty="0">
                  <a:solidFill>
                    <a:prstClr val="white"/>
                  </a:solidFill>
                  <a:latin typeface="Roboto"/>
                  <a:ea typeface="Fira Sans SemiBold Italic" panose="00000700000000000000" pitchFamily="50" charset="0"/>
                  <a:cs typeface="Clear Sans" panose="020B0503030202020304" pitchFamily="34" charset="0"/>
                </a:endParaRPr>
              </a:p>
            </p:txBody>
          </p:sp>
        </p:grpSp>
        <p:grpSp>
          <p:nvGrpSpPr>
            <p:cNvPr id="10" name="Group 9"/>
            <p:cNvGrpSpPr/>
            <p:nvPr/>
          </p:nvGrpSpPr>
          <p:grpSpPr>
            <a:xfrm flipH="1">
              <a:off x="356076" y="1666469"/>
              <a:ext cx="1718521" cy="1538490"/>
              <a:chOff x="3729363" y="2168064"/>
              <a:chExt cx="1718521" cy="1538490"/>
            </a:xfrm>
          </p:grpSpPr>
          <p:sp>
            <p:nvSpPr>
              <p:cNvPr id="21" name="Freeform 5"/>
              <p:cNvSpPr>
                <a:spLocks/>
              </p:cNvSpPr>
              <p:nvPr/>
            </p:nvSpPr>
            <p:spPr bwMode="auto">
              <a:xfrm>
                <a:off x="3729363" y="3157172"/>
                <a:ext cx="1718521" cy="549382"/>
              </a:xfrm>
              <a:custGeom>
                <a:avLst/>
                <a:gdLst>
                  <a:gd name="T0" fmla="*/ 1514 w 1514"/>
                  <a:gd name="T1" fmla="*/ 27 h 484"/>
                  <a:gd name="T2" fmla="*/ 214 w 1514"/>
                  <a:gd name="T3" fmla="*/ 484 h 484"/>
                  <a:gd name="T4" fmla="*/ 0 w 1514"/>
                  <a:gd name="T5" fmla="*/ 482 h 484"/>
                  <a:gd name="T6" fmla="*/ 597 w 1514"/>
                  <a:gd name="T7" fmla="*/ 0 h 484"/>
                  <a:gd name="T8" fmla="*/ 1514 w 1514"/>
                  <a:gd name="T9" fmla="*/ 27 h 484"/>
                </a:gdLst>
                <a:ahLst/>
                <a:cxnLst>
                  <a:cxn ang="0">
                    <a:pos x="T0" y="T1"/>
                  </a:cxn>
                  <a:cxn ang="0">
                    <a:pos x="T2" y="T3"/>
                  </a:cxn>
                  <a:cxn ang="0">
                    <a:pos x="T4" y="T5"/>
                  </a:cxn>
                  <a:cxn ang="0">
                    <a:pos x="T6" y="T7"/>
                  </a:cxn>
                  <a:cxn ang="0">
                    <a:pos x="T8" y="T9"/>
                  </a:cxn>
                </a:cxnLst>
                <a:rect l="0" t="0" r="r" b="b"/>
                <a:pathLst>
                  <a:path w="1514" h="484">
                    <a:moveTo>
                      <a:pt x="1514" y="27"/>
                    </a:moveTo>
                    <a:lnTo>
                      <a:pt x="214" y="484"/>
                    </a:lnTo>
                    <a:lnTo>
                      <a:pt x="0" y="482"/>
                    </a:lnTo>
                    <a:lnTo>
                      <a:pt x="597" y="0"/>
                    </a:lnTo>
                    <a:lnTo>
                      <a:pt x="1514" y="27"/>
                    </a:lnTo>
                    <a:close/>
                  </a:path>
                </a:pathLst>
              </a:custGeom>
              <a:solidFill>
                <a:schemeClr val="accent3">
                  <a:lumMod val="75000"/>
                  <a:lumOff val="25000"/>
                  <a:alpha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2" name="Freeform 6"/>
              <p:cNvSpPr>
                <a:spLocks/>
              </p:cNvSpPr>
              <p:nvPr/>
            </p:nvSpPr>
            <p:spPr bwMode="auto">
              <a:xfrm>
                <a:off x="3733091" y="2168064"/>
                <a:ext cx="677647" cy="1536907"/>
              </a:xfrm>
              <a:custGeom>
                <a:avLst/>
                <a:gdLst>
                  <a:gd name="T0" fmla="*/ 597 w 597"/>
                  <a:gd name="T1" fmla="*/ 872 h 1354"/>
                  <a:gd name="T2" fmla="*/ 0 w 597"/>
                  <a:gd name="T3" fmla="*/ 1354 h 1354"/>
                  <a:gd name="T4" fmla="*/ 2 w 597"/>
                  <a:gd name="T5" fmla="*/ 1153 h 1354"/>
                  <a:gd name="T6" fmla="*/ 586 w 597"/>
                  <a:gd name="T7" fmla="*/ 0 h 1354"/>
                  <a:gd name="T8" fmla="*/ 597 w 597"/>
                  <a:gd name="T9" fmla="*/ 872 h 1354"/>
                </a:gdLst>
                <a:ahLst/>
                <a:cxnLst>
                  <a:cxn ang="0">
                    <a:pos x="T0" y="T1"/>
                  </a:cxn>
                  <a:cxn ang="0">
                    <a:pos x="T2" y="T3"/>
                  </a:cxn>
                  <a:cxn ang="0">
                    <a:pos x="T4" y="T5"/>
                  </a:cxn>
                  <a:cxn ang="0">
                    <a:pos x="T6" y="T7"/>
                  </a:cxn>
                  <a:cxn ang="0">
                    <a:pos x="T8" y="T9"/>
                  </a:cxn>
                </a:cxnLst>
                <a:rect l="0" t="0" r="r" b="b"/>
                <a:pathLst>
                  <a:path w="597" h="1354">
                    <a:moveTo>
                      <a:pt x="597" y="872"/>
                    </a:moveTo>
                    <a:lnTo>
                      <a:pt x="0" y="1354"/>
                    </a:lnTo>
                    <a:lnTo>
                      <a:pt x="2" y="1153"/>
                    </a:lnTo>
                    <a:lnTo>
                      <a:pt x="586" y="0"/>
                    </a:lnTo>
                    <a:lnTo>
                      <a:pt x="597" y="872"/>
                    </a:lnTo>
                    <a:close/>
                  </a:path>
                </a:pathLst>
              </a:custGeom>
              <a:solidFill>
                <a:schemeClr val="accent3">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3" name="Freeform 7"/>
              <p:cNvSpPr>
                <a:spLocks/>
              </p:cNvSpPr>
              <p:nvPr/>
            </p:nvSpPr>
            <p:spPr bwMode="auto">
              <a:xfrm>
                <a:off x="4393212" y="2170442"/>
                <a:ext cx="1054496" cy="1019308"/>
              </a:xfrm>
              <a:custGeom>
                <a:avLst/>
                <a:gdLst>
                  <a:gd name="T0" fmla="*/ 889 w 929"/>
                  <a:gd name="T1" fmla="*/ 61 h 898"/>
                  <a:gd name="T2" fmla="*/ 929 w 929"/>
                  <a:gd name="T3" fmla="*/ 898 h 898"/>
                  <a:gd name="T4" fmla="*/ 12 w 929"/>
                  <a:gd name="T5" fmla="*/ 872 h 898"/>
                  <a:gd name="T6" fmla="*/ 0 w 929"/>
                  <a:gd name="T7" fmla="*/ 0 h 898"/>
                  <a:gd name="T8" fmla="*/ 889 w 929"/>
                  <a:gd name="T9" fmla="*/ 61 h 898"/>
                </a:gdLst>
                <a:ahLst/>
                <a:cxnLst>
                  <a:cxn ang="0">
                    <a:pos x="T0" y="T1"/>
                  </a:cxn>
                  <a:cxn ang="0">
                    <a:pos x="T2" y="T3"/>
                  </a:cxn>
                  <a:cxn ang="0">
                    <a:pos x="T4" y="T5"/>
                  </a:cxn>
                  <a:cxn ang="0">
                    <a:pos x="T6" y="T7"/>
                  </a:cxn>
                  <a:cxn ang="0">
                    <a:pos x="T8" y="T9"/>
                  </a:cxn>
                </a:cxnLst>
                <a:rect l="0" t="0" r="r" b="b"/>
                <a:pathLst>
                  <a:path w="929" h="898">
                    <a:moveTo>
                      <a:pt x="889" y="61"/>
                    </a:moveTo>
                    <a:lnTo>
                      <a:pt x="929" y="898"/>
                    </a:lnTo>
                    <a:lnTo>
                      <a:pt x="12" y="872"/>
                    </a:lnTo>
                    <a:lnTo>
                      <a:pt x="0" y="0"/>
                    </a:lnTo>
                    <a:lnTo>
                      <a:pt x="889" y="61"/>
                    </a:lnTo>
                    <a:close/>
                  </a:path>
                </a:pathLst>
              </a:custGeom>
              <a:solidFill>
                <a:schemeClr val="accent3">
                  <a:alpha val="90000"/>
                </a:schemeClr>
              </a:solidFill>
              <a:ln w="9525">
                <a:noFill/>
                <a:round/>
                <a:headEnd/>
                <a:tailEnd/>
              </a:ln>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4" name="TextBox 23"/>
              <p:cNvSpPr txBox="1"/>
              <p:nvPr/>
            </p:nvSpPr>
            <p:spPr>
              <a:xfrm>
                <a:off x="4696210" y="2342496"/>
                <a:ext cx="401072" cy="707886"/>
              </a:xfrm>
              <a:prstGeom prst="rect">
                <a:avLst/>
              </a:prstGeom>
              <a:noFill/>
            </p:spPr>
            <p:txBody>
              <a:bodyPr wrap="none" rtlCol="0">
                <a:spAutoFit/>
              </a:bodyPr>
              <a:lstStyle/>
              <a:p>
                <a:r>
                  <a:rPr lang="en-US" sz="4000" b="1" dirty="0" smtClean="0">
                    <a:solidFill>
                      <a:prstClr val="white"/>
                    </a:solidFill>
                    <a:latin typeface="Roboto"/>
                    <a:ea typeface="Fira Sans SemiBold Italic" panose="00000700000000000000" pitchFamily="50" charset="0"/>
                    <a:cs typeface="Clear Sans" panose="020B0503030202020304" pitchFamily="34" charset="0"/>
                  </a:rPr>
                  <a:t>2</a:t>
                </a:r>
                <a:endParaRPr lang="en-US" sz="4000" b="1" dirty="0">
                  <a:solidFill>
                    <a:prstClr val="white"/>
                  </a:solidFill>
                  <a:latin typeface="Roboto"/>
                  <a:ea typeface="Fira Sans SemiBold Italic" panose="00000700000000000000" pitchFamily="50" charset="0"/>
                  <a:cs typeface="Clear Sans" panose="020B0503030202020304" pitchFamily="34" charset="0"/>
                </a:endParaRPr>
              </a:p>
            </p:txBody>
          </p:sp>
        </p:grpSp>
        <p:grpSp>
          <p:nvGrpSpPr>
            <p:cNvPr id="11" name="Group 10"/>
            <p:cNvGrpSpPr/>
            <p:nvPr/>
          </p:nvGrpSpPr>
          <p:grpSpPr>
            <a:xfrm flipH="1">
              <a:off x="71460" y="3826674"/>
              <a:ext cx="2022610" cy="1868326"/>
              <a:chOff x="3709890" y="4328269"/>
              <a:chExt cx="2022610" cy="1868326"/>
            </a:xfrm>
          </p:grpSpPr>
          <p:sp>
            <p:nvSpPr>
              <p:cNvPr id="17" name="Freeform 8"/>
              <p:cNvSpPr>
                <a:spLocks/>
              </p:cNvSpPr>
              <p:nvPr/>
            </p:nvSpPr>
            <p:spPr bwMode="auto">
              <a:xfrm>
                <a:off x="3713813" y="4331647"/>
                <a:ext cx="384795" cy="1864948"/>
              </a:xfrm>
              <a:custGeom>
                <a:avLst/>
                <a:gdLst>
                  <a:gd name="T0" fmla="*/ 330 w 339"/>
                  <a:gd name="T1" fmla="*/ 1643 h 1643"/>
                  <a:gd name="T2" fmla="*/ 2 w 339"/>
                  <a:gd name="T3" fmla="*/ 201 h 1643"/>
                  <a:gd name="T4" fmla="*/ 0 w 339"/>
                  <a:gd name="T5" fmla="*/ 0 h 1643"/>
                  <a:gd name="T6" fmla="*/ 339 w 339"/>
                  <a:gd name="T7" fmla="*/ 263 h 1643"/>
                  <a:gd name="T8" fmla="*/ 330 w 339"/>
                  <a:gd name="T9" fmla="*/ 1643 h 1643"/>
                </a:gdLst>
                <a:ahLst/>
                <a:cxnLst>
                  <a:cxn ang="0">
                    <a:pos x="T0" y="T1"/>
                  </a:cxn>
                  <a:cxn ang="0">
                    <a:pos x="T2" y="T3"/>
                  </a:cxn>
                  <a:cxn ang="0">
                    <a:pos x="T4" y="T5"/>
                  </a:cxn>
                  <a:cxn ang="0">
                    <a:pos x="T6" y="T7"/>
                  </a:cxn>
                  <a:cxn ang="0">
                    <a:pos x="T8" y="T9"/>
                  </a:cxn>
                </a:cxnLst>
                <a:rect l="0" t="0" r="r" b="b"/>
                <a:pathLst>
                  <a:path w="339" h="1643">
                    <a:moveTo>
                      <a:pt x="330" y="1643"/>
                    </a:moveTo>
                    <a:lnTo>
                      <a:pt x="2" y="201"/>
                    </a:lnTo>
                    <a:lnTo>
                      <a:pt x="0" y="0"/>
                    </a:lnTo>
                    <a:lnTo>
                      <a:pt x="339" y="263"/>
                    </a:lnTo>
                    <a:lnTo>
                      <a:pt x="330" y="1643"/>
                    </a:ln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18" name="Freeform 9"/>
              <p:cNvSpPr>
                <a:spLocks/>
              </p:cNvSpPr>
              <p:nvPr/>
            </p:nvSpPr>
            <p:spPr bwMode="auto">
              <a:xfrm>
                <a:off x="3709890" y="4328269"/>
                <a:ext cx="2019320" cy="300798"/>
              </a:xfrm>
              <a:custGeom>
                <a:avLst/>
                <a:gdLst>
                  <a:gd name="T0" fmla="*/ 339 w 1779"/>
                  <a:gd name="T1" fmla="*/ 265 h 265"/>
                  <a:gd name="T2" fmla="*/ 0 w 1779"/>
                  <a:gd name="T3" fmla="*/ 2 h 265"/>
                  <a:gd name="T4" fmla="*/ 215 w 1779"/>
                  <a:gd name="T5" fmla="*/ 0 h 265"/>
                  <a:gd name="T6" fmla="*/ 1779 w 1779"/>
                  <a:gd name="T7" fmla="*/ 233 h 265"/>
                  <a:gd name="T8" fmla="*/ 339 w 1779"/>
                  <a:gd name="T9" fmla="*/ 265 h 265"/>
                </a:gdLst>
                <a:ahLst/>
                <a:cxnLst>
                  <a:cxn ang="0">
                    <a:pos x="T0" y="T1"/>
                  </a:cxn>
                  <a:cxn ang="0">
                    <a:pos x="T2" y="T3"/>
                  </a:cxn>
                  <a:cxn ang="0">
                    <a:pos x="T4" y="T5"/>
                  </a:cxn>
                  <a:cxn ang="0">
                    <a:pos x="T6" y="T7"/>
                  </a:cxn>
                  <a:cxn ang="0">
                    <a:pos x="T8" y="T9"/>
                  </a:cxn>
                </a:cxnLst>
                <a:rect l="0" t="0" r="r" b="b"/>
                <a:pathLst>
                  <a:path w="1779" h="265">
                    <a:moveTo>
                      <a:pt x="339" y="265"/>
                    </a:moveTo>
                    <a:lnTo>
                      <a:pt x="0" y="2"/>
                    </a:lnTo>
                    <a:lnTo>
                      <a:pt x="215" y="0"/>
                    </a:lnTo>
                    <a:lnTo>
                      <a:pt x="1779" y="233"/>
                    </a:lnTo>
                    <a:lnTo>
                      <a:pt x="339" y="265"/>
                    </a:lnTo>
                    <a:close/>
                  </a:path>
                </a:pathLst>
              </a:custGeom>
              <a:solidFill>
                <a:schemeClr val="accent4">
                  <a:lumMod val="75000"/>
                  <a:alpha val="8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19" name="Freeform 10"/>
              <p:cNvSpPr>
                <a:spLocks/>
              </p:cNvSpPr>
              <p:nvPr/>
            </p:nvSpPr>
            <p:spPr bwMode="auto">
              <a:xfrm>
                <a:off x="4083333" y="4590448"/>
                <a:ext cx="1649167" cy="1606146"/>
              </a:xfrm>
              <a:custGeom>
                <a:avLst/>
                <a:gdLst>
                  <a:gd name="T0" fmla="*/ 1450 w 1450"/>
                  <a:gd name="T1" fmla="*/ 0 h 1412"/>
                  <a:gd name="T2" fmla="*/ 1328 w 1450"/>
                  <a:gd name="T3" fmla="*/ 1250 h 1412"/>
                  <a:gd name="T4" fmla="*/ 0 w 1450"/>
                  <a:gd name="T5" fmla="*/ 1412 h 1412"/>
                  <a:gd name="T6" fmla="*/ 10 w 1450"/>
                  <a:gd name="T7" fmla="*/ 32 h 1412"/>
                  <a:gd name="T8" fmla="*/ 1450 w 1450"/>
                  <a:gd name="T9" fmla="*/ 0 h 1412"/>
                  <a:gd name="connsiteX0" fmla="*/ 10000 w 10000"/>
                  <a:gd name="connsiteY0" fmla="*/ 173 h 9773"/>
                  <a:gd name="connsiteX1" fmla="*/ 9159 w 10000"/>
                  <a:gd name="connsiteY1" fmla="*/ 8626 h 9773"/>
                  <a:gd name="connsiteX2" fmla="*/ 0 w 10000"/>
                  <a:gd name="connsiteY2" fmla="*/ 9773 h 9773"/>
                  <a:gd name="connsiteX3" fmla="*/ 69 w 10000"/>
                  <a:gd name="connsiteY3" fmla="*/ 0 h 9773"/>
                  <a:gd name="connsiteX4" fmla="*/ 10000 w 10000"/>
                  <a:gd name="connsiteY4" fmla="*/ 173 h 9773"/>
                  <a:gd name="connsiteX0" fmla="*/ 10020 w 10020"/>
                  <a:gd name="connsiteY0" fmla="*/ 0 h 10254"/>
                  <a:gd name="connsiteX1" fmla="*/ 9159 w 10020"/>
                  <a:gd name="connsiteY1" fmla="*/ 9080 h 10254"/>
                  <a:gd name="connsiteX2" fmla="*/ 0 w 10020"/>
                  <a:gd name="connsiteY2" fmla="*/ 10254 h 10254"/>
                  <a:gd name="connsiteX3" fmla="*/ 69 w 10020"/>
                  <a:gd name="connsiteY3" fmla="*/ 254 h 10254"/>
                  <a:gd name="connsiteX4" fmla="*/ 10020 w 10020"/>
                  <a:gd name="connsiteY4" fmla="*/ 0 h 10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20" h="10254">
                    <a:moveTo>
                      <a:pt x="10020" y="0"/>
                    </a:moveTo>
                    <a:cubicBezTo>
                      <a:pt x="9740" y="2883"/>
                      <a:pt x="9439" y="6197"/>
                      <a:pt x="9159" y="9080"/>
                    </a:cubicBezTo>
                    <a:lnTo>
                      <a:pt x="0" y="10254"/>
                    </a:lnTo>
                    <a:cubicBezTo>
                      <a:pt x="23" y="6920"/>
                      <a:pt x="46" y="3588"/>
                      <a:pt x="69" y="254"/>
                    </a:cubicBezTo>
                    <a:lnTo>
                      <a:pt x="10020" y="0"/>
                    </a:lnTo>
                    <a:close/>
                  </a:path>
                </a:pathLst>
              </a:custGeom>
              <a:solidFill>
                <a:schemeClr val="accent4">
                  <a:alpha val="8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0" name="TextBox 19"/>
              <p:cNvSpPr txBox="1"/>
              <p:nvPr/>
            </p:nvSpPr>
            <p:spPr>
              <a:xfrm>
                <a:off x="4653346" y="4854571"/>
                <a:ext cx="478016" cy="923330"/>
              </a:xfrm>
              <a:prstGeom prst="rect">
                <a:avLst/>
              </a:prstGeom>
              <a:noFill/>
            </p:spPr>
            <p:txBody>
              <a:bodyPr wrap="none" rtlCol="0">
                <a:spAutoFit/>
              </a:bodyPr>
              <a:lstStyle/>
              <a:p>
                <a:r>
                  <a:rPr lang="en-US" sz="5400" b="1" dirty="0" smtClean="0">
                    <a:solidFill>
                      <a:prstClr val="white"/>
                    </a:solidFill>
                    <a:latin typeface="Roboto"/>
                    <a:ea typeface="Fira Sans SemiBold Italic" panose="00000700000000000000" pitchFamily="50" charset="0"/>
                    <a:cs typeface="Clear Sans" panose="020B0503030202020304" pitchFamily="34" charset="0"/>
                  </a:rPr>
                  <a:t>3</a:t>
                </a:r>
                <a:endParaRPr lang="en-US" sz="5400" b="1" dirty="0">
                  <a:solidFill>
                    <a:prstClr val="white"/>
                  </a:solidFill>
                  <a:latin typeface="Roboto"/>
                  <a:ea typeface="Fira Sans SemiBold Italic" panose="00000700000000000000" pitchFamily="50" charset="0"/>
                  <a:cs typeface="Clear Sans" panose="020B0503030202020304" pitchFamily="34" charset="0"/>
                </a:endParaRPr>
              </a:p>
            </p:txBody>
          </p:sp>
        </p:grpSp>
        <p:grpSp>
          <p:nvGrpSpPr>
            <p:cNvPr id="12" name="Group 11"/>
            <p:cNvGrpSpPr/>
            <p:nvPr/>
          </p:nvGrpSpPr>
          <p:grpSpPr>
            <a:xfrm flipH="1">
              <a:off x="2621885" y="3820971"/>
              <a:ext cx="1239515" cy="1057901"/>
              <a:chOff x="1942560" y="4322566"/>
              <a:chExt cx="1239515" cy="1057901"/>
            </a:xfrm>
          </p:grpSpPr>
          <p:sp>
            <p:nvSpPr>
              <p:cNvPr id="13" name="Freeform 14"/>
              <p:cNvSpPr>
                <a:spLocks/>
              </p:cNvSpPr>
              <p:nvPr/>
            </p:nvSpPr>
            <p:spPr bwMode="auto">
              <a:xfrm>
                <a:off x="2811536" y="4322566"/>
                <a:ext cx="370038" cy="1057901"/>
              </a:xfrm>
              <a:custGeom>
                <a:avLst/>
                <a:gdLst>
                  <a:gd name="T0" fmla="*/ 0 w 326"/>
                  <a:gd name="T1" fmla="*/ 203 h 932"/>
                  <a:gd name="T2" fmla="*/ 326 w 326"/>
                  <a:gd name="T3" fmla="*/ 0 h 932"/>
                  <a:gd name="T4" fmla="*/ 324 w 326"/>
                  <a:gd name="T5" fmla="*/ 205 h 932"/>
                  <a:gd name="T6" fmla="*/ 0 w 326"/>
                  <a:gd name="T7" fmla="*/ 932 h 932"/>
                  <a:gd name="T8" fmla="*/ 0 w 326"/>
                  <a:gd name="T9" fmla="*/ 203 h 932"/>
                </a:gdLst>
                <a:ahLst/>
                <a:cxnLst>
                  <a:cxn ang="0">
                    <a:pos x="T0" y="T1"/>
                  </a:cxn>
                  <a:cxn ang="0">
                    <a:pos x="T2" y="T3"/>
                  </a:cxn>
                  <a:cxn ang="0">
                    <a:pos x="T4" y="T5"/>
                  </a:cxn>
                  <a:cxn ang="0">
                    <a:pos x="T6" y="T7"/>
                  </a:cxn>
                  <a:cxn ang="0">
                    <a:pos x="T8" y="T9"/>
                  </a:cxn>
                </a:cxnLst>
                <a:rect l="0" t="0" r="r" b="b"/>
                <a:pathLst>
                  <a:path w="326" h="932">
                    <a:moveTo>
                      <a:pt x="0" y="203"/>
                    </a:moveTo>
                    <a:lnTo>
                      <a:pt x="326" y="0"/>
                    </a:lnTo>
                    <a:lnTo>
                      <a:pt x="324" y="205"/>
                    </a:lnTo>
                    <a:lnTo>
                      <a:pt x="0" y="932"/>
                    </a:lnTo>
                    <a:lnTo>
                      <a:pt x="0" y="203"/>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14" name="Freeform 15"/>
              <p:cNvSpPr>
                <a:spLocks/>
              </p:cNvSpPr>
              <p:nvPr/>
            </p:nvSpPr>
            <p:spPr bwMode="auto">
              <a:xfrm>
                <a:off x="1942560" y="4325230"/>
                <a:ext cx="1239515" cy="230423"/>
              </a:xfrm>
              <a:custGeom>
                <a:avLst/>
                <a:gdLst>
                  <a:gd name="T0" fmla="*/ 0 w 1092"/>
                  <a:gd name="T1" fmla="*/ 190 h 203"/>
                  <a:gd name="T2" fmla="*/ 875 w 1092"/>
                  <a:gd name="T3" fmla="*/ 0 h 203"/>
                  <a:gd name="T4" fmla="*/ 1092 w 1092"/>
                  <a:gd name="T5" fmla="*/ 0 h 203"/>
                  <a:gd name="T6" fmla="*/ 766 w 1092"/>
                  <a:gd name="T7" fmla="*/ 203 h 203"/>
                  <a:gd name="T8" fmla="*/ 0 w 1092"/>
                  <a:gd name="T9" fmla="*/ 190 h 203"/>
                </a:gdLst>
                <a:ahLst/>
                <a:cxnLst>
                  <a:cxn ang="0">
                    <a:pos x="T0" y="T1"/>
                  </a:cxn>
                  <a:cxn ang="0">
                    <a:pos x="T2" y="T3"/>
                  </a:cxn>
                  <a:cxn ang="0">
                    <a:pos x="T4" y="T5"/>
                  </a:cxn>
                  <a:cxn ang="0">
                    <a:pos x="T6" y="T7"/>
                  </a:cxn>
                  <a:cxn ang="0">
                    <a:pos x="T8" y="T9"/>
                  </a:cxn>
                </a:cxnLst>
                <a:rect l="0" t="0" r="r" b="b"/>
                <a:pathLst>
                  <a:path w="1092" h="203">
                    <a:moveTo>
                      <a:pt x="0" y="190"/>
                    </a:moveTo>
                    <a:lnTo>
                      <a:pt x="875" y="0"/>
                    </a:lnTo>
                    <a:lnTo>
                      <a:pt x="1092" y="0"/>
                    </a:lnTo>
                    <a:lnTo>
                      <a:pt x="766" y="203"/>
                    </a:lnTo>
                    <a:lnTo>
                      <a:pt x="0" y="190"/>
                    </a:lnTo>
                    <a:close/>
                  </a:path>
                </a:pathLst>
              </a:custGeom>
              <a:solidFill>
                <a:schemeClr val="accent2">
                  <a:lumMod val="75000"/>
                  <a:alpha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15" name="Freeform 16"/>
              <p:cNvSpPr>
                <a:spLocks/>
              </p:cNvSpPr>
              <p:nvPr/>
            </p:nvSpPr>
            <p:spPr bwMode="auto">
              <a:xfrm>
                <a:off x="1942560" y="4538233"/>
                <a:ext cx="869476" cy="842234"/>
              </a:xfrm>
              <a:custGeom>
                <a:avLst/>
                <a:gdLst>
                  <a:gd name="T0" fmla="*/ 766 w 766"/>
                  <a:gd name="T1" fmla="*/ 13 h 742"/>
                  <a:gd name="T2" fmla="*/ 766 w 766"/>
                  <a:gd name="T3" fmla="*/ 742 h 742"/>
                  <a:gd name="T4" fmla="*/ 21 w 766"/>
                  <a:gd name="T5" fmla="*/ 702 h 742"/>
                  <a:gd name="T6" fmla="*/ 0 w 766"/>
                  <a:gd name="T7" fmla="*/ 0 h 742"/>
                  <a:gd name="T8" fmla="*/ 766 w 766"/>
                  <a:gd name="T9" fmla="*/ 13 h 742"/>
                </a:gdLst>
                <a:ahLst/>
                <a:cxnLst>
                  <a:cxn ang="0">
                    <a:pos x="T0" y="T1"/>
                  </a:cxn>
                  <a:cxn ang="0">
                    <a:pos x="T2" y="T3"/>
                  </a:cxn>
                  <a:cxn ang="0">
                    <a:pos x="T4" y="T5"/>
                  </a:cxn>
                  <a:cxn ang="0">
                    <a:pos x="T6" y="T7"/>
                  </a:cxn>
                  <a:cxn ang="0">
                    <a:pos x="T8" y="T9"/>
                  </a:cxn>
                </a:cxnLst>
                <a:rect l="0" t="0" r="r" b="b"/>
                <a:pathLst>
                  <a:path w="766" h="742">
                    <a:moveTo>
                      <a:pt x="766" y="13"/>
                    </a:moveTo>
                    <a:lnTo>
                      <a:pt x="766" y="742"/>
                    </a:lnTo>
                    <a:lnTo>
                      <a:pt x="21" y="702"/>
                    </a:lnTo>
                    <a:lnTo>
                      <a:pt x="0" y="0"/>
                    </a:lnTo>
                    <a:lnTo>
                      <a:pt x="766" y="13"/>
                    </a:lnTo>
                    <a:close/>
                  </a:path>
                </a:pathLst>
              </a:custGeom>
              <a:solidFill>
                <a:schemeClr val="accent2">
                  <a:alpha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16" name="TextBox 15"/>
              <p:cNvSpPr txBox="1"/>
              <p:nvPr/>
            </p:nvSpPr>
            <p:spPr>
              <a:xfrm>
                <a:off x="2093194" y="4567043"/>
                <a:ext cx="401072" cy="707886"/>
              </a:xfrm>
              <a:prstGeom prst="rect">
                <a:avLst/>
              </a:prstGeom>
              <a:noFill/>
            </p:spPr>
            <p:txBody>
              <a:bodyPr wrap="none" rtlCol="0">
                <a:spAutoFit/>
              </a:bodyPr>
              <a:lstStyle/>
              <a:p>
                <a:r>
                  <a:rPr lang="en-US" sz="4000" b="1" dirty="0" smtClean="0">
                    <a:solidFill>
                      <a:prstClr val="white"/>
                    </a:solidFill>
                    <a:latin typeface="Roboto"/>
                    <a:ea typeface="Fira Sans SemiBold Italic" panose="00000700000000000000" pitchFamily="50" charset="0"/>
                    <a:cs typeface="Clear Sans" panose="020B0503030202020304" pitchFamily="34" charset="0"/>
                  </a:rPr>
                  <a:t>4</a:t>
                </a:r>
                <a:endParaRPr lang="en-US" sz="4000" b="1" dirty="0">
                  <a:solidFill>
                    <a:prstClr val="white"/>
                  </a:solidFill>
                  <a:latin typeface="Roboto"/>
                  <a:ea typeface="Fira Sans SemiBold Italic" panose="00000700000000000000" pitchFamily="50" charset="0"/>
                  <a:cs typeface="Clear Sans" panose="020B0503030202020304" pitchFamily="34" charset="0"/>
                </a:endParaRPr>
              </a:p>
            </p:txBody>
          </p:sp>
        </p:grpSp>
      </p:grpSp>
      <p:sp>
        <p:nvSpPr>
          <p:cNvPr id="30" name="Text Placeholder 60"/>
          <p:cNvSpPr txBox="1">
            <a:spLocks/>
          </p:cNvSpPr>
          <p:nvPr/>
        </p:nvSpPr>
        <p:spPr>
          <a:xfrm>
            <a:off x="8788281" y="1980666"/>
            <a:ext cx="2924294" cy="989983"/>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smtClean="0">
                <a:solidFill>
                  <a:srgbClr val="E9233C"/>
                </a:solidFill>
                <a:latin typeface="Roboto"/>
                <a:cs typeface="Simplified Arabic" panose="02020603050405020304" pitchFamily="18" charset="-78"/>
              </a:rPr>
              <a:t>التركيز على البيئة المحلية وما يماثلها</a:t>
            </a:r>
            <a:endParaRPr lang="en-AU" sz="3200" b="1" dirty="0">
              <a:solidFill>
                <a:srgbClr val="E9233C"/>
              </a:solidFill>
              <a:latin typeface="Roboto"/>
            </a:endParaRPr>
          </a:p>
        </p:txBody>
      </p:sp>
      <p:sp>
        <p:nvSpPr>
          <p:cNvPr id="33" name="Text Placeholder 60"/>
          <p:cNvSpPr txBox="1">
            <a:spLocks/>
          </p:cNvSpPr>
          <p:nvPr/>
        </p:nvSpPr>
        <p:spPr>
          <a:xfrm>
            <a:off x="8256466" y="4771096"/>
            <a:ext cx="2338188" cy="1052260"/>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smtClean="0">
                <a:solidFill>
                  <a:srgbClr val="F0992F"/>
                </a:solidFill>
                <a:latin typeface="Roboto"/>
                <a:cs typeface="Simplified Arabic" panose="02020603050405020304" pitchFamily="18" charset="-78"/>
              </a:rPr>
              <a:t>استخدام الألوان الجذابة</a:t>
            </a:r>
            <a:endParaRPr lang="en-AU" sz="3200" b="1" dirty="0">
              <a:solidFill>
                <a:srgbClr val="F0992F"/>
              </a:solidFill>
              <a:latin typeface="Roboto"/>
            </a:endParaRPr>
          </a:p>
        </p:txBody>
      </p:sp>
      <p:sp>
        <p:nvSpPr>
          <p:cNvPr id="36" name="Text Placeholder 60"/>
          <p:cNvSpPr txBox="1">
            <a:spLocks/>
          </p:cNvSpPr>
          <p:nvPr/>
        </p:nvSpPr>
        <p:spPr>
          <a:xfrm>
            <a:off x="723014" y="4717799"/>
            <a:ext cx="2862153" cy="1673846"/>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smtClean="0">
                <a:solidFill>
                  <a:srgbClr val="3392E2"/>
                </a:solidFill>
                <a:latin typeface="Roboto"/>
                <a:cs typeface="Simplified Arabic" panose="02020603050405020304" pitchFamily="18" charset="-78"/>
              </a:rPr>
              <a:t>عدم تكديسها بالمعلومات والأفكار</a:t>
            </a:r>
            <a:endParaRPr lang="en-AU" sz="3200" b="1" dirty="0">
              <a:solidFill>
                <a:srgbClr val="3392E2"/>
              </a:solidFill>
              <a:latin typeface="Roboto"/>
            </a:endParaRPr>
          </a:p>
        </p:txBody>
      </p:sp>
      <p:sp>
        <p:nvSpPr>
          <p:cNvPr id="39" name="Text Placeholder 60"/>
          <p:cNvSpPr txBox="1">
            <a:spLocks/>
          </p:cNvSpPr>
          <p:nvPr/>
        </p:nvSpPr>
        <p:spPr>
          <a:xfrm>
            <a:off x="479426" y="2075531"/>
            <a:ext cx="3039334" cy="1495714"/>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smtClean="0">
                <a:solidFill>
                  <a:srgbClr val="1E3046"/>
                </a:solidFill>
                <a:latin typeface="Roboto"/>
                <a:cs typeface="Simplified Arabic" panose="02020603050405020304" pitchFamily="18" charset="-78"/>
              </a:rPr>
              <a:t>اختيار المفردات التي تتناسب ومستوى إدراك الأطفال</a:t>
            </a:r>
            <a:endParaRPr lang="en-AU" sz="3200" b="1" dirty="0">
              <a:solidFill>
                <a:srgbClr val="1E3046"/>
              </a:solidFill>
              <a:latin typeface="Roboto"/>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9117143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algn="r" rtl="1"/>
            <a:r>
              <a:rPr lang="ar-SA" dirty="0"/>
              <a:t>3-	ماهي الاعتبارات التربوية والفنية عند إنتاج الرسوم المتحركة؟</a:t>
            </a:r>
            <a:endParaRPr lang="en-AU" dirty="0"/>
          </a:p>
        </p:txBody>
      </p:sp>
      <p:grpSp>
        <p:nvGrpSpPr>
          <p:cNvPr id="4" name="Group 3"/>
          <p:cNvGrpSpPr/>
          <p:nvPr/>
        </p:nvGrpSpPr>
        <p:grpSpPr>
          <a:xfrm>
            <a:off x="3739930" y="1775115"/>
            <a:ext cx="4712139" cy="4466935"/>
            <a:chOff x="71460" y="1228065"/>
            <a:chExt cx="4712139" cy="4466935"/>
          </a:xfrm>
        </p:grpSpPr>
        <p:sp>
          <p:nvSpPr>
            <p:cNvPr id="5" name="Freeform 4"/>
            <p:cNvSpPr/>
            <p:nvPr/>
          </p:nvSpPr>
          <p:spPr>
            <a:xfrm>
              <a:off x="2291693" y="3576097"/>
              <a:ext cx="1158773" cy="1142941"/>
            </a:xfrm>
            <a:custGeom>
              <a:avLst/>
              <a:gdLst>
                <a:gd name="connsiteX0" fmla="*/ 0 w 1158773"/>
                <a:gd name="connsiteY0" fmla="*/ 0 h 1142941"/>
                <a:gd name="connsiteX1" fmla="*/ 1158773 w 1158773"/>
                <a:gd name="connsiteY1" fmla="*/ 0 h 1142941"/>
                <a:gd name="connsiteX2" fmla="*/ 1153114 w 1158773"/>
                <a:gd name="connsiteY2" fmla="*/ 112081 h 1142941"/>
                <a:gd name="connsiteX3" fmla="*/ 10779 w 1158773"/>
                <a:gd name="connsiteY3" fmla="*/ 1142941 h 1142941"/>
                <a:gd name="connsiteX4" fmla="*/ 0 w 1158773"/>
                <a:gd name="connsiteY4" fmla="*/ 1142397 h 1142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773" h="1142941">
                  <a:moveTo>
                    <a:pt x="0" y="0"/>
                  </a:moveTo>
                  <a:lnTo>
                    <a:pt x="1158773" y="0"/>
                  </a:lnTo>
                  <a:lnTo>
                    <a:pt x="1153114" y="112081"/>
                  </a:lnTo>
                  <a:cubicBezTo>
                    <a:pt x="1094311" y="691100"/>
                    <a:pt x="605312" y="1142941"/>
                    <a:pt x="10779" y="1142941"/>
                  </a:cubicBezTo>
                  <a:lnTo>
                    <a:pt x="0" y="114239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Freeform 5"/>
            <p:cNvSpPr/>
            <p:nvPr/>
          </p:nvSpPr>
          <p:spPr>
            <a:xfrm>
              <a:off x="2291559" y="2423600"/>
              <a:ext cx="1159042" cy="1153585"/>
            </a:xfrm>
            <a:custGeom>
              <a:avLst/>
              <a:gdLst>
                <a:gd name="connsiteX0" fmla="*/ 10779 w 1159042"/>
                <a:gd name="connsiteY0" fmla="*/ 0 h 1153585"/>
                <a:gd name="connsiteX1" fmla="*/ 1159042 w 1159042"/>
                <a:gd name="connsiteY1" fmla="*/ 1148263 h 1153585"/>
                <a:gd name="connsiteX2" fmla="*/ 1158773 w 1159042"/>
                <a:gd name="connsiteY2" fmla="*/ 1153585 h 1153585"/>
                <a:gd name="connsiteX3" fmla="*/ 0 w 1159042"/>
                <a:gd name="connsiteY3" fmla="*/ 1153585 h 1153585"/>
                <a:gd name="connsiteX4" fmla="*/ 0 w 1159042"/>
                <a:gd name="connsiteY4" fmla="*/ 544 h 1153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042" h="1153585">
                  <a:moveTo>
                    <a:pt x="10779" y="0"/>
                  </a:moveTo>
                  <a:cubicBezTo>
                    <a:pt x="644947" y="0"/>
                    <a:pt x="1159042" y="514095"/>
                    <a:pt x="1159042" y="1148263"/>
                  </a:cubicBezTo>
                  <a:lnTo>
                    <a:pt x="1158773" y="1153585"/>
                  </a:lnTo>
                  <a:lnTo>
                    <a:pt x="0" y="1153585"/>
                  </a:lnTo>
                  <a:lnTo>
                    <a:pt x="0" y="54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7" name="Freeform 6"/>
            <p:cNvSpPr/>
            <p:nvPr/>
          </p:nvSpPr>
          <p:spPr>
            <a:xfrm>
              <a:off x="1162119" y="3576097"/>
              <a:ext cx="1137258" cy="1142941"/>
            </a:xfrm>
            <a:custGeom>
              <a:avLst/>
              <a:gdLst>
                <a:gd name="connsiteX0" fmla="*/ 0 w 1137258"/>
                <a:gd name="connsiteY0" fmla="*/ 0 h 1142941"/>
                <a:gd name="connsiteX1" fmla="*/ 1137258 w 1137258"/>
                <a:gd name="connsiteY1" fmla="*/ 0 h 1142941"/>
                <a:gd name="connsiteX2" fmla="*/ 1137258 w 1137258"/>
                <a:gd name="connsiteY2" fmla="*/ 1142941 h 1142941"/>
                <a:gd name="connsiteX3" fmla="*/ 1030634 w 1137258"/>
                <a:gd name="connsiteY3" fmla="*/ 1137557 h 1142941"/>
                <a:gd name="connsiteX4" fmla="*/ 4990 w 1137258"/>
                <a:gd name="connsiteY4" fmla="*/ 105381 h 1142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258" h="1142941">
                  <a:moveTo>
                    <a:pt x="0" y="0"/>
                  </a:moveTo>
                  <a:lnTo>
                    <a:pt x="1137258" y="0"/>
                  </a:lnTo>
                  <a:lnTo>
                    <a:pt x="1137258" y="1142941"/>
                  </a:lnTo>
                  <a:lnTo>
                    <a:pt x="1030634" y="1137557"/>
                  </a:lnTo>
                  <a:cubicBezTo>
                    <a:pt x="487804" y="1082429"/>
                    <a:pt x="56751" y="649200"/>
                    <a:pt x="4990" y="10538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8" name="Freeform 7"/>
            <p:cNvSpPr/>
            <p:nvPr/>
          </p:nvSpPr>
          <p:spPr>
            <a:xfrm>
              <a:off x="1162119" y="2423600"/>
              <a:ext cx="1137484" cy="1152497"/>
            </a:xfrm>
            <a:custGeom>
              <a:avLst/>
              <a:gdLst>
                <a:gd name="connsiteX0" fmla="*/ 1137484 w 1137484"/>
                <a:gd name="connsiteY0" fmla="*/ 0 h 1152497"/>
                <a:gd name="connsiteX1" fmla="*/ 1137484 w 1137484"/>
                <a:gd name="connsiteY1" fmla="*/ 1152497 h 1152497"/>
                <a:gd name="connsiteX2" fmla="*/ 226 w 1137484"/>
                <a:gd name="connsiteY2" fmla="*/ 1152497 h 1152497"/>
                <a:gd name="connsiteX3" fmla="*/ 0 w 1137484"/>
                <a:gd name="connsiteY3" fmla="*/ 1147719 h 1152497"/>
                <a:gd name="connsiteX4" fmla="*/ 1030860 w 1137484"/>
                <a:gd name="connsiteY4" fmla="*/ 5384 h 1152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484" h="1152497">
                  <a:moveTo>
                    <a:pt x="1137484" y="0"/>
                  </a:moveTo>
                  <a:lnTo>
                    <a:pt x="1137484" y="1152497"/>
                  </a:lnTo>
                  <a:lnTo>
                    <a:pt x="226" y="1152497"/>
                  </a:lnTo>
                  <a:lnTo>
                    <a:pt x="0" y="1147719"/>
                  </a:lnTo>
                  <a:cubicBezTo>
                    <a:pt x="0" y="553187"/>
                    <a:pt x="451841" y="64187"/>
                    <a:pt x="1030860" y="5384"/>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nvGrpSpPr>
            <p:cNvPr id="9" name="Group 8"/>
            <p:cNvGrpSpPr/>
            <p:nvPr/>
          </p:nvGrpSpPr>
          <p:grpSpPr>
            <a:xfrm flipH="1">
              <a:off x="2604233" y="1228065"/>
              <a:ext cx="2179366" cy="1980727"/>
              <a:chOff x="1020361" y="1729660"/>
              <a:chExt cx="2179366" cy="1980727"/>
            </a:xfrm>
          </p:grpSpPr>
          <p:sp>
            <p:nvSpPr>
              <p:cNvPr id="25" name="Freeform 11"/>
              <p:cNvSpPr>
                <a:spLocks/>
              </p:cNvSpPr>
              <p:nvPr/>
            </p:nvSpPr>
            <p:spPr bwMode="auto">
              <a:xfrm>
                <a:off x="2643207" y="1729660"/>
                <a:ext cx="549382" cy="1980727"/>
              </a:xfrm>
              <a:custGeom>
                <a:avLst/>
                <a:gdLst>
                  <a:gd name="T0" fmla="*/ 17 w 484"/>
                  <a:gd name="T1" fmla="*/ 0 h 1745"/>
                  <a:gd name="T2" fmla="*/ 480 w 484"/>
                  <a:gd name="T3" fmla="*/ 1542 h 1745"/>
                  <a:gd name="T4" fmla="*/ 484 w 484"/>
                  <a:gd name="T5" fmla="*/ 1745 h 1745"/>
                  <a:gd name="T6" fmla="*/ 0 w 484"/>
                  <a:gd name="T7" fmla="*/ 1380 h 1745"/>
                  <a:gd name="T8" fmla="*/ 17 w 484"/>
                  <a:gd name="T9" fmla="*/ 0 h 1745"/>
                </a:gdLst>
                <a:ahLst/>
                <a:cxnLst>
                  <a:cxn ang="0">
                    <a:pos x="T0" y="T1"/>
                  </a:cxn>
                  <a:cxn ang="0">
                    <a:pos x="T2" y="T3"/>
                  </a:cxn>
                  <a:cxn ang="0">
                    <a:pos x="T4" y="T5"/>
                  </a:cxn>
                  <a:cxn ang="0">
                    <a:pos x="T6" y="T7"/>
                  </a:cxn>
                  <a:cxn ang="0">
                    <a:pos x="T8" y="T9"/>
                  </a:cxn>
                </a:cxnLst>
                <a:rect l="0" t="0" r="r" b="b"/>
                <a:pathLst>
                  <a:path w="484" h="1745">
                    <a:moveTo>
                      <a:pt x="17" y="0"/>
                    </a:moveTo>
                    <a:lnTo>
                      <a:pt x="480" y="1542"/>
                    </a:lnTo>
                    <a:lnTo>
                      <a:pt x="484" y="1745"/>
                    </a:lnTo>
                    <a:lnTo>
                      <a:pt x="0" y="1380"/>
                    </a:lnTo>
                    <a:lnTo>
                      <a:pt x="17"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6" name="Freeform 12"/>
              <p:cNvSpPr>
                <a:spLocks/>
              </p:cNvSpPr>
              <p:nvPr/>
            </p:nvSpPr>
            <p:spPr bwMode="auto">
              <a:xfrm>
                <a:off x="1020361" y="3295764"/>
                <a:ext cx="2179366" cy="414307"/>
              </a:xfrm>
              <a:custGeom>
                <a:avLst/>
                <a:gdLst>
                  <a:gd name="T0" fmla="*/ 1436 w 1920"/>
                  <a:gd name="T1" fmla="*/ 0 h 365"/>
                  <a:gd name="T2" fmla="*/ 1920 w 1920"/>
                  <a:gd name="T3" fmla="*/ 363 h 365"/>
                  <a:gd name="T4" fmla="*/ 1703 w 1920"/>
                  <a:gd name="T5" fmla="*/ 365 h 365"/>
                  <a:gd name="T6" fmla="*/ 0 w 1920"/>
                  <a:gd name="T7" fmla="*/ 38 h 365"/>
                  <a:gd name="T8" fmla="*/ 1436 w 1920"/>
                  <a:gd name="T9" fmla="*/ 0 h 365"/>
                </a:gdLst>
                <a:ahLst/>
                <a:cxnLst>
                  <a:cxn ang="0">
                    <a:pos x="T0" y="T1"/>
                  </a:cxn>
                  <a:cxn ang="0">
                    <a:pos x="T2" y="T3"/>
                  </a:cxn>
                  <a:cxn ang="0">
                    <a:pos x="T4" y="T5"/>
                  </a:cxn>
                  <a:cxn ang="0">
                    <a:pos x="T6" y="T7"/>
                  </a:cxn>
                  <a:cxn ang="0">
                    <a:pos x="T8" y="T9"/>
                  </a:cxn>
                </a:cxnLst>
                <a:rect l="0" t="0" r="r" b="b"/>
                <a:pathLst>
                  <a:path w="1920" h="365">
                    <a:moveTo>
                      <a:pt x="1436" y="0"/>
                    </a:moveTo>
                    <a:lnTo>
                      <a:pt x="1920" y="363"/>
                    </a:lnTo>
                    <a:lnTo>
                      <a:pt x="1703" y="365"/>
                    </a:lnTo>
                    <a:lnTo>
                      <a:pt x="0" y="38"/>
                    </a:lnTo>
                    <a:lnTo>
                      <a:pt x="1436"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7" name="Freeform 13"/>
              <p:cNvSpPr>
                <a:spLocks/>
              </p:cNvSpPr>
              <p:nvPr/>
            </p:nvSpPr>
            <p:spPr bwMode="auto">
              <a:xfrm>
                <a:off x="1020791" y="1731194"/>
                <a:ext cx="1649281" cy="1610688"/>
              </a:xfrm>
              <a:custGeom>
                <a:avLst/>
                <a:gdLst>
                  <a:gd name="T0" fmla="*/ 1453 w 1453"/>
                  <a:gd name="T1" fmla="*/ 0 h 1419"/>
                  <a:gd name="T2" fmla="*/ 1436 w 1453"/>
                  <a:gd name="T3" fmla="*/ 1380 h 1419"/>
                  <a:gd name="T4" fmla="*/ 0 w 1453"/>
                  <a:gd name="T5" fmla="*/ 1419 h 1419"/>
                  <a:gd name="T6" fmla="*/ 115 w 1453"/>
                  <a:gd name="T7" fmla="*/ 152 h 1419"/>
                  <a:gd name="T8" fmla="*/ 1453 w 1453"/>
                  <a:gd name="T9" fmla="*/ 0 h 1419"/>
                </a:gdLst>
                <a:ahLst/>
                <a:cxnLst>
                  <a:cxn ang="0">
                    <a:pos x="T0" y="T1"/>
                  </a:cxn>
                  <a:cxn ang="0">
                    <a:pos x="T2" y="T3"/>
                  </a:cxn>
                  <a:cxn ang="0">
                    <a:pos x="T4" y="T5"/>
                  </a:cxn>
                  <a:cxn ang="0">
                    <a:pos x="T6" y="T7"/>
                  </a:cxn>
                  <a:cxn ang="0">
                    <a:pos x="T8" y="T9"/>
                  </a:cxn>
                </a:cxnLst>
                <a:rect l="0" t="0" r="r" b="b"/>
                <a:pathLst>
                  <a:path w="1453" h="1419">
                    <a:moveTo>
                      <a:pt x="1453" y="0"/>
                    </a:moveTo>
                    <a:lnTo>
                      <a:pt x="1436" y="1380"/>
                    </a:lnTo>
                    <a:lnTo>
                      <a:pt x="0" y="1419"/>
                    </a:lnTo>
                    <a:lnTo>
                      <a:pt x="115" y="152"/>
                    </a:lnTo>
                    <a:lnTo>
                      <a:pt x="1453" y="0"/>
                    </a:lnTo>
                    <a:close/>
                  </a:path>
                </a:pathLst>
              </a:custGeom>
              <a:solidFill>
                <a:schemeClr val="accent1">
                  <a:alpha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8" name="TextBox 27"/>
              <p:cNvSpPr txBox="1"/>
              <p:nvPr/>
            </p:nvSpPr>
            <p:spPr>
              <a:xfrm>
                <a:off x="1541517" y="2055718"/>
                <a:ext cx="478016" cy="923330"/>
              </a:xfrm>
              <a:prstGeom prst="rect">
                <a:avLst/>
              </a:prstGeom>
              <a:noFill/>
            </p:spPr>
            <p:txBody>
              <a:bodyPr wrap="none" rtlCol="0">
                <a:spAutoFit/>
              </a:bodyPr>
              <a:lstStyle/>
              <a:p>
                <a:r>
                  <a:rPr lang="en-US" sz="5400" b="1" dirty="0" smtClean="0">
                    <a:solidFill>
                      <a:prstClr val="white"/>
                    </a:solidFill>
                    <a:latin typeface="Roboto"/>
                    <a:ea typeface="Fira Sans SemiBold Italic" panose="00000700000000000000" pitchFamily="50" charset="0"/>
                    <a:cs typeface="Clear Sans" panose="020B0503030202020304" pitchFamily="34" charset="0"/>
                  </a:rPr>
                  <a:t>1</a:t>
                </a:r>
                <a:endParaRPr lang="en-US" sz="5400" b="1" dirty="0">
                  <a:solidFill>
                    <a:prstClr val="white"/>
                  </a:solidFill>
                  <a:latin typeface="Roboto"/>
                  <a:ea typeface="Fira Sans SemiBold Italic" panose="00000700000000000000" pitchFamily="50" charset="0"/>
                  <a:cs typeface="Clear Sans" panose="020B0503030202020304" pitchFamily="34" charset="0"/>
                </a:endParaRPr>
              </a:p>
            </p:txBody>
          </p:sp>
        </p:grpSp>
        <p:grpSp>
          <p:nvGrpSpPr>
            <p:cNvPr id="10" name="Group 9"/>
            <p:cNvGrpSpPr/>
            <p:nvPr/>
          </p:nvGrpSpPr>
          <p:grpSpPr>
            <a:xfrm flipH="1">
              <a:off x="356076" y="1666469"/>
              <a:ext cx="1718521" cy="1538490"/>
              <a:chOff x="3729363" y="2168064"/>
              <a:chExt cx="1718521" cy="1538490"/>
            </a:xfrm>
          </p:grpSpPr>
          <p:sp>
            <p:nvSpPr>
              <p:cNvPr id="21" name="Freeform 5"/>
              <p:cNvSpPr>
                <a:spLocks/>
              </p:cNvSpPr>
              <p:nvPr/>
            </p:nvSpPr>
            <p:spPr bwMode="auto">
              <a:xfrm>
                <a:off x="3729363" y="3157172"/>
                <a:ext cx="1718521" cy="549382"/>
              </a:xfrm>
              <a:custGeom>
                <a:avLst/>
                <a:gdLst>
                  <a:gd name="T0" fmla="*/ 1514 w 1514"/>
                  <a:gd name="T1" fmla="*/ 27 h 484"/>
                  <a:gd name="T2" fmla="*/ 214 w 1514"/>
                  <a:gd name="T3" fmla="*/ 484 h 484"/>
                  <a:gd name="T4" fmla="*/ 0 w 1514"/>
                  <a:gd name="T5" fmla="*/ 482 h 484"/>
                  <a:gd name="T6" fmla="*/ 597 w 1514"/>
                  <a:gd name="T7" fmla="*/ 0 h 484"/>
                  <a:gd name="T8" fmla="*/ 1514 w 1514"/>
                  <a:gd name="T9" fmla="*/ 27 h 484"/>
                </a:gdLst>
                <a:ahLst/>
                <a:cxnLst>
                  <a:cxn ang="0">
                    <a:pos x="T0" y="T1"/>
                  </a:cxn>
                  <a:cxn ang="0">
                    <a:pos x="T2" y="T3"/>
                  </a:cxn>
                  <a:cxn ang="0">
                    <a:pos x="T4" y="T5"/>
                  </a:cxn>
                  <a:cxn ang="0">
                    <a:pos x="T6" y="T7"/>
                  </a:cxn>
                  <a:cxn ang="0">
                    <a:pos x="T8" y="T9"/>
                  </a:cxn>
                </a:cxnLst>
                <a:rect l="0" t="0" r="r" b="b"/>
                <a:pathLst>
                  <a:path w="1514" h="484">
                    <a:moveTo>
                      <a:pt x="1514" y="27"/>
                    </a:moveTo>
                    <a:lnTo>
                      <a:pt x="214" y="484"/>
                    </a:lnTo>
                    <a:lnTo>
                      <a:pt x="0" y="482"/>
                    </a:lnTo>
                    <a:lnTo>
                      <a:pt x="597" y="0"/>
                    </a:lnTo>
                    <a:lnTo>
                      <a:pt x="1514" y="27"/>
                    </a:lnTo>
                    <a:close/>
                  </a:path>
                </a:pathLst>
              </a:custGeom>
              <a:solidFill>
                <a:schemeClr val="accent3">
                  <a:lumMod val="75000"/>
                  <a:lumOff val="25000"/>
                  <a:alpha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2" name="Freeform 6"/>
              <p:cNvSpPr>
                <a:spLocks/>
              </p:cNvSpPr>
              <p:nvPr/>
            </p:nvSpPr>
            <p:spPr bwMode="auto">
              <a:xfrm>
                <a:off x="3733091" y="2168064"/>
                <a:ext cx="677647" cy="1536907"/>
              </a:xfrm>
              <a:custGeom>
                <a:avLst/>
                <a:gdLst>
                  <a:gd name="T0" fmla="*/ 597 w 597"/>
                  <a:gd name="T1" fmla="*/ 872 h 1354"/>
                  <a:gd name="T2" fmla="*/ 0 w 597"/>
                  <a:gd name="T3" fmla="*/ 1354 h 1354"/>
                  <a:gd name="T4" fmla="*/ 2 w 597"/>
                  <a:gd name="T5" fmla="*/ 1153 h 1354"/>
                  <a:gd name="T6" fmla="*/ 586 w 597"/>
                  <a:gd name="T7" fmla="*/ 0 h 1354"/>
                  <a:gd name="T8" fmla="*/ 597 w 597"/>
                  <a:gd name="T9" fmla="*/ 872 h 1354"/>
                </a:gdLst>
                <a:ahLst/>
                <a:cxnLst>
                  <a:cxn ang="0">
                    <a:pos x="T0" y="T1"/>
                  </a:cxn>
                  <a:cxn ang="0">
                    <a:pos x="T2" y="T3"/>
                  </a:cxn>
                  <a:cxn ang="0">
                    <a:pos x="T4" y="T5"/>
                  </a:cxn>
                  <a:cxn ang="0">
                    <a:pos x="T6" y="T7"/>
                  </a:cxn>
                  <a:cxn ang="0">
                    <a:pos x="T8" y="T9"/>
                  </a:cxn>
                </a:cxnLst>
                <a:rect l="0" t="0" r="r" b="b"/>
                <a:pathLst>
                  <a:path w="597" h="1354">
                    <a:moveTo>
                      <a:pt x="597" y="872"/>
                    </a:moveTo>
                    <a:lnTo>
                      <a:pt x="0" y="1354"/>
                    </a:lnTo>
                    <a:lnTo>
                      <a:pt x="2" y="1153"/>
                    </a:lnTo>
                    <a:lnTo>
                      <a:pt x="586" y="0"/>
                    </a:lnTo>
                    <a:lnTo>
                      <a:pt x="597" y="872"/>
                    </a:lnTo>
                    <a:close/>
                  </a:path>
                </a:pathLst>
              </a:custGeom>
              <a:solidFill>
                <a:schemeClr val="accent3">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3" name="Freeform 7"/>
              <p:cNvSpPr>
                <a:spLocks/>
              </p:cNvSpPr>
              <p:nvPr/>
            </p:nvSpPr>
            <p:spPr bwMode="auto">
              <a:xfrm>
                <a:off x="4393212" y="2170442"/>
                <a:ext cx="1054496" cy="1019308"/>
              </a:xfrm>
              <a:custGeom>
                <a:avLst/>
                <a:gdLst>
                  <a:gd name="T0" fmla="*/ 889 w 929"/>
                  <a:gd name="T1" fmla="*/ 61 h 898"/>
                  <a:gd name="T2" fmla="*/ 929 w 929"/>
                  <a:gd name="T3" fmla="*/ 898 h 898"/>
                  <a:gd name="T4" fmla="*/ 12 w 929"/>
                  <a:gd name="T5" fmla="*/ 872 h 898"/>
                  <a:gd name="T6" fmla="*/ 0 w 929"/>
                  <a:gd name="T7" fmla="*/ 0 h 898"/>
                  <a:gd name="T8" fmla="*/ 889 w 929"/>
                  <a:gd name="T9" fmla="*/ 61 h 898"/>
                </a:gdLst>
                <a:ahLst/>
                <a:cxnLst>
                  <a:cxn ang="0">
                    <a:pos x="T0" y="T1"/>
                  </a:cxn>
                  <a:cxn ang="0">
                    <a:pos x="T2" y="T3"/>
                  </a:cxn>
                  <a:cxn ang="0">
                    <a:pos x="T4" y="T5"/>
                  </a:cxn>
                  <a:cxn ang="0">
                    <a:pos x="T6" y="T7"/>
                  </a:cxn>
                  <a:cxn ang="0">
                    <a:pos x="T8" y="T9"/>
                  </a:cxn>
                </a:cxnLst>
                <a:rect l="0" t="0" r="r" b="b"/>
                <a:pathLst>
                  <a:path w="929" h="898">
                    <a:moveTo>
                      <a:pt x="889" y="61"/>
                    </a:moveTo>
                    <a:lnTo>
                      <a:pt x="929" y="898"/>
                    </a:lnTo>
                    <a:lnTo>
                      <a:pt x="12" y="872"/>
                    </a:lnTo>
                    <a:lnTo>
                      <a:pt x="0" y="0"/>
                    </a:lnTo>
                    <a:lnTo>
                      <a:pt x="889" y="61"/>
                    </a:lnTo>
                    <a:close/>
                  </a:path>
                </a:pathLst>
              </a:custGeom>
              <a:solidFill>
                <a:schemeClr val="accent3">
                  <a:alpha val="90000"/>
                </a:schemeClr>
              </a:solidFill>
              <a:ln w="9525">
                <a:noFill/>
                <a:round/>
                <a:headEnd/>
                <a:tailEnd/>
              </a:ln>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4" name="TextBox 23"/>
              <p:cNvSpPr txBox="1"/>
              <p:nvPr/>
            </p:nvSpPr>
            <p:spPr>
              <a:xfrm>
                <a:off x="4696210" y="2342496"/>
                <a:ext cx="401072" cy="707886"/>
              </a:xfrm>
              <a:prstGeom prst="rect">
                <a:avLst/>
              </a:prstGeom>
              <a:noFill/>
            </p:spPr>
            <p:txBody>
              <a:bodyPr wrap="none" rtlCol="0">
                <a:spAutoFit/>
              </a:bodyPr>
              <a:lstStyle/>
              <a:p>
                <a:r>
                  <a:rPr lang="en-US" sz="4000" b="1" dirty="0" smtClean="0">
                    <a:solidFill>
                      <a:prstClr val="white"/>
                    </a:solidFill>
                    <a:latin typeface="Roboto"/>
                    <a:ea typeface="Fira Sans SemiBold Italic" panose="00000700000000000000" pitchFamily="50" charset="0"/>
                    <a:cs typeface="Clear Sans" panose="020B0503030202020304" pitchFamily="34" charset="0"/>
                  </a:rPr>
                  <a:t>2</a:t>
                </a:r>
                <a:endParaRPr lang="en-US" sz="4000" b="1" dirty="0">
                  <a:solidFill>
                    <a:prstClr val="white"/>
                  </a:solidFill>
                  <a:latin typeface="Roboto"/>
                  <a:ea typeface="Fira Sans SemiBold Italic" panose="00000700000000000000" pitchFamily="50" charset="0"/>
                  <a:cs typeface="Clear Sans" panose="020B0503030202020304" pitchFamily="34" charset="0"/>
                </a:endParaRPr>
              </a:p>
            </p:txBody>
          </p:sp>
        </p:grpSp>
        <p:grpSp>
          <p:nvGrpSpPr>
            <p:cNvPr id="11" name="Group 10"/>
            <p:cNvGrpSpPr/>
            <p:nvPr/>
          </p:nvGrpSpPr>
          <p:grpSpPr>
            <a:xfrm flipH="1">
              <a:off x="71460" y="3826674"/>
              <a:ext cx="2022610" cy="1868326"/>
              <a:chOff x="3709890" y="4328269"/>
              <a:chExt cx="2022610" cy="1868326"/>
            </a:xfrm>
          </p:grpSpPr>
          <p:sp>
            <p:nvSpPr>
              <p:cNvPr id="17" name="Freeform 8"/>
              <p:cNvSpPr>
                <a:spLocks/>
              </p:cNvSpPr>
              <p:nvPr/>
            </p:nvSpPr>
            <p:spPr bwMode="auto">
              <a:xfrm>
                <a:off x="3713813" y="4331647"/>
                <a:ext cx="384795" cy="1864948"/>
              </a:xfrm>
              <a:custGeom>
                <a:avLst/>
                <a:gdLst>
                  <a:gd name="T0" fmla="*/ 330 w 339"/>
                  <a:gd name="T1" fmla="*/ 1643 h 1643"/>
                  <a:gd name="T2" fmla="*/ 2 w 339"/>
                  <a:gd name="T3" fmla="*/ 201 h 1643"/>
                  <a:gd name="T4" fmla="*/ 0 w 339"/>
                  <a:gd name="T5" fmla="*/ 0 h 1643"/>
                  <a:gd name="T6" fmla="*/ 339 w 339"/>
                  <a:gd name="T7" fmla="*/ 263 h 1643"/>
                  <a:gd name="T8" fmla="*/ 330 w 339"/>
                  <a:gd name="T9" fmla="*/ 1643 h 1643"/>
                </a:gdLst>
                <a:ahLst/>
                <a:cxnLst>
                  <a:cxn ang="0">
                    <a:pos x="T0" y="T1"/>
                  </a:cxn>
                  <a:cxn ang="0">
                    <a:pos x="T2" y="T3"/>
                  </a:cxn>
                  <a:cxn ang="0">
                    <a:pos x="T4" y="T5"/>
                  </a:cxn>
                  <a:cxn ang="0">
                    <a:pos x="T6" y="T7"/>
                  </a:cxn>
                  <a:cxn ang="0">
                    <a:pos x="T8" y="T9"/>
                  </a:cxn>
                </a:cxnLst>
                <a:rect l="0" t="0" r="r" b="b"/>
                <a:pathLst>
                  <a:path w="339" h="1643">
                    <a:moveTo>
                      <a:pt x="330" y="1643"/>
                    </a:moveTo>
                    <a:lnTo>
                      <a:pt x="2" y="201"/>
                    </a:lnTo>
                    <a:lnTo>
                      <a:pt x="0" y="0"/>
                    </a:lnTo>
                    <a:lnTo>
                      <a:pt x="339" y="263"/>
                    </a:lnTo>
                    <a:lnTo>
                      <a:pt x="330" y="1643"/>
                    </a:ln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18" name="Freeform 9"/>
              <p:cNvSpPr>
                <a:spLocks/>
              </p:cNvSpPr>
              <p:nvPr/>
            </p:nvSpPr>
            <p:spPr bwMode="auto">
              <a:xfrm>
                <a:off x="3709890" y="4328269"/>
                <a:ext cx="2019320" cy="300798"/>
              </a:xfrm>
              <a:custGeom>
                <a:avLst/>
                <a:gdLst>
                  <a:gd name="T0" fmla="*/ 339 w 1779"/>
                  <a:gd name="T1" fmla="*/ 265 h 265"/>
                  <a:gd name="T2" fmla="*/ 0 w 1779"/>
                  <a:gd name="T3" fmla="*/ 2 h 265"/>
                  <a:gd name="T4" fmla="*/ 215 w 1779"/>
                  <a:gd name="T5" fmla="*/ 0 h 265"/>
                  <a:gd name="T6" fmla="*/ 1779 w 1779"/>
                  <a:gd name="T7" fmla="*/ 233 h 265"/>
                  <a:gd name="T8" fmla="*/ 339 w 1779"/>
                  <a:gd name="T9" fmla="*/ 265 h 265"/>
                </a:gdLst>
                <a:ahLst/>
                <a:cxnLst>
                  <a:cxn ang="0">
                    <a:pos x="T0" y="T1"/>
                  </a:cxn>
                  <a:cxn ang="0">
                    <a:pos x="T2" y="T3"/>
                  </a:cxn>
                  <a:cxn ang="0">
                    <a:pos x="T4" y="T5"/>
                  </a:cxn>
                  <a:cxn ang="0">
                    <a:pos x="T6" y="T7"/>
                  </a:cxn>
                  <a:cxn ang="0">
                    <a:pos x="T8" y="T9"/>
                  </a:cxn>
                </a:cxnLst>
                <a:rect l="0" t="0" r="r" b="b"/>
                <a:pathLst>
                  <a:path w="1779" h="265">
                    <a:moveTo>
                      <a:pt x="339" y="265"/>
                    </a:moveTo>
                    <a:lnTo>
                      <a:pt x="0" y="2"/>
                    </a:lnTo>
                    <a:lnTo>
                      <a:pt x="215" y="0"/>
                    </a:lnTo>
                    <a:lnTo>
                      <a:pt x="1779" y="233"/>
                    </a:lnTo>
                    <a:lnTo>
                      <a:pt x="339" y="265"/>
                    </a:lnTo>
                    <a:close/>
                  </a:path>
                </a:pathLst>
              </a:custGeom>
              <a:solidFill>
                <a:schemeClr val="accent4">
                  <a:lumMod val="75000"/>
                  <a:alpha val="8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19" name="Freeform 10"/>
              <p:cNvSpPr>
                <a:spLocks/>
              </p:cNvSpPr>
              <p:nvPr/>
            </p:nvSpPr>
            <p:spPr bwMode="auto">
              <a:xfrm>
                <a:off x="4083333" y="4590448"/>
                <a:ext cx="1649167" cy="1606146"/>
              </a:xfrm>
              <a:custGeom>
                <a:avLst/>
                <a:gdLst>
                  <a:gd name="T0" fmla="*/ 1450 w 1450"/>
                  <a:gd name="T1" fmla="*/ 0 h 1412"/>
                  <a:gd name="T2" fmla="*/ 1328 w 1450"/>
                  <a:gd name="T3" fmla="*/ 1250 h 1412"/>
                  <a:gd name="T4" fmla="*/ 0 w 1450"/>
                  <a:gd name="T5" fmla="*/ 1412 h 1412"/>
                  <a:gd name="T6" fmla="*/ 10 w 1450"/>
                  <a:gd name="T7" fmla="*/ 32 h 1412"/>
                  <a:gd name="T8" fmla="*/ 1450 w 1450"/>
                  <a:gd name="T9" fmla="*/ 0 h 1412"/>
                  <a:gd name="connsiteX0" fmla="*/ 10000 w 10000"/>
                  <a:gd name="connsiteY0" fmla="*/ 173 h 9773"/>
                  <a:gd name="connsiteX1" fmla="*/ 9159 w 10000"/>
                  <a:gd name="connsiteY1" fmla="*/ 8626 h 9773"/>
                  <a:gd name="connsiteX2" fmla="*/ 0 w 10000"/>
                  <a:gd name="connsiteY2" fmla="*/ 9773 h 9773"/>
                  <a:gd name="connsiteX3" fmla="*/ 69 w 10000"/>
                  <a:gd name="connsiteY3" fmla="*/ 0 h 9773"/>
                  <a:gd name="connsiteX4" fmla="*/ 10000 w 10000"/>
                  <a:gd name="connsiteY4" fmla="*/ 173 h 9773"/>
                  <a:gd name="connsiteX0" fmla="*/ 10020 w 10020"/>
                  <a:gd name="connsiteY0" fmla="*/ 0 h 10254"/>
                  <a:gd name="connsiteX1" fmla="*/ 9159 w 10020"/>
                  <a:gd name="connsiteY1" fmla="*/ 9080 h 10254"/>
                  <a:gd name="connsiteX2" fmla="*/ 0 w 10020"/>
                  <a:gd name="connsiteY2" fmla="*/ 10254 h 10254"/>
                  <a:gd name="connsiteX3" fmla="*/ 69 w 10020"/>
                  <a:gd name="connsiteY3" fmla="*/ 254 h 10254"/>
                  <a:gd name="connsiteX4" fmla="*/ 10020 w 10020"/>
                  <a:gd name="connsiteY4" fmla="*/ 0 h 10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20" h="10254">
                    <a:moveTo>
                      <a:pt x="10020" y="0"/>
                    </a:moveTo>
                    <a:cubicBezTo>
                      <a:pt x="9740" y="2883"/>
                      <a:pt x="9439" y="6197"/>
                      <a:pt x="9159" y="9080"/>
                    </a:cubicBezTo>
                    <a:lnTo>
                      <a:pt x="0" y="10254"/>
                    </a:lnTo>
                    <a:cubicBezTo>
                      <a:pt x="23" y="6920"/>
                      <a:pt x="46" y="3588"/>
                      <a:pt x="69" y="254"/>
                    </a:cubicBezTo>
                    <a:lnTo>
                      <a:pt x="10020" y="0"/>
                    </a:lnTo>
                    <a:close/>
                  </a:path>
                </a:pathLst>
              </a:custGeom>
              <a:solidFill>
                <a:schemeClr val="accent4">
                  <a:alpha val="8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0" name="TextBox 19"/>
              <p:cNvSpPr txBox="1"/>
              <p:nvPr/>
            </p:nvSpPr>
            <p:spPr>
              <a:xfrm>
                <a:off x="4653346" y="4854571"/>
                <a:ext cx="478016" cy="923330"/>
              </a:xfrm>
              <a:prstGeom prst="rect">
                <a:avLst/>
              </a:prstGeom>
              <a:noFill/>
            </p:spPr>
            <p:txBody>
              <a:bodyPr wrap="none" rtlCol="0">
                <a:spAutoFit/>
              </a:bodyPr>
              <a:lstStyle/>
              <a:p>
                <a:r>
                  <a:rPr lang="en-US" sz="5400" b="1" dirty="0" smtClean="0">
                    <a:solidFill>
                      <a:prstClr val="white"/>
                    </a:solidFill>
                    <a:latin typeface="Roboto"/>
                    <a:ea typeface="Fira Sans SemiBold Italic" panose="00000700000000000000" pitchFamily="50" charset="0"/>
                    <a:cs typeface="Clear Sans" panose="020B0503030202020304" pitchFamily="34" charset="0"/>
                  </a:rPr>
                  <a:t>3</a:t>
                </a:r>
                <a:endParaRPr lang="en-US" sz="5400" b="1" dirty="0">
                  <a:solidFill>
                    <a:prstClr val="white"/>
                  </a:solidFill>
                  <a:latin typeface="Roboto"/>
                  <a:ea typeface="Fira Sans SemiBold Italic" panose="00000700000000000000" pitchFamily="50" charset="0"/>
                  <a:cs typeface="Clear Sans" panose="020B0503030202020304" pitchFamily="34" charset="0"/>
                </a:endParaRPr>
              </a:p>
            </p:txBody>
          </p:sp>
        </p:grpSp>
        <p:grpSp>
          <p:nvGrpSpPr>
            <p:cNvPr id="12" name="Group 11"/>
            <p:cNvGrpSpPr/>
            <p:nvPr/>
          </p:nvGrpSpPr>
          <p:grpSpPr>
            <a:xfrm flipH="1">
              <a:off x="2621885" y="3820971"/>
              <a:ext cx="1239515" cy="1057901"/>
              <a:chOff x="1942560" y="4322566"/>
              <a:chExt cx="1239515" cy="1057901"/>
            </a:xfrm>
          </p:grpSpPr>
          <p:sp>
            <p:nvSpPr>
              <p:cNvPr id="13" name="Freeform 14"/>
              <p:cNvSpPr>
                <a:spLocks/>
              </p:cNvSpPr>
              <p:nvPr/>
            </p:nvSpPr>
            <p:spPr bwMode="auto">
              <a:xfrm>
                <a:off x="2811536" y="4322566"/>
                <a:ext cx="370038" cy="1057901"/>
              </a:xfrm>
              <a:custGeom>
                <a:avLst/>
                <a:gdLst>
                  <a:gd name="T0" fmla="*/ 0 w 326"/>
                  <a:gd name="T1" fmla="*/ 203 h 932"/>
                  <a:gd name="T2" fmla="*/ 326 w 326"/>
                  <a:gd name="T3" fmla="*/ 0 h 932"/>
                  <a:gd name="T4" fmla="*/ 324 w 326"/>
                  <a:gd name="T5" fmla="*/ 205 h 932"/>
                  <a:gd name="T6" fmla="*/ 0 w 326"/>
                  <a:gd name="T7" fmla="*/ 932 h 932"/>
                  <a:gd name="T8" fmla="*/ 0 w 326"/>
                  <a:gd name="T9" fmla="*/ 203 h 932"/>
                </a:gdLst>
                <a:ahLst/>
                <a:cxnLst>
                  <a:cxn ang="0">
                    <a:pos x="T0" y="T1"/>
                  </a:cxn>
                  <a:cxn ang="0">
                    <a:pos x="T2" y="T3"/>
                  </a:cxn>
                  <a:cxn ang="0">
                    <a:pos x="T4" y="T5"/>
                  </a:cxn>
                  <a:cxn ang="0">
                    <a:pos x="T6" y="T7"/>
                  </a:cxn>
                  <a:cxn ang="0">
                    <a:pos x="T8" y="T9"/>
                  </a:cxn>
                </a:cxnLst>
                <a:rect l="0" t="0" r="r" b="b"/>
                <a:pathLst>
                  <a:path w="326" h="932">
                    <a:moveTo>
                      <a:pt x="0" y="203"/>
                    </a:moveTo>
                    <a:lnTo>
                      <a:pt x="326" y="0"/>
                    </a:lnTo>
                    <a:lnTo>
                      <a:pt x="324" y="205"/>
                    </a:lnTo>
                    <a:lnTo>
                      <a:pt x="0" y="932"/>
                    </a:lnTo>
                    <a:lnTo>
                      <a:pt x="0" y="203"/>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14" name="Freeform 15"/>
              <p:cNvSpPr>
                <a:spLocks/>
              </p:cNvSpPr>
              <p:nvPr/>
            </p:nvSpPr>
            <p:spPr bwMode="auto">
              <a:xfrm>
                <a:off x="1942560" y="4325230"/>
                <a:ext cx="1239515" cy="230423"/>
              </a:xfrm>
              <a:custGeom>
                <a:avLst/>
                <a:gdLst>
                  <a:gd name="T0" fmla="*/ 0 w 1092"/>
                  <a:gd name="T1" fmla="*/ 190 h 203"/>
                  <a:gd name="T2" fmla="*/ 875 w 1092"/>
                  <a:gd name="T3" fmla="*/ 0 h 203"/>
                  <a:gd name="T4" fmla="*/ 1092 w 1092"/>
                  <a:gd name="T5" fmla="*/ 0 h 203"/>
                  <a:gd name="T6" fmla="*/ 766 w 1092"/>
                  <a:gd name="T7" fmla="*/ 203 h 203"/>
                  <a:gd name="T8" fmla="*/ 0 w 1092"/>
                  <a:gd name="T9" fmla="*/ 190 h 203"/>
                </a:gdLst>
                <a:ahLst/>
                <a:cxnLst>
                  <a:cxn ang="0">
                    <a:pos x="T0" y="T1"/>
                  </a:cxn>
                  <a:cxn ang="0">
                    <a:pos x="T2" y="T3"/>
                  </a:cxn>
                  <a:cxn ang="0">
                    <a:pos x="T4" y="T5"/>
                  </a:cxn>
                  <a:cxn ang="0">
                    <a:pos x="T6" y="T7"/>
                  </a:cxn>
                  <a:cxn ang="0">
                    <a:pos x="T8" y="T9"/>
                  </a:cxn>
                </a:cxnLst>
                <a:rect l="0" t="0" r="r" b="b"/>
                <a:pathLst>
                  <a:path w="1092" h="203">
                    <a:moveTo>
                      <a:pt x="0" y="190"/>
                    </a:moveTo>
                    <a:lnTo>
                      <a:pt x="875" y="0"/>
                    </a:lnTo>
                    <a:lnTo>
                      <a:pt x="1092" y="0"/>
                    </a:lnTo>
                    <a:lnTo>
                      <a:pt x="766" y="203"/>
                    </a:lnTo>
                    <a:lnTo>
                      <a:pt x="0" y="190"/>
                    </a:lnTo>
                    <a:close/>
                  </a:path>
                </a:pathLst>
              </a:custGeom>
              <a:solidFill>
                <a:schemeClr val="accent2">
                  <a:lumMod val="75000"/>
                  <a:alpha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15" name="Freeform 16"/>
              <p:cNvSpPr>
                <a:spLocks/>
              </p:cNvSpPr>
              <p:nvPr/>
            </p:nvSpPr>
            <p:spPr bwMode="auto">
              <a:xfrm>
                <a:off x="1942560" y="4538233"/>
                <a:ext cx="869476" cy="842234"/>
              </a:xfrm>
              <a:custGeom>
                <a:avLst/>
                <a:gdLst>
                  <a:gd name="T0" fmla="*/ 766 w 766"/>
                  <a:gd name="T1" fmla="*/ 13 h 742"/>
                  <a:gd name="T2" fmla="*/ 766 w 766"/>
                  <a:gd name="T3" fmla="*/ 742 h 742"/>
                  <a:gd name="T4" fmla="*/ 21 w 766"/>
                  <a:gd name="T5" fmla="*/ 702 h 742"/>
                  <a:gd name="T6" fmla="*/ 0 w 766"/>
                  <a:gd name="T7" fmla="*/ 0 h 742"/>
                  <a:gd name="T8" fmla="*/ 766 w 766"/>
                  <a:gd name="T9" fmla="*/ 13 h 742"/>
                </a:gdLst>
                <a:ahLst/>
                <a:cxnLst>
                  <a:cxn ang="0">
                    <a:pos x="T0" y="T1"/>
                  </a:cxn>
                  <a:cxn ang="0">
                    <a:pos x="T2" y="T3"/>
                  </a:cxn>
                  <a:cxn ang="0">
                    <a:pos x="T4" y="T5"/>
                  </a:cxn>
                  <a:cxn ang="0">
                    <a:pos x="T6" y="T7"/>
                  </a:cxn>
                  <a:cxn ang="0">
                    <a:pos x="T8" y="T9"/>
                  </a:cxn>
                </a:cxnLst>
                <a:rect l="0" t="0" r="r" b="b"/>
                <a:pathLst>
                  <a:path w="766" h="742">
                    <a:moveTo>
                      <a:pt x="766" y="13"/>
                    </a:moveTo>
                    <a:lnTo>
                      <a:pt x="766" y="742"/>
                    </a:lnTo>
                    <a:lnTo>
                      <a:pt x="21" y="702"/>
                    </a:lnTo>
                    <a:lnTo>
                      <a:pt x="0" y="0"/>
                    </a:lnTo>
                    <a:lnTo>
                      <a:pt x="766" y="13"/>
                    </a:lnTo>
                    <a:close/>
                  </a:path>
                </a:pathLst>
              </a:custGeom>
              <a:solidFill>
                <a:schemeClr val="accent2">
                  <a:alpha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16" name="TextBox 15"/>
              <p:cNvSpPr txBox="1"/>
              <p:nvPr/>
            </p:nvSpPr>
            <p:spPr>
              <a:xfrm>
                <a:off x="2093194" y="4567043"/>
                <a:ext cx="401072" cy="707886"/>
              </a:xfrm>
              <a:prstGeom prst="rect">
                <a:avLst/>
              </a:prstGeom>
              <a:noFill/>
            </p:spPr>
            <p:txBody>
              <a:bodyPr wrap="none" rtlCol="0">
                <a:spAutoFit/>
              </a:bodyPr>
              <a:lstStyle/>
              <a:p>
                <a:r>
                  <a:rPr lang="en-US" sz="4000" b="1" dirty="0" smtClean="0">
                    <a:solidFill>
                      <a:prstClr val="white"/>
                    </a:solidFill>
                    <a:latin typeface="Roboto"/>
                    <a:ea typeface="Fira Sans SemiBold Italic" panose="00000700000000000000" pitchFamily="50" charset="0"/>
                    <a:cs typeface="Clear Sans" panose="020B0503030202020304" pitchFamily="34" charset="0"/>
                  </a:rPr>
                  <a:t>4</a:t>
                </a:r>
                <a:endParaRPr lang="en-US" sz="4000" b="1" dirty="0">
                  <a:solidFill>
                    <a:prstClr val="white"/>
                  </a:solidFill>
                  <a:latin typeface="Roboto"/>
                  <a:ea typeface="Fira Sans SemiBold Italic" panose="00000700000000000000" pitchFamily="50" charset="0"/>
                  <a:cs typeface="Clear Sans" panose="020B0503030202020304" pitchFamily="34" charset="0"/>
                </a:endParaRPr>
              </a:p>
            </p:txBody>
          </p:sp>
        </p:grpSp>
      </p:grpSp>
      <p:sp>
        <p:nvSpPr>
          <p:cNvPr id="30" name="Text Placeholder 60"/>
          <p:cNvSpPr txBox="1">
            <a:spLocks/>
          </p:cNvSpPr>
          <p:nvPr/>
        </p:nvSpPr>
        <p:spPr>
          <a:xfrm>
            <a:off x="8788281" y="1980666"/>
            <a:ext cx="2924294" cy="989983"/>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smtClean="0">
                <a:solidFill>
                  <a:srgbClr val="E9233C"/>
                </a:solidFill>
                <a:latin typeface="Roboto"/>
                <a:cs typeface="Simplified Arabic" panose="02020603050405020304" pitchFamily="18" charset="-78"/>
              </a:rPr>
              <a:t>إيقاع </a:t>
            </a:r>
            <a:r>
              <a:rPr lang="ar-SA" sz="3200" b="1" dirty="0">
                <a:solidFill>
                  <a:srgbClr val="E9233C"/>
                </a:solidFill>
                <a:latin typeface="Roboto"/>
                <a:cs typeface="Simplified Arabic" panose="02020603050405020304" pitchFamily="18" charset="-78"/>
              </a:rPr>
              <a:t>الإلقاء ينبغي أن يناسب العرض</a:t>
            </a:r>
            <a:endParaRPr lang="en-AU" sz="3200" b="1" dirty="0">
              <a:solidFill>
                <a:srgbClr val="E9233C"/>
              </a:solidFill>
              <a:latin typeface="Roboto"/>
            </a:endParaRPr>
          </a:p>
        </p:txBody>
      </p:sp>
      <p:sp>
        <p:nvSpPr>
          <p:cNvPr id="33" name="Text Placeholder 60"/>
          <p:cNvSpPr txBox="1">
            <a:spLocks/>
          </p:cNvSpPr>
          <p:nvPr/>
        </p:nvSpPr>
        <p:spPr>
          <a:xfrm>
            <a:off x="8256465" y="4771096"/>
            <a:ext cx="3456109" cy="1052260"/>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smtClean="0">
                <a:solidFill>
                  <a:srgbClr val="F0992F"/>
                </a:solidFill>
                <a:latin typeface="Roboto"/>
                <a:cs typeface="Simplified Arabic" panose="02020603050405020304" pitchFamily="18" charset="-78"/>
              </a:rPr>
              <a:t>صياغة </a:t>
            </a:r>
            <a:r>
              <a:rPr lang="ar-SA" sz="3200" b="1" dirty="0">
                <a:solidFill>
                  <a:srgbClr val="F0992F"/>
                </a:solidFill>
                <a:latin typeface="Roboto"/>
                <a:cs typeface="Simplified Arabic" panose="02020603050405020304" pitchFamily="18" charset="-78"/>
              </a:rPr>
              <a:t>التعليق وصور فيلم الصور المتحركة بصورة تثير مشاركة الأطفال</a:t>
            </a:r>
            <a:endParaRPr lang="en-AU" sz="3200" b="1" dirty="0">
              <a:solidFill>
                <a:srgbClr val="F0992F"/>
              </a:solidFill>
              <a:latin typeface="Roboto"/>
            </a:endParaRPr>
          </a:p>
        </p:txBody>
      </p:sp>
      <p:sp>
        <p:nvSpPr>
          <p:cNvPr id="36" name="Text Placeholder 60"/>
          <p:cNvSpPr txBox="1">
            <a:spLocks/>
          </p:cNvSpPr>
          <p:nvPr/>
        </p:nvSpPr>
        <p:spPr>
          <a:xfrm>
            <a:off x="723014" y="4717799"/>
            <a:ext cx="2862153" cy="1673846"/>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smtClean="0">
                <a:solidFill>
                  <a:srgbClr val="3392E2"/>
                </a:solidFill>
                <a:latin typeface="Roboto"/>
                <a:cs typeface="Simplified Arabic" panose="02020603050405020304" pitchFamily="18" charset="-78"/>
              </a:rPr>
              <a:t>يجب </a:t>
            </a:r>
            <a:r>
              <a:rPr lang="ar-SA" sz="3200" b="1" dirty="0">
                <a:solidFill>
                  <a:srgbClr val="3392E2"/>
                </a:solidFill>
                <a:latin typeface="Roboto"/>
                <a:cs typeface="Simplified Arabic" panose="02020603050405020304" pitchFamily="18" charset="-78"/>
              </a:rPr>
              <a:t>أن يصاحب الفيلم دليل للمعلم</a:t>
            </a:r>
            <a:endParaRPr lang="en-AU" sz="3200" b="1" dirty="0">
              <a:solidFill>
                <a:srgbClr val="3392E2"/>
              </a:solidFill>
              <a:latin typeface="Roboto"/>
            </a:endParaRPr>
          </a:p>
        </p:txBody>
      </p:sp>
      <p:sp>
        <p:nvSpPr>
          <p:cNvPr id="39" name="Text Placeholder 60"/>
          <p:cNvSpPr txBox="1">
            <a:spLocks/>
          </p:cNvSpPr>
          <p:nvPr/>
        </p:nvSpPr>
        <p:spPr>
          <a:xfrm>
            <a:off x="479426" y="2075531"/>
            <a:ext cx="3374996" cy="2047616"/>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smtClean="0">
                <a:solidFill>
                  <a:srgbClr val="1E3046"/>
                </a:solidFill>
                <a:latin typeface="Roboto"/>
                <a:cs typeface="Simplified Arabic" panose="02020603050405020304" pitchFamily="18" charset="-78"/>
              </a:rPr>
              <a:t>أن </a:t>
            </a:r>
            <a:r>
              <a:rPr lang="ar-SA" sz="3200" b="1" dirty="0">
                <a:solidFill>
                  <a:srgbClr val="1E3046"/>
                </a:solidFill>
                <a:latin typeface="Roboto"/>
                <a:cs typeface="Simplified Arabic" panose="02020603050405020304" pitchFamily="18" charset="-78"/>
              </a:rPr>
              <a:t>يكون محتوى الصورة مراعياً لقدرات الطفل وملكاته اللغوية والمعرفية والنفسية</a:t>
            </a:r>
            <a:endParaRPr lang="en-AU" sz="3200" b="1" dirty="0">
              <a:solidFill>
                <a:srgbClr val="1E3046"/>
              </a:solidFill>
              <a:latin typeface="Roboto"/>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9605511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255182" y="2150655"/>
            <a:ext cx="5678696" cy="2691010"/>
          </a:xfrm>
        </p:spPr>
        <p:txBody>
          <a:bodyPr>
            <a:normAutofit fontScale="90000"/>
          </a:bodyPr>
          <a:lstStyle/>
          <a:p>
            <a:pPr algn="ctr"/>
            <a:r>
              <a:rPr lang="ar-SA" sz="3200" dirty="0"/>
              <a:t>اكتساب الطلبة للعادات والمفاهيم العلمية، وتسهم الرسوم المتحركة والكرتون في النمو الأخلاقي للأطفال، وتكسبهم القيم المرغوب فيها، بالإضافة إلى النمو اللغوي وتحقيق الاستقرار الانفعالي للأطفال، وتخلصهم من الخوف والقلق والغضب، وتساعدهم في فهم البيئة الاجتماعية والاقتصادية</a:t>
            </a:r>
            <a:endParaRPr lang="en-AU" sz="3200" dirty="0"/>
          </a:p>
        </p:txBody>
      </p:sp>
      <p:grpSp>
        <p:nvGrpSpPr>
          <p:cNvPr id="2" name="Group 1"/>
          <p:cNvGrpSpPr/>
          <p:nvPr/>
        </p:nvGrpSpPr>
        <p:grpSpPr>
          <a:xfrm flipH="1">
            <a:off x="2716023" y="1141484"/>
            <a:ext cx="10099175" cy="6086863"/>
            <a:chOff x="-1037518" y="97699"/>
            <a:chExt cx="11901990" cy="7173436"/>
          </a:xfrm>
        </p:grpSpPr>
        <p:sp>
          <p:nvSpPr>
            <p:cNvPr id="27" name="Freeform 5"/>
            <p:cNvSpPr>
              <a:spLocks/>
            </p:cNvSpPr>
            <p:nvPr/>
          </p:nvSpPr>
          <p:spPr bwMode="auto">
            <a:xfrm rot="2058066">
              <a:off x="-1037518" y="97699"/>
              <a:ext cx="4887422" cy="1392238"/>
            </a:xfrm>
            <a:custGeom>
              <a:avLst/>
              <a:gdLst>
                <a:gd name="T0" fmla="*/ 0 w 2618"/>
                <a:gd name="T1" fmla="*/ 877 h 877"/>
                <a:gd name="T2" fmla="*/ 2618 w 2618"/>
                <a:gd name="T3" fmla="*/ 182 h 877"/>
                <a:gd name="T4" fmla="*/ 2376 w 2618"/>
                <a:gd name="T5" fmla="*/ 0 h 877"/>
                <a:gd name="T6" fmla="*/ 0 w 2618"/>
                <a:gd name="T7" fmla="*/ 679 h 877"/>
                <a:gd name="T8" fmla="*/ 0 w 2618"/>
                <a:gd name="T9" fmla="*/ 877 h 877"/>
              </a:gdLst>
              <a:ahLst/>
              <a:cxnLst>
                <a:cxn ang="0">
                  <a:pos x="T0" y="T1"/>
                </a:cxn>
                <a:cxn ang="0">
                  <a:pos x="T2" y="T3"/>
                </a:cxn>
                <a:cxn ang="0">
                  <a:pos x="T4" y="T5"/>
                </a:cxn>
                <a:cxn ang="0">
                  <a:pos x="T6" y="T7"/>
                </a:cxn>
                <a:cxn ang="0">
                  <a:pos x="T8" y="T9"/>
                </a:cxn>
              </a:cxnLst>
              <a:rect l="0" t="0" r="r" b="b"/>
              <a:pathLst>
                <a:path w="2618" h="877">
                  <a:moveTo>
                    <a:pt x="0" y="877"/>
                  </a:moveTo>
                  <a:lnTo>
                    <a:pt x="2618" y="182"/>
                  </a:lnTo>
                  <a:lnTo>
                    <a:pt x="2376" y="0"/>
                  </a:lnTo>
                  <a:lnTo>
                    <a:pt x="0" y="679"/>
                  </a:lnTo>
                  <a:lnTo>
                    <a:pt x="0" y="877"/>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28" name="Freeform 6"/>
            <p:cNvSpPr>
              <a:spLocks/>
            </p:cNvSpPr>
            <p:nvPr/>
          </p:nvSpPr>
          <p:spPr bwMode="auto">
            <a:xfrm rot="2058066">
              <a:off x="5965336" y="5497897"/>
              <a:ext cx="4899136" cy="1773238"/>
            </a:xfrm>
            <a:custGeom>
              <a:avLst/>
              <a:gdLst>
                <a:gd name="T0" fmla="*/ 2539 w 2539"/>
                <a:gd name="T1" fmla="*/ 0 h 1117"/>
                <a:gd name="T2" fmla="*/ 0 w 2539"/>
                <a:gd name="T3" fmla="*/ 904 h 1117"/>
                <a:gd name="T4" fmla="*/ 283 w 2539"/>
                <a:gd name="T5" fmla="*/ 1117 h 1117"/>
                <a:gd name="T6" fmla="*/ 2539 w 2539"/>
                <a:gd name="T7" fmla="*/ 289 h 1117"/>
                <a:gd name="T8" fmla="*/ 2539 w 2539"/>
                <a:gd name="T9" fmla="*/ 0 h 1117"/>
              </a:gdLst>
              <a:ahLst/>
              <a:cxnLst>
                <a:cxn ang="0">
                  <a:pos x="T0" y="T1"/>
                </a:cxn>
                <a:cxn ang="0">
                  <a:pos x="T2" y="T3"/>
                </a:cxn>
                <a:cxn ang="0">
                  <a:pos x="T4" y="T5"/>
                </a:cxn>
                <a:cxn ang="0">
                  <a:pos x="T6" y="T7"/>
                </a:cxn>
                <a:cxn ang="0">
                  <a:pos x="T8" y="T9"/>
                </a:cxn>
              </a:cxnLst>
              <a:rect l="0" t="0" r="r" b="b"/>
              <a:pathLst>
                <a:path w="2539" h="1117">
                  <a:moveTo>
                    <a:pt x="2539" y="0"/>
                  </a:moveTo>
                  <a:lnTo>
                    <a:pt x="0" y="904"/>
                  </a:lnTo>
                  <a:lnTo>
                    <a:pt x="283" y="1117"/>
                  </a:lnTo>
                  <a:lnTo>
                    <a:pt x="2539" y="289"/>
                  </a:lnTo>
                  <a:lnTo>
                    <a:pt x="2539" y="0"/>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29" name="Freeform 28"/>
            <p:cNvSpPr>
              <a:spLocks/>
            </p:cNvSpPr>
            <p:nvPr/>
          </p:nvSpPr>
          <p:spPr bwMode="auto">
            <a:xfrm rot="2058066">
              <a:off x="2098102" y="1056067"/>
              <a:ext cx="2139950" cy="2419350"/>
            </a:xfrm>
            <a:custGeom>
              <a:avLst/>
              <a:gdLst>
                <a:gd name="T0" fmla="*/ 1348 w 1348"/>
                <a:gd name="T1" fmla="*/ 229 h 1524"/>
                <a:gd name="T2" fmla="*/ 246 w 1348"/>
                <a:gd name="T3" fmla="*/ 1524 h 1524"/>
                <a:gd name="T4" fmla="*/ 0 w 1348"/>
                <a:gd name="T5" fmla="*/ 1339 h 1524"/>
                <a:gd name="T6" fmla="*/ 1045 w 1348"/>
                <a:gd name="T7" fmla="*/ 0 h 1524"/>
                <a:gd name="T8" fmla="*/ 1348 w 1348"/>
                <a:gd name="T9" fmla="*/ 229 h 1524"/>
              </a:gdLst>
              <a:ahLst/>
              <a:cxnLst>
                <a:cxn ang="0">
                  <a:pos x="T0" y="T1"/>
                </a:cxn>
                <a:cxn ang="0">
                  <a:pos x="T2" y="T3"/>
                </a:cxn>
                <a:cxn ang="0">
                  <a:pos x="T4" y="T5"/>
                </a:cxn>
                <a:cxn ang="0">
                  <a:pos x="T6" y="T7"/>
                </a:cxn>
                <a:cxn ang="0">
                  <a:pos x="T8" y="T9"/>
                </a:cxn>
              </a:cxnLst>
              <a:rect l="0" t="0" r="r" b="b"/>
              <a:pathLst>
                <a:path w="1348" h="1524">
                  <a:moveTo>
                    <a:pt x="1348" y="229"/>
                  </a:moveTo>
                  <a:lnTo>
                    <a:pt x="246" y="1524"/>
                  </a:lnTo>
                  <a:lnTo>
                    <a:pt x="0" y="1339"/>
                  </a:lnTo>
                  <a:lnTo>
                    <a:pt x="1045" y="0"/>
                  </a:lnTo>
                  <a:lnTo>
                    <a:pt x="1348" y="229"/>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0" name="Freeform 29"/>
            <p:cNvSpPr>
              <a:spLocks/>
            </p:cNvSpPr>
            <p:nvPr/>
          </p:nvSpPr>
          <p:spPr bwMode="auto">
            <a:xfrm rot="2058066">
              <a:off x="2988405" y="1690062"/>
              <a:ext cx="2681288" cy="2871788"/>
            </a:xfrm>
            <a:custGeom>
              <a:avLst/>
              <a:gdLst>
                <a:gd name="T0" fmla="*/ 1689 w 1689"/>
                <a:gd name="T1" fmla="*/ 339 h 1809"/>
                <a:gd name="T2" fmla="*/ 313 w 1689"/>
                <a:gd name="T3" fmla="*/ 1809 h 1809"/>
                <a:gd name="T4" fmla="*/ 0 w 1689"/>
                <a:gd name="T5" fmla="*/ 1572 h 1809"/>
                <a:gd name="T6" fmla="*/ 1240 w 1689"/>
                <a:gd name="T7" fmla="*/ 0 h 1809"/>
                <a:gd name="T8" fmla="*/ 1689 w 1689"/>
                <a:gd name="T9" fmla="*/ 339 h 1809"/>
              </a:gdLst>
              <a:ahLst/>
              <a:cxnLst>
                <a:cxn ang="0">
                  <a:pos x="T0" y="T1"/>
                </a:cxn>
                <a:cxn ang="0">
                  <a:pos x="T2" y="T3"/>
                </a:cxn>
                <a:cxn ang="0">
                  <a:pos x="T4" y="T5"/>
                </a:cxn>
                <a:cxn ang="0">
                  <a:pos x="T6" y="T7"/>
                </a:cxn>
                <a:cxn ang="0">
                  <a:pos x="T8" y="T9"/>
                </a:cxn>
              </a:cxnLst>
              <a:rect l="0" t="0" r="r" b="b"/>
              <a:pathLst>
                <a:path w="1689" h="1809">
                  <a:moveTo>
                    <a:pt x="1689" y="339"/>
                  </a:moveTo>
                  <a:lnTo>
                    <a:pt x="313" y="1809"/>
                  </a:lnTo>
                  <a:lnTo>
                    <a:pt x="0" y="1572"/>
                  </a:lnTo>
                  <a:lnTo>
                    <a:pt x="1240" y="0"/>
                  </a:lnTo>
                  <a:lnTo>
                    <a:pt x="1689" y="339"/>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1" name="Freeform 12"/>
            <p:cNvSpPr>
              <a:spLocks/>
            </p:cNvSpPr>
            <p:nvPr/>
          </p:nvSpPr>
          <p:spPr bwMode="auto">
            <a:xfrm rot="2058066">
              <a:off x="4481818" y="3136043"/>
              <a:ext cx="2066925" cy="2330450"/>
            </a:xfrm>
            <a:custGeom>
              <a:avLst/>
              <a:gdLst>
                <a:gd name="T0" fmla="*/ 0 w 1302"/>
                <a:gd name="T1" fmla="*/ 1290 h 1468"/>
                <a:gd name="T2" fmla="*/ 1109 w 1302"/>
                <a:gd name="T3" fmla="*/ 0 h 1468"/>
                <a:gd name="T4" fmla="*/ 1302 w 1302"/>
                <a:gd name="T5" fmla="*/ 146 h 1468"/>
                <a:gd name="T6" fmla="*/ 234 w 1302"/>
                <a:gd name="T7" fmla="*/ 1468 h 1468"/>
                <a:gd name="T8" fmla="*/ 0 w 1302"/>
                <a:gd name="T9" fmla="*/ 1290 h 1468"/>
              </a:gdLst>
              <a:ahLst/>
              <a:cxnLst>
                <a:cxn ang="0">
                  <a:pos x="T0" y="T1"/>
                </a:cxn>
                <a:cxn ang="0">
                  <a:pos x="T2" y="T3"/>
                </a:cxn>
                <a:cxn ang="0">
                  <a:pos x="T4" y="T5"/>
                </a:cxn>
                <a:cxn ang="0">
                  <a:pos x="T6" y="T7"/>
                </a:cxn>
                <a:cxn ang="0">
                  <a:pos x="T8" y="T9"/>
                </a:cxn>
              </a:cxnLst>
              <a:rect l="0" t="0" r="r" b="b"/>
              <a:pathLst>
                <a:path w="1302" h="1468">
                  <a:moveTo>
                    <a:pt x="0" y="1290"/>
                  </a:moveTo>
                  <a:lnTo>
                    <a:pt x="1109" y="0"/>
                  </a:lnTo>
                  <a:lnTo>
                    <a:pt x="1302" y="146"/>
                  </a:lnTo>
                  <a:lnTo>
                    <a:pt x="234" y="1468"/>
                  </a:lnTo>
                  <a:lnTo>
                    <a:pt x="0" y="1290"/>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2" name="Freeform 13"/>
            <p:cNvSpPr>
              <a:spLocks/>
            </p:cNvSpPr>
            <p:nvPr/>
          </p:nvSpPr>
          <p:spPr bwMode="auto">
            <a:xfrm rot="2058066">
              <a:off x="3447943" y="2382248"/>
              <a:ext cx="2563813" cy="2870200"/>
            </a:xfrm>
            <a:custGeom>
              <a:avLst/>
              <a:gdLst>
                <a:gd name="T0" fmla="*/ 0 w 1615"/>
                <a:gd name="T1" fmla="*/ 1470 h 1808"/>
                <a:gd name="T2" fmla="*/ 1378 w 1615"/>
                <a:gd name="T3" fmla="*/ 0 h 1808"/>
                <a:gd name="T4" fmla="*/ 1615 w 1615"/>
                <a:gd name="T5" fmla="*/ 178 h 1808"/>
                <a:gd name="T6" fmla="*/ 449 w 1615"/>
                <a:gd name="T7" fmla="*/ 1808 h 1808"/>
                <a:gd name="T8" fmla="*/ 0 w 1615"/>
                <a:gd name="T9" fmla="*/ 1470 h 1808"/>
              </a:gdLst>
              <a:ahLst/>
              <a:cxnLst>
                <a:cxn ang="0">
                  <a:pos x="T0" y="T1"/>
                </a:cxn>
                <a:cxn ang="0">
                  <a:pos x="T2" y="T3"/>
                </a:cxn>
                <a:cxn ang="0">
                  <a:pos x="T4" y="T5"/>
                </a:cxn>
                <a:cxn ang="0">
                  <a:pos x="T6" y="T7"/>
                </a:cxn>
                <a:cxn ang="0">
                  <a:pos x="T8" y="T9"/>
                </a:cxn>
              </a:cxnLst>
              <a:rect l="0" t="0" r="r" b="b"/>
              <a:pathLst>
                <a:path w="1615" h="1808">
                  <a:moveTo>
                    <a:pt x="0" y="1470"/>
                  </a:moveTo>
                  <a:lnTo>
                    <a:pt x="1378" y="0"/>
                  </a:lnTo>
                  <a:lnTo>
                    <a:pt x="1615" y="178"/>
                  </a:lnTo>
                  <a:lnTo>
                    <a:pt x="449" y="1808"/>
                  </a:lnTo>
                  <a:lnTo>
                    <a:pt x="0" y="1470"/>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3" name="Freeform 15"/>
            <p:cNvSpPr>
              <a:spLocks/>
            </p:cNvSpPr>
            <p:nvPr/>
          </p:nvSpPr>
          <p:spPr bwMode="auto">
            <a:xfrm rot="2058066">
              <a:off x="5187375" y="4093638"/>
              <a:ext cx="1628775" cy="1501775"/>
            </a:xfrm>
            <a:custGeom>
              <a:avLst/>
              <a:gdLst>
                <a:gd name="T0" fmla="*/ 0 w 1026"/>
                <a:gd name="T1" fmla="*/ 800 h 946"/>
                <a:gd name="T2" fmla="*/ 745 w 1026"/>
                <a:gd name="T3" fmla="*/ 0 h 946"/>
                <a:gd name="T4" fmla="*/ 1026 w 1026"/>
                <a:gd name="T5" fmla="*/ 210 h 946"/>
                <a:gd name="T6" fmla="*/ 195 w 1026"/>
                <a:gd name="T7" fmla="*/ 946 h 946"/>
                <a:gd name="T8" fmla="*/ 0 w 1026"/>
                <a:gd name="T9" fmla="*/ 800 h 946"/>
              </a:gdLst>
              <a:ahLst/>
              <a:cxnLst>
                <a:cxn ang="0">
                  <a:pos x="T0" y="T1"/>
                </a:cxn>
                <a:cxn ang="0">
                  <a:pos x="T2" y="T3"/>
                </a:cxn>
                <a:cxn ang="0">
                  <a:pos x="T4" y="T5"/>
                </a:cxn>
                <a:cxn ang="0">
                  <a:pos x="T6" y="T7"/>
                </a:cxn>
                <a:cxn ang="0">
                  <a:pos x="T8" y="T9"/>
                </a:cxn>
              </a:cxnLst>
              <a:rect l="0" t="0" r="r" b="b"/>
              <a:pathLst>
                <a:path w="1026" h="946">
                  <a:moveTo>
                    <a:pt x="0" y="800"/>
                  </a:moveTo>
                  <a:lnTo>
                    <a:pt x="745" y="0"/>
                  </a:lnTo>
                  <a:lnTo>
                    <a:pt x="1026" y="210"/>
                  </a:lnTo>
                  <a:lnTo>
                    <a:pt x="195" y="946"/>
                  </a:lnTo>
                  <a:lnTo>
                    <a:pt x="0" y="800"/>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grpSp>
          <p:nvGrpSpPr>
            <p:cNvPr id="34" name="Group 33"/>
            <p:cNvGrpSpPr/>
            <p:nvPr/>
          </p:nvGrpSpPr>
          <p:grpSpPr>
            <a:xfrm rot="2058066">
              <a:off x="2098131" y="1048034"/>
              <a:ext cx="1223963" cy="2152650"/>
              <a:chOff x="2889250" y="2705424"/>
              <a:chExt cx="1223963" cy="2152650"/>
            </a:xfrm>
          </p:grpSpPr>
          <p:sp>
            <p:nvSpPr>
              <p:cNvPr id="35" name="Freeform 11"/>
              <p:cNvSpPr>
                <a:spLocks/>
              </p:cNvSpPr>
              <p:nvPr/>
            </p:nvSpPr>
            <p:spPr bwMode="auto">
              <a:xfrm>
                <a:off x="2889250" y="2705424"/>
                <a:ext cx="1223963" cy="2152650"/>
              </a:xfrm>
              <a:custGeom>
                <a:avLst/>
                <a:gdLst>
                  <a:gd name="T0" fmla="*/ 771 w 771"/>
                  <a:gd name="T1" fmla="*/ 185 h 1356"/>
                  <a:gd name="T2" fmla="*/ 246 w 771"/>
                  <a:gd name="T3" fmla="*/ 1356 h 1356"/>
                  <a:gd name="T4" fmla="*/ 0 w 771"/>
                  <a:gd name="T5" fmla="*/ 1171 h 1356"/>
                  <a:gd name="T6" fmla="*/ 525 w 771"/>
                  <a:gd name="T7" fmla="*/ 0 h 1356"/>
                  <a:gd name="T8" fmla="*/ 771 w 771"/>
                  <a:gd name="T9" fmla="*/ 185 h 1356"/>
                </a:gdLst>
                <a:ahLst/>
                <a:cxnLst>
                  <a:cxn ang="0">
                    <a:pos x="T0" y="T1"/>
                  </a:cxn>
                  <a:cxn ang="0">
                    <a:pos x="T2" y="T3"/>
                  </a:cxn>
                  <a:cxn ang="0">
                    <a:pos x="T4" y="T5"/>
                  </a:cxn>
                  <a:cxn ang="0">
                    <a:pos x="T6" y="T7"/>
                  </a:cxn>
                  <a:cxn ang="0">
                    <a:pos x="T8" y="T9"/>
                  </a:cxn>
                </a:cxnLst>
                <a:rect l="0" t="0" r="r" b="b"/>
                <a:pathLst>
                  <a:path w="771" h="1356">
                    <a:moveTo>
                      <a:pt x="771" y="185"/>
                    </a:moveTo>
                    <a:lnTo>
                      <a:pt x="246" y="1356"/>
                    </a:lnTo>
                    <a:lnTo>
                      <a:pt x="0" y="1171"/>
                    </a:lnTo>
                    <a:lnTo>
                      <a:pt x="525" y="0"/>
                    </a:lnTo>
                    <a:lnTo>
                      <a:pt x="771" y="185"/>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6" name="TextBox 35"/>
              <p:cNvSpPr txBox="1"/>
              <p:nvPr/>
            </p:nvSpPr>
            <p:spPr>
              <a:xfrm rot="17619524">
                <a:off x="3403883" y="3580143"/>
                <a:ext cx="184731" cy="369332"/>
              </a:xfrm>
              <a:prstGeom prst="rect">
                <a:avLst/>
              </a:prstGeom>
              <a:noFill/>
            </p:spPr>
            <p:txBody>
              <a:bodyPr wrap="none" rtlCol="0">
                <a:spAutoFit/>
              </a:bodyPr>
              <a:lstStyle/>
              <a:p>
                <a:pPr fontAlgn="auto">
                  <a:spcBef>
                    <a:spcPts val="0"/>
                  </a:spcBef>
                  <a:spcAft>
                    <a:spcPts val="0"/>
                  </a:spcAft>
                </a:pPr>
                <a:endParaRPr lang="en-US" b="1" dirty="0">
                  <a:solidFill>
                    <a:prstClr val="white"/>
                  </a:solidFill>
                  <a:latin typeface="Adamant BG" panose="02000505000000020004" pitchFamily="50" charset="0"/>
                  <a:cs typeface="Clear Sans" panose="020B0503030202020304" pitchFamily="34" charset="0"/>
                </a:endParaRPr>
              </a:p>
            </p:txBody>
          </p:sp>
        </p:grpSp>
        <p:grpSp>
          <p:nvGrpSpPr>
            <p:cNvPr id="37" name="Group 36"/>
            <p:cNvGrpSpPr/>
            <p:nvPr/>
          </p:nvGrpSpPr>
          <p:grpSpPr>
            <a:xfrm rot="2058066">
              <a:off x="3021849" y="1365636"/>
              <a:ext cx="1112838" cy="2701925"/>
              <a:chOff x="3995738" y="2430786"/>
              <a:chExt cx="1112838" cy="2701925"/>
            </a:xfrm>
          </p:grpSpPr>
          <p:sp>
            <p:nvSpPr>
              <p:cNvPr id="38" name="Freeform 10"/>
              <p:cNvSpPr>
                <a:spLocks/>
              </p:cNvSpPr>
              <p:nvPr/>
            </p:nvSpPr>
            <p:spPr bwMode="auto">
              <a:xfrm>
                <a:off x="3995738" y="2430786"/>
                <a:ext cx="1112838" cy="2701925"/>
              </a:xfrm>
              <a:custGeom>
                <a:avLst/>
                <a:gdLst>
                  <a:gd name="T0" fmla="*/ 701 w 701"/>
                  <a:gd name="T1" fmla="*/ 168 h 1702"/>
                  <a:gd name="T2" fmla="*/ 353 w 701"/>
                  <a:gd name="T3" fmla="*/ 1702 h 1702"/>
                  <a:gd name="T4" fmla="*/ 0 w 701"/>
                  <a:gd name="T5" fmla="*/ 1532 h 1702"/>
                  <a:gd name="T6" fmla="*/ 346 w 701"/>
                  <a:gd name="T7" fmla="*/ 0 h 1702"/>
                  <a:gd name="T8" fmla="*/ 701 w 701"/>
                  <a:gd name="T9" fmla="*/ 168 h 1702"/>
                </a:gdLst>
                <a:ahLst/>
                <a:cxnLst>
                  <a:cxn ang="0">
                    <a:pos x="T0" y="T1"/>
                  </a:cxn>
                  <a:cxn ang="0">
                    <a:pos x="T2" y="T3"/>
                  </a:cxn>
                  <a:cxn ang="0">
                    <a:pos x="T4" y="T5"/>
                  </a:cxn>
                  <a:cxn ang="0">
                    <a:pos x="T6" y="T7"/>
                  </a:cxn>
                  <a:cxn ang="0">
                    <a:pos x="T8" y="T9"/>
                  </a:cxn>
                </a:cxnLst>
                <a:rect l="0" t="0" r="r" b="b"/>
                <a:pathLst>
                  <a:path w="701" h="1702">
                    <a:moveTo>
                      <a:pt x="701" y="168"/>
                    </a:moveTo>
                    <a:lnTo>
                      <a:pt x="353" y="1702"/>
                    </a:lnTo>
                    <a:lnTo>
                      <a:pt x="0" y="1532"/>
                    </a:lnTo>
                    <a:lnTo>
                      <a:pt x="346" y="0"/>
                    </a:lnTo>
                    <a:lnTo>
                      <a:pt x="701" y="168"/>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9" name="TextBox 38"/>
              <p:cNvSpPr txBox="1"/>
              <p:nvPr/>
            </p:nvSpPr>
            <p:spPr>
              <a:xfrm rot="16925572">
                <a:off x="4475031" y="3555037"/>
                <a:ext cx="184731" cy="400110"/>
              </a:xfrm>
              <a:prstGeom prst="rect">
                <a:avLst/>
              </a:prstGeom>
              <a:noFill/>
            </p:spPr>
            <p:txBody>
              <a:bodyPr wrap="none" rtlCol="0">
                <a:spAutoFit/>
              </a:bodyPr>
              <a:lstStyle/>
              <a:p>
                <a:pPr fontAlgn="auto">
                  <a:spcBef>
                    <a:spcPts val="0"/>
                  </a:spcBef>
                  <a:spcAft>
                    <a:spcPts val="0"/>
                  </a:spcAft>
                </a:pPr>
                <a:endParaRPr lang="en-US" sz="2000" b="1" dirty="0">
                  <a:solidFill>
                    <a:prstClr val="white"/>
                  </a:solidFill>
                  <a:latin typeface="Adamant BG" panose="02000505000000020004" pitchFamily="50" charset="0"/>
                  <a:cs typeface="Clear Sans" panose="020B0503030202020304" pitchFamily="34" charset="0"/>
                </a:endParaRPr>
              </a:p>
            </p:txBody>
          </p:sp>
        </p:grpSp>
        <p:grpSp>
          <p:nvGrpSpPr>
            <p:cNvPr id="40" name="Group 39"/>
            <p:cNvGrpSpPr/>
            <p:nvPr/>
          </p:nvGrpSpPr>
          <p:grpSpPr>
            <a:xfrm rot="2058066">
              <a:off x="3593466" y="1880217"/>
              <a:ext cx="1920875" cy="3221038"/>
              <a:chOff x="4833938" y="2260923"/>
              <a:chExt cx="1920875" cy="3221038"/>
            </a:xfrm>
          </p:grpSpPr>
          <p:sp>
            <p:nvSpPr>
              <p:cNvPr id="41" name="Freeform 18"/>
              <p:cNvSpPr>
                <a:spLocks/>
              </p:cNvSpPr>
              <p:nvPr/>
            </p:nvSpPr>
            <p:spPr bwMode="auto">
              <a:xfrm>
                <a:off x="4833938" y="2260923"/>
                <a:ext cx="1920875" cy="3221038"/>
              </a:xfrm>
              <a:custGeom>
                <a:avLst/>
                <a:gdLst>
                  <a:gd name="T0" fmla="*/ 0 w 1210"/>
                  <a:gd name="T1" fmla="*/ 1685 h 2029"/>
                  <a:gd name="T2" fmla="*/ 754 w 1210"/>
                  <a:gd name="T3" fmla="*/ 0 h 2029"/>
                  <a:gd name="T4" fmla="*/ 1210 w 1210"/>
                  <a:gd name="T5" fmla="*/ 344 h 2029"/>
                  <a:gd name="T6" fmla="*/ 456 w 1210"/>
                  <a:gd name="T7" fmla="*/ 2029 h 2029"/>
                  <a:gd name="T8" fmla="*/ 0 w 1210"/>
                  <a:gd name="T9" fmla="*/ 1685 h 2029"/>
                </a:gdLst>
                <a:ahLst/>
                <a:cxnLst>
                  <a:cxn ang="0">
                    <a:pos x="T0" y="T1"/>
                  </a:cxn>
                  <a:cxn ang="0">
                    <a:pos x="T2" y="T3"/>
                  </a:cxn>
                  <a:cxn ang="0">
                    <a:pos x="T4" y="T5"/>
                  </a:cxn>
                  <a:cxn ang="0">
                    <a:pos x="T6" y="T7"/>
                  </a:cxn>
                  <a:cxn ang="0">
                    <a:pos x="T8" y="T9"/>
                  </a:cxn>
                </a:cxnLst>
                <a:rect l="0" t="0" r="r" b="b"/>
                <a:pathLst>
                  <a:path w="1210" h="2029">
                    <a:moveTo>
                      <a:pt x="0" y="1685"/>
                    </a:moveTo>
                    <a:lnTo>
                      <a:pt x="754" y="0"/>
                    </a:lnTo>
                    <a:lnTo>
                      <a:pt x="1210" y="344"/>
                    </a:lnTo>
                    <a:lnTo>
                      <a:pt x="456" y="2029"/>
                    </a:lnTo>
                    <a:lnTo>
                      <a:pt x="0" y="1685"/>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42" name="TextBox 41"/>
              <p:cNvSpPr txBox="1"/>
              <p:nvPr/>
            </p:nvSpPr>
            <p:spPr>
              <a:xfrm rot="17639212">
                <a:off x="5735336" y="3462738"/>
                <a:ext cx="184731" cy="646331"/>
              </a:xfrm>
              <a:prstGeom prst="rect">
                <a:avLst/>
              </a:prstGeom>
              <a:noFill/>
            </p:spPr>
            <p:txBody>
              <a:bodyPr wrap="none" rtlCol="0">
                <a:spAutoFit/>
              </a:bodyPr>
              <a:lstStyle/>
              <a:p>
                <a:pPr fontAlgn="auto">
                  <a:spcBef>
                    <a:spcPts val="0"/>
                  </a:spcBef>
                  <a:spcAft>
                    <a:spcPts val="0"/>
                  </a:spcAft>
                </a:pPr>
                <a:endParaRPr lang="en-US" sz="3600" b="1" dirty="0">
                  <a:solidFill>
                    <a:prstClr val="white"/>
                  </a:solidFill>
                  <a:latin typeface="Adamant BG" panose="02000505000000020004" pitchFamily="50" charset="0"/>
                  <a:cs typeface="Clear Sans" panose="020B0503030202020304" pitchFamily="34" charset="0"/>
                </a:endParaRPr>
              </a:p>
            </p:txBody>
          </p:sp>
        </p:grpSp>
        <p:grpSp>
          <p:nvGrpSpPr>
            <p:cNvPr id="43" name="Group 42"/>
            <p:cNvGrpSpPr/>
            <p:nvPr/>
          </p:nvGrpSpPr>
          <p:grpSpPr>
            <a:xfrm rot="2058066">
              <a:off x="4600520" y="2737941"/>
              <a:ext cx="1397000" cy="2560638"/>
              <a:chOff x="6008688" y="2606999"/>
              <a:chExt cx="1397000" cy="2560638"/>
            </a:xfrm>
          </p:grpSpPr>
          <p:sp>
            <p:nvSpPr>
              <p:cNvPr id="44" name="Freeform 14"/>
              <p:cNvSpPr>
                <a:spLocks/>
              </p:cNvSpPr>
              <p:nvPr/>
            </p:nvSpPr>
            <p:spPr bwMode="auto">
              <a:xfrm>
                <a:off x="6008688" y="2606999"/>
                <a:ext cx="1397000" cy="2560638"/>
              </a:xfrm>
              <a:custGeom>
                <a:avLst/>
                <a:gdLst>
                  <a:gd name="T0" fmla="*/ 0 w 880"/>
                  <a:gd name="T1" fmla="*/ 1433 h 1613"/>
                  <a:gd name="T2" fmla="*/ 643 w 880"/>
                  <a:gd name="T3" fmla="*/ 0 h 1613"/>
                  <a:gd name="T4" fmla="*/ 880 w 880"/>
                  <a:gd name="T5" fmla="*/ 178 h 1613"/>
                  <a:gd name="T6" fmla="*/ 236 w 880"/>
                  <a:gd name="T7" fmla="*/ 1613 h 1613"/>
                  <a:gd name="T8" fmla="*/ 0 w 880"/>
                  <a:gd name="T9" fmla="*/ 1433 h 1613"/>
                </a:gdLst>
                <a:ahLst/>
                <a:cxnLst>
                  <a:cxn ang="0">
                    <a:pos x="T0" y="T1"/>
                  </a:cxn>
                  <a:cxn ang="0">
                    <a:pos x="T2" y="T3"/>
                  </a:cxn>
                  <a:cxn ang="0">
                    <a:pos x="T4" y="T5"/>
                  </a:cxn>
                  <a:cxn ang="0">
                    <a:pos x="T6" y="T7"/>
                  </a:cxn>
                  <a:cxn ang="0">
                    <a:pos x="T8" y="T9"/>
                  </a:cxn>
                </a:cxnLst>
                <a:rect l="0" t="0" r="r" b="b"/>
                <a:pathLst>
                  <a:path w="880" h="1613">
                    <a:moveTo>
                      <a:pt x="0" y="1433"/>
                    </a:moveTo>
                    <a:lnTo>
                      <a:pt x="643" y="0"/>
                    </a:lnTo>
                    <a:lnTo>
                      <a:pt x="880" y="178"/>
                    </a:lnTo>
                    <a:lnTo>
                      <a:pt x="236" y="1613"/>
                    </a:lnTo>
                    <a:lnTo>
                      <a:pt x="0" y="1433"/>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45" name="TextBox 44"/>
              <p:cNvSpPr txBox="1"/>
              <p:nvPr/>
            </p:nvSpPr>
            <p:spPr>
              <a:xfrm rot="17700058">
                <a:off x="6596259" y="3645850"/>
                <a:ext cx="184731" cy="461665"/>
              </a:xfrm>
              <a:prstGeom prst="rect">
                <a:avLst/>
              </a:prstGeom>
              <a:noFill/>
            </p:spPr>
            <p:txBody>
              <a:bodyPr wrap="none" rtlCol="0">
                <a:spAutoFit/>
              </a:bodyPr>
              <a:lstStyle/>
              <a:p>
                <a:pPr fontAlgn="auto">
                  <a:spcBef>
                    <a:spcPts val="0"/>
                  </a:spcBef>
                  <a:spcAft>
                    <a:spcPts val="0"/>
                  </a:spcAft>
                </a:pPr>
                <a:endParaRPr lang="en-US" sz="2400" b="1" dirty="0">
                  <a:solidFill>
                    <a:prstClr val="white"/>
                  </a:solidFill>
                  <a:latin typeface="Adamant BG" panose="02000505000000020004" pitchFamily="50" charset="0"/>
                  <a:cs typeface="Clear Sans" panose="020B0503030202020304" pitchFamily="34" charset="0"/>
                </a:endParaRPr>
              </a:p>
            </p:txBody>
          </p:sp>
        </p:grpSp>
        <p:grpSp>
          <p:nvGrpSpPr>
            <p:cNvPr id="46" name="Group 45"/>
            <p:cNvGrpSpPr/>
            <p:nvPr/>
          </p:nvGrpSpPr>
          <p:grpSpPr>
            <a:xfrm rot="2058066">
              <a:off x="5395845" y="3418117"/>
              <a:ext cx="1139825" cy="2090738"/>
              <a:chOff x="6938963" y="2834011"/>
              <a:chExt cx="1139825" cy="2090738"/>
            </a:xfrm>
          </p:grpSpPr>
          <p:sp>
            <p:nvSpPr>
              <p:cNvPr id="47" name="Freeform 16"/>
              <p:cNvSpPr>
                <a:spLocks/>
              </p:cNvSpPr>
              <p:nvPr/>
            </p:nvSpPr>
            <p:spPr bwMode="auto">
              <a:xfrm>
                <a:off x="6938963" y="2834011"/>
                <a:ext cx="1139825" cy="2090738"/>
              </a:xfrm>
              <a:custGeom>
                <a:avLst/>
                <a:gdLst>
                  <a:gd name="T0" fmla="*/ 0 w 718"/>
                  <a:gd name="T1" fmla="*/ 1171 h 1317"/>
                  <a:gd name="T2" fmla="*/ 525 w 718"/>
                  <a:gd name="T3" fmla="*/ 0 h 1317"/>
                  <a:gd name="T4" fmla="*/ 718 w 718"/>
                  <a:gd name="T5" fmla="*/ 146 h 1317"/>
                  <a:gd name="T6" fmla="*/ 192 w 718"/>
                  <a:gd name="T7" fmla="*/ 1317 h 1317"/>
                  <a:gd name="T8" fmla="*/ 0 w 718"/>
                  <a:gd name="T9" fmla="*/ 1171 h 1317"/>
                </a:gdLst>
                <a:ahLst/>
                <a:cxnLst>
                  <a:cxn ang="0">
                    <a:pos x="T0" y="T1"/>
                  </a:cxn>
                  <a:cxn ang="0">
                    <a:pos x="T2" y="T3"/>
                  </a:cxn>
                  <a:cxn ang="0">
                    <a:pos x="T4" y="T5"/>
                  </a:cxn>
                  <a:cxn ang="0">
                    <a:pos x="T6" y="T7"/>
                  </a:cxn>
                  <a:cxn ang="0">
                    <a:pos x="T8" y="T9"/>
                  </a:cxn>
                </a:cxnLst>
                <a:rect l="0" t="0" r="r" b="b"/>
                <a:pathLst>
                  <a:path w="718" h="1317">
                    <a:moveTo>
                      <a:pt x="0" y="1171"/>
                    </a:moveTo>
                    <a:lnTo>
                      <a:pt x="525" y="0"/>
                    </a:lnTo>
                    <a:lnTo>
                      <a:pt x="718" y="146"/>
                    </a:lnTo>
                    <a:lnTo>
                      <a:pt x="192" y="1317"/>
                    </a:lnTo>
                    <a:lnTo>
                      <a:pt x="0" y="1171"/>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48" name="TextBox 47"/>
              <p:cNvSpPr txBox="1"/>
              <p:nvPr/>
            </p:nvSpPr>
            <p:spPr>
              <a:xfrm rot="17700058">
                <a:off x="7410699" y="3655277"/>
                <a:ext cx="184731" cy="369332"/>
              </a:xfrm>
              <a:prstGeom prst="rect">
                <a:avLst/>
              </a:prstGeom>
              <a:noFill/>
            </p:spPr>
            <p:txBody>
              <a:bodyPr wrap="none" rtlCol="0">
                <a:spAutoFit/>
              </a:bodyPr>
              <a:lstStyle/>
              <a:p>
                <a:pPr fontAlgn="auto">
                  <a:spcBef>
                    <a:spcPts val="0"/>
                  </a:spcBef>
                  <a:spcAft>
                    <a:spcPts val="0"/>
                  </a:spcAft>
                </a:pPr>
                <a:endParaRPr lang="en-US" b="1" dirty="0">
                  <a:solidFill>
                    <a:prstClr val="white"/>
                  </a:solidFill>
                  <a:latin typeface="Adamant BG" panose="02000505000000020004" pitchFamily="50" charset="0"/>
                  <a:cs typeface="Clear Sans" panose="020B0503030202020304" pitchFamily="34" charset="0"/>
                </a:endParaRPr>
              </a:p>
            </p:txBody>
          </p:sp>
        </p:grpSp>
        <p:grpSp>
          <p:nvGrpSpPr>
            <p:cNvPr id="49" name="Group 48"/>
            <p:cNvGrpSpPr/>
            <p:nvPr/>
          </p:nvGrpSpPr>
          <p:grpSpPr>
            <a:xfrm rot="2058066">
              <a:off x="6246761" y="4445556"/>
              <a:ext cx="527050" cy="1549400"/>
              <a:chOff x="8121650" y="3422974"/>
              <a:chExt cx="527050" cy="1549400"/>
            </a:xfrm>
          </p:grpSpPr>
          <p:sp>
            <p:nvSpPr>
              <p:cNvPr id="50" name="Freeform 17"/>
              <p:cNvSpPr>
                <a:spLocks/>
              </p:cNvSpPr>
              <p:nvPr/>
            </p:nvSpPr>
            <p:spPr bwMode="auto">
              <a:xfrm>
                <a:off x="8121650" y="3422974"/>
                <a:ext cx="527050" cy="1549400"/>
              </a:xfrm>
              <a:custGeom>
                <a:avLst/>
                <a:gdLst>
                  <a:gd name="T0" fmla="*/ 49 w 332"/>
                  <a:gd name="T1" fmla="*/ 763 h 976"/>
                  <a:gd name="T2" fmla="*/ 0 w 332"/>
                  <a:gd name="T3" fmla="*/ 0 h 976"/>
                  <a:gd name="T4" fmla="*/ 283 w 332"/>
                  <a:gd name="T5" fmla="*/ 212 h 976"/>
                  <a:gd name="T6" fmla="*/ 332 w 332"/>
                  <a:gd name="T7" fmla="*/ 976 h 976"/>
                  <a:gd name="T8" fmla="*/ 49 w 332"/>
                  <a:gd name="T9" fmla="*/ 763 h 976"/>
                </a:gdLst>
                <a:ahLst/>
                <a:cxnLst>
                  <a:cxn ang="0">
                    <a:pos x="T0" y="T1"/>
                  </a:cxn>
                  <a:cxn ang="0">
                    <a:pos x="T2" y="T3"/>
                  </a:cxn>
                  <a:cxn ang="0">
                    <a:pos x="T4" y="T5"/>
                  </a:cxn>
                  <a:cxn ang="0">
                    <a:pos x="T6" y="T7"/>
                  </a:cxn>
                  <a:cxn ang="0">
                    <a:pos x="T8" y="T9"/>
                  </a:cxn>
                </a:cxnLst>
                <a:rect l="0" t="0" r="r" b="b"/>
                <a:pathLst>
                  <a:path w="332" h="976">
                    <a:moveTo>
                      <a:pt x="49" y="763"/>
                    </a:moveTo>
                    <a:lnTo>
                      <a:pt x="0" y="0"/>
                    </a:lnTo>
                    <a:lnTo>
                      <a:pt x="283" y="212"/>
                    </a:lnTo>
                    <a:lnTo>
                      <a:pt x="332" y="976"/>
                    </a:lnTo>
                    <a:lnTo>
                      <a:pt x="49" y="763"/>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51" name="TextBox 50"/>
              <p:cNvSpPr txBox="1"/>
              <p:nvPr/>
            </p:nvSpPr>
            <p:spPr>
              <a:xfrm rot="15980418">
                <a:off x="8261892" y="3981395"/>
                <a:ext cx="184731" cy="338554"/>
              </a:xfrm>
              <a:prstGeom prst="rect">
                <a:avLst/>
              </a:prstGeom>
              <a:noFill/>
            </p:spPr>
            <p:txBody>
              <a:bodyPr wrap="none" rtlCol="0">
                <a:spAutoFit/>
              </a:bodyPr>
              <a:lstStyle/>
              <a:p>
                <a:pPr fontAlgn="auto">
                  <a:spcBef>
                    <a:spcPts val="0"/>
                  </a:spcBef>
                  <a:spcAft>
                    <a:spcPts val="0"/>
                  </a:spcAft>
                </a:pPr>
                <a:endParaRPr lang="en-US" sz="1600" b="1" dirty="0">
                  <a:solidFill>
                    <a:prstClr val="white"/>
                  </a:solidFill>
                  <a:latin typeface="Adamant BG" panose="02000505000000020004" pitchFamily="50" charset="0"/>
                  <a:cs typeface="Clear Sans" panose="020B0503030202020304" pitchFamily="34" charset="0"/>
                </a:endParaRPr>
              </a:p>
            </p:txBody>
          </p:sp>
        </p:grpSp>
      </p:grpSp>
      <p:sp>
        <p:nvSpPr>
          <p:cNvPr id="61" name="Title 1"/>
          <p:cNvSpPr txBox="1">
            <a:spLocks/>
          </p:cNvSpPr>
          <p:nvPr/>
        </p:nvSpPr>
        <p:spPr>
          <a:xfrm>
            <a:off x="2351794" y="318152"/>
            <a:ext cx="8389846" cy="958092"/>
          </a:xfrm>
          <a:prstGeom prst="rect">
            <a:avLst/>
          </a:prstGeom>
        </p:spPr>
        <p:txBody>
          <a:bodyPr vert="horz" lIns="91440" tIns="45720" rIns="91440" bIns="45720" rtlCol="0" anchor="ctr">
            <a:normAutofit fontScale="90000"/>
          </a:bodyPr>
          <a:lstStyle>
            <a:lvl1pPr algn="l" defTabSz="914400" rtl="0" eaLnBrk="1" latinLnBrk="0" hangingPunct="1">
              <a:lnSpc>
                <a:spcPct val="90000"/>
              </a:lnSpc>
              <a:spcBef>
                <a:spcPct val="0"/>
              </a:spcBef>
              <a:buNone/>
              <a:defRPr sz="4400" b="1" kern="1200">
                <a:solidFill>
                  <a:schemeClr val="tx1">
                    <a:lumMod val="75000"/>
                    <a:lumOff val="25000"/>
                  </a:schemeClr>
                </a:solidFill>
                <a:latin typeface="+mj-lt"/>
                <a:ea typeface="+mj-ea"/>
                <a:cs typeface="+mj-cs"/>
              </a:defRPr>
            </a:lvl1pPr>
          </a:lstStyle>
          <a:p>
            <a:pPr algn="r" rtl="1" fontAlgn="auto">
              <a:spcAft>
                <a:spcPts val="0"/>
              </a:spcAft>
            </a:pPr>
            <a:r>
              <a:rPr lang="ar-SA" u="sng" dirty="0">
                <a:solidFill>
                  <a:srgbClr val="4472C4"/>
                </a:solidFill>
              </a:rPr>
              <a:t>4-	تأثير الرسوم المتحركة والكرتون على التعليم</a:t>
            </a:r>
            <a:endParaRPr lang="en-AU" u="sng" dirty="0">
              <a:solidFill>
                <a:srgbClr val="4472C4"/>
              </a:solidFill>
            </a:endParaRPr>
          </a:p>
        </p:txBody>
      </p:sp>
      <p:sp>
        <p:nvSpPr>
          <p:cNvPr id="5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4641171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6086669" y="987211"/>
            <a:ext cx="6526306" cy="2822938"/>
          </a:xfrm>
          <a:prstGeom prst="hexagon">
            <a:avLst/>
          </a:prstGeom>
          <a:solidFill>
            <a:srgbClr val="0160A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6568751" y="1901793"/>
            <a:ext cx="5623249" cy="1200329"/>
          </a:xfrm>
          <a:prstGeom prst="rect">
            <a:avLst/>
          </a:prstGeom>
          <a:noFill/>
        </p:spPr>
        <p:txBody>
          <a:bodyPr wrap="square" rtlCol="0">
            <a:spAutoFit/>
          </a:bodyPr>
          <a:lstStyle/>
          <a:p>
            <a:pPr algn="ctr" rtl="1" fontAlgn="auto">
              <a:spcBef>
                <a:spcPts val="0"/>
              </a:spcBef>
              <a:spcAft>
                <a:spcPts val="0"/>
              </a:spcAft>
            </a:pPr>
            <a:r>
              <a:rPr lang="ar-AE" sz="3600" b="1" u="sng" dirty="0">
                <a:solidFill>
                  <a:prstClr val="white"/>
                </a:solidFill>
                <a:cs typeface="Simplified Arabic" panose="02020603050405020304" pitchFamily="18" charset="-78"/>
              </a:rPr>
              <a:t>‌د-	ستوري بورد </a:t>
            </a:r>
            <a:r>
              <a:rPr lang="en-US" sz="3600" b="1" u="sng" dirty="0">
                <a:solidFill>
                  <a:prstClr val="white"/>
                </a:solidFill>
                <a:cs typeface="Simplified Arabic" panose="02020603050405020304" pitchFamily="18" charset="-78"/>
              </a:rPr>
              <a:t>Storyboard </a:t>
            </a:r>
            <a:r>
              <a:rPr lang="ar-AE" sz="3600" b="1" u="sng" dirty="0">
                <a:solidFill>
                  <a:prstClr val="white"/>
                </a:solidFill>
                <a:cs typeface="Simplified Arabic" panose="02020603050405020304" pitchFamily="18" charset="-78"/>
              </a:rPr>
              <a:t>أو "اللوح القصصي"</a:t>
            </a:r>
            <a:endParaRPr lang="en-US" sz="3600" u="sng"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6" name="Rectangle 45"/>
          <p:cNvSpPr/>
          <p:nvPr/>
        </p:nvSpPr>
        <p:spPr>
          <a:xfrm>
            <a:off x="373224" y="4710654"/>
            <a:ext cx="11426891" cy="954107"/>
          </a:xfrm>
          <a:prstGeom prst="rect">
            <a:avLst/>
          </a:prstGeom>
        </p:spPr>
        <p:txBody>
          <a:bodyPr wrap="square">
            <a:spAutoFit/>
          </a:bodyPr>
          <a:lstStyle/>
          <a:p>
            <a:pPr algn="ctr" rtl="1" fontAlgn="auto">
              <a:spcBef>
                <a:spcPts val="0"/>
              </a:spcBef>
              <a:spcAft>
                <a:spcPts val="0"/>
              </a:spcAft>
            </a:pPr>
            <a:r>
              <a:rPr lang="ar-SA" sz="2800" b="1" dirty="0">
                <a:solidFill>
                  <a:prstClr val="black"/>
                </a:solidFill>
                <a:cs typeface="Simplified Arabic" panose="02020603050405020304" pitchFamily="18" charset="-78"/>
              </a:rPr>
              <a:t>الستوري بورد: "مجموعة من الرسومات التي تصور كل لقطة على حدة. تسهل كثيراً العمل على الفريق التقني في التحضيرات وفي التصوير".</a:t>
            </a:r>
            <a:endParaRPr lang="en-US" sz="2800" b="1" dirty="0">
              <a:solidFill>
                <a:prstClr val="black"/>
              </a:solidFill>
              <a:latin typeface="Calibri" panose="020F0502020204030204"/>
              <a:cs typeface="Simplified Arabic" panose="02020603050405020304" pitchFamily="18" charset="-78"/>
            </a:endParaRPr>
          </a:p>
        </p:txBody>
      </p:sp>
      <p:sp>
        <p:nvSpPr>
          <p:cNvPr id="2" name="Rectangle 1"/>
          <p:cNvSpPr/>
          <p:nvPr/>
        </p:nvSpPr>
        <p:spPr>
          <a:xfrm>
            <a:off x="4700430" y="4060792"/>
            <a:ext cx="7289176" cy="584775"/>
          </a:xfrm>
          <a:prstGeom prst="rect">
            <a:avLst/>
          </a:prstGeom>
        </p:spPr>
        <p:txBody>
          <a:bodyPr wrap="none">
            <a:spAutoFit/>
          </a:bodyPr>
          <a:lstStyle/>
          <a:p>
            <a:pPr algn="justLow" rtl="1">
              <a:spcBef>
                <a:spcPts val="0"/>
              </a:spcBef>
              <a:spcAft>
                <a:spcPts val="0"/>
              </a:spcAft>
              <a:tabLst>
                <a:tab pos="228600" algn="l"/>
              </a:tabLst>
            </a:pPr>
            <a:r>
              <a:rPr lang="ar-SA" sz="3200" b="1" u="sng" dirty="0">
                <a:solidFill>
                  <a:srgbClr val="FF0000"/>
                </a:solidFill>
                <a:latin typeface="Arial Unicode MS"/>
                <a:cs typeface="Simplified Arabic"/>
              </a:rPr>
              <a:t>1-	ما هو مفهوم الـ ستوري بورد  </a:t>
            </a:r>
            <a:r>
              <a:rPr lang="en-US" sz="3200" b="1" u="sng" dirty="0">
                <a:solidFill>
                  <a:srgbClr val="FF0000"/>
                </a:solidFill>
                <a:latin typeface="Arial Unicode MS"/>
                <a:cs typeface="Simplified Arabic"/>
              </a:rPr>
              <a:t>Storyboard؟</a:t>
            </a:r>
            <a:endParaRPr lang="en-US" sz="3200" u="sng" dirty="0">
              <a:solidFill>
                <a:srgbClr val="FF0000"/>
              </a:solidFill>
              <a:latin typeface="Arial Unicode MS"/>
              <a:cs typeface="Helvetica"/>
            </a:endParaRPr>
          </a:p>
        </p:txBody>
      </p:sp>
      <p:pic>
        <p:nvPicPr>
          <p:cNvPr id="4" name="Picture 3"/>
          <p:cNvPicPr>
            <a:picLocks noChangeAspect="1"/>
          </p:cNvPicPr>
          <p:nvPr/>
        </p:nvPicPr>
        <p:blipFill>
          <a:blip r:embed="rId2"/>
          <a:stretch>
            <a:fillRect/>
          </a:stretch>
        </p:blipFill>
        <p:spPr>
          <a:xfrm>
            <a:off x="2112213" y="554437"/>
            <a:ext cx="2588217" cy="3688486"/>
          </a:xfrm>
          <a:prstGeom prst="rect">
            <a:avLst/>
          </a:prstGeom>
        </p:spPr>
      </p:pic>
      <p:sp>
        <p:nvSpPr>
          <p:cNvPr id="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268435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46"/>
                                        </p:tgtEl>
                                        <p:attrNameLst>
                                          <p:attrName>style.visibility</p:attrName>
                                        </p:attrNameLst>
                                      </p:cBhvr>
                                      <p:to>
                                        <p:strVal val="visible"/>
                                      </p:to>
                                    </p:set>
                                    <p:animEffect transition="in" filter="fade">
                                      <p:cBhvr>
                                        <p:cTn id="18"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46" grpId="0"/>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olded Corner 5"/>
          <p:cNvSpPr/>
          <p:nvPr/>
        </p:nvSpPr>
        <p:spPr>
          <a:xfrm rot="937026">
            <a:off x="2470272" y="1722170"/>
            <a:ext cx="3306811" cy="4133513"/>
          </a:xfrm>
          <a:prstGeom prst="foldedCorne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7" name="Title 6"/>
          <p:cNvSpPr>
            <a:spLocks noGrp="1"/>
          </p:cNvSpPr>
          <p:nvPr>
            <p:ph type="title"/>
          </p:nvPr>
        </p:nvSpPr>
        <p:spPr/>
        <p:txBody>
          <a:bodyPr/>
          <a:lstStyle/>
          <a:p>
            <a:pPr rtl="1"/>
            <a:r>
              <a:rPr lang="ar-SA" u="sng" dirty="0">
                <a:solidFill>
                  <a:srgbClr val="4472C4"/>
                </a:solidFill>
              </a:rPr>
              <a:t>2-	أشكال الستوري بورد ومكوناته</a:t>
            </a:r>
            <a:endParaRPr lang="en-US" u="sng" dirty="0">
              <a:solidFill>
                <a:srgbClr val="4472C4"/>
              </a:solidFill>
            </a:endParaRPr>
          </a:p>
        </p:txBody>
      </p:sp>
      <p:sp>
        <p:nvSpPr>
          <p:cNvPr id="9" name="Folded Corner 8"/>
          <p:cNvSpPr/>
          <p:nvPr/>
        </p:nvSpPr>
        <p:spPr>
          <a:xfrm rot="21224833">
            <a:off x="6149627" y="1766265"/>
            <a:ext cx="3238153" cy="4047692"/>
          </a:xfrm>
          <a:prstGeom prst="foldedCorne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nvGrpSpPr>
          <p:cNvPr id="2" name="Group 11"/>
          <p:cNvGrpSpPr/>
          <p:nvPr/>
        </p:nvGrpSpPr>
        <p:grpSpPr>
          <a:xfrm>
            <a:off x="4099081" y="2342380"/>
            <a:ext cx="586901" cy="586901"/>
            <a:chOff x="8780463" y="1906588"/>
            <a:chExt cx="360363" cy="360363"/>
          </a:xfrm>
          <a:solidFill>
            <a:schemeClr val="bg1"/>
          </a:solidFill>
        </p:grpSpPr>
        <p:sp>
          <p:nvSpPr>
            <p:cNvPr id="13" name="Freeform 93"/>
            <p:cNvSpPr>
              <a:spLocks noEditPoints="1"/>
            </p:cNvSpPr>
            <p:nvPr/>
          </p:nvSpPr>
          <p:spPr bwMode="auto">
            <a:xfrm>
              <a:off x="8780463" y="1938338"/>
              <a:ext cx="328613" cy="328613"/>
            </a:xfrm>
            <a:custGeom>
              <a:avLst/>
              <a:gdLst/>
              <a:ahLst/>
              <a:cxnLst>
                <a:cxn ang="0">
                  <a:pos x="80" y="3"/>
                </a:cxn>
                <a:cxn ang="0">
                  <a:pos x="73" y="0"/>
                </a:cxn>
                <a:cxn ang="0">
                  <a:pos x="66" y="3"/>
                </a:cxn>
                <a:cxn ang="0">
                  <a:pos x="61" y="9"/>
                </a:cxn>
                <a:cxn ang="0">
                  <a:pos x="58" y="15"/>
                </a:cxn>
                <a:cxn ang="0">
                  <a:pos x="60" y="20"/>
                </a:cxn>
                <a:cxn ang="0">
                  <a:pos x="8" y="41"/>
                </a:cxn>
                <a:cxn ang="0">
                  <a:pos x="1" y="50"/>
                </a:cxn>
                <a:cxn ang="0">
                  <a:pos x="4" y="60"/>
                </a:cxn>
                <a:cxn ang="0">
                  <a:pos x="53" y="108"/>
                </a:cxn>
                <a:cxn ang="0">
                  <a:pos x="61" y="112"/>
                </a:cxn>
                <a:cxn ang="0">
                  <a:pos x="61" y="112"/>
                </a:cxn>
                <a:cxn ang="0">
                  <a:pos x="63" y="111"/>
                </a:cxn>
                <a:cxn ang="0">
                  <a:pos x="72" y="104"/>
                </a:cxn>
                <a:cxn ang="0">
                  <a:pos x="92" y="53"/>
                </a:cxn>
                <a:cxn ang="0">
                  <a:pos x="97" y="55"/>
                </a:cxn>
                <a:cxn ang="0">
                  <a:pos x="104" y="52"/>
                </a:cxn>
                <a:cxn ang="0">
                  <a:pos x="110" y="46"/>
                </a:cxn>
                <a:cxn ang="0">
                  <a:pos x="112" y="40"/>
                </a:cxn>
                <a:cxn ang="0">
                  <a:pos x="110" y="33"/>
                </a:cxn>
                <a:cxn ang="0">
                  <a:pos x="80" y="3"/>
                </a:cxn>
                <a:cxn ang="0">
                  <a:pos x="65" y="102"/>
                </a:cxn>
                <a:cxn ang="0">
                  <a:pos x="62" y="104"/>
                </a:cxn>
                <a:cxn ang="0">
                  <a:pos x="61" y="104"/>
                </a:cxn>
                <a:cxn ang="0">
                  <a:pos x="58" y="103"/>
                </a:cxn>
                <a:cxn ang="0">
                  <a:pos x="9" y="55"/>
                </a:cxn>
                <a:cxn ang="0">
                  <a:pos x="8" y="51"/>
                </a:cxn>
                <a:cxn ang="0">
                  <a:pos x="11" y="48"/>
                </a:cxn>
                <a:cxn ang="0">
                  <a:pos x="34" y="39"/>
                </a:cxn>
                <a:cxn ang="0">
                  <a:pos x="83" y="56"/>
                </a:cxn>
                <a:cxn ang="0">
                  <a:pos x="65" y="102"/>
                </a:cxn>
                <a:cxn ang="0">
                  <a:pos x="104" y="41"/>
                </a:cxn>
                <a:cxn ang="0">
                  <a:pos x="99" y="46"/>
                </a:cxn>
                <a:cxn ang="0">
                  <a:pos x="96" y="46"/>
                </a:cxn>
                <a:cxn ang="0">
                  <a:pos x="89" y="40"/>
                </a:cxn>
                <a:cxn ang="0">
                  <a:pos x="84" y="53"/>
                </a:cxn>
                <a:cxn ang="0">
                  <a:pos x="84" y="52"/>
                </a:cxn>
                <a:cxn ang="0">
                  <a:pos x="50" y="38"/>
                </a:cxn>
                <a:cxn ang="0">
                  <a:pos x="40" y="36"/>
                </a:cxn>
                <a:cxn ang="0">
                  <a:pos x="73" y="23"/>
                </a:cxn>
                <a:cxn ang="0">
                  <a:pos x="66" y="17"/>
                </a:cxn>
                <a:cxn ang="0">
                  <a:pos x="66" y="14"/>
                </a:cxn>
                <a:cxn ang="0">
                  <a:pos x="72" y="9"/>
                </a:cxn>
                <a:cxn ang="0">
                  <a:pos x="75" y="9"/>
                </a:cxn>
                <a:cxn ang="0">
                  <a:pos x="104" y="38"/>
                </a:cxn>
                <a:cxn ang="0">
                  <a:pos x="104" y="41"/>
                </a:cxn>
                <a:cxn ang="0">
                  <a:pos x="104" y="41"/>
                </a:cxn>
                <a:cxn ang="0">
                  <a:pos x="104" y="41"/>
                </a:cxn>
              </a:cxnLst>
              <a:rect l="0" t="0" r="r" b="b"/>
              <a:pathLst>
                <a:path w="112" h="112">
                  <a:moveTo>
                    <a:pt x="80" y="3"/>
                  </a:moveTo>
                  <a:cubicBezTo>
                    <a:pt x="78" y="1"/>
                    <a:pt x="76" y="0"/>
                    <a:pt x="73" y="0"/>
                  </a:cubicBezTo>
                  <a:cubicBezTo>
                    <a:pt x="71" y="0"/>
                    <a:pt x="68" y="1"/>
                    <a:pt x="66" y="3"/>
                  </a:cubicBezTo>
                  <a:cubicBezTo>
                    <a:pt x="61" y="9"/>
                    <a:pt x="61" y="9"/>
                    <a:pt x="61" y="9"/>
                  </a:cubicBezTo>
                  <a:cubicBezTo>
                    <a:pt x="59" y="10"/>
                    <a:pt x="58" y="13"/>
                    <a:pt x="58" y="15"/>
                  </a:cubicBezTo>
                  <a:cubicBezTo>
                    <a:pt x="58" y="17"/>
                    <a:pt x="59" y="19"/>
                    <a:pt x="60" y="20"/>
                  </a:cubicBezTo>
                  <a:cubicBezTo>
                    <a:pt x="8" y="41"/>
                    <a:pt x="8" y="41"/>
                    <a:pt x="8" y="41"/>
                  </a:cubicBezTo>
                  <a:cubicBezTo>
                    <a:pt x="4" y="43"/>
                    <a:pt x="2" y="46"/>
                    <a:pt x="1" y="50"/>
                  </a:cubicBezTo>
                  <a:cubicBezTo>
                    <a:pt x="0" y="53"/>
                    <a:pt x="1" y="57"/>
                    <a:pt x="4" y="60"/>
                  </a:cubicBezTo>
                  <a:cubicBezTo>
                    <a:pt x="53" y="108"/>
                    <a:pt x="53" y="108"/>
                    <a:pt x="53" y="108"/>
                  </a:cubicBezTo>
                  <a:cubicBezTo>
                    <a:pt x="55" y="110"/>
                    <a:pt x="58" y="112"/>
                    <a:pt x="61" y="112"/>
                  </a:cubicBezTo>
                  <a:cubicBezTo>
                    <a:pt x="61" y="112"/>
                    <a:pt x="61" y="112"/>
                    <a:pt x="61" y="112"/>
                  </a:cubicBezTo>
                  <a:cubicBezTo>
                    <a:pt x="62" y="112"/>
                    <a:pt x="63" y="112"/>
                    <a:pt x="63" y="111"/>
                  </a:cubicBezTo>
                  <a:cubicBezTo>
                    <a:pt x="67" y="111"/>
                    <a:pt x="70" y="108"/>
                    <a:pt x="72" y="104"/>
                  </a:cubicBezTo>
                  <a:cubicBezTo>
                    <a:pt x="92" y="53"/>
                    <a:pt x="92" y="53"/>
                    <a:pt x="92" y="53"/>
                  </a:cubicBezTo>
                  <a:cubicBezTo>
                    <a:pt x="94" y="54"/>
                    <a:pt x="95" y="55"/>
                    <a:pt x="97" y="55"/>
                  </a:cubicBezTo>
                  <a:cubicBezTo>
                    <a:pt x="100" y="55"/>
                    <a:pt x="102" y="54"/>
                    <a:pt x="104" y="52"/>
                  </a:cubicBezTo>
                  <a:cubicBezTo>
                    <a:pt x="110" y="46"/>
                    <a:pt x="110" y="46"/>
                    <a:pt x="110" y="46"/>
                  </a:cubicBezTo>
                  <a:cubicBezTo>
                    <a:pt x="111" y="45"/>
                    <a:pt x="112" y="42"/>
                    <a:pt x="112" y="40"/>
                  </a:cubicBezTo>
                  <a:cubicBezTo>
                    <a:pt x="112" y="37"/>
                    <a:pt x="111" y="35"/>
                    <a:pt x="110" y="33"/>
                  </a:cubicBezTo>
                  <a:lnTo>
                    <a:pt x="80" y="3"/>
                  </a:lnTo>
                  <a:close/>
                  <a:moveTo>
                    <a:pt x="65" y="102"/>
                  </a:moveTo>
                  <a:cubicBezTo>
                    <a:pt x="64" y="103"/>
                    <a:pt x="63" y="104"/>
                    <a:pt x="62" y="104"/>
                  </a:cubicBezTo>
                  <a:cubicBezTo>
                    <a:pt x="61" y="104"/>
                    <a:pt x="61" y="104"/>
                    <a:pt x="61" y="104"/>
                  </a:cubicBezTo>
                  <a:cubicBezTo>
                    <a:pt x="60" y="104"/>
                    <a:pt x="59" y="104"/>
                    <a:pt x="58" y="103"/>
                  </a:cubicBezTo>
                  <a:cubicBezTo>
                    <a:pt x="9" y="55"/>
                    <a:pt x="9" y="55"/>
                    <a:pt x="9" y="55"/>
                  </a:cubicBezTo>
                  <a:cubicBezTo>
                    <a:pt x="9" y="54"/>
                    <a:pt x="8" y="52"/>
                    <a:pt x="8" y="51"/>
                  </a:cubicBezTo>
                  <a:cubicBezTo>
                    <a:pt x="9" y="50"/>
                    <a:pt x="9" y="49"/>
                    <a:pt x="11" y="48"/>
                  </a:cubicBezTo>
                  <a:cubicBezTo>
                    <a:pt x="34" y="39"/>
                    <a:pt x="34" y="39"/>
                    <a:pt x="34" y="39"/>
                  </a:cubicBezTo>
                  <a:cubicBezTo>
                    <a:pt x="51" y="44"/>
                    <a:pt x="67" y="39"/>
                    <a:pt x="83" y="56"/>
                  </a:cubicBezTo>
                  <a:lnTo>
                    <a:pt x="65" y="102"/>
                  </a:lnTo>
                  <a:close/>
                  <a:moveTo>
                    <a:pt x="104" y="41"/>
                  </a:moveTo>
                  <a:cubicBezTo>
                    <a:pt x="99" y="46"/>
                    <a:pt x="99" y="46"/>
                    <a:pt x="99" y="46"/>
                  </a:cubicBezTo>
                  <a:cubicBezTo>
                    <a:pt x="98" y="47"/>
                    <a:pt x="97" y="47"/>
                    <a:pt x="96" y="46"/>
                  </a:cubicBezTo>
                  <a:cubicBezTo>
                    <a:pt x="89" y="40"/>
                    <a:pt x="89" y="40"/>
                    <a:pt x="89" y="40"/>
                  </a:cubicBezTo>
                  <a:cubicBezTo>
                    <a:pt x="84" y="53"/>
                    <a:pt x="84" y="53"/>
                    <a:pt x="84" y="53"/>
                  </a:cubicBezTo>
                  <a:cubicBezTo>
                    <a:pt x="84" y="52"/>
                    <a:pt x="84" y="52"/>
                    <a:pt x="84" y="52"/>
                  </a:cubicBezTo>
                  <a:cubicBezTo>
                    <a:pt x="73" y="41"/>
                    <a:pt x="61" y="39"/>
                    <a:pt x="50" y="38"/>
                  </a:cubicBezTo>
                  <a:cubicBezTo>
                    <a:pt x="47" y="38"/>
                    <a:pt x="44" y="37"/>
                    <a:pt x="40" y="36"/>
                  </a:cubicBezTo>
                  <a:cubicBezTo>
                    <a:pt x="73" y="23"/>
                    <a:pt x="73" y="23"/>
                    <a:pt x="73" y="23"/>
                  </a:cubicBezTo>
                  <a:cubicBezTo>
                    <a:pt x="66" y="17"/>
                    <a:pt x="66" y="17"/>
                    <a:pt x="66" y="17"/>
                  </a:cubicBezTo>
                  <a:cubicBezTo>
                    <a:pt x="66" y="16"/>
                    <a:pt x="66" y="15"/>
                    <a:pt x="66" y="14"/>
                  </a:cubicBezTo>
                  <a:cubicBezTo>
                    <a:pt x="72" y="9"/>
                    <a:pt x="72" y="9"/>
                    <a:pt x="72" y="9"/>
                  </a:cubicBezTo>
                  <a:cubicBezTo>
                    <a:pt x="73" y="8"/>
                    <a:pt x="74" y="8"/>
                    <a:pt x="75" y="9"/>
                  </a:cubicBezTo>
                  <a:cubicBezTo>
                    <a:pt x="104" y="38"/>
                    <a:pt x="104" y="38"/>
                    <a:pt x="104" y="38"/>
                  </a:cubicBezTo>
                  <a:cubicBezTo>
                    <a:pt x="105" y="39"/>
                    <a:pt x="105" y="40"/>
                    <a:pt x="104" y="41"/>
                  </a:cubicBezTo>
                  <a:close/>
                  <a:moveTo>
                    <a:pt x="104" y="41"/>
                  </a:moveTo>
                  <a:cubicBezTo>
                    <a:pt x="104" y="41"/>
                    <a:pt x="104" y="41"/>
                    <a:pt x="104" y="41"/>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4" name="Freeform 94"/>
            <p:cNvSpPr>
              <a:spLocks noEditPoints="1"/>
            </p:cNvSpPr>
            <p:nvPr/>
          </p:nvSpPr>
          <p:spPr bwMode="auto">
            <a:xfrm>
              <a:off x="8939213" y="2084388"/>
              <a:ext cx="55563" cy="57150"/>
            </a:xfrm>
            <a:custGeom>
              <a:avLst/>
              <a:gdLst/>
              <a:ahLst/>
              <a:cxnLst>
                <a:cxn ang="0">
                  <a:pos x="10" y="19"/>
                </a:cxn>
                <a:cxn ang="0">
                  <a:pos x="19" y="10"/>
                </a:cxn>
                <a:cxn ang="0">
                  <a:pos x="10" y="0"/>
                </a:cxn>
                <a:cxn ang="0">
                  <a:pos x="0" y="10"/>
                </a:cxn>
                <a:cxn ang="0">
                  <a:pos x="10" y="19"/>
                </a:cxn>
                <a:cxn ang="0">
                  <a:pos x="10" y="4"/>
                </a:cxn>
                <a:cxn ang="0">
                  <a:pos x="16" y="10"/>
                </a:cxn>
                <a:cxn ang="0">
                  <a:pos x="10" y="16"/>
                </a:cxn>
                <a:cxn ang="0">
                  <a:pos x="4" y="10"/>
                </a:cxn>
                <a:cxn ang="0">
                  <a:pos x="10" y="4"/>
                </a:cxn>
                <a:cxn ang="0">
                  <a:pos x="10" y="4"/>
                </a:cxn>
                <a:cxn ang="0">
                  <a:pos x="10" y="4"/>
                </a:cxn>
              </a:cxnLst>
              <a:rect l="0" t="0" r="r" b="b"/>
              <a:pathLst>
                <a:path w="19" h="19">
                  <a:moveTo>
                    <a:pt x="10" y="19"/>
                  </a:moveTo>
                  <a:cubicBezTo>
                    <a:pt x="15" y="19"/>
                    <a:pt x="19" y="15"/>
                    <a:pt x="19" y="10"/>
                  </a:cubicBezTo>
                  <a:cubicBezTo>
                    <a:pt x="19" y="5"/>
                    <a:pt x="15" y="0"/>
                    <a:pt x="10" y="0"/>
                  </a:cubicBezTo>
                  <a:cubicBezTo>
                    <a:pt x="5" y="0"/>
                    <a:pt x="0" y="5"/>
                    <a:pt x="0" y="10"/>
                  </a:cubicBezTo>
                  <a:cubicBezTo>
                    <a:pt x="0" y="15"/>
                    <a:pt x="5" y="19"/>
                    <a:pt x="10" y="19"/>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moveTo>
                    <a:pt x="10" y="4"/>
                  </a:moveTo>
                  <a:cubicBezTo>
                    <a:pt x="10" y="4"/>
                    <a:pt x="10" y="4"/>
                    <a:pt x="10" y="4"/>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5" name="Freeform 95"/>
            <p:cNvSpPr>
              <a:spLocks noEditPoints="1"/>
            </p:cNvSpPr>
            <p:nvPr/>
          </p:nvSpPr>
          <p:spPr bwMode="auto">
            <a:xfrm>
              <a:off x="9085263" y="1906588"/>
              <a:ext cx="55563" cy="55563"/>
            </a:xfrm>
            <a:custGeom>
              <a:avLst/>
              <a:gdLst/>
              <a:ahLst/>
              <a:cxnLst>
                <a:cxn ang="0">
                  <a:pos x="10" y="0"/>
                </a:cxn>
                <a:cxn ang="0">
                  <a:pos x="0" y="9"/>
                </a:cxn>
                <a:cxn ang="0">
                  <a:pos x="10" y="19"/>
                </a:cxn>
                <a:cxn ang="0">
                  <a:pos x="19" y="9"/>
                </a:cxn>
                <a:cxn ang="0">
                  <a:pos x="10" y="0"/>
                </a:cxn>
                <a:cxn ang="0">
                  <a:pos x="10" y="15"/>
                </a:cxn>
                <a:cxn ang="0">
                  <a:pos x="4" y="9"/>
                </a:cxn>
                <a:cxn ang="0">
                  <a:pos x="10" y="4"/>
                </a:cxn>
                <a:cxn ang="0">
                  <a:pos x="16" y="9"/>
                </a:cxn>
                <a:cxn ang="0">
                  <a:pos x="10" y="15"/>
                </a:cxn>
                <a:cxn ang="0">
                  <a:pos x="10" y="15"/>
                </a:cxn>
                <a:cxn ang="0">
                  <a:pos x="10" y="15"/>
                </a:cxn>
              </a:cxnLst>
              <a:rect l="0" t="0" r="r" b="b"/>
              <a:pathLst>
                <a:path w="19" h="19">
                  <a:moveTo>
                    <a:pt x="10" y="0"/>
                  </a:moveTo>
                  <a:cubicBezTo>
                    <a:pt x="4" y="0"/>
                    <a:pt x="0" y="4"/>
                    <a:pt x="0" y="9"/>
                  </a:cubicBezTo>
                  <a:cubicBezTo>
                    <a:pt x="0" y="15"/>
                    <a:pt x="4" y="19"/>
                    <a:pt x="10" y="19"/>
                  </a:cubicBezTo>
                  <a:cubicBezTo>
                    <a:pt x="15" y="19"/>
                    <a:pt x="19" y="15"/>
                    <a:pt x="19" y="9"/>
                  </a:cubicBezTo>
                  <a:cubicBezTo>
                    <a:pt x="19" y="4"/>
                    <a:pt x="15" y="0"/>
                    <a:pt x="10" y="0"/>
                  </a:cubicBezTo>
                  <a:close/>
                  <a:moveTo>
                    <a:pt x="10" y="15"/>
                  </a:moveTo>
                  <a:cubicBezTo>
                    <a:pt x="7" y="15"/>
                    <a:pt x="4" y="13"/>
                    <a:pt x="4" y="9"/>
                  </a:cubicBezTo>
                  <a:cubicBezTo>
                    <a:pt x="4" y="6"/>
                    <a:pt x="7" y="4"/>
                    <a:pt x="10" y="4"/>
                  </a:cubicBezTo>
                  <a:cubicBezTo>
                    <a:pt x="13" y="4"/>
                    <a:pt x="16" y="6"/>
                    <a:pt x="16" y="9"/>
                  </a:cubicBezTo>
                  <a:cubicBezTo>
                    <a:pt x="16" y="13"/>
                    <a:pt x="13" y="15"/>
                    <a:pt x="10" y="15"/>
                  </a:cubicBezTo>
                  <a:close/>
                  <a:moveTo>
                    <a:pt x="10" y="15"/>
                  </a:moveTo>
                  <a:cubicBezTo>
                    <a:pt x="10" y="15"/>
                    <a:pt x="10" y="15"/>
                    <a:pt x="10" y="15"/>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6" name="Freeform 96"/>
            <p:cNvSpPr>
              <a:spLocks noEditPoints="1"/>
            </p:cNvSpPr>
            <p:nvPr/>
          </p:nvSpPr>
          <p:spPr bwMode="auto">
            <a:xfrm>
              <a:off x="8872538" y="2073276"/>
              <a:ext cx="46038" cy="47625"/>
            </a:xfrm>
            <a:custGeom>
              <a:avLst/>
              <a:gdLst/>
              <a:ahLst/>
              <a:cxnLst>
                <a:cxn ang="0">
                  <a:pos x="0" y="8"/>
                </a:cxn>
                <a:cxn ang="0">
                  <a:pos x="8" y="16"/>
                </a:cxn>
                <a:cxn ang="0">
                  <a:pos x="16" y="8"/>
                </a:cxn>
                <a:cxn ang="0">
                  <a:pos x="8" y="0"/>
                </a:cxn>
                <a:cxn ang="0">
                  <a:pos x="0" y="8"/>
                </a:cxn>
                <a:cxn ang="0">
                  <a:pos x="8" y="4"/>
                </a:cxn>
                <a:cxn ang="0">
                  <a:pos x="12" y="8"/>
                </a:cxn>
                <a:cxn ang="0">
                  <a:pos x="8" y="12"/>
                </a:cxn>
                <a:cxn ang="0">
                  <a:pos x="4" y="8"/>
                </a:cxn>
                <a:cxn ang="0">
                  <a:pos x="8" y="4"/>
                </a:cxn>
                <a:cxn ang="0">
                  <a:pos x="8" y="4"/>
                </a:cxn>
                <a:cxn ang="0">
                  <a:pos x="8" y="4"/>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moveTo>
                    <a:pt x="8" y="4"/>
                  </a:moveTo>
                  <a:cubicBezTo>
                    <a:pt x="8" y="4"/>
                    <a:pt x="8" y="4"/>
                    <a:pt x="8" y="4"/>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7" name="Freeform 97"/>
            <p:cNvSpPr>
              <a:spLocks noEditPoints="1"/>
            </p:cNvSpPr>
            <p:nvPr/>
          </p:nvSpPr>
          <p:spPr bwMode="auto">
            <a:xfrm>
              <a:off x="8918575" y="2152651"/>
              <a:ext cx="20638" cy="23813"/>
            </a:xfrm>
            <a:custGeom>
              <a:avLst/>
              <a:gdLst/>
              <a:ahLst/>
              <a:cxnLst>
                <a:cxn ang="0">
                  <a:pos x="7" y="4"/>
                </a:cxn>
                <a:cxn ang="0">
                  <a:pos x="3" y="8"/>
                </a:cxn>
                <a:cxn ang="0">
                  <a:pos x="0" y="4"/>
                </a:cxn>
                <a:cxn ang="0">
                  <a:pos x="3" y="0"/>
                </a:cxn>
                <a:cxn ang="0">
                  <a:pos x="7" y="4"/>
                </a:cxn>
                <a:cxn ang="0">
                  <a:pos x="7" y="4"/>
                </a:cxn>
                <a:cxn ang="0">
                  <a:pos x="7" y="4"/>
                </a:cxn>
              </a:cxnLst>
              <a:rect l="0" t="0" r="r" b="b"/>
              <a:pathLst>
                <a:path w="7" h="8">
                  <a:moveTo>
                    <a:pt x="7" y="4"/>
                  </a:moveTo>
                  <a:cubicBezTo>
                    <a:pt x="7" y="6"/>
                    <a:pt x="6" y="8"/>
                    <a:pt x="3" y="8"/>
                  </a:cubicBezTo>
                  <a:cubicBezTo>
                    <a:pt x="1" y="8"/>
                    <a:pt x="0" y="6"/>
                    <a:pt x="0" y="4"/>
                  </a:cubicBezTo>
                  <a:cubicBezTo>
                    <a:pt x="0" y="2"/>
                    <a:pt x="1" y="0"/>
                    <a:pt x="3"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8" name="Freeform 98"/>
            <p:cNvSpPr>
              <a:spLocks noEditPoints="1"/>
            </p:cNvSpPr>
            <p:nvPr/>
          </p:nvSpPr>
          <p:spPr bwMode="auto">
            <a:xfrm>
              <a:off x="9096375" y="1985963"/>
              <a:ext cx="23813" cy="20638"/>
            </a:xfrm>
            <a:custGeom>
              <a:avLst/>
              <a:gdLst/>
              <a:ahLst/>
              <a:cxnLst>
                <a:cxn ang="0">
                  <a:pos x="8" y="4"/>
                </a:cxn>
                <a:cxn ang="0">
                  <a:pos x="4" y="7"/>
                </a:cxn>
                <a:cxn ang="0">
                  <a:pos x="0" y="4"/>
                </a:cxn>
                <a:cxn ang="0">
                  <a:pos x="4" y="0"/>
                </a:cxn>
                <a:cxn ang="0">
                  <a:pos x="8" y="4"/>
                </a:cxn>
                <a:cxn ang="0">
                  <a:pos x="8" y="4"/>
                </a:cxn>
                <a:cxn ang="0">
                  <a:pos x="8" y="4"/>
                </a:cxn>
              </a:cxnLst>
              <a:rect l="0" t="0" r="r" b="b"/>
              <a:pathLst>
                <a:path w="8" h="7">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19" name="Freeform 131"/>
          <p:cNvSpPr>
            <a:spLocks noEditPoints="1"/>
          </p:cNvSpPr>
          <p:nvPr/>
        </p:nvSpPr>
        <p:spPr bwMode="auto">
          <a:xfrm rot="21224036">
            <a:off x="7328281" y="2018702"/>
            <a:ext cx="586901" cy="430388"/>
          </a:xfrm>
          <a:custGeom>
            <a:avLst/>
            <a:gdLst/>
            <a:ahLst/>
            <a:cxnLst>
              <a:cxn ang="0">
                <a:pos x="111" y="0"/>
              </a:cxn>
              <a:cxn ang="0">
                <a:pos x="12" y="0"/>
              </a:cxn>
              <a:cxn ang="0">
                <a:pos x="0" y="12"/>
              </a:cxn>
              <a:cxn ang="0">
                <a:pos x="0" y="88"/>
              </a:cxn>
              <a:cxn ang="0">
                <a:pos x="12" y="100"/>
              </a:cxn>
              <a:cxn ang="0">
                <a:pos x="50" y="100"/>
              </a:cxn>
              <a:cxn ang="0">
                <a:pos x="50" y="104"/>
              </a:cxn>
              <a:cxn ang="0">
                <a:pos x="26" y="108"/>
              </a:cxn>
              <a:cxn ang="0">
                <a:pos x="23" y="111"/>
              </a:cxn>
              <a:cxn ang="0">
                <a:pos x="27" y="115"/>
              </a:cxn>
              <a:cxn ang="0">
                <a:pos x="96" y="115"/>
              </a:cxn>
              <a:cxn ang="0">
                <a:pos x="100" y="111"/>
              </a:cxn>
              <a:cxn ang="0">
                <a:pos x="97" y="108"/>
              </a:cxn>
              <a:cxn ang="0">
                <a:pos x="73" y="104"/>
              </a:cxn>
              <a:cxn ang="0">
                <a:pos x="73" y="100"/>
              </a:cxn>
              <a:cxn ang="0">
                <a:pos x="111" y="100"/>
              </a:cxn>
              <a:cxn ang="0">
                <a:pos x="123" y="88"/>
              </a:cxn>
              <a:cxn ang="0">
                <a:pos x="123" y="12"/>
              </a:cxn>
              <a:cxn ang="0">
                <a:pos x="111" y="0"/>
              </a:cxn>
              <a:cxn ang="0">
                <a:pos x="115" y="88"/>
              </a:cxn>
              <a:cxn ang="0">
                <a:pos x="111" y="92"/>
              </a:cxn>
              <a:cxn ang="0">
                <a:pos x="12" y="92"/>
              </a:cxn>
              <a:cxn ang="0">
                <a:pos x="8" y="88"/>
              </a:cxn>
              <a:cxn ang="0">
                <a:pos x="8" y="12"/>
              </a:cxn>
              <a:cxn ang="0">
                <a:pos x="12" y="8"/>
              </a:cxn>
              <a:cxn ang="0">
                <a:pos x="111" y="8"/>
              </a:cxn>
              <a:cxn ang="0">
                <a:pos x="115" y="12"/>
              </a:cxn>
              <a:cxn ang="0">
                <a:pos x="115" y="88"/>
              </a:cxn>
              <a:cxn ang="0">
                <a:pos x="104" y="15"/>
              </a:cxn>
              <a:cxn ang="0">
                <a:pos x="19" y="15"/>
              </a:cxn>
              <a:cxn ang="0">
                <a:pos x="16" y="19"/>
              </a:cxn>
              <a:cxn ang="0">
                <a:pos x="16" y="73"/>
              </a:cxn>
              <a:cxn ang="0">
                <a:pos x="19" y="77"/>
              </a:cxn>
              <a:cxn ang="0">
                <a:pos x="104" y="77"/>
              </a:cxn>
              <a:cxn ang="0">
                <a:pos x="108" y="73"/>
              </a:cxn>
              <a:cxn ang="0">
                <a:pos x="108" y="19"/>
              </a:cxn>
              <a:cxn ang="0">
                <a:pos x="104" y="15"/>
              </a:cxn>
              <a:cxn ang="0">
                <a:pos x="104" y="73"/>
              </a:cxn>
              <a:cxn ang="0">
                <a:pos x="19" y="73"/>
              </a:cxn>
              <a:cxn ang="0">
                <a:pos x="19" y="19"/>
              </a:cxn>
              <a:cxn ang="0">
                <a:pos x="104" y="19"/>
              </a:cxn>
              <a:cxn ang="0">
                <a:pos x="104" y="73"/>
              </a:cxn>
              <a:cxn ang="0">
                <a:pos x="104" y="73"/>
              </a:cxn>
              <a:cxn ang="0">
                <a:pos x="104" y="73"/>
              </a:cxn>
            </a:cxnLst>
            <a:rect l="0" t="0" r="r" b="b"/>
            <a:pathLst>
              <a:path w="123" h="115">
                <a:moveTo>
                  <a:pt x="111" y="0"/>
                </a:moveTo>
                <a:cubicBezTo>
                  <a:pt x="12" y="0"/>
                  <a:pt x="12" y="0"/>
                  <a:pt x="12" y="0"/>
                </a:cubicBezTo>
                <a:cubicBezTo>
                  <a:pt x="5" y="0"/>
                  <a:pt x="0" y="5"/>
                  <a:pt x="0" y="12"/>
                </a:cubicBezTo>
                <a:cubicBezTo>
                  <a:pt x="0" y="88"/>
                  <a:pt x="0" y="88"/>
                  <a:pt x="0" y="88"/>
                </a:cubicBezTo>
                <a:cubicBezTo>
                  <a:pt x="0" y="95"/>
                  <a:pt x="5" y="100"/>
                  <a:pt x="12" y="100"/>
                </a:cubicBezTo>
                <a:cubicBezTo>
                  <a:pt x="50" y="100"/>
                  <a:pt x="50" y="100"/>
                  <a:pt x="50" y="100"/>
                </a:cubicBezTo>
                <a:cubicBezTo>
                  <a:pt x="50" y="104"/>
                  <a:pt x="50" y="104"/>
                  <a:pt x="50" y="104"/>
                </a:cubicBezTo>
                <a:cubicBezTo>
                  <a:pt x="26" y="108"/>
                  <a:pt x="26" y="108"/>
                  <a:pt x="26" y="108"/>
                </a:cubicBezTo>
                <a:cubicBezTo>
                  <a:pt x="24" y="108"/>
                  <a:pt x="23" y="109"/>
                  <a:pt x="23" y="111"/>
                </a:cubicBezTo>
                <a:cubicBezTo>
                  <a:pt x="23" y="113"/>
                  <a:pt x="25" y="115"/>
                  <a:pt x="27" y="115"/>
                </a:cubicBezTo>
                <a:cubicBezTo>
                  <a:pt x="96" y="115"/>
                  <a:pt x="96" y="115"/>
                  <a:pt x="96" y="115"/>
                </a:cubicBezTo>
                <a:cubicBezTo>
                  <a:pt x="98" y="115"/>
                  <a:pt x="100" y="113"/>
                  <a:pt x="100" y="111"/>
                </a:cubicBezTo>
                <a:cubicBezTo>
                  <a:pt x="100" y="109"/>
                  <a:pt x="99" y="108"/>
                  <a:pt x="97" y="108"/>
                </a:cubicBezTo>
                <a:cubicBezTo>
                  <a:pt x="73" y="104"/>
                  <a:pt x="73" y="104"/>
                  <a:pt x="73" y="104"/>
                </a:cubicBezTo>
                <a:cubicBezTo>
                  <a:pt x="73" y="100"/>
                  <a:pt x="73" y="100"/>
                  <a:pt x="73" y="100"/>
                </a:cubicBezTo>
                <a:cubicBezTo>
                  <a:pt x="111" y="100"/>
                  <a:pt x="111" y="100"/>
                  <a:pt x="111" y="100"/>
                </a:cubicBezTo>
                <a:cubicBezTo>
                  <a:pt x="118" y="100"/>
                  <a:pt x="123" y="95"/>
                  <a:pt x="123" y="88"/>
                </a:cubicBezTo>
                <a:cubicBezTo>
                  <a:pt x="123" y="12"/>
                  <a:pt x="123" y="12"/>
                  <a:pt x="123" y="12"/>
                </a:cubicBezTo>
                <a:cubicBezTo>
                  <a:pt x="123" y="5"/>
                  <a:pt x="118" y="0"/>
                  <a:pt x="111" y="0"/>
                </a:cubicBezTo>
                <a:close/>
                <a:moveTo>
                  <a:pt x="115" y="88"/>
                </a:moveTo>
                <a:cubicBezTo>
                  <a:pt x="115" y="90"/>
                  <a:pt x="114" y="92"/>
                  <a:pt x="111" y="92"/>
                </a:cubicBezTo>
                <a:cubicBezTo>
                  <a:pt x="12" y="92"/>
                  <a:pt x="12" y="92"/>
                  <a:pt x="12" y="92"/>
                </a:cubicBezTo>
                <a:cubicBezTo>
                  <a:pt x="10" y="92"/>
                  <a:pt x="8" y="90"/>
                  <a:pt x="8" y="88"/>
                </a:cubicBezTo>
                <a:cubicBezTo>
                  <a:pt x="8" y="12"/>
                  <a:pt x="8" y="12"/>
                  <a:pt x="8" y="12"/>
                </a:cubicBezTo>
                <a:cubicBezTo>
                  <a:pt x="8" y="9"/>
                  <a:pt x="10" y="8"/>
                  <a:pt x="12" y="8"/>
                </a:cubicBezTo>
                <a:cubicBezTo>
                  <a:pt x="111" y="8"/>
                  <a:pt x="111" y="8"/>
                  <a:pt x="111" y="8"/>
                </a:cubicBezTo>
                <a:cubicBezTo>
                  <a:pt x="114" y="8"/>
                  <a:pt x="115" y="9"/>
                  <a:pt x="115" y="12"/>
                </a:cubicBezTo>
                <a:lnTo>
                  <a:pt x="115" y="88"/>
                </a:lnTo>
                <a:close/>
                <a:moveTo>
                  <a:pt x="104" y="15"/>
                </a:moveTo>
                <a:cubicBezTo>
                  <a:pt x="19" y="15"/>
                  <a:pt x="19" y="15"/>
                  <a:pt x="19" y="15"/>
                </a:cubicBezTo>
                <a:cubicBezTo>
                  <a:pt x="17" y="15"/>
                  <a:pt x="16" y="17"/>
                  <a:pt x="16" y="19"/>
                </a:cubicBezTo>
                <a:cubicBezTo>
                  <a:pt x="16" y="73"/>
                  <a:pt x="16" y="73"/>
                  <a:pt x="16" y="73"/>
                </a:cubicBezTo>
                <a:cubicBezTo>
                  <a:pt x="16" y="75"/>
                  <a:pt x="17" y="77"/>
                  <a:pt x="19" y="77"/>
                </a:cubicBezTo>
                <a:cubicBezTo>
                  <a:pt x="104" y="77"/>
                  <a:pt x="104" y="77"/>
                  <a:pt x="104" y="77"/>
                </a:cubicBezTo>
                <a:cubicBezTo>
                  <a:pt x="106" y="77"/>
                  <a:pt x="108" y="75"/>
                  <a:pt x="108" y="73"/>
                </a:cubicBezTo>
                <a:cubicBezTo>
                  <a:pt x="108" y="19"/>
                  <a:pt x="108" y="19"/>
                  <a:pt x="108" y="19"/>
                </a:cubicBezTo>
                <a:cubicBezTo>
                  <a:pt x="108" y="17"/>
                  <a:pt x="106" y="15"/>
                  <a:pt x="104" y="15"/>
                </a:cubicBezTo>
                <a:close/>
                <a:moveTo>
                  <a:pt x="104" y="73"/>
                </a:moveTo>
                <a:cubicBezTo>
                  <a:pt x="19" y="73"/>
                  <a:pt x="19" y="73"/>
                  <a:pt x="19" y="73"/>
                </a:cubicBezTo>
                <a:cubicBezTo>
                  <a:pt x="19" y="19"/>
                  <a:pt x="19" y="19"/>
                  <a:pt x="19" y="19"/>
                </a:cubicBezTo>
                <a:cubicBezTo>
                  <a:pt x="104" y="19"/>
                  <a:pt x="104" y="19"/>
                  <a:pt x="104" y="19"/>
                </a:cubicBezTo>
                <a:lnTo>
                  <a:pt x="104" y="73"/>
                </a:lnTo>
                <a:close/>
                <a:moveTo>
                  <a:pt x="104" y="73"/>
                </a:moveTo>
                <a:cubicBezTo>
                  <a:pt x="104" y="73"/>
                  <a:pt x="104" y="73"/>
                  <a:pt x="104" y="73"/>
                </a:cubicBezTo>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9" name="Footer Text"/>
          <p:cNvSpPr txBox="1"/>
          <p:nvPr/>
        </p:nvSpPr>
        <p:spPr>
          <a:xfrm rot="962990">
            <a:off x="2720458" y="3095641"/>
            <a:ext cx="2309585" cy="2154436"/>
          </a:xfrm>
          <a:prstGeom prst="rect">
            <a:avLst/>
          </a:prstGeom>
          <a:noFill/>
        </p:spPr>
        <p:txBody>
          <a:bodyPr wrap="square" lIns="0" tIns="0" rIns="0" bIns="0" rtlCol="0">
            <a:spAutoFit/>
          </a:bodyPr>
          <a:lstStyle/>
          <a:p>
            <a:pPr algn="ctr" defTabSz="1375467" rtl="1" fontAlgn="auto">
              <a:spcBef>
                <a:spcPts val="0"/>
              </a:spcBef>
              <a:spcAft>
                <a:spcPts val="0"/>
              </a:spcAft>
            </a:pPr>
            <a:r>
              <a:rPr lang="ar-SA" sz="2800" b="1" dirty="0" smtClean="0">
                <a:solidFill>
                  <a:srgbClr val="FFFFFF"/>
                </a:solidFill>
                <a:latin typeface="Roboto Condensed"/>
                <a:cs typeface="Simplified Arabic" panose="02020603050405020304" pitchFamily="18" charset="-78"/>
              </a:rPr>
              <a:t>نظام </a:t>
            </a:r>
            <a:r>
              <a:rPr lang="ar-SA" sz="2800" b="1" dirty="0">
                <a:solidFill>
                  <a:srgbClr val="FFFFFF"/>
                </a:solidFill>
                <a:latin typeface="Roboto Condensed"/>
                <a:cs typeface="Simplified Arabic" panose="02020603050405020304" pitchFamily="18" charset="-78"/>
              </a:rPr>
              <a:t>الصور المتعددة في صفحة واحدة وكل صورة توضح الخطوة القادمة</a:t>
            </a:r>
            <a:endParaRPr lang="en-US" sz="2800" dirty="0">
              <a:solidFill>
                <a:srgbClr val="FFFFFF"/>
              </a:solidFill>
              <a:latin typeface="Roboto Condensed"/>
              <a:cs typeface="Simplified Arabic" panose="02020603050405020304" pitchFamily="18" charset="-78"/>
            </a:endParaRPr>
          </a:p>
        </p:txBody>
      </p:sp>
      <p:sp>
        <p:nvSpPr>
          <p:cNvPr id="40" name="Footer Text"/>
          <p:cNvSpPr txBox="1"/>
          <p:nvPr/>
        </p:nvSpPr>
        <p:spPr>
          <a:xfrm rot="21161602">
            <a:off x="6505370" y="2586601"/>
            <a:ext cx="2610085" cy="3016210"/>
          </a:xfrm>
          <a:prstGeom prst="rect">
            <a:avLst/>
          </a:prstGeom>
          <a:noFill/>
        </p:spPr>
        <p:txBody>
          <a:bodyPr wrap="square" lIns="0" tIns="0" rIns="0" bIns="0" rtlCol="0">
            <a:spAutoFit/>
          </a:bodyPr>
          <a:lstStyle/>
          <a:p>
            <a:pPr algn="ctr" defTabSz="1375467" rtl="1" fontAlgn="auto">
              <a:spcBef>
                <a:spcPts val="0"/>
              </a:spcBef>
              <a:spcAft>
                <a:spcPts val="0"/>
              </a:spcAft>
            </a:pPr>
            <a:r>
              <a:rPr lang="ar-SA" sz="2800" b="1" dirty="0" smtClean="0">
                <a:solidFill>
                  <a:srgbClr val="FFFFFF"/>
                </a:solidFill>
                <a:latin typeface="Roboto Condensed"/>
                <a:cs typeface="Simplified Arabic" panose="02020603050405020304" pitchFamily="18" charset="-78"/>
              </a:rPr>
              <a:t>صفوف وأعمدة </a:t>
            </a:r>
            <a:r>
              <a:rPr lang="ar-SA" sz="2800" b="1" dirty="0">
                <a:solidFill>
                  <a:srgbClr val="FFFFFF"/>
                </a:solidFill>
                <a:latin typeface="Roboto Condensed"/>
                <a:cs typeface="Simplified Arabic" panose="02020603050405020304" pitchFamily="18" charset="-78"/>
              </a:rPr>
              <a:t>بحيث يكون في كل صف صورة وتعليق عليها، وهناك نظام الكتاب حيث أن كل صفحة تحوي صورة تحكي الخطوة القادمة.</a:t>
            </a:r>
            <a:endParaRPr lang="en-US" sz="2800" dirty="0">
              <a:solidFill>
                <a:srgbClr val="FFFFFF"/>
              </a:solidFill>
              <a:latin typeface="Roboto Condensed"/>
              <a:cs typeface="Simplified Arabic" panose="02020603050405020304" pitchFamily="18" charset="-78"/>
            </a:endParaRPr>
          </a:p>
        </p:txBody>
      </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144346874"/>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9"/>
                                        </p:tgtEl>
                                        <p:attrNameLst>
                                          <p:attrName>style.visibility</p:attrName>
                                        </p:attrNameLst>
                                      </p:cBhvr>
                                      <p:to>
                                        <p:strVal val="visible"/>
                                      </p:to>
                                    </p:set>
                                    <p:animEffect transition="in" filter="fade">
                                      <p:cBhvr>
                                        <p:cTn id="18" dur="1000"/>
                                        <p:tgtEl>
                                          <p:spTgt spid="39"/>
                                        </p:tgtEl>
                                      </p:cBhvr>
                                    </p:animEffect>
                                  </p:childTnLst>
                                </p:cTn>
                              </p:par>
                            </p:childTnLst>
                          </p:cTn>
                        </p:par>
                        <p:par>
                          <p:cTn id="19" fill="hold">
                            <p:stCondLst>
                              <p:cond delay="1500"/>
                            </p:stCondLst>
                            <p:childTnLst>
                              <p:par>
                                <p:cTn id="20" presetID="53" presetClass="entr" presetSubtype="0" fill="hold" grpId="0" nodeType="after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p:cTn id="22" dur="500" fill="hold"/>
                                        <p:tgtEl>
                                          <p:spTgt spid="9"/>
                                        </p:tgtEl>
                                        <p:attrNameLst>
                                          <p:attrName>ppt_w</p:attrName>
                                        </p:attrNameLst>
                                      </p:cBhvr>
                                      <p:tavLst>
                                        <p:tav tm="0">
                                          <p:val>
                                            <p:fltVal val="0"/>
                                          </p:val>
                                        </p:tav>
                                        <p:tav tm="100000">
                                          <p:val>
                                            <p:strVal val="#ppt_w"/>
                                          </p:val>
                                        </p:tav>
                                      </p:tavLst>
                                    </p:anim>
                                    <p:anim calcmode="lin" valueType="num">
                                      <p:cBhvr>
                                        <p:cTn id="23" dur="500" fill="hold"/>
                                        <p:tgtEl>
                                          <p:spTgt spid="9"/>
                                        </p:tgtEl>
                                        <p:attrNameLst>
                                          <p:attrName>ppt_h</p:attrName>
                                        </p:attrNameLst>
                                      </p:cBhvr>
                                      <p:tavLst>
                                        <p:tav tm="0">
                                          <p:val>
                                            <p:fltVal val="0"/>
                                          </p:val>
                                        </p:tav>
                                        <p:tav tm="100000">
                                          <p:val>
                                            <p:strVal val="#ppt_h"/>
                                          </p:val>
                                        </p:tav>
                                      </p:tavLst>
                                    </p:anim>
                                    <p:animEffect transition="in" filter="fade">
                                      <p:cBhvr>
                                        <p:cTn id="24" dur="500"/>
                                        <p:tgtEl>
                                          <p:spTgt spid="9"/>
                                        </p:tgtEl>
                                      </p:cBhvr>
                                    </p:animEffect>
                                  </p:childTnLst>
                                </p:cTn>
                              </p:par>
                            </p:childTnLst>
                          </p:cTn>
                        </p:par>
                        <p:par>
                          <p:cTn id="25" fill="hold">
                            <p:stCondLst>
                              <p:cond delay="2000"/>
                            </p:stCondLst>
                            <p:childTnLst>
                              <p:par>
                                <p:cTn id="26" presetID="53" presetClass="entr" presetSubtype="0" fill="hold" grpId="0" nodeType="afterEffect">
                                  <p:stCondLst>
                                    <p:cond delay="0"/>
                                  </p:stCondLst>
                                  <p:childTnLst>
                                    <p:set>
                                      <p:cBhvr>
                                        <p:cTn id="27" dur="1" fill="hold">
                                          <p:stCondLst>
                                            <p:cond delay="0"/>
                                          </p:stCondLst>
                                        </p:cTn>
                                        <p:tgtEl>
                                          <p:spTgt spid="19"/>
                                        </p:tgtEl>
                                        <p:attrNameLst>
                                          <p:attrName>style.visibility</p:attrName>
                                        </p:attrNameLst>
                                      </p:cBhvr>
                                      <p:to>
                                        <p:strVal val="visible"/>
                                      </p:to>
                                    </p:set>
                                    <p:anim calcmode="lin" valueType="num">
                                      <p:cBhvr>
                                        <p:cTn id="28" dur="500" fill="hold"/>
                                        <p:tgtEl>
                                          <p:spTgt spid="19"/>
                                        </p:tgtEl>
                                        <p:attrNameLst>
                                          <p:attrName>ppt_w</p:attrName>
                                        </p:attrNameLst>
                                      </p:cBhvr>
                                      <p:tavLst>
                                        <p:tav tm="0">
                                          <p:val>
                                            <p:fltVal val="0"/>
                                          </p:val>
                                        </p:tav>
                                        <p:tav tm="100000">
                                          <p:val>
                                            <p:strVal val="#ppt_w"/>
                                          </p:val>
                                        </p:tav>
                                      </p:tavLst>
                                    </p:anim>
                                    <p:anim calcmode="lin" valueType="num">
                                      <p:cBhvr>
                                        <p:cTn id="29" dur="500" fill="hold"/>
                                        <p:tgtEl>
                                          <p:spTgt spid="19"/>
                                        </p:tgtEl>
                                        <p:attrNameLst>
                                          <p:attrName>ppt_h</p:attrName>
                                        </p:attrNameLst>
                                      </p:cBhvr>
                                      <p:tavLst>
                                        <p:tav tm="0">
                                          <p:val>
                                            <p:fltVal val="0"/>
                                          </p:val>
                                        </p:tav>
                                        <p:tav tm="100000">
                                          <p:val>
                                            <p:strVal val="#ppt_h"/>
                                          </p:val>
                                        </p:tav>
                                      </p:tavLst>
                                    </p:anim>
                                    <p:animEffect transition="in" filter="fade">
                                      <p:cBhvr>
                                        <p:cTn id="30" dur="500"/>
                                        <p:tgtEl>
                                          <p:spTgt spid="19"/>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40"/>
                                        </p:tgtEl>
                                        <p:attrNameLst>
                                          <p:attrName>style.visibility</p:attrName>
                                        </p:attrNameLst>
                                      </p:cBhvr>
                                      <p:to>
                                        <p:strVal val="visible"/>
                                      </p:to>
                                    </p:set>
                                    <p:animEffect transition="in" filter="fade">
                                      <p:cBhvr>
                                        <p:cTn id="33" dur="10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animBg="1"/>
      <p:bldP spid="19" grpId="0" animBg="1"/>
      <p:bldP spid="39" grpId="0"/>
      <p:bldP spid="40" grpId="0"/>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6086669" y="987211"/>
            <a:ext cx="6526306" cy="2822938"/>
          </a:xfrm>
          <a:prstGeom prst="hexagon">
            <a:avLst/>
          </a:prstGeom>
          <a:solidFill>
            <a:srgbClr val="0160A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6568751" y="1901793"/>
            <a:ext cx="5623249" cy="646331"/>
          </a:xfrm>
          <a:prstGeom prst="rect">
            <a:avLst/>
          </a:prstGeom>
          <a:noFill/>
        </p:spPr>
        <p:txBody>
          <a:bodyPr wrap="square" rtlCol="0">
            <a:spAutoFit/>
          </a:bodyPr>
          <a:lstStyle/>
          <a:p>
            <a:pPr algn="ctr" rtl="1" fontAlgn="auto">
              <a:spcBef>
                <a:spcPts val="0"/>
              </a:spcBef>
              <a:spcAft>
                <a:spcPts val="0"/>
              </a:spcAft>
            </a:pPr>
            <a:r>
              <a:rPr lang="ar-AE" sz="3600" b="1" u="sng" dirty="0">
                <a:solidFill>
                  <a:prstClr val="white"/>
                </a:solidFill>
                <a:cs typeface="Simplified Arabic" panose="02020603050405020304" pitchFamily="18" charset="-78"/>
              </a:rPr>
              <a:t>‌ه-	انفوغرافيك	</a:t>
            </a:r>
            <a:r>
              <a:rPr lang="en-US" sz="3600" b="1" u="sng" dirty="0" smtClean="0">
                <a:solidFill>
                  <a:prstClr val="white"/>
                </a:solidFill>
                <a:cs typeface="Simplified Arabic" panose="02020603050405020304" pitchFamily="18" charset="-78"/>
              </a:rPr>
              <a:t>Infograp</a:t>
            </a:r>
            <a:r>
              <a:rPr lang="en-US" sz="3600" b="1" u="sng" dirty="0">
                <a:solidFill>
                  <a:prstClr val="white"/>
                </a:solidFill>
                <a:cs typeface="Simplified Arabic" panose="02020603050405020304" pitchFamily="18" charset="-78"/>
              </a:rPr>
              <a:t>h</a:t>
            </a:r>
            <a:r>
              <a:rPr lang="en-US" sz="3600" b="1" u="sng" dirty="0" smtClean="0">
                <a:solidFill>
                  <a:prstClr val="white"/>
                </a:solidFill>
                <a:cs typeface="Simplified Arabic" panose="02020603050405020304" pitchFamily="18" charset="-78"/>
              </a:rPr>
              <a:t>ic </a:t>
            </a:r>
            <a:endParaRPr lang="en-US" sz="3600" u="sng"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6" name="Rectangle 45"/>
          <p:cNvSpPr/>
          <p:nvPr/>
        </p:nvSpPr>
        <p:spPr>
          <a:xfrm>
            <a:off x="373224" y="4928538"/>
            <a:ext cx="11426891" cy="954107"/>
          </a:xfrm>
          <a:prstGeom prst="rect">
            <a:avLst/>
          </a:prstGeom>
        </p:spPr>
        <p:txBody>
          <a:bodyPr wrap="square">
            <a:spAutoFit/>
          </a:bodyPr>
          <a:lstStyle/>
          <a:p>
            <a:pPr algn="ctr" rtl="1" fontAlgn="auto">
              <a:spcBef>
                <a:spcPts val="0"/>
              </a:spcBef>
              <a:spcAft>
                <a:spcPts val="0"/>
              </a:spcAft>
            </a:pPr>
            <a:r>
              <a:rPr lang="ar-SA" sz="2800" b="1" dirty="0">
                <a:solidFill>
                  <a:prstClr val="black"/>
                </a:solidFill>
                <a:cs typeface="Simplified Arabic" panose="02020603050405020304" pitchFamily="18" charset="-78"/>
              </a:rPr>
              <a:t>يقصد بالانفوجرافيك </a:t>
            </a:r>
            <a:r>
              <a:rPr lang="en-US" sz="2800" b="1" dirty="0" smtClean="0">
                <a:solidFill>
                  <a:prstClr val="black"/>
                </a:solidFill>
                <a:cs typeface="Simplified Arabic" panose="02020603050405020304" pitchFamily="18" charset="-78"/>
              </a:rPr>
              <a:t> Infographic  </a:t>
            </a:r>
            <a:r>
              <a:rPr lang="ar-SA" sz="2800" b="1" dirty="0" smtClean="0">
                <a:solidFill>
                  <a:prstClr val="black"/>
                </a:solidFill>
                <a:cs typeface="Simplified Arabic" panose="02020603050405020304" pitchFamily="18" charset="-78"/>
              </a:rPr>
              <a:t>أي </a:t>
            </a:r>
            <a:r>
              <a:rPr lang="ar-SA" sz="2800" b="1" dirty="0">
                <a:solidFill>
                  <a:prstClr val="black"/>
                </a:solidFill>
                <a:cs typeface="Simplified Arabic" panose="02020603050405020304" pitchFamily="18" charset="-78"/>
              </a:rPr>
              <a:t>البيانات التصويرية التفاعلية بأنه "فن إيصال المعلومة بالصور والرموز عوضاً عن الفيديو أو الكتابة".</a:t>
            </a:r>
            <a:endParaRPr lang="en-US" sz="2800" b="1" dirty="0">
              <a:solidFill>
                <a:prstClr val="black"/>
              </a:solidFill>
              <a:latin typeface="Calibri" panose="020F0502020204030204"/>
              <a:cs typeface="Simplified Arabic" panose="02020603050405020304" pitchFamily="18" charset="-78"/>
            </a:endParaRPr>
          </a:p>
        </p:txBody>
      </p:sp>
      <p:sp>
        <p:nvSpPr>
          <p:cNvPr id="2" name="Rectangle 1"/>
          <p:cNvSpPr/>
          <p:nvPr/>
        </p:nvSpPr>
        <p:spPr>
          <a:xfrm>
            <a:off x="7624029" y="4060792"/>
            <a:ext cx="3451586" cy="584775"/>
          </a:xfrm>
          <a:prstGeom prst="rect">
            <a:avLst/>
          </a:prstGeom>
        </p:spPr>
        <p:txBody>
          <a:bodyPr wrap="none">
            <a:spAutoFit/>
          </a:bodyPr>
          <a:lstStyle/>
          <a:p>
            <a:pPr algn="justLow" rtl="1">
              <a:spcBef>
                <a:spcPts val="0"/>
              </a:spcBef>
              <a:spcAft>
                <a:spcPts val="0"/>
              </a:spcAft>
              <a:tabLst>
                <a:tab pos="228600" algn="l"/>
              </a:tabLst>
            </a:pPr>
            <a:r>
              <a:rPr lang="ar-SA" sz="3200" b="1" u="sng" dirty="0">
                <a:solidFill>
                  <a:srgbClr val="FF0000"/>
                </a:solidFill>
                <a:latin typeface="Arial Unicode MS"/>
                <a:cs typeface="Simplified Arabic"/>
              </a:rPr>
              <a:t>ماذا نقصد بالانفوغرافيك؟</a:t>
            </a:r>
            <a:endParaRPr lang="en-US" sz="3200" u="sng" dirty="0">
              <a:solidFill>
                <a:srgbClr val="FF0000"/>
              </a:solidFill>
              <a:latin typeface="Arial Unicode MS"/>
              <a:cs typeface="Helvetica"/>
            </a:endParaRPr>
          </a:p>
        </p:txBody>
      </p:sp>
      <p:grpSp>
        <p:nvGrpSpPr>
          <p:cNvPr id="8" name="Group 7"/>
          <p:cNvGrpSpPr/>
          <p:nvPr/>
        </p:nvGrpSpPr>
        <p:grpSpPr>
          <a:xfrm>
            <a:off x="1127884" y="2572334"/>
            <a:ext cx="3154540" cy="1488458"/>
            <a:chOff x="6724539" y="1872152"/>
            <a:chExt cx="2057954" cy="967954"/>
          </a:xfrm>
        </p:grpSpPr>
        <p:sp>
          <p:nvSpPr>
            <p:cNvPr id="9" name="Freeform 8"/>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sp>
          <p:nvSpPr>
            <p:cNvPr id="10" name="Oval 9"/>
            <p:cNvSpPr>
              <a:spLocks noChangeArrowheads="1"/>
            </p:cNvSpPr>
            <p:nvPr/>
          </p:nvSpPr>
          <p:spPr bwMode="auto">
            <a:xfrm>
              <a:off x="6724539" y="1872152"/>
              <a:ext cx="2057954" cy="578367"/>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sp>
          <p:nvSpPr>
            <p:cNvPr id="11" name="Oval 17"/>
            <p:cNvSpPr>
              <a:spLocks noChangeArrowheads="1"/>
            </p:cNvSpPr>
            <p:nvPr/>
          </p:nvSpPr>
          <p:spPr bwMode="auto">
            <a:xfrm>
              <a:off x="7207013" y="2117595"/>
              <a:ext cx="1093006" cy="220044"/>
            </a:xfrm>
            <a:prstGeom prst="ellipse">
              <a:avLst/>
            </a:pr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grpSp>
      <p:grpSp>
        <p:nvGrpSpPr>
          <p:cNvPr id="12" name="Group 11"/>
          <p:cNvGrpSpPr/>
          <p:nvPr/>
        </p:nvGrpSpPr>
        <p:grpSpPr>
          <a:xfrm>
            <a:off x="1361718" y="1921537"/>
            <a:ext cx="2776029" cy="1309858"/>
            <a:chOff x="6724539" y="1872152"/>
            <a:chExt cx="2057954" cy="967954"/>
          </a:xfrm>
        </p:grpSpPr>
        <p:sp>
          <p:nvSpPr>
            <p:cNvPr id="13" name="Freeform 5"/>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sp>
          <p:nvSpPr>
            <p:cNvPr id="14" name="Oval 13"/>
            <p:cNvSpPr>
              <a:spLocks noChangeArrowheads="1"/>
            </p:cNvSpPr>
            <p:nvPr/>
          </p:nvSpPr>
          <p:spPr bwMode="auto">
            <a:xfrm>
              <a:off x="6724539" y="1872152"/>
              <a:ext cx="2057954" cy="578367"/>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sp>
          <p:nvSpPr>
            <p:cNvPr id="15" name="Oval 14"/>
            <p:cNvSpPr>
              <a:spLocks noChangeArrowheads="1"/>
            </p:cNvSpPr>
            <p:nvPr/>
          </p:nvSpPr>
          <p:spPr bwMode="auto">
            <a:xfrm>
              <a:off x="7207013" y="2117595"/>
              <a:ext cx="1093006" cy="220044"/>
            </a:xfrm>
            <a:prstGeom prst="ellipse">
              <a:avLst/>
            </a:pr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grpSp>
      <p:grpSp>
        <p:nvGrpSpPr>
          <p:cNvPr id="16" name="Group 15"/>
          <p:cNvGrpSpPr/>
          <p:nvPr/>
        </p:nvGrpSpPr>
        <p:grpSpPr>
          <a:xfrm>
            <a:off x="1595553" y="1274112"/>
            <a:ext cx="2454381" cy="1158090"/>
            <a:chOff x="6724539" y="1872152"/>
            <a:chExt cx="2057954" cy="967954"/>
          </a:xfrm>
        </p:grpSpPr>
        <p:sp>
          <p:nvSpPr>
            <p:cNvPr id="17" name="Freeform 5"/>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sp>
          <p:nvSpPr>
            <p:cNvPr id="18" name="Oval 9"/>
            <p:cNvSpPr>
              <a:spLocks noChangeArrowheads="1"/>
            </p:cNvSpPr>
            <p:nvPr/>
          </p:nvSpPr>
          <p:spPr bwMode="auto">
            <a:xfrm>
              <a:off x="6724539" y="1872152"/>
              <a:ext cx="2057954" cy="578367"/>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sp>
          <p:nvSpPr>
            <p:cNvPr id="19" name="Oval 17"/>
            <p:cNvSpPr>
              <a:spLocks noChangeArrowheads="1"/>
            </p:cNvSpPr>
            <p:nvPr/>
          </p:nvSpPr>
          <p:spPr bwMode="auto">
            <a:xfrm>
              <a:off x="7207013" y="2117595"/>
              <a:ext cx="1093006" cy="220044"/>
            </a:xfrm>
            <a:prstGeom prst="ellipse">
              <a:avLst/>
            </a:pr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grpSp>
      <p:grpSp>
        <p:nvGrpSpPr>
          <p:cNvPr id="20" name="Group 19"/>
          <p:cNvGrpSpPr/>
          <p:nvPr/>
        </p:nvGrpSpPr>
        <p:grpSpPr>
          <a:xfrm>
            <a:off x="1808373" y="777919"/>
            <a:ext cx="2099048" cy="990428"/>
            <a:chOff x="4955522" y="1819842"/>
            <a:chExt cx="2514366" cy="1182626"/>
          </a:xfrm>
        </p:grpSpPr>
        <p:grpSp>
          <p:nvGrpSpPr>
            <p:cNvPr id="21" name="Group 20"/>
            <p:cNvGrpSpPr/>
            <p:nvPr/>
          </p:nvGrpSpPr>
          <p:grpSpPr>
            <a:xfrm>
              <a:off x="4955522" y="1819842"/>
              <a:ext cx="2514366" cy="1182626"/>
              <a:chOff x="7064781" y="1349909"/>
              <a:chExt cx="2057954" cy="967954"/>
            </a:xfrm>
          </p:grpSpPr>
          <p:sp>
            <p:nvSpPr>
              <p:cNvPr id="23" name="Freeform 5"/>
              <p:cNvSpPr>
                <a:spLocks/>
              </p:cNvSpPr>
              <p:nvPr/>
            </p:nvSpPr>
            <p:spPr bwMode="auto">
              <a:xfrm>
                <a:off x="7064781" y="1639093"/>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sp>
            <p:nvSpPr>
              <p:cNvPr id="24" name="Oval 9"/>
              <p:cNvSpPr>
                <a:spLocks noChangeArrowheads="1"/>
              </p:cNvSpPr>
              <p:nvPr/>
            </p:nvSpPr>
            <p:spPr bwMode="auto">
              <a:xfrm>
                <a:off x="7064781" y="1349909"/>
                <a:ext cx="2057954" cy="578367"/>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grpSp>
        <p:sp>
          <p:nvSpPr>
            <p:cNvPr id="22" name="Oval 21"/>
            <p:cNvSpPr>
              <a:spLocks noChangeArrowheads="1"/>
            </p:cNvSpPr>
            <p:nvPr/>
          </p:nvSpPr>
          <p:spPr bwMode="auto">
            <a:xfrm>
              <a:off x="5431967" y="2012041"/>
              <a:ext cx="1561475" cy="314356"/>
            </a:xfrm>
            <a:prstGeom prst="ellipse">
              <a:avLst/>
            </a:pr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gr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75593895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46"/>
                                        </p:tgtEl>
                                        <p:attrNameLst>
                                          <p:attrName>style.visibility</p:attrName>
                                        </p:attrNameLst>
                                      </p:cBhvr>
                                      <p:to>
                                        <p:strVal val="visible"/>
                                      </p:to>
                                    </p:set>
                                    <p:animEffect transition="in" filter="fade">
                                      <p:cBhvr>
                                        <p:cTn id="18" dur="500"/>
                                        <p:tgtEl>
                                          <p:spTgt spid="46"/>
                                        </p:tgtEl>
                                      </p:cBhvr>
                                    </p:animEffect>
                                  </p:childTnLst>
                                </p:cTn>
                              </p:par>
                            </p:childTnLst>
                          </p:cTn>
                        </p:par>
                        <p:par>
                          <p:cTn id="19" fill="hold">
                            <p:stCondLst>
                              <p:cond delay="1500"/>
                            </p:stCondLst>
                            <p:childTnLst>
                              <p:par>
                                <p:cTn id="20" presetID="42" presetClass="entr" presetSubtype="0" fill="hold" nodeType="after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750"/>
                                        <p:tgtEl>
                                          <p:spTgt spid="16"/>
                                        </p:tgtEl>
                                      </p:cBhvr>
                                    </p:animEffect>
                                    <p:anim calcmode="lin" valueType="num">
                                      <p:cBhvr>
                                        <p:cTn id="23" dur="750" fill="hold"/>
                                        <p:tgtEl>
                                          <p:spTgt spid="16"/>
                                        </p:tgtEl>
                                        <p:attrNameLst>
                                          <p:attrName>ppt_x</p:attrName>
                                        </p:attrNameLst>
                                      </p:cBhvr>
                                      <p:tavLst>
                                        <p:tav tm="0">
                                          <p:val>
                                            <p:strVal val="#ppt_x"/>
                                          </p:val>
                                        </p:tav>
                                        <p:tav tm="100000">
                                          <p:val>
                                            <p:strVal val="#ppt_x"/>
                                          </p:val>
                                        </p:tav>
                                      </p:tavLst>
                                    </p:anim>
                                    <p:anim calcmode="lin" valueType="num">
                                      <p:cBhvr>
                                        <p:cTn id="24" dur="750" fill="hold"/>
                                        <p:tgtEl>
                                          <p:spTgt spid="16"/>
                                        </p:tgtEl>
                                        <p:attrNameLst>
                                          <p:attrName>ppt_y</p:attrName>
                                        </p:attrNameLst>
                                      </p:cBhvr>
                                      <p:tavLst>
                                        <p:tav tm="0">
                                          <p:val>
                                            <p:strVal val="#ppt_y+.1"/>
                                          </p:val>
                                        </p:tav>
                                        <p:tav tm="100000">
                                          <p:val>
                                            <p:strVal val="#ppt_y"/>
                                          </p:val>
                                        </p:tav>
                                      </p:tavLst>
                                    </p:anim>
                                  </p:childTnLst>
                                </p:cTn>
                              </p:par>
                            </p:childTnLst>
                          </p:cTn>
                        </p:par>
                        <p:par>
                          <p:cTn id="25" fill="hold">
                            <p:stCondLst>
                              <p:cond delay="2250"/>
                            </p:stCondLst>
                            <p:childTnLst>
                              <p:par>
                                <p:cTn id="26" presetID="42" presetClass="entr" presetSubtype="0" fill="hold" nodeType="after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750"/>
                                        <p:tgtEl>
                                          <p:spTgt spid="12"/>
                                        </p:tgtEl>
                                      </p:cBhvr>
                                    </p:animEffect>
                                    <p:anim calcmode="lin" valueType="num">
                                      <p:cBhvr>
                                        <p:cTn id="29" dur="750" fill="hold"/>
                                        <p:tgtEl>
                                          <p:spTgt spid="12"/>
                                        </p:tgtEl>
                                        <p:attrNameLst>
                                          <p:attrName>ppt_x</p:attrName>
                                        </p:attrNameLst>
                                      </p:cBhvr>
                                      <p:tavLst>
                                        <p:tav tm="0">
                                          <p:val>
                                            <p:strVal val="#ppt_x"/>
                                          </p:val>
                                        </p:tav>
                                        <p:tav tm="100000">
                                          <p:val>
                                            <p:strVal val="#ppt_x"/>
                                          </p:val>
                                        </p:tav>
                                      </p:tavLst>
                                    </p:anim>
                                    <p:anim calcmode="lin" valueType="num">
                                      <p:cBhvr>
                                        <p:cTn id="30" dur="750" fill="hold"/>
                                        <p:tgtEl>
                                          <p:spTgt spid="12"/>
                                        </p:tgtEl>
                                        <p:attrNameLst>
                                          <p:attrName>ppt_y</p:attrName>
                                        </p:attrNameLst>
                                      </p:cBhvr>
                                      <p:tavLst>
                                        <p:tav tm="0">
                                          <p:val>
                                            <p:strVal val="#ppt_y+.1"/>
                                          </p:val>
                                        </p:tav>
                                        <p:tav tm="100000">
                                          <p:val>
                                            <p:strVal val="#ppt_y"/>
                                          </p:val>
                                        </p:tav>
                                      </p:tavLst>
                                    </p:anim>
                                  </p:childTnLst>
                                </p:cTn>
                              </p:par>
                            </p:childTnLst>
                          </p:cTn>
                        </p:par>
                        <p:par>
                          <p:cTn id="31" fill="hold">
                            <p:stCondLst>
                              <p:cond delay="3000"/>
                            </p:stCondLst>
                            <p:childTnLst>
                              <p:par>
                                <p:cTn id="32" presetID="42" presetClass="entr" presetSubtype="0" fill="hold" nodeType="after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fade">
                                      <p:cBhvr>
                                        <p:cTn id="34" dur="750"/>
                                        <p:tgtEl>
                                          <p:spTgt spid="8"/>
                                        </p:tgtEl>
                                      </p:cBhvr>
                                    </p:animEffect>
                                    <p:anim calcmode="lin" valueType="num">
                                      <p:cBhvr>
                                        <p:cTn id="35" dur="750" fill="hold"/>
                                        <p:tgtEl>
                                          <p:spTgt spid="8"/>
                                        </p:tgtEl>
                                        <p:attrNameLst>
                                          <p:attrName>ppt_x</p:attrName>
                                        </p:attrNameLst>
                                      </p:cBhvr>
                                      <p:tavLst>
                                        <p:tav tm="0">
                                          <p:val>
                                            <p:strVal val="#ppt_x"/>
                                          </p:val>
                                        </p:tav>
                                        <p:tav tm="100000">
                                          <p:val>
                                            <p:strVal val="#ppt_x"/>
                                          </p:val>
                                        </p:tav>
                                      </p:tavLst>
                                    </p:anim>
                                    <p:anim calcmode="lin" valueType="num">
                                      <p:cBhvr>
                                        <p:cTn id="36" dur="75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46" grpId="0"/>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olded Corner 5"/>
          <p:cNvSpPr/>
          <p:nvPr/>
        </p:nvSpPr>
        <p:spPr>
          <a:xfrm rot="937026">
            <a:off x="1020042" y="1699135"/>
            <a:ext cx="2844071" cy="3555089"/>
          </a:xfrm>
          <a:prstGeom prst="foldedCorne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7" name="Title 6"/>
          <p:cNvSpPr>
            <a:spLocks noGrp="1"/>
          </p:cNvSpPr>
          <p:nvPr>
            <p:ph type="title"/>
          </p:nvPr>
        </p:nvSpPr>
        <p:spPr/>
        <p:txBody>
          <a:bodyPr/>
          <a:lstStyle/>
          <a:p>
            <a:pPr rtl="1"/>
            <a:r>
              <a:rPr lang="ar-SA" u="sng" dirty="0">
                <a:solidFill>
                  <a:srgbClr val="4472C4"/>
                </a:solidFill>
              </a:rPr>
              <a:t>1-	تطوره التاريخي</a:t>
            </a:r>
            <a:endParaRPr lang="en-US" u="sng" dirty="0">
              <a:solidFill>
                <a:srgbClr val="4472C4"/>
              </a:solidFill>
            </a:endParaRPr>
          </a:p>
        </p:txBody>
      </p:sp>
      <p:sp>
        <p:nvSpPr>
          <p:cNvPr id="9" name="Folded Corner 8"/>
          <p:cNvSpPr/>
          <p:nvPr/>
        </p:nvSpPr>
        <p:spPr>
          <a:xfrm rot="21224833">
            <a:off x="3626251" y="2714345"/>
            <a:ext cx="2438400" cy="3048000"/>
          </a:xfrm>
          <a:prstGeom prst="foldedCorne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0" name="Folded Corner 9"/>
          <p:cNvSpPr/>
          <p:nvPr/>
        </p:nvSpPr>
        <p:spPr>
          <a:xfrm rot="1162294">
            <a:off x="5669471" y="1741797"/>
            <a:ext cx="3032446" cy="3790557"/>
          </a:xfrm>
          <a:prstGeom prst="foldedCorner">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1" name="Folded Corner 10"/>
          <p:cNvSpPr/>
          <p:nvPr/>
        </p:nvSpPr>
        <p:spPr>
          <a:xfrm rot="20299846">
            <a:off x="9002796" y="2551125"/>
            <a:ext cx="2732074" cy="3415093"/>
          </a:xfrm>
          <a:prstGeom prst="foldedCorner">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9" name="Footer Text"/>
          <p:cNvSpPr txBox="1"/>
          <p:nvPr/>
        </p:nvSpPr>
        <p:spPr>
          <a:xfrm rot="962990">
            <a:off x="1177907" y="1999352"/>
            <a:ext cx="2309585" cy="2954655"/>
          </a:xfrm>
          <a:prstGeom prst="rect">
            <a:avLst/>
          </a:prstGeom>
          <a:noFill/>
        </p:spPr>
        <p:txBody>
          <a:bodyPr wrap="square" lIns="0" tIns="0" rIns="0" bIns="0" rtlCol="0">
            <a:spAutoFit/>
          </a:bodyPr>
          <a:lstStyle/>
          <a:p>
            <a:pPr algn="ctr" defTabSz="1375467" rtl="1" fontAlgn="auto">
              <a:spcBef>
                <a:spcPts val="0"/>
              </a:spcBef>
              <a:spcAft>
                <a:spcPts val="0"/>
              </a:spcAft>
            </a:pPr>
            <a:r>
              <a:rPr lang="ar-SA" sz="2400" b="1" dirty="0" smtClean="0">
                <a:solidFill>
                  <a:srgbClr val="FFFFFF"/>
                </a:solidFill>
                <a:latin typeface="Roboto Condensed"/>
                <a:cs typeface="Simplified Arabic" panose="02020603050405020304" pitchFamily="18" charset="-78"/>
              </a:rPr>
              <a:t>في </a:t>
            </a:r>
            <a:r>
              <a:rPr lang="ar-SA" sz="2400" b="1" dirty="0">
                <a:solidFill>
                  <a:srgbClr val="FFFFFF"/>
                </a:solidFill>
                <a:latin typeface="Roboto Condensed"/>
                <a:cs typeface="Simplified Arabic" panose="02020603050405020304" pitchFamily="18" charset="-78"/>
              </a:rPr>
              <a:t>العام 7500 قبل الميلاد، حيث كان الإنسان الأول ينقش الرموز والصور على جدران الكهوف كنوع من المحاكاة ولحفظ التاريخ للأجيال القادمة عبر العصور</a:t>
            </a:r>
            <a:endParaRPr lang="en-US" sz="2400" dirty="0">
              <a:solidFill>
                <a:srgbClr val="FFFFFF"/>
              </a:solidFill>
              <a:latin typeface="Roboto Condensed"/>
              <a:cs typeface="Simplified Arabic" panose="02020603050405020304" pitchFamily="18" charset="-78"/>
            </a:endParaRPr>
          </a:p>
        </p:txBody>
      </p:sp>
      <p:sp>
        <p:nvSpPr>
          <p:cNvPr id="40" name="Footer Text"/>
          <p:cNvSpPr txBox="1"/>
          <p:nvPr/>
        </p:nvSpPr>
        <p:spPr>
          <a:xfrm rot="21161602">
            <a:off x="3811650" y="3164360"/>
            <a:ext cx="1708661" cy="1107996"/>
          </a:xfrm>
          <a:prstGeom prst="rect">
            <a:avLst/>
          </a:prstGeom>
          <a:noFill/>
        </p:spPr>
        <p:txBody>
          <a:bodyPr wrap="square" lIns="0" tIns="0" rIns="0" bIns="0" rtlCol="0">
            <a:spAutoFit/>
          </a:bodyPr>
          <a:lstStyle/>
          <a:p>
            <a:pPr algn="ctr" defTabSz="1375467" rtl="1" fontAlgn="auto">
              <a:spcBef>
                <a:spcPts val="0"/>
              </a:spcBef>
              <a:spcAft>
                <a:spcPts val="0"/>
              </a:spcAft>
            </a:pPr>
            <a:r>
              <a:rPr lang="ar-SA" sz="2400" b="1" dirty="0" smtClean="0">
                <a:solidFill>
                  <a:srgbClr val="FFFFFF"/>
                </a:solidFill>
                <a:latin typeface="Roboto Condensed"/>
                <a:cs typeface="Simplified Arabic" panose="02020603050405020304" pitchFamily="18" charset="-78"/>
              </a:rPr>
              <a:t>في </a:t>
            </a:r>
            <a:r>
              <a:rPr lang="ar-SA" sz="2400" b="1" dirty="0">
                <a:solidFill>
                  <a:srgbClr val="FFFFFF"/>
                </a:solidFill>
                <a:latin typeface="Roboto Condensed"/>
                <a:cs typeface="Simplified Arabic" panose="02020603050405020304" pitchFamily="18" charset="-78"/>
              </a:rPr>
              <a:t>عام 1786، تم اكتشاف أول انفوجرافيك</a:t>
            </a:r>
            <a:endParaRPr lang="en-US" sz="2400" dirty="0">
              <a:solidFill>
                <a:srgbClr val="FFFFFF"/>
              </a:solidFill>
              <a:latin typeface="Roboto Condensed"/>
              <a:cs typeface="Simplified Arabic" panose="02020603050405020304" pitchFamily="18" charset="-78"/>
            </a:endParaRPr>
          </a:p>
        </p:txBody>
      </p:sp>
      <p:sp>
        <p:nvSpPr>
          <p:cNvPr id="41" name="Footer Text"/>
          <p:cNvSpPr txBox="1"/>
          <p:nvPr/>
        </p:nvSpPr>
        <p:spPr>
          <a:xfrm rot="1154971">
            <a:off x="5933963" y="2185881"/>
            <a:ext cx="2309585" cy="2954655"/>
          </a:xfrm>
          <a:prstGeom prst="rect">
            <a:avLst/>
          </a:prstGeom>
          <a:noFill/>
        </p:spPr>
        <p:txBody>
          <a:bodyPr wrap="square" lIns="0" tIns="0" rIns="0" bIns="0" rtlCol="0">
            <a:spAutoFit/>
          </a:bodyPr>
          <a:lstStyle/>
          <a:p>
            <a:pPr algn="ctr" defTabSz="1375467" rtl="1" fontAlgn="auto">
              <a:spcBef>
                <a:spcPts val="0"/>
              </a:spcBef>
              <a:spcAft>
                <a:spcPts val="0"/>
              </a:spcAft>
            </a:pPr>
            <a:r>
              <a:rPr lang="ar-SA" sz="2400" b="1" dirty="0" smtClean="0">
                <a:solidFill>
                  <a:srgbClr val="FFFFFF"/>
                </a:solidFill>
                <a:latin typeface="Roboto Condensed"/>
                <a:cs typeface="Simplified Arabic" panose="02020603050405020304" pitchFamily="18" charset="-78"/>
              </a:rPr>
              <a:t>بين </a:t>
            </a:r>
            <a:r>
              <a:rPr lang="ar-SA" sz="2400" b="1" dirty="0">
                <a:solidFill>
                  <a:srgbClr val="FFFFFF"/>
                </a:solidFill>
                <a:latin typeface="Roboto Condensed"/>
                <a:cs typeface="Simplified Arabic" panose="02020603050405020304" pitchFamily="18" charset="-78"/>
              </a:rPr>
              <a:t>عامي 2005 وعام 2006 عاد الانفوجرافيك للظهور في عصر التقانة مع بداية ولادة وسائل التواصل الاجتماعي لتظهر فقط 5 صور انفوجرافيك</a:t>
            </a:r>
            <a:endParaRPr lang="en-US" sz="2400" dirty="0">
              <a:solidFill>
                <a:srgbClr val="FFFFFF"/>
              </a:solidFill>
              <a:latin typeface="Roboto Condensed"/>
              <a:cs typeface="Simplified Arabic" panose="02020603050405020304" pitchFamily="18" charset="-78"/>
            </a:endParaRPr>
          </a:p>
        </p:txBody>
      </p:sp>
      <p:sp>
        <p:nvSpPr>
          <p:cNvPr id="42" name="Footer Text"/>
          <p:cNvSpPr txBox="1"/>
          <p:nvPr/>
        </p:nvSpPr>
        <p:spPr>
          <a:xfrm rot="20208093">
            <a:off x="9200517" y="3312106"/>
            <a:ext cx="2206380" cy="1846659"/>
          </a:xfrm>
          <a:prstGeom prst="rect">
            <a:avLst/>
          </a:prstGeom>
          <a:noFill/>
        </p:spPr>
        <p:txBody>
          <a:bodyPr wrap="square" lIns="0" tIns="0" rIns="0" bIns="0" rtlCol="0">
            <a:spAutoFit/>
          </a:bodyPr>
          <a:lstStyle/>
          <a:p>
            <a:pPr algn="ctr" defTabSz="1375467" rtl="1" fontAlgn="auto">
              <a:spcBef>
                <a:spcPts val="0"/>
              </a:spcBef>
              <a:spcAft>
                <a:spcPts val="0"/>
              </a:spcAft>
            </a:pPr>
            <a:r>
              <a:rPr lang="ar-SA" sz="2400" b="1" dirty="0" smtClean="0">
                <a:solidFill>
                  <a:srgbClr val="FFFFFF"/>
                </a:solidFill>
                <a:latin typeface="Roboto Condensed"/>
                <a:cs typeface="Simplified Arabic" panose="02020603050405020304" pitchFamily="18" charset="-78"/>
              </a:rPr>
              <a:t>في </a:t>
            </a:r>
            <a:r>
              <a:rPr lang="ar-SA" sz="2400" b="1" dirty="0">
                <a:solidFill>
                  <a:srgbClr val="FFFFFF"/>
                </a:solidFill>
                <a:latin typeface="Roboto Condensed"/>
                <a:cs typeface="Simplified Arabic" panose="02020603050405020304" pitchFamily="18" charset="-78"/>
              </a:rPr>
              <a:t>عام 2011، تطور الانفوجرافيك حتى انتشر وقفز بشكل سريع إلى 2000.000 صورة</a:t>
            </a:r>
            <a:endParaRPr lang="en-US" sz="2400" dirty="0">
              <a:solidFill>
                <a:srgbClr val="FFFFFF"/>
              </a:solidFill>
              <a:latin typeface="Roboto Condensed"/>
              <a:cs typeface="Simplified Arabic" panose="02020603050405020304" pitchFamily="18" charset="-78"/>
            </a:endParaRPr>
          </a:p>
        </p:txBody>
      </p:sp>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45790032"/>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fade">
                                      <p:cBhvr>
                                        <p:cTn id="12" dur="1000"/>
                                        <p:tgtEl>
                                          <p:spTgt spid="39"/>
                                        </p:tgtEl>
                                      </p:cBhvr>
                                    </p:animEffect>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 calcmode="lin" valueType="num">
                                      <p:cBhvr>
                                        <p:cTn id="16" dur="500" fill="hold"/>
                                        <p:tgtEl>
                                          <p:spTgt spid="9"/>
                                        </p:tgtEl>
                                        <p:attrNameLst>
                                          <p:attrName>ppt_w</p:attrName>
                                        </p:attrNameLst>
                                      </p:cBhvr>
                                      <p:tavLst>
                                        <p:tav tm="0">
                                          <p:val>
                                            <p:fltVal val="0"/>
                                          </p:val>
                                        </p:tav>
                                        <p:tav tm="100000">
                                          <p:val>
                                            <p:strVal val="#ppt_w"/>
                                          </p:val>
                                        </p:tav>
                                      </p:tavLst>
                                    </p:anim>
                                    <p:anim calcmode="lin" valueType="num">
                                      <p:cBhvr>
                                        <p:cTn id="17" dur="500" fill="hold"/>
                                        <p:tgtEl>
                                          <p:spTgt spid="9"/>
                                        </p:tgtEl>
                                        <p:attrNameLst>
                                          <p:attrName>ppt_h</p:attrName>
                                        </p:attrNameLst>
                                      </p:cBhvr>
                                      <p:tavLst>
                                        <p:tav tm="0">
                                          <p:val>
                                            <p:fltVal val="0"/>
                                          </p:val>
                                        </p:tav>
                                        <p:tav tm="100000">
                                          <p:val>
                                            <p:strVal val="#ppt_h"/>
                                          </p:val>
                                        </p:tav>
                                      </p:tavLst>
                                    </p:anim>
                                    <p:animEffect transition="in" filter="fade">
                                      <p:cBhvr>
                                        <p:cTn id="18" dur="500"/>
                                        <p:tgtEl>
                                          <p:spTgt spid="9"/>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40"/>
                                        </p:tgtEl>
                                        <p:attrNameLst>
                                          <p:attrName>style.visibility</p:attrName>
                                        </p:attrNameLst>
                                      </p:cBhvr>
                                      <p:to>
                                        <p:strVal val="visible"/>
                                      </p:to>
                                    </p:set>
                                    <p:animEffect transition="in" filter="fade">
                                      <p:cBhvr>
                                        <p:cTn id="21" dur="1000"/>
                                        <p:tgtEl>
                                          <p:spTgt spid="40"/>
                                        </p:tgtEl>
                                      </p:cBhvr>
                                    </p:animEffect>
                                  </p:childTnLst>
                                </p:cTn>
                              </p:par>
                            </p:childTnLst>
                          </p:cTn>
                        </p:par>
                        <p:par>
                          <p:cTn id="22" fill="hold">
                            <p:stCondLst>
                              <p:cond delay="2000"/>
                            </p:stCondLst>
                            <p:childTnLst>
                              <p:par>
                                <p:cTn id="23" presetID="53" presetClass="entr" presetSubtype="0" fill="hold" grpId="0" nodeType="afterEffect">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cBhvr>
                                        <p:cTn id="25" dur="500" fill="hold"/>
                                        <p:tgtEl>
                                          <p:spTgt spid="10"/>
                                        </p:tgtEl>
                                        <p:attrNameLst>
                                          <p:attrName>ppt_w</p:attrName>
                                        </p:attrNameLst>
                                      </p:cBhvr>
                                      <p:tavLst>
                                        <p:tav tm="0">
                                          <p:val>
                                            <p:fltVal val="0"/>
                                          </p:val>
                                        </p:tav>
                                        <p:tav tm="100000">
                                          <p:val>
                                            <p:strVal val="#ppt_w"/>
                                          </p:val>
                                        </p:tav>
                                      </p:tavLst>
                                    </p:anim>
                                    <p:anim calcmode="lin" valueType="num">
                                      <p:cBhvr>
                                        <p:cTn id="26" dur="500" fill="hold"/>
                                        <p:tgtEl>
                                          <p:spTgt spid="10"/>
                                        </p:tgtEl>
                                        <p:attrNameLst>
                                          <p:attrName>ppt_h</p:attrName>
                                        </p:attrNameLst>
                                      </p:cBhvr>
                                      <p:tavLst>
                                        <p:tav tm="0">
                                          <p:val>
                                            <p:fltVal val="0"/>
                                          </p:val>
                                        </p:tav>
                                        <p:tav tm="100000">
                                          <p:val>
                                            <p:strVal val="#ppt_h"/>
                                          </p:val>
                                        </p:tav>
                                      </p:tavLst>
                                    </p:anim>
                                    <p:animEffect transition="in" filter="fade">
                                      <p:cBhvr>
                                        <p:cTn id="27" dur="500"/>
                                        <p:tgtEl>
                                          <p:spTgt spid="10"/>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41"/>
                                        </p:tgtEl>
                                        <p:attrNameLst>
                                          <p:attrName>style.visibility</p:attrName>
                                        </p:attrNameLst>
                                      </p:cBhvr>
                                      <p:to>
                                        <p:strVal val="visible"/>
                                      </p:to>
                                    </p:set>
                                    <p:animEffect transition="in" filter="fade">
                                      <p:cBhvr>
                                        <p:cTn id="30" dur="1000"/>
                                        <p:tgtEl>
                                          <p:spTgt spid="41"/>
                                        </p:tgtEl>
                                      </p:cBhvr>
                                    </p:animEffect>
                                  </p:childTnLst>
                                </p:cTn>
                              </p:par>
                            </p:childTnLst>
                          </p:cTn>
                        </p:par>
                        <p:par>
                          <p:cTn id="31" fill="hold">
                            <p:stCondLst>
                              <p:cond delay="3000"/>
                            </p:stCondLst>
                            <p:childTnLst>
                              <p:par>
                                <p:cTn id="32" presetID="53" presetClass="entr" presetSubtype="0" fill="hold" grpId="0" nodeType="after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p:cTn id="34" dur="500" fill="hold"/>
                                        <p:tgtEl>
                                          <p:spTgt spid="11"/>
                                        </p:tgtEl>
                                        <p:attrNameLst>
                                          <p:attrName>ppt_w</p:attrName>
                                        </p:attrNameLst>
                                      </p:cBhvr>
                                      <p:tavLst>
                                        <p:tav tm="0">
                                          <p:val>
                                            <p:fltVal val="0"/>
                                          </p:val>
                                        </p:tav>
                                        <p:tav tm="100000">
                                          <p:val>
                                            <p:strVal val="#ppt_w"/>
                                          </p:val>
                                        </p:tav>
                                      </p:tavLst>
                                    </p:anim>
                                    <p:anim calcmode="lin" valueType="num">
                                      <p:cBhvr>
                                        <p:cTn id="35" dur="500" fill="hold"/>
                                        <p:tgtEl>
                                          <p:spTgt spid="11"/>
                                        </p:tgtEl>
                                        <p:attrNameLst>
                                          <p:attrName>ppt_h</p:attrName>
                                        </p:attrNameLst>
                                      </p:cBhvr>
                                      <p:tavLst>
                                        <p:tav tm="0">
                                          <p:val>
                                            <p:fltVal val="0"/>
                                          </p:val>
                                        </p:tav>
                                        <p:tav tm="100000">
                                          <p:val>
                                            <p:strVal val="#ppt_h"/>
                                          </p:val>
                                        </p:tav>
                                      </p:tavLst>
                                    </p:anim>
                                    <p:animEffect transition="in" filter="fade">
                                      <p:cBhvr>
                                        <p:cTn id="36" dur="500"/>
                                        <p:tgtEl>
                                          <p:spTgt spid="11"/>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10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animBg="1"/>
      <p:bldP spid="10" grpId="0" animBg="1"/>
      <p:bldP spid="11" grpId="0" animBg="1"/>
      <p:bldP spid="39" grpId="0"/>
      <p:bldP spid="40" grpId="0"/>
      <p:bldP spid="41" grpId="0"/>
      <p:bldP spid="42" grpId="0"/>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255182" y="2150655"/>
            <a:ext cx="5678696" cy="2691010"/>
          </a:xfrm>
        </p:spPr>
        <p:txBody>
          <a:bodyPr>
            <a:normAutofit/>
          </a:bodyPr>
          <a:lstStyle/>
          <a:p>
            <a:pPr algn="ctr"/>
            <a:r>
              <a:rPr lang="ar-SA" sz="3200" dirty="0"/>
              <a:t>برز الأنفوجرافيك في كل مكان وزمان، وظهوره في عصر التقانة جعل منه واسع الانتشار، ويمكن استخدامه لشرح أي معلومة في أي مجال مثل: الطب, الهندسة, الإحصاء, التعليم والترويج للمنتجات.</a:t>
            </a:r>
            <a:endParaRPr lang="en-AU" sz="3200" dirty="0"/>
          </a:p>
        </p:txBody>
      </p:sp>
      <p:grpSp>
        <p:nvGrpSpPr>
          <p:cNvPr id="2" name="Group 1"/>
          <p:cNvGrpSpPr/>
          <p:nvPr/>
        </p:nvGrpSpPr>
        <p:grpSpPr>
          <a:xfrm flipH="1">
            <a:off x="2716023" y="1141484"/>
            <a:ext cx="10099175" cy="6086863"/>
            <a:chOff x="-1037518" y="97699"/>
            <a:chExt cx="11901990" cy="7173436"/>
          </a:xfrm>
        </p:grpSpPr>
        <p:sp>
          <p:nvSpPr>
            <p:cNvPr id="27" name="Freeform 5"/>
            <p:cNvSpPr>
              <a:spLocks/>
            </p:cNvSpPr>
            <p:nvPr/>
          </p:nvSpPr>
          <p:spPr bwMode="auto">
            <a:xfrm rot="2058066">
              <a:off x="-1037518" y="97699"/>
              <a:ext cx="4887422" cy="1392238"/>
            </a:xfrm>
            <a:custGeom>
              <a:avLst/>
              <a:gdLst>
                <a:gd name="T0" fmla="*/ 0 w 2618"/>
                <a:gd name="T1" fmla="*/ 877 h 877"/>
                <a:gd name="T2" fmla="*/ 2618 w 2618"/>
                <a:gd name="T3" fmla="*/ 182 h 877"/>
                <a:gd name="T4" fmla="*/ 2376 w 2618"/>
                <a:gd name="T5" fmla="*/ 0 h 877"/>
                <a:gd name="T6" fmla="*/ 0 w 2618"/>
                <a:gd name="T7" fmla="*/ 679 h 877"/>
                <a:gd name="T8" fmla="*/ 0 w 2618"/>
                <a:gd name="T9" fmla="*/ 877 h 877"/>
              </a:gdLst>
              <a:ahLst/>
              <a:cxnLst>
                <a:cxn ang="0">
                  <a:pos x="T0" y="T1"/>
                </a:cxn>
                <a:cxn ang="0">
                  <a:pos x="T2" y="T3"/>
                </a:cxn>
                <a:cxn ang="0">
                  <a:pos x="T4" y="T5"/>
                </a:cxn>
                <a:cxn ang="0">
                  <a:pos x="T6" y="T7"/>
                </a:cxn>
                <a:cxn ang="0">
                  <a:pos x="T8" y="T9"/>
                </a:cxn>
              </a:cxnLst>
              <a:rect l="0" t="0" r="r" b="b"/>
              <a:pathLst>
                <a:path w="2618" h="877">
                  <a:moveTo>
                    <a:pt x="0" y="877"/>
                  </a:moveTo>
                  <a:lnTo>
                    <a:pt x="2618" y="182"/>
                  </a:lnTo>
                  <a:lnTo>
                    <a:pt x="2376" y="0"/>
                  </a:lnTo>
                  <a:lnTo>
                    <a:pt x="0" y="679"/>
                  </a:lnTo>
                  <a:lnTo>
                    <a:pt x="0" y="877"/>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28" name="Freeform 6"/>
            <p:cNvSpPr>
              <a:spLocks/>
            </p:cNvSpPr>
            <p:nvPr/>
          </p:nvSpPr>
          <p:spPr bwMode="auto">
            <a:xfrm rot="2058066">
              <a:off x="5965336" y="5497897"/>
              <a:ext cx="4899136" cy="1773238"/>
            </a:xfrm>
            <a:custGeom>
              <a:avLst/>
              <a:gdLst>
                <a:gd name="T0" fmla="*/ 2539 w 2539"/>
                <a:gd name="T1" fmla="*/ 0 h 1117"/>
                <a:gd name="T2" fmla="*/ 0 w 2539"/>
                <a:gd name="T3" fmla="*/ 904 h 1117"/>
                <a:gd name="T4" fmla="*/ 283 w 2539"/>
                <a:gd name="T5" fmla="*/ 1117 h 1117"/>
                <a:gd name="T6" fmla="*/ 2539 w 2539"/>
                <a:gd name="T7" fmla="*/ 289 h 1117"/>
                <a:gd name="T8" fmla="*/ 2539 w 2539"/>
                <a:gd name="T9" fmla="*/ 0 h 1117"/>
              </a:gdLst>
              <a:ahLst/>
              <a:cxnLst>
                <a:cxn ang="0">
                  <a:pos x="T0" y="T1"/>
                </a:cxn>
                <a:cxn ang="0">
                  <a:pos x="T2" y="T3"/>
                </a:cxn>
                <a:cxn ang="0">
                  <a:pos x="T4" y="T5"/>
                </a:cxn>
                <a:cxn ang="0">
                  <a:pos x="T6" y="T7"/>
                </a:cxn>
                <a:cxn ang="0">
                  <a:pos x="T8" y="T9"/>
                </a:cxn>
              </a:cxnLst>
              <a:rect l="0" t="0" r="r" b="b"/>
              <a:pathLst>
                <a:path w="2539" h="1117">
                  <a:moveTo>
                    <a:pt x="2539" y="0"/>
                  </a:moveTo>
                  <a:lnTo>
                    <a:pt x="0" y="904"/>
                  </a:lnTo>
                  <a:lnTo>
                    <a:pt x="283" y="1117"/>
                  </a:lnTo>
                  <a:lnTo>
                    <a:pt x="2539" y="289"/>
                  </a:lnTo>
                  <a:lnTo>
                    <a:pt x="2539" y="0"/>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29" name="Freeform 28"/>
            <p:cNvSpPr>
              <a:spLocks/>
            </p:cNvSpPr>
            <p:nvPr/>
          </p:nvSpPr>
          <p:spPr bwMode="auto">
            <a:xfrm rot="2058066">
              <a:off x="2098102" y="1056067"/>
              <a:ext cx="2139950" cy="2419350"/>
            </a:xfrm>
            <a:custGeom>
              <a:avLst/>
              <a:gdLst>
                <a:gd name="T0" fmla="*/ 1348 w 1348"/>
                <a:gd name="T1" fmla="*/ 229 h 1524"/>
                <a:gd name="T2" fmla="*/ 246 w 1348"/>
                <a:gd name="T3" fmla="*/ 1524 h 1524"/>
                <a:gd name="T4" fmla="*/ 0 w 1348"/>
                <a:gd name="T5" fmla="*/ 1339 h 1524"/>
                <a:gd name="T6" fmla="*/ 1045 w 1348"/>
                <a:gd name="T7" fmla="*/ 0 h 1524"/>
                <a:gd name="T8" fmla="*/ 1348 w 1348"/>
                <a:gd name="T9" fmla="*/ 229 h 1524"/>
              </a:gdLst>
              <a:ahLst/>
              <a:cxnLst>
                <a:cxn ang="0">
                  <a:pos x="T0" y="T1"/>
                </a:cxn>
                <a:cxn ang="0">
                  <a:pos x="T2" y="T3"/>
                </a:cxn>
                <a:cxn ang="0">
                  <a:pos x="T4" y="T5"/>
                </a:cxn>
                <a:cxn ang="0">
                  <a:pos x="T6" y="T7"/>
                </a:cxn>
                <a:cxn ang="0">
                  <a:pos x="T8" y="T9"/>
                </a:cxn>
              </a:cxnLst>
              <a:rect l="0" t="0" r="r" b="b"/>
              <a:pathLst>
                <a:path w="1348" h="1524">
                  <a:moveTo>
                    <a:pt x="1348" y="229"/>
                  </a:moveTo>
                  <a:lnTo>
                    <a:pt x="246" y="1524"/>
                  </a:lnTo>
                  <a:lnTo>
                    <a:pt x="0" y="1339"/>
                  </a:lnTo>
                  <a:lnTo>
                    <a:pt x="1045" y="0"/>
                  </a:lnTo>
                  <a:lnTo>
                    <a:pt x="1348" y="229"/>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0" name="Freeform 29"/>
            <p:cNvSpPr>
              <a:spLocks/>
            </p:cNvSpPr>
            <p:nvPr/>
          </p:nvSpPr>
          <p:spPr bwMode="auto">
            <a:xfrm rot="2058066">
              <a:off x="2988405" y="1690062"/>
              <a:ext cx="2681288" cy="2871788"/>
            </a:xfrm>
            <a:custGeom>
              <a:avLst/>
              <a:gdLst>
                <a:gd name="T0" fmla="*/ 1689 w 1689"/>
                <a:gd name="T1" fmla="*/ 339 h 1809"/>
                <a:gd name="T2" fmla="*/ 313 w 1689"/>
                <a:gd name="T3" fmla="*/ 1809 h 1809"/>
                <a:gd name="T4" fmla="*/ 0 w 1689"/>
                <a:gd name="T5" fmla="*/ 1572 h 1809"/>
                <a:gd name="T6" fmla="*/ 1240 w 1689"/>
                <a:gd name="T7" fmla="*/ 0 h 1809"/>
                <a:gd name="T8" fmla="*/ 1689 w 1689"/>
                <a:gd name="T9" fmla="*/ 339 h 1809"/>
              </a:gdLst>
              <a:ahLst/>
              <a:cxnLst>
                <a:cxn ang="0">
                  <a:pos x="T0" y="T1"/>
                </a:cxn>
                <a:cxn ang="0">
                  <a:pos x="T2" y="T3"/>
                </a:cxn>
                <a:cxn ang="0">
                  <a:pos x="T4" y="T5"/>
                </a:cxn>
                <a:cxn ang="0">
                  <a:pos x="T6" y="T7"/>
                </a:cxn>
                <a:cxn ang="0">
                  <a:pos x="T8" y="T9"/>
                </a:cxn>
              </a:cxnLst>
              <a:rect l="0" t="0" r="r" b="b"/>
              <a:pathLst>
                <a:path w="1689" h="1809">
                  <a:moveTo>
                    <a:pt x="1689" y="339"/>
                  </a:moveTo>
                  <a:lnTo>
                    <a:pt x="313" y="1809"/>
                  </a:lnTo>
                  <a:lnTo>
                    <a:pt x="0" y="1572"/>
                  </a:lnTo>
                  <a:lnTo>
                    <a:pt x="1240" y="0"/>
                  </a:lnTo>
                  <a:lnTo>
                    <a:pt x="1689" y="339"/>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1" name="Freeform 12"/>
            <p:cNvSpPr>
              <a:spLocks/>
            </p:cNvSpPr>
            <p:nvPr/>
          </p:nvSpPr>
          <p:spPr bwMode="auto">
            <a:xfrm rot="2058066">
              <a:off x="4481818" y="3136043"/>
              <a:ext cx="2066925" cy="2330450"/>
            </a:xfrm>
            <a:custGeom>
              <a:avLst/>
              <a:gdLst>
                <a:gd name="T0" fmla="*/ 0 w 1302"/>
                <a:gd name="T1" fmla="*/ 1290 h 1468"/>
                <a:gd name="T2" fmla="*/ 1109 w 1302"/>
                <a:gd name="T3" fmla="*/ 0 h 1468"/>
                <a:gd name="T4" fmla="*/ 1302 w 1302"/>
                <a:gd name="T5" fmla="*/ 146 h 1468"/>
                <a:gd name="T6" fmla="*/ 234 w 1302"/>
                <a:gd name="T7" fmla="*/ 1468 h 1468"/>
                <a:gd name="T8" fmla="*/ 0 w 1302"/>
                <a:gd name="T9" fmla="*/ 1290 h 1468"/>
              </a:gdLst>
              <a:ahLst/>
              <a:cxnLst>
                <a:cxn ang="0">
                  <a:pos x="T0" y="T1"/>
                </a:cxn>
                <a:cxn ang="0">
                  <a:pos x="T2" y="T3"/>
                </a:cxn>
                <a:cxn ang="0">
                  <a:pos x="T4" y="T5"/>
                </a:cxn>
                <a:cxn ang="0">
                  <a:pos x="T6" y="T7"/>
                </a:cxn>
                <a:cxn ang="0">
                  <a:pos x="T8" y="T9"/>
                </a:cxn>
              </a:cxnLst>
              <a:rect l="0" t="0" r="r" b="b"/>
              <a:pathLst>
                <a:path w="1302" h="1468">
                  <a:moveTo>
                    <a:pt x="0" y="1290"/>
                  </a:moveTo>
                  <a:lnTo>
                    <a:pt x="1109" y="0"/>
                  </a:lnTo>
                  <a:lnTo>
                    <a:pt x="1302" y="146"/>
                  </a:lnTo>
                  <a:lnTo>
                    <a:pt x="234" y="1468"/>
                  </a:lnTo>
                  <a:lnTo>
                    <a:pt x="0" y="1290"/>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2" name="Freeform 13"/>
            <p:cNvSpPr>
              <a:spLocks/>
            </p:cNvSpPr>
            <p:nvPr/>
          </p:nvSpPr>
          <p:spPr bwMode="auto">
            <a:xfrm rot="2058066">
              <a:off x="3447943" y="2382248"/>
              <a:ext cx="2563813" cy="2870200"/>
            </a:xfrm>
            <a:custGeom>
              <a:avLst/>
              <a:gdLst>
                <a:gd name="T0" fmla="*/ 0 w 1615"/>
                <a:gd name="T1" fmla="*/ 1470 h 1808"/>
                <a:gd name="T2" fmla="*/ 1378 w 1615"/>
                <a:gd name="T3" fmla="*/ 0 h 1808"/>
                <a:gd name="T4" fmla="*/ 1615 w 1615"/>
                <a:gd name="T5" fmla="*/ 178 h 1808"/>
                <a:gd name="T6" fmla="*/ 449 w 1615"/>
                <a:gd name="T7" fmla="*/ 1808 h 1808"/>
                <a:gd name="T8" fmla="*/ 0 w 1615"/>
                <a:gd name="T9" fmla="*/ 1470 h 1808"/>
              </a:gdLst>
              <a:ahLst/>
              <a:cxnLst>
                <a:cxn ang="0">
                  <a:pos x="T0" y="T1"/>
                </a:cxn>
                <a:cxn ang="0">
                  <a:pos x="T2" y="T3"/>
                </a:cxn>
                <a:cxn ang="0">
                  <a:pos x="T4" y="T5"/>
                </a:cxn>
                <a:cxn ang="0">
                  <a:pos x="T6" y="T7"/>
                </a:cxn>
                <a:cxn ang="0">
                  <a:pos x="T8" y="T9"/>
                </a:cxn>
              </a:cxnLst>
              <a:rect l="0" t="0" r="r" b="b"/>
              <a:pathLst>
                <a:path w="1615" h="1808">
                  <a:moveTo>
                    <a:pt x="0" y="1470"/>
                  </a:moveTo>
                  <a:lnTo>
                    <a:pt x="1378" y="0"/>
                  </a:lnTo>
                  <a:lnTo>
                    <a:pt x="1615" y="178"/>
                  </a:lnTo>
                  <a:lnTo>
                    <a:pt x="449" y="1808"/>
                  </a:lnTo>
                  <a:lnTo>
                    <a:pt x="0" y="1470"/>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3" name="Freeform 15"/>
            <p:cNvSpPr>
              <a:spLocks/>
            </p:cNvSpPr>
            <p:nvPr/>
          </p:nvSpPr>
          <p:spPr bwMode="auto">
            <a:xfrm rot="2058066">
              <a:off x="5187375" y="4093638"/>
              <a:ext cx="1628775" cy="1501775"/>
            </a:xfrm>
            <a:custGeom>
              <a:avLst/>
              <a:gdLst>
                <a:gd name="T0" fmla="*/ 0 w 1026"/>
                <a:gd name="T1" fmla="*/ 800 h 946"/>
                <a:gd name="T2" fmla="*/ 745 w 1026"/>
                <a:gd name="T3" fmla="*/ 0 h 946"/>
                <a:gd name="T4" fmla="*/ 1026 w 1026"/>
                <a:gd name="T5" fmla="*/ 210 h 946"/>
                <a:gd name="T6" fmla="*/ 195 w 1026"/>
                <a:gd name="T7" fmla="*/ 946 h 946"/>
                <a:gd name="T8" fmla="*/ 0 w 1026"/>
                <a:gd name="T9" fmla="*/ 800 h 946"/>
              </a:gdLst>
              <a:ahLst/>
              <a:cxnLst>
                <a:cxn ang="0">
                  <a:pos x="T0" y="T1"/>
                </a:cxn>
                <a:cxn ang="0">
                  <a:pos x="T2" y="T3"/>
                </a:cxn>
                <a:cxn ang="0">
                  <a:pos x="T4" y="T5"/>
                </a:cxn>
                <a:cxn ang="0">
                  <a:pos x="T6" y="T7"/>
                </a:cxn>
                <a:cxn ang="0">
                  <a:pos x="T8" y="T9"/>
                </a:cxn>
              </a:cxnLst>
              <a:rect l="0" t="0" r="r" b="b"/>
              <a:pathLst>
                <a:path w="1026" h="946">
                  <a:moveTo>
                    <a:pt x="0" y="800"/>
                  </a:moveTo>
                  <a:lnTo>
                    <a:pt x="745" y="0"/>
                  </a:lnTo>
                  <a:lnTo>
                    <a:pt x="1026" y="210"/>
                  </a:lnTo>
                  <a:lnTo>
                    <a:pt x="195" y="946"/>
                  </a:lnTo>
                  <a:lnTo>
                    <a:pt x="0" y="800"/>
                  </a:lnTo>
                  <a:close/>
                </a:path>
              </a:pathLst>
            </a:custGeom>
            <a:solidFill>
              <a:schemeClr val="bg1">
                <a:lumMod val="85000"/>
                <a:alpha val="54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grpSp>
          <p:nvGrpSpPr>
            <p:cNvPr id="34" name="Group 33"/>
            <p:cNvGrpSpPr/>
            <p:nvPr/>
          </p:nvGrpSpPr>
          <p:grpSpPr>
            <a:xfrm rot="2058066">
              <a:off x="2098131" y="1048034"/>
              <a:ext cx="1223963" cy="2152650"/>
              <a:chOff x="2889250" y="2705424"/>
              <a:chExt cx="1223963" cy="2152650"/>
            </a:xfrm>
          </p:grpSpPr>
          <p:sp>
            <p:nvSpPr>
              <p:cNvPr id="35" name="Freeform 11"/>
              <p:cNvSpPr>
                <a:spLocks/>
              </p:cNvSpPr>
              <p:nvPr/>
            </p:nvSpPr>
            <p:spPr bwMode="auto">
              <a:xfrm>
                <a:off x="2889250" y="2705424"/>
                <a:ext cx="1223963" cy="2152650"/>
              </a:xfrm>
              <a:custGeom>
                <a:avLst/>
                <a:gdLst>
                  <a:gd name="T0" fmla="*/ 771 w 771"/>
                  <a:gd name="T1" fmla="*/ 185 h 1356"/>
                  <a:gd name="T2" fmla="*/ 246 w 771"/>
                  <a:gd name="T3" fmla="*/ 1356 h 1356"/>
                  <a:gd name="T4" fmla="*/ 0 w 771"/>
                  <a:gd name="T5" fmla="*/ 1171 h 1356"/>
                  <a:gd name="T6" fmla="*/ 525 w 771"/>
                  <a:gd name="T7" fmla="*/ 0 h 1356"/>
                  <a:gd name="T8" fmla="*/ 771 w 771"/>
                  <a:gd name="T9" fmla="*/ 185 h 1356"/>
                </a:gdLst>
                <a:ahLst/>
                <a:cxnLst>
                  <a:cxn ang="0">
                    <a:pos x="T0" y="T1"/>
                  </a:cxn>
                  <a:cxn ang="0">
                    <a:pos x="T2" y="T3"/>
                  </a:cxn>
                  <a:cxn ang="0">
                    <a:pos x="T4" y="T5"/>
                  </a:cxn>
                  <a:cxn ang="0">
                    <a:pos x="T6" y="T7"/>
                  </a:cxn>
                  <a:cxn ang="0">
                    <a:pos x="T8" y="T9"/>
                  </a:cxn>
                </a:cxnLst>
                <a:rect l="0" t="0" r="r" b="b"/>
                <a:pathLst>
                  <a:path w="771" h="1356">
                    <a:moveTo>
                      <a:pt x="771" y="185"/>
                    </a:moveTo>
                    <a:lnTo>
                      <a:pt x="246" y="1356"/>
                    </a:lnTo>
                    <a:lnTo>
                      <a:pt x="0" y="1171"/>
                    </a:lnTo>
                    <a:lnTo>
                      <a:pt x="525" y="0"/>
                    </a:lnTo>
                    <a:lnTo>
                      <a:pt x="771" y="185"/>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6" name="TextBox 35"/>
              <p:cNvSpPr txBox="1"/>
              <p:nvPr/>
            </p:nvSpPr>
            <p:spPr>
              <a:xfrm rot="17619524">
                <a:off x="3403883" y="3580143"/>
                <a:ext cx="184731" cy="369332"/>
              </a:xfrm>
              <a:prstGeom prst="rect">
                <a:avLst/>
              </a:prstGeom>
              <a:noFill/>
            </p:spPr>
            <p:txBody>
              <a:bodyPr wrap="none" rtlCol="0">
                <a:spAutoFit/>
              </a:bodyPr>
              <a:lstStyle/>
              <a:p>
                <a:pPr fontAlgn="auto">
                  <a:spcBef>
                    <a:spcPts val="0"/>
                  </a:spcBef>
                  <a:spcAft>
                    <a:spcPts val="0"/>
                  </a:spcAft>
                </a:pPr>
                <a:endParaRPr lang="en-US" b="1" dirty="0">
                  <a:solidFill>
                    <a:prstClr val="white"/>
                  </a:solidFill>
                  <a:latin typeface="Adamant BG" panose="02000505000000020004" pitchFamily="50" charset="0"/>
                  <a:cs typeface="Clear Sans" panose="020B0503030202020304" pitchFamily="34" charset="0"/>
                </a:endParaRPr>
              </a:p>
            </p:txBody>
          </p:sp>
        </p:grpSp>
        <p:grpSp>
          <p:nvGrpSpPr>
            <p:cNvPr id="37" name="Group 36"/>
            <p:cNvGrpSpPr/>
            <p:nvPr/>
          </p:nvGrpSpPr>
          <p:grpSpPr>
            <a:xfrm rot="2058066">
              <a:off x="3021849" y="1365636"/>
              <a:ext cx="1112838" cy="2701925"/>
              <a:chOff x="3995738" y="2430786"/>
              <a:chExt cx="1112838" cy="2701925"/>
            </a:xfrm>
          </p:grpSpPr>
          <p:sp>
            <p:nvSpPr>
              <p:cNvPr id="38" name="Freeform 10"/>
              <p:cNvSpPr>
                <a:spLocks/>
              </p:cNvSpPr>
              <p:nvPr/>
            </p:nvSpPr>
            <p:spPr bwMode="auto">
              <a:xfrm>
                <a:off x="3995738" y="2430786"/>
                <a:ext cx="1112838" cy="2701925"/>
              </a:xfrm>
              <a:custGeom>
                <a:avLst/>
                <a:gdLst>
                  <a:gd name="T0" fmla="*/ 701 w 701"/>
                  <a:gd name="T1" fmla="*/ 168 h 1702"/>
                  <a:gd name="T2" fmla="*/ 353 w 701"/>
                  <a:gd name="T3" fmla="*/ 1702 h 1702"/>
                  <a:gd name="T4" fmla="*/ 0 w 701"/>
                  <a:gd name="T5" fmla="*/ 1532 h 1702"/>
                  <a:gd name="T6" fmla="*/ 346 w 701"/>
                  <a:gd name="T7" fmla="*/ 0 h 1702"/>
                  <a:gd name="T8" fmla="*/ 701 w 701"/>
                  <a:gd name="T9" fmla="*/ 168 h 1702"/>
                </a:gdLst>
                <a:ahLst/>
                <a:cxnLst>
                  <a:cxn ang="0">
                    <a:pos x="T0" y="T1"/>
                  </a:cxn>
                  <a:cxn ang="0">
                    <a:pos x="T2" y="T3"/>
                  </a:cxn>
                  <a:cxn ang="0">
                    <a:pos x="T4" y="T5"/>
                  </a:cxn>
                  <a:cxn ang="0">
                    <a:pos x="T6" y="T7"/>
                  </a:cxn>
                  <a:cxn ang="0">
                    <a:pos x="T8" y="T9"/>
                  </a:cxn>
                </a:cxnLst>
                <a:rect l="0" t="0" r="r" b="b"/>
                <a:pathLst>
                  <a:path w="701" h="1702">
                    <a:moveTo>
                      <a:pt x="701" y="168"/>
                    </a:moveTo>
                    <a:lnTo>
                      <a:pt x="353" y="1702"/>
                    </a:lnTo>
                    <a:lnTo>
                      <a:pt x="0" y="1532"/>
                    </a:lnTo>
                    <a:lnTo>
                      <a:pt x="346" y="0"/>
                    </a:lnTo>
                    <a:lnTo>
                      <a:pt x="701" y="168"/>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39" name="TextBox 38"/>
              <p:cNvSpPr txBox="1"/>
              <p:nvPr/>
            </p:nvSpPr>
            <p:spPr>
              <a:xfrm rot="16925572">
                <a:off x="4475031" y="3555037"/>
                <a:ext cx="184731" cy="400110"/>
              </a:xfrm>
              <a:prstGeom prst="rect">
                <a:avLst/>
              </a:prstGeom>
              <a:noFill/>
            </p:spPr>
            <p:txBody>
              <a:bodyPr wrap="none" rtlCol="0">
                <a:spAutoFit/>
              </a:bodyPr>
              <a:lstStyle/>
              <a:p>
                <a:pPr fontAlgn="auto">
                  <a:spcBef>
                    <a:spcPts val="0"/>
                  </a:spcBef>
                  <a:spcAft>
                    <a:spcPts val="0"/>
                  </a:spcAft>
                </a:pPr>
                <a:endParaRPr lang="en-US" sz="2000" b="1" dirty="0">
                  <a:solidFill>
                    <a:prstClr val="white"/>
                  </a:solidFill>
                  <a:latin typeface="Adamant BG" panose="02000505000000020004" pitchFamily="50" charset="0"/>
                  <a:cs typeface="Clear Sans" panose="020B0503030202020304" pitchFamily="34" charset="0"/>
                </a:endParaRPr>
              </a:p>
            </p:txBody>
          </p:sp>
        </p:grpSp>
        <p:grpSp>
          <p:nvGrpSpPr>
            <p:cNvPr id="40" name="Group 39"/>
            <p:cNvGrpSpPr/>
            <p:nvPr/>
          </p:nvGrpSpPr>
          <p:grpSpPr>
            <a:xfrm rot="2058066">
              <a:off x="3593466" y="1880217"/>
              <a:ext cx="1920875" cy="3221038"/>
              <a:chOff x="4833938" y="2260923"/>
              <a:chExt cx="1920875" cy="3221038"/>
            </a:xfrm>
          </p:grpSpPr>
          <p:sp>
            <p:nvSpPr>
              <p:cNvPr id="41" name="Freeform 18"/>
              <p:cNvSpPr>
                <a:spLocks/>
              </p:cNvSpPr>
              <p:nvPr/>
            </p:nvSpPr>
            <p:spPr bwMode="auto">
              <a:xfrm>
                <a:off x="4833938" y="2260923"/>
                <a:ext cx="1920875" cy="3221038"/>
              </a:xfrm>
              <a:custGeom>
                <a:avLst/>
                <a:gdLst>
                  <a:gd name="T0" fmla="*/ 0 w 1210"/>
                  <a:gd name="T1" fmla="*/ 1685 h 2029"/>
                  <a:gd name="T2" fmla="*/ 754 w 1210"/>
                  <a:gd name="T3" fmla="*/ 0 h 2029"/>
                  <a:gd name="T4" fmla="*/ 1210 w 1210"/>
                  <a:gd name="T5" fmla="*/ 344 h 2029"/>
                  <a:gd name="T6" fmla="*/ 456 w 1210"/>
                  <a:gd name="T7" fmla="*/ 2029 h 2029"/>
                  <a:gd name="T8" fmla="*/ 0 w 1210"/>
                  <a:gd name="T9" fmla="*/ 1685 h 2029"/>
                </a:gdLst>
                <a:ahLst/>
                <a:cxnLst>
                  <a:cxn ang="0">
                    <a:pos x="T0" y="T1"/>
                  </a:cxn>
                  <a:cxn ang="0">
                    <a:pos x="T2" y="T3"/>
                  </a:cxn>
                  <a:cxn ang="0">
                    <a:pos x="T4" y="T5"/>
                  </a:cxn>
                  <a:cxn ang="0">
                    <a:pos x="T6" y="T7"/>
                  </a:cxn>
                  <a:cxn ang="0">
                    <a:pos x="T8" y="T9"/>
                  </a:cxn>
                </a:cxnLst>
                <a:rect l="0" t="0" r="r" b="b"/>
                <a:pathLst>
                  <a:path w="1210" h="2029">
                    <a:moveTo>
                      <a:pt x="0" y="1685"/>
                    </a:moveTo>
                    <a:lnTo>
                      <a:pt x="754" y="0"/>
                    </a:lnTo>
                    <a:lnTo>
                      <a:pt x="1210" y="344"/>
                    </a:lnTo>
                    <a:lnTo>
                      <a:pt x="456" y="2029"/>
                    </a:lnTo>
                    <a:lnTo>
                      <a:pt x="0" y="1685"/>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42" name="TextBox 41"/>
              <p:cNvSpPr txBox="1"/>
              <p:nvPr/>
            </p:nvSpPr>
            <p:spPr>
              <a:xfrm rot="17639212">
                <a:off x="5735336" y="3462738"/>
                <a:ext cx="184731" cy="646331"/>
              </a:xfrm>
              <a:prstGeom prst="rect">
                <a:avLst/>
              </a:prstGeom>
              <a:noFill/>
            </p:spPr>
            <p:txBody>
              <a:bodyPr wrap="none" rtlCol="0">
                <a:spAutoFit/>
              </a:bodyPr>
              <a:lstStyle/>
              <a:p>
                <a:pPr fontAlgn="auto">
                  <a:spcBef>
                    <a:spcPts val="0"/>
                  </a:spcBef>
                  <a:spcAft>
                    <a:spcPts val="0"/>
                  </a:spcAft>
                </a:pPr>
                <a:endParaRPr lang="en-US" sz="3600" b="1" dirty="0">
                  <a:solidFill>
                    <a:prstClr val="white"/>
                  </a:solidFill>
                  <a:latin typeface="Adamant BG" panose="02000505000000020004" pitchFamily="50" charset="0"/>
                  <a:cs typeface="Clear Sans" panose="020B0503030202020304" pitchFamily="34" charset="0"/>
                </a:endParaRPr>
              </a:p>
            </p:txBody>
          </p:sp>
        </p:grpSp>
        <p:grpSp>
          <p:nvGrpSpPr>
            <p:cNvPr id="43" name="Group 42"/>
            <p:cNvGrpSpPr/>
            <p:nvPr/>
          </p:nvGrpSpPr>
          <p:grpSpPr>
            <a:xfrm rot="2058066">
              <a:off x="4600520" y="2737941"/>
              <a:ext cx="1397000" cy="2560638"/>
              <a:chOff x="6008688" y="2606999"/>
              <a:chExt cx="1397000" cy="2560638"/>
            </a:xfrm>
          </p:grpSpPr>
          <p:sp>
            <p:nvSpPr>
              <p:cNvPr id="44" name="Freeform 14"/>
              <p:cNvSpPr>
                <a:spLocks/>
              </p:cNvSpPr>
              <p:nvPr/>
            </p:nvSpPr>
            <p:spPr bwMode="auto">
              <a:xfrm>
                <a:off x="6008688" y="2606999"/>
                <a:ext cx="1397000" cy="2560638"/>
              </a:xfrm>
              <a:custGeom>
                <a:avLst/>
                <a:gdLst>
                  <a:gd name="T0" fmla="*/ 0 w 880"/>
                  <a:gd name="T1" fmla="*/ 1433 h 1613"/>
                  <a:gd name="T2" fmla="*/ 643 w 880"/>
                  <a:gd name="T3" fmla="*/ 0 h 1613"/>
                  <a:gd name="T4" fmla="*/ 880 w 880"/>
                  <a:gd name="T5" fmla="*/ 178 h 1613"/>
                  <a:gd name="T6" fmla="*/ 236 w 880"/>
                  <a:gd name="T7" fmla="*/ 1613 h 1613"/>
                  <a:gd name="T8" fmla="*/ 0 w 880"/>
                  <a:gd name="T9" fmla="*/ 1433 h 1613"/>
                </a:gdLst>
                <a:ahLst/>
                <a:cxnLst>
                  <a:cxn ang="0">
                    <a:pos x="T0" y="T1"/>
                  </a:cxn>
                  <a:cxn ang="0">
                    <a:pos x="T2" y="T3"/>
                  </a:cxn>
                  <a:cxn ang="0">
                    <a:pos x="T4" y="T5"/>
                  </a:cxn>
                  <a:cxn ang="0">
                    <a:pos x="T6" y="T7"/>
                  </a:cxn>
                  <a:cxn ang="0">
                    <a:pos x="T8" y="T9"/>
                  </a:cxn>
                </a:cxnLst>
                <a:rect l="0" t="0" r="r" b="b"/>
                <a:pathLst>
                  <a:path w="880" h="1613">
                    <a:moveTo>
                      <a:pt x="0" y="1433"/>
                    </a:moveTo>
                    <a:lnTo>
                      <a:pt x="643" y="0"/>
                    </a:lnTo>
                    <a:lnTo>
                      <a:pt x="880" y="178"/>
                    </a:lnTo>
                    <a:lnTo>
                      <a:pt x="236" y="1613"/>
                    </a:lnTo>
                    <a:lnTo>
                      <a:pt x="0" y="1433"/>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45" name="TextBox 44"/>
              <p:cNvSpPr txBox="1"/>
              <p:nvPr/>
            </p:nvSpPr>
            <p:spPr>
              <a:xfrm rot="17700058">
                <a:off x="6596259" y="3645850"/>
                <a:ext cx="184731" cy="461665"/>
              </a:xfrm>
              <a:prstGeom prst="rect">
                <a:avLst/>
              </a:prstGeom>
              <a:noFill/>
            </p:spPr>
            <p:txBody>
              <a:bodyPr wrap="none" rtlCol="0">
                <a:spAutoFit/>
              </a:bodyPr>
              <a:lstStyle/>
              <a:p>
                <a:pPr fontAlgn="auto">
                  <a:spcBef>
                    <a:spcPts val="0"/>
                  </a:spcBef>
                  <a:spcAft>
                    <a:spcPts val="0"/>
                  </a:spcAft>
                </a:pPr>
                <a:endParaRPr lang="en-US" sz="2400" b="1" dirty="0">
                  <a:solidFill>
                    <a:prstClr val="white"/>
                  </a:solidFill>
                  <a:latin typeface="Adamant BG" panose="02000505000000020004" pitchFamily="50" charset="0"/>
                  <a:cs typeface="Clear Sans" panose="020B0503030202020304" pitchFamily="34" charset="0"/>
                </a:endParaRPr>
              </a:p>
            </p:txBody>
          </p:sp>
        </p:grpSp>
        <p:grpSp>
          <p:nvGrpSpPr>
            <p:cNvPr id="46" name="Group 45"/>
            <p:cNvGrpSpPr/>
            <p:nvPr/>
          </p:nvGrpSpPr>
          <p:grpSpPr>
            <a:xfrm rot="2058066">
              <a:off x="5395845" y="3418117"/>
              <a:ext cx="1139825" cy="2090738"/>
              <a:chOff x="6938963" y="2834011"/>
              <a:chExt cx="1139825" cy="2090738"/>
            </a:xfrm>
          </p:grpSpPr>
          <p:sp>
            <p:nvSpPr>
              <p:cNvPr id="47" name="Freeform 16"/>
              <p:cNvSpPr>
                <a:spLocks/>
              </p:cNvSpPr>
              <p:nvPr/>
            </p:nvSpPr>
            <p:spPr bwMode="auto">
              <a:xfrm>
                <a:off x="6938963" y="2834011"/>
                <a:ext cx="1139825" cy="2090738"/>
              </a:xfrm>
              <a:custGeom>
                <a:avLst/>
                <a:gdLst>
                  <a:gd name="T0" fmla="*/ 0 w 718"/>
                  <a:gd name="T1" fmla="*/ 1171 h 1317"/>
                  <a:gd name="T2" fmla="*/ 525 w 718"/>
                  <a:gd name="T3" fmla="*/ 0 h 1317"/>
                  <a:gd name="T4" fmla="*/ 718 w 718"/>
                  <a:gd name="T5" fmla="*/ 146 h 1317"/>
                  <a:gd name="T6" fmla="*/ 192 w 718"/>
                  <a:gd name="T7" fmla="*/ 1317 h 1317"/>
                  <a:gd name="T8" fmla="*/ 0 w 718"/>
                  <a:gd name="T9" fmla="*/ 1171 h 1317"/>
                </a:gdLst>
                <a:ahLst/>
                <a:cxnLst>
                  <a:cxn ang="0">
                    <a:pos x="T0" y="T1"/>
                  </a:cxn>
                  <a:cxn ang="0">
                    <a:pos x="T2" y="T3"/>
                  </a:cxn>
                  <a:cxn ang="0">
                    <a:pos x="T4" y="T5"/>
                  </a:cxn>
                  <a:cxn ang="0">
                    <a:pos x="T6" y="T7"/>
                  </a:cxn>
                  <a:cxn ang="0">
                    <a:pos x="T8" y="T9"/>
                  </a:cxn>
                </a:cxnLst>
                <a:rect l="0" t="0" r="r" b="b"/>
                <a:pathLst>
                  <a:path w="718" h="1317">
                    <a:moveTo>
                      <a:pt x="0" y="1171"/>
                    </a:moveTo>
                    <a:lnTo>
                      <a:pt x="525" y="0"/>
                    </a:lnTo>
                    <a:lnTo>
                      <a:pt x="718" y="146"/>
                    </a:lnTo>
                    <a:lnTo>
                      <a:pt x="192" y="1317"/>
                    </a:lnTo>
                    <a:lnTo>
                      <a:pt x="0" y="1171"/>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48" name="TextBox 47"/>
              <p:cNvSpPr txBox="1"/>
              <p:nvPr/>
            </p:nvSpPr>
            <p:spPr>
              <a:xfrm rot="17700058">
                <a:off x="7410699" y="3655277"/>
                <a:ext cx="184731" cy="369332"/>
              </a:xfrm>
              <a:prstGeom prst="rect">
                <a:avLst/>
              </a:prstGeom>
              <a:noFill/>
            </p:spPr>
            <p:txBody>
              <a:bodyPr wrap="none" rtlCol="0">
                <a:spAutoFit/>
              </a:bodyPr>
              <a:lstStyle/>
              <a:p>
                <a:pPr fontAlgn="auto">
                  <a:spcBef>
                    <a:spcPts val="0"/>
                  </a:spcBef>
                  <a:spcAft>
                    <a:spcPts val="0"/>
                  </a:spcAft>
                </a:pPr>
                <a:endParaRPr lang="en-US" b="1" dirty="0">
                  <a:solidFill>
                    <a:prstClr val="white"/>
                  </a:solidFill>
                  <a:latin typeface="Adamant BG" panose="02000505000000020004" pitchFamily="50" charset="0"/>
                  <a:cs typeface="Clear Sans" panose="020B0503030202020304" pitchFamily="34" charset="0"/>
                </a:endParaRPr>
              </a:p>
            </p:txBody>
          </p:sp>
        </p:grpSp>
        <p:grpSp>
          <p:nvGrpSpPr>
            <p:cNvPr id="49" name="Group 48"/>
            <p:cNvGrpSpPr/>
            <p:nvPr/>
          </p:nvGrpSpPr>
          <p:grpSpPr>
            <a:xfrm rot="2058066">
              <a:off x="6246761" y="4445556"/>
              <a:ext cx="527050" cy="1549400"/>
              <a:chOff x="8121650" y="3422974"/>
              <a:chExt cx="527050" cy="1549400"/>
            </a:xfrm>
          </p:grpSpPr>
          <p:sp>
            <p:nvSpPr>
              <p:cNvPr id="50" name="Freeform 17"/>
              <p:cNvSpPr>
                <a:spLocks/>
              </p:cNvSpPr>
              <p:nvPr/>
            </p:nvSpPr>
            <p:spPr bwMode="auto">
              <a:xfrm>
                <a:off x="8121650" y="3422974"/>
                <a:ext cx="527050" cy="1549400"/>
              </a:xfrm>
              <a:custGeom>
                <a:avLst/>
                <a:gdLst>
                  <a:gd name="T0" fmla="*/ 49 w 332"/>
                  <a:gd name="T1" fmla="*/ 763 h 976"/>
                  <a:gd name="T2" fmla="*/ 0 w 332"/>
                  <a:gd name="T3" fmla="*/ 0 h 976"/>
                  <a:gd name="T4" fmla="*/ 283 w 332"/>
                  <a:gd name="T5" fmla="*/ 212 h 976"/>
                  <a:gd name="T6" fmla="*/ 332 w 332"/>
                  <a:gd name="T7" fmla="*/ 976 h 976"/>
                  <a:gd name="T8" fmla="*/ 49 w 332"/>
                  <a:gd name="T9" fmla="*/ 763 h 976"/>
                </a:gdLst>
                <a:ahLst/>
                <a:cxnLst>
                  <a:cxn ang="0">
                    <a:pos x="T0" y="T1"/>
                  </a:cxn>
                  <a:cxn ang="0">
                    <a:pos x="T2" y="T3"/>
                  </a:cxn>
                  <a:cxn ang="0">
                    <a:pos x="T4" y="T5"/>
                  </a:cxn>
                  <a:cxn ang="0">
                    <a:pos x="T6" y="T7"/>
                  </a:cxn>
                  <a:cxn ang="0">
                    <a:pos x="T8" y="T9"/>
                  </a:cxn>
                </a:cxnLst>
                <a:rect l="0" t="0" r="r" b="b"/>
                <a:pathLst>
                  <a:path w="332" h="976">
                    <a:moveTo>
                      <a:pt x="49" y="763"/>
                    </a:moveTo>
                    <a:lnTo>
                      <a:pt x="0" y="0"/>
                    </a:lnTo>
                    <a:lnTo>
                      <a:pt x="283" y="212"/>
                    </a:lnTo>
                    <a:lnTo>
                      <a:pt x="332" y="976"/>
                    </a:lnTo>
                    <a:lnTo>
                      <a:pt x="49" y="763"/>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prstClr val="black"/>
                  </a:solidFill>
                  <a:latin typeface="Adamant BG" panose="02000505000000020004" pitchFamily="50" charset="0"/>
                  <a:cs typeface="Simplified Arabic" panose="02020603050405020304" pitchFamily="18" charset="-78"/>
                </a:endParaRPr>
              </a:p>
            </p:txBody>
          </p:sp>
          <p:sp>
            <p:nvSpPr>
              <p:cNvPr id="51" name="TextBox 50"/>
              <p:cNvSpPr txBox="1"/>
              <p:nvPr/>
            </p:nvSpPr>
            <p:spPr>
              <a:xfrm rot="15980418">
                <a:off x="8261892" y="3981395"/>
                <a:ext cx="184731" cy="338554"/>
              </a:xfrm>
              <a:prstGeom prst="rect">
                <a:avLst/>
              </a:prstGeom>
              <a:noFill/>
            </p:spPr>
            <p:txBody>
              <a:bodyPr wrap="none" rtlCol="0">
                <a:spAutoFit/>
              </a:bodyPr>
              <a:lstStyle/>
              <a:p>
                <a:pPr fontAlgn="auto">
                  <a:spcBef>
                    <a:spcPts val="0"/>
                  </a:spcBef>
                  <a:spcAft>
                    <a:spcPts val="0"/>
                  </a:spcAft>
                </a:pPr>
                <a:endParaRPr lang="en-US" sz="1600" b="1" dirty="0">
                  <a:solidFill>
                    <a:prstClr val="white"/>
                  </a:solidFill>
                  <a:latin typeface="Adamant BG" panose="02000505000000020004" pitchFamily="50" charset="0"/>
                  <a:cs typeface="Clear Sans" panose="020B0503030202020304" pitchFamily="34" charset="0"/>
                </a:endParaRPr>
              </a:p>
            </p:txBody>
          </p:sp>
        </p:grpSp>
      </p:grpSp>
      <p:sp>
        <p:nvSpPr>
          <p:cNvPr id="61" name="Title 1"/>
          <p:cNvSpPr txBox="1">
            <a:spLocks/>
          </p:cNvSpPr>
          <p:nvPr/>
        </p:nvSpPr>
        <p:spPr>
          <a:xfrm>
            <a:off x="2351794" y="318152"/>
            <a:ext cx="8389846" cy="95809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b="1" kern="1200">
                <a:solidFill>
                  <a:schemeClr val="tx1">
                    <a:lumMod val="75000"/>
                    <a:lumOff val="25000"/>
                  </a:schemeClr>
                </a:solidFill>
                <a:latin typeface="+mj-lt"/>
                <a:ea typeface="+mj-ea"/>
                <a:cs typeface="+mj-cs"/>
              </a:defRPr>
            </a:lvl1pPr>
          </a:lstStyle>
          <a:p>
            <a:pPr algn="r" rtl="1" fontAlgn="auto">
              <a:spcAft>
                <a:spcPts val="0"/>
              </a:spcAft>
            </a:pPr>
            <a:r>
              <a:rPr lang="ar-SA" u="sng" dirty="0">
                <a:solidFill>
                  <a:srgbClr val="4472C4"/>
                </a:solidFill>
              </a:rPr>
              <a:t>2-	هل الانفوجرافيك لكل المجالات؟</a:t>
            </a:r>
            <a:endParaRPr lang="en-AU" u="sng" dirty="0">
              <a:solidFill>
                <a:srgbClr val="4472C4"/>
              </a:solidFill>
            </a:endParaRPr>
          </a:p>
        </p:txBody>
      </p:sp>
      <p:sp>
        <p:nvSpPr>
          <p:cNvPr id="5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56741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367459" y="3028255"/>
            <a:ext cx="6668902" cy="2817628"/>
          </a:xfrm>
        </p:spPr>
        <p:txBody>
          <a:bodyPr>
            <a:normAutofit/>
          </a:bodyPr>
          <a:lstStyle/>
          <a:p>
            <a:pPr algn="ctr" rtl="1"/>
            <a:r>
              <a:rPr lang="ar-SA" sz="3200" dirty="0"/>
              <a:t>الانفوجراف يتكون من "نص + صورة"، وهو ما يجعل المعلم قادراً على الدمج بين أساليب التعليم اللفظية والبصرية، الأمر الذي يعزز المهارات الأساسية للطلاب ومهارات التفكير العليا على حد سواء، ويتوقع أن يكون لها تأثير كبير في التعليم</a:t>
            </a:r>
            <a:endParaRPr lang="en-AU" sz="3200" dirty="0"/>
          </a:p>
        </p:txBody>
      </p:sp>
      <p:sp>
        <p:nvSpPr>
          <p:cNvPr id="7" name="Text Placeholder 6"/>
          <p:cNvSpPr>
            <a:spLocks noGrp="1"/>
          </p:cNvSpPr>
          <p:nvPr>
            <p:ph type="body" sz="quarter" idx="13"/>
          </p:nvPr>
        </p:nvSpPr>
        <p:spPr>
          <a:xfrm>
            <a:off x="4696589" y="614010"/>
            <a:ext cx="6840026" cy="1010435"/>
          </a:xfrm>
        </p:spPr>
        <p:txBody>
          <a:bodyPr>
            <a:noAutofit/>
          </a:bodyPr>
          <a:lstStyle/>
          <a:p>
            <a:pPr marL="0" indent="0" algn="ctr">
              <a:buNone/>
            </a:pPr>
            <a:r>
              <a:rPr lang="ar-SA" sz="3600" b="1" dirty="0">
                <a:solidFill>
                  <a:schemeClr val="accent4"/>
                </a:solidFill>
                <a:cs typeface="Simplified Arabic" panose="02020603050405020304" pitchFamily="18" charset="-78"/>
              </a:rPr>
              <a:t>الانفوجرافيك في التعليم..</a:t>
            </a:r>
            <a:endParaRPr lang="en-AU" sz="3600" b="1" dirty="0">
              <a:solidFill>
                <a:schemeClr val="accent4"/>
              </a:solidFill>
            </a:endParaRPr>
          </a:p>
        </p:txBody>
      </p:sp>
      <p:grpSp>
        <p:nvGrpSpPr>
          <p:cNvPr id="3" name="Group 2"/>
          <p:cNvGrpSpPr/>
          <p:nvPr/>
        </p:nvGrpSpPr>
        <p:grpSpPr>
          <a:xfrm>
            <a:off x="7487744" y="2070046"/>
            <a:ext cx="3239180" cy="3187756"/>
            <a:chOff x="8010258" y="2128103"/>
            <a:chExt cx="3239180" cy="3187756"/>
          </a:xfrm>
        </p:grpSpPr>
        <p:sp>
          <p:nvSpPr>
            <p:cNvPr id="12" name="Freeform 5"/>
            <p:cNvSpPr>
              <a:spLocks noEditPoints="1"/>
            </p:cNvSpPr>
            <p:nvPr/>
          </p:nvSpPr>
          <p:spPr bwMode="auto">
            <a:xfrm>
              <a:off x="8010258" y="2241910"/>
              <a:ext cx="969011" cy="3016567"/>
            </a:xfrm>
            <a:custGeom>
              <a:avLst/>
              <a:gdLst/>
              <a:ahLst/>
              <a:cxnLst>
                <a:cxn ang="0">
                  <a:pos x="463" y="788"/>
                </a:cxn>
                <a:cxn ang="0">
                  <a:pos x="470" y="944"/>
                </a:cxn>
                <a:cxn ang="0">
                  <a:pos x="497" y="1404"/>
                </a:cxn>
                <a:cxn ang="0">
                  <a:pos x="485" y="1473"/>
                </a:cxn>
                <a:cxn ang="0">
                  <a:pos x="509" y="1592"/>
                </a:cxn>
                <a:cxn ang="0">
                  <a:pos x="386" y="1521"/>
                </a:cxn>
                <a:cxn ang="0">
                  <a:pos x="349" y="1293"/>
                </a:cxn>
                <a:cxn ang="0">
                  <a:pos x="354" y="1113"/>
                </a:cxn>
                <a:cxn ang="0">
                  <a:pos x="301" y="973"/>
                </a:cxn>
                <a:cxn ang="0">
                  <a:pos x="279" y="1144"/>
                </a:cxn>
                <a:cxn ang="0">
                  <a:pos x="283" y="1349"/>
                </a:cxn>
                <a:cxn ang="0">
                  <a:pos x="308" y="1501"/>
                </a:cxn>
                <a:cxn ang="0">
                  <a:pos x="290" y="1540"/>
                </a:cxn>
                <a:cxn ang="0">
                  <a:pos x="270" y="1579"/>
                </a:cxn>
                <a:cxn ang="0">
                  <a:pos x="196" y="1603"/>
                </a:cxn>
                <a:cxn ang="0">
                  <a:pos x="192" y="1541"/>
                </a:cxn>
                <a:cxn ang="0">
                  <a:pos x="176" y="1433"/>
                </a:cxn>
                <a:cxn ang="0">
                  <a:pos x="171" y="1303"/>
                </a:cxn>
                <a:cxn ang="0">
                  <a:pos x="138" y="1082"/>
                </a:cxn>
                <a:cxn ang="0">
                  <a:pos x="115" y="941"/>
                </a:cxn>
                <a:cxn ang="0">
                  <a:pos x="24" y="874"/>
                </a:cxn>
                <a:cxn ang="0">
                  <a:pos x="14" y="848"/>
                </a:cxn>
                <a:cxn ang="0">
                  <a:pos x="11" y="479"/>
                </a:cxn>
                <a:cxn ang="0">
                  <a:pos x="108" y="264"/>
                </a:cxn>
                <a:cxn ang="0">
                  <a:pos x="176" y="217"/>
                </a:cxn>
                <a:cxn ang="0">
                  <a:pos x="159" y="156"/>
                </a:cxn>
                <a:cxn ang="0">
                  <a:pos x="146" y="92"/>
                </a:cxn>
                <a:cxn ang="0">
                  <a:pos x="295" y="92"/>
                </a:cxn>
                <a:cxn ang="0">
                  <a:pos x="293" y="144"/>
                </a:cxn>
                <a:cxn ang="0">
                  <a:pos x="283" y="172"/>
                </a:cxn>
                <a:cxn ang="0">
                  <a:pos x="304" y="231"/>
                </a:cxn>
                <a:cxn ang="0">
                  <a:pos x="409" y="260"/>
                </a:cxn>
                <a:cxn ang="0">
                  <a:pos x="457" y="306"/>
                </a:cxn>
                <a:cxn ang="0">
                  <a:pos x="472" y="389"/>
                </a:cxn>
                <a:cxn ang="0">
                  <a:pos x="494" y="532"/>
                </a:cxn>
                <a:cxn ang="0">
                  <a:pos x="500" y="582"/>
                </a:cxn>
                <a:cxn ang="0">
                  <a:pos x="498" y="634"/>
                </a:cxn>
                <a:cxn ang="0">
                  <a:pos x="475" y="785"/>
                </a:cxn>
                <a:cxn ang="0">
                  <a:pos x="193" y="359"/>
                </a:cxn>
                <a:cxn ang="0">
                  <a:pos x="383" y="694"/>
                </a:cxn>
                <a:cxn ang="0">
                  <a:pos x="324" y="529"/>
                </a:cxn>
                <a:cxn ang="0">
                  <a:pos x="299" y="423"/>
                </a:cxn>
                <a:cxn ang="0">
                  <a:pos x="281" y="220"/>
                </a:cxn>
                <a:cxn ang="0">
                  <a:pos x="244" y="305"/>
                </a:cxn>
                <a:cxn ang="0">
                  <a:pos x="201" y="258"/>
                </a:cxn>
                <a:cxn ang="0">
                  <a:pos x="179" y="220"/>
                </a:cxn>
              </a:cxnLst>
              <a:rect l="0" t="0" r="r" b="b"/>
              <a:pathLst>
                <a:path w="516" h="1608">
                  <a:moveTo>
                    <a:pt x="475" y="785"/>
                  </a:moveTo>
                  <a:cubicBezTo>
                    <a:pt x="474" y="788"/>
                    <a:pt x="466" y="786"/>
                    <a:pt x="463" y="788"/>
                  </a:cubicBezTo>
                  <a:cubicBezTo>
                    <a:pt x="468" y="818"/>
                    <a:pt x="460" y="848"/>
                    <a:pt x="460" y="873"/>
                  </a:cubicBezTo>
                  <a:cubicBezTo>
                    <a:pt x="459" y="895"/>
                    <a:pt x="466" y="920"/>
                    <a:pt x="470" y="944"/>
                  </a:cubicBezTo>
                  <a:cubicBezTo>
                    <a:pt x="481" y="1012"/>
                    <a:pt x="494" y="1085"/>
                    <a:pt x="496" y="1161"/>
                  </a:cubicBezTo>
                  <a:cubicBezTo>
                    <a:pt x="497" y="1241"/>
                    <a:pt x="497" y="1324"/>
                    <a:pt x="497" y="1404"/>
                  </a:cubicBezTo>
                  <a:cubicBezTo>
                    <a:pt x="497" y="1418"/>
                    <a:pt x="496" y="1430"/>
                    <a:pt x="494" y="1442"/>
                  </a:cubicBezTo>
                  <a:cubicBezTo>
                    <a:pt x="492" y="1453"/>
                    <a:pt x="486" y="1462"/>
                    <a:pt x="485" y="1473"/>
                  </a:cubicBezTo>
                  <a:cubicBezTo>
                    <a:pt x="482" y="1490"/>
                    <a:pt x="485" y="1509"/>
                    <a:pt x="473" y="1516"/>
                  </a:cubicBezTo>
                  <a:cubicBezTo>
                    <a:pt x="477" y="1549"/>
                    <a:pt x="516" y="1552"/>
                    <a:pt x="509" y="1592"/>
                  </a:cubicBezTo>
                  <a:cubicBezTo>
                    <a:pt x="483" y="1606"/>
                    <a:pt x="422" y="1608"/>
                    <a:pt x="417" y="1575"/>
                  </a:cubicBezTo>
                  <a:cubicBezTo>
                    <a:pt x="383" y="1580"/>
                    <a:pt x="386" y="1549"/>
                    <a:pt x="386" y="1521"/>
                  </a:cubicBezTo>
                  <a:cubicBezTo>
                    <a:pt x="387" y="1516"/>
                    <a:pt x="377" y="1520"/>
                    <a:pt x="376" y="1516"/>
                  </a:cubicBezTo>
                  <a:cubicBezTo>
                    <a:pt x="352" y="1460"/>
                    <a:pt x="350" y="1375"/>
                    <a:pt x="349" y="1293"/>
                  </a:cubicBezTo>
                  <a:cubicBezTo>
                    <a:pt x="349" y="1248"/>
                    <a:pt x="349" y="1201"/>
                    <a:pt x="351" y="1156"/>
                  </a:cubicBezTo>
                  <a:cubicBezTo>
                    <a:pt x="352" y="1142"/>
                    <a:pt x="355" y="1126"/>
                    <a:pt x="354" y="1113"/>
                  </a:cubicBezTo>
                  <a:cubicBezTo>
                    <a:pt x="353" y="1107"/>
                    <a:pt x="349" y="1097"/>
                    <a:pt x="346" y="1089"/>
                  </a:cubicBezTo>
                  <a:cubicBezTo>
                    <a:pt x="331" y="1049"/>
                    <a:pt x="316" y="1011"/>
                    <a:pt x="301" y="973"/>
                  </a:cubicBezTo>
                  <a:cubicBezTo>
                    <a:pt x="295" y="958"/>
                    <a:pt x="292" y="940"/>
                    <a:pt x="278" y="932"/>
                  </a:cubicBezTo>
                  <a:cubicBezTo>
                    <a:pt x="281" y="1000"/>
                    <a:pt x="279" y="1072"/>
                    <a:pt x="279" y="1144"/>
                  </a:cubicBezTo>
                  <a:cubicBezTo>
                    <a:pt x="279" y="1179"/>
                    <a:pt x="275" y="1213"/>
                    <a:pt x="277" y="1247"/>
                  </a:cubicBezTo>
                  <a:cubicBezTo>
                    <a:pt x="279" y="1282"/>
                    <a:pt x="278" y="1317"/>
                    <a:pt x="283" y="1349"/>
                  </a:cubicBezTo>
                  <a:cubicBezTo>
                    <a:pt x="287" y="1370"/>
                    <a:pt x="293" y="1391"/>
                    <a:pt x="298" y="1412"/>
                  </a:cubicBezTo>
                  <a:cubicBezTo>
                    <a:pt x="305" y="1442"/>
                    <a:pt x="312" y="1467"/>
                    <a:pt x="308" y="1501"/>
                  </a:cubicBezTo>
                  <a:cubicBezTo>
                    <a:pt x="307" y="1508"/>
                    <a:pt x="306" y="1518"/>
                    <a:pt x="304" y="1523"/>
                  </a:cubicBezTo>
                  <a:cubicBezTo>
                    <a:pt x="301" y="1530"/>
                    <a:pt x="292" y="1533"/>
                    <a:pt x="290" y="1540"/>
                  </a:cubicBezTo>
                  <a:cubicBezTo>
                    <a:pt x="287" y="1550"/>
                    <a:pt x="292" y="1563"/>
                    <a:pt x="287" y="1572"/>
                  </a:cubicBezTo>
                  <a:cubicBezTo>
                    <a:pt x="283" y="1577"/>
                    <a:pt x="277" y="1577"/>
                    <a:pt x="270" y="1579"/>
                  </a:cubicBezTo>
                  <a:cubicBezTo>
                    <a:pt x="256" y="1586"/>
                    <a:pt x="238" y="1602"/>
                    <a:pt x="224" y="1605"/>
                  </a:cubicBezTo>
                  <a:cubicBezTo>
                    <a:pt x="216" y="1606"/>
                    <a:pt x="206" y="1603"/>
                    <a:pt x="196" y="1603"/>
                  </a:cubicBezTo>
                  <a:cubicBezTo>
                    <a:pt x="178" y="1601"/>
                    <a:pt x="164" y="1602"/>
                    <a:pt x="166" y="1580"/>
                  </a:cubicBezTo>
                  <a:cubicBezTo>
                    <a:pt x="167" y="1564"/>
                    <a:pt x="186" y="1552"/>
                    <a:pt x="192" y="1541"/>
                  </a:cubicBezTo>
                  <a:cubicBezTo>
                    <a:pt x="201" y="1522"/>
                    <a:pt x="199" y="1480"/>
                    <a:pt x="191" y="1458"/>
                  </a:cubicBezTo>
                  <a:cubicBezTo>
                    <a:pt x="187" y="1449"/>
                    <a:pt x="178" y="1442"/>
                    <a:pt x="176" y="1433"/>
                  </a:cubicBezTo>
                  <a:cubicBezTo>
                    <a:pt x="171" y="1415"/>
                    <a:pt x="172" y="1388"/>
                    <a:pt x="173" y="1366"/>
                  </a:cubicBezTo>
                  <a:cubicBezTo>
                    <a:pt x="174" y="1344"/>
                    <a:pt x="173" y="1323"/>
                    <a:pt x="171" y="1303"/>
                  </a:cubicBezTo>
                  <a:cubicBezTo>
                    <a:pt x="167" y="1261"/>
                    <a:pt x="165" y="1218"/>
                    <a:pt x="161" y="1176"/>
                  </a:cubicBezTo>
                  <a:cubicBezTo>
                    <a:pt x="158" y="1143"/>
                    <a:pt x="145" y="1112"/>
                    <a:pt x="138" y="1082"/>
                  </a:cubicBezTo>
                  <a:cubicBezTo>
                    <a:pt x="134" y="1067"/>
                    <a:pt x="130" y="1050"/>
                    <a:pt x="127" y="1035"/>
                  </a:cubicBezTo>
                  <a:cubicBezTo>
                    <a:pt x="120" y="1006"/>
                    <a:pt x="112" y="977"/>
                    <a:pt x="115" y="941"/>
                  </a:cubicBezTo>
                  <a:cubicBezTo>
                    <a:pt x="89" y="937"/>
                    <a:pt x="66" y="941"/>
                    <a:pt x="51" y="927"/>
                  </a:cubicBezTo>
                  <a:cubicBezTo>
                    <a:pt x="39" y="918"/>
                    <a:pt x="26" y="891"/>
                    <a:pt x="24" y="874"/>
                  </a:cubicBezTo>
                  <a:cubicBezTo>
                    <a:pt x="23" y="866"/>
                    <a:pt x="23" y="859"/>
                    <a:pt x="25" y="852"/>
                  </a:cubicBezTo>
                  <a:cubicBezTo>
                    <a:pt x="25" y="847"/>
                    <a:pt x="15" y="852"/>
                    <a:pt x="14" y="848"/>
                  </a:cubicBezTo>
                  <a:cubicBezTo>
                    <a:pt x="10" y="782"/>
                    <a:pt x="0" y="717"/>
                    <a:pt x="0" y="647"/>
                  </a:cubicBezTo>
                  <a:cubicBezTo>
                    <a:pt x="1" y="592"/>
                    <a:pt x="9" y="536"/>
                    <a:pt x="11" y="479"/>
                  </a:cubicBezTo>
                  <a:cubicBezTo>
                    <a:pt x="12" y="422"/>
                    <a:pt x="15" y="364"/>
                    <a:pt x="24" y="310"/>
                  </a:cubicBezTo>
                  <a:cubicBezTo>
                    <a:pt x="50" y="295"/>
                    <a:pt x="77" y="277"/>
                    <a:pt x="108" y="264"/>
                  </a:cubicBezTo>
                  <a:cubicBezTo>
                    <a:pt x="120" y="259"/>
                    <a:pt x="135" y="256"/>
                    <a:pt x="144" y="249"/>
                  </a:cubicBezTo>
                  <a:cubicBezTo>
                    <a:pt x="154" y="242"/>
                    <a:pt x="174" y="227"/>
                    <a:pt x="176" y="217"/>
                  </a:cubicBezTo>
                  <a:cubicBezTo>
                    <a:pt x="179" y="199"/>
                    <a:pt x="171" y="184"/>
                    <a:pt x="167" y="172"/>
                  </a:cubicBezTo>
                  <a:cubicBezTo>
                    <a:pt x="164" y="166"/>
                    <a:pt x="162" y="159"/>
                    <a:pt x="159" y="156"/>
                  </a:cubicBezTo>
                  <a:cubicBezTo>
                    <a:pt x="154" y="149"/>
                    <a:pt x="146" y="148"/>
                    <a:pt x="142" y="142"/>
                  </a:cubicBezTo>
                  <a:cubicBezTo>
                    <a:pt x="135" y="129"/>
                    <a:pt x="132" y="97"/>
                    <a:pt x="146" y="92"/>
                  </a:cubicBezTo>
                  <a:cubicBezTo>
                    <a:pt x="148" y="42"/>
                    <a:pt x="164" y="7"/>
                    <a:pt x="213" y="3"/>
                  </a:cubicBezTo>
                  <a:cubicBezTo>
                    <a:pt x="269" y="0"/>
                    <a:pt x="302" y="30"/>
                    <a:pt x="295" y="92"/>
                  </a:cubicBezTo>
                  <a:cubicBezTo>
                    <a:pt x="297" y="99"/>
                    <a:pt x="302" y="98"/>
                    <a:pt x="304" y="105"/>
                  </a:cubicBezTo>
                  <a:cubicBezTo>
                    <a:pt x="307" y="119"/>
                    <a:pt x="300" y="137"/>
                    <a:pt x="293" y="144"/>
                  </a:cubicBezTo>
                  <a:cubicBezTo>
                    <a:pt x="290" y="147"/>
                    <a:pt x="287" y="148"/>
                    <a:pt x="285" y="152"/>
                  </a:cubicBezTo>
                  <a:cubicBezTo>
                    <a:pt x="284" y="156"/>
                    <a:pt x="285" y="165"/>
                    <a:pt x="283" y="172"/>
                  </a:cubicBezTo>
                  <a:cubicBezTo>
                    <a:pt x="282" y="181"/>
                    <a:pt x="277" y="197"/>
                    <a:pt x="281" y="210"/>
                  </a:cubicBezTo>
                  <a:cubicBezTo>
                    <a:pt x="282" y="216"/>
                    <a:pt x="296" y="227"/>
                    <a:pt x="304" y="231"/>
                  </a:cubicBezTo>
                  <a:cubicBezTo>
                    <a:pt x="314" y="235"/>
                    <a:pt x="328" y="236"/>
                    <a:pt x="340" y="240"/>
                  </a:cubicBezTo>
                  <a:cubicBezTo>
                    <a:pt x="363" y="247"/>
                    <a:pt x="384" y="253"/>
                    <a:pt x="409" y="260"/>
                  </a:cubicBezTo>
                  <a:cubicBezTo>
                    <a:pt x="423" y="265"/>
                    <a:pt x="437" y="267"/>
                    <a:pt x="444" y="275"/>
                  </a:cubicBezTo>
                  <a:cubicBezTo>
                    <a:pt x="449" y="281"/>
                    <a:pt x="453" y="295"/>
                    <a:pt x="457" y="306"/>
                  </a:cubicBezTo>
                  <a:cubicBezTo>
                    <a:pt x="461" y="317"/>
                    <a:pt x="465" y="329"/>
                    <a:pt x="467" y="338"/>
                  </a:cubicBezTo>
                  <a:cubicBezTo>
                    <a:pt x="470" y="355"/>
                    <a:pt x="469" y="372"/>
                    <a:pt x="472" y="389"/>
                  </a:cubicBezTo>
                  <a:cubicBezTo>
                    <a:pt x="477" y="421"/>
                    <a:pt x="482" y="452"/>
                    <a:pt x="487" y="485"/>
                  </a:cubicBezTo>
                  <a:cubicBezTo>
                    <a:pt x="489" y="501"/>
                    <a:pt x="490" y="518"/>
                    <a:pt x="494" y="532"/>
                  </a:cubicBezTo>
                  <a:cubicBezTo>
                    <a:pt x="497" y="542"/>
                    <a:pt x="507" y="551"/>
                    <a:pt x="507" y="563"/>
                  </a:cubicBezTo>
                  <a:cubicBezTo>
                    <a:pt x="507" y="570"/>
                    <a:pt x="501" y="576"/>
                    <a:pt x="500" y="582"/>
                  </a:cubicBezTo>
                  <a:cubicBezTo>
                    <a:pt x="500" y="588"/>
                    <a:pt x="505" y="593"/>
                    <a:pt x="505" y="599"/>
                  </a:cubicBezTo>
                  <a:cubicBezTo>
                    <a:pt x="506" y="613"/>
                    <a:pt x="500" y="624"/>
                    <a:pt x="498" y="634"/>
                  </a:cubicBezTo>
                  <a:cubicBezTo>
                    <a:pt x="495" y="646"/>
                    <a:pt x="495" y="660"/>
                    <a:pt x="493" y="673"/>
                  </a:cubicBezTo>
                  <a:cubicBezTo>
                    <a:pt x="488" y="708"/>
                    <a:pt x="480" y="750"/>
                    <a:pt x="475" y="785"/>
                  </a:cubicBezTo>
                  <a:close/>
                  <a:moveTo>
                    <a:pt x="177" y="222"/>
                  </a:moveTo>
                  <a:cubicBezTo>
                    <a:pt x="171" y="267"/>
                    <a:pt x="183" y="313"/>
                    <a:pt x="193" y="359"/>
                  </a:cubicBezTo>
                  <a:cubicBezTo>
                    <a:pt x="213" y="461"/>
                    <a:pt x="204" y="581"/>
                    <a:pt x="208" y="694"/>
                  </a:cubicBezTo>
                  <a:cubicBezTo>
                    <a:pt x="266" y="693"/>
                    <a:pt x="327" y="693"/>
                    <a:pt x="383" y="694"/>
                  </a:cubicBezTo>
                  <a:cubicBezTo>
                    <a:pt x="378" y="677"/>
                    <a:pt x="370" y="659"/>
                    <a:pt x="362" y="642"/>
                  </a:cubicBezTo>
                  <a:cubicBezTo>
                    <a:pt x="347" y="606"/>
                    <a:pt x="336" y="567"/>
                    <a:pt x="324" y="529"/>
                  </a:cubicBezTo>
                  <a:cubicBezTo>
                    <a:pt x="318" y="511"/>
                    <a:pt x="310" y="492"/>
                    <a:pt x="306" y="473"/>
                  </a:cubicBezTo>
                  <a:cubicBezTo>
                    <a:pt x="302" y="458"/>
                    <a:pt x="301" y="440"/>
                    <a:pt x="299" y="423"/>
                  </a:cubicBezTo>
                  <a:cubicBezTo>
                    <a:pt x="293" y="371"/>
                    <a:pt x="288" y="317"/>
                    <a:pt x="285" y="267"/>
                  </a:cubicBezTo>
                  <a:cubicBezTo>
                    <a:pt x="284" y="252"/>
                    <a:pt x="288" y="234"/>
                    <a:pt x="281" y="220"/>
                  </a:cubicBezTo>
                  <a:cubicBezTo>
                    <a:pt x="270" y="239"/>
                    <a:pt x="263" y="261"/>
                    <a:pt x="251" y="279"/>
                  </a:cubicBezTo>
                  <a:cubicBezTo>
                    <a:pt x="251" y="290"/>
                    <a:pt x="252" y="301"/>
                    <a:pt x="244" y="305"/>
                  </a:cubicBezTo>
                  <a:cubicBezTo>
                    <a:pt x="242" y="304"/>
                    <a:pt x="245" y="297"/>
                    <a:pt x="243" y="296"/>
                  </a:cubicBezTo>
                  <a:cubicBezTo>
                    <a:pt x="225" y="286"/>
                    <a:pt x="215" y="272"/>
                    <a:pt x="201" y="258"/>
                  </a:cubicBezTo>
                  <a:cubicBezTo>
                    <a:pt x="194" y="250"/>
                    <a:pt x="185" y="241"/>
                    <a:pt x="182" y="232"/>
                  </a:cubicBezTo>
                  <a:cubicBezTo>
                    <a:pt x="181" y="228"/>
                    <a:pt x="183" y="223"/>
                    <a:pt x="179" y="220"/>
                  </a:cubicBezTo>
                  <a:cubicBezTo>
                    <a:pt x="177" y="220"/>
                    <a:pt x="177" y="221"/>
                    <a:pt x="177" y="222"/>
                  </a:cubicBezTo>
                  <a:close/>
                </a:path>
              </a:pathLst>
            </a:custGeom>
            <a:solidFill>
              <a:schemeClr val="accent4"/>
            </a:solidFill>
            <a:ln w="9525">
              <a:noFill/>
              <a:round/>
              <a:headEnd/>
              <a:tailEnd/>
            </a:ln>
          </p:spPr>
          <p:txBody>
            <a:bodyPr/>
            <a:lstStyle/>
            <a:p>
              <a:pPr fontAlgn="auto">
                <a:spcBef>
                  <a:spcPts val="0"/>
                </a:spcBef>
                <a:spcAft>
                  <a:spcPts val="0"/>
                </a:spcAft>
                <a:defRPr/>
              </a:pPr>
              <a:endParaRPr lang="da-DK" dirty="0">
                <a:solidFill>
                  <a:prstClr val="black"/>
                </a:solidFill>
                <a:latin typeface="Roboto Lt"/>
                <a:cs typeface="Simplified Arabic" panose="02020603050405020304" pitchFamily="18" charset="-78"/>
              </a:endParaRPr>
            </a:p>
          </p:txBody>
        </p:sp>
        <p:grpSp>
          <p:nvGrpSpPr>
            <p:cNvPr id="9" name="Gruppe 92"/>
            <p:cNvGrpSpPr>
              <a:grpSpLocks/>
            </p:cNvGrpSpPr>
            <p:nvPr/>
          </p:nvGrpSpPr>
          <p:grpSpPr bwMode="auto">
            <a:xfrm flipH="1">
              <a:off x="10093070" y="2128103"/>
              <a:ext cx="1156368" cy="3128723"/>
              <a:chOff x="3176834" y="3904792"/>
              <a:chExt cx="823514" cy="2228684"/>
            </a:xfrm>
            <a:solidFill>
              <a:schemeClr val="accent1"/>
            </a:solidFill>
          </p:grpSpPr>
          <p:grpSp>
            <p:nvGrpSpPr>
              <p:cNvPr id="16" name="Gruppe 52"/>
              <p:cNvGrpSpPr>
                <a:grpSpLocks/>
              </p:cNvGrpSpPr>
              <p:nvPr/>
            </p:nvGrpSpPr>
            <p:grpSpPr bwMode="auto">
              <a:xfrm>
                <a:off x="3176834" y="3904792"/>
                <a:ext cx="823514" cy="2228684"/>
                <a:chOff x="3612263" y="3839478"/>
                <a:chExt cx="823514" cy="2228684"/>
              </a:xfrm>
              <a:grpFill/>
            </p:grpSpPr>
            <p:sp>
              <p:nvSpPr>
                <p:cNvPr id="19" name="Freeform 137"/>
                <p:cNvSpPr>
                  <a:spLocks noEditPoints="1"/>
                </p:cNvSpPr>
                <p:nvPr/>
              </p:nvSpPr>
              <p:spPr bwMode="auto">
                <a:xfrm>
                  <a:off x="3804323" y="4157631"/>
                  <a:ext cx="588073" cy="1305483"/>
                </a:xfrm>
                <a:custGeom>
                  <a:avLst/>
                  <a:gdLst>
                    <a:gd name="T0" fmla="*/ 811490228 w 350"/>
                    <a:gd name="T1" fmla="*/ 413305594 h 774"/>
                    <a:gd name="T2" fmla="*/ 756046810 w 350"/>
                    <a:gd name="T3" fmla="*/ 257055956 h 774"/>
                    <a:gd name="T4" fmla="*/ 756046810 w 350"/>
                    <a:gd name="T5" fmla="*/ 221773779 h 774"/>
                    <a:gd name="T6" fmla="*/ 740925878 w 350"/>
                    <a:gd name="T7" fmla="*/ 181451242 h 774"/>
                    <a:gd name="T8" fmla="*/ 725804945 w 350"/>
                    <a:gd name="T9" fmla="*/ 115927201 h 774"/>
                    <a:gd name="T10" fmla="*/ 705643702 w 350"/>
                    <a:gd name="T11" fmla="*/ 90725621 h 774"/>
                    <a:gd name="T12" fmla="*/ 650200284 w 350"/>
                    <a:gd name="T13" fmla="*/ 65524067 h 774"/>
                    <a:gd name="T14" fmla="*/ 569555312 w 350"/>
                    <a:gd name="T15" fmla="*/ 45362811 h 774"/>
                    <a:gd name="T16" fmla="*/ 302418744 w 350"/>
                    <a:gd name="T17" fmla="*/ 0 h 774"/>
                    <a:gd name="T18" fmla="*/ 246975326 w 350"/>
                    <a:gd name="T19" fmla="*/ 10080625 h 774"/>
                    <a:gd name="T20" fmla="*/ 191531858 w 350"/>
                    <a:gd name="T21" fmla="*/ 35282189 h 774"/>
                    <a:gd name="T22" fmla="*/ 105846575 w 350"/>
                    <a:gd name="T23" fmla="*/ 70564378 h 774"/>
                    <a:gd name="T24" fmla="*/ 30241877 w 350"/>
                    <a:gd name="T25" fmla="*/ 90725621 h 774"/>
                    <a:gd name="T26" fmla="*/ 15120938 w 350"/>
                    <a:gd name="T27" fmla="*/ 105846579 h 774"/>
                    <a:gd name="T28" fmla="*/ 0 w 350"/>
                    <a:gd name="T29" fmla="*/ 151209377 h 774"/>
                    <a:gd name="T30" fmla="*/ 15120938 w 350"/>
                    <a:gd name="T31" fmla="*/ 216733468 h 774"/>
                    <a:gd name="T32" fmla="*/ 45362809 w 350"/>
                    <a:gd name="T33" fmla="*/ 267136577 h 774"/>
                    <a:gd name="T34" fmla="*/ 105846575 w 350"/>
                    <a:gd name="T35" fmla="*/ 524192533 h 774"/>
                    <a:gd name="T36" fmla="*/ 151209372 w 350"/>
                    <a:gd name="T37" fmla="*/ 635079373 h 774"/>
                    <a:gd name="T38" fmla="*/ 181451236 w 350"/>
                    <a:gd name="T39" fmla="*/ 715724348 h 774"/>
                    <a:gd name="T40" fmla="*/ 211693150 w 350"/>
                    <a:gd name="T41" fmla="*/ 801409633 h 774"/>
                    <a:gd name="T42" fmla="*/ 196572169 w 350"/>
                    <a:gd name="T43" fmla="*/ 871974184 h 774"/>
                    <a:gd name="T44" fmla="*/ 161289993 w 350"/>
                    <a:gd name="T45" fmla="*/ 1003022268 h 774"/>
                    <a:gd name="T46" fmla="*/ 120967507 w 350"/>
                    <a:gd name="T47" fmla="*/ 1169352528 h 774"/>
                    <a:gd name="T48" fmla="*/ 115927197 w 350"/>
                    <a:gd name="T49" fmla="*/ 1229836259 h 774"/>
                    <a:gd name="T50" fmla="*/ 146169061 w 350"/>
                    <a:gd name="T51" fmla="*/ 1244957192 h 774"/>
                    <a:gd name="T52" fmla="*/ 146169061 w 350"/>
                    <a:gd name="T53" fmla="*/ 1401206830 h 774"/>
                    <a:gd name="T54" fmla="*/ 156249683 w 350"/>
                    <a:gd name="T55" fmla="*/ 1653222375 h 774"/>
                    <a:gd name="T56" fmla="*/ 156249683 w 350"/>
                    <a:gd name="T57" fmla="*/ 1718746814 h 774"/>
                    <a:gd name="T58" fmla="*/ 156249683 w 350"/>
                    <a:gd name="T59" fmla="*/ 1789311167 h 774"/>
                    <a:gd name="T60" fmla="*/ 156249683 w 350"/>
                    <a:gd name="T61" fmla="*/ 1895157696 h 774"/>
                    <a:gd name="T62" fmla="*/ 272176879 w 350"/>
                    <a:gd name="T63" fmla="*/ 1940520494 h 774"/>
                    <a:gd name="T64" fmla="*/ 342741230 w 350"/>
                    <a:gd name="T65" fmla="*/ 1950601116 h 774"/>
                    <a:gd name="T66" fmla="*/ 493950651 w 350"/>
                    <a:gd name="T67" fmla="*/ 1925399561 h 774"/>
                    <a:gd name="T68" fmla="*/ 665321216 w 350"/>
                    <a:gd name="T69" fmla="*/ 1880036763 h 774"/>
                    <a:gd name="T70" fmla="*/ 781248363 w 350"/>
                    <a:gd name="T71" fmla="*/ 1834673965 h 774"/>
                    <a:gd name="T72" fmla="*/ 826611160 w 350"/>
                    <a:gd name="T73" fmla="*/ 1703625881 h 774"/>
                    <a:gd name="T74" fmla="*/ 821570849 w 350"/>
                    <a:gd name="T75" fmla="*/ 1340723099 h 774"/>
                    <a:gd name="T76" fmla="*/ 821570849 w 350"/>
                    <a:gd name="T77" fmla="*/ 1159271906 h 774"/>
                    <a:gd name="T78" fmla="*/ 796369296 w 350"/>
                    <a:gd name="T79" fmla="*/ 1028223823 h 774"/>
                    <a:gd name="T80" fmla="*/ 776208053 w 350"/>
                    <a:gd name="T81" fmla="*/ 967740092 h 774"/>
                    <a:gd name="T82" fmla="*/ 861893534 w 350"/>
                    <a:gd name="T83" fmla="*/ 751006524 h 774"/>
                    <a:gd name="T84" fmla="*/ 877014466 w 350"/>
                    <a:gd name="T85" fmla="*/ 705643726 h 774"/>
                    <a:gd name="T86" fmla="*/ 877014466 w 350"/>
                    <a:gd name="T87" fmla="*/ 685482482 h 774"/>
                    <a:gd name="T88" fmla="*/ 705643702 w 350"/>
                    <a:gd name="T89" fmla="*/ 619958440 h 774"/>
                    <a:gd name="T90" fmla="*/ 685482459 w 350"/>
                    <a:gd name="T91" fmla="*/ 650200306 h 774"/>
                    <a:gd name="T92" fmla="*/ 700603392 w 350"/>
                    <a:gd name="T93" fmla="*/ 594756886 h 774"/>
                    <a:gd name="T94" fmla="*/ 710684013 w 350"/>
                    <a:gd name="T95" fmla="*/ 604837508 h 774"/>
                    <a:gd name="T96" fmla="*/ 705643702 w 350"/>
                    <a:gd name="T97" fmla="*/ 619958440 h 7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0"/>
                    <a:gd name="T148" fmla="*/ 0 h 774"/>
                    <a:gd name="T149" fmla="*/ 350 w 350"/>
                    <a:gd name="T150" fmla="*/ 774 h 7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0" h="774">
                      <a:moveTo>
                        <a:pt x="344" y="262"/>
                      </a:moveTo>
                      <a:lnTo>
                        <a:pt x="344" y="262"/>
                      </a:lnTo>
                      <a:lnTo>
                        <a:pt x="322" y="164"/>
                      </a:lnTo>
                      <a:lnTo>
                        <a:pt x="300" y="102"/>
                      </a:lnTo>
                      <a:lnTo>
                        <a:pt x="300" y="96"/>
                      </a:lnTo>
                      <a:lnTo>
                        <a:pt x="300" y="88"/>
                      </a:lnTo>
                      <a:lnTo>
                        <a:pt x="296" y="80"/>
                      </a:lnTo>
                      <a:lnTo>
                        <a:pt x="294" y="76"/>
                      </a:lnTo>
                      <a:lnTo>
                        <a:pt x="294" y="72"/>
                      </a:lnTo>
                      <a:lnTo>
                        <a:pt x="292" y="56"/>
                      </a:lnTo>
                      <a:lnTo>
                        <a:pt x="288" y="46"/>
                      </a:lnTo>
                      <a:lnTo>
                        <a:pt x="284" y="40"/>
                      </a:lnTo>
                      <a:lnTo>
                        <a:pt x="280" y="36"/>
                      </a:lnTo>
                      <a:lnTo>
                        <a:pt x="270" y="30"/>
                      </a:lnTo>
                      <a:lnTo>
                        <a:pt x="260" y="26"/>
                      </a:lnTo>
                      <a:lnTo>
                        <a:pt x="258" y="26"/>
                      </a:lnTo>
                      <a:lnTo>
                        <a:pt x="234" y="20"/>
                      </a:lnTo>
                      <a:lnTo>
                        <a:pt x="226" y="18"/>
                      </a:lnTo>
                      <a:lnTo>
                        <a:pt x="212" y="14"/>
                      </a:lnTo>
                      <a:lnTo>
                        <a:pt x="176" y="8"/>
                      </a:lnTo>
                      <a:lnTo>
                        <a:pt x="120" y="0"/>
                      </a:lnTo>
                      <a:lnTo>
                        <a:pt x="112" y="0"/>
                      </a:lnTo>
                      <a:lnTo>
                        <a:pt x="98" y="4"/>
                      </a:lnTo>
                      <a:lnTo>
                        <a:pt x="84" y="8"/>
                      </a:lnTo>
                      <a:lnTo>
                        <a:pt x="76" y="14"/>
                      </a:lnTo>
                      <a:lnTo>
                        <a:pt x="68" y="18"/>
                      </a:lnTo>
                      <a:lnTo>
                        <a:pt x="58" y="22"/>
                      </a:lnTo>
                      <a:lnTo>
                        <a:pt x="42" y="28"/>
                      </a:lnTo>
                      <a:lnTo>
                        <a:pt x="28" y="32"/>
                      </a:lnTo>
                      <a:lnTo>
                        <a:pt x="12" y="36"/>
                      </a:lnTo>
                      <a:lnTo>
                        <a:pt x="8" y="38"/>
                      </a:lnTo>
                      <a:lnTo>
                        <a:pt x="6" y="42"/>
                      </a:lnTo>
                      <a:lnTo>
                        <a:pt x="4" y="48"/>
                      </a:lnTo>
                      <a:lnTo>
                        <a:pt x="0" y="60"/>
                      </a:lnTo>
                      <a:lnTo>
                        <a:pt x="0" y="70"/>
                      </a:lnTo>
                      <a:lnTo>
                        <a:pt x="2" y="80"/>
                      </a:lnTo>
                      <a:lnTo>
                        <a:pt x="6" y="86"/>
                      </a:lnTo>
                      <a:lnTo>
                        <a:pt x="18" y="106"/>
                      </a:lnTo>
                      <a:lnTo>
                        <a:pt x="30" y="158"/>
                      </a:lnTo>
                      <a:lnTo>
                        <a:pt x="42" y="208"/>
                      </a:lnTo>
                      <a:lnTo>
                        <a:pt x="50" y="224"/>
                      </a:lnTo>
                      <a:lnTo>
                        <a:pt x="56" y="240"/>
                      </a:lnTo>
                      <a:lnTo>
                        <a:pt x="60" y="252"/>
                      </a:lnTo>
                      <a:lnTo>
                        <a:pt x="64" y="266"/>
                      </a:lnTo>
                      <a:lnTo>
                        <a:pt x="72" y="284"/>
                      </a:lnTo>
                      <a:lnTo>
                        <a:pt x="80" y="304"/>
                      </a:lnTo>
                      <a:lnTo>
                        <a:pt x="82" y="312"/>
                      </a:lnTo>
                      <a:lnTo>
                        <a:pt x="84" y="318"/>
                      </a:lnTo>
                      <a:lnTo>
                        <a:pt x="82" y="332"/>
                      </a:lnTo>
                      <a:lnTo>
                        <a:pt x="78" y="346"/>
                      </a:lnTo>
                      <a:lnTo>
                        <a:pt x="72" y="364"/>
                      </a:lnTo>
                      <a:lnTo>
                        <a:pt x="64" y="398"/>
                      </a:lnTo>
                      <a:lnTo>
                        <a:pt x="54" y="438"/>
                      </a:lnTo>
                      <a:lnTo>
                        <a:pt x="48" y="464"/>
                      </a:lnTo>
                      <a:lnTo>
                        <a:pt x="42" y="484"/>
                      </a:lnTo>
                      <a:lnTo>
                        <a:pt x="46" y="488"/>
                      </a:lnTo>
                      <a:lnTo>
                        <a:pt x="52" y="492"/>
                      </a:lnTo>
                      <a:lnTo>
                        <a:pt x="58" y="494"/>
                      </a:lnTo>
                      <a:lnTo>
                        <a:pt x="58" y="506"/>
                      </a:lnTo>
                      <a:lnTo>
                        <a:pt x="58" y="524"/>
                      </a:lnTo>
                      <a:lnTo>
                        <a:pt x="58" y="556"/>
                      </a:lnTo>
                      <a:lnTo>
                        <a:pt x="60" y="606"/>
                      </a:lnTo>
                      <a:lnTo>
                        <a:pt x="62" y="656"/>
                      </a:lnTo>
                      <a:lnTo>
                        <a:pt x="62" y="672"/>
                      </a:lnTo>
                      <a:lnTo>
                        <a:pt x="62" y="682"/>
                      </a:lnTo>
                      <a:lnTo>
                        <a:pt x="62" y="710"/>
                      </a:lnTo>
                      <a:lnTo>
                        <a:pt x="62" y="732"/>
                      </a:lnTo>
                      <a:lnTo>
                        <a:pt x="62" y="752"/>
                      </a:lnTo>
                      <a:lnTo>
                        <a:pt x="72" y="756"/>
                      </a:lnTo>
                      <a:lnTo>
                        <a:pt x="108" y="770"/>
                      </a:lnTo>
                      <a:lnTo>
                        <a:pt x="122" y="774"/>
                      </a:lnTo>
                      <a:lnTo>
                        <a:pt x="136" y="774"/>
                      </a:lnTo>
                      <a:lnTo>
                        <a:pt x="152" y="774"/>
                      </a:lnTo>
                      <a:lnTo>
                        <a:pt x="168" y="770"/>
                      </a:lnTo>
                      <a:lnTo>
                        <a:pt x="196" y="764"/>
                      </a:lnTo>
                      <a:lnTo>
                        <a:pt x="214" y="760"/>
                      </a:lnTo>
                      <a:lnTo>
                        <a:pt x="264" y="746"/>
                      </a:lnTo>
                      <a:lnTo>
                        <a:pt x="288" y="738"/>
                      </a:lnTo>
                      <a:lnTo>
                        <a:pt x="310" y="728"/>
                      </a:lnTo>
                      <a:lnTo>
                        <a:pt x="330" y="716"/>
                      </a:lnTo>
                      <a:lnTo>
                        <a:pt x="328" y="676"/>
                      </a:lnTo>
                      <a:lnTo>
                        <a:pt x="326" y="616"/>
                      </a:lnTo>
                      <a:lnTo>
                        <a:pt x="326" y="532"/>
                      </a:lnTo>
                      <a:lnTo>
                        <a:pt x="324" y="468"/>
                      </a:lnTo>
                      <a:lnTo>
                        <a:pt x="326" y="460"/>
                      </a:lnTo>
                      <a:lnTo>
                        <a:pt x="326" y="446"/>
                      </a:lnTo>
                      <a:lnTo>
                        <a:pt x="324" y="434"/>
                      </a:lnTo>
                      <a:lnTo>
                        <a:pt x="316" y="408"/>
                      </a:lnTo>
                      <a:lnTo>
                        <a:pt x="310" y="392"/>
                      </a:lnTo>
                      <a:lnTo>
                        <a:pt x="308" y="384"/>
                      </a:lnTo>
                      <a:lnTo>
                        <a:pt x="324" y="344"/>
                      </a:lnTo>
                      <a:lnTo>
                        <a:pt x="338" y="314"/>
                      </a:lnTo>
                      <a:lnTo>
                        <a:pt x="342" y="298"/>
                      </a:lnTo>
                      <a:lnTo>
                        <a:pt x="344" y="290"/>
                      </a:lnTo>
                      <a:lnTo>
                        <a:pt x="348" y="280"/>
                      </a:lnTo>
                      <a:lnTo>
                        <a:pt x="350" y="276"/>
                      </a:lnTo>
                      <a:lnTo>
                        <a:pt x="348" y="272"/>
                      </a:lnTo>
                      <a:lnTo>
                        <a:pt x="344" y="262"/>
                      </a:lnTo>
                      <a:close/>
                      <a:moveTo>
                        <a:pt x="280" y="246"/>
                      </a:moveTo>
                      <a:lnTo>
                        <a:pt x="276" y="250"/>
                      </a:lnTo>
                      <a:lnTo>
                        <a:pt x="276" y="256"/>
                      </a:lnTo>
                      <a:lnTo>
                        <a:pt x="272" y="258"/>
                      </a:lnTo>
                      <a:lnTo>
                        <a:pt x="274" y="236"/>
                      </a:lnTo>
                      <a:lnTo>
                        <a:pt x="278" y="236"/>
                      </a:lnTo>
                      <a:lnTo>
                        <a:pt x="280" y="238"/>
                      </a:lnTo>
                      <a:lnTo>
                        <a:pt x="282" y="240"/>
                      </a:lnTo>
                      <a:lnTo>
                        <a:pt x="282" y="246"/>
                      </a:lnTo>
                      <a:lnTo>
                        <a:pt x="280" y="246"/>
                      </a:lnTo>
                      <a:close/>
                    </a:path>
                  </a:pathLst>
                </a:custGeom>
                <a:grpFill/>
                <a:ln w="9525">
                  <a:noFill/>
                  <a:round/>
                  <a:headEnd/>
                  <a:tailEnd/>
                </a:ln>
              </p:spPr>
              <p:txBody>
                <a:bodyPr/>
                <a:lstStyle/>
                <a:p>
                  <a:pPr fontAlgn="auto">
                    <a:spcBef>
                      <a:spcPts val="0"/>
                    </a:spcBef>
                    <a:spcAft>
                      <a:spcPts val="0"/>
                    </a:spcAft>
                    <a:defRPr/>
                  </a:pPr>
                  <a:endParaRPr lang="da-DK" dirty="0">
                    <a:solidFill>
                      <a:prstClr val="black"/>
                    </a:solidFill>
                    <a:latin typeface="Roboto Lt"/>
                    <a:cs typeface="Simplified Arabic" panose="02020603050405020304" pitchFamily="18" charset="-78"/>
                  </a:endParaRPr>
                </a:p>
              </p:txBody>
            </p:sp>
            <p:sp>
              <p:nvSpPr>
                <p:cNvPr id="20" name="Freeform 139"/>
                <p:cNvSpPr>
                  <a:spLocks/>
                </p:cNvSpPr>
                <p:nvPr/>
              </p:nvSpPr>
              <p:spPr bwMode="auto">
                <a:xfrm>
                  <a:off x="3882332" y="3839514"/>
                  <a:ext cx="339041" cy="366135"/>
                </a:xfrm>
                <a:custGeom>
                  <a:avLst/>
                  <a:gdLst>
                    <a:gd name="T0" fmla="*/ 282257514 w 202"/>
                    <a:gd name="T1" fmla="*/ 10080625 h 216"/>
                    <a:gd name="T2" fmla="*/ 317539691 w 202"/>
                    <a:gd name="T3" fmla="*/ 5040313 h 216"/>
                    <a:gd name="T4" fmla="*/ 327620313 w 202"/>
                    <a:gd name="T5" fmla="*/ 10080625 h 216"/>
                    <a:gd name="T6" fmla="*/ 403224977 w 202"/>
                    <a:gd name="T7" fmla="*/ 15120939 h 216"/>
                    <a:gd name="T8" fmla="*/ 433466942 w 202"/>
                    <a:gd name="T9" fmla="*/ 30241879 h 216"/>
                    <a:gd name="T10" fmla="*/ 443547564 w 202"/>
                    <a:gd name="T11" fmla="*/ 45362812 h 216"/>
                    <a:gd name="T12" fmla="*/ 463708808 w 202"/>
                    <a:gd name="T13" fmla="*/ 100806246 h 216"/>
                    <a:gd name="T14" fmla="*/ 463708808 w 202"/>
                    <a:gd name="T15" fmla="*/ 156249693 h 216"/>
                    <a:gd name="T16" fmla="*/ 473789430 w 202"/>
                    <a:gd name="T17" fmla="*/ 226814098 h 216"/>
                    <a:gd name="T18" fmla="*/ 473789430 w 202"/>
                    <a:gd name="T19" fmla="*/ 307459075 h 216"/>
                    <a:gd name="T20" fmla="*/ 453628186 w 202"/>
                    <a:gd name="T21" fmla="*/ 372983119 h 216"/>
                    <a:gd name="T22" fmla="*/ 453628186 w 202"/>
                    <a:gd name="T23" fmla="*/ 393144363 h 216"/>
                    <a:gd name="T24" fmla="*/ 473789430 w 202"/>
                    <a:gd name="T25" fmla="*/ 443547573 h 216"/>
                    <a:gd name="T26" fmla="*/ 493950674 w 202"/>
                    <a:gd name="T27" fmla="*/ 453628195 h 216"/>
                    <a:gd name="T28" fmla="*/ 483870052 w 202"/>
                    <a:gd name="T29" fmla="*/ 453628195 h 216"/>
                    <a:gd name="T30" fmla="*/ 463708808 w 202"/>
                    <a:gd name="T31" fmla="*/ 453628195 h 216"/>
                    <a:gd name="T32" fmla="*/ 473789430 w 202"/>
                    <a:gd name="T33" fmla="*/ 478829751 h 216"/>
                    <a:gd name="T34" fmla="*/ 498990985 w 202"/>
                    <a:gd name="T35" fmla="*/ 493950684 h 216"/>
                    <a:gd name="T36" fmla="*/ 509071607 w 202"/>
                    <a:gd name="T37" fmla="*/ 488910373 h 216"/>
                    <a:gd name="T38" fmla="*/ 493950674 w 202"/>
                    <a:gd name="T39" fmla="*/ 534273172 h 216"/>
                    <a:gd name="T40" fmla="*/ 473789430 w 202"/>
                    <a:gd name="T41" fmla="*/ 544353795 h 216"/>
                    <a:gd name="T42" fmla="*/ 453628186 w 202"/>
                    <a:gd name="T43" fmla="*/ 544353795 h 216"/>
                    <a:gd name="T44" fmla="*/ 418346010 w 202"/>
                    <a:gd name="T45" fmla="*/ 534273172 h 216"/>
                    <a:gd name="T46" fmla="*/ 398184666 w 202"/>
                    <a:gd name="T47" fmla="*/ 509071617 h 216"/>
                    <a:gd name="T48" fmla="*/ 398184666 w 202"/>
                    <a:gd name="T49" fmla="*/ 493950684 h 216"/>
                    <a:gd name="T50" fmla="*/ 388104044 w 202"/>
                    <a:gd name="T51" fmla="*/ 478829751 h 216"/>
                    <a:gd name="T52" fmla="*/ 352821868 w 202"/>
                    <a:gd name="T53" fmla="*/ 468749128 h 216"/>
                    <a:gd name="T54" fmla="*/ 337700935 w 202"/>
                    <a:gd name="T55" fmla="*/ 453628195 h 216"/>
                    <a:gd name="T56" fmla="*/ 196572178 w 202"/>
                    <a:gd name="T57" fmla="*/ 453628195 h 216"/>
                    <a:gd name="T58" fmla="*/ 176410934 w 202"/>
                    <a:gd name="T59" fmla="*/ 478829751 h 216"/>
                    <a:gd name="T60" fmla="*/ 176410934 w 202"/>
                    <a:gd name="T61" fmla="*/ 504031306 h 216"/>
                    <a:gd name="T62" fmla="*/ 171370623 w 202"/>
                    <a:gd name="T63" fmla="*/ 524192550 h 216"/>
                    <a:gd name="T64" fmla="*/ 151209379 w 202"/>
                    <a:gd name="T65" fmla="*/ 534273172 h 216"/>
                    <a:gd name="T66" fmla="*/ 141128757 w 202"/>
                    <a:gd name="T67" fmla="*/ 539313484 h 216"/>
                    <a:gd name="T68" fmla="*/ 120967513 w 202"/>
                    <a:gd name="T69" fmla="*/ 534273172 h 216"/>
                    <a:gd name="T70" fmla="*/ 70564378 w 202"/>
                    <a:gd name="T71" fmla="*/ 544353795 h 216"/>
                    <a:gd name="T72" fmla="*/ 35282189 w 202"/>
                    <a:gd name="T73" fmla="*/ 529232861 h 216"/>
                    <a:gd name="T74" fmla="*/ 15120939 w 202"/>
                    <a:gd name="T75" fmla="*/ 493950684 h 216"/>
                    <a:gd name="T76" fmla="*/ 0 w 202"/>
                    <a:gd name="T77" fmla="*/ 473789440 h 216"/>
                    <a:gd name="T78" fmla="*/ 30241878 w 202"/>
                    <a:gd name="T79" fmla="*/ 478829751 h 216"/>
                    <a:gd name="T80" fmla="*/ 35282189 w 202"/>
                    <a:gd name="T81" fmla="*/ 473789440 h 216"/>
                    <a:gd name="T82" fmla="*/ 45362811 w 202"/>
                    <a:gd name="T83" fmla="*/ 458668506 h 216"/>
                    <a:gd name="T84" fmla="*/ 65524068 w 202"/>
                    <a:gd name="T85" fmla="*/ 433466951 h 216"/>
                    <a:gd name="T86" fmla="*/ 60483757 w 202"/>
                    <a:gd name="T87" fmla="*/ 398184674 h 216"/>
                    <a:gd name="T88" fmla="*/ 55443446 w 202"/>
                    <a:gd name="T89" fmla="*/ 367942808 h 216"/>
                    <a:gd name="T90" fmla="*/ 45362811 w 202"/>
                    <a:gd name="T91" fmla="*/ 312499386 h 216"/>
                    <a:gd name="T92" fmla="*/ 55443446 w 202"/>
                    <a:gd name="T93" fmla="*/ 267136586 h 216"/>
                    <a:gd name="T94" fmla="*/ 80645000 w 202"/>
                    <a:gd name="T95" fmla="*/ 196572182 h 216"/>
                    <a:gd name="T96" fmla="*/ 90725622 w 202"/>
                    <a:gd name="T97" fmla="*/ 171370626 h 216"/>
                    <a:gd name="T98" fmla="*/ 120967513 w 202"/>
                    <a:gd name="T99" fmla="*/ 105846582 h 216"/>
                    <a:gd name="T100" fmla="*/ 181451245 w 202"/>
                    <a:gd name="T101" fmla="*/ 45362812 h 216"/>
                    <a:gd name="T102" fmla="*/ 236894715 w 202"/>
                    <a:gd name="T103" fmla="*/ 5040313 h 216"/>
                    <a:gd name="T104" fmla="*/ 272176892 w 202"/>
                    <a:gd name="T105" fmla="*/ 5040313 h 216"/>
                    <a:gd name="T106" fmla="*/ 282257514 w 202"/>
                    <a:gd name="T107" fmla="*/ 10080625 h 2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2"/>
                    <a:gd name="T163" fmla="*/ 0 h 216"/>
                    <a:gd name="T164" fmla="*/ 202 w 202"/>
                    <a:gd name="T165" fmla="*/ 216 h 2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2" h="216">
                      <a:moveTo>
                        <a:pt x="112" y="4"/>
                      </a:moveTo>
                      <a:lnTo>
                        <a:pt x="112" y="4"/>
                      </a:lnTo>
                      <a:lnTo>
                        <a:pt x="120" y="2"/>
                      </a:lnTo>
                      <a:lnTo>
                        <a:pt x="126" y="2"/>
                      </a:lnTo>
                      <a:lnTo>
                        <a:pt x="130" y="4"/>
                      </a:lnTo>
                      <a:lnTo>
                        <a:pt x="146" y="4"/>
                      </a:lnTo>
                      <a:lnTo>
                        <a:pt x="160" y="6"/>
                      </a:lnTo>
                      <a:lnTo>
                        <a:pt x="166" y="8"/>
                      </a:lnTo>
                      <a:lnTo>
                        <a:pt x="172" y="12"/>
                      </a:lnTo>
                      <a:lnTo>
                        <a:pt x="176" y="18"/>
                      </a:lnTo>
                      <a:lnTo>
                        <a:pt x="180" y="24"/>
                      </a:lnTo>
                      <a:lnTo>
                        <a:pt x="184" y="40"/>
                      </a:lnTo>
                      <a:lnTo>
                        <a:pt x="184" y="54"/>
                      </a:lnTo>
                      <a:lnTo>
                        <a:pt x="184" y="62"/>
                      </a:lnTo>
                      <a:lnTo>
                        <a:pt x="188" y="90"/>
                      </a:lnTo>
                      <a:lnTo>
                        <a:pt x="190" y="108"/>
                      </a:lnTo>
                      <a:lnTo>
                        <a:pt x="188" y="122"/>
                      </a:lnTo>
                      <a:lnTo>
                        <a:pt x="180" y="148"/>
                      </a:lnTo>
                      <a:lnTo>
                        <a:pt x="180" y="156"/>
                      </a:lnTo>
                      <a:lnTo>
                        <a:pt x="182" y="166"/>
                      </a:lnTo>
                      <a:lnTo>
                        <a:pt x="188" y="176"/>
                      </a:lnTo>
                      <a:lnTo>
                        <a:pt x="192" y="178"/>
                      </a:lnTo>
                      <a:lnTo>
                        <a:pt x="196" y="180"/>
                      </a:lnTo>
                      <a:lnTo>
                        <a:pt x="192" y="180"/>
                      </a:lnTo>
                      <a:lnTo>
                        <a:pt x="188" y="180"/>
                      </a:lnTo>
                      <a:lnTo>
                        <a:pt x="184" y="180"/>
                      </a:lnTo>
                      <a:lnTo>
                        <a:pt x="188" y="190"/>
                      </a:lnTo>
                      <a:lnTo>
                        <a:pt x="194" y="194"/>
                      </a:lnTo>
                      <a:lnTo>
                        <a:pt x="198" y="196"/>
                      </a:lnTo>
                      <a:lnTo>
                        <a:pt x="202" y="194"/>
                      </a:lnTo>
                      <a:lnTo>
                        <a:pt x="200" y="204"/>
                      </a:lnTo>
                      <a:lnTo>
                        <a:pt x="196" y="212"/>
                      </a:lnTo>
                      <a:lnTo>
                        <a:pt x="192" y="214"/>
                      </a:lnTo>
                      <a:lnTo>
                        <a:pt x="188" y="216"/>
                      </a:lnTo>
                      <a:lnTo>
                        <a:pt x="180" y="216"/>
                      </a:lnTo>
                      <a:lnTo>
                        <a:pt x="170" y="214"/>
                      </a:lnTo>
                      <a:lnTo>
                        <a:pt x="166" y="212"/>
                      </a:lnTo>
                      <a:lnTo>
                        <a:pt x="162" y="208"/>
                      </a:lnTo>
                      <a:lnTo>
                        <a:pt x="158" y="202"/>
                      </a:lnTo>
                      <a:lnTo>
                        <a:pt x="158" y="196"/>
                      </a:lnTo>
                      <a:lnTo>
                        <a:pt x="156" y="192"/>
                      </a:lnTo>
                      <a:lnTo>
                        <a:pt x="154" y="190"/>
                      </a:lnTo>
                      <a:lnTo>
                        <a:pt x="144" y="188"/>
                      </a:lnTo>
                      <a:lnTo>
                        <a:pt x="140" y="186"/>
                      </a:lnTo>
                      <a:lnTo>
                        <a:pt x="136" y="184"/>
                      </a:lnTo>
                      <a:lnTo>
                        <a:pt x="134" y="180"/>
                      </a:lnTo>
                      <a:lnTo>
                        <a:pt x="134" y="176"/>
                      </a:lnTo>
                      <a:lnTo>
                        <a:pt x="78" y="180"/>
                      </a:lnTo>
                      <a:lnTo>
                        <a:pt x="70" y="190"/>
                      </a:lnTo>
                      <a:lnTo>
                        <a:pt x="70" y="194"/>
                      </a:lnTo>
                      <a:lnTo>
                        <a:pt x="70" y="200"/>
                      </a:lnTo>
                      <a:lnTo>
                        <a:pt x="70" y="206"/>
                      </a:lnTo>
                      <a:lnTo>
                        <a:pt x="68" y="208"/>
                      </a:lnTo>
                      <a:lnTo>
                        <a:pt x="64" y="212"/>
                      </a:lnTo>
                      <a:lnTo>
                        <a:pt x="60" y="212"/>
                      </a:lnTo>
                      <a:lnTo>
                        <a:pt x="56" y="214"/>
                      </a:lnTo>
                      <a:lnTo>
                        <a:pt x="48" y="212"/>
                      </a:lnTo>
                      <a:lnTo>
                        <a:pt x="42" y="214"/>
                      </a:lnTo>
                      <a:lnTo>
                        <a:pt x="28" y="216"/>
                      </a:lnTo>
                      <a:lnTo>
                        <a:pt x="22" y="214"/>
                      </a:lnTo>
                      <a:lnTo>
                        <a:pt x="14" y="210"/>
                      </a:lnTo>
                      <a:lnTo>
                        <a:pt x="8" y="204"/>
                      </a:lnTo>
                      <a:lnTo>
                        <a:pt x="6" y="196"/>
                      </a:lnTo>
                      <a:lnTo>
                        <a:pt x="0" y="188"/>
                      </a:lnTo>
                      <a:lnTo>
                        <a:pt x="6" y="190"/>
                      </a:lnTo>
                      <a:lnTo>
                        <a:pt x="12" y="190"/>
                      </a:lnTo>
                      <a:lnTo>
                        <a:pt x="14" y="190"/>
                      </a:lnTo>
                      <a:lnTo>
                        <a:pt x="14" y="188"/>
                      </a:lnTo>
                      <a:lnTo>
                        <a:pt x="18" y="182"/>
                      </a:lnTo>
                      <a:lnTo>
                        <a:pt x="24" y="178"/>
                      </a:lnTo>
                      <a:lnTo>
                        <a:pt x="26" y="172"/>
                      </a:lnTo>
                      <a:lnTo>
                        <a:pt x="26" y="166"/>
                      </a:lnTo>
                      <a:lnTo>
                        <a:pt x="24" y="158"/>
                      </a:lnTo>
                      <a:lnTo>
                        <a:pt x="22" y="146"/>
                      </a:lnTo>
                      <a:lnTo>
                        <a:pt x="18" y="134"/>
                      </a:lnTo>
                      <a:lnTo>
                        <a:pt x="18" y="124"/>
                      </a:lnTo>
                      <a:lnTo>
                        <a:pt x="18" y="114"/>
                      </a:lnTo>
                      <a:lnTo>
                        <a:pt x="22" y="106"/>
                      </a:lnTo>
                      <a:lnTo>
                        <a:pt x="30" y="88"/>
                      </a:lnTo>
                      <a:lnTo>
                        <a:pt x="32" y="78"/>
                      </a:lnTo>
                      <a:lnTo>
                        <a:pt x="36" y="68"/>
                      </a:lnTo>
                      <a:lnTo>
                        <a:pt x="40" y="56"/>
                      </a:lnTo>
                      <a:lnTo>
                        <a:pt x="48" y="42"/>
                      </a:lnTo>
                      <a:lnTo>
                        <a:pt x="60" y="30"/>
                      </a:lnTo>
                      <a:lnTo>
                        <a:pt x="72" y="18"/>
                      </a:lnTo>
                      <a:lnTo>
                        <a:pt x="84" y="10"/>
                      </a:lnTo>
                      <a:lnTo>
                        <a:pt x="94" y="2"/>
                      </a:lnTo>
                      <a:lnTo>
                        <a:pt x="104" y="0"/>
                      </a:lnTo>
                      <a:lnTo>
                        <a:pt x="108" y="2"/>
                      </a:lnTo>
                      <a:lnTo>
                        <a:pt x="112" y="4"/>
                      </a:lnTo>
                      <a:close/>
                    </a:path>
                  </a:pathLst>
                </a:custGeom>
                <a:grpFill/>
                <a:ln w="9525">
                  <a:noFill/>
                  <a:round/>
                  <a:headEnd/>
                  <a:tailEnd/>
                </a:ln>
              </p:spPr>
              <p:txBody>
                <a:bodyPr/>
                <a:lstStyle/>
                <a:p>
                  <a:pPr fontAlgn="auto">
                    <a:spcBef>
                      <a:spcPts val="0"/>
                    </a:spcBef>
                    <a:spcAft>
                      <a:spcPts val="0"/>
                    </a:spcAft>
                    <a:defRPr/>
                  </a:pPr>
                  <a:endParaRPr lang="da-DK" dirty="0">
                    <a:solidFill>
                      <a:prstClr val="black"/>
                    </a:solidFill>
                    <a:latin typeface="Roboto Lt"/>
                    <a:cs typeface="Simplified Arabic" panose="02020603050405020304" pitchFamily="18" charset="-78"/>
                  </a:endParaRPr>
                </a:p>
              </p:txBody>
            </p:sp>
            <p:sp>
              <p:nvSpPr>
                <p:cNvPr id="21" name="Freeform 141"/>
                <p:cNvSpPr>
                  <a:spLocks/>
                </p:cNvSpPr>
                <p:nvPr/>
              </p:nvSpPr>
              <p:spPr bwMode="auto">
                <a:xfrm>
                  <a:off x="3999346" y="3881529"/>
                  <a:ext cx="174022" cy="249093"/>
                </a:xfrm>
                <a:custGeom>
                  <a:avLst/>
                  <a:gdLst>
                    <a:gd name="T0" fmla="*/ 231854407 w 106"/>
                    <a:gd name="T1" fmla="*/ 50403117 h 150"/>
                    <a:gd name="T2" fmla="*/ 231854407 w 106"/>
                    <a:gd name="T3" fmla="*/ 50403117 h 150"/>
                    <a:gd name="T4" fmla="*/ 246975341 w 106"/>
                    <a:gd name="T5" fmla="*/ 85685302 h 150"/>
                    <a:gd name="T6" fmla="*/ 262096274 w 106"/>
                    <a:gd name="T7" fmla="*/ 115927190 h 150"/>
                    <a:gd name="T8" fmla="*/ 267136585 w 106"/>
                    <a:gd name="T9" fmla="*/ 141128742 h 150"/>
                    <a:gd name="T10" fmla="*/ 267136585 w 106"/>
                    <a:gd name="T11" fmla="*/ 141128742 h 150"/>
                    <a:gd name="T12" fmla="*/ 267136585 w 106"/>
                    <a:gd name="T13" fmla="*/ 186491536 h 150"/>
                    <a:gd name="T14" fmla="*/ 267136585 w 106"/>
                    <a:gd name="T15" fmla="*/ 186491536 h 150"/>
                    <a:gd name="T16" fmla="*/ 257055963 w 106"/>
                    <a:gd name="T17" fmla="*/ 241935001 h 150"/>
                    <a:gd name="T18" fmla="*/ 252015652 w 106"/>
                    <a:gd name="T19" fmla="*/ 277217174 h 150"/>
                    <a:gd name="T20" fmla="*/ 241935030 w 106"/>
                    <a:gd name="T21" fmla="*/ 302418726 h 150"/>
                    <a:gd name="T22" fmla="*/ 241935030 w 106"/>
                    <a:gd name="T23" fmla="*/ 302418726 h 150"/>
                    <a:gd name="T24" fmla="*/ 201612492 w 106"/>
                    <a:gd name="T25" fmla="*/ 367942762 h 150"/>
                    <a:gd name="T26" fmla="*/ 201612492 w 106"/>
                    <a:gd name="T27" fmla="*/ 367942762 h 150"/>
                    <a:gd name="T28" fmla="*/ 191531869 w 106"/>
                    <a:gd name="T29" fmla="*/ 372983072 h 150"/>
                    <a:gd name="T30" fmla="*/ 176410936 w 106"/>
                    <a:gd name="T31" fmla="*/ 378023383 h 150"/>
                    <a:gd name="T32" fmla="*/ 161290003 w 106"/>
                    <a:gd name="T33" fmla="*/ 378023383 h 150"/>
                    <a:gd name="T34" fmla="*/ 161290003 w 106"/>
                    <a:gd name="T35" fmla="*/ 378023383 h 150"/>
                    <a:gd name="T36" fmla="*/ 136088448 w 106"/>
                    <a:gd name="T37" fmla="*/ 372983072 h 150"/>
                    <a:gd name="T38" fmla="*/ 105846582 w 106"/>
                    <a:gd name="T39" fmla="*/ 362902452 h 150"/>
                    <a:gd name="T40" fmla="*/ 65524068 w 106"/>
                    <a:gd name="T41" fmla="*/ 342741210 h 150"/>
                    <a:gd name="T42" fmla="*/ 65524068 w 106"/>
                    <a:gd name="T43" fmla="*/ 342741210 h 150"/>
                    <a:gd name="T44" fmla="*/ 40322501 w 106"/>
                    <a:gd name="T45" fmla="*/ 332660589 h 150"/>
                    <a:gd name="T46" fmla="*/ 20161250 w 106"/>
                    <a:gd name="T47" fmla="*/ 317539658 h 150"/>
                    <a:gd name="T48" fmla="*/ 10080625 w 106"/>
                    <a:gd name="T49" fmla="*/ 307459037 h 150"/>
                    <a:gd name="T50" fmla="*/ 5040313 w 106"/>
                    <a:gd name="T51" fmla="*/ 297378416 h 150"/>
                    <a:gd name="T52" fmla="*/ 5040313 w 106"/>
                    <a:gd name="T53" fmla="*/ 297378416 h 150"/>
                    <a:gd name="T54" fmla="*/ 0 w 106"/>
                    <a:gd name="T55" fmla="*/ 262096243 h 150"/>
                    <a:gd name="T56" fmla="*/ 0 w 106"/>
                    <a:gd name="T57" fmla="*/ 246975311 h 150"/>
                    <a:gd name="T58" fmla="*/ 0 w 106"/>
                    <a:gd name="T59" fmla="*/ 246975311 h 150"/>
                    <a:gd name="T60" fmla="*/ 10080625 w 106"/>
                    <a:gd name="T61" fmla="*/ 206652778 h 150"/>
                    <a:gd name="T62" fmla="*/ 15120939 w 106"/>
                    <a:gd name="T63" fmla="*/ 166330294 h 150"/>
                    <a:gd name="T64" fmla="*/ 20161250 w 106"/>
                    <a:gd name="T65" fmla="*/ 126007811 h 150"/>
                    <a:gd name="T66" fmla="*/ 20161250 w 106"/>
                    <a:gd name="T67" fmla="*/ 126007811 h 150"/>
                    <a:gd name="T68" fmla="*/ 20161250 w 106"/>
                    <a:gd name="T69" fmla="*/ 105846569 h 150"/>
                    <a:gd name="T70" fmla="*/ 25201561 w 106"/>
                    <a:gd name="T71" fmla="*/ 85685302 h 150"/>
                    <a:gd name="T72" fmla="*/ 40322501 w 106"/>
                    <a:gd name="T73" fmla="*/ 65524061 h 150"/>
                    <a:gd name="T74" fmla="*/ 50403123 w 106"/>
                    <a:gd name="T75" fmla="*/ 45362806 h 150"/>
                    <a:gd name="T76" fmla="*/ 65524068 w 106"/>
                    <a:gd name="T77" fmla="*/ 30241875 h 150"/>
                    <a:gd name="T78" fmla="*/ 85685313 w 106"/>
                    <a:gd name="T79" fmla="*/ 15120938 h 150"/>
                    <a:gd name="T80" fmla="*/ 100806246 w 106"/>
                    <a:gd name="T81" fmla="*/ 5040312 h 150"/>
                    <a:gd name="T82" fmla="*/ 120967515 w 106"/>
                    <a:gd name="T83" fmla="*/ 0 h 150"/>
                    <a:gd name="T84" fmla="*/ 120967515 w 106"/>
                    <a:gd name="T85" fmla="*/ 0 h 150"/>
                    <a:gd name="T86" fmla="*/ 156249692 w 106"/>
                    <a:gd name="T87" fmla="*/ 5040312 h 150"/>
                    <a:gd name="T88" fmla="*/ 186491558 w 106"/>
                    <a:gd name="T89" fmla="*/ 15120938 h 150"/>
                    <a:gd name="T90" fmla="*/ 211693163 w 106"/>
                    <a:gd name="T91" fmla="*/ 30241875 h 150"/>
                    <a:gd name="T92" fmla="*/ 231854407 w 106"/>
                    <a:gd name="T93" fmla="*/ 50403117 h 150"/>
                    <a:gd name="T94" fmla="*/ 231854407 w 106"/>
                    <a:gd name="T95" fmla="*/ 50403117 h 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6"/>
                    <a:gd name="T145" fmla="*/ 0 h 150"/>
                    <a:gd name="T146" fmla="*/ 106 w 106"/>
                    <a:gd name="T147" fmla="*/ 150 h 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6" h="150">
                      <a:moveTo>
                        <a:pt x="92" y="20"/>
                      </a:moveTo>
                      <a:lnTo>
                        <a:pt x="92" y="20"/>
                      </a:lnTo>
                      <a:lnTo>
                        <a:pt x="98" y="34"/>
                      </a:lnTo>
                      <a:lnTo>
                        <a:pt x="104" y="46"/>
                      </a:lnTo>
                      <a:lnTo>
                        <a:pt x="106" y="56"/>
                      </a:lnTo>
                      <a:lnTo>
                        <a:pt x="106" y="74"/>
                      </a:lnTo>
                      <a:lnTo>
                        <a:pt x="102" y="96"/>
                      </a:lnTo>
                      <a:lnTo>
                        <a:pt x="100" y="110"/>
                      </a:lnTo>
                      <a:lnTo>
                        <a:pt x="96" y="120"/>
                      </a:lnTo>
                      <a:lnTo>
                        <a:pt x="80" y="146"/>
                      </a:lnTo>
                      <a:lnTo>
                        <a:pt x="76" y="148"/>
                      </a:lnTo>
                      <a:lnTo>
                        <a:pt x="70" y="150"/>
                      </a:lnTo>
                      <a:lnTo>
                        <a:pt x="64" y="150"/>
                      </a:lnTo>
                      <a:lnTo>
                        <a:pt x="54" y="148"/>
                      </a:lnTo>
                      <a:lnTo>
                        <a:pt x="42" y="144"/>
                      </a:lnTo>
                      <a:lnTo>
                        <a:pt x="26" y="136"/>
                      </a:lnTo>
                      <a:lnTo>
                        <a:pt x="16" y="132"/>
                      </a:lnTo>
                      <a:lnTo>
                        <a:pt x="8" y="126"/>
                      </a:lnTo>
                      <a:lnTo>
                        <a:pt x="4" y="122"/>
                      </a:lnTo>
                      <a:lnTo>
                        <a:pt x="2" y="118"/>
                      </a:lnTo>
                      <a:lnTo>
                        <a:pt x="0" y="104"/>
                      </a:lnTo>
                      <a:lnTo>
                        <a:pt x="0" y="98"/>
                      </a:lnTo>
                      <a:lnTo>
                        <a:pt x="4" y="82"/>
                      </a:lnTo>
                      <a:lnTo>
                        <a:pt x="6" y="66"/>
                      </a:lnTo>
                      <a:lnTo>
                        <a:pt x="8" y="50"/>
                      </a:lnTo>
                      <a:lnTo>
                        <a:pt x="8" y="42"/>
                      </a:lnTo>
                      <a:lnTo>
                        <a:pt x="10" y="34"/>
                      </a:lnTo>
                      <a:lnTo>
                        <a:pt x="16" y="26"/>
                      </a:lnTo>
                      <a:lnTo>
                        <a:pt x="20" y="18"/>
                      </a:lnTo>
                      <a:lnTo>
                        <a:pt x="26" y="12"/>
                      </a:lnTo>
                      <a:lnTo>
                        <a:pt x="34" y="6"/>
                      </a:lnTo>
                      <a:lnTo>
                        <a:pt x="40" y="2"/>
                      </a:lnTo>
                      <a:lnTo>
                        <a:pt x="48" y="0"/>
                      </a:lnTo>
                      <a:lnTo>
                        <a:pt x="62" y="2"/>
                      </a:lnTo>
                      <a:lnTo>
                        <a:pt x="74" y="6"/>
                      </a:lnTo>
                      <a:lnTo>
                        <a:pt x="84" y="12"/>
                      </a:lnTo>
                      <a:lnTo>
                        <a:pt x="92" y="20"/>
                      </a:lnTo>
                      <a:close/>
                    </a:path>
                  </a:pathLst>
                </a:custGeom>
                <a:grpFill/>
                <a:ln w="9525">
                  <a:noFill/>
                  <a:round/>
                  <a:headEnd/>
                  <a:tailEnd/>
                </a:ln>
              </p:spPr>
              <p:txBody>
                <a:bodyPr/>
                <a:lstStyle/>
                <a:p>
                  <a:pPr fontAlgn="auto">
                    <a:spcBef>
                      <a:spcPts val="0"/>
                    </a:spcBef>
                    <a:spcAft>
                      <a:spcPts val="0"/>
                    </a:spcAft>
                    <a:defRPr/>
                  </a:pPr>
                  <a:endParaRPr lang="da-DK" dirty="0">
                    <a:solidFill>
                      <a:prstClr val="black"/>
                    </a:solidFill>
                    <a:latin typeface="Roboto Lt"/>
                    <a:cs typeface="Simplified Arabic" panose="02020603050405020304" pitchFamily="18" charset="-78"/>
                  </a:endParaRPr>
                </a:p>
              </p:txBody>
            </p:sp>
            <p:sp>
              <p:nvSpPr>
                <p:cNvPr id="22" name="Freeform 142"/>
                <p:cNvSpPr>
                  <a:spLocks/>
                </p:cNvSpPr>
                <p:nvPr/>
              </p:nvSpPr>
              <p:spPr bwMode="auto">
                <a:xfrm>
                  <a:off x="3903334" y="4739846"/>
                  <a:ext cx="207027" cy="147055"/>
                </a:xfrm>
                <a:custGeom>
                  <a:avLst/>
                  <a:gdLst>
                    <a:gd name="T0" fmla="*/ 126007831 w 124"/>
                    <a:gd name="T1" fmla="*/ 40322498 h 88"/>
                    <a:gd name="T2" fmla="*/ 211693172 w 124"/>
                    <a:gd name="T3" fmla="*/ 5040312 h 88"/>
                    <a:gd name="T4" fmla="*/ 246975351 w 124"/>
                    <a:gd name="T5" fmla="*/ 0 h 88"/>
                    <a:gd name="T6" fmla="*/ 267136596 w 124"/>
                    <a:gd name="T7" fmla="*/ 10080625 h 88"/>
                    <a:gd name="T8" fmla="*/ 267136596 w 124"/>
                    <a:gd name="T9" fmla="*/ 15120938 h 88"/>
                    <a:gd name="T10" fmla="*/ 191531877 w 124"/>
                    <a:gd name="T11" fmla="*/ 50403120 h 88"/>
                    <a:gd name="T12" fmla="*/ 166330321 w 124"/>
                    <a:gd name="T13" fmla="*/ 65524065 h 88"/>
                    <a:gd name="T14" fmla="*/ 216733483 w 124"/>
                    <a:gd name="T15" fmla="*/ 65524065 h 88"/>
                    <a:gd name="T16" fmla="*/ 302418775 w 124"/>
                    <a:gd name="T17" fmla="*/ 75604686 h 88"/>
                    <a:gd name="T18" fmla="*/ 307459086 w 124"/>
                    <a:gd name="T19" fmla="*/ 80644997 h 88"/>
                    <a:gd name="T20" fmla="*/ 312499397 w 124"/>
                    <a:gd name="T21" fmla="*/ 90725618 h 88"/>
                    <a:gd name="T22" fmla="*/ 302418775 w 124"/>
                    <a:gd name="T23" fmla="*/ 95765929 h 88"/>
                    <a:gd name="T24" fmla="*/ 262096285 w 124"/>
                    <a:gd name="T25" fmla="*/ 100806240 h 88"/>
                    <a:gd name="T26" fmla="*/ 176410944 w 124"/>
                    <a:gd name="T27" fmla="*/ 110886886 h 88"/>
                    <a:gd name="T28" fmla="*/ 241935040 w 124"/>
                    <a:gd name="T29" fmla="*/ 110886886 h 88"/>
                    <a:gd name="T30" fmla="*/ 277217218 w 124"/>
                    <a:gd name="T31" fmla="*/ 110886886 h 88"/>
                    <a:gd name="T32" fmla="*/ 297378464 w 124"/>
                    <a:gd name="T33" fmla="*/ 120967508 h 88"/>
                    <a:gd name="T34" fmla="*/ 297378464 w 124"/>
                    <a:gd name="T35" fmla="*/ 126007818 h 88"/>
                    <a:gd name="T36" fmla="*/ 287297841 w 124"/>
                    <a:gd name="T37" fmla="*/ 141128751 h 88"/>
                    <a:gd name="T38" fmla="*/ 277217218 w 124"/>
                    <a:gd name="T39" fmla="*/ 141128751 h 88"/>
                    <a:gd name="T40" fmla="*/ 146169076 w 124"/>
                    <a:gd name="T41" fmla="*/ 156249683 h 88"/>
                    <a:gd name="T42" fmla="*/ 191531877 w 124"/>
                    <a:gd name="T43" fmla="*/ 166330304 h 88"/>
                    <a:gd name="T44" fmla="*/ 221773795 w 124"/>
                    <a:gd name="T45" fmla="*/ 161289994 h 88"/>
                    <a:gd name="T46" fmla="*/ 236894728 w 124"/>
                    <a:gd name="T47" fmla="*/ 161289994 h 88"/>
                    <a:gd name="T48" fmla="*/ 246975351 w 124"/>
                    <a:gd name="T49" fmla="*/ 171370615 h 88"/>
                    <a:gd name="T50" fmla="*/ 241935040 w 124"/>
                    <a:gd name="T51" fmla="*/ 181451237 h 88"/>
                    <a:gd name="T52" fmla="*/ 216733483 w 124"/>
                    <a:gd name="T53" fmla="*/ 186491547 h 88"/>
                    <a:gd name="T54" fmla="*/ 136088454 w 124"/>
                    <a:gd name="T55" fmla="*/ 191531858 h 88"/>
                    <a:gd name="T56" fmla="*/ 100806250 w 124"/>
                    <a:gd name="T57" fmla="*/ 201612480 h 88"/>
                    <a:gd name="T58" fmla="*/ 65524071 w 124"/>
                    <a:gd name="T59" fmla="*/ 216733462 h 88"/>
                    <a:gd name="T60" fmla="*/ 0 w 124"/>
                    <a:gd name="T61" fmla="*/ 221773772 h 88"/>
                    <a:gd name="T62" fmla="*/ 30241880 w 124"/>
                    <a:gd name="T63" fmla="*/ 171370615 h 88"/>
                    <a:gd name="T64" fmla="*/ 60483760 w 124"/>
                    <a:gd name="T65" fmla="*/ 105846575 h 88"/>
                    <a:gd name="T66" fmla="*/ 65524071 w 124"/>
                    <a:gd name="T67" fmla="*/ 80644997 h 88"/>
                    <a:gd name="T68" fmla="*/ 100806250 w 124"/>
                    <a:gd name="T69" fmla="*/ 50403120 h 88"/>
                    <a:gd name="T70" fmla="*/ 126007831 w 124"/>
                    <a:gd name="T71" fmla="*/ 40322498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4"/>
                    <a:gd name="T109" fmla="*/ 0 h 88"/>
                    <a:gd name="T110" fmla="*/ 124 w 124"/>
                    <a:gd name="T111" fmla="*/ 88 h 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4" h="88">
                      <a:moveTo>
                        <a:pt x="50" y="16"/>
                      </a:moveTo>
                      <a:lnTo>
                        <a:pt x="50" y="16"/>
                      </a:lnTo>
                      <a:lnTo>
                        <a:pt x="72" y="6"/>
                      </a:lnTo>
                      <a:lnTo>
                        <a:pt x="84" y="2"/>
                      </a:lnTo>
                      <a:lnTo>
                        <a:pt x="98" y="0"/>
                      </a:lnTo>
                      <a:lnTo>
                        <a:pt x="104" y="2"/>
                      </a:lnTo>
                      <a:lnTo>
                        <a:pt x="106" y="4"/>
                      </a:lnTo>
                      <a:lnTo>
                        <a:pt x="106" y="6"/>
                      </a:lnTo>
                      <a:lnTo>
                        <a:pt x="98" y="10"/>
                      </a:lnTo>
                      <a:lnTo>
                        <a:pt x="76" y="20"/>
                      </a:lnTo>
                      <a:lnTo>
                        <a:pt x="66" y="26"/>
                      </a:lnTo>
                      <a:lnTo>
                        <a:pt x="86" y="26"/>
                      </a:lnTo>
                      <a:lnTo>
                        <a:pt x="104" y="28"/>
                      </a:lnTo>
                      <a:lnTo>
                        <a:pt x="120" y="30"/>
                      </a:lnTo>
                      <a:lnTo>
                        <a:pt x="122" y="32"/>
                      </a:lnTo>
                      <a:lnTo>
                        <a:pt x="124" y="34"/>
                      </a:lnTo>
                      <a:lnTo>
                        <a:pt x="124" y="36"/>
                      </a:lnTo>
                      <a:lnTo>
                        <a:pt x="120" y="38"/>
                      </a:lnTo>
                      <a:lnTo>
                        <a:pt x="112" y="40"/>
                      </a:lnTo>
                      <a:lnTo>
                        <a:pt x="104" y="40"/>
                      </a:lnTo>
                      <a:lnTo>
                        <a:pt x="92" y="40"/>
                      </a:lnTo>
                      <a:lnTo>
                        <a:pt x="70" y="44"/>
                      </a:lnTo>
                      <a:lnTo>
                        <a:pt x="96" y="44"/>
                      </a:lnTo>
                      <a:lnTo>
                        <a:pt x="110" y="44"/>
                      </a:lnTo>
                      <a:lnTo>
                        <a:pt x="114" y="46"/>
                      </a:lnTo>
                      <a:lnTo>
                        <a:pt x="118" y="48"/>
                      </a:lnTo>
                      <a:lnTo>
                        <a:pt x="118" y="50"/>
                      </a:lnTo>
                      <a:lnTo>
                        <a:pt x="116" y="54"/>
                      </a:lnTo>
                      <a:lnTo>
                        <a:pt x="114" y="56"/>
                      </a:lnTo>
                      <a:lnTo>
                        <a:pt x="110" y="56"/>
                      </a:lnTo>
                      <a:lnTo>
                        <a:pt x="62" y="60"/>
                      </a:lnTo>
                      <a:lnTo>
                        <a:pt x="58" y="62"/>
                      </a:lnTo>
                      <a:lnTo>
                        <a:pt x="76" y="66"/>
                      </a:lnTo>
                      <a:lnTo>
                        <a:pt x="88" y="64"/>
                      </a:lnTo>
                      <a:lnTo>
                        <a:pt x="94" y="64"/>
                      </a:lnTo>
                      <a:lnTo>
                        <a:pt x="96" y="66"/>
                      </a:lnTo>
                      <a:lnTo>
                        <a:pt x="98" y="68"/>
                      </a:lnTo>
                      <a:lnTo>
                        <a:pt x="96" y="72"/>
                      </a:lnTo>
                      <a:lnTo>
                        <a:pt x="92" y="74"/>
                      </a:lnTo>
                      <a:lnTo>
                        <a:pt x="86" y="74"/>
                      </a:lnTo>
                      <a:lnTo>
                        <a:pt x="54" y="76"/>
                      </a:lnTo>
                      <a:lnTo>
                        <a:pt x="40" y="80"/>
                      </a:lnTo>
                      <a:lnTo>
                        <a:pt x="26" y="86"/>
                      </a:lnTo>
                      <a:lnTo>
                        <a:pt x="14" y="88"/>
                      </a:lnTo>
                      <a:lnTo>
                        <a:pt x="0" y="88"/>
                      </a:lnTo>
                      <a:lnTo>
                        <a:pt x="12" y="68"/>
                      </a:lnTo>
                      <a:lnTo>
                        <a:pt x="22" y="50"/>
                      </a:lnTo>
                      <a:lnTo>
                        <a:pt x="24" y="42"/>
                      </a:lnTo>
                      <a:lnTo>
                        <a:pt x="26" y="32"/>
                      </a:lnTo>
                      <a:lnTo>
                        <a:pt x="32" y="26"/>
                      </a:lnTo>
                      <a:lnTo>
                        <a:pt x="40" y="20"/>
                      </a:lnTo>
                      <a:lnTo>
                        <a:pt x="50" y="16"/>
                      </a:lnTo>
                      <a:close/>
                    </a:path>
                  </a:pathLst>
                </a:custGeom>
                <a:grpFill/>
                <a:ln w="9525">
                  <a:noFill/>
                  <a:round/>
                  <a:headEnd/>
                  <a:tailEnd/>
                </a:ln>
              </p:spPr>
              <p:txBody>
                <a:bodyPr/>
                <a:lstStyle/>
                <a:p>
                  <a:pPr fontAlgn="auto">
                    <a:spcBef>
                      <a:spcPts val="0"/>
                    </a:spcBef>
                    <a:spcAft>
                      <a:spcPts val="0"/>
                    </a:spcAft>
                    <a:defRPr/>
                  </a:pPr>
                  <a:endParaRPr lang="da-DK" dirty="0">
                    <a:solidFill>
                      <a:prstClr val="black"/>
                    </a:solidFill>
                    <a:latin typeface="Roboto Lt"/>
                    <a:cs typeface="Simplified Arabic" panose="02020603050405020304" pitchFamily="18" charset="-78"/>
                  </a:endParaRPr>
                </a:p>
              </p:txBody>
            </p:sp>
            <p:sp>
              <p:nvSpPr>
                <p:cNvPr id="23" name="Freeform 143"/>
                <p:cNvSpPr>
                  <a:spLocks noEditPoints="1"/>
                </p:cNvSpPr>
                <p:nvPr/>
              </p:nvSpPr>
              <p:spPr bwMode="auto">
                <a:xfrm>
                  <a:off x="3876332" y="5385085"/>
                  <a:ext cx="558069" cy="684253"/>
                </a:xfrm>
                <a:custGeom>
                  <a:avLst/>
                  <a:gdLst>
                    <a:gd name="T0" fmla="*/ 186491543 w 330"/>
                    <a:gd name="T1" fmla="*/ 866933887 h 408"/>
                    <a:gd name="T2" fmla="*/ 151209369 w 330"/>
                    <a:gd name="T3" fmla="*/ 730845292 h 408"/>
                    <a:gd name="T4" fmla="*/ 146169058 w 330"/>
                    <a:gd name="T5" fmla="*/ 720764670 h 408"/>
                    <a:gd name="T6" fmla="*/ 141128747 w 330"/>
                    <a:gd name="T7" fmla="*/ 690522804 h 408"/>
                    <a:gd name="T8" fmla="*/ 141128747 w 330"/>
                    <a:gd name="T9" fmla="*/ 589716584 h 408"/>
                    <a:gd name="T10" fmla="*/ 141128747 w 330"/>
                    <a:gd name="T11" fmla="*/ 554434408 h 408"/>
                    <a:gd name="T12" fmla="*/ 50403119 w 330"/>
                    <a:gd name="T13" fmla="*/ 55443446 h 408"/>
                    <a:gd name="T14" fmla="*/ 35282187 w 330"/>
                    <a:gd name="T15" fmla="*/ 80645001 h 408"/>
                    <a:gd name="T16" fmla="*/ 10080624 w 330"/>
                    <a:gd name="T17" fmla="*/ 156249690 h 408"/>
                    <a:gd name="T18" fmla="*/ 0 w 330"/>
                    <a:gd name="T19" fmla="*/ 282257515 h 408"/>
                    <a:gd name="T20" fmla="*/ 10080624 w 330"/>
                    <a:gd name="T21" fmla="*/ 403224979 h 408"/>
                    <a:gd name="T22" fmla="*/ 25201559 w 330"/>
                    <a:gd name="T23" fmla="*/ 493950676 h 408"/>
                    <a:gd name="T24" fmla="*/ 35282187 w 330"/>
                    <a:gd name="T25" fmla="*/ 599797206 h 408"/>
                    <a:gd name="T26" fmla="*/ 30241876 w 330"/>
                    <a:gd name="T27" fmla="*/ 670361560 h 408"/>
                    <a:gd name="T28" fmla="*/ 30241876 w 330"/>
                    <a:gd name="T29" fmla="*/ 665321249 h 408"/>
                    <a:gd name="T30" fmla="*/ 10080624 w 330"/>
                    <a:gd name="T31" fmla="*/ 801409646 h 408"/>
                    <a:gd name="T32" fmla="*/ 30241876 w 330"/>
                    <a:gd name="T33" fmla="*/ 806449957 h 408"/>
                    <a:gd name="T34" fmla="*/ 30241876 w 330"/>
                    <a:gd name="T35" fmla="*/ 801409646 h 408"/>
                    <a:gd name="T36" fmla="*/ 40322497 w 330"/>
                    <a:gd name="T37" fmla="*/ 846772644 h 408"/>
                    <a:gd name="T38" fmla="*/ 40322497 w 330"/>
                    <a:gd name="T39" fmla="*/ 907256375 h 408"/>
                    <a:gd name="T40" fmla="*/ 60483752 w 330"/>
                    <a:gd name="T41" fmla="*/ 972780418 h 408"/>
                    <a:gd name="T42" fmla="*/ 70564374 w 330"/>
                    <a:gd name="T43" fmla="*/ 992941662 h 408"/>
                    <a:gd name="T44" fmla="*/ 105846573 w 330"/>
                    <a:gd name="T45" fmla="*/ 1018143217 h 408"/>
                    <a:gd name="T46" fmla="*/ 146169058 w 330"/>
                    <a:gd name="T47" fmla="*/ 1028223839 h 408"/>
                    <a:gd name="T48" fmla="*/ 216733457 w 330"/>
                    <a:gd name="T49" fmla="*/ 1018143217 h 408"/>
                    <a:gd name="T50" fmla="*/ 236894699 w 330"/>
                    <a:gd name="T51" fmla="*/ 982861040 h 408"/>
                    <a:gd name="T52" fmla="*/ 236894699 w 330"/>
                    <a:gd name="T53" fmla="*/ 967740107 h 408"/>
                    <a:gd name="T54" fmla="*/ 216733457 w 330"/>
                    <a:gd name="T55" fmla="*/ 922377308 h 408"/>
                    <a:gd name="T56" fmla="*/ 821570832 w 330"/>
                    <a:gd name="T57" fmla="*/ 675401871 h 408"/>
                    <a:gd name="T58" fmla="*/ 816530521 w 330"/>
                    <a:gd name="T59" fmla="*/ 670361560 h 408"/>
                    <a:gd name="T60" fmla="*/ 801409589 w 330"/>
                    <a:gd name="T61" fmla="*/ 660280938 h 408"/>
                    <a:gd name="T62" fmla="*/ 751006483 w 330"/>
                    <a:gd name="T63" fmla="*/ 619958450 h 408"/>
                    <a:gd name="T64" fmla="*/ 735885551 w 330"/>
                    <a:gd name="T65" fmla="*/ 599797206 h 408"/>
                    <a:gd name="T66" fmla="*/ 715724309 w 330"/>
                    <a:gd name="T67" fmla="*/ 579635963 h 408"/>
                    <a:gd name="T68" fmla="*/ 690522756 w 330"/>
                    <a:gd name="T69" fmla="*/ 544353786 h 408"/>
                    <a:gd name="T70" fmla="*/ 675401824 w 330"/>
                    <a:gd name="T71" fmla="*/ 509071609 h 408"/>
                    <a:gd name="T72" fmla="*/ 660280892 w 330"/>
                    <a:gd name="T73" fmla="*/ 463708810 h 408"/>
                    <a:gd name="T74" fmla="*/ 478829709 w 330"/>
                    <a:gd name="T75" fmla="*/ 65524068 h 408"/>
                    <a:gd name="T76" fmla="*/ 483870019 w 330"/>
                    <a:gd name="T77" fmla="*/ 105846580 h 408"/>
                    <a:gd name="T78" fmla="*/ 483870019 w 330"/>
                    <a:gd name="T79" fmla="*/ 166330312 h 408"/>
                    <a:gd name="T80" fmla="*/ 504031262 w 330"/>
                    <a:gd name="T81" fmla="*/ 282257515 h 408"/>
                    <a:gd name="T82" fmla="*/ 534273126 w 330"/>
                    <a:gd name="T83" fmla="*/ 398184668 h 408"/>
                    <a:gd name="T84" fmla="*/ 534273126 w 330"/>
                    <a:gd name="T85" fmla="*/ 448587877 h 408"/>
                    <a:gd name="T86" fmla="*/ 529232815 w 330"/>
                    <a:gd name="T87" fmla="*/ 468749121 h 408"/>
                    <a:gd name="T88" fmla="*/ 509071573 w 330"/>
                    <a:gd name="T89" fmla="*/ 524192542 h 408"/>
                    <a:gd name="T90" fmla="*/ 509071573 w 330"/>
                    <a:gd name="T91" fmla="*/ 574595652 h 408"/>
                    <a:gd name="T92" fmla="*/ 514111883 w 330"/>
                    <a:gd name="T93" fmla="*/ 584676274 h 408"/>
                    <a:gd name="T94" fmla="*/ 524192505 w 330"/>
                    <a:gd name="T95" fmla="*/ 614918139 h 408"/>
                    <a:gd name="T96" fmla="*/ 534273126 w 330"/>
                    <a:gd name="T97" fmla="*/ 695563115 h 408"/>
                    <a:gd name="T98" fmla="*/ 559474679 w 330"/>
                    <a:gd name="T99" fmla="*/ 690522804 h 408"/>
                    <a:gd name="T100" fmla="*/ 564514990 w 330"/>
                    <a:gd name="T101" fmla="*/ 599797206 h 408"/>
                    <a:gd name="T102" fmla="*/ 594756853 w 330"/>
                    <a:gd name="T103" fmla="*/ 614918139 h 408"/>
                    <a:gd name="T104" fmla="*/ 614918096 w 330"/>
                    <a:gd name="T105" fmla="*/ 645160005 h 408"/>
                    <a:gd name="T106" fmla="*/ 619958407 w 330"/>
                    <a:gd name="T107" fmla="*/ 655240627 h 408"/>
                    <a:gd name="T108" fmla="*/ 650200270 w 330"/>
                    <a:gd name="T109" fmla="*/ 720764670 h 408"/>
                    <a:gd name="T110" fmla="*/ 660280892 w 330"/>
                    <a:gd name="T111" fmla="*/ 740925914 h 408"/>
                    <a:gd name="T112" fmla="*/ 690522756 w 330"/>
                    <a:gd name="T113" fmla="*/ 756046847 h 408"/>
                    <a:gd name="T114" fmla="*/ 811490211 w 330"/>
                    <a:gd name="T115" fmla="*/ 766127469 h 408"/>
                    <a:gd name="T116" fmla="*/ 816530521 w 330"/>
                    <a:gd name="T117" fmla="*/ 756046847 h 408"/>
                    <a:gd name="T118" fmla="*/ 826611143 w 330"/>
                    <a:gd name="T119" fmla="*/ 725804981 h 408"/>
                    <a:gd name="T120" fmla="*/ 831651453 w 330"/>
                    <a:gd name="T121" fmla="*/ 715724359 h 408"/>
                    <a:gd name="T122" fmla="*/ 821570832 w 330"/>
                    <a:gd name="T123" fmla="*/ 675401871 h 4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0"/>
                    <a:gd name="T187" fmla="*/ 0 h 408"/>
                    <a:gd name="T188" fmla="*/ 330 w 330"/>
                    <a:gd name="T189" fmla="*/ 408 h 4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0" h="408">
                      <a:moveTo>
                        <a:pt x="74" y="344"/>
                      </a:moveTo>
                      <a:lnTo>
                        <a:pt x="74" y="344"/>
                      </a:lnTo>
                      <a:lnTo>
                        <a:pt x="60" y="290"/>
                      </a:lnTo>
                      <a:lnTo>
                        <a:pt x="58" y="286"/>
                      </a:lnTo>
                      <a:lnTo>
                        <a:pt x="56" y="274"/>
                      </a:lnTo>
                      <a:lnTo>
                        <a:pt x="56" y="254"/>
                      </a:lnTo>
                      <a:lnTo>
                        <a:pt x="56" y="234"/>
                      </a:lnTo>
                      <a:lnTo>
                        <a:pt x="56" y="220"/>
                      </a:lnTo>
                      <a:lnTo>
                        <a:pt x="92" y="44"/>
                      </a:lnTo>
                      <a:lnTo>
                        <a:pt x="20" y="22"/>
                      </a:lnTo>
                      <a:lnTo>
                        <a:pt x="14" y="32"/>
                      </a:lnTo>
                      <a:lnTo>
                        <a:pt x="10" y="40"/>
                      </a:lnTo>
                      <a:lnTo>
                        <a:pt x="4" y="62"/>
                      </a:lnTo>
                      <a:lnTo>
                        <a:pt x="2" y="88"/>
                      </a:lnTo>
                      <a:lnTo>
                        <a:pt x="0" y="112"/>
                      </a:lnTo>
                      <a:lnTo>
                        <a:pt x="2" y="138"/>
                      </a:lnTo>
                      <a:lnTo>
                        <a:pt x="4" y="160"/>
                      </a:lnTo>
                      <a:lnTo>
                        <a:pt x="10" y="196"/>
                      </a:lnTo>
                      <a:lnTo>
                        <a:pt x="14" y="218"/>
                      </a:lnTo>
                      <a:lnTo>
                        <a:pt x="14" y="238"/>
                      </a:lnTo>
                      <a:lnTo>
                        <a:pt x="14" y="254"/>
                      </a:lnTo>
                      <a:lnTo>
                        <a:pt x="12" y="266"/>
                      </a:lnTo>
                      <a:lnTo>
                        <a:pt x="12" y="264"/>
                      </a:lnTo>
                      <a:lnTo>
                        <a:pt x="6" y="292"/>
                      </a:lnTo>
                      <a:lnTo>
                        <a:pt x="4" y="318"/>
                      </a:lnTo>
                      <a:lnTo>
                        <a:pt x="8" y="322"/>
                      </a:lnTo>
                      <a:lnTo>
                        <a:pt x="12" y="320"/>
                      </a:lnTo>
                      <a:lnTo>
                        <a:pt x="12" y="318"/>
                      </a:lnTo>
                      <a:lnTo>
                        <a:pt x="16" y="336"/>
                      </a:lnTo>
                      <a:lnTo>
                        <a:pt x="16" y="360"/>
                      </a:lnTo>
                      <a:lnTo>
                        <a:pt x="18" y="370"/>
                      </a:lnTo>
                      <a:lnTo>
                        <a:pt x="24" y="386"/>
                      </a:lnTo>
                      <a:lnTo>
                        <a:pt x="28" y="394"/>
                      </a:lnTo>
                      <a:lnTo>
                        <a:pt x="42" y="404"/>
                      </a:lnTo>
                      <a:lnTo>
                        <a:pt x="50" y="406"/>
                      </a:lnTo>
                      <a:lnTo>
                        <a:pt x="58" y="408"/>
                      </a:lnTo>
                      <a:lnTo>
                        <a:pt x="74" y="406"/>
                      </a:lnTo>
                      <a:lnTo>
                        <a:pt x="86" y="404"/>
                      </a:lnTo>
                      <a:lnTo>
                        <a:pt x="92" y="402"/>
                      </a:lnTo>
                      <a:lnTo>
                        <a:pt x="94" y="390"/>
                      </a:lnTo>
                      <a:lnTo>
                        <a:pt x="94" y="384"/>
                      </a:lnTo>
                      <a:lnTo>
                        <a:pt x="92" y="376"/>
                      </a:lnTo>
                      <a:lnTo>
                        <a:pt x="86" y="366"/>
                      </a:lnTo>
                      <a:lnTo>
                        <a:pt x="74" y="344"/>
                      </a:lnTo>
                      <a:close/>
                      <a:moveTo>
                        <a:pt x="326" y="268"/>
                      </a:moveTo>
                      <a:lnTo>
                        <a:pt x="326" y="268"/>
                      </a:lnTo>
                      <a:lnTo>
                        <a:pt x="324" y="266"/>
                      </a:lnTo>
                      <a:lnTo>
                        <a:pt x="318" y="262"/>
                      </a:lnTo>
                      <a:lnTo>
                        <a:pt x="310" y="254"/>
                      </a:lnTo>
                      <a:lnTo>
                        <a:pt x="298" y="246"/>
                      </a:lnTo>
                      <a:lnTo>
                        <a:pt x="292" y="238"/>
                      </a:lnTo>
                      <a:lnTo>
                        <a:pt x="284" y="230"/>
                      </a:lnTo>
                      <a:lnTo>
                        <a:pt x="280" y="224"/>
                      </a:lnTo>
                      <a:lnTo>
                        <a:pt x="274" y="216"/>
                      </a:lnTo>
                      <a:lnTo>
                        <a:pt x="268" y="202"/>
                      </a:lnTo>
                      <a:lnTo>
                        <a:pt x="262" y="184"/>
                      </a:lnTo>
                      <a:lnTo>
                        <a:pt x="260" y="0"/>
                      </a:lnTo>
                      <a:lnTo>
                        <a:pt x="190" y="26"/>
                      </a:lnTo>
                      <a:lnTo>
                        <a:pt x="192" y="42"/>
                      </a:lnTo>
                      <a:lnTo>
                        <a:pt x="192" y="66"/>
                      </a:lnTo>
                      <a:lnTo>
                        <a:pt x="194" y="82"/>
                      </a:lnTo>
                      <a:lnTo>
                        <a:pt x="200" y="112"/>
                      </a:lnTo>
                      <a:lnTo>
                        <a:pt x="212" y="158"/>
                      </a:lnTo>
                      <a:lnTo>
                        <a:pt x="212" y="178"/>
                      </a:lnTo>
                      <a:lnTo>
                        <a:pt x="210" y="186"/>
                      </a:lnTo>
                      <a:lnTo>
                        <a:pt x="206" y="194"/>
                      </a:lnTo>
                      <a:lnTo>
                        <a:pt x="202" y="208"/>
                      </a:lnTo>
                      <a:lnTo>
                        <a:pt x="200" y="222"/>
                      </a:lnTo>
                      <a:lnTo>
                        <a:pt x="202" y="228"/>
                      </a:lnTo>
                      <a:lnTo>
                        <a:pt x="204" y="232"/>
                      </a:lnTo>
                      <a:lnTo>
                        <a:pt x="206" y="238"/>
                      </a:lnTo>
                      <a:lnTo>
                        <a:pt x="208" y="244"/>
                      </a:lnTo>
                      <a:lnTo>
                        <a:pt x="210" y="258"/>
                      </a:lnTo>
                      <a:lnTo>
                        <a:pt x="212" y="276"/>
                      </a:lnTo>
                      <a:lnTo>
                        <a:pt x="218" y="278"/>
                      </a:lnTo>
                      <a:lnTo>
                        <a:pt x="222" y="274"/>
                      </a:lnTo>
                      <a:lnTo>
                        <a:pt x="218" y="232"/>
                      </a:lnTo>
                      <a:lnTo>
                        <a:pt x="224" y="238"/>
                      </a:lnTo>
                      <a:lnTo>
                        <a:pt x="236" y="244"/>
                      </a:lnTo>
                      <a:lnTo>
                        <a:pt x="242" y="250"/>
                      </a:lnTo>
                      <a:lnTo>
                        <a:pt x="244" y="256"/>
                      </a:lnTo>
                      <a:lnTo>
                        <a:pt x="246" y="260"/>
                      </a:lnTo>
                      <a:lnTo>
                        <a:pt x="252" y="276"/>
                      </a:lnTo>
                      <a:lnTo>
                        <a:pt x="258" y="286"/>
                      </a:lnTo>
                      <a:lnTo>
                        <a:pt x="262" y="294"/>
                      </a:lnTo>
                      <a:lnTo>
                        <a:pt x="266" y="298"/>
                      </a:lnTo>
                      <a:lnTo>
                        <a:pt x="274" y="300"/>
                      </a:lnTo>
                      <a:lnTo>
                        <a:pt x="294" y="302"/>
                      </a:lnTo>
                      <a:lnTo>
                        <a:pt x="322" y="304"/>
                      </a:lnTo>
                      <a:lnTo>
                        <a:pt x="324" y="300"/>
                      </a:lnTo>
                      <a:lnTo>
                        <a:pt x="326" y="296"/>
                      </a:lnTo>
                      <a:lnTo>
                        <a:pt x="328" y="288"/>
                      </a:lnTo>
                      <a:lnTo>
                        <a:pt x="330" y="284"/>
                      </a:lnTo>
                      <a:lnTo>
                        <a:pt x="328" y="276"/>
                      </a:lnTo>
                      <a:lnTo>
                        <a:pt x="326" y="268"/>
                      </a:lnTo>
                      <a:close/>
                    </a:path>
                  </a:pathLst>
                </a:custGeom>
                <a:grpFill/>
                <a:ln w="9525">
                  <a:noFill/>
                  <a:round/>
                  <a:headEnd/>
                  <a:tailEnd/>
                </a:ln>
              </p:spPr>
              <p:txBody>
                <a:bodyPr/>
                <a:lstStyle/>
                <a:p>
                  <a:pPr fontAlgn="auto">
                    <a:spcBef>
                      <a:spcPts val="0"/>
                    </a:spcBef>
                    <a:spcAft>
                      <a:spcPts val="0"/>
                    </a:spcAft>
                    <a:defRPr/>
                  </a:pPr>
                  <a:endParaRPr lang="da-DK" dirty="0">
                    <a:solidFill>
                      <a:prstClr val="black"/>
                    </a:solidFill>
                    <a:latin typeface="Roboto Lt"/>
                    <a:cs typeface="Simplified Arabic" panose="02020603050405020304" pitchFamily="18" charset="-78"/>
                  </a:endParaRPr>
                </a:p>
              </p:txBody>
            </p:sp>
            <p:sp>
              <p:nvSpPr>
                <p:cNvPr id="24" name="Freeform 144"/>
                <p:cNvSpPr>
                  <a:spLocks/>
                </p:cNvSpPr>
                <p:nvPr/>
              </p:nvSpPr>
              <p:spPr bwMode="auto">
                <a:xfrm>
                  <a:off x="3612299" y="4175638"/>
                  <a:ext cx="333040" cy="723268"/>
                </a:xfrm>
                <a:custGeom>
                  <a:avLst/>
                  <a:gdLst>
                    <a:gd name="T0" fmla="*/ 418346010 w 202"/>
                    <a:gd name="T1" fmla="*/ 463708816 h 426"/>
                    <a:gd name="T2" fmla="*/ 352821868 w 202"/>
                    <a:gd name="T3" fmla="*/ 529232859 h 426"/>
                    <a:gd name="T4" fmla="*/ 327620313 w 202"/>
                    <a:gd name="T5" fmla="*/ 569555348 h 426"/>
                    <a:gd name="T6" fmla="*/ 297378447 w 202"/>
                    <a:gd name="T7" fmla="*/ 609877836 h 426"/>
                    <a:gd name="T8" fmla="*/ 231854404 w 202"/>
                    <a:gd name="T9" fmla="*/ 650200325 h 426"/>
                    <a:gd name="T10" fmla="*/ 221773782 w 202"/>
                    <a:gd name="T11" fmla="*/ 650200325 h 426"/>
                    <a:gd name="T12" fmla="*/ 216733471 w 202"/>
                    <a:gd name="T13" fmla="*/ 670361569 h 426"/>
                    <a:gd name="T14" fmla="*/ 226814093 w 202"/>
                    <a:gd name="T15" fmla="*/ 675401880 h 426"/>
                    <a:gd name="T16" fmla="*/ 236894715 w 202"/>
                    <a:gd name="T17" fmla="*/ 685482502 h 426"/>
                    <a:gd name="T18" fmla="*/ 246975337 w 202"/>
                    <a:gd name="T19" fmla="*/ 710684057 h 426"/>
                    <a:gd name="T20" fmla="*/ 292338136 w 202"/>
                    <a:gd name="T21" fmla="*/ 771167790 h 426"/>
                    <a:gd name="T22" fmla="*/ 357862179 w 202"/>
                    <a:gd name="T23" fmla="*/ 846772654 h 426"/>
                    <a:gd name="T24" fmla="*/ 418346010 w 202"/>
                    <a:gd name="T25" fmla="*/ 877014521 h 426"/>
                    <a:gd name="T26" fmla="*/ 493950674 w 202"/>
                    <a:gd name="T27" fmla="*/ 907256387 h 426"/>
                    <a:gd name="T28" fmla="*/ 498990985 w 202"/>
                    <a:gd name="T29" fmla="*/ 912296698 h 426"/>
                    <a:gd name="T30" fmla="*/ 483870052 w 202"/>
                    <a:gd name="T31" fmla="*/ 982861053 h 426"/>
                    <a:gd name="T32" fmla="*/ 453628186 w 202"/>
                    <a:gd name="T33" fmla="*/ 1038304474 h 426"/>
                    <a:gd name="T34" fmla="*/ 413305599 w 202"/>
                    <a:gd name="T35" fmla="*/ 1073586652 h 426"/>
                    <a:gd name="T36" fmla="*/ 120967513 w 202"/>
                    <a:gd name="T37" fmla="*/ 841732343 h 426"/>
                    <a:gd name="T38" fmla="*/ 85685311 w 202"/>
                    <a:gd name="T39" fmla="*/ 811490278 h 426"/>
                    <a:gd name="T40" fmla="*/ 50403122 w 202"/>
                    <a:gd name="T41" fmla="*/ 771167790 h 426"/>
                    <a:gd name="T42" fmla="*/ 15120939 w 202"/>
                    <a:gd name="T43" fmla="*/ 710684057 h 426"/>
                    <a:gd name="T44" fmla="*/ 10080625 w 202"/>
                    <a:gd name="T45" fmla="*/ 700603435 h 426"/>
                    <a:gd name="T46" fmla="*/ 0 w 202"/>
                    <a:gd name="T47" fmla="*/ 660280947 h 426"/>
                    <a:gd name="T48" fmla="*/ 10080625 w 202"/>
                    <a:gd name="T49" fmla="*/ 635079391 h 426"/>
                    <a:gd name="T50" fmla="*/ 206652800 w 202"/>
                    <a:gd name="T51" fmla="*/ 312499385 h 426"/>
                    <a:gd name="T52" fmla="*/ 262096270 w 202"/>
                    <a:gd name="T53" fmla="*/ 156249692 h 426"/>
                    <a:gd name="T54" fmla="*/ 297378447 w 202"/>
                    <a:gd name="T55" fmla="*/ 90725624 h 426"/>
                    <a:gd name="T56" fmla="*/ 312499380 w 202"/>
                    <a:gd name="T57" fmla="*/ 70564380 h 426"/>
                    <a:gd name="T58" fmla="*/ 337700935 w 202"/>
                    <a:gd name="T59" fmla="*/ 55443446 h 426"/>
                    <a:gd name="T60" fmla="*/ 362902490 w 202"/>
                    <a:gd name="T61" fmla="*/ 50403123 h 426"/>
                    <a:gd name="T62" fmla="*/ 509071607 w 202"/>
                    <a:gd name="T63" fmla="*/ 0 h 426"/>
                    <a:gd name="T64" fmla="*/ 483870052 w 202"/>
                    <a:gd name="T65" fmla="*/ 196572181 h 426"/>
                    <a:gd name="T66" fmla="*/ 458668497 w 202"/>
                    <a:gd name="T67" fmla="*/ 347781562 h 426"/>
                    <a:gd name="T68" fmla="*/ 418346010 w 202"/>
                    <a:gd name="T69" fmla="*/ 463708816 h 4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2"/>
                    <a:gd name="T106" fmla="*/ 0 h 426"/>
                    <a:gd name="T107" fmla="*/ 202 w 202"/>
                    <a:gd name="T108" fmla="*/ 426 h 4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2" h="426">
                      <a:moveTo>
                        <a:pt x="166" y="184"/>
                      </a:moveTo>
                      <a:lnTo>
                        <a:pt x="166" y="184"/>
                      </a:lnTo>
                      <a:lnTo>
                        <a:pt x="152" y="196"/>
                      </a:lnTo>
                      <a:lnTo>
                        <a:pt x="140" y="210"/>
                      </a:lnTo>
                      <a:lnTo>
                        <a:pt x="130" y="226"/>
                      </a:lnTo>
                      <a:lnTo>
                        <a:pt x="124" y="236"/>
                      </a:lnTo>
                      <a:lnTo>
                        <a:pt x="118" y="242"/>
                      </a:lnTo>
                      <a:lnTo>
                        <a:pt x="104" y="252"/>
                      </a:lnTo>
                      <a:lnTo>
                        <a:pt x="92" y="258"/>
                      </a:lnTo>
                      <a:lnTo>
                        <a:pt x="88" y="258"/>
                      </a:lnTo>
                      <a:lnTo>
                        <a:pt x="86" y="262"/>
                      </a:lnTo>
                      <a:lnTo>
                        <a:pt x="86" y="266"/>
                      </a:lnTo>
                      <a:lnTo>
                        <a:pt x="90" y="268"/>
                      </a:lnTo>
                      <a:lnTo>
                        <a:pt x="92" y="270"/>
                      </a:lnTo>
                      <a:lnTo>
                        <a:pt x="94" y="272"/>
                      </a:lnTo>
                      <a:lnTo>
                        <a:pt x="98" y="282"/>
                      </a:lnTo>
                      <a:lnTo>
                        <a:pt x="104" y="292"/>
                      </a:lnTo>
                      <a:lnTo>
                        <a:pt x="116" y="306"/>
                      </a:lnTo>
                      <a:lnTo>
                        <a:pt x="134" y="324"/>
                      </a:lnTo>
                      <a:lnTo>
                        <a:pt x="142" y="336"/>
                      </a:lnTo>
                      <a:lnTo>
                        <a:pt x="166" y="348"/>
                      </a:lnTo>
                      <a:lnTo>
                        <a:pt x="184" y="356"/>
                      </a:lnTo>
                      <a:lnTo>
                        <a:pt x="196" y="360"/>
                      </a:lnTo>
                      <a:lnTo>
                        <a:pt x="198" y="362"/>
                      </a:lnTo>
                      <a:lnTo>
                        <a:pt x="198" y="370"/>
                      </a:lnTo>
                      <a:lnTo>
                        <a:pt x="192" y="390"/>
                      </a:lnTo>
                      <a:lnTo>
                        <a:pt x="186" y="400"/>
                      </a:lnTo>
                      <a:lnTo>
                        <a:pt x="180" y="412"/>
                      </a:lnTo>
                      <a:lnTo>
                        <a:pt x="172" y="420"/>
                      </a:lnTo>
                      <a:lnTo>
                        <a:pt x="164" y="426"/>
                      </a:lnTo>
                      <a:lnTo>
                        <a:pt x="48" y="334"/>
                      </a:lnTo>
                      <a:lnTo>
                        <a:pt x="34" y="322"/>
                      </a:lnTo>
                      <a:lnTo>
                        <a:pt x="26" y="314"/>
                      </a:lnTo>
                      <a:lnTo>
                        <a:pt x="20" y="306"/>
                      </a:lnTo>
                      <a:lnTo>
                        <a:pt x="6" y="282"/>
                      </a:lnTo>
                      <a:lnTo>
                        <a:pt x="4" y="278"/>
                      </a:lnTo>
                      <a:lnTo>
                        <a:pt x="0" y="270"/>
                      </a:lnTo>
                      <a:lnTo>
                        <a:pt x="0" y="262"/>
                      </a:lnTo>
                      <a:lnTo>
                        <a:pt x="0" y="258"/>
                      </a:lnTo>
                      <a:lnTo>
                        <a:pt x="4" y="252"/>
                      </a:lnTo>
                      <a:lnTo>
                        <a:pt x="82" y="124"/>
                      </a:lnTo>
                      <a:lnTo>
                        <a:pt x="104" y="62"/>
                      </a:lnTo>
                      <a:lnTo>
                        <a:pt x="112" y="48"/>
                      </a:lnTo>
                      <a:lnTo>
                        <a:pt x="118" y="36"/>
                      </a:lnTo>
                      <a:lnTo>
                        <a:pt x="124" y="28"/>
                      </a:lnTo>
                      <a:lnTo>
                        <a:pt x="130" y="24"/>
                      </a:lnTo>
                      <a:lnTo>
                        <a:pt x="134" y="22"/>
                      </a:lnTo>
                      <a:lnTo>
                        <a:pt x="144" y="20"/>
                      </a:lnTo>
                      <a:lnTo>
                        <a:pt x="202" y="0"/>
                      </a:lnTo>
                      <a:lnTo>
                        <a:pt x="200" y="24"/>
                      </a:lnTo>
                      <a:lnTo>
                        <a:pt x="192" y="78"/>
                      </a:lnTo>
                      <a:lnTo>
                        <a:pt x="188" y="108"/>
                      </a:lnTo>
                      <a:lnTo>
                        <a:pt x="182" y="138"/>
                      </a:lnTo>
                      <a:lnTo>
                        <a:pt x="174" y="164"/>
                      </a:lnTo>
                      <a:lnTo>
                        <a:pt x="166" y="184"/>
                      </a:lnTo>
                      <a:close/>
                    </a:path>
                  </a:pathLst>
                </a:custGeom>
                <a:grpFill/>
                <a:ln w="9525">
                  <a:noFill/>
                  <a:round/>
                  <a:headEnd/>
                  <a:tailEnd/>
                </a:ln>
              </p:spPr>
              <p:txBody>
                <a:bodyPr/>
                <a:lstStyle/>
                <a:p>
                  <a:pPr fontAlgn="auto">
                    <a:spcBef>
                      <a:spcPts val="0"/>
                    </a:spcBef>
                    <a:spcAft>
                      <a:spcPts val="0"/>
                    </a:spcAft>
                    <a:defRPr/>
                  </a:pPr>
                  <a:endParaRPr lang="da-DK" dirty="0">
                    <a:solidFill>
                      <a:prstClr val="black"/>
                    </a:solidFill>
                    <a:latin typeface="Roboto Lt"/>
                    <a:cs typeface="Simplified Arabic" panose="02020603050405020304" pitchFamily="18" charset="-78"/>
                  </a:endParaRPr>
                </a:p>
              </p:txBody>
            </p:sp>
          </p:grpSp>
          <p:sp>
            <p:nvSpPr>
              <p:cNvPr id="17" name="Freeform 138"/>
              <p:cNvSpPr>
                <a:spLocks/>
              </p:cNvSpPr>
              <p:nvPr/>
            </p:nvSpPr>
            <p:spPr bwMode="auto">
              <a:xfrm>
                <a:off x="3544225" y="4214357"/>
                <a:ext cx="202273" cy="330410"/>
              </a:xfrm>
              <a:custGeom>
                <a:avLst/>
                <a:gdLst>
                  <a:gd name="T0" fmla="*/ 2147483647 w 120"/>
                  <a:gd name="T1" fmla="*/ 2147483647 h 196"/>
                  <a:gd name="T2" fmla="*/ 2147483647 w 120"/>
                  <a:gd name="T3" fmla="*/ 2147483647 h 196"/>
                  <a:gd name="T4" fmla="*/ 2147483647 w 120"/>
                  <a:gd name="T5" fmla="*/ 2147483647 h 196"/>
                  <a:gd name="T6" fmla="*/ 2147483647 w 120"/>
                  <a:gd name="T7" fmla="*/ 2147483647 h 196"/>
                  <a:gd name="T8" fmla="*/ 2147483647 w 120"/>
                  <a:gd name="T9" fmla="*/ 2147483647 h 196"/>
                  <a:gd name="T10" fmla="*/ 2147483647 w 120"/>
                  <a:gd name="T11" fmla="*/ 2147483647 h 196"/>
                  <a:gd name="T12" fmla="*/ 2147483647 w 120"/>
                  <a:gd name="T13" fmla="*/ 2147483647 h 196"/>
                  <a:gd name="T14" fmla="*/ 2147483647 w 120"/>
                  <a:gd name="T15" fmla="*/ 2147483647 h 196"/>
                  <a:gd name="T16" fmla="*/ 2147483647 w 120"/>
                  <a:gd name="T17" fmla="*/ 2147483647 h 196"/>
                  <a:gd name="T18" fmla="*/ 2147483647 w 120"/>
                  <a:gd name="T19" fmla="*/ 2147483647 h 196"/>
                  <a:gd name="T20" fmla="*/ 2147483647 w 120"/>
                  <a:gd name="T21" fmla="*/ 2147483647 h 196"/>
                  <a:gd name="T22" fmla="*/ 2147483647 w 120"/>
                  <a:gd name="T23" fmla="*/ 2147483647 h 196"/>
                  <a:gd name="T24" fmla="*/ 2147483647 w 120"/>
                  <a:gd name="T25" fmla="*/ 2147483647 h 196"/>
                  <a:gd name="T26" fmla="*/ 2147483647 w 120"/>
                  <a:gd name="T27" fmla="*/ 2147483647 h 196"/>
                  <a:gd name="T28" fmla="*/ 2147483647 w 120"/>
                  <a:gd name="T29" fmla="*/ 2147483647 h 196"/>
                  <a:gd name="T30" fmla="*/ 2147483647 w 120"/>
                  <a:gd name="T31" fmla="*/ 2147483647 h 196"/>
                  <a:gd name="T32" fmla="*/ 2147483647 w 120"/>
                  <a:gd name="T33" fmla="*/ 2147483647 h 196"/>
                  <a:gd name="T34" fmla="*/ 2147483647 w 120"/>
                  <a:gd name="T35" fmla="*/ 2147483647 h 196"/>
                  <a:gd name="T36" fmla="*/ 2147483647 w 120"/>
                  <a:gd name="T37" fmla="*/ 2147483647 h 196"/>
                  <a:gd name="T38" fmla="*/ 2147483647 w 120"/>
                  <a:gd name="T39" fmla="*/ 2147483647 h 196"/>
                  <a:gd name="T40" fmla="*/ 0 w 120"/>
                  <a:gd name="T41" fmla="*/ 2147483647 h 196"/>
                  <a:gd name="T42" fmla="*/ 2147483647 w 120"/>
                  <a:gd name="T43" fmla="*/ 2147483647 h 196"/>
                  <a:gd name="T44" fmla="*/ 2147483647 w 120"/>
                  <a:gd name="T45" fmla="*/ 2147483647 h 196"/>
                  <a:gd name="T46" fmla="*/ 2147483647 w 120"/>
                  <a:gd name="T47" fmla="*/ 2147483647 h 196"/>
                  <a:gd name="T48" fmla="*/ 2147483647 w 120"/>
                  <a:gd name="T49" fmla="*/ 0 h 196"/>
                  <a:gd name="T50" fmla="*/ 2147483647 w 120"/>
                  <a:gd name="T51" fmla="*/ 0 h 196"/>
                  <a:gd name="T52" fmla="*/ 2147483647 w 120"/>
                  <a:gd name="T53" fmla="*/ 2147483647 h 196"/>
                  <a:gd name="T54" fmla="*/ 2147483647 w 120"/>
                  <a:gd name="T55" fmla="*/ 2147483647 h 19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
                  <a:gd name="T85" fmla="*/ 0 h 196"/>
                  <a:gd name="T86" fmla="*/ 120 w 120"/>
                  <a:gd name="T87" fmla="*/ 196 h 19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 h="196">
                    <a:moveTo>
                      <a:pt x="82" y="2"/>
                    </a:moveTo>
                    <a:lnTo>
                      <a:pt x="82" y="2"/>
                    </a:lnTo>
                    <a:lnTo>
                      <a:pt x="96" y="24"/>
                    </a:lnTo>
                    <a:lnTo>
                      <a:pt x="98" y="34"/>
                    </a:lnTo>
                    <a:lnTo>
                      <a:pt x="102" y="46"/>
                    </a:lnTo>
                    <a:lnTo>
                      <a:pt x="106" y="70"/>
                    </a:lnTo>
                    <a:lnTo>
                      <a:pt x="114" y="120"/>
                    </a:lnTo>
                    <a:lnTo>
                      <a:pt x="118" y="170"/>
                    </a:lnTo>
                    <a:lnTo>
                      <a:pt x="120" y="188"/>
                    </a:lnTo>
                    <a:lnTo>
                      <a:pt x="118" y="196"/>
                    </a:lnTo>
                    <a:lnTo>
                      <a:pt x="106" y="174"/>
                    </a:lnTo>
                    <a:lnTo>
                      <a:pt x="76" y="120"/>
                    </a:lnTo>
                    <a:lnTo>
                      <a:pt x="58" y="90"/>
                    </a:lnTo>
                    <a:lnTo>
                      <a:pt x="38" y="62"/>
                    </a:lnTo>
                    <a:lnTo>
                      <a:pt x="22" y="40"/>
                    </a:lnTo>
                    <a:lnTo>
                      <a:pt x="14" y="32"/>
                    </a:lnTo>
                    <a:lnTo>
                      <a:pt x="8" y="26"/>
                    </a:lnTo>
                    <a:lnTo>
                      <a:pt x="0" y="22"/>
                    </a:lnTo>
                    <a:lnTo>
                      <a:pt x="2" y="12"/>
                    </a:lnTo>
                    <a:lnTo>
                      <a:pt x="36" y="4"/>
                    </a:lnTo>
                    <a:lnTo>
                      <a:pt x="64" y="0"/>
                    </a:lnTo>
                    <a:lnTo>
                      <a:pt x="74" y="0"/>
                    </a:lnTo>
                    <a:lnTo>
                      <a:pt x="8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18" name="Freeform 140"/>
              <p:cNvSpPr>
                <a:spLocks/>
              </p:cNvSpPr>
              <p:nvPr/>
            </p:nvSpPr>
            <p:spPr bwMode="auto">
              <a:xfrm>
                <a:off x="3575919" y="4138914"/>
                <a:ext cx="147019" cy="234086"/>
              </a:xfrm>
              <a:custGeom>
                <a:avLst/>
                <a:gdLst>
                  <a:gd name="T0" fmla="*/ 196572170 w 90"/>
                  <a:gd name="T1" fmla="*/ 120967497 h 140"/>
                  <a:gd name="T2" fmla="*/ 196572170 w 90"/>
                  <a:gd name="T3" fmla="*/ 120967497 h 140"/>
                  <a:gd name="T4" fmla="*/ 191531860 w 90"/>
                  <a:gd name="T5" fmla="*/ 136088428 h 140"/>
                  <a:gd name="T6" fmla="*/ 181451238 w 90"/>
                  <a:gd name="T7" fmla="*/ 171370600 h 140"/>
                  <a:gd name="T8" fmla="*/ 181451238 w 90"/>
                  <a:gd name="T9" fmla="*/ 196572151 h 140"/>
                  <a:gd name="T10" fmla="*/ 186491549 w 90"/>
                  <a:gd name="T11" fmla="*/ 211693132 h 140"/>
                  <a:gd name="T12" fmla="*/ 191531860 w 90"/>
                  <a:gd name="T13" fmla="*/ 226814063 h 140"/>
                  <a:gd name="T14" fmla="*/ 206652792 w 90"/>
                  <a:gd name="T15" fmla="*/ 236894683 h 140"/>
                  <a:gd name="T16" fmla="*/ 206652792 w 90"/>
                  <a:gd name="T17" fmla="*/ 236894683 h 140"/>
                  <a:gd name="T18" fmla="*/ 226814085 w 90"/>
                  <a:gd name="T19" fmla="*/ 241934994 h 140"/>
                  <a:gd name="T20" fmla="*/ 226814085 w 90"/>
                  <a:gd name="T21" fmla="*/ 241934994 h 140"/>
                  <a:gd name="T22" fmla="*/ 226814085 w 90"/>
                  <a:gd name="T23" fmla="*/ 257055925 h 140"/>
                  <a:gd name="T24" fmla="*/ 226814085 w 90"/>
                  <a:gd name="T25" fmla="*/ 272176856 h 140"/>
                  <a:gd name="T26" fmla="*/ 221773774 w 90"/>
                  <a:gd name="T27" fmla="*/ 282257476 h 140"/>
                  <a:gd name="T28" fmla="*/ 221773774 w 90"/>
                  <a:gd name="T29" fmla="*/ 282257476 h 140"/>
                  <a:gd name="T30" fmla="*/ 211693152 w 90"/>
                  <a:gd name="T31" fmla="*/ 297378407 h 140"/>
                  <a:gd name="T32" fmla="*/ 206652792 w 90"/>
                  <a:gd name="T33" fmla="*/ 322579959 h 140"/>
                  <a:gd name="T34" fmla="*/ 196572170 w 90"/>
                  <a:gd name="T35" fmla="*/ 352821820 h 140"/>
                  <a:gd name="T36" fmla="*/ 186491549 w 90"/>
                  <a:gd name="T37" fmla="*/ 347781510 h 140"/>
                  <a:gd name="T38" fmla="*/ 186491549 w 90"/>
                  <a:gd name="T39" fmla="*/ 347781510 h 140"/>
                  <a:gd name="T40" fmla="*/ 196572170 w 90"/>
                  <a:gd name="T41" fmla="*/ 337700889 h 140"/>
                  <a:gd name="T42" fmla="*/ 196572170 w 90"/>
                  <a:gd name="T43" fmla="*/ 322579959 h 140"/>
                  <a:gd name="T44" fmla="*/ 186491549 w 90"/>
                  <a:gd name="T45" fmla="*/ 307459028 h 140"/>
                  <a:gd name="T46" fmla="*/ 186491549 w 90"/>
                  <a:gd name="T47" fmla="*/ 307459028 h 140"/>
                  <a:gd name="T48" fmla="*/ 171370617 w 90"/>
                  <a:gd name="T49" fmla="*/ 297378407 h 140"/>
                  <a:gd name="T50" fmla="*/ 146169063 w 90"/>
                  <a:gd name="T51" fmla="*/ 282257476 h 140"/>
                  <a:gd name="T52" fmla="*/ 95765930 w 90"/>
                  <a:gd name="T53" fmla="*/ 257055925 h 140"/>
                  <a:gd name="T54" fmla="*/ 95765930 w 90"/>
                  <a:gd name="T55" fmla="*/ 257055925 h 140"/>
                  <a:gd name="T56" fmla="*/ 70564376 w 90"/>
                  <a:gd name="T57" fmla="*/ 241934994 h 140"/>
                  <a:gd name="T58" fmla="*/ 55443444 w 90"/>
                  <a:gd name="T59" fmla="*/ 226814063 h 140"/>
                  <a:gd name="T60" fmla="*/ 35282188 w 90"/>
                  <a:gd name="T61" fmla="*/ 206652772 h 140"/>
                  <a:gd name="T62" fmla="*/ 20161249 w 90"/>
                  <a:gd name="T63" fmla="*/ 191531841 h 140"/>
                  <a:gd name="T64" fmla="*/ 20161249 w 90"/>
                  <a:gd name="T65" fmla="*/ 191531841 h 140"/>
                  <a:gd name="T66" fmla="*/ 15120939 w 90"/>
                  <a:gd name="T67" fmla="*/ 120967497 h 140"/>
                  <a:gd name="T68" fmla="*/ 15120939 w 90"/>
                  <a:gd name="T69" fmla="*/ 120967497 h 140"/>
                  <a:gd name="T70" fmla="*/ 10080625 w 90"/>
                  <a:gd name="T71" fmla="*/ 70564369 h 140"/>
                  <a:gd name="T72" fmla="*/ 0 w 90"/>
                  <a:gd name="T73" fmla="*/ 35282185 h 140"/>
                  <a:gd name="T74" fmla="*/ 0 w 90"/>
                  <a:gd name="T75" fmla="*/ 35282185 h 140"/>
                  <a:gd name="T76" fmla="*/ 10080625 w 90"/>
                  <a:gd name="T77" fmla="*/ 25201558 h 140"/>
                  <a:gd name="T78" fmla="*/ 20161249 w 90"/>
                  <a:gd name="T79" fmla="*/ 5040312 h 140"/>
                  <a:gd name="T80" fmla="*/ 20161249 w 90"/>
                  <a:gd name="T81" fmla="*/ 5040312 h 140"/>
                  <a:gd name="T82" fmla="*/ 25201560 w 90"/>
                  <a:gd name="T83" fmla="*/ 0 h 140"/>
                  <a:gd name="T84" fmla="*/ 30241877 w 90"/>
                  <a:gd name="T85" fmla="*/ 5040312 h 140"/>
                  <a:gd name="T86" fmla="*/ 50403120 w 90"/>
                  <a:gd name="T87" fmla="*/ 15120937 h 140"/>
                  <a:gd name="T88" fmla="*/ 110886887 w 90"/>
                  <a:gd name="T89" fmla="*/ 55443438 h 140"/>
                  <a:gd name="T90" fmla="*/ 196572170 w 90"/>
                  <a:gd name="T91" fmla="*/ 120967497 h 140"/>
                  <a:gd name="T92" fmla="*/ 196572170 w 90"/>
                  <a:gd name="T93" fmla="*/ 120967497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0"/>
                  <a:gd name="T142" fmla="*/ 0 h 140"/>
                  <a:gd name="T143" fmla="*/ 90 w 9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0" h="140">
                    <a:moveTo>
                      <a:pt x="78" y="48"/>
                    </a:moveTo>
                    <a:lnTo>
                      <a:pt x="78" y="48"/>
                    </a:lnTo>
                    <a:lnTo>
                      <a:pt x="76" y="54"/>
                    </a:lnTo>
                    <a:lnTo>
                      <a:pt x="72" y="68"/>
                    </a:lnTo>
                    <a:lnTo>
                      <a:pt x="72" y="78"/>
                    </a:lnTo>
                    <a:lnTo>
                      <a:pt x="74" y="84"/>
                    </a:lnTo>
                    <a:lnTo>
                      <a:pt x="76" y="90"/>
                    </a:lnTo>
                    <a:lnTo>
                      <a:pt x="82" y="94"/>
                    </a:lnTo>
                    <a:lnTo>
                      <a:pt x="90" y="96"/>
                    </a:lnTo>
                    <a:lnTo>
                      <a:pt x="90" y="102"/>
                    </a:lnTo>
                    <a:lnTo>
                      <a:pt x="90" y="108"/>
                    </a:lnTo>
                    <a:lnTo>
                      <a:pt x="88" y="112"/>
                    </a:lnTo>
                    <a:lnTo>
                      <a:pt x="84" y="118"/>
                    </a:lnTo>
                    <a:lnTo>
                      <a:pt x="82" y="128"/>
                    </a:lnTo>
                    <a:lnTo>
                      <a:pt x="78" y="140"/>
                    </a:lnTo>
                    <a:lnTo>
                      <a:pt x="74" y="138"/>
                    </a:lnTo>
                    <a:lnTo>
                      <a:pt x="78" y="134"/>
                    </a:lnTo>
                    <a:lnTo>
                      <a:pt x="78" y="128"/>
                    </a:lnTo>
                    <a:lnTo>
                      <a:pt x="74" y="122"/>
                    </a:lnTo>
                    <a:lnTo>
                      <a:pt x="68" y="118"/>
                    </a:lnTo>
                    <a:lnTo>
                      <a:pt x="58" y="112"/>
                    </a:lnTo>
                    <a:lnTo>
                      <a:pt x="38" y="102"/>
                    </a:lnTo>
                    <a:lnTo>
                      <a:pt x="28" y="96"/>
                    </a:lnTo>
                    <a:lnTo>
                      <a:pt x="22" y="90"/>
                    </a:lnTo>
                    <a:lnTo>
                      <a:pt x="14" y="82"/>
                    </a:lnTo>
                    <a:lnTo>
                      <a:pt x="8" y="76"/>
                    </a:lnTo>
                    <a:lnTo>
                      <a:pt x="6" y="48"/>
                    </a:lnTo>
                    <a:lnTo>
                      <a:pt x="4" y="28"/>
                    </a:lnTo>
                    <a:lnTo>
                      <a:pt x="0" y="14"/>
                    </a:lnTo>
                    <a:lnTo>
                      <a:pt x="4" y="10"/>
                    </a:lnTo>
                    <a:lnTo>
                      <a:pt x="8" y="2"/>
                    </a:lnTo>
                    <a:lnTo>
                      <a:pt x="10" y="0"/>
                    </a:lnTo>
                    <a:lnTo>
                      <a:pt x="12" y="2"/>
                    </a:lnTo>
                    <a:lnTo>
                      <a:pt x="20" y="6"/>
                    </a:lnTo>
                    <a:lnTo>
                      <a:pt x="44" y="22"/>
                    </a:lnTo>
                    <a:lnTo>
                      <a:pt x="78" y="48"/>
                    </a:lnTo>
                    <a:close/>
                  </a:path>
                </a:pathLst>
              </a:custGeom>
              <a:grpFill/>
              <a:ln w="9525">
                <a:noFill/>
                <a:round/>
                <a:headEnd/>
                <a:tailEnd/>
              </a:ln>
            </p:spPr>
            <p:txBody>
              <a:bodyPr/>
              <a:lstStyle/>
              <a:p>
                <a:pPr fontAlgn="auto">
                  <a:spcBef>
                    <a:spcPts val="0"/>
                  </a:spcBef>
                  <a:spcAft>
                    <a:spcPts val="0"/>
                  </a:spcAft>
                  <a:defRPr/>
                </a:pPr>
                <a:endParaRPr sz="2000" dirty="0">
                  <a:solidFill>
                    <a:prstClr val="black"/>
                  </a:solidFill>
                  <a:latin typeface="Roboto Lt"/>
                  <a:cs typeface="Simplified Arabic" panose="02020603050405020304" pitchFamily="18" charset="-78"/>
                </a:endParaRPr>
              </a:p>
            </p:txBody>
          </p:sp>
        </p:grpSp>
        <p:sp>
          <p:nvSpPr>
            <p:cNvPr id="10" name="Freeform 5"/>
            <p:cNvSpPr>
              <a:spLocks noEditPoints="1"/>
            </p:cNvSpPr>
            <p:nvPr/>
          </p:nvSpPr>
          <p:spPr bwMode="auto">
            <a:xfrm>
              <a:off x="8639116" y="2198798"/>
              <a:ext cx="1116469" cy="2902813"/>
            </a:xfrm>
            <a:custGeom>
              <a:avLst/>
              <a:gdLst>
                <a:gd name="T0" fmla="*/ 2147483647 w 600"/>
                <a:gd name="T1" fmla="*/ 1302100615 h 1727"/>
                <a:gd name="T2" fmla="*/ 2132965708 w 600"/>
                <a:gd name="T3" fmla="*/ 1014817518 h 1727"/>
                <a:gd name="T4" fmla="*/ 2114775135 w 600"/>
                <a:gd name="T5" fmla="*/ 861847602 h 1727"/>
                <a:gd name="T6" fmla="*/ 1982886016 w 600"/>
                <a:gd name="T7" fmla="*/ 936466814 h 1727"/>
                <a:gd name="T8" fmla="*/ 1791874337 w 600"/>
                <a:gd name="T9" fmla="*/ 179084624 h 1727"/>
                <a:gd name="T10" fmla="*/ 1664531796 w 600"/>
                <a:gd name="T11" fmla="*/ 41039906 h 1727"/>
                <a:gd name="T12" fmla="*/ 1459878253 w 600"/>
                <a:gd name="T13" fmla="*/ 22385578 h 1727"/>
                <a:gd name="T14" fmla="*/ 1064208499 w 600"/>
                <a:gd name="T15" fmla="*/ 813345211 h 1727"/>
                <a:gd name="T16" fmla="*/ 1059661922 w 600"/>
                <a:gd name="T17" fmla="*/ 820807712 h 1727"/>
                <a:gd name="T18" fmla="*/ 786788399 w 600"/>
                <a:gd name="T19" fmla="*/ 1085705480 h 1727"/>
                <a:gd name="T20" fmla="*/ 650350571 w 600"/>
                <a:gd name="T21" fmla="*/ 1078242979 h 1727"/>
                <a:gd name="T22" fmla="*/ 659445858 w 600"/>
                <a:gd name="T23" fmla="*/ 1227481403 h 1727"/>
                <a:gd name="T24" fmla="*/ 418406771 w 600"/>
                <a:gd name="T25" fmla="*/ 1652809174 h 1727"/>
                <a:gd name="T26" fmla="*/ 18190581 w 600"/>
                <a:gd name="T27" fmla="*/ 2147483647 h 1727"/>
                <a:gd name="T28" fmla="*/ 841362251 w 600"/>
                <a:gd name="T29" fmla="*/ 2147483647 h 1727"/>
                <a:gd name="T30" fmla="*/ 768595694 w 600"/>
                <a:gd name="T31" fmla="*/ 2147483647 h 1727"/>
                <a:gd name="T32" fmla="*/ 463885336 w 600"/>
                <a:gd name="T33" fmla="*/ 2147483647 h 1727"/>
                <a:gd name="T34" fmla="*/ 836813541 w 600"/>
                <a:gd name="T35" fmla="*/ 1757274526 h 1727"/>
                <a:gd name="T36" fmla="*/ 941416800 w 600"/>
                <a:gd name="T37" fmla="*/ 2089329247 h 1727"/>
                <a:gd name="T38" fmla="*/ 809527682 w 600"/>
                <a:gd name="T39" fmla="*/ 2147483647 h 1727"/>
                <a:gd name="T40" fmla="*/ 845910960 w 600"/>
                <a:gd name="T41" fmla="*/ 2147483647 h 1727"/>
                <a:gd name="T42" fmla="*/ 668541144 w 600"/>
                <a:gd name="T43" fmla="*/ 2147483647 h 1727"/>
                <a:gd name="T44" fmla="*/ 886840816 w 600"/>
                <a:gd name="T45" fmla="*/ 2147483647 h 1727"/>
                <a:gd name="T46" fmla="*/ 968702659 w 600"/>
                <a:gd name="T47" fmla="*/ 2147483647 h 1727"/>
                <a:gd name="T48" fmla="*/ 1296152433 w 600"/>
                <a:gd name="T49" fmla="*/ 2147483647 h 1727"/>
                <a:gd name="T50" fmla="*/ 1368918990 w 600"/>
                <a:gd name="T51" fmla="*/ 2147483647 h 1727"/>
                <a:gd name="T52" fmla="*/ 1878284890 w 600"/>
                <a:gd name="T53" fmla="*/ 2147483647 h 1727"/>
                <a:gd name="T54" fmla="*/ 1987434726 w 600"/>
                <a:gd name="T55" fmla="*/ 2147483647 h 1727"/>
                <a:gd name="T56" fmla="*/ 2147483647 w 600"/>
                <a:gd name="T57" fmla="*/ 2147483647 h 1727"/>
                <a:gd name="T58" fmla="*/ 2147483647 w 600"/>
                <a:gd name="T59" fmla="*/ 2147483647 h 1727"/>
                <a:gd name="T60" fmla="*/ 2147483647 w 600"/>
                <a:gd name="T61" fmla="*/ 2147483647 h 1727"/>
                <a:gd name="T62" fmla="*/ 1700915074 w 600"/>
                <a:gd name="T63" fmla="*/ 2147483647 h 1727"/>
                <a:gd name="T64" fmla="*/ 1891928886 w 600"/>
                <a:gd name="T65" fmla="*/ 2147483647 h 1727"/>
                <a:gd name="T66" fmla="*/ 1650889932 w 600"/>
                <a:gd name="T67" fmla="*/ 2147483647 h 1727"/>
                <a:gd name="T68" fmla="*/ 1578123375 w 600"/>
                <a:gd name="T69" fmla="*/ 2147483647 h 1727"/>
                <a:gd name="T70" fmla="*/ 1455329543 w 600"/>
                <a:gd name="T71" fmla="*/ 2147483647 h 1727"/>
                <a:gd name="T72" fmla="*/ 1432590261 w 600"/>
                <a:gd name="T73" fmla="*/ 2147483647 h 1727"/>
                <a:gd name="T74" fmla="*/ 1964693311 w 600"/>
                <a:gd name="T75" fmla="*/ 2147483647 h 1727"/>
                <a:gd name="T76" fmla="*/ 1782779051 w 600"/>
                <a:gd name="T77" fmla="*/ 1962477842 h 1727"/>
                <a:gd name="T78" fmla="*/ 1105140487 w 600"/>
                <a:gd name="T79" fmla="*/ 1414028468 h 1727"/>
                <a:gd name="T80" fmla="*/ 1332535712 w 600"/>
                <a:gd name="T81" fmla="*/ 1201364583 h 1727"/>
                <a:gd name="T82" fmla="*/ 1896475463 w 600"/>
                <a:gd name="T83" fmla="*/ 1354332326 h 1727"/>
                <a:gd name="T84" fmla="*/ 1937407451 w 600"/>
                <a:gd name="T85" fmla="*/ 1078242979 h 1727"/>
                <a:gd name="T86" fmla="*/ 2147483647 w 600"/>
                <a:gd name="T87" fmla="*/ 2147483647 h 1727"/>
                <a:gd name="T88" fmla="*/ 2147483647 w 600"/>
                <a:gd name="T89" fmla="*/ 2147483647 h 1727"/>
                <a:gd name="T90" fmla="*/ 2147483647 w 600"/>
                <a:gd name="T91" fmla="*/ 1839356238 h 1727"/>
                <a:gd name="T92" fmla="*/ 2147483647 w 600"/>
                <a:gd name="T93" fmla="*/ 2147483647 h 17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0"/>
                <a:gd name="T142" fmla="*/ 0 h 1727"/>
                <a:gd name="T143" fmla="*/ 600 w 600"/>
                <a:gd name="T144" fmla="*/ 1727 h 17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0" h="1727">
                  <a:moveTo>
                    <a:pt x="588" y="660"/>
                  </a:moveTo>
                  <a:cubicBezTo>
                    <a:pt x="584" y="609"/>
                    <a:pt x="581" y="557"/>
                    <a:pt x="581" y="506"/>
                  </a:cubicBezTo>
                  <a:cubicBezTo>
                    <a:pt x="580" y="455"/>
                    <a:pt x="582" y="399"/>
                    <a:pt x="567" y="349"/>
                  </a:cubicBezTo>
                  <a:cubicBezTo>
                    <a:pt x="562" y="333"/>
                    <a:pt x="560" y="307"/>
                    <a:pt x="545" y="296"/>
                  </a:cubicBezTo>
                  <a:cubicBezTo>
                    <a:pt x="535" y="288"/>
                    <a:pt x="517" y="285"/>
                    <a:pt x="504" y="281"/>
                  </a:cubicBezTo>
                  <a:cubicBezTo>
                    <a:pt x="493" y="277"/>
                    <a:pt x="481" y="274"/>
                    <a:pt x="469" y="272"/>
                  </a:cubicBezTo>
                  <a:cubicBezTo>
                    <a:pt x="477" y="267"/>
                    <a:pt x="490" y="260"/>
                    <a:pt x="486" y="250"/>
                  </a:cubicBezTo>
                  <a:cubicBezTo>
                    <a:pt x="478" y="255"/>
                    <a:pt x="472" y="262"/>
                    <a:pt x="461" y="259"/>
                  </a:cubicBezTo>
                  <a:cubicBezTo>
                    <a:pt x="464" y="250"/>
                    <a:pt x="469" y="241"/>
                    <a:pt x="465" y="231"/>
                  </a:cubicBezTo>
                  <a:cubicBezTo>
                    <a:pt x="463" y="239"/>
                    <a:pt x="461" y="251"/>
                    <a:pt x="452" y="254"/>
                  </a:cubicBezTo>
                  <a:cubicBezTo>
                    <a:pt x="450" y="248"/>
                    <a:pt x="449" y="240"/>
                    <a:pt x="448" y="233"/>
                  </a:cubicBezTo>
                  <a:cubicBezTo>
                    <a:pt x="448" y="244"/>
                    <a:pt x="443" y="255"/>
                    <a:pt x="436" y="251"/>
                  </a:cubicBezTo>
                  <a:cubicBezTo>
                    <a:pt x="433" y="237"/>
                    <a:pt x="431" y="222"/>
                    <a:pt x="427" y="208"/>
                  </a:cubicBezTo>
                  <a:cubicBezTo>
                    <a:pt x="420" y="176"/>
                    <a:pt x="418" y="143"/>
                    <a:pt x="413" y="110"/>
                  </a:cubicBezTo>
                  <a:cubicBezTo>
                    <a:pt x="409" y="91"/>
                    <a:pt x="404" y="67"/>
                    <a:pt x="394" y="48"/>
                  </a:cubicBezTo>
                  <a:cubicBezTo>
                    <a:pt x="392" y="41"/>
                    <a:pt x="389" y="35"/>
                    <a:pt x="386" y="29"/>
                  </a:cubicBezTo>
                  <a:cubicBezTo>
                    <a:pt x="384" y="26"/>
                    <a:pt x="381" y="22"/>
                    <a:pt x="378" y="19"/>
                  </a:cubicBezTo>
                  <a:cubicBezTo>
                    <a:pt x="374" y="14"/>
                    <a:pt x="370" y="11"/>
                    <a:pt x="366" y="11"/>
                  </a:cubicBezTo>
                  <a:cubicBezTo>
                    <a:pt x="356" y="4"/>
                    <a:pt x="344" y="0"/>
                    <a:pt x="334" y="2"/>
                  </a:cubicBezTo>
                  <a:cubicBezTo>
                    <a:pt x="328" y="4"/>
                    <a:pt x="326" y="7"/>
                    <a:pt x="319" y="5"/>
                  </a:cubicBezTo>
                  <a:cubicBezTo>
                    <a:pt x="321" y="6"/>
                    <a:pt x="321" y="6"/>
                    <a:pt x="321" y="6"/>
                  </a:cubicBezTo>
                  <a:cubicBezTo>
                    <a:pt x="211" y="11"/>
                    <a:pt x="239" y="136"/>
                    <a:pt x="235" y="208"/>
                  </a:cubicBezTo>
                  <a:cubicBezTo>
                    <a:pt x="233" y="220"/>
                    <a:pt x="233" y="220"/>
                    <a:pt x="233" y="220"/>
                  </a:cubicBezTo>
                  <a:cubicBezTo>
                    <a:pt x="233" y="219"/>
                    <a:pt x="234" y="219"/>
                    <a:pt x="234" y="218"/>
                  </a:cubicBezTo>
                  <a:cubicBezTo>
                    <a:pt x="234" y="219"/>
                    <a:pt x="234" y="219"/>
                    <a:pt x="234" y="219"/>
                  </a:cubicBezTo>
                  <a:cubicBezTo>
                    <a:pt x="233" y="226"/>
                    <a:pt x="232" y="234"/>
                    <a:pt x="230" y="242"/>
                  </a:cubicBezTo>
                  <a:cubicBezTo>
                    <a:pt x="233" y="220"/>
                    <a:pt x="233" y="220"/>
                    <a:pt x="233" y="220"/>
                  </a:cubicBezTo>
                  <a:cubicBezTo>
                    <a:pt x="233" y="221"/>
                    <a:pt x="232" y="223"/>
                    <a:pt x="232" y="224"/>
                  </a:cubicBezTo>
                  <a:cubicBezTo>
                    <a:pt x="226" y="238"/>
                    <a:pt x="221" y="253"/>
                    <a:pt x="212" y="265"/>
                  </a:cubicBezTo>
                  <a:cubicBezTo>
                    <a:pt x="203" y="278"/>
                    <a:pt x="191" y="292"/>
                    <a:pt x="173" y="291"/>
                  </a:cubicBezTo>
                  <a:cubicBezTo>
                    <a:pt x="165" y="291"/>
                    <a:pt x="156" y="287"/>
                    <a:pt x="153" y="280"/>
                  </a:cubicBezTo>
                  <a:cubicBezTo>
                    <a:pt x="155" y="292"/>
                    <a:pt x="155" y="300"/>
                    <a:pt x="171" y="306"/>
                  </a:cubicBezTo>
                  <a:cubicBezTo>
                    <a:pt x="157" y="307"/>
                    <a:pt x="151" y="297"/>
                    <a:pt x="143" y="289"/>
                  </a:cubicBezTo>
                  <a:cubicBezTo>
                    <a:pt x="144" y="297"/>
                    <a:pt x="151" y="307"/>
                    <a:pt x="158" y="312"/>
                  </a:cubicBezTo>
                  <a:cubicBezTo>
                    <a:pt x="162" y="314"/>
                    <a:pt x="166" y="317"/>
                    <a:pt x="170" y="318"/>
                  </a:cubicBezTo>
                  <a:cubicBezTo>
                    <a:pt x="161" y="321"/>
                    <a:pt x="152" y="324"/>
                    <a:pt x="145" y="329"/>
                  </a:cubicBezTo>
                  <a:cubicBezTo>
                    <a:pt x="135" y="335"/>
                    <a:pt x="138" y="340"/>
                    <a:pt x="135" y="349"/>
                  </a:cubicBezTo>
                  <a:cubicBezTo>
                    <a:pt x="133" y="354"/>
                    <a:pt x="124" y="368"/>
                    <a:pt x="126" y="375"/>
                  </a:cubicBezTo>
                  <a:cubicBezTo>
                    <a:pt x="118" y="398"/>
                    <a:pt x="102" y="421"/>
                    <a:pt x="92" y="443"/>
                  </a:cubicBezTo>
                  <a:cubicBezTo>
                    <a:pt x="85" y="460"/>
                    <a:pt x="77" y="476"/>
                    <a:pt x="68" y="492"/>
                  </a:cubicBezTo>
                  <a:cubicBezTo>
                    <a:pt x="57" y="512"/>
                    <a:pt x="44" y="534"/>
                    <a:pt x="30" y="551"/>
                  </a:cubicBezTo>
                  <a:cubicBezTo>
                    <a:pt x="16" y="568"/>
                    <a:pt x="0" y="578"/>
                    <a:pt x="4" y="599"/>
                  </a:cubicBezTo>
                  <a:cubicBezTo>
                    <a:pt x="16" y="669"/>
                    <a:pt x="113" y="687"/>
                    <a:pt x="157" y="739"/>
                  </a:cubicBezTo>
                  <a:cubicBezTo>
                    <a:pt x="161" y="728"/>
                    <a:pt x="171" y="731"/>
                    <a:pt x="178" y="724"/>
                  </a:cubicBezTo>
                  <a:cubicBezTo>
                    <a:pt x="182" y="720"/>
                    <a:pt x="184" y="712"/>
                    <a:pt x="185" y="706"/>
                  </a:cubicBezTo>
                  <a:cubicBezTo>
                    <a:pt x="183" y="709"/>
                    <a:pt x="179" y="713"/>
                    <a:pt x="171" y="716"/>
                  </a:cubicBezTo>
                  <a:cubicBezTo>
                    <a:pt x="142" y="725"/>
                    <a:pt x="137" y="650"/>
                    <a:pt x="160" y="655"/>
                  </a:cubicBezTo>
                  <a:cubicBezTo>
                    <a:pt x="163" y="655"/>
                    <a:pt x="166" y="655"/>
                    <a:pt x="169" y="655"/>
                  </a:cubicBezTo>
                  <a:cubicBezTo>
                    <a:pt x="143" y="640"/>
                    <a:pt x="121" y="619"/>
                    <a:pt x="100" y="599"/>
                  </a:cubicBezTo>
                  <a:cubicBezTo>
                    <a:pt x="103" y="598"/>
                    <a:pt x="106" y="597"/>
                    <a:pt x="109" y="596"/>
                  </a:cubicBezTo>
                  <a:cubicBezTo>
                    <a:pt x="105" y="592"/>
                    <a:pt x="102" y="586"/>
                    <a:pt x="102" y="580"/>
                  </a:cubicBezTo>
                  <a:cubicBezTo>
                    <a:pt x="121" y="557"/>
                    <a:pt x="132" y="526"/>
                    <a:pt x="152" y="501"/>
                  </a:cubicBezTo>
                  <a:cubicBezTo>
                    <a:pt x="158" y="493"/>
                    <a:pt x="167" y="482"/>
                    <a:pt x="176" y="476"/>
                  </a:cubicBezTo>
                  <a:cubicBezTo>
                    <a:pt x="179" y="474"/>
                    <a:pt x="181" y="473"/>
                    <a:pt x="184" y="471"/>
                  </a:cubicBezTo>
                  <a:cubicBezTo>
                    <a:pt x="185" y="474"/>
                    <a:pt x="186" y="477"/>
                    <a:pt x="187" y="479"/>
                  </a:cubicBezTo>
                  <a:cubicBezTo>
                    <a:pt x="193" y="492"/>
                    <a:pt x="200" y="506"/>
                    <a:pt x="204" y="519"/>
                  </a:cubicBezTo>
                  <a:cubicBezTo>
                    <a:pt x="209" y="535"/>
                    <a:pt x="206" y="546"/>
                    <a:pt x="207" y="560"/>
                  </a:cubicBezTo>
                  <a:cubicBezTo>
                    <a:pt x="209" y="574"/>
                    <a:pt x="219" y="589"/>
                    <a:pt x="221" y="603"/>
                  </a:cubicBezTo>
                  <a:cubicBezTo>
                    <a:pt x="222" y="608"/>
                    <a:pt x="222" y="613"/>
                    <a:pt x="222" y="617"/>
                  </a:cubicBezTo>
                  <a:cubicBezTo>
                    <a:pt x="199" y="623"/>
                    <a:pt x="198" y="646"/>
                    <a:pt x="178" y="659"/>
                  </a:cubicBezTo>
                  <a:cubicBezTo>
                    <a:pt x="178" y="659"/>
                    <a:pt x="177" y="659"/>
                    <a:pt x="177" y="658"/>
                  </a:cubicBezTo>
                  <a:cubicBezTo>
                    <a:pt x="163" y="687"/>
                    <a:pt x="181" y="700"/>
                    <a:pt x="186" y="702"/>
                  </a:cubicBezTo>
                  <a:cubicBezTo>
                    <a:pt x="186" y="702"/>
                    <a:pt x="186" y="702"/>
                    <a:pt x="186" y="701"/>
                  </a:cubicBezTo>
                  <a:cubicBezTo>
                    <a:pt x="190" y="702"/>
                    <a:pt x="194" y="702"/>
                    <a:pt x="198" y="703"/>
                  </a:cubicBezTo>
                  <a:cubicBezTo>
                    <a:pt x="197" y="705"/>
                    <a:pt x="196" y="708"/>
                    <a:pt x="195" y="710"/>
                  </a:cubicBezTo>
                  <a:cubicBezTo>
                    <a:pt x="176" y="749"/>
                    <a:pt x="158" y="791"/>
                    <a:pt x="147" y="832"/>
                  </a:cubicBezTo>
                  <a:cubicBezTo>
                    <a:pt x="154" y="833"/>
                    <a:pt x="195" y="837"/>
                    <a:pt x="202" y="842"/>
                  </a:cubicBezTo>
                  <a:cubicBezTo>
                    <a:pt x="201" y="863"/>
                    <a:pt x="197" y="891"/>
                    <a:pt x="196" y="915"/>
                  </a:cubicBezTo>
                  <a:cubicBezTo>
                    <a:pt x="194" y="963"/>
                    <a:pt x="190" y="990"/>
                    <a:pt x="195" y="1029"/>
                  </a:cubicBezTo>
                  <a:cubicBezTo>
                    <a:pt x="201" y="1081"/>
                    <a:pt x="197" y="1136"/>
                    <a:pt x="190" y="1187"/>
                  </a:cubicBezTo>
                  <a:cubicBezTo>
                    <a:pt x="200" y="1191"/>
                    <a:pt x="209" y="1191"/>
                    <a:pt x="218" y="1191"/>
                  </a:cubicBezTo>
                  <a:cubicBezTo>
                    <a:pt x="216" y="1206"/>
                    <a:pt x="213" y="1221"/>
                    <a:pt x="213" y="1237"/>
                  </a:cubicBezTo>
                  <a:cubicBezTo>
                    <a:pt x="212" y="1255"/>
                    <a:pt x="214" y="1273"/>
                    <a:pt x="217" y="1291"/>
                  </a:cubicBezTo>
                  <a:cubicBezTo>
                    <a:pt x="225" y="1341"/>
                    <a:pt x="240" y="1389"/>
                    <a:pt x="259" y="1436"/>
                  </a:cubicBezTo>
                  <a:cubicBezTo>
                    <a:pt x="274" y="1473"/>
                    <a:pt x="294" y="1521"/>
                    <a:pt x="285" y="1560"/>
                  </a:cubicBezTo>
                  <a:cubicBezTo>
                    <a:pt x="280" y="1583"/>
                    <a:pt x="279" y="1609"/>
                    <a:pt x="281" y="1632"/>
                  </a:cubicBezTo>
                  <a:cubicBezTo>
                    <a:pt x="283" y="1648"/>
                    <a:pt x="290" y="1663"/>
                    <a:pt x="292" y="1679"/>
                  </a:cubicBezTo>
                  <a:cubicBezTo>
                    <a:pt x="294" y="1691"/>
                    <a:pt x="287" y="1699"/>
                    <a:pt x="301" y="1706"/>
                  </a:cubicBezTo>
                  <a:cubicBezTo>
                    <a:pt x="317" y="1713"/>
                    <a:pt x="366" y="1727"/>
                    <a:pt x="383" y="1719"/>
                  </a:cubicBezTo>
                  <a:cubicBezTo>
                    <a:pt x="392" y="1714"/>
                    <a:pt x="396" y="1709"/>
                    <a:pt x="398" y="1703"/>
                  </a:cubicBezTo>
                  <a:cubicBezTo>
                    <a:pt x="401" y="1708"/>
                    <a:pt x="405" y="1711"/>
                    <a:pt x="413" y="1712"/>
                  </a:cubicBezTo>
                  <a:cubicBezTo>
                    <a:pt x="428" y="1715"/>
                    <a:pt x="442" y="1713"/>
                    <a:pt x="456" y="1709"/>
                  </a:cubicBezTo>
                  <a:cubicBezTo>
                    <a:pt x="500" y="1697"/>
                    <a:pt x="454" y="1666"/>
                    <a:pt x="443" y="1643"/>
                  </a:cubicBezTo>
                  <a:cubicBezTo>
                    <a:pt x="439" y="1634"/>
                    <a:pt x="438" y="1622"/>
                    <a:pt x="437" y="1610"/>
                  </a:cubicBezTo>
                  <a:cubicBezTo>
                    <a:pt x="437" y="1588"/>
                    <a:pt x="432" y="1578"/>
                    <a:pt x="433" y="1563"/>
                  </a:cubicBezTo>
                  <a:cubicBezTo>
                    <a:pt x="434" y="1546"/>
                    <a:pt x="475" y="1428"/>
                    <a:pt x="479" y="1417"/>
                  </a:cubicBezTo>
                  <a:cubicBezTo>
                    <a:pt x="482" y="1406"/>
                    <a:pt x="519" y="1310"/>
                    <a:pt x="522" y="1297"/>
                  </a:cubicBezTo>
                  <a:cubicBezTo>
                    <a:pt x="524" y="1287"/>
                    <a:pt x="538" y="1222"/>
                    <a:pt x="542" y="1204"/>
                  </a:cubicBezTo>
                  <a:cubicBezTo>
                    <a:pt x="550" y="1201"/>
                    <a:pt x="549" y="1016"/>
                    <a:pt x="561" y="923"/>
                  </a:cubicBezTo>
                  <a:cubicBezTo>
                    <a:pt x="569" y="860"/>
                    <a:pt x="568" y="859"/>
                    <a:pt x="582" y="855"/>
                  </a:cubicBezTo>
                  <a:cubicBezTo>
                    <a:pt x="587" y="849"/>
                    <a:pt x="591" y="840"/>
                    <a:pt x="594" y="830"/>
                  </a:cubicBezTo>
                  <a:cubicBezTo>
                    <a:pt x="596" y="821"/>
                    <a:pt x="598" y="808"/>
                    <a:pt x="598" y="795"/>
                  </a:cubicBezTo>
                  <a:cubicBezTo>
                    <a:pt x="600" y="750"/>
                    <a:pt x="591" y="706"/>
                    <a:pt x="588" y="660"/>
                  </a:cubicBezTo>
                  <a:close/>
                  <a:moveTo>
                    <a:pt x="376" y="1659"/>
                  </a:moveTo>
                  <a:cubicBezTo>
                    <a:pt x="366" y="1644"/>
                    <a:pt x="365" y="1625"/>
                    <a:pt x="362" y="1608"/>
                  </a:cubicBezTo>
                  <a:cubicBezTo>
                    <a:pt x="367" y="1612"/>
                    <a:pt x="372" y="1616"/>
                    <a:pt x="374" y="1623"/>
                  </a:cubicBezTo>
                  <a:cubicBezTo>
                    <a:pt x="378" y="1635"/>
                    <a:pt x="376" y="1647"/>
                    <a:pt x="376" y="1659"/>
                  </a:cubicBezTo>
                  <a:close/>
                  <a:moveTo>
                    <a:pt x="432" y="1268"/>
                  </a:moveTo>
                  <a:cubicBezTo>
                    <a:pt x="429" y="1284"/>
                    <a:pt x="421" y="1302"/>
                    <a:pt x="416" y="1317"/>
                  </a:cubicBezTo>
                  <a:cubicBezTo>
                    <a:pt x="409" y="1339"/>
                    <a:pt x="408" y="1361"/>
                    <a:pt x="406" y="1383"/>
                  </a:cubicBezTo>
                  <a:cubicBezTo>
                    <a:pt x="404" y="1425"/>
                    <a:pt x="404" y="1467"/>
                    <a:pt x="388" y="1507"/>
                  </a:cubicBezTo>
                  <a:cubicBezTo>
                    <a:pt x="382" y="1522"/>
                    <a:pt x="374" y="1535"/>
                    <a:pt x="363" y="1547"/>
                  </a:cubicBezTo>
                  <a:cubicBezTo>
                    <a:pt x="361" y="1550"/>
                    <a:pt x="357" y="1553"/>
                    <a:pt x="353" y="1557"/>
                  </a:cubicBezTo>
                  <a:cubicBezTo>
                    <a:pt x="353" y="1553"/>
                    <a:pt x="352" y="1549"/>
                    <a:pt x="350" y="1546"/>
                  </a:cubicBezTo>
                  <a:cubicBezTo>
                    <a:pt x="349" y="1543"/>
                    <a:pt x="348" y="1541"/>
                    <a:pt x="347" y="1538"/>
                  </a:cubicBezTo>
                  <a:cubicBezTo>
                    <a:pt x="340" y="1511"/>
                    <a:pt x="330" y="1467"/>
                    <a:pt x="329" y="1444"/>
                  </a:cubicBezTo>
                  <a:cubicBezTo>
                    <a:pt x="327" y="1417"/>
                    <a:pt x="320" y="1330"/>
                    <a:pt x="320" y="1330"/>
                  </a:cubicBezTo>
                  <a:cubicBezTo>
                    <a:pt x="320" y="1330"/>
                    <a:pt x="320" y="1330"/>
                    <a:pt x="320" y="1330"/>
                  </a:cubicBezTo>
                  <a:cubicBezTo>
                    <a:pt x="319" y="1315"/>
                    <a:pt x="317" y="1300"/>
                    <a:pt x="315" y="1285"/>
                  </a:cubicBezTo>
                  <a:cubicBezTo>
                    <a:pt x="312" y="1268"/>
                    <a:pt x="307" y="1252"/>
                    <a:pt x="308" y="1235"/>
                  </a:cubicBezTo>
                  <a:cubicBezTo>
                    <a:pt x="310" y="1221"/>
                    <a:pt x="313" y="1208"/>
                    <a:pt x="315" y="1195"/>
                  </a:cubicBezTo>
                  <a:cubicBezTo>
                    <a:pt x="317" y="1194"/>
                    <a:pt x="319" y="1194"/>
                    <a:pt x="322" y="1194"/>
                  </a:cubicBezTo>
                  <a:cubicBezTo>
                    <a:pt x="335" y="1193"/>
                    <a:pt x="347" y="1193"/>
                    <a:pt x="360" y="1194"/>
                  </a:cubicBezTo>
                  <a:cubicBezTo>
                    <a:pt x="372" y="1195"/>
                    <a:pt x="420" y="1196"/>
                    <a:pt x="432" y="1197"/>
                  </a:cubicBezTo>
                  <a:cubicBezTo>
                    <a:pt x="432" y="1210"/>
                    <a:pt x="440" y="1213"/>
                    <a:pt x="432" y="1268"/>
                  </a:cubicBezTo>
                  <a:close/>
                  <a:moveTo>
                    <a:pt x="426" y="371"/>
                  </a:moveTo>
                  <a:cubicBezTo>
                    <a:pt x="417" y="395"/>
                    <a:pt x="392" y="526"/>
                    <a:pt x="392" y="526"/>
                  </a:cubicBezTo>
                  <a:cubicBezTo>
                    <a:pt x="392" y="526"/>
                    <a:pt x="392" y="526"/>
                    <a:pt x="384" y="526"/>
                  </a:cubicBezTo>
                  <a:cubicBezTo>
                    <a:pt x="384" y="526"/>
                    <a:pt x="384" y="526"/>
                    <a:pt x="301" y="363"/>
                  </a:cubicBezTo>
                  <a:cubicBezTo>
                    <a:pt x="301" y="354"/>
                    <a:pt x="243" y="379"/>
                    <a:pt x="243" y="379"/>
                  </a:cubicBezTo>
                  <a:cubicBezTo>
                    <a:pt x="243" y="379"/>
                    <a:pt x="243" y="346"/>
                    <a:pt x="243" y="273"/>
                  </a:cubicBezTo>
                  <a:cubicBezTo>
                    <a:pt x="243" y="273"/>
                    <a:pt x="243" y="273"/>
                    <a:pt x="276" y="264"/>
                  </a:cubicBezTo>
                  <a:cubicBezTo>
                    <a:pt x="285" y="289"/>
                    <a:pt x="293" y="322"/>
                    <a:pt x="293" y="322"/>
                  </a:cubicBezTo>
                  <a:cubicBezTo>
                    <a:pt x="293" y="322"/>
                    <a:pt x="293" y="322"/>
                    <a:pt x="310" y="354"/>
                  </a:cubicBezTo>
                  <a:cubicBezTo>
                    <a:pt x="384" y="485"/>
                    <a:pt x="384" y="485"/>
                    <a:pt x="384" y="485"/>
                  </a:cubicBezTo>
                  <a:cubicBezTo>
                    <a:pt x="384" y="485"/>
                    <a:pt x="384" y="485"/>
                    <a:pt x="417" y="363"/>
                  </a:cubicBezTo>
                  <a:cubicBezTo>
                    <a:pt x="426" y="354"/>
                    <a:pt x="417" y="297"/>
                    <a:pt x="417" y="297"/>
                  </a:cubicBezTo>
                  <a:cubicBezTo>
                    <a:pt x="417" y="297"/>
                    <a:pt x="417" y="297"/>
                    <a:pt x="417" y="281"/>
                  </a:cubicBezTo>
                  <a:cubicBezTo>
                    <a:pt x="417" y="281"/>
                    <a:pt x="417" y="281"/>
                    <a:pt x="426" y="289"/>
                  </a:cubicBezTo>
                  <a:cubicBezTo>
                    <a:pt x="426" y="289"/>
                    <a:pt x="426" y="289"/>
                    <a:pt x="467" y="371"/>
                  </a:cubicBezTo>
                  <a:cubicBezTo>
                    <a:pt x="467" y="371"/>
                    <a:pt x="467" y="371"/>
                    <a:pt x="426" y="371"/>
                  </a:cubicBezTo>
                  <a:close/>
                  <a:moveTo>
                    <a:pt x="487" y="649"/>
                  </a:moveTo>
                  <a:cubicBezTo>
                    <a:pt x="483" y="649"/>
                    <a:pt x="483" y="649"/>
                    <a:pt x="483" y="649"/>
                  </a:cubicBezTo>
                  <a:cubicBezTo>
                    <a:pt x="483" y="644"/>
                    <a:pt x="475" y="632"/>
                    <a:pt x="474" y="622"/>
                  </a:cubicBezTo>
                  <a:cubicBezTo>
                    <a:pt x="472" y="613"/>
                    <a:pt x="474" y="599"/>
                    <a:pt x="474" y="588"/>
                  </a:cubicBezTo>
                  <a:cubicBezTo>
                    <a:pt x="476" y="556"/>
                    <a:pt x="487" y="525"/>
                    <a:pt x="487" y="493"/>
                  </a:cubicBezTo>
                  <a:cubicBezTo>
                    <a:pt x="487" y="490"/>
                    <a:pt x="487" y="488"/>
                    <a:pt x="487" y="486"/>
                  </a:cubicBezTo>
                  <a:cubicBezTo>
                    <a:pt x="487" y="488"/>
                    <a:pt x="487" y="490"/>
                    <a:pt x="487" y="493"/>
                  </a:cubicBezTo>
                  <a:cubicBezTo>
                    <a:pt x="488" y="525"/>
                    <a:pt x="493" y="556"/>
                    <a:pt x="481" y="587"/>
                  </a:cubicBezTo>
                  <a:cubicBezTo>
                    <a:pt x="484" y="586"/>
                    <a:pt x="487" y="587"/>
                    <a:pt x="489" y="587"/>
                  </a:cubicBezTo>
                  <a:cubicBezTo>
                    <a:pt x="484" y="599"/>
                    <a:pt x="492" y="605"/>
                    <a:pt x="492" y="616"/>
                  </a:cubicBezTo>
                  <a:cubicBezTo>
                    <a:pt x="492" y="627"/>
                    <a:pt x="488" y="638"/>
                    <a:pt x="487" y="649"/>
                  </a:cubicBezTo>
                  <a:close/>
                </a:path>
              </a:pathLst>
            </a:custGeom>
            <a:solidFill>
              <a:schemeClr val="accent5"/>
            </a:solidFill>
            <a:ln w="9525">
              <a:noFill/>
              <a:round/>
              <a:headEnd/>
              <a:tailEnd/>
            </a:ln>
          </p:spPr>
          <p:txBody>
            <a:bodyPr/>
            <a:lstStyle/>
            <a:p>
              <a:pPr fontAlgn="auto">
                <a:spcBef>
                  <a:spcPts val="0"/>
                </a:spcBef>
                <a:spcAft>
                  <a:spcPts val="0"/>
                </a:spcAft>
                <a:defRPr/>
              </a:pPr>
              <a:endParaRPr lang="da-DK" dirty="0">
                <a:solidFill>
                  <a:prstClr val="black"/>
                </a:solidFill>
                <a:latin typeface="Roboto Lt"/>
                <a:cs typeface="Simplified Arabic" panose="02020603050405020304" pitchFamily="18" charset="-78"/>
              </a:endParaRPr>
            </a:p>
          </p:txBody>
        </p:sp>
        <p:grpSp>
          <p:nvGrpSpPr>
            <p:cNvPr id="11" name="Gruppe 51"/>
            <p:cNvGrpSpPr>
              <a:grpSpLocks/>
            </p:cNvGrpSpPr>
            <p:nvPr/>
          </p:nvGrpSpPr>
          <p:grpSpPr bwMode="auto">
            <a:xfrm>
              <a:off x="9473848" y="2187136"/>
              <a:ext cx="953260" cy="3128723"/>
              <a:chOff x="2763678" y="1597834"/>
              <a:chExt cx="744650" cy="2444643"/>
            </a:xfrm>
            <a:solidFill>
              <a:schemeClr val="accent2"/>
            </a:solidFill>
          </p:grpSpPr>
          <p:sp>
            <p:nvSpPr>
              <p:cNvPr id="13" name="Freeform 125"/>
              <p:cNvSpPr>
                <a:spLocks/>
              </p:cNvSpPr>
              <p:nvPr/>
            </p:nvSpPr>
            <p:spPr bwMode="auto">
              <a:xfrm>
                <a:off x="2764652" y="1599232"/>
                <a:ext cx="743788" cy="2452477"/>
              </a:xfrm>
              <a:custGeom>
                <a:avLst/>
                <a:gdLst>
                  <a:gd name="T0" fmla="*/ 2147483647 w 364"/>
                  <a:gd name="T1" fmla="*/ 2147483647 h 1186"/>
                  <a:gd name="T2" fmla="*/ 2147483647 w 364"/>
                  <a:gd name="T3" fmla="*/ 2147483647 h 1186"/>
                  <a:gd name="T4" fmla="*/ 2147483647 w 364"/>
                  <a:gd name="T5" fmla="*/ 2147483647 h 1186"/>
                  <a:gd name="T6" fmla="*/ 2147483647 w 364"/>
                  <a:gd name="T7" fmla="*/ 2147483647 h 1186"/>
                  <a:gd name="T8" fmla="*/ 2147483647 w 364"/>
                  <a:gd name="T9" fmla="*/ 2147483647 h 1186"/>
                  <a:gd name="T10" fmla="*/ 2147483647 w 364"/>
                  <a:gd name="T11" fmla="*/ 2147483647 h 1186"/>
                  <a:gd name="T12" fmla="*/ 2147483647 w 364"/>
                  <a:gd name="T13" fmla="*/ 2147483647 h 1186"/>
                  <a:gd name="T14" fmla="*/ 2147483647 w 364"/>
                  <a:gd name="T15" fmla="*/ 2147483647 h 1186"/>
                  <a:gd name="T16" fmla="*/ 2147483647 w 364"/>
                  <a:gd name="T17" fmla="*/ 0 h 1186"/>
                  <a:gd name="T18" fmla="*/ 2147483647 w 364"/>
                  <a:gd name="T19" fmla="*/ 2147483647 h 1186"/>
                  <a:gd name="T20" fmla="*/ 2147483647 w 364"/>
                  <a:gd name="T21" fmla="*/ 2147483647 h 1186"/>
                  <a:gd name="T22" fmla="*/ 2147483647 w 364"/>
                  <a:gd name="T23" fmla="*/ 2147483647 h 1186"/>
                  <a:gd name="T24" fmla="*/ 2147483647 w 364"/>
                  <a:gd name="T25" fmla="*/ 2147483647 h 1186"/>
                  <a:gd name="T26" fmla="*/ 2147483647 w 364"/>
                  <a:gd name="T27" fmla="*/ 2147483647 h 1186"/>
                  <a:gd name="T28" fmla="*/ 2147483647 w 364"/>
                  <a:gd name="T29" fmla="*/ 2147483647 h 1186"/>
                  <a:gd name="T30" fmla="*/ 2147483647 w 364"/>
                  <a:gd name="T31" fmla="*/ 2147483647 h 1186"/>
                  <a:gd name="T32" fmla="*/ 2147483647 w 364"/>
                  <a:gd name="T33" fmla="*/ 2147483647 h 1186"/>
                  <a:gd name="T34" fmla="*/ 2147483647 w 364"/>
                  <a:gd name="T35" fmla="*/ 2147483647 h 1186"/>
                  <a:gd name="T36" fmla="*/ 2147483647 w 364"/>
                  <a:gd name="T37" fmla="*/ 2147483647 h 1186"/>
                  <a:gd name="T38" fmla="*/ 2147483647 w 364"/>
                  <a:gd name="T39" fmla="*/ 2147483647 h 1186"/>
                  <a:gd name="T40" fmla="*/ 2147483647 w 364"/>
                  <a:gd name="T41" fmla="*/ 2147483647 h 1186"/>
                  <a:gd name="T42" fmla="*/ 0 w 364"/>
                  <a:gd name="T43" fmla="*/ 2147483647 h 1186"/>
                  <a:gd name="T44" fmla="*/ 2147483647 w 364"/>
                  <a:gd name="T45" fmla="*/ 2147483647 h 1186"/>
                  <a:gd name="T46" fmla="*/ 2147483647 w 364"/>
                  <a:gd name="T47" fmla="*/ 2147483647 h 1186"/>
                  <a:gd name="T48" fmla="*/ 2147483647 w 364"/>
                  <a:gd name="T49" fmla="*/ 2147483647 h 1186"/>
                  <a:gd name="T50" fmla="*/ 2147483647 w 364"/>
                  <a:gd name="T51" fmla="*/ 2147483647 h 1186"/>
                  <a:gd name="T52" fmla="*/ 2147483647 w 364"/>
                  <a:gd name="T53" fmla="*/ 2147483647 h 1186"/>
                  <a:gd name="T54" fmla="*/ 2147483647 w 364"/>
                  <a:gd name="T55" fmla="*/ 2147483647 h 1186"/>
                  <a:gd name="T56" fmla="*/ 2147483647 w 364"/>
                  <a:gd name="T57" fmla="*/ 2147483647 h 1186"/>
                  <a:gd name="T58" fmla="*/ 2147483647 w 364"/>
                  <a:gd name="T59" fmla="*/ 2147483647 h 1186"/>
                  <a:gd name="T60" fmla="*/ 2147483647 w 364"/>
                  <a:gd name="T61" fmla="*/ 2147483647 h 1186"/>
                  <a:gd name="T62" fmla="*/ 2147483647 w 364"/>
                  <a:gd name="T63" fmla="*/ 2147483647 h 1186"/>
                  <a:gd name="T64" fmla="*/ 2147483647 w 364"/>
                  <a:gd name="T65" fmla="*/ 2147483647 h 1186"/>
                  <a:gd name="T66" fmla="*/ 2147483647 w 364"/>
                  <a:gd name="T67" fmla="*/ 2147483647 h 1186"/>
                  <a:gd name="T68" fmla="*/ 2147483647 w 364"/>
                  <a:gd name="T69" fmla="*/ 2147483647 h 1186"/>
                  <a:gd name="T70" fmla="*/ 2147483647 w 364"/>
                  <a:gd name="T71" fmla="*/ 2147483647 h 1186"/>
                  <a:gd name="T72" fmla="*/ 2147483647 w 364"/>
                  <a:gd name="T73" fmla="*/ 2147483647 h 1186"/>
                  <a:gd name="T74" fmla="*/ 2147483647 w 364"/>
                  <a:gd name="T75" fmla="*/ 2147483647 h 1186"/>
                  <a:gd name="T76" fmla="*/ 2147483647 w 364"/>
                  <a:gd name="T77" fmla="*/ 2147483647 h 1186"/>
                  <a:gd name="T78" fmla="*/ 2147483647 w 364"/>
                  <a:gd name="T79" fmla="*/ 2147483647 h 1186"/>
                  <a:gd name="T80" fmla="*/ 2147483647 w 364"/>
                  <a:gd name="T81" fmla="*/ 2147483647 h 1186"/>
                  <a:gd name="T82" fmla="*/ 2147483647 w 364"/>
                  <a:gd name="T83" fmla="*/ 2147483647 h 1186"/>
                  <a:gd name="T84" fmla="*/ 2147483647 w 364"/>
                  <a:gd name="T85" fmla="*/ 2147483647 h 1186"/>
                  <a:gd name="T86" fmla="*/ 2147483647 w 364"/>
                  <a:gd name="T87" fmla="*/ 2147483647 h 1186"/>
                  <a:gd name="T88" fmla="*/ 2147483647 w 364"/>
                  <a:gd name="T89" fmla="*/ 2147483647 h 1186"/>
                  <a:gd name="T90" fmla="*/ 2147483647 w 364"/>
                  <a:gd name="T91" fmla="*/ 2147483647 h 1186"/>
                  <a:gd name="T92" fmla="*/ 2147483647 w 364"/>
                  <a:gd name="T93" fmla="*/ 2147483647 h 1186"/>
                  <a:gd name="T94" fmla="*/ 2147483647 w 364"/>
                  <a:gd name="T95" fmla="*/ 2147483647 h 1186"/>
                  <a:gd name="T96" fmla="*/ 2147483647 w 364"/>
                  <a:gd name="T97" fmla="*/ 2147483647 h 1186"/>
                  <a:gd name="T98" fmla="*/ 2147483647 w 364"/>
                  <a:gd name="T99" fmla="*/ 2147483647 h 1186"/>
                  <a:gd name="T100" fmla="*/ 2147483647 w 364"/>
                  <a:gd name="T101" fmla="*/ 2147483647 h 1186"/>
                  <a:gd name="T102" fmla="*/ 2147483647 w 364"/>
                  <a:gd name="T103" fmla="*/ 2147483647 h 1186"/>
                  <a:gd name="T104" fmla="*/ 2147483647 w 364"/>
                  <a:gd name="T105" fmla="*/ 2147483647 h 1186"/>
                  <a:gd name="T106" fmla="*/ 2147483647 w 364"/>
                  <a:gd name="T107" fmla="*/ 2147483647 h 1186"/>
                  <a:gd name="T108" fmla="*/ 2147483647 w 364"/>
                  <a:gd name="T109" fmla="*/ 2147483647 h 1186"/>
                  <a:gd name="T110" fmla="*/ 2147483647 w 364"/>
                  <a:gd name="T111" fmla="*/ 2147483647 h 1186"/>
                  <a:gd name="T112" fmla="*/ 2147483647 w 364"/>
                  <a:gd name="T113" fmla="*/ 2147483647 h 1186"/>
                  <a:gd name="T114" fmla="*/ 2147483647 w 364"/>
                  <a:gd name="T115" fmla="*/ 2147483647 h 1186"/>
                  <a:gd name="T116" fmla="*/ 2147483647 w 364"/>
                  <a:gd name="T117" fmla="*/ 2147483647 h 1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4"/>
                  <a:gd name="T178" fmla="*/ 0 h 1186"/>
                  <a:gd name="T179" fmla="*/ 364 w 364"/>
                  <a:gd name="T180" fmla="*/ 1186 h 1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4" h="1186">
                    <a:moveTo>
                      <a:pt x="350" y="338"/>
                    </a:moveTo>
                    <a:lnTo>
                      <a:pt x="350" y="338"/>
                    </a:lnTo>
                    <a:lnTo>
                      <a:pt x="342" y="314"/>
                    </a:lnTo>
                    <a:lnTo>
                      <a:pt x="336" y="286"/>
                    </a:lnTo>
                    <a:lnTo>
                      <a:pt x="326" y="232"/>
                    </a:lnTo>
                    <a:lnTo>
                      <a:pt x="322" y="224"/>
                    </a:lnTo>
                    <a:lnTo>
                      <a:pt x="318" y="216"/>
                    </a:lnTo>
                    <a:lnTo>
                      <a:pt x="312" y="212"/>
                    </a:lnTo>
                    <a:lnTo>
                      <a:pt x="306" y="210"/>
                    </a:lnTo>
                    <a:lnTo>
                      <a:pt x="278" y="200"/>
                    </a:lnTo>
                    <a:lnTo>
                      <a:pt x="258" y="192"/>
                    </a:lnTo>
                    <a:lnTo>
                      <a:pt x="246" y="186"/>
                    </a:lnTo>
                    <a:lnTo>
                      <a:pt x="240" y="180"/>
                    </a:lnTo>
                    <a:lnTo>
                      <a:pt x="234" y="174"/>
                    </a:lnTo>
                    <a:lnTo>
                      <a:pt x="230" y="168"/>
                    </a:lnTo>
                    <a:lnTo>
                      <a:pt x="224" y="162"/>
                    </a:lnTo>
                    <a:lnTo>
                      <a:pt x="220" y="158"/>
                    </a:lnTo>
                    <a:lnTo>
                      <a:pt x="216" y="156"/>
                    </a:lnTo>
                    <a:lnTo>
                      <a:pt x="216" y="146"/>
                    </a:lnTo>
                    <a:lnTo>
                      <a:pt x="218" y="140"/>
                    </a:lnTo>
                    <a:lnTo>
                      <a:pt x="222" y="136"/>
                    </a:lnTo>
                    <a:lnTo>
                      <a:pt x="228" y="126"/>
                    </a:lnTo>
                    <a:lnTo>
                      <a:pt x="236" y="110"/>
                    </a:lnTo>
                    <a:lnTo>
                      <a:pt x="238" y="102"/>
                    </a:lnTo>
                    <a:lnTo>
                      <a:pt x="238" y="96"/>
                    </a:lnTo>
                    <a:lnTo>
                      <a:pt x="238" y="90"/>
                    </a:lnTo>
                    <a:lnTo>
                      <a:pt x="234" y="88"/>
                    </a:lnTo>
                    <a:lnTo>
                      <a:pt x="236" y="76"/>
                    </a:lnTo>
                    <a:lnTo>
                      <a:pt x="236" y="68"/>
                    </a:lnTo>
                    <a:lnTo>
                      <a:pt x="236" y="56"/>
                    </a:lnTo>
                    <a:lnTo>
                      <a:pt x="232" y="42"/>
                    </a:lnTo>
                    <a:lnTo>
                      <a:pt x="230" y="32"/>
                    </a:lnTo>
                    <a:lnTo>
                      <a:pt x="226" y="24"/>
                    </a:lnTo>
                    <a:lnTo>
                      <a:pt x="222" y="16"/>
                    </a:lnTo>
                    <a:lnTo>
                      <a:pt x="214" y="10"/>
                    </a:lnTo>
                    <a:lnTo>
                      <a:pt x="204" y="4"/>
                    </a:lnTo>
                    <a:lnTo>
                      <a:pt x="192" y="0"/>
                    </a:lnTo>
                    <a:lnTo>
                      <a:pt x="174" y="0"/>
                    </a:lnTo>
                    <a:lnTo>
                      <a:pt x="158" y="2"/>
                    </a:lnTo>
                    <a:lnTo>
                      <a:pt x="146" y="6"/>
                    </a:lnTo>
                    <a:lnTo>
                      <a:pt x="136" y="14"/>
                    </a:lnTo>
                    <a:lnTo>
                      <a:pt x="128" y="20"/>
                    </a:lnTo>
                    <a:lnTo>
                      <a:pt x="124" y="28"/>
                    </a:lnTo>
                    <a:lnTo>
                      <a:pt x="120" y="36"/>
                    </a:lnTo>
                    <a:lnTo>
                      <a:pt x="118" y="44"/>
                    </a:lnTo>
                    <a:lnTo>
                      <a:pt x="116" y="60"/>
                    </a:lnTo>
                    <a:lnTo>
                      <a:pt x="118" y="72"/>
                    </a:lnTo>
                    <a:lnTo>
                      <a:pt x="120" y="82"/>
                    </a:lnTo>
                    <a:lnTo>
                      <a:pt x="118" y="84"/>
                    </a:lnTo>
                    <a:lnTo>
                      <a:pt x="116" y="92"/>
                    </a:lnTo>
                    <a:lnTo>
                      <a:pt x="116" y="98"/>
                    </a:lnTo>
                    <a:lnTo>
                      <a:pt x="118" y="106"/>
                    </a:lnTo>
                    <a:lnTo>
                      <a:pt x="122" y="116"/>
                    </a:lnTo>
                    <a:lnTo>
                      <a:pt x="130" y="126"/>
                    </a:lnTo>
                    <a:lnTo>
                      <a:pt x="132" y="128"/>
                    </a:lnTo>
                    <a:lnTo>
                      <a:pt x="134" y="130"/>
                    </a:lnTo>
                    <a:lnTo>
                      <a:pt x="136" y="136"/>
                    </a:lnTo>
                    <a:lnTo>
                      <a:pt x="138" y="152"/>
                    </a:lnTo>
                    <a:lnTo>
                      <a:pt x="140" y="158"/>
                    </a:lnTo>
                    <a:lnTo>
                      <a:pt x="138" y="164"/>
                    </a:lnTo>
                    <a:lnTo>
                      <a:pt x="134" y="168"/>
                    </a:lnTo>
                    <a:lnTo>
                      <a:pt x="126" y="174"/>
                    </a:lnTo>
                    <a:lnTo>
                      <a:pt x="112" y="186"/>
                    </a:lnTo>
                    <a:lnTo>
                      <a:pt x="102" y="192"/>
                    </a:lnTo>
                    <a:lnTo>
                      <a:pt x="90" y="198"/>
                    </a:lnTo>
                    <a:lnTo>
                      <a:pt x="70" y="204"/>
                    </a:lnTo>
                    <a:lnTo>
                      <a:pt x="62" y="208"/>
                    </a:lnTo>
                    <a:lnTo>
                      <a:pt x="52" y="212"/>
                    </a:lnTo>
                    <a:lnTo>
                      <a:pt x="46" y="216"/>
                    </a:lnTo>
                    <a:lnTo>
                      <a:pt x="42" y="222"/>
                    </a:lnTo>
                    <a:lnTo>
                      <a:pt x="38" y="228"/>
                    </a:lnTo>
                    <a:lnTo>
                      <a:pt x="36" y="236"/>
                    </a:lnTo>
                    <a:lnTo>
                      <a:pt x="32" y="274"/>
                    </a:lnTo>
                    <a:lnTo>
                      <a:pt x="30" y="302"/>
                    </a:lnTo>
                    <a:lnTo>
                      <a:pt x="24" y="392"/>
                    </a:lnTo>
                    <a:lnTo>
                      <a:pt x="18" y="448"/>
                    </a:lnTo>
                    <a:lnTo>
                      <a:pt x="14" y="482"/>
                    </a:lnTo>
                    <a:lnTo>
                      <a:pt x="10" y="514"/>
                    </a:lnTo>
                    <a:lnTo>
                      <a:pt x="8" y="540"/>
                    </a:lnTo>
                    <a:lnTo>
                      <a:pt x="6" y="566"/>
                    </a:lnTo>
                    <a:lnTo>
                      <a:pt x="4" y="588"/>
                    </a:lnTo>
                    <a:lnTo>
                      <a:pt x="6" y="594"/>
                    </a:lnTo>
                    <a:lnTo>
                      <a:pt x="8" y="598"/>
                    </a:lnTo>
                    <a:lnTo>
                      <a:pt x="12" y="598"/>
                    </a:lnTo>
                    <a:lnTo>
                      <a:pt x="4" y="616"/>
                    </a:lnTo>
                    <a:lnTo>
                      <a:pt x="2" y="626"/>
                    </a:lnTo>
                    <a:lnTo>
                      <a:pt x="0" y="638"/>
                    </a:lnTo>
                    <a:lnTo>
                      <a:pt x="2" y="650"/>
                    </a:lnTo>
                    <a:lnTo>
                      <a:pt x="6" y="660"/>
                    </a:lnTo>
                    <a:lnTo>
                      <a:pt x="14" y="670"/>
                    </a:lnTo>
                    <a:lnTo>
                      <a:pt x="26" y="676"/>
                    </a:lnTo>
                    <a:lnTo>
                      <a:pt x="36" y="680"/>
                    </a:lnTo>
                    <a:lnTo>
                      <a:pt x="40" y="680"/>
                    </a:lnTo>
                    <a:lnTo>
                      <a:pt x="42" y="678"/>
                    </a:lnTo>
                    <a:lnTo>
                      <a:pt x="42" y="674"/>
                    </a:lnTo>
                    <a:lnTo>
                      <a:pt x="38" y="670"/>
                    </a:lnTo>
                    <a:lnTo>
                      <a:pt x="36" y="664"/>
                    </a:lnTo>
                    <a:lnTo>
                      <a:pt x="34" y="660"/>
                    </a:lnTo>
                    <a:lnTo>
                      <a:pt x="34" y="654"/>
                    </a:lnTo>
                    <a:lnTo>
                      <a:pt x="36" y="650"/>
                    </a:lnTo>
                    <a:lnTo>
                      <a:pt x="34" y="644"/>
                    </a:lnTo>
                    <a:lnTo>
                      <a:pt x="34" y="636"/>
                    </a:lnTo>
                    <a:lnTo>
                      <a:pt x="38" y="628"/>
                    </a:lnTo>
                    <a:lnTo>
                      <a:pt x="40" y="622"/>
                    </a:lnTo>
                    <a:lnTo>
                      <a:pt x="38" y="616"/>
                    </a:lnTo>
                    <a:lnTo>
                      <a:pt x="38" y="612"/>
                    </a:lnTo>
                    <a:lnTo>
                      <a:pt x="38" y="608"/>
                    </a:lnTo>
                    <a:lnTo>
                      <a:pt x="40" y="606"/>
                    </a:lnTo>
                    <a:lnTo>
                      <a:pt x="42" y="604"/>
                    </a:lnTo>
                    <a:lnTo>
                      <a:pt x="44" y="604"/>
                    </a:lnTo>
                    <a:lnTo>
                      <a:pt x="48" y="602"/>
                    </a:lnTo>
                    <a:lnTo>
                      <a:pt x="50" y="596"/>
                    </a:lnTo>
                    <a:lnTo>
                      <a:pt x="50" y="594"/>
                    </a:lnTo>
                    <a:lnTo>
                      <a:pt x="58" y="534"/>
                    </a:lnTo>
                    <a:lnTo>
                      <a:pt x="56" y="568"/>
                    </a:lnTo>
                    <a:lnTo>
                      <a:pt x="56" y="578"/>
                    </a:lnTo>
                    <a:lnTo>
                      <a:pt x="56" y="586"/>
                    </a:lnTo>
                    <a:lnTo>
                      <a:pt x="60" y="598"/>
                    </a:lnTo>
                    <a:lnTo>
                      <a:pt x="62" y="612"/>
                    </a:lnTo>
                    <a:lnTo>
                      <a:pt x="62" y="644"/>
                    </a:lnTo>
                    <a:lnTo>
                      <a:pt x="64" y="686"/>
                    </a:lnTo>
                    <a:lnTo>
                      <a:pt x="70" y="758"/>
                    </a:lnTo>
                    <a:lnTo>
                      <a:pt x="76" y="832"/>
                    </a:lnTo>
                    <a:lnTo>
                      <a:pt x="78" y="876"/>
                    </a:lnTo>
                    <a:lnTo>
                      <a:pt x="80" y="948"/>
                    </a:lnTo>
                    <a:lnTo>
                      <a:pt x="80" y="990"/>
                    </a:lnTo>
                    <a:lnTo>
                      <a:pt x="76" y="1022"/>
                    </a:lnTo>
                    <a:lnTo>
                      <a:pt x="74" y="1044"/>
                    </a:lnTo>
                    <a:lnTo>
                      <a:pt x="72" y="1068"/>
                    </a:lnTo>
                    <a:lnTo>
                      <a:pt x="74" y="1088"/>
                    </a:lnTo>
                    <a:lnTo>
                      <a:pt x="76" y="1104"/>
                    </a:lnTo>
                    <a:lnTo>
                      <a:pt x="84" y="1124"/>
                    </a:lnTo>
                    <a:lnTo>
                      <a:pt x="86" y="1130"/>
                    </a:lnTo>
                    <a:lnTo>
                      <a:pt x="84" y="1134"/>
                    </a:lnTo>
                    <a:lnTo>
                      <a:pt x="66" y="1150"/>
                    </a:lnTo>
                    <a:lnTo>
                      <a:pt x="56" y="1162"/>
                    </a:lnTo>
                    <a:lnTo>
                      <a:pt x="54" y="1166"/>
                    </a:lnTo>
                    <a:lnTo>
                      <a:pt x="54" y="1170"/>
                    </a:lnTo>
                    <a:lnTo>
                      <a:pt x="56" y="1174"/>
                    </a:lnTo>
                    <a:lnTo>
                      <a:pt x="60" y="1176"/>
                    </a:lnTo>
                    <a:lnTo>
                      <a:pt x="72" y="1180"/>
                    </a:lnTo>
                    <a:lnTo>
                      <a:pt x="86" y="1180"/>
                    </a:lnTo>
                    <a:lnTo>
                      <a:pt x="102" y="1174"/>
                    </a:lnTo>
                    <a:lnTo>
                      <a:pt x="118" y="1168"/>
                    </a:lnTo>
                    <a:lnTo>
                      <a:pt x="134" y="1164"/>
                    </a:lnTo>
                    <a:lnTo>
                      <a:pt x="146" y="1160"/>
                    </a:lnTo>
                    <a:lnTo>
                      <a:pt x="150" y="1158"/>
                    </a:lnTo>
                    <a:lnTo>
                      <a:pt x="152" y="1156"/>
                    </a:lnTo>
                    <a:lnTo>
                      <a:pt x="152" y="1152"/>
                    </a:lnTo>
                    <a:lnTo>
                      <a:pt x="150" y="1146"/>
                    </a:lnTo>
                    <a:lnTo>
                      <a:pt x="148" y="1138"/>
                    </a:lnTo>
                    <a:lnTo>
                      <a:pt x="150" y="1130"/>
                    </a:lnTo>
                    <a:lnTo>
                      <a:pt x="154" y="1116"/>
                    </a:lnTo>
                    <a:lnTo>
                      <a:pt x="156" y="1106"/>
                    </a:lnTo>
                    <a:lnTo>
                      <a:pt x="156" y="1090"/>
                    </a:lnTo>
                    <a:lnTo>
                      <a:pt x="156" y="1052"/>
                    </a:lnTo>
                    <a:lnTo>
                      <a:pt x="156" y="984"/>
                    </a:lnTo>
                    <a:lnTo>
                      <a:pt x="158" y="920"/>
                    </a:lnTo>
                    <a:lnTo>
                      <a:pt x="162" y="886"/>
                    </a:lnTo>
                    <a:lnTo>
                      <a:pt x="164" y="868"/>
                    </a:lnTo>
                    <a:lnTo>
                      <a:pt x="168" y="840"/>
                    </a:lnTo>
                    <a:lnTo>
                      <a:pt x="174" y="772"/>
                    </a:lnTo>
                    <a:lnTo>
                      <a:pt x="178" y="706"/>
                    </a:lnTo>
                    <a:lnTo>
                      <a:pt x="178" y="666"/>
                    </a:lnTo>
                    <a:lnTo>
                      <a:pt x="178" y="624"/>
                    </a:lnTo>
                    <a:lnTo>
                      <a:pt x="182" y="650"/>
                    </a:lnTo>
                    <a:lnTo>
                      <a:pt x="190" y="714"/>
                    </a:lnTo>
                    <a:lnTo>
                      <a:pt x="194" y="756"/>
                    </a:lnTo>
                    <a:lnTo>
                      <a:pt x="196" y="800"/>
                    </a:lnTo>
                    <a:lnTo>
                      <a:pt x="200" y="840"/>
                    </a:lnTo>
                    <a:lnTo>
                      <a:pt x="204" y="878"/>
                    </a:lnTo>
                    <a:lnTo>
                      <a:pt x="206" y="914"/>
                    </a:lnTo>
                    <a:lnTo>
                      <a:pt x="208" y="954"/>
                    </a:lnTo>
                    <a:lnTo>
                      <a:pt x="206" y="1012"/>
                    </a:lnTo>
                    <a:lnTo>
                      <a:pt x="206" y="1040"/>
                    </a:lnTo>
                    <a:lnTo>
                      <a:pt x="206" y="1078"/>
                    </a:lnTo>
                    <a:lnTo>
                      <a:pt x="208" y="1096"/>
                    </a:lnTo>
                    <a:lnTo>
                      <a:pt x="208" y="1112"/>
                    </a:lnTo>
                    <a:lnTo>
                      <a:pt x="212" y="1124"/>
                    </a:lnTo>
                    <a:lnTo>
                      <a:pt x="214" y="1126"/>
                    </a:lnTo>
                    <a:lnTo>
                      <a:pt x="216" y="1128"/>
                    </a:lnTo>
                    <a:lnTo>
                      <a:pt x="218" y="1142"/>
                    </a:lnTo>
                    <a:lnTo>
                      <a:pt x="220" y="1154"/>
                    </a:lnTo>
                    <a:lnTo>
                      <a:pt x="222" y="1162"/>
                    </a:lnTo>
                    <a:lnTo>
                      <a:pt x="226" y="1172"/>
                    </a:lnTo>
                    <a:lnTo>
                      <a:pt x="234" y="1178"/>
                    </a:lnTo>
                    <a:lnTo>
                      <a:pt x="246" y="1184"/>
                    </a:lnTo>
                    <a:lnTo>
                      <a:pt x="252" y="1186"/>
                    </a:lnTo>
                    <a:lnTo>
                      <a:pt x="262" y="1186"/>
                    </a:lnTo>
                    <a:lnTo>
                      <a:pt x="282" y="1182"/>
                    </a:lnTo>
                    <a:lnTo>
                      <a:pt x="290" y="1178"/>
                    </a:lnTo>
                    <a:lnTo>
                      <a:pt x="292" y="1176"/>
                    </a:lnTo>
                    <a:lnTo>
                      <a:pt x="294" y="1174"/>
                    </a:lnTo>
                    <a:lnTo>
                      <a:pt x="292" y="1168"/>
                    </a:lnTo>
                    <a:lnTo>
                      <a:pt x="288" y="1162"/>
                    </a:lnTo>
                    <a:lnTo>
                      <a:pt x="276" y="1148"/>
                    </a:lnTo>
                    <a:lnTo>
                      <a:pt x="274" y="1142"/>
                    </a:lnTo>
                    <a:lnTo>
                      <a:pt x="274" y="1140"/>
                    </a:lnTo>
                    <a:lnTo>
                      <a:pt x="274" y="1138"/>
                    </a:lnTo>
                    <a:lnTo>
                      <a:pt x="280" y="1132"/>
                    </a:lnTo>
                    <a:lnTo>
                      <a:pt x="284" y="1130"/>
                    </a:lnTo>
                    <a:lnTo>
                      <a:pt x="288" y="1128"/>
                    </a:lnTo>
                    <a:lnTo>
                      <a:pt x="288" y="1122"/>
                    </a:lnTo>
                    <a:lnTo>
                      <a:pt x="286" y="936"/>
                    </a:lnTo>
                    <a:lnTo>
                      <a:pt x="288" y="864"/>
                    </a:lnTo>
                    <a:lnTo>
                      <a:pt x="288" y="834"/>
                    </a:lnTo>
                    <a:lnTo>
                      <a:pt x="286" y="810"/>
                    </a:lnTo>
                    <a:lnTo>
                      <a:pt x="286" y="780"/>
                    </a:lnTo>
                    <a:lnTo>
                      <a:pt x="288" y="738"/>
                    </a:lnTo>
                    <a:lnTo>
                      <a:pt x="290" y="660"/>
                    </a:lnTo>
                    <a:lnTo>
                      <a:pt x="290" y="602"/>
                    </a:lnTo>
                    <a:lnTo>
                      <a:pt x="304" y="598"/>
                    </a:lnTo>
                    <a:lnTo>
                      <a:pt x="314" y="590"/>
                    </a:lnTo>
                    <a:lnTo>
                      <a:pt x="322" y="582"/>
                    </a:lnTo>
                    <a:lnTo>
                      <a:pt x="326" y="572"/>
                    </a:lnTo>
                    <a:lnTo>
                      <a:pt x="330" y="564"/>
                    </a:lnTo>
                    <a:lnTo>
                      <a:pt x="330" y="556"/>
                    </a:lnTo>
                    <a:lnTo>
                      <a:pt x="330" y="544"/>
                    </a:lnTo>
                    <a:lnTo>
                      <a:pt x="332" y="536"/>
                    </a:lnTo>
                    <a:lnTo>
                      <a:pt x="334" y="530"/>
                    </a:lnTo>
                    <a:lnTo>
                      <a:pt x="338" y="526"/>
                    </a:lnTo>
                    <a:lnTo>
                      <a:pt x="340" y="526"/>
                    </a:lnTo>
                    <a:lnTo>
                      <a:pt x="344" y="526"/>
                    </a:lnTo>
                    <a:lnTo>
                      <a:pt x="346" y="526"/>
                    </a:lnTo>
                    <a:lnTo>
                      <a:pt x="348" y="524"/>
                    </a:lnTo>
                    <a:lnTo>
                      <a:pt x="352" y="514"/>
                    </a:lnTo>
                    <a:lnTo>
                      <a:pt x="354" y="502"/>
                    </a:lnTo>
                    <a:lnTo>
                      <a:pt x="356" y="492"/>
                    </a:lnTo>
                    <a:lnTo>
                      <a:pt x="358" y="454"/>
                    </a:lnTo>
                    <a:lnTo>
                      <a:pt x="362" y="416"/>
                    </a:lnTo>
                    <a:lnTo>
                      <a:pt x="364" y="396"/>
                    </a:lnTo>
                    <a:lnTo>
                      <a:pt x="362" y="382"/>
                    </a:lnTo>
                    <a:lnTo>
                      <a:pt x="356" y="362"/>
                    </a:lnTo>
                    <a:lnTo>
                      <a:pt x="350" y="338"/>
                    </a:lnTo>
                    <a:close/>
                  </a:path>
                </a:pathLst>
              </a:custGeom>
              <a:grpFill/>
              <a:ln w="9525">
                <a:noFill/>
                <a:round/>
                <a:headEnd/>
                <a:tailEnd/>
              </a:ln>
            </p:spPr>
            <p:txBody>
              <a:bodyPr/>
              <a:lstStyle/>
              <a:p>
                <a:pPr fontAlgn="auto">
                  <a:spcBef>
                    <a:spcPts val="0"/>
                  </a:spcBef>
                  <a:spcAft>
                    <a:spcPts val="0"/>
                  </a:spcAft>
                  <a:defRPr/>
                </a:pPr>
                <a:endParaRPr lang="da-DK" dirty="0">
                  <a:solidFill>
                    <a:prstClr val="black"/>
                  </a:solidFill>
                  <a:latin typeface="Roboto Lt"/>
                  <a:cs typeface="Simplified Arabic" panose="02020603050405020304" pitchFamily="18" charset="-78"/>
                </a:endParaRPr>
              </a:p>
            </p:txBody>
          </p:sp>
          <p:sp>
            <p:nvSpPr>
              <p:cNvPr id="14" name="Freeform 127"/>
              <p:cNvSpPr>
                <a:spLocks/>
              </p:cNvSpPr>
              <p:nvPr/>
            </p:nvSpPr>
            <p:spPr bwMode="auto">
              <a:xfrm>
                <a:off x="3016156" y="1924561"/>
                <a:ext cx="209678" cy="353852"/>
              </a:xfrm>
              <a:custGeom>
                <a:avLst/>
                <a:gdLst>
                  <a:gd name="T0" fmla="*/ 0 w 102"/>
                  <a:gd name="T1" fmla="*/ 2147483647 h 172"/>
                  <a:gd name="T2" fmla="*/ 0 w 102"/>
                  <a:gd name="T3" fmla="*/ 2147483647 h 172"/>
                  <a:gd name="T4" fmla="*/ 2147483647 w 102"/>
                  <a:gd name="T5" fmla="*/ 2147483647 h 172"/>
                  <a:gd name="T6" fmla="*/ 2147483647 w 102"/>
                  <a:gd name="T7" fmla="*/ 2147483647 h 172"/>
                  <a:gd name="T8" fmla="*/ 2147483647 w 102"/>
                  <a:gd name="T9" fmla="*/ 2147483647 h 172"/>
                  <a:gd name="T10" fmla="*/ 2147483647 w 102"/>
                  <a:gd name="T11" fmla="*/ 2147483647 h 172"/>
                  <a:gd name="T12" fmla="*/ 2147483647 w 102"/>
                  <a:gd name="T13" fmla="*/ 2147483647 h 172"/>
                  <a:gd name="T14" fmla="*/ 2147483647 w 102"/>
                  <a:gd name="T15" fmla="*/ 2147483647 h 172"/>
                  <a:gd name="T16" fmla="*/ 2147483647 w 102"/>
                  <a:gd name="T17" fmla="*/ 2147483647 h 172"/>
                  <a:gd name="T18" fmla="*/ 2147483647 w 102"/>
                  <a:gd name="T19" fmla="*/ 2147483647 h 172"/>
                  <a:gd name="T20" fmla="*/ 2147483647 w 102"/>
                  <a:gd name="T21" fmla="*/ 2147483647 h 172"/>
                  <a:gd name="T22" fmla="*/ 2147483647 w 102"/>
                  <a:gd name="T23" fmla="*/ 2147483647 h 172"/>
                  <a:gd name="T24" fmla="*/ 2147483647 w 102"/>
                  <a:gd name="T25" fmla="*/ 2147483647 h 172"/>
                  <a:gd name="T26" fmla="*/ 2147483647 w 102"/>
                  <a:gd name="T27" fmla="*/ 2147483647 h 172"/>
                  <a:gd name="T28" fmla="*/ 2147483647 w 102"/>
                  <a:gd name="T29" fmla="*/ 2147483647 h 172"/>
                  <a:gd name="T30" fmla="*/ 2147483647 w 102"/>
                  <a:gd name="T31" fmla="*/ 2147483647 h 172"/>
                  <a:gd name="T32" fmla="*/ 2147483647 w 102"/>
                  <a:gd name="T33" fmla="*/ 2147483647 h 172"/>
                  <a:gd name="T34" fmla="*/ 2147483647 w 102"/>
                  <a:gd name="T35" fmla="*/ 2147483647 h 172"/>
                  <a:gd name="T36" fmla="*/ 2147483647 w 102"/>
                  <a:gd name="T37" fmla="*/ 2147483647 h 172"/>
                  <a:gd name="T38" fmla="*/ 2147483647 w 102"/>
                  <a:gd name="T39" fmla="*/ 2147483647 h 172"/>
                  <a:gd name="T40" fmla="*/ 2147483647 w 102"/>
                  <a:gd name="T41" fmla="*/ 2147483647 h 172"/>
                  <a:gd name="T42" fmla="*/ 2147483647 w 102"/>
                  <a:gd name="T43" fmla="*/ 2147483647 h 172"/>
                  <a:gd name="T44" fmla="*/ 2147483647 w 102"/>
                  <a:gd name="T45" fmla="*/ 2147483647 h 172"/>
                  <a:gd name="T46" fmla="*/ 2147483647 w 102"/>
                  <a:gd name="T47" fmla="*/ 2147483647 h 172"/>
                  <a:gd name="T48" fmla="*/ 2147483647 w 102"/>
                  <a:gd name="T49" fmla="*/ 2147483647 h 172"/>
                  <a:gd name="T50" fmla="*/ 2147483647 w 102"/>
                  <a:gd name="T51" fmla="*/ 0 h 172"/>
                  <a:gd name="T52" fmla="*/ 2147483647 w 102"/>
                  <a:gd name="T53" fmla="*/ 0 h 172"/>
                  <a:gd name="T54" fmla="*/ 2147483647 w 102"/>
                  <a:gd name="T55" fmla="*/ 0 h 172"/>
                  <a:gd name="T56" fmla="*/ 2147483647 w 102"/>
                  <a:gd name="T57" fmla="*/ 2147483647 h 172"/>
                  <a:gd name="T58" fmla="*/ 2147483647 w 102"/>
                  <a:gd name="T59" fmla="*/ 2147483647 h 172"/>
                  <a:gd name="T60" fmla="*/ 2147483647 w 102"/>
                  <a:gd name="T61" fmla="*/ 2147483647 h 172"/>
                  <a:gd name="T62" fmla="*/ 2147483647 w 102"/>
                  <a:gd name="T63" fmla="*/ 2147483647 h 172"/>
                  <a:gd name="T64" fmla="*/ 2147483647 w 102"/>
                  <a:gd name="T65" fmla="*/ 2147483647 h 172"/>
                  <a:gd name="T66" fmla="*/ 2147483647 w 102"/>
                  <a:gd name="T67" fmla="*/ 2147483647 h 172"/>
                  <a:gd name="T68" fmla="*/ 2147483647 w 102"/>
                  <a:gd name="T69" fmla="*/ 2147483647 h 172"/>
                  <a:gd name="T70" fmla="*/ 2147483647 w 102"/>
                  <a:gd name="T71" fmla="*/ 2147483647 h 172"/>
                  <a:gd name="T72" fmla="*/ 2147483647 w 102"/>
                  <a:gd name="T73" fmla="*/ 2147483647 h 172"/>
                  <a:gd name="T74" fmla="*/ 2147483647 w 102"/>
                  <a:gd name="T75" fmla="*/ 2147483647 h 172"/>
                  <a:gd name="T76" fmla="*/ 2147483647 w 102"/>
                  <a:gd name="T77" fmla="*/ 2147483647 h 172"/>
                  <a:gd name="T78" fmla="*/ 2147483647 w 102"/>
                  <a:gd name="T79" fmla="*/ 2147483647 h 172"/>
                  <a:gd name="T80" fmla="*/ 2147483647 w 102"/>
                  <a:gd name="T81" fmla="*/ 2147483647 h 172"/>
                  <a:gd name="T82" fmla="*/ 2147483647 w 102"/>
                  <a:gd name="T83" fmla="*/ 2147483647 h 172"/>
                  <a:gd name="T84" fmla="*/ 0 w 102"/>
                  <a:gd name="T85" fmla="*/ 2147483647 h 1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2"/>
                  <a:gd name="T130" fmla="*/ 0 h 172"/>
                  <a:gd name="T131" fmla="*/ 102 w 102"/>
                  <a:gd name="T132" fmla="*/ 172 h 1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2" h="172">
                    <a:moveTo>
                      <a:pt x="0" y="14"/>
                    </a:moveTo>
                    <a:lnTo>
                      <a:pt x="0" y="14"/>
                    </a:lnTo>
                    <a:lnTo>
                      <a:pt x="2" y="22"/>
                    </a:lnTo>
                    <a:lnTo>
                      <a:pt x="4" y="32"/>
                    </a:lnTo>
                    <a:lnTo>
                      <a:pt x="8" y="42"/>
                    </a:lnTo>
                    <a:lnTo>
                      <a:pt x="12" y="66"/>
                    </a:lnTo>
                    <a:lnTo>
                      <a:pt x="18" y="106"/>
                    </a:lnTo>
                    <a:lnTo>
                      <a:pt x="24" y="126"/>
                    </a:lnTo>
                    <a:lnTo>
                      <a:pt x="30" y="146"/>
                    </a:lnTo>
                    <a:lnTo>
                      <a:pt x="38" y="162"/>
                    </a:lnTo>
                    <a:lnTo>
                      <a:pt x="42" y="168"/>
                    </a:lnTo>
                    <a:lnTo>
                      <a:pt x="46" y="172"/>
                    </a:lnTo>
                    <a:lnTo>
                      <a:pt x="64" y="144"/>
                    </a:lnTo>
                    <a:lnTo>
                      <a:pt x="78" y="118"/>
                    </a:lnTo>
                    <a:lnTo>
                      <a:pt x="90" y="94"/>
                    </a:lnTo>
                    <a:lnTo>
                      <a:pt x="98" y="72"/>
                    </a:lnTo>
                    <a:lnTo>
                      <a:pt x="102" y="52"/>
                    </a:lnTo>
                    <a:lnTo>
                      <a:pt x="102" y="34"/>
                    </a:lnTo>
                    <a:lnTo>
                      <a:pt x="100" y="16"/>
                    </a:lnTo>
                    <a:lnTo>
                      <a:pt x="100" y="10"/>
                    </a:lnTo>
                    <a:lnTo>
                      <a:pt x="96" y="6"/>
                    </a:lnTo>
                    <a:lnTo>
                      <a:pt x="90" y="0"/>
                    </a:lnTo>
                    <a:lnTo>
                      <a:pt x="88" y="0"/>
                    </a:lnTo>
                    <a:lnTo>
                      <a:pt x="88" y="2"/>
                    </a:lnTo>
                    <a:lnTo>
                      <a:pt x="86" y="6"/>
                    </a:lnTo>
                    <a:lnTo>
                      <a:pt x="86" y="14"/>
                    </a:lnTo>
                    <a:lnTo>
                      <a:pt x="82" y="20"/>
                    </a:lnTo>
                    <a:lnTo>
                      <a:pt x="74" y="30"/>
                    </a:lnTo>
                    <a:lnTo>
                      <a:pt x="66" y="34"/>
                    </a:lnTo>
                    <a:lnTo>
                      <a:pt x="56" y="38"/>
                    </a:lnTo>
                    <a:lnTo>
                      <a:pt x="44" y="38"/>
                    </a:lnTo>
                    <a:lnTo>
                      <a:pt x="32" y="34"/>
                    </a:lnTo>
                    <a:lnTo>
                      <a:pt x="20" y="26"/>
                    </a:lnTo>
                    <a:lnTo>
                      <a:pt x="12" y="16"/>
                    </a:lnTo>
                    <a:lnTo>
                      <a:pt x="6" y="6"/>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dirty="0">
                  <a:solidFill>
                    <a:prstClr val="black"/>
                  </a:solidFill>
                  <a:latin typeface="Roboto Lt"/>
                  <a:cs typeface="Simplified Arabic" panose="02020603050405020304" pitchFamily="18" charset="-78"/>
                </a:endParaRPr>
              </a:p>
            </p:txBody>
          </p:sp>
          <p:sp>
            <p:nvSpPr>
              <p:cNvPr id="15" name="Freeform 128"/>
              <p:cNvSpPr>
                <a:spLocks/>
              </p:cNvSpPr>
              <p:nvPr/>
            </p:nvSpPr>
            <p:spPr bwMode="auto">
              <a:xfrm>
                <a:off x="3090470" y="2007429"/>
                <a:ext cx="62532" cy="292981"/>
              </a:xfrm>
              <a:custGeom>
                <a:avLst/>
                <a:gdLst>
                  <a:gd name="T0" fmla="*/ 2147483647 w 30"/>
                  <a:gd name="T1" fmla="*/ 2147483647 h 136"/>
                  <a:gd name="T2" fmla="*/ 2147483647 w 30"/>
                  <a:gd name="T3" fmla="*/ 2147483647 h 136"/>
                  <a:gd name="T4" fmla="*/ 2147483647 w 30"/>
                  <a:gd name="T5" fmla="*/ 2147483647 h 136"/>
                  <a:gd name="T6" fmla="*/ 0 w 30"/>
                  <a:gd name="T7" fmla="*/ 2147483647 h 136"/>
                  <a:gd name="T8" fmla="*/ 2147483647 w 30"/>
                  <a:gd name="T9" fmla="*/ 2147483647 h 136"/>
                  <a:gd name="T10" fmla="*/ 2147483647 w 30"/>
                  <a:gd name="T11" fmla="*/ 2147483647 h 136"/>
                  <a:gd name="T12" fmla="*/ 2147483647 w 30"/>
                  <a:gd name="T13" fmla="*/ 2147483647 h 136"/>
                  <a:gd name="T14" fmla="*/ 2147483647 w 30"/>
                  <a:gd name="T15" fmla="*/ 2147483647 h 136"/>
                  <a:gd name="T16" fmla="*/ 2147483647 w 30"/>
                  <a:gd name="T17" fmla="*/ 2147483647 h 136"/>
                  <a:gd name="T18" fmla="*/ 2147483647 w 30"/>
                  <a:gd name="T19" fmla="*/ 2147483647 h 136"/>
                  <a:gd name="T20" fmla="*/ 2147483647 w 30"/>
                  <a:gd name="T21" fmla="*/ 2147483647 h 136"/>
                  <a:gd name="T22" fmla="*/ 2147483647 w 30"/>
                  <a:gd name="T23" fmla="*/ 2147483647 h 136"/>
                  <a:gd name="T24" fmla="*/ 0 w 30"/>
                  <a:gd name="T25" fmla="*/ 2147483647 h 136"/>
                  <a:gd name="T26" fmla="*/ 0 w 30"/>
                  <a:gd name="T27" fmla="*/ 2147483647 h 136"/>
                  <a:gd name="T28" fmla="*/ 0 w 30"/>
                  <a:gd name="T29" fmla="*/ 2147483647 h 136"/>
                  <a:gd name="T30" fmla="*/ 2147483647 w 30"/>
                  <a:gd name="T31" fmla="*/ 2147483647 h 136"/>
                  <a:gd name="T32" fmla="*/ 2147483647 w 30"/>
                  <a:gd name="T33" fmla="*/ 0 h 136"/>
                  <a:gd name="T34" fmla="*/ 2147483647 w 30"/>
                  <a:gd name="T35" fmla="*/ 0 h 136"/>
                  <a:gd name="T36" fmla="*/ 2147483647 w 30"/>
                  <a:gd name="T37" fmla="*/ 2147483647 h 136"/>
                  <a:gd name="T38" fmla="*/ 2147483647 w 30"/>
                  <a:gd name="T39" fmla="*/ 2147483647 h 136"/>
                  <a:gd name="T40" fmla="*/ 2147483647 w 30"/>
                  <a:gd name="T41" fmla="*/ 2147483647 h 136"/>
                  <a:gd name="T42" fmla="*/ 2147483647 w 30"/>
                  <a:gd name="T43" fmla="*/ 2147483647 h 136"/>
                  <a:gd name="T44" fmla="*/ 2147483647 w 30"/>
                  <a:gd name="T45" fmla="*/ 2147483647 h 136"/>
                  <a:gd name="T46" fmla="*/ 2147483647 w 30"/>
                  <a:gd name="T47" fmla="*/ 2147483647 h 136"/>
                  <a:gd name="T48" fmla="*/ 2147483647 w 30"/>
                  <a:gd name="T49" fmla="*/ 2147483647 h 136"/>
                  <a:gd name="T50" fmla="*/ 2147483647 w 30"/>
                  <a:gd name="T51" fmla="*/ 2147483647 h 136"/>
                  <a:gd name="T52" fmla="*/ 2147483647 w 30"/>
                  <a:gd name="T53" fmla="*/ 2147483647 h 136"/>
                  <a:gd name="T54" fmla="*/ 2147483647 w 30"/>
                  <a:gd name="T55" fmla="*/ 2147483647 h 136"/>
                  <a:gd name="T56" fmla="*/ 2147483647 w 30"/>
                  <a:gd name="T57" fmla="*/ 2147483647 h 136"/>
                  <a:gd name="T58" fmla="*/ 2147483647 w 30"/>
                  <a:gd name="T59" fmla="*/ 2147483647 h 136"/>
                  <a:gd name="T60" fmla="*/ 2147483647 w 30"/>
                  <a:gd name="T61" fmla="*/ 2147483647 h 136"/>
                  <a:gd name="T62" fmla="*/ 2147483647 w 30"/>
                  <a:gd name="T63" fmla="*/ 2147483647 h 136"/>
                  <a:gd name="T64" fmla="*/ 2147483647 w 30"/>
                  <a:gd name="T65" fmla="*/ 2147483647 h 136"/>
                  <a:gd name="T66" fmla="*/ 2147483647 w 30"/>
                  <a:gd name="T67" fmla="*/ 2147483647 h 136"/>
                  <a:gd name="T68" fmla="*/ 2147483647 w 30"/>
                  <a:gd name="T69" fmla="*/ 2147483647 h 136"/>
                  <a:gd name="T70" fmla="*/ 2147483647 w 30"/>
                  <a:gd name="T71" fmla="*/ 2147483647 h 136"/>
                  <a:gd name="T72" fmla="*/ 2147483647 w 30"/>
                  <a:gd name="T73" fmla="*/ 2147483647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
                  <a:gd name="T112" fmla="*/ 0 h 136"/>
                  <a:gd name="T113" fmla="*/ 30 w 30"/>
                  <a:gd name="T114" fmla="*/ 136 h 1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 h="136">
                    <a:moveTo>
                      <a:pt x="4" y="134"/>
                    </a:moveTo>
                    <a:lnTo>
                      <a:pt x="4" y="134"/>
                    </a:lnTo>
                    <a:lnTo>
                      <a:pt x="2" y="124"/>
                    </a:lnTo>
                    <a:lnTo>
                      <a:pt x="0" y="104"/>
                    </a:lnTo>
                    <a:lnTo>
                      <a:pt x="2" y="62"/>
                    </a:lnTo>
                    <a:lnTo>
                      <a:pt x="2" y="50"/>
                    </a:lnTo>
                    <a:lnTo>
                      <a:pt x="6" y="40"/>
                    </a:lnTo>
                    <a:lnTo>
                      <a:pt x="10" y="28"/>
                    </a:lnTo>
                    <a:lnTo>
                      <a:pt x="8" y="24"/>
                    </a:lnTo>
                    <a:lnTo>
                      <a:pt x="6" y="18"/>
                    </a:lnTo>
                    <a:lnTo>
                      <a:pt x="0" y="8"/>
                    </a:lnTo>
                    <a:lnTo>
                      <a:pt x="0" y="6"/>
                    </a:lnTo>
                    <a:lnTo>
                      <a:pt x="4" y="2"/>
                    </a:lnTo>
                    <a:lnTo>
                      <a:pt x="14" y="0"/>
                    </a:lnTo>
                    <a:lnTo>
                      <a:pt x="18" y="2"/>
                    </a:lnTo>
                    <a:lnTo>
                      <a:pt x="22" y="4"/>
                    </a:lnTo>
                    <a:lnTo>
                      <a:pt x="26" y="8"/>
                    </a:lnTo>
                    <a:lnTo>
                      <a:pt x="24" y="14"/>
                    </a:lnTo>
                    <a:lnTo>
                      <a:pt x="20" y="20"/>
                    </a:lnTo>
                    <a:lnTo>
                      <a:pt x="20" y="24"/>
                    </a:lnTo>
                    <a:lnTo>
                      <a:pt x="20" y="28"/>
                    </a:lnTo>
                    <a:lnTo>
                      <a:pt x="26" y="66"/>
                    </a:lnTo>
                    <a:lnTo>
                      <a:pt x="30" y="104"/>
                    </a:lnTo>
                    <a:lnTo>
                      <a:pt x="28" y="114"/>
                    </a:lnTo>
                    <a:lnTo>
                      <a:pt x="22" y="126"/>
                    </a:lnTo>
                    <a:lnTo>
                      <a:pt x="18" y="132"/>
                    </a:lnTo>
                    <a:lnTo>
                      <a:pt x="14" y="134"/>
                    </a:lnTo>
                    <a:lnTo>
                      <a:pt x="8" y="136"/>
                    </a:lnTo>
                    <a:lnTo>
                      <a:pt x="4" y="134"/>
                    </a:lnTo>
                    <a:close/>
                  </a:path>
                </a:pathLst>
              </a:custGeom>
              <a:grpFill/>
              <a:ln w="9525">
                <a:noFill/>
                <a:round/>
                <a:headEnd/>
                <a:tailEnd/>
              </a:ln>
            </p:spPr>
            <p:txBody>
              <a:bodyPr/>
              <a:lstStyle/>
              <a:p>
                <a:pPr fontAlgn="auto">
                  <a:spcBef>
                    <a:spcPts val="0"/>
                  </a:spcBef>
                  <a:spcAft>
                    <a:spcPts val="0"/>
                  </a:spcAft>
                  <a:defRPr/>
                </a:pPr>
                <a:endParaRPr lang="da-DK" dirty="0">
                  <a:solidFill>
                    <a:prstClr val="black"/>
                  </a:solidFill>
                  <a:latin typeface="Roboto Lt"/>
                  <a:cs typeface="Simplified Arabic" panose="02020603050405020304" pitchFamily="18" charset="-78"/>
                </a:endParaRPr>
              </a:p>
            </p:txBody>
          </p:sp>
        </p:grpSp>
      </p:gr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4202863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122218" y="237021"/>
            <a:ext cx="10448275" cy="642938"/>
          </a:xfrm>
        </p:spPr>
        <p:txBody>
          <a:bodyPr/>
          <a:lstStyle/>
          <a:p>
            <a:pPr algn="ctr" rtl="1"/>
            <a:r>
              <a:rPr lang="ar-SA" b="1" u="sng" dirty="0">
                <a:solidFill>
                  <a:srgbClr val="4472C4"/>
                </a:solidFill>
                <a:cs typeface="Simplified Arabic" panose="02020603050405020304" pitchFamily="18" charset="-78"/>
              </a:rPr>
              <a:t>3-	مبادئ الانفوجرافيك وأدواته</a:t>
            </a:r>
            <a:endParaRPr lang="en-US" u="sng" dirty="0">
              <a:solidFill>
                <a:srgbClr val="4472C4"/>
              </a:solidFill>
            </a:endParaRPr>
          </a:p>
        </p:txBody>
      </p:sp>
      <p:sp>
        <p:nvSpPr>
          <p:cNvPr id="3" name="Oval 2"/>
          <p:cNvSpPr/>
          <p:nvPr/>
        </p:nvSpPr>
        <p:spPr>
          <a:xfrm>
            <a:off x="2412205" y="2978943"/>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3600" dirty="0" smtClean="0">
                <a:solidFill>
                  <a:prstClr val="black">
                    <a:lumMod val="75000"/>
                    <a:lumOff val="25000"/>
                  </a:prstClr>
                </a:solidFill>
                <a:latin typeface="FontAwesome" pitchFamily="2" charset="0"/>
              </a:rPr>
              <a:t>1</a:t>
            </a:r>
            <a:endParaRPr lang="ru-RU" sz="3600" dirty="0">
              <a:solidFill>
                <a:prstClr val="black">
                  <a:lumMod val="75000"/>
                  <a:lumOff val="25000"/>
                </a:prstClr>
              </a:solidFill>
            </a:endParaRPr>
          </a:p>
        </p:txBody>
      </p:sp>
      <p:sp>
        <p:nvSpPr>
          <p:cNvPr id="27" name="Oval 26"/>
          <p:cNvSpPr/>
          <p:nvPr/>
        </p:nvSpPr>
        <p:spPr>
          <a:xfrm>
            <a:off x="5269706" y="2978944"/>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smtClean="0">
                <a:solidFill>
                  <a:prstClr val="black">
                    <a:lumMod val="75000"/>
                    <a:lumOff val="25000"/>
                  </a:prstClr>
                </a:solidFill>
                <a:latin typeface="FontAwesome" pitchFamily="2" charset="0"/>
              </a:rPr>
              <a:t></a:t>
            </a:r>
            <a:endParaRPr lang="ru-RU" sz="3600" dirty="0">
              <a:solidFill>
                <a:prstClr val="black">
                  <a:lumMod val="75000"/>
                  <a:lumOff val="25000"/>
                </a:prstClr>
              </a:solidFill>
            </a:endParaRPr>
          </a:p>
        </p:txBody>
      </p:sp>
      <p:sp>
        <p:nvSpPr>
          <p:cNvPr id="28" name="Oval 27"/>
          <p:cNvSpPr/>
          <p:nvPr/>
        </p:nvSpPr>
        <p:spPr>
          <a:xfrm>
            <a:off x="8136731" y="2973068"/>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a:solidFill>
                  <a:prstClr val="black">
                    <a:lumMod val="75000"/>
                    <a:lumOff val="25000"/>
                  </a:prstClr>
                </a:solidFill>
                <a:latin typeface="FontAwesome" pitchFamily="2" charset="0"/>
              </a:rPr>
              <a:t></a:t>
            </a:r>
            <a:endParaRPr lang="en-US" sz="3600" dirty="0">
              <a:solidFill>
                <a:prstClr val="black">
                  <a:lumMod val="75000"/>
                  <a:lumOff val="25000"/>
                </a:prstClr>
              </a:solidFill>
            </a:endParaRPr>
          </a:p>
        </p:txBody>
      </p:sp>
      <p:grpSp>
        <p:nvGrpSpPr>
          <p:cNvPr id="5" name="Group 4"/>
          <p:cNvGrpSpPr/>
          <p:nvPr/>
        </p:nvGrpSpPr>
        <p:grpSpPr>
          <a:xfrm>
            <a:off x="1528762" y="2043113"/>
            <a:ext cx="3436620" cy="3429475"/>
            <a:chOff x="1528762" y="2043113"/>
            <a:chExt cx="3436620" cy="3429475"/>
          </a:xfrm>
        </p:grpSpPr>
        <p:sp>
          <p:nvSpPr>
            <p:cNvPr id="2" name="Block Arc 1"/>
            <p:cNvSpPr/>
            <p:nvPr/>
          </p:nvSpPr>
          <p:spPr>
            <a:xfrm>
              <a:off x="1528762" y="2043113"/>
              <a:ext cx="3429000" cy="3429000"/>
            </a:xfrm>
            <a:prstGeom prst="blockArc">
              <a:avLst>
                <a:gd name="adj1" fmla="val 10800000"/>
                <a:gd name="adj2" fmla="val 0"/>
                <a:gd name="adj3" fmla="val 16667"/>
              </a:avLst>
            </a:prstGeom>
            <a:pattFill prst="pct70">
              <a:fgClr>
                <a:srgbClr val="0087B1"/>
              </a:fgClr>
              <a:bgClr>
                <a:schemeClr val="accent5">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29" name="Block Arc 28"/>
            <p:cNvSpPr/>
            <p:nvPr/>
          </p:nvSpPr>
          <p:spPr>
            <a:xfrm>
              <a:off x="1536382" y="2043588"/>
              <a:ext cx="3429000" cy="3429000"/>
            </a:xfrm>
            <a:prstGeom prst="blockArc">
              <a:avLst>
                <a:gd name="adj1" fmla="val 17438820"/>
                <a:gd name="adj2" fmla="val 21599999"/>
                <a:gd name="adj3" fmla="val 1727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9" name="Group 8"/>
          <p:cNvGrpSpPr/>
          <p:nvPr/>
        </p:nvGrpSpPr>
        <p:grpSpPr>
          <a:xfrm>
            <a:off x="4395787" y="2100263"/>
            <a:ext cx="3432812" cy="3431380"/>
            <a:chOff x="4395787" y="2100263"/>
            <a:chExt cx="3432812" cy="3431380"/>
          </a:xfrm>
        </p:grpSpPr>
        <p:sp>
          <p:nvSpPr>
            <p:cNvPr id="23" name="Block Arc 22"/>
            <p:cNvSpPr/>
            <p:nvPr/>
          </p:nvSpPr>
          <p:spPr>
            <a:xfrm rot="10800000">
              <a:off x="4395787" y="2100263"/>
              <a:ext cx="3429000" cy="3429000"/>
            </a:xfrm>
            <a:prstGeom prst="blockArc">
              <a:avLst>
                <a:gd name="adj1" fmla="val 10800000"/>
                <a:gd name="adj2" fmla="val 0"/>
                <a:gd name="adj3" fmla="val 16667"/>
              </a:avLst>
            </a:prstGeom>
            <a:pattFill prst="pct70">
              <a:fgClr>
                <a:srgbClr val="FE8301"/>
              </a:fgClr>
              <a:bgClr>
                <a:schemeClr val="accent2">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0" name="Block Arc 29"/>
            <p:cNvSpPr/>
            <p:nvPr/>
          </p:nvSpPr>
          <p:spPr>
            <a:xfrm rot="4048770">
              <a:off x="4399599" y="2102643"/>
              <a:ext cx="3429000" cy="3429000"/>
            </a:xfrm>
            <a:prstGeom prst="blockArc">
              <a:avLst>
                <a:gd name="adj1" fmla="val 17506167"/>
                <a:gd name="adj2" fmla="val 2318438"/>
                <a:gd name="adj3" fmla="val 1705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0" name="Group 9"/>
          <p:cNvGrpSpPr/>
          <p:nvPr/>
        </p:nvGrpSpPr>
        <p:grpSpPr>
          <a:xfrm>
            <a:off x="7253287" y="2037558"/>
            <a:ext cx="3443763" cy="3434555"/>
            <a:chOff x="7253287" y="2037558"/>
            <a:chExt cx="3443763" cy="3434555"/>
          </a:xfrm>
        </p:grpSpPr>
        <p:sp>
          <p:nvSpPr>
            <p:cNvPr id="26" name="Block Arc 25"/>
            <p:cNvSpPr/>
            <p:nvPr/>
          </p:nvSpPr>
          <p:spPr>
            <a:xfrm>
              <a:off x="7253287" y="2043113"/>
              <a:ext cx="3429000" cy="3429000"/>
            </a:xfrm>
            <a:prstGeom prst="blockArc">
              <a:avLst>
                <a:gd name="adj1" fmla="val 10800000"/>
                <a:gd name="adj2" fmla="val 0"/>
                <a:gd name="adj3" fmla="val 16667"/>
              </a:avLst>
            </a:prstGeom>
            <a:pattFill prst="pct70">
              <a:fgClr>
                <a:srgbClr val="A1BB22"/>
              </a:fgClr>
              <a:bgClr>
                <a:schemeClr val="accent6">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1" name="Block Arc 30"/>
            <p:cNvSpPr/>
            <p:nvPr/>
          </p:nvSpPr>
          <p:spPr>
            <a:xfrm>
              <a:off x="7268050" y="2037558"/>
              <a:ext cx="3429000" cy="3429000"/>
            </a:xfrm>
            <a:prstGeom prst="blockArc">
              <a:avLst>
                <a:gd name="adj1" fmla="val 17003911"/>
                <a:gd name="adj2" fmla="val 66214"/>
                <a:gd name="adj3" fmla="val 1754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1" name="Group 10"/>
          <p:cNvGrpSpPr/>
          <p:nvPr/>
        </p:nvGrpSpPr>
        <p:grpSpPr>
          <a:xfrm>
            <a:off x="3175038" y="4650260"/>
            <a:ext cx="131208" cy="402198"/>
            <a:chOff x="3175038" y="4650260"/>
            <a:chExt cx="131208" cy="402198"/>
          </a:xfrm>
        </p:grpSpPr>
        <p:sp>
          <p:nvSpPr>
            <p:cNvPr id="4" name="Oval 3"/>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8" name="Straight Connector 7"/>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8909484" y="4650260"/>
            <a:ext cx="131208" cy="402198"/>
            <a:chOff x="3175038" y="4650260"/>
            <a:chExt cx="131208" cy="402198"/>
          </a:xfrm>
        </p:grpSpPr>
        <p:sp>
          <p:nvSpPr>
            <p:cNvPr id="35" name="Oval 34"/>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6" name="Straight Connector 35"/>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rot="10800000">
            <a:off x="6045320" y="2570870"/>
            <a:ext cx="131208" cy="402198"/>
            <a:chOff x="3175038" y="4650260"/>
            <a:chExt cx="131208" cy="402198"/>
          </a:xfrm>
        </p:grpSpPr>
        <p:sp>
          <p:nvSpPr>
            <p:cNvPr id="40" name="Oval 39"/>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1" name="Straight Connector 40"/>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47" name="TextBox 46"/>
          <p:cNvSpPr txBox="1"/>
          <p:nvPr/>
        </p:nvSpPr>
        <p:spPr>
          <a:xfrm>
            <a:off x="754570" y="5070176"/>
            <a:ext cx="3823454" cy="1077218"/>
          </a:xfrm>
          <a:prstGeom prst="rect">
            <a:avLst/>
          </a:prstGeom>
          <a:noFill/>
        </p:spPr>
        <p:txBody>
          <a:bodyPr wrap="square" rtlCol="0">
            <a:spAutoFit/>
          </a:bodyPr>
          <a:lstStyle/>
          <a:p>
            <a:pPr algn="ctr" rtl="1"/>
            <a:r>
              <a:rPr lang="ar-SA" sz="3200" b="1" dirty="0" smtClean="0">
                <a:solidFill>
                  <a:srgbClr val="0087B1"/>
                </a:solidFill>
                <a:cs typeface="Simplified Arabic" panose="02020603050405020304" pitchFamily="18" charset="-78"/>
              </a:rPr>
              <a:t>العمل </a:t>
            </a:r>
            <a:r>
              <a:rPr lang="ar-SA" sz="3200" b="1" dirty="0">
                <a:solidFill>
                  <a:srgbClr val="0087B1"/>
                </a:solidFill>
                <a:cs typeface="Simplified Arabic" panose="02020603050405020304" pitchFamily="18" charset="-78"/>
              </a:rPr>
              <a:t>على رسم سيناريو قبل التصميم.</a:t>
            </a:r>
            <a:endParaRPr lang="en-US" sz="3200" b="1" dirty="0">
              <a:solidFill>
                <a:srgbClr val="0087B1"/>
              </a:solidFill>
              <a:cs typeface="Simplified Arabic" panose="02020603050405020304" pitchFamily="18" charset="-78"/>
            </a:endParaRPr>
          </a:p>
        </p:txBody>
      </p:sp>
      <p:sp>
        <p:nvSpPr>
          <p:cNvPr id="48" name="TextBox 47"/>
          <p:cNvSpPr txBox="1"/>
          <p:nvPr/>
        </p:nvSpPr>
        <p:spPr>
          <a:xfrm>
            <a:off x="4041182" y="1493083"/>
            <a:ext cx="4270692" cy="584775"/>
          </a:xfrm>
          <a:prstGeom prst="rect">
            <a:avLst/>
          </a:prstGeom>
          <a:noFill/>
        </p:spPr>
        <p:txBody>
          <a:bodyPr wrap="square" rtlCol="0">
            <a:spAutoFit/>
          </a:bodyPr>
          <a:lstStyle/>
          <a:p>
            <a:pPr algn="ctr" rtl="1" fontAlgn="auto">
              <a:spcBef>
                <a:spcPts val="0"/>
              </a:spcBef>
              <a:spcAft>
                <a:spcPts val="0"/>
              </a:spcAft>
            </a:pPr>
            <a:r>
              <a:rPr lang="ar-SA" sz="3200" b="1" dirty="0" smtClean="0">
                <a:solidFill>
                  <a:srgbClr val="FE8301"/>
                </a:solidFill>
                <a:cs typeface="Simplified Arabic" panose="02020603050405020304" pitchFamily="18" charset="-78"/>
              </a:rPr>
              <a:t>تدعيم </a:t>
            </a:r>
            <a:r>
              <a:rPr lang="ar-SA" sz="3200" b="1" dirty="0">
                <a:solidFill>
                  <a:srgbClr val="FE8301"/>
                </a:solidFill>
                <a:cs typeface="Simplified Arabic" panose="02020603050405020304" pitchFamily="18" charset="-78"/>
              </a:rPr>
              <a:t>التصميم بالأرقام.</a:t>
            </a:r>
            <a:endParaRPr lang="en-US" sz="3200" b="1" dirty="0" smtClean="0">
              <a:solidFill>
                <a:srgbClr val="FE8301"/>
              </a:solidFill>
              <a:latin typeface="Lato Light" panose="020F0302020204030203" pitchFamily="34" charset="0"/>
              <a:cs typeface="Simplified Arabic" panose="02020603050405020304" pitchFamily="18" charset="-78"/>
            </a:endParaRPr>
          </a:p>
        </p:txBody>
      </p:sp>
      <p:sp>
        <p:nvSpPr>
          <p:cNvPr id="52" name="TextBox 51"/>
          <p:cNvSpPr txBox="1"/>
          <p:nvPr/>
        </p:nvSpPr>
        <p:spPr>
          <a:xfrm>
            <a:off x="7185638" y="5375148"/>
            <a:ext cx="4287990" cy="584775"/>
          </a:xfrm>
          <a:prstGeom prst="rect">
            <a:avLst/>
          </a:prstGeom>
          <a:noFill/>
        </p:spPr>
        <p:txBody>
          <a:bodyPr wrap="square" rtlCol="0">
            <a:spAutoFit/>
          </a:bodyPr>
          <a:lstStyle/>
          <a:p>
            <a:pPr algn="ctr" rtl="1" fontAlgn="auto">
              <a:spcBef>
                <a:spcPts val="0"/>
              </a:spcBef>
              <a:spcAft>
                <a:spcPts val="0"/>
              </a:spcAft>
            </a:pPr>
            <a:r>
              <a:rPr lang="ar-SA" sz="3200" b="1" dirty="0" smtClean="0">
                <a:solidFill>
                  <a:srgbClr val="548235"/>
                </a:solidFill>
                <a:cs typeface="Simplified Arabic" panose="02020603050405020304" pitchFamily="18" charset="-78"/>
              </a:rPr>
              <a:t>إلتزام </a:t>
            </a:r>
            <a:r>
              <a:rPr lang="ar-SA" sz="3200" b="1" dirty="0">
                <a:solidFill>
                  <a:srgbClr val="548235"/>
                </a:solidFill>
                <a:cs typeface="Simplified Arabic" panose="02020603050405020304" pitchFamily="18" charset="-78"/>
              </a:rPr>
              <a:t>نوع واحد في التصميم.</a:t>
            </a:r>
            <a:endParaRPr lang="en-US" sz="3200" b="1" dirty="0" smtClean="0">
              <a:solidFill>
                <a:srgbClr val="548235"/>
              </a:solidFill>
              <a:latin typeface="Lato Light" panose="020F0302020204030203" pitchFamily="34" charset="0"/>
              <a:cs typeface="Simplified Arabic" panose="02020603050405020304" pitchFamily="18" charset="-78"/>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0568147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3"/>
                                        </p:tgtEl>
                                        <p:attrNameLst>
                                          <p:attrName>style.visibility</p:attrName>
                                        </p:attrNameLst>
                                      </p:cBhvr>
                                      <p:to>
                                        <p:strVal val="visible"/>
                                      </p:to>
                                    </p:set>
                                    <p:anim calcmode="lin" valueType="num">
                                      <p:cBhvr>
                                        <p:cTn id="10" dur="500" fill="hold"/>
                                        <p:tgtEl>
                                          <p:spTgt spid="3"/>
                                        </p:tgtEl>
                                        <p:attrNameLst>
                                          <p:attrName>ppt_w</p:attrName>
                                        </p:attrNameLst>
                                      </p:cBhvr>
                                      <p:tavLst>
                                        <p:tav tm="0">
                                          <p:val>
                                            <p:fltVal val="0"/>
                                          </p:val>
                                        </p:tav>
                                        <p:tav tm="100000">
                                          <p:val>
                                            <p:strVal val="#ppt_w"/>
                                          </p:val>
                                        </p:tav>
                                      </p:tavLst>
                                    </p:anim>
                                    <p:anim calcmode="lin" valueType="num">
                                      <p:cBhvr>
                                        <p:cTn id="11" dur="500" fill="hold"/>
                                        <p:tgtEl>
                                          <p:spTgt spid="3"/>
                                        </p:tgtEl>
                                        <p:attrNameLst>
                                          <p:attrName>ppt_h</p:attrName>
                                        </p:attrNameLst>
                                      </p:cBhvr>
                                      <p:tavLst>
                                        <p:tav tm="0">
                                          <p:val>
                                            <p:fltVal val="0"/>
                                          </p:val>
                                        </p:tav>
                                        <p:tav tm="100000">
                                          <p:val>
                                            <p:strVal val="#ppt_h"/>
                                          </p:val>
                                        </p:tav>
                                      </p:tavLst>
                                    </p:anim>
                                    <p:animEffect transition="in" filter="fade">
                                      <p:cBhvr>
                                        <p:cTn id="12" dur="500"/>
                                        <p:tgtEl>
                                          <p:spTgt spid="3"/>
                                        </p:tgtEl>
                                      </p:cBhvr>
                                    </p:animEffect>
                                  </p:childTnLst>
                                </p:cTn>
                              </p:par>
                              <p:par>
                                <p:cTn id="13" presetID="22" presetClass="entr" presetSubtype="1" fill="hold" nodeType="withEffect">
                                  <p:stCondLst>
                                    <p:cond delay="500"/>
                                  </p:stCondLst>
                                  <p:childTnLst>
                                    <p:set>
                                      <p:cBhvr>
                                        <p:cTn id="14" dur="1" fill="hold">
                                          <p:stCondLst>
                                            <p:cond delay="0"/>
                                          </p:stCondLst>
                                        </p:cTn>
                                        <p:tgtEl>
                                          <p:spTgt spid="11"/>
                                        </p:tgtEl>
                                        <p:attrNameLst>
                                          <p:attrName>style.visibility</p:attrName>
                                        </p:attrNameLst>
                                      </p:cBhvr>
                                      <p:to>
                                        <p:strVal val="visible"/>
                                      </p:to>
                                    </p:set>
                                    <p:animEffect transition="in" filter="wipe(up)">
                                      <p:cBhvr>
                                        <p:cTn id="15" dur="500"/>
                                        <p:tgtEl>
                                          <p:spTgt spid="11"/>
                                        </p:tgtEl>
                                      </p:cBhvr>
                                    </p:animEffect>
                                  </p:childTnLst>
                                </p:cTn>
                              </p:par>
                              <p:par>
                                <p:cTn id="16" presetID="22" presetClass="entr" presetSubtype="8" fill="hold" nodeType="withEffect">
                                  <p:stCondLst>
                                    <p:cond delay="500"/>
                                  </p:stCondLst>
                                  <p:childTnLst>
                                    <p:set>
                                      <p:cBhvr>
                                        <p:cTn id="17" dur="1" fill="hold">
                                          <p:stCondLst>
                                            <p:cond delay="0"/>
                                          </p:stCondLst>
                                        </p:cTn>
                                        <p:tgtEl>
                                          <p:spTgt spid="9"/>
                                        </p:tgtEl>
                                        <p:attrNameLst>
                                          <p:attrName>style.visibility</p:attrName>
                                        </p:attrNameLst>
                                      </p:cBhvr>
                                      <p:to>
                                        <p:strVal val="visible"/>
                                      </p:to>
                                    </p:set>
                                    <p:animEffect transition="in" filter="wipe(left)">
                                      <p:cBhvr>
                                        <p:cTn id="18" dur="500"/>
                                        <p:tgtEl>
                                          <p:spTgt spid="9"/>
                                        </p:tgtEl>
                                      </p:cBhvr>
                                    </p:animEffect>
                                  </p:childTnLst>
                                </p:cTn>
                              </p:par>
                              <p:par>
                                <p:cTn id="19" presetID="53" presetClass="entr" presetSubtype="16" fill="hold" grpId="0" nodeType="withEffect">
                                  <p:stCondLst>
                                    <p:cond delay="750"/>
                                  </p:stCondLst>
                                  <p:childTnLst>
                                    <p:set>
                                      <p:cBhvr>
                                        <p:cTn id="20" dur="1" fill="hold">
                                          <p:stCondLst>
                                            <p:cond delay="0"/>
                                          </p:stCondLst>
                                        </p:cTn>
                                        <p:tgtEl>
                                          <p:spTgt spid="27"/>
                                        </p:tgtEl>
                                        <p:attrNameLst>
                                          <p:attrName>style.visibility</p:attrName>
                                        </p:attrNameLst>
                                      </p:cBhvr>
                                      <p:to>
                                        <p:strVal val="visible"/>
                                      </p:to>
                                    </p:set>
                                    <p:anim calcmode="lin" valueType="num">
                                      <p:cBhvr>
                                        <p:cTn id="21" dur="500" fill="hold"/>
                                        <p:tgtEl>
                                          <p:spTgt spid="27"/>
                                        </p:tgtEl>
                                        <p:attrNameLst>
                                          <p:attrName>ppt_w</p:attrName>
                                        </p:attrNameLst>
                                      </p:cBhvr>
                                      <p:tavLst>
                                        <p:tav tm="0">
                                          <p:val>
                                            <p:fltVal val="0"/>
                                          </p:val>
                                        </p:tav>
                                        <p:tav tm="100000">
                                          <p:val>
                                            <p:strVal val="#ppt_w"/>
                                          </p:val>
                                        </p:tav>
                                      </p:tavLst>
                                    </p:anim>
                                    <p:anim calcmode="lin" valueType="num">
                                      <p:cBhvr>
                                        <p:cTn id="22" dur="500" fill="hold"/>
                                        <p:tgtEl>
                                          <p:spTgt spid="27"/>
                                        </p:tgtEl>
                                        <p:attrNameLst>
                                          <p:attrName>ppt_h</p:attrName>
                                        </p:attrNameLst>
                                      </p:cBhvr>
                                      <p:tavLst>
                                        <p:tav tm="0">
                                          <p:val>
                                            <p:fltVal val="0"/>
                                          </p:val>
                                        </p:tav>
                                        <p:tav tm="100000">
                                          <p:val>
                                            <p:strVal val="#ppt_h"/>
                                          </p:val>
                                        </p:tav>
                                      </p:tavLst>
                                    </p:anim>
                                    <p:animEffect transition="in" filter="fade">
                                      <p:cBhvr>
                                        <p:cTn id="23" dur="500"/>
                                        <p:tgtEl>
                                          <p:spTgt spid="27"/>
                                        </p:tgtEl>
                                      </p:cBhvr>
                                    </p:animEffect>
                                  </p:childTnLst>
                                </p:cTn>
                              </p:par>
                              <p:par>
                                <p:cTn id="24" presetID="22" presetClass="entr" presetSubtype="4" fill="hold" nodeType="withEffect">
                                  <p:stCondLst>
                                    <p:cond delay="1000"/>
                                  </p:stCondLst>
                                  <p:childTnLst>
                                    <p:set>
                                      <p:cBhvr>
                                        <p:cTn id="25" dur="1" fill="hold">
                                          <p:stCondLst>
                                            <p:cond delay="0"/>
                                          </p:stCondLst>
                                        </p:cTn>
                                        <p:tgtEl>
                                          <p:spTgt spid="37"/>
                                        </p:tgtEl>
                                        <p:attrNameLst>
                                          <p:attrName>style.visibility</p:attrName>
                                        </p:attrNameLst>
                                      </p:cBhvr>
                                      <p:to>
                                        <p:strVal val="visible"/>
                                      </p:to>
                                    </p:set>
                                    <p:animEffect transition="in" filter="wipe(down)">
                                      <p:cBhvr>
                                        <p:cTn id="26" dur="500"/>
                                        <p:tgtEl>
                                          <p:spTgt spid="37"/>
                                        </p:tgtEl>
                                      </p:cBhvr>
                                    </p:animEffect>
                                  </p:childTnLst>
                                </p:cTn>
                              </p:par>
                              <p:par>
                                <p:cTn id="27" presetID="22" presetClass="entr" presetSubtype="8" fill="hold" nodeType="withEffect">
                                  <p:stCondLst>
                                    <p:cond delay="1000"/>
                                  </p:stCondLst>
                                  <p:childTnLst>
                                    <p:set>
                                      <p:cBhvr>
                                        <p:cTn id="28" dur="1" fill="hold">
                                          <p:stCondLst>
                                            <p:cond delay="0"/>
                                          </p:stCondLst>
                                        </p:cTn>
                                        <p:tgtEl>
                                          <p:spTgt spid="10"/>
                                        </p:tgtEl>
                                        <p:attrNameLst>
                                          <p:attrName>style.visibility</p:attrName>
                                        </p:attrNameLst>
                                      </p:cBhvr>
                                      <p:to>
                                        <p:strVal val="visible"/>
                                      </p:to>
                                    </p:set>
                                    <p:animEffect transition="in" filter="wipe(left)">
                                      <p:cBhvr>
                                        <p:cTn id="29" dur="500"/>
                                        <p:tgtEl>
                                          <p:spTgt spid="10"/>
                                        </p:tgtEl>
                                      </p:cBhvr>
                                    </p:animEffect>
                                  </p:childTnLst>
                                </p:cTn>
                              </p:par>
                              <p:par>
                                <p:cTn id="30" presetID="53" presetClass="entr" presetSubtype="16" fill="hold" grpId="0" nodeType="withEffect">
                                  <p:stCondLst>
                                    <p:cond delay="1250"/>
                                  </p:stCondLst>
                                  <p:childTnLst>
                                    <p:set>
                                      <p:cBhvr>
                                        <p:cTn id="31" dur="1" fill="hold">
                                          <p:stCondLst>
                                            <p:cond delay="0"/>
                                          </p:stCondLst>
                                        </p:cTn>
                                        <p:tgtEl>
                                          <p:spTgt spid="28"/>
                                        </p:tgtEl>
                                        <p:attrNameLst>
                                          <p:attrName>style.visibility</p:attrName>
                                        </p:attrNameLst>
                                      </p:cBhvr>
                                      <p:to>
                                        <p:strVal val="visible"/>
                                      </p:to>
                                    </p:set>
                                    <p:anim calcmode="lin" valueType="num">
                                      <p:cBhvr>
                                        <p:cTn id="32" dur="500" fill="hold"/>
                                        <p:tgtEl>
                                          <p:spTgt spid="28"/>
                                        </p:tgtEl>
                                        <p:attrNameLst>
                                          <p:attrName>ppt_w</p:attrName>
                                        </p:attrNameLst>
                                      </p:cBhvr>
                                      <p:tavLst>
                                        <p:tav tm="0">
                                          <p:val>
                                            <p:fltVal val="0"/>
                                          </p:val>
                                        </p:tav>
                                        <p:tav tm="100000">
                                          <p:val>
                                            <p:strVal val="#ppt_w"/>
                                          </p:val>
                                        </p:tav>
                                      </p:tavLst>
                                    </p:anim>
                                    <p:anim calcmode="lin" valueType="num">
                                      <p:cBhvr>
                                        <p:cTn id="33" dur="500" fill="hold"/>
                                        <p:tgtEl>
                                          <p:spTgt spid="28"/>
                                        </p:tgtEl>
                                        <p:attrNameLst>
                                          <p:attrName>ppt_h</p:attrName>
                                        </p:attrNameLst>
                                      </p:cBhvr>
                                      <p:tavLst>
                                        <p:tav tm="0">
                                          <p:val>
                                            <p:fltVal val="0"/>
                                          </p:val>
                                        </p:tav>
                                        <p:tav tm="100000">
                                          <p:val>
                                            <p:strVal val="#ppt_h"/>
                                          </p:val>
                                        </p:tav>
                                      </p:tavLst>
                                    </p:anim>
                                    <p:animEffect transition="in" filter="fade">
                                      <p:cBhvr>
                                        <p:cTn id="34" dur="500"/>
                                        <p:tgtEl>
                                          <p:spTgt spid="28"/>
                                        </p:tgtEl>
                                      </p:cBhvr>
                                    </p:animEffect>
                                  </p:childTnLst>
                                </p:cTn>
                              </p:par>
                              <p:par>
                                <p:cTn id="35" presetID="22" presetClass="entr" presetSubtype="1" fill="hold" nodeType="withEffect">
                                  <p:stCondLst>
                                    <p:cond delay="1500"/>
                                  </p:stCondLst>
                                  <p:childTnLst>
                                    <p:set>
                                      <p:cBhvr>
                                        <p:cTn id="36" dur="1" fill="hold">
                                          <p:stCondLst>
                                            <p:cond delay="0"/>
                                          </p:stCondLst>
                                        </p:cTn>
                                        <p:tgtEl>
                                          <p:spTgt spid="34"/>
                                        </p:tgtEl>
                                        <p:attrNameLst>
                                          <p:attrName>style.visibility</p:attrName>
                                        </p:attrNameLst>
                                      </p:cBhvr>
                                      <p:to>
                                        <p:strVal val="visible"/>
                                      </p:to>
                                    </p:set>
                                    <p:animEffect transition="in" filter="wipe(up)">
                                      <p:cBhvr>
                                        <p:cTn id="3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7" grpId="0" animBg="1"/>
      <p:bldP spid="28" grpId="0" animBg="1"/>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3739930" y="1775115"/>
            <a:ext cx="4712139" cy="4466935"/>
            <a:chOff x="71460" y="1228065"/>
            <a:chExt cx="4712139" cy="4466935"/>
          </a:xfrm>
        </p:grpSpPr>
        <p:sp>
          <p:nvSpPr>
            <p:cNvPr id="5" name="Freeform 4"/>
            <p:cNvSpPr/>
            <p:nvPr/>
          </p:nvSpPr>
          <p:spPr>
            <a:xfrm>
              <a:off x="2291693" y="3576097"/>
              <a:ext cx="1158773" cy="1142941"/>
            </a:xfrm>
            <a:custGeom>
              <a:avLst/>
              <a:gdLst>
                <a:gd name="connsiteX0" fmla="*/ 0 w 1158773"/>
                <a:gd name="connsiteY0" fmla="*/ 0 h 1142941"/>
                <a:gd name="connsiteX1" fmla="*/ 1158773 w 1158773"/>
                <a:gd name="connsiteY1" fmla="*/ 0 h 1142941"/>
                <a:gd name="connsiteX2" fmla="*/ 1153114 w 1158773"/>
                <a:gd name="connsiteY2" fmla="*/ 112081 h 1142941"/>
                <a:gd name="connsiteX3" fmla="*/ 10779 w 1158773"/>
                <a:gd name="connsiteY3" fmla="*/ 1142941 h 1142941"/>
                <a:gd name="connsiteX4" fmla="*/ 0 w 1158773"/>
                <a:gd name="connsiteY4" fmla="*/ 1142397 h 1142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773" h="1142941">
                  <a:moveTo>
                    <a:pt x="0" y="0"/>
                  </a:moveTo>
                  <a:lnTo>
                    <a:pt x="1158773" y="0"/>
                  </a:lnTo>
                  <a:lnTo>
                    <a:pt x="1153114" y="112081"/>
                  </a:lnTo>
                  <a:cubicBezTo>
                    <a:pt x="1094311" y="691100"/>
                    <a:pt x="605312" y="1142941"/>
                    <a:pt x="10779" y="1142941"/>
                  </a:cubicBezTo>
                  <a:lnTo>
                    <a:pt x="0" y="114239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Freeform 5"/>
            <p:cNvSpPr/>
            <p:nvPr/>
          </p:nvSpPr>
          <p:spPr>
            <a:xfrm>
              <a:off x="2291559" y="2423600"/>
              <a:ext cx="1159042" cy="1153585"/>
            </a:xfrm>
            <a:custGeom>
              <a:avLst/>
              <a:gdLst>
                <a:gd name="connsiteX0" fmla="*/ 10779 w 1159042"/>
                <a:gd name="connsiteY0" fmla="*/ 0 h 1153585"/>
                <a:gd name="connsiteX1" fmla="*/ 1159042 w 1159042"/>
                <a:gd name="connsiteY1" fmla="*/ 1148263 h 1153585"/>
                <a:gd name="connsiteX2" fmla="*/ 1158773 w 1159042"/>
                <a:gd name="connsiteY2" fmla="*/ 1153585 h 1153585"/>
                <a:gd name="connsiteX3" fmla="*/ 0 w 1159042"/>
                <a:gd name="connsiteY3" fmla="*/ 1153585 h 1153585"/>
                <a:gd name="connsiteX4" fmla="*/ 0 w 1159042"/>
                <a:gd name="connsiteY4" fmla="*/ 544 h 1153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042" h="1153585">
                  <a:moveTo>
                    <a:pt x="10779" y="0"/>
                  </a:moveTo>
                  <a:cubicBezTo>
                    <a:pt x="644947" y="0"/>
                    <a:pt x="1159042" y="514095"/>
                    <a:pt x="1159042" y="1148263"/>
                  </a:cubicBezTo>
                  <a:lnTo>
                    <a:pt x="1158773" y="1153585"/>
                  </a:lnTo>
                  <a:lnTo>
                    <a:pt x="0" y="1153585"/>
                  </a:lnTo>
                  <a:lnTo>
                    <a:pt x="0" y="54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7" name="Freeform 6"/>
            <p:cNvSpPr/>
            <p:nvPr/>
          </p:nvSpPr>
          <p:spPr>
            <a:xfrm>
              <a:off x="1162119" y="3576097"/>
              <a:ext cx="1137258" cy="1142941"/>
            </a:xfrm>
            <a:custGeom>
              <a:avLst/>
              <a:gdLst>
                <a:gd name="connsiteX0" fmla="*/ 0 w 1137258"/>
                <a:gd name="connsiteY0" fmla="*/ 0 h 1142941"/>
                <a:gd name="connsiteX1" fmla="*/ 1137258 w 1137258"/>
                <a:gd name="connsiteY1" fmla="*/ 0 h 1142941"/>
                <a:gd name="connsiteX2" fmla="*/ 1137258 w 1137258"/>
                <a:gd name="connsiteY2" fmla="*/ 1142941 h 1142941"/>
                <a:gd name="connsiteX3" fmla="*/ 1030634 w 1137258"/>
                <a:gd name="connsiteY3" fmla="*/ 1137557 h 1142941"/>
                <a:gd name="connsiteX4" fmla="*/ 4990 w 1137258"/>
                <a:gd name="connsiteY4" fmla="*/ 105381 h 1142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258" h="1142941">
                  <a:moveTo>
                    <a:pt x="0" y="0"/>
                  </a:moveTo>
                  <a:lnTo>
                    <a:pt x="1137258" y="0"/>
                  </a:lnTo>
                  <a:lnTo>
                    <a:pt x="1137258" y="1142941"/>
                  </a:lnTo>
                  <a:lnTo>
                    <a:pt x="1030634" y="1137557"/>
                  </a:lnTo>
                  <a:cubicBezTo>
                    <a:pt x="487804" y="1082429"/>
                    <a:pt x="56751" y="649200"/>
                    <a:pt x="4990" y="10538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8" name="Freeform 7"/>
            <p:cNvSpPr/>
            <p:nvPr/>
          </p:nvSpPr>
          <p:spPr>
            <a:xfrm>
              <a:off x="1162119" y="2423600"/>
              <a:ext cx="1137484" cy="1152497"/>
            </a:xfrm>
            <a:custGeom>
              <a:avLst/>
              <a:gdLst>
                <a:gd name="connsiteX0" fmla="*/ 1137484 w 1137484"/>
                <a:gd name="connsiteY0" fmla="*/ 0 h 1152497"/>
                <a:gd name="connsiteX1" fmla="*/ 1137484 w 1137484"/>
                <a:gd name="connsiteY1" fmla="*/ 1152497 h 1152497"/>
                <a:gd name="connsiteX2" fmla="*/ 226 w 1137484"/>
                <a:gd name="connsiteY2" fmla="*/ 1152497 h 1152497"/>
                <a:gd name="connsiteX3" fmla="*/ 0 w 1137484"/>
                <a:gd name="connsiteY3" fmla="*/ 1147719 h 1152497"/>
                <a:gd name="connsiteX4" fmla="*/ 1030860 w 1137484"/>
                <a:gd name="connsiteY4" fmla="*/ 5384 h 1152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484" h="1152497">
                  <a:moveTo>
                    <a:pt x="1137484" y="0"/>
                  </a:moveTo>
                  <a:lnTo>
                    <a:pt x="1137484" y="1152497"/>
                  </a:lnTo>
                  <a:lnTo>
                    <a:pt x="226" y="1152497"/>
                  </a:lnTo>
                  <a:lnTo>
                    <a:pt x="0" y="1147719"/>
                  </a:lnTo>
                  <a:cubicBezTo>
                    <a:pt x="0" y="553187"/>
                    <a:pt x="451841" y="64187"/>
                    <a:pt x="1030860" y="5384"/>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nvGrpSpPr>
            <p:cNvPr id="9" name="Group 8"/>
            <p:cNvGrpSpPr/>
            <p:nvPr/>
          </p:nvGrpSpPr>
          <p:grpSpPr>
            <a:xfrm flipH="1">
              <a:off x="2604233" y="1228065"/>
              <a:ext cx="2179366" cy="1980727"/>
              <a:chOff x="1020361" y="1729660"/>
              <a:chExt cx="2179366" cy="1980727"/>
            </a:xfrm>
          </p:grpSpPr>
          <p:sp>
            <p:nvSpPr>
              <p:cNvPr id="25" name="Freeform 11"/>
              <p:cNvSpPr>
                <a:spLocks/>
              </p:cNvSpPr>
              <p:nvPr/>
            </p:nvSpPr>
            <p:spPr bwMode="auto">
              <a:xfrm>
                <a:off x="2643207" y="1729660"/>
                <a:ext cx="549382" cy="1980727"/>
              </a:xfrm>
              <a:custGeom>
                <a:avLst/>
                <a:gdLst>
                  <a:gd name="T0" fmla="*/ 17 w 484"/>
                  <a:gd name="T1" fmla="*/ 0 h 1745"/>
                  <a:gd name="T2" fmla="*/ 480 w 484"/>
                  <a:gd name="T3" fmla="*/ 1542 h 1745"/>
                  <a:gd name="T4" fmla="*/ 484 w 484"/>
                  <a:gd name="T5" fmla="*/ 1745 h 1745"/>
                  <a:gd name="T6" fmla="*/ 0 w 484"/>
                  <a:gd name="T7" fmla="*/ 1380 h 1745"/>
                  <a:gd name="T8" fmla="*/ 17 w 484"/>
                  <a:gd name="T9" fmla="*/ 0 h 1745"/>
                </a:gdLst>
                <a:ahLst/>
                <a:cxnLst>
                  <a:cxn ang="0">
                    <a:pos x="T0" y="T1"/>
                  </a:cxn>
                  <a:cxn ang="0">
                    <a:pos x="T2" y="T3"/>
                  </a:cxn>
                  <a:cxn ang="0">
                    <a:pos x="T4" y="T5"/>
                  </a:cxn>
                  <a:cxn ang="0">
                    <a:pos x="T6" y="T7"/>
                  </a:cxn>
                  <a:cxn ang="0">
                    <a:pos x="T8" y="T9"/>
                  </a:cxn>
                </a:cxnLst>
                <a:rect l="0" t="0" r="r" b="b"/>
                <a:pathLst>
                  <a:path w="484" h="1745">
                    <a:moveTo>
                      <a:pt x="17" y="0"/>
                    </a:moveTo>
                    <a:lnTo>
                      <a:pt x="480" y="1542"/>
                    </a:lnTo>
                    <a:lnTo>
                      <a:pt x="484" y="1745"/>
                    </a:lnTo>
                    <a:lnTo>
                      <a:pt x="0" y="1380"/>
                    </a:lnTo>
                    <a:lnTo>
                      <a:pt x="17"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6" name="Freeform 12"/>
              <p:cNvSpPr>
                <a:spLocks/>
              </p:cNvSpPr>
              <p:nvPr/>
            </p:nvSpPr>
            <p:spPr bwMode="auto">
              <a:xfrm>
                <a:off x="1020361" y="3295764"/>
                <a:ext cx="2179366" cy="414307"/>
              </a:xfrm>
              <a:custGeom>
                <a:avLst/>
                <a:gdLst>
                  <a:gd name="T0" fmla="*/ 1436 w 1920"/>
                  <a:gd name="T1" fmla="*/ 0 h 365"/>
                  <a:gd name="T2" fmla="*/ 1920 w 1920"/>
                  <a:gd name="T3" fmla="*/ 363 h 365"/>
                  <a:gd name="T4" fmla="*/ 1703 w 1920"/>
                  <a:gd name="T5" fmla="*/ 365 h 365"/>
                  <a:gd name="T6" fmla="*/ 0 w 1920"/>
                  <a:gd name="T7" fmla="*/ 38 h 365"/>
                  <a:gd name="T8" fmla="*/ 1436 w 1920"/>
                  <a:gd name="T9" fmla="*/ 0 h 365"/>
                </a:gdLst>
                <a:ahLst/>
                <a:cxnLst>
                  <a:cxn ang="0">
                    <a:pos x="T0" y="T1"/>
                  </a:cxn>
                  <a:cxn ang="0">
                    <a:pos x="T2" y="T3"/>
                  </a:cxn>
                  <a:cxn ang="0">
                    <a:pos x="T4" y="T5"/>
                  </a:cxn>
                  <a:cxn ang="0">
                    <a:pos x="T6" y="T7"/>
                  </a:cxn>
                  <a:cxn ang="0">
                    <a:pos x="T8" y="T9"/>
                  </a:cxn>
                </a:cxnLst>
                <a:rect l="0" t="0" r="r" b="b"/>
                <a:pathLst>
                  <a:path w="1920" h="365">
                    <a:moveTo>
                      <a:pt x="1436" y="0"/>
                    </a:moveTo>
                    <a:lnTo>
                      <a:pt x="1920" y="363"/>
                    </a:lnTo>
                    <a:lnTo>
                      <a:pt x="1703" y="365"/>
                    </a:lnTo>
                    <a:lnTo>
                      <a:pt x="0" y="38"/>
                    </a:lnTo>
                    <a:lnTo>
                      <a:pt x="1436"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7" name="Freeform 13"/>
              <p:cNvSpPr>
                <a:spLocks/>
              </p:cNvSpPr>
              <p:nvPr/>
            </p:nvSpPr>
            <p:spPr bwMode="auto">
              <a:xfrm>
                <a:off x="1020791" y="1731194"/>
                <a:ext cx="1649281" cy="1610688"/>
              </a:xfrm>
              <a:custGeom>
                <a:avLst/>
                <a:gdLst>
                  <a:gd name="T0" fmla="*/ 1453 w 1453"/>
                  <a:gd name="T1" fmla="*/ 0 h 1419"/>
                  <a:gd name="T2" fmla="*/ 1436 w 1453"/>
                  <a:gd name="T3" fmla="*/ 1380 h 1419"/>
                  <a:gd name="T4" fmla="*/ 0 w 1453"/>
                  <a:gd name="T5" fmla="*/ 1419 h 1419"/>
                  <a:gd name="T6" fmla="*/ 115 w 1453"/>
                  <a:gd name="T7" fmla="*/ 152 h 1419"/>
                  <a:gd name="T8" fmla="*/ 1453 w 1453"/>
                  <a:gd name="T9" fmla="*/ 0 h 1419"/>
                </a:gdLst>
                <a:ahLst/>
                <a:cxnLst>
                  <a:cxn ang="0">
                    <a:pos x="T0" y="T1"/>
                  </a:cxn>
                  <a:cxn ang="0">
                    <a:pos x="T2" y="T3"/>
                  </a:cxn>
                  <a:cxn ang="0">
                    <a:pos x="T4" y="T5"/>
                  </a:cxn>
                  <a:cxn ang="0">
                    <a:pos x="T6" y="T7"/>
                  </a:cxn>
                  <a:cxn ang="0">
                    <a:pos x="T8" y="T9"/>
                  </a:cxn>
                </a:cxnLst>
                <a:rect l="0" t="0" r="r" b="b"/>
                <a:pathLst>
                  <a:path w="1453" h="1419">
                    <a:moveTo>
                      <a:pt x="1453" y="0"/>
                    </a:moveTo>
                    <a:lnTo>
                      <a:pt x="1436" y="1380"/>
                    </a:lnTo>
                    <a:lnTo>
                      <a:pt x="0" y="1419"/>
                    </a:lnTo>
                    <a:lnTo>
                      <a:pt x="115" y="152"/>
                    </a:lnTo>
                    <a:lnTo>
                      <a:pt x="1453" y="0"/>
                    </a:lnTo>
                    <a:close/>
                  </a:path>
                </a:pathLst>
              </a:custGeom>
              <a:solidFill>
                <a:schemeClr val="accent1">
                  <a:alpha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8" name="TextBox 27"/>
              <p:cNvSpPr txBox="1"/>
              <p:nvPr/>
            </p:nvSpPr>
            <p:spPr>
              <a:xfrm>
                <a:off x="1541517" y="2055718"/>
                <a:ext cx="478016" cy="923330"/>
              </a:xfrm>
              <a:prstGeom prst="rect">
                <a:avLst/>
              </a:prstGeom>
              <a:noFill/>
            </p:spPr>
            <p:txBody>
              <a:bodyPr wrap="none" rtlCol="0">
                <a:spAutoFit/>
              </a:bodyPr>
              <a:lstStyle/>
              <a:p>
                <a:r>
                  <a:rPr lang="en-US" sz="5400" b="1" dirty="0" smtClean="0">
                    <a:solidFill>
                      <a:prstClr val="white"/>
                    </a:solidFill>
                    <a:latin typeface="Roboto"/>
                    <a:ea typeface="Fira Sans SemiBold Italic" panose="00000700000000000000" pitchFamily="50" charset="0"/>
                    <a:cs typeface="Clear Sans" panose="020B0503030202020304" pitchFamily="34" charset="0"/>
                  </a:rPr>
                  <a:t>1</a:t>
                </a:r>
                <a:endParaRPr lang="en-US" sz="5400" b="1" dirty="0">
                  <a:solidFill>
                    <a:prstClr val="white"/>
                  </a:solidFill>
                  <a:latin typeface="Roboto"/>
                  <a:ea typeface="Fira Sans SemiBold Italic" panose="00000700000000000000" pitchFamily="50" charset="0"/>
                  <a:cs typeface="Clear Sans" panose="020B0503030202020304" pitchFamily="34" charset="0"/>
                </a:endParaRPr>
              </a:p>
            </p:txBody>
          </p:sp>
        </p:grpSp>
        <p:grpSp>
          <p:nvGrpSpPr>
            <p:cNvPr id="10" name="Group 9"/>
            <p:cNvGrpSpPr/>
            <p:nvPr/>
          </p:nvGrpSpPr>
          <p:grpSpPr>
            <a:xfrm flipH="1">
              <a:off x="356076" y="1666469"/>
              <a:ext cx="1718521" cy="1538490"/>
              <a:chOff x="3729363" y="2168064"/>
              <a:chExt cx="1718521" cy="1538490"/>
            </a:xfrm>
          </p:grpSpPr>
          <p:sp>
            <p:nvSpPr>
              <p:cNvPr id="21" name="Freeform 5"/>
              <p:cNvSpPr>
                <a:spLocks/>
              </p:cNvSpPr>
              <p:nvPr/>
            </p:nvSpPr>
            <p:spPr bwMode="auto">
              <a:xfrm>
                <a:off x="3729363" y="3157172"/>
                <a:ext cx="1718521" cy="549382"/>
              </a:xfrm>
              <a:custGeom>
                <a:avLst/>
                <a:gdLst>
                  <a:gd name="T0" fmla="*/ 1514 w 1514"/>
                  <a:gd name="T1" fmla="*/ 27 h 484"/>
                  <a:gd name="T2" fmla="*/ 214 w 1514"/>
                  <a:gd name="T3" fmla="*/ 484 h 484"/>
                  <a:gd name="T4" fmla="*/ 0 w 1514"/>
                  <a:gd name="T5" fmla="*/ 482 h 484"/>
                  <a:gd name="T6" fmla="*/ 597 w 1514"/>
                  <a:gd name="T7" fmla="*/ 0 h 484"/>
                  <a:gd name="T8" fmla="*/ 1514 w 1514"/>
                  <a:gd name="T9" fmla="*/ 27 h 484"/>
                </a:gdLst>
                <a:ahLst/>
                <a:cxnLst>
                  <a:cxn ang="0">
                    <a:pos x="T0" y="T1"/>
                  </a:cxn>
                  <a:cxn ang="0">
                    <a:pos x="T2" y="T3"/>
                  </a:cxn>
                  <a:cxn ang="0">
                    <a:pos x="T4" y="T5"/>
                  </a:cxn>
                  <a:cxn ang="0">
                    <a:pos x="T6" y="T7"/>
                  </a:cxn>
                  <a:cxn ang="0">
                    <a:pos x="T8" y="T9"/>
                  </a:cxn>
                </a:cxnLst>
                <a:rect l="0" t="0" r="r" b="b"/>
                <a:pathLst>
                  <a:path w="1514" h="484">
                    <a:moveTo>
                      <a:pt x="1514" y="27"/>
                    </a:moveTo>
                    <a:lnTo>
                      <a:pt x="214" y="484"/>
                    </a:lnTo>
                    <a:lnTo>
                      <a:pt x="0" y="482"/>
                    </a:lnTo>
                    <a:lnTo>
                      <a:pt x="597" y="0"/>
                    </a:lnTo>
                    <a:lnTo>
                      <a:pt x="1514" y="27"/>
                    </a:lnTo>
                    <a:close/>
                  </a:path>
                </a:pathLst>
              </a:custGeom>
              <a:solidFill>
                <a:schemeClr val="accent3">
                  <a:lumMod val="75000"/>
                  <a:lumOff val="25000"/>
                  <a:alpha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2" name="Freeform 6"/>
              <p:cNvSpPr>
                <a:spLocks/>
              </p:cNvSpPr>
              <p:nvPr/>
            </p:nvSpPr>
            <p:spPr bwMode="auto">
              <a:xfrm>
                <a:off x="3733091" y="2168064"/>
                <a:ext cx="677647" cy="1536907"/>
              </a:xfrm>
              <a:custGeom>
                <a:avLst/>
                <a:gdLst>
                  <a:gd name="T0" fmla="*/ 597 w 597"/>
                  <a:gd name="T1" fmla="*/ 872 h 1354"/>
                  <a:gd name="T2" fmla="*/ 0 w 597"/>
                  <a:gd name="T3" fmla="*/ 1354 h 1354"/>
                  <a:gd name="T4" fmla="*/ 2 w 597"/>
                  <a:gd name="T5" fmla="*/ 1153 h 1354"/>
                  <a:gd name="T6" fmla="*/ 586 w 597"/>
                  <a:gd name="T7" fmla="*/ 0 h 1354"/>
                  <a:gd name="T8" fmla="*/ 597 w 597"/>
                  <a:gd name="T9" fmla="*/ 872 h 1354"/>
                </a:gdLst>
                <a:ahLst/>
                <a:cxnLst>
                  <a:cxn ang="0">
                    <a:pos x="T0" y="T1"/>
                  </a:cxn>
                  <a:cxn ang="0">
                    <a:pos x="T2" y="T3"/>
                  </a:cxn>
                  <a:cxn ang="0">
                    <a:pos x="T4" y="T5"/>
                  </a:cxn>
                  <a:cxn ang="0">
                    <a:pos x="T6" y="T7"/>
                  </a:cxn>
                  <a:cxn ang="0">
                    <a:pos x="T8" y="T9"/>
                  </a:cxn>
                </a:cxnLst>
                <a:rect l="0" t="0" r="r" b="b"/>
                <a:pathLst>
                  <a:path w="597" h="1354">
                    <a:moveTo>
                      <a:pt x="597" y="872"/>
                    </a:moveTo>
                    <a:lnTo>
                      <a:pt x="0" y="1354"/>
                    </a:lnTo>
                    <a:lnTo>
                      <a:pt x="2" y="1153"/>
                    </a:lnTo>
                    <a:lnTo>
                      <a:pt x="586" y="0"/>
                    </a:lnTo>
                    <a:lnTo>
                      <a:pt x="597" y="872"/>
                    </a:lnTo>
                    <a:close/>
                  </a:path>
                </a:pathLst>
              </a:custGeom>
              <a:solidFill>
                <a:schemeClr val="accent3">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3" name="Freeform 7"/>
              <p:cNvSpPr>
                <a:spLocks/>
              </p:cNvSpPr>
              <p:nvPr/>
            </p:nvSpPr>
            <p:spPr bwMode="auto">
              <a:xfrm>
                <a:off x="4393212" y="2170442"/>
                <a:ext cx="1054496" cy="1019308"/>
              </a:xfrm>
              <a:custGeom>
                <a:avLst/>
                <a:gdLst>
                  <a:gd name="T0" fmla="*/ 889 w 929"/>
                  <a:gd name="T1" fmla="*/ 61 h 898"/>
                  <a:gd name="T2" fmla="*/ 929 w 929"/>
                  <a:gd name="T3" fmla="*/ 898 h 898"/>
                  <a:gd name="T4" fmla="*/ 12 w 929"/>
                  <a:gd name="T5" fmla="*/ 872 h 898"/>
                  <a:gd name="T6" fmla="*/ 0 w 929"/>
                  <a:gd name="T7" fmla="*/ 0 h 898"/>
                  <a:gd name="T8" fmla="*/ 889 w 929"/>
                  <a:gd name="T9" fmla="*/ 61 h 898"/>
                </a:gdLst>
                <a:ahLst/>
                <a:cxnLst>
                  <a:cxn ang="0">
                    <a:pos x="T0" y="T1"/>
                  </a:cxn>
                  <a:cxn ang="0">
                    <a:pos x="T2" y="T3"/>
                  </a:cxn>
                  <a:cxn ang="0">
                    <a:pos x="T4" y="T5"/>
                  </a:cxn>
                  <a:cxn ang="0">
                    <a:pos x="T6" y="T7"/>
                  </a:cxn>
                  <a:cxn ang="0">
                    <a:pos x="T8" y="T9"/>
                  </a:cxn>
                </a:cxnLst>
                <a:rect l="0" t="0" r="r" b="b"/>
                <a:pathLst>
                  <a:path w="929" h="898">
                    <a:moveTo>
                      <a:pt x="889" y="61"/>
                    </a:moveTo>
                    <a:lnTo>
                      <a:pt x="929" y="898"/>
                    </a:lnTo>
                    <a:lnTo>
                      <a:pt x="12" y="872"/>
                    </a:lnTo>
                    <a:lnTo>
                      <a:pt x="0" y="0"/>
                    </a:lnTo>
                    <a:lnTo>
                      <a:pt x="889" y="61"/>
                    </a:lnTo>
                    <a:close/>
                  </a:path>
                </a:pathLst>
              </a:custGeom>
              <a:solidFill>
                <a:schemeClr val="accent3">
                  <a:alpha val="90000"/>
                </a:schemeClr>
              </a:solidFill>
              <a:ln w="9525">
                <a:noFill/>
                <a:round/>
                <a:headEnd/>
                <a:tailEnd/>
              </a:ln>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4" name="TextBox 23"/>
              <p:cNvSpPr txBox="1"/>
              <p:nvPr/>
            </p:nvSpPr>
            <p:spPr>
              <a:xfrm>
                <a:off x="4696210" y="2342496"/>
                <a:ext cx="401072" cy="707886"/>
              </a:xfrm>
              <a:prstGeom prst="rect">
                <a:avLst/>
              </a:prstGeom>
              <a:noFill/>
            </p:spPr>
            <p:txBody>
              <a:bodyPr wrap="none" rtlCol="0">
                <a:spAutoFit/>
              </a:bodyPr>
              <a:lstStyle/>
              <a:p>
                <a:r>
                  <a:rPr lang="en-US" sz="4000" b="1" dirty="0" smtClean="0">
                    <a:solidFill>
                      <a:prstClr val="white"/>
                    </a:solidFill>
                    <a:latin typeface="Roboto"/>
                    <a:ea typeface="Fira Sans SemiBold Italic" panose="00000700000000000000" pitchFamily="50" charset="0"/>
                    <a:cs typeface="Clear Sans" panose="020B0503030202020304" pitchFamily="34" charset="0"/>
                  </a:rPr>
                  <a:t>2</a:t>
                </a:r>
                <a:endParaRPr lang="en-US" sz="4000" b="1" dirty="0">
                  <a:solidFill>
                    <a:prstClr val="white"/>
                  </a:solidFill>
                  <a:latin typeface="Roboto"/>
                  <a:ea typeface="Fira Sans SemiBold Italic" panose="00000700000000000000" pitchFamily="50" charset="0"/>
                  <a:cs typeface="Clear Sans" panose="020B0503030202020304" pitchFamily="34" charset="0"/>
                </a:endParaRPr>
              </a:p>
            </p:txBody>
          </p:sp>
        </p:grpSp>
        <p:grpSp>
          <p:nvGrpSpPr>
            <p:cNvPr id="11" name="Group 10"/>
            <p:cNvGrpSpPr/>
            <p:nvPr/>
          </p:nvGrpSpPr>
          <p:grpSpPr>
            <a:xfrm flipH="1">
              <a:off x="71460" y="3826674"/>
              <a:ext cx="2022610" cy="1868326"/>
              <a:chOff x="3709890" y="4328269"/>
              <a:chExt cx="2022610" cy="1868326"/>
            </a:xfrm>
          </p:grpSpPr>
          <p:sp>
            <p:nvSpPr>
              <p:cNvPr id="17" name="Freeform 8"/>
              <p:cNvSpPr>
                <a:spLocks/>
              </p:cNvSpPr>
              <p:nvPr/>
            </p:nvSpPr>
            <p:spPr bwMode="auto">
              <a:xfrm>
                <a:off x="3713813" y="4331647"/>
                <a:ext cx="384795" cy="1864948"/>
              </a:xfrm>
              <a:custGeom>
                <a:avLst/>
                <a:gdLst>
                  <a:gd name="T0" fmla="*/ 330 w 339"/>
                  <a:gd name="T1" fmla="*/ 1643 h 1643"/>
                  <a:gd name="T2" fmla="*/ 2 w 339"/>
                  <a:gd name="T3" fmla="*/ 201 h 1643"/>
                  <a:gd name="T4" fmla="*/ 0 w 339"/>
                  <a:gd name="T5" fmla="*/ 0 h 1643"/>
                  <a:gd name="T6" fmla="*/ 339 w 339"/>
                  <a:gd name="T7" fmla="*/ 263 h 1643"/>
                  <a:gd name="T8" fmla="*/ 330 w 339"/>
                  <a:gd name="T9" fmla="*/ 1643 h 1643"/>
                </a:gdLst>
                <a:ahLst/>
                <a:cxnLst>
                  <a:cxn ang="0">
                    <a:pos x="T0" y="T1"/>
                  </a:cxn>
                  <a:cxn ang="0">
                    <a:pos x="T2" y="T3"/>
                  </a:cxn>
                  <a:cxn ang="0">
                    <a:pos x="T4" y="T5"/>
                  </a:cxn>
                  <a:cxn ang="0">
                    <a:pos x="T6" y="T7"/>
                  </a:cxn>
                  <a:cxn ang="0">
                    <a:pos x="T8" y="T9"/>
                  </a:cxn>
                </a:cxnLst>
                <a:rect l="0" t="0" r="r" b="b"/>
                <a:pathLst>
                  <a:path w="339" h="1643">
                    <a:moveTo>
                      <a:pt x="330" y="1643"/>
                    </a:moveTo>
                    <a:lnTo>
                      <a:pt x="2" y="201"/>
                    </a:lnTo>
                    <a:lnTo>
                      <a:pt x="0" y="0"/>
                    </a:lnTo>
                    <a:lnTo>
                      <a:pt x="339" y="263"/>
                    </a:lnTo>
                    <a:lnTo>
                      <a:pt x="330" y="1643"/>
                    </a:ln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18" name="Freeform 9"/>
              <p:cNvSpPr>
                <a:spLocks/>
              </p:cNvSpPr>
              <p:nvPr/>
            </p:nvSpPr>
            <p:spPr bwMode="auto">
              <a:xfrm>
                <a:off x="3709890" y="4328269"/>
                <a:ext cx="2019320" cy="300798"/>
              </a:xfrm>
              <a:custGeom>
                <a:avLst/>
                <a:gdLst>
                  <a:gd name="T0" fmla="*/ 339 w 1779"/>
                  <a:gd name="T1" fmla="*/ 265 h 265"/>
                  <a:gd name="T2" fmla="*/ 0 w 1779"/>
                  <a:gd name="T3" fmla="*/ 2 h 265"/>
                  <a:gd name="T4" fmla="*/ 215 w 1779"/>
                  <a:gd name="T5" fmla="*/ 0 h 265"/>
                  <a:gd name="T6" fmla="*/ 1779 w 1779"/>
                  <a:gd name="T7" fmla="*/ 233 h 265"/>
                  <a:gd name="T8" fmla="*/ 339 w 1779"/>
                  <a:gd name="T9" fmla="*/ 265 h 265"/>
                </a:gdLst>
                <a:ahLst/>
                <a:cxnLst>
                  <a:cxn ang="0">
                    <a:pos x="T0" y="T1"/>
                  </a:cxn>
                  <a:cxn ang="0">
                    <a:pos x="T2" y="T3"/>
                  </a:cxn>
                  <a:cxn ang="0">
                    <a:pos x="T4" y="T5"/>
                  </a:cxn>
                  <a:cxn ang="0">
                    <a:pos x="T6" y="T7"/>
                  </a:cxn>
                  <a:cxn ang="0">
                    <a:pos x="T8" y="T9"/>
                  </a:cxn>
                </a:cxnLst>
                <a:rect l="0" t="0" r="r" b="b"/>
                <a:pathLst>
                  <a:path w="1779" h="265">
                    <a:moveTo>
                      <a:pt x="339" y="265"/>
                    </a:moveTo>
                    <a:lnTo>
                      <a:pt x="0" y="2"/>
                    </a:lnTo>
                    <a:lnTo>
                      <a:pt x="215" y="0"/>
                    </a:lnTo>
                    <a:lnTo>
                      <a:pt x="1779" y="233"/>
                    </a:lnTo>
                    <a:lnTo>
                      <a:pt x="339" y="265"/>
                    </a:lnTo>
                    <a:close/>
                  </a:path>
                </a:pathLst>
              </a:custGeom>
              <a:solidFill>
                <a:schemeClr val="accent4">
                  <a:lumMod val="75000"/>
                  <a:alpha val="8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19" name="Freeform 10"/>
              <p:cNvSpPr>
                <a:spLocks/>
              </p:cNvSpPr>
              <p:nvPr/>
            </p:nvSpPr>
            <p:spPr bwMode="auto">
              <a:xfrm>
                <a:off x="4083333" y="4590448"/>
                <a:ext cx="1649167" cy="1606146"/>
              </a:xfrm>
              <a:custGeom>
                <a:avLst/>
                <a:gdLst>
                  <a:gd name="T0" fmla="*/ 1450 w 1450"/>
                  <a:gd name="T1" fmla="*/ 0 h 1412"/>
                  <a:gd name="T2" fmla="*/ 1328 w 1450"/>
                  <a:gd name="T3" fmla="*/ 1250 h 1412"/>
                  <a:gd name="T4" fmla="*/ 0 w 1450"/>
                  <a:gd name="T5" fmla="*/ 1412 h 1412"/>
                  <a:gd name="T6" fmla="*/ 10 w 1450"/>
                  <a:gd name="T7" fmla="*/ 32 h 1412"/>
                  <a:gd name="T8" fmla="*/ 1450 w 1450"/>
                  <a:gd name="T9" fmla="*/ 0 h 1412"/>
                  <a:gd name="connsiteX0" fmla="*/ 10000 w 10000"/>
                  <a:gd name="connsiteY0" fmla="*/ 173 h 9773"/>
                  <a:gd name="connsiteX1" fmla="*/ 9159 w 10000"/>
                  <a:gd name="connsiteY1" fmla="*/ 8626 h 9773"/>
                  <a:gd name="connsiteX2" fmla="*/ 0 w 10000"/>
                  <a:gd name="connsiteY2" fmla="*/ 9773 h 9773"/>
                  <a:gd name="connsiteX3" fmla="*/ 69 w 10000"/>
                  <a:gd name="connsiteY3" fmla="*/ 0 h 9773"/>
                  <a:gd name="connsiteX4" fmla="*/ 10000 w 10000"/>
                  <a:gd name="connsiteY4" fmla="*/ 173 h 9773"/>
                  <a:gd name="connsiteX0" fmla="*/ 10020 w 10020"/>
                  <a:gd name="connsiteY0" fmla="*/ 0 h 10254"/>
                  <a:gd name="connsiteX1" fmla="*/ 9159 w 10020"/>
                  <a:gd name="connsiteY1" fmla="*/ 9080 h 10254"/>
                  <a:gd name="connsiteX2" fmla="*/ 0 w 10020"/>
                  <a:gd name="connsiteY2" fmla="*/ 10254 h 10254"/>
                  <a:gd name="connsiteX3" fmla="*/ 69 w 10020"/>
                  <a:gd name="connsiteY3" fmla="*/ 254 h 10254"/>
                  <a:gd name="connsiteX4" fmla="*/ 10020 w 10020"/>
                  <a:gd name="connsiteY4" fmla="*/ 0 h 10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20" h="10254">
                    <a:moveTo>
                      <a:pt x="10020" y="0"/>
                    </a:moveTo>
                    <a:cubicBezTo>
                      <a:pt x="9740" y="2883"/>
                      <a:pt x="9439" y="6197"/>
                      <a:pt x="9159" y="9080"/>
                    </a:cubicBezTo>
                    <a:lnTo>
                      <a:pt x="0" y="10254"/>
                    </a:lnTo>
                    <a:cubicBezTo>
                      <a:pt x="23" y="6920"/>
                      <a:pt x="46" y="3588"/>
                      <a:pt x="69" y="254"/>
                    </a:cubicBezTo>
                    <a:lnTo>
                      <a:pt x="10020" y="0"/>
                    </a:lnTo>
                    <a:close/>
                  </a:path>
                </a:pathLst>
              </a:custGeom>
              <a:solidFill>
                <a:schemeClr val="accent4">
                  <a:alpha val="8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20" name="TextBox 19"/>
              <p:cNvSpPr txBox="1"/>
              <p:nvPr/>
            </p:nvSpPr>
            <p:spPr>
              <a:xfrm>
                <a:off x="4653346" y="4854571"/>
                <a:ext cx="478016" cy="923330"/>
              </a:xfrm>
              <a:prstGeom prst="rect">
                <a:avLst/>
              </a:prstGeom>
              <a:noFill/>
            </p:spPr>
            <p:txBody>
              <a:bodyPr wrap="none" rtlCol="0">
                <a:spAutoFit/>
              </a:bodyPr>
              <a:lstStyle/>
              <a:p>
                <a:r>
                  <a:rPr lang="en-US" sz="5400" b="1" dirty="0" smtClean="0">
                    <a:solidFill>
                      <a:prstClr val="white"/>
                    </a:solidFill>
                    <a:latin typeface="Roboto"/>
                    <a:ea typeface="Fira Sans SemiBold Italic" panose="00000700000000000000" pitchFamily="50" charset="0"/>
                    <a:cs typeface="Clear Sans" panose="020B0503030202020304" pitchFamily="34" charset="0"/>
                  </a:rPr>
                  <a:t>3</a:t>
                </a:r>
                <a:endParaRPr lang="en-US" sz="5400" b="1" dirty="0">
                  <a:solidFill>
                    <a:prstClr val="white"/>
                  </a:solidFill>
                  <a:latin typeface="Roboto"/>
                  <a:ea typeface="Fira Sans SemiBold Italic" panose="00000700000000000000" pitchFamily="50" charset="0"/>
                  <a:cs typeface="Clear Sans" panose="020B0503030202020304" pitchFamily="34" charset="0"/>
                </a:endParaRPr>
              </a:p>
            </p:txBody>
          </p:sp>
        </p:grpSp>
        <p:grpSp>
          <p:nvGrpSpPr>
            <p:cNvPr id="12" name="Group 11"/>
            <p:cNvGrpSpPr/>
            <p:nvPr/>
          </p:nvGrpSpPr>
          <p:grpSpPr>
            <a:xfrm flipH="1">
              <a:off x="2621885" y="3820971"/>
              <a:ext cx="1239515" cy="1057901"/>
              <a:chOff x="1942560" y="4322566"/>
              <a:chExt cx="1239515" cy="1057901"/>
            </a:xfrm>
          </p:grpSpPr>
          <p:sp>
            <p:nvSpPr>
              <p:cNvPr id="13" name="Freeform 14"/>
              <p:cNvSpPr>
                <a:spLocks/>
              </p:cNvSpPr>
              <p:nvPr/>
            </p:nvSpPr>
            <p:spPr bwMode="auto">
              <a:xfrm>
                <a:off x="2811536" y="4322566"/>
                <a:ext cx="370038" cy="1057901"/>
              </a:xfrm>
              <a:custGeom>
                <a:avLst/>
                <a:gdLst>
                  <a:gd name="T0" fmla="*/ 0 w 326"/>
                  <a:gd name="T1" fmla="*/ 203 h 932"/>
                  <a:gd name="T2" fmla="*/ 326 w 326"/>
                  <a:gd name="T3" fmla="*/ 0 h 932"/>
                  <a:gd name="T4" fmla="*/ 324 w 326"/>
                  <a:gd name="T5" fmla="*/ 205 h 932"/>
                  <a:gd name="T6" fmla="*/ 0 w 326"/>
                  <a:gd name="T7" fmla="*/ 932 h 932"/>
                  <a:gd name="T8" fmla="*/ 0 w 326"/>
                  <a:gd name="T9" fmla="*/ 203 h 932"/>
                </a:gdLst>
                <a:ahLst/>
                <a:cxnLst>
                  <a:cxn ang="0">
                    <a:pos x="T0" y="T1"/>
                  </a:cxn>
                  <a:cxn ang="0">
                    <a:pos x="T2" y="T3"/>
                  </a:cxn>
                  <a:cxn ang="0">
                    <a:pos x="T4" y="T5"/>
                  </a:cxn>
                  <a:cxn ang="0">
                    <a:pos x="T6" y="T7"/>
                  </a:cxn>
                  <a:cxn ang="0">
                    <a:pos x="T8" y="T9"/>
                  </a:cxn>
                </a:cxnLst>
                <a:rect l="0" t="0" r="r" b="b"/>
                <a:pathLst>
                  <a:path w="326" h="932">
                    <a:moveTo>
                      <a:pt x="0" y="203"/>
                    </a:moveTo>
                    <a:lnTo>
                      <a:pt x="326" y="0"/>
                    </a:lnTo>
                    <a:lnTo>
                      <a:pt x="324" y="205"/>
                    </a:lnTo>
                    <a:lnTo>
                      <a:pt x="0" y="932"/>
                    </a:lnTo>
                    <a:lnTo>
                      <a:pt x="0" y="203"/>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14" name="Freeform 15"/>
              <p:cNvSpPr>
                <a:spLocks/>
              </p:cNvSpPr>
              <p:nvPr/>
            </p:nvSpPr>
            <p:spPr bwMode="auto">
              <a:xfrm>
                <a:off x="1942560" y="4325230"/>
                <a:ext cx="1239515" cy="230423"/>
              </a:xfrm>
              <a:custGeom>
                <a:avLst/>
                <a:gdLst>
                  <a:gd name="T0" fmla="*/ 0 w 1092"/>
                  <a:gd name="T1" fmla="*/ 190 h 203"/>
                  <a:gd name="T2" fmla="*/ 875 w 1092"/>
                  <a:gd name="T3" fmla="*/ 0 h 203"/>
                  <a:gd name="T4" fmla="*/ 1092 w 1092"/>
                  <a:gd name="T5" fmla="*/ 0 h 203"/>
                  <a:gd name="T6" fmla="*/ 766 w 1092"/>
                  <a:gd name="T7" fmla="*/ 203 h 203"/>
                  <a:gd name="T8" fmla="*/ 0 w 1092"/>
                  <a:gd name="T9" fmla="*/ 190 h 203"/>
                </a:gdLst>
                <a:ahLst/>
                <a:cxnLst>
                  <a:cxn ang="0">
                    <a:pos x="T0" y="T1"/>
                  </a:cxn>
                  <a:cxn ang="0">
                    <a:pos x="T2" y="T3"/>
                  </a:cxn>
                  <a:cxn ang="0">
                    <a:pos x="T4" y="T5"/>
                  </a:cxn>
                  <a:cxn ang="0">
                    <a:pos x="T6" y="T7"/>
                  </a:cxn>
                  <a:cxn ang="0">
                    <a:pos x="T8" y="T9"/>
                  </a:cxn>
                </a:cxnLst>
                <a:rect l="0" t="0" r="r" b="b"/>
                <a:pathLst>
                  <a:path w="1092" h="203">
                    <a:moveTo>
                      <a:pt x="0" y="190"/>
                    </a:moveTo>
                    <a:lnTo>
                      <a:pt x="875" y="0"/>
                    </a:lnTo>
                    <a:lnTo>
                      <a:pt x="1092" y="0"/>
                    </a:lnTo>
                    <a:lnTo>
                      <a:pt x="766" y="203"/>
                    </a:lnTo>
                    <a:lnTo>
                      <a:pt x="0" y="190"/>
                    </a:lnTo>
                    <a:close/>
                  </a:path>
                </a:pathLst>
              </a:custGeom>
              <a:solidFill>
                <a:schemeClr val="accent2">
                  <a:lumMod val="75000"/>
                  <a:alpha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15" name="Freeform 16"/>
              <p:cNvSpPr>
                <a:spLocks/>
              </p:cNvSpPr>
              <p:nvPr/>
            </p:nvSpPr>
            <p:spPr bwMode="auto">
              <a:xfrm>
                <a:off x="1942560" y="4538233"/>
                <a:ext cx="869476" cy="842234"/>
              </a:xfrm>
              <a:custGeom>
                <a:avLst/>
                <a:gdLst>
                  <a:gd name="T0" fmla="*/ 766 w 766"/>
                  <a:gd name="T1" fmla="*/ 13 h 742"/>
                  <a:gd name="T2" fmla="*/ 766 w 766"/>
                  <a:gd name="T3" fmla="*/ 742 h 742"/>
                  <a:gd name="T4" fmla="*/ 21 w 766"/>
                  <a:gd name="T5" fmla="*/ 702 h 742"/>
                  <a:gd name="T6" fmla="*/ 0 w 766"/>
                  <a:gd name="T7" fmla="*/ 0 h 742"/>
                  <a:gd name="T8" fmla="*/ 766 w 766"/>
                  <a:gd name="T9" fmla="*/ 13 h 742"/>
                </a:gdLst>
                <a:ahLst/>
                <a:cxnLst>
                  <a:cxn ang="0">
                    <a:pos x="T0" y="T1"/>
                  </a:cxn>
                  <a:cxn ang="0">
                    <a:pos x="T2" y="T3"/>
                  </a:cxn>
                  <a:cxn ang="0">
                    <a:pos x="T4" y="T5"/>
                  </a:cxn>
                  <a:cxn ang="0">
                    <a:pos x="T6" y="T7"/>
                  </a:cxn>
                  <a:cxn ang="0">
                    <a:pos x="T8" y="T9"/>
                  </a:cxn>
                </a:cxnLst>
                <a:rect l="0" t="0" r="r" b="b"/>
                <a:pathLst>
                  <a:path w="766" h="742">
                    <a:moveTo>
                      <a:pt x="766" y="13"/>
                    </a:moveTo>
                    <a:lnTo>
                      <a:pt x="766" y="742"/>
                    </a:lnTo>
                    <a:lnTo>
                      <a:pt x="21" y="702"/>
                    </a:lnTo>
                    <a:lnTo>
                      <a:pt x="0" y="0"/>
                    </a:lnTo>
                    <a:lnTo>
                      <a:pt x="766" y="13"/>
                    </a:lnTo>
                    <a:close/>
                  </a:path>
                </a:pathLst>
              </a:custGeom>
              <a:solidFill>
                <a:schemeClr val="accent2">
                  <a:alpha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16" name="TextBox 15"/>
              <p:cNvSpPr txBox="1"/>
              <p:nvPr/>
            </p:nvSpPr>
            <p:spPr>
              <a:xfrm>
                <a:off x="2093194" y="4567043"/>
                <a:ext cx="401072" cy="707886"/>
              </a:xfrm>
              <a:prstGeom prst="rect">
                <a:avLst/>
              </a:prstGeom>
              <a:noFill/>
            </p:spPr>
            <p:txBody>
              <a:bodyPr wrap="none" rtlCol="0">
                <a:spAutoFit/>
              </a:bodyPr>
              <a:lstStyle/>
              <a:p>
                <a:r>
                  <a:rPr lang="en-US" sz="4000" b="1" dirty="0" smtClean="0">
                    <a:solidFill>
                      <a:prstClr val="white"/>
                    </a:solidFill>
                    <a:latin typeface="Roboto"/>
                    <a:ea typeface="Fira Sans SemiBold Italic" panose="00000700000000000000" pitchFamily="50" charset="0"/>
                    <a:cs typeface="Clear Sans" panose="020B0503030202020304" pitchFamily="34" charset="0"/>
                  </a:rPr>
                  <a:t>4</a:t>
                </a:r>
                <a:endParaRPr lang="en-US" sz="4000" b="1" dirty="0">
                  <a:solidFill>
                    <a:prstClr val="white"/>
                  </a:solidFill>
                  <a:latin typeface="Roboto"/>
                  <a:ea typeface="Fira Sans SemiBold Italic" panose="00000700000000000000" pitchFamily="50" charset="0"/>
                  <a:cs typeface="Clear Sans" panose="020B0503030202020304" pitchFamily="34" charset="0"/>
                </a:endParaRPr>
              </a:p>
            </p:txBody>
          </p:sp>
        </p:grpSp>
      </p:grpSp>
      <p:sp>
        <p:nvSpPr>
          <p:cNvPr id="30" name="Text Placeholder 60"/>
          <p:cNvSpPr txBox="1">
            <a:spLocks/>
          </p:cNvSpPr>
          <p:nvPr/>
        </p:nvSpPr>
        <p:spPr>
          <a:xfrm>
            <a:off x="8788281" y="1980666"/>
            <a:ext cx="2924294" cy="989983"/>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smtClean="0">
                <a:latin typeface="Roboto"/>
                <a:cs typeface="Simplified Arabic" panose="02020603050405020304" pitchFamily="18" charset="-78"/>
              </a:rPr>
              <a:t>السلاسة </a:t>
            </a:r>
            <a:r>
              <a:rPr lang="ar-SA" sz="3200" b="1" dirty="0">
                <a:latin typeface="Roboto"/>
                <a:cs typeface="Simplified Arabic" panose="02020603050405020304" pitchFamily="18" charset="-78"/>
              </a:rPr>
              <a:t>والبساطة في اختيار الألوان.</a:t>
            </a:r>
            <a:endParaRPr lang="en-AU" sz="3200" b="1" dirty="0">
              <a:latin typeface="Roboto"/>
            </a:endParaRPr>
          </a:p>
        </p:txBody>
      </p:sp>
      <p:sp>
        <p:nvSpPr>
          <p:cNvPr id="33" name="Text Placeholder 60"/>
          <p:cNvSpPr txBox="1">
            <a:spLocks/>
          </p:cNvSpPr>
          <p:nvPr/>
        </p:nvSpPr>
        <p:spPr>
          <a:xfrm>
            <a:off x="8248510" y="5181988"/>
            <a:ext cx="3456109" cy="1052260"/>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smtClean="0">
                <a:latin typeface="Roboto"/>
                <a:cs typeface="Simplified Arabic" panose="02020603050405020304" pitchFamily="18" charset="-78"/>
              </a:rPr>
              <a:t>البساطة </a:t>
            </a:r>
            <a:r>
              <a:rPr lang="ar-SA" sz="3200" b="1" dirty="0">
                <a:latin typeface="Roboto"/>
                <a:cs typeface="Simplified Arabic" panose="02020603050405020304" pitchFamily="18" charset="-78"/>
              </a:rPr>
              <a:t>وتجنب الحشو</a:t>
            </a:r>
            <a:endParaRPr lang="en-AU" sz="3200" b="1" dirty="0">
              <a:latin typeface="Roboto"/>
            </a:endParaRPr>
          </a:p>
        </p:txBody>
      </p:sp>
      <p:sp>
        <p:nvSpPr>
          <p:cNvPr id="36" name="Text Placeholder 60"/>
          <p:cNvSpPr txBox="1">
            <a:spLocks/>
          </p:cNvSpPr>
          <p:nvPr/>
        </p:nvSpPr>
        <p:spPr>
          <a:xfrm>
            <a:off x="276448" y="4717799"/>
            <a:ext cx="3308720" cy="1673846"/>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smtClean="0">
                <a:latin typeface="Roboto"/>
                <a:cs typeface="Simplified Arabic" panose="02020603050405020304" pitchFamily="18" charset="-78"/>
              </a:rPr>
              <a:t>بناء </a:t>
            </a:r>
            <a:r>
              <a:rPr lang="ar-SA" sz="3200" b="1" dirty="0">
                <a:latin typeface="Roboto"/>
                <a:cs typeface="Simplified Arabic" panose="02020603050405020304" pitchFamily="18" charset="-78"/>
              </a:rPr>
              <a:t>قاعدة بيانات وتجميع معلومات في برنامج قواعد بيانات مثل الإكسل</a:t>
            </a:r>
            <a:endParaRPr lang="en-AU" sz="3200" b="1" dirty="0">
              <a:latin typeface="Roboto"/>
            </a:endParaRPr>
          </a:p>
        </p:txBody>
      </p:sp>
      <p:sp>
        <p:nvSpPr>
          <p:cNvPr id="39" name="Text Placeholder 60"/>
          <p:cNvSpPr txBox="1">
            <a:spLocks/>
          </p:cNvSpPr>
          <p:nvPr/>
        </p:nvSpPr>
        <p:spPr>
          <a:xfrm>
            <a:off x="479426" y="2075531"/>
            <a:ext cx="3541392" cy="2047616"/>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fontAlgn="auto">
              <a:spcAft>
                <a:spcPts val="0"/>
              </a:spcAft>
            </a:pPr>
            <a:r>
              <a:rPr lang="ar-SA" sz="3200" b="1" dirty="0" smtClean="0">
                <a:latin typeface="Roboto"/>
                <a:cs typeface="Simplified Arabic" panose="02020603050405020304" pitchFamily="18" charset="-78"/>
              </a:rPr>
              <a:t>اعتماد </a:t>
            </a:r>
            <a:r>
              <a:rPr lang="ar-SA" sz="3200" b="1" dirty="0">
                <a:latin typeface="Roboto"/>
                <a:cs typeface="Simplified Arabic" panose="02020603050405020304" pitchFamily="18" charset="-78"/>
              </a:rPr>
              <a:t>التسلسل والنمطية في سرد </a:t>
            </a:r>
            <a:r>
              <a:rPr lang="ar-SA" sz="3200" b="1" dirty="0" smtClean="0">
                <a:latin typeface="Roboto"/>
                <a:cs typeface="Simplified Arabic" panose="02020603050405020304" pitchFamily="18" charset="-78"/>
              </a:rPr>
              <a:t>المعلومات</a:t>
            </a:r>
            <a:endParaRPr lang="en-US" sz="3200" b="1" dirty="0">
              <a:latin typeface="Roboto"/>
            </a:endParaRPr>
          </a:p>
          <a:p>
            <a:pPr algn="ctr" rtl="1" fontAlgn="auto">
              <a:spcAft>
                <a:spcPts val="0"/>
              </a:spcAft>
            </a:pPr>
            <a:r>
              <a:rPr lang="ar-SA" sz="3200" b="1" dirty="0" smtClean="0">
                <a:latin typeface="Roboto"/>
                <a:cs typeface="Simplified Arabic" panose="02020603050405020304" pitchFamily="18" charset="-78"/>
              </a:rPr>
              <a:t> </a:t>
            </a:r>
            <a:r>
              <a:rPr lang="ar-SA" sz="3200" b="1" dirty="0">
                <a:latin typeface="Roboto"/>
                <a:cs typeface="Simplified Arabic" panose="02020603050405020304" pitchFamily="18" charset="-78"/>
              </a:rPr>
              <a:t>(أفقي – دائري – مربع – هرمي).</a:t>
            </a:r>
            <a:endParaRPr lang="en-AU" sz="3200" b="1" dirty="0">
              <a:latin typeface="Roboto"/>
            </a:endParaRPr>
          </a:p>
        </p:txBody>
      </p:sp>
      <p:sp>
        <p:nvSpPr>
          <p:cNvPr id="35" name="Text Placeholder 5"/>
          <p:cNvSpPr txBox="1">
            <a:spLocks/>
          </p:cNvSpPr>
          <p:nvPr/>
        </p:nvSpPr>
        <p:spPr>
          <a:xfrm>
            <a:off x="1122218" y="237021"/>
            <a:ext cx="10448275" cy="642938"/>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4400" kern="1200">
                <a:solidFill>
                  <a:schemeClr val="tx1">
                    <a:lumMod val="85000"/>
                    <a:lumOff val="15000"/>
                  </a:schemeClr>
                </a:solidFill>
                <a:latin typeface="Lato Medium"/>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1"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ar-SA" sz="4400" b="1" i="0" u="sng" strike="noStrike" kern="1200" cap="none" spc="0" normalizeH="0" baseline="0" noProof="0" dirty="0" smtClean="0">
                <a:ln>
                  <a:noFill/>
                </a:ln>
                <a:solidFill>
                  <a:srgbClr val="4472C4"/>
                </a:solidFill>
                <a:effectLst/>
                <a:uLnTx/>
                <a:uFillTx/>
                <a:latin typeface="Lato Medium"/>
                <a:ea typeface="+mn-ea"/>
                <a:cs typeface="Simplified Arabic" panose="02020603050405020304" pitchFamily="18" charset="-78"/>
              </a:rPr>
              <a:t>3-	مبادئ الانفوجرافيك وأدواته</a:t>
            </a:r>
            <a:endParaRPr kumimoji="0" lang="en-US" sz="4400" b="0" i="0" u="sng" strike="noStrike" kern="1200" cap="none" spc="0" normalizeH="0" baseline="0" noProof="0" dirty="0">
              <a:ln>
                <a:noFill/>
              </a:ln>
              <a:solidFill>
                <a:srgbClr val="4472C4"/>
              </a:solidFill>
              <a:effectLst/>
              <a:uLnTx/>
              <a:uFillTx/>
              <a:latin typeface="Lato Medium"/>
              <a:ea typeface="+mn-ea"/>
              <a:cs typeface="+mn-cs"/>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13593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p:cNvSpPr>
            <a:spLocks noGrp="1"/>
          </p:cNvSpPr>
          <p:nvPr>
            <p:ph type="title"/>
          </p:nvPr>
        </p:nvSpPr>
        <p:spPr>
          <a:xfrm>
            <a:off x="453572" y="458210"/>
            <a:ext cx="11233150" cy="405130"/>
          </a:xfrm>
        </p:spPr>
        <p:txBody>
          <a:bodyPr>
            <a:normAutofit fontScale="90000"/>
          </a:bodyPr>
          <a:lstStyle/>
          <a:p>
            <a:pPr algn="r" rtl="1"/>
            <a:r>
              <a:rPr lang="ar-SA" u="sng" dirty="0">
                <a:solidFill>
                  <a:srgbClr val="4472C4"/>
                </a:solidFill>
              </a:rPr>
              <a:t> 4 -	  أنواع الانفوجرافيك</a:t>
            </a:r>
          </a:p>
        </p:txBody>
      </p:sp>
      <p:grpSp>
        <p:nvGrpSpPr>
          <p:cNvPr id="9" name="Group 8"/>
          <p:cNvGrpSpPr/>
          <p:nvPr/>
        </p:nvGrpSpPr>
        <p:grpSpPr>
          <a:xfrm flipH="1">
            <a:off x="231145" y="3262732"/>
            <a:ext cx="2721898" cy="3595268"/>
            <a:chOff x="2974345" y="2570582"/>
            <a:chExt cx="2721898" cy="3595268"/>
          </a:xfrm>
        </p:grpSpPr>
        <p:sp>
          <p:nvSpPr>
            <p:cNvPr id="5" name="Freeform 4"/>
            <p:cNvSpPr>
              <a:spLocks/>
            </p:cNvSpPr>
            <p:nvPr/>
          </p:nvSpPr>
          <p:spPr bwMode="auto">
            <a:xfrm>
              <a:off x="3787396" y="5321383"/>
              <a:ext cx="1908847" cy="844467"/>
            </a:xfrm>
            <a:custGeom>
              <a:avLst/>
              <a:gdLst>
                <a:gd name="T0" fmla="*/ 465 w 641"/>
                <a:gd name="T1" fmla="*/ 0 h 284"/>
                <a:gd name="T2" fmla="*/ 641 w 641"/>
                <a:gd name="T3" fmla="*/ 284 h 284"/>
                <a:gd name="T4" fmla="*/ 4 w 641"/>
                <a:gd name="T5" fmla="*/ 284 h 284"/>
                <a:gd name="T6" fmla="*/ 37 w 641"/>
                <a:gd name="T7" fmla="*/ 70 h 284"/>
                <a:gd name="T8" fmla="*/ 0 w 641"/>
                <a:gd name="T9" fmla="*/ 0 h 284"/>
                <a:gd name="T10" fmla="*/ 465 w 641"/>
                <a:gd name="T11" fmla="*/ 0 h 284"/>
              </a:gdLst>
              <a:ahLst/>
              <a:cxnLst>
                <a:cxn ang="0">
                  <a:pos x="T0" y="T1"/>
                </a:cxn>
                <a:cxn ang="0">
                  <a:pos x="T2" y="T3"/>
                </a:cxn>
                <a:cxn ang="0">
                  <a:pos x="T4" y="T5"/>
                </a:cxn>
                <a:cxn ang="0">
                  <a:pos x="T6" y="T7"/>
                </a:cxn>
                <a:cxn ang="0">
                  <a:pos x="T8" y="T9"/>
                </a:cxn>
                <a:cxn ang="0">
                  <a:pos x="T10" y="T11"/>
                </a:cxn>
              </a:cxnLst>
              <a:rect l="0" t="0" r="r" b="b"/>
              <a:pathLst>
                <a:path w="641" h="284">
                  <a:moveTo>
                    <a:pt x="465" y="0"/>
                  </a:moveTo>
                  <a:cubicBezTo>
                    <a:pt x="511" y="135"/>
                    <a:pt x="613" y="217"/>
                    <a:pt x="641" y="284"/>
                  </a:cubicBezTo>
                  <a:cubicBezTo>
                    <a:pt x="4" y="284"/>
                    <a:pt x="4" y="284"/>
                    <a:pt x="4" y="284"/>
                  </a:cubicBezTo>
                  <a:cubicBezTo>
                    <a:pt x="23" y="214"/>
                    <a:pt x="63" y="151"/>
                    <a:pt x="37" y="70"/>
                  </a:cubicBezTo>
                  <a:cubicBezTo>
                    <a:pt x="28" y="40"/>
                    <a:pt x="15" y="17"/>
                    <a:pt x="0" y="0"/>
                  </a:cubicBezTo>
                  <a:lnTo>
                    <a:pt x="465"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 name="Freeform 5"/>
            <p:cNvSpPr>
              <a:spLocks/>
            </p:cNvSpPr>
            <p:nvPr/>
          </p:nvSpPr>
          <p:spPr bwMode="auto">
            <a:xfrm>
              <a:off x="3233215" y="2570582"/>
              <a:ext cx="2236832" cy="1050557"/>
            </a:xfrm>
            <a:custGeom>
              <a:avLst/>
              <a:gdLst>
                <a:gd name="T0" fmla="*/ 0 w 751"/>
                <a:gd name="T1" fmla="*/ 353 h 353"/>
                <a:gd name="T2" fmla="*/ 57 w 751"/>
                <a:gd name="T3" fmla="*/ 201 h 353"/>
                <a:gd name="T4" fmla="*/ 680 w 751"/>
                <a:gd name="T5" fmla="*/ 150 h 353"/>
                <a:gd name="T6" fmla="*/ 751 w 751"/>
                <a:gd name="T7" fmla="*/ 353 h 353"/>
                <a:gd name="T8" fmla="*/ 0 w 751"/>
                <a:gd name="T9" fmla="*/ 353 h 353"/>
              </a:gdLst>
              <a:ahLst/>
              <a:cxnLst>
                <a:cxn ang="0">
                  <a:pos x="T0" y="T1"/>
                </a:cxn>
                <a:cxn ang="0">
                  <a:pos x="T2" y="T3"/>
                </a:cxn>
                <a:cxn ang="0">
                  <a:pos x="T4" y="T5"/>
                </a:cxn>
                <a:cxn ang="0">
                  <a:pos x="T6" y="T7"/>
                </a:cxn>
                <a:cxn ang="0">
                  <a:pos x="T8" y="T9"/>
                </a:cxn>
              </a:cxnLst>
              <a:rect l="0" t="0" r="r" b="b"/>
              <a:pathLst>
                <a:path w="751" h="353">
                  <a:moveTo>
                    <a:pt x="0" y="353"/>
                  </a:moveTo>
                  <a:cubicBezTo>
                    <a:pt x="14" y="313"/>
                    <a:pt x="20" y="305"/>
                    <a:pt x="57" y="201"/>
                  </a:cubicBezTo>
                  <a:cubicBezTo>
                    <a:pt x="126" y="10"/>
                    <a:pt x="558" y="0"/>
                    <a:pt x="680" y="150"/>
                  </a:cubicBezTo>
                  <a:cubicBezTo>
                    <a:pt x="730" y="213"/>
                    <a:pt x="751" y="284"/>
                    <a:pt x="751" y="353"/>
                  </a:cubicBezTo>
                  <a:lnTo>
                    <a:pt x="0" y="35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7" name="Freeform 6"/>
            <p:cNvSpPr>
              <a:spLocks/>
            </p:cNvSpPr>
            <p:nvPr/>
          </p:nvSpPr>
          <p:spPr bwMode="auto">
            <a:xfrm>
              <a:off x="2974345" y="3618626"/>
              <a:ext cx="2499471" cy="854520"/>
            </a:xfrm>
            <a:custGeom>
              <a:avLst/>
              <a:gdLst>
                <a:gd name="T0" fmla="*/ 77 w 839"/>
                <a:gd name="T1" fmla="*/ 287 h 287"/>
                <a:gd name="T2" fmla="*/ 71 w 839"/>
                <a:gd name="T3" fmla="*/ 275 h 287"/>
                <a:gd name="T4" fmla="*/ 42 w 839"/>
                <a:gd name="T5" fmla="*/ 261 h 287"/>
                <a:gd name="T6" fmla="*/ 13 w 839"/>
                <a:gd name="T7" fmla="*/ 219 h 287"/>
                <a:gd name="T8" fmla="*/ 51 w 839"/>
                <a:gd name="T9" fmla="*/ 165 h 287"/>
                <a:gd name="T10" fmla="*/ 102 w 839"/>
                <a:gd name="T11" fmla="*/ 86 h 287"/>
                <a:gd name="T12" fmla="*/ 78 w 839"/>
                <a:gd name="T13" fmla="*/ 31 h 287"/>
                <a:gd name="T14" fmla="*/ 88 w 839"/>
                <a:gd name="T15" fmla="*/ 0 h 287"/>
                <a:gd name="T16" fmla="*/ 839 w 839"/>
                <a:gd name="T17" fmla="*/ 0 h 287"/>
                <a:gd name="T18" fmla="*/ 779 w 839"/>
                <a:gd name="T19" fmla="*/ 199 h 287"/>
                <a:gd name="T20" fmla="*/ 737 w 839"/>
                <a:gd name="T21" fmla="*/ 287 h 287"/>
                <a:gd name="T22" fmla="*/ 77 w 839"/>
                <a:gd name="T23"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9" h="287">
                  <a:moveTo>
                    <a:pt x="77" y="287"/>
                  </a:moveTo>
                  <a:cubicBezTo>
                    <a:pt x="76" y="283"/>
                    <a:pt x="74" y="279"/>
                    <a:pt x="71" y="275"/>
                  </a:cubicBezTo>
                  <a:cubicBezTo>
                    <a:pt x="63" y="266"/>
                    <a:pt x="55" y="265"/>
                    <a:pt x="42" y="261"/>
                  </a:cubicBezTo>
                  <a:cubicBezTo>
                    <a:pt x="18" y="253"/>
                    <a:pt x="0" y="244"/>
                    <a:pt x="13" y="219"/>
                  </a:cubicBezTo>
                  <a:cubicBezTo>
                    <a:pt x="24" y="197"/>
                    <a:pt x="26" y="198"/>
                    <a:pt x="51" y="165"/>
                  </a:cubicBezTo>
                  <a:cubicBezTo>
                    <a:pt x="77" y="129"/>
                    <a:pt x="102" y="96"/>
                    <a:pt x="102" y="86"/>
                  </a:cubicBezTo>
                  <a:cubicBezTo>
                    <a:pt x="102" y="60"/>
                    <a:pt x="69" y="60"/>
                    <a:pt x="78" y="31"/>
                  </a:cubicBezTo>
                  <a:cubicBezTo>
                    <a:pt x="82" y="18"/>
                    <a:pt x="85" y="9"/>
                    <a:pt x="88" y="0"/>
                  </a:cubicBezTo>
                  <a:cubicBezTo>
                    <a:pt x="839" y="0"/>
                    <a:pt x="839" y="0"/>
                    <a:pt x="839" y="0"/>
                  </a:cubicBezTo>
                  <a:cubicBezTo>
                    <a:pt x="839" y="74"/>
                    <a:pt x="815" y="145"/>
                    <a:pt x="779" y="199"/>
                  </a:cubicBezTo>
                  <a:cubicBezTo>
                    <a:pt x="764" y="222"/>
                    <a:pt x="749" y="248"/>
                    <a:pt x="737" y="287"/>
                  </a:cubicBezTo>
                  <a:lnTo>
                    <a:pt x="77" y="28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8" name="Freeform 7"/>
            <p:cNvSpPr>
              <a:spLocks/>
            </p:cNvSpPr>
            <p:nvPr/>
          </p:nvSpPr>
          <p:spPr bwMode="auto">
            <a:xfrm>
              <a:off x="3132683" y="4469376"/>
              <a:ext cx="2043308" cy="854520"/>
            </a:xfrm>
            <a:custGeom>
              <a:avLst/>
              <a:gdLst>
                <a:gd name="T0" fmla="*/ 666 w 686"/>
                <a:gd name="T1" fmla="*/ 99 h 287"/>
                <a:gd name="T2" fmla="*/ 686 w 686"/>
                <a:gd name="T3" fmla="*/ 287 h 287"/>
                <a:gd name="T4" fmla="*/ 221 w 686"/>
                <a:gd name="T5" fmla="*/ 287 h 287"/>
                <a:gd name="T6" fmla="*/ 53 w 686"/>
                <a:gd name="T7" fmla="*/ 222 h 287"/>
                <a:gd name="T8" fmla="*/ 15 w 686"/>
                <a:gd name="T9" fmla="*/ 184 h 287"/>
                <a:gd name="T10" fmla="*/ 25 w 686"/>
                <a:gd name="T11" fmla="*/ 130 h 287"/>
                <a:gd name="T12" fmla="*/ 15 w 686"/>
                <a:gd name="T13" fmla="*/ 94 h 287"/>
                <a:gd name="T14" fmla="*/ 20 w 686"/>
                <a:gd name="T15" fmla="*/ 75 h 287"/>
                <a:gd name="T16" fmla="*/ 8 w 686"/>
                <a:gd name="T17" fmla="*/ 64 h 287"/>
                <a:gd name="T18" fmla="*/ 14 w 686"/>
                <a:gd name="T19" fmla="*/ 35 h 287"/>
                <a:gd name="T20" fmla="*/ 25 w 686"/>
                <a:gd name="T21" fmla="*/ 0 h 287"/>
                <a:gd name="T22" fmla="*/ 685 w 686"/>
                <a:gd name="T23" fmla="*/ 0 h 287"/>
                <a:gd name="T24" fmla="*/ 666 w 686"/>
                <a:gd name="T25" fmla="*/ 9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6" h="287">
                  <a:moveTo>
                    <a:pt x="666" y="99"/>
                  </a:moveTo>
                  <a:cubicBezTo>
                    <a:pt x="658" y="172"/>
                    <a:pt x="668" y="233"/>
                    <a:pt x="686" y="287"/>
                  </a:cubicBezTo>
                  <a:cubicBezTo>
                    <a:pt x="221" y="287"/>
                    <a:pt x="221" y="287"/>
                    <a:pt x="221" y="287"/>
                  </a:cubicBezTo>
                  <a:cubicBezTo>
                    <a:pt x="167" y="221"/>
                    <a:pt x="86" y="228"/>
                    <a:pt x="53" y="222"/>
                  </a:cubicBezTo>
                  <a:cubicBezTo>
                    <a:pt x="26" y="217"/>
                    <a:pt x="16" y="192"/>
                    <a:pt x="15" y="184"/>
                  </a:cubicBezTo>
                  <a:cubicBezTo>
                    <a:pt x="12" y="171"/>
                    <a:pt x="12" y="151"/>
                    <a:pt x="25" y="130"/>
                  </a:cubicBezTo>
                  <a:cubicBezTo>
                    <a:pt x="37" y="108"/>
                    <a:pt x="22" y="109"/>
                    <a:pt x="15" y="94"/>
                  </a:cubicBezTo>
                  <a:cubicBezTo>
                    <a:pt x="11" y="87"/>
                    <a:pt x="18" y="76"/>
                    <a:pt x="20" y="75"/>
                  </a:cubicBezTo>
                  <a:cubicBezTo>
                    <a:pt x="24" y="73"/>
                    <a:pt x="16" y="73"/>
                    <a:pt x="8" y="64"/>
                  </a:cubicBezTo>
                  <a:cubicBezTo>
                    <a:pt x="0" y="54"/>
                    <a:pt x="8" y="45"/>
                    <a:pt x="14" y="35"/>
                  </a:cubicBezTo>
                  <a:cubicBezTo>
                    <a:pt x="19" y="27"/>
                    <a:pt x="28" y="14"/>
                    <a:pt x="25" y="0"/>
                  </a:cubicBezTo>
                  <a:cubicBezTo>
                    <a:pt x="685" y="0"/>
                    <a:pt x="685" y="0"/>
                    <a:pt x="685" y="0"/>
                  </a:cubicBezTo>
                  <a:cubicBezTo>
                    <a:pt x="677" y="27"/>
                    <a:pt x="670" y="59"/>
                    <a:pt x="666" y="9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cxnSp>
        <p:nvCxnSpPr>
          <p:cNvPr id="14" name="Straight Connector 13"/>
          <p:cNvCxnSpPr/>
          <p:nvPr/>
        </p:nvCxnSpPr>
        <p:spPr>
          <a:xfrm>
            <a:off x="5114115" y="2653114"/>
            <a:ext cx="0" cy="1097876"/>
          </a:xfrm>
          <a:prstGeom prst="line">
            <a:avLst/>
          </a:prstGeom>
          <a:ln w="76200" cmpd="dbl">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114115" y="4153618"/>
            <a:ext cx="0" cy="914400"/>
          </a:xfrm>
          <a:prstGeom prst="line">
            <a:avLst/>
          </a:prstGeom>
          <a:ln w="76200" cmpd="dbl">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5" name="Group 24"/>
          <p:cNvGrpSpPr/>
          <p:nvPr/>
        </p:nvGrpSpPr>
        <p:grpSpPr>
          <a:xfrm>
            <a:off x="2016188" y="2136976"/>
            <a:ext cx="924088" cy="924088"/>
            <a:chOff x="3510757" y="2582069"/>
            <a:chExt cx="464344" cy="464344"/>
          </a:xfrm>
          <a:solidFill>
            <a:schemeClr val="accent1"/>
          </a:solidFill>
        </p:grpSpPr>
        <p:sp>
          <p:nvSpPr>
            <p:cNvPr id="26"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27"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nvGrpSpPr>
          <p:cNvPr id="28" name="Group 27"/>
          <p:cNvGrpSpPr/>
          <p:nvPr/>
        </p:nvGrpSpPr>
        <p:grpSpPr>
          <a:xfrm>
            <a:off x="2834524" y="2931886"/>
            <a:ext cx="932983" cy="934577"/>
            <a:chOff x="7275629" y="3973834"/>
            <a:chExt cx="464344" cy="465138"/>
          </a:xfrm>
          <a:solidFill>
            <a:schemeClr val="accent2"/>
          </a:solidFill>
        </p:grpSpPr>
        <p:sp>
          <p:nvSpPr>
            <p:cNvPr id="29"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0"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1"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2"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3"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4"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nvGrpSpPr>
          <p:cNvPr id="35" name="Group 34"/>
          <p:cNvGrpSpPr/>
          <p:nvPr/>
        </p:nvGrpSpPr>
        <p:grpSpPr>
          <a:xfrm>
            <a:off x="3555187" y="4138211"/>
            <a:ext cx="842444" cy="789251"/>
            <a:chOff x="5368132" y="3540125"/>
            <a:chExt cx="465138" cy="435769"/>
          </a:xfrm>
          <a:solidFill>
            <a:schemeClr val="accent3"/>
          </a:solidFill>
        </p:grpSpPr>
        <p:sp>
          <p:nvSpPr>
            <p:cNvPr id="36"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7"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nvGrpSpPr>
          <p:cNvPr id="38" name="Group 37"/>
          <p:cNvGrpSpPr/>
          <p:nvPr/>
        </p:nvGrpSpPr>
        <p:grpSpPr>
          <a:xfrm>
            <a:off x="3472325" y="5621516"/>
            <a:ext cx="616893" cy="704850"/>
            <a:chOff x="9162373" y="3045147"/>
            <a:chExt cx="406400" cy="464344"/>
          </a:xfrm>
          <a:solidFill>
            <a:schemeClr val="accent4"/>
          </a:solidFill>
        </p:grpSpPr>
        <p:sp>
          <p:nvSpPr>
            <p:cNvPr id="39" name="AutoShape 48"/>
            <p:cNvSpPr>
              <a:spLocks/>
            </p:cNvSpPr>
            <p:nvPr/>
          </p:nvSpPr>
          <p:spPr bwMode="auto">
            <a:xfrm>
              <a:off x="9162373" y="3045147"/>
              <a:ext cx="406400"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425"/>
                  </a:moveTo>
                  <a:cubicBezTo>
                    <a:pt x="5687" y="7425"/>
                    <a:pt x="1542" y="6064"/>
                    <a:pt x="1542" y="4387"/>
                  </a:cubicBezTo>
                  <a:cubicBezTo>
                    <a:pt x="1542" y="2709"/>
                    <a:pt x="5687" y="1350"/>
                    <a:pt x="10800" y="1350"/>
                  </a:cubicBezTo>
                  <a:cubicBezTo>
                    <a:pt x="15912" y="1350"/>
                    <a:pt x="20057" y="2709"/>
                    <a:pt x="20057" y="4387"/>
                  </a:cubicBezTo>
                  <a:cubicBezTo>
                    <a:pt x="20057" y="6064"/>
                    <a:pt x="15912" y="7425"/>
                    <a:pt x="10800" y="7425"/>
                  </a:cubicBezTo>
                  <a:moveTo>
                    <a:pt x="20057" y="9112"/>
                  </a:moveTo>
                  <a:lnTo>
                    <a:pt x="20054" y="9112"/>
                  </a:lnTo>
                  <a:cubicBezTo>
                    <a:pt x="20054" y="9119"/>
                    <a:pt x="20057" y="9127"/>
                    <a:pt x="20057" y="9133"/>
                  </a:cubicBezTo>
                  <a:cubicBezTo>
                    <a:pt x="20057" y="10800"/>
                    <a:pt x="15912" y="12150"/>
                    <a:pt x="10800" y="12150"/>
                  </a:cubicBezTo>
                  <a:cubicBezTo>
                    <a:pt x="5687" y="12150"/>
                    <a:pt x="1542" y="10800"/>
                    <a:pt x="1542" y="9133"/>
                  </a:cubicBezTo>
                  <a:cubicBezTo>
                    <a:pt x="1542" y="9127"/>
                    <a:pt x="1545" y="9119"/>
                    <a:pt x="1545" y="9112"/>
                  </a:cubicBezTo>
                  <a:lnTo>
                    <a:pt x="1542" y="9112"/>
                  </a:lnTo>
                  <a:lnTo>
                    <a:pt x="1542" y="6793"/>
                  </a:lnTo>
                  <a:cubicBezTo>
                    <a:pt x="3564" y="8140"/>
                    <a:pt x="7271" y="8774"/>
                    <a:pt x="10800" y="8774"/>
                  </a:cubicBezTo>
                  <a:cubicBezTo>
                    <a:pt x="14328" y="8774"/>
                    <a:pt x="18035" y="8140"/>
                    <a:pt x="20057" y="6793"/>
                  </a:cubicBezTo>
                  <a:cubicBezTo>
                    <a:pt x="20057" y="6793"/>
                    <a:pt x="20057" y="9112"/>
                    <a:pt x="20057" y="9112"/>
                  </a:cubicBezTo>
                  <a:close/>
                  <a:moveTo>
                    <a:pt x="20057" y="13162"/>
                  </a:moveTo>
                  <a:lnTo>
                    <a:pt x="20054" y="13162"/>
                  </a:lnTo>
                  <a:cubicBezTo>
                    <a:pt x="20054" y="13169"/>
                    <a:pt x="20057" y="13177"/>
                    <a:pt x="20057" y="13183"/>
                  </a:cubicBezTo>
                  <a:cubicBezTo>
                    <a:pt x="20057" y="14850"/>
                    <a:pt x="15912" y="16200"/>
                    <a:pt x="10800" y="16200"/>
                  </a:cubicBezTo>
                  <a:cubicBezTo>
                    <a:pt x="5687" y="16200"/>
                    <a:pt x="1542" y="14850"/>
                    <a:pt x="1542" y="13183"/>
                  </a:cubicBezTo>
                  <a:cubicBezTo>
                    <a:pt x="1542" y="13177"/>
                    <a:pt x="1545" y="13169"/>
                    <a:pt x="1545" y="13162"/>
                  </a:cubicBezTo>
                  <a:lnTo>
                    <a:pt x="1542" y="13162"/>
                  </a:lnTo>
                  <a:lnTo>
                    <a:pt x="1542" y="10640"/>
                  </a:lnTo>
                  <a:cubicBezTo>
                    <a:pt x="3136" y="12077"/>
                    <a:pt x="6982" y="12825"/>
                    <a:pt x="10800" y="12825"/>
                  </a:cubicBezTo>
                  <a:cubicBezTo>
                    <a:pt x="14617" y="12825"/>
                    <a:pt x="18463" y="12077"/>
                    <a:pt x="20057" y="10640"/>
                  </a:cubicBezTo>
                  <a:cubicBezTo>
                    <a:pt x="20057" y="10640"/>
                    <a:pt x="20057" y="13162"/>
                    <a:pt x="20057" y="13162"/>
                  </a:cubicBezTo>
                  <a:close/>
                  <a:moveTo>
                    <a:pt x="20057" y="17212"/>
                  </a:moveTo>
                  <a:cubicBezTo>
                    <a:pt x="20057" y="18889"/>
                    <a:pt x="15912" y="20249"/>
                    <a:pt x="10800" y="20249"/>
                  </a:cubicBezTo>
                  <a:cubicBezTo>
                    <a:pt x="5687" y="20249"/>
                    <a:pt x="1542" y="18889"/>
                    <a:pt x="1542" y="17212"/>
                  </a:cubicBezTo>
                  <a:lnTo>
                    <a:pt x="1542" y="14690"/>
                  </a:lnTo>
                  <a:cubicBezTo>
                    <a:pt x="3136" y="16127"/>
                    <a:pt x="6982" y="16875"/>
                    <a:pt x="10800" y="16875"/>
                  </a:cubicBezTo>
                  <a:cubicBezTo>
                    <a:pt x="14617" y="16875"/>
                    <a:pt x="18463" y="16127"/>
                    <a:pt x="20057" y="14690"/>
                  </a:cubicBezTo>
                  <a:cubicBezTo>
                    <a:pt x="20057" y="14690"/>
                    <a:pt x="20057" y="17212"/>
                    <a:pt x="20057" y="17212"/>
                  </a:cubicBezTo>
                  <a:close/>
                  <a:moveTo>
                    <a:pt x="10800" y="0"/>
                  </a:moveTo>
                  <a:cubicBezTo>
                    <a:pt x="5598" y="0"/>
                    <a:pt x="0" y="1372"/>
                    <a:pt x="0" y="4387"/>
                  </a:cubicBezTo>
                  <a:lnTo>
                    <a:pt x="0" y="17212"/>
                  </a:lnTo>
                  <a:cubicBezTo>
                    <a:pt x="0" y="20226"/>
                    <a:pt x="5598" y="21599"/>
                    <a:pt x="10800" y="21599"/>
                  </a:cubicBezTo>
                  <a:cubicBezTo>
                    <a:pt x="16001" y="21599"/>
                    <a:pt x="21599" y="20226"/>
                    <a:pt x="21599" y="17212"/>
                  </a:cubicBezTo>
                  <a:lnTo>
                    <a:pt x="21599" y="4387"/>
                  </a:lnTo>
                  <a:cubicBezTo>
                    <a:pt x="21599" y="1372"/>
                    <a:pt x="1600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40" name="AutoShape 49"/>
            <p:cNvSpPr>
              <a:spLocks/>
            </p:cNvSpPr>
            <p:nvPr/>
          </p:nvSpPr>
          <p:spPr bwMode="auto">
            <a:xfrm>
              <a:off x="9481460" y="3407890"/>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41" name="AutoShape 50"/>
            <p:cNvSpPr>
              <a:spLocks/>
            </p:cNvSpPr>
            <p:nvPr/>
          </p:nvSpPr>
          <p:spPr bwMode="auto">
            <a:xfrm>
              <a:off x="9481460" y="3320578"/>
              <a:ext cx="29369"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42" name="AutoShape 51"/>
            <p:cNvSpPr>
              <a:spLocks/>
            </p:cNvSpPr>
            <p:nvPr/>
          </p:nvSpPr>
          <p:spPr bwMode="auto">
            <a:xfrm>
              <a:off x="9481460" y="3233265"/>
              <a:ext cx="29369"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sp>
        <p:nvSpPr>
          <p:cNvPr id="43" name="TextBox 42"/>
          <p:cNvSpPr txBox="1"/>
          <p:nvPr/>
        </p:nvSpPr>
        <p:spPr>
          <a:xfrm>
            <a:off x="5258645" y="3250248"/>
            <a:ext cx="5905974" cy="738664"/>
          </a:xfrm>
          <a:prstGeom prst="rect">
            <a:avLst/>
          </a:prstGeom>
          <a:noFill/>
        </p:spPr>
        <p:txBody>
          <a:bodyPr wrap="square" lIns="0" tIns="0" rIns="0" bIns="0" rtlCol="0">
            <a:spAutoFit/>
          </a:bodyPr>
          <a:lstStyle/>
          <a:p>
            <a:pPr fontAlgn="auto">
              <a:spcBef>
                <a:spcPts val="0"/>
              </a:spcBef>
              <a:spcAft>
                <a:spcPts val="0"/>
              </a:spcAft>
            </a:pPr>
            <a:r>
              <a:rPr lang="ar-SA" sz="2400" b="1" dirty="0">
                <a:latin typeface="Roboto Lt"/>
                <a:cs typeface="+mj-cs"/>
              </a:rPr>
              <a:t>يكون عبارة عن رسم تصويري يشرح شيء معين بشكل ثابت دون الحاجة الى أي تفاعل مع القارئ</a:t>
            </a:r>
            <a:endParaRPr lang="en-AU" sz="2400" b="1" dirty="0">
              <a:latin typeface="Roboto Lt"/>
              <a:cs typeface="Simplified Arabic" panose="02020603050405020304" pitchFamily="18" charset="-78"/>
            </a:endParaRPr>
          </a:p>
        </p:txBody>
      </p:sp>
      <p:sp>
        <p:nvSpPr>
          <p:cNvPr id="44" name="TextBox 43"/>
          <p:cNvSpPr txBox="1"/>
          <p:nvPr/>
        </p:nvSpPr>
        <p:spPr>
          <a:xfrm>
            <a:off x="5373130" y="2630177"/>
            <a:ext cx="5189275" cy="492443"/>
          </a:xfrm>
          <a:prstGeom prst="rect">
            <a:avLst/>
          </a:prstGeom>
          <a:noFill/>
        </p:spPr>
        <p:txBody>
          <a:bodyPr wrap="square" lIns="0" tIns="0" rIns="0" bIns="0" rtlCol="0">
            <a:spAutoFit/>
          </a:bodyPr>
          <a:lstStyle/>
          <a:p>
            <a:pPr rtl="1" fontAlgn="auto">
              <a:spcBef>
                <a:spcPts val="0"/>
              </a:spcBef>
              <a:spcAft>
                <a:spcPts val="0"/>
              </a:spcAft>
            </a:pPr>
            <a:r>
              <a:rPr lang="ar-SA" sz="3200" b="1" u="sng" dirty="0" smtClean="0">
                <a:solidFill>
                  <a:srgbClr val="E9233C"/>
                </a:solidFill>
                <a:latin typeface="Roboto"/>
                <a:cs typeface="+mj-cs"/>
              </a:rPr>
              <a:t>النوع </a:t>
            </a:r>
            <a:r>
              <a:rPr lang="ar-SA" sz="3200" b="1" u="sng" dirty="0">
                <a:solidFill>
                  <a:srgbClr val="E9233C"/>
                </a:solidFill>
                <a:latin typeface="Roboto"/>
                <a:cs typeface="+mj-cs"/>
              </a:rPr>
              <a:t>الأول: الانفوجرافيك الثابت</a:t>
            </a:r>
            <a:endParaRPr lang="id-ID" sz="3200" b="1" u="sng" dirty="0">
              <a:solidFill>
                <a:srgbClr val="E9233C"/>
              </a:solidFill>
              <a:latin typeface="Roboto"/>
              <a:cs typeface="Simplified Arabic" panose="02020603050405020304" pitchFamily="18" charset="-78"/>
            </a:endParaRPr>
          </a:p>
        </p:txBody>
      </p:sp>
      <p:sp>
        <p:nvSpPr>
          <p:cNvPr id="46" name="TextBox 45"/>
          <p:cNvSpPr txBox="1"/>
          <p:nvPr/>
        </p:nvSpPr>
        <p:spPr>
          <a:xfrm>
            <a:off x="5387279" y="4457677"/>
            <a:ext cx="6238057" cy="984885"/>
          </a:xfrm>
          <a:prstGeom prst="rect">
            <a:avLst/>
          </a:prstGeom>
          <a:noFill/>
        </p:spPr>
        <p:txBody>
          <a:bodyPr wrap="square" lIns="0" tIns="0" rIns="0" bIns="0" rtlCol="0">
            <a:spAutoFit/>
          </a:bodyPr>
          <a:lstStyle/>
          <a:p>
            <a:pPr rtl="1" fontAlgn="auto">
              <a:spcBef>
                <a:spcPts val="0"/>
              </a:spcBef>
              <a:spcAft>
                <a:spcPts val="0"/>
              </a:spcAft>
            </a:pPr>
            <a:r>
              <a:rPr lang="ar-SA" sz="3200" b="1" u="sng" dirty="0" smtClean="0">
                <a:solidFill>
                  <a:srgbClr val="F0992F"/>
                </a:solidFill>
                <a:latin typeface="Roboto"/>
                <a:cs typeface="+mj-cs"/>
              </a:rPr>
              <a:t>النوع </a:t>
            </a:r>
            <a:r>
              <a:rPr lang="ar-SA" sz="3200" b="1" u="sng" dirty="0">
                <a:solidFill>
                  <a:srgbClr val="F0992F"/>
                </a:solidFill>
                <a:latin typeface="Roboto"/>
                <a:cs typeface="+mj-cs"/>
              </a:rPr>
              <a:t>الثاني: الانفوجرافيك المتحرك: عبارة عن نوعين</a:t>
            </a:r>
            <a:endParaRPr lang="id-ID" sz="3200" b="1" u="sng" dirty="0">
              <a:solidFill>
                <a:srgbClr val="F0992F"/>
              </a:solidFill>
              <a:latin typeface="Roboto"/>
              <a:cs typeface="Simplified Arabic" panose="02020603050405020304" pitchFamily="18" charset="-78"/>
            </a:endParaRPr>
          </a:p>
        </p:txBody>
      </p:sp>
      <p:sp>
        <p:nvSpPr>
          <p:cNvPr id="4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0704637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fade">
                                      <p:cBhvr>
                                        <p:cTn id="13" dur="500"/>
                                        <p:tgtEl>
                                          <p:spTgt spid="25"/>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fade">
                                      <p:cBhvr>
                                        <p:cTn id="21" dur="500"/>
                                        <p:tgtEl>
                                          <p:spTgt spid="35"/>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childTnLst>
                          </p:cTn>
                        </p:par>
                        <p:par>
                          <p:cTn id="26" fill="hold">
                            <p:stCondLst>
                              <p:cond delay="2500"/>
                            </p:stCondLst>
                            <p:childTnLst>
                              <p:par>
                                <p:cTn id="27" presetID="2" presetClass="entr" presetSubtype="4" fill="hold" nodeType="after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ppt_x"/>
                                          </p:val>
                                        </p:tav>
                                        <p:tav tm="100000">
                                          <p:val>
                                            <p:strVal val="#ppt_x"/>
                                          </p:val>
                                        </p:tav>
                                      </p:tavLst>
                                    </p:anim>
                                    <p:anim calcmode="lin" valueType="num">
                                      <p:cBhvr additive="base">
                                        <p:cTn id="30" dur="500" fill="hold"/>
                                        <p:tgtEl>
                                          <p:spTgt spid="14"/>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44"/>
                                        </p:tgtEl>
                                        <p:attrNameLst>
                                          <p:attrName>style.visibility</p:attrName>
                                        </p:attrNameLst>
                                      </p:cBhvr>
                                      <p:to>
                                        <p:strVal val="visible"/>
                                      </p:to>
                                    </p:set>
                                    <p:animEffect transition="in" filter="fade">
                                      <p:cBhvr>
                                        <p:cTn id="34" dur="500"/>
                                        <p:tgtEl>
                                          <p:spTgt spid="44"/>
                                        </p:tgtEl>
                                      </p:cBhvr>
                                    </p:animEffect>
                                  </p:childTnLst>
                                </p:cTn>
                              </p:par>
                            </p:childTnLst>
                          </p:cTn>
                        </p:par>
                        <p:par>
                          <p:cTn id="35" fill="hold">
                            <p:stCondLst>
                              <p:cond delay="3500"/>
                            </p:stCondLst>
                            <p:childTnLst>
                              <p:par>
                                <p:cTn id="36" presetID="18" presetClass="entr" presetSubtype="6" fill="hold" grpId="0" nodeType="afterEffect">
                                  <p:stCondLst>
                                    <p:cond delay="0"/>
                                  </p:stCondLst>
                                  <p:childTnLst>
                                    <p:set>
                                      <p:cBhvr>
                                        <p:cTn id="37" dur="1" fill="hold">
                                          <p:stCondLst>
                                            <p:cond delay="0"/>
                                          </p:stCondLst>
                                        </p:cTn>
                                        <p:tgtEl>
                                          <p:spTgt spid="43"/>
                                        </p:tgtEl>
                                        <p:attrNameLst>
                                          <p:attrName>style.visibility</p:attrName>
                                        </p:attrNameLst>
                                      </p:cBhvr>
                                      <p:to>
                                        <p:strVal val="visible"/>
                                      </p:to>
                                    </p:set>
                                    <p:animEffect transition="in" filter="strips(downRight)">
                                      <p:cBhvr>
                                        <p:cTn id="38" dur="500"/>
                                        <p:tgtEl>
                                          <p:spTgt spid="43"/>
                                        </p:tgtEl>
                                      </p:cBhvr>
                                    </p:animEffect>
                                  </p:childTnLst>
                                </p:cTn>
                              </p:par>
                            </p:childTnLst>
                          </p:cTn>
                        </p:par>
                        <p:par>
                          <p:cTn id="39" fill="hold">
                            <p:stCondLst>
                              <p:cond delay="4000"/>
                            </p:stCondLst>
                            <p:childTnLst>
                              <p:par>
                                <p:cTn id="40" presetID="2" presetClass="entr" presetSubtype="4" fill="hold" nodeType="afterEffect">
                                  <p:stCondLst>
                                    <p:cond delay="0"/>
                                  </p:stCondLst>
                                  <p:childTnLst>
                                    <p:set>
                                      <p:cBhvr>
                                        <p:cTn id="41" dur="1" fill="hold">
                                          <p:stCondLst>
                                            <p:cond delay="0"/>
                                          </p:stCondLst>
                                        </p:cTn>
                                        <p:tgtEl>
                                          <p:spTgt spid="15"/>
                                        </p:tgtEl>
                                        <p:attrNameLst>
                                          <p:attrName>style.visibility</p:attrName>
                                        </p:attrNameLst>
                                      </p:cBhvr>
                                      <p:to>
                                        <p:strVal val="visible"/>
                                      </p:to>
                                    </p:set>
                                    <p:anim calcmode="lin" valueType="num">
                                      <p:cBhvr additive="base">
                                        <p:cTn id="42" dur="500" fill="hold"/>
                                        <p:tgtEl>
                                          <p:spTgt spid="15"/>
                                        </p:tgtEl>
                                        <p:attrNameLst>
                                          <p:attrName>ppt_x</p:attrName>
                                        </p:attrNameLst>
                                      </p:cBhvr>
                                      <p:tavLst>
                                        <p:tav tm="0">
                                          <p:val>
                                            <p:strVal val="#ppt_x"/>
                                          </p:val>
                                        </p:tav>
                                        <p:tav tm="100000">
                                          <p:val>
                                            <p:strVal val="#ppt_x"/>
                                          </p:val>
                                        </p:tav>
                                      </p:tavLst>
                                    </p:anim>
                                    <p:anim calcmode="lin" valueType="num">
                                      <p:cBhvr additive="base">
                                        <p:cTn id="43" dur="500" fill="hold"/>
                                        <p:tgtEl>
                                          <p:spTgt spid="15"/>
                                        </p:tgtEl>
                                        <p:attrNameLst>
                                          <p:attrName>ppt_y</p:attrName>
                                        </p:attrNameLst>
                                      </p:cBhvr>
                                      <p:tavLst>
                                        <p:tav tm="0">
                                          <p:val>
                                            <p:strVal val="1+#ppt_h/2"/>
                                          </p:val>
                                        </p:tav>
                                        <p:tav tm="100000">
                                          <p:val>
                                            <p:strVal val="#ppt_y"/>
                                          </p:val>
                                        </p:tav>
                                      </p:tavLst>
                                    </p:anim>
                                  </p:childTnLst>
                                </p:cTn>
                              </p:par>
                            </p:childTnLst>
                          </p:cTn>
                        </p:par>
                        <p:par>
                          <p:cTn id="44" fill="hold">
                            <p:stCondLst>
                              <p:cond delay="4500"/>
                            </p:stCondLst>
                            <p:childTnLst>
                              <p:par>
                                <p:cTn id="45" presetID="10" presetClass="entr" presetSubtype="0"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fade">
                                      <p:cBhvr>
                                        <p:cTn id="47"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p:bldP spid="46" grpId="0"/>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p:cNvSpPr>
            <a:spLocks noGrp="1"/>
          </p:cNvSpPr>
          <p:nvPr>
            <p:ph type="title"/>
          </p:nvPr>
        </p:nvSpPr>
        <p:spPr/>
        <p:txBody>
          <a:bodyPr>
            <a:normAutofit fontScale="90000"/>
          </a:bodyPr>
          <a:lstStyle/>
          <a:p>
            <a:pPr algn="r" rtl="1"/>
            <a:r>
              <a:rPr lang="ar-SA" u="sng" dirty="0">
                <a:solidFill>
                  <a:srgbClr val="4472C4"/>
                </a:solidFill>
              </a:rPr>
              <a:t> 4 -	  أنواع الانفوجرافيك</a:t>
            </a:r>
          </a:p>
        </p:txBody>
      </p:sp>
      <p:grpSp>
        <p:nvGrpSpPr>
          <p:cNvPr id="9" name="Group 8"/>
          <p:cNvGrpSpPr/>
          <p:nvPr/>
        </p:nvGrpSpPr>
        <p:grpSpPr>
          <a:xfrm flipH="1">
            <a:off x="231145" y="3262732"/>
            <a:ext cx="2721898" cy="3595268"/>
            <a:chOff x="2974345" y="2570582"/>
            <a:chExt cx="2721898" cy="3595268"/>
          </a:xfrm>
        </p:grpSpPr>
        <p:sp>
          <p:nvSpPr>
            <p:cNvPr id="5" name="Freeform 4"/>
            <p:cNvSpPr>
              <a:spLocks/>
            </p:cNvSpPr>
            <p:nvPr/>
          </p:nvSpPr>
          <p:spPr bwMode="auto">
            <a:xfrm>
              <a:off x="3787396" y="5321383"/>
              <a:ext cx="1908847" cy="844467"/>
            </a:xfrm>
            <a:custGeom>
              <a:avLst/>
              <a:gdLst>
                <a:gd name="T0" fmla="*/ 465 w 641"/>
                <a:gd name="T1" fmla="*/ 0 h 284"/>
                <a:gd name="T2" fmla="*/ 641 w 641"/>
                <a:gd name="T3" fmla="*/ 284 h 284"/>
                <a:gd name="T4" fmla="*/ 4 w 641"/>
                <a:gd name="T5" fmla="*/ 284 h 284"/>
                <a:gd name="T6" fmla="*/ 37 w 641"/>
                <a:gd name="T7" fmla="*/ 70 h 284"/>
                <a:gd name="T8" fmla="*/ 0 w 641"/>
                <a:gd name="T9" fmla="*/ 0 h 284"/>
                <a:gd name="T10" fmla="*/ 465 w 641"/>
                <a:gd name="T11" fmla="*/ 0 h 284"/>
              </a:gdLst>
              <a:ahLst/>
              <a:cxnLst>
                <a:cxn ang="0">
                  <a:pos x="T0" y="T1"/>
                </a:cxn>
                <a:cxn ang="0">
                  <a:pos x="T2" y="T3"/>
                </a:cxn>
                <a:cxn ang="0">
                  <a:pos x="T4" y="T5"/>
                </a:cxn>
                <a:cxn ang="0">
                  <a:pos x="T6" y="T7"/>
                </a:cxn>
                <a:cxn ang="0">
                  <a:pos x="T8" y="T9"/>
                </a:cxn>
                <a:cxn ang="0">
                  <a:pos x="T10" y="T11"/>
                </a:cxn>
              </a:cxnLst>
              <a:rect l="0" t="0" r="r" b="b"/>
              <a:pathLst>
                <a:path w="641" h="284">
                  <a:moveTo>
                    <a:pt x="465" y="0"/>
                  </a:moveTo>
                  <a:cubicBezTo>
                    <a:pt x="511" y="135"/>
                    <a:pt x="613" y="217"/>
                    <a:pt x="641" y="284"/>
                  </a:cubicBezTo>
                  <a:cubicBezTo>
                    <a:pt x="4" y="284"/>
                    <a:pt x="4" y="284"/>
                    <a:pt x="4" y="284"/>
                  </a:cubicBezTo>
                  <a:cubicBezTo>
                    <a:pt x="23" y="214"/>
                    <a:pt x="63" y="151"/>
                    <a:pt x="37" y="70"/>
                  </a:cubicBezTo>
                  <a:cubicBezTo>
                    <a:pt x="28" y="40"/>
                    <a:pt x="15" y="17"/>
                    <a:pt x="0" y="0"/>
                  </a:cubicBezTo>
                  <a:lnTo>
                    <a:pt x="465"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 name="Freeform 5"/>
            <p:cNvSpPr>
              <a:spLocks/>
            </p:cNvSpPr>
            <p:nvPr/>
          </p:nvSpPr>
          <p:spPr bwMode="auto">
            <a:xfrm>
              <a:off x="3233215" y="2570582"/>
              <a:ext cx="2236832" cy="1050557"/>
            </a:xfrm>
            <a:custGeom>
              <a:avLst/>
              <a:gdLst>
                <a:gd name="T0" fmla="*/ 0 w 751"/>
                <a:gd name="T1" fmla="*/ 353 h 353"/>
                <a:gd name="T2" fmla="*/ 57 w 751"/>
                <a:gd name="T3" fmla="*/ 201 h 353"/>
                <a:gd name="T4" fmla="*/ 680 w 751"/>
                <a:gd name="T5" fmla="*/ 150 h 353"/>
                <a:gd name="T6" fmla="*/ 751 w 751"/>
                <a:gd name="T7" fmla="*/ 353 h 353"/>
                <a:gd name="T8" fmla="*/ 0 w 751"/>
                <a:gd name="T9" fmla="*/ 353 h 353"/>
              </a:gdLst>
              <a:ahLst/>
              <a:cxnLst>
                <a:cxn ang="0">
                  <a:pos x="T0" y="T1"/>
                </a:cxn>
                <a:cxn ang="0">
                  <a:pos x="T2" y="T3"/>
                </a:cxn>
                <a:cxn ang="0">
                  <a:pos x="T4" y="T5"/>
                </a:cxn>
                <a:cxn ang="0">
                  <a:pos x="T6" y="T7"/>
                </a:cxn>
                <a:cxn ang="0">
                  <a:pos x="T8" y="T9"/>
                </a:cxn>
              </a:cxnLst>
              <a:rect l="0" t="0" r="r" b="b"/>
              <a:pathLst>
                <a:path w="751" h="353">
                  <a:moveTo>
                    <a:pt x="0" y="353"/>
                  </a:moveTo>
                  <a:cubicBezTo>
                    <a:pt x="14" y="313"/>
                    <a:pt x="20" y="305"/>
                    <a:pt x="57" y="201"/>
                  </a:cubicBezTo>
                  <a:cubicBezTo>
                    <a:pt x="126" y="10"/>
                    <a:pt x="558" y="0"/>
                    <a:pt x="680" y="150"/>
                  </a:cubicBezTo>
                  <a:cubicBezTo>
                    <a:pt x="730" y="213"/>
                    <a:pt x="751" y="284"/>
                    <a:pt x="751" y="353"/>
                  </a:cubicBezTo>
                  <a:lnTo>
                    <a:pt x="0" y="35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7" name="Freeform 6"/>
            <p:cNvSpPr>
              <a:spLocks/>
            </p:cNvSpPr>
            <p:nvPr/>
          </p:nvSpPr>
          <p:spPr bwMode="auto">
            <a:xfrm>
              <a:off x="2974345" y="3618626"/>
              <a:ext cx="2499471" cy="854520"/>
            </a:xfrm>
            <a:custGeom>
              <a:avLst/>
              <a:gdLst>
                <a:gd name="T0" fmla="*/ 77 w 839"/>
                <a:gd name="T1" fmla="*/ 287 h 287"/>
                <a:gd name="T2" fmla="*/ 71 w 839"/>
                <a:gd name="T3" fmla="*/ 275 h 287"/>
                <a:gd name="T4" fmla="*/ 42 w 839"/>
                <a:gd name="T5" fmla="*/ 261 h 287"/>
                <a:gd name="T6" fmla="*/ 13 w 839"/>
                <a:gd name="T7" fmla="*/ 219 h 287"/>
                <a:gd name="T8" fmla="*/ 51 w 839"/>
                <a:gd name="T9" fmla="*/ 165 h 287"/>
                <a:gd name="T10" fmla="*/ 102 w 839"/>
                <a:gd name="T11" fmla="*/ 86 h 287"/>
                <a:gd name="T12" fmla="*/ 78 w 839"/>
                <a:gd name="T13" fmla="*/ 31 h 287"/>
                <a:gd name="T14" fmla="*/ 88 w 839"/>
                <a:gd name="T15" fmla="*/ 0 h 287"/>
                <a:gd name="T16" fmla="*/ 839 w 839"/>
                <a:gd name="T17" fmla="*/ 0 h 287"/>
                <a:gd name="T18" fmla="*/ 779 w 839"/>
                <a:gd name="T19" fmla="*/ 199 h 287"/>
                <a:gd name="T20" fmla="*/ 737 w 839"/>
                <a:gd name="T21" fmla="*/ 287 h 287"/>
                <a:gd name="T22" fmla="*/ 77 w 839"/>
                <a:gd name="T23"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9" h="287">
                  <a:moveTo>
                    <a:pt x="77" y="287"/>
                  </a:moveTo>
                  <a:cubicBezTo>
                    <a:pt x="76" y="283"/>
                    <a:pt x="74" y="279"/>
                    <a:pt x="71" y="275"/>
                  </a:cubicBezTo>
                  <a:cubicBezTo>
                    <a:pt x="63" y="266"/>
                    <a:pt x="55" y="265"/>
                    <a:pt x="42" y="261"/>
                  </a:cubicBezTo>
                  <a:cubicBezTo>
                    <a:pt x="18" y="253"/>
                    <a:pt x="0" y="244"/>
                    <a:pt x="13" y="219"/>
                  </a:cubicBezTo>
                  <a:cubicBezTo>
                    <a:pt x="24" y="197"/>
                    <a:pt x="26" y="198"/>
                    <a:pt x="51" y="165"/>
                  </a:cubicBezTo>
                  <a:cubicBezTo>
                    <a:pt x="77" y="129"/>
                    <a:pt x="102" y="96"/>
                    <a:pt x="102" y="86"/>
                  </a:cubicBezTo>
                  <a:cubicBezTo>
                    <a:pt x="102" y="60"/>
                    <a:pt x="69" y="60"/>
                    <a:pt x="78" y="31"/>
                  </a:cubicBezTo>
                  <a:cubicBezTo>
                    <a:pt x="82" y="18"/>
                    <a:pt x="85" y="9"/>
                    <a:pt x="88" y="0"/>
                  </a:cubicBezTo>
                  <a:cubicBezTo>
                    <a:pt x="839" y="0"/>
                    <a:pt x="839" y="0"/>
                    <a:pt x="839" y="0"/>
                  </a:cubicBezTo>
                  <a:cubicBezTo>
                    <a:pt x="839" y="74"/>
                    <a:pt x="815" y="145"/>
                    <a:pt x="779" y="199"/>
                  </a:cubicBezTo>
                  <a:cubicBezTo>
                    <a:pt x="764" y="222"/>
                    <a:pt x="749" y="248"/>
                    <a:pt x="737" y="287"/>
                  </a:cubicBezTo>
                  <a:lnTo>
                    <a:pt x="77" y="28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8" name="Freeform 7"/>
            <p:cNvSpPr>
              <a:spLocks/>
            </p:cNvSpPr>
            <p:nvPr/>
          </p:nvSpPr>
          <p:spPr bwMode="auto">
            <a:xfrm>
              <a:off x="3132683" y="4469376"/>
              <a:ext cx="2043308" cy="854520"/>
            </a:xfrm>
            <a:custGeom>
              <a:avLst/>
              <a:gdLst>
                <a:gd name="T0" fmla="*/ 666 w 686"/>
                <a:gd name="T1" fmla="*/ 99 h 287"/>
                <a:gd name="T2" fmla="*/ 686 w 686"/>
                <a:gd name="T3" fmla="*/ 287 h 287"/>
                <a:gd name="T4" fmla="*/ 221 w 686"/>
                <a:gd name="T5" fmla="*/ 287 h 287"/>
                <a:gd name="T6" fmla="*/ 53 w 686"/>
                <a:gd name="T7" fmla="*/ 222 h 287"/>
                <a:gd name="T8" fmla="*/ 15 w 686"/>
                <a:gd name="T9" fmla="*/ 184 h 287"/>
                <a:gd name="T10" fmla="*/ 25 w 686"/>
                <a:gd name="T11" fmla="*/ 130 h 287"/>
                <a:gd name="T12" fmla="*/ 15 w 686"/>
                <a:gd name="T13" fmla="*/ 94 h 287"/>
                <a:gd name="T14" fmla="*/ 20 w 686"/>
                <a:gd name="T15" fmla="*/ 75 h 287"/>
                <a:gd name="T16" fmla="*/ 8 w 686"/>
                <a:gd name="T17" fmla="*/ 64 h 287"/>
                <a:gd name="T18" fmla="*/ 14 w 686"/>
                <a:gd name="T19" fmla="*/ 35 h 287"/>
                <a:gd name="T20" fmla="*/ 25 w 686"/>
                <a:gd name="T21" fmla="*/ 0 h 287"/>
                <a:gd name="T22" fmla="*/ 685 w 686"/>
                <a:gd name="T23" fmla="*/ 0 h 287"/>
                <a:gd name="T24" fmla="*/ 666 w 686"/>
                <a:gd name="T25" fmla="*/ 9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6" h="287">
                  <a:moveTo>
                    <a:pt x="666" y="99"/>
                  </a:moveTo>
                  <a:cubicBezTo>
                    <a:pt x="658" y="172"/>
                    <a:pt x="668" y="233"/>
                    <a:pt x="686" y="287"/>
                  </a:cubicBezTo>
                  <a:cubicBezTo>
                    <a:pt x="221" y="287"/>
                    <a:pt x="221" y="287"/>
                    <a:pt x="221" y="287"/>
                  </a:cubicBezTo>
                  <a:cubicBezTo>
                    <a:pt x="167" y="221"/>
                    <a:pt x="86" y="228"/>
                    <a:pt x="53" y="222"/>
                  </a:cubicBezTo>
                  <a:cubicBezTo>
                    <a:pt x="26" y="217"/>
                    <a:pt x="16" y="192"/>
                    <a:pt x="15" y="184"/>
                  </a:cubicBezTo>
                  <a:cubicBezTo>
                    <a:pt x="12" y="171"/>
                    <a:pt x="12" y="151"/>
                    <a:pt x="25" y="130"/>
                  </a:cubicBezTo>
                  <a:cubicBezTo>
                    <a:pt x="37" y="108"/>
                    <a:pt x="22" y="109"/>
                    <a:pt x="15" y="94"/>
                  </a:cubicBezTo>
                  <a:cubicBezTo>
                    <a:pt x="11" y="87"/>
                    <a:pt x="18" y="76"/>
                    <a:pt x="20" y="75"/>
                  </a:cubicBezTo>
                  <a:cubicBezTo>
                    <a:pt x="24" y="73"/>
                    <a:pt x="16" y="73"/>
                    <a:pt x="8" y="64"/>
                  </a:cubicBezTo>
                  <a:cubicBezTo>
                    <a:pt x="0" y="54"/>
                    <a:pt x="8" y="45"/>
                    <a:pt x="14" y="35"/>
                  </a:cubicBezTo>
                  <a:cubicBezTo>
                    <a:pt x="19" y="27"/>
                    <a:pt x="28" y="14"/>
                    <a:pt x="25" y="0"/>
                  </a:cubicBezTo>
                  <a:cubicBezTo>
                    <a:pt x="685" y="0"/>
                    <a:pt x="685" y="0"/>
                    <a:pt x="685" y="0"/>
                  </a:cubicBezTo>
                  <a:cubicBezTo>
                    <a:pt x="677" y="27"/>
                    <a:pt x="670" y="59"/>
                    <a:pt x="666" y="9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cxnSp>
        <p:nvCxnSpPr>
          <p:cNvPr id="15" name="Straight Connector 14"/>
          <p:cNvCxnSpPr/>
          <p:nvPr/>
        </p:nvCxnSpPr>
        <p:spPr>
          <a:xfrm>
            <a:off x="4698433" y="2035089"/>
            <a:ext cx="0" cy="914400"/>
          </a:xfrm>
          <a:prstGeom prst="line">
            <a:avLst/>
          </a:prstGeom>
          <a:ln w="76200" cmpd="dbl">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5377552" y="3743712"/>
            <a:ext cx="0" cy="914400"/>
          </a:xfrm>
          <a:prstGeom prst="line">
            <a:avLst/>
          </a:prstGeom>
          <a:ln w="76200" cmpd="dbl">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5377551" y="5498405"/>
            <a:ext cx="1" cy="1169618"/>
          </a:xfrm>
          <a:prstGeom prst="line">
            <a:avLst/>
          </a:prstGeom>
          <a:ln w="76200" cmpd="dbl">
            <a:solidFill>
              <a:schemeClr val="accent4"/>
            </a:solidFill>
          </a:ln>
        </p:spPr>
        <p:style>
          <a:lnRef idx="1">
            <a:schemeClr val="accent1"/>
          </a:lnRef>
          <a:fillRef idx="0">
            <a:schemeClr val="accent1"/>
          </a:fillRef>
          <a:effectRef idx="0">
            <a:schemeClr val="accent1"/>
          </a:effectRef>
          <a:fontRef idx="minor">
            <a:schemeClr val="tx1"/>
          </a:fontRef>
        </p:style>
      </p:cxnSp>
      <p:sp>
        <p:nvSpPr>
          <p:cNvPr id="22" name="Right Brace 21"/>
          <p:cNvSpPr/>
          <p:nvPr/>
        </p:nvSpPr>
        <p:spPr>
          <a:xfrm>
            <a:off x="10909888" y="3663180"/>
            <a:ext cx="483783" cy="2719349"/>
          </a:xfrm>
          <a:prstGeom prst="righ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prstClr val="black"/>
              </a:solidFill>
            </a:endParaRPr>
          </a:p>
        </p:txBody>
      </p:sp>
      <p:grpSp>
        <p:nvGrpSpPr>
          <p:cNvPr id="25" name="Group 24"/>
          <p:cNvGrpSpPr/>
          <p:nvPr/>
        </p:nvGrpSpPr>
        <p:grpSpPr>
          <a:xfrm>
            <a:off x="2016188" y="2136976"/>
            <a:ext cx="924088" cy="924088"/>
            <a:chOff x="3510757" y="2582069"/>
            <a:chExt cx="464344" cy="464344"/>
          </a:xfrm>
          <a:solidFill>
            <a:schemeClr val="accent1"/>
          </a:solidFill>
        </p:grpSpPr>
        <p:sp>
          <p:nvSpPr>
            <p:cNvPr id="26"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27"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nvGrpSpPr>
          <p:cNvPr id="28" name="Group 27"/>
          <p:cNvGrpSpPr/>
          <p:nvPr/>
        </p:nvGrpSpPr>
        <p:grpSpPr>
          <a:xfrm>
            <a:off x="2834524" y="2931886"/>
            <a:ext cx="932983" cy="934577"/>
            <a:chOff x="7275629" y="3973834"/>
            <a:chExt cx="464344" cy="465138"/>
          </a:xfrm>
          <a:solidFill>
            <a:schemeClr val="accent2"/>
          </a:solidFill>
        </p:grpSpPr>
        <p:sp>
          <p:nvSpPr>
            <p:cNvPr id="29"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0"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1"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2"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3"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4"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nvGrpSpPr>
          <p:cNvPr id="35" name="Group 34"/>
          <p:cNvGrpSpPr/>
          <p:nvPr/>
        </p:nvGrpSpPr>
        <p:grpSpPr>
          <a:xfrm>
            <a:off x="3555187" y="4138211"/>
            <a:ext cx="842444" cy="789251"/>
            <a:chOff x="5368132" y="3540125"/>
            <a:chExt cx="465138" cy="435769"/>
          </a:xfrm>
          <a:solidFill>
            <a:schemeClr val="accent3"/>
          </a:solidFill>
        </p:grpSpPr>
        <p:sp>
          <p:nvSpPr>
            <p:cNvPr id="36"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7"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nvGrpSpPr>
          <p:cNvPr id="38" name="Group 37"/>
          <p:cNvGrpSpPr/>
          <p:nvPr/>
        </p:nvGrpSpPr>
        <p:grpSpPr>
          <a:xfrm>
            <a:off x="3472325" y="5621516"/>
            <a:ext cx="616893" cy="704850"/>
            <a:chOff x="9162373" y="3045147"/>
            <a:chExt cx="406400" cy="464344"/>
          </a:xfrm>
          <a:solidFill>
            <a:schemeClr val="accent4"/>
          </a:solidFill>
        </p:grpSpPr>
        <p:sp>
          <p:nvSpPr>
            <p:cNvPr id="39" name="AutoShape 48"/>
            <p:cNvSpPr>
              <a:spLocks/>
            </p:cNvSpPr>
            <p:nvPr/>
          </p:nvSpPr>
          <p:spPr bwMode="auto">
            <a:xfrm>
              <a:off x="9162373" y="3045147"/>
              <a:ext cx="406400"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425"/>
                  </a:moveTo>
                  <a:cubicBezTo>
                    <a:pt x="5687" y="7425"/>
                    <a:pt x="1542" y="6064"/>
                    <a:pt x="1542" y="4387"/>
                  </a:cubicBezTo>
                  <a:cubicBezTo>
                    <a:pt x="1542" y="2709"/>
                    <a:pt x="5687" y="1350"/>
                    <a:pt x="10800" y="1350"/>
                  </a:cubicBezTo>
                  <a:cubicBezTo>
                    <a:pt x="15912" y="1350"/>
                    <a:pt x="20057" y="2709"/>
                    <a:pt x="20057" y="4387"/>
                  </a:cubicBezTo>
                  <a:cubicBezTo>
                    <a:pt x="20057" y="6064"/>
                    <a:pt x="15912" y="7425"/>
                    <a:pt x="10800" y="7425"/>
                  </a:cubicBezTo>
                  <a:moveTo>
                    <a:pt x="20057" y="9112"/>
                  </a:moveTo>
                  <a:lnTo>
                    <a:pt x="20054" y="9112"/>
                  </a:lnTo>
                  <a:cubicBezTo>
                    <a:pt x="20054" y="9119"/>
                    <a:pt x="20057" y="9127"/>
                    <a:pt x="20057" y="9133"/>
                  </a:cubicBezTo>
                  <a:cubicBezTo>
                    <a:pt x="20057" y="10800"/>
                    <a:pt x="15912" y="12150"/>
                    <a:pt x="10800" y="12150"/>
                  </a:cubicBezTo>
                  <a:cubicBezTo>
                    <a:pt x="5687" y="12150"/>
                    <a:pt x="1542" y="10800"/>
                    <a:pt x="1542" y="9133"/>
                  </a:cubicBezTo>
                  <a:cubicBezTo>
                    <a:pt x="1542" y="9127"/>
                    <a:pt x="1545" y="9119"/>
                    <a:pt x="1545" y="9112"/>
                  </a:cubicBezTo>
                  <a:lnTo>
                    <a:pt x="1542" y="9112"/>
                  </a:lnTo>
                  <a:lnTo>
                    <a:pt x="1542" y="6793"/>
                  </a:lnTo>
                  <a:cubicBezTo>
                    <a:pt x="3564" y="8140"/>
                    <a:pt x="7271" y="8774"/>
                    <a:pt x="10800" y="8774"/>
                  </a:cubicBezTo>
                  <a:cubicBezTo>
                    <a:pt x="14328" y="8774"/>
                    <a:pt x="18035" y="8140"/>
                    <a:pt x="20057" y="6793"/>
                  </a:cubicBezTo>
                  <a:cubicBezTo>
                    <a:pt x="20057" y="6793"/>
                    <a:pt x="20057" y="9112"/>
                    <a:pt x="20057" y="9112"/>
                  </a:cubicBezTo>
                  <a:close/>
                  <a:moveTo>
                    <a:pt x="20057" y="13162"/>
                  </a:moveTo>
                  <a:lnTo>
                    <a:pt x="20054" y="13162"/>
                  </a:lnTo>
                  <a:cubicBezTo>
                    <a:pt x="20054" y="13169"/>
                    <a:pt x="20057" y="13177"/>
                    <a:pt x="20057" y="13183"/>
                  </a:cubicBezTo>
                  <a:cubicBezTo>
                    <a:pt x="20057" y="14850"/>
                    <a:pt x="15912" y="16200"/>
                    <a:pt x="10800" y="16200"/>
                  </a:cubicBezTo>
                  <a:cubicBezTo>
                    <a:pt x="5687" y="16200"/>
                    <a:pt x="1542" y="14850"/>
                    <a:pt x="1542" y="13183"/>
                  </a:cubicBezTo>
                  <a:cubicBezTo>
                    <a:pt x="1542" y="13177"/>
                    <a:pt x="1545" y="13169"/>
                    <a:pt x="1545" y="13162"/>
                  </a:cubicBezTo>
                  <a:lnTo>
                    <a:pt x="1542" y="13162"/>
                  </a:lnTo>
                  <a:lnTo>
                    <a:pt x="1542" y="10640"/>
                  </a:lnTo>
                  <a:cubicBezTo>
                    <a:pt x="3136" y="12077"/>
                    <a:pt x="6982" y="12825"/>
                    <a:pt x="10800" y="12825"/>
                  </a:cubicBezTo>
                  <a:cubicBezTo>
                    <a:pt x="14617" y="12825"/>
                    <a:pt x="18463" y="12077"/>
                    <a:pt x="20057" y="10640"/>
                  </a:cubicBezTo>
                  <a:cubicBezTo>
                    <a:pt x="20057" y="10640"/>
                    <a:pt x="20057" y="13162"/>
                    <a:pt x="20057" y="13162"/>
                  </a:cubicBezTo>
                  <a:close/>
                  <a:moveTo>
                    <a:pt x="20057" y="17212"/>
                  </a:moveTo>
                  <a:cubicBezTo>
                    <a:pt x="20057" y="18889"/>
                    <a:pt x="15912" y="20249"/>
                    <a:pt x="10800" y="20249"/>
                  </a:cubicBezTo>
                  <a:cubicBezTo>
                    <a:pt x="5687" y="20249"/>
                    <a:pt x="1542" y="18889"/>
                    <a:pt x="1542" y="17212"/>
                  </a:cubicBezTo>
                  <a:lnTo>
                    <a:pt x="1542" y="14690"/>
                  </a:lnTo>
                  <a:cubicBezTo>
                    <a:pt x="3136" y="16127"/>
                    <a:pt x="6982" y="16875"/>
                    <a:pt x="10800" y="16875"/>
                  </a:cubicBezTo>
                  <a:cubicBezTo>
                    <a:pt x="14617" y="16875"/>
                    <a:pt x="18463" y="16127"/>
                    <a:pt x="20057" y="14690"/>
                  </a:cubicBezTo>
                  <a:cubicBezTo>
                    <a:pt x="20057" y="14690"/>
                    <a:pt x="20057" y="17212"/>
                    <a:pt x="20057" y="17212"/>
                  </a:cubicBezTo>
                  <a:close/>
                  <a:moveTo>
                    <a:pt x="10800" y="0"/>
                  </a:moveTo>
                  <a:cubicBezTo>
                    <a:pt x="5598" y="0"/>
                    <a:pt x="0" y="1372"/>
                    <a:pt x="0" y="4387"/>
                  </a:cubicBezTo>
                  <a:lnTo>
                    <a:pt x="0" y="17212"/>
                  </a:lnTo>
                  <a:cubicBezTo>
                    <a:pt x="0" y="20226"/>
                    <a:pt x="5598" y="21599"/>
                    <a:pt x="10800" y="21599"/>
                  </a:cubicBezTo>
                  <a:cubicBezTo>
                    <a:pt x="16001" y="21599"/>
                    <a:pt x="21599" y="20226"/>
                    <a:pt x="21599" y="17212"/>
                  </a:cubicBezTo>
                  <a:lnTo>
                    <a:pt x="21599" y="4387"/>
                  </a:lnTo>
                  <a:cubicBezTo>
                    <a:pt x="21599" y="1372"/>
                    <a:pt x="1600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40" name="AutoShape 49"/>
            <p:cNvSpPr>
              <a:spLocks/>
            </p:cNvSpPr>
            <p:nvPr/>
          </p:nvSpPr>
          <p:spPr bwMode="auto">
            <a:xfrm>
              <a:off x="9481460" y="3407890"/>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41" name="AutoShape 50"/>
            <p:cNvSpPr>
              <a:spLocks/>
            </p:cNvSpPr>
            <p:nvPr/>
          </p:nvSpPr>
          <p:spPr bwMode="auto">
            <a:xfrm>
              <a:off x="9481460" y="3320578"/>
              <a:ext cx="29369"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42" name="AutoShape 51"/>
            <p:cNvSpPr>
              <a:spLocks/>
            </p:cNvSpPr>
            <p:nvPr/>
          </p:nvSpPr>
          <p:spPr bwMode="auto">
            <a:xfrm>
              <a:off x="9481460" y="3233265"/>
              <a:ext cx="29369"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sp>
        <p:nvSpPr>
          <p:cNvPr id="46" name="TextBox 45"/>
          <p:cNvSpPr txBox="1"/>
          <p:nvPr/>
        </p:nvSpPr>
        <p:spPr>
          <a:xfrm>
            <a:off x="4971597" y="2339148"/>
            <a:ext cx="6238057" cy="430887"/>
          </a:xfrm>
          <a:prstGeom prst="rect">
            <a:avLst/>
          </a:prstGeom>
          <a:noFill/>
        </p:spPr>
        <p:txBody>
          <a:bodyPr wrap="square" lIns="0" tIns="0" rIns="0" bIns="0" rtlCol="0">
            <a:spAutoFit/>
          </a:bodyPr>
          <a:lstStyle/>
          <a:p>
            <a:pPr rtl="1" fontAlgn="auto">
              <a:spcBef>
                <a:spcPts val="0"/>
              </a:spcBef>
              <a:spcAft>
                <a:spcPts val="0"/>
              </a:spcAft>
            </a:pPr>
            <a:r>
              <a:rPr lang="ar-SA" sz="2800" b="1" dirty="0" smtClean="0">
                <a:solidFill>
                  <a:srgbClr val="F0992F"/>
                </a:solidFill>
                <a:latin typeface="Roboto"/>
                <a:cs typeface="+mj-cs"/>
              </a:rPr>
              <a:t>النوع </a:t>
            </a:r>
            <a:r>
              <a:rPr lang="ar-SA" sz="2800" b="1" dirty="0">
                <a:solidFill>
                  <a:srgbClr val="F0992F"/>
                </a:solidFill>
                <a:latin typeface="Roboto"/>
                <a:cs typeface="+mj-cs"/>
              </a:rPr>
              <a:t>الثاني: الانفوجرافيك المتحرك: عبارة عن نوعين</a:t>
            </a:r>
            <a:endParaRPr lang="id-ID" sz="2800" b="1" dirty="0">
              <a:solidFill>
                <a:srgbClr val="F0992F"/>
              </a:solidFill>
              <a:latin typeface="Roboto"/>
              <a:cs typeface="Simplified Arabic" panose="02020603050405020304" pitchFamily="18" charset="-78"/>
            </a:endParaRPr>
          </a:p>
        </p:txBody>
      </p:sp>
      <p:sp>
        <p:nvSpPr>
          <p:cNvPr id="47" name="TextBox 46"/>
          <p:cNvSpPr txBox="1"/>
          <p:nvPr/>
        </p:nvSpPr>
        <p:spPr>
          <a:xfrm>
            <a:off x="5745944" y="4124463"/>
            <a:ext cx="5163944" cy="1107996"/>
          </a:xfrm>
          <a:prstGeom prst="rect">
            <a:avLst/>
          </a:prstGeom>
          <a:noFill/>
        </p:spPr>
        <p:txBody>
          <a:bodyPr wrap="square" lIns="0" tIns="0" rIns="0" bIns="0" rtlCol="0">
            <a:spAutoFit/>
          </a:bodyPr>
          <a:lstStyle/>
          <a:p>
            <a:pPr fontAlgn="auto">
              <a:spcBef>
                <a:spcPts val="0"/>
              </a:spcBef>
              <a:spcAft>
                <a:spcPts val="0"/>
              </a:spcAft>
            </a:pPr>
            <a:r>
              <a:rPr lang="ar-SA" sz="2400" b="1" dirty="0">
                <a:latin typeface="Roboto Lt"/>
                <a:cs typeface="Simplified Arabic" panose="02020603050405020304" pitchFamily="18" charset="-78"/>
              </a:rPr>
              <a:t>: تصوير فيديو عادي، ويوضع عليه البيانات والتوضيحات بشكل جرافيك متحرك يظهر بعض الحقائق والمفاهيم على الفيديو نفسه</a:t>
            </a:r>
            <a:endParaRPr lang="en-AU" sz="2400" b="1" dirty="0">
              <a:latin typeface="Roboto Lt"/>
              <a:cs typeface="Simplified Arabic" panose="02020603050405020304" pitchFamily="18" charset="-78"/>
            </a:endParaRPr>
          </a:p>
        </p:txBody>
      </p:sp>
      <p:sp>
        <p:nvSpPr>
          <p:cNvPr id="48" name="TextBox 47"/>
          <p:cNvSpPr txBox="1"/>
          <p:nvPr/>
        </p:nvSpPr>
        <p:spPr>
          <a:xfrm>
            <a:off x="5578217" y="3632020"/>
            <a:ext cx="3173982" cy="492443"/>
          </a:xfrm>
          <a:prstGeom prst="rect">
            <a:avLst/>
          </a:prstGeom>
          <a:noFill/>
        </p:spPr>
        <p:txBody>
          <a:bodyPr wrap="square" lIns="0" tIns="0" rIns="0" bIns="0" rtlCol="0">
            <a:spAutoFit/>
          </a:bodyPr>
          <a:lstStyle/>
          <a:p>
            <a:pPr algn="ctr" rtl="1" fontAlgn="auto">
              <a:spcBef>
                <a:spcPts val="0"/>
              </a:spcBef>
              <a:spcAft>
                <a:spcPts val="0"/>
              </a:spcAft>
            </a:pPr>
            <a:r>
              <a:rPr lang="ar-SA" sz="3200" b="1" u="sng" dirty="0" smtClean="0">
                <a:solidFill>
                  <a:srgbClr val="1E3046"/>
                </a:solidFill>
                <a:latin typeface="Roboto"/>
                <a:cs typeface="Clear Sans" panose="020B0503030202020304" pitchFamily="34" charset="0"/>
              </a:rPr>
              <a:t>النوع </a:t>
            </a:r>
            <a:r>
              <a:rPr lang="ar-SA" sz="3200" b="1" u="sng" dirty="0">
                <a:solidFill>
                  <a:srgbClr val="1E3046"/>
                </a:solidFill>
                <a:latin typeface="Roboto"/>
                <a:cs typeface="Clear Sans" panose="020B0503030202020304" pitchFamily="34" charset="0"/>
              </a:rPr>
              <a:t>الاول</a:t>
            </a:r>
            <a:endParaRPr lang="id-ID" sz="3200" b="1" u="sng" dirty="0">
              <a:solidFill>
                <a:srgbClr val="1E3046"/>
              </a:solidFill>
              <a:latin typeface="Roboto"/>
              <a:cs typeface="Clear Sans" panose="020B0503030202020304" pitchFamily="34" charset="0"/>
            </a:endParaRPr>
          </a:p>
        </p:txBody>
      </p:sp>
      <p:sp>
        <p:nvSpPr>
          <p:cNvPr id="49" name="TextBox 48"/>
          <p:cNvSpPr txBox="1"/>
          <p:nvPr/>
        </p:nvSpPr>
        <p:spPr>
          <a:xfrm>
            <a:off x="5911489" y="5929359"/>
            <a:ext cx="4151392" cy="738664"/>
          </a:xfrm>
          <a:prstGeom prst="rect">
            <a:avLst/>
          </a:prstGeom>
          <a:noFill/>
        </p:spPr>
        <p:txBody>
          <a:bodyPr wrap="square" lIns="0" tIns="0" rIns="0" bIns="0" rtlCol="0">
            <a:spAutoFit/>
          </a:bodyPr>
          <a:lstStyle/>
          <a:p>
            <a:pPr fontAlgn="auto">
              <a:spcBef>
                <a:spcPts val="0"/>
              </a:spcBef>
              <a:spcAft>
                <a:spcPts val="0"/>
              </a:spcAft>
            </a:pPr>
            <a:r>
              <a:rPr lang="ar-SA" sz="2400" b="1" dirty="0">
                <a:latin typeface="Roboto Lt"/>
                <a:cs typeface="Simplified Arabic" panose="02020603050405020304" pitchFamily="18" charset="-78"/>
              </a:rPr>
              <a:t>يتمثل في تصميم البيانات والمعلومات والتوضيحات بشكل متحرك كامل</a:t>
            </a:r>
            <a:endParaRPr lang="en-AU" sz="2400" b="1" dirty="0">
              <a:latin typeface="Roboto Lt"/>
              <a:cs typeface="Simplified Arabic" panose="02020603050405020304" pitchFamily="18" charset="-78"/>
            </a:endParaRPr>
          </a:p>
        </p:txBody>
      </p:sp>
      <p:sp>
        <p:nvSpPr>
          <p:cNvPr id="50" name="TextBox 49"/>
          <p:cNvSpPr txBox="1"/>
          <p:nvPr/>
        </p:nvSpPr>
        <p:spPr>
          <a:xfrm>
            <a:off x="5421551" y="5436916"/>
            <a:ext cx="3227935" cy="492443"/>
          </a:xfrm>
          <a:prstGeom prst="rect">
            <a:avLst/>
          </a:prstGeom>
          <a:noFill/>
        </p:spPr>
        <p:txBody>
          <a:bodyPr wrap="square" lIns="0" tIns="0" rIns="0" bIns="0" rtlCol="0">
            <a:spAutoFit/>
          </a:bodyPr>
          <a:lstStyle/>
          <a:p>
            <a:pPr algn="ctr" rtl="1" fontAlgn="auto">
              <a:spcBef>
                <a:spcPts val="0"/>
              </a:spcBef>
              <a:spcAft>
                <a:spcPts val="0"/>
              </a:spcAft>
            </a:pPr>
            <a:r>
              <a:rPr lang="ar-SA" sz="3200" b="1" dirty="0" smtClean="0">
                <a:latin typeface="Roboto"/>
                <a:cs typeface="Clear Sans" panose="020B0503030202020304" pitchFamily="34" charset="0"/>
              </a:rPr>
              <a:t>النوع </a:t>
            </a:r>
            <a:r>
              <a:rPr lang="ar-SA" sz="3200" b="1" dirty="0">
                <a:latin typeface="Roboto"/>
                <a:cs typeface="Clear Sans" panose="020B0503030202020304" pitchFamily="34" charset="0"/>
              </a:rPr>
              <a:t>الثاني</a:t>
            </a:r>
            <a:endParaRPr lang="id-ID" sz="3200" b="1" dirty="0">
              <a:latin typeface="Roboto"/>
              <a:cs typeface="Clear Sans" panose="020B0503030202020304" pitchFamily="34" charset="0"/>
            </a:endParaRPr>
          </a:p>
        </p:txBody>
      </p:sp>
      <p:sp>
        <p:nvSpPr>
          <p:cNvPr id="52" name="TextBox 23"/>
          <p:cNvSpPr txBox="1"/>
          <p:nvPr/>
        </p:nvSpPr>
        <p:spPr>
          <a:xfrm>
            <a:off x="11293166" y="3394860"/>
            <a:ext cx="738664" cy="3416320"/>
          </a:xfrm>
          <a:prstGeom prst="rect">
            <a:avLst/>
          </a:prstGeom>
          <a:noFill/>
        </p:spPr>
        <p:txBody>
          <a:bodyPr vert="vert270"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rtl="1" fontAlgn="auto">
              <a:spcBef>
                <a:spcPts val="0"/>
              </a:spcBef>
              <a:spcAft>
                <a:spcPts val="0"/>
              </a:spcAft>
            </a:pPr>
            <a:r>
              <a:rPr lang="ar-SA" sz="3600" b="1" dirty="0" smtClean="0">
                <a:solidFill>
                  <a:srgbClr val="4472C4"/>
                </a:solidFill>
                <a:latin typeface="Roboto"/>
                <a:cs typeface="Simplified Arabic" panose="02020603050405020304" pitchFamily="18" charset="-78"/>
              </a:rPr>
              <a:t>النوع </a:t>
            </a:r>
            <a:r>
              <a:rPr lang="ar-SA" sz="3600" b="1" dirty="0">
                <a:solidFill>
                  <a:srgbClr val="4472C4"/>
                </a:solidFill>
                <a:latin typeface="Roboto"/>
                <a:cs typeface="Simplified Arabic" panose="02020603050405020304" pitchFamily="18" charset="-78"/>
              </a:rPr>
              <a:t>الثاني</a:t>
            </a:r>
            <a:endParaRPr lang="id-ID" sz="3600" b="1" dirty="0">
              <a:solidFill>
                <a:srgbClr val="4472C4"/>
              </a:solidFill>
              <a:latin typeface="Roboto"/>
            </a:endParaRPr>
          </a:p>
        </p:txBody>
      </p:sp>
      <p:sp>
        <p:nvSpPr>
          <p:cNvPr id="4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72666353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fade">
                                      <p:cBhvr>
                                        <p:cTn id="13" dur="500"/>
                                        <p:tgtEl>
                                          <p:spTgt spid="25"/>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fade">
                                      <p:cBhvr>
                                        <p:cTn id="21" dur="500"/>
                                        <p:tgtEl>
                                          <p:spTgt spid="35"/>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childTnLst>
                          </p:cTn>
                        </p:par>
                        <p:par>
                          <p:cTn id="26" fill="hold">
                            <p:stCondLst>
                              <p:cond delay="2500"/>
                            </p:stCondLst>
                            <p:childTnLst>
                              <p:par>
                                <p:cTn id="27" presetID="2" presetClass="entr" presetSubtype="4" fill="hold" nodeType="afterEffect">
                                  <p:stCondLst>
                                    <p:cond delay="0"/>
                                  </p:stCondLst>
                                  <p:childTnLst>
                                    <p:set>
                                      <p:cBhvr>
                                        <p:cTn id="28" dur="1" fill="hold">
                                          <p:stCondLst>
                                            <p:cond delay="0"/>
                                          </p:stCondLst>
                                        </p:cTn>
                                        <p:tgtEl>
                                          <p:spTgt spid="15"/>
                                        </p:tgtEl>
                                        <p:attrNameLst>
                                          <p:attrName>style.visibility</p:attrName>
                                        </p:attrNameLst>
                                      </p:cBhvr>
                                      <p:to>
                                        <p:strVal val="visible"/>
                                      </p:to>
                                    </p:set>
                                    <p:anim calcmode="lin" valueType="num">
                                      <p:cBhvr additive="base">
                                        <p:cTn id="29" dur="500" fill="hold"/>
                                        <p:tgtEl>
                                          <p:spTgt spid="15"/>
                                        </p:tgtEl>
                                        <p:attrNameLst>
                                          <p:attrName>ppt_x</p:attrName>
                                        </p:attrNameLst>
                                      </p:cBhvr>
                                      <p:tavLst>
                                        <p:tav tm="0">
                                          <p:val>
                                            <p:strVal val="#ppt_x"/>
                                          </p:val>
                                        </p:tav>
                                        <p:tav tm="100000">
                                          <p:val>
                                            <p:strVal val="#ppt_x"/>
                                          </p:val>
                                        </p:tav>
                                      </p:tavLst>
                                    </p:anim>
                                    <p:anim calcmode="lin" valueType="num">
                                      <p:cBhvr additive="base">
                                        <p:cTn id="30" dur="500" fill="hold"/>
                                        <p:tgtEl>
                                          <p:spTgt spid="15"/>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46"/>
                                        </p:tgtEl>
                                        <p:attrNameLst>
                                          <p:attrName>style.visibility</p:attrName>
                                        </p:attrNameLst>
                                      </p:cBhvr>
                                      <p:to>
                                        <p:strVal val="visible"/>
                                      </p:to>
                                    </p:set>
                                    <p:animEffect transition="in" filter="fade">
                                      <p:cBhvr>
                                        <p:cTn id="34" dur="500"/>
                                        <p:tgtEl>
                                          <p:spTgt spid="46"/>
                                        </p:tgtEl>
                                      </p:cBhvr>
                                    </p:animEffect>
                                  </p:childTnLst>
                                </p:cTn>
                              </p:par>
                            </p:childTnLst>
                          </p:cTn>
                        </p:par>
                        <p:par>
                          <p:cTn id="35" fill="hold">
                            <p:stCondLst>
                              <p:cond delay="3500"/>
                            </p:stCondLst>
                            <p:childTnLst>
                              <p:par>
                                <p:cTn id="36" presetID="2" presetClass="entr" presetSubtype="4" fill="hold" nodeType="after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500" fill="hold"/>
                                        <p:tgtEl>
                                          <p:spTgt spid="16"/>
                                        </p:tgtEl>
                                        <p:attrNameLst>
                                          <p:attrName>ppt_x</p:attrName>
                                        </p:attrNameLst>
                                      </p:cBhvr>
                                      <p:tavLst>
                                        <p:tav tm="0">
                                          <p:val>
                                            <p:strVal val="#ppt_x"/>
                                          </p:val>
                                        </p:tav>
                                        <p:tav tm="100000">
                                          <p:val>
                                            <p:strVal val="#ppt_x"/>
                                          </p:val>
                                        </p:tav>
                                      </p:tavLst>
                                    </p:anim>
                                    <p:anim calcmode="lin" valueType="num">
                                      <p:cBhvr additive="base">
                                        <p:cTn id="39" dur="500" fill="hold"/>
                                        <p:tgtEl>
                                          <p:spTgt spid="16"/>
                                        </p:tgtEl>
                                        <p:attrNameLst>
                                          <p:attrName>ppt_y</p:attrName>
                                        </p:attrNameLst>
                                      </p:cBhvr>
                                      <p:tavLst>
                                        <p:tav tm="0">
                                          <p:val>
                                            <p:strVal val="1+#ppt_h/2"/>
                                          </p:val>
                                        </p:tav>
                                        <p:tav tm="100000">
                                          <p:val>
                                            <p:strVal val="#ppt_y"/>
                                          </p:val>
                                        </p:tav>
                                      </p:tavLst>
                                    </p:anim>
                                  </p:childTnLst>
                                </p:cTn>
                              </p:par>
                            </p:childTnLst>
                          </p:cTn>
                        </p:par>
                        <p:par>
                          <p:cTn id="40" fill="hold">
                            <p:stCondLst>
                              <p:cond delay="4000"/>
                            </p:stCondLst>
                            <p:childTnLst>
                              <p:par>
                                <p:cTn id="41" presetID="10" presetClass="entr" presetSubtype="0" fill="hold" grpId="0" nodeType="afterEffect">
                                  <p:stCondLst>
                                    <p:cond delay="0"/>
                                  </p:stCondLst>
                                  <p:childTnLst>
                                    <p:set>
                                      <p:cBhvr>
                                        <p:cTn id="42" dur="1" fill="hold">
                                          <p:stCondLst>
                                            <p:cond delay="0"/>
                                          </p:stCondLst>
                                        </p:cTn>
                                        <p:tgtEl>
                                          <p:spTgt spid="48"/>
                                        </p:tgtEl>
                                        <p:attrNameLst>
                                          <p:attrName>style.visibility</p:attrName>
                                        </p:attrNameLst>
                                      </p:cBhvr>
                                      <p:to>
                                        <p:strVal val="visible"/>
                                      </p:to>
                                    </p:set>
                                    <p:animEffect transition="in" filter="fade">
                                      <p:cBhvr>
                                        <p:cTn id="43" dur="500"/>
                                        <p:tgtEl>
                                          <p:spTgt spid="48"/>
                                        </p:tgtEl>
                                      </p:cBhvr>
                                    </p:animEffect>
                                  </p:childTnLst>
                                </p:cTn>
                              </p:par>
                            </p:childTnLst>
                          </p:cTn>
                        </p:par>
                        <p:par>
                          <p:cTn id="44" fill="hold">
                            <p:stCondLst>
                              <p:cond delay="4500"/>
                            </p:stCondLst>
                            <p:childTnLst>
                              <p:par>
                                <p:cTn id="45" presetID="18" presetClass="entr" presetSubtype="6" fill="hold" grpId="0" nodeType="afterEffect">
                                  <p:stCondLst>
                                    <p:cond delay="0"/>
                                  </p:stCondLst>
                                  <p:childTnLst>
                                    <p:set>
                                      <p:cBhvr>
                                        <p:cTn id="46" dur="1" fill="hold">
                                          <p:stCondLst>
                                            <p:cond delay="0"/>
                                          </p:stCondLst>
                                        </p:cTn>
                                        <p:tgtEl>
                                          <p:spTgt spid="47"/>
                                        </p:tgtEl>
                                        <p:attrNameLst>
                                          <p:attrName>style.visibility</p:attrName>
                                        </p:attrNameLst>
                                      </p:cBhvr>
                                      <p:to>
                                        <p:strVal val="visible"/>
                                      </p:to>
                                    </p:set>
                                    <p:animEffect transition="in" filter="strips(downRight)">
                                      <p:cBhvr>
                                        <p:cTn id="47" dur="500"/>
                                        <p:tgtEl>
                                          <p:spTgt spid="47"/>
                                        </p:tgtEl>
                                      </p:cBhvr>
                                    </p:animEffect>
                                  </p:childTnLst>
                                </p:cTn>
                              </p:par>
                            </p:childTnLst>
                          </p:cTn>
                        </p:par>
                        <p:par>
                          <p:cTn id="48" fill="hold">
                            <p:stCondLst>
                              <p:cond delay="5000"/>
                            </p:stCondLst>
                            <p:childTnLst>
                              <p:par>
                                <p:cTn id="49" presetID="2" presetClass="entr" presetSubtype="4" fill="hold" nodeType="afterEffect">
                                  <p:stCondLst>
                                    <p:cond delay="0"/>
                                  </p:stCondLst>
                                  <p:childTnLst>
                                    <p:set>
                                      <p:cBhvr>
                                        <p:cTn id="50" dur="1" fill="hold">
                                          <p:stCondLst>
                                            <p:cond delay="0"/>
                                          </p:stCondLst>
                                        </p:cTn>
                                        <p:tgtEl>
                                          <p:spTgt spid="17"/>
                                        </p:tgtEl>
                                        <p:attrNameLst>
                                          <p:attrName>style.visibility</p:attrName>
                                        </p:attrNameLst>
                                      </p:cBhvr>
                                      <p:to>
                                        <p:strVal val="visible"/>
                                      </p:to>
                                    </p:set>
                                    <p:anim calcmode="lin" valueType="num">
                                      <p:cBhvr additive="base">
                                        <p:cTn id="51" dur="500" fill="hold"/>
                                        <p:tgtEl>
                                          <p:spTgt spid="17"/>
                                        </p:tgtEl>
                                        <p:attrNameLst>
                                          <p:attrName>ppt_x</p:attrName>
                                        </p:attrNameLst>
                                      </p:cBhvr>
                                      <p:tavLst>
                                        <p:tav tm="0">
                                          <p:val>
                                            <p:strVal val="#ppt_x"/>
                                          </p:val>
                                        </p:tav>
                                        <p:tav tm="100000">
                                          <p:val>
                                            <p:strVal val="#ppt_x"/>
                                          </p:val>
                                        </p:tav>
                                      </p:tavLst>
                                    </p:anim>
                                    <p:anim calcmode="lin" valueType="num">
                                      <p:cBhvr additive="base">
                                        <p:cTn id="52" dur="500" fill="hold"/>
                                        <p:tgtEl>
                                          <p:spTgt spid="17"/>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10" presetClass="entr" presetSubtype="0" fill="hold" grpId="0" nodeType="afterEffect">
                                  <p:stCondLst>
                                    <p:cond delay="0"/>
                                  </p:stCondLst>
                                  <p:childTnLst>
                                    <p:set>
                                      <p:cBhvr>
                                        <p:cTn id="55" dur="1" fill="hold">
                                          <p:stCondLst>
                                            <p:cond delay="0"/>
                                          </p:stCondLst>
                                        </p:cTn>
                                        <p:tgtEl>
                                          <p:spTgt spid="50"/>
                                        </p:tgtEl>
                                        <p:attrNameLst>
                                          <p:attrName>style.visibility</p:attrName>
                                        </p:attrNameLst>
                                      </p:cBhvr>
                                      <p:to>
                                        <p:strVal val="visible"/>
                                      </p:to>
                                    </p:set>
                                    <p:animEffect transition="in" filter="fade">
                                      <p:cBhvr>
                                        <p:cTn id="56" dur="500"/>
                                        <p:tgtEl>
                                          <p:spTgt spid="50"/>
                                        </p:tgtEl>
                                      </p:cBhvr>
                                    </p:animEffect>
                                  </p:childTnLst>
                                </p:cTn>
                              </p:par>
                            </p:childTnLst>
                          </p:cTn>
                        </p:par>
                        <p:par>
                          <p:cTn id="57" fill="hold">
                            <p:stCondLst>
                              <p:cond delay="6000"/>
                            </p:stCondLst>
                            <p:childTnLst>
                              <p:par>
                                <p:cTn id="58" presetID="18" presetClass="entr" presetSubtype="6" fill="hold" grpId="0" nodeType="afterEffect">
                                  <p:stCondLst>
                                    <p:cond delay="0"/>
                                  </p:stCondLst>
                                  <p:childTnLst>
                                    <p:set>
                                      <p:cBhvr>
                                        <p:cTn id="59" dur="1" fill="hold">
                                          <p:stCondLst>
                                            <p:cond delay="0"/>
                                          </p:stCondLst>
                                        </p:cTn>
                                        <p:tgtEl>
                                          <p:spTgt spid="49"/>
                                        </p:tgtEl>
                                        <p:attrNameLst>
                                          <p:attrName>style.visibility</p:attrName>
                                        </p:attrNameLst>
                                      </p:cBhvr>
                                      <p:to>
                                        <p:strVal val="visible"/>
                                      </p:to>
                                    </p:set>
                                    <p:animEffect transition="in" filter="strips(downRight)">
                                      <p:cBhvr>
                                        <p:cTn id="60" dur="500"/>
                                        <p:tgtEl>
                                          <p:spTgt spid="49"/>
                                        </p:tgtEl>
                                      </p:cBhvr>
                                    </p:animEffect>
                                  </p:childTnLst>
                                </p:cTn>
                              </p:par>
                            </p:childTnLst>
                          </p:cTn>
                        </p:par>
                        <p:par>
                          <p:cTn id="61" fill="hold">
                            <p:stCondLst>
                              <p:cond delay="6500"/>
                            </p:stCondLst>
                            <p:childTnLst>
                              <p:par>
                                <p:cTn id="62" presetID="2" presetClass="entr" presetSubtype="4" fill="hold" grpId="0" nodeType="afterEffect">
                                  <p:stCondLst>
                                    <p:cond delay="0"/>
                                  </p:stCondLst>
                                  <p:childTnLst>
                                    <p:set>
                                      <p:cBhvr>
                                        <p:cTn id="63" dur="1" fill="hold">
                                          <p:stCondLst>
                                            <p:cond delay="0"/>
                                          </p:stCondLst>
                                        </p:cTn>
                                        <p:tgtEl>
                                          <p:spTgt spid="22"/>
                                        </p:tgtEl>
                                        <p:attrNameLst>
                                          <p:attrName>style.visibility</p:attrName>
                                        </p:attrNameLst>
                                      </p:cBhvr>
                                      <p:to>
                                        <p:strVal val="visible"/>
                                      </p:to>
                                    </p:set>
                                    <p:anim calcmode="lin" valueType="num">
                                      <p:cBhvr additive="base">
                                        <p:cTn id="64" dur="500" fill="hold"/>
                                        <p:tgtEl>
                                          <p:spTgt spid="22"/>
                                        </p:tgtEl>
                                        <p:attrNameLst>
                                          <p:attrName>ppt_x</p:attrName>
                                        </p:attrNameLst>
                                      </p:cBhvr>
                                      <p:tavLst>
                                        <p:tav tm="0">
                                          <p:val>
                                            <p:strVal val="#ppt_x"/>
                                          </p:val>
                                        </p:tav>
                                        <p:tav tm="100000">
                                          <p:val>
                                            <p:strVal val="#ppt_x"/>
                                          </p:val>
                                        </p:tav>
                                      </p:tavLst>
                                    </p:anim>
                                    <p:anim calcmode="lin" valueType="num">
                                      <p:cBhvr additive="base">
                                        <p:cTn id="65" dur="500" fill="hold"/>
                                        <p:tgtEl>
                                          <p:spTgt spid="22"/>
                                        </p:tgtEl>
                                        <p:attrNameLst>
                                          <p:attrName>ppt_y</p:attrName>
                                        </p:attrNameLst>
                                      </p:cBhvr>
                                      <p:tavLst>
                                        <p:tav tm="0">
                                          <p:val>
                                            <p:strVal val="1+#ppt_h/2"/>
                                          </p:val>
                                        </p:tav>
                                        <p:tav tm="100000">
                                          <p:val>
                                            <p:strVal val="#ppt_y"/>
                                          </p:val>
                                        </p:tav>
                                      </p:tavLst>
                                    </p:anim>
                                  </p:childTnLst>
                                </p:cTn>
                              </p:par>
                            </p:childTnLst>
                          </p:cTn>
                        </p:par>
                        <p:par>
                          <p:cTn id="66" fill="hold">
                            <p:stCondLst>
                              <p:cond delay="7000"/>
                            </p:stCondLst>
                            <p:childTnLst>
                              <p:par>
                                <p:cTn id="67" presetID="10" presetClass="entr" presetSubtype="0" fill="hold" grpId="0" nodeType="afterEffect">
                                  <p:stCondLst>
                                    <p:cond delay="0"/>
                                  </p:stCondLst>
                                  <p:childTnLst>
                                    <p:set>
                                      <p:cBhvr>
                                        <p:cTn id="68" dur="1" fill="hold">
                                          <p:stCondLst>
                                            <p:cond delay="0"/>
                                          </p:stCondLst>
                                        </p:cTn>
                                        <p:tgtEl>
                                          <p:spTgt spid="52"/>
                                        </p:tgtEl>
                                        <p:attrNameLst>
                                          <p:attrName>style.visibility</p:attrName>
                                        </p:attrNameLst>
                                      </p:cBhvr>
                                      <p:to>
                                        <p:strVal val="visible"/>
                                      </p:to>
                                    </p:set>
                                    <p:animEffect transition="in" filter="fade">
                                      <p:cBhvr>
                                        <p:cTn id="69"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46" grpId="0"/>
      <p:bldP spid="47" grpId="0"/>
      <p:bldP spid="48" grpId="0"/>
      <p:bldP spid="49" grpId="0"/>
      <p:bldP spid="50" grpId="0"/>
      <p:bldP spid="52" grpId="0"/>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Hexagon 6"/>
          <p:cNvSpPr/>
          <p:nvPr/>
        </p:nvSpPr>
        <p:spPr>
          <a:xfrm>
            <a:off x="6086669" y="987211"/>
            <a:ext cx="6526306" cy="2822938"/>
          </a:xfrm>
          <a:prstGeom prst="hexagon">
            <a:avLst/>
          </a:prstGeom>
          <a:solidFill>
            <a:srgbClr val="0160A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6229182" y="1947058"/>
            <a:ext cx="6469890" cy="1200329"/>
          </a:xfrm>
          <a:prstGeom prst="rect">
            <a:avLst/>
          </a:prstGeom>
          <a:noFill/>
        </p:spPr>
        <p:txBody>
          <a:bodyPr wrap="square" rtlCol="0">
            <a:spAutoFit/>
          </a:bodyPr>
          <a:lstStyle/>
          <a:p>
            <a:pPr algn="ctr" rtl="1" fontAlgn="auto">
              <a:spcBef>
                <a:spcPts val="0"/>
              </a:spcBef>
              <a:spcAft>
                <a:spcPts val="0"/>
              </a:spcAft>
            </a:pPr>
            <a:r>
              <a:rPr lang="ar-AE" sz="3600" b="1" u="sng" dirty="0">
                <a:solidFill>
                  <a:prstClr val="white"/>
                </a:solidFill>
                <a:cs typeface="Simplified Arabic" panose="02020603050405020304" pitchFamily="18" charset="-78"/>
              </a:rPr>
              <a:t>‌و-	الفيديو التفاعلي </a:t>
            </a:r>
            <a:r>
              <a:rPr lang="en-US" sz="3600" b="1" u="sng" dirty="0">
                <a:solidFill>
                  <a:prstClr val="white"/>
                </a:solidFill>
                <a:cs typeface="Simplified Arabic" panose="02020603050405020304" pitchFamily="18" charset="-78"/>
              </a:rPr>
              <a:t>Interactive Video</a:t>
            </a:r>
            <a:endParaRPr lang="en-US" sz="3600" u="sng"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6" name="Rectangle 45"/>
          <p:cNvSpPr/>
          <p:nvPr/>
        </p:nvSpPr>
        <p:spPr>
          <a:xfrm>
            <a:off x="373224" y="4645567"/>
            <a:ext cx="11426891" cy="1815882"/>
          </a:xfrm>
          <a:prstGeom prst="rect">
            <a:avLst/>
          </a:prstGeom>
        </p:spPr>
        <p:txBody>
          <a:bodyPr wrap="square">
            <a:spAutoFit/>
          </a:bodyPr>
          <a:lstStyle/>
          <a:p>
            <a:pPr algn="ctr" rtl="1" fontAlgn="auto">
              <a:spcBef>
                <a:spcPts val="0"/>
              </a:spcBef>
              <a:spcAft>
                <a:spcPts val="0"/>
              </a:spcAft>
            </a:pPr>
            <a:r>
              <a:rPr lang="ar-SA" sz="2800" b="1" dirty="0">
                <a:solidFill>
                  <a:prstClr val="black"/>
                </a:solidFill>
                <a:cs typeface="Simplified Arabic" panose="02020603050405020304" pitchFamily="18" charset="-78"/>
              </a:rPr>
              <a:t>الفيديو التفاعلي هو دمج بين تكنولوجيا الفيديو والحاسوب من خلال التفاعل بين المعلومات التي تتضمنها شرائط واسطوانات الفيديو، وتلك التي يقدمها الحاسوب، لتوفير بيئة تفاعلية تتمثل في تمكن المتعلم من التحكم في برامج فيديو متناسقة مع برامج الحاسب الآلي باستجاباته واختيارات وقراراته</a:t>
            </a:r>
            <a:endParaRPr lang="en-US" sz="2800" b="1" dirty="0">
              <a:solidFill>
                <a:prstClr val="black"/>
              </a:solidFill>
              <a:latin typeface="Calibri" panose="020F0502020204030204"/>
              <a:cs typeface="Simplified Arabic" panose="02020603050405020304" pitchFamily="18" charset="-78"/>
            </a:endParaRPr>
          </a:p>
        </p:txBody>
      </p:sp>
      <p:sp>
        <p:nvSpPr>
          <p:cNvPr id="2" name="Rectangle 1"/>
          <p:cNvSpPr/>
          <p:nvPr/>
        </p:nvSpPr>
        <p:spPr>
          <a:xfrm>
            <a:off x="7690553" y="4060792"/>
            <a:ext cx="3318537" cy="584775"/>
          </a:xfrm>
          <a:prstGeom prst="rect">
            <a:avLst/>
          </a:prstGeom>
        </p:spPr>
        <p:txBody>
          <a:bodyPr wrap="none">
            <a:spAutoFit/>
          </a:bodyPr>
          <a:lstStyle/>
          <a:p>
            <a:pPr algn="justLow" rtl="1">
              <a:spcBef>
                <a:spcPts val="0"/>
              </a:spcBef>
              <a:spcAft>
                <a:spcPts val="0"/>
              </a:spcAft>
              <a:tabLst>
                <a:tab pos="228600" algn="l"/>
              </a:tabLst>
            </a:pPr>
            <a:r>
              <a:rPr lang="ar-SA" sz="3200" b="1" u="sng" dirty="0">
                <a:solidFill>
                  <a:srgbClr val="FF0000"/>
                </a:solidFill>
                <a:latin typeface="Arial Unicode MS"/>
                <a:cs typeface="Simplified Arabic"/>
              </a:rPr>
              <a:t>ما هو الفيديو التفاعلي؟</a:t>
            </a:r>
            <a:endParaRPr lang="en-US" sz="3200" u="sng" dirty="0">
              <a:solidFill>
                <a:srgbClr val="FF0000"/>
              </a:solidFill>
              <a:latin typeface="Arial Unicode MS"/>
              <a:cs typeface="Helvetica"/>
            </a:endParaRPr>
          </a:p>
        </p:txBody>
      </p:sp>
      <p:grpSp>
        <p:nvGrpSpPr>
          <p:cNvPr id="8" name="Group 7"/>
          <p:cNvGrpSpPr/>
          <p:nvPr/>
        </p:nvGrpSpPr>
        <p:grpSpPr>
          <a:xfrm>
            <a:off x="1127884" y="2572334"/>
            <a:ext cx="3154540" cy="1488458"/>
            <a:chOff x="6724539" y="1872152"/>
            <a:chExt cx="2057954" cy="967954"/>
          </a:xfrm>
        </p:grpSpPr>
        <p:sp>
          <p:nvSpPr>
            <p:cNvPr id="9" name="Freeform 8"/>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sp>
          <p:nvSpPr>
            <p:cNvPr id="10" name="Oval 9"/>
            <p:cNvSpPr>
              <a:spLocks noChangeArrowheads="1"/>
            </p:cNvSpPr>
            <p:nvPr/>
          </p:nvSpPr>
          <p:spPr bwMode="auto">
            <a:xfrm>
              <a:off x="6724539" y="1872152"/>
              <a:ext cx="2057954" cy="578367"/>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sp>
          <p:nvSpPr>
            <p:cNvPr id="11" name="Oval 17"/>
            <p:cNvSpPr>
              <a:spLocks noChangeArrowheads="1"/>
            </p:cNvSpPr>
            <p:nvPr/>
          </p:nvSpPr>
          <p:spPr bwMode="auto">
            <a:xfrm>
              <a:off x="7207013" y="2117595"/>
              <a:ext cx="1093006" cy="220044"/>
            </a:xfrm>
            <a:prstGeom prst="ellipse">
              <a:avLst/>
            </a:pr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grpSp>
      <p:grpSp>
        <p:nvGrpSpPr>
          <p:cNvPr id="12" name="Group 11"/>
          <p:cNvGrpSpPr/>
          <p:nvPr/>
        </p:nvGrpSpPr>
        <p:grpSpPr>
          <a:xfrm>
            <a:off x="1361718" y="1921537"/>
            <a:ext cx="2776029" cy="1309858"/>
            <a:chOff x="6724539" y="1872152"/>
            <a:chExt cx="2057954" cy="967954"/>
          </a:xfrm>
        </p:grpSpPr>
        <p:sp>
          <p:nvSpPr>
            <p:cNvPr id="13" name="Freeform 5"/>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sp>
          <p:nvSpPr>
            <p:cNvPr id="14" name="Oval 13"/>
            <p:cNvSpPr>
              <a:spLocks noChangeArrowheads="1"/>
            </p:cNvSpPr>
            <p:nvPr/>
          </p:nvSpPr>
          <p:spPr bwMode="auto">
            <a:xfrm>
              <a:off x="6724539" y="1872152"/>
              <a:ext cx="2057954" cy="578367"/>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sp>
          <p:nvSpPr>
            <p:cNvPr id="15" name="Oval 14"/>
            <p:cNvSpPr>
              <a:spLocks noChangeArrowheads="1"/>
            </p:cNvSpPr>
            <p:nvPr/>
          </p:nvSpPr>
          <p:spPr bwMode="auto">
            <a:xfrm>
              <a:off x="7207013" y="2117595"/>
              <a:ext cx="1093006" cy="220044"/>
            </a:xfrm>
            <a:prstGeom prst="ellipse">
              <a:avLst/>
            </a:pr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grpSp>
      <p:grpSp>
        <p:nvGrpSpPr>
          <p:cNvPr id="16" name="Group 15"/>
          <p:cNvGrpSpPr/>
          <p:nvPr/>
        </p:nvGrpSpPr>
        <p:grpSpPr>
          <a:xfrm>
            <a:off x="1595553" y="1274112"/>
            <a:ext cx="2454381" cy="1158090"/>
            <a:chOff x="6724539" y="1872152"/>
            <a:chExt cx="2057954" cy="967954"/>
          </a:xfrm>
        </p:grpSpPr>
        <p:sp>
          <p:nvSpPr>
            <p:cNvPr id="17" name="Freeform 5"/>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sp>
          <p:nvSpPr>
            <p:cNvPr id="18" name="Oval 9"/>
            <p:cNvSpPr>
              <a:spLocks noChangeArrowheads="1"/>
            </p:cNvSpPr>
            <p:nvPr/>
          </p:nvSpPr>
          <p:spPr bwMode="auto">
            <a:xfrm>
              <a:off x="6724539" y="1872152"/>
              <a:ext cx="2057954" cy="578367"/>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sp>
          <p:nvSpPr>
            <p:cNvPr id="19" name="Oval 17"/>
            <p:cNvSpPr>
              <a:spLocks noChangeArrowheads="1"/>
            </p:cNvSpPr>
            <p:nvPr/>
          </p:nvSpPr>
          <p:spPr bwMode="auto">
            <a:xfrm>
              <a:off x="7207013" y="2117595"/>
              <a:ext cx="1093006" cy="220044"/>
            </a:xfrm>
            <a:prstGeom prst="ellipse">
              <a:avLst/>
            </a:pr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grpSp>
      <p:grpSp>
        <p:nvGrpSpPr>
          <p:cNvPr id="20" name="Group 19"/>
          <p:cNvGrpSpPr/>
          <p:nvPr/>
        </p:nvGrpSpPr>
        <p:grpSpPr>
          <a:xfrm>
            <a:off x="1808373" y="777919"/>
            <a:ext cx="2099048" cy="990428"/>
            <a:chOff x="4955522" y="1819842"/>
            <a:chExt cx="2514366" cy="1182626"/>
          </a:xfrm>
        </p:grpSpPr>
        <p:grpSp>
          <p:nvGrpSpPr>
            <p:cNvPr id="21" name="Group 20"/>
            <p:cNvGrpSpPr/>
            <p:nvPr/>
          </p:nvGrpSpPr>
          <p:grpSpPr>
            <a:xfrm>
              <a:off x="4955522" y="1819842"/>
              <a:ext cx="2514366" cy="1182626"/>
              <a:chOff x="7064781" y="1349909"/>
              <a:chExt cx="2057954" cy="967954"/>
            </a:xfrm>
          </p:grpSpPr>
          <p:sp>
            <p:nvSpPr>
              <p:cNvPr id="23" name="Freeform 5"/>
              <p:cNvSpPr>
                <a:spLocks/>
              </p:cNvSpPr>
              <p:nvPr/>
            </p:nvSpPr>
            <p:spPr bwMode="auto">
              <a:xfrm>
                <a:off x="7064781" y="1639093"/>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sp>
            <p:nvSpPr>
              <p:cNvPr id="24" name="Oval 9"/>
              <p:cNvSpPr>
                <a:spLocks noChangeArrowheads="1"/>
              </p:cNvSpPr>
              <p:nvPr/>
            </p:nvSpPr>
            <p:spPr bwMode="auto">
              <a:xfrm>
                <a:off x="7064781" y="1349909"/>
                <a:ext cx="2057954" cy="578367"/>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grpSp>
        <p:sp>
          <p:nvSpPr>
            <p:cNvPr id="22" name="Oval 21"/>
            <p:cNvSpPr>
              <a:spLocks noChangeArrowheads="1"/>
            </p:cNvSpPr>
            <p:nvPr/>
          </p:nvSpPr>
          <p:spPr bwMode="auto">
            <a:xfrm>
              <a:off x="5431967" y="2012041"/>
              <a:ext cx="1561475" cy="314356"/>
            </a:xfrm>
            <a:prstGeom prst="ellipse">
              <a:avLst/>
            </a:pr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algn="ctr"/>
              <a:endParaRPr lang="id-ID" sz="1351" dirty="0">
                <a:cs typeface="Simplified Arabic" panose="02020603050405020304" pitchFamily="18" charset="-78"/>
              </a:endParaRPr>
            </a:p>
          </p:txBody>
        </p:sp>
      </p:gr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9451544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anim calcmode="lin" valueType="num">
                                      <p:cBhvr>
                                        <p:cTn id="13" dur="500" fill="hold"/>
                                        <p:tgtEl>
                                          <p:spTgt spid="6"/>
                                        </p:tgtEl>
                                        <p:attrNameLst>
                                          <p:attrName>ppt_x</p:attrName>
                                        </p:attrNameLst>
                                      </p:cBhvr>
                                      <p:tavLst>
                                        <p:tav tm="0">
                                          <p:val>
                                            <p:strVal val="#ppt_x"/>
                                          </p:val>
                                        </p:tav>
                                        <p:tav tm="100000">
                                          <p:val>
                                            <p:strVal val="#ppt_x"/>
                                          </p:val>
                                        </p:tav>
                                      </p:tavLst>
                                    </p:anim>
                                    <p:anim calcmode="lin" valueType="num">
                                      <p:cBhvr>
                                        <p:cTn id="14" dur="500" fill="hold"/>
                                        <p:tgtEl>
                                          <p:spTgt spid="6"/>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46"/>
                                        </p:tgtEl>
                                        <p:attrNameLst>
                                          <p:attrName>style.visibility</p:attrName>
                                        </p:attrNameLst>
                                      </p:cBhvr>
                                      <p:to>
                                        <p:strVal val="visible"/>
                                      </p:to>
                                    </p:set>
                                    <p:animEffect transition="in" filter="fade">
                                      <p:cBhvr>
                                        <p:cTn id="18" dur="500"/>
                                        <p:tgtEl>
                                          <p:spTgt spid="46"/>
                                        </p:tgtEl>
                                      </p:cBhvr>
                                    </p:animEffect>
                                  </p:childTnLst>
                                </p:cTn>
                              </p:par>
                            </p:childTnLst>
                          </p:cTn>
                        </p:par>
                        <p:par>
                          <p:cTn id="19" fill="hold">
                            <p:stCondLst>
                              <p:cond delay="1500"/>
                            </p:stCondLst>
                            <p:childTnLst>
                              <p:par>
                                <p:cTn id="20" presetID="42" presetClass="entr" presetSubtype="0" fill="hold" nodeType="after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750"/>
                                        <p:tgtEl>
                                          <p:spTgt spid="16"/>
                                        </p:tgtEl>
                                      </p:cBhvr>
                                    </p:animEffect>
                                    <p:anim calcmode="lin" valueType="num">
                                      <p:cBhvr>
                                        <p:cTn id="23" dur="750" fill="hold"/>
                                        <p:tgtEl>
                                          <p:spTgt spid="16"/>
                                        </p:tgtEl>
                                        <p:attrNameLst>
                                          <p:attrName>ppt_x</p:attrName>
                                        </p:attrNameLst>
                                      </p:cBhvr>
                                      <p:tavLst>
                                        <p:tav tm="0">
                                          <p:val>
                                            <p:strVal val="#ppt_x"/>
                                          </p:val>
                                        </p:tav>
                                        <p:tav tm="100000">
                                          <p:val>
                                            <p:strVal val="#ppt_x"/>
                                          </p:val>
                                        </p:tav>
                                      </p:tavLst>
                                    </p:anim>
                                    <p:anim calcmode="lin" valueType="num">
                                      <p:cBhvr>
                                        <p:cTn id="24" dur="750" fill="hold"/>
                                        <p:tgtEl>
                                          <p:spTgt spid="16"/>
                                        </p:tgtEl>
                                        <p:attrNameLst>
                                          <p:attrName>ppt_y</p:attrName>
                                        </p:attrNameLst>
                                      </p:cBhvr>
                                      <p:tavLst>
                                        <p:tav tm="0">
                                          <p:val>
                                            <p:strVal val="#ppt_y+.1"/>
                                          </p:val>
                                        </p:tav>
                                        <p:tav tm="100000">
                                          <p:val>
                                            <p:strVal val="#ppt_y"/>
                                          </p:val>
                                        </p:tav>
                                      </p:tavLst>
                                    </p:anim>
                                  </p:childTnLst>
                                </p:cTn>
                              </p:par>
                            </p:childTnLst>
                          </p:cTn>
                        </p:par>
                        <p:par>
                          <p:cTn id="25" fill="hold">
                            <p:stCondLst>
                              <p:cond delay="2250"/>
                            </p:stCondLst>
                            <p:childTnLst>
                              <p:par>
                                <p:cTn id="26" presetID="42" presetClass="entr" presetSubtype="0" fill="hold" nodeType="after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750"/>
                                        <p:tgtEl>
                                          <p:spTgt spid="12"/>
                                        </p:tgtEl>
                                      </p:cBhvr>
                                    </p:animEffect>
                                    <p:anim calcmode="lin" valueType="num">
                                      <p:cBhvr>
                                        <p:cTn id="29" dur="750" fill="hold"/>
                                        <p:tgtEl>
                                          <p:spTgt spid="12"/>
                                        </p:tgtEl>
                                        <p:attrNameLst>
                                          <p:attrName>ppt_x</p:attrName>
                                        </p:attrNameLst>
                                      </p:cBhvr>
                                      <p:tavLst>
                                        <p:tav tm="0">
                                          <p:val>
                                            <p:strVal val="#ppt_x"/>
                                          </p:val>
                                        </p:tav>
                                        <p:tav tm="100000">
                                          <p:val>
                                            <p:strVal val="#ppt_x"/>
                                          </p:val>
                                        </p:tav>
                                      </p:tavLst>
                                    </p:anim>
                                    <p:anim calcmode="lin" valueType="num">
                                      <p:cBhvr>
                                        <p:cTn id="30" dur="750" fill="hold"/>
                                        <p:tgtEl>
                                          <p:spTgt spid="12"/>
                                        </p:tgtEl>
                                        <p:attrNameLst>
                                          <p:attrName>ppt_y</p:attrName>
                                        </p:attrNameLst>
                                      </p:cBhvr>
                                      <p:tavLst>
                                        <p:tav tm="0">
                                          <p:val>
                                            <p:strVal val="#ppt_y+.1"/>
                                          </p:val>
                                        </p:tav>
                                        <p:tav tm="100000">
                                          <p:val>
                                            <p:strVal val="#ppt_y"/>
                                          </p:val>
                                        </p:tav>
                                      </p:tavLst>
                                    </p:anim>
                                  </p:childTnLst>
                                </p:cTn>
                              </p:par>
                            </p:childTnLst>
                          </p:cTn>
                        </p:par>
                        <p:par>
                          <p:cTn id="31" fill="hold">
                            <p:stCondLst>
                              <p:cond delay="3000"/>
                            </p:stCondLst>
                            <p:childTnLst>
                              <p:par>
                                <p:cTn id="32" presetID="42" presetClass="entr" presetSubtype="0" fill="hold" nodeType="after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fade">
                                      <p:cBhvr>
                                        <p:cTn id="34" dur="750"/>
                                        <p:tgtEl>
                                          <p:spTgt spid="8"/>
                                        </p:tgtEl>
                                      </p:cBhvr>
                                    </p:animEffect>
                                    <p:anim calcmode="lin" valueType="num">
                                      <p:cBhvr>
                                        <p:cTn id="35" dur="750" fill="hold"/>
                                        <p:tgtEl>
                                          <p:spTgt spid="8"/>
                                        </p:tgtEl>
                                        <p:attrNameLst>
                                          <p:attrName>ppt_x</p:attrName>
                                        </p:attrNameLst>
                                      </p:cBhvr>
                                      <p:tavLst>
                                        <p:tav tm="0">
                                          <p:val>
                                            <p:strVal val="#ppt_x"/>
                                          </p:val>
                                        </p:tav>
                                        <p:tav tm="100000">
                                          <p:val>
                                            <p:strVal val="#ppt_x"/>
                                          </p:val>
                                        </p:tav>
                                      </p:tavLst>
                                    </p:anim>
                                    <p:anim calcmode="lin" valueType="num">
                                      <p:cBhvr>
                                        <p:cTn id="36" dur="75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p:bldP spid="46"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olded Corner 5"/>
          <p:cNvSpPr/>
          <p:nvPr/>
        </p:nvSpPr>
        <p:spPr>
          <a:xfrm rot="937026">
            <a:off x="2698708" y="2363729"/>
            <a:ext cx="2438400" cy="3048000"/>
          </a:xfrm>
          <a:prstGeom prst="foldedCorne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7" name="Title 6"/>
          <p:cNvSpPr>
            <a:spLocks noGrp="1"/>
          </p:cNvSpPr>
          <p:nvPr>
            <p:ph type="title"/>
          </p:nvPr>
        </p:nvSpPr>
        <p:spPr/>
        <p:txBody>
          <a:bodyPr/>
          <a:lstStyle/>
          <a:p>
            <a:pPr rtl="1"/>
            <a:r>
              <a:rPr lang="ar-SA" sz="4400" u="sng" dirty="0">
                <a:solidFill>
                  <a:srgbClr val="4472C4"/>
                </a:solidFill>
              </a:rPr>
              <a:t>1-	نشأته وتطوره</a:t>
            </a:r>
            <a:endParaRPr lang="en-US" sz="4400" u="sng" dirty="0">
              <a:solidFill>
                <a:srgbClr val="4472C4"/>
              </a:solidFill>
            </a:endParaRPr>
          </a:p>
        </p:txBody>
      </p:sp>
      <p:sp>
        <p:nvSpPr>
          <p:cNvPr id="5" name="Folded Corner 4"/>
          <p:cNvSpPr/>
          <p:nvPr/>
        </p:nvSpPr>
        <p:spPr>
          <a:xfrm rot="20521605">
            <a:off x="220876" y="2422743"/>
            <a:ext cx="2438400" cy="3048000"/>
          </a:xfrm>
          <a:prstGeom prst="foldedCorne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9" name="Folded Corner 8"/>
          <p:cNvSpPr/>
          <p:nvPr/>
        </p:nvSpPr>
        <p:spPr>
          <a:xfrm rot="21224833">
            <a:off x="5141437" y="3261756"/>
            <a:ext cx="2438400" cy="3048000"/>
          </a:xfrm>
          <a:prstGeom prst="foldedCorne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0" name="Folded Corner 9"/>
          <p:cNvSpPr/>
          <p:nvPr/>
        </p:nvSpPr>
        <p:spPr>
          <a:xfrm rot="1162294">
            <a:off x="7158176" y="1776556"/>
            <a:ext cx="2438400" cy="3048000"/>
          </a:xfrm>
          <a:prstGeom prst="foldedCorner">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1" name="Folded Corner 10"/>
          <p:cNvSpPr/>
          <p:nvPr/>
        </p:nvSpPr>
        <p:spPr>
          <a:xfrm rot="20299846">
            <a:off x="9187122" y="2807724"/>
            <a:ext cx="2585408" cy="3231760"/>
          </a:xfrm>
          <a:prstGeom prst="foldedCorner">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8" name="Footer Text"/>
          <p:cNvSpPr txBox="1"/>
          <p:nvPr/>
        </p:nvSpPr>
        <p:spPr>
          <a:xfrm rot="20494918">
            <a:off x="294064" y="3427639"/>
            <a:ext cx="2037139" cy="861774"/>
          </a:xfrm>
          <a:prstGeom prst="rect">
            <a:avLst/>
          </a:prstGeom>
          <a:noFill/>
        </p:spPr>
        <p:txBody>
          <a:bodyPr wrap="square" lIns="0" tIns="0" rIns="0" bIns="0" rtlCol="0">
            <a:spAutoFit/>
          </a:bodyPr>
          <a:lstStyle/>
          <a:p>
            <a:pPr algn="ctr" defTabSz="1375467" rtl="1" fontAlgn="auto">
              <a:spcBef>
                <a:spcPts val="0"/>
              </a:spcBef>
              <a:spcAft>
                <a:spcPts val="0"/>
              </a:spcAft>
            </a:pPr>
            <a:r>
              <a:rPr lang="ar-SA" sz="2800" b="1" dirty="0" smtClean="0">
                <a:solidFill>
                  <a:srgbClr val="FFFFFF"/>
                </a:solidFill>
                <a:latin typeface="Roboto Condensed"/>
                <a:cs typeface="Simplified Arabic" panose="02020603050405020304" pitchFamily="18" charset="-78"/>
              </a:rPr>
              <a:t>عام </a:t>
            </a:r>
            <a:r>
              <a:rPr lang="ar-SA" sz="2800" b="1" dirty="0">
                <a:solidFill>
                  <a:srgbClr val="FFFFFF"/>
                </a:solidFill>
                <a:latin typeface="Roboto Condensed"/>
                <a:cs typeface="Simplified Arabic" panose="02020603050405020304" pitchFamily="18" charset="-78"/>
              </a:rPr>
              <a:t>1973 ظهر الفيديو ديسك</a:t>
            </a:r>
            <a:endParaRPr lang="en-US" sz="2800" dirty="0">
              <a:solidFill>
                <a:srgbClr val="FFFFFF"/>
              </a:solidFill>
              <a:latin typeface="Roboto Condensed"/>
              <a:cs typeface="Simplified Arabic" panose="02020603050405020304" pitchFamily="18" charset="-78"/>
            </a:endParaRPr>
          </a:p>
        </p:txBody>
      </p:sp>
      <p:sp>
        <p:nvSpPr>
          <p:cNvPr id="39" name="Footer Text"/>
          <p:cNvSpPr txBox="1"/>
          <p:nvPr/>
        </p:nvSpPr>
        <p:spPr>
          <a:xfrm rot="962990">
            <a:off x="2788613" y="2760049"/>
            <a:ext cx="2108668" cy="1723549"/>
          </a:xfrm>
          <a:prstGeom prst="rect">
            <a:avLst/>
          </a:prstGeom>
          <a:noFill/>
        </p:spPr>
        <p:txBody>
          <a:bodyPr wrap="square" lIns="0" tIns="0" rIns="0" bIns="0" rtlCol="0">
            <a:spAutoFit/>
          </a:bodyPr>
          <a:lstStyle/>
          <a:p>
            <a:pPr algn="ctr" defTabSz="1375467" fontAlgn="auto">
              <a:spcBef>
                <a:spcPts val="0"/>
              </a:spcBef>
              <a:spcAft>
                <a:spcPts val="0"/>
              </a:spcAft>
            </a:pPr>
            <a:r>
              <a:rPr lang="ar-SA" sz="2800" b="1" dirty="0">
                <a:solidFill>
                  <a:srgbClr val="FFFFFF"/>
                </a:solidFill>
                <a:latin typeface="Roboto Condensed"/>
                <a:cs typeface="Simplified Arabic" panose="02020603050405020304" pitchFamily="18" charset="-78"/>
              </a:rPr>
              <a:t>عام  1978 انتشر في أسواق الولايات المتحده الأمريكية</a:t>
            </a:r>
            <a:endParaRPr lang="en-US" dirty="0">
              <a:solidFill>
                <a:srgbClr val="FFFFFF"/>
              </a:solidFill>
              <a:latin typeface="Roboto Condensed"/>
              <a:cs typeface="Simplified Arabic" panose="02020603050405020304" pitchFamily="18" charset="-78"/>
            </a:endParaRPr>
          </a:p>
        </p:txBody>
      </p:sp>
      <p:sp>
        <p:nvSpPr>
          <p:cNvPr id="40" name="Footer Text"/>
          <p:cNvSpPr txBox="1"/>
          <p:nvPr/>
        </p:nvSpPr>
        <p:spPr>
          <a:xfrm rot="21161602">
            <a:off x="5513446" y="4238629"/>
            <a:ext cx="1666781" cy="1292662"/>
          </a:xfrm>
          <a:prstGeom prst="rect">
            <a:avLst/>
          </a:prstGeom>
          <a:noFill/>
        </p:spPr>
        <p:txBody>
          <a:bodyPr wrap="square" lIns="0" tIns="0" rIns="0" bIns="0" rtlCol="0">
            <a:spAutoFit/>
          </a:bodyPr>
          <a:lstStyle/>
          <a:p>
            <a:pPr algn="ctr" defTabSz="1375467" rtl="1" fontAlgn="auto">
              <a:spcBef>
                <a:spcPts val="0"/>
              </a:spcBef>
              <a:spcAft>
                <a:spcPts val="0"/>
              </a:spcAft>
            </a:pPr>
            <a:r>
              <a:rPr lang="ar-SA" sz="2800" b="1" dirty="0" smtClean="0">
                <a:solidFill>
                  <a:srgbClr val="FFFFFF"/>
                </a:solidFill>
                <a:latin typeface="Roboto Condensed"/>
                <a:cs typeface="Simplified Arabic" panose="02020603050405020304" pitchFamily="18" charset="-78"/>
              </a:rPr>
              <a:t>عام </a:t>
            </a:r>
            <a:r>
              <a:rPr lang="ar-SA" sz="2800" b="1" dirty="0">
                <a:solidFill>
                  <a:srgbClr val="FFFFFF"/>
                </a:solidFill>
                <a:latin typeface="Roboto Condensed"/>
                <a:cs typeface="Simplified Arabic" panose="02020603050405020304" pitchFamily="18" charset="-78"/>
              </a:rPr>
              <a:t>1982 اتنشر في أوربا</a:t>
            </a:r>
            <a:endParaRPr lang="en-US" dirty="0">
              <a:solidFill>
                <a:srgbClr val="FFFFFF"/>
              </a:solidFill>
              <a:latin typeface="Roboto Condensed"/>
              <a:cs typeface="Simplified Arabic" panose="02020603050405020304" pitchFamily="18" charset="-78"/>
            </a:endParaRPr>
          </a:p>
        </p:txBody>
      </p:sp>
      <p:sp>
        <p:nvSpPr>
          <p:cNvPr id="41" name="Footer Text"/>
          <p:cNvSpPr txBox="1"/>
          <p:nvPr/>
        </p:nvSpPr>
        <p:spPr>
          <a:xfrm rot="1154971">
            <a:off x="7197545" y="2121583"/>
            <a:ext cx="1894405" cy="1723549"/>
          </a:xfrm>
          <a:prstGeom prst="rect">
            <a:avLst/>
          </a:prstGeom>
          <a:noFill/>
        </p:spPr>
        <p:txBody>
          <a:bodyPr wrap="square" lIns="0" tIns="0" rIns="0" bIns="0" rtlCol="0">
            <a:spAutoFit/>
          </a:bodyPr>
          <a:lstStyle/>
          <a:p>
            <a:pPr algn="ctr" defTabSz="1375467" rtl="1" fontAlgn="auto">
              <a:spcBef>
                <a:spcPts val="0"/>
              </a:spcBef>
              <a:spcAft>
                <a:spcPts val="0"/>
              </a:spcAft>
            </a:pPr>
            <a:r>
              <a:rPr lang="ar-SA" sz="2800" b="1" dirty="0" smtClean="0">
                <a:solidFill>
                  <a:srgbClr val="FFFFFF"/>
                </a:solidFill>
                <a:latin typeface="Roboto Condensed"/>
                <a:cs typeface="Simplified Arabic" panose="02020603050405020304" pitchFamily="18" charset="-78"/>
              </a:rPr>
              <a:t>عام </a:t>
            </a:r>
            <a:r>
              <a:rPr lang="ar-SA" sz="2800" b="1" dirty="0">
                <a:solidFill>
                  <a:srgbClr val="FFFFFF"/>
                </a:solidFill>
                <a:latin typeface="Roboto Condensed"/>
                <a:cs typeface="Simplified Arabic" panose="02020603050405020304" pitchFamily="18" charset="-78"/>
              </a:rPr>
              <a:t>1982 تم استخدم نظام الليزر في الحاسب الآلي</a:t>
            </a:r>
            <a:endParaRPr lang="en-US" dirty="0">
              <a:solidFill>
                <a:srgbClr val="FFFFFF"/>
              </a:solidFill>
              <a:latin typeface="Roboto Condensed"/>
              <a:cs typeface="Simplified Arabic" panose="02020603050405020304" pitchFamily="18" charset="-78"/>
            </a:endParaRPr>
          </a:p>
        </p:txBody>
      </p:sp>
      <p:sp>
        <p:nvSpPr>
          <p:cNvPr id="42" name="Footer Text"/>
          <p:cNvSpPr txBox="1"/>
          <p:nvPr/>
        </p:nvSpPr>
        <p:spPr>
          <a:xfrm rot="20208093">
            <a:off x="9325032" y="3000177"/>
            <a:ext cx="2309585" cy="3016210"/>
          </a:xfrm>
          <a:prstGeom prst="rect">
            <a:avLst/>
          </a:prstGeom>
          <a:noFill/>
        </p:spPr>
        <p:txBody>
          <a:bodyPr wrap="square" lIns="0" tIns="0" rIns="0" bIns="0" rtlCol="0">
            <a:spAutoFit/>
          </a:bodyPr>
          <a:lstStyle/>
          <a:p>
            <a:pPr algn="ctr" defTabSz="1375467" rtl="1" fontAlgn="auto">
              <a:spcBef>
                <a:spcPts val="0"/>
              </a:spcBef>
              <a:spcAft>
                <a:spcPts val="0"/>
              </a:spcAft>
            </a:pPr>
            <a:r>
              <a:rPr lang="ar-SA" sz="2800" b="1" dirty="0" smtClean="0">
                <a:solidFill>
                  <a:srgbClr val="FFFFFF"/>
                </a:solidFill>
                <a:latin typeface="Roboto Condensed"/>
                <a:cs typeface="Simplified Arabic" panose="02020603050405020304" pitchFamily="18" charset="-78"/>
              </a:rPr>
              <a:t>نهايه </a:t>
            </a:r>
            <a:r>
              <a:rPr lang="ar-SA" sz="2800" b="1" dirty="0">
                <a:solidFill>
                  <a:srgbClr val="FFFFFF"/>
                </a:solidFill>
                <a:latin typeface="Roboto Condensed"/>
                <a:cs typeface="Simplified Arabic" panose="02020603050405020304" pitchFamily="18" charset="-78"/>
              </a:rPr>
              <a:t>الثمانينات وبدايه التسعينات من القرن العشرين الماضي، بدأت بعض مشروعات الفيديو التفاعلي وبحوثه</a:t>
            </a:r>
            <a:endParaRPr lang="en-US" dirty="0">
              <a:solidFill>
                <a:srgbClr val="FFFFFF"/>
              </a:solidFill>
              <a:latin typeface="Roboto Condensed"/>
              <a:cs typeface="Simplified Arabic" panose="02020603050405020304" pitchFamily="18" charset="-78"/>
            </a:endParaRPr>
          </a:p>
        </p:txBody>
      </p:sp>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118828655"/>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50"/>
                                  </p:stCondLst>
                                  <p:childTnLst>
                                    <p:set>
                                      <p:cBhvr>
                                        <p:cTn id="6" dur="1" fill="hold">
                                          <p:stCondLst>
                                            <p:cond delay="0"/>
                                          </p:stCondLst>
                                        </p:cTn>
                                        <p:tgtEl>
                                          <p:spTgt spid="7"/>
                                        </p:tgtEl>
                                        <p:attrNameLst>
                                          <p:attrName>style.visibility</p:attrName>
                                        </p:attrNameLst>
                                      </p:cBhvr>
                                      <p:to>
                                        <p:strVal val="visible"/>
                                      </p:to>
                                    </p:set>
                                  </p:childTnLst>
                                </p:cTn>
                              </p:par>
                            </p:childTnLst>
                          </p:cTn>
                        </p:par>
                        <p:par>
                          <p:cTn id="7" fill="hold">
                            <p:stCondLst>
                              <p:cond delay="250"/>
                            </p:stCondLst>
                            <p:childTnLst>
                              <p:par>
                                <p:cTn id="8" presetID="53" presetClass="entr" presetSubtype="0" fill="hold" grpId="0" nodeType="after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500" fill="hold"/>
                                        <p:tgtEl>
                                          <p:spTgt spid="5"/>
                                        </p:tgtEl>
                                        <p:attrNameLst>
                                          <p:attrName>ppt_w</p:attrName>
                                        </p:attrNameLst>
                                      </p:cBhvr>
                                      <p:tavLst>
                                        <p:tav tm="0">
                                          <p:val>
                                            <p:fltVal val="0"/>
                                          </p:val>
                                        </p:tav>
                                        <p:tav tm="100000">
                                          <p:val>
                                            <p:strVal val="#ppt_w"/>
                                          </p:val>
                                        </p:tav>
                                      </p:tavLst>
                                    </p:anim>
                                    <p:anim calcmode="lin" valueType="num">
                                      <p:cBhvr>
                                        <p:cTn id="11" dur="500" fill="hold"/>
                                        <p:tgtEl>
                                          <p:spTgt spid="5"/>
                                        </p:tgtEl>
                                        <p:attrNameLst>
                                          <p:attrName>ppt_h</p:attrName>
                                        </p:attrNameLst>
                                      </p:cBhvr>
                                      <p:tavLst>
                                        <p:tav tm="0">
                                          <p:val>
                                            <p:fltVal val="0"/>
                                          </p:val>
                                        </p:tav>
                                        <p:tav tm="100000">
                                          <p:val>
                                            <p:strVal val="#ppt_h"/>
                                          </p:val>
                                        </p:tav>
                                      </p:tavLst>
                                    </p:anim>
                                    <p:animEffect transition="in" filter="fade">
                                      <p:cBhvr>
                                        <p:cTn id="12" dur="500"/>
                                        <p:tgtEl>
                                          <p:spTgt spid="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1000"/>
                                        <p:tgtEl>
                                          <p:spTgt spid="38"/>
                                        </p:tgtEl>
                                      </p:cBhvr>
                                    </p:animEffect>
                                  </p:childTnLst>
                                </p:cTn>
                              </p:par>
                            </p:childTnLst>
                          </p:cTn>
                        </p:par>
                        <p:par>
                          <p:cTn id="16" fill="hold">
                            <p:stCondLst>
                              <p:cond delay="1250"/>
                            </p:stCondLst>
                            <p:childTnLst>
                              <p:par>
                                <p:cTn id="17" presetID="53"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500" fill="hold"/>
                                        <p:tgtEl>
                                          <p:spTgt spid="6"/>
                                        </p:tgtEl>
                                        <p:attrNameLst>
                                          <p:attrName>ppt_w</p:attrName>
                                        </p:attrNameLst>
                                      </p:cBhvr>
                                      <p:tavLst>
                                        <p:tav tm="0">
                                          <p:val>
                                            <p:fltVal val="0"/>
                                          </p:val>
                                        </p:tav>
                                        <p:tav tm="100000">
                                          <p:val>
                                            <p:strVal val="#ppt_w"/>
                                          </p:val>
                                        </p:tav>
                                      </p:tavLst>
                                    </p:anim>
                                    <p:anim calcmode="lin" valueType="num">
                                      <p:cBhvr>
                                        <p:cTn id="20" dur="500" fill="hold"/>
                                        <p:tgtEl>
                                          <p:spTgt spid="6"/>
                                        </p:tgtEl>
                                        <p:attrNameLst>
                                          <p:attrName>ppt_h</p:attrName>
                                        </p:attrNameLst>
                                      </p:cBhvr>
                                      <p:tavLst>
                                        <p:tav tm="0">
                                          <p:val>
                                            <p:fltVal val="0"/>
                                          </p:val>
                                        </p:tav>
                                        <p:tav tm="100000">
                                          <p:val>
                                            <p:strVal val="#ppt_h"/>
                                          </p:val>
                                        </p:tav>
                                      </p:tavLst>
                                    </p:anim>
                                    <p:animEffect transition="in" filter="fade">
                                      <p:cBhvr>
                                        <p:cTn id="21" dur="500"/>
                                        <p:tgtEl>
                                          <p:spTgt spid="6"/>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fade">
                                      <p:cBhvr>
                                        <p:cTn id="24" dur="1000"/>
                                        <p:tgtEl>
                                          <p:spTgt spid="39"/>
                                        </p:tgtEl>
                                      </p:cBhvr>
                                    </p:animEffect>
                                  </p:childTnLst>
                                </p:cTn>
                              </p:par>
                            </p:childTnLst>
                          </p:cTn>
                        </p:par>
                        <p:par>
                          <p:cTn id="25" fill="hold">
                            <p:stCondLst>
                              <p:cond delay="2250"/>
                            </p:stCondLst>
                            <p:childTnLst>
                              <p:par>
                                <p:cTn id="26" presetID="53" presetClass="entr" presetSubtype="0" fill="hold" grpId="0" nodeType="afterEffect">
                                  <p:stCondLst>
                                    <p:cond delay="0"/>
                                  </p:stCondLst>
                                  <p:childTnLst>
                                    <p:set>
                                      <p:cBhvr>
                                        <p:cTn id="27" dur="1" fill="hold">
                                          <p:stCondLst>
                                            <p:cond delay="0"/>
                                          </p:stCondLst>
                                        </p:cTn>
                                        <p:tgtEl>
                                          <p:spTgt spid="9"/>
                                        </p:tgtEl>
                                        <p:attrNameLst>
                                          <p:attrName>style.visibility</p:attrName>
                                        </p:attrNameLst>
                                      </p:cBhvr>
                                      <p:to>
                                        <p:strVal val="visible"/>
                                      </p:to>
                                    </p:set>
                                    <p:anim calcmode="lin" valueType="num">
                                      <p:cBhvr>
                                        <p:cTn id="28" dur="500" fill="hold"/>
                                        <p:tgtEl>
                                          <p:spTgt spid="9"/>
                                        </p:tgtEl>
                                        <p:attrNameLst>
                                          <p:attrName>ppt_w</p:attrName>
                                        </p:attrNameLst>
                                      </p:cBhvr>
                                      <p:tavLst>
                                        <p:tav tm="0">
                                          <p:val>
                                            <p:fltVal val="0"/>
                                          </p:val>
                                        </p:tav>
                                        <p:tav tm="100000">
                                          <p:val>
                                            <p:strVal val="#ppt_w"/>
                                          </p:val>
                                        </p:tav>
                                      </p:tavLst>
                                    </p:anim>
                                    <p:anim calcmode="lin" valueType="num">
                                      <p:cBhvr>
                                        <p:cTn id="29" dur="500" fill="hold"/>
                                        <p:tgtEl>
                                          <p:spTgt spid="9"/>
                                        </p:tgtEl>
                                        <p:attrNameLst>
                                          <p:attrName>ppt_h</p:attrName>
                                        </p:attrNameLst>
                                      </p:cBhvr>
                                      <p:tavLst>
                                        <p:tav tm="0">
                                          <p:val>
                                            <p:fltVal val="0"/>
                                          </p:val>
                                        </p:tav>
                                        <p:tav tm="100000">
                                          <p:val>
                                            <p:strVal val="#ppt_h"/>
                                          </p:val>
                                        </p:tav>
                                      </p:tavLst>
                                    </p:anim>
                                    <p:animEffect transition="in" filter="fade">
                                      <p:cBhvr>
                                        <p:cTn id="30" dur="500"/>
                                        <p:tgtEl>
                                          <p:spTgt spid="9"/>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40"/>
                                        </p:tgtEl>
                                        <p:attrNameLst>
                                          <p:attrName>style.visibility</p:attrName>
                                        </p:attrNameLst>
                                      </p:cBhvr>
                                      <p:to>
                                        <p:strVal val="visible"/>
                                      </p:to>
                                    </p:set>
                                    <p:animEffect transition="in" filter="fade">
                                      <p:cBhvr>
                                        <p:cTn id="33" dur="1000"/>
                                        <p:tgtEl>
                                          <p:spTgt spid="40"/>
                                        </p:tgtEl>
                                      </p:cBhvr>
                                    </p:animEffect>
                                  </p:childTnLst>
                                </p:cTn>
                              </p:par>
                            </p:childTnLst>
                          </p:cTn>
                        </p:par>
                        <p:par>
                          <p:cTn id="34" fill="hold">
                            <p:stCondLst>
                              <p:cond delay="3250"/>
                            </p:stCondLst>
                            <p:childTnLst>
                              <p:par>
                                <p:cTn id="35" presetID="53" presetClass="entr" presetSubtype="0" fill="hold" grpId="0" nodeType="afterEffect">
                                  <p:stCondLst>
                                    <p:cond delay="0"/>
                                  </p:stCondLst>
                                  <p:childTnLst>
                                    <p:set>
                                      <p:cBhvr>
                                        <p:cTn id="36" dur="1" fill="hold">
                                          <p:stCondLst>
                                            <p:cond delay="0"/>
                                          </p:stCondLst>
                                        </p:cTn>
                                        <p:tgtEl>
                                          <p:spTgt spid="10"/>
                                        </p:tgtEl>
                                        <p:attrNameLst>
                                          <p:attrName>style.visibility</p:attrName>
                                        </p:attrNameLst>
                                      </p:cBhvr>
                                      <p:to>
                                        <p:strVal val="visible"/>
                                      </p:to>
                                    </p:set>
                                    <p:anim calcmode="lin" valueType="num">
                                      <p:cBhvr>
                                        <p:cTn id="37" dur="500" fill="hold"/>
                                        <p:tgtEl>
                                          <p:spTgt spid="10"/>
                                        </p:tgtEl>
                                        <p:attrNameLst>
                                          <p:attrName>ppt_w</p:attrName>
                                        </p:attrNameLst>
                                      </p:cBhvr>
                                      <p:tavLst>
                                        <p:tav tm="0">
                                          <p:val>
                                            <p:fltVal val="0"/>
                                          </p:val>
                                        </p:tav>
                                        <p:tav tm="100000">
                                          <p:val>
                                            <p:strVal val="#ppt_w"/>
                                          </p:val>
                                        </p:tav>
                                      </p:tavLst>
                                    </p:anim>
                                    <p:anim calcmode="lin" valueType="num">
                                      <p:cBhvr>
                                        <p:cTn id="38" dur="500" fill="hold"/>
                                        <p:tgtEl>
                                          <p:spTgt spid="10"/>
                                        </p:tgtEl>
                                        <p:attrNameLst>
                                          <p:attrName>ppt_h</p:attrName>
                                        </p:attrNameLst>
                                      </p:cBhvr>
                                      <p:tavLst>
                                        <p:tav tm="0">
                                          <p:val>
                                            <p:fltVal val="0"/>
                                          </p:val>
                                        </p:tav>
                                        <p:tav tm="100000">
                                          <p:val>
                                            <p:strVal val="#ppt_h"/>
                                          </p:val>
                                        </p:tav>
                                      </p:tavLst>
                                    </p:anim>
                                    <p:animEffect transition="in" filter="fade">
                                      <p:cBhvr>
                                        <p:cTn id="39" dur="500"/>
                                        <p:tgtEl>
                                          <p:spTgt spid="10"/>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41"/>
                                        </p:tgtEl>
                                        <p:attrNameLst>
                                          <p:attrName>style.visibility</p:attrName>
                                        </p:attrNameLst>
                                      </p:cBhvr>
                                      <p:to>
                                        <p:strVal val="visible"/>
                                      </p:to>
                                    </p:set>
                                    <p:animEffect transition="in" filter="fade">
                                      <p:cBhvr>
                                        <p:cTn id="42" dur="1000"/>
                                        <p:tgtEl>
                                          <p:spTgt spid="41"/>
                                        </p:tgtEl>
                                      </p:cBhvr>
                                    </p:animEffect>
                                  </p:childTnLst>
                                </p:cTn>
                              </p:par>
                            </p:childTnLst>
                          </p:cTn>
                        </p:par>
                        <p:par>
                          <p:cTn id="43" fill="hold">
                            <p:stCondLst>
                              <p:cond delay="4250"/>
                            </p:stCondLst>
                            <p:childTnLst>
                              <p:par>
                                <p:cTn id="44" presetID="53" presetClass="entr" presetSubtype="0" fill="hold" grpId="0" nodeType="after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500" fill="hold"/>
                                        <p:tgtEl>
                                          <p:spTgt spid="11"/>
                                        </p:tgtEl>
                                        <p:attrNameLst>
                                          <p:attrName>ppt_w</p:attrName>
                                        </p:attrNameLst>
                                      </p:cBhvr>
                                      <p:tavLst>
                                        <p:tav tm="0">
                                          <p:val>
                                            <p:fltVal val="0"/>
                                          </p:val>
                                        </p:tav>
                                        <p:tav tm="100000">
                                          <p:val>
                                            <p:strVal val="#ppt_w"/>
                                          </p:val>
                                        </p:tav>
                                      </p:tavLst>
                                    </p:anim>
                                    <p:anim calcmode="lin" valueType="num">
                                      <p:cBhvr>
                                        <p:cTn id="47" dur="500" fill="hold"/>
                                        <p:tgtEl>
                                          <p:spTgt spid="11"/>
                                        </p:tgtEl>
                                        <p:attrNameLst>
                                          <p:attrName>ppt_h</p:attrName>
                                        </p:attrNameLst>
                                      </p:cBhvr>
                                      <p:tavLst>
                                        <p:tav tm="0">
                                          <p:val>
                                            <p:fltVal val="0"/>
                                          </p:val>
                                        </p:tav>
                                        <p:tav tm="100000">
                                          <p:val>
                                            <p:strVal val="#ppt_h"/>
                                          </p:val>
                                        </p:tav>
                                      </p:tavLst>
                                    </p:anim>
                                    <p:animEffect transition="in" filter="fade">
                                      <p:cBhvr>
                                        <p:cTn id="48" dur="500"/>
                                        <p:tgtEl>
                                          <p:spTgt spid="11"/>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42"/>
                                        </p:tgtEl>
                                        <p:attrNameLst>
                                          <p:attrName>style.visibility</p:attrName>
                                        </p:attrNameLst>
                                      </p:cBhvr>
                                      <p:to>
                                        <p:strVal val="visible"/>
                                      </p:to>
                                    </p:set>
                                    <p:animEffect transition="in" filter="fade">
                                      <p:cBhvr>
                                        <p:cTn id="51" dur="10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5" grpId="0" animBg="1"/>
      <p:bldP spid="9" grpId="0" animBg="1"/>
      <p:bldP spid="10" grpId="0" animBg="1"/>
      <p:bldP spid="11" grpId="0" animBg="1"/>
      <p:bldP spid="38" grpId="0"/>
      <p:bldP spid="39" grpId="0"/>
      <p:bldP spid="40" grpId="0"/>
      <p:bldP spid="41" grpId="0"/>
      <p:bldP spid="42"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2"/>
          <p:cNvSpPr/>
          <p:nvPr/>
        </p:nvSpPr>
        <p:spPr>
          <a:xfrm>
            <a:off x="2280997" y="2394168"/>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sz="3600" dirty="0" smtClean="0">
                <a:solidFill>
                  <a:prstClr val="black">
                    <a:lumMod val="75000"/>
                    <a:lumOff val="25000"/>
                  </a:prstClr>
                </a:solidFill>
                <a:latin typeface="FontAwesome" pitchFamily="2" charset="0"/>
              </a:rPr>
              <a:t>1</a:t>
            </a:r>
            <a:endParaRPr lang="ru-RU" sz="3600" dirty="0">
              <a:solidFill>
                <a:prstClr val="black">
                  <a:lumMod val="75000"/>
                  <a:lumOff val="25000"/>
                </a:prstClr>
              </a:solidFill>
            </a:endParaRPr>
          </a:p>
        </p:txBody>
      </p:sp>
      <p:sp>
        <p:nvSpPr>
          <p:cNvPr id="27" name="Oval 26"/>
          <p:cNvSpPr/>
          <p:nvPr/>
        </p:nvSpPr>
        <p:spPr>
          <a:xfrm>
            <a:off x="5138498" y="2394169"/>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smtClean="0">
                <a:solidFill>
                  <a:prstClr val="black">
                    <a:lumMod val="75000"/>
                    <a:lumOff val="25000"/>
                  </a:prstClr>
                </a:solidFill>
                <a:latin typeface="FontAwesome" pitchFamily="2" charset="0"/>
              </a:rPr>
              <a:t></a:t>
            </a:r>
            <a:endParaRPr lang="ru-RU" sz="3600" dirty="0">
              <a:solidFill>
                <a:prstClr val="black">
                  <a:lumMod val="75000"/>
                  <a:lumOff val="25000"/>
                </a:prstClr>
              </a:solidFill>
            </a:endParaRPr>
          </a:p>
        </p:txBody>
      </p:sp>
      <p:sp>
        <p:nvSpPr>
          <p:cNvPr id="28" name="Oval 27"/>
          <p:cNvSpPr/>
          <p:nvPr/>
        </p:nvSpPr>
        <p:spPr>
          <a:xfrm>
            <a:off x="8005523" y="2388293"/>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a:solidFill>
                  <a:prstClr val="black">
                    <a:lumMod val="75000"/>
                    <a:lumOff val="25000"/>
                  </a:prstClr>
                </a:solidFill>
                <a:latin typeface="FontAwesome" pitchFamily="2" charset="0"/>
              </a:rPr>
              <a:t></a:t>
            </a:r>
            <a:endParaRPr lang="en-US" sz="3600" dirty="0">
              <a:solidFill>
                <a:prstClr val="black">
                  <a:lumMod val="75000"/>
                  <a:lumOff val="25000"/>
                </a:prstClr>
              </a:solidFill>
            </a:endParaRPr>
          </a:p>
        </p:txBody>
      </p:sp>
      <p:grpSp>
        <p:nvGrpSpPr>
          <p:cNvPr id="5" name="Group 4"/>
          <p:cNvGrpSpPr/>
          <p:nvPr/>
        </p:nvGrpSpPr>
        <p:grpSpPr>
          <a:xfrm>
            <a:off x="1397554" y="1458338"/>
            <a:ext cx="3436620" cy="3429475"/>
            <a:chOff x="1528762" y="2043113"/>
            <a:chExt cx="3436620" cy="3429475"/>
          </a:xfrm>
        </p:grpSpPr>
        <p:sp>
          <p:nvSpPr>
            <p:cNvPr id="2" name="Block Arc 1"/>
            <p:cNvSpPr/>
            <p:nvPr/>
          </p:nvSpPr>
          <p:spPr>
            <a:xfrm>
              <a:off x="1528762" y="2043113"/>
              <a:ext cx="3429000" cy="3429000"/>
            </a:xfrm>
            <a:prstGeom prst="blockArc">
              <a:avLst>
                <a:gd name="adj1" fmla="val 10800000"/>
                <a:gd name="adj2" fmla="val 0"/>
                <a:gd name="adj3" fmla="val 16667"/>
              </a:avLst>
            </a:prstGeom>
            <a:pattFill prst="pct70">
              <a:fgClr>
                <a:srgbClr val="0087B1"/>
              </a:fgClr>
              <a:bgClr>
                <a:schemeClr val="accent5">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29" name="Block Arc 28"/>
            <p:cNvSpPr/>
            <p:nvPr/>
          </p:nvSpPr>
          <p:spPr>
            <a:xfrm>
              <a:off x="1536382" y="2043588"/>
              <a:ext cx="3429000" cy="3429000"/>
            </a:xfrm>
            <a:prstGeom prst="blockArc">
              <a:avLst>
                <a:gd name="adj1" fmla="val 17438820"/>
                <a:gd name="adj2" fmla="val 21599999"/>
                <a:gd name="adj3" fmla="val 1727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9" name="Group 8"/>
          <p:cNvGrpSpPr/>
          <p:nvPr/>
        </p:nvGrpSpPr>
        <p:grpSpPr>
          <a:xfrm>
            <a:off x="4264579" y="1515488"/>
            <a:ext cx="3432812" cy="3431380"/>
            <a:chOff x="4395787" y="2100263"/>
            <a:chExt cx="3432812" cy="3431380"/>
          </a:xfrm>
        </p:grpSpPr>
        <p:sp>
          <p:nvSpPr>
            <p:cNvPr id="23" name="Block Arc 22"/>
            <p:cNvSpPr/>
            <p:nvPr/>
          </p:nvSpPr>
          <p:spPr>
            <a:xfrm rot="10800000">
              <a:off x="4395787" y="2100263"/>
              <a:ext cx="3429000" cy="3429000"/>
            </a:xfrm>
            <a:prstGeom prst="blockArc">
              <a:avLst>
                <a:gd name="adj1" fmla="val 10800000"/>
                <a:gd name="adj2" fmla="val 0"/>
                <a:gd name="adj3" fmla="val 16667"/>
              </a:avLst>
            </a:prstGeom>
            <a:pattFill prst="pct70">
              <a:fgClr>
                <a:srgbClr val="FE8301"/>
              </a:fgClr>
              <a:bgClr>
                <a:schemeClr val="accent2">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0" name="Block Arc 29"/>
            <p:cNvSpPr/>
            <p:nvPr/>
          </p:nvSpPr>
          <p:spPr>
            <a:xfrm rot="4048770">
              <a:off x="4399599" y="2102643"/>
              <a:ext cx="3429000" cy="3429000"/>
            </a:xfrm>
            <a:prstGeom prst="blockArc">
              <a:avLst>
                <a:gd name="adj1" fmla="val 17506167"/>
                <a:gd name="adj2" fmla="val 2318438"/>
                <a:gd name="adj3" fmla="val 1705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0" name="Group 9"/>
          <p:cNvGrpSpPr/>
          <p:nvPr/>
        </p:nvGrpSpPr>
        <p:grpSpPr>
          <a:xfrm>
            <a:off x="7122079" y="1452783"/>
            <a:ext cx="3443763" cy="3434555"/>
            <a:chOff x="7253287" y="2037558"/>
            <a:chExt cx="3443763" cy="3434555"/>
          </a:xfrm>
        </p:grpSpPr>
        <p:sp>
          <p:nvSpPr>
            <p:cNvPr id="26" name="Block Arc 25"/>
            <p:cNvSpPr/>
            <p:nvPr/>
          </p:nvSpPr>
          <p:spPr>
            <a:xfrm>
              <a:off x="7253287" y="2043113"/>
              <a:ext cx="3429000" cy="3429000"/>
            </a:xfrm>
            <a:prstGeom prst="blockArc">
              <a:avLst>
                <a:gd name="adj1" fmla="val 10800000"/>
                <a:gd name="adj2" fmla="val 0"/>
                <a:gd name="adj3" fmla="val 16667"/>
              </a:avLst>
            </a:prstGeom>
            <a:pattFill prst="pct70">
              <a:fgClr>
                <a:srgbClr val="A1BB22"/>
              </a:fgClr>
              <a:bgClr>
                <a:schemeClr val="accent6">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1" name="Block Arc 30"/>
            <p:cNvSpPr/>
            <p:nvPr/>
          </p:nvSpPr>
          <p:spPr>
            <a:xfrm>
              <a:off x="7268050" y="2037558"/>
              <a:ext cx="3429000" cy="3429000"/>
            </a:xfrm>
            <a:prstGeom prst="blockArc">
              <a:avLst>
                <a:gd name="adj1" fmla="val 17003911"/>
                <a:gd name="adj2" fmla="val 66214"/>
                <a:gd name="adj3" fmla="val 1754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1" name="Group 10"/>
          <p:cNvGrpSpPr/>
          <p:nvPr/>
        </p:nvGrpSpPr>
        <p:grpSpPr>
          <a:xfrm>
            <a:off x="3043830" y="4065485"/>
            <a:ext cx="131208" cy="402198"/>
            <a:chOff x="3175038" y="4650260"/>
            <a:chExt cx="131208" cy="402198"/>
          </a:xfrm>
        </p:grpSpPr>
        <p:sp>
          <p:nvSpPr>
            <p:cNvPr id="4" name="Oval 3"/>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8" name="Straight Connector 7"/>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8778276" y="4065485"/>
            <a:ext cx="131208" cy="402198"/>
            <a:chOff x="3175038" y="4650260"/>
            <a:chExt cx="131208" cy="402198"/>
          </a:xfrm>
        </p:grpSpPr>
        <p:sp>
          <p:nvSpPr>
            <p:cNvPr id="35" name="Oval 34"/>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6" name="Straight Connector 35"/>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rot="10800000">
            <a:off x="5914112" y="1986095"/>
            <a:ext cx="131208" cy="402198"/>
            <a:chOff x="3175038" y="4650260"/>
            <a:chExt cx="131208" cy="402198"/>
          </a:xfrm>
        </p:grpSpPr>
        <p:sp>
          <p:nvSpPr>
            <p:cNvPr id="40" name="Oval 39"/>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1" name="Straight Connector 40"/>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47" name="TextBox 46"/>
          <p:cNvSpPr txBox="1"/>
          <p:nvPr/>
        </p:nvSpPr>
        <p:spPr>
          <a:xfrm>
            <a:off x="141054" y="4385759"/>
            <a:ext cx="4668035" cy="1938992"/>
          </a:xfrm>
          <a:prstGeom prst="rect">
            <a:avLst/>
          </a:prstGeom>
          <a:noFill/>
        </p:spPr>
        <p:txBody>
          <a:bodyPr wrap="square" rtlCol="0">
            <a:spAutoFit/>
          </a:bodyPr>
          <a:lstStyle/>
          <a:p>
            <a:pPr algn="ctr" rtl="1"/>
            <a:r>
              <a:rPr lang="ar-SA" sz="2400" b="1" dirty="0" smtClean="0">
                <a:solidFill>
                  <a:srgbClr val="0087B1"/>
                </a:solidFill>
                <a:cs typeface="Simplified Arabic" panose="02020603050405020304" pitchFamily="18" charset="-78"/>
              </a:rPr>
              <a:t>من </a:t>
            </a:r>
            <a:r>
              <a:rPr lang="ar-SA" sz="2400" b="1" dirty="0">
                <a:solidFill>
                  <a:srgbClr val="0087B1"/>
                </a:solidFill>
                <a:cs typeface="Simplified Arabic" panose="02020603050405020304" pitchFamily="18" charset="-78"/>
              </a:rPr>
              <a:t>أكتوبر 1985 إلى مارس 1987 تطور مشروع بريطانيا القومي (الفيديو ديسك التفاعلي) إلى  برنامج الفيديو التفاعلي بالمدارس </a:t>
            </a:r>
            <a:r>
              <a:rPr lang="en-US" sz="2400" b="1" dirty="0">
                <a:solidFill>
                  <a:srgbClr val="0087B1"/>
                </a:solidFill>
                <a:cs typeface="Simplified Arabic" panose="02020603050405020304" pitchFamily="18" charset="-78"/>
              </a:rPr>
              <a:t>IVIS, </a:t>
            </a:r>
            <a:r>
              <a:rPr lang="ar-SA" sz="2400" b="1" dirty="0">
                <a:solidFill>
                  <a:srgbClr val="0087B1"/>
                </a:solidFill>
                <a:cs typeface="Simplified Arabic" panose="02020603050405020304" pitchFamily="18" charset="-78"/>
              </a:rPr>
              <a:t>وأعدت فيه 8 حقائب تعليمية عن موضوعات مختلفة. </a:t>
            </a:r>
            <a:endParaRPr lang="en-US" sz="2400" b="1" dirty="0">
              <a:solidFill>
                <a:srgbClr val="0087B1"/>
              </a:solidFill>
              <a:cs typeface="Simplified Arabic" panose="02020603050405020304" pitchFamily="18" charset="-78"/>
            </a:endParaRPr>
          </a:p>
        </p:txBody>
      </p:sp>
      <p:sp>
        <p:nvSpPr>
          <p:cNvPr id="48" name="TextBox 47"/>
          <p:cNvSpPr txBox="1"/>
          <p:nvPr/>
        </p:nvSpPr>
        <p:spPr>
          <a:xfrm>
            <a:off x="3545028" y="227689"/>
            <a:ext cx="4893018" cy="1569660"/>
          </a:xfrm>
          <a:prstGeom prst="rect">
            <a:avLst/>
          </a:prstGeom>
          <a:noFill/>
        </p:spPr>
        <p:txBody>
          <a:bodyPr wrap="square" rtlCol="0">
            <a:spAutoFit/>
          </a:bodyPr>
          <a:lstStyle/>
          <a:p>
            <a:pPr algn="ctr" rtl="1" fontAlgn="auto">
              <a:spcBef>
                <a:spcPts val="0"/>
              </a:spcBef>
              <a:spcAft>
                <a:spcPts val="0"/>
              </a:spcAft>
            </a:pPr>
            <a:r>
              <a:rPr lang="ar-SA" sz="2400" b="1" dirty="0" smtClean="0">
                <a:solidFill>
                  <a:srgbClr val="FE8301"/>
                </a:solidFill>
                <a:cs typeface="Simplified Arabic" panose="02020603050405020304" pitchFamily="18" charset="-78"/>
              </a:rPr>
              <a:t>عام </a:t>
            </a:r>
            <a:r>
              <a:rPr lang="ar-SA" sz="2400" b="1" dirty="0">
                <a:solidFill>
                  <a:srgbClr val="FE8301"/>
                </a:solidFill>
                <a:cs typeface="Simplified Arabic" panose="02020603050405020304" pitchFamily="18" charset="-78"/>
              </a:rPr>
              <a:t>1989 كشف المسح الذى أجراه مركز تكنولوجيا التعليم بجامعة هارفارد, عن البدء في عشره مشروعات بعشر ولايات أمريكيو تحت اسم "</a:t>
            </a:r>
            <a:r>
              <a:rPr lang="en-US" sz="2400" b="1" dirty="0">
                <a:solidFill>
                  <a:srgbClr val="FE8301"/>
                </a:solidFill>
                <a:cs typeface="Simplified Arabic" panose="02020603050405020304" pitchFamily="18" charset="-78"/>
              </a:rPr>
              <a:t>pilot".</a:t>
            </a:r>
            <a:endParaRPr lang="en-US" sz="2400" b="1" dirty="0" smtClean="0">
              <a:solidFill>
                <a:srgbClr val="FE8301"/>
              </a:solidFill>
              <a:latin typeface="Lato Light" panose="020F0302020204030203" pitchFamily="34" charset="0"/>
              <a:cs typeface="Simplified Arabic" panose="02020603050405020304" pitchFamily="18" charset="-78"/>
            </a:endParaRPr>
          </a:p>
        </p:txBody>
      </p:sp>
      <p:sp>
        <p:nvSpPr>
          <p:cNvPr id="52" name="TextBox 51"/>
          <p:cNvSpPr txBox="1"/>
          <p:nvPr/>
        </p:nvSpPr>
        <p:spPr>
          <a:xfrm>
            <a:off x="7250589" y="5064146"/>
            <a:ext cx="4287990" cy="1200329"/>
          </a:xfrm>
          <a:prstGeom prst="rect">
            <a:avLst/>
          </a:prstGeom>
          <a:noFill/>
        </p:spPr>
        <p:txBody>
          <a:bodyPr wrap="square" rtlCol="0">
            <a:spAutoFit/>
          </a:bodyPr>
          <a:lstStyle/>
          <a:p>
            <a:pPr algn="ctr" rtl="1" fontAlgn="auto">
              <a:spcBef>
                <a:spcPts val="0"/>
              </a:spcBef>
              <a:spcAft>
                <a:spcPts val="0"/>
              </a:spcAft>
            </a:pPr>
            <a:r>
              <a:rPr lang="ar-SA" sz="2400" b="1" dirty="0" smtClean="0">
                <a:solidFill>
                  <a:srgbClr val="548235"/>
                </a:solidFill>
                <a:cs typeface="Simplified Arabic" panose="02020603050405020304" pitchFamily="18" charset="-78"/>
              </a:rPr>
              <a:t>عام </a:t>
            </a:r>
            <a:r>
              <a:rPr lang="ar-SA" sz="2400" b="1" dirty="0">
                <a:solidFill>
                  <a:srgbClr val="548235"/>
                </a:solidFill>
                <a:cs typeface="Simplified Arabic" panose="02020603050405020304" pitchFamily="18" charset="-78"/>
              </a:rPr>
              <a:t>1999 كشف تقرير إحصائى عن وجود 30000 نظام فيديو ديسك تستخدم في التعليم</a:t>
            </a:r>
            <a:endParaRPr lang="en-US" sz="2400" b="1" dirty="0" smtClean="0">
              <a:solidFill>
                <a:srgbClr val="548235"/>
              </a:solidFill>
              <a:latin typeface="Lato Light" panose="020F0302020204030203" pitchFamily="34" charset="0"/>
              <a:cs typeface="Simplified Arabic" panose="02020603050405020304" pitchFamily="18" charset="-78"/>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7423409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3"/>
                                        </p:tgtEl>
                                        <p:attrNameLst>
                                          <p:attrName>style.visibility</p:attrName>
                                        </p:attrNameLst>
                                      </p:cBhvr>
                                      <p:to>
                                        <p:strVal val="visible"/>
                                      </p:to>
                                    </p:set>
                                    <p:anim calcmode="lin" valueType="num">
                                      <p:cBhvr>
                                        <p:cTn id="10" dur="500" fill="hold"/>
                                        <p:tgtEl>
                                          <p:spTgt spid="3"/>
                                        </p:tgtEl>
                                        <p:attrNameLst>
                                          <p:attrName>ppt_w</p:attrName>
                                        </p:attrNameLst>
                                      </p:cBhvr>
                                      <p:tavLst>
                                        <p:tav tm="0">
                                          <p:val>
                                            <p:fltVal val="0"/>
                                          </p:val>
                                        </p:tav>
                                        <p:tav tm="100000">
                                          <p:val>
                                            <p:strVal val="#ppt_w"/>
                                          </p:val>
                                        </p:tav>
                                      </p:tavLst>
                                    </p:anim>
                                    <p:anim calcmode="lin" valueType="num">
                                      <p:cBhvr>
                                        <p:cTn id="11" dur="500" fill="hold"/>
                                        <p:tgtEl>
                                          <p:spTgt spid="3"/>
                                        </p:tgtEl>
                                        <p:attrNameLst>
                                          <p:attrName>ppt_h</p:attrName>
                                        </p:attrNameLst>
                                      </p:cBhvr>
                                      <p:tavLst>
                                        <p:tav tm="0">
                                          <p:val>
                                            <p:fltVal val="0"/>
                                          </p:val>
                                        </p:tav>
                                        <p:tav tm="100000">
                                          <p:val>
                                            <p:strVal val="#ppt_h"/>
                                          </p:val>
                                        </p:tav>
                                      </p:tavLst>
                                    </p:anim>
                                    <p:animEffect transition="in" filter="fade">
                                      <p:cBhvr>
                                        <p:cTn id="12" dur="500"/>
                                        <p:tgtEl>
                                          <p:spTgt spid="3"/>
                                        </p:tgtEl>
                                      </p:cBhvr>
                                    </p:animEffect>
                                  </p:childTnLst>
                                </p:cTn>
                              </p:par>
                              <p:par>
                                <p:cTn id="13" presetID="22" presetClass="entr" presetSubtype="1" fill="hold" nodeType="withEffect">
                                  <p:stCondLst>
                                    <p:cond delay="500"/>
                                  </p:stCondLst>
                                  <p:childTnLst>
                                    <p:set>
                                      <p:cBhvr>
                                        <p:cTn id="14" dur="1" fill="hold">
                                          <p:stCondLst>
                                            <p:cond delay="0"/>
                                          </p:stCondLst>
                                        </p:cTn>
                                        <p:tgtEl>
                                          <p:spTgt spid="11"/>
                                        </p:tgtEl>
                                        <p:attrNameLst>
                                          <p:attrName>style.visibility</p:attrName>
                                        </p:attrNameLst>
                                      </p:cBhvr>
                                      <p:to>
                                        <p:strVal val="visible"/>
                                      </p:to>
                                    </p:set>
                                    <p:animEffect transition="in" filter="wipe(up)">
                                      <p:cBhvr>
                                        <p:cTn id="15" dur="500"/>
                                        <p:tgtEl>
                                          <p:spTgt spid="11"/>
                                        </p:tgtEl>
                                      </p:cBhvr>
                                    </p:animEffect>
                                  </p:childTnLst>
                                </p:cTn>
                              </p:par>
                              <p:par>
                                <p:cTn id="16" presetID="22" presetClass="entr" presetSubtype="8" fill="hold" nodeType="withEffect">
                                  <p:stCondLst>
                                    <p:cond delay="500"/>
                                  </p:stCondLst>
                                  <p:childTnLst>
                                    <p:set>
                                      <p:cBhvr>
                                        <p:cTn id="17" dur="1" fill="hold">
                                          <p:stCondLst>
                                            <p:cond delay="0"/>
                                          </p:stCondLst>
                                        </p:cTn>
                                        <p:tgtEl>
                                          <p:spTgt spid="9"/>
                                        </p:tgtEl>
                                        <p:attrNameLst>
                                          <p:attrName>style.visibility</p:attrName>
                                        </p:attrNameLst>
                                      </p:cBhvr>
                                      <p:to>
                                        <p:strVal val="visible"/>
                                      </p:to>
                                    </p:set>
                                    <p:animEffect transition="in" filter="wipe(left)">
                                      <p:cBhvr>
                                        <p:cTn id="18" dur="500"/>
                                        <p:tgtEl>
                                          <p:spTgt spid="9"/>
                                        </p:tgtEl>
                                      </p:cBhvr>
                                    </p:animEffect>
                                  </p:childTnLst>
                                </p:cTn>
                              </p:par>
                              <p:par>
                                <p:cTn id="19" presetID="53" presetClass="entr" presetSubtype="16" fill="hold" grpId="0" nodeType="withEffect">
                                  <p:stCondLst>
                                    <p:cond delay="750"/>
                                  </p:stCondLst>
                                  <p:childTnLst>
                                    <p:set>
                                      <p:cBhvr>
                                        <p:cTn id="20" dur="1" fill="hold">
                                          <p:stCondLst>
                                            <p:cond delay="0"/>
                                          </p:stCondLst>
                                        </p:cTn>
                                        <p:tgtEl>
                                          <p:spTgt spid="27"/>
                                        </p:tgtEl>
                                        <p:attrNameLst>
                                          <p:attrName>style.visibility</p:attrName>
                                        </p:attrNameLst>
                                      </p:cBhvr>
                                      <p:to>
                                        <p:strVal val="visible"/>
                                      </p:to>
                                    </p:set>
                                    <p:anim calcmode="lin" valueType="num">
                                      <p:cBhvr>
                                        <p:cTn id="21" dur="500" fill="hold"/>
                                        <p:tgtEl>
                                          <p:spTgt spid="27"/>
                                        </p:tgtEl>
                                        <p:attrNameLst>
                                          <p:attrName>ppt_w</p:attrName>
                                        </p:attrNameLst>
                                      </p:cBhvr>
                                      <p:tavLst>
                                        <p:tav tm="0">
                                          <p:val>
                                            <p:fltVal val="0"/>
                                          </p:val>
                                        </p:tav>
                                        <p:tav tm="100000">
                                          <p:val>
                                            <p:strVal val="#ppt_w"/>
                                          </p:val>
                                        </p:tav>
                                      </p:tavLst>
                                    </p:anim>
                                    <p:anim calcmode="lin" valueType="num">
                                      <p:cBhvr>
                                        <p:cTn id="22" dur="500" fill="hold"/>
                                        <p:tgtEl>
                                          <p:spTgt spid="27"/>
                                        </p:tgtEl>
                                        <p:attrNameLst>
                                          <p:attrName>ppt_h</p:attrName>
                                        </p:attrNameLst>
                                      </p:cBhvr>
                                      <p:tavLst>
                                        <p:tav tm="0">
                                          <p:val>
                                            <p:fltVal val="0"/>
                                          </p:val>
                                        </p:tav>
                                        <p:tav tm="100000">
                                          <p:val>
                                            <p:strVal val="#ppt_h"/>
                                          </p:val>
                                        </p:tav>
                                      </p:tavLst>
                                    </p:anim>
                                    <p:animEffect transition="in" filter="fade">
                                      <p:cBhvr>
                                        <p:cTn id="23" dur="500"/>
                                        <p:tgtEl>
                                          <p:spTgt spid="27"/>
                                        </p:tgtEl>
                                      </p:cBhvr>
                                    </p:animEffect>
                                  </p:childTnLst>
                                </p:cTn>
                              </p:par>
                              <p:par>
                                <p:cTn id="24" presetID="22" presetClass="entr" presetSubtype="4" fill="hold" nodeType="withEffect">
                                  <p:stCondLst>
                                    <p:cond delay="1000"/>
                                  </p:stCondLst>
                                  <p:childTnLst>
                                    <p:set>
                                      <p:cBhvr>
                                        <p:cTn id="25" dur="1" fill="hold">
                                          <p:stCondLst>
                                            <p:cond delay="0"/>
                                          </p:stCondLst>
                                        </p:cTn>
                                        <p:tgtEl>
                                          <p:spTgt spid="37"/>
                                        </p:tgtEl>
                                        <p:attrNameLst>
                                          <p:attrName>style.visibility</p:attrName>
                                        </p:attrNameLst>
                                      </p:cBhvr>
                                      <p:to>
                                        <p:strVal val="visible"/>
                                      </p:to>
                                    </p:set>
                                    <p:animEffect transition="in" filter="wipe(down)">
                                      <p:cBhvr>
                                        <p:cTn id="26" dur="500"/>
                                        <p:tgtEl>
                                          <p:spTgt spid="37"/>
                                        </p:tgtEl>
                                      </p:cBhvr>
                                    </p:animEffect>
                                  </p:childTnLst>
                                </p:cTn>
                              </p:par>
                              <p:par>
                                <p:cTn id="27" presetID="22" presetClass="entr" presetSubtype="8" fill="hold" nodeType="withEffect">
                                  <p:stCondLst>
                                    <p:cond delay="1000"/>
                                  </p:stCondLst>
                                  <p:childTnLst>
                                    <p:set>
                                      <p:cBhvr>
                                        <p:cTn id="28" dur="1" fill="hold">
                                          <p:stCondLst>
                                            <p:cond delay="0"/>
                                          </p:stCondLst>
                                        </p:cTn>
                                        <p:tgtEl>
                                          <p:spTgt spid="10"/>
                                        </p:tgtEl>
                                        <p:attrNameLst>
                                          <p:attrName>style.visibility</p:attrName>
                                        </p:attrNameLst>
                                      </p:cBhvr>
                                      <p:to>
                                        <p:strVal val="visible"/>
                                      </p:to>
                                    </p:set>
                                    <p:animEffect transition="in" filter="wipe(left)">
                                      <p:cBhvr>
                                        <p:cTn id="29" dur="500"/>
                                        <p:tgtEl>
                                          <p:spTgt spid="10"/>
                                        </p:tgtEl>
                                      </p:cBhvr>
                                    </p:animEffect>
                                  </p:childTnLst>
                                </p:cTn>
                              </p:par>
                              <p:par>
                                <p:cTn id="30" presetID="53" presetClass="entr" presetSubtype="16" fill="hold" grpId="0" nodeType="withEffect">
                                  <p:stCondLst>
                                    <p:cond delay="1250"/>
                                  </p:stCondLst>
                                  <p:childTnLst>
                                    <p:set>
                                      <p:cBhvr>
                                        <p:cTn id="31" dur="1" fill="hold">
                                          <p:stCondLst>
                                            <p:cond delay="0"/>
                                          </p:stCondLst>
                                        </p:cTn>
                                        <p:tgtEl>
                                          <p:spTgt spid="28"/>
                                        </p:tgtEl>
                                        <p:attrNameLst>
                                          <p:attrName>style.visibility</p:attrName>
                                        </p:attrNameLst>
                                      </p:cBhvr>
                                      <p:to>
                                        <p:strVal val="visible"/>
                                      </p:to>
                                    </p:set>
                                    <p:anim calcmode="lin" valueType="num">
                                      <p:cBhvr>
                                        <p:cTn id="32" dur="500" fill="hold"/>
                                        <p:tgtEl>
                                          <p:spTgt spid="28"/>
                                        </p:tgtEl>
                                        <p:attrNameLst>
                                          <p:attrName>ppt_w</p:attrName>
                                        </p:attrNameLst>
                                      </p:cBhvr>
                                      <p:tavLst>
                                        <p:tav tm="0">
                                          <p:val>
                                            <p:fltVal val="0"/>
                                          </p:val>
                                        </p:tav>
                                        <p:tav tm="100000">
                                          <p:val>
                                            <p:strVal val="#ppt_w"/>
                                          </p:val>
                                        </p:tav>
                                      </p:tavLst>
                                    </p:anim>
                                    <p:anim calcmode="lin" valueType="num">
                                      <p:cBhvr>
                                        <p:cTn id="33" dur="500" fill="hold"/>
                                        <p:tgtEl>
                                          <p:spTgt spid="28"/>
                                        </p:tgtEl>
                                        <p:attrNameLst>
                                          <p:attrName>ppt_h</p:attrName>
                                        </p:attrNameLst>
                                      </p:cBhvr>
                                      <p:tavLst>
                                        <p:tav tm="0">
                                          <p:val>
                                            <p:fltVal val="0"/>
                                          </p:val>
                                        </p:tav>
                                        <p:tav tm="100000">
                                          <p:val>
                                            <p:strVal val="#ppt_h"/>
                                          </p:val>
                                        </p:tav>
                                      </p:tavLst>
                                    </p:anim>
                                    <p:animEffect transition="in" filter="fade">
                                      <p:cBhvr>
                                        <p:cTn id="34" dur="500"/>
                                        <p:tgtEl>
                                          <p:spTgt spid="28"/>
                                        </p:tgtEl>
                                      </p:cBhvr>
                                    </p:animEffect>
                                  </p:childTnLst>
                                </p:cTn>
                              </p:par>
                              <p:par>
                                <p:cTn id="35" presetID="22" presetClass="entr" presetSubtype="1" fill="hold" nodeType="withEffect">
                                  <p:stCondLst>
                                    <p:cond delay="1500"/>
                                  </p:stCondLst>
                                  <p:childTnLst>
                                    <p:set>
                                      <p:cBhvr>
                                        <p:cTn id="36" dur="1" fill="hold">
                                          <p:stCondLst>
                                            <p:cond delay="0"/>
                                          </p:stCondLst>
                                        </p:cTn>
                                        <p:tgtEl>
                                          <p:spTgt spid="34"/>
                                        </p:tgtEl>
                                        <p:attrNameLst>
                                          <p:attrName>style.visibility</p:attrName>
                                        </p:attrNameLst>
                                      </p:cBhvr>
                                      <p:to>
                                        <p:strVal val="visible"/>
                                      </p:to>
                                    </p:set>
                                    <p:animEffect transition="in" filter="wipe(up)">
                                      <p:cBhvr>
                                        <p:cTn id="3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7" grpId="0" animBg="1"/>
      <p:bldP spid="28" grpId="0" animBg="1"/>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3768162" y="3805791"/>
            <a:ext cx="3938917" cy="2358085"/>
            <a:chOff x="2334883" y="2917871"/>
            <a:chExt cx="5912624" cy="3539671"/>
          </a:xfrm>
          <a:solidFill>
            <a:srgbClr val="EE8239"/>
          </a:solidFill>
        </p:grpSpPr>
        <p:grpSp>
          <p:nvGrpSpPr>
            <p:cNvPr id="11" name="Group 10"/>
            <p:cNvGrpSpPr/>
            <p:nvPr/>
          </p:nvGrpSpPr>
          <p:grpSpPr>
            <a:xfrm rot="580531">
              <a:off x="3182494" y="2917871"/>
              <a:ext cx="5065013" cy="3539671"/>
              <a:chOff x="-2395625" y="1331830"/>
              <a:chExt cx="11255235" cy="7865691"/>
            </a:xfrm>
            <a:grpFill/>
          </p:grpSpPr>
          <p:sp>
            <p:nvSpPr>
              <p:cNvPr id="12" name="Freeform 11"/>
              <p:cNvSpPr>
                <a:spLocks/>
              </p:cNvSpPr>
              <p:nvPr/>
            </p:nvSpPr>
            <p:spPr bwMode="auto">
              <a:xfrm rot="331136">
                <a:off x="-1863483" y="4791101"/>
                <a:ext cx="5640555" cy="4278408"/>
              </a:xfrm>
              <a:custGeom>
                <a:avLst/>
                <a:gdLst>
                  <a:gd name="connsiteX0" fmla="*/ 4246029 w 5589474"/>
                  <a:gd name="connsiteY0" fmla="*/ 0 h 4278408"/>
                  <a:gd name="connsiteX1" fmla="*/ 4310989 w 5589474"/>
                  <a:gd name="connsiteY1" fmla="*/ 8857 h 4278408"/>
                  <a:gd name="connsiteX2" fmla="*/ 4375949 w 5589474"/>
                  <a:gd name="connsiteY2" fmla="*/ 23622 h 4278408"/>
                  <a:gd name="connsiteX3" fmla="*/ 4446815 w 5589474"/>
                  <a:gd name="connsiteY3" fmla="*/ 47244 h 4278408"/>
                  <a:gd name="connsiteX4" fmla="*/ 4520635 w 5589474"/>
                  <a:gd name="connsiteY4" fmla="*/ 79723 h 4278408"/>
                  <a:gd name="connsiteX5" fmla="*/ 4597405 w 5589474"/>
                  <a:gd name="connsiteY5" fmla="*/ 124015 h 4278408"/>
                  <a:gd name="connsiteX6" fmla="*/ 4674177 w 5589474"/>
                  <a:gd name="connsiteY6" fmla="*/ 177164 h 4278408"/>
                  <a:gd name="connsiteX7" fmla="*/ 4756854 w 5589474"/>
                  <a:gd name="connsiteY7" fmla="*/ 242124 h 4278408"/>
                  <a:gd name="connsiteX8" fmla="*/ 4842482 w 5589474"/>
                  <a:gd name="connsiteY8" fmla="*/ 315941 h 4278408"/>
                  <a:gd name="connsiteX9" fmla="*/ 4934017 w 5589474"/>
                  <a:gd name="connsiteY9" fmla="*/ 404524 h 4278408"/>
                  <a:gd name="connsiteX10" fmla="*/ 5028504 w 5589474"/>
                  <a:gd name="connsiteY10" fmla="*/ 504916 h 4278408"/>
                  <a:gd name="connsiteX11" fmla="*/ 5131848 w 5589474"/>
                  <a:gd name="connsiteY11" fmla="*/ 626348 h 4278408"/>
                  <a:gd name="connsiteX12" fmla="*/ 5131263 w 5589474"/>
                  <a:gd name="connsiteY12" fmla="*/ 632975 h 4278408"/>
                  <a:gd name="connsiteX13" fmla="*/ 5170541 w 5589474"/>
                  <a:gd name="connsiteY13" fmla="*/ 674709 h 4278408"/>
                  <a:gd name="connsiteX14" fmla="*/ 5272472 w 5589474"/>
                  <a:gd name="connsiteY14" fmla="*/ 794479 h 4278408"/>
                  <a:gd name="connsiteX15" fmla="*/ 5343823 w 5589474"/>
                  <a:gd name="connsiteY15" fmla="*/ 878571 h 4278408"/>
                  <a:gd name="connsiteX16" fmla="*/ 5425369 w 5589474"/>
                  <a:gd name="connsiteY16" fmla="*/ 967762 h 4278408"/>
                  <a:gd name="connsiteX17" fmla="*/ 5514556 w 5589474"/>
                  <a:gd name="connsiteY17" fmla="*/ 1056950 h 4278408"/>
                  <a:gd name="connsiteX18" fmla="*/ 5560426 w 5589474"/>
                  <a:gd name="connsiteY18" fmla="*/ 1102820 h 4278408"/>
                  <a:gd name="connsiteX19" fmla="*/ 5589474 w 5589474"/>
                  <a:gd name="connsiteY19" fmla="*/ 1128811 h 4278408"/>
                  <a:gd name="connsiteX20" fmla="*/ 5501373 w 5589474"/>
                  <a:gd name="connsiteY20" fmla="*/ 1163468 h 4278408"/>
                  <a:gd name="connsiteX21" fmla="*/ 5452954 w 5589474"/>
                  <a:gd name="connsiteY21" fmla="*/ 1132889 h 4278408"/>
                  <a:gd name="connsiteX22" fmla="*/ 5407086 w 5589474"/>
                  <a:gd name="connsiteY22" fmla="*/ 1097213 h 4278408"/>
                  <a:gd name="connsiteX23" fmla="*/ 5320445 w 5589474"/>
                  <a:gd name="connsiteY23" fmla="*/ 1036054 h 4278408"/>
                  <a:gd name="connsiteX24" fmla="*/ 5251642 w 5589474"/>
                  <a:gd name="connsiteY24" fmla="*/ 974895 h 4278408"/>
                  <a:gd name="connsiteX25" fmla="*/ 5198128 w 5589474"/>
                  <a:gd name="connsiteY25" fmla="*/ 926478 h 4278408"/>
                  <a:gd name="connsiteX26" fmla="*/ 5152258 w 5589474"/>
                  <a:gd name="connsiteY26" fmla="*/ 880609 h 4278408"/>
                  <a:gd name="connsiteX27" fmla="*/ 5063069 w 5589474"/>
                  <a:gd name="connsiteY27" fmla="*/ 796516 h 4278408"/>
                  <a:gd name="connsiteX28" fmla="*/ 4981525 w 5589474"/>
                  <a:gd name="connsiteY28" fmla="*/ 727712 h 4278408"/>
                  <a:gd name="connsiteX29" fmla="*/ 4899980 w 5589474"/>
                  <a:gd name="connsiteY29" fmla="*/ 664006 h 4278408"/>
                  <a:gd name="connsiteX30" fmla="*/ 4826079 w 5589474"/>
                  <a:gd name="connsiteY30" fmla="*/ 613041 h 4278408"/>
                  <a:gd name="connsiteX31" fmla="*/ 4754728 w 5589474"/>
                  <a:gd name="connsiteY31" fmla="*/ 569719 h 4278408"/>
                  <a:gd name="connsiteX32" fmla="*/ 4685926 w 5589474"/>
                  <a:gd name="connsiteY32" fmla="*/ 534043 h 4278408"/>
                  <a:gd name="connsiteX33" fmla="*/ 4622218 w 5589474"/>
                  <a:gd name="connsiteY33" fmla="*/ 508561 h 4278408"/>
                  <a:gd name="connsiteX34" fmla="*/ 4558511 w 5589474"/>
                  <a:gd name="connsiteY34" fmla="*/ 488175 h 4278408"/>
                  <a:gd name="connsiteX35" fmla="*/ 4499900 w 5589474"/>
                  <a:gd name="connsiteY35" fmla="*/ 477981 h 4278408"/>
                  <a:gd name="connsiteX36" fmla="*/ 4446388 w 5589474"/>
                  <a:gd name="connsiteY36" fmla="*/ 470338 h 4278408"/>
                  <a:gd name="connsiteX37" fmla="*/ 4284127 w 5589474"/>
                  <a:gd name="connsiteY37" fmla="*/ 440084 h 4278408"/>
                  <a:gd name="connsiteX38" fmla="*/ 4225073 w 5589474"/>
                  <a:gd name="connsiteY38" fmla="*/ 440084 h 4278408"/>
                  <a:gd name="connsiteX39" fmla="*/ 4166018 w 5589474"/>
                  <a:gd name="connsiteY39" fmla="*/ 451895 h 4278408"/>
                  <a:gd name="connsiteX40" fmla="*/ 4112869 w 5589474"/>
                  <a:gd name="connsiteY40" fmla="*/ 463705 h 4278408"/>
                  <a:gd name="connsiteX41" fmla="*/ 4062672 w 5589474"/>
                  <a:gd name="connsiteY41" fmla="*/ 484373 h 4278408"/>
                  <a:gd name="connsiteX42" fmla="*/ 4018382 w 5589474"/>
                  <a:gd name="connsiteY42" fmla="*/ 507995 h 4278408"/>
                  <a:gd name="connsiteX43" fmla="*/ 3974090 w 5589474"/>
                  <a:gd name="connsiteY43" fmla="*/ 537523 h 4278408"/>
                  <a:gd name="connsiteX44" fmla="*/ 3929800 w 5589474"/>
                  <a:gd name="connsiteY44" fmla="*/ 570003 h 4278408"/>
                  <a:gd name="connsiteX45" fmla="*/ 3894367 w 5589474"/>
                  <a:gd name="connsiteY45" fmla="*/ 608388 h 4278408"/>
                  <a:gd name="connsiteX46" fmla="*/ 3861885 w 5589474"/>
                  <a:gd name="connsiteY46" fmla="*/ 646775 h 4278408"/>
                  <a:gd name="connsiteX47" fmla="*/ 3826453 w 5589474"/>
                  <a:gd name="connsiteY47" fmla="*/ 691065 h 4278408"/>
                  <a:gd name="connsiteX48" fmla="*/ 3796926 w 5589474"/>
                  <a:gd name="connsiteY48" fmla="*/ 735357 h 4278408"/>
                  <a:gd name="connsiteX49" fmla="*/ 3770351 w 5589474"/>
                  <a:gd name="connsiteY49" fmla="*/ 779646 h 4278408"/>
                  <a:gd name="connsiteX50" fmla="*/ 3743776 w 5589474"/>
                  <a:gd name="connsiteY50" fmla="*/ 826891 h 4278408"/>
                  <a:gd name="connsiteX51" fmla="*/ 3723109 w 5589474"/>
                  <a:gd name="connsiteY51" fmla="*/ 874134 h 4278408"/>
                  <a:gd name="connsiteX52" fmla="*/ 3684722 w 5589474"/>
                  <a:gd name="connsiteY52" fmla="*/ 968621 h 4278408"/>
                  <a:gd name="connsiteX53" fmla="*/ 3655194 w 5589474"/>
                  <a:gd name="connsiteY53" fmla="*/ 1057204 h 4278408"/>
                  <a:gd name="connsiteX54" fmla="*/ 3631573 w 5589474"/>
                  <a:gd name="connsiteY54" fmla="*/ 1136928 h 4278408"/>
                  <a:gd name="connsiteX55" fmla="*/ 3613856 w 5589474"/>
                  <a:gd name="connsiteY55" fmla="*/ 1207794 h 4278408"/>
                  <a:gd name="connsiteX56" fmla="*/ 3578424 w 5589474"/>
                  <a:gd name="connsiteY56" fmla="*/ 1346572 h 4278408"/>
                  <a:gd name="connsiteX57" fmla="*/ 3537085 w 5589474"/>
                  <a:gd name="connsiteY57" fmla="*/ 1482397 h 4278408"/>
                  <a:gd name="connsiteX58" fmla="*/ 3495747 w 5589474"/>
                  <a:gd name="connsiteY58" fmla="*/ 1612317 h 4278408"/>
                  <a:gd name="connsiteX59" fmla="*/ 3451457 w 5589474"/>
                  <a:gd name="connsiteY59" fmla="*/ 1736332 h 4278408"/>
                  <a:gd name="connsiteX60" fmla="*/ 3404213 w 5589474"/>
                  <a:gd name="connsiteY60" fmla="*/ 1860347 h 4278408"/>
                  <a:gd name="connsiteX61" fmla="*/ 3351063 w 5589474"/>
                  <a:gd name="connsiteY61" fmla="*/ 1981409 h 4278408"/>
                  <a:gd name="connsiteX62" fmla="*/ 3297914 w 5589474"/>
                  <a:gd name="connsiteY62" fmla="*/ 2093613 h 4278408"/>
                  <a:gd name="connsiteX63" fmla="*/ 3241812 w 5589474"/>
                  <a:gd name="connsiteY63" fmla="*/ 2208769 h 4278408"/>
                  <a:gd name="connsiteX64" fmla="*/ 3179806 w 5589474"/>
                  <a:gd name="connsiteY64" fmla="*/ 2315068 h 4278408"/>
                  <a:gd name="connsiteX65" fmla="*/ 3120751 w 5589474"/>
                  <a:gd name="connsiteY65" fmla="*/ 2418415 h 4278408"/>
                  <a:gd name="connsiteX66" fmla="*/ 3052837 w 5589474"/>
                  <a:gd name="connsiteY66" fmla="*/ 2518807 h 4278408"/>
                  <a:gd name="connsiteX67" fmla="*/ 2987877 w 5589474"/>
                  <a:gd name="connsiteY67" fmla="*/ 2613294 h 4278408"/>
                  <a:gd name="connsiteX68" fmla="*/ 2919965 w 5589474"/>
                  <a:gd name="connsiteY68" fmla="*/ 2707782 h 4278408"/>
                  <a:gd name="connsiteX69" fmla="*/ 2849100 w 5589474"/>
                  <a:gd name="connsiteY69" fmla="*/ 2793409 h 4278408"/>
                  <a:gd name="connsiteX70" fmla="*/ 2778234 w 5589474"/>
                  <a:gd name="connsiteY70" fmla="*/ 2881992 h 4278408"/>
                  <a:gd name="connsiteX71" fmla="*/ 2704415 w 5589474"/>
                  <a:gd name="connsiteY71" fmla="*/ 2964669 h 4278408"/>
                  <a:gd name="connsiteX72" fmla="*/ 2627644 w 5589474"/>
                  <a:gd name="connsiteY72" fmla="*/ 3044393 h 4278408"/>
                  <a:gd name="connsiteX73" fmla="*/ 2550872 w 5589474"/>
                  <a:gd name="connsiteY73" fmla="*/ 3121164 h 4278408"/>
                  <a:gd name="connsiteX74" fmla="*/ 2471150 w 5589474"/>
                  <a:gd name="connsiteY74" fmla="*/ 3194982 h 4278408"/>
                  <a:gd name="connsiteX75" fmla="*/ 2394379 w 5589474"/>
                  <a:gd name="connsiteY75" fmla="*/ 3262895 h 4278408"/>
                  <a:gd name="connsiteX76" fmla="*/ 2311703 w 5589474"/>
                  <a:gd name="connsiteY76" fmla="*/ 3330808 h 4278408"/>
                  <a:gd name="connsiteX77" fmla="*/ 2229026 w 5589474"/>
                  <a:gd name="connsiteY77" fmla="*/ 3395768 h 4278408"/>
                  <a:gd name="connsiteX78" fmla="*/ 2146350 w 5589474"/>
                  <a:gd name="connsiteY78" fmla="*/ 3457776 h 4278408"/>
                  <a:gd name="connsiteX79" fmla="*/ 2063673 w 5589474"/>
                  <a:gd name="connsiteY79" fmla="*/ 3513876 h 4278408"/>
                  <a:gd name="connsiteX80" fmla="*/ 1980996 w 5589474"/>
                  <a:gd name="connsiteY80" fmla="*/ 3569980 h 4278408"/>
                  <a:gd name="connsiteX81" fmla="*/ 1898321 w 5589474"/>
                  <a:gd name="connsiteY81" fmla="*/ 3623129 h 4278408"/>
                  <a:gd name="connsiteX82" fmla="*/ 1812689 w 5589474"/>
                  <a:gd name="connsiteY82" fmla="*/ 3673324 h 4278408"/>
                  <a:gd name="connsiteX83" fmla="*/ 1730014 w 5589474"/>
                  <a:gd name="connsiteY83" fmla="*/ 3723522 h 4278408"/>
                  <a:gd name="connsiteX84" fmla="*/ 1647337 w 5589474"/>
                  <a:gd name="connsiteY84" fmla="*/ 3770765 h 4278408"/>
                  <a:gd name="connsiteX85" fmla="*/ 1558754 w 5589474"/>
                  <a:gd name="connsiteY85" fmla="*/ 3815056 h 4278408"/>
                  <a:gd name="connsiteX86" fmla="*/ 1393401 w 5589474"/>
                  <a:gd name="connsiteY86" fmla="*/ 3894780 h 4278408"/>
                  <a:gd name="connsiteX87" fmla="*/ 1231003 w 5589474"/>
                  <a:gd name="connsiteY87" fmla="*/ 3965646 h 4278408"/>
                  <a:gd name="connsiteX88" fmla="*/ 1065649 w 5589474"/>
                  <a:gd name="connsiteY88" fmla="*/ 4024700 h 4278408"/>
                  <a:gd name="connsiteX89" fmla="*/ 909153 w 5589474"/>
                  <a:gd name="connsiteY89" fmla="*/ 4080802 h 4278408"/>
                  <a:gd name="connsiteX90" fmla="*/ 755612 w 5589474"/>
                  <a:gd name="connsiteY90" fmla="*/ 4128045 h 4278408"/>
                  <a:gd name="connsiteX91" fmla="*/ 610929 w 5589474"/>
                  <a:gd name="connsiteY91" fmla="*/ 4166432 h 4278408"/>
                  <a:gd name="connsiteX92" fmla="*/ 469197 w 5589474"/>
                  <a:gd name="connsiteY92" fmla="*/ 4204817 h 4278408"/>
                  <a:gd name="connsiteX93" fmla="*/ 339277 w 5589474"/>
                  <a:gd name="connsiteY93" fmla="*/ 4231392 h 4278408"/>
                  <a:gd name="connsiteX94" fmla="*/ 221168 w 5589474"/>
                  <a:gd name="connsiteY94" fmla="*/ 4255013 h 4278408"/>
                  <a:gd name="connsiteX95" fmla="*/ 106010 w 5589474"/>
                  <a:gd name="connsiteY95" fmla="*/ 4275681 h 4278408"/>
                  <a:gd name="connsiteX96" fmla="*/ 83516 w 5589474"/>
                  <a:gd name="connsiteY96" fmla="*/ 4278408 h 4278408"/>
                  <a:gd name="connsiteX97" fmla="*/ 0 w 5589474"/>
                  <a:gd name="connsiteY97" fmla="*/ 3859220 h 4278408"/>
                  <a:gd name="connsiteX98" fmla="*/ 32481 w 5589474"/>
                  <a:gd name="connsiteY98" fmla="*/ 3853314 h 4278408"/>
                  <a:gd name="connsiteX99" fmla="*/ 124015 w 5589474"/>
                  <a:gd name="connsiteY99" fmla="*/ 3847409 h 4278408"/>
                  <a:gd name="connsiteX100" fmla="*/ 265746 w 5589474"/>
                  <a:gd name="connsiteY100" fmla="*/ 3832646 h 4278408"/>
                  <a:gd name="connsiteX101" fmla="*/ 357282 w 5589474"/>
                  <a:gd name="connsiteY101" fmla="*/ 3817882 h 4278408"/>
                  <a:gd name="connsiteX102" fmla="*/ 454721 w 5589474"/>
                  <a:gd name="connsiteY102" fmla="*/ 3800165 h 4278408"/>
                  <a:gd name="connsiteX103" fmla="*/ 563973 w 5589474"/>
                  <a:gd name="connsiteY103" fmla="*/ 3782449 h 4278408"/>
                  <a:gd name="connsiteX104" fmla="*/ 679129 w 5589474"/>
                  <a:gd name="connsiteY104" fmla="*/ 3755875 h 4278408"/>
                  <a:gd name="connsiteX105" fmla="*/ 803144 w 5589474"/>
                  <a:gd name="connsiteY105" fmla="*/ 3720442 h 4278408"/>
                  <a:gd name="connsiteX106" fmla="*/ 933063 w 5589474"/>
                  <a:gd name="connsiteY106" fmla="*/ 3685010 h 4278408"/>
                  <a:gd name="connsiteX107" fmla="*/ 1068889 w 5589474"/>
                  <a:gd name="connsiteY107" fmla="*/ 3637767 h 4278408"/>
                  <a:gd name="connsiteX108" fmla="*/ 1210620 w 5589474"/>
                  <a:gd name="connsiteY108" fmla="*/ 3584617 h 4278408"/>
                  <a:gd name="connsiteX109" fmla="*/ 1358257 w 5589474"/>
                  <a:gd name="connsiteY109" fmla="*/ 3525563 h 4278408"/>
                  <a:gd name="connsiteX110" fmla="*/ 1502942 w 5589474"/>
                  <a:gd name="connsiteY110" fmla="*/ 3457649 h 4278408"/>
                  <a:gd name="connsiteX111" fmla="*/ 1653530 w 5589474"/>
                  <a:gd name="connsiteY111" fmla="*/ 3377926 h 4278408"/>
                  <a:gd name="connsiteX112" fmla="*/ 1730302 w 5589474"/>
                  <a:gd name="connsiteY112" fmla="*/ 3336587 h 4278408"/>
                  <a:gd name="connsiteX113" fmla="*/ 1807072 w 5589474"/>
                  <a:gd name="connsiteY113" fmla="*/ 3292296 h 4278408"/>
                  <a:gd name="connsiteX114" fmla="*/ 1880892 w 5589474"/>
                  <a:gd name="connsiteY114" fmla="*/ 3245051 h 4278408"/>
                  <a:gd name="connsiteX115" fmla="*/ 1957663 w 5589474"/>
                  <a:gd name="connsiteY115" fmla="*/ 3197808 h 4278408"/>
                  <a:gd name="connsiteX116" fmla="*/ 2034434 w 5589474"/>
                  <a:gd name="connsiteY116" fmla="*/ 3144659 h 4278408"/>
                  <a:gd name="connsiteX117" fmla="*/ 2108252 w 5589474"/>
                  <a:gd name="connsiteY117" fmla="*/ 3088557 h 4278408"/>
                  <a:gd name="connsiteX118" fmla="*/ 2185022 w 5589474"/>
                  <a:gd name="connsiteY118" fmla="*/ 3032455 h 4278408"/>
                  <a:gd name="connsiteX119" fmla="*/ 2255888 w 5589474"/>
                  <a:gd name="connsiteY119" fmla="*/ 2970449 h 4278408"/>
                  <a:gd name="connsiteX120" fmla="*/ 2329707 w 5589474"/>
                  <a:gd name="connsiteY120" fmla="*/ 2908440 h 4278408"/>
                  <a:gd name="connsiteX121" fmla="*/ 2403525 w 5589474"/>
                  <a:gd name="connsiteY121" fmla="*/ 2840528 h 4278408"/>
                  <a:gd name="connsiteX122" fmla="*/ 2477344 w 5589474"/>
                  <a:gd name="connsiteY122" fmla="*/ 2772615 h 4278408"/>
                  <a:gd name="connsiteX123" fmla="*/ 2548210 w 5589474"/>
                  <a:gd name="connsiteY123" fmla="*/ 2701750 h 4278408"/>
                  <a:gd name="connsiteX124" fmla="*/ 2616121 w 5589474"/>
                  <a:gd name="connsiteY124" fmla="*/ 2624979 h 4278408"/>
                  <a:gd name="connsiteX125" fmla="*/ 2686987 w 5589474"/>
                  <a:gd name="connsiteY125" fmla="*/ 2545255 h 4278408"/>
                  <a:gd name="connsiteX126" fmla="*/ 2754901 w 5589474"/>
                  <a:gd name="connsiteY126" fmla="*/ 2465530 h 4278408"/>
                  <a:gd name="connsiteX127" fmla="*/ 2819860 w 5589474"/>
                  <a:gd name="connsiteY127" fmla="*/ 2376949 h 4278408"/>
                  <a:gd name="connsiteX128" fmla="*/ 2887773 w 5589474"/>
                  <a:gd name="connsiteY128" fmla="*/ 2291321 h 4278408"/>
                  <a:gd name="connsiteX129" fmla="*/ 2949781 w 5589474"/>
                  <a:gd name="connsiteY129" fmla="*/ 2196833 h 4278408"/>
                  <a:gd name="connsiteX130" fmla="*/ 3011788 w 5589474"/>
                  <a:gd name="connsiteY130" fmla="*/ 2102346 h 4278408"/>
                  <a:gd name="connsiteX131" fmla="*/ 3070842 w 5589474"/>
                  <a:gd name="connsiteY131" fmla="*/ 2004905 h 4278408"/>
                  <a:gd name="connsiteX132" fmla="*/ 3126944 w 5589474"/>
                  <a:gd name="connsiteY132" fmla="*/ 1901560 h 4278408"/>
                  <a:gd name="connsiteX133" fmla="*/ 3183045 w 5589474"/>
                  <a:gd name="connsiteY133" fmla="*/ 1795262 h 4278408"/>
                  <a:gd name="connsiteX134" fmla="*/ 3236195 w 5589474"/>
                  <a:gd name="connsiteY134" fmla="*/ 1680104 h 4278408"/>
                  <a:gd name="connsiteX135" fmla="*/ 3286393 w 5589474"/>
                  <a:gd name="connsiteY135" fmla="*/ 1567900 h 4278408"/>
                  <a:gd name="connsiteX136" fmla="*/ 3336587 w 5589474"/>
                  <a:gd name="connsiteY136" fmla="*/ 1449791 h 4278408"/>
                  <a:gd name="connsiteX137" fmla="*/ 3383832 w 5589474"/>
                  <a:gd name="connsiteY137" fmla="*/ 1328729 h 4278408"/>
                  <a:gd name="connsiteX138" fmla="*/ 3428123 w 5589474"/>
                  <a:gd name="connsiteY138" fmla="*/ 1201761 h 4278408"/>
                  <a:gd name="connsiteX139" fmla="*/ 3466508 w 5589474"/>
                  <a:gd name="connsiteY139" fmla="*/ 1071841 h 4278408"/>
                  <a:gd name="connsiteX140" fmla="*/ 3504894 w 5589474"/>
                  <a:gd name="connsiteY140" fmla="*/ 933064 h 4278408"/>
                  <a:gd name="connsiteX141" fmla="*/ 3540327 w 5589474"/>
                  <a:gd name="connsiteY141" fmla="*/ 794284 h 4278408"/>
                  <a:gd name="connsiteX142" fmla="*/ 3558043 w 5589474"/>
                  <a:gd name="connsiteY142" fmla="*/ 726372 h 4278408"/>
                  <a:gd name="connsiteX143" fmla="*/ 3584617 w 5589474"/>
                  <a:gd name="connsiteY143" fmla="*/ 643696 h 4278408"/>
                  <a:gd name="connsiteX144" fmla="*/ 3617098 w 5589474"/>
                  <a:gd name="connsiteY144" fmla="*/ 552161 h 4278408"/>
                  <a:gd name="connsiteX145" fmla="*/ 3661388 w 5589474"/>
                  <a:gd name="connsiteY145" fmla="*/ 454721 h 4278408"/>
                  <a:gd name="connsiteX146" fmla="*/ 3687964 w 5589474"/>
                  <a:gd name="connsiteY146" fmla="*/ 404524 h 4278408"/>
                  <a:gd name="connsiteX147" fmla="*/ 3714537 w 5589474"/>
                  <a:gd name="connsiteY147" fmla="*/ 357280 h 4278408"/>
                  <a:gd name="connsiteX148" fmla="*/ 3744065 w 5589474"/>
                  <a:gd name="connsiteY148" fmla="*/ 307084 h 4278408"/>
                  <a:gd name="connsiteX149" fmla="*/ 3776546 w 5589474"/>
                  <a:gd name="connsiteY149" fmla="*/ 259841 h 4278408"/>
                  <a:gd name="connsiteX150" fmla="*/ 3809024 w 5589474"/>
                  <a:gd name="connsiteY150" fmla="*/ 218502 h 4278408"/>
                  <a:gd name="connsiteX151" fmla="*/ 3850363 w 5589474"/>
                  <a:gd name="connsiteY151" fmla="*/ 177164 h 4278408"/>
                  <a:gd name="connsiteX152" fmla="*/ 3891701 w 5589474"/>
                  <a:gd name="connsiteY152" fmla="*/ 138777 h 4278408"/>
                  <a:gd name="connsiteX153" fmla="*/ 3933039 w 5589474"/>
                  <a:gd name="connsiteY153" fmla="*/ 100393 h 4278408"/>
                  <a:gd name="connsiteX154" fmla="*/ 3977331 w 5589474"/>
                  <a:gd name="connsiteY154" fmla="*/ 70866 h 4278408"/>
                  <a:gd name="connsiteX155" fmla="*/ 4027527 w 5589474"/>
                  <a:gd name="connsiteY155" fmla="*/ 47244 h 4278408"/>
                  <a:gd name="connsiteX156" fmla="*/ 4077724 w 5589474"/>
                  <a:gd name="connsiteY156" fmla="*/ 23622 h 4278408"/>
                  <a:gd name="connsiteX157" fmla="*/ 4130874 w 5589474"/>
                  <a:gd name="connsiteY157" fmla="*/ 11811 h 4278408"/>
                  <a:gd name="connsiteX158" fmla="*/ 4186974 w 5589474"/>
                  <a:gd name="connsiteY158" fmla="*/ 5906 h 4278408"/>
                  <a:gd name="connsiteX0" fmla="*/ 4246029 w 5589474"/>
                  <a:gd name="connsiteY0" fmla="*/ 0 h 4278408"/>
                  <a:gd name="connsiteX1" fmla="*/ 4310989 w 5589474"/>
                  <a:gd name="connsiteY1" fmla="*/ 8857 h 4278408"/>
                  <a:gd name="connsiteX2" fmla="*/ 4375949 w 5589474"/>
                  <a:gd name="connsiteY2" fmla="*/ 23622 h 4278408"/>
                  <a:gd name="connsiteX3" fmla="*/ 4446815 w 5589474"/>
                  <a:gd name="connsiteY3" fmla="*/ 47244 h 4278408"/>
                  <a:gd name="connsiteX4" fmla="*/ 4520635 w 5589474"/>
                  <a:gd name="connsiteY4" fmla="*/ 79723 h 4278408"/>
                  <a:gd name="connsiteX5" fmla="*/ 4597405 w 5589474"/>
                  <a:gd name="connsiteY5" fmla="*/ 124015 h 4278408"/>
                  <a:gd name="connsiteX6" fmla="*/ 4674177 w 5589474"/>
                  <a:gd name="connsiteY6" fmla="*/ 177164 h 4278408"/>
                  <a:gd name="connsiteX7" fmla="*/ 4756854 w 5589474"/>
                  <a:gd name="connsiteY7" fmla="*/ 242124 h 4278408"/>
                  <a:gd name="connsiteX8" fmla="*/ 4842482 w 5589474"/>
                  <a:gd name="connsiteY8" fmla="*/ 315941 h 4278408"/>
                  <a:gd name="connsiteX9" fmla="*/ 4934017 w 5589474"/>
                  <a:gd name="connsiteY9" fmla="*/ 404524 h 4278408"/>
                  <a:gd name="connsiteX10" fmla="*/ 5028504 w 5589474"/>
                  <a:gd name="connsiteY10" fmla="*/ 504916 h 4278408"/>
                  <a:gd name="connsiteX11" fmla="*/ 5131848 w 5589474"/>
                  <a:gd name="connsiteY11" fmla="*/ 626348 h 4278408"/>
                  <a:gd name="connsiteX12" fmla="*/ 5131263 w 5589474"/>
                  <a:gd name="connsiteY12" fmla="*/ 632975 h 4278408"/>
                  <a:gd name="connsiteX13" fmla="*/ 5170541 w 5589474"/>
                  <a:gd name="connsiteY13" fmla="*/ 674709 h 4278408"/>
                  <a:gd name="connsiteX14" fmla="*/ 5272472 w 5589474"/>
                  <a:gd name="connsiteY14" fmla="*/ 794479 h 4278408"/>
                  <a:gd name="connsiteX15" fmla="*/ 5343823 w 5589474"/>
                  <a:gd name="connsiteY15" fmla="*/ 878571 h 4278408"/>
                  <a:gd name="connsiteX16" fmla="*/ 5524620 w 5589474"/>
                  <a:gd name="connsiteY16" fmla="*/ 905541 h 4278408"/>
                  <a:gd name="connsiteX17" fmla="*/ 5514556 w 5589474"/>
                  <a:gd name="connsiteY17" fmla="*/ 1056950 h 4278408"/>
                  <a:gd name="connsiteX18" fmla="*/ 5560426 w 5589474"/>
                  <a:gd name="connsiteY18" fmla="*/ 1102820 h 4278408"/>
                  <a:gd name="connsiteX19" fmla="*/ 5589474 w 5589474"/>
                  <a:gd name="connsiteY19" fmla="*/ 1128811 h 4278408"/>
                  <a:gd name="connsiteX20" fmla="*/ 5501373 w 5589474"/>
                  <a:gd name="connsiteY20" fmla="*/ 1163468 h 4278408"/>
                  <a:gd name="connsiteX21" fmla="*/ 5452954 w 5589474"/>
                  <a:gd name="connsiteY21" fmla="*/ 1132889 h 4278408"/>
                  <a:gd name="connsiteX22" fmla="*/ 5407086 w 5589474"/>
                  <a:gd name="connsiteY22" fmla="*/ 1097213 h 4278408"/>
                  <a:gd name="connsiteX23" fmla="*/ 5320445 w 5589474"/>
                  <a:gd name="connsiteY23" fmla="*/ 1036054 h 4278408"/>
                  <a:gd name="connsiteX24" fmla="*/ 5251642 w 5589474"/>
                  <a:gd name="connsiteY24" fmla="*/ 974895 h 4278408"/>
                  <a:gd name="connsiteX25" fmla="*/ 5198128 w 5589474"/>
                  <a:gd name="connsiteY25" fmla="*/ 926478 h 4278408"/>
                  <a:gd name="connsiteX26" fmla="*/ 5152258 w 5589474"/>
                  <a:gd name="connsiteY26" fmla="*/ 880609 h 4278408"/>
                  <a:gd name="connsiteX27" fmla="*/ 5063069 w 5589474"/>
                  <a:gd name="connsiteY27" fmla="*/ 796516 h 4278408"/>
                  <a:gd name="connsiteX28" fmla="*/ 4981525 w 5589474"/>
                  <a:gd name="connsiteY28" fmla="*/ 727712 h 4278408"/>
                  <a:gd name="connsiteX29" fmla="*/ 4899980 w 5589474"/>
                  <a:gd name="connsiteY29" fmla="*/ 664006 h 4278408"/>
                  <a:gd name="connsiteX30" fmla="*/ 4826079 w 5589474"/>
                  <a:gd name="connsiteY30" fmla="*/ 613041 h 4278408"/>
                  <a:gd name="connsiteX31" fmla="*/ 4754728 w 5589474"/>
                  <a:gd name="connsiteY31" fmla="*/ 569719 h 4278408"/>
                  <a:gd name="connsiteX32" fmla="*/ 4685926 w 5589474"/>
                  <a:gd name="connsiteY32" fmla="*/ 534043 h 4278408"/>
                  <a:gd name="connsiteX33" fmla="*/ 4622218 w 5589474"/>
                  <a:gd name="connsiteY33" fmla="*/ 508561 h 4278408"/>
                  <a:gd name="connsiteX34" fmla="*/ 4558511 w 5589474"/>
                  <a:gd name="connsiteY34" fmla="*/ 488175 h 4278408"/>
                  <a:gd name="connsiteX35" fmla="*/ 4499900 w 5589474"/>
                  <a:gd name="connsiteY35" fmla="*/ 477981 h 4278408"/>
                  <a:gd name="connsiteX36" fmla="*/ 4446388 w 5589474"/>
                  <a:gd name="connsiteY36" fmla="*/ 470338 h 4278408"/>
                  <a:gd name="connsiteX37" fmla="*/ 4284127 w 5589474"/>
                  <a:gd name="connsiteY37" fmla="*/ 440084 h 4278408"/>
                  <a:gd name="connsiteX38" fmla="*/ 4225073 w 5589474"/>
                  <a:gd name="connsiteY38" fmla="*/ 440084 h 4278408"/>
                  <a:gd name="connsiteX39" fmla="*/ 4166018 w 5589474"/>
                  <a:gd name="connsiteY39" fmla="*/ 451895 h 4278408"/>
                  <a:gd name="connsiteX40" fmla="*/ 4112869 w 5589474"/>
                  <a:gd name="connsiteY40" fmla="*/ 463705 h 4278408"/>
                  <a:gd name="connsiteX41" fmla="*/ 4062672 w 5589474"/>
                  <a:gd name="connsiteY41" fmla="*/ 484373 h 4278408"/>
                  <a:gd name="connsiteX42" fmla="*/ 4018382 w 5589474"/>
                  <a:gd name="connsiteY42" fmla="*/ 507995 h 4278408"/>
                  <a:gd name="connsiteX43" fmla="*/ 3974090 w 5589474"/>
                  <a:gd name="connsiteY43" fmla="*/ 537523 h 4278408"/>
                  <a:gd name="connsiteX44" fmla="*/ 3929800 w 5589474"/>
                  <a:gd name="connsiteY44" fmla="*/ 570003 h 4278408"/>
                  <a:gd name="connsiteX45" fmla="*/ 3894367 w 5589474"/>
                  <a:gd name="connsiteY45" fmla="*/ 608388 h 4278408"/>
                  <a:gd name="connsiteX46" fmla="*/ 3861885 w 5589474"/>
                  <a:gd name="connsiteY46" fmla="*/ 646775 h 4278408"/>
                  <a:gd name="connsiteX47" fmla="*/ 3826453 w 5589474"/>
                  <a:gd name="connsiteY47" fmla="*/ 691065 h 4278408"/>
                  <a:gd name="connsiteX48" fmla="*/ 3796926 w 5589474"/>
                  <a:gd name="connsiteY48" fmla="*/ 735357 h 4278408"/>
                  <a:gd name="connsiteX49" fmla="*/ 3770351 w 5589474"/>
                  <a:gd name="connsiteY49" fmla="*/ 779646 h 4278408"/>
                  <a:gd name="connsiteX50" fmla="*/ 3743776 w 5589474"/>
                  <a:gd name="connsiteY50" fmla="*/ 826891 h 4278408"/>
                  <a:gd name="connsiteX51" fmla="*/ 3723109 w 5589474"/>
                  <a:gd name="connsiteY51" fmla="*/ 874134 h 4278408"/>
                  <a:gd name="connsiteX52" fmla="*/ 3684722 w 5589474"/>
                  <a:gd name="connsiteY52" fmla="*/ 968621 h 4278408"/>
                  <a:gd name="connsiteX53" fmla="*/ 3655194 w 5589474"/>
                  <a:gd name="connsiteY53" fmla="*/ 1057204 h 4278408"/>
                  <a:gd name="connsiteX54" fmla="*/ 3631573 w 5589474"/>
                  <a:gd name="connsiteY54" fmla="*/ 1136928 h 4278408"/>
                  <a:gd name="connsiteX55" fmla="*/ 3613856 w 5589474"/>
                  <a:gd name="connsiteY55" fmla="*/ 1207794 h 4278408"/>
                  <a:gd name="connsiteX56" fmla="*/ 3578424 w 5589474"/>
                  <a:gd name="connsiteY56" fmla="*/ 1346572 h 4278408"/>
                  <a:gd name="connsiteX57" fmla="*/ 3537085 w 5589474"/>
                  <a:gd name="connsiteY57" fmla="*/ 1482397 h 4278408"/>
                  <a:gd name="connsiteX58" fmla="*/ 3495747 w 5589474"/>
                  <a:gd name="connsiteY58" fmla="*/ 1612317 h 4278408"/>
                  <a:gd name="connsiteX59" fmla="*/ 3451457 w 5589474"/>
                  <a:gd name="connsiteY59" fmla="*/ 1736332 h 4278408"/>
                  <a:gd name="connsiteX60" fmla="*/ 3404213 w 5589474"/>
                  <a:gd name="connsiteY60" fmla="*/ 1860347 h 4278408"/>
                  <a:gd name="connsiteX61" fmla="*/ 3351063 w 5589474"/>
                  <a:gd name="connsiteY61" fmla="*/ 1981409 h 4278408"/>
                  <a:gd name="connsiteX62" fmla="*/ 3297914 w 5589474"/>
                  <a:gd name="connsiteY62" fmla="*/ 2093613 h 4278408"/>
                  <a:gd name="connsiteX63" fmla="*/ 3241812 w 5589474"/>
                  <a:gd name="connsiteY63" fmla="*/ 2208769 h 4278408"/>
                  <a:gd name="connsiteX64" fmla="*/ 3179806 w 5589474"/>
                  <a:gd name="connsiteY64" fmla="*/ 2315068 h 4278408"/>
                  <a:gd name="connsiteX65" fmla="*/ 3120751 w 5589474"/>
                  <a:gd name="connsiteY65" fmla="*/ 2418415 h 4278408"/>
                  <a:gd name="connsiteX66" fmla="*/ 3052837 w 5589474"/>
                  <a:gd name="connsiteY66" fmla="*/ 2518807 h 4278408"/>
                  <a:gd name="connsiteX67" fmla="*/ 2987877 w 5589474"/>
                  <a:gd name="connsiteY67" fmla="*/ 2613294 h 4278408"/>
                  <a:gd name="connsiteX68" fmla="*/ 2919965 w 5589474"/>
                  <a:gd name="connsiteY68" fmla="*/ 2707782 h 4278408"/>
                  <a:gd name="connsiteX69" fmla="*/ 2849100 w 5589474"/>
                  <a:gd name="connsiteY69" fmla="*/ 2793409 h 4278408"/>
                  <a:gd name="connsiteX70" fmla="*/ 2778234 w 5589474"/>
                  <a:gd name="connsiteY70" fmla="*/ 2881992 h 4278408"/>
                  <a:gd name="connsiteX71" fmla="*/ 2704415 w 5589474"/>
                  <a:gd name="connsiteY71" fmla="*/ 2964669 h 4278408"/>
                  <a:gd name="connsiteX72" fmla="*/ 2627644 w 5589474"/>
                  <a:gd name="connsiteY72" fmla="*/ 3044393 h 4278408"/>
                  <a:gd name="connsiteX73" fmla="*/ 2550872 w 5589474"/>
                  <a:gd name="connsiteY73" fmla="*/ 3121164 h 4278408"/>
                  <a:gd name="connsiteX74" fmla="*/ 2471150 w 5589474"/>
                  <a:gd name="connsiteY74" fmla="*/ 3194982 h 4278408"/>
                  <a:gd name="connsiteX75" fmla="*/ 2394379 w 5589474"/>
                  <a:gd name="connsiteY75" fmla="*/ 3262895 h 4278408"/>
                  <a:gd name="connsiteX76" fmla="*/ 2311703 w 5589474"/>
                  <a:gd name="connsiteY76" fmla="*/ 3330808 h 4278408"/>
                  <a:gd name="connsiteX77" fmla="*/ 2229026 w 5589474"/>
                  <a:gd name="connsiteY77" fmla="*/ 3395768 h 4278408"/>
                  <a:gd name="connsiteX78" fmla="*/ 2146350 w 5589474"/>
                  <a:gd name="connsiteY78" fmla="*/ 3457776 h 4278408"/>
                  <a:gd name="connsiteX79" fmla="*/ 2063673 w 5589474"/>
                  <a:gd name="connsiteY79" fmla="*/ 3513876 h 4278408"/>
                  <a:gd name="connsiteX80" fmla="*/ 1980996 w 5589474"/>
                  <a:gd name="connsiteY80" fmla="*/ 3569980 h 4278408"/>
                  <a:gd name="connsiteX81" fmla="*/ 1898321 w 5589474"/>
                  <a:gd name="connsiteY81" fmla="*/ 3623129 h 4278408"/>
                  <a:gd name="connsiteX82" fmla="*/ 1812689 w 5589474"/>
                  <a:gd name="connsiteY82" fmla="*/ 3673324 h 4278408"/>
                  <a:gd name="connsiteX83" fmla="*/ 1730014 w 5589474"/>
                  <a:gd name="connsiteY83" fmla="*/ 3723522 h 4278408"/>
                  <a:gd name="connsiteX84" fmla="*/ 1647337 w 5589474"/>
                  <a:gd name="connsiteY84" fmla="*/ 3770765 h 4278408"/>
                  <a:gd name="connsiteX85" fmla="*/ 1558754 w 5589474"/>
                  <a:gd name="connsiteY85" fmla="*/ 3815056 h 4278408"/>
                  <a:gd name="connsiteX86" fmla="*/ 1393401 w 5589474"/>
                  <a:gd name="connsiteY86" fmla="*/ 3894780 h 4278408"/>
                  <a:gd name="connsiteX87" fmla="*/ 1231003 w 5589474"/>
                  <a:gd name="connsiteY87" fmla="*/ 3965646 h 4278408"/>
                  <a:gd name="connsiteX88" fmla="*/ 1065649 w 5589474"/>
                  <a:gd name="connsiteY88" fmla="*/ 4024700 h 4278408"/>
                  <a:gd name="connsiteX89" fmla="*/ 909153 w 5589474"/>
                  <a:gd name="connsiteY89" fmla="*/ 4080802 h 4278408"/>
                  <a:gd name="connsiteX90" fmla="*/ 755612 w 5589474"/>
                  <a:gd name="connsiteY90" fmla="*/ 4128045 h 4278408"/>
                  <a:gd name="connsiteX91" fmla="*/ 610929 w 5589474"/>
                  <a:gd name="connsiteY91" fmla="*/ 4166432 h 4278408"/>
                  <a:gd name="connsiteX92" fmla="*/ 469197 w 5589474"/>
                  <a:gd name="connsiteY92" fmla="*/ 4204817 h 4278408"/>
                  <a:gd name="connsiteX93" fmla="*/ 339277 w 5589474"/>
                  <a:gd name="connsiteY93" fmla="*/ 4231392 h 4278408"/>
                  <a:gd name="connsiteX94" fmla="*/ 221168 w 5589474"/>
                  <a:gd name="connsiteY94" fmla="*/ 4255013 h 4278408"/>
                  <a:gd name="connsiteX95" fmla="*/ 106010 w 5589474"/>
                  <a:gd name="connsiteY95" fmla="*/ 4275681 h 4278408"/>
                  <a:gd name="connsiteX96" fmla="*/ 83516 w 5589474"/>
                  <a:gd name="connsiteY96" fmla="*/ 4278408 h 4278408"/>
                  <a:gd name="connsiteX97" fmla="*/ 0 w 5589474"/>
                  <a:gd name="connsiteY97" fmla="*/ 3859220 h 4278408"/>
                  <a:gd name="connsiteX98" fmla="*/ 32481 w 5589474"/>
                  <a:gd name="connsiteY98" fmla="*/ 3853314 h 4278408"/>
                  <a:gd name="connsiteX99" fmla="*/ 124015 w 5589474"/>
                  <a:gd name="connsiteY99" fmla="*/ 3847409 h 4278408"/>
                  <a:gd name="connsiteX100" fmla="*/ 265746 w 5589474"/>
                  <a:gd name="connsiteY100" fmla="*/ 3832646 h 4278408"/>
                  <a:gd name="connsiteX101" fmla="*/ 357282 w 5589474"/>
                  <a:gd name="connsiteY101" fmla="*/ 3817882 h 4278408"/>
                  <a:gd name="connsiteX102" fmla="*/ 454721 w 5589474"/>
                  <a:gd name="connsiteY102" fmla="*/ 3800165 h 4278408"/>
                  <a:gd name="connsiteX103" fmla="*/ 563973 w 5589474"/>
                  <a:gd name="connsiteY103" fmla="*/ 3782449 h 4278408"/>
                  <a:gd name="connsiteX104" fmla="*/ 679129 w 5589474"/>
                  <a:gd name="connsiteY104" fmla="*/ 3755875 h 4278408"/>
                  <a:gd name="connsiteX105" fmla="*/ 803144 w 5589474"/>
                  <a:gd name="connsiteY105" fmla="*/ 3720442 h 4278408"/>
                  <a:gd name="connsiteX106" fmla="*/ 933063 w 5589474"/>
                  <a:gd name="connsiteY106" fmla="*/ 3685010 h 4278408"/>
                  <a:gd name="connsiteX107" fmla="*/ 1068889 w 5589474"/>
                  <a:gd name="connsiteY107" fmla="*/ 3637767 h 4278408"/>
                  <a:gd name="connsiteX108" fmla="*/ 1210620 w 5589474"/>
                  <a:gd name="connsiteY108" fmla="*/ 3584617 h 4278408"/>
                  <a:gd name="connsiteX109" fmla="*/ 1358257 w 5589474"/>
                  <a:gd name="connsiteY109" fmla="*/ 3525563 h 4278408"/>
                  <a:gd name="connsiteX110" fmla="*/ 1502942 w 5589474"/>
                  <a:gd name="connsiteY110" fmla="*/ 3457649 h 4278408"/>
                  <a:gd name="connsiteX111" fmla="*/ 1653530 w 5589474"/>
                  <a:gd name="connsiteY111" fmla="*/ 3377926 h 4278408"/>
                  <a:gd name="connsiteX112" fmla="*/ 1730302 w 5589474"/>
                  <a:gd name="connsiteY112" fmla="*/ 3336587 h 4278408"/>
                  <a:gd name="connsiteX113" fmla="*/ 1807072 w 5589474"/>
                  <a:gd name="connsiteY113" fmla="*/ 3292296 h 4278408"/>
                  <a:gd name="connsiteX114" fmla="*/ 1880892 w 5589474"/>
                  <a:gd name="connsiteY114" fmla="*/ 3245051 h 4278408"/>
                  <a:gd name="connsiteX115" fmla="*/ 1957663 w 5589474"/>
                  <a:gd name="connsiteY115" fmla="*/ 3197808 h 4278408"/>
                  <a:gd name="connsiteX116" fmla="*/ 2034434 w 5589474"/>
                  <a:gd name="connsiteY116" fmla="*/ 3144659 h 4278408"/>
                  <a:gd name="connsiteX117" fmla="*/ 2108252 w 5589474"/>
                  <a:gd name="connsiteY117" fmla="*/ 3088557 h 4278408"/>
                  <a:gd name="connsiteX118" fmla="*/ 2185022 w 5589474"/>
                  <a:gd name="connsiteY118" fmla="*/ 3032455 h 4278408"/>
                  <a:gd name="connsiteX119" fmla="*/ 2255888 w 5589474"/>
                  <a:gd name="connsiteY119" fmla="*/ 2970449 h 4278408"/>
                  <a:gd name="connsiteX120" fmla="*/ 2329707 w 5589474"/>
                  <a:gd name="connsiteY120" fmla="*/ 2908440 h 4278408"/>
                  <a:gd name="connsiteX121" fmla="*/ 2403525 w 5589474"/>
                  <a:gd name="connsiteY121" fmla="*/ 2840528 h 4278408"/>
                  <a:gd name="connsiteX122" fmla="*/ 2477344 w 5589474"/>
                  <a:gd name="connsiteY122" fmla="*/ 2772615 h 4278408"/>
                  <a:gd name="connsiteX123" fmla="*/ 2548210 w 5589474"/>
                  <a:gd name="connsiteY123" fmla="*/ 2701750 h 4278408"/>
                  <a:gd name="connsiteX124" fmla="*/ 2616121 w 5589474"/>
                  <a:gd name="connsiteY124" fmla="*/ 2624979 h 4278408"/>
                  <a:gd name="connsiteX125" fmla="*/ 2686987 w 5589474"/>
                  <a:gd name="connsiteY125" fmla="*/ 2545255 h 4278408"/>
                  <a:gd name="connsiteX126" fmla="*/ 2754901 w 5589474"/>
                  <a:gd name="connsiteY126" fmla="*/ 2465530 h 4278408"/>
                  <a:gd name="connsiteX127" fmla="*/ 2819860 w 5589474"/>
                  <a:gd name="connsiteY127" fmla="*/ 2376949 h 4278408"/>
                  <a:gd name="connsiteX128" fmla="*/ 2887773 w 5589474"/>
                  <a:gd name="connsiteY128" fmla="*/ 2291321 h 4278408"/>
                  <a:gd name="connsiteX129" fmla="*/ 2949781 w 5589474"/>
                  <a:gd name="connsiteY129" fmla="*/ 2196833 h 4278408"/>
                  <a:gd name="connsiteX130" fmla="*/ 3011788 w 5589474"/>
                  <a:gd name="connsiteY130" fmla="*/ 2102346 h 4278408"/>
                  <a:gd name="connsiteX131" fmla="*/ 3070842 w 5589474"/>
                  <a:gd name="connsiteY131" fmla="*/ 2004905 h 4278408"/>
                  <a:gd name="connsiteX132" fmla="*/ 3126944 w 5589474"/>
                  <a:gd name="connsiteY132" fmla="*/ 1901560 h 4278408"/>
                  <a:gd name="connsiteX133" fmla="*/ 3183045 w 5589474"/>
                  <a:gd name="connsiteY133" fmla="*/ 1795262 h 4278408"/>
                  <a:gd name="connsiteX134" fmla="*/ 3236195 w 5589474"/>
                  <a:gd name="connsiteY134" fmla="*/ 1680104 h 4278408"/>
                  <a:gd name="connsiteX135" fmla="*/ 3286393 w 5589474"/>
                  <a:gd name="connsiteY135" fmla="*/ 1567900 h 4278408"/>
                  <a:gd name="connsiteX136" fmla="*/ 3336587 w 5589474"/>
                  <a:gd name="connsiteY136" fmla="*/ 1449791 h 4278408"/>
                  <a:gd name="connsiteX137" fmla="*/ 3383832 w 5589474"/>
                  <a:gd name="connsiteY137" fmla="*/ 1328729 h 4278408"/>
                  <a:gd name="connsiteX138" fmla="*/ 3428123 w 5589474"/>
                  <a:gd name="connsiteY138" fmla="*/ 1201761 h 4278408"/>
                  <a:gd name="connsiteX139" fmla="*/ 3466508 w 5589474"/>
                  <a:gd name="connsiteY139" fmla="*/ 1071841 h 4278408"/>
                  <a:gd name="connsiteX140" fmla="*/ 3504894 w 5589474"/>
                  <a:gd name="connsiteY140" fmla="*/ 933064 h 4278408"/>
                  <a:gd name="connsiteX141" fmla="*/ 3540327 w 5589474"/>
                  <a:gd name="connsiteY141" fmla="*/ 794284 h 4278408"/>
                  <a:gd name="connsiteX142" fmla="*/ 3558043 w 5589474"/>
                  <a:gd name="connsiteY142" fmla="*/ 726372 h 4278408"/>
                  <a:gd name="connsiteX143" fmla="*/ 3584617 w 5589474"/>
                  <a:gd name="connsiteY143" fmla="*/ 643696 h 4278408"/>
                  <a:gd name="connsiteX144" fmla="*/ 3617098 w 5589474"/>
                  <a:gd name="connsiteY144" fmla="*/ 552161 h 4278408"/>
                  <a:gd name="connsiteX145" fmla="*/ 3661388 w 5589474"/>
                  <a:gd name="connsiteY145" fmla="*/ 454721 h 4278408"/>
                  <a:gd name="connsiteX146" fmla="*/ 3687964 w 5589474"/>
                  <a:gd name="connsiteY146" fmla="*/ 404524 h 4278408"/>
                  <a:gd name="connsiteX147" fmla="*/ 3714537 w 5589474"/>
                  <a:gd name="connsiteY147" fmla="*/ 357280 h 4278408"/>
                  <a:gd name="connsiteX148" fmla="*/ 3744065 w 5589474"/>
                  <a:gd name="connsiteY148" fmla="*/ 307084 h 4278408"/>
                  <a:gd name="connsiteX149" fmla="*/ 3776546 w 5589474"/>
                  <a:gd name="connsiteY149" fmla="*/ 259841 h 4278408"/>
                  <a:gd name="connsiteX150" fmla="*/ 3809024 w 5589474"/>
                  <a:gd name="connsiteY150" fmla="*/ 218502 h 4278408"/>
                  <a:gd name="connsiteX151" fmla="*/ 3850363 w 5589474"/>
                  <a:gd name="connsiteY151" fmla="*/ 177164 h 4278408"/>
                  <a:gd name="connsiteX152" fmla="*/ 3891701 w 5589474"/>
                  <a:gd name="connsiteY152" fmla="*/ 138777 h 4278408"/>
                  <a:gd name="connsiteX153" fmla="*/ 3933039 w 5589474"/>
                  <a:gd name="connsiteY153" fmla="*/ 100393 h 4278408"/>
                  <a:gd name="connsiteX154" fmla="*/ 3977331 w 5589474"/>
                  <a:gd name="connsiteY154" fmla="*/ 70866 h 4278408"/>
                  <a:gd name="connsiteX155" fmla="*/ 4027527 w 5589474"/>
                  <a:gd name="connsiteY155" fmla="*/ 47244 h 4278408"/>
                  <a:gd name="connsiteX156" fmla="*/ 4077724 w 5589474"/>
                  <a:gd name="connsiteY156" fmla="*/ 23622 h 4278408"/>
                  <a:gd name="connsiteX157" fmla="*/ 4130874 w 5589474"/>
                  <a:gd name="connsiteY157" fmla="*/ 11811 h 4278408"/>
                  <a:gd name="connsiteX158" fmla="*/ 4186974 w 5589474"/>
                  <a:gd name="connsiteY158" fmla="*/ 5906 h 4278408"/>
                  <a:gd name="connsiteX159" fmla="*/ 4246029 w 5589474"/>
                  <a:gd name="connsiteY159" fmla="*/ 0 h 4278408"/>
                  <a:gd name="connsiteX0" fmla="*/ 4246029 w 5611815"/>
                  <a:gd name="connsiteY0" fmla="*/ 0 h 4278408"/>
                  <a:gd name="connsiteX1" fmla="*/ 4310989 w 5611815"/>
                  <a:gd name="connsiteY1" fmla="*/ 8857 h 4278408"/>
                  <a:gd name="connsiteX2" fmla="*/ 4375949 w 5611815"/>
                  <a:gd name="connsiteY2" fmla="*/ 23622 h 4278408"/>
                  <a:gd name="connsiteX3" fmla="*/ 4446815 w 5611815"/>
                  <a:gd name="connsiteY3" fmla="*/ 47244 h 4278408"/>
                  <a:gd name="connsiteX4" fmla="*/ 4520635 w 5611815"/>
                  <a:gd name="connsiteY4" fmla="*/ 79723 h 4278408"/>
                  <a:gd name="connsiteX5" fmla="*/ 4597405 w 5611815"/>
                  <a:gd name="connsiteY5" fmla="*/ 124015 h 4278408"/>
                  <a:gd name="connsiteX6" fmla="*/ 4674177 w 5611815"/>
                  <a:gd name="connsiteY6" fmla="*/ 177164 h 4278408"/>
                  <a:gd name="connsiteX7" fmla="*/ 4756854 w 5611815"/>
                  <a:gd name="connsiteY7" fmla="*/ 242124 h 4278408"/>
                  <a:gd name="connsiteX8" fmla="*/ 4842482 w 5611815"/>
                  <a:gd name="connsiteY8" fmla="*/ 315941 h 4278408"/>
                  <a:gd name="connsiteX9" fmla="*/ 4934017 w 5611815"/>
                  <a:gd name="connsiteY9" fmla="*/ 404524 h 4278408"/>
                  <a:gd name="connsiteX10" fmla="*/ 5028504 w 5611815"/>
                  <a:gd name="connsiteY10" fmla="*/ 504916 h 4278408"/>
                  <a:gd name="connsiteX11" fmla="*/ 5131848 w 5611815"/>
                  <a:gd name="connsiteY11" fmla="*/ 626348 h 4278408"/>
                  <a:gd name="connsiteX12" fmla="*/ 5131263 w 5611815"/>
                  <a:gd name="connsiteY12" fmla="*/ 632975 h 4278408"/>
                  <a:gd name="connsiteX13" fmla="*/ 5170541 w 5611815"/>
                  <a:gd name="connsiteY13" fmla="*/ 674709 h 4278408"/>
                  <a:gd name="connsiteX14" fmla="*/ 5272472 w 5611815"/>
                  <a:gd name="connsiteY14" fmla="*/ 794479 h 4278408"/>
                  <a:gd name="connsiteX15" fmla="*/ 5343823 w 5611815"/>
                  <a:gd name="connsiteY15" fmla="*/ 878571 h 4278408"/>
                  <a:gd name="connsiteX16" fmla="*/ 5524620 w 5611815"/>
                  <a:gd name="connsiteY16" fmla="*/ 905541 h 4278408"/>
                  <a:gd name="connsiteX17" fmla="*/ 5611815 w 5611815"/>
                  <a:gd name="connsiteY17" fmla="*/ 1023629 h 4278408"/>
                  <a:gd name="connsiteX18" fmla="*/ 5560426 w 5611815"/>
                  <a:gd name="connsiteY18" fmla="*/ 1102820 h 4278408"/>
                  <a:gd name="connsiteX19" fmla="*/ 5589474 w 5611815"/>
                  <a:gd name="connsiteY19" fmla="*/ 1128811 h 4278408"/>
                  <a:gd name="connsiteX20" fmla="*/ 5501373 w 5611815"/>
                  <a:gd name="connsiteY20" fmla="*/ 1163468 h 4278408"/>
                  <a:gd name="connsiteX21" fmla="*/ 5452954 w 5611815"/>
                  <a:gd name="connsiteY21" fmla="*/ 1132889 h 4278408"/>
                  <a:gd name="connsiteX22" fmla="*/ 5407086 w 5611815"/>
                  <a:gd name="connsiteY22" fmla="*/ 1097213 h 4278408"/>
                  <a:gd name="connsiteX23" fmla="*/ 5320445 w 5611815"/>
                  <a:gd name="connsiteY23" fmla="*/ 1036054 h 4278408"/>
                  <a:gd name="connsiteX24" fmla="*/ 5251642 w 5611815"/>
                  <a:gd name="connsiteY24" fmla="*/ 974895 h 4278408"/>
                  <a:gd name="connsiteX25" fmla="*/ 5198128 w 5611815"/>
                  <a:gd name="connsiteY25" fmla="*/ 926478 h 4278408"/>
                  <a:gd name="connsiteX26" fmla="*/ 5152258 w 5611815"/>
                  <a:gd name="connsiteY26" fmla="*/ 880609 h 4278408"/>
                  <a:gd name="connsiteX27" fmla="*/ 5063069 w 5611815"/>
                  <a:gd name="connsiteY27" fmla="*/ 796516 h 4278408"/>
                  <a:gd name="connsiteX28" fmla="*/ 4981525 w 5611815"/>
                  <a:gd name="connsiteY28" fmla="*/ 727712 h 4278408"/>
                  <a:gd name="connsiteX29" fmla="*/ 4899980 w 5611815"/>
                  <a:gd name="connsiteY29" fmla="*/ 664006 h 4278408"/>
                  <a:gd name="connsiteX30" fmla="*/ 4826079 w 5611815"/>
                  <a:gd name="connsiteY30" fmla="*/ 613041 h 4278408"/>
                  <a:gd name="connsiteX31" fmla="*/ 4754728 w 5611815"/>
                  <a:gd name="connsiteY31" fmla="*/ 569719 h 4278408"/>
                  <a:gd name="connsiteX32" fmla="*/ 4685926 w 5611815"/>
                  <a:gd name="connsiteY32" fmla="*/ 534043 h 4278408"/>
                  <a:gd name="connsiteX33" fmla="*/ 4622218 w 5611815"/>
                  <a:gd name="connsiteY33" fmla="*/ 508561 h 4278408"/>
                  <a:gd name="connsiteX34" fmla="*/ 4558511 w 5611815"/>
                  <a:gd name="connsiteY34" fmla="*/ 488175 h 4278408"/>
                  <a:gd name="connsiteX35" fmla="*/ 4499900 w 5611815"/>
                  <a:gd name="connsiteY35" fmla="*/ 477981 h 4278408"/>
                  <a:gd name="connsiteX36" fmla="*/ 4446388 w 5611815"/>
                  <a:gd name="connsiteY36" fmla="*/ 470338 h 4278408"/>
                  <a:gd name="connsiteX37" fmla="*/ 4284127 w 5611815"/>
                  <a:gd name="connsiteY37" fmla="*/ 440084 h 4278408"/>
                  <a:gd name="connsiteX38" fmla="*/ 4225073 w 5611815"/>
                  <a:gd name="connsiteY38" fmla="*/ 440084 h 4278408"/>
                  <a:gd name="connsiteX39" fmla="*/ 4166018 w 5611815"/>
                  <a:gd name="connsiteY39" fmla="*/ 451895 h 4278408"/>
                  <a:gd name="connsiteX40" fmla="*/ 4112869 w 5611815"/>
                  <a:gd name="connsiteY40" fmla="*/ 463705 h 4278408"/>
                  <a:gd name="connsiteX41" fmla="*/ 4062672 w 5611815"/>
                  <a:gd name="connsiteY41" fmla="*/ 484373 h 4278408"/>
                  <a:gd name="connsiteX42" fmla="*/ 4018382 w 5611815"/>
                  <a:gd name="connsiteY42" fmla="*/ 507995 h 4278408"/>
                  <a:gd name="connsiteX43" fmla="*/ 3974090 w 5611815"/>
                  <a:gd name="connsiteY43" fmla="*/ 537523 h 4278408"/>
                  <a:gd name="connsiteX44" fmla="*/ 3929800 w 5611815"/>
                  <a:gd name="connsiteY44" fmla="*/ 570003 h 4278408"/>
                  <a:gd name="connsiteX45" fmla="*/ 3894367 w 5611815"/>
                  <a:gd name="connsiteY45" fmla="*/ 608388 h 4278408"/>
                  <a:gd name="connsiteX46" fmla="*/ 3861885 w 5611815"/>
                  <a:gd name="connsiteY46" fmla="*/ 646775 h 4278408"/>
                  <a:gd name="connsiteX47" fmla="*/ 3826453 w 5611815"/>
                  <a:gd name="connsiteY47" fmla="*/ 691065 h 4278408"/>
                  <a:gd name="connsiteX48" fmla="*/ 3796926 w 5611815"/>
                  <a:gd name="connsiteY48" fmla="*/ 735357 h 4278408"/>
                  <a:gd name="connsiteX49" fmla="*/ 3770351 w 5611815"/>
                  <a:gd name="connsiteY49" fmla="*/ 779646 h 4278408"/>
                  <a:gd name="connsiteX50" fmla="*/ 3743776 w 5611815"/>
                  <a:gd name="connsiteY50" fmla="*/ 826891 h 4278408"/>
                  <a:gd name="connsiteX51" fmla="*/ 3723109 w 5611815"/>
                  <a:gd name="connsiteY51" fmla="*/ 874134 h 4278408"/>
                  <a:gd name="connsiteX52" fmla="*/ 3684722 w 5611815"/>
                  <a:gd name="connsiteY52" fmla="*/ 968621 h 4278408"/>
                  <a:gd name="connsiteX53" fmla="*/ 3655194 w 5611815"/>
                  <a:gd name="connsiteY53" fmla="*/ 1057204 h 4278408"/>
                  <a:gd name="connsiteX54" fmla="*/ 3631573 w 5611815"/>
                  <a:gd name="connsiteY54" fmla="*/ 1136928 h 4278408"/>
                  <a:gd name="connsiteX55" fmla="*/ 3613856 w 5611815"/>
                  <a:gd name="connsiteY55" fmla="*/ 1207794 h 4278408"/>
                  <a:gd name="connsiteX56" fmla="*/ 3578424 w 5611815"/>
                  <a:gd name="connsiteY56" fmla="*/ 1346572 h 4278408"/>
                  <a:gd name="connsiteX57" fmla="*/ 3537085 w 5611815"/>
                  <a:gd name="connsiteY57" fmla="*/ 1482397 h 4278408"/>
                  <a:gd name="connsiteX58" fmla="*/ 3495747 w 5611815"/>
                  <a:gd name="connsiteY58" fmla="*/ 1612317 h 4278408"/>
                  <a:gd name="connsiteX59" fmla="*/ 3451457 w 5611815"/>
                  <a:gd name="connsiteY59" fmla="*/ 1736332 h 4278408"/>
                  <a:gd name="connsiteX60" fmla="*/ 3404213 w 5611815"/>
                  <a:gd name="connsiteY60" fmla="*/ 1860347 h 4278408"/>
                  <a:gd name="connsiteX61" fmla="*/ 3351063 w 5611815"/>
                  <a:gd name="connsiteY61" fmla="*/ 1981409 h 4278408"/>
                  <a:gd name="connsiteX62" fmla="*/ 3297914 w 5611815"/>
                  <a:gd name="connsiteY62" fmla="*/ 2093613 h 4278408"/>
                  <a:gd name="connsiteX63" fmla="*/ 3241812 w 5611815"/>
                  <a:gd name="connsiteY63" fmla="*/ 2208769 h 4278408"/>
                  <a:gd name="connsiteX64" fmla="*/ 3179806 w 5611815"/>
                  <a:gd name="connsiteY64" fmla="*/ 2315068 h 4278408"/>
                  <a:gd name="connsiteX65" fmla="*/ 3120751 w 5611815"/>
                  <a:gd name="connsiteY65" fmla="*/ 2418415 h 4278408"/>
                  <a:gd name="connsiteX66" fmla="*/ 3052837 w 5611815"/>
                  <a:gd name="connsiteY66" fmla="*/ 2518807 h 4278408"/>
                  <a:gd name="connsiteX67" fmla="*/ 2987877 w 5611815"/>
                  <a:gd name="connsiteY67" fmla="*/ 2613294 h 4278408"/>
                  <a:gd name="connsiteX68" fmla="*/ 2919965 w 5611815"/>
                  <a:gd name="connsiteY68" fmla="*/ 2707782 h 4278408"/>
                  <a:gd name="connsiteX69" fmla="*/ 2849100 w 5611815"/>
                  <a:gd name="connsiteY69" fmla="*/ 2793409 h 4278408"/>
                  <a:gd name="connsiteX70" fmla="*/ 2778234 w 5611815"/>
                  <a:gd name="connsiteY70" fmla="*/ 2881992 h 4278408"/>
                  <a:gd name="connsiteX71" fmla="*/ 2704415 w 5611815"/>
                  <a:gd name="connsiteY71" fmla="*/ 2964669 h 4278408"/>
                  <a:gd name="connsiteX72" fmla="*/ 2627644 w 5611815"/>
                  <a:gd name="connsiteY72" fmla="*/ 3044393 h 4278408"/>
                  <a:gd name="connsiteX73" fmla="*/ 2550872 w 5611815"/>
                  <a:gd name="connsiteY73" fmla="*/ 3121164 h 4278408"/>
                  <a:gd name="connsiteX74" fmla="*/ 2471150 w 5611815"/>
                  <a:gd name="connsiteY74" fmla="*/ 3194982 h 4278408"/>
                  <a:gd name="connsiteX75" fmla="*/ 2394379 w 5611815"/>
                  <a:gd name="connsiteY75" fmla="*/ 3262895 h 4278408"/>
                  <a:gd name="connsiteX76" fmla="*/ 2311703 w 5611815"/>
                  <a:gd name="connsiteY76" fmla="*/ 3330808 h 4278408"/>
                  <a:gd name="connsiteX77" fmla="*/ 2229026 w 5611815"/>
                  <a:gd name="connsiteY77" fmla="*/ 3395768 h 4278408"/>
                  <a:gd name="connsiteX78" fmla="*/ 2146350 w 5611815"/>
                  <a:gd name="connsiteY78" fmla="*/ 3457776 h 4278408"/>
                  <a:gd name="connsiteX79" fmla="*/ 2063673 w 5611815"/>
                  <a:gd name="connsiteY79" fmla="*/ 3513876 h 4278408"/>
                  <a:gd name="connsiteX80" fmla="*/ 1980996 w 5611815"/>
                  <a:gd name="connsiteY80" fmla="*/ 3569980 h 4278408"/>
                  <a:gd name="connsiteX81" fmla="*/ 1898321 w 5611815"/>
                  <a:gd name="connsiteY81" fmla="*/ 3623129 h 4278408"/>
                  <a:gd name="connsiteX82" fmla="*/ 1812689 w 5611815"/>
                  <a:gd name="connsiteY82" fmla="*/ 3673324 h 4278408"/>
                  <a:gd name="connsiteX83" fmla="*/ 1730014 w 5611815"/>
                  <a:gd name="connsiteY83" fmla="*/ 3723522 h 4278408"/>
                  <a:gd name="connsiteX84" fmla="*/ 1647337 w 5611815"/>
                  <a:gd name="connsiteY84" fmla="*/ 3770765 h 4278408"/>
                  <a:gd name="connsiteX85" fmla="*/ 1558754 w 5611815"/>
                  <a:gd name="connsiteY85" fmla="*/ 3815056 h 4278408"/>
                  <a:gd name="connsiteX86" fmla="*/ 1393401 w 5611815"/>
                  <a:gd name="connsiteY86" fmla="*/ 3894780 h 4278408"/>
                  <a:gd name="connsiteX87" fmla="*/ 1231003 w 5611815"/>
                  <a:gd name="connsiteY87" fmla="*/ 3965646 h 4278408"/>
                  <a:gd name="connsiteX88" fmla="*/ 1065649 w 5611815"/>
                  <a:gd name="connsiteY88" fmla="*/ 4024700 h 4278408"/>
                  <a:gd name="connsiteX89" fmla="*/ 909153 w 5611815"/>
                  <a:gd name="connsiteY89" fmla="*/ 4080802 h 4278408"/>
                  <a:gd name="connsiteX90" fmla="*/ 755612 w 5611815"/>
                  <a:gd name="connsiteY90" fmla="*/ 4128045 h 4278408"/>
                  <a:gd name="connsiteX91" fmla="*/ 610929 w 5611815"/>
                  <a:gd name="connsiteY91" fmla="*/ 4166432 h 4278408"/>
                  <a:gd name="connsiteX92" fmla="*/ 469197 w 5611815"/>
                  <a:gd name="connsiteY92" fmla="*/ 4204817 h 4278408"/>
                  <a:gd name="connsiteX93" fmla="*/ 339277 w 5611815"/>
                  <a:gd name="connsiteY93" fmla="*/ 4231392 h 4278408"/>
                  <a:gd name="connsiteX94" fmla="*/ 221168 w 5611815"/>
                  <a:gd name="connsiteY94" fmla="*/ 4255013 h 4278408"/>
                  <a:gd name="connsiteX95" fmla="*/ 106010 w 5611815"/>
                  <a:gd name="connsiteY95" fmla="*/ 4275681 h 4278408"/>
                  <a:gd name="connsiteX96" fmla="*/ 83516 w 5611815"/>
                  <a:gd name="connsiteY96" fmla="*/ 4278408 h 4278408"/>
                  <a:gd name="connsiteX97" fmla="*/ 0 w 5611815"/>
                  <a:gd name="connsiteY97" fmla="*/ 3859220 h 4278408"/>
                  <a:gd name="connsiteX98" fmla="*/ 32481 w 5611815"/>
                  <a:gd name="connsiteY98" fmla="*/ 3853314 h 4278408"/>
                  <a:gd name="connsiteX99" fmla="*/ 124015 w 5611815"/>
                  <a:gd name="connsiteY99" fmla="*/ 3847409 h 4278408"/>
                  <a:gd name="connsiteX100" fmla="*/ 265746 w 5611815"/>
                  <a:gd name="connsiteY100" fmla="*/ 3832646 h 4278408"/>
                  <a:gd name="connsiteX101" fmla="*/ 357282 w 5611815"/>
                  <a:gd name="connsiteY101" fmla="*/ 3817882 h 4278408"/>
                  <a:gd name="connsiteX102" fmla="*/ 454721 w 5611815"/>
                  <a:gd name="connsiteY102" fmla="*/ 3800165 h 4278408"/>
                  <a:gd name="connsiteX103" fmla="*/ 563973 w 5611815"/>
                  <a:gd name="connsiteY103" fmla="*/ 3782449 h 4278408"/>
                  <a:gd name="connsiteX104" fmla="*/ 679129 w 5611815"/>
                  <a:gd name="connsiteY104" fmla="*/ 3755875 h 4278408"/>
                  <a:gd name="connsiteX105" fmla="*/ 803144 w 5611815"/>
                  <a:gd name="connsiteY105" fmla="*/ 3720442 h 4278408"/>
                  <a:gd name="connsiteX106" fmla="*/ 933063 w 5611815"/>
                  <a:gd name="connsiteY106" fmla="*/ 3685010 h 4278408"/>
                  <a:gd name="connsiteX107" fmla="*/ 1068889 w 5611815"/>
                  <a:gd name="connsiteY107" fmla="*/ 3637767 h 4278408"/>
                  <a:gd name="connsiteX108" fmla="*/ 1210620 w 5611815"/>
                  <a:gd name="connsiteY108" fmla="*/ 3584617 h 4278408"/>
                  <a:gd name="connsiteX109" fmla="*/ 1358257 w 5611815"/>
                  <a:gd name="connsiteY109" fmla="*/ 3525563 h 4278408"/>
                  <a:gd name="connsiteX110" fmla="*/ 1502942 w 5611815"/>
                  <a:gd name="connsiteY110" fmla="*/ 3457649 h 4278408"/>
                  <a:gd name="connsiteX111" fmla="*/ 1653530 w 5611815"/>
                  <a:gd name="connsiteY111" fmla="*/ 3377926 h 4278408"/>
                  <a:gd name="connsiteX112" fmla="*/ 1730302 w 5611815"/>
                  <a:gd name="connsiteY112" fmla="*/ 3336587 h 4278408"/>
                  <a:gd name="connsiteX113" fmla="*/ 1807072 w 5611815"/>
                  <a:gd name="connsiteY113" fmla="*/ 3292296 h 4278408"/>
                  <a:gd name="connsiteX114" fmla="*/ 1880892 w 5611815"/>
                  <a:gd name="connsiteY114" fmla="*/ 3245051 h 4278408"/>
                  <a:gd name="connsiteX115" fmla="*/ 1957663 w 5611815"/>
                  <a:gd name="connsiteY115" fmla="*/ 3197808 h 4278408"/>
                  <a:gd name="connsiteX116" fmla="*/ 2034434 w 5611815"/>
                  <a:gd name="connsiteY116" fmla="*/ 3144659 h 4278408"/>
                  <a:gd name="connsiteX117" fmla="*/ 2108252 w 5611815"/>
                  <a:gd name="connsiteY117" fmla="*/ 3088557 h 4278408"/>
                  <a:gd name="connsiteX118" fmla="*/ 2185022 w 5611815"/>
                  <a:gd name="connsiteY118" fmla="*/ 3032455 h 4278408"/>
                  <a:gd name="connsiteX119" fmla="*/ 2255888 w 5611815"/>
                  <a:gd name="connsiteY119" fmla="*/ 2970449 h 4278408"/>
                  <a:gd name="connsiteX120" fmla="*/ 2329707 w 5611815"/>
                  <a:gd name="connsiteY120" fmla="*/ 2908440 h 4278408"/>
                  <a:gd name="connsiteX121" fmla="*/ 2403525 w 5611815"/>
                  <a:gd name="connsiteY121" fmla="*/ 2840528 h 4278408"/>
                  <a:gd name="connsiteX122" fmla="*/ 2477344 w 5611815"/>
                  <a:gd name="connsiteY122" fmla="*/ 2772615 h 4278408"/>
                  <a:gd name="connsiteX123" fmla="*/ 2548210 w 5611815"/>
                  <a:gd name="connsiteY123" fmla="*/ 2701750 h 4278408"/>
                  <a:gd name="connsiteX124" fmla="*/ 2616121 w 5611815"/>
                  <a:gd name="connsiteY124" fmla="*/ 2624979 h 4278408"/>
                  <a:gd name="connsiteX125" fmla="*/ 2686987 w 5611815"/>
                  <a:gd name="connsiteY125" fmla="*/ 2545255 h 4278408"/>
                  <a:gd name="connsiteX126" fmla="*/ 2754901 w 5611815"/>
                  <a:gd name="connsiteY126" fmla="*/ 2465530 h 4278408"/>
                  <a:gd name="connsiteX127" fmla="*/ 2819860 w 5611815"/>
                  <a:gd name="connsiteY127" fmla="*/ 2376949 h 4278408"/>
                  <a:gd name="connsiteX128" fmla="*/ 2887773 w 5611815"/>
                  <a:gd name="connsiteY128" fmla="*/ 2291321 h 4278408"/>
                  <a:gd name="connsiteX129" fmla="*/ 2949781 w 5611815"/>
                  <a:gd name="connsiteY129" fmla="*/ 2196833 h 4278408"/>
                  <a:gd name="connsiteX130" fmla="*/ 3011788 w 5611815"/>
                  <a:gd name="connsiteY130" fmla="*/ 2102346 h 4278408"/>
                  <a:gd name="connsiteX131" fmla="*/ 3070842 w 5611815"/>
                  <a:gd name="connsiteY131" fmla="*/ 2004905 h 4278408"/>
                  <a:gd name="connsiteX132" fmla="*/ 3126944 w 5611815"/>
                  <a:gd name="connsiteY132" fmla="*/ 1901560 h 4278408"/>
                  <a:gd name="connsiteX133" fmla="*/ 3183045 w 5611815"/>
                  <a:gd name="connsiteY133" fmla="*/ 1795262 h 4278408"/>
                  <a:gd name="connsiteX134" fmla="*/ 3236195 w 5611815"/>
                  <a:gd name="connsiteY134" fmla="*/ 1680104 h 4278408"/>
                  <a:gd name="connsiteX135" fmla="*/ 3286393 w 5611815"/>
                  <a:gd name="connsiteY135" fmla="*/ 1567900 h 4278408"/>
                  <a:gd name="connsiteX136" fmla="*/ 3336587 w 5611815"/>
                  <a:gd name="connsiteY136" fmla="*/ 1449791 h 4278408"/>
                  <a:gd name="connsiteX137" fmla="*/ 3383832 w 5611815"/>
                  <a:gd name="connsiteY137" fmla="*/ 1328729 h 4278408"/>
                  <a:gd name="connsiteX138" fmla="*/ 3428123 w 5611815"/>
                  <a:gd name="connsiteY138" fmla="*/ 1201761 h 4278408"/>
                  <a:gd name="connsiteX139" fmla="*/ 3466508 w 5611815"/>
                  <a:gd name="connsiteY139" fmla="*/ 1071841 h 4278408"/>
                  <a:gd name="connsiteX140" fmla="*/ 3504894 w 5611815"/>
                  <a:gd name="connsiteY140" fmla="*/ 933064 h 4278408"/>
                  <a:gd name="connsiteX141" fmla="*/ 3540327 w 5611815"/>
                  <a:gd name="connsiteY141" fmla="*/ 794284 h 4278408"/>
                  <a:gd name="connsiteX142" fmla="*/ 3558043 w 5611815"/>
                  <a:gd name="connsiteY142" fmla="*/ 726372 h 4278408"/>
                  <a:gd name="connsiteX143" fmla="*/ 3584617 w 5611815"/>
                  <a:gd name="connsiteY143" fmla="*/ 643696 h 4278408"/>
                  <a:gd name="connsiteX144" fmla="*/ 3617098 w 5611815"/>
                  <a:gd name="connsiteY144" fmla="*/ 552161 h 4278408"/>
                  <a:gd name="connsiteX145" fmla="*/ 3661388 w 5611815"/>
                  <a:gd name="connsiteY145" fmla="*/ 454721 h 4278408"/>
                  <a:gd name="connsiteX146" fmla="*/ 3687964 w 5611815"/>
                  <a:gd name="connsiteY146" fmla="*/ 404524 h 4278408"/>
                  <a:gd name="connsiteX147" fmla="*/ 3714537 w 5611815"/>
                  <a:gd name="connsiteY147" fmla="*/ 357280 h 4278408"/>
                  <a:gd name="connsiteX148" fmla="*/ 3744065 w 5611815"/>
                  <a:gd name="connsiteY148" fmla="*/ 307084 h 4278408"/>
                  <a:gd name="connsiteX149" fmla="*/ 3776546 w 5611815"/>
                  <a:gd name="connsiteY149" fmla="*/ 259841 h 4278408"/>
                  <a:gd name="connsiteX150" fmla="*/ 3809024 w 5611815"/>
                  <a:gd name="connsiteY150" fmla="*/ 218502 h 4278408"/>
                  <a:gd name="connsiteX151" fmla="*/ 3850363 w 5611815"/>
                  <a:gd name="connsiteY151" fmla="*/ 177164 h 4278408"/>
                  <a:gd name="connsiteX152" fmla="*/ 3891701 w 5611815"/>
                  <a:gd name="connsiteY152" fmla="*/ 138777 h 4278408"/>
                  <a:gd name="connsiteX153" fmla="*/ 3933039 w 5611815"/>
                  <a:gd name="connsiteY153" fmla="*/ 100393 h 4278408"/>
                  <a:gd name="connsiteX154" fmla="*/ 3977331 w 5611815"/>
                  <a:gd name="connsiteY154" fmla="*/ 70866 h 4278408"/>
                  <a:gd name="connsiteX155" fmla="*/ 4027527 w 5611815"/>
                  <a:gd name="connsiteY155" fmla="*/ 47244 h 4278408"/>
                  <a:gd name="connsiteX156" fmla="*/ 4077724 w 5611815"/>
                  <a:gd name="connsiteY156" fmla="*/ 23622 h 4278408"/>
                  <a:gd name="connsiteX157" fmla="*/ 4130874 w 5611815"/>
                  <a:gd name="connsiteY157" fmla="*/ 11811 h 4278408"/>
                  <a:gd name="connsiteX158" fmla="*/ 4186974 w 5611815"/>
                  <a:gd name="connsiteY158" fmla="*/ 5906 h 4278408"/>
                  <a:gd name="connsiteX159" fmla="*/ 4246029 w 5611815"/>
                  <a:gd name="connsiteY159" fmla="*/ 0 h 4278408"/>
                  <a:gd name="connsiteX0" fmla="*/ 4246029 w 5640555"/>
                  <a:gd name="connsiteY0" fmla="*/ 0 h 4278408"/>
                  <a:gd name="connsiteX1" fmla="*/ 4310989 w 5640555"/>
                  <a:gd name="connsiteY1" fmla="*/ 8857 h 4278408"/>
                  <a:gd name="connsiteX2" fmla="*/ 4375949 w 5640555"/>
                  <a:gd name="connsiteY2" fmla="*/ 23622 h 4278408"/>
                  <a:gd name="connsiteX3" fmla="*/ 4446815 w 5640555"/>
                  <a:gd name="connsiteY3" fmla="*/ 47244 h 4278408"/>
                  <a:gd name="connsiteX4" fmla="*/ 4520635 w 5640555"/>
                  <a:gd name="connsiteY4" fmla="*/ 79723 h 4278408"/>
                  <a:gd name="connsiteX5" fmla="*/ 4597405 w 5640555"/>
                  <a:gd name="connsiteY5" fmla="*/ 124015 h 4278408"/>
                  <a:gd name="connsiteX6" fmla="*/ 4674177 w 5640555"/>
                  <a:gd name="connsiteY6" fmla="*/ 177164 h 4278408"/>
                  <a:gd name="connsiteX7" fmla="*/ 4756854 w 5640555"/>
                  <a:gd name="connsiteY7" fmla="*/ 242124 h 4278408"/>
                  <a:gd name="connsiteX8" fmla="*/ 4842482 w 5640555"/>
                  <a:gd name="connsiteY8" fmla="*/ 315941 h 4278408"/>
                  <a:gd name="connsiteX9" fmla="*/ 4934017 w 5640555"/>
                  <a:gd name="connsiteY9" fmla="*/ 404524 h 4278408"/>
                  <a:gd name="connsiteX10" fmla="*/ 5028504 w 5640555"/>
                  <a:gd name="connsiteY10" fmla="*/ 504916 h 4278408"/>
                  <a:gd name="connsiteX11" fmla="*/ 5131848 w 5640555"/>
                  <a:gd name="connsiteY11" fmla="*/ 626348 h 4278408"/>
                  <a:gd name="connsiteX12" fmla="*/ 5131263 w 5640555"/>
                  <a:gd name="connsiteY12" fmla="*/ 632975 h 4278408"/>
                  <a:gd name="connsiteX13" fmla="*/ 5170541 w 5640555"/>
                  <a:gd name="connsiteY13" fmla="*/ 674709 h 4278408"/>
                  <a:gd name="connsiteX14" fmla="*/ 5272472 w 5640555"/>
                  <a:gd name="connsiteY14" fmla="*/ 794479 h 4278408"/>
                  <a:gd name="connsiteX15" fmla="*/ 5343823 w 5640555"/>
                  <a:gd name="connsiteY15" fmla="*/ 878571 h 4278408"/>
                  <a:gd name="connsiteX16" fmla="*/ 5524620 w 5640555"/>
                  <a:gd name="connsiteY16" fmla="*/ 905541 h 4278408"/>
                  <a:gd name="connsiteX17" fmla="*/ 5611815 w 5640555"/>
                  <a:gd name="connsiteY17" fmla="*/ 1023629 h 4278408"/>
                  <a:gd name="connsiteX18" fmla="*/ 5640555 w 5640555"/>
                  <a:gd name="connsiteY18" fmla="*/ 1090292 h 4278408"/>
                  <a:gd name="connsiteX19" fmla="*/ 5589474 w 5640555"/>
                  <a:gd name="connsiteY19" fmla="*/ 1128811 h 4278408"/>
                  <a:gd name="connsiteX20" fmla="*/ 5501373 w 5640555"/>
                  <a:gd name="connsiteY20" fmla="*/ 1163468 h 4278408"/>
                  <a:gd name="connsiteX21" fmla="*/ 5452954 w 5640555"/>
                  <a:gd name="connsiteY21" fmla="*/ 1132889 h 4278408"/>
                  <a:gd name="connsiteX22" fmla="*/ 5407086 w 5640555"/>
                  <a:gd name="connsiteY22" fmla="*/ 1097213 h 4278408"/>
                  <a:gd name="connsiteX23" fmla="*/ 5320445 w 5640555"/>
                  <a:gd name="connsiteY23" fmla="*/ 1036054 h 4278408"/>
                  <a:gd name="connsiteX24" fmla="*/ 5251642 w 5640555"/>
                  <a:gd name="connsiteY24" fmla="*/ 974895 h 4278408"/>
                  <a:gd name="connsiteX25" fmla="*/ 5198128 w 5640555"/>
                  <a:gd name="connsiteY25" fmla="*/ 926478 h 4278408"/>
                  <a:gd name="connsiteX26" fmla="*/ 5152258 w 5640555"/>
                  <a:gd name="connsiteY26" fmla="*/ 880609 h 4278408"/>
                  <a:gd name="connsiteX27" fmla="*/ 5063069 w 5640555"/>
                  <a:gd name="connsiteY27" fmla="*/ 796516 h 4278408"/>
                  <a:gd name="connsiteX28" fmla="*/ 4981525 w 5640555"/>
                  <a:gd name="connsiteY28" fmla="*/ 727712 h 4278408"/>
                  <a:gd name="connsiteX29" fmla="*/ 4899980 w 5640555"/>
                  <a:gd name="connsiteY29" fmla="*/ 664006 h 4278408"/>
                  <a:gd name="connsiteX30" fmla="*/ 4826079 w 5640555"/>
                  <a:gd name="connsiteY30" fmla="*/ 613041 h 4278408"/>
                  <a:gd name="connsiteX31" fmla="*/ 4754728 w 5640555"/>
                  <a:gd name="connsiteY31" fmla="*/ 569719 h 4278408"/>
                  <a:gd name="connsiteX32" fmla="*/ 4685926 w 5640555"/>
                  <a:gd name="connsiteY32" fmla="*/ 534043 h 4278408"/>
                  <a:gd name="connsiteX33" fmla="*/ 4622218 w 5640555"/>
                  <a:gd name="connsiteY33" fmla="*/ 508561 h 4278408"/>
                  <a:gd name="connsiteX34" fmla="*/ 4558511 w 5640555"/>
                  <a:gd name="connsiteY34" fmla="*/ 488175 h 4278408"/>
                  <a:gd name="connsiteX35" fmla="*/ 4499900 w 5640555"/>
                  <a:gd name="connsiteY35" fmla="*/ 477981 h 4278408"/>
                  <a:gd name="connsiteX36" fmla="*/ 4446388 w 5640555"/>
                  <a:gd name="connsiteY36" fmla="*/ 470338 h 4278408"/>
                  <a:gd name="connsiteX37" fmla="*/ 4284127 w 5640555"/>
                  <a:gd name="connsiteY37" fmla="*/ 440084 h 4278408"/>
                  <a:gd name="connsiteX38" fmla="*/ 4225073 w 5640555"/>
                  <a:gd name="connsiteY38" fmla="*/ 440084 h 4278408"/>
                  <a:gd name="connsiteX39" fmla="*/ 4166018 w 5640555"/>
                  <a:gd name="connsiteY39" fmla="*/ 451895 h 4278408"/>
                  <a:gd name="connsiteX40" fmla="*/ 4112869 w 5640555"/>
                  <a:gd name="connsiteY40" fmla="*/ 463705 h 4278408"/>
                  <a:gd name="connsiteX41" fmla="*/ 4062672 w 5640555"/>
                  <a:gd name="connsiteY41" fmla="*/ 484373 h 4278408"/>
                  <a:gd name="connsiteX42" fmla="*/ 4018382 w 5640555"/>
                  <a:gd name="connsiteY42" fmla="*/ 507995 h 4278408"/>
                  <a:gd name="connsiteX43" fmla="*/ 3974090 w 5640555"/>
                  <a:gd name="connsiteY43" fmla="*/ 537523 h 4278408"/>
                  <a:gd name="connsiteX44" fmla="*/ 3929800 w 5640555"/>
                  <a:gd name="connsiteY44" fmla="*/ 570003 h 4278408"/>
                  <a:gd name="connsiteX45" fmla="*/ 3894367 w 5640555"/>
                  <a:gd name="connsiteY45" fmla="*/ 608388 h 4278408"/>
                  <a:gd name="connsiteX46" fmla="*/ 3861885 w 5640555"/>
                  <a:gd name="connsiteY46" fmla="*/ 646775 h 4278408"/>
                  <a:gd name="connsiteX47" fmla="*/ 3826453 w 5640555"/>
                  <a:gd name="connsiteY47" fmla="*/ 691065 h 4278408"/>
                  <a:gd name="connsiteX48" fmla="*/ 3796926 w 5640555"/>
                  <a:gd name="connsiteY48" fmla="*/ 735357 h 4278408"/>
                  <a:gd name="connsiteX49" fmla="*/ 3770351 w 5640555"/>
                  <a:gd name="connsiteY49" fmla="*/ 779646 h 4278408"/>
                  <a:gd name="connsiteX50" fmla="*/ 3743776 w 5640555"/>
                  <a:gd name="connsiteY50" fmla="*/ 826891 h 4278408"/>
                  <a:gd name="connsiteX51" fmla="*/ 3723109 w 5640555"/>
                  <a:gd name="connsiteY51" fmla="*/ 874134 h 4278408"/>
                  <a:gd name="connsiteX52" fmla="*/ 3684722 w 5640555"/>
                  <a:gd name="connsiteY52" fmla="*/ 968621 h 4278408"/>
                  <a:gd name="connsiteX53" fmla="*/ 3655194 w 5640555"/>
                  <a:gd name="connsiteY53" fmla="*/ 1057204 h 4278408"/>
                  <a:gd name="connsiteX54" fmla="*/ 3631573 w 5640555"/>
                  <a:gd name="connsiteY54" fmla="*/ 1136928 h 4278408"/>
                  <a:gd name="connsiteX55" fmla="*/ 3613856 w 5640555"/>
                  <a:gd name="connsiteY55" fmla="*/ 1207794 h 4278408"/>
                  <a:gd name="connsiteX56" fmla="*/ 3578424 w 5640555"/>
                  <a:gd name="connsiteY56" fmla="*/ 1346572 h 4278408"/>
                  <a:gd name="connsiteX57" fmla="*/ 3537085 w 5640555"/>
                  <a:gd name="connsiteY57" fmla="*/ 1482397 h 4278408"/>
                  <a:gd name="connsiteX58" fmla="*/ 3495747 w 5640555"/>
                  <a:gd name="connsiteY58" fmla="*/ 1612317 h 4278408"/>
                  <a:gd name="connsiteX59" fmla="*/ 3451457 w 5640555"/>
                  <a:gd name="connsiteY59" fmla="*/ 1736332 h 4278408"/>
                  <a:gd name="connsiteX60" fmla="*/ 3404213 w 5640555"/>
                  <a:gd name="connsiteY60" fmla="*/ 1860347 h 4278408"/>
                  <a:gd name="connsiteX61" fmla="*/ 3351063 w 5640555"/>
                  <a:gd name="connsiteY61" fmla="*/ 1981409 h 4278408"/>
                  <a:gd name="connsiteX62" fmla="*/ 3297914 w 5640555"/>
                  <a:gd name="connsiteY62" fmla="*/ 2093613 h 4278408"/>
                  <a:gd name="connsiteX63" fmla="*/ 3241812 w 5640555"/>
                  <a:gd name="connsiteY63" fmla="*/ 2208769 h 4278408"/>
                  <a:gd name="connsiteX64" fmla="*/ 3179806 w 5640555"/>
                  <a:gd name="connsiteY64" fmla="*/ 2315068 h 4278408"/>
                  <a:gd name="connsiteX65" fmla="*/ 3120751 w 5640555"/>
                  <a:gd name="connsiteY65" fmla="*/ 2418415 h 4278408"/>
                  <a:gd name="connsiteX66" fmla="*/ 3052837 w 5640555"/>
                  <a:gd name="connsiteY66" fmla="*/ 2518807 h 4278408"/>
                  <a:gd name="connsiteX67" fmla="*/ 2987877 w 5640555"/>
                  <a:gd name="connsiteY67" fmla="*/ 2613294 h 4278408"/>
                  <a:gd name="connsiteX68" fmla="*/ 2919965 w 5640555"/>
                  <a:gd name="connsiteY68" fmla="*/ 2707782 h 4278408"/>
                  <a:gd name="connsiteX69" fmla="*/ 2849100 w 5640555"/>
                  <a:gd name="connsiteY69" fmla="*/ 2793409 h 4278408"/>
                  <a:gd name="connsiteX70" fmla="*/ 2778234 w 5640555"/>
                  <a:gd name="connsiteY70" fmla="*/ 2881992 h 4278408"/>
                  <a:gd name="connsiteX71" fmla="*/ 2704415 w 5640555"/>
                  <a:gd name="connsiteY71" fmla="*/ 2964669 h 4278408"/>
                  <a:gd name="connsiteX72" fmla="*/ 2627644 w 5640555"/>
                  <a:gd name="connsiteY72" fmla="*/ 3044393 h 4278408"/>
                  <a:gd name="connsiteX73" fmla="*/ 2550872 w 5640555"/>
                  <a:gd name="connsiteY73" fmla="*/ 3121164 h 4278408"/>
                  <a:gd name="connsiteX74" fmla="*/ 2471150 w 5640555"/>
                  <a:gd name="connsiteY74" fmla="*/ 3194982 h 4278408"/>
                  <a:gd name="connsiteX75" fmla="*/ 2394379 w 5640555"/>
                  <a:gd name="connsiteY75" fmla="*/ 3262895 h 4278408"/>
                  <a:gd name="connsiteX76" fmla="*/ 2311703 w 5640555"/>
                  <a:gd name="connsiteY76" fmla="*/ 3330808 h 4278408"/>
                  <a:gd name="connsiteX77" fmla="*/ 2229026 w 5640555"/>
                  <a:gd name="connsiteY77" fmla="*/ 3395768 h 4278408"/>
                  <a:gd name="connsiteX78" fmla="*/ 2146350 w 5640555"/>
                  <a:gd name="connsiteY78" fmla="*/ 3457776 h 4278408"/>
                  <a:gd name="connsiteX79" fmla="*/ 2063673 w 5640555"/>
                  <a:gd name="connsiteY79" fmla="*/ 3513876 h 4278408"/>
                  <a:gd name="connsiteX80" fmla="*/ 1980996 w 5640555"/>
                  <a:gd name="connsiteY80" fmla="*/ 3569980 h 4278408"/>
                  <a:gd name="connsiteX81" fmla="*/ 1898321 w 5640555"/>
                  <a:gd name="connsiteY81" fmla="*/ 3623129 h 4278408"/>
                  <a:gd name="connsiteX82" fmla="*/ 1812689 w 5640555"/>
                  <a:gd name="connsiteY82" fmla="*/ 3673324 h 4278408"/>
                  <a:gd name="connsiteX83" fmla="*/ 1730014 w 5640555"/>
                  <a:gd name="connsiteY83" fmla="*/ 3723522 h 4278408"/>
                  <a:gd name="connsiteX84" fmla="*/ 1647337 w 5640555"/>
                  <a:gd name="connsiteY84" fmla="*/ 3770765 h 4278408"/>
                  <a:gd name="connsiteX85" fmla="*/ 1558754 w 5640555"/>
                  <a:gd name="connsiteY85" fmla="*/ 3815056 h 4278408"/>
                  <a:gd name="connsiteX86" fmla="*/ 1393401 w 5640555"/>
                  <a:gd name="connsiteY86" fmla="*/ 3894780 h 4278408"/>
                  <a:gd name="connsiteX87" fmla="*/ 1231003 w 5640555"/>
                  <a:gd name="connsiteY87" fmla="*/ 3965646 h 4278408"/>
                  <a:gd name="connsiteX88" fmla="*/ 1065649 w 5640555"/>
                  <a:gd name="connsiteY88" fmla="*/ 4024700 h 4278408"/>
                  <a:gd name="connsiteX89" fmla="*/ 909153 w 5640555"/>
                  <a:gd name="connsiteY89" fmla="*/ 4080802 h 4278408"/>
                  <a:gd name="connsiteX90" fmla="*/ 755612 w 5640555"/>
                  <a:gd name="connsiteY90" fmla="*/ 4128045 h 4278408"/>
                  <a:gd name="connsiteX91" fmla="*/ 610929 w 5640555"/>
                  <a:gd name="connsiteY91" fmla="*/ 4166432 h 4278408"/>
                  <a:gd name="connsiteX92" fmla="*/ 469197 w 5640555"/>
                  <a:gd name="connsiteY92" fmla="*/ 4204817 h 4278408"/>
                  <a:gd name="connsiteX93" fmla="*/ 339277 w 5640555"/>
                  <a:gd name="connsiteY93" fmla="*/ 4231392 h 4278408"/>
                  <a:gd name="connsiteX94" fmla="*/ 221168 w 5640555"/>
                  <a:gd name="connsiteY94" fmla="*/ 4255013 h 4278408"/>
                  <a:gd name="connsiteX95" fmla="*/ 106010 w 5640555"/>
                  <a:gd name="connsiteY95" fmla="*/ 4275681 h 4278408"/>
                  <a:gd name="connsiteX96" fmla="*/ 83516 w 5640555"/>
                  <a:gd name="connsiteY96" fmla="*/ 4278408 h 4278408"/>
                  <a:gd name="connsiteX97" fmla="*/ 0 w 5640555"/>
                  <a:gd name="connsiteY97" fmla="*/ 3859220 h 4278408"/>
                  <a:gd name="connsiteX98" fmla="*/ 32481 w 5640555"/>
                  <a:gd name="connsiteY98" fmla="*/ 3853314 h 4278408"/>
                  <a:gd name="connsiteX99" fmla="*/ 124015 w 5640555"/>
                  <a:gd name="connsiteY99" fmla="*/ 3847409 h 4278408"/>
                  <a:gd name="connsiteX100" fmla="*/ 265746 w 5640555"/>
                  <a:gd name="connsiteY100" fmla="*/ 3832646 h 4278408"/>
                  <a:gd name="connsiteX101" fmla="*/ 357282 w 5640555"/>
                  <a:gd name="connsiteY101" fmla="*/ 3817882 h 4278408"/>
                  <a:gd name="connsiteX102" fmla="*/ 454721 w 5640555"/>
                  <a:gd name="connsiteY102" fmla="*/ 3800165 h 4278408"/>
                  <a:gd name="connsiteX103" fmla="*/ 563973 w 5640555"/>
                  <a:gd name="connsiteY103" fmla="*/ 3782449 h 4278408"/>
                  <a:gd name="connsiteX104" fmla="*/ 679129 w 5640555"/>
                  <a:gd name="connsiteY104" fmla="*/ 3755875 h 4278408"/>
                  <a:gd name="connsiteX105" fmla="*/ 803144 w 5640555"/>
                  <a:gd name="connsiteY105" fmla="*/ 3720442 h 4278408"/>
                  <a:gd name="connsiteX106" fmla="*/ 933063 w 5640555"/>
                  <a:gd name="connsiteY106" fmla="*/ 3685010 h 4278408"/>
                  <a:gd name="connsiteX107" fmla="*/ 1068889 w 5640555"/>
                  <a:gd name="connsiteY107" fmla="*/ 3637767 h 4278408"/>
                  <a:gd name="connsiteX108" fmla="*/ 1210620 w 5640555"/>
                  <a:gd name="connsiteY108" fmla="*/ 3584617 h 4278408"/>
                  <a:gd name="connsiteX109" fmla="*/ 1358257 w 5640555"/>
                  <a:gd name="connsiteY109" fmla="*/ 3525563 h 4278408"/>
                  <a:gd name="connsiteX110" fmla="*/ 1502942 w 5640555"/>
                  <a:gd name="connsiteY110" fmla="*/ 3457649 h 4278408"/>
                  <a:gd name="connsiteX111" fmla="*/ 1653530 w 5640555"/>
                  <a:gd name="connsiteY111" fmla="*/ 3377926 h 4278408"/>
                  <a:gd name="connsiteX112" fmla="*/ 1730302 w 5640555"/>
                  <a:gd name="connsiteY112" fmla="*/ 3336587 h 4278408"/>
                  <a:gd name="connsiteX113" fmla="*/ 1807072 w 5640555"/>
                  <a:gd name="connsiteY113" fmla="*/ 3292296 h 4278408"/>
                  <a:gd name="connsiteX114" fmla="*/ 1880892 w 5640555"/>
                  <a:gd name="connsiteY114" fmla="*/ 3245051 h 4278408"/>
                  <a:gd name="connsiteX115" fmla="*/ 1957663 w 5640555"/>
                  <a:gd name="connsiteY115" fmla="*/ 3197808 h 4278408"/>
                  <a:gd name="connsiteX116" fmla="*/ 2034434 w 5640555"/>
                  <a:gd name="connsiteY116" fmla="*/ 3144659 h 4278408"/>
                  <a:gd name="connsiteX117" fmla="*/ 2108252 w 5640555"/>
                  <a:gd name="connsiteY117" fmla="*/ 3088557 h 4278408"/>
                  <a:gd name="connsiteX118" fmla="*/ 2185022 w 5640555"/>
                  <a:gd name="connsiteY118" fmla="*/ 3032455 h 4278408"/>
                  <a:gd name="connsiteX119" fmla="*/ 2255888 w 5640555"/>
                  <a:gd name="connsiteY119" fmla="*/ 2970449 h 4278408"/>
                  <a:gd name="connsiteX120" fmla="*/ 2329707 w 5640555"/>
                  <a:gd name="connsiteY120" fmla="*/ 2908440 h 4278408"/>
                  <a:gd name="connsiteX121" fmla="*/ 2403525 w 5640555"/>
                  <a:gd name="connsiteY121" fmla="*/ 2840528 h 4278408"/>
                  <a:gd name="connsiteX122" fmla="*/ 2477344 w 5640555"/>
                  <a:gd name="connsiteY122" fmla="*/ 2772615 h 4278408"/>
                  <a:gd name="connsiteX123" fmla="*/ 2548210 w 5640555"/>
                  <a:gd name="connsiteY123" fmla="*/ 2701750 h 4278408"/>
                  <a:gd name="connsiteX124" fmla="*/ 2616121 w 5640555"/>
                  <a:gd name="connsiteY124" fmla="*/ 2624979 h 4278408"/>
                  <a:gd name="connsiteX125" fmla="*/ 2686987 w 5640555"/>
                  <a:gd name="connsiteY125" fmla="*/ 2545255 h 4278408"/>
                  <a:gd name="connsiteX126" fmla="*/ 2754901 w 5640555"/>
                  <a:gd name="connsiteY126" fmla="*/ 2465530 h 4278408"/>
                  <a:gd name="connsiteX127" fmla="*/ 2819860 w 5640555"/>
                  <a:gd name="connsiteY127" fmla="*/ 2376949 h 4278408"/>
                  <a:gd name="connsiteX128" fmla="*/ 2887773 w 5640555"/>
                  <a:gd name="connsiteY128" fmla="*/ 2291321 h 4278408"/>
                  <a:gd name="connsiteX129" fmla="*/ 2949781 w 5640555"/>
                  <a:gd name="connsiteY129" fmla="*/ 2196833 h 4278408"/>
                  <a:gd name="connsiteX130" fmla="*/ 3011788 w 5640555"/>
                  <a:gd name="connsiteY130" fmla="*/ 2102346 h 4278408"/>
                  <a:gd name="connsiteX131" fmla="*/ 3070842 w 5640555"/>
                  <a:gd name="connsiteY131" fmla="*/ 2004905 h 4278408"/>
                  <a:gd name="connsiteX132" fmla="*/ 3126944 w 5640555"/>
                  <a:gd name="connsiteY132" fmla="*/ 1901560 h 4278408"/>
                  <a:gd name="connsiteX133" fmla="*/ 3183045 w 5640555"/>
                  <a:gd name="connsiteY133" fmla="*/ 1795262 h 4278408"/>
                  <a:gd name="connsiteX134" fmla="*/ 3236195 w 5640555"/>
                  <a:gd name="connsiteY134" fmla="*/ 1680104 h 4278408"/>
                  <a:gd name="connsiteX135" fmla="*/ 3286393 w 5640555"/>
                  <a:gd name="connsiteY135" fmla="*/ 1567900 h 4278408"/>
                  <a:gd name="connsiteX136" fmla="*/ 3336587 w 5640555"/>
                  <a:gd name="connsiteY136" fmla="*/ 1449791 h 4278408"/>
                  <a:gd name="connsiteX137" fmla="*/ 3383832 w 5640555"/>
                  <a:gd name="connsiteY137" fmla="*/ 1328729 h 4278408"/>
                  <a:gd name="connsiteX138" fmla="*/ 3428123 w 5640555"/>
                  <a:gd name="connsiteY138" fmla="*/ 1201761 h 4278408"/>
                  <a:gd name="connsiteX139" fmla="*/ 3466508 w 5640555"/>
                  <a:gd name="connsiteY139" fmla="*/ 1071841 h 4278408"/>
                  <a:gd name="connsiteX140" fmla="*/ 3504894 w 5640555"/>
                  <a:gd name="connsiteY140" fmla="*/ 933064 h 4278408"/>
                  <a:gd name="connsiteX141" fmla="*/ 3540327 w 5640555"/>
                  <a:gd name="connsiteY141" fmla="*/ 794284 h 4278408"/>
                  <a:gd name="connsiteX142" fmla="*/ 3558043 w 5640555"/>
                  <a:gd name="connsiteY142" fmla="*/ 726372 h 4278408"/>
                  <a:gd name="connsiteX143" fmla="*/ 3584617 w 5640555"/>
                  <a:gd name="connsiteY143" fmla="*/ 643696 h 4278408"/>
                  <a:gd name="connsiteX144" fmla="*/ 3617098 w 5640555"/>
                  <a:gd name="connsiteY144" fmla="*/ 552161 h 4278408"/>
                  <a:gd name="connsiteX145" fmla="*/ 3661388 w 5640555"/>
                  <a:gd name="connsiteY145" fmla="*/ 454721 h 4278408"/>
                  <a:gd name="connsiteX146" fmla="*/ 3687964 w 5640555"/>
                  <a:gd name="connsiteY146" fmla="*/ 404524 h 4278408"/>
                  <a:gd name="connsiteX147" fmla="*/ 3714537 w 5640555"/>
                  <a:gd name="connsiteY147" fmla="*/ 357280 h 4278408"/>
                  <a:gd name="connsiteX148" fmla="*/ 3744065 w 5640555"/>
                  <a:gd name="connsiteY148" fmla="*/ 307084 h 4278408"/>
                  <a:gd name="connsiteX149" fmla="*/ 3776546 w 5640555"/>
                  <a:gd name="connsiteY149" fmla="*/ 259841 h 4278408"/>
                  <a:gd name="connsiteX150" fmla="*/ 3809024 w 5640555"/>
                  <a:gd name="connsiteY150" fmla="*/ 218502 h 4278408"/>
                  <a:gd name="connsiteX151" fmla="*/ 3850363 w 5640555"/>
                  <a:gd name="connsiteY151" fmla="*/ 177164 h 4278408"/>
                  <a:gd name="connsiteX152" fmla="*/ 3891701 w 5640555"/>
                  <a:gd name="connsiteY152" fmla="*/ 138777 h 4278408"/>
                  <a:gd name="connsiteX153" fmla="*/ 3933039 w 5640555"/>
                  <a:gd name="connsiteY153" fmla="*/ 100393 h 4278408"/>
                  <a:gd name="connsiteX154" fmla="*/ 3977331 w 5640555"/>
                  <a:gd name="connsiteY154" fmla="*/ 70866 h 4278408"/>
                  <a:gd name="connsiteX155" fmla="*/ 4027527 w 5640555"/>
                  <a:gd name="connsiteY155" fmla="*/ 47244 h 4278408"/>
                  <a:gd name="connsiteX156" fmla="*/ 4077724 w 5640555"/>
                  <a:gd name="connsiteY156" fmla="*/ 23622 h 4278408"/>
                  <a:gd name="connsiteX157" fmla="*/ 4130874 w 5640555"/>
                  <a:gd name="connsiteY157" fmla="*/ 11811 h 4278408"/>
                  <a:gd name="connsiteX158" fmla="*/ 4186974 w 5640555"/>
                  <a:gd name="connsiteY158" fmla="*/ 5906 h 4278408"/>
                  <a:gd name="connsiteX159" fmla="*/ 4246029 w 5640555"/>
                  <a:gd name="connsiteY159" fmla="*/ 0 h 4278408"/>
                  <a:gd name="connsiteX0" fmla="*/ 4246029 w 5640555"/>
                  <a:gd name="connsiteY0" fmla="*/ 0 h 4278408"/>
                  <a:gd name="connsiteX1" fmla="*/ 4310989 w 5640555"/>
                  <a:gd name="connsiteY1" fmla="*/ 8857 h 4278408"/>
                  <a:gd name="connsiteX2" fmla="*/ 4375949 w 5640555"/>
                  <a:gd name="connsiteY2" fmla="*/ 23622 h 4278408"/>
                  <a:gd name="connsiteX3" fmla="*/ 4446815 w 5640555"/>
                  <a:gd name="connsiteY3" fmla="*/ 47244 h 4278408"/>
                  <a:gd name="connsiteX4" fmla="*/ 4520635 w 5640555"/>
                  <a:gd name="connsiteY4" fmla="*/ 79723 h 4278408"/>
                  <a:gd name="connsiteX5" fmla="*/ 4597405 w 5640555"/>
                  <a:gd name="connsiteY5" fmla="*/ 124015 h 4278408"/>
                  <a:gd name="connsiteX6" fmla="*/ 4674177 w 5640555"/>
                  <a:gd name="connsiteY6" fmla="*/ 177164 h 4278408"/>
                  <a:gd name="connsiteX7" fmla="*/ 4756854 w 5640555"/>
                  <a:gd name="connsiteY7" fmla="*/ 242124 h 4278408"/>
                  <a:gd name="connsiteX8" fmla="*/ 4842482 w 5640555"/>
                  <a:gd name="connsiteY8" fmla="*/ 315941 h 4278408"/>
                  <a:gd name="connsiteX9" fmla="*/ 4934017 w 5640555"/>
                  <a:gd name="connsiteY9" fmla="*/ 404524 h 4278408"/>
                  <a:gd name="connsiteX10" fmla="*/ 5028504 w 5640555"/>
                  <a:gd name="connsiteY10" fmla="*/ 504916 h 4278408"/>
                  <a:gd name="connsiteX11" fmla="*/ 5131848 w 5640555"/>
                  <a:gd name="connsiteY11" fmla="*/ 626348 h 4278408"/>
                  <a:gd name="connsiteX12" fmla="*/ 5131263 w 5640555"/>
                  <a:gd name="connsiteY12" fmla="*/ 632975 h 4278408"/>
                  <a:gd name="connsiteX13" fmla="*/ 5170541 w 5640555"/>
                  <a:gd name="connsiteY13" fmla="*/ 674709 h 4278408"/>
                  <a:gd name="connsiteX14" fmla="*/ 5272472 w 5640555"/>
                  <a:gd name="connsiteY14" fmla="*/ 794479 h 4278408"/>
                  <a:gd name="connsiteX15" fmla="*/ 5343823 w 5640555"/>
                  <a:gd name="connsiteY15" fmla="*/ 878571 h 4278408"/>
                  <a:gd name="connsiteX16" fmla="*/ 5524620 w 5640555"/>
                  <a:gd name="connsiteY16" fmla="*/ 905541 h 4278408"/>
                  <a:gd name="connsiteX17" fmla="*/ 5611815 w 5640555"/>
                  <a:gd name="connsiteY17" fmla="*/ 1023629 h 4278408"/>
                  <a:gd name="connsiteX18" fmla="*/ 5640555 w 5640555"/>
                  <a:gd name="connsiteY18" fmla="*/ 1090292 h 4278408"/>
                  <a:gd name="connsiteX19" fmla="*/ 5626940 w 5640555"/>
                  <a:gd name="connsiteY19" fmla="*/ 1120406 h 4278408"/>
                  <a:gd name="connsiteX20" fmla="*/ 5501373 w 5640555"/>
                  <a:gd name="connsiteY20" fmla="*/ 1163468 h 4278408"/>
                  <a:gd name="connsiteX21" fmla="*/ 5452954 w 5640555"/>
                  <a:gd name="connsiteY21" fmla="*/ 1132889 h 4278408"/>
                  <a:gd name="connsiteX22" fmla="*/ 5407086 w 5640555"/>
                  <a:gd name="connsiteY22" fmla="*/ 1097213 h 4278408"/>
                  <a:gd name="connsiteX23" fmla="*/ 5320445 w 5640555"/>
                  <a:gd name="connsiteY23" fmla="*/ 1036054 h 4278408"/>
                  <a:gd name="connsiteX24" fmla="*/ 5251642 w 5640555"/>
                  <a:gd name="connsiteY24" fmla="*/ 974895 h 4278408"/>
                  <a:gd name="connsiteX25" fmla="*/ 5198128 w 5640555"/>
                  <a:gd name="connsiteY25" fmla="*/ 926478 h 4278408"/>
                  <a:gd name="connsiteX26" fmla="*/ 5152258 w 5640555"/>
                  <a:gd name="connsiteY26" fmla="*/ 880609 h 4278408"/>
                  <a:gd name="connsiteX27" fmla="*/ 5063069 w 5640555"/>
                  <a:gd name="connsiteY27" fmla="*/ 796516 h 4278408"/>
                  <a:gd name="connsiteX28" fmla="*/ 4981525 w 5640555"/>
                  <a:gd name="connsiteY28" fmla="*/ 727712 h 4278408"/>
                  <a:gd name="connsiteX29" fmla="*/ 4899980 w 5640555"/>
                  <a:gd name="connsiteY29" fmla="*/ 664006 h 4278408"/>
                  <a:gd name="connsiteX30" fmla="*/ 4826079 w 5640555"/>
                  <a:gd name="connsiteY30" fmla="*/ 613041 h 4278408"/>
                  <a:gd name="connsiteX31" fmla="*/ 4754728 w 5640555"/>
                  <a:gd name="connsiteY31" fmla="*/ 569719 h 4278408"/>
                  <a:gd name="connsiteX32" fmla="*/ 4685926 w 5640555"/>
                  <a:gd name="connsiteY32" fmla="*/ 534043 h 4278408"/>
                  <a:gd name="connsiteX33" fmla="*/ 4622218 w 5640555"/>
                  <a:gd name="connsiteY33" fmla="*/ 508561 h 4278408"/>
                  <a:gd name="connsiteX34" fmla="*/ 4558511 w 5640555"/>
                  <a:gd name="connsiteY34" fmla="*/ 488175 h 4278408"/>
                  <a:gd name="connsiteX35" fmla="*/ 4499900 w 5640555"/>
                  <a:gd name="connsiteY35" fmla="*/ 477981 h 4278408"/>
                  <a:gd name="connsiteX36" fmla="*/ 4446388 w 5640555"/>
                  <a:gd name="connsiteY36" fmla="*/ 470338 h 4278408"/>
                  <a:gd name="connsiteX37" fmla="*/ 4284127 w 5640555"/>
                  <a:gd name="connsiteY37" fmla="*/ 440084 h 4278408"/>
                  <a:gd name="connsiteX38" fmla="*/ 4225073 w 5640555"/>
                  <a:gd name="connsiteY38" fmla="*/ 440084 h 4278408"/>
                  <a:gd name="connsiteX39" fmla="*/ 4166018 w 5640555"/>
                  <a:gd name="connsiteY39" fmla="*/ 451895 h 4278408"/>
                  <a:gd name="connsiteX40" fmla="*/ 4112869 w 5640555"/>
                  <a:gd name="connsiteY40" fmla="*/ 463705 h 4278408"/>
                  <a:gd name="connsiteX41" fmla="*/ 4062672 w 5640555"/>
                  <a:gd name="connsiteY41" fmla="*/ 484373 h 4278408"/>
                  <a:gd name="connsiteX42" fmla="*/ 4018382 w 5640555"/>
                  <a:gd name="connsiteY42" fmla="*/ 507995 h 4278408"/>
                  <a:gd name="connsiteX43" fmla="*/ 3974090 w 5640555"/>
                  <a:gd name="connsiteY43" fmla="*/ 537523 h 4278408"/>
                  <a:gd name="connsiteX44" fmla="*/ 3929800 w 5640555"/>
                  <a:gd name="connsiteY44" fmla="*/ 570003 h 4278408"/>
                  <a:gd name="connsiteX45" fmla="*/ 3894367 w 5640555"/>
                  <a:gd name="connsiteY45" fmla="*/ 608388 h 4278408"/>
                  <a:gd name="connsiteX46" fmla="*/ 3861885 w 5640555"/>
                  <a:gd name="connsiteY46" fmla="*/ 646775 h 4278408"/>
                  <a:gd name="connsiteX47" fmla="*/ 3826453 w 5640555"/>
                  <a:gd name="connsiteY47" fmla="*/ 691065 h 4278408"/>
                  <a:gd name="connsiteX48" fmla="*/ 3796926 w 5640555"/>
                  <a:gd name="connsiteY48" fmla="*/ 735357 h 4278408"/>
                  <a:gd name="connsiteX49" fmla="*/ 3770351 w 5640555"/>
                  <a:gd name="connsiteY49" fmla="*/ 779646 h 4278408"/>
                  <a:gd name="connsiteX50" fmla="*/ 3743776 w 5640555"/>
                  <a:gd name="connsiteY50" fmla="*/ 826891 h 4278408"/>
                  <a:gd name="connsiteX51" fmla="*/ 3723109 w 5640555"/>
                  <a:gd name="connsiteY51" fmla="*/ 874134 h 4278408"/>
                  <a:gd name="connsiteX52" fmla="*/ 3684722 w 5640555"/>
                  <a:gd name="connsiteY52" fmla="*/ 968621 h 4278408"/>
                  <a:gd name="connsiteX53" fmla="*/ 3655194 w 5640555"/>
                  <a:gd name="connsiteY53" fmla="*/ 1057204 h 4278408"/>
                  <a:gd name="connsiteX54" fmla="*/ 3631573 w 5640555"/>
                  <a:gd name="connsiteY54" fmla="*/ 1136928 h 4278408"/>
                  <a:gd name="connsiteX55" fmla="*/ 3613856 w 5640555"/>
                  <a:gd name="connsiteY55" fmla="*/ 1207794 h 4278408"/>
                  <a:gd name="connsiteX56" fmla="*/ 3578424 w 5640555"/>
                  <a:gd name="connsiteY56" fmla="*/ 1346572 h 4278408"/>
                  <a:gd name="connsiteX57" fmla="*/ 3537085 w 5640555"/>
                  <a:gd name="connsiteY57" fmla="*/ 1482397 h 4278408"/>
                  <a:gd name="connsiteX58" fmla="*/ 3495747 w 5640555"/>
                  <a:gd name="connsiteY58" fmla="*/ 1612317 h 4278408"/>
                  <a:gd name="connsiteX59" fmla="*/ 3451457 w 5640555"/>
                  <a:gd name="connsiteY59" fmla="*/ 1736332 h 4278408"/>
                  <a:gd name="connsiteX60" fmla="*/ 3404213 w 5640555"/>
                  <a:gd name="connsiteY60" fmla="*/ 1860347 h 4278408"/>
                  <a:gd name="connsiteX61" fmla="*/ 3351063 w 5640555"/>
                  <a:gd name="connsiteY61" fmla="*/ 1981409 h 4278408"/>
                  <a:gd name="connsiteX62" fmla="*/ 3297914 w 5640555"/>
                  <a:gd name="connsiteY62" fmla="*/ 2093613 h 4278408"/>
                  <a:gd name="connsiteX63" fmla="*/ 3241812 w 5640555"/>
                  <a:gd name="connsiteY63" fmla="*/ 2208769 h 4278408"/>
                  <a:gd name="connsiteX64" fmla="*/ 3179806 w 5640555"/>
                  <a:gd name="connsiteY64" fmla="*/ 2315068 h 4278408"/>
                  <a:gd name="connsiteX65" fmla="*/ 3120751 w 5640555"/>
                  <a:gd name="connsiteY65" fmla="*/ 2418415 h 4278408"/>
                  <a:gd name="connsiteX66" fmla="*/ 3052837 w 5640555"/>
                  <a:gd name="connsiteY66" fmla="*/ 2518807 h 4278408"/>
                  <a:gd name="connsiteX67" fmla="*/ 2987877 w 5640555"/>
                  <a:gd name="connsiteY67" fmla="*/ 2613294 h 4278408"/>
                  <a:gd name="connsiteX68" fmla="*/ 2919965 w 5640555"/>
                  <a:gd name="connsiteY68" fmla="*/ 2707782 h 4278408"/>
                  <a:gd name="connsiteX69" fmla="*/ 2849100 w 5640555"/>
                  <a:gd name="connsiteY69" fmla="*/ 2793409 h 4278408"/>
                  <a:gd name="connsiteX70" fmla="*/ 2778234 w 5640555"/>
                  <a:gd name="connsiteY70" fmla="*/ 2881992 h 4278408"/>
                  <a:gd name="connsiteX71" fmla="*/ 2704415 w 5640555"/>
                  <a:gd name="connsiteY71" fmla="*/ 2964669 h 4278408"/>
                  <a:gd name="connsiteX72" fmla="*/ 2627644 w 5640555"/>
                  <a:gd name="connsiteY72" fmla="*/ 3044393 h 4278408"/>
                  <a:gd name="connsiteX73" fmla="*/ 2550872 w 5640555"/>
                  <a:gd name="connsiteY73" fmla="*/ 3121164 h 4278408"/>
                  <a:gd name="connsiteX74" fmla="*/ 2471150 w 5640555"/>
                  <a:gd name="connsiteY74" fmla="*/ 3194982 h 4278408"/>
                  <a:gd name="connsiteX75" fmla="*/ 2394379 w 5640555"/>
                  <a:gd name="connsiteY75" fmla="*/ 3262895 h 4278408"/>
                  <a:gd name="connsiteX76" fmla="*/ 2311703 w 5640555"/>
                  <a:gd name="connsiteY76" fmla="*/ 3330808 h 4278408"/>
                  <a:gd name="connsiteX77" fmla="*/ 2229026 w 5640555"/>
                  <a:gd name="connsiteY77" fmla="*/ 3395768 h 4278408"/>
                  <a:gd name="connsiteX78" fmla="*/ 2146350 w 5640555"/>
                  <a:gd name="connsiteY78" fmla="*/ 3457776 h 4278408"/>
                  <a:gd name="connsiteX79" fmla="*/ 2063673 w 5640555"/>
                  <a:gd name="connsiteY79" fmla="*/ 3513876 h 4278408"/>
                  <a:gd name="connsiteX80" fmla="*/ 1980996 w 5640555"/>
                  <a:gd name="connsiteY80" fmla="*/ 3569980 h 4278408"/>
                  <a:gd name="connsiteX81" fmla="*/ 1898321 w 5640555"/>
                  <a:gd name="connsiteY81" fmla="*/ 3623129 h 4278408"/>
                  <a:gd name="connsiteX82" fmla="*/ 1812689 w 5640555"/>
                  <a:gd name="connsiteY82" fmla="*/ 3673324 h 4278408"/>
                  <a:gd name="connsiteX83" fmla="*/ 1730014 w 5640555"/>
                  <a:gd name="connsiteY83" fmla="*/ 3723522 h 4278408"/>
                  <a:gd name="connsiteX84" fmla="*/ 1647337 w 5640555"/>
                  <a:gd name="connsiteY84" fmla="*/ 3770765 h 4278408"/>
                  <a:gd name="connsiteX85" fmla="*/ 1558754 w 5640555"/>
                  <a:gd name="connsiteY85" fmla="*/ 3815056 h 4278408"/>
                  <a:gd name="connsiteX86" fmla="*/ 1393401 w 5640555"/>
                  <a:gd name="connsiteY86" fmla="*/ 3894780 h 4278408"/>
                  <a:gd name="connsiteX87" fmla="*/ 1231003 w 5640555"/>
                  <a:gd name="connsiteY87" fmla="*/ 3965646 h 4278408"/>
                  <a:gd name="connsiteX88" fmla="*/ 1065649 w 5640555"/>
                  <a:gd name="connsiteY88" fmla="*/ 4024700 h 4278408"/>
                  <a:gd name="connsiteX89" fmla="*/ 909153 w 5640555"/>
                  <a:gd name="connsiteY89" fmla="*/ 4080802 h 4278408"/>
                  <a:gd name="connsiteX90" fmla="*/ 755612 w 5640555"/>
                  <a:gd name="connsiteY90" fmla="*/ 4128045 h 4278408"/>
                  <a:gd name="connsiteX91" fmla="*/ 610929 w 5640555"/>
                  <a:gd name="connsiteY91" fmla="*/ 4166432 h 4278408"/>
                  <a:gd name="connsiteX92" fmla="*/ 469197 w 5640555"/>
                  <a:gd name="connsiteY92" fmla="*/ 4204817 h 4278408"/>
                  <a:gd name="connsiteX93" fmla="*/ 339277 w 5640555"/>
                  <a:gd name="connsiteY93" fmla="*/ 4231392 h 4278408"/>
                  <a:gd name="connsiteX94" fmla="*/ 221168 w 5640555"/>
                  <a:gd name="connsiteY94" fmla="*/ 4255013 h 4278408"/>
                  <a:gd name="connsiteX95" fmla="*/ 106010 w 5640555"/>
                  <a:gd name="connsiteY95" fmla="*/ 4275681 h 4278408"/>
                  <a:gd name="connsiteX96" fmla="*/ 83516 w 5640555"/>
                  <a:gd name="connsiteY96" fmla="*/ 4278408 h 4278408"/>
                  <a:gd name="connsiteX97" fmla="*/ 0 w 5640555"/>
                  <a:gd name="connsiteY97" fmla="*/ 3859220 h 4278408"/>
                  <a:gd name="connsiteX98" fmla="*/ 32481 w 5640555"/>
                  <a:gd name="connsiteY98" fmla="*/ 3853314 h 4278408"/>
                  <a:gd name="connsiteX99" fmla="*/ 124015 w 5640555"/>
                  <a:gd name="connsiteY99" fmla="*/ 3847409 h 4278408"/>
                  <a:gd name="connsiteX100" fmla="*/ 265746 w 5640555"/>
                  <a:gd name="connsiteY100" fmla="*/ 3832646 h 4278408"/>
                  <a:gd name="connsiteX101" fmla="*/ 357282 w 5640555"/>
                  <a:gd name="connsiteY101" fmla="*/ 3817882 h 4278408"/>
                  <a:gd name="connsiteX102" fmla="*/ 454721 w 5640555"/>
                  <a:gd name="connsiteY102" fmla="*/ 3800165 h 4278408"/>
                  <a:gd name="connsiteX103" fmla="*/ 563973 w 5640555"/>
                  <a:gd name="connsiteY103" fmla="*/ 3782449 h 4278408"/>
                  <a:gd name="connsiteX104" fmla="*/ 679129 w 5640555"/>
                  <a:gd name="connsiteY104" fmla="*/ 3755875 h 4278408"/>
                  <a:gd name="connsiteX105" fmla="*/ 803144 w 5640555"/>
                  <a:gd name="connsiteY105" fmla="*/ 3720442 h 4278408"/>
                  <a:gd name="connsiteX106" fmla="*/ 933063 w 5640555"/>
                  <a:gd name="connsiteY106" fmla="*/ 3685010 h 4278408"/>
                  <a:gd name="connsiteX107" fmla="*/ 1068889 w 5640555"/>
                  <a:gd name="connsiteY107" fmla="*/ 3637767 h 4278408"/>
                  <a:gd name="connsiteX108" fmla="*/ 1210620 w 5640555"/>
                  <a:gd name="connsiteY108" fmla="*/ 3584617 h 4278408"/>
                  <a:gd name="connsiteX109" fmla="*/ 1358257 w 5640555"/>
                  <a:gd name="connsiteY109" fmla="*/ 3525563 h 4278408"/>
                  <a:gd name="connsiteX110" fmla="*/ 1502942 w 5640555"/>
                  <a:gd name="connsiteY110" fmla="*/ 3457649 h 4278408"/>
                  <a:gd name="connsiteX111" fmla="*/ 1653530 w 5640555"/>
                  <a:gd name="connsiteY111" fmla="*/ 3377926 h 4278408"/>
                  <a:gd name="connsiteX112" fmla="*/ 1730302 w 5640555"/>
                  <a:gd name="connsiteY112" fmla="*/ 3336587 h 4278408"/>
                  <a:gd name="connsiteX113" fmla="*/ 1807072 w 5640555"/>
                  <a:gd name="connsiteY113" fmla="*/ 3292296 h 4278408"/>
                  <a:gd name="connsiteX114" fmla="*/ 1880892 w 5640555"/>
                  <a:gd name="connsiteY114" fmla="*/ 3245051 h 4278408"/>
                  <a:gd name="connsiteX115" fmla="*/ 1957663 w 5640555"/>
                  <a:gd name="connsiteY115" fmla="*/ 3197808 h 4278408"/>
                  <a:gd name="connsiteX116" fmla="*/ 2034434 w 5640555"/>
                  <a:gd name="connsiteY116" fmla="*/ 3144659 h 4278408"/>
                  <a:gd name="connsiteX117" fmla="*/ 2108252 w 5640555"/>
                  <a:gd name="connsiteY117" fmla="*/ 3088557 h 4278408"/>
                  <a:gd name="connsiteX118" fmla="*/ 2185022 w 5640555"/>
                  <a:gd name="connsiteY118" fmla="*/ 3032455 h 4278408"/>
                  <a:gd name="connsiteX119" fmla="*/ 2255888 w 5640555"/>
                  <a:gd name="connsiteY119" fmla="*/ 2970449 h 4278408"/>
                  <a:gd name="connsiteX120" fmla="*/ 2329707 w 5640555"/>
                  <a:gd name="connsiteY120" fmla="*/ 2908440 h 4278408"/>
                  <a:gd name="connsiteX121" fmla="*/ 2403525 w 5640555"/>
                  <a:gd name="connsiteY121" fmla="*/ 2840528 h 4278408"/>
                  <a:gd name="connsiteX122" fmla="*/ 2477344 w 5640555"/>
                  <a:gd name="connsiteY122" fmla="*/ 2772615 h 4278408"/>
                  <a:gd name="connsiteX123" fmla="*/ 2548210 w 5640555"/>
                  <a:gd name="connsiteY123" fmla="*/ 2701750 h 4278408"/>
                  <a:gd name="connsiteX124" fmla="*/ 2616121 w 5640555"/>
                  <a:gd name="connsiteY124" fmla="*/ 2624979 h 4278408"/>
                  <a:gd name="connsiteX125" fmla="*/ 2686987 w 5640555"/>
                  <a:gd name="connsiteY125" fmla="*/ 2545255 h 4278408"/>
                  <a:gd name="connsiteX126" fmla="*/ 2754901 w 5640555"/>
                  <a:gd name="connsiteY126" fmla="*/ 2465530 h 4278408"/>
                  <a:gd name="connsiteX127" fmla="*/ 2819860 w 5640555"/>
                  <a:gd name="connsiteY127" fmla="*/ 2376949 h 4278408"/>
                  <a:gd name="connsiteX128" fmla="*/ 2887773 w 5640555"/>
                  <a:gd name="connsiteY128" fmla="*/ 2291321 h 4278408"/>
                  <a:gd name="connsiteX129" fmla="*/ 2949781 w 5640555"/>
                  <a:gd name="connsiteY129" fmla="*/ 2196833 h 4278408"/>
                  <a:gd name="connsiteX130" fmla="*/ 3011788 w 5640555"/>
                  <a:gd name="connsiteY130" fmla="*/ 2102346 h 4278408"/>
                  <a:gd name="connsiteX131" fmla="*/ 3070842 w 5640555"/>
                  <a:gd name="connsiteY131" fmla="*/ 2004905 h 4278408"/>
                  <a:gd name="connsiteX132" fmla="*/ 3126944 w 5640555"/>
                  <a:gd name="connsiteY132" fmla="*/ 1901560 h 4278408"/>
                  <a:gd name="connsiteX133" fmla="*/ 3183045 w 5640555"/>
                  <a:gd name="connsiteY133" fmla="*/ 1795262 h 4278408"/>
                  <a:gd name="connsiteX134" fmla="*/ 3236195 w 5640555"/>
                  <a:gd name="connsiteY134" fmla="*/ 1680104 h 4278408"/>
                  <a:gd name="connsiteX135" fmla="*/ 3286393 w 5640555"/>
                  <a:gd name="connsiteY135" fmla="*/ 1567900 h 4278408"/>
                  <a:gd name="connsiteX136" fmla="*/ 3336587 w 5640555"/>
                  <a:gd name="connsiteY136" fmla="*/ 1449791 h 4278408"/>
                  <a:gd name="connsiteX137" fmla="*/ 3383832 w 5640555"/>
                  <a:gd name="connsiteY137" fmla="*/ 1328729 h 4278408"/>
                  <a:gd name="connsiteX138" fmla="*/ 3428123 w 5640555"/>
                  <a:gd name="connsiteY138" fmla="*/ 1201761 h 4278408"/>
                  <a:gd name="connsiteX139" fmla="*/ 3466508 w 5640555"/>
                  <a:gd name="connsiteY139" fmla="*/ 1071841 h 4278408"/>
                  <a:gd name="connsiteX140" fmla="*/ 3504894 w 5640555"/>
                  <a:gd name="connsiteY140" fmla="*/ 933064 h 4278408"/>
                  <a:gd name="connsiteX141" fmla="*/ 3540327 w 5640555"/>
                  <a:gd name="connsiteY141" fmla="*/ 794284 h 4278408"/>
                  <a:gd name="connsiteX142" fmla="*/ 3558043 w 5640555"/>
                  <a:gd name="connsiteY142" fmla="*/ 726372 h 4278408"/>
                  <a:gd name="connsiteX143" fmla="*/ 3584617 w 5640555"/>
                  <a:gd name="connsiteY143" fmla="*/ 643696 h 4278408"/>
                  <a:gd name="connsiteX144" fmla="*/ 3617098 w 5640555"/>
                  <a:gd name="connsiteY144" fmla="*/ 552161 h 4278408"/>
                  <a:gd name="connsiteX145" fmla="*/ 3661388 w 5640555"/>
                  <a:gd name="connsiteY145" fmla="*/ 454721 h 4278408"/>
                  <a:gd name="connsiteX146" fmla="*/ 3687964 w 5640555"/>
                  <a:gd name="connsiteY146" fmla="*/ 404524 h 4278408"/>
                  <a:gd name="connsiteX147" fmla="*/ 3714537 w 5640555"/>
                  <a:gd name="connsiteY147" fmla="*/ 357280 h 4278408"/>
                  <a:gd name="connsiteX148" fmla="*/ 3744065 w 5640555"/>
                  <a:gd name="connsiteY148" fmla="*/ 307084 h 4278408"/>
                  <a:gd name="connsiteX149" fmla="*/ 3776546 w 5640555"/>
                  <a:gd name="connsiteY149" fmla="*/ 259841 h 4278408"/>
                  <a:gd name="connsiteX150" fmla="*/ 3809024 w 5640555"/>
                  <a:gd name="connsiteY150" fmla="*/ 218502 h 4278408"/>
                  <a:gd name="connsiteX151" fmla="*/ 3850363 w 5640555"/>
                  <a:gd name="connsiteY151" fmla="*/ 177164 h 4278408"/>
                  <a:gd name="connsiteX152" fmla="*/ 3891701 w 5640555"/>
                  <a:gd name="connsiteY152" fmla="*/ 138777 h 4278408"/>
                  <a:gd name="connsiteX153" fmla="*/ 3933039 w 5640555"/>
                  <a:gd name="connsiteY153" fmla="*/ 100393 h 4278408"/>
                  <a:gd name="connsiteX154" fmla="*/ 3977331 w 5640555"/>
                  <a:gd name="connsiteY154" fmla="*/ 70866 h 4278408"/>
                  <a:gd name="connsiteX155" fmla="*/ 4027527 w 5640555"/>
                  <a:gd name="connsiteY155" fmla="*/ 47244 h 4278408"/>
                  <a:gd name="connsiteX156" fmla="*/ 4077724 w 5640555"/>
                  <a:gd name="connsiteY156" fmla="*/ 23622 h 4278408"/>
                  <a:gd name="connsiteX157" fmla="*/ 4130874 w 5640555"/>
                  <a:gd name="connsiteY157" fmla="*/ 11811 h 4278408"/>
                  <a:gd name="connsiteX158" fmla="*/ 4186974 w 5640555"/>
                  <a:gd name="connsiteY158" fmla="*/ 5906 h 4278408"/>
                  <a:gd name="connsiteX159" fmla="*/ 4246029 w 5640555"/>
                  <a:gd name="connsiteY159" fmla="*/ 0 h 427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5640555" h="4278408">
                    <a:moveTo>
                      <a:pt x="4246029" y="0"/>
                    </a:moveTo>
                    <a:lnTo>
                      <a:pt x="4310989" y="8857"/>
                    </a:lnTo>
                    <a:lnTo>
                      <a:pt x="4375949" y="23622"/>
                    </a:lnTo>
                    <a:lnTo>
                      <a:pt x="4446815" y="47244"/>
                    </a:lnTo>
                    <a:lnTo>
                      <a:pt x="4520635" y="79723"/>
                    </a:lnTo>
                    <a:lnTo>
                      <a:pt x="4597405" y="124015"/>
                    </a:lnTo>
                    <a:lnTo>
                      <a:pt x="4674177" y="177164"/>
                    </a:lnTo>
                    <a:lnTo>
                      <a:pt x="4756854" y="242124"/>
                    </a:lnTo>
                    <a:lnTo>
                      <a:pt x="4842482" y="315941"/>
                    </a:lnTo>
                    <a:lnTo>
                      <a:pt x="4934017" y="404524"/>
                    </a:lnTo>
                    <a:lnTo>
                      <a:pt x="5028504" y="504916"/>
                    </a:lnTo>
                    <a:lnTo>
                      <a:pt x="5131848" y="626348"/>
                    </a:lnTo>
                    <a:lnTo>
                      <a:pt x="5131263" y="632975"/>
                    </a:lnTo>
                    <a:lnTo>
                      <a:pt x="5170541" y="674709"/>
                    </a:lnTo>
                    <a:lnTo>
                      <a:pt x="5272472" y="794479"/>
                    </a:lnTo>
                    <a:lnTo>
                      <a:pt x="5343823" y="878571"/>
                    </a:lnTo>
                    <a:lnTo>
                      <a:pt x="5524620" y="905541"/>
                    </a:lnTo>
                    <a:lnTo>
                      <a:pt x="5611815" y="1023629"/>
                    </a:lnTo>
                    <a:lnTo>
                      <a:pt x="5640555" y="1090292"/>
                    </a:lnTo>
                    <a:lnTo>
                      <a:pt x="5626940" y="1120406"/>
                    </a:lnTo>
                    <a:lnTo>
                      <a:pt x="5501373" y="1163468"/>
                    </a:lnTo>
                    <a:lnTo>
                      <a:pt x="5452954" y="1132889"/>
                    </a:lnTo>
                    <a:lnTo>
                      <a:pt x="5407086" y="1097213"/>
                    </a:lnTo>
                    <a:lnTo>
                      <a:pt x="5320445" y="1036054"/>
                    </a:lnTo>
                    <a:lnTo>
                      <a:pt x="5251642" y="974895"/>
                    </a:lnTo>
                    <a:lnTo>
                      <a:pt x="5198128" y="926478"/>
                    </a:lnTo>
                    <a:lnTo>
                      <a:pt x="5152258" y="880609"/>
                    </a:lnTo>
                    <a:lnTo>
                      <a:pt x="5063069" y="796516"/>
                    </a:lnTo>
                    <a:lnTo>
                      <a:pt x="4981525" y="727712"/>
                    </a:lnTo>
                    <a:lnTo>
                      <a:pt x="4899980" y="664006"/>
                    </a:lnTo>
                    <a:lnTo>
                      <a:pt x="4826079" y="613041"/>
                    </a:lnTo>
                    <a:lnTo>
                      <a:pt x="4754728" y="569719"/>
                    </a:lnTo>
                    <a:lnTo>
                      <a:pt x="4685926" y="534043"/>
                    </a:lnTo>
                    <a:lnTo>
                      <a:pt x="4622218" y="508561"/>
                    </a:lnTo>
                    <a:lnTo>
                      <a:pt x="4558511" y="488175"/>
                    </a:lnTo>
                    <a:lnTo>
                      <a:pt x="4499900" y="477981"/>
                    </a:lnTo>
                    <a:lnTo>
                      <a:pt x="4446388" y="470338"/>
                    </a:lnTo>
                    <a:lnTo>
                      <a:pt x="4284127" y="440084"/>
                    </a:lnTo>
                    <a:lnTo>
                      <a:pt x="4225073" y="440084"/>
                    </a:lnTo>
                    <a:lnTo>
                      <a:pt x="4166018" y="451895"/>
                    </a:lnTo>
                    <a:lnTo>
                      <a:pt x="4112869" y="463705"/>
                    </a:lnTo>
                    <a:lnTo>
                      <a:pt x="4062672" y="484373"/>
                    </a:lnTo>
                    <a:lnTo>
                      <a:pt x="4018382" y="507995"/>
                    </a:lnTo>
                    <a:lnTo>
                      <a:pt x="3974090" y="537523"/>
                    </a:lnTo>
                    <a:lnTo>
                      <a:pt x="3929800" y="570003"/>
                    </a:lnTo>
                    <a:lnTo>
                      <a:pt x="3894367" y="608388"/>
                    </a:lnTo>
                    <a:lnTo>
                      <a:pt x="3861885" y="646775"/>
                    </a:lnTo>
                    <a:lnTo>
                      <a:pt x="3826453" y="691065"/>
                    </a:lnTo>
                    <a:lnTo>
                      <a:pt x="3796926" y="735357"/>
                    </a:lnTo>
                    <a:lnTo>
                      <a:pt x="3770351" y="779646"/>
                    </a:lnTo>
                    <a:lnTo>
                      <a:pt x="3743776" y="826891"/>
                    </a:lnTo>
                    <a:lnTo>
                      <a:pt x="3723109" y="874134"/>
                    </a:lnTo>
                    <a:lnTo>
                      <a:pt x="3684722" y="968621"/>
                    </a:lnTo>
                    <a:lnTo>
                      <a:pt x="3655194" y="1057204"/>
                    </a:lnTo>
                    <a:lnTo>
                      <a:pt x="3631573" y="1136928"/>
                    </a:lnTo>
                    <a:lnTo>
                      <a:pt x="3613856" y="1207794"/>
                    </a:lnTo>
                    <a:lnTo>
                      <a:pt x="3578424" y="1346572"/>
                    </a:lnTo>
                    <a:lnTo>
                      <a:pt x="3537085" y="1482397"/>
                    </a:lnTo>
                    <a:lnTo>
                      <a:pt x="3495747" y="1612317"/>
                    </a:lnTo>
                    <a:lnTo>
                      <a:pt x="3451457" y="1736332"/>
                    </a:lnTo>
                    <a:lnTo>
                      <a:pt x="3404213" y="1860347"/>
                    </a:lnTo>
                    <a:lnTo>
                      <a:pt x="3351063" y="1981409"/>
                    </a:lnTo>
                    <a:lnTo>
                      <a:pt x="3297914" y="2093613"/>
                    </a:lnTo>
                    <a:lnTo>
                      <a:pt x="3241812" y="2208769"/>
                    </a:lnTo>
                    <a:lnTo>
                      <a:pt x="3179806" y="2315068"/>
                    </a:lnTo>
                    <a:lnTo>
                      <a:pt x="3120751" y="2418415"/>
                    </a:lnTo>
                    <a:lnTo>
                      <a:pt x="3052837" y="2518807"/>
                    </a:lnTo>
                    <a:lnTo>
                      <a:pt x="2987877" y="2613294"/>
                    </a:lnTo>
                    <a:lnTo>
                      <a:pt x="2919965" y="2707782"/>
                    </a:lnTo>
                    <a:lnTo>
                      <a:pt x="2849100" y="2793409"/>
                    </a:lnTo>
                    <a:lnTo>
                      <a:pt x="2778234" y="2881992"/>
                    </a:lnTo>
                    <a:lnTo>
                      <a:pt x="2704415" y="2964669"/>
                    </a:lnTo>
                    <a:lnTo>
                      <a:pt x="2627644" y="3044393"/>
                    </a:lnTo>
                    <a:lnTo>
                      <a:pt x="2550872" y="3121164"/>
                    </a:lnTo>
                    <a:lnTo>
                      <a:pt x="2471150" y="3194982"/>
                    </a:lnTo>
                    <a:lnTo>
                      <a:pt x="2394379" y="3262895"/>
                    </a:lnTo>
                    <a:lnTo>
                      <a:pt x="2311703" y="3330808"/>
                    </a:lnTo>
                    <a:lnTo>
                      <a:pt x="2229026" y="3395768"/>
                    </a:lnTo>
                    <a:lnTo>
                      <a:pt x="2146350" y="3457776"/>
                    </a:lnTo>
                    <a:lnTo>
                      <a:pt x="2063673" y="3513876"/>
                    </a:lnTo>
                    <a:lnTo>
                      <a:pt x="1980996" y="3569980"/>
                    </a:lnTo>
                    <a:lnTo>
                      <a:pt x="1898321" y="3623129"/>
                    </a:lnTo>
                    <a:lnTo>
                      <a:pt x="1812689" y="3673324"/>
                    </a:lnTo>
                    <a:lnTo>
                      <a:pt x="1730014" y="3723522"/>
                    </a:lnTo>
                    <a:lnTo>
                      <a:pt x="1647337" y="3770765"/>
                    </a:lnTo>
                    <a:lnTo>
                      <a:pt x="1558754" y="3815056"/>
                    </a:lnTo>
                    <a:lnTo>
                      <a:pt x="1393401" y="3894780"/>
                    </a:lnTo>
                    <a:lnTo>
                      <a:pt x="1231003" y="3965646"/>
                    </a:lnTo>
                    <a:lnTo>
                      <a:pt x="1065649" y="4024700"/>
                    </a:lnTo>
                    <a:lnTo>
                      <a:pt x="909153" y="4080802"/>
                    </a:lnTo>
                    <a:lnTo>
                      <a:pt x="755612" y="4128045"/>
                    </a:lnTo>
                    <a:lnTo>
                      <a:pt x="610929" y="4166432"/>
                    </a:lnTo>
                    <a:lnTo>
                      <a:pt x="469197" y="4204817"/>
                    </a:lnTo>
                    <a:lnTo>
                      <a:pt x="339277" y="4231392"/>
                    </a:lnTo>
                    <a:lnTo>
                      <a:pt x="221168" y="4255013"/>
                    </a:lnTo>
                    <a:lnTo>
                      <a:pt x="106010" y="4275681"/>
                    </a:lnTo>
                    <a:lnTo>
                      <a:pt x="83516" y="4278408"/>
                    </a:lnTo>
                    <a:lnTo>
                      <a:pt x="0" y="3859220"/>
                    </a:lnTo>
                    <a:lnTo>
                      <a:pt x="32481" y="3853314"/>
                    </a:lnTo>
                    <a:lnTo>
                      <a:pt x="124015" y="3847409"/>
                    </a:lnTo>
                    <a:lnTo>
                      <a:pt x="265746" y="3832646"/>
                    </a:lnTo>
                    <a:lnTo>
                      <a:pt x="357282" y="3817882"/>
                    </a:lnTo>
                    <a:lnTo>
                      <a:pt x="454721" y="3800165"/>
                    </a:lnTo>
                    <a:lnTo>
                      <a:pt x="563973" y="3782449"/>
                    </a:lnTo>
                    <a:lnTo>
                      <a:pt x="679129" y="3755875"/>
                    </a:lnTo>
                    <a:lnTo>
                      <a:pt x="803144" y="3720442"/>
                    </a:lnTo>
                    <a:lnTo>
                      <a:pt x="933063" y="3685010"/>
                    </a:lnTo>
                    <a:lnTo>
                      <a:pt x="1068889" y="3637767"/>
                    </a:lnTo>
                    <a:lnTo>
                      <a:pt x="1210620" y="3584617"/>
                    </a:lnTo>
                    <a:lnTo>
                      <a:pt x="1358257" y="3525563"/>
                    </a:lnTo>
                    <a:lnTo>
                      <a:pt x="1502942" y="3457649"/>
                    </a:lnTo>
                    <a:lnTo>
                      <a:pt x="1653530" y="3377926"/>
                    </a:lnTo>
                    <a:lnTo>
                      <a:pt x="1730302" y="3336587"/>
                    </a:lnTo>
                    <a:lnTo>
                      <a:pt x="1807072" y="3292296"/>
                    </a:lnTo>
                    <a:lnTo>
                      <a:pt x="1880892" y="3245051"/>
                    </a:lnTo>
                    <a:lnTo>
                      <a:pt x="1957663" y="3197808"/>
                    </a:lnTo>
                    <a:lnTo>
                      <a:pt x="2034434" y="3144659"/>
                    </a:lnTo>
                    <a:lnTo>
                      <a:pt x="2108252" y="3088557"/>
                    </a:lnTo>
                    <a:lnTo>
                      <a:pt x="2185022" y="3032455"/>
                    </a:lnTo>
                    <a:lnTo>
                      <a:pt x="2255888" y="2970449"/>
                    </a:lnTo>
                    <a:lnTo>
                      <a:pt x="2329707" y="2908440"/>
                    </a:lnTo>
                    <a:lnTo>
                      <a:pt x="2403525" y="2840528"/>
                    </a:lnTo>
                    <a:lnTo>
                      <a:pt x="2477344" y="2772615"/>
                    </a:lnTo>
                    <a:lnTo>
                      <a:pt x="2548210" y="2701750"/>
                    </a:lnTo>
                    <a:lnTo>
                      <a:pt x="2616121" y="2624979"/>
                    </a:lnTo>
                    <a:lnTo>
                      <a:pt x="2686987" y="2545255"/>
                    </a:lnTo>
                    <a:lnTo>
                      <a:pt x="2754901" y="2465530"/>
                    </a:lnTo>
                    <a:lnTo>
                      <a:pt x="2819860" y="2376949"/>
                    </a:lnTo>
                    <a:lnTo>
                      <a:pt x="2887773" y="2291321"/>
                    </a:lnTo>
                    <a:lnTo>
                      <a:pt x="2949781" y="2196833"/>
                    </a:lnTo>
                    <a:lnTo>
                      <a:pt x="3011788" y="2102346"/>
                    </a:lnTo>
                    <a:lnTo>
                      <a:pt x="3070842" y="2004905"/>
                    </a:lnTo>
                    <a:lnTo>
                      <a:pt x="3126944" y="1901560"/>
                    </a:lnTo>
                    <a:lnTo>
                      <a:pt x="3183045" y="1795262"/>
                    </a:lnTo>
                    <a:lnTo>
                      <a:pt x="3236195" y="1680104"/>
                    </a:lnTo>
                    <a:lnTo>
                      <a:pt x="3286393" y="1567900"/>
                    </a:lnTo>
                    <a:lnTo>
                      <a:pt x="3336587" y="1449791"/>
                    </a:lnTo>
                    <a:lnTo>
                      <a:pt x="3383832" y="1328729"/>
                    </a:lnTo>
                    <a:lnTo>
                      <a:pt x="3428123" y="1201761"/>
                    </a:lnTo>
                    <a:lnTo>
                      <a:pt x="3466508" y="1071841"/>
                    </a:lnTo>
                    <a:lnTo>
                      <a:pt x="3504894" y="933064"/>
                    </a:lnTo>
                    <a:lnTo>
                      <a:pt x="3540327" y="794284"/>
                    </a:lnTo>
                    <a:lnTo>
                      <a:pt x="3558043" y="726372"/>
                    </a:lnTo>
                    <a:lnTo>
                      <a:pt x="3584617" y="643696"/>
                    </a:lnTo>
                    <a:lnTo>
                      <a:pt x="3617098" y="552161"/>
                    </a:lnTo>
                    <a:lnTo>
                      <a:pt x="3661388" y="454721"/>
                    </a:lnTo>
                    <a:lnTo>
                      <a:pt x="3687964" y="404524"/>
                    </a:lnTo>
                    <a:lnTo>
                      <a:pt x="3714537" y="357280"/>
                    </a:lnTo>
                    <a:lnTo>
                      <a:pt x="3744065" y="307084"/>
                    </a:lnTo>
                    <a:lnTo>
                      <a:pt x="3776546" y="259841"/>
                    </a:lnTo>
                    <a:lnTo>
                      <a:pt x="3809024" y="218502"/>
                    </a:lnTo>
                    <a:lnTo>
                      <a:pt x="3850363" y="177164"/>
                    </a:lnTo>
                    <a:lnTo>
                      <a:pt x="3891701" y="138777"/>
                    </a:lnTo>
                    <a:lnTo>
                      <a:pt x="3933039" y="100393"/>
                    </a:lnTo>
                    <a:lnTo>
                      <a:pt x="3977331" y="70866"/>
                    </a:lnTo>
                    <a:lnTo>
                      <a:pt x="4027527" y="47244"/>
                    </a:lnTo>
                    <a:lnTo>
                      <a:pt x="4077724" y="23622"/>
                    </a:lnTo>
                    <a:lnTo>
                      <a:pt x="4130874" y="11811"/>
                    </a:lnTo>
                    <a:lnTo>
                      <a:pt x="4186974" y="5906"/>
                    </a:lnTo>
                    <a:lnTo>
                      <a:pt x="4246029" y="0"/>
                    </a:lnTo>
                    <a:close/>
                  </a:path>
                </a:pathLst>
              </a:custGeom>
              <a:grp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3" name="Freeform 12"/>
              <p:cNvSpPr>
                <a:spLocks/>
              </p:cNvSpPr>
              <p:nvPr/>
            </p:nvSpPr>
            <p:spPr bwMode="auto">
              <a:xfrm>
                <a:off x="7248298" y="2200276"/>
                <a:ext cx="944563" cy="2295525"/>
              </a:xfrm>
              <a:custGeom>
                <a:avLst/>
                <a:gdLst>
                  <a:gd name="T0" fmla="*/ 593 w 595"/>
                  <a:gd name="T1" fmla="*/ 81 h 1446"/>
                  <a:gd name="T2" fmla="*/ 589 w 595"/>
                  <a:gd name="T3" fmla="*/ 81 h 1446"/>
                  <a:gd name="T4" fmla="*/ 562 w 595"/>
                  <a:gd name="T5" fmla="*/ 85 h 1446"/>
                  <a:gd name="T6" fmla="*/ 541 w 595"/>
                  <a:gd name="T7" fmla="*/ 90 h 1446"/>
                  <a:gd name="T8" fmla="*/ 515 w 595"/>
                  <a:gd name="T9" fmla="*/ 99 h 1446"/>
                  <a:gd name="T10" fmla="*/ 485 w 595"/>
                  <a:gd name="T11" fmla="*/ 116 h 1446"/>
                  <a:gd name="T12" fmla="*/ 455 w 595"/>
                  <a:gd name="T13" fmla="*/ 139 h 1446"/>
                  <a:gd name="T14" fmla="*/ 421 w 595"/>
                  <a:gd name="T15" fmla="*/ 170 h 1446"/>
                  <a:gd name="T16" fmla="*/ 387 w 595"/>
                  <a:gd name="T17" fmla="*/ 212 h 1446"/>
                  <a:gd name="T18" fmla="*/ 355 w 595"/>
                  <a:gd name="T19" fmla="*/ 264 h 1446"/>
                  <a:gd name="T20" fmla="*/ 322 w 595"/>
                  <a:gd name="T21" fmla="*/ 330 h 1446"/>
                  <a:gd name="T22" fmla="*/ 291 w 595"/>
                  <a:gd name="T23" fmla="*/ 407 h 1446"/>
                  <a:gd name="T24" fmla="*/ 264 w 595"/>
                  <a:gd name="T25" fmla="*/ 501 h 1446"/>
                  <a:gd name="T26" fmla="*/ 240 w 595"/>
                  <a:gd name="T27" fmla="*/ 612 h 1446"/>
                  <a:gd name="T28" fmla="*/ 221 w 595"/>
                  <a:gd name="T29" fmla="*/ 739 h 1446"/>
                  <a:gd name="T30" fmla="*/ 208 w 595"/>
                  <a:gd name="T31" fmla="*/ 886 h 1446"/>
                  <a:gd name="T32" fmla="*/ 205 w 595"/>
                  <a:gd name="T33" fmla="*/ 909 h 1446"/>
                  <a:gd name="T34" fmla="*/ 193 w 595"/>
                  <a:gd name="T35" fmla="*/ 1005 h 1446"/>
                  <a:gd name="T36" fmla="*/ 177 w 595"/>
                  <a:gd name="T37" fmla="*/ 1096 h 1446"/>
                  <a:gd name="T38" fmla="*/ 155 w 595"/>
                  <a:gd name="T39" fmla="*/ 1195 h 1446"/>
                  <a:gd name="T40" fmla="*/ 131 w 595"/>
                  <a:gd name="T41" fmla="*/ 1269 h 1446"/>
                  <a:gd name="T42" fmla="*/ 113 w 595"/>
                  <a:gd name="T43" fmla="*/ 1314 h 1446"/>
                  <a:gd name="T44" fmla="*/ 93 w 595"/>
                  <a:gd name="T45" fmla="*/ 1356 h 1446"/>
                  <a:gd name="T46" fmla="*/ 70 w 595"/>
                  <a:gd name="T47" fmla="*/ 1391 h 1446"/>
                  <a:gd name="T48" fmla="*/ 44 w 595"/>
                  <a:gd name="T49" fmla="*/ 1419 h 1446"/>
                  <a:gd name="T50" fmla="*/ 16 w 595"/>
                  <a:gd name="T51" fmla="*/ 1439 h 1446"/>
                  <a:gd name="T52" fmla="*/ 0 w 595"/>
                  <a:gd name="T53" fmla="*/ 1446 h 1446"/>
                  <a:gd name="T54" fmla="*/ 9 w 595"/>
                  <a:gd name="T55" fmla="*/ 1443 h 1446"/>
                  <a:gd name="T56" fmla="*/ 24 w 595"/>
                  <a:gd name="T57" fmla="*/ 1431 h 1446"/>
                  <a:gd name="T58" fmla="*/ 43 w 595"/>
                  <a:gd name="T59" fmla="*/ 1403 h 1446"/>
                  <a:gd name="T60" fmla="*/ 68 w 595"/>
                  <a:gd name="T61" fmla="*/ 1351 h 1446"/>
                  <a:gd name="T62" fmla="*/ 94 w 595"/>
                  <a:gd name="T63" fmla="*/ 1271 h 1446"/>
                  <a:gd name="T64" fmla="*/ 123 w 595"/>
                  <a:gd name="T65" fmla="*/ 1154 h 1446"/>
                  <a:gd name="T66" fmla="*/ 151 w 595"/>
                  <a:gd name="T67" fmla="*/ 993 h 1446"/>
                  <a:gd name="T68" fmla="*/ 166 w 595"/>
                  <a:gd name="T69" fmla="*/ 895 h 1446"/>
                  <a:gd name="T70" fmla="*/ 183 w 595"/>
                  <a:gd name="T71" fmla="*/ 729 h 1446"/>
                  <a:gd name="T72" fmla="*/ 202 w 595"/>
                  <a:gd name="T73" fmla="*/ 579 h 1446"/>
                  <a:gd name="T74" fmla="*/ 218 w 595"/>
                  <a:gd name="T75" fmla="*/ 481 h 1446"/>
                  <a:gd name="T76" fmla="*/ 235 w 595"/>
                  <a:gd name="T77" fmla="*/ 395 h 1446"/>
                  <a:gd name="T78" fmla="*/ 250 w 595"/>
                  <a:gd name="T79" fmla="*/ 348 h 1446"/>
                  <a:gd name="T80" fmla="*/ 260 w 595"/>
                  <a:gd name="T81" fmla="*/ 325 h 1446"/>
                  <a:gd name="T82" fmla="*/ 264 w 595"/>
                  <a:gd name="T83" fmla="*/ 318 h 1446"/>
                  <a:gd name="T84" fmla="*/ 271 w 595"/>
                  <a:gd name="T85" fmla="*/ 296 h 1446"/>
                  <a:gd name="T86" fmla="*/ 283 w 595"/>
                  <a:gd name="T87" fmla="*/ 260 h 1446"/>
                  <a:gd name="T88" fmla="*/ 307 w 595"/>
                  <a:gd name="T89" fmla="*/ 213 h 1446"/>
                  <a:gd name="T90" fmla="*/ 343 w 595"/>
                  <a:gd name="T91" fmla="*/ 161 h 1446"/>
                  <a:gd name="T92" fmla="*/ 366 w 595"/>
                  <a:gd name="T93" fmla="*/ 134 h 1446"/>
                  <a:gd name="T94" fmla="*/ 393 w 595"/>
                  <a:gd name="T95" fmla="*/ 107 h 1446"/>
                  <a:gd name="T96" fmla="*/ 423 w 595"/>
                  <a:gd name="T97" fmla="*/ 82 h 1446"/>
                  <a:gd name="T98" fmla="*/ 460 w 595"/>
                  <a:gd name="T99" fmla="*/ 57 h 1446"/>
                  <a:gd name="T100" fmla="*/ 499 w 595"/>
                  <a:gd name="T101" fmla="*/ 36 h 1446"/>
                  <a:gd name="T102" fmla="*/ 544 w 595"/>
                  <a:gd name="T103" fmla="*/ 16 h 1446"/>
                  <a:gd name="T104" fmla="*/ 595 w 595"/>
                  <a:gd name="T105" fmla="*/ 0 h 1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5" h="1446">
                    <a:moveTo>
                      <a:pt x="595" y="0"/>
                    </a:moveTo>
                    <a:lnTo>
                      <a:pt x="593" y="81"/>
                    </a:lnTo>
                    <a:lnTo>
                      <a:pt x="593" y="81"/>
                    </a:lnTo>
                    <a:lnTo>
                      <a:pt x="589" y="81"/>
                    </a:lnTo>
                    <a:lnTo>
                      <a:pt x="579" y="82"/>
                    </a:lnTo>
                    <a:lnTo>
                      <a:pt x="562" y="85"/>
                    </a:lnTo>
                    <a:lnTo>
                      <a:pt x="552" y="87"/>
                    </a:lnTo>
                    <a:lnTo>
                      <a:pt x="541" y="90"/>
                    </a:lnTo>
                    <a:lnTo>
                      <a:pt x="528" y="94"/>
                    </a:lnTo>
                    <a:lnTo>
                      <a:pt x="515" y="99"/>
                    </a:lnTo>
                    <a:lnTo>
                      <a:pt x="501" y="107"/>
                    </a:lnTo>
                    <a:lnTo>
                      <a:pt x="485" y="116"/>
                    </a:lnTo>
                    <a:lnTo>
                      <a:pt x="471" y="126"/>
                    </a:lnTo>
                    <a:lnTo>
                      <a:pt x="455" y="139"/>
                    </a:lnTo>
                    <a:lnTo>
                      <a:pt x="438" y="153"/>
                    </a:lnTo>
                    <a:lnTo>
                      <a:pt x="421" y="170"/>
                    </a:lnTo>
                    <a:lnTo>
                      <a:pt x="404" y="190"/>
                    </a:lnTo>
                    <a:lnTo>
                      <a:pt x="387" y="212"/>
                    </a:lnTo>
                    <a:lnTo>
                      <a:pt x="371" y="236"/>
                    </a:lnTo>
                    <a:lnTo>
                      <a:pt x="355" y="264"/>
                    </a:lnTo>
                    <a:lnTo>
                      <a:pt x="338" y="295"/>
                    </a:lnTo>
                    <a:lnTo>
                      <a:pt x="322" y="330"/>
                    </a:lnTo>
                    <a:lnTo>
                      <a:pt x="306" y="367"/>
                    </a:lnTo>
                    <a:lnTo>
                      <a:pt x="291" y="407"/>
                    </a:lnTo>
                    <a:lnTo>
                      <a:pt x="278" y="453"/>
                    </a:lnTo>
                    <a:lnTo>
                      <a:pt x="264" y="501"/>
                    </a:lnTo>
                    <a:lnTo>
                      <a:pt x="252" y="554"/>
                    </a:lnTo>
                    <a:lnTo>
                      <a:pt x="240" y="612"/>
                    </a:lnTo>
                    <a:lnTo>
                      <a:pt x="230" y="673"/>
                    </a:lnTo>
                    <a:lnTo>
                      <a:pt x="221" y="739"/>
                    </a:lnTo>
                    <a:lnTo>
                      <a:pt x="213" y="810"/>
                    </a:lnTo>
                    <a:lnTo>
                      <a:pt x="208" y="886"/>
                    </a:lnTo>
                    <a:lnTo>
                      <a:pt x="208" y="886"/>
                    </a:lnTo>
                    <a:lnTo>
                      <a:pt x="205" y="909"/>
                    </a:lnTo>
                    <a:lnTo>
                      <a:pt x="199" y="966"/>
                    </a:lnTo>
                    <a:lnTo>
                      <a:pt x="193" y="1005"/>
                    </a:lnTo>
                    <a:lnTo>
                      <a:pt x="186" y="1049"/>
                    </a:lnTo>
                    <a:lnTo>
                      <a:pt x="177" y="1096"/>
                    </a:lnTo>
                    <a:lnTo>
                      <a:pt x="167" y="1146"/>
                    </a:lnTo>
                    <a:lnTo>
                      <a:pt x="155" y="1195"/>
                    </a:lnTo>
                    <a:lnTo>
                      <a:pt x="140" y="1245"/>
                    </a:lnTo>
                    <a:lnTo>
                      <a:pt x="131" y="1269"/>
                    </a:lnTo>
                    <a:lnTo>
                      <a:pt x="123" y="1291"/>
                    </a:lnTo>
                    <a:lnTo>
                      <a:pt x="113" y="1314"/>
                    </a:lnTo>
                    <a:lnTo>
                      <a:pt x="104" y="1335"/>
                    </a:lnTo>
                    <a:lnTo>
                      <a:pt x="93" y="1356"/>
                    </a:lnTo>
                    <a:lnTo>
                      <a:pt x="81" y="1374"/>
                    </a:lnTo>
                    <a:lnTo>
                      <a:pt x="70" y="1391"/>
                    </a:lnTo>
                    <a:lnTo>
                      <a:pt x="58" y="1407"/>
                    </a:lnTo>
                    <a:lnTo>
                      <a:pt x="44" y="1419"/>
                    </a:lnTo>
                    <a:lnTo>
                      <a:pt x="30" y="1430"/>
                    </a:lnTo>
                    <a:lnTo>
                      <a:pt x="16" y="1439"/>
                    </a:lnTo>
                    <a:lnTo>
                      <a:pt x="0" y="1446"/>
                    </a:lnTo>
                    <a:lnTo>
                      <a:pt x="0" y="1446"/>
                    </a:lnTo>
                    <a:lnTo>
                      <a:pt x="3" y="1445"/>
                    </a:lnTo>
                    <a:lnTo>
                      <a:pt x="9" y="1443"/>
                    </a:lnTo>
                    <a:lnTo>
                      <a:pt x="16" y="1439"/>
                    </a:lnTo>
                    <a:lnTo>
                      <a:pt x="24" y="1431"/>
                    </a:lnTo>
                    <a:lnTo>
                      <a:pt x="33" y="1419"/>
                    </a:lnTo>
                    <a:lnTo>
                      <a:pt x="43" y="1403"/>
                    </a:lnTo>
                    <a:lnTo>
                      <a:pt x="55" y="1381"/>
                    </a:lnTo>
                    <a:lnTo>
                      <a:pt x="68" y="1351"/>
                    </a:lnTo>
                    <a:lnTo>
                      <a:pt x="80" y="1315"/>
                    </a:lnTo>
                    <a:lnTo>
                      <a:pt x="94" y="1271"/>
                    </a:lnTo>
                    <a:lnTo>
                      <a:pt x="108" y="1217"/>
                    </a:lnTo>
                    <a:lnTo>
                      <a:pt x="123" y="1154"/>
                    </a:lnTo>
                    <a:lnTo>
                      <a:pt x="137" y="1079"/>
                    </a:lnTo>
                    <a:lnTo>
                      <a:pt x="151" y="993"/>
                    </a:lnTo>
                    <a:lnTo>
                      <a:pt x="166" y="895"/>
                    </a:lnTo>
                    <a:lnTo>
                      <a:pt x="166" y="895"/>
                    </a:lnTo>
                    <a:lnTo>
                      <a:pt x="174" y="814"/>
                    </a:lnTo>
                    <a:lnTo>
                      <a:pt x="183" y="729"/>
                    </a:lnTo>
                    <a:lnTo>
                      <a:pt x="195" y="631"/>
                    </a:lnTo>
                    <a:lnTo>
                      <a:pt x="202" y="579"/>
                    </a:lnTo>
                    <a:lnTo>
                      <a:pt x="210" y="529"/>
                    </a:lnTo>
                    <a:lnTo>
                      <a:pt x="218" y="481"/>
                    </a:lnTo>
                    <a:lnTo>
                      <a:pt x="226" y="436"/>
                    </a:lnTo>
                    <a:lnTo>
                      <a:pt x="235" y="395"/>
                    </a:lnTo>
                    <a:lnTo>
                      <a:pt x="245" y="361"/>
                    </a:lnTo>
                    <a:lnTo>
                      <a:pt x="250" y="348"/>
                    </a:lnTo>
                    <a:lnTo>
                      <a:pt x="254" y="335"/>
                    </a:lnTo>
                    <a:lnTo>
                      <a:pt x="260" y="325"/>
                    </a:lnTo>
                    <a:lnTo>
                      <a:pt x="264" y="318"/>
                    </a:lnTo>
                    <a:lnTo>
                      <a:pt x="264" y="318"/>
                    </a:lnTo>
                    <a:lnTo>
                      <a:pt x="266" y="307"/>
                    </a:lnTo>
                    <a:lnTo>
                      <a:pt x="271" y="296"/>
                    </a:lnTo>
                    <a:lnTo>
                      <a:pt x="277" y="279"/>
                    </a:lnTo>
                    <a:lnTo>
                      <a:pt x="283" y="260"/>
                    </a:lnTo>
                    <a:lnTo>
                      <a:pt x="295" y="237"/>
                    </a:lnTo>
                    <a:lnTo>
                      <a:pt x="307" y="213"/>
                    </a:lnTo>
                    <a:lnTo>
                      <a:pt x="323" y="187"/>
                    </a:lnTo>
                    <a:lnTo>
                      <a:pt x="343" y="161"/>
                    </a:lnTo>
                    <a:lnTo>
                      <a:pt x="353" y="148"/>
                    </a:lnTo>
                    <a:lnTo>
                      <a:pt x="366" y="134"/>
                    </a:lnTo>
                    <a:lnTo>
                      <a:pt x="378" y="121"/>
                    </a:lnTo>
                    <a:lnTo>
                      <a:pt x="393" y="107"/>
                    </a:lnTo>
                    <a:lnTo>
                      <a:pt x="408" y="95"/>
                    </a:lnTo>
                    <a:lnTo>
                      <a:pt x="423" y="82"/>
                    </a:lnTo>
                    <a:lnTo>
                      <a:pt x="441" y="70"/>
                    </a:lnTo>
                    <a:lnTo>
                      <a:pt x="460" y="57"/>
                    </a:lnTo>
                    <a:lnTo>
                      <a:pt x="479" y="46"/>
                    </a:lnTo>
                    <a:lnTo>
                      <a:pt x="499" y="36"/>
                    </a:lnTo>
                    <a:lnTo>
                      <a:pt x="522" y="26"/>
                    </a:lnTo>
                    <a:lnTo>
                      <a:pt x="544" y="16"/>
                    </a:lnTo>
                    <a:lnTo>
                      <a:pt x="569" y="8"/>
                    </a:lnTo>
                    <a:lnTo>
                      <a:pt x="595" y="0"/>
                    </a:lnTo>
                    <a:lnTo>
                      <a:pt x="5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4" name="Freeform 13"/>
              <p:cNvSpPr>
                <a:spLocks/>
              </p:cNvSpPr>
              <p:nvPr/>
            </p:nvSpPr>
            <p:spPr bwMode="auto">
              <a:xfrm>
                <a:off x="3760560" y="3983038"/>
                <a:ext cx="2593975" cy="2208213"/>
              </a:xfrm>
              <a:custGeom>
                <a:avLst/>
                <a:gdLst>
                  <a:gd name="T0" fmla="*/ 1626 w 1634"/>
                  <a:gd name="T1" fmla="*/ 18 h 1391"/>
                  <a:gd name="T2" fmla="*/ 1590 w 1634"/>
                  <a:gd name="T3" fmla="*/ 11 h 1391"/>
                  <a:gd name="T4" fmla="*/ 1562 w 1634"/>
                  <a:gd name="T5" fmla="*/ 15 h 1391"/>
                  <a:gd name="T6" fmla="*/ 1532 w 1634"/>
                  <a:gd name="T7" fmla="*/ 25 h 1391"/>
                  <a:gd name="T8" fmla="*/ 1498 w 1634"/>
                  <a:gd name="T9" fmla="*/ 48 h 1391"/>
                  <a:gd name="T10" fmla="*/ 1462 w 1634"/>
                  <a:gd name="T11" fmla="*/ 85 h 1391"/>
                  <a:gd name="T12" fmla="*/ 1425 w 1634"/>
                  <a:gd name="T13" fmla="*/ 139 h 1391"/>
                  <a:gd name="T14" fmla="*/ 1387 w 1634"/>
                  <a:gd name="T15" fmla="*/ 215 h 1391"/>
                  <a:gd name="T16" fmla="*/ 1351 w 1634"/>
                  <a:gd name="T17" fmla="*/ 314 h 1391"/>
                  <a:gd name="T18" fmla="*/ 1321 w 1634"/>
                  <a:gd name="T19" fmla="*/ 408 h 1391"/>
                  <a:gd name="T20" fmla="*/ 1256 w 1634"/>
                  <a:gd name="T21" fmla="*/ 578 h 1391"/>
                  <a:gd name="T22" fmla="*/ 1201 w 1634"/>
                  <a:gd name="T23" fmla="*/ 692 h 1391"/>
                  <a:gd name="T24" fmla="*/ 1151 w 1634"/>
                  <a:gd name="T25" fmla="*/ 775 h 1391"/>
                  <a:gd name="T26" fmla="*/ 1120 w 1634"/>
                  <a:gd name="T27" fmla="*/ 812 h 1391"/>
                  <a:gd name="T28" fmla="*/ 1024 w 1634"/>
                  <a:gd name="T29" fmla="*/ 915 h 1391"/>
                  <a:gd name="T30" fmla="*/ 909 w 1634"/>
                  <a:gd name="T31" fmla="*/ 1032 h 1391"/>
                  <a:gd name="T32" fmla="*/ 813 w 1634"/>
                  <a:gd name="T33" fmla="*/ 1114 h 1391"/>
                  <a:gd name="T34" fmla="*/ 727 w 1634"/>
                  <a:gd name="T35" fmla="*/ 1171 h 1391"/>
                  <a:gd name="T36" fmla="*/ 675 w 1634"/>
                  <a:gd name="T37" fmla="*/ 1195 h 1391"/>
                  <a:gd name="T38" fmla="*/ 639 w 1634"/>
                  <a:gd name="T39" fmla="*/ 1207 h 1391"/>
                  <a:gd name="T40" fmla="*/ 376 w 1634"/>
                  <a:gd name="T41" fmla="*/ 1303 h 1391"/>
                  <a:gd name="T42" fmla="*/ 177 w 1634"/>
                  <a:gd name="T43" fmla="*/ 1366 h 1391"/>
                  <a:gd name="T44" fmla="*/ 71 w 1634"/>
                  <a:gd name="T45" fmla="*/ 1390 h 1391"/>
                  <a:gd name="T46" fmla="*/ 0 w 1634"/>
                  <a:gd name="T47" fmla="*/ 1314 h 1391"/>
                  <a:gd name="T48" fmla="*/ 133 w 1634"/>
                  <a:gd name="T49" fmla="*/ 1286 h 1391"/>
                  <a:gd name="T50" fmla="*/ 372 w 1634"/>
                  <a:gd name="T51" fmla="*/ 1227 h 1391"/>
                  <a:gd name="T52" fmla="*/ 529 w 1634"/>
                  <a:gd name="T53" fmla="*/ 1180 h 1391"/>
                  <a:gd name="T54" fmla="*/ 626 w 1634"/>
                  <a:gd name="T55" fmla="*/ 1144 h 1391"/>
                  <a:gd name="T56" fmla="*/ 742 w 1634"/>
                  <a:gd name="T57" fmla="*/ 1066 h 1391"/>
                  <a:gd name="T58" fmla="*/ 855 w 1634"/>
                  <a:gd name="T59" fmla="*/ 982 h 1391"/>
                  <a:gd name="T60" fmla="*/ 975 w 1634"/>
                  <a:gd name="T61" fmla="*/ 882 h 1391"/>
                  <a:gd name="T62" fmla="*/ 1083 w 1634"/>
                  <a:gd name="T63" fmla="*/ 771 h 1391"/>
                  <a:gd name="T64" fmla="*/ 1112 w 1634"/>
                  <a:gd name="T65" fmla="*/ 734 h 1391"/>
                  <a:gd name="T66" fmla="*/ 1159 w 1634"/>
                  <a:gd name="T67" fmla="*/ 658 h 1391"/>
                  <a:gd name="T68" fmla="*/ 1207 w 1634"/>
                  <a:gd name="T69" fmla="*/ 561 h 1391"/>
                  <a:gd name="T70" fmla="*/ 1289 w 1634"/>
                  <a:gd name="T71" fmla="*/ 358 h 1391"/>
                  <a:gd name="T72" fmla="*/ 1322 w 1634"/>
                  <a:gd name="T73" fmla="*/ 261 h 1391"/>
                  <a:gd name="T74" fmla="*/ 1333 w 1634"/>
                  <a:gd name="T75" fmla="*/ 208 h 1391"/>
                  <a:gd name="T76" fmla="*/ 1364 w 1634"/>
                  <a:gd name="T77" fmla="*/ 127 h 1391"/>
                  <a:gd name="T78" fmla="*/ 1389 w 1634"/>
                  <a:gd name="T79" fmla="*/ 85 h 1391"/>
                  <a:gd name="T80" fmla="*/ 1420 w 1634"/>
                  <a:gd name="T81" fmla="*/ 48 h 1391"/>
                  <a:gd name="T82" fmla="*/ 1460 w 1634"/>
                  <a:gd name="T83" fmla="*/ 18 h 1391"/>
                  <a:gd name="T84" fmla="*/ 1507 w 1634"/>
                  <a:gd name="T85" fmla="*/ 2 h 1391"/>
                  <a:gd name="T86" fmla="*/ 1565 w 1634"/>
                  <a:gd name="T87" fmla="*/ 1 h 1391"/>
                  <a:gd name="T88" fmla="*/ 1634 w 1634"/>
                  <a:gd name="T89" fmla="*/ 22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4" h="1391">
                    <a:moveTo>
                      <a:pt x="1634" y="22"/>
                    </a:moveTo>
                    <a:lnTo>
                      <a:pt x="1634" y="22"/>
                    </a:lnTo>
                    <a:lnTo>
                      <a:pt x="1626" y="18"/>
                    </a:lnTo>
                    <a:lnTo>
                      <a:pt x="1617" y="16"/>
                    </a:lnTo>
                    <a:lnTo>
                      <a:pt x="1604" y="13"/>
                    </a:lnTo>
                    <a:lnTo>
                      <a:pt x="1590" y="11"/>
                    </a:lnTo>
                    <a:lnTo>
                      <a:pt x="1582" y="11"/>
                    </a:lnTo>
                    <a:lnTo>
                      <a:pt x="1573" y="13"/>
                    </a:lnTo>
                    <a:lnTo>
                      <a:pt x="1562" y="15"/>
                    </a:lnTo>
                    <a:lnTo>
                      <a:pt x="1553" y="17"/>
                    </a:lnTo>
                    <a:lnTo>
                      <a:pt x="1543" y="21"/>
                    </a:lnTo>
                    <a:lnTo>
                      <a:pt x="1532" y="25"/>
                    </a:lnTo>
                    <a:lnTo>
                      <a:pt x="1521" y="32"/>
                    </a:lnTo>
                    <a:lnTo>
                      <a:pt x="1509" y="39"/>
                    </a:lnTo>
                    <a:lnTo>
                      <a:pt x="1498" y="48"/>
                    </a:lnTo>
                    <a:lnTo>
                      <a:pt x="1486" y="58"/>
                    </a:lnTo>
                    <a:lnTo>
                      <a:pt x="1474" y="70"/>
                    </a:lnTo>
                    <a:lnTo>
                      <a:pt x="1462" y="85"/>
                    </a:lnTo>
                    <a:lnTo>
                      <a:pt x="1450" y="101"/>
                    </a:lnTo>
                    <a:lnTo>
                      <a:pt x="1437" y="119"/>
                    </a:lnTo>
                    <a:lnTo>
                      <a:pt x="1425" y="139"/>
                    </a:lnTo>
                    <a:lnTo>
                      <a:pt x="1412" y="162"/>
                    </a:lnTo>
                    <a:lnTo>
                      <a:pt x="1400" y="186"/>
                    </a:lnTo>
                    <a:lnTo>
                      <a:pt x="1387" y="215"/>
                    </a:lnTo>
                    <a:lnTo>
                      <a:pt x="1375" y="245"/>
                    </a:lnTo>
                    <a:lnTo>
                      <a:pt x="1363" y="278"/>
                    </a:lnTo>
                    <a:lnTo>
                      <a:pt x="1351" y="314"/>
                    </a:lnTo>
                    <a:lnTo>
                      <a:pt x="1340" y="352"/>
                    </a:lnTo>
                    <a:lnTo>
                      <a:pt x="1340" y="352"/>
                    </a:lnTo>
                    <a:lnTo>
                      <a:pt x="1321" y="408"/>
                    </a:lnTo>
                    <a:lnTo>
                      <a:pt x="1299" y="468"/>
                    </a:lnTo>
                    <a:lnTo>
                      <a:pt x="1272" y="540"/>
                    </a:lnTo>
                    <a:lnTo>
                      <a:pt x="1256" y="578"/>
                    </a:lnTo>
                    <a:lnTo>
                      <a:pt x="1238" y="617"/>
                    </a:lnTo>
                    <a:lnTo>
                      <a:pt x="1220" y="655"/>
                    </a:lnTo>
                    <a:lnTo>
                      <a:pt x="1201" y="692"/>
                    </a:lnTo>
                    <a:lnTo>
                      <a:pt x="1182" y="727"/>
                    </a:lnTo>
                    <a:lnTo>
                      <a:pt x="1162" y="760"/>
                    </a:lnTo>
                    <a:lnTo>
                      <a:pt x="1151" y="775"/>
                    </a:lnTo>
                    <a:lnTo>
                      <a:pt x="1140" y="788"/>
                    </a:lnTo>
                    <a:lnTo>
                      <a:pt x="1130" y="801"/>
                    </a:lnTo>
                    <a:lnTo>
                      <a:pt x="1120" y="812"/>
                    </a:lnTo>
                    <a:lnTo>
                      <a:pt x="1120" y="812"/>
                    </a:lnTo>
                    <a:lnTo>
                      <a:pt x="1075" y="859"/>
                    </a:lnTo>
                    <a:lnTo>
                      <a:pt x="1024" y="915"/>
                    </a:lnTo>
                    <a:lnTo>
                      <a:pt x="969" y="973"/>
                    </a:lnTo>
                    <a:lnTo>
                      <a:pt x="939" y="1003"/>
                    </a:lnTo>
                    <a:lnTo>
                      <a:pt x="909" y="1032"/>
                    </a:lnTo>
                    <a:lnTo>
                      <a:pt x="877" y="1061"/>
                    </a:lnTo>
                    <a:lnTo>
                      <a:pt x="846" y="1088"/>
                    </a:lnTo>
                    <a:lnTo>
                      <a:pt x="813" y="1114"/>
                    </a:lnTo>
                    <a:lnTo>
                      <a:pt x="779" y="1139"/>
                    </a:lnTo>
                    <a:lnTo>
                      <a:pt x="745" y="1161"/>
                    </a:lnTo>
                    <a:lnTo>
                      <a:pt x="727" y="1171"/>
                    </a:lnTo>
                    <a:lnTo>
                      <a:pt x="710" y="1180"/>
                    </a:lnTo>
                    <a:lnTo>
                      <a:pt x="692" y="1188"/>
                    </a:lnTo>
                    <a:lnTo>
                      <a:pt x="675" y="1195"/>
                    </a:lnTo>
                    <a:lnTo>
                      <a:pt x="657" y="1201"/>
                    </a:lnTo>
                    <a:lnTo>
                      <a:pt x="639" y="1207"/>
                    </a:lnTo>
                    <a:lnTo>
                      <a:pt x="639" y="1207"/>
                    </a:lnTo>
                    <a:lnTo>
                      <a:pt x="559" y="1237"/>
                    </a:lnTo>
                    <a:lnTo>
                      <a:pt x="474" y="1268"/>
                    </a:lnTo>
                    <a:lnTo>
                      <a:pt x="376" y="1303"/>
                    </a:lnTo>
                    <a:lnTo>
                      <a:pt x="273" y="1337"/>
                    </a:lnTo>
                    <a:lnTo>
                      <a:pt x="223" y="1353"/>
                    </a:lnTo>
                    <a:lnTo>
                      <a:pt x="177" y="1366"/>
                    </a:lnTo>
                    <a:lnTo>
                      <a:pt x="135" y="1377"/>
                    </a:lnTo>
                    <a:lnTo>
                      <a:pt x="99" y="1385"/>
                    </a:lnTo>
                    <a:lnTo>
                      <a:pt x="71" y="1390"/>
                    </a:lnTo>
                    <a:lnTo>
                      <a:pt x="60" y="1391"/>
                    </a:lnTo>
                    <a:lnTo>
                      <a:pt x="51" y="1391"/>
                    </a:lnTo>
                    <a:lnTo>
                      <a:pt x="0" y="1314"/>
                    </a:lnTo>
                    <a:lnTo>
                      <a:pt x="0" y="1314"/>
                    </a:lnTo>
                    <a:lnTo>
                      <a:pt x="63" y="1302"/>
                    </a:lnTo>
                    <a:lnTo>
                      <a:pt x="133" y="1286"/>
                    </a:lnTo>
                    <a:lnTo>
                      <a:pt x="221" y="1266"/>
                    </a:lnTo>
                    <a:lnTo>
                      <a:pt x="321" y="1241"/>
                    </a:lnTo>
                    <a:lnTo>
                      <a:pt x="372" y="1227"/>
                    </a:lnTo>
                    <a:lnTo>
                      <a:pt x="426" y="1212"/>
                    </a:lnTo>
                    <a:lnTo>
                      <a:pt x="477" y="1196"/>
                    </a:lnTo>
                    <a:lnTo>
                      <a:pt x="529" y="1180"/>
                    </a:lnTo>
                    <a:lnTo>
                      <a:pt x="579" y="1162"/>
                    </a:lnTo>
                    <a:lnTo>
                      <a:pt x="626" y="1144"/>
                    </a:lnTo>
                    <a:lnTo>
                      <a:pt x="626" y="1144"/>
                    </a:lnTo>
                    <a:lnTo>
                      <a:pt x="641" y="1135"/>
                    </a:lnTo>
                    <a:lnTo>
                      <a:pt x="682" y="1108"/>
                    </a:lnTo>
                    <a:lnTo>
                      <a:pt x="742" y="1066"/>
                    </a:lnTo>
                    <a:lnTo>
                      <a:pt x="777" y="1041"/>
                    </a:lnTo>
                    <a:lnTo>
                      <a:pt x="815" y="1013"/>
                    </a:lnTo>
                    <a:lnTo>
                      <a:pt x="855" y="982"/>
                    </a:lnTo>
                    <a:lnTo>
                      <a:pt x="894" y="951"/>
                    </a:lnTo>
                    <a:lnTo>
                      <a:pt x="935" y="917"/>
                    </a:lnTo>
                    <a:lnTo>
                      <a:pt x="975" y="882"/>
                    </a:lnTo>
                    <a:lnTo>
                      <a:pt x="1014" y="846"/>
                    </a:lnTo>
                    <a:lnTo>
                      <a:pt x="1050" y="808"/>
                    </a:lnTo>
                    <a:lnTo>
                      <a:pt x="1083" y="771"/>
                    </a:lnTo>
                    <a:lnTo>
                      <a:pt x="1098" y="753"/>
                    </a:lnTo>
                    <a:lnTo>
                      <a:pt x="1112" y="734"/>
                    </a:lnTo>
                    <a:lnTo>
                      <a:pt x="1112" y="734"/>
                    </a:lnTo>
                    <a:lnTo>
                      <a:pt x="1128" y="713"/>
                    </a:lnTo>
                    <a:lnTo>
                      <a:pt x="1142" y="687"/>
                    </a:lnTo>
                    <a:lnTo>
                      <a:pt x="1159" y="658"/>
                    </a:lnTo>
                    <a:lnTo>
                      <a:pt x="1175" y="628"/>
                    </a:lnTo>
                    <a:lnTo>
                      <a:pt x="1191" y="595"/>
                    </a:lnTo>
                    <a:lnTo>
                      <a:pt x="1207" y="561"/>
                    </a:lnTo>
                    <a:lnTo>
                      <a:pt x="1237" y="491"/>
                    </a:lnTo>
                    <a:lnTo>
                      <a:pt x="1266" y="422"/>
                    </a:lnTo>
                    <a:lnTo>
                      <a:pt x="1289" y="358"/>
                    </a:lnTo>
                    <a:lnTo>
                      <a:pt x="1308" y="303"/>
                    </a:lnTo>
                    <a:lnTo>
                      <a:pt x="1322" y="261"/>
                    </a:lnTo>
                    <a:lnTo>
                      <a:pt x="1322" y="261"/>
                    </a:lnTo>
                    <a:lnTo>
                      <a:pt x="1324" y="246"/>
                    </a:lnTo>
                    <a:lnTo>
                      <a:pt x="1328" y="229"/>
                    </a:lnTo>
                    <a:lnTo>
                      <a:pt x="1333" y="208"/>
                    </a:lnTo>
                    <a:lnTo>
                      <a:pt x="1341" y="183"/>
                    </a:lnTo>
                    <a:lnTo>
                      <a:pt x="1351" y="155"/>
                    </a:lnTo>
                    <a:lnTo>
                      <a:pt x="1364" y="127"/>
                    </a:lnTo>
                    <a:lnTo>
                      <a:pt x="1372" y="113"/>
                    </a:lnTo>
                    <a:lnTo>
                      <a:pt x="1380" y="100"/>
                    </a:lnTo>
                    <a:lnTo>
                      <a:pt x="1389" y="85"/>
                    </a:lnTo>
                    <a:lnTo>
                      <a:pt x="1398" y="72"/>
                    </a:lnTo>
                    <a:lnTo>
                      <a:pt x="1409" y="60"/>
                    </a:lnTo>
                    <a:lnTo>
                      <a:pt x="1420" y="48"/>
                    </a:lnTo>
                    <a:lnTo>
                      <a:pt x="1433" y="37"/>
                    </a:lnTo>
                    <a:lnTo>
                      <a:pt x="1445" y="27"/>
                    </a:lnTo>
                    <a:lnTo>
                      <a:pt x="1460" y="18"/>
                    </a:lnTo>
                    <a:lnTo>
                      <a:pt x="1474" y="11"/>
                    </a:lnTo>
                    <a:lnTo>
                      <a:pt x="1490" y="6"/>
                    </a:lnTo>
                    <a:lnTo>
                      <a:pt x="1507" y="2"/>
                    </a:lnTo>
                    <a:lnTo>
                      <a:pt x="1525" y="0"/>
                    </a:lnTo>
                    <a:lnTo>
                      <a:pt x="1544" y="0"/>
                    </a:lnTo>
                    <a:lnTo>
                      <a:pt x="1565" y="1"/>
                    </a:lnTo>
                    <a:lnTo>
                      <a:pt x="1586" y="6"/>
                    </a:lnTo>
                    <a:lnTo>
                      <a:pt x="1609" y="13"/>
                    </a:lnTo>
                    <a:lnTo>
                      <a:pt x="1634" y="22"/>
                    </a:lnTo>
                    <a:lnTo>
                      <a:pt x="1634"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5" name="Freeform 14"/>
              <p:cNvSpPr>
                <a:spLocks/>
              </p:cNvSpPr>
              <p:nvPr/>
            </p:nvSpPr>
            <p:spPr bwMode="auto">
              <a:xfrm>
                <a:off x="8377010" y="1873251"/>
                <a:ext cx="482600" cy="620713"/>
              </a:xfrm>
              <a:custGeom>
                <a:avLst/>
                <a:gdLst>
                  <a:gd name="T0" fmla="*/ 290 w 304"/>
                  <a:gd name="T1" fmla="*/ 0 h 391"/>
                  <a:gd name="T2" fmla="*/ 304 w 304"/>
                  <a:gd name="T3" fmla="*/ 67 h 391"/>
                  <a:gd name="T4" fmla="*/ 16 w 304"/>
                  <a:gd name="T5" fmla="*/ 391 h 391"/>
                  <a:gd name="T6" fmla="*/ 0 w 304"/>
                  <a:gd name="T7" fmla="*/ 305 h 391"/>
                  <a:gd name="T8" fmla="*/ 290 w 304"/>
                  <a:gd name="T9" fmla="*/ 0 h 391"/>
                </a:gdLst>
                <a:ahLst/>
                <a:cxnLst>
                  <a:cxn ang="0">
                    <a:pos x="T0" y="T1"/>
                  </a:cxn>
                  <a:cxn ang="0">
                    <a:pos x="T2" y="T3"/>
                  </a:cxn>
                  <a:cxn ang="0">
                    <a:pos x="T4" y="T5"/>
                  </a:cxn>
                  <a:cxn ang="0">
                    <a:pos x="T6" y="T7"/>
                  </a:cxn>
                  <a:cxn ang="0">
                    <a:pos x="T8" y="T9"/>
                  </a:cxn>
                </a:cxnLst>
                <a:rect l="0" t="0" r="r" b="b"/>
                <a:pathLst>
                  <a:path w="304" h="391">
                    <a:moveTo>
                      <a:pt x="290" y="0"/>
                    </a:moveTo>
                    <a:lnTo>
                      <a:pt x="304" y="67"/>
                    </a:lnTo>
                    <a:lnTo>
                      <a:pt x="16" y="391"/>
                    </a:lnTo>
                    <a:lnTo>
                      <a:pt x="0" y="305"/>
                    </a:lnTo>
                    <a:lnTo>
                      <a:pt x="2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6" name="Freeform 15"/>
              <p:cNvSpPr>
                <a:spLocks/>
              </p:cNvSpPr>
              <p:nvPr/>
            </p:nvSpPr>
            <p:spPr bwMode="auto">
              <a:xfrm>
                <a:off x="8189685" y="2200276"/>
                <a:ext cx="212725" cy="293688"/>
              </a:xfrm>
              <a:custGeom>
                <a:avLst/>
                <a:gdLst>
                  <a:gd name="T0" fmla="*/ 134 w 134"/>
                  <a:gd name="T1" fmla="*/ 185 h 185"/>
                  <a:gd name="T2" fmla="*/ 0 w 134"/>
                  <a:gd name="T3" fmla="*/ 81 h 185"/>
                  <a:gd name="T4" fmla="*/ 2 w 134"/>
                  <a:gd name="T5" fmla="*/ 0 h 185"/>
                  <a:gd name="T6" fmla="*/ 118 w 134"/>
                  <a:gd name="T7" fmla="*/ 99 h 185"/>
                  <a:gd name="T8" fmla="*/ 134 w 134"/>
                  <a:gd name="T9" fmla="*/ 185 h 185"/>
                </a:gdLst>
                <a:ahLst/>
                <a:cxnLst>
                  <a:cxn ang="0">
                    <a:pos x="T0" y="T1"/>
                  </a:cxn>
                  <a:cxn ang="0">
                    <a:pos x="T2" y="T3"/>
                  </a:cxn>
                  <a:cxn ang="0">
                    <a:pos x="T4" y="T5"/>
                  </a:cxn>
                  <a:cxn ang="0">
                    <a:pos x="T6" y="T7"/>
                  </a:cxn>
                  <a:cxn ang="0">
                    <a:pos x="T8" y="T9"/>
                  </a:cxn>
                </a:cxnLst>
                <a:rect l="0" t="0" r="r" b="b"/>
                <a:pathLst>
                  <a:path w="134" h="185">
                    <a:moveTo>
                      <a:pt x="134" y="185"/>
                    </a:moveTo>
                    <a:lnTo>
                      <a:pt x="0" y="81"/>
                    </a:lnTo>
                    <a:lnTo>
                      <a:pt x="2" y="0"/>
                    </a:lnTo>
                    <a:lnTo>
                      <a:pt x="118" y="99"/>
                    </a:lnTo>
                    <a:lnTo>
                      <a:pt x="134" y="1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7" name="Freeform 16"/>
              <p:cNvSpPr>
                <a:spLocks/>
              </p:cNvSpPr>
              <p:nvPr/>
            </p:nvSpPr>
            <p:spPr bwMode="auto">
              <a:xfrm>
                <a:off x="7765823" y="1839913"/>
                <a:ext cx="200025" cy="192088"/>
              </a:xfrm>
              <a:custGeom>
                <a:avLst/>
                <a:gdLst>
                  <a:gd name="T0" fmla="*/ 0 w 126"/>
                  <a:gd name="T1" fmla="*/ 0 h 121"/>
                  <a:gd name="T2" fmla="*/ 15 w 126"/>
                  <a:gd name="T3" fmla="*/ 72 h 121"/>
                  <a:gd name="T4" fmla="*/ 79 w 126"/>
                  <a:gd name="T5" fmla="*/ 121 h 121"/>
                  <a:gd name="T6" fmla="*/ 126 w 126"/>
                  <a:gd name="T7" fmla="*/ 105 h 121"/>
                  <a:gd name="T8" fmla="*/ 0 w 126"/>
                  <a:gd name="T9" fmla="*/ 0 h 121"/>
                </a:gdLst>
                <a:ahLst/>
                <a:cxnLst>
                  <a:cxn ang="0">
                    <a:pos x="T0" y="T1"/>
                  </a:cxn>
                  <a:cxn ang="0">
                    <a:pos x="T2" y="T3"/>
                  </a:cxn>
                  <a:cxn ang="0">
                    <a:pos x="T4" y="T5"/>
                  </a:cxn>
                  <a:cxn ang="0">
                    <a:pos x="T6" y="T7"/>
                  </a:cxn>
                  <a:cxn ang="0">
                    <a:pos x="T8" y="T9"/>
                  </a:cxn>
                </a:cxnLst>
                <a:rect l="0" t="0" r="r" b="b"/>
                <a:pathLst>
                  <a:path w="126" h="121">
                    <a:moveTo>
                      <a:pt x="0" y="0"/>
                    </a:moveTo>
                    <a:lnTo>
                      <a:pt x="15" y="72"/>
                    </a:lnTo>
                    <a:lnTo>
                      <a:pt x="79" y="121"/>
                    </a:lnTo>
                    <a:lnTo>
                      <a:pt x="126" y="10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8" name="Freeform 17"/>
              <p:cNvSpPr>
                <a:spLocks/>
              </p:cNvSpPr>
              <p:nvPr/>
            </p:nvSpPr>
            <p:spPr bwMode="auto">
              <a:xfrm rot="331136">
                <a:off x="-2395625" y="1331830"/>
                <a:ext cx="10879987" cy="7865691"/>
              </a:xfrm>
              <a:custGeom>
                <a:avLst/>
                <a:gdLst>
                  <a:gd name="connsiteX0" fmla="*/ 9810185 w 10879987"/>
                  <a:gd name="connsiteY0" fmla="*/ 69874 h 7865691"/>
                  <a:gd name="connsiteX1" fmla="*/ 10879987 w 10879987"/>
                  <a:gd name="connsiteY1" fmla="*/ 0 h 7865691"/>
                  <a:gd name="connsiteX2" fmla="*/ 10468312 w 10879987"/>
                  <a:gd name="connsiteY2" fmla="*/ 526219 h 7865691"/>
                  <a:gd name="connsiteX3" fmla="*/ 10269901 w 10879987"/>
                  <a:gd name="connsiteY3" fmla="*/ 387496 h 7865691"/>
                  <a:gd name="connsiteX4" fmla="*/ 10211688 w 10879987"/>
                  <a:gd name="connsiteY4" fmla="*/ 412259 h 7865691"/>
                  <a:gd name="connsiteX5" fmla="*/ 10158520 w 10879987"/>
                  <a:gd name="connsiteY5" fmla="*/ 439725 h 7865691"/>
                  <a:gd name="connsiteX6" fmla="*/ 10110398 w 10879987"/>
                  <a:gd name="connsiteY6" fmla="*/ 469893 h 7865691"/>
                  <a:gd name="connsiteX7" fmla="*/ 10067170 w 10879987"/>
                  <a:gd name="connsiteY7" fmla="*/ 501183 h 7865691"/>
                  <a:gd name="connsiteX8" fmla="*/ 10027254 w 10879987"/>
                  <a:gd name="connsiteY8" fmla="*/ 533748 h 7865691"/>
                  <a:gd name="connsiteX9" fmla="*/ 9990652 w 10879987"/>
                  <a:gd name="connsiteY9" fmla="*/ 567587 h 7865691"/>
                  <a:gd name="connsiteX10" fmla="*/ 9957209 w 10879987"/>
                  <a:gd name="connsiteY10" fmla="*/ 601122 h 7865691"/>
                  <a:gd name="connsiteX11" fmla="*/ 9930240 w 10879987"/>
                  <a:gd name="connsiteY11" fmla="*/ 635625 h 7865691"/>
                  <a:gd name="connsiteX12" fmla="*/ 9905004 w 10879987"/>
                  <a:gd name="connsiteY12" fmla="*/ 671556 h 7865691"/>
                  <a:gd name="connsiteX13" fmla="*/ 9882928 w 10879987"/>
                  <a:gd name="connsiteY13" fmla="*/ 707182 h 7865691"/>
                  <a:gd name="connsiteX14" fmla="*/ 9862279 w 10879987"/>
                  <a:gd name="connsiteY14" fmla="*/ 741075 h 7865691"/>
                  <a:gd name="connsiteX15" fmla="*/ 9846676 w 10879987"/>
                  <a:gd name="connsiteY15" fmla="*/ 777670 h 7865691"/>
                  <a:gd name="connsiteX16" fmla="*/ 9832348 w 10879987"/>
                  <a:gd name="connsiteY16" fmla="*/ 810953 h 7865691"/>
                  <a:gd name="connsiteX17" fmla="*/ 9821333 w 10879987"/>
                  <a:gd name="connsiteY17" fmla="*/ 845510 h 7865691"/>
                  <a:gd name="connsiteX18" fmla="*/ 9811593 w 10879987"/>
                  <a:gd name="connsiteY18" fmla="*/ 876754 h 7865691"/>
                  <a:gd name="connsiteX19" fmla="*/ 9803280 w 10879987"/>
                  <a:gd name="connsiteY19" fmla="*/ 906265 h 7865691"/>
                  <a:gd name="connsiteX20" fmla="*/ 9786754 w 10879987"/>
                  <a:gd name="connsiteY20" fmla="*/ 982822 h 7865691"/>
                  <a:gd name="connsiteX21" fmla="*/ 9773999 w 10879987"/>
                  <a:gd name="connsiteY21" fmla="*/ 1065394 h 7865691"/>
                  <a:gd name="connsiteX22" fmla="*/ 9761854 w 10879987"/>
                  <a:gd name="connsiteY22" fmla="*/ 1154286 h 7865691"/>
                  <a:gd name="connsiteX23" fmla="*/ 9753328 w 10879987"/>
                  <a:gd name="connsiteY23" fmla="*/ 1247614 h 7865691"/>
                  <a:gd name="connsiteX24" fmla="*/ 9746687 w 10879987"/>
                  <a:gd name="connsiteY24" fmla="*/ 1343949 h 7865691"/>
                  <a:gd name="connsiteX25" fmla="*/ 9740199 w 10879987"/>
                  <a:gd name="connsiteY25" fmla="*/ 1441865 h 7865691"/>
                  <a:gd name="connsiteX26" fmla="*/ 9737176 w 10879987"/>
                  <a:gd name="connsiteY26" fmla="*/ 1542635 h 7865691"/>
                  <a:gd name="connsiteX27" fmla="*/ 9732574 w 10879987"/>
                  <a:gd name="connsiteY27" fmla="*/ 1643558 h 7865691"/>
                  <a:gd name="connsiteX28" fmla="*/ 9727956 w 10879987"/>
                  <a:gd name="connsiteY28" fmla="*/ 1843366 h 7865691"/>
                  <a:gd name="connsiteX29" fmla="*/ 9725736 w 10879987"/>
                  <a:gd name="connsiteY29" fmla="*/ 2034968 h 7865691"/>
                  <a:gd name="connsiteX30" fmla="*/ 9721836 w 10879987"/>
                  <a:gd name="connsiteY30" fmla="*/ 2209188 h 7865691"/>
                  <a:gd name="connsiteX31" fmla="*/ 9717226 w 10879987"/>
                  <a:gd name="connsiteY31" fmla="*/ 2359553 h 7865691"/>
                  <a:gd name="connsiteX32" fmla="*/ 9714570 w 10879987"/>
                  <a:gd name="connsiteY32" fmla="*/ 2398087 h 7865691"/>
                  <a:gd name="connsiteX33" fmla="*/ 9711761 w 10879987"/>
                  <a:gd name="connsiteY33" fmla="*/ 2435041 h 7865691"/>
                  <a:gd name="connsiteX34" fmla="*/ 9706913 w 10879987"/>
                  <a:gd name="connsiteY34" fmla="*/ 2467407 h 7865691"/>
                  <a:gd name="connsiteX35" fmla="*/ 9702066 w 10879987"/>
                  <a:gd name="connsiteY35" fmla="*/ 2499774 h 7865691"/>
                  <a:gd name="connsiteX36" fmla="*/ 9695334 w 10879987"/>
                  <a:gd name="connsiteY36" fmla="*/ 2529132 h 7865691"/>
                  <a:gd name="connsiteX37" fmla="*/ 9688448 w 10879987"/>
                  <a:gd name="connsiteY37" fmla="*/ 2556911 h 7865691"/>
                  <a:gd name="connsiteX38" fmla="*/ 9681563 w 10879987"/>
                  <a:gd name="connsiteY38" fmla="*/ 2584689 h 7865691"/>
                  <a:gd name="connsiteX39" fmla="*/ 9672792 w 10879987"/>
                  <a:gd name="connsiteY39" fmla="*/ 2609460 h 7865691"/>
                  <a:gd name="connsiteX40" fmla="*/ 9663716 w 10879987"/>
                  <a:gd name="connsiteY40" fmla="*/ 2631071 h 7865691"/>
                  <a:gd name="connsiteX41" fmla="*/ 9653060 w 10879987"/>
                  <a:gd name="connsiteY41" fmla="*/ 2652834 h 7865691"/>
                  <a:gd name="connsiteX42" fmla="*/ 9642098 w 10879987"/>
                  <a:gd name="connsiteY42" fmla="*/ 2671437 h 7865691"/>
                  <a:gd name="connsiteX43" fmla="*/ 9629403 w 10879987"/>
                  <a:gd name="connsiteY43" fmla="*/ 2688612 h 7865691"/>
                  <a:gd name="connsiteX44" fmla="*/ 9618136 w 10879987"/>
                  <a:gd name="connsiteY44" fmla="*/ 2704055 h 7865691"/>
                  <a:gd name="connsiteX45" fmla="*/ 9605289 w 10879987"/>
                  <a:gd name="connsiteY45" fmla="*/ 2719650 h 7865691"/>
                  <a:gd name="connsiteX46" fmla="*/ 9592137 w 10879987"/>
                  <a:gd name="connsiteY46" fmla="*/ 2732085 h 7865691"/>
                  <a:gd name="connsiteX47" fmla="*/ 9578984 w 10879987"/>
                  <a:gd name="connsiteY47" fmla="*/ 2744521 h 7865691"/>
                  <a:gd name="connsiteX48" fmla="*/ 9564099 w 10879987"/>
                  <a:gd name="connsiteY48" fmla="*/ 2755528 h 7865691"/>
                  <a:gd name="connsiteX49" fmla="*/ 9548908 w 10879987"/>
                  <a:gd name="connsiteY49" fmla="*/ 2763376 h 7865691"/>
                  <a:gd name="connsiteX50" fmla="*/ 9535450 w 10879987"/>
                  <a:gd name="connsiteY50" fmla="*/ 2772650 h 7865691"/>
                  <a:gd name="connsiteX51" fmla="*/ 9519954 w 10879987"/>
                  <a:gd name="connsiteY51" fmla="*/ 2777337 h 7865691"/>
                  <a:gd name="connsiteX52" fmla="*/ 9501298 w 10879987"/>
                  <a:gd name="connsiteY52" fmla="*/ 2782330 h 7865691"/>
                  <a:gd name="connsiteX53" fmla="*/ 9485802 w 10879987"/>
                  <a:gd name="connsiteY53" fmla="*/ 2787017 h 7865691"/>
                  <a:gd name="connsiteX54" fmla="*/ 9470153 w 10879987"/>
                  <a:gd name="connsiteY54" fmla="*/ 2790124 h 7865691"/>
                  <a:gd name="connsiteX55" fmla="*/ 9452771 w 10879987"/>
                  <a:gd name="connsiteY55" fmla="*/ 2791803 h 7865691"/>
                  <a:gd name="connsiteX56" fmla="*/ 9417703 w 10879987"/>
                  <a:gd name="connsiteY56" fmla="*/ 2792002 h 7865691"/>
                  <a:gd name="connsiteX57" fmla="*/ 9384062 w 10879987"/>
                  <a:gd name="connsiteY57" fmla="*/ 2790468 h 7865691"/>
                  <a:gd name="connsiteX58" fmla="*/ 9348383 w 10879987"/>
                  <a:gd name="connsiteY58" fmla="*/ 2784346 h 7865691"/>
                  <a:gd name="connsiteX59" fmla="*/ 9312398 w 10879987"/>
                  <a:gd name="connsiteY59" fmla="*/ 2775063 h 7865691"/>
                  <a:gd name="connsiteX60" fmla="*/ 9276261 w 10879987"/>
                  <a:gd name="connsiteY60" fmla="*/ 2764201 h 7865691"/>
                  <a:gd name="connsiteX61" fmla="*/ 9241551 w 10879987"/>
                  <a:gd name="connsiteY61" fmla="*/ 2751606 h 7865691"/>
                  <a:gd name="connsiteX62" fmla="*/ 9208269 w 10879987"/>
                  <a:gd name="connsiteY62" fmla="*/ 2737278 h 7865691"/>
                  <a:gd name="connsiteX63" fmla="*/ 9173101 w 10879987"/>
                  <a:gd name="connsiteY63" fmla="*/ 2719942 h 7865691"/>
                  <a:gd name="connsiteX64" fmla="*/ 9141247 w 10879987"/>
                  <a:gd name="connsiteY64" fmla="*/ 2703881 h 7865691"/>
                  <a:gd name="connsiteX65" fmla="*/ 9110667 w 10879987"/>
                  <a:gd name="connsiteY65" fmla="*/ 2684508 h 7865691"/>
                  <a:gd name="connsiteX66" fmla="*/ 9053277 w 10879987"/>
                  <a:gd name="connsiteY66" fmla="*/ 2651775 h 7865691"/>
                  <a:gd name="connsiteX67" fmla="*/ 9006949 w 10879987"/>
                  <a:gd name="connsiteY67" fmla="*/ 2617974 h 7865691"/>
                  <a:gd name="connsiteX68" fmla="*/ 8970866 w 10879987"/>
                  <a:gd name="connsiteY68" fmla="*/ 2591158 h 7865691"/>
                  <a:gd name="connsiteX69" fmla="*/ 8939675 w 10879987"/>
                  <a:gd name="connsiteY69" fmla="*/ 2565463 h 7865691"/>
                  <a:gd name="connsiteX70" fmla="*/ 8879332 w 10879987"/>
                  <a:gd name="connsiteY70" fmla="*/ 2518662 h 7865691"/>
                  <a:gd name="connsiteX71" fmla="*/ 8824645 w 10879987"/>
                  <a:gd name="connsiteY71" fmla="*/ 2480885 h 7865691"/>
                  <a:gd name="connsiteX72" fmla="*/ 8770263 w 10879987"/>
                  <a:gd name="connsiteY72" fmla="*/ 2446267 h 7865691"/>
                  <a:gd name="connsiteX73" fmla="*/ 8721386 w 10879987"/>
                  <a:gd name="connsiteY73" fmla="*/ 2419091 h 7865691"/>
                  <a:gd name="connsiteX74" fmla="*/ 8674546 w 10879987"/>
                  <a:gd name="connsiteY74" fmla="*/ 2396504 h 7865691"/>
                  <a:gd name="connsiteX75" fmla="*/ 8629745 w 10879987"/>
                  <a:gd name="connsiteY75" fmla="*/ 2378504 h 7865691"/>
                  <a:gd name="connsiteX76" fmla="*/ 8588715 w 10879987"/>
                  <a:gd name="connsiteY76" fmla="*/ 2366520 h 7865691"/>
                  <a:gd name="connsiteX77" fmla="*/ 8547990 w 10879987"/>
                  <a:gd name="connsiteY77" fmla="*/ 2357695 h 7865691"/>
                  <a:gd name="connsiteX78" fmla="*/ 8511036 w 10879987"/>
                  <a:gd name="connsiteY78" fmla="*/ 2354886 h 7865691"/>
                  <a:gd name="connsiteX79" fmla="*/ 8477395 w 10879987"/>
                  <a:gd name="connsiteY79" fmla="*/ 2353352 h 7865691"/>
                  <a:gd name="connsiteX80" fmla="*/ 8445792 w 10879987"/>
                  <a:gd name="connsiteY80" fmla="*/ 2356406 h 7865691"/>
                  <a:gd name="connsiteX81" fmla="*/ 8414800 w 10879987"/>
                  <a:gd name="connsiteY81" fmla="*/ 2365780 h 7865691"/>
                  <a:gd name="connsiteX82" fmla="*/ 8386968 w 10879987"/>
                  <a:gd name="connsiteY82" fmla="*/ 2374849 h 7865691"/>
                  <a:gd name="connsiteX83" fmla="*/ 8361175 w 10879987"/>
                  <a:gd name="connsiteY83" fmla="*/ 2388505 h 7865691"/>
                  <a:gd name="connsiteX84" fmla="*/ 8338694 w 10879987"/>
                  <a:gd name="connsiteY84" fmla="*/ 2403437 h 7865691"/>
                  <a:gd name="connsiteX85" fmla="*/ 8316519 w 10879987"/>
                  <a:gd name="connsiteY85" fmla="*/ 2421528 h 7865691"/>
                  <a:gd name="connsiteX86" fmla="*/ 8294496 w 10879987"/>
                  <a:gd name="connsiteY86" fmla="*/ 2441200 h 7865691"/>
                  <a:gd name="connsiteX87" fmla="*/ 8277519 w 10879987"/>
                  <a:gd name="connsiteY87" fmla="*/ 2463574 h 7865691"/>
                  <a:gd name="connsiteX88" fmla="*/ 8262122 w 10879987"/>
                  <a:gd name="connsiteY88" fmla="*/ 2485795 h 7865691"/>
                  <a:gd name="connsiteX89" fmla="*/ 8245451 w 10879987"/>
                  <a:gd name="connsiteY89" fmla="*/ 2511329 h 7865691"/>
                  <a:gd name="connsiteX90" fmla="*/ 8231939 w 10879987"/>
                  <a:gd name="connsiteY90" fmla="*/ 2536558 h 7865691"/>
                  <a:gd name="connsiteX91" fmla="*/ 8220008 w 10879987"/>
                  <a:gd name="connsiteY91" fmla="*/ 2561634 h 7865691"/>
                  <a:gd name="connsiteX92" fmla="*/ 8208230 w 10879987"/>
                  <a:gd name="connsiteY92" fmla="*/ 2588291 h 7865691"/>
                  <a:gd name="connsiteX93" fmla="*/ 8199612 w 10879987"/>
                  <a:gd name="connsiteY93" fmla="*/ 2614642 h 7865691"/>
                  <a:gd name="connsiteX94" fmla="*/ 8183956 w 10879987"/>
                  <a:gd name="connsiteY94" fmla="*/ 2667191 h 7865691"/>
                  <a:gd name="connsiteX95" fmla="*/ 8172734 w 10879987"/>
                  <a:gd name="connsiteY95" fmla="*/ 2716122 h 7865691"/>
                  <a:gd name="connsiteX96" fmla="*/ 8164216 w 10879987"/>
                  <a:gd name="connsiteY96" fmla="*/ 2760007 h 7865691"/>
                  <a:gd name="connsiteX97" fmla="*/ 8158399 w 10879987"/>
                  <a:gd name="connsiteY97" fmla="*/ 2798847 h 7865691"/>
                  <a:gd name="connsiteX98" fmla="*/ 8146613 w 10879987"/>
                  <a:gd name="connsiteY98" fmla="*/ 2874945 h 7865691"/>
                  <a:gd name="connsiteX99" fmla="*/ 8131514 w 10879987"/>
                  <a:gd name="connsiteY99" fmla="*/ 2949769 h 7865691"/>
                  <a:gd name="connsiteX100" fmla="*/ 8116110 w 10879987"/>
                  <a:gd name="connsiteY100" fmla="*/ 3021433 h 7865691"/>
                  <a:gd name="connsiteX101" fmla="*/ 8098820 w 10879987"/>
                  <a:gd name="connsiteY101" fmla="*/ 3090089 h 7865691"/>
                  <a:gd name="connsiteX102" fmla="*/ 8079951 w 10879987"/>
                  <a:gd name="connsiteY102" fmla="*/ 3158898 h 7865691"/>
                  <a:gd name="connsiteX103" fmla="*/ 8057768 w 10879987"/>
                  <a:gd name="connsiteY103" fmla="*/ 3226432 h 7865691"/>
                  <a:gd name="connsiteX104" fmla="*/ 8035127 w 10879987"/>
                  <a:gd name="connsiteY104" fmla="*/ 3289226 h 7865691"/>
                  <a:gd name="connsiteX105" fmla="*/ 8011059 w 10879987"/>
                  <a:gd name="connsiteY105" fmla="*/ 3353752 h 7865691"/>
                  <a:gd name="connsiteX106" fmla="*/ 7983372 w 10879987"/>
                  <a:gd name="connsiteY106" fmla="*/ 3413843 h 7865691"/>
                  <a:gd name="connsiteX107" fmla="*/ 7957113 w 10879987"/>
                  <a:gd name="connsiteY107" fmla="*/ 3472202 h 7865691"/>
                  <a:gd name="connsiteX108" fmla="*/ 7925961 w 10879987"/>
                  <a:gd name="connsiteY108" fmla="*/ 3529438 h 7865691"/>
                  <a:gd name="connsiteX109" fmla="*/ 7896083 w 10879987"/>
                  <a:gd name="connsiteY109" fmla="*/ 3583362 h 7865691"/>
                  <a:gd name="connsiteX110" fmla="*/ 7864626 w 10879987"/>
                  <a:gd name="connsiteY110" fmla="*/ 3637438 h 7865691"/>
                  <a:gd name="connsiteX111" fmla="*/ 7831130 w 10879987"/>
                  <a:gd name="connsiteY111" fmla="*/ 3686926 h 7865691"/>
                  <a:gd name="connsiteX112" fmla="*/ 7797787 w 10879987"/>
                  <a:gd name="connsiteY112" fmla="*/ 3737994 h 7865691"/>
                  <a:gd name="connsiteX113" fmla="*/ 7762559 w 10879987"/>
                  <a:gd name="connsiteY113" fmla="*/ 3786055 h 7865691"/>
                  <a:gd name="connsiteX114" fmla="*/ 7725597 w 10879987"/>
                  <a:gd name="connsiteY114" fmla="*/ 3832689 h 7865691"/>
                  <a:gd name="connsiteX115" fmla="*/ 7688483 w 10879987"/>
                  <a:gd name="connsiteY115" fmla="*/ 3877742 h 7865691"/>
                  <a:gd name="connsiteX116" fmla="*/ 7649636 w 10879987"/>
                  <a:gd name="connsiteY116" fmla="*/ 3921368 h 7865691"/>
                  <a:gd name="connsiteX117" fmla="*/ 7612064 w 10879987"/>
                  <a:gd name="connsiteY117" fmla="*/ 3961681 h 7865691"/>
                  <a:gd name="connsiteX118" fmla="*/ 7571332 w 10879987"/>
                  <a:gd name="connsiteY118" fmla="*/ 4002299 h 7865691"/>
                  <a:gd name="connsiteX119" fmla="*/ 7530447 w 10879987"/>
                  <a:gd name="connsiteY119" fmla="*/ 4041337 h 7865691"/>
                  <a:gd name="connsiteX120" fmla="*/ 7489409 w 10879987"/>
                  <a:gd name="connsiteY120" fmla="*/ 4078795 h 7865691"/>
                  <a:gd name="connsiteX121" fmla="*/ 7448066 w 10879987"/>
                  <a:gd name="connsiteY121" fmla="*/ 4113093 h 7865691"/>
                  <a:gd name="connsiteX122" fmla="*/ 7406723 w 10879987"/>
                  <a:gd name="connsiteY122" fmla="*/ 4147390 h 7865691"/>
                  <a:gd name="connsiteX123" fmla="*/ 7365227 w 10879987"/>
                  <a:gd name="connsiteY123" fmla="*/ 4180108 h 7865691"/>
                  <a:gd name="connsiteX124" fmla="*/ 7321998 w 10879987"/>
                  <a:gd name="connsiteY124" fmla="*/ 4211398 h 7865691"/>
                  <a:gd name="connsiteX125" fmla="*/ 7280350 w 10879987"/>
                  <a:gd name="connsiteY125" fmla="*/ 4242535 h 7865691"/>
                  <a:gd name="connsiteX126" fmla="*/ 7238549 w 10879987"/>
                  <a:gd name="connsiteY126" fmla="*/ 4272092 h 7865691"/>
                  <a:gd name="connsiteX127" fmla="*/ 7193435 w 10879987"/>
                  <a:gd name="connsiteY127" fmla="*/ 4300375 h 7865691"/>
                  <a:gd name="connsiteX128" fmla="*/ 7109069 w 10879987"/>
                  <a:gd name="connsiteY128" fmla="*/ 4351588 h 7865691"/>
                  <a:gd name="connsiteX129" fmla="*/ 7025826 w 10879987"/>
                  <a:gd name="connsiteY129" fmla="*/ 4397909 h 7865691"/>
                  <a:gd name="connsiteX130" fmla="*/ 6940391 w 10879987"/>
                  <a:gd name="connsiteY130" fmla="*/ 4438062 h 7865691"/>
                  <a:gd name="connsiteX131" fmla="*/ 6859545 w 10879987"/>
                  <a:gd name="connsiteY131" fmla="*/ 4476176 h 7865691"/>
                  <a:gd name="connsiteX132" fmla="*/ 6779820 w 10879987"/>
                  <a:gd name="connsiteY132" fmla="*/ 4509398 h 7865691"/>
                  <a:gd name="connsiteX133" fmla="*/ 6704378 w 10879987"/>
                  <a:gd name="connsiteY133" fmla="*/ 4537421 h 7865691"/>
                  <a:gd name="connsiteX134" fmla="*/ 6630516 w 10879987"/>
                  <a:gd name="connsiteY134" fmla="*/ 4565291 h 7865691"/>
                  <a:gd name="connsiteX135" fmla="*/ 6562364 w 10879987"/>
                  <a:gd name="connsiteY135" fmla="*/ 4586230 h 7865691"/>
                  <a:gd name="connsiteX136" fmla="*/ 6500380 w 10879987"/>
                  <a:gd name="connsiteY136" fmla="*/ 4604979 h 7865691"/>
                  <a:gd name="connsiteX137" fmla="*/ 6439823 w 10879987"/>
                  <a:gd name="connsiteY137" fmla="*/ 4621994 h 7865691"/>
                  <a:gd name="connsiteX138" fmla="*/ 6388289 w 10879987"/>
                  <a:gd name="connsiteY138" fmla="*/ 4633353 h 7865691"/>
                  <a:gd name="connsiteX139" fmla="*/ 6302450 w 10879987"/>
                  <a:gd name="connsiteY139" fmla="*/ 4652811 h 7865691"/>
                  <a:gd name="connsiteX140" fmla="*/ 6249031 w 10879987"/>
                  <a:gd name="connsiteY140" fmla="*/ 4661163 h 7865691"/>
                  <a:gd name="connsiteX141" fmla="*/ 6230222 w 10879987"/>
                  <a:gd name="connsiteY141" fmla="*/ 4664575 h 7865691"/>
                  <a:gd name="connsiteX142" fmla="*/ 6227135 w 10879987"/>
                  <a:gd name="connsiteY142" fmla="*/ 4654343 h 7865691"/>
                  <a:gd name="connsiteX143" fmla="*/ 6227811 w 10879987"/>
                  <a:gd name="connsiteY143" fmla="*/ 4661118 h 7865691"/>
                  <a:gd name="connsiteX144" fmla="*/ 6098112 w 10879987"/>
                  <a:gd name="connsiteY144" fmla="*/ 4712138 h 7865691"/>
                  <a:gd name="connsiteX145" fmla="*/ 6049694 w 10879987"/>
                  <a:gd name="connsiteY145" fmla="*/ 4681559 h 7865691"/>
                  <a:gd name="connsiteX146" fmla="*/ 6003825 w 10879987"/>
                  <a:gd name="connsiteY146" fmla="*/ 4645883 h 7865691"/>
                  <a:gd name="connsiteX147" fmla="*/ 5917185 w 10879987"/>
                  <a:gd name="connsiteY147" fmla="*/ 4584725 h 7865691"/>
                  <a:gd name="connsiteX148" fmla="*/ 5848382 w 10879987"/>
                  <a:gd name="connsiteY148" fmla="*/ 4523566 h 7865691"/>
                  <a:gd name="connsiteX149" fmla="*/ 5794867 w 10879987"/>
                  <a:gd name="connsiteY149" fmla="*/ 4475149 h 7865691"/>
                  <a:gd name="connsiteX150" fmla="*/ 5748999 w 10879987"/>
                  <a:gd name="connsiteY150" fmla="*/ 4429279 h 7865691"/>
                  <a:gd name="connsiteX151" fmla="*/ 5659810 w 10879987"/>
                  <a:gd name="connsiteY151" fmla="*/ 4345187 h 7865691"/>
                  <a:gd name="connsiteX152" fmla="*/ 5578265 w 10879987"/>
                  <a:gd name="connsiteY152" fmla="*/ 4276383 h 7865691"/>
                  <a:gd name="connsiteX153" fmla="*/ 5496721 w 10879987"/>
                  <a:gd name="connsiteY153" fmla="*/ 4212677 h 7865691"/>
                  <a:gd name="connsiteX154" fmla="*/ 5422820 w 10879987"/>
                  <a:gd name="connsiteY154" fmla="*/ 4161712 h 7865691"/>
                  <a:gd name="connsiteX155" fmla="*/ 5351468 w 10879987"/>
                  <a:gd name="connsiteY155" fmla="*/ 4118390 h 7865691"/>
                  <a:gd name="connsiteX156" fmla="*/ 5282666 w 10879987"/>
                  <a:gd name="connsiteY156" fmla="*/ 4082714 h 7865691"/>
                  <a:gd name="connsiteX157" fmla="*/ 5218958 w 10879987"/>
                  <a:gd name="connsiteY157" fmla="*/ 4057232 h 7865691"/>
                  <a:gd name="connsiteX158" fmla="*/ 5155251 w 10879987"/>
                  <a:gd name="connsiteY158" fmla="*/ 4036845 h 7865691"/>
                  <a:gd name="connsiteX159" fmla="*/ 5096640 w 10879987"/>
                  <a:gd name="connsiteY159" fmla="*/ 4026652 h 7865691"/>
                  <a:gd name="connsiteX160" fmla="*/ 5043128 w 10879987"/>
                  <a:gd name="connsiteY160" fmla="*/ 4019008 h 7865691"/>
                  <a:gd name="connsiteX161" fmla="*/ 4880868 w 10879987"/>
                  <a:gd name="connsiteY161" fmla="*/ 3988754 h 7865691"/>
                  <a:gd name="connsiteX162" fmla="*/ 4821814 w 10879987"/>
                  <a:gd name="connsiteY162" fmla="*/ 3988754 h 7865691"/>
                  <a:gd name="connsiteX163" fmla="*/ 4762758 w 10879987"/>
                  <a:gd name="connsiteY163" fmla="*/ 4000565 h 7865691"/>
                  <a:gd name="connsiteX164" fmla="*/ 4709610 w 10879987"/>
                  <a:gd name="connsiteY164" fmla="*/ 4012376 h 7865691"/>
                  <a:gd name="connsiteX165" fmla="*/ 4659412 w 10879987"/>
                  <a:gd name="connsiteY165" fmla="*/ 4033044 h 7865691"/>
                  <a:gd name="connsiteX166" fmla="*/ 4615122 w 10879987"/>
                  <a:gd name="connsiteY166" fmla="*/ 4056665 h 7865691"/>
                  <a:gd name="connsiteX167" fmla="*/ 4570830 w 10879987"/>
                  <a:gd name="connsiteY167" fmla="*/ 4086193 h 7865691"/>
                  <a:gd name="connsiteX168" fmla="*/ 4526540 w 10879987"/>
                  <a:gd name="connsiteY168" fmla="*/ 4118674 h 7865691"/>
                  <a:gd name="connsiteX169" fmla="*/ 4491107 w 10879987"/>
                  <a:gd name="connsiteY169" fmla="*/ 4157059 h 7865691"/>
                  <a:gd name="connsiteX170" fmla="*/ 4458626 w 10879987"/>
                  <a:gd name="connsiteY170" fmla="*/ 4195446 h 7865691"/>
                  <a:gd name="connsiteX171" fmla="*/ 4423193 w 10879987"/>
                  <a:gd name="connsiteY171" fmla="*/ 4239735 h 7865691"/>
                  <a:gd name="connsiteX172" fmla="*/ 4393666 w 10879987"/>
                  <a:gd name="connsiteY172" fmla="*/ 4284027 h 7865691"/>
                  <a:gd name="connsiteX173" fmla="*/ 4367092 w 10879987"/>
                  <a:gd name="connsiteY173" fmla="*/ 4328317 h 7865691"/>
                  <a:gd name="connsiteX174" fmla="*/ 4340517 w 10879987"/>
                  <a:gd name="connsiteY174" fmla="*/ 4375561 h 7865691"/>
                  <a:gd name="connsiteX175" fmla="*/ 4319849 w 10879987"/>
                  <a:gd name="connsiteY175" fmla="*/ 4422804 h 7865691"/>
                  <a:gd name="connsiteX176" fmla="*/ 4281462 w 10879987"/>
                  <a:gd name="connsiteY176" fmla="*/ 4517292 h 7865691"/>
                  <a:gd name="connsiteX177" fmla="*/ 4251934 w 10879987"/>
                  <a:gd name="connsiteY177" fmla="*/ 4605875 h 7865691"/>
                  <a:gd name="connsiteX178" fmla="*/ 4228313 w 10879987"/>
                  <a:gd name="connsiteY178" fmla="*/ 4685599 h 7865691"/>
                  <a:gd name="connsiteX179" fmla="*/ 4210597 w 10879987"/>
                  <a:gd name="connsiteY179" fmla="*/ 4756464 h 7865691"/>
                  <a:gd name="connsiteX180" fmla="*/ 4175163 w 10879987"/>
                  <a:gd name="connsiteY180" fmla="*/ 4895242 h 7865691"/>
                  <a:gd name="connsiteX181" fmla="*/ 4133825 w 10879987"/>
                  <a:gd name="connsiteY181" fmla="*/ 5031067 h 7865691"/>
                  <a:gd name="connsiteX182" fmla="*/ 4092487 w 10879987"/>
                  <a:gd name="connsiteY182" fmla="*/ 5160987 h 7865691"/>
                  <a:gd name="connsiteX183" fmla="*/ 4048197 w 10879987"/>
                  <a:gd name="connsiteY183" fmla="*/ 5285002 h 7865691"/>
                  <a:gd name="connsiteX184" fmla="*/ 4000953 w 10879987"/>
                  <a:gd name="connsiteY184" fmla="*/ 5409017 h 7865691"/>
                  <a:gd name="connsiteX185" fmla="*/ 3947804 w 10879987"/>
                  <a:gd name="connsiteY185" fmla="*/ 5530080 h 7865691"/>
                  <a:gd name="connsiteX186" fmla="*/ 3894654 w 10879987"/>
                  <a:gd name="connsiteY186" fmla="*/ 5642284 h 7865691"/>
                  <a:gd name="connsiteX187" fmla="*/ 3838552 w 10879987"/>
                  <a:gd name="connsiteY187" fmla="*/ 5757440 h 7865691"/>
                  <a:gd name="connsiteX188" fmla="*/ 3776546 w 10879987"/>
                  <a:gd name="connsiteY188" fmla="*/ 5863738 h 7865691"/>
                  <a:gd name="connsiteX189" fmla="*/ 3717492 w 10879987"/>
                  <a:gd name="connsiteY189" fmla="*/ 5967085 h 7865691"/>
                  <a:gd name="connsiteX190" fmla="*/ 3649577 w 10879987"/>
                  <a:gd name="connsiteY190" fmla="*/ 6067477 h 7865691"/>
                  <a:gd name="connsiteX191" fmla="*/ 3584617 w 10879987"/>
                  <a:gd name="connsiteY191" fmla="*/ 6161965 h 7865691"/>
                  <a:gd name="connsiteX192" fmla="*/ 3516705 w 10879987"/>
                  <a:gd name="connsiteY192" fmla="*/ 6256452 h 7865691"/>
                  <a:gd name="connsiteX193" fmla="*/ 3445840 w 10879987"/>
                  <a:gd name="connsiteY193" fmla="*/ 6342080 h 7865691"/>
                  <a:gd name="connsiteX194" fmla="*/ 3374974 w 10879987"/>
                  <a:gd name="connsiteY194" fmla="*/ 6430663 h 7865691"/>
                  <a:gd name="connsiteX195" fmla="*/ 3301155 w 10879987"/>
                  <a:gd name="connsiteY195" fmla="*/ 6513339 h 7865691"/>
                  <a:gd name="connsiteX196" fmla="*/ 3224384 w 10879987"/>
                  <a:gd name="connsiteY196" fmla="*/ 6593063 h 7865691"/>
                  <a:gd name="connsiteX197" fmla="*/ 3147613 w 10879987"/>
                  <a:gd name="connsiteY197" fmla="*/ 6669834 h 7865691"/>
                  <a:gd name="connsiteX198" fmla="*/ 3067890 w 10879987"/>
                  <a:gd name="connsiteY198" fmla="*/ 6743653 h 7865691"/>
                  <a:gd name="connsiteX199" fmla="*/ 2991120 w 10879987"/>
                  <a:gd name="connsiteY199" fmla="*/ 6811566 h 7865691"/>
                  <a:gd name="connsiteX200" fmla="*/ 2908443 w 10879987"/>
                  <a:gd name="connsiteY200" fmla="*/ 6879478 h 7865691"/>
                  <a:gd name="connsiteX201" fmla="*/ 2825766 w 10879987"/>
                  <a:gd name="connsiteY201" fmla="*/ 6944438 h 7865691"/>
                  <a:gd name="connsiteX202" fmla="*/ 2743090 w 10879987"/>
                  <a:gd name="connsiteY202" fmla="*/ 7006447 h 7865691"/>
                  <a:gd name="connsiteX203" fmla="*/ 2660413 w 10879987"/>
                  <a:gd name="connsiteY203" fmla="*/ 7062547 h 7865691"/>
                  <a:gd name="connsiteX204" fmla="*/ 2577736 w 10879987"/>
                  <a:gd name="connsiteY204" fmla="*/ 7118650 h 7865691"/>
                  <a:gd name="connsiteX205" fmla="*/ 2495061 w 10879987"/>
                  <a:gd name="connsiteY205" fmla="*/ 7171799 h 7865691"/>
                  <a:gd name="connsiteX206" fmla="*/ 2409429 w 10879987"/>
                  <a:gd name="connsiteY206" fmla="*/ 7221995 h 7865691"/>
                  <a:gd name="connsiteX207" fmla="*/ 2326754 w 10879987"/>
                  <a:gd name="connsiteY207" fmla="*/ 7272193 h 7865691"/>
                  <a:gd name="connsiteX208" fmla="*/ 2244077 w 10879987"/>
                  <a:gd name="connsiteY208" fmla="*/ 7319436 h 7865691"/>
                  <a:gd name="connsiteX209" fmla="*/ 2155495 w 10879987"/>
                  <a:gd name="connsiteY209" fmla="*/ 7363726 h 7865691"/>
                  <a:gd name="connsiteX210" fmla="*/ 1990142 w 10879987"/>
                  <a:gd name="connsiteY210" fmla="*/ 7443451 h 7865691"/>
                  <a:gd name="connsiteX211" fmla="*/ 1827743 w 10879987"/>
                  <a:gd name="connsiteY211" fmla="*/ 7514317 h 7865691"/>
                  <a:gd name="connsiteX212" fmla="*/ 1662389 w 10879987"/>
                  <a:gd name="connsiteY212" fmla="*/ 7573370 h 7865691"/>
                  <a:gd name="connsiteX213" fmla="*/ 1505893 w 10879987"/>
                  <a:gd name="connsiteY213" fmla="*/ 7629472 h 7865691"/>
                  <a:gd name="connsiteX214" fmla="*/ 1352352 w 10879987"/>
                  <a:gd name="connsiteY214" fmla="*/ 7676715 h 7865691"/>
                  <a:gd name="connsiteX215" fmla="*/ 1207669 w 10879987"/>
                  <a:gd name="connsiteY215" fmla="*/ 7715102 h 7865691"/>
                  <a:gd name="connsiteX216" fmla="*/ 1065937 w 10879987"/>
                  <a:gd name="connsiteY216" fmla="*/ 7753487 h 7865691"/>
                  <a:gd name="connsiteX217" fmla="*/ 936017 w 10879987"/>
                  <a:gd name="connsiteY217" fmla="*/ 7780062 h 7865691"/>
                  <a:gd name="connsiteX218" fmla="*/ 817908 w 10879987"/>
                  <a:gd name="connsiteY218" fmla="*/ 7803684 h 7865691"/>
                  <a:gd name="connsiteX219" fmla="*/ 702751 w 10879987"/>
                  <a:gd name="connsiteY219" fmla="*/ 7824352 h 7865691"/>
                  <a:gd name="connsiteX220" fmla="*/ 605312 w 10879987"/>
                  <a:gd name="connsiteY220" fmla="*/ 7836163 h 7865691"/>
                  <a:gd name="connsiteX221" fmla="*/ 442910 w 10879987"/>
                  <a:gd name="connsiteY221" fmla="*/ 7856833 h 7865691"/>
                  <a:gd name="connsiteX222" fmla="*/ 342518 w 10879987"/>
                  <a:gd name="connsiteY222" fmla="*/ 7862739 h 7865691"/>
                  <a:gd name="connsiteX223" fmla="*/ 307084 w 10879987"/>
                  <a:gd name="connsiteY223" fmla="*/ 7865691 h 7865691"/>
                  <a:gd name="connsiteX224" fmla="*/ 0 w 10879987"/>
                  <a:gd name="connsiteY224" fmla="*/ 6324364 h 7865691"/>
                  <a:gd name="connsiteX225" fmla="*/ 32481 w 10879987"/>
                  <a:gd name="connsiteY225" fmla="*/ 6318459 h 7865691"/>
                  <a:gd name="connsiteX226" fmla="*/ 124015 w 10879987"/>
                  <a:gd name="connsiteY226" fmla="*/ 6312553 h 7865691"/>
                  <a:gd name="connsiteX227" fmla="*/ 265746 w 10879987"/>
                  <a:gd name="connsiteY227" fmla="*/ 6297791 h 7865691"/>
                  <a:gd name="connsiteX228" fmla="*/ 357282 w 10879987"/>
                  <a:gd name="connsiteY228" fmla="*/ 6283026 h 7865691"/>
                  <a:gd name="connsiteX229" fmla="*/ 454721 w 10879987"/>
                  <a:gd name="connsiteY229" fmla="*/ 6265309 h 7865691"/>
                  <a:gd name="connsiteX230" fmla="*/ 563973 w 10879987"/>
                  <a:gd name="connsiteY230" fmla="*/ 6247592 h 7865691"/>
                  <a:gd name="connsiteX231" fmla="*/ 679129 w 10879987"/>
                  <a:gd name="connsiteY231" fmla="*/ 6221020 h 7865691"/>
                  <a:gd name="connsiteX232" fmla="*/ 803144 w 10879987"/>
                  <a:gd name="connsiteY232" fmla="*/ 6185586 h 7865691"/>
                  <a:gd name="connsiteX233" fmla="*/ 933064 w 10879987"/>
                  <a:gd name="connsiteY233" fmla="*/ 6150154 h 7865691"/>
                  <a:gd name="connsiteX234" fmla="*/ 1068890 w 10879987"/>
                  <a:gd name="connsiteY234" fmla="*/ 6102911 h 7865691"/>
                  <a:gd name="connsiteX235" fmla="*/ 1210620 w 10879987"/>
                  <a:gd name="connsiteY235" fmla="*/ 6049761 h 7865691"/>
                  <a:gd name="connsiteX236" fmla="*/ 1358257 w 10879987"/>
                  <a:gd name="connsiteY236" fmla="*/ 5990706 h 7865691"/>
                  <a:gd name="connsiteX237" fmla="*/ 1502942 w 10879987"/>
                  <a:gd name="connsiteY237" fmla="*/ 5922793 h 7865691"/>
                  <a:gd name="connsiteX238" fmla="*/ 1653530 w 10879987"/>
                  <a:gd name="connsiteY238" fmla="*/ 5843070 h 7865691"/>
                  <a:gd name="connsiteX239" fmla="*/ 1730302 w 10879987"/>
                  <a:gd name="connsiteY239" fmla="*/ 5801731 h 7865691"/>
                  <a:gd name="connsiteX240" fmla="*/ 1807072 w 10879987"/>
                  <a:gd name="connsiteY240" fmla="*/ 5757440 h 7865691"/>
                  <a:gd name="connsiteX241" fmla="*/ 1880892 w 10879987"/>
                  <a:gd name="connsiteY241" fmla="*/ 5710195 h 7865691"/>
                  <a:gd name="connsiteX242" fmla="*/ 1957662 w 10879987"/>
                  <a:gd name="connsiteY242" fmla="*/ 5662952 h 7865691"/>
                  <a:gd name="connsiteX243" fmla="*/ 2034434 w 10879987"/>
                  <a:gd name="connsiteY243" fmla="*/ 5609803 h 7865691"/>
                  <a:gd name="connsiteX244" fmla="*/ 2108251 w 10879987"/>
                  <a:gd name="connsiteY244" fmla="*/ 5553701 h 7865691"/>
                  <a:gd name="connsiteX245" fmla="*/ 2185022 w 10879987"/>
                  <a:gd name="connsiteY245" fmla="*/ 5497599 h 7865691"/>
                  <a:gd name="connsiteX246" fmla="*/ 2255888 w 10879987"/>
                  <a:gd name="connsiteY246" fmla="*/ 5435593 h 7865691"/>
                  <a:gd name="connsiteX247" fmla="*/ 2329707 w 10879987"/>
                  <a:gd name="connsiteY247" fmla="*/ 5373584 h 7865691"/>
                  <a:gd name="connsiteX248" fmla="*/ 2403525 w 10879987"/>
                  <a:gd name="connsiteY248" fmla="*/ 5305672 h 7865691"/>
                  <a:gd name="connsiteX249" fmla="*/ 2477344 w 10879987"/>
                  <a:gd name="connsiteY249" fmla="*/ 5237759 h 7865691"/>
                  <a:gd name="connsiteX250" fmla="*/ 2548210 w 10879987"/>
                  <a:gd name="connsiteY250" fmla="*/ 5166894 h 7865691"/>
                  <a:gd name="connsiteX251" fmla="*/ 2616121 w 10879987"/>
                  <a:gd name="connsiteY251" fmla="*/ 5090123 h 7865691"/>
                  <a:gd name="connsiteX252" fmla="*/ 2686987 w 10879987"/>
                  <a:gd name="connsiteY252" fmla="*/ 5010399 h 7865691"/>
                  <a:gd name="connsiteX253" fmla="*/ 2754901 w 10879987"/>
                  <a:gd name="connsiteY253" fmla="*/ 4930674 h 7865691"/>
                  <a:gd name="connsiteX254" fmla="*/ 2819860 w 10879987"/>
                  <a:gd name="connsiteY254" fmla="*/ 4842093 h 7865691"/>
                  <a:gd name="connsiteX255" fmla="*/ 2887773 w 10879987"/>
                  <a:gd name="connsiteY255" fmla="*/ 4756465 h 7865691"/>
                  <a:gd name="connsiteX256" fmla="*/ 2949781 w 10879987"/>
                  <a:gd name="connsiteY256" fmla="*/ 4661977 h 7865691"/>
                  <a:gd name="connsiteX257" fmla="*/ 3011788 w 10879987"/>
                  <a:gd name="connsiteY257" fmla="*/ 4567490 h 7865691"/>
                  <a:gd name="connsiteX258" fmla="*/ 3070842 w 10879987"/>
                  <a:gd name="connsiteY258" fmla="*/ 4470049 h 7865691"/>
                  <a:gd name="connsiteX259" fmla="*/ 3126944 w 10879987"/>
                  <a:gd name="connsiteY259" fmla="*/ 4366704 h 7865691"/>
                  <a:gd name="connsiteX260" fmla="*/ 3183046 w 10879987"/>
                  <a:gd name="connsiteY260" fmla="*/ 4260406 h 7865691"/>
                  <a:gd name="connsiteX261" fmla="*/ 3236195 w 10879987"/>
                  <a:gd name="connsiteY261" fmla="*/ 4145248 h 7865691"/>
                  <a:gd name="connsiteX262" fmla="*/ 3286393 w 10879987"/>
                  <a:gd name="connsiteY262" fmla="*/ 4033044 h 7865691"/>
                  <a:gd name="connsiteX263" fmla="*/ 3336587 w 10879987"/>
                  <a:gd name="connsiteY263" fmla="*/ 3914935 h 7865691"/>
                  <a:gd name="connsiteX264" fmla="*/ 3383832 w 10879987"/>
                  <a:gd name="connsiteY264" fmla="*/ 3793873 h 7865691"/>
                  <a:gd name="connsiteX265" fmla="*/ 3428123 w 10879987"/>
                  <a:gd name="connsiteY265" fmla="*/ 3666905 h 7865691"/>
                  <a:gd name="connsiteX266" fmla="*/ 3466508 w 10879987"/>
                  <a:gd name="connsiteY266" fmla="*/ 3536985 h 7865691"/>
                  <a:gd name="connsiteX267" fmla="*/ 3504894 w 10879987"/>
                  <a:gd name="connsiteY267" fmla="*/ 3398208 h 7865691"/>
                  <a:gd name="connsiteX268" fmla="*/ 3540327 w 10879987"/>
                  <a:gd name="connsiteY268" fmla="*/ 3259428 h 7865691"/>
                  <a:gd name="connsiteX269" fmla="*/ 3558043 w 10879987"/>
                  <a:gd name="connsiteY269" fmla="*/ 3191516 h 7865691"/>
                  <a:gd name="connsiteX270" fmla="*/ 3584617 w 10879987"/>
                  <a:gd name="connsiteY270" fmla="*/ 3108840 h 7865691"/>
                  <a:gd name="connsiteX271" fmla="*/ 3617098 w 10879987"/>
                  <a:gd name="connsiteY271" fmla="*/ 3017305 h 7865691"/>
                  <a:gd name="connsiteX272" fmla="*/ 3661388 w 10879987"/>
                  <a:gd name="connsiteY272" fmla="*/ 2919865 h 7865691"/>
                  <a:gd name="connsiteX273" fmla="*/ 3687964 w 10879987"/>
                  <a:gd name="connsiteY273" fmla="*/ 2869668 h 7865691"/>
                  <a:gd name="connsiteX274" fmla="*/ 3714537 w 10879987"/>
                  <a:gd name="connsiteY274" fmla="*/ 2822424 h 7865691"/>
                  <a:gd name="connsiteX275" fmla="*/ 3744064 w 10879987"/>
                  <a:gd name="connsiteY275" fmla="*/ 2772228 h 7865691"/>
                  <a:gd name="connsiteX276" fmla="*/ 3776546 w 10879987"/>
                  <a:gd name="connsiteY276" fmla="*/ 2724985 h 7865691"/>
                  <a:gd name="connsiteX277" fmla="*/ 3809025 w 10879987"/>
                  <a:gd name="connsiteY277" fmla="*/ 2683647 h 7865691"/>
                  <a:gd name="connsiteX278" fmla="*/ 3850363 w 10879987"/>
                  <a:gd name="connsiteY278" fmla="*/ 2642308 h 7865691"/>
                  <a:gd name="connsiteX279" fmla="*/ 3891701 w 10879987"/>
                  <a:gd name="connsiteY279" fmla="*/ 2603921 h 7865691"/>
                  <a:gd name="connsiteX280" fmla="*/ 3933040 w 10879987"/>
                  <a:gd name="connsiteY280" fmla="*/ 2565537 h 7865691"/>
                  <a:gd name="connsiteX281" fmla="*/ 3977331 w 10879987"/>
                  <a:gd name="connsiteY281" fmla="*/ 2536010 h 7865691"/>
                  <a:gd name="connsiteX282" fmla="*/ 4027527 w 10879987"/>
                  <a:gd name="connsiteY282" fmla="*/ 2512388 h 7865691"/>
                  <a:gd name="connsiteX283" fmla="*/ 4077724 w 10879987"/>
                  <a:gd name="connsiteY283" fmla="*/ 2488766 h 7865691"/>
                  <a:gd name="connsiteX284" fmla="*/ 4130874 w 10879987"/>
                  <a:gd name="connsiteY284" fmla="*/ 2476955 h 7865691"/>
                  <a:gd name="connsiteX285" fmla="*/ 4186974 w 10879987"/>
                  <a:gd name="connsiteY285" fmla="*/ 2471050 h 7865691"/>
                  <a:gd name="connsiteX286" fmla="*/ 4246029 w 10879987"/>
                  <a:gd name="connsiteY286" fmla="*/ 2465144 h 7865691"/>
                  <a:gd name="connsiteX287" fmla="*/ 4310989 w 10879987"/>
                  <a:gd name="connsiteY287" fmla="*/ 2474001 h 7865691"/>
                  <a:gd name="connsiteX288" fmla="*/ 4375949 w 10879987"/>
                  <a:gd name="connsiteY288" fmla="*/ 2488766 h 7865691"/>
                  <a:gd name="connsiteX289" fmla="*/ 4446816 w 10879987"/>
                  <a:gd name="connsiteY289" fmla="*/ 2512388 h 7865691"/>
                  <a:gd name="connsiteX290" fmla="*/ 4520634 w 10879987"/>
                  <a:gd name="connsiteY290" fmla="*/ 2544867 h 7865691"/>
                  <a:gd name="connsiteX291" fmla="*/ 4597405 w 10879987"/>
                  <a:gd name="connsiteY291" fmla="*/ 2589159 h 7865691"/>
                  <a:gd name="connsiteX292" fmla="*/ 4674177 w 10879987"/>
                  <a:gd name="connsiteY292" fmla="*/ 2642308 h 7865691"/>
                  <a:gd name="connsiteX293" fmla="*/ 4756853 w 10879987"/>
                  <a:gd name="connsiteY293" fmla="*/ 2707268 h 7865691"/>
                  <a:gd name="connsiteX294" fmla="*/ 4842482 w 10879987"/>
                  <a:gd name="connsiteY294" fmla="*/ 2781086 h 7865691"/>
                  <a:gd name="connsiteX295" fmla="*/ 4934017 w 10879987"/>
                  <a:gd name="connsiteY295" fmla="*/ 2869668 h 7865691"/>
                  <a:gd name="connsiteX296" fmla="*/ 5028504 w 10879987"/>
                  <a:gd name="connsiteY296" fmla="*/ 2970060 h 7865691"/>
                  <a:gd name="connsiteX297" fmla="*/ 5131849 w 10879987"/>
                  <a:gd name="connsiteY297" fmla="*/ 3091492 h 7865691"/>
                  <a:gd name="connsiteX298" fmla="*/ 5131263 w 10879987"/>
                  <a:gd name="connsiteY298" fmla="*/ 3098119 h 7865691"/>
                  <a:gd name="connsiteX299" fmla="*/ 5170541 w 10879987"/>
                  <a:gd name="connsiteY299" fmla="*/ 3139853 h 7865691"/>
                  <a:gd name="connsiteX300" fmla="*/ 5272472 w 10879987"/>
                  <a:gd name="connsiteY300" fmla="*/ 3259623 h 7865691"/>
                  <a:gd name="connsiteX301" fmla="*/ 5343823 w 10879987"/>
                  <a:gd name="connsiteY301" fmla="*/ 3343715 h 7865691"/>
                  <a:gd name="connsiteX302" fmla="*/ 5425369 w 10879987"/>
                  <a:gd name="connsiteY302" fmla="*/ 3432906 h 7865691"/>
                  <a:gd name="connsiteX303" fmla="*/ 5514557 w 10879987"/>
                  <a:gd name="connsiteY303" fmla="*/ 3522094 h 7865691"/>
                  <a:gd name="connsiteX304" fmla="*/ 5560426 w 10879987"/>
                  <a:gd name="connsiteY304" fmla="*/ 3567964 h 7865691"/>
                  <a:gd name="connsiteX305" fmla="*/ 5608844 w 10879987"/>
                  <a:gd name="connsiteY305" fmla="*/ 3611285 h 7865691"/>
                  <a:gd name="connsiteX306" fmla="*/ 5659810 w 10879987"/>
                  <a:gd name="connsiteY306" fmla="*/ 3654604 h 7865691"/>
                  <a:gd name="connsiteX307" fmla="*/ 5710775 w 10879987"/>
                  <a:gd name="connsiteY307" fmla="*/ 3692830 h 7865691"/>
                  <a:gd name="connsiteX308" fmla="*/ 5759192 w 10879987"/>
                  <a:gd name="connsiteY308" fmla="*/ 3725956 h 7865691"/>
                  <a:gd name="connsiteX309" fmla="*/ 5810157 w 10879987"/>
                  <a:gd name="connsiteY309" fmla="*/ 3759084 h 7865691"/>
                  <a:gd name="connsiteX310" fmla="*/ 5863672 w 10879987"/>
                  <a:gd name="connsiteY310" fmla="*/ 3787115 h 7865691"/>
                  <a:gd name="connsiteX311" fmla="*/ 5914637 w 10879987"/>
                  <a:gd name="connsiteY311" fmla="*/ 3807501 h 7865691"/>
                  <a:gd name="connsiteX312" fmla="*/ 5965602 w 10879987"/>
                  <a:gd name="connsiteY312" fmla="*/ 3825340 h 7865691"/>
                  <a:gd name="connsiteX313" fmla="*/ 6019115 w 10879987"/>
                  <a:gd name="connsiteY313" fmla="*/ 3832983 h 7865691"/>
                  <a:gd name="connsiteX314" fmla="*/ 6044598 w 10879987"/>
                  <a:gd name="connsiteY314" fmla="*/ 3835532 h 7865691"/>
                  <a:gd name="connsiteX315" fmla="*/ 6070081 w 10879987"/>
                  <a:gd name="connsiteY315" fmla="*/ 3835533 h 7865691"/>
                  <a:gd name="connsiteX316" fmla="*/ 6088201 w 10879987"/>
                  <a:gd name="connsiteY316" fmla="*/ 3835532 h 7865691"/>
                  <a:gd name="connsiteX317" fmla="*/ 6127028 w 10879987"/>
                  <a:gd name="connsiteY317" fmla="*/ 3827657 h 7865691"/>
                  <a:gd name="connsiteX318" fmla="*/ 6175249 w 10879987"/>
                  <a:gd name="connsiteY318" fmla="*/ 3815024 h 7865691"/>
                  <a:gd name="connsiteX319" fmla="*/ 6226478 w 10879987"/>
                  <a:gd name="connsiteY319" fmla="*/ 3800504 h 7865691"/>
                  <a:gd name="connsiteX320" fmla="*/ 6284027 w 10879987"/>
                  <a:gd name="connsiteY320" fmla="*/ 3785374 h 7865691"/>
                  <a:gd name="connsiteX321" fmla="*/ 6344278 w 10879987"/>
                  <a:gd name="connsiteY321" fmla="*/ 3765199 h 7865691"/>
                  <a:gd name="connsiteX322" fmla="*/ 6408812 w 10879987"/>
                  <a:gd name="connsiteY322" fmla="*/ 3739825 h 7865691"/>
                  <a:gd name="connsiteX323" fmla="*/ 6476506 w 10879987"/>
                  <a:gd name="connsiteY323" fmla="*/ 3714145 h 7865691"/>
                  <a:gd name="connsiteX324" fmla="*/ 6546750 w 10879987"/>
                  <a:gd name="connsiteY324" fmla="*/ 3681840 h 7865691"/>
                  <a:gd name="connsiteX325" fmla="*/ 6619848 w 10879987"/>
                  <a:gd name="connsiteY325" fmla="*/ 3646069 h 7865691"/>
                  <a:gd name="connsiteX326" fmla="*/ 6695802 w 10879987"/>
                  <a:gd name="connsiteY326" fmla="*/ 3606832 h 7865691"/>
                  <a:gd name="connsiteX327" fmla="*/ 6769717 w 10879987"/>
                  <a:gd name="connsiteY327" fmla="*/ 3563008 h 7865691"/>
                  <a:gd name="connsiteX328" fmla="*/ 6846182 w 10879987"/>
                  <a:gd name="connsiteY328" fmla="*/ 3512557 h 7865691"/>
                  <a:gd name="connsiteX329" fmla="*/ 6885128 w 10879987"/>
                  <a:gd name="connsiteY329" fmla="*/ 3486466 h 7865691"/>
                  <a:gd name="connsiteX330" fmla="*/ 6923922 w 10879987"/>
                  <a:gd name="connsiteY330" fmla="*/ 3458794 h 7865691"/>
                  <a:gd name="connsiteX331" fmla="*/ 6960982 w 10879987"/>
                  <a:gd name="connsiteY331" fmla="*/ 3429695 h 7865691"/>
                  <a:gd name="connsiteX332" fmla="*/ 6999623 w 10879987"/>
                  <a:gd name="connsiteY332" fmla="*/ 3400443 h 7865691"/>
                  <a:gd name="connsiteX333" fmla="*/ 7037959 w 10879987"/>
                  <a:gd name="connsiteY333" fmla="*/ 3368031 h 7865691"/>
                  <a:gd name="connsiteX334" fmla="*/ 7074561 w 10879987"/>
                  <a:gd name="connsiteY334" fmla="*/ 3334191 h 7865691"/>
                  <a:gd name="connsiteX335" fmla="*/ 7112744 w 10879987"/>
                  <a:gd name="connsiteY335" fmla="*/ 3300199 h 7865691"/>
                  <a:gd name="connsiteX336" fmla="*/ 7147461 w 10879987"/>
                  <a:gd name="connsiteY336" fmla="*/ 3263352 h 7865691"/>
                  <a:gd name="connsiteX337" fmla="*/ 7183759 w 10879987"/>
                  <a:gd name="connsiteY337" fmla="*/ 3226352 h 7865691"/>
                  <a:gd name="connsiteX338" fmla="*/ 7219751 w 10879987"/>
                  <a:gd name="connsiteY338" fmla="*/ 3186191 h 7865691"/>
                  <a:gd name="connsiteX339" fmla="*/ 7255743 w 10879987"/>
                  <a:gd name="connsiteY339" fmla="*/ 3146031 h 7865691"/>
                  <a:gd name="connsiteX340" fmla="*/ 7290002 w 10879987"/>
                  <a:gd name="connsiteY340" fmla="*/ 3104444 h 7865691"/>
                  <a:gd name="connsiteX341" fmla="*/ 7322375 w 10879987"/>
                  <a:gd name="connsiteY341" fmla="*/ 3059848 h 7865691"/>
                  <a:gd name="connsiteX342" fmla="*/ 7356176 w 10879987"/>
                  <a:gd name="connsiteY342" fmla="*/ 3013520 h 7865691"/>
                  <a:gd name="connsiteX343" fmla="*/ 7388397 w 10879987"/>
                  <a:gd name="connsiteY343" fmla="*/ 2967345 h 7865691"/>
                  <a:gd name="connsiteX344" fmla="*/ 7418580 w 10879987"/>
                  <a:gd name="connsiteY344" fmla="*/ 2916582 h 7865691"/>
                  <a:gd name="connsiteX345" fmla="*/ 7450496 w 10879987"/>
                  <a:gd name="connsiteY345" fmla="*/ 2867246 h 7865691"/>
                  <a:gd name="connsiteX346" fmla="*/ 7478793 w 10879987"/>
                  <a:gd name="connsiteY346" fmla="*/ 2813475 h 7865691"/>
                  <a:gd name="connsiteX347" fmla="*/ 7507090 w 10879987"/>
                  <a:gd name="connsiteY347" fmla="*/ 2759705 h 7865691"/>
                  <a:gd name="connsiteX348" fmla="*/ 7533655 w 10879987"/>
                  <a:gd name="connsiteY348" fmla="*/ 2704506 h 7865691"/>
                  <a:gd name="connsiteX349" fmla="*/ 7558334 w 10879987"/>
                  <a:gd name="connsiteY349" fmla="*/ 2646301 h 7865691"/>
                  <a:gd name="connsiteX350" fmla="*/ 7582860 w 10879987"/>
                  <a:gd name="connsiteY350" fmla="*/ 2586515 h 7865691"/>
                  <a:gd name="connsiteX351" fmla="*/ 7605348 w 10879987"/>
                  <a:gd name="connsiteY351" fmla="*/ 2522141 h 7865691"/>
                  <a:gd name="connsiteX352" fmla="*/ 7626409 w 10879987"/>
                  <a:gd name="connsiteY352" fmla="*/ 2459500 h 7865691"/>
                  <a:gd name="connsiteX353" fmla="*/ 7647164 w 10879987"/>
                  <a:gd name="connsiteY353" fmla="*/ 2393699 h 7865691"/>
                  <a:gd name="connsiteX354" fmla="*/ 7666187 w 10879987"/>
                  <a:gd name="connsiteY354" fmla="*/ 2326471 h 7865691"/>
                  <a:gd name="connsiteX355" fmla="*/ 7683324 w 10879987"/>
                  <a:gd name="connsiteY355" fmla="*/ 2256234 h 7865691"/>
                  <a:gd name="connsiteX356" fmla="*/ 7697148 w 10879987"/>
                  <a:gd name="connsiteY356" fmla="*/ 2184723 h 7865691"/>
                  <a:gd name="connsiteX357" fmla="*/ 7710514 w 10879987"/>
                  <a:gd name="connsiteY357" fmla="*/ 2108472 h 7865691"/>
                  <a:gd name="connsiteX358" fmla="*/ 7722300 w 10879987"/>
                  <a:gd name="connsiteY358" fmla="*/ 2032373 h 7865691"/>
                  <a:gd name="connsiteX359" fmla="*/ 7728269 w 10879987"/>
                  <a:gd name="connsiteY359" fmla="*/ 1995114 h 7865691"/>
                  <a:gd name="connsiteX360" fmla="*/ 7738215 w 10879987"/>
                  <a:gd name="connsiteY360" fmla="*/ 1949496 h 7865691"/>
                  <a:gd name="connsiteX361" fmla="*/ 7750864 w 10879987"/>
                  <a:gd name="connsiteY361" fmla="*/ 1898832 h 7865691"/>
                  <a:gd name="connsiteX362" fmla="*/ 7769527 w 10879987"/>
                  <a:gd name="connsiteY362" fmla="*/ 1844397 h 7865691"/>
                  <a:gd name="connsiteX363" fmla="*/ 7781153 w 10879987"/>
                  <a:gd name="connsiteY363" fmla="*/ 1816161 h 7865691"/>
                  <a:gd name="connsiteX364" fmla="*/ 7792932 w 10879987"/>
                  <a:gd name="connsiteY364" fmla="*/ 1789504 h 7865691"/>
                  <a:gd name="connsiteX365" fmla="*/ 7806138 w 10879987"/>
                  <a:gd name="connsiteY365" fmla="*/ 1761115 h 7865691"/>
                  <a:gd name="connsiteX366" fmla="*/ 7821076 w 10879987"/>
                  <a:gd name="connsiteY366" fmla="*/ 1734153 h 7865691"/>
                  <a:gd name="connsiteX367" fmla="*/ 7836320 w 10879987"/>
                  <a:gd name="connsiteY367" fmla="*/ 1710352 h 7865691"/>
                  <a:gd name="connsiteX368" fmla="*/ 7856305 w 10879987"/>
                  <a:gd name="connsiteY368" fmla="*/ 1686093 h 7865691"/>
                  <a:gd name="connsiteX369" fmla="*/ 7876442 w 10879987"/>
                  <a:gd name="connsiteY369" fmla="*/ 1663413 h 7865691"/>
                  <a:gd name="connsiteX370" fmla="*/ 7896579 w 10879987"/>
                  <a:gd name="connsiteY370" fmla="*/ 1640734 h 7865691"/>
                  <a:gd name="connsiteX371" fmla="*/ 7918755 w 10879987"/>
                  <a:gd name="connsiteY371" fmla="*/ 1622642 h 7865691"/>
                  <a:gd name="connsiteX372" fmla="*/ 7944396 w 10879987"/>
                  <a:gd name="connsiteY372" fmla="*/ 1607405 h 7865691"/>
                  <a:gd name="connsiteX373" fmla="*/ 7970036 w 10879987"/>
                  <a:gd name="connsiteY373" fmla="*/ 1592169 h 7865691"/>
                  <a:gd name="connsiteX374" fmla="*/ 7997868 w 10879987"/>
                  <a:gd name="connsiteY374" fmla="*/ 1583100 h 7865691"/>
                  <a:gd name="connsiteX375" fmla="*/ 8027586 w 10879987"/>
                  <a:gd name="connsiteY375" fmla="*/ 1577039 h 7865691"/>
                  <a:gd name="connsiteX376" fmla="*/ 8058883 w 10879987"/>
                  <a:gd name="connsiteY376" fmla="*/ 1570825 h 7865691"/>
                  <a:gd name="connsiteX377" fmla="*/ 8094104 w 10879987"/>
                  <a:gd name="connsiteY377" fmla="*/ 1572207 h 7865691"/>
                  <a:gd name="connsiteX378" fmla="*/ 8129631 w 10879987"/>
                  <a:gd name="connsiteY378" fmla="*/ 1576748 h 7865691"/>
                  <a:gd name="connsiteX379" fmla="*/ 8168776 w 10879987"/>
                  <a:gd name="connsiteY379" fmla="*/ 1585725 h 7865691"/>
                  <a:gd name="connsiteX380" fmla="*/ 8209959 w 10879987"/>
                  <a:gd name="connsiteY380" fmla="*/ 1599290 h 7865691"/>
                  <a:gd name="connsiteX381" fmla="*/ 8253332 w 10879987"/>
                  <a:gd name="connsiteY381" fmla="*/ 1619022 h 7865691"/>
                  <a:gd name="connsiteX382" fmla="*/ 8297164 w 10879987"/>
                  <a:gd name="connsiteY382" fmla="*/ 1643496 h 7865691"/>
                  <a:gd name="connsiteX383" fmla="*/ 8344767 w 10879987"/>
                  <a:gd name="connsiteY383" fmla="*/ 1673984 h 7865691"/>
                  <a:gd name="connsiteX384" fmla="*/ 8394408 w 10879987"/>
                  <a:gd name="connsiteY384" fmla="*/ 1709059 h 7865691"/>
                  <a:gd name="connsiteX385" fmla="*/ 8447973 w 10879987"/>
                  <a:gd name="connsiteY385" fmla="*/ 1751731 h 7865691"/>
                  <a:gd name="connsiteX386" fmla="*/ 8503728 w 10879987"/>
                  <a:gd name="connsiteY386" fmla="*/ 1800570 h 7865691"/>
                  <a:gd name="connsiteX387" fmla="*/ 8574110 w 10879987"/>
                  <a:gd name="connsiteY387" fmla="*/ 1868729 h 7865691"/>
                  <a:gd name="connsiteX388" fmla="*/ 8623392 w 10879987"/>
                  <a:gd name="connsiteY388" fmla="*/ 1916599 h 7865691"/>
                  <a:gd name="connsiteX389" fmla="*/ 8679300 w 10879987"/>
                  <a:gd name="connsiteY389" fmla="*/ 1967018 h 7865691"/>
                  <a:gd name="connsiteX390" fmla="*/ 8739949 w 10879987"/>
                  <a:gd name="connsiteY390" fmla="*/ 2016979 h 7865691"/>
                  <a:gd name="connsiteX391" fmla="*/ 8771139 w 10879987"/>
                  <a:gd name="connsiteY391" fmla="*/ 2042674 h 7865691"/>
                  <a:gd name="connsiteX392" fmla="*/ 8803758 w 10879987"/>
                  <a:gd name="connsiteY392" fmla="*/ 2066635 h 7865691"/>
                  <a:gd name="connsiteX393" fmla="*/ 8837956 w 10879987"/>
                  <a:gd name="connsiteY393" fmla="*/ 2090444 h 7865691"/>
                  <a:gd name="connsiteX394" fmla="*/ 8871849 w 10879987"/>
                  <a:gd name="connsiteY394" fmla="*/ 2111093 h 7865691"/>
                  <a:gd name="connsiteX395" fmla="*/ 8903856 w 10879987"/>
                  <a:gd name="connsiteY395" fmla="*/ 2128734 h 7865691"/>
                  <a:gd name="connsiteX396" fmla="*/ 8937444 w 10879987"/>
                  <a:gd name="connsiteY396" fmla="*/ 2146222 h 7865691"/>
                  <a:gd name="connsiteX397" fmla="*/ 8972307 w 10879987"/>
                  <a:gd name="connsiteY397" fmla="*/ 2160398 h 7865691"/>
                  <a:gd name="connsiteX398" fmla="*/ 9005131 w 10879987"/>
                  <a:gd name="connsiteY398" fmla="*/ 2169985 h 7865691"/>
                  <a:gd name="connsiteX399" fmla="*/ 9037802 w 10879987"/>
                  <a:gd name="connsiteY399" fmla="*/ 2177992 h 7865691"/>
                  <a:gd name="connsiteX400" fmla="*/ 9071443 w 10879987"/>
                  <a:gd name="connsiteY400" fmla="*/ 2179527 h 7865691"/>
                  <a:gd name="connsiteX401" fmla="*/ 9087397 w 10879987"/>
                  <a:gd name="connsiteY401" fmla="*/ 2179580 h 7865691"/>
                  <a:gd name="connsiteX402" fmla="*/ 9103199 w 10879987"/>
                  <a:gd name="connsiteY402" fmla="*/ 2178053 h 7865691"/>
                  <a:gd name="connsiteX403" fmla="*/ 9119000 w 10879987"/>
                  <a:gd name="connsiteY403" fmla="*/ 2176526 h 7865691"/>
                  <a:gd name="connsiteX404" fmla="*/ 9133069 w 10879987"/>
                  <a:gd name="connsiteY404" fmla="*/ 2173572 h 7865691"/>
                  <a:gd name="connsiteX405" fmla="*/ 9148565 w 10879987"/>
                  <a:gd name="connsiteY405" fmla="*/ 2168885 h 7865691"/>
                  <a:gd name="connsiteX406" fmla="*/ 9162175 w 10879987"/>
                  <a:gd name="connsiteY406" fmla="*/ 2161191 h 7865691"/>
                  <a:gd name="connsiteX407" fmla="*/ 9178946 w 10879987"/>
                  <a:gd name="connsiteY407" fmla="*/ 2153190 h 7865691"/>
                  <a:gd name="connsiteX408" fmla="*/ 9192404 w 10879987"/>
                  <a:gd name="connsiteY408" fmla="*/ 2143916 h 7865691"/>
                  <a:gd name="connsiteX409" fmla="*/ 9205862 w 10879987"/>
                  <a:gd name="connsiteY409" fmla="*/ 2134641 h 7865691"/>
                  <a:gd name="connsiteX410" fmla="*/ 9219015 w 10879987"/>
                  <a:gd name="connsiteY410" fmla="*/ 2122206 h 7865691"/>
                  <a:gd name="connsiteX411" fmla="*/ 9232014 w 10879987"/>
                  <a:gd name="connsiteY411" fmla="*/ 2108190 h 7865691"/>
                  <a:gd name="connsiteX412" fmla="*/ 9243434 w 10879987"/>
                  <a:gd name="connsiteY412" fmla="*/ 2094328 h 7865691"/>
                  <a:gd name="connsiteX413" fmla="*/ 9256129 w 10879987"/>
                  <a:gd name="connsiteY413" fmla="*/ 2077152 h 7865691"/>
                  <a:gd name="connsiteX414" fmla="*/ 9267090 w 10879987"/>
                  <a:gd name="connsiteY414" fmla="*/ 2058550 h 7865691"/>
                  <a:gd name="connsiteX415" fmla="*/ 9276166 w 10879987"/>
                  <a:gd name="connsiteY415" fmla="*/ 2036939 h 7865691"/>
                  <a:gd name="connsiteX416" fmla="*/ 9286975 w 10879987"/>
                  <a:gd name="connsiteY416" fmla="*/ 2016756 h 7865691"/>
                  <a:gd name="connsiteX417" fmla="*/ 9295746 w 10879987"/>
                  <a:gd name="connsiteY417" fmla="*/ 1991985 h 7865691"/>
                  <a:gd name="connsiteX418" fmla="*/ 9305945 w 10879987"/>
                  <a:gd name="connsiteY418" fmla="*/ 1965481 h 7865691"/>
                  <a:gd name="connsiteX419" fmla="*/ 9314410 w 10879987"/>
                  <a:gd name="connsiteY419" fmla="*/ 1937550 h 7865691"/>
                  <a:gd name="connsiteX420" fmla="*/ 9322723 w 10879987"/>
                  <a:gd name="connsiteY420" fmla="*/ 1908039 h 7865691"/>
                  <a:gd name="connsiteX421" fmla="*/ 9329303 w 10879987"/>
                  <a:gd name="connsiteY421" fmla="*/ 1877100 h 7865691"/>
                  <a:gd name="connsiteX422" fmla="*/ 9335577 w 10879987"/>
                  <a:gd name="connsiteY422" fmla="*/ 1843001 h 7865691"/>
                  <a:gd name="connsiteX423" fmla="*/ 9345936 w 10879987"/>
                  <a:gd name="connsiteY423" fmla="*/ 1768635 h 7865691"/>
                  <a:gd name="connsiteX424" fmla="*/ 9360477 w 10879987"/>
                  <a:gd name="connsiteY424" fmla="*/ 1671536 h 7865691"/>
                  <a:gd name="connsiteX425" fmla="*/ 9375683 w 10879987"/>
                  <a:gd name="connsiteY425" fmla="*/ 1564804 h 7865691"/>
                  <a:gd name="connsiteX426" fmla="*/ 9393285 w 10879987"/>
                  <a:gd name="connsiteY426" fmla="*/ 1449866 h 7865691"/>
                  <a:gd name="connsiteX427" fmla="*/ 9413285 w 10879987"/>
                  <a:gd name="connsiteY427" fmla="*/ 1326722 h 7865691"/>
                  <a:gd name="connsiteX428" fmla="*/ 9437566 w 10879987"/>
                  <a:gd name="connsiteY428" fmla="*/ 1198379 h 7865691"/>
                  <a:gd name="connsiteX429" fmla="*/ 9466131 w 10879987"/>
                  <a:gd name="connsiteY429" fmla="*/ 1064838 h 7865691"/>
                  <a:gd name="connsiteX430" fmla="*/ 9495664 w 10879987"/>
                  <a:gd name="connsiteY430" fmla="*/ 924823 h 7865691"/>
                  <a:gd name="connsiteX431" fmla="*/ 9529480 w 10879987"/>
                  <a:gd name="connsiteY431" fmla="*/ 779611 h 7865691"/>
                  <a:gd name="connsiteX432" fmla="*/ 9539220 w 10879987"/>
                  <a:gd name="connsiteY432" fmla="*/ 748367 h 7865691"/>
                  <a:gd name="connsiteX433" fmla="*/ 9550083 w 10879987"/>
                  <a:gd name="connsiteY433" fmla="*/ 712229 h 7865691"/>
                  <a:gd name="connsiteX434" fmla="*/ 9562678 w 10879987"/>
                  <a:gd name="connsiteY434" fmla="*/ 677520 h 7865691"/>
                  <a:gd name="connsiteX435" fmla="*/ 9579708 w 10879987"/>
                  <a:gd name="connsiteY435" fmla="*/ 639192 h 7865691"/>
                  <a:gd name="connsiteX436" fmla="*/ 9598471 w 10879987"/>
                  <a:gd name="connsiteY436" fmla="*/ 602291 h 7865691"/>
                  <a:gd name="connsiteX437" fmla="*/ 9620089 w 10879987"/>
                  <a:gd name="connsiteY437" fmla="*/ 561925 h 7865691"/>
                  <a:gd name="connsiteX438" fmla="*/ 9643440 w 10879987"/>
                  <a:gd name="connsiteY438" fmla="*/ 522986 h 7865691"/>
                  <a:gd name="connsiteX439" fmla="*/ 9673264 w 10879987"/>
                  <a:gd name="connsiteY439" fmla="*/ 485017 h 7865691"/>
                  <a:gd name="connsiteX440" fmla="*/ 9702935 w 10879987"/>
                  <a:gd name="connsiteY440" fmla="*/ 445467 h 7865691"/>
                  <a:gd name="connsiteX441" fmla="*/ 9737653 w 10879987"/>
                  <a:gd name="connsiteY441" fmla="*/ 408620 h 7865691"/>
                  <a:gd name="connsiteX442" fmla="*/ 9775530 w 10879987"/>
                  <a:gd name="connsiteY442" fmla="*/ 371468 h 7865691"/>
                  <a:gd name="connsiteX443" fmla="*/ 9816721 w 10879987"/>
                  <a:gd name="connsiteY443" fmla="*/ 335590 h 7865691"/>
                  <a:gd name="connsiteX444" fmla="*/ 9861377 w 10879987"/>
                  <a:gd name="connsiteY444" fmla="*/ 302567 h 7865691"/>
                  <a:gd name="connsiteX445" fmla="*/ 9911078 w 10879987"/>
                  <a:gd name="connsiteY445" fmla="*/ 272246 h 7865691"/>
                  <a:gd name="connsiteX446" fmla="*/ 9938300 w 10879987"/>
                  <a:gd name="connsiteY446" fmla="*/ 256857 h 7865691"/>
                  <a:gd name="connsiteX447" fmla="*/ 9965826 w 10879987"/>
                  <a:gd name="connsiteY447" fmla="*/ 244628 h 7865691"/>
                  <a:gd name="connsiteX448" fmla="*/ 9994780 w 10879987"/>
                  <a:gd name="connsiteY448" fmla="*/ 230666 h 7865691"/>
                  <a:gd name="connsiteX449" fmla="*/ 10025314 w 10879987"/>
                  <a:gd name="connsiteY449" fmla="*/ 216551 h 7865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Lst>
                <a:rect l="l" t="t" r="r" b="b"/>
                <a:pathLst>
                  <a:path w="10879987" h="7865691">
                    <a:moveTo>
                      <a:pt x="9810185" y="69874"/>
                    </a:moveTo>
                    <a:lnTo>
                      <a:pt x="10879987" y="0"/>
                    </a:lnTo>
                    <a:lnTo>
                      <a:pt x="10468312" y="526219"/>
                    </a:lnTo>
                    <a:lnTo>
                      <a:pt x="10269901" y="387496"/>
                    </a:lnTo>
                    <a:lnTo>
                      <a:pt x="10211688" y="412259"/>
                    </a:lnTo>
                    <a:lnTo>
                      <a:pt x="10158520" y="439725"/>
                    </a:lnTo>
                    <a:lnTo>
                      <a:pt x="10110398" y="469893"/>
                    </a:lnTo>
                    <a:lnTo>
                      <a:pt x="10067170" y="501183"/>
                    </a:lnTo>
                    <a:lnTo>
                      <a:pt x="10027254" y="533748"/>
                    </a:lnTo>
                    <a:lnTo>
                      <a:pt x="9990652" y="567587"/>
                    </a:lnTo>
                    <a:lnTo>
                      <a:pt x="9957209" y="601122"/>
                    </a:lnTo>
                    <a:lnTo>
                      <a:pt x="9930240" y="635625"/>
                    </a:lnTo>
                    <a:lnTo>
                      <a:pt x="9905004" y="671556"/>
                    </a:lnTo>
                    <a:lnTo>
                      <a:pt x="9882928" y="707182"/>
                    </a:lnTo>
                    <a:lnTo>
                      <a:pt x="9862279" y="741075"/>
                    </a:lnTo>
                    <a:lnTo>
                      <a:pt x="9846676" y="777670"/>
                    </a:lnTo>
                    <a:lnTo>
                      <a:pt x="9832348" y="810953"/>
                    </a:lnTo>
                    <a:lnTo>
                      <a:pt x="9821333" y="845510"/>
                    </a:lnTo>
                    <a:lnTo>
                      <a:pt x="9811593" y="876754"/>
                    </a:lnTo>
                    <a:lnTo>
                      <a:pt x="9803280" y="906265"/>
                    </a:lnTo>
                    <a:lnTo>
                      <a:pt x="9786754" y="982822"/>
                    </a:lnTo>
                    <a:lnTo>
                      <a:pt x="9773999" y="1065394"/>
                    </a:lnTo>
                    <a:lnTo>
                      <a:pt x="9761854" y="1154286"/>
                    </a:lnTo>
                    <a:lnTo>
                      <a:pt x="9753328" y="1247614"/>
                    </a:lnTo>
                    <a:lnTo>
                      <a:pt x="9746687" y="1343949"/>
                    </a:lnTo>
                    <a:lnTo>
                      <a:pt x="9740199" y="1441865"/>
                    </a:lnTo>
                    <a:lnTo>
                      <a:pt x="9737176" y="1542635"/>
                    </a:lnTo>
                    <a:lnTo>
                      <a:pt x="9732574" y="1643558"/>
                    </a:lnTo>
                    <a:lnTo>
                      <a:pt x="9727956" y="1843366"/>
                    </a:lnTo>
                    <a:lnTo>
                      <a:pt x="9725736" y="2034968"/>
                    </a:lnTo>
                    <a:lnTo>
                      <a:pt x="9721836" y="2209188"/>
                    </a:lnTo>
                    <a:lnTo>
                      <a:pt x="9717226" y="2359553"/>
                    </a:lnTo>
                    <a:lnTo>
                      <a:pt x="9714570" y="2398087"/>
                    </a:lnTo>
                    <a:lnTo>
                      <a:pt x="9711761" y="2435041"/>
                    </a:lnTo>
                    <a:lnTo>
                      <a:pt x="9706913" y="2467407"/>
                    </a:lnTo>
                    <a:lnTo>
                      <a:pt x="9702066" y="2499774"/>
                    </a:lnTo>
                    <a:lnTo>
                      <a:pt x="9695334" y="2529132"/>
                    </a:lnTo>
                    <a:lnTo>
                      <a:pt x="9688448" y="2556911"/>
                    </a:lnTo>
                    <a:lnTo>
                      <a:pt x="9681563" y="2584689"/>
                    </a:lnTo>
                    <a:lnTo>
                      <a:pt x="9672792" y="2609460"/>
                    </a:lnTo>
                    <a:lnTo>
                      <a:pt x="9663716" y="2631071"/>
                    </a:lnTo>
                    <a:lnTo>
                      <a:pt x="9653060" y="2652834"/>
                    </a:lnTo>
                    <a:lnTo>
                      <a:pt x="9642098" y="2671437"/>
                    </a:lnTo>
                    <a:lnTo>
                      <a:pt x="9629403" y="2688612"/>
                    </a:lnTo>
                    <a:lnTo>
                      <a:pt x="9618136" y="2704055"/>
                    </a:lnTo>
                    <a:lnTo>
                      <a:pt x="9605289" y="2719650"/>
                    </a:lnTo>
                    <a:lnTo>
                      <a:pt x="9592137" y="2732085"/>
                    </a:lnTo>
                    <a:lnTo>
                      <a:pt x="9578984" y="2744521"/>
                    </a:lnTo>
                    <a:lnTo>
                      <a:pt x="9564099" y="2755528"/>
                    </a:lnTo>
                    <a:lnTo>
                      <a:pt x="9548908" y="2763376"/>
                    </a:lnTo>
                    <a:lnTo>
                      <a:pt x="9535450" y="2772650"/>
                    </a:lnTo>
                    <a:lnTo>
                      <a:pt x="9519954" y="2777337"/>
                    </a:lnTo>
                    <a:lnTo>
                      <a:pt x="9501298" y="2782330"/>
                    </a:lnTo>
                    <a:lnTo>
                      <a:pt x="9485802" y="2787017"/>
                    </a:lnTo>
                    <a:lnTo>
                      <a:pt x="9470153" y="2790124"/>
                    </a:lnTo>
                    <a:lnTo>
                      <a:pt x="9452771" y="2791803"/>
                    </a:lnTo>
                    <a:lnTo>
                      <a:pt x="9417703" y="2792002"/>
                    </a:lnTo>
                    <a:lnTo>
                      <a:pt x="9384062" y="2790468"/>
                    </a:lnTo>
                    <a:lnTo>
                      <a:pt x="9348383" y="2784346"/>
                    </a:lnTo>
                    <a:lnTo>
                      <a:pt x="9312398" y="2775063"/>
                    </a:lnTo>
                    <a:lnTo>
                      <a:pt x="9276261" y="2764201"/>
                    </a:lnTo>
                    <a:lnTo>
                      <a:pt x="9241551" y="2751606"/>
                    </a:lnTo>
                    <a:lnTo>
                      <a:pt x="9208269" y="2737278"/>
                    </a:lnTo>
                    <a:lnTo>
                      <a:pt x="9173101" y="2719942"/>
                    </a:lnTo>
                    <a:lnTo>
                      <a:pt x="9141247" y="2703881"/>
                    </a:lnTo>
                    <a:lnTo>
                      <a:pt x="9110667" y="2684508"/>
                    </a:lnTo>
                    <a:lnTo>
                      <a:pt x="9053277" y="2651775"/>
                    </a:lnTo>
                    <a:lnTo>
                      <a:pt x="9006949" y="2617974"/>
                    </a:lnTo>
                    <a:lnTo>
                      <a:pt x="8970866" y="2591158"/>
                    </a:lnTo>
                    <a:lnTo>
                      <a:pt x="8939675" y="2565463"/>
                    </a:lnTo>
                    <a:lnTo>
                      <a:pt x="8879332" y="2518662"/>
                    </a:lnTo>
                    <a:lnTo>
                      <a:pt x="8824645" y="2480885"/>
                    </a:lnTo>
                    <a:lnTo>
                      <a:pt x="8770263" y="2446267"/>
                    </a:lnTo>
                    <a:lnTo>
                      <a:pt x="8721386" y="2419091"/>
                    </a:lnTo>
                    <a:lnTo>
                      <a:pt x="8674546" y="2396504"/>
                    </a:lnTo>
                    <a:lnTo>
                      <a:pt x="8629745" y="2378504"/>
                    </a:lnTo>
                    <a:lnTo>
                      <a:pt x="8588715" y="2366520"/>
                    </a:lnTo>
                    <a:lnTo>
                      <a:pt x="8547990" y="2357695"/>
                    </a:lnTo>
                    <a:lnTo>
                      <a:pt x="8511036" y="2354886"/>
                    </a:lnTo>
                    <a:lnTo>
                      <a:pt x="8477395" y="2353352"/>
                    </a:lnTo>
                    <a:lnTo>
                      <a:pt x="8445792" y="2356406"/>
                    </a:lnTo>
                    <a:lnTo>
                      <a:pt x="8414800" y="2365780"/>
                    </a:lnTo>
                    <a:lnTo>
                      <a:pt x="8386968" y="2374849"/>
                    </a:lnTo>
                    <a:lnTo>
                      <a:pt x="8361175" y="2388505"/>
                    </a:lnTo>
                    <a:lnTo>
                      <a:pt x="8338694" y="2403437"/>
                    </a:lnTo>
                    <a:lnTo>
                      <a:pt x="8316519" y="2421528"/>
                    </a:lnTo>
                    <a:lnTo>
                      <a:pt x="8294496" y="2441200"/>
                    </a:lnTo>
                    <a:lnTo>
                      <a:pt x="8277519" y="2463574"/>
                    </a:lnTo>
                    <a:lnTo>
                      <a:pt x="8262122" y="2485795"/>
                    </a:lnTo>
                    <a:lnTo>
                      <a:pt x="8245451" y="2511329"/>
                    </a:lnTo>
                    <a:lnTo>
                      <a:pt x="8231939" y="2536558"/>
                    </a:lnTo>
                    <a:lnTo>
                      <a:pt x="8220008" y="2561634"/>
                    </a:lnTo>
                    <a:lnTo>
                      <a:pt x="8208230" y="2588291"/>
                    </a:lnTo>
                    <a:lnTo>
                      <a:pt x="8199612" y="2614642"/>
                    </a:lnTo>
                    <a:lnTo>
                      <a:pt x="8183956" y="2667191"/>
                    </a:lnTo>
                    <a:lnTo>
                      <a:pt x="8172734" y="2716122"/>
                    </a:lnTo>
                    <a:lnTo>
                      <a:pt x="8164216" y="2760007"/>
                    </a:lnTo>
                    <a:lnTo>
                      <a:pt x="8158399" y="2798847"/>
                    </a:lnTo>
                    <a:lnTo>
                      <a:pt x="8146613" y="2874945"/>
                    </a:lnTo>
                    <a:lnTo>
                      <a:pt x="8131514" y="2949769"/>
                    </a:lnTo>
                    <a:lnTo>
                      <a:pt x="8116110" y="3021433"/>
                    </a:lnTo>
                    <a:lnTo>
                      <a:pt x="8098820" y="3090089"/>
                    </a:lnTo>
                    <a:lnTo>
                      <a:pt x="8079951" y="3158898"/>
                    </a:lnTo>
                    <a:lnTo>
                      <a:pt x="8057768" y="3226432"/>
                    </a:lnTo>
                    <a:lnTo>
                      <a:pt x="8035127" y="3289226"/>
                    </a:lnTo>
                    <a:lnTo>
                      <a:pt x="8011059" y="3353752"/>
                    </a:lnTo>
                    <a:lnTo>
                      <a:pt x="7983372" y="3413843"/>
                    </a:lnTo>
                    <a:lnTo>
                      <a:pt x="7957113" y="3472202"/>
                    </a:lnTo>
                    <a:lnTo>
                      <a:pt x="7925961" y="3529438"/>
                    </a:lnTo>
                    <a:lnTo>
                      <a:pt x="7896083" y="3583362"/>
                    </a:lnTo>
                    <a:lnTo>
                      <a:pt x="7864626" y="3637438"/>
                    </a:lnTo>
                    <a:lnTo>
                      <a:pt x="7831130" y="3686926"/>
                    </a:lnTo>
                    <a:lnTo>
                      <a:pt x="7797787" y="3737994"/>
                    </a:lnTo>
                    <a:lnTo>
                      <a:pt x="7762559" y="3786055"/>
                    </a:lnTo>
                    <a:lnTo>
                      <a:pt x="7725597" y="3832689"/>
                    </a:lnTo>
                    <a:lnTo>
                      <a:pt x="7688483" y="3877742"/>
                    </a:lnTo>
                    <a:lnTo>
                      <a:pt x="7649636" y="3921368"/>
                    </a:lnTo>
                    <a:lnTo>
                      <a:pt x="7612064" y="3961681"/>
                    </a:lnTo>
                    <a:lnTo>
                      <a:pt x="7571332" y="4002299"/>
                    </a:lnTo>
                    <a:lnTo>
                      <a:pt x="7530447" y="4041337"/>
                    </a:lnTo>
                    <a:lnTo>
                      <a:pt x="7489409" y="4078795"/>
                    </a:lnTo>
                    <a:lnTo>
                      <a:pt x="7448066" y="4113093"/>
                    </a:lnTo>
                    <a:lnTo>
                      <a:pt x="7406723" y="4147390"/>
                    </a:lnTo>
                    <a:lnTo>
                      <a:pt x="7365227" y="4180108"/>
                    </a:lnTo>
                    <a:lnTo>
                      <a:pt x="7321998" y="4211398"/>
                    </a:lnTo>
                    <a:lnTo>
                      <a:pt x="7280350" y="4242535"/>
                    </a:lnTo>
                    <a:lnTo>
                      <a:pt x="7238549" y="4272092"/>
                    </a:lnTo>
                    <a:lnTo>
                      <a:pt x="7193435" y="4300375"/>
                    </a:lnTo>
                    <a:lnTo>
                      <a:pt x="7109069" y="4351588"/>
                    </a:lnTo>
                    <a:lnTo>
                      <a:pt x="7025826" y="4397909"/>
                    </a:lnTo>
                    <a:lnTo>
                      <a:pt x="6940391" y="4438062"/>
                    </a:lnTo>
                    <a:lnTo>
                      <a:pt x="6859545" y="4476176"/>
                    </a:lnTo>
                    <a:lnTo>
                      <a:pt x="6779820" y="4509398"/>
                    </a:lnTo>
                    <a:lnTo>
                      <a:pt x="6704378" y="4537421"/>
                    </a:lnTo>
                    <a:lnTo>
                      <a:pt x="6630516" y="4565291"/>
                    </a:lnTo>
                    <a:lnTo>
                      <a:pt x="6562364" y="4586230"/>
                    </a:lnTo>
                    <a:lnTo>
                      <a:pt x="6500380" y="4604979"/>
                    </a:lnTo>
                    <a:lnTo>
                      <a:pt x="6439823" y="4621994"/>
                    </a:lnTo>
                    <a:lnTo>
                      <a:pt x="6388289" y="4633353"/>
                    </a:lnTo>
                    <a:lnTo>
                      <a:pt x="6302450" y="4652811"/>
                    </a:lnTo>
                    <a:lnTo>
                      <a:pt x="6249031" y="4661163"/>
                    </a:lnTo>
                    <a:lnTo>
                      <a:pt x="6230222" y="4664575"/>
                    </a:lnTo>
                    <a:lnTo>
                      <a:pt x="6227135" y="4654343"/>
                    </a:lnTo>
                    <a:lnTo>
                      <a:pt x="6227811" y="4661118"/>
                    </a:lnTo>
                    <a:lnTo>
                      <a:pt x="6098112" y="4712138"/>
                    </a:lnTo>
                    <a:lnTo>
                      <a:pt x="6049694" y="4681559"/>
                    </a:lnTo>
                    <a:lnTo>
                      <a:pt x="6003825" y="4645883"/>
                    </a:lnTo>
                    <a:lnTo>
                      <a:pt x="5917185" y="4584725"/>
                    </a:lnTo>
                    <a:lnTo>
                      <a:pt x="5848382" y="4523566"/>
                    </a:lnTo>
                    <a:lnTo>
                      <a:pt x="5794867" y="4475149"/>
                    </a:lnTo>
                    <a:lnTo>
                      <a:pt x="5748999" y="4429279"/>
                    </a:lnTo>
                    <a:lnTo>
                      <a:pt x="5659810" y="4345187"/>
                    </a:lnTo>
                    <a:lnTo>
                      <a:pt x="5578265" y="4276383"/>
                    </a:lnTo>
                    <a:lnTo>
                      <a:pt x="5496721" y="4212677"/>
                    </a:lnTo>
                    <a:lnTo>
                      <a:pt x="5422820" y="4161712"/>
                    </a:lnTo>
                    <a:lnTo>
                      <a:pt x="5351468" y="4118390"/>
                    </a:lnTo>
                    <a:lnTo>
                      <a:pt x="5282666" y="4082714"/>
                    </a:lnTo>
                    <a:lnTo>
                      <a:pt x="5218958" y="4057232"/>
                    </a:lnTo>
                    <a:lnTo>
                      <a:pt x="5155251" y="4036845"/>
                    </a:lnTo>
                    <a:lnTo>
                      <a:pt x="5096640" y="4026652"/>
                    </a:lnTo>
                    <a:lnTo>
                      <a:pt x="5043128" y="4019008"/>
                    </a:lnTo>
                    <a:lnTo>
                      <a:pt x="4880868" y="3988754"/>
                    </a:lnTo>
                    <a:lnTo>
                      <a:pt x="4821814" y="3988754"/>
                    </a:lnTo>
                    <a:lnTo>
                      <a:pt x="4762758" y="4000565"/>
                    </a:lnTo>
                    <a:lnTo>
                      <a:pt x="4709610" y="4012376"/>
                    </a:lnTo>
                    <a:lnTo>
                      <a:pt x="4659412" y="4033044"/>
                    </a:lnTo>
                    <a:lnTo>
                      <a:pt x="4615122" y="4056665"/>
                    </a:lnTo>
                    <a:lnTo>
                      <a:pt x="4570830" y="4086193"/>
                    </a:lnTo>
                    <a:lnTo>
                      <a:pt x="4526540" y="4118674"/>
                    </a:lnTo>
                    <a:lnTo>
                      <a:pt x="4491107" y="4157059"/>
                    </a:lnTo>
                    <a:lnTo>
                      <a:pt x="4458626" y="4195446"/>
                    </a:lnTo>
                    <a:lnTo>
                      <a:pt x="4423193" y="4239735"/>
                    </a:lnTo>
                    <a:lnTo>
                      <a:pt x="4393666" y="4284027"/>
                    </a:lnTo>
                    <a:lnTo>
                      <a:pt x="4367092" y="4328317"/>
                    </a:lnTo>
                    <a:lnTo>
                      <a:pt x="4340517" y="4375561"/>
                    </a:lnTo>
                    <a:lnTo>
                      <a:pt x="4319849" y="4422804"/>
                    </a:lnTo>
                    <a:lnTo>
                      <a:pt x="4281462" y="4517292"/>
                    </a:lnTo>
                    <a:lnTo>
                      <a:pt x="4251934" y="4605875"/>
                    </a:lnTo>
                    <a:lnTo>
                      <a:pt x="4228313" y="4685599"/>
                    </a:lnTo>
                    <a:lnTo>
                      <a:pt x="4210597" y="4756464"/>
                    </a:lnTo>
                    <a:lnTo>
                      <a:pt x="4175163" y="4895242"/>
                    </a:lnTo>
                    <a:lnTo>
                      <a:pt x="4133825" y="5031067"/>
                    </a:lnTo>
                    <a:lnTo>
                      <a:pt x="4092487" y="5160987"/>
                    </a:lnTo>
                    <a:lnTo>
                      <a:pt x="4048197" y="5285002"/>
                    </a:lnTo>
                    <a:lnTo>
                      <a:pt x="4000953" y="5409017"/>
                    </a:lnTo>
                    <a:lnTo>
                      <a:pt x="3947804" y="5530080"/>
                    </a:lnTo>
                    <a:lnTo>
                      <a:pt x="3894654" y="5642284"/>
                    </a:lnTo>
                    <a:lnTo>
                      <a:pt x="3838552" y="5757440"/>
                    </a:lnTo>
                    <a:lnTo>
                      <a:pt x="3776546" y="5863738"/>
                    </a:lnTo>
                    <a:lnTo>
                      <a:pt x="3717492" y="5967085"/>
                    </a:lnTo>
                    <a:lnTo>
                      <a:pt x="3649577" y="6067477"/>
                    </a:lnTo>
                    <a:lnTo>
                      <a:pt x="3584617" y="6161965"/>
                    </a:lnTo>
                    <a:lnTo>
                      <a:pt x="3516705" y="6256452"/>
                    </a:lnTo>
                    <a:lnTo>
                      <a:pt x="3445840" y="6342080"/>
                    </a:lnTo>
                    <a:lnTo>
                      <a:pt x="3374974" y="6430663"/>
                    </a:lnTo>
                    <a:lnTo>
                      <a:pt x="3301155" y="6513339"/>
                    </a:lnTo>
                    <a:lnTo>
                      <a:pt x="3224384" y="6593063"/>
                    </a:lnTo>
                    <a:lnTo>
                      <a:pt x="3147613" y="6669834"/>
                    </a:lnTo>
                    <a:lnTo>
                      <a:pt x="3067890" y="6743653"/>
                    </a:lnTo>
                    <a:lnTo>
                      <a:pt x="2991120" y="6811566"/>
                    </a:lnTo>
                    <a:lnTo>
                      <a:pt x="2908443" y="6879478"/>
                    </a:lnTo>
                    <a:lnTo>
                      <a:pt x="2825766" y="6944438"/>
                    </a:lnTo>
                    <a:lnTo>
                      <a:pt x="2743090" y="7006447"/>
                    </a:lnTo>
                    <a:lnTo>
                      <a:pt x="2660413" y="7062547"/>
                    </a:lnTo>
                    <a:lnTo>
                      <a:pt x="2577736" y="7118650"/>
                    </a:lnTo>
                    <a:lnTo>
                      <a:pt x="2495061" y="7171799"/>
                    </a:lnTo>
                    <a:lnTo>
                      <a:pt x="2409429" y="7221995"/>
                    </a:lnTo>
                    <a:lnTo>
                      <a:pt x="2326754" y="7272193"/>
                    </a:lnTo>
                    <a:lnTo>
                      <a:pt x="2244077" y="7319436"/>
                    </a:lnTo>
                    <a:lnTo>
                      <a:pt x="2155495" y="7363726"/>
                    </a:lnTo>
                    <a:lnTo>
                      <a:pt x="1990142" y="7443451"/>
                    </a:lnTo>
                    <a:lnTo>
                      <a:pt x="1827743" y="7514317"/>
                    </a:lnTo>
                    <a:lnTo>
                      <a:pt x="1662389" y="7573370"/>
                    </a:lnTo>
                    <a:lnTo>
                      <a:pt x="1505893" y="7629472"/>
                    </a:lnTo>
                    <a:lnTo>
                      <a:pt x="1352352" y="7676715"/>
                    </a:lnTo>
                    <a:lnTo>
                      <a:pt x="1207669" y="7715102"/>
                    </a:lnTo>
                    <a:lnTo>
                      <a:pt x="1065937" y="7753487"/>
                    </a:lnTo>
                    <a:lnTo>
                      <a:pt x="936017" y="7780062"/>
                    </a:lnTo>
                    <a:lnTo>
                      <a:pt x="817908" y="7803684"/>
                    </a:lnTo>
                    <a:lnTo>
                      <a:pt x="702751" y="7824352"/>
                    </a:lnTo>
                    <a:lnTo>
                      <a:pt x="605312" y="7836163"/>
                    </a:lnTo>
                    <a:lnTo>
                      <a:pt x="442910" y="7856833"/>
                    </a:lnTo>
                    <a:lnTo>
                      <a:pt x="342518" y="7862739"/>
                    </a:lnTo>
                    <a:lnTo>
                      <a:pt x="307084" y="7865691"/>
                    </a:lnTo>
                    <a:lnTo>
                      <a:pt x="0" y="6324364"/>
                    </a:lnTo>
                    <a:lnTo>
                      <a:pt x="32481" y="6318459"/>
                    </a:lnTo>
                    <a:lnTo>
                      <a:pt x="124015" y="6312553"/>
                    </a:lnTo>
                    <a:lnTo>
                      <a:pt x="265746" y="6297791"/>
                    </a:lnTo>
                    <a:lnTo>
                      <a:pt x="357282" y="6283026"/>
                    </a:lnTo>
                    <a:lnTo>
                      <a:pt x="454721" y="6265309"/>
                    </a:lnTo>
                    <a:lnTo>
                      <a:pt x="563973" y="6247592"/>
                    </a:lnTo>
                    <a:lnTo>
                      <a:pt x="679129" y="6221020"/>
                    </a:lnTo>
                    <a:lnTo>
                      <a:pt x="803144" y="6185586"/>
                    </a:lnTo>
                    <a:lnTo>
                      <a:pt x="933064" y="6150154"/>
                    </a:lnTo>
                    <a:lnTo>
                      <a:pt x="1068890" y="6102911"/>
                    </a:lnTo>
                    <a:lnTo>
                      <a:pt x="1210620" y="6049761"/>
                    </a:lnTo>
                    <a:lnTo>
                      <a:pt x="1358257" y="5990706"/>
                    </a:lnTo>
                    <a:lnTo>
                      <a:pt x="1502942" y="5922793"/>
                    </a:lnTo>
                    <a:lnTo>
                      <a:pt x="1653530" y="5843070"/>
                    </a:lnTo>
                    <a:lnTo>
                      <a:pt x="1730302" y="5801731"/>
                    </a:lnTo>
                    <a:lnTo>
                      <a:pt x="1807072" y="5757440"/>
                    </a:lnTo>
                    <a:lnTo>
                      <a:pt x="1880892" y="5710195"/>
                    </a:lnTo>
                    <a:lnTo>
                      <a:pt x="1957662" y="5662952"/>
                    </a:lnTo>
                    <a:lnTo>
                      <a:pt x="2034434" y="5609803"/>
                    </a:lnTo>
                    <a:lnTo>
                      <a:pt x="2108251" y="5553701"/>
                    </a:lnTo>
                    <a:lnTo>
                      <a:pt x="2185022" y="5497599"/>
                    </a:lnTo>
                    <a:lnTo>
                      <a:pt x="2255888" y="5435593"/>
                    </a:lnTo>
                    <a:lnTo>
                      <a:pt x="2329707" y="5373584"/>
                    </a:lnTo>
                    <a:lnTo>
                      <a:pt x="2403525" y="5305672"/>
                    </a:lnTo>
                    <a:lnTo>
                      <a:pt x="2477344" y="5237759"/>
                    </a:lnTo>
                    <a:lnTo>
                      <a:pt x="2548210" y="5166894"/>
                    </a:lnTo>
                    <a:lnTo>
                      <a:pt x="2616121" y="5090123"/>
                    </a:lnTo>
                    <a:lnTo>
                      <a:pt x="2686987" y="5010399"/>
                    </a:lnTo>
                    <a:lnTo>
                      <a:pt x="2754901" y="4930674"/>
                    </a:lnTo>
                    <a:lnTo>
                      <a:pt x="2819860" y="4842093"/>
                    </a:lnTo>
                    <a:lnTo>
                      <a:pt x="2887773" y="4756465"/>
                    </a:lnTo>
                    <a:lnTo>
                      <a:pt x="2949781" y="4661977"/>
                    </a:lnTo>
                    <a:lnTo>
                      <a:pt x="3011788" y="4567490"/>
                    </a:lnTo>
                    <a:lnTo>
                      <a:pt x="3070842" y="4470049"/>
                    </a:lnTo>
                    <a:lnTo>
                      <a:pt x="3126944" y="4366704"/>
                    </a:lnTo>
                    <a:lnTo>
                      <a:pt x="3183046" y="4260406"/>
                    </a:lnTo>
                    <a:lnTo>
                      <a:pt x="3236195" y="4145248"/>
                    </a:lnTo>
                    <a:lnTo>
                      <a:pt x="3286393" y="4033044"/>
                    </a:lnTo>
                    <a:lnTo>
                      <a:pt x="3336587" y="3914935"/>
                    </a:lnTo>
                    <a:lnTo>
                      <a:pt x="3383832" y="3793873"/>
                    </a:lnTo>
                    <a:lnTo>
                      <a:pt x="3428123" y="3666905"/>
                    </a:lnTo>
                    <a:lnTo>
                      <a:pt x="3466508" y="3536985"/>
                    </a:lnTo>
                    <a:lnTo>
                      <a:pt x="3504894" y="3398208"/>
                    </a:lnTo>
                    <a:lnTo>
                      <a:pt x="3540327" y="3259428"/>
                    </a:lnTo>
                    <a:lnTo>
                      <a:pt x="3558043" y="3191516"/>
                    </a:lnTo>
                    <a:lnTo>
                      <a:pt x="3584617" y="3108840"/>
                    </a:lnTo>
                    <a:lnTo>
                      <a:pt x="3617098" y="3017305"/>
                    </a:lnTo>
                    <a:lnTo>
                      <a:pt x="3661388" y="2919865"/>
                    </a:lnTo>
                    <a:lnTo>
                      <a:pt x="3687964" y="2869668"/>
                    </a:lnTo>
                    <a:lnTo>
                      <a:pt x="3714537" y="2822424"/>
                    </a:lnTo>
                    <a:lnTo>
                      <a:pt x="3744064" y="2772228"/>
                    </a:lnTo>
                    <a:lnTo>
                      <a:pt x="3776546" y="2724985"/>
                    </a:lnTo>
                    <a:lnTo>
                      <a:pt x="3809025" y="2683647"/>
                    </a:lnTo>
                    <a:lnTo>
                      <a:pt x="3850363" y="2642308"/>
                    </a:lnTo>
                    <a:lnTo>
                      <a:pt x="3891701" y="2603921"/>
                    </a:lnTo>
                    <a:lnTo>
                      <a:pt x="3933040" y="2565537"/>
                    </a:lnTo>
                    <a:lnTo>
                      <a:pt x="3977331" y="2536010"/>
                    </a:lnTo>
                    <a:lnTo>
                      <a:pt x="4027527" y="2512388"/>
                    </a:lnTo>
                    <a:lnTo>
                      <a:pt x="4077724" y="2488766"/>
                    </a:lnTo>
                    <a:lnTo>
                      <a:pt x="4130874" y="2476955"/>
                    </a:lnTo>
                    <a:lnTo>
                      <a:pt x="4186974" y="2471050"/>
                    </a:lnTo>
                    <a:lnTo>
                      <a:pt x="4246029" y="2465144"/>
                    </a:lnTo>
                    <a:lnTo>
                      <a:pt x="4310989" y="2474001"/>
                    </a:lnTo>
                    <a:lnTo>
                      <a:pt x="4375949" y="2488766"/>
                    </a:lnTo>
                    <a:lnTo>
                      <a:pt x="4446816" y="2512388"/>
                    </a:lnTo>
                    <a:lnTo>
                      <a:pt x="4520634" y="2544867"/>
                    </a:lnTo>
                    <a:lnTo>
                      <a:pt x="4597405" y="2589159"/>
                    </a:lnTo>
                    <a:lnTo>
                      <a:pt x="4674177" y="2642308"/>
                    </a:lnTo>
                    <a:lnTo>
                      <a:pt x="4756853" y="2707268"/>
                    </a:lnTo>
                    <a:lnTo>
                      <a:pt x="4842482" y="2781086"/>
                    </a:lnTo>
                    <a:lnTo>
                      <a:pt x="4934017" y="2869668"/>
                    </a:lnTo>
                    <a:lnTo>
                      <a:pt x="5028504" y="2970060"/>
                    </a:lnTo>
                    <a:lnTo>
                      <a:pt x="5131849" y="3091492"/>
                    </a:lnTo>
                    <a:lnTo>
                      <a:pt x="5131263" y="3098119"/>
                    </a:lnTo>
                    <a:lnTo>
                      <a:pt x="5170541" y="3139853"/>
                    </a:lnTo>
                    <a:lnTo>
                      <a:pt x="5272472" y="3259623"/>
                    </a:lnTo>
                    <a:lnTo>
                      <a:pt x="5343823" y="3343715"/>
                    </a:lnTo>
                    <a:lnTo>
                      <a:pt x="5425369" y="3432906"/>
                    </a:lnTo>
                    <a:lnTo>
                      <a:pt x="5514557" y="3522094"/>
                    </a:lnTo>
                    <a:lnTo>
                      <a:pt x="5560426" y="3567964"/>
                    </a:lnTo>
                    <a:lnTo>
                      <a:pt x="5608844" y="3611285"/>
                    </a:lnTo>
                    <a:lnTo>
                      <a:pt x="5659810" y="3654604"/>
                    </a:lnTo>
                    <a:lnTo>
                      <a:pt x="5710775" y="3692830"/>
                    </a:lnTo>
                    <a:lnTo>
                      <a:pt x="5759192" y="3725956"/>
                    </a:lnTo>
                    <a:lnTo>
                      <a:pt x="5810157" y="3759084"/>
                    </a:lnTo>
                    <a:lnTo>
                      <a:pt x="5863672" y="3787115"/>
                    </a:lnTo>
                    <a:lnTo>
                      <a:pt x="5914637" y="3807501"/>
                    </a:lnTo>
                    <a:lnTo>
                      <a:pt x="5965602" y="3825340"/>
                    </a:lnTo>
                    <a:lnTo>
                      <a:pt x="6019115" y="3832983"/>
                    </a:lnTo>
                    <a:lnTo>
                      <a:pt x="6044598" y="3835532"/>
                    </a:lnTo>
                    <a:lnTo>
                      <a:pt x="6070081" y="3835533"/>
                    </a:lnTo>
                    <a:lnTo>
                      <a:pt x="6088201" y="3835532"/>
                    </a:lnTo>
                    <a:lnTo>
                      <a:pt x="6127028" y="3827657"/>
                    </a:lnTo>
                    <a:lnTo>
                      <a:pt x="6175249" y="3815024"/>
                    </a:lnTo>
                    <a:lnTo>
                      <a:pt x="6226478" y="3800504"/>
                    </a:lnTo>
                    <a:lnTo>
                      <a:pt x="6284027" y="3785374"/>
                    </a:lnTo>
                    <a:lnTo>
                      <a:pt x="6344278" y="3765199"/>
                    </a:lnTo>
                    <a:lnTo>
                      <a:pt x="6408812" y="3739825"/>
                    </a:lnTo>
                    <a:lnTo>
                      <a:pt x="6476506" y="3714145"/>
                    </a:lnTo>
                    <a:lnTo>
                      <a:pt x="6546750" y="3681840"/>
                    </a:lnTo>
                    <a:lnTo>
                      <a:pt x="6619848" y="3646069"/>
                    </a:lnTo>
                    <a:lnTo>
                      <a:pt x="6695802" y="3606832"/>
                    </a:lnTo>
                    <a:lnTo>
                      <a:pt x="6769717" y="3563008"/>
                    </a:lnTo>
                    <a:lnTo>
                      <a:pt x="6846182" y="3512557"/>
                    </a:lnTo>
                    <a:lnTo>
                      <a:pt x="6885128" y="3486466"/>
                    </a:lnTo>
                    <a:lnTo>
                      <a:pt x="6923922" y="3458794"/>
                    </a:lnTo>
                    <a:lnTo>
                      <a:pt x="6960982" y="3429695"/>
                    </a:lnTo>
                    <a:lnTo>
                      <a:pt x="6999623" y="3400443"/>
                    </a:lnTo>
                    <a:lnTo>
                      <a:pt x="7037959" y="3368031"/>
                    </a:lnTo>
                    <a:lnTo>
                      <a:pt x="7074561" y="3334191"/>
                    </a:lnTo>
                    <a:lnTo>
                      <a:pt x="7112744" y="3300199"/>
                    </a:lnTo>
                    <a:lnTo>
                      <a:pt x="7147461" y="3263352"/>
                    </a:lnTo>
                    <a:lnTo>
                      <a:pt x="7183759" y="3226352"/>
                    </a:lnTo>
                    <a:lnTo>
                      <a:pt x="7219751" y="3186191"/>
                    </a:lnTo>
                    <a:lnTo>
                      <a:pt x="7255743" y="3146031"/>
                    </a:lnTo>
                    <a:lnTo>
                      <a:pt x="7290002" y="3104444"/>
                    </a:lnTo>
                    <a:lnTo>
                      <a:pt x="7322375" y="3059848"/>
                    </a:lnTo>
                    <a:lnTo>
                      <a:pt x="7356176" y="3013520"/>
                    </a:lnTo>
                    <a:lnTo>
                      <a:pt x="7388397" y="2967345"/>
                    </a:lnTo>
                    <a:lnTo>
                      <a:pt x="7418580" y="2916582"/>
                    </a:lnTo>
                    <a:lnTo>
                      <a:pt x="7450496" y="2867246"/>
                    </a:lnTo>
                    <a:lnTo>
                      <a:pt x="7478793" y="2813475"/>
                    </a:lnTo>
                    <a:lnTo>
                      <a:pt x="7507090" y="2759705"/>
                    </a:lnTo>
                    <a:lnTo>
                      <a:pt x="7533655" y="2704506"/>
                    </a:lnTo>
                    <a:lnTo>
                      <a:pt x="7558334" y="2646301"/>
                    </a:lnTo>
                    <a:lnTo>
                      <a:pt x="7582860" y="2586515"/>
                    </a:lnTo>
                    <a:lnTo>
                      <a:pt x="7605348" y="2522141"/>
                    </a:lnTo>
                    <a:lnTo>
                      <a:pt x="7626409" y="2459500"/>
                    </a:lnTo>
                    <a:lnTo>
                      <a:pt x="7647164" y="2393699"/>
                    </a:lnTo>
                    <a:lnTo>
                      <a:pt x="7666187" y="2326471"/>
                    </a:lnTo>
                    <a:lnTo>
                      <a:pt x="7683324" y="2256234"/>
                    </a:lnTo>
                    <a:lnTo>
                      <a:pt x="7697148" y="2184723"/>
                    </a:lnTo>
                    <a:lnTo>
                      <a:pt x="7710514" y="2108472"/>
                    </a:lnTo>
                    <a:lnTo>
                      <a:pt x="7722300" y="2032373"/>
                    </a:lnTo>
                    <a:lnTo>
                      <a:pt x="7728269" y="1995114"/>
                    </a:lnTo>
                    <a:lnTo>
                      <a:pt x="7738215" y="1949496"/>
                    </a:lnTo>
                    <a:lnTo>
                      <a:pt x="7750864" y="1898832"/>
                    </a:lnTo>
                    <a:lnTo>
                      <a:pt x="7769527" y="1844397"/>
                    </a:lnTo>
                    <a:lnTo>
                      <a:pt x="7781153" y="1816161"/>
                    </a:lnTo>
                    <a:lnTo>
                      <a:pt x="7792932" y="1789504"/>
                    </a:lnTo>
                    <a:lnTo>
                      <a:pt x="7806138" y="1761115"/>
                    </a:lnTo>
                    <a:lnTo>
                      <a:pt x="7821076" y="1734153"/>
                    </a:lnTo>
                    <a:lnTo>
                      <a:pt x="7836320" y="1710352"/>
                    </a:lnTo>
                    <a:lnTo>
                      <a:pt x="7856305" y="1686093"/>
                    </a:lnTo>
                    <a:lnTo>
                      <a:pt x="7876442" y="1663413"/>
                    </a:lnTo>
                    <a:lnTo>
                      <a:pt x="7896579" y="1640734"/>
                    </a:lnTo>
                    <a:lnTo>
                      <a:pt x="7918755" y="1622642"/>
                    </a:lnTo>
                    <a:lnTo>
                      <a:pt x="7944396" y="1607405"/>
                    </a:lnTo>
                    <a:lnTo>
                      <a:pt x="7970036" y="1592169"/>
                    </a:lnTo>
                    <a:lnTo>
                      <a:pt x="7997868" y="1583100"/>
                    </a:lnTo>
                    <a:lnTo>
                      <a:pt x="8027586" y="1577039"/>
                    </a:lnTo>
                    <a:lnTo>
                      <a:pt x="8058883" y="1570825"/>
                    </a:lnTo>
                    <a:lnTo>
                      <a:pt x="8094104" y="1572207"/>
                    </a:lnTo>
                    <a:lnTo>
                      <a:pt x="8129631" y="1576748"/>
                    </a:lnTo>
                    <a:lnTo>
                      <a:pt x="8168776" y="1585725"/>
                    </a:lnTo>
                    <a:lnTo>
                      <a:pt x="8209959" y="1599290"/>
                    </a:lnTo>
                    <a:lnTo>
                      <a:pt x="8253332" y="1619022"/>
                    </a:lnTo>
                    <a:lnTo>
                      <a:pt x="8297164" y="1643496"/>
                    </a:lnTo>
                    <a:lnTo>
                      <a:pt x="8344767" y="1673984"/>
                    </a:lnTo>
                    <a:lnTo>
                      <a:pt x="8394408" y="1709059"/>
                    </a:lnTo>
                    <a:lnTo>
                      <a:pt x="8447973" y="1751731"/>
                    </a:lnTo>
                    <a:lnTo>
                      <a:pt x="8503728" y="1800570"/>
                    </a:lnTo>
                    <a:lnTo>
                      <a:pt x="8574110" y="1868729"/>
                    </a:lnTo>
                    <a:lnTo>
                      <a:pt x="8623392" y="1916599"/>
                    </a:lnTo>
                    <a:lnTo>
                      <a:pt x="8679300" y="1967018"/>
                    </a:lnTo>
                    <a:lnTo>
                      <a:pt x="8739949" y="2016979"/>
                    </a:lnTo>
                    <a:lnTo>
                      <a:pt x="8771139" y="2042674"/>
                    </a:lnTo>
                    <a:lnTo>
                      <a:pt x="8803758" y="2066635"/>
                    </a:lnTo>
                    <a:lnTo>
                      <a:pt x="8837956" y="2090444"/>
                    </a:lnTo>
                    <a:lnTo>
                      <a:pt x="8871849" y="2111093"/>
                    </a:lnTo>
                    <a:lnTo>
                      <a:pt x="8903856" y="2128734"/>
                    </a:lnTo>
                    <a:lnTo>
                      <a:pt x="8937444" y="2146222"/>
                    </a:lnTo>
                    <a:lnTo>
                      <a:pt x="8972307" y="2160398"/>
                    </a:lnTo>
                    <a:lnTo>
                      <a:pt x="9005131" y="2169985"/>
                    </a:lnTo>
                    <a:lnTo>
                      <a:pt x="9037802" y="2177992"/>
                    </a:lnTo>
                    <a:lnTo>
                      <a:pt x="9071443" y="2179527"/>
                    </a:lnTo>
                    <a:lnTo>
                      <a:pt x="9087397" y="2179580"/>
                    </a:lnTo>
                    <a:lnTo>
                      <a:pt x="9103199" y="2178053"/>
                    </a:lnTo>
                    <a:lnTo>
                      <a:pt x="9119000" y="2176526"/>
                    </a:lnTo>
                    <a:lnTo>
                      <a:pt x="9133069" y="2173572"/>
                    </a:lnTo>
                    <a:lnTo>
                      <a:pt x="9148565" y="2168885"/>
                    </a:lnTo>
                    <a:lnTo>
                      <a:pt x="9162175" y="2161191"/>
                    </a:lnTo>
                    <a:lnTo>
                      <a:pt x="9178946" y="2153190"/>
                    </a:lnTo>
                    <a:lnTo>
                      <a:pt x="9192404" y="2143916"/>
                    </a:lnTo>
                    <a:lnTo>
                      <a:pt x="9205862" y="2134641"/>
                    </a:lnTo>
                    <a:lnTo>
                      <a:pt x="9219015" y="2122206"/>
                    </a:lnTo>
                    <a:lnTo>
                      <a:pt x="9232014" y="2108190"/>
                    </a:lnTo>
                    <a:lnTo>
                      <a:pt x="9243434" y="2094328"/>
                    </a:lnTo>
                    <a:lnTo>
                      <a:pt x="9256129" y="2077152"/>
                    </a:lnTo>
                    <a:lnTo>
                      <a:pt x="9267090" y="2058550"/>
                    </a:lnTo>
                    <a:lnTo>
                      <a:pt x="9276166" y="2036939"/>
                    </a:lnTo>
                    <a:lnTo>
                      <a:pt x="9286975" y="2016756"/>
                    </a:lnTo>
                    <a:lnTo>
                      <a:pt x="9295746" y="1991985"/>
                    </a:lnTo>
                    <a:lnTo>
                      <a:pt x="9305945" y="1965481"/>
                    </a:lnTo>
                    <a:lnTo>
                      <a:pt x="9314410" y="1937550"/>
                    </a:lnTo>
                    <a:lnTo>
                      <a:pt x="9322723" y="1908039"/>
                    </a:lnTo>
                    <a:lnTo>
                      <a:pt x="9329303" y="1877100"/>
                    </a:lnTo>
                    <a:lnTo>
                      <a:pt x="9335577" y="1843001"/>
                    </a:lnTo>
                    <a:lnTo>
                      <a:pt x="9345936" y="1768635"/>
                    </a:lnTo>
                    <a:lnTo>
                      <a:pt x="9360477" y="1671536"/>
                    </a:lnTo>
                    <a:lnTo>
                      <a:pt x="9375683" y="1564804"/>
                    </a:lnTo>
                    <a:lnTo>
                      <a:pt x="9393285" y="1449866"/>
                    </a:lnTo>
                    <a:lnTo>
                      <a:pt x="9413285" y="1326722"/>
                    </a:lnTo>
                    <a:lnTo>
                      <a:pt x="9437566" y="1198379"/>
                    </a:lnTo>
                    <a:lnTo>
                      <a:pt x="9466131" y="1064838"/>
                    </a:lnTo>
                    <a:lnTo>
                      <a:pt x="9495664" y="924823"/>
                    </a:lnTo>
                    <a:lnTo>
                      <a:pt x="9529480" y="779611"/>
                    </a:lnTo>
                    <a:lnTo>
                      <a:pt x="9539220" y="748367"/>
                    </a:lnTo>
                    <a:lnTo>
                      <a:pt x="9550083" y="712229"/>
                    </a:lnTo>
                    <a:lnTo>
                      <a:pt x="9562678" y="677520"/>
                    </a:lnTo>
                    <a:lnTo>
                      <a:pt x="9579708" y="639192"/>
                    </a:lnTo>
                    <a:lnTo>
                      <a:pt x="9598471" y="602291"/>
                    </a:lnTo>
                    <a:lnTo>
                      <a:pt x="9620089" y="561925"/>
                    </a:lnTo>
                    <a:lnTo>
                      <a:pt x="9643440" y="522986"/>
                    </a:lnTo>
                    <a:lnTo>
                      <a:pt x="9673264" y="485017"/>
                    </a:lnTo>
                    <a:lnTo>
                      <a:pt x="9702935" y="445467"/>
                    </a:lnTo>
                    <a:lnTo>
                      <a:pt x="9737653" y="408620"/>
                    </a:lnTo>
                    <a:lnTo>
                      <a:pt x="9775530" y="371468"/>
                    </a:lnTo>
                    <a:lnTo>
                      <a:pt x="9816721" y="335590"/>
                    </a:lnTo>
                    <a:lnTo>
                      <a:pt x="9861377" y="302567"/>
                    </a:lnTo>
                    <a:lnTo>
                      <a:pt x="9911078" y="272246"/>
                    </a:lnTo>
                    <a:lnTo>
                      <a:pt x="9938300" y="256857"/>
                    </a:lnTo>
                    <a:lnTo>
                      <a:pt x="9965826" y="244628"/>
                    </a:lnTo>
                    <a:lnTo>
                      <a:pt x="9994780" y="230666"/>
                    </a:lnTo>
                    <a:lnTo>
                      <a:pt x="10025314" y="2165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grpSp>
        <p:sp>
          <p:nvSpPr>
            <p:cNvPr id="19" name="Oval 18"/>
            <p:cNvSpPr/>
            <p:nvPr/>
          </p:nvSpPr>
          <p:spPr>
            <a:xfrm>
              <a:off x="2334883" y="4863861"/>
              <a:ext cx="1238250" cy="123825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4" name="Rectangle 3"/>
          <p:cNvSpPr/>
          <p:nvPr/>
        </p:nvSpPr>
        <p:spPr>
          <a:xfrm>
            <a:off x="1342210" y="1818011"/>
            <a:ext cx="9437199" cy="923330"/>
          </a:xfrm>
          <a:prstGeom prst="rect">
            <a:avLst/>
          </a:prstGeom>
          <a:noFill/>
        </p:spPr>
        <p:txBody>
          <a:bodyPr wrap="none" lIns="91440" tIns="45720" rIns="91440" bIns="45720">
            <a:spAutoFit/>
          </a:bodyPr>
          <a:lstStyle/>
          <a:p>
            <a:pPr algn="ctr" rtl="1"/>
            <a:r>
              <a:rPr lang="ar-SA" sz="5400" b="1" u="sng" cap="none" spc="0" dirty="0">
                <a:ln w="12700">
                  <a:solidFill>
                    <a:schemeClr val="accent5"/>
                  </a:solidFill>
                  <a:prstDash val="solid"/>
                </a:ln>
                <a:pattFill prst="ltDnDiag">
                  <a:fgClr>
                    <a:schemeClr val="accent5">
                      <a:lumMod val="60000"/>
                      <a:lumOff val="40000"/>
                    </a:schemeClr>
                  </a:fgClr>
                  <a:bgClr>
                    <a:schemeClr val="bg1"/>
                  </a:bgClr>
                </a:pattFill>
                <a:effectLst/>
                <a:cs typeface="Simplified Arabic" panose="02020603050405020304" pitchFamily="18" charset="-78"/>
              </a:rPr>
              <a:t>2-	مكونات نظام الفيديو التفاعلي المتعددة</a:t>
            </a:r>
            <a:endParaRPr lang="en-US" sz="5400" b="1" u="sng" cap="none" spc="0" dirty="0">
              <a:ln w="12700">
                <a:solidFill>
                  <a:schemeClr val="accent5"/>
                </a:solidFill>
                <a:prstDash val="solid"/>
              </a:ln>
              <a:pattFill prst="ltDnDiag">
                <a:fgClr>
                  <a:schemeClr val="accent5">
                    <a:lumMod val="60000"/>
                    <a:lumOff val="40000"/>
                  </a:schemeClr>
                </a:fgClr>
                <a:bgClr>
                  <a:schemeClr val="bg1"/>
                </a:bgClr>
              </a:pattFill>
              <a:effectLst/>
              <a:cs typeface="Simplified Arabic" panose="02020603050405020304" pitchFamily="18" charset="-78"/>
            </a:endParaRPr>
          </a:p>
        </p:txBody>
      </p:sp>
      <p:sp>
        <p:nvSpPr>
          <p:cNvPr id="6" name="Rectangle 5"/>
          <p:cNvSpPr/>
          <p:nvPr/>
        </p:nvSpPr>
        <p:spPr>
          <a:xfrm>
            <a:off x="3520690" y="2986035"/>
            <a:ext cx="5080237" cy="923330"/>
          </a:xfrm>
          <a:prstGeom prst="rect">
            <a:avLst/>
          </a:prstGeom>
          <a:noFill/>
        </p:spPr>
        <p:txBody>
          <a:bodyPr wrap="none" lIns="91440" tIns="45720" rIns="91440" bIns="45720">
            <a:spAutoFit/>
          </a:bodyPr>
          <a:lstStyle/>
          <a:p>
            <a:pPr algn="ctr"/>
            <a:r>
              <a:rPr lang="ar-SA" sz="5400" b="1" i="1" cap="none" spc="0" dirty="0">
                <a:ln w="6600">
                  <a:solidFill>
                    <a:schemeClr val="accent2"/>
                  </a:solidFill>
                  <a:prstDash val="solid"/>
                </a:ln>
                <a:solidFill>
                  <a:srgbClr val="FFFFFF"/>
                </a:solidFill>
                <a:effectLst>
                  <a:outerShdw dist="38100" dir="2700000" algn="tl" rotWithShape="0">
                    <a:schemeClr val="accent2"/>
                  </a:outerShdw>
                </a:effectLst>
                <a:cs typeface="Simplified Arabic" panose="02020603050405020304" pitchFamily="18" charset="-78"/>
              </a:rPr>
              <a:t>"أولاً: الأجهزة التعليمية</a:t>
            </a:r>
            <a:endParaRPr lang="en-US" sz="5400" b="1" i="1" cap="none" spc="0" dirty="0">
              <a:ln w="6600">
                <a:solidFill>
                  <a:schemeClr val="accent2"/>
                </a:solidFill>
                <a:prstDash val="solid"/>
              </a:ln>
              <a:solidFill>
                <a:srgbClr val="FFFFFF"/>
              </a:solidFill>
              <a:effectLst>
                <a:outerShdw dist="38100" dir="2700000" algn="tl" rotWithShape="0">
                  <a:schemeClr val="accent2"/>
                </a:outerShdw>
              </a:effectLst>
              <a:cs typeface="Simplified Arabic" panose="02020603050405020304" pitchFamily="18" charset="-78"/>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9835981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par>
                                <p:cTn id="12" presetID="22" presetClass="entr" presetSubtype="8" fill="hold" nodeType="with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8" name="Group 14"/>
          <p:cNvGrpSpPr>
            <a:grpSpLocks/>
          </p:cNvGrpSpPr>
          <p:nvPr/>
        </p:nvGrpSpPr>
        <p:grpSpPr bwMode="auto">
          <a:xfrm>
            <a:off x="2638306" y="1220751"/>
            <a:ext cx="7961984" cy="5354687"/>
            <a:chOff x="0" y="2631"/>
            <a:chExt cx="15222" cy="10237"/>
          </a:xfrm>
        </p:grpSpPr>
        <p:sp>
          <p:nvSpPr>
            <p:cNvPr id="1039" name="Freeform 15"/>
            <p:cNvSpPr>
              <a:spLocks/>
            </p:cNvSpPr>
            <p:nvPr/>
          </p:nvSpPr>
          <p:spPr bwMode="auto">
            <a:xfrm>
              <a:off x="0" y="2631"/>
              <a:ext cx="15222" cy="10237"/>
            </a:xfrm>
            <a:custGeom>
              <a:avLst/>
              <a:gdLst/>
              <a:ahLst/>
              <a:cxnLst>
                <a:cxn ang="0">
                  <a:pos x="10" y="10236"/>
                </a:cxn>
                <a:cxn ang="0">
                  <a:pos x="3112" y="10236"/>
                </a:cxn>
                <a:cxn ang="0">
                  <a:pos x="13348" y="0"/>
                </a:cxn>
                <a:cxn ang="0">
                  <a:pos x="15232" y="0"/>
                </a:cxn>
              </a:cxnLst>
              <a:rect l="0" t="0" r="r" b="b"/>
              <a:pathLst>
                <a:path w="15222" h="10237">
                  <a:moveTo>
                    <a:pt x="10" y="10236"/>
                  </a:moveTo>
                  <a:lnTo>
                    <a:pt x="3112" y="10236"/>
                  </a:lnTo>
                  <a:lnTo>
                    <a:pt x="13348" y="0"/>
                  </a:lnTo>
                  <a:lnTo>
                    <a:pt x="15232" y="0"/>
                  </a:lnTo>
                </a:path>
              </a:pathLst>
            </a:custGeom>
            <a:noFill/>
            <a:ln w="88900">
              <a:solidFill>
                <a:srgbClr val="00ACC1"/>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040" name="Group 16"/>
          <p:cNvGrpSpPr>
            <a:grpSpLocks/>
          </p:cNvGrpSpPr>
          <p:nvPr/>
        </p:nvGrpSpPr>
        <p:grpSpPr bwMode="auto">
          <a:xfrm>
            <a:off x="10307900" y="921030"/>
            <a:ext cx="371894" cy="598918"/>
            <a:chOff x="14663" y="2058"/>
            <a:chExt cx="711" cy="1145"/>
          </a:xfrm>
        </p:grpSpPr>
        <p:sp>
          <p:nvSpPr>
            <p:cNvPr id="1041" name="Freeform 17"/>
            <p:cNvSpPr>
              <a:spLocks/>
            </p:cNvSpPr>
            <p:nvPr/>
          </p:nvSpPr>
          <p:spPr bwMode="auto">
            <a:xfrm>
              <a:off x="14663" y="2058"/>
              <a:ext cx="711" cy="1145"/>
            </a:xfrm>
            <a:custGeom>
              <a:avLst/>
              <a:gdLst/>
              <a:ahLst/>
              <a:cxnLst>
                <a:cxn ang="0">
                  <a:pos x="95" y="0"/>
                </a:cxn>
                <a:cxn ang="0">
                  <a:pos x="0" y="103"/>
                </a:cxn>
                <a:cxn ang="0">
                  <a:pos x="505" y="573"/>
                </a:cxn>
                <a:cxn ang="0">
                  <a:pos x="0" y="1043"/>
                </a:cxn>
                <a:cxn ang="0">
                  <a:pos x="95" y="1145"/>
                </a:cxn>
                <a:cxn ang="0">
                  <a:pos x="711" y="573"/>
                </a:cxn>
                <a:cxn ang="0">
                  <a:pos x="95" y="0"/>
                </a:cxn>
              </a:cxnLst>
              <a:rect l="0" t="0" r="r" b="b"/>
              <a:pathLst>
                <a:path w="711" h="1145">
                  <a:moveTo>
                    <a:pt x="95" y="0"/>
                  </a:moveTo>
                  <a:lnTo>
                    <a:pt x="0" y="103"/>
                  </a:lnTo>
                  <a:lnTo>
                    <a:pt x="505" y="573"/>
                  </a:lnTo>
                  <a:lnTo>
                    <a:pt x="0" y="1043"/>
                  </a:lnTo>
                  <a:lnTo>
                    <a:pt x="95" y="1145"/>
                  </a:lnTo>
                  <a:lnTo>
                    <a:pt x="711" y="573"/>
                  </a:lnTo>
                  <a:lnTo>
                    <a:pt x="95" y="0"/>
                  </a:lnTo>
                </a:path>
              </a:pathLst>
            </a:custGeom>
            <a:solidFill>
              <a:srgbClr val="00ACC1"/>
            </a:solidFill>
            <a:ln w="9525">
              <a:no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084" name="Group 60"/>
          <p:cNvGrpSpPr>
            <a:grpSpLocks/>
          </p:cNvGrpSpPr>
          <p:nvPr/>
        </p:nvGrpSpPr>
        <p:grpSpPr bwMode="auto">
          <a:xfrm>
            <a:off x="7329275" y="1264556"/>
            <a:ext cx="1046" cy="484888"/>
            <a:chOff x="8478" y="3133"/>
            <a:chExt cx="2" cy="927"/>
          </a:xfrm>
        </p:grpSpPr>
        <p:sp>
          <p:nvSpPr>
            <p:cNvPr id="1085" name="Freeform 61"/>
            <p:cNvSpPr>
              <a:spLocks/>
            </p:cNvSpPr>
            <p:nvPr/>
          </p:nvSpPr>
          <p:spPr bwMode="auto">
            <a:xfrm>
              <a:off x="8478" y="3133"/>
              <a:ext cx="2" cy="927"/>
            </a:xfrm>
            <a:custGeom>
              <a:avLst/>
              <a:gdLst/>
              <a:ahLst/>
              <a:cxnLst>
                <a:cxn ang="0">
                  <a:pos x="0" y="0"/>
                </a:cxn>
                <a:cxn ang="0">
                  <a:pos x="0" y="927"/>
                </a:cxn>
              </a:cxnLst>
              <a:rect l="0" t="0" r="r" b="b"/>
              <a:pathLst>
                <a:path h="927">
                  <a:moveTo>
                    <a:pt x="0" y="0"/>
                  </a:moveTo>
                  <a:lnTo>
                    <a:pt x="0" y="927"/>
                  </a:lnTo>
                </a:path>
              </a:pathLst>
            </a:custGeom>
            <a:noFill/>
            <a:ln w="54610">
              <a:solidFill>
                <a:srgbClr val="E64918"/>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088" name="Group 64"/>
          <p:cNvGrpSpPr>
            <a:grpSpLocks/>
          </p:cNvGrpSpPr>
          <p:nvPr/>
        </p:nvGrpSpPr>
        <p:grpSpPr bwMode="auto">
          <a:xfrm>
            <a:off x="4836910" y="3995623"/>
            <a:ext cx="1046" cy="304428"/>
            <a:chOff x="2688" y="9398"/>
            <a:chExt cx="2" cy="582"/>
          </a:xfrm>
        </p:grpSpPr>
        <p:sp>
          <p:nvSpPr>
            <p:cNvPr id="1089" name="Freeform 65"/>
            <p:cNvSpPr>
              <a:spLocks/>
            </p:cNvSpPr>
            <p:nvPr/>
          </p:nvSpPr>
          <p:spPr bwMode="auto">
            <a:xfrm>
              <a:off x="2688" y="9398"/>
              <a:ext cx="2" cy="582"/>
            </a:xfrm>
            <a:custGeom>
              <a:avLst/>
              <a:gdLst/>
              <a:ahLst/>
              <a:cxnLst>
                <a:cxn ang="0">
                  <a:pos x="0" y="0"/>
                </a:cxn>
                <a:cxn ang="0">
                  <a:pos x="0" y="582"/>
                </a:cxn>
              </a:cxnLst>
              <a:rect l="0" t="0" r="r" b="b"/>
              <a:pathLst>
                <a:path h="582">
                  <a:moveTo>
                    <a:pt x="0" y="0"/>
                  </a:moveTo>
                  <a:lnTo>
                    <a:pt x="0" y="582"/>
                  </a:lnTo>
                </a:path>
              </a:pathLst>
            </a:custGeom>
            <a:noFill/>
            <a:ln w="54610">
              <a:solidFill>
                <a:srgbClr val="8AB72C"/>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090" name="Group 66"/>
          <p:cNvGrpSpPr>
            <a:grpSpLocks/>
          </p:cNvGrpSpPr>
          <p:nvPr/>
        </p:nvGrpSpPr>
        <p:grpSpPr bwMode="auto">
          <a:xfrm>
            <a:off x="7412441" y="1887011"/>
            <a:ext cx="783540" cy="783562"/>
            <a:chOff x="8637" y="4323"/>
            <a:chExt cx="1498" cy="1498"/>
          </a:xfrm>
        </p:grpSpPr>
        <p:sp>
          <p:nvSpPr>
            <p:cNvPr id="1091" name="Freeform 67"/>
            <p:cNvSpPr>
              <a:spLocks/>
            </p:cNvSpPr>
            <p:nvPr/>
          </p:nvSpPr>
          <p:spPr bwMode="auto">
            <a:xfrm>
              <a:off x="8637" y="4323"/>
              <a:ext cx="1498" cy="1498"/>
            </a:xfrm>
            <a:custGeom>
              <a:avLst/>
              <a:gdLst/>
              <a:ahLst/>
              <a:cxnLst>
                <a:cxn ang="0">
                  <a:pos x="1498" y="1499"/>
                </a:cxn>
                <a:cxn ang="0">
                  <a:pos x="0" y="0"/>
                </a:cxn>
              </a:cxnLst>
              <a:rect l="0" t="0" r="r" b="b"/>
              <a:pathLst>
                <a:path w="1498" h="1498">
                  <a:moveTo>
                    <a:pt x="1498" y="1499"/>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092" name="Group 68"/>
          <p:cNvGrpSpPr>
            <a:grpSpLocks/>
          </p:cNvGrpSpPr>
          <p:nvPr/>
        </p:nvGrpSpPr>
        <p:grpSpPr bwMode="auto">
          <a:xfrm>
            <a:off x="7876917" y="2354638"/>
            <a:ext cx="638130" cy="638148"/>
            <a:chOff x="9525" y="5217"/>
            <a:chExt cx="1220" cy="1220"/>
          </a:xfrm>
        </p:grpSpPr>
        <p:sp>
          <p:nvSpPr>
            <p:cNvPr id="1093" name="Freeform 69"/>
            <p:cNvSpPr>
              <a:spLocks/>
            </p:cNvSpPr>
            <p:nvPr/>
          </p:nvSpPr>
          <p:spPr bwMode="auto">
            <a:xfrm>
              <a:off x="9525" y="5217"/>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64918"/>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cs typeface="Simplified Arabic" panose="02020603050405020304" pitchFamily="18" charset="-78"/>
                </a:rPr>
                <a:t>3</a:t>
              </a:r>
              <a:endParaRPr lang="en-US" sz="2880" dirty="0">
                <a:solidFill>
                  <a:prstClr val="white"/>
                </a:solidFill>
                <a:latin typeface="Sosa" pitchFamily="2" charset="0"/>
                <a:cs typeface="Simplified Arabic" panose="02020603050405020304" pitchFamily="18" charset="-78"/>
              </a:endParaRPr>
            </a:p>
          </p:txBody>
        </p:sp>
      </p:grpSp>
      <p:grpSp>
        <p:nvGrpSpPr>
          <p:cNvPr id="1120" name="Group 96"/>
          <p:cNvGrpSpPr>
            <a:grpSpLocks/>
          </p:cNvGrpSpPr>
          <p:nvPr/>
        </p:nvGrpSpPr>
        <p:grpSpPr bwMode="auto">
          <a:xfrm>
            <a:off x="7876917" y="4543124"/>
            <a:ext cx="1046" cy="336858"/>
            <a:chOff x="7452" y="11941"/>
            <a:chExt cx="2" cy="644"/>
          </a:xfrm>
        </p:grpSpPr>
        <p:sp>
          <p:nvSpPr>
            <p:cNvPr id="1121" name="Freeform 97"/>
            <p:cNvSpPr>
              <a:spLocks/>
            </p:cNvSpPr>
            <p:nvPr/>
          </p:nvSpPr>
          <p:spPr bwMode="auto">
            <a:xfrm>
              <a:off x="7452" y="11941"/>
              <a:ext cx="2" cy="644"/>
            </a:xfrm>
            <a:custGeom>
              <a:avLst/>
              <a:gdLst/>
              <a:ahLst/>
              <a:cxnLst>
                <a:cxn ang="0">
                  <a:pos x="0" y="0"/>
                </a:cxn>
                <a:cxn ang="0">
                  <a:pos x="0" y="644"/>
                </a:cxn>
              </a:cxnLst>
              <a:rect l="0" t="0" r="r" b="b"/>
              <a:pathLst>
                <a:path h="644">
                  <a:moveTo>
                    <a:pt x="0" y="0"/>
                  </a:moveTo>
                  <a:lnTo>
                    <a:pt x="0" y="644"/>
                  </a:lnTo>
                </a:path>
              </a:pathLst>
            </a:custGeom>
            <a:noFill/>
            <a:ln w="54623">
              <a:solidFill>
                <a:srgbClr val="EE525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170" name="Group 146"/>
          <p:cNvGrpSpPr>
            <a:grpSpLocks/>
          </p:cNvGrpSpPr>
          <p:nvPr/>
        </p:nvGrpSpPr>
        <p:grpSpPr bwMode="auto">
          <a:xfrm>
            <a:off x="6937415" y="3869233"/>
            <a:ext cx="774126" cy="774146"/>
            <a:chOff x="5797" y="10192"/>
            <a:chExt cx="1480" cy="1480"/>
          </a:xfrm>
        </p:grpSpPr>
        <p:sp>
          <p:nvSpPr>
            <p:cNvPr id="1171" name="Freeform 147"/>
            <p:cNvSpPr>
              <a:spLocks/>
            </p:cNvSpPr>
            <p:nvPr/>
          </p:nvSpPr>
          <p:spPr bwMode="auto">
            <a:xfrm>
              <a:off x="5797" y="10192"/>
              <a:ext cx="1480" cy="1480"/>
            </a:xfrm>
            <a:custGeom>
              <a:avLst/>
              <a:gdLst/>
              <a:ahLst/>
              <a:cxnLst>
                <a:cxn ang="0">
                  <a:pos x="0" y="0"/>
                </a:cxn>
                <a:cxn ang="0">
                  <a:pos x="1480" y="1480"/>
                </a:cxn>
              </a:cxnLst>
              <a:rect l="0" t="0" r="r" b="b"/>
              <a:pathLst>
                <a:path w="1480" h="1480">
                  <a:moveTo>
                    <a:pt x="0" y="0"/>
                  </a:moveTo>
                  <a:lnTo>
                    <a:pt x="1480" y="148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sp>
        <p:nvSpPr>
          <p:cNvPr id="1173" name="Freeform 149"/>
          <p:cNvSpPr>
            <a:spLocks/>
          </p:cNvSpPr>
          <p:nvPr/>
        </p:nvSpPr>
        <p:spPr bwMode="auto">
          <a:xfrm>
            <a:off x="6618349" y="3536036"/>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E5250"/>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fontAlgn="auto">
              <a:spcBef>
                <a:spcPts val="0"/>
              </a:spcBef>
              <a:spcAft>
                <a:spcPts val="0"/>
              </a:spcAft>
            </a:pPr>
            <a:r>
              <a:rPr lang="en-US" sz="2880" dirty="0" smtClean="0">
                <a:solidFill>
                  <a:prstClr val="white"/>
                </a:solidFill>
                <a:latin typeface="Sosa" pitchFamily="2" charset="0"/>
                <a:cs typeface="Simplified Arabic" panose="02020603050405020304" pitchFamily="18" charset="-78"/>
              </a:rPr>
              <a:t>2</a:t>
            </a:r>
            <a:endParaRPr lang="en-US" sz="2880" dirty="0">
              <a:solidFill>
                <a:prstClr val="white"/>
              </a:solidFill>
              <a:latin typeface="Sosa" pitchFamily="2" charset="0"/>
              <a:cs typeface="Simplified Arabic" panose="02020603050405020304" pitchFamily="18" charset="-78"/>
            </a:endParaRPr>
          </a:p>
        </p:txBody>
      </p:sp>
      <p:grpSp>
        <p:nvGrpSpPr>
          <p:cNvPr id="1220" name="Group 196"/>
          <p:cNvGrpSpPr>
            <a:grpSpLocks/>
          </p:cNvGrpSpPr>
          <p:nvPr/>
        </p:nvGrpSpPr>
        <p:grpSpPr bwMode="auto">
          <a:xfrm>
            <a:off x="4836910" y="4432933"/>
            <a:ext cx="788771" cy="788792"/>
            <a:chOff x="2843" y="10122"/>
            <a:chExt cx="1508" cy="1508"/>
          </a:xfrm>
        </p:grpSpPr>
        <p:sp>
          <p:nvSpPr>
            <p:cNvPr id="1221" name="Freeform 197"/>
            <p:cNvSpPr>
              <a:spLocks/>
            </p:cNvSpPr>
            <p:nvPr/>
          </p:nvSpPr>
          <p:spPr bwMode="auto">
            <a:xfrm>
              <a:off x="2843" y="10122"/>
              <a:ext cx="1508" cy="1508"/>
            </a:xfrm>
            <a:custGeom>
              <a:avLst/>
              <a:gdLst/>
              <a:ahLst/>
              <a:cxnLst>
                <a:cxn ang="0">
                  <a:pos x="1508" y="1508"/>
                </a:cxn>
                <a:cxn ang="0">
                  <a:pos x="0" y="0"/>
                </a:cxn>
              </a:cxnLst>
              <a:rect l="0" t="0" r="r" b="b"/>
              <a:pathLst>
                <a:path w="1508" h="1508">
                  <a:moveTo>
                    <a:pt x="1508" y="1508"/>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sp>
        <p:nvSpPr>
          <p:cNvPr id="1223" name="Freeform 199"/>
          <p:cNvSpPr>
            <a:spLocks/>
          </p:cNvSpPr>
          <p:nvPr/>
        </p:nvSpPr>
        <p:spPr bwMode="auto">
          <a:xfrm>
            <a:off x="5306615" y="4892712"/>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8AB72C"/>
          </a:solidFill>
          <a:ln w="28575">
            <a:solidFill>
              <a:schemeClr val="bg1"/>
            </a:solidFill>
            <a:round/>
            <a:headEnd/>
            <a:tailEnd/>
          </a:ln>
        </p:spPr>
        <p:txBody>
          <a:bodyPr vert="horz" wrap="square" lIns="109728" tIns="54864" rIns="109728" bIns="54864" numCol="1" anchor="ctr"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cs typeface="Simplified Arabic" panose="02020603050405020304" pitchFamily="18" charset="-78"/>
              </a:rPr>
              <a:t>1</a:t>
            </a:r>
            <a:endParaRPr lang="en-US" sz="2880" dirty="0">
              <a:solidFill>
                <a:prstClr val="white"/>
              </a:solidFill>
              <a:latin typeface="Sosa" pitchFamily="2" charset="0"/>
              <a:cs typeface="Simplified Arabic" panose="02020603050405020304" pitchFamily="18" charset="-78"/>
            </a:endParaRPr>
          </a:p>
        </p:txBody>
      </p:sp>
      <p:sp>
        <p:nvSpPr>
          <p:cNvPr id="50" name="TextBox 49"/>
          <p:cNvSpPr txBox="1"/>
          <p:nvPr/>
        </p:nvSpPr>
        <p:spPr>
          <a:xfrm>
            <a:off x="1287704" y="3855110"/>
            <a:ext cx="3707596" cy="1815882"/>
          </a:xfrm>
          <a:prstGeom prst="rect">
            <a:avLst/>
          </a:prstGeom>
          <a:noFill/>
        </p:spPr>
        <p:txBody>
          <a:bodyPr wrap="square" rtlCol="0">
            <a:spAutoFit/>
          </a:bodyPr>
          <a:lstStyle/>
          <a:p>
            <a:pPr algn="ctr" rtl="1" fontAlgn="auto">
              <a:spcBef>
                <a:spcPts val="0"/>
              </a:spcBef>
              <a:spcAft>
                <a:spcPts val="0"/>
              </a:spcAft>
            </a:pPr>
            <a:r>
              <a:rPr lang="ar-JO" sz="2800" b="1" dirty="0" smtClean="0">
                <a:solidFill>
                  <a:srgbClr val="8AB72C"/>
                </a:solidFill>
                <a:cs typeface="Simplified Arabic" panose="02020603050405020304" pitchFamily="18" charset="-78"/>
              </a:rPr>
              <a:t>جهاز </a:t>
            </a:r>
            <a:r>
              <a:rPr lang="ar-JO" sz="2800" b="1" dirty="0">
                <a:solidFill>
                  <a:srgbClr val="8AB72C"/>
                </a:solidFill>
                <a:cs typeface="Simplified Arabic" panose="02020603050405020304" pitchFamily="18" charset="-78"/>
              </a:rPr>
              <a:t>الفيديو</a:t>
            </a:r>
            <a:r>
              <a:rPr lang="ar-JO" sz="2800" b="1" dirty="0">
                <a:cs typeface="Simplified Arabic" panose="02020603050405020304" pitchFamily="18" charset="-78"/>
              </a:rPr>
              <a:t>: يوجد منه نوعان: الأول يعمل بأشعة اليزر، والثانى يعمل بنظام الأشعة الإلكترونية</a:t>
            </a:r>
            <a:endParaRPr lang="en-US" sz="2800" b="1" dirty="0">
              <a:latin typeface="Open Sans" pitchFamily="34" charset="0"/>
              <a:ea typeface="Open Sans" pitchFamily="34" charset="0"/>
              <a:cs typeface="Open Sans" pitchFamily="34" charset="0"/>
            </a:endParaRPr>
          </a:p>
        </p:txBody>
      </p:sp>
      <p:sp>
        <p:nvSpPr>
          <p:cNvPr id="52" name="TextBox 51"/>
          <p:cNvSpPr txBox="1"/>
          <p:nvPr/>
        </p:nvSpPr>
        <p:spPr>
          <a:xfrm>
            <a:off x="7960876" y="4432933"/>
            <a:ext cx="3524215" cy="1815882"/>
          </a:xfrm>
          <a:prstGeom prst="rect">
            <a:avLst/>
          </a:prstGeom>
          <a:noFill/>
        </p:spPr>
        <p:txBody>
          <a:bodyPr wrap="square" rtlCol="0">
            <a:spAutoFit/>
          </a:bodyPr>
          <a:lstStyle/>
          <a:p>
            <a:pPr rtl="1"/>
            <a:r>
              <a:rPr lang="ar-JO" sz="2800" b="1" dirty="0" smtClean="0">
                <a:solidFill>
                  <a:srgbClr val="EE5250"/>
                </a:solidFill>
                <a:cs typeface="Simplified Arabic" panose="02020603050405020304" pitchFamily="18" charset="-78"/>
              </a:rPr>
              <a:t>جهاز العرض</a:t>
            </a:r>
            <a:r>
              <a:rPr lang="ar-JO" sz="2800" b="1" dirty="0" smtClean="0">
                <a:solidFill>
                  <a:prstClr val="black"/>
                </a:solidFill>
                <a:cs typeface="Simplified Arabic" panose="02020603050405020304" pitchFamily="18" charset="-78"/>
              </a:rPr>
              <a:t>: يعمل </a:t>
            </a:r>
            <a:r>
              <a:rPr lang="ar-JO" sz="2800" b="1" dirty="0">
                <a:solidFill>
                  <a:prstClr val="black"/>
                </a:solidFill>
                <a:cs typeface="Simplified Arabic" panose="02020603050405020304" pitchFamily="18" charset="-78"/>
              </a:rPr>
              <a:t>الجهاز على عرض المعلومات بشكل بصري إما أبيض أو أسود </a:t>
            </a:r>
            <a:r>
              <a:rPr lang="ar-JO" sz="2800" b="1" dirty="0" smtClean="0">
                <a:solidFill>
                  <a:prstClr val="black"/>
                </a:solidFill>
                <a:cs typeface="Simplified Arabic" panose="02020603050405020304" pitchFamily="18" charset="-78"/>
              </a:rPr>
              <a:t>ملونة.</a:t>
            </a:r>
            <a:endParaRPr lang="en-US" sz="2800" b="1" dirty="0">
              <a:solidFill>
                <a:prstClr val="black"/>
              </a:solidFill>
              <a:latin typeface="Open Sans" pitchFamily="34" charset="0"/>
              <a:ea typeface="Open Sans" pitchFamily="34" charset="0"/>
              <a:cs typeface="Open Sans" pitchFamily="34" charset="0"/>
            </a:endParaRPr>
          </a:p>
        </p:txBody>
      </p:sp>
      <p:sp>
        <p:nvSpPr>
          <p:cNvPr id="55" name="TextBox 54"/>
          <p:cNvSpPr txBox="1"/>
          <p:nvPr/>
        </p:nvSpPr>
        <p:spPr>
          <a:xfrm>
            <a:off x="3260017" y="1196482"/>
            <a:ext cx="3942555" cy="1815882"/>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E64918"/>
                </a:solidFill>
                <a:cs typeface="Simplified Arabic" panose="02020603050405020304" pitchFamily="18" charset="-78"/>
              </a:rPr>
              <a:t>الحاسب </a:t>
            </a:r>
            <a:r>
              <a:rPr lang="ar-SA" sz="2800" b="1" dirty="0">
                <a:solidFill>
                  <a:srgbClr val="E64918"/>
                </a:solidFill>
                <a:cs typeface="Simplified Arabic" panose="02020603050405020304" pitchFamily="18" charset="-78"/>
              </a:rPr>
              <a:t>الألى</a:t>
            </a:r>
            <a:r>
              <a:rPr lang="ar-SA" sz="2800" b="1" dirty="0">
                <a:solidFill>
                  <a:prstClr val="black"/>
                </a:solidFill>
                <a:cs typeface="Simplified Arabic" panose="02020603050405020304" pitchFamily="18" charset="-78"/>
              </a:rPr>
              <a:t>: هو الأساس لنظام الفيديو التفاعلى، حيث يتيح التفاعل ما بين النظام والمتعلم</a:t>
            </a:r>
            <a:endParaRPr lang="en-US" sz="2800" b="1" dirty="0">
              <a:solidFill>
                <a:prstClr val="black"/>
              </a:solidFill>
              <a:latin typeface="Open Sans" pitchFamily="34" charset="0"/>
              <a:ea typeface="Open Sans" pitchFamily="34" charset="0"/>
              <a:cs typeface="Open Sans" pitchFamily="34" charset="0"/>
            </a:endParaRPr>
          </a:p>
        </p:txBody>
      </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7432745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50"/>
                                  </p:stCondLst>
                                  <p:childTnLst>
                                    <p:set>
                                      <p:cBhvr>
                                        <p:cTn id="6" dur="1" fill="hold">
                                          <p:stCondLst>
                                            <p:cond delay="0"/>
                                          </p:stCondLst>
                                        </p:cTn>
                                        <p:tgtEl>
                                          <p:spTgt spid="1223"/>
                                        </p:tgtEl>
                                        <p:attrNameLst>
                                          <p:attrName>style.visibility</p:attrName>
                                        </p:attrNameLst>
                                      </p:cBhvr>
                                      <p:to>
                                        <p:strVal val="visible"/>
                                      </p:to>
                                    </p:set>
                                  </p:childTnLst>
                                </p:cTn>
                              </p:par>
                            </p:childTnLst>
                          </p:cTn>
                        </p:par>
                        <p:par>
                          <p:cTn id="7" fill="hold">
                            <p:stCondLst>
                              <p:cond delay="250"/>
                            </p:stCondLst>
                            <p:childTnLst>
                              <p:par>
                                <p:cTn id="8" presetID="1" presetClass="entr" presetSubtype="0" fill="hold" nodeType="afterEffect">
                                  <p:stCondLst>
                                    <p:cond delay="250"/>
                                  </p:stCondLst>
                                  <p:childTnLst>
                                    <p:set>
                                      <p:cBhvr>
                                        <p:cTn id="9" dur="1" fill="hold">
                                          <p:stCondLst>
                                            <p:cond delay="0"/>
                                          </p:stCondLst>
                                        </p:cTn>
                                        <p:tgtEl>
                                          <p:spTgt spid="1220"/>
                                        </p:tgtEl>
                                        <p:attrNameLst>
                                          <p:attrName>style.visibility</p:attrName>
                                        </p:attrNameLst>
                                      </p:cBhvr>
                                      <p:to>
                                        <p:strVal val="visible"/>
                                      </p:to>
                                    </p:set>
                                  </p:childTnLst>
                                </p:cTn>
                              </p:par>
                            </p:childTnLst>
                          </p:cTn>
                        </p:par>
                        <p:par>
                          <p:cTn id="10" fill="hold">
                            <p:stCondLst>
                              <p:cond delay="500"/>
                            </p:stCondLst>
                            <p:childTnLst>
                              <p:par>
                                <p:cTn id="11" presetID="1" presetClass="entr" presetSubtype="0" fill="hold" nodeType="afterEffect">
                                  <p:stCondLst>
                                    <p:cond delay="250"/>
                                  </p:stCondLst>
                                  <p:childTnLst>
                                    <p:set>
                                      <p:cBhvr>
                                        <p:cTn id="12" dur="1" fill="hold">
                                          <p:stCondLst>
                                            <p:cond delay="0"/>
                                          </p:stCondLst>
                                        </p:cTn>
                                        <p:tgtEl>
                                          <p:spTgt spid="1088"/>
                                        </p:tgtEl>
                                        <p:attrNameLst>
                                          <p:attrName>style.visibility</p:attrName>
                                        </p:attrNameLst>
                                      </p:cBhvr>
                                      <p:to>
                                        <p:strVal val="visible"/>
                                      </p:to>
                                    </p:set>
                                  </p:childTnLst>
                                </p:cTn>
                              </p:par>
                            </p:childTnLst>
                          </p:cTn>
                        </p:par>
                        <p:par>
                          <p:cTn id="13" fill="hold">
                            <p:stCondLst>
                              <p:cond delay="750"/>
                            </p:stCondLst>
                            <p:childTnLst>
                              <p:par>
                                <p:cTn id="14" presetID="1" presetClass="entr" presetSubtype="0" fill="hold" grpId="0" nodeType="afterEffect">
                                  <p:stCondLst>
                                    <p:cond delay="250"/>
                                  </p:stCondLst>
                                  <p:childTnLst>
                                    <p:set>
                                      <p:cBhvr>
                                        <p:cTn id="15" dur="1" fill="hold">
                                          <p:stCondLst>
                                            <p:cond delay="0"/>
                                          </p:stCondLst>
                                        </p:cTn>
                                        <p:tgtEl>
                                          <p:spTgt spid="50"/>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grpId="0" nodeType="afterEffect">
                                  <p:stCondLst>
                                    <p:cond delay="250"/>
                                  </p:stCondLst>
                                  <p:childTnLst>
                                    <p:set>
                                      <p:cBhvr>
                                        <p:cTn id="18" dur="1" fill="hold">
                                          <p:stCondLst>
                                            <p:cond delay="0"/>
                                          </p:stCondLst>
                                        </p:cTn>
                                        <p:tgtEl>
                                          <p:spTgt spid="1173"/>
                                        </p:tgtEl>
                                        <p:attrNameLst>
                                          <p:attrName>style.visibility</p:attrName>
                                        </p:attrNameLst>
                                      </p:cBhvr>
                                      <p:to>
                                        <p:strVal val="visible"/>
                                      </p:to>
                                    </p:set>
                                  </p:childTnLst>
                                </p:cTn>
                              </p:par>
                            </p:childTnLst>
                          </p:cTn>
                        </p:par>
                        <p:par>
                          <p:cTn id="19" fill="hold">
                            <p:stCondLst>
                              <p:cond delay="1250"/>
                            </p:stCondLst>
                            <p:childTnLst>
                              <p:par>
                                <p:cTn id="20" presetID="1" presetClass="entr" presetSubtype="0" fill="hold" nodeType="afterEffect">
                                  <p:stCondLst>
                                    <p:cond delay="250"/>
                                  </p:stCondLst>
                                  <p:childTnLst>
                                    <p:set>
                                      <p:cBhvr>
                                        <p:cTn id="21" dur="1" fill="hold">
                                          <p:stCondLst>
                                            <p:cond delay="0"/>
                                          </p:stCondLst>
                                        </p:cTn>
                                        <p:tgtEl>
                                          <p:spTgt spid="1170"/>
                                        </p:tgtEl>
                                        <p:attrNameLst>
                                          <p:attrName>style.visibility</p:attrName>
                                        </p:attrNameLst>
                                      </p:cBhvr>
                                      <p:to>
                                        <p:strVal val="visible"/>
                                      </p:to>
                                    </p:set>
                                  </p:childTnLst>
                                </p:cTn>
                              </p:par>
                            </p:childTnLst>
                          </p:cTn>
                        </p:par>
                        <p:par>
                          <p:cTn id="22" fill="hold">
                            <p:stCondLst>
                              <p:cond delay="1500"/>
                            </p:stCondLst>
                            <p:childTnLst>
                              <p:par>
                                <p:cTn id="23" presetID="1" presetClass="entr" presetSubtype="0" fill="hold" nodeType="afterEffect">
                                  <p:stCondLst>
                                    <p:cond delay="250"/>
                                  </p:stCondLst>
                                  <p:childTnLst>
                                    <p:set>
                                      <p:cBhvr>
                                        <p:cTn id="24" dur="1" fill="hold">
                                          <p:stCondLst>
                                            <p:cond delay="0"/>
                                          </p:stCondLst>
                                        </p:cTn>
                                        <p:tgtEl>
                                          <p:spTgt spid="1120"/>
                                        </p:tgtEl>
                                        <p:attrNameLst>
                                          <p:attrName>style.visibility</p:attrName>
                                        </p:attrNameLst>
                                      </p:cBhvr>
                                      <p:to>
                                        <p:strVal val="visible"/>
                                      </p:to>
                                    </p:set>
                                  </p:childTnLst>
                                </p:cTn>
                              </p:par>
                            </p:childTnLst>
                          </p:cTn>
                        </p:par>
                        <p:par>
                          <p:cTn id="25" fill="hold">
                            <p:stCondLst>
                              <p:cond delay="1750"/>
                            </p:stCondLst>
                            <p:childTnLst>
                              <p:par>
                                <p:cTn id="26" presetID="1" presetClass="entr" presetSubtype="0" fill="hold" grpId="0" nodeType="afterEffect">
                                  <p:stCondLst>
                                    <p:cond delay="250"/>
                                  </p:stCondLst>
                                  <p:childTnLst>
                                    <p:set>
                                      <p:cBhvr>
                                        <p:cTn id="27" dur="1" fill="hold">
                                          <p:stCondLst>
                                            <p:cond delay="0"/>
                                          </p:stCondLst>
                                        </p:cTn>
                                        <p:tgtEl>
                                          <p:spTgt spid="52"/>
                                        </p:tgtEl>
                                        <p:attrNameLst>
                                          <p:attrName>style.visibility</p:attrName>
                                        </p:attrNameLst>
                                      </p:cBhvr>
                                      <p:to>
                                        <p:strVal val="visible"/>
                                      </p:to>
                                    </p:set>
                                  </p:childTnLst>
                                </p:cTn>
                              </p:par>
                            </p:childTnLst>
                          </p:cTn>
                        </p:par>
                        <p:par>
                          <p:cTn id="28" fill="hold">
                            <p:stCondLst>
                              <p:cond delay="2000"/>
                            </p:stCondLst>
                            <p:childTnLst>
                              <p:par>
                                <p:cTn id="29" presetID="1" presetClass="entr" presetSubtype="0" fill="hold" nodeType="afterEffect">
                                  <p:stCondLst>
                                    <p:cond delay="250"/>
                                  </p:stCondLst>
                                  <p:childTnLst>
                                    <p:set>
                                      <p:cBhvr>
                                        <p:cTn id="30" dur="1" fill="hold">
                                          <p:stCondLst>
                                            <p:cond delay="0"/>
                                          </p:stCondLst>
                                        </p:cTn>
                                        <p:tgtEl>
                                          <p:spTgt spid="1092"/>
                                        </p:tgtEl>
                                        <p:attrNameLst>
                                          <p:attrName>style.visibility</p:attrName>
                                        </p:attrNameLst>
                                      </p:cBhvr>
                                      <p:to>
                                        <p:strVal val="visible"/>
                                      </p:to>
                                    </p:set>
                                  </p:childTnLst>
                                </p:cTn>
                              </p:par>
                            </p:childTnLst>
                          </p:cTn>
                        </p:par>
                        <p:par>
                          <p:cTn id="31" fill="hold">
                            <p:stCondLst>
                              <p:cond delay="2250"/>
                            </p:stCondLst>
                            <p:childTnLst>
                              <p:par>
                                <p:cTn id="32" presetID="1" presetClass="entr" presetSubtype="0" fill="hold" nodeType="afterEffect">
                                  <p:stCondLst>
                                    <p:cond delay="250"/>
                                  </p:stCondLst>
                                  <p:childTnLst>
                                    <p:set>
                                      <p:cBhvr>
                                        <p:cTn id="33" dur="1" fill="hold">
                                          <p:stCondLst>
                                            <p:cond delay="0"/>
                                          </p:stCondLst>
                                        </p:cTn>
                                        <p:tgtEl>
                                          <p:spTgt spid="1090"/>
                                        </p:tgtEl>
                                        <p:attrNameLst>
                                          <p:attrName>style.visibility</p:attrName>
                                        </p:attrNameLst>
                                      </p:cBhvr>
                                      <p:to>
                                        <p:strVal val="visible"/>
                                      </p:to>
                                    </p:set>
                                  </p:childTnLst>
                                </p:cTn>
                              </p:par>
                            </p:childTnLst>
                          </p:cTn>
                        </p:par>
                        <p:par>
                          <p:cTn id="34" fill="hold">
                            <p:stCondLst>
                              <p:cond delay="2500"/>
                            </p:stCondLst>
                            <p:childTnLst>
                              <p:par>
                                <p:cTn id="35" presetID="1" presetClass="entr" presetSubtype="0" fill="hold" nodeType="afterEffect">
                                  <p:stCondLst>
                                    <p:cond delay="250"/>
                                  </p:stCondLst>
                                  <p:childTnLst>
                                    <p:set>
                                      <p:cBhvr>
                                        <p:cTn id="36" dur="1" fill="hold">
                                          <p:stCondLst>
                                            <p:cond delay="0"/>
                                          </p:stCondLst>
                                        </p:cTn>
                                        <p:tgtEl>
                                          <p:spTgt spid="1084"/>
                                        </p:tgtEl>
                                        <p:attrNameLst>
                                          <p:attrName>style.visibility</p:attrName>
                                        </p:attrNameLst>
                                      </p:cBhvr>
                                      <p:to>
                                        <p:strVal val="visible"/>
                                      </p:to>
                                    </p:set>
                                  </p:childTnLst>
                                </p:cTn>
                              </p:par>
                            </p:childTnLst>
                          </p:cTn>
                        </p:par>
                        <p:par>
                          <p:cTn id="37" fill="hold">
                            <p:stCondLst>
                              <p:cond delay="2750"/>
                            </p:stCondLst>
                            <p:childTnLst>
                              <p:par>
                                <p:cTn id="38" presetID="1" presetClass="entr" presetSubtype="0" fill="hold" grpId="0" nodeType="afterEffect">
                                  <p:stCondLst>
                                    <p:cond delay="250"/>
                                  </p:stCondLst>
                                  <p:childTnLst>
                                    <p:set>
                                      <p:cBhvr>
                                        <p:cTn id="39"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3" grpId="0" animBg="1"/>
      <p:bldP spid="1223" grpId="0" animBg="1"/>
      <p:bldP spid="50" grpId="0"/>
      <p:bldP spid="52" grpId="0"/>
      <p:bldP spid="55" grpId="0"/>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8" name="Group 14"/>
          <p:cNvGrpSpPr>
            <a:grpSpLocks/>
          </p:cNvGrpSpPr>
          <p:nvPr/>
        </p:nvGrpSpPr>
        <p:grpSpPr bwMode="auto">
          <a:xfrm>
            <a:off x="2072641" y="886088"/>
            <a:ext cx="7961984" cy="5354687"/>
            <a:chOff x="0" y="2631"/>
            <a:chExt cx="15222" cy="10237"/>
          </a:xfrm>
        </p:grpSpPr>
        <p:sp>
          <p:nvSpPr>
            <p:cNvPr id="1039" name="Freeform 15"/>
            <p:cNvSpPr>
              <a:spLocks/>
            </p:cNvSpPr>
            <p:nvPr/>
          </p:nvSpPr>
          <p:spPr bwMode="auto">
            <a:xfrm>
              <a:off x="0" y="2631"/>
              <a:ext cx="15222" cy="10237"/>
            </a:xfrm>
            <a:custGeom>
              <a:avLst/>
              <a:gdLst/>
              <a:ahLst/>
              <a:cxnLst>
                <a:cxn ang="0">
                  <a:pos x="10" y="10236"/>
                </a:cxn>
                <a:cxn ang="0">
                  <a:pos x="3112" y="10236"/>
                </a:cxn>
                <a:cxn ang="0">
                  <a:pos x="13348" y="0"/>
                </a:cxn>
                <a:cxn ang="0">
                  <a:pos x="15232" y="0"/>
                </a:cxn>
              </a:cxnLst>
              <a:rect l="0" t="0" r="r" b="b"/>
              <a:pathLst>
                <a:path w="15222" h="10237">
                  <a:moveTo>
                    <a:pt x="10" y="10236"/>
                  </a:moveTo>
                  <a:lnTo>
                    <a:pt x="3112" y="10236"/>
                  </a:lnTo>
                  <a:lnTo>
                    <a:pt x="13348" y="0"/>
                  </a:lnTo>
                  <a:lnTo>
                    <a:pt x="15232" y="0"/>
                  </a:lnTo>
                </a:path>
              </a:pathLst>
            </a:custGeom>
            <a:noFill/>
            <a:ln w="88900">
              <a:solidFill>
                <a:srgbClr val="00ACC1"/>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040" name="Group 16"/>
          <p:cNvGrpSpPr>
            <a:grpSpLocks/>
          </p:cNvGrpSpPr>
          <p:nvPr/>
        </p:nvGrpSpPr>
        <p:grpSpPr bwMode="auto">
          <a:xfrm>
            <a:off x="9742235" y="586367"/>
            <a:ext cx="371894" cy="598918"/>
            <a:chOff x="14663" y="2058"/>
            <a:chExt cx="711" cy="1145"/>
          </a:xfrm>
        </p:grpSpPr>
        <p:sp>
          <p:nvSpPr>
            <p:cNvPr id="1041" name="Freeform 17"/>
            <p:cNvSpPr>
              <a:spLocks/>
            </p:cNvSpPr>
            <p:nvPr/>
          </p:nvSpPr>
          <p:spPr bwMode="auto">
            <a:xfrm>
              <a:off x="14663" y="2058"/>
              <a:ext cx="711" cy="1145"/>
            </a:xfrm>
            <a:custGeom>
              <a:avLst/>
              <a:gdLst/>
              <a:ahLst/>
              <a:cxnLst>
                <a:cxn ang="0">
                  <a:pos x="95" y="0"/>
                </a:cxn>
                <a:cxn ang="0">
                  <a:pos x="0" y="103"/>
                </a:cxn>
                <a:cxn ang="0">
                  <a:pos x="505" y="573"/>
                </a:cxn>
                <a:cxn ang="0">
                  <a:pos x="0" y="1043"/>
                </a:cxn>
                <a:cxn ang="0">
                  <a:pos x="95" y="1145"/>
                </a:cxn>
                <a:cxn ang="0">
                  <a:pos x="711" y="573"/>
                </a:cxn>
                <a:cxn ang="0">
                  <a:pos x="95" y="0"/>
                </a:cxn>
              </a:cxnLst>
              <a:rect l="0" t="0" r="r" b="b"/>
              <a:pathLst>
                <a:path w="711" h="1145">
                  <a:moveTo>
                    <a:pt x="95" y="0"/>
                  </a:moveTo>
                  <a:lnTo>
                    <a:pt x="0" y="103"/>
                  </a:lnTo>
                  <a:lnTo>
                    <a:pt x="505" y="573"/>
                  </a:lnTo>
                  <a:lnTo>
                    <a:pt x="0" y="1043"/>
                  </a:lnTo>
                  <a:lnTo>
                    <a:pt x="95" y="1145"/>
                  </a:lnTo>
                  <a:lnTo>
                    <a:pt x="711" y="573"/>
                  </a:lnTo>
                  <a:lnTo>
                    <a:pt x="95" y="0"/>
                  </a:lnTo>
                </a:path>
              </a:pathLst>
            </a:custGeom>
            <a:solidFill>
              <a:srgbClr val="00ACC1"/>
            </a:solidFill>
            <a:ln w="9525">
              <a:no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084" name="Group 60"/>
          <p:cNvGrpSpPr>
            <a:grpSpLocks/>
          </p:cNvGrpSpPr>
          <p:nvPr/>
        </p:nvGrpSpPr>
        <p:grpSpPr bwMode="auto">
          <a:xfrm>
            <a:off x="6052059" y="1636042"/>
            <a:ext cx="1046" cy="484888"/>
            <a:chOff x="8478" y="3133"/>
            <a:chExt cx="2" cy="927"/>
          </a:xfrm>
        </p:grpSpPr>
        <p:sp>
          <p:nvSpPr>
            <p:cNvPr id="1085" name="Freeform 61"/>
            <p:cNvSpPr>
              <a:spLocks/>
            </p:cNvSpPr>
            <p:nvPr/>
          </p:nvSpPr>
          <p:spPr bwMode="auto">
            <a:xfrm>
              <a:off x="8478" y="3133"/>
              <a:ext cx="2" cy="927"/>
            </a:xfrm>
            <a:custGeom>
              <a:avLst/>
              <a:gdLst/>
              <a:ahLst/>
              <a:cxnLst>
                <a:cxn ang="0">
                  <a:pos x="0" y="0"/>
                </a:cxn>
                <a:cxn ang="0">
                  <a:pos x="0" y="927"/>
                </a:cxn>
              </a:cxnLst>
              <a:rect l="0" t="0" r="r" b="b"/>
              <a:pathLst>
                <a:path h="927">
                  <a:moveTo>
                    <a:pt x="0" y="0"/>
                  </a:moveTo>
                  <a:lnTo>
                    <a:pt x="0" y="927"/>
                  </a:lnTo>
                </a:path>
              </a:pathLst>
            </a:custGeom>
            <a:noFill/>
            <a:ln w="54610">
              <a:solidFill>
                <a:srgbClr val="E64918"/>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088" name="Group 64"/>
          <p:cNvGrpSpPr>
            <a:grpSpLocks/>
          </p:cNvGrpSpPr>
          <p:nvPr/>
        </p:nvGrpSpPr>
        <p:grpSpPr bwMode="auto">
          <a:xfrm>
            <a:off x="3559694" y="4367109"/>
            <a:ext cx="1046" cy="304428"/>
            <a:chOff x="2688" y="9398"/>
            <a:chExt cx="2" cy="582"/>
          </a:xfrm>
        </p:grpSpPr>
        <p:sp>
          <p:nvSpPr>
            <p:cNvPr id="1089" name="Freeform 65"/>
            <p:cNvSpPr>
              <a:spLocks/>
            </p:cNvSpPr>
            <p:nvPr/>
          </p:nvSpPr>
          <p:spPr bwMode="auto">
            <a:xfrm>
              <a:off x="2688" y="9398"/>
              <a:ext cx="2" cy="582"/>
            </a:xfrm>
            <a:custGeom>
              <a:avLst/>
              <a:gdLst/>
              <a:ahLst/>
              <a:cxnLst>
                <a:cxn ang="0">
                  <a:pos x="0" y="0"/>
                </a:cxn>
                <a:cxn ang="0">
                  <a:pos x="0" y="582"/>
                </a:cxn>
              </a:cxnLst>
              <a:rect l="0" t="0" r="r" b="b"/>
              <a:pathLst>
                <a:path h="582">
                  <a:moveTo>
                    <a:pt x="0" y="0"/>
                  </a:moveTo>
                  <a:lnTo>
                    <a:pt x="0" y="582"/>
                  </a:lnTo>
                </a:path>
              </a:pathLst>
            </a:custGeom>
            <a:noFill/>
            <a:ln w="54610">
              <a:solidFill>
                <a:srgbClr val="8AB72C"/>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090" name="Group 66"/>
          <p:cNvGrpSpPr>
            <a:grpSpLocks/>
          </p:cNvGrpSpPr>
          <p:nvPr/>
        </p:nvGrpSpPr>
        <p:grpSpPr bwMode="auto">
          <a:xfrm>
            <a:off x="6135225" y="2258497"/>
            <a:ext cx="783540" cy="783562"/>
            <a:chOff x="8637" y="4323"/>
            <a:chExt cx="1498" cy="1498"/>
          </a:xfrm>
        </p:grpSpPr>
        <p:sp>
          <p:nvSpPr>
            <p:cNvPr id="1091" name="Freeform 67"/>
            <p:cNvSpPr>
              <a:spLocks/>
            </p:cNvSpPr>
            <p:nvPr/>
          </p:nvSpPr>
          <p:spPr bwMode="auto">
            <a:xfrm>
              <a:off x="8637" y="4323"/>
              <a:ext cx="1498" cy="1498"/>
            </a:xfrm>
            <a:custGeom>
              <a:avLst/>
              <a:gdLst/>
              <a:ahLst/>
              <a:cxnLst>
                <a:cxn ang="0">
                  <a:pos x="1498" y="1499"/>
                </a:cxn>
                <a:cxn ang="0">
                  <a:pos x="0" y="0"/>
                </a:cxn>
              </a:cxnLst>
              <a:rect l="0" t="0" r="r" b="b"/>
              <a:pathLst>
                <a:path w="1498" h="1498">
                  <a:moveTo>
                    <a:pt x="1498" y="1499"/>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092" name="Group 68"/>
          <p:cNvGrpSpPr>
            <a:grpSpLocks/>
          </p:cNvGrpSpPr>
          <p:nvPr/>
        </p:nvGrpSpPr>
        <p:grpSpPr bwMode="auto">
          <a:xfrm>
            <a:off x="6599701" y="2726124"/>
            <a:ext cx="638130" cy="638148"/>
            <a:chOff x="9525" y="5217"/>
            <a:chExt cx="1220" cy="1220"/>
          </a:xfrm>
        </p:grpSpPr>
        <p:sp>
          <p:nvSpPr>
            <p:cNvPr id="1093" name="Freeform 69"/>
            <p:cNvSpPr>
              <a:spLocks/>
            </p:cNvSpPr>
            <p:nvPr/>
          </p:nvSpPr>
          <p:spPr bwMode="auto">
            <a:xfrm>
              <a:off x="9525" y="5217"/>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64918"/>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cs typeface="Simplified Arabic" panose="02020603050405020304" pitchFamily="18" charset="-78"/>
                </a:rPr>
                <a:t>3</a:t>
              </a:r>
              <a:endParaRPr lang="en-US" sz="2880" dirty="0">
                <a:solidFill>
                  <a:prstClr val="white"/>
                </a:solidFill>
                <a:latin typeface="Sosa" pitchFamily="2" charset="0"/>
                <a:cs typeface="Simplified Arabic" panose="02020603050405020304" pitchFamily="18" charset="-78"/>
              </a:endParaRPr>
            </a:p>
          </p:txBody>
        </p:sp>
      </p:grpSp>
      <p:grpSp>
        <p:nvGrpSpPr>
          <p:cNvPr id="1114" name="Group 90"/>
          <p:cNvGrpSpPr>
            <a:grpSpLocks/>
          </p:cNvGrpSpPr>
          <p:nvPr/>
        </p:nvGrpSpPr>
        <p:grpSpPr bwMode="auto">
          <a:xfrm>
            <a:off x="8130172" y="1803032"/>
            <a:ext cx="808124" cy="804485"/>
            <a:chOff x="11581" y="4384"/>
            <a:chExt cx="1545" cy="1538"/>
          </a:xfrm>
        </p:grpSpPr>
        <p:sp>
          <p:nvSpPr>
            <p:cNvPr id="1115" name="Freeform 91"/>
            <p:cNvSpPr>
              <a:spLocks/>
            </p:cNvSpPr>
            <p:nvPr/>
          </p:nvSpPr>
          <p:spPr bwMode="auto">
            <a:xfrm>
              <a:off x="11581" y="4384"/>
              <a:ext cx="1545" cy="1538"/>
            </a:xfrm>
            <a:custGeom>
              <a:avLst/>
              <a:gdLst/>
              <a:ahLst/>
              <a:cxnLst>
                <a:cxn ang="0">
                  <a:pos x="0" y="0"/>
                </a:cxn>
                <a:cxn ang="0">
                  <a:pos x="1546" y="1538"/>
                </a:cxn>
              </a:cxnLst>
              <a:rect l="0" t="0" r="r" b="b"/>
              <a:pathLst>
                <a:path w="1545" h="1538">
                  <a:moveTo>
                    <a:pt x="0" y="0"/>
                  </a:moveTo>
                  <a:lnTo>
                    <a:pt x="1546" y="1538"/>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116" name="Group 92"/>
          <p:cNvGrpSpPr>
            <a:grpSpLocks/>
          </p:cNvGrpSpPr>
          <p:nvPr/>
        </p:nvGrpSpPr>
        <p:grpSpPr bwMode="auto">
          <a:xfrm>
            <a:off x="9029831" y="2713178"/>
            <a:ext cx="1046" cy="376612"/>
            <a:chOff x="13301" y="6124"/>
            <a:chExt cx="2" cy="720"/>
          </a:xfrm>
        </p:grpSpPr>
        <p:sp>
          <p:nvSpPr>
            <p:cNvPr id="1117" name="Freeform 93"/>
            <p:cNvSpPr>
              <a:spLocks/>
            </p:cNvSpPr>
            <p:nvPr/>
          </p:nvSpPr>
          <p:spPr bwMode="auto">
            <a:xfrm>
              <a:off x="13301" y="6124"/>
              <a:ext cx="2" cy="720"/>
            </a:xfrm>
            <a:custGeom>
              <a:avLst/>
              <a:gdLst/>
              <a:ahLst/>
              <a:cxnLst>
                <a:cxn ang="0">
                  <a:pos x="0" y="0"/>
                </a:cxn>
                <a:cxn ang="0">
                  <a:pos x="0" y="720"/>
                </a:cxn>
              </a:cxnLst>
              <a:rect l="0" t="0" r="r" b="b"/>
              <a:pathLst>
                <a:path h="720">
                  <a:moveTo>
                    <a:pt x="0" y="0"/>
                  </a:moveTo>
                  <a:lnTo>
                    <a:pt x="0" y="720"/>
                  </a:lnTo>
                </a:path>
              </a:pathLst>
            </a:custGeom>
            <a:noFill/>
            <a:ln w="52070">
              <a:solidFill>
                <a:srgbClr val="00BEA4"/>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120" name="Group 96"/>
          <p:cNvGrpSpPr>
            <a:grpSpLocks/>
          </p:cNvGrpSpPr>
          <p:nvPr/>
        </p:nvGrpSpPr>
        <p:grpSpPr bwMode="auto">
          <a:xfrm>
            <a:off x="6525858" y="5155572"/>
            <a:ext cx="1046" cy="336858"/>
            <a:chOff x="7452" y="11941"/>
            <a:chExt cx="2" cy="644"/>
          </a:xfrm>
        </p:grpSpPr>
        <p:sp>
          <p:nvSpPr>
            <p:cNvPr id="1121" name="Freeform 97"/>
            <p:cNvSpPr>
              <a:spLocks/>
            </p:cNvSpPr>
            <p:nvPr/>
          </p:nvSpPr>
          <p:spPr bwMode="auto">
            <a:xfrm>
              <a:off x="7452" y="11941"/>
              <a:ext cx="2" cy="644"/>
            </a:xfrm>
            <a:custGeom>
              <a:avLst/>
              <a:gdLst/>
              <a:ahLst/>
              <a:cxnLst>
                <a:cxn ang="0">
                  <a:pos x="0" y="0"/>
                </a:cxn>
                <a:cxn ang="0">
                  <a:pos x="0" y="644"/>
                </a:cxn>
              </a:cxnLst>
              <a:rect l="0" t="0" r="r" b="b"/>
              <a:pathLst>
                <a:path h="644">
                  <a:moveTo>
                    <a:pt x="0" y="0"/>
                  </a:moveTo>
                  <a:lnTo>
                    <a:pt x="0" y="644"/>
                  </a:lnTo>
                </a:path>
              </a:pathLst>
            </a:custGeom>
            <a:noFill/>
            <a:ln w="54623">
              <a:solidFill>
                <a:srgbClr val="EE525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grpSp>
        <p:nvGrpSpPr>
          <p:cNvPr id="1122" name="Group 98"/>
          <p:cNvGrpSpPr>
            <a:grpSpLocks/>
          </p:cNvGrpSpPr>
          <p:nvPr/>
        </p:nvGrpSpPr>
        <p:grpSpPr bwMode="auto">
          <a:xfrm>
            <a:off x="7811107" y="1482389"/>
            <a:ext cx="638130" cy="638148"/>
            <a:chOff x="10971" y="3771"/>
            <a:chExt cx="1220" cy="1220"/>
          </a:xfrm>
        </p:grpSpPr>
        <p:sp>
          <p:nvSpPr>
            <p:cNvPr id="1123" name="Freeform 99"/>
            <p:cNvSpPr>
              <a:spLocks/>
            </p:cNvSpPr>
            <p:nvPr/>
          </p:nvSpPr>
          <p:spPr bwMode="auto">
            <a:xfrm>
              <a:off x="10971" y="3771"/>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00BEA4"/>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cs typeface="Simplified Arabic" panose="02020603050405020304" pitchFamily="18" charset="-78"/>
                </a:rPr>
                <a:t>4</a:t>
              </a:r>
              <a:endParaRPr lang="en-US" sz="2880" dirty="0">
                <a:solidFill>
                  <a:prstClr val="white"/>
                </a:solidFill>
                <a:latin typeface="Sosa" pitchFamily="2" charset="0"/>
                <a:cs typeface="Simplified Arabic" panose="02020603050405020304" pitchFamily="18" charset="-78"/>
              </a:endParaRPr>
            </a:p>
          </p:txBody>
        </p:sp>
      </p:grpSp>
      <p:grpSp>
        <p:nvGrpSpPr>
          <p:cNvPr id="1170" name="Group 146"/>
          <p:cNvGrpSpPr>
            <a:grpSpLocks/>
          </p:cNvGrpSpPr>
          <p:nvPr/>
        </p:nvGrpSpPr>
        <p:grpSpPr bwMode="auto">
          <a:xfrm>
            <a:off x="5660199" y="4240719"/>
            <a:ext cx="774126" cy="774146"/>
            <a:chOff x="5797" y="10192"/>
            <a:chExt cx="1480" cy="1480"/>
          </a:xfrm>
        </p:grpSpPr>
        <p:sp>
          <p:nvSpPr>
            <p:cNvPr id="1171" name="Freeform 147"/>
            <p:cNvSpPr>
              <a:spLocks/>
            </p:cNvSpPr>
            <p:nvPr/>
          </p:nvSpPr>
          <p:spPr bwMode="auto">
            <a:xfrm>
              <a:off x="5797" y="10192"/>
              <a:ext cx="1480" cy="1480"/>
            </a:xfrm>
            <a:custGeom>
              <a:avLst/>
              <a:gdLst/>
              <a:ahLst/>
              <a:cxnLst>
                <a:cxn ang="0">
                  <a:pos x="0" y="0"/>
                </a:cxn>
                <a:cxn ang="0">
                  <a:pos x="1480" y="1480"/>
                </a:cxn>
              </a:cxnLst>
              <a:rect l="0" t="0" r="r" b="b"/>
              <a:pathLst>
                <a:path w="1480" h="1480">
                  <a:moveTo>
                    <a:pt x="0" y="0"/>
                  </a:moveTo>
                  <a:lnTo>
                    <a:pt x="1480" y="148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sp>
        <p:nvSpPr>
          <p:cNvPr id="1173" name="Freeform 149"/>
          <p:cNvSpPr>
            <a:spLocks/>
          </p:cNvSpPr>
          <p:nvPr/>
        </p:nvSpPr>
        <p:spPr bwMode="auto">
          <a:xfrm>
            <a:off x="5341133" y="3907522"/>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E5250"/>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fontAlgn="auto">
              <a:spcBef>
                <a:spcPts val="0"/>
              </a:spcBef>
              <a:spcAft>
                <a:spcPts val="0"/>
              </a:spcAft>
            </a:pPr>
            <a:r>
              <a:rPr lang="en-US" sz="2880" dirty="0" smtClean="0">
                <a:solidFill>
                  <a:prstClr val="white"/>
                </a:solidFill>
                <a:latin typeface="Sosa" pitchFamily="2" charset="0"/>
                <a:cs typeface="Simplified Arabic" panose="02020603050405020304" pitchFamily="18" charset="-78"/>
              </a:rPr>
              <a:t>2</a:t>
            </a:r>
            <a:endParaRPr lang="en-US" sz="2880" dirty="0">
              <a:solidFill>
                <a:prstClr val="white"/>
              </a:solidFill>
              <a:latin typeface="Sosa" pitchFamily="2" charset="0"/>
              <a:cs typeface="Simplified Arabic" panose="02020603050405020304" pitchFamily="18" charset="-78"/>
            </a:endParaRPr>
          </a:p>
        </p:txBody>
      </p:sp>
      <p:grpSp>
        <p:nvGrpSpPr>
          <p:cNvPr id="1220" name="Group 196"/>
          <p:cNvGrpSpPr>
            <a:grpSpLocks/>
          </p:cNvGrpSpPr>
          <p:nvPr/>
        </p:nvGrpSpPr>
        <p:grpSpPr bwMode="auto">
          <a:xfrm>
            <a:off x="3559694" y="4804419"/>
            <a:ext cx="788771" cy="788792"/>
            <a:chOff x="2843" y="10122"/>
            <a:chExt cx="1508" cy="1508"/>
          </a:xfrm>
        </p:grpSpPr>
        <p:sp>
          <p:nvSpPr>
            <p:cNvPr id="1221" name="Freeform 197"/>
            <p:cNvSpPr>
              <a:spLocks/>
            </p:cNvSpPr>
            <p:nvPr/>
          </p:nvSpPr>
          <p:spPr bwMode="auto">
            <a:xfrm>
              <a:off x="2843" y="10122"/>
              <a:ext cx="1508" cy="1508"/>
            </a:xfrm>
            <a:custGeom>
              <a:avLst/>
              <a:gdLst/>
              <a:ahLst/>
              <a:cxnLst>
                <a:cxn ang="0">
                  <a:pos x="1508" y="1508"/>
                </a:cxn>
                <a:cxn ang="0">
                  <a:pos x="0" y="0"/>
                </a:cxn>
              </a:cxnLst>
              <a:rect l="0" t="0" r="r" b="b"/>
              <a:pathLst>
                <a:path w="1508" h="1508">
                  <a:moveTo>
                    <a:pt x="1508" y="1508"/>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dirty="0">
                <a:solidFill>
                  <a:prstClr val="black"/>
                </a:solidFill>
                <a:latin typeface="Open Sans Light"/>
                <a:cs typeface="Simplified Arabic" panose="02020603050405020304" pitchFamily="18" charset="-78"/>
              </a:endParaRPr>
            </a:p>
          </p:txBody>
        </p:sp>
      </p:grpSp>
      <p:sp>
        <p:nvSpPr>
          <p:cNvPr id="1223" name="Freeform 199"/>
          <p:cNvSpPr>
            <a:spLocks/>
          </p:cNvSpPr>
          <p:nvPr/>
        </p:nvSpPr>
        <p:spPr bwMode="auto">
          <a:xfrm>
            <a:off x="4029399" y="5264198"/>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8AB72C"/>
          </a:solidFill>
          <a:ln w="28575">
            <a:solidFill>
              <a:schemeClr val="bg1"/>
            </a:solidFill>
            <a:round/>
            <a:headEnd/>
            <a:tailEnd/>
          </a:ln>
        </p:spPr>
        <p:txBody>
          <a:bodyPr vert="horz" wrap="square" lIns="109728" tIns="54864" rIns="109728" bIns="54864" numCol="1" anchor="ctr"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cs typeface="Simplified Arabic" panose="02020603050405020304" pitchFamily="18" charset="-78"/>
              </a:rPr>
              <a:t>1</a:t>
            </a:r>
            <a:endParaRPr lang="en-US" sz="2880" dirty="0">
              <a:solidFill>
                <a:prstClr val="white"/>
              </a:solidFill>
              <a:latin typeface="Sosa" pitchFamily="2" charset="0"/>
              <a:cs typeface="Simplified Arabic" panose="02020603050405020304" pitchFamily="18" charset="-78"/>
            </a:endParaRPr>
          </a:p>
        </p:txBody>
      </p:sp>
      <p:sp>
        <p:nvSpPr>
          <p:cNvPr id="50" name="TextBox 49"/>
          <p:cNvSpPr txBox="1"/>
          <p:nvPr/>
        </p:nvSpPr>
        <p:spPr>
          <a:xfrm>
            <a:off x="-57755" y="3959548"/>
            <a:ext cx="3575626" cy="2246769"/>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8AB72C"/>
                </a:solidFill>
                <a:cs typeface="Simplified Arabic" panose="02020603050405020304" pitchFamily="18" charset="-78"/>
              </a:rPr>
              <a:t>أدوات </a:t>
            </a:r>
            <a:r>
              <a:rPr lang="ar-SA" sz="2800" b="1" dirty="0">
                <a:solidFill>
                  <a:srgbClr val="8AB72C"/>
                </a:solidFill>
                <a:cs typeface="Simplified Arabic" panose="02020603050405020304" pitchFamily="18" charset="-78"/>
              </a:rPr>
              <a:t>الإدخال </a:t>
            </a:r>
            <a:r>
              <a:rPr lang="en-US" sz="2800" b="1" dirty="0">
                <a:solidFill>
                  <a:srgbClr val="8AB72C"/>
                </a:solidFill>
                <a:cs typeface="Simplified Arabic" panose="02020603050405020304" pitchFamily="18" charset="-78"/>
              </a:rPr>
              <a:t>Input Tools: </a:t>
            </a:r>
            <a:endParaRPr lang="en-US" sz="2800" b="1" dirty="0" smtClean="0">
              <a:solidFill>
                <a:srgbClr val="8AB72C"/>
              </a:solidFill>
              <a:cs typeface="Simplified Arabic" panose="02020603050405020304" pitchFamily="18" charset="-78"/>
            </a:endParaRPr>
          </a:p>
          <a:p>
            <a:pPr algn="ctr" rtl="1" fontAlgn="auto">
              <a:spcBef>
                <a:spcPts val="0"/>
              </a:spcBef>
              <a:spcAft>
                <a:spcPts val="0"/>
              </a:spcAft>
            </a:pPr>
            <a:r>
              <a:rPr lang="ar-SA" sz="2800" b="1" dirty="0" smtClean="0">
                <a:solidFill>
                  <a:prstClr val="black"/>
                </a:solidFill>
                <a:cs typeface="Simplified Arabic" panose="02020603050405020304" pitchFamily="18" charset="-78"/>
              </a:rPr>
              <a:t>هي </a:t>
            </a:r>
            <a:r>
              <a:rPr lang="ar-SA" sz="2800" b="1" dirty="0">
                <a:solidFill>
                  <a:prstClr val="black"/>
                </a:solidFill>
                <a:cs typeface="Simplified Arabic" panose="02020603050405020304" pitchFamily="18" charset="-78"/>
              </a:rPr>
              <a:t>مجموعة من الأدوات تستخدم من قبل المتعلم للاتصال بالبرنامج التعلمي</a:t>
            </a:r>
            <a:endParaRPr lang="en-US" sz="2800" b="1" dirty="0">
              <a:solidFill>
                <a:prstClr val="black"/>
              </a:solidFill>
              <a:latin typeface="Open Sans" pitchFamily="34" charset="0"/>
              <a:ea typeface="Open Sans" pitchFamily="34" charset="0"/>
              <a:cs typeface="Open Sans" pitchFamily="34" charset="0"/>
            </a:endParaRPr>
          </a:p>
        </p:txBody>
      </p:sp>
      <p:sp>
        <p:nvSpPr>
          <p:cNvPr id="52" name="TextBox 51"/>
          <p:cNvSpPr txBox="1"/>
          <p:nvPr/>
        </p:nvSpPr>
        <p:spPr>
          <a:xfrm>
            <a:off x="6273803" y="5071156"/>
            <a:ext cx="4520862" cy="1384995"/>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EE5250"/>
                </a:solidFill>
                <a:cs typeface="Simplified Arabic" panose="02020603050405020304" pitchFamily="18" charset="-78"/>
              </a:rPr>
              <a:t>أجهزة </a:t>
            </a:r>
            <a:r>
              <a:rPr lang="ar-SA" sz="2800" b="1" dirty="0">
                <a:solidFill>
                  <a:srgbClr val="EE5250"/>
                </a:solidFill>
                <a:cs typeface="Simplified Arabic" panose="02020603050405020304" pitchFamily="18" charset="-78"/>
              </a:rPr>
              <a:t>الصوت </a:t>
            </a:r>
            <a:r>
              <a:rPr lang="en-US" sz="2800" b="1" dirty="0">
                <a:solidFill>
                  <a:srgbClr val="EE5250"/>
                </a:solidFill>
                <a:cs typeface="Simplified Arabic" panose="02020603050405020304" pitchFamily="18" charset="-78"/>
              </a:rPr>
              <a:t>Sounds</a:t>
            </a:r>
            <a:r>
              <a:rPr lang="en-US" sz="2800" b="1" dirty="0" smtClean="0">
                <a:solidFill>
                  <a:srgbClr val="EE5250"/>
                </a:solidFill>
                <a:cs typeface="Simplified Arabic" panose="02020603050405020304" pitchFamily="18" charset="-78"/>
              </a:rPr>
              <a:t>:</a:t>
            </a:r>
          </a:p>
          <a:p>
            <a:pPr algn="ctr" rtl="1" fontAlgn="auto">
              <a:spcBef>
                <a:spcPts val="0"/>
              </a:spcBef>
              <a:spcAft>
                <a:spcPts val="0"/>
              </a:spcAft>
            </a:pPr>
            <a:r>
              <a:rPr lang="en-US" sz="2800" b="1" dirty="0" smtClean="0">
                <a:solidFill>
                  <a:prstClr val="black"/>
                </a:solidFill>
                <a:cs typeface="Simplified Arabic" panose="02020603050405020304" pitchFamily="18" charset="-78"/>
              </a:rPr>
              <a:t> </a:t>
            </a:r>
            <a:r>
              <a:rPr lang="ar-SA" sz="2800" b="1" dirty="0">
                <a:solidFill>
                  <a:prstClr val="black"/>
                </a:solidFill>
                <a:cs typeface="Simplified Arabic" panose="02020603050405020304" pitchFamily="18" charset="-78"/>
              </a:rPr>
              <a:t>تمثل الأجهزة التى يتمكن المبرمج من خلالها تسجيل الصوت فى الميكرفون</a:t>
            </a:r>
            <a:endParaRPr lang="en-US" sz="2800" b="1" dirty="0">
              <a:solidFill>
                <a:prstClr val="black"/>
              </a:solidFill>
              <a:latin typeface="Open Sans" pitchFamily="34" charset="0"/>
              <a:ea typeface="Open Sans" pitchFamily="34" charset="0"/>
              <a:cs typeface="Open Sans" pitchFamily="34" charset="0"/>
            </a:endParaRPr>
          </a:p>
        </p:txBody>
      </p:sp>
      <p:sp>
        <p:nvSpPr>
          <p:cNvPr id="54" name="TextBox 53"/>
          <p:cNvSpPr txBox="1"/>
          <p:nvPr/>
        </p:nvSpPr>
        <p:spPr>
          <a:xfrm>
            <a:off x="8850752" y="2680431"/>
            <a:ext cx="3053111" cy="523220"/>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00BEA4"/>
                </a:solidFill>
                <a:cs typeface="Simplified Arabic" panose="02020603050405020304" pitchFamily="18" charset="-78"/>
              </a:rPr>
              <a:t>الأقراص </a:t>
            </a:r>
            <a:r>
              <a:rPr lang="ar-SA" sz="2800" b="1" dirty="0">
                <a:solidFill>
                  <a:srgbClr val="00BEA4"/>
                </a:solidFill>
                <a:cs typeface="Simplified Arabic" panose="02020603050405020304" pitchFamily="18" charset="-78"/>
              </a:rPr>
              <a:t>البصرية </a:t>
            </a:r>
            <a:endParaRPr lang="en-US" sz="2800" b="1" dirty="0">
              <a:solidFill>
                <a:srgbClr val="00BEA4"/>
              </a:solidFill>
              <a:latin typeface="Open Sans" pitchFamily="34" charset="0"/>
              <a:ea typeface="Open Sans" pitchFamily="34" charset="0"/>
              <a:cs typeface="Open Sans" pitchFamily="34" charset="0"/>
            </a:endParaRPr>
          </a:p>
        </p:txBody>
      </p:sp>
      <p:sp>
        <p:nvSpPr>
          <p:cNvPr id="55" name="TextBox 54"/>
          <p:cNvSpPr txBox="1"/>
          <p:nvPr/>
        </p:nvSpPr>
        <p:spPr>
          <a:xfrm>
            <a:off x="2072641" y="1590738"/>
            <a:ext cx="3942555" cy="1384995"/>
          </a:xfrm>
          <a:prstGeom prst="rect">
            <a:avLst/>
          </a:prstGeom>
          <a:noFill/>
        </p:spPr>
        <p:txBody>
          <a:bodyPr wrap="square" rtlCol="0">
            <a:spAutoFit/>
          </a:bodyPr>
          <a:lstStyle/>
          <a:p>
            <a:pPr algn="ctr" rtl="1" fontAlgn="auto">
              <a:spcBef>
                <a:spcPts val="0"/>
              </a:spcBef>
              <a:spcAft>
                <a:spcPts val="0"/>
              </a:spcAft>
            </a:pPr>
            <a:r>
              <a:rPr lang="ar-SA" sz="2800" b="1" dirty="0" smtClean="0">
                <a:solidFill>
                  <a:srgbClr val="E64918"/>
                </a:solidFill>
                <a:cs typeface="Simplified Arabic" panose="02020603050405020304" pitchFamily="18" charset="-78"/>
              </a:rPr>
              <a:t>وسائل </a:t>
            </a:r>
            <a:r>
              <a:rPr lang="ar-SA" sz="2800" b="1" dirty="0">
                <a:solidFill>
                  <a:srgbClr val="E64918"/>
                </a:solidFill>
                <a:cs typeface="Simplified Arabic" panose="02020603050405020304" pitchFamily="18" charset="-78"/>
              </a:rPr>
              <a:t>التخزين</a:t>
            </a:r>
            <a:r>
              <a:rPr lang="ar-SA" sz="2800" b="1" dirty="0">
                <a:solidFill>
                  <a:prstClr val="black"/>
                </a:solidFill>
                <a:cs typeface="Simplified Arabic" panose="02020603050405020304" pitchFamily="18" charset="-78"/>
              </a:rPr>
              <a:t>: مثل القرص الصلب الذي يتم عليه تخزين البرامج</a:t>
            </a:r>
            <a:endParaRPr lang="en-US" sz="2800" b="1" dirty="0">
              <a:solidFill>
                <a:prstClr val="black"/>
              </a:solidFill>
              <a:latin typeface="Open Sans" pitchFamily="34" charset="0"/>
              <a:ea typeface="Open Sans" pitchFamily="34" charset="0"/>
              <a:cs typeface="Open Sans" pitchFamily="34" charset="0"/>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3000976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50"/>
                                  </p:stCondLst>
                                  <p:childTnLst>
                                    <p:set>
                                      <p:cBhvr>
                                        <p:cTn id="6" dur="1" fill="hold">
                                          <p:stCondLst>
                                            <p:cond delay="0"/>
                                          </p:stCondLst>
                                        </p:cTn>
                                        <p:tgtEl>
                                          <p:spTgt spid="1223"/>
                                        </p:tgtEl>
                                        <p:attrNameLst>
                                          <p:attrName>style.visibility</p:attrName>
                                        </p:attrNameLst>
                                      </p:cBhvr>
                                      <p:to>
                                        <p:strVal val="visible"/>
                                      </p:to>
                                    </p:set>
                                  </p:childTnLst>
                                </p:cTn>
                              </p:par>
                            </p:childTnLst>
                          </p:cTn>
                        </p:par>
                        <p:par>
                          <p:cTn id="7" fill="hold">
                            <p:stCondLst>
                              <p:cond delay="250"/>
                            </p:stCondLst>
                            <p:childTnLst>
                              <p:par>
                                <p:cTn id="8" presetID="1" presetClass="entr" presetSubtype="0" fill="hold" nodeType="afterEffect">
                                  <p:stCondLst>
                                    <p:cond delay="250"/>
                                  </p:stCondLst>
                                  <p:childTnLst>
                                    <p:set>
                                      <p:cBhvr>
                                        <p:cTn id="9" dur="1" fill="hold">
                                          <p:stCondLst>
                                            <p:cond delay="0"/>
                                          </p:stCondLst>
                                        </p:cTn>
                                        <p:tgtEl>
                                          <p:spTgt spid="1220"/>
                                        </p:tgtEl>
                                        <p:attrNameLst>
                                          <p:attrName>style.visibility</p:attrName>
                                        </p:attrNameLst>
                                      </p:cBhvr>
                                      <p:to>
                                        <p:strVal val="visible"/>
                                      </p:to>
                                    </p:set>
                                  </p:childTnLst>
                                </p:cTn>
                              </p:par>
                            </p:childTnLst>
                          </p:cTn>
                        </p:par>
                        <p:par>
                          <p:cTn id="10" fill="hold">
                            <p:stCondLst>
                              <p:cond delay="500"/>
                            </p:stCondLst>
                            <p:childTnLst>
                              <p:par>
                                <p:cTn id="11" presetID="1" presetClass="entr" presetSubtype="0" fill="hold" nodeType="afterEffect">
                                  <p:stCondLst>
                                    <p:cond delay="250"/>
                                  </p:stCondLst>
                                  <p:childTnLst>
                                    <p:set>
                                      <p:cBhvr>
                                        <p:cTn id="12" dur="1" fill="hold">
                                          <p:stCondLst>
                                            <p:cond delay="0"/>
                                          </p:stCondLst>
                                        </p:cTn>
                                        <p:tgtEl>
                                          <p:spTgt spid="1088"/>
                                        </p:tgtEl>
                                        <p:attrNameLst>
                                          <p:attrName>style.visibility</p:attrName>
                                        </p:attrNameLst>
                                      </p:cBhvr>
                                      <p:to>
                                        <p:strVal val="visible"/>
                                      </p:to>
                                    </p:set>
                                  </p:childTnLst>
                                </p:cTn>
                              </p:par>
                            </p:childTnLst>
                          </p:cTn>
                        </p:par>
                        <p:par>
                          <p:cTn id="13" fill="hold">
                            <p:stCondLst>
                              <p:cond delay="750"/>
                            </p:stCondLst>
                            <p:childTnLst>
                              <p:par>
                                <p:cTn id="14" presetID="1" presetClass="entr" presetSubtype="0" fill="hold" grpId="0" nodeType="afterEffect">
                                  <p:stCondLst>
                                    <p:cond delay="250"/>
                                  </p:stCondLst>
                                  <p:childTnLst>
                                    <p:set>
                                      <p:cBhvr>
                                        <p:cTn id="15" dur="1" fill="hold">
                                          <p:stCondLst>
                                            <p:cond delay="0"/>
                                          </p:stCondLst>
                                        </p:cTn>
                                        <p:tgtEl>
                                          <p:spTgt spid="50"/>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grpId="0" nodeType="afterEffect">
                                  <p:stCondLst>
                                    <p:cond delay="250"/>
                                  </p:stCondLst>
                                  <p:childTnLst>
                                    <p:set>
                                      <p:cBhvr>
                                        <p:cTn id="18" dur="1" fill="hold">
                                          <p:stCondLst>
                                            <p:cond delay="0"/>
                                          </p:stCondLst>
                                        </p:cTn>
                                        <p:tgtEl>
                                          <p:spTgt spid="1173"/>
                                        </p:tgtEl>
                                        <p:attrNameLst>
                                          <p:attrName>style.visibility</p:attrName>
                                        </p:attrNameLst>
                                      </p:cBhvr>
                                      <p:to>
                                        <p:strVal val="visible"/>
                                      </p:to>
                                    </p:set>
                                  </p:childTnLst>
                                </p:cTn>
                              </p:par>
                            </p:childTnLst>
                          </p:cTn>
                        </p:par>
                        <p:par>
                          <p:cTn id="19" fill="hold">
                            <p:stCondLst>
                              <p:cond delay="1250"/>
                            </p:stCondLst>
                            <p:childTnLst>
                              <p:par>
                                <p:cTn id="20" presetID="1" presetClass="entr" presetSubtype="0" fill="hold" nodeType="afterEffect">
                                  <p:stCondLst>
                                    <p:cond delay="250"/>
                                  </p:stCondLst>
                                  <p:childTnLst>
                                    <p:set>
                                      <p:cBhvr>
                                        <p:cTn id="21" dur="1" fill="hold">
                                          <p:stCondLst>
                                            <p:cond delay="0"/>
                                          </p:stCondLst>
                                        </p:cTn>
                                        <p:tgtEl>
                                          <p:spTgt spid="1170"/>
                                        </p:tgtEl>
                                        <p:attrNameLst>
                                          <p:attrName>style.visibility</p:attrName>
                                        </p:attrNameLst>
                                      </p:cBhvr>
                                      <p:to>
                                        <p:strVal val="visible"/>
                                      </p:to>
                                    </p:set>
                                  </p:childTnLst>
                                </p:cTn>
                              </p:par>
                            </p:childTnLst>
                          </p:cTn>
                        </p:par>
                        <p:par>
                          <p:cTn id="22" fill="hold">
                            <p:stCondLst>
                              <p:cond delay="1500"/>
                            </p:stCondLst>
                            <p:childTnLst>
                              <p:par>
                                <p:cTn id="23" presetID="1" presetClass="entr" presetSubtype="0" fill="hold" nodeType="afterEffect">
                                  <p:stCondLst>
                                    <p:cond delay="250"/>
                                  </p:stCondLst>
                                  <p:childTnLst>
                                    <p:set>
                                      <p:cBhvr>
                                        <p:cTn id="24" dur="1" fill="hold">
                                          <p:stCondLst>
                                            <p:cond delay="0"/>
                                          </p:stCondLst>
                                        </p:cTn>
                                        <p:tgtEl>
                                          <p:spTgt spid="1120"/>
                                        </p:tgtEl>
                                        <p:attrNameLst>
                                          <p:attrName>style.visibility</p:attrName>
                                        </p:attrNameLst>
                                      </p:cBhvr>
                                      <p:to>
                                        <p:strVal val="visible"/>
                                      </p:to>
                                    </p:set>
                                  </p:childTnLst>
                                </p:cTn>
                              </p:par>
                            </p:childTnLst>
                          </p:cTn>
                        </p:par>
                        <p:par>
                          <p:cTn id="25" fill="hold">
                            <p:stCondLst>
                              <p:cond delay="1750"/>
                            </p:stCondLst>
                            <p:childTnLst>
                              <p:par>
                                <p:cTn id="26" presetID="1" presetClass="entr" presetSubtype="0" fill="hold" grpId="0" nodeType="afterEffect">
                                  <p:stCondLst>
                                    <p:cond delay="250"/>
                                  </p:stCondLst>
                                  <p:childTnLst>
                                    <p:set>
                                      <p:cBhvr>
                                        <p:cTn id="27" dur="1" fill="hold">
                                          <p:stCondLst>
                                            <p:cond delay="0"/>
                                          </p:stCondLst>
                                        </p:cTn>
                                        <p:tgtEl>
                                          <p:spTgt spid="52"/>
                                        </p:tgtEl>
                                        <p:attrNameLst>
                                          <p:attrName>style.visibility</p:attrName>
                                        </p:attrNameLst>
                                      </p:cBhvr>
                                      <p:to>
                                        <p:strVal val="visible"/>
                                      </p:to>
                                    </p:set>
                                  </p:childTnLst>
                                </p:cTn>
                              </p:par>
                            </p:childTnLst>
                          </p:cTn>
                        </p:par>
                        <p:par>
                          <p:cTn id="28" fill="hold">
                            <p:stCondLst>
                              <p:cond delay="2000"/>
                            </p:stCondLst>
                            <p:childTnLst>
                              <p:par>
                                <p:cTn id="29" presetID="1" presetClass="entr" presetSubtype="0" fill="hold" nodeType="afterEffect">
                                  <p:stCondLst>
                                    <p:cond delay="250"/>
                                  </p:stCondLst>
                                  <p:childTnLst>
                                    <p:set>
                                      <p:cBhvr>
                                        <p:cTn id="30" dur="1" fill="hold">
                                          <p:stCondLst>
                                            <p:cond delay="0"/>
                                          </p:stCondLst>
                                        </p:cTn>
                                        <p:tgtEl>
                                          <p:spTgt spid="1092"/>
                                        </p:tgtEl>
                                        <p:attrNameLst>
                                          <p:attrName>style.visibility</p:attrName>
                                        </p:attrNameLst>
                                      </p:cBhvr>
                                      <p:to>
                                        <p:strVal val="visible"/>
                                      </p:to>
                                    </p:set>
                                  </p:childTnLst>
                                </p:cTn>
                              </p:par>
                            </p:childTnLst>
                          </p:cTn>
                        </p:par>
                        <p:par>
                          <p:cTn id="31" fill="hold">
                            <p:stCondLst>
                              <p:cond delay="2250"/>
                            </p:stCondLst>
                            <p:childTnLst>
                              <p:par>
                                <p:cTn id="32" presetID="1" presetClass="entr" presetSubtype="0" fill="hold" nodeType="afterEffect">
                                  <p:stCondLst>
                                    <p:cond delay="250"/>
                                  </p:stCondLst>
                                  <p:childTnLst>
                                    <p:set>
                                      <p:cBhvr>
                                        <p:cTn id="33" dur="1" fill="hold">
                                          <p:stCondLst>
                                            <p:cond delay="0"/>
                                          </p:stCondLst>
                                        </p:cTn>
                                        <p:tgtEl>
                                          <p:spTgt spid="1090"/>
                                        </p:tgtEl>
                                        <p:attrNameLst>
                                          <p:attrName>style.visibility</p:attrName>
                                        </p:attrNameLst>
                                      </p:cBhvr>
                                      <p:to>
                                        <p:strVal val="visible"/>
                                      </p:to>
                                    </p:set>
                                  </p:childTnLst>
                                </p:cTn>
                              </p:par>
                            </p:childTnLst>
                          </p:cTn>
                        </p:par>
                        <p:par>
                          <p:cTn id="34" fill="hold">
                            <p:stCondLst>
                              <p:cond delay="2500"/>
                            </p:stCondLst>
                            <p:childTnLst>
                              <p:par>
                                <p:cTn id="35" presetID="1" presetClass="entr" presetSubtype="0" fill="hold" nodeType="afterEffect">
                                  <p:stCondLst>
                                    <p:cond delay="250"/>
                                  </p:stCondLst>
                                  <p:childTnLst>
                                    <p:set>
                                      <p:cBhvr>
                                        <p:cTn id="36" dur="1" fill="hold">
                                          <p:stCondLst>
                                            <p:cond delay="0"/>
                                          </p:stCondLst>
                                        </p:cTn>
                                        <p:tgtEl>
                                          <p:spTgt spid="1084"/>
                                        </p:tgtEl>
                                        <p:attrNameLst>
                                          <p:attrName>style.visibility</p:attrName>
                                        </p:attrNameLst>
                                      </p:cBhvr>
                                      <p:to>
                                        <p:strVal val="visible"/>
                                      </p:to>
                                    </p:set>
                                  </p:childTnLst>
                                </p:cTn>
                              </p:par>
                            </p:childTnLst>
                          </p:cTn>
                        </p:par>
                        <p:par>
                          <p:cTn id="37" fill="hold">
                            <p:stCondLst>
                              <p:cond delay="2750"/>
                            </p:stCondLst>
                            <p:childTnLst>
                              <p:par>
                                <p:cTn id="38" presetID="1" presetClass="entr" presetSubtype="0" fill="hold" grpId="0" nodeType="afterEffect">
                                  <p:stCondLst>
                                    <p:cond delay="250"/>
                                  </p:stCondLst>
                                  <p:childTnLst>
                                    <p:set>
                                      <p:cBhvr>
                                        <p:cTn id="39" dur="1" fill="hold">
                                          <p:stCondLst>
                                            <p:cond delay="0"/>
                                          </p:stCondLst>
                                        </p:cTn>
                                        <p:tgtEl>
                                          <p:spTgt spid="55"/>
                                        </p:tgtEl>
                                        <p:attrNameLst>
                                          <p:attrName>style.visibility</p:attrName>
                                        </p:attrNameLst>
                                      </p:cBhvr>
                                      <p:to>
                                        <p:strVal val="visible"/>
                                      </p:to>
                                    </p:set>
                                  </p:childTnLst>
                                </p:cTn>
                              </p:par>
                            </p:childTnLst>
                          </p:cTn>
                        </p:par>
                        <p:par>
                          <p:cTn id="40" fill="hold">
                            <p:stCondLst>
                              <p:cond delay="3000"/>
                            </p:stCondLst>
                            <p:childTnLst>
                              <p:par>
                                <p:cTn id="41" presetID="1" presetClass="entr" presetSubtype="0" fill="hold" nodeType="afterEffect">
                                  <p:stCondLst>
                                    <p:cond delay="250"/>
                                  </p:stCondLst>
                                  <p:childTnLst>
                                    <p:set>
                                      <p:cBhvr>
                                        <p:cTn id="42" dur="1" fill="hold">
                                          <p:stCondLst>
                                            <p:cond delay="0"/>
                                          </p:stCondLst>
                                        </p:cTn>
                                        <p:tgtEl>
                                          <p:spTgt spid="1122"/>
                                        </p:tgtEl>
                                        <p:attrNameLst>
                                          <p:attrName>style.visibility</p:attrName>
                                        </p:attrNameLst>
                                      </p:cBhvr>
                                      <p:to>
                                        <p:strVal val="visible"/>
                                      </p:to>
                                    </p:set>
                                  </p:childTnLst>
                                </p:cTn>
                              </p:par>
                            </p:childTnLst>
                          </p:cTn>
                        </p:par>
                        <p:par>
                          <p:cTn id="43" fill="hold">
                            <p:stCondLst>
                              <p:cond delay="3250"/>
                            </p:stCondLst>
                            <p:childTnLst>
                              <p:par>
                                <p:cTn id="44" presetID="1" presetClass="entr" presetSubtype="0" fill="hold" nodeType="afterEffect">
                                  <p:stCondLst>
                                    <p:cond delay="250"/>
                                  </p:stCondLst>
                                  <p:childTnLst>
                                    <p:set>
                                      <p:cBhvr>
                                        <p:cTn id="45" dur="1" fill="hold">
                                          <p:stCondLst>
                                            <p:cond delay="0"/>
                                          </p:stCondLst>
                                        </p:cTn>
                                        <p:tgtEl>
                                          <p:spTgt spid="1114"/>
                                        </p:tgtEl>
                                        <p:attrNameLst>
                                          <p:attrName>style.visibility</p:attrName>
                                        </p:attrNameLst>
                                      </p:cBhvr>
                                      <p:to>
                                        <p:strVal val="visible"/>
                                      </p:to>
                                    </p:set>
                                  </p:childTnLst>
                                </p:cTn>
                              </p:par>
                            </p:childTnLst>
                          </p:cTn>
                        </p:par>
                        <p:par>
                          <p:cTn id="46" fill="hold">
                            <p:stCondLst>
                              <p:cond delay="3500"/>
                            </p:stCondLst>
                            <p:childTnLst>
                              <p:par>
                                <p:cTn id="47" presetID="1" presetClass="entr" presetSubtype="0" fill="hold" nodeType="afterEffect">
                                  <p:stCondLst>
                                    <p:cond delay="250"/>
                                  </p:stCondLst>
                                  <p:childTnLst>
                                    <p:set>
                                      <p:cBhvr>
                                        <p:cTn id="48" dur="1" fill="hold">
                                          <p:stCondLst>
                                            <p:cond delay="0"/>
                                          </p:stCondLst>
                                        </p:cTn>
                                        <p:tgtEl>
                                          <p:spTgt spid="1116"/>
                                        </p:tgtEl>
                                        <p:attrNameLst>
                                          <p:attrName>style.visibility</p:attrName>
                                        </p:attrNameLst>
                                      </p:cBhvr>
                                      <p:to>
                                        <p:strVal val="visible"/>
                                      </p:to>
                                    </p:set>
                                  </p:childTnLst>
                                </p:cTn>
                              </p:par>
                            </p:childTnLst>
                          </p:cTn>
                        </p:par>
                        <p:par>
                          <p:cTn id="49" fill="hold">
                            <p:stCondLst>
                              <p:cond delay="3750"/>
                            </p:stCondLst>
                            <p:childTnLst>
                              <p:par>
                                <p:cTn id="50" presetID="1" presetClass="entr" presetSubtype="0" fill="hold" grpId="0" nodeType="afterEffect">
                                  <p:stCondLst>
                                    <p:cond delay="250"/>
                                  </p:stCondLst>
                                  <p:childTnLst>
                                    <p:set>
                                      <p:cBhvr>
                                        <p:cTn id="51" dur="1" fill="hold">
                                          <p:stCondLst>
                                            <p:cond delay="0"/>
                                          </p:stCondLst>
                                        </p:cTn>
                                        <p:tgtEl>
                                          <p:spTgt spid="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3" grpId="0" animBg="1"/>
      <p:bldP spid="1223" grpId="0" animBg="1"/>
      <p:bldP spid="50" grpId="0"/>
      <p:bldP spid="52" grpId="0"/>
      <p:bldP spid="54" grpId="0"/>
      <p:bldP spid="55" grpId="0"/>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3768162" y="3805791"/>
            <a:ext cx="3938917" cy="2358085"/>
            <a:chOff x="2334883" y="2917871"/>
            <a:chExt cx="5912624" cy="3539671"/>
          </a:xfrm>
          <a:solidFill>
            <a:srgbClr val="EE8239"/>
          </a:solidFill>
        </p:grpSpPr>
        <p:grpSp>
          <p:nvGrpSpPr>
            <p:cNvPr id="11" name="Group 10"/>
            <p:cNvGrpSpPr/>
            <p:nvPr/>
          </p:nvGrpSpPr>
          <p:grpSpPr>
            <a:xfrm rot="580531">
              <a:off x="3182494" y="2917871"/>
              <a:ext cx="5065013" cy="3539671"/>
              <a:chOff x="-2395625" y="1331830"/>
              <a:chExt cx="11255235" cy="7865691"/>
            </a:xfrm>
            <a:grpFill/>
          </p:grpSpPr>
          <p:sp>
            <p:nvSpPr>
              <p:cNvPr id="12" name="Freeform 11"/>
              <p:cNvSpPr>
                <a:spLocks/>
              </p:cNvSpPr>
              <p:nvPr/>
            </p:nvSpPr>
            <p:spPr bwMode="auto">
              <a:xfrm rot="331136">
                <a:off x="-1863483" y="4791101"/>
                <a:ext cx="5640555" cy="4278408"/>
              </a:xfrm>
              <a:custGeom>
                <a:avLst/>
                <a:gdLst>
                  <a:gd name="connsiteX0" fmla="*/ 4246029 w 5589474"/>
                  <a:gd name="connsiteY0" fmla="*/ 0 h 4278408"/>
                  <a:gd name="connsiteX1" fmla="*/ 4310989 w 5589474"/>
                  <a:gd name="connsiteY1" fmla="*/ 8857 h 4278408"/>
                  <a:gd name="connsiteX2" fmla="*/ 4375949 w 5589474"/>
                  <a:gd name="connsiteY2" fmla="*/ 23622 h 4278408"/>
                  <a:gd name="connsiteX3" fmla="*/ 4446815 w 5589474"/>
                  <a:gd name="connsiteY3" fmla="*/ 47244 h 4278408"/>
                  <a:gd name="connsiteX4" fmla="*/ 4520635 w 5589474"/>
                  <a:gd name="connsiteY4" fmla="*/ 79723 h 4278408"/>
                  <a:gd name="connsiteX5" fmla="*/ 4597405 w 5589474"/>
                  <a:gd name="connsiteY5" fmla="*/ 124015 h 4278408"/>
                  <a:gd name="connsiteX6" fmla="*/ 4674177 w 5589474"/>
                  <a:gd name="connsiteY6" fmla="*/ 177164 h 4278408"/>
                  <a:gd name="connsiteX7" fmla="*/ 4756854 w 5589474"/>
                  <a:gd name="connsiteY7" fmla="*/ 242124 h 4278408"/>
                  <a:gd name="connsiteX8" fmla="*/ 4842482 w 5589474"/>
                  <a:gd name="connsiteY8" fmla="*/ 315941 h 4278408"/>
                  <a:gd name="connsiteX9" fmla="*/ 4934017 w 5589474"/>
                  <a:gd name="connsiteY9" fmla="*/ 404524 h 4278408"/>
                  <a:gd name="connsiteX10" fmla="*/ 5028504 w 5589474"/>
                  <a:gd name="connsiteY10" fmla="*/ 504916 h 4278408"/>
                  <a:gd name="connsiteX11" fmla="*/ 5131848 w 5589474"/>
                  <a:gd name="connsiteY11" fmla="*/ 626348 h 4278408"/>
                  <a:gd name="connsiteX12" fmla="*/ 5131263 w 5589474"/>
                  <a:gd name="connsiteY12" fmla="*/ 632975 h 4278408"/>
                  <a:gd name="connsiteX13" fmla="*/ 5170541 w 5589474"/>
                  <a:gd name="connsiteY13" fmla="*/ 674709 h 4278408"/>
                  <a:gd name="connsiteX14" fmla="*/ 5272472 w 5589474"/>
                  <a:gd name="connsiteY14" fmla="*/ 794479 h 4278408"/>
                  <a:gd name="connsiteX15" fmla="*/ 5343823 w 5589474"/>
                  <a:gd name="connsiteY15" fmla="*/ 878571 h 4278408"/>
                  <a:gd name="connsiteX16" fmla="*/ 5425369 w 5589474"/>
                  <a:gd name="connsiteY16" fmla="*/ 967762 h 4278408"/>
                  <a:gd name="connsiteX17" fmla="*/ 5514556 w 5589474"/>
                  <a:gd name="connsiteY17" fmla="*/ 1056950 h 4278408"/>
                  <a:gd name="connsiteX18" fmla="*/ 5560426 w 5589474"/>
                  <a:gd name="connsiteY18" fmla="*/ 1102820 h 4278408"/>
                  <a:gd name="connsiteX19" fmla="*/ 5589474 w 5589474"/>
                  <a:gd name="connsiteY19" fmla="*/ 1128811 h 4278408"/>
                  <a:gd name="connsiteX20" fmla="*/ 5501373 w 5589474"/>
                  <a:gd name="connsiteY20" fmla="*/ 1163468 h 4278408"/>
                  <a:gd name="connsiteX21" fmla="*/ 5452954 w 5589474"/>
                  <a:gd name="connsiteY21" fmla="*/ 1132889 h 4278408"/>
                  <a:gd name="connsiteX22" fmla="*/ 5407086 w 5589474"/>
                  <a:gd name="connsiteY22" fmla="*/ 1097213 h 4278408"/>
                  <a:gd name="connsiteX23" fmla="*/ 5320445 w 5589474"/>
                  <a:gd name="connsiteY23" fmla="*/ 1036054 h 4278408"/>
                  <a:gd name="connsiteX24" fmla="*/ 5251642 w 5589474"/>
                  <a:gd name="connsiteY24" fmla="*/ 974895 h 4278408"/>
                  <a:gd name="connsiteX25" fmla="*/ 5198128 w 5589474"/>
                  <a:gd name="connsiteY25" fmla="*/ 926478 h 4278408"/>
                  <a:gd name="connsiteX26" fmla="*/ 5152258 w 5589474"/>
                  <a:gd name="connsiteY26" fmla="*/ 880609 h 4278408"/>
                  <a:gd name="connsiteX27" fmla="*/ 5063069 w 5589474"/>
                  <a:gd name="connsiteY27" fmla="*/ 796516 h 4278408"/>
                  <a:gd name="connsiteX28" fmla="*/ 4981525 w 5589474"/>
                  <a:gd name="connsiteY28" fmla="*/ 727712 h 4278408"/>
                  <a:gd name="connsiteX29" fmla="*/ 4899980 w 5589474"/>
                  <a:gd name="connsiteY29" fmla="*/ 664006 h 4278408"/>
                  <a:gd name="connsiteX30" fmla="*/ 4826079 w 5589474"/>
                  <a:gd name="connsiteY30" fmla="*/ 613041 h 4278408"/>
                  <a:gd name="connsiteX31" fmla="*/ 4754728 w 5589474"/>
                  <a:gd name="connsiteY31" fmla="*/ 569719 h 4278408"/>
                  <a:gd name="connsiteX32" fmla="*/ 4685926 w 5589474"/>
                  <a:gd name="connsiteY32" fmla="*/ 534043 h 4278408"/>
                  <a:gd name="connsiteX33" fmla="*/ 4622218 w 5589474"/>
                  <a:gd name="connsiteY33" fmla="*/ 508561 h 4278408"/>
                  <a:gd name="connsiteX34" fmla="*/ 4558511 w 5589474"/>
                  <a:gd name="connsiteY34" fmla="*/ 488175 h 4278408"/>
                  <a:gd name="connsiteX35" fmla="*/ 4499900 w 5589474"/>
                  <a:gd name="connsiteY35" fmla="*/ 477981 h 4278408"/>
                  <a:gd name="connsiteX36" fmla="*/ 4446388 w 5589474"/>
                  <a:gd name="connsiteY36" fmla="*/ 470338 h 4278408"/>
                  <a:gd name="connsiteX37" fmla="*/ 4284127 w 5589474"/>
                  <a:gd name="connsiteY37" fmla="*/ 440084 h 4278408"/>
                  <a:gd name="connsiteX38" fmla="*/ 4225073 w 5589474"/>
                  <a:gd name="connsiteY38" fmla="*/ 440084 h 4278408"/>
                  <a:gd name="connsiteX39" fmla="*/ 4166018 w 5589474"/>
                  <a:gd name="connsiteY39" fmla="*/ 451895 h 4278408"/>
                  <a:gd name="connsiteX40" fmla="*/ 4112869 w 5589474"/>
                  <a:gd name="connsiteY40" fmla="*/ 463705 h 4278408"/>
                  <a:gd name="connsiteX41" fmla="*/ 4062672 w 5589474"/>
                  <a:gd name="connsiteY41" fmla="*/ 484373 h 4278408"/>
                  <a:gd name="connsiteX42" fmla="*/ 4018382 w 5589474"/>
                  <a:gd name="connsiteY42" fmla="*/ 507995 h 4278408"/>
                  <a:gd name="connsiteX43" fmla="*/ 3974090 w 5589474"/>
                  <a:gd name="connsiteY43" fmla="*/ 537523 h 4278408"/>
                  <a:gd name="connsiteX44" fmla="*/ 3929800 w 5589474"/>
                  <a:gd name="connsiteY44" fmla="*/ 570003 h 4278408"/>
                  <a:gd name="connsiteX45" fmla="*/ 3894367 w 5589474"/>
                  <a:gd name="connsiteY45" fmla="*/ 608388 h 4278408"/>
                  <a:gd name="connsiteX46" fmla="*/ 3861885 w 5589474"/>
                  <a:gd name="connsiteY46" fmla="*/ 646775 h 4278408"/>
                  <a:gd name="connsiteX47" fmla="*/ 3826453 w 5589474"/>
                  <a:gd name="connsiteY47" fmla="*/ 691065 h 4278408"/>
                  <a:gd name="connsiteX48" fmla="*/ 3796926 w 5589474"/>
                  <a:gd name="connsiteY48" fmla="*/ 735357 h 4278408"/>
                  <a:gd name="connsiteX49" fmla="*/ 3770351 w 5589474"/>
                  <a:gd name="connsiteY49" fmla="*/ 779646 h 4278408"/>
                  <a:gd name="connsiteX50" fmla="*/ 3743776 w 5589474"/>
                  <a:gd name="connsiteY50" fmla="*/ 826891 h 4278408"/>
                  <a:gd name="connsiteX51" fmla="*/ 3723109 w 5589474"/>
                  <a:gd name="connsiteY51" fmla="*/ 874134 h 4278408"/>
                  <a:gd name="connsiteX52" fmla="*/ 3684722 w 5589474"/>
                  <a:gd name="connsiteY52" fmla="*/ 968621 h 4278408"/>
                  <a:gd name="connsiteX53" fmla="*/ 3655194 w 5589474"/>
                  <a:gd name="connsiteY53" fmla="*/ 1057204 h 4278408"/>
                  <a:gd name="connsiteX54" fmla="*/ 3631573 w 5589474"/>
                  <a:gd name="connsiteY54" fmla="*/ 1136928 h 4278408"/>
                  <a:gd name="connsiteX55" fmla="*/ 3613856 w 5589474"/>
                  <a:gd name="connsiteY55" fmla="*/ 1207794 h 4278408"/>
                  <a:gd name="connsiteX56" fmla="*/ 3578424 w 5589474"/>
                  <a:gd name="connsiteY56" fmla="*/ 1346572 h 4278408"/>
                  <a:gd name="connsiteX57" fmla="*/ 3537085 w 5589474"/>
                  <a:gd name="connsiteY57" fmla="*/ 1482397 h 4278408"/>
                  <a:gd name="connsiteX58" fmla="*/ 3495747 w 5589474"/>
                  <a:gd name="connsiteY58" fmla="*/ 1612317 h 4278408"/>
                  <a:gd name="connsiteX59" fmla="*/ 3451457 w 5589474"/>
                  <a:gd name="connsiteY59" fmla="*/ 1736332 h 4278408"/>
                  <a:gd name="connsiteX60" fmla="*/ 3404213 w 5589474"/>
                  <a:gd name="connsiteY60" fmla="*/ 1860347 h 4278408"/>
                  <a:gd name="connsiteX61" fmla="*/ 3351063 w 5589474"/>
                  <a:gd name="connsiteY61" fmla="*/ 1981409 h 4278408"/>
                  <a:gd name="connsiteX62" fmla="*/ 3297914 w 5589474"/>
                  <a:gd name="connsiteY62" fmla="*/ 2093613 h 4278408"/>
                  <a:gd name="connsiteX63" fmla="*/ 3241812 w 5589474"/>
                  <a:gd name="connsiteY63" fmla="*/ 2208769 h 4278408"/>
                  <a:gd name="connsiteX64" fmla="*/ 3179806 w 5589474"/>
                  <a:gd name="connsiteY64" fmla="*/ 2315068 h 4278408"/>
                  <a:gd name="connsiteX65" fmla="*/ 3120751 w 5589474"/>
                  <a:gd name="connsiteY65" fmla="*/ 2418415 h 4278408"/>
                  <a:gd name="connsiteX66" fmla="*/ 3052837 w 5589474"/>
                  <a:gd name="connsiteY66" fmla="*/ 2518807 h 4278408"/>
                  <a:gd name="connsiteX67" fmla="*/ 2987877 w 5589474"/>
                  <a:gd name="connsiteY67" fmla="*/ 2613294 h 4278408"/>
                  <a:gd name="connsiteX68" fmla="*/ 2919965 w 5589474"/>
                  <a:gd name="connsiteY68" fmla="*/ 2707782 h 4278408"/>
                  <a:gd name="connsiteX69" fmla="*/ 2849100 w 5589474"/>
                  <a:gd name="connsiteY69" fmla="*/ 2793409 h 4278408"/>
                  <a:gd name="connsiteX70" fmla="*/ 2778234 w 5589474"/>
                  <a:gd name="connsiteY70" fmla="*/ 2881992 h 4278408"/>
                  <a:gd name="connsiteX71" fmla="*/ 2704415 w 5589474"/>
                  <a:gd name="connsiteY71" fmla="*/ 2964669 h 4278408"/>
                  <a:gd name="connsiteX72" fmla="*/ 2627644 w 5589474"/>
                  <a:gd name="connsiteY72" fmla="*/ 3044393 h 4278408"/>
                  <a:gd name="connsiteX73" fmla="*/ 2550872 w 5589474"/>
                  <a:gd name="connsiteY73" fmla="*/ 3121164 h 4278408"/>
                  <a:gd name="connsiteX74" fmla="*/ 2471150 w 5589474"/>
                  <a:gd name="connsiteY74" fmla="*/ 3194982 h 4278408"/>
                  <a:gd name="connsiteX75" fmla="*/ 2394379 w 5589474"/>
                  <a:gd name="connsiteY75" fmla="*/ 3262895 h 4278408"/>
                  <a:gd name="connsiteX76" fmla="*/ 2311703 w 5589474"/>
                  <a:gd name="connsiteY76" fmla="*/ 3330808 h 4278408"/>
                  <a:gd name="connsiteX77" fmla="*/ 2229026 w 5589474"/>
                  <a:gd name="connsiteY77" fmla="*/ 3395768 h 4278408"/>
                  <a:gd name="connsiteX78" fmla="*/ 2146350 w 5589474"/>
                  <a:gd name="connsiteY78" fmla="*/ 3457776 h 4278408"/>
                  <a:gd name="connsiteX79" fmla="*/ 2063673 w 5589474"/>
                  <a:gd name="connsiteY79" fmla="*/ 3513876 h 4278408"/>
                  <a:gd name="connsiteX80" fmla="*/ 1980996 w 5589474"/>
                  <a:gd name="connsiteY80" fmla="*/ 3569980 h 4278408"/>
                  <a:gd name="connsiteX81" fmla="*/ 1898321 w 5589474"/>
                  <a:gd name="connsiteY81" fmla="*/ 3623129 h 4278408"/>
                  <a:gd name="connsiteX82" fmla="*/ 1812689 w 5589474"/>
                  <a:gd name="connsiteY82" fmla="*/ 3673324 h 4278408"/>
                  <a:gd name="connsiteX83" fmla="*/ 1730014 w 5589474"/>
                  <a:gd name="connsiteY83" fmla="*/ 3723522 h 4278408"/>
                  <a:gd name="connsiteX84" fmla="*/ 1647337 w 5589474"/>
                  <a:gd name="connsiteY84" fmla="*/ 3770765 h 4278408"/>
                  <a:gd name="connsiteX85" fmla="*/ 1558754 w 5589474"/>
                  <a:gd name="connsiteY85" fmla="*/ 3815056 h 4278408"/>
                  <a:gd name="connsiteX86" fmla="*/ 1393401 w 5589474"/>
                  <a:gd name="connsiteY86" fmla="*/ 3894780 h 4278408"/>
                  <a:gd name="connsiteX87" fmla="*/ 1231003 w 5589474"/>
                  <a:gd name="connsiteY87" fmla="*/ 3965646 h 4278408"/>
                  <a:gd name="connsiteX88" fmla="*/ 1065649 w 5589474"/>
                  <a:gd name="connsiteY88" fmla="*/ 4024700 h 4278408"/>
                  <a:gd name="connsiteX89" fmla="*/ 909153 w 5589474"/>
                  <a:gd name="connsiteY89" fmla="*/ 4080802 h 4278408"/>
                  <a:gd name="connsiteX90" fmla="*/ 755612 w 5589474"/>
                  <a:gd name="connsiteY90" fmla="*/ 4128045 h 4278408"/>
                  <a:gd name="connsiteX91" fmla="*/ 610929 w 5589474"/>
                  <a:gd name="connsiteY91" fmla="*/ 4166432 h 4278408"/>
                  <a:gd name="connsiteX92" fmla="*/ 469197 w 5589474"/>
                  <a:gd name="connsiteY92" fmla="*/ 4204817 h 4278408"/>
                  <a:gd name="connsiteX93" fmla="*/ 339277 w 5589474"/>
                  <a:gd name="connsiteY93" fmla="*/ 4231392 h 4278408"/>
                  <a:gd name="connsiteX94" fmla="*/ 221168 w 5589474"/>
                  <a:gd name="connsiteY94" fmla="*/ 4255013 h 4278408"/>
                  <a:gd name="connsiteX95" fmla="*/ 106010 w 5589474"/>
                  <a:gd name="connsiteY95" fmla="*/ 4275681 h 4278408"/>
                  <a:gd name="connsiteX96" fmla="*/ 83516 w 5589474"/>
                  <a:gd name="connsiteY96" fmla="*/ 4278408 h 4278408"/>
                  <a:gd name="connsiteX97" fmla="*/ 0 w 5589474"/>
                  <a:gd name="connsiteY97" fmla="*/ 3859220 h 4278408"/>
                  <a:gd name="connsiteX98" fmla="*/ 32481 w 5589474"/>
                  <a:gd name="connsiteY98" fmla="*/ 3853314 h 4278408"/>
                  <a:gd name="connsiteX99" fmla="*/ 124015 w 5589474"/>
                  <a:gd name="connsiteY99" fmla="*/ 3847409 h 4278408"/>
                  <a:gd name="connsiteX100" fmla="*/ 265746 w 5589474"/>
                  <a:gd name="connsiteY100" fmla="*/ 3832646 h 4278408"/>
                  <a:gd name="connsiteX101" fmla="*/ 357282 w 5589474"/>
                  <a:gd name="connsiteY101" fmla="*/ 3817882 h 4278408"/>
                  <a:gd name="connsiteX102" fmla="*/ 454721 w 5589474"/>
                  <a:gd name="connsiteY102" fmla="*/ 3800165 h 4278408"/>
                  <a:gd name="connsiteX103" fmla="*/ 563973 w 5589474"/>
                  <a:gd name="connsiteY103" fmla="*/ 3782449 h 4278408"/>
                  <a:gd name="connsiteX104" fmla="*/ 679129 w 5589474"/>
                  <a:gd name="connsiteY104" fmla="*/ 3755875 h 4278408"/>
                  <a:gd name="connsiteX105" fmla="*/ 803144 w 5589474"/>
                  <a:gd name="connsiteY105" fmla="*/ 3720442 h 4278408"/>
                  <a:gd name="connsiteX106" fmla="*/ 933063 w 5589474"/>
                  <a:gd name="connsiteY106" fmla="*/ 3685010 h 4278408"/>
                  <a:gd name="connsiteX107" fmla="*/ 1068889 w 5589474"/>
                  <a:gd name="connsiteY107" fmla="*/ 3637767 h 4278408"/>
                  <a:gd name="connsiteX108" fmla="*/ 1210620 w 5589474"/>
                  <a:gd name="connsiteY108" fmla="*/ 3584617 h 4278408"/>
                  <a:gd name="connsiteX109" fmla="*/ 1358257 w 5589474"/>
                  <a:gd name="connsiteY109" fmla="*/ 3525563 h 4278408"/>
                  <a:gd name="connsiteX110" fmla="*/ 1502942 w 5589474"/>
                  <a:gd name="connsiteY110" fmla="*/ 3457649 h 4278408"/>
                  <a:gd name="connsiteX111" fmla="*/ 1653530 w 5589474"/>
                  <a:gd name="connsiteY111" fmla="*/ 3377926 h 4278408"/>
                  <a:gd name="connsiteX112" fmla="*/ 1730302 w 5589474"/>
                  <a:gd name="connsiteY112" fmla="*/ 3336587 h 4278408"/>
                  <a:gd name="connsiteX113" fmla="*/ 1807072 w 5589474"/>
                  <a:gd name="connsiteY113" fmla="*/ 3292296 h 4278408"/>
                  <a:gd name="connsiteX114" fmla="*/ 1880892 w 5589474"/>
                  <a:gd name="connsiteY114" fmla="*/ 3245051 h 4278408"/>
                  <a:gd name="connsiteX115" fmla="*/ 1957663 w 5589474"/>
                  <a:gd name="connsiteY115" fmla="*/ 3197808 h 4278408"/>
                  <a:gd name="connsiteX116" fmla="*/ 2034434 w 5589474"/>
                  <a:gd name="connsiteY116" fmla="*/ 3144659 h 4278408"/>
                  <a:gd name="connsiteX117" fmla="*/ 2108252 w 5589474"/>
                  <a:gd name="connsiteY117" fmla="*/ 3088557 h 4278408"/>
                  <a:gd name="connsiteX118" fmla="*/ 2185022 w 5589474"/>
                  <a:gd name="connsiteY118" fmla="*/ 3032455 h 4278408"/>
                  <a:gd name="connsiteX119" fmla="*/ 2255888 w 5589474"/>
                  <a:gd name="connsiteY119" fmla="*/ 2970449 h 4278408"/>
                  <a:gd name="connsiteX120" fmla="*/ 2329707 w 5589474"/>
                  <a:gd name="connsiteY120" fmla="*/ 2908440 h 4278408"/>
                  <a:gd name="connsiteX121" fmla="*/ 2403525 w 5589474"/>
                  <a:gd name="connsiteY121" fmla="*/ 2840528 h 4278408"/>
                  <a:gd name="connsiteX122" fmla="*/ 2477344 w 5589474"/>
                  <a:gd name="connsiteY122" fmla="*/ 2772615 h 4278408"/>
                  <a:gd name="connsiteX123" fmla="*/ 2548210 w 5589474"/>
                  <a:gd name="connsiteY123" fmla="*/ 2701750 h 4278408"/>
                  <a:gd name="connsiteX124" fmla="*/ 2616121 w 5589474"/>
                  <a:gd name="connsiteY124" fmla="*/ 2624979 h 4278408"/>
                  <a:gd name="connsiteX125" fmla="*/ 2686987 w 5589474"/>
                  <a:gd name="connsiteY125" fmla="*/ 2545255 h 4278408"/>
                  <a:gd name="connsiteX126" fmla="*/ 2754901 w 5589474"/>
                  <a:gd name="connsiteY126" fmla="*/ 2465530 h 4278408"/>
                  <a:gd name="connsiteX127" fmla="*/ 2819860 w 5589474"/>
                  <a:gd name="connsiteY127" fmla="*/ 2376949 h 4278408"/>
                  <a:gd name="connsiteX128" fmla="*/ 2887773 w 5589474"/>
                  <a:gd name="connsiteY128" fmla="*/ 2291321 h 4278408"/>
                  <a:gd name="connsiteX129" fmla="*/ 2949781 w 5589474"/>
                  <a:gd name="connsiteY129" fmla="*/ 2196833 h 4278408"/>
                  <a:gd name="connsiteX130" fmla="*/ 3011788 w 5589474"/>
                  <a:gd name="connsiteY130" fmla="*/ 2102346 h 4278408"/>
                  <a:gd name="connsiteX131" fmla="*/ 3070842 w 5589474"/>
                  <a:gd name="connsiteY131" fmla="*/ 2004905 h 4278408"/>
                  <a:gd name="connsiteX132" fmla="*/ 3126944 w 5589474"/>
                  <a:gd name="connsiteY132" fmla="*/ 1901560 h 4278408"/>
                  <a:gd name="connsiteX133" fmla="*/ 3183045 w 5589474"/>
                  <a:gd name="connsiteY133" fmla="*/ 1795262 h 4278408"/>
                  <a:gd name="connsiteX134" fmla="*/ 3236195 w 5589474"/>
                  <a:gd name="connsiteY134" fmla="*/ 1680104 h 4278408"/>
                  <a:gd name="connsiteX135" fmla="*/ 3286393 w 5589474"/>
                  <a:gd name="connsiteY135" fmla="*/ 1567900 h 4278408"/>
                  <a:gd name="connsiteX136" fmla="*/ 3336587 w 5589474"/>
                  <a:gd name="connsiteY136" fmla="*/ 1449791 h 4278408"/>
                  <a:gd name="connsiteX137" fmla="*/ 3383832 w 5589474"/>
                  <a:gd name="connsiteY137" fmla="*/ 1328729 h 4278408"/>
                  <a:gd name="connsiteX138" fmla="*/ 3428123 w 5589474"/>
                  <a:gd name="connsiteY138" fmla="*/ 1201761 h 4278408"/>
                  <a:gd name="connsiteX139" fmla="*/ 3466508 w 5589474"/>
                  <a:gd name="connsiteY139" fmla="*/ 1071841 h 4278408"/>
                  <a:gd name="connsiteX140" fmla="*/ 3504894 w 5589474"/>
                  <a:gd name="connsiteY140" fmla="*/ 933064 h 4278408"/>
                  <a:gd name="connsiteX141" fmla="*/ 3540327 w 5589474"/>
                  <a:gd name="connsiteY141" fmla="*/ 794284 h 4278408"/>
                  <a:gd name="connsiteX142" fmla="*/ 3558043 w 5589474"/>
                  <a:gd name="connsiteY142" fmla="*/ 726372 h 4278408"/>
                  <a:gd name="connsiteX143" fmla="*/ 3584617 w 5589474"/>
                  <a:gd name="connsiteY143" fmla="*/ 643696 h 4278408"/>
                  <a:gd name="connsiteX144" fmla="*/ 3617098 w 5589474"/>
                  <a:gd name="connsiteY144" fmla="*/ 552161 h 4278408"/>
                  <a:gd name="connsiteX145" fmla="*/ 3661388 w 5589474"/>
                  <a:gd name="connsiteY145" fmla="*/ 454721 h 4278408"/>
                  <a:gd name="connsiteX146" fmla="*/ 3687964 w 5589474"/>
                  <a:gd name="connsiteY146" fmla="*/ 404524 h 4278408"/>
                  <a:gd name="connsiteX147" fmla="*/ 3714537 w 5589474"/>
                  <a:gd name="connsiteY147" fmla="*/ 357280 h 4278408"/>
                  <a:gd name="connsiteX148" fmla="*/ 3744065 w 5589474"/>
                  <a:gd name="connsiteY148" fmla="*/ 307084 h 4278408"/>
                  <a:gd name="connsiteX149" fmla="*/ 3776546 w 5589474"/>
                  <a:gd name="connsiteY149" fmla="*/ 259841 h 4278408"/>
                  <a:gd name="connsiteX150" fmla="*/ 3809024 w 5589474"/>
                  <a:gd name="connsiteY150" fmla="*/ 218502 h 4278408"/>
                  <a:gd name="connsiteX151" fmla="*/ 3850363 w 5589474"/>
                  <a:gd name="connsiteY151" fmla="*/ 177164 h 4278408"/>
                  <a:gd name="connsiteX152" fmla="*/ 3891701 w 5589474"/>
                  <a:gd name="connsiteY152" fmla="*/ 138777 h 4278408"/>
                  <a:gd name="connsiteX153" fmla="*/ 3933039 w 5589474"/>
                  <a:gd name="connsiteY153" fmla="*/ 100393 h 4278408"/>
                  <a:gd name="connsiteX154" fmla="*/ 3977331 w 5589474"/>
                  <a:gd name="connsiteY154" fmla="*/ 70866 h 4278408"/>
                  <a:gd name="connsiteX155" fmla="*/ 4027527 w 5589474"/>
                  <a:gd name="connsiteY155" fmla="*/ 47244 h 4278408"/>
                  <a:gd name="connsiteX156" fmla="*/ 4077724 w 5589474"/>
                  <a:gd name="connsiteY156" fmla="*/ 23622 h 4278408"/>
                  <a:gd name="connsiteX157" fmla="*/ 4130874 w 5589474"/>
                  <a:gd name="connsiteY157" fmla="*/ 11811 h 4278408"/>
                  <a:gd name="connsiteX158" fmla="*/ 4186974 w 5589474"/>
                  <a:gd name="connsiteY158" fmla="*/ 5906 h 4278408"/>
                  <a:gd name="connsiteX0" fmla="*/ 4246029 w 5589474"/>
                  <a:gd name="connsiteY0" fmla="*/ 0 h 4278408"/>
                  <a:gd name="connsiteX1" fmla="*/ 4310989 w 5589474"/>
                  <a:gd name="connsiteY1" fmla="*/ 8857 h 4278408"/>
                  <a:gd name="connsiteX2" fmla="*/ 4375949 w 5589474"/>
                  <a:gd name="connsiteY2" fmla="*/ 23622 h 4278408"/>
                  <a:gd name="connsiteX3" fmla="*/ 4446815 w 5589474"/>
                  <a:gd name="connsiteY3" fmla="*/ 47244 h 4278408"/>
                  <a:gd name="connsiteX4" fmla="*/ 4520635 w 5589474"/>
                  <a:gd name="connsiteY4" fmla="*/ 79723 h 4278408"/>
                  <a:gd name="connsiteX5" fmla="*/ 4597405 w 5589474"/>
                  <a:gd name="connsiteY5" fmla="*/ 124015 h 4278408"/>
                  <a:gd name="connsiteX6" fmla="*/ 4674177 w 5589474"/>
                  <a:gd name="connsiteY6" fmla="*/ 177164 h 4278408"/>
                  <a:gd name="connsiteX7" fmla="*/ 4756854 w 5589474"/>
                  <a:gd name="connsiteY7" fmla="*/ 242124 h 4278408"/>
                  <a:gd name="connsiteX8" fmla="*/ 4842482 w 5589474"/>
                  <a:gd name="connsiteY8" fmla="*/ 315941 h 4278408"/>
                  <a:gd name="connsiteX9" fmla="*/ 4934017 w 5589474"/>
                  <a:gd name="connsiteY9" fmla="*/ 404524 h 4278408"/>
                  <a:gd name="connsiteX10" fmla="*/ 5028504 w 5589474"/>
                  <a:gd name="connsiteY10" fmla="*/ 504916 h 4278408"/>
                  <a:gd name="connsiteX11" fmla="*/ 5131848 w 5589474"/>
                  <a:gd name="connsiteY11" fmla="*/ 626348 h 4278408"/>
                  <a:gd name="connsiteX12" fmla="*/ 5131263 w 5589474"/>
                  <a:gd name="connsiteY12" fmla="*/ 632975 h 4278408"/>
                  <a:gd name="connsiteX13" fmla="*/ 5170541 w 5589474"/>
                  <a:gd name="connsiteY13" fmla="*/ 674709 h 4278408"/>
                  <a:gd name="connsiteX14" fmla="*/ 5272472 w 5589474"/>
                  <a:gd name="connsiteY14" fmla="*/ 794479 h 4278408"/>
                  <a:gd name="connsiteX15" fmla="*/ 5343823 w 5589474"/>
                  <a:gd name="connsiteY15" fmla="*/ 878571 h 4278408"/>
                  <a:gd name="connsiteX16" fmla="*/ 5524620 w 5589474"/>
                  <a:gd name="connsiteY16" fmla="*/ 905541 h 4278408"/>
                  <a:gd name="connsiteX17" fmla="*/ 5514556 w 5589474"/>
                  <a:gd name="connsiteY17" fmla="*/ 1056950 h 4278408"/>
                  <a:gd name="connsiteX18" fmla="*/ 5560426 w 5589474"/>
                  <a:gd name="connsiteY18" fmla="*/ 1102820 h 4278408"/>
                  <a:gd name="connsiteX19" fmla="*/ 5589474 w 5589474"/>
                  <a:gd name="connsiteY19" fmla="*/ 1128811 h 4278408"/>
                  <a:gd name="connsiteX20" fmla="*/ 5501373 w 5589474"/>
                  <a:gd name="connsiteY20" fmla="*/ 1163468 h 4278408"/>
                  <a:gd name="connsiteX21" fmla="*/ 5452954 w 5589474"/>
                  <a:gd name="connsiteY21" fmla="*/ 1132889 h 4278408"/>
                  <a:gd name="connsiteX22" fmla="*/ 5407086 w 5589474"/>
                  <a:gd name="connsiteY22" fmla="*/ 1097213 h 4278408"/>
                  <a:gd name="connsiteX23" fmla="*/ 5320445 w 5589474"/>
                  <a:gd name="connsiteY23" fmla="*/ 1036054 h 4278408"/>
                  <a:gd name="connsiteX24" fmla="*/ 5251642 w 5589474"/>
                  <a:gd name="connsiteY24" fmla="*/ 974895 h 4278408"/>
                  <a:gd name="connsiteX25" fmla="*/ 5198128 w 5589474"/>
                  <a:gd name="connsiteY25" fmla="*/ 926478 h 4278408"/>
                  <a:gd name="connsiteX26" fmla="*/ 5152258 w 5589474"/>
                  <a:gd name="connsiteY26" fmla="*/ 880609 h 4278408"/>
                  <a:gd name="connsiteX27" fmla="*/ 5063069 w 5589474"/>
                  <a:gd name="connsiteY27" fmla="*/ 796516 h 4278408"/>
                  <a:gd name="connsiteX28" fmla="*/ 4981525 w 5589474"/>
                  <a:gd name="connsiteY28" fmla="*/ 727712 h 4278408"/>
                  <a:gd name="connsiteX29" fmla="*/ 4899980 w 5589474"/>
                  <a:gd name="connsiteY29" fmla="*/ 664006 h 4278408"/>
                  <a:gd name="connsiteX30" fmla="*/ 4826079 w 5589474"/>
                  <a:gd name="connsiteY30" fmla="*/ 613041 h 4278408"/>
                  <a:gd name="connsiteX31" fmla="*/ 4754728 w 5589474"/>
                  <a:gd name="connsiteY31" fmla="*/ 569719 h 4278408"/>
                  <a:gd name="connsiteX32" fmla="*/ 4685926 w 5589474"/>
                  <a:gd name="connsiteY32" fmla="*/ 534043 h 4278408"/>
                  <a:gd name="connsiteX33" fmla="*/ 4622218 w 5589474"/>
                  <a:gd name="connsiteY33" fmla="*/ 508561 h 4278408"/>
                  <a:gd name="connsiteX34" fmla="*/ 4558511 w 5589474"/>
                  <a:gd name="connsiteY34" fmla="*/ 488175 h 4278408"/>
                  <a:gd name="connsiteX35" fmla="*/ 4499900 w 5589474"/>
                  <a:gd name="connsiteY35" fmla="*/ 477981 h 4278408"/>
                  <a:gd name="connsiteX36" fmla="*/ 4446388 w 5589474"/>
                  <a:gd name="connsiteY36" fmla="*/ 470338 h 4278408"/>
                  <a:gd name="connsiteX37" fmla="*/ 4284127 w 5589474"/>
                  <a:gd name="connsiteY37" fmla="*/ 440084 h 4278408"/>
                  <a:gd name="connsiteX38" fmla="*/ 4225073 w 5589474"/>
                  <a:gd name="connsiteY38" fmla="*/ 440084 h 4278408"/>
                  <a:gd name="connsiteX39" fmla="*/ 4166018 w 5589474"/>
                  <a:gd name="connsiteY39" fmla="*/ 451895 h 4278408"/>
                  <a:gd name="connsiteX40" fmla="*/ 4112869 w 5589474"/>
                  <a:gd name="connsiteY40" fmla="*/ 463705 h 4278408"/>
                  <a:gd name="connsiteX41" fmla="*/ 4062672 w 5589474"/>
                  <a:gd name="connsiteY41" fmla="*/ 484373 h 4278408"/>
                  <a:gd name="connsiteX42" fmla="*/ 4018382 w 5589474"/>
                  <a:gd name="connsiteY42" fmla="*/ 507995 h 4278408"/>
                  <a:gd name="connsiteX43" fmla="*/ 3974090 w 5589474"/>
                  <a:gd name="connsiteY43" fmla="*/ 537523 h 4278408"/>
                  <a:gd name="connsiteX44" fmla="*/ 3929800 w 5589474"/>
                  <a:gd name="connsiteY44" fmla="*/ 570003 h 4278408"/>
                  <a:gd name="connsiteX45" fmla="*/ 3894367 w 5589474"/>
                  <a:gd name="connsiteY45" fmla="*/ 608388 h 4278408"/>
                  <a:gd name="connsiteX46" fmla="*/ 3861885 w 5589474"/>
                  <a:gd name="connsiteY46" fmla="*/ 646775 h 4278408"/>
                  <a:gd name="connsiteX47" fmla="*/ 3826453 w 5589474"/>
                  <a:gd name="connsiteY47" fmla="*/ 691065 h 4278408"/>
                  <a:gd name="connsiteX48" fmla="*/ 3796926 w 5589474"/>
                  <a:gd name="connsiteY48" fmla="*/ 735357 h 4278408"/>
                  <a:gd name="connsiteX49" fmla="*/ 3770351 w 5589474"/>
                  <a:gd name="connsiteY49" fmla="*/ 779646 h 4278408"/>
                  <a:gd name="connsiteX50" fmla="*/ 3743776 w 5589474"/>
                  <a:gd name="connsiteY50" fmla="*/ 826891 h 4278408"/>
                  <a:gd name="connsiteX51" fmla="*/ 3723109 w 5589474"/>
                  <a:gd name="connsiteY51" fmla="*/ 874134 h 4278408"/>
                  <a:gd name="connsiteX52" fmla="*/ 3684722 w 5589474"/>
                  <a:gd name="connsiteY52" fmla="*/ 968621 h 4278408"/>
                  <a:gd name="connsiteX53" fmla="*/ 3655194 w 5589474"/>
                  <a:gd name="connsiteY53" fmla="*/ 1057204 h 4278408"/>
                  <a:gd name="connsiteX54" fmla="*/ 3631573 w 5589474"/>
                  <a:gd name="connsiteY54" fmla="*/ 1136928 h 4278408"/>
                  <a:gd name="connsiteX55" fmla="*/ 3613856 w 5589474"/>
                  <a:gd name="connsiteY55" fmla="*/ 1207794 h 4278408"/>
                  <a:gd name="connsiteX56" fmla="*/ 3578424 w 5589474"/>
                  <a:gd name="connsiteY56" fmla="*/ 1346572 h 4278408"/>
                  <a:gd name="connsiteX57" fmla="*/ 3537085 w 5589474"/>
                  <a:gd name="connsiteY57" fmla="*/ 1482397 h 4278408"/>
                  <a:gd name="connsiteX58" fmla="*/ 3495747 w 5589474"/>
                  <a:gd name="connsiteY58" fmla="*/ 1612317 h 4278408"/>
                  <a:gd name="connsiteX59" fmla="*/ 3451457 w 5589474"/>
                  <a:gd name="connsiteY59" fmla="*/ 1736332 h 4278408"/>
                  <a:gd name="connsiteX60" fmla="*/ 3404213 w 5589474"/>
                  <a:gd name="connsiteY60" fmla="*/ 1860347 h 4278408"/>
                  <a:gd name="connsiteX61" fmla="*/ 3351063 w 5589474"/>
                  <a:gd name="connsiteY61" fmla="*/ 1981409 h 4278408"/>
                  <a:gd name="connsiteX62" fmla="*/ 3297914 w 5589474"/>
                  <a:gd name="connsiteY62" fmla="*/ 2093613 h 4278408"/>
                  <a:gd name="connsiteX63" fmla="*/ 3241812 w 5589474"/>
                  <a:gd name="connsiteY63" fmla="*/ 2208769 h 4278408"/>
                  <a:gd name="connsiteX64" fmla="*/ 3179806 w 5589474"/>
                  <a:gd name="connsiteY64" fmla="*/ 2315068 h 4278408"/>
                  <a:gd name="connsiteX65" fmla="*/ 3120751 w 5589474"/>
                  <a:gd name="connsiteY65" fmla="*/ 2418415 h 4278408"/>
                  <a:gd name="connsiteX66" fmla="*/ 3052837 w 5589474"/>
                  <a:gd name="connsiteY66" fmla="*/ 2518807 h 4278408"/>
                  <a:gd name="connsiteX67" fmla="*/ 2987877 w 5589474"/>
                  <a:gd name="connsiteY67" fmla="*/ 2613294 h 4278408"/>
                  <a:gd name="connsiteX68" fmla="*/ 2919965 w 5589474"/>
                  <a:gd name="connsiteY68" fmla="*/ 2707782 h 4278408"/>
                  <a:gd name="connsiteX69" fmla="*/ 2849100 w 5589474"/>
                  <a:gd name="connsiteY69" fmla="*/ 2793409 h 4278408"/>
                  <a:gd name="connsiteX70" fmla="*/ 2778234 w 5589474"/>
                  <a:gd name="connsiteY70" fmla="*/ 2881992 h 4278408"/>
                  <a:gd name="connsiteX71" fmla="*/ 2704415 w 5589474"/>
                  <a:gd name="connsiteY71" fmla="*/ 2964669 h 4278408"/>
                  <a:gd name="connsiteX72" fmla="*/ 2627644 w 5589474"/>
                  <a:gd name="connsiteY72" fmla="*/ 3044393 h 4278408"/>
                  <a:gd name="connsiteX73" fmla="*/ 2550872 w 5589474"/>
                  <a:gd name="connsiteY73" fmla="*/ 3121164 h 4278408"/>
                  <a:gd name="connsiteX74" fmla="*/ 2471150 w 5589474"/>
                  <a:gd name="connsiteY74" fmla="*/ 3194982 h 4278408"/>
                  <a:gd name="connsiteX75" fmla="*/ 2394379 w 5589474"/>
                  <a:gd name="connsiteY75" fmla="*/ 3262895 h 4278408"/>
                  <a:gd name="connsiteX76" fmla="*/ 2311703 w 5589474"/>
                  <a:gd name="connsiteY76" fmla="*/ 3330808 h 4278408"/>
                  <a:gd name="connsiteX77" fmla="*/ 2229026 w 5589474"/>
                  <a:gd name="connsiteY77" fmla="*/ 3395768 h 4278408"/>
                  <a:gd name="connsiteX78" fmla="*/ 2146350 w 5589474"/>
                  <a:gd name="connsiteY78" fmla="*/ 3457776 h 4278408"/>
                  <a:gd name="connsiteX79" fmla="*/ 2063673 w 5589474"/>
                  <a:gd name="connsiteY79" fmla="*/ 3513876 h 4278408"/>
                  <a:gd name="connsiteX80" fmla="*/ 1980996 w 5589474"/>
                  <a:gd name="connsiteY80" fmla="*/ 3569980 h 4278408"/>
                  <a:gd name="connsiteX81" fmla="*/ 1898321 w 5589474"/>
                  <a:gd name="connsiteY81" fmla="*/ 3623129 h 4278408"/>
                  <a:gd name="connsiteX82" fmla="*/ 1812689 w 5589474"/>
                  <a:gd name="connsiteY82" fmla="*/ 3673324 h 4278408"/>
                  <a:gd name="connsiteX83" fmla="*/ 1730014 w 5589474"/>
                  <a:gd name="connsiteY83" fmla="*/ 3723522 h 4278408"/>
                  <a:gd name="connsiteX84" fmla="*/ 1647337 w 5589474"/>
                  <a:gd name="connsiteY84" fmla="*/ 3770765 h 4278408"/>
                  <a:gd name="connsiteX85" fmla="*/ 1558754 w 5589474"/>
                  <a:gd name="connsiteY85" fmla="*/ 3815056 h 4278408"/>
                  <a:gd name="connsiteX86" fmla="*/ 1393401 w 5589474"/>
                  <a:gd name="connsiteY86" fmla="*/ 3894780 h 4278408"/>
                  <a:gd name="connsiteX87" fmla="*/ 1231003 w 5589474"/>
                  <a:gd name="connsiteY87" fmla="*/ 3965646 h 4278408"/>
                  <a:gd name="connsiteX88" fmla="*/ 1065649 w 5589474"/>
                  <a:gd name="connsiteY88" fmla="*/ 4024700 h 4278408"/>
                  <a:gd name="connsiteX89" fmla="*/ 909153 w 5589474"/>
                  <a:gd name="connsiteY89" fmla="*/ 4080802 h 4278408"/>
                  <a:gd name="connsiteX90" fmla="*/ 755612 w 5589474"/>
                  <a:gd name="connsiteY90" fmla="*/ 4128045 h 4278408"/>
                  <a:gd name="connsiteX91" fmla="*/ 610929 w 5589474"/>
                  <a:gd name="connsiteY91" fmla="*/ 4166432 h 4278408"/>
                  <a:gd name="connsiteX92" fmla="*/ 469197 w 5589474"/>
                  <a:gd name="connsiteY92" fmla="*/ 4204817 h 4278408"/>
                  <a:gd name="connsiteX93" fmla="*/ 339277 w 5589474"/>
                  <a:gd name="connsiteY93" fmla="*/ 4231392 h 4278408"/>
                  <a:gd name="connsiteX94" fmla="*/ 221168 w 5589474"/>
                  <a:gd name="connsiteY94" fmla="*/ 4255013 h 4278408"/>
                  <a:gd name="connsiteX95" fmla="*/ 106010 w 5589474"/>
                  <a:gd name="connsiteY95" fmla="*/ 4275681 h 4278408"/>
                  <a:gd name="connsiteX96" fmla="*/ 83516 w 5589474"/>
                  <a:gd name="connsiteY96" fmla="*/ 4278408 h 4278408"/>
                  <a:gd name="connsiteX97" fmla="*/ 0 w 5589474"/>
                  <a:gd name="connsiteY97" fmla="*/ 3859220 h 4278408"/>
                  <a:gd name="connsiteX98" fmla="*/ 32481 w 5589474"/>
                  <a:gd name="connsiteY98" fmla="*/ 3853314 h 4278408"/>
                  <a:gd name="connsiteX99" fmla="*/ 124015 w 5589474"/>
                  <a:gd name="connsiteY99" fmla="*/ 3847409 h 4278408"/>
                  <a:gd name="connsiteX100" fmla="*/ 265746 w 5589474"/>
                  <a:gd name="connsiteY100" fmla="*/ 3832646 h 4278408"/>
                  <a:gd name="connsiteX101" fmla="*/ 357282 w 5589474"/>
                  <a:gd name="connsiteY101" fmla="*/ 3817882 h 4278408"/>
                  <a:gd name="connsiteX102" fmla="*/ 454721 w 5589474"/>
                  <a:gd name="connsiteY102" fmla="*/ 3800165 h 4278408"/>
                  <a:gd name="connsiteX103" fmla="*/ 563973 w 5589474"/>
                  <a:gd name="connsiteY103" fmla="*/ 3782449 h 4278408"/>
                  <a:gd name="connsiteX104" fmla="*/ 679129 w 5589474"/>
                  <a:gd name="connsiteY104" fmla="*/ 3755875 h 4278408"/>
                  <a:gd name="connsiteX105" fmla="*/ 803144 w 5589474"/>
                  <a:gd name="connsiteY105" fmla="*/ 3720442 h 4278408"/>
                  <a:gd name="connsiteX106" fmla="*/ 933063 w 5589474"/>
                  <a:gd name="connsiteY106" fmla="*/ 3685010 h 4278408"/>
                  <a:gd name="connsiteX107" fmla="*/ 1068889 w 5589474"/>
                  <a:gd name="connsiteY107" fmla="*/ 3637767 h 4278408"/>
                  <a:gd name="connsiteX108" fmla="*/ 1210620 w 5589474"/>
                  <a:gd name="connsiteY108" fmla="*/ 3584617 h 4278408"/>
                  <a:gd name="connsiteX109" fmla="*/ 1358257 w 5589474"/>
                  <a:gd name="connsiteY109" fmla="*/ 3525563 h 4278408"/>
                  <a:gd name="connsiteX110" fmla="*/ 1502942 w 5589474"/>
                  <a:gd name="connsiteY110" fmla="*/ 3457649 h 4278408"/>
                  <a:gd name="connsiteX111" fmla="*/ 1653530 w 5589474"/>
                  <a:gd name="connsiteY111" fmla="*/ 3377926 h 4278408"/>
                  <a:gd name="connsiteX112" fmla="*/ 1730302 w 5589474"/>
                  <a:gd name="connsiteY112" fmla="*/ 3336587 h 4278408"/>
                  <a:gd name="connsiteX113" fmla="*/ 1807072 w 5589474"/>
                  <a:gd name="connsiteY113" fmla="*/ 3292296 h 4278408"/>
                  <a:gd name="connsiteX114" fmla="*/ 1880892 w 5589474"/>
                  <a:gd name="connsiteY114" fmla="*/ 3245051 h 4278408"/>
                  <a:gd name="connsiteX115" fmla="*/ 1957663 w 5589474"/>
                  <a:gd name="connsiteY115" fmla="*/ 3197808 h 4278408"/>
                  <a:gd name="connsiteX116" fmla="*/ 2034434 w 5589474"/>
                  <a:gd name="connsiteY116" fmla="*/ 3144659 h 4278408"/>
                  <a:gd name="connsiteX117" fmla="*/ 2108252 w 5589474"/>
                  <a:gd name="connsiteY117" fmla="*/ 3088557 h 4278408"/>
                  <a:gd name="connsiteX118" fmla="*/ 2185022 w 5589474"/>
                  <a:gd name="connsiteY118" fmla="*/ 3032455 h 4278408"/>
                  <a:gd name="connsiteX119" fmla="*/ 2255888 w 5589474"/>
                  <a:gd name="connsiteY119" fmla="*/ 2970449 h 4278408"/>
                  <a:gd name="connsiteX120" fmla="*/ 2329707 w 5589474"/>
                  <a:gd name="connsiteY120" fmla="*/ 2908440 h 4278408"/>
                  <a:gd name="connsiteX121" fmla="*/ 2403525 w 5589474"/>
                  <a:gd name="connsiteY121" fmla="*/ 2840528 h 4278408"/>
                  <a:gd name="connsiteX122" fmla="*/ 2477344 w 5589474"/>
                  <a:gd name="connsiteY122" fmla="*/ 2772615 h 4278408"/>
                  <a:gd name="connsiteX123" fmla="*/ 2548210 w 5589474"/>
                  <a:gd name="connsiteY123" fmla="*/ 2701750 h 4278408"/>
                  <a:gd name="connsiteX124" fmla="*/ 2616121 w 5589474"/>
                  <a:gd name="connsiteY124" fmla="*/ 2624979 h 4278408"/>
                  <a:gd name="connsiteX125" fmla="*/ 2686987 w 5589474"/>
                  <a:gd name="connsiteY125" fmla="*/ 2545255 h 4278408"/>
                  <a:gd name="connsiteX126" fmla="*/ 2754901 w 5589474"/>
                  <a:gd name="connsiteY126" fmla="*/ 2465530 h 4278408"/>
                  <a:gd name="connsiteX127" fmla="*/ 2819860 w 5589474"/>
                  <a:gd name="connsiteY127" fmla="*/ 2376949 h 4278408"/>
                  <a:gd name="connsiteX128" fmla="*/ 2887773 w 5589474"/>
                  <a:gd name="connsiteY128" fmla="*/ 2291321 h 4278408"/>
                  <a:gd name="connsiteX129" fmla="*/ 2949781 w 5589474"/>
                  <a:gd name="connsiteY129" fmla="*/ 2196833 h 4278408"/>
                  <a:gd name="connsiteX130" fmla="*/ 3011788 w 5589474"/>
                  <a:gd name="connsiteY130" fmla="*/ 2102346 h 4278408"/>
                  <a:gd name="connsiteX131" fmla="*/ 3070842 w 5589474"/>
                  <a:gd name="connsiteY131" fmla="*/ 2004905 h 4278408"/>
                  <a:gd name="connsiteX132" fmla="*/ 3126944 w 5589474"/>
                  <a:gd name="connsiteY132" fmla="*/ 1901560 h 4278408"/>
                  <a:gd name="connsiteX133" fmla="*/ 3183045 w 5589474"/>
                  <a:gd name="connsiteY133" fmla="*/ 1795262 h 4278408"/>
                  <a:gd name="connsiteX134" fmla="*/ 3236195 w 5589474"/>
                  <a:gd name="connsiteY134" fmla="*/ 1680104 h 4278408"/>
                  <a:gd name="connsiteX135" fmla="*/ 3286393 w 5589474"/>
                  <a:gd name="connsiteY135" fmla="*/ 1567900 h 4278408"/>
                  <a:gd name="connsiteX136" fmla="*/ 3336587 w 5589474"/>
                  <a:gd name="connsiteY136" fmla="*/ 1449791 h 4278408"/>
                  <a:gd name="connsiteX137" fmla="*/ 3383832 w 5589474"/>
                  <a:gd name="connsiteY137" fmla="*/ 1328729 h 4278408"/>
                  <a:gd name="connsiteX138" fmla="*/ 3428123 w 5589474"/>
                  <a:gd name="connsiteY138" fmla="*/ 1201761 h 4278408"/>
                  <a:gd name="connsiteX139" fmla="*/ 3466508 w 5589474"/>
                  <a:gd name="connsiteY139" fmla="*/ 1071841 h 4278408"/>
                  <a:gd name="connsiteX140" fmla="*/ 3504894 w 5589474"/>
                  <a:gd name="connsiteY140" fmla="*/ 933064 h 4278408"/>
                  <a:gd name="connsiteX141" fmla="*/ 3540327 w 5589474"/>
                  <a:gd name="connsiteY141" fmla="*/ 794284 h 4278408"/>
                  <a:gd name="connsiteX142" fmla="*/ 3558043 w 5589474"/>
                  <a:gd name="connsiteY142" fmla="*/ 726372 h 4278408"/>
                  <a:gd name="connsiteX143" fmla="*/ 3584617 w 5589474"/>
                  <a:gd name="connsiteY143" fmla="*/ 643696 h 4278408"/>
                  <a:gd name="connsiteX144" fmla="*/ 3617098 w 5589474"/>
                  <a:gd name="connsiteY144" fmla="*/ 552161 h 4278408"/>
                  <a:gd name="connsiteX145" fmla="*/ 3661388 w 5589474"/>
                  <a:gd name="connsiteY145" fmla="*/ 454721 h 4278408"/>
                  <a:gd name="connsiteX146" fmla="*/ 3687964 w 5589474"/>
                  <a:gd name="connsiteY146" fmla="*/ 404524 h 4278408"/>
                  <a:gd name="connsiteX147" fmla="*/ 3714537 w 5589474"/>
                  <a:gd name="connsiteY147" fmla="*/ 357280 h 4278408"/>
                  <a:gd name="connsiteX148" fmla="*/ 3744065 w 5589474"/>
                  <a:gd name="connsiteY148" fmla="*/ 307084 h 4278408"/>
                  <a:gd name="connsiteX149" fmla="*/ 3776546 w 5589474"/>
                  <a:gd name="connsiteY149" fmla="*/ 259841 h 4278408"/>
                  <a:gd name="connsiteX150" fmla="*/ 3809024 w 5589474"/>
                  <a:gd name="connsiteY150" fmla="*/ 218502 h 4278408"/>
                  <a:gd name="connsiteX151" fmla="*/ 3850363 w 5589474"/>
                  <a:gd name="connsiteY151" fmla="*/ 177164 h 4278408"/>
                  <a:gd name="connsiteX152" fmla="*/ 3891701 w 5589474"/>
                  <a:gd name="connsiteY152" fmla="*/ 138777 h 4278408"/>
                  <a:gd name="connsiteX153" fmla="*/ 3933039 w 5589474"/>
                  <a:gd name="connsiteY153" fmla="*/ 100393 h 4278408"/>
                  <a:gd name="connsiteX154" fmla="*/ 3977331 w 5589474"/>
                  <a:gd name="connsiteY154" fmla="*/ 70866 h 4278408"/>
                  <a:gd name="connsiteX155" fmla="*/ 4027527 w 5589474"/>
                  <a:gd name="connsiteY155" fmla="*/ 47244 h 4278408"/>
                  <a:gd name="connsiteX156" fmla="*/ 4077724 w 5589474"/>
                  <a:gd name="connsiteY156" fmla="*/ 23622 h 4278408"/>
                  <a:gd name="connsiteX157" fmla="*/ 4130874 w 5589474"/>
                  <a:gd name="connsiteY157" fmla="*/ 11811 h 4278408"/>
                  <a:gd name="connsiteX158" fmla="*/ 4186974 w 5589474"/>
                  <a:gd name="connsiteY158" fmla="*/ 5906 h 4278408"/>
                  <a:gd name="connsiteX159" fmla="*/ 4246029 w 5589474"/>
                  <a:gd name="connsiteY159" fmla="*/ 0 h 4278408"/>
                  <a:gd name="connsiteX0" fmla="*/ 4246029 w 5611815"/>
                  <a:gd name="connsiteY0" fmla="*/ 0 h 4278408"/>
                  <a:gd name="connsiteX1" fmla="*/ 4310989 w 5611815"/>
                  <a:gd name="connsiteY1" fmla="*/ 8857 h 4278408"/>
                  <a:gd name="connsiteX2" fmla="*/ 4375949 w 5611815"/>
                  <a:gd name="connsiteY2" fmla="*/ 23622 h 4278408"/>
                  <a:gd name="connsiteX3" fmla="*/ 4446815 w 5611815"/>
                  <a:gd name="connsiteY3" fmla="*/ 47244 h 4278408"/>
                  <a:gd name="connsiteX4" fmla="*/ 4520635 w 5611815"/>
                  <a:gd name="connsiteY4" fmla="*/ 79723 h 4278408"/>
                  <a:gd name="connsiteX5" fmla="*/ 4597405 w 5611815"/>
                  <a:gd name="connsiteY5" fmla="*/ 124015 h 4278408"/>
                  <a:gd name="connsiteX6" fmla="*/ 4674177 w 5611815"/>
                  <a:gd name="connsiteY6" fmla="*/ 177164 h 4278408"/>
                  <a:gd name="connsiteX7" fmla="*/ 4756854 w 5611815"/>
                  <a:gd name="connsiteY7" fmla="*/ 242124 h 4278408"/>
                  <a:gd name="connsiteX8" fmla="*/ 4842482 w 5611815"/>
                  <a:gd name="connsiteY8" fmla="*/ 315941 h 4278408"/>
                  <a:gd name="connsiteX9" fmla="*/ 4934017 w 5611815"/>
                  <a:gd name="connsiteY9" fmla="*/ 404524 h 4278408"/>
                  <a:gd name="connsiteX10" fmla="*/ 5028504 w 5611815"/>
                  <a:gd name="connsiteY10" fmla="*/ 504916 h 4278408"/>
                  <a:gd name="connsiteX11" fmla="*/ 5131848 w 5611815"/>
                  <a:gd name="connsiteY11" fmla="*/ 626348 h 4278408"/>
                  <a:gd name="connsiteX12" fmla="*/ 5131263 w 5611815"/>
                  <a:gd name="connsiteY12" fmla="*/ 632975 h 4278408"/>
                  <a:gd name="connsiteX13" fmla="*/ 5170541 w 5611815"/>
                  <a:gd name="connsiteY13" fmla="*/ 674709 h 4278408"/>
                  <a:gd name="connsiteX14" fmla="*/ 5272472 w 5611815"/>
                  <a:gd name="connsiteY14" fmla="*/ 794479 h 4278408"/>
                  <a:gd name="connsiteX15" fmla="*/ 5343823 w 5611815"/>
                  <a:gd name="connsiteY15" fmla="*/ 878571 h 4278408"/>
                  <a:gd name="connsiteX16" fmla="*/ 5524620 w 5611815"/>
                  <a:gd name="connsiteY16" fmla="*/ 905541 h 4278408"/>
                  <a:gd name="connsiteX17" fmla="*/ 5611815 w 5611815"/>
                  <a:gd name="connsiteY17" fmla="*/ 1023629 h 4278408"/>
                  <a:gd name="connsiteX18" fmla="*/ 5560426 w 5611815"/>
                  <a:gd name="connsiteY18" fmla="*/ 1102820 h 4278408"/>
                  <a:gd name="connsiteX19" fmla="*/ 5589474 w 5611815"/>
                  <a:gd name="connsiteY19" fmla="*/ 1128811 h 4278408"/>
                  <a:gd name="connsiteX20" fmla="*/ 5501373 w 5611815"/>
                  <a:gd name="connsiteY20" fmla="*/ 1163468 h 4278408"/>
                  <a:gd name="connsiteX21" fmla="*/ 5452954 w 5611815"/>
                  <a:gd name="connsiteY21" fmla="*/ 1132889 h 4278408"/>
                  <a:gd name="connsiteX22" fmla="*/ 5407086 w 5611815"/>
                  <a:gd name="connsiteY22" fmla="*/ 1097213 h 4278408"/>
                  <a:gd name="connsiteX23" fmla="*/ 5320445 w 5611815"/>
                  <a:gd name="connsiteY23" fmla="*/ 1036054 h 4278408"/>
                  <a:gd name="connsiteX24" fmla="*/ 5251642 w 5611815"/>
                  <a:gd name="connsiteY24" fmla="*/ 974895 h 4278408"/>
                  <a:gd name="connsiteX25" fmla="*/ 5198128 w 5611815"/>
                  <a:gd name="connsiteY25" fmla="*/ 926478 h 4278408"/>
                  <a:gd name="connsiteX26" fmla="*/ 5152258 w 5611815"/>
                  <a:gd name="connsiteY26" fmla="*/ 880609 h 4278408"/>
                  <a:gd name="connsiteX27" fmla="*/ 5063069 w 5611815"/>
                  <a:gd name="connsiteY27" fmla="*/ 796516 h 4278408"/>
                  <a:gd name="connsiteX28" fmla="*/ 4981525 w 5611815"/>
                  <a:gd name="connsiteY28" fmla="*/ 727712 h 4278408"/>
                  <a:gd name="connsiteX29" fmla="*/ 4899980 w 5611815"/>
                  <a:gd name="connsiteY29" fmla="*/ 664006 h 4278408"/>
                  <a:gd name="connsiteX30" fmla="*/ 4826079 w 5611815"/>
                  <a:gd name="connsiteY30" fmla="*/ 613041 h 4278408"/>
                  <a:gd name="connsiteX31" fmla="*/ 4754728 w 5611815"/>
                  <a:gd name="connsiteY31" fmla="*/ 569719 h 4278408"/>
                  <a:gd name="connsiteX32" fmla="*/ 4685926 w 5611815"/>
                  <a:gd name="connsiteY32" fmla="*/ 534043 h 4278408"/>
                  <a:gd name="connsiteX33" fmla="*/ 4622218 w 5611815"/>
                  <a:gd name="connsiteY33" fmla="*/ 508561 h 4278408"/>
                  <a:gd name="connsiteX34" fmla="*/ 4558511 w 5611815"/>
                  <a:gd name="connsiteY34" fmla="*/ 488175 h 4278408"/>
                  <a:gd name="connsiteX35" fmla="*/ 4499900 w 5611815"/>
                  <a:gd name="connsiteY35" fmla="*/ 477981 h 4278408"/>
                  <a:gd name="connsiteX36" fmla="*/ 4446388 w 5611815"/>
                  <a:gd name="connsiteY36" fmla="*/ 470338 h 4278408"/>
                  <a:gd name="connsiteX37" fmla="*/ 4284127 w 5611815"/>
                  <a:gd name="connsiteY37" fmla="*/ 440084 h 4278408"/>
                  <a:gd name="connsiteX38" fmla="*/ 4225073 w 5611815"/>
                  <a:gd name="connsiteY38" fmla="*/ 440084 h 4278408"/>
                  <a:gd name="connsiteX39" fmla="*/ 4166018 w 5611815"/>
                  <a:gd name="connsiteY39" fmla="*/ 451895 h 4278408"/>
                  <a:gd name="connsiteX40" fmla="*/ 4112869 w 5611815"/>
                  <a:gd name="connsiteY40" fmla="*/ 463705 h 4278408"/>
                  <a:gd name="connsiteX41" fmla="*/ 4062672 w 5611815"/>
                  <a:gd name="connsiteY41" fmla="*/ 484373 h 4278408"/>
                  <a:gd name="connsiteX42" fmla="*/ 4018382 w 5611815"/>
                  <a:gd name="connsiteY42" fmla="*/ 507995 h 4278408"/>
                  <a:gd name="connsiteX43" fmla="*/ 3974090 w 5611815"/>
                  <a:gd name="connsiteY43" fmla="*/ 537523 h 4278408"/>
                  <a:gd name="connsiteX44" fmla="*/ 3929800 w 5611815"/>
                  <a:gd name="connsiteY44" fmla="*/ 570003 h 4278408"/>
                  <a:gd name="connsiteX45" fmla="*/ 3894367 w 5611815"/>
                  <a:gd name="connsiteY45" fmla="*/ 608388 h 4278408"/>
                  <a:gd name="connsiteX46" fmla="*/ 3861885 w 5611815"/>
                  <a:gd name="connsiteY46" fmla="*/ 646775 h 4278408"/>
                  <a:gd name="connsiteX47" fmla="*/ 3826453 w 5611815"/>
                  <a:gd name="connsiteY47" fmla="*/ 691065 h 4278408"/>
                  <a:gd name="connsiteX48" fmla="*/ 3796926 w 5611815"/>
                  <a:gd name="connsiteY48" fmla="*/ 735357 h 4278408"/>
                  <a:gd name="connsiteX49" fmla="*/ 3770351 w 5611815"/>
                  <a:gd name="connsiteY49" fmla="*/ 779646 h 4278408"/>
                  <a:gd name="connsiteX50" fmla="*/ 3743776 w 5611815"/>
                  <a:gd name="connsiteY50" fmla="*/ 826891 h 4278408"/>
                  <a:gd name="connsiteX51" fmla="*/ 3723109 w 5611815"/>
                  <a:gd name="connsiteY51" fmla="*/ 874134 h 4278408"/>
                  <a:gd name="connsiteX52" fmla="*/ 3684722 w 5611815"/>
                  <a:gd name="connsiteY52" fmla="*/ 968621 h 4278408"/>
                  <a:gd name="connsiteX53" fmla="*/ 3655194 w 5611815"/>
                  <a:gd name="connsiteY53" fmla="*/ 1057204 h 4278408"/>
                  <a:gd name="connsiteX54" fmla="*/ 3631573 w 5611815"/>
                  <a:gd name="connsiteY54" fmla="*/ 1136928 h 4278408"/>
                  <a:gd name="connsiteX55" fmla="*/ 3613856 w 5611815"/>
                  <a:gd name="connsiteY55" fmla="*/ 1207794 h 4278408"/>
                  <a:gd name="connsiteX56" fmla="*/ 3578424 w 5611815"/>
                  <a:gd name="connsiteY56" fmla="*/ 1346572 h 4278408"/>
                  <a:gd name="connsiteX57" fmla="*/ 3537085 w 5611815"/>
                  <a:gd name="connsiteY57" fmla="*/ 1482397 h 4278408"/>
                  <a:gd name="connsiteX58" fmla="*/ 3495747 w 5611815"/>
                  <a:gd name="connsiteY58" fmla="*/ 1612317 h 4278408"/>
                  <a:gd name="connsiteX59" fmla="*/ 3451457 w 5611815"/>
                  <a:gd name="connsiteY59" fmla="*/ 1736332 h 4278408"/>
                  <a:gd name="connsiteX60" fmla="*/ 3404213 w 5611815"/>
                  <a:gd name="connsiteY60" fmla="*/ 1860347 h 4278408"/>
                  <a:gd name="connsiteX61" fmla="*/ 3351063 w 5611815"/>
                  <a:gd name="connsiteY61" fmla="*/ 1981409 h 4278408"/>
                  <a:gd name="connsiteX62" fmla="*/ 3297914 w 5611815"/>
                  <a:gd name="connsiteY62" fmla="*/ 2093613 h 4278408"/>
                  <a:gd name="connsiteX63" fmla="*/ 3241812 w 5611815"/>
                  <a:gd name="connsiteY63" fmla="*/ 2208769 h 4278408"/>
                  <a:gd name="connsiteX64" fmla="*/ 3179806 w 5611815"/>
                  <a:gd name="connsiteY64" fmla="*/ 2315068 h 4278408"/>
                  <a:gd name="connsiteX65" fmla="*/ 3120751 w 5611815"/>
                  <a:gd name="connsiteY65" fmla="*/ 2418415 h 4278408"/>
                  <a:gd name="connsiteX66" fmla="*/ 3052837 w 5611815"/>
                  <a:gd name="connsiteY66" fmla="*/ 2518807 h 4278408"/>
                  <a:gd name="connsiteX67" fmla="*/ 2987877 w 5611815"/>
                  <a:gd name="connsiteY67" fmla="*/ 2613294 h 4278408"/>
                  <a:gd name="connsiteX68" fmla="*/ 2919965 w 5611815"/>
                  <a:gd name="connsiteY68" fmla="*/ 2707782 h 4278408"/>
                  <a:gd name="connsiteX69" fmla="*/ 2849100 w 5611815"/>
                  <a:gd name="connsiteY69" fmla="*/ 2793409 h 4278408"/>
                  <a:gd name="connsiteX70" fmla="*/ 2778234 w 5611815"/>
                  <a:gd name="connsiteY70" fmla="*/ 2881992 h 4278408"/>
                  <a:gd name="connsiteX71" fmla="*/ 2704415 w 5611815"/>
                  <a:gd name="connsiteY71" fmla="*/ 2964669 h 4278408"/>
                  <a:gd name="connsiteX72" fmla="*/ 2627644 w 5611815"/>
                  <a:gd name="connsiteY72" fmla="*/ 3044393 h 4278408"/>
                  <a:gd name="connsiteX73" fmla="*/ 2550872 w 5611815"/>
                  <a:gd name="connsiteY73" fmla="*/ 3121164 h 4278408"/>
                  <a:gd name="connsiteX74" fmla="*/ 2471150 w 5611815"/>
                  <a:gd name="connsiteY74" fmla="*/ 3194982 h 4278408"/>
                  <a:gd name="connsiteX75" fmla="*/ 2394379 w 5611815"/>
                  <a:gd name="connsiteY75" fmla="*/ 3262895 h 4278408"/>
                  <a:gd name="connsiteX76" fmla="*/ 2311703 w 5611815"/>
                  <a:gd name="connsiteY76" fmla="*/ 3330808 h 4278408"/>
                  <a:gd name="connsiteX77" fmla="*/ 2229026 w 5611815"/>
                  <a:gd name="connsiteY77" fmla="*/ 3395768 h 4278408"/>
                  <a:gd name="connsiteX78" fmla="*/ 2146350 w 5611815"/>
                  <a:gd name="connsiteY78" fmla="*/ 3457776 h 4278408"/>
                  <a:gd name="connsiteX79" fmla="*/ 2063673 w 5611815"/>
                  <a:gd name="connsiteY79" fmla="*/ 3513876 h 4278408"/>
                  <a:gd name="connsiteX80" fmla="*/ 1980996 w 5611815"/>
                  <a:gd name="connsiteY80" fmla="*/ 3569980 h 4278408"/>
                  <a:gd name="connsiteX81" fmla="*/ 1898321 w 5611815"/>
                  <a:gd name="connsiteY81" fmla="*/ 3623129 h 4278408"/>
                  <a:gd name="connsiteX82" fmla="*/ 1812689 w 5611815"/>
                  <a:gd name="connsiteY82" fmla="*/ 3673324 h 4278408"/>
                  <a:gd name="connsiteX83" fmla="*/ 1730014 w 5611815"/>
                  <a:gd name="connsiteY83" fmla="*/ 3723522 h 4278408"/>
                  <a:gd name="connsiteX84" fmla="*/ 1647337 w 5611815"/>
                  <a:gd name="connsiteY84" fmla="*/ 3770765 h 4278408"/>
                  <a:gd name="connsiteX85" fmla="*/ 1558754 w 5611815"/>
                  <a:gd name="connsiteY85" fmla="*/ 3815056 h 4278408"/>
                  <a:gd name="connsiteX86" fmla="*/ 1393401 w 5611815"/>
                  <a:gd name="connsiteY86" fmla="*/ 3894780 h 4278408"/>
                  <a:gd name="connsiteX87" fmla="*/ 1231003 w 5611815"/>
                  <a:gd name="connsiteY87" fmla="*/ 3965646 h 4278408"/>
                  <a:gd name="connsiteX88" fmla="*/ 1065649 w 5611815"/>
                  <a:gd name="connsiteY88" fmla="*/ 4024700 h 4278408"/>
                  <a:gd name="connsiteX89" fmla="*/ 909153 w 5611815"/>
                  <a:gd name="connsiteY89" fmla="*/ 4080802 h 4278408"/>
                  <a:gd name="connsiteX90" fmla="*/ 755612 w 5611815"/>
                  <a:gd name="connsiteY90" fmla="*/ 4128045 h 4278408"/>
                  <a:gd name="connsiteX91" fmla="*/ 610929 w 5611815"/>
                  <a:gd name="connsiteY91" fmla="*/ 4166432 h 4278408"/>
                  <a:gd name="connsiteX92" fmla="*/ 469197 w 5611815"/>
                  <a:gd name="connsiteY92" fmla="*/ 4204817 h 4278408"/>
                  <a:gd name="connsiteX93" fmla="*/ 339277 w 5611815"/>
                  <a:gd name="connsiteY93" fmla="*/ 4231392 h 4278408"/>
                  <a:gd name="connsiteX94" fmla="*/ 221168 w 5611815"/>
                  <a:gd name="connsiteY94" fmla="*/ 4255013 h 4278408"/>
                  <a:gd name="connsiteX95" fmla="*/ 106010 w 5611815"/>
                  <a:gd name="connsiteY95" fmla="*/ 4275681 h 4278408"/>
                  <a:gd name="connsiteX96" fmla="*/ 83516 w 5611815"/>
                  <a:gd name="connsiteY96" fmla="*/ 4278408 h 4278408"/>
                  <a:gd name="connsiteX97" fmla="*/ 0 w 5611815"/>
                  <a:gd name="connsiteY97" fmla="*/ 3859220 h 4278408"/>
                  <a:gd name="connsiteX98" fmla="*/ 32481 w 5611815"/>
                  <a:gd name="connsiteY98" fmla="*/ 3853314 h 4278408"/>
                  <a:gd name="connsiteX99" fmla="*/ 124015 w 5611815"/>
                  <a:gd name="connsiteY99" fmla="*/ 3847409 h 4278408"/>
                  <a:gd name="connsiteX100" fmla="*/ 265746 w 5611815"/>
                  <a:gd name="connsiteY100" fmla="*/ 3832646 h 4278408"/>
                  <a:gd name="connsiteX101" fmla="*/ 357282 w 5611815"/>
                  <a:gd name="connsiteY101" fmla="*/ 3817882 h 4278408"/>
                  <a:gd name="connsiteX102" fmla="*/ 454721 w 5611815"/>
                  <a:gd name="connsiteY102" fmla="*/ 3800165 h 4278408"/>
                  <a:gd name="connsiteX103" fmla="*/ 563973 w 5611815"/>
                  <a:gd name="connsiteY103" fmla="*/ 3782449 h 4278408"/>
                  <a:gd name="connsiteX104" fmla="*/ 679129 w 5611815"/>
                  <a:gd name="connsiteY104" fmla="*/ 3755875 h 4278408"/>
                  <a:gd name="connsiteX105" fmla="*/ 803144 w 5611815"/>
                  <a:gd name="connsiteY105" fmla="*/ 3720442 h 4278408"/>
                  <a:gd name="connsiteX106" fmla="*/ 933063 w 5611815"/>
                  <a:gd name="connsiteY106" fmla="*/ 3685010 h 4278408"/>
                  <a:gd name="connsiteX107" fmla="*/ 1068889 w 5611815"/>
                  <a:gd name="connsiteY107" fmla="*/ 3637767 h 4278408"/>
                  <a:gd name="connsiteX108" fmla="*/ 1210620 w 5611815"/>
                  <a:gd name="connsiteY108" fmla="*/ 3584617 h 4278408"/>
                  <a:gd name="connsiteX109" fmla="*/ 1358257 w 5611815"/>
                  <a:gd name="connsiteY109" fmla="*/ 3525563 h 4278408"/>
                  <a:gd name="connsiteX110" fmla="*/ 1502942 w 5611815"/>
                  <a:gd name="connsiteY110" fmla="*/ 3457649 h 4278408"/>
                  <a:gd name="connsiteX111" fmla="*/ 1653530 w 5611815"/>
                  <a:gd name="connsiteY111" fmla="*/ 3377926 h 4278408"/>
                  <a:gd name="connsiteX112" fmla="*/ 1730302 w 5611815"/>
                  <a:gd name="connsiteY112" fmla="*/ 3336587 h 4278408"/>
                  <a:gd name="connsiteX113" fmla="*/ 1807072 w 5611815"/>
                  <a:gd name="connsiteY113" fmla="*/ 3292296 h 4278408"/>
                  <a:gd name="connsiteX114" fmla="*/ 1880892 w 5611815"/>
                  <a:gd name="connsiteY114" fmla="*/ 3245051 h 4278408"/>
                  <a:gd name="connsiteX115" fmla="*/ 1957663 w 5611815"/>
                  <a:gd name="connsiteY115" fmla="*/ 3197808 h 4278408"/>
                  <a:gd name="connsiteX116" fmla="*/ 2034434 w 5611815"/>
                  <a:gd name="connsiteY116" fmla="*/ 3144659 h 4278408"/>
                  <a:gd name="connsiteX117" fmla="*/ 2108252 w 5611815"/>
                  <a:gd name="connsiteY117" fmla="*/ 3088557 h 4278408"/>
                  <a:gd name="connsiteX118" fmla="*/ 2185022 w 5611815"/>
                  <a:gd name="connsiteY118" fmla="*/ 3032455 h 4278408"/>
                  <a:gd name="connsiteX119" fmla="*/ 2255888 w 5611815"/>
                  <a:gd name="connsiteY119" fmla="*/ 2970449 h 4278408"/>
                  <a:gd name="connsiteX120" fmla="*/ 2329707 w 5611815"/>
                  <a:gd name="connsiteY120" fmla="*/ 2908440 h 4278408"/>
                  <a:gd name="connsiteX121" fmla="*/ 2403525 w 5611815"/>
                  <a:gd name="connsiteY121" fmla="*/ 2840528 h 4278408"/>
                  <a:gd name="connsiteX122" fmla="*/ 2477344 w 5611815"/>
                  <a:gd name="connsiteY122" fmla="*/ 2772615 h 4278408"/>
                  <a:gd name="connsiteX123" fmla="*/ 2548210 w 5611815"/>
                  <a:gd name="connsiteY123" fmla="*/ 2701750 h 4278408"/>
                  <a:gd name="connsiteX124" fmla="*/ 2616121 w 5611815"/>
                  <a:gd name="connsiteY124" fmla="*/ 2624979 h 4278408"/>
                  <a:gd name="connsiteX125" fmla="*/ 2686987 w 5611815"/>
                  <a:gd name="connsiteY125" fmla="*/ 2545255 h 4278408"/>
                  <a:gd name="connsiteX126" fmla="*/ 2754901 w 5611815"/>
                  <a:gd name="connsiteY126" fmla="*/ 2465530 h 4278408"/>
                  <a:gd name="connsiteX127" fmla="*/ 2819860 w 5611815"/>
                  <a:gd name="connsiteY127" fmla="*/ 2376949 h 4278408"/>
                  <a:gd name="connsiteX128" fmla="*/ 2887773 w 5611815"/>
                  <a:gd name="connsiteY128" fmla="*/ 2291321 h 4278408"/>
                  <a:gd name="connsiteX129" fmla="*/ 2949781 w 5611815"/>
                  <a:gd name="connsiteY129" fmla="*/ 2196833 h 4278408"/>
                  <a:gd name="connsiteX130" fmla="*/ 3011788 w 5611815"/>
                  <a:gd name="connsiteY130" fmla="*/ 2102346 h 4278408"/>
                  <a:gd name="connsiteX131" fmla="*/ 3070842 w 5611815"/>
                  <a:gd name="connsiteY131" fmla="*/ 2004905 h 4278408"/>
                  <a:gd name="connsiteX132" fmla="*/ 3126944 w 5611815"/>
                  <a:gd name="connsiteY132" fmla="*/ 1901560 h 4278408"/>
                  <a:gd name="connsiteX133" fmla="*/ 3183045 w 5611815"/>
                  <a:gd name="connsiteY133" fmla="*/ 1795262 h 4278408"/>
                  <a:gd name="connsiteX134" fmla="*/ 3236195 w 5611815"/>
                  <a:gd name="connsiteY134" fmla="*/ 1680104 h 4278408"/>
                  <a:gd name="connsiteX135" fmla="*/ 3286393 w 5611815"/>
                  <a:gd name="connsiteY135" fmla="*/ 1567900 h 4278408"/>
                  <a:gd name="connsiteX136" fmla="*/ 3336587 w 5611815"/>
                  <a:gd name="connsiteY136" fmla="*/ 1449791 h 4278408"/>
                  <a:gd name="connsiteX137" fmla="*/ 3383832 w 5611815"/>
                  <a:gd name="connsiteY137" fmla="*/ 1328729 h 4278408"/>
                  <a:gd name="connsiteX138" fmla="*/ 3428123 w 5611815"/>
                  <a:gd name="connsiteY138" fmla="*/ 1201761 h 4278408"/>
                  <a:gd name="connsiteX139" fmla="*/ 3466508 w 5611815"/>
                  <a:gd name="connsiteY139" fmla="*/ 1071841 h 4278408"/>
                  <a:gd name="connsiteX140" fmla="*/ 3504894 w 5611815"/>
                  <a:gd name="connsiteY140" fmla="*/ 933064 h 4278408"/>
                  <a:gd name="connsiteX141" fmla="*/ 3540327 w 5611815"/>
                  <a:gd name="connsiteY141" fmla="*/ 794284 h 4278408"/>
                  <a:gd name="connsiteX142" fmla="*/ 3558043 w 5611815"/>
                  <a:gd name="connsiteY142" fmla="*/ 726372 h 4278408"/>
                  <a:gd name="connsiteX143" fmla="*/ 3584617 w 5611815"/>
                  <a:gd name="connsiteY143" fmla="*/ 643696 h 4278408"/>
                  <a:gd name="connsiteX144" fmla="*/ 3617098 w 5611815"/>
                  <a:gd name="connsiteY144" fmla="*/ 552161 h 4278408"/>
                  <a:gd name="connsiteX145" fmla="*/ 3661388 w 5611815"/>
                  <a:gd name="connsiteY145" fmla="*/ 454721 h 4278408"/>
                  <a:gd name="connsiteX146" fmla="*/ 3687964 w 5611815"/>
                  <a:gd name="connsiteY146" fmla="*/ 404524 h 4278408"/>
                  <a:gd name="connsiteX147" fmla="*/ 3714537 w 5611815"/>
                  <a:gd name="connsiteY147" fmla="*/ 357280 h 4278408"/>
                  <a:gd name="connsiteX148" fmla="*/ 3744065 w 5611815"/>
                  <a:gd name="connsiteY148" fmla="*/ 307084 h 4278408"/>
                  <a:gd name="connsiteX149" fmla="*/ 3776546 w 5611815"/>
                  <a:gd name="connsiteY149" fmla="*/ 259841 h 4278408"/>
                  <a:gd name="connsiteX150" fmla="*/ 3809024 w 5611815"/>
                  <a:gd name="connsiteY150" fmla="*/ 218502 h 4278408"/>
                  <a:gd name="connsiteX151" fmla="*/ 3850363 w 5611815"/>
                  <a:gd name="connsiteY151" fmla="*/ 177164 h 4278408"/>
                  <a:gd name="connsiteX152" fmla="*/ 3891701 w 5611815"/>
                  <a:gd name="connsiteY152" fmla="*/ 138777 h 4278408"/>
                  <a:gd name="connsiteX153" fmla="*/ 3933039 w 5611815"/>
                  <a:gd name="connsiteY153" fmla="*/ 100393 h 4278408"/>
                  <a:gd name="connsiteX154" fmla="*/ 3977331 w 5611815"/>
                  <a:gd name="connsiteY154" fmla="*/ 70866 h 4278408"/>
                  <a:gd name="connsiteX155" fmla="*/ 4027527 w 5611815"/>
                  <a:gd name="connsiteY155" fmla="*/ 47244 h 4278408"/>
                  <a:gd name="connsiteX156" fmla="*/ 4077724 w 5611815"/>
                  <a:gd name="connsiteY156" fmla="*/ 23622 h 4278408"/>
                  <a:gd name="connsiteX157" fmla="*/ 4130874 w 5611815"/>
                  <a:gd name="connsiteY157" fmla="*/ 11811 h 4278408"/>
                  <a:gd name="connsiteX158" fmla="*/ 4186974 w 5611815"/>
                  <a:gd name="connsiteY158" fmla="*/ 5906 h 4278408"/>
                  <a:gd name="connsiteX159" fmla="*/ 4246029 w 5611815"/>
                  <a:gd name="connsiteY159" fmla="*/ 0 h 4278408"/>
                  <a:gd name="connsiteX0" fmla="*/ 4246029 w 5640555"/>
                  <a:gd name="connsiteY0" fmla="*/ 0 h 4278408"/>
                  <a:gd name="connsiteX1" fmla="*/ 4310989 w 5640555"/>
                  <a:gd name="connsiteY1" fmla="*/ 8857 h 4278408"/>
                  <a:gd name="connsiteX2" fmla="*/ 4375949 w 5640555"/>
                  <a:gd name="connsiteY2" fmla="*/ 23622 h 4278408"/>
                  <a:gd name="connsiteX3" fmla="*/ 4446815 w 5640555"/>
                  <a:gd name="connsiteY3" fmla="*/ 47244 h 4278408"/>
                  <a:gd name="connsiteX4" fmla="*/ 4520635 w 5640555"/>
                  <a:gd name="connsiteY4" fmla="*/ 79723 h 4278408"/>
                  <a:gd name="connsiteX5" fmla="*/ 4597405 w 5640555"/>
                  <a:gd name="connsiteY5" fmla="*/ 124015 h 4278408"/>
                  <a:gd name="connsiteX6" fmla="*/ 4674177 w 5640555"/>
                  <a:gd name="connsiteY6" fmla="*/ 177164 h 4278408"/>
                  <a:gd name="connsiteX7" fmla="*/ 4756854 w 5640555"/>
                  <a:gd name="connsiteY7" fmla="*/ 242124 h 4278408"/>
                  <a:gd name="connsiteX8" fmla="*/ 4842482 w 5640555"/>
                  <a:gd name="connsiteY8" fmla="*/ 315941 h 4278408"/>
                  <a:gd name="connsiteX9" fmla="*/ 4934017 w 5640555"/>
                  <a:gd name="connsiteY9" fmla="*/ 404524 h 4278408"/>
                  <a:gd name="connsiteX10" fmla="*/ 5028504 w 5640555"/>
                  <a:gd name="connsiteY10" fmla="*/ 504916 h 4278408"/>
                  <a:gd name="connsiteX11" fmla="*/ 5131848 w 5640555"/>
                  <a:gd name="connsiteY11" fmla="*/ 626348 h 4278408"/>
                  <a:gd name="connsiteX12" fmla="*/ 5131263 w 5640555"/>
                  <a:gd name="connsiteY12" fmla="*/ 632975 h 4278408"/>
                  <a:gd name="connsiteX13" fmla="*/ 5170541 w 5640555"/>
                  <a:gd name="connsiteY13" fmla="*/ 674709 h 4278408"/>
                  <a:gd name="connsiteX14" fmla="*/ 5272472 w 5640555"/>
                  <a:gd name="connsiteY14" fmla="*/ 794479 h 4278408"/>
                  <a:gd name="connsiteX15" fmla="*/ 5343823 w 5640555"/>
                  <a:gd name="connsiteY15" fmla="*/ 878571 h 4278408"/>
                  <a:gd name="connsiteX16" fmla="*/ 5524620 w 5640555"/>
                  <a:gd name="connsiteY16" fmla="*/ 905541 h 4278408"/>
                  <a:gd name="connsiteX17" fmla="*/ 5611815 w 5640555"/>
                  <a:gd name="connsiteY17" fmla="*/ 1023629 h 4278408"/>
                  <a:gd name="connsiteX18" fmla="*/ 5640555 w 5640555"/>
                  <a:gd name="connsiteY18" fmla="*/ 1090292 h 4278408"/>
                  <a:gd name="connsiteX19" fmla="*/ 5589474 w 5640555"/>
                  <a:gd name="connsiteY19" fmla="*/ 1128811 h 4278408"/>
                  <a:gd name="connsiteX20" fmla="*/ 5501373 w 5640555"/>
                  <a:gd name="connsiteY20" fmla="*/ 1163468 h 4278408"/>
                  <a:gd name="connsiteX21" fmla="*/ 5452954 w 5640555"/>
                  <a:gd name="connsiteY21" fmla="*/ 1132889 h 4278408"/>
                  <a:gd name="connsiteX22" fmla="*/ 5407086 w 5640555"/>
                  <a:gd name="connsiteY22" fmla="*/ 1097213 h 4278408"/>
                  <a:gd name="connsiteX23" fmla="*/ 5320445 w 5640555"/>
                  <a:gd name="connsiteY23" fmla="*/ 1036054 h 4278408"/>
                  <a:gd name="connsiteX24" fmla="*/ 5251642 w 5640555"/>
                  <a:gd name="connsiteY24" fmla="*/ 974895 h 4278408"/>
                  <a:gd name="connsiteX25" fmla="*/ 5198128 w 5640555"/>
                  <a:gd name="connsiteY25" fmla="*/ 926478 h 4278408"/>
                  <a:gd name="connsiteX26" fmla="*/ 5152258 w 5640555"/>
                  <a:gd name="connsiteY26" fmla="*/ 880609 h 4278408"/>
                  <a:gd name="connsiteX27" fmla="*/ 5063069 w 5640555"/>
                  <a:gd name="connsiteY27" fmla="*/ 796516 h 4278408"/>
                  <a:gd name="connsiteX28" fmla="*/ 4981525 w 5640555"/>
                  <a:gd name="connsiteY28" fmla="*/ 727712 h 4278408"/>
                  <a:gd name="connsiteX29" fmla="*/ 4899980 w 5640555"/>
                  <a:gd name="connsiteY29" fmla="*/ 664006 h 4278408"/>
                  <a:gd name="connsiteX30" fmla="*/ 4826079 w 5640555"/>
                  <a:gd name="connsiteY30" fmla="*/ 613041 h 4278408"/>
                  <a:gd name="connsiteX31" fmla="*/ 4754728 w 5640555"/>
                  <a:gd name="connsiteY31" fmla="*/ 569719 h 4278408"/>
                  <a:gd name="connsiteX32" fmla="*/ 4685926 w 5640555"/>
                  <a:gd name="connsiteY32" fmla="*/ 534043 h 4278408"/>
                  <a:gd name="connsiteX33" fmla="*/ 4622218 w 5640555"/>
                  <a:gd name="connsiteY33" fmla="*/ 508561 h 4278408"/>
                  <a:gd name="connsiteX34" fmla="*/ 4558511 w 5640555"/>
                  <a:gd name="connsiteY34" fmla="*/ 488175 h 4278408"/>
                  <a:gd name="connsiteX35" fmla="*/ 4499900 w 5640555"/>
                  <a:gd name="connsiteY35" fmla="*/ 477981 h 4278408"/>
                  <a:gd name="connsiteX36" fmla="*/ 4446388 w 5640555"/>
                  <a:gd name="connsiteY36" fmla="*/ 470338 h 4278408"/>
                  <a:gd name="connsiteX37" fmla="*/ 4284127 w 5640555"/>
                  <a:gd name="connsiteY37" fmla="*/ 440084 h 4278408"/>
                  <a:gd name="connsiteX38" fmla="*/ 4225073 w 5640555"/>
                  <a:gd name="connsiteY38" fmla="*/ 440084 h 4278408"/>
                  <a:gd name="connsiteX39" fmla="*/ 4166018 w 5640555"/>
                  <a:gd name="connsiteY39" fmla="*/ 451895 h 4278408"/>
                  <a:gd name="connsiteX40" fmla="*/ 4112869 w 5640555"/>
                  <a:gd name="connsiteY40" fmla="*/ 463705 h 4278408"/>
                  <a:gd name="connsiteX41" fmla="*/ 4062672 w 5640555"/>
                  <a:gd name="connsiteY41" fmla="*/ 484373 h 4278408"/>
                  <a:gd name="connsiteX42" fmla="*/ 4018382 w 5640555"/>
                  <a:gd name="connsiteY42" fmla="*/ 507995 h 4278408"/>
                  <a:gd name="connsiteX43" fmla="*/ 3974090 w 5640555"/>
                  <a:gd name="connsiteY43" fmla="*/ 537523 h 4278408"/>
                  <a:gd name="connsiteX44" fmla="*/ 3929800 w 5640555"/>
                  <a:gd name="connsiteY44" fmla="*/ 570003 h 4278408"/>
                  <a:gd name="connsiteX45" fmla="*/ 3894367 w 5640555"/>
                  <a:gd name="connsiteY45" fmla="*/ 608388 h 4278408"/>
                  <a:gd name="connsiteX46" fmla="*/ 3861885 w 5640555"/>
                  <a:gd name="connsiteY46" fmla="*/ 646775 h 4278408"/>
                  <a:gd name="connsiteX47" fmla="*/ 3826453 w 5640555"/>
                  <a:gd name="connsiteY47" fmla="*/ 691065 h 4278408"/>
                  <a:gd name="connsiteX48" fmla="*/ 3796926 w 5640555"/>
                  <a:gd name="connsiteY48" fmla="*/ 735357 h 4278408"/>
                  <a:gd name="connsiteX49" fmla="*/ 3770351 w 5640555"/>
                  <a:gd name="connsiteY49" fmla="*/ 779646 h 4278408"/>
                  <a:gd name="connsiteX50" fmla="*/ 3743776 w 5640555"/>
                  <a:gd name="connsiteY50" fmla="*/ 826891 h 4278408"/>
                  <a:gd name="connsiteX51" fmla="*/ 3723109 w 5640555"/>
                  <a:gd name="connsiteY51" fmla="*/ 874134 h 4278408"/>
                  <a:gd name="connsiteX52" fmla="*/ 3684722 w 5640555"/>
                  <a:gd name="connsiteY52" fmla="*/ 968621 h 4278408"/>
                  <a:gd name="connsiteX53" fmla="*/ 3655194 w 5640555"/>
                  <a:gd name="connsiteY53" fmla="*/ 1057204 h 4278408"/>
                  <a:gd name="connsiteX54" fmla="*/ 3631573 w 5640555"/>
                  <a:gd name="connsiteY54" fmla="*/ 1136928 h 4278408"/>
                  <a:gd name="connsiteX55" fmla="*/ 3613856 w 5640555"/>
                  <a:gd name="connsiteY55" fmla="*/ 1207794 h 4278408"/>
                  <a:gd name="connsiteX56" fmla="*/ 3578424 w 5640555"/>
                  <a:gd name="connsiteY56" fmla="*/ 1346572 h 4278408"/>
                  <a:gd name="connsiteX57" fmla="*/ 3537085 w 5640555"/>
                  <a:gd name="connsiteY57" fmla="*/ 1482397 h 4278408"/>
                  <a:gd name="connsiteX58" fmla="*/ 3495747 w 5640555"/>
                  <a:gd name="connsiteY58" fmla="*/ 1612317 h 4278408"/>
                  <a:gd name="connsiteX59" fmla="*/ 3451457 w 5640555"/>
                  <a:gd name="connsiteY59" fmla="*/ 1736332 h 4278408"/>
                  <a:gd name="connsiteX60" fmla="*/ 3404213 w 5640555"/>
                  <a:gd name="connsiteY60" fmla="*/ 1860347 h 4278408"/>
                  <a:gd name="connsiteX61" fmla="*/ 3351063 w 5640555"/>
                  <a:gd name="connsiteY61" fmla="*/ 1981409 h 4278408"/>
                  <a:gd name="connsiteX62" fmla="*/ 3297914 w 5640555"/>
                  <a:gd name="connsiteY62" fmla="*/ 2093613 h 4278408"/>
                  <a:gd name="connsiteX63" fmla="*/ 3241812 w 5640555"/>
                  <a:gd name="connsiteY63" fmla="*/ 2208769 h 4278408"/>
                  <a:gd name="connsiteX64" fmla="*/ 3179806 w 5640555"/>
                  <a:gd name="connsiteY64" fmla="*/ 2315068 h 4278408"/>
                  <a:gd name="connsiteX65" fmla="*/ 3120751 w 5640555"/>
                  <a:gd name="connsiteY65" fmla="*/ 2418415 h 4278408"/>
                  <a:gd name="connsiteX66" fmla="*/ 3052837 w 5640555"/>
                  <a:gd name="connsiteY66" fmla="*/ 2518807 h 4278408"/>
                  <a:gd name="connsiteX67" fmla="*/ 2987877 w 5640555"/>
                  <a:gd name="connsiteY67" fmla="*/ 2613294 h 4278408"/>
                  <a:gd name="connsiteX68" fmla="*/ 2919965 w 5640555"/>
                  <a:gd name="connsiteY68" fmla="*/ 2707782 h 4278408"/>
                  <a:gd name="connsiteX69" fmla="*/ 2849100 w 5640555"/>
                  <a:gd name="connsiteY69" fmla="*/ 2793409 h 4278408"/>
                  <a:gd name="connsiteX70" fmla="*/ 2778234 w 5640555"/>
                  <a:gd name="connsiteY70" fmla="*/ 2881992 h 4278408"/>
                  <a:gd name="connsiteX71" fmla="*/ 2704415 w 5640555"/>
                  <a:gd name="connsiteY71" fmla="*/ 2964669 h 4278408"/>
                  <a:gd name="connsiteX72" fmla="*/ 2627644 w 5640555"/>
                  <a:gd name="connsiteY72" fmla="*/ 3044393 h 4278408"/>
                  <a:gd name="connsiteX73" fmla="*/ 2550872 w 5640555"/>
                  <a:gd name="connsiteY73" fmla="*/ 3121164 h 4278408"/>
                  <a:gd name="connsiteX74" fmla="*/ 2471150 w 5640555"/>
                  <a:gd name="connsiteY74" fmla="*/ 3194982 h 4278408"/>
                  <a:gd name="connsiteX75" fmla="*/ 2394379 w 5640555"/>
                  <a:gd name="connsiteY75" fmla="*/ 3262895 h 4278408"/>
                  <a:gd name="connsiteX76" fmla="*/ 2311703 w 5640555"/>
                  <a:gd name="connsiteY76" fmla="*/ 3330808 h 4278408"/>
                  <a:gd name="connsiteX77" fmla="*/ 2229026 w 5640555"/>
                  <a:gd name="connsiteY77" fmla="*/ 3395768 h 4278408"/>
                  <a:gd name="connsiteX78" fmla="*/ 2146350 w 5640555"/>
                  <a:gd name="connsiteY78" fmla="*/ 3457776 h 4278408"/>
                  <a:gd name="connsiteX79" fmla="*/ 2063673 w 5640555"/>
                  <a:gd name="connsiteY79" fmla="*/ 3513876 h 4278408"/>
                  <a:gd name="connsiteX80" fmla="*/ 1980996 w 5640555"/>
                  <a:gd name="connsiteY80" fmla="*/ 3569980 h 4278408"/>
                  <a:gd name="connsiteX81" fmla="*/ 1898321 w 5640555"/>
                  <a:gd name="connsiteY81" fmla="*/ 3623129 h 4278408"/>
                  <a:gd name="connsiteX82" fmla="*/ 1812689 w 5640555"/>
                  <a:gd name="connsiteY82" fmla="*/ 3673324 h 4278408"/>
                  <a:gd name="connsiteX83" fmla="*/ 1730014 w 5640555"/>
                  <a:gd name="connsiteY83" fmla="*/ 3723522 h 4278408"/>
                  <a:gd name="connsiteX84" fmla="*/ 1647337 w 5640555"/>
                  <a:gd name="connsiteY84" fmla="*/ 3770765 h 4278408"/>
                  <a:gd name="connsiteX85" fmla="*/ 1558754 w 5640555"/>
                  <a:gd name="connsiteY85" fmla="*/ 3815056 h 4278408"/>
                  <a:gd name="connsiteX86" fmla="*/ 1393401 w 5640555"/>
                  <a:gd name="connsiteY86" fmla="*/ 3894780 h 4278408"/>
                  <a:gd name="connsiteX87" fmla="*/ 1231003 w 5640555"/>
                  <a:gd name="connsiteY87" fmla="*/ 3965646 h 4278408"/>
                  <a:gd name="connsiteX88" fmla="*/ 1065649 w 5640555"/>
                  <a:gd name="connsiteY88" fmla="*/ 4024700 h 4278408"/>
                  <a:gd name="connsiteX89" fmla="*/ 909153 w 5640555"/>
                  <a:gd name="connsiteY89" fmla="*/ 4080802 h 4278408"/>
                  <a:gd name="connsiteX90" fmla="*/ 755612 w 5640555"/>
                  <a:gd name="connsiteY90" fmla="*/ 4128045 h 4278408"/>
                  <a:gd name="connsiteX91" fmla="*/ 610929 w 5640555"/>
                  <a:gd name="connsiteY91" fmla="*/ 4166432 h 4278408"/>
                  <a:gd name="connsiteX92" fmla="*/ 469197 w 5640555"/>
                  <a:gd name="connsiteY92" fmla="*/ 4204817 h 4278408"/>
                  <a:gd name="connsiteX93" fmla="*/ 339277 w 5640555"/>
                  <a:gd name="connsiteY93" fmla="*/ 4231392 h 4278408"/>
                  <a:gd name="connsiteX94" fmla="*/ 221168 w 5640555"/>
                  <a:gd name="connsiteY94" fmla="*/ 4255013 h 4278408"/>
                  <a:gd name="connsiteX95" fmla="*/ 106010 w 5640555"/>
                  <a:gd name="connsiteY95" fmla="*/ 4275681 h 4278408"/>
                  <a:gd name="connsiteX96" fmla="*/ 83516 w 5640555"/>
                  <a:gd name="connsiteY96" fmla="*/ 4278408 h 4278408"/>
                  <a:gd name="connsiteX97" fmla="*/ 0 w 5640555"/>
                  <a:gd name="connsiteY97" fmla="*/ 3859220 h 4278408"/>
                  <a:gd name="connsiteX98" fmla="*/ 32481 w 5640555"/>
                  <a:gd name="connsiteY98" fmla="*/ 3853314 h 4278408"/>
                  <a:gd name="connsiteX99" fmla="*/ 124015 w 5640555"/>
                  <a:gd name="connsiteY99" fmla="*/ 3847409 h 4278408"/>
                  <a:gd name="connsiteX100" fmla="*/ 265746 w 5640555"/>
                  <a:gd name="connsiteY100" fmla="*/ 3832646 h 4278408"/>
                  <a:gd name="connsiteX101" fmla="*/ 357282 w 5640555"/>
                  <a:gd name="connsiteY101" fmla="*/ 3817882 h 4278408"/>
                  <a:gd name="connsiteX102" fmla="*/ 454721 w 5640555"/>
                  <a:gd name="connsiteY102" fmla="*/ 3800165 h 4278408"/>
                  <a:gd name="connsiteX103" fmla="*/ 563973 w 5640555"/>
                  <a:gd name="connsiteY103" fmla="*/ 3782449 h 4278408"/>
                  <a:gd name="connsiteX104" fmla="*/ 679129 w 5640555"/>
                  <a:gd name="connsiteY104" fmla="*/ 3755875 h 4278408"/>
                  <a:gd name="connsiteX105" fmla="*/ 803144 w 5640555"/>
                  <a:gd name="connsiteY105" fmla="*/ 3720442 h 4278408"/>
                  <a:gd name="connsiteX106" fmla="*/ 933063 w 5640555"/>
                  <a:gd name="connsiteY106" fmla="*/ 3685010 h 4278408"/>
                  <a:gd name="connsiteX107" fmla="*/ 1068889 w 5640555"/>
                  <a:gd name="connsiteY107" fmla="*/ 3637767 h 4278408"/>
                  <a:gd name="connsiteX108" fmla="*/ 1210620 w 5640555"/>
                  <a:gd name="connsiteY108" fmla="*/ 3584617 h 4278408"/>
                  <a:gd name="connsiteX109" fmla="*/ 1358257 w 5640555"/>
                  <a:gd name="connsiteY109" fmla="*/ 3525563 h 4278408"/>
                  <a:gd name="connsiteX110" fmla="*/ 1502942 w 5640555"/>
                  <a:gd name="connsiteY110" fmla="*/ 3457649 h 4278408"/>
                  <a:gd name="connsiteX111" fmla="*/ 1653530 w 5640555"/>
                  <a:gd name="connsiteY111" fmla="*/ 3377926 h 4278408"/>
                  <a:gd name="connsiteX112" fmla="*/ 1730302 w 5640555"/>
                  <a:gd name="connsiteY112" fmla="*/ 3336587 h 4278408"/>
                  <a:gd name="connsiteX113" fmla="*/ 1807072 w 5640555"/>
                  <a:gd name="connsiteY113" fmla="*/ 3292296 h 4278408"/>
                  <a:gd name="connsiteX114" fmla="*/ 1880892 w 5640555"/>
                  <a:gd name="connsiteY114" fmla="*/ 3245051 h 4278408"/>
                  <a:gd name="connsiteX115" fmla="*/ 1957663 w 5640555"/>
                  <a:gd name="connsiteY115" fmla="*/ 3197808 h 4278408"/>
                  <a:gd name="connsiteX116" fmla="*/ 2034434 w 5640555"/>
                  <a:gd name="connsiteY116" fmla="*/ 3144659 h 4278408"/>
                  <a:gd name="connsiteX117" fmla="*/ 2108252 w 5640555"/>
                  <a:gd name="connsiteY117" fmla="*/ 3088557 h 4278408"/>
                  <a:gd name="connsiteX118" fmla="*/ 2185022 w 5640555"/>
                  <a:gd name="connsiteY118" fmla="*/ 3032455 h 4278408"/>
                  <a:gd name="connsiteX119" fmla="*/ 2255888 w 5640555"/>
                  <a:gd name="connsiteY119" fmla="*/ 2970449 h 4278408"/>
                  <a:gd name="connsiteX120" fmla="*/ 2329707 w 5640555"/>
                  <a:gd name="connsiteY120" fmla="*/ 2908440 h 4278408"/>
                  <a:gd name="connsiteX121" fmla="*/ 2403525 w 5640555"/>
                  <a:gd name="connsiteY121" fmla="*/ 2840528 h 4278408"/>
                  <a:gd name="connsiteX122" fmla="*/ 2477344 w 5640555"/>
                  <a:gd name="connsiteY122" fmla="*/ 2772615 h 4278408"/>
                  <a:gd name="connsiteX123" fmla="*/ 2548210 w 5640555"/>
                  <a:gd name="connsiteY123" fmla="*/ 2701750 h 4278408"/>
                  <a:gd name="connsiteX124" fmla="*/ 2616121 w 5640555"/>
                  <a:gd name="connsiteY124" fmla="*/ 2624979 h 4278408"/>
                  <a:gd name="connsiteX125" fmla="*/ 2686987 w 5640555"/>
                  <a:gd name="connsiteY125" fmla="*/ 2545255 h 4278408"/>
                  <a:gd name="connsiteX126" fmla="*/ 2754901 w 5640555"/>
                  <a:gd name="connsiteY126" fmla="*/ 2465530 h 4278408"/>
                  <a:gd name="connsiteX127" fmla="*/ 2819860 w 5640555"/>
                  <a:gd name="connsiteY127" fmla="*/ 2376949 h 4278408"/>
                  <a:gd name="connsiteX128" fmla="*/ 2887773 w 5640555"/>
                  <a:gd name="connsiteY128" fmla="*/ 2291321 h 4278408"/>
                  <a:gd name="connsiteX129" fmla="*/ 2949781 w 5640555"/>
                  <a:gd name="connsiteY129" fmla="*/ 2196833 h 4278408"/>
                  <a:gd name="connsiteX130" fmla="*/ 3011788 w 5640555"/>
                  <a:gd name="connsiteY130" fmla="*/ 2102346 h 4278408"/>
                  <a:gd name="connsiteX131" fmla="*/ 3070842 w 5640555"/>
                  <a:gd name="connsiteY131" fmla="*/ 2004905 h 4278408"/>
                  <a:gd name="connsiteX132" fmla="*/ 3126944 w 5640555"/>
                  <a:gd name="connsiteY132" fmla="*/ 1901560 h 4278408"/>
                  <a:gd name="connsiteX133" fmla="*/ 3183045 w 5640555"/>
                  <a:gd name="connsiteY133" fmla="*/ 1795262 h 4278408"/>
                  <a:gd name="connsiteX134" fmla="*/ 3236195 w 5640555"/>
                  <a:gd name="connsiteY134" fmla="*/ 1680104 h 4278408"/>
                  <a:gd name="connsiteX135" fmla="*/ 3286393 w 5640555"/>
                  <a:gd name="connsiteY135" fmla="*/ 1567900 h 4278408"/>
                  <a:gd name="connsiteX136" fmla="*/ 3336587 w 5640555"/>
                  <a:gd name="connsiteY136" fmla="*/ 1449791 h 4278408"/>
                  <a:gd name="connsiteX137" fmla="*/ 3383832 w 5640555"/>
                  <a:gd name="connsiteY137" fmla="*/ 1328729 h 4278408"/>
                  <a:gd name="connsiteX138" fmla="*/ 3428123 w 5640555"/>
                  <a:gd name="connsiteY138" fmla="*/ 1201761 h 4278408"/>
                  <a:gd name="connsiteX139" fmla="*/ 3466508 w 5640555"/>
                  <a:gd name="connsiteY139" fmla="*/ 1071841 h 4278408"/>
                  <a:gd name="connsiteX140" fmla="*/ 3504894 w 5640555"/>
                  <a:gd name="connsiteY140" fmla="*/ 933064 h 4278408"/>
                  <a:gd name="connsiteX141" fmla="*/ 3540327 w 5640555"/>
                  <a:gd name="connsiteY141" fmla="*/ 794284 h 4278408"/>
                  <a:gd name="connsiteX142" fmla="*/ 3558043 w 5640555"/>
                  <a:gd name="connsiteY142" fmla="*/ 726372 h 4278408"/>
                  <a:gd name="connsiteX143" fmla="*/ 3584617 w 5640555"/>
                  <a:gd name="connsiteY143" fmla="*/ 643696 h 4278408"/>
                  <a:gd name="connsiteX144" fmla="*/ 3617098 w 5640555"/>
                  <a:gd name="connsiteY144" fmla="*/ 552161 h 4278408"/>
                  <a:gd name="connsiteX145" fmla="*/ 3661388 w 5640555"/>
                  <a:gd name="connsiteY145" fmla="*/ 454721 h 4278408"/>
                  <a:gd name="connsiteX146" fmla="*/ 3687964 w 5640555"/>
                  <a:gd name="connsiteY146" fmla="*/ 404524 h 4278408"/>
                  <a:gd name="connsiteX147" fmla="*/ 3714537 w 5640555"/>
                  <a:gd name="connsiteY147" fmla="*/ 357280 h 4278408"/>
                  <a:gd name="connsiteX148" fmla="*/ 3744065 w 5640555"/>
                  <a:gd name="connsiteY148" fmla="*/ 307084 h 4278408"/>
                  <a:gd name="connsiteX149" fmla="*/ 3776546 w 5640555"/>
                  <a:gd name="connsiteY149" fmla="*/ 259841 h 4278408"/>
                  <a:gd name="connsiteX150" fmla="*/ 3809024 w 5640555"/>
                  <a:gd name="connsiteY150" fmla="*/ 218502 h 4278408"/>
                  <a:gd name="connsiteX151" fmla="*/ 3850363 w 5640555"/>
                  <a:gd name="connsiteY151" fmla="*/ 177164 h 4278408"/>
                  <a:gd name="connsiteX152" fmla="*/ 3891701 w 5640555"/>
                  <a:gd name="connsiteY152" fmla="*/ 138777 h 4278408"/>
                  <a:gd name="connsiteX153" fmla="*/ 3933039 w 5640555"/>
                  <a:gd name="connsiteY153" fmla="*/ 100393 h 4278408"/>
                  <a:gd name="connsiteX154" fmla="*/ 3977331 w 5640555"/>
                  <a:gd name="connsiteY154" fmla="*/ 70866 h 4278408"/>
                  <a:gd name="connsiteX155" fmla="*/ 4027527 w 5640555"/>
                  <a:gd name="connsiteY155" fmla="*/ 47244 h 4278408"/>
                  <a:gd name="connsiteX156" fmla="*/ 4077724 w 5640555"/>
                  <a:gd name="connsiteY156" fmla="*/ 23622 h 4278408"/>
                  <a:gd name="connsiteX157" fmla="*/ 4130874 w 5640555"/>
                  <a:gd name="connsiteY157" fmla="*/ 11811 h 4278408"/>
                  <a:gd name="connsiteX158" fmla="*/ 4186974 w 5640555"/>
                  <a:gd name="connsiteY158" fmla="*/ 5906 h 4278408"/>
                  <a:gd name="connsiteX159" fmla="*/ 4246029 w 5640555"/>
                  <a:gd name="connsiteY159" fmla="*/ 0 h 4278408"/>
                  <a:gd name="connsiteX0" fmla="*/ 4246029 w 5640555"/>
                  <a:gd name="connsiteY0" fmla="*/ 0 h 4278408"/>
                  <a:gd name="connsiteX1" fmla="*/ 4310989 w 5640555"/>
                  <a:gd name="connsiteY1" fmla="*/ 8857 h 4278408"/>
                  <a:gd name="connsiteX2" fmla="*/ 4375949 w 5640555"/>
                  <a:gd name="connsiteY2" fmla="*/ 23622 h 4278408"/>
                  <a:gd name="connsiteX3" fmla="*/ 4446815 w 5640555"/>
                  <a:gd name="connsiteY3" fmla="*/ 47244 h 4278408"/>
                  <a:gd name="connsiteX4" fmla="*/ 4520635 w 5640555"/>
                  <a:gd name="connsiteY4" fmla="*/ 79723 h 4278408"/>
                  <a:gd name="connsiteX5" fmla="*/ 4597405 w 5640555"/>
                  <a:gd name="connsiteY5" fmla="*/ 124015 h 4278408"/>
                  <a:gd name="connsiteX6" fmla="*/ 4674177 w 5640555"/>
                  <a:gd name="connsiteY6" fmla="*/ 177164 h 4278408"/>
                  <a:gd name="connsiteX7" fmla="*/ 4756854 w 5640555"/>
                  <a:gd name="connsiteY7" fmla="*/ 242124 h 4278408"/>
                  <a:gd name="connsiteX8" fmla="*/ 4842482 w 5640555"/>
                  <a:gd name="connsiteY8" fmla="*/ 315941 h 4278408"/>
                  <a:gd name="connsiteX9" fmla="*/ 4934017 w 5640555"/>
                  <a:gd name="connsiteY9" fmla="*/ 404524 h 4278408"/>
                  <a:gd name="connsiteX10" fmla="*/ 5028504 w 5640555"/>
                  <a:gd name="connsiteY10" fmla="*/ 504916 h 4278408"/>
                  <a:gd name="connsiteX11" fmla="*/ 5131848 w 5640555"/>
                  <a:gd name="connsiteY11" fmla="*/ 626348 h 4278408"/>
                  <a:gd name="connsiteX12" fmla="*/ 5131263 w 5640555"/>
                  <a:gd name="connsiteY12" fmla="*/ 632975 h 4278408"/>
                  <a:gd name="connsiteX13" fmla="*/ 5170541 w 5640555"/>
                  <a:gd name="connsiteY13" fmla="*/ 674709 h 4278408"/>
                  <a:gd name="connsiteX14" fmla="*/ 5272472 w 5640555"/>
                  <a:gd name="connsiteY14" fmla="*/ 794479 h 4278408"/>
                  <a:gd name="connsiteX15" fmla="*/ 5343823 w 5640555"/>
                  <a:gd name="connsiteY15" fmla="*/ 878571 h 4278408"/>
                  <a:gd name="connsiteX16" fmla="*/ 5524620 w 5640555"/>
                  <a:gd name="connsiteY16" fmla="*/ 905541 h 4278408"/>
                  <a:gd name="connsiteX17" fmla="*/ 5611815 w 5640555"/>
                  <a:gd name="connsiteY17" fmla="*/ 1023629 h 4278408"/>
                  <a:gd name="connsiteX18" fmla="*/ 5640555 w 5640555"/>
                  <a:gd name="connsiteY18" fmla="*/ 1090292 h 4278408"/>
                  <a:gd name="connsiteX19" fmla="*/ 5626940 w 5640555"/>
                  <a:gd name="connsiteY19" fmla="*/ 1120406 h 4278408"/>
                  <a:gd name="connsiteX20" fmla="*/ 5501373 w 5640555"/>
                  <a:gd name="connsiteY20" fmla="*/ 1163468 h 4278408"/>
                  <a:gd name="connsiteX21" fmla="*/ 5452954 w 5640555"/>
                  <a:gd name="connsiteY21" fmla="*/ 1132889 h 4278408"/>
                  <a:gd name="connsiteX22" fmla="*/ 5407086 w 5640555"/>
                  <a:gd name="connsiteY22" fmla="*/ 1097213 h 4278408"/>
                  <a:gd name="connsiteX23" fmla="*/ 5320445 w 5640555"/>
                  <a:gd name="connsiteY23" fmla="*/ 1036054 h 4278408"/>
                  <a:gd name="connsiteX24" fmla="*/ 5251642 w 5640555"/>
                  <a:gd name="connsiteY24" fmla="*/ 974895 h 4278408"/>
                  <a:gd name="connsiteX25" fmla="*/ 5198128 w 5640555"/>
                  <a:gd name="connsiteY25" fmla="*/ 926478 h 4278408"/>
                  <a:gd name="connsiteX26" fmla="*/ 5152258 w 5640555"/>
                  <a:gd name="connsiteY26" fmla="*/ 880609 h 4278408"/>
                  <a:gd name="connsiteX27" fmla="*/ 5063069 w 5640555"/>
                  <a:gd name="connsiteY27" fmla="*/ 796516 h 4278408"/>
                  <a:gd name="connsiteX28" fmla="*/ 4981525 w 5640555"/>
                  <a:gd name="connsiteY28" fmla="*/ 727712 h 4278408"/>
                  <a:gd name="connsiteX29" fmla="*/ 4899980 w 5640555"/>
                  <a:gd name="connsiteY29" fmla="*/ 664006 h 4278408"/>
                  <a:gd name="connsiteX30" fmla="*/ 4826079 w 5640555"/>
                  <a:gd name="connsiteY30" fmla="*/ 613041 h 4278408"/>
                  <a:gd name="connsiteX31" fmla="*/ 4754728 w 5640555"/>
                  <a:gd name="connsiteY31" fmla="*/ 569719 h 4278408"/>
                  <a:gd name="connsiteX32" fmla="*/ 4685926 w 5640555"/>
                  <a:gd name="connsiteY32" fmla="*/ 534043 h 4278408"/>
                  <a:gd name="connsiteX33" fmla="*/ 4622218 w 5640555"/>
                  <a:gd name="connsiteY33" fmla="*/ 508561 h 4278408"/>
                  <a:gd name="connsiteX34" fmla="*/ 4558511 w 5640555"/>
                  <a:gd name="connsiteY34" fmla="*/ 488175 h 4278408"/>
                  <a:gd name="connsiteX35" fmla="*/ 4499900 w 5640555"/>
                  <a:gd name="connsiteY35" fmla="*/ 477981 h 4278408"/>
                  <a:gd name="connsiteX36" fmla="*/ 4446388 w 5640555"/>
                  <a:gd name="connsiteY36" fmla="*/ 470338 h 4278408"/>
                  <a:gd name="connsiteX37" fmla="*/ 4284127 w 5640555"/>
                  <a:gd name="connsiteY37" fmla="*/ 440084 h 4278408"/>
                  <a:gd name="connsiteX38" fmla="*/ 4225073 w 5640555"/>
                  <a:gd name="connsiteY38" fmla="*/ 440084 h 4278408"/>
                  <a:gd name="connsiteX39" fmla="*/ 4166018 w 5640555"/>
                  <a:gd name="connsiteY39" fmla="*/ 451895 h 4278408"/>
                  <a:gd name="connsiteX40" fmla="*/ 4112869 w 5640555"/>
                  <a:gd name="connsiteY40" fmla="*/ 463705 h 4278408"/>
                  <a:gd name="connsiteX41" fmla="*/ 4062672 w 5640555"/>
                  <a:gd name="connsiteY41" fmla="*/ 484373 h 4278408"/>
                  <a:gd name="connsiteX42" fmla="*/ 4018382 w 5640555"/>
                  <a:gd name="connsiteY42" fmla="*/ 507995 h 4278408"/>
                  <a:gd name="connsiteX43" fmla="*/ 3974090 w 5640555"/>
                  <a:gd name="connsiteY43" fmla="*/ 537523 h 4278408"/>
                  <a:gd name="connsiteX44" fmla="*/ 3929800 w 5640555"/>
                  <a:gd name="connsiteY44" fmla="*/ 570003 h 4278408"/>
                  <a:gd name="connsiteX45" fmla="*/ 3894367 w 5640555"/>
                  <a:gd name="connsiteY45" fmla="*/ 608388 h 4278408"/>
                  <a:gd name="connsiteX46" fmla="*/ 3861885 w 5640555"/>
                  <a:gd name="connsiteY46" fmla="*/ 646775 h 4278408"/>
                  <a:gd name="connsiteX47" fmla="*/ 3826453 w 5640555"/>
                  <a:gd name="connsiteY47" fmla="*/ 691065 h 4278408"/>
                  <a:gd name="connsiteX48" fmla="*/ 3796926 w 5640555"/>
                  <a:gd name="connsiteY48" fmla="*/ 735357 h 4278408"/>
                  <a:gd name="connsiteX49" fmla="*/ 3770351 w 5640555"/>
                  <a:gd name="connsiteY49" fmla="*/ 779646 h 4278408"/>
                  <a:gd name="connsiteX50" fmla="*/ 3743776 w 5640555"/>
                  <a:gd name="connsiteY50" fmla="*/ 826891 h 4278408"/>
                  <a:gd name="connsiteX51" fmla="*/ 3723109 w 5640555"/>
                  <a:gd name="connsiteY51" fmla="*/ 874134 h 4278408"/>
                  <a:gd name="connsiteX52" fmla="*/ 3684722 w 5640555"/>
                  <a:gd name="connsiteY52" fmla="*/ 968621 h 4278408"/>
                  <a:gd name="connsiteX53" fmla="*/ 3655194 w 5640555"/>
                  <a:gd name="connsiteY53" fmla="*/ 1057204 h 4278408"/>
                  <a:gd name="connsiteX54" fmla="*/ 3631573 w 5640555"/>
                  <a:gd name="connsiteY54" fmla="*/ 1136928 h 4278408"/>
                  <a:gd name="connsiteX55" fmla="*/ 3613856 w 5640555"/>
                  <a:gd name="connsiteY55" fmla="*/ 1207794 h 4278408"/>
                  <a:gd name="connsiteX56" fmla="*/ 3578424 w 5640555"/>
                  <a:gd name="connsiteY56" fmla="*/ 1346572 h 4278408"/>
                  <a:gd name="connsiteX57" fmla="*/ 3537085 w 5640555"/>
                  <a:gd name="connsiteY57" fmla="*/ 1482397 h 4278408"/>
                  <a:gd name="connsiteX58" fmla="*/ 3495747 w 5640555"/>
                  <a:gd name="connsiteY58" fmla="*/ 1612317 h 4278408"/>
                  <a:gd name="connsiteX59" fmla="*/ 3451457 w 5640555"/>
                  <a:gd name="connsiteY59" fmla="*/ 1736332 h 4278408"/>
                  <a:gd name="connsiteX60" fmla="*/ 3404213 w 5640555"/>
                  <a:gd name="connsiteY60" fmla="*/ 1860347 h 4278408"/>
                  <a:gd name="connsiteX61" fmla="*/ 3351063 w 5640555"/>
                  <a:gd name="connsiteY61" fmla="*/ 1981409 h 4278408"/>
                  <a:gd name="connsiteX62" fmla="*/ 3297914 w 5640555"/>
                  <a:gd name="connsiteY62" fmla="*/ 2093613 h 4278408"/>
                  <a:gd name="connsiteX63" fmla="*/ 3241812 w 5640555"/>
                  <a:gd name="connsiteY63" fmla="*/ 2208769 h 4278408"/>
                  <a:gd name="connsiteX64" fmla="*/ 3179806 w 5640555"/>
                  <a:gd name="connsiteY64" fmla="*/ 2315068 h 4278408"/>
                  <a:gd name="connsiteX65" fmla="*/ 3120751 w 5640555"/>
                  <a:gd name="connsiteY65" fmla="*/ 2418415 h 4278408"/>
                  <a:gd name="connsiteX66" fmla="*/ 3052837 w 5640555"/>
                  <a:gd name="connsiteY66" fmla="*/ 2518807 h 4278408"/>
                  <a:gd name="connsiteX67" fmla="*/ 2987877 w 5640555"/>
                  <a:gd name="connsiteY67" fmla="*/ 2613294 h 4278408"/>
                  <a:gd name="connsiteX68" fmla="*/ 2919965 w 5640555"/>
                  <a:gd name="connsiteY68" fmla="*/ 2707782 h 4278408"/>
                  <a:gd name="connsiteX69" fmla="*/ 2849100 w 5640555"/>
                  <a:gd name="connsiteY69" fmla="*/ 2793409 h 4278408"/>
                  <a:gd name="connsiteX70" fmla="*/ 2778234 w 5640555"/>
                  <a:gd name="connsiteY70" fmla="*/ 2881992 h 4278408"/>
                  <a:gd name="connsiteX71" fmla="*/ 2704415 w 5640555"/>
                  <a:gd name="connsiteY71" fmla="*/ 2964669 h 4278408"/>
                  <a:gd name="connsiteX72" fmla="*/ 2627644 w 5640555"/>
                  <a:gd name="connsiteY72" fmla="*/ 3044393 h 4278408"/>
                  <a:gd name="connsiteX73" fmla="*/ 2550872 w 5640555"/>
                  <a:gd name="connsiteY73" fmla="*/ 3121164 h 4278408"/>
                  <a:gd name="connsiteX74" fmla="*/ 2471150 w 5640555"/>
                  <a:gd name="connsiteY74" fmla="*/ 3194982 h 4278408"/>
                  <a:gd name="connsiteX75" fmla="*/ 2394379 w 5640555"/>
                  <a:gd name="connsiteY75" fmla="*/ 3262895 h 4278408"/>
                  <a:gd name="connsiteX76" fmla="*/ 2311703 w 5640555"/>
                  <a:gd name="connsiteY76" fmla="*/ 3330808 h 4278408"/>
                  <a:gd name="connsiteX77" fmla="*/ 2229026 w 5640555"/>
                  <a:gd name="connsiteY77" fmla="*/ 3395768 h 4278408"/>
                  <a:gd name="connsiteX78" fmla="*/ 2146350 w 5640555"/>
                  <a:gd name="connsiteY78" fmla="*/ 3457776 h 4278408"/>
                  <a:gd name="connsiteX79" fmla="*/ 2063673 w 5640555"/>
                  <a:gd name="connsiteY79" fmla="*/ 3513876 h 4278408"/>
                  <a:gd name="connsiteX80" fmla="*/ 1980996 w 5640555"/>
                  <a:gd name="connsiteY80" fmla="*/ 3569980 h 4278408"/>
                  <a:gd name="connsiteX81" fmla="*/ 1898321 w 5640555"/>
                  <a:gd name="connsiteY81" fmla="*/ 3623129 h 4278408"/>
                  <a:gd name="connsiteX82" fmla="*/ 1812689 w 5640555"/>
                  <a:gd name="connsiteY82" fmla="*/ 3673324 h 4278408"/>
                  <a:gd name="connsiteX83" fmla="*/ 1730014 w 5640555"/>
                  <a:gd name="connsiteY83" fmla="*/ 3723522 h 4278408"/>
                  <a:gd name="connsiteX84" fmla="*/ 1647337 w 5640555"/>
                  <a:gd name="connsiteY84" fmla="*/ 3770765 h 4278408"/>
                  <a:gd name="connsiteX85" fmla="*/ 1558754 w 5640555"/>
                  <a:gd name="connsiteY85" fmla="*/ 3815056 h 4278408"/>
                  <a:gd name="connsiteX86" fmla="*/ 1393401 w 5640555"/>
                  <a:gd name="connsiteY86" fmla="*/ 3894780 h 4278408"/>
                  <a:gd name="connsiteX87" fmla="*/ 1231003 w 5640555"/>
                  <a:gd name="connsiteY87" fmla="*/ 3965646 h 4278408"/>
                  <a:gd name="connsiteX88" fmla="*/ 1065649 w 5640555"/>
                  <a:gd name="connsiteY88" fmla="*/ 4024700 h 4278408"/>
                  <a:gd name="connsiteX89" fmla="*/ 909153 w 5640555"/>
                  <a:gd name="connsiteY89" fmla="*/ 4080802 h 4278408"/>
                  <a:gd name="connsiteX90" fmla="*/ 755612 w 5640555"/>
                  <a:gd name="connsiteY90" fmla="*/ 4128045 h 4278408"/>
                  <a:gd name="connsiteX91" fmla="*/ 610929 w 5640555"/>
                  <a:gd name="connsiteY91" fmla="*/ 4166432 h 4278408"/>
                  <a:gd name="connsiteX92" fmla="*/ 469197 w 5640555"/>
                  <a:gd name="connsiteY92" fmla="*/ 4204817 h 4278408"/>
                  <a:gd name="connsiteX93" fmla="*/ 339277 w 5640555"/>
                  <a:gd name="connsiteY93" fmla="*/ 4231392 h 4278408"/>
                  <a:gd name="connsiteX94" fmla="*/ 221168 w 5640555"/>
                  <a:gd name="connsiteY94" fmla="*/ 4255013 h 4278408"/>
                  <a:gd name="connsiteX95" fmla="*/ 106010 w 5640555"/>
                  <a:gd name="connsiteY95" fmla="*/ 4275681 h 4278408"/>
                  <a:gd name="connsiteX96" fmla="*/ 83516 w 5640555"/>
                  <a:gd name="connsiteY96" fmla="*/ 4278408 h 4278408"/>
                  <a:gd name="connsiteX97" fmla="*/ 0 w 5640555"/>
                  <a:gd name="connsiteY97" fmla="*/ 3859220 h 4278408"/>
                  <a:gd name="connsiteX98" fmla="*/ 32481 w 5640555"/>
                  <a:gd name="connsiteY98" fmla="*/ 3853314 h 4278408"/>
                  <a:gd name="connsiteX99" fmla="*/ 124015 w 5640555"/>
                  <a:gd name="connsiteY99" fmla="*/ 3847409 h 4278408"/>
                  <a:gd name="connsiteX100" fmla="*/ 265746 w 5640555"/>
                  <a:gd name="connsiteY100" fmla="*/ 3832646 h 4278408"/>
                  <a:gd name="connsiteX101" fmla="*/ 357282 w 5640555"/>
                  <a:gd name="connsiteY101" fmla="*/ 3817882 h 4278408"/>
                  <a:gd name="connsiteX102" fmla="*/ 454721 w 5640555"/>
                  <a:gd name="connsiteY102" fmla="*/ 3800165 h 4278408"/>
                  <a:gd name="connsiteX103" fmla="*/ 563973 w 5640555"/>
                  <a:gd name="connsiteY103" fmla="*/ 3782449 h 4278408"/>
                  <a:gd name="connsiteX104" fmla="*/ 679129 w 5640555"/>
                  <a:gd name="connsiteY104" fmla="*/ 3755875 h 4278408"/>
                  <a:gd name="connsiteX105" fmla="*/ 803144 w 5640555"/>
                  <a:gd name="connsiteY105" fmla="*/ 3720442 h 4278408"/>
                  <a:gd name="connsiteX106" fmla="*/ 933063 w 5640555"/>
                  <a:gd name="connsiteY106" fmla="*/ 3685010 h 4278408"/>
                  <a:gd name="connsiteX107" fmla="*/ 1068889 w 5640555"/>
                  <a:gd name="connsiteY107" fmla="*/ 3637767 h 4278408"/>
                  <a:gd name="connsiteX108" fmla="*/ 1210620 w 5640555"/>
                  <a:gd name="connsiteY108" fmla="*/ 3584617 h 4278408"/>
                  <a:gd name="connsiteX109" fmla="*/ 1358257 w 5640555"/>
                  <a:gd name="connsiteY109" fmla="*/ 3525563 h 4278408"/>
                  <a:gd name="connsiteX110" fmla="*/ 1502942 w 5640555"/>
                  <a:gd name="connsiteY110" fmla="*/ 3457649 h 4278408"/>
                  <a:gd name="connsiteX111" fmla="*/ 1653530 w 5640555"/>
                  <a:gd name="connsiteY111" fmla="*/ 3377926 h 4278408"/>
                  <a:gd name="connsiteX112" fmla="*/ 1730302 w 5640555"/>
                  <a:gd name="connsiteY112" fmla="*/ 3336587 h 4278408"/>
                  <a:gd name="connsiteX113" fmla="*/ 1807072 w 5640555"/>
                  <a:gd name="connsiteY113" fmla="*/ 3292296 h 4278408"/>
                  <a:gd name="connsiteX114" fmla="*/ 1880892 w 5640555"/>
                  <a:gd name="connsiteY114" fmla="*/ 3245051 h 4278408"/>
                  <a:gd name="connsiteX115" fmla="*/ 1957663 w 5640555"/>
                  <a:gd name="connsiteY115" fmla="*/ 3197808 h 4278408"/>
                  <a:gd name="connsiteX116" fmla="*/ 2034434 w 5640555"/>
                  <a:gd name="connsiteY116" fmla="*/ 3144659 h 4278408"/>
                  <a:gd name="connsiteX117" fmla="*/ 2108252 w 5640555"/>
                  <a:gd name="connsiteY117" fmla="*/ 3088557 h 4278408"/>
                  <a:gd name="connsiteX118" fmla="*/ 2185022 w 5640555"/>
                  <a:gd name="connsiteY118" fmla="*/ 3032455 h 4278408"/>
                  <a:gd name="connsiteX119" fmla="*/ 2255888 w 5640555"/>
                  <a:gd name="connsiteY119" fmla="*/ 2970449 h 4278408"/>
                  <a:gd name="connsiteX120" fmla="*/ 2329707 w 5640555"/>
                  <a:gd name="connsiteY120" fmla="*/ 2908440 h 4278408"/>
                  <a:gd name="connsiteX121" fmla="*/ 2403525 w 5640555"/>
                  <a:gd name="connsiteY121" fmla="*/ 2840528 h 4278408"/>
                  <a:gd name="connsiteX122" fmla="*/ 2477344 w 5640555"/>
                  <a:gd name="connsiteY122" fmla="*/ 2772615 h 4278408"/>
                  <a:gd name="connsiteX123" fmla="*/ 2548210 w 5640555"/>
                  <a:gd name="connsiteY123" fmla="*/ 2701750 h 4278408"/>
                  <a:gd name="connsiteX124" fmla="*/ 2616121 w 5640555"/>
                  <a:gd name="connsiteY124" fmla="*/ 2624979 h 4278408"/>
                  <a:gd name="connsiteX125" fmla="*/ 2686987 w 5640555"/>
                  <a:gd name="connsiteY125" fmla="*/ 2545255 h 4278408"/>
                  <a:gd name="connsiteX126" fmla="*/ 2754901 w 5640555"/>
                  <a:gd name="connsiteY126" fmla="*/ 2465530 h 4278408"/>
                  <a:gd name="connsiteX127" fmla="*/ 2819860 w 5640555"/>
                  <a:gd name="connsiteY127" fmla="*/ 2376949 h 4278408"/>
                  <a:gd name="connsiteX128" fmla="*/ 2887773 w 5640555"/>
                  <a:gd name="connsiteY128" fmla="*/ 2291321 h 4278408"/>
                  <a:gd name="connsiteX129" fmla="*/ 2949781 w 5640555"/>
                  <a:gd name="connsiteY129" fmla="*/ 2196833 h 4278408"/>
                  <a:gd name="connsiteX130" fmla="*/ 3011788 w 5640555"/>
                  <a:gd name="connsiteY130" fmla="*/ 2102346 h 4278408"/>
                  <a:gd name="connsiteX131" fmla="*/ 3070842 w 5640555"/>
                  <a:gd name="connsiteY131" fmla="*/ 2004905 h 4278408"/>
                  <a:gd name="connsiteX132" fmla="*/ 3126944 w 5640555"/>
                  <a:gd name="connsiteY132" fmla="*/ 1901560 h 4278408"/>
                  <a:gd name="connsiteX133" fmla="*/ 3183045 w 5640555"/>
                  <a:gd name="connsiteY133" fmla="*/ 1795262 h 4278408"/>
                  <a:gd name="connsiteX134" fmla="*/ 3236195 w 5640555"/>
                  <a:gd name="connsiteY134" fmla="*/ 1680104 h 4278408"/>
                  <a:gd name="connsiteX135" fmla="*/ 3286393 w 5640555"/>
                  <a:gd name="connsiteY135" fmla="*/ 1567900 h 4278408"/>
                  <a:gd name="connsiteX136" fmla="*/ 3336587 w 5640555"/>
                  <a:gd name="connsiteY136" fmla="*/ 1449791 h 4278408"/>
                  <a:gd name="connsiteX137" fmla="*/ 3383832 w 5640555"/>
                  <a:gd name="connsiteY137" fmla="*/ 1328729 h 4278408"/>
                  <a:gd name="connsiteX138" fmla="*/ 3428123 w 5640555"/>
                  <a:gd name="connsiteY138" fmla="*/ 1201761 h 4278408"/>
                  <a:gd name="connsiteX139" fmla="*/ 3466508 w 5640555"/>
                  <a:gd name="connsiteY139" fmla="*/ 1071841 h 4278408"/>
                  <a:gd name="connsiteX140" fmla="*/ 3504894 w 5640555"/>
                  <a:gd name="connsiteY140" fmla="*/ 933064 h 4278408"/>
                  <a:gd name="connsiteX141" fmla="*/ 3540327 w 5640555"/>
                  <a:gd name="connsiteY141" fmla="*/ 794284 h 4278408"/>
                  <a:gd name="connsiteX142" fmla="*/ 3558043 w 5640555"/>
                  <a:gd name="connsiteY142" fmla="*/ 726372 h 4278408"/>
                  <a:gd name="connsiteX143" fmla="*/ 3584617 w 5640555"/>
                  <a:gd name="connsiteY143" fmla="*/ 643696 h 4278408"/>
                  <a:gd name="connsiteX144" fmla="*/ 3617098 w 5640555"/>
                  <a:gd name="connsiteY144" fmla="*/ 552161 h 4278408"/>
                  <a:gd name="connsiteX145" fmla="*/ 3661388 w 5640555"/>
                  <a:gd name="connsiteY145" fmla="*/ 454721 h 4278408"/>
                  <a:gd name="connsiteX146" fmla="*/ 3687964 w 5640555"/>
                  <a:gd name="connsiteY146" fmla="*/ 404524 h 4278408"/>
                  <a:gd name="connsiteX147" fmla="*/ 3714537 w 5640555"/>
                  <a:gd name="connsiteY147" fmla="*/ 357280 h 4278408"/>
                  <a:gd name="connsiteX148" fmla="*/ 3744065 w 5640555"/>
                  <a:gd name="connsiteY148" fmla="*/ 307084 h 4278408"/>
                  <a:gd name="connsiteX149" fmla="*/ 3776546 w 5640555"/>
                  <a:gd name="connsiteY149" fmla="*/ 259841 h 4278408"/>
                  <a:gd name="connsiteX150" fmla="*/ 3809024 w 5640555"/>
                  <a:gd name="connsiteY150" fmla="*/ 218502 h 4278408"/>
                  <a:gd name="connsiteX151" fmla="*/ 3850363 w 5640555"/>
                  <a:gd name="connsiteY151" fmla="*/ 177164 h 4278408"/>
                  <a:gd name="connsiteX152" fmla="*/ 3891701 w 5640555"/>
                  <a:gd name="connsiteY152" fmla="*/ 138777 h 4278408"/>
                  <a:gd name="connsiteX153" fmla="*/ 3933039 w 5640555"/>
                  <a:gd name="connsiteY153" fmla="*/ 100393 h 4278408"/>
                  <a:gd name="connsiteX154" fmla="*/ 3977331 w 5640555"/>
                  <a:gd name="connsiteY154" fmla="*/ 70866 h 4278408"/>
                  <a:gd name="connsiteX155" fmla="*/ 4027527 w 5640555"/>
                  <a:gd name="connsiteY155" fmla="*/ 47244 h 4278408"/>
                  <a:gd name="connsiteX156" fmla="*/ 4077724 w 5640555"/>
                  <a:gd name="connsiteY156" fmla="*/ 23622 h 4278408"/>
                  <a:gd name="connsiteX157" fmla="*/ 4130874 w 5640555"/>
                  <a:gd name="connsiteY157" fmla="*/ 11811 h 4278408"/>
                  <a:gd name="connsiteX158" fmla="*/ 4186974 w 5640555"/>
                  <a:gd name="connsiteY158" fmla="*/ 5906 h 4278408"/>
                  <a:gd name="connsiteX159" fmla="*/ 4246029 w 5640555"/>
                  <a:gd name="connsiteY159" fmla="*/ 0 h 427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5640555" h="4278408">
                    <a:moveTo>
                      <a:pt x="4246029" y="0"/>
                    </a:moveTo>
                    <a:lnTo>
                      <a:pt x="4310989" y="8857"/>
                    </a:lnTo>
                    <a:lnTo>
                      <a:pt x="4375949" y="23622"/>
                    </a:lnTo>
                    <a:lnTo>
                      <a:pt x="4446815" y="47244"/>
                    </a:lnTo>
                    <a:lnTo>
                      <a:pt x="4520635" y="79723"/>
                    </a:lnTo>
                    <a:lnTo>
                      <a:pt x="4597405" y="124015"/>
                    </a:lnTo>
                    <a:lnTo>
                      <a:pt x="4674177" y="177164"/>
                    </a:lnTo>
                    <a:lnTo>
                      <a:pt x="4756854" y="242124"/>
                    </a:lnTo>
                    <a:lnTo>
                      <a:pt x="4842482" y="315941"/>
                    </a:lnTo>
                    <a:lnTo>
                      <a:pt x="4934017" y="404524"/>
                    </a:lnTo>
                    <a:lnTo>
                      <a:pt x="5028504" y="504916"/>
                    </a:lnTo>
                    <a:lnTo>
                      <a:pt x="5131848" y="626348"/>
                    </a:lnTo>
                    <a:lnTo>
                      <a:pt x="5131263" y="632975"/>
                    </a:lnTo>
                    <a:lnTo>
                      <a:pt x="5170541" y="674709"/>
                    </a:lnTo>
                    <a:lnTo>
                      <a:pt x="5272472" y="794479"/>
                    </a:lnTo>
                    <a:lnTo>
                      <a:pt x="5343823" y="878571"/>
                    </a:lnTo>
                    <a:lnTo>
                      <a:pt x="5524620" y="905541"/>
                    </a:lnTo>
                    <a:lnTo>
                      <a:pt x="5611815" y="1023629"/>
                    </a:lnTo>
                    <a:lnTo>
                      <a:pt x="5640555" y="1090292"/>
                    </a:lnTo>
                    <a:lnTo>
                      <a:pt x="5626940" y="1120406"/>
                    </a:lnTo>
                    <a:lnTo>
                      <a:pt x="5501373" y="1163468"/>
                    </a:lnTo>
                    <a:lnTo>
                      <a:pt x="5452954" y="1132889"/>
                    </a:lnTo>
                    <a:lnTo>
                      <a:pt x="5407086" y="1097213"/>
                    </a:lnTo>
                    <a:lnTo>
                      <a:pt x="5320445" y="1036054"/>
                    </a:lnTo>
                    <a:lnTo>
                      <a:pt x="5251642" y="974895"/>
                    </a:lnTo>
                    <a:lnTo>
                      <a:pt x="5198128" y="926478"/>
                    </a:lnTo>
                    <a:lnTo>
                      <a:pt x="5152258" y="880609"/>
                    </a:lnTo>
                    <a:lnTo>
                      <a:pt x="5063069" y="796516"/>
                    </a:lnTo>
                    <a:lnTo>
                      <a:pt x="4981525" y="727712"/>
                    </a:lnTo>
                    <a:lnTo>
                      <a:pt x="4899980" y="664006"/>
                    </a:lnTo>
                    <a:lnTo>
                      <a:pt x="4826079" y="613041"/>
                    </a:lnTo>
                    <a:lnTo>
                      <a:pt x="4754728" y="569719"/>
                    </a:lnTo>
                    <a:lnTo>
                      <a:pt x="4685926" y="534043"/>
                    </a:lnTo>
                    <a:lnTo>
                      <a:pt x="4622218" y="508561"/>
                    </a:lnTo>
                    <a:lnTo>
                      <a:pt x="4558511" y="488175"/>
                    </a:lnTo>
                    <a:lnTo>
                      <a:pt x="4499900" y="477981"/>
                    </a:lnTo>
                    <a:lnTo>
                      <a:pt x="4446388" y="470338"/>
                    </a:lnTo>
                    <a:lnTo>
                      <a:pt x="4284127" y="440084"/>
                    </a:lnTo>
                    <a:lnTo>
                      <a:pt x="4225073" y="440084"/>
                    </a:lnTo>
                    <a:lnTo>
                      <a:pt x="4166018" y="451895"/>
                    </a:lnTo>
                    <a:lnTo>
                      <a:pt x="4112869" y="463705"/>
                    </a:lnTo>
                    <a:lnTo>
                      <a:pt x="4062672" y="484373"/>
                    </a:lnTo>
                    <a:lnTo>
                      <a:pt x="4018382" y="507995"/>
                    </a:lnTo>
                    <a:lnTo>
                      <a:pt x="3974090" y="537523"/>
                    </a:lnTo>
                    <a:lnTo>
                      <a:pt x="3929800" y="570003"/>
                    </a:lnTo>
                    <a:lnTo>
                      <a:pt x="3894367" y="608388"/>
                    </a:lnTo>
                    <a:lnTo>
                      <a:pt x="3861885" y="646775"/>
                    </a:lnTo>
                    <a:lnTo>
                      <a:pt x="3826453" y="691065"/>
                    </a:lnTo>
                    <a:lnTo>
                      <a:pt x="3796926" y="735357"/>
                    </a:lnTo>
                    <a:lnTo>
                      <a:pt x="3770351" y="779646"/>
                    </a:lnTo>
                    <a:lnTo>
                      <a:pt x="3743776" y="826891"/>
                    </a:lnTo>
                    <a:lnTo>
                      <a:pt x="3723109" y="874134"/>
                    </a:lnTo>
                    <a:lnTo>
                      <a:pt x="3684722" y="968621"/>
                    </a:lnTo>
                    <a:lnTo>
                      <a:pt x="3655194" y="1057204"/>
                    </a:lnTo>
                    <a:lnTo>
                      <a:pt x="3631573" y="1136928"/>
                    </a:lnTo>
                    <a:lnTo>
                      <a:pt x="3613856" y="1207794"/>
                    </a:lnTo>
                    <a:lnTo>
                      <a:pt x="3578424" y="1346572"/>
                    </a:lnTo>
                    <a:lnTo>
                      <a:pt x="3537085" y="1482397"/>
                    </a:lnTo>
                    <a:lnTo>
                      <a:pt x="3495747" y="1612317"/>
                    </a:lnTo>
                    <a:lnTo>
                      <a:pt x="3451457" y="1736332"/>
                    </a:lnTo>
                    <a:lnTo>
                      <a:pt x="3404213" y="1860347"/>
                    </a:lnTo>
                    <a:lnTo>
                      <a:pt x="3351063" y="1981409"/>
                    </a:lnTo>
                    <a:lnTo>
                      <a:pt x="3297914" y="2093613"/>
                    </a:lnTo>
                    <a:lnTo>
                      <a:pt x="3241812" y="2208769"/>
                    </a:lnTo>
                    <a:lnTo>
                      <a:pt x="3179806" y="2315068"/>
                    </a:lnTo>
                    <a:lnTo>
                      <a:pt x="3120751" y="2418415"/>
                    </a:lnTo>
                    <a:lnTo>
                      <a:pt x="3052837" y="2518807"/>
                    </a:lnTo>
                    <a:lnTo>
                      <a:pt x="2987877" y="2613294"/>
                    </a:lnTo>
                    <a:lnTo>
                      <a:pt x="2919965" y="2707782"/>
                    </a:lnTo>
                    <a:lnTo>
                      <a:pt x="2849100" y="2793409"/>
                    </a:lnTo>
                    <a:lnTo>
                      <a:pt x="2778234" y="2881992"/>
                    </a:lnTo>
                    <a:lnTo>
                      <a:pt x="2704415" y="2964669"/>
                    </a:lnTo>
                    <a:lnTo>
                      <a:pt x="2627644" y="3044393"/>
                    </a:lnTo>
                    <a:lnTo>
                      <a:pt x="2550872" y="3121164"/>
                    </a:lnTo>
                    <a:lnTo>
                      <a:pt x="2471150" y="3194982"/>
                    </a:lnTo>
                    <a:lnTo>
                      <a:pt x="2394379" y="3262895"/>
                    </a:lnTo>
                    <a:lnTo>
                      <a:pt x="2311703" y="3330808"/>
                    </a:lnTo>
                    <a:lnTo>
                      <a:pt x="2229026" y="3395768"/>
                    </a:lnTo>
                    <a:lnTo>
                      <a:pt x="2146350" y="3457776"/>
                    </a:lnTo>
                    <a:lnTo>
                      <a:pt x="2063673" y="3513876"/>
                    </a:lnTo>
                    <a:lnTo>
                      <a:pt x="1980996" y="3569980"/>
                    </a:lnTo>
                    <a:lnTo>
                      <a:pt x="1898321" y="3623129"/>
                    </a:lnTo>
                    <a:lnTo>
                      <a:pt x="1812689" y="3673324"/>
                    </a:lnTo>
                    <a:lnTo>
                      <a:pt x="1730014" y="3723522"/>
                    </a:lnTo>
                    <a:lnTo>
                      <a:pt x="1647337" y="3770765"/>
                    </a:lnTo>
                    <a:lnTo>
                      <a:pt x="1558754" y="3815056"/>
                    </a:lnTo>
                    <a:lnTo>
                      <a:pt x="1393401" y="3894780"/>
                    </a:lnTo>
                    <a:lnTo>
                      <a:pt x="1231003" y="3965646"/>
                    </a:lnTo>
                    <a:lnTo>
                      <a:pt x="1065649" y="4024700"/>
                    </a:lnTo>
                    <a:lnTo>
                      <a:pt x="909153" y="4080802"/>
                    </a:lnTo>
                    <a:lnTo>
                      <a:pt x="755612" y="4128045"/>
                    </a:lnTo>
                    <a:lnTo>
                      <a:pt x="610929" y="4166432"/>
                    </a:lnTo>
                    <a:lnTo>
                      <a:pt x="469197" y="4204817"/>
                    </a:lnTo>
                    <a:lnTo>
                      <a:pt x="339277" y="4231392"/>
                    </a:lnTo>
                    <a:lnTo>
                      <a:pt x="221168" y="4255013"/>
                    </a:lnTo>
                    <a:lnTo>
                      <a:pt x="106010" y="4275681"/>
                    </a:lnTo>
                    <a:lnTo>
                      <a:pt x="83516" y="4278408"/>
                    </a:lnTo>
                    <a:lnTo>
                      <a:pt x="0" y="3859220"/>
                    </a:lnTo>
                    <a:lnTo>
                      <a:pt x="32481" y="3853314"/>
                    </a:lnTo>
                    <a:lnTo>
                      <a:pt x="124015" y="3847409"/>
                    </a:lnTo>
                    <a:lnTo>
                      <a:pt x="265746" y="3832646"/>
                    </a:lnTo>
                    <a:lnTo>
                      <a:pt x="357282" y="3817882"/>
                    </a:lnTo>
                    <a:lnTo>
                      <a:pt x="454721" y="3800165"/>
                    </a:lnTo>
                    <a:lnTo>
                      <a:pt x="563973" y="3782449"/>
                    </a:lnTo>
                    <a:lnTo>
                      <a:pt x="679129" y="3755875"/>
                    </a:lnTo>
                    <a:lnTo>
                      <a:pt x="803144" y="3720442"/>
                    </a:lnTo>
                    <a:lnTo>
                      <a:pt x="933063" y="3685010"/>
                    </a:lnTo>
                    <a:lnTo>
                      <a:pt x="1068889" y="3637767"/>
                    </a:lnTo>
                    <a:lnTo>
                      <a:pt x="1210620" y="3584617"/>
                    </a:lnTo>
                    <a:lnTo>
                      <a:pt x="1358257" y="3525563"/>
                    </a:lnTo>
                    <a:lnTo>
                      <a:pt x="1502942" y="3457649"/>
                    </a:lnTo>
                    <a:lnTo>
                      <a:pt x="1653530" y="3377926"/>
                    </a:lnTo>
                    <a:lnTo>
                      <a:pt x="1730302" y="3336587"/>
                    </a:lnTo>
                    <a:lnTo>
                      <a:pt x="1807072" y="3292296"/>
                    </a:lnTo>
                    <a:lnTo>
                      <a:pt x="1880892" y="3245051"/>
                    </a:lnTo>
                    <a:lnTo>
                      <a:pt x="1957663" y="3197808"/>
                    </a:lnTo>
                    <a:lnTo>
                      <a:pt x="2034434" y="3144659"/>
                    </a:lnTo>
                    <a:lnTo>
                      <a:pt x="2108252" y="3088557"/>
                    </a:lnTo>
                    <a:lnTo>
                      <a:pt x="2185022" y="3032455"/>
                    </a:lnTo>
                    <a:lnTo>
                      <a:pt x="2255888" y="2970449"/>
                    </a:lnTo>
                    <a:lnTo>
                      <a:pt x="2329707" y="2908440"/>
                    </a:lnTo>
                    <a:lnTo>
                      <a:pt x="2403525" y="2840528"/>
                    </a:lnTo>
                    <a:lnTo>
                      <a:pt x="2477344" y="2772615"/>
                    </a:lnTo>
                    <a:lnTo>
                      <a:pt x="2548210" y="2701750"/>
                    </a:lnTo>
                    <a:lnTo>
                      <a:pt x="2616121" y="2624979"/>
                    </a:lnTo>
                    <a:lnTo>
                      <a:pt x="2686987" y="2545255"/>
                    </a:lnTo>
                    <a:lnTo>
                      <a:pt x="2754901" y="2465530"/>
                    </a:lnTo>
                    <a:lnTo>
                      <a:pt x="2819860" y="2376949"/>
                    </a:lnTo>
                    <a:lnTo>
                      <a:pt x="2887773" y="2291321"/>
                    </a:lnTo>
                    <a:lnTo>
                      <a:pt x="2949781" y="2196833"/>
                    </a:lnTo>
                    <a:lnTo>
                      <a:pt x="3011788" y="2102346"/>
                    </a:lnTo>
                    <a:lnTo>
                      <a:pt x="3070842" y="2004905"/>
                    </a:lnTo>
                    <a:lnTo>
                      <a:pt x="3126944" y="1901560"/>
                    </a:lnTo>
                    <a:lnTo>
                      <a:pt x="3183045" y="1795262"/>
                    </a:lnTo>
                    <a:lnTo>
                      <a:pt x="3236195" y="1680104"/>
                    </a:lnTo>
                    <a:lnTo>
                      <a:pt x="3286393" y="1567900"/>
                    </a:lnTo>
                    <a:lnTo>
                      <a:pt x="3336587" y="1449791"/>
                    </a:lnTo>
                    <a:lnTo>
                      <a:pt x="3383832" y="1328729"/>
                    </a:lnTo>
                    <a:lnTo>
                      <a:pt x="3428123" y="1201761"/>
                    </a:lnTo>
                    <a:lnTo>
                      <a:pt x="3466508" y="1071841"/>
                    </a:lnTo>
                    <a:lnTo>
                      <a:pt x="3504894" y="933064"/>
                    </a:lnTo>
                    <a:lnTo>
                      <a:pt x="3540327" y="794284"/>
                    </a:lnTo>
                    <a:lnTo>
                      <a:pt x="3558043" y="726372"/>
                    </a:lnTo>
                    <a:lnTo>
                      <a:pt x="3584617" y="643696"/>
                    </a:lnTo>
                    <a:lnTo>
                      <a:pt x="3617098" y="552161"/>
                    </a:lnTo>
                    <a:lnTo>
                      <a:pt x="3661388" y="454721"/>
                    </a:lnTo>
                    <a:lnTo>
                      <a:pt x="3687964" y="404524"/>
                    </a:lnTo>
                    <a:lnTo>
                      <a:pt x="3714537" y="357280"/>
                    </a:lnTo>
                    <a:lnTo>
                      <a:pt x="3744065" y="307084"/>
                    </a:lnTo>
                    <a:lnTo>
                      <a:pt x="3776546" y="259841"/>
                    </a:lnTo>
                    <a:lnTo>
                      <a:pt x="3809024" y="218502"/>
                    </a:lnTo>
                    <a:lnTo>
                      <a:pt x="3850363" y="177164"/>
                    </a:lnTo>
                    <a:lnTo>
                      <a:pt x="3891701" y="138777"/>
                    </a:lnTo>
                    <a:lnTo>
                      <a:pt x="3933039" y="100393"/>
                    </a:lnTo>
                    <a:lnTo>
                      <a:pt x="3977331" y="70866"/>
                    </a:lnTo>
                    <a:lnTo>
                      <a:pt x="4027527" y="47244"/>
                    </a:lnTo>
                    <a:lnTo>
                      <a:pt x="4077724" y="23622"/>
                    </a:lnTo>
                    <a:lnTo>
                      <a:pt x="4130874" y="11811"/>
                    </a:lnTo>
                    <a:lnTo>
                      <a:pt x="4186974" y="5906"/>
                    </a:lnTo>
                    <a:lnTo>
                      <a:pt x="4246029" y="0"/>
                    </a:lnTo>
                    <a:close/>
                  </a:path>
                </a:pathLst>
              </a:custGeom>
              <a:grp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3" name="Freeform 12"/>
              <p:cNvSpPr>
                <a:spLocks/>
              </p:cNvSpPr>
              <p:nvPr/>
            </p:nvSpPr>
            <p:spPr bwMode="auto">
              <a:xfrm>
                <a:off x="7248298" y="2200276"/>
                <a:ext cx="944563" cy="2295525"/>
              </a:xfrm>
              <a:custGeom>
                <a:avLst/>
                <a:gdLst>
                  <a:gd name="T0" fmla="*/ 593 w 595"/>
                  <a:gd name="T1" fmla="*/ 81 h 1446"/>
                  <a:gd name="T2" fmla="*/ 589 w 595"/>
                  <a:gd name="T3" fmla="*/ 81 h 1446"/>
                  <a:gd name="T4" fmla="*/ 562 w 595"/>
                  <a:gd name="T5" fmla="*/ 85 h 1446"/>
                  <a:gd name="T6" fmla="*/ 541 w 595"/>
                  <a:gd name="T7" fmla="*/ 90 h 1446"/>
                  <a:gd name="T8" fmla="*/ 515 w 595"/>
                  <a:gd name="T9" fmla="*/ 99 h 1446"/>
                  <a:gd name="T10" fmla="*/ 485 w 595"/>
                  <a:gd name="T11" fmla="*/ 116 h 1446"/>
                  <a:gd name="T12" fmla="*/ 455 w 595"/>
                  <a:gd name="T13" fmla="*/ 139 h 1446"/>
                  <a:gd name="T14" fmla="*/ 421 w 595"/>
                  <a:gd name="T15" fmla="*/ 170 h 1446"/>
                  <a:gd name="T16" fmla="*/ 387 w 595"/>
                  <a:gd name="T17" fmla="*/ 212 h 1446"/>
                  <a:gd name="T18" fmla="*/ 355 w 595"/>
                  <a:gd name="T19" fmla="*/ 264 h 1446"/>
                  <a:gd name="T20" fmla="*/ 322 w 595"/>
                  <a:gd name="T21" fmla="*/ 330 h 1446"/>
                  <a:gd name="T22" fmla="*/ 291 w 595"/>
                  <a:gd name="T23" fmla="*/ 407 h 1446"/>
                  <a:gd name="T24" fmla="*/ 264 w 595"/>
                  <a:gd name="T25" fmla="*/ 501 h 1446"/>
                  <a:gd name="T26" fmla="*/ 240 w 595"/>
                  <a:gd name="T27" fmla="*/ 612 h 1446"/>
                  <a:gd name="T28" fmla="*/ 221 w 595"/>
                  <a:gd name="T29" fmla="*/ 739 h 1446"/>
                  <a:gd name="T30" fmla="*/ 208 w 595"/>
                  <a:gd name="T31" fmla="*/ 886 h 1446"/>
                  <a:gd name="T32" fmla="*/ 205 w 595"/>
                  <a:gd name="T33" fmla="*/ 909 h 1446"/>
                  <a:gd name="T34" fmla="*/ 193 w 595"/>
                  <a:gd name="T35" fmla="*/ 1005 h 1446"/>
                  <a:gd name="T36" fmla="*/ 177 w 595"/>
                  <a:gd name="T37" fmla="*/ 1096 h 1446"/>
                  <a:gd name="T38" fmla="*/ 155 w 595"/>
                  <a:gd name="T39" fmla="*/ 1195 h 1446"/>
                  <a:gd name="T40" fmla="*/ 131 w 595"/>
                  <a:gd name="T41" fmla="*/ 1269 h 1446"/>
                  <a:gd name="T42" fmla="*/ 113 w 595"/>
                  <a:gd name="T43" fmla="*/ 1314 h 1446"/>
                  <a:gd name="T44" fmla="*/ 93 w 595"/>
                  <a:gd name="T45" fmla="*/ 1356 h 1446"/>
                  <a:gd name="T46" fmla="*/ 70 w 595"/>
                  <a:gd name="T47" fmla="*/ 1391 h 1446"/>
                  <a:gd name="T48" fmla="*/ 44 w 595"/>
                  <a:gd name="T49" fmla="*/ 1419 h 1446"/>
                  <a:gd name="T50" fmla="*/ 16 w 595"/>
                  <a:gd name="T51" fmla="*/ 1439 h 1446"/>
                  <a:gd name="T52" fmla="*/ 0 w 595"/>
                  <a:gd name="T53" fmla="*/ 1446 h 1446"/>
                  <a:gd name="T54" fmla="*/ 9 w 595"/>
                  <a:gd name="T55" fmla="*/ 1443 h 1446"/>
                  <a:gd name="T56" fmla="*/ 24 w 595"/>
                  <a:gd name="T57" fmla="*/ 1431 h 1446"/>
                  <a:gd name="T58" fmla="*/ 43 w 595"/>
                  <a:gd name="T59" fmla="*/ 1403 h 1446"/>
                  <a:gd name="T60" fmla="*/ 68 w 595"/>
                  <a:gd name="T61" fmla="*/ 1351 h 1446"/>
                  <a:gd name="T62" fmla="*/ 94 w 595"/>
                  <a:gd name="T63" fmla="*/ 1271 h 1446"/>
                  <a:gd name="T64" fmla="*/ 123 w 595"/>
                  <a:gd name="T65" fmla="*/ 1154 h 1446"/>
                  <a:gd name="T66" fmla="*/ 151 w 595"/>
                  <a:gd name="T67" fmla="*/ 993 h 1446"/>
                  <a:gd name="T68" fmla="*/ 166 w 595"/>
                  <a:gd name="T69" fmla="*/ 895 h 1446"/>
                  <a:gd name="T70" fmla="*/ 183 w 595"/>
                  <a:gd name="T71" fmla="*/ 729 h 1446"/>
                  <a:gd name="T72" fmla="*/ 202 w 595"/>
                  <a:gd name="T73" fmla="*/ 579 h 1446"/>
                  <a:gd name="T74" fmla="*/ 218 w 595"/>
                  <a:gd name="T75" fmla="*/ 481 h 1446"/>
                  <a:gd name="T76" fmla="*/ 235 w 595"/>
                  <a:gd name="T77" fmla="*/ 395 h 1446"/>
                  <a:gd name="T78" fmla="*/ 250 w 595"/>
                  <a:gd name="T79" fmla="*/ 348 h 1446"/>
                  <a:gd name="T80" fmla="*/ 260 w 595"/>
                  <a:gd name="T81" fmla="*/ 325 h 1446"/>
                  <a:gd name="T82" fmla="*/ 264 w 595"/>
                  <a:gd name="T83" fmla="*/ 318 h 1446"/>
                  <a:gd name="T84" fmla="*/ 271 w 595"/>
                  <a:gd name="T85" fmla="*/ 296 h 1446"/>
                  <a:gd name="T86" fmla="*/ 283 w 595"/>
                  <a:gd name="T87" fmla="*/ 260 h 1446"/>
                  <a:gd name="T88" fmla="*/ 307 w 595"/>
                  <a:gd name="T89" fmla="*/ 213 h 1446"/>
                  <a:gd name="T90" fmla="*/ 343 w 595"/>
                  <a:gd name="T91" fmla="*/ 161 h 1446"/>
                  <a:gd name="T92" fmla="*/ 366 w 595"/>
                  <a:gd name="T93" fmla="*/ 134 h 1446"/>
                  <a:gd name="T94" fmla="*/ 393 w 595"/>
                  <a:gd name="T95" fmla="*/ 107 h 1446"/>
                  <a:gd name="T96" fmla="*/ 423 w 595"/>
                  <a:gd name="T97" fmla="*/ 82 h 1446"/>
                  <a:gd name="T98" fmla="*/ 460 w 595"/>
                  <a:gd name="T99" fmla="*/ 57 h 1446"/>
                  <a:gd name="T100" fmla="*/ 499 w 595"/>
                  <a:gd name="T101" fmla="*/ 36 h 1446"/>
                  <a:gd name="T102" fmla="*/ 544 w 595"/>
                  <a:gd name="T103" fmla="*/ 16 h 1446"/>
                  <a:gd name="T104" fmla="*/ 595 w 595"/>
                  <a:gd name="T105" fmla="*/ 0 h 1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5" h="1446">
                    <a:moveTo>
                      <a:pt x="595" y="0"/>
                    </a:moveTo>
                    <a:lnTo>
                      <a:pt x="593" y="81"/>
                    </a:lnTo>
                    <a:lnTo>
                      <a:pt x="593" y="81"/>
                    </a:lnTo>
                    <a:lnTo>
                      <a:pt x="589" y="81"/>
                    </a:lnTo>
                    <a:lnTo>
                      <a:pt x="579" y="82"/>
                    </a:lnTo>
                    <a:lnTo>
                      <a:pt x="562" y="85"/>
                    </a:lnTo>
                    <a:lnTo>
                      <a:pt x="552" y="87"/>
                    </a:lnTo>
                    <a:lnTo>
                      <a:pt x="541" y="90"/>
                    </a:lnTo>
                    <a:lnTo>
                      <a:pt x="528" y="94"/>
                    </a:lnTo>
                    <a:lnTo>
                      <a:pt x="515" y="99"/>
                    </a:lnTo>
                    <a:lnTo>
                      <a:pt x="501" y="107"/>
                    </a:lnTo>
                    <a:lnTo>
                      <a:pt x="485" y="116"/>
                    </a:lnTo>
                    <a:lnTo>
                      <a:pt x="471" y="126"/>
                    </a:lnTo>
                    <a:lnTo>
                      <a:pt x="455" y="139"/>
                    </a:lnTo>
                    <a:lnTo>
                      <a:pt x="438" y="153"/>
                    </a:lnTo>
                    <a:lnTo>
                      <a:pt x="421" y="170"/>
                    </a:lnTo>
                    <a:lnTo>
                      <a:pt x="404" y="190"/>
                    </a:lnTo>
                    <a:lnTo>
                      <a:pt x="387" y="212"/>
                    </a:lnTo>
                    <a:lnTo>
                      <a:pt x="371" y="236"/>
                    </a:lnTo>
                    <a:lnTo>
                      <a:pt x="355" y="264"/>
                    </a:lnTo>
                    <a:lnTo>
                      <a:pt x="338" y="295"/>
                    </a:lnTo>
                    <a:lnTo>
                      <a:pt x="322" y="330"/>
                    </a:lnTo>
                    <a:lnTo>
                      <a:pt x="306" y="367"/>
                    </a:lnTo>
                    <a:lnTo>
                      <a:pt x="291" y="407"/>
                    </a:lnTo>
                    <a:lnTo>
                      <a:pt x="278" y="453"/>
                    </a:lnTo>
                    <a:lnTo>
                      <a:pt x="264" y="501"/>
                    </a:lnTo>
                    <a:lnTo>
                      <a:pt x="252" y="554"/>
                    </a:lnTo>
                    <a:lnTo>
                      <a:pt x="240" y="612"/>
                    </a:lnTo>
                    <a:lnTo>
                      <a:pt x="230" y="673"/>
                    </a:lnTo>
                    <a:lnTo>
                      <a:pt x="221" y="739"/>
                    </a:lnTo>
                    <a:lnTo>
                      <a:pt x="213" y="810"/>
                    </a:lnTo>
                    <a:lnTo>
                      <a:pt x="208" y="886"/>
                    </a:lnTo>
                    <a:lnTo>
                      <a:pt x="208" y="886"/>
                    </a:lnTo>
                    <a:lnTo>
                      <a:pt x="205" y="909"/>
                    </a:lnTo>
                    <a:lnTo>
                      <a:pt x="199" y="966"/>
                    </a:lnTo>
                    <a:lnTo>
                      <a:pt x="193" y="1005"/>
                    </a:lnTo>
                    <a:lnTo>
                      <a:pt x="186" y="1049"/>
                    </a:lnTo>
                    <a:lnTo>
                      <a:pt x="177" y="1096"/>
                    </a:lnTo>
                    <a:lnTo>
                      <a:pt x="167" y="1146"/>
                    </a:lnTo>
                    <a:lnTo>
                      <a:pt x="155" y="1195"/>
                    </a:lnTo>
                    <a:lnTo>
                      <a:pt x="140" y="1245"/>
                    </a:lnTo>
                    <a:lnTo>
                      <a:pt x="131" y="1269"/>
                    </a:lnTo>
                    <a:lnTo>
                      <a:pt x="123" y="1291"/>
                    </a:lnTo>
                    <a:lnTo>
                      <a:pt x="113" y="1314"/>
                    </a:lnTo>
                    <a:lnTo>
                      <a:pt x="104" y="1335"/>
                    </a:lnTo>
                    <a:lnTo>
                      <a:pt x="93" y="1356"/>
                    </a:lnTo>
                    <a:lnTo>
                      <a:pt x="81" y="1374"/>
                    </a:lnTo>
                    <a:lnTo>
                      <a:pt x="70" y="1391"/>
                    </a:lnTo>
                    <a:lnTo>
                      <a:pt x="58" y="1407"/>
                    </a:lnTo>
                    <a:lnTo>
                      <a:pt x="44" y="1419"/>
                    </a:lnTo>
                    <a:lnTo>
                      <a:pt x="30" y="1430"/>
                    </a:lnTo>
                    <a:lnTo>
                      <a:pt x="16" y="1439"/>
                    </a:lnTo>
                    <a:lnTo>
                      <a:pt x="0" y="1446"/>
                    </a:lnTo>
                    <a:lnTo>
                      <a:pt x="0" y="1446"/>
                    </a:lnTo>
                    <a:lnTo>
                      <a:pt x="3" y="1445"/>
                    </a:lnTo>
                    <a:lnTo>
                      <a:pt x="9" y="1443"/>
                    </a:lnTo>
                    <a:lnTo>
                      <a:pt x="16" y="1439"/>
                    </a:lnTo>
                    <a:lnTo>
                      <a:pt x="24" y="1431"/>
                    </a:lnTo>
                    <a:lnTo>
                      <a:pt x="33" y="1419"/>
                    </a:lnTo>
                    <a:lnTo>
                      <a:pt x="43" y="1403"/>
                    </a:lnTo>
                    <a:lnTo>
                      <a:pt x="55" y="1381"/>
                    </a:lnTo>
                    <a:lnTo>
                      <a:pt x="68" y="1351"/>
                    </a:lnTo>
                    <a:lnTo>
                      <a:pt x="80" y="1315"/>
                    </a:lnTo>
                    <a:lnTo>
                      <a:pt x="94" y="1271"/>
                    </a:lnTo>
                    <a:lnTo>
                      <a:pt x="108" y="1217"/>
                    </a:lnTo>
                    <a:lnTo>
                      <a:pt x="123" y="1154"/>
                    </a:lnTo>
                    <a:lnTo>
                      <a:pt x="137" y="1079"/>
                    </a:lnTo>
                    <a:lnTo>
                      <a:pt x="151" y="993"/>
                    </a:lnTo>
                    <a:lnTo>
                      <a:pt x="166" y="895"/>
                    </a:lnTo>
                    <a:lnTo>
                      <a:pt x="166" y="895"/>
                    </a:lnTo>
                    <a:lnTo>
                      <a:pt x="174" y="814"/>
                    </a:lnTo>
                    <a:lnTo>
                      <a:pt x="183" y="729"/>
                    </a:lnTo>
                    <a:lnTo>
                      <a:pt x="195" y="631"/>
                    </a:lnTo>
                    <a:lnTo>
                      <a:pt x="202" y="579"/>
                    </a:lnTo>
                    <a:lnTo>
                      <a:pt x="210" y="529"/>
                    </a:lnTo>
                    <a:lnTo>
                      <a:pt x="218" y="481"/>
                    </a:lnTo>
                    <a:lnTo>
                      <a:pt x="226" y="436"/>
                    </a:lnTo>
                    <a:lnTo>
                      <a:pt x="235" y="395"/>
                    </a:lnTo>
                    <a:lnTo>
                      <a:pt x="245" y="361"/>
                    </a:lnTo>
                    <a:lnTo>
                      <a:pt x="250" y="348"/>
                    </a:lnTo>
                    <a:lnTo>
                      <a:pt x="254" y="335"/>
                    </a:lnTo>
                    <a:lnTo>
                      <a:pt x="260" y="325"/>
                    </a:lnTo>
                    <a:lnTo>
                      <a:pt x="264" y="318"/>
                    </a:lnTo>
                    <a:lnTo>
                      <a:pt x="264" y="318"/>
                    </a:lnTo>
                    <a:lnTo>
                      <a:pt x="266" y="307"/>
                    </a:lnTo>
                    <a:lnTo>
                      <a:pt x="271" y="296"/>
                    </a:lnTo>
                    <a:lnTo>
                      <a:pt x="277" y="279"/>
                    </a:lnTo>
                    <a:lnTo>
                      <a:pt x="283" y="260"/>
                    </a:lnTo>
                    <a:lnTo>
                      <a:pt x="295" y="237"/>
                    </a:lnTo>
                    <a:lnTo>
                      <a:pt x="307" y="213"/>
                    </a:lnTo>
                    <a:lnTo>
                      <a:pt x="323" y="187"/>
                    </a:lnTo>
                    <a:lnTo>
                      <a:pt x="343" y="161"/>
                    </a:lnTo>
                    <a:lnTo>
                      <a:pt x="353" y="148"/>
                    </a:lnTo>
                    <a:lnTo>
                      <a:pt x="366" y="134"/>
                    </a:lnTo>
                    <a:lnTo>
                      <a:pt x="378" y="121"/>
                    </a:lnTo>
                    <a:lnTo>
                      <a:pt x="393" y="107"/>
                    </a:lnTo>
                    <a:lnTo>
                      <a:pt x="408" y="95"/>
                    </a:lnTo>
                    <a:lnTo>
                      <a:pt x="423" y="82"/>
                    </a:lnTo>
                    <a:lnTo>
                      <a:pt x="441" y="70"/>
                    </a:lnTo>
                    <a:lnTo>
                      <a:pt x="460" y="57"/>
                    </a:lnTo>
                    <a:lnTo>
                      <a:pt x="479" y="46"/>
                    </a:lnTo>
                    <a:lnTo>
                      <a:pt x="499" y="36"/>
                    </a:lnTo>
                    <a:lnTo>
                      <a:pt x="522" y="26"/>
                    </a:lnTo>
                    <a:lnTo>
                      <a:pt x="544" y="16"/>
                    </a:lnTo>
                    <a:lnTo>
                      <a:pt x="569" y="8"/>
                    </a:lnTo>
                    <a:lnTo>
                      <a:pt x="595" y="0"/>
                    </a:lnTo>
                    <a:lnTo>
                      <a:pt x="5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4" name="Freeform 13"/>
              <p:cNvSpPr>
                <a:spLocks/>
              </p:cNvSpPr>
              <p:nvPr/>
            </p:nvSpPr>
            <p:spPr bwMode="auto">
              <a:xfrm>
                <a:off x="3760560" y="3983038"/>
                <a:ext cx="2593975" cy="2208213"/>
              </a:xfrm>
              <a:custGeom>
                <a:avLst/>
                <a:gdLst>
                  <a:gd name="T0" fmla="*/ 1626 w 1634"/>
                  <a:gd name="T1" fmla="*/ 18 h 1391"/>
                  <a:gd name="T2" fmla="*/ 1590 w 1634"/>
                  <a:gd name="T3" fmla="*/ 11 h 1391"/>
                  <a:gd name="T4" fmla="*/ 1562 w 1634"/>
                  <a:gd name="T5" fmla="*/ 15 h 1391"/>
                  <a:gd name="T6" fmla="*/ 1532 w 1634"/>
                  <a:gd name="T7" fmla="*/ 25 h 1391"/>
                  <a:gd name="T8" fmla="*/ 1498 w 1634"/>
                  <a:gd name="T9" fmla="*/ 48 h 1391"/>
                  <a:gd name="T10" fmla="*/ 1462 w 1634"/>
                  <a:gd name="T11" fmla="*/ 85 h 1391"/>
                  <a:gd name="T12" fmla="*/ 1425 w 1634"/>
                  <a:gd name="T13" fmla="*/ 139 h 1391"/>
                  <a:gd name="T14" fmla="*/ 1387 w 1634"/>
                  <a:gd name="T15" fmla="*/ 215 h 1391"/>
                  <a:gd name="T16" fmla="*/ 1351 w 1634"/>
                  <a:gd name="T17" fmla="*/ 314 h 1391"/>
                  <a:gd name="T18" fmla="*/ 1321 w 1634"/>
                  <a:gd name="T19" fmla="*/ 408 h 1391"/>
                  <a:gd name="T20" fmla="*/ 1256 w 1634"/>
                  <a:gd name="T21" fmla="*/ 578 h 1391"/>
                  <a:gd name="T22" fmla="*/ 1201 w 1634"/>
                  <a:gd name="T23" fmla="*/ 692 h 1391"/>
                  <a:gd name="T24" fmla="*/ 1151 w 1634"/>
                  <a:gd name="T25" fmla="*/ 775 h 1391"/>
                  <a:gd name="T26" fmla="*/ 1120 w 1634"/>
                  <a:gd name="T27" fmla="*/ 812 h 1391"/>
                  <a:gd name="T28" fmla="*/ 1024 w 1634"/>
                  <a:gd name="T29" fmla="*/ 915 h 1391"/>
                  <a:gd name="T30" fmla="*/ 909 w 1634"/>
                  <a:gd name="T31" fmla="*/ 1032 h 1391"/>
                  <a:gd name="T32" fmla="*/ 813 w 1634"/>
                  <a:gd name="T33" fmla="*/ 1114 h 1391"/>
                  <a:gd name="T34" fmla="*/ 727 w 1634"/>
                  <a:gd name="T35" fmla="*/ 1171 h 1391"/>
                  <a:gd name="T36" fmla="*/ 675 w 1634"/>
                  <a:gd name="T37" fmla="*/ 1195 h 1391"/>
                  <a:gd name="T38" fmla="*/ 639 w 1634"/>
                  <a:gd name="T39" fmla="*/ 1207 h 1391"/>
                  <a:gd name="T40" fmla="*/ 376 w 1634"/>
                  <a:gd name="T41" fmla="*/ 1303 h 1391"/>
                  <a:gd name="T42" fmla="*/ 177 w 1634"/>
                  <a:gd name="T43" fmla="*/ 1366 h 1391"/>
                  <a:gd name="T44" fmla="*/ 71 w 1634"/>
                  <a:gd name="T45" fmla="*/ 1390 h 1391"/>
                  <a:gd name="T46" fmla="*/ 0 w 1634"/>
                  <a:gd name="T47" fmla="*/ 1314 h 1391"/>
                  <a:gd name="T48" fmla="*/ 133 w 1634"/>
                  <a:gd name="T49" fmla="*/ 1286 h 1391"/>
                  <a:gd name="T50" fmla="*/ 372 w 1634"/>
                  <a:gd name="T51" fmla="*/ 1227 h 1391"/>
                  <a:gd name="T52" fmla="*/ 529 w 1634"/>
                  <a:gd name="T53" fmla="*/ 1180 h 1391"/>
                  <a:gd name="T54" fmla="*/ 626 w 1634"/>
                  <a:gd name="T55" fmla="*/ 1144 h 1391"/>
                  <a:gd name="T56" fmla="*/ 742 w 1634"/>
                  <a:gd name="T57" fmla="*/ 1066 h 1391"/>
                  <a:gd name="T58" fmla="*/ 855 w 1634"/>
                  <a:gd name="T59" fmla="*/ 982 h 1391"/>
                  <a:gd name="T60" fmla="*/ 975 w 1634"/>
                  <a:gd name="T61" fmla="*/ 882 h 1391"/>
                  <a:gd name="T62" fmla="*/ 1083 w 1634"/>
                  <a:gd name="T63" fmla="*/ 771 h 1391"/>
                  <a:gd name="T64" fmla="*/ 1112 w 1634"/>
                  <a:gd name="T65" fmla="*/ 734 h 1391"/>
                  <a:gd name="T66" fmla="*/ 1159 w 1634"/>
                  <a:gd name="T67" fmla="*/ 658 h 1391"/>
                  <a:gd name="T68" fmla="*/ 1207 w 1634"/>
                  <a:gd name="T69" fmla="*/ 561 h 1391"/>
                  <a:gd name="T70" fmla="*/ 1289 w 1634"/>
                  <a:gd name="T71" fmla="*/ 358 h 1391"/>
                  <a:gd name="T72" fmla="*/ 1322 w 1634"/>
                  <a:gd name="T73" fmla="*/ 261 h 1391"/>
                  <a:gd name="T74" fmla="*/ 1333 w 1634"/>
                  <a:gd name="T75" fmla="*/ 208 h 1391"/>
                  <a:gd name="T76" fmla="*/ 1364 w 1634"/>
                  <a:gd name="T77" fmla="*/ 127 h 1391"/>
                  <a:gd name="T78" fmla="*/ 1389 w 1634"/>
                  <a:gd name="T79" fmla="*/ 85 h 1391"/>
                  <a:gd name="T80" fmla="*/ 1420 w 1634"/>
                  <a:gd name="T81" fmla="*/ 48 h 1391"/>
                  <a:gd name="T82" fmla="*/ 1460 w 1634"/>
                  <a:gd name="T83" fmla="*/ 18 h 1391"/>
                  <a:gd name="T84" fmla="*/ 1507 w 1634"/>
                  <a:gd name="T85" fmla="*/ 2 h 1391"/>
                  <a:gd name="T86" fmla="*/ 1565 w 1634"/>
                  <a:gd name="T87" fmla="*/ 1 h 1391"/>
                  <a:gd name="T88" fmla="*/ 1634 w 1634"/>
                  <a:gd name="T89" fmla="*/ 22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4" h="1391">
                    <a:moveTo>
                      <a:pt x="1634" y="22"/>
                    </a:moveTo>
                    <a:lnTo>
                      <a:pt x="1634" y="22"/>
                    </a:lnTo>
                    <a:lnTo>
                      <a:pt x="1626" y="18"/>
                    </a:lnTo>
                    <a:lnTo>
                      <a:pt x="1617" y="16"/>
                    </a:lnTo>
                    <a:lnTo>
                      <a:pt x="1604" y="13"/>
                    </a:lnTo>
                    <a:lnTo>
                      <a:pt x="1590" y="11"/>
                    </a:lnTo>
                    <a:lnTo>
                      <a:pt x="1582" y="11"/>
                    </a:lnTo>
                    <a:lnTo>
                      <a:pt x="1573" y="13"/>
                    </a:lnTo>
                    <a:lnTo>
                      <a:pt x="1562" y="15"/>
                    </a:lnTo>
                    <a:lnTo>
                      <a:pt x="1553" y="17"/>
                    </a:lnTo>
                    <a:lnTo>
                      <a:pt x="1543" y="21"/>
                    </a:lnTo>
                    <a:lnTo>
                      <a:pt x="1532" y="25"/>
                    </a:lnTo>
                    <a:lnTo>
                      <a:pt x="1521" y="32"/>
                    </a:lnTo>
                    <a:lnTo>
                      <a:pt x="1509" y="39"/>
                    </a:lnTo>
                    <a:lnTo>
                      <a:pt x="1498" y="48"/>
                    </a:lnTo>
                    <a:lnTo>
                      <a:pt x="1486" y="58"/>
                    </a:lnTo>
                    <a:lnTo>
                      <a:pt x="1474" y="70"/>
                    </a:lnTo>
                    <a:lnTo>
                      <a:pt x="1462" y="85"/>
                    </a:lnTo>
                    <a:lnTo>
                      <a:pt x="1450" y="101"/>
                    </a:lnTo>
                    <a:lnTo>
                      <a:pt x="1437" y="119"/>
                    </a:lnTo>
                    <a:lnTo>
                      <a:pt x="1425" y="139"/>
                    </a:lnTo>
                    <a:lnTo>
                      <a:pt x="1412" y="162"/>
                    </a:lnTo>
                    <a:lnTo>
                      <a:pt x="1400" y="186"/>
                    </a:lnTo>
                    <a:lnTo>
                      <a:pt x="1387" y="215"/>
                    </a:lnTo>
                    <a:lnTo>
                      <a:pt x="1375" y="245"/>
                    </a:lnTo>
                    <a:lnTo>
                      <a:pt x="1363" y="278"/>
                    </a:lnTo>
                    <a:lnTo>
                      <a:pt x="1351" y="314"/>
                    </a:lnTo>
                    <a:lnTo>
                      <a:pt x="1340" y="352"/>
                    </a:lnTo>
                    <a:lnTo>
                      <a:pt x="1340" y="352"/>
                    </a:lnTo>
                    <a:lnTo>
                      <a:pt x="1321" y="408"/>
                    </a:lnTo>
                    <a:lnTo>
                      <a:pt x="1299" y="468"/>
                    </a:lnTo>
                    <a:lnTo>
                      <a:pt x="1272" y="540"/>
                    </a:lnTo>
                    <a:lnTo>
                      <a:pt x="1256" y="578"/>
                    </a:lnTo>
                    <a:lnTo>
                      <a:pt x="1238" y="617"/>
                    </a:lnTo>
                    <a:lnTo>
                      <a:pt x="1220" y="655"/>
                    </a:lnTo>
                    <a:lnTo>
                      <a:pt x="1201" y="692"/>
                    </a:lnTo>
                    <a:lnTo>
                      <a:pt x="1182" y="727"/>
                    </a:lnTo>
                    <a:lnTo>
                      <a:pt x="1162" y="760"/>
                    </a:lnTo>
                    <a:lnTo>
                      <a:pt x="1151" y="775"/>
                    </a:lnTo>
                    <a:lnTo>
                      <a:pt x="1140" y="788"/>
                    </a:lnTo>
                    <a:lnTo>
                      <a:pt x="1130" y="801"/>
                    </a:lnTo>
                    <a:lnTo>
                      <a:pt x="1120" y="812"/>
                    </a:lnTo>
                    <a:lnTo>
                      <a:pt x="1120" y="812"/>
                    </a:lnTo>
                    <a:lnTo>
                      <a:pt x="1075" y="859"/>
                    </a:lnTo>
                    <a:lnTo>
                      <a:pt x="1024" y="915"/>
                    </a:lnTo>
                    <a:lnTo>
                      <a:pt x="969" y="973"/>
                    </a:lnTo>
                    <a:lnTo>
                      <a:pt x="939" y="1003"/>
                    </a:lnTo>
                    <a:lnTo>
                      <a:pt x="909" y="1032"/>
                    </a:lnTo>
                    <a:lnTo>
                      <a:pt x="877" y="1061"/>
                    </a:lnTo>
                    <a:lnTo>
                      <a:pt x="846" y="1088"/>
                    </a:lnTo>
                    <a:lnTo>
                      <a:pt x="813" y="1114"/>
                    </a:lnTo>
                    <a:lnTo>
                      <a:pt x="779" y="1139"/>
                    </a:lnTo>
                    <a:lnTo>
                      <a:pt x="745" y="1161"/>
                    </a:lnTo>
                    <a:lnTo>
                      <a:pt x="727" y="1171"/>
                    </a:lnTo>
                    <a:lnTo>
                      <a:pt x="710" y="1180"/>
                    </a:lnTo>
                    <a:lnTo>
                      <a:pt x="692" y="1188"/>
                    </a:lnTo>
                    <a:lnTo>
                      <a:pt x="675" y="1195"/>
                    </a:lnTo>
                    <a:lnTo>
                      <a:pt x="657" y="1201"/>
                    </a:lnTo>
                    <a:lnTo>
                      <a:pt x="639" y="1207"/>
                    </a:lnTo>
                    <a:lnTo>
                      <a:pt x="639" y="1207"/>
                    </a:lnTo>
                    <a:lnTo>
                      <a:pt x="559" y="1237"/>
                    </a:lnTo>
                    <a:lnTo>
                      <a:pt x="474" y="1268"/>
                    </a:lnTo>
                    <a:lnTo>
                      <a:pt x="376" y="1303"/>
                    </a:lnTo>
                    <a:lnTo>
                      <a:pt x="273" y="1337"/>
                    </a:lnTo>
                    <a:lnTo>
                      <a:pt x="223" y="1353"/>
                    </a:lnTo>
                    <a:lnTo>
                      <a:pt x="177" y="1366"/>
                    </a:lnTo>
                    <a:lnTo>
                      <a:pt x="135" y="1377"/>
                    </a:lnTo>
                    <a:lnTo>
                      <a:pt x="99" y="1385"/>
                    </a:lnTo>
                    <a:lnTo>
                      <a:pt x="71" y="1390"/>
                    </a:lnTo>
                    <a:lnTo>
                      <a:pt x="60" y="1391"/>
                    </a:lnTo>
                    <a:lnTo>
                      <a:pt x="51" y="1391"/>
                    </a:lnTo>
                    <a:lnTo>
                      <a:pt x="0" y="1314"/>
                    </a:lnTo>
                    <a:lnTo>
                      <a:pt x="0" y="1314"/>
                    </a:lnTo>
                    <a:lnTo>
                      <a:pt x="63" y="1302"/>
                    </a:lnTo>
                    <a:lnTo>
                      <a:pt x="133" y="1286"/>
                    </a:lnTo>
                    <a:lnTo>
                      <a:pt x="221" y="1266"/>
                    </a:lnTo>
                    <a:lnTo>
                      <a:pt x="321" y="1241"/>
                    </a:lnTo>
                    <a:lnTo>
                      <a:pt x="372" y="1227"/>
                    </a:lnTo>
                    <a:lnTo>
                      <a:pt x="426" y="1212"/>
                    </a:lnTo>
                    <a:lnTo>
                      <a:pt x="477" y="1196"/>
                    </a:lnTo>
                    <a:lnTo>
                      <a:pt x="529" y="1180"/>
                    </a:lnTo>
                    <a:lnTo>
                      <a:pt x="579" y="1162"/>
                    </a:lnTo>
                    <a:lnTo>
                      <a:pt x="626" y="1144"/>
                    </a:lnTo>
                    <a:lnTo>
                      <a:pt x="626" y="1144"/>
                    </a:lnTo>
                    <a:lnTo>
                      <a:pt x="641" y="1135"/>
                    </a:lnTo>
                    <a:lnTo>
                      <a:pt x="682" y="1108"/>
                    </a:lnTo>
                    <a:lnTo>
                      <a:pt x="742" y="1066"/>
                    </a:lnTo>
                    <a:lnTo>
                      <a:pt x="777" y="1041"/>
                    </a:lnTo>
                    <a:lnTo>
                      <a:pt x="815" y="1013"/>
                    </a:lnTo>
                    <a:lnTo>
                      <a:pt x="855" y="982"/>
                    </a:lnTo>
                    <a:lnTo>
                      <a:pt x="894" y="951"/>
                    </a:lnTo>
                    <a:lnTo>
                      <a:pt x="935" y="917"/>
                    </a:lnTo>
                    <a:lnTo>
                      <a:pt x="975" y="882"/>
                    </a:lnTo>
                    <a:lnTo>
                      <a:pt x="1014" y="846"/>
                    </a:lnTo>
                    <a:lnTo>
                      <a:pt x="1050" y="808"/>
                    </a:lnTo>
                    <a:lnTo>
                      <a:pt x="1083" y="771"/>
                    </a:lnTo>
                    <a:lnTo>
                      <a:pt x="1098" y="753"/>
                    </a:lnTo>
                    <a:lnTo>
                      <a:pt x="1112" y="734"/>
                    </a:lnTo>
                    <a:lnTo>
                      <a:pt x="1112" y="734"/>
                    </a:lnTo>
                    <a:lnTo>
                      <a:pt x="1128" y="713"/>
                    </a:lnTo>
                    <a:lnTo>
                      <a:pt x="1142" y="687"/>
                    </a:lnTo>
                    <a:lnTo>
                      <a:pt x="1159" y="658"/>
                    </a:lnTo>
                    <a:lnTo>
                      <a:pt x="1175" y="628"/>
                    </a:lnTo>
                    <a:lnTo>
                      <a:pt x="1191" y="595"/>
                    </a:lnTo>
                    <a:lnTo>
                      <a:pt x="1207" y="561"/>
                    </a:lnTo>
                    <a:lnTo>
                      <a:pt x="1237" y="491"/>
                    </a:lnTo>
                    <a:lnTo>
                      <a:pt x="1266" y="422"/>
                    </a:lnTo>
                    <a:lnTo>
                      <a:pt x="1289" y="358"/>
                    </a:lnTo>
                    <a:lnTo>
                      <a:pt x="1308" y="303"/>
                    </a:lnTo>
                    <a:lnTo>
                      <a:pt x="1322" y="261"/>
                    </a:lnTo>
                    <a:lnTo>
                      <a:pt x="1322" y="261"/>
                    </a:lnTo>
                    <a:lnTo>
                      <a:pt x="1324" y="246"/>
                    </a:lnTo>
                    <a:lnTo>
                      <a:pt x="1328" y="229"/>
                    </a:lnTo>
                    <a:lnTo>
                      <a:pt x="1333" y="208"/>
                    </a:lnTo>
                    <a:lnTo>
                      <a:pt x="1341" y="183"/>
                    </a:lnTo>
                    <a:lnTo>
                      <a:pt x="1351" y="155"/>
                    </a:lnTo>
                    <a:lnTo>
                      <a:pt x="1364" y="127"/>
                    </a:lnTo>
                    <a:lnTo>
                      <a:pt x="1372" y="113"/>
                    </a:lnTo>
                    <a:lnTo>
                      <a:pt x="1380" y="100"/>
                    </a:lnTo>
                    <a:lnTo>
                      <a:pt x="1389" y="85"/>
                    </a:lnTo>
                    <a:lnTo>
                      <a:pt x="1398" y="72"/>
                    </a:lnTo>
                    <a:lnTo>
                      <a:pt x="1409" y="60"/>
                    </a:lnTo>
                    <a:lnTo>
                      <a:pt x="1420" y="48"/>
                    </a:lnTo>
                    <a:lnTo>
                      <a:pt x="1433" y="37"/>
                    </a:lnTo>
                    <a:lnTo>
                      <a:pt x="1445" y="27"/>
                    </a:lnTo>
                    <a:lnTo>
                      <a:pt x="1460" y="18"/>
                    </a:lnTo>
                    <a:lnTo>
                      <a:pt x="1474" y="11"/>
                    </a:lnTo>
                    <a:lnTo>
                      <a:pt x="1490" y="6"/>
                    </a:lnTo>
                    <a:lnTo>
                      <a:pt x="1507" y="2"/>
                    </a:lnTo>
                    <a:lnTo>
                      <a:pt x="1525" y="0"/>
                    </a:lnTo>
                    <a:lnTo>
                      <a:pt x="1544" y="0"/>
                    </a:lnTo>
                    <a:lnTo>
                      <a:pt x="1565" y="1"/>
                    </a:lnTo>
                    <a:lnTo>
                      <a:pt x="1586" y="6"/>
                    </a:lnTo>
                    <a:lnTo>
                      <a:pt x="1609" y="13"/>
                    </a:lnTo>
                    <a:lnTo>
                      <a:pt x="1634" y="22"/>
                    </a:lnTo>
                    <a:lnTo>
                      <a:pt x="1634"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5" name="Freeform 14"/>
              <p:cNvSpPr>
                <a:spLocks/>
              </p:cNvSpPr>
              <p:nvPr/>
            </p:nvSpPr>
            <p:spPr bwMode="auto">
              <a:xfrm>
                <a:off x="8377010" y="1873251"/>
                <a:ext cx="482600" cy="620713"/>
              </a:xfrm>
              <a:custGeom>
                <a:avLst/>
                <a:gdLst>
                  <a:gd name="T0" fmla="*/ 290 w 304"/>
                  <a:gd name="T1" fmla="*/ 0 h 391"/>
                  <a:gd name="T2" fmla="*/ 304 w 304"/>
                  <a:gd name="T3" fmla="*/ 67 h 391"/>
                  <a:gd name="T4" fmla="*/ 16 w 304"/>
                  <a:gd name="T5" fmla="*/ 391 h 391"/>
                  <a:gd name="T6" fmla="*/ 0 w 304"/>
                  <a:gd name="T7" fmla="*/ 305 h 391"/>
                  <a:gd name="T8" fmla="*/ 290 w 304"/>
                  <a:gd name="T9" fmla="*/ 0 h 391"/>
                </a:gdLst>
                <a:ahLst/>
                <a:cxnLst>
                  <a:cxn ang="0">
                    <a:pos x="T0" y="T1"/>
                  </a:cxn>
                  <a:cxn ang="0">
                    <a:pos x="T2" y="T3"/>
                  </a:cxn>
                  <a:cxn ang="0">
                    <a:pos x="T4" y="T5"/>
                  </a:cxn>
                  <a:cxn ang="0">
                    <a:pos x="T6" y="T7"/>
                  </a:cxn>
                  <a:cxn ang="0">
                    <a:pos x="T8" y="T9"/>
                  </a:cxn>
                </a:cxnLst>
                <a:rect l="0" t="0" r="r" b="b"/>
                <a:pathLst>
                  <a:path w="304" h="391">
                    <a:moveTo>
                      <a:pt x="290" y="0"/>
                    </a:moveTo>
                    <a:lnTo>
                      <a:pt x="304" y="67"/>
                    </a:lnTo>
                    <a:lnTo>
                      <a:pt x="16" y="391"/>
                    </a:lnTo>
                    <a:lnTo>
                      <a:pt x="0" y="305"/>
                    </a:lnTo>
                    <a:lnTo>
                      <a:pt x="2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6" name="Freeform 15"/>
              <p:cNvSpPr>
                <a:spLocks/>
              </p:cNvSpPr>
              <p:nvPr/>
            </p:nvSpPr>
            <p:spPr bwMode="auto">
              <a:xfrm>
                <a:off x="8189685" y="2200276"/>
                <a:ext cx="212725" cy="293688"/>
              </a:xfrm>
              <a:custGeom>
                <a:avLst/>
                <a:gdLst>
                  <a:gd name="T0" fmla="*/ 134 w 134"/>
                  <a:gd name="T1" fmla="*/ 185 h 185"/>
                  <a:gd name="T2" fmla="*/ 0 w 134"/>
                  <a:gd name="T3" fmla="*/ 81 h 185"/>
                  <a:gd name="T4" fmla="*/ 2 w 134"/>
                  <a:gd name="T5" fmla="*/ 0 h 185"/>
                  <a:gd name="T6" fmla="*/ 118 w 134"/>
                  <a:gd name="T7" fmla="*/ 99 h 185"/>
                  <a:gd name="T8" fmla="*/ 134 w 134"/>
                  <a:gd name="T9" fmla="*/ 185 h 185"/>
                </a:gdLst>
                <a:ahLst/>
                <a:cxnLst>
                  <a:cxn ang="0">
                    <a:pos x="T0" y="T1"/>
                  </a:cxn>
                  <a:cxn ang="0">
                    <a:pos x="T2" y="T3"/>
                  </a:cxn>
                  <a:cxn ang="0">
                    <a:pos x="T4" y="T5"/>
                  </a:cxn>
                  <a:cxn ang="0">
                    <a:pos x="T6" y="T7"/>
                  </a:cxn>
                  <a:cxn ang="0">
                    <a:pos x="T8" y="T9"/>
                  </a:cxn>
                </a:cxnLst>
                <a:rect l="0" t="0" r="r" b="b"/>
                <a:pathLst>
                  <a:path w="134" h="185">
                    <a:moveTo>
                      <a:pt x="134" y="185"/>
                    </a:moveTo>
                    <a:lnTo>
                      <a:pt x="0" y="81"/>
                    </a:lnTo>
                    <a:lnTo>
                      <a:pt x="2" y="0"/>
                    </a:lnTo>
                    <a:lnTo>
                      <a:pt x="118" y="99"/>
                    </a:lnTo>
                    <a:lnTo>
                      <a:pt x="134" y="1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7" name="Freeform 16"/>
              <p:cNvSpPr>
                <a:spLocks/>
              </p:cNvSpPr>
              <p:nvPr/>
            </p:nvSpPr>
            <p:spPr bwMode="auto">
              <a:xfrm>
                <a:off x="7765823" y="1839913"/>
                <a:ext cx="200025" cy="192088"/>
              </a:xfrm>
              <a:custGeom>
                <a:avLst/>
                <a:gdLst>
                  <a:gd name="T0" fmla="*/ 0 w 126"/>
                  <a:gd name="T1" fmla="*/ 0 h 121"/>
                  <a:gd name="T2" fmla="*/ 15 w 126"/>
                  <a:gd name="T3" fmla="*/ 72 h 121"/>
                  <a:gd name="T4" fmla="*/ 79 w 126"/>
                  <a:gd name="T5" fmla="*/ 121 h 121"/>
                  <a:gd name="T6" fmla="*/ 126 w 126"/>
                  <a:gd name="T7" fmla="*/ 105 h 121"/>
                  <a:gd name="T8" fmla="*/ 0 w 126"/>
                  <a:gd name="T9" fmla="*/ 0 h 121"/>
                </a:gdLst>
                <a:ahLst/>
                <a:cxnLst>
                  <a:cxn ang="0">
                    <a:pos x="T0" y="T1"/>
                  </a:cxn>
                  <a:cxn ang="0">
                    <a:pos x="T2" y="T3"/>
                  </a:cxn>
                  <a:cxn ang="0">
                    <a:pos x="T4" y="T5"/>
                  </a:cxn>
                  <a:cxn ang="0">
                    <a:pos x="T6" y="T7"/>
                  </a:cxn>
                  <a:cxn ang="0">
                    <a:pos x="T8" y="T9"/>
                  </a:cxn>
                </a:cxnLst>
                <a:rect l="0" t="0" r="r" b="b"/>
                <a:pathLst>
                  <a:path w="126" h="121">
                    <a:moveTo>
                      <a:pt x="0" y="0"/>
                    </a:moveTo>
                    <a:lnTo>
                      <a:pt x="15" y="72"/>
                    </a:lnTo>
                    <a:lnTo>
                      <a:pt x="79" y="121"/>
                    </a:lnTo>
                    <a:lnTo>
                      <a:pt x="126" y="10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8" name="Freeform 17"/>
              <p:cNvSpPr>
                <a:spLocks/>
              </p:cNvSpPr>
              <p:nvPr/>
            </p:nvSpPr>
            <p:spPr bwMode="auto">
              <a:xfrm rot="331136">
                <a:off x="-2395625" y="1331830"/>
                <a:ext cx="10879987" cy="7865691"/>
              </a:xfrm>
              <a:custGeom>
                <a:avLst/>
                <a:gdLst>
                  <a:gd name="connsiteX0" fmla="*/ 9810185 w 10879987"/>
                  <a:gd name="connsiteY0" fmla="*/ 69874 h 7865691"/>
                  <a:gd name="connsiteX1" fmla="*/ 10879987 w 10879987"/>
                  <a:gd name="connsiteY1" fmla="*/ 0 h 7865691"/>
                  <a:gd name="connsiteX2" fmla="*/ 10468312 w 10879987"/>
                  <a:gd name="connsiteY2" fmla="*/ 526219 h 7865691"/>
                  <a:gd name="connsiteX3" fmla="*/ 10269901 w 10879987"/>
                  <a:gd name="connsiteY3" fmla="*/ 387496 h 7865691"/>
                  <a:gd name="connsiteX4" fmla="*/ 10211688 w 10879987"/>
                  <a:gd name="connsiteY4" fmla="*/ 412259 h 7865691"/>
                  <a:gd name="connsiteX5" fmla="*/ 10158520 w 10879987"/>
                  <a:gd name="connsiteY5" fmla="*/ 439725 h 7865691"/>
                  <a:gd name="connsiteX6" fmla="*/ 10110398 w 10879987"/>
                  <a:gd name="connsiteY6" fmla="*/ 469893 h 7865691"/>
                  <a:gd name="connsiteX7" fmla="*/ 10067170 w 10879987"/>
                  <a:gd name="connsiteY7" fmla="*/ 501183 h 7865691"/>
                  <a:gd name="connsiteX8" fmla="*/ 10027254 w 10879987"/>
                  <a:gd name="connsiteY8" fmla="*/ 533748 h 7865691"/>
                  <a:gd name="connsiteX9" fmla="*/ 9990652 w 10879987"/>
                  <a:gd name="connsiteY9" fmla="*/ 567587 h 7865691"/>
                  <a:gd name="connsiteX10" fmla="*/ 9957209 w 10879987"/>
                  <a:gd name="connsiteY10" fmla="*/ 601122 h 7865691"/>
                  <a:gd name="connsiteX11" fmla="*/ 9930240 w 10879987"/>
                  <a:gd name="connsiteY11" fmla="*/ 635625 h 7865691"/>
                  <a:gd name="connsiteX12" fmla="*/ 9905004 w 10879987"/>
                  <a:gd name="connsiteY12" fmla="*/ 671556 h 7865691"/>
                  <a:gd name="connsiteX13" fmla="*/ 9882928 w 10879987"/>
                  <a:gd name="connsiteY13" fmla="*/ 707182 h 7865691"/>
                  <a:gd name="connsiteX14" fmla="*/ 9862279 w 10879987"/>
                  <a:gd name="connsiteY14" fmla="*/ 741075 h 7865691"/>
                  <a:gd name="connsiteX15" fmla="*/ 9846676 w 10879987"/>
                  <a:gd name="connsiteY15" fmla="*/ 777670 h 7865691"/>
                  <a:gd name="connsiteX16" fmla="*/ 9832348 w 10879987"/>
                  <a:gd name="connsiteY16" fmla="*/ 810953 h 7865691"/>
                  <a:gd name="connsiteX17" fmla="*/ 9821333 w 10879987"/>
                  <a:gd name="connsiteY17" fmla="*/ 845510 h 7865691"/>
                  <a:gd name="connsiteX18" fmla="*/ 9811593 w 10879987"/>
                  <a:gd name="connsiteY18" fmla="*/ 876754 h 7865691"/>
                  <a:gd name="connsiteX19" fmla="*/ 9803280 w 10879987"/>
                  <a:gd name="connsiteY19" fmla="*/ 906265 h 7865691"/>
                  <a:gd name="connsiteX20" fmla="*/ 9786754 w 10879987"/>
                  <a:gd name="connsiteY20" fmla="*/ 982822 h 7865691"/>
                  <a:gd name="connsiteX21" fmla="*/ 9773999 w 10879987"/>
                  <a:gd name="connsiteY21" fmla="*/ 1065394 h 7865691"/>
                  <a:gd name="connsiteX22" fmla="*/ 9761854 w 10879987"/>
                  <a:gd name="connsiteY22" fmla="*/ 1154286 h 7865691"/>
                  <a:gd name="connsiteX23" fmla="*/ 9753328 w 10879987"/>
                  <a:gd name="connsiteY23" fmla="*/ 1247614 h 7865691"/>
                  <a:gd name="connsiteX24" fmla="*/ 9746687 w 10879987"/>
                  <a:gd name="connsiteY24" fmla="*/ 1343949 h 7865691"/>
                  <a:gd name="connsiteX25" fmla="*/ 9740199 w 10879987"/>
                  <a:gd name="connsiteY25" fmla="*/ 1441865 h 7865691"/>
                  <a:gd name="connsiteX26" fmla="*/ 9737176 w 10879987"/>
                  <a:gd name="connsiteY26" fmla="*/ 1542635 h 7865691"/>
                  <a:gd name="connsiteX27" fmla="*/ 9732574 w 10879987"/>
                  <a:gd name="connsiteY27" fmla="*/ 1643558 h 7865691"/>
                  <a:gd name="connsiteX28" fmla="*/ 9727956 w 10879987"/>
                  <a:gd name="connsiteY28" fmla="*/ 1843366 h 7865691"/>
                  <a:gd name="connsiteX29" fmla="*/ 9725736 w 10879987"/>
                  <a:gd name="connsiteY29" fmla="*/ 2034968 h 7865691"/>
                  <a:gd name="connsiteX30" fmla="*/ 9721836 w 10879987"/>
                  <a:gd name="connsiteY30" fmla="*/ 2209188 h 7865691"/>
                  <a:gd name="connsiteX31" fmla="*/ 9717226 w 10879987"/>
                  <a:gd name="connsiteY31" fmla="*/ 2359553 h 7865691"/>
                  <a:gd name="connsiteX32" fmla="*/ 9714570 w 10879987"/>
                  <a:gd name="connsiteY32" fmla="*/ 2398087 h 7865691"/>
                  <a:gd name="connsiteX33" fmla="*/ 9711761 w 10879987"/>
                  <a:gd name="connsiteY33" fmla="*/ 2435041 h 7865691"/>
                  <a:gd name="connsiteX34" fmla="*/ 9706913 w 10879987"/>
                  <a:gd name="connsiteY34" fmla="*/ 2467407 h 7865691"/>
                  <a:gd name="connsiteX35" fmla="*/ 9702066 w 10879987"/>
                  <a:gd name="connsiteY35" fmla="*/ 2499774 h 7865691"/>
                  <a:gd name="connsiteX36" fmla="*/ 9695334 w 10879987"/>
                  <a:gd name="connsiteY36" fmla="*/ 2529132 h 7865691"/>
                  <a:gd name="connsiteX37" fmla="*/ 9688448 w 10879987"/>
                  <a:gd name="connsiteY37" fmla="*/ 2556911 h 7865691"/>
                  <a:gd name="connsiteX38" fmla="*/ 9681563 w 10879987"/>
                  <a:gd name="connsiteY38" fmla="*/ 2584689 h 7865691"/>
                  <a:gd name="connsiteX39" fmla="*/ 9672792 w 10879987"/>
                  <a:gd name="connsiteY39" fmla="*/ 2609460 h 7865691"/>
                  <a:gd name="connsiteX40" fmla="*/ 9663716 w 10879987"/>
                  <a:gd name="connsiteY40" fmla="*/ 2631071 h 7865691"/>
                  <a:gd name="connsiteX41" fmla="*/ 9653060 w 10879987"/>
                  <a:gd name="connsiteY41" fmla="*/ 2652834 h 7865691"/>
                  <a:gd name="connsiteX42" fmla="*/ 9642098 w 10879987"/>
                  <a:gd name="connsiteY42" fmla="*/ 2671437 h 7865691"/>
                  <a:gd name="connsiteX43" fmla="*/ 9629403 w 10879987"/>
                  <a:gd name="connsiteY43" fmla="*/ 2688612 h 7865691"/>
                  <a:gd name="connsiteX44" fmla="*/ 9618136 w 10879987"/>
                  <a:gd name="connsiteY44" fmla="*/ 2704055 h 7865691"/>
                  <a:gd name="connsiteX45" fmla="*/ 9605289 w 10879987"/>
                  <a:gd name="connsiteY45" fmla="*/ 2719650 h 7865691"/>
                  <a:gd name="connsiteX46" fmla="*/ 9592137 w 10879987"/>
                  <a:gd name="connsiteY46" fmla="*/ 2732085 h 7865691"/>
                  <a:gd name="connsiteX47" fmla="*/ 9578984 w 10879987"/>
                  <a:gd name="connsiteY47" fmla="*/ 2744521 h 7865691"/>
                  <a:gd name="connsiteX48" fmla="*/ 9564099 w 10879987"/>
                  <a:gd name="connsiteY48" fmla="*/ 2755528 h 7865691"/>
                  <a:gd name="connsiteX49" fmla="*/ 9548908 w 10879987"/>
                  <a:gd name="connsiteY49" fmla="*/ 2763376 h 7865691"/>
                  <a:gd name="connsiteX50" fmla="*/ 9535450 w 10879987"/>
                  <a:gd name="connsiteY50" fmla="*/ 2772650 h 7865691"/>
                  <a:gd name="connsiteX51" fmla="*/ 9519954 w 10879987"/>
                  <a:gd name="connsiteY51" fmla="*/ 2777337 h 7865691"/>
                  <a:gd name="connsiteX52" fmla="*/ 9501298 w 10879987"/>
                  <a:gd name="connsiteY52" fmla="*/ 2782330 h 7865691"/>
                  <a:gd name="connsiteX53" fmla="*/ 9485802 w 10879987"/>
                  <a:gd name="connsiteY53" fmla="*/ 2787017 h 7865691"/>
                  <a:gd name="connsiteX54" fmla="*/ 9470153 w 10879987"/>
                  <a:gd name="connsiteY54" fmla="*/ 2790124 h 7865691"/>
                  <a:gd name="connsiteX55" fmla="*/ 9452771 w 10879987"/>
                  <a:gd name="connsiteY55" fmla="*/ 2791803 h 7865691"/>
                  <a:gd name="connsiteX56" fmla="*/ 9417703 w 10879987"/>
                  <a:gd name="connsiteY56" fmla="*/ 2792002 h 7865691"/>
                  <a:gd name="connsiteX57" fmla="*/ 9384062 w 10879987"/>
                  <a:gd name="connsiteY57" fmla="*/ 2790468 h 7865691"/>
                  <a:gd name="connsiteX58" fmla="*/ 9348383 w 10879987"/>
                  <a:gd name="connsiteY58" fmla="*/ 2784346 h 7865691"/>
                  <a:gd name="connsiteX59" fmla="*/ 9312398 w 10879987"/>
                  <a:gd name="connsiteY59" fmla="*/ 2775063 h 7865691"/>
                  <a:gd name="connsiteX60" fmla="*/ 9276261 w 10879987"/>
                  <a:gd name="connsiteY60" fmla="*/ 2764201 h 7865691"/>
                  <a:gd name="connsiteX61" fmla="*/ 9241551 w 10879987"/>
                  <a:gd name="connsiteY61" fmla="*/ 2751606 h 7865691"/>
                  <a:gd name="connsiteX62" fmla="*/ 9208269 w 10879987"/>
                  <a:gd name="connsiteY62" fmla="*/ 2737278 h 7865691"/>
                  <a:gd name="connsiteX63" fmla="*/ 9173101 w 10879987"/>
                  <a:gd name="connsiteY63" fmla="*/ 2719942 h 7865691"/>
                  <a:gd name="connsiteX64" fmla="*/ 9141247 w 10879987"/>
                  <a:gd name="connsiteY64" fmla="*/ 2703881 h 7865691"/>
                  <a:gd name="connsiteX65" fmla="*/ 9110667 w 10879987"/>
                  <a:gd name="connsiteY65" fmla="*/ 2684508 h 7865691"/>
                  <a:gd name="connsiteX66" fmla="*/ 9053277 w 10879987"/>
                  <a:gd name="connsiteY66" fmla="*/ 2651775 h 7865691"/>
                  <a:gd name="connsiteX67" fmla="*/ 9006949 w 10879987"/>
                  <a:gd name="connsiteY67" fmla="*/ 2617974 h 7865691"/>
                  <a:gd name="connsiteX68" fmla="*/ 8970866 w 10879987"/>
                  <a:gd name="connsiteY68" fmla="*/ 2591158 h 7865691"/>
                  <a:gd name="connsiteX69" fmla="*/ 8939675 w 10879987"/>
                  <a:gd name="connsiteY69" fmla="*/ 2565463 h 7865691"/>
                  <a:gd name="connsiteX70" fmla="*/ 8879332 w 10879987"/>
                  <a:gd name="connsiteY70" fmla="*/ 2518662 h 7865691"/>
                  <a:gd name="connsiteX71" fmla="*/ 8824645 w 10879987"/>
                  <a:gd name="connsiteY71" fmla="*/ 2480885 h 7865691"/>
                  <a:gd name="connsiteX72" fmla="*/ 8770263 w 10879987"/>
                  <a:gd name="connsiteY72" fmla="*/ 2446267 h 7865691"/>
                  <a:gd name="connsiteX73" fmla="*/ 8721386 w 10879987"/>
                  <a:gd name="connsiteY73" fmla="*/ 2419091 h 7865691"/>
                  <a:gd name="connsiteX74" fmla="*/ 8674546 w 10879987"/>
                  <a:gd name="connsiteY74" fmla="*/ 2396504 h 7865691"/>
                  <a:gd name="connsiteX75" fmla="*/ 8629745 w 10879987"/>
                  <a:gd name="connsiteY75" fmla="*/ 2378504 h 7865691"/>
                  <a:gd name="connsiteX76" fmla="*/ 8588715 w 10879987"/>
                  <a:gd name="connsiteY76" fmla="*/ 2366520 h 7865691"/>
                  <a:gd name="connsiteX77" fmla="*/ 8547990 w 10879987"/>
                  <a:gd name="connsiteY77" fmla="*/ 2357695 h 7865691"/>
                  <a:gd name="connsiteX78" fmla="*/ 8511036 w 10879987"/>
                  <a:gd name="connsiteY78" fmla="*/ 2354886 h 7865691"/>
                  <a:gd name="connsiteX79" fmla="*/ 8477395 w 10879987"/>
                  <a:gd name="connsiteY79" fmla="*/ 2353352 h 7865691"/>
                  <a:gd name="connsiteX80" fmla="*/ 8445792 w 10879987"/>
                  <a:gd name="connsiteY80" fmla="*/ 2356406 h 7865691"/>
                  <a:gd name="connsiteX81" fmla="*/ 8414800 w 10879987"/>
                  <a:gd name="connsiteY81" fmla="*/ 2365780 h 7865691"/>
                  <a:gd name="connsiteX82" fmla="*/ 8386968 w 10879987"/>
                  <a:gd name="connsiteY82" fmla="*/ 2374849 h 7865691"/>
                  <a:gd name="connsiteX83" fmla="*/ 8361175 w 10879987"/>
                  <a:gd name="connsiteY83" fmla="*/ 2388505 h 7865691"/>
                  <a:gd name="connsiteX84" fmla="*/ 8338694 w 10879987"/>
                  <a:gd name="connsiteY84" fmla="*/ 2403437 h 7865691"/>
                  <a:gd name="connsiteX85" fmla="*/ 8316519 w 10879987"/>
                  <a:gd name="connsiteY85" fmla="*/ 2421528 h 7865691"/>
                  <a:gd name="connsiteX86" fmla="*/ 8294496 w 10879987"/>
                  <a:gd name="connsiteY86" fmla="*/ 2441200 h 7865691"/>
                  <a:gd name="connsiteX87" fmla="*/ 8277519 w 10879987"/>
                  <a:gd name="connsiteY87" fmla="*/ 2463574 h 7865691"/>
                  <a:gd name="connsiteX88" fmla="*/ 8262122 w 10879987"/>
                  <a:gd name="connsiteY88" fmla="*/ 2485795 h 7865691"/>
                  <a:gd name="connsiteX89" fmla="*/ 8245451 w 10879987"/>
                  <a:gd name="connsiteY89" fmla="*/ 2511329 h 7865691"/>
                  <a:gd name="connsiteX90" fmla="*/ 8231939 w 10879987"/>
                  <a:gd name="connsiteY90" fmla="*/ 2536558 h 7865691"/>
                  <a:gd name="connsiteX91" fmla="*/ 8220008 w 10879987"/>
                  <a:gd name="connsiteY91" fmla="*/ 2561634 h 7865691"/>
                  <a:gd name="connsiteX92" fmla="*/ 8208230 w 10879987"/>
                  <a:gd name="connsiteY92" fmla="*/ 2588291 h 7865691"/>
                  <a:gd name="connsiteX93" fmla="*/ 8199612 w 10879987"/>
                  <a:gd name="connsiteY93" fmla="*/ 2614642 h 7865691"/>
                  <a:gd name="connsiteX94" fmla="*/ 8183956 w 10879987"/>
                  <a:gd name="connsiteY94" fmla="*/ 2667191 h 7865691"/>
                  <a:gd name="connsiteX95" fmla="*/ 8172734 w 10879987"/>
                  <a:gd name="connsiteY95" fmla="*/ 2716122 h 7865691"/>
                  <a:gd name="connsiteX96" fmla="*/ 8164216 w 10879987"/>
                  <a:gd name="connsiteY96" fmla="*/ 2760007 h 7865691"/>
                  <a:gd name="connsiteX97" fmla="*/ 8158399 w 10879987"/>
                  <a:gd name="connsiteY97" fmla="*/ 2798847 h 7865691"/>
                  <a:gd name="connsiteX98" fmla="*/ 8146613 w 10879987"/>
                  <a:gd name="connsiteY98" fmla="*/ 2874945 h 7865691"/>
                  <a:gd name="connsiteX99" fmla="*/ 8131514 w 10879987"/>
                  <a:gd name="connsiteY99" fmla="*/ 2949769 h 7865691"/>
                  <a:gd name="connsiteX100" fmla="*/ 8116110 w 10879987"/>
                  <a:gd name="connsiteY100" fmla="*/ 3021433 h 7865691"/>
                  <a:gd name="connsiteX101" fmla="*/ 8098820 w 10879987"/>
                  <a:gd name="connsiteY101" fmla="*/ 3090089 h 7865691"/>
                  <a:gd name="connsiteX102" fmla="*/ 8079951 w 10879987"/>
                  <a:gd name="connsiteY102" fmla="*/ 3158898 h 7865691"/>
                  <a:gd name="connsiteX103" fmla="*/ 8057768 w 10879987"/>
                  <a:gd name="connsiteY103" fmla="*/ 3226432 h 7865691"/>
                  <a:gd name="connsiteX104" fmla="*/ 8035127 w 10879987"/>
                  <a:gd name="connsiteY104" fmla="*/ 3289226 h 7865691"/>
                  <a:gd name="connsiteX105" fmla="*/ 8011059 w 10879987"/>
                  <a:gd name="connsiteY105" fmla="*/ 3353752 h 7865691"/>
                  <a:gd name="connsiteX106" fmla="*/ 7983372 w 10879987"/>
                  <a:gd name="connsiteY106" fmla="*/ 3413843 h 7865691"/>
                  <a:gd name="connsiteX107" fmla="*/ 7957113 w 10879987"/>
                  <a:gd name="connsiteY107" fmla="*/ 3472202 h 7865691"/>
                  <a:gd name="connsiteX108" fmla="*/ 7925961 w 10879987"/>
                  <a:gd name="connsiteY108" fmla="*/ 3529438 h 7865691"/>
                  <a:gd name="connsiteX109" fmla="*/ 7896083 w 10879987"/>
                  <a:gd name="connsiteY109" fmla="*/ 3583362 h 7865691"/>
                  <a:gd name="connsiteX110" fmla="*/ 7864626 w 10879987"/>
                  <a:gd name="connsiteY110" fmla="*/ 3637438 h 7865691"/>
                  <a:gd name="connsiteX111" fmla="*/ 7831130 w 10879987"/>
                  <a:gd name="connsiteY111" fmla="*/ 3686926 h 7865691"/>
                  <a:gd name="connsiteX112" fmla="*/ 7797787 w 10879987"/>
                  <a:gd name="connsiteY112" fmla="*/ 3737994 h 7865691"/>
                  <a:gd name="connsiteX113" fmla="*/ 7762559 w 10879987"/>
                  <a:gd name="connsiteY113" fmla="*/ 3786055 h 7865691"/>
                  <a:gd name="connsiteX114" fmla="*/ 7725597 w 10879987"/>
                  <a:gd name="connsiteY114" fmla="*/ 3832689 h 7865691"/>
                  <a:gd name="connsiteX115" fmla="*/ 7688483 w 10879987"/>
                  <a:gd name="connsiteY115" fmla="*/ 3877742 h 7865691"/>
                  <a:gd name="connsiteX116" fmla="*/ 7649636 w 10879987"/>
                  <a:gd name="connsiteY116" fmla="*/ 3921368 h 7865691"/>
                  <a:gd name="connsiteX117" fmla="*/ 7612064 w 10879987"/>
                  <a:gd name="connsiteY117" fmla="*/ 3961681 h 7865691"/>
                  <a:gd name="connsiteX118" fmla="*/ 7571332 w 10879987"/>
                  <a:gd name="connsiteY118" fmla="*/ 4002299 h 7865691"/>
                  <a:gd name="connsiteX119" fmla="*/ 7530447 w 10879987"/>
                  <a:gd name="connsiteY119" fmla="*/ 4041337 h 7865691"/>
                  <a:gd name="connsiteX120" fmla="*/ 7489409 w 10879987"/>
                  <a:gd name="connsiteY120" fmla="*/ 4078795 h 7865691"/>
                  <a:gd name="connsiteX121" fmla="*/ 7448066 w 10879987"/>
                  <a:gd name="connsiteY121" fmla="*/ 4113093 h 7865691"/>
                  <a:gd name="connsiteX122" fmla="*/ 7406723 w 10879987"/>
                  <a:gd name="connsiteY122" fmla="*/ 4147390 h 7865691"/>
                  <a:gd name="connsiteX123" fmla="*/ 7365227 w 10879987"/>
                  <a:gd name="connsiteY123" fmla="*/ 4180108 h 7865691"/>
                  <a:gd name="connsiteX124" fmla="*/ 7321998 w 10879987"/>
                  <a:gd name="connsiteY124" fmla="*/ 4211398 h 7865691"/>
                  <a:gd name="connsiteX125" fmla="*/ 7280350 w 10879987"/>
                  <a:gd name="connsiteY125" fmla="*/ 4242535 h 7865691"/>
                  <a:gd name="connsiteX126" fmla="*/ 7238549 w 10879987"/>
                  <a:gd name="connsiteY126" fmla="*/ 4272092 h 7865691"/>
                  <a:gd name="connsiteX127" fmla="*/ 7193435 w 10879987"/>
                  <a:gd name="connsiteY127" fmla="*/ 4300375 h 7865691"/>
                  <a:gd name="connsiteX128" fmla="*/ 7109069 w 10879987"/>
                  <a:gd name="connsiteY128" fmla="*/ 4351588 h 7865691"/>
                  <a:gd name="connsiteX129" fmla="*/ 7025826 w 10879987"/>
                  <a:gd name="connsiteY129" fmla="*/ 4397909 h 7865691"/>
                  <a:gd name="connsiteX130" fmla="*/ 6940391 w 10879987"/>
                  <a:gd name="connsiteY130" fmla="*/ 4438062 h 7865691"/>
                  <a:gd name="connsiteX131" fmla="*/ 6859545 w 10879987"/>
                  <a:gd name="connsiteY131" fmla="*/ 4476176 h 7865691"/>
                  <a:gd name="connsiteX132" fmla="*/ 6779820 w 10879987"/>
                  <a:gd name="connsiteY132" fmla="*/ 4509398 h 7865691"/>
                  <a:gd name="connsiteX133" fmla="*/ 6704378 w 10879987"/>
                  <a:gd name="connsiteY133" fmla="*/ 4537421 h 7865691"/>
                  <a:gd name="connsiteX134" fmla="*/ 6630516 w 10879987"/>
                  <a:gd name="connsiteY134" fmla="*/ 4565291 h 7865691"/>
                  <a:gd name="connsiteX135" fmla="*/ 6562364 w 10879987"/>
                  <a:gd name="connsiteY135" fmla="*/ 4586230 h 7865691"/>
                  <a:gd name="connsiteX136" fmla="*/ 6500380 w 10879987"/>
                  <a:gd name="connsiteY136" fmla="*/ 4604979 h 7865691"/>
                  <a:gd name="connsiteX137" fmla="*/ 6439823 w 10879987"/>
                  <a:gd name="connsiteY137" fmla="*/ 4621994 h 7865691"/>
                  <a:gd name="connsiteX138" fmla="*/ 6388289 w 10879987"/>
                  <a:gd name="connsiteY138" fmla="*/ 4633353 h 7865691"/>
                  <a:gd name="connsiteX139" fmla="*/ 6302450 w 10879987"/>
                  <a:gd name="connsiteY139" fmla="*/ 4652811 h 7865691"/>
                  <a:gd name="connsiteX140" fmla="*/ 6249031 w 10879987"/>
                  <a:gd name="connsiteY140" fmla="*/ 4661163 h 7865691"/>
                  <a:gd name="connsiteX141" fmla="*/ 6230222 w 10879987"/>
                  <a:gd name="connsiteY141" fmla="*/ 4664575 h 7865691"/>
                  <a:gd name="connsiteX142" fmla="*/ 6227135 w 10879987"/>
                  <a:gd name="connsiteY142" fmla="*/ 4654343 h 7865691"/>
                  <a:gd name="connsiteX143" fmla="*/ 6227811 w 10879987"/>
                  <a:gd name="connsiteY143" fmla="*/ 4661118 h 7865691"/>
                  <a:gd name="connsiteX144" fmla="*/ 6098112 w 10879987"/>
                  <a:gd name="connsiteY144" fmla="*/ 4712138 h 7865691"/>
                  <a:gd name="connsiteX145" fmla="*/ 6049694 w 10879987"/>
                  <a:gd name="connsiteY145" fmla="*/ 4681559 h 7865691"/>
                  <a:gd name="connsiteX146" fmla="*/ 6003825 w 10879987"/>
                  <a:gd name="connsiteY146" fmla="*/ 4645883 h 7865691"/>
                  <a:gd name="connsiteX147" fmla="*/ 5917185 w 10879987"/>
                  <a:gd name="connsiteY147" fmla="*/ 4584725 h 7865691"/>
                  <a:gd name="connsiteX148" fmla="*/ 5848382 w 10879987"/>
                  <a:gd name="connsiteY148" fmla="*/ 4523566 h 7865691"/>
                  <a:gd name="connsiteX149" fmla="*/ 5794867 w 10879987"/>
                  <a:gd name="connsiteY149" fmla="*/ 4475149 h 7865691"/>
                  <a:gd name="connsiteX150" fmla="*/ 5748999 w 10879987"/>
                  <a:gd name="connsiteY150" fmla="*/ 4429279 h 7865691"/>
                  <a:gd name="connsiteX151" fmla="*/ 5659810 w 10879987"/>
                  <a:gd name="connsiteY151" fmla="*/ 4345187 h 7865691"/>
                  <a:gd name="connsiteX152" fmla="*/ 5578265 w 10879987"/>
                  <a:gd name="connsiteY152" fmla="*/ 4276383 h 7865691"/>
                  <a:gd name="connsiteX153" fmla="*/ 5496721 w 10879987"/>
                  <a:gd name="connsiteY153" fmla="*/ 4212677 h 7865691"/>
                  <a:gd name="connsiteX154" fmla="*/ 5422820 w 10879987"/>
                  <a:gd name="connsiteY154" fmla="*/ 4161712 h 7865691"/>
                  <a:gd name="connsiteX155" fmla="*/ 5351468 w 10879987"/>
                  <a:gd name="connsiteY155" fmla="*/ 4118390 h 7865691"/>
                  <a:gd name="connsiteX156" fmla="*/ 5282666 w 10879987"/>
                  <a:gd name="connsiteY156" fmla="*/ 4082714 h 7865691"/>
                  <a:gd name="connsiteX157" fmla="*/ 5218958 w 10879987"/>
                  <a:gd name="connsiteY157" fmla="*/ 4057232 h 7865691"/>
                  <a:gd name="connsiteX158" fmla="*/ 5155251 w 10879987"/>
                  <a:gd name="connsiteY158" fmla="*/ 4036845 h 7865691"/>
                  <a:gd name="connsiteX159" fmla="*/ 5096640 w 10879987"/>
                  <a:gd name="connsiteY159" fmla="*/ 4026652 h 7865691"/>
                  <a:gd name="connsiteX160" fmla="*/ 5043128 w 10879987"/>
                  <a:gd name="connsiteY160" fmla="*/ 4019008 h 7865691"/>
                  <a:gd name="connsiteX161" fmla="*/ 4880868 w 10879987"/>
                  <a:gd name="connsiteY161" fmla="*/ 3988754 h 7865691"/>
                  <a:gd name="connsiteX162" fmla="*/ 4821814 w 10879987"/>
                  <a:gd name="connsiteY162" fmla="*/ 3988754 h 7865691"/>
                  <a:gd name="connsiteX163" fmla="*/ 4762758 w 10879987"/>
                  <a:gd name="connsiteY163" fmla="*/ 4000565 h 7865691"/>
                  <a:gd name="connsiteX164" fmla="*/ 4709610 w 10879987"/>
                  <a:gd name="connsiteY164" fmla="*/ 4012376 h 7865691"/>
                  <a:gd name="connsiteX165" fmla="*/ 4659412 w 10879987"/>
                  <a:gd name="connsiteY165" fmla="*/ 4033044 h 7865691"/>
                  <a:gd name="connsiteX166" fmla="*/ 4615122 w 10879987"/>
                  <a:gd name="connsiteY166" fmla="*/ 4056665 h 7865691"/>
                  <a:gd name="connsiteX167" fmla="*/ 4570830 w 10879987"/>
                  <a:gd name="connsiteY167" fmla="*/ 4086193 h 7865691"/>
                  <a:gd name="connsiteX168" fmla="*/ 4526540 w 10879987"/>
                  <a:gd name="connsiteY168" fmla="*/ 4118674 h 7865691"/>
                  <a:gd name="connsiteX169" fmla="*/ 4491107 w 10879987"/>
                  <a:gd name="connsiteY169" fmla="*/ 4157059 h 7865691"/>
                  <a:gd name="connsiteX170" fmla="*/ 4458626 w 10879987"/>
                  <a:gd name="connsiteY170" fmla="*/ 4195446 h 7865691"/>
                  <a:gd name="connsiteX171" fmla="*/ 4423193 w 10879987"/>
                  <a:gd name="connsiteY171" fmla="*/ 4239735 h 7865691"/>
                  <a:gd name="connsiteX172" fmla="*/ 4393666 w 10879987"/>
                  <a:gd name="connsiteY172" fmla="*/ 4284027 h 7865691"/>
                  <a:gd name="connsiteX173" fmla="*/ 4367092 w 10879987"/>
                  <a:gd name="connsiteY173" fmla="*/ 4328317 h 7865691"/>
                  <a:gd name="connsiteX174" fmla="*/ 4340517 w 10879987"/>
                  <a:gd name="connsiteY174" fmla="*/ 4375561 h 7865691"/>
                  <a:gd name="connsiteX175" fmla="*/ 4319849 w 10879987"/>
                  <a:gd name="connsiteY175" fmla="*/ 4422804 h 7865691"/>
                  <a:gd name="connsiteX176" fmla="*/ 4281462 w 10879987"/>
                  <a:gd name="connsiteY176" fmla="*/ 4517292 h 7865691"/>
                  <a:gd name="connsiteX177" fmla="*/ 4251934 w 10879987"/>
                  <a:gd name="connsiteY177" fmla="*/ 4605875 h 7865691"/>
                  <a:gd name="connsiteX178" fmla="*/ 4228313 w 10879987"/>
                  <a:gd name="connsiteY178" fmla="*/ 4685599 h 7865691"/>
                  <a:gd name="connsiteX179" fmla="*/ 4210597 w 10879987"/>
                  <a:gd name="connsiteY179" fmla="*/ 4756464 h 7865691"/>
                  <a:gd name="connsiteX180" fmla="*/ 4175163 w 10879987"/>
                  <a:gd name="connsiteY180" fmla="*/ 4895242 h 7865691"/>
                  <a:gd name="connsiteX181" fmla="*/ 4133825 w 10879987"/>
                  <a:gd name="connsiteY181" fmla="*/ 5031067 h 7865691"/>
                  <a:gd name="connsiteX182" fmla="*/ 4092487 w 10879987"/>
                  <a:gd name="connsiteY182" fmla="*/ 5160987 h 7865691"/>
                  <a:gd name="connsiteX183" fmla="*/ 4048197 w 10879987"/>
                  <a:gd name="connsiteY183" fmla="*/ 5285002 h 7865691"/>
                  <a:gd name="connsiteX184" fmla="*/ 4000953 w 10879987"/>
                  <a:gd name="connsiteY184" fmla="*/ 5409017 h 7865691"/>
                  <a:gd name="connsiteX185" fmla="*/ 3947804 w 10879987"/>
                  <a:gd name="connsiteY185" fmla="*/ 5530080 h 7865691"/>
                  <a:gd name="connsiteX186" fmla="*/ 3894654 w 10879987"/>
                  <a:gd name="connsiteY186" fmla="*/ 5642284 h 7865691"/>
                  <a:gd name="connsiteX187" fmla="*/ 3838552 w 10879987"/>
                  <a:gd name="connsiteY187" fmla="*/ 5757440 h 7865691"/>
                  <a:gd name="connsiteX188" fmla="*/ 3776546 w 10879987"/>
                  <a:gd name="connsiteY188" fmla="*/ 5863738 h 7865691"/>
                  <a:gd name="connsiteX189" fmla="*/ 3717492 w 10879987"/>
                  <a:gd name="connsiteY189" fmla="*/ 5967085 h 7865691"/>
                  <a:gd name="connsiteX190" fmla="*/ 3649577 w 10879987"/>
                  <a:gd name="connsiteY190" fmla="*/ 6067477 h 7865691"/>
                  <a:gd name="connsiteX191" fmla="*/ 3584617 w 10879987"/>
                  <a:gd name="connsiteY191" fmla="*/ 6161965 h 7865691"/>
                  <a:gd name="connsiteX192" fmla="*/ 3516705 w 10879987"/>
                  <a:gd name="connsiteY192" fmla="*/ 6256452 h 7865691"/>
                  <a:gd name="connsiteX193" fmla="*/ 3445840 w 10879987"/>
                  <a:gd name="connsiteY193" fmla="*/ 6342080 h 7865691"/>
                  <a:gd name="connsiteX194" fmla="*/ 3374974 w 10879987"/>
                  <a:gd name="connsiteY194" fmla="*/ 6430663 h 7865691"/>
                  <a:gd name="connsiteX195" fmla="*/ 3301155 w 10879987"/>
                  <a:gd name="connsiteY195" fmla="*/ 6513339 h 7865691"/>
                  <a:gd name="connsiteX196" fmla="*/ 3224384 w 10879987"/>
                  <a:gd name="connsiteY196" fmla="*/ 6593063 h 7865691"/>
                  <a:gd name="connsiteX197" fmla="*/ 3147613 w 10879987"/>
                  <a:gd name="connsiteY197" fmla="*/ 6669834 h 7865691"/>
                  <a:gd name="connsiteX198" fmla="*/ 3067890 w 10879987"/>
                  <a:gd name="connsiteY198" fmla="*/ 6743653 h 7865691"/>
                  <a:gd name="connsiteX199" fmla="*/ 2991120 w 10879987"/>
                  <a:gd name="connsiteY199" fmla="*/ 6811566 h 7865691"/>
                  <a:gd name="connsiteX200" fmla="*/ 2908443 w 10879987"/>
                  <a:gd name="connsiteY200" fmla="*/ 6879478 h 7865691"/>
                  <a:gd name="connsiteX201" fmla="*/ 2825766 w 10879987"/>
                  <a:gd name="connsiteY201" fmla="*/ 6944438 h 7865691"/>
                  <a:gd name="connsiteX202" fmla="*/ 2743090 w 10879987"/>
                  <a:gd name="connsiteY202" fmla="*/ 7006447 h 7865691"/>
                  <a:gd name="connsiteX203" fmla="*/ 2660413 w 10879987"/>
                  <a:gd name="connsiteY203" fmla="*/ 7062547 h 7865691"/>
                  <a:gd name="connsiteX204" fmla="*/ 2577736 w 10879987"/>
                  <a:gd name="connsiteY204" fmla="*/ 7118650 h 7865691"/>
                  <a:gd name="connsiteX205" fmla="*/ 2495061 w 10879987"/>
                  <a:gd name="connsiteY205" fmla="*/ 7171799 h 7865691"/>
                  <a:gd name="connsiteX206" fmla="*/ 2409429 w 10879987"/>
                  <a:gd name="connsiteY206" fmla="*/ 7221995 h 7865691"/>
                  <a:gd name="connsiteX207" fmla="*/ 2326754 w 10879987"/>
                  <a:gd name="connsiteY207" fmla="*/ 7272193 h 7865691"/>
                  <a:gd name="connsiteX208" fmla="*/ 2244077 w 10879987"/>
                  <a:gd name="connsiteY208" fmla="*/ 7319436 h 7865691"/>
                  <a:gd name="connsiteX209" fmla="*/ 2155495 w 10879987"/>
                  <a:gd name="connsiteY209" fmla="*/ 7363726 h 7865691"/>
                  <a:gd name="connsiteX210" fmla="*/ 1990142 w 10879987"/>
                  <a:gd name="connsiteY210" fmla="*/ 7443451 h 7865691"/>
                  <a:gd name="connsiteX211" fmla="*/ 1827743 w 10879987"/>
                  <a:gd name="connsiteY211" fmla="*/ 7514317 h 7865691"/>
                  <a:gd name="connsiteX212" fmla="*/ 1662389 w 10879987"/>
                  <a:gd name="connsiteY212" fmla="*/ 7573370 h 7865691"/>
                  <a:gd name="connsiteX213" fmla="*/ 1505893 w 10879987"/>
                  <a:gd name="connsiteY213" fmla="*/ 7629472 h 7865691"/>
                  <a:gd name="connsiteX214" fmla="*/ 1352352 w 10879987"/>
                  <a:gd name="connsiteY214" fmla="*/ 7676715 h 7865691"/>
                  <a:gd name="connsiteX215" fmla="*/ 1207669 w 10879987"/>
                  <a:gd name="connsiteY215" fmla="*/ 7715102 h 7865691"/>
                  <a:gd name="connsiteX216" fmla="*/ 1065937 w 10879987"/>
                  <a:gd name="connsiteY216" fmla="*/ 7753487 h 7865691"/>
                  <a:gd name="connsiteX217" fmla="*/ 936017 w 10879987"/>
                  <a:gd name="connsiteY217" fmla="*/ 7780062 h 7865691"/>
                  <a:gd name="connsiteX218" fmla="*/ 817908 w 10879987"/>
                  <a:gd name="connsiteY218" fmla="*/ 7803684 h 7865691"/>
                  <a:gd name="connsiteX219" fmla="*/ 702751 w 10879987"/>
                  <a:gd name="connsiteY219" fmla="*/ 7824352 h 7865691"/>
                  <a:gd name="connsiteX220" fmla="*/ 605312 w 10879987"/>
                  <a:gd name="connsiteY220" fmla="*/ 7836163 h 7865691"/>
                  <a:gd name="connsiteX221" fmla="*/ 442910 w 10879987"/>
                  <a:gd name="connsiteY221" fmla="*/ 7856833 h 7865691"/>
                  <a:gd name="connsiteX222" fmla="*/ 342518 w 10879987"/>
                  <a:gd name="connsiteY222" fmla="*/ 7862739 h 7865691"/>
                  <a:gd name="connsiteX223" fmla="*/ 307084 w 10879987"/>
                  <a:gd name="connsiteY223" fmla="*/ 7865691 h 7865691"/>
                  <a:gd name="connsiteX224" fmla="*/ 0 w 10879987"/>
                  <a:gd name="connsiteY224" fmla="*/ 6324364 h 7865691"/>
                  <a:gd name="connsiteX225" fmla="*/ 32481 w 10879987"/>
                  <a:gd name="connsiteY225" fmla="*/ 6318459 h 7865691"/>
                  <a:gd name="connsiteX226" fmla="*/ 124015 w 10879987"/>
                  <a:gd name="connsiteY226" fmla="*/ 6312553 h 7865691"/>
                  <a:gd name="connsiteX227" fmla="*/ 265746 w 10879987"/>
                  <a:gd name="connsiteY227" fmla="*/ 6297791 h 7865691"/>
                  <a:gd name="connsiteX228" fmla="*/ 357282 w 10879987"/>
                  <a:gd name="connsiteY228" fmla="*/ 6283026 h 7865691"/>
                  <a:gd name="connsiteX229" fmla="*/ 454721 w 10879987"/>
                  <a:gd name="connsiteY229" fmla="*/ 6265309 h 7865691"/>
                  <a:gd name="connsiteX230" fmla="*/ 563973 w 10879987"/>
                  <a:gd name="connsiteY230" fmla="*/ 6247592 h 7865691"/>
                  <a:gd name="connsiteX231" fmla="*/ 679129 w 10879987"/>
                  <a:gd name="connsiteY231" fmla="*/ 6221020 h 7865691"/>
                  <a:gd name="connsiteX232" fmla="*/ 803144 w 10879987"/>
                  <a:gd name="connsiteY232" fmla="*/ 6185586 h 7865691"/>
                  <a:gd name="connsiteX233" fmla="*/ 933064 w 10879987"/>
                  <a:gd name="connsiteY233" fmla="*/ 6150154 h 7865691"/>
                  <a:gd name="connsiteX234" fmla="*/ 1068890 w 10879987"/>
                  <a:gd name="connsiteY234" fmla="*/ 6102911 h 7865691"/>
                  <a:gd name="connsiteX235" fmla="*/ 1210620 w 10879987"/>
                  <a:gd name="connsiteY235" fmla="*/ 6049761 h 7865691"/>
                  <a:gd name="connsiteX236" fmla="*/ 1358257 w 10879987"/>
                  <a:gd name="connsiteY236" fmla="*/ 5990706 h 7865691"/>
                  <a:gd name="connsiteX237" fmla="*/ 1502942 w 10879987"/>
                  <a:gd name="connsiteY237" fmla="*/ 5922793 h 7865691"/>
                  <a:gd name="connsiteX238" fmla="*/ 1653530 w 10879987"/>
                  <a:gd name="connsiteY238" fmla="*/ 5843070 h 7865691"/>
                  <a:gd name="connsiteX239" fmla="*/ 1730302 w 10879987"/>
                  <a:gd name="connsiteY239" fmla="*/ 5801731 h 7865691"/>
                  <a:gd name="connsiteX240" fmla="*/ 1807072 w 10879987"/>
                  <a:gd name="connsiteY240" fmla="*/ 5757440 h 7865691"/>
                  <a:gd name="connsiteX241" fmla="*/ 1880892 w 10879987"/>
                  <a:gd name="connsiteY241" fmla="*/ 5710195 h 7865691"/>
                  <a:gd name="connsiteX242" fmla="*/ 1957662 w 10879987"/>
                  <a:gd name="connsiteY242" fmla="*/ 5662952 h 7865691"/>
                  <a:gd name="connsiteX243" fmla="*/ 2034434 w 10879987"/>
                  <a:gd name="connsiteY243" fmla="*/ 5609803 h 7865691"/>
                  <a:gd name="connsiteX244" fmla="*/ 2108251 w 10879987"/>
                  <a:gd name="connsiteY244" fmla="*/ 5553701 h 7865691"/>
                  <a:gd name="connsiteX245" fmla="*/ 2185022 w 10879987"/>
                  <a:gd name="connsiteY245" fmla="*/ 5497599 h 7865691"/>
                  <a:gd name="connsiteX246" fmla="*/ 2255888 w 10879987"/>
                  <a:gd name="connsiteY246" fmla="*/ 5435593 h 7865691"/>
                  <a:gd name="connsiteX247" fmla="*/ 2329707 w 10879987"/>
                  <a:gd name="connsiteY247" fmla="*/ 5373584 h 7865691"/>
                  <a:gd name="connsiteX248" fmla="*/ 2403525 w 10879987"/>
                  <a:gd name="connsiteY248" fmla="*/ 5305672 h 7865691"/>
                  <a:gd name="connsiteX249" fmla="*/ 2477344 w 10879987"/>
                  <a:gd name="connsiteY249" fmla="*/ 5237759 h 7865691"/>
                  <a:gd name="connsiteX250" fmla="*/ 2548210 w 10879987"/>
                  <a:gd name="connsiteY250" fmla="*/ 5166894 h 7865691"/>
                  <a:gd name="connsiteX251" fmla="*/ 2616121 w 10879987"/>
                  <a:gd name="connsiteY251" fmla="*/ 5090123 h 7865691"/>
                  <a:gd name="connsiteX252" fmla="*/ 2686987 w 10879987"/>
                  <a:gd name="connsiteY252" fmla="*/ 5010399 h 7865691"/>
                  <a:gd name="connsiteX253" fmla="*/ 2754901 w 10879987"/>
                  <a:gd name="connsiteY253" fmla="*/ 4930674 h 7865691"/>
                  <a:gd name="connsiteX254" fmla="*/ 2819860 w 10879987"/>
                  <a:gd name="connsiteY254" fmla="*/ 4842093 h 7865691"/>
                  <a:gd name="connsiteX255" fmla="*/ 2887773 w 10879987"/>
                  <a:gd name="connsiteY255" fmla="*/ 4756465 h 7865691"/>
                  <a:gd name="connsiteX256" fmla="*/ 2949781 w 10879987"/>
                  <a:gd name="connsiteY256" fmla="*/ 4661977 h 7865691"/>
                  <a:gd name="connsiteX257" fmla="*/ 3011788 w 10879987"/>
                  <a:gd name="connsiteY257" fmla="*/ 4567490 h 7865691"/>
                  <a:gd name="connsiteX258" fmla="*/ 3070842 w 10879987"/>
                  <a:gd name="connsiteY258" fmla="*/ 4470049 h 7865691"/>
                  <a:gd name="connsiteX259" fmla="*/ 3126944 w 10879987"/>
                  <a:gd name="connsiteY259" fmla="*/ 4366704 h 7865691"/>
                  <a:gd name="connsiteX260" fmla="*/ 3183046 w 10879987"/>
                  <a:gd name="connsiteY260" fmla="*/ 4260406 h 7865691"/>
                  <a:gd name="connsiteX261" fmla="*/ 3236195 w 10879987"/>
                  <a:gd name="connsiteY261" fmla="*/ 4145248 h 7865691"/>
                  <a:gd name="connsiteX262" fmla="*/ 3286393 w 10879987"/>
                  <a:gd name="connsiteY262" fmla="*/ 4033044 h 7865691"/>
                  <a:gd name="connsiteX263" fmla="*/ 3336587 w 10879987"/>
                  <a:gd name="connsiteY263" fmla="*/ 3914935 h 7865691"/>
                  <a:gd name="connsiteX264" fmla="*/ 3383832 w 10879987"/>
                  <a:gd name="connsiteY264" fmla="*/ 3793873 h 7865691"/>
                  <a:gd name="connsiteX265" fmla="*/ 3428123 w 10879987"/>
                  <a:gd name="connsiteY265" fmla="*/ 3666905 h 7865691"/>
                  <a:gd name="connsiteX266" fmla="*/ 3466508 w 10879987"/>
                  <a:gd name="connsiteY266" fmla="*/ 3536985 h 7865691"/>
                  <a:gd name="connsiteX267" fmla="*/ 3504894 w 10879987"/>
                  <a:gd name="connsiteY267" fmla="*/ 3398208 h 7865691"/>
                  <a:gd name="connsiteX268" fmla="*/ 3540327 w 10879987"/>
                  <a:gd name="connsiteY268" fmla="*/ 3259428 h 7865691"/>
                  <a:gd name="connsiteX269" fmla="*/ 3558043 w 10879987"/>
                  <a:gd name="connsiteY269" fmla="*/ 3191516 h 7865691"/>
                  <a:gd name="connsiteX270" fmla="*/ 3584617 w 10879987"/>
                  <a:gd name="connsiteY270" fmla="*/ 3108840 h 7865691"/>
                  <a:gd name="connsiteX271" fmla="*/ 3617098 w 10879987"/>
                  <a:gd name="connsiteY271" fmla="*/ 3017305 h 7865691"/>
                  <a:gd name="connsiteX272" fmla="*/ 3661388 w 10879987"/>
                  <a:gd name="connsiteY272" fmla="*/ 2919865 h 7865691"/>
                  <a:gd name="connsiteX273" fmla="*/ 3687964 w 10879987"/>
                  <a:gd name="connsiteY273" fmla="*/ 2869668 h 7865691"/>
                  <a:gd name="connsiteX274" fmla="*/ 3714537 w 10879987"/>
                  <a:gd name="connsiteY274" fmla="*/ 2822424 h 7865691"/>
                  <a:gd name="connsiteX275" fmla="*/ 3744064 w 10879987"/>
                  <a:gd name="connsiteY275" fmla="*/ 2772228 h 7865691"/>
                  <a:gd name="connsiteX276" fmla="*/ 3776546 w 10879987"/>
                  <a:gd name="connsiteY276" fmla="*/ 2724985 h 7865691"/>
                  <a:gd name="connsiteX277" fmla="*/ 3809025 w 10879987"/>
                  <a:gd name="connsiteY277" fmla="*/ 2683647 h 7865691"/>
                  <a:gd name="connsiteX278" fmla="*/ 3850363 w 10879987"/>
                  <a:gd name="connsiteY278" fmla="*/ 2642308 h 7865691"/>
                  <a:gd name="connsiteX279" fmla="*/ 3891701 w 10879987"/>
                  <a:gd name="connsiteY279" fmla="*/ 2603921 h 7865691"/>
                  <a:gd name="connsiteX280" fmla="*/ 3933040 w 10879987"/>
                  <a:gd name="connsiteY280" fmla="*/ 2565537 h 7865691"/>
                  <a:gd name="connsiteX281" fmla="*/ 3977331 w 10879987"/>
                  <a:gd name="connsiteY281" fmla="*/ 2536010 h 7865691"/>
                  <a:gd name="connsiteX282" fmla="*/ 4027527 w 10879987"/>
                  <a:gd name="connsiteY282" fmla="*/ 2512388 h 7865691"/>
                  <a:gd name="connsiteX283" fmla="*/ 4077724 w 10879987"/>
                  <a:gd name="connsiteY283" fmla="*/ 2488766 h 7865691"/>
                  <a:gd name="connsiteX284" fmla="*/ 4130874 w 10879987"/>
                  <a:gd name="connsiteY284" fmla="*/ 2476955 h 7865691"/>
                  <a:gd name="connsiteX285" fmla="*/ 4186974 w 10879987"/>
                  <a:gd name="connsiteY285" fmla="*/ 2471050 h 7865691"/>
                  <a:gd name="connsiteX286" fmla="*/ 4246029 w 10879987"/>
                  <a:gd name="connsiteY286" fmla="*/ 2465144 h 7865691"/>
                  <a:gd name="connsiteX287" fmla="*/ 4310989 w 10879987"/>
                  <a:gd name="connsiteY287" fmla="*/ 2474001 h 7865691"/>
                  <a:gd name="connsiteX288" fmla="*/ 4375949 w 10879987"/>
                  <a:gd name="connsiteY288" fmla="*/ 2488766 h 7865691"/>
                  <a:gd name="connsiteX289" fmla="*/ 4446816 w 10879987"/>
                  <a:gd name="connsiteY289" fmla="*/ 2512388 h 7865691"/>
                  <a:gd name="connsiteX290" fmla="*/ 4520634 w 10879987"/>
                  <a:gd name="connsiteY290" fmla="*/ 2544867 h 7865691"/>
                  <a:gd name="connsiteX291" fmla="*/ 4597405 w 10879987"/>
                  <a:gd name="connsiteY291" fmla="*/ 2589159 h 7865691"/>
                  <a:gd name="connsiteX292" fmla="*/ 4674177 w 10879987"/>
                  <a:gd name="connsiteY292" fmla="*/ 2642308 h 7865691"/>
                  <a:gd name="connsiteX293" fmla="*/ 4756853 w 10879987"/>
                  <a:gd name="connsiteY293" fmla="*/ 2707268 h 7865691"/>
                  <a:gd name="connsiteX294" fmla="*/ 4842482 w 10879987"/>
                  <a:gd name="connsiteY294" fmla="*/ 2781086 h 7865691"/>
                  <a:gd name="connsiteX295" fmla="*/ 4934017 w 10879987"/>
                  <a:gd name="connsiteY295" fmla="*/ 2869668 h 7865691"/>
                  <a:gd name="connsiteX296" fmla="*/ 5028504 w 10879987"/>
                  <a:gd name="connsiteY296" fmla="*/ 2970060 h 7865691"/>
                  <a:gd name="connsiteX297" fmla="*/ 5131849 w 10879987"/>
                  <a:gd name="connsiteY297" fmla="*/ 3091492 h 7865691"/>
                  <a:gd name="connsiteX298" fmla="*/ 5131263 w 10879987"/>
                  <a:gd name="connsiteY298" fmla="*/ 3098119 h 7865691"/>
                  <a:gd name="connsiteX299" fmla="*/ 5170541 w 10879987"/>
                  <a:gd name="connsiteY299" fmla="*/ 3139853 h 7865691"/>
                  <a:gd name="connsiteX300" fmla="*/ 5272472 w 10879987"/>
                  <a:gd name="connsiteY300" fmla="*/ 3259623 h 7865691"/>
                  <a:gd name="connsiteX301" fmla="*/ 5343823 w 10879987"/>
                  <a:gd name="connsiteY301" fmla="*/ 3343715 h 7865691"/>
                  <a:gd name="connsiteX302" fmla="*/ 5425369 w 10879987"/>
                  <a:gd name="connsiteY302" fmla="*/ 3432906 h 7865691"/>
                  <a:gd name="connsiteX303" fmla="*/ 5514557 w 10879987"/>
                  <a:gd name="connsiteY303" fmla="*/ 3522094 h 7865691"/>
                  <a:gd name="connsiteX304" fmla="*/ 5560426 w 10879987"/>
                  <a:gd name="connsiteY304" fmla="*/ 3567964 h 7865691"/>
                  <a:gd name="connsiteX305" fmla="*/ 5608844 w 10879987"/>
                  <a:gd name="connsiteY305" fmla="*/ 3611285 h 7865691"/>
                  <a:gd name="connsiteX306" fmla="*/ 5659810 w 10879987"/>
                  <a:gd name="connsiteY306" fmla="*/ 3654604 h 7865691"/>
                  <a:gd name="connsiteX307" fmla="*/ 5710775 w 10879987"/>
                  <a:gd name="connsiteY307" fmla="*/ 3692830 h 7865691"/>
                  <a:gd name="connsiteX308" fmla="*/ 5759192 w 10879987"/>
                  <a:gd name="connsiteY308" fmla="*/ 3725956 h 7865691"/>
                  <a:gd name="connsiteX309" fmla="*/ 5810157 w 10879987"/>
                  <a:gd name="connsiteY309" fmla="*/ 3759084 h 7865691"/>
                  <a:gd name="connsiteX310" fmla="*/ 5863672 w 10879987"/>
                  <a:gd name="connsiteY310" fmla="*/ 3787115 h 7865691"/>
                  <a:gd name="connsiteX311" fmla="*/ 5914637 w 10879987"/>
                  <a:gd name="connsiteY311" fmla="*/ 3807501 h 7865691"/>
                  <a:gd name="connsiteX312" fmla="*/ 5965602 w 10879987"/>
                  <a:gd name="connsiteY312" fmla="*/ 3825340 h 7865691"/>
                  <a:gd name="connsiteX313" fmla="*/ 6019115 w 10879987"/>
                  <a:gd name="connsiteY313" fmla="*/ 3832983 h 7865691"/>
                  <a:gd name="connsiteX314" fmla="*/ 6044598 w 10879987"/>
                  <a:gd name="connsiteY314" fmla="*/ 3835532 h 7865691"/>
                  <a:gd name="connsiteX315" fmla="*/ 6070081 w 10879987"/>
                  <a:gd name="connsiteY315" fmla="*/ 3835533 h 7865691"/>
                  <a:gd name="connsiteX316" fmla="*/ 6088201 w 10879987"/>
                  <a:gd name="connsiteY316" fmla="*/ 3835532 h 7865691"/>
                  <a:gd name="connsiteX317" fmla="*/ 6127028 w 10879987"/>
                  <a:gd name="connsiteY317" fmla="*/ 3827657 h 7865691"/>
                  <a:gd name="connsiteX318" fmla="*/ 6175249 w 10879987"/>
                  <a:gd name="connsiteY318" fmla="*/ 3815024 h 7865691"/>
                  <a:gd name="connsiteX319" fmla="*/ 6226478 w 10879987"/>
                  <a:gd name="connsiteY319" fmla="*/ 3800504 h 7865691"/>
                  <a:gd name="connsiteX320" fmla="*/ 6284027 w 10879987"/>
                  <a:gd name="connsiteY320" fmla="*/ 3785374 h 7865691"/>
                  <a:gd name="connsiteX321" fmla="*/ 6344278 w 10879987"/>
                  <a:gd name="connsiteY321" fmla="*/ 3765199 h 7865691"/>
                  <a:gd name="connsiteX322" fmla="*/ 6408812 w 10879987"/>
                  <a:gd name="connsiteY322" fmla="*/ 3739825 h 7865691"/>
                  <a:gd name="connsiteX323" fmla="*/ 6476506 w 10879987"/>
                  <a:gd name="connsiteY323" fmla="*/ 3714145 h 7865691"/>
                  <a:gd name="connsiteX324" fmla="*/ 6546750 w 10879987"/>
                  <a:gd name="connsiteY324" fmla="*/ 3681840 h 7865691"/>
                  <a:gd name="connsiteX325" fmla="*/ 6619848 w 10879987"/>
                  <a:gd name="connsiteY325" fmla="*/ 3646069 h 7865691"/>
                  <a:gd name="connsiteX326" fmla="*/ 6695802 w 10879987"/>
                  <a:gd name="connsiteY326" fmla="*/ 3606832 h 7865691"/>
                  <a:gd name="connsiteX327" fmla="*/ 6769717 w 10879987"/>
                  <a:gd name="connsiteY327" fmla="*/ 3563008 h 7865691"/>
                  <a:gd name="connsiteX328" fmla="*/ 6846182 w 10879987"/>
                  <a:gd name="connsiteY328" fmla="*/ 3512557 h 7865691"/>
                  <a:gd name="connsiteX329" fmla="*/ 6885128 w 10879987"/>
                  <a:gd name="connsiteY329" fmla="*/ 3486466 h 7865691"/>
                  <a:gd name="connsiteX330" fmla="*/ 6923922 w 10879987"/>
                  <a:gd name="connsiteY330" fmla="*/ 3458794 h 7865691"/>
                  <a:gd name="connsiteX331" fmla="*/ 6960982 w 10879987"/>
                  <a:gd name="connsiteY331" fmla="*/ 3429695 h 7865691"/>
                  <a:gd name="connsiteX332" fmla="*/ 6999623 w 10879987"/>
                  <a:gd name="connsiteY332" fmla="*/ 3400443 h 7865691"/>
                  <a:gd name="connsiteX333" fmla="*/ 7037959 w 10879987"/>
                  <a:gd name="connsiteY333" fmla="*/ 3368031 h 7865691"/>
                  <a:gd name="connsiteX334" fmla="*/ 7074561 w 10879987"/>
                  <a:gd name="connsiteY334" fmla="*/ 3334191 h 7865691"/>
                  <a:gd name="connsiteX335" fmla="*/ 7112744 w 10879987"/>
                  <a:gd name="connsiteY335" fmla="*/ 3300199 h 7865691"/>
                  <a:gd name="connsiteX336" fmla="*/ 7147461 w 10879987"/>
                  <a:gd name="connsiteY336" fmla="*/ 3263352 h 7865691"/>
                  <a:gd name="connsiteX337" fmla="*/ 7183759 w 10879987"/>
                  <a:gd name="connsiteY337" fmla="*/ 3226352 h 7865691"/>
                  <a:gd name="connsiteX338" fmla="*/ 7219751 w 10879987"/>
                  <a:gd name="connsiteY338" fmla="*/ 3186191 h 7865691"/>
                  <a:gd name="connsiteX339" fmla="*/ 7255743 w 10879987"/>
                  <a:gd name="connsiteY339" fmla="*/ 3146031 h 7865691"/>
                  <a:gd name="connsiteX340" fmla="*/ 7290002 w 10879987"/>
                  <a:gd name="connsiteY340" fmla="*/ 3104444 h 7865691"/>
                  <a:gd name="connsiteX341" fmla="*/ 7322375 w 10879987"/>
                  <a:gd name="connsiteY341" fmla="*/ 3059848 h 7865691"/>
                  <a:gd name="connsiteX342" fmla="*/ 7356176 w 10879987"/>
                  <a:gd name="connsiteY342" fmla="*/ 3013520 h 7865691"/>
                  <a:gd name="connsiteX343" fmla="*/ 7388397 w 10879987"/>
                  <a:gd name="connsiteY343" fmla="*/ 2967345 h 7865691"/>
                  <a:gd name="connsiteX344" fmla="*/ 7418580 w 10879987"/>
                  <a:gd name="connsiteY344" fmla="*/ 2916582 h 7865691"/>
                  <a:gd name="connsiteX345" fmla="*/ 7450496 w 10879987"/>
                  <a:gd name="connsiteY345" fmla="*/ 2867246 h 7865691"/>
                  <a:gd name="connsiteX346" fmla="*/ 7478793 w 10879987"/>
                  <a:gd name="connsiteY346" fmla="*/ 2813475 h 7865691"/>
                  <a:gd name="connsiteX347" fmla="*/ 7507090 w 10879987"/>
                  <a:gd name="connsiteY347" fmla="*/ 2759705 h 7865691"/>
                  <a:gd name="connsiteX348" fmla="*/ 7533655 w 10879987"/>
                  <a:gd name="connsiteY348" fmla="*/ 2704506 h 7865691"/>
                  <a:gd name="connsiteX349" fmla="*/ 7558334 w 10879987"/>
                  <a:gd name="connsiteY349" fmla="*/ 2646301 h 7865691"/>
                  <a:gd name="connsiteX350" fmla="*/ 7582860 w 10879987"/>
                  <a:gd name="connsiteY350" fmla="*/ 2586515 h 7865691"/>
                  <a:gd name="connsiteX351" fmla="*/ 7605348 w 10879987"/>
                  <a:gd name="connsiteY351" fmla="*/ 2522141 h 7865691"/>
                  <a:gd name="connsiteX352" fmla="*/ 7626409 w 10879987"/>
                  <a:gd name="connsiteY352" fmla="*/ 2459500 h 7865691"/>
                  <a:gd name="connsiteX353" fmla="*/ 7647164 w 10879987"/>
                  <a:gd name="connsiteY353" fmla="*/ 2393699 h 7865691"/>
                  <a:gd name="connsiteX354" fmla="*/ 7666187 w 10879987"/>
                  <a:gd name="connsiteY354" fmla="*/ 2326471 h 7865691"/>
                  <a:gd name="connsiteX355" fmla="*/ 7683324 w 10879987"/>
                  <a:gd name="connsiteY355" fmla="*/ 2256234 h 7865691"/>
                  <a:gd name="connsiteX356" fmla="*/ 7697148 w 10879987"/>
                  <a:gd name="connsiteY356" fmla="*/ 2184723 h 7865691"/>
                  <a:gd name="connsiteX357" fmla="*/ 7710514 w 10879987"/>
                  <a:gd name="connsiteY357" fmla="*/ 2108472 h 7865691"/>
                  <a:gd name="connsiteX358" fmla="*/ 7722300 w 10879987"/>
                  <a:gd name="connsiteY358" fmla="*/ 2032373 h 7865691"/>
                  <a:gd name="connsiteX359" fmla="*/ 7728269 w 10879987"/>
                  <a:gd name="connsiteY359" fmla="*/ 1995114 h 7865691"/>
                  <a:gd name="connsiteX360" fmla="*/ 7738215 w 10879987"/>
                  <a:gd name="connsiteY360" fmla="*/ 1949496 h 7865691"/>
                  <a:gd name="connsiteX361" fmla="*/ 7750864 w 10879987"/>
                  <a:gd name="connsiteY361" fmla="*/ 1898832 h 7865691"/>
                  <a:gd name="connsiteX362" fmla="*/ 7769527 w 10879987"/>
                  <a:gd name="connsiteY362" fmla="*/ 1844397 h 7865691"/>
                  <a:gd name="connsiteX363" fmla="*/ 7781153 w 10879987"/>
                  <a:gd name="connsiteY363" fmla="*/ 1816161 h 7865691"/>
                  <a:gd name="connsiteX364" fmla="*/ 7792932 w 10879987"/>
                  <a:gd name="connsiteY364" fmla="*/ 1789504 h 7865691"/>
                  <a:gd name="connsiteX365" fmla="*/ 7806138 w 10879987"/>
                  <a:gd name="connsiteY365" fmla="*/ 1761115 h 7865691"/>
                  <a:gd name="connsiteX366" fmla="*/ 7821076 w 10879987"/>
                  <a:gd name="connsiteY366" fmla="*/ 1734153 h 7865691"/>
                  <a:gd name="connsiteX367" fmla="*/ 7836320 w 10879987"/>
                  <a:gd name="connsiteY367" fmla="*/ 1710352 h 7865691"/>
                  <a:gd name="connsiteX368" fmla="*/ 7856305 w 10879987"/>
                  <a:gd name="connsiteY368" fmla="*/ 1686093 h 7865691"/>
                  <a:gd name="connsiteX369" fmla="*/ 7876442 w 10879987"/>
                  <a:gd name="connsiteY369" fmla="*/ 1663413 h 7865691"/>
                  <a:gd name="connsiteX370" fmla="*/ 7896579 w 10879987"/>
                  <a:gd name="connsiteY370" fmla="*/ 1640734 h 7865691"/>
                  <a:gd name="connsiteX371" fmla="*/ 7918755 w 10879987"/>
                  <a:gd name="connsiteY371" fmla="*/ 1622642 h 7865691"/>
                  <a:gd name="connsiteX372" fmla="*/ 7944396 w 10879987"/>
                  <a:gd name="connsiteY372" fmla="*/ 1607405 h 7865691"/>
                  <a:gd name="connsiteX373" fmla="*/ 7970036 w 10879987"/>
                  <a:gd name="connsiteY373" fmla="*/ 1592169 h 7865691"/>
                  <a:gd name="connsiteX374" fmla="*/ 7997868 w 10879987"/>
                  <a:gd name="connsiteY374" fmla="*/ 1583100 h 7865691"/>
                  <a:gd name="connsiteX375" fmla="*/ 8027586 w 10879987"/>
                  <a:gd name="connsiteY375" fmla="*/ 1577039 h 7865691"/>
                  <a:gd name="connsiteX376" fmla="*/ 8058883 w 10879987"/>
                  <a:gd name="connsiteY376" fmla="*/ 1570825 h 7865691"/>
                  <a:gd name="connsiteX377" fmla="*/ 8094104 w 10879987"/>
                  <a:gd name="connsiteY377" fmla="*/ 1572207 h 7865691"/>
                  <a:gd name="connsiteX378" fmla="*/ 8129631 w 10879987"/>
                  <a:gd name="connsiteY378" fmla="*/ 1576748 h 7865691"/>
                  <a:gd name="connsiteX379" fmla="*/ 8168776 w 10879987"/>
                  <a:gd name="connsiteY379" fmla="*/ 1585725 h 7865691"/>
                  <a:gd name="connsiteX380" fmla="*/ 8209959 w 10879987"/>
                  <a:gd name="connsiteY380" fmla="*/ 1599290 h 7865691"/>
                  <a:gd name="connsiteX381" fmla="*/ 8253332 w 10879987"/>
                  <a:gd name="connsiteY381" fmla="*/ 1619022 h 7865691"/>
                  <a:gd name="connsiteX382" fmla="*/ 8297164 w 10879987"/>
                  <a:gd name="connsiteY382" fmla="*/ 1643496 h 7865691"/>
                  <a:gd name="connsiteX383" fmla="*/ 8344767 w 10879987"/>
                  <a:gd name="connsiteY383" fmla="*/ 1673984 h 7865691"/>
                  <a:gd name="connsiteX384" fmla="*/ 8394408 w 10879987"/>
                  <a:gd name="connsiteY384" fmla="*/ 1709059 h 7865691"/>
                  <a:gd name="connsiteX385" fmla="*/ 8447973 w 10879987"/>
                  <a:gd name="connsiteY385" fmla="*/ 1751731 h 7865691"/>
                  <a:gd name="connsiteX386" fmla="*/ 8503728 w 10879987"/>
                  <a:gd name="connsiteY386" fmla="*/ 1800570 h 7865691"/>
                  <a:gd name="connsiteX387" fmla="*/ 8574110 w 10879987"/>
                  <a:gd name="connsiteY387" fmla="*/ 1868729 h 7865691"/>
                  <a:gd name="connsiteX388" fmla="*/ 8623392 w 10879987"/>
                  <a:gd name="connsiteY388" fmla="*/ 1916599 h 7865691"/>
                  <a:gd name="connsiteX389" fmla="*/ 8679300 w 10879987"/>
                  <a:gd name="connsiteY389" fmla="*/ 1967018 h 7865691"/>
                  <a:gd name="connsiteX390" fmla="*/ 8739949 w 10879987"/>
                  <a:gd name="connsiteY390" fmla="*/ 2016979 h 7865691"/>
                  <a:gd name="connsiteX391" fmla="*/ 8771139 w 10879987"/>
                  <a:gd name="connsiteY391" fmla="*/ 2042674 h 7865691"/>
                  <a:gd name="connsiteX392" fmla="*/ 8803758 w 10879987"/>
                  <a:gd name="connsiteY392" fmla="*/ 2066635 h 7865691"/>
                  <a:gd name="connsiteX393" fmla="*/ 8837956 w 10879987"/>
                  <a:gd name="connsiteY393" fmla="*/ 2090444 h 7865691"/>
                  <a:gd name="connsiteX394" fmla="*/ 8871849 w 10879987"/>
                  <a:gd name="connsiteY394" fmla="*/ 2111093 h 7865691"/>
                  <a:gd name="connsiteX395" fmla="*/ 8903856 w 10879987"/>
                  <a:gd name="connsiteY395" fmla="*/ 2128734 h 7865691"/>
                  <a:gd name="connsiteX396" fmla="*/ 8937444 w 10879987"/>
                  <a:gd name="connsiteY396" fmla="*/ 2146222 h 7865691"/>
                  <a:gd name="connsiteX397" fmla="*/ 8972307 w 10879987"/>
                  <a:gd name="connsiteY397" fmla="*/ 2160398 h 7865691"/>
                  <a:gd name="connsiteX398" fmla="*/ 9005131 w 10879987"/>
                  <a:gd name="connsiteY398" fmla="*/ 2169985 h 7865691"/>
                  <a:gd name="connsiteX399" fmla="*/ 9037802 w 10879987"/>
                  <a:gd name="connsiteY399" fmla="*/ 2177992 h 7865691"/>
                  <a:gd name="connsiteX400" fmla="*/ 9071443 w 10879987"/>
                  <a:gd name="connsiteY400" fmla="*/ 2179527 h 7865691"/>
                  <a:gd name="connsiteX401" fmla="*/ 9087397 w 10879987"/>
                  <a:gd name="connsiteY401" fmla="*/ 2179580 h 7865691"/>
                  <a:gd name="connsiteX402" fmla="*/ 9103199 w 10879987"/>
                  <a:gd name="connsiteY402" fmla="*/ 2178053 h 7865691"/>
                  <a:gd name="connsiteX403" fmla="*/ 9119000 w 10879987"/>
                  <a:gd name="connsiteY403" fmla="*/ 2176526 h 7865691"/>
                  <a:gd name="connsiteX404" fmla="*/ 9133069 w 10879987"/>
                  <a:gd name="connsiteY404" fmla="*/ 2173572 h 7865691"/>
                  <a:gd name="connsiteX405" fmla="*/ 9148565 w 10879987"/>
                  <a:gd name="connsiteY405" fmla="*/ 2168885 h 7865691"/>
                  <a:gd name="connsiteX406" fmla="*/ 9162175 w 10879987"/>
                  <a:gd name="connsiteY406" fmla="*/ 2161191 h 7865691"/>
                  <a:gd name="connsiteX407" fmla="*/ 9178946 w 10879987"/>
                  <a:gd name="connsiteY407" fmla="*/ 2153190 h 7865691"/>
                  <a:gd name="connsiteX408" fmla="*/ 9192404 w 10879987"/>
                  <a:gd name="connsiteY408" fmla="*/ 2143916 h 7865691"/>
                  <a:gd name="connsiteX409" fmla="*/ 9205862 w 10879987"/>
                  <a:gd name="connsiteY409" fmla="*/ 2134641 h 7865691"/>
                  <a:gd name="connsiteX410" fmla="*/ 9219015 w 10879987"/>
                  <a:gd name="connsiteY410" fmla="*/ 2122206 h 7865691"/>
                  <a:gd name="connsiteX411" fmla="*/ 9232014 w 10879987"/>
                  <a:gd name="connsiteY411" fmla="*/ 2108190 h 7865691"/>
                  <a:gd name="connsiteX412" fmla="*/ 9243434 w 10879987"/>
                  <a:gd name="connsiteY412" fmla="*/ 2094328 h 7865691"/>
                  <a:gd name="connsiteX413" fmla="*/ 9256129 w 10879987"/>
                  <a:gd name="connsiteY413" fmla="*/ 2077152 h 7865691"/>
                  <a:gd name="connsiteX414" fmla="*/ 9267090 w 10879987"/>
                  <a:gd name="connsiteY414" fmla="*/ 2058550 h 7865691"/>
                  <a:gd name="connsiteX415" fmla="*/ 9276166 w 10879987"/>
                  <a:gd name="connsiteY415" fmla="*/ 2036939 h 7865691"/>
                  <a:gd name="connsiteX416" fmla="*/ 9286975 w 10879987"/>
                  <a:gd name="connsiteY416" fmla="*/ 2016756 h 7865691"/>
                  <a:gd name="connsiteX417" fmla="*/ 9295746 w 10879987"/>
                  <a:gd name="connsiteY417" fmla="*/ 1991985 h 7865691"/>
                  <a:gd name="connsiteX418" fmla="*/ 9305945 w 10879987"/>
                  <a:gd name="connsiteY418" fmla="*/ 1965481 h 7865691"/>
                  <a:gd name="connsiteX419" fmla="*/ 9314410 w 10879987"/>
                  <a:gd name="connsiteY419" fmla="*/ 1937550 h 7865691"/>
                  <a:gd name="connsiteX420" fmla="*/ 9322723 w 10879987"/>
                  <a:gd name="connsiteY420" fmla="*/ 1908039 h 7865691"/>
                  <a:gd name="connsiteX421" fmla="*/ 9329303 w 10879987"/>
                  <a:gd name="connsiteY421" fmla="*/ 1877100 h 7865691"/>
                  <a:gd name="connsiteX422" fmla="*/ 9335577 w 10879987"/>
                  <a:gd name="connsiteY422" fmla="*/ 1843001 h 7865691"/>
                  <a:gd name="connsiteX423" fmla="*/ 9345936 w 10879987"/>
                  <a:gd name="connsiteY423" fmla="*/ 1768635 h 7865691"/>
                  <a:gd name="connsiteX424" fmla="*/ 9360477 w 10879987"/>
                  <a:gd name="connsiteY424" fmla="*/ 1671536 h 7865691"/>
                  <a:gd name="connsiteX425" fmla="*/ 9375683 w 10879987"/>
                  <a:gd name="connsiteY425" fmla="*/ 1564804 h 7865691"/>
                  <a:gd name="connsiteX426" fmla="*/ 9393285 w 10879987"/>
                  <a:gd name="connsiteY426" fmla="*/ 1449866 h 7865691"/>
                  <a:gd name="connsiteX427" fmla="*/ 9413285 w 10879987"/>
                  <a:gd name="connsiteY427" fmla="*/ 1326722 h 7865691"/>
                  <a:gd name="connsiteX428" fmla="*/ 9437566 w 10879987"/>
                  <a:gd name="connsiteY428" fmla="*/ 1198379 h 7865691"/>
                  <a:gd name="connsiteX429" fmla="*/ 9466131 w 10879987"/>
                  <a:gd name="connsiteY429" fmla="*/ 1064838 h 7865691"/>
                  <a:gd name="connsiteX430" fmla="*/ 9495664 w 10879987"/>
                  <a:gd name="connsiteY430" fmla="*/ 924823 h 7865691"/>
                  <a:gd name="connsiteX431" fmla="*/ 9529480 w 10879987"/>
                  <a:gd name="connsiteY431" fmla="*/ 779611 h 7865691"/>
                  <a:gd name="connsiteX432" fmla="*/ 9539220 w 10879987"/>
                  <a:gd name="connsiteY432" fmla="*/ 748367 h 7865691"/>
                  <a:gd name="connsiteX433" fmla="*/ 9550083 w 10879987"/>
                  <a:gd name="connsiteY433" fmla="*/ 712229 h 7865691"/>
                  <a:gd name="connsiteX434" fmla="*/ 9562678 w 10879987"/>
                  <a:gd name="connsiteY434" fmla="*/ 677520 h 7865691"/>
                  <a:gd name="connsiteX435" fmla="*/ 9579708 w 10879987"/>
                  <a:gd name="connsiteY435" fmla="*/ 639192 h 7865691"/>
                  <a:gd name="connsiteX436" fmla="*/ 9598471 w 10879987"/>
                  <a:gd name="connsiteY436" fmla="*/ 602291 h 7865691"/>
                  <a:gd name="connsiteX437" fmla="*/ 9620089 w 10879987"/>
                  <a:gd name="connsiteY437" fmla="*/ 561925 h 7865691"/>
                  <a:gd name="connsiteX438" fmla="*/ 9643440 w 10879987"/>
                  <a:gd name="connsiteY438" fmla="*/ 522986 h 7865691"/>
                  <a:gd name="connsiteX439" fmla="*/ 9673264 w 10879987"/>
                  <a:gd name="connsiteY439" fmla="*/ 485017 h 7865691"/>
                  <a:gd name="connsiteX440" fmla="*/ 9702935 w 10879987"/>
                  <a:gd name="connsiteY440" fmla="*/ 445467 h 7865691"/>
                  <a:gd name="connsiteX441" fmla="*/ 9737653 w 10879987"/>
                  <a:gd name="connsiteY441" fmla="*/ 408620 h 7865691"/>
                  <a:gd name="connsiteX442" fmla="*/ 9775530 w 10879987"/>
                  <a:gd name="connsiteY442" fmla="*/ 371468 h 7865691"/>
                  <a:gd name="connsiteX443" fmla="*/ 9816721 w 10879987"/>
                  <a:gd name="connsiteY443" fmla="*/ 335590 h 7865691"/>
                  <a:gd name="connsiteX444" fmla="*/ 9861377 w 10879987"/>
                  <a:gd name="connsiteY444" fmla="*/ 302567 h 7865691"/>
                  <a:gd name="connsiteX445" fmla="*/ 9911078 w 10879987"/>
                  <a:gd name="connsiteY445" fmla="*/ 272246 h 7865691"/>
                  <a:gd name="connsiteX446" fmla="*/ 9938300 w 10879987"/>
                  <a:gd name="connsiteY446" fmla="*/ 256857 h 7865691"/>
                  <a:gd name="connsiteX447" fmla="*/ 9965826 w 10879987"/>
                  <a:gd name="connsiteY447" fmla="*/ 244628 h 7865691"/>
                  <a:gd name="connsiteX448" fmla="*/ 9994780 w 10879987"/>
                  <a:gd name="connsiteY448" fmla="*/ 230666 h 7865691"/>
                  <a:gd name="connsiteX449" fmla="*/ 10025314 w 10879987"/>
                  <a:gd name="connsiteY449" fmla="*/ 216551 h 7865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Lst>
                <a:rect l="l" t="t" r="r" b="b"/>
                <a:pathLst>
                  <a:path w="10879987" h="7865691">
                    <a:moveTo>
                      <a:pt x="9810185" y="69874"/>
                    </a:moveTo>
                    <a:lnTo>
                      <a:pt x="10879987" y="0"/>
                    </a:lnTo>
                    <a:lnTo>
                      <a:pt x="10468312" y="526219"/>
                    </a:lnTo>
                    <a:lnTo>
                      <a:pt x="10269901" y="387496"/>
                    </a:lnTo>
                    <a:lnTo>
                      <a:pt x="10211688" y="412259"/>
                    </a:lnTo>
                    <a:lnTo>
                      <a:pt x="10158520" y="439725"/>
                    </a:lnTo>
                    <a:lnTo>
                      <a:pt x="10110398" y="469893"/>
                    </a:lnTo>
                    <a:lnTo>
                      <a:pt x="10067170" y="501183"/>
                    </a:lnTo>
                    <a:lnTo>
                      <a:pt x="10027254" y="533748"/>
                    </a:lnTo>
                    <a:lnTo>
                      <a:pt x="9990652" y="567587"/>
                    </a:lnTo>
                    <a:lnTo>
                      <a:pt x="9957209" y="601122"/>
                    </a:lnTo>
                    <a:lnTo>
                      <a:pt x="9930240" y="635625"/>
                    </a:lnTo>
                    <a:lnTo>
                      <a:pt x="9905004" y="671556"/>
                    </a:lnTo>
                    <a:lnTo>
                      <a:pt x="9882928" y="707182"/>
                    </a:lnTo>
                    <a:lnTo>
                      <a:pt x="9862279" y="741075"/>
                    </a:lnTo>
                    <a:lnTo>
                      <a:pt x="9846676" y="777670"/>
                    </a:lnTo>
                    <a:lnTo>
                      <a:pt x="9832348" y="810953"/>
                    </a:lnTo>
                    <a:lnTo>
                      <a:pt x="9821333" y="845510"/>
                    </a:lnTo>
                    <a:lnTo>
                      <a:pt x="9811593" y="876754"/>
                    </a:lnTo>
                    <a:lnTo>
                      <a:pt x="9803280" y="906265"/>
                    </a:lnTo>
                    <a:lnTo>
                      <a:pt x="9786754" y="982822"/>
                    </a:lnTo>
                    <a:lnTo>
                      <a:pt x="9773999" y="1065394"/>
                    </a:lnTo>
                    <a:lnTo>
                      <a:pt x="9761854" y="1154286"/>
                    </a:lnTo>
                    <a:lnTo>
                      <a:pt x="9753328" y="1247614"/>
                    </a:lnTo>
                    <a:lnTo>
                      <a:pt x="9746687" y="1343949"/>
                    </a:lnTo>
                    <a:lnTo>
                      <a:pt x="9740199" y="1441865"/>
                    </a:lnTo>
                    <a:lnTo>
                      <a:pt x="9737176" y="1542635"/>
                    </a:lnTo>
                    <a:lnTo>
                      <a:pt x="9732574" y="1643558"/>
                    </a:lnTo>
                    <a:lnTo>
                      <a:pt x="9727956" y="1843366"/>
                    </a:lnTo>
                    <a:lnTo>
                      <a:pt x="9725736" y="2034968"/>
                    </a:lnTo>
                    <a:lnTo>
                      <a:pt x="9721836" y="2209188"/>
                    </a:lnTo>
                    <a:lnTo>
                      <a:pt x="9717226" y="2359553"/>
                    </a:lnTo>
                    <a:lnTo>
                      <a:pt x="9714570" y="2398087"/>
                    </a:lnTo>
                    <a:lnTo>
                      <a:pt x="9711761" y="2435041"/>
                    </a:lnTo>
                    <a:lnTo>
                      <a:pt x="9706913" y="2467407"/>
                    </a:lnTo>
                    <a:lnTo>
                      <a:pt x="9702066" y="2499774"/>
                    </a:lnTo>
                    <a:lnTo>
                      <a:pt x="9695334" y="2529132"/>
                    </a:lnTo>
                    <a:lnTo>
                      <a:pt x="9688448" y="2556911"/>
                    </a:lnTo>
                    <a:lnTo>
                      <a:pt x="9681563" y="2584689"/>
                    </a:lnTo>
                    <a:lnTo>
                      <a:pt x="9672792" y="2609460"/>
                    </a:lnTo>
                    <a:lnTo>
                      <a:pt x="9663716" y="2631071"/>
                    </a:lnTo>
                    <a:lnTo>
                      <a:pt x="9653060" y="2652834"/>
                    </a:lnTo>
                    <a:lnTo>
                      <a:pt x="9642098" y="2671437"/>
                    </a:lnTo>
                    <a:lnTo>
                      <a:pt x="9629403" y="2688612"/>
                    </a:lnTo>
                    <a:lnTo>
                      <a:pt x="9618136" y="2704055"/>
                    </a:lnTo>
                    <a:lnTo>
                      <a:pt x="9605289" y="2719650"/>
                    </a:lnTo>
                    <a:lnTo>
                      <a:pt x="9592137" y="2732085"/>
                    </a:lnTo>
                    <a:lnTo>
                      <a:pt x="9578984" y="2744521"/>
                    </a:lnTo>
                    <a:lnTo>
                      <a:pt x="9564099" y="2755528"/>
                    </a:lnTo>
                    <a:lnTo>
                      <a:pt x="9548908" y="2763376"/>
                    </a:lnTo>
                    <a:lnTo>
                      <a:pt x="9535450" y="2772650"/>
                    </a:lnTo>
                    <a:lnTo>
                      <a:pt x="9519954" y="2777337"/>
                    </a:lnTo>
                    <a:lnTo>
                      <a:pt x="9501298" y="2782330"/>
                    </a:lnTo>
                    <a:lnTo>
                      <a:pt x="9485802" y="2787017"/>
                    </a:lnTo>
                    <a:lnTo>
                      <a:pt x="9470153" y="2790124"/>
                    </a:lnTo>
                    <a:lnTo>
                      <a:pt x="9452771" y="2791803"/>
                    </a:lnTo>
                    <a:lnTo>
                      <a:pt x="9417703" y="2792002"/>
                    </a:lnTo>
                    <a:lnTo>
                      <a:pt x="9384062" y="2790468"/>
                    </a:lnTo>
                    <a:lnTo>
                      <a:pt x="9348383" y="2784346"/>
                    </a:lnTo>
                    <a:lnTo>
                      <a:pt x="9312398" y="2775063"/>
                    </a:lnTo>
                    <a:lnTo>
                      <a:pt x="9276261" y="2764201"/>
                    </a:lnTo>
                    <a:lnTo>
                      <a:pt x="9241551" y="2751606"/>
                    </a:lnTo>
                    <a:lnTo>
                      <a:pt x="9208269" y="2737278"/>
                    </a:lnTo>
                    <a:lnTo>
                      <a:pt x="9173101" y="2719942"/>
                    </a:lnTo>
                    <a:lnTo>
                      <a:pt x="9141247" y="2703881"/>
                    </a:lnTo>
                    <a:lnTo>
                      <a:pt x="9110667" y="2684508"/>
                    </a:lnTo>
                    <a:lnTo>
                      <a:pt x="9053277" y="2651775"/>
                    </a:lnTo>
                    <a:lnTo>
                      <a:pt x="9006949" y="2617974"/>
                    </a:lnTo>
                    <a:lnTo>
                      <a:pt x="8970866" y="2591158"/>
                    </a:lnTo>
                    <a:lnTo>
                      <a:pt x="8939675" y="2565463"/>
                    </a:lnTo>
                    <a:lnTo>
                      <a:pt x="8879332" y="2518662"/>
                    </a:lnTo>
                    <a:lnTo>
                      <a:pt x="8824645" y="2480885"/>
                    </a:lnTo>
                    <a:lnTo>
                      <a:pt x="8770263" y="2446267"/>
                    </a:lnTo>
                    <a:lnTo>
                      <a:pt x="8721386" y="2419091"/>
                    </a:lnTo>
                    <a:lnTo>
                      <a:pt x="8674546" y="2396504"/>
                    </a:lnTo>
                    <a:lnTo>
                      <a:pt x="8629745" y="2378504"/>
                    </a:lnTo>
                    <a:lnTo>
                      <a:pt x="8588715" y="2366520"/>
                    </a:lnTo>
                    <a:lnTo>
                      <a:pt x="8547990" y="2357695"/>
                    </a:lnTo>
                    <a:lnTo>
                      <a:pt x="8511036" y="2354886"/>
                    </a:lnTo>
                    <a:lnTo>
                      <a:pt x="8477395" y="2353352"/>
                    </a:lnTo>
                    <a:lnTo>
                      <a:pt x="8445792" y="2356406"/>
                    </a:lnTo>
                    <a:lnTo>
                      <a:pt x="8414800" y="2365780"/>
                    </a:lnTo>
                    <a:lnTo>
                      <a:pt x="8386968" y="2374849"/>
                    </a:lnTo>
                    <a:lnTo>
                      <a:pt x="8361175" y="2388505"/>
                    </a:lnTo>
                    <a:lnTo>
                      <a:pt x="8338694" y="2403437"/>
                    </a:lnTo>
                    <a:lnTo>
                      <a:pt x="8316519" y="2421528"/>
                    </a:lnTo>
                    <a:lnTo>
                      <a:pt x="8294496" y="2441200"/>
                    </a:lnTo>
                    <a:lnTo>
                      <a:pt x="8277519" y="2463574"/>
                    </a:lnTo>
                    <a:lnTo>
                      <a:pt x="8262122" y="2485795"/>
                    </a:lnTo>
                    <a:lnTo>
                      <a:pt x="8245451" y="2511329"/>
                    </a:lnTo>
                    <a:lnTo>
                      <a:pt x="8231939" y="2536558"/>
                    </a:lnTo>
                    <a:lnTo>
                      <a:pt x="8220008" y="2561634"/>
                    </a:lnTo>
                    <a:lnTo>
                      <a:pt x="8208230" y="2588291"/>
                    </a:lnTo>
                    <a:lnTo>
                      <a:pt x="8199612" y="2614642"/>
                    </a:lnTo>
                    <a:lnTo>
                      <a:pt x="8183956" y="2667191"/>
                    </a:lnTo>
                    <a:lnTo>
                      <a:pt x="8172734" y="2716122"/>
                    </a:lnTo>
                    <a:lnTo>
                      <a:pt x="8164216" y="2760007"/>
                    </a:lnTo>
                    <a:lnTo>
                      <a:pt x="8158399" y="2798847"/>
                    </a:lnTo>
                    <a:lnTo>
                      <a:pt x="8146613" y="2874945"/>
                    </a:lnTo>
                    <a:lnTo>
                      <a:pt x="8131514" y="2949769"/>
                    </a:lnTo>
                    <a:lnTo>
                      <a:pt x="8116110" y="3021433"/>
                    </a:lnTo>
                    <a:lnTo>
                      <a:pt x="8098820" y="3090089"/>
                    </a:lnTo>
                    <a:lnTo>
                      <a:pt x="8079951" y="3158898"/>
                    </a:lnTo>
                    <a:lnTo>
                      <a:pt x="8057768" y="3226432"/>
                    </a:lnTo>
                    <a:lnTo>
                      <a:pt x="8035127" y="3289226"/>
                    </a:lnTo>
                    <a:lnTo>
                      <a:pt x="8011059" y="3353752"/>
                    </a:lnTo>
                    <a:lnTo>
                      <a:pt x="7983372" y="3413843"/>
                    </a:lnTo>
                    <a:lnTo>
                      <a:pt x="7957113" y="3472202"/>
                    </a:lnTo>
                    <a:lnTo>
                      <a:pt x="7925961" y="3529438"/>
                    </a:lnTo>
                    <a:lnTo>
                      <a:pt x="7896083" y="3583362"/>
                    </a:lnTo>
                    <a:lnTo>
                      <a:pt x="7864626" y="3637438"/>
                    </a:lnTo>
                    <a:lnTo>
                      <a:pt x="7831130" y="3686926"/>
                    </a:lnTo>
                    <a:lnTo>
                      <a:pt x="7797787" y="3737994"/>
                    </a:lnTo>
                    <a:lnTo>
                      <a:pt x="7762559" y="3786055"/>
                    </a:lnTo>
                    <a:lnTo>
                      <a:pt x="7725597" y="3832689"/>
                    </a:lnTo>
                    <a:lnTo>
                      <a:pt x="7688483" y="3877742"/>
                    </a:lnTo>
                    <a:lnTo>
                      <a:pt x="7649636" y="3921368"/>
                    </a:lnTo>
                    <a:lnTo>
                      <a:pt x="7612064" y="3961681"/>
                    </a:lnTo>
                    <a:lnTo>
                      <a:pt x="7571332" y="4002299"/>
                    </a:lnTo>
                    <a:lnTo>
                      <a:pt x="7530447" y="4041337"/>
                    </a:lnTo>
                    <a:lnTo>
                      <a:pt x="7489409" y="4078795"/>
                    </a:lnTo>
                    <a:lnTo>
                      <a:pt x="7448066" y="4113093"/>
                    </a:lnTo>
                    <a:lnTo>
                      <a:pt x="7406723" y="4147390"/>
                    </a:lnTo>
                    <a:lnTo>
                      <a:pt x="7365227" y="4180108"/>
                    </a:lnTo>
                    <a:lnTo>
                      <a:pt x="7321998" y="4211398"/>
                    </a:lnTo>
                    <a:lnTo>
                      <a:pt x="7280350" y="4242535"/>
                    </a:lnTo>
                    <a:lnTo>
                      <a:pt x="7238549" y="4272092"/>
                    </a:lnTo>
                    <a:lnTo>
                      <a:pt x="7193435" y="4300375"/>
                    </a:lnTo>
                    <a:lnTo>
                      <a:pt x="7109069" y="4351588"/>
                    </a:lnTo>
                    <a:lnTo>
                      <a:pt x="7025826" y="4397909"/>
                    </a:lnTo>
                    <a:lnTo>
                      <a:pt x="6940391" y="4438062"/>
                    </a:lnTo>
                    <a:lnTo>
                      <a:pt x="6859545" y="4476176"/>
                    </a:lnTo>
                    <a:lnTo>
                      <a:pt x="6779820" y="4509398"/>
                    </a:lnTo>
                    <a:lnTo>
                      <a:pt x="6704378" y="4537421"/>
                    </a:lnTo>
                    <a:lnTo>
                      <a:pt x="6630516" y="4565291"/>
                    </a:lnTo>
                    <a:lnTo>
                      <a:pt x="6562364" y="4586230"/>
                    </a:lnTo>
                    <a:lnTo>
                      <a:pt x="6500380" y="4604979"/>
                    </a:lnTo>
                    <a:lnTo>
                      <a:pt x="6439823" y="4621994"/>
                    </a:lnTo>
                    <a:lnTo>
                      <a:pt x="6388289" y="4633353"/>
                    </a:lnTo>
                    <a:lnTo>
                      <a:pt x="6302450" y="4652811"/>
                    </a:lnTo>
                    <a:lnTo>
                      <a:pt x="6249031" y="4661163"/>
                    </a:lnTo>
                    <a:lnTo>
                      <a:pt x="6230222" y="4664575"/>
                    </a:lnTo>
                    <a:lnTo>
                      <a:pt x="6227135" y="4654343"/>
                    </a:lnTo>
                    <a:lnTo>
                      <a:pt x="6227811" y="4661118"/>
                    </a:lnTo>
                    <a:lnTo>
                      <a:pt x="6098112" y="4712138"/>
                    </a:lnTo>
                    <a:lnTo>
                      <a:pt x="6049694" y="4681559"/>
                    </a:lnTo>
                    <a:lnTo>
                      <a:pt x="6003825" y="4645883"/>
                    </a:lnTo>
                    <a:lnTo>
                      <a:pt x="5917185" y="4584725"/>
                    </a:lnTo>
                    <a:lnTo>
                      <a:pt x="5848382" y="4523566"/>
                    </a:lnTo>
                    <a:lnTo>
                      <a:pt x="5794867" y="4475149"/>
                    </a:lnTo>
                    <a:lnTo>
                      <a:pt x="5748999" y="4429279"/>
                    </a:lnTo>
                    <a:lnTo>
                      <a:pt x="5659810" y="4345187"/>
                    </a:lnTo>
                    <a:lnTo>
                      <a:pt x="5578265" y="4276383"/>
                    </a:lnTo>
                    <a:lnTo>
                      <a:pt x="5496721" y="4212677"/>
                    </a:lnTo>
                    <a:lnTo>
                      <a:pt x="5422820" y="4161712"/>
                    </a:lnTo>
                    <a:lnTo>
                      <a:pt x="5351468" y="4118390"/>
                    </a:lnTo>
                    <a:lnTo>
                      <a:pt x="5282666" y="4082714"/>
                    </a:lnTo>
                    <a:lnTo>
                      <a:pt x="5218958" y="4057232"/>
                    </a:lnTo>
                    <a:lnTo>
                      <a:pt x="5155251" y="4036845"/>
                    </a:lnTo>
                    <a:lnTo>
                      <a:pt x="5096640" y="4026652"/>
                    </a:lnTo>
                    <a:lnTo>
                      <a:pt x="5043128" y="4019008"/>
                    </a:lnTo>
                    <a:lnTo>
                      <a:pt x="4880868" y="3988754"/>
                    </a:lnTo>
                    <a:lnTo>
                      <a:pt x="4821814" y="3988754"/>
                    </a:lnTo>
                    <a:lnTo>
                      <a:pt x="4762758" y="4000565"/>
                    </a:lnTo>
                    <a:lnTo>
                      <a:pt x="4709610" y="4012376"/>
                    </a:lnTo>
                    <a:lnTo>
                      <a:pt x="4659412" y="4033044"/>
                    </a:lnTo>
                    <a:lnTo>
                      <a:pt x="4615122" y="4056665"/>
                    </a:lnTo>
                    <a:lnTo>
                      <a:pt x="4570830" y="4086193"/>
                    </a:lnTo>
                    <a:lnTo>
                      <a:pt x="4526540" y="4118674"/>
                    </a:lnTo>
                    <a:lnTo>
                      <a:pt x="4491107" y="4157059"/>
                    </a:lnTo>
                    <a:lnTo>
                      <a:pt x="4458626" y="4195446"/>
                    </a:lnTo>
                    <a:lnTo>
                      <a:pt x="4423193" y="4239735"/>
                    </a:lnTo>
                    <a:lnTo>
                      <a:pt x="4393666" y="4284027"/>
                    </a:lnTo>
                    <a:lnTo>
                      <a:pt x="4367092" y="4328317"/>
                    </a:lnTo>
                    <a:lnTo>
                      <a:pt x="4340517" y="4375561"/>
                    </a:lnTo>
                    <a:lnTo>
                      <a:pt x="4319849" y="4422804"/>
                    </a:lnTo>
                    <a:lnTo>
                      <a:pt x="4281462" y="4517292"/>
                    </a:lnTo>
                    <a:lnTo>
                      <a:pt x="4251934" y="4605875"/>
                    </a:lnTo>
                    <a:lnTo>
                      <a:pt x="4228313" y="4685599"/>
                    </a:lnTo>
                    <a:lnTo>
                      <a:pt x="4210597" y="4756464"/>
                    </a:lnTo>
                    <a:lnTo>
                      <a:pt x="4175163" y="4895242"/>
                    </a:lnTo>
                    <a:lnTo>
                      <a:pt x="4133825" y="5031067"/>
                    </a:lnTo>
                    <a:lnTo>
                      <a:pt x="4092487" y="5160987"/>
                    </a:lnTo>
                    <a:lnTo>
                      <a:pt x="4048197" y="5285002"/>
                    </a:lnTo>
                    <a:lnTo>
                      <a:pt x="4000953" y="5409017"/>
                    </a:lnTo>
                    <a:lnTo>
                      <a:pt x="3947804" y="5530080"/>
                    </a:lnTo>
                    <a:lnTo>
                      <a:pt x="3894654" y="5642284"/>
                    </a:lnTo>
                    <a:lnTo>
                      <a:pt x="3838552" y="5757440"/>
                    </a:lnTo>
                    <a:lnTo>
                      <a:pt x="3776546" y="5863738"/>
                    </a:lnTo>
                    <a:lnTo>
                      <a:pt x="3717492" y="5967085"/>
                    </a:lnTo>
                    <a:lnTo>
                      <a:pt x="3649577" y="6067477"/>
                    </a:lnTo>
                    <a:lnTo>
                      <a:pt x="3584617" y="6161965"/>
                    </a:lnTo>
                    <a:lnTo>
                      <a:pt x="3516705" y="6256452"/>
                    </a:lnTo>
                    <a:lnTo>
                      <a:pt x="3445840" y="6342080"/>
                    </a:lnTo>
                    <a:lnTo>
                      <a:pt x="3374974" y="6430663"/>
                    </a:lnTo>
                    <a:lnTo>
                      <a:pt x="3301155" y="6513339"/>
                    </a:lnTo>
                    <a:lnTo>
                      <a:pt x="3224384" y="6593063"/>
                    </a:lnTo>
                    <a:lnTo>
                      <a:pt x="3147613" y="6669834"/>
                    </a:lnTo>
                    <a:lnTo>
                      <a:pt x="3067890" y="6743653"/>
                    </a:lnTo>
                    <a:lnTo>
                      <a:pt x="2991120" y="6811566"/>
                    </a:lnTo>
                    <a:lnTo>
                      <a:pt x="2908443" y="6879478"/>
                    </a:lnTo>
                    <a:lnTo>
                      <a:pt x="2825766" y="6944438"/>
                    </a:lnTo>
                    <a:lnTo>
                      <a:pt x="2743090" y="7006447"/>
                    </a:lnTo>
                    <a:lnTo>
                      <a:pt x="2660413" y="7062547"/>
                    </a:lnTo>
                    <a:lnTo>
                      <a:pt x="2577736" y="7118650"/>
                    </a:lnTo>
                    <a:lnTo>
                      <a:pt x="2495061" y="7171799"/>
                    </a:lnTo>
                    <a:lnTo>
                      <a:pt x="2409429" y="7221995"/>
                    </a:lnTo>
                    <a:lnTo>
                      <a:pt x="2326754" y="7272193"/>
                    </a:lnTo>
                    <a:lnTo>
                      <a:pt x="2244077" y="7319436"/>
                    </a:lnTo>
                    <a:lnTo>
                      <a:pt x="2155495" y="7363726"/>
                    </a:lnTo>
                    <a:lnTo>
                      <a:pt x="1990142" y="7443451"/>
                    </a:lnTo>
                    <a:lnTo>
                      <a:pt x="1827743" y="7514317"/>
                    </a:lnTo>
                    <a:lnTo>
                      <a:pt x="1662389" y="7573370"/>
                    </a:lnTo>
                    <a:lnTo>
                      <a:pt x="1505893" y="7629472"/>
                    </a:lnTo>
                    <a:lnTo>
                      <a:pt x="1352352" y="7676715"/>
                    </a:lnTo>
                    <a:lnTo>
                      <a:pt x="1207669" y="7715102"/>
                    </a:lnTo>
                    <a:lnTo>
                      <a:pt x="1065937" y="7753487"/>
                    </a:lnTo>
                    <a:lnTo>
                      <a:pt x="936017" y="7780062"/>
                    </a:lnTo>
                    <a:lnTo>
                      <a:pt x="817908" y="7803684"/>
                    </a:lnTo>
                    <a:lnTo>
                      <a:pt x="702751" y="7824352"/>
                    </a:lnTo>
                    <a:lnTo>
                      <a:pt x="605312" y="7836163"/>
                    </a:lnTo>
                    <a:lnTo>
                      <a:pt x="442910" y="7856833"/>
                    </a:lnTo>
                    <a:lnTo>
                      <a:pt x="342518" y="7862739"/>
                    </a:lnTo>
                    <a:lnTo>
                      <a:pt x="307084" y="7865691"/>
                    </a:lnTo>
                    <a:lnTo>
                      <a:pt x="0" y="6324364"/>
                    </a:lnTo>
                    <a:lnTo>
                      <a:pt x="32481" y="6318459"/>
                    </a:lnTo>
                    <a:lnTo>
                      <a:pt x="124015" y="6312553"/>
                    </a:lnTo>
                    <a:lnTo>
                      <a:pt x="265746" y="6297791"/>
                    </a:lnTo>
                    <a:lnTo>
                      <a:pt x="357282" y="6283026"/>
                    </a:lnTo>
                    <a:lnTo>
                      <a:pt x="454721" y="6265309"/>
                    </a:lnTo>
                    <a:lnTo>
                      <a:pt x="563973" y="6247592"/>
                    </a:lnTo>
                    <a:lnTo>
                      <a:pt x="679129" y="6221020"/>
                    </a:lnTo>
                    <a:lnTo>
                      <a:pt x="803144" y="6185586"/>
                    </a:lnTo>
                    <a:lnTo>
                      <a:pt x="933064" y="6150154"/>
                    </a:lnTo>
                    <a:lnTo>
                      <a:pt x="1068890" y="6102911"/>
                    </a:lnTo>
                    <a:lnTo>
                      <a:pt x="1210620" y="6049761"/>
                    </a:lnTo>
                    <a:lnTo>
                      <a:pt x="1358257" y="5990706"/>
                    </a:lnTo>
                    <a:lnTo>
                      <a:pt x="1502942" y="5922793"/>
                    </a:lnTo>
                    <a:lnTo>
                      <a:pt x="1653530" y="5843070"/>
                    </a:lnTo>
                    <a:lnTo>
                      <a:pt x="1730302" y="5801731"/>
                    </a:lnTo>
                    <a:lnTo>
                      <a:pt x="1807072" y="5757440"/>
                    </a:lnTo>
                    <a:lnTo>
                      <a:pt x="1880892" y="5710195"/>
                    </a:lnTo>
                    <a:lnTo>
                      <a:pt x="1957662" y="5662952"/>
                    </a:lnTo>
                    <a:lnTo>
                      <a:pt x="2034434" y="5609803"/>
                    </a:lnTo>
                    <a:lnTo>
                      <a:pt x="2108251" y="5553701"/>
                    </a:lnTo>
                    <a:lnTo>
                      <a:pt x="2185022" y="5497599"/>
                    </a:lnTo>
                    <a:lnTo>
                      <a:pt x="2255888" y="5435593"/>
                    </a:lnTo>
                    <a:lnTo>
                      <a:pt x="2329707" y="5373584"/>
                    </a:lnTo>
                    <a:lnTo>
                      <a:pt x="2403525" y="5305672"/>
                    </a:lnTo>
                    <a:lnTo>
                      <a:pt x="2477344" y="5237759"/>
                    </a:lnTo>
                    <a:lnTo>
                      <a:pt x="2548210" y="5166894"/>
                    </a:lnTo>
                    <a:lnTo>
                      <a:pt x="2616121" y="5090123"/>
                    </a:lnTo>
                    <a:lnTo>
                      <a:pt x="2686987" y="5010399"/>
                    </a:lnTo>
                    <a:lnTo>
                      <a:pt x="2754901" y="4930674"/>
                    </a:lnTo>
                    <a:lnTo>
                      <a:pt x="2819860" y="4842093"/>
                    </a:lnTo>
                    <a:lnTo>
                      <a:pt x="2887773" y="4756465"/>
                    </a:lnTo>
                    <a:lnTo>
                      <a:pt x="2949781" y="4661977"/>
                    </a:lnTo>
                    <a:lnTo>
                      <a:pt x="3011788" y="4567490"/>
                    </a:lnTo>
                    <a:lnTo>
                      <a:pt x="3070842" y="4470049"/>
                    </a:lnTo>
                    <a:lnTo>
                      <a:pt x="3126944" y="4366704"/>
                    </a:lnTo>
                    <a:lnTo>
                      <a:pt x="3183046" y="4260406"/>
                    </a:lnTo>
                    <a:lnTo>
                      <a:pt x="3236195" y="4145248"/>
                    </a:lnTo>
                    <a:lnTo>
                      <a:pt x="3286393" y="4033044"/>
                    </a:lnTo>
                    <a:lnTo>
                      <a:pt x="3336587" y="3914935"/>
                    </a:lnTo>
                    <a:lnTo>
                      <a:pt x="3383832" y="3793873"/>
                    </a:lnTo>
                    <a:lnTo>
                      <a:pt x="3428123" y="3666905"/>
                    </a:lnTo>
                    <a:lnTo>
                      <a:pt x="3466508" y="3536985"/>
                    </a:lnTo>
                    <a:lnTo>
                      <a:pt x="3504894" y="3398208"/>
                    </a:lnTo>
                    <a:lnTo>
                      <a:pt x="3540327" y="3259428"/>
                    </a:lnTo>
                    <a:lnTo>
                      <a:pt x="3558043" y="3191516"/>
                    </a:lnTo>
                    <a:lnTo>
                      <a:pt x="3584617" y="3108840"/>
                    </a:lnTo>
                    <a:lnTo>
                      <a:pt x="3617098" y="3017305"/>
                    </a:lnTo>
                    <a:lnTo>
                      <a:pt x="3661388" y="2919865"/>
                    </a:lnTo>
                    <a:lnTo>
                      <a:pt x="3687964" y="2869668"/>
                    </a:lnTo>
                    <a:lnTo>
                      <a:pt x="3714537" y="2822424"/>
                    </a:lnTo>
                    <a:lnTo>
                      <a:pt x="3744064" y="2772228"/>
                    </a:lnTo>
                    <a:lnTo>
                      <a:pt x="3776546" y="2724985"/>
                    </a:lnTo>
                    <a:lnTo>
                      <a:pt x="3809025" y="2683647"/>
                    </a:lnTo>
                    <a:lnTo>
                      <a:pt x="3850363" y="2642308"/>
                    </a:lnTo>
                    <a:lnTo>
                      <a:pt x="3891701" y="2603921"/>
                    </a:lnTo>
                    <a:lnTo>
                      <a:pt x="3933040" y="2565537"/>
                    </a:lnTo>
                    <a:lnTo>
                      <a:pt x="3977331" y="2536010"/>
                    </a:lnTo>
                    <a:lnTo>
                      <a:pt x="4027527" y="2512388"/>
                    </a:lnTo>
                    <a:lnTo>
                      <a:pt x="4077724" y="2488766"/>
                    </a:lnTo>
                    <a:lnTo>
                      <a:pt x="4130874" y="2476955"/>
                    </a:lnTo>
                    <a:lnTo>
                      <a:pt x="4186974" y="2471050"/>
                    </a:lnTo>
                    <a:lnTo>
                      <a:pt x="4246029" y="2465144"/>
                    </a:lnTo>
                    <a:lnTo>
                      <a:pt x="4310989" y="2474001"/>
                    </a:lnTo>
                    <a:lnTo>
                      <a:pt x="4375949" y="2488766"/>
                    </a:lnTo>
                    <a:lnTo>
                      <a:pt x="4446816" y="2512388"/>
                    </a:lnTo>
                    <a:lnTo>
                      <a:pt x="4520634" y="2544867"/>
                    </a:lnTo>
                    <a:lnTo>
                      <a:pt x="4597405" y="2589159"/>
                    </a:lnTo>
                    <a:lnTo>
                      <a:pt x="4674177" y="2642308"/>
                    </a:lnTo>
                    <a:lnTo>
                      <a:pt x="4756853" y="2707268"/>
                    </a:lnTo>
                    <a:lnTo>
                      <a:pt x="4842482" y="2781086"/>
                    </a:lnTo>
                    <a:lnTo>
                      <a:pt x="4934017" y="2869668"/>
                    </a:lnTo>
                    <a:lnTo>
                      <a:pt x="5028504" y="2970060"/>
                    </a:lnTo>
                    <a:lnTo>
                      <a:pt x="5131849" y="3091492"/>
                    </a:lnTo>
                    <a:lnTo>
                      <a:pt x="5131263" y="3098119"/>
                    </a:lnTo>
                    <a:lnTo>
                      <a:pt x="5170541" y="3139853"/>
                    </a:lnTo>
                    <a:lnTo>
                      <a:pt x="5272472" y="3259623"/>
                    </a:lnTo>
                    <a:lnTo>
                      <a:pt x="5343823" y="3343715"/>
                    </a:lnTo>
                    <a:lnTo>
                      <a:pt x="5425369" y="3432906"/>
                    </a:lnTo>
                    <a:lnTo>
                      <a:pt x="5514557" y="3522094"/>
                    </a:lnTo>
                    <a:lnTo>
                      <a:pt x="5560426" y="3567964"/>
                    </a:lnTo>
                    <a:lnTo>
                      <a:pt x="5608844" y="3611285"/>
                    </a:lnTo>
                    <a:lnTo>
                      <a:pt x="5659810" y="3654604"/>
                    </a:lnTo>
                    <a:lnTo>
                      <a:pt x="5710775" y="3692830"/>
                    </a:lnTo>
                    <a:lnTo>
                      <a:pt x="5759192" y="3725956"/>
                    </a:lnTo>
                    <a:lnTo>
                      <a:pt x="5810157" y="3759084"/>
                    </a:lnTo>
                    <a:lnTo>
                      <a:pt x="5863672" y="3787115"/>
                    </a:lnTo>
                    <a:lnTo>
                      <a:pt x="5914637" y="3807501"/>
                    </a:lnTo>
                    <a:lnTo>
                      <a:pt x="5965602" y="3825340"/>
                    </a:lnTo>
                    <a:lnTo>
                      <a:pt x="6019115" y="3832983"/>
                    </a:lnTo>
                    <a:lnTo>
                      <a:pt x="6044598" y="3835532"/>
                    </a:lnTo>
                    <a:lnTo>
                      <a:pt x="6070081" y="3835533"/>
                    </a:lnTo>
                    <a:lnTo>
                      <a:pt x="6088201" y="3835532"/>
                    </a:lnTo>
                    <a:lnTo>
                      <a:pt x="6127028" y="3827657"/>
                    </a:lnTo>
                    <a:lnTo>
                      <a:pt x="6175249" y="3815024"/>
                    </a:lnTo>
                    <a:lnTo>
                      <a:pt x="6226478" y="3800504"/>
                    </a:lnTo>
                    <a:lnTo>
                      <a:pt x="6284027" y="3785374"/>
                    </a:lnTo>
                    <a:lnTo>
                      <a:pt x="6344278" y="3765199"/>
                    </a:lnTo>
                    <a:lnTo>
                      <a:pt x="6408812" y="3739825"/>
                    </a:lnTo>
                    <a:lnTo>
                      <a:pt x="6476506" y="3714145"/>
                    </a:lnTo>
                    <a:lnTo>
                      <a:pt x="6546750" y="3681840"/>
                    </a:lnTo>
                    <a:lnTo>
                      <a:pt x="6619848" y="3646069"/>
                    </a:lnTo>
                    <a:lnTo>
                      <a:pt x="6695802" y="3606832"/>
                    </a:lnTo>
                    <a:lnTo>
                      <a:pt x="6769717" y="3563008"/>
                    </a:lnTo>
                    <a:lnTo>
                      <a:pt x="6846182" y="3512557"/>
                    </a:lnTo>
                    <a:lnTo>
                      <a:pt x="6885128" y="3486466"/>
                    </a:lnTo>
                    <a:lnTo>
                      <a:pt x="6923922" y="3458794"/>
                    </a:lnTo>
                    <a:lnTo>
                      <a:pt x="6960982" y="3429695"/>
                    </a:lnTo>
                    <a:lnTo>
                      <a:pt x="6999623" y="3400443"/>
                    </a:lnTo>
                    <a:lnTo>
                      <a:pt x="7037959" y="3368031"/>
                    </a:lnTo>
                    <a:lnTo>
                      <a:pt x="7074561" y="3334191"/>
                    </a:lnTo>
                    <a:lnTo>
                      <a:pt x="7112744" y="3300199"/>
                    </a:lnTo>
                    <a:lnTo>
                      <a:pt x="7147461" y="3263352"/>
                    </a:lnTo>
                    <a:lnTo>
                      <a:pt x="7183759" y="3226352"/>
                    </a:lnTo>
                    <a:lnTo>
                      <a:pt x="7219751" y="3186191"/>
                    </a:lnTo>
                    <a:lnTo>
                      <a:pt x="7255743" y="3146031"/>
                    </a:lnTo>
                    <a:lnTo>
                      <a:pt x="7290002" y="3104444"/>
                    </a:lnTo>
                    <a:lnTo>
                      <a:pt x="7322375" y="3059848"/>
                    </a:lnTo>
                    <a:lnTo>
                      <a:pt x="7356176" y="3013520"/>
                    </a:lnTo>
                    <a:lnTo>
                      <a:pt x="7388397" y="2967345"/>
                    </a:lnTo>
                    <a:lnTo>
                      <a:pt x="7418580" y="2916582"/>
                    </a:lnTo>
                    <a:lnTo>
                      <a:pt x="7450496" y="2867246"/>
                    </a:lnTo>
                    <a:lnTo>
                      <a:pt x="7478793" y="2813475"/>
                    </a:lnTo>
                    <a:lnTo>
                      <a:pt x="7507090" y="2759705"/>
                    </a:lnTo>
                    <a:lnTo>
                      <a:pt x="7533655" y="2704506"/>
                    </a:lnTo>
                    <a:lnTo>
                      <a:pt x="7558334" y="2646301"/>
                    </a:lnTo>
                    <a:lnTo>
                      <a:pt x="7582860" y="2586515"/>
                    </a:lnTo>
                    <a:lnTo>
                      <a:pt x="7605348" y="2522141"/>
                    </a:lnTo>
                    <a:lnTo>
                      <a:pt x="7626409" y="2459500"/>
                    </a:lnTo>
                    <a:lnTo>
                      <a:pt x="7647164" y="2393699"/>
                    </a:lnTo>
                    <a:lnTo>
                      <a:pt x="7666187" y="2326471"/>
                    </a:lnTo>
                    <a:lnTo>
                      <a:pt x="7683324" y="2256234"/>
                    </a:lnTo>
                    <a:lnTo>
                      <a:pt x="7697148" y="2184723"/>
                    </a:lnTo>
                    <a:lnTo>
                      <a:pt x="7710514" y="2108472"/>
                    </a:lnTo>
                    <a:lnTo>
                      <a:pt x="7722300" y="2032373"/>
                    </a:lnTo>
                    <a:lnTo>
                      <a:pt x="7728269" y="1995114"/>
                    </a:lnTo>
                    <a:lnTo>
                      <a:pt x="7738215" y="1949496"/>
                    </a:lnTo>
                    <a:lnTo>
                      <a:pt x="7750864" y="1898832"/>
                    </a:lnTo>
                    <a:lnTo>
                      <a:pt x="7769527" y="1844397"/>
                    </a:lnTo>
                    <a:lnTo>
                      <a:pt x="7781153" y="1816161"/>
                    </a:lnTo>
                    <a:lnTo>
                      <a:pt x="7792932" y="1789504"/>
                    </a:lnTo>
                    <a:lnTo>
                      <a:pt x="7806138" y="1761115"/>
                    </a:lnTo>
                    <a:lnTo>
                      <a:pt x="7821076" y="1734153"/>
                    </a:lnTo>
                    <a:lnTo>
                      <a:pt x="7836320" y="1710352"/>
                    </a:lnTo>
                    <a:lnTo>
                      <a:pt x="7856305" y="1686093"/>
                    </a:lnTo>
                    <a:lnTo>
                      <a:pt x="7876442" y="1663413"/>
                    </a:lnTo>
                    <a:lnTo>
                      <a:pt x="7896579" y="1640734"/>
                    </a:lnTo>
                    <a:lnTo>
                      <a:pt x="7918755" y="1622642"/>
                    </a:lnTo>
                    <a:lnTo>
                      <a:pt x="7944396" y="1607405"/>
                    </a:lnTo>
                    <a:lnTo>
                      <a:pt x="7970036" y="1592169"/>
                    </a:lnTo>
                    <a:lnTo>
                      <a:pt x="7997868" y="1583100"/>
                    </a:lnTo>
                    <a:lnTo>
                      <a:pt x="8027586" y="1577039"/>
                    </a:lnTo>
                    <a:lnTo>
                      <a:pt x="8058883" y="1570825"/>
                    </a:lnTo>
                    <a:lnTo>
                      <a:pt x="8094104" y="1572207"/>
                    </a:lnTo>
                    <a:lnTo>
                      <a:pt x="8129631" y="1576748"/>
                    </a:lnTo>
                    <a:lnTo>
                      <a:pt x="8168776" y="1585725"/>
                    </a:lnTo>
                    <a:lnTo>
                      <a:pt x="8209959" y="1599290"/>
                    </a:lnTo>
                    <a:lnTo>
                      <a:pt x="8253332" y="1619022"/>
                    </a:lnTo>
                    <a:lnTo>
                      <a:pt x="8297164" y="1643496"/>
                    </a:lnTo>
                    <a:lnTo>
                      <a:pt x="8344767" y="1673984"/>
                    </a:lnTo>
                    <a:lnTo>
                      <a:pt x="8394408" y="1709059"/>
                    </a:lnTo>
                    <a:lnTo>
                      <a:pt x="8447973" y="1751731"/>
                    </a:lnTo>
                    <a:lnTo>
                      <a:pt x="8503728" y="1800570"/>
                    </a:lnTo>
                    <a:lnTo>
                      <a:pt x="8574110" y="1868729"/>
                    </a:lnTo>
                    <a:lnTo>
                      <a:pt x="8623392" y="1916599"/>
                    </a:lnTo>
                    <a:lnTo>
                      <a:pt x="8679300" y="1967018"/>
                    </a:lnTo>
                    <a:lnTo>
                      <a:pt x="8739949" y="2016979"/>
                    </a:lnTo>
                    <a:lnTo>
                      <a:pt x="8771139" y="2042674"/>
                    </a:lnTo>
                    <a:lnTo>
                      <a:pt x="8803758" y="2066635"/>
                    </a:lnTo>
                    <a:lnTo>
                      <a:pt x="8837956" y="2090444"/>
                    </a:lnTo>
                    <a:lnTo>
                      <a:pt x="8871849" y="2111093"/>
                    </a:lnTo>
                    <a:lnTo>
                      <a:pt x="8903856" y="2128734"/>
                    </a:lnTo>
                    <a:lnTo>
                      <a:pt x="8937444" y="2146222"/>
                    </a:lnTo>
                    <a:lnTo>
                      <a:pt x="8972307" y="2160398"/>
                    </a:lnTo>
                    <a:lnTo>
                      <a:pt x="9005131" y="2169985"/>
                    </a:lnTo>
                    <a:lnTo>
                      <a:pt x="9037802" y="2177992"/>
                    </a:lnTo>
                    <a:lnTo>
                      <a:pt x="9071443" y="2179527"/>
                    </a:lnTo>
                    <a:lnTo>
                      <a:pt x="9087397" y="2179580"/>
                    </a:lnTo>
                    <a:lnTo>
                      <a:pt x="9103199" y="2178053"/>
                    </a:lnTo>
                    <a:lnTo>
                      <a:pt x="9119000" y="2176526"/>
                    </a:lnTo>
                    <a:lnTo>
                      <a:pt x="9133069" y="2173572"/>
                    </a:lnTo>
                    <a:lnTo>
                      <a:pt x="9148565" y="2168885"/>
                    </a:lnTo>
                    <a:lnTo>
                      <a:pt x="9162175" y="2161191"/>
                    </a:lnTo>
                    <a:lnTo>
                      <a:pt x="9178946" y="2153190"/>
                    </a:lnTo>
                    <a:lnTo>
                      <a:pt x="9192404" y="2143916"/>
                    </a:lnTo>
                    <a:lnTo>
                      <a:pt x="9205862" y="2134641"/>
                    </a:lnTo>
                    <a:lnTo>
                      <a:pt x="9219015" y="2122206"/>
                    </a:lnTo>
                    <a:lnTo>
                      <a:pt x="9232014" y="2108190"/>
                    </a:lnTo>
                    <a:lnTo>
                      <a:pt x="9243434" y="2094328"/>
                    </a:lnTo>
                    <a:lnTo>
                      <a:pt x="9256129" y="2077152"/>
                    </a:lnTo>
                    <a:lnTo>
                      <a:pt x="9267090" y="2058550"/>
                    </a:lnTo>
                    <a:lnTo>
                      <a:pt x="9276166" y="2036939"/>
                    </a:lnTo>
                    <a:lnTo>
                      <a:pt x="9286975" y="2016756"/>
                    </a:lnTo>
                    <a:lnTo>
                      <a:pt x="9295746" y="1991985"/>
                    </a:lnTo>
                    <a:lnTo>
                      <a:pt x="9305945" y="1965481"/>
                    </a:lnTo>
                    <a:lnTo>
                      <a:pt x="9314410" y="1937550"/>
                    </a:lnTo>
                    <a:lnTo>
                      <a:pt x="9322723" y="1908039"/>
                    </a:lnTo>
                    <a:lnTo>
                      <a:pt x="9329303" y="1877100"/>
                    </a:lnTo>
                    <a:lnTo>
                      <a:pt x="9335577" y="1843001"/>
                    </a:lnTo>
                    <a:lnTo>
                      <a:pt x="9345936" y="1768635"/>
                    </a:lnTo>
                    <a:lnTo>
                      <a:pt x="9360477" y="1671536"/>
                    </a:lnTo>
                    <a:lnTo>
                      <a:pt x="9375683" y="1564804"/>
                    </a:lnTo>
                    <a:lnTo>
                      <a:pt x="9393285" y="1449866"/>
                    </a:lnTo>
                    <a:lnTo>
                      <a:pt x="9413285" y="1326722"/>
                    </a:lnTo>
                    <a:lnTo>
                      <a:pt x="9437566" y="1198379"/>
                    </a:lnTo>
                    <a:lnTo>
                      <a:pt x="9466131" y="1064838"/>
                    </a:lnTo>
                    <a:lnTo>
                      <a:pt x="9495664" y="924823"/>
                    </a:lnTo>
                    <a:lnTo>
                      <a:pt x="9529480" y="779611"/>
                    </a:lnTo>
                    <a:lnTo>
                      <a:pt x="9539220" y="748367"/>
                    </a:lnTo>
                    <a:lnTo>
                      <a:pt x="9550083" y="712229"/>
                    </a:lnTo>
                    <a:lnTo>
                      <a:pt x="9562678" y="677520"/>
                    </a:lnTo>
                    <a:lnTo>
                      <a:pt x="9579708" y="639192"/>
                    </a:lnTo>
                    <a:lnTo>
                      <a:pt x="9598471" y="602291"/>
                    </a:lnTo>
                    <a:lnTo>
                      <a:pt x="9620089" y="561925"/>
                    </a:lnTo>
                    <a:lnTo>
                      <a:pt x="9643440" y="522986"/>
                    </a:lnTo>
                    <a:lnTo>
                      <a:pt x="9673264" y="485017"/>
                    </a:lnTo>
                    <a:lnTo>
                      <a:pt x="9702935" y="445467"/>
                    </a:lnTo>
                    <a:lnTo>
                      <a:pt x="9737653" y="408620"/>
                    </a:lnTo>
                    <a:lnTo>
                      <a:pt x="9775530" y="371468"/>
                    </a:lnTo>
                    <a:lnTo>
                      <a:pt x="9816721" y="335590"/>
                    </a:lnTo>
                    <a:lnTo>
                      <a:pt x="9861377" y="302567"/>
                    </a:lnTo>
                    <a:lnTo>
                      <a:pt x="9911078" y="272246"/>
                    </a:lnTo>
                    <a:lnTo>
                      <a:pt x="9938300" y="256857"/>
                    </a:lnTo>
                    <a:lnTo>
                      <a:pt x="9965826" y="244628"/>
                    </a:lnTo>
                    <a:lnTo>
                      <a:pt x="9994780" y="230666"/>
                    </a:lnTo>
                    <a:lnTo>
                      <a:pt x="10025314" y="2165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grpSp>
        <p:sp>
          <p:nvSpPr>
            <p:cNvPr id="19" name="Oval 18"/>
            <p:cNvSpPr/>
            <p:nvPr/>
          </p:nvSpPr>
          <p:spPr>
            <a:xfrm>
              <a:off x="2334883" y="4863861"/>
              <a:ext cx="1238250" cy="123825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4" name="Rectangle 3"/>
          <p:cNvSpPr/>
          <p:nvPr/>
        </p:nvSpPr>
        <p:spPr>
          <a:xfrm>
            <a:off x="1342210" y="1818011"/>
            <a:ext cx="9437199" cy="923330"/>
          </a:xfrm>
          <a:prstGeom prst="rect">
            <a:avLst/>
          </a:prstGeom>
          <a:noFill/>
        </p:spPr>
        <p:txBody>
          <a:bodyPr wrap="none" lIns="91440" tIns="45720" rIns="91440" bIns="45720">
            <a:spAutoFit/>
          </a:bodyPr>
          <a:lstStyle/>
          <a:p>
            <a:pPr algn="ctr" rtl="1"/>
            <a:r>
              <a:rPr lang="ar-SA" sz="5400" b="1" u="sng" cap="none" spc="0" dirty="0">
                <a:ln w="12700">
                  <a:solidFill>
                    <a:schemeClr val="accent5"/>
                  </a:solidFill>
                  <a:prstDash val="solid"/>
                </a:ln>
                <a:pattFill prst="ltDnDiag">
                  <a:fgClr>
                    <a:schemeClr val="accent5">
                      <a:lumMod val="60000"/>
                      <a:lumOff val="40000"/>
                    </a:schemeClr>
                  </a:fgClr>
                  <a:bgClr>
                    <a:schemeClr val="bg1"/>
                  </a:bgClr>
                </a:pattFill>
                <a:effectLst/>
                <a:cs typeface="Simplified Arabic" panose="02020603050405020304" pitchFamily="18" charset="-78"/>
              </a:rPr>
              <a:t>2-	مكونات نظام الفيديو التفاعلي المتعددة</a:t>
            </a:r>
            <a:endParaRPr lang="en-US" sz="5400" b="1" u="sng" cap="none" spc="0" dirty="0">
              <a:ln w="12700">
                <a:solidFill>
                  <a:schemeClr val="accent5"/>
                </a:solidFill>
                <a:prstDash val="solid"/>
              </a:ln>
              <a:pattFill prst="ltDnDiag">
                <a:fgClr>
                  <a:schemeClr val="accent5">
                    <a:lumMod val="60000"/>
                    <a:lumOff val="40000"/>
                  </a:schemeClr>
                </a:fgClr>
                <a:bgClr>
                  <a:schemeClr val="bg1"/>
                </a:bgClr>
              </a:pattFill>
              <a:effectLst/>
              <a:cs typeface="Simplified Arabic" panose="02020603050405020304" pitchFamily="18" charset="-78"/>
            </a:endParaRPr>
          </a:p>
        </p:txBody>
      </p:sp>
      <p:sp>
        <p:nvSpPr>
          <p:cNvPr id="6" name="Rectangle 5"/>
          <p:cNvSpPr/>
          <p:nvPr/>
        </p:nvSpPr>
        <p:spPr>
          <a:xfrm>
            <a:off x="3643319" y="2986035"/>
            <a:ext cx="4834978" cy="923330"/>
          </a:xfrm>
          <a:prstGeom prst="rect">
            <a:avLst/>
          </a:prstGeom>
          <a:noFill/>
        </p:spPr>
        <p:txBody>
          <a:bodyPr wrap="none" lIns="91440" tIns="45720" rIns="91440" bIns="45720">
            <a:spAutoFit/>
          </a:bodyPr>
          <a:lstStyle/>
          <a:p>
            <a:pPr algn="ctr"/>
            <a:r>
              <a:rPr lang="ar-SA" sz="5400" b="1" i="1" dirty="0">
                <a:ln w="6600">
                  <a:solidFill>
                    <a:schemeClr val="accent2"/>
                  </a:solidFill>
                  <a:prstDash val="solid"/>
                </a:ln>
                <a:solidFill>
                  <a:srgbClr val="FFFFFF"/>
                </a:solidFill>
                <a:effectLst>
                  <a:outerShdw dist="38100" dir="2700000" algn="tl" rotWithShape="0">
                    <a:schemeClr val="accent2"/>
                  </a:outerShdw>
                </a:effectLst>
                <a:cs typeface="Simplified Arabic" panose="02020603050405020304" pitchFamily="18" charset="-78"/>
              </a:rPr>
              <a:t>ثانياً: إدرة المعلومات</a:t>
            </a: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8103203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par>
                                <p:cTn id="12" presetID="22" presetClass="entr" presetSubtype="8" fill="hold" nodeType="with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5451424" y="1588049"/>
            <a:ext cx="1452960" cy="3520213"/>
            <a:chOff x="2506265" y="1668893"/>
            <a:chExt cx="1452960" cy="3520213"/>
          </a:xfrm>
        </p:grpSpPr>
        <p:sp>
          <p:nvSpPr>
            <p:cNvPr id="5" name="Freeform 4"/>
            <p:cNvSpPr>
              <a:spLocks/>
            </p:cNvSpPr>
            <p:nvPr/>
          </p:nvSpPr>
          <p:spPr bwMode="auto">
            <a:xfrm rot="10800000" flipH="1">
              <a:off x="3150883" y="2540339"/>
              <a:ext cx="670156" cy="1250520"/>
            </a:xfrm>
            <a:custGeom>
              <a:avLst/>
              <a:gdLst>
                <a:gd name="connsiteX0" fmla="*/ 138788 w 670156"/>
                <a:gd name="connsiteY0" fmla="*/ 1155858 h 1155858"/>
                <a:gd name="connsiteX1" fmla="*/ 270962 w 670156"/>
                <a:gd name="connsiteY1" fmla="*/ 1155858 h 1155858"/>
                <a:gd name="connsiteX2" fmla="*/ 392969 w 670156"/>
                <a:gd name="connsiteY2" fmla="*/ 1155858 h 1155858"/>
                <a:gd name="connsiteX3" fmla="*/ 530227 w 670156"/>
                <a:gd name="connsiteY3" fmla="*/ 1155858 h 1155858"/>
                <a:gd name="connsiteX4" fmla="*/ 611724 w 670156"/>
                <a:gd name="connsiteY4" fmla="*/ 1132192 h 1155858"/>
                <a:gd name="connsiteX5" fmla="*/ 633088 w 670156"/>
                <a:gd name="connsiteY5" fmla="*/ 1125988 h 1155858"/>
                <a:gd name="connsiteX6" fmla="*/ 643824 w 670156"/>
                <a:gd name="connsiteY6" fmla="*/ 1075078 h 1155858"/>
                <a:gd name="connsiteX7" fmla="*/ 670156 w 670156"/>
                <a:gd name="connsiteY7" fmla="*/ 739370 h 1155858"/>
                <a:gd name="connsiteX8" fmla="*/ 663833 w 670156"/>
                <a:gd name="connsiteY8" fmla="*/ 577939 h 1155858"/>
                <a:gd name="connsiteX9" fmla="*/ 670156 w 670156"/>
                <a:gd name="connsiteY9" fmla="*/ 416488 h 1155858"/>
                <a:gd name="connsiteX10" fmla="*/ 643824 w 670156"/>
                <a:gd name="connsiteY10" fmla="*/ 80780 h 1155858"/>
                <a:gd name="connsiteX11" fmla="*/ 632928 w 670156"/>
                <a:gd name="connsiteY11" fmla="*/ 29109 h 1155858"/>
                <a:gd name="connsiteX12" fmla="*/ 590098 w 670156"/>
                <a:gd name="connsiteY12" fmla="*/ 16833 h 1155858"/>
                <a:gd name="connsiteX13" fmla="*/ 531368 w 670156"/>
                <a:gd name="connsiteY13" fmla="*/ 0 h 1155858"/>
                <a:gd name="connsiteX14" fmla="*/ 399194 w 670156"/>
                <a:gd name="connsiteY14" fmla="*/ 0 h 1155858"/>
                <a:gd name="connsiteX15" fmla="*/ 277187 w 670156"/>
                <a:gd name="connsiteY15" fmla="*/ 0 h 1155858"/>
                <a:gd name="connsiteX16" fmla="*/ 139929 w 670156"/>
                <a:gd name="connsiteY16" fmla="*/ 0 h 1155858"/>
                <a:gd name="connsiteX17" fmla="*/ 58432 w 670156"/>
                <a:gd name="connsiteY17" fmla="*/ 23666 h 1155858"/>
                <a:gd name="connsiteX18" fmla="*/ 37068 w 670156"/>
                <a:gd name="connsiteY18" fmla="*/ 29870 h 1155858"/>
                <a:gd name="connsiteX19" fmla="*/ 26332 w 670156"/>
                <a:gd name="connsiteY19" fmla="*/ 80780 h 1155858"/>
                <a:gd name="connsiteX20" fmla="*/ 0 w 670156"/>
                <a:gd name="connsiteY20" fmla="*/ 416488 h 1155858"/>
                <a:gd name="connsiteX21" fmla="*/ 6323 w 670156"/>
                <a:gd name="connsiteY21" fmla="*/ 577920 h 1155858"/>
                <a:gd name="connsiteX22" fmla="*/ 0 w 670156"/>
                <a:gd name="connsiteY22" fmla="*/ 739370 h 1155858"/>
                <a:gd name="connsiteX23" fmla="*/ 26332 w 670156"/>
                <a:gd name="connsiteY23" fmla="*/ 1075078 h 1155858"/>
                <a:gd name="connsiteX24" fmla="*/ 37228 w 670156"/>
                <a:gd name="connsiteY24" fmla="*/ 1126749 h 1155858"/>
                <a:gd name="connsiteX25" fmla="*/ 80058 w 670156"/>
                <a:gd name="connsiteY25" fmla="*/ 1139025 h 1155858"/>
                <a:gd name="connsiteX26" fmla="*/ 138788 w 670156"/>
                <a:gd name="connsiteY26" fmla="*/ 1155858 h 115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0156" h="1155858">
                  <a:moveTo>
                    <a:pt x="138788" y="1155858"/>
                  </a:moveTo>
                  <a:cubicBezTo>
                    <a:pt x="138788" y="1155858"/>
                    <a:pt x="138788" y="1155858"/>
                    <a:pt x="270962" y="1155858"/>
                  </a:cubicBezTo>
                  <a:cubicBezTo>
                    <a:pt x="270962" y="1155858"/>
                    <a:pt x="270962" y="1155858"/>
                    <a:pt x="392969" y="1155858"/>
                  </a:cubicBezTo>
                  <a:cubicBezTo>
                    <a:pt x="392969" y="1155858"/>
                    <a:pt x="392969" y="1155858"/>
                    <a:pt x="530227" y="1155858"/>
                  </a:cubicBezTo>
                  <a:cubicBezTo>
                    <a:pt x="530227" y="1155858"/>
                    <a:pt x="530227" y="1155858"/>
                    <a:pt x="611724" y="1132192"/>
                  </a:cubicBezTo>
                  <a:lnTo>
                    <a:pt x="633088" y="1125988"/>
                  </a:lnTo>
                  <a:lnTo>
                    <a:pt x="643824" y="1075078"/>
                  </a:lnTo>
                  <a:cubicBezTo>
                    <a:pt x="660780" y="971895"/>
                    <a:pt x="670156" y="858451"/>
                    <a:pt x="670156" y="739370"/>
                  </a:cubicBezTo>
                  <a:lnTo>
                    <a:pt x="663833" y="577939"/>
                  </a:lnTo>
                  <a:lnTo>
                    <a:pt x="670156" y="416488"/>
                  </a:lnTo>
                  <a:cubicBezTo>
                    <a:pt x="670156" y="297407"/>
                    <a:pt x="660780" y="183963"/>
                    <a:pt x="643824" y="80780"/>
                  </a:cubicBezTo>
                  <a:lnTo>
                    <a:pt x="632928" y="29109"/>
                  </a:lnTo>
                  <a:lnTo>
                    <a:pt x="590098" y="16833"/>
                  </a:lnTo>
                  <a:cubicBezTo>
                    <a:pt x="573070" y="11953"/>
                    <a:pt x="553609" y="6375"/>
                    <a:pt x="531368" y="0"/>
                  </a:cubicBezTo>
                  <a:cubicBezTo>
                    <a:pt x="531368" y="0"/>
                    <a:pt x="531368" y="0"/>
                    <a:pt x="399194" y="0"/>
                  </a:cubicBezTo>
                  <a:cubicBezTo>
                    <a:pt x="399194" y="0"/>
                    <a:pt x="399194" y="0"/>
                    <a:pt x="277187" y="0"/>
                  </a:cubicBezTo>
                  <a:cubicBezTo>
                    <a:pt x="277187" y="0"/>
                    <a:pt x="277187" y="0"/>
                    <a:pt x="139929" y="0"/>
                  </a:cubicBezTo>
                  <a:cubicBezTo>
                    <a:pt x="139929" y="0"/>
                    <a:pt x="139929" y="0"/>
                    <a:pt x="58432" y="23666"/>
                  </a:cubicBezTo>
                  <a:lnTo>
                    <a:pt x="37068" y="29870"/>
                  </a:lnTo>
                  <a:lnTo>
                    <a:pt x="26332" y="80780"/>
                  </a:lnTo>
                  <a:cubicBezTo>
                    <a:pt x="9376" y="183963"/>
                    <a:pt x="0" y="297407"/>
                    <a:pt x="0" y="416488"/>
                  </a:cubicBezTo>
                  <a:lnTo>
                    <a:pt x="6323" y="577920"/>
                  </a:lnTo>
                  <a:lnTo>
                    <a:pt x="0" y="739370"/>
                  </a:lnTo>
                  <a:cubicBezTo>
                    <a:pt x="0" y="858451"/>
                    <a:pt x="9376" y="971895"/>
                    <a:pt x="26332" y="1075078"/>
                  </a:cubicBezTo>
                  <a:lnTo>
                    <a:pt x="37228" y="1126749"/>
                  </a:lnTo>
                  <a:lnTo>
                    <a:pt x="80058" y="1139025"/>
                  </a:lnTo>
                  <a:cubicBezTo>
                    <a:pt x="97086" y="1143905"/>
                    <a:pt x="116547" y="1149483"/>
                    <a:pt x="138788" y="1155858"/>
                  </a:cubicBezTo>
                  <a:close/>
                </a:path>
              </a:pathLst>
            </a:custGeom>
            <a:solidFill>
              <a:srgbClr val="44546A"/>
            </a:solidFill>
            <a:ln>
              <a:noFill/>
            </a:ln>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 name="Oval 5"/>
            <p:cNvSpPr/>
            <p:nvPr/>
          </p:nvSpPr>
          <p:spPr>
            <a:xfrm>
              <a:off x="3563330" y="2568894"/>
              <a:ext cx="386231" cy="755200"/>
            </a:xfrm>
            <a:prstGeom prst="ellipse">
              <a:avLst/>
            </a:prstGeom>
            <a:solidFill>
              <a:srgbClr val="44546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7" name="Rectangle 71"/>
            <p:cNvSpPr>
              <a:spLocks noChangeArrowheads="1"/>
            </p:cNvSpPr>
            <p:nvPr/>
          </p:nvSpPr>
          <p:spPr bwMode="auto">
            <a:xfrm>
              <a:off x="3550534" y="3717156"/>
              <a:ext cx="195263" cy="1360488"/>
            </a:xfrm>
            <a:prstGeom prst="rect">
              <a:avLst/>
            </a:prstGeom>
            <a:solidFill>
              <a:srgbClr val="44546A"/>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8" name="Rectangle 72"/>
            <p:cNvSpPr>
              <a:spLocks noChangeArrowheads="1"/>
            </p:cNvSpPr>
            <p:nvPr/>
          </p:nvSpPr>
          <p:spPr bwMode="auto">
            <a:xfrm>
              <a:off x="3240019" y="3717156"/>
              <a:ext cx="195263" cy="1360488"/>
            </a:xfrm>
            <a:prstGeom prst="rect">
              <a:avLst/>
            </a:prstGeom>
            <a:solidFill>
              <a:srgbClr val="44546A"/>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grpSp>
          <p:nvGrpSpPr>
            <p:cNvPr id="9" name="Group 8"/>
            <p:cNvGrpSpPr/>
            <p:nvPr/>
          </p:nvGrpSpPr>
          <p:grpSpPr>
            <a:xfrm>
              <a:off x="2506265" y="2570592"/>
              <a:ext cx="837860" cy="1877663"/>
              <a:chOff x="3842575" y="3854062"/>
              <a:chExt cx="916124" cy="2053053"/>
            </a:xfrm>
          </p:grpSpPr>
          <p:sp>
            <p:nvSpPr>
              <p:cNvPr id="54" name="Freeform 53"/>
              <p:cNvSpPr>
                <a:spLocks/>
              </p:cNvSpPr>
              <p:nvPr/>
            </p:nvSpPr>
            <p:spPr bwMode="auto">
              <a:xfrm>
                <a:off x="4145599" y="5164821"/>
                <a:ext cx="389941" cy="202018"/>
              </a:xfrm>
              <a:custGeom>
                <a:avLst/>
                <a:gdLst>
                  <a:gd name="T0" fmla="*/ 34 w 35"/>
                  <a:gd name="T1" fmla="*/ 18 h 18"/>
                  <a:gd name="T2" fmla="*/ 18 w 35"/>
                  <a:gd name="T3" fmla="*/ 2 h 18"/>
                  <a:gd name="T4" fmla="*/ 2 w 35"/>
                  <a:gd name="T5" fmla="*/ 16 h 18"/>
                  <a:gd name="T6" fmla="*/ 0 w 35"/>
                  <a:gd name="T7" fmla="*/ 16 h 18"/>
                  <a:gd name="T8" fmla="*/ 18 w 35"/>
                  <a:gd name="T9" fmla="*/ 1 h 18"/>
                  <a:gd name="T10" fmla="*/ 35 w 35"/>
                  <a:gd name="T11" fmla="*/ 17 h 18"/>
                  <a:gd name="T12" fmla="*/ 34 w 35"/>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35" h="18">
                    <a:moveTo>
                      <a:pt x="34" y="18"/>
                    </a:moveTo>
                    <a:cubicBezTo>
                      <a:pt x="29" y="8"/>
                      <a:pt x="24" y="2"/>
                      <a:pt x="18" y="2"/>
                    </a:cubicBezTo>
                    <a:cubicBezTo>
                      <a:pt x="9" y="2"/>
                      <a:pt x="2" y="16"/>
                      <a:pt x="2" y="16"/>
                    </a:cubicBezTo>
                    <a:cubicBezTo>
                      <a:pt x="0" y="16"/>
                      <a:pt x="0" y="16"/>
                      <a:pt x="0" y="16"/>
                    </a:cubicBezTo>
                    <a:cubicBezTo>
                      <a:pt x="0" y="15"/>
                      <a:pt x="8" y="0"/>
                      <a:pt x="18" y="1"/>
                    </a:cubicBezTo>
                    <a:cubicBezTo>
                      <a:pt x="24" y="1"/>
                      <a:pt x="30" y="6"/>
                      <a:pt x="35" y="17"/>
                    </a:cubicBezTo>
                    <a:cubicBezTo>
                      <a:pt x="34" y="18"/>
                      <a:pt x="34" y="18"/>
                      <a:pt x="34" y="18"/>
                    </a:cubicBezTo>
                  </a:path>
                </a:pathLst>
              </a:custGeom>
              <a:solidFill>
                <a:srgbClr val="2E26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5" name="Freeform 54"/>
              <p:cNvSpPr>
                <a:spLocks/>
              </p:cNvSpPr>
              <p:nvPr/>
            </p:nvSpPr>
            <p:spPr bwMode="auto">
              <a:xfrm>
                <a:off x="3842575" y="5333951"/>
                <a:ext cx="916124" cy="573164"/>
              </a:xfrm>
              <a:custGeom>
                <a:avLst/>
                <a:gdLst>
                  <a:gd name="T0" fmla="*/ 81 w 82"/>
                  <a:gd name="T1" fmla="*/ 47 h 51"/>
                  <a:gd name="T2" fmla="*/ 77 w 82"/>
                  <a:gd name="T3" fmla="*/ 51 h 51"/>
                  <a:gd name="T4" fmla="*/ 3 w 82"/>
                  <a:gd name="T5" fmla="*/ 48 h 51"/>
                  <a:gd name="T6" fmla="*/ 0 w 82"/>
                  <a:gd name="T7" fmla="*/ 44 h 51"/>
                  <a:gd name="T8" fmla="*/ 1 w 82"/>
                  <a:gd name="T9" fmla="*/ 3 h 51"/>
                  <a:gd name="T10" fmla="*/ 5 w 82"/>
                  <a:gd name="T11" fmla="*/ 0 h 51"/>
                  <a:gd name="T12" fmla="*/ 79 w 82"/>
                  <a:gd name="T13" fmla="*/ 3 h 51"/>
                  <a:gd name="T14" fmla="*/ 82 w 82"/>
                  <a:gd name="T15" fmla="*/ 6 h 51"/>
                  <a:gd name="T16" fmla="*/ 81 w 82"/>
                  <a:gd name="T17" fmla="*/ 4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51">
                    <a:moveTo>
                      <a:pt x="81" y="47"/>
                    </a:moveTo>
                    <a:cubicBezTo>
                      <a:pt x="80" y="49"/>
                      <a:pt x="79" y="51"/>
                      <a:pt x="77" y="51"/>
                    </a:cubicBezTo>
                    <a:cubicBezTo>
                      <a:pt x="3" y="48"/>
                      <a:pt x="3" y="48"/>
                      <a:pt x="3" y="48"/>
                    </a:cubicBezTo>
                    <a:cubicBezTo>
                      <a:pt x="1" y="48"/>
                      <a:pt x="0" y="46"/>
                      <a:pt x="0" y="44"/>
                    </a:cubicBezTo>
                    <a:cubicBezTo>
                      <a:pt x="1" y="3"/>
                      <a:pt x="1" y="3"/>
                      <a:pt x="1" y="3"/>
                    </a:cubicBezTo>
                    <a:cubicBezTo>
                      <a:pt x="1" y="1"/>
                      <a:pt x="3" y="0"/>
                      <a:pt x="5" y="0"/>
                    </a:cubicBezTo>
                    <a:cubicBezTo>
                      <a:pt x="79" y="3"/>
                      <a:pt x="79" y="3"/>
                      <a:pt x="79" y="3"/>
                    </a:cubicBezTo>
                    <a:cubicBezTo>
                      <a:pt x="81" y="3"/>
                      <a:pt x="82" y="4"/>
                      <a:pt x="82" y="6"/>
                    </a:cubicBezTo>
                    <a:cubicBezTo>
                      <a:pt x="81" y="47"/>
                      <a:pt x="81" y="47"/>
                      <a:pt x="81" y="47"/>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6" name="Freeform 55"/>
              <p:cNvSpPr>
                <a:spLocks/>
              </p:cNvSpPr>
              <p:nvPr/>
            </p:nvSpPr>
            <p:spPr bwMode="auto">
              <a:xfrm>
                <a:off x="4265401" y="5582950"/>
                <a:ext cx="89265" cy="108057"/>
              </a:xfrm>
              <a:custGeom>
                <a:avLst/>
                <a:gdLst>
                  <a:gd name="T0" fmla="*/ 19 w 19"/>
                  <a:gd name="T1" fmla="*/ 23 h 23"/>
                  <a:gd name="T2" fmla="*/ 0 w 19"/>
                  <a:gd name="T3" fmla="*/ 23 h 23"/>
                  <a:gd name="T4" fmla="*/ 3 w 19"/>
                  <a:gd name="T5" fmla="*/ 0 h 23"/>
                  <a:gd name="T6" fmla="*/ 19 w 19"/>
                  <a:gd name="T7" fmla="*/ 0 h 23"/>
                  <a:gd name="T8" fmla="*/ 19 w 19"/>
                  <a:gd name="T9" fmla="*/ 23 h 23"/>
                </a:gdLst>
                <a:ahLst/>
                <a:cxnLst>
                  <a:cxn ang="0">
                    <a:pos x="T0" y="T1"/>
                  </a:cxn>
                  <a:cxn ang="0">
                    <a:pos x="T2" y="T3"/>
                  </a:cxn>
                  <a:cxn ang="0">
                    <a:pos x="T4" y="T5"/>
                  </a:cxn>
                  <a:cxn ang="0">
                    <a:pos x="T6" y="T7"/>
                  </a:cxn>
                  <a:cxn ang="0">
                    <a:pos x="T8" y="T9"/>
                  </a:cxn>
                </a:cxnLst>
                <a:rect l="0" t="0" r="r" b="b"/>
                <a:pathLst>
                  <a:path w="19" h="23">
                    <a:moveTo>
                      <a:pt x="19" y="23"/>
                    </a:moveTo>
                    <a:lnTo>
                      <a:pt x="0" y="23"/>
                    </a:lnTo>
                    <a:lnTo>
                      <a:pt x="3" y="0"/>
                    </a:lnTo>
                    <a:lnTo>
                      <a:pt x="19" y="0"/>
                    </a:lnTo>
                    <a:lnTo>
                      <a:pt x="19" y="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7" name="Freeform 56"/>
              <p:cNvSpPr>
                <a:spLocks/>
              </p:cNvSpPr>
              <p:nvPr/>
            </p:nvSpPr>
            <p:spPr bwMode="auto">
              <a:xfrm>
                <a:off x="3851972" y="5333951"/>
                <a:ext cx="906727" cy="394637"/>
              </a:xfrm>
              <a:custGeom>
                <a:avLst/>
                <a:gdLst>
                  <a:gd name="T0" fmla="*/ 78 w 81"/>
                  <a:gd name="T1" fmla="*/ 3 h 35"/>
                  <a:gd name="T2" fmla="*/ 4 w 81"/>
                  <a:gd name="T3" fmla="*/ 0 h 35"/>
                  <a:gd name="T4" fmla="*/ 0 w 81"/>
                  <a:gd name="T5" fmla="*/ 3 h 35"/>
                  <a:gd name="T6" fmla="*/ 0 w 81"/>
                  <a:gd name="T7" fmla="*/ 8 h 35"/>
                  <a:gd name="T8" fmla="*/ 81 w 81"/>
                  <a:gd name="T9" fmla="*/ 13 h 35"/>
                  <a:gd name="T10" fmla="*/ 81 w 81"/>
                  <a:gd name="T11" fmla="*/ 6 h 35"/>
                  <a:gd name="T12" fmla="*/ 78 w 81"/>
                  <a:gd name="T13" fmla="*/ 3 h 35"/>
                </a:gdLst>
                <a:ahLst/>
                <a:cxnLst>
                  <a:cxn ang="0">
                    <a:pos x="T0" y="T1"/>
                  </a:cxn>
                  <a:cxn ang="0">
                    <a:pos x="T2" y="T3"/>
                  </a:cxn>
                  <a:cxn ang="0">
                    <a:pos x="T4" y="T5"/>
                  </a:cxn>
                  <a:cxn ang="0">
                    <a:pos x="T6" y="T7"/>
                  </a:cxn>
                  <a:cxn ang="0">
                    <a:pos x="T8" y="T9"/>
                  </a:cxn>
                  <a:cxn ang="0">
                    <a:pos x="T10" y="T11"/>
                  </a:cxn>
                  <a:cxn ang="0">
                    <a:pos x="T12" y="T13"/>
                  </a:cxn>
                </a:cxnLst>
                <a:rect l="0" t="0" r="r" b="b"/>
                <a:pathLst>
                  <a:path w="81" h="35">
                    <a:moveTo>
                      <a:pt x="78" y="3"/>
                    </a:moveTo>
                    <a:cubicBezTo>
                      <a:pt x="4" y="0"/>
                      <a:pt x="4" y="0"/>
                      <a:pt x="4" y="0"/>
                    </a:cubicBezTo>
                    <a:cubicBezTo>
                      <a:pt x="2" y="0"/>
                      <a:pt x="0" y="1"/>
                      <a:pt x="0" y="3"/>
                    </a:cubicBezTo>
                    <a:cubicBezTo>
                      <a:pt x="0" y="8"/>
                      <a:pt x="0" y="8"/>
                      <a:pt x="0" y="8"/>
                    </a:cubicBezTo>
                    <a:cubicBezTo>
                      <a:pt x="17" y="21"/>
                      <a:pt x="47" y="35"/>
                      <a:pt x="81" y="13"/>
                    </a:cubicBezTo>
                    <a:cubicBezTo>
                      <a:pt x="81" y="6"/>
                      <a:pt x="81" y="6"/>
                      <a:pt x="81" y="6"/>
                    </a:cubicBezTo>
                    <a:cubicBezTo>
                      <a:pt x="81" y="4"/>
                      <a:pt x="80" y="3"/>
                      <a:pt x="78" y="3"/>
                    </a:cubicBezTo>
                  </a:path>
                </a:pathLst>
              </a:custGeom>
              <a:solidFill>
                <a:srgbClr val="4C4C4C"/>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8" name="Freeform 57"/>
              <p:cNvSpPr>
                <a:spLocks/>
              </p:cNvSpPr>
              <p:nvPr/>
            </p:nvSpPr>
            <p:spPr bwMode="auto">
              <a:xfrm>
                <a:off x="4265401" y="5568854"/>
                <a:ext cx="89265" cy="122150"/>
              </a:xfrm>
              <a:custGeom>
                <a:avLst/>
                <a:gdLst>
                  <a:gd name="T0" fmla="*/ 7 w 8"/>
                  <a:gd name="T1" fmla="*/ 10 h 11"/>
                  <a:gd name="T2" fmla="*/ 1 w 8"/>
                  <a:gd name="T3" fmla="*/ 9 h 11"/>
                  <a:gd name="T4" fmla="*/ 1 w 8"/>
                  <a:gd name="T5" fmla="*/ 0 h 11"/>
                  <a:gd name="T6" fmla="*/ 8 w 8"/>
                  <a:gd name="T7" fmla="*/ 0 h 11"/>
                  <a:gd name="T8" fmla="*/ 7 w 8"/>
                  <a:gd name="T9" fmla="*/ 10 h 11"/>
                </a:gdLst>
                <a:ahLst/>
                <a:cxnLst>
                  <a:cxn ang="0">
                    <a:pos x="T0" y="T1"/>
                  </a:cxn>
                  <a:cxn ang="0">
                    <a:pos x="T2" y="T3"/>
                  </a:cxn>
                  <a:cxn ang="0">
                    <a:pos x="T4" y="T5"/>
                  </a:cxn>
                  <a:cxn ang="0">
                    <a:pos x="T6" y="T7"/>
                  </a:cxn>
                  <a:cxn ang="0">
                    <a:pos x="T8" y="T9"/>
                  </a:cxn>
                </a:cxnLst>
                <a:rect l="0" t="0" r="r" b="b"/>
                <a:pathLst>
                  <a:path w="8" h="11">
                    <a:moveTo>
                      <a:pt x="7" y="10"/>
                    </a:moveTo>
                    <a:cubicBezTo>
                      <a:pt x="6" y="11"/>
                      <a:pt x="2" y="10"/>
                      <a:pt x="1" y="9"/>
                    </a:cubicBezTo>
                    <a:cubicBezTo>
                      <a:pt x="0" y="6"/>
                      <a:pt x="1" y="0"/>
                      <a:pt x="1" y="0"/>
                    </a:cubicBezTo>
                    <a:cubicBezTo>
                      <a:pt x="8" y="0"/>
                      <a:pt x="8" y="0"/>
                      <a:pt x="8" y="0"/>
                    </a:cubicBezTo>
                    <a:cubicBezTo>
                      <a:pt x="8" y="0"/>
                      <a:pt x="8" y="6"/>
                      <a:pt x="7" y="1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9" name="Freeform 58"/>
              <p:cNvSpPr>
                <a:spLocks/>
              </p:cNvSpPr>
              <p:nvPr/>
            </p:nvSpPr>
            <p:spPr bwMode="auto">
              <a:xfrm>
                <a:off x="4143251" y="5277574"/>
                <a:ext cx="46980" cy="70472"/>
              </a:xfrm>
              <a:custGeom>
                <a:avLst/>
                <a:gdLst>
                  <a:gd name="T0" fmla="*/ 4 w 4"/>
                  <a:gd name="T1" fmla="*/ 0 h 6"/>
                  <a:gd name="T2" fmla="*/ 0 w 4"/>
                  <a:gd name="T3" fmla="*/ 6 h 6"/>
                  <a:gd name="T4" fmla="*/ 0 w 4"/>
                  <a:gd name="T5" fmla="*/ 6 h 6"/>
                  <a:gd name="T6" fmla="*/ 4 w 4"/>
                  <a:gd name="T7" fmla="*/ 0 h 6"/>
                  <a:gd name="T8" fmla="*/ 4 w 4"/>
                  <a:gd name="T9" fmla="*/ 0 h 6"/>
                </a:gdLst>
                <a:ahLst/>
                <a:cxnLst>
                  <a:cxn ang="0">
                    <a:pos x="T0" y="T1"/>
                  </a:cxn>
                  <a:cxn ang="0">
                    <a:pos x="T2" y="T3"/>
                  </a:cxn>
                  <a:cxn ang="0">
                    <a:pos x="T4" y="T5"/>
                  </a:cxn>
                  <a:cxn ang="0">
                    <a:pos x="T6" y="T7"/>
                  </a:cxn>
                  <a:cxn ang="0">
                    <a:pos x="T8" y="T9"/>
                  </a:cxn>
                </a:cxnLst>
                <a:rect l="0" t="0" r="r" b="b"/>
                <a:pathLst>
                  <a:path w="4" h="6">
                    <a:moveTo>
                      <a:pt x="4" y="0"/>
                    </a:moveTo>
                    <a:cubicBezTo>
                      <a:pt x="2" y="2"/>
                      <a:pt x="1" y="5"/>
                      <a:pt x="0" y="6"/>
                    </a:cubicBezTo>
                    <a:cubicBezTo>
                      <a:pt x="0" y="6"/>
                      <a:pt x="0" y="6"/>
                      <a:pt x="0" y="6"/>
                    </a:cubicBezTo>
                    <a:cubicBezTo>
                      <a:pt x="1" y="5"/>
                      <a:pt x="2" y="2"/>
                      <a:pt x="4" y="0"/>
                    </a:cubicBezTo>
                    <a:cubicBezTo>
                      <a:pt x="4" y="0"/>
                      <a:pt x="4" y="0"/>
                      <a:pt x="4" y="0"/>
                    </a:cubicBezTo>
                  </a:path>
                </a:pathLst>
              </a:custGeom>
              <a:solidFill>
                <a:srgbClr val="898C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0" name="Freeform 59"/>
              <p:cNvSpPr>
                <a:spLocks/>
              </p:cNvSpPr>
              <p:nvPr/>
            </p:nvSpPr>
            <p:spPr bwMode="auto">
              <a:xfrm>
                <a:off x="4190232" y="5188312"/>
                <a:ext cx="122150" cy="89265"/>
              </a:xfrm>
              <a:custGeom>
                <a:avLst/>
                <a:gdLst>
                  <a:gd name="T0" fmla="*/ 11 w 11"/>
                  <a:gd name="T1" fmla="*/ 0 h 8"/>
                  <a:gd name="T2" fmla="*/ 0 w 11"/>
                  <a:gd name="T3" fmla="*/ 8 h 8"/>
                  <a:gd name="T4" fmla="*/ 0 w 11"/>
                  <a:gd name="T5" fmla="*/ 8 h 8"/>
                  <a:gd name="T6" fmla="*/ 11 w 11"/>
                  <a:gd name="T7" fmla="*/ 0 h 8"/>
                  <a:gd name="T8" fmla="*/ 11 w 11"/>
                  <a:gd name="T9" fmla="*/ 0 h 8"/>
                </a:gdLst>
                <a:ahLst/>
                <a:cxnLst>
                  <a:cxn ang="0">
                    <a:pos x="T0" y="T1"/>
                  </a:cxn>
                  <a:cxn ang="0">
                    <a:pos x="T2" y="T3"/>
                  </a:cxn>
                  <a:cxn ang="0">
                    <a:pos x="T4" y="T5"/>
                  </a:cxn>
                  <a:cxn ang="0">
                    <a:pos x="T6" y="T7"/>
                  </a:cxn>
                  <a:cxn ang="0">
                    <a:pos x="T8" y="T9"/>
                  </a:cxn>
                </a:cxnLst>
                <a:rect l="0" t="0" r="r" b="b"/>
                <a:pathLst>
                  <a:path w="11" h="8">
                    <a:moveTo>
                      <a:pt x="11" y="0"/>
                    </a:moveTo>
                    <a:cubicBezTo>
                      <a:pt x="7" y="1"/>
                      <a:pt x="3" y="4"/>
                      <a:pt x="0" y="8"/>
                    </a:cubicBezTo>
                    <a:cubicBezTo>
                      <a:pt x="0" y="8"/>
                      <a:pt x="0" y="8"/>
                      <a:pt x="0" y="8"/>
                    </a:cubicBezTo>
                    <a:cubicBezTo>
                      <a:pt x="3" y="4"/>
                      <a:pt x="7" y="1"/>
                      <a:pt x="11" y="0"/>
                    </a:cubicBezTo>
                    <a:cubicBezTo>
                      <a:pt x="11" y="0"/>
                      <a:pt x="11" y="0"/>
                      <a:pt x="11" y="0"/>
                    </a:cubicBezTo>
                  </a:path>
                </a:pathLst>
              </a:custGeom>
              <a:solidFill>
                <a:srgbClr val="4F52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1" name="Freeform 60"/>
              <p:cNvSpPr>
                <a:spLocks/>
              </p:cNvSpPr>
              <p:nvPr/>
            </p:nvSpPr>
            <p:spPr bwMode="auto">
              <a:xfrm>
                <a:off x="4205172" y="5000390"/>
                <a:ext cx="300676" cy="324168"/>
              </a:xfrm>
              <a:custGeom>
                <a:avLst/>
                <a:gdLst>
                  <a:gd name="T0" fmla="*/ 1 w 27"/>
                  <a:gd name="T1" fmla="*/ 23 h 29"/>
                  <a:gd name="T2" fmla="*/ 6 w 27"/>
                  <a:gd name="T3" fmla="*/ 22 h 29"/>
                  <a:gd name="T4" fmla="*/ 5 w 27"/>
                  <a:gd name="T5" fmla="*/ 20 h 29"/>
                  <a:gd name="T6" fmla="*/ 6 w 27"/>
                  <a:gd name="T7" fmla="*/ 20 h 29"/>
                  <a:gd name="T8" fmla="*/ 6 w 27"/>
                  <a:gd name="T9" fmla="*/ 25 h 29"/>
                  <a:gd name="T10" fmla="*/ 11 w 27"/>
                  <a:gd name="T11" fmla="*/ 24 h 29"/>
                  <a:gd name="T12" fmla="*/ 11 w 27"/>
                  <a:gd name="T13" fmla="*/ 20 h 29"/>
                  <a:gd name="T14" fmla="*/ 11 w 27"/>
                  <a:gd name="T15" fmla="*/ 20 h 29"/>
                  <a:gd name="T16" fmla="*/ 11 w 27"/>
                  <a:gd name="T17" fmla="*/ 26 h 29"/>
                  <a:gd name="T18" fmla="*/ 16 w 27"/>
                  <a:gd name="T19" fmla="*/ 26 h 29"/>
                  <a:gd name="T20" fmla="*/ 16 w 27"/>
                  <a:gd name="T21" fmla="*/ 19 h 29"/>
                  <a:gd name="T22" fmla="*/ 16 w 27"/>
                  <a:gd name="T23" fmla="*/ 19 h 29"/>
                  <a:gd name="T24" fmla="*/ 16 w 27"/>
                  <a:gd name="T25" fmla="*/ 25 h 29"/>
                  <a:gd name="T26" fmla="*/ 21 w 27"/>
                  <a:gd name="T27" fmla="*/ 25 h 29"/>
                  <a:gd name="T28" fmla="*/ 21 w 27"/>
                  <a:gd name="T29" fmla="*/ 13 h 29"/>
                  <a:gd name="T30" fmla="*/ 23 w 27"/>
                  <a:gd name="T31" fmla="*/ 14 h 29"/>
                  <a:gd name="T32" fmla="*/ 23 w 27"/>
                  <a:gd name="T33" fmla="*/ 18 h 29"/>
                  <a:gd name="T34" fmla="*/ 27 w 27"/>
                  <a:gd name="T35" fmla="*/ 21 h 29"/>
                  <a:gd name="T36" fmla="*/ 27 w 27"/>
                  <a:gd name="T37" fmla="*/ 11 h 29"/>
                  <a:gd name="T38" fmla="*/ 21 w 27"/>
                  <a:gd name="T39" fmla="*/ 5 h 29"/>
                  <a:gd name="T40" fmla="*/ 19 w 27"/>
                  <a:gd name="T41" fmla="*/ 0 h 29"/>
                  <a:gd name="T42" fmla="*/ 3 w 27"/>
                  <a:gd name="T43" fmla="*/ 0 h 29"/>
                  <a:gd name="T44" fmla="*/ 3 w 27"/>
                  <a:gd name="T45" fmla="*/ 3 h 29"/>
                  <a:gd name="T46" fmla="*/ 1 w 27"/>
                  <a:gd name="T47" fmla="*/ 5 h 29"/>
                  <a:gd name="T48" fmla="*/ 1 w 27"/>
                  <a:gd name="T49" fmla="*/ 18 h 29"/>
                  <a:gd name="T50" fmla="*/ 1 w 27"/>
                  <a:gd name="T51"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 h="29">
                    <a:moveTo>
                      <a:pt x="1" y="23"/>
                    </a:moveTo>
                    <a:cubicBezTo>
                      <a:pt x="1" y="25"/>
                      <a:pt x="6" y="25"/>
                      <a:pt x="6" y="22"/>
                    </a:cubicBezTo>
                    <a:cubicBezTo>
                      <a:pt x="5" y="21"/>
                      <a:pt x="5" y="20"/>
                      <a:pt x="5" y="20"/>
                    </a:cubicBezTo>
                    <a:cubicBezTo>
                      <a:pt x="6" y="20"/>
                      <a:pt x="6" y="20"/>
                      <a:pt x="6" y="20"/>
                    </a:cubicBezTo>
                    <a:cubicBezTo>
                      <a:pt x="6" y="20"/>
                      <a:pt x="6" y="25"/>
                      <a:pt x="6" y="25"/>
                    </a:cubicBezTo>
                    <a:cubicBezTo>
                      <a:pt x="6" y="27"/>
                      <a:pt x="11" y="26"/>
                      <a:pt x="11" y="24"/>
                    </a:cubicBezTo>
                    <a:cubicBezTo>
                      <a:pt x="11" y="23"/>
                      <a:pt x="11" y="21"/>
                      <a:pt x="11" y="20"/>
                    </a:cubicBezTo>
                    <a:cubicBezTo>
                      <a:pt x="11" y="19"/>
                      <a:pt x="11" y="19"/>
                      <a:pt x="11" y="20"/>
                    </a:cubicBezTo>
                    <a:cubicBezTo>
                      <a:pt x="11" y="26"/>
                      <a:pt x="11" y="26"/>
                      <a:pt x="11" y="26"/>
                    </a:cubicBezTo>
                    <a:cubicBezTo>
                      <a:pt x="11" y="29"/>
                      <a:pt x="16" y="29"/>
                      <a:pt x="16" y="26"/>
                    </a:cubicBezTo>
                    <a:cubicBezTo>
                      <a:pt x="16" y="24"/>
                      <a:pt x="16" y="19"/>
                      <a:pt x="16" y="19"/>
                    </a:cubicBezTo>
                    <a:cubicBezTo>
                      <a:pt x="16" y="19"/>
                      <a:pt x="16" y="19"/>
                      <a:pt x="16" y="19"/>
                    </a:cubicBezTo>
                    <a:cubicBezTo>
                      <a:pt x="16" y="21"/>
                      <a:pt x="16" y="25"/>
                      <a:pt x="16" y="25"/>
                    </a:cubicBezTo>
                    <a:cubicBezTo>
                      <a:pt x="16" y="27"/>
                      <a:pt x="21" y="27"/>
                      <a:pt x="21" y="25"/>
                    </a:cubicBezTo>
                    <a:cubicBezTo>
                      <a:pt x="21" y="20"/>
                      <a:pt x="21" y="16"/>
                      <a:pt x="21" y="13"/>
                    </a:cubicBezTo>
                    <a:cubicBezTo>
                      <a:pt x="21" y="11"/>
                      <a:pt x="23" y="14"/>
                      <a:pt x="23" y="14"/>
                    </a:cubicBezTo>
                    <a:cubicBezTo>
                      <a:pt x="23" y="18"/>
                      <a:pt x="23" y="18"/>
                      <a:pt x="23" y="18"/>
                    </a:cubicBezTo>
                    <a:cubicBezTo>
                      <a:pt x="23" y="19"/>
                      <a:pt x="27" y="21"/>
                      <a:pt x="27" y="21"/>
                    </a:cubicBezTo>
                    <a:cubicBezTo>
                      <a:pt x="27" y="20"/>
                      <a:pt x="27" y="12"/>
                      <a:pt x="27" y="11"/>
                    </a:cubicBezTo>
                    <a:cubicBezTo>
                      <a:pt x="25" y="9"/>
                      <a:pt x="23" y="7"/>
                      <a:pt x="21" y="5"/>
                    </a:cubicBezTo>
                    <a:cubicBezTo>
                      <a:pt x="19" y="3"/>
                      <a:pt x="19" y="0"/>
                      <a:pt x="19" y="0"/>
                    </a:cubicBezTo>
                    <a:cubicBezTo>
                      <a:pt x="3" y="0"/>
                      <a:pt x="3" y="0"/>
                      <a:pt x="3" y="0"/>
                    </a:cubicBezTo>
                    <a:cubicBezTo>
                      <a:pt x="3" y="2"/>
                      <a:pt x="3" y="2"/>
                      <a:pt x="3" y="3"/>
                    </a:cubicBezTo>
                    <a:cubicBezTo>
                      <a:pt x="3" y="4"/>
                      <a:pt x="2" y="4"/>
                      <a:pt x="1" y="5"/>
                    </a:cubicBezTo>
                    <a:cubicBezTo>
                      <a:pt x="0" y="8"/>
                      <a:pt x="1" y="18"/>
                      <a:pt x="1" y="18"/>
                    </a:cubicBezTo>
                    <a:lnTo>
                      <a:pt x="1" y="23"/>
                    </a:lnTo>
                    <a:close/>
                  </a:path>
                </a:pathLst>
              </a:custGeom>
              <a:solidFill>
                <a:srgbClr val="FDD0AB"/>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2" name="Rectangle 61"/>
              <p:cNvSpPr>
                <a:spLocks noChangeArrowheads="1"/>
              </p:cNvSpPr>
              <p:nvPr/>
            </p:nvSpPr>
            <p:spPr bwMode="auto">
              <a:xfrm>
                <a:off x="4176140" y="4962805"/>
                <a:ext cx="281884" cy="37584"/>
              </a:xfrm>
              <a:prstGeom prst="rect">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63" name="Freeform 62"/>
              <p:cNvSpPr>
                <a:spLocks/>
              </p:cNvSpPr>
              <p:nvPr/>
            </p:nvSpPr>
            <p:spPr bwMode="auto">
              <a:xfrm>
                <a:off x="4152647" y="3854062"/>
                <a:ext cx="446318" cy="1108743"/>
              </a:xfrm>
              <a:custGeom>
                <a:avLst/>
                <a:gdLst>
                  <a:gd name="T0" fmla="*/ 39 w 40"/>
                  <a:gd name="T1" fmla="*/ 0 h 99"/>
                  <a:gd name="T2" fmla="*/ 1 w 40"/>
                  <a:gd name="T3" fmla="*/ 67 h 99"/>
                  <a:gd name="T4" fmla="*/ 0 w 40"/>
                  <a:gd name="T5" fmla="*/ 99 h 99"/>
                  <a:gd name="T6" fmla="*/ 31 w 40"/>
                  <a:gd name="T7" fmla="*/ 99 h 99"/>
                  <a:gd name="T8" fmla="*/ 29 w 40"/>
                  <a:gd name="T9" fmla="*/ 67 h 99"/>
                  <a:gd name="T10" fmla="*/ 40 w 40"/>
                  <a:gd name="T11" fmla="*/ 25 h 99"/>
                  <a:gd name="T12" fmla="*/ 39 w 40"/>
                  <a:gd name="T13" fmla="*/ 0 h 99"/>
                </a:gdLst>
                <a:ahLst/>
                <a:cxnLst>
                  <a:cxn ang="0">
                    <a:pos x="T0" y="T1"/>
                  </a:cxn>
                  <a:cxn ang="0">
                    <a:pos x="T2" y="T3"/>
                  </a:cxn>
                  <a:cxn ang="0">
                    <a:pos x="T4" y="T5"/>
                  </a:cxn>
                  <a:cxn ang="0">
                    <a:pos x="T6" y="T7"/>
                  </a:cxn>
                  <a:cxn ang="0">
                    <a:pos x="T8" y="T9"/>
                  </a:cxn>
                  <a:cxn ang="0">
                    <a:pos x="T10" y="T11"/>
                  </a:cxn>
                  <a:cxn ang="0">
                    <a:pos x="T12" y="T13"/>
                  </a:cxn>
                </a:cxnLst>
                <a:rect l="0" t="0" r="r" b="b"/>
                <a:pathLst>
                  <a:path w="40" h="99">
                    <a:moveTo>
                      <a:pt x="39" y="0"/>
                    </a:moveTo>
                    <a:cubicBezTo>
                      <a:pt x="5" y="14"/>
                      <a:pt x="2" y="44"/>
                      <a:pt x="1" y="67"/>
                    </a:cubicBezTo>
                    <a:cubicBezTo>
                      <a:pt x="1" y="76"/>
                      <a:pt x="0" y="99"/>
                      <a:pt x="0" y="99"/>
                    </a:cubicBezTo>
                    <a:cubicBezTo>
                      <a:pt x="31" y="99"/>
                      <a:pt x="31" y="99"/>
                      <a:pt x="31" y="99"/>
                    </a:cubicBezTo>
                    <a:cubicBezTo>
                      <a:pt x="31" y="99"/>
                      <a:pt x="30" y="86"/>
                      <a:pt x="29" y="67"/>
                    </a:cubicBezTo>
                    <a:cubicBezTo>
                      <a:pt x="26" y="14"/>
                      <a:pt x="40" y="25"/>
                      <a:pt x="40" y="25"/>
                    </a:cubicBezTo>
                    <a:lnTo>
                      <a:pt x="39" y="0"/>
                    </a:lnTo>
                    <a:close/>
                  </a:path>
                </a:pathLst>
              </a:custGeom>
              <a:solidFill>
                <a:srgbClr val="44546A"/>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
          <p:nvSpPr>
            <p:cNvPr id="10" name="Freeform 290"/>
            <p:cNvSpPr>
              <a:spLocks/>
            </p:cNvSpPr>
            <p:nvPr/>
          </p:nvSpPr>
          <p:spPr bwMode="auto">
            <a:xfrm flipH="1">
              <a:off x="3280114" y="2530090"/>
              <a:ext cx="386696" cy="515595"/>
            </a:xfrm>
            <a:custGeom>
              <a:avLst/>
              <a:gdLst>
                <a:gd name="T0" fmla="*/ 180 w 180"/>
                <a:gd name="T1" fmla="*/ 71 h 240"/>
                <a:gd name="T2" fmla="*/ 92 w 180"/>
                <a:gd name="T3" fmla="*/ 240 h 240"/>
                <a:gd name="T4" fmla="*/ 0 w 180"/>
                <a:gd name="T5" fmla="*/ 71 h 240"/>
                <a:gd name="T6" fmla="*/ 33 w 180"/>
                <a:gd name="T7" fmla="*/ 69 h 240"/>
                <a:gd name="T8" fmla="*/ 33 w 180"/>
                <a:gd name="T9" fmla="*/ 0 h 240"/>
                <a:gd name="T10" fmla="*/ 151 w 180"/>
                <a:gd name="T11" fmla="*/ 0 h 240"/>
                <a:gd name="T12" fmla="*/ 151 w 180"/>
                <a:gd name="T13" fmla="*/ 69 h 240"/>
                <a:gd name="T14" fmla="*/ 180 w 180"/>
                <a:gd name="T15" fmla="*/ 71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240">
                  <a:moveTo>
                    <a:pt x="180" y="71"/>
                  </a:moveTo>
                  <a:lnTo>
                    <a:pt x="92" y="240"/>
                  </a:lnTo>
                  <a:lnTo>
                    <a:pt x="0" y="71"/>
                  </a:lnTo>
                  <a:lnTo>
                    <a:pt x="33" y="69"/>
                  </a:lnTo>
                  <a:lnTo>
                    <a:pt x="33" y="0"/>
                  </a:lnTo>
                  <a:lnTo>
                    <a:pt x="151" y="0"/>
                  </a:lnTo>
                  <a:lnTo>
                    <a:pt x="151" y="69"/>
                  </a:lnTo>
                  <a:lnTo>
                    <a:pt x="180" y="71"/>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1" name="Freeform 306"/>
            <p:cNvSpPr>
              <a:spLocks/>
            </p:cNvSpPr>
            <p:nvPr/>
          </p:nvSpPr>
          <p:spPr bwMode="auto">
            <a:xfrm flipH="1">
              <a:off x="3412979" y="2601739"/>
              <a:ext cx="116009" cy="122455"/>
            </a:xfrm>
            <a:custGeom>
              <a:avLst/>
              <a:gdLst>
                <a:gd name="T0" fmla="*/ 0 w 54"/>
                <a:gd name="T1" fmla="*/ 14 h 57"/>
                <a:gd name="T2" fmla="*/ 28 w 54"/>
                <a:gd name="T3" fmla="*/ 57 h 57"/>
                <a:gd name="T4" fmla="*/ 54 w 54"/>
                <a:gd name="T5" fmla="*/ 14 h 57"/>
                <a:gd name="T6" fmla="*/ 28 w 54"/>
                <a:gd name="T7" fmla="*/ 0 h 57"/>
                <a:gd name="T8" fmla="*/ 0 w 54"/>
                <a:gd name="T9" fmla="*/ 14 h 57"/>
              </a:gdLst>
              <a:ahLst/>
              <a:cxnLst>
                <a:cxn ang="0">
                  <a:pos x="T0" y="T1"/>
                </a:cxn>
                <a:cxn ang="0">
                  <a:pos x="T2" y="T3"/>
                </a:cxn>
                <a:cxn ang="0">
                  <a:pos x="T4" y="T5"/>
                </a:cxn>
                <a:cxn ang="0">
                  <a:pos x="T6" y="T7"/>
                </a:cxn>
                <a:cxn ang="0">
                  <a:pos x="T8" y="T9"/>
                </a:cxn>
              </a:cxnLst>
              <a:rect l="0" t="0" r="r" b="b"/>
              <a:pathLst>
                <a:path w="54" h="57">
                  <a:moveTo>
                    <a:pt x="0" y="14"/>
                  </a:moveTo>
                  <a:lnTo>
                    <a:pt x="28" y="57"/>
                  </a:lnTo>
                  <a:lnTo>
                    <a:pt x="54" y="14"/>
                  </a:lnTo>
                  <a:lnTo>
                    <a:pt x="28"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2" name="Freeform 307"/>
            <p:cNvSpPr>
              <a:spLocks/>
            </p:cNvSpPr>
            <p:nvPr/>
          </p:nvSpPr>
          <p:spPr bwMode="auto">
            <a:xfrm flipH="1">
              <a:off x="3477428" y="2601739"/>
              <a:ext cx="51559" cy="111712"/>
            </a:xfrm>
            <a:custGeom>
              <a:avLst/>
              <a:gdLst>
                <a:gd name="T0" fmla="*/ 0 w 24"/>
                <a:gd name="T1" fmla="*/ 14 h 52"/>
                <a:gd name="T2" fmla="*/ 24 w 24"/>
                <a:gd name="T3" fmla="*/ 52 h 52"/>
                <a:gd name="T4" fmla="*/ 24 w 24"/>
                <a:gd name="T5" fmla="*/ 0 h 52"/>
                <a:gd name="T6" fmla="*/ 0 w 24"/>
                <a:gd name="T7" fmla="*/ 14 h 52"/>
              </a:gdLst>
              <a:ahLst/>
              <a:cxnLst>
                <a:cxn ang="0">
                  <a:pos x="T0" y="T1"/>
                </a:cxn>
                <a:cxn ang="0">
                  <a:pos x="T2" y="T3"/>
                </a:cxn>
                <a:cxn ang="0">
                  <a:pos x="T4" y="T5"/>
                </a:cxn>
                <a:cxn ang="0">
                  <a:pos x="T6" y="T7"/>
                </a:cxn>
              </a:cxnLst>
              <a:rect l="0" t="0" r="r" b="b"/>
              <a:pathLst>
                <a:path w="24" h="52">
                  <a:moveTo>
                    <a:pt x="0" y="14"/>
                  </a:moveTo>
                  <a:lnTo>
                    <a:pt x="24" y="52"/>
                  </a:lnTo>
                  <a:lnTo>
                    <a:pt x="24" y="0"/>
                  </a:lnTo>
                  <a:lnTo>
                    <a:pt x="0" y="14"/>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3" name="Freeform 308"/>
            <p:cNvSpPr>
              <a:spLocks/>
            </p:cNvSpPr>
            <p:nvPr/>
          </p:nvSpPr>
          <p:spPr bwMode="auto">
            <a:xfrm flipH="1">
              <a:off x="3473131" y="2535142"/>
              <a:ext cx="193348" cy="137493"/>
            </a:xfrm>
            <a:custGeom>
              <a:avLst/>
              <a:gdLst>
                <a:gd name="T0" fmla="*/ 33 w 90"/>
                <a:gd name="T1" fmla="*/ 0 h 64"/>
                <a:gd name="T2" fmla="*/ 0 w 90"/>
                <a:gd name="T3" fmla="*/ 0 h 64"/>
                <a:gd name="T4" fmla="*/ 35 w 90"/>
                <a:gd name="T5" fmla="*/ 64 h 64"/>
                <a:gd name="T6" fmla="*/ 90 w 90"/>
                <a:gd name="T7" fmla="*/ 31 h 64"/>
                <a:gd name="T8" fmla="*/ 33 w 90"/>
                <a:gd name="T9" fmla="*/ 0 h 64"/>
              </a:gdLst>
              <a:ahLst/>
              <a:cxnLst>
                <a:cxn ang="0">
                  <a:pos x="T0" y="T1"/>
                </a:cxn>
                <a:cxn ang="0">
                  <a:pos x="T2" y="T3"/>
                </a:cxn>
                <a:cxn ang="0">
                  <a:pos x="T4" y="T5"/>
                </a:cxn>
                <a:cxn ang="0">
                  <a:pos x="T6" y="T7"/>
                </a:cxn>
                <a:cxn ang="0">
                  <a:pos x="T8" y="T9"/>
                </a:cxn>
              </a:cxnLst>
              <a:rect l="0" t="0" r="r" b="b"/>
              <a:pathLst>
                <a:path w="90" h="64">
                  <a:moveTo>
                    <a:pt x="33" y="0"/>
                  </a:moveTo>
                  <a:lnTo>
                    <a:pt x="0" y="0"/>
                  </a:lnTo>
                  <a:lnTo>
                    <a:pt x="35" y="64"/>
                  </a:lnTo>
                  <a:lnTo>
                    <a:pt x="90" y="31"/>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4" name="Freeform 309"/>
            <p:cNvSpPr>
              <a:spLocks/>
            </p:cNvSpPr>
            <p:nvPr/>
          </p:nvSpPr>
          <p:spPr bwMode="auto">
            <a:xfrm flipH="1">
              <a:off x="3275486" y="2535142"/>
              <a:ext cx="193348" cy="137493"/>
            </a:xfrm>
            <a:custGeom>
              <a:avLst/>
              <a:gdLst>
                <a:gd name="T0" fmla="*/ 57 w 90"/>
                <a:gd name="T1" fmla="*/ 0 h 64"/>
                <a:gd name="T2" fmla="*/ 90 w 90"/>
                <a:gd name="T3" fmla="*/ 0 h 64"/>
                <a:gd name="T4" fmla="*/ 55 w 90"/>
                <a:gd name="T5" fmla="*/ 64 h 64"/>
                <a:gd name="T6" fmla="*/ 0 w 90"/>
                <a:gd name="T7" fmla="*/ 31 h 64"/>
                <a:gd name="T8" fmla="*/ 57 w 90"/>
                <a:gd name="T9" fmla="*/ 0 h 64"/>
              </a:gdLst>
              <a:ahLst/>
              <a:cxnLst>
                <a:cxn ang="0">
                  <a:pos x="T0" y="T1"/>
                </a:cxn>
                <a:cxn ang="0">
                  <a:pos x="T2" y="T3"/>
                </a:cxn>
                <a:cxn ang="0">
                  <a:pos x="T4" y="T5"/>
                </a:cxn>
                <a:cxn ang="0">
                  <a:pos x="T6" y="T7"/>
                </a:cxn>
                <a:cxn ang="0">
                  <a:pos x="T8" y="T9"/>
                </a:cxn>
              </a:cxnLst>
              <a:rect l="0" t="0" r="r" b="b"/>
              <a:pathLst>
                <a:path w="90" h="64">
                  <a:moveTo>
                    <a:pt x="57" y="0"/>
                  </a:moveTo>
                  <a:lnTo>
                    <a:pt x="90" y="0"/>
                  </a:lnTo>
                  <a:lnTo>
                    <a:pt x="55" y="64"/>
                  </a:lnTo>
                  <a:lnTo>
                    <a:pt x="0" y="31"/>
                  </a:lnTo>
                  <a:lnTo>
                    <a:pt x="5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5" name="Freeform 310"/>
            <p:cNvSpPr>
              <a:spLocks/>
            </p:cNvSpPr>
            <p:nvPr/>
          </p:nvSpPr>
          <p:spPr bwMode="auto">
            <a:xfrm flipH="1">
              <a:off x="3421571" y="2666190"/>
              <a:ext cx="96674" cy="236314"/>
            </a:xfrm>
            <a:custGeom>
              <a:avLst/>
              <a:gdLst>
                <a:gd name="T0" fmla="*/ 0 w 45"/>
                <a:gd name="T1" fmla="*/ 67 h 110"/>
                <a:gd name="T2" fmla="*/ 23 w 45"/>
                <a:gd name="T3" fmla="*/ 0 h 110"/>
                <a:gd name="T4" fmla="*/ 45 w 45"/>
                <a:gd name="T5" fmla="*/ 69 h 110"/>
                <a:gd name="T6" fmla="*/ 23 w 45"/>
                <a:gd name="T7" fmla="*/ 110 h 110"/>
                <a:gd name="T8" fmla="*/ 0 w 45"/>
                <a:gd name="T9" fmla="*/ 67 h 110"/>
              </a:gdLst>
              <a:ahLst/>
              <a:cxnLst>
                <a:cxn ang="0">
                  <a:pos x="T0" y="T1"/>
                </a:cxn>
                <a:cxn ang="0">
                  <a:pos x="T2" y="T3"/>
                </a:cxn>
                <a:cxn ang="0">
                  <a:pos x="T4" y="T5"/>
                </a:cxn>
                <a:cxn ang="0">
                  <a:pos x="T6" y="T7"/>
                </a:cxn>
                <a:cxn ang="0">
                  <a:pos x="T8" y="T9"/>
                </a:cxn>
              </a:cxnLst>
              <a:rect l="0" t="0" r="r" b="b"/>
              <a:pathLst>
                <a:path w="45" h="110">
                  <a:moveTo>
                    <a:pt x="0" y="67"/>
                  </a:moveTo>
                  <a:lnTo>
                    <a:pt x="23" y="0"/>
                  </a:lnTo>
                  <a:lnTo>
                    <a:pt x="45" y="69"/>
                  </a:lnTo>
                  <a:lnTo>
                    <a:pt x="23" y="110"/>
                  </a:lnTo>
                  <a:lnTo>
                    <a:pt x="0" y="67"/>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6" name="Freeform 311"/>
            <p:cNvSpPr>
              <a:spLocks/>
            </p:cNvSpPr>
            <p:nvPr/>
          </p:nvSpPr>
          <p:spPr bwMode="auto">
            <a:xfrm flipH="1">
              <a:off x="3473131" y="2683375"/>
              <a:ext cx="45115" cy="208386"/>
            </a:xfrm>
            <a:custGeom>
              <a:avLst/>
              <a:gdLst>
                <a:gd name="T0" fmla="*/ 0 w 21"/>
                <a:gd name="T1" fmla="*/ 59 h 97"/>
                <a:gd name="T2" fmla="*/ 21 w 21"/>
                <a:gd name="T3" fmla="*/ 0 h 97"/>
                <a:gd name="T4" fmla="*/ 21 w 21"/>
                <a:gd name="T5" fmla="*/ 97 h 97"/>
                <a:gd name="T6" fmla="*/ 0 w 21"/>
                <a:gd name="T7" fmla="*/ 59 h 97"/>
              </a:gdLst>
              <a:ahLst/>
              <a:cxnLst>
                <a:cxn ang="0">
                  <a:pos x="T0" y="T1"/>
                </a:cxn>
                <a:cxn ang="0">
                  <a:pos x="T2" y="T3"/>
                </a:cxn>
                <a:cxn ang="0">
                  <a:pos x="T4" y="T5"/>
                </a:cxn>
                <a:cxn ang="0">
                  <a:pos x="T6" y="T7"/>
                </a:cxn>
              </a:cxnLst>
              <a:rect l="0" t="0" r="r" b="b"/>
              <a:pathLst>
                <a:path w="21" h="97">
                  <a:moveTo>
                    <a:pt x="0" y="59"/>
                  </a:moveTo>
                  <a:lnTo>
                    <a:pt x="21" y="0"/>
                  </a:lnTo>
                  <a:lnTo>
                    <a:pt x="21" y="97"/>
                  </a:lnTo>
                  <a:lnTo>
                    <a:pt x="0" y="59"/>
                  </a:lnTo>
                  <a:close/>
                </a:path>
              </a:pathLst>
            </a:custGeom>
            <a:solidFill>
              <a:srgbClr val="14141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7" name="Freeform 312"/>
            <p:cNvSpPr>
              <a:spLocks/>
            </p:cNvSpPr>
            <p:nvPr/>
          </p:nvSpPr>
          <p:spPr bwMode="auto">
            <a:xfrm flipH="1">
              <a:off x="3468834" y="2539439"/>
              <a:ext cx="268540" cy="545671"/>
            </a:xfrm>
            <a:custGeom>
              <a:avLst/>
              <a:gdLst>
                <a:gd name="T0" fmla="*/ 33 w 125"/>
                <a:gd name="T1" fmla="*/ 0 h 254"/>
                <a:gd name="T2" fmla="*/ 0 w 125"/>
                <a:gd name="T3" fmla="*/ 83 h 254"/>
                <a:gd name="T4" fmla="*/ 54 w 125"/>
                <a:gd name="T5" fmla="*/ 81 h 254"/>
                <a:gd name="T6" fmla="*/ 12 w 125"/>
                <a:gd name="T7" fmla="*/ 128 h 254"/>
                <a:gd name="T8" fmla="*/ 123 w 125"/>
                <a:gd name="T9" fmla="*/ 254 h 254"/>
                <a:gd name="T10" fmla="*/ 125 w 125"/>
                <a:gd name="T11" fmla="*/ 169 h 254"/>
                <a:gd name="T12" fmla="*/ 33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33" y="0"/>
                  </a:moveTo>
                  <a:lnTo>
                    <a:pt x="0" y="83"/>
                  </a:lnTo>
                  <a:lnTo>
                    <a:pt x="54" y="81"/>
                  </a:lnTo>
                  <a:lnTo>
                    <a:pt x="12" y="128"/>
                  </a:lnTo>
                  <a:lnTo>
                    <a:pt x="123" y="254"/>
                  </a:lnTo>
                  <a:lnTo>
                    <a:pt x="125" y="169"/>
                  </a:lnTo>
                  <a:lnTo>
                    <a:pt x="33"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8" name="Freeform 313"/>
            <p:cNvSpPr>
              <a:spLocks/>
            </p:cNvSpPr>
            <p:nvPr/>
          </p:nvSpPr>
          <p:spPr bwMode="auto">
            <a:xfrm flipH="1">
              <a:off x="3204591" y="2539439"/>
              <a:ext cx="268540" cy="545671"/>
            </a:xfrm>
            <a:custGeom>
              <a:avLst/>
              <a:gdLst>
                <a:gd name="T0" fmla="*/ 92 w 125"/>
                <a:gd name="T1" fmla="*/ 0 h 254"/>
                <a:gd name="T2" fmla="*/ 125 w 125"/>
                <a:gd name="T3" fmla="*/ 83 h 254"/>
                <a:gd name="T4" fmla="*/ 71 w 125"/>
                <a:gd name="T5" fmla="*/ 81 h 254"/>
                <a:gd name="T6" fmla="*/ 113 w 125"/>
                <a:gd name="T7" fmla="*/ 128 h 254"/>
                <a:gd name="T8" fmla="*/ 0 w 125"/>
                <a:gd name="T9" fmla="*/ 254 h 254"/>
                <a:gd name="T10" fmla="*/ 0 w 125"/>
                <a:gd name="T11" fmla="*/ 169 h 254"/>
                <a:gd name="T12" fmla="*/ 92 w 125"/>
                <a:gd name="T13" fmla="*/ 0 h 254"/>
              </a:gdLst>
              <a:ahLst/>
              <a:cxnLst>
                <a:cxn ang="0">
                  <a:pos x="T0" y="T1"/>
                </a:cxn>
                <a:cxn ang="0">
                  <a:pos x="T2" y="T3"/>
                </a:cxn>
                <a:cxn ang="0">
                  <a:pos x="T4" y="T5"/>
                </a:cxn>
                <a:cxn ang="0">
                  <a:pos x="T6" y="T7"/>
                </a:cxn>
                <a:cxn ang="0">
                  <a:pos x="T8" y="T9"/>
                </a:cxn>
                <a:cxn ang="0">
                  <a:pos x="T10" y="T11"/>
                </a:cxn>
                <a:cxn ang="0">
                  <a:pos x="T12" y="T13"/>
                </a:cxn>
              </a:cxnLst>
              <a:rect l="0" t="0" r="r" b="b"/>
              <a:pathLst>
                <a:path w="125" h="254">
                  <a:moveTo>
                    <a:pt x="92" y="0"/>
                  </a:moveTo>
                  <a:lnTo>
                    <a:pt x="125" y="83"/>
                  </a:lnTo>
                  <a:lnTo>
                    <a:pt x="71" y="81"/>
                  </a:lnTo>
                  <a:lnTo>
                    <a:pt x="113" y="128"/>
                  </a:lnTo>
                  <a:lnTo>
                    <a:pt x="0" y="254"/>
                  </a:lnTo>
                  <a:lnTo>
                    <a:pt x="0" y="169"/>
                  </a:lnTo>
                  <a:lnTo>
                    <a:pt x="92" y="0"/>
                  </a:lnTo>
                  <a:close/>
                </a:path>
              </a:pathLst>
            </a:custGeom>
            <a:solidFill>
              <a:srgbClr val="333F5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19" name="Freeform 95"/>
            <p:cNvSpPr>
              <a:spLocks/>
            </p:cNvSpPr>
            <p:nvPr/>
          </p:nvSpPr>
          <p:spPr bwMode="auto">
            <a:xfrm>
              <a:off x="3457385" y="3137497"/>
              <a:ext cx="41745" cy="57250"/>
            </a:xfrm>
            <a:custGeom>
              <a:avLst/>
              <a:gdLst>
                <a:gd name="T0" fmla="*/ 25 w 26"/>
                <a:gd name="T1" fmla="*/ 19 h 36"/>
                <a:gd name="T2" fmla="*/ 11 w 26"/>
                <a:gd name="T3" fmla="*/ 35 h 36"/>
                <a:gd name="T4" fmla="*/ 1 w 26"/>
                <a:gd name="T5" fmla="*/ 17 h 36"/>
                <a:gd name="T6" fmla="*/ 15 w 26"/>
                <a:gd name="T7" fmla="*/ 1 h 36"/>
                <a:gd name="T8" fmla="*/ 25 w 26"/>
                <a:gd name="T9" fmla="*/ 19 h 36"/>
              </a:gdLst>
              <a:ahLst/>
              <a:cxnLst>
                <a:cxn ang="0">
                  <a:pos x="T0" y="T1"/>
                </a:cxn>
                <a:cxn ang="0">
                  <a:pos x="T2" y="T3"/>
                </a:cxn>
                <a:cxn ang="0">
                  <a:pos x="T4" y="T5"/>
                </a:cxn>
                <a:cxn ang="0">
                  <a:pos x="T6" y="T7"/>
                </a:cxn>
                <a:cxn ang="0">
                  <a:pos x="T8" y="T9"/>
                </a:cxn>
              </a:cxnLst>
              <a:rect l="0" t="0" r="r" b="b"/>
              <a:pathLst>
                <a:path w="26" h="36">
                  <a:moveTo>
                    <a:pt x="25" y="19"/>
                  </a:moveTo>
                  <a:cubicBezTo>
                    <a:pt x="24" y="29"/>
                    <a:pt x="18" y="36"/>
                    <a:pt x="11" y="35"/>
                  </a:cubicBezTo>
                  <a:cubicBezTo>
                    <a:pt x="5" y="35"/>
                    <a:pt x="0" y="26"/>
                    <a:pt x="1" y="17"/>
                  </a:cubicBezTo>
                  <a:cubicBezTo>
                    <a:pt x="2" y="7"/>
                    <a:pt x="8" y="0"/>
                    <a:pt x="15" y="1"/>
                  </a:cubicBezTo>
                  <a:cubicBezTo>
                    <a:pt x="21" y="1"/>
                    <a:pt x="26" y="10"/>
                    <a:pt x="25" y="19"/>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20" name="Freeform 96"/>
            <p:cNvSpPr>
              <a:spLocks/>
            </p:cNvSpPr>
            <p:nvPr/>
          </p:nvSpPr>
          <p:spPr bwMode="auto">
            <a:xfrm>
              <a:off x="3455963" y="3249427"/>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21" name="Freeform 96"/>
            <p:cNvSpPr>
              <a:spLocks/>
            </p:cNvSpPr>
            <p:nvPr/>
          </p:nvSpPr>
          <p:spPr bwMode="auto">
            <a:xfrm>
              <a:off x="3458344" y="3359691"/>
              <a:ext cx="38167" cy="56057"/>
            </a:xfrm>
            <a:custGeom>
              <a:avLst/>
              <a:gdLst>
                <a:gd name="T0" fmla="*/ 24 w 24"/>
                <a:gd name="T1" fmla="*/ 17 h 35"/>
                <a:gd name="T2" fmla="*/ 13 w 24"/>
                <a:gd name="T3" fmla="*/ 35 h 35"/>
                <a:gd name="T4" fmla="*/ 0 w 24"/>
                <a:gd name="T5" fmla="*/ 18 h 35"/>
                <a:gd name="T6" fmla="*/ 11 w 24"/>
                <a:gd name="T7" fmla="*/ 0 h 35"/>
                <a:gd name="T8" fmla="*/ 24 w 24"/>
                <a:gd name="T9" fmla="*/ 17 h 35"/>
              </a:gdLst>
              <a:ahLst/>
              <a:cxnLst>
                <a:cxn ang="0">
                  <a:pos x="T0" y="T1"/>
                </a:cxn>
                <a:cxn ang="0">
                  <a:pos x="T2" y="T3"/>
                </a:cxn>
                <a:cxn ang="0">
                  <a:pos x="T4" y="T5"/>
                </a:cxn>
                <a:cxn ang="0">
                  <a:pos x="T6" y="T7"/>
                </a:cxn>
                <a:cxn ang="0">
                  <a:pos x="T8" y="T9"/>
                </a:cxn>
              </a:cxnLst>
              <a:rect l="0" t="0" r="r" b="b"/>
              <a:pathLst>
                <a:path w="24" h="35">
                  <a:moveTo>
                    <a:pt x="24" y="17"/>
                  </a:moveTo>
                  <a:cubicBezTo>
                    <a:pt x="24" y="27"/>
                    <a:pt x="19" y="35"/>
                    <a:pt x="13" y="35"/>
                  </a:cubicBezTo>
                  <a:cubicBezTo>
                    <a:pt x="6" y="35"/>
                    <a:pt x="1" y="28"/>
                    <a:pt x="0" y="18"/>
                  </a:cubicBezTo>
                  <a:cubicBezTo>
                    <a:pt x="0" y="9"/>
                    <a:pt x="5" y="1"/>
                    <a:pt x="11" y="0"/>
                  </a:cubicBezTo>
                  <a:cubicBezTo>
                    <a:pt x="18" y="0"/>
                    <a:pt x="23" y="8"/>
                    <a:pt x="24" y="17"/>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nvGrpSpPr>
            <p:cNvPr id="22" name="Group 21"/>
            <p:cNvGrpSpPr/>
            <p:nvPr/>
          </p:nvGrpSpPr>
          <p:grpSpPr>
            <a:xfrm rot="694546" flipH="1">
              <a:off x="3765635" y="2094931"/>
              <a:ext cx="89826" cy="224565"/>
              <a:chOff x="5836327" y="2247088"/>
              <a:chExt cx="130060" cy="325149"/>
            </a:xfrm>
          </p:grpSpPr>
          <p:sp>
            <p:nvSpPr>
              <p:cNvPr id="52" name="Freeform 51"/>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3" name="Freeform 52"/>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23" name="Group 22"/>
            <p:cNvGrpSpPr/>
            <p:nvPr/>
          </p:nvGrpSpPr>
          <p:grpSpPr>
            <a:xfrm rot="20905454">
              <a:off x="3049520" y="2097677"/>
              <a:ext cx="89826" cy="224565"/>
              <a:chOff x="5836327" y="2247088"/>
              <a:chExt cx="130060" cy="325149"/>
            </a:xfrm>
          </p:grpSpPr>
          <p:sp>
            <p:nvSpPr>
              <p:cNvPr id="50" name="Freeform 49"/>
              <p:cNvSpPr>
                <a:spLocks/>
              </p:cNvSpPr>
              <p:nvPr/>
            </p:nvSpPr>
            <p:spPr bwMode="auto">
              <a:xfrm>
                <a:off x="5836327" y="2247088"/>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51" name="Freeform 50"/>
              <p:cNvSpPr>
                <a:spLocks/>
              </p:cNvSpPr>
              <p:nvPr/>
            </p:nvSpPr>
            <p:spPr bwMode="auto">
              <a:xfrm>
                <a:off x="5863421" y="2301279"/>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24" name="Group 23"/>
            <p:cNvGrpSpPr/>
            <p:nvPr/>
          </p:nvGrpSpPr>
          <p:grpSpPr>
            <a:xfrm>
              <a:off x="3106565" y="1845534"/>
              <a:ext cx="697300" cy="730906"/>
              <a:chOff x="8166769" y="4034040"/>
              <a:chExt cx="1017381" cy="1009306"/>
            </a:xfrm>
          </p:grpSpPr>
          <p:sp>
            <p:nvSpPr>
              <p:cNvPr id="48" name="Freeform 296"/>
              <p:cNvSpPr>
                <a:spLocks/>
              </p:cNvSpPr>
              <p:nvPr/>
            </p:nvSpPr>
            <p:spPr bwMode="auto">
              <a:xfrm flipH="1">
                <a:off x="8166769" y="4034040"/>
                <a:ext cx="1017380" cy="1009306"/>
              </a:xfrm>
              <a:custGeom>
                <a:avLst/>
                <a:gdLst>
                  <a:gd name="T0" fmla="*/ 80 w 160"/>
                  <a:gd name="T1" fmla="*/ 0 h 158"/>
                  <a:gd name="T2" fmla="*/ 85 w 160"/>
                  <a:gd name="T3" fmla="*/ 1 h 158"/>
                  <a:gd name="T4" fmla="*/ 139 w 160"/>
                  <a:gd name="T5" fmla="*/ 1 h 158"/>
                  <a:gd name="T6" fmla="*/ 143 w 160"/>
                  <a:gd name="T7" fmla="*/ 18 h 158"/>
                  <a:gd name="T8" fmla="*/ 160 w 160"/>
                  <a:gd name="T9" fmla="*/ 35 h 158"/>
                  <a:gd name="T10" fmla="*/ 160 w 160"/>
                  <a:gd name="T11" fmla="*/ 77 h 158"/>
                  <a:gd name="T12" fmla="*/ 159 w 160"/>
                  <a:gd name="T13" fmla="*/ 77 h 158"/>
                  <a:gd name="T14" fmla="*/ 159 w 160"/>
                  <a:gd name="T15" fmla="*/ 79 h 158"/>
                  <a:gd name="T16" fmla="*/ 80 w 160"/>
                  <a:gd name="T17" fmla="*/ 158 h 158"/>
                  <a:gd name="T18" fmla="*/ 0 w 160"/>
                  <a:gd name="T19" fmla="*/ 79 h 158"/>
                  <a:gd name="T20" fmla="*/ 0 w 160"/>
                  <a:gd name="T21" fmla="*/ 73 h 158"/>
                  <a:gd name="T22" fmla="*/ 0 w 160"/>
                  <a:gd name="T23" fmla="*/ 17 h 158"/>
                  <a:gd name="T24" fmla="*/ 12 w 160"/>
                  <a:gd name="T25" fmla="*/ 1 h 158"/>
                  <a:gd name="T26" fmla="*/ 75 w 160"/>
                  <a:gd name="T27" fmla="*/ 1 h 158"/>
                  <a:gd name="T28" fmla="*/ 80 w 160"/>
                  <a:gd name="T2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158">
                    <a:moveTo>
                      <a:pt x="80" y="0"/>
                    </a:moveTo>
                    <a:cubicBezTo>
                      <a:pt x="81" y="0"/>
                      <a:pt x="83" y="1"/>
                      <a:pt x="85" y="1"/>
                    </a:cubicBezTo>
                    <a:cubicBezTo>
                      <a:pt x="139" y="1"/>
                      <a:pt x="139" y="1"/>
                      <a:pt x="139" y="1"/>
                    </a:cubicBezTo>
                    <a:cubicBezTo>
                      <a:pt x="143" y="18"/>
                      <a:pt x="143" y="18"/>
                      <a:pt x="143" y="18"/>
                    </a:cubicBezTo>
                    <a:cubicBezTo>
                      <a:pt x="160" y="35"/>
                      <a:pt x="160" y="35"/>
                      <a:pt x="160" y="35"/>
                    </a:cubicBezTo>
                    <a:cubicBezTo>
                      <a:pt x="160" y="77"/>
                      <a:pt x="160" y="77"/>
                      <a:pt x="160" y="77"/>
                    </a:cubicBezTo>
                    <a:cubicBezTo>
                      <a:pt x="159" y="77"/>
                      <a:pt x="159" y="77"/>
                      <a:pt x="159" y="77"/>
                    </a:cubicBezTo>
                    <a:cubicBezTo>
                      <a:pt x="159" y="78"/>
                      <a:pt x="159" y="79"/>
                      <a:pt x="159" y="79"/>
                    </a:cubicBezTo>
                    <a:cubicBezTo>
                      <a:pt x="159" y="123"/>
                      <a:pt x="124" y="158"/>
                      <a:pt x="80" y="158"/>
                    </a:cubicBezTo>
                    <a:cubicBezTo>
                      <a:pt x="36" y="158"/>
                      <a:pt x="0" y="123"/>
                      <a:pt x="0" y="79"/>
                    </a:cubicBezTo>
                    <a:cubicBezTo>
                      <a:pt x="0" y="77"/>
                      <a:pt x="0" y="75"/>
                      <a:pt x="0" y="73"/>
                    </a:cubicBezTo>
                    <a:cubicBezTo>
                      <a:pt x="0" y="17"/>
                      <a:pt x="0" y="17"/>
                      <a:pt x="0" y="17"/>
                    </a:cubicBezTo>
                    <a:cubicBezTo>
                      <a:pt x="12" y="1"/>
                      <a:pt x="12" y="1"/>
                      <a:pt x="12" y="1"/>
                    </a:cubicBezTo>
                    <a:cubicBezTo>
                      <a:pt x="75" y="1"/>
                      <a:pt x="75" y="1"/>
                      <a:pt x="75" y="1"/>
                    </a:cubicBezTo>
                    <a:cubicBezTo>
                      <a:pt x="76" y="1"/>
                      <a:pt x="78" y="0"/>
                      <a:pt x="80" y="0"/>
                    </a:cubicBez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9" name="Freeform 297"/>
              <p:cNvSpPr>
                <a:spLocks/>
              </p:cNvSpPr>
              <p:nvPr/>
            </p:nvSpPr>
            <p:spPr bwMode="auto">
              <a:xfrm flipH="1">
                <a:off x="8745437" y="4039423"/>
                <a:ext cx="438713" cy="995848"/>
              </a:xfrm>
              <a:custGeom>
                <a:avLst/>
                <a:gdLst>
                  <a:gd name="T0" fmla="*/ 69 w 69"/>
                  <a:gd name="T1" fmla="*/ 156 h 156"/>
                  <a:gd name="T2" fmla="*/ 0 w 69"/>
                  <a:gd name="T3" fmla="*/ 78 h 156"/>
                  <a:gd name="T4" fmla="*/ 0 w 69"/>
                  <a:gd name="T5" fmla="*/ 72 h 156"/>
                  <a:gd name="T6" fmla="*/ 0 w 69"/>
                  <a:gd name="T7" fmla="*/ 16 h 156"/>
                  <a:gd name="T8" fmla="*/ 12 w 69"/>
                  <a:gd name="T9" fmla="*/ 0 h 156"/>
                  <a:gd name="T10" fmla="*/ 69 w 69"/>
                  <a:gd name="T11" fmla="*/ 0 h 156"/>
                  <a:gd name="T12" fmla="*/ 69 w 69"/>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69" h="156">
                    <a:moveTo>
                      <a:pt x="69" y="156"/>
                    </a:moveTo>
                    <a:cubicBezTo>
                      <a:pt x="30" y="151"/>
                      <a:pt x="0" y="118"/>
                      <a:pt x="0" y="78"/>
                    </a:cubicBezTo>
                    <a:cubicBezTo>
                      <a:pt x="0" y="76"/>
                      <a:pt x="0" y="74"/>
                      <a:pt x="0" y="72"/>
                    </a:cubicBezTo>
                    <a:cubicBezTo>
                      <a:pt x="0" y="16"/>
                      <a:pt x="0" y="16"/>
                      <a:pt x="0" y="16"/>
                    </a:cubicBezTo>
                    <a:cubicBezTo>
                      <a:pt x="12" y="0"/>
                      <a:pt x="12" y="0"/>
                      <a:pt x="12" y="0"/>
                    </a:cubicBezTo>
                    <a:cubicBezTo>
                      <a:pt x="69" y="0"/>
                      <a:pt x="69" y="0"/>
                      <a:pt x="69" y="0"/>
                    </a:cubicBezTo>
                    <a:lnTo>
                      <a:pt x="69" y="156"/>
                    </a:lnTo>
                    <a:close/>
                  </a:path>
                </a:pathLst>
              </a:custGeom>
              <a:solidFill>
                <a:srgbClr val="FFDCB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
          <p:nvSpPr>
            <p:cNvPr id="25" name="Freeform 24"/>
            <p:cNvSpPr/>
            <p:nvPr/>
          </p:nvSpPr>
          <p:spPr>
            <a:xfrm rot="1142545">
              <a:off x="3130169" y="1668893"/>
              <a:ext cx="722764" cy="562400"/>
            </a:xfrm>
            <a:custGeom>
              <a:avLst/>
              <a:gdLst>
                <a:gd name="connsiteX0" fmla="*/ 249439 w 722764"/>
                <a:gd name="connsiteY0" fmla="*/ 0 h 562400"/>
                <a:gd name="connsiteX1" fmla="*/ 267217 w 722764"/>
                <a:gd name="connsiteY1" fmla="*/ 70473 h 562400"/>
                <a:gd name="connsiteX2" fmla="*/ 497427 w 722764"/>
                <a:gd name="connsiteY2" fmla="*/ 35702 h 562400"/>
                <a:gd name="connsiteX3" fmla="*/ 705044 w 722764"/>
                <a:gd name="connsiteY3" fmla="*/ 276861 h 562400"/>
                <a:gd name="connsiteX4" fmla="*/ 722764 w 722764"/>
                <a:gd name="connsiteY4" fmla="*/ 328201 h 562400"/>
                <a:gd name="connsiteX5" fmla="*/ 699367 w 722764"/>
                <a:gd name="connsiteY5" fmla="*/ 336277 h 562400"/>
                <a:gd name="connsiteX6" fmla="*/ 681646 w 722764"/>
                <a:gd name="connsiteY6" fmla="*/ 284937 h 562400"/>
                <a:gd name="connsiteX7" fmla="*/ 645237 w 722764"/>
                <a:gd name="connsiteY7" fmla="*/ 224866 h 562400"/>
                <a:gd name="connsiteX8" fmla="*/ 640876 w 722764"/>
                <a:gd name="connsiteY8" fmla="*/ 231814 h 562400"/>
                <a:gd name="connsiteX9" fmla="*/ 430289 w 722764"/>
                <a:gd name="connsiteY9" fmla="*/ 276714 h 562400"/>
                <a:gd name="connsiteX10" fmla="*/ 268682 w 722764"/>
                <a:gd name="connsiteY10" fmla="*/ 255182 h 562400"/>
                <a:gd name="connsiteX11" fmla="*/ 254712 w 722764"/>
                <a:gd name="connsiteY11" fmla="*/ 248517 h 562400"/>
                <a:gd name="connsiteX12" fmla="*/ 242396 w 722764"/>
                <a:gd name="connsiteY12" fmla="*/ 252321 h 562400"/>
                <a:gd name="connsiteX13" fmla="*/ 241723 w 722764"/>
                <a:gd name="connsiteY13" fmla="*/ 253889 h 562400"/>
                <a:gd name="connsiteX14" fmla="*/ 167607 w 722764"/>
                <a:gd name="connsiteY14" fmla="*/ 338711 h 562400"/>
                <a:gd name="connsiteX15" fmla="*/ 73868 w 722764"/>
                <a:gd name="connsiteY15" fmla="*/ 401167 h 562400"/>
                <a:gd name="connsiteX16" fmla="*/ 44424 w 722764"/>
                <a:gd name="connsiteY16" fmla="*/ 409476 h 562400"/>
                <a:gd name="connsiteX17" fmla="*/ 44369 w 722764"/>
                <a:gd name="connsiteY17" fmla="*/ 455221 h 562400"/>
                <a:gd name="connsiteX18" fmla="*/ 49910 w 722764"/>
                <a:gd name="connsiteY18" fmla="*/ 502984 h 562400"/>
                <a:gd name="connsiteX19" fmla="*/ 67631 w 722764"/>
                <a:gd name="connsiteY19" fmla="*/ 554324 h 562400"/>
                <a:gd name="connsiteX20" fmla="*/ 44233 w 722764"/>
                <a:gd name="connsiteY20" fmla="*/ 562400 h 562400"/>
                <a:gd name="connsiteX21" fmla="*/ 24544 w 722764"/>
                <a:gd name="connsiteY21" fmla="*/ 505356 h 562400"/>
                <a:gd name="connsiteX22" fmla="*/ 82119 w 722764"/>
                <a:gd name="connsiteY22" fmla="*/ 179048 h 562400"/>
                <a:gd name="connsiteX23" fmla="*/ 136618 w 722764"/>
                <a:gd name="connsiteY23" fmla="*/ 128317 h 562400"/>
                <a:gd name="connsiteX24" fmla="*/ 249439 w 722764"/>
                <a:gd name="connsiteY24" fmla="*/ 0 h 5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2764" h="562400">
                  <a:moveTo>
                    <a:pt x="249439" y="0"/>
                  </a:moveTo>
                  <a:cubicBezTo>
                    <a:pt x="237913" y="61435"/>
                    <a:pt x="267217" y="70473"/>
                    <a:pt x="267217" y="70473"/>
                  </a:cubicBezTo>
                  <a:cubicBezTo>
                    <a:pt x="317835" y="27465"/>
                    <a:pt x="446637" y="21313"/>
                    <a:pt x="497427" y="35702"/>
                  </a:cubicBezTo>
                  <a:cubicBezTo>
                    <a:pt x="659529" y="69129"/>
                    <a:pt x="695142" y="229206"/>
                    <a:pt x="705044" y="276861"/>
                  </a:cubicBezTo>
                  <a:cubicBezTo>
                    <a:pt x="701163" y="284585"/>
                    <a:pt x="722764" y="328201"/>
                    <a:pt x="722764" y="328201"/>
                  </a:cubicBezTo>
                  <a:cubicBezTo>
                    <a:pt x="722764" y="328201"/>
                    <a:pt x="722764" y="328201"/>
                    <a:pt x="699367" y="336277"/>
                  </a:cubicBezTo>
                  <a:cubicBezTo>
                    <a:pt x="697398" y="330572"/>
                    <a:pt x="683615" y="290641"/>
                    <a:pt x="681646" y="284937"/>
                  </a:cubicBezTo>
                  <a:lnTo>
                    <a:pt x="645237" y="224866"/>
                  </a:lnTo>
                  <a:lnTo>
                    <a:pt x="640876" y="231814"/>
                  </a:lnTo>
                  <a:cubicBezTo>
                    <a:pt x="606180" y="258200"/>
                    <a:pt x="524956" y="276714"/>
                    <a:pt x="430289" y="276714"/>
                  </a:cubicBezTo>
                  <a:cubicBezTo>
                    <a:pt x="367178" y="276714"/>
                    <a:pt x="310041" y="268486"/>
                    <a:pt x="268682" y="255182"/>
                  </a:cubicBezTo>
                  <a:lnTo>
                    <a:pt x="254712" y="248517"/>
                  </a:lnTo>
                  <a:lnTo>
                    <a:pt x="242396" y="252321"/>
                  </a:lnTo>
                  <a:lnTo>
                    <a:pt x="241723" y="253889"/>
                  </a:lnTo>
                  <a:cubicBezTo>
                    <a:pt x="226306" y="279644"/>
                    <a:pt x="200383" y="309953"/>
                    <a:pt x="167607" y="338711"/>
                  </a:cubicBezTo>
                  <a:cubicBezTo>
                    <a:pt x="134831" y="367469"/>
                    <a:pt x="101409" y="389231"/>
                    <a:pt x="73868" y="401167"/>
                  </a:cubicBezTo>
                  <a:lnTo>
                    <a:pt x="44424" y="409476"/>
                  </a:lnTo>
                  <a:lnTo>
                    <a:pt x="44369" y="455221"/>
                  </a:lnTo>
                  <a:cubicBezTo>
                    <a:pt x="45680" y="475317"/>
                    <a:pt x="47927" y="492497"/>
                    <a:pt x="49910" y="502984"/>
                  </a:cubicBezTo>
                  <a:cubicBezTo>
                    <a:pt x="51879" y="508689"/>
                    <a:pt x="67631" y="554324"/>
                    <a:pt x="67631" y="554324"/>
                  </a:cubicBezTo>
                  <a:cubicBezTo>
                    <a:pt x="67631" y="554324"/>
                    <a:pt x="67631" y="554324"/>
                    <a:pt x="44233" y="562400"/>
                  </a:cubicBezTo>
                  <a:cubicBezTo>
                    <a:pt x="42264" y="556696"/>
                    <a:pt x="26512" y="511060"/>
                    <a:pt x="24544" y="505356"/>
                  </a:cubicBezTo>
                  <a:cubicBezTo>
                    <a:pt x="-54328" y="238912"/>
                    <a:pt x="82119" y="179048"/>
                    <a:pt x="82119" y="179048"/>
                  </a:cubicBezTo>
                  <a:cubicBezTo>
                    <a:pt x="66368" y="133413"/>
                    <a:pt x="136618" y="128317"/>
                    <a:pt x="136618" y="128317"/>
                  </a:cubicBezTo>
                  <a:cubicBezTo>
                    <a:pt x="118898" y="76977"/>
                    <a:pt x="249439" y="0"/>
                    <a:pt x="249439" y="0"/>
                  </a:cubicBezTo>
                  <a:close/>
                </a:path>
              </a:pathLst>
            </a:custGeom>
            <a:solidFill>
              <a:srgbClr val="725C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Freeform 25"/>
            <p:cNvSpPr>
              <a:spLocks/>
            </p:cNvSpPr>
            <p:nvPr/>
          </p:nvSpPr>
          <p:spPr bwMode="auto">
            <a:xfrm>
              <a:off x="3443363" y="2218042"/>
              <a:ext cx="65773" cy="98661"/>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nvGrpSpPr>
            <p:cNvPr id="27" name="Group 26"/>
            <p:cNvGrpSpPr/>
            <p:nvPr/>
          </p:nvGrpSpPr>
          <p:grpSpPr>
            <a:xfrm>
              <a:off x="3186152" y="2034312"/>
              <a:ext cx="562365" cy="194530"/>
              <a:chOff x="4085835" y="2438386"/>
              <a:chExt cx="746990" cy="258394"/>
            </a:xfrm>
          </p:grpSpPr>
          <p:sp>
            <p:nvSpPr>
              <p:cNvPr id="40" name="Freeform 39"/>
              <p:cNvSpPr>
                <a:spLocks/>
              </p:cNvSpPr>
              <p:nvPr/>
            </p:nvSpPr>
            <p:spPr bwMode="auto">
              <a:xfrm>
                <a:off x="4085835" y="2438386"/>
                <a:ext cx="202018" cy="93961"/>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1" name="Freeform 40"/>
              <p:cNvSpPr>
                <a:spLocks/>
              </p:cNvSpPr>
              <p:nvPr/>
            </p:nvSpPr>
            <p:spPr bwMode="auto">
              <a:xfrm>
                <a:off x="4118720" y="2508857"/>
                <a:ext cx="216111" cy="187923"/>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2" name="Oval 41"/>
              <p:cNvSpPr>
                <a:spLocks noChangeArrowheads="1"/>
              </p:cNvSpPr>
              <p:nvPr/>
            </p:nvSpPr>
            <p:spPr bwMode="auto">
              <a:xfrm>
                <a:off x="4175096" y="2532346"/>
                <a:ext cx="136245" cy="13154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3" name="Oval 42"/>
              <p:cNvSpPr>
                <a:spLocks noChangeArrowheads="1"/>
              </p:cNvSpPr>
              <p:nvPr/>
            </p:nvSpPr>
            <p:spPr bwMode="auto">
              <a:xfrm>
                <a:off x="4198589" y="2565234"/>
                <a:ext cx="32888" cy="328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4" name="Freeform 43"/>
              <p:cNvSpPr>
                <a:spLocks/>
              </p:cNvSpPr>
              <p:nvPr/>
            </p:nvSpPr>
            <p:spPr bwMode="auto">
              <a:xfrm>
                <a:off x="4635507" y="2438386"/>
                <a:ext cx="197318" cy="93961"/>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5" name="Freeform 44"/>
              <p:cNvSpPr>
                <a:spLocks/>
              </p:cNvSpPr>
              <p:nvPr/>
            </p:nvSpPr>
            <p:spPr bwMode="auto">
              <a:xfrm>
                <a:off x="4579130" y="2508857"/>
                <a:ext cx="220811" cy="187923"/>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6" name="Oval 45"/>
              <p:cNvSpPr>
                <a:spLocks noChangeArrowheads="1"/>
              </p:cNvSpPr>
              <p:nvPr/>
            </p:nvSpPr>
            <p:spPr bwMode="auto">
              <a:xfrm>
                <a:off x="4612018" y="2532346"/>
                <a:ext cx="131546" cy="13154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47" name="Oval 46"/>
              <p:cNvSpPr>
                <a:spLocks noChangeArrowheads="1"/>
              </p:cNvSpPr>
              <p:nvPr/>
            </p:nvSpPr>
            <p:spPr bwMode="auto">
              <a:xfrm>
                <a:off x="4691884" y="2565234"/>
                <a:ext cx="32888" cy="328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sp>
          <p:nvSpPr>
            <p:cNvPr id="28" name="Freeform 101"/>
            <p:cNvSpPr>
              <a:spLocks/>
            </p:cNvSpPr>
            <p:nvPr/>
          </p:nvSpPr>
          <p:spPr bwMode="auto">
            <a:xfrm>
              <a:off x="3550534" y="5039543"/>
              <a:ext cx="408691" cy="149563"/>
            </a:xfrm>
            <a:custGeom>
              <a:avLst/>
              <a:gdLst>
                <a:gd name="T0" fmla="*/ 47 w 99"/>
                <a:gd name="T1" fmla="*/ 0 h 36"/>
                <a:gd name="T2" fmla="*/ 49 w 99"/>
                <a:gd name="T3" fmla="*/ 0 h 36"/>
                <a:gd name="T4" fmla="*/ 51 w 99"/>
                <a:gd name="T5" fmla="*/ 0 h 36"/>
                <a:gd name="T6" fmla="*/ 52 w 99"/>
                <a:gd name="T7" fmla="*/ 0 h 36"/>
                <a:gd name="T8" fmla="*/ 52 w 99"/>
                <a:gd name="T9" fmla="*/ 0 h 36"/>
                <a:gd name="T10" fmla="*/ 99 w 99"/>
                <a:gd name="T11" fmla="*/ 36 h 36"/>
                <a:gd name="T12" fmla="*/ 0 w 99"/>
                <a:gd name="T13" fmla="*/ 36 h 36"/>
                <a:gd name="T14" fmla="*/ 0 w 99"/>
                <a:gd name="T15" fmla="*/ 0 h 36"/>
                <a:gd name="T16" fmla="*/ 47 w 9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36">
                  <a:moveTo>
                    <a:pt x="47" y="0"/>
                  </a:moveTo>
                  <a:cubicBezTo>
                    <a:pt x="48" y="0"/>
                    <a:pt x="49" y="0"/>
                    <a:pt x="49" y="0"/>
                  </a:cubicBezTo>
                  <a:cubicBezTo>
                    <a:pt x="50" y="0"/>
                    <a:pt x="51" y="0"/>
                    <a:pt x="51" y="0"/>
                  </a:cubicBezTo>
                  <a:cubicBezTo>
                    <a:pt x="52" y="0"/>
                    <a:pt x="52" y="0"/>
                    <a:pt x="52" y="0"/>
                  </a:cubicBezTo>
                  <a:cubicBezTo>
                    <a:pt x="52" y="0"/>
                    <a:pt x="52" y="0"/>
                    <a:pt x="52" y="0"/>
                  </a:cubicBezTo>
                  <a:cubicBezTo>
                    <a:pt x="78" y="2"/>
                    <a:pt x="99" y="17"/>
                    <a:pt x="99" y="36"/>
                  </a:cubicBezTo>
                  <a:cubicBezTo>
                    <a:pt x="0" y="36"/>
                    <a:pt x="0" y="36"/>
                    <a:pt x="0" y="36"/>
                  </a:cubicBezTo>
                  <a:cubicBezTo>
                    <a:pt x="0" y="0"/>
                    <a:pt x="0" y="0"/>
                    <a:pt x="0" y="0"/>
                  </a:cubicBezTo>
                  <a:lnTo>
                    <a:pt x="47" y="0"/>
                  </a:lnTo>
                  <a:close/>
                </a:path>
              </a:pathLst>
            </a:custGeom>
            <a:solidFill>
              <a:srgbClr val="54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29" name="Freeform 102"/>
            <p:cNvSpPr>
              <a:spLocks/>
            </p:cNvSpPr>
            <p:nvPr/>
          </p:nvSpPr>
          <p:spPr bwMode="auto">
            <a:xfrm>
              <a:off x="3028332" y="5039543"/>
              <a:ext cx="406950" cy="149563"/>
            </a:xfrm>
            <a:custGeom>
              <a:avLst/>
              <a:gdLst>
                <a:gd name="T0" fmla="*/ 52 w 99"/>
                <a:gd name="T1" fmla="*/ 0 h 36"/>
                <a:gd name="T2" fmla="*/ 50 w 99"/>
                <a:gd name="T3" fmla="*/ 0 h 36"/>
                <a:gd name="T4" fmla="*/ 48 w 99"/>
                <a:gd name="T5" fmla="*/ 0 h 36"/>
                <a:gd name="T6" fmla="*/ 47 w 99"/>
                <a:gd name="T7" fmla="*/ 0 h 36"/>
                <a:gd name="T8" fmla="*/ 47 w 99"/>
                <a:gd name="T9" fmla="*/ 0 h 36"/>
                <a:gd name="T10" fmla="*/ 0 w 99"/>
                <a:gd name="T11" fmla="*/ 36 h 36"/>
                <a:gd name="T12" fmla="*/ 99 w 99"/>
                <a:gd name="T13" fmla="*/ 36 h 36"/>
                <a:gd name="T14" fmla="*/ 99 w 99"/>
                <a:gd name="T15" fmla="*/ 0 h 36"/>
                <a:gd name="T16" fmla="*/ 52 w 9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36">
                  <a:moveTo>
                    <a:pt x="52" y="0"/>
                  </a:moveTo>
                  <a:cubicBezTo>
                    <a:pt x="51" y="0"/>
                    <a:pt x="50" y="0"/>
                    <a:pt x="50" y="0"/>
                  </a:cubicBezTo>
                  <a:cubicBezTo>
                    <a:pt x="49" y="0"/>
                    <a:pt x="48" y="0"/>
                    <a:pt x="48" y="0"/>
                  </a:cubicBezTo>
                  <a:cubicBezTo>
                    <a:pt x="47" y="0"/>
                    <a:pt x="47" y="0"/>
                    <a:pt x="47" y="0"/>
                  </a:cubicBezTo>
                  <a:cubicBezTo>
                    <a:pt x="47" y="0"/>
                    <a:pt x="47" y="0"/>
                    <a:pt x="47" y="0"/>
                  </a:cubicBezTo>
                  <a:cubicBezTo>
                    <a:pt x="21" y="2"/>
                    <a:pt x="0" y="17"/>
                    <a:pt x="0" y="36"/>
                  </a:cubicBezTo>
                  <a:cubicBezTo>
                    <a:pt x="99" y="36"/>
                    <a:pt x="99" y="36"/>
                    <a:pt x="99" y="36"/>
                  </a:cubicBezTo>
                  <a:cubicBezTo>
                    <a:pt x="99" y="0"/>
                    <a:pt x="99" y="0"/>
                    <a:pt x="99" y="0"/>
                  </a:cubicBezTo>
                  <a:lnTo>
                    <a:pt x="52" y="0"/>
                  </a:lnTo>
                  <a:close/>
                </a:path>
              </a:pathLst>
            </a:custGeom>
            <a:solidFill>
              <a:srgbClr val="54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30" name="Freeform 29"/>
            <p:cNvSpPr>
              <a:spLocks/>
            </p:cNvSpPr>
            <p:nvPr/>
          </p:nvSpPr>
          <p:spPr bwMode="auto">
            <a:xfrm>
              <a:off x="3556073" y="3515927"/>
              <a:ext cx="180000" cy="9396"/>
            </a:xfrm>
            <a:custGeom>
              <a:avLst/>
              <a:gdLst>
                <a:gd name="T0" fmla="*/ 23 w 23"/>
                <a:gd name="T1" fmla="*/ 0 h 1"/>
                <a:gd name="T2" fmla="*/ 0 w 23"/>
                <a:gd name="T3" fmla="*/ 0 h 1"/>
                <a:gd name="T4" fmla="*/ 11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cubicBezTo>
                    <a:pt x="0" y="0"/>
                    <a:pt x="0" y="0"/>
                    <a:pt x="0" y="0"/>
                  </a:cubicBezTo>
                  <a:cubicBezTo>
                    <a:pt x="0" y="0"/>
                    <a:pt x="4" y="1"/>
                    <a:pt x="11" y="1"/>
                  </a:cubicBezTo>
                  <a:cubicBezTo>
                    <a:pt x="14" y="1"/>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nvGrpSpPr>
            <p:cNvPr id="31" name="Group 30"/>
            <p:cNvGrpSpPr/>
            <p:nvPr/>
          </p:nvGrpSpPr>
          <p:grpSpPr>
            <a:xfrm>
              <a:off x="3300800" y="2725954"/>
              <a:ext cx="509011" cy="711962"/>
              <a:chOff x="3297073" y="2751109"/>
              <a:chExt cx="509011" cy="711962"/>
            </a:xfrm>
          </p:grpSpPr>
          <p:sp>
            <p:nvSpPr>
              <p:cNvPr id="36" name="Freeform 35"/>
              <p:cNvSpPr>
                <a:spLocks/>
              </p:cNvSpPr>
              <p:nvPr/>
            </p:nvSpPr>
            <p:spPr bwMode="auto">
              <a:xfrm flipH="1">
                <a:off x="3297073" y="2751109"/>
                <a:ext cx="498735" cy="711962"/>
              </a:xfrm>
              <a:custGeom>
                <a:avLst/>
                <a:gdLst>
                  <a:gd name="connsiteX0" fmla="*/ 1498959 w 3279375"/>
                  <a:gd name="connsiteY0" fmla="*/ 0 h 4681430"/>
                  <a:gd name="connsiteX1" fmla="*/ 1470705 w 3279375"/>
                  <a:gd name="connsiteY1" fmla="*/ 0 h 4681430"/>
                  <a:gd name="connsiteX2" fmla="*/ 1218988 w 3279375"/>
                  <a:gd name="connsiteY2" fmla="*/ 225522 h 4681430"/>
                  <a:gd name="connsiteX3" fmla="*/ 1218988 w 3279375"/>
                  <a:gd name="connsiteY3" fmla="*/ 2125253 h 4681430"/>
                  <a:gd name="connsiteX4" fmla="*/ 1218988 w 3279375"/>
                  <a:gd name="connsiteY4" fmla="*/ 2128596 h 4681430"/>
                  <a:gd name="connsiteX5" fmla="*/ 1191662 w 3279375"/>
                  <a:gd name="connsiteY5" fmla="*/ 2128596 h 4681430"/>
                  <a:gd name="connsiteX6" fmla="*/ 1133770 w 3279375"/>
                  <a:gd name="connsiteY6" fmla="*/ 2128596 h 4681430"/>
                  <a:gd name="connsiteX7" fmla="*/ 1133770 w 3279375"/>
                  <a:gd name="connsiteY7" fmla="*/ 1853157 h 4681430"/>
                  <a:gd name="connsiteX8" fmla="*/ 1133770 w 3279375"/>
                  <a:gd name="connsiteY8" fmla="*/ 520472 h 4681430"/>
                  <a:gd name="connsiteX9" fmla="*/ 882054 w 3279375"/>
                  <a:gd name="connsiteY9" fmla="*/ 292704 h 4681430"/>
                  <a:gd name="connsiteX10" fmla="*/ 853800 w 3279375"/>
                  <a:gd name="connsiteY10" fmla="*/ 292704 h 4681430"/>
                  <a:gd name="connsiteX11" fmla="*/ 602083 w 3279375"/>
                  <a:gd name="connsiteY11" fmla="*/ 520472 h 4681430"/>
                  <a:gd name="connsiteX12" fmla="*/ 602083 w 3279375"/>
                  <a:gd name="connsiteY12" fmla="*/ 2112586 h 4681430"/>
                  <a:gd name="connsiteX13" fmla="*/ 602083 w 3279375"/>
                  <a:gd name="connsiteY13" fmla="*/ 2128596 h 4681430"/>
                  <a:gd name="connsiteX14" fmla="*/ 531688 w 3279375"/>
                  <a:gd name="connsiteY14" fmla="*/ 2128596 h 4681430"/>
                  <a:gd name="connsiteX15" fmla="*/ 531688 w 3279375"/>
                  <a:gd name="connsiteY15" fmla="*/ 1930726 h 4681430"/>
                  <a:gd name="connsiteX16" fmla="*/ 531688 w 3279375"/>
                  <a:gd name="connsiteY16" fmla="*/ 961139 h 4681430"/>
                  <a:gd name="connsiteX17" fmla="*/ 279972 w 3279375"/>
                  <a:gd name="connsiteY17" fmla="*/ 735467 h 4681430"/>
                  <a:gd name="connsiteX18" fmla="*/ 251718 w 3279375"/>
                  <a:gd name="connsiteY18" fmla="*/ 735467 h 4681430"/>
                  <a:gd name="connsiteX19" fmla="*/ 1 w 3279375"/>
                  <a:gd name="connsiteY19" fmla="*/ 961139 h 4681430"/>
                  <a:gd name="connsiteX20" fmla="*/ 1 w 3279375"/>
                  <a:gd name="connsiteY20" fmla="*/ 2119473 h 4681430"/>
                  <a:gd name="connsiteX21" fmla="*/ 1 w 3279375"/>
                  <a:gd name="connsiteY21" fmla="*/ 2128596 h 4681430"/>
                  <a:gd name="connsiteX22" fmla="*/ 0 w 3279375"/>
                  <a:gd name="connsiteY22" fmla="*/ 2128596 h 4681430"/>
                  <a:gd name="connsiteX23" fmla="*/ 0 w 3279375"/>
                  <a:gd name="connsiteY23" fmla="*/ 3726992 h 4681430"/>
                  <a:gd name="connsiteX24" fmla="*/ 1194964 w 3279375"/>
                  <a:gd name="connsiteY24" fmla="*/ 4681430 h 4681430"/>
                  <a:gd name="connsiteX25" fmla="*/ 2353951 w 3279375"/>
                  <a:gd name="connsiteY25" fmla="*/ 4157064 h 4681430"/>
                  <a:gd name="connsiteX26" fmla="*/ 2382138 w 3279375"/>
                  <a:gd name="connsiteY26" fmla="*/ 4114373 h 4681430"/>
                  <a:gd name="connsiteX27" fmla="*/ 2389734 w 3279375"/>
                  <a:gd name="connsiteY27" fmla="*/ 4103000 h 4681430"/>
                  <a:gd name="connsiteX28" fmla="*/ 2389821 w 3279375"/>
                  <a:gd name="connsiteY28" fmla="*/ 4109426 h 4681430"/>
                  <a:gd name="connsiteX29" fmla="*/ 2390291 w 3279375"/>
                  <a:gd name="connsiteY29" fmla="*/ 4144186 h 4681430"/>
                  <a:gd name="connsiteX30" fmla="*/ 3223017 w 3279375"/>
                  <a:gd name="connsiteY30" fmla="*/ 2816463 h 4681430"/>
                  <a:gd name="connsiteX31" fmla="*/ 2966003 w 3279375"/>
                  <a:gd name="connsiteY31" fmla="*/ 2441387 h 4681430"/>
                  <a:gd name="connsiteX32" fmla="*/ 2457547 w 3279375"/>
                  <a:gd name="connsiteY32" fmla="*/ 2920021 h 4681430"/>
                  <a:gd name="connsiteX33" fmla="*/ 2390559 w 3279375"/>
                  <a:gd name="connsiteY33" fmla="*/ 2987787 h 4681430"/>
                  <a:gd name="connsiteX34" fmla="*/ 2389928 w 3279375"/>
                  <a:gd name="connsiteY34" fmla="*/ 2931244 h 4681430"/>
                  <a:gd name="connsiteX35" fmla="*/ 2389928 w 3279375"/>
                  <a:gd name="connsiteY35" fmla="*/ 2393079 h 4681430"/>
                  <a:gd name="connsiteX36" fmla="*/ 2389928 w 3279375"/>
                  <a:gd name="connsiteY36" fmla="*/ 2128596 h 4681430"/>
                  <a:gd name="connsiteX37" fmla="*/ 2389809 w 3279375"/>
                  <a:gd name="connsiteY37" fmla="*/ 2128596 h 4681430"/>
                  <a:gd name="connsiteX38" fmla="*/ 2389809 w 3279375"/>
                  <a:gd name="connsiteY38" fmla="*/ 1884715 h 4681430"/>
                  <a:gd name="connsiteX39" fmla="*/ 2389809 w 3279375"/>
                  <a:gd name="connsiteY39" fmla="*/ 699751 h 4681430"/>
                  <a:gd name="connsiteX40" fmla="*/ 2138093 w 3279375"/>
                  <a:gd name="connsiteY40" fmla="*/ 474256 h 4681430"/>
                  <a:gd name="connsiteX41" fmla="*/ 2109839 w 3279375"/>
                  <a:gd name="connsiteY41" fmla="*/ 474256 h 4681430"/>
                  <a:gd name="connsiteX42" fmla="*/ 1858122 w 3279375"/>
                  <a:gd name="connsiteY42" fmla="*/ 699751 h 4681430"/>
                  <a:gd name="connsiteX43" fmla="*/ 1858122 w 3279375"/>
                  <a:gd name="connsiteY43" fmla="*/ 2115389 h 4681430"/>
                  <a:gd name="connsiteX44" fmla="*/ 1858122 w 3279375"/>
                  <a:gd name="connsiteY44" fmla="*/ 2128596 h 4681430"/>
                  <a:gd name="connsiteX45" fmla="*/ 1778807 w 3279375"/>
                  <a:gd name="connsiteY45" fmla="*/ 2128596 h 4681430"/>
                  <a:gd name="connsiteX46" fmla="*/ 1750675 w 3279375"/>
                  <a:gd name="connsiteY46" fmla="*/ 2128596 h 4681430"/>
                  <a:gd name="connsiteX47" fmla="*/ 1750675 w 3279375"/>
                  <a:gd name="connsiteY47" fmla="*/ 1964122 h 4681430"/>
                  <a:gd name="connsiteX48" fmla="*/ 1750675 w 3279375"/>
                  <a:gd name="connsiteY48" fmla="*/ 225522 h 4681430"/>
                  <a:gd name="connsiteX49" fmla="*/ 1498959 w 3279375"/>
                  <a:gd name="connsiteY49" fmla="*/ 0 h 4681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279375" h="4681430">
                    <a:moveTo>
                      <a:pt x="1498959" y="0"/>
                    </a:moveTo>
                    <a:cubicBezTo>
                      <a:pt x="1470705" y="0"/>
                      <a:pt x="1470705" y="0"/>
                      <a:pt x="1470705" y="0"/>
                    </a:cubicBezTo>
                    <a:cubicBezTo>
                      <a:pt x="1332004" y="0"/>
                      <a:pt x="1218988" y="101255"/>
                      <a:pt x="1218988" y="225522"/>
                    </a:cubicBezTo>
                    <a:cubicBezTo>
                      <a:pt x="1218988" y="1779296"/>
                      <a:pt x="1218988" y="2070628"/>
                      <a:pt x="1218988" y="2125253"/>
                    </a:cubicBezTo>
                    <a:lnTo>
                      <a:pt x="1218988" y="2128596"/>
                    </a:lnTo>
                    <a:lnTo>
                      <a:pt x="1191662" y="2128596"/>
                    </a:lnTo>
                    <a:lnTo>
                      <a:pt x="1133770" y="2128596"/>
                    </a:lnTo>
                    <a:lnTo>
                      <a:pt x="1133770" y="1853157"/>
                    </a:lnTo>
                    <a:cubicBezTo>
                      <a:pt x="1133770" y="520472"/>
                      <a:pt x="1133770" y="520472"/>
                      <a:pt x="1133770" y="520472"/>
                    </a:cubicBezTo>
                    <a:cubicBezTo>
                      <a:pt x="1133770" y="393934"/>
                      <a:pt x="1020755" y="292704"/>
                      <a:pt x="882054" y="292704"/>
                    </a:cubicBezTo>
                    <a:cubicBezTo>
                      <a:pt x="853800" y="292704"/>
                      <a:pt x="853800" y="292704"/>
                      <a:pt x="853800" y="292704"/>
                    </a:cubicBezTo>
                    <a:cubicBezTo>
                      <a:pt x="715099" y="292704"/>
                      <a:pt x="602083" y="393934"/>
                      <a:pt x="602083" y="520472"/>
                    </a:cubicBezTo>
                    <a:cubicBezTo>
                      <a:pt x="602083" y="1733512"/>
                      <a:pt x="602083" y="2036771"/>
                      <a:pt x="602083" y="2112586"/>
                    </a:cubicBezTo>
                    <a:lnTo>
                      <a:pt x="602083" y="2128596"/>
                    </a:lnTo>
                    <a:lnTo>
                      <a:pt x="531688" y="2128596"/>
                    </a:lnTo>
                    <a:lnTo>
                      <a:pt x="531688" y="1930726"/>
                    </a:lnTo>
                    <a:cubicBezTo>
                      <a:pt x="531688" y="961139"/>
                      <a:pt x="531688" y="961139"/>
                      <a:pt x="531688" y="961139"/>
                    </a:cubicBezTo>
                    <a:cubicBezTo>
                      <a:pt x="531688" y="834486"/>
                      <a:pt x="418673" y="735467"/>
                      <a:pt x="279972" y="735467"/>
                    </a:cubicBezTo>
                    <a:cubicBezTo>
                      <a:pt x="251718" y="735467"/>
                      <a:pt x="251718" y="735467"/>
                      <a:pt x="251718" y="735467"/>
                    </a:cubicBezTo>
                    <a:cubicBezTo>
                      <a:pt x="113017" y="735467"/>
                      <a:pt x="1" y="834486"/>
                      <a:pt x="1" y="961139"/>
                    </a:cubicBezTo>
                    <a:cubicBezTo>
                      <a:pt x="1" y="1843679"/>
                      <a:pt x="1" y="2064314"/>
                      <a:pt x="1" y="2119473"/>
                    </a:cubicBezTo>
                    <a:lnTo>
                      <a:pt x="1" y="2128596"/>
                    </a:lnTo>
                    <a:lnTo>
                      <a:pt x="0" y="2128596"/>
                    </a:lnTo>
                    <a:cubicBezTo>
                      <a:pt x="0" y="3726992"/>
                      <a:pt x="0" y="3726992"/>
                      <a:pt x="0" y="3726992"/>
                    </a:cubicBezTo>
                    <a:cubicBezTo>
                      <a:pt x="0" y="3726992"/>
                      <a:pt x="0" y="4681430"/>
                      <a:pt x="1194964" y="4681430"/>
                    </a:cubicBezTo>
                    <a:cubicBezTo>
                      <a:pt x="1940210" y="4681430"/>
                      <a:pt x="2256298" y="4370950"/>
                      <a:pt x="2353951" y="4157064"/>
                    </a:cubicBezTo>
                    <a:cubicBezTo>
                      <a:pt x="2353951" y="4157064"/>
                      <a:pt x="2364069" y="4141540"/>
                      <a:pt x="2382138" y="4114373"/>
                    </a:cubicBezTo>
                    <a:lnTo>
                      <a:pt x="2389734" y="4103000"/>
                    </a:lnTo>
                    <a:lnTo>
                      <a:pt x="2389821" y="4109426"/>
                    </a:lnTo>
                    <a:cubicBezTo>
                      <a:pt x="2390291" y="4144186"/>
                      <a:pt x="2390291" y="4144186"/>
                      <a:pt x="2390291" y="4144186"/>
                    </a:cubicBezTo>
                    <a:cubicBezTo>
                      <a:pt x="2570201" y="3858852"/>
                      <a:pt x="3094510" y="3035066"/>
                      <a:pt x="3223017" y="2816463"/>
                    </a:cubicBezTo>
                    <a:cubicBezTo>
                      <a:pt x="3377225" y="2549538"/>
                      <a:pt x="3189605" y="2395365"/>
                      <a:pt x="2966003" y="2441387"/>
                    </a:cubicBezTo>
                    <a:cubicBezTo>
                      <a:pt x="2813079" y="2471588"/>
                      <a:pt x="2669995" y="2693823"/>
                      <a:pt x="2457547" y="2920021"/>
                    </a:cubicBezTo>
                    <a:lnTo>
                      <a:pt x="2390559" y="2987787"/>
                    </a:lnTo>
                    <a:lnTo>
                      <a:pt x="2389928" y="2931244"/>
                    </a:lnTo>
                    <a:cubicBezTo>
                      <a:pt x="2389928" y="2393079"/>
                      <a:pt x="2389928" y="2393079"/>
                      <a:pt x="2389928" y="2393079"/>
                    </a:cubicBezTo>
                    <a:cubicBezTo>
                      <a:pt x="2389928" y="2128596"/>
                      <a:pt x="2389928" y="2128596"/>
                      <a:pt x="2389928" y="2128596"/>
                    </a:cubicBezTo>
                    <a:lnTo>
                      <a:pt x="2389809" y="2128596"/>
                    </a:lnTo>
                    <a:lnTo>
                      <a:pt x="2389809" y="1884715"/>
                    </a:lnTo>
                    <a:cubicBezTo>
                      <a:pt x="2389809" y="699751"/>
                      <a:pt x="2389809" y="699751"/>
                      <a:pt x="2389809" y="699751"/>
                    </a:cubicBezTo>
                    <a:cubicBezTo>
                      <a:pt x="2389809" y="575499"/>
                      <a:pt x="2276793" y="474256"/>
                      <a:pt x="2138093" y="474256"/>
                    </a:cubicBezTo>
                    <a:cubicBezTo>
                      <a:pt x="2109839" y="474256"/>
                      <a:pt x="2109839" y="474256"/>
                      <a:pt x="2109839" y="474256"/>
                    </a:cubicBezTo>
                    <a:cubicBezTo>
                      <a:pt x="1971138" y="474256"/>
                      <a:pt x="1858122" y="575499"/>
                      <a:pt x="1858122" y="699751"/>
                    </a:cubicBezTo>
                    <a:cubicBezTo>
                      <a:pt x="1858122" y="1778332"/>
                      <a:pt x="1858122" y="2047977"/>
                      <a:pt x="1858122" y="2115389"/>
                    </a:cubicBezTo>
                    <a:lnTo>
                      <a:pt x="1858122" y="2128596"/>
                    </a:lnTo>
                    <a:lnTo>
                      <a:pt x="1778807" y="2128596"/>
                    </a:lnTo>
                    <a:lnTo>
                      <a:pt x="1750675" y="2128596"/>
                    </a:lnTo>
                    <a:lnTo>
                      <a:pt x="1750675" y="1964122"/>
                    </a:lnTo>
                    <a:cubicBezTo>
                      <a:pt x="1750675" y="225522"/>
                      <a:pt x="1750675" y="225522"/>
                      <a:pt x="1750675" y="225522"/>
                    </a:cubicBezTo>
                    <a:cubicBezTo>
                      <a:pt x="1750675" y="101255"/>
                      <a:pt x="1637660" y="0"/>
                      <a:pt x="1498959" y="0"/>
                    </a:cubicBezTo>
                    <a:close/>
                  </a:path>
                </a:pathLst>
              </a:custGeom>
              <a:solidFill>
                <a:srgbClr val="FFDCB8"/>
              </a:solidFill>
              <a:ln>
                <a:noFill/>
              </a:ln>
            </p:spPr>
            <p:txBody>
              <a:bodyPr vert="horz" wrap="square" lIns="121920" tIns="60960" rIns="121920" bIns="60960" numCol="1" anchor="t" anchorCtr="0" compatLnSpc="1">
                <a:prstTxWarp prst="textNoShape">
                  <a:avLst/>
                </a:prstTxWarp>
                <a:noAutofit/>
              </a:bodyPr>
              <a:lstStyle/>
              <a:p>
                <a:pPr fontAlgn="auto">
                  <a:spcBef>
                    <a:spcPts val="0"/>
                  </a:spcBef>
                  <a:spcAft>
                    <a:spcPts val="0"/>
                  </a:spcAft>
                </a:pPr>
                <a:endParaRPr lang="en-US" sz="2400" dirty="0">
                  <a:solidFill>
                    <a:prstClr val="black"/>
                  </a:solidFill>
                  <a:latin typeface="Roboto Lt"/>
                  <a:cs typeface="Simplified Arabic" panose="02020603050405020304" pitchFamily="18" charset="-78"/>
                </a:endParaRPr>
              </a:p>
            </p:txBody>
          </p:sp>
          <p:sp>
            <p:nvSpPr>
              <p:cNvPr id="37" name="Freeform 124"/>
              <p:cNvSpPr>
                <a:spLocks/>
              </p:cNvSpPr>
              <p:nvPr/>
            </p:nvSpPr>
            <p:spPr bwMode="auto">
              <a:xfrm rot="21102715" flipH="1">
                <a:off x="3603535" y="3130551"/>
                <a:ext cx="202549" cy="64170"/>
              </a:xfrm>
              <a:custGeom>
                <a:avLst/>
                <a:gdLst>
                  <a:gd name="T0" fmla="*/ 0 w 743"/>
                  <a:gd name="T1" fmla="*/ 115 h 235"/>
                  <a:gd name="T2" fmla="*/ 289 w 743"/>
                  <a:gd name="T3" fmla="*/ 105 h 235"/>
                  <a:gd name="T4" fmla="*/ 708 w 743"/>
                  <a:gd name="T5" fmla="*/ 22 h 235"/>
                  <a:gd name="T6" fmla="*/ 508 w 743"/>
                  <a:gd name="T7" fmla="*/ 65 h 235"/>
                  <a:gd name="T8" fmla="*/ 0 w 743"/>
                  <a:gd name="T9" fmla="*/ 115 h 235"/>
                </a:gdLst>
                <a:ahLst/>
                <a:cxnLst>
                  <a:cxn ang="0">
                    <a:pos x="T0" y="T1"/>
                  </a:cxn>
                  <a:cxn ang="0">
                    <a:pos x="T2" y="T3"/>
                  </a:cxn>
                  <a:cxn ang="0">
                    <a:pos x="T4" y="T5"/>
                  </a:cxn>
                  <a:cxn ang="0">
                    <a:pos x="T6" y="T7"/>
                  </a:cxn>
                  <a:cxn ang="0">
                    <a:pos x="T8" y="T9"/>
                  </a:cxn>
                </a:cxnLst>
                <a:rect l="0" t="0" r="r" b="b"/>
                <a:pathLst>
                  <a:path w="743" h="235">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8" name="Freeform 124"/>
              <p:cNvSpPr>
                <a:spLocks/>
              </p:cNvSpPr>
              <p:nvPr/>
            </p:nvSpPr>
            <p:spPr bwMode="auto">
              <a:xfrm rot="11290532" flipH="1">
                <a:off x="3456250" y="3159521"/>
                <a:ext cx="202549" cy="64170"/>
              </a:xfrm>
              <a:custGeom>
                <a:avLst/>
                <a:gdLst>
                  <a:gd name="T0" fmla="*/ 0 w 743"/>
                  <a:gd name="T1" fmla="*/ 115 h 235"/>
                  <a:gd name="T2" fmla="*/ 289 w 743"/>
                  <a:gd name="T3" fmla="*/ 105 h 235"/>
                  <a:gd name="T4" fmla="*/ 708 w 743"/>
                  <a:gd name="T5" fmla="*/ 22 h 235"/>
                  <a:gd name="T6" fmla="*/ 508 w 743"/>
                  <a:gd name="T7" fmla="*/ 65 h 235"/>
                  <a:gd name="T8" fmla="*/ 0 w 743"/>
                  <a:gd name="T9" fmla="*/ 115 h 235"/>
                </a:gdLst>
                <a:ahLst/>
                <a:cxnLst>
                  <a:cxn ang="0">
                    <a:pos x="T0" y="T1"/>
                  </a:cxn>
                  <a:cxn ang="0">
                    <a:pos x="T2" y="T3"/>
                  </a:cxn>
                  <a:cxn ang="0">
                    <a:pos x="T4" y="T5"/>
                  </a:cxn>
                  <a:cxn ang="0">
                    <a:pos x="T6" y="T7"/>
                  </a:cxn>
                  <a:cxn ang="0">
                    <a:pos x="T8" y="T9"/>
                  </a:cxn>
                </a:cxnLst>
                <a:rect l="0" t="0" r="r" b="b"/>
                <a:pathLst>
                  <a:path w="743" h="235">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sp>
            <p:nvSpPr>
              <p:cNvPr id="39" name="Freeform 124"/>
              <p:cNvSpPr>
                <a:spLocks/>
              </p:cNvSpPr>
              <p:nvPr/>
            </p:nvSpPr>
            <p:spPr bwMode="auto">
              <a:xfrm rot="13336286" flipH="1">
                <a:off x="3428016" y="3223214"/>
                <a:ext cx="250276" cy="64170"/>
              </a:xfrm>
              <a:custGeom>
                <a:avLst/>
                <a:gdLst>
                  <a:gd name="T0" fmla="*/ 0 w 743"/>
                  <a:gd name="T1" fmla="*/ 115 h 235"/>
                  <a:gd name="T2" fmla="*/ 289 w 743"/>
                  <a:gd name="T3" fmla="*/ 105 h 235"/>
                  <a:gd name="T4" fmla="*/ 708 w 743"/>
                  <a:gd name="T5" fmla="*/ 22 h 235"/>
                  <a:gd name="T6" fmla="*/ 508 w 743"/>
                  <a:gd name="T7" fmla="*/ 65 h 235"/>
                  <a:gd name="T8" fmla="*/ 0 w 743"/>
                  <a:gd name="T9" fmla="*/ 115 h 235"/>
                </a:gdLst>
                <a:ahLst/>
                <a:cxnLst>
                  <a:cxn ang="0">
                    <a:pos x="T0" y="T1"/>
                  </a:cxn>
                  <a:cxn ang="0">
                    <a:pos x="T2" y="T3"/>
                  </a:cxn>
                  <a:cxn ang="0">
                    <a:pos x="T4" y="T5"/>
                  </a:cxn>
                  <a:cxn ang="0">
                    <a:pos x="T6" y="T7"/>
                  </a:cxn>
                  <a:cxn ang="0">
                    <a:pos x="T8" y="T9"/>
                  </a:cxn>
                </a:cxnLst>
                <a:rect l="0" t="0" r="r" b="b"/>
                <a:pathLst>
                  <a:path w="743" h="235">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Simplified Arabic" panose="02020603050405020304" pitchFamily="18" charset="-78"/>
                </a:endParaRPr>
              </a:p>
            </p:txBody>
          </p:sp>
        </p:grpSp>
        <p:grpSp>
          <p:nvGrpSpPr>
            <p:cNvPr id="32" name="Group 31"/>
            <p:cNvGrpSpPr/>
            <p:nvPr/>
          </p:nvGrpSpPr>
          <p:grpSpPr>
            <a:xfrm>
              <a:off x="3362253" y="2389311"/>
              <a:ext cx="247414" cy="100543"/>
              <a:chOff x="5833696" y="2651325"/>
              <a:chExt cx="247414" cy="100543"/>
            </a:xfrm>
          </p:grpSpPr>
          <p:sp>
            <p:nvSpPr>
              <p:cNvPr id="33" name="Freeform 32"/>
              <p:cNvSpPr>
                <a:spLocks/>
              </p:cNvSpPr>
              <p:nvPr/>
            </p:nvSpPr>
            <p:spPr bwMode="auto">
              <a:xfrm>
                <a:off x="5833696" y="2651325"/>
                <a:ext cx="247414" cy="100543"/>
              </a:xfrm>
              <a:custGeom>
                <a:avLst/>
                <a:gdLst>
                  <a:gd name="T0" fmla="*/ 0 w 106"/>
                  <a:gd name="T1" fmla="*/ 2 h 43"/>
                  <a:gd name="T2" fmla="*/ 54 w 106"/>
                  <a:gd name="T3" fmla="*/ 42 h 43"/>
                  <a:gd name="T4" fmla="*/ 106 w 106"/>
                  <a:gd name="T5" fmla="*/ 0 h 43"/>
                  <a:gd name="T6" fmla="*/ 0 w 106"/>
                  <a:gd name="T7" fmla="*/ 2 h 43"/>
                </a:gdLst>
                <a:ahLst/>
                <a:cxnLst>
                  <a:cxn ang="0">
                    <a:pos x="T0" y="T1"/>
                  </a:cxn>
                  <a:cxn ang="0">
                    <a:pos x="T2" y="T3"/>
                  </a:cxn>
                  <a:cxn ang="0">
                    <a:pos x="T4" y="T5"/>
                  </a:cxn>
                  <a:cxn ang="0">
                    <a:pos x="T6" y="T7"/>
                  </a:cxn>
                </a:cxnLst>
                <a:rect l="0" t="0" r="r" b="b"/>
                <a:pathLst>
                  <a:path w="106" h="43">
                    <a:moveTo>
                      <a:pt x="0" y="2"/>
                    </a:moveTo>
                    <a:cubicBezTo>
                      <a:pt x="1" y="25"/>
                      <a:pt x="25" y="43"/>
                      <a:pt x="54" y="42"/>
                    </a:cubicBezTo>
                    <a:cubicBezTo>
                      <a:pt x="83" y="41"/>
                      <a:pt x="106" y="23"/>
                      <a:pt x="106" y="0"/>
                    </a:cubicBezTo>
                    <a:lnTo>
                      <a:pt x="0" y="2"/>
                    </a:lnTo>
                    <a:close/>
                  </a:path>
                </a:pathLst>
              </a:custGeom>
              <a:solidFill>
                <a:srgbClr val="DDAA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34" name="Freeform 33"/>
              <p:cNvSpPr>
                <a:spLocks/>
              </p:cNvSpPr>
              <p:nvPr/>
            </p:nvSpPr>
            <p:spPr bwMode="auto">
              <a:xfrm>
                <a:off x="5896782" y="2714411"/>
                <a:ext cx="123214" cy="34500"/>
              </a:xfrm>
              <a:custGeom>
                <a:avLst/>
                <a:gdLst>
                  <a:gd name="T0" fmla="*/ 0 w 53"/>
                  <a:gd name="T1" fmla="*/ 10 h 15"/>
                  <a:gd name="T2" fmla="*/ 27 w 53"/>
                  <a:gd name="T3" fmla="*/ 15 h 15"/>
                  <a:gd name="T4" fmla="*/ 53 w 53"/>
                  <a:gd name="T5" fmla="*/ 9 h 15"/>
                  <a:gd name="T6" fmla="*/ 27 w 53"/>
                  <a:gd name="T7" fmla="*/ 0 h 15"/>
                  <a:gd name="T8" fmla="*/ 0 w 53"/>
                  <a:gd name="T9" fmla="*/ 10 h 15"/>
                </a:gdLst>
                <a:ahLst/>
                <a:cxnLst>
                  <a:cxn ang="0">
                    <a:pos x="T0" y="T1"/>
                  </a:cxn>
                  <a:cxn ang="0">
                    <a:pos x="T2" y="T3"/>
                  </a:cxn>
                  <a:cxn ang="0">
                    <a:pos x="T4" y="T5"/>
                  </a:cxn>
                  <a:cxn ang="0">
                    <a:pos x="T6" y="T7"/>
                  </a:cxn>
                  <a:cxn ang="0">
                    <a:pos x="T8" y="T9"/>
                  </a:cxn>
                </a:cxnLst>
                <a:rect l="0" t="0" r="r" b="b"/>
                <a:pathLst>
                  <a:path w="53" h="15">
                    <a:moveTo>
                      <a:pt x="0" y="10"/>
                    </a:moveTo>
                    <a:cubicBezTo>
                      <a:pt x="8" y="13"/>
                      <a:pt x="17" y="15"/>
                      <a:pt x="27" y="15"/>
                    </a:cubicBezTo>
                    <a:cubicBezTo>
                      <a:pt x="36" y="15"/>
                      <a:pt x="45" y="13"/>
                      <a:pt x="53" y="9"/>
                    </a:cubicBezTo>
                    <a:cubicBezTo>
                      <a:pt x="48" y="4"/>
                      <a:pt x="38" y="0"/>
                      <a:pt x="27" y="0"/>
                    </a:cubicBezTo>
                    <a:cubicBezTo>
                      <a:pt x="15" y="1"/>
                      <a:pt x="5" y="5"/>
                      <a:pt x="0" y="10"/>
                    </a:cubicBezTo>
                    <a:close/>
                  </a:path>
                </a:pathLst>
              </a:custGeom>
              <a:solidFill>
                <a:srgbClr val="F2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sp>
            <p:nvSpPr>
              <p:cNvPr id="35" name="Freeform 34"/>
              <p:cNvSpPr>
                <a:spLocks/>
              </p:cNvSpPr>
              <p:nvPr/>
            </p:nvSpPr>
            <p:spPr bwMode="auto">
              <a:xfrm>
                <a:off x="5840596" y="2651325"/>
                <a:ext cx="233614" cy="39429"/>
              </a:xfrm>
              <a:custGeom>
                <a:avLst/>
                <a:gdLst>
                  <a:gd name="T0" fmla="*/ 50 w 100"/>
                  <a:gd name="T1" fmla="*/ 17 h 17"/>
                  <a:gd name="T2" fmla="*/ 100 w 100"/>
                  <a:gd name="T3" fmla="*/ 0 h 17"/>
                  <a:gd name="T4" fmla="*/ 0 w 100"/>
                  <a:gd name="T5" fmla="*/ 2 h 17"/>
                  <a:gd name="T6" fmla="*/ 50 w 100"/>
                  <a:gd name="T7" fmla="*/ 17 h 17"/>
                </a:gdLst>
                <a:ahLst/>
                <a:cxnLst>
                  <a:cxn ang="0">
                    <a:pos x="T0" y="T1"/>
                  </a:cxn>
                  <a:cxn ang="0">
                    <a:pos x="T2" y="T3"/>
                  </a:cxn>
                  <a:cxn ang="0">
                    <a:pos x="T4" y="T5"/>
                  </a:cxn>
                  <a:cxn ang="0">
                    <a:pos x="T6" y="T7"/>
                  </a:cxn>
                </a:cxnLst>
                <a:rect l="0" t="0" r="r" b="b"/>
                <a:pathLst>
                  <a:path w="100" h="17">
                    <a:moveTo>
                      <a:pt x="50" y="17"/>
                    </a:moveTo>
                    <a:cubicBezTo>
                      <a:pt x="74" y="16"/>
                      <a:pt x="94" y="9"/>
                      <a:pt x="100" y="0"/>
                    </a:cubicBezTo>
                    <a:cubicBezTo>
                      <a:pt x="0" y="2"/>
                      <a:pt x="0" y="2"/>
                      <a:pt x="0" y="2"/>
                    </a:cubicBezTo>
                    <a:cubicBezTo>
                      <a:pt x="6" y="11"/>
                      <a:pt x="27" y="17"/>
                      <a:pt x="5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GB" dirty="0">
                  <a:solidFill>
                    <a:prstClr val="black"/>
                  </a:solidFill>
                  <a:latin typeface="Roboto Lt"/>
                  <a:cs typeface="Simplified Arabic" panose="02020603050405020304" pitchFamily="18" charset="-78"/>
                </a:endParaRPr>
              </a:p>
            </p:txBody>
          </p:sp>
        </p:grpSp>
      </p:grpSp>
      <p:sp>
        <p:nvSpPr>
          <p:cNvPr id="67" name="Text Placeholder 24"/>
          <p:cNvSpPr txBox="1">
            <a:spLocks/>
          </p:cNvSpPr>
          <p:nvPr/>
        </p:nvSpPr>
        <p:spPr>
          <a:xfrm>
            <a:off x="7668768" y="3056653"/>
            <a:ext cx="2921344" cy="666038"/>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lgn="r" rtl="1" fontAlgn="auto">
              <a:spcAft>
                <a:spcPts val="0"/>
              </a:spcAft>
              <a:buFont typeface="+mj-lt"/>
              <a:buAutoNum type="arabicPeriod" startAt="2"/>
            </a:pPr>
            <a:r>
              <a:rPr lang="ar-SA" sz="3200" b="1" u="sng" dirty="0">
                <a:solidFill>
                  <a:srgbClr val="5B9BD5"/>
                </a:solidFill>
                <a:cs typeface="Simplified Arabic" panose="02020603050405020304" pitchFamily="18" charset="-78"/>
              </a:rPr>
              <a:t>لغة التأليف</a:t>
            </a:r>
            <a:endParaRPr lang="en-AU" sz="3200" u="sng" dirty="0">
              <a:solidFill>
                <a:srgbClr val="5B9BD5"/>
              </a:solidFill>
            </a:endParaRPr>
          </a:p>
        </p:txBody>
      </p:sp>
      <p:sp>
        <p:nvSpPr>
          <p:cNvPr id="68" name="Text Placeholder 26"/>
          <p:cNvSpPr txBox="1">
            <a:spLocks/>
          </p:cNvSpPr>
          <p:nvPr/>
        </p:nvSpPr>
        <p:spPr>
          <a:xfrm>
            <a:off x="7691790" y="4040807"/>
            <a:ext cx="3567265" cy="1264268"/>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auto">
              <a:spcAft>
                <a:spcPts val="0"/>
              </a:spcAft>
            </a:pPr>
            <a:r>
              <a:rPr lang="ar-SA" sz="2800" b="1" dirty="0">
                <a:cs typeface="Simplified Arabic" panose="02020603050405020304" pitchFamily="18" charset="-78"/>
              </a:rPr>
              <a:t>هي لغة البرمجة تتطلب نظاماً وبناءً متتابعاً لإصدار الأوامر، بعكس نظام التأليف</a:t>
            </a:r>
            <a:endParaRPr lang="en-AU" sz="2800" b="1" dirty="0">
              <a:solidFill>
                <a:prstClr val="black"/>
              </a:solidFill>
            </a:endParaRPr>
          </a:p>
        </p:txBody>
      </p:sp>
      <p:sp>
        <p:nvSpPr>
          <p:cNvPr id="71" name="Text Placeholder 24"/>
          <p:cNvSpPr txBox="1">
            <a:spLocks/>
          </p:cNvSpPr>
          <p:nvPr/>
        </p:nvSpPr>
        <p:spPr>
          <a:xfrm>
            <a:off x="1109169" y="3039446"/>
            <a:ext cx="2646653" cy="532971"/>
          </a:xfrm>
          <a:prstGeom prst="rect">
            <a:avLst/>
          </a:prstGeom>
        </p:spPr>
        <p:txBody>
          <a:bodyPr>
            <a:noAutofit/>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indent="-342900" algn="r" rtl="1" fontAlgn="auto">
              <a:spcAft>
                <a:spcPts val="0"/>
              </a:spcAft>
              <a:buFont typeface="+mj-lt"/>
              <a:buAutoNum type="arabicPeriod"/>
            </a:pPr>
            <a:r>
              <a:rPr lang="ar-SA" sz="3200" b="1" u="sng" dirty="0">
                <a:solidFill>
                  <a:srgbClr val="EE5250"/>
                </a:solidFill>
                <a:cs typeface="Simplified Arabic" panose="02020603050405020304" pitchFamily="18" charset="-78"/>
              </a:rPr>
              <a:t>نظم التأليف</a:t>
            </a:r>
            <a:endParaRPr lang="en-AU" sz="3200" u="sng" dirty="0">
              <a:solidFill>
                <a:srgbClr val="EE5250"/>
              </a:solidFill>
            </a:endParaRPr>
          </a:p>
        </p:txBody>
      </p:sp>
      <p:sp>
        <p:nvSpPr>
          <p:cNvPr id="72" name="Text Placeholder 26"/>
          <p:cNvSpPr txBox="1">
            <a:spLocks/>
          </p:cNvSpPr>
          <p:nvPr/>
        </p:nvSpPr>
        <p:spPr>
          <a:xfrm>
            <a:off x="554632" y="3838309"/>
            <a:ext cx="4161821" cy="1806752"/>
          </a:xfrm>
          <a:prstGeom prst="rect">
            <a:avLst/>
          </a:prstGeom>
        </p:spPr>
        <p:txBody>
          <a:bodyPr/>
          <a:lst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auto">
              <a:spcAft>
                <a:spcPts val="0"/>
              </a:spcAft>
            </a:pPr>
            <a:r>
              <a:rPr lang="ar-SA" sz="2800" b="1" dirty="0">
                <a:cs typeface="Simplified Arabic" panose="02020603050405020304" pitchFamily="18" charset="-78"/>
              </a:rPr>
              <a:t>وهي برمجيات جاهزة تكون في العادة على هيئة إطارات وقوالب يمكن أن توضع بها التعليمات والنصوص</a:t>
            </a:r>
            <a:endParaRPr lang="en-AU" sz="2800" b="1" dirty="0">
              <a:solidFill>
                <a:prstClr val="black"/>
              </a:solidFill>
            </a:endParaRPr>
          </a:p>
        </p:txBody>
      </p:sp>
      <p:sp>
        <p:nvSpPr>
          <p:cNvPr id="6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6900151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71"/>
                                        </p:tgtEl>
                                        <p:attrNameLst>
                                          <p:attrName>style.visibility</p:attrName>
                                        </p:attrNameLst>
                                      </p:cBhvr>
                                      <p:to>
                                        <p:strVal val="visible"/>
                                      </p:to>
                                    </p:set>
                                    <p:animEffect transition="in" filter="fade">
                                      <p:cBhvr>
                                        <p:cTn id="13" dur="500"/>
                                        <p:tgtEl>
                                          <p:spTgt spid="71"/>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72"/>
                                        </p:tgtEl>
                                        <p:attrNameLst>
                                          <p:attrName>style.visibility</p:attrName>
                                        </p:attrNameLst>
                                      </p:cBhvr>
                                      <p:to>
                                        <p:strVal val="visible"/>
                                      </p:to>
                                    </p:set>
                                    <p:animEffect transition="in" filter="fade">
                                      <p:cBhvr>
                                        <p:cTn id="17" dur="500"/>
                                        <p:tgtEl>
                                          <p:spTgt spid="72"/>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67"/>
                                        </p:tgtEl>
                                        <p:attrNameLst>
                                          <p:attrName>style.visibility</p:attrName>
                                        </p:attrNameLst>
                                      </p:cBhvr>
                                      <p:to>
                                        <p:strVal val="visible"/>
                                      </p:to>
                                    </p:set>
                                    <p:animEffect transition="in" filter="fade">
                                      <p:cBhvr>
                                        <p:cTn id="21" dur="500"/>
                                        <p:tgtEl>
                                          <p:spTgt spid="67"/>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68"/>
                                        </p:tgtEl>
                                        <p:attrNameLst>
                                          <p:attrName>style.visibility</p:attrName>
                                        </p:attrNameLst>
                                      </p:cBhvr>
                                      <p:to>
                                        <p:strVal val="visible"/>
                                      </p:to>
                                    </p:set>
                                    <p:animEffect transition="in" filter="fade">
                                      <p:cBhvr>
                                        <p:cTn id="25"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p:bldP spid="68" grpId="0"/>
      <p:bldP spid="71" grpId="0"/>
      <p:bldP spid="72" grpId="0"/>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Oval 37"/>
          <p:cNvSpPr/>
          <p:nvPr/>
        </p:nvSpPr>
        <p:spPr>
          <a:xfrm>
            <a:off x="3890645" y="2345616"/>
            <a:ext cx="2357438" cy="2357438"/>
          </a:xfrm>
          <a:prstGeom prst="ellipse">
            <a:avLst/>
          </a:prstGeom>
          <a:solidFill>
            <a:srgbClr val="0087B1">
              <a:alpha val="7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000" dirty="0">
              <a:solidFill>
                <a:prstClr val="white"/>
              </a:solidFill>
              <a:latin typeface="Lato Black" panose="020F0A02020204030203" pitchFamily="34" charset="0"/>
            </a:endParaRPr>
          </a:p>
        </p:txBody>
      </p:sp>
      <p:sp>
        <p:nvSpPr>
          <p:cNvPr id="42" name="Oval 41"/>
          <p:cNvSpPr/>
          <p:nvPr/>
        </p:nvSpPr>
        <p:spPr>
          <a:xfrm>
            <a:off x="5961786" y="2345616"/>
            <a:ext cx="2357438" cy="2357438"/>
          </a:xfrm>
          <a:prstGeom prst="ellipse">
            <a:avLst/>
          </a:prstGeom>
          <a:solidFill>
            <a:srgbClr val="FE8301">
              <a:alpha val="7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000" dirty="0">
              <a:solidFill>
                <a:prstClr val="white"/>
              </a:solidFill>
              <a:latin typeface="Lato Black" panose="020F0A02020204030203" pitchFamily="34" charset="0"/>
            </a:endParaRPr>
          </a:p>
        </p:txBody>
      </p:sp>
      <p:sp>
        <p:nvSpPr>
          <p:cNvPr id="9" name="Oval 8"/>
          <p:cNvSpPr/>
          <p:nvPr/>
        </p:nvSpPr>
        <p:spPr>
          <a:xfrm>
            <a:off x="3890645" y="2341755"/>
            <a:ext cx="689547" cy="689547"/>
          </a:xfrm>
          <a:prstGeom prst="ellipse">
            <a:avLst/>
          </a:prstGeom>
          <a:solidFill>
            <a:schemeClr val="tx1">
              <a:lumMod val="85000"/>
              <a:lumOff val="1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dirty="0" smtClean="0">
                <a:solidFill>
                  <a:prstClr val="white"/>
                </a:solidFill>
                <a:latin typeface="Lato Black" panose="020F0A02020204030203" pitchFamily="34" charset="0"/>
              </a:rPr>
              <a:t>1</a:t>
            </a:r>
            <a:endParaRPr lang="en-US" sz="2400" dirty="0">
              <a:solidFill>
                <a:prstClr val="white"/>
              </a:solidFill>
              <a:latin typeface="Lato Black" panose="020F0A02020204030203" pitchFamily="34" charset="0"/>
            </a:endParaRPr>
          </a:p>
        </p:txBody>
      </p:sp>
      <p:sp>
        <p:nvSpPr>
          <p:cNvPr id="46" name="Oval 45"/>
          <p:cNvSpPr/>
          <p:nvPr/>
        </p:nvSpPr>
        <p:spPr>
          <a:xfrm>
            <a:off x="7629677" y="2341755"/>
            <a:ext cx="689547" cy="689547"/>
          </a:xfrm>
          <a:prstGeom prst="ellipse">
            <a:avLst/>
          </a:prstGeom>
          <a:solidFill>
            <a:schemeClr val="tx1">
              <a:lumMod val="85000"/>
              <a:lumOff val="1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dirty="0" smtClean="0">
                <a:solidFill>
                  <a:prstClr val="white"/>
                </a:solidFill>
                <a:latin typeface="Lato Black" panose="020F0A02020204030203" pitchFamily="34" charset="0"/>
              </a:rPr>
              <a:t>2</a:t>
            </a:r>
            <a:endParaRPr lang="en-US" sz="2400" dirty="0">
              <a:solidFill>
                <a:prstClr val="white"/>
              </a:solidFill>
              <a:latin typeface="Lato Black" panose="020F0A02020204030203" pitchFamily="34" charset="0"/>
            </a:endParaRPr>
          </a:p>
        </p:txBody>
      </p:sp>
      <p:grpSp>
        <p:nvGrpSpPr>
          <p:cNvPr id="3" name="Group 2"/>
          <p:cNvGrpSpPr/>
          <p:nvPr/>
        </p:nvGrpSpPr>
        <p:grpSpPr>
          <a:xfrm>
            <a:off x="8223750" y="2111483"/>
            <a:ext cx="3454179" cy="3108543"/>
            <a:chOff x="8199036" y="1353438"/>
            <a:chExt cx="3454179" cy="3108543"/>
          </a:xfrm>
        </p:grpSpPr>
        <p:sp>
          <p:nvSpPr>
            <p:cNvPr id="62" name="Half Frame 61"/>
            <p:cNvSpPr/>
            <p:nvPr/>
          </p:nvSpPr>
          <p:spPr>
            <a:xfrm rot="8100000">
              <a:off x="8199036" y="2513775"/>
              <a:ext cx="504825" cy="504825"/>
            </a:xfrm>
            <a:prstGeom prst="halfFram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63" name="TextBox 62"/>
            <p:cNvSpPr txBox="1"/>
            <p:nvPr/>
          </p:nvSpPr>
          <p:spPr>
            <a:xfrm>
              <a:off x="8861078" y="1353438"/>
              <a:ext cx="2792137" cy="3108543"/>
            </a:xfrm>
            <a:prstGeom prst="rect">
              <a:avLst/>
            </a:prstGeom>
            <a:noFill/>
          </p:spPr>
          <p:txBody>
            <a:bodyPr wrap="square" rtlCol="0">
              <a:spAutoFit/>
            </a:bodyPr>
            <a:lstStyle/>
            <a:p>
              <a:pPr fontAlgn="auto">
                <a:spcBef>
                  <a:spcPts val="0"/>
                </a:spcBef>
                <a:spcAft>
                  <a:spcPts val="0"/>
                </a:spcAft>
              </a:pPr>
              <a:r>
                <a:rPr lang="ar-SA" sz="2800" b="1" dirty="0">
                  <a:cs typeface="Simplified Arabic" panose="02020603050405020304" pitchFamily="18" charset="-78"/>
                </a:rPr>
                <a:t>يراعي الفيديو التفاعلى قدرات الطلبة الخاصة أثناء عملية التعلم تبعاً لقدراتهم الخاصة، حيث يسمح للطلاب بالتعديل أو المراجعة أو الإعادة حسب الحاجة</a:t>
              </a:r>
              <a:endParaRPr lang="en-US" sz="2800" b="1" dirty="0">
                <a:solidFill>
                  <a:prstClr val="black">
                    <a:lumMod val="50000"/>
                    <a:lumOff val="50000"/>
                  </a:prstClr>
                </a:solidFill>
                <a:latin typeface="Lato Light" panose="020F0402020204030203" pitchFamily="34" charset="0"/>
                <a:cs typeface="Lato Light" panose="020F0402020204030203" pitchFamily="34" charset="0"/>
              </a:endParaRPr>
            </a:p>
          </p:txBody>
        </p:sp>
      </p:grpSp>
      <p:grpSp>
        <p:nvGrpSpPr>
          <p:cNvPr id="2" name="Group 1"/>
          <p:cNvGrpSpPr/>
          <p:nvPr/>
        </p:nvGrpSpPr>
        <p:grpSpPr>
          <a:xfrm>
            <a:off x="173362" y="2326925"/>
            <a:ext cx="3812858" cy="3108543"/>
            <a:chOff x="148648" y="1568880"/>
            <a:chExt cx="3812858" cy="3108543"/>
          </a:xfrm>
        </p:grpSpPr>
        <p:sp>
          <p:nvSpPr>
            <p:cNvPr id="10" name="Half Frame 9"/>
            <p:cNvSpPr/>
            <p:nvPr/>
          </p:nvSpPr>
          <p:spPr>
            <a:xfrm rot="18982368">
              <a:off x="3456681" y="2513876"/>
              <a:ext cx="504825" cy="504825"/>
            </a:xfrm>
            <a:prstGeom prst="halfFram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65" name="TextBox 64"/>
            <p:cNvSpPr txBox="1"/>
            <p:nvPr/>
          </p:nvSpPr>
          <p:spPr>
            <a:xfrm>
              <a:off x="148648" y="1568880"/>
              <a:ext cx="3177250" cy="3108543"/>
            </a:xfrm>
            <a:prstGeom prst="rect">
              <a:avLst/>
            </a:prstGeom>
            <a:noFill/>
          </p:spPr>
          <p:txBody>
            <a:bodyPr wrap="square" rtlCol="0">
              <a:spAutoFit/>
            </a:bodyPr>
            <a:lstStyle/>
            <a:p>
              <a:pPr algn="r" fontAlgn="auto">
                <a:spcBef>
                  <a:spcPts val="0"/>
                </a:spcBef>
                <a:spcAft>
                  <a:spcPts val="0"/>
                </a:spcAft>
              </a:pPr>
              <a:r>
                <a:rPr lang="ar-SA" sz="2800" b="1" dirty="0">
                  <a:cs typeface="Simplified Arabic" panose="02020603050405020304" pitchFamily="18" charset="-78"/>
                </a:rPr>
                <a:t>يتيح الفيديو التفاعلى للمتعلم</a:t>
              </a:r>
              <a:r>
                <a:rPr lang="ar-JO" sz="2800" b="1" dirty="0">
                  <a:cs typeface="Simplified Arabic" panose="02020603050405020304" pitchFamily="18" charset="-78"/>
                </a:rPr>
                <a:t>؛ </a:t>
              </a:r>
              <a:r>
                <a:rPr lang="ar-SA" sz="2800" b="1" dirty="0">
                  <a:cs typeface="Simplified Arabic" panose="02020603050405020304" pitchFamily="18" charset="-78"/>
                </a:rPr>
                <a:t>التخاطب والتفاعل مع الحاسب الآلي، وذلك من خلال السماح للمتعلم بمشاهدة تتابعات الفيديو، ثم طرح أسئلة بواسطة الحاسب الآلي</a:t>
              </a:r>
              <a:endParaRPr lang="en-US" sz="2800" b="1" dirty="0">
                <a:solidFill>
                  <a:prstClr val="black">
                    <a:lumMod val="50000"/>
                    <a:lumOff val="50000"/>
                  </a:prstClr>
                </a:solidFill>
                <a:latin typeface="Lato Light" panose="020F0402020204030203" pitchFamily="34" charset="0"/>
                <a:cs typeface="Lato Light" panose="020F0402020204030203" pitchFamily="34" charset="0"/>
              </a:endParaRPr>
            </a:p>
          </p:txBody>
        </p:sp>
      </p:grpSp>
      <p:grpSp>
        <p:nvGrpSpPr>
          <p:cNvPr id="27" name="Group 26"/>
          <p:cNvGrpSpPr/>
          <p:nvPr/>
        </p:nvGrpSpPr>
        <p:grpSpPr>
          <a:xfrm>
            <a:off x="199492" y="6420539"/>
            <a:ext cx="245703" cy="245703"/>
            <a:chOff x="6838977" y="3422490"/>
            <a:chExt cx="1358153" cy="1358153"/>
          </a:xfrm>
        </p:grpSpPr>
        <p:sp>
          <p:nvSpPr>
            <p:cNvPr id="28" name="Teardrop 27"/>
            <p:cNvSpPr/>
            <p:nvPr/>
          </p:nvSpPr>
          <p:spPr>
            <a:xfrm>
              <a:off x="6838977" y="4242761"/>
              <a:ext cx="537882" cy="537882"/>
            </a:xfrm>
            <a:prstGeom prst="teardrop">
              <a:avLst/>
            </a:prstGeom>
            <a:no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9" name="Teardrop 28"/>
            <p:cNvSpPr/>
            <p:nvPr/>
          </p:nvSpPr>
          <p:spPr>
            <a:xfrm rot="10800000">
              <a:off x="7376859" y="3422490"/>
              <a:ext cx="820271" cy="820271"/>
            </a:xfrm>
            <a:prstGeom prst="teardrop">
              <a:avLst/>
            </a:prstGeom>
            <a:no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Teardrop 29"/>
            <p:cNvSpPr/>
            <p:nvPr/>
          </p:nvSpPr>
          <p:spPr>
            <a:xfrm rot="5400000">
              <a:off x="6980568" y="3848099"/>
              <a:ext cx="283295" cy="283295"/>
            </a:xfrm>
            <a:prstGeom prst="teardrop">
              <a:avLst/>
            </a:prstGeom>
            <a:no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srgbClr val="FD890A"/>
                </a:solidFill>
              </a:endParaRPr>
            </a:p>
          </p:txBody>
        </p:sp>
      </p:grpSp>
      <p:sp>
        <p:nvSpPr>
          <p:cNvPr id="31" name="Rectangle 30"/>
          <p:cNvSpPr/>
          <p:nvPr/>
        </p:nvSpPr>
        <p:spPr>
          <a:xfrm>
            <a:off x="219615" y="6512630"/>
            <a:ext cx="516488" cy="261610"/>
          </a:xfrm>
          <a:prstGeom prst="rect">
            <a:avLst/>
          </a:prstGeom>
        </p:spPr>
        <p:txBody>
          <a:bodyPr wrap="none">
            <a:spAutoFit/>
          </a:bodyPr>
          <a:lstStyle/>
          <a:p>
            <a:pPr fontAlgn="auto">
              <a:spcBef>
                <a:spcPts val="0"/>
              </a:spcBef>
              <a:spcAft>
                <a:spcPts val="0"/>
              </a:spcAft>
            </a:pPr>
            <a:r>
              <a:rPr lang="en-US" sz="1100" dirty="0">
                <a:solidFill>
                  <a:prstClr val="white">
                    <a:lumMod val="85000"/>
                  </a:prstClr>
                </a:solidFill>
                <a:latin typeface="Lato Heavy" panose="020F0902020204030203" pitchFamily="34" charset="0"/>
                <a:cs typeface="Lato Heavy" panose="020F0902020204030203" pitchFamily="34" charset="0"/>
              </a:rPr>
              <a:t>IDEA</a:t>
            </a:r>
          </a:p>
        </p:txBody>
      </p:sp>
      <p:sp>
        <p:nvSpPr>
          <p:cNvPr id="41" name="Title 6"/>
          <p:cNvSpPr txBox="1">
            <a:spLocks/>
          </p:cNvSpPr>
          <p:nvPr/>
        </p:nvSpPr>
        <p:spPr>
          <a:xfrm>
            <a:off x="1270000" y="685684"/>
            <a:ext cx="9652000" cy="471365"/>
          </a:xfrm>
          <a:prstGeom prst="rect">
            <a:avLst/>
          </a:prstGeom>
        </p:spPr>
        <p:txBody>
          <a:bodyPr wrap="none" lIns="0" tIns="0" rIns="0" bIns="0" anchor="ctr">
            <a:noAutofit/>
          </a:bodyPr>
          <a:lstStyle>
            <a:lvl1pPr algn="ctr" defTabSz="1219170" rtl="0" eaLnBrk="1" latinLnBrk="0" hangingPunct="1">
              <a:lnSpc>
                <a:spcPct val="90000"/>
              </a:lnSpc>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lvl="0" rtl="1" fontAlgn="auto">
              <a:spcAft>
                <a:spcPts val="0"/>
              </a:spcAft>
            </a:pPr>
            <a:r>
              <a:rPr lang="ar-SA" sz="4400" u="sng" dirty="0">
                <a:solidFill>
                  <a:srgbClr val="4472C4"/>
                </a:solidFill>
              </a:rPr>
              <a:t>3-	استخدام الفيديو التفاعلي في التعليم</a:t>
            </a:r>
            <a:endParaRPr kumimoji="0" lang="en-US" sz="4400" b="1" i="0" u="sng" strike="noStrike" kern="1200" cap="none" spc="0" normalizeH="0" baseline="0" noProof="0" dirty="0">
              <a:ln>
                <a:noFill/>
              </a:ln>
              <a:solidFill>
                <a:srgbClr val="4472C4"/>
              </a:solidFill>
              <a:effectLst/>
              <a:uLnTx/>
              <a:uFillTx/>
              <a:latin typeface="Roboto" panose="02000000000000000000" pitchFamily="2" charset="0"/>
              <a:cs typeface="+mj-cs"/>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062662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500" fill="hold"/>
                                        <p:tgtEl>
                                          <p:spTgt spid="38"/>
                                        </p:tgtEl>
                                        <p:attrNameLst>
                                          <p:attrName>ppt_w</p:attrName>
                                        </p:attrNameLst>
                                      </p:cBhvr>
                                      <p:tavLst>
                                        <p:tav tm="0">
                                          <p:val>
                                            <p:fltVal val="0"/>
                                          </p:val>
                                        </p:tav>
                                        <p:tav tm="100000">
                                          <p:val>
                                            <p:strVal val="#ppt_w"/>
                                          </p:val>
                                        </p:tav>
                                      </p:tavLst>
                                    </p:anim>
                                    <p:anim calcmode="lin" valueType="num">
                                      <p:cBhvr>
                                        <p:cTn id="8" dur="500" fill="hold"/>
                                        <p:tgtEl>
                                          <p:spTgt spid="38"/>
                                        </p:tgtEl>
                                        <p:attrNameLst>
                                          <p:attrName>ppt_h</p:attrName>
                                        </p:attrNameLst>
                                      </p:cBhvr>
                                      <p:tavLst>
                                        <p:tav tm="0">
                                          <p:val>
                                            <p:fltVal val="0"/>
                                          </p:val>
                                        </p:tav>
                                        <p:tav tm="100000">
                                          <p:val>
                                            <p:strVal val="#ppt_h"/>
                                          </p:val>
                                        </p:tav>
                                      </p:tavLst>
                                    </p:anim>
                                    <p:animEffect transition="in" filter="fade">
                                      <p:cBhvr>
                                        <p:cTn id="9" dur="500"/>
                                        <p:tgtEl>
                                          <p:spTgt spid="38"/>
                                        </p:tgtEl>
                                      </p:cBhvr>
                                    </p:animEffect>
                                  </p:childTnLst>
                                </p:cTn>
                              </p:par>
                              <p:par>
                                <p:cTn id="10" presetID="53" presetClass="entr" presetSubtype="16" fill="hold" grpId="0" nodeType="withEffect">
                                  <p:stCondLst>
                                    <p:cond delay="25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childTnLst>
                          </p:cTn>
                        </p:par>
                        <p:par>
                          <p:cTn id="15" fill="hold">
                            <p:stCondLst>
                              <p:cond delay="750"/>
                            </p:stCondLst>
                            <p:childTnLst>
                              <p:par>
                                <p:cTn id="16" presetID="22" presetClass="entr" presetSubtype="2"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right)">
                                      <p:cBhvr>
                                        <p:cTn id="18" dur="500"/>
                                        <p:tgtEl>
                                          <p:spTgt spid="2"/>
                                        </p:tgtEl>
                                      </p:cBhvr>
                                    </p:animEffect>
                                  </p:childTnLst>
                                </p:cTn>
                              </p:par>
                            </p:childTnLst>
                          </p:cTn>
                        </p:par>
                        <p:par>
                          <p:cTn id="19" fill="hold">
                            <p:stCondLst>
                              <p:cond delay="1250"/>
                            </p:stCondLst>
                            <p:childTnLst>
                              <p:par>
                                <p:cTn id="20" presetID="53" presetClass="entr" presetSubtype="16" fill="hold" grpId="0" nodeType="afterEffect">
                                  <p:stCondLst>
                                    <p:cond delay="0"/>
                                  </p:stCondLst>
                                  <p:childTnLst>
                                    <p:set>
                                      <p:cBhvr>
                                        <p:cTn id="21" dur="1" fill="hold">
                                          <p:stCondLst>
                                            <p:cond delay="0"/>
                                          </p:stCondLst>
                                        </p:cTn>
                                        <p:tgtEl>
                                          <p:spTgt spid="42"/>
                                        </p:tgtEl>
                                        <p:attrNameLst>
                                          <p:attrName>style.visibility</p:attrName>
                                        </p:attrNameLst>
                                      </p:cBhvr>
                                      <p:to>
                                        <p:strVal val="visible"/>
                                      </p:to>
                                    </p:set>
                                    <p:anim calcmode="lin" valueType="num">
                                      <p:cBhvr>
                                        <p:cTn id="22" dur="500" fill="hold"/>
                                        <p:tgtEl>
                                          <p:spTgt spid="42"/>
                                        </p:tgtEl>
                                        <p:attrNameLst>
                                          <p:attrName>ppt_w</p:attrName>
                                        </p:attrNameLst>
                                      </p:cBhvr>
                                      <p:tavLst>
                                        <p:tav tm="0">
                                          <p:val>
                                            <p:fltVal val="0"/>
                                          </p:val>
                                        </p:tav>
                                        <p:tav tm="100000">
                                          <p:val>
                                            <p:strVal val="#ppt_w"/>
                                          </p:val>
                                        </p:tav>
                                      </p:tavLst>
                                    </p:anim>
                                    <p:anim calcmode="lin" valueType="num">
                                      <p:cBhvr>
                                        <p:cTn id="23" dur="500" fill="hold"/>
                                        <p:tgtEl>
                                          <p:spTgt spid="42"/>
                                        </p:tgtEl>
                                        <p:attrNameLst>
                                          <p:attrName>ppt_h</p:attrName>
                                        </p:attrNameLst>
                                      </p:cBhvr>
                                      <p:tavLst>
                                        <p:tav tm="0">
                                          <p:val>
                                            <p:fltVal val="0"/>
                                          </p:val>
                                        </p:tav>
                                        <p:tav tm="100000">
                                          <p:val>
                                            <p:strVal val="#ppt_h"/>
                                          </p:val>
                                        </p:tav>
                                      </p:tavLst>
                                    </p:anim>
                                    <p:animEffect transition="in" filter="fade">
                                      <p:cBhvr>
                                        <p:cTn id="24" dur="500"/>
                                        <p:tgtEl>
                                          <p:spTgt spid="42"/>
                                        </p:tgtEl>
                                      </p:cBhvr>
                                    </p:animEffect>
                                  </p:childTnLst>
                                </p:cTn>
                              </p:par>
                              <p:par>
                                <p:cTn id="25" presetID="53" presetClass="entr" presetSubtype="16" fill="hold" grpId="0" nodeType="withEffect">
                                  <p:stCondLst>
                                    <p:cond delay="250"/>
                                  </p:stCondLst>
                                  <p:childTnLst>
                                    <p:set>
                                      <p:cBhvr>
                                        <p:cTn id="26" dur="1" fill="hold">
                                          <p:stCondLst>
                                            <p:cond delay="0"/>
                                          </p:stCondLst>
                                        </p:cTn>
                                        <p:tgtEl>
                                          <p:spTgt spid="46"/>
                                        </p:tgtEl>
                                        <p:attrNameLst>
                                          <p:attrName>style.visibility</p:attrName>
                                        </p:attrNameLst>
                                      </p:cBhvr>
                                      <p:to>
                                        <p:strVal val="visible"/>
                                      </p:to>
                                    </p:set>
                                    <p:anim calcmode="lin" valueType="num">
                                      <p:cBhvr>
                                        <p:cTn id="27" dur="500" fill="hold"/>
                                        <p:tgtEl>
                                          <p:spTgt spid="46"/>
                                        </p:tgtEl>
                                        <p:attrNameLst>
                                          <p:attrName>ppt_w</p:attrName>
                                        </p:attrNameLst>
                                      </p:cBhvr>
                                      <p:tavLst>
                                        <p:tav tm="0">
                                          <p:val>
                                            <p:fltVal val="0"/>
                                          </p:val>
                                        </p:tav>
                                        <p:tav tm="100000">
                                          <p:val>
                                            <p:strVal val="#ppt_w"/>
                                          </p:val>
                                        </p:tav>
                                      </p:tavLst>
                                    </p:anim>
                                    <p:anim calcmode="lin" valueType="num">
                                      <p:cBhvr>
                                        <p:cTn id="28" dur="500" fill="hold"/>
                                        <p:tgtEl>
                                          <p:spTgt spid="46"/>
                                        </p:tgtEl>
                                        <p:attrNameLst>
                                          <p:attrName>ppt_h</p:attrName>
                                        </p:attrNameLst>
                                      </p:cBhvr>
                                      <p:tavLst>
                                        <p:tav tm="0">
                                          <p:val>
                                            <p:fltVal val="0"/>
                                          </p:val>
                                        </p:tav>
                                        <p:tav tm="100000">
                                          <p:val>
                                            <p:strVal val="#ppt_h"/>
                                          </p:val>
                                        </p:tav>
                                      </p:tavLst>
                                    </p:anim>
                                    <p:animEffect transition="in" filter="fade">
                                      <p:cBhvr>
                                        <p:cTn id="29" dur="500"/>
                                        <p:tgtEl>
                                          <p:spTgt spid="46"/>
                                        </p:tgtEl>
                                      </p:cBhvr>
                                    </p:animEffect>
                                  </p:childTnLst>
                                </p:cTn>
                              </p:par>
                            </p:childTnLst>
                          </p:cTn>
                        </p:par>
                        <p:par>
                          <p:cTn id="30" fill="hold">
                            <p:stCondLst>
                              <p:cond delay="2000"/>
                            </p:stCondLst>
                            <p:childTnLst>
                              <p:par>
                                <p:cTn id="31" presetID="22" presetClass="entr" presetSubtype="8" fill="hold" nodeType="after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wipe(left)">
                                      <p:cBhvr>
                                        <p:cTn id="33" dur="500"/>
                                        <p:tgtEl>
                                          <p:spTgt spid="3"/>
                                        </p:tgtEl>
                                      </p:cBhvr>
                                    </p:animEffect>
                                  </p:childTnLst>
                                </p:cTn>
                              </p:par>
                            </p:childTnLst>
                          </p:cTn>
                        </p:par>
                        <p:par>
                          <p:cTn id="34" fill="hold">
                            <p:stCondLst>
                              <p:cond delay="2500"/>
                            </p:stCondLst>
                            <p:childTnLst>
                              <p:par>
                                <p:cTn id="35" presetID="1" presetClass="entr" presetSubtype="0" fill="hold" grpId="0" nodeType="afterEffect">
                                  <p:stCondLst>
                                    <p:cond delay="250"/>
                                  </p:stCondLst>
                                  <p:childTnLst>
                                    <p:set>
                                      <p:cBhvr>
                                        <p:cTn id="36" dur="1" fill="hold">
                                          <p:stCondLst>
                                            <p:cond delay="0"/>
                                          </p:stCondLst>
                                        </p:cTn>
                                        <p:tgtEl>
                                          <p:spTgt spid="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2" grpId="0" animBg="1"/>
      <p:bldP spid="9" grpId="0" animBg="1"/>
      <p:bldP spid="46" grpId="0" animBg="1"/>
      <p:bldP spid="41" grpId="0"/>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 name="Group 67"/>
          <p:cNvGrpSpPr>
            <a:grpSpLocks noChangeAspect="1"/>
          </p:cNvGrpSpPr>
          <p:nvPr/>
        </p:nvGrpSpPr>
        <p:grpSpPr>
          <a:xfrm>
            <a:off x="1005455" y="2199851"/>
            <a:ext cx="10349377" cy="1877334"/>
            <a:chOff x="1397340" y="2513134"/>
            <a:chExt cx="10097971" cy="1831730"/>
          </a:xfrm>
        </p:grpSpPr>
        <p:sp>
          <p:nvSpPr>
            <p:cNvPr id="69" name="Freeform 68"/>
            <p:cNvSpPr/>
            <p:nvPr/>
          </p:nvSpPr>
          <p:spPr>
            <a:xfrm>
              <a:off x="1921215" y="2513134"/>
              <a:ext cx="2781640" cy="1831730"/>
            </a:xfrm>
            <a:custGeom>
              <a:avLst/>
              <a:gdLst>
                <a:gd name="connsiteX0" fmla="*/ 0 w 2095500"/>
                <a:gd name="connsiteY0" fmla="*/ 274760 h 1831730"/>
                <a:gd name="connsiteX1" fmla="*/ 1179635 w 2095500"/>
                <a:gd name="connsiteY1" fmla="*/ 274760 h 1831730"/>
                <a:gd name="connsiteX2" fmla="*/ 1179635 w 2095500"/>
                <a:gd name="connsiteY2" fmla="*/ 0 h 1831730"/>
                <a:gd name="connsiteX3" fmla="*/ 2095500 w 2095500"/>
                <a:gd name="connsiteY3" fmla="*/ 915865 h 1831730"/>
                <a:gd name="connsiteX4" fmla="*/ 1179635 w 2095500"/>
                <a:gd name="connsiteY4" fmla="*/ 1831730 h 1831730"/>
                <a:gd name="connsiteX5" fmla="*/ 1179635 w 2095500"/>
                <a:gd name="connsiteY5" fmla="*/ 1556971 h 1831730"/>
                <a:gd name="connsiteX6" fmla="*/ 0 w 2095500"/>
                <a:gd name="connsiteY6" fmla="*/ 1556971 h 1831730"/>
                <a:gd name="connsiteX7" fmla="*/ 0 w 2095500"/>
                <a:gd name="connsiteY7" fmla="*/ 274760 h 183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0" h="1831730">
                  <a:moveTo>
                    <a:pt x="0" y="274760"/>
                  </a:moveTo>
                  <a:lnTo>
                    <a:pt x="1179635" y="274760"/>
                  </a:lnTo>
                  <a:lnTo>
                    <a:pt x="1179635" y="0"/>
                  </a:lnTo>
                  <a:lnTo>
                    <a:pt x="2095500" y="915865"/>
                  </a:lnTo>
                  <a:lnTo>
                    <a:pt x="1179635" y="1831730"/>
                  </a:lnTo>
                  <a:lnTo>
                    <a:pt x="1179635" y="1556971"/>
                  </a:lnTo>
                  <a:lnTo>
                    <a:pt x="0" y="1556971"/>
                  </a:lnTo>
                  <a:lnTo>
                    <a:pt x="0" y="274760"/>
                  </a:lnTo>
                  <a:close/>
                </a:path>
              </a:pathLst>
            </a:custGeom>
            <a:gradFill flip="none" rotWithShape="1">
              <a:gsLst>
                <a:gs pos="0">
                  <a:schemeClr val="accent6">
                    <a:lumMod val="20000"/>
                    <a:lumOff val="80000"/>
                  </a:schemeClr>
                </a:gs>
                <a:gs pos="35000">
                  <a:schemeClr val="accent6">
                    <a:lumMod val="40000"/>
                    <a:lumOff val="60000"/>
                  </a:schemeClr>
                </a:gs>
                <a:gs pos="100000">
                  <a:schemeClr val="accent6">
                    <a:lumMod val="100000"/>
                  </a:schemeClr>
                </a:gs>
              </a:gsLst>
              <a:lin ang="0" scaled="0"/>
              <a:tileRect/>
            </a:gra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584835" tIns="290000" rIns="580549" bIns="289999" numCol="1" spcCol="1270" anchor="ctr" anchorCtr="0">
              <a:noAutofit/>
            </a:bodyPr>
            <a:lstStyle/>
            <a:p>
              <a:pPr marL="228600" lvl="1" indent="-228600" defTabSz="1066800" fontAlgn="auto">
                <a:lnSpc>
                  <a:spcPct val="90000"/>
                </a:lnSpc>
                <a:spcAft>
                  <a:spcPct val="15000"/>
                </a:spcAft>
                <a:buFontTx/>
                <a:buChar char="••"/>
              </a:pPr>
              <a:endParaRPr lang="id-ID" sz="2400">
                <a:solidFill>
                  <a:prstClr val="black">
                    <a:hueOff val="0"/>
                    <a:satOff val="0"/>
                    <a:lumOff val="0"/>
                    <a:alphaOff val="0"/>
                  </a:prstClr>
                </a:solidFill>
              </a:endParaRPr>
            </a:p>
            <a:p>
              <a:pPr marL="228600" lvl="1" indent="-228600" defTabSz="1066800" fontAlgn="auto">
                <a:lnSpc>
                  <a:spcPct val="90000"/>
                </a:lnSpc>
                <a:spcAft>
                  <a:spcPct val="15000"/>
                </a:spcAft>
                <a:buFontTx/>
                <a:buChar char="••"/>
              </a:pPr>
              <a:endParaRPr lang="id-ID" sz="2400">
                <a:solidFill>
                  <a:prstClr val="black">
                    <a:hueOff val="0"/>
                    <a:satOff val="0"/>
                    <a:lumOff val="0"/>
                    <a:alphaOff val="0"/>
                  </a:prstClr>
                </a:solidFill>
              </a:endParaRPr>
            </a:p>
          </p:txBody>
        </p:sp>
        <p:sp>
          <p:nvSpPr>
            <p:cNvPr id="70" name="Freeform 69"/>
            <p:cNvSpPr/>
            <p:nvPr/>
          </p:nvSpPr>
          <p:spPr>
            <a:xfrm>
              <a:off x="1397340" y="2905124"/>
              <a:ext cx="1047750" cy="1047750"/>
            </a:xfrm>
            <a:custGeom>
              <a:avLst/>
              <a:gdLst>
                <a:gd name="connsiteX0" fmla="*/ 0 w 1047750"/>
                <a:gd name="connsiteY0" fmla="*/ 523875 h 1047750"/>
                <a:gd name="connsiteX1" fmla="*/ 523875 w 1047750"/>
                <a:gd name="connsiteY1" fmla="*/ 0 h 1047750"/>
                <a:gd name="connsiteX2" fmla="*/ 1047750 w 1047750"/>
                <a:gd name="connsiteY2" fmla="*/ 523875 h 1047750"/>
                <a:gd name="connsiteX3" fmla="*/ 523875 w 1047750"/>
                <a:gd name="connsiteY3" fmla="*/ 1047750 h 1047750"/>
                <a:gd name="connsiteX4" fmla="*/ 0 w 1047750"/>
                <a:gd name="connsiteY4" fmla="*/ 523875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0" h="1047750">
                  <a:moveTo>
                    <a:pt x="0" y="523875"/>
                  </a:moveTo>
                  <a:cubicBezTo>
                    <a:pt x="0" y="234547"/>
                    <a:pt x="234547" y="0"/>
                    <a:pt x="523875" y="0"/>
                  </a:cubicBezTo>
                  <a:cubicBezTo>
                    <a:pt x="813203" y="0"/>
                    <a:pt x="1047750" y="234547"/>
                    <a:pt x="1047750" y="523875"/>
                  </a:cubicBezTo>
                  <a:cubicBezTo>
                    <a:pt x="1047750" y="813203"/>
                    <a:pt x="813203" y="1047750"/>
                    <a:pt x="523875" y="1047750"/>
                  </a:cubicBezTo>
                  <a:cubicBezTo>
                    <a:pt x="234547" y="1047750"/>
                    <a:pt x="0" y="813203"/>
                    <a:pt x="0" y="523875"/>
                  </a:cubicBezTo>
                  <a:close/>
                </a:path>
              </a:pathLst>
            </a:custGeom>
            <a:solidFill>
              <a:schemeClr val="accent6"/>
            </a:solidFill>
            <a:ln w="38100">
              <a:solidFill>
                <a:schemeClr val="bg1">
                  <a:lumMod val="95000"/>
                </a:schemeClr>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679" tIns="168679" rIns="168679" bIns="168679" numCol="1" spcCol="1270" anchor="ctr" anchorCtr="0">
              <a:noAutofit/>
            </a:bodyPr>
            <a:lstStyle/>
            <a:p>
              <a:pPr algn="ctr" defTabSz="1066800" fontAlgn="auto">
                <a:lnSpc>
                  <a:spcPct val="90000"/>
                </a:lnSpc>
                <a:spcAft>
                  <a:spcPct val="35000"/>
                </a:spcAft>
              </a:pPr>
              <a:endParaRPr lang="id-ID" sz="2400">
                <a:solidFill>
                  <a:prstClr val="white"/>
                </a:solidFill>
              </a:endParaRPr>
            </a:p>
          </p:txBody>
        </p:sp>
        <p:sp>
          <p:nvSpPr>
            <p:cNvPr id="71" name="Freeform 70"/>
            <p:cNvSpPr/>
            <p:nvPr/>
          </p:nvSpPr>
          <p:spPr>
            <a:xfrm>
              <a:off x="5310187" y="2513134"/>
              <a:ext cx="2781640" cy="1831730"/>
            </a:xfrm>
            <a:custGeom>
              <a:avLst/>
              <a:gdLst>
                <a:gd name="connsiteX0" fmla="*/ 0 w 2095500"/>
                <a:gd name="connsiteY0" fmla="*/ 274760 h 1831730"/>
                <a:gd name="connsiteX1" fmla="*/ 1179635 w 2095500"/>
                <a:gd name="connsiteY1" fmla="*/ 274760 h 1831730"/>
                <a:gd name="connsiteX2" fmla="*/ 1179635 w 2095500"/>
                <a:gd name="connsiteY2" fmla="*/ 0 h 1831730"/>
                <a:gd name="connsiteX3" fmla="*/ 2095500 w 2095500"/>
                <a:gd name="connsiteY3" fmla="*/ 915865 h 1831730"/>
                <a:gd name="connsiteX4" fmla="*/ 1179635 w 2095500"/>
                <a:gd name="connsiteY4" fmla="*/ 1831730 h 1831730"/>
                <a:gd name="connsiteX5" fmla="*/ 1179635 w 2095500"/>
                <a:gd name="connsiteY5" fmla="*/ 1556971 h 1831730"/>
                <a:gd name="connsiteX6" fmla="*/ 0 w 2095500"/>
                <a:gd name="connsiteY6" fmla="*/ 1556971 h 1831730"/>
                <a:gd name="connsiteX7" fmla="*/ 0 w 2095500"/>
                <a:gd name="connsiteY7" fmla="*/ 274760 h 183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0" h="1831730">
                  <a:moveTo>
                    <a:pt x="0" y="274760"/>
                  </a:moveTo>
                  <a:lnTo>
                    <a:pt x="1179635" y="274760"/>
                  </a:lnTo>
                  <a:lnTo>
                    <a:pt x="1179635" y="0"/>
                  </a:lnTo>
                  <a:lnTo>
                    <a:pt x="2095500" y="915865"/>
                  </a:lnTo>
                  <a:lnTo>
                    <a:pt x="1179635" y="1831730"/>
                  </a:lnTo>
                  <a:lnTo>
                    <a:pt x="1179635" y="1556971"/>
                  </a:lnTo>
                  <a:lnTo>
                    <a:pt x="0" y="1556971"/>
                  </a:lnTo>
                  <a:lnTo>
                    <a:pt x="0" y="274760"/>
                  </a:lnTo>
                  <a:close/>
                </a:path>
              </a:pathLst>
            </a:custGeom>
            <a:gradFill flip="none" rotWithShape="1">
              <a:gsLst>
                <a:gs pos="0">
                  <a:schemeClr val="accent4">
                    <a:lumMod val="20000"/>
                    <a:lumOff val="80000"/>
                  </a:schemeClr>
                </a:gs>
                <a:gs pos="35000">
                  <a:schemeClr val="accent4">
                    <a:lumMod val="40000"/>
                    <a:lumOff val="60000"/>
                  </a:schemeClr>
                </a:gs>
                <a:gs pos="100000">
                  <a:schemeClr val="accent4">
                    <a:lumMod val="100000"/>
                  </a:schemeClr>
                </a:gs>
              </a:gsLst>
              <a:lin ang="0" scaled="0"/>
              <a:tileRect/>
            </a:gra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584835" tIns="290000" rIns="580549" bIns="289999" numCol="1" spcCol="1270" anchor="ctr" anchorCtr="0">
              <a:noAutofit/>
            </a:bodyPr>
            <a:lstStyle/>
            <a:p>
              <a:pPr marL="228600" lvl="1" indent="-228600" defTabSz="1066800" fontAlgn="auto">
                <a:lnSpc>
                  <a:spcPct val="90000"/>
                </a:lnSpc>
                <a:spcAft>
                  <a:spcPct val="15000"/>
                </a:spcAft>
                <a:buFontTx/>
                <a:buChar char="••"/>
              </a:pPr>
              <a:endParaRPr lang="id-ID" sz="2400">
                <a:solidFill>
                  <a:prstClr val="black">
                    <a:hueOff val="0"/>
                    <a:satOff val="0"/>
                    <a:lumOff val="0"/>
                    <a:alphaOff val="0"/>
                  </a:prstClr>
                </a:solidFill>
              </a:endParaRPr>
            </a:p>
            <a:p>
              <a:pPr marL="228600" lvl="1" indent="-228600" defTabSz="1066800" fontAlgn="auto">
                <a:lnSpc>
                  <a:spcPct val="90000"/>
                </a:lnSpc>
                <a:spcAft>
                  <a:spcPct val="15000"/>
                </a:spcAft>
                <a:buFontTx/>
                <a:buChar char="••"/>
              </a:pPr>
              <a:endParaRPr lang="id-ID" sz="2400">
                <a:solidFill>
                  <a:prstClr val="black">
                    <a:hueOff val="0"/>
                    <a:satOff val="0"/>
                    <a:lumOff val="0"/>
                    <a:alphaOff val="0"/>
                  </a:prstClr>
                </a:solidFill>
              </a:endParaRPr>
            </a:p>
          </p:txBody>
        </p:sp>
        <p:sp>
          <p:nvSpPr>
            <p:cNvPr id="72" name="Freeform 71"/>
            <p:cNvSpPr/>
            <p:nvPr/>
          </p:nvSpPr>
          <p:spPr>
            <a:xfrm>
              <a:off x="4786312" y="2905124"/>
              <a:ext cx="1047750" cy="1047750"/>
            </a:xfrm>
            <a:custGeom>
              <a:avLst/>
              <a:gdLst>
                <a:gd name="connsiteX0" fmla="*/ 0 w 1047750"/>
                <a:gd name="connsiteY0" fmla="*/ 523875 h 1047750"/>
                <a:gd name="connsiteX1" fmla="*/ 523875 w 1047750"/>
                <a:gd name="connsiteY1" fmla="*/ 0 h 1047750"/>
                <a:gd name="connsiteX2" fmla="*/ 1047750 w 1047750"/>
                <a:gd name="connsiteY2" fmla="*/ 523875 h 1047750"/>
                <a:gd name="connsiteX3" fmla="*/ 523875 w 1047750"/>
                <a:gd name="connsiteY3" fmla="*/ 1047750 h 1047750"/>
                <a:gd name="connsiteX4" fmla="*/ 0 w 1047750"/>
                <a:gd name="connsiteY4" fmla="*/ 523875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0" h="1047750">
                  <a:moveTo>
                    <a:pt x="0" y="523875"/>
                  </a:moveTo>
                  <a:cubicBezTo>
                    <a:pt x="0" y="234547"/>
                    <a:pt x="234547" y="0"/>
                    <a:pt x="523875" y="0"/>
                  </a:cubicBezTo>
                  <a:cubicBezTo>
                    <a:pt x="813203" y="0"/>
                    <a:pt x="1047750" y="234547"/>
                    <a:pt x="1047750" y="523875"/>
                  </a:cubicBezTo>
                  <a:cubicBezTo>
                    <a:pt x="1047750" y="813203"/>
                    <a:pt x="813203" y="1047750"/>
                    <a:pt x="523875" y="1047750"/>
                  </a:cubicBezTo>
                  <a:cubicBezTo>
                    <a:pt x="234547" y="1047750"/>
                    <a:pt x="0" y="813203"/>
                    <a:pt x="0" y="523875"/>
                  </a:cubicBezTo>
                  <a:close/>
                </a:path>
              </a:pathLst>
            </a:custGeom>
            <a:solidFill>
              <a:schemeClr val="accent4"/>
            </a:solidFill>
            <a:ln w="38100">
              <a:solidFill>
                <a:schemeClr val="bg1">
                  <a:lumMod val="95000"/>
                </a:schemeClr>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679" tIns="168679" rIns="168679" bIns="168679" numCol="1" spcCol="1270" anchor="ctr" anchorCtr="0">
              <a:noAutofit/>
            </a:bodyPr>
            <a:lstStyle/>
            <a:p>
              <a:pPr algn="ctr" defTabSz="1066800" fontAlgn="auto">
                <a:lnSpc>
                  <a:spcPct val="90000"/>
                </a:lnSpc>
                <a:spcAft>
                  <a:spcPct val="35000"/>
                </a:spcAft>
              </a:pPr>
              <a:endParaRPr lang="id-ID" sz="2400">
                <a:solidFill>
                  <a:prstClr val="white"/>
                </a:solidFill>
              </a:endParaRPr>
            </a:p>
          </p:txBody>
        </p:sp>
        <p:sp>
          <p:nvSpPr>
            <p:cNvPr id="73" name="Freeform 72"/>
            <p:cNvSpPr/>
            <p:nvPr/>
          </p:nvSpPr>
          <p:spPr>
            <a:xfrm>
              <a:off x="8713671" y="2513134"/>
              <a:ext cx="2781640" cy="1831730"/>
            </a:xfrm>
            <a:custGeom>
              <a:avLst/>
              <a:gdLst>
                <a:gd name="connsiteX0" fmla="*/ 0 w 2095500"/>
                <a:gd name="connsiteY0" fmla="*/ 274760 h 1831730"/>
                <a:gd name="connsiteX1" fmla="*/ 1179635 w 2095500"/>
                <a:gd name="connsiteY1" fmla="*/ 274760 h 1831730"/>
                <a:gd name="connsiteX2" fmla="*/ 1179635 w 2095500"/>
                <a:gd name="connsiteY2" fmla="*/ 0 h 1831730"/>
                <a:gd name="connsiteX3" fmla="*/ 2095500 w 2095500"/>
                <a:gd name="connsiteY3" fmla="*/ 915865 h 1831730"/>
                <a:gd name="connsiteX4" fmla="*/ 1179635 w 2095500"/>
                <a:gd name="connsiteY4" fmla="*/ 1831730 h 1831730"/>
                <a:gd name="connsiteX5" fmla="*/ 1179635 w 2095500"/>
                <a:gd name="connsiteY5" fmla="*/ 1556971 h 1831730"/>
                <a:gd name="connsiteX6" fmla="*/ 0 w 2095500"/>
                <a:gd name="connsiteY6" fmla="*/ 1556971 h 1831730"/>
                <a:gd name="connsiteX7" fmla="*/ 0 w 2095500"/>
                <a:gd name="connsiteY7" fmla="*/ 274760 h 183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0" h="1831730">
                  <a:moveTo>
                    <a:pt x="0" y="274760"/>
                  </a:moveTo>
                  <a:lnTo>
                    <a:pt x="1179635" y="274760"/>
                  </a:lnTo>
                  <a:lnTo>
                    <a:pt x="1179635" y="0"/>
                  </a:lnTo>
                  <a:lnTo>
                    <a:pt x="2095500" y="915865"/>
                  </a:lnTo>
                  <a:lnTo>
                    <a:pt x="1179635" y="1831730"/>
                  </a:lnTo>
                  <a:lnTo>
                    <a:pt x="1179635" y="1556971"/>
                  </a:lnTo>
                  <a:lnTo>
                    <a:pt x="0" y="1556971"/>
                  </a:lnTo>
                  <a:lnTo>
                    <a:pt x="0" y="274760"/>
                  </a:lnTo>
                  <a:close/>
                </a:path>
              </a:pathLst>
            </a:custGeom>
            <a:gradFill flip="none" rotWithShape="1">
              <a:gsLst>
                <a:gs pos="0">
                  <a:schemeClr val="accent5">
                    <a:lumMod val="20000"/>
                    <a:lumOff val="80000"/>
                  </a:schemeClr>
                </a:gs>
                <a:gs pos="35000">
                  <a:schemeClr val="accent5">
                    <a:lumMod val="40000"/>
                    <a:lumOff val="60000"/>
                  </a:schemeClr>
                </a:gs>
                <a:gs pos="100000">
                  <a:schemeClr val="accent5">
                    <a:lumMod val="100000"/>
                  </a:schemeClr>
                </a:gs>
              </a:gsLst>
              <a:lin ang="0" scaled="0"/>
              <a:tileRect/>
            </a:gra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584835" tIns="290000" rIns="580549" bIns="289999" numCol="1" spcCol="1270" anchor="ctr" anchorCtr="0">
              <a:noAutofit/>
            </a:bodyPr>
            <a:lstStyle/>
            <a:p>
              <a:pPr marL="228600" lvl="1" indent="-228600" defTabSz="1066800" fontAlgn="auto">
                <a:lnSpc>
                  <a:spcPct val="90000"/>
                </a:lnSpc>
                <a:spcAft>
                  <a:spcPct val="15000"/>
                </a:spcAft>
                <a:buFontTx/>
                <a:buChar char="••"/>
              </a:pPr>
              <a:endParaRPr lang="id-ID" sz="2400">
                <a:solidFill>
                  <a:prstClr val="black">
                    <a:hueOff val="0"/>
                    <a:satOff val="0"/>
                    <a:lumOff val="0"/>
                    <a:alphaOff val="0"/>
                  </a:prstClr>
                </a:solidFill>
              </a:endParaRPr>
            </a:p>
            <a:p>
              <a:pPr marL="228600" lvl="1" indent="-228600" defTabSz="1066800" fontAlgn="auto">
                <a:lnSpc>
                  <a:spcPct val="90000"/>
                </a:lnSpc>
                <a:spcAft>
                  <a:spcPct val="15000"/>
                </a:spcAft>
                <a:buFontTx/>
                <a:buChar char="••"/>
              </a:pPr>
              <a:endParaRPr lang="id-ID" sz="2400">
                <a:solidFill>
                  <a:prstClr val="black">
                    <a:hueOff val="0"/>
                    <a:satOff val="0"/>
                    <a:lumOff val="0"/>
                    <a:alphaOff val="0"/>
                  </a:prstClr>
                </a:solidFill>
              </a:endParaRPr>
            </a:p>
          </p:txBody>
        </p:sp>
        <p:sp>
          <p:nvSpPr>
            <p:cNvPr id="74" name="Freeform 73"/>
            <p:cNvSpPr/>
            <p:nvPr/>
          </p:nvSpPr>
          <p:spPr>
            <a:xfrm>
              <a:off x="8189796" y="2905124"/>
              <a:ext cx="1047750" cy="1047750"/>
            </a:xfrm>
            <a:custGeom>
              <a:avLst/>
              <a:gdLst>
                <a:gd name="connsiteX0" fmla="*/ 0 w 1047750"/>
                <a:gd name="connsiteY0" fmla="*/ 523875 h 1047750"/>
                <a:gd name="connsiteX1" fmla="*/ 523875 w 1047750"/>
                <a:gd name="connsiteY1" fmla="*/ 0 h 1047750"/>
                <a:gd name="connsiteX2" fmla="*/ 1047750 w 1047750"/>
                <a:gd name="connsiteY2" fmla="*/ 523875 h 1047750"/>
                <a:gd name="connsiteX3" fmla="*/ 523875 w 1047750"/>
                <a:gd name="connsiteY3" fmla="*/ 1047750 h 1047750"/>
                <a:gd name="connsiteX4" fmla="*/ 0 w 1047750"/>
                <a:gd name="connsiteY4" fmla="*/ 523875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0" h="1047750">
                  <a:moveTo>
                    <a:pt x="0" y="523875"/>
                  </a:moveTo>
                  <a:cubicBezTo>
                    <a:pt x="0" y="234547"/>
                    <a:pt x="234547" y="0"/>
                    <a:pt x="523875" y="0"/>
                  </a:cubicBezTo>
                  <a:cubicBezTo>
                    <a:pt x="813203" y="0"/>
                    <a:pt x="1047750" y="234547"/>
                    <a:pt x="1047750" y="523875"/>
                  </a:cubicBezTo>
                  <a:cubicBezTo>
                    <a:pt x="1047750" y="813203"/>
                    <a:pt x="813203" y="1047750"/>
                    <a:pt x="523875" y="1047750"/>
                  </a:cubicBezTo>
                  <a:cubicBezTo>
                    <a:pt x="234547" y="1047750"/>
                    <a:pt x="0" y="813203"/>
                    <a:pt x="0" y="523875"/>
                  </a:cubicBezTo>
                  <a:close/>
                </a:path>
              </a:pathLst>
            </a:custGeom>
            <a:solidFill>
              <a:schemeClr val="accent5"/>
            </a:solidFill>
            <a:ln w="38100">
              <a:solidFill>
                <a:schemeClr val="bg1">
                  <a:lumMod val="95000"/>
                </a:schemeClr>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679" tIns="168679" rIns="168679" bIns="168679" numCol="1" spcCol="1270" anchor="ctr" anchorCtr="0">
              <a:noAutofit/>
            </a:bodyPr>
            <a:lstStyle/>
            <a:p>
              <a:pPr algn="ctr" defTabSz="1066800" fontAlgn="auto">
                <a:lnSpc>
                  <a:spcPct val="90000"/>
                </a:lnSpc>
                <a:spcAft>
                  <a:spcPct val="35000"/>
                </a:spcAft>
              </a:pPr>
              <a:endParaRPr lang="id-ID" sz="2400">
                <a:solidFill>
                  <a:prstClr val="white"/>
                </a:solidFill>
              </a:endParaRPr>
            </a:p>
          </p:txBody>
        </p:sp>
      </p:grpSp>
      <p:sp>
        <p:nvSpPr>
          <p:cNvPr id="75" name="Freeform 39"/>
          <p:cNvSpPr>
            <a:spLocks noChangeAspect="1" noEditPoints="1"/>
          </p:cNvSpPr>
          <p:nvPr/>
        </p:nvSpPr>
        <p:spPr bwMode="auto">
          <a:xfrm>
            <a:off x="1382890" y="2939067"/>
            <a:ext cx="331068" cy="436658"/>
          </a:xfrm>
          <a:custGeom>
            <a:avLst/>
            <a:gdLst>
              <a:gd name="T0" fmla="*/ 256 w 256"/>
              <a:gd name="T1" fmla="*/ 48 h 336"/>
              <a:gd name="T2" fmla="*/ 208 w 256"/>
              <a:gd name="T3" fmla="*/ 0 h 336"/>
              <a:gd name="T4" fmla="*/ 160 w 256"/>
              <a:gd name="T5" fmla="*/ 48 h 336"/>
              <a:gd name="T6" fmla="*/ 188 w 256"/>
              <a:gd name="T7" fmla="*/ 92 h 336"/>
              <a:gd name="T8" fmla="*/ 122 w 256"/>
              <a:gd name="T9" fmla="*/ 150 h 336"/>
              <a:gd name="T10" fmla="*/ 67 w 256"/>
              <a:gd name="T11" fmla="*/ 174 h 336"/>
              <a:gd name="T12" fmla="*/ 67 w 256"/>
              <a:gd name="T13" fmla="*/ 92 h 336"/>
              <a:gd name="T14" fmla="*/ 96 w 256"/>
              <a:gd name="T15" fmla="*/ 48 h 336"/>
              <a:gd name="T16" fmla="*/ 48 w 256"/>
              <a:gd name="T17" fmla="*/ 0 h 336"/>
              <a:gd name="T18" fmla="*/ 0 w 256"/>
              <a:gd name="T19" fmla="*/ 48 h 336"/>
              <a:gd name="T20" fmla="*/ 29 w 256"/>
              <a:gd name="T21" fmla="*/ 92 h 336"/>
              <a:gd name="T22" fmla="*/ 29 w 256"/>
              <a:gd name="T23" fmla="*/ 244 h 336"/>
              <a:gd name="T24" fmla="*/ 0 w 256"/>
              <a:gd name="T25" fmla="*/ 288 h 336"/>
              <a:gd name="T26" fmla="*/ 48 w 256"/>
              <a:gd name="T27" fmla="*/ 336 h 336"/>
              <a:gd name="T28" fmla="*/ 96 w 256"/>
              <a:gd name="T29" fmla="*/ 288 h 336"/>
              <a:gd name="T30" fmla="*/ 68 w 256"/>
              <a:gd name="T31" fmla="*/ 244 h 336"/>
              <a:gd name="T32" fmla="*/ 133 w 256"/>
              <a:gd name="T33" fmla="*/ 186 h 336"/>
              <a:gd name="T34" fmla="*/ 226 w 256"/>
              <a:gd name="T35" fmla="*/ 92 h 336"/>
              <a:gd name="T36" fmla="*/ 256 w 256"/>
              <a:gd name="T37" fmla="*/ 48 h 336"/>
              <a:gd name="T38" fmla="*/ 20 w 256"/>
              <a:gd name="T39" fmla="*/ 48 h 336"/>
              <a:gd name="T40" fmla="*/ 48 w 256"/>
              <a:gd name="T41" fmla="*/ 20 h 336"/>
              <a:gd name="T42" fmla="*/ 75 w 256"/>
              <a:gd name="T43" fmla="*/ 48 h 336"/>
              <a:gd name="T44" fmla="*/ 48 w 256"/>
              <a:gd name="T45" fmla="*/ 76 h 336"/>
              <a:gd name="T46" fmla="*/ 20 w 256"/>
              <a:gd name="T47" fmla="*/ 48 h 336"/>
              <a:gd name="T48" fmla="*/ 48 w 256"/>
              <a:gd name="T49" fmla="*/ 316 h 336"/>
              <a:gd name="T50" fmla="*/ 20 w 256"/>
              <a:gd name="T51" fmla="*/ 288 h 336"/>
              <a:gd name="T52" fmla="*/ 48 w 256"/>
              <a:gd name="T53" fmla="*/ 260 h 336"/>
              <a:gd name="T54" fmla="*/ 75 w 256"/>
              <a:gd name="T55" fmla="*/ 288 h 336"/>
              <a:gd name="T56" fmla="*/ 48 w 256"/>
              <a:gd name="T57" fmla="*/ 316 h 336"/>
              <a:gd name="T58" fmla="*/ 208 w 256"/>
              <a:gd name="T59" fmla="*/ 76 h 336"/>
              <a:gd name="T60" fmla="*/ 180 w 256"/>
              <a:gd name="T61" fmla="*/ 48 h 336"/>
              <a:gd name="T62" fmla="*/ 208 w 256"/>
              <a:gd name="T63" fmla="*/ 20 h 336"/>
              <a:gd name="T64" fmla="*/ 235 w 256"/>
              <a:gd name="T65" fmla="*/ 48 h 336"/>
              <a:gd name="T66" fmla="*/ 208 w 256"/>
              <a:gd name="T67" fmla="*/ 7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6" h="336">
                <a:moveTo>
                  <a:pt x="256" y="48"/>
                </a:moveTo>
                <a:cubicBezTo>
                  <a:pt x="256" y="21"/>
                  <a:pt x="234" y="0"/>
                  <a:pt x="208" y="0"/>
                </a:cubicBezTo>
                <a:cubicBezTo>
                  <a:pt x="181" y="0"/>
                  <a:pt x="160" y="21"/>
                  <a:pt x="160" y="48"/>
                </a:cubicBezTo>
                <a:cubicBezTo>
                  <a:pt x="160" y="67"/>
                  <a:pt x="171" y="84"/>
                  <a:pt x="188" y="92"/>
                </a:cubicBezTo>
                <a:cubicBezTo>
                  <a:pt x="183" y="131"/>
                  <a:pt x="158" y="138"/>
                  <a:pt x="122" y="150"/>
                </a:cubicBezTo>
                <a:cubicBezTo>
                  <a:pt x="105" y="155"/>
                  <a:pt x="84" y="162"/>
                  <a:pt x="67" y="174"/>
                </a:cubicBezTo>
                <a:cubicBezTo>
                  <a:pt x="67" y="92"/>
                  <a:pt x="67" y="92"/>
                  <a:pt x="67" y="92"/>
                </a:cubicBezTo>
                <a:cubicBezTo>
                  <a:pt x="84" y="85"/>
                  <a:pt x="96" y="68"/>
                  <a:pt x="96" y="48"/>
                </a:cubicBez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2"/>
                  <a:pt x="68" y="244"/>
                </a:cubicBezTo>
                <a:cubicBezTo>
                  <a:pt x="72" y="205"/>
                  <a:pt x="97" y="197"/>
                  <a:pt x="133" y="186"/>
                </a:cubicBezTo>
                <a:cubicBezTo>
                  <a:pt x="170" y="175"/>
                  <a:pt x="220" y="159"/>
                  <a:pt x="226" y="92"/>
                </a:cubicBezTo>
                <a:cubicBezTo>
                  <a:pt x="244" y="85"/>
                  <a:pt x="256" y="68"/>
                  <a:pt x="256" y="48"/>
                </a:cubicBezTo>
                <a:close/>
                <a:moveTo>
                  <a:pt x="20" y="48"/>
                </a:moveTo>
                <a:cubicBezTo>
                  <a:pt x="20" y="33"/>
                  <a:pt x="32" y="20"/>
                  <a:pt x="48" y="20"/>
                </a:cubicBezTo>
                <a:cubicBezTo>
                  <a:pt x="63" y="20"/>
                  <a:pt x="75" y="33"/>
                  <a:pt x="75" y="48"/>
                </a:cubicBezTo>
                <a:cubicBezTo>
                  <a:pt x="75" y="63"/>
                  <a:pt x="63" y="76"/>
                  <a:pt x="48" y="76"/>
                </a:cubicBezTo>
                <a:cubicBezTo>
                  <a:pt x="32" y="76"/>
                  <a:pt x="20" y="63"/>
                  <a:pt x="20" y="48"/>
                </a:cubicBezTo>
                <a:close/>
                <a:moveTo>
                  <a:pt x="48" y="316"/>
                </a:moveTo>
                <a:cubicBezTo>
                  <a:pt x="32" y="316"/>
                  <a:pt x="20" y="303"/>
                  <a:pt x="20" y="288"/>
                </a:cubicBezTo>
                <a:cubicBezTo>
                  <a:pt x="20" y="273"/>
                  <a:pt x="32" y="260"/>
                  <a:pt x="48" y="260"/>
                </a:cubicBezTo>
                <a:cubicBezTo>
                  <a:pt x="63" y="260"/>
                  <a:pt x="75" y="273"/>
                  <a:pt x="75" y="288"/>
                </a:cubicBezTo>
                <a:cubicBezTo>
                  <a:pt x="75" y="303"/>
                  <a:pt x="63" y="316"/>
                  <a:pt x="48" y="316"/>
                </a:cubicBezTo>
                <a:close/>
                <a:moveTo>
                  <a:pt x="208" y="76"/>
                </a:moveTo>
                <a:cubicBezTo>
                  <a:pt x="192" y="76"/>
                  <a:pt x="180" y="63"/>
                  <a:pt x="180" y="48"/>
                </a:cubicBezTo>
                <a:cubicBezTo>
                  <a:pt x="180" y="33"/>
                  <a:pt x="192" y="20"/>
                  <a:pt x="208" y="20"/>
                </a:cubicBezTo>
                <a:cubicBezTo>
                  <a:pt x="223" y="20"/>
                  <a:pt x="235" y="33"/>
                  <a:pt x="235" y="48"/>
                </a:cubicBezTo>
                <a:cubicBezTo>
                  <a:pt x="235" y="63"/>
                  <a:pt x="223" y="76"/>
                  <a:pt x="208" y="7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Calibri" panose="020F0502020204030204"/>
              <a:cs typeface="Simplified Arabic" panose="02020603050405020304" pitchFamily="18" charset="-78"/>
            </a:endParaRPr>
          </a:p>
        </p:txBody>
      </p:sp>
      <p:sp>
        <p:nvSpPr>
          <p:cNvPr id="76" name="Freeform 29"/>
          <p:cNvSpPr>
            <a:spLocks noChangeAspect="1" noEditPoints="1"/>
          </p:cNvSpPr>
          <p:nvPr/>
        </p:nvSpPr>
        <p:spPr bwMode="auto">
          <a:xfrm>
            <a:off x="4817621" y="2911379"/>
            <a:ext cx="420209" cy="436658"/>
          </a:xfrm>
          <a:custGeom>
            <a:avLst/>
            <a:gdLst>
              <a:gd name="T0" fmla="*/ 320 w 357"/>
              <a:gd name="T1" fmla="*/ 129 h 371"/>
              <a:gd name="T2" fmla="*/ 212 w 357"/>
              <a:gd name="T3" fmla="*/ 10 h 371"/>
              <a:gd name="T4" fmla="*/ 23 w 357"/>
              <a:gd name="T5" fmla="*/ 201 h 371"/>
              <a:gd name="T6" fmla="*/ 7 w 357"/>
              <a:gd name="T7" fmla="*/ 257 h 371"/>
              <a:gd name="T8" fmla="*/ 59 w 357"/>
              <a:gd name="T9" fmla="*/ 285 h 371"/>
              <a:gd name="T10" fmla="*/ 74 w 357"/>
              <a:gd name="T11" fmla="*/ 280 h 371"/>
              <a:gd name="T12" fmla="*/ 106 w 357"/>
              <a:gd name="T13" fmla="*/ 299 h 371"/>
              <a:gd name="T14" fmla="*/ 129 w 357"/>
              <a:gd name="T15" fmla="*/ 352 h 371"/>
              <a:gd name="T16" fmla="*/ 151 w 357"/>
              <a:gd name="T17" fmla="*/ 368 h 371"/>
              <a:gd name="T18" fmla="*/ 192 w 357"/>
              <a:gd name="T19" fmla="*/ 353 h 371"/>
              <a:gd name="T20" fmla="*/ 201 w 357"/>
              <a:gd name="T21" fmla="*/ 334 h 371"/>
              <a:gd name="T22" fmla="*/ 181 w 357"/>
              <a:gd name="T23" fmla="*/ 317 h 371"/>
              <a:gd name="T24" fmla="*/ 162 w 357"/>
              <a:gd name="T25" fmla="*/ 274 h 371"/>
              <a:gd name="T26" fmla="*/ 182 w 357"/>
              <a:gd name="T27" fmla="*/ 252 h 371"/>
              <a:gd name="T28" fmla="*/ 331 w 357"/>
              <a:gd name="T29" fmla="*/ 288 h 371"/>
              <a:gd name="T30" fmla="*/ 320 w 357"/>
              <a:gd name="T31" fmla="*/ 129 h 371"/>
              <a:gd name="T32" fmla="*/ 309 w 357"/>
              <a:gd name="T33" fmla="*/ 249 h 371"/>
              <a:gd name="T34" fmla="*/ 240 w 357"/>
              <a:gd name="T35" fmla="*/ 164 h 371"/>
              <a:gd name="T36" fmla="*/ 225 w 357"/>
              <a:gd name="T37" fmla="*/ 52 h 371"/>
              <a:gd name="T38" fmla="*/ 292 w 357"/>
              <a:gd name="T39" fmla="*/ 143 h 371"/>
              <a:gd name="T40" fmla="*/ 309 w 357"/>
              <a:gd name="T41" fmla="*/ 2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7" h="371">
                <a:moveTo>
                  <a:pt x="320" y="129"/>
                </a:moveTo>
                <a:cubicBezTo>
                  <a:pt x="289" y="56"/>
                  <a:pt x="238" y="0"/>
                  <a:pt x="212" y="10"/>
                </a:cubicBezTo>
                <a:cubicBezTo>
                  <a:pt x="168" y="28"/>
                  <a:pt x="238" y="113"/>
                  <a:pt x="23" y="201"/>
                </a:cubicBezTo>
                <a:cubicBezTo>
                  <a:pt x="4" y="208"/>
                  <a:pt x="0" y="239"/>
                  <a:pt x="7" y="257"/>
                </a:cubicBezTo>
                <a:cubicBezTo>
                  <a:pt x="15" y="275"/>
                  <a:pt x="41" y="293"/>
                  <a:pt x="59" y="285"/>
                </a:cubicBezTo>
                <a:cubicBezTo>
                  <a:pt x="62" y="284"/>
                  <a:pt x="74" y="280"/>
                  <a:pt x="74" y="280"/>
                </a:cubicBezTo>
                <a:cubicBezTo>
                  <a:pt x="87" y="298"/>
                  <a:pt x="101" y="287"/>
                  <a:pt x="106" y="299"/>
                </a:cubicBezTo>
                <a:cubicBezTo>
                  <a:pt x="112" y="312"/>
                  <a:pt x="125" y="342"/>
                  <a:pt x="129" y="352"/>
                </a:cubicBezTo>
                <a:cubicBezTo>
                  <a:pt x="134" y="362"/>
                  <a:pt x="144" y="371"/>
                  <a:pt x="151" y="368"/>
                </a:cubicBezTo>
                <a:cubicBezTo>
                  <a:pt x="158" y="366"/>
                  <a:pt x="182" y="356"/>
                  <a:pt x="192" y="353"/>
                </a:cubicBezTo>
                <a:cubicBezTo>
                  <a:pt x="201" y="349"/>
                  <a:pt x="203" y="341"/>
                  <a:pt x="201" y="334"/>
                </a:cubicBezTo>
                <a:cubicBezTo>
                  <a:pt x="197" y="327"/>
                  <a:pt x="185" y="325"/>
                  <a:pt x="181" y="317"/>
                </a:cubicBezTo>
                <a:cubicBezTo>
                  <a:pt x="178" y="309"/>
                  <a:pt x="166" y="282"/>
                  <a:pt x="162" y="274"/>
                </a:cubicBezTo>
                <a:cubicBezTo>
                  <a:pt x="158" y="262"/>
                  <a:pt x="168" y="253"/>
                  <a:pt x="182" y="252"/>
                </a:cubicBezTo>
                <a:cubicBezTo>
                  <a:pt x="280" y="241"/>
                  <a:pt x="298" y="302"/>
                  <a:pt x="331" y="288"/>
                </a:cubicBezTo>
                <a:cubicBezTo>
                  <a:pt x="357" y="278"/>
                  <a:pt x="352" y="203"/>
                  <a:pt x="320" y="129"/>
                </a:cubicBezTo>
                <a:close/>
                <a:moveTo>
                  <a:pt x="309" y="249"/>
                </a:moveTo>
                <a:cubicBezTo>
                  <a:pt x="303" y="251"/>
                  <a:pt x="265" y="221"/>
                  <a:pt x="240" y="164"/>
                </a:cubicBezTo>
                <a:cubicBezTo>
                  <a:pt x="216" y="106"/>
                  <a:pt x="219" y="54"/>
                  <a:pt x="225" y="52"/>
                </a:cubicBezTo>
                <a:cubicBezTo>
                  <a:pt x="230" y="49"/>
                  <a:pt x="268" y="86"/>
                  <a:pt x="292" y="143"/>
                </a:cubicBezTo>
                <a:cubicBezTo>
                  <a:pt x="317" y="201"/>
                  <a:pt x="315" y="247"/>
                  <a:pt x="309" y="249"/>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Calibri" panose="020F0502020204030204"/>
              <a:cs typeface="Simplified Arabic" panose="02020603050405020304" pitchFamily="18" charset="-78"/>
            </a:endParaRPr>
          </a:p>
        </p:txBody>
      </p:sp>
      <p:sp>
        <p:nvSpPr>
          <p:cNvPr id="77" name="Freeform 54"/>
          <p:cNvSpPr>
            <a:spLocks noChangeAspect="1" noEditPoints="1"/>
          </p:cNvSpPr>
          <p:nvPr/>
        </p:nvSpPr>
        <p:spPr bwMode="auto">
          <a:xfrm>
            <a:off x="8276312" y="2900597"/>
            <a:ext cx="465292" cy="467740"/>
          </a:xfrm>
          <a:custGeom>
            <a:avLst/>
            <a:gdLst>
              <a:gd name="T0" fmla="*/ 381 w 402"/>
              <a:gd name="T1" fmla="*/ 10 h 404"/>
              <a:gd name="T2" fmla="*/ 365 w 402"/>
              <a:gd name="T3" fmla="*/ 3 h 404"/>
              <a:gd name="T4" fmla="*/ 358 w 402"/>
              <a:gd name="T5" fmla="*/ 18 h 404"/>
              <a:gd name="T6" fmla="*/ 312 w 402"/>
              <a:gd name="T7" fmla="*/ 133 h 404"/>
              <a:gd name="T8" fmla="*/ 301 w 402"/>
              <a:gd name="T9" fmla="*/ 116 h 404"/>
              <a:gd name="T10" fmla="*/ 282 w 402"/>
              <a:gd name="T11" fmla="*/ 106 h 404"/>
              <a:gd name="T12" fmla="*/ 219 w 402"/>
              <a:gd name="T13" fmla="*/ 107 h 404"/>
              <a:gd name="T14" fmla="*/ 197 w 402"/>
              <a:gd name="T15" fmla="*/ 113 h 404"/>
              <a:gd name="T16" fmla="*/ 11 w 402"/>
              <a:gd name="T17" fmla="*/ 245 h 404"/>
              <a:gd name="T18" fmla="*/ 6 w 402"/>
              <a:gd name="T19" fmla="*/ 273 h 404"/>
              <a:gd name="T20" fmla="*/ 91 w 402"/>
              <a:gd name="T21" fmla="*/ 395 h 404"/>
              <a:gd name="T22" fmla="*/ 116 w 402"/>
              <a:gd name="T23" fmla="*/ 397 h 404"/>
              <a:gd name="T24" fmla="*/ 302 w 402"/>
              <a:gd name="T25" fmla="*/ 265 h 404"/>
              <a:gd name="T26" fmla="*/ 316 w 402"/>
              <a:gd name="T27" fmla="*/ 247 h 404"/>
              <a:gd name="T28" fmla="*/ 336 w 402"/>
              <a:gd name="T29" fmla="*/ 184 h 404"/>
              <a:gd name="T30" fmla="*/ 333 w 402"/>
              <a:gd name="T31" fmla="*/ 163 h 404"/>
              <a:gd name="T32" fmla="*/ 326 w 402"/>
              <a:gd name="T33" fmla="*/ 153 h 404"/>
              <a:gd name="T34" fmla="*/ 381 w 402"/>
              <a:gd name="T35" fmla="*/ 10 h 404"/>
              <a:gd name="T36" fmla="*/ 294 w 402"/>
              <a:gd name="T37" fmla="*/ 197 h 404"/>
              <a:gd name="T38" fmla="*/ 250 w 402"/>
              <a:gd name="T39" fmla="*/ 189 h 404"/>
              <a:gd name="T40" fmla="*/ 258 w 402"/>
              <a:gd name="T41" fmla="*/ 144 h 404"/>
              <a:gd name="T42" fmla="*/ 295 w 402"/>
              <a:gd name="T43" fmla="*/ 145 h 404"/>
              <a:gd name="T44" fmla="*/ 285 w 402"/>
              <a:gd name="T45" fmla="*/ 150 h 404"/>
              <a:gd name="T46" fmla="*/ 279 w 402"/>
              <a:gd name="T47" fmla="*/ 166 h 404"/>
              <a:gd name="T48" fmla="*/ 290 w 402"/>
              <a:gd name="T49" fmla="*/ 173 h 404"/>
              <a:gd name="T50" fmla="*/ 295 w 402"/>
              <a:gd name="T51" fmla="*/ 172 h 404"/>
              <a:gd name="T52" fmla="*/ 307 w 402"/>
              <a:gd name="T53" fmla="*/ 165 h 404"/>
              <a:gd name="T54" fmla="*/ 294 w 402"/>
              <a:gd name="T55" fmla="*/ 197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2" h="404">
                <a:moveTo>
                  <a:pt x="381" y="10"/>
                </a:moveTo>
                <a:cubicBezTo>
                  <a:pt x="378" y="4"/>
                  <a:pt x="372" y="0"/>
                  <a:pt x="365" y="3"/>
                </a:cubicBezTo>
                <a:cubicBezTo>
                  <a:pt x="359" y="5"/>
                  <a:pt x="356" y="12"/>
                  <a:pt x="358" y="18"/>
                </a:cubicBezTo>
                <a:cubicBezTo>
                  <a:pt x="376" y="71"/>
                  <a:pt x="340" y="111"/>
                  <a:pt x="312" y="133"/>
                </a:cubicBezTo>
                <a:cubicBezTo>
                  <a:pt x="301" y="116"/>
                  <a:pt x="301" y="116"/>
                  <a:pt x="301" y="116"/>
                </a:cubicBezTo>
                <a:cubicBezTo>
                  <a:pt x="297" y="111"/>
                  <a:pt x="289" y="106"/>
                  <a:pt x="282" y="106"/>
                </a:cubicBezTo>
                <a:cubicBezTo>
                  <a:pt x="219" y="107"/>
                  <a:pt x="219" y="107"/>
                  <a:pt x="219" y="107"/>
                </a:cubicBezTo>
                <a:cubicBezTo>
                  <a:pt x="212" y="106"/>
                  <a:pt x="203" y="109"/>
                  <a:pt x="197" y="113"/>
                </a:cubicBezTo>
                <a:cubicBezTo>
                  <a:pt x="11" y="245"/>
                  <a:pt x="11" y="245"/>
                  <a:pt x="11" y="245"/>
                </a:cubicBezTo>
                <a:cubicBezTo>
                  <a:pt x="2" y="251"/>
                  <a:pt x="0" y="264"/>
                  <a:pt x="6" y="273"/>
                </a:cubicBezTo>
                <a:cubicBezTo>
                  <a:pt x="91" y="395"/>
                  <a:pt x="91" y="395"/>
                  <a:pt x="91" y="395"/>
                </a:cubicBezTo>
                <a:cubicBezTo>
                  <a:pt x="97" y="404"/>
                  <a:pt x="107" y="403"/>
                  <a:pt x="116" y="397"/>
                </a:cubicBezTo>
                <a:cubicBezTo>
                  <a:pt x="302" y="265"/>
                  <a:pt x="302" y="265"/>
                  <a:pt x="302" y="265"/>
                </a:cubicBezTo>
                <a:cubicBezTo>
                  <a:pt x="308" y="261"/>
                  <a:pt x="314" y="253"/>
                  <a:pt x="316" y="247"/>
                </a:cubicBezTo>
                <a:cubicBezTo>
                  <a:pt x="336" y="184"/>
                  <a:pt x="336" y="184"/>
                  <a:pt x="336" y="184"/>
                </a:cubicBezTo>
                <a:cubicBezTo>
                  <a:pt x="338" y="178"/>
                  <a:pt x="337" y="168"/>
                  <a:pt x="333" y="163"/>
                </a:cubicBezTo>
                <a:cubicBezTo>
                  <a:pt x="326" y="153"/>
                  <a:pt x="326" y="153"/>
                  <a:pt x="326" y="153"/>
                </a:cubicBezTo>
                <a:cubicBezTo>
                  <a:pt x="363" y="124"/>
                  <a:pt x="402" y="73"/>
                  <a:pt x="381" y="10"/>
                </a:cubicBezTo>
                <a:close/>
                <a:moveTo>
                  <a:pt x="294" y="197"/>
                </a:moveTo>
                <a:cubicBezTo>
                  <a:pt x="280" y="207"/>
                  <a:pt x="260" y="204"/>
                  <a:pt x="250" y="189"/>
                </a:cubicBezTo>
                <a:cubicBezTo>
                  <a:pt x="240" y="175"/>
                  <a:pt x="243" y="155"/>
                  <a:pt x="258" y="144"/>
                </a:cubicBezTo>
                <a:cubicBezTo>
                  <a:pt x="269" y="136"/>
                  <a:pt x="284" y="137"/>
                  <a:pt x="295" y="145"/>
                </a:cubicBezTo>
                <a:cubicBezTo>
                  <a:pt x="289" y="148"/>
                  <a:pt x="285" y="150"/>
                  <a:pt x="285" y="150"/>
                </a:cubicBezTo>
                <a:cubicBezTo>
                  <a:pt x="279" y="153"/>
                  <a:pt x="276" y="160"/>
                  <a:pt x="279" y="166"/>
                </a:cubicBezTo>
                <a:cubicBezTo>
                  <a:pt x="281" y="171"/>
                  <a:pt x="285" y="173"/>
                  <a:pt x="290" y="173"/>
                </a:cubicBezTo>
                <a:cubicBezTo>
                  <a:pt x="292" y="173"/>
                  <a:pt x="293" y="173"/>
                  <a:pt x="295" y="172"/>
                </a:cubicBezTo>
                <a:cubicBezTo>
                  <a:pt x="299" y="170"/>
                  <a:pt x="303" y="168"/>
                  <a:pt x="307" y="165"/>
                </a:cubicBezTo>
                <a:cubicBezTo>
                  <a:pt x="309" y="177"/>
                  <a:pt x="304" y="190"/>
                  <a:pt x="294" y="197"/>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Calibri" panose="020F0502020204030204"/>
              <a:cs typeface="Simplified Arabic" panose="02020603050405020304" pitchFamily="18" charset="-78"/>
            </a:endParaRPr>
          </a:p>
        </p:txBody>
      </p:sp>
      <p:sp>
        <p:nvSpPr>
          <p:cNvPr id="81" name="Content Placeholder 2"/>
          <p:cNvSpPr txBox="1">
            <a:spLocks noChangeAspect="1"/>
          </p:cNvSpPr>
          <p:nvPr/>
        </p:nvSpPr>
        <p:spPr>
          <a:xfrm>
            <a:off x="-65577" y="4012902"/>
            <a:ext cx="4168947" cy="206537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rtl="1" fontAlgn="auto">
              <a:buClr>
                <a:srgbClr val="4472C4">
                  <a:lumMod val="75000"/>
                </a:srgbClr>
              </a:buClr>
            </a:pPr>
            <a:r>
              <a:rPr lang="ar-SA" sz="2800" b="1" dirty="0" smtClean="0">
                <a:ea typeface="Roboto" panose="02000000000000000000" pitchFamily="2" charset="0"/>
                <a:cs typeface="Simplified Arabic" panose="02020603050405020304" pitchFamily="18" charset="-78"/>
              </a:rPr>
              <a:t>يعتبر </a:t>
            </a:r>
            <a:r>
              <a:rPr lang="ar-SA" sz="2800" b="1" dirty="0">
                <a:ea typeface="Roboto" panose="02000000000000000000" pitchFamily="2" charset="0"/>
                <a:cs typeface="Simplified Arabic" panose="02020603050405020304" pitchFamily="18" charset="-78"/>
              </a:rPr>
              <a:t>استخدام الفيديو التفاعلي بيئة محببة للطلاب حيث يقدرون قيمة الحافز المسموع المرئي الذى يوفره، والطبيعة النشطة الفعالة لمشاركتهم بأنفسهم</a:t>
            </a:r>
            <a:endParaRPr lang="en-US" sz="2800" b="1" dirty="0">
              <a:ea typeface="Roboto" panose="02000000000000000000" pitchFamily="2" charset="0"/>
              <a:cs typeface="Simplified Arabic" panose="02020603050405020304" pitchFamily="18" charset="-78"/>
            </a:endParaRPr>
          </a:p>
        </p:txBody>
      </p:sp>
      <p:sp>
        <p:nvSpPr>
          <p:cNvPr id="82" name="Content Placeholder 2"/>
          <p:cNvSpPr txBox="1">
            <a:spLocks noChangeAspect="1"/>
          </p:cNvSpPr>
          <p:nvPr/>
        </p:nvSpPr>
        <p:spPr>
          <a:xfrm>
            <a:off x="4934660" y="3930072"/>
            <a:ext cx="2931953" cy="270464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rtl="1" fontAlgn="auto">
              <a:buClr>
                <a:srgbClr val="4472C4">
                  <a:lumMod val="75000"/>
                </a:srgbClr>
              </a:buClr>
            </a:pPr>
            <a:r>
              <a:rPr lang="ar-SA" sz="2800" b="1" dirty="0" smtClean="0">
                <a:ea typeface="Roboto" panose="02000000000000000000" pitchFamily="2" charset="0"/>
                <a:cs typeface="Simplified Arabic" panose="02020603050405020304" pitchFamily="18" charset="-78"/>
              </a:rPr>
              <a:t>يتيح </a:t>
            </a:r>
            <a:r>
              <a:rPr lang="ar-SA" sz="2800" b="1" dirty="0">
                <a:ea typeface="Roboto" panose="02000000000000000000" pitchFamily="2" charset="0"/>
                <a:cs typeface="Simplified Arabic" panose="02020603050405020304" pitchFamily="18" charset="-78"/>
              </a:rPr>
              <a:t>الفيديو التفاعلي للمعلم أثناء الشرح أن يكون بدرجة أكثر قرب من الطلبة والتقليل من التكرار في الشرح</a:t>
            </a:r>
            <a:endParaRPr lang="en-US" sz="2800" b="1" dirty="0">
              <a:ea typeface="Roboto" panose="02000000000000000000" pitchFamily="2" charset="0"/>
              <a:cs typeface="Simplified Arabic" panose="02020603050405020304" pitchFamily="18" charset="-78"/>
            </a:endParaRPr>
          </a:p>
        </p:txBody>
      </p:sp>
      <p:sp>
        <p:nvSpPr>
          <p:cNvPr id="83" name="Content Placeholder 2"/>
          <p:cNvSpPr txBox="1">
            <a:spLocks noChangeAspect="1"/>
          </p:cNvSpPr>
          <p:nvPr/>
        </p:nvSpPr>
        <p:spPr>
          <a:xfrm>
            <a:off x="8424238" y="4397799"/>
            <a:ext cx="2527297" cy="142884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rtl="1" fontAlgn="auto">
              <a:buClr>
                <a:srgbClr val="4472C4">
                  <a:lumMod val="75000"/>
                </a:srgbClr>
              </a:buClr>
            </a:pPr>
            <a:r>
              <a:rPr lang="ar-SA" sz="2800" b="1" dirty="0">
                <a:ea typeface="Roboto" panose="02000000000000000000" pitchFamily="2" charset="0"/>
                <a:cs typeface="Simplified Arabic" panose="02020603050405020304" pitchFamily="18" charset="-78"/>
              </a:rPr>
              <a:t>يسهل الفيديو التفاعلى القدرة على فهم المفاهيم الصعبة</a:t>
            </a:r>
            <a:endParaRPr lang="en-US" sz="2800" b="1" dirty="0">
              <a:ea typeface="Roboto" panose="02000000000000000000" pitchFamily="2" charset="0"/>
              <a:cs typeface="Simplified Arabic" panose="02020603050405020304" pitchFamily="18" charset="-78"/>
            </a:endParaRPr>
          </a:p>
        </p:txBody>
      </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6510594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2000"/>
                                  </p:stCondLst>
                                  <p:childTnLst>
                                    <p:set>
                                      <p:cBhvr>
                                        <p:cTn id="6" dur="1" fill="hold">
                                          <p:stCondLst>
                                            <p:cond delay="0"/>
                                          </p:stCondLst>
                                        </p:cTn>
                                        <p:tgtEl>
                                          <p:spTgt spid="68"/>
                                        </p:tgtEl>
                                        <p:attrNameLst>
                                          <p:attrName>style.visibility</p:attrName>
                                        </p:attrNameLst>
                                      </p:cBhvr>
                                      <p:to>
                                        <p:strVal val="visible"/>
                                      </p:to>
                                    </p:set>
                                    <p:anim calcmode="lin" valueType="num">
                                      <p:cBhvr additive="base">
                                        <p:cTn id="7" dur="500" fill="hold"/>
                                        <p:tgtEl>
                                          <p:spTgt spid="68"/>
                                        </p:tgtEl>
                                        <p:attrNameLst>
                                          <p:attrName>ppt_x</p:attrName>
                                        </p:attrNameLst>
                                      </p:cBhvr>
                                      <p:tavLst>
                                        <p:tav tm="0">
                                          <p:val>
                                            <p:strVal val="0-#ppt_w/2"/>
                                          </p:val>
                                        </p:tav>
                                        <p:tav tm="100000">
                                          <p:val>
                                            <p:strVal val="#ppt_x"/>
                                          </p:val>
                                        </p:tav>
                                      </p:tavLst>
                                    </p:anim>
                                    <p:anim calcmode="lin" valueType="num">
                                      <p:cBhvr additive="base">
                                        <p:cTn id="8" dur="500" fill="hold"/>
                                        <p:tgtEl>
                                          <p:spTgt spid="68"/>
                                        </p:tgtEl>
                                        <p:attrNameLst>
                                          <p:attrName>ppt_y</p:attrName>
                                        </p:attrNameLst>
                                      </p:cBhvr>
                                      <p:tavLst>
                                        <p:tav tm="0">
                                          <p:val>
                                            <p:strVal val="#ppt_y"/>
                                          </p:val>
                                        </p:tav>
                                        <p:tav tm="100000">
                                          <p:val>
                                            <p:strVal val="#ppt_y"/>
                                          </p:val>
                                        </p:tav>
                                      </p:tavLst>
                                    </p:anim>
                                  </p:childTnLst>
                                </p:cTn>
                              </p:par>
                              <p:par>
                                <p:cTn id="9" presetID="13" presetClass="entr" presetSubtype="32" fill="hold" grpId="0" nodeType="withEffect">
                                  <p:stCondLst>
                                    <p:cond delay="2250"/>
                                  </p:stCondLst>
                                  <p:childTnLst>
                                    <p:set>
                                      <p:cBhvr>
                                        <p:cTn id="10" dur="1" fill="hold">
                                          <p:stCondLst>
                                            <p:cond delay="0"/>
                                          </p:stCondLst>
                                        </p:cTn>
                                        <p:tgtEl>
                                          <p:spTgt spid="75"/>
                                        </p:tgtEl>
                                        <p:attrNameLst>
                                          <p:attrName>style.visibility</p:attrName>
                                        </p:attrNameLst>
                                      </p:cBhvr>
                                      <p:to>
                                        <p:strVal val="visible"/>
                                      </p:to>
                                    </p:set>
                                    <p:animEffect transition="in" filter="plus(out)">
                                      <p:cBhvr>
                                        <p:cTn id="11" dur="2000"/>
                                        <p:tgtEl>
                                          <p:spTgt spid="75"/>
                                        </p:tgtEl>
                                      </p:cBhvr>
                                    </p:animEffect>
                                  </p:childTnLst>
                                </p:cTn>
                              </p:par>
                              <p:par>
                                <p:cTn id="12" presetID="13" presetClass="entr" presetSubtype="32" fill="hold" grpId="0" nodeType="withEffect">
                                  <p:stCondLst>
                                    <p:cond delay="2250"/>
                                  </p:stCondLst>
                                  <p:childTnLst>
                                    <p:set>
                                      <p:cBhvr>
                                        <p:cTn id="13" dur="1" fill="hold">
                                          <p:stCondLst>
                                            <p:cond delay="0"/>
                                          </p:stCondLst>
                                        </p:cTn>
                                        <p:tgtEl>
                                          <p:spTgt spid="76"/>
                                        </p:tgtEl>
                                        <p:attrNameLst>
                                          <p:attrName>style.visibility</p:attrName>
                                        </p:attrNameLst>
                                      </p:cBhvr>
                                      <p:to>
                                        <p:strVal val="visible"/>
                                      </p:to>
                                    </p:set>
                                    <p:animEffect transition="in" filter="plus(out)">
                                      <p:cBhvr>
                                        <p:cTn id="14" dur="2000"/>
                                        <p:tgtEl>
                                          <p:spTgt spid="76"/>
                                        </p:tgtEl>
                                      </p:cBhvr>
                                    </p:animEffect>
                                  </p:childTnLst>
                                </p:cTn>
                              </p:par>
                              <p:par>
                                <p:cTn id="15" presetID="13" presetClass="entr" presetSubtype="32" fill="hold" grpId="0" nodeType="withEffect">
                                  <p:stCondLst>
                                    <p:cond delay="2250"/>
                                  </p:stCondLst>
                                  <p:childTnLst>
                                    <p:set>
                                      <p:cBhvr>
                                        <p:cTn id="16" dur="1" fill="hold">
                                          <p:stCondLst>
                                            <p:cond delay="0"/>
                                          </p:stCondLst>
                                        </p:cTn>
                                        <p:tgtEl>
                                          <p:spTgt spid="77"/>
                                        </p:tgtEl>
                                        <p:attrNameLst>
                                          <p:attrName>style.visibility</p:attrName>
                                        </p:attrNameLst>
                                      </p:cBhvr>
                                      <p:to>
                                        <p:strVal val="visible"/>
                                      </p:to>
                                    </p:set>
                                    <p:animEffect transition="in" filter="plus(out)">
                                      <p:cBhvr>
                                        <p:cTn id="17" dur="2000"/>
                                        <p:tgtEl>
                                          <p:spTgt spid="77"/>
                                        </p:tgtEl>
                                      </p:cBhvr>
                                    </p:animEffect>
                                  </p:childTnLst>
                                </p:cTn>
                              </p:par>
                              <p:par>
                                <p:cTn id="18" presetID="22" presetClass="entr" presetSubtype="1" fill="hold" grpId="0" nodeType="withEffect">
                                  <p:stCondLst>
                                    <p:cond delay="3000"/>
                                  </p:stCondLst>
                                  <p:childTnLst>
                                    <p:set>
                                      <p:cBhvr>
                                        <p:cTn id="19" dur="1" fill="hold">
                                          <p:stCondLst>
                                            <p:cond delay="0"/>
                                          </p:stCondLst>
                                        </p:cTn>
                                        <p:tgtEl>
                                          <p:spTgt spid="81"/>
                                        </p:tgtEl>
                                        <p:attrNameLst>
                                          <p:attrName>style.visibility</p:attrName>
                                        </p:attrNameLst>
                                      </p:cBhvr>
                                      <p:to>
                                        <p:strVal val="visible"/>
                                      </p:to>
                                    </p:set>
                                    <p:animEffect transition="in" filter="wipe(up)">
                                      <p:cBhvr>
                                        <p:cTn id="20" dur="1000"/>
                                        <p:tgtEl>
                                          <p:spTgt spid="81"/>
                                        </p:tgtEl>
                                      </p:cBhvr>
                                    </p:animEffect>
                                  </p:childTnLst>
                                </p:cTn>
                              </p:par>
                              <p:par>
                                <p:cTn id="21" presetID="22" presetClass="entr" presetSubtype="1" fill="hold" grpId="0" nodeType="withEffect">
                                  <p:stCondLst>
                                    <p:cond delay="3000"/>
                                  </p:stCondLst>
                                  <p:childTnLst>
                                    <p:set>
                                      <p:cBhvr>
                                        <p:cTn id="22" dur="1" fill="hold">
                                          <p:stCondLst>
                                            <p:cond delay="0"/>
                                          </p:stCondLst>
                                        </p:cTn>
                                        <p:tgtEl>
                                          <p:spTgt spid="82"/>
                                        </p:tgtEl>
                                        <p:attrNameLst>
                                          <p:attrName>style.visibility</p:attrName>
                                        </p:attrNameLst>
                                      </p:cBhvr>
                                      <p:to>
                                        <p:strVal val="visible"/>
                                      </p:to>
                                    </p:set>
                                    <p:animEffect transition="in" filter="wipe(up)">
                                      <p:cBhvr>
                                        <p:cTn id="23" dur="1000"/>
                                        <p:tgtEl>
                                          <p:spTgt spid="82"/>
                                        </p:tgtEl>
                                      </p:cBhvr>
                                    </p:animEffect>
                                  </p:childTnLst>
                                </p:cTn>
                              </p:par>
                              <p:par>
                                <p:cTn id="24" presetID="22" presetClass="entr" presetSubtype="1" fill="hold" grpId="0" nodeType="withEffect">
                                  <p:stCondLst>
                                    <p:cond delay="3000"/>
                                  </p:stCondLst>
                                  <p:childTnLst>
                                    <p:set>
                                      <p:cBhvr>
                                        <p:cTn id="25" dur="1" fill="hold">
                                          <p:stCondLst>
                                            <p:cond delay="0"/>
                                          </p:stCondLst>
                                        </p:cTn>
                                        <p:tgtEl>
                                          <p:spTgt spid="83"/>
                                        </p:tgtEl>
                                        <p:attrNameLst>
                                          <p:attrName>style.visibility</p:attrName>
                                        </p:attrNameLst>
                                      </p:cBhvr>
                                      <p:to>
                                        <p:strVal val="visible"/>
                                      </p:to>
                                    </p:set>
                                    <p:animEffect transition="in" filter="wipe(up)">
                                      <p:cBhvr>
                                        <p:cTn id="26" dur="10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P spid="76" grpId="0" animBg="1"/>
      <p:bldP spid="77" grpId="0" animBg="1"/>
      <p:bldP spid="81" grpId="0"/>
      <p:bldP spid="82" grpId="0"/>
      <p:bldP spid="83" grpId="0"/>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p:nvPr/>
        </p:nvCxnSpPr>
        <p:spPr>
          <a:xfrm flipV="1">
            <a:off x="6071016" y="0"/>
            <a:ext cx="0" cy="6858000"/>
          </a:xfrm>
          <a:prstGeom prst="line">
            <a:avLst/>
          </a:prstGeom>
          <a:ln w="5715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 name="Teardrop 8"/>
          <p:cNvSpPr/>
          <p:nvPr/>
        </p:nvSpPr>
        <p:spPr>
          <a:xfrm rot="13500000">
            <a:off x="5988862" y="2060732"/>
            <a:ext cx="164306" cy="164306"/>
          </a:xfrm>
          <a:prstGeom prst="teardrop">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16" name="Straight Connector 15"/>
          <p:cNvCxnSpPr/>
          <p:nvPr/>
        </p:nvCxnSpPr>
        <p:spPr>
          <a:xfrm>
            <a:off x="5250409" y="2142884"/>
            <a:ext cx="730972" cy="0"/>
          </a:xfrm>
          <a:prstGeom prst="line">
            <a:avLst/>
          </a:prstGeom>
          <a:ln w="44450" cap="rnd">
            <a:solidFill>
              <a:srgbClr val="0087B1"/>
            </a:solidFill>
            <a:prstDash val="sysDot"/>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6182050" y="1912051"/>
            <a:ext cx="2485696" cy="461665"/>
          </a:xfrm>
          <a:prstGeom prst="rect">
            <a:avLst/>
          </a:prstGeom>
          <a:noFill/>
        </p:spPr>
        <p:txBody>
          <a:bodyPr wrap="square" rtlCol="0">
            <a:spAutoFit/>
          </a:bodyPr>
          <a:lstStyle/>
          <a:p>
            <a:pPr fontAlgn="auto">
              <a:spcBef>
                <a:spcPts val="0"/>
              </a:spcBef>
              <a:spcAft>
                <a:spcPts val="0"/>
              </a:spcAft>
            </a:pPr>
            <a:r>
              <a:rPr lang="en-US" sz="2400" dirty="0" smtClean="0">
                <a:solidFill>
                  <a:prstClr val="black">
                    <a:lumMod val="75000"/>
                    <a:lumOff val="25000"/>
                  </a:prstClr>
                </a:solidFill>
                <a:latin typeface="Lato Black" panose="020F0A02020204030203" pitchFamily="34" charset="0"/>
                <a:cs typeface="Lato Black" panose="020F0A02020204030203" pitchFamily="34" charset="0"/>
              </a:rPr>
              <a:t>1</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29" name="Rectangle 28"/>
          <p:cNvSpPr/>
          <p:nvPr/>
        </p:nvSpPr>
        <p:spPr>
          <a:xfrm>
            <a:off x="212766" y="1665829"/>
            <a:ext cx="4992825" cy="954107"/>
          </a:xfrm>
          <a:prstGeom prst="rect">
            <a:avLst/>
          </a:prstGeom>
        </p:spPr>
        <p:txBody>
          <a:bodyPr wrap="square">
            <a:spAutoFit/>
          </a:bodyPr>
          <a:lstStyle/>
          <a:p>
            <a:pPr algn="r" defTabSz="914294" fontAlgn="auto">
              <a:spcBef>
                <a:spcPts val="0"/>
              </a:spcBef>
              <a:spcAft>
                <a:spcPts val="0"/>
              </a:spcAft>
            </a:pPr>
            <a:r>
              <a:rPr lang="ar-SA" sz="2800" b="1" dirty="0">
                <a:solidFill>
                  <a:srgbClr val="000000"/>
                </a:solidFill>
                <a:cs typeface="Simplified Arabic" panose="02020603050405020304" pitchFamily="18" charset="-78"/>
              </a:rPr>
              <a:t>يراعي استخدام الفيديو التفاعلي الفروق الفردية بين المتعلمين</a:t>
            </a:r>
          </a:p>
        </p:txBody>
      </p:sp>
      <p:sp>
        <p:nvSpPr>
          <p:cNvPr id="31" name="Teardrop 30"/>
          <p:cNvSpPr/>
          <p:nvPr/>
        </p:nvSpPr>
        <p:spPr>
          <a:xfrm rot="2700000">
            <a:off x="5988861" y="3707800"/>
            <a:ext cx="164306" cy="164306"/>
          </a:xfrm>
          <a:prstGeom prst="teardrop">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3" name="Straight Connector 32"/>
          <p:cNvCxnSpPr/>
          <p:nvPr/>
        </p:nvCxnSpPr>
        <p:spPr>
          <a:xfrm>
            <a:off x="6187196" y="3789953"/>
            <a:ext cx="730972" cy="0"/>
          </a:xfrm>
          <a:prstGeom prst="line">
            <a:avLst/>
          </a:prstGeom>
          <a:ln w="44450" cap="rnd">
            <a:solidFill>
              <a:srgbClr val="FE8301"/>
            </a:solidFill>
            <a:prstDash val="sysDot"/>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3495685" y="3557267"/>
            <a:ext cx="2485696" cy="461665"/>
          </a:xfrm>
          <a:prstGeom prst="rect">
            <a:avLst/>
          </a:prstGeom>
          <a:noFill/>
        </p:spPr>
        <p:txBody>
          <a:bodyPr wrap="square" rtlCol="0">
            <a:spAutoFit/>
          </a:bodyPr>
          <a:lstStyle/>
          <a:p>
            <a:pPr algn="r" fontAlgn="auto">
              <a:spcBef>
                <a:spcPts val="0"/>
              </a:spcBef>
              <a:spcAft>
                <a:spcPts val="0"/>
              </a:spcAft>
            </a:pPr>
            <a:r>
              <a:rPr lang="en-US" sz="2400" dirty="0" smtClean="0">
                <a:solidFill>
                  <a:prstClr val="black">
                    <a:lumMod val="75000"/>
                    <a:lumOff val="25000"/>
                  </a:prstClr>
                </a:solidFill>
                <a:latin typeface="Lato Black" panose="020F0A02020204030203" pitchFamily="34" charset="0"/>
                <a:cs typeface="Lato Black" panose="020F0A02020204030203" pitchFamily="34" charset="0"/>
              </a:rPr>
              <a:t>2</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35" name="Rectangle 34"/>
          <p:cNvSpPr/>
          <p:nvPr/>
        </p:nvSpPr>
        <p:spPr>
          <a:xfrm>
            <a:off x="6918168" y="3054132"/>
            <a:ext cx="5003725" cy="954107"/>
          </a:xfrm>
          <a:prstGeom prst="rect">
            <a:avLst/>
          </a:prstGeom>
        </p:spPr>
        <p:txBody>
          <a:bodyPr wrap="square">
            <a:spAutoFit/>
          </a:bodyPr>
          <a:lstStyle/>
          <a:p>
            <a:pPr algn="ctr" defTabSz="914294" fontAlgn="auto">
              <a:spcBef>
                <a:spcPts val="0"/>
              </a:spcBef>
              <a:spcAft>
                <a:spcPts val="0"/>
              </a:spcAft>
            </a:pPr>
            <a:r>
              <a:rPr lang="ar-SA" sz="2800" b="1" dirty="0">
                <a:solidFill>
                  <a:srgbClr val="000000"/>
                </a:solidFill>
                <a:cs typeface="Simplified Arabic" panose="02020603050405020304" pitchFamily="18" charset="-78"/>
              </a:rPr>
              <a:t>يعطي الفرصة الفعالة لذوي صعوبات التعلم والاحتياجات الخاصة للتعلم بسهولة ويسر</a:t>
            </a:r>
          </a:p>
        </p:txBody>
      </p:sp>
      <p:sp>
        <p:nvSpPr>
          <p:cNvPr id="38" name="Teardrop 37"/>
          <p:cNvSpPr/>
          <p:nvPr/>
        </p:nvSpPr>
        <p:spPr>
          <a:xfrm rot="13500000">
            <a:off x="5988862" y="5227857"/>
            <a:ext cx="164306" cy="164306"/>
          </a:xfrm>
          <a:prstGeom prst="teardrop">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0" name="Straight Connector 39"/>
          <p:cNvCxnSpPr/>
          <p:nvPr/>
        </p:nvCxnSpPr>
        <p:spPr>
          <a:xfrm>
            <a:off x="5250409" y="5310009"/>
            <a:ext cx="730972" cy="0"/>
          </a:xfrm>
          <a:prstGeom prst="line">
            <a:avLst/>
          </a:prstGeom>
          <a:ln w="44450" cap="rnd">
            <a:solidFill>
              <a:srgbClr val="A1BB22"/>
            </a:solidFill>
            <a:prstDash val="sysDot"/>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6182050" y="5079176"/>
            <a:ext cx="2485696" cy="461665"/>
          </a:xfrm>
          <a:prstGeom prst="rect">
            <a:avLst/>
          </a:prstGeom>
          <a:noFill/>
        </p:spPr>
        <p:txBody>
          <a:bodyPr wrap="square" rtlCol="0">
            <a:spAutoFit/>
          </a:bodyPr>
          <a:lstStyle/>
          <a:p>
            <a:pPr fontAlgn="auto">
              <a:spcBef>
                <a:spcPts val="0"/>
              </a:spcBef>
              <a:spcAft>
                <a:spcPts val="0"/>
              </a:spcAft>
            </a:pPr>
            <a:r>
              <a:rPr lang="en-US" sz="2400" dirty="0" smtClean="0">
                <a:solidFill>
                  <a:prstClr val="black">
                    <a:lumMod val="75000"/>
                    <a:lumOff val="25000"/>
                  </a:prstClr>
                </a:solidFill>
                <a:latin typeface="Lato Black" panose="020F0A02020204030203" pitchFamily="34" charset="0"/>
                <a:cs typeface="Lato Black" panose="020F0A02020204030203" pitchFamily="34" charset="0"/>
              </a:rPr>
              <a:t>3</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42" name="Rectangle 41"/>
          <p:cNvSpPr/>
          <p:nvPr/>
        </p:nvSpPr>
        <p:spPr>
          <a:xfrm>
            <a:off x="170285" y="4968005"/>
            <a:ext cx="5197360" cy="523220"/>
          </a:xfrm>
          <a:prstGeom prst="rect">
            <a:avLst/>
          </a:prstGeom>
        </p:spPr>
        <p:txBody>
          <a:bodyPr wrap="square">
            <a:spAutoFit/>
          </a:bodyPr>
          <a:lstStyle/>
          <a:p>
            <a:pPr algn="ctr" defTabSz="914294" fontAlgn="auto">
              <a:spcBef>
                <a:spcPts val="0"/>
              </a:spcBef>
              <a:spcAft>
                <a:spcPts val="0"/>
              </a:spcAft>
            </a:pPr>
            <a:r>
              <a:rPr lang="ar-SA" sz="2800" b="1" dirty="0">
                <a:solidFill>
                  <a:srgbClr val="000000"/>
                </a:solidFill>
                <a:cs typeface="Simplified Arabic" panose="02020603050405020304" pitchFamily="18" charset="-78"/>
              </a:rPr>
              <a:t>يعمل على جذب إنتباه المتعلم وتشويقه </a:t>
            </a:r>
          </a:p>
        </p:txBody>
      </p:sp>
      <p:sp>
        <p:nvSpPr>
          <p:cNvPr id="15" name="Title 6"/>
          <p:cNvSpPr txBox="1">
            <a:spLocks/>
          </p:cNvSpPr>
          <p:nvPr/>
        </p:nvSpPr>
        <p:spPr>
          <a:xfrm>
            <a:off x="1270000" y="685684"/>
            <a:ext cx="9652000" cy="471365"/>
          </a:xfrm>
          <a:prstGeom prst="rect">
            <a:avLst/>
          </a:prstGeom>
        </p:spPr>
        <p:txBody>
          <a:bodyPr wrap="none" lIns="0" tIns="0" rIns="0" bIns="0" anchor="ctr">
            <a:noAutofit/>
          </a:bodyPr>
          <a:lstStyle>
            <a:lvl1pPr algn="ctr" defTabSz="1219170" rtl="0" eaLnBrk="1" latinLnBrk="0" hangingPunct="1">
              <a:lnSpc>
                <a:spcPct val="90000"/>
              </a:lnSpc>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marL="0" marR="0" lvl="0" indent="0" algn="ctr" defTabSz="1219170" rtl="1" eaLnBrk="1" fontAlgn="auto" latinLnBrk="0" hangingPunct="1">
              <a:lnSpc>
                <a:spcPct val="90000"/>
              </a:lnSpc>
              <a:spcBef>
                <a:spcPct val="0"/>
              </a:spcBef>
              <a:spcAft>
                <a:spcPts val="0"/>
              </a:spcAft>
              <a:buClrTx/>
              <a:buSzTx/>
              <a:buFontTx/>
              <a:buNone/>
              <a:tabLst/>
              <a:defRPr/>
            </a:pPr>
            <a:r>
              <a:rPr kumimoji="0" lang="ar-SA" sz="4400" b="1" i="0" u="sng" strike="noStrike" kern="1200" cap="none" spc="0" normalizeH="0" baseline="0" noProof="0" dirty="0" smtClean="0">
                <a:ln>
                  <a:noFill/>
                </a:ln>
                <a:solidFill>
                  <a:srgbClr val="4472C4"/>
                </a:solidFill>
                <a:effectLst/>
                <a:uLnTx/>
                <a:uFillTx/>
                <a:latin typeface="Roboto" panose="02000000000000000000" pitchFamily="2" charset="0"/>
                <a:cs typeface="Times New Roman" panose="02020603050405020304" pitchFamily="18" charset="0"/>
              </a:rPr>
              <a:t>4-</a:t>
            </a:r>
            <a:r>
              <a:rPr kumimoji="0" lang="ar-SA" sz="4400" b="1" i="0" u="sng" strike="noStrike" kern="1200" cap="none" spc="0" normalizeH="0" baseline="0" noProof="0" dirty="0">
                <a:ln>
                  <a:noFill/>
                </a:ln>
                <a:solidFill>
                  <a:srgbClr val="4472C4"/>
                </a:solidFill>
                <a:effectLst/>
                <a:uLnTx/>
                <a:uFillTx/>
                <a:latin typeface="Roboto" panose="02000000000000000000" pitchFamily="2" charset="0"/>
                <a:cs typeface="Times New Roman" panose="02020603050405020304" pitchFamily="18" charset="0"/>
              </a:rPr>
              <a:t>	الفوائد التربوية للفيديو التفاعلى</a:t>
            </a:r>
          </a:p>
        </p:txBody>
      </p: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9161501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22" presetClass="entr" presetSubtype="1" fill="hold" nodeType="withEffect">
                                  <p:stCondLst>
                                    <p:cond delay="0"/>
                                  </p:stCondLst>
                                  <p:childTnLst>
                                    <p:set>
                                      <p:cBhvr>
                                        <p:cTn id="8" dur="1" fill="hold">
                                          <p:stCondLst>
                                            <p:cond delay="0"/>
                                          </p:stCondLst>
                                        </p:cTn>
                                        <p:tgtEl>
                                          <p:spTgt spid="3"/>
                                        </p:tgtEl>
                                        <p:attrNameLst>
                                          <p:attrName>style.visibility</p:attrName>
                                        </p:attrNameLst>
                                      </p:cBhvr>
                                      <p:to>
                                        <p:strVal val="visible"/>
                                      </p:to>
                                    </p:set>
                                    <p:animEffect transition="in" filter="wipe(up)">
                                      <p:cBhvr>
                                        <p:cTn id="9" dur="2500"/>
                                        <p:tgtEl>
                                          <p:spTgt spid="3"/>
                                        </p:tgtEl>
                                      </p:cBhvr>
                                    </p:animEffect>
                                  </p:childTnLst>
                                </p:cTn>
                              </p:par>
                              <p:par>
                                <p:cTn id="10" presetID="53" presetClass="entr" presetSubtype="16" fill="hold" grpId="0" nodeType="withEffect">
                                  <p:stCondLst>
                                    <p:cond delay="25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par>
                                <p:cTn id="15" presetID="22" presetClass="entr" presetSubtype="2" fill="hold" nodeType="withEffect">
                                  <p:stCondLst>
                                    <p:cond delay="500"/>
                                  </p:stCondLst>
                                  <p:childTnLst>
                                    <p:set>
                                      <p:cBhvr>
                                        <p:cTn id="16" dur="1" fill="hold">
                                          <p:stCondLst>
                                            <p:cond delay="0"/>
                                          </p:stCondLst>
                                        </p:cTn>
                                        <p:tgtEl>
                                          <p:spTgt spid="16"/>
                                        </p:tgtEl>
                                        <p:attrNameLst>
                                          <p:attrName>style.visibility</p:attrName>
                                        </p:attrNameLst>
                                      </p:cBhvr>
                                      <p:to>
                                        <p:strVal val="visible"/>
                                      </p:to>
                                    </p:set>
                                    <p:animEffect transition="in" filter="wipe(right)">
                                      <p:cBhvr>
                                        <p:cTn id="17" dur="500"/>
                                        <p:tgtEl>
                                          <p:spTgt spid="16"/>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28"/>
                                        </p:tgtEl>
                                        <p:attrNameLst>
                                          <p:attrName>style.visibility</p:attrName>
                                        </p:attrNameLst>
                                      </p:cBhvr>
                                      <p:to>
                                        <p:strVal val="visible"/>
                                      </p:to>
                                    </p:set>
                                    <p:animEffect transition="in" filter="fade">
                                      <p:cBhvr>
                                        <p:cTn id="20" dur="500"/>
                                        <p:tgtEl>
                                          <p:spTgt spid="28"/>
                                        </p:tgtEl>
                                      </p:cBhvr>
                                    </p:animEffect>
                                  </p:childTnLst>
                                </p:cTn>
                              </p:par>
                              <p:par>
                                <p:cTn id="21" presetID="22" presetClass="entr" presetSubtype="2" fill="hold" grpId="0" nodeType="withEffect">
                                  <p:stCondLst>
                                    <p:cond delay="750"/>
                                  </p:stCondLst>
                                  <p:childTnLst>
                                    <p:set>
                                      <p:cBhvr>
                                        <p:cTn id="22" dur="1" fill="hold">
                                          <p:stCondLst>
                                            <p:cond delay="0"/>
                                          </p:stCondLst>
                                        </p:cTn>
                                        <p:tgtEl>
                                          <p:spTgt spid="29"/>
                                        </p:tgtEl>
                                        <p:attrNameLst>
                                          <p:attrName>style.visibility</p:attrName>
                                        </p:attrNameLst>
                                      </p:cBhvr>
                                      <p:to>
                                        <p:strVal val="visible"/>
                                      </p:to>
                                    </p:set>
                                    <p:animEffect transition="in" filter="wipe(right)">
                                      <p:cBhvr>
                                        <p:cTn id="23" dur="500"/>
                                        <p:tgtEl>
                                          <p:spTgt spid="29"/>
                                        </p:tgtEl>
                                      </p:cBhvr>
                                    </p:animEffect>
                                  </p:childTnLst>
                                </p:cTn>
                              </p:par>
                              <p:par>
                                <p:cTn id="24" presetID="53" presetClass="entr" presetSubtype="16" fill="hold" grpId="0" nodeType="withEffect">
                                  <p:stCondLst>
                                    <p:cond delay="1250"/>
                                  </p:stCondLst>
                                  <p:childTnLst>
                                    <p:set>
                                      <p:cBhvr>
                                        <p:cTn id="25" dur="1" fill="hold">
                                          <p:stCondLst>
                                            <p:cond delay="0"/>
                                          </p:stCondLst>
                                        </p:cTn>
                                        <p:tgtEl>
                                          <p:spTgt spid="31"/>
                                        </p:tgtEl>
                                        <p:attrNameLst>
                                          <p:attrName>style.visibility</p:attrName>
                                        </p:attrNameLst>
                                      </p:cBhvr>
                                      <p:to>
                                        <p:strVal val="visible"/>
                                      </p:to>
                                    </p:set>
                                    <p:anim calcmode="lin" valueType="num">
                                      <p:cBhvr>
                                        <p:cTn id="26" dur="500" fill="hold"/>
                                        <p:tgtEl>
                                          <p:spTgt spid="31"/>
                                        </p:tgtEl>
                                        <p:attrNameLst>
                                          <p:attrName>ppt_w</p:attrName>
                                        </p:attrNameLst>
                                      </p:cBhvr>
                                      <p:tavLst>
                                        <p:tav tm="0">
                                          <p:val>
                                            <p:fltVal val="0"/>
                                          </p:val>
                                        </p:tav>
                                        <p:tav tm="100000">
                                          <p:val>
                                            <p:strVal val="#ppt_w"/>
                                          </p:val>
                                        </p:tav>
                                      </p:tavLst>
                                    </p:anim>
                                    <p:anim calcmode="lin" valueType="num">
                                      <p:cBhvr>
                                        <p:cTn id="27" dur="500" fill="hold"/>
                                        <p:tgtEl>
                                          <p:spTgt spid="31"/>
                                        </p:tgtEl>
                                        <p:attrNameLst>
                                          <p:attrName>ppt_h</p:attrName>
                                        </p:attrNameLst>
                                      </p:cBhvr>
                                      <p:tavLst>
                                        <p:tav tm="0">
                                          <p:val>
                                            <p:fltVal val="0"/>
                                          </p:val>
                                        </p:tav>
                                        <p:tav tm="100000">
                                          <p:val>
                                            <p:strVal val="#ppt_h"/>
                                          </p:val>
                                        </p:tav>
                                      </p:tavLst>
                                    </p:anim>
                                    <p:animEffect transition="in" filter="fade">
                                      <p:cBhvr>
                                        <p:cTn id="28" dur="500"/>
                                        <p:tgtEl>
                                          <p:spTgt spid="31"/>
                                        </p:tgtEl>
                                      </p:cBhvr>
                                    </p:animEffect>
                                  </p:childTnLst>
                                </p:cTn>
                              </p:par>
                              <p:par>
                                <p:cTn id="29" presetID="22" presetClass="entr" presetSubtype="8" fill="hold" nodeType="withEffect">
                                  <p:stCondLst>
                                    <p:cond delay="1500"/>
                                  </p:stCondLst>
                                  <p:childTnLst>
                                    <p:set>
                                      <p:cBhvr>
                                        <p:cTn id="30" dur="1" fill="hold">
                                          <p:stCondLst>
                                            <p:cond delay="0"/>
                                          </p:stCondLst>
                                        </p:cTn>
                                        <p:tgtEl>
                                          <p:spTgt spid="33"/>
                                        </p:tgtEl>
                                        <p:attrNameLst>
                                          <p:attrName>style.visibility</p:attrName>
                                        </p:attrNameLst>
                                      </p:cBhvr>
                                      <p:to>
                                        <p:strVal val="visible"/>
                                      </p:to>
                                    </p:set>
                                    <p:animEffect transition="in" filter="wipe(left)">
                                      <p:cBhvr>
                                        <p:cTn id="31" dur="500"/>
                                        <p:tgtEl>
                                          <p:spTgt spid="33"/>
                                        </p:tgtEl>
                                      </p:cBhvr>
                                    </p:animEffect>
                                  </p:childTnLst>
                                </p:cTn>
                              </p:par>
                              <p:par>
                                <p:cTn id="32" presetID="10" presetClass="entr" presetSubtype="0" fill="hold" grpId="0" nodeType="withEffect">
                                  <p:stCondLst>
                                    <p:cond delay="150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500"/>
                                        <p:tgtEl>
                                          <p:spTgt spid="34"/>
                                        </p:tgtEl>
                                      </p:cBhvr>
                                    </p:animEffect>
                                  </p:childTnLst>
                                </p:cTn>
                              </p:par>
                              <p:par>
                                <p:cTn id="35" presetID="22" presetClass="entr" presetSubtype="8" fill="hold" grpId="0" nodeType="withEffect">
                                  <p:stCondLst>
                                    <p:cond delay="1750"/>
                                  </p:stCondLst>
                                  <p:childTnLst>
                                    <p:set>
                                      <p:cBhvr>
                                        <p:cTn id="36" dur="1" fill="hold">
                                          <p:stCondLst>
                                            <p:cond delay="0"/>
                                          </p:stCondLst>
                                        </p:cTn>
                                        <p:tgtEl>
                                          <p:spTgt spid="35"/>
                                        </p:tgtEl>
                                        <p:attrNameLst>
                                          <p:attrName>style.visibility</p:attrName>
                                        </p:attrNameLst>
                                      </p:cBhvr>
                                      <p:to>
                                        <p:strVal val="visible"/>
                                      </p:to>
                                    </p:set>
                                    <p:animEffect transition="in" filter="wipe(left)">
                                      <p:cBhvr>
                                        <p:cTn id="37" dur="500"/>
                                        <p:tgtEl>
                                          <p:spTgt spid="35"/>
                                        </p:tgtEl>
                                      </p:cBhvr>
                                    </p:animEffect>
                                  </p:childTnLst>
                                </p:cTn>
                              </p:par>
                              <p:par>
                                <p:cTn id="38" presetID="53" presetClass="entr" presetSubtype="16" fill="hold" grpId="0" nodeType="withEffect">
                                  <p:stCondLst>
                                    <p:cond delay="2250"/>
                                  </p:stCondLst>
                                  <p:childTnLst>
                                    <p:set>
                                      <p:cBhvr>
                                        <p:cTn id="39" dur="1" fill="hold">
                                          <p:stCondLst>
                                            <p:cond delay="0"/>
                                          </p:stCondLst>
                                        </p:cTn>
                                        <p:tgtEl>
                                          <p:spTgt spid="38"/>
                                        </p:tgtEl>
                                        <p:attrNameLst>
                                          <p:attrName>style.visibility</p:attrName>
                                        </p:attrNameLst>
                                      </p:cBhvr>
                                      <p:to>
                                        <p:strVal val="visible"/>
                                      </p:to>
                                    </p:set>
                                    <p:anim calcmode="lin" valueType="num">
                                      <p:cBhvr>
                                        <p:cTn id="40" dur="500" fill="hold"/>
                                        <p:tgtEl>
                                          <p:spTgt spid="38"/>
                                        </p:tgtEl>
                                        <p:attrNameLst>
                                          <p:attrName>ppt_w</p:attrName>
                                        </p:attrNameLst>
                                      </p:cBhvr>
                                      <p:tavLst>
                                        <p:tav tm="0">
                                          <p:val>
                                            <p:fltVal val="0"/>
                                          </p:val>
                                        </p:tav>
                                        <p:tav tm="100000">
                                          <p:val>
                                            <p:strVal val="#ppt_w"/>
                                          </p:val>
                                        </p:tav>
                                      </p:tavLst>
                                    </p:anim>
                                    <p:anim calcmode="lin" valueType="num">
                                      <p:cBhvr>
                                        <p:cTn id="41" dur="500" fill="hold"/>
                                        <p:tgtEl>
                                          <p:spTgt spid="38"/>
                                        </p:tgtEl>
                                        <p:attrNameLst>
                                          <p:attrName>ppt_h</p:attrName>
                                        </p:attrNameLst>
                                      </p:cBhvr>
                                      <p:tavLst>
                                        <p:tav tm="0">
                                          <p:val>
                                            <p:fltVal val="0"/>
                                          </p:val>
                                        </p:tav>
                                        <p:tav tm="100000">
                                          <p:val>
                                            <p:strVal val="#ppt_h"/>
                                          </p:val>
                                        </p:tav>
                                      </p:tavLst>
                                    </p:anim>
                                    <p:animEffect transition="in" filter="fade">
                                      <p:cBhvr>
                                        <p:cTn id="42" dur="500"/>
                                        <p:tgtEl>
                                          <p:spTgt spid="38"/>
                                        </p:tgtEl>
                                      </p:cBhvr>
                                    </p:animEffect>
                                  </p:childTnLst>
                                </p:cTn>
                              </p:par>
                              <p:par>
                                <p:cTn id="43" presetID="22" presetClass="entr" presetSubtype="2" fill="hold" nodeType="withEffect">
                                  <p:stCondLst>
                                    <p:cond delay="2500"/>
                                  </p:stCondLst>
                                  <p:childTnLst>
                                    <p:set>
                                      <p:cBhvr>
                                        <p:cTn id="44" dur="1" fill="hold">
                                          <p:stCondLst>
                                            <p:cond delay="0"/>
                                          </p:stCondLst>
                                        </p:cTn>
                                        <p:tgtEl>
                                          <p:spTgt spid="40"/>
                                        </p:tgtEl>
                                        <p:attrNameLst>
                                          <p:attrName>style.visibility</p:attrName>
                                        </p:attrNameLst>
                                      </p:cBhvr>
                                      <p:to>
                                        <p:strVal val="visible"/>
                                      </p:to>
                                    </p:set>
                                    <p:animEffect transition="in" filter="wipe(right)">
                                      <p:cBhvr>
                                        <p:cTn id="45" dur="500"/>
                                        <p:tgtEl>
                                          <p:spTgt spid="40"/>
                                        </p:tgtEl>
                                      </p:cBhvr>
                                    </p:animEffect>
                                  </p:childTnLst>
                                </p:cTn>
                              </p:par>
                              <p:par>
                                <p:cTn id="46" presetID="10" presetClass="entr" presetSubtype="0" fill="hold" grpId="0" nodeType="withEffect">
                                  <p:stCondLst>
                                    <p:cond delay="2500"/>
                                  </p:stCondLst>
                                  <p:childTnLst>
                                    <p:set>
                                      <p:cBhvr>
                                        <p:cTn id="47" dur="1" fill="hold">
                                          <p:stCondLst>
                                            <p:cond delay="0"/>
                                          </p:stCondLst>
                                        </p:cTn>
                                        <p:tgtEl>
                                          <p:spTgt spid="41"/>
                                        </p:tgtEl>
                                        <p:attrNameLst>
                                          <p:attrName>style.visibility</p:attrName>
                                        </p:attrNameLst>
                                      </p:cBhvr>
                                      <p:to>
                                        <p:strVal val="visible"/>
                                      </p:to>
                                    </p:set>
                                    <p:animEffect transition="in" filter="fade">
                                      <p:cBhvr>
                                        <p:cTn id="48" dur="500"/>
                                        <p:tgtEl>
                                          <p:spTgt spid="41"/>
                                        </p:tgtEl>
                                      </p:cBhvr>
                                    </p:animEffect>
                                  </p:childTnLst>
                                </p:cTn>
                              </p:par>
                              <p:par>
                                <p:cTn id="49" presetID="22" presetClass="entr" presetSubtype="2" fill="hold" grpId="0" nodeType="withEffect">
                                  <p:stCondLst>
                                    <p:cond delay="2750"/>
                                  </p:stCondLst>
                                  <p:childTnLst>
                                    <p:set>
                                      <p:cBhvr>
                                        <p:cTn id="50" dur="1" fill="hold">
                                          <p:stCondLst>
                                            <p:cond delay="0"/>
                                          </p:stCondLst>
                                        </p:cTn>
                                        <p:tgtEl>
                                          <p:spTgt spid="42"/>
                                        </p:tgtEl>
                                        <p:attrNameLst>
                                          <p:attrName>style.visibility</p:attrName>
                                        </p:attrNameLst>
                                      </p:cBhvr>
                                      <p:to>
                                        <p:strVal val="visible"/>
                                      </p:to>
                                    </p:set>
                                    <p:animEffect transition="in" filter="wipe(right)">
                                      <p:cBhvr>
                                        <p:cTn id="51"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8" grpId="0"/>
      <p:bldP spid="29" grpId="0"/>
      <p:bldP spid="31" grpId="0" animBg="1"/>
      <p:bldP spid="34" grpId="0"/>
      <p:bldP spid="35" grpId="0"/>
      <p:bldP spid="38" grpId="0" animBg="1"/>
      <p:bldP spid="41" grpId="0"/>
      <p:bldP spid="42" grpId="0"/>
      <p:bldP spid="15" grpId="0"/>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 name="Group 67"/>
          <p:cNvGrpSpPr>
            <a:grpSpLocks noChangeAspect="1"/>
          </p:cNvGrpSpPr>
          <p:nvPr/>
        </p:nvGrpSpPr>
        <p:grpSpPr>
          <a:xfrm>
            <a:off x="1005455" y="2199851"/>
            <a:ext cx="10349377" cy="1877334"/>
            <a:chOff x="1397340" y="2513134"/>
            <a:chExt cx="10097971" cy="1831730"/>
          </a:xfrm>
        </p:grpSpPr>
        <p:sp>
          <p:nvSpPr>
            <p:cNvPr id="69" name="Freeform 68"/>
            <p:cNvSpPr/>
            <p:nvPr/>
          </p:nvSpPr>
          <p:spPr>
            <a:xfrm>
              <a:off x="1921215" y="2513134"/>
              <a:ext cx="2781640" cy="1831730"/>
            </a:xfrm>
            <a:custGeom>
              <a:avLst/>
              <a:gdLst>
                <a:gd name="connsiteX0" fmla="*/ 0 w 2095500"/>
                <a:gd name="connsiteY0" fmla="*/ 274760 h 1831730"/>
                <a:gd name="connsiteX1" fmla="*/ 1179635 w 2095500"/>
                <a:gd name="connsiteY1" fmla="*/ 274760 h 1831730"/>
                <a:gd name="connsiteX2" fmla="*/ 1179635 w 2095500"/>
                <a:gd name="connsiteY2" fmla="*/ 0 h 1831730"/>
                <a:gd name="connsiteX3" fmla="*/ 2095500 w 2095500"/>
                <a:gd name="connsiteY3" fmla="*/ 915865 h 1831730"/>
                <a:gd name="connsiteX4" fmla="*/ 1179635 w 2095500"/>
                <a:gd name="connsiteY4" fmla="*/ 1831730 h 1831730"/>
                <a:gd name="connsiteX5" fmla="*/ 1179635 w 2095500"/>
                <a:gd name="connsiteY5" fmla="*/ 1556971 h 1831730"/>
                <a:gd name="connsiteX6" fmla="*/ 0 w 2095500"/>
                <a:gd name="connsiteY6" fmla="*/ 1556971 h 1831730"/>
                <a:gd name="connsiteX7" fmla="*/ 0 w 2095500"/>
                <a:gd name="connsiteY7" fmla="*/ 274760 h 183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0" h="1831730">
                  <a:moveTo>
                    <a:pt x="0" y="274760"/>
                  </a:moveTo>
                  <a:lnTo>
                    <a:pt x="1179635" y="274760"/>
                  </a:lnTo>
                  <a:lnTo>
                    <a:pt x="1179635" y="0"/>
                  </a:lnTo>
                  <a:lnTo>
                    <a:pt x="2095500" y="915865"/>
                  </a:lnTo>
                  <a:lnTo>
                    <a:pt x="1179635" y="1831730"/>
                  </a:lnTo>
                  <a:lnTo>
                    <a:pt x="1179635" y="1556971"/>
                  </a:lnTo>
                  <a:lnTo>
                    <a:pt x="0" y="1556971"/>
                  </a:lnTo>
                  <a:lnTo>
                    <a:pt x="0" y="274760"/>
                  </a:lnTo>
                  <a:close/>
                </a:path>
              </a:pathLst>
            </a:custGeom>
            <a:gradFill flip="none" rotWithShape="1">
              <a:gsLst>
                <a:gs pos="0">
                  <a:schemeClr val="accent6">
                    <a:lumMod val="20000"/>
                    <a:lumOff val="80000"/>
                  </a:schemeClr>
                </a:gs>
                <a:gs pos="35000">
                  <a:schemeClr val="accent6">
                    <a:lumMod val="40000"/>
                    <a:lumOff val="60000"/>
                  </a:schemeClr>
                </a:gs>
                <a:gs pos="100000">
                  <a:schemeClr val="accent6">
                    <a:lumMod val="100000"/>
                  </a:schemeClr>
                </a:gs>
              </a:gsLst>
              <a:lin ang="0" scaled="0"/>
              <a:tileRect/>
            </a:gra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584835" tIns="290000" rIns="580549" bIns="289999" numCol="1" spcCol="1270" anchor="ctr" anchorCtr="0">
              <a:noAutofit/>
            </a:bodyPr>
            <a:lstStyle/>
            <a:p>
              <a:pPr marL="228600" lvl="1" indent="-228600" defTabSz="1066800" fontAlgn="auto">
                <a:lnSpc>
                  <a:spcPct val="90000"/>
                </a:lnSpc>
                <a:spcAft>
                  <a:spcPct val="15000"/>
                </a:spcAft>
                <a:buFontTx/>
                <a:buChar char="••"/>
              </a:pPr>
              <a:endParaRPr lang="id-ID" sz="2400">
                <a:solidFill>
                  <a:prstClr val="black">
                    <a:hueOff val="0"/>
                    <a:satOff val="0"/>
                    <a:lumOff val="0"/>
                    <a:alphaOff val="0"/>
                  </a:prstClr>
                </a:solidFill>
              </a:endParaRPr>
            </a:p>
            <a:p>
              <a:pPr marL="228600" lvl="1" indent="-228600" defTabSz="1066800" fontAlgn="auto">
                <a:lnSpc>
                  <a:spcPct val="90000"/>
                </a:lnSpc>
                <a:spcAft>
                  <a:spcPct val="15000"/>
                </a:spcAft>
                <a:buFontTx/>
                <a:buChar char="••"/>
              </a:pPr>
              <a:endParaRPr lang="id-ID" sz="2400">
                <a:solidFill>
                  <a:prstClr val="black">
                    <a:hueOff val="0"/>
                    <a:satOff val="0"/>
                    <a:lumOff val="0"/>
                    <a:alphaOff val="0"/>
                  </a:prstClr>
                </a:solidFill>
              </a:endParaRPr>
            </a:p>
          </p:txBody>
        </p:sp>
        <p:sp>
          <p:nvSpPr>
            <p:cNvPr id="70" name="Freeform 69"/>
            <p:cNvSpPr/>
            <p:nvPr/>
          </p:nvSpPr>
          <p:spPr>
            <a:xfrm>
              <a:off x="1397340" y="2905124"/>
              <a:ext cx="1047750" cy="1047750"/>
            </a:xfrm>
            <a:custGeom>
              <a:avLst/>
              <a:gdLst>
                <a:gd name="connsiteX0" fmla="*/ 0 w 1047750"/>
                <a:gd name="connsiteY0" fmla="*/ 523875 h 1047750"/>
                <a:gd name="connsiteX1" fmla="*/ 523875 w 1047750"/>
                <a:gd name="connsiteY1" fmla="*/ 0 h 1047750"/>
                <a:gd name="connsiteX2" fmla="*/ 1047750 w 1047750"/>
                <a:gd name="connsiteY2" fmla="*/ 523875 h 1047750"/>
                <a:gd name="connsiteX3" fmla="*/ 523875 w 1047750"/>
                <a:gd name="connsiteY3" fmla="*/ 1047750 h 1047750"/>
                <a:gd name="connsiteX4" fmla="*/ 0 w 1047750"/>
                <a:gd name="connsiteY4" fmla="*/ 523875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0" h="1047750">
                  <a:moveTo>
                    <a:pt x="0" y="523875"/>
                  </a:moveTo>
                  <a:cubicBezTo>
                    <a:pt x="0" y="234547"/>
                    <a:pt x="234547" y="0"/>
                    <a:pt x="523875" y="0"/>
                  </a:cubicBezTo>
                  <a:cubicBezTo>
                    <a:pt x="813203" y="0"/>
                    <a:pt x="1047750" y="234547"/>
                    <a:pt x="1047750" y="523875"/>
                  </a:cubicBezTo>
                  <a:cubicBezTo>
                    <a:pt x="1047750" y="813203"/>
                    <a:pt x="813203" y="1047750"/>
                    <a:pt x="523875" y="1047750"/>
                  </a:cubicBezTo>
                  <a:cubicBezTo>
                    <a:pt x="234547" y="1047750"/>
                    <a:pt x="0" y="813203"/>
                    <a:pt x="0" y="523875"/>
                  </a:cubicBezTo>
                  <a:close/>
                </a:path>
              </a:pathLst>
            </a:custGeom>
            <a:solidFill>
              <a:schemeClr val="accent6"/>
            </a:solidFill>
            <a:ln w="38100">
              <a:solidFill>
                <a:schemeClr val="bg1">
                  <a:lumMod val="95000"/>
                </a:schemeClr>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679" tIns="168679" rIns="168679" bIns="168679" numCol="1" spcCol="1270" anchor="ctr" anchorCtr="0">
              <a:noAutofit/>
            </a:bodyPr>
            <a:lstStyle/>
            <a:p>
              <a:pPr algn="ctr" defTabSz="1066800" fontAlgn="auto">
                <a:lnSpc>
                  <a:spcPct val="90000"/>
                </a:lnSpc>
                <a:spcAft>
                  <a:spcPct val="35000"/>
                </a:spcAft>
              </a:pPr>
              <a:r>
                <a:rPr lang="en-US" sz="2400" dirty="0" smtClean="0">
                  <a:solidFill>
                    <a:prstClr val="white"/>
                  </a:solidFill>
                </a:rPr>
                <a:t>4</a:t>
              </a:r>
              <a:endParaRPr lang="id-ID" sz="2400" dirty="0">
                <a:solidFill>
                  <a:prstClr val="white"/>
                </a:solidFill>
              </a:endParaRPr>
            </a:p>
          </p:txBody>
        </p:sp>
        <p:sp>
          <p:nvSpPr>
            <p:cNvPr id="71" name="Freeform 70"/>
            <p:cNvSpPr/>
            <p:nvPr/>
          </p:nvSpPr>
          <p:spPr>
            <a:xfrm>
              <a:off x="5310187" y="2513134"/>
              <a:ext cx="2781640" cy="1831730"/>
            </a:xfrm>
            <a:custGeom>
              <a:avLst/>
              <a:gdLst>
                <a:gd name="connsiteX0" fmla="*/ 0 w 2095500"/>
                <a:gd name="connsiteY0" fmla="*/ 274760 h 1831730"/>
                <a:gd name="connsiteX1" fmla="*/ 1179635 w 2095500"/>
                <a:gd name="connsiteY1" fmla="*/ 274760 h 1831730"/>
                <a:gd name="connsiteX2" fmla="*/ 1179635 w 2095500"/>
                <a:gd name="connsiteY2" fmla="*/ 0 h 1831730"/>
                <a:gd name="connsiteX3" fmla="*/ 2095500 w 2095500"/>
                <a:gd name="connsiteY3" fmla="*/ 915865 h 1831730"/>
                <a:gd name="connsiteX4" fmla="*/ 1179635 w 2095500"/>
                <a:gd name="connsiteY4" fmla="*/ 1831730 h 1831730"/>
                <a:gd name="connsiteX5" fmla="*/ 1179635 w 2095500"/>
                <a:gd name="connsiteY5" fmla="*/ 1556971 h 1831730"/>
                <a:gd name="connsiteX6" fmla="*/ 0 w 2095500"/>
                <a:gd name="connsiteY6" fmla="*/ 1556971 h 1831730"/>
                <a:gd name="connsiteX7" fmla="*/ 0 w 2095500"/>
                <a:gd name="connsiteY7" fmla="*/ 274760 h 183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0" h="1831730">
                  <a:moveTo>
                    <a:pt x="0" y="274760"/>
                  </a:moveTo>
                  <a:lnTo>
                    <a:pt x="1179635" y="274760"/>
                  </a:lnTo>
                  <a:lnTo>
                    <a:pt x="1179635" y="0"/>
                  </a:lnTo>
                  <a:lnTo>
                    <a:pt x="2095500" y="915865"/>
                  </a:lnTo>
                  <a:lnTo>
                    <a:pt x="1179635" y="1831730"/>
                  </a:lnTo>
                  <a:lnTo>
                    <a:pt x="1179635" y="1556971"/>
                  </a:lnTo>
                  <a:lnTo>
                    <a:pt x="0" y="1556971"/>
                  </a:lnTo>
                  <a:lnTo>
                    <a:pt x="0" y="274760"/>
                  </a:lnTo>
                  <a:close/>
                </a:path>
              </a:pathLst>
            </a:custGeom>
            <a:gradFill flip="none" rotWithShape="1">
              <a:gsLst>
                <a:gs pos="0">
                  <a:schemeClr val="accent4">
                    <a:lumMod val="20000"/>
                    <a:lumOff val="80000"/>
                  </a:schemeClr>
                </a:gs>
                <a:gs pos="35000">
                  <a:schemeClr val="accent4">
                    <a:lumMod val="40000"/>
                    <a:lumOff val="60000"/>
                  </a:schemeClr>
                </a:gs>
                <a:gs pos="100000">
                  <a:schemeClr val="accent4">
                    <a:lumMod val="100000"/>
                  </a:schemeClr>
                </a:gs>
              </a:gsLst>
              <a:lin ang="0" scaled="0"/>
              <a:tileRect/>
            </a:gra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584835" tIns="290000" rIns="580549" bIns="289999" numCol="1" spcCol="1270" anchor="ctr" anchorCtr="0">
              <a:noAutofit/>
            </a:bodyPr>
            <a:lstStyle/>
            <a:p>
              <a:pPr marL="228600" lvl="1" indent="-228600" defTabSz="1066800" fontAlgn="auto">
                <a:lnSpc>
                  <a:spcPct val="90000"/>
                </a:lnSpc>
                <a:spcAft>
                  <a:spcPct val="15000"/>
                </a:spcAft>
                <a:buFontTx/>
                <a:buChar char="••"/>
              </a:pPr>
              <a:endParaRPr lang="id-ID" sz="2400">
                <a:solidFill>
                  <a:prstClr val="black">
                    <a:hueOff val="0"/>
                    <a:satOff val="0"/>
                    <a:lumOff val="0"/>
                    <a:alphaOff val="0"/>
                  </a:prstClr>
                </a:solidFill>
              </a:endParaRPr>
            </a:p>
            <a:p>
              <a:pPr marL="228600" lvl="1" indent="-228600" defTabSz="1066800" fontAlgn="auto">
                <a:lnSpc>
                  <a:spcPct val="90000"/>
                </a:lnSpc>
                <a:spcAft>
                  <a:spcPct val="15000"/>
                </a:spcAft>
                <a:buFontTx/>
                <a:buChar char="••"/>
              </a:pPr>
              <a:endParaRPr lang="id-ID" sz="2400">
                <a:solidFill>
                  <a:prstClr val="black">
                    <a:hueOff val="0"/>
                    <a:satOff val="0"/>
                    <a:lumOff val="0"/>
                    <a:alphaOff val="0"/>
                  </a:prstClr>
                </a:solidFill>
              </a:endParaRPr>
            </a:p>
          </p:txBody>
        </p:sp>
        <p:sp>
          <p:nvSpPr>
            <p:cNvPr id="72" name="Freeform 71"/>
            <p:cNvSpPr/>
            <p:nvPr/>
          </p:nvSpPr>
          <p:spPr>
            <a:xfrm>
              <a:off x="4786312" y="2905124"/>
              <a:ext cx="1047750" cy="1047750"/>
            </a:xfrm>
            <a:custGeom>
              <a:avLst/>
              <a:gdLst>
                <a:gd name="connsiteX0" fmla="*/ 0 w 1047750"/>
                <a:gd name="connsiteY0" fmla="*/ 523875 h 1047750"/>
                <a:gd name="connsiteX1" fmla="*/ 523875 w 1047750"/>
                <a:gd name="connsiteY1" fmla="*/ 0 h 1047750"/>
                <a:gd name="connsiteX2" fmla="*/ 1047750 w 1047750"/>
                <a:gd name="connsiteY2" fmla="*/ 523875 h 1047750"/>
                <a:gd name="connsiteX3" fmla="*/ 523875 w 1047750"/>
                <a:gd name="connsiteY3" fmla="*/ 1047750 h 1047750"/>
                <a:gd name="connsiteX4" fmla="*/ 0 w 1047750"/>
                <a:gd name="connsiteY4" fmla="*/ 523875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0" h="1047750">
                  <a:moveTo>
                    <a:pt x="0" y="523875"/>
                  </a:moveTo>
                  <a:cubicBezTo>
                    <a:pt x="0" y="234547"/>
                    <a:pt x="234547" y="0"/>
                    <a:pt x="523875" y="0"/>
                  </a:cubicBezTo>
                  <a:cubicBezTo>
                    <a:pt x="813203" y="0"/>
                    <a:pt x="1047750" y="234547"/>
                    <a:pt x="1047750" y="523875"/>
                  </a:cubicBezTo>
                  <a:cubicBezTo>
                    <a:pt x="1047750" y="813203"/>
                    <a:pt x="813203" y="1047750"/>
                    <a:pt x="523875" y="1047750"/>
                  </a:cubicBezTo>
                  <a:cubicBezTo>
                    <a:pt x="234547" y="1047750"/>
                    <a:pt x="0" y="813203"/>
                    <a:pt x="0" y="523875"/>
                  </a:cubicBezTo>
                  <a:close/>
                </a:path>
              </a:pathLst>
            </a:custGeom>
            <a:solidFill>
              <a:schemeClr val="accent4"/>
            </a:solidFill>
            <a:ln w="38100">
              <a:solidFill>
                <a:schemeClr val="bg1">
                  <a:lumMod val="95000"/>
                </a:schemeClr>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679" tIns="168679" rIns="168679" bIns="168679" numCol="1" spcCol="1270" anchor="ctr" anchorCtr="0">
              <a:noAutofit/>
            </a:bodyPr>
            <a:lstStyle/>
            <a:p>
              <a:pPr algn="ctr" defTabSz="1066800" fontAlgn="auto">
                <a:lnSpc>
                  <a:spcPct val="90000"/>
                </a:lnSpc>
                <a:spcAft>
                  <a:spcPct val="35000"/>
                </a:spcAft>
              </a:pPr>
              <a:r>
                <a:rPr lang="en-US" sz="2400" dirty="0" smtClean="0">
                  <a:solidFill>
                    <a:prstClr val="white"/>
                  </a:solidFill>
                </a:rPr>
                <a:t>5</a:t>
              </a:r>
              <a:endParaRPr lang="id-ID" sz="2400" dirty="0">
                <a:solidFill>
                  <a:prstClr val="white"/>
                </a:solidFill>
              </a:endParaRPr>
            </a:p>
          </p:txBody>
        </p:sp>
        <p:sp>
          <p:nvSpPr>
            <p:cNvPr id="73" name="Freeform 72"/>
            <p:cNvSpPr/>
            <p:nvPr/>
          </p:nvSpPr>
          <p:spPr>
            <a:xfrm>
              <a:off x="8713671" y="2513134"/>
              <a:ext cx="2781640" cy="1831730"/>
            </a:xfrm>
            <a:custGeom>
              <a:avLst/>
              <a:gdLst>
                <a:gd name="connsiteX0" fmla="*/ 0 w 2095500"/>
                <a:gd name="connsiteY0" fmla="*/ 274760 h 1831730"/>
                <a:gd name="connsiteX1" fmla="*/ 1179635 w 2095500"/>
                <a:gd name="connsiteY1" fmla="*/ 274760 h 1831730"/>
                <a:gd name="connsiteX2" fmla="*/ 1179635 w 2095500"/>
                <a:gd name="connsiteY2" fmla="*/ 0 h 1831730"/>
                <a:gd name="connsiteX3" fmla="*/ 2095500 w 2095500"/>
                <a:gd name="connsiteY3" fmla="*/ 915865 h 1831730"/>
                <a:gd name="connsiteX4" fmla="*/ 1179635 w 2095500"/>
                <a:gd name="connsiteY4" fmla="*/ 1831730 h 1831730"/>
                <a:gd name="connsiteX5" fmla="*/ 1179635 w 2095500"/>
                <a:gd name="connsiteY5" fmla="*/ 1556971 h 1831730"/>
                <a:gd name="connsiteX6" fmla="*/ 0 w 2095500"/>
                <a:gd name="connsiteY6" fmla="*/ 1556971 h 1831730"/>
                <a:gd name="connsiteX7" fmla="*/ 0 w 2095500"/>
                <a:gd name="connsiteY7" fmla="*/ 274760 h 183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0" h="1831730">
                  <a:moveTo>
                    <a:pt x="0" y="274760"/>
                  </a:moveTo>
                  <a:lnTo>
                    <a:pt x="1179635" y="274760"/>
                  </a:lnTo>
                  <a:lnTo>
                    <a:pt x="1179635" y="0"/>
                  </a:lnTo>
                  <a:lnTo>
                    <a:pt x="2095500" y="915865"/>
                  </a:lnTo>
                  <a:lnTo>
                    <a:pt x="1179635" y="1831730"/>
                  </a:lnTo>
                  <a:lnTo>
                    <a:pt x="1179635" y="1556971"/>
                  </a:lnTo>
                  <a:lnTo>
                    <a:pt x="0" y="1556971"/>
                  </a:lnTo>
                  <a:lnTo>
                    <a:pt x="0" y="274760"/>
                  </a:lnTo>
                  <a:close/>
                </a:path>
              </a:pathLst>
            </a:custGeom>
            <a:gradFill flip="none" rotWithShape="1">
              <a:gsLst>
                <a:gs pos="0">
                  <a:schemeClr val="accent5">
                    <a:lumMod val="20000"/>
                    <a:lumOff val="80000"/>
                  </a:schemeClr>
                </a:gs>
                <a:gs pos="35000">
                  <a:schemeClr val="accent5">
                    <a:lumMod val="40000"/>
                    <a:lumOff val="60000"/>
                  </a:schemeClr>
                </a:gs>
                <a:gs pos="100000">
                  <a:schemeClr val="accent5">
                    <a:lumMod val="100000"/>
                  </a:schemeClr>
                </a:gs>
              </a:gsLst>
              <a:lin ang="0" scaled="0"/>
              <a:tileRect/>
            </a:gra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584835" tIns="290000" rIns="580549" bIns="289999" numCol="1" spcCol="1270" anchor="ctr" anchorCtr="0">
              <a:noAutofit/>
            </a:bodyPr>
            <a:lstStyle/>
            <a:p>
              <a:pPr marL="228600" lvl="1" indent="-228600" defTabSz="1066800" fontAlgn="auto">
                <a:lnSpc>
                  <a:spcPct val="90000"/>
                </a:lnSpc>
                <a:spcAft>
                  <a:spcPct val="15000"/>
                </a:spcAft>
                <a:buFontTx/>
                <a:buChar char="••"/>
              </a:pPr>
              <a:endParaRPr lang="id-ID" sz="2400">
                <a:solidFill>
                  <a:prstClr val="black">
                    <a:hueOff val="0"/>
                    <a:satOff val="0"/>
                    <a:lumOff val="0"/>
                    <a:alphaOff val="0"/>
                  </a:prstClr>
                </a:solidFill>
              </a:endParaRPr>
            </a:p>
            <a:p>
              <a:pPr marL="228600" lvl="1" indent="-228600" defTabSz="1066800" fontAlgn="auto">
                <a:lnSpc>
                  <a:spcPct val="90000"/>
                </a:lnSpc>
                <a:spcAft>
                  <a:spcPct val="15000"/>
                </a:spcAft>
                <a:buFontTx/>
                <a:buChar char="••"/>
              </a:pPr>
              <a:endParaRPr lang="id-ID" sz="2400">
                <a:solidFill>
                  <a:prstClr val="black">
                    <a:hueOff val="0"/>
                    <a:satOff val="0"/>
                    <a:lumOff val="0"/>
                    <a:alphaOff val="0"/>
                  </a:prstClr>
                </a:solidFill>
              </a:endParaRPr>
            </a:p>
          </p:txBody>
        </p:sp>
        <p:sp>
          <p:nvSpPr>
            <p:cNvPr id="74" name="Freeform 73"/>
            <p:cNvSpPr/>
            <p:nvPr/>
          </p:nvSpPr>
          <p:spPr>
            <a:xfrm>
              <a:off x="8189796" y="2905124"/>
              <a:ext cx="1047750" cy="1047750"/>
            </a:xfrm>
            <a:custGeom>
              <a:avLst/>
              <a:gdLst>
                <a:gd name="connsiteX0" fmla="*/ 0 w 1047750"/>
                <a:gd name="connsiteY0" fmla="*/ 523875 h 1047750"/>
                <a:gd name="connsiteX1" fmla="*/ 523875 w 1047750"/>
                <a:gd name="connsiteY1" fmla="*/ 0 h 1047750"/>
                <a:gd name="connsiteX2" fmla="*/ 1047750 w 1047750"/>
                <a:gd name="connsiteY2" fmla="*/ 523875 h 1047750"/>
                <a:gd name="connsiteX3" fmla="*/ 523875 w 1047750"/>
                <a:gd name="connsiteY3" fmla="*/ 1047750 h 1047750"/>
                <a:gd name="connsiteX4" fmla="*/ 0 w 1047750"/>
                <a:gd name="connsiteY4" fmla="*/ 523875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0" h="1047750">
                  <a:moveTo>
                    <a:pt x="0" y="523875"/>
                  </a:moveTo>
                  <a:cubicBezTo>
                    <a:pt x="0" y="234547"/>
                    <a:pt x="234547" y="0"/>
                    <a:pt x="523875" y="0"/>
                  </a:cubicBezTo>
                  <a:cubicBezTo>
                    <a:pt x="813203" y="0"/>
                    <a:pt x="1047750" y="234547"/>
                    <a:pt x="1047750" y="523875"/>
                  </a:cubicBezTo>
                  <a:cubicBezTo>
                    <a:pt x="1047750" y="813203"/>
                    <a:pt x="813203" y="1047750"/>
                    <a:pt x="523875" y="1047750"/>
                  </a:cubicBezTo>
                  <a:cubicBezTo>
                    <a:pt x="234547" y="1047750"/>
                    <a:pt x="0" y="813203"/>
                    <a:pt x="0" y="523875"/>
                  </a:cubicBezTo>
                  <a:close/>
                </a:path>
              </a:pathLst>
            </a:custGeom>
            <a:solidFill>
              <a:schemeClr val="accent5"/>
            </a:solidFill>
            <a:ln w="38100">
              <a:solidFill>
                <a:schemeClr val="bg1">
                  <a:lumMod val="95000"/>
                </a:schemeClr>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679" tIns="168679" rIns="168679" bIns="168679" numCol="1" spcCol="1270" anchor="ctr" anchorCtr="0">
              <a:noAutofit/>
            </a:bodyPr>
            <a:lstStyle/>
            <a:p>
              <a:pPr algn="ctr" defTabSz="1066800" fontAlgn="auto">
                <a:lnSpc>
                  <a:spcPct val="90000"/>
                </a:lnSpc>
                <a:spcAft>
                  <a:spcPct val="35000"/>
                </a:spcAft>
              </a:pPr>
              <a:r>
                <a:rPr lang="en-US" sz="2400" dirty="0" smtClean="0">
                  <a:solidFill>
                    <a:prstClr val="white"/>
                  </a:solidFill>
                </a:rPr>
                <a:t>6</a:t>
              </a:r>
              <a:endParaRPr lang="id-ID" sz="2400" dirty="0">
                <a:solidFill>
                  <a:prstClr val="white"/>
                </a:solidFill>
              </a:endParaRPr>
            </a:p>
          </p:txBody>
        </p:sp>
      </p:grpSp>
      <p:sp>
        <p:nvSpPr>
          <p:cNvPr id="81" name="Content Placeholder 2"/>
          <p:cNvSpPr txBox="1">
            <a:spLocks noChangeAspect="1"/>
          </p:cNvSpPr>
          <p:nvPr/>
        </p:nvSpPr>
        <p:spPr>
          <a:xfrm>
            <a:off x="531628" y="4370329"/>
            <a:ext cx="3765707" cy="13033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rtl="1" fontAlgn="auto">
              <a:buClr>
                <a:srgbClr val="4472C4">
                  <a:lumMod val="75000"/>
                </a:srgbClr>
              </a:buClr>
            </a:pPr>
            <a:r>
              <a:rPr lang="ar-SA" sz="2800" b="1" dirty="0">
                <a:ea typeface="Roboto" panose="02000000000000000000" pitchFamily="2" charset="0"/>
                <a:cs typeface="Simplified Arabic" panose="02020603050405020304" pitchFamily="18" charset="-78"/>
              </a:rPr>
              <a:t>يتضمن الفيديو التفاعلي عدة وسائل متفاعلة متشابكة متعاونة</a:t>
            </a:r>
            <a:endParaRPr lang="en-US" sz="2800" b="1" dirty="0">
              <a:ea typeface="Roboto" panose="02000000000000000000" pitchFamily="2" charset="0"/>
              <a:cs typeface="Simplified Arabic" panose="02020603050405020304" pitchFamily="18" charset="-78"/>
            </a:endParaRPr>
          </a:p>
        </p:txBody>
      </p:sp>
      <p:sp>
        <p:nvSpPr>
          <p:cNvPr id="82" name="Content Placeholder 2"/>
          <p:cNvSpPr txBox="1">
            <a:spLocks noChangeAspect="1"/>
          </p:cNvSpPr>
          <p:nvPr/>
        </p:nvSpPr>
        <p:spPr>
          <a:xfrm>
            <a:off x="4478801" y="4670271"/>
            <a:ext cx="2931953" cy="1003435"/>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rtl="1" fontAlgn="auto">
              <a:buClr>
                <a:srgbClr val="4472C4">
                  <a:lumMod val="75000"/>
                </a:srgbClr>
              </a:buClr>
            </a:pPr>
            <a:r>
              <a:rPr lang="ar-SA" sz="2800" b="1" dirty="0">
                <a:ea typeface="Roboto" panose="02000000000000000000" pitchFamily="2" charset="0"/>
                <a:cs typeface="Simplified Arabic" panose="02020603050405020304" pitchFamily="18" charset="-78"/>
              </a:rPr>
              <a:t>يستخدم كنموذج للتعلم الذاتي</a:t>
            </a:r>
            <a:endParaRPr lang="en-US" sz="2800" b="1" dirty="0">
              <a:ea typeface="Roboto" panose="02000000000000000000" pitchFamily="2" charset="0"/>
              <a:cs typeface="Simplified Arabic" panose="02020603050405020304" pitchFamily="18" charset="-78"/>
            </a:endParaRPr>
          </a:p>
        </p:txBody>
      </p:sp>
      <p:sp>
        <p:nvSpPr>
          <p:cNvPr id="83" name="Content Placeholder 2"/>
          <p:cNvSpPr txBox="1">
            <a:spLocks noChangeAspect="1"/>
          </p:cNvSpPr>
          <p:nvPr/>
        </p:nvSpPr>
        <p:spPr>
          <a:xfrm>
            <a:off x="7866613" y="4408779"/>
            <a:ext cx="4061759" cy="142884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rtl="1" fontAlgn="auto">
              <a:buClr>
                <a:srgbClr val="4472C4">
                  <a:lumMod val="75000"/>
                </a:srgbClr>
              </a:buClr>
            </a:pPr>
            <a:r>
              <a:rPr lang="ar-SA" sz="2800" b="1" dirty="0">
                <a:ea typeface="Roboto" panose="02000000000000000000" pitchFamily="2" charset="0"/>
                <a:cs typeface="Simplified Arabic" panose="02020603050405020304" pitchFamily="18" charset="-78"/>
              </a:rPr>
              <a:t>يستعمل في أغراض تعليمية متنوعة؛ كإحتفالات، والندوات، والندوات العلمية، والمؤتمرات، والثقافية، والدينية</a:t>
            </a:r>
            <a:endParaRPr lang="en-US" sz="2800" b="1" dirty="0">
              <a:ea typeface="Roboto" panose="02000000000000000000" pitchFamily="2" charset="0"/>
              <a:cs typeface="Simplified Arabic" panose="02020603050405020304" pitchFamily="18" charset="-78"/>
            </a:endParaRPr>
          </a:p>
        </p:txBody>
      </p:sp>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5025892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2000"/>
                                  </p:stCondLst>
                                  <p:childTnLst>
                                    <p:set>
                                      <p:cBhvr>
                                        <p:cTn id="6" dur="1" fill="hold">
                                          <p:stCondLst>
                                            <p:cond delay="0"/>
                                          </p:stCondLst>
                                        </p:cTn>
                                        <p:tgtEl>
                                          <p:spTgt spid="68"/>
                                        </p:tgtEl>
                                        <p:attrNameLst>
                                          <p:attrName>style.visibility</p:attrName>
                                        </p:attrNameLst>
                                      </p:cBhvr>
                                      <p:to>
                                        <p:strVal val="visible"/>
                                      </p:to>
                                    </p:set>
                                    <p:anim calcmode="lin" valueType="num">
                                      <p:cBhvr additive="base">
                                        <p:cTn id="7" dur="500" fill="hold"/>
                                        <p:tgtEl>
                                          <p:spTgt spid="68"/>
                                        </p:tgtEl>
                                        <p:attrNameLst>
                                          <p:attrName>ppt_x</p:attrName>
                                        </p:attrNameLst>
                                      </p:cBhvr>
                                      <p:tavLst>
                                        <p:tav tm="0">
                                          <p:val>
                                            <p:strVal val="0-#ppt_w/2"/>
                                          </p:val>
                                        </p:tav>
                                        <p:tav tm="100000">
                                          <p:val>
                                            <p:strVal val="#ppt_x"/>
                                          </p:val>
                                        </p:tav>
                                      </p:tavLst>
                                    </p:anim>
                                    <p:anim calcmode="lin" valueType="num">
                                      <p:cBhvr additive="base">
                                        <p:cTn id="8" dur="500" fill="hold"/>
                                        <p:tgtEl>
                                          <p:spTgt spid="68"/>
                                        </p:tgtEl>
                                        <p:attrNameLst>
                                          <p:attrName>ppt_y</p:attrName>
                                        </p:attrNameLst>
                                      </p:cBhvr>
                                      <p:tavLst>
                                        <p:tav tm="0">
                                          <p:val>
                                            <p:strVal val="#ppt_y"/>
                                          </p:val>
                                        </p:tav>
                                        <p:tav tm="100000">
                                          <p:val>
                                            <p:strVal val="#ppt_y"/>
                                          </p:val>
                                        </p:tav>
                                      </p:tavLst>
                                    </p:anim>
                                  </p:childTnLst>
                                </p:cTn>
                              </p:par>
                              <p:par>
                                <p:cTn id="9" presetID="22" presetClass="entr" presetSubtype="1" fill="hold" grpId="0" nodeType="withEffect">
                                  <p:stCondLst>
                                    <p:cond delay="2250"/>
                                  </p:stCondLst>
                                  <p:childTnLst>
                                    <p:set>
                                      <p:cBhvr>
                                        <p:cTn id="10" dur="1" fill="hold">
                                          <p:stCondLst>
                                            <p:cond delay="0"/>
                                          </p:stCondLst>
                                        </p:cTn>
                                        <p:tgtEl>
                                          <p:spTgt spid="81"/>
                                        </p:tgtEl>
                                        <p:attrNameLst>
                                          <p:attrName>style.visibility</p:attrName>
                                        </p:attrNameLst>
                                      </p:cBhvr>
                                      <p:to>
                                        <p:strVal val="visible"/>
                                      </p:to>
                                    </p:set>
                                    <p:animEffect transition="in" filter="wipe(up)">
                                      <p:cBhvr>
                                        <p:cTn id="11" dur="750"/>
                                        <p:tgtEl>
                                          <p:spTgt spid="81"/>
                                        </p:tgtEl>
                                      </p:cBhvr>
                                    </p:animEffect>
                                  </p:childTnLst>
                                </p:cTn>
                              </p:par>
                              <p:par>
                                <p:cTn id="12" presetID="22" presetClass="entr" presetSubtype="1" fill="hold" grpId="0" nodeType="withEffect">
                                  <p:stCondLst>
                                    <p:cond delay="2250"/>
                                  </p:stCondLst>
                                  <p:childTnLst>
                                    <p:set>
                                      <p:cBhvr>
                                        <p:cTn id="13" dur="1" fill="hold">
                                          <p:stCondLst>
                                            <p:cond delay="0"/>
                                          </p:stCondLst>
                                        </p:cTn>
                                        <p:tgtEl>
                                          <p:spTgt spid="82"/>
                                        </p:tgtEl>
                                        <p:attrNameLst>
                                          <p:attrName>style.visibility</p:attrName>
                                        </p:attrNameLst>
                                      </p:cBhvr>
                                      <p:to>
                                        <p:strVal val="visible"/>
                                      </p:to>
                                    </p:set>
                                    <p:animEffect transition="in" filter="wipe(up)">
                                      <p:cBhvr>
                                        <p:cTn id="14" dur="750"/>
                                        <p:tgtEl>
                                          <p:spTgt spid="82"/>
                                        </p:tgtEl>
                                      </p:cBhvr>
                                    </p:animEffect>
                                  </p:childTnLst>
                                </p:cTn>
                              </p:par>
                              <p:par>
                                <p:cTn id="15" presetID="22" presetClass="entr" presetSubtype="1" fill="hold" grpId="0" nodeType="withEffect">
                                  <p:stCondLst>
                                    <p:cond delay="2250"/>
                                  </p:stCondLst>
                                  <p:childTnLst>
                                    <p:set>
                                      <p:cBhvr>
                                        <p:cTn id="16" dur="1" fill="hold">
                                          <p:stCondLst>
                                            <p:cond delay="0"/>
                                          </p:stCondLst>
                                        </p:cTn>
                                        <p:tgtEl>
                                          <p:spTgt spid="83"/>
                                        </p:tgtEl>
                                        <p:attrNameLst>
                                          <p:attrName>style.visibility</p:attrName>
                                        </p:attrNameLst>
                                      </p:cBhvr>
                                      <p:to>
                                        <p:strVal val="visible"/>
                                      </p:to>
                                    </p:set>
                                    <p:animEffect transition="in" filter="wipe(up)">
                                      <p:cBhvr>
                                        <p:cTn id="17" dur="75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P spid="83" grpId="0"/>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p:nvPr/>
        </p:nvCxnSpPr>
        <p:spPr>
          <a:xfrm flipV="1">
            <a:off x="6071016" y="0"/>
            <a:ext cx="0" cy="6858000"/>
          </a:xfrm>
          <a:prstGeom prst="line">
            <a:avLst/>
          </a:prstGeom>
          <a:ln w="5715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 name="Teardrop 8"/>
          <p:cNvSpPr/>
          <p:nvPr/>
        </p:nvSpPr>
        <p:spPr>
          <a:xfrm rot="13500000">
            <a:off x="5988862" y="2060732"/>
            <a:ext cx="164306" cy="164306"/>
          </a:xfrm>
          <a:prstGeom prst="teardrop">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16" name="Straight Connector 15"/>
          <p:cNvCxnSpPr/>
          <p:nvPr/>
        </p:nvCxnSpPr>
        <p:spPr>
          <a:xfrm>
            <a:off x="5250409" y="2142884"/>
            <a:ext cx="730972" cy="0"/>
          </a:xfrm>
          <a:prstGeom prst="line">
            <a:avLst/>
          </a:prstGeom>
          <a:ln w="44450" cap="rnd">
            <a:solidFill>
              <a:srgbClr val="0087B1"/>
            </a:solidFill>
            <a:prstDash val="sysDot"/>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6182050" y="1912051"/>
            <a:ext cx="2485696" cy="461665"/>
          </a:xfrm>
          <a:prstGeom prst="rect">
            <a:avLst/>
          </a:prstGeom>
          <a:noFill/>
        </p:spPr>
        <p:txBody>
          <a:bodyPr wrap="square" rtlCol="0">
            <a:spAutoFit/>
          </a:bodyPr>
          <a:lstStyle/>
          <a:p>
            <a:pPr fontAlgn="auto">
              <a:spcBef>
                <a:spcPts val="0"/>
              </a:spcBef>
              <a:spcAft>
                <a:spcPts val="0"/>
              </a:spcAft>
            </a:pPr>
            <a:r>
              <a:rPr lang="en-US" sz="2400" dirty="0" smtClean="0">
                <a:solidFill>
                  <a:prstClr val="black">
                    <a:lumMod val="75000"/>
                    <a:lumOff val="25000"/>
                  </a:prstClr>
                </a:solidFill>
                <a:latin typeface="Lato Black" panose="020F0A02020204030203" pitchFamily="34" charset="0"/>
                <a:cs typeface="Lato Black" panose="020F0A02020204030203" pitchFamily="34" charset="0"/>
              </a:rPr>
              <a:t>7</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29" name="Rectangle 28"/>
          <p:cNvSpPr/>
          <p:nvPr/>
        </p:nvSpPr>
        <p:spPr>
          <a:xfrm>
            <a:off x="212766" y="1665829"/>
            <a:ext cx="4992825" cy="954107"/>
          </a:xfrm>
          <a:prstGeom prst="rect">
            <a:avLst/>
          </a:prstGeom>
        </p:spPr>
        <p:txBody>
          <a:bodyPr wrap="square">
            <a:spAutoFit/>
          </a:bodyPr>
          <a:lstStyle/>
          <a:p>
            <a:pPr algn="r" defTabSz="914294" fontAlgn="auto">
              <a:spcBef>
                <a:spcPts val="0"/>
              </a:spcBef>
              <a:spcAft>
                <a:spcPts val="0"/>
              </a:spcAft>
            </a:pPr>
            <a:r>
              <a:rPr lang="ar-SA" sz="2800" b="1" dirty="0">
                <a:solidFill>
                  <a:srgbClr val="000000"/>
                </a:solidFill>
                <a:cs typeface="Simplified Arabic" panose="02020603050405020304" pitchFamily="18" charset="-78"/>
              </a:rPr>
              <a:t>يوفر عنصر التشويق الناتج من عنصري الصورة والصوت، والتعزيز والإثارة</a:t>
            </a:r>
            <a:endParaRPr lang="ru-RU" sz="2800" b="1" dirty="0">
              <a:solidFill>
                <a:prstClr val="white"/>
              </a:solidFill>
              <a:latin typeface="Calibri" panose="020F0502020204030204"/>
              <a:cs typeface="Simplified Arabic" panose="02020603050405020304" pitchFamily="18" charset="-78"/>
            </a:endParaRPr>
          </a:p>
        </p:txBody>
      </p:sp>
      <p:sp>
        <p:nvSpPr>
          <p:cNvPr id="31" name="Teardrop 30"/>
          <p:cNvSpPr/>
          <p:nvPr/>
        </p:nvSpPr>
        <p:spPr>
          <a:xfrm rot="2700000">
            <a:off x="5988861" y="3707800"/>
            <a:ext cx="164306" cy="164306"/>
          </a:xfrm>
          <a:prstGeom prst="teardrop">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3" name="Straight Connector 32"/>
          <p:cNvCxnSpPr/>
          <p:nvPr/>
        </p:nvCxnSpPr>
        <p:spPr>
          <a:xfrm>
            <a:off x="6187196" y="3789953"/>
            <a:ext cx="730972" cy="0"/>
          </a:xfrm>
          <a:prstGeom prst="line">
            <a:avLst/>
          </a:prstGeom>
          <a:ln w="44450" cap="rnd">
            <a:solidFill>
              <a:srgbClr val="FE8301"/>
            </a:solidFill>
            <a:prstDash val="sysDot"/>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3495685" y="3557267"/>
            <a:ext cx="2485696" cy="461665"/>
          </a:xfrm>
          <a:prstGeom prst="rect">
            <a:avLst/>
          </a:prstGeom>
          <a:noFill/>
        </p:spPr>
        <p:txBody>
          <a:bodyPr wrap="square" rtlCol="0">
            <a:spAutoFit/>
          </a:bodyPr>
          <a:lstStyle/>
          <a:p>
            <a:pPr algn="r" fontAlgn="auto">
              <a:spcBef>
                <a:spcPts val="0"/>
              </a:spcBef>
              <a:spcAft>
                <a:spcPts val="0"/>
              </a:spcAft>
            </a:pPr>
            <a:r>
              <a:rPr lang="en-US" sz="2400" dirty="0" smtClean="0">
                <a:solidFill>
                  <a:prstClr val="black">
                    <a:lumMod val="75000"/>
                    <a:lumOff val="25000"/>
                  </a:prstClr>
                </a:solidFill>
                <a:latin typeface="Lato Black" panose="020F0A02020204030203" pitchFamily="34" charset="0"/>
                <a:cs typeface="Lato Black" panose="020F0A02020204030203" pitchFamily="34" charset="0"/>
              </a:rPr>
              <a:t>8</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35" name="Rectangle 34"/>
          <p:cNvSpPr/>
          <p:nvPr/>
        </p:nvSpPr>
        <p:spPr>
          <a:xfrm>
            <a:off x="6918168" y="3054132"/>
            <a:ext cx="5003725" cy="1815882"/>
          </a:xfrm>
          <a:prstGeom prst="rect">
            <a:avLst/>
          </a:prstGeom>
        </p:spPr>
        <p:txBody>
          <a:bodyPr wrap="square">
            <a:spAutoFit/>
          </a:bodyPr>
          <a:lstStyle/>
          <a:p>
            <a:pPr algn="ctr" defTabSz="914294" fontAlgn="auto">
              <a:spcBef>
                <a:spcPts val="0"/>
              </a:spcBef>
              <a:spcAft>
                <a:spcPts val="0"/>
              </a:spcAft>
            </a:pPr>
            <a:r>
              <a:rPr lang="ar-SA" sz="2800" b="1" dirty="0">
                <a:solidFill>
                  <a:srgbClr val="000000"/>
                </a:solidFill>
                <a:cs typeface="Simplified Arabic" panose="02020603050405020304" pitchFamily="18" charset="-78"/>
              </a:rPr>
              <a:t>القدرة على التنويع فى الدروس والتفرع فى الموضوع الواحد، وذلك ما بين دروس تعليمية وأخرى للتقوية وثالثة لإكتساب المهارات</a:t>
            </a:r>
            <a:endParaRPr lang="ru-RU" sz="2800" b="1" dirty="0">
              <a:solidFill>
                <a:prstClr val="white"/>
              </a:solidFill>
              <a:latin typeface="Calibri" panose="020F0502020204030204"/>
              <a:cs typeface="Simplified Arabic" panose="02020603050405020304" pitchFamily="18" charset="-78"/>
            </a:endParaRPr>
          </a:p>
        </p:txBody>
      </p:sp>
      <p:sp>
        <p:nvSpPr>
          <p:cNvPr id="38" name="Teardrop 37"/>
          <p:cNvSpPr/>
          <p:nvPr/>
        </p:nvSpPr>
        <p:spPr>
          <a:xfrm rot="13500000">
            <a:off x="5988862" y="5227857"/>
            <a:ext cx="164306" cy="164306"/>
          </a:xfrm>
          <a:prstGeom prst="teardrop">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0" name="Straight Connector 39"/>
          <p:cNvCxnSpPr/>
          <p:nvPr/>
        </p:nvCxnSpPr>
        <p:spPr>
          <a:xfrm>
            <a:off x="5250409" y="5310009"/>
            <a:ext cx="730972" cy="0"/>
          </a:xfrm>
          <a:prstGeom prst="line">
            <a:avLst/>
          </a:prstGeom>
          <a:ln w="44450" cap="rnd">
            <a:solidFill>
              <a:srgbClr val="A1BB22"/>
            </a:solidFill>
            <a:prstDash val="sysDot"/>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6182050" y="5079176"/>
            <a:ext cx="2485696" cy="461665"/>
          </a:xfrm>
          <a:prstGeom prst="rect">
            <a:avLst/>
          </a:prstGeom>
          <a:noFill/>
        </p:spPr>
        <p:txBody>
          <a:bodyPr wrap="square" rtlCol="0">
            <a:spAutoFit/>
          </a:bodyPr>
          <a:lstStyle/>
          <a:p>
            <a:pPr fontAlgn="auto">
              <a:spcBef>
                <a:spcPts val="0"/>
              </a:spcBef>
              <a:spcAft>
                <a:spcPts val="0"/>
              </a:spcAft>
            </a:pPr>
            <a:r>
              <a:rPr lang="en-US" sz="2400" dirty="0" smtClean="0">
                <a:solidFill>
                  <a:prstClr val="black">
                    <a:lumMod val="75000"/>
                    <a:lumOff val="25000"/>
                  </a:prstClr>
                </a:solidFill>
                <a:latin typeface="Lato Black" panose="020F0A02020204030203" pitchFamily="34" charset="0"/>
                <a:cs typeface="Lato Black" panose="020F0A02020204030203" pitchFamily="34" charset="0"/>
              </a:rPr>
              <a:t>9</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42" name="Rectangle 41"/>
          <p:cNvSpPr/>
          <p:nvPr/>
        </p:nvSpPr>
        <p:spPr>
          <a:xfrm>
            <a:off x="170285" y="4402067"/>
            <a:ext cx="5197360" cy="1815882"/>
          </a:xfrm>
          <a:prstGeom prst="rect">
            <a:avLst/>
          </a:prstGeom>
        </p:spPr>
        <p:txBody>
          <a:bodyPr wrap="square">
            <a:spAutoFit/>
          </a:bodyPr>
          <a:lstStyle/>
          <a:p>
            <a:pPr algn="ctr" defTabSz="914294" fontAlgn="auto">
              <a:spcBef>
                <a:spcPts val="0"/>
              </a:spcBef>
              <a:spcAft>
                <a:spcPts val="0"/>
              </a:spcAft>
            </a:pPr>
            <a:r>
              <a:rPr lang="ar-SA" sz="2800" b="1" dirty="0">
                <a:solidFill>
                  <a:srgbClr val="000000"/>
                </a:solidFill>
                <a:cs typeface="Simplified Arabic" panose="02020603050405020304" pitchFamily="18" charset="-78"/>
              </a:rPr>
              <a:t>يساعد على متابعة مدى تقدم المتعلم فى المادة الدراسية، وذلك بتتبع إستجابته والتعرف على مدى ما أنجزه من أهداف تعليمية.</a:t>
            </a:r>
            <a:endParaRPr lang="ru-RU" sz="2800" b="1" dirty="0">
              <a:solidFill>
                <a:prstClr val="white"/>
              </a:solidFill>
              <a:latin typeface="Calibri" panose="020F0502020204030204"/>
              <a:cs typeface="Simplified Arabic" panose="02020603050405020304" pitchFamily="18" charset="-78"/>
            </a:endParaRPr>
          </a:p>
        </p:txBody>
      </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5041785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2500"/>
                                        <p:tgtEl>
                                          <p:spTgt spid="3"/>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9"/>
                                        </p:tgtEl>
                                        <p:attrNameLst>
                                          <p:attrName>style.visibility</p:attrName>
                                        </p:attrNameLst>
                                      </p:cBhvr>
                                      <p:to>
                                        <p:strVal val="visible"/>
                                      </p:to>
                                    </p:set>
                                    <p:anim calcmode="lin" valueType="num">
                                      <p:cBhvr>
                                        <p:cTn id="10" dur="500" fill="hold"/>
                                        <p:tgtEl>
                                          <p:spTgt spid="9"/>
                                        </p:tgtEl>
                                        <p:attrNameLst>
                                          <p:attrName>ppt_w</p:attrName>
                                        </p:attrNameLst>
                                      </p:cBhvr>
                                      <p:tavLst>
                                        <p:tav tm="0">
                                          <p:val>
                                            <p:fltVal val="0"/>
                                          </p:val>
                                        </p:tav>
                                        <p:tav tm="100000">
                                          <p:val>
                                            <p:strVal val="#ppt_w"/>
                                          </p:val>
                                        </p:tav>
                                      </p:tavLst>
                                    </p:anim>
                                    <p:anim calcmode="lin" valueType="num">
                                      <p:cBhvr>
                                        <p:cTn id="11" dur="500" fill="hold"/>
                                        <p:tgtEl>
                                          <p:spTgt spid="9"/>
                                        </p:tgtEl>
                                        <p:attrNameLst>
                                          <p:attrName>ppt_h</p:attrName>
                                        </p:attrNameLst>
                                      </p:cBhvr>
                                      <p:tavLst>
                                        <p:tav tm="0">
                                          <p:val>
                                            <p:fltVal val="0"/>
                                          </p:val>
                                        </p:tav>
                                        <p:tav tm="100000">
                                          <p:val>
                                            <p:strVal val="#ppt_h"/>
                                          </p:val>
                                        </p:tav>
                                      </p:tavLst>
                                    </p:anim>
                                    <p:animEffect transition="in" filter="fade">
                                      <p:cBhvr>
                                        <p:cTn id="12" dur="500"/>
                                        <p:tgtEl>
                                          <p:spTgt spid="9"/>
                                        </p:tgtEl>
                                      </p:cBhvr>
                                    </p:animEffect>
                                  </p:childTnLst>
                                </p:cTn>
                              </p:par>
                              <p:par>
                                <p:cTn id="13" presetID="22" presetClass="entr" presetSubtype="2" fill="hold" nodeType="withEffect">
                                  <p:stCondLst>
                                    <p:cond delay="500"/>
                                  </p:stCondLst>
                                  <p:childTnLst>
                                    <p:set>
                                      <p:cBhvr>
                                        <p:cTn id="14" dur="1" fill="hold">
                                          <p:stCondLst>
                                            <p:cond delay="0"/>
                                          </p:stCondLst>
                                        </p:cTn>
                                        <p:tgtEl>
                                          <p:spTgt spid="16"/>
                                        </p:tgtEl>
                                        <p:attrNameLst>
                                          <p:attrName>style.visibility</p:attrName>
                                        </p:attrNameLst>
                                      </p:cBhvr>
                                      <p:to>
                                        <p:strVal val="visible"/>
                                      </p:to>
                                    </p:set>
                                    <p:animEffect transition="in" filter="wipe(right)">
                                      <p:cBhvr>
                                        <p:cTn id="15" dur="500"/>
                                        <p:tgtEl>
                                          <p:spTgt spid="16"/>
                                        </p:tgtEl>
                                      </p:cBhvr>
                                    </p:animEffect>
                                  </p:childTnLst>
                                </p:cTn>
                              </p:par>
                              <p:par>
                                <p:cTn id="16" presetID="10" presetClass="entr" presetSubtype="0" fill="hold" grpId="0" nodeType="withEffect">
                                  <p:stCondLst>
                                    <p:cond delay="500"/>
                                  </p:stCondLst>
                                  <p:childTnLst>
                                    <p:set>
                                      <p:cBhvr>
                                        <p:cTn id="17" dur="1" fill="hold">
                                          <p:stCondLst>
                                            <p:cond delay="0"/>
                                          </p:stCondLst>
                                        </p:cTn>
                                        <p:tgtEl>
                                          <p:spTgt spid="28"/>
                                        </p:tgtEl>
                                        <p:attrNameLst>
                                          <p:attrName>style.visibility</p:attrName>
                                        </p:attrNameLst>
                                      </p:cBhvr>
                                      <p:to>
                                        <p:strVal val="visible"/>
                                      </p:to>
                                    </p:set>
                                    <p:animEffect transition="in" filter="fade">
                                      <p:cBhvr>
                                        <p:cTn id="18" dur="500"/>
                                        <p:tgtEl>
                                          <p:spTgt spid="28"/>
                                        </p:tgtEl>
                                      </p:cBhvr>
                                    </p:animEffect>
                                  </p:childTnLst>
                                </p:cTn>
                              </p:par>
                              <p:par>
                                <p:cTn id="19" presetID="22" presetClass="entr" presetSubtype="2" fill="hold" grpId="0" nodeType="withEffect">
                                  <p:stCondLst>
                                    <p:cond delay="750"/>
                                  </p:stCondLst>
                                  <p:childTnLst>
                                    <p:set>
                                      <p:cBhvr>
                                        <p:cTn id="20" dur="1" fill="hold">
                                          <p:stCondLst>
                                            <p:cond delay="0"/>
                                          </p:stCondLst>
                                        </p:cTn>
                                        <p:tgtEl>
                                          <p:spTgt spid="29"/>
                                        </p:tgtEl>
                                        <p:attrNameLst>
                                          <p:attrName>style.visibility</p:attrName>
                                        </p:attrNameLst>
                                      </p:cBhvr>
                                      <p:to>
                                        <p:strVal val="visible"/>
                                      </p:to>
                                    </p:set>
                                    <p:animEffect transition="in" filter="wipe(right)">
                                      <p:cBhvr>
                                        <p:cTn id="21" dur="500"/>
                                        <p:tgtEl>
                                          <p:spTgt spid="29"/>
                                        </p:tgtEl>
                                      </p:cBhvr>
                                    </p:animEffect>
                                  </p:childTnLst>
                                </p:cTn>
                              </p:par>
                              <p:par>
                                <p:cTn id="22" presetID="53" presetClass="entr" presetSubtype="16" fill="hold" grpId="0" nodeType="withEffect">
                                  <p:stCondLst>
                                    <p:cond delay="1250"/>
                                  </p:stCondLst>
                                  <p:childTnLst>
                                    <p:set>
                                      <p:cBhvr>
                                        <p:cTn id="23" dur="1" fill="hold">
                                          <p:stCondLst>
                                            <p:cond delay="0"/>
                                          </p:stCondLst>
                                        </p:cTn>
                                        <p:tgtEl>
                                          <p:spTgt spid="31"/>
                                        </p:tgtEl>
                                        <p:attrNameLst>
                                          <p:attrName>style.visibility</p:attrName>
                                        </p:attrNameLst>
                                      </p:cBhvr>
                                      <p:to>
                                        <p:strVal val="visible"/>
                                      </p:to>
                                    </p:set>
                                    <p:anim calcmode="lin" valueType="num">
                                      <p:cBhvr>
                                        <p:cTn id="24" dur="500" fill="hold"/>
                                        <p:tgtEl>
                                          <p:spTgt spid="31"/>
                                        </p:tgtEl>
                                        <p:attrNameLst>
                                          <p:attrName>ppt_w</p:attrName>
                                        </p:attrNameLst>
                                      </p:cBhvr>
                                      <p:tavLst>
                                        <p:tav tm="0">
                                          <p:val>
                                            <p:fltVal val="0"/>
                                          </p:val>
                                        </p:tav>
                                        <p:tav tm="100000">
                                          <p:val>
                                            <p:strVal val="#ppt_w"/>
                                          </p:val>
                                        </p:tav>
                                      </p:tavLst>
                                    </p:anim>
                                    <p:anim calcmode="lin" valueType="num">
                                      <p:cBhvr>
                                        <p:cTn id="25" dur="500" fill="hold"/>
                                        <p:tgtEl>
                                          <p:spTgt spid="31"/>
                                        </p:tgtEl>
                                        <p:attrNameLst>
                                          <p:attrName>ppt_h</p:attrName>
                                        </p:attrNameLst>
                                      </p:cBhvr>
                                      <p:tavLst>
                                        <p:tav tm="0">
                                          <p:val>
                                            <p:fltVal val="0"/>
                                          </p:val>
                                        </p:tav>
                                        <p:tav tm="100000">
                                          <p:val>
                                            <p:strVal val="#ppt_h"/>
                                          </p:val>
                                        </p:tav>
                                      </p:tavLst>
                                    </p:anim>
                                    <p:animEffect transition="in" filter="fade">
                                      <p:cBhvr>
                                        <p:cTn id="26" dur="500"/>
                                        <p:tgtEl>
                                          <p:spTgt spid="31"/>
                                        </p:tgtEl>
                                      </p:cBhvr>
                                    </p:animEffect>
                                  </p:childTnLst>
                                </p:cTn>
                              </p:par>
                              <p:par>
                                <p:cTn id="27" presetID="22" presetClass="entr" presetSubtype="8" fill="hold" nodeType="withEffect">
                                  <p:stCondLst>
                                    <p:cond delay="1500"/>
                                  </p:stCondLst>
                                  <p:childTnLst>
                                    <p:set>
                                      <p:cBhvr>
                                        <p:cTn id="28" dur="1" fill="hold">
                                          <p:stCondLst>
                                            <p:cond delay="0"/>
                                          </p:stCondLst>
                                        </p:cTn>
                                        <p:tgtEl>
                                          <p:spTgt spid="33"/>
                                        </p:tgtEl>
                                        <p:attrNameLst>
                                          <p:attrName>style.visibility</p:attrName>
                                        </p:attrNameLst>
                                      </p:cBhvr>
                                      <p:to>
                                        <p:strVal val="visible"/>
                                      </p:to>
                                    </p:set>
                                    <p:animEffect transition="in" filter="wipe(left)">
                                      <p:cBhvr>
                                        <p:cTn id="29" dur="500"/>
                                        <p:tgtEl>
                                          <p:spTgt spid="33"/>
                                        </p:tgtEl>
                                      </p:cBhvr>
                                    </p:animEffect>
                                  </p:childTnLst>
                                </p:cTn>
                              </p:par>
                              <p:par>
                                <p:cTn id="30" presetID="10" presetClass="entr" presetSubtype="0" fill="hold" grpId="0" nodeType="withEffect">
                                  <p:stCondLst>
                                    <p:cond delay="1500"/>
                                  </p:stCondLst>
                                  <p:childTnLst>
                                    <p:set>
                                      <p:cBhvr>
                                        <p:cTn id="31" dur="1" fill="hold">
                                          <p:stCondLst>
                                            <p:cond delay="0"/>
                                          </p:stCondLst>
                                        </p:cTn>
                                        <p:tgtEl>
                                          <p:spTgt spid="34"/>
                                        </p:tgtEl>
                                        <p:attrNameLst>
                                          <p:attrName>style.visibility</p:attrName>
                                        </p:attrNameLst>
                                      </p:cBhvr>
                                      <p:to>
                                        <p:strVal val="visible"/>
                                      </p:to>
                                    </p:set>
                                    <p:animEffect transition="in" filter="fade">
                                      <p:cBhvr>
                                        <p:cTn id="32" dur="500"/>
                                        <p:tgtEl>
                                          <p:spTgt spid="34"/>
                                        </p:tgtEl>
                                      </p:cBhvr>
                                    </p:animEffect>
                                  </p:childTnLst>
                                </p:cTn>
                              </p:par>
                              <p:par>
                                <p:cTn id="33" presetID="22" presetClass="entr" presetSubtype="8" fill="hold" grpId="0" nodeType="withEffect">
                                  <p:stCondLst>
                                    <p:cond delay="1750"/>
                                  </p:stCondLst>
                                  <p:childTnLst>
                                    <p:set>
                                      <p:cBhvr>
                                        <p:cTn id="34" dur="1" fill="hold">
                                          <p:stCondLst>
                                            <p:cond delay="0"/>
                                          </p:stCondLst>
                                        </p:cTn>
                                        <p:tgtEl>
                                          <p:spTgt spid="35"/>
                                        </p:tgtEl>
                                        <p:attrNameLst>
                                          <p:attrName>style.visibility</p:attrName>
                                        </p:attrNameLst>
                                      </p:cBhvr>
                                      <p:to>
                                        <p:strVal val="visible"/>
                                      </p:to>
                                    </p:set>
                                    <p:animEffect transition="in" filter="wipe(left)">
                                      <p:cBhvr>
                                        <p:cTn id="35" dur="500"/>
                                        <p:tgtEl>
                                          <p:spTgt spid="35"/>
                                        </p:tgtEl>
                                      </p:cBhvr>
                                    </p:animEffect>
                                  </p:childTnLst>
                                </p:cTn>
                              </p:par>
                              <p:par>
                                <p:cTn id="36" presetID="53" presetClass="entr" presetSubtype="16" fill="hold" grpId="0" nodeType="withEffect">
                                  <p:stCondLst>
                                    <p:cond delay="2250"/>
                                  </p:stCondLst>
                                  <p:childTnLst>
                                    <p:set>
                                      <p:cBhvr>
                                        <p:cTn id="37" dur="1" fill="hold">
                                          <p:stCondLst>
                                            <p:cond delay="0"/>
                                          </p:stCondLst>
                                        </p:cTn>
                                        <p:tgtEl>
                                          <p:spTgt spid="38"/>
                                        </p:tgtEl>
                                        <p:attrNameLst>
                                          <p:attrName>style.visibility</p:attrName>
                                        </p:attrNameLst>
                                      </p:cBhvr>
                                      <p:to>
                                        <p:strVal val="visible"/>
                                      </p:to>
                                    </p:set>
                                    <p:anim calcmode="lin" valueType="num">
                                      <p:cBhvr>
                                        <p:cTn id="38" dur="500" fill="hold"/>
                                        <p:tgtEl>
                                          <p:spTgt spid="38"/>
                                        </p:tgtEl>
                                        <p:attrNameLst>
                                          <p:attrName>ppt_w</p:attrName>
                                        </p:attrNameLst>
                                      </p:cBhvr>
                                      <p:tavLst>
                                        <p:tav tm="0">
                                          <p:val>
                                            <p:fltVal val="0"/>
                                          </p:val>
                                        </p:tav>
                                        <p:tav tm="100000">
                                          <p:val>
                                            <p:strVal val="#ppt_w"/>
                                          </p:val>
                                        </p:tav>
                                      </p:tavLst>
                                    </p:anim>
                                    <p:anim calcmode="lin" valueType="num">
                                      <p:cBhvr>
                                        <p:cTn id="39" dur="500" fill="hold"/>
                                        <p:tgtEl>
                                          <p:spTgt spid="38"/>
                                        </p:tgtEl>
                                        <p:attrNameLst>
                                          <p:attrName>ppt_h</p:attrName>
                                        </p:attrNameLst>
                                      </p:cBhvr>
                                      <p:tavLst>
                                        <p:tav tm="0">
                                          <p:val>
                                            <p:fltVal val="0"/>
                                          </p:val>
                                        </p:tav>
                                        <p:tav tm="100000">
                                          <p:val>
                                            <p:strVal val="#ppt_h"/>
                                          </p:val>
                                        </p:tav>
                                      </p:tavLst>
                                    </p:anim>
                                    <p:animEffect transition="in" filter="fade">
                                      <p:cBhvr>
                                        <p:cTn id="40" dur="500"/>
                                        <p:tgtEl>
                                          <p:spTgt spid="38"/>
                                        </p:tgtEl>
                                      </p:cBhvr>
                                    </p:animEffect>
                                  </p:childTnLst>
                                </p:cTn>
                              </p:par>
                              <p:par>
                                <p:cTn id="41" presetID="22" presetClass="entr" presetSubtype="2" fill="hold" nodeType="withEffect">
                                  <p:stCondLst>
                                    <p:cond delay="2500"/>
                                  </p:stCondLst>
                                  <p:childTnLst>
                                    <p:set>
                                      <p:cBhvr>
                                        <p:cTn id="42" dur="1" fill="hold">
                                          <p:stCondLst>
                                            <p:cond delay="0"/>
                                          </p:stCondLst>
                                        </p:cTn>
                                        <p:tgtEl>
                                          <p:spTgt spid="40"/>
                                        </p:tgtEl>
                                        <p:attrNameLst>
                                          <p:attrName>style.visibility</p:attrName>
                                        </p:attrNameLst>
                                      </p:cBhvr>
                                      <p:to>
                                        <p:strVal val="visible"/>
                                      </p:to>
                                    </p:set>
                                    <p:animEffect transition="in" filter="wipe(right)">
                                      <p:cBhvr>
                                        <p:cTn id="43" dur="500"/>
                                        <p:tgtEl>
                                          <p:spTgt spid="40"/>
                                        </p:tgtEl>
                                      </p:cBhvr>
                                    </p:animEffect>
                                  </p:childTnLst>
                                </p:cTn>
                              </p:par>
                              <p:par>
                                <p:cTn id="44" presetID="10" presetClass="entr" presetSubtype="0" fill="hold" grpId="0" nodeType="withEffect">
                                  <p:stCondLst>
                                    <p:cond delay="2500"/>
                                  </p:stCondLst>
                                  <p:childTnLst>
                                    <p:set>
                                      <p:cBhvr>
                                        <p:cTn id="45" dur="1" fill="hold">
                                          <p:stCondLst>
                                            <p:cond delay="0"/>
                                          </p:stCondLst>
                                        </p:cTn>
                                        <p:tgtEl>
                                          <p:spTgt spid="41"/>
                                        </p:tgtEl>
                                        <p:attrNameLst>
                                          <p:attrName>style.visibility</p:attrName>
                                        </p:attrNameLst>
                                      </p:cBhvr>
                                      <p:to>
                                        <p:strVal val="visible"/>
                                      </p:to>
                                    </p:set>
                                    <p:animEffect transition="in" filter="fade">
                                      <p:cBhvr>
                                        <p:cTn id="46" dur="500"/>
                                        <p:tgtEl>
                                          <p:spTgt spid="41"/>
                                        </p:tgtEl>
                                      </p:cBhvr>
                                    </p:animEffect>
                                  </p:childTnLst>
                                </p:cTn>
                              </p:par>
                              <p:par>
                                <p:cTn id="47" presetID="22" presetClass="entr" presetSubtype="2" fill="hold" grpId="0" nodeType="withEffect">
                                  <p:stCondLst>
                                    <p:cond delay="2750"/>
                                  </p:stCondLst>
                                  <p:childTnLst>
                                    <p:set>
                                      <p:cBhvr>
                                        <p:cTn id="48" dur="1" fill="hold">
                                          <p:stCondLst>
                                            <p:cond delay="0"/>
                                          </p:stCondLst>
                                        </p:cTn>
                                        <p:tgtEl>
                                          <p:spTgt spid="42"/>
                                        </p:tgtEl>
                                        <p:attrNameLst>
                                          <p:attrName>style.visibility</p:attrName>
                                        </p:attrNameLst>
                                      </p:cBhvr>
                                      <p:to>
                                        <p:strVal val="visible"/>
                                      </p:to>
                                    </p:set>
                                    <p:animEffect transition="in" filter="wipe(right)">
                                      <p:cBhvr>
                                        <p:cTn id="49"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8" grpId="0"/>
      <p:bldP spid="29" grpId="0"/>
      <p:bldP spid="31" grpId="0" animBg="1"/>
      <p:bldP spid="34" grpId="0"/>
      <p:bldP spid="35" grpId="0"/>
      <p:bldP spid="38" grpId="0" animBg="1"/>
      <p:bldP spid="41" grpId="0"/>
      <p:bldP spid="42" grpId="0"/>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p:nvPr/>
        </p:nvCxnSpPr>
        <p:spPr>
          <a:xfrm flipV="1">
            <a:off x="6071016" y="0"/>
            <a:ext cx="0" cy="6858000"/>
          </a:xfrm>
          <a:prstGeom prst="line">
            <a:avLst/>
          </a:prstGeom>
          <a:ln w="5715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1" name="Teardrop 30"/>
          <p:cNvSpPr/>
          <p:nvPr/>
        </p:nvSpPr>
        <p:spPr>
          <a:xfrm rot="2700000">
            <a:off x="5824799" y="3195560"/>
            <a:ext cx="164306" cy="164306"/>
          </a:xfrm>
          <a:prstGeom prst="teardrop">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3" name="Straight Connector 32"/>
          <p:cNvCxnSpPr/>
          <p:nvPr/>
        </p:nvCxnSpPr>
        <p:spPr>
          <a:xfrm>
            <a:off x="6023134" y="3277713"/>
            <a:ext cx="730972" cy="0"/>
          </a:xfrm>
          <a:prstGeom prst="line">
            <a:avLst/>
          </a:prstGeom>
          <a:ln w="44450" cap="rnd">
            <a:solidFill>
              <a:srgbClr val="FE8301"/>
            </a:solidFill>
            <a:prstDash val="sysDot"/>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3331623" y="3045027"/>
            <a:ext cx="2485696" cy="461665"/>
          </a:xfrm>
          <a:prstGeom prst="rect">
            <a:avLst/>
          </a:prstGeom>
          <a:noFill/>
        </p:spPr>
        <p:txBody>
          <a:bodyPr wrap="square" rtlCol="0">
            <a:spAutoFit/>
          </a:bodyPr>
          <a:lstStyle/>
          <a:p>
            <a:pPr algn="r" fontAlgn="auto">
              <a:spcBef>
                <a:spcPts val="0"/>
              </a:spcBef>
              <a:spcAft>
                <a:spcPts val="0"/>
              </a:spcAft>
            </a:pPr>
            <a:r>
              <a:rPr lang="en-US" sz="2400" dirty="0" smtClean="0">
                <a:solidFill>
                  <a:prstClr val="black">
                    <a:lumMod val="75000"/>
                    <a:lumOff val="25000"/>
                  </a:prstClr>
                </a:solidFill>
                <a:latin typeface="Lato Black" panose="020F0A02020204030203" pitchFamily="34" charset="0"/>
                <a:cs typeface="Lato Black" panose="020F0A02020204030203" pitchFamily="34" charset="0"/>
              </a:rPr>
              <a:t>1</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35" name="Rectangle 34"/>
          <p:cNvSpPr/>
          <p:nvPr/>
        </p:nvSpPr>
        <p:spPr>
          <a:xfrm>
            <a:off x="6754106" y="2541892"/>
            <a:ext cx="5003725" cy="954107"/>
          </a:xfrm>
          <a:prstGeom prst="rect">
            <a:avLst/>
          </a:prstGeom>
        </p:spPr>
        <p:txBody>
          <a:bodyPr wrap="square">
            <a:spAutoFit/>
          </a:bodyPr>
          <a:lstStyle/>
          <a:p>
            <a:pPr algn="ctr" defTabSz="914294" rtl="1" fontAlgn="auto">
              <a:spcBef>
                <a:spcPts val="0"/>
              </a:spcBef>
              <a:spcAft>
                <a:spcPts val="0"/>
              </a:spcAft>
            </a:pPr>
            <a:r>
              <a:rPr lang="ar-SA" sz="2800" b="1" dirty="0" smtClean="0">
                <a:solidFill>
                  <a:srgbClr val="000000"/>
                </a:solidFill>
                <a:cs typeface="Simplified Arabic" panose="02020603050405020304" pitchFamily="18" charset="-78"/>
              </a:rPr>
              <a:t>يسهم </a:t>
            </a:r>
            <a:r>
              <a:rPr lang="ar-SA" sz="2800" b="1" dirty="0">
                <a:solidFill>
                  <a:srgbClr val="000000"/>
                </a:solidFill>
                <a:cs typeface="Simplified Arabic" panose="02020603050405020304" pitchFamily="18" charset="-78"/>
              </a:rPr>
              <a:t>في إيجاد المشاركة الإيجابية الفعالة بين المتعلم والبرنامج</a:t>
            </a:r>
          </a:p>
        </p:txBody>
      </p:sp>
      <p:sp>
        <p:nvSpPr>
          <p:cNvPr id="38" name="Teardrop 37"/>
          <p:cNvSpPr/>
          <p:nvPr/>
        </p:nvSpPr>
        <p:spPr>
          <a:xfrm rot="13500000">
            <a:off x="5824800" y="4715617"/>
            <a:ext cx="164306" cy="164306"/>
          </a:xfrm>
          <a:prstGeom prst="teardrop">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0" name="Straight Connector 39"/>
          <p:cNvCxnSpPr/>
          <p:nvPr/>
        </p:nvCxnSpPr>
        <p:spPr>
          <a:xfrm>
            <a:off x="5086347" y="4797769"/>
            <a:ext cx="730972" cy="0"/>
          </a:xfrm>
          <a:prstGeom prst="line">
            <a:avLst/>
          </a:prstGeom>
          <a:ln w="44450" cap="rnd">
            <a:solidFill>
              <a:srgbClr val="A1BB22"/>
            </a:solidFill>
            <a:prstDash val="sysDot"/>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6017988" y="4566936"/>
            <a:ext cx="2485696" cy="461665"/>
          </a:xfrm>
          <a:prstGeom prst="rect">
            <a:avLst/>
          </a:prstGeom>
          <a:noFill/>
        </p:spPr>
        <p:txBody>
          <a:bodyPr wrap="square" rtlCol="0">
            <a:spAutoFit/>
          </a:bodyPr>
          <a:lstStyle/>
          <a:p>
            <a:pPr fontAlgn="auto">
              <a:spcBef>
                <a:spcPts val="0"/>
              </a:spcBef>
              <a:spcAft>
                <a:spcPts val="0"/>
              </a:spcAft>
            </a:pPr>
            <a:r>
              <a:rPr lang="en-US" sz="2400" dirty="0" smtClean="0">
                <a:solidFill>
                  <a:prstClr val="black">
                    <a:lumMod val="75000"/>
                    <a:lumOff val="25000"/>
                  </a:prstClr>
                </a:solidFill>
                <a:latin typeface="Lato Black" panose="020F0A02020204030203" pitchFamily="34" charset="0"/>
                <a:cs typeface="Lato Black" panose="020F0A02020204030203" pitchFamily="34" charset="0"/>
              </a:rPr>
              <a:t>2</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42" name="Rectangle 41"/>
          <p:cNvSpPr/>
          <p:nvPr/>
        </p:nvSpPr>
        <p:spPr>
          <a:xfrm>
            <a:off x="425302" y="4505569"/>
            <a:ext cx="4772058" cy="954107"/>
          </a:xfrm>
          <a:prstGeom prst="rect">
            <a:avLst/>
          </a:prstGeom>
        </p:spPr>
        <p:txBody>
          <a:bodyPr wrap="square">
            <a:spAutoFit/>
          </a:bodyPr>
          <a:lstStyle/>
          <a:p>
            <a:pPr algn="ctr" defTabSz="914294" rtl="1" fontAlgn="auto">
              <a:spcBef>
                <a:spcPts val="0"/>
              </a:spcBef>
              <a:spcAft>
                <a:spcPts val="0"/>
              </a:spcAft>
            </a:pPr>
            <a:r>
              <a:rPr lang="ar-SA" sz="2800" b="1" dirty="0" smtClean="0">
                <a:solidFill>
                  <a:srgbClr val="000000"/>
                </a:solidFill>
                <a:cs typeface="Simplified Arabic" panose="02020603050405020304" pitchFamily="18" charset="-78"/>
              </a:rPr>
              <a:t>يراعي </a:t>
            </a:r>
            <a:r>
              <a:rPr lang="ar-SA" sz="2800" b="1" dirty="0">
                <a:solidFill>
                  <a:srgbClr val="000000"/>
                </a:solidFill>
                <a:cs typeface="Simplified Arabic" panose="02020603050405020304" pitchFamily="18" charset="-78"/>
              </a:rPr>
              <a:t>خصائص المتعلم وحاجاته المختلفة ومتطلباته التعليمية</a:t>
            </a:r>
          </a:p>
        </p:txBody>
      </p:sp>
      <p:sp>
        <p:nvSpPr>
          <p:cNvPr id="15" name="Title 6"/>
          <p:cNvSpPr txBox="1">
            <a:spLocks/>
          </p:cNvSpPr>
          <p:nvPr/>
        </p:nvSpPr>
        <p:spPr>
          <a:xfrm>
            <a:off x="1270000" y="685684"/>
            <a:ext cx="9652000" cy="471365"/>
          </a:xfrm>
          <a:prstGeom prst="rect">
            <a:avLst/>
          </a:prstGeom>
        </p:spPr>
        <p:txBody>
          <a:bodyPr wrap="none" lIns="0" tIns="0" rIns="0" bIns="0" anchor="ctr">
            <a:noAutofit/>
          </a:bodyPr>
          <a:lstStyle>
            <a:lvl1pPr algn="ctr" defTabSz="1219170" rtl="0" eaLnBrk="1" latinLnBrk="0" hangingPunct="1">
              <a:lnSpc>
                <a:spcPct val="90000"/>
              </a:lnSpc>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lvl="0" rtl="1" fontAlgn="auto">
              <a:spcAft>
                <a:spcPts val="0"/>
              </a:spcAft>
            </a:pPr>
            <a:r>
              <a:rPr lang="ar-SA" sz="4400" u="sng" dirty="0">
                <a:solidFill>
                  <a:srgbClr val="4472C4"/>
                </a:solidFill>
              </a:rPr>
              <a:t>5-	مزايا وعيوب الفيديو التفاعلي</a:t>
            </a:r>
            <a:endParaRPr kumimoji="0" lang="ar-SA" sz="4400" b="1" i="0" u="sng" strike="noStrike" kern="1200" cap="none" spc="0" normalizeH="0" baseline="0" noProof="0" dirty="0">
              <a:ln>
                <a:noFill/>
              </a:ln>
              <a:solidFill>
                <a:srgbClr val="4472C4"/>
              </a:solidFill>
              <a:effectLst/>
              <a:uLnTx/>
              <a:uFillTx/>
              <a:latin typeface="Roboto" panose="02000000000000000000" pitchFamily="2" charset="0"/>
              <a:cs typeface="Times New Roman" panose="02020603050405020304" pitchFamily="18" charset="0"/>
            </a:endParaRPr>
          </a:p>
        </p:txBody>
      </p:sp>
      <p:sp>
        <p:nvSpPr>
          <p:cNvPr id="2" name="Rectangle 1"/>
          <p:cNvSpPr/>
          <p:nvPr/>
        </p:nvSpPr>
        <p:spPr>
          <a:xfrm>
            <a:off x="6754106" y="1444330"/>
            <a:ext cx="5179623" cy="584775"/>
          </a:xfrm>
          <a:prstGeom prst="rect">
            <a:avLst/>
          </a:prstGeom>
        </p:spPr>
        <p:txBody>
          <a:bodyPr wrap="none">
            <a:spAutoFit/>
          </a:bodyPr>
          <a:lstStyle/>
          <a:p>
            <a:r>
              <a:rPr lang="ar-SA" sz="3200" b="1" dirty="0">
                <a:solidFill>
                  <a:srgbClr val="FF0000"/>
                </a:solidFill>
                <a:cs typeface="Simplified Arabic" panose="02020603050405020304" pitchFamily="18" charset="-78"/>
              </a:rPr>
              <a:t>يتسم الفيديو التفاعلي بالميزات الآتية:</a:t>
            </a:r>
            <a:endParaRPr lang="en-US" sz="3200" b="1" dirty="0">
              <a:solidFill>
                <a:srgbClr val="FF0000"/>
              </a:solidFill>
              <a:cs typeface="Simplified Arabic" panose="02020603050405020304" pitchFamily="18" charset="-78"/>
            </a:endParaRPr>
          </a:p>
        </p:txBody>
      </p:sp>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6953340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22" presetClass="entr" presetSubtype="1" fill="hold" nodeType="withEffect">
                                  <p:stCondLst>
                                    <p:cond delay="0"/>
                                  </p:stCondLst>
                                  <p:childTnLst>
                                    <p:set>
                                      <p:cBhvr>
                                        <p:cTn id="8" dur="1" fill="hold">
                                          <p:stCondLst>
                                            <p:cond delay="0"/>
                                          </p:stCondLst>
                                        </p:cTn>
                                        <p:tgtEl>
                                          <p:spTgt spid="3"/>
                                        </p:tgtEl>
                                        <p:attrNameLst>
                                          <p:attrName>style.visibility</p:attrName>
                                        </p:attrNameLst>
                                      </p:cBhvr>
                                      <p:to>
                                        <p:strVal val="visible"/>
                                      </p:to>
                                    </p:set>
                                    <p:animEffect transition="in" filter="wipe(up)">
                                      <p:cBhvr>
                                        <p:cTn id="9" dur="2500"/>
                                        <p:tgtEl>
                                          <p:spTgt spid="3"/>
                                        </p:tgtEl>
                                      </p:cBhvr>
                                    </p:animEffect>
                                  </p:childTnLst>
                                </p:cTn>
                              </p:par>
                              <p:par>
                                <p:cTn id="10" presetID="53" presetClass="entr" presetSubtype="16" fill="hold" grpId="0" nodeType="withEffect">
                                  <p:stCondLst>
                                    <p:cond delay="1250"/>
                                  </p:stCondLst>
                                  <p:childTnLst>
                                    <p:set>
                                      <p:cBhvr>
                                        <p:cTn id="11" dur="1" fill="hold">
                                          <p:stCondLst>
                                            <p:cond delay="0"/>
                                          </p:stCondLst>
                                        </p:cTn>
                                        <p:tgtEl>
                                          <p:spTgt spid="31"/>
                                        </p:tgtEl>
                                        <p:attrNameLst>
                                          <p:attrName>style.visibility</p:attrName>
                                        </p:attrNameLst>
                                      </p:cBhvr>
                                      <p:to>
                                        <p:strVal val="visible"/>
                                      </p:to>
                                    </p:set>
                                    <p:anim calcmode="lin" valueType="num">
                                      <p:cBhvr>
                                        <p:cTn id="12" dur="500" fill="hold"/>
                                        <p:tgtEl>
                                          <p:spTgt spid="31"/>
                                        </p:tgtEl>
                                        <p:attrNameLst>
                                          <p:attrName>ppt_w</p:attrName>
                                        </p:attrNameLst>
                                      </p:cBhvr>
                                      <p:tavLst>
                                        <p:tav tm="0">
                                          <p:val>
                                            <p:fltVal val="0"/>
                                          </p:val>
                                        </p:tav>
                                        <p:tav tm="100000">
                                          <p:val>
                                            <p:strVal val="#ppt_w"/>
                                          </p:val>
                                        </p:tav>
                                      </p:tavLst>
                                    </p:anim>
                                    <p:anim calcmode="lin" valueType="num">
                                      <p:cBhvr>
                                        <p:cTn id="13" dur="500" fill="hold"/>
                                        <p:tgtEl>
                                          <p:spTgt spid="31"/>
                                        </p:tgtEl>
                                        <p:attrNameLst>
                                          <p:attrName>ppt_h</p:attrName>
                                        </p:attrNameLst>
                                      </p:cBhvr>
                                      <p:tavLst>
                                        <p:tav tm="0">
                                          <p:val>
                                            <p:fltVal val="0"/>
                                          </p:val>
                                        </p:tav>
                                        <p:tav tm="100000">
                                          <p:val>
                                            <p:strVal val="#ppt_h"/>
                                          </p:val>
                                        </p:tav>
                                      </p:tavLst>
                                    </p:anim>
                                    <p:animEffect transition="in" filter="fade">
                                      <p:cBhvr>
                                        <p:cTn id="14" dur="500"/>
                                        <p:tgtEl>
                                          <p:spTgt spid="31"/>
                                        </p:tgtEl>
                                      </p:cBhvr>
                                    </p:animEffect>
                                  </p:childTnLst>
                                </p:cTn>
                              </p:par>
                              <p:par>
                                <p:cTn id="15" presetID="22" presetClass="entr" presetSubtype="8" fill="hold" nodeType="withEffect">
                                  <p:stCondLst>
                                    <p:cond delay="1500"/>
                                  </p:stCondLst>
                                  <p:childTnLst>
                                    <p:set>
                                      <p:cBhvr>
                                        <p:cTn id="16" dur="1" fill="hold">
                                          <p:stCondLst>
                                            <p:cond delay="0"/>
                                          </p:stCondLst>
                                        </p:cTn>
                                        <p:tgtEl>
                                          <p:spTgt spid="33"/>
                                        </p:tgtEl>
                                        <p:attrNameLst>
                                          <p:attrName>style.visibility</p:attrName>
                                        </p:attrNameLst>
                                      </p:cBhvr>
                                      <p:to>
                                        <p:strVal val="visible"/>
                                      </p:to>
                                    </p:set>
                                    <p:animEffect transition="in" filter="wipe(left)">
                                      <p:cBhvr>
                                        <p:cTn id="17" dur="500"/>
                                        <p:tgtEl>
                                          <p:spTgt spid="33"/>
                                        </p:tgtEl>
                                      </p:cBhvr>
                                    </p:animEffect>
                                  </p:childTnLst>
                                </p:cTn>
                              </p:par>
                              <p:par>
                                <p:cTn id="18" presetID="10" presetClass="entr" presetSubtype="0" fill="hold" grpId="0" nodeType="withEffect">
                                  <p:stCondLst>
                                    <p:cond delay="1500"/>
                                  </p:stCondLst>
                                  <p:childTnLst>
                                    <p:set>
                                      <p:cBhvr>
                                        <p:cTn id="19" dur="1" fill="hold">
                                          <p:stCondLst>
                                            <p:cond delay="0"/>
                                          </p:stCondLst>
                                        </p:cTn>
                                        <p:tgtEl>
                                          <p:spTgt spid="34"/>
                                        </p:tgtEl>
                                        <p:attrNameLst>
                                          <p:attrName>style.visibility</p:attrName>
                                        </p:attrNameLst>
                                      </p:cBhvr>
                                      <p:to>
                                        <p:strVal val="visible"/>
                                      </p:to>
                                    </p:set>
                                    <p:animEffect transition="in" filter="fade">
                                      <p:cBhvr>
                                        <p:cTn id="20" dur="500"/>
                                        <p:tgtEl>
                                          <p:spTgt spid="34"/>
                                        </p:tgtEl>
                                      </p:cBhvr>
                                    </p:animEffect>
                                  </p:childTnLst>
                                </p:cTn>
                              </p:par>
                              <p:par>
                                <p:cTn id="21" presetID="22" presetClass="entr" presetSubtype="8" fill="hold" grpId="0" nodeType="withEffect">
                                  <p:stCondLst>
                                    <p:cond delay="1750"/>
                                  </p:stCondLst>
                                  <p:childTnLst>
                                    <p:set>
                                      <p:cBhvr>
                                        <p:cTn id="22" dur="1" fill="hold">
                                          <p:stCondLst>
                                            <p:cond delay="0"/>
                                          </p:stCondLst>
                                        </p:cTn>
                                        <p:tgtEl>
                                          <p:spTgt spid="35"/>
                                        </p:tgtEl>
                                        <p:attrNameLst>
                                          <p:attrName>style.visibility</p:attrName>
                                        </p:attrNameLst>
                                      </p:cBhvr>
                                      <p:to>
                                        <p:strVal val="visible"/>
                                      </p:to>
                                    </p:set>
                                    <p:animEffect transition="in" filter="wipe(left)">
                                      <p:cBhvr>
                                        <p:cTn id="23" dur="500"/>
                                        <p:tgtEl>
                                          <p:spTgt spid="35"/>
                                        </p:tgtEl>
                                      </p:cBhvr>
                                    </p:animEffect>
                                  </p:childTnLst>
                                </p:cTn>
                              </p:par>
                              <p:par>
                                <p:cTn id="24" presetID="53" presetClass="entr" presetSubtype="16" fill="hold" grpId="0" nodeType="withEffect">
                                  <p:stCondLst>
                                    <p:cond delay="2250"/>
                                  </p:stCondLst>
                                  <p:childTnLst>
                                    <p:set>
                                      <p:cBhvr>
                                        <p:cTn id="25" dur="1" fill="hold">
                                          <p:stCondLst>
                                            <p:cond delay="0"/>
                                          </p:stCondLst>
                                        </p:cTn>
                                        <p:tgtEl>
                                          <p:spTgt spid="38"/>
                                        </p:tgtEl>
                                        <p:attrNameLst>
                                          <p:attrName>style.visibility</p:attrName>
                                        </p:attrNameLst>
                                      </p:cBhvr>
                                      <p:to>
                                        <p:strVal val="visible"/>
                                      </p:to>
                                    </p:set>
                                    <p:anim calcmode="lin" valueType="num">
                                      <p:cBhvr>
                                        <p:cTn id="26" dur="500" fill="hold"/>
                                        <p:tgtEl>
                                          <p:spTgt spid="38"/>
                                        </p:tgtEl>
                                        <p:attrNameLst>
                                          <p:attrName>ppt_w</p:attrName>
                                        </p:attrNameLst>
                                      </p:cBhvr>
                                      <p:tavLst>
                                        <p:tav tm="0">
                                          <p:val>
                                            <p:fltVal val="0"/>
                                          </p:val>
                                        </p:tav>
                                        <p:tav tm="100000">
                                          <p:val>
                                            <p:strVal val="#ppt_w"/>
                                          </p:val>
                                        </p:tav>
                                      </p:tavLst>
                                    </p:anim>
                                    <p:anim calcmode="lin" valueType="num">
                                      <p:cBhvr>
                                        <p:cTn id="27" dur="500" fill="hold"/>
                                        <p:tgtEl>
                                          <p:spTgt spid="38"/>
                                        </p:tgtEl>
                                        <p:attrNameLst>
                                          <p:attrName>ppt_h</p:attrName>
                                        </p:attrNameLst>
                                      </p:cBhvr>
                                      <p:tavLst>
                                        <p:tav tm="0">
                                          <p:val>
                                            <p:fltVal val="0"/>
                                          </p:val>
                                        </p:tav>
                                        <p:tav tm="100000">
                                          <p:val>
                                            <p:strVal val="#ppt_h"/>
                                          </p:val>
                                        </p:tav>
                                      </p:tavLst>
                                    </p:anim>
                                    <p:animEffect transition="in" filter="fade">
                                      <p:cBhvr>
                                        <p:cTn id="28" dur="500"/>
                                        <p:tgtEl>
                                          <p:spTgt spid="38"/>
                                        </p:tgtEl>
                                      </p:cBhvr>
                                    </p:animEffect>
                                  </p:childTnLst>
                                </p:cTn>
                              </p:par>
                              <p:par>
                                <p:cTn id="29" presetID="22" presetClass="entr" presetSubtype="2" fill="hold" nodeType="withEffect">
                                  <p:stCondLst>
                                    <p:cond delay="2500"/>
                                  </p:stCondLst>
                                  <p:childTnLst>
                                    <p:set>
                                      <p:cBhvr>
                                        <p:cTn id="30" dur="1" fill="hold">
                                          <p:stCondLst>
                                            <p:cond delay="0"/>
                                          </p:stCondLst>
                                        </p:cTn>
                                        <p:tgtEl>
                                          <p:spTgt spid="40"/>
                                        </p:tgtEl>
                                        <p:attrNameLst>
                                          <p:attrName>style.visibility</p:attrName>
                                        </p:attrNameLst>
                                      </p:cBhvr>
                                      <p:to>
                                        <p:strVal val="visible"/>
                                      </p:to>
                                    </p:set>
                                    <p:animEffect transition="in" filter="wipe(right)">
                                      <p:cBhvr>
                                        <p:cTn id="31" dur="500"/>
                                        <p:tgtEl>
                                          <p:spTgt spid="40"/>
                                        </p:tgtEl>
                                      </p:cBhvr>
                                    </p:animEffect>
                                  </p:childTnLst>
                                </p:cTn>
                              </p:par>
                              <p:par>
                                <p:cTn id="32" presetID="10" presetClass="entr" presetSubtype="0" fill="hold" grpId="0" nodeType="withEffect">
                                  <p:stCondLst>
                                    <p:cond delay="2500"/>
                                  </p:stCondLst>
                                  <p:childTnLst>
                                    <p:set>
                                      <p:cBhvr>
                                        <p:cTn id="33" dur="1" fill="hold">
                                          <p:stCondLst>
                                            <p:cond delay="0"/>
                                          </p:stCondLst>
                                        </p:cTn>
                                        <p:tgtEl>
                                          <p:spTgt spid="41"/>
                                        </p:tgtEl>
                                        <p:attrNameLst>
                                          <p:attrName>style.visibility</p:attrName>
                                        </p:attrNameLst>
                                      </p:cBhvr>
                                      <p:to>
                                        <p:strVal val="visible"/>
                                      </p:to>
                                    </p:set>
                                    <p:animEffect transition="in" filter="fade">
                                      <p:cBhvr>
                                        <p:cTn id="34" dur="500"/>
                                        <p:tgtEl>
                                          <p:spTgt spid="41"/>
                                        </p:tgtEl>
                                      </p:cBhvr>
                                    </p:animEffect>
                                  </p:childTnLst>
                                </p:cTn>
                              </p:par>
                              <p:par>
                                <p:cTn id="35" presetID="22" presetClass="entr" presetSubtype="2" fill="hold" grpId="0" nodeType="withEffect">
                                  <p:stCondLst>
                                    <p:cond delay="2750"/>
                                  </p:stCondLst>
                                  <p:childTnLst>
                                    <p:set>
                                      <p:cBhvr>
                                        <p:cTn id="36" dur="1" fill="hold">
                                          <p:stCondLst>
                                            <p:cond delay="0"/>
                                          </p:stCondLst>
                                        </p:cTn>
                                        <p:tgtEl>
                                          <p:spTgt spid="42"/>
                                        </p:tgtEl>
                                        <p:attrNameLst>
                                          <p:attrName>style.visibility</p:attrName>
                                        </p:attrNameLst>
                                      </p:cBhvr>
                                      <p:to>
                                        <p:strVal val="visible"/>
                                      </p:to>
                                    </p:set>
                                    <p:animEffect transition="in" filter="wipe(right)">
                                      <p:cBhvr>
                                        <p:cTn id="37"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p:bldP spid="35" grpId="0"/>
      <p:bldP spid="38" grpId="0" animBg="1"/>
      <p:bldP spid="41" grpId="0"/>
      <p:bldP spid="42" grpId="0"/>
      <p:bldP spid="15" grpId="0"/>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Diagram 4"/>
          <p:cNvGraphicFramePr/>
          <p:nvPr>
            <p:extLst/>
          </p:nvPr>
        </p:nvGraphicFramePr>
        <p:xfrm>
          <a:off x="2239513" y="2011680"/>
          <a:ext cx="9711481" cy="294014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0" name="TextBox 49"/>
          <p:cNvSpPr txBox="1"/>
          <p:nvPr/>
        </p:nvSpPr>
        <p:spPr>
          <a:xfrm>
            <a:off x="3595232" y="2336564"/>
            <a:ext cx="7702029" cy="513405"/>
          </a:xfrm>
          <a:prstGeom prst="rect">
            <a:avLst/>
          </a:prstGeom>
          <a:noFill/>
        </p:spPr>
        <p:txBody>
          <a:bodyPr wrap="square" rIns="144000" bIns="36000" numCol="1" spcCol="360000">
            <a:spAutoFit/>
          </a:bodyPr>
          <a:lstStyle/>
          <a:p>
            <a:pPr algn="ctr" rtl="1" fontAlgn="auto">
              <a:spcBef>
                <a:spcPts val="0"/>
              </a:spcBef>
              <a:spcAft>
                <a:spcPts val="0"/>
              </a:spcAft>
              <a:defRPr/>
            </a:pPr>
            <a:r>
              <a:rPr lang="ar-SA" sz="2800" b="1" dirty="0" smtClean="0">
                <a:solidFill>
                  <a:prstClr val="white"/>
                </a:solidFill>
                <a:latin typeface="Calibri" panose="020F0502020204030204"/>
                <a:ea typeface="Roboto" panose="02000000000000000000" pitchFamily="2" charset="0"/>
                <a:cs typeface="Simplified Arabic" panose="02020603050405020304" pitchFamily="18" charset="-78"/>
              </a:rPr>
              <a:t>توفير </a:t>
            </a:r>
            <a:r>
              <a:rPr lang="ar-SA" sz="2800" b="1" dirty="0">
                <a:solidFill>
                  <a:prstClr val="white"/>
                </a:solidFill>
                <a:latin typeface="Calibri" panose="020F0502020204030204"/>
                <a:ea typeface="Roboto" panose="02000000000000000000" pitchFamily="2" charset="0"/>
                <a:cs typeface="Simplified Arabic" panose="02020603050405020304" pitchFamily="18" charset="-78"/>
              </a:rPr>
              <a:t>زمن المتعلم</a:t>
            </a:r>
            <a:endParaRPr lang="en-US" sz="2000" dirty="0">
              <a:solidFill>
                <a:prstClr val="white">
                  <a:lumMod val="95000"/>
                </a:prstClr>
              </a:solidFill>
              <a:latin typeface="Calibri" panose="020F0502020204030204"/>
              <a:ea typeface="Roboto" panose="02000000000000000000" pitchFamily="2" charset="0"/>
              <a:cs typeface="Simplified Arabic" panose="02020603050405020304" pitchFamily="18" charset="-78"/>
            </a:endParaRPr>
          </a:p>
        </p:txBody>
      </p:sp>
      <p:sp>
        <p:nvSpPr>
          <p:cNvPr id="51" name="TextBox 50"/>
          <p:cNvSpPr txBox="1"/>
          <p:nvPr/>
        </p:nvSpPr>
        <p:spPr>
          <a:xfrm>
            <a:off x="3079803" y="4125978"/>
            <a:ext cx="8732885" cy="451850"/>
          </a:xfrm>
          <a:prstGeom prst="rect">
            <a:avLst/>
          </a:prstGeom>
          <a:noFill/>
        </p:spPr>
        <p:txBody>
          <a:bodyPr wrap="square" rIns="144000" bIns="36000" numCol="1" spcCol="360000">
            <a:spAutoFit/>
          </a:bodyPr>
          <a:lstStyle/>
          <a:p>
            <a:pPr algn="ctr" rtl="1" fontAlgn="auto">
              <a:spcBef>
                <a:spcPts val="0"/>
              </a:spcBef>
              <a:spcAft>
                <a:spcPts val="0"/>
              </a:spcAft>
              <a:defRPr/>
            </a:pPr>
            <a:r>
              <a:rPr lang="ar-SA" sz="2400" b="1" dirty="0" smtClean="0">
                <a:solidFill>
                  <a:prstClr val="white"/>
                </a:solidFill>
                <a:latin typeface="Calibri" panose="020F0502020204030204"/>
                <a:ea typeface="Roboto" panose="02000000000000000000" pitchFamily="2" charset="0"/>
                <a:cs typeface="Simplified Arabic" panose="02020603050405020304" pitchFamily="18" charset="-78"/>
              </a:rPr>
              <a:t>يساعد </a:t>
            </a:r>
            <a:r>
              <a:rPr lang="ar-SA" sz="2400" b="1" dirty="0">
                <a:solidFill>
                  <a:prstClr val="white"/>
                </a:solidFill>
                <a:latin typeface="Calibri" panose="020F0502020204030204"/>
                <a:ea typeface="Roboto" panose="02000000000000000000" pitchFamily="2" charset="0"/>
                <a:cs typeface="Simplified Arabic" panose="02020603050405020304" pitchFamily="18" charset="-78"/>
              </a:rPr>
              <a:t>على إتقان التعلم، لما يقدمه من تغذية راجعه وتعزيز فوري لاستجابات المتعلم</a:t>
            </a:r>
            <a:endParaRPr lang="en-US" dirty="0">
              <a:solidFill>
                <a:prstClr val="white">
                  <a:lumMod val="95000"/>
                </a:prstClr>
              </a:solidFill>
              <a:latin typeface="Calibri" panose="020F0502020204030204"/>
              <a:ea typeface="Roboto" panose="02000000000000000000" pitchFamily="2" charset="0"/>
              <a:cs typeface="Simplified Arabic" panose="02020603050405020304" pitchFamily="18" charset="-78"/>
            </a:endParaRPr>
          </a:p>
        </p:txBody>
      </p:sp>
      <p:sp>
        <p:nvSpPr>
          <p:cNvPr id="52" name="TextBox 51"/>
          <p:cNvSpPr txBox="1"/>
          <p:nvPr/>
        </p:nvSpPr>
        <p:spPr>
          <a:xfrm>
            <a:off x="2932941" y="3277917"/>
            <a:ext cx="8732885" cy="451850"/>
          </a:xfrm>
          <a:prstGeom prst="rect">
            <a:avLst/>
          </a:prstGeom>
          <a:noFill/>
        </p:spPr>
        <p:txBody>
          <a:bodyPr wrap="square" rIns="144000" bIns="36000" numCol="1" spcCol="360000">
            <a:spAutoFit/>
          </a:bodyPr>
          <a:lstStyle/>
          <a:p>
            <a:pPr algn="ctr" rtl="1" fontAlgn="auto">
              <a:spcBef>
                <a:spcPts val="0"/>
              </a:spcBef>
              <a:spcAft>
                <a:spcPts val="0"/>
              </a:spcAft>
              <a:defRPr/>
            </a:pPr>
            <a:r>
              <a:rPr lang="ar-SA" sz="2400" b="1" dirty="0" smtClean="0">
                <a:solidFill>
                  <a:prstClr val="white"/>
                </a:solidFill>
                <a:latin typeface="Calibri" panose="020F0502020204030204"/>
                <a:ea typeface="Roboto" panose="02000000000000000000" pitchFamily="2" charset="0"/>
                <a:cs typeface="Simplified Arabic" panose="02020603050405020304" pitchFamily="18" charset="-78"/>
              </a:rPr>
              <a:t>يجمع </a:t>
            </a:r>
            <a:r>
              <a:rPr lang="ar-SA" sz="2400" b="1" dirty="0">
                <a:solidFill>
                  <a:prstClr val="white"/>
                </a:solidFill>
                <a:latin typeface="Calibri" panose="020F0502020204030204"/>
                <a:ea typeface="Roboto" panose="02000000000000000000" pitchFamily="2" charset="0"/>
                <a:cs typeface="Simplified Arabic" panose="02020603050405020304" pitchFamily="18" charset="-78"/>
              </a:rPr>
              <a:t>بين ميزات كل من الفيديو والحاسب الآلي من خلال البرامج التعليمية لكل منها</a:t>
            </a:r>
            <a:endParaRPr lang="en-US" dirty="0">
              <a:solidFill>
                <a:prstClr val="white">
                  <a:lumMod val="95000"/>
                </a:prstClr>
              </a:solidFill>
              <a:latin typeface="Calibri" panose="020F0502020204030204"/>
              <a:ea typeface="Roboto" panose="02000000000000000000" pitchFamily="2" charset="0"/>
              <a:cs typeface="Simplified Arabic" panose="02020603050405020304" pitchFamily="18" charset="-78"/>
            </a:endParaRPr>
          </a:p>
        </p:txBody>
      </p:sp>
      <p:sp>
        <p:nvSpPr>
          <p:cNvPr id="54" name="Oval 4"/>
          <p:cNvSpPr/>
          <p:nvPr/>
        </p:nvSpPr>
        <p:spPr>
          <a:xfrm>
            <a:off x="3430815" y="3105202"/>
            <a:ext cx="754246" cy="75424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fontAlgn="auto">
              <a:lnSpc>
                <a:spcPct val="90000"/>
              </a:lnSpc>
              <a:spcAft>
                <a:spcPct val="35000"/>
              </a:spcAft>
            </a:pPr>
            <a:endParaRPr lang="id-ID" sz="3600" dirty="0">
              <a:solidFill>
                <a:srgbClr val="FFC000"/>
              </a:solidFill>
              <a:latin typeface="FontAwesome" pitchFamily="2" charset="0"/>
            </a:endParaRPr>
          </a:p>
        </p:txBody>
      </p:sp>
      <p:sp>
        <p:nvSpPr>
          <p:cNvPr id="57" name="Oval 4"/>
          <p:cNvSpPr/>
          <p:nvPr/>
        </p:nvSpPr>
        <p:spPr>
          <a:xfrm>
            <a:off x="3218109" y="2206882"/>
            <a:ext cx="754247" cy="754247"/>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fontAlgn="auto">
              <a:spcBef>
                <a:spcPts val="0"/>
              </a:spcBef>
              <a:spcAft>
                <a:spcPts val="0"/>
              </a:spcAft>
            </a:pPr>
            <a:endParaRPr lang="id-ID" sz="3200" dirty="0">
              <a:solidFill>
                <a:srgbClr val="C00000"/>
              </a:solidFill>
              <a:latin typeface="FontAwesome" pitchFamily="2" charset="0"/>
            </a:endParaRPr>
          </a:p>
        </p:txBody>
      </p:sp>
      <p:sp>
        <p:nvSpPr>
          <p:cNvPr id="60" name="Oval 4"/>
          <p:cNvSpPr/>
          <p:nvPr/>
        </p:nvSpPr>
        <p:spPr>
          <a:xfrm>
            <a:off x="742657" y="3171631"/>
            <a:ext cx="1265827" cy="754248"/>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fontAlgn="auto">
              <a:lnSpc>
                <a:spcPct val="90000"/>
              </a:lnSpc>
              <a:spcAft>
                <a:spcPct val="35000"/>
              </a:spcAft>
            </a:pPr>
            <a:r>
              <a:rPr lang="ar-SA" sz="2400" b="1" dirty="0">
                <a:solidFill>
                  <a:schemeClr val="bg1"/>
                </a:solidFill>
                <a:cs typeface="Simplified Arabic" panose="02020603050405020304" pitchFamily="18" charset="-78"/>
              </a:rPr>
              <a:t>الفيديو التفاعلي</a:t>
            </a:r>
            <a:endParaRPr lang="id-ID" sz="2400" b="1" dirty="0">
              <a:solidFill>
                <a:schemeClr val="bg1"/>
              </a:solidFill>
              <a:latin typeface="FontAwesome" pitchFamily="2" charset="0"/>
            </a:endParaRPr>
          </a:p>
        </p:txBody>
      </p:sp>
      <p:sp>
        <p:nvSpPr>
          <p:cNvPr id="27" name="Title 6"/>
          <p:cNvSpPr txBox="1">
            <a:spLocks/>
          </p:cNvSpPr>
          <p:nvPr/>
        </p:nvSpPr>
        <p:spPr>
          <a:xfrm>
            <a:off x="1270000" y="685684"/>
            <a:ext cx="9652000" cy="471365"/>
          </a:xfrm>
          <a:prstGeom prst="rect">
            <a:avLst/>
          </a:prstGeom>
        </p:spPr>
        <p:txBody>
          <a:bodyPr wrap="none" lIns="0" tIns="0" rIns="0" bIns="0" anchor="ctr">
            <a:noAutofit/>
          </a:bodyPr>
          <a:lstStyle>
            <a:lvl1pPr algn="ctr" defTabSz="1219170" rtl="0" eaLnBrk="1" latinLnBrk="0" hangingPunct="1">
              <a:lnSpc>
                <a:spcPct val="90000"/>
              </a:lnSpc>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lvl="0" rtl="1" fontAlgn="auto">
              <a:spcAft>
                <a:spcPts val="0"/>
              </a:spcAft>
            </a:pPr>
            <a:r>
              <a:rPr lang="ar-SA" sz="4400" u="sng" dirty="0">
                <a:solidFill>
                  <a:srgbClr val="4472C4"/>
                </a:solidFill>
              </a:rPr>
              <a:t>5-	مزايا وعيوب الفيديو التفاعلي</a:t>
            </a:r>
          </a:p>
        </p:txBody>
      </p:sp>
      <p:sp>
        <p:nvSpPr>
          <p:cNvPr id="3" name="TextBox 2"/>
          <p:cNvSpPr txBox="1"/>
          <p:nvPr/>
        </p:nvSpPr>
        <p:spPr>
          <a:xfrm>
            <a:off x="2459448" y="2388304"/>
            <a:ext cx="340158" cy="461665"/>
          </a:xfrm>
          <a:prstGeom prst="rect">
            <a:avLst/>
          </a:prstGeom>
          <a:noFill/>
        </p:spPr>
        <p:txBody>
          <a:bodyPr wrap="none" rtlCol="0">
            <a:spAutoFit/>
          </a:bodyPr>
          <a:lstStyle/>
          <a:p>
            <a:r>
              <a:rPr lang="en-US" sz="2400" b="1" dirty="0" smtClean="0">
                <a:cs typeface="Simplified Arabic" panose="02020603050405020304" pitchFamily="18" charset="-78"/>
              </a:rPr>
              <a:t>4</a:t>
            </a:r>
            <a:endParaRPr lang="en-US" b="1" dirty="0">
              <a:cs typeface="Simplified Arabic" panose="02020603050405020304" pitchFamily="18" charset="-78"/>
            </a:endParaRPr>
          </a:p>
        </p:txBody>
      </p:sp>
      <p:sp>
        <p:nvSpPr>
          <p:cNvPr id="6" name="TextBox 5"/>
          <p:cNvSpPr txBox="1"/>
          <p:nvPr/>
        </p:nvSpPr>
        <p:spPr>
          <a:xfrm>
            <a:off x="2457204" y="3277917"/>
            <a:ext cx="340158" cy="461665"/>
          </a:xfrm>
          <a:prstGeom prst="rect">
            <a:avLst/>
          </a:prstGeom>
          <a:noFill/>
        </p:spPr>
        <p:txBody>
          <a:bodyPr wrap="none" rtlCol="0">
            <a:spAutoFit/>
          </a:bodyPr>
          <a:lstStyle/>
          <a:p>
            <a:r>
              <a:rPr lang="en-US" sz="2400" b="1" dirty="0" smtClean="0">
                <a:cs typeface="Simplified Arabic" panose="02020603050405020304" pitchFamily="18" charset="-78"/>
              </a:rPr>
              <a:t>5</a:t>
            </a:r>
            <a:endParaRPr lang="en-US" b="1" dirty="0">
              <a:cs typeface="Simplified Arabic" panose="02020603050405020304" pitchFamily="18" charset="-78"/>
            </a:endParaRPr>
          </a:p>
        </p:txBody>
      </p:sp>
      <p:sp>
        <p:nvSpPr>
          <p:cNvPr id="7" name="TextBox 6"/>
          <p:cNvSpPr txBox="1"/>
          <p:nvPr/>
        </p:nvSpPr>
        <p:spPr>
          <a:xfrm>
            <a:off x="2457204" y="4202182"/>
            <a:ext cx="340158" cy="461665"/>
          </a:xfrm>
          <a:prstGeom prst="rect">
            <a:avLst/>
          </a:prstGeom>
          <a:noFill/>
        </p:spPr>
        <p:txBody>
          <a:bodyPr wrap="none" rtlCol="0">
            <a:spAutoFit/>
          </a:bodyPr>
          <a:lstStyle/>
          <a:p>
            <a:r>
              <a:rPr lang="en-US" sz="2400" b="1" dirty="0" smtClean="0">
                <a:cs typeface="Simplified Arabic" panose="02020603050405020304" pitchFamily="18" charset="-78"/>
              </a:rPr>
              <a:t>6</a:t>
            </a:r>
            <a:endParaRPr lang="en-US" b="1" dirty="0">
              <a:cs typeface="Simplified Arabic" panose="02020603050405020304" pitchFamily="18" charset="-78"/>
            </a:endParaRPr>
          </a:p>
        </p:txBody>
      </p:sp>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308695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500"/>
                                  </p:stCondLst>
                                  <p:childTnLst>
                                    <p:set>
                                      <p:cBhvr>
                                        <p:cTn id="6" dur="1" fill="hold">
                                          <p:stCondLst>
                                            <p:cond delay="0"/>
                                          </p:stCondLst>
                                        </p:cTn>
                                        <p:tgtEl>
                                          <p:spTgt spid="5">
                                            <p:graphicEl>
                                              <a:dgm id="{78832E72-F703-4C47-AAA5-64154F10AE41}"/>
                                            </p:graphicEl>
                                          </p:spTgt>
                                        </p:tgtEl>
                                        <p:attrNameLst>
                                          <p:attrName>style.visibility</p:attrName>
                                        </p:attrNameLst>
                                      </p:cBhvr>
                                      <p:to>
                                        <p:strVal val="visible"/>
                                      </p:to>
                                    </p:set>
                                    <p:animEffect transition="in" filter="wipe(left)">
                                      <p:cBhvr>
                                        <p:cTn id="7" dur="500"/>
                                        <p:tgtEl>
                                          <p:spTgt spid="5">
                                            <p:graphicEl>
                                              <a:dgm id="{78832E72-F703-4C47-AAA5-64154F10AE41}"/>
                                            </p:graphicEl>
                                          </p:spTgt>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
                                            <p:graphicEl>
                                              <a:dgm id="{91E77D32-1797-407C-AD06-049179877358}"/>
                                            </p:graphicEl>
                                          </p:spTgt>
                                        </p:tgtEl>
                                        <p:attrNameLst>
                                          <p:attrName>style.visibility</p:attrName>
                                        </p:attrNameLst>
                                      </p:cBhvr>
                                      <p:to>
                                        <p:strVal val="visible"/>
                                      </p:to>
                                    </p:set>
                                    <p:animEffect transition="in" filter="wipe(left)">
                                      <p:cBhvr>
                                        <p:cTn id="10" dur="500"/>
                                        <p:tgtEl>
                                          <p:spTgt spid="5">
                                            <p:graphicEl>
                                              <a:dgm id="{91E77D32-1797-407C-AD06-049179877358}"/>
                                            </p:graphicEl>
                                          </p:spTgt>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
                                            <p:graphicEl>
                                              <a:dgm id="{DB9E7401-3FC8-4B04-9EF3-EDD9CC5CE259}"/>
                                            </p:graphicEl>
                                          </p:spTgt>
                                        </p:tgtEl>
                                        <p:attrNameLst>
                                          <p:attrName>style.visibility</p:attrName>
                                        </p:attrNameLst>
                                      </p:cBhvr>
                                      <p:to>
                                        <p:strVal val="visible"/>
                                      </p:to>
                                    </p:set>
                                    <p:animEffect transition="in" filter="wipe(left)">
                                      <p:cBhvr>
                                        <p:cTn id="13" dur="500"/>
                                        <p:tgtEl>
                                          <p:spTgt spid="5">
                                            <p:graphicEl>
                                              <a:dgm id="{DB9E7401-3FC8-4B04-9EF3-EDD9CC5CE259}"/>
                                            </p:graphicEl>
                                          </p:spTgt>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5">
                                            <p:graphicEl>
                                              <a:dgm id="{DBC25E09-3833-4F8F-8DF5-1C0B44C0EF9C}"/>
                                            </p:graphicEl>
                                          </p:spTgt>
                                        </p:tgtEl>
                                        <p:attrNameLst>
                                          <p:attrName>style.visibility</p:attrName>
                                        </p:attrNameLst>
                                      </p:cBhvr>
                                      <p:to>
                                        <p:strVal val="visible"/>
                                      </p:to>
                                    </p:set>
                                    <p:animEffect transition="in" filter="wipe(left)">
                                      <p:cBhvr>
                                        <p:cTn id="16" dur="500"/>
                                        <p:tgtEl>
                                          <p:spTgt spid="5">
                                            <p:graphicEl>
                                              <a:dgm id="{DBC25E09-3833-4F8F-8DF5-1C0B44C0EF9C}"/>
                                            </p:graphicEl>
                                          </p:spTgt>
                                        </p:tgtEl>
                                      </p:cBhvr>
                                    </p:animEffect>
                                  </p:childTnLst>
                                </p:cTn>
                              </p:par>
                              <p:par>
                                <p:cTn id="17" presetID="22" presetClass="entr" presetSubtype="8" fill="hold" grpId="0" nodeType="withEffect">
                                  <p:stCondLst>
                                    <p:cond delay="500"/>
                                  </p:stCondLst>
                                  <p:childTnLst>
                                    <p:set>
                                      <p:cBhvr>
                                        <p:cTn id="18" dur="1" fill="hold">
                                          <p:stCondLst>
                                            <p:cond delay="0"/>
                                          </p:stCondLst>
                                        </p:cTn>
                                        <p:tgtEl>
                                          <p:spTgt spid="5">
                                            <p:graphicEl>
                                              <a:dgm id="{68AC2E10-C45F-41E0-A9DE-CF8CF047EF68}"/>
                                            </p:graphicEl>
                                          </p:spTgt>
                                        </p:tgtEl>
                                        <p:attrNameLst>
                                          <p:attrName>style.visibility</p:attrName>
                                        </p:attrNameLst>
                                      </p:cBhvr>
                                      <p:to>
                                        <p:strVal val="visible"/>
                                      </p:to>
                                    </p:set>
                                    <p:animEffect transition="in" filter="wipe(left)">
                                      <p:cBhvr>
                                        <p:cTn id="19" dur="500"/>
                                        <p:tgtEl>
                                          <p:spTgt spid="5">
                                            <p:graphicEl>
                                              <a:dgm id="{68AC2E10-C45F-41E0-A9DE-CF8CF047EF68}"/>
                                            </p:graphicEl>
                                          </p:spTgt>
                                        </p:tgtEl>
                                      </p:cBhvr>
                                    </p:animEffect>
                                  </p:childTnLst>
                                </p:cTn>
                              </p:par>
                              <p:par>
                                <p:cTn id="20" presetID="22" presetClass="entr" presetSubtype="8" fill="hold" grpId="0" nodeType="withEffect">
                                  <p:stCondLst>
                                    <p:cond delay="500"/>
                                  </p:stCondLst>
                                  <p:childTnLst>
                                    <p:set>
                                      <p:cBhvr>
                                        <p:cTn id="21" dur="1" fill="hold">
                                          <p:stCondLst>
                                            <p:cond delay="0"/>
                                          </p:stCondLst>
                                        </p:cTn>
                                        <p:tgtEl>
                                          <p:spTgt spid="5">
                                            <p:graphicEl>
                                              <a:dgm id="{C7615556-BC4D-4CE9-A43D-728AF1BEA7F7}"/>
                                            </p:graphicEl>
                                          </p:spTgt>
                                        </p:tgtEl>
                                        <p:attrNameLst>
                                          <p:attrName>style.visibility</p:attrName>
                                        </p:attrNameLst>
                                      </p:cBhvr>
                                      <p:to>
                                        <p:strVal val="visible"/>
                                      </p:to>
                                    </p:set>
                                    <p:animEffect transition="in" filter="wipe(left)">
                                      <p:cBhvr>
                                        <p:cTn id="22" dur="500"/>
                                        <p:tgtEl>
                                          <p:spTgt spid="5">
                                            <p:graphicEl>
                                              <a:dgm id="{C7615556-BC4D-4CE9-A43D-728AF1BEA7F7}"/>
                                            </p:graphicEl>
                                          </p:spTgt>
                                        </p:tgtEl>
                                      </p:cBhvr>
                                    </p:animEffect>
                                  </p:childTnLst>
                                </p:cTn>
                              </p:par>
                              <p:par>
                                <p:cTn id="23" presetID="22" presetClass="entr" presetSubtype="8" fill="hold" grpId="0" nodeType="withEffect">
                                  <p:stCondLst>
                                    <p:cond delay="500"/>
                                  </p:stCondLst>
                                  <p:childTnLst>
                                    <p:set>
                                      <p:cBhvr>
                                        <p:cTn id="24" dur="1" fill="hold">
                                          <p:stCondLst>
                                            <p:cond delay="0"/>
                                          </p:stCondLst>
                                        </p:cTn>
                                        <p:tgtEl>
                                          <p:spTgt spid="5">
                                            <p:graphicEl>
                                              <a:dgm id="{E4B00987-42F8-47FB-B8AA-E97EA72147A0}"/>
                                            </p:graphicEl>
                                          </p:spTgt>
                                        </p:tgtEl>
                                        <p:attrNameLst>
                                          <p:attrName>style.visibility</p:attrName>
                                        </p:attrNameLst>
                                      </p:cBhvr>
                                      <p:to>
                                        <p:strVal val="visible"/>
                                      </p:to>
                                    </p:set>
                                    <p:animEffect transition="in" filter="wipe(left)">
                                      <p:cBhvr>
                                        <p:cTn id="25" dur="500"/>
                                        <p:tgtEl>
                                          <p:spTgt spid="5">
                                            <p:graphicEl>
                                              <a:dgm id="{E4B00987-42F8-47FB-B8AA-E97EA72147A0}"/>
                                            </p:graphicEl>
                                          </p:spTgt>
                                        </p:tgtEl>
                                      </p:cBhvr>
                                    </p:animEffect>
                                  </p:childTnLst>
                                </p:cTn>
                              </p:par>
                              <p:par>
                                <p:cTn id="26" presetID="53" presetClass="entr" presetSubtype="16" fill="hold" grpId="0" nodeType="withEffect" nodePh="1">
                                  <p:stCondLst>
                                    <p:cond delay="1500"/>
                                  </p:stCondLst>
                                  <p:endCondLst>
                                    <p:cond evt="begin" delay="0">
                                      <p:tn val="26"/>
                                    </p:cond>
                                  </p:endCondLst>
                                  <p:childTnLst>
                                    <p:set>
                                      <p:cBhvr>
                                        <p:cTn id="27" dur="1" fill="hold">
                                          <p:stCondLst>
                                            <p:cond delay="0"/>
                                          </p:stCondLst>
                                        </p:cTn>
                                        <p:tgtEl>
                                          <p:spTgt spid="57"/>
                                        </p:tgtEl>
                                        <p:attrNameLst>
                                          <p:attrName>style.visibility</p:attrName>
                                        </p:attrNameLst>
                                      </p:cBhvr>
                                      <p:to>
                                        <p:strVal val="visible"/>
                                      </p:to>
                                    </p:set>
                                    <p:anim calcmode="lin" valueType="num">
                                      <p:cBhvr>
                                        <p:cTn id="28" dur="500" fill="hold"/>
                                        <p:tgtEl>
                                          <p:spTgt spid="57"/>
                                        </p:tgtEl>
                                        <p:attrNameLst>
                                          <p:attrName>ppt_w</p:attrName>
                                        </p:attrNameLst>
                                      </p:cBhvr>
                                      <p:tavLst>
                                        <p:tav tm="0">
                                          <p:val>
                                            <p:fltVal val="0"/>
                                          </p:val>
                                        </p:tav>
                                        <p:tav tm="100000">
                                          <p:val>
                                            <p:strVal val="#ppt_w"/>
                                          </p:val>
                                        </p:tav>
                                      </p:tavLst>
                                    </p:anim>
                                    <p:anim calcmode="lin" valueType="num">
                                      <p:cBhvr>
                                        <p:cTn id="29" dur="500" fill="hold"/>
                                        <p:tgtEl>
                                          <p:spTgt spid="57"/>
                                        </p:tgtEl>
                                        <p:attrNameLst>
                                          <p:attrName>ppt_h</p:attrName>
                                        </p:attrNameLst>
                                      </p:cBhvr>
                                      <p:tavLst>
                                        <p:tav tm="0">
                                          <p:val>
                                            <p:fltVal val="0"/>
                                          </p:val>
                                        </p:tav>
                                        <p:tav tm="100000">
                                          <p:val>
                                            <p:strVal val="#ppt_h"/>
                                          </p:val>
                                        </p:tav>
                                      </p:tavLst>
                                    </p:anim>
                                    <p:animEffect transition="in" filter="fade">
                                      <p:cBhvr>
                                        <p:cTn id="30" dur="500"/>
                                        <p:tgtEl>
                                          <p:spTgt spid="57"/>
                                        </p:tgtEl>
                                      </p:cBhvr>
                                    </p:animEffect>
                                  </p:childTnLst>
                                </p:cTn>
                              </p:par>
                              <p:par>
                                <p:cTn id="31" presetID="53" presetClass="entr" presetSubtype="16" fill="hold" grpId="0" nodeType="withEffect" nodePh="1">
                                  <p:stCondLst>
                                    <p:cond delay="1500"/>
                                  </p:stCondLst>
                                  <p:endCondLst>
                                    <p:cond evt="begin" delay="0">
                                      <p:tn val="31"/>
                                    </p:cond>
                                  </p:endCondLst>
                                  <p:childTnLst>
                                    <p:set>
                                      <p:cBhvr>
                                        <p:cTn id="32" dur="1" fill="hold">
                                          <p:stCondLst>
                                            <p:cond delay="0"/>
                                          </p:stCondLst>
                                        </p:cTn>
                                        <p:tgtEl>
                                          <p:spTgt spid="54"/>
                                        </p:tgtEl>
                                        <p:attrNameLst>
                                          <p:attrName>style.visibility</p:attrName>
                                        </p:attrNameLst>
                                      </p:cBhvr>
                                      <p:to>
                                        <p:strVal val="visible"/>
                                      </p:to>
                                    </p:set>
                                    <p:anim calcmode="lin" valueType="num">
                                      <p:cBhvr>
                                        <p:cTn id="33" dur="500" fill="hold"/>
                                        <p:tgtEl>
                                          <p:spTgt spid="54"/>
                                        </p:tgtEl>
                                        <p:attrNameLst>
                                          <p:attrName>ppt_w</p:attrName>
                                        </p:attrNameLst>
                                      </p:cBhvr>
                                      <p:tavLst>
                                        <p:tav tm="0">
                                          <p:val>
                                            <p:fltVal val="0"/>
                                          </p:val>
                                        </p:tav>
                                        <p:tav tm="100000">
                                          <p:val>
                                            <p:strVal val="#ppt_w"/>
                                          </p:val>
                                        </p:tav>
                                      </p:tavLst>
                                    </p:anim>
                                    <p:anim calcmode="lin" valueType="num">
                                      <p:cBhvr>
                                        <p:cTn id="34" dur="500" fill="hold"/>
                                        <p:tgtEl>
                                          <p:spTgt spid="54"/>
                                        </p:tgtEl>
                                        <p:attrNameLst>
                                          <p:attrName>ppt_h</p:attrName>
                                        </p:attrNameLst>
                                      </p:cBhvr>
                                      <p:tavLst>
                                        <p:tav tm="0">
                                          <p:val>
                                            <p:fltVal val="0"/>
                                          </p:val>
                                        </p:tav>
                                        <p:tav tm="100000">
                                          <p:val>
                                            <p:strVal val="#ppt_h"/>
                                          </p:val>
                                        </p:tav>
                                      </p:tavLst>
                                    </p:anim>
                                    <p:animEffect transition="in" filter="fade">
                                      <p:cBhvr>
                                        <p:cTn id="35" dur="500"/>
                                        <p:tgtEl>
                                          <p:spTgt spid="54"/>
                                        </p:tgtEl>
                                      </p:cBhvr>
                                    </p:animEffect>
                                  </p:childTnLst>
                                </p:cTn>
                              </p:par>
                            </p:childTnLst>
                          </p:cTn>
                        </p:par>
                        <p:par>
                          <p:cTn id="36" fill="hold">
                            <p:stCondLst>
                              <p:cond delay="2000"/>
                            </p:stCondLst>
                            <p:childTnLst>
                              <p:par>
                                <p:cTn id="37" presetID="10" presetClass="entr" presetSubtype="0" fill="hold" grpId="0" nodeType="afterEffect">
                                  <p:stCondLst>
                                    <p:cond delay="0"/>
                                  </p:stCondLst>
                                  <p:childTnLst>
                                    <p:set>
                                      <p:cBhvr>
                                        <p:cTn id="38" dur="1" fill="hold">
                                          <p:stCondLst>
                                            <p:cond delay="0"/>
                                          </p:stCondLst>
                                        </p:cTn>
                                        <p:tgtEl>
                                          <p:spTgt spid="3"/>
                                        </p:tgtEl>
                                        <p:attrNameLst>
                                          <p:attrName>style.visibility</p:attrName>
                                        </p:attrNameLst>
                                      </p:cBhvr>
                                      <p:to>
                                        <p:strVal val="visible"/>
                                      </p:to>
                                    </p:set>
                                    <p:animEffect transition="in" filter="fade">
                                      <p:cBhvr>
                                        <p:cTn id="39" dur="10"/>
                                        <p:tgtEl>
                                          <p:spTgt spid="3"/>
                                        </p:tgtEl>
                                      </p:cBhvr>
                                    </p:animEffect>
                                  </p:childTnLst>
                                </p:cTn>
                              </p:par>
                            </p:childTnLst>
                          </p:cTn>
                        </p:par>
                        <p:par>
                          <p:cTn id="40" fill="hold">
                            <p:stCondLst>
                              <p:cond delay="2010"/>
                            </p:stCondLst>
                            <p:childTnLst>
                              <p:par>
                                <p:cTn id="41" presetID="10" presetClass="entr" presetSubtype="0" fill="hold" grpId="0" nodeType="after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fade">
                                      <p:cBhvr>
                                        <p:cTn id="43" dur="10"/>
                                        <p:tgtEl>
                                          <p:spTgt spid="6"/>
                                        </p:tgtEl>
                                      </p:cBhvr>
                                    </p:animEffect>
                                  </p:childTnLst>
                                </p:cTn>
                              </p:par>
                            </p:childTnLst>
                          </p:cTn>
                        </p:par>
                        <p:par>
                          <p:cTn id="44" fill="hold">
                            <p:stCondLst>
                              <p:cond delay="2020"/>
                            </p:stCondLst>
                            <p:childTnLst>
                              <p:par>
                                <p:cTn id="45" presetID="10" presetClass="entr" presetSubtype="0" fill="hold" grpId="0" nodeType="after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fade">
                                      <p:cBhvr>
                                        <p:cTn id="47" dur="10"/>
                                        <p:tgtEl>
                                          <p:spTgt spid="7"/>
                                        </p:tgtEl>
                                      </p:cBhvr>
                                    </p:animEffect>
                                  </p:childTnLst>
                                </p:cTn>
                              </p:par>
                            </p:childTnLst>
                          </p:cTn>
                        </p:par>
                        <p:par>
                          <p:cTn id="48" fill="hold">
                            <p:stCondLst>
                              <p:cond delay="2030"/>
                            </p:stCondLst>
                            <p:childTnLst>
                              <p:par>
                                <p:cTn id="49" presetID="2" presetClass="entr" presetSubtype="2" fill="hold" grpId="0" nodeType="afterEffect">
                                  <p:stCondLst>
                                    <p:cond delay="250"/>
                                  </p:stCondLst>
                                  <p:childTnLst>
                                    <p:set>
                                      <p:cBhvr>
                                        <p:cTn id="50" dur="1" fill="hold">
                                          <p:stCondLst>
                                            <p:cond delay="0"/>
                                          </p:stCondLst>
                                        </p:cTn>
                                        <p:tgtEl>
                                          <p:spTgt spid="50"/>
                                        </p:tgtEl>
                                        <p:attrNameLst>
                                          <p:attrName>style.visibility</p:attrName>
                                        </p:attrNameLst>
                                      </p:cBhvr>
                                      <p:to>
                                        <p:strVal val="visible"/>
                                      </p:to>
                                    </p:set>
                                    <p:anim calcmode="lin" valueType="num">
                                      <p:cBhvr additive="base">
                                        <p:cTn id="51" dur="500" fill="hold"/>
                                        <p:tgtEl>
                                          <p:spTgt spid="50"/>
                                        </p:tgtEl>
                                        <p:attrNameLst>
                                          <p:attrName>ppt_x</p:attrName>
                                        </p:attrNameLst>
                                      </p:cBhvr>
                                      <p:tavLst>
                                        <p:tav tm="0">
                                          <p:val>
                                            <p:strVal val="1+#ppt_w/2"/>
                                          </p:val>
                                        </p:tav>
                                        <p:tav tm="100000">
                                          <p:val>
                                            <p:strVal val="#ppt_x"/>
                                          </p:val>
                                        </p:tav>
                                      </p:tavLst>
                                    </p:anim>
                                    <p:anim calcmode="lin" valueType="num">
                                      <p:cBhvr additive="base">
                                        <p:cTn id="52" dur="500" fill="hold"/>
                                        <p:tgtEl>
                                          <p:spTgt spid="50"/>
                                        </p:tgtEl>
                                        <p:attrNameLst>
                                          <p:attrName>ppt_y</p:attrName>
                                        </p:attrNameLst>
                                      </p:cBhvr>
                                      <p:tavLst>
                                        <p:tav tm="0">
                                          <p:val>
                                            <p:strVal val="#ppt_y"/>
                                          </p:val>
                                        </p:tav>
                                        <p:tav tm="100000">
                                          <p:val>
                                            <p:strVal val="#ppt_y"/>
                                          </p:val>
                                        </p:tav>
                                      </p:tavLst>
                                    </p:anim>
                                  </p:childTnLst>
                                </p:cTn>
                              </p:par>
                            </p:childTnLst>
                          </p:cTn>
                        </p:par>
                        <p:par>
                          <p:cTn id="53" fill="hold">
                            <p:stCondLst>
                              <p:cond delay="2780"/>
                            </p:stCondLst>
                            <p:childTnLst>
                              <p:par>
                                <p:cTn id="54" presetID="2" presetClass="entr" presetSubtype="2" fill="hold" grpId="0" nodeType="afterEffect">
                                  <p:stCondLst>
                                    <p:cond delay="250"/>
                                  </p:stCondLst>
                                  <p:childTnLst>
                                    <p:set>
                                      <p:cBhvr>
                                        <p:cTn id="55" dur="1" fill="hold">
                                          <p:stCondLst>
                                            <p:cond delay="0"/>
                                          </p:stCondLst>
                                        </p:cTn>
                                        <p:tgtEl>
                                          <p:spTgt spid="52"/>
                                        </p:tgtEl>
                                        <p:attrNameLst>
                                          <p:attrName>style.visibility</p:attrName>
                                        </p:attrNameLst>
                                      </p:cBhvr>
                                      <p:to>
                                        <p:strVal val="visible"/>
                                      </p:to>
                                    </p:set>
                                    <p:anim calcmode="lin" valueType="num">
                                      <p:cBhvr additive="base">
                                        <p:cTn id="56" dur="500" fill="hold"/>
                                        <p:tgtEl>
                                          <p:spTgt spid="52"/>
                                        </p:tgtEl>
                                        <p:attrNameLst>
                                          <p:attrName>ppt_x</p:attrName>
                                        </p:attrNameLst>
                                      </p:cBhvr>
                                      <p:tavLst>
                                        <p:tav tm="0">
                                          <p:val>
                                            <p:strVal val="1+#ppt_w/2"/>
                                          </p:val>
                                        </p:tav>
                                        <p:tav tm="100000">
                                          <p:val>
                                            <p:strVal val="#ppt_x"/>
                                          </p:val>
                                        </p:tav>
                                      </p:tavLst>
                                    </p:anim>
                                    <p:anim calcmode="lin" valueType="num">
                                      <p:cBhvr additive="base">
                                        <p:cTn id="57" dur="500" fill="hold"/>
                                        <p:tgtEl>
                                          <p:spTgt spid="52"/>
                                        </p:tgtEl>
                                        <p:attrNameLst>
                                          <p:attrName>ppt_y</p:attrName>
                                        </p:attrNameLst>
                                      </p:cBhvr>
                                      <p:tavLst>
                                        <p:tav tm="0">
                                          <p:val>
                                            <p:strVal val="#ppt_y"/>
                                          </p:val>
                                        </p:tav>
                                        <p:tav tm="100000">
                                          <p:val>
                                            <p:strVal val="#ppt_y"/>
                                          </p:val>
                                        </p:tav>
                                      </p:tavLst>
                                    </p:anim>
                                  </p:childTnLst>
                                </p:cTn>
                              </p:par>
                            </p:childTnLst>
                          </p:cTn>
                        </p:par>
                        <p:par>
                          <p:cTn id="58" fill="hold">
                            <p:stCondLst>
                              <p:cond delay="3530"/>
                            </p:stCondLst>
                            <p:childTnLst>
                              <p:par>
                                <p:cTn id="59" presetID="1" presetClass="entr" presetSubtype="0" fill="hold" grpId="0" nodeType="afterEffect">
                                  <p:stCondLst>
                                    <p:cond delay="250"/>
                                  </p:stCondLst>
                                  <p:childTnLst>
                                    <p:set>
                                      <p:cBhvr>
                                        <p:cTn id="60" dur="1" fill="hold">
                                          <p:stCondLst>
                                            <p:cond delay="0"/>
                                          </p:stCondLst>
                                        </p:cTn>
                                        <p:tgtEl>
                                          <p:spTgt spid="27"/>
                                        </p:tgtEl>
                                        <p:attrNameLst>
                                          <p:attrName>style.visibility</p:attrName>
                                        </p:attrNameLst>
                                      </p:cBhvr>
                                      <p:to>
                                        <p:strVal val="visible"/>
                                      </p:to>
                                    </p:set>
                                  </p:childTnLst>
                                </p:cTn>
                              </p:par>
                            </p:childTnLst>
                          </p:cTn>
                        </p:par>
                        <p:par>
                          <p:cTn id="61" fill="hold">
                            <p:stCondLst>
                              <p:cond delay="3780"/>
                            </p:stCondLst>
                            <p:childTnLst>
                              <p:par>
                                <p:cTn id="62" presetID="2" presetClass="entr" presetSubtype="2" fill="hold" grpId="0" nodeType="afterEffect">
                                  <p:stCondLst>
                                    <p:cond delay="0"/>
                                  </p:stCondLst>
                                  <p:childTnLst>
                                    <p:set>
                                      <p:cBhvr>
                                        <p:cTn id="63" dur="1" fill="hold">
                                          <p:stCondLst>
                                            <p:cond delay="0"/>
                                          </p:stCondLst>
                                        </p:cTn>
                                        <p:tgtEl>
                                          <p:spTgt spid="51"/>
                                        </p:tgtEl>
                                        <p:attrNameLst>
                                          <p:attrName>style.visibility</p:attrName>
                                        </p:attrNameLst>
                                      </p:cBhvr>
                                      <p:to>
                                        <p:strVal val="visible"/>
                                      </p:to>
                                    </p:set>
                                    <p:anim calcmode="lin" valueType="num">
                                      <p:cBhvr additive="base">
                                        <p:cTn id="64" dur="500" fill="hold"/>
                                        <p:tgtEl>
                                          <p:spTgt spid="51"/>
                                        </p:tgtEl>
                                        <p:attrNameLst>
                                          <p:attrName>ppt_x</p:attrName>
                                        </p:attrNameLst>
                                      </p:cBhvr>
                                      <p:tavLst>
                                        <p:tav tm="0">
                                          <p:val>
                                            <p:strVal val="1+#ppt_w/2"/>
                                          </p:val>
                                        </p:tav>
                                        <p:tav tm="100000">
                                          <p:val>
                                            <p:strVal val="#ppt_x"/>
                                          </p:val>
                                        </p:tav>
                                      </p:tavLst>
                                    </p:anim>
                                    <p:anim calcmode="lin" valueType="num">
                                      <p:cBhvr additive="base">
                                        <p:cTn id="65" dur="500" fill="hold"/>
                                        <p:tgtEl>
                                          <p:spTgt spid="5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Sub>
          <a:bldDgm bld="one"/>
        </p:bldSub>
      </p:bldGraphic>
      <p:bldP spid="50" grpId="0"/>
      <p:bldP spid="51" grpId="0"/>
      <p:bldP spid="52" grpId="0"/>
      <p:bldP spid="54" grpId="0"/>
      <p:bldP spid="57" grpId="0"/>
      <p:bldP spid="27" grpId="0"/>
      <p:bldP spid="3" grpId="0"/>
      <p:bldP spid="6" grpId="0"/>
      <p:bldP spid="7" grpId="0"/>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p:nvPr/>
        </p:nvCxnSpPr>
        <p:spPr>
          <a:xfrm flipV="1">
            <a:off x="6071016" y="0"/>
            <a:ext cx="0" cy="6858000"/>
          </a:xfrm>
          <a:prstGeom prst="line">
            <a:avLst/>
          </a:prstGeom>
          <a:ln w="5715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1" name="Teardrop 30"/>
          <p:cNvSpPr/>
          <p:nvPr/>
        </p:nvSpPr>
        <p:spPr>
          <a:xfrm rot="2700000">
            <a:off x="5824799" y="3195560"/>
            <a:ext cx="164306" cy="164306"/>
          </a:xfrm>
          <a:prstGeom prst="teardrop">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3" name="Straight Connector 32"/>
          <p:cNvCxnSpPr/>
          <p:nvPr/>
        </p:nvCxnSpPr>
        <p:spPr>
          <a:xfrm>
            <a:off x="6023134" y="3277713"/>
            <a:ext cx="730972" cy="0"/>
          </a:xfrm>
          <a:prstGeom prst="line">
            <a:avLst/>
          </a:prstGeom>
          <a:ln w="44450" cap="rnd">
            <a:solidFill>
              <a:srgbClr val="FE8301"/>
            </a:solidFill>
            <a:prstDash val="sysDot"/>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3331623" y="3045027"/>
            <a:ext cx="2485696" cy="461665"/>
          </a:xfrm>
          <a:prstGeom prst="rect">
            <a:avLst/>
          </a:prstGeom>
          <a:noFill/>
        </p:spPr>
        <p:txBody>
          <a:bodyPr wrap="square" rtlCol="0">
            <a:spAutoFit/>
          </a:bodyPr>
          <a:lstStyle/>
          <a:p>
            <a:pPr algn="r" fontAlgn="auto">
              <a:spcBef>
                <a:spcPts val="0"/>
              </a:spcBef>
              <a:spcAft>
                <a:spcPts val="0"/>
              </a:spcAft>
            </a:pPr>
            <a:r>
              <a:rPr lang="en-US" sz="2400" dirty="0" smtClean="0">
                <a:solidFill>
                  <a:prstClr val="black">
                    <a:lumMod val="75000"/>
                    <a:lumOff val="25000"/>
                  </a:prstClr>
                </a:solidFill>
                <a:latin typeface="Lato Black" panose="020F0A02020204030203" pitchFamily="34" charset="0"/>
                <a:cs typeface="Lato Black" panose="020F0A02020204030203" pitchFamily="34" charset="0"/>
              </a:rPr>
              <a:t>1</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35" name="Rectangle 34"/>
          <p:cNvSpPr/>
          <p:nvPr/>
        </p:nvSpPr>
        <p:spPr>
          <a:xfrm>
            <a:off x="6754106" y="2541892"/>
            <a:ext cx="5003725" cy="954107"/>
          </a:xfrm>
          <a:prstGeom prst="rect">
            <a:avLst/>
          </a:prstGeom>
        </p:spPr>
        <p:txBody>
          <a:bodyPr wrap="square">
            <a:spAutoFit/>
          </a:bodyPr>
          <a:lstStyle/>
          <a:p>
            <a:pPr algn="ctr" defTabSz="914294" rtl="1" fontAlgn="auto">
              <a:spcBef>
                <a:spcPts val="0"/>
              </a:spcBef>
              <a:spcAft>
                <a:spcPts val="0"/>
              </a:spcAft>
            </a:pPr>
            <a:r>
              <a:rPr lang="ar-SA" sz="2800" b="1" dirty="0" smtClean="0">
                <a:solidFill>
                  <a:srgbClr val="000000"/>
                </a:solidFill>
                <a:cs typeface="Simplified Arabic" panose="02020603050405020304" pitchFamily="18" charset="-78"/>
              </a:rPr>
              <a:t>في </a:t>
            </a:r>
            <a:r>
              <a:rPr lang="ar-SA" sz="2800" b="1" dirty="0">
                <a:solidFill>
                  <a:srgbClr val="000000"/>
                </a:solidFill>
                <a:cs typeface="Simplified Arabic" panose="02020603050405020304" pitchFamily="18" charset="-78"/>
              </a:rPr>
              <a:t>أغلب الأحيان تقتصر العملية التعليمية على العرض الآلى فقط.</a:t>
            </a:r>
          </a:p>
        </p:txBody>
      </p:sp>
      <p:sp>
        <p:nvSpPr>
          <p:cNvPr id="38" name="Teardrop 37"/>
          <p:cNvSpPr/>
          <p:nvPr/>
        </p:nvSpPr>
        <p:spPr>
          <a:xfrm rot="13500000">
            <a:off x="5824800" y="4715617"/>
            <a:ext cx="164306" cy="164306"/>
          </a:xfrm>
          <a:prstGeom prst="teardrop">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0" name="Straight Connector 39"/>
          <p:cNvCxnSpPr/>
          <p:nvPr/>
        </p:nvCxnSpPr>
        <p:spPr>
          <a:xfrm>
            <a:off x="5086347" y="4797769"/>
            <a:ext cx="730972" cy="0"/>
          </a:xfrm>
          <a:prstGeom prst="line">
            <a:avLst/>
          </a:prstGeom>
          <a:ln w="44450" cap="rnd">
            <a:solidFill>
              <a:srgbClr val="A1BB22"/>
            </a:solidFill>
            <a:prstDash val="sysDot"/>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6017988" y="4566936"/>
            <a:ext cx="2485696" cy="461665"/>
          </a:xfrm>
          <a:prstGeom prst="rect">
            <a:avLst/>
          </a:prstGeom>
          <a:noFill/>
        </p:spPr>
        <p:txBody>
          <a:bodyPr wrap="square" rtlCol="0">
            <a:spAutoFit/>
          </a:bodyPr>
          <a:lstStyle/>
          <a:p>
            <a:pPr fontAlgn="auto">
              <a:spcBef>
                <a:spcPts val="0"/>
              </a:spcBef>
              <a:spcAft>
                <a:spcPts val="0"/>
              </a:spcAft>
            </a:pPr>
            <a:r>
              <a:rPr lang="en-US" sz="2400" dirty="0" smtClean="0">
                <a:solidFill>
                  <a:prstClr val="black">
                    <a:lumMod val="75000"/>
                    <a:lumOff val="25000"/>
                  </a:prstClr>
                </a:solidFill>
                <a:latin typeface="Lato Black" panose="020F0A02020204030203" pitchFamily="34" charset="0"/>
                <a:cs typeface="Lato Black" panose="020F0A02020204030203" pitchFamily="34" charset="0"/>
              </a:rPr>
              <a:t>2</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42" name="Rectangle 41"/>
          <p:cNvSpPr/>
          <p:nvPr/>
        </p:nvSpPr>
        <p:spPr>
          <a:xfrm>
            <a:off x="425302" y="4505569"/>
            <a:ext cx="4772058" cy="954107"/>
          </a:xfrm>
          <a:prstGeom prst="rect">
            <a:avLst/>
          </a:prstGeom>
        </p:spPr>
        <p:txBody>
          <a:bodyPr wrap="square">
            <a:spAutoFit/>
          </a:bodyPr>
          <a:lstStyle/>
          <a:p>
            <a:pPr algn="ctr" defTabSz="914294" rtl="1" fontAlgn="auto">
              <a:spcBef>
                <a:spcPts val="0"/>
              </a:spcBef>
              <a:spcAft>
                <a:spcPts val="0"/>
              </a:spcAft>
            </a:pPr>
            <a:r>
              <a:rPr lang="ar-SA" sz="2800" b="1" dirty="0">
                <a:solidFill>
                  <a:srgbClr val="000000"/>
                </a:solidFill>
                <a:cs typeface="Simplified Arabic" panose="02020603050405020304" pitchFamily="18" charset="-78"/>
              </a:rPr>
              <a:t>ارتفاع كلفة العرض والبرمجة نظراً لاستخدام الأجهزة وملحقاتها</a:t>
            </a:r>
          </a:p>
        </p:txBody>
      </p:sp>
      <p:sp>
        <p:nvSpPr>
          <p:cNvPr id="15" name="Title 6"/>
          <p:cNvSpPr txBox="1">
            <a:spLocks/>
          </p:cNvSpPr>
          <p:nvPr/>
        </p:nvSpPr>
        <p:spPr>
          <a:xfrm>
            <a:off x="1270000" y="685684"/>
            <a:ext cx="9652000" cy="471365"/>
          </a:xfrm>
          <a:prstGeom prst="rect">
            <a:avLst/>
          </a:prstGeom>
        </p:spPr>
        <p:txBody>
          <a:bodyPr wrap="none" lIns="0" tIns="0" rIns="0" bIns="0" anchor="ctr">
            <a:noAutofit/>
          </a:bodyPr>
          <a:lstStyle>
            <a:lvl1pPr algn="ctr" defTabSz="1219170" rtl="0" eaLnBrk="1" latinLnBrk="0" hangingPunct="1">
              <a:lnSpc>
                <a:spcPct val="90000"/>
              </a:lnSpc>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lvl="0" rtl="1" fontAlgn="auto">
              <a:spcAft>
                <a:spcPts val="0"/>
              </a:spcAft>
            </a:pPr>
            <a:r>
              <a:rPr lang="ar-SA" sz="4400" u="sng" dirty="0">
                <a:solidFill>
                  <a:srgbClr val="4472C4"/>
                </a:solidFill>
              </a:rPr>
              <a:t>5-	مزايا وعيوب الفيديو التفاعلي</a:t>
            </a:r>
            <a:endParaRPr kumimoji="0" lang="ar-SA" sz="4400" b="1" i="0" u="sng" strike="noStrike" kern="1200" cap="none" spc="0" normalizeH="0" baseline="0" noProof="0" dirty="0">
              <a:ln>
                <a:noFill/>
              </a:ln>
              <a:solidFill>
                <a:srgbClr val="4472C4"/>
              </a:solidFill>
              <a:effectLst/>
              <a:uLnTx/>
              <a:uFillTx/>
              <a:latin typeface="Roboto" panose="02000000000000000000" pitchFamily="2" charset="0"/>
              <a:cs typeface="Times New Roman" panose="02020603050405020304" pitchFamily="18" charset="0"/>
            </a:endParaRPr>
          </a:p>
        </p:txBody>
      </p:sp>
      <p:sp>
        <p:nvSpPr>
          <p:cNvPr id="2" name="Rectangle 1"/>
          <p:cNvSpPr/>
          <p:nvPr/>
        </p:nvSpPr>
        <p:spPr>
          <a:xfrm>
            <a:off x="6754106" y="1444330"/>
            <a:ext cx="4411785" cy="584775"/>
          </a:xfrm>
          <a:prstGeom prst="rect">
            <a:avLst/>
          </a:prstGeom>
        </p:spPr>
        <p:txBody>
          <a:bodyPr wrap="none">
            <a:spAutoFit/>
          </a:bodyPr>
          <a:lstStyle/>
          <a:p>
            <a:r>
              <a:rPr lang="ar-SA" sz="3200" b="1" dirty="0">
                <a:solidFill>
                  <a:srgbClr val="FF0000"/>
                </a:solidFill>
                <a:cs typeface="Simplified Arabic" panose="02020603050405020304" pitchFamily="18" charset="-78"/>
              </a:rPr>
              <a:t>أما عيوب الفيديو التفاعلى فهي:</a:t>
            </a:r>
            <a:endParaRPr lang="en-US" sz="3200" b="1" dirty="0">
              <a:solidFill>
                <a:srgbClr val="FF0000"/>
              </a:solidFill>
              <a:cs typeface="Simplified Arabic" panose="02020603050405020304" pitchFamily="18" charset="-78"/>
            </a:endParaRPr>
          </a:p>
        </p:txBody>
      </p:sp>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754634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22" presetClass="entr" presetSubtype="1" fill="hold" nodeType="withEffect">
                                  <p:stCondLst>
                                    <p:cond delay="0"/>
                                  </p:stCondLst>
                                  <p:childTnLst>
                                    <p:set>
                                      <p:cBhvr>
                                        <p:cTn id="8" dur="1" fill="hold">
                                          <p:stCondLst>
                                            <p:cond delay="0"/>
                                          </p:stCondLst>
                                        </p:cTn>
                                        <p:tgtEl>
                                          <p:spTgt spid="3"/>
                                        </p:tgtEl>
                                        <p:attrNameLst>
                                          <p:attrName>style.visibility</p:attrName>
                                        </p:attrNameLst>
                                      </p:cBhvr>
                                      <p:to>
                                        <p:strVal val="visible"/>
                                      </p:to>
                                    </p:set>
                                    <p:animEffect transition="in" filter="wipe(up)">
                                      <p:cBhvr>
                                        <p:cTn id="9" dur="2500"/>
                                        <p:tgtEl>
                                          <p:spTgt spid="3"/>
                                        </p:tgtEl>
                                      </p:cBhvr>
                                    </p:animEffect>
                                  </p:childTnLst>
                                </p:cTn>
                              </p:par>
                              <p:par>
                                <p:cTn id="10" presetID="53" presetClass="entr" presetSubtype="16" fill="hold" grpId="0" nodeType="withEffect">
                                  <p:stCondLst>
                                    <p:cond delay="1250"/>
                                  </p:stCondLst>
                                  <p:childTnLst>
                                    <p:set>
                                      <p:cBhvr>
                                        <p:cTn id="11" dur="1" fill="hold">
                                          <p:stCondLst>
                                            <p:cond delay="0"/>
                                          </p:stCondLst>
                                        </p:cTn>
                                        <p:tgtEl>
                                          <p:spTgt spid="31"/>
                                        </p:tgtEl>
                                        <p:attrNameLst>
                                          <p:attrName>style.visibility</p:attrName>
                                        </p:attrNameLst>
                                      </p:cBhvr>
                                      <p:to>
                                        <p:strVal val="visible"/>
                                      </p:to>
                                    </p:set>
                                    <p:anim calcmode="lin" valueType="num">
                                      <p:cBhvr>
                                        <p:cTn id="12" dur="500" fill="hold"/>
                                        <p:tgtEl>
                                          <p:spTgt spid="31"/>
                                        </p:tgtEl>
                                        <p:attrNameLst>
                                          <p:attrName>ppt_w</p:attrName>
                                        </p:attrNameLst>
                                      </p:cBhvr>
                                      <p:tavLst>
                                        <p:tav tm="0">
                                          <p:val>
                                            <p:fltVal val="0"/>
                                          </p:val>
                                        </p:tav>
                                        <p:tav tm="100000">
                                          <p:val>
                                            <p:strVal val="#ppt_w"/>
                                          </p:val>
                                        </p:tav>
                                      </p:tavLst>
                                    </p:anim>
                                    <p:anim calcmode="lin" valueType="num">
                                      <p:cBhvr>
                                        <p:cTn id="13" dur="500" fill="hold"/>
                                        <p:tgtEl>
                                          <p:spTgt spid="31"/>
                                        </p:tgtEl>
                                        <p:attrNameLst>
                                          <p:attrName>ppt_h</p:attrName>
                                        </p:attrNameLst>
                                      </p:cBhvr>
                                      <p:tavLst>
                                        <p:tav tm="0">
                                          <p:val>
                                            <p:fltVal val="0"/>
                                          </p:val>
                                        </p:tav>
                                        <p:tav tm="100000">
                                          <p:val>
                                            <p:strVal val="#ppt_h"/>
                                          </p:val>
                                        </p:tav>
                                      </p:tavLst>
                                    </p:anim>
                                    <p:animEffect transition="in" filter="fade">
                                      <p:cBhvr>
                                        <p:cTn id="14" dur="500"/>
                                        <p:tgtEl>
                                          <p:spTgt spid="31"/>
                                        </p:tgtEl>
                                      </p:cBhvr>
                                    </p:animEffect>
                                  </p:childTnLst>
                                </p:cTn>
                              </p:par>
                              <p:par>
                                <p:cTn id="15" presetID="22" presetClass="entr" presetSubtype="8" fill="hold" nodeType="withEffect">
                                  <p:stCondLst>
                                    <p:cond delay="1500"/>
                                  </p:stCondLst>
                                  <p:childTnLst>
                                    <p:set>
                                      <p:cBhvr>
                                        <p:cTn id="16" dur="1" fill="hold">
                                          <p:stCondLst>
                                            <p:cond delay="0"/>
                                          </p:stCondLst>
                                        </p:cTn>
                                        <p:tgtEl>
                                          <p:spTgt spid="33"/>
                                        </p:tgtEl>
                                        <p:attrNameLst>
                                          <p:attrName>style.visibility</p:attrName>
                                        </p:attrNameLst>
                                      </p:cBhvr>
                                      <p:to>
                                        <p:strVal val="visible"/>
                                      </p:to>
                                    </p:set>
                                    <p:animEffect transition="in" filter="wipe(left)">
                                      <p:cBhvr>
                                        <p:cTn id="17" dur="500"/>
                                        <p:tgtEl>
                                          <p:spTgt spid="33"/>
                                        </p:tgtEl>
                                      </p:cBhvr>
                                    </p:animEffect>
                                  </p:childTnLst>
                                </p:cTn>
                              </p:par>
                              <p:par>
                                <p:cTn id="18" presetID="10" presetClass="entr" presetSubtype="0" fill="hold" grpId="0" nodeType="withEffect">
                                  <p:stCondLst>
                                    <p:cond delay="1500"/>
                                  </p:stCondLst>
                                  <p:childTnLst>
                                    <p:set>
                                      <p:cBhvr>
                                        <p:cTn id="19" dur="1" fill="hold">
                                          <p:stCondLst>
                                            <p:cond delay="0"/>
                                          </p:stCondLst>
                                        </p:cTn>
                                        <p:tgtEl>
                                          <p:spTgt spid="34"/>
                                        </p:tgtEl>
                                        <p:attrNameLst>
                                          <p:attrName>style.visibility</p:attrName>
                                        </p:attrNameLst>
                                      </p:cBhvr>
                                      <p:to>
                                        <p:strVal val="visible"/>
                                      </p:to>
                                    </p:set>
                                    <p:animEffect transition="in" filter="fade">
                                      <p:cBhvr>
                                        <p:cTn id="20" dur="500"/>
                                        <p:tgtEl>
                                          <p:spTgt spid="34"/>
                                        </p:tgtEl>
                                      </p:cBhvr>
                                    </p:animEffect>
                                  </p:childTnLst>
                                </p:cTn>
                              </p:par>
                              <p:par>
                                <p:cTn id="21" presetID="22" presetClass="entr" presetSubtype="8" fill="hold" grpId="0" nodeType="withEffect">
                                  <p:stCondLst>
                                    <p:cond delay="1750"/>
                                  </p:stCondLst>
                                  <p:childTnLst>
                                    <p:set>
                                      <p:cBhvr>
                                        <p:cTn id="22" dur="1" fill="hold">
                                          <p:stCondLst>
                                            <p:cond delay="0"/>
                                          </p:stCondLst>
                                        </p:cTn>
                                        <p:tgtEl>
                                          <p:spTgt spid="35"/>
                                        </p:tgtEl>
                                        <p:attrNameLst>
                                          <p:attrName>style.visibility</p:attrName>
                                        </p:attrNameLst>
                                      </p:cBhvr>
                                      <p:to>
                                        <p:strVal val="visible"/>
                                      </p:to>
                                    </p:set>
                                    <p:animEffect transition="in" filter="wipe(left)">
                                      <p:cBhvr>
                                        <p:cTn id="23" dur="500"/>
                                        <p:tgtEl>
                                          <p:spTgt spid="35"/>
                                        </p:tgtEl>
                                      </p:cBhvr>
                                    </p:animEffect>
                                  </p:childTnLst>
                                </p:cTn>
                              </p:par>
                              <p:par>
                                <p:cTn id="24" presetID="53" presetClass="entr" presetSubtype="16" fill="hold" grpId="0" nodeType="withEffect">
                                  <p:stCondLst>
                                    <p:cond delay="2250"/>
                                  </p:stCondLst>
                                  <p:childTnLst>
                                    <p:set>
                                      <p:cBhvr>
                                        <p:cTn id="25" dur="1" fill="hold">
                                          <p:stCondLst>
                                            <p:cond delay="0"/>
                                          </p:stCondLst>
                                        </p:cTn>
                                        <p:tgtEl>
                                          <p:spTgt spid="38"/>
                                        </p:tgtEl>
                                        <p:attrNameLst>
                                          <p:attrName>style.visibility</p:attrName>
                                        </p:attrNameLst>
                                      </p:cBhvr>
                                      <p:to>
                                        <p:strVal val="visible"/>
                                      </p:to>
                                    </p:set>
                                    <p:anim calcmode="lin" valueType="num">
                                      <p:cBhvr>
                                        <p:cTn id="26" dur="500" fill="hold"/>
                                        <p:tgtEl>
                                          <p:spTgt spid="38"/>
                                        </p:tgtEl>
                                        <p:attrNameLst>
                                          <p:attrName>ppt_w</p:attrName>
                                        </p:attrNameLst>
                                      </p:cBhvr>
                                      <p:tavLst>
                                        <p:tav tm="0">
                                          <p:val>
                                            <p:fltVal val="0"/>
                                          </p:val>
                                        </p:tav>
                                        <p:tav tm="100000">
                                          <p:val>
                                            <p:strVal val="#ppt_w"/>
                                          </p:val>
                                        </p:tav>
                                      </p:tavLst>
                                    </p:anim>
                                    <p:anim calcmode="lin" valueType="num">
                                      <p:cBhvr>
                                        <p:cTn id="27" dur="500" fill="hold"/>
                                        <p:tgtEl>
                                          <p:spTgt spid="38"/>
                                        </p:tgtEl>
                                        <p:attrNameLst>
                                          <p:attrName>ppt_h</p:attrName>
                                        </p:attrNameLst>
                                      </p:cBhvr>
                                      <p:tavLst>
                                        <p:tav tm="0">
                                          <p:val>
                                            <p:fltVal val="0"/>
                                          </p:val>
                                        </p:tav>
                                        <p:tav tm="100000">
                                          <p:val>
                                            <p:strVal val="#ppt_h"/>
                                          </p:val>
                                        </p:tav>
                                      </p:tavLst>
                                    </p:anim>
                                    <p:animEffect transition="in" filter="fade">
                                      <p:cBhvr>
                                        <p:cTn id="28" dur="500"/>
                                        <p:tgtEl>
                                          <p:spTgt spid="38"/>
                                        </p:tgtEl>
                                      </p:cBhvr>
                                    </p:animEffect>
                                  </p:childTnLst>
                                </p:cTn>
                              </p:par>
                              <p:par>
                                <p:cTn id="29" presetID="22" presetClass="entr" presetSubtype="2" fill="hold" nodeType="withEffect">
                                  <p:stCondLst>
                                    <p:cond delay="2500"/>
                                  </p:stCondLst>
                                  <p:childTnLst>
                                    <p:set>
                                      <p:cBhvr>
                                        <p:cTn id="30" dur="1" fill="hold">
                                          <p:stCondLst>
                                            <p:cond delay="0"/>
                                          </p:stCondLst>
                                        </p:cTn>
                                        <p:tgtEl>
                                          <p:spTgt spid="40"/>
                                        </p:tgtEl>
                                        <p:attrNameLst>
                                          <p:attrName>style.visibility</p:attrName>
                                        </p:attrNameLst>
                                      </p:cBhvr>
                                      <p:to>
                                        <p:strVal val="visible"/>
                                      </p:to>
                                    </p:set>
                                    <p:animEffect transition="in" filter="wipe(right)">
                                      <p:cBhvr>
                                        <p:cTn id="31" dur="500"/>
                                        <p:tgtEl>
                                          <p:spTgt spid="40"/>
                                        </p:tgtEl>
                                      </p:cBhvr>
                                    </p:animEffect>
                                  </p:childTnLst>
                                </p:cTn>
                              </p:par>
                              <p:par>
                                <p:cTn id="32" presetID="10" presetClass="entr" presetSubtype="0" fill="hold" grpId="0" nodeType="withEffect">
                                  <p:stCondLst>
                                    <p:cond delay="2500"/>
                                  </p:stCondLst>
                                  <p:childTnLst>
                                    <p:set>
                                      <p:cBhvr>
                                        <p:cTn id="33" dur="1" fill="hold">
                                          <p:stCondLst>
                                            <p:cond delay="0"/>
                                          </p:stCondLst>
                                        </p:cTn>
                                        <p:tgtEl>
                                          <p:spTgt spid="41"/>
                                        </p:tgtEl>
                                        <p:attrNameLst>
                                          <p:attrName>style.visibility</p:attrName>
                                        </p:attrNameLst>
                                      </p:cBhvr>
                                      <p:to>
                                        <p:strVal val="visible"/>
                                      </p:to>
                                    </p:set>
                                    <p:animEffect transition="in" filter="fade">
                                      <p:cBhvr>
                                        <p:cTn id="34" dur="500"/>
                                        <p:tgtEl>
                                          <p:spTgt spid="41"/>
                                        </p:tgtEl>
                                      </p:cBhvr>
                                    </p:animEffect>
                                  </p:childTnLst>
                                </p:cTn>
                              </p:par>
                              <p:par>
                                <p:cTn id="35" presetID="22" presetClass="entr" presetSubtype="2" fill="hold" grpId="0" nodeType="withEffect">
                                  <p:stCondLst>
                                    <p:cond delay="2750"/>
                                  </p:stCondLst>
                                  <p:childTnLst>
                                    <p:set>
                                      <p:cBhvr>
                                        <p:cTn id="36" dur="1" fill="hold">
                                          <p:stCondLst>
                                            <p:cond delay="0"/>
                                          </p:stCondLst>
                                        </p:cTn>
                                        <p:tgtEl>
                                          <p:spTgt spid="42"/>
                                        </p:tgtEl>
                                        <p:attrNameLst>
                                          <p:attrName>style.visibility</p:attrName>
                                        </p:attrNameLst>
                                      </p:cBhvr>
                                      <p:to>
                                        <p:strVal val="visible"/>
                                      </p:to>
                                    </p:set>
                                    <p:animEffect transition="in" filter="wipe(right)">
                                      <p:cBhvr>
                                        <p:cTn id="37"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p:bldP spid="35" grpId="0"/>
      <p:bldP spid="38" grpId="0" animBg="1"/>
      <p:bldP spid="41" grpId="0"/>
      <p:bldP spid="42" grpId="0"/>
      <p:bldP spid="15" grpId="0"/>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Diagram 4"/>
          <p:cNvGraphicFramePr/>
          <p:nvPr>
            <p:extLst/>
          </p:nvPr>
        </p:nvGraphicFramePr>
        <p:xfrm>
          <a:off x="2239513" y="2011680"/>
          <a:ext cx="9711481" cy="294014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0" name="TextBox 49"/>
          <p:cNvSpPr txBox="1"/>
          <p:nvPr/>
        </p:nvSpPr>
        <p:spPr>
          <a:xfrm>
            <a:off x="3219971" y="2374057"/>
            <a:ext cx="7702029" cy="451850"/>
          </a:xfrm>
          <a:prstGeom prst="rect">
            <a:avLst/>
          </a:prstGeom>
          <a:noFill/>
        </p:spPr>
        <p:txBody>
          <a:bodyPr wrap="square" rIns="144000" bIns="36000" numCol="1" spcCol="360000">
            <a:spAutoFit/>
          </a:bodyPr>
          <a:lstStyle/>
          <a:p>
            <a:pPr algn="ctr" rtl="1" fontAlgn="auto">
              <a:spcBef>
                <a:spcPts val="0"/>
              </a:spcBef>
              <a:spcAft>
                <a:spcPts val="0"/>
              </a:spcAft>
              <a:defRPr/>
            </a:pPr>
            <a:r>
              <a:rPr lang="ar-SA" sz="2400" b="1" dirty="0" smtClean="0">
                <a:solidFill>
                  <a:prstClr val="white"/>
                </a:solidFill>
                <a:latin typeface="Calibri" panose="020F0502020204030204"/>
                <a:ea typeface="Roboto" panose="02000000000000000000" pitchFamily="2" charset="0"/>
                <a:cs typeface="Simplified Arabic" panose="02020603050405020304" pitchFamily="18" charset="-78"/>
              </a:rPr>
              <a:t>حدوث </a:t>
            </a:r>
            <a:r>
              <a:rPr lang="ar-SA" sz="2400" b="1" dirty="0">
                <a:solidFill>
                  <a:prstClr val="white"/>
                </a:solidFill>
                <a:latin typeface="Calibri" panose="020F0502020204030204"/>
                <a:ea typeface="Roboto" panose="02000000000000000000" pitchFamily="2" charset="0"/>
                <a:cs typeface="Simplified Arabic" panose="02020603050405020304" pitchFamily="18" charset="-78"/>
              </a:rPr>
              <a:t>أعطال خارجية في البيئة المحيطة للعرض</a:t>
            </a:r>
            <a:endParaRPr lang="en-US" dirty="0">
              <a:solidFill>
                <a:prstClr val="white">
                  <a:lumMod val="95000"/>
                </a:prstClr>
              </a:solidFill>
              <a:latin typeface="Calibri" panose="020F0502020204030204"/>
              <a:ea typeface="Roboto" panose="02000000000000000000" pitchFamily="2" charset="0"/>
              <a:cs typeface="Simplified Arabic" panose="02020603050405020304" pitchFamily="18" charset="-78"/>
            </a:endParaRPr>
          </a:p>
        </p:txBody>
      </p:sp>
      <p:sp>
        <p:nvSpPr>
          <p:cNvPr id="51" name="TextBox 50"/>
          <p:cNvSpPr txBox="1"/>
          <p:nvPr/>
        </p:nvSpPr>
        <p:spPr>
          <a:xfrm>
            <a:off x="3079803" y="4125978"/>
            <a:ext cx="8732885" cy="451850"/>
          </a:xfrm>
          <a:prstGeom prst="rect">
            <a:avLst/>
          </a:prstGeom>
          <a:noFill/>
        </p:spPr>
        <p:txBody>
          <a:bodyPr wrap="square" rIns="144000" bIns="36000" numCol="1" spcCol="360000">
            <a:spAutoFit/>
          </a:bodyPr>
          <a:lstStyle/>
          <a:p>
            <a:pPr algn="ctr" rtl="1" fontAlgn="auto">
              <a:spcBef>
                <a:spcPts val="0"/>
              </a:spcBef>
              <a:spcAft>
                <a:spcPts val="0"/>
              </a:spcAft>
              <a:defRPr/>
            </a:pPr>
            <a:r>
              <a:rPr lang="ar-SA" sz="2400" b="1" dirty="0">
                <a:solidFill>
                  <a:prstClr val="white"/>
                </a:solidFill>
                <a:latin typeface="Calibri" panose="020F0502020204030204"/>
                <a:ea typeface="Roboto" panose="02000000000000000000" pitchFamily="2" charset="0"/>
                <a:cs typeface="Simplified Arabic" panose="02020603050405020304" pitchFamily="18" charset="-78"/>
              </a:rPr>
              <a:t>قد تتعرض أجهزة العرض للمادة التعليمية إلى التلف</a:t>
            </a:r>
            <a:endParaRPr lang="en-US" dirty="0">
              <a:solidFill>
                <a:prstClr val="white">
                  <a:lumMod val="95000"/>
                </a:prstClr>
              </a:solidFill>
              <a:latin typeface="Calibri" panose="020F0502020204030204"/>
              <a:ea typeface="Roboto" panose="02000000000000000000" pitchFamily="2" charset="0"/>
              <a:cs typeface="Simplified Arabic" panose="02020603050405020304" pitchFamily="18" charset="-78"/>
            </a:endParaRPr>
          </a:p>
        </p:txBody>
      </p:sp>
      <p:sp>
        <p:nvSpPr>
          <p:cNvPr id="52" name="TextBox 51"/>
          <p:cNvSpPr txBox="1"/>
          <p:nvPr/>
        </p:nvSpPr>
        <p:spPr>
          <a:xfrm>
            <a:off x="2967201" y="3240716"/>
            <a:ext cx="9018053" cy="451850"/>
          </a:xfrm>
          <a:prstGeom prst="rect">
            <a:avLst/>
          </a:prstGeom>
          <a:noFill/>
        </p:spPr>
        <p:txBody>
          <a:bodyPr wrap="square" rIns="144000" bIns="36000" numCol="1" spcCol="360000">
            <a:spAutoFit/>
          </a:bodyPr>
          <a:lstStyle/>
          <a:p>
            <a:pPr algn="ctr" rtl="1" fontAlgn="auto">
              <a:spcBef>
                <a:spcPts val="0"/>
              </a:spcBef>
              <a:spcAft>
                <a:spcPts val="0"/>
              </a:spcAft>
              <a:defRPr/>
            </a:pPr>
            <a:r>
              <a:rPr lang="ar-SA" sz="2400" b="1" dirty="0">
                <a:solidFill>
                  <a:prstClr val="white"/>
                </a:solidFill>
                <a:latin typeface="Calibri" panose="020F0502020204030204"/>
                <a:ea typeface="Roboto" panose="02000000000000000000" pitchFamily="2" charset="0"/>
                <a:cs typeface="Simplified Arabic" panose="02020603050405020304" pitchFamily="18" charset="-78"/>
              </a:rPr>
              <a:t>الحاجة الدائمة إلى وجود فني متخصص لمتابعة الأجهزة واستخدامها من صيانة وتشغيل</a:t>
            </a:r>
            <a:endParaRPr lang="en-US" dirty="0">
              <a:solidFill>
                <a:prstClr val="white">
                  <a:lumMod val="95000"/>
                </a:prstClr>
              </a:solidFill>
              <a:latin typeface="Calibri" panose="020F0502020204030204"/>
              <a:ea typeface="Roboto" panose="02000000000000000000" pitchFamily="2" charset="0"/>
              <a:cs typeface="Simplified Arabic" panose="02020603050405020304" pitchFamily="18" charset="-78"/>
            </a:endParaRPr>
          </a:p>
        </p:txBody>
      </p:sp>
      <p:sp>
        <p:nvSpPr>
          <p:cNvPr id="54" name="Oval 4"/>
          <p:cNvSpPr/>
          <p:nvPr/>
        </p:nvSpPr>
        <p:spPr>
          <a:xfrm>
            <a:off x="3430815" y="3105202"/>
            <a:ext cx="754246" cy="75424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fontAlgn="auto">
              <a:lnSpc>
                <a:spcPct val="90000"/>
              </a:lnSpc>
              <a:spcAft>
                <a:spcPct val="35000"/>
              </a:spcAft>
            </a:pPr>
            <a:endParaRPr lang="id-ID" sz="3600" dirty="0">
              <a:solidFill>
                <a:srgbClr val="FFC000"/>
              </a:solidFill>
              <a:latin typeface="FontAwesome" pitchFamily="2" charset="0"/>
            </a:endParaRPr>
          </a:p>
        </p:txBody>
      </p:sp>
      <p:sp>
        <p:nvSpPr>
          <p:cNvPr id="57" name="Oval 4"/>
          <p:cNvSpPr/>
          <p:nvPr/>
        </p:nvSpPr>
        <p:spPr>
          <a:xfrm>
            <a:off x="3218109" y="2206882"/>
            <a:ext cx="754247" cy="754247"/>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fontAlgn="auto">
              <a:spcBef>
                <a:spcPts val="0"/>
              </a:spcBef>
              <a:spcAft>
                <a:spcPts val="0"/>
              </a:spcAft>
            </a:pPr>
            <a:endParaRPr lang="id-ID" sz="3200" dirty="0">
              <a:solidFill>
                <a:srgbClr val="C00000"/>
              </a:solidFill>
              <a:latin typeface="FontAwesome" pitchFamily="2" charset="0"/>
            </a:endParaRPr>
          </a:p>
        </p:txBody>
      </p:sp>
      <p:sp>
        <p:nvSpPr>
          <p:cNvPr id="60" name="Oval 4"/>
          <p:cNvSpPr/>
          <p:nvPr/>
        </p:nvSpPr>
        <p:spPr>
          <a:xfrm>
            <a:off x="742657" y="3171631"/>
            <a:ext cx="1265827" cy="754248"/>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fontAlgn="auto">
              <a:lnSpc>
                <a:spcPct val="90000"/>
              </a:lnSpc>
              <a:spcAft>
                <a:spcPct val="35000"/>
              </a:spcAft>
            </a:pPr>
            <a:r>
              <a:rPr lang="ar-SA" sz="2400" b="1" dirty="0">
                <a:solidFill>
                  <a:schemeClr val="bg1"/>
                </a:solidFill>
                <a:cs typeface="Simplified Arabic" panose="02020603050405020304" pitchFamily="18" charset="-78"/>
              </a:rPr>
              <a:t>الفيديو التفاعلي</a:t>
            </a:r>
            <a:endParaRPr lang="id-ID" sz="2400" b="1" dirty="0">
              <a:solidFill>
                <a:schemeClr val="bg1"/>
              </a:solidFill>
              <a:latin typeface="FontAwesome" pitchFamily="2" charset="0"/>
            </a:endParaRPr>
          </a:p>
        </p:txBody>
      </p:sp>
      <p:sp>
        <p:nvSpPr>
          <p:cNvPr id="27" name="Title 6"/>
          <p:cNvSpPr txBox="1">
            <a:spLocks/>
          </p:cNvSpPr>
          <p:nvPr/>
        </p:nvSpPr>
        <p:spPr>
          <a:xfrm>
            <a:off x="1270000" y="685684"/>
            <a:ext cx="9652000" cy="471365"/>
          </a:xfrm>
          <a:prstGeom prst="rect">
            <a:avLst/>
          </a:prstGeom>
        </p:spPr>
        <p:txBody>
          <a:bodyPr wrap="none" lIns="0" tIns="0" rIns="0" bIns="0" anchor="ctr">
            <a:noAutofit/>
          </a:bodyPr>
          <a:lstStyle>
            <a:lvl1pPr algn="ctr" defTabSz="1219170" rtl="0" eaLnBrk="1" latinLnBrk="0" hangingPunct="1">
              <a:lnSpc>
                <a:spcPct val="90000"/>
              </a:lnSpc>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lvl="0" rtl="1" fontAlgn="auto">
              <a:spcAft>
                <a:spcPts val="0"/>
              </a:spcAft>
            </a:pPr>
            <a:r>
              <a:rPr lang="ar-SA" sz="4400" u="sng" dirty="0">
                <a:solidFill>
                  <a:srgbClr val="4472C4"/>
                </a:solidFill>
              </a:rPr>
              <a:t>5-	مزايا وعيوب الفيديو التفاعلي</a:t>
            </a:r>
          </a:p>
        </p:txBody>
      </p:sp>
      <p:sp>
        <p:nvSpPr>
          <p:cNvPr id="3" name="TextBox 2"/>
          <p:cNvSpPr txBox="1"/>
          <p:nvPr/>
        </p:nvSpPr>
        <p:spPr>
          <a:xfrm>
            <a:off x="2459448" y="2388304"/>
            <a:ext cx="340158" cy="461665"/>
          </a:xfrm>
          <a:prstGeom prst="rect">
            <a:avLst/>
          </a:prstGeom>
          <a:noFill/>
        </p:spPr>
        <p:txBody>
          <a:bodyPr wrap="none" rtlCol="0">
            <a:spAutoFit/>
          </a:bodyPr>
          <a:lstStyle/>
          <a:p>
            <a:r>
              <a:rPr lang="en-US" sz="2400" b="1" dirty="0" smtClean="0">
                <a:cs typeface="Simplified Arabic" panose="02020603050405020304" pitchFamily="18" charset="-78"/>
              </a:rPr>
              <a:t>4</a:t>
            </a:r>
            <a:endParaRPr lang="en-US" b="1" dirty="0">
              <a:cs typeface="Simplified Arabic" panose="02020603050405020304" pitchFamily="18" charset="-78"/>
            </a:endParaRPr>
          </a:p>
        </p:txBody>
      </p:sp>
      <p:sp>
        <p:nvSpPr>
          <p:cNvPr id="6" name="TextBox 5"/>
          <p:cNvSpPr txBox="1"/>
          <p:nvPr/>
        </p:nvSpPr>
        <p:spPr>
          <a:xfrm>
            <a:off x="2457204" y="3277917"/>
            <a:ext cx="340158" cy="461665"/>
          </a:xfrm>
          <a:prstGeom prst="rect">
            <a:avLst/>
          </a:prstGeom>
          <a:noFill/>
        </p:spPr>
        <p:txBody>
          <a:bodyPr wrap="none" rtlCol="0">
            <a:spAutoFit/>
          </a:bodyPr>
          <a:lstStyle/>
          <a:p>
            <a:r>
              <a:rPr lang="en-US" sz="2400" b="1" dirty="0" smtClean="0">
                <a:cs typeface="Simplified Arabic" panose="02020603050405020304" pitchFamily="18" charset="-78"/>
              </a:rPr>
              <a:t>5</a:t>
            </a:r>
            <a:endParaRPr lang="en-US" b="1" dirty="0">
              <a:cs typeface="Simplified Arabic" panose="02020603050405020304" pitchFamily="18" charset="-78"/>
            </a:endParaRPr>
          </a:p>
        </p:txBody>
      </p:sp>
      <p:sp>
        <p:nvSpPr>
          <p:cNvPr id="7" name="TextBox 6"/>
          <p:cNvSpPr txBox="1"/>
          <p:nvPr/>
        </p:nvSpPr>
        <p:spPr>
          <a:xfrm>
            <a:off x="2457204" y="4202182"/>
            <a:ext cx="340158" cy="461665"/>
          </a:xfrm>
          <a:prstGeom prst="rect">
            <a:avLst/>
          </a:prstGeom>
          <a:noFill/>
        </p:spPr>
        <p:txBody>
          <a:bodyPr wrap="none" rtlCol="0">
            <a:spAutoFit/>
          </a:bodyPr>
          <a:lstStyle/>
          <a:p>
            <a:r>
              <a:rPr lang="en-US" sz="2400" b="1" dirty="0" smtClean="0">
                <a:cs typeface="Simplified Arabic" panose="02020603050405020304" pitchFamily="18" charset="-78"/>
              </a:rPr>
              <a:t>6</a:t>
            </a:r>
            <a:endParaRPr lang="en-US" b="1" dirty="0">
              <a:cs typeface="Simplified Arabic" panose="02020603050405020304" pitchFamily="18" charset="-78"/>
            </a:endParaRPr>
          </a:p>
        </p:txBody>
      </p:sp>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121604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500"/>
                                  </p:stCondLst>
                                  <p:childTnLst>
                                    <p:set>
                                      <p:cBhvr>
                                        <p:cTn id="6" dur="1" fill="hold">
                                          <p:stCondLst>
                                            <p:cond delay="0"/>
                                          </p:stCondLst>
                                        </p:cTn>
                                        <p:tgtEl>
                                          <p:spTgt spid="5">
                                            <p:graphicEl>
                                              <a:dgm id="{78832E72-F703-4C47-AAA5-64154F10AE41}"/>
                                            </p:graphicEl>
                                          </p:spTgt>
                                        </p:tgtEl>
                                        <p:attrNameLst>
                                          <p:attrName>style.visibility</p:attrName>
                                        </p:attrNameLst>
                                      </p:cBhvr>
                                      <p:to>
                                        <p:strVal val="visible"/>
                                      </p:to>
                                    </p:set>
                                    <p:animEffect transition="in" filter="wipe(left)">
                                      <p:cBhvr>
                                        <p:cTn id="7" dur="500"/>
                                        <p:tgtEl>
                                          <p:spTgt spid="5">
                                            <p:graphicEl>
                                              <a:dgm id="{78832E72-F703-4C47-AAA5-64154F10AE41}"/>
                                            </p:graphicEl>
                                          </p:spTgt>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
                                            <p:graphicEl>
                                              <a:dgm id="{91E77D32-1797-407C-AD06-049179877358}"/>
                                            </p:graphicEl>
                                          </p:spTgt>
                                        </p:tgtEl>
                                        <p:attrNameLst>
                                          <p:attrName>style.visibility</p:attrName>
                                        </p:attrNameLst>
                                      </p:cBhvr>
                                      <p:to>
                                        <p:strVal val="visible"/>
                                      </p:to>
                                    </p:set>
                                    <p:animEffect transition="in" filter="wipe(left)">
                                      <p:cBhvr>
                                        <p:cTn id="10" dur="500"/>
                                        <p:tgtEl>
                                          <p:spTgt spid="5">
                                            <p:graphicEl>
                                              <a:dgm id="{91E77D32-1797-407C-AD06-049179877358}"/>
                                            </p:graphicEl>
                                          </p:spTgt>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
                                            <p:graphicEl>
                                              <a:dgm id="{DB9E7401-3FC8-4B04-9EF3-EDD9CC5CE259}"/>
                                            </p:graphicEl>
                                          </p:spTgt>
                                        </p:tgtEl>
                                        <p:attrNameLst>
                                          <p:attrName>style.visibility</p:attrName>
                                        </p:attrNameLst>
                                      </p:cBhvr>
                                      <p:to>
                                        <p:strVal val="visible"/>
                                      </p:to>
                                    </p:set>
                                    <p:animEffect transition="in" filter="wipe(left)">
                                      <p:cBhvr>
                                        <p:cTn id="13" dur="500"/>
                                        <p:tgtEl>
                                          <p:spTgt spid="5">
                                            <p:graphicEl>
                                              <a:dgm id="{DB9E7401-3FC8-4B04-9EF3-EDD9CC5CE259}"/>
                                            </p:graphicEl>
                                          </p:spTgt>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5">
                                            <p:graphicEl>
                                              <a:dgm id="{DBC25E09-3833-4F8F-8DF5-1C0B44C0EF9C}"/>
                                            </p:graphicEl>
                                          </p:spTgt>
                                        </p:tgtEl>
                                        <p:attrNameLst>
                                          <p:attrName>style.visibility</p:attrName>
                                        </p:attrNameLst>
                                      </p:cBhvr>
                                      <p:to>
                                        <p:strVal val="visible"/>
                                      </p:to>
                                    </p:set>
                                    <p:animEffect transition="in" filter="wipe(left)">
                                      <p:cBhvr>
                                        <p:cTn id="16" dur="500"/>
                                        <p:tgtEl>
                                          <p:spTgt spid="5">
                                            <p:graphicEl>
                                              <a:dgm id="{DBC25E09-3833-4F8F-8DF5-1C0B44C0EF9C}"/>
                                            </p:graphicEl>
                                          </p:spTgt>
                                        </p:tgtEl>
                                      </p:cBhvr>
                                    </p:animEffect>
                                  </p:childTnLst>
                                </p:cTn>
                              </p:par>
                              <p:par>
                                <p:cTn id="17" presetID="22" presetClass="entr" presetSubtype="8" fill="hold" grpId="0" nodeType="withEffect">
                                  <p:stCondLst>
                                    <p:cond delay="500"/>
                                  </p:stCondLst>
                                  <p:childTnLst>
                                    <p:set>
                                      <p:cBhvr>
                                        <p:cTn id="18" dur="1" fill="hold">
                                          <p:stCondLst>
                                            <p:cond delay="0"/>
                                          </p:stCondLst>
                                        </p:cTn>
                                        <p:tgtEl>
                                          <p:spTgt spid="5">
                                            <p:graphicEl>
                                              <a:dgm id="{68AC2E10-C45F-41E0-A9DE-CF8CF047EF68}"/>
                                            </p:graphicEl>
                                          </p:spTgt>
                                        </p:tgtEl>
                                        <p:attrNameLst>
                                          <p:attrName>style.visibility</p:attrName>
                                        </p:attrNameLst>
                                      </p:cBhvr>
                                      <p:to>
                                        <p:strVal val="visible"/>
                                      </p:to>
                                    </p:set>
                                    <p:animEffect transition="in" filter="wipe(left)">
                                      <p:cBhvr>
                                        <p:cTn id="19" dur="500"/>
                                        <p:tgtEl>
                                          <p:spTgt spid="5">
                                            <p:graphicEl>
                                              <a:dgm id="{68AC2E10-C45F-41E0-A9DE-CF8CF047EF68}"/>
                                            </p:graphicEl>
                                          </p:spTgt>
                                        </p:tgtEl>
                                      </p:cBhvr>
                                    </p:animEffect>
                                  </p:childTnLst>
                                </p:cTn>
                              </p:par>
                              <p:par>
                                <p:cTn id="20" presetID="22" presetClass="entr" presetSubtype="8" fill="hold" grpId="0" nodeType="withEffect">
                                  <p:stCondLst>
                                    <p:cond delay="500"/>
                                  </p:stCondLst>
                                  <p:childTnLst>
                                    <p:set>
                                      <p:cBhvr>
                                        <p:cTn id="21" dur="1" fill="hold">
                                          <p:stCondLst>
                                            <p:cond delay="0"/>
                                          </p:stCondLst>
                                        </p:cTn>
                                        <p:tgtEl>
                                          <p:spTgt spid="5">
                                            <p:graphicEl>
                                              <a:dgm id="{C7615556-BC4D-4CE9-A43D-728AF1BEA7F7}"/>
                                            </p:graphicEl>
                                          </p:spTgt>
                                        </p:tgtEl>
                                        <p:attrNameLst>
                                          <p:attrName>style.visibility</p:attrName>
                                        </p:attrNameLst>
                                      </p:cBhvr>
                                      <p:to>
                                        <p:strVal val="visible"/>
                                      </p:to>
                                    </p:set>
                                    <p:animEffect transition="in" filter="wipe(left)">
                                      <p:cBhvr>
                                        <p:cTn id="22" dur="500"/>
                                        <p:tgtEl>
                                          <p:spTgt spid="5">
                                            <p:graphicEl>
                                              <a:dgm id="{C7615556-BC4D-4CE9-A43D-728AF1BEA7F7}"/>
                                            </p:graphicEl>
                                          </p:spTgt>
                                        </p:tgtEl>
                                      </p:cBhvr>
                                    </p:animEffect>
                                  </p:childTnLst>
                                </p:cTn>
                              </p:par>
                              <p:par>
                                <p:cTn id="23" presetID="22" presetClass="entr" presetSubtype="8" fill="hold" grpId="0" nodeType="withEffect">
                                  <p:stCondLst>
                                    <p:cond delay="500"/>
                                  </p:stCondLst>
                                  <p:childTnLst>
                                    <p:set>
                                      <p:cBhvr>
                                        <p:cTn id="24" dur="1" fill="hold">
                                          <p:stCondLst>
                                            <p:cond delay="0"/>
                                          </p:stCondLst>
                                        </p:cTn>
                                        <p:tgtEl>
                                          <p:spTgt spid="5">
                                            <p:graphicEl>
                                              <a:dgm id="{E4B00987-42F8-47FB-B8AA-E97EA72147A0}"/>
                                            </p:graphicEl>
                                          </p:spTgt>
                                        </p:tgtEl>
                                        <p:attrNameLst>
                                          <p:attrName>style.visibility</p:attrName>
                                        </p:attrNameLst>
                                      </p:cBhvr>
                                      <p:to>
                                        <p:strVal val="visible"/>
                                      </p:to>
                                    </p:set>
                                    <p:animEffect transition="in" filter="wipe(left)">
                                      <p:cBhvr>
                                        <p:cTn id="25" dur="500"/>
                                        <p:tgtEl>
                                          <p:spTgt spid="5">
                                            <p:graphicEl>
                                              <a:dgm id="{E4B00987-42F8-47FB-B8AA-E97EA72147A0}"/>
                                            </p:graphicEl>
                                          </p:spTgt>
                                        </p:tgtEl>
                                      </p:cBhvr>
                                    </p:animEffect>
                                  </p:childTnLst>
                                </p:cTn>
                              </p:par>
                              <p:par>
                                <p:cTn id="26" presetID="53" presetClass="entr" presetSubtype="16" fill="hold" grpId="0" nodeType="withEffect" nodePh="1">
                                  <p:stCondLst>
                                    <p:cond delay="1500"/>
                                  </p:stCondLst>
                                  <p:endCondLst>
                                    <p:cond evt="begin" delay="0">
                                      <p:tn val="26"/>
                                    </p:cond>
                                  </p:endCondLst>
                                  <p:childTnLst>
                                    <p:set>
                                      <p:cBhvr>
                                        <p:cTn id="27" dur="1" fill="hold">
                                          <p:stCondLst>
                                            <p:cond delay="0"/>
                                          </p:stCondLst>
                                        </p:cTn>
                                        <p:tgtEl>
                                          <p:spTgt spid="57"/>
                                        </p:tgtEl>
                                        <p:attrNameLst>
                                          <p:attrName>style.visibility</p:attrName>
                                        </p:attrNameLst>
                                      </p:cBhvr>
                                      <p:to>
                                        <p:strVal val="visible"/>
                                      </p:to>
                                    </p:set>
                                    <p:anim calcmode="lin" valueType="num">
                                      <p:cBhvr>
                                        <p:cTn id="28" dur="500" fill="hold"/>
                                        <p:tgtEl>
                                          <p:spTgt spid="57"/>
                                        </p:tgtEl>
                                        <p:attrNameLst>
                                          <p:attrName>ppt_w</p:attrName>
                                        </p:attrNameLst>
                                      </p:cBhvr>
                                      <p:tavLst>
                                        <p:tav tm="0">
                                          <p:val>
                                            <p:fltVal val="0"/>
                                          </p:val>
                                        </p:tav>
                                        <p:tav tm="100000">
                                          <p:val>
                                            <p:strVal val="#ppt_w"/>
                                          </p:val>
                                        </p:tav>
                                      </p:tavLst>
                                    </p:anim>
                                    <p:anim calcmode="lin" valueType="num">
                                      <p:cBhvr>
                                        <p:cTn id="29" dur="500" fill="hold"/>
                                        <p:tgtEl>
                                          <p:spTgt spid="57"/>
                                        </p:tgtEl>
                                        <p:attrNameLst>
                                          <p:attrName>ppt_h</p:attrName>
                                        </p:attrNameLst>
                                      </p:cBhvr>
                                      <p:tavLst>
                                        <p:tav tm="0">
                                          <p:val>
                                            <p:fltVal val="0"/>
                                          </p:val>
                                        </p:tav>
                                        <p:tav tm="100000">
                                          <p:val>
                                            <p:strVal val="#ppt_h"/>
                                          </p:val>
                                        </p:tav>
                                      </p:tavLst>
                                    </p:anim>
                                    <p:animEffect transition="in" filter="fade">
                                      <p:cBhvr>
                                        <p:cTn id="30" dur="500"/>
                                        <p:tgtEl>
                                          <p:spTgt spid="57"/>
                                        </p:tgtEl>
                                      </p:cBhvr>
                                    </p:animEffect>
                                  </p:childTnLst>
                                </p:cTn>
                              </p:par>
                              <p:par>
                                <p:cTn id="31" presetID="53" presetClass="entr" presetSubtype="16" fill="hold" grpId="0" nodeType="withEffect" nodePh="1">
                                  <p:stCondLst>
                                    <p:cond delay="1500"/>
                                  </p:stCondLst>
                                  <p:endCondLst>
                                    <p:cond evt="begin" delay="0">
                                      <p:tn val="31"/>
                                    </p:cond>
                                  </p:endCondLst>
                                  <p:childTnLst>
                                    <p:set>
                                      <p:cBhvr>
                                        <p:cTn id="32" dur="1" fill="hold">
                                          <p:stCondLst>
                                            <p:cond delay="0"/>
                                          </p:stCondLst>
                                        </p:cTn>
                                        <p:tgtEl>
                                          <p:spTgt spid="54"/>
                                        </p:tgtEl>
                                        <p:attrNameLst>
                                          <p:attrName>style.visibility</p:attrName>
                                        </p:attrNameLst>
                                      </p:cBhvr>
                                      <p:to>
                                        <p:strVal val="visible"/>
                                      </p:to>
                                    </p:set>
                                    <p:anim calcmode="lin" valueType="num">
                                      <p:cBhvr>
                                        <p:cTn id="33" dur="500" fill="hold"/>
                                        <p:tgtEl>
                                          <p:spTgt spid="54"/>
                                        </p:tgtEl>
                                        <p:attrNameLst>
                                          <p:attrName>ppt_w</p:attrName>
                                        </p:attrNameLst>
                                      </p:cBhvr>
                                      <p:tavLst>
                                        <p:tav tm="0">
                                          <p:val>
                                            <p:fltVal val="0"/>
                                          </p:val>
                                        </p:tav>
                                        <p:tav tm="100000">
                                          <p:val>
                                            <p:strVal val="#ppt_w"/>
                                          </p:val>
                                        </p:tav>
                                      </p:tavLst>
                                    </p:anim>
                                    <p:anim calcmode="lin" valueType="num">
                                      <p:cBhvr>
                                        <p:cTn id="34" dur="500" fill="hold"/>
                                        <p:tgtEl>
                                          <p:spTgt spid="54"/>
                                        </p:tgtEl>
                                        <p:attrNameLst>
                                          <p:attrName>ppt_h</p:attrName>
                                        </p:attrNameLst>
                                      </p:cBhvr>
                                      <p:tavLst>
                                        <p:tav tm="0">
                                          <p:val>
                                            <p:fltVal val="0"/>
                                          </p:val>
                                        </p:tav>
                                        <p:tav tm="100000">
                                          <p:val>
                                            <p:strVal val="#ppt_h"/>
                                          </p:val>
                                        </p:tav>
                                      </p:tavLst>
                                    </p:anim>
                                    <p:animEffect transition="in" filter="fade">
                                      <p:cBhvr>
                                        <p:cTn id="35" dur="500"/>
                                        <p:tgtEl>
                                          <p:spTgt spid="54"/>
                                        </p:tgtEl>
                                      </p:cBhvr>
                                    </p:animEffect>
                                  </p:childTnLst>
                                </p:cTn>
                              </p:par>
                            </p:childTnLst>
                          </p:cTn>
                        </p:par>
                        <p:par>
                          <p:cTn id="36" fill="hold">
                            <p:stCondLst>
                              <p:cond delay="2000"/>
                            </p:stCondLst>
                            <p:childTnLst>
                              <p:par>
                                <p:cTn id="37" presetID="10" presetClass="entr" presetSubtype="0" fill="hold" grpId="0" nodeType="afterEffect">
                                  <p:stCondLst>
                                    <p:cond delay="0"/>
                                  </p:stCondLst>
                                  <p:childTnLst>
                                    <p:set>
                                      <p:cBhvr>
                                        <p:cTn id="38" dur="1" fill="hold">
                                          <p:stCondLst>
                                            <p:cond delay="0"/>
                                          </p:stCondLst>
                                        </p:cTn>
                                        <p:tgtEl>
                                          <p:spTgt spid="3"/>
                                        </p:tgtEl>
                                        <p:attrNameLst>
                                          <p:attrName>style.visibility</p:attrName>
                                        </p:attrNameLst>
                                      </p:cBhvr>
                                      <p:to>
                                        <p:strVal val="visible"/>
                                      </p:to>
                                    </p:set>
                                    <p:animEffect transition="in" filter="fade">
                                      <p:cBhvr>
                                        <p:cTn id="39" dur="10"/>
                                        <p:tgtEl>
                                          <p:spTgt spid="3"/>
                                        </p:tgtEl>
                                      </p:cBhvr>
                                    </p:animEffect>
                                  </p:childTnLst>
                                </p:cTn>
                              </p:par>
                            </p:childTnLst>
                          </p:cTn>
                        </p:par>
                        <p:par>
                          <p:cTn id="40" fill="hold">
                            <p:stCondLst>
                              <p:cond delay="2010"/>
                            </p:stCondLst>
                            <p:childTnLst>
                              <p:par>
                                <p:cTn id="41" presetID="10" presetClass="entr" presetSubtype="0" fill="hold" grpId="0" nodeType="after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fade">
                                      <p:cBhvr>
                                        <p:cTn id="43" dur="10"/>
                                        <p:tgtEl>
                                          <p:spTgt spid="6"/>
                                        </p:tgtEl>
                                      </p:cBhvr>
                                    </p:animEffect>
                                  </p:childTnLst>
                                </p:cTn>
                              </p:par>
                            </p:childTnLst>
                          </p:cTn>
                        </p:par>
                        <p:par>
                          <p:cTn id="44" fill="hold">
                            <p:stCondLst>
                              <p:cond delay="2020"/>
                            </p:stCondLst>
                            <p:childTnLst>
                              <p:par>
                                <p:cTn id="45" presetID="10" presetClass="entr" presetSubtype="0" fill="hold" grpId="0" nodeType="after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fade">
                                      <p:cBhvr>
                                        <p:cTn id="47" dur="10"/>
                                        <p:tgtEl>
                                          <p:spTgt spid="7"/>
                                        </p:tgtEl>
                                      </p:cBhvr>
                                    </p:animEffect>
                                  </p:childTnLst>
                                </p:cTn>
                              </p:par>
                            </p:childTnLst>
                          </p:cTn>
                        </p:par>
                        <p:par>
                          <p:cTn id="48" fill="hold">
                            <p:stCondLst>
                              <p:cond delay="2030"/>
                            </p:stCondLst>
                            <p:childTnLst>
                              <p:par>
                                <p:cTn id="49" presetID="2" presetClass="entr" presetSubtype="2" fill="hold" grpId="0" nodeType="afterEffect">
                                  <p:stCondLst>
                                    <p:cond delay="250"/>
                                  </p:stCondLst>
                                  <p:childTnLst>
                                    <p:set>
                                      <p:cBhvr>
                                        <p:cTn id="50" dur="1" fill="hold">
                                          <p:stCondLst>
                                            <p:cond delay="0"/>
                                          </p:stCondLst>
                                        </p:cTn>
                                        <p:tgtEl>
                                          <p:spTgt spid="50"/>
                                        </p:tgtEl>
                                        <p:attrNameLst>
                                          <p:attrName>style.visibility</p:attrName>
                                        </p:attrNameLst>
                                      </p:cBhvr>
                                      <p:to>
                                        <p:strVal val="visible"/>
                                      </p:to>
                                    </p:set>
                                    <p:anim calcmode="lin" valueType="num">
                                      <p:cBhvr additive="base">
                                        <p:cTn id="51" dur="500" fill="hold"/>
                                        <p:tgtEl>
                                          <p:spTgt spid="50"/>
                                        </p:tgtEl>
                                        <p:attrNameLst>
                                          <p:attrName>ppt_x</p:attrName>
                                        </p:attrNameLst>
                                      </p:cBhvr>
                                      <p:tavLst>
                                        <p:tav tm="0">
                                          <p:val>
                                            <p:strVal val="1+#ppt_w/2"/>
                                          </p:val>
                                        </p:tav>
                                        <p:tav tm="100000">
                                          <p:val>
                                            <p:strVal val="#ppt_x"/>
                                          </p:val>
                                        </p:tav>
                                      </p:tavLst>
                                    </p:anim>
                                    <p:anim calcmode="lin" valueType="num">
                                      <p:cBhvr additive="base">
                                        <p:cTn id="52" dur="500" fill="hold"/>
                                        <p:tgtEl>
                                          <p:spTgt spid="50"/>
                                        </p:tgtEl>
                                        <p:attrNameLst>
                                          <p:attrName>ppt_y</p:attrName>
                                        </p:attrNameLst>
                                      </p:cBhvr>
                                      <p:tavLst>
                                        <p:tav tm="0">
                                          <p:val>
                                            <p:strVal val="#ppt_y"/>
                                          </p:val>
                                        </p:tav>
                                        <p:tav tm="100000">
                                          <p:val>
                                            <p:strVal val="#ppt_y"/>
                                          </p:val>
                                        </p:tav>
                                      </p:tavLst>
                                    </p:anim>
                                  </p:childTnLst>
                                </p:cTn>
                              </p:par>
                            </p:childTnLst>
                          </p:cTn>
                        </p:par>
                        <p:par>
                          <p:cTn id="53" fill="hold">
                            <p:stCondLst>
                              <p:cond delay="2780"/>
                            </p:stCondLst>
                            <p:childTnLst>
                              <p:par>
                                <p:cTn id="54" presetID="2" presetClass="entr" presetSubtype="2" fill="hold" grpId="0" nodeType="afterEffect">
                                  <p:stCondLst>
                                    <p:cond delay="250"/>
                                  </p:stCondLst>
                                  <p:childTnLst>
                                    <p:set>
                                      <p:cBhvr>
                                        <p:cTn id="55" dur="1" fill="hold">
                                          <p:stCondLst>
                                            <p:cond delay="0"/>
                                          </p:stCondLst>
                                        </p:cTn>
                                        <p:tgtEl>
                                          <p:spTgt spid="52"/>
                                        </p:tgtEl>
                                        <p:attrNameLst>
                                          <p:attrName>style.visibility</p:attrName>
                                        </p:attrNameLst>
                                      </p:cBhvr>
                                      <p:to>
                                        <p:strVal val="visible"/>
                                      </p:to>
                                    </p:set>
                                    <p:anim calcmode="lin" valueType="num">
                                      <p:cBhvr additive="base">
                                        <p:cTn id="56" dur="500" fill="hold"/>
                                        <p:tgtEl>
                                          <p:spTgt spid="52"/>
                                        </p:tgtEl>
                                        <p:attrNameLst>
                                          <p:attrName>ppt_x</p:attrName>
                                        </p:attrNameLst>
                                      </p:cBhvr>
                                      <p:tavLst>
                                        <p:tav tm="0">
                                          <p:val>
                                            <p:strVal val="1+#ppt_w/2"/>
                                          </p:val>
                                        </p:tav>
                                        <p:tav tm="100000">
                                          <p:val>
                                            <p:strVal val="#ppt_x"/>
                                          </p:val>
                                        </p:tav>
                                      </p:tavLst>
                                    </p:anim>
                                    <p:anim calcmode="lin" valueType="num">
                                      <p:cBhvr additive="base">
                                        <p:cTn id="57" dur="500" fill="hold"/>
                                        <p:tgtEl>
                                          <p:spTgt spid="52"/>
                                        </p:tgtEl>
                                        <p:attrNameLst>
                                          <p:attrName>ppt_y</p:attrName>
                                        </p:attrNameLst>
                                      </p:cBhvr>
                                      <p:tavLst>
                                        <p:tav tm="0">
                                          <p:val>
                                            <p:strVal val="#ppt_y"/>
                                          </p:val>
                                        </p:tav>
                                        <p:tav tm="100000">
                                          <p:val>
                                            <p:strVal val="#ppt_y"/>
                                          </p:val>
                                        </p:tav>
                                      </p:tavLst>
                                    </p:anim>
                                  </p:childTnLst>
                                </p:cTn>
                              </p:par>
                            </p:childTnLst>
                          </p:cTn>
                        </p:par>
                        <p:par>
                          <p:cTn id="58" fill="hold">
                            <p:stCondLst>
                              <p:cond delay="3530"/>
                            </p:stCondLst>
                            <p:childTnLst>
                              <p:par>
                                <p:cTn id="59" presetID="1" presetClass="entr" presetSubtype="0" fill="hold" grpId="0" nodeType="afterEffect">
                                  <p:stCondLst>
                                    <p:cond delay="250"/>
                                  </p:stCondLst>
                                  <p:childTnLst>
                                    <p:set>
                                      <p:cBhvr>
                                        <p:cTn id="60" dur="1" fill="hold">
                                          <p:stCondLst>
                                            <p:cond delay="0"/>
                                          </p:stCondLst>
                                        </p:cTn>
                                        <p:tgtEl>
                                          <p:spTgt spid="27"/>
                                        </p:tgtEl>
                                        <p:attrNameLst>
                                          <p:attrName>style.visibility</p:attrName>
                                        </p:attrNameLst>
                                      </p:cBhvr>
                                      <p:to>
                                        <p:strVal val="visible"/>
                                      </p:to>
                                    </p:set>
                                  </p:childTnLst>
                                </p:cTn>
                              </p:par>
                            </p:childTnLst>
                          </p:cTn>
                        </p:par>
                        <p:par>
                          <p:cTn id="61" fill="hold">
                            <p:stCondLst>
                              <p:cond delay="3780"/>
                            </p:stCondLst>
                            <p:childTnLst>
                              <p:par>
                                <p:cTn id="62" presetID="2" presetClass="entr" presetSubtype="2" fill="hold" grpId="0" nodeType="afterEffect">
                                  <p:stCondLst>
                                    <p:cond delay="0"/>
                                  </p:stCondLst>
                                  <p:childTnLst>
                                    <p:set>
                                      <p:cBhvr>
                                        <p:cTn id="63" dur="1" fill="hold">
                                          <p:stCondLst>
                                            <p:cond delay="0"/>
                                          </p:stCondLst>
                                        </p:cTn>
                                        <p:tgtEl>
                                          <p:spTgt spid="51"/>
                                        </p:tgtEl>
                                        <p:attrNameLst>
                                          <p:attrName>style.visibility</p:attrName>
                                        </p:attrNameLst>
                                      </p:cBhvr>
                                      <p:to>
                                        <p:strVal val="visible"/>
                                      </p:to>
                                    </p:set>
                                    <p:anim calcmode="lin" valueType="num">
                                      <p:cBhvr additive="base">
                                        <p:cTn id="64" dur="500" fill="hold"/>
                                        <p:tgtEl>
                                          <p:spTgt spid="51"/>
                                        </p:tgtEl>
                                        <p:attrNameLst>
                                          <p:attrName>ppt_x</p:attrName>
                                        </p:attrNameLst>
                                      </p:cBhvr>
                                      <p:tavLst>
                                        <p:tav tm="0">
                                          <p:val>
                                            <p:strVal val="1+#ppt_w/2"/>
                                          </p:val>
                                        </p:tav>
                                        <p:tav tm="100000">
                                          <p:val>
                                            <p:strVal val="#ppt_x"/>
                                          </p:val>
                                        </p:tav>
                                      </p:tavLst>
                                    </p:anim>
                                    <p:anim calcmode="lin" valueType="num">
                                      <p:cBhvr additive="base">
                                        <p:cTn id="65" dur="500" fill="hold"/>
                                        <p:tgtEl>
                                          <p:spTgt spid="5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Sub>
          <a:bldDgm bld="one"/>
        </p:bldSub>
      </p:bldGraphic>
      <p:bldP spid="50" grpId="0"/>
      <p:bldP spid="51" grpId="0"/>
      <p:bldP spid="52" grpId="0"/>
      <p:bldP spid="54" grpId="0"/>
      <p:bldP spid="57" grpId="0"/>
      <p:bldP spid="27" grpId="0"/>
      <p:bldP spid="3" grpId="0"/>
      <p:bldP spid="6" grpId="0"/>
      <p:bldP spid="7" grpId="0"/>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253274"/>
            <a:ext cx="12192001" cy="4351453"/>
          </a:xfrm>
          <a:prstGeom prst="rect">
            <a:avLst/>
          </a:prstGeom>
          <a:solidFill>
            <a:schemeClr val="tx2">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0" name="Group 9"/>
          <p:cNvGrpSpPr/>
          <p:nvPr/>
        </p:nvGrpSpPr>
        <p:grpSpPr>
          <a:xfrm>
            <a:off x="2516779" y="2766296"/>
            <a:ext cx="7475543" cy="1834713"/>
            <a:chOff x="2516778" y="1975815"/>
            <a:chExt cx="7475543" cy="1834713"/>
          </a:xfrm>
        </p:grpSpPr>
        <p:sp>
          <p:nvSpPr>
            <p:cNvPr id="5" name="TextBox 4"/>
            <p:cNvSpPr txBox="1"/>
            <p:nvPr/>
          </p:nvSpPr>
          <p:spPr>
            <a:xfrm>
              <a:off x="4809429" y="1975815"/>
              <a:ext cx="3137397" cy="830997"/>
            </a:xfrm>
            <a:prstGeom prst="rect">
              <a:avLst/>
            </a:prstGeom>
            <a:noFill/>
          </p:spPr>
          <p:txBody>
            <a:bodyPr wrap="none" rtlCol="0">
              <a:spAutoFit/>
            </a:bodyPr>
            <a:lstStyle/>
            <a:p>
              <a:pPr rtl="1"/>
              <a:r>
                <a:rPr lang="ar-SA" sz="4800" b="1" dirty="0">
                  <a:solidFill>
                    <a:prstClr val="white"/>
                  </a:solidFill>
                  <a:cs typeface="Simplified Arabic" panose="02020603050405020304" pitchFamily="18" charset="-78"/>
                </a:rPr>
                <a:t>الفصل الخامس</a:t>
              </a:r>
              <a:endParaRPr lang="en-US" sz="4800" dirty="0">
                <a:solidFill>
                  <a:prstClr val="white"/>
                </a:solidFill>
                <a:cs typeface="Simplified Arabic" panose="02020603050405020304" pitchFamily="18" charset="-78"/>
              </a:endParaRPr>
            </a:p>
          </p:txBody>
        </p:sp>
        <p:sp>
          <p:nvSpPr>
            <p:cNvPr id="9" name="TextBox 8"/>
            <p:cNvSpPr txBox="1"/>
            <p:nvPr/>
          </p:nvSpPr>
          <p:spPr>
            <a:xfrm>
              <a:off x="2516778" y="3102642"/>
              <a:ext cx="7475543" cy="707886"/>
            </a:xfrm>
            <a:prstGeom prst="rect">
              <a:avLst/>
            </a:prstGeom>
            <a:noFill/>
          </p:spPr>
          <p:txBody>
            <a:bodyPr wrap="square" rtlCol="0">
              <a:spAutoFit/>
            </a:bodyPr>
            <a:lstStyle/>
            <a:p>
              <a:pPr algn="ctr" rtl="1"/>
              <a:r>
                <a:rPr lang="ar-SA" sz="4000" b="1" u="sng" dirty="0">
                  <a:solidFill>
                    <a:srgbClr val="FF0000"/>
                  </a:solidFill>
                  <a:cs typeface="Simplified Arabic" panose="02020603050405020304" pitchFamily="18" charset="-78"/>
                </a:rPr>
                <a:t>نماذج الشبكة العنكبوتية في التعليم</a:t>
              </a:r>
              <a:endParaRPr lang="en-US" sz="4000" u="sng" dirty="0">
                <a:solidFill>
                  <a:srgbClr val="FF0000"/>
                </a:solidFill>
                <a:cs typeface="Simplified Arabic" panose="02020603050405020304" pitchFamily="18" charset="-78"/>
              </a:endParaRPr>
            </a:p>
          </p:txBody>
        </p:sp>
      </p:grpSp>
      <p:sp>
        <p:nvSpPr>
          <p:cNvPr id="11" name="Oval 10"/>
          <p:cNvSpPr>
            <a:spLocks noChangeAspect="1"/>
          </p:cNvSpPr>
          <p:nvPr/>
        </p:nvSpPr>
        <p:spPr>
          <a:xfrm>
            <a:off x="5502863" y="3625234"/>
            <a:ext cx="144000" cy="144000"/>
          </a:xfrm>
          <a:prstGeom prst="ellipse">
            <a:avLst/>
          </a:prstGeom>
          <a:solidFill>
            <a:srgbClr val="0070C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2" name="Oval 11"/>
          <p:cNvSpPr>
            <a:spLocks noChangeAspect="1"/>
          </p:cNvSpPr>
          <p:nvPr/>
        </p:nvSpPr>
        <p:spPr>
          <a:xfrm>
            <a:off x="5671348" y="3625234"/>
            <a:ext cx="144000" cy="144000"/>
          </a:xfrm>
          <a:prstGeom prst="ellipse">
            <a:avLst/>
          </a:prstGeom>
          <a:solidFill>
            <a:srgbClr val="FFC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3" name="Oval 12"/>
          <p:cNvSpPr>
            <a:spLocks noChangeAspect="1"/>
          </p:cNvSpPr>
          <p:nvPr/>
        </p:nvSpPr>
        <p:spPr>
          <a:xfrm>
            <a:off x="5830308" y="3625234"/>
            <a:ext cx="144000" cy="144000"/>
          </a:xfrm>
          <a:prstGeom prst="ellipse">
            <a:avLst/>
          </a:prstGeom>
          <a:solidFill>
            <a:srgbClr val="ED7D31">
              <a:lumMod val="75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4" name="Oval 13"/>
          <p:cNvSpPr>
            <a:spLocks noChangeAspect="1"/>
          </p:cNvSpPr>
          <p:nvPr/>
        </p:nvSpPr>
        <p:spPr>
          <a:xfrm>
            <a:off x="6008318" y="3625234"/>
            <a:ext cx="144000" cy="144000"/>
          </a:xfrm>
          <a:prstGeom prst="ellipse">
            <a:avLst/>
          </a:prstGeom>
          <a:solidFill>
            <a:srgbClr val="C0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5" name="Oval 14"/>
          <p:cNvSpPr>
            <a:spLocks noChangeAspect="1"/>
          </p:cNvSpPr>
          <p:nvPr/>
        </p:nvSpPr>
        <p:spPr>
          <a:xfrm>
            <a:off x="6176803" y="3625234"/>
            <a:ext cx="144000" cy="144000"/>
          </a:xfrm>
          <a:prstGeom prst="ellipse">
            <a:avLst/>
          </a:prstGeom>
          <a:solidFill>
            <a:srgbClr val="FF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6" name="Oval 15"/>
          <p:cNvSpPr>
            <a:spLocks noChangeAspect="1"/>
          </p:cNvSpPr>
          <p:nvPr/>
        </p:nvSpPr>
        <p:spPr>
          <a:xfrm>
            <a:off x="6345288" y="3625234"/>
            <a:ext cx="144000" cy="144000"/>
          </a:xfrm>
          <a:prstGeom prst="ellipse">
            <a:avLst/>
          </a:prstGeom>
          <a:solidFill>
            <a:srgbClr val="70AD47">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7" name="Oval 16"/>
          <p:cNvSpPr>
            <a:spLocks noChangeAspect="1"/>
          </p:cNvSpPr>
          <p:nvPr/>
        </p:nvSpPr>
        <p:spPr>
          <a:xfrm>
            <a:off x="6513773" y="3625234"/>
            <a:ext cx="144000" cy="144000"/>
          </a:xfrm>
          <a:prstGeom prst="ellipse">
            <a:avLst/>
          </a:prstGeom>
          <a:solidFill>
            <a:srgbClr val="7030A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9879113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outVertical)">
                                      <p:cBhvr>
                                        <p:cTn id="11" dur="500"/>
                                        <p:tgtEl>
                                          <p:spTgt spid="10"/>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250"/>
                                        <p:tgtEl>
                                          <p:spTgt spid="11"/>
                                        </p:tgtEl>
                                      </p:cBhvr>
                                    </p:animEffect>
                                    <p:anim calcmode="lin" valueType="num">
                                      <p:cBhvr>
                                        <p:cTn id="16" dur="250" fill="hold"/>
                                        <p:tgtEl>
                                          <p:spTgt spid="11"/>
                                        </p:tgtEl>
                                        <p:attrNameLst>
                                          <p:attrName>ppt_x</p:attrName>
                                        </p:attrNameLst>
                                      </p:cBhvr>
                                      <p:tavLst>
                                        <p:tav tm="0">
                                          <p:val>
                                            <p:strVal val="#ppt_x"/>
                                          </p:val>
                                        </p:tav>
                                        <p:tav tm="100000">
                                          <p:val>
                                            <p:strVal val="#ppt_x"/>
                                          </p:val>
                                        </p:tav>
                                      </p:tavLst>
                                    </p:anim>
                                    <p:anim calcmode="lin" valueType="num">
                                      <p:cBhvr>
                                        <p:cTn id="17" dur="250" fill="hold"/>
                                        <p:tgtEl>
                                          <p:spTgt spid="11"/>
                                        </p:tgtEl>
                                        <p:attrNameLst>
                                          <p:attrName>ppt_y</p:attrName>
                                        </p:attrNameLst>
                                      </p:cBhvr>
                                      <p:tavLst>
                                        <p:tav tm="0">
                                          <p:val>
                                            <p:strVal val="#ppt_y+.1"/>
                                          </p:val>
                                        </p:tav>
                                        <p:tav tm="100000">
                                          <p:val>
                                            <p:strVal val="#ppt_y"/>
                                          </p:val>
                                        </p:tav>
                                      </p:tavLst>
                                    </p:anim>
                                  </p:childTnLst>
                                </p:cTn>
                              </p:par>
                            </p:childTnLst>
                          </p:cTn>
                        </p:par>
                        <p:par>
                          <p:cTn id="18" fill="hold">
                            <p:stCondLst>
                              <p:cond delay="1250"/>
                            </p:stCondLst>
                            <p:childTnLst>
                              <p:par>
                                <p:cTn id="19" presetID="42" presetClass="entr" presetSubtype="0"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250"/>
                                        <p:tgtEl>
                                          <p:spTgt spid="12"/>
                                        </p:tgtEl>
                                      </p:cBhvr>
                                    </p:animEffect>
                                    <p:anim calcmode="lin" valueType="num">
                                      <p:cBhvr>
                                        <p:cTn id="22" dur="250" fill="hold"/>
                                        <p:tgtEl>
                                          <p:spTgt spid="12"/>
                                        </p:tgtEl>
                                        <p:attrNameLst>
                                          <p:attrName>ppt_x</p:attrName>
                                        </p:attrNameLst>
                                      </p:cBhvr>
                                      <p:tavLst>
                                        <p:tav tm="0">
                                          <p:val>
                                            <p:strVal val="#ppt_x"/>
                                          </p:val>
                                        </p:tav>
                                        <p:tav tm="100000">
                                          <p:val>
                                            <p:strVal val="#ppt_x"/>
                                          </p:val>
                                        </p:tav>
                                      </p:tavLst>
                                    </p:anim>
                                    <p:anim calcmode="lin" valueType="num">
                                      <p:cBhvr>
                                        <p:cTn id="23" dur="250" fill="hold"/>
                                        <p:tgtEl>
                                          <p:spTgt spid="12"/>
                                        </p:tgtEl>
                                        <p:attrNameLst>
                                          <p:attrName>ppt_y</p:attrName>
                                        </p:attrNameLst>
                                      </p:cBhvr>
                                      <p:tavLst>
                                        <p:tav tm="0">
                                          <p:val>
                                            <p:strVal val="#ppt_y+.1"/>
                                          </p:val>
                                        </p:tav>
                                        <p:tav tm="100000">
                                          <p:val>
                                            <p:strVal val="#ppt_y"/>
                                          </p:val>
                                        </p:tav>
                                      </p:tavLst>
                                    </p:anim>
                                  </p:childTnLst>
                                </p:cTn>
                              </p:par>
                            </p:childTnLst>
                          </p:cTn>
                        </p:par>
                        <p:par>
                          <p:cTn id="24" fill="hold">
                            <p:stCondLst>
                              <p:cond delay="1500"/>
                            </p:stCondLst>
                            <p:childTnLst>
                              <p:par>
                                <p:cTn id="25" presetID="42" presetClass="entr" presetSubtype="0"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250"/>
                                        <p:tgtEl>
                                          <p:spTgt spid="13"/>
                                        </p:tgtEl>
                                      </p:cBhvr>
                                    </p:animEffect>
                                    <p:anim calcmode="lin" valueType="num">
                                      <p:cBhvr>
                                        <p:cTn id="28" dur="250" fill="hold"/>
                                        <p:tgtEl>
                                          <p:spTgt spid="13"/>
                                        </p:tgtEl>
                                        <p:attrNameLst>
                                          <p:attrName>ppt_x</p:attrName>
                                        </p:attrNameLst>
                                      </p:cBhvr>
                                      <p:tavLst>
                                        <p:tav tm="0">
                                          <p:val>
                                            <p:strVal val="#ppt_x"/>
                                          </p:val>
                                        </p:tav>
                                        <p:tav tm="100000">
                                          <p:val>
                                            <p:strVal val="#ppt_x"/>
                                          </p:val>
                                        </p:tav>
                                      </p:tavLst>
                                    </p:anim>
                                    <p:anim calcmode="lin" valueType="num">
                                      <p:cBhvr>
                                        <p:cTn id="29" dur="250" fill="hold"/>
                                        <p:tgtEl>
                                          <p:spTgt spid="13"/>
                                        </p:tgtEl>
                                        <p:attrNameLst>
                                          <p:attrName>ppt_y</p:attrName>
                                        </p:attrNameLst>
                                      </p:cBhvr>
                                      <p:tavLst>
                                        <p:tav tm="0">
                                          <p:val>
                                            <p:strVal val="#ppt_y+.1"/>
                                          </p:val>
                                        </p:tav>
                                        <p:tav tm="100000">
                                          <p:val>
                                            <p:strVal val="#ppt_y"/>
                                          </p:val>
                                        </p:tav>
                                      </p:tavLst>
                                    </p:anim>
                                  </p:childTnLst>
                                </p:cTn>
                              </p:par>
                            </p:childTnLst>
                          </p:cTn>
                        </p:par>
                        <p:par>
                          <p:cTn id="30" fill="hold">
                            <p:stCondLst>
                              <p:cond delay="1750"/>
                            </p:stCondLst>
                            <p:childTnLst>
                              <p:par>
                                <p:cTn id="31" presetID="42" presetClass="entr" presetSubtype="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250"/>
                                        <p:tgtEl>
                                          <p:spTgt spid="14"/>
                                        </p:tgtEl>
                                      </p:cBhvr>
                                    </p:animEffect>
                                    <p:anim calcmode="lin" valueType="num">
                                      <p:cBhvr>
                                        <p:cTn id="34" dur="250" fill="hold"/>
                                        <p:tgtEl>
                                          <p:spTgt spid="14"/>
                                        </p:tgtEl>
                                        <p:attrNameLst>
                                          <p:attrName>ppt_x</p:attrName>
                                        </p:attrNameLst>
                                      </p:cBhvr>
                                      <p:tavLst>
                                        <p:tav tm="0">
                                          <p:val>
                                            <p:strVal val="#ppt_x"/>
                                          </p:val>
                                        </p:tav>
                                        <p:tav tm="100000">
                                          <p:val>
                                            <p:strVal val="#ppt_x"/>
                                          </p:val>
                                        </p:tav>
                                      </p:tavLst>
                                    </p:anim>
                                    <p:anim calcmode="lin" valueType="num">
                                      <p:cBhvr>
                                        <p:cTn id="35" dur="250" fill="hold"/>
                                        <p:tgtEl>
                                          <p:spTgt spid="14"/>
                                        </p:tgtEl>
                                        <p:attrNameLst>
                                          <p:attrName>ppt_y</p:attrName>
                                        </p:attrNameLst>
                                      </p:cBhvr>
                                      <p:tavLst>
                                        <p:tav tm="0">
                                          <p:val>
                                            <p:strVal val="#ppt_y+.1"/>
                                          </p:val>
                                        </p:tav>
                                        <p:tav tm="100000">
                                          <p:val>
                                            <p:strVal val="#ppt_y"/>
                                          </p:val>
                                        </p:tav>
                                      </p:tavLst>
                                    </p:anim>
                                  </p:childTnLst>
                                </p:cTn>
                              </p:par>
                            </p:childTnLst>
                          </p:cTn>
                        </p:par>
                        <p:par>
                          <p:cTn id="36" fill="hold">
                            <p:stCondLst>
                              <p:cond delay="2000"/>
                            </p:stCondLst>
                            <p:childTnLst>
                              <p:par>
                                <p:cTn id="37" presetID="42" presetClass="entr" presetSubtype="0" fill="hold" grpId="0" nodeType="after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250"/>
                                        <p:tgtEl>
                                          <p:spTgt spid="15"/>
                                        </p:tgtEl>
                                      </p:cBhvr>
                                    </p:animEffect>
                                    <p:anim calcmode="lin" valueType="num">
                                      <p:cBhvr>
                                        <p:cTn id="40" dur="250" fill="hold"/>
                                        <p:tgtEl>
                                          <p:spTgt spid="15"/>
                                        </p:tgtEl>
                                        <p:attrNameLst>
                                          <p:attrName>ppt_x</p:attrName>
                                        </p:attrNameLst>
                                      </p:cBhvr>
                                      <p:tavLst>
                                        <p:tav tm="0">
                                          <p:val>
                                            <p:strVal val="#ppt_x"/>
                                          </p:val>
                                        </p:tav>
                                        <p:tav tm="100000">
                                          <p:val>
                                            <p:strVal val="#ppt_x"/>
                                          </p:val>
                                        </p:tav>
                                      </p:tavLst>
                                    </p:anim>
                                    <p:anim calcmode="lin" valueType="num">
                                      <p:cBhvr>
                                        <p:cTn id="41" dur="250" fill="hold"/>
                                        <p:tgtEl>
                                          <p:spTgt spid="15"/>
                                        </p:tgtEl>
                                        <p:attrNameLst>
                                          <p:attrName>ppt_y</p:attrName>
                                        </p:attrNameLst>
                                      </p:cBhvr>
                                      <p:tavLst>
                                        <p:tav tm="0">
                                          <p:val>
                                            <p:strVal val="#ppt_y+.1"/>
                                          </p:val>
                                        </p:tav>
                                        <p:tav tm="100000">
                                          <p:val>
                                            <p:strVal val="#ppt_y"/>
                                          </p:val>
                                        </p:tav>
                                      </p:tavLst>
                                    </p:anim>
                                  </p:childTnLst>
                                </p:cTn>
                              </p:par>
                            </p:childTnLst>
                          </p:cTn>
                        </p:par>
                        <p:par>
                          <p:cTn id="42" fill="hold">
                            <p:stCondLst>
                              <p:cond delay="2250"/>
                            </p:stCondLst>
                            <p:childTnLst>
                              <p:par>
                                <p:cTn id="43" presetID="42" presetClass="entr" presetSubtype="0" fill="hold" grpId="0" nodeType="after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250"/>
                                        <p:tgtEl>
                                          <p:spTgt spid="16"/>
                                        </p:tgtEl>
                                      </p:cBhvr>
                                    </p:animEffect>
                                    <p:anim calcmode="lin" valueType="num">
                                      <p:cBhvr>
                                        <p:cTn id="46" dur="250" fill="hold"/>
                                        <p:tgtEl>
                                          <p:spTgt spid="16"/>
                                        </p:tgtEl>
                                        <p:attrNameLst>
                                          <p:attrName>ppt_x</p:attrName>
                                        </p:attrNameLst>
                                      </p:cBhvr>
                                      <p:tavLst>
                                        <p:tav tm="0">
                                          <p:val>
                                            <p:strVal val="#ppt_x"/>
                                          </p:val>
                                        </p:tav>
                                        <p:tav tm="100000">
                                          <p:val>
                                            <p:strVal val="#ppt_x"/>
                                          </p:val>
                                        </p:tav>
                                      </p:tavLst>
                                    </p:anim>
                                    <p:anim calcmode="lin" valueType="num">
                                      <p:cBhvr>
                                        <p:cTn id="47" dur="250" fill="hold"/>
                                        <p:tgtEl>
                                          <p:spTgt spid="16"/>
                                        </p:tgtEl>
                                        <p:attrNameLst>
                                          <p:attrName>ppt_y</p:attrName>
                                        </p:attrNameLst>
                                      </p:cBhvr>
                                      <p:tavLst>
                                        <p:tav tm="0">
                                          <p:val>
                                            <p:strVal val="#ppt_y+.1"/>
                                          </p:val>
                                        </p:tav>
                                        <p:tav tm="100000">
                                          <p:val>
                                            <p:strVal val="#ppt_y"/>
                                          </p:val>
                                        </p:tav>
                                      </p:tavLst>
                                    </p:anim>
                                  </p:childTnLst>
                                </p:cTn>
                              </p:par>
                            </p:childTnLst>
                          </p:cTn>
                        </p:par>
                        <p:par>
                          <p:cTn id="48" fill="hold">
                            <p:stCondLst>
                              <p:cond delay="2500"/>
                            </p:stCondLst>
                            <p:childTnLst>
                              <p:par>
                                <p:cTn id="49" presetID="42" presetClass="entr" presetSubtype="0" fill="hold" grpId="0" nodeType="after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250"/>
                                        <p:tgtEl>
                                          <p:spTgt spid="17"/>
                                        </p:tgtEl>
                                      </p:cBhvr>
                                    </p:animEffect>
                                    <p:anim calcmode="lin" valueType="num">
                                      <p:cBhvr>
                                        <p:cTn id="52" dur="250" fill="hold"/>
                                        <p:tgtEl>
                                          <p:spTgt spid="17"/>
                                        </p:tgtEl>
                                        <p:attrNameLst>
                                          <p:attrName>ppt_x</p:attrName>
                                        </p:attrNameLst>
                                      </p:cBhvr>
                                      <p:tavLst>
                                        <p:tav tm="0">
                                          <p:val>
                                            <p:strVal val="#ppt_x"/>
                                          </p:val>
                                        </p:tav>
                                        <p:tav tm="100000">
                                          <p:val>
                                            <p:strVal val="#ppt_x"/>
                                          </p:val>
                                        </p:tav>
                                      </p:tavLst>
                                    </p:anim>
                                    <p:anim calcmode="lin" valueType="num">
                                      <p:cBhvr>
                                        <p:cTn id="53" dur="25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P spid="12" grpId="0" animBg="1"/>
      <p:bldP spid="13" grpId="0" animBg="1"/>
      <p:bldP spid="14" grpId="0" animBg="1"/>
      <p:bldP spid="15" grpId="0" animBg="1"/>
      <p:bldP spid="16" grpId="0" animBg="1"/>
      <p:bldP spid="17" grpId="0" animBg="1"/>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sp>
      <p:sp>
        <p:nvSpPr>
          <p:cNvPr id="5" name="Hexagon 4"/>
          <p:cNvSpPr/>
          <p:nvPr/>
        </p:nvSpPr>
        <p:spPr>
          <a:xfrm rot="16200000">
            <a:off x="2616665" y="-1781738"/>
            <a:ext cx="6956970" cy="7008718"/>
          </a:xfrm>
          <a:prstGeom prst="hexagon">
            <a:avLst/>
          </a:prstGeom>
          <a:solidFill>
            <a:srgbClr val="00ABF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 name="TextBox 6"/>
          <p:cNvSpPr txBox="1"/>
          <p:nvPr/>
        </p:nvSpPr>
        <p:spPr>
          <a:xfrm>
            <a:off x="1658471" y="-457200"/>
            <a:ext cx="184731" cy="369332"/>
          </a:xfrm>
          <a:prstGeom prst="rect">
            <a:avLst/>
          </a:prstGeom>
          <a:noFill/>
        </p:spPr>
        <p:txBody>
          <a:bodyPr wrap="none" rtlCol="0">
            <a:spAutoFit/>
          </a:bodyPr>
          <a:lstStyle/>
          <a:p>
            <a:pPr fontAlgn="auto">
              <a:spcBef>
                <a:spcPts val="0"/>
              </a:spcBef>
              <a:spcAft>
                <a:spcPts val="0"/>
              </a:spcAft>
            </a:pPr>
            <a:endParaRPr lang="en-US" dirty="0">
              <a:solidFill>
                <a:prstClr val="black"/>
              </a:solidFill>
              <a:latin typeface="Calibri" panose="020F0502020204030204"/>
              <a:cs typeface="Simplified Arabic" panose="02020603050405020304" pitchFamily="18" charset="-78"/>
            </a:endParaRPr>
          </a:p>
        </p:txBody>
      </p:sp>
      <p:sp>
        <p:nvSpPr>
          <p:cNvPr id="8" name="TextBox 7"/>
          <p:cNvSpPr txBox="1"/>
          <p:nvPr/>
        </p:nvSpPr>
        <p:spPr>
          <a:xfrm>
            <a:off x="2779180" y="1938748"/>
            <a:ext cx="6820329" cy="707886"/>
          </a:xfrm>
          <a:prstGeom prst="rect">
            <a:avLst/>
          </a:prstGeom>
          <a:noFill/>
        </p:spPr>
        <p:txBody>
          <a:bodyPr wrap="square" rtlCol="0">
            <a:spAutoFit/>
          </a:bodyPr>
          <a:lstStyle/>
          <a:p>
            <a:pPr marL="742950" indent="-742950" algn="ctr" rtl="1" fontAlgn="auto">
              <a:spcBef>
                <a:spcPts val="0"/>
              </a:spcBef>
              <a:spcAft>
                <a:spcPts val="0"/>
              </a:spcAft>
              <a:buFont typeface="+mj-lt"/>
              <a:buAutoNum type="arabicPeriod"/>
            </a:pPr>
            <a:r>
              <a:rPr lang="ar-SA" sz="4000" b="1" u="sng" dirty="0" smtClean="0">
                <a:solidFill>
                  <a:prstClr val="white"/>
                </a:solidFill>
                <a:cs typeface="Simplified Arabic" panose="02020603050405020304" pitchFamily="18" charset="-78"/>
              </a:rPr>
              <a:t>يوتيوب </a:t>
            </a:r>
            <a:r>
              <a:rPr lang="en-US" sz="4000" b="1" u="sng" dirty="0">
                <a:solidFill>
                  <a:prstClr val="white"/>
                </a:solidFill>
                <a:cs typeface="Simplified Arabic" panose="02020603050405020304" pitchFamily="18" charset="-78"/>
              </a:rPr>
              <a:t>YouTube</a:t>
            </a:r>
            <a:endParaRPr lang="en-US" sz="4000" u="sng"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9" name="Group 8"/>
          <p:cNvGrpSpPr/>
          <p:nvPr/>
        </p:nvGrpSpPr>
        <p:grpSpPr>
          <a:xfrm>
            <a:off x="5667371" y="380412"/>
            <a:ext cx="857251" cy="1172633"/>
            <a:chOff x="3595689" y="4262437"/>
            <a:chExt cx="642938" cy="879475"/>
          </a:xfrm>
        </p:grpSpPr>
        <p:sp>
          <p:nvSpPr>
            <p:cNvPr id="11" name="Freeform 1930"/>
            <p:cNvSpPr>
              <a:spLocks noEditPoints="1"/>
            </p:cNvSpPr>
            <p:nvPr/>
          </p:nvSpPr>
          <p:spPr bwMode="auto">
            <a:xfrm>
              <a:off x="3595689" y="4262437"/>
              <a:ext cx="642938" cy="879475"/>
            </a:xfrm>
            <a:custGeom>
              <a:avLst/>
              <a:gdLst>
                <a:gd name="T0" fmla="*/ 272 w 358"/>
                <a:gd name="T1" fmla="*/ 283 h 490"/>
                <a:gd name="T2" fmla="*/ 235 w 358"/>
                <a:gd name="T3" fmla="*/ 274 h 490"/>
                <a:gd name="T4" fmla="*/ 272 w 358"/>
                <a:gd name="T5" fmla="*/ 219 h 490"/>
                <a:gd name="T6" fmla="*/ 297 w 358"/>
                <a:gd name="T7" fmla="*/ 185 h 490"/>
                <a:gd name="T8" fmla="*/ 284 w 358"/>
                <a:gd name="T9" fmla="*/ 151 h 490"/>
                <a:gd name="T10" fmla="*/ 247 w 358"/>
                <a:gd name="T11" fmla="*/ 60 h 490"/>
                <a:gd name="T12" fmla="*/ 134 w 358"/>
                <a:gd name="T13" fmla="*/ 42 h 490"/>
                <a:gd name="T14" fmla="*/ 99 w 358"/>
                <a:gd name="T15" fmla="*/ 73 h 490"/>
                <a:gd name="T16" fmla="*/ 77 w 358"/>
                <a:gd name="T17" fmla="*/ 150 h 490"/>
                <a:gd name="T18" fmla="*/ 62 w 358"/>
                <a:gd name="T19" fmla="*/ 185 h 490"/>
                <a:gd name="T20" fmla="*/ 88 w 358"/>
                <a:gd name="T21" fmla="*/ 220 h 490"/>
                <a:gd name="T22" fmla="*/ 125 w 358"/>
                <a:gd name="T23" fmla="*/ 273 h 490"/>
                <a:gd name="T24" fmla="*/ 87 w 358"/>
                <a:gd name="T25" fmla="*/ 283 h 490"/>
                <a:gd name="T26" fmla="*/ 0 w 358"/>
                <a:gd name="T27" fmla="*/ 394 h 490"/>
                <a:gd name="T28" fmla="*/ 0 w 358"/>
                <a:gd name="T29" fmla="*/ 456 h 490"/>
                <a:gd name="T30" fmla="*/ 33 w 358"/>
                <a:gd name="T31" fmla="*/ 490 h 490"/>
                <a:gd name="T32" fmla="*/ 327 w 358"/>
                <a:gd name="T33" fmla="*/ 490 h 490"/>
                <a:gd name="T34" fmla="*/ 358 w 358"/>
                <a:gd name="T35" fmla="*/ 456 h 490"/>
                <a:gd name="T36" fmla="*/ 358 w 358"/>
                <a:gd name="T37" fmla="*/ 394 h 490"/>
                <a:gd name="T38" fmla="*/ 272 w 358"/>
                <a:gd name="T39" fmla="*/ 283 h 490"/>
                <a:gd name="T40" fmla="*/ 97 w 358"/>
                <a:gd name="T41" fmla="*/ 161 h 490"/>
                <a:gd name="T42" fmla="*/ 97 w 358"/>
                <a:gd name="T43" fmla="*/ 142 h 490"/>
                <a:gd name="T44" fmla="*/ 223 w 358"/>
                <a:gd name="T45" fmla="*/ 95 h 490"/>
                <a:gd name="T46" fmla="*/ 263 w 358"/>
                <a:gd name="T47" fmla="*/ 177 h 490"/>
                <a:gd name="T48" fmla="*/ 180 w 358"/>
                <a:gd name="T49" fmla="*/ 276 h 490"/>
                <a:gd name="T50" fmla="*/ 97 w 358"/>
                <a:gd name="T51" fmla="*/ 161 h 490"/>
                <a:gd name="T52" fmla="*/ 338 w 358"/>
                <a:gd name="T53" fmla="*/ 456 h 490"/>
                <a:gd name="T54" fmla="*/ 327 w 358"/>
                <a:gd name="T55" fmla="*/ 469 h 490"/>
                <a:gd name="T56" fmla="*/ 298 w 358"/>
                <a:gd name="T57" fmla="*/ 469 h 490"/>
                <a:gd name="T58" fmla="*/ 298 w 358"/>
                <a:gd name="T59" fmla="*/ 443 h 490"/>
                <a:gd name="T60" fmla="*/ 293 w 358"/>
                <a:gd name="T61" fmla="*/ 438 h 490"/>
                <a:gd name="T62" fmla="*/ 287 w 358"/>
                <a:gd name="T63" fmla="*/ 443 h 490"/>
                <a:gd name="T64" fmla="*/ 287 w 358"/>
                <a:gd name="T65" fmla="*/ 469 h 490"/>
                <a:gd name="T66" fmla="*/ 220 w 358"/>
                <a:gd name="T67" fmla="*/ 469 h 490"/>
                <a:gd name="T68" fmla="*/ 192 w 358"/>
                <a:gd name="T69" fmla="*/ 357 h 490"/>
                <a:gd name="T70" fmla="*/ 205 w 358"/>
                <a:gd name="T71" fmla="*/ 340 h 490"/>
                <a:gd name="T72" fmla="*/ 199 w 358"/>
                <a:gd name="T73" fmla="*/ 318 h 490"/>
                <a:gd name="T74" fmla="*/ 186 w 358"/>
                <a:gd name="T75" fmla="*/ 308 h 490"/>
                <a:gd name="T76" fmla="*/ 174 w 358"/>
                <a:gd name="T77" fmla="*/ 308 h 490"/>
                <a:gd name="T78" fmla="*/ 161 w 358"/>
                <a:gd name="T79" fmla="*/ 318 h 490"/>
                <a:gd name="T80" fmla="*/ 155 w 358"/>
                <a:gd name="T81" fmla="*/ 340 h 490"/>
                <a:gd name="T82" fmla="*/ 168 w 358"/>
                <a:gd name="T83" fmla="*/ 357 h 490"/>
                <a:gd name="T84" fmla="*/ 140 w 358"/>
                <a:gd name="T85" fmla="*/ 469 h 490"/>
                <a:gd name="T86" fmla="*/ 71 w 358"/>
                <a:gd name="T87" fmla="*/ 469 h 490"/>
                <a:gd name="T88" fmla="*/ 71 w 358"/>
                <a:gd name="T89" fmla="*/ 443 h 490"/>
                <a:gd name="T90" fmla="*/ 66 w 358"/>
                <a:gd name="T91" fmla="*/ 438 h 490"/>
                <a:gd name="T92" fmla="*/ 61 w 358"/>
                <a:gd name="T93" fmla="*/ 443 h 490"/>
                <a:gd name="T94" fmla="*/ 61 w 358"/>
                <a:gd name="T95" fmla="*/ 469 h 490"/>
                <a:gd name="T96" fmla="*/ 33 w 358"/>
                <a:gd name="T97" fmla="*/ 469 h 490"/>
                <a:gd name="T98" fmla="*/ 21 w 358"/>
                <a:gd name="T99" fmla="*/ 456 h 490"/>
                <a:gd name="T100" fmla="*/ 21 w 358"/>
                <a:gd name="T101" fmla="*/ 394 h 490"/>
                <a:gd name="T102" fmla="*/ 92 w 358"/>
                <a:gd name="T103" fmla="*/ 302 h 490"/>
                <a:gd name="T104" fmla="*/ 147 w 358"/>
                <a:gd name="T105" fmla="*/ 288 h 490"/>
                <a:gd name="T106" fmla="*/ 180 w 358"/>
                <a:gd name="T107" fmla="*/ 296 h 490"/>
                <a:gd name="T108" fmla="*/ 213 w 358"/>
                <a:gd name="T109" fmla="*/ 288 h 490"/>
                <a:gd name="T110" fmla="*/ 267 w 358"/>
                <a:gd name="T111" fmla="*/ 302 h 490"/>
                <a:gd name="T112" fmla="*/ 338 w 358"/>
                <a:gd name="T113" fmla="*/ 394 h 490"/>
                <a:gd name="T114" fmla="*/ 338 w 358"/>
                <a:gd name="T115" fmla="*/ 45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8" h="490">
                  <a:moveTo>
                    <a:pt x="272" y="283"/>
                  </a:moveTo>
                  <a:cubicBezTo>
                    <a:pt x="235" y="274"/>
                    <a:pt x="235" y="274"/>
                    <a:pt x="235" y="274"/>
                  </a:cubicBezTo>
                  <a:cubicBezTo>
                    <a:pt x="250" y="260"/>
                    <a:pt x="263" y="240"/>
                    <a:pt x="272" y="219"/>
                  </a:cubicBezTo>
                  <a:cubicBezTo>
                    <a:pt x="284" y="217"/>
                    <a:pt x="295" y="207"/>
                    <a:pt x="297" y="185"/>
                  </a:cubicBezTo>
                  <a:cubicBezTo>
                    <a:pt x="298" y="164"/>
                    <a:pt x="292" y="155"/>
                    <a:pt x="284" y="151"/>
                  </a:cubicBezTo>
                  <a:cubicBezTo>
                    <a:pt x="284" y="148"/>
                    <a:pt x="297" y="78"/>
                    <a:pt x="247" y="60"/>
                  </a:cubicBezTo>
                  <a:cubicBezTo>
                    <a:pt x="242" y="52"/>
                    <a:pt x="204" y="0"/>
                    <a:pt x="134" y="42"/>
                  </a:cubicBezTo>
                  <a:cubicBezTo>
                    <a:pt x="124" y="48"/>
                    <a:pt x="108" y="60"/>
                    <a:pt x="99" y="73"/>
                  </a:cubicBezTo>
                  <a:cubicBezTo>
                    <a:pt x="87" y="88"/>
                    <a:pt x="78" y="113"/>
                    <a:pt x="77" y="150"/>
                  </a:cubicBezTo>
                  <a:cubicBezTo>
                    <a:pt x="68" y="153"/>
                    <a:pt x="61" y="163"/>
                    <a:pt x="62" y="185"/>
                  </a:cubicBezTo>
                  <a:cubicBezTo>
                    <a:pt x="64" y="207"/>
                    <a:pt x="76" y="217"/>
                    <a:pt x="88" y="220"/>
                  </a:cubicBezTo>
                  <a:cubicBezTo>
                    <a:pt x="97" y="241"/>
                    <a:pt x="109" y="260"/>
                    <a:pt x="125" y="273"/>
                  </a:cubicBezTo>
                  <a:cubicBezTo>
                    <a:pt x="87" y="283"/>
                    <a:pt x="87" y="283"/>
                    <a:pt x="87" y="283"/>
                  </a:cubicBezTo>
                  <a:cubicBezTo>
                    <a:pt x="36" y="296"/>
                    <a:pt x="0" y="341"/>
                    <a:pt x="0" y="394"/>
                  </a:cubicBezTo>
                  <a:cubicBezTo>
                    <a:pt x="0" y="456"/>
                    <a:pt x="0" y="456"/>
                    <a:pt x="0" y="456"/>
                  </a:cubicBezTo>
                  <a:cubicBezTo>
                    <a:pt x="0" y="474"/>
                    <a:pt x="15" y="490"/>
                    <a:pt x="33" y="490"/>
                  </a:cubicBezTo>
                  <a:cubicBezTo>
                    <a:pt x="327" y="490"/>
                    <a:pt x="327" y="490"/>
                    <a:pt x="327" y="490"/>
                  </a:cubicBezTo>
                  <a:cubicBezTo>
                    <a:pt x="345" y="490"/>
                    <a:pt x="358" y="474"/>
                    <a:pt x="358" y="456"/>
                  </a:cubicBezTo>
                  <a:cubicBezTo>
                    <a:pt x="358" y="394"/>
                    <a:pt x="358" y="394"/>
                    <a:pt x="358" y="394"/>
                  </a:cubicBezTo>
                  <a:cubicBezTo>
                    <a:pt x="358" y="341"/>
                    <a:pt x="323" y="296"/>
                    <a:pt x="272" y="283"/>
                  </a:cubicBezTo>
                  <a:moveTo>
                    <a:pt x="97" y="161"/>
                  </a:moveTo>
                  <a:cubicBezTo>
                    <a:pt x="97" y="154"/>
                    <a:pt x="97" y="148"/>
                    <a:pt x="97" y="142"/>
                  </a:cubicBezTo>
                  <a:cubicBezTo>
                    <a:pt x="163" y="144"/>
                    <a:pt x="201" y="118"/>
                    <a:pt x="223" y="95"/>
                  </a:cubicBezTo>
                  <a:cubicBezTo>
                    <a:pt x="250" y="122"/>
                    <a:pt x="260" y="159"/>
                    <a:pt x="263" y="177"/>
                  </a:cubicBezTo>
                  <a:cubicBezTo>
                    <a:pt x="257" y="225"/>
                    <a:pt x="222" y="276"/>
                    <a:pt x="180" y="276"/>
                  </a:cubicBezTo>
                  <a:cubicBezTo>
                    <a:pt x="134" y="276"/>
                    <a:pt x="97" y="213"/>
                    <a:pt x="97" y="161"/>
                  </a:cubicBezTo>
                  <a:moveTo>
                    <a:pt x="338" y="456"/>
                  </a:moveTo>
                  <a:cubicBezTo>
                    <a:pt x="338" y="463"/>
                    <a:pt x="334" y="469"/>
                    <a:pt x="327" y="469"/>
                  </a:cubicBezTo>
                  <a:cubicBezTo>
                    <a:pt x="298" y="469"/>
                    <a:pt x="298" y="469"/>
                    <a:pt x="298" y="469"/>
                  </a:cubicBezTo>
                  <a:cubicBezTo>
                    <a:pt x="298" y="443"/>
                    <a:pt x="298" y="443"/>
                    <a:pt x="298" y="443"/>
                  </a:cubicBezTo>
                  <a:cubicBezTo>
                    <a:pt x="298" y="440"/>
                    <a:pt x="295" y="438"/>
                    <a:pt x="293" y="438"/>
                  </a:cubicBezTo>
                  <a:cubicBezTo>
                    <a:pt x="290" y="438"/>
                    <a:pt x="287" y="440"/>
                    <a:pt x="287" y="443"/>
                  </a:cubicBezTo>
                  <a:cubicBezTo>
                    <a:pt x="287" y="469"/>
                    <a:pt x="287" y="469"/>
                    <a:pt x="287" y="469"/>
                  </a:cubicBezTo>
                  <a:cubicBezTo>
                    <a:pt x="220" y="469"/>
                    <a:pt x="220" y="469"/>
                    <a:pt x="220" y="469"/>
                  </a:cubicBezTo>
                  <a:cubicBezTo>
                    <a:pt x="192" y="357"/>
                    <a:pt x="192" y="357"/>
                    <a:pt x="192" y="357"/>
                  </a:cubicBezTo>
                  <a:cubicBezTo>
                    <a:pt x="200" y="356"/>
                    <a:pt x="207" y="349"/>
                    <a:pt x="205" y="340"/>
                  </a:cubicBezTo>
                  <a:cubicBezTo>
                    <a:pt x="199" y="318"/>
                    <a:pt x="199" y="318"/>
                    <a:pt x="199" y="318"/>
                  </a:cubicBezTo>
                  <a:cubicBezTo>
                    <a:pt x="198" y="312"/>
                    <a:pt x="192" y="308"/>
                    <a:pt x="186" y="308"/>
                  </a:cubicBezTo>
                  <a:cubicBezTo>
                    <a:pt x="174" y="308"/>
                    <a:pt x="174" y="308"/>
                    <a:pt x="174" y="308"/>
                  </a:cubicBezTo>
                  <a:cubicBezTo>
                    <a:pt x="167" y="308"/>
                    <a:pt x="162" y="312"/>
                    <a:pt x="161" y="318"/>
                  </a:cubicBezTo>
                  <a:cubicBezTo>
                    <a:pt x="155" y="340"/>
                    <a:pt x="155" y="340"/>
                    <a:pt x="155" y="340"/>
                  </a:cubicBezTo>
                  <a:cubicBezTo>
                    <a:pt x="153" y="349"/>
                    <a:pt x="159" y="356"/>
                    <a:pt x="168" y="357"/>
                  </a:cubicBezTo>
                  <a:cubicBezTo>
                    <a:pt x="140" y="469"/>
                    <a:pt x="140" y="469"/>
                    <a:pt x="140" y="469"/>
                  </a:cubicBezTo>
                  <a:cubicBezTo>
                    <a:pt x="71" y="469"/>
                    <a:pt x="71" y="469"/>
                    <a:pt x="71" y="469"/>
                  </a:cubicBezTo>
                  <a:cubicBezTo>
                    <a:pt x="71" y="443"/>
                    <a:pt x="71" y="443"/>
                    <a:pt x="71" y="443"/>
                  </a:cubicBezTo>
                  <a:cubicBezTo>
                    <a:pt x="71" y="440"/>
                    <a:pt x="69" y="438"/>
                    <a:pt x="66" y="438"/>
                  </a:cubicBezTo>
                  <a:cubicBezTo>
                    <a:pt x="63" y="438"/>
                    <a:pt x="61" y="440"/>
                    <a:pt x="61" y="443"/>
                  </a:cubicBezTo>
                  <a:cubicBezTo>
                    <a:pt x="61" y="469"/>
                    <a:pt x="61" y="469"/>
                    <a:pt x="61" y="469"/>
                  </a:cubicBezTo>
                  <a:cubicBezTo>
                    <a:pt x="33" y="469"/>
                    <a:pt x="33" y="469"/>
                    <a:pt x="33" y="469"/>
                  </a:cubicBezTo>
                  <a:cubicBezTo>
                    <a:pt x="26" y="469"/>
                    <a:pt x="21" y="463"/>
                    <a:pt x="21" y="456"/>
                  </a:cubicBezTo>
                  <a:cubicBezTo>
                    <a:pt x="21" y="394"/>
                    <a:pt x="21" y="394"/>
                    <a:pt x="21" y="394"/>
                  </a:cubicBezTo>
                  <a:cubicBezTo>
                    <a:pt x="21" y="350"/>
                    <a:pt x="50" y="313"/>
                    <a:pt x="92" y="302"/>
                  </a:cubicBezTo>
                  <a:cubicBezTo>
                    <a:pt x="147" y="288"/>
                    <a:pt x="147" y="288"/>
                    <a:pt x="147" y="288"/>
                  </a:cubicBezTo>
                  <a:cubicBezTo>
                    <a:pt x="157" y="293"/>
                    <a:pt x="169" y="296"/>
                    <a:pt x="180" y="296"/>
                  </a:cubicBezTo>
                  <a:cubicBezTo>
                    <a:pt x="192" y="296"/>
                    <a:pt x="203" y="293"/>
                    <a:pt x="213" y="288"/>
                  </a:cubicBezTo>
                  <a:cubicBezTo>
                    <a:pt x="267" y="302"/>
                    <a:pt x="267" y="302"/>
                    <a:pt x="267" y="302"/>
                  </a:cubicBezTo>
                  <a:cubicBezTo>
                    <a:pt x="309" y="313"/>
                    <a:pt x="338" y="350"/>
                    <a:pt x="338" y="394"/>
                  </a:cubicBezTo>
                  <a:lnTo>
                    <a:pt x="338" y="45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sp>
          <p:nvSpPr>
            <p:cNvPr id="12" name="Freeform 1931"/>
            <p:cNvSpPr>
              <a:spLocks/>
            </p:cNvSpPr>
            <p:nvPr/>
          </p:nvSpPr>
          <p:spPr bwMode="auto">
            <a:xfrm>
              <a:off x="3711576" y="4954587"/>
              <a:ext cx="95250" cy="53975"/>
            </a:xfrm>
            <a:custGeom>
              <a:avLst/>
              <a:gdLst>
                <a:gd name="T0" fmla="*/ 36 w 53"/>
                <a:gd name="T1" fmla="*/ 6 h 30"/>
                <a:gd name="T2" fmla="*/ 17 w 53"/>
                <a:gd name="T3" fmla="*/ 6 h 30"/>
                <a:gd name="T4" fmla="*/ 4 w 53"/>
                <a:gd name="T5" fmla="*/ 20 h 30"/>
                <a:gd name="T6" fmla="*/ 8 w 53"/>
                <a:gd name="T7" fmla="*/ 30 h 30"/>
                <a:gd name="T8" fmla="*/ 46 w 53"/>
                <a:gd name="T9" fmla="*/ 30 h 30"/>
                <a:gd name="T10" fmla="*/ 50 w 53"/>
                <a:gd name="T11" fmla="*/ 20 h 30"/>
                <a:gd name="T12" fmla="*/ 36 w 53"/>
                <a:gd name="T13" fmla="*/ 6 h 30"/>
              </a:gdLst>
              <a:ahLst/>
              <a:cxnLst>
                <a:cxn ang="0">
                  <a:pos x="T0" y="T1"/>
                </a:cxn>
                <a:cxn ang="0">
                  <a:pos x="T2" y="T3"/>
                </a:cxn>
                <a:cxn ang="0">
                  <a:pos x="T4" y="T5"/>
                </a:cxn>
                <a:cxn ang="0">
                  <a:pos x="T6" y="T7"/>
                </a:cxn>
                <a:cxn ang="0">
                  <a:pos x="T8" y="T9"/>
                </a:cxn>
                <a:cxn ang="0">
                  <a:pos x="T10" y="T11"/>
                </a:cxn>
                <a:cxn ang="0">
                  <a:pos x="T12" y="T13"/>
                </a:cxn>
              </a:cxnLst>
              <a:rect l="0" t="0" r="r" b="b"/>
              <a:pathLst>
                <a:path w="53" h="30">
                  <a:moveTo>
                    <a:pt x="36" y="6"/>
                  </a:moveTo>
                  <a:cubicBezTo>
                    <a:pt x="31" y="0"/>
                    <a:pt x="22" y="0"/>
                    <a:pt x="17" y="6"/>
                  </a:cubicBezTo>
                  <a:cubicBezTo>
                    <a:pt x="4" y="20"/>
                    <a:pt x="4" y="20"/>
                    <a:pt x="4" y="20"/>
                  </a:cubicBezTo>
                  <a:cubicBezTo>
                    <a:pt x="0" y="24"/>
                    <a:pt x="3" y="30"/>
                    <a:pt x="8" y="30"/>
                  </a:cubicBezTo>
                  <a:cubicBezTo>
                    <a:pt x="46" y="30"/>
                    <a:pt x="46" y="30"/>
                    <a:pt x="46" y="30"/>
                  </a:cubicBezTo>
                  <a:cubicBezTo>
                    <a:pt x="51" y="30"/>
                    <a:pt x="53" y="24"/>
                    <a:pt x="50" y="20"/>
                  </a:cubicBezTo>
                  <a:lnTo>
                    <a:pt x="36" y="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sp>
          <p:nvSpPr>
            <p:cNvPr id="13" name="Freeform 1932"/>
            <p:cNvSpPr>
              <a:spLocks noEditPoints="1"/>
            </p:cNvSpPr>
            <p:nvPr/>
          </p:nvSpPr>
          <p:spPr bwMode="auto">
            <a:xfrm>
              <a:off x="3802064" y="4556125"/>
              <a:ext cx="231775" cy="88900"/>
            </a:xfrm>
            <a:custGeom>
              <a:avLst/>
              <a:gdLst>
                <a:gd name="T0" fmla="*/ 60 w 129"/>
                <a:gd name="T1" fmla="*/ 23 h 49"/>
                <a:gd name="T2" fmla="*/ 70 w 129"/>
                <a:gd name="T3" fmla="*/ 23 h 49"/>
                <a:gd name="T4" fmla="*/ 99 w 129"/>
                <a:gd name="T5" fmla="*/ 49 h 49"/>
                <a:gd name="T6" fmla="*/ 129 w 129"/>
                <a:gd name="T7" fmla="*/ 19 h 49"/>
                <a:gd name="T8" fmla="*/ 99 w 129"/>
                <a:gd name="T9" fmla="*/ 0 h 49"/>
                <a:gd name="T10" fmla="*/ 70 w 129"/>
                <a:gd name="T11" fmla="*/ 13 h 49"/>
                <a:gd name="T12" fmla="*/ 59 w 129"/>
                <a:gd name="T13" fmla="*/ 13 h 49"/>
                <a:gd name="T14" fmla="*/ 30 w 129"/>
                <a:gd name="T15" fmla="*/ 0 h 49"/>
                <a:gd name="T16" fmla="*/ 0 w 129"/>
                <a:gd name="T17" fmla="*/ 19 h 49"/>
                <a:gd name="T18" fmla="*/ 30 w 129"/>
                <a:gd name="T19" fmla="*/ 49 h 49"/>
                <a:gd name="T20" fmla="*/ 60 w 129"/>
                <a:gd name="T21" fmla="*/ 23 h 49"/>
                <a:gd name="T22" fmla="*/ 99 w 129"/>
                <a:gd name="T23" fmla="*/ 10 h 49"/>
                <a:gd name="T24" fmla="*/ 119 w 129"/>
                <a:gd name="T25" fmla="*/ 19 h 49"/>
                <a:gd name="T26" fmla="*/ 99 w 129"/>
                <a:gd name="T27" fmla="*/ 39 h 49"/>
                <a:gd name="T28" fmla="*/ 79 w 129"/>
                <a:gd name="T29" fmla="*/ 19 h 49"/>
                <a:gd name="T30" fmla="*/ 99 w 129"/>
                <a:gd name="T31" fmla="*/ 10 h 49"/>
                <a:gd name="T32" fmla="*/ 10 w 129"/>
                <a:gd name="T33" fmla="*/ 19 h 49"/>
                <a:gd name="T34" fmla="*/ 30 w 129"/>
                <a:gd name="T35" fmla="*/ 10 h 49"/>
                <a:gd name="T36" fmla="*/ 50 w 129"/>
                <a:gd name="T37" fmla="*/ 19 h 49"/>
                <a:gd name="T38" fmla="*/ 30 w 129"/>
                <a:gd name="T39" fmla="*/ 39 h 49"/>
                <a:gd name="T40" fmla="*/ 10 w 129"/>
                <a:gd name="T4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 h="49">
                  <a:moveTo>
                    <a:pt x="60" y="23"/>
                  </a:moveTo>
                  <a:cubicBezTo>
                    <a:pt x="70" y="23"/>
                    <a:pt x="70" y="23"/>
                    <a:pt x="70" y="23"/>
                  </a:cubicBezTo>
                  <a:cubicBezTo>
                    <a:pt x="71" y="38"/>
                    <a:pt x="84" y="49"/>
                    <a:pt x="99" y="49"/>
                  </a:cubicBezTo>
                  <a:cubicBezTo>
                    <a:pt x="116" y="49"/>
                    <a:pt x="129" y="36"/>
                    <a:pt x="129" y="19"/>
                  </a:cubicBezTo>
                  <a:cubicBezTo>
                    <a:pt x="129" y="0"/>
                    <a:pt x="112" y="0"/>
                    <a:pt x="99" y="0"/>
                  </a:cubicBezTo>
                  <a:cubicBezTo>
                    <a:pt x="88" y="0"/>
                    <a:pt x="74" y="0"/>
                    <a:pt x="70" y="13"/>
                  </a:cubicBezTo>
                  <a:cubicBezTo>
                    <a:pt x="59" y="13"/>
                    <a:pt x="59" y="13"/>
                    <a:pt x="59" y="13"/>
                  </a:cubicBezTo>
                  <a:cubicBezTo>
                    <a:pt x="55" y="0"/>
                    <a:pt x="41" y="0"/>
                    <a:pt x="30" y="0"/>
                  </a:cubicBezTo>
                  <a:cubicBezTo>
                    <a:pt x="17" y="0"/>
                    <a:pt x="0" y="0"/>
                    <a:pt x="0" y="19"/>
                  </a:cubicBezTo>
                  <a:cubicBezTo>
                    <a:pt x="0" y="36"/>
                    <a:pt x="14" y="49"/>
                    <a:pt x="30" y="49"/>
                  </a:cubicBezTo>
                  <a:cubicBezTo>
                    <a:pt x="45" y="49"/>
                    <a:pt x="58" y="38"/>
                    <a:pt x="60" y="23"/>
                  </a:cubicBezTo>
                  <a:moveTo>
                    <a:pt x="99" y="10"/>
                  </a:moveTo>
                  <a:cubicBezTo>
                    <a:pt x="116" y="10"/>
                    <a:pt x="119" y="12"/>
                    <a:pt x="119" y="19"/>
                  </a:cubicBezTo>
                  <a:cubicBezTo>
                    <a:pt x="119" y="30"/>
                    <a:pt x="110" y="39"/>
                    <a:pt x="99" y="39"/>
                  </a:cubicBezTo>
                  <a:cubicBezTo>
                    <a:pt x="88" y="39"/>
                    <a:pt x="79" y="30"/>
                    <a:pt x="79" y="19"/>
                  </a:cubicBezTo>
                  <a:cubicBezTo>
                    <a:pt x="79" y="12"/>
                    <a:pt x="83" y="10"/>
                    <a:pt x="99" y="10"/>
                  </a:cubicBezTo>
                  <a:moveTo>
                    <a:pt x="10" y="19"/>
                  </a:moveTo>
                  <a:cubicBezTo>
                    <a:pt x="10" y="12"/>
                    <a:pt x="13" y="10"/>
                    <a:pt x="30" y="10"/>
                  </a:cubicBezTo>
                  <a:cubicBezTo>
                    <a:pt x="46" y="10"/>
                    <a:pt x="50" y="12"/>
                    <a:pt x="50" y="19"/>
                  </a:cubicBezTo>
                  <a:cubicBezTo>
                    <a:pt x="50" y="30"/>
                    <a:pt x="41" y="39"/>
                    <a:pt x="30" y="39"/>
                  </a:cubicBezTo>
                  <a:cubicBezTo>
                    <a:pt x="19" y="39"/>
                    <a:pt x="10" y="30"/>
                    <a:pt x="10" y="19"/>
                  </a:cubicBezTo>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gr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78743504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510362" y="2061694"/>
            <a:ext cx="11408921" cy="1323439"/>
          </a:xfrm>
          <a:prstGeom prst="rect">
            <a:avLst/>
          </a:prstGeom>
          <a:noFill/>
        </p:spPr>
        <p:txBody>
          <a:bodyPr wrap="square" rtlCol="0">
            <a:spAutoFit/>
          </a:bodyPr>
          <a:lstStyle/>
          <a:p>
            <a:pPr algn="ctr" rtl="1" fontAlgn="auto">
              <a:spcBef>
                <a:spcPts val="0"/>
              </a:spcBef>
              <a:spcAft>
                <a:spcPts val="0"/>
              </a:spcAft>
            </a:pPr>
            <a:r>
              <a:rPr lang="ar-SA" sz="4000" b="1" dirty="0">
                <a:solidFill>
                  <a:prstClr val="white"/>
                </a:solidFill>
                <a:cs typeface="Simplified Arabic" panose="02020603050405020304" pitchFamily="18" charset="-78"/>
              </a:rPr>
              <a:t>موقع ويب يتيح لمستخدميه رفع التسجيلات المرئية مجاناً ومشاهدتها عبر البث الحي بدل التنزيل ومشاركتها مع الآخرين والتعليق عليها</a:t>
            </a:r>
            <a:endParaRPr lang="en-US" sz="4000" b="1" i="1" dirty="0">
              <a:solidFill>
                <a:prstClr val="white"/>
              </a:solidFill>
              <a:latin typeface="Lato Light" panose="020F0302020204030203" pitchFamily="34" charset="0"/>
              <a:cs typeface="Simplified Arabic" panose="02020603050405020304" pitchFamily="18" charset="-78"/>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2656850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737014" y="4004658"/>
            <a:ext cx="10449560" cy="6095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 name="Oval 3"/>
          <p:cNvSpPr/>
          <p:nvPr/>
        </p:nvSpPr>
        <p:spPr>
          <a:xfrm>
            <a:off x="1256139" y="3918296"/>
            <a:ext cx="233680" cy="2336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1" name="TextBox 20"/>
          <p:cNvSpPr txBox="1"/>
          <p:nvPr/>
        </p:nvSpPr>
        <p:spPr>
          <a:xfrm>
            <a:off x="307217" y="3108590"/>
            <a:ext cx="925844"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a:solidFill>
                  <a:srgbClr val="237DB9"/>
                </a:solidFill>
                <a:latin typeface="Roboto Medium"/>
                <a:cs typeface="Simplified Arabic" panose="02020603050405020304" pitchFamily="18" charset="-78"/>
              </a:rPr>
              <a:t>1</a:t>
            </a:r>
            <a:endParaRPr lang="en-US" sz="2667" b="1" dirty="0">
              <a:solidFill>
                <a:srgbClr val="237DB9"/>
              </a:solidFill>
              <a:latin typeface="Roboto Medium"/>
              <a:cs typeface="Simplified Arabic" panose="02020603050405020304" pitchFamily="18" charset="-78"/>
            </a:endParaRPr>
          </a:p>
        </p:txBody>
      </p:sp>
      <p:sp>
        <p:nvSpPr>
          <p:cNvPr id="24" name="Right Brace 23"/>
          <p:cNvSpPr/>
          <p:nvPr/>
        </p:nvSpPr>
        <p:spPr>
          <a:xfrm>
            <a:off x="1314342" y="2887904"/>
            <a:ext cx="134837" cy="944139"/>
          </a:xfrm>
          <a:prstGeom prst="rightBrace">
            <a:avLst>
              <a:gd name="adj1" fmla="val 54159"/>
              <a:gd name="adj2" fmla="val 50000"/>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25" name="TextBox 24"/>
          <p:cNvSpPr txBox="1"/>
          <p:nvPr/>
        </p:nvSpPr>
        <p:spPr>
          <a:xfrm>
            <a:off x="1314342" y="2908545"/>
            <a:ext cx="3254958" cy="830997"/>
          </a:xfrm>
          <a:prstGeom prst="rect">
            <a:avLst/>
          </a:prstGeom>
          <a:noFill/>
        </p:spPr>
        <p:txBody>
          <a:bodyPr wrap="square" rtlCol="0">
            <a:spAutoFit/>
          </a:bodyPr>
          <a:lstStyle/>
          <a:p>
            <a:pPr algn="r" defTabSz="1375467" rtl="1" fontAlgn="auto">
              <a:spcBef>
                <a:spcPts val="0"/>
              </a:spcBef>
              <a:spcAft>
                <a:spcPts val="0"/>
              </a:spcAft>
            </a:pPr>
            <a:r>
              <a:rPr lang="ar-OM" sz="2400" b="1" dirty="0" smtClean="0">
                <a:solidFill>
                  <a:srgbClr val="262626"/>
                </a:solidFill>
                <a:cs typeface="Simplified Arabic" panose="02020603050405020304" pitchFamily="18" charset="-78"/>
              </a:rPr>
              <a:t>تم </a:t>
            </a:r>
            <a:r>
              <a:rPr lang="ar-OM" sz="2400" b="1" dirty="0">
                <a:solidFill>
                  <a:srgbClr val="262626"/>
                </a:solidFill>
                <a:cs typeface="Simplified Arabic" panose="02020603050405020304" pitchFamily="18" charset="-78"/>
              </a:rPr>
              <a:t>تأسيس موقع اليوتيوب في 14 فبراير سنة 2005م</a:t>
            </a:r>
            <a:endParaRPr lang="en-US" b="1" dirty="0">
              <a:solidFill>
                <a:srgbClr val="FFFFFF">
                  <a:lumMod val="65000"/>
                </a:srgbClr>
              </a:solidFill>
              <a:latin typeface="Roboto Condensed"/>
              <a:cs typeface="Simplified Arabic" panose="02020603050405020304" pitchFamily="18" charset="-78"/>
            </a:endParaRPr>
          </a:p>
        </p:txBody>
      </p:sp>
      <p:sp>
        <p:nvSpPr>
          <p:cNvPr id="69" name="Oval 68"/>
          <p:cNvSpPr/>
          <p:nvPr/>
        </p:nvSpPr>
        <p:spPr>
          <a:xfrm>
            <a:off x="4783282" y="3985529"/>
            <a:ext cx="233680" cy="23368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70" name="TextBox 69"/>
          <p:cNvSpPr txBox="1"/>
          <p:nvPr/>
        </p:nvSpPr>
        <p:spPr>
          <a:xfrm>
            <a:off x="3712300" y="4617589"/>
            <a:ext cx="1047905"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smtClean="0">
                <a:solidFill>
                  <a:srgbClr val="F19B14"/>
                </a:solidFill>
                <a:latin typeface="Roboto Medium"/>
                <a:cs typeface="Simplified Arabic" panose="02020603050405020304" pitchFamily="18" charset="-78"/>
              </a:rPr>
              <a:t>2</a:t>
            </a:r>
            <a:endParaRPr lang="en-US" sz="2667" b="1" dirty="0">
              <a:solidFill>
                <a:srgbClr val="F19B14"/>
              </a:solidFill>
              <a:latin typeface="Roboto Medium"/>
              <a:cs typeface="Simplified Arabic" panose="02020603050405020304" pitchFamily="18" charset="-78"/>
            </a:endParaRPr>
          </a:p>
        </p:txBody>
      </p:sp>
      <p:sp>
        <p:nvSpPr>
          <p:cNvPr id="71" name="Right Brace 70"/>
          <p:cNvSpPr/>
          <p:nvPr/>
        </p:nvSpPr>
        <p:spPr>
          <a:xfrm>
            <a:off x="4841485" y="4396903"/>
            <a:ext cx="134837" cy="944139"/>
          </a:xfrm>
          <a:prstGeom prst="rightBrace">
            <a:avLst>
              <a:gd name="adj1" fmla="val 54159"/>
              <a:gd name="adj2" fmla="val 50000"/>
            </a:avLst>
          </a:prstGeom>
          <a:ln w="19050">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72" name="TextBox 71"/>
          <p:cNvSpPr txBox="1"/>
          <p:nvPr/>
        </p:nvSpPr>
        <p:spPr>
          <a:xfrm>
            <a:off x="5035589" y="4294457"/>
            <a:ext cx="3562205" cy="1200329"/>
          </a:xfrm>
          <a:prstGeom prst="rect">
            <a:avLst/>
          </a:prstGeom>
          <a:noFill/>
        </p:spPr>
        <p:txBody>
          <a:bodyPr wrap="square" rtlCol="0">
            <a:spAutoFit/>
          </a:bodyPr>
          <a:lstStyle/>
          <a:p>
            <a:pPr algn="r" defTabSz="1375467" rtl="1" fontAlgn="auto">
              <a:spcBef>
                <a:spcPts val="0"/>
              </a:spcBef>
              <a:spcAft>
                <a:spcPts val="0"/>
              </a:spcAft>
            </a:pPr>
            <a:r>
              <a:rPr lang="ar-OM" sz="2400" b="1" dirty="0" smtClean="0">
                <a:solidFill>
                  <a:srgbClr val="262626"/>
                </a:solidFill>
                <a:cs typeface="Simplified Arabic" panose="02020603050405020304" pitchFamily="18" charset="-78"/>
              </a:rPr>
              <a:t>في </a:t>
            </a:r>
            <a:r>
              <a:rPr lang="ar-OM" sz="2400" b="1" dirty="0">
                <a:solidFill>
                  <a:srgbClr val="262626"/>
                </a:solidFill>
                <a:cs typeface="Simplified Arabic" panose="02020603050405020304" pitchFamily="18" charset="-78"/>
              </a:rPr>
              <a:t>إبريل 2005م، تم رفع أول فيديو في موقع اليوتيوب بعنوان (أنا في حديقة الحيوان)</a:t>
            </a:r>
            <a:endParaRPr lang="en-US" b="1" dirty="0">
              <a:solidFill>
                <a:srgbClr val="FFFFFF">
                  <a:lumMod val="65000"/>
                </a:srgbClr>
              </a:solidFill>
              <a:latin typeface="Roboto Condensed"/>
              <a:cs typeface="Simplified Arabic" panose="02020603050405020304" pitchFamily="18" charset="-78"/>
            </a:endParaRPr>
          </a:p>
        </p:txBody>
      </p:sp>
      <p:sp>
        <p:nvSpPr>
          <p:cNvPr id="73" name="Oval 72"/>
          <p:cNvSpPr/>
          <p:nvPr/>
        </p:nvSpPr>
        <p:spPr>
          <a:xfrm>
            <a:off x="8344239" y="3918296"/>
            <a:ext cx="233680" cy="23368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74" name="TextBox 73"/>
          <p:cNvSpPr txBox="1"/>
          <p:nvPr/>
        </p:nvSpPr>
        <p:spPr>
          <a:xfrm>
            <a:off x="7395317" y="3108590"/>
            <a:ext cx="925844"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smtClean="0">
                <a:solidFill>
                  <a:srgbClr val="BE382C"/>
                </a:solidFill>
                <a:latin typeface="Roboto Medium"/>
                <a:cs typeface="Simplified Arabic" panose="02020603050405020304" pitchFamily="18" charset="-78"/>
              </a:rPr>
              <a:t>3</a:t>
            </a:r>
            <a:endParaRPr lang="en-US" sz="2667" b="1" dirty="0">
              <a:solidFill>
                <a:srgbClr val="BE382C"/>
              </a:solidFill>
              <a:latin typeface="Roboto Medium"/>
              <a:cs typeface="Simplified Arabic" panose="02020603050405020304" pitchFamily="18" charset="-78"/>
            </a:endParaRPr>
          </a:p>
        </p:txBody>
      </p:sp>
      <p:sp>
        <p:nvSpPr>
          <p:cNvPr id="75" name="Right Brace 74"/>
          <p:cNvSpPr/>
          <p:nvPr/>
        </p:nvSpPr>
        <p:spPr>
          <a:xfrm>
            <a:off x="8402442" y="2887904"/>
            <a:ext cx="134837" cy="944139"/>
          </a:xfrm>
          <a:prstGeom prst="rightBrace">
            <a:avLst>
              <a:gd name="adj1" fmla="val 54159"/>
              <a:gd name="adj2" fmla="val 50000"/>
            </a:avLst>
          </a:prstGeom>
          <a:ln w="19050">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76" name="TextBox 75"/>
          <p:cNvSpPr txBox="1"/>
          <p:nvPr/>
        </p:nvSpPr>
        <p:spPr>
          <a:xfrm>
            <a:off x="8537279" y="2850557"/>
            <a:ext cx="3021278" cy="1200329"/>
          </a:xfrm>
          <a:prstGeom prst="rect">
            <a:avLst/>
          </a:prstGeom>
          <a:noFill/>
        </p:spPr>
        <p:txBody>
          <a:bodyPr wrap="square" rtlCol="0">
            <a:spAutoFit/>
          </a:bodyPr>
          <a:lstStyle/>
          <a:p>
            <a:pPr algn="r" defTabSz="1375467" rtl="1" fontAlgn="auto">
              <a:spcBef>
                <a:spcPts val="0"/>
              </a:spcBef>
              <a:spcAft>
                <a:spcPts val="0"/>
              </a:spcAft>
            </a:pPr>
            <a:r>
              <a:rPr lang="ar-OM" sz="2400" b="1" dirty="0" smtClean="0">
                <a:solidFill>
                  <a:srgbClr val="262626"/>
                </a:solidFill>
                <a:cs typeface="Simplified Arabic" panose="02020603050405020304" pitchFamily="18" charset="-78"/>
              </a:rPr>
              <a:t>في </a:t>
            </a:r>
            <a:r>
              <a:rPr lang="ar-OM" sz="2400" b="1" dirty="0">
                <a:solidFill>
                  <a:srgbClr val="262626"/>
                </a:solidFill>
                <a:cs typeface="Simplified Arabic" panose="02020603050405020304" pitchFamily="18" charset="-78"/>
              </a:rPr>
              <a:t>ديسمبر 2005 تم الافتتاح الرسمي لموقع اليوتيوب</a:t>
            </a:r>
            <a:endParaRPr lang="en-US" b="1" dirty="0">
              <a:solidFill>
                <a:srgbClr val="FFFFFF">
                  <a:lumMod val="65000"/>
                </a:srgbClr>
              </a:solidFill>
              <a:latin typeface="Roboto Condensed"/>
              <a:cs typeface="Simplified Arabic" panose="02020603050405020304" pitchFamily="18" charset="-78"/>
            </a:endParaRPr>
          </a:p>
        </p:txBody>
      </p:sp>
      <p:sp>
        <p:nvSpPr>
          <p:cNvPr id="36" name="Rectangle 35"/>
          <p:cNvSpPr/>
          <p:nvPr/>
        </p:nvSpPr>
        <p:spPr>
          <a:xfrm>
            <a:off x="320688" y="676769"/>
            <a:ext cx="11347420" cy="707886"/>
          </a:xfrm>
          <a:prstGeom prst="rect">
            <a:avLst/>
          </a:prstGeom>
        </p:spPr>
        <p:txBody>
          <a:bodyPr wrap="square">
            <a:spAutoFit/>
          </a:bodyPr>
          <a:lstStyle/>
          <a:p>
            <a:pPr algn="r" rtl="1" fontAlgn="auto">
              <a:spcBef>
                <a:spcPts val="0"/>
              </a:spcBef>
              <a:spcAft>
                <a:spcPts val="0"/>
              </a:spcAft>
              <a:defRPr/>
            </a:pPr>
            <a:r>
              <a:rPr lang="ar-SA" sz="4000" b="1" u="sng" kern="0" dirty="0">
                <a:solidFill>
                  <a:srgbClr val="002060"/>
                </a:solidFill>
                <a:cs typeface="Simplified Arabic" panose="02020603050405020304" pitchFamily="18" charset="-78"/>
              </a:rPr>
              <a:t>‌أ.	تطور اليوتيوب التاريخي</a:t>
            </a:r>
            <a:endParaRPr lang="en-US" sz="4000" u="sng" kern="0" dirty="0" smtClean="0">
              <a:solidFill>
                <a:srgbClr val="002060"/>
              </a:solidFill>
              <a:cs typeface="Simplified Arabic" panose="02020603050405020304" pitchFamily="18" charset="-78"/>
            </a:endParaRPr>
          </a:p>
        </p:txBody>
      </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6996999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 calcmode="lin" valueType="num">
                                      <p:cBhvr>
                                        <p:cTn id="17" dur="500" fill="hold"/>
                                        <p:tgtEl>
                                          <p:spTgt spid="21"/>
                                        </p:tgtEl>
                                        <p:attrNameLst>
                                          <p:attrName>ppt_w</p:attrName>
                                        </p:attrNameLst>
                                      </p:cBhvr>
                                      <p:tavLst>
                                        <p:tav tm="0">
                                          <p:val>
                                            <p:fltVal val="0"/>
                                          </p:val>
                                        </p:tav>
                                        <p:tav tm="100000">
                                          <p:val>
                                            <p:strVal val="#ppt_w"/>
                                          </p:val>
                                        </p:tav>
                                      </p:tavLst>
                                    </p:anim>
                                    <p:anim calcmode="lin" valueType="num">
                                      <p:cBhvr>
                                        <p:cTn id="18" dur="500" fill="hold"/>
                                        <p:tgtEl>
                                          <p:spTgt spid="21"/>
                                        </p:tgtEl>
                                        <p:attrNameLst>
                                          <p:attrName>ppt_h</p:attrName>
                                        </p:attrNameLst>
                                      </p:cBhvr>
                                      <p:tavLst>
                                        <p:tav tm="0">
                                          <p:val>
                                            <p:fltVal val="0"/>
                                          </p:val>
                                        </p:tav>
                                        <p:tav tm="100000">
                                          <p:val>
                                            <p:strVal val="#ppt_h"/>
                                          </p:val>
                                        </p:tav>
                                      </p:tavLst>
                                    </p:anim>
                                    <p:animEffect transition="in" filter="fade">
                                      <p:cBhvr>
                                        <p:cTn id="19" dur="500"/>
                                        <p:tgtEl>
                                          <p:spTgt spid="21"/>
                                        </p:tgtEl>
                                      </p:cBhvr>
                                    </p:animEffect>
                                  </p:childTnLst>
                                </p:cTn>
                              </p:par>
                            </p:childTnLst>
                          </p:cTn>
                        </p:par>
                        <p:par>
                          <p:cTn id="20" fill="hold">
                            <p:stCondLst>
                              <p:cond delay="1500"/>
                            </p:stCondLst>
                            <p:childTnLst>
                              <p:par>
                                <p:cTn id="21" presetID="22" presetClass="entr" presetSubtype="8"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left)">
                                      <p:cBhvr>
                                        <p:cTn id="27" dur="500"/>
                                        <p:tgtEl>
                                          <p:spTgt spid="25"/>
                                        </p:tgtEl>
                                      </p:cBhvr>
                                    </p:animEffect>
                                  </p:childTnLst>
                                </p:cTn>
                              </p:par>
                            </p:childTnLst>
                          </p:cTn>
                        </p:par>
                        <p:par>
                          <p:cTn id="28" fill="hold">
                            <p:stCondLst>
                              <p:cond delay="2500"/>
                            </p:stCondLst>
                            <p:childTnLst>
                              <p:par>
                                <p:cTn id="29" presetID="53" presetClass="entr" presetSubtype="16" fill="hold" grpId="0" nodeType="afterEffect">
                                  <p:stCondLst>
                                    <p:cond delay="0"/>
                                  </p:stCondLst>
                                  <p:childTnLst>
                                    <p:set>
                                      <p:cBhvr>
                                        <p:cTn id="30" dur="1" fill="hold">
                                          <p:stCondLst>
                                            <p:cond delay="0"/>
                                          </p:stCondLst>
                                        </p:cTn>
                                        <p:tgtEl>
                                          <p:spTgt spid="69"/>
                                        </p:tgtEl>
                                        <p:attrNameLst>
                                          <p:attrName>style.visibility</p:attrName>
                                        </p:attrNameLst>
                                      </p:cBhvr>
                                      <p:to>
                                        <p:strVal val="visible"/>
                                      </p:to>
                                    </p:set>
                                    <p:anim calcmode="lin" valueType="num">
                                      <p:cBhvr>
                                        <p:cTn id="31" dur="500" fill="hold"/>
                                        <p:tgtEl>
                                          <p:spTgt spid="69"/>
                                        </p:tgtEl>
                                        <p:attrNameLst>
                                          <p:attrName>ppt_w</p:attrName>
                                        </p:attrNameLst>
                                      </p:cBhvr>
                                      <p:tavLst>
                                        <p:tav tm="0">
                                          <p:val>
                                            <p:fltVal val="0"/>
                                          </p:val>
                                        </p:tav>
                                        <p:tav tm="100000">
                                          <p:val>
                                            <p:strVal val="#ppt_w"/>
                                          </p:val>
                                        </p:tav>
                                      </p:tavLst>
                                    </p:anim>
                                    <p:anim calcmode="lin" valueType="num">
                                      <p:cBhvr>
                                        <p:cTn id="32" dur="500" fill="hold"/>
                                        <p:tgtEl>
                                          <p:spTgt spid="69"/>
                                        </p:tgtEl>
                                        <p:attrNameLst>
                                          <p:attrName>ppt_h</p:attrName>
                                        </p:attrNameLst>
                                      </p:cBhvr>
                                      <p:tavLst>
                                        <p:tav tm="0">
                                          <p:val>
                                            <p:fltVal val="0"/>
                                          </p:val>
                                        </p:tav>
                                        <p:tav tm="100000">
                                          <p:val>
                                            <p:strVal val="#ppt_h"/>
                                          </p:val>
                                        </p:tav>
                                      </p:tavLst>
                                    </p:anim>
                                    <p:animEffect transition="in" filter="fade">
                                      <p:cBhvr>
                                        <p:cTn id="33" dur="500"/>
                                        <p:tgtEl>
                                          <p:spTgt spid="69"/>
                                        </p:tgtEl>
                                      </p:cBhvr>
                                    </p:animEffect>
                                  </p:childTnLst>
                                </p:cTn>
                              </p:par>
                            </p:childTnLst>
                          </p:cTn>
                        </p:par>
                        <p:par>
                          <p:cTn id="34" fill="hold">
                            <p:stCondLst>
                              <p:cond delay="3000"/>
                            </p:stCondLst>
                            <p:childTnLst>
                              <p:par>
                                <p:cTn id="35" presetID="53" presetClass="entr" presetSubtype="16" fill="hold" grpId="0" nodeType="afterEffect">
                                  <p:stCondLst>
                                    <p:cond delay="0"/>
                                  </p:stCondLst>
                                  <p:childTnLst>
                                    <p:set>
                                      <p:cBhvr>
                                        <p:cTn id="36" dur="1" fill="hold">
                                          <p:stCondLst>
                                            <p:cond delay="0"/>
                                          </p:stCondLst>
                                        </p:cTn>
                                        <p:tgtEl>
                                          <p:spTgt spid="70"/>
                                        </p:tgtEl>
                                        <p:attrNameLst>
                                          <p:attrName>style.visibility</p:attrName>
                                        </p:attrNameLst>
                                      </p:cBhvr>
                                      <p:to>
                                        <p:strVal val="visible"/>
                                      </p:to>
                                    </p:set>
                                    <p:anim calcmode="lin" valueType="num">
                                      <p:cBhvr>
                                        <p:cTn id="37" dur="500" fill="hold"/>
                                        <p:tgtEl>
                                          <p:spTgt spid="70"/>
                                        </p:tgtEl>
                                        <p:attrNameLst>
                                          <p:attrName>ppt_w</p:attrName>
                                        </p:attrNameLst>
                                      </p:cBhvr>
                                      <p:tavLst>
                                        <p:tav tm="0">
                                          <p:val>
                                            <p:fltVal val="0"/>
                                          </p:val>
                                        </p:tav>
                                        <p:tav tm="100000">
                                          <p:val>
                                            <p:strVal val="#ppt_w"/>
                                          </p:val>
                                        </p:tav>
                                      </p:tavLst>
                                    </p:anim>
                                    <p:anim calcmode="lin" valueType="num">
                                      <p:cBhvr>
                                        <p:cTn id="38" dur="500" fill="hold"/>
                                        <p:tgtEl>
                                          <p:spTgt spid="70"/>
                                        </p:tgtEl>
                                        <p:attrNameLst>
                                          <p:attrName>ppt_h</p:attrName>
                                        </p:attrNameLst>
                                      </p:cBhvr>
                                      <p:tavLst>
                                        <p:tav tm="0">
                                          <p:val>
                                            <p:fltVal val="0"/>
                                          </p:val>
                                        </p:tav>
                                        <p:tav tm="100000">
                                          <p:val>
                                            <p:strVal val="#ppt_h"/>
                                          </p:val>
                                        </p:tav>
                                      </p:tavLst>
                                    </p:anim>
                                    <p:animEffect transition="in" filter="fade">
                                      <p:cBhvr>
                                        <p:cTn id="39" dur="500"/>
                                        <p:tgtEl>
                                          <p:spTgt spid="70"/>
                                        </p:tgtEl>
                                      </p:cBhvr>
                                    </p:animEffect>
                                  </p:childTnLst>
                                </p:cTn>
                              </p:par>
                            </p:childTnLst>
                          </p:cTn>
                        </p:par>
                        <p:par>
                          <p:cTn id="40" fill="hold">
                            <p:stCondLst>
                              <p:cond delay="3500"/>
                            </p:stCondLst>
                            <p:childTnLst>
                              <p:par>
                                <p:cTn id="41" presetID="22" presetClass="entr" presetSubtype="8" fill="hold" grpId="0" nodeType="afterEffect">
                                  <p:stCondLst>
                                    <p:cond delay="0"/>
                                  </p:stCondLst>
                                  <p:childTnLst>
                                    <p:set>
                                      <p:cBhvr>
                                        <p:cTn id="42" dur="1" fill="hold">
                                          <p:stCondLst>
                                            <p:cond delay="0"/>
                                          </p:stCondLst>
                                        </p:cTn>
                                        <p:tgtEl>
                                          <p:spTgt spid="71"/>
                                        </p:tgtEl>
                                        <p:attrNameLst>
                                          <p:attrName>style.visibility</p:attrName>
                                        </p:attrNameLst>
                                      </p:cBhvr>
                                      <p:to>
                                        <p:strVal val="visible"/>
                                      </p:to>
                                    </p:set>
                                    <p:animEffect transition="in" filter="wipe(left)">
                                      <p:cBhvr>
                                        <p:cTn id="43" dur="500"/>
                                        <p:tgtEl>
                                          <p:spTgt spid="71"/>
                                        </p:tgtEl>
                                      </p:cBhvr>
                                    </p:animEffect>
                                  </p:childTnLst>
                                </p:cTn>
                              </p:par>
                            </p:childTnLst>
                          </p:cTn>
                        </p:par>
                        <p:par>
                          <p:cTn id="44" fill="hold">
                            <p:stCondLst>
                              <p:cond delay="4000"/>
                            </p:stCondLst>
                            <p:childTnLst>
                              <p:par>
                                <p:cTn id="45" presetID="22" presetClass="entr" presetSubtype="8" fill="hold" grpId="0" nodeType="afterEffect">
                                  <p:stCondLst>
                                    <p:cond delay="0"/>
                                  </p:stCondLst>
                                  <p:childTnLst>
                                    <p:set>
                                      <p:cBhvr>
                                        <p:cTn id="46" dur="1" fill="hold">
                                          <p:stCondLst>
                                            <p:cond delay="0"/>
                                          </p:stCondLst>
                                        </p:cTn>
                                        <p:tgtEl>
                                          <p:spTgt spid="72"/>
                                        </p:tgtEl>
                                        <p:attrNameLst>
                                          <p:attrName>style.visibility</p:attrName>
                                        </p:attrNameLst>
                                      </p:cBhvr>
                                      <p:to>
                                        <p:strVal val="visible"/>
                                      </p:to>
                                    </p:set>
                                    <p:animEffect transition="in" filter="wipe(left)">
                                      <p:cBhvr>
                                        <p:cTn id="47" dur="500"/>
                                        <p:tgtEl>
                                          <p:spTgt spid="72"/>
                                        </p:tgtEl>
                                      </p:cBhvr>
                                    </p:animEffect>
                                  </p:childTnLst>
                                </p:cTn>
                              </p:par>
                            </p:childTnLst>
                          </p:cTn>
                        </p:par>
                        <p:par>
                          <p:cTn id="48" fill="hold">
                            <p:stCondLst>
                              <p:cond delay="4500"/>
                            </p:stCondLst>
                            <p:childTnLst>
                              <p:par>
                                <p:cTn id="49" presetID="53" presetClass="entr" presetSubtype="16" fill="hold" grpId="0" nodeType="afterEffect">
                                  <p:stCondLst>
                                    <p:cond delay="0"/>
                                  </p:stCondLst>
                                  <p:childTnLst>
                                    <p:set>
                                      <p:cBhvr>
                                        <p:cTn id="50" dur="1" fill="hold">
                                          <p:stCondLst>
                                            <p:cond delay="0"/>
                                          </p:stCondLst>
                                        </p:cTn>
                                        <p:tgtEl>
                                          <p:spTgt spid="73"/>
                                        </p:tgtEl>
                                        <p:attrNameLst>
                                          <p:attrName>style.visibility</p:attrName>
                                        </p:attrNameLst>
                                      </p:cBhvr>
                                      <p:to>
                                        <p:strVal val="visible"/>
                                      </p:to>
                                    </p:set>
                                    <p:anim calcmode="lin" valueType="num">
                                      <p:cBhvr>
                                        <p:cTn id="51" dur="500" fill="hold"/>
                                        <p:tgtEl>
                                          <p:spTgt spid="73"/>
                                        </p:tgtEl>
                                        <p:attrNameLst>
                                          <p:attrName>ppt_w</p:attrName>
                                        </p:attrNameLst>
                                      </p:cBhvr>
                                      <p:tavLst>
                                        <p:tav tm="0">
                                          <p:val>
                                            <p:fltVal val="0"/>
                                          </p:val>
                                        </p:tav>
                                        <p:tav tm="100000">
                                          <p:val>
                                            <p:strVal val="#ppt_w"/>
                                          </p:val>
                                        </p:tav>
                                      </p:tavLst>
                                    </p:anim>
                                    <p:anim calcmode="lin" valueType="num">
                                      <p:cBhvr>
                                        <p:cTn id="52" dur="500" fill="hold"/>
                                        <p:tgtEl>
                                          <p:spTgt spid="73"/>
                                        </p:tgtEl>
                                        <p:attrNameLst>
                                          <p:attrName>ppt_h</p:attrName>
                                        </p:attrNameLst>
                                      </p:cBhvr>
                                      <p:tavLst>
                                        <p:tav tm="0">
                                          <p:val>
                                            <p:fltVal val="0"/>
                                          </p:val>
                                        </p:tav>
                                        <p:tav tm="100000">
                                          <p:val>
                                            <p:strVal val="#ppt_h"/>
                                          </p:val>
                                        </p:tav>
                                      </p:tavLst>
                                    </p:anim>
                                    <p:animEffect transition="in" filter="fade">
                                      <p:cBhvr>
                                        <p:cTn id="53" dur="500"/>
                                        <p:tgtEl>
                                          <p:spTgt spid="73"/>
                                        </p:tgtEl>
                                      </p:cBhvr>
                                    </p:animEffect>
                                  </p:childTnLst>
                                </p:cTn>
                              </p:par>
                            </p:childTnLst>
                          </p:cTn>
                        </p:par>
                        <p:par>
                          <p:cTn id="54" fill="hold">
                            <p:stCondLst>
                              <p:cond delay="5000"/>
                            </p:stCondLst>
                            <p:childTnLst>
                              <p:par>
                                <p:cTn id="55" presetID="53" presetClass="entr" presetSubtype="16" fill="hold" grpId="0" nodeType="afterEffect">
                                  <p:stCondLst>
                                    <p:cond delay="0"/>
                                  </p:stCondLst>
                                  <p:childTnLst>
                                    <p:set>
                                      <p:cBhvr>
                                        <p:cTn id="56" dur="1" fill="hold">
                                          <p:stCondLst>
                                            <p:cond delay="0"/>
                                          </p:stCondLst>
                                        </p:cTn>
                                        <p:tgtEl>
                                          <p:spTgt spid="74"/>
                                        </p:tgtEl>
                                        <p:attrNameLst>
                                          <p:attrName>style.visibility</p:attrName>
                                        </p:attrNameLst>
                                      </p:cBhvr>
                                      <p:to>
                                        <p:strVal val="visible"/>
                                      </p:to>
                                    </p:set>
                                    <p:anim calcmode="lin" valueType="num">
                                      <p:cBhvr>
                                        <p:cTn id="57" dur="500" fill="hold"/>
                                        <p:tgtEl>
                                          <p:spTgt spid="74"/>
                                        </p:tgtEl>
                                        <p:attrNameLst>
                                          <p:attrName>ppt_w</p:attrName>
                                        </p:attrNameLst>
                                      </p:cBhvr>
                                      <p:tavLst>
                                        <p:tav tm="0">
                                          <p:val>
                                            <p:fltVal val="0"/>
                                          </p:val>
                                        </p:tav>
                                        <p:tav tm="100000">
                                          <p:val>
                                            <p:strVal val="#ppt_w"/>
                                          </p:val>
                                        </p:tav>
                                      </p:tavLst>
                                    </p:anim>
                                    <p:anim calcmode="lin" valueType="num">
                                      <p:cBhvr>
                                        <p:cTn id="58" dur="500" fill="hold"/>
                                        <p:tgtEl>
                                          <p:spTgt spid="74"/>
                                        </p:tgtEl>
                                        <p:attrNameLst>
                                          <p:attrName>ppt_h</p:attrName>
                                        </p:attrNameLst>
                                      </p:cBhvr>
                                      <p:tavLst>
                                        <p:tav tm="0">
                                          <p:val>
                                            <p:fltVal val="0"/>
                                          </p:val>
                                        </p:tav>
                                        <p:tav tm="100000">
                                          <p:val>
                                            <p:strVal val="#ppt_h"/>
                                          </p:val>
                                        </p:tav>
                                      </p:tavLst>
                                    </p:anim>
                                    <p:animEffect transition="in" filter="fade">
                                      <p:cBhvr>
                                        <p:cTn id="59" dur="500"/>
                                        <p:tgtEl>
                                          <p:spTgt spid="74"/>
                                        </p:tgtEl>
                                      </p:cBhvr>
                                    </p:animEffect>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wipe(left)">
                                      <p:cBhvr>
                                        <p:cTn id="63" dur="500"/>
                                        <p:tgtEl>
                                          <p:spTgt spid="75"/>
                                        </p:tgtEl>
                                      </p:cBhvr>
                                    </p:animEffect>
                                  </p:childTnLst>
                                </p:cTn>
                              </p:par>
                            </p:childTnLst>
                          </p:cTn>
                        </p:par>
                        <p:par>
                          <p:cTn id="64" fill="hold">
                            <p:stCondLst>
                              <p:cond delay="6000"/>
                            </p:stCondLst>
                            <p:childTnLst>
                              <p:par>
                                <p:cTn id="65" presetID="22" presetClass="entr" presetSubtype="8" fill="hold" grpId="0" nodeType="afterEffect">
                                  <p:stCondLst>
                                    <p:cond delay="0"/>
                                  </p:stCondLst>
                                  <p:childTnLst>
                                    <p:set>
                                      <p:cBhvr>
                                        <p:cTn id="66" dur="1" fill="hold">
                                          <p:stCondLst>
                                            <p:cond delay="0"/>
                                          </p:stCondLst>
                                        </p:cTn>
                                        <p:tgtEl>
                                          <p:spTgt spid="76"/>
                                        </p:tgtEl>
                                        <p:attrNameLst>
                                          <p:attrName>style.visibility</p:attrName>
                                        </p:attrNameLst>
                                      </p:cBhvr>
                                      <p:to>
                                        <p:strVal val="visible"/>
                                      </p:to>
                                    </p:set>
                                    <p:animEffect transition="in" filter="wipe(left)">
                                      <p:cBhvr>
                                        <p:cTn id="6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1" grpId="0"/>
      <p:bldP spid="24" grpId="0" animBg="1"/>
      <p:bldP spid="25" grpId="0"/>
      <p:bldP spid="69" grpId="0" animBg="1"/>
      <p:bldP spid="70" grpId="0"/>
      <p:bldP spid="71" grpId="0" animBg="1"/>
      <p:bldP spid="72" grpId="0"/>
      <p:bldP spid="73" grpId="0" animBg="1"/>
      <p:bldP spid="74" grpId="0"/>
      <p:bldP spid="75" grpId="0" animBg="1"/>
      <p:bldP spid="76" grpId="0"/>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858520" y="3429001"/>
            <a:ext cx="10449560" cy="6095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 name="Oval 3"/>
          <p:cNvSpPr/>
          <p:nvPr/>
        </p:nvSpPr>
        <p:spPr>
          <a:xfrm>
            <a:off x="2303489" y="3342639"/>
            <a:ext cx="233680" cy="2336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1" name="TextBox 20"/>
          <p:cNvSpPr txBox="1"/>
          <p:nvPr/>
        </p:nvSpPr>
        <p:spPr>
          <a:xfrm>
            <a:off x="1354567" y="2532933"/>
            <a:ext cx="925844"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a:solidFill>
                  <a:srgbClr val="237DB9"/>
                </a:solidFill>
                <a:latin typeface="Roboto Medium"/>
                <a:cs typeface="Simplified Arabic" panose="02020603050405020304" pitchFamily="18" charset="-78"/>
              </a:rPr>
              <a:t>4</a:t>
            </a:r>
            <a:endParaRPr lang="en-US" sz="2667" b="1" dirty="0">
              <a:solidFill>
                <a:srgbClr val="237DB9"/>
              </a:solidFill>
              <a:latin typeface="Roboto Medium"/>
              <a:cs typeface="Simplified Arabic" panose="02020603050405020304" pitchFamily="18" charset="-78"/>
            </a:endParaRPr>
          </a:p>
        </p:txBody>
      </p:sp>
      <p:sp>
        <p:nvSpPr>
          <p:cNvPr id="24" name="Right Brace 23"/>
          <p:cNvSpPr/>
          <p:nvPr/>
        </p:nvSpPr>
        <p:spPr>
          <a:xfrm>
            <a:off x="2361692" y="2312247"/>
            <a:ext cx="134837" cy="944139"/>
          </a:xfrm>
          <a:prstGeom prst="rightBrace">
            <a:avLst>
              <a:gd name="adj1" fmla="val 54159"/>
              <a:gd name="adj2" fmla="val 50000"/>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25" name="TextBox 24"/>
          <p:cNvSpPr txBox="1"/>
          <p:nvPr/>
        </p:nvSpPr>
        <p:spPr>
          <a:xfrm>
            <a:off x="2555798" y="1840469"/>
            <a:ext cx="3865350" cy="1200329"/>
          </a:xfrm>
          <a:prstGeom prst="rect">
            <a:avLst/>
          </a:prstGeom>
          <a:noFill/>
        </p:spPr>
        <p:txBody>
          <a:bodyPr wrap="square" rtlCol="0">
            <a:spAutoFit/>
          </a:bodyPr>
          <a:lstStyle/>
          <a:p>
            <a:pPr defTabSz="1375467" rtl="1" fontAlgn="auto">
              <a:spcBef>
                <a:spcPts val="0"/>
              </a:spcBef>
              <a:spcAft>
                <a:spcPts val="0"/>
              </a:spcAft>
            </a:pPr>
            <a:r>
              <a:rPr lang="ar-OM" sz="2400" b="1" dirty="0" smtClean="0">
                <a:solidFill>
                  <a:srgbClr val="262626"/>
                </a:solidFill>
                <a:cs typeface="Simplified Arabic" panose="02020603050405020304" pitchFamily="18" charset="-78"/>
              </a:rPr>
              <a:t>في </a:t>
            </a:r>
            <a:r>
              <a:rPr lang="ar-OM" sz="2400" b="1" dirty="0">
                <a:solidFill>
                  <a:srgbClr val="262626"/>
                </a:solidFill>
                <a:cs typeface="Simplified Arabic" panose="02020603050405020304" pitchFamily="18" charset="-78"/>
              </a:rPr>
              <a:t>أكتوبر 2006م، قامت شركة قوقل (</a:t>
            </a:r>
            <a:r>
              <a:rPr lang="en-US" sz="2400" b="1" dirty="0">
                <a:solidFill>
                  <a:srgbClr val="262626"/>
                </a:solidFill>
                <a:cs typeface="Simplified Arabic" panose="02020603050405020304" pitchFamily="18" charset="-78"/>
              </a:rPr>
              <a:t>Google) </a:t>
            </a:r>
            <a:r>
              <a:rPr lang="ar-OM" sz="2400" b="1" dirty="0">
                <a:solidFill>
                  <a:srgbClr val="262626"/>
                </a:solidFill>
                <a:cs typeface="Simplified Arabic" panose="02020603050405020304" pitchFamily="18" charset="-78"/>
              </a:rPr>
              <a:t>بشراء موقع اليوتيوب مقابل 1.65 مليار دولار أمريكي</a:t>
            </a:r>
            <a:endParaRPr lang="en-US" b="1" dirty="0">
              <a:solidFill>
                <a:srgbClr val="FFFFFF">
                  <a:lumMod val="65000"/>
                </a:srgbClr>
              </a:solidFill>
              <a:latin typeface="Roboto Condensed"/>
              <a:cs typeface="Simplified Arabic" panose="02020603050405020304" pitchFamily="18" charset="-78"/>
            </a:endParaRPr>
          </a:p>
        </p:txBody>
      </p:sp>
      <p:sp>
        <p:nvSpPr>
          <p:cNvPr id="26" name="Oval 25"/>
          <p:cNvSpPr/>
          <p:nvPr/>
        </p:nvSpPr>
        <p:spPr>
          <a:xfrm>
            <a:off x="4287042" y="3361309"/>
            <a:ext cx="233680" cy="23368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7" name="TextBox 26"/>
          <p:cNvSpPr txBox="1"/>
          <p:nvPr/>
        </p:nvSpPr>
        <p:spPr>
          <a:xfrm>
            <a:off x="3216061" y="3993369"/>
            <a:ext cx="1047905"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smtClean="0">
                <a:solidFill>
                  <a:srgbClr val="15AA96"/>
                </a:solidFill>
                <a:latin typeface="Roboto Medium"/>
                <a:cs typeface="Simplified Arabic" panose="02020603050405020304" pitchFamily="18" charset="-78"/>
              </a:rPr>
              <a:t>5</a:t>
            </a:r>
            <a:endParaRPr lang="en-US" sz="2667" b="1" dirty="0">
              <a:solidFill>
                <a:srgbClr val="15AA96"/>
              </a:solidFill>
              <a:latin typeface="Roboto Medium"/>
              <a:cs typeface="Simplified Arabic" panose="02020603050405020304" pitchFamily="18" charset="-78"/>
            </a:endParaRPr>
          </a:p>
        </p:txBody>
      </p:sp>
      <p:sp>
        <p:nvSpPr>
          <p:cNvPr id="28" name="Right Brace 27"/>
          <p:cNvSpPr/>
          <p:nvPr/>
        </p:nvSpPr>
        <p:spPr>
          <a:xfrm>
            <a:off x="4345245" y="3772683"/>
            <a:ext cx="134837" cy="944139"/>
          </a:xfrm>
          <a:prstGeom prst="rightBrace">
            <a:avLst>
              <a:gd name="adj1" fmla="val 54159"/>
              <a:gd name="adj2" fmla="val 50000"/>
            </a:avLst>
          </a:prstGeom>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29" name="TextBox 28"/>
          <p:cNvSpPr txBox="1"/>
          <p:nvPr/>
        </p:nvSpPr>
        <p:spPr>
          <a:xfrm>
            <a:off x="4539349" y="3670237"/>
            <a:ext cx="3261891" cy="1938992"/>
          </a:xfrm>
          <a:prstGeom prst="rect">
            <a:avLst/>
          </a:prstGeom>
          <a:noFill/>
        </p:spPr>
        <p:txBody>
          <a:bodyPr wrap="square" rtlCol="0">
            <a:spAutoFit/>
          </a:bodyPr>
          <a:lstStyle/>
          <a:p>
            <a:pPr defTabSz="1375467" rtl="1" fontAlgn="auto">
              <a:spcBef>
                <a:spcPts val="0"/>
              </a:spcBef>
              <a:spcAft>
                <a:spcPts val="0"/>
              </a:spcAft>
            </a:pPr>
            <a:r>
              <a:rPr lang="ar-OM" sz="2400" b="1" dirty="0" smtClean="0">
                <a:solidFill>
                  <a:srgbClr val="262626"/>
                </a:solidFill>
                <a:cs typeface="Simplified Arabic" panose="02020603050405020304" pitchFamily="18" charset="-78"/>
              </a:rPr>
              <a:t>في </a:t>
            </a:r>
            <a:r>
              <a:rPr lang="ar-OM" sz="2400" b="1" dirty="0">
                <a:solidFill>
                  <a:srgbClr val="262626"/>
                </a:solidFill>
                <a:cs typeface="Simplified Arabic" panose="02020603050405020304" pitchFamily="18" charset="-78"/>
              </a:rPr>
              <a:t>عام 2007م، أطلق موقع اليوتيوب برنامج الشراكة الذي يسمح بمشاركة مكاسب الاعلانات بين الموقع ومالكي الفيديوهات</a:t>
            </a:r>
            <a:endParaRPr lang="en-US" b="1" dirty="0">
              <a:solidFill>
                <a:srgbClr val="FFFFFF">
                  <a:lumMod val="65000"/>
                </a:srgbClr>
              </a:solidFill>
              <a:latin typeface="Roboto Condensed"/>
              <a:cs typeface="Simplified Arabic" panose="02020603050405020304" pitchFamily="18" charset="-78"/>
            </a:endParaRPr>
          </a:p>
        </p:txBody>
      </p:sp>
      <p:sp>
        <p:nvSpPr>
          <p:cNvPr id="73" name="Oval 72"/>
          <p:cNvSpPr/>
          <p:nvPr/>
        </p:nvSpPr>
        <p:spPr>
          <a:xfrm>
            <a:off x="7608200" y="3342639"/>
            <a:ext cx="233680" cy="23368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74" name="TextBox 73"/>
          <p:cNvSpPr txBox="1"/>
          <p:nvPr/>
        </p:nvSpPr>
        <p:spPr>
          <a:xfrm>
            <a:off x="6659278" y="2532933"/>
            <a:ext cx="925844" cy="502766"/>
          </a:xfrm>
          <a:prstGeom prst="rect">
            <a:avLst/>
          </a:prstGeom>
          <a:noFill/>
        </p:spPr>
        <p:txBody>
          <a:bodyPr wrap="square" rtlCol="0" anchor="ctr">
            <a:spAutoFit/>
          </a:bodyPr>
          <a:lstStyle/>
          <a:p>
            <a:pPr algn="r" defTabSz="1375467" fontAlgn="auto">
              <a:spcBef>
                <a:spcPts val="0"/>
              </a:spcBef>
              <a:spcAft>
                <a:spcPts val="0"/>
              </a:spcAft>
            </a:pPr>
            <a:r>
              <a:rPr lang="el-GR" sz="2667" b="1" dirty="0" smtClean="0">
                <a:solidFill>
                  <a:srgbClr val="BE382C"/>
                </a:solidFill>
                <a:latin typeface="Roboto Medium"/>
                <a:cs typeface="Simplified Arabic" panose="02020603050405020304" pitchFamily="18" charset="-78"/>
              </a:rPr>
              <a:t>6</a:t>
            </a:r>
            <a:endParaRPr lang="en-US" sz="2667" b="1" dirty="0">
              <a:solidFill>
                <a:srgbClr val="BE382C"/>
              </a:solidFill>
              <a:latin typeface="Roboto Medium"/>
              <a:cs typeface="Simplified Arabic" panose="02020603050405020304" pitchFamily="18" charset="-78"/>
            </a:endParaRPr>
          </a:p>
        </p:txBody>
      </p:sp>
      <p:sp>
        <p:nvSpPr>
          <p:cNvPr id="75" name="Right Brace 74"/>
          <p:cNvSpPr/>
          <p:nvPr/>
        </p:nvSpPr>
        <p:spPr>
          <a:xfrm>
            <a:off x="7666403" y="2312247"/>
            <a:ext cx="134837" cy="944139"/>
          </a:xfrm>
          <a:prstGeom prst="rightBrace">
            <a:avLst>
              <a:gd name="adj1" fmla="val 54159"/>
              <a:gd name="adj2" fmla="val 50000"/>
            </a:avLst>
          </a:prstGeom>
          <a:ln w="19050">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76" name="TextBox 75"/>
          <p:cNvSpPr txBox="1"/>
          <p:nvPr/>
        </p:nvSpPr>
        <p:spPr>
          <a:xfrm>
            <a:off x="7882521" y="1908489"/>
            <a:ext cx="4165726" cy="1569660"/>
          </a:xfrm>
          <a:prstGeom prst="rect">
            <a:avLst/>
          </a:prstGeom>
          <a:noFill/>
        </p:spPr>
        <p:txBody>
          <a:bodyPr wrap="square" rtlCol="0">
            <a:spAutoFit/>
          </a:bodyPr>
          <a:lstStyle/>
          <a:p>
            <a:pPr defTabSz="1375467" rtl="1" fontAlgn="auto">
              <a:spcBef>
                <a:spcPts val="0"/>
              </a:spcBef>
              <a:spcAft>
                <a:spcPts val="0"/>
              </a:spcAft>
            </a:pPr>
            <a:r>
              <a:rPr lang="ar-OM" sz="2400" b="1" dirty="0" smtClean="0">
                <a:solidFill>
                  <a:srgbClr val="262626"/>
                </a:solidFill>
                <a:cs typeface="Simplified Arabic" panose="02020603050405020304" pitchFamily="18" charset="-78"/>
              </a:rPr>
              <a:t>في </a:t>
            </a:r>
            <a:r>
              <a:rPr lang="ar-OM" sz="2400" b="1" dirty="0">
                <a:solidFill>
                  <a:srgbClr val="262626"/>
                </a:solidFill>
                <a:cs typeface="Simplified Arabic" panose="02020603050405020304" pitchFamily="18" charset="-78"/>
              </a:rPr>
              <a:t>شهر يناير 2008م فقط؛ بلغ عدد مستخدمي الموقع حوالي 79 مليون مستخدم، شاهدوا أكثر من 3 مليارات فيلم.</a:t>
            </a:r>
            <a:endParaRPr lang="en-US" b="1" dirty="0">
              <a:solidFill>
                <a:srgbClr val="FFFFFF">
                  <a:lumMod val="65000"/>
                </a:srgbClr>
              </a:solidFill>
              <a:latin typeface="Roboto Condensed"/>
              <a:cs typeface="Simplified Arabic" panose="02020603050405020304" pitchFamily="18" charset="-78"/>
            </a:endParaRPr>
          </a:p>
        </p:txBody>
      </p:sp>
      <p:sp>
        <p:nvSpPr>
          <p:cNvPr id="20" name="Rectangle 19"/>
          <p:cNvSpPr/>
          <p:nvPr/>
        </p:nvSpPr>
        <p:spPr>
          <a:xfrm>
            <a:off x="320688" y="676769"/>
            <a:ext cx="11347420" cy="707886"/>
          </a:xfrm>
          <a:prstGeom prst="rect">
            <a:avLst/>
          </a:prstGeom>
        </p:spPr>
        <p:txBody>
          <a:bodyPr wrap="square">
            <a:spAutoFit/>
          </a:bodyPr>
          <a:lstStyle/>
          <a:p>
            <a:pPr algn="r" rtl="1" fontAlgn="auto">
              <a:spcBef>
                <a:spcPts val="0"/>
              </a:spcBef>
              <a:spcAft>
                <a:spcPts val="0"/>
              </a:spcAft>
              <a:defRPr/>
            </a:pPr>
            <a:r>
              <a:rPr lang="ar-SA" sz="4000" b="1" u="sng" kern="0" dirty="0">
                <a:solidFill>
                  <a:srgbClr val="002060"/>
                </a:solidFill>
                <a:cs typeface="Simplified Arabic" panose="02020603050405020304" pitchFamily="18" charset="-78"/>
              </a:rPr>
              <a:t>‌أ.	تطور اليوتيوب التاريخي</a:t>
            </a:r>
            <a:endParaRPr lang="en-US" sz="4000" u="sng" kern="0" dirty="0" smtClean="0">
              <a:solidFill>
                <a:srgbClr val="002060"/>
              </a:solidFill>
              <a:cs typeface="Simplified Arabic" panose="02020603050405020304" pitchFamily="18" charset="-78"/>
            </a:endParaRPr>
          </a:p>
        </p:txBody>
      </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8067362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 calcmode="lin" valueType="num">
                                      <p:cBhvr>
                                        <p:cTn id="17" dur="500" fill="hold"/>
                                        <p:tgtEl>
                                          <p:spTgt spid="21"/>
                                        </p:tgtEl>
                                        <p:attrNameLst>
                                          <p:attrName>ppt_w</p:attrName>
                                        </p:attrNameLst>
                                      </p:cBhvr>
                                      <p:tavLst>
                                        <p:tav tm="0">
                                          <p:val>
                                            <p:fltVal val="0"/>
                                          </p:val>
                                        </p:tav>
                                        <p:tav tm="100000">
                                          <p:val>
                                            <p:strVal val="#ppt_w"/>
                                          </p:val>
                                        </p:tav>
                                      </p:tavLst>
                                    </p:anim>
                                    <p:anim calcmode="lin" valueType="num">
                                      <p:cBhvr>
                                        <p:cTn id="18" dur="500" fill="hold"/>
                                        <p:tgtEl>
                                          <p:spTgt spid="21"/>
                                        </p:tgtEl>
                                        <p:attrNameLst>
                                          <p:attrName>ppt_h</p:attrName>
                                        </p:attrNameLst>
                                      </p:cBhvr>
                                      <p:tavLst>
                                        <p:tav tm="0">
                                          <p:val>
                                            <p:fltVal val="0"/>
                                          </p:val>
                                        </p:tav>
                                        <p:tav tm="100000">
                                          <p:val>
                                            <p:strVal val="#ppt_h"/>
                                          </p:val>
                                        </p:tav>
                                      </p:tavLst>
                                    </p:anim>
                                    <p:animEffect transition="in" filter="fade">
                                      <p:cBhvr>
                                        <p:cTn id="19" dur="500"/>
                                        <p:tgtEl>
                                          <p:spTgt spid="21"/>
                                        </p:tgtEl>
                                      </p:cBhvr>
                                    </p:animEffect>
                                  </p:childTnLst>
                                </p:cTn>
                              </p:par>
                            </p:childTnLst>
                          </p:cTn>
                        </p:par>
                        <p:par>
                          <p:cTn id="20" fill="hold">
                            <p:stCondLst>
                              <p:cond delay="1500"/>
                            </p:stCondLst>
                            <p:childTnLst>
                              <p:par>
                                <p:cTn id="21" presetID="22" presetClass="entr" presetSubtype="8"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left)">
                                      <p:cBhvr>
                                        <p:cTn id="27" dur="500"/>
                                        <p:tgtEl>
                                          <p:spTgt spid="25"/>
                                        </p:tgtEl>
                                      </p:cBhvr>
                                    </p:animEffect>
                                  </p:childTnLst>
                                </p:cTn>
                              </p:par>
                            </p:childTnLst>
                          </p:cTn>
                        </p:par>
                        <p:par>
                          <p:cTn id="28" fill="hold">
                            <p:stCondLst>
                              <p:cond delay="2500"/>
                            </p:stCondLst>
                            <p:childTnLst>
                              <p:par>
                                <p:cTn id="29" presetID="53" presetClass="entr" presetSubtype="16" fill="hold" grpId="0" nodeType="afterEffect">
                                  <p:stCondLst>
                                    <p:cond delay="0"/>
                                  </p:stCondLst>
                                  <p:childTnLst>
                                    <p:set>
                                      <p:cBhvr>
                                        <p:cTn id="30" dur="1" fill="hold">
                                          <p:stCondLst>
                                            <p:cond delay="0"/>
                                          </p:stCondLst>
                                        </p:cTn>
                                        <p:tgtEl>
                                          <p:spTgt spid="26"/>
                                        </p:tgtEl>
                                        <p:attrNameLst>
                                          <p:attrName>style.visibility</p:attrName>
                                        </p:attrNameLst>
                                      </p:cBhvr>
                                      <p:to>
                                        <p:strVal val="visible"/>
                                      </p:to>
                                    </p:set>
                                    <p:anim calcmode="lin" valueType="num">
                                      <p:cBhvr>
                                        <p:cTn id="31" dur="500" fill="hold"/>
                                        <p:tgtEl>
                                          <p:spTgt spid="26"/>
                                        </p:tgtEl>
                                        <p:attrNameLst>
                                          <p:attrName>ppt_w</p:attrName>
                                        </p:attrNameLst>
                                      </p:cBhvr>
                                      <p:tavLst>
                                        <p:tav tm="0">
                                          <p:val>
                                            <p:fltVal val="0"/>
                                          </p:val>
                                        </p:tav>
                                        <p:tav tm="100000">
                                          <p:val>
                                            <p:strVal val="#ppt_w"/>
                                          </p:val>
                                        </p:tav>
                                      </p:tavLst>
                                    </p:anim>
                                    <p:anim calcmode="lin" valueType="num">
                                      <p:cBhvr>
                                        <p:cTn id="32" dur="500" fill="hold"/>
                                        <p:tgtEl>
                                          <p:spTgt spid="26"/>
                                        </p:tgtEl>
                                        <p:attrNameLst>
                                          <p:attrName>ppt_h</p:attrName>
                                        </p:attrNameLst>
                                      </p:cBhvr>
                                      <p:tavLst>
                                        <p:tav tm="0">
                                          <p:val>
                                            <p:fltVal val="0"/>
                                          </p:val>
                                        </p:tav>
                                        <p:tav tm="100000">
                                          <p:val>
                                            <p:strVal val="#ppt_h"/>
                                          </p:val>
                                        </p:tav>
                                      </p:tavLst>
                                    </p:anim>
                                    <p:animEffect transition="in" filter="fade">
                                      <p:cBhvr>
                                        <p:cTn id="33" dur="500"/>
                                        <p:tgtEl>
                                          <p:spTgt spid="26"/>
                                        </p:tgtEl>
                                      </p:cBhvr>
                                    </p:animEffect>
                                  </p:childTnLst>
                                </p:cTn>
                              </p:par>
                            </p:childTnLst>
                          </p:cTn>
                        </p:par>
                        <p:par>
                          <p:cTn id="34" fill="hold">
                            <p:stCondLst>
                              <p:cond delay="3000"/>
                            </p:stCondLst>
                            <p:childTnLst>
                              <p:par>
                                <p:cTn id="35" presetID="53" presetClass="entr" presetSubtype="16"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childTnLst>
                          </p:cTn>
                        </p:par>
                        <p:par>
                          <p:cTn id="40" fill="hold">
                            <p:stCondLst>
                              <p:cond delay="3500"/>
                            </p:stCondLst>
                            <p:childTnLst>
                              <p:par>
                                <p:cTn id="41" presetID="22" presetClass="entr" presetSubtype="8" fill="hold" grpId="0" nodeType="after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wipe(left)">
                                      <p:cBhvr>
                                        <p:cTn id="43" dur="500"/>
                                        <p:tgtEl>
                                          <p:spTgt spid="28"/>
                                        </p:tgtEl>
                                      </p:cBhvr>
                                    </p:animEffect>
                                  </p:childTnLst>
                                </p:cTn>
                              </p:par>
                            </p:childTnLst>
                          </p:cTn>
                        </p:par>
                        <p:par>
                          <p:cTn id="44" fill="hold">
                            <p:stCondLst>
                              <p:cond delay="4000"/>
                            </p:stCondLst>
                            <p:childTnLst>
                              <p:par>
                                <p:cTn id="45" presetID="22" presetClass="entr" presetSubtype="8" fill="hold" grpId="0" nodeType="after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wipe(left)">
                                      <p:cBhvr>
                                        <p:cTn id="47" dur="500"/>
                                        <p:tgtEl>
                                          <p:spTgt spid="29"/>
                                        </p:tgtEl>
                                      </p:cBhvr>
                                    </p:animEffect>
                                  </p:childTnLst>
                                </p:cTn>
                              </p:par>
                            </p:childTnLst>
                          </p:cTn>
                        </p:par>
                        <p:par>
                          <p:cTn id="48" fill="hold">
                            <p:stCondLst>
                              <p:cond delay="4500"/>
                            </p:stCondLst>
                            <p:childTnLst>
                              <p:par>
                                <p:cTn id="49" presetID="53" presetClass="entr" presetSubtype="16" fill="hold" grpId="0" nodeType="afterEffect">
                                  <p:stCondLst>
                                    <p:cond delay="0"/>
                                  </p:stCondLst>
                                  <p:childTnLst>
                                    <p:set>
                                      <p:cBhvr>
                                        <p:cTn id="50" dur="1" fill="hold">
                                          <p:stCondLst>
                                            <p:cond delay="0"/>
                                          </p:stCondLst>
                                        </p:cTn>
                                        <p:tgtEl>
                                          <p:spTgt spid="73"/>
                                        </p:tgtEl>
                                        <p:attrNameLst>
                                          <p:attrName>style.visibility</p:attrName>
                                        </p:attrNameLst>
                                      </p:cBhvr>
                                      <p:to>
                                        <p:strVal val="visible"/>
                                      </p:to>
                                    </p:set>
                                    <p:anim calcmode="lin" valueType="num">
                                      <p:cBhvr>
                                        <p:cTn id="51" dur="500" fill="hold"/>
                                        <p:tgtEl>
                                          <p:spTgt spid="73"/>
                                        </p:tgtEl>
                                        <p:attrNameLst>
                                          <p:attrName>ppt_w</p:attrName>
                                        </p:attrNameLst>
                                      </p:cBhvr>
                                      <p:tavLst>
                                        <p:tav tm="0">
                                          <p:val>
                                            <p:fltVal val="0"/>
                                          </p:val>
                                        </p:tav>
                                        <p:tav tm="100000">
                                          <p:val>
                                            <p:strVal val="#ppt_w"/>
                                          </p:val>
                                        </p:tav>
                                      </p:tavLst>
                                    </p:anim>
                                    <p:anim calcmode="lin" valueType="num">
                                      <p:cBhvr>
                                        <p:cTn id="52" dur="500" fill="hold"/>
                                        <p:tgtEl>
                                          <p:spTgt spid="73"/>
                                        </p:tgtEl>
                                        <p:attrNameLst>
                                          <p:attrName>ppt_h</p:attrName>
                                        </p:attrNameLst>
                                      </p:cBhvr>
                                      <p:tavLst>
                                        <p:tav tm="0">
                                          <p:val>
                                            <p:fltVal val="0"/>
                                          </p:val>
                                        </p:tav>
                                        <p:tav tm="100000">
                                          <p:val>
                                            <p:strVal val="#ppt_h"/>
                                          </p:val>
                                        </p:tav>
                                      </p:tavLst>
                                    </p:anim>
                                    <p:animEffect transition="in" filter="fade">
                                      <p:cBhvr>
                                        <p:cTn id="53" dur="500"/>
                                        <p:tgtEl>
                                          <p:spTgt spid="73"/>
                                        </p:tgtEl>
                                      </p:cBhvr>
                                    </p:animEffect>
                                  </p:childTnLst>
                                </p:cTn>
                              </p:par>
                            </p:childTnLst>
                          </p:cTn>
                        </p:par>
                        <p:par>
                          <p:cTn id="54" fill="hold">
                            <p:stCondLst>
                              <p:cond delay="5000"/>
                            </p:stCondLst>
                            <p:childTnLst>
                              <p:par>
                                <p:cTn id="55" presetID="53" presetClass="entr" presetSubtype="16" fill="hold" grpId="0" nodeType="afterEffect">
                                  <p:stCondLst>
                                    <p:cond delay="0"/>
                                  </p:stCondLst>
                                  <p:childTnLst>
                                    <p:set>
                                      <p:cBhvr>
                                        <p:cTn id="56" dur="1" fill="hold">
                                          <p:stCondLst>
                                            <p:cond delay="0"/>
                                          </p:stCondLst>
                                        </p:cTn>
                                        <p:tgtEl>
                                          <p:spTgt spid="74"/>
                                        </p:tgtEl>
                                        <p:attrNameLst>
                                          <p:attrName>style.visibility</p:attrName>
                                        </p:attrNameLst>
                                      </p:cBhvr>
                                      <p:to>
                                        <p:strVal val="visible"/>
                                      </p:to>
                                    </p:set>
                                    <p:anim calcmode="lin" valueType="num">
                                      <p:cBhvr>
                                        <p:cTn id="57" dur="500" fill="hold"/>
                                        <p:tgtEl>
                                          <p:spTgt spid="74"/>
                                        </p:tgtEl>
                                        <p:attrNameLst>
                                          <p:attrName>ppt_w</p:attrName>
                                        </p:attrNameLst>
                                      </p:cBhvr>
                                      <p:tavLst>
                                        <p:tav tm="0">
                                          <p:val>
                                            <p:fltVal val="0"/>
                                          </p:val>
                                        </p:tav>
                                        <p:tav tm="100000">
                                          <p:val>
                                            <p:strVal val="#ppt_w"/>
                                          </p:val>
                                        </p:tav>
                                      </p:tavLst>
                                    </p:anim>
                                    <p:anim calcmode="lin" valueType="num">
                                      <p:cBhvr>
                                        <p:cTn id="58" dur="500" fill="hold"/>
                                        <p:tgtEl>
                                          <p:spTgt spid="74"/>
                                        </p:tgtEl>
                                        <p:attrNameLst>
                                          <p:attrName>ppt_h</p:attrName>
                                        </p:attrNameLst>
                                      </p:cBhvr>
                                      <p:tavLst>
                                        <p:tav tm="0">
                                          <p:val>
                                            <p:fltVal val="0"/>
                                          </p:val>
                                        </p:tav>
                                        <p:tav tm="100000">
                                          <p:val>
                                            <p:strVal val="#ppt_h"/>
                                          </p:val>
                                        </p:tav>
                                      </p:tavLst>
                                    </p:anim>
                                    <p:animEffect transition="in" filter="fade">
                                      <p:cBhvr>
                                        <p:cTn id="59" dur="500"/>
                                        <p:tgtEl>
                                          <p:spTgt spid="74"/>
                                        </p:tgtEl>
                                      </p:cBhvr>
                                    </p:animEffect>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wipe(left)">
                                      <p:cBhvr>
                                        <p:cTn id="63" dur="500"/>
                                        <p:tgtEl>
                                          <p:spTgt spid="75"/>
                                        </p:tgtEl>
                                      </p:cBhvr>
                                    </p:animEffect>
                                  </p:childTnLst>
                                </p:cTn>
                              </p:par>
                            </p:childTnLst>
                          </p:cTn>
                        </p:par>
                        <p:par>
                          <p:cTn id="64" fill="hold">
                            <p:stCondLst>
                              <p:cond delay="6000"/>
                            </p:stCondLst>
                            <p:childTnLst>
                              <p:par>
                                <p:cTn id="65" presetID="22" presetClass="entr" presetSubtype="8" fill="hold" grpId="0" nodeType="afterEffect">
                                  <p:stCondLst>
                                    <p:cond delay="0"/>
                                  </p:stCondLst>
                                  <p:childTnLst>
                                    <p:set>
                                      <p:cBhvr>
                                        <p:cTn id="66" dur="1" fill="hold">
                                          <p:stCondLst>
                                            <p:cond delay="0"/>
                                          </p:stCondLst>
                                        </p:cTn>
                                        <p:tgtEl>
                                          <p:spTgt spid="76"/>
                                        </p:tgtEl>
                                        <p:attrNameLst>
                                          <p:attrName>style.visibility</p:attrName>
                                        </p:attrNameLst>
                                      </p:cBhvr>
                                      <p:to>
                                        <p:strVal val="visible"/>
                                      </p:to>
                                    </p:set>
                                    <p:animEffect transition="in" filter="wipe(left)">
                                      <p:cBhvr>
                                        <p:cTn id="6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1" grpId="0"/>
      <p:bldP spid="24" grpId="0" animBg="1"/>
      <p:bldP spid="25" grpId="0"/>
      <p:bldP spid="26" grpId="0" animBg="1"/>
      <p:bldP spid="27" grpId="0"/>
      <p:bldP spid="28" grpId="0" animBg="1"/>
      <p:bldP spid="29" grpId="0"/>
      <p:bldP spid="73" grpId="0" animBg="1"/>
      <p:bldP spid="74" grpId="0"/>
      <p:bldP spid="75" grpId="0" animBg="1"/>
      <p:bldP spid="76" grpId="0"/>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737014" y="4004658"/>
            <a:ext cx="10449560" cy="6095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 name="Oval 3"/>
          <p:cNvSpPr/>
          <p:nvPr/>
        </p:nvSpPr>
        <p:spPr>
          <a:xfrm>
            <a:off x="1256139" y="3918296"/>
            <a:ext cx="233680" cy="2336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1" name="TextBox 20"/>
          <p:cNvSpPr txBox="1"/>
          <p:nvPr/>
        </p:nvSpPr>
        <p:spPr>
          <a:xfrm>
            <a:off x="307217" y="3108590"/>
            <a:ext cx="925844" cy="502766"/>
          </a:xfrm>
          <a:prstGeom prst="rect">
            <a:avLst/>
          </a:prstGeom>
          <a:noFill/>
        </p:spPr>
        <p:txBody>
          <a:bodyPr wrap="square" rtlCol="0" anchor="ctr">
            <a:spAutoFit/>
          </a:bodyPr>
          <a:lstStyle/>
          <a:p>
            <a:pPr algn="r" defTabSz="1375467" fontAlgn="auto">
              <a:spcBef>
                <a:spcPts val="0"/>
              </a:spcBef>
              <a:spcAft>
                <a:spcPts val="0"/>
              </a:spcAft>
            </a:pPr>
            <a:r>
              <a:rPr lang="en-US" sz="2667" b="1" dirty="0" smtClean="0">
                <a:solidFill>
                  <a:srgbClr val="237DB9"/>
                </a:solidFill>
                <a:latin typeface="Roboto Medium"/>
                <a:cs typeface="Simplified Arabic" panose="02020603050405020304" pitchFamily="18" charset="-78"/>
              </a:rPr>
              <a:t>7</a:t>
            </a:r>
            <a:endParaRPr lang="en-US" sz="2667" b="1" dirty="0">
              <a:solidFill>
                <a:srgbClr val="237DB9"/>
              </a:solidFill>
              <a:latin typeface="Roboto Medium"/>
              <a:cs typeface="Simplified Arabic" panose="02020603050405020304" pitchFamily="18" charset="-78"/>
            </a:endParaRPr>
          </a:p>
        </p:txBody>
      </p:sp>
      <p:sp>
        <p:nvSpPr>
          <p:cNvPr id="24" name="Right Brace 23"/>
          <p:cNvSpPr/>
          <p:nvPr/>
        </p:nvSpPr>
        <p:spPr>
          <a:xfrm>
            <a:off x="1314342" y="2887904"/>
            <a:ext cx="134837" cy="944139"/>
          </a:xfrm>
          <a:prstGeom prst="rightBrace">
            <a:avLst>
              <a:gd name="adj1" fmla="val 54159"/>
              <a:gd name="adj2" fmla="val 50000"/>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25" name="TextBox 24"/>
          <p:cNvSpPr txBox="1"/>
          <p:nvPr/>
        </p:nvSpPr>
        <p:spPr>
          <a:xfrm>
            <a:off x="1530460" y="2401657"/>
            <a:ext cx="3721247" cy="1569660"/>
          </a:xfrm>
          <a:prstGeom prst="rect">
            <a:avLst/>
          </a:prstGeom>
          <a:noFill/>
        </p:spPr>
        <p:txBody>
          <a:bodyPr wrap="square" rtlCol="0">
            <a:spAutoFit/>
          </a:bodyPr>
          <a:lstStyle/>
          <a:p>
            <a:pPr defTabSz="1375467" rtl="1" fontAlgn="auto">
              <a:spcBef>
                <a:spcPts val="0"/>
              </a:spcBef>
              <a:spcAft>
                <a:spcPts val="0"/>
              </a:spcAft>
            </a:pPr>
            <a:r>
              <a:rPr lang="ar-OM" sz="2400" b="1" dirty="0" smtClean="0">
                <a:solidFill>
                  <a:srgbClr val="262626"/>
                </a:solidFill>
                <a:cs typeface="Simplified Arabic" panose="02020603050405020304" pitchFamily="18" charset="-78"/>
              </a:rPr>
              <a:t>في </a:t>
            </a:r>
            <a:r>
              <a:rPr lang="ar-OM" sz="2400" b="1" dirty="0">
                <a:solidFill>
                  <a:srgbClr val="262626"/>
                </a:solidFill>
                <a:cs typeface="Simplified Arabic" panose="02020603050405020304" pitchFamily="18" charset="-78"/>
              </a:rPr>
              <a:t>مارس 2008م، أطلق الموقع خاصية جديدة تسمح برفع ملفات أفضل جودة، ويتم عرضها بأبعاد 480 × 360 بكسل</a:t>
            </a:r>
            <a:endParaRPr lang="en-US" b="1" dirty="0">
              <a:solidFill>
                <a:srgbClr val="FFFFFF">
                  <a:lumMod val="65000"/>
                </a:srgbClr>
              </a:solidFill>
              <a:latin typeface="Roboto Condensed"/>
              <a:cs typeface="Simplified Arabic" panose="02020603050405020304" pitchFamily="18" charset="-78"/>
            </a:endParaRPr>
          </a:p>
        </p:txBody>
      </p:sp>
      <p:sp>
        <p:nvSpPr>
          <p:cNvPr id="69" name="Oval 68"/>
          <p:cNvSpPr/>
          <p:nvPr/>
        </p:nvSpPr>
        <p:spPr>
          <a:xfrm>
            <a:off x="4783282" y="3985529"/>
            <a:ext cx="233680" cy="23368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70" name="TextBox 69"/>
          <p:cNvSpPr txBox="1"/>
          <p:nvPr/>
        </p:nvSpPr>
        <p:spPr>
          <a:xfrm>
            <a:off x="3712300" y="4617589"/>
            <a:ext cx="1047905" cy="502766"/>
          </a:xfrm>
          <a:prstGeom prst="rect">
            <a:avLst/>
          </a:prstGeom>
          <a:noFill/>
        </p:spPr>
        <p:txBody>
          <a:bodyPr wrap="square" rtlCol="0" anchor="ctr">
            <a:spAutoFit/>
          </a:bodyPr>
          <a:lstStyle/>
          <a:p>
            <a:pPr algn="r" defTabSz="1375467" fontAlgn="auto">
              <a:spcBef>
                <a:spcPts val="0"/>
              </a:spcBef>
              <a:spcAft>
                <a:spcPts val="0"/>
              </a:spcAft>
            </a:pPr>
            <a:r>
              <a:rPr lang="en-US" sz="2667" b="1" dirty="0" smtClean="0">
                <a:solidFill>
                  <a:srgbClr val="F19B14"/>
                </a:solidFill>
                <a:latin typeface="Roboto Medium"/>
                <a:cs typeface="Simplified Arabic" panose="02020603050405020304" pitchFamily="18" charset="-78"/>
              </a:rPr>
              <a:t>8</a:t>
            </a:r>
            <a:endParaRPr lang="en-US" sz="2667" b="1" dirty="0">
              <a:solidFill>
                <a:srgbClr val="F19B14"/>
              </a:solidFill>
              <a:latin typeface="Roboto Medium"/>
              <a:cs typeface="Simplified Arabic" panose="02020603050405020304" pitchFamily="18" charset="-78"/>
            </a:endParaRPr>
          </a:p>
        </p:txBody>
      </p:sp>
      <p:sp>
        <p:nvSpPr>
          <p:cNvPr id="71" name="Right Brace 70"/>
          <p:cNvSpPr/>
          <p:nvPr/>
        </p:nvSpPr>
        <p:spPr>
          <a:xfrm>
            <a:off x="4841485" y="4396903"/>
            <a:ext cx="134837" cy="944139"/>
          </a:xfrm>
          <a:prstGeom prst="rightBrace">
            <a:avLst>
              <a:gd name="adj1" fmla="val 54159"/>
              <a:gd name="adj2" fmla="val 50000"/>
            </a:avLst>
          </a:prstGeom>
          <a:ln w="19050">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72" name="TextBox 71"/>
          <p:cNvSpPr txBox="1"/>
          <p:nvPr/>
        </p:nvSpPr>
        <p:spPr>
          <a:xfrm>
            <a:off x="5086429" y="4268807"/>
            <a:ext cx="3562205" cy="1200329"/>
          </a:xfrm>
          <a:prstGeom prst="rect">
            <a:avLst/>
          </a:prstGeom>
          <a:noFill/>
        </p:spPr>
        <p:txBody>
          <a:bodyPr wrap="square" rtlCol="0">
            <a:spAutoFit/>
          </a:bodyPr>
          <a:lstStyle/>
          <a:p>
            <a:pPr defTabSz="1375467" rtl="1" fontAlgn="auto">
              <a:spcBef>
                <a:spcPts val="0"/>
              </a:spcBef>
              <a:spcAft>
                <a:spcPts val="0"/>
              </a:spcAft>
            </a:pPr>
            <a:r>
              <a:rPr lang="ar-OM" sz="2400" b="1" dirty="0" smtClean="0">
                <a:solidFill>
                  <a:srgbClr val="262626"/>
                </a:solidFill>
                <a:cs typeface="Simplified Arabic" panose="02020603050405020304" pitchFamily="18" charset="-78"/>
              </a:rPr>
              <a:t>في </a:t>
            </a:r>
            <a:r>
              <a:rPr lang="ar-OM" sz="2400" b="1" dirty="0">
                <a:solidFill>
                  <a:srgbClr val="262626"/>
                </a:solidFill>
                <a:cs typeface="Simplified Arabic" panose="02020603050405020304" pitchFamily="18" charset="-78"/>
              </a:rPr>
              <a:t>أكتوبر 2008م، بلغ عدد ساعات الفيديوهات التي يتم رفعها في كل دقيقة قرابة 15 ساعة</a:t>
            </a:r>
            <a:endParaRPr lang="en-US" b="1" dirty="0">
              <a:solidFill>
                <a:srgbClr val="FFFFFF">
                  <a:lumMod val="65000"/>
                </a:srgbClr>
              </a:solidFill>
              <a:latin typeface="Roboto Condensed"/>
              <a:cs typeface="Simplified Arabic" panose="02020603050405020304" pitchFamily="18" charset="-78"/>
            </a:endParaRPr>
          </a:p>
        </p:txBody>
      </p:sp>
      <p:sp>
        <p:nvSpPr>
          <p:cNvPr id="73" name="Oval 72"/>
          <p:cNvSpPr/>
          <p:nvPr/>
        </p:nvSpPr>
        <p:spPr>
          <a:xfrm>
            <a:off x="8344239" y="3918296"/>
            <a:ext cx="233680" cy="23368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74" name="TextBox 73"/>
          <p:cNvSpPr txBox="1"/>
          <p:nvPr/>
        </p:nvSpPr>
        <p:spPr>
          <a:xfrm>
            <a:off x="7395317" y="3108590"/>
            <a:ext cx="925844" cy="502766"/>
          </a:xfrm>
          <a:prstGeom prst="rect">
            <a:avLst/>
          </a:prstGeom>
          <a:noFill/>
        </p:spPr>
        <p:txBody>
          <a:bodyPr wrap="square" rtlCol="0" anchor="ctr">
            <a:spAutoFit/>
          </a:bodyPr>
          <a:lstStyle/>
          <a:p>
            <a:pPr algn="r" defTabSz="1375467" fontAlgn="auto">
              <a:spcBef>
                <a:spcPts val="0"/>
              </a:spcBef>
              <a:spcAft>
                <a:spcPts val="0"/>
              </a:spcAft>
            </a:pPr>
            <a:r>
              <a:rPr lang="en-US" sz="2667" b="1" dirty="0" smtClean="0">
                <a:solidFill>
                  <a:srgbClr val="BE382C"/>
                </a:solidFill>
                <a:latin typeface="Roboto Medium"/>
                <a:cs typeface="Simplified Arabic" panose="02020603050405020304" pitchFamily="18" charset="-78"/>
              </a:rPr>
              <a:t>9</a:t>
            </a:r>
            <a:endParaRPr lang="en-US" sz="2667" b="1" dirty="0">
              <a:solidFill>
                <a:srgbClr val="BE382C"/>
              </a:solidFill>
              <a:latin typeface="Roboto Medium"/>
              <a:cs typeface="Simplified Arabic" panose="02020603050405020304" pitchFamily="18" charset="-78"/>
            </a:endParaRPr>
          </a:p>
        </p:txBody>
      </p:sp>
      <p:sp>
        <p:nvSpPr>
          <p:cNvPr id="75" name="Right Brace 74"/>
          <p:cNvSpPr/>
          <p:nvPr/>
        </p:nvSpPr>
        <p:spPr>
          <a:xfrm>
            <a:off x="8402442" y="2887904"/>
            <a:ext cx="134837" cy="944139"/>
          </a:xfrm>
          <a:prstGeom prst="rightBrace">
            <a:avLst>
              <a:gd name="adj1" fmla="val 54159"/>
              <a:gd name="adj2" fmla="val 50000"/>
            </a:avLst>
          </a:prstGeom>
          <a:ln w="19050">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76" name="TextBox 75"/>
          <p:cNvSpPr txBox="1"/>
          <p:nvPr/>
        </p:nvSpPr>
        <p:spPr>
          <a:xfrm>
            <a:off x="8537279" y="2627469"/>
            <a:ext cx="3478967" cy="1200329"/>
          </a:xfrm>
          <a:prstGeom prst="rect">
            <a:avLst/>
          </a:prstGeom>
          <a:noFill/>
        </p:spPr>
        <p:txBody>
          <a:bodyPr wrap="square" rtlCol="0">
            <a:spAutoFit/>
          </a:bodyPr>
          <a:lstStyle/>
          <a:p>
            <a:pPr defTabSz="1375467" rtl="1" fontAlgn="auto">
              <a:spcBef>
                <a:spcPts val="0"/>
              </a:spcBef>
              <a:spcAft>
                <a:spcPts val="0"/>
              </a:spcAft>
            </a:pPr>
            <a:r>
              <a:rPr lang="ar-OM" sz="2400" b="1" dirty="0" smtClean="0">
                <a:solidFill>
                  <a:srgbClr val="262626"/>
                </a:solidFill>
                <a:cs typeface="Simplified Arabic" panose="02020603050405020304" pitchFamily="18" charset="-78"/>
              </a:rPr>
              <a:t>في </a:t>
            </a:r>
            <a:r>
              <a:rPr lang="ar-OM" sz="2400" b="1" dirty="0">
                <a:solidFill>
                  <a:srgbClr val="262626"/>
                </a:solidFill>
                <a:cs typeface="Simplified Arabic" panose="02020603050405020304" pitchFamily="18" charset="-78"/>
              </a:rPr>
              <a:t>مايو 2009م، ارتفعت مدة ساعات الفيديو التي يتم رفعها في كل دقيقة لتصل إلى 20 ساعة</a:t>
            </a:r>
            <a:endParaRPr lang="en-US" b="1" dirty="0">
              <a:solidFill>
                <a:srgbClr val="FFFFFF">
                  <a:lumMod val="65000"/>
                </a:srgbClr>
              </a:solidFill>
              <a:latin typeface="Roboto Condensed"/>
              <a:cs typeface="Simplified Arabic" panose="02020603050405020304" pitchFamily="18" charset="-78"/>
            </a:endParaRPr>
          </a:p>
        </p:txBody>
      </p:sp>
      <p:sp>
        <p:nvSpPr>
          <p:cNvPr id="36" name="Rectangle 35"/>
          <p:cNvSpPr/>
          <p:nvPr/>
        </p:nvSpPr>
        <p:spPr>
          <a:xfrm>
            <a:off x="320688" y="676769"/>
            <a:ext cx="11347420" cy="707886"/>
          </a:xfrm>
          <a:prstGeom prst="rect">
            <a:avLst/>
          </a:prstGeom>
        </p:spPr>
        <p:txBody>
          <a:bodyPr wrap="square">
            <a:spAutoFit/>
          </a:bodyPr>
          <a:lstStyle/>
          <a:p>
            <a:pPr algn="r" rtl="1" fontAlgn="auto">
              <a:spcBef>
                <a:spcPts val="0"/>
              </a:spcBef>
              <a:spcAft>
                <a:spcPts val="0"/>
              </a:spcAft>
              <a:defRPr/>
            </a:pPr>
            <a:r>
              <a:rPr lang="ar-SA" sz="4000" b="1" u="sng" kern="0" dirty="0">
                <a:solidFill>
                  <a:srgbClr val="002060"/>
                </a:solidFill>
                <a:cs typeface="Simplified Arabic" panose="02020603050405020304" pitchFamily="18" charset="-78"/>
              </a:rPr>
              <a:t>‌أ.	تطور اليوتيوب التاريخي</a:t>
            </a:r>
            <a:endParaRPr lang="en-US" sz="4000" u="sng" kern="0" dirty="0" smtClean="0">
              <a:solidFill>
                <a:srgbClr val="002060"/>
              </a:solidFill>
              <a:cs typeface="Simplified Arabic" panose="02020603050405020304" pitchFamily="18" charset="-78"/>
            </a:endParaRPr>
          </a:p>
        </p:txBody>
      </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8789924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 calcmode="lin" valueType="num">
                                      <p:cBhvr>
                                        <p:cTn id="17" dur="500" fill="hold"/>
                                        <p:tgtEl>
                                          <p:spTgt spid="21"/>
                                        </p:tgtEl>
                                        <p:attrNameLst>
                                          <p:attrName>ppt_w</p:attrName>
                                        </p:attrNameLst>
                                      </p:cBhvr>
                                      <p:tavLst>
                                        <p:tav tm="0">
                                          <p:val>
                                            <p:fltVal val="0"/>
                                          </p:val>
                                        </p:tav>
                                        <p:tav tm="100000">
                                          <p:val>
                                            <p:strVal val="#ppt_w"/>
                                          </p:val>
                                        </p:tav>
                                      </p:tavLst>
                                    </p:anim>
                                    <p:anim calcmode="lin" valueType="num">
                                      <p:cBhvr>
                                        <p:cTn id="18" dur="500" fill="hold"/>
                                        <p:tgtEl>
                                          <p:spTgt spid="21"/>
                                        </p:tgtEl>
                                        <p:attrNameLst>
                                          <p:attrName>ppt_h</p:attrName>
                                        </p:attrNameLst>
                                      </p:cBhvr>
                                      <p:tavLst>
                                        <p:tav tm="0">
                                          <p:val>
                                            <p:fltVal val="0"/>
                                          </p:val>
                                        </p:tav>
                                        <p:tav tm="100000">
                                          <p:val>
                                            <p:strVal val="#ppt_h"/>
                                          </p:val>
                                        </p:tav>
                                      </p:tavLst>
                                    </p:anim>
                                    <p:animEffect transition="in" filter="fade">
                                      <p:cBhvr>
                                        <p:cTn id="19" dur="500"/>
                                        <p:tgtEl>
                                          <p:spTgt spid="21"/>
                                        </p:tgtEl>
                                      </p:cBhvr>
                                    </p:animEffect>
                                  </p:childTnLst>
                                </p:cTn>
                              </p:par>
                            </p:childTnLst>
                          </p:cTn>
                        </p:par>
                        <p:par>
                          <p:cTn id="20" fill="hold">
                            <p:stCondLst>
                              <p:cond delay="1500"/>
                            </p:stCondLst>
                            <p:childTnLst>
                              <p:par>
                                <p:cTn id="21" presetID="22" presetClass="entr" presetSubtype="8"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left)">
                                      <p:cBhvr>
                                        <p:cTn id="27" dur="500"/>
                                        <p:tgtEl>
                                          <p:spTgt spid="25"/>
                                        </p:tgtEl>
                                      </p:cBhvr>
                                    </p:animEffect>
                                  </p:childTnLst>
                                </p:cTn>
                              </p:par>
                            </p:childTnLst>
                          </p:cTn>
                        </p:par>
                        <p:par>
                          <p:cTn id="28" fill="hold">
                            <p:stCondLst>
                              <p:cond delay="2500"/>
                            </p:stCondLst>
                            <p:childTnLst>
                              <p:par>
                                <p:cTn id="29" presetID="53" presetClass="entr" presetSubtype="16" fill="hold" grpId="0" nodeType="afterEffect">
                                  <p:stCondLst>
                                    <p:cond delay="0"/>
                                  </p:stCondLst>
                                  <p:childTnLst>
                                    <p:set>
                                      <p:cBhvr>
                                        <p:cTn id="30" dur="1" fill="hold">
                                          <p:stCondLst>
                                            <p:cond delay="0"/>
                                          </p:stCondLst>
                                        </p:cTn>
                                        <p:tgtEl>
                                          <p:spTgt spid="69"/>
                                        </p:tgtEl>
                                        <p:attrNameLst>
                                          <p:attrName>style.visibility</p:attrName>
                                        </p:attrNameLst>
                                      </p:cBhvr>
                                      <p:to>
                                        <p:strVal val="visible"/>
                                      </p:to>
                                    </p:set>
                                    <p:anim calcmode="lin" valueType="num">
                                      <p:cBhvr>
                                        <p:cTn id="31" dur="500" fill="hold"/>
                                        <p:tgtEl>
                                          <p:spTgt spid="69"/>
                                        </p:tgtEl>
                                        <p:attrNameLst>
                                          <p:attrName>ppt_w</p:attrName>
                                        </p:attrNameLst>
                                      </p:cBhvr>
                                      <p:tavLst>
                                        <p:tav tm="0">
                                          <p:val>
                                            <p:fltVal val="0"/>
                                          </p:val>
                                        </p:tav>
                                        <p:tav tm="100000">
                                          <p:val>
                                            <p:strVal val="#ppt_w"/>
                                          </p:val>
                                        </p:tav>
                                      </p:tavLst>
                                    </p:anim>
                                    <p:anim calcmode="lin" valueType="num">
                                      <p:cBhvr>
                                        <p:cTn id="32" dur="500" fill="hold"/>
                                        <p:tgtEl>
                                          <p:spTgt spid="69"/>
                                        </p:tgtEl>
                                        <p:attrNameLst>
                                          <p:attrName>ppt_h</p:attrName>
                                        </p:attrNameLst>
                                      </p:cBhvr>
                                      <p:tavLst>
                                        <p:tav tm="0">
                                          <p:val>
                                            <p:fltVal val="0"/>
                                          </p:val>
                                        </p:tav>
                                        <p:tav tm="100000">
                                          <p:val>
                                            <p:strVal val="#ppt_h"/>
                                          </p:val>
                                        </p:tav>
                                      </p:tavLst>
                                    </p:anim>
                                    <p:animEffect transition="in" filter="fade">
                                      <p:cBhvr>
                                        <p:cTn id="33" dur="500"/>
                                        <p:tgtEl>
                                          <p:spTgt spid="69"/>
                                        </p:tgtEl>
                                      </p:cBhvr>
                                    </p:animEffect>
                                  </p:childTnLst>
                                </p:cTn>
                              </p:par>
                            </p:childTnLst>
                          </p:cTn>
                        </p:par>
                        <p:par>
                          <p:cTn id="34" fill="hold">
                            <p:stCondLst>
                              <p:cond delay="3000"/>
                            </p:stCondLst>
                            <p:childTnLst>
                              <p:par>
                                <p:cTn id="35" presetID="53" presetClass="entr" presetSubtype="16" fill="hold" grpId="0" nodeType="afterEffect">
                                  <p:stCondLst>
                                    <p:cond delay="0"/>
                                  </p:stCondLst>
                                  <p:childTnLst>
                                    <p:set>
                                      <p:cBhvr>
                                        <p:cTn id="36" dur="1" fill="hold">
                                          <p:stCondLst>
                                            <p:cond delay="0"/>
                                          </p:stCondLst>
                                        </p:cTn>
                                        <p:tgtEl>
                                          <p:spTgt spid="70"/>
                                        </p:tgtEl>
                                        <p:attrNameLst>
                                          <p:attrName>style.visibility</p:attrName>
                                        </p:attrNameLst>
                                      </p:cBhvr>
                                      <p:to>
                                        <p:strVal val="visible"/>
                                      </p:to>
                                    </p:set>
                                    <p:anim calcmode="lin" valueType="num">
                                      <p:cBhvr>
                                        <p:cTn id="37" dur="500" fill="hold"/>
                                        <p:tgtEl>
                                          <p:spTgt spid="70"/>
                                        </p:tgtEl>
                                        <p:attrNameLst>
                                          <p:attrName>ppt_w</p:attrName>
                                        </p:attrNameLst>
                                      </p:cBhvr>
                                      <p:tavLst>
                                        <p:tav tm="0">
                                          <p:val>
                                            <p:fltVal val="0"/>
                                          </p:val>
                                        </p:tav>
                                        <p:tav tm="100000">
                                          <p:val>
                                            <p:strVal val="#ppt_w"/>
                                          </p:val>
                                        </p:tav>
                                      </p:tavLst>
                                    </p:anim>
                                    <p:anim calcmode="lin" valueType="num">
                                      <p:cBhvr>
                                        <p:cTn id="38" dur="500" fill="hold"/>
                                        <p:tgtEl>
                                          <p:spTgt spid="70"/>
                                        </p:tgtEl>
                                        <p:attrNameLst>
                                          <p:attrName>ppt_h</p:attrName>
                                        </p:attrNameLst>
                                      </p:cBhvr>
                                      <p:tavLst>
                                        <p:tav tm="0">
                                          <p:val>
                                            <p:fltVal val="0"/>
                                          </p:val>
                                        </p:tav>
                                        <p:tav tm="100000">
                                          <p:val>
                                            <p:strVal val="#ppt_h"/>
                                          </p:val>
                                        </p:tav>
                                      </p:tavLst>
                                    </p:anim>
                                    <p:animEffect transition="in" filter="fade">
                                      <p:cBhvr>
                                        <p:cTn id="39" dur="500"/>
                                        <p:tgtEl>
                                          <p:spTgt spid="70"/>
                                        </p:tgtEl>
                                      </p:cBhvr>
                                    </p:animEffect>
                                  </p:childTnLst>
                                </p:cTn>
                              </p:par>
                            </p:childTnLst>
                          </p:cTn>
                        </p:par>
                        <p:par>
                          <p:cTn id="40" fill="hold">
                            <p:stCondLst>
                              <p:cond delay="3500"/>
                            </p:stCondLst>
                            <p:childTnLst>
                              <p:par>
                                <p:cTn id="41" presetID="22" presetClass="entr" presetSubtype="8" fill="hold" grpId="0" nodeType="afterEffect">
                                  <p:stCondLst>
                                    <p:cond delay="0"/>
                                  </p:stCondLst>
                                  <p:childTnLst>
                                    <p:set>
                                      <p:cBhvr>
                                        <p:cTn id="42" dur="1" fill="hold">
                                          <p:stCondLst>
                                            <p:cond delay="0"/>
                                          </p:stCondLst>
                                        </p:cTn>
                                        <p:tgtEl>
                                          <p:spTgt spid="71"/>
                                        </p:tgtEl>
                                        <p:attrNameLst>
                                          <p:attrName>style.visibility</p:attrName>
                                        </p:attrNameLst>
                                      </p:cBhvr>
                                      <p:to>
                                        <p:strVal val="visible"/>
                                      </p:to>
                                    </p:set>
                                    <p:animEffect transition="in" filter="wipe(left)">
                                      <p:cBhvr>
                                        <p:cTn id="43" dur="500"/>
                                        <p:tgtEl>
                                          <p:spTgt spid="71"/>
                                        </p:tgtEl>
                                      </p:cBhvr>
                                    </p:animEffect>
                                  </p:childTnLst>
                                </p:cTn>
                              </p:par>
                            </p:childTnLst>
                          </p:cTn>
                        </p:par>
                        <p:par>
                          <p:cTn id="44" fill="hold">
                            <p:stCondLst>
                              <p:cond delay="4000"/>
                            </p:stCondLst>
                            <p:childTnLst>
                              <p:par>
                                <p:cTn id="45" presetID="22" presetClass="entr" presetSubtype="8" fill="hold" grpId="0" nodeType="afterEffect">
                                  <p:stCondLst>
                                    <p:cond delay="0"/>
                                  </p:stCondLst>
                                  <p:childTnLst>
                                    <p:set>
                                      <p:cBhvr>
                                        <p:cTn id="46" dur="1" fill="hold">
                                          <p:stCondLst>
                                            <p:cond delay="0"/>
                                          </p:stCondLst>
                                        </p:cTn>
                                        <p:tgtEl>
                                          <p:spTgt spid="72"/>
                                        </p:tgtEl>
                                        <p:attrNameLst>
                                          <p:attrName>style.visibility</p:attrName>
                                        </p:attrNameLst>
                                      </p:cBhvr>
                                      <p:to>
                                        <p:strVal val="visible"/>
                                      </p:to>
                                    </p:set>
                                    <p:animEffect transition="in" filter="wipe(left)">
                                      <p:cBhvr>
                                        <p:cTn id="47" dur="500"/>
                                        <p:tgtEl>
                                          <p:spTgt spid="72"/>
                                        </p:tgtEl>
                                      </p:cBhvr>
                                    </p:animEffect>
                                  </p:childTnLst>
                                </p:cTn>
                              </p:par>
                            </p:childTnLst>
                          </p:cTn>
                        </p:par>
                        <p:par>
                          <p:cTn id="48" fill="hold">
                            <p:stCondLst>
                              <p:cond delay="4500"/>
                            </p:stCondLst>
                            <p:childTnLst>
                              <p:par>
                                <p:cTn id="49" presetID="53" presetClass="entr" presetSubtype="16" fill="hold" grpId="0" nodeType="afterEffect">
                                  <p:stCondLst>
                                    <p:cond delay="0"/>
                                  </p:stCondLst>
                                  <p:childTnLst>
                                    <p:set>
                                      <p:cBhvr>
                                        <p:cTn id="50" dur="1" fill="hold">
                                          <p:stCondLst>
                                            <p:cond delay="0"/>
                                          </p:stCondLst>
                                        </p:cTn>
                                        <p:tgtEl>
                                          <p:spTgt spid="73"/>
                                        </p:tgtEl>
                                        <p:attrNameLst>
                                          <p:attrName>style.visibility</p:attrName>
                                        </p:attrNameLst>
                                      </p:cBhvr>
                                      <p:to>
                                        <p:strVal val="visible"/>
                                      </p:to>
                                    </p:set>
                                    <p:anim calcmode="lin" valueType="num">
                                      <p:cBhvr>
                                        <p:cTn id="51" dur="500" fill="hold"/>
                                        <p:tgtEl>
                                          <p:spTgt spid="73"/>
                                        </p:tgtEl>
                                        <p:attrNameLst>
                                          <p:attrName>ppt_w</p:attrName>
                                        </p:attrNameLst>
                                      </p:cBhvr>
                                      <p:tavLst>
                                        <p:tav tm="0">
                                          <p:val>
                                            <p:fltVal val="0"/>
                                          </p:val>
                                        </p:tav>
                                        <p:tav tm="100000">
                                          <p:val>
                                            <p:strVal val="#ppt_w"/>
                                          </p:val>
                                        </p:tav>
                                      </p:tavLst>
                                    </p:anim>
                                    <p:anim calcmode="lin" valueType="num">
                                      <p:cBhvr>
                                        <p:cTn id="52" dur="500" fill="hold"/>
                                        <p:tgtEl>
                                          <p:spTgt spid="73"/>
                                        </p:tgtEl>
                                        <p:attrNameLst>
                                          <p:attrName>ppt_h</p:attrName>
                                        </p:attrNameLst>
                                      </p:cBhvr>
                                      <p:tavLst>
                                        <p:tav tm="0">
                                          <p:val>
                                            <p:fltVal val="0"/>
                                          </p:val>
                                        </p:tav>
                                        <p:tav tm="100000">
                                          <p:val>
                                            <p:strVal val="#ppt_h"/>
                                          </p:val>
                                        </p:tav>
                                      </p:tavLst>
                                    </p:anim>
                                    <p:animEffect transition="in" filter="fade">
                                      <p:cBhvr>
                                        <p:cTn id="53" dur="500"/>
                                        <p:tgtEl>
                                          <p:spTgt spid="73"/>
                                        </p:tgtEl>
                                      </p:cBhvr>
                                    </p:animEffect>
                                  </p:childTnLst>
                                </p:cTn>
                              </p:par>
                            </p:childTnLst>
                          </p:cTn>
                        </p:par>
                        <p:par>
                          <p:cTn id="54" fill="hold">
                            <p:stCondLst>
                              <p:cond delay="5000"/>
                            </p:stCondLst>
                            <p:childTnLst>
                              <p:par>
                                <p:cTn id="55" presetID="53" presetClass="entr" presetSubtype="16" fill="hold" grpId="0" nodeType="afterEffect">
                                  <p:stCondLst>
                                    <p:cond delay="0"/>
                                  </p:stCondLst>
                                  <p:childTnLst>
                                    <p:set>
                                      <p:cBhvr>
                                        <p:cTn id="56" dur="1" fill="hold">
                                          <p:stCondLst>
                                            <p:cond delay="0"/>
                                          </p:stCondLst>
                                        </p:cTn>
                                        <p:tgtEl>
                                          <p:spTgt spid="74"/>
                                        </p:tgtEl>
                                        <p:attrNameLst>
                                          <p:attrName>style.visibility</p:attrName>
                                        </p:attrNameLst>
                                      </p:cBhvr>
                                      <p:to>
                                        <p:strVal val="visible"/>
                                      </p:to>
                                    </p:set>
                                    <p:anim calcmode="lin" valueType="num">
                                      <p:cBhvr>
                                        <p:cTn id="57" dur="500" fill="hold"/>
                                        <p:tgtEl>
                                          <p:spTgt spid="74"/>
                                        </p:tgtEl>
                                        <p:attrNameLst>
                                          <p:attrName>ppt_w</p:attrName>
                                        </p:attrNameLst>
                                      </p:cBhvr>
                                      <p:tavLst>
                                        <p:tav tm="0">
                                          <p:val>
                                            <p:fltVal val="0"/>
                                          </p:val>
                                        </p:tav>
                                        <p:tav tm="100000">
                                          <p:val>
                                            <p:strVal val="#ppt_w"/>
                                          </p:val>
                                        </p:tav>
                                      </p:tavLst>
                                    </p:anim>
                                    <p:anim calcmode="lin" valueType="num">
                                      <p:cBhvr>
                                        <p:cTn id="58" dur="500" fill="hold"/>
                                        <p:tgtEl>
                                          <p:spTgt spid="74"/>
                                        </p:tgtEl>
                                        <p:attrNameLst>
                                          <p:attrName>ppt_h</p:attrName>
                                        </p:attrNameLst>
                                      </p:cBhvr>
                                      <p:tavLst>
                                        <p:tav tm="0">
                                          <p:val>
                                            <p:fltVal val="0"/>
                                          </p:val>
                                        </p:tav>
                                        <p:tav tm="100000">
                                          <p:val>
                                            <p:strVal val="#ppt_h"/>
                                          </p:val>
                                        </p:tav>
                                      </p:tavLst>
                                    </p:anim>
                                    <p:animEffect transition="in" filter="fade">
                                      <p:cBhvr>
                                        <p:cTn id="59" dur="500"/>
                                        <p:tgtEl>
                                          <p:spTgt spid="74"/>
                                        </p:tgtEl>
                                      </p:cBhvr>
                                    </p:animEffect>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wipe(left)">
                                      <p:cBhvr>
                                        <p:cTn id="63" dur="500"/>
                                        <p:tgtEl>
                                          <p:spTgt spid="75"/>
                                        </p:tgtEl>
                                      </p:cBhvr>
                                    </p:animEffect>
                                  </p:childTnLst>
                                </p:cTn>
                              </p:par>
                            </p:childTnLst>
                          </p:cTn>
                        </p:par>
                        <p:par>
                          <p:cTn id="64" fill="hold">
                            <p:stCondLst>
                              <p:cond delay="6000"/>
                            </p:stCondLst>
                            <p:childTnLst>
                              <p:par>
                                <p:cTn id="65" presetID="22" presetClass="entr" presetSubtype="8" fill="hold" grpId="0" nodeType="afterEffect">
                                  <p:stCondLst>
                                    <p:cond delay="0"/>
                                  </p:stCondLst>
                                  <p:childTnLst>
                                    <p:set>
                                      <p:cBhvr>
                                        <p:cTn id="66" dur="1" fill="hold">
                                          <p:stCondLst>
                                            <p:cond delay="0"/>
                                          </p:stCondLst>
                                        </p:cTn>
                                        <p:tgtEl>
                                          <p:spTgt spid="76"/>
                                        </p:tgtEl>
                                        <p:attrNameLst>
                                          <p:attrName>style.visibility</p:attrName>
                                        </p:attrNameLst>
                                      </p:cBhvr>
                                      <p:to>
                                        <p:strVal val="visible"/>
                                      </p:to>
                                    </p:set>
                                    <p:animEffect transition="in" filter="wipe(left)">
                                      <p:cBhvr>
                                        <p:cTn id="6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1" grpId="0"/>
      <p:bldP spid="24" grpId="0" animBg="1"/>
      <p:bldP spid="25" grpId="0"/>
      <p:bldP spid="69" grpId="0" animBg="1"/>
      <p:bldP spid="70" grpId="0"/>
      <p:bldP spid="71" grpId="0" animBg="1"/>
      <p:bldP spid="72" grpId="0"/>
      <p:bldP spid="73" grpId="0" animBg="1"/>
      <p:bldP spid="74" grpId="0"/>
      <p:bldP spid="75" grpId="0" animBg="1"/>
      <p:bldP spid="76" grpId="0"/>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858520" y="3429001"/>
            <a:ext cx="10449560" cy="6095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 name="Oval 3"/>
          <p:cNvSpPr/>
          <p:nvPr/>
        </p:nvSpPr>
        <p:spPr>
          <a:xfrm>
            <a:off x="2303489" y="3342639"/>
            <a:ext cx="233680" cy="2336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1" name="TextBox 20"/>
          <p:cNvSpPr txBox="1"/>
          <p:nvPr/>
        </p:nvSpPr>
        <p:spPr>
          <a:xfrm>
            <a:off x="1354567" y="2532933"/>
            <a:ext cx="925844" cy="502766"/>
          </a:xfrm>
          <a:prstGeom prst="rect">
            <a:avLst/>
          </a:prstGeom>
          <a:noFill/>
        </p:spPr>
        <p:txBody>
          <a:bodyPr wrap="square" rtlCol="0" anchor="ctr">
            <a:spAutoFit/>
          </a:bodyPr>
          <a:lstStyle/>
          <a:p>
            <a:pPr algn="r" defTabSz="1375467" fontAlgn="auto">
              <a:spcBef>
                <a:spcPts val="0"/>
              </a:spcBef>
              <a:spcAft>
                <a:spcPts val="0"/>
              </a:spcAft>
            </a:pPr>
            <a:r>
              <a:rPr lang="en-US" sz="2667" b="1" dirty="0" smtClean="0">
                <a:solidFill>
                  <a:srgbClr val="237DB9"/>
                </a:solidFill>
                <a:latin typeface="Roboto Medium"/>
                <a:cs typeface="Simplified Arabic" panose="02020603050405020304" pitchFamily="18" charset="-78"/>
              </a:rPr>
              <a:t>10</a:t>
            </a:r>
            <a:endParaRPr lang="en-US" sz="2667" b="1" dirty="0">
              <a:solidFill>
                <a:srgbClr val="237DB9"/>
              </a:solidFill>
              <a:latin typeface="Roboto Medium"/>
              <a:cs typeface="Simplified Arabic" panose="02020603050405020304" pitchFamily="18" charset="-78"/>
            </a:endParaRPr>
          </a:p>
        </p:txBody>
      </p:sp>
      <p:sp>
        <p:nvSpPr>
          <p:cNvPr id="24" name="Right Brace 23"/>
          <p:cNvSpPr/>
          <p:nvPr/>
        </p:nvSpPr>
        <p:spPr>
          <a:xfrm>
            <a:off x="2361692" y="2312247"/>
            <a:ext cx="134837" cy="944139"/>
          </a:xfrm>
          <a:prstGeom prst="rightBrace">
            <a:avLst>
              <a:gd name="adj1" fmla="val 54159"/>
              <a:gd name="adj2" fmla="val 50000"/>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25" name="TextBox 24"/>
          <p:cNvSpPr txBox="1"/>
          <p:nvPr/>
        </p:nvSpPr>
        <p:spPr>
          <a:xfrm>
            <a:off x="2555798" y="1840469"/>
            <a:ext cx="3865350" cy="1200329"/>
          </a:xfrm>
          <a:prstGeom prst="rect">
            <a:avLst/>
          </a:prstGeom>
          <a:noFill/>
        </p:spPr>
        <p:txBody>
          <a:bodyPr wrap="square" rtlCol="0">
            <a:spAutoFit/>
          </a:bodyPr>
          <a:lstStyle/>
          <a:p>
            <a:pPr defTabSz="1375467" rtl="1" fontAlgn="auto">
              <a:spcBef>
                <a:spcPts val="0"/>
              </a:spcBef>
              <a:spcAft>
                <a:spcPts val="0"/>
              </a:spcAft>
            </a:pPr>
            <a:r>
              <a:rPr lang="ar-OM" sz="2400" b="1" dirty="0" smtClean="0">
                <a:solidFill>
                  <a:srgbClr val="262626"/>
                </a:solidFill>
                <a:cs typeface="Simplified Arabic" panose="02020603050405020304" pitchFamily="18" charset="-78"/>
              </a:rPr>
              <a:t>في </a:t>
            </a:r>
            <a:r>
              <a:rPr lang="ar-OM" sz="2400" b="1" dirty="0">
                <a:solidFill>
                  <a:srgbClr val="262626"/>
                </a:solidFill>
                <a:cs typeface="Simplified Arabic" panose="02020603050405020304" pitchFamily="18" charset="-78"/>
              </a:rPr>
              <a:t>أكتوبر 2009م، كسر موقع اليوتيوب حاجز المليار مشاهدة لمقاطع الفيديو في اليوم الواحد</a:t>
            </a:r>
            <a:endParaRPr lang="en-US" b="1" dirty="0">
              <a:solidFill>
                <a:srgbClr val="FFFFFF">
                  <a:lumMod val="65000"/>
                </a:srgbClr>
              </a:solidFill>
              <a:latin typeface="Roboto Condensed"/>
              <a:cs typeface="Simplified Arabic" panose="02020603050405020304" pitchFamily="18" charset="-78"/>
            </a:endParaRPr>
          </a:p>
        </p:txBody>
      </p:sp>
      <p:sp>
        <p:nvSpPr>
          <p:cNvPr id="26" name="Oval 25"/>
          <p:cNvSpPr/>
          <p:nvPr/>
        </p:nvSpPr>
        <p:spPr>
          <a:xfrm>
            <a:off x="4287042" y="3361309"/>
            <a:ext cx="233680" cy="23368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7" name="TextBox 26"/>
          <p:cNvSpPr txBox="1"/>
          <p:nvPr/>
        </p:nvSpPr>
        <p:spPr>
          <a:xfrm>
            <a:off x="3216061" y="3993369"/>
            <a:ext cx="1047905" cy="502766"/>
          </a:xfrm>
          <a:prstGeom prst="rect">
            <a:avLst/>
          </a:prstGeom>
          <a:noFill/>
        </p:spPr>
        <p:txBody>
          <a:bodyPr wrap="square" rtlCol="0" anchor="ctr">
            <a:spAutoFit/>
          </a:bodyPr>
          <a:lstStyle/>
          <a:p>
            <a:pPr algn="r" defTabSz="1375467" fontAlgn="auto">
              <a:spcBef>
                <a:spcPts val="0"/>
              </a:spcBef>
              <a:spcAft>
                <a:spcPts val="0"/>
              </a:spcAft>
            </a:pPr>
            <a:r>
              <a:rPr lang="en-US" sz="2667" b="1" dirty="0" smtClean="0">
                <a:solidFill>
                  <a:srgbClr val="15AA96"/>
                </a:solidFill>
                <a:latin typeface="Roboto Medium"/>
                <a:cs typeface="Simplified Arabic" panose="02020603050405020304" pitchFamily="18" charset="-78"/>
              </a:rPr>
              <a:t>11</a:t>
            </a:r>
            <a:endParaRPr lang="en-US" sz="2667" b="1" dirty="0">
              <a:solidFill>
                <a:srgbClr val="15AA96"/>
              </a:solidFill>
              <a:latin typeface="Roboto Medium"/>
              <a:cs typeface="Simplified Arabic" panose="02020603050405020304" pitchFamily="18" charset="-78"/>
            </a:endParaRPr>
          </a:p>
        </p:txBody>
      </p:sp>
      <p:sp>
        <p:nvSpPr>
          <p:cNvPr id="28" name="Right Brace 27"/>
          <p:cNvSpPr/>
          <p:nvPr/>
        </p:nvSpPr>
        <p:spPr>
          <a:xfrm>
            <a:off x="4345245" y="3772683"/>
            <a:ext cx="134837" cy="944139"/>
          </a:xfrm>
          <a:prstGeom prst="rightBrace">
            <a:avLst>
              <a:gd name="adj1" fmla="val 54159"/>
              <a:gd name="adj2" fmla="val 50000"/>
            </a:avLst>
          </a:prstGeom>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29" name="TextBox 28"/>
          <p:cNvSpPr txBox="1"/>
          <p:nvPr/>
        </p:nvSpPr>
        <p:spPr>
          <a:xfrm>
            <a:off x="4412663" y="3707077"/>
            <a:ext cx="3754046" cy="1200329"/>
          </a:xfrm>
          <a:prstGeom prst="rect">
            <a:avLst/>
          </a:prstGeom>
          <a:noFill/>
        </p:spPr>
        <p:txBody>
          <a:bodyPr wrap="square" rtlCol="0">
            <a:spAutoFit/>
          </a:bodyPr>
          <a:lstStyle/>
          <a:p>
            <a:pPr defTabSz="1375467" rtl="1" fontAlgn="auto">
              <a:spcBef>
                <a:spcPts val="0"/>
              </a:spcBef>
              <a:spcAft>
                <a:spcPts val="0"/>
              </a:spcAft>
            </a:pPr>
            <a:r>
              <a:rPr lang="ar-OM" sz="2400" b="1" dirty="0" smtClean="0">
                <a:solidFill>
                  <a:srgbClr val="262626"/>
                </a:solidFill>
                <a:cs typeface="Simplified Arabic" panose="02020603050405020304" pitchFamily="18" charset="-78"/>
              </a:rPr>
              <a:t>في </a:t>
            </a:r>
            <a:r>
              <a:rPr lang="ar-OM" sz="2400" b="1" dirty="0">
                <a:solidFill>
                  <a:srgbClr val="262626"/>
                </a:solidFill>
                <a:cs typeface="Simplified Arabic" panose="02020603050405020304" pitchFamily="18" charset="-78"/>
              </a:rPr>
              <a:t>مارس 2010م، وصلت مدة الساعات التي يتم رفعها عبر الموقع إلى 24 ساعة فيديو كل دقيقة</a:t>
            </a:r>
            <a:endParaRPr lang="en-US" b="1" dirty="0">
              <a:solidFill>
                <a:srgbClr val="FFFFFF">
                  <a:lumMod val="65000"/>
                </a:srgbClr>
              </a:solidFill>
              <a:latin typeface="Roboto Condensed"/>
              <a:cs typeface="Simplified Arabic" panose="02020603050405020304" pitchFamily="18" charset="-78"/>
            </a:endParaRPr>
          </a:p>
        </p:txBody>
      </p:sp>
      <p:sp>
        <p:nvSpPr>
          <p:cNvPr id="73" name="Oval 72"/>
          <p:cNvSpPr/>
          <p:nvPr/>
        </p:nvSpPr>
        <p:spPr>
          <a:xfrm>
            <a:off x="7608200" y="3342639"/>
            <a:ext cx="233680" cy="23368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74" name="TextBox 73"/>
          <p:cNvSpPr txBox="1"/>
          <p:nvPr/>
        </p:nvSpPr>
        <p:spPr>
          <a:xfrm>
            <a:off x="6659278" y="2532933"/>
            <a:ext cx="925844" cy="502766"/>
          </a:xfrm>
          <a:prstGeom prst="rect">
            <a:avLst/>
          </a:prstGeom>
          <a:noFill/>
        </p:spPr>
        <p:txBody>
          <a:bodyPr wrap="square" rtlCol="0" anchor="ctr">
            <a:spAutoFit/>
          </a:bodyPr>
          <a:lstStyle/>
          <a:p>
            <a:pPr algn="r" defTabSz="1375467" fontAlgn="auto">
              <a:spcBef>
                <a:spcPts val="0"/>
              </a:spcBef>
              <a:spcAft>
                <a:spcPts val="0"/>
              </a:spcAft>
            </a:pPr>
            <a:r>
              <a:rPr lang="en-US" sz="2667" b="1" dirty="0" smtClean="0">
                <a:solidFill>
                  <a:srgbClr val="BE382C"/>
                </a:solidFill>
                <a:latin typeface="Roboto Medium"/>
                <a:cs typeface="Simplified Arabic" panose="02020603050405020304" pitchFamily="18" charset="-78"/>
              </a:rPr>
              <a:t>12</a:t>
            </a:r>
            <a:endParaRPr lang="en-US" sz="2667" b="1" dirty="0">
              <a:solidFill>
                <a:srgbClr val="BE382C"/>
              </a:solidFill>
              <a:latin typeface="Roboto Medium"/>
              <a:cs typeface="Simplified Arabic" panose="02020603050405020304" pitchFamily="18" charset="-78"/>
            </a:endParaRPr>
          </a:p>
        </p:txBody>
      </p:sp>
      <p:sp>
        <p:nvSpPr>
          <p:cNvPr id="75" name="Right Brace 74"/>
          <p:cNvSpPr/>
          <p:nvPr/>
        </p:nvSpPr>
        <p:spPr>
          <a:xfrm>
            <a:off x="7666403" y="2312247"/>
            <a:ext cx="134837" cy="944139"/>
          </a:xfrm>
          <a:prstGeom prst="rightBrace">
            <a:avLst>
              <a:gd name="adj1" fmla="val 54159"/>
              <a:gd name="adj2" fmla="val 50000"/>
            </a:avLst>
          </a:prstGeom>
          <a:ln w="19050">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76" name="TextBox 75"/>
          <p:cNvSpPr txBox="1"/>
          <p:nvPr/>
        </p:nvSpPr>
        <p:spPr>
          <a:xfrm>
            <a:off x="7882521" y="1989379"/>
            <a:ext cx="4196713" cy="1200329"/>
          </a:xfrm>
          <a:prstGeom prst="rect">
            <a:avLst/>
          </a:prstGeom>
          <a:noFill/>
        </p:spPr>
        <p:txBody>
          <a:bodyPr wrap="square" rtlCol="0">
            <a:spAutoFit/>
          </a:bodyPr>
          <a:lstStyle/>
          <a:p>
            <a:pPr defTabSz="1375467" rtl="1" fontAlgn="auto">
              <a:spcBef>
                <a:spcPts val="0"/>
              </a:spcBef>
              <a:spcAft>
                <a:spcPts val="0"/>
              </a:spcAft>
            </a:pPr>
            <a:r>
              <a:rPr lang="ar-OM" sz="2400" b="1" dirty="0" smtClean="0">
                <a:solidFill>
                  <a:srgbClr val="262626"/>
                </a:solidFill>
                <a:cs typeface="Simplified Arabic" panose="02020603050405020304" pitchFamily="18" charset="-78"/>
              </a:rPr>
              <a:t>وفي </a:t>
            </a:r>
            <a:r>
              <a:rPr lang="ar-OM" sz="2400" b="1" dirty="0">
                <a:solidFill>
                  <a:srgbClr val="262626"/>
                </a:solidFill>
                <a:cs typeface="Simplified Arabic" panose="02020603050405020304" pitchFamily="18" charset="-78"/>
              </a:rPr>
              <a:t>فبراير 2012م، تضاعفت مدة ساعات الفيديو التي يتم رفعها في كل دقيقة على الموقع لتصل إلى 48 ساعة</a:t>
            </a:r>
            <a:endParaRPr lang="en-US" b="1" dirty="0">
              <a:solidFill>
                <a:srgbClr val="FFFFFF">
                  <a:lumMod val="65000"/>
                </a:srgbClr>
              </a:solidFill>
              <a:latin typeface="Roboto Condensed"/>
              <a:cs typeface="Simplified Arabic" panose="02020603050405020304" pitchFamily="18" charset="-78"/>
            </a:endParaRPr>
          </a:p>
        </p:txBody>
      </p:sp>
      <p:sp>
        <p:nvSpPr>
          <p:cNvPr id="16" name="Rectangle 15"/>
          <p:cNvSpPr/>
          <p:nvPr/>
        </p:nvSpPr>
        <p:spPr>
          <a:xfrm>
            <a:off x="320688" y="676769"/>
            <a:ext cx="11347420" cy="707886"/>
          </a:xfrm>
          <a:prstGeom prst="rect">
            <a:avLst/>
          </a:prstGeom>
        </p:spPr>
        <p:txBody>
          <a:bodyPr wrap="square">
            <a:spAutoFit/>
          </a:bodyPr>
          <a:lstStyle/>
          <a:p>
            <a:pPr algn="r" rtl="1" fontAlgn="auto">
              <a:spcBef>
                <a:spcPts val="0"/>
              </a:spcBef>
              <a:spcAft>
                <a:spcPts val="0"/>
              </a:spcAft>
              <a:defRPr/>
            </a:pPr>
            <a:r>
              <a:rPr lang="ar-SA" sz="4000" b="1" u="sng" kern="0" dirty="0">
                <a:solidFill>
                  <a:srgbClr val="002060"/>
                </a:solidFill>
                <a:cs typeface="Simplified Arabic" panose="02020603050405020304" pitchFamily="18" charset="-78"/>
              </a:rPr>
              <a:t>‌أ.	تطور اليوتيوب التاريخي</a:t>
            </a:r>
            <a:endParaRPr lang="en-US" sz="4000" u="sng" kern="0" dirty="0" smtClean="0">
              <a:solidFill>
                <a:srgbClr val="002060"/>
              </a:solidFill>
              <a:cs typeface="Simplified Arabic" panose="02020603050405020304" pitchFamily="18" charset="-78"/>
            </a:endParaRPr>
          </a:p>
        </p:txBody>
      </p: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8144691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 calcmode="lin" valueType="num">
                                      <p:cBhvr>
                                        <p:cTn id="17" dur="500" fill="hold"/>
                                        <p:tgtEl>
                                          <p:spTgt spid="21"/>
                                        </p:tgtEl>
                                        <p:attrNameLst>
                                          <p:attrName>ppt_w</p:attrName>
                                        </p:attrNameLst>
                                      </p:cBhvr>
                                      <p:tavLst>
                                        <p:tav tm="0">
                                          <p:val>
                                            <p:fltVal val="0"/>
                                          </p:val>
                                        </p:tav>
                                        <p:tav tm="100000">
                                          <p:val>
                                            <p:strVal val="#ppt_w"/>
                                          </p:val>
                                        </p:tav>
                                      </p:tavLst>
                                    </p:anim>
                                    <p:anim calcmode="lin" valueType="num">
                                      <p:cBhvr>
                                        <p:cTn id="18" dur="500" fill="hold"/>
                                        <p:tgtEl>
                                          <p:spTgt spid="21"/>
                                        </p:tgtEl>
                                        <p:attrNameLst>
                                          <p:attrName>ppt_h</p:attrName>
                                        </p:attrNameLst>
                                      </p:cBhvr>
                                      <p:tavLst>
                                        <p:tav tm="0">
                                          <p:val>
                                            <p:fltVal val="0"/>
                                          </p:val>
                                        </p:tav>
                                        <p:tav tm="100000">
                                          <p:val>
                                            <p:strVal val="#ppt_h"/>
                                          </p:val>
                                        </p:tav>
                                      </p:tavLst>
                                    </p:anim>
                                    <p:animEffect transition="in" filter="fade">
                                      <p:cBhvr>
                                        <p:cTn id="19" dur="500"/>
                                        <p:tgtEl>
                                          <p:spTgt spid="21"/>
                                        </p:tgtEl>
                                      </p:cBhvr>
                                    </p:animEffect>
                                  </p:childTnLst>
                                </p:cTn>
                              </p:par>
                            </p:childTnLst>
                          </p:cTn>
                        </p:par>
                        <p:par>
                          <p:cTn id="20" fill="hold">
                            <p:stCondLst>
                              <p:cond delay="1500"/>
                            </p:stCondLst>
                            <p:childTnLst>
                              <p:par>
                                <p:cTn id="21" presetID="22" presetClass="entr" presetSubtype="8"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left)">
                                      <p:cBhvr>
                                        <p:cTn id="27" dur="500"/>
                                        <p:tgtEl>
                                          <p:spTgt spid="25"/>
                                        </p:tgtEl>
                                      </p:cBhvr>
                                    </p:animEffect>
                                  </p:childTnLst>
                                </p:cTn>
                              </p:par>
                            </p:childTnLst>
                          </p:cTn>
                        </p:par>
                        <p:par>
                          <p:cTn id="28" fill="hold">
                            <p:stCondLst>
                              <p:cond delay="2500"/>
                            </p:stCondLst>
                            <p:childTnLst>
                              <p:par>
                                <p:cTn id="29" presetID="53" presetClass="entr" presetSubtype="16" fill="hold" grpId="0" nodeType="afterEffect">
                                  <p:stCondLst>
                                    <p:cond delay="0"/>
                                  </p:stCondLst>
                                  <p:childTnLst>
                                    <p:set>
                                      <p:cBhvr>
                                        <p:cTn id="30" dur="1" fill="hold">
                                          <p:stCondLst>
                                            <p:cond delay="0"/>
                                          </p:stCondLst>
                                        </p:cTn>
                                        <p:tgtEl>
                                          <p:spTgt spid="26"/>
                                        </p:tgtEl>
                                        <p:attrNameLst>
                                          <p:attrName>style.visibility</p:attrName>
                                        </p:attrNameLst>
                                      </p:cBhvr>
                                      <p:to>
                                        <p:strVal val="visible"/>
                                      </p:to>
                                    </p:set>
                                    <p:anim calcmode="lin" valueType="num">
                                      <p:cBhvr>
                                        <p:cTn id="31" dur="500" fill="hold"/>
                                        <p:tgtEl>
                                          <p:spTgt spid="26"/>
                                        </p:tgtEl>
                                        <p:attrNameLst>
                                          <p:attrName>ppt_w</p:attrName>
                                        </p:attrNameLst>
                                      </p:cBhvr>
                                      <p:tavLst>
                                        <p:tav tm="0">
                                          <p:val>
                                            <p:fltVal val="0"/>
                                          </p:val>
                                        </p:tav>
                                        <p:tav tm="100000">
                                          <p:val>
                                            <p:strVal val="#ppt_w"/>
                                          </p:val>
                                        </p:tav>
                                      </p:tavLst>
                                    </p:anim>
                                    <p:anim calcmode="lin" valueType="num">
                                      <p:cBhvr>
                                        <p:cTn id="32" dur="500" fill="hold"/>
                                        <p:tgtEl>
                                          <p:spTgt spid="26"/>
                                        </p:tgtEl>
                                        <p:attrNameLst>
                                          <p:attrName>ppt_h</p:attrName>
                                        </p:attrNameLst>
                                      </p:cBhvr>
                                      <p:tavLst>
                                        <p:tav tm="0">
                                          <p:val>
                                            <p:fltVal val="0"/>
                                          </p:val>
                                        </p:tav>
                                        <p:tav tm="100000">
                                          <p:val>
                                            <p:strVal val="#ppt_h"/>
                                          </p:val>
                                        </p:tav>
                                      </p:tavLst>
                                    </p:anim>
                                    <p:animEffect transition="in" filter="fade">
                                      <p:cBhvr>
                                        <p:cTn id="33" dur="500"/>
                                        <p:tgtEl>
                                          <p:spTgt spid="26"/>
                                        </p:tgtEl>
                                      </p:cBhvr>
                                    </p:animEffect>
                                  </p:childTnLst>
                                </p:cTn>
                              </p:par>
                            </p:childTnLst>
                          </p:cTn>
                        </p:par>
                        <p:par>
                          <p:cTn id="34" fill="hold">
                            <p:stCondLst>
                              <p:cond delay="3000"/>
                            </p:stCondLst>
                            <p:childTnLst>
                              <p:par>
                                <p:cTn id="35" presetID="53" presetClass="entr" presetSubtype="16"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childTnLst>
                          </p:cTn>
                        </p:par>
                        <p:par>
                          <p:cTn id="40" fill="hold">
                            <p:stCondLst>
                              <p:cond delay="3500"/>
                            </p:stCondLst>
                            <p:childTnLst>
                              <p:par>
                                <p:cTn id="41" presetID="22" presetClass="entr" presetSubtype="8" fill="hold" grpId="0" nodeType="after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wipe(left)">
                                      <p:cBhvr>
                                        <p:cTn id="43" dur="500"/>
                                        <p:tgtEl>
                                          <p:spTgt spid="28"/>
                                        </p:tgtEl>
                                      </p:cBhvr>
                                    </p:animEffect>
                                  </p:childTnLst>
                                </p:cTn>
                              </p:par>
                            </p:childTnLst>
                          </p:cTn>
                        </p:par>
                        <p:par>
                          <p:cTn id="44" fill="hold">
                            <p:stCondLst>
                              <p:cond delay="4000"/>
                            </p:stCondLst>
                            <p:childTnLst>
                              <p:par>
                                <p:cTn id="45" presetID="22" presetClass="entr" presetSubtype="8" fill="hold" grpId="0" nodeType="after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wipe(left)">
                                      <p:cBhvr>
                                        <p:cTn id="47" dur="500"/>
                                        <p:tgtEl>
                                          <p:spTgt spid="29"/>
                                        </p:tgtEl>
                                      </p:cBhvr>
                                    </p:animEffect>
                                  </p:childTnLst>
                                </p:cTn>
                              </p:par>
                            </p:childTnLst>
                          </p:cTn>
                        </p:par>
                        <p:par>
                          <p:cTn id="48" fill="hold">
                            <p:stCondLst>
                              <p:cond delay="4500"/>
                            </p:stCondLst>
                            <p:childTnLst>
                              <p:par>
                                <p:cTn id="49" presetID="53" presetClass="entr" presetSubtype="16" fill="hold" grpId="0" nodeType="afterEffect">
                                  <p:stCondLst>
                                    <p:cond delay="0"/>
                                  </p:stCondLst>
                                  <p:childTnLst>
                                    <p:set>
                                      <p:cBhvr>
                                        <p:cTn id="50" dur="1" fill="hold">
                                          <p:stCondLst>
                                            <p:cond delay="0"/>
                                          </p:stCondLst>
                                        </p:cTn>
                                        <p:tgtEl>
                                          <p:spTgt spid="73"/>
                                        </p:tgtEl>
                                        <p:attrNameLst>
                                          <p:attrName>style.visibility</p:attrName>
                                        </p:attrNameLst>
                                      </p:cBhvr>
                                      <p:to>
                                        <p:strVal val="visible"/>
                                      </p:to>
                                    </p:set>
                                    <p:anim calcmode="lin" valueType="num">
                                      <p:cBhvr>
                                        <p:cTn id="51" dur="500" fill="hold"/>
                                        <p:tgtEl>
                                          <p:spTgt spid="73"/>
                                        </p:tgtEl>
                                        <p:attrNameLst>
                                          <p:attrName>ppt_w</p:attrName>
                                        </p:attrNameLst>
                                      </p:cBhvr>
                                      <p:tavLst>
                                        <p:tav tm="0">
                                          <p:val>
                                            <p:fltVal val="0"/>
                                          </p:val>
                                        </p:tav>
                                        <p:tav tm="100000">
                                          <p:val>
                                            <p:strVal val="#ppt_w"/>
                                          </p:val>
                                        </p:tav>
                                      </p:tavLst>
                                    </p:anim>
                                    <p:anim calcmode="lin" valueType="num">
                                      <p:cBhvr>
                                        <p:cTn id="52" dur="500" fill="hold"/>
                                        <p:tgtEl>
                                          <p:spTgt spid="73"/>
                                        </p:tgtEl>
                                        <p:attrNameLst>
                                          <p:attrName>ppt_h</p:attrName>
                                        </p:attrNameLst>
                                      </p:cBhvr>
                                      <p:tavLst>
                                        <p:tav tm="0">
                                          <p:val>
                                            <p:fltVal val="0"/>
                                          </p:val>
                                        </p:tav>
                                        <p:tav tm="100000">
                                          <p:val>
                                            <p:strVal val="#ppt_h"/>
                                          </p:val>
                                        </p:tav>
                                      </p:tavLst>
                                    </p:anim>
                                    <p:animEffect transition="in" filter="fade">
                                      <p:cBhvr>
                                        <p:cTn id="53" dur="500"/>
                                        <p:tgtEl>
                                          <p:spTgt spid="73"/>
                                        </p:tgtEl>
                                      </p:cBhvr>
                                    </p:animEffect>
                                  </p:childTnLst>
                                </p:cTn>
                              </p:par>
                            </p:childTnLst>
                          </p:cTn>
                        </p:par>
                        <p:par>
                          <p:cTn id="54" fill="hold">
                            <p:stCondLst>
                              <p:cond delay="5000"/>
                            </p:stCondLst>
                            <p:childTnLst>
                              <p:par>
                                <p:cTn id="55" presetID="53" presetClass="entr" presetSubtype="16" fill="hold" grpId="0" nodeType="afterEffect">
                                  <p:stCondLst>
                                    <p:cond delay="0"/>
                                  </p:stCondLst>
                                  <p:childTnLst>
                                    <p:set>
                                      <p:cBhvr>
                                        <p:cTn id="56" dur="1" fill="hold">
                                          <p:stCondLst>
                                            <p:cond delay="0"/>
                                          </p:stCondLst>
                                        </p:cTn>
                                        <p:tgtEl>
                                          <p:spTgt spid="74"/>
                                        </p:tgtEl>
                                        <p:attrNameLst>
                                          <p:attrName>style.visibility</p:attrName>
                                        </p:attrNameLst>
                                      </p:cBhvr>
                                      <p:to>
                                        <p:strVal val="visible"/>
                                      </p:to>
                                    </p:set>
                                    <p:anim calcmode="lin" valueType="num">
                                      <p:cBhvr>
                                        <p:cTn id="57" dur="500" fill="hold"/>
                                        <p:tgtEl>
                                          <p:spTgt spid="74"/>
                                        </p:tgtEl>
                                        <p:attrNameLst>
                                          <p:attrName>ppt_w</p:attrName>
                                        </p:attrNameLst>
                                      </p:cBhvr>
                                      <p:tavLst>
                                        <p:tav tm="0">
                                          <p:val>
                                            <p:fltVal val="0"/>
                                          </p:val>
                                        </p:tav>
                                        <p:tav tm="100000">
                                          <p:val>
                                            <p:strVal val="#ppt_w"/>
                                          </p:val>
                                        </p:tav>
                                      </p:tavLst>
                                    </p:anim>
                                    <p:anim calcmode="lin" valueType="num">
                                      <p:cBhvr>
                                        <p:cTn id="58" dur="500" fill="hold"/>
                                        <p:tgtEl>
                                          <p:spTgt spid="74"/>
                                        </p:tgtEl>
                                        <p:attrNameLst>
                                          <p:attrName>ppt_h</p:attrName>
                                        </p:attrNameLst>
                                      </p:cBhvr>
                                      <p:tavLst>
                                        <p:tav tm="0">
                                          <p:val>
                                            <p:fltVal val="0"/>
                                          </p:val>
                                        </p:tav>
                                        <p:tav tm="100000">
                                          <p:val>
                                            <p:strVal val="#ppt_h"/>
                                          </p:val>
                                        </p:tav>
                                      </p:tavLst>
                                    </p:anim>
                                    <p:animEffect transition="in" filter="fade">
                                      <p:cBhvr>
                                        <p:cTn id="59" dur="500"/>
                                        <p:tgtEl>
                                          <p:spTgt spid="74"/>
                                        </p:tgtEl>
                                      </p:cBhvr>
                                    </p:animEffect>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wipe(left)">
                                      <p:cBhvr>
                                        <p:cTn id="63" dur="500"/>
                                        <p:tgtEl>
                                          <p:spTgt spid="75"/>
                                        </p:tgtEl>
                                      </p:cBhvr>
                                    </p:animEffect>
                                  </p:childTnLst>
                                </p:cTn>
                              </p:par>
                            </p:childTnLst>
                          </p:cTn>
                        </p:par>
                        <p:par>
                          <p:cTn id="64" fill="hold">
                            <p:stCondLst>
                              <p:cond delay="6000"/>
                            </p:stCondLst>
                            <p:childTnLst>
                              <p:par>
                                <p:cTn id="65" presetID="22" presetClass="entr" presetSubtype="8" fill="hold" grpId="0" nodeType="afterEffect">
                                  <p:stCondLst>
                                    <p:cond delay="0"/>
                                  </p:stCondLst>
                                  <p:childTnLst>
                                    <p:set>
                                      <p:cBhvr>
                                        <p:cTn id="66" dur="1" fill="hold">
                                          <p:stCondLst>
                                            <p:cond delay="0"/>
                                          </p:stCondLst>
                                        </p:cTn>
                                        <p:tgtEl>
                                          <p:spTgt spid="76"/>
                                        </p:tgtEl>
                                        <p:attrNameLst>
                                          <p:attrName>style.visibility</p:attrName>
                                        </p:attrNameLst>
                                      </p:cBhvr>
                                      <p:to>
                                        <p:strVal val="visible"/>
                                      </p:to>
                                    </p:set>
                                    <p:animEffect transition="in" filter="wipe(left)">
                                      <p:cBhvr>
                                        <p:cTn id="6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1" grpId="0"/>
      <p:bldP spid="24" grpId="0" animBg="1"/>
      <p:bldP spid="25" grpId="0"/>
      <p:bldP spid="26" grpId="0" animBg="1"/>
      <p:bldP spid="27" grpId="0"/>
      <p:bldP spid="28" grpId="0" animBg="1"/>
      <p:bldP spid="29" grpId="0"/>
      <p:bldP spid="73" grpId="0" animBg="1"/>
      <p:bldP spid="74" grpId="0"/>
      <p:bldP spid="75" grpId="0" animBg="1"/>
      <p:bldP spid="76" grpId="0"/>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Content Placeholder 2"/>
          <p:cNvSpPr txBox="1">
            <a:spLocks/>
          </p:cNvSpPr>
          <p:nvPr/>
        </p:nvSpPr>
        <p:spPr>
          <a:xfrm>
            <a:off x="5159295" y="1963277"/>
            <a:ext cx="6232497" cy="291123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fontAlgn="auto">
              <a:buClr>
                <a:srgbClr val="E84C22">
                  <a:lumMod val="75000"/>
                </a:srgbClr>
              </a:buClr>
            </a:pPr>
            <a:r>
              <a:rPr lang="ar-SA" sz="3200" b="1" dirty="0">
                <a:solidFill>
                  <a:srgbClr val="FFBD47">
                    <a:lumMod val="75000"/>
                  </a:srgbClr>
                </a:solidFill>
                <a:latin typeface="Roboto" panose="02000000000000000000" pitchFamily="2" charset="0"/>
                <a:ea typeface="Roboto" panose="02000000000000000000" pitchFamily="2" charset="0"/>
                <a:cs typeface="Simplified Arabic" panose="02020603050405020304" pitchFamily="18" charset="-78"/>
              </a:rPr>
              <a:t>وهذا يعني أننا لو أردنا مشاهدة جميع الفيديوهات التي رفعت خلال يوم واحد فسنحتاج تقريباً إلى 8 سنوات من المشاهدة المتواصلة.</a:t>
            </a:r>
            <a:endParaRPr lang="id-ID" sz="3200" b="1" dirty="0" smtClean="0">
              <a:solidFill>
                <a:prstClr val="black">
                  <a:lumMod val="75000"/>
                  <a:lumOff val="25000"/>
                </a:prstClr>
              </a:solidFill>
              <a:latin typeface="Roboto" panose="02000000000000000000" pitchFamily="2" charset="0"/>
              <a:ea typeface="Roboto" panose="02000000000000000000" pitchFamily="2" charset="0"/>
            </a:endParaRPr>
          </a:p>
        </p:txBody>
      </p:sp>
      <p:grpSp>
        <p:nvGrpSpPr>
          <p:cNvPr id="342" name="Group 341"/>
          <p:cNvGrpSpPr>
            <a:grpSpLocks noChangeAspect="1"/>
          </p:cNvGrpSpPr>
          <p:nvPr/>
        </p:nvGrpSpPr>
        <p:grpSpPr>
          <a:xfrm>
            <a:off x="1157698" y="932812"/>
            <a:ext cx="3474618" cy="4803720"/>
            <a:chOff x="1270242" y="2227041"/>
            <a:chExt cx="2976954" cy="4115691"/>
          </a:xfrm>
        </p:grpSpPr>
        <p:grpSp>
          <p:nvGrpSpPr>
            <p:cNvPr id="17" name="Group 16"/>
            <p:cNvGrpSpPr/>
            <p:nvPr/>
          </p:nvGrpSpPr>
          <p:grpSpPr>
            <a:xfrm flipH="1">
              <a:off x="1437626" y="2230502"/>
              <a:ext cx="2634844" cy="4112230"/>
              <a:chOff x="-6707188" y="-431800"/>
              <a:chExt cx="5697538" cy="9431338"/>
            </a:xfrm>
            <a:solidFill>
              <a:schemeClr val="accent2"/>
            </a:solidFill>
          </p:grpSpPr>
          <p:sp>
            <p:nvSpPr>
              <p:cNvPr id="239" name="Freeform 5"/>
              <p:cNvSpPr>
                <a:spLocks/>
              </p:cNvSpPr>
              <p:nvPr/>
            </p:nvSpPr>
            <p:spPr bwMode="auto">
              <a:xfrm>
                <a:off x="-5016500" y="7881938"/>
                <a:ext cx="474663" cy="404813"/>
              </a:xfrm>
              <a:custGeom>
                <a:avLst/>
                <a:gdLst>
                  <a:gd name="T0" fmla="*/ 31 w 299"/>
                  <a:gd name="T1" fmla="*/ 255 h 255"/>
                  <a:gd name="T2" fmla="*/ 83 w 299"/>
                  <a:gd name="T3" fmla="*/ 198 h 255"/>
                  <a:gd name="T4" fmla="*/ 299 w 299"/>
                  <a:gd name="T5" fmla="*/ 198 h 255"/>
                  <a:gd name="T6" fmla="*/ 299 w 299"/>
                  <a:gd name="T7" fmla="*/ 139 h 255"/>
                  <a:gd name="T8" fmla="*/ 105 w 299"/>
                  <a:gd name="T9" fmla="*/ 139 h 255"/>
                  <a:gd name="T10" fmla="*/ 93 w 299"/>
                  <a:gd name="T11" fmla="*/ 139 h 255"/>
                  <a:gd name="T12" fmla="*/ 93 w 299"/>
                  <a:gd name="T13" fmla="*/ 130 h 255"/>
                  <a:gd name="T14" fmla="*/ 93 w 299"/>
                  <a:gd name="T15" fmla="*/ 0 h 255"/>
                  <a:gd name="T16" fmla="*/ 0 w 299"/>
                  <a:gd name="T17" fmla="*/ 0 h 255"/>
                  <a:gd name="T18" fmla="*/ 0 w 299"/>
                  <a:gd name="T19" fmla="*/ 198 h 255"/>
                  <a:gd name="T20" fmla="*/ 31 w 299"/>
                  <a:gd name="T21" fmla="*/ 198 h 255"/>
                  <a:gd name="T22" fmla="*/ 31 w 299"/>
                  <a:gd name="T23"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9" h="255">
                    <a:moveTo>
                      <a:pt x="31" y="255"/>
                    </a:moveTo>
                    <a:lnTo>
                      <a:pt x="83" y="198"/>
                    </a:lnTo>
                    <a:lnTo>
                      <a:pt x="299" y="198"/>
                    </a:lnTo>
                    <a:lnTo>
                      <a:pt x="299" y="139"/>
                    </a:lnTo>
                    <a:lnTo>
                      <a:pt x="105" y="139"/>
                    </a:lnTo>
                    <a:lnTo>
                      <a:pt x="93" y="139"/>
                    </a:lnTo>
                    <a:lnTo>
                      <a:pt x="93" y="130"/>
                    </a:lnTo>
                    <a:lnTo>
                      <a:pt x="93" y="0"/>
                    </a:lnTo>
                    <a:lnTo>
                      <a:pt x="0" y="0"/>
                    </a:lnTo>
                    <a:lnTo>
                      <a:pt x="0" y="198"/>
                    </a:lnTo>
                    <a:lnTo>
                      <a:pt x="31" y="198"/>
                    </a:lnTo>
                    <a:lnTo>
                      <a:pt x="31" y="2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0" name="Freeform 6"/>
              <p:cNvSpPr>
                <a:spLocks/>
              </p:cNvSpPr>
              <p:nvPr/>
            </p:nvSpPr>
            <p:spPr bwMode="auto">
              <a:xfrm>
                <a:off x="-4849813" y="7756525"/>
                <a:ext cx="492125" cy="425450"/>
              </a:xfrm>
              <a:custGeom>
                <a:avLst/>
                <a:gdLst>
                  <a:gd name="T0" fmla="*/ 310 w 310"/>
                  <a:gd name="T1" fmla="*/ 0 h 268"/>
                  <a:gd name="T2" fmla="*/ 0 w 310"/>
                  <a:gd name="T3" fmla="*/ 0 h 268"/>
                  <a:gd name="T4" fmla="*/ 0 w 310"/>
                  <a:gd name="T5" fmla="*/ 79 h 268"/>
                  <a:gd name="T6" fmla="*/ 0 w 310"/>
                  <a:gd name="T7" fmla="*/ 209 h 268"/>
                  <a:gd name="T8" fmla="*/ 194 w 310"/>
                  <a:gd name="T9" fmla="*/ 209 h 268"/>
                  <a:gd name="T10" fmla="*/ 222 w 310"/>
                  <a:gd name="T11" fmla="*/ 209 h 268"/>
                  <a:gd name="T12" fmla="*/ 277 w 310"/>
                  <a:gd name="T13" fmla="*/ 268 h 268"/>
                  <a:gd name="T14" fmla="*/ 277 w 310"/>
                  <a:gd name="T15" fmla="*/ 209 h 268"/>
                  <a:gd name="T16" fmla="*/ 310 w 310"/>
                  <a:gd name="T17" fmla="*/ 209 h 268"/>
                  <a:gd name="T18" fmla="*/ 310 w 310"/>
                  <a:gd name="T1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268">
                    <a:moveTo>
                      <a:pt x="310" y="0"/>
                    </a:moveTo>
                    <a:lnTo>
                      <a:pt x="0" y="0"/>
                    </a:lnTo>
                    <a:lnTo>
                      <a:pt x="0" y="79"/>
                    </a:lnTo>
                    <a:lnTo>
                      <a:pt x="0" y="209"/>
                    </a:lnTo>
                    <a:lnTo>
                      <a:pt x="194" y="209"/>
                    </a:lnTo>
                    <a:lnTo>
                      <a:pt x="222" y="209"/>
                    </a:lnTo>
                    <a:lnTo>
                      <a:pt x="277" y="268"/>
                    </a:lnTo>
                    <a:lnTo>
                      <a:pt x="277" y="209"/>
                    </a:lnTo>
                    <a:lnTo>
                      <a:pt x="310" y="209"/>
                    </a:lnTo>
                    <a:lnTo>
                      <a:pt x="3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1" name="Freeform 7"/>
              <p:cNvSpPr>
                <a:spLocks/>
              </p:cNvSpPr>
              <p:nvPr/>
            </p:nvSpPr>
            <p:spPr bwMode="auto">
              <a:xfrm>
                <a:off x="-6127750" y="3248025"/>
                <a:ext cx="577850" cy="574675"/>
              </a:xfrm>
              <a:custGeom>
                <a:avLst/>
                <a:gdLst>
                  <a:gd name="T0" fmla="*/ 151 w 154"/>
                  <a:gd name="T1" fmla="*/ 59 h 153"/>
                  <a:gd name="T2" fmla="*/ 120 w 154"/>
                  <a:gd name="T3" fmla="*/ 72 h 153"/>
                  <a:gd name="T4" fmla="*/ 108 w 154"/>
                  <a:gd name="T5" fmla="*/ 72 h 153"/>
                  <a:gd name="T6" fmla="*/ 102 w 154"/>
                  <a:gd name="T7" fmla="*/ 57 h 153"/>
                  <a:gd name="T8" fmla="*/ 111 w 154"/>
                  <a:gd name="T9" fmla="*/ 49 h 153"/>
                  <a:gd name="T10" fmla="*/ 142 w 154"/>
                  <a:gd name="T11" fmla="*/ 36 h 153"/>
                  <a:gd name="T12" fmla="*/ 128 w 154"/>
                  <a:gd name="T13" fmla="*/ 19 h 153"/>
                  <a:gd name="T14" fmla="*/ 108 w 154"/>
                  <a:gd name="T15" fmla="*/ 11 h 153"/>
                  <a:gd name="T16" fmla="*/ 105 w 154"/>
                  <a:gd name="T17" fmla="*/ 35 h 153"/>
                  <a:gd name="T18" fmla="*/ 90 w 154"/>
                  <a:gd name="T19" fmla="*/ 57 h 153"/>
                  <a:gd name="T20" fmla="*/ 92 w 154"/>
                  <a:gd name="T21" fmla="*/ 34 h 153"/>
                  <a:gd name="T22" fmla="*/ 81 w 154"/>
                  <a:gd name="T23" fmla="*/ 27 h 153"/>
                  <a:gd name="T24" fmla="*/ 81 w 154"/>
                  <a:gd name="T25" fmla="*/ 15 h 153"/>
                  <a:gd name="T26" fmla="*/ 73 w 154"/>
                  <a:gd name="T27" fmla="*/ 15 h 153"/>
                  <a:gd name="T28" fmla="*/ 73 w 154"/>
                  <a:gd name="T29" fmla="*/ 27 h 153"/>
                  <a:gd name="T30" fmla="*/ 62 w 154"/>
                  <a:gd name="T31" fmla="*/ 34 h 153"/>
                  <a:gd name="T32" fmla="*/ 63 w 154"/>
                  <a:gd name="T33" fmla="*/ 57 h 153"/>
                  <a:gd name="T34" fmla="*/ 49 w 154"/>
                  <a:gd name="T35" fmla="*/ 35 h 153"/>
                  <a:gd name="T36" fmla="*/ 45 w 154"/>
                  <a:gd name="T37" fmla="*/ 11 h 153"/>
                  <a:gd name="T38" fmla="*/ 25 w 154"/>
                  <a:gd name="T39" fmla="*/ 19 h 153"/>
                  <a:gd name="T40" fmla="*/ 12 w 154"/>
                  <a:gd name="T41" fmla="*/ 36 h 153"/>
                  <a:gd name="T42" fmla="*/ 43 w 154"/>
                  <a:gd name="T43" fmla="*/ 49 h 153"/>
                  <a:gd name="T44" fmla="*/ 51 w 154"/>
                  <a:gd name="T45" fmla="*/ 57 h 153"/>
                  <a:gd name="T46" fmla="*/ 45 w 154"/>
                  <a:gd name="T47" fmla="*/ 72 h 153"/>
                  <a:gd name="T48" fmla="*/ 33 w 154"/>
                  <a:gd name="T49" fmla="*/ 72 h 153"/>
                  <a:gd name="T50" fmla="*/ 2 w 154"/>
                  <a:gd name="T51" fmla="*/ 59 h 153"/>
                  <a:gd name="T52" fmla="*/ 0 w 154"/>
                  <a:gd name="T53" fmla="*/ 81 h 153"/>
                  <a:gd name="T54" fmla="*/ 8 w 154"/>
                  <a:gd name="T55" fmla="*/ 100 h 153"/>
                  <a:gd name="T56" fmla="*/ 28 w 154"/>
                  <a:gd name="T57" fmla="*/ 86 h 153"/>
                  <a:gd name="T58" fmla="*/ 54 w 154"/>
                  <a:gd name="T59" fmla="*/ 81 h 153"/>
                  <a:gd name="T60" fmla="*/ 36 w 154"/>
                  <a:gd name="T61" fmla="*/ 96 h 153"/>
                  <a:gd name="T62" fmla="*/ 39 w 154"/>
                  <a:gd name="T63" fmla="*/ 108 h 153"/>
                  <a:gd name="T64" fmla="*/ 31 w 154"/>
                  <a:gd name="T65" fmla="*/ 116 h 153"/>
                  <a:gd name="T66" fmla="*/ 37 w 154"/>
                  <a:gd name="T67" fmla="*/ 122 h 153"/>
                  <a:gd name="T68" fmla="*/ 45 w 154"/>
                  <a:gd name="T69" fmla="*/ 114 h 153"/>
                  <a:gd name="T70" fmla="*/ 57 w 154"/>
                  <a:gd name="T71" fmla="*/ 117 h 153"/>
                  <a:gd name="T72" fmla="*/ 73 w 154"/>
                  <a:gd name="T73" fmla="*/ 100 h 153"/>
                  <a:gd name="T74" fmla="*/ 68 w 154"/>
                  <a:gd name="T75" fmla="*/ 125 h 153"/>
                  <a:gd name="T76" fmla="*/ 53 w 154"/>
                  <a:gd name="T77" fmla="*/ 145 h 153"/>
                  <a:gd name="T78" fmla="*/ 73 w 154"/>
                  <a:gd name="T79" fmla="*/ 153 h 153"/>
                  <a:gd name="T80" fmla="*/ 94 w 154"/>
                  <a:gd name="T81" fmla="*/ 151 h 153"/>
                  <a:gd name="T82" fmla="*/ 81 w 154"/>
                  <a:gd name="T83" fmla="*/ 120 h 153"/>
                  <a:gd name="T84" fmla="*/ 81 w 154"/>
                  <a:gd name="T85" fmla="*/ 108 h 153"/>
                  <a:gd name="T86" fmla="*/ 96 w 154"/>
                  <a:gd name="T87" fmla="*/ 102 h 153"/>
                  <a:gd name="T88" fmla="*/ 105 w 154"/>
                  <a:gd name="T89" fmla="*/ 110 h 153"/>
                  <a:gd name="T90" fmla="*/ 117 w 154"/>
                  <a:gd name="T91" fmla="*/ 141 h 153"/>
                  <a:gd name="T92" fmla="*/ 134 w 154"/>
                  <a:gd name="T93" fmla="*/ 128 h 153"/>
                  <a:gd name="T94" fmla="*/ 142 w 154"/>
                  <a:gd name="T95" fmla="*/ 108 h 153"/>
                  <a:gd name="T96" fmla="*/ 118 w 154"/>
                  <a:gd name="T97" fmla="*/ 104 h 153"/>
                  <a:gd name="T98" fmla="*/ 96 w 154"/>
                  <a:gd name="T99" fmla="*/ 90 h 153"/>
                  <a:gd name="T100" fmla="*/ 119 w 154"/>
                  <a:gd name="T101" fmla="*/ 92 h 153"/>
                  <a:gd name="T102" fmla="*/ 126 w 154"/>
                  <a:gd name="T103" fmla="*/ 81 h 153"/>
                  <a:gd name="T104" fmla="*/ 138 w 154"/>
                  <a:gd name="T10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4" h="153">
                    <a:moveTo>
                      <a:pt x="154" y="72"/>
                    </a:moveTo>
                    <a:cubicBezTo>
                      <a:pt x="138" y="72"/>
                      <a:pt x="138" y="72"/>
                      <a:pt x="138" y="72"/>
                    </a:cubicBezTo>
                    <a:cubicBezTo>
                      <a:pt x="151" y="59"/>
                      <a:pt x="151" y="59"/>
                      <a:pt x="151" y="59"/>
                    </a:cubicBezTo>
                    <a:cubicBezTo>
                      <a:pt x="145" y="53"/>
                      <a:pt x="145" y="53"/>
                      <a:pt x="145" y="53"/>
                    </a:cubicBezTo>
                    <a:cubicBezTo>
                      <a:pt x="126" y="72"/>
                      <a:pt x="126" y="72"/>
                      <a:pt x="126" y="72"/>
                    </a:cubicBezTo>
                    <a:cubicBezTo>
                      <a:pt x="120" y="72"/>
                      <a:pt x="120" y="72"/>
                      <a:pt x="120" y="72"/>
                    </a:cubicBezTo>
                    <a:cubicBezTo>
                      <a:pt x="125" y="67"/>
                      <a:pt x="125" y="67"/>
                      <a:pt x="125" y="67"/>
                    </a:cubicBezTo>
                    <a:cubicBezTo>
                      <a:pt x="119" y="61"/>
                      <a:pt x="119" y="61"/>
                      <a:pt x="119" y="61"/>
                    </a:cubicBezTo>
                    <a:cubicBezTo>
                      <a:pt x="108" y="72"/>
                      <a:pt x="108" y="72"/>
                      <a:pt x="108" y="72"/>
                    </a:cubicBezTo>
                    <a:cubicBezTo>
                      <a:pt x="100" y="72"/>
                      <a:pt x="100" y="72"/>
                      <a:pt x="100" y="72"/>
                    </a:cubicBezTo>
                    <a:cubicBezTo>
                      <a:pt x="99" y="69"/>
                      <a:pt x="98" y="66"/>
                      <a:pt x="96" y="63"/>
                    </a:cubicBezTo>
                    <a:cubicBezTo>
                      <a:pt x="102" y="57"/>
                      <a:pt x="102" y="57"/>
                      <a:pt x="102" y="57"/>
                    </a:cubicBezTo>
                    <a:cubicBezTo>
                      <a:pt x="118" y="57"/>
                      <a:pt x="118" y="57"/>
                      <a:pt x="118" y="57"/>
                    </a:cubicBezTo>
                    <a:cubicBezTo>
                      <a:pt x="118" y="49"/>
                      <a:pt x="118" y="49"/>
                      <a:pt x="118" y="49"/>
                    </a:cubicBezTo>
                    <a:cubicBezTo>
                      <a:pt x="111" y="49"/>
                      <a:pt x="111" y="49"/>
                      <a:pt x="111" y="49"/>
                    </a:cubicBezTo>
                    <a:cubicBezTo>
                      <a:pt x="114" y="45"/>
                      <a:pt x="114" y="45"/>
                      <a:pt x="114" y="45"/>
                    </a:cubicBezTo>
                    <a:cubicBezTo>
                      <a:pt x="142" y="45"/>
                      <a:pt x="142" y="45"/>
                      <a:pt x="142" y="45"/>
                    </a:cubicBezTo>
                    <a:cubicBezTo>
                      <a:pt x="142" y="36"/>
                      <a:pt x="142" y="36"/>
                      <a:pt x="142" y="36"/>
                    </a:cubicBezTo>
                    <a:cubicBezTo>
                      <a:pt x="123" y="36"/>
                      <a:pt x="123" y="36"/>
                      <a:pt x="123" y="36"/>
                    </a:cubicBezTo>
                    <a:cubicBezTo>
                      <a:pt x="134" y="25"/>
                      <a:pt x="134" y="25"/>
                      <a:pt x="134" y="25"/>
                    </a:cubicBezTo>
                    <a:cubicBezTo>
                      <a:pt x="128" y="19"/>
                      <a:pt x="128" y="19"/>
                      <a:pt x="128" y="19"/>
                    </a:cubicBezTo>
                    <a:cubicBezTo>
                      <a:pt x="117" y="30"/>
                      <a:pt x="117" y="30"/>
                      <a:pt x="117" y="30"/>
                    </a:cubicBezTo>
                    <a:cubicBezTo>
                      <a:pt x="117" y="11"/>
                      <a:pt x="117" y="11"/>
                      <a:pt x="117" y="11"/>
                    </a:cubicBezTo>
                    <a:cubicBezTo>
                      <a:pt x="108" y="11"/>
                      <a:pt x="108" y="11"/>
                      <a:pt x="108" y="11"/>
                    </a:cubicBezTo>
                    <a:cubicBezTo>
                      <a:pt x="108" y="39"/>
                      <a:pt x="108" y="39"/>
                      <a:pt x="108" y="39"/>
                    </a:cubicBezTo>
                    <a:cubicBezTo>
                      <a:pt x="105" y="43"/>
                      <a:pt x="105" y="43"/>
                      <a:pt x="105" y="43"/>
                    </a:cubicBezTo>
                    <a:cubicBezTo>
                      <a:pt x="105" y="35"/>
                      <a:pt x="105" y="35"/>
                      <a:pt x="105" y="35"/>
                    </a:cubicBezTo>
                    <a:cubicBezTo>
                      <a:pt x="96" y="35"/>
                      <a:pt x="96" y="35"/>
                      <a:pt x="96" y="35"/>
                    </a:cubicBezTo>
                    <a:cubicBezTo>
                      <a:pt x="96" y="51"/>
                      <a:pt x="96" y="51"/>
                      <a:pt x="96" y="51"/>
                    </a:cubicBezTo>
                    <a:cubicBezTo>
                      <a:pt x="90" y="57"/>
                      <a:pt x="90" y="57"/>
                      <a:pt x="90" y="57"/>
                    </a:cubicBezTo>
                    <a:cubicBezTo>
                      <a:pt x="87" y="55"/>
                      <a:pt x="84" y="54"/>
                      <a:pt x="81" y="53"/>
                    </a:cubicBezTo>
                    <a:cubicBezTo>
                      <a:pt x="81" y="45"/>
                      <a:pt x="81" y="45"/>
                      <a:pt x="81" y="45"/>
                    </a:cubicBezTo>
                    <a:cubicBezTo>
                      <a:pt x="92" y="34"/>
                      <a:pt x="92" y="34"/>
                      <a:pt x="92" y="34"/>
                    </a:cubicBezTo>
                    <a:cubicBezTo>
                      <a:pt x="86" y="28"/>
                      <a:pt x="86" y="28"/>
                      <a:pt x="86" y="28"/>
                    </a:cubicBezTo>
                    <a:cubicBezTo>
                      <a:pt x="81" y="33"/>
                      <a:pt x="81" y="33"/>
                      <a:pt x="81" y="33"/>
                    </a:cubicBezTo>
                    <a:cubicBezTo>
                      <a:pt x="81" y="27"/>
                      <a:pt x="81" y="27"/>
                      <a:pt x="81" y="27"/>
                    </a:cubicBezTo>
                    <a:cubicBezTo>
                      <a:pt x="100" y="8"/>
                      <a:pt x="100" y="8"/>
                      <a:pt x="100" y="8"/>
                    </a:cubicBezTo>
                    <a:cubicBezTo>
                      <a:pt x="94" y="2"/>
                      <a:pt x="94" y="2"/>
                      <a:pt x="94" y="2"/>
                    </a:cubicBezTo>
                    <a:cubicBezTo>
                      <a:pt x="81" y="15"/>
                      <a:pt x="81" y="15"/>
                      <a:pt x="81" y="15"/>
                    </a:cubicBezTo>
                    <a:cubicBezTo>
                      <a:pt x="81" y="0"/>
                      <a:pt x="81" y="0"/>
                      <a:pt x="81" y="0"/>
                    </a:cubicBezTo>
                    <a:cubicBezTo>
                      <a:pt x="73" y="0"/>
                      <a:pt x="73" y="0"/>
                      <a:pt x="73" y="0"/>
                    </a:cubicBezTo>
                    <a:cubicBezTo>
                      <a:pt x="73" y="15"/>
                      <a:pt x="73" y="15"/>
                      <a:pt x="73" y="15"/>
                    </a:cubicBezTo>
                    <a:cubicBezTo>
                      <a:pt x="59" y="2"/>
                      <a:pt x="59" y="2"/>
                      <a:pt x="59" y="2"/>
                    </a:cubicBezTo>
                    <a:cubicBezTo>
                      <a:pt x="53" y="8"/>
                      <a:pt x="53" y="8"/>
                      <a:pt x="53" y="8"/>
                    </a:cubicBezTo>
                    <a:cubicBezTo>
                      <a:pt x="73" y="27"/>
                      <a:pt x="73" y="27"/>
                      <a:pt x="73" y="27"/>
                    </a:cubicBezTo>
                    <a:cubicBezTo>
                      <a:pt x="73" y="33"/>
                      <a:pt x="73" y="33"/>
                      <a:pt x="73" y="33"/>
                    </a:cubicBezTo>
                    <a:cubicBezTo>
                      <a:pt x="68" y="28"/>
                      <a:pt x="68" y="28"/>
                      <a:pt x="68" y="28"/>
                    </a:cubicBezTo>
                    <a:cubicBezTo>
                      <a:pt x="62" y="34"/>
                      <a:pt x="62" y="34"/>
                      <a:pt x="62" y="34"/>
                    </a:cubicBezTo>
                    <a:cubicBezTo>
                      <a:pt x="73" y="45"/>
                      <a:pt x="73" y="45"/>
                      <a:pt x="73" y="45"/>
                    </a:cubicBezTo>
                    <a:cubicBezTo>
                      <a:pt x="73" y="53"/>
                      <a:pt x="73" y="53"/>
                      <a:pt x="73" y="53"/>
                    </a:cubicBezTo>
                    <a:cubicBezTo>
                      <a:pt x="69" y="54"/>
                      <a:pt x="66" y="55"/>
                      <a:pt x="63" y="57"/>
                    </a:cubicBezTo>
                    <a:cubicBezTo>
                      <a:pt x="57" y="51"/>
                      <a:pt x="57" y="51"/>
                      <a:pt x="57" y="51"/>
                    </a:cubicBezTo>
                    <a:cubicBezTo>
                      <a:pt x="57" y="35"/>
                      <a:pt x="57" y="35"/>
                      <a:pt x="57" y="35"/>
                    </a:cubicBezTo>
                    <a:cubicBezTo>
                      <a:pt x="49" y="35"/>
                      <a:pt x="49" y="35"/>
                      <a:pt x="49" y="35"/>
                    </a:cubicBezTo>
                    <a:cubicBezTo>
                      <a:pt x="49" y="43"/>
                      <a:pt x="49" y="43"/>
                      <a:pt x="49" y="43"/>
                    </a:cubicBezTo>
                    <a:cubicBezTo>
                      <a:pt x="45" y="39"/>
                      <a:pt x="45" y="39"/>
                      <a:pt x="45" y="39"/>
                    </a:cubicBezTo>
                    <a:cubicBezTo>
                      <a:pt x="45" y="11"/>
                      <a:pt x="45" y="11"/>
                      <a:pt x="45" y="11"/>
                    </a:cubicBezTo>
                    <a:cubicBezTo>
                      <a:pt x="37" y="11"/>
                      <a:pt x="37" y="11"/>
                      <a:pt x="37" y="11"/>
                    </a:cubicBezTo>
                    <a:cubicBezTo>
                      <a:pt x="37" y="30"/>
                      <a:pt x="37" y="30"/>
                      <a:pt x="37" y="30"/>
                    </a:cubicBezTo>
                    <a:cubicBezTo>
                      <a:pt x="25" y="19"/>
                      <a:pt x="25" y="19"/>
                      <a:pt x="25" y="19"/>
                    </a:cubicBezTo>
                    <a:cubicBezTo>
                      <a:pt x="19" y="25"/>
                      <a:pt x="19" y="25"/>
                      <a:pt x="19" y="25"/>
                    </a:cubicBezTo>
                    <a:cubicBezTo>
                      <a:pt x="31" y="36"/>
                      <a:pt x="31" y="36"/>
                      <a:pt x="31" y="36"/>
                    </a:cubicBezTo>
                    <a:cubicBezTo>
                      <a:pt x="12" y="36"/>
                      <a:pt x="12" y="36"/>
                      <a:pt x="12" y="36"/>
                    </a:cubicBezTo>
                    <a:cubicBezTo>
                      <a:pt x="12" y="45"/>
                      <a:pt x="12" y="45"/>
                      <a:pt x="12" y="45"/>
                    </a:cubicBezTo>
                    <a:cubicBezTo>
                      <a:pt x="39" y="45"/>
                      <a:pt x="39" y="45"/>
                      <a:pt x="39" y="45"/>
                    </a:cubicBezTo>
                    <a:cubicBezTo>
                      <a:pt x="43" y="49"/>
                      <a:pt x="43" y="49"/>
                      <a:pt x="43" y="49"/>
                    </a:cubicBezTo>
                    <a:cubicBezTo>
                      <a:pt x="36" y="49"/>
                      <a:pt x="36" y="49"/>
                      <a:pt x="36" y="49"/>
                    </a:cubicBezTo>
                    <a:cubicBezTo>
                      <a:pt x="36" y="57"/>
                      <a:pt x="36" y="57"/>
                      <a:pt x="36" y="57"/>
                    </a:cubicBezTo>
                    <a:cubicBezTo>
                      <a:pt x="51" y="57"/>
                      <a:pt x="51" y="57"/>
                      <a:pt x="51" y="57"/>
                    </a:cubicBezTo>
                    <a:cubicBezTo>
                      <a:pt x="57" y="63"/>
                      <a:pt x="57" y="63"/>
                      <a:pt x="57" y="63"/>
                    </a:cubicBezTo>
                    <a:cubicBezTo>
                      <a:pt x="55" y="66"/>
                      <a:pt x="54" y="69"/>
                      <a:pt x="54" y="72"/>
                    </a:cubicBezTo>
                    <a:cubicBezTo>
                      <a:pt x="45" y="72"/>
                      <a:pt x="45" y="72"/>
                      <a:pt x="45" y="72"/>
                    </a:cubicBezTo>
                    <a:cubicBezTo>
                      <a:pt x="34" y="61"/>
                      <a:pt x="34" y="61"/>
                      <a:pt x="34" y="61"/>
                    </a:cubicBezTo>
                    <a:cubicBezTo>
                      <a:pt x="28" y="67"/>
                      <a:pt x="28" y="67"/>
                      <a:pt x="28" y="67"/>
                    </a:cubicBezTo>
                    <a:cubicBezTo>
                      <a:pt x="33" y="72"/>
                      <a:pt x="33" y="72"/>
                      <a:pt x="33" y="72"/>
                    </a:cubicBezTo>
                    <a:cubicBezTo>
                      <a:pt x="28" y="72"/>
                      <a:pt x="28" y="72"/>
                      <a:pt x="28" y="72"/>
                    </a:cubicBezTo>
                    <a:cubicBezTo>
                      <a:pt x="8" y="53"/>
                      <a:pt x="8" y="53"/>
                      <a:pt x="8" y="53"/>
                    </a:cubicBezTo>
                    <a:cubicBezTo>
                      <a:pt x="2" y="59"/>
                      <a:pt x="2" y="59"/>
                      <a:pt x="2" y="59"/>
                    </a:cubicBezTo>
                    <a:cubicBezTo>
                      <a:pt x="16" y="72"/>
                      <a:pt x="16" y="72"/>
                      <a:pt x="16" y="72"/>
                    </a:cubicBezTo>
                    <a:cubicBezTo>
                      <a:pt x="0" y="72"/>
                      <a:pt x="0" y="72"/>
                      <a:pt x="0" y="72"/>
                    </a:cubicBezTo>
                    <a:cubicBezTo>
                      <a:pt x="0" y="81"/>
                      <a:pt x="0" y="81"/>
                      <a:pt x="0" y="81"/>
                    </a:cubicBezTo>
                    <a:cubicBezTo>
                      <a:pt x="16" y="81"/>
                      <a:pt x="16" y="81"/>
                      <a:pt x="16" y="81"/>
                    </a:cubicBezTo>
                    <a:cubicBezTo>
                      <a:pt x="2" y="94"/>
                      <a:pt x="2" y="94"/>
                      <a:pt x="2" y="94"/>
                    </a:cubicBezTo>
                    <a:cubicBezTo>
                      <a:pt x="8" y="100"/>
                      <a:pt x="8" y="100"/>
                      <a:pt x="8" y="100"/>
                    </a:cubicBezTo>
                    <a:cubicBezTo>
                      <a:pt x="28" y="81"/>
                      <a:pt x="28" y="81"/>
                      <a:pt x="28" y="81"/>
                    </a:cubicBezTo>
                    <a:cubicBezTo>
                      <a:pt x="33" y="81"/>
                      <a:pt x="33" y="81"/>
                      <a:pt x="33" y="81"/>
                    </a:cubicBezTo>
                    <a:cubicBezTo>
                      <a:pt x="28" y="86"/>
                      <a:pt x="28" y="86"/>
                      <a:pt x="28" y="86"/>
                    </a:cubicBezTo>
                    <a:cubicBezTo>
                      <a:pt x="34" y="92"/>
                      <a:pt x="34" y="92"/>
                      <a:pt x="34" y="92"/>
                    </a:cubicBezTo>
                    <a:cubicBezTo>
                      <a:pt x="45" y="81"/>
                      <a:pt x="45" y="81"/>
                      <a:pt x="45" y="81"/>
                    </a:cubicBezTo>
                    <a:cubicBezTo>
                      <a:pt x="54" y="81"/>
                      <a:pt x="54" y="81"/>
                      <a:pt x="54" y="81"/>
                    </a:cubicBezTo>
                    <a:cubicBezTo>
                      <a:pt x="54" y="84"/>
                      <a:pt x="55" y="87"/>
                      <a:pt x="57" y="90"/>
                    </a:cubicBezTo>
                    <a:cubicBezTo>
                      <a:pt x="51" y="96"/>
                      <a:pt x="51" y="96"/>
                      <a:pt x="51" y="96"/>
                    </a:cubicBezTo>
                    <a:cubicBezTo>
                      <a:pt x="36" y="96"/>
                      <a:pt x="36" y="96"/>
                      <a:pt x="36" y="96"/>
                    </a:cubicBezTo>
                    <a:cubicBezTo>
                      <a:pt x="36" y="104"/>
                      <a:pt x="36" y="104"/>
                      <a:pt x="36" y="104"/>
                    </a:cubicBezTo>
                    <a:cubicBezTo>
                      <a:pt x="43" y="104"/>
                      <a:pt x="43" y="104"/>
                      <a:pt x="43" y="104"/>
                    </a:cubicBezTo>
                    <a:cubicBezTo>
                      <a:pt x="39" y="108"/>
                      <a:pt x="39" y="108"/>
                      <a:pt x="39" y="108"/>
                    </a:cubicBezTo>
                    <a:cubicBezTo>
                      <a:pt x="12" y="108"/>
                      <a:pt x="12" y="108"/>
                      <a:pt x="12" y="108"/>
                    </a:cubicBezTo>
                    <a:cubicBezTo>
                      <a:pt x="12" y="116"/>
                      <a:pt x="12" y="116"/>
                      <a:pt x="12" y="116"/>
                    </a:cubicBezTo>
                    <a:cubicBezTo>
                      <a:pt x="31" y="116"/>
                      <a:pt x="31" y="116"/>
                      <a:pt x="31" y="116"/>
                    </a:cubicBezTo>
                    <a:cubicBezTo>
                      <a:pt x="19" y="128"/>
                      <a:pt x="19" y="128"/>
                      <a:pt x="19" y="128"/>
                    </a:cubicBezTo>
                    <a:cubicBezTo>
                      <a:pt x="25" y="134"/>
                      <a:pt x="25" y="134"/>
                      <a:pt x="25" y="134"/>
                    </a:cubicBezTo>
                    <a:cubicBezTo>
                      <a:pt x="37" y="122"/>
                      <a:pt x="37" y="122"/>
                      <a:pt x="37" y="122"/>
                    </a:cubicBezTo>
                    <a:cubicBezTo>
                      <a:pt x="37" y="141"/>
                      <a:pt x="37" y="141"/>
                      <a:pt x="37" y="141"/>
                    </a:cubicBezTo>
                    <a:cubicBezTo>
                      <a:pt x="45" y="141"/>
                      <a:pt x="45" y="141"/>
                      <a:pt x="45" y="141"/>
                    </a:cubicBezTo>
                    <a:cubicBezTo>
                      <a:pt x="45" y="114"/>
                      <a:pt x="45" y="114"/>
                      <a:pt x="45" y="114"/>
                    </a:cubicBezTo>
                    <a:cubicBezTo>
                      <a:pt x="49" y="110"/>
                      <a:pt x="49" y="110"/>
                      <a:pt x="49" y="110"/>
                    </a:cubicBezTo>
                    <a:cubicBezTo>
                      <a:pt x="49" y="117"/>
                      <a:pt x="49" y="117"/>
                      <a:pt x="49" y="117"/>
                    </a:cubicBezTo>
                    <a:cubicBezTo>
                      <a:pt x="57" y="117"/>
                      <a:pt x="57" y="117"/>
                      <a:pt x="57" y="117"/>
                    </a:cubicBezTo>
                    <a:cubicBezTo>
                      <a:pt x="57" y="102"/>
                      <a:pt x="57" y="102"/>
                      <a:pt x="57" y="102"/>
                    </a:cubicBezTo>
                    <a:cubicBezTo>
                      <a:pt x="63" y="96"/>
                      <a:pt x="63" y="96"/>
                      <a:pt x="63" y="96"/>
                    </a:cubicBezTo>
                    <a:cubicBezTo>
                      <a:pt x="66" y="98"/>
                      <a:pt x="69" y="99"/>
                      <a:pt x="73" y="100"/>
                    </a:cubicBezTo>
                    <a:cubicBezTo>
                      <a:pt x="73" y="108"/>
                      <a:pt x="73" y="108"/>
                      <a:pt x="73" y="108"/>
                    </a:cubicBezTo>
                    <a:cubicBezTo>
                      <a:pt x="62" y="119"/>
                      <a:pt x="62" y="119"/>
                      <a:pt x="62" y="119"/>
                    </a:cubicBezTo>
                    <a:cubicBezTo>
                      <a:pt x="68" y="125"/>
                      <a:pt x="68" y="125"/>
                      <a:pt x="68" y="125"/>
                    </a:cubicBezTo>
                    <a:cubicBezTo>
                      <a:pt x="73" y="120"/>
                      <a:pt x="73" y="120"/>
                      <a:pt x="73" y="120"/>
                    </a:cubicBezTo>
                    <a:cubicBezTo>
                      <a:pt x="73" y="125"/>
                      <a:pt x="73" y="125"/>
                      <a:pt x="73" y="125"/>
                    </a:cubicBezTo>
                    <a:cubicBezTo>
                      <a:pt x="53" y="145"/>
                      <a:pt x="53" y="145"/>
                      <a:pt x="53" y="145"/>
                    </a:cubicBezTo>
                    <a:cubicBezTo>
                      <a:pt x="59" y="151"/>
                      <a:pt x="59" y="151"/>
                      <a:pt x="59" y="151"/>
                    </a:cubicBezTo>
                    <a:cubicBezTo>
                      <a:pt x="73" y="137"/>
                      <a:pt x="73" y="137"/>
                      <a:pt x="73" y="137"/>
                    </a:cubicBezTo>
                    <a:cubicBezTo>
                      <a:pt x="73" y="153"/>
                      <a:pt x="73" y="153"/>
                      <a:pt x="73" y="153"/>
                    </a:cubicBezTo>
                    <a:cubicBezTo>
                      <a:pt x="81" y="153"/>
                      <a:pt x="81" y="153"/>
                      <a:pt x="81" y="153"/>
                    </a:cubicBezTo>
                    <a:cubicBezTo>
                      <a:pt x="81" y="137"/>
                      <a:pt x="81" y="137"/>
                      <a:pt x="81" y="137"/>
                    </a:cubicBezTo>
                    <a:cubicBezTo>
                      <a:pt x="94" y="151"/>
                      <a:pt x="94" y="151"/>
                      <a:pt x="94" y="151"/>
                    </a:cubicBezTo>
                    <a:cubicBezTo>
                      <a:pt x="100" y="145"/>
                      <a:pt x="100" y="145"/>
                      <a:pt x="100" y="145"/>
                    </a:cubicBezTo>
                    <a:cubicBezTo>
                      <a:pt x="81" y="125"/>
                      <a:pt x="81" y="125"/>
                      <a:pt x="81" y="125"/>
                    </a:cubicBezTo>
                    <a:cubicBezTo>
                      <a:pt x="81" y="120"/>
                      <a:pt x="81" y="120"/>
                      <a:pt x="81" y="120"/>
                    </a:cubicBezTo>
                    <a:cubicBezTo>
                      <a:pt x="86" y="125"/>
                      <a:pt x="86" y="125"/>
                      <a:pt x="86" y="125"/>
                    </a:cubicBezTo>
                    <a:cubicBezTo>
                      <a:pt x="92" y="119"/>
                      <a:pt x="92" y="119"/>
                      <a:pt x="92" y="119"/>
                    </a:cubicBezTo>
                    <a:cubicBezTo>
                      <a:pt x="81" y="108"/>
                      <a:pt x="81" y="108"/>
                      <a:pt x="81" y="108"/>
                    </a:cubicBezTo>
                    <a:cubicBezTo>
                      <a:pt x="81" y="100"/>
                      <a:pt x="81" y="100"/>
                      <a:pt x="81" y="100"/>
                    </a:cubicBezTo>
                    <a:cubicBezTo>
                      <a:pt x="84" y="99"/>
                      <a:pt x="87" y="98"/>
                      <a:pt x="90" y="96"/>
                    </a:cubicBezTo>
                    <a:cubicBezTo>
                      <a:pt x="96" y="102"/>
                      <a:pt x="96" y="102"/>
                      <a:pt x="96" y="102"/>
                    </a:cubicBezTo>
                    <a:cubicBezTo>
                      <a:pt x="96" y="117"/>
                      <a:pt x="96" y="117"/>
                      <a:pt x="96" y="117"/>
                    </a:cubicBezTo>
                    <a:cubicBezTo>
                      <a:pt x="105" y="117"/>
                      <a:pt x="105" y="117"/>
                      <a:pt x="105" y="117"/>
                    </a:cubicBezTo>
                    <a:cubicBezTo>
                      <a:pt x="105" y="110"/>
                      <a:pt x="105" y="110"/>
                      <a:pt x="105" y="110"/>
                    </a:cubicBezTo>
                    <a:cubicBezTo>
                      <a:pt x="108" y="114"/>
                      <a:pt x="108" y="114"/>
                      <a:pt x="108" y="114"/>
                    </a:cubicBezTo>
                    <a:cubicBezTo>
                      <a:pt x="108" y="141"/>
                      <a:pt x="108" y="141"/>
                      <a:pt x="108" y="141"/>
                    </a:cubicBezTo>
                    <a:cubicBezTo>
                      <a:pt x="117" y="141"/>
                      <a:pt x="117" y="141"/>
                      <a:pt x="117" y="141"/>
                    </a:cubicBezTo>
                    <a:cubicBezTo>
                      <a:pt x="117" y="122"/>
                      <a:pt x="117" y="122"/>
                      <a:pt x="117" y="122"/>
                    </a:cubicBezTo>
                    <a:cubicBezTo>
                      <a:pt x="128" y="134"/>
                      <a:pt x="128" y="134"/>
                      <a:pt x="128" y="134"/>
                    </a:cubicBezTo>
                    <a:cubicBezTo>
                      <a:pt x="134" y="128"/>
                      <a:pt x="134" y="128"/>
                      <a:pt x="134" y="128"/>
                    </a:cubicBezTo>
                    <a:cubicBezTo>
                      <a:pt x="123" y="116"/>
                      <a:pt x="123" y="116"/>
                      <a:pt x="123" y="116"/>
                    </a:cubicBezTo>
                    <a:cubicBezTo>
                      <a:pt x="142" y="116"/>
                      <a:pt x="142" y="116"/>
                      <a:pt x="142" y="116"/>
                    </a:cubicBezTo>
                    <a:cubicBezTo>
                      <a:pt x="142" y="108"/>
                      <a:pt x="142" y="108"/>
                      <a:pt x="142" y="108"/>
                    </a:cubicBezTo>
                    <a:cubicBezTo>
                      <a:pt x="114" y="108"/>
                      <a:pt x="114" y="108"/>
                      <a:pt x="114" y="108"/>
                    </a:cubicBezTo>
                    <a:cubicBezTo>
                      <a:pt x="111" y="104"/>
                      <a:pt x="111" y="104"/>
                      <a:pt x="111" y="104"/>
                    </a:cubicBezTo>
                    <a:cubicBezTo>
                      <a:pt x="118" y="104"/>
                      <a:pt x="118" y="104"/>
                      <a:pt x="118" y="104"/>
                    </a:cubicBezTo>
                    <a:cubicBezTo>
                      <a:pt x="118" y="96"/>
                      <a:pt x="118" y="96"/>
                      <a:pt x="118" y="96"/>
                    </a:cubicBezTo>
                    <a:cubicBezTo>
                      <a:pt x="102" y="96"/>
                      <a:pt x="102" y="96"/>
                      <a:pt x="102" y="96"/>
                    </a:cubicBezTo>
                    <a:cubicBezTo>
                      <a:pt x="96" y="90"/>
                      <a:pt x="96" y="90"/>
                      <a:pt x="96" y="90"/>
                    </a:cubicBezTo>
                    <a:cubicBezTo>
                      <a:pt x="98" y="87"/>
                      <a:pt x="99" y="84"/>
                      <a:pt x="100" y="81"/>
                    </a:cubicBezTo>
                    <a:cubicBezTo>
                      <a:pt x="108" y="81"/>
                      <a:pt x="108" y="81"/>
                      <a:pt x="108" y="81"/>
                    </a:cubicBezTo>
                    <a:cubicBezTo>
                      <a:pt x="119" y="92"/>
                      <a:pt x="119" y="92"/>
                      <a:pt x="119" y="92"/>
                    </a:cubicBezTo>
                    <a:cubicBezTo>
                      <a:pt x="125" y="86"/>
                      <a:pt x="125" y="86"/>
                      <a:pt x="125" y="86"/>
                    </a:cubicBezTo>
                    <a:cubicBezTo>
                      <a:pt x="120" y="81"/>
                      <a:pt x="120" y="81"/>
                      <a:pt x="120" y="81"/>
                    </a:cubicBezTo>
                    <a:cubicBezTo>
                      <a:pt x="126" y="81"/>
                      <a:pt x="126" y="81"/>
                      <a:pt x="126" y="81"/>
                    </a:cubicBezTo>
                    <a:cubicBezTo>
                      <a:pt x="145" y="100"/>
                      <a:pt x="145" y="100"/>
                      <a:pt x="145" y="100"/>
                    </a:cubicBezTo>
                    <a:cubicBezTo>
                      <a:pt x="151" y="94"/>
                      <a:pt x="151" y="94"/>
                      <a:pt x="151" y="94"/>
                    </a:cubicBezTo>
                    <a:cubicBezTo>
                      <a:pt x="138" y="81"/>
                      <a:pt x="138" y="81"/>
                      <a:pt x="138" y="81"/>
                    </a:cubicBezTo>
                    <a:cubicBezTo>
                      <a:pt x="154" y="81"/>
                      <a:pt x="154" y="81"/>
                      <a:pt x="154" y="81"/>
                    </a:cubicBezTo>
                    <a:lnTo>
                      <a:pt x="154"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2" name="Oval 8"/>
              <p:cNvSpPr>
                <a:spLocks noChangeArrowheads="1"/>
              </p:cNvSpPr>
              <p:nvPr/>
            </p:nvSpPr>
            <p:spPr bwMode="auto">
              <a:xfrm>
                <a:off x="-2798763" y="7035800"/>
                <a:ext cx="434975" cy="4365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3" name="Rectangle 9"/>
              <p:cNvSpPr>
                <a:spLocks noChangeArrowheads="1"/>
              </p:cNvSpPr>
              <p:nvPr/>
            </p:nvSpPr>
            <p:spPr bwMode="auto">
              <a:xfrm>
                <a:off x="-2606675" y="6927850"/>
                <a:ext cx="52388"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4" name="Rectangle 10"/>
              <p:cNvSpPr>
                <a:spLocks noChangeArrowheads="1"/>
              </p:cNvSpPr>
              <p:nvPr/>
            </p:nvSpPr>
            <p:spPr bwMode="auto">
              <a:xfrm>
                <a:off x="-2333625" y="7224713"/>
                <a:ext cx="79375"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5" name="Rectangle 11"/>
              <p:cNvSpPr>
                <a:spLocks noChangeArrowheads="1"/>
              </p:cNvSpPr>
              <p:nvPr/>
            </p:nvSpPr>
            <p:spPr bwMode="auto">
              <a:xfrm>
                <a:off x="-2606675" y="7502525"/>
                <a:ext cx="52388"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6" name="Rectangle 12"/>
              <p:cNvSpPr>
                <a:spLocks noChangeArrowheads="1"/>
              </p:cNvSpPr>
              <p:nvPr/>
            </p:nvSpPr>
            <p:spPr bwMode="auto">
              <a:xfrm>
                <a:off x="-2908300" y="7224713"/>
                <a:ext cx="79375"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7" name="Freeform 13"/>
              <p:cNvSpPr>
                <a:spLocks/>
              </p:cNvSpPr>
              <p:nvPr/>
            </p:nvSpPr>
            <p:spPr bwMode="auto">
              <a:xfrm>
                <a:off x="-2422525" y="7002463"/>
                <a:ext cx="93663" cy="93663"/>
              </a:xfrm>
              <a:custGeom>
                <a:avLst/>
                <a:gdLst>
                  <a:gd name="T0" fmla="*/ 59 w 59"/>
                  <a:gd name="T1" fmla="*/ 24 h 59"/>
                  <a:gd name="T2" fmla="*/ 23 w 59"/>
                  <a:gd name="T3" fmla="*/ 59 h 59"/>
                  <a:gd name="T4" fmla="*/ 0 w 59"/>
                  <a:gd name="T5" fmla="*/ 33 h 59"/>
                  <a:gd name="T6" fmla="*/ 33 w 59"/>
                  <a:gd name="T7" fmla="*/ 0 h 59"/>
                  <a:gd name="T8" fmla="*/ 59 w 59"/>
                  <a:gd name="T9" fmla="*/ 24 h 59"/>
                </a:gdLst>
                <a:ahLst/>
                <a:cxnLst>
                  <a:cxn ang="0">
                    <a:pos x="T0" y="T1"/>
                  </a:cxn>
                  <a:cxn ang="0">
                    <a:pos x="T2" y="T3"/>
                  </a:cxn>
                  <a:cxn ang="0">
                    <a:pos x="T4" y="T5"/>
                  </a:cxn>
                  <a:cxn ang="0">
                    <a:pos x="T6" y="T7"/>
                  </a:cxn>
                  <a:cxn ang="0">
                    <a:pos x="T8" y="T9"/>
                  </a:cxn>
                </a:cxnLst>
                <a:rect l="0" t="0" r="r" b="b"/>
                <a:pathLst>
                  <a:path w="59" h="59">
                    <a:moveTo>
                      <a:pt x="59" y="24"/>
                    </a:moveTo>
                    <a:lnTo>
                      <a:pt x="23" y="59"/>
                    </a:lnTo>
                    <a:lnTo>
                      <a:pt x="0" y="33"/>
                    </a:lnTo>
                    <a:lnTo>
                      <a:pt x="33" y="0"/>
                    </a:lnTo>
                    <a:lnTo>
                      <a:pt x="59"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8" name="Freeform 14"/>
              <p:cNvSpPr>
                <a:spLocks/>
              </p:cNvSpPr>
              <p:nvPr/>
            </p:nvSpPr>
            <p:spPr bwMode="auto">
              <a:xfrm>
                <a:off x="-2422525" y="7408863"/>
                <a:ext cx="93663" cy="93663"/>
              </a:xfrm>
              <a:custGeom>
                <a:avLst/>
                <a:gdLst>
                  <a:gd name="T0" fmla="*/ 23 w 59"/>
                  <a:gd name="T1" fmla="*/ 0 h 59"/>
                  <a:gd name="T2" fmla="*/ 59 w 59"/>
                  <a:gd name="T3" fmla="*/ 35 h 59"/>
                  <a:gd name="T4" fmla="*/ 33 w 59"/>
                  <a:gd name="T5" fmla="*/ 59 h 59"/>
                  <a:gd name="T6" fmla="*/ 0 w 59"/>
                  <a:gd name="T7" fmla="*/ 26 h 59"/>
                  <a:gd name="T8" fmla="*/ 23 w 59"/>
                  <a:gd name="T9" fmla="*/ 0 h 59"/>
                </a:gdLst>
                <a:ahLst/>
                <a:cxnLst>
                  <a:cxn ang="0">
                    <a:pos x="T0" y="T1"/>
                  </a:cxn>
                  <a:cxn ang="0">
                    <a:pos x="T2" y="T3"/>
                  </a:cxn>
                  <a:cxn ang="0">
                    <a:pos x="T4" y="T5"/>
                  </a:cxn>
                  <a:cxn ang="0">
                    <a:pos x="T6" y="T7"/>
                  </a:cxn>
                  <a:cxn ang="0">
                    <a:pos x="T8" y="T9"/>
                  </a:cxn>
                </a:cxnLst>
                <a:rect l="0" t="0" r="r" b="b"/>
                <a:pathLst>
                  <a:path w="59" h="59">
                    <a:moveTo>
                      <a:pt x="23" y="0"/>
                    </a:moveTo>
                    <a:lnTo>
                      <a:pt x="59" y="35"/>
                    </a:lnTo>
                    <a:lnTo>
                      <a:pt x="33" y="59"/>
                    </a:lnTo>
                    <a:lnTo>
                      <a:pt x="0" y="26"/>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9" name="Freeform 15"/>
              <p:cNvSpPr>
                <a:spLocks/>
              </p:cNvSpPr>
              <p:nvPr/>
            </p:nvSpPr>
            <p:spPr bwMode="auto">
              <a:xfrm>
                <a:off x="-2832100" y="7408863"/>
                <a:ext cx="93663" cy="93663"/>
              </a:xfrm>
              <a:custGeom>
                <a:avLst/>
                <a:gdLst>
                  <a:gd name="T0" fmla="*/ 35 w 59"/>
                  <a:gd name="T1" fmla="*/ 0 h 59"/>
                  <a:gd name="T2" fmla="*/ 59 w 59"/>
                  <a:gd name="T3" fmla="*/ 26 h 59"/>
                  <a:gd name="T4" fmla="*/ 26 w 59"/>
                  <a:gd name="T5" fmla="*/ 59 h 59"/>
                  <a:gd name="T6" fmla="*/ 0 w 59"/>
                  <a:gd name="T7" fmla="*/ 35 h 59"/>
                  <a:gd name="T8" fmla="*/ 35 w 59"/>
                  <a:gd name="T9" fmla="*/ 0 h 59"/>
                </a:gdLst>
                <a:ahLst/>
                <a:cxnLst>
                  <a:cxn ang="0">
                    <a:pos x="T0" y="T1"/>
                  </a:cxn>
                  <a:cxn ang="0">
                    <a:pos x="T2" y="T3"/>
                  </a:cxn>
                  <a:cxn ang="0">
                    <a:pos x="T4" y="T5"/>
                  </a:cxn>
                  <a:cxn ang="0">
                    <a:pos x="T6" y="T7"/>
                  </a:cxn>
                  <a:cxn ang="0">
                    <a:pos x="T8" y="T9"/>
                  </a:cxn>
                </a:cxnLst>
                <a:rect l="0" t="0" r="r" b="b"/>
                <a:pathLst>
                  <a:path w="59" h="59">
                    <a:moveTo>
                      <a:pt x="35" y="0"/>
                    </a:moveTo>
                    <a:lnTo>
                      <a:pt x="59" y="26"/>
                    </a:lnTo>
                    <a:lnTo>
                      <a:pt x="26" y="59"/>
                    </a:lnTo>
                    <a:lnTo>
                      <a:pt x="0" y="35"/>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0" name="Freeform 16"/>
              <p:cNvSpPr>
                <a:spLocks/>
              </p:cNvSpPr>
              <p:nvPr/>
            </p:nvSpPr>
            <p:spPr bwMode="auto">
              <a:xfrm>
                <a:off x="-2832100" y="7002463"/>
                <a:ext cx="93663" cy="93663"/>
              </a:xfrm>
              <a:custGeom>
                <a:avLst/>
                <a:gdLst>
                  <a:gd name="T0" fmla="*/ 59 w 59"/>
                  <a:gd name="T1" fmla="*/ 33 h 59"/>
                  <a:gd name="T2" fmla="*/ 35 w 59"/>
                  <a:gd name="T3" fmla="*/ 59 h 59"/>
                  <a:gd name="T4" fmla="*/ 0 w 59"/>
                  <a:gd name="T5" fmla="*/ 24 h 59"/>
                  <a:gd name="T6" fmla="*/ 26 w 59"/>
                  <a:gd name="T7" fmla="*/ 0 h 59"/>
                  <a:gd name="T8" fmla="*/ 59 w 59"/>
                  <a:gd name="T9" fmla="*/ 33 h 59"/>
                </a:gdLst>
                <a:ahLst/>
                <a:cxnLst>
                  <a:cxn ang="0">
                    <a:pos x="T0" y="T1"/>
                  </a:cxn>
                  <a:cxn ang="0">
                    <a:pos x="T2" y="T3"/>
                  </a:cxn>
                  <a:cxn ang="0">
                    <a:pos x="T4" y="T5"/>
                  </a:cxn>
                  <a:cxn ang="0">
                    <a:pos x="T6" y="T7"/>
                  </a:cxn>
                  <a:cxn ang="0">
                    <a:pos x="T8" y="T9"/>
                  </a:cxn>
                </a:cxnLst>
                <a:rect l="0" t="0" r="r" b="b"/>
                <a:pathLst>
                  <a:path w="59" h="59">
                    <a:moveTo>
                      <a:pt x="59" y="33"/>
                    </a:moveTo>
                    <a:lnTo>
                      <a:pt x="35" y="59"/>
                    </a:lnTo>
                    <a:lnTo>
                      <a:pt x="0" y="24"/>
                    </a:lnTo>
                    <a:lnTo>
                      <a:pt x="26" y="0"/>
                    </a:lnTo>
                    <a:lnTo>
                      <a:pt x="5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1" name="Freeform 17"/>
              <p:cNvSpPr>
                <a:spLocks/>
              </p:cNvSpPr>
              <p:nvPr/>
            </p:nvSpPr>
            <p:spPr bwMode="auto">
              <a:xfrm>
                <a:off x="-2513013" y="6938963"/>
                <a:ext cx="82550" cy="93663"/>
              </a:xfrm>
              <a:custGeom>
                <a:avLst/>
                <a:gdLst>
                  <a:gd name="T0" fmla="*/ 52 w 52"/>
                  <a:gd name="T1" fmla="*/ 14 h 59"/>
                  <a:gd name="T2" fmla="*/ 33 w 52"/>
                  <a:gd name="T3" fmla="*/ 59 h 59"/>
                  <a:gd name="T4" fmla="*/ 0 w 52"/>
                  <a:gd name="T5" fmla="*/ 45 h 59"/>
                  <a:gd name="T6" fmla="*/ 19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9"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2" name="Freeform 18"/>
              <p:cNvSpPr>
                <a:spLocks/>
              </p:cNvSpPr>
              <p:nvPr/>
            </p:nvSpPr>
            <p:spPr bwMode="auto">
              <a:xfrm>
                <a:off x="-2359025" y="7321550"/>
                <a:ext cx="90488" cy="79375"/>
              </a:xfrm>
              <a:custGeom>
                <a:avLst/>
                <a:gdLst>
                  <a:gd name="T0" fmla="*/ 12 w 57"/>
                  <a:gd name="T1" fmla="*/ 0 h 50"/>
                  <a:gd name="T2" fmla="*/ 57 w 57"/>
                  <a:gd name="T3" fmla="*/ 19 h 50"/>
                  <a:gd name="T4" fmla="*/ 45 w 57"/>
                  <a:gd name="T5" fmla="*/ 50 h 50"/>
                  <a:gd name="T6" fmla="*/ 0 w 57"/>
                  <a:gd name="T7" fmla="*/ 33 h 50"/>
                  <a:gd name="T8" fmla="*/ 12 w 57"/>
                  <a:gd name="T9" fmla="*/ 0 h 50"/>
                </a:gdLst>
                <a:ahLst/>
                <a:cxnLst>
                  <a:cxn ang="0">
                    <a:pos x="T0" y="T1"/>
                  </a:cxn>
                  <a:cxn ang="0">
                    <a:pos x="T2" y="T3"/>
                  </a:cxn>
                  <a:cxn ang="0">
                    <a:pos x="T4" y="T5"/>
                  </a:cxn>
                  <a:cxn ang="0">
                    <a:pos x="T6" y="T7"/>
                  </a:cxn>
                  <a:cxn ang="0">
                    <a:pos x="T8" y="T9"/>
                  </a:cxn>
                </a:cxnLst>
                <a:rect l="0" t="0" r="r" b="b"/>
                <a:pathLst>
                  <a:path w="57" h="50">
                    <a:moveTo>
                      <a:pt x="12" y="0"/>
                    </a:moveTo>
                    <a:lnTo>
                      <a:pt x="57" y="19"/>
                    </a:lnTo>
                    <a:lnTo>
                      <a:pt x="45" y="50"/>
                    </a:lnTo>
                    <a:lnTo>
                      <a:pt x="0" y="3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3" name="Freeform 19"/>
              <p:cNvSpPr>
                <a:spLocks/>
              </p:cNvSpPr>
              <p:nvPr/>
            </p:nvSpPr>
            <p:spPr bwMode="auto">
              <a:xfrm>
                <a:off x="-2730500" y="7472363"/>
                <a:ext cx="82550" cy="93663"/>
              </a:xfrm>
              <a:custGeom>
                <a:avLst/>
                <a:gdLst>
                  <a:gd name="T0" fmla="*/ 52 w 52"/>
                  <a:gd name="T1" fmla="*/ 14 h 59"/>
                  <a:gd name="T2" fmla="*/ 33 w 52"/>
                  <a:gd name="T3" fmla="*/ 59 h 59"/>
                  <a:gd name="T4" fmla="*/ 0 w 52"/>
                  <a:gd name="T5" fmla="*/ 45 h 59"/>
                  <a:gd name="T6" fmla="*/ 18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8"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4" name="Freeform 20"/>
              <p:cNvSpPr>
                <a:spLocks/>
              </p:cNvSpPr>
              <p:nvPr/>
            </p:nvSpPr>
            <p:spPr bwMode="auto">
              <a:xfrm>
                <a:off x="-2892425" y="7104063"/>
                <a:ext cx="90488" cy="79375"/>
              </a:xfrm>
              <a:custGeom>
                <a:avLst/>
                <a:gdLst>
                  <a:gd name="T0" fmla="*/ 45 w 57"/>
                  <a:gd name="T1" fmla="*/ 50 h 50"/>
                  <a:gd name="T2" fmla="*/ 0 w 57"/>
                  <a:gd name="T3" fmla="*/ 31 h 50"/>
                  <a:gd name="T4" fmla="*/ 12 w 57"/>
                  <a:gd name="T5" fmla="*/ 0 h 50"/>
                  <a:gd name="T6" fmla="*/ 57 w 57"/>
                  <a:gd name="T7" fmla="*/ 19 h 50"/>
                  <a:gd name="T8" fmla="*/ 45 w 57"/>
                  <a:gd name="T9" fmla="*/ 50 h 50"/>
                </a:gdLst>
                <a:ahLst/>
                <a:cxnLst>
                  <a:cxn ang="0">
                    <a:pos x="T0" y="T1"/>
                  </a:cxn>
                  <a:cxn ang="0">
                    <a:pos x="T2" y="T3"/>
                  </a:cxn>
                  <a:cxn ang="0">
                    <a:pos x="T4" y="T5"/>
                  </a:cxn>
                  <a:cxn ang="0">
                    <a:pos x="T6" y="T7"/>
                  </a:cxn>
                  <a:cxn ang="0">
                    <a:pos x="T8" y="T9"/>
                  </a:cxn>
                </a:cxnLst>
                <a:rect l="0" t="0" r="r" b="b"/>
                <a:pathLst>
                  <a:path w="57" h="50">
                    <a:moveTo>
                      <a:pt x="45" y="50"/>
                    </a:moveTo>
                    <a:lnTo>
                      <a:pt x="0" y="31"/>
                    </a:lnTo>
                    <a:lnTo>
                      <a:pt x="12" y="0"/>
                    </a:lnTo>
                    <a:lnTo>
                      <a:pt x="57" y="19"/>
                    </a:lnTo>
                    <a:lnTo>
                      <a:pt x="4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5" name="Freeform 21"/>
              <p:cNvSpPr>
                <a:spLocks/>
              </p:cNvSpPr>
              <p:nvPr/>
            </p:nvSpPr>
            <p:spPr bwMode="auto">
              <a:xfrm>
                <a:off x="-2363788" y="7100888"/>
                <a:ext cx="95250" cy="82550"/>
              </a:xfrm>
              <a:custGeom>
                <a:avLst/>
                <a:gdLst>
                  <a:gd name="T0" fmla="*/ 0 w 60"/>
                  <a:gd name="T1" fmla="*/ 18 h 52"/>
                  <a:gd name="T2" fmla="*/ 45 w 60"/>
                  <a:gd name="T3" fmla="*/ 0 h 52"/>
                  <a:gd name="T4" fmla="*/ 60 w 60"/>
                  <a:gd name="T5" fmla="*/ 33 h 52"/>
                  <a:gd name="T6" fmla="*/ 15 w 60"/>
                  <a:gd name="T7" fmla="*/ 52 h 52"/>
                  <a:gd name="T8" fmla="*/ 0 w 60"/>
                  <a:gd name="T9" fmla="*/ 18 h 52"/>
                </a:gdLst>
                <a:ahLst/>
                <a:cxnLst>
                  <a:cxn ang="0">
                    <a:pos x="T0" y="T1"/>
                  </a:cxn>
                  <a:cxn ang="0">
                    <a:pos x="T2" y="T3"/>
                  </a:cxn>
                  <a:cxn ang="0">
                    <a:pos x="T4" y="T5"/>
                  </a:cxn>
                  <a:cxn ang="0">
                    <a:pos x="T6" y="T7"/>
                  </a:cxn>
                  <a:cxn ang="0">
                    <a:pos x="T8" y="T9"/>
                  </a:cxn>
                </a:cxnLst>
                <a:rect l="0" t="0" r="r" b="b"/>
                <a:pathLst>
                  <a:path w="60" h="52">
                    <a:moveTo>
                      <a:pt x="0" y="18"/>
                    </a:moveTo>
                    <a:lnTo>
                      <a:pt x="45" y="0"/>
                    </a:lnTo>
                    <a:lnTo>
                      <a:pt x="60" y="33"/>
                    </a:lnTo>
                    <a:lnTo>
                      <a:pt x="15" y="52"/>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6" name="Freeform 22"/>
              <p:cNvSpPr>
                <a:spLocks/>
              </p:cNvSpPr>
              <p:nvPr/>
            </p:nvSpPr>
            <p:spPr bwMode="auto">
              <a:xfrm>
                <a:off x="-2509838" y="7472363"/>
                <a:ext cx="79375" cy="93663"/>
              </a:xfrm>
              <a:custGeom>
                <a:avLst/>
                <a:gdLst>
                  <a:gd name="T0" fmla="*/ 50 w 50"/>
                  <a:gd name="T1" fmla="*/ 45 h 59"/>
                  <a:gd name="T2" fmla="*/ 19 w 50"/>
                  <a:gd name="T3" fmla="*/ 59 h 59"/>
                  <a:gd name="T4" fmla="*/ 0 w 50"/>
                  <a:gd name="T5" fmla="*/ 14 h 59"/>
                  <a:gd name="T6" fmla="*/ 31 w 50"/>
                  <a:gd name="T7" fmla="*/ 0 h 59"/>
                  <a:gd name="T8" fmla="*/ 50 w 50"/>
                  <a:gd name="T9" fmla="*/ 45 h 59"/>
                </a:gdLst>
                <a:ahLst/>
                <a:cxnLst>
                  <a:cxn ang="0">
                    <a:pos x="T0" y="T1"/>
                  </a:cxn>
                  <a:cxn ang="0">
                    <a:pos x="T2" y="T3"/>
                  </a:cxn>
                  <a:cxn ang="0">
                    <a:pos x="T4" y="T5"/>
                  </a:cxn>
                  <a:cxn ang="0">
                    <a:pos x="T6" y="T7"/>
                  </a:cxn>
                  <a:cxn ang="0">
                    <a:pos x="T8" y="T9"/>
                  </a:cxn>
                </a:cxnLst>
                <a:rect l="0" t="0" r="r" b="b"/>
                <a:pathLst>
                  <a:path w="50" h="59">
                    <a:moveTo>
                      <a:pt x="50" y="45"/>
                    </a:moveTo>
                    <a:lnTo>
                      <a:pt x="19" y="59"/>
                    </a:lnTo>
                    <a:lnTo>
                      <a:pt x="0" y="14"/>
                    </a:lnTo>
                    <a:lnTo>
                      <a:pt x="31" y="0"/>
                    </a:lnTo>
                    <a:lnTo>
                      <a:pt x="50"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7" name="Freeform 23"/>
              <p:cNvSpPr>
                <a:spLocks/>
              </p:cNvSpPr>
              <p:nvPr/>
            </p:nvSpPr>
            <p:spPr bwMode="auto">
              <a:xfrm>
                <a:off x="-2892425" y="7321550"/>
                <a:ext cx="93663" cy="82550"/>
              </a:xfrm>
              <a:custGeom>
                <a:avLst/>
                <a:gdLst>
                  <a:gd name="T0" fmla="*/ 59 w 59"/>
                  <a:gd name="T1" fmla="*/ 33 h 52"/>
                  <a:gd name="T2" fmla="*/ 14 w 59"/>
                  <a:gd name="T3" fmla="*/ 52 h 52"/>
                  <a:gd name="T4" fmla="*/ 0 w 59"/>
                  <a:gd name="T5" fmla="*/ 19 h 52"/>
                  <a:gd name="T6" fmla="*/ 45 w 59"/>
                  <a:gd name="T7" fmla="*/ 0 h 52"/>
                  <a:gd name="T8" fmla="*/ 59 w 59"/>
                  <a:gd name="T9" fmla="*/ 33 h 52"/>
                </a:gdLst>
                <a:ahLst/>
                <a:cxnLst>
                  <a:cxn ang="0">
                    <a:pos x="T0" y="T1"/>
                  </a:cxn>
                  <a:cxn ang="0">
                    <a:pos x="T2" y="T3"/>
                  </a:cxn>
                  <a:cxn ang="0">
                    <a:pos x="T4" y="T5"/>
                  </a:cxn>
                  <a:cxn ang="0">
                    <a:pos x="T6" y="T7"/>
                  </a:cxn>
                  <a:cxn ang="0">
                    <a:pos x="T8" y="T9"/>
                  </a:cxn>
                </a:cxnLst>
                <a:rect l="0" t="0" r="r" b="b"/>
                <a:pathLst>
                  <a:path w="59" h="52">
                    <a:moveTo>
                      <a:pt x="59" y="33"/>
                    </a:moveTo>
                    <a:lnTo>
                      <a:pt x="14" y="52"/>
                    </a:lnTo>
                    <a:lnTo>
                      <a:pt x="0" y="19"/>
                    </a:lnTo>
                    <a:lnTo>
                      <a:pt x="45" y="0"/>
                    </a:lnTo>
                    <a:lnTo>
                      <a:pt x="5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8" name="Freeform 24"/>
              <p:cNvSpPr>
                <a:spLocks/>
              </p:cNvSpPr>
              <p:nvPr/>
            </p:nvSpPr>
            <p:spPr bwMode="auto">
              <a:xfrm>
                <a:off x="-2730500" y="6938963"/>
                <a:ext cx="77788" cy="93663"/>
              </a:xfrm>
              <a:custGeom>
                <a:avLst/>
                <a:gdLst>
                  <a:gd name="T0" fmla="*/ 49 w 49"/>
                  <a:gd name="T1" fmla="*/ 45 h 59"/>
                  <a:gd name="T2" fmla="*/ 18 w 49"/>
                  <a:gd name="T3" fmla="*/ 59 h 59"/>
                  <a:gd name="T4" fmla="*/ 0 w 49"/>
                  <a:gd name="T5" fmla="*/ 14 h 59"/>
                  <a:gd name="T6" fmla="*/ 30 w 49"/>
                  <a:gd name="T7" fmla="*/ 0 h 59"/>
                  <a:gd name="T8" fmla="*/ 49 w 49"/>
                  <a:gd name="T9" fmla="*/ 45 h 59"/>
                </a:gdLst>
                <a:ahLst/>
                <a:cxnLst>
                  <a:cxn ang="0">
                    <a:pos x="T0" y="T1"/>
                  </a:cxn>
                  <a:cxn ang="0">
                    <a:pos x="T2" y="T3"/>
                  </a:cxn>
                  <a:cxn ang="0">
                    <a:pos x="T4" y="T5"/>
                  </a:cxn>
                  <a:cxn ang="0">
                    <a:pos x="T6" y="T7"/>
                  </a:cxn>
                  <a:cxn ang="0">
                    <a:pos x="T8" y="T9"/>
                  </a:cxn>
                </a:cxnLst>
                <a:rect l="0" t="0" r="r" b="b"/>
                <a:pathLst>
                  <a:path w="49" h="59">
                    <a:moveTo>
                      <a:pt x="49" y="45"/>
                    </a:moveTo>
                    <a:lnTo>
                      <a:pt x="18" y="59"/>
                    </a:lnTo>
                    <a:lnTo>
                      <a:pt x="0" y="14"/>
                    </a:lnTo>
                    <a:lnTo>
                      <a:pt x="30" y="0"/>
                    </a:lnTo>
                    <a:lnTo>
                      <a:pt x="49"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9" name="Freeform 25"/>
              <p:cNvSpPr>
                <a:spLocks/>
              </p:cNvSpPr>
              <p:nvPr/>
            </p:nvSpPr>
            <p:spPr bwMode="auto">
              <a:xfrm>
                <a:off x="-2193925" y="3438525"/>
                <a:ext cx="465138" cy="417513"/>
              </a:xfrm>
              <a:custGeom>
                <a:avLst/>
                <a:gdLst>
                  <a:gd name="T0" fmla="*/ 13 w 124"/>
                  <a:gd name="T1" fmla="*/ 11 h 111"/>
                  <a:gd name="T2" fmla="*/ 1 w 124"/>
                  <a:gd name="T3" fmla="*/ 33 h 111"/>
                  <a:gd name="T4" fmla="*/ 0 w 124"/>
                  <a:gd name="T5" fmla="*/ 40 h 111"/>
                  <a:gd name="T6" fmla="*/ 0 w 124"/>
                  <a:gd name="T7" fmla="*/ 41 h 111"/>
                  <a:gd name="T8" fmla="*/ 0 w 124"/>
                  <a:gd name="T9" fmla="*/ 47 h 111"/>
                  <a:gd name="T10" fmla="*/ 1 w 124"/>
                  <a:gd name="T11" fmla="*/ 52 h 111"/>
                  <a:gd name="T12" fmla="*/ 5 w 124"/>
                  <a:gd name="T13" fmla="*/ 72 h 111"/>
                  <a:gd name="T14" fmla="*/ 19 w 124"/>
                  <a:gd name="T15" fmla="*/ 97 h 111"/>
                  <a:gd name="T16" fmla="*/ 19 w 124"/>
                  <a:gd name="T17" fmla="*/ 97 h 111"/>
                  <a:gd name="T18" fmla="*/ 27 w 124"/>
                  <a:gd name="T19" fmla="*/ 106 h 111"/>
                  <a:gd name="T20" fmla="*/ 30 w 124"/>
                  <a:gd name="T21" fmla="*/ 108 h 111"/>
                  <a:gd name="T22" fmla="*/ 43 w 124"/>
                  <a:gd name="T23" fmla="*/ 110 h 111"/>
                  <a:gd name="T24" fmla="*/ 44 w 124"/>
                  <a:gd name="T25" fmla="*/ 109 h 111"/>
                  <a:gd name="T26" fmla="*/ 50 w 124"/>
                  <a:gd name="T27" fmla="*/ 107 h 111"/>
                  <a:gd name="T28" fmla="*/ 54 w 124"/>
                  <a:gd name="T29" fmla="*/ 106 h 111"/>
                  <a:gd name="T30" fmla="*/ 62 w 124"/>
                  <a:gd name="T31" fmla="*/ 105 h 111"/>
                  <a:gd name="T32" fmla="*/ 62 w 124"/>
                  <a:gd name="T33" fmla="*/ 105 h 111"/>
                  <a:gd name="T34" fmla="*/ 70 w 124"/>
                  <a:gd name="T35" fmla="*/ 106 h 111"/>
                  <a:gd name="T36" fmla="*/ 74 w 124"/>
                  <a:gd name="T37" fmla="*/ 107 h 111"/>
                  <a:gd name="T38" fmla="*/ 81 w 124"/>
                  <a:gd name="T39" fmla="*/ 109 h 111"/>
                  <a:gd name="T40" fmla="*/ 81 w 124"/>
                  <a:gd name="T41" fmla="*/ 110 h 111"/>
                  <a:gd name="T42" fmla="*/ 94 w 124"/>
                  <a:gd name="T43" fmla="*/ 108 h 111"/>
                  <a:gd name="T44" fmla="*/ 97 w 124"/>
                  <a:gd name="T45" fmla="*/ 106 h 111"/>
                  <a:gd name="T46" fmla="*/ 105 w 124"/>
                  <a:gd name="T47" fmla="*/ 97 h 111"/>
                  <a:gd name="T48" fmla="*/ 105 w 124"/>
                  <a:gd name="T49" fmla="*/ 97 h 111"/>
                  <a:gd name="T50" fmla="*/ 119 w 124"/>
                  <a:gd name="T51" fmla="*/ 72 h 111"/>
                  <a:gd name="T52" fmla="*/ 124 w 124"/>
                  <a:gd name="T53" fmla="*/ 52 h 111"/>
                  <a:gd name="T54" fmla="*/ 124 w 124"/>
                  <a:gd name="T55" fmla="*/ 47 h 111"/>
                  <a:gd name="T56" fmla="*/ 124 w 124"/>
                  <a:gd name="T57" fmla="*/ 41 h 111"/>
                  <a:gd name="T58" fmla="*/ 124 w 124"/>
                  <a:gd name="T59" fmla="*/ 40 h 111"/>
                  <a:gd name="T60" fmla="*/ 123 w 124"/>
                  <a:gd name="T61" fmla="*/ 33 h 111"/>
                  <a:gd name="T62" fmla="*/ 111 w 124"/>
                  <a:gd name="T63" fmla="*/ 11 h 111"/>
                  <a:gd name="T64" fmla="*/ 109 w 124"/>
                  <a:gd name="T65" fmla="*/ 8 h 111"/>
                  <a:gd name="T66" fmla="*/ 91 w 124"/>
                  <a:gd name="T67" fmla="*/ 1 h 111"/>
                  <a:gd name="T68" fmla="*/ 72 w 124"/>
                  <a:gd name="T69" fmla="*/ 3 h 111"/>
                  <a:gd name="T70" fmla="*/ 62 w 124"/>
                  <a:gd name="T71" fmla="*/ 7 h 111"/>
                  <a:gd name="T72" fmla="*/ 52 w 124"/>
                  <a:gd name="T73" fmla="*/ 3 h 111"/>
                  <a:gd name="T74" fmla="*/ 33 w 124"/>
                  <a:gd name="T75" fmla="*/ 1 h 111"/>
                  <a:gd name="T76" fmla="*/ 15 w 124"/>
                  <a:gd name="T77" fmla="*/ 8 h 111"/>
                  <a:gd name="T78" fmla="*/ 13 w 124"/>
                  <a:gd name="T79" fmla="*/ 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11">
                    <a:moveTo>
                      <a:pt x="13" y="11"/>
                    </a:moveTo>
                    <a:cubicBezTo>
                      <a:pt x="6" y="17"/>
                      <a:pt x="3" y="25"/>
                      <a:pt x="1" y="33"/>
                    </a:cubicBezTo>
                    <a:cubicBezTo>
                      <a:pt x="1" y="36"/>
                      <a:pt x="1" y="38"/>
                      <a:pt x="0" y="40"/>
                    </a:cubicBezTo>
                    <a:cubicBezTo>
                      <a:pt x="0" y="40"/>
                      <a:pt x="0" y="41"/>
                      <a:pt x="0" y="41"/>
                    </a:cubicBezTo>
                    <a:cubicBezTo>
                      <a:pt x="0" y="43"/>
                      <a:pt x="0" y="45"/>
                      <a:pt x="0" y="47"/>
                    </a:cubicBezTo>
                    <a:cubicBezTo>
                      <a:pt x="0" y="49"/>
                      <a:pt x="0" y="50"/>
                      <a:pt x="1" y="52"/>
                    </a:cubicBezTo>
                    <a:cubicBezTo>
                      <a:pt x="1" y="59"/>
                      <a:pt x="3" y="65"/>
                      <a:pt x="5" y="72"/>
                    </a:cubicBezTo>
                    <a:cubicBezTo>
                      <a:pt x="8" y="81"/>
                      <a:pt x="13" y="89"/>
                      <a:pt x="19" y="97"/>
                    </a:cubicBezTo>
                    <a:cubicBezTo>
                      <a:pt x="19" y="97"/>
                      <a:pt x="19" y="97"/>
                      <a:pt x="19" y="97"/>
                    </a:cubicBezTo>
                    <a:cubicBezTo>
                      <a:pt x="22" y="101"/>
                      <a:pt x="24" y="104"/>
                      <a:pt x="27" y="106"/>
                    </a:cubicBezTo>
                    <a:cubicBezTo>
                      <a:pt x="28" y="107"/>
                      <a:pt x="29" y="107"/>
                      <a:pt x="30" y="108"/>
                    </a:cubicBezTo>
                    <a:cubicBezTo>
                      <a:pt x="34" y="111"/>
                      <a:pt x="38" y="111"/>
                      <a:pt x="43" y="110"/>
                    </a:cubicBezTo>
                    <a:cubicBezTo>
                      <a:pt x="43" y="110"/>
                      <a:pt x="43" y="110"/>
                      <a:pt x="44" y="109"/>
                    </a:cubicBezTo>
                    <a:cubicBezTo>
                      <a:pt x="46" y="109"/>
                      <a:pt x="48" y="108"/>
                      <a:pt x="50" y="107"/>
                    </a:cubicBezTo>
                    <a:cubicBezTo>
                      <a:pt x="51" y="107"/>
                      <a:pt x="53" y="106"/>
                      <a:pt x="54" y="106"/>
                    </a:cubicBezTo>
                    <a:cubicBezTo>
                      <a:pt x="57" y="105"/>
                      <a:pt x="62" y="105"/>
                      <a:pt x="62" y="105"/>
                    </a:cubicBezTo>
                    <a:cubicBezTo>
                      <a:pt x="62" y="105"/>
                      <a:pt x="62" y="105"/>
                      <a:pt x="62" y="105"/>
                    </a:cubicBezTo>
                    <a:cubicBezTo>
                      <a:pt x="65" y="105"/>
                      <a:pt x="67" y="105"/>
                      <a:pt x="70" y="106"/>
                    </a:cubicBezTo>
                    <a:cubicBezTo>
                      <a:pt x="71" y="106"/>
                      <a:pt x="73" y="107"/>
                      <a:pt x="74" y="107"/>
                    </a:cubicBezTo>
                    <a:cubicBezTo>
                      <a:pt x="76" y="108"/>
                      <a:pt x="78" y="109"/>
                      <a:pt x="81" y="109"/>
                    </a:cubicBezTo>
                    <a:cubicBezTo>
                      <a:pt x="81" y="110"/>
                      <a:pt x="81" y="110"/>
                      <a:pt x="81" y="110"/>
                    </a:cubicBezTo>
                    <a:cubicBezTo>
                      <a:pt x="86" y="111"/>
                      <a:pt x="90" y="111"/>
                      <a:pt x="94" y="108"/>
                    </a:cubicBezTo>
                    <a:cubicBezTo>
                      <a:pt x="95" y="107"/>
                      <a:pt x="96" y="107"/>
                      <a:pt x="97" y="106"/>
                    </a:cubicBezTo>
                    <a:cubicBezTo>
                      <a:pt x="100" y="104"/>
                      <a:pt x="102" y="101"/>
                      <a:pt x="105" y="97"/>
                    </a:cubicBezTo>
                    <a:cubicBezTo>
                      <a:pt x="105" y="97"/>
                      <a:pt x="105" y="97"/>
                      <a:pt x="105" y="97"/>
                    </a:cubicBezTo>
                    <a:cubicBezTo>
                      <a:pt x="111" y="89"/>
                      <a:pt x="116" y="81"/>
                      <a:pt x="119" y="72"/>
                    </a:cubicBezTo>
                    <a:cubicBezTo>
                      <a:pt x="121" y="65"/>
                      <a:pt x="123" y="59"/>
                      <a:pt x="124" y="52"/>
                    </a:cubicBezTo>
                    <a:cubicBezTo>
                      <a:pt x="124" y="50"/>
                      <a:pt x="124" y="49"/>
                      <a:pt x="124" y="47"/>
                    </a:cubicBezTo>
                    <a:cubicBezTo>
                      <a:pt x="124" y="45"/>
                      <a:pt x="124" y="43"/>
                      <a:pt x="124" y="41"/>
                    </a:cubicBezTo>
                    <a:cubicBezTo>
                      <a:pt x="124" y="41"/>
                      <a:pt x="124" y="40"/>
                      <a:pt x="124" y="40"/>
                    </a:cubicBezTo>
                    <a:cubicBezTo>
                      <a:pt x="124" y="38"/>
                      <a:pt x="123" y="36"/>
                      <a:pt x="123" y="33"/>
                    </a:cubicBezTo>
                    <a:cubicBezTo>
                      <a:pt x="121" y="25"/>
                      <a:pt x="118" y="17"/>
                      <a:pt x="111" y="11"/>
                    </a:cubicBezTo>
                    <a:cubicBezTo>
                      <a:pt x="110" y="10"/>
                      <a:pt x="110" y="9"/>
                      <a:pt x="109" y="8"/>
                    </a:cubicBezTo>
                    <a:cubicBezTo>
                      <a:pt x="104" y="4"/>
                      <a:pt x="98" y="2"/>
                      <a:pt x="91" y="1"/>
                    </a:cubicBezTo>
                    <a:cubicBezTo>
                      <a:pt x="84" y="0"/>
                      <a:pt x="78" y="1"/>
                      <a:pt x="72" y="3"/>
                    </a:cubicBezTo>
                    <a:cubicBezTo>
                      <a:pt x="69" y="4"/>
                      <a:pt x="62" y="7"/>
                      <a:pt x="62" y="7"/>
                    </a:cubicBezTo>
                    <a:cubicBezTo>
                      <a:pt x="62" y="7"/>
                      <a:pt x="55" y="4"/>
                      <a:pt x="52" y="3"/>
                    </a:cubicBezTo>
                    <a:cubicBezTo>
                      <a:pt x="46" y="1"/>
                      <a:pt x="40" y="0"/>
                      <a:pt x="33" y="1"/>
                    </a:cubicBezTo>
                    <a:cubicBezTo>
                      <a:pt x="26" y="2"/>
                      <a:pt x="20" y="4"/>
                      <a:pt x="15" y="8"/>
                    </a:cubicBezTo>
                    <a:cubicBezTo>
                      <a:pt x="14" y="9"/>
                      <a:pt x="14" y="10"/>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0" name="Freeform 26"/>
              <p:cNvSpPr>
                <a:spLocks/>
              </p:cNvSpPr>
              <p:nvPr/>
            </p:nvSpPr>
            <p:spPr bwMode="auto">
              <a:xfrm>
                <a:off x="-2070100" y="3308350"/>
                <a:ext cx="109538" cy="127000"/>
              </a:xfrm>
              <a:custGeom>
                <a:avLst/>
                <a:gdLst>
                  <a:gd name="T0" fmla="*/ 9 w 29"/>
                  <a:gd name="T1" fmla="*/ 25 h 34"/>
                  <a:gd name="T2" fmla="*/ 21 w 29"/>
                  <a:gd name="T3" fmla="*/ 33 h 34"/>
                  <a:gd name="T4" fmla="*/ 28 w 29"/>
                  <a:gd name="T5" fmla="*/ 34 h 34"/>
                  <a:gd name="T6" fmla="*/ 29 w 29"/>
                  <a:gd name="T7" fmla="*/ 33 h 34"/>
                  <a:gd name="T8" fmla="*/ 23 w 29"/>
                  <a:gd name="T9" fmla="*/ 13 h 34"/>
                  <a:gd name="T10" fmla="*/ 2 w 29"/>
                  <a:gd name="T11" fmla="*/ 1 h 34"/>
                  <a:gd name="T12" fmla="*/ 1 w 29"/>
                  <a:gd name="T13" fmla="*/ 0 h 34"/>
                  <a:gd name="T14" fmla="*/ 0 w 29"/>
                  <a:gd name="T15" fmla="*/ 0 h 34"/>
                  <a:gd name="T16" fmla="*/ 0 w 29"/>
                  <a:gd name="T17" fmla="*/ 9 h 34"/>
                  <a:gd name="T18" fmla="*/ 9 w 29"/>
                  <a:gd name="T19"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4">
                    <a:moveTo>
                      <a:pt x="9" y="25"/>
                    </a:moveTo>
                    <a:cubicBezTo>
                      <a:pt x="12" y="29"/>
                      <a:pt x="16" y="32"/>
                      <a:pt x="21" y="33"/>
                    </a:cubicBezTo>
                    <a:cubicBezTo>
                      <a:pt x="23" y="34"/>
                      <a:pt x="26" y="34"/>
                      <a:pt x="28" y="34"/>
                    </a:cubicBezTo>
                    <a:cubicBezTo>
                      <a:pt x="29" y="34"/>
                      <a:pt x="29" y="34"/>
                      <a:pt x="29" y="33"/>
                    </a:cubicBezTo>
                    <a:cubicBezTo>
                      <a:pt x="29" y="26"/>
                      <a:pt x="27" y="19"/>
                      <a:pt x="23" y="13"/>
                    </a:cubicBezTo>
                    <a:cubicBezTo>
                      <a:pt x="18" y="6"/>
                      <a:pt x="11" y="2"/>
                      <a:pt x="2" y="1"/>
                    </a:cubicBezTo>
                    <a:cubicBezTo>
                      <a:pt x="2" y="1"/>
                      <a:pt x="1" y="1"/>
                      <a:pt x="1" y="0"/>
                    </a:cubicBezTo>
                    <a:cubicBezTo>
                      <a:pt x="1" y="0"/>
                      <a:pt x="0" y="0"/>
                      <a:pt x="0" y="0"/>
                    </a:cubicBezTo>
                    <a:cubicBezTo>
                      <a:pt x="0" y="3"/>
                      <a:pt x="0" y="6"/>
                      <a:pt x="0" y="9"/>
                    </a:cubicBezTo>
                    <a:cubicBezTo>
                      <a:pt x="1" y="15"/>
                      <a:pt x="4" y="21"/>
                      <a:pt x="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1" name="Freeform 27"/>
              <p:cNvSpPr>
                <a:spLocks noEditPoints="1"/>
              </p:cNvSpPr>
              <p:nvPr/>
            </p:nvSpPr>
            <p:spPr bwMode="auto">
              <a:xfrm>
                <a:off x="-5324475" y="3683000"/>
                <a:ext cx="255588" cy="533400"/>
              </a:xfrm>
              <a:custGeom>
                <a:avLst/>
                <a:gdLst>
                  <a:gd name="T0" fmla="*/ 34 w 68"/>
                  <a:gd name="T1" fmla="*/ 122 h 142"/>
                  <a:gd name="T2" fmla="*/ 67 w 68"/>
                  <a:gd name="T3" fmla="*/ 138 h 142"/>
                  <a:gd name="T4" fmla="*/ 68 w 68"/>
                  <a:gd name="T5" fmla="*/ 138 h 142"/>
                  <a:gd name="T6" fmla="*/ 68 w 68"/>
                  <a:gd name="T7" fmla="*/ 31 h 142"/>
                  <a:gd name="T8" fmla="*/ 66 w 68"/>
                  <a:gd name="T9" fmla="*/ 15 h 142"/>
                  <a:gd name="T10" fmla="*/ 34 w 68"/>
                  <a:gd name="T11" fmla="*/ 0 h 142"/>
                  <a:gd name="T12" fmla="*/ 34 w 68"/>
                  <a:gd name="T13" fmla="*/ 19 h 142"/>
                  <a:gd name="T14" fmla="*/ 57 w 68"/>
                  <a:gd name="T15" fmla="*/ 23 h 142"/>
                  <a:gd name="T16" fmla="*/ 58 w 68"/>
                  <a:gd name="T17" fmla="*/ 26 h 142"/>
                  <a:gd name="T18" fmla="*/ 56 w 68"/>
                  <a:gd name="T19" fmla="*/ 27 h 142"/>
                  <a:gd name="T20" fmla="*/ 55 w 68"/>
                  <a:gd name="T21" fmla="*/ 27 h 142"/>
                  <a:gd name="T22" fmla="*/ 51 w 68"/>
                  <a:gd name="T23" fmla="*/ 25 h 142"/>
                  <a:gd name="T24" fmla="*/ 34 w 68"/>
                  <a:gd name="T25" fmla="*/ 23 h 142"/>
                  <a:gd name="T26" fmla="*/ 34 w 68"/>
                  <a:gd name="T27" fmla="*/ 38 h 142"/>
                  <a:gd name="T28" fmla="*/ 57 w 68"/>
                  <a:gd name="T29" fmla="*/ 43 h 142"/>
                  <a:gd name="T30" fmla="*/ 58 w 68"/>
                  <a:gd name="T31" fmla="*/ 45 h 142"/>
                  <a:gd name="T32" fmla="*/ 56 w 68"/>
                  <a:gd name="T33" fmla="*/ 46 h 142"/>
                  <a:gd name="T34" fmla="*/ 55 w 68"/>
                  <a:gd name="T35" fmla="*/ 46 h 142"/>
                  <a:gd name="T36" fmla="*/ 51 w 68"/>
                  <a:gd name="T37" fmla="*/ 44 h 142"/>
                  <a:gd name="T38" fmla="*/ 34 w 68"/>
                  <a:gd name="T39" fmla="*/ 42 h 142"/>
                  <a:gd name="T40" fmla="*/ 34 w 68"/>
                  <a:gd name="T41" fmla="*/ 57 h 142"/>
                  <a:gd name="T42" fmla="*/ 57 w 68"/>
                  <a:gd name="T43" fmla="*/ 62 h 142"/>
                  <a:gd name="T44" fmla="*/ 58 w 68"/>
                  <a:gd name="T45" fmla="*/ 64 h 142"/>
                  <a:gd name="T46" fmla="*/ 56 w 68"/>
                  <a:gd name="T47" fmla="*/ 65 h 142"/>
                  <a:gd name="T48" fmla="*/ 55 w 68"/>
                  <a:gd name="T49" fmla="*/ 65 h 142"/>
                  <a:gd name="T50" fmla="*/ 51 w 68"/>
                  <a:gd name="T51" fmla="*/ 63 h 142"/>
                  <a:gd name="T52" fmla="*/ 34 w 68"/>
                  <a:gd name="T53" fmla="*/ 61 h 142"/>
                  <a:gd name="T54" fmla="*/ 34 w 68"/>
                  <a:gd name="T55" fmla="*/ 122 h 142"/>
                  <a:gd name="T56" fmla="*/ 1 w 68"/>
                  <a:gd name="T57" fmla="*/ 138 h 142"/>
                  <a:gd name="T58" fmla="*/ 34 w 68"/>
                  <a:gd name="T59" fmla="*/ 122 h 142"/>
                  <a:gd name="T60" fmla="*/ 34 w 68"/>
                  <a:gd name="T61" fmla="*/ 61 h 142"/>
                  <a:gd name="T62" fmla="*/ 17 w 68"/>
                  <a:gd name="T63" fmla="*/ 63 h 142"/>
                  <a:gd name="T64" fmla="*/ 13 w 68"/>
                  <a:gd name="T65" fmla="*/ 65 h 142"/>
                  <a:gd name="T66" fmla="*/ 10 w 68"/>
                  <a:gd name="T67" fmla="*/ 64 h 142"/>
                  <a:gd name="T68" fmla="*/ 11 w 68"/>
                  <a:gd name="T69" fmla="*/ 62 h 142"/>
                  <a:gd name="T70" fmla="*/ 11 w 68"/>
                  <a:gd name="T71" fmla="*/ 62 h 142"/>
                  <a:gd name="T72" fmla="*/ 34 w 68"/>
                  <a:gd name="T73" fmla="*/ 57 h 142"/>
                  <a:gd name="T74" fmla="*/ 34 w 68"/>
                  <a:gd name="T75" fmla="*/ 42 h 142"/>
                  <a:gd name="T76" fmla="*/ 17 w 68"/>
                  <a:gd name="T77" fmla="*/ 44 h 142"/>
                  <a:gd name="T78" fmla="*/ 13 w 68"/>
                  <a:gd name="T79" fmla="*/ 46 h 142"/>
                  <a:gd name="T80" fmla="*/ 10 w 68"/>
                  <a:gd name="T81" fmla="*/ 45 h 142"/>
                  <a:gd name="T82" fmla="*/ 11 w 68"/>
                  <a:gd name="T83" fmla="*/ 43 h 142"/>
                  <a:gd name="T84" fmla="*/ 11 w 68"/>
                  <a:gd name="T85" fmla="*/ 43 h 142"/>
                  <a:gd name="T86" fmla="*/ 34 w 68"/>
                  <a:gd name="T87" fmla="*/ 38 h 142"/>
                  <a:gd name="T88" fmla="*/ 34 w 68"/>
                  <a:gd name="T89" fmla="*/ 23 h 142"/>
                  <a:gd name="T90" fmla="*/ 17 w 68"/>
                  <a:gd name="T91" fmla="*/ 25 h 142"/>
                  <a:gd name="T92" fmla="*/ 13 w 68"/>
                  <a:gd name="T93" fmla="*/ 27 h 142"/>
                  <a:gd name="T94" fmla="*/ 10 w 68"/>
                  <a:gd name="T95" fmla="*/ 26 h 142"/>
                  <a:gd name="T96" fmla="*/ 11 w 68"/>
                  <a:gd name="T97" fmla="*/ 23 h 142"/>
                  <a:gd name="T98" fmla="*/ 11 w 68"/>
                  <a:gd name="T99" fmla="*/ 23 h 142"/>
                  <a:gd name="T100" fmla="*/ 34 w 68"/>
                  <a:gd name="T101" fmla="*/ 19 h 142"/>
                  <a:gd name="T102" fmla="*/ 34 w 68"/>
                  <a:gd name="T103" fmla="*/ 0 h 142"/>
                  <a:gd name="T104" fmla="*/ 2 w 68"/>
                  <a:gd name="T105" fmla="*/ 15 h 142"/>
                  <a:gd name="T106" fmla="*/ 0 w 68"/>
                  <a:gd name="T107" fmla="*/ 31 h 142"/>
                  <a:gd name="T108" fmla="*/ 0 w 68"/>
                  <a:gd name="T109" fmla="*/ 138 h 142"/>
                  <a:gd name="T110" fmla="*/ 1 w 68"/>
                  <a:gd name="T111" fmla="*/ 13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 h="142">
                    <a:moveTo>
                      <a:pt x="34" y="122"/>
                    </a:moveTo>
                    <a:cubicBezTo>
                      <a:pt x="50" y="122"/>
                      <a:pt x="63" y="126"/>
                      <a:pt x="67" y="138"/>
                    </a:cubicBezTo>
                    <a:cubicBezTo>
                      <a:pt x="68" y="142"/>
                      <a:pt x="68" y="142"/>
                      <a:pt x="68" y="138"/>
                    </a:cubicBezTo>
                    <a:cubicBezTo>
                      <a:pt x="68" y="116"/>
                      <a:pt x="68" y="53"/>
                      <a:pt x="68" y="31"/>
                    </a:cubicBezTo>
                    <a:cubicBezTo>
                      <a:pt x="68" y="26"/>
                      <a:pt x="68" y="19"/>
                      <a:pt x="66" y="15"/>
                    </a:cubicBezTo>
                    <a:cubicBezTo>
                      <a:pt x="62" y="3"/>
                      <a:pt x="49" y="0"/>
                      <a:pt x="34" y="0"/>
                    </a:cubicBezTo>
                    <a:cubicBezTo>
                      <a:pt x="34" y="19"/>
                      <a:pt x="34" y="19"/>
                      <a:pt x="34" y="19"/>
                    </a:cubicBezTo>
                    <a:cubicBezTo>
                      <a:pt x="44" y="19"/>
                      <a:pt x="51" y="21"/>
                      <a:pt x="57" y="23"/>
                    </a:cubicBezTo>
                    <a:cubicBezTo>
                      <a:pt x="58" y="24"/>
                      <a:pt x="58" y="25"/>
                      <a:pt x="58" y="26"/>
                    </a:cubicBezTo>
                    <a:cubicBezTo>
                      <a:pt x="58" y="27"/>
                      <a:pt x="57" y="27"/>
                      <a:pt x="56" y="27"/>
                    </a:cubicBezTo>
                    <a:cubicBezTo>
                      <a:pt x="56" y="27"/>
                      <a:pt x="56" y="27"/>
                      <a:pt x="55" y="27"/>
                    </a:cubicBezTo>
                    <a:cubicBezTo>
                      <a:pt x="54" y="26"/>
                      <a:pt x="52" y="26"/>
                      <a:pt x="51" y="25"/>
                    </a:cubicBezTo>
                    <a:cubicBezTo>
                      <a:pt x="46" y="24"/>
                      <a:pt x="41" y="23"/>
                      <a:pt x="34" y="23"/>
                    </a:cubicBezTo>
                    <a:cubicBezTo>
                      <a:pt x="34" y="38"/>
                      <a:pt x="34" y="38"/>
                      <a:pt x="34" y="38"/>
                    </a:cubicBezTo>
                    <a:cubicBezTo>
                      <a:pt x="44" y="38"/>
                      <a:pt x="51" y="40"/>
                      <a:pt x="57" y="43"/>
                    </a:cubicBezTo>
                    <a:cubicBezTo>
                      <a:pt x="58" y="43"/>
                      <a:pt x="58" y="44"/>
                      <a:pt x="58" y="45"/>
                    </a:cubicBezTo>
                    <a:cubicBezTo>
                      <a:pt x="58" y="46"/>
                      <a:pt x="57" y="46"/>
                      <a:pt x="56" y="46"/>
                    </a:cubicBezTo>
                    <a:cubicBezTo>
                      <a:pt x="56" y="46"/>
                      <a:pt x="56" y="46"/>
                      <a:pt x="55" y="46"/>
                    </a:cubicBezTo>
                    <a:cubicBezTo>
                      <a:pt x="54" y="45"/>
                      <a:pt x="52" y="45"/>
                      <a:pt x="51" y="44"/>
                    </a:cubicBezTo>
                    <a:cubicBezTo>
                      <a:pt x="46" y="43"/>
                      <a:pt x="41" y="42"/>
                      <a:pt x="34" y="42"/>
                    </a:cubicBezTo>
                    <a:cubicBezTo>
                      <a:pt x="34" y="57"/>
                      <a:pt x="34" y="57"/>
                      <a:pt x="34" y="57"/>
                    </a:cubicBezTo>
                    <a:cubicBezTo>
                      <a:pt x="44" y="57"/>
                      <a:pt x="51" y="59"/>
                      <a:pt x="57" y="62"/>
                    </a:cubicBezTo>
                    <a:cubicBezTo>
                      <a:pt x="58" y="62"/>
                      <a:pt x="58" y="63"/>
                      <a:pt x="58" y="64"/>
                    </a:cubicBezTo>
                    <a:cubicBezTo>
                      <a:pt x="58" y="65"/>
                      <a:pt x="57" y="65"/>
                      <a:pt x="56" y="65"/>
                    </a:cubicBezTo>
                    <a:cubicBezTo>
                      <a:pt x="56" y="65"/>
                      <a:pt x="56" y="65"/>
                      <a:pt x="55" y="65"/>
                    </a:cubicBezTo>
                    <a:cubicBezTo>
                      <a:pt x="54" y="64"/>
                      <a:pt x="52" y="64"/>
                      <a:pt x="51" y="63"/>
                    </a:cubicBezTo>
                    <a:cubicBezTo>
                      <a:pt x="46" y="62"/>
                      <a:pt x="41" y="61"/>
                      <a:pt x="34" y="61"/>
                    </a:cubicBezTo>
                    <a:lnTo>
                      <a:pt x="34" y="122"/>
                    </a:lnTo>
                    <a:close/>
                    <a:moveTo>
                      <a:pt x="1" y="138"/>
                    </a:moveTo>
                    <a:cubicBezTo>
                      <a:pt x="5" y="126"/>
                      <a:pt x="18" y="122"/>
                      <a:pt x="34" y="122"/>
                    </a:cubicBezTo>
                    <a:cubicBezTo>
                      <a:pt x="34" y="61"/>
                      <a:pt x="34" y="61"/>
                      <a:pt x="34" y="61"/>
                    </a:cubicBezTo>
                    <a:cubicBezTo>
                      <a:pt x="27" y="61"/>
                      <a:pt x="22" y="62"/>
                      <a:pt x="17" y="63"/>
                    </a:cubicBezTo>
                    <a:cubicBezTo>
                      <a:pt x="16" y="64"/>
                      <a:pt x="14" y="64"/>
                      <a:pt x="13" y="65"/>
                    </a:cubicBezTo>
                    <a:cubicBezTo>
                      <a:pt x="12" y="66"/>
                      <a:pt x="10" y="65"/>
                      <a:pt x="10" y="64"/>
                    </a:cubicBezTo>
                    <a:cubicBezTo>
                      <a:pt x="9" y="63"/>
                      <a:pt x="10" y="62"/>
                      <a:pt x="11" y="62"/>
                    </a:cubicBezTo>
                    <a:cubicBezTo>
                      <a:pt x="11" y="62"/>
                      <a:pt x="11" y="62"/>
                      <a:pt x="11" y="62"/>
                    </a:cubicBezTo>
                    <a:cubicBezTo>
                      <a:pt x="17" y="59"/>
                      <a:pt x="24" y="57"/>
                      <a:pt x="34" y="57"/>
                    </a:cubicBezTo>
                    <a:cubicBezTo>
                      <a:pt x="34" y="42"/>
                      <a:pt x="34" y="42"/>
                      <a:pt x="34" y="42"/>
                    </a:cubicBezTo>
                    <a:cubicBezTo>
                      <a:pt x="27" y="42"/>
                      <a:pt x="22" y="43"/>
                      <a:pt x="17" y="44"/>
                    </a:cubicBezTo>
                    <a:cubicBezTo>
                      <a:pt x="16" y="45"/>
                      <a:pt x="14" y="45"/>
                      <a:pt x="13" y="46"/>
                    </a:cubicBezTo>
                    <a:cubicBezTo>
                      <a:pt x="12" y="47"/>
                      <a:pt x="10" y="46"/>
                      <a:pt x="10" y="45"/>
                    </a:cubicBezTo>
                    <a:cubicBezTo>
                      <a:pt x="9" y="44"/>
                      <a:pt x="10" y="43"/>
                      <a:pt x="11" y="43"/>
                    </a:cubicBezTo>
                    <a:cubicBezTo>
                      <a:pt x="11" y="43"/>
                      <a:pt x="11" y="43"/>
                      <a:pt x="11" y="43"/>
                    </a:cubicBezTo>
                    <a:cubicBezTo>
                      <a:pt x="17" y="40"/>
                      <a:pt x="24" y="38"/>
                      <a:pt x="34" y="38"/>
                    </a:cubicBezTo>
                    <a:cubicBezTo>
                      <a:pt x="34" y="23"/>
                      <a:pt x="34" y="23"/>
                      <a:pt x="34" y="23"/>
                    </a:cubicBezTo>
                    <a:cubicBezTo>
                      <a:pt x="27" y="23"/>
                      <a:pt x="22" y="24"/>
                      <a:pt x="17" y="25"/>
                    </a:cubicBezTo>
                    <a:cubicBezTo>
                      <a:pt x="15" y="26"/>
                      <a:pt x="14" y="26"/>
                      <a:pt x="13" y="27"/>
                    </a:cubicBezTo>
                    <a:cubicBezTo>
                      <a:pt x="12" y="27"/>
                      <a:pt x="10" y="27"/>
                      <a:pt x="10" y="26"/>
                    </a:cubicBezTo>
                    <a:cubicBezTo>
                      <a:pt x="9" y="25"/>
                      <a:pt x="10" y="24"/>
                      <a:pt x="11" y="23"/>
                    </a:cubicBezTo>
                    <a:cubicBezTo>
                      <a:pt x="11" y="23"/>
                      <a:pt x="11" y="23"/>
                      <a:pt x="11" y="23"/>
                    </a:cubicBezTo>
                    <a:cubicBezTo>
                      <a:pt x="17" y="21"/>
                      <a:pt x="24" y="19"/>
                      <a:pt x="34" y="19"/>
                    </a:cubicBezTo>
                    <a:cubicBezTo>
                      <a:pt x="34" y="0"/>
                      <a:pt x="34" y="0"/>
                      <a:pt x="34" y="0"/>
                    </a:cubicBezTo>
                    <a:cubicBezTo>
                      <a:pt x="19" y="0"/>
                      <a:pt x="6" y="3"/>
                      <a:pt x="2" y="15"/>
                    </a:cubicBezTo>
                    <a:cubicBezTo>
                      <a:pt x="0" y="19"/>
                      <a:pt x="0" y="26"/>
                      <a:pt x="0" y="31"/>
                    </a:cubicBezTo>
                    <a:cubicBezTo>
                      <a:pt x="0" y="53"/>
                      <a:pt x="0" y="116"/>
                      <a:pt x="0" y="138"/>
                    </a:cubicBezTo>
                    <a:cubicBezTo>
                      <a:pt x="0" y="142"/>
                      <a:pt x="0" y="142"/>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2" name="Freeform 28"/>
              <p:cNvSpPr>
                <a:spLocks noEditPoints="1"/>
              </p:cNvSpPr>
              <p:nvPr/>
            </p:nvSpPr>
            <p:spPr bwMode="auto">
              <a:xfrm>
                <a:off x="-5045075" y="3683000"/>
                <a:ext cx="250825" cy="533400"/>
              </a:xfrm>
              <a:custGeom>
                <a:avLst/>
                <a:gdLst>
                  <a:gd name="T0" fmla="*/ 67 w 67"/>
                  <a:gd name="T1" fmla="*/ 138 h 142"/>
                  <a:gd name="T2" fmla="*/ 66 w 67"/>
                  <a:gd name="T3" fmla="*/ 15 h 142"/>
                  <a:gd name="T4" fmla="*/ 33 w 67"/>
                  <a:gd name="T5" fmla="*/ 19 h 142"/>
                  <a:gd name="T6" fmla="*/ 57 w 67"/>
                  <a:gd name="T7" fmla="*/ 26 h 142"/>
                  <a:gd name="T8" fmla="*/ 56 w 67"/>
                  <a:gd name="T9" fmla="*/ 27 h 142"/>
                  <a:gd name="T10" fmla="*/ 50 w 67"/>
                  <a:gd name="T11" fmla="*/ 25 h 142"/>
                  <a:gd name="T12" fmla="*/ 33 w 67"/>
                  <a:gd name="T13" fmla="*/ 38 h 142"/>
                  <a:gd name="T14" fmla="*/ 57 w 67"/>
                  <a:gd name="T15" fmla="*/ 45 h 142"/>
                  <a:gd name="T16" fmla="*/ 56 w 67"/>
                  <a:gd name="T17" fmla="*/ 46 h 142"/>
                  <a:gd name="T18" fmla="*/ 50 w 67"/>
                  <a:gd name="T19" fmla="*/ 44 h 142"/>
                  <a:gd name="T20" fmla="*/ 33 w 67"/>
                  <a:gd name="T21" fmla="*/ 57 h 142"/>
                  <a:gd name="T22" fmla="*/ 57 w 67"/>
                  <a:gd name="T23" fmla="*/ 64 h 142"/>
                  <a:gd name="T24" fmla="*/ 56 w 67"/>
                  <a:gd name="T25" fmla="*/ 65 h 142"/>
                  <a:gd name="T26" fmla="*/ 50 w 67"/>
                  <a:gd name="T27" fmla="*/ 63 h 142"/>
                  <a:gd name="T28" fmla="*/ 33 w 67"/>
                  <a:gd name="T29" fmla="*/ 122 h 142"/>
                  <a:gd name="T30" fmla="*/ 66 w 67"/>
                  <a:gd name="T31" fmla="*/ 138 h 142"/>
                  <a:gd name="T32" fmla="*/ 33 w 67"/>
                  <a:gd name="T33" fmla="*/ 0 h 142"/>
                  <a:gd name="T34" fmla="*/ 0 w 67"/>
                  <a:gd name="T35" fmla="*/ 31 h 142"/>
                  <a:gd name="T36" fmla="*/ 1 w 67"/>
                  <a:gd name="T37" fmla="*/ 138 h 142"/>
                  <a:gd name="T38" fmla="*/ 33 w 67"/>
                  <a:gd name="T39" fmla="*/ 61 h 142"/>
                  <a:gd name="T40" fmla="*/ 17 w 67"/>
                  <a:gd name="T41" fmla="*/ 63 h 142"/>
                  <a:gd name="T42" fmla="*/ 9 w 67"/>
                  <a:gd name="T43" fmla="*/ 64 h 142"/>
                  <a:gd name="T44" fmla="*/ 33 w 67"/>
                  <a:gd name="T45" fmla="*/ 57 h 142"/>
                  <a:gd name="T46" fmla="*/ 33 w 67"/>
                  <a:gd name="T47" fmla="*/ 42 h 142"/>
                  <a:gd name="T48" fmla="*/ 17 w 67"/>
                  <a:gd name="T49" fmla="*/ 44 h 142"/>
                  <a:gd name="T50" fmla="*/ 9 w 67"/>
                  <a:gd name="T51" fmla="*/ 45 h 142"/>
                  <a:gd name="T52" fmla="*/ 33 w 67"/>
                  <a:gd name="T53" fmla="*/ 38 h 142"/>
                  <a:gd name="T54" fmla="*/ 33 w 67"/>
                  <a:gd name="T55" fmla="*/ 23 h 142"/>
                  <a:gd name="T56" fmla="*/ 17 w 67"/>
                  <a:gd name="T57" fmla="*/ 25 h 142"/>
                  <a:gd name="T58" fmla="*/ 9 w 67"/>
                  <a:gd name="T59" fmla="*/ 26 h 142"/>
                  <a:gd name="T60" fmla="*/ 33 w 67"/>
                  <a:gd name="T61" fmla="*/ 19 h 142"/>
                  <a:gd name="T62" fmla="*/ 33 w 67"/>
                  <a:gd name="T63"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142">
                    <a:moveTo>
                      <a:pt x="66" y="138"/>
                    </a:moveTo>
                    <a:cubicBezTo>
                      <a:pt x="67" y="142"/>
                      <a:pt x="67" y="142"/>
                      <a:pt x="67" y="138"/>
                    </a:cubicBezTo>
                    <a:cubicBezTo>
                      <a:pt x="67" y="116"/>
                      <a:pt x="67" y="53"/>
                      <a:pt x="67" y="31"/>
                    </a:cubicBezTo>
                    <a:cubicBezTo>
                      <a:pt x="67" y="26"/>
                      <a:pt x="67" y="19"/>
                      <a:pt x="66" y="15"/>
                    </a:cubicBezTo>
                    <a:cubicBezTo>
                      <a:pt x="62" y="3"/>
                      <a:pt x="49" y="0"/>
                      <a:pt x="33" y="0"/>
                    </a:cubicBezTo>
                    <a:cubicBezTo>
                      <a:pt x="33" y="19"/>
                      <a:pt x="33" y="19"/>
                      <a:pt x="33" y="19"/>
                    </a:cubicBezTo>
                    <a:cubicBezTo>
                      <a:pt x="43" y="19"/>
                      <a:pt x="51" y="21"/>
                      <a:pt x="57" y="23"/>
                    </a:cubicBezTo>
                    <a:cubicBezTo>
                      <a:pt x="58" y="24"/>
                      <a:pt x="58" y="25"/>
                      <a:pt x="57" y="26"/>
                    </a:cubicBezTo>
                    <a:cubicBezTo>
                      <a:pt x="57" y="26"/>
                      <a:pt x="57" y="26"/>
                      <a:pt x="57" y="26"/>
                    </a:cubicBezTo>
                    <a:cubicBezTo>
                      <a:pt x="57" y="27"/>
                      <a:pt x="56" y="27"/>
                      <a:pt x="56" y="27"/>
                    </a:cubicBezTo>
                    <a:cubicBezTo>
                      <a:pt x="55" y="27"/>
                      <a:pt x="55" y="27"/>
                      <a:pt x="55" y="27"/>
                    </a:cubicBezTo>
                    <a:cubicBezTo>
                      <a:pt x="53" y="26"/>
                      <a:pt x="52" y="26"/>
                      <a:pt x="50" y="25"/>
                    </a:cubicBezTo>
                    <a:cubicBezTo>
                      <a:pt x="46" y="24"/>
                      <a:pt x="40" y="23"/>
                      <a:pt x="33" y="23"/>
                    </a:cubicBezTo>
                    <a:cubicBezTo>
                      <a:pt x="33" y="38"/>
                      <a:pt x="33" y="38"/>
                      <a:pt x="33" y="38"/>
                    </a:cubicBezTo>
                    <a:cubicBezTo>
                      <a:pt x="43" y="38"/>
                      <a:pt x="51" y="40"/>
                      <a:pt x="57" y="43"/>
                    </a:cubicBezTo>
                    <a:cubicBezTo>
                      <a:pt x="58" y="43"/>
                      <a:pt x="58" y="44"/>
                      <a:pt x="57" y="45"/>
                    </a:cubicBezTo>
                    <a:cubicBezTo>
                      <a:pt x="57" y="45"/>
                      <a:pt x="57" y="45"/>
                      <a:pt x="57" y="45"/>
                    </a:cubicBezTo>
                    <a:cubicBezTo>
                      <a:pt x="57" y="46"/>
                      <a:pt x="56" y="46"/>
                      <a:pt x="56" y="46"/>
                    </a:cubicBezTo>
                    <a:cubicBezTo>
                      <a:pt x="55" y="46"/>
                      <a:pt x="55" y="46"/>
                      <a:pt x="55" y="46"/>
                    </a:cubicBezTo>
                    <a:cubicBezTo>
                      <a:pt x="53" y="45"/>
                      <a:pt x="52" y="45"/>
                      <a:pt x="50" y="44"/>
                    </a:cubicBezTo>
                    <a:cubicBezTo>
                      <a:pt x="46" y="43"/>
                      <a:pt x="40" y="42"/>
                      <a:pt x="33" y="42"/>
                    </a:cubicBezTo>
                    <a:cubicBezTo>
                      <a:pt x="33" y="57"/>
                      <a:pt x="33" y="57"/>
                      <a:pt x="33" y="57"/>
                    </a:cubicBezTo>
                    <a:cubicBezTo>
                      <a:pt x="43" y="57"/>
                      <a:pt x="51" y="59"/>
                      <a:pt x="57" y="62"/>
                    </a:cubicBezTo>
                    <a:cubicBezTo>
                      <a:pt x="58" y="62"/>
                      <a:pt x="58" y="63"/>
                      <a:pt x="57" y="64"/>
                    </a:cubicBezTo>
                    <a:cubicBezTo>
                      <a:pt x="57" y="64"/>
                      <a:pt x="57" y="64"/>
                      <a:pt x="57" y="64"/>
                    </a:cubicBezTo>
                    <a:cubicBezTo>
                      <a:pt x="57" y="65"/>
                      <a:pt x="56" y="65"/>
                      <a:pt x="56" y="65"/>
                    </a:cubicBezTo>
                    <a:cubicBezTo>
                      <a:pt x="55" y="65"/>
                      <a:pt x="55" y="65"/>
                      <a:pt x="55" y="65"/>
                    </a:cubicBezTo>
                    <a:cubicBezTo>
                      <a:pt x="53" y="64"/>
                      <a:pt x="52" y="64"/>
                      <a:pt x="50" y="63"/>
                    </a:cubicBezTo>
                    <a:cubicBezTo>
                      <a:pt x="46" y="62"/>
                      <a:pt x="40" y="61"/>
                      <a:pt x="33" y="61"/>
                    </a:cubicBezTo>
                    <a:cubicBezTo>
                      <a:pt x="33" y="122"/>
                      <a:pt x="33" y="122"/>
                      <a:pt x="33" y="122"/>
                    </a:cubicBezTo>
                    <a:cubicBezTo>
                      <a:pt x="33" y="122"/>
                      <a:pt x="33" y="122"/>
                      <a:pt x="33" y="122"/>
                    </a:cubicBezTo>
                    <a:cubicBezTo>
                      <a:pt x="49" y="122"/>
                      <a:pt x="62" y="126"/>
                      <a:pt x="66" y="138"/>
                    </a:cubicBezTo>
                    <a:close/>
                    <a:moveTo>
                      <a:pt x="33" y="0"/>
                    </a:moveTo>
                    <a:cubicBezTo>
                      <a:pt x="33" y="0"/>
                      <a:pt x="33" y="0"/>
                      <a:pt x="33" y="0"/>
                    </a:cubicBezTo>
                    <a:cubicBezTo>
                      <a:pt x="18" y="0"/>
                      <a:pt x="5" y="3"/>
                      <a:pt x="1" y="15"/>
                    </a:cubicBezTo>
                    <a:cubicBezTo>
                      <a:pt x="0" y="19"/>
                      <a:pt x="0" y="26"/>
                      <a:pt x="0" y="31"/>
                    </a:cubicBezTo>
                    <a:cubicBezTo>
                      <a:pt x="0" y="53"/>
                      <a:pt x="0" y="116"/>
                      <a:pt x="0" y="138"/>
                    </a:cubicBezTo>
                    <a:cubicBezTo>
                      <a:pt x="0" y="142"/>
                      <a:pt x="0" y="142"/>
                      <a:pt x="1" y="138"/>
                    </a:cubicBezTo>
                    <a:cubicBezTo>
                      <a:pt x="5" y="126"/>
                      <a:pt x="18" y="122"/>
                      <a:pt x="33" y="122"/>
                    </a:cubicBezTo>
                    <a:cubicBezTo>
                      <a:pt x="33" y="61"/>
                      <a:pt x="33" y="61"/>
                      <a:pt x="33" y="61"/>
                    </a:cubicBezTo>
                    <a:cubicBezTo>
                      <a:pt x="33" y="61"/>
                      <a:pt x="33" y="61"/>
                      <a:pt x="33" y="61"/>
                    </a:cubicBezTo>
                    <a:cubicBezTo>
                      <a:pt x="27" y="61"/>
                      <a:pt x="21" y="62"/>
                      <a:pt x="17" y="63"/>
                    </a:cubicBezTo>
                    <a:cubicBezTo>
                      <a:pt x="15" y="64"/>
                      <a:pt x="13" y="64"/>
                      <a:pt x="12" y="65"/>
                    </a:cubicBezTo>
                    <a:cubicBezTo>
                      <a:pt x="11" y="66"/>
                      <a:pt x="10" y="65"/>
                      <a:pt x="9" y="64"/>
                    </a:cubicBezTo>
                    <a:cubicBezTo>
                      <a:pt x="9" y="63"/>
                      <a:pt x="9" y="62"/>
                      <a:pt x="10" y="62"/>
                    </a:cubicBezTo>
                    <a:cubicBezTo>
                      <a:pt x="16" y="59"/>
                      <a:pt x="24" y="57"/>
                      <a:pt x="33" y="57"/>
                    </a:cubicBezTo>
                    <a:cubicBezTo>
                      <a:pt x="33" y="57"/>
                      <a:pt x="33" y="57"/>
                      <a:pt x="33" y="57"/>
                    </a:cubicBezTo>
                    <a:cubicBezTo>
                      <a:pt x="33" y="42"/>
                      <a:pt x="33" y="42"/>
                      <a:pt x="33" y="42"/>
                    </a:cubicBezTo>
                    <a:cubicBezTo>
                      <a:pt x="33" y="42"/>
                      <a:pt x="33" y="42"/>
                      <a:pt x="33" y="42"/>
                    </a:cubicBezTo>
                    <a:cubicBezTo>
                      <a:pt x="27" y="42"/>
                      <a:pt x="21" y="43"/>
                      <a:pt x="17" y="44"/>
                    </a:cubicBezTo>
                    <a:cubicBezTo>
                      <a:pt x="15" y="45"/>
                      <a:pt x="13" y="45"/>
                      <a:pt x="12" y="46"/>
                    </a:cubicBezTo>
                    <a:cubicBezTo>
                      <a:pt x="11" y="47"/>
                      <a:pt x="10" y="46"/>
                      <a:pt x="9" y="45"/>
                    </a:cubicBezTo>
                    <a:cubicBezTo>
                      <a:pt x="9" y="44"/>
                      <a:pt x="9" y="43"/>
                      <a:pt x="10" y="43"/>
                    </a:cubicBezTo>
                    <a:cubicBezTo>
                      <a:pt x="16" y="40"/>
                      <a:pt x="24" y="38"/>
                      <a:pt x="33" y="38"/>
                    </a:cubicBezTo>
                    <a:cubicBezTo>
                      <a:pt x="33" y="38"/>
                      <a:pt x="33" y="38"/>
                      <a:pt x="33" y="38"/>
                    </a:cubicBezTo>
                    <a:cubicBezTo>
                      <a:pt x="33" y="23"/>
                      <a:pt x="33" y="23"/>
                      <a:pt x="33" y="23"/>
                    </a:cubicBezTo>
                    <a:cubicBezTo>
                      <a:pt x="33" y="23"/>
                      <a:pt x="33" y="23"/>
                      <a:pt x="33" y="23"/>
                    </a:cubicBezTo>
                    <a:cubicBezTo>
                      <a:pt x="27" y="23"/>
                      <a:pt x="21" y="24"/>
                      <a:pt x="17" y="25"/>
                    </a:cubicBezTo>
                    <a:cubicBezTo>
                      <a:pt x="15" y="26"/>
                      <a:pt x="13" y="26"/>
                      <a:pt x="12" y="27"/>
                    </a:cubicBezTo>
                    <a:cubicBezTo>
                      <a:pt x="11" y="27"/>
                      <a:pt x="10" y="27"/>
                      <a:pt x="9" y="26"/>
                    </a:cubicBezTo>
                    <a:cubicBezTo>
                      <a:pt x="9" y="25"/>
                      <a:pt x="9" y="24"/>
                      <a:pt x="10" y="23"/>
                    </a:cubicBezTo>
                    <a:cubicBezTo>
                      <a:pt x="16" y="21"/>
                      <a:pt x="24" y="19"/>
                      <a:pt x="33" y="19"/>
                    </a:cubicBezTo>
                    <a:cubicBezTo>
                      <a:pt x="33" y="19"/>
                      <a:pt x="33" y="19"/>
                      <a:pt x="33" y="19"/>
                    </a:cubicBez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3" name="Freeform 29"/>
              <p:cNvSpPr>
                <a:spLocks/>
              </p:cNvSpPr>
              <p:nvPr/>
            </p:nvSpPr>
            <p:spPr bwMode="auto">
              <a:xfrm>
                <a:off x="-3678238" y="7881938"/>
                <a:ext cx="288925" cy="555625"/>
              </a:xfrm>
              <a:custGeom>
                <a:avLst/>
                <a:gdLst>
                  <a:gd name="T0" fmla="*/ 77 w 77"/>
                  <a:gd name="T1" fmla="*/ 109 h 148"/>
                  <a:gd name="T2" fmla="*/ 77 w 77"/>
                  <a:gd name="T3" fmla="*/ 35 h 148"/>
                  <a:gd name="T4" fmla="*/ 45 w 77"/>
                  <a:gd name="T5" fmla="*/ 0 h 148"/>
                  <a:gd name="T6" fmla="*/ 31 w 77"/>
                  <a:gd name="T7" fmla="*/ 0 h 148"/>
                  <a:gd name="T8" fmla="*/ 0 w 77"/>
                  <a:gd name="T9" fmla="*/ 35 h 148"/>
                  <a:gd name="T10" fmla="*/ 0 w 77"/>
                  <a:gd name="T11" fmla="*/ 118 h 148"/>
                  <a:gd name="T12" fmla="*/ 29 w 77"/>
                  <a:gd name="T13" fmla="*/ 148 h 148"/>
                  <a:gd name="T14" fmla="*/ 30 w 77"/>
                  <a:gd name="T15" fmla="*/ 148 h 148"/>
                  <a:gd name="T16" fmla="*/ 60 w 77"/>
                  <a:gd name="T17" fmla="*/ 118 h 148"/>
                  <a:gd name="T18" fmla="*/ 60 w 77"/>
                  <a:gd name="T19" fmla="*/ 61 h 148"/>
                  <a:gd name="T20" fmla="*/ 40 w 77"/>
                  <a:gd name="T21" fmla="*/ 39 h 148"/>
                  <a:gd name="T22" fmla="*/ 37 w 77"/>
                  <a:gd name="T23" fmla="*/ 39 h 148"/>
                  <a:gd name="T24" fmla="*/ 17 w 77"/>
                  <a:gd name="T25" fmla="*/ 61 h 148"/>
                  <a:gd name="T26" fmla="*/ 17 w 77"/>
                  <a:gd name="T27" fmla="*/ 109 h 148"/>
                  <a:gd name="T28" fmla="*/ 29 w 77"/>
                  <a:gd name="T29" fmla="*/ 109 h 148"/>
                  <a:gd name="T30" fmla="*/ 29 w 77"/>
                  <a:gd name="T31" fmla="*/ 61 h 148"/>
                  <a:gd name="T32" fmla="*/ 37 w 77"/>
                  <a:gd name="T33" fmla="*/ 51 h 148"/>
                  <a:gd name="T34" fmla="*/ 40 w 77"/>
                  <a:gd name="T35" fmla="*/ 51 h 148"/>
                  <a:gd name="T36" fmla="*/ 49 w 77"/>
                  <a:gd name="T37" fmla="*/ 61 h 148"/>
                  <a:gd name="T38" fmla="*/ 49 w 77"/>
                  <a:gd name="T39" fmla="*/ 118 h 148"/>
                  <a:gd name="T40" fmla="*/ 30 w 77"/>
                  <a:gd name="T41" fmla="*/ 137 h 148"/>
                  <a:gd name="T42" fmla="*/ 16 w 77"/>
                  <a:gd name="T43" fmla="*/ 130 h 148"/>
                  <a:gd name="T44" fmla="*/ 11 w 77"/>
                  <a:gd name="T45" fmla="*/ 112 h 148"/>
                  <a:gd name="T46" fmla="*/ 11 w 77"/>
                  <a:gd name="T47" fmla="*/ 35 h 148"/>
                  <a:gd name="T48" fmla="*/ 31 w 77"/>
                  <a:gd name="T49" fmla="*/ 11 h 148"/>
                  <a:gd name="T50" fmla="*/ 45 w 77"/>
                  <a:gd name="T51" fmla="*/ 11 h 148"/>
                  <a:gd name="T52" fmla="*/ 66 w 77"/>
                  <a:gd name="T53" fmla="*/ 35 h 148"/>
                  <a:gd name="T54" fmla="*/ 66 w 77"/>
                  <a:gd name="T55" fmla="*/ 109 h 148"/>
                  <a:gd name="T56" fmla="*/ 77 w 77"/>
                  <a:gd name="T57" fmla="*/ 10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148">
                    <a:moveTo>
                      <a:pt x="77" y="109"/>
                    </a:moveTo>
                    <a:cubicBezTo>
                      <a:pt x="77" y="35"/>
                      <a:pt x="77" y="35"/>
                      <a:pt x="77" y="35"/>
                    </a:cubicBezTo>
                    <a:cubicBezTo>
                      <a:pt x="77" y="14"/>
                      <a:pt x="64" y="0"/>
                      <a:pt x="45" y="0"/>
                    </a:cubicBezTo>
                    <a:cubicBezTo>
                      <a:pt x="31" y="0"/>
                      <a:pt x="31" y="0"/>
                      <a:pt x="31" y="0"/>
                    </a:cubicBezTo>
                    <a:cubicBezTo>
                      <a:pt x="12" y="0"/>
                      <a:pt x="0" y="14"/>
                      <a:pt x="0" y="35"/>
                    </a:cubicBezTo>
                    <a:cubicBezTo>
                      <a:pt x="0" y="35"/>
                      <a:pt x="0" y="118"/>
                      <a:pt x="0" y="118"/>
                    </a:cubicBezTo>
                    <a:cubicBezTo>
                      <a:pt x="0" y="134"/>
                      <a:pt x="13" y="148"/>
                      <a:pt x="29" y="148"/>
                    </a:cubicBezTo>
                    <a:cubicBezTo>
                      <a:pt x="30" y="148"/>
                      <a:pt x="30" y="148"/>
                      <a:pt x="30" y="148"/>
                    </a:cubicBezTo>
                    <a:cubicBezTo>
                      <a:pt x="47" y="148"/>
                      <a:pt x="60" y="135"/>
                      <a:pt x="60" y="118"/>
                    </a:cubicBezTo>
                    <a:cubicBezTo>
                      <a:pt x="60" y="61"/>
                      <a:pt x="60" y="61"/>
                      <a:pt x="60" y="61"/>
                    </a:cubicBezTo>
                    <a:cubicBezTo>
                      <a:pt x="60" y="49"/>
                      <a:pt x="51" y="39"/>
                      <a:pt x="40" y="39"/>
                    </a:cubicBezTo>
                    <a:cubicBezTo>
                      <a:pt x="37" y="39"/>
                      <a:pt x="37" y="39"/>
                      <a:pt x="37" y="39"/>
                    </a:cubicBezTo>
                    <a:cubicBezTo>
                      <a:pt x="26" y="39"/>
                      <a:pt x="17" y="49"/>
                      <a:pt x="17" y="61"/>
                    </a:cubicBezTo>
                    <a:cubicBezTo>
                      <a:pt x="17" y="109"/>
                      <a:pt x="17" y="109"/>
                      <a:pt x="17" y="109"/>
                    </a:cubicBezTo>
                    <a:cubicBezTo>
                      <a:pt x="29" y="109"/>
                      <a:pt x="29" y="109"/>
                      <a:pt x="29" y="109"/>
                    </a:cubicBezTo>
                    <a:cubicBezTo>
                      <a:pt x="29" y="61"/>
                      <a:pt x="29" y="61"/>
                      <a:pt x="29" y="61"/>
                    </a:cubicBezTo>
                    <a:cubicBezTo>
                      <a:pt x="29" y="56"/>
                      <a:pt x="31" y="51"/>
                      <a:pt x="37" y="51"/>
                    </a:cubicBezTo>
                    <a:cubicBezTo>
                      <a:pt x="40" y="51"/>
                      <a:pt x="40" y="51"/>
                      <a:pt x="40" y="51"/>
                    </a:cubicBezTo>
                    <a:cubicBezTo>
                      <a:pt x="45" y="51"/>
                      <a:pt x="49" y="55"/>
                      <a:pt x="49" y="61"/>
                    </a:cubicBezTo>
                    <a:cubicBezTo>
                      <a:pt x="49" y="118"/>
                      <a:pt x="49" y="118"/>
                      <a:pt x="49" y="118"/>
                    </a:cubicBezTo>
                    <a:cubicBezTo>
                      <a:pt x="49" y="128"/>
                      <a:pt x="41" y="137"/>
                      <a:pt x="30" y="137"/>
                    </a:cubicBezTo>
                    <a:cubicBezTo>
                      <a:pt x="24" y="137"/>
                      <a:pt x="19" y="134"/>
                      <a:pt x="16" y="130"/>
                    </a:cubicBezTo>
                    <a:cubicBezTo>
                      <a:pt x="13" y="127"/>
                      <a:pt x="11" y="121"/>
                      <a:pt x="11" y="112"/>
                    </a:cubicBezTo>
                    <a:cubicBezTo>
                      <a:pt x="11" y="35"/>
                      <a:pt x="11" y="35"/>
                      <a:pt x="11" y="35"/>
                    </a:cubicBezTo>
                    <a:cubicBezTo>
                      <a:pt x="11" y="17"/>
                      <a:pt x="21" y="11"/>
                      <a:pt x="31" y="11"/>
                    </a:cubicBezTo>
                    <a:cubicBezTo>
                      <a:pt x="45" y="11"/>
                      <a:pt x="45" y="11"/>
                      <a:pt x="45" y="11"/>
                    </a:cubicBezTo>
                    <a:cubicBezTo>
                      <a:pt x="60" y="11"/>
                      <a:pt x="66" y="23"/>
                      <a:pt x="66" y="35"/>
                    </a:cubicBezTo>
                    <a:cubicBezTo>
                      <a:pt x="66" y="109"/>
                      <a:pt x="66" y="109"/>
                      <a:pt x="66" y="109"/>
                    </a:cubicBezTo>
                    <a:lnTo>
                      <a:pt x="77"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4" name="Freeform 30"/>
              <p:cNvSpPr>
                <a:spLocks/>
              </p:cNvSpPr>
              <p:nvPr/>
            </p:nvSpPr>
            <p:spPr bwMode="auto">
              <a:xfrm>
                <a:off x="-4321175" y="4551363"/>
                <a:ext cx="312738" cy="311150"/>
              </a:xfrm>
              <a:custGeom>
                <a:avLst/>
                <a:gdLst>
                  <a:gd name="T0" fmla="*/ 39 w 83"/>
                  <a:gd name="T1" fmla="*/ 83 h 83"/>
                  <a:gd name="T2" fmla="*/ 41 w 83"/>
                  <a:gd name="T3" fmla="*/ 83 h 83"/>
                  <a:gd name="T4" fmla="*/ 83 w 83"/>
                  <a:gd name="T5" fmla="*/ 42 h 83"/>
                  <a:gd name="T6" fmla="*/ 41 w 83"/>
                  <a:gd name="T7" fmla="*/ 0 h 83"/>
                  <a:gd name="T8" fmla="*/ 0 w 83"/>
                  <a:gd name="T9" fmla="*/ 41 h 83"/>
                  <a:gd name="T10" fmla="*/ 23 w 83"/>
                  <a:gd name="T11" fmla="*/ 55 h 83"/>
                  <a:gd name="T12" fmla="*/ 39 w 83"/>
                  <a:gd name="T13" fmla="*/ 83 h 83"/>
                </a:gdLst>
                <a:ahLst/>
                <a:cxnLst>
                  <a:cxn ang="0">
                    <a:pos x="T0" y="T1"/>
                  </a:cxn>
                  <a:cxn ang="0">
                    <a:pos x="T2" y="T3"/>
                  </a:cxn>
                  <a:cxn ang="0">
                    <a:pos x="T4" y="T5"/>
                  </a:cxn>
                  <a:cxn ang="0">
                    <a:pos x="T6" y="T7"/>
                  </a:cxn>
                  <a:cxn ang="0">
                    <a:pos x="T8" y="T9"/>
                  </a:cxn>
                  <a:cxn ang="0">
                    <a:pos x="T10" y="T11"/>
                  </a:cxn>
                  <a:cxn ang="0">
                    <a:pos x="T12" y="T13"/>
                  </a:cxn>
                </a:cxnLst>
                <a:rect l="0" t="0" r="r" b="b"/>
                <a:pathLst>
                  <a:path w="83" h="83">
                    <a:moveTo>
                      <a:pt x="39" y="83"/>
                    </a:moveTo>
                    <a:cubicBezTo>
                      <a:pt x="40" y="83"/>
                      <a:pt x="40" y="83"/>
                      <a:pt x="41" y="83"/>
                    </a:cubicBezTo>
                    <a:cubicBezTo>
                      <a:pt x="64" y="83"/>
                      <a:pt x="83" y="65"/>
                      <a:pt x="83" y="42"/>
                    </a:cubicBezTo>
                    <a:cubicBezTo>
                      <a:pt x="83" y="19"/>
                      <a:pt x="64" y="0"/>
                      <a:pt x="41" y="0"/>
                    </a:cubicBezTo>
                    <a:cubicBezTo>
                      <a:pt x="19" y="0"/>
                      <a:pt x="0" y="18"/>
                      <a:pt x="0" y="41"/>
                    </a:cubicBezTo>
                    <a:cubicBezTo>
                      <a:pt x="8" y="44"/>
                      <a:pt x="16" y="49"/>
                      <a:pt x="23" y="55"/>
                    </a:cubicBezTo>
                    <a:cubicBezTo>
                      <a:pt x="31" y="63"/>
                      <a:pt x="36" y="73"/>
                      <a:pt x="39"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5" name="Freeform 31"/>
              <p:cNvSpPr>
                <a:spLocks/>
              </p:cNvSpPr>
              <p:nvPr/>
            </p:nvSpPr>
            <p:spPr bwMode="auto">
              <a:xfrm>
                <a:off x="-4208463" y="4464050"/>
                <a:ext cx="87313" cy="68263"/>
              </a:xfrm>
              <a:custGeom>
                <a:avLst/>
                <a:gdLst>
                  <a:gd name="T0" fmla="*/ 55 w 55"/>
                  <a:gd name="T1" fmla="*/ 43 h 43"/>
                  <a:gd name="T2" fmla="*/ 26 w 55"/>
                  <a:gd name="T3" fmla="*/ 0 h 43"/>
                  <a:gd name="T4" fmla="*/ 0 w 55"/>
                  <a:gd name="T5" fmla="*/ 43 h 43"/>
                  <a:gd name="T6" fmla="*/ 55 w 55"/>
                  <a:gd name="T7" fmla="*/ 43 h 43"/>
                </a:gdLst>
                <a:ahLst/>
                <a:cxnLst>
                  <a:cxn ang="0">
                    <a:pos x="T0" y="T1"/>
                  </a:cxn>
                  <a:cxn ang="0">
                    <a:pos x="T2" y="T3"/>
                  </a:cxn>
                  <a:cxn ang="0">
                    <a:pos x="T4" y="T5"/>
                  </a:cxn>
                  <a:cxn ang="0">
                    <a:pos x="T6" y="T7"/>
                  </a:cxn>
                </a:cxnLst>
                <a:rect l="0" t="0" r="r" b="b"/>
                <a:pathLst>
                  <a:path w="55" h="43">
                    <a:moveTo>
                      <a:pt x="55" y="43"/>
                    </a:moveTo>
                    <a:lnTo>
                      <a:pt x="26" y="0"/>
                    </a:lnTo>
                    <a:lnTo>
                      <a:pt x="0" y="43"/>
                    </a:lnTo>
                    <a:lnTo>
                      <a:pt x="55"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6" name="Freeform 32"/>
              <p:cNvSpPr>
                <a:spLocks/>
              </p:cNvSpPr>
              <p:nvPr/>
            </p:nvSpPr>
            <p:spPr bwMode="auto">
              <a:xfrm>
                <a:off x="-3989388" y="4664075"/>
                <a:ext cx="66675" cy="88900"/>
              </a:xfrm>
              <a:custGeom>
                <a:avLst/>
                <a:gdLst>
                  <a:gd name="T0" fmla="*/ 0 w 42"/>
                  <a:gd name="T1" fmla="*/ 56 h 56"/>
                  <a:gd name="T2" fmla="*/ 42 w 42"/>
                  <a:gd name="T3" fmla="*/ 28 h 56"/>
                  <a:gd name="T4" fmla="*/ 0 w 42"/>
                  <a:gd name="T5" fmla="*/ 0 h 56"/>
                  <a:gd name="T6" fmla="*/ 0 w 42"/>
                  <a:gd name="T7" fmla="*/ 56 h 56"/>
                </a:gdLst>
                <a:ahLst/>
                <a:cxnLst>
                  <a:cxn ang="0">
                    <a:pos x="T0" y="T1"/>
                  </a:cxn>
                  <a:cxn ang="0">
                    <a:pos x="T2" y="T3"/>
                  </a:cxn>
                  <a:cxn ang="0">
                    <a:pos x="T4" y="T5"/>
                  </a:cxn>
                  <a:cxn ang="0">
                    <a:pos x="T6" y="T7"/>
                  </a:cxn>
                </a:cxnLst>
                <a:rect l="0" t="0" r="r" b="b"/>
                <a:pathLst>
                  <a:path w="42" h="56">
                    <a:moveTo>
                      <a:pt x="0" y="56"/>
                    </a:moveTo>
                    <a:lnTo>
                      <a:pt x="42" y="28"/>
                    </a:lnTo>
                    <a:lnTo>
                      <a:pt x="0" y="0"/>
                    </a:lnTo>
                    <a:lnTo>
                      <a:pt x="0"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7" name="Freeform 33"/>
              <p:cNvSpPr>
                <a:spLocks/>
              </p:cNvSpPr>
              <p:nvPr/>
            </p:nvSpPr>
            <p:spPr bwMode="auto">
              <a:xfrm>
                <a:off x="-4384675" y="4664075"/>
                <a:ext cx="41275" cy="33338"/>
              </a:xfrm>
              <a:custGeom>
                <a:avLst/>
                <a:gdLst>
                  <a:gd name="T0" fmla="*/ 11 w 11"/>
                  <a:gd name="T1" fmla="*/ 0 h 9"/>
                  <a:gd name="T2" fmla="*/ 0 w 11"/>
                  <a:gd name="T3" fmla="*/ 8 h 9"/>
                  <a:gd name="T4" fmla="*/ 11 w 11"/>
                  <a:gd name="T5" fmla="*/ 9 h 9"/>
                  <a:gd name="T6" fmla="*/ 11 w 11"/>
                  <a:gd name="T7" fmla="*/ 0 h 9"/>
                </a:gdLst>
                <a:ahLst/>
                <a:cxnLst>
                  <a:cxn ang="0">
                    <a:pos x="T0" y="T1"/>
                  </a:cxn>
                  <a:cxn ang="0">
                    <a:pos x="T2" y="T3"/>
                  </a:cxn>
                  <a:cxn ang="0">
                    <a:pos x="T4" y="T5"/>
                  </a:cxn>
                  <a:cxn ang="0">
                    <a:pos x="T6" y="T7"/>
                  </a:cxn>
                </a:cxnLst>
                <a:rect l="0" t="0" r="r" b="b"/>
                <a:pathLst>
                  <a:path w="11" h="9">
                    <a:moveTo>
                      <a:pt x="11" y="0"/>
                    </a:moveTo>
                    <a:cubicBezTo>
                      <a:pt x="0" y="8"/>
                      <a:pt x="0" y="8"/>
                      <a:pt x="0" y="8"/>
                    </a:cubicBezTo>
                    <a:cubicBezTo>
                      <a:pt x="4" y="8"/>
                      <a:pt x="8" y="8"/>
                      <a:pt x="11" y="9"/>
                    </a:cubicBezTo>
                    <a:lnTo>
                      <a:pt x="1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8" name="Freeform 34"/>
              <p:cNvSpPr>
                <a:spLocks/>
              </p:cNvSpPr>
              <p:nvPr/>
            </p:nvSpPr>
            <p:spPr bwMode="auto">
              <a:xfrm>
                <a:off x="-4071938" y="4535488"/>
                <a:ext cx="77788" cy="79375"/>
              </a:xfrm>
              <a:custGeom>
                <a:avLst/>
                <a:gdLst>
                  <a:gd name="T0" fmla="*/ 0 w 49"/>
                  <a:gd name="T1" fmla="*/ 12 h 50"/>
                  <a:gd name="T2" fmla="*/ 37 w 49"/>
                  <a:gd name="T3" fmla="*/ 50 h 50"/>
                  <a:gd name="T4" fmla="*/ 49 w 49"/>
                  <a:gd name="T5" fmla="*/ 0 h 50"/>
                  <a:gd name="T6" fmla="*/ 0 w 49"/>
                  <a:gd name="T7" fmla="*/ 12 h 50"/>
                </a:gdLst>
                <a:ahLst/>
                <a:cxnLst>
                  <a:cxn ang="0">
                    <a:pos x="T0" y="T1"/>
                  </a:cxn>
                  <a:cxn ang="0">
                    <a:pos x="T2" y="T3"/>
                  </a:cxn>
                  <a:cxn ang="0">
                    <a:pos x="T4" y="T5"/>
                  </a:cxn>
                  <a:cxn ang="0">
                    <a:pos x="T6" y="T7"/>
                  </a:cxn>
                </a:cxnLst>
                <a:rect l="0" t="0" r="r" b="b"/>
                <a:pathLst>
                  <a:path w="49" h="50">
                    <a:moveTo>
                      <a:pt x="0" y="12"/>
                    </a:moveTo>
                    <a:lnTo>
                      <a:pt x="37" y="50"/>
                    </a:lnTo>
                    <a:lnTo>
                      <a:pt x="49"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9" name="Freeform 35"/>
              <p:cNvSpPr>
                <a:spLocks/>
              </p:cNvSpPr>
              <p:nvPr/>
            </p:nvSpPr>
            <p:spPr bwMode="auto">
              <a:xfrm>
                <a:off x="-4071938" y="4802188"/>
                <a:ext cx="77788" cy="79375"/>
              </a:xfrm>
              <a:custGeom>
                <a:avLst/>
                <a:gdLst>
                  <a:gd name="T0" fmla="*/ 37 w 49"/>
                  <a:gd name="T1" fmla="*/ 0 h 50"/>
                  <a:gd name="T2" fmla="*/ 0 w 49"/>
                  <a:gd name="T3" fmla="*/ 38 h 50"/>
                  <a:gd name="T4" fmla="*/ 49 w 49"/>
                  <a:gd name="T5" fmla="*/ 50 h 50"/>
                  <a:gd name="T6" fmla="*/ 37 w 49"/>
                  <a:gd name="T7" fmla="*/ 0 h 50"/>
                </a:gdLst>
                <a:ahLst/>
                <a:cxnLst>
                  <a:cxn ang="0">
                    <a:pos x="T0" y="T1"/>
                  </a:cxn>
                  <a:cxn ang="0">
                    <a:pos x="T2" y="T3"/>
                  </a:cxn>
                  <a:cxn ang="0">
                    <a:pos x="T4" y="T5"/>
                  </a:cxn>
                  <a:cxn ang="0">
                    <a:pos x="T6" y="T7"/>
                  </a:cxn>
                </a:cxnLst>
                <a:rect l="0" t="0" r="r" b="b"/>
                <a:pathLst>
                  <a:path w="49" h="50">
                    <a:moveTo>
                      <a:pt x="37" y="0"/>
                    </a:moveTo>
                    <a:lnTo>
                      <a:pt x="0" y="38"/>
                    </a:lnTo>
                    <a:lnTo>
                      <a:pt x="49" y="50"/>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0" name="Freeform 36"/>
              <p:cNvSpPr>
                <a:spLocks/>
              </p:cNvSpPr>
              <p:nvPr/>
            </p:nvSpPr>
            <p:spPr bwMode="auto">
              <a:xfrm>
                <a:off x="-4340225" y="4535488"/>
                <a:ext cx="79375" cy="79375"/>
              </a:xfrm>
              <a:custGeom>
                <a:avLst/>
                <a:gdLst>
                  <a:gd name="T0" fmla="*/ 12 w 50"/>
                  <a:gd name="T1" fmla="*/ 50 h 50"/>
                  <a:gd name="T2" fmla="*/ 50 w 50"/>
                  <a:gd name="T3" fmla="*/ 12 h 50"/>
                  <a:gd name="T4" fmla="*/ 0 w 50"/>
                  <a:gd name="T5" fmla="*/ 0 h 50"/>
                  <a:gd name="T6" fmla="*/ 12 w 50"/>
                  <a:gd name="T7" fmla="*/ 50 h 50"/>
                </a:gdLst>
                <a:ahLst/>
                <a:cxnLst>
                  <a:cxn ang="0">
                    <a:pos x="T0" y="T1"/>
                  </a:cxn>
                  <a:cxn ang="0">
                    <a:pos x="T2" y="T3"/>
                  </a:cxn>
                  <a:cxn ang="0">
                    <a:pos x="T4" y="T5"/>
                  </a:cxn>
                  <a:cxn ang="0">
                    <a:pos x="T6" y="T7"/>
                  </a:cxn>
                </a:cxnLst>
                <a:rect l="0" t="0" r="r" b="b"/>
                <a:pathLst>
                  <a:path w="50" h="50">
                    <a:moveTo>
                      <a:pt x="12" y="50"/>
                    </a:moveTo>
                    <a:lnTo>
                      <a:pt x="50" y="12"/>
                    </a:lnTo>
                    <a:lnTo>
                      <a:pt x="0" y="0"/>
                    </a:lnTo>
                    <a:lnTo>
                      <a:pt x="12"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1" name="Freeform 37"/>
              <p:cNvSpPr>
                <a:spLocks/>
              </p:cNvSpPr>
              <p:nvPr/>
            </p:nvSpPr>
            <p:spPr bwMode="auto">
              <a:xfrm>
                <a:off x="-4670425" y="4711700"/>
                <a:ext cx="684213" cy="417513"/>
              </a:xfrm>
              <a:custGeom>
                <a:avLst/>
                <a:gdLst>
                  <a:gd name="T0" fmla="*/ 149 w 182"/>
                  <a:gd name="T1" fmla="*/ 47 h 111"/>
                  <a:gd name="T2" fmla="*/ 145 w 182"/>
                  <a:gd name="T3" fmla="*/ 47 h 111"/>
                  <a:gd name="T4" fmla="*/ 129 w 182"/>
                  <a:gd name="T5" fmla="*/ 54 h 111"/>
                  <a:gd name="T6" fmla="*/ 128 w 182"/>
                  <a:gd name="T7" fmla="*/ 46 h 111"/>
                  <a:gd name="T8" fmla="*/ 126 w 182"/>
                  <a:gd name="T9" fmla="*/ 40 h 111"/>
                  <a:gd name="T10" fmla="*/ 93 w 182"/>
                  <a:gd name="T11" fmla="*/ 4 h 111"/>
                  <a:gd name="T12" fmla="*/ 87 w 182"/>
                  <a:gd name="T13" fmla="*/ 2 h 111"/>
                  <a:gd name="T14" fmla="*/ 73 w 182"/>
                  <a:gd name="T15" fmla="*/ 0 h 111"/>
                  <a:gd name="T16" fmla="*/ 71 w 182"/>
                  <a:gd name="T17" fmla="*/ 0 h 111"/>
                  <a:gd name="T18" fmla="*/ 17 w 182"/>
                  <a:gd name="T19" fmla="*/ 56 h 111"/>
                  <a:gd name="T20" fmla="*/ 20 w 182"/>
                  <a:gd name="T21" fmla="*/ 72 h 111"/>
                  <a:gd name="T22" fmla="*/ 0 w 182"/>
                  <a:gd name="T23" fmla="*/ 92 h 111"/>
                  <a:gd name="T24" fmla="*/ 20 w 182"/>
                  <a:gd name="T25" fmla="*/ 111 h 111"/>
                  <a:gd name="T26" fmla="*/ 73 w 182"/>
                  <a:gd name="T27" fmla="*/ 111 h 111"/>
                  <a:gd name="T28" fmla="*/ 75 w 182"/>
                  <a:gd name="T29" fmla="*/ 111 h 111"/>
                  <a:gd name="T30" fmla="*/ 149 w 182"/>
                  <a:gd name="T31" fmla="*/ 111 h 111"/>
                  <a:gd name="T32" fmla="*/ 182 w 182"/>
                  <a:gd name="T33" fmla="*/ 79 h 111"/>
                  <a:gd name="T34" fmla="*/ 149 w 182"/>
                  <a:gd name="T35" fmla="*/ 4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2" h="111">
                    <a:moveTo>
                      <a:pt x="149" y="47"/>
                    </a:moveTo>
                    <a:cubicBezTo>
                      <a:pt x="148" y="47"/>
                      <a:pt x="146" y="47"/>
                      <a:pt x="145" y="47"/>
                    </a:cubicBezTo>
                    <a:cubicBezTo>
                      <a:pt x="139" y="48"/>
                      <a:pt x="133" y="51"/>
                      <a:pt x="129" y="54"/>
                    </a:cubicBezTo>
                    <a:cubicBezTo>
                      <a:pt x="129" y="51"/>
                      <a:pt x="128" y="49"/>
                      <a:pt x="128" y="46"/>
                    </a:cubicBezTo>
                    <a:cubicBezTo>
                      <a:pt x="127" y="44"/>
                      <a:pt x="127" y="42"/>
                      <a:pt x="126" y="40"/>
                    </a:cubicBezTo>
                    <a:cubicBezTo>
                      <a:pt x="121" y="23"/>
                      <a:pt x="109" y="10"/>
                      <a:pt x="93" y="4"/>
                    </a:cubicBezTo>
                    <a:cubicBezTo>
                      <a:pt x="91" y="3"/>
                      <a:pt x="89" y="2"/>
                      <a:pt x="87" y="2"/>
                    </a:cubicBezTo>
                    <a:cubicBezTo>
                      <a:pt x="83" y="0"/>
                      <a:pt x="78" y="0"/>
                      <a:pt x="73" y="0"/>
                    </a:cubicBezTo>
                    <a:cubicBezTo>
                      <a:pt x="72" y="0"/>
                      <a:pt x="71" y="0"/>
                      <a:pt x="71" y="0"/>
                    </a:cubicBezTo>
                    <a:cubicBezTo>
                      <a:pt x="41" y="1"/>
                      <a:pt x="17" y="26"/>
                      <a:pt x="17" y="56"/>
                    </a:cubicBezTo>
                    <a:cubicBezTo>
                      <a:pt x="17" y="61"/>
                      <a:pt x="18" y="67"/>
                      <a:pt x="20" y="72"/>
                    </a:cubicBezTo>
                    <a:cubicBezTo>
                      <a:pt x="9" y="72"/>
                      <a:pt x="0" y="81"/>
                      <a:pt x="0" y="92"/>
                    </a:cubicBezTo>
                    <a:cubicBezTo>
                      <a:pt x="0" y="102"/>
                      <a:pt x="9" y="111"/>
                      <a:pt x="20" y="111"/>
                    </a:cubicBezTo>
                    <a:cubicBezTo>
                      <a:pt x="73" y="111"/>
                      <a:pt x="73" y="111"/>
                      <a:pt x="73" y="111"/>
                    </a:cubicBezTo>
                    <a:cubicBezTo>
                      <a:pt x="75" y="111"/>
                      <a:pt x="75" y="111"/>
                      <a:pt x="75" y="111"/>
                    </a:cubicBezTo>
                    <a:cubicBezTo>
                      <a:pt x="149" y="111"/>
                      <a:pt x="149" y="111"/>
                      <a:pt x="149" y="111"/>
                    </a:cubicBezTo>
                    <a:cubicBezTo>
                      <a:pt x="167" y="111"/>
                      <a:pt x="182" y="97"/>
                      <a:pt x="182" y="79"/>
                    </a:cubicBezTo>
                    <a:cubicBezTo>
                      <a:pt x="182" y="61"/>
                      <a:pt x="167" y="47"/>
                      <a:pt x="149"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2" name="Freeform 38"/>
              <p:cNvSpPr>
                <a:spLocks/>
              </p:cNvSpPr>
              <p:nvPr/>
            </p:nvSpPr>
            <p:spPr bwMode="auto">
              <a:xfrm>
                <a:off x="-5305425" y="5665788"/>
                <a:ext cx="473075" cy="288925"/>
              </a:xfrm>
              <a:custGeom>
                <a:avLst/>
                <a:gdLst>
                  <a:gd name="T0" fmla="*/ 14 w 126"/>
                  <a:gd name="T1" fmla="*/ 77 h 77"/>
                  <a:gd name="T2" fmla="*/ 46 w 126"/>
                  <a:gd name="T3" fmla="*/ 77 h 77"/>
                  <a:gd name="T4" fmla="*/ 89 w 126"/>
                  <a:gd name="T5" fmla="*/ 51 h 77"/>
                  <a:gd name="T6" fmla="*/ 123 w 126"/>
                  <a:gd name="T7" fmla="*/ 65 h 77"/>
                  <a:gd name="T8" fmla="*/ 123 w 126"/>
                  <a:gd name="T9" fmla="*/ 65 h 77"/>
                  <a:gd name="T10" fmla="*/ 126 w 126"/>
                  <a:gd name="T11" fmla="*/ 55 h 77"/>
                  <a:gd name="T12" fmla="*/ 104 w 126"/>
                  <a:gd name="T13" fmla="*/ 32 h 77"/>
                  <a:gd name="T14" fmla="*/ 89 w 126"/>
                  <a:gd name="T15" fmla="*/ 38 h 77"/>
                  <a:gd name="T16" fmla="*/ 51 w 126"/>
                  <a:gd name="T17" fmla="*/ 0 h 77"/>
                  <a:gd name="T18" fmla="*/ 12 w 126"/>
                  <a:gd name="T19" fmla="*/ 38 h 77"/>
                  <a:gd name="T20" fmla="*/ 14 w 126"/>
                  <a:gd name="T21" fmla="*/ 50 h 77"/>
                  <a:gd name="T22" fmla="*/ 0 w 126"/>
                  <a:gd name="T23" fmla="*/ 63 h 77"/>
                  <a:gd name="T24" fmla="*/ 14 w 126"/>
                  <a:gd name="T2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77">
                    <a:moveTo>
                      <a:pt x="14" y="77"/>
                    </a:moveTo>
                    <a:cubicBezTo>
                      <a:pt x="46" y="77"/>
                      <a:pt x="46" y="77"/>
                      <a:pt x="46" y="77"/>
                    </a:cubicBezTo>
                    <a:cubicBezTo>
                      <a:pt x="54" y="62"/>
                      <a:pt x="70" y="51"/>
                      <a:pt x="89" y="51"/>
                    </a:cubicBezTo>
                    <a:cubicBezTo>
                      <a:pt x="102" y="51"/>
                      <a:pt x="114" y="56"/>
                      <a:pt x="123" y="65"/>
                    </a:cubicBezTo>
                    <a:cubicBezTo>
                      <a:pt x="123" y="65"/>
                      <a:pt x="123" y="65"/>
                      <a:pt x="123" y="65"/>
                    </a:cubicBezTo>
                    <a:cubicBezTo>
                      <a:pt x="125" y="62"/>
                      <a:pt x="126" y="59"/>
                      <a:pt x="126" y="55"/>
                    </a:cubicBezTo>
                    <a:cubicBezTo>
                      <a:pt x="126" y="42"/>
                      <a:pt x="116" y="32"/>
                      <a:pt x="104" y="32"/>
                    </a:cubicBezTo>
                    <a:cubicBezTo>
                      <a:pt x="98" y="32"/>
                      <a:pt x="93" y="34"/>
                      <a:pt x="89" y="38"/>
                    </a:cubicBezTo>
                    <a:cubicBezTo>
                      <a:pt x="89" y="16"/>
                      <a:pt x="72" y="0"/>
                      <a:pt x="51" y="0"/>
                    </a:cubicBezTo>
                    <a:cubicBezTo>
                      <a:pt x="29" y="0"/>
                      <a:pt x="12" y="17"/>
                      <a:pt x="12" y="38"/>
                    </a:cubicBezTo>
                    <a:cubicBezTo>
                      <a:pt x="12" y="42"/>
                      <a:pt x="13" y="46"/>
                      <a:pt x="14" y="50"/>
                    </a:cubicBezTo>
                    <a:cubicBezTo>
                      <a:pt x="6" y="50"/>
                      <a:pt x="0" y="56"/>
                      <a:pt x="0" y="63"/>
                    </a:cubicBezTo>
                    <a:cubicBezTo>
                      <a:pt x="0" y="71"/>
                      <a:pt x="6" y="77"/>
                      <a:pt x="14"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3" name="Freeform 39"/>
              <p:cNvSpPr>
                <a:spLocks/>
              </p:cNvSpPr>
              <p:nvPr/>
            </p:nvSpPr>
            <p:spPr bwMode="auto">
              <a:xfrm>
                <a:off x="-5184775" y="5872163"/>
                <a:ext cx="536575" cy="330200"/>
              </a:xfrm>
              <a:custGeom>
                <a:avLst/>
                <a:gdLst>
                  <a:gd name="T0" fmla="*/ 117 w 143"/>
                  <a:gd name="T1" fmla="*/ 38 h 88"/>
                  <a:gd name="T2" fmla="*/ 101 w 143"/>
                  <a:gd name="T3" fmla="*/ 44 h 88"/>
                  <a:gd name="T4" fmla="*/ 89 w 143"/>
                  <a:gd name="T5" fmla="*/ 14 h 88"/>
                  <a:gd name="T6" fmla="*/ 57 w 143"/>
                  <a:gd name="T7" fmla="*/ 0 h 88"/>
                  <a:gd name="T8" fmla="*/ 19 w 143"/>
                  <a:gd name="T9" fmla="*/ 22 h 88"/>
                  <a:gd name="T10" fmla="*/ 13 w 143"/>
                  <a:gd name="T11" fmla="*/ 44 h 88"/>
                  <a:gd name="T12" fmla="*/ 15 w 143"/>
                  <a:gd name="T13" fmla="*/ 57 h 88"/>
                  <a:gd name="T14" fmla="*/ 0 w 143"/>
                  <a:gd name="T15" fmla="*/ 73 h 88"/>
                  <a:gd name="T16" fmla="*/ 15 w 143"/>
                  <a:gd name="T17" fmla="*/ 88 h 88"/>
                  <a:gd name="T18" fmla="*/ 57 w 143"/>
                  <a:gd name="T19" fmla="*/ 88 h 88"/>
                  <a:gd name="T20" fmla="*/ 59 w 143"/>
                  <a:gd name="T21" fmla="*/ 88 h 88"/>
                  <a:gd name="T22" fmla="*/ 117 w 143"/>
                  <a:gd name="T23" fmla="*/ 88 h 88"/>
                  <a:gd name="T24" fmla="*/ 143 w 143"/>
                  <a:gd name="T25" fmla="*/ 63 h 88"/>
                  <a:gd name="T26" fmla="*/ 117 w 143"/>
                  <a:gd name="T27" fmla="*/ 3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88">
                    <a:moveTo>
                      <a:pt x="117" y="38"/>
                    </a:moveTo>
                    <a:cubicBezTo>
                      <a:pt x="111" y="38"/>
                      <a:pt x="105" y="40"/>
                      <a:pt x="101" y="44"/>
                    </a:cubicBezTo>
                    <a:cubicBezTo>
                      <a:pt x="101" y="32"/>
                      <a:pt x="96" y="22"/>
                      <a:pt x="89" y="14"/>
                    </a:cubicBezTo>
                    <a:cubicBezTo>
                      <a:pt x="81" y="6"/>
                      <a:pt x="69" y="0"/>
                      <a:pt x="57" y="0"/>
                    </a:cubicBezTo>
                    <a:cubicBezTo>
                      <a:pt x="41" y="0"/>
                      <a:pt x="27" y="9"/>
                      <a:pt x="19" y="22"/>
                    </a:cubicBezTo>
                    <a:cubicBezTo>
                      <a:pt x="15" y="29"/>
                      <a:pt x="13" y="36"/>
                      <a:pt x="13" y="44"/>
                    </a:cubicBezTo>
                    <a:cubicBezTo>
                      <a:pt x="13" y="49"/>
                      <a:pt x="13" y="53"/>
                      <a:pt x="15" y="57"/>
                    </a:cubicBezTo>
                    <a:cubicBezTo>
                      <a:pt x="6" y="58"/>
                      <a:pt x="0" y="64"/>
                      <a:pt x="0" y="73"/>
                    </a:cubicBezTo>
                    <a:cubicBezTo>
                      <a:pt x="0" y="81"/>
                      <a:pt x="6" y="88"/>
                      <a:pt x="15" y="88"/>
                    </a:cubicBezTo>
                    <a:cubicBezTo>
                      <a:pt x="57" y="88"/>
                      <a:pt x="57" y="88"/>
                      <a:pt x="57" y="88"/>
                    </a:cubicBezTo>
                    <a:cubicBezTo>
                      <a:pt x="59" y="88"/>
                      <a:pt x="59" y="88"/>
                      <a:pt x="59" y="88"/>
                    </a:cubicBezTo>
                    <a:cubicBezTo>
                      <a:pt x="117" y="88"/>
                      <a:pt x="117" y="88"/>
                      <a:pt x="117" y="88"/>
                    </a:cubicBezTo>
                    <a:cubicBezTo>
                      <a:pt x="131" y="88"/>
                      <a:pt x="143" y="77"/>
                      <a:pt x="143" y="63"/>
                    </a:cubicBezTo>
                    <a:cubicBezTo>
                      <a:pt x="143" y="49"/>
                      <a:pt x="131" y="38"/>
                      <a:pt x="11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4" name="Freeform 40"/>
              <p:cNvSpPr>
                <a:spLocks/>
              </p:cNvSpPr>
              <p:nvPr/>
            </p:nvSpPr>
            <p:spPr bwMode="auto">
              <a:xfrm>
                <a:off x="-2963863" y="1122363"/>
                <a:ext cx="49213" cy="500063"/>
              </a:xfrm>
              <a:custGeom>
                <a:avLst/>
                <a:gdLst>
                  <a:gd name="T0" fmla="*/ 0 w 13"/>
                  <a:gd name="T1" fmla="*/ 0 h 133"/>
                  <a:gd name="T2" fmla="*/ 0 w 13"/>
                  <a:gd name="T3" fmla="*/ 133 h 133"/>
                  <a:gd name="T4" fmla="*/ 13 w 13"/>
                  <a:gd name="T5" fmla="*/ 133 h 133"/>
                  <a:gd name="T6" fmla="*/ 13 w 13"/>
                  <a:gd name="T7" fmla="*/ 0 h 133"/>
                  <a:gd name="T8" fmla="*/ 7 w 13"/>
                  <a:gd name="T9" fmla="*/ 1 h 133"/>
                  <a:gd name="T10" fmla="*/ 0 w 13"/>
                  <a:gd name="T11" fmla="*/ 0 h 133"/>
                </a:gdLst>
                <a:ahLst/>
                <a:cxnLst>
                  <a:cxn ang="0">
                    <a:pos x="T0" y="T1"/>
                  </a:cxn>
                  <a:cxn ang="0">
                    <a:pos x="T2" y="T3"/>
                  </a:cxn>
                  <a:cxn ang="0">
                    <a:pos x="T4" y="T5"/>
                  </a:cxn>
                  <a:cxn ang="0">
                    <a:pos x="T6" y="T7"/>
                  </a:cxn>
                  <a:cxn ang="0">
                    <a:pos x="T8" y="T9"/>
                  </a:cxn>
                  <a:cxn ang="0">
                    <a:pos x="T10" y="T11"/>
                  </a:cxn>
                </a:cxnLst>
                <a:rect l="0" t="0" r="r" b="b"/>
                <a:pathLst>
                  <a:path w="13" h="133">
                    <a:moveTo>
                      <a:pt x="0" y="0"/>
                    </a:moveTo>
                    <a:cubicBezTo>
                      <a:pt x="0" y="133"/>
                      <a:pt x="0" y="133"/>
                      <a:pt x="0" y="133"/>
                    </a:cubicBezTo>
                    <a:cubicBezTo>
                      <a:pt x="13" y="133"/>
                      <a:pt x="13" y="133"/>
                      <a:pt x="13" y="133"/>
                    </a:cubicBezTo>
                    <a:cubicBezTo>
                      <a:pt x="13" y="0"/>
                      <a:pt x="13" y="0"/>
                      <a:pt x="13" y="0"/>
                    </a:cubicBezTo>
                    <a:cubicBezTo>
                      <a:pt x="11" y="1"/>
                      <a:pt x="9" y="1"/>
                      <a:pt x="7" y="1"/>
                    </a:cubicBezTo>
                    <a:cubicBezTo>
                      <a:pt x="4" y="1"/>
                      <a:pt x="2"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5" name="Oval 41"/>
              <p:cNvSpPr>
                <a:spLocks noChangeArrowheads="1"/>
              </p:cNvSpPr>
              <p:nvPr/>
            </p:nvSpPr>
            <p:spPr bwMode="auto">
              <a:xfrm>
                <a:off x="-2979738" y="1031875"/>
                <a:ext cx="79375"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6" name="Rectangle 42"/>
              <p:cNvSpPr>
                <a:spLocks noChangeArrowheads="1"/>
              </p:cNvSpPr>
              <p:nvPr/>
            </p:nvSpPr>
            <p:spPr bwMode="auto">
              <a:xfrm>
                <a:off x="-2881313" y="1127125"/>
                <a:ext cx="431800" cy="3063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7" name="Rectangle 43"/>
              <p:cNvSpPr>
                <a:spLocks noChangeArrowheads="1"/>
              </p:cNvSpPr>
              <p:nvPr/>
            </p:nvSpPr>
            <p:spPr bwMode="auto">
              <a:xfrm>
                <a:off x="-1811338" y="168275"/>
                <a:ext cx="952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8" name="Freeform 44"/>
              <p:cNvSpPr>
                <a:spLocks noEditPoints="1"/>
              </p:cNvSpPr>
              <p:nvPr/>
            </p:nvSpPr>
            <p:spPr bwMode="auto">
              <a:xfrm>
                <a:off x="-2166938" y="220663"/>
                <a:ext cx="514350" cy="368300"/>
              </a:xfrm>
              <a:custGeom>
                <a:avLst/>
                <a:gdLst>
                  <a:gd name="T0" fmla="*/ 69 w 137"/>
                  <a:gd name="T1" fmla="*/ 98 h 98"/>
                  <a:gd name="T2" fmla="*/ 137 w 137"/>
                  <a:gd name="T3" fmla="*/ 98 h 98"/>
                  <a:gd name="T4" fmla="*/ 137 w 137"/>
                  <a:gd name="T5" fmla="*/ 0 h 98"/>
                  <a:gd name="T6" fmla="*/ 69 w 137"/>
                  <a:gd name="T7" fmla="*/ 0 h 98"/>
                  <a:gd name="T8" fmla="*/ 69 w 137"/>
                  <a:gd name="T9" fmla="*/ 11 h 98"/>
                  <a:gd name="T10" fmla="*/ 69 w 137"/>
                  <a:gd name="T11" fmla="*/ 11 h 98"/>
                  <a:gd name="T12" fmla="*/ 107 w 137"/>
                  <a:gd name="T13" fmla="*/ 49 h 98"/>
                  <a:gd name="T14" fmla="*/ 69 w 137"/>
                  <a:gd name="T15" fmla="*/ 87 h 98"/>
                  <a:gd name="T16" fmla="*/ 69 w 137"/>
                  <a:gd name="T17" fmla="*/ 98 h 98"/>
                  <a:gd name="T18" fmla="*/ 0 w 137"/>
                  <a:gd name="T19" fmla="*/ 98 h 98"/>
                  <a:gd name="T20" fmla="*/ 69 w 137"/>
                  <a:gd name="T21" fmla="*/ 98 h 98"/>
                  <a:gd name="T22" fmla="*/ 69 w 137"/>
                  <a:gd name="T23" fmla="*/ 87 h 98"/>
                  <a:gd name="T24" fmla="*/ 31 w 137"/>
                  <a:gd name="T25" fmla="*/ 49 h 98"/>
                  <a:gd name="T26" fmla="*/ 69 w 137"/>
                  <a:gd name="T27" fmla="*/ 11 h 98"/>
                  <a:gd name="T28" fmla="*/ 69 w 137"/>
                  <a:gd name="T29" fmla="*/ 0 h 98"/>
                  <a:gd name="T30" fmla="*/ 0 w 137"/>
                  <a:gd name="T31" fmla="*/ 0 h 98"/>
                  <a:gd name="T32" fmla="*/ 0 w 137"/>
                  <a:gd name="T33" fmla="*/ 98 h 98"/>
                  <a:gd name="T34" fmla="*/ 69 w 137"/>
                  <a:gd name="T35" fmla="*/ 11 h 98"/>
                  <a:gd name="T36" fmla="*/ 69 w 137"/>
                  <a:gd name="T37" fmla="*/ 1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98">
                    <a:moveTo>
                      <a:pt x="69" y="98"/>
                    </a:moveTo>
                    <a:cubicBezTo>
                      <a:pt x="137" y="98"/>
                      <a:pt x="137" y="98"/>
                      <a:pt x="137" y="98"/>
                    </a:cubicBezTo>
                    <a:cubicBezTo>
                      <a:pt x="137" y="0"/>
                      <a:pt x="137" y="0"/>
                      <a:pt x="137" y="0"/>
                    </a:cubicBezTo>
                    <a:cubicBezTo>
                      <a:pt x="69" y="0"/>
                      <a:pt x="69" y="0"/>
                      <a:pt x="69" y="0"/>
                    </a:cubicBezTo>
                    <a:cubicBezTo>
                      <a:pt x="69" y="11"/>
                      <a:pt x="69" y="11"/>
                      <a:pt x="69" y="11"/>
                    </a:cubicBezTo>
                    <a:cubicBezTo>
                      <a:pt x="69" y="11"/>
                      <a:pt x="69" y="11"/>
                      <a:pt x="69" y="11"/>
                    </a:cubicBezTo>
                    <a:cubicBezTo>
                      <a:pt x="90" y="11"/>
                      <a:pt x="107" y="28"/>
                      <a:pt x="107" y="49"/>
                    </a:cubicBezTo>
                    <a:cubicBezTo>
                      <a:pt x="107" y="70"/>
                      <a:pt x="90" y="87"/>
                      <a:pt x="69" y="87"/>
                    </a:cubicBezTo>
                    <a:lnTo>
                      <a:pt x="69" y="98"/>
                    </a:lnTo>
                    <a:close/>
                    <a:moveTo>
                      <a:pt x="0" y="98"/>
                    </a:moveTo>
                    <a:cubicBezTo>
                      <a:pt x="69" y="98"/>
                      <a:pt x="69" y="98"/>
                      <a:pt x="69" y="98"/>
                    </a:cubicBezTo>
                    <a:cubicBezTo>
                      <a:pt x="69" y="87"/>
                      <a:pt x="69" y="87"/>
                      <a:pt x="69" y="87"/>
                    </a:cubicBezTo>
                    <a:cubicBezTo>
                      <a:pt x="48" y="87"/>
                      <a:pt x="31" y="70"/>
                      <a:pt x="31" y="49"/>
                    </a:cubicBezTo>
                    <a:cubicBezTo>
                      <a:pt x="31" y="28"/>
                      <a:pt x="48" y="11"/>
                      <a:pt x="69" y="11"/>
                    </a:cubicBezTo>
                    <a:cubicBezTo>
                      <a:pt x="69" y="0"/>
                      <a:pt x="69" y="0"/>
                      <a:pt x="69" y="0"/>
                    </a:cubicBezTo>
                    <a:cubicBezTo>
                      <a:pt x="0" y="0"/>
                      <a:pt x="0" y="0"/>
                      <a:pt x="0" y="0"/>
                    </a:cubicBezTo>
                    <a:cubicBezTo>
                      <a:pt x="0" y="98"/>
                      <a:pt x="0" y="98"/>
                      <a:pt x="0" y="98"/>
                    </a:cubicBezTo>
                    <a:close/>
                    <a:moveTo>
                      <a:pt x="69" y="11"/>
                    </a:moveTo>
                    <a:cubicBezTo>
                      <a:pt x="69" y="11"/>
                      <a:pt x="69" y="11"/>
                      <a:pt x="6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9" name="Oval 45"/>
              <p:cNvSpPr>
                <a:spLocks noChangeArrowheads="1"/>
              </p:cNvSpPr>
              <p:nvPr/>
            </p:nvSpPr>
            <p:spPr bwMode="auto">
              <a:xfrm>
                <a:off x="-2006600" y="307975"/>
                <a:ext cx="192088" cy="1952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0" name="Rectangle 46"/>
              <p:cNvSpPr>
                <a:spLocks noChangeArrowheads="1"/>
              </p:cNvSpPr>
              <p:nvPr/>
            </p:nvSpPr>
            <p:spPr bwMode="auto">
              <a:xfrm>
                <a:off x="-2509838" y="7775575"/>
                <a:ext cx="673100" cy="428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1" name="Freeform 47"/>
              <p:cNvSpPr>
                <a:spLocks/>
              </p:cNvSpPr>
              <p:nvPr/>
            </p:nvSpPr>
            <p:spPr bwMode="auto">
              <a:xfrm>
                <a:off x="-2457450" y="8264525"/>
                <a:ext cx="106363" cy="66675"/>
              </a:xfrm>
              <a:custGeom>
                <a:avLst/>
                <a:gdLst>
                  <a:gd name="T0" fmla="*/ 2 w 28"/>
                  <a:gd name="T1" fmla="*/ 18 h 18"/>
                  <a:gd name="T2" fmla="*/ 3 w 28"/>
                  <a:gd name="T3" fmla="*/ 18 h 18"/>
                  <a:gd name="T4" fmla="*/ 26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3" y="18"/>
                      <a:pt x="3" y="18"/>
                    </a:cubicBezTo>
                    <a:cubicBezTo>
                      <a:pt x="26" y="18"/>
                      <a:pt x="26" y="18"/>
                      <a:pt x="26" y="18"/>
                    </a:cubicBezTo>
                    <a:cubicBezTo>
                      <a:pt x="26" y="18"/>
                      <a:pt x="26" y="18"/>
                      <a:pt x="26" y="18"/>
                    </a:cubicBezTo>
                    <a:cubicBezTo>
                      <a:pt x="27" y="17"/>
                      <a:pt x="28"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2" y="17"/>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2" name="Freeform 48"/>
              <p:cNvSpPr>
                <a:spLocks/>
              </p:cNvSpPr>
              <p:nvPr/>
            </p:nvSpPr>
            <p:spPr bwMode="auto">
              <a:xfrm>
                <a:off x="-2227263" y="8264525"/>
                <a:ext cx="104775" cy="66675"/>
              </a:xfrm>
              <a:custGeom>
                <a:avLst/>
                <a:gdLst>
                  <a:gd name="T0" fmla="*/ 2 w 28"/>
                  <a:gd name="T1" fmla="*/ 18 h 18"/>
                  <a:gd name="T2" fmla="*/ 3 w 28"/>
                  <a:gd name="T3" fmla="*/ 18 h 18"/>
                  <a:gd name="T4" fmla="*/ 25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2" y="18"/>
                      <a:pt x="3" y="18"/>
                    </a:cubicBezTo>
                    <a:cubicBezTo>
                      <a:pt x="25" y="18"/>
                      <a:pt x="25" y="18"/>
                      <a:pt x="25" y="18"/>
                    </a:cubicBezTo>
                    <a:cubicBezTo>
                      <a:pt x="26" y="18"/>
                      <a:pt x="26" y="18"/>
                      <a:pt x="26" y="18"/>
                    </a:cubicBezTo>
                    <a:cubicBezTo>
                      <a:pt x="27" y="17"/>
                      <a:pt x="27"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1" y="17"/>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3" name="Freeform 49"/>
              <p:cNvSpPr>
                <a:spLocks/>
              </p:cNvSpPr>
              <p:nvPr/>
            </p:nvSpPr>
            <p:spPr bwMode="auto">
              <a:xfrm>
                <a:off x="-1995488" y="8264525"/>
                <a:ext cx="106363" cy="66675"/>
              </a:xfrm>
              <a:custGeom>
                <a:avLst/>
                <a:gdLst>
                  <a:gd name="T0" fmla="*/ 2 w 28"/>
                  <a:gd name="T1" fmla="*/ 18 h 18"/>
                  <a:gd name="T2" fmla="*/ 24 w 28"/>
                  <a:gd name="T3" fmla="*/ 18 h 18"/>
                  <a:gd name="T4" fmla="*/ 25 w 28"/>
                  <a:gd name="T5" fmla="*/ 18 h 18"/>
                  <a:gd name="T6" fmla="*/ 28 w 28"/>
                  <a:gd name="T7" fmla="*/ 15 h 18"/>
                  <a:gd name="T8" fmla="*/ 28 w 28"/>
                  <a:gd name="T9" fmla="*/ 14 h 18"/>
                  <a:gd name="T10" fmla="*/ 14 w 28"/>
                  <a:gd name="T11" fmla="*/ 0 h 18"/>
                  <a:gd name="T12" fmla="*/ 0 w 28"/>
                  <a:gd name="T13" fmla="*/ 14 h 18"/>
                  <a:gd name="T14" fmla="*/ 0 w 28"/>
                  <a:gd name="T15" fmla="*/ 17 h 18"/>
                  <a:gd name="T16" fmla="*/ 1 w 28"/>
                  <a:gd name="T17" fmla="*/ 18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4" y="18"/>
                      <a:pt x="24" y="18"/>
                      <a:pt x="24" y="18"/>
                    </a:cubicBezTo>
                    <a:cubicBezTo>
                      <a:pt x="25" y="18"/>
                      <a:pt x="25" y="18"/>
                      <a:pt x="25" y="18"/>
                    </a:cubicBezTo>
                    <a:cubicBezTo>
                      <a:pt x="26" y="17"/>
                      <a:pt x="27" y="16"/>
                      <a:pt x="28" y="15"/>
                    </a:cubicBezTo>
                    <a:cubicBezTo>
                      <a:pt x="28" y="15"/>
                      <a:pt x="28" y="14"/>
                      <a:pt x="28" y="14"/>
                    </a:cubicBezTo>
                    <a:cubicBezTo>
                      <a:pt x="28" y="6"/>
                      <a:pt x="22" y="0"/>
                      <a:pt x="14" y="0"/>
                    </a:cubicBezTo>
                    <a:cubicBezTo>
                      <a:pt x="6" y="0"/>
                      <a:pt x="0" y="6"/>
                      <a:pt x="0" y="14"/>
                    </a:cubicBezTo>
                    <a:cubicBezTo>
                      <a:pt x="0" y="15"/>
                      <a:pt x="0" y="16"/>
                      <a:pt x="0" y="17"/>
                    </a:cubicBezTo>
                    <a:cubicBezTo>
                      <a:pt x="0" y="17"/>
                      <a:pt x="1" y="17"/>
                      <a:pt x="1" y="18"/>
                    </a:cubicBezTo>
                    <a:cubicBezTo>
                      <a:pt x="1" y="18"/>
                      <a:pt x="1" y="18"/>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4" name="Freeform 50"/>
              <p:cNvSpPr>
                <a:spLocks/>
              </p:cNvSpPr>
              <p:nvPr/>
            </p:nvSpPr>
            <p:spPr bwMode="auto">
              <a:xfrm>
                <a:off x="-2513013" y="8331200"/>
                <a:ext cx="217488" cy="71438"/>
              </a:xfrm>
              <a:custGeom>
                <a:avLst/>
                <a:gdLst>
                  <a:gd name="T0" fmla="*/ 8 w 58"/>
                  <a:gd name="T1" fmla="*/ 0 h 19"/>
                  <a:gd name="T2" fmla="*/ 4 w 58"/>
                  <a:gd name="T3" fmla="*/ 1 h 19"/>
                  <a:gd name="T4" fmla="*/ 3 w 58"/>
                  <a:gd name="T5" fmla="*/ 12 h 19"/>
                  <a:gd name="T6" fmla="*/ 18 w 58"/>
                  <a:gd name="T7" fmla="*/ 19 h 19"/>
                  <a:gd name="T8" fmla="*/ 41 w 58"/>
                  <a:gd name="T9" fmla="*/ 19 h 19"/>
                  <a:gd name="T10" fmla="*/ 56 w 58"/>
                  <a:gd name="T11" fmla="*/ 12 h 19"/>
                  <a:gd name="T12" fmla="*/ 55 w 58"/>
                  <a:gd name="T13" fmla="*/ 1 h 19"/>
                  <a:gd name="T14" fmla="*/ 50 w 58"/>
                  <a:gd name="T15" fmla="*/ 0 h 19"/>
                  <a:gd name="T16" fmla="*/ 44 w 58"/>
                  <a:gd name="T17" fmla="*/ 2 h 19"/>
                  <a:gd name="T18" fmla="*/ 41 w 58"/>
                  <a:gd name="T19" fmla="*/ 4 h 19"/>
                  <a:gd name="T20" fmla="*/ 41 w 58"/>
                  <a:gd name="T21" fmla="*/ 4 h 19"/>
                  <a:gd name="T22" fmla="*/ 18 w 58"/>
                  <a:gd name="T23" fmla="*/ 4 h 19"/>
                  <a:gd name="T24" fmla="*/ 17 w 58"/>
                  <a:gd name="T25" fmla="*/ 4 h 19"/>
                  <a:gd name="T26" fmla="*/ 14 w 58"/>
                  <a:gd name="T27" fmla="*/ 2 h 19"/>
                  <a:gd name="T28" fmla="*/ 8 w 5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8" y="0"/>
                    </a:moveTo>
                    <a:cubicBezTo>
                      <a:pt x="7" y="0"/>
                      <a:pt x="5" y="0"/>
                      <a:pt x="4" y="1"/>
                    </a:cubicBezTo>
                    <a:cubicBezTo>
                      <a:pt x="1" y="4"/>
                      <a:pt x="0" y="9"/>
                      <a:pt x="3" y="12"/>
                    </a:cubicBezTo>
                    <a:cubicBezTo>
                      <a:pt x="7" y="16"/>
                      <a:pt x="12" y="19"/>
                      <a:pt x="18" y="19"/>
                    </a:cubicBezTo>
                    <a:cubicBezTo>
                      <a:pt x="41" y="19"/>
                      <a:pt x="41" y="19"/>
                      <a:pt x="41" y="19"/>
                    </a:cubicBezTo>
                    <a:cubicBezTo>
                      <a:pt x="46" y="19"/>
                      <a:pt x="52" y="16"/>
                      <a:pt x="56" y="12"/>
                    </a:cubicBezTo>
                    <a:cubicBezTo>
                      <a:pt x="58" y="9"/>
                      <a:pt x="58" y="4"/>
                      <a:pt x="55" y="1"/>
                    </a:cubicBezTo>
                    <a:cubicBezTo>
                      <a:pt x="53" y="0"/>
                      <a:pt x="52" y="0"/>
                      <a:pt x="50" y="0"/>
                    </a:cubicBezTo>
                    <a:cubicBezTo>
                      <a:pt x="48" y="0"/>
                      <a:pt x="46" y="1"/>
                      <a:pt x="44" y="2"/>
                    </a:cubicBezTo>
                    <a:cubicBezTo>
                      <a:pt x="43" y="3"/>
                      <a:pt x="42" y="4"/>
                      <a:pt x="41" y="4"/>
                    </a:cubicBezTo>
                    <a:cubicBezTo>
                      <a:pt x="41" y="4"/>
                      <a:pt x="41" y="4"/>
                      <a:pt x="41" y="4"/>
                    </a:cubicBezTo>
                    <a:cubicBezTo>
                      <a:pt x="18" y="4"/>
                      <a:pt x="18" y="4"/>
                      <a:pt x="18" y="4"/>
                    </a:cubicBezTo>
                    <a:cubicBezTo>
                      <a:pt x="18" y="4"/>
                      <a:pt x="18" y="4"/>
                      <a:pt x="17" y="4"/>
                    </a:cubicBezTo>
                    <a:cubicBezTo>
                      <a:pt x="16" y="4"/>
                      <a:pt x="15" y="3"/>
                      <a:pt x="14" y="2"/>
                    </a:cubicBezTo>
                    <a:cubicBezTo>
                      <a:pt x="13" y="1"/>
                      <a:pt x="11"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5" name="Freeform 51"/>
              <p:cNvSpPr>
                <a:spLocks/>
              </p:cNvSpPr>
              <p:nvPr/>
            </p:nvSpPr>
            <p:spPr bwMode="auto">
              <a:xfrm>
                <a:off x="-2284413" y="8331200"/>
                <a:ext cx="217488" cy="71438"/>
              </a:xfrm>
              <a:custGeom>
                <a:avLst/>
                <a:gdLst>
                  <a:gd name="T0" fmla="*/ 13 w 58"/>
                  <a:gd name="T1" fmla="*/ 2 h 19"/>
                  <a:gd name="T2" fmla="*/ 13 w 58"/>
                  <a:gd name="T3" fmla="*/ 2 h 19"/>
                  <a:gd name="T4" fmla="*/ 13 w 58"/>
                  <a:gd name="T5" fmla="*/ 1 h 19"/>
                  <a:gd name="T6" fmla="*/ 13 w 58"/>
                  <a:gd name="T7" fmla="*/ 1 h 19"/>
                  <a:gd name="T8" fmla="*/ 12 w 58"/>
                  <a:gd name="T9" fmla="*/ 1 h 19"/>
                  <a:gd name="T10" fmla="*/ 12 w 58"/>
                  <a:gd name="T11" fmla="*/ 1 h 19"/>
                  <a:gd name="T12" fmla="*/ 12 w 58"/>
                  <a:gd name="T13" fmla="*/ 0 h 19"/>
                  <a:gd name="T14" fmla="*/ 11 w 58"/>
                  <a:gd name="T15" fmla="*/ 0 h 19"/>
                  <a:gd name="T16" fmla="*/ 11 w 58"/>
                  <a:gd name="T17" fmla="*/ 0 h 19"/>
                  <a:gd name="T18" fmla="*/ 11 w 58"/>
                  <a:gd name="T19" fmla="*/ 0 h 19"/>
                  <a:gd name="T20" fmla="*/ 10 w 58"/>
                  <a:gd name="T21" fmla="*/ 0 h 19"/>
                  <a:gd name="T22" fmla="*/ 10 w 58"/>
                  <a:gd name="T23" fmla="*/ 0 h 19"/>
                  <a:gd name="T24" fmla="*/ 9 w 58"/>
                  <a:gd name="T25" fmla="*/ 0 h 19"/>
                  <a:gd name="T26" fmla="*/ 9 w 58"/>
                  <a:gd name="T27" fmla="*/ 0 h 19"/>
                  <a:gd name="T28" fmla="*/ 9 w 58"/>
                  <a:gd name="T29" fmla="*/ 0 h 19"/>
                  <a:gd name="T30" fmla="*/ 8 w 58"/>
                  <a:gd name="T31" fmla="*/ 0 h 19"/>
                  <a:gd name="T32" fmla="*/ 8 w 58"/>
                  <a:gd name="T33" fmla="*/ 0 h 19"/>
                  <a:gd name="T34" fmla="*/ 7 w 58"/>
                  <a:gd name="T35" fmla="*/ 0 h 19"/>
                  <a:gd name="T36" fmla="*/ 7 w 58"/>
                  <a:gd name="T37" fmla="*/ 0 h 19"/>
                  <a:gd name="T38" fmla="*/ 6 w 58"/>
                  <a:gd name="T39" fmla="*/ 0 h 19"/>
                  <a:gd name="T40" fmla="*/ 6 w 58"/>
                  <a:gd name="T41" fmla="*/ 0 h 19"/>
                  <a:gd name="T42" fmla="*/ 5 w 58"/>
                  <a:gd name="T43" fmla="*/ 1 h 19"/>
                  <a:gd name="T44" fmla="*/ 5 w 58"/>
                  <a:gd name="T45" fmla="*/ 1 h 19"/>
                  <a:gd name="T46" fmla="*/ 4 w 58"/>
                  <a:gd name="T47" fmla="*/ 1 h 19"/>
                  <a:gd name="T48" fmla="*/ 3 w 58"/>
                  <a:gd name="T49" fmla="*/ 12 h 19"/>
                  <a:gd name="T50" fmla="*/ 18 w 58"/>
                  <a:gd name="T51" fmla="*/ 19 h 19"/>
                  <a:gd name="T52" fmla="*/ 40 w 58"/>
                  <a:gd name="T53" fmla="*/ 19 h 19"/>
                  <a:gd name="T54" fmla="*/ 56 w 58"/>
                  <a:gd name="T55" fmla="*/ 12 h 19"/>
                  <a:gd name="T56" fmla="*/ 55 w 58"/>
                  <a:gd name="T57" fmla="*/ 1 h 19"/>
                  <a:gd name="T58" fmla="*/ 54 w 58"/>
                  <a:gd name="T59" fmla="*/ 1 h 19"/>
                  <a:gd name="T60" fmla="*/ 53 w 58"/>
                  <a:gd name="T61" fmla="*/ 1 h 19"/>
                  <a:gd name="T62" fmla="*/ 52 w 58"/>
                  <a:gd name="T63" fmla="*/ 0 h 19"/>
                  <a:gd name="T64" fmla="*/ 52 w 58"/>
                  <a:gd name="T65" fmla="*/ 0 h 19"/>
                  <a:gd name="T66" fmla="*/ 51 w 58"/>
                  <a:gd name="T67" fmla="*/ 0 h 19"/>
                  <a:gd name="T68" fmla="*/ 51 w 58"/>
                  <a:gd name="T69" fmla="*/ 0 h 19"/>
                  <a:gd name="T70" fmla="*/ 50 w 58"/>
                  <a:gd name="T71" fmla="*/ 0 h 19"/>
                  <a:gd name="T72" fmla="*/ 50 w 58"/>
                  <a:gd name="T73" fmla="*/ 0 h 19"/>
                  <a:gd name="T74" fmla="*/ 50 w 58"/>
                  <a:gd name="T75" fmla="*/ 0 h 19"/>
                  <a:gd name="T76" fmla="*/ 49 w 58"/>
                  <a:gd name="T77" fmla="*/ 0 h 19"/>
                  <a:gd name="T78" fmla="*/ 49 w 58"/>
                  <a:gd name="T79" fmla="*/ 0 h 19"/>
                  <a:gd name="T80" fmla="*/ 48 w 58"/>
                  <a:gd name="T81" fmla="*/ 0 h 19"/>
                  <a:gd name="T82" fmla="*/ 48 w 58"/>
                  <a:gd name="T83" fmla="*/ 0 h 19"/>
                  <a:gd name="T84" fmla="*/ 48 w 58"/>
                  <a:gd name="T85" fmla="*/ 0 h 19"/>
                  <a:gd name="T86" fmla="*/ 47 w 58"/>
                  <a:gd name="T87" fmla="*/ 0 h 19"/>
                  <a:gd name="T88" fmla="*/ 47 w 58"/>
                  <a:gd name="T89" fmla="*/ 0 h 19"/>
                  <a:gd name="T90" fmla="*/ 47 w 58"/>
                  <a:gd name="T91" fmla="*/ 0 h 19"/>
                  <a:gd name="T92" fmla="*/ 46 w 58"/>
                  <a:gd name="T93" fmla="*/ 1 h 19"/>
                  <a:gd name="T94" fmla="*/ 46 w 58"/>
                  <a:gd name="T95" fmla="*/ 1 h 19"/>
                  <a:gd name="T96" fmla="*/ 46 w 58"/>
                  <a:gd name="T97" fmla="*/ 1 h 19"/>
                  <a:gd name="T98" fmla="*/ 45 w 58"/>
                  <a:gd name="T99" fmla="*/ 1 h 19"/>
                  <a:gd name="T100" fmla="*/ 45 w 58"/>
                  <a:gd name="T101" fmla="*/ 2 h 19"/>
                  <a:gd name="T102" fmla="*/ 45 w 58"/>
                  <a:gd name="T103" fmla="*/ 2 h 19"/>
                  <a:gd name="T104" fmla="*/ 44 w 58"/>
                  <a:gd name="T105" fmla="*/ 2 h 19"/>
                  <a:gd name="T106" fmla="*/ 41 w 58"/>
                  <a:gd name="T107" fmla="*/ 4 h 19"/>
                  <a:gd name="T108" fmla="*/ 40 w 58"/>
                  <a:gd name="T109" fmla="*/ 4 h 19"/>
                  <a:gd name="T110" fmla="*/ 18 w 58"/>
                  <a:gd name="T111" fmla="*/ 4 h 19"/>
                  <a:gd name="T112" fmla="*/ 17 w 58"/>
                  <a:gd name="T113" fmla="*/ 4 h 19"/>
                  <a:gd name="T114" fmla="*/ 14 w 58"/>
                  <a:gd name="T115" fmla="*/ 2 h 19"/>
                  <a:gd name="T116" fmla="*/ 13 w 58"/>
                  <a:gd name="T117"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 h="19">
                    <a:moveTo>
                      <a:pt x="13" y="2"/>
                    </a:moveTo>
                    <a:cubicBezTo>
                      <a:pt x="13" y="2"/>
                      <a:pt x="13" y="2"/>
                      <a:pt x="13" y="2"/>
                    </a:cubicBezTo>
                    <a:cubicBezTo>
                      <a:pt x="13" y="1"/>
                      <a:pt x="13" y="1"/>
                      <a:pt x="13" y="1"/>
                    </a:cubicBezTo>
                    <a:cubicBezTo>
                      <a:pt x="13" y="1"/>
                      <a:pt x="13" y="1"/>
                      <a:pt x="13" y="1"/>
                    </a:cubicBezTo>
                    <a:cubicBezTo>
                      <a:pt x="12" y="1"/>
                      <a:pt x="12" y="1"/>
                      <a:pt x="12" y="1"/>
                    </a:cubicBezTo>
                    <a:cubicBezTo>
                      <a:pt x="12" y="1"/>
                      <a:pt x="12" y="1"/>
                      <a:pt x="12" y="1"/>
                    </a:cubicBezTo>
                    <a:cubicBezTo>
                      <a:pt x="12" y="1"/>
                      <a:pt x="12" y="0"/>
                      <a:pt x="12"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9" y="0"/>
                    </a:cubicBezTo>
                    <a:cubicBezTo>
                      <a:pt x="9" y="0"/>
                      <a:pt x="9" y="0"/>
                      <a:pt x="9" y="0"/>
                    </a:cubicBezTo>
                    <a:cubicBezTo>
                      <a:pt x="9" y="0"/>
                      <a:pt x="9" y="0"/>
                      <a:pt x="9" y="0"/>
                    </a:cubicBezTo>
                    <a:cubicBezTo>
                      <a:pt x="8" y="0"/>
                      <a:pt x="8" y="0"/>
                      <a:pt x="8" y="0"/>
                    </a:cubicBezTo>
                    <a:cubicBezTo>
                      <a:pt x="8" y="0"/>
                      <a:pt x="8" y="0"/>
                      <a:pt x="8" y="0"/>
                    </a:cubicBezTo>
                    <a:cubicBezTo>
                      <a:pt x="8" y="0"/>
                      <a:pt x="8" y="0"/>
                      <a:pt x="7" y="0"/>
                    </a:cubicBezTo>
                    <a:cubicBezTo>
                      <a:pt x="7" y="0"/>
                      <a:pt x="7" y="0"/>
                      <a:pt x="7" y="0"/>
                    </a:cubicBezTo>
                    <a:cubicBezTo>
                      <a:pt x="7" y="0"/>
                      <a:pt x="6" y="0"/>
                      <a:pt x="6" y="0"/>
                    </a:cubicBezTo>
                    <a:cubicBezTo>
                      <a:pt x="6" y="0"/>
                      <a:pt x="6" y="0"/>
                      <a:pt x="6" y="0"/>
                    </a:cubicBezTo>
                    <a:cubicBezTo>
                      <a:pt x="5" y="0"/>
                      <a:pt x="5" y="0"/>
                      <a:pt x="5" y="1"/>
                    </a:cubicBezTo>
                    <a:cubicBezTo>
                      <a:pt x="5" y="1"/>
                      <a:pt x="5" y="1"/>
                      <a:pt x="5" y="1"/>
                    </a:cubicBezTo>
                    <a:cubicBezTo>
                      <a:pt x="4" y="1"/>
                      <a:pt x="4" y="1"/>
                      <a:pt x="4" y="1"/>
                    </a:cubicBezTo>
                    <a:cubicBezTo>
                      <a:pt x="1" y="4"/>
                      <a:pt x="0" y="9"/>
                      <a:pt x="3" y="12"/>
                    </a:cubicBezTo>
                    <a:cubicBezTo>
                      <a:pt x="6" y="16"/>
                      <a:pt x="12" y="19"/>
                      <a:pt x="18" y="19"/>
                    </a:cubicBezTo>
                    <a:cubicBezTo>
                      <a:pt x="40" y="19"/>
                      <a:pt x="40" y="19"/>
                      <a:pt x="40" y="19"/>
                    </a:cubicBezTo>
                    <a:cubicBezTo>
                      <a:pt x="46" y="19"/>
                      <a:pt x="52" y="16"/>
                      <a:pt x="56" y="12"/>
                    </a:cubicBezTo>
                    <a:cubicBezTo>
                      <a:pt x="58" y="9"/>
                      <a:pt x="58" y="4"/>
                      <a:pt x="55" y="1"/>
                    </a:cubicBezTo>
                    <a:cubicBezTo>
                      <a:pt x="54" y="1"/>
                      <a:pt x="54" y="1"/>
                      <a:pt x="54" y="1"/>
                    </a:cubicBezTo>
                    <a:cubicBezTo>
                      <a:pt x="54" y="1"/>
                      <a:pt x="53" y="1"/>
                      <a:pt x="53" y="1"/>
                    </a:cubicBezTo>
                    <a:cubicBezTo>
                      <a:pt x="53" y="0"/>
                      <a:pt x="53" y="0"/>
                      <a:pt x="52" y="0"/>
                    </a:cubicBezTo>
                    <a:cubicBezTo>
                      <a:pt x="52" y="0"/>
                      <a:pt x="52" y="0"/>
                      <a:pt x="52" y="0"/>
                    </a:cubicBezTo>
                    <a:cubicBezTo>
                      <a:pt x="52" y="0"/>
                      <a:pt x="52" y="0"/>
                      <a:pt x="51" y="0"/>
                    </a:cubicBezTo>
                    <a:cubicBezTo>
                      <a:pt x="51" y="0"/>
                      <a:pt x="51" y="0"/>
                      <a:pt x="51" y="0"/>
                    </a:cubicBezTo>
                    <a:cubicBezTo>
                      <a:pt x="51" y="0"/>
                      <a:pt x="50" y="0"/>
                      <a:pt x="50" y="0"/>
                    </a:cubicBezTo>
                    <a:cubicBezTo>
                      <a:pt x="50" y="0"/>
                      <a:pt x="50" y="0"/>
                      <a:pt x="50" y="0"/>
                    </a:cubicBezTo>
                    <a:cubicBezTo>
                      <a:pt x="50" y="0"/>
                      <a:pt x="50" y="0"/>
                      <a:pt x="50" y="0"/>
                    </a:cubicBezTo>
                    <a:cubicBezTo>
                      <a:pt x="49" y="0"/>
                      <a:pt x="49" y="0"/>
                      <a:pt x="49" y="0"/>
                    </a:cubicBezTo>
                    <a:cubicBezTo>
                      <a:pt x="49" y="0"/>
                      <a:pt x="49" y="0"/>
                      <a:pt x="49" y="0"/>
                    </a:cubicBezTo>
                    <a:cubicBezTo>
                      <a:pt x="49" y="0"/>
                      <a:pt x="49" y="0"/>
                      <a:pt x="48" y="0"/>
                    </a:cubicBezTo>
                    <a:cubicBezTo>
                      <a:pt x="48" y="0"/>
                      <a:pt x="48" y="0"/>
                      <a:pt x="48" y="0"/>
                    </a:cubicBezTo>
                    <a:cubicBezTo>
                      <a:pt x="48" y="0"/>
                      <a:pt x="48" y="0"/>
                      <a:pt x="48" y="0"/>
                    </a:cubicBezTo>
                    <a:cubicBezTo>
                      <a:pt x="48" y="0"/>
                      <a:pt x="47" y="0"/>
                      <a:pt x="47" y="0"/>
                    </a:cubicBezTo>
                    <a:cubicBezTo>
                      <a:pt x="47" y="0"/>
                      <a:pt x="47" y="0"/>
                      <a:pt x="47" y="0"/>
                    </a:cubicBezTo>
                    <a:cubicBezTo>
                      <a:pt x="47" y="0"/>
                      <a:pt x="47" y="0"/>
                      <a:pt x="47" y="0"/>
                    </a:cubicBezTo>
                    <a:cubicBezTo>
                      <a:pt x="47" y="0"/>
                      <a:pt x="46" y="1"/>
                      <a:pt x="46" y="1"/>
                    </a:cubicBezTo>
                    <a:cubicBezTo>
                      <a:pt x="46" y="1"/>
                      <a:pt x="46" y="1"/>
                      <a:pt x="46" y="1"/>
                    </a:cubicBezTo>
                    <a:cubicBezTo>
                      <a:pt x="46" y="1"/>
                      <a:pt x="46" y="1"/>
                      <a:pt x="46" y="1"/>
                    </a:cubicBezTo>
                    <a:cubicBezTo>
                      <a:pt x="46" y="1"/>
                      <a:pt x="45" y="1"/>
                      <a:pt x="45" y="1"/>
                    </a:cubicBezTo>
                    <a:cubicBezTo>
                      <a:pt x="45" y="1"/>
                      <a:pt x="45" y="1"/>
                      <a:pt x="45" y="2"/>
                    </a:cubicBezTo>
                    <a:cubicBezTo>
                      <a:pt x="45" y="2"/>
                      <a:pt x="45" y="2"/>
                      <a:pt x="45" y="2"/>
                    </a:cubicBezTo>
                    <a:cubicBezTo>
                      <a:pt x="45" y="2"/>
                      <a:pt x="44" y="2"/>
                      <a:pt x="44" y="2"/>
                    </a:cubicBezTo>
                    <a:cubicBezTo>
                      <a:pt x="43" y="3"/>
                      <a:pt x="42" y="4"/>
                      <a:pt x="41" y="4"/>
                    </a:cubicBezTo>
                    <a:cubicBezTo>
                      <a:pt x="41" y="4"/>
                      <a:pt x="41" y="4"/>
                      <a:pt x="40" y="4"/>
                    </a:cubicBezTo>
                    <a:cubicBezTo>
                      <a:pt x="18" y="4"/>
                      <a:pt x="18" y="4"/>
                      <a:pt x="18" y="4"/>
                    </a:cubicBezTo>
                    <a:cubicBezTo>
                      <a:pt x="18" y="4"/>
                      <a:pt x="17" y="4"/>
                      <a:pt x="17" y="4"/>
                    </a:cubicBezTo>
                    <a:cubicBezTo>
                      <a:pt x="16" y="4"/>
                      <a:pt x="15" y="3"/>
                      <a:pt x="14" y="2"/>
                    </a:cubicBezTo>
                    <a:cubicBezTo>
                      <a:pt x="14" y="2"/>
                      <a:pt x="14" y="2"/>
                      <a:pt x="1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6" name="Freeform 52"/>
              <p:cNvSpPr>
                <a:spLocks/>
              </p:cNvSpPr>
              <p:nvPr/>
            </p:nvSpPr>
            <p:spPr bwMode="auto">
              <a:xfrm>
                <a:off x="-2054225" y="8331200"/>
                <a:ext cx="217488" cy="71438"/>
              </a:xfrm>
              <a:custGeom>
                <a:avLst/>
                <a:gdLst>
                  <a:gd name="T0" fmla="*/ 14 w 58"/>
                  <a:gd name="T1" fmla="*/ 2 h 19"/>
                  <a:gd name="T2" fmla="*/ 8 w 58"/>
                  <a:gd name="T3" fmla="*/ 0 h 19"/>
                  <a:gd name="T4" fmla="*/ 3 w 58"/>
                  <a:gd name="T5" fmla="*/ 1 h 19"/>
                  <a:gd name="T6" fmla="*/ 3 w 58"/>
                  <a:gd name="T7" fmla="*/ 12 h 19"/>
                  <a:gd name="T8" fmla="*/ 18 w 58"/>
                  <a:gd name="T9" fmla="*/ 19 h 19"/>
                  <a:gd name="T10" fmla="*/ 40 w 58"/>
                  <a:gd name="T11" fmla="*/ 19 h 19"/>
                  <a:gd name="T12" fmla="*/ 55 w 58"/>
                  <a:gd name="T13" fmla="*/ 12 h 19"/>
                  <a:gd name="T14" fmla="*/ 54 w 58"/>
                  <a:gd name="T15" fmla="*/ 1 h 19"/>
                  <a:gd name="T16" fmla="*/ 50 w 58"/>
                  <a:gd name="T17" fmla="*/ 0 h 19"/>
                  <a:gd name="T18" fmla="*/ 44 w 58"/>
                  <a:gd name="T19" fmla="*/ 2 h 19"/>
                  <a:gd name="T20" fmla="*/ 42 w 58"/>
                  <a:gd name="T21" fmla="*/ 4 h 19"/>
                  <a:gd name="T22" fmla="*/ 40 w 58"/>
                  <a:gd name="T23" fmla="*/ 4 h 19"/>
                  <a:gd name="T24" fmla="*/ 18 w 58"/>
                  <a:gd name="T25" fmla="*/ 4 h 19"/>
                  <a:gd name="T26" fmla="*/ 18 w 58"/>
                  <a:gd name="T27" fmla="*/ 4 h 19"/>
                  <a:gd name="T28" fmla="*/ 14 w 58"/>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14" y="2"/>
                    </a:moveTo>
                    <a:cubicBezTo>
                      <a:pt x="12" y="1"/>
                      <a:pt x="10" y="0"/>
                      <a:pt x="8" y="0"/>
                    </a:cubicBezTo>
                    <a:cubicBezTo>
                      <a:pt x="7" y="0"/>
                      <a:pt x="5" y="0"/>
                      <a:pt x="3" y="1"/>
                    </a:cubicBezTo>
                    <a:cubicBezTo>
                      <a:pt x="0" y="4"/>
                      <a:pt x="0" y="9"/>
                      <a:pt x="3" y="12"/>
                    </a:cubicBezTo>
                    <a:cubicBezTo>
                      <a:pt x="6" y="16"/>
                      <a:pt x="12" y="19"/>
                      <a:pt x="18" y="19"/>
                    </a:cubicBezTo>
                    <a:cubicBezTo>
                      <a:pt x="40" y="19"/>
                      <a:pt x="40" y="19"/>
                      <a:pt x="40" y="19"/>
                    </a:cubicBezTo>
                    <a:cubicBezTo>
                      <a:pt x="46" y="19"/>
                      <a:pt x="52" y="16"/>
                      <a:pt x="55" y="12"/>
                    </a:cubicBezTo>
                    <a:cubicBezTo>
                      <a:pt x="58" y="9"/>
                      <a:pt x="58" y="4"/>
                      <a:pt x="54" y="1"/>
                    </a:cubicBezTo>
                    <a:cubicBezTo>
                      <a:pt x="53" y="0"/>
                      <a:pt x="51" y="0"/>
                      <a:pt x="50" y="0"/>
                    </a:cubicBezTo>
                    <a:cubicBezTo>
                      <a:pt x="48" y="0"/>
                      <a:pt x="46" y="1"/>
                      <a:pt x="44" y="2"/>
                    </a:cubicBezTo>
                    <a:cubicBezTo>
                      <a:pt x="43" y="3"/>
                      <a:pt x="43" y="4"/>
                      <a:pt x="42" y="4"/>
                    </a:cubicBezTo>
                    <a:cubicBezTo>
                      <a:pt x="41" y="4"/>
                      <a:pt x="41" y="4"/>
                      <a:pt x="40" y="4"/>
                    </a:cubicBezTo>
                    <a:cubicBezTo>
                      <a:pt x="18" y="4"/>
                      <a:pt x="18" y="4"/>
                      <a:pt x="18" y="4"/>
                    </a:cubicBezTo>
                    <a:cubicBezTo>
                      <a:pt x="18" y="4"/>
                      <a:pt x="18" y="4"/>
                      <a:pt x="18" y="4"/>
                    </a:cubicBezTo>
                    <a:cubicBezTo>
                      <a:pt x="16" y="4"/>
                      <a:pt x="15" y="3"/>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7" name="Freeform 53"/>
              <p:cNvSpPr>
                <a:spLocks/>
              </p:cNvSpPr>
              <p:nvPr/>
            </p:nvSpPr>
            <p:spPr bwMode="auto">
              <a:xfrm>
                <a:off x="-2949575" y="1719263"/>
                <a:ext cx="574675" cy="544513"/>
              </a:xfrm>
              <a:custGeom>
                <a:avLst/>
                <a:gdLst>
                  <a:gd name="T0" fmla="*/ 26 w 153"/>
                  <a:gd name="T1" fmla="*/ 145 h 145"/>
                  <a:gd name="T2" fmla="*/ 52 w 153"/>
                  <a:gd name="T3" fmla="*/ 119 h 145"/>
                  <a:gd name="T4" fmla="*/ 52 w 153"/>
                  <a:gd name="T5" fmla="*/ 119 h 145"/>
                  <a:gd name="T6" fmla="*/ 52 w 153"/>
                  <a:gd name="T7" fmla="*/ 33 h 145"/>
                  <a:gd name="T8" fmla="*/ 137 w 153"/>
                  <a:gd name="T9" fmla="*/ 33 h 145"/>
                  <a:gd name="T10" fmla="*/ 137 w 153"/>
                  <a:gd name="T11" fmla="*/ 94 h 145"/>
                  <a:gd name="T12" fmla="*/ 127 w 153"/>
                  <a:gd name="T13" fmla="*/ 93 h 145"/>
                  <a:gd name="T14" fmla="*/ 101 w 153"/>
                  <a:gd name="T15" fmla="*/ 119 h 145"/>
                  <a:gd name="T16" fmla="*/ 127 w 153"/>
                  <a:gd name="T17" fmla="*/ 145 h 145"/>
                  <a:gd name="T18" fmla="*/ 153 w 153"/>
                  <a:gd name="T19" fmla="*/ 119 h 145"/>
                  <a:gd name="T20" fmla="*/ 153 w 153"/>
                  <a:gd name="T21" fmla="*/ 119 h 145"/>
                  <a:gd name="T22" fmla="*/ 153 w 153"/>
                  <a:gd name="T23" fmla="*/ 119 h 145"/>
                  <a:gd name="T24" fmla="*/ 153 w 153"/>
                  <a:gd name="T25" fmla="*/ 33 h 145"/>
                  <a:gd name="T26" fmla="*/ 153 w 153"/>
                  <a:gd name="T27" fmla="*/ 0 h 145"/>
                  <a:gd name="T28" fmla="*/ 137 w 153"/>
                  <a:gd name="T29" fmla="*/ 0 h 145"/>
                  <a:gd name="T30" fmla="*/ 52 w 153"/>
                  <a:gd name="T31" fmla="*/ 0 h 145"/>
                  <a:gd name="T32" fmla="*/ 36 w 153"/>
                  <a:gd name="T33" fmla="*/ 0 h 145"/>
                  <a:gd name="T34" fmla="*/ 36 w 153"/>
                  <a:gd name="T35" fmla="*/ 33 h 145"/>
                  <a:gd name="T36" fmla="*/ 36 w 153"/>
                  <a:gd name="T37" fmla="*/ 94 h 145"/>
                  <a:gd name="T38" fmla="*/ 26 w 153"/>
                  <a:gd name="T39" fmla="*/ 93 h 145"/>
                  <a:gd name="T40" fmla="*/ 0 w 153"/>
                  <a:gd name="T41" fmla="*/ 119 h 145"/>
                  <a:gd name="T42" fmla="*/ 26 w 153"/>
                  <a:gd name="T43"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3" h="145">
                    <a:moveTo>
                      <a:pt x="26" y="145"/>
                    </a:moveTo>
                    <a:cubicBezTo>
                      <a:pt x="40" y="145"/>
                      <a:pt x="52" y="133"/>
                      <a:pt x="52" y="119"/>
                    </a:cubicBezTo>
                    <a:cubicBezTo>
                      <a:pt x="52" y="119"/>
                      <a:pt x="52" y="119"/>
                      <a:pt x="52" y="119"/>
                    </a:cubicBezTo>
                    <a:cubicBezTo>
                      <a:pt x="52" y="33"/>
                      <a:pt x="52" y="33"/>
                      <a:pt x="52" y="33"/>
                    </a:cubicBezTo>
                    <a:cubicBezTo>
                      <a:pt x="137" y="33"/>
                      <a:pt x="137" y="33"/>
                      <a:pt x="137" y="33"/>
                    </a:cubicBezTo>
                    <a:cubicBezTo>
                      <a:pt x="137" y="94"/>
                      <a:pt x="137" y="94"/>
                      <a:pt x="137" y="94"/>
                    </a:cubicBezTo>
                    <a:cubicBezTo>
                      <a:pt x="134" y="93"/>
                      <a:pt x="130" y="93"/>
                      <a:pt x="127" y="93"/>
                    </a:cubicBezTo>
                    <a:cubicBezTo>
                      <a:pt x="112" y="93"/>
                      <a:pt x="101" y="104"/>
                      <a:pt x="101" y="119"/>
                    </a:cubicBezTo>
                    <a:cubicBezTo>
                      <a:pt x="101" y="133"/>
                      <a:pt x="112" y="145"/>
                      <a:pt x="127" y="145"/>
                    </a:cubicBezTo>
                    <a:cubicBezTo>
                      <a:pt x="141" y="145"/>
                      <a:pt x="153" y="133"/>
                      <a:pt x="153" y="119"/>
                    </a:cubicBezTo>
                    <a:cubicBezTo>
                      <a:pt x="153" y="119"/>
                      <a:pt x="153" y="119"/>
                      <a:pt x="153" y="119"/>
                    </a:cubicBezTo>
                    <a:cubicBezTo>
                      <a:pt x="153" y="119"/>
                      <a:pt x="153" y="119"/>
                      <a:pt x="153" y="119"/>
                    </a:cubicBezTo>
                    <a:cubicBezTo>
                      <a:pt x="153" y="33"/>
                      <a:pt x="153" y="33"/>
                      <a:pt x="153" y="33"/>
                    </a:cubicBezTo>
                    <a:cubicBezTo>
                      <a:pt x="153" y="0"/>
                      <a:pt x="153" y="0"/>
                      <a:pt x="153" y="0"/>
                    </a:cubicBezTo>
                    <a:cubicBezTo>
                      <a:pt x="137" y="0"/>
                      <a:pt x="137" y="0"/>
                      <a:pt x="137" y="0"/>
                    </a:cubicBezTo>
                    <a:cubicBezTo>
                      <a:pt x="52" y="0"/>
                      <a:pt x="52" y="0"/>
                      <a:pt x="52" y="0"/>
                    </a:cubicBezTo>
                    <a:cubicBezTo>
                      <a:pt x="36" y="0"/>
                      <a:pt x="36" y="0"/>
                      <a:pt x="36" y="0"/>
                    </a:cubicBezTo>
                    <a:cubicBezTo>
                      <a:pt x="36" y="33"/>
                      <a:pt x="36" y="33"/>
                      <a:pt x="36" y="33"/>
                    </a:cubicBezTo>
                    <a:cubicBezTo>
                      <a:pt x="36" y="94"/>
                      <a:pt x="36" y="94"/>
                      <a:pt x="36" y="94"/>
                    </a:cubicBezTo>
                    <a:cubicBezTo>
                      <a:pt x="33" y="93"/>
                      <a:pt x="29" y="93"/>
                      <a:pt x="26" y="93"/>
                    </a:cubicBezTo>
                    <a:cubicBezTo>
                      <a:pt x="11" y="93"/>
                      <a:pt x="0" y="104"/>
                      <a:pt x="0" y="119"/>
                    </a:cubicBezTo>
                    <a:cubicBezTo>
                      <a:pt x="0" y="133"/>
                      <a:pt x="11" y="145"/>
                      <a:pt x="26"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8" name="Freeform 54"/>
              <p:cNvSpPr>
                <a:spLocks/>
              </p:cNvSpPr>
              <p:nvPr/>
            </p:nvSpPr>
            <p:spPr bwMode="auto">
              <a:xfrm>
                <a:off x="-1382713" y="8283575"/>
                <a:ext cx="195263" cy="63500"/>
              </a:xfrm>
              <a:custGeom>
                <a:avLst/>
                <a:gdLst>
                  <a:gd name="T0" fmla="*/ 3 w 123"/>
                  <a:gd name="T1" fmla="*/ 0 h 40"/>
                  <a:gd name="T2" fmla="*/ 0 w 123"/>
                  <a:gd name="T3" fmla="*/ 40 h 40"/>
                  <a:gd name="T4" fmla="*/ 123 w 123"/>
                  <a:gd name="T5" fmla="*/ 40 h 40"/>
                  <a:gd name="T6" fmla="*/ 121 w 123"/>
                  <a:gd name="T7" fmla="*/ 0 h 40"/>
                  <a:gd name="T8" fmla="*/ 3 w 123"/>
                  <a:gd name="T9" fmla="*/ 0 h 40"/>
                </a:gdLst>
                <a:ahLst/>
                <a:cxnLst>
                  <a:cxn ang="0">
                    <a:pos x="T0" y="T1"/>
                  </a:cxn>
                  <a:cxn ang="0">
                    <a:pos x="T2" y="T3"/>
                  </a:cxn>
                  <a:cxn ang="0">
                    <a:pos x="T4" y="T5"/>
                  </a:cxn>
                  <a:cxn ang="0">
                    <a:pos x="T6" y="T7"/>
                  </a:cxn>
                  <a:cxn ang="0">
                    <a:pos x="T8" y="T9"/>
                  </a:cxn>
                </a:cxnLst>
                <a:rect l="0" t="0" r="r" b="b"/>
                <a:pathLst>
                  <a:path w="123" h="40">
                    <a:moveTo>
                      <a:pt x="3" y="0"/>
                    </a:moveTo>
                    <a:lnTo>
                      <a:pt x="0" y="40"/>
                    </a:lnTo>
                    <a:lnTo>
                      <a:pt x="123" y="40"/>
                    </a:lnTo>
                    <a:lnTo>
                      <a:pt x="121"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9" name="Freeform 55"/>
              <p:cNvSpPr>
                <a:spLocks noEditPoints="1"/>
              </p:cNvSpPr>
              <p:nvPr/>
            </p:nvSpPr>
            <p:spPr bwMode="auto">
              <a:xfrm>
                <a:off x="-1555750" y="7926388"/>
                <a:ext cx="546100" cy="338138"/>
              </a:xfrm>
              <a:custGeom>
                <a:avLst/>
                <a:gdLst>
                  <a:gd name="T0" fmla="*/ 230 w 344"/>
                  <a:gd name="T1" fmla="*/ 213 h 213"/>
                  <a:gd name="T2" fmla="*/ 344 w 344"/>
                  <a:gd name="T3" fmla="*/ 213 h 213"/>
                  <a:gd name="T4" fmla="*/ 344 w 344"/>
                  <a:gd name="T5" fmla="*/ 0 h 213"/>
                  <a:gd name="T6" fmla="*/ 171 w 344"/>
                  <a:gd name="T7" fmla="*/ 0 h 213"/>
                  <a:gd name="T8" fmla="*/ 171 w 344"/>
                  <a:gd name="T9" fmla="*/ 26 h 213"/>
                  <a:gd name="T10" fmla="*/ 313 w 344"/>
                  <a:gd name="T11" fmla="*/ 26 h 213"/>
                  <a:gd name="T12" fmla="*/ 313 w 344"/>
                  <a:gd name="T13" fmla="*/ 187 h 213"/>
                  <a:gd name="T14" fmla="*/ 228 w 344"/>
                  <a:gd name="T15" fmla="*/ 187 h 213"/>
                  <a:gd name="T16" fmla="*/ 171 w 344"/>
                  <a:gd name="T17" fmla="*/ 187 h 213"/>
                  <a:gd name="T18" fmla="*/ 171 w 344"/>
                  <a:gd name="T19" fmla="*/ 213 h 213"/>
                  <a:gd name="T20" fmla="*/ 230 w 344"/>
                  <a:gd name="T21" fmla="*/ 213 h 213"/>
                  <a:gd name="T22" fmla="*/ 171 w 344"/>
                  <a:gd name="T23" fmla="*/ 0 h 213"/>
                  <a:gd name="T24" fmla="*/ 0 w 344"/>
                  <a:gd name="T25" fmla="*/ 0 h 213"/>
                  <a:gd name="T26" fmla="*/ 0 w 344"/>
                  <a:gd name="T27" fmla="*/ 213 h 213"/>
                  <a:gd name="T28" fmla="*/ 112 w 344"/>
                  <a:gd name="T29" fmla="*/ 213 h 213"/>
                  <a:gd name="T30" fmla="*/ 171 w 344"/>
                  <a:gd name="T31" fmla="*/ 213 h 213"/>
                  <a:gd name="T32" fmla="*/ 171 w 344"/>
                  <a:gd name="T33" fmla="*/ 187 h 213"/>
                  <a:gd name="T34" fmla="*/ 114 w 344"/>
                  <a:gd name="T35" fmla="*/ 187 h 213"/>
                  <a:gd name="T36" fmla="*/ 31 w 344"/>
                  <a:gd name="T37" fmla="*/ 187 h 213"/>
                  <a:gd name="T38" fmla="*/ 31 w 344"/>
                  <a:gd name="T39" fmla="*/ 187 h 213"/>
                  <a:gd name="T40" fmla="*/ 31 w 344"/>
                  <a:gd name="T41" fmla="*/ 26 h 213"/>
                  <a:gd name="T42" fmla="*/ 171 w 344"/>
                  <a:gd name="T43" fmla="*/ 26 h 213"/>
                  <a:gd name="T44" fmla="*/ 171 w 344"/>
                  <a:gd name="T4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4" h="213">
                    <a:moveTo>
                      <a:pt x="230" y="213"/>
                    </a:moveTo>
                    <a:lnTo>
                      <a:pt x="344" y="213"/>
                    </a:lnTo>
                    <a:lnTo>
                      <a:pt x="344" y="0"/>
                    </a:lnTo>
                    <a:lnTo>
                      <a:pt x="171" y="0"/>
                    </a:lnTo>
                    <a:lnTo>
                      <a:pt x="171" y="26"/>
                    </a:lnTo>
                    <a:lnTo>
                      <a:pt x="313" y="26"/>
                    </a:lnTo>
                    <a:lnTo>
                      <a:pt x="313" y="187"/>
                    </a:lnTo>
                    <a:lnTo>
                      <a:pt x="228" y="187"/>
                    </a:lnTo>
                    <a:lnTo>
                      <a:pt x="171" y="187"/>
                    </a:lnTo>
                    <a:lnTo>
                      <a:pt x="171" y="213"/>
                    </a:lnTo>
                    <a:lnTo>
                      <a:pt x="230" y="213"/>
                    </a:lnTo>
                    <a:close/>
                    <a:moveTo>
                      <a:pt x="171" y="0"/>
                    </a:moveTo>
                    <a:lnTo>
                      <a:pt x="0" y="0"/>
                    </a:lnTo>
                    <a:lnTo>
                      <a:pt x="0" y="213"/>
                    </a:lnTo>
                    <a:lnTo>
                      <a:pt x="112" y="213"/>
                    </a:lnTo>
                    <a:lnTo>
                      <a:pt x="171" y="213"/>
                    </a:lnTo>
                    <a:lnTo>
                      <a:pt x="171" y="187"/>
                    </a:lnTo>
                    <a:lnTo>
                      <a:pt x="114" y="187"/>
                    </a:lnTo>
                    <a:lnTo>
                      <a:pt x="31" y="187"/>
                    </a:lnTo>
                    <a:lnTo>
                      <a:pt x="31" y="187"/>
                    </a:lnTo>
                    <a:lnTo>
                      <a:pt x="31" y="26"/>
                    </a:lnTo>
                    <a:lnTo>
                      <a:pt x="171" y="26"/>
                    </a:lnTo>
                    <a:lnTo>
                      <a:pt x="17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0" name="Freeform 56"/>
              <p:cNvSpPr>
                <a:spLocks/>
              </p:cNvSpPr>
              <p:nvPr/>
            </p:nvSpPr>
            <p:spPr bwMode="auto">
              <a:xfrm>
                <a:off x="-1419225" y="8366125"/>
                <a:ext cx="269875" cy="25400"/>
              </a:xfrm>
              <a:custGeom>
                <a:avLst/>
                <a:gdLst>
                  <a:gd name="T0" fmla="*/ 0 w 170"/>
                  <a:gd name="T1" fmla="*/ 0 h 16"/>
                  <a:gd name="T2" fmla="*/ 0 w 170"/>
                  <a:gd name="T3" fmla="*/ 16 h 16"/>
                  <a:gd name="T4" fmla="*/ 170 w 170"/>
                  <a:gd name="T5" fmla="*/ 16 h 16"/>
                  <a:gd name="T6" fmla="*/ 170 w 170"/>
                  <a:gd name="T7" fmla="*/ 0 h 16"/>
                  <a:gd name="T8" fmla="*/ 146 w 170"/>
                  <a:gd name="T9" fmla="*/ 0 h 16"/>
                  <a:gd name="T10" fmla="*/ 23 w 170"/>
                  <a:gd name="T11" fmla="*/ 0 h 16"/>
                  <a:gd name="T12" fmla="*/ 0 w 17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0" h="16">
                    <a:moveTo>
                      <a:pt x="0" y="0"/>
                    </a:moveTo>
                    <a:lnTo>
                      <a:pt x="0" y="16"/>
                    </a:lnTo>
                    <a:lnTo>
                      <a:pt x="170" y="16"/>
                    </a:lnTo>
                    <a:lnTo>
                      <a:pt x="170" y="0"/>
                    </a:lnTo>
                    <a:lnTo>
                      <a:pt x="146" y="0"/>
                    </a:lnTo>
                    <a:lnTo>
                      <a:pt x="2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1" name="Freeform 57"/>
              <p:cNvSpPr>
                <a:spLocks noEditPoints="1"/>
              </p:cNvSpPr>
              <p:nvPr/>
            </p:nvSpPr>
            <p:spPr bwMode="auto">
              <a:xfrm>
                <a:off x="-4494213" y="8478838"/>
                <a:ext cx="233363" cy="520700"/>
              </a:xfrm>
              <a:custGeom>
                <a:avLst/>
                <a:gdLst>
                  <a:gd name="T0" fmla="*/ 31 w 62"/>
                  <a:gd name="T1" fmla="*/ 120 h 139"/>
                  <a:gd name="T2" fmla="*/ 31 w 62"/>
                  <a:gd name="T3" fmla="*/ 120 h 139"/>
                  <a:gd name="T4" fmla="*/ 60 w 62"/>
                  <a:gd name="T5" fmla="*/ 135 h 139"/>
                  <a:gd name="T6" fmla="*/ 61 w 62"/>
                  <a:gd name="T7" fmla="*/ 135 h 139"/>
                  <a:gd name="T8" fmla="*/ 61 w 62"/>
                  <a:gd name="T9" fmla="*/ 36 h 139"/>
                  <a:gd name="T10" fmla="*/ 60 w 62"/>
                  <a:gd name="T11" fmla="*/ 22 h 139"/>
                  <a:gd name="T12" fmla="*/ 52 w 62"/>
                  <a:gd name="T13" fmla="*/ 12 h 139"/>
                  <a:gd name="T14" fmla="*/ 52 w 62"/>
                  <a:gd name="T15" fmla="*/ 4 h 139"/>
                  <a:gd name="T16" fmla="*/ 52 w 62"/>
                  <a:gd name="T17" fmla="*/ 0 h 139"/>
                  <a:gd name="T18" fmla="*/ 48 w 62"/>
                  <a:gd name="T19" fmla="*/ 0 h 139"/>
                  <a:gd name="T20" fmla="*/ 31 w 62"/>
                  <a:gd name="T21" fmla="*/ 0 h 139"/>
                  <a:gd name="T22" fmla="*/ 31 w 62"/>
                  <a:gd name="T23" fmla="*/ 4 h 139"/>
                  <a:gd name="T24" fmla="*/ 48 w 62"/>
                  <a:gd name="T25" fmla="*/ 4 h 139"/>
                  <a:gd name="T26" fmla="*/ 48 w 62"/>
                  <a:gd name="T27" fmla="*/ 10 h 139"/>
                  <a:gd name="T28" fmla="*/ 48 w 62"/>
                  <a:gd name="T29" fmla="*/ 58 h 139"/>
                  <a:gd name="T30" fmla="*/ 31 w 62"/>
                  <a:gd name="T31" fmla="*/ 40 h 139"/>
                  <a:gd name="T32" fmla="*/ 31 w 62"/>
                  <a:gd name="T33" fmla="*/ 41 h 139"/>
                  <a:gd name="T34" fmla="*/ 31 w 62"/>
                  <a:gd name="T35" fmla="*/ 120 h 139"/>
                  <a:gd name="T36" fmla="*/ 1 w 62"/>
                  <a:gd name="T37" fmla="*/ 135 h 139"/>
                  <a:gd name="T38" fmla="*/ 31 w 62"/>
                  <a:gd name="T39" fmla="*/ 120 h 139"/>
                  <a:gd name="T40" fmla="*/ 31 w 62"/>
                  <a:gd name="T41" fmla="*/ 41 h 139"/>
                  <a:gd name="T42" fmla="*/ 13 w 62"/>
                  <a:gd name="T43" fmla="*/ 58 h 139"/>
                  <a:gd name="T44" fmla="*/ 13 w 62"/>
                  <a:gd name="T45" fmla="*/ 10 h 139"/>
                  <a:gd name="T46" fmla="*/ 13 w 62"/>
                  <a:gd name="T47" fmla="*/ 10 h 139"/>
                  <a:gd name="T48" fmla="*/ 13 w 62"/>
                  <a:gd name="T49" fmla="*/ 10 h 139"/>
                  <a:gd name="T50" fmla="*/ 13 w 62"/>
                  <a:gd name="T51" fmla="*/ 4 h 139"/>
                  <a:gd name="T52" fmla="*/ 31 w 62"/>
                  <a:gd name="T53" fmla="*/ 4 h 139"/>
                  <a:gd name="T54" fmla="*/ 31 w 62"/>
                  <a:gd name="T55" fmla="*/ 0 h 139"/>
                  <a:gd name="T56" fmla="*/ 13 w 62"/>
                  <a:gd name="T57" fmla="*/ 0 h 139"/>
                  <a:gd name="T58" fmla="*/ 9 w 62"/>
                  <a:gd name="T59" fmla="*/ 0 h 139"/>
                  <a:gd name="T60" fmla="*/ 9 w 62"/>
                  <a:gd name="T61" fmla="*/ 4 h 139"/>
                  <a:gd name="T62" fmla="*/ 9 w 62"/>
                  <a:gd name="T63" fmla="*/ 12 h 139"/>
                  <a:gd name="T64" fmla="*/ 1 w 62"/>
                  <a:gd name="T65" fmla="*/ 22 h 139"/>
                  <a:gd name="T66" fmla="*/ 0 w 62"/>
                  <a:gd name="T67" fmla="*/ 36 h 139"/>
                  <a:gd name="T68" fmla="*/ 0 w 62"/>
                  <a:gd name="T69" fmla="*/ 135 h 139"/>
                  <a:gd name="T70" fmla="*/ 1 w 62"/>
                  <a:gd name="T71" fmla="*/ 13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 h="139">
                    <a:moveTo>
                      <a:pt x="31" y="120"/>
                    </a:moveTo>
                    <a:cubicBezTo>
                      <a:pt x="31" y="120"/>
                      <a:pt x="31" y="120"/>
                      <a:pt x="31" y="120"/>
                    </a:cubicBezTo>
                    <a:cubicBezTo>
                      <a:pt x="45" y="120"/>
                      <a:pt x="57" y="123"/>
                      <a:pt x="60" y="135"/>
                    </a:cubicBezTo>
                    <a:cubicBezTo>
                      <a:pt x="62" y="139"/>
                      <a:pt x="61" y="139"/>
                      <a:pt x="61" y="135"/>
                    </a:cubicBezTo>
                    <a:cubicBezTo>
                      <a:pt x="61" y="114"/>
                      <a:pt x="61" y="57"/>
                      <a:pt x="61" y="36"/>
                    </a:cubicBezTo>
                    <a:cubicBezTo>
                      <a:pt x="61" y="32"/>
                      <a:pt x="62" y="26"/>
                      <a:pt x="60" y="22"/>
                    </a:cubicBezTo>
                    <a:cubicBezTo>
                      <a:pt x="59" y="17"/>
                      <a:pt x="56" y="14"/>
                      <a:pt x="52" y="12"/>
                    </a:cubicBezTo>
                    <a:cubicBezTo>
                      <a:pt x="52" y="4"/>
                      <a:pt x="52" y="4"/>
                      <a:pt x="52" y="4"/>
                    </a:cubicBezTo>
                    <a:cubicBezTo>
                      <a:pt x="52" y="0"/>
                      <a:pt x="52" y="0"/>
                      <a:pt x="52" y="0"/>
                    </a:cubicBezTo>
                    <a:cubicBezTo>
                      <a:pt x="48" y="0"/>
                      <a:pt x="48" y="0"/>
                      <a:pt x="48" y="0"/>
                    </a:cubicBezTo>
                    <a:cubicBezTo>
                      <a:pt x="31" y="0"/>
                      <a:pt x="31" y="0"/>
                      <a:pt x="31" y="0"/>
                    </a:cubicBezTo>
                    <a:cubicBezTo>
                      <a:pt x="31" y="4"/>
                      <a:pt x="31" y="4"/>
                      <a:pt x="31" y="4"/>
                    </a:cubicBezTo>
                    <a:cubicBezTo>
                      <a:pt x="48" y="4"/>
                      <a:pt x="48" y="4"/>
                      <a:pt x="48" y="4"/>
                    </a:cubicBezTo>
                    <a:cubicBezTo>
                      <a:pt x="48" y="10"/>
                      <a:pt x="48" y="10"/>
                      <a:pt x="48" y="10"/>
                    </a:cubicBezTo>
                    <a:cubicBezTo>
                      <a:pt x="48" y="58"/>
                      <a:pt x="48" y="58"/>
                      <a:pt x="48" y="58"/>
                    </a:cubicBezTo>
                    <a:cubicBezTo>
                      <a:pt x="31" y="40"/>
                      <a:pt x="31" y="40"/>
                      <a:pt x="31" y="40"/>
                    </a:cubicBezTo>
                    <a:cubicBezTo>
                      <a:pt x="31" y="41"/>
                      <a:pt x="31" y="41"/>
                      <a:pt x="31" y="41"/>
                    </a:cubicBezTo>
                    <a:lnTo>
                      <a:pt x="31" y="120"/>
                    </a:lnTo>
                    <a:close/>
                    <a:moveTo>
                      <a:pt x="1" y="135"/>
                    </a:moveTo>
                    <a:cubicBezTo>
                      <a:pt x="4" y="123"/>
                      <a:pt x="16" y="120"/>
                      <a:pt x="31" y="120"/>
                    </a:cubicBezTo>
                    <a:cubicBezTo>
                      <a:pt x="31" y="41"/>
                      <a:pt x="31" y="41"/>
                      <a:pt x="31" y="41"/>
                    </a:cubicBezTo>
                    <a:cubicBezTo>
                      <a:pt x="13" y="58"/>
                      <a:pt x="13" y="58"/>
                      <a:pt x="13" y="58"/>
                    </a:cubicBezTo>
                    <a:cubicBezTo>
                      <a:pt x="13" y="10"/>
                      <a:pt x="13" y="10"/>
                      <a:pt x="13" y="10"/>
                    </a:cubicBezTo>
                    <a:cubicBezTo>
                      <a:pt x="13" y="10"/>
                      <a:pt x="13" y="10"/>
                      <a:pt x="13" y="10"/>
                    </a:cubicBezTo>
                    <a:cubicBezTo>
                      <a:pt x="13" y="10"/>
                      <a:pt x="13" y="10"/>
                      <a:pt x="13" y="10"/>
                    </a:cubicBezTo>
                    <a:cubicBezTo>
                      <a:pt x="13" y="4"/>
                      <a:pt x="13" y="4"/>
                      <a:pt x="13" y="4"/>
                    </a:cubicBezTo>
                    <a:cubicBezTo>
                      <a:pt x="31" y="4"/>
                      <a:pt x="31" y="4"/>
                      <a:pt x="31" y="4"/>
                    </a:cubicBezTo>
                    <a:cubicBezTo>
                      <a:pt x="31" y="0"/>
                      <a:pt x="31" y="0"/>
                      <a:pt x="31" y="0"/>
                    </a:cubicBezTo>
                    <a:cubicBezTo>
                      <a:pt x="13" y="0"/>
                      <a:pt x="13" y="0"/>
                      <a:pt x="13" y="0"/>
                    </a:cubicBezTo>
                    <a:cubicBezTo>
                      <a:pt x="9" y="0"/>
                      <a:pt x="9" y="0"/>
                      <a:pt x="9" y="0"/>
                    </a:cubicBezTo>
                    <a:cubicBezTo>
                      <a:pt x="9" y="4"/>
                      <a:pt x="9" y="4"/>
                      <a:pt x="9" y="4"/>
                    </a:cubicBezTo>
                    <a:cubicBezTo>
                      <a:pt x="9" y="12"/>
                      <a:pt x="9" y="12"/>
                      <a:pt x="9" y="12"/>
                    </a:cubicBezTo>
                    <a:cubicBezTo>
                      <a:pt x="5" y="14"/>
                      <a:pt x="2" y="17"/>
                      <a:pt x="1" y="22"/>
                    </a:cubicBezTo>
                    <a:cubicBezTo>
                      <a:pt x="0" y="26"/>
                      <a:pt x="0" y="32"/>
                      <a:pt x="0" y="36"/>
                    </a:cubicBezTo>
                    <a:cubicBezTo>
                      <a:pt x="0" y="57"/>
                      <a:pt x="0" y="114"/>
                      <a:pt x="0" y="135"/>
                    </a:cubicBezTo>
                    <a:cubicBezTo>
                      <a:pt x="0" y="139"/>
                      <a:pt x="0" y="139"/>
                      <a:pt x="1"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2" name="Freeform 58"/>
              <p:cNvSpPr>
                <a:spLocks/>
              </p:cNvSpPr>
              <p:nvPr/>
            </p:nvSpPr>
            <p:spPr bwMode="auto">
              <a:xfrm>
                <a:off x="-4249738" y="8509000"/>
                <a:ext cx="236538" cy="490538"/>
              </a:xfrm>
              <a:custGeom>
                <a:avLst/>
                <a:gdLst>
                  <a:gd name="T0" fmla="*/ 2 w 63"/>
                  <a:gd name="T1" fmla="*/ 127 h 131"/>
                  <a:gd name="T2" fmla="*/ 32 w 63"/>
                  <a:gd name="T3" fmla="*/ 112 h 131"/>
                  <a:gd name="T4" fmla="*/ 61 w 63"/>
                  <a:gd name="T5" fmla="*/ 127 h 131"/>
                  <a:gd name="T6" fmla="*/ 62 w 63"/>
                  <a:gd name="T7" fmla="*/ 127 h 131"/>
                  <a:gd name="T8" fmla="*/ 62 w 63"/>
                  <a:gd name="T9" fmla="*/ 28 h 131"/>
                  <a:gd name="T10" fmla="*/ 61 w 63"/>
                  <a:gd name="T11" fmla="*/ 14 h 131"/>
                  <a:gd name="T12" fmla="*/ 32 w 63"/>
                  <a:gd name="T13" fmla="*/ 0 h 131"/>
                  <a:gd name="T14" fmla="*/ 2 w 63"/>
                  <a:gd name="T15" fmla="*/ 14 h 131"/>
                  <a:gd name="T16" fmla="*/ 1 w 63"/>
                  <a:gd name="T17" fmla="*/ 28 h 131"/>
                  <a:gd name="T18" fmla="*/ 1 w 63"/>
                  <a:gd name="T19" fmla="*/ 127 h 131"/>
                  <a:gd name="T20" fmla="*/ 2 w 63"/>
                  <a:gd name="T21" fmla="*/ 12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31">
                    <a:moveTo>
                      <a:pt x="2" y="127"/>
                    </a:moveTo>
                    <a:cubicBezTo>
                      <a:pt x="5" y="115"/>
                      <a:pt x="17" y="112"/>
                      <a:pt x="32" y="112"/>
                    </a:cubicBezTo>
                    <a:cubicBezTo>
                      <a:pt x="46" y="112"/>
                      <a:pt x="58" y="115"/>
                      <a:pt x="61" y="127"/>
                    </a:cubicBezTo>
                    <a:cubicBezTo>
                      <a:pt x="63" y="131"/>
                      <a:pt x="62" y="131"/>
                      <a:pt x="62" y="127"/>
                    </a:cubicBezTo>
                    <a:cubicBezTo>
                      <a:pt x="62" y="106"/>
                      <a:pt x="62" y="49"/>
                      <a:pt x="62" y="28"/>
                    </a:cubicBezTo>
                    <a:cubicBezTo>
                      <a:pt x="62" y="24"/>
                      <a:pt x="62" y="18"/>
                      <a:pt x="61" y="14"/>
                    </a:cubicBezTo>
                    <a:cubicBezTo>
                      <a:pt x="57" y="3"/>
                      <a:pt x="46" y="0"/>
                      <a:pt x="32" y="0"/>
                    </a:cubicBezTo>
                    <a:cubicBezTo>
                      <a:pt x="17" y="0"/>
                      <a:pt x="6" y="3"/>
                      <a:pt x="2" y="14"/>
                    </a:cubicBezTo>
                    <a:cubicBezTo>
                      <a:pt x="1" y="18"/>
                      <a:pt x="1" y="24"/>
                      <a:pt x="1" y="28"/>
                    </a:cubicBezTo>
                    <a:cubicBezTo>
                      <a:pt x="1" y="49"/>
                      <a:pt x="1" y="106"/>
                      <a:pt x="1" y="127"/>
                    </a:cubicBezTo>
                    <a:cubicBezTo>
                      <a:pt x="1" y="131"/>
                      <a:pt x="0" y="131"/>
                      <a:pt x="2"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3" name="Freeform 59"/>
              <p:cNvSpPr>
                <a:spLocks noEditPoints="1"/>
              </p:cNvSpPr>
              <p:nvPr/>
            </p:nvSpPr>
            <p:spPr bwMode="auto">
              <a:xfrm>
                <a:off x="-1698625" y="3784600"/>
                <a:ext cx="444500" cy="447675"/>
              </a:xfrm>
              <a:custGeom>
                <a:avLst/>
                <a:gdLst>
                  <a:gd name="T0" fmla="*/ 59 w 118"/>
                  <a:gd name="T1" fmla="*/ 119 h 119"/>
                  <a:gd name="T2" fmla="*/ 68 w 118"/>
                  <a:gd name="T3" fmla="*/ 119 h 119"/>
                  <a:gd name="T4" fmla="*/ 68 w 118"/>
                  <a:gd name="T5" fmla="*/ 110 h 119"/>
                  <a:gd name="T6" fmla="*/ 88 w 118"/>
                  <a:gd name="T7" fmla="*/ 102 h 119"/>
                  <a:gd name="T8" fmla="*/ 94 w 118"/>
                  <a:gd name="T9" fmla="*/ 108 h 119"/>
                  <a:gd name="T10" fmla="*/ 108 w 118"/>
                  <a:gd name="T11" fmla="*/ 95 h 119"/>
                  <a:gd name="T12" fmla="*/ 101 w 118"/>
                  <a:gd name="T13" fmla="*/ 89 h 119"/>
                  <a:gd name="T14" fmla="*/ 109 w 118"/>
                  <a:gd name="T15" fmla="*/ 69 h 119"/>
                  <a:gd name="T16" fmla="*/ 118 w 118"/>
                  <a:gd name="T17" fmla="*/ 69 h 119"/>
                  <a:gd name="T18" fmla="*/ 118 w 118"/>
                  <a:gd name="T19" fmla="*/ 50 h 119"/>
                  <a:gd name="T20" fmla="*/ 109 w 118"/>
                  <a:gd name="T21" fmla="*/ 50 h 119"/>
                  <a:gd name="T22" fmla="*/ 101 w 118"/>
                  <a:gd name="T23" fmla="*/ 31 h 119"/>
                  <a:gd name="T24" fmla="*/ 108 w 118"/>
                  <a:gd name="T25" fmla="*/ 24 h 119"/>
                  <a:gd name="T26" fmla="*/ 94 w 118"/>
                  <a:gd name="T27" fmla="*/ 11 h 119"/>
                  <a:gd name="T28" fmla="*/ 88 w 118"/>
                  <a:gd name="T29" fmla="*/ 17 h 119"/>
                  <a:gd name="T30" fmla="*/ 68 w 118"/>
                  <a:gd name="T31" fmla="*/ 9 h 119"/>
                  <a:gd name="T32" fmla="*/ 68 w 118"/>
                  <a:gd name="T33" fmla="*/ 0 h 119"/>
                  <a:gd name="T34" fmla="*/ 59 w 118"/>
                  <a:gd name="T35" fmla="*/ 0 h 119"/>
                  <a:gd name="T36" fmla="*/ 59 w 118"/>
                  <a:gd name="T37" fmla="*/ 22 h 119"/>
                  <a:gd name="T38" fmla="*/ 97 w 118"/>
                  <a:gd name="T39" fmla="*/ 60 h 119"/>
                  <a:gd name="T40" fmla="*/ 59 w 118"/>
                  <a:gd name="T41" fmla="*/ 97 h 119"/>
                  <a:gd name="T42" fmla="*/ 59 w 118"/>
                  <a:gd name="T43" fmla="*/ 119 h 119"/>
                  <a:gd name="T44" fmla="*/ 17 w 118"/>
                  <a:gd name="T45" fmla="*/ 89 h 119"/>
                  <a:gd name="T46" fmla="*/ 11 w 118"/>
                  <a:gd name="T47" fmla="*/ 95 h 119"/>
                  <a:gd name="T48" fmla="*/ 24 w 118"/>
                  <a:gd name="T49" fmla="*/ 108 h 119"/>
                  <a:gd name="T50" fmla="*/ 30 w 118"/>
                  <a:gd name="T51" fmla="*/ 102 h 119"/>
                  <a:gd name="T52" fmla="*/ 50 w 118"/>
                  <a:gd name="T53" fmla="*/ 110 h 119"/>
                  <a:gd name="T54" fmla="*/ 50 w 118"/>
                  <a:gd name="T55" fmla="*/ 119 h 119"/>
                  <a:gd name="T56" fmla="*/ 59 w 118"/>
                  <a:gd name="T57" fmla="*/ 119 h 119"/>
                  <a:gd name="T58" fmla="*/ 59 w 118"/>
                  <a:gd name="T59" fmla="*/ 97 h 119"/>
                  <a:gd name="T60" fmla="*/ 59 w 118"/>
                  <a:gd name="T61" fmla="*/ 97 h 119"/>
                  <a:gd name="T62" fmla="*/ 21 w 118"/>
                  <a:gd name="T63" fmla="*/ 60 h 119"/>
                  <a:gd name="T64" fmla="*/ 59 w 118"/>
                  <a:gd name="T65" fmla="*/ 22 h 119"/>
                  <a:gd name="T66" fmla="*/ 59 w 118"/>
                  <a:gd name="T67" fmla="*/ 22 h 119"/>
                  <a:gd name="T68" fmla="*/ 59 w 118"/>
                  <a:gd name="T69" fmla="*/ 22 h 119"/>
                  <a:gd name="T70" fmla="*/ 59 w 118"/>
                  <a:gd name="T71" fmla="*/ 0 h 119"/>
                  <a:gd name="T72" fmla="*/ 50 w 118"/>
                  <a:gd name="T73" fmla="*/ 0 h 119"/>
                  <a:gd name="T74" fmla="*/ 50 w 118"/>
                  <a:gd name="T75" fmla="*/ 9 h 119"/>
                  <a:gd name="T76" fmla="*/ 30 w 118"/>
                  <a:gd name="T77" fmla="*/ 17 h 119"/>
                  <a:gd name="T78" fmla="*/ 24 w 118"/>
                  <a:gd name="T79" fmla="*/ 11 h 119"/>
                  <a:gd name="T80" fmla="*/ 11 w 118"/>
                  <a:gd name="T81" fmla="*/ 24 h 119"/>
                  <a:gd name="T82" fmla="*/ 17 w 118"/>
                  <a:gd name="T83" fmla="*/ 31 h 119"/>
                  <a:gd name="T84" fmla="*/ 9 w 118"/>
                  <a:gd name="T85" fmla="*/ 50 h 119"/>
                  <a:gd name="T86" fmla="*/ 0 w 118"/>
                  <a:gd name="T87" fmla="*/ 50 h 119"/>
                  <a:gd name="T88" fmla="*/ 0 w 118"/>
                  <a:gd name="T89" fmla="*/ 69 h 119"/>
                  <a:gd name="T90" fmla="*/ 9 w 118"/>
                  <a:gd name="T91" fmla="*/ 69 h 119"/>
                  <a:gd name="T92" fmla="*/ 17 w 118"/>
                  <a:gd name="T93" fmla="*/ 8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119">
                    <a:moveTo>
                      <a:pt x="59" y="119"/>
                    </a:moveTo>
                    <a:cubicBezTo>
                      <a:pt x="68" y="119"/>
                      <a:pt x="68" y="119"/>
                      <a:pt x="68" y="119"/>
                    </a:cubicBezTo>
                    <a:cubicBezTo>
                      <a:pt x="68" y="110"/>
                      <a:pt x="68" y="110"/>
                      <a:pt x="68" y="110"/>
                    </a:cubicBezTo>
                    <a:cubicBezTo>
                      <a:pt x="76" y="109"/>
                      <a:pt x="82" y="106"/>
                      <a:pt x="88" y="102"/>
                    </a:cubicBezTo>
                    <a:cubicBezTo>
                      <a:pt x="94" y="108"/>
                      <a:pt x="94" y="108"/>
                      <a:pt x="94" y="108"/>
                    </a:cubicBezTo>
                    <a:cubicBezTo>
                      <a:pt x="108" y="95"/>
                      <a:pt x="108" y="95"/>
                      <a:pt x="108" y="95"/>
                    </a:cubicBezTo>
                    <a:cubicBezTo>
                      <a:pt x="101" y="89"/>
                      <a:pt x="101" y="89"/>
                      <a:pt x="101" y="89"/>
                    </a:cubicBezTo>
                    <a:cubicBezTo>
                      <a:pt x="105" y="83"/>
                      <a:pt x="108" y="76"/>
                      <a:pt x="109" y="69"/>
                    </a:cubicBezTo>
                    <a:cubicBezTo>
                      <a:pt x="118" y="69"/>
                      <a:pt x="118" y="69"/>
                      <a:pt x="118" y="69"/>
                    </a:cubicBezTo>
                    <a:cubicBezTo>
                      <a:pt x="118" y="50"/>
                      <a:pt x="118" y="50"/>
                      <a:pt x="118" y="50"/>
                    </a:cubicBezTo>
                    <a:cubicBezTo>
                      <a:pt x="109" y="50"/>
                      <a:pt x="109" y="50"/>
                      <a:pt x="109" y="50"/>
                    </a:cubicBezTo>
                    <a:cubicBezTo>
                      <a:pt x="108" y="43"/>
                      <a:pt x="105" y="36"/>
                      <a:pt x="101" y="31"/>
                    </a:cubicBezTo>
                    <a:cubicBezTo>
                      <a:pt x="108" y="24"/>
                      <a:pt x="108" y="24"/>
                      <a:pt x="108" y="24"/>
                    </a:cubicBezTo>
                    <a:cubicBezTo>
                      <a:pt x="94" y="11"/>
                      <a:pt x="94" y="11"/>
                      <a:pt x="94" y="11"/>
                    </a:cubicBezTo>
                    <a:cubicBezTo>
                      <a:pt x="88" y="17"/>
                      <a:pt x="88" y="17"/>
                      <a:pt x="88" y="17"/>
                    </a:cubicBezTo>
                    <a:cubicBezTo>
                      <a:pt x="82" y="13"/>
                      <a:pt x="76" y="11"/>
                      <a:pt x="68" y="9"/>
                    </a:cubicBezTo>
                    <a:cubicBezTo>
                      <a:pt x="68" y="0"/>
                      <a:pt x="68" y="0"/>
                      <a:pt x="68" y="0"/>
                    </a:cubicBezTo>
                    <a:cubicBezTo>
                      <a:pt x="59" y="0"/>
                      <a:pt x="59" y="0"/>
                      <a:pt x="59" y="0"/>
                    </a:cubicBezTo>
                    <a:cubicBezTo>
                      <a:pt x="59" y="22"/>
                      <a:pt x="59" y="22"/>
                      <a:pt x="59" y="22"/>
                    </a:cubicBezTo>
                    <a:cubicBezTo>
                      <a:pt x="80" y="22"/>
                      <a:pt x="97" y="39"/>
                      <a:pt x="97" y="60"/>
                    </a:cubicBezTo>
                    <a:cubicBezTo>
                      <a:pt x="97" y="81"/>
                      <a:pt x="80" y="97"/>
                      <a:pt x="59" y="97"/>
                    </a:cubicBezTo>
                    <a:lnTo>
                      <a:pt x="59" y="119"/>
                    </a:lnTo>
                    <a:close/>
                    <a:moveTo>
                      <a:pt x="17" y="89"/>
                    </a:moveTo>
                    <a:cubicBezTo>
                      <a:pt x="11" y="95"/>
                      <a:pt x="11" y="95"/>
                      <a:pt x="11" y="95"/>
                    </a:cubicBezTo>
                    <a:cubicBezTo>
                      <a:pt x="24" y="108"/>
                      <a:pt x="24" y="108"/>
                      <a:pt x="24" y="108"/>
                    </a:cubicBezTo>
                    <a:cubicBezTo>
                      <a:pt x="30" y="102"/>
                      <a:pt x="30" y="102"/>
                      <a:pt x="30" y="102"/>
                    </a:cubicBezTo>
                    <a:cubicBezTo>
                      <a:pt x="36" y="106"/>
                      <a:pt x="42" y="109"/>
                      <a:pt x="50" y="110"/>
                    </a:cubicBezTo>
                    <a:cubicBezTo>
                      <a:pt x="50" y="119"/>
                      <a:pt x="50" y="119"/>
                      <a:pt x="50" y="119"/>
                    </a:cubicBezTo>
                    <a:cubicBezTo>
                      <a:pt x="59" y="119"/>
                      <a:pt x="59" y="119"/>
                      <a:pt x="59" y="119"/>
                    </a:cubicBezTo>
                    <a:cubicBezTo>
                      <a:pt x="59" y="97"/>
                      <a:pt x="59" y="97"/>
                      <a:pt x="59" y="97"/>
                    </a:cubicBezTo>
                    <a:cubicBezTo>
                      <a:pt x="59" y="97"/>
                      <a:pt x="59" y="97"/>
                      <a:pt x="59" y="97"/>
                    </a:cubicBezTo>
                    <a:cubicBezTo>
                      <a:pt x="38" y="97"/>
                      <a:pt x="21" y="81"/>
                      <a:pt x="21" y="60"/>
                    </a:cubicBezTo>
                    <a:cubicBezTo>
                      <a:pt x="21" y="39"/>
                      <a:pt x="38" y="22"/>
                      <a:pt x="59" y="22"/>
                    </a:cubicBezTo>
                    <a:cubicBezTo>
                      <a:pt x="59" y="22"/>
                      <a:pt x="59" y="22"/>
                      <a:pt x="59" y="22"/>
                    </a:cubicBezTo>
                    <a:cubicBezTo>
                      <a:pt x="59" y="22"/>
                      <a:pt x="59" y="22"/>
                      <a:pt x="59" y="22"/>
                    </a:cubicBezTo>
                    <a:cubicBezTo>
                      <a:pt x="59" y="0"/>
                      <a:pt x="59" y="0"/>
                      <a:pt x="59" y="0"/>
                    </a:cubicBezTo>
                    <a:cubicBezTo>
                      <a:pt x="50" y="0"/>
                      <a:pt x="50" y="0"/>
                      <a:pt x="50" y="0"/>
                    </a:cubicBezTo>
                    <a:cubicBezTo>
                      <a:pt x="50" y="9"/>
                      <a:pt x="50" y="9"/>
                      <a:pt x="50" y="9"/>
                    </a:cubicBezTo>
                    <a:cubicBezTo>
                      <a:pt x="42" y="11"/>
                      <a:pt x="36" y="13"/>
                      <a:pt x="30" y="17"/>
                    </a:cubicBezTo>
                    <a:cubicBezTo>
                      <a:pt x="24" y="11"/>
                      <a:pt x="24" y="11"/>
                      <a:pt x="24" y="11"/>
                    </a:cubicBezTo>
                    <a:cubicBezTo>
                      <a:pt x="11" y="24"/>
                      <a:pt x="11" y="24"/>
                      <a:pt x="11" y="24"/>
                    </a:cubicBezTo>
                    <a:cubicBezTo>
                      <a:pt x="17" y="31"/>
                      <a:pt x="17" y="31"/>
                      <a:pt x="17" y="31"/>
                    </a:cubicBezTo>
                    <a:cubicBezTo>
                      <a:pt x="13" y="36"/>
                      <a:pt x="10" y="43"/>
                      <a:pt x="9" y="50"/>
                    </a:cubicBezTo>
                    <a:cubicBezTo>
                      <a:pt x="0" y="50"/>
                      <a:pt x="0" y="50"/>
                      <a:pt x="0" y="50"/>
                    </a:cubicBezTo>
                    <a:cubicBezTo>
                      <a:pt x="0" y="69"/>
                      <a:pt x="0" y="69"/>
                      <a:pt x="0" y="69"/>
                    </a:cubicBezTo>
                    <a:cubicBezTo>
                      <a:pt x="9" y="69"/>
                      <a:pt x="9" y="69"/>
                      <a:pt x="9" y="69"/>
                    </a:cubicBezTo>
                    <a:cubicBezTo>
                      <a:pt x="10" y="76"/>
                      <a:pt x="13" y="83"/>
                      <a:pt x="17"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4" name="Freeform 60"/>
              <p:cNvSpPr>
                <a:spLocks noEditPoints="1"/>
              </p:cNvSpPr>
              <p:nvPr/>
            </p:nvSpPr>
            <p:spPr bwMode="auto">
              <a:xfrm>
                <a:off x="-1355725" y="3586163"/>
                <a:ext cx="300038" cy="300038"/>
              </a:xfrm>
              <a:custGeom>
                <a:avLst/>
                <a:gdLst>
                  <a:gd name="T0" fmla="*/ 74 w 80"/>
                  <a:gd name="T1" fmla="*/ 33 h 80"/>
                  <a:gd name="T2" fmla="*/ 80 w 80"/>
                  <a:gd name="T3" fmla="*/ 31 h 80"/>
                  <a:gd name="T4" fmla="*/ 74 w 80"/>
                  <a:gd name="T5" fmla="*/ 17 h 80"/>
                  <a:gd name="T6" fmla="*/ 68 w 80"/>
                  <a:gd name="T7" fmla="*/ 20 h 80"/>
                  <a:gd name="T8" fmla="*/ 60 w 80"/>
                  <a:gd name="T9" fmla="*/ 11 h 80"/>
                  <a:gd name="T10" fmla="*/ 62 w 80"/>
                  <a:gd name="T11" fmla="*/ 5 h 80"/>
                  <a:gd name="T12" fmla="*/ 48 w 80"/>
                  <a:gd name="T13" fmla="*/ 0 h 80"/>
                  <a:gd name="T14" fmla="*/ 46 w 80"/>
                  <a:gd name="T15" fmla="*/ 5 h 80"/>
                  <a:gd name="T16" fmla="*/ 40 w 80"/>
                  <a:gd name="T17" fmla="*/ 5 h 80"/>
                  <a:gd name="T18" fmla="*/ 40 w 80"/>
                  <a:gd name="T19" fmla="*/ 16 h 80"/>
                  <a:gd name="T20" fmla="*/ 62 w 80"/>
                  <a:gd name="T21" fmla="*/ 31 h 80"/>
                  <a:gd name="T22" fmla="*/ 49 w 80"/>
                  <a:gd name="T23" fmla="*/ 61 h 80"/>
                  <a:gd name="T24" fmla="*/ 49 w 80"/>
                  <a:gd name="T25" fmla="*/ 61 h 80"/>
                  <a:gd name="T26" fmla="*/ 40 w 80"/>
                  <a:gd name="T27" fmla="*/ 63 h 80"/>
                  <a:gd name="T28" fmla="*/ 40 w 80"/>
                  <a:gd name="T29" fmla="*/ 63 h 80"/>
                  <a:gd name="T30" fmla="*/ 40 w 80"/>
                  <a:gd name="T31" fmla="*/ 75 h 80"/>
                  <a:gd name="T32" fmla="*/ 46 w 80"/>
                  <a:gd name="T33" fmla="*/ 74 h 80"/>
                  <a:gd name="T34" fmla="*/ 49 w 80"/>
                  <a:gd name="T35" fmla="*/ 80 h 80"/>
                  <a:gd name="T36" fmla="*/ 63 w 80"/>
                  <a:gd name="T37" fmla="*/ 74 h 80"/>
                  <a:gd name="T38" fmla="*/ 60 w 80"/>
                  <a:gd name="T39" fmla="*/ 68 h 80"/>
                  <a:gd name="T40" fmla="*/ 69 w 80"/>
                  <a:gd name="T41" fmla="*/ 60 h 80"/>
                  <a:gd name="T42" fmla="*/ 74 w 80"/>
                  <a:gd name="T43" fmla="*/ 62 h 80"/>
                  <a:gd name="T44" fmla="*/ 80 w 80"/>
                  <a:gd name="T45" fmla="*/ 48 h 80"/>
                  <a:gd name="T46" fmla="*/ 74 w 80"/>
                  <a:gd name="T47" fmla="*/ 46 h 80"/>
                  <a:gd name="T48" fmla="*/ 74 w 80"/>
                  <a:gd name="T49" fmla="*/ 33 h 80"/>
                  <a:gd name="T50" fmla="*/ 40 w 80"/>
                  <a:gd name="T51" fmla="*/ 5 h 80"/>
                  <a:gd name="T52" fmla="*/ 33 w 80"/>
                  <a:gd name="T53" fmla="*/ 5 h 80"/>
                  <a:gd name="T54" fmla="*/ 31 w 80"/>
                  <a:gd name="T55" fmla="*/ 0 h 80"/>
                  <a:gd name="T56" fmla="*/ 17 w 80"/>
                  <a:gd name="T57" fmla="*/ 6 h 80"/>
                  <a:gd name="T58" fmla="*/ 20 w 80"/>
                  <a:gd name="T59" fmla="*/ 11 h 80"/>
                  <a:gd name="T60" fmla="*/ 11 w 80"/>
                  <a:gd name="T61" fmla="*/ 20 h 80"/>
                  <a:gd name="T62" fmla="*/ 5 w 80"/>
                  <a:gd name="T63" fmla="*/ 18 h 80"/>
                  <a:gd name="T64" fmla="*/ 0 w 80"/>
                  <a:gd name="T65" fmla="*/ 32 h 80"/>
                  <a:gd name="T66" fmla="*/ 5 w 80"/>
                  <a:gd name="T67" fmla="*/ 34 h 80"/>
                  <a:gd name="T68" fmla="*/ 6 w 80"/>
                  <a:gd name="T69" fmla="*/ 46 h 80"/>
                  <a:gd name="T70" fmla="*/ 0 w 80"/>
                  <a:gd name="T71" fmla="*/ 49 h 80"/>
                  <a:gd name="T72" fmla="*/ 6 w 80"/>
                  <a:gd name="T73" fmla="*/ 62 h 80"/>
                  <a:gd name="T74" fmla="*/ 11 w 80"/>
                  <a:gd name="T75" fmla="*/ 60 h 80"/>
                  <a:gd name="T76" fmla="*/ 20 w 80"/>
                  <a:gd name="T77" fmla="*/ 69 h 80"/>
                  <a:gd name="T78" fmla="*/ 18 w 80"/>
                  <a:gd name="T79" fmla="*/ 74 h 80"/>
                  <a:gd name="T80" fmla="*/ 32 w 80"/>
                  <a:gd name="T81" fmla="*/ 80 h 80"/>
                  <a:gd name="T82" fmla="*/ 34 w 80"/>
                  <a:gd name="T83" fmla="*/ 74 h 80"/>
                  <a:gd name="T84" fmla="*/ 40 w 80"/>
                  <a:gd name="T85" fmla="*/ 75 h 80"/>
                  <a:gd name="T86" fmla="*/ 40 w 80"/>
                  <a:gd name="T87" fmla="*/ 63 h 80"/>
                  <a:gd name="T88" fmla="*/ 18 w 80"/>
                  <a:gd name="T89" fmla="*/ 49 h 80"/>
                  <a:gd name="T90" fmla="*/ 31 w 80"/>
                  <a:gd name="T91" fmla="*/ 18 h 80"/>
                  <a:gd name="T92" fmla="*/ 40 w 80"/>
                  <a:gd name="T93" fmla="*/ 16 h 80"/>
                  <a:gd name="T94" fmla="*/ 40 w 80"/>
                  <a:gd name="T95" fmla="*/ 16 h 80"/>
                  <a:gd name="T96" fmla="*/ 40 w 80"/>
                  <a:gd name="T97"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0" h="80">
                    <a:moveTo>
                      <a:pt x="74" y="33"/>
                    </a:moveTo>
                    <a:cubicBezTo>
                      <a:pt x="80" y="31"/>
                      <a:pt x="80" y="31"/>
                      <a:pt x="80" y="31"/>
                    </a:cubicBezTo>
                    <a:cubicBezTo>
                      <a:pt x="74" y="17"/>
                      <a:pt x="74" y="17"/>
                      <a:pt x="74" y="17"/>
                    </a:cubicBezTo>
                    <a:cubicBezTo>
                      <a:pt x="68" y="20"/>
                      <a:pt x="68" y="20"/>
                      <a:pt x="68" y="20"/>
                    </a:cubicBezTo>
                    <a:cubicBezTo>
                      <a:pt x="66" y="16"/>
                      <a:pt x="63" y="13"/>
                      <a:pt x="60" y="11"/>
                    </a:cubicBezTo>
                    <a:cubicBezTo>
                      <a:pt x="62" y="5"/>
                      <a:pt x="62" y="5"/>
                      <a:pt x="62" y="5"/>
                    </a:cubicBezTo>
                    <a:cubicBezTo>
                      <a:pt x="48" y="0"/>
                      <a:pt x="48" y="0"/>
                      <a:pt x="48" y="0"/>
                    </a:cubicBezTo>
                    <a:cubicBezTo>
                      <a:pt x="46" y="5"/>
                      <a:pt x="46" y="5"/>
                      <a:pt x="46" y="5"/>
                    </a:cubicBezTo>
                    <a:cubicBezTo>
                      <a:pt x="44" y="5"/>
                      <a:pt x="42" y="5"/>
                      <a:pt x="40" y="5"/>
                    </a:cubicBezTo>
                    <a:cubicBezTo>
                      <a:pt x="40" y="16"/>
                      <a:pt x="40" y="16"/>
                      <a:pt x="40" y="16"/>
                    </a:cubicBezTo>
                    <a:cubicBezTo>
                      <a:pt x="49" y="16"/>
                      <a:pt x="58" y="22"/>
                      <a:pt x="62" y="31"/>
                    </a:cubicBezTo>
                    <a:cubicBezTo>
                      <a:pt x="67" y="43"/>
                      <a:pt x="61" y="56"/>
                      <a:pt x="49" y="61"/>
                    </a:cubicBezTo>
                    <a:cubicBezTo>
                      <a:pt x="49" y="61"/>
                      <a:pt x="49" y="61"/>
                      <a:pt x="49" y="61"/>
                    </a:cubicBezTo>
                    <a:cubicBezTo>
                      <a:pt x="46" y="63"/>
                      <a:pt x="43" y="63"/>
                      <a:pt x="40" y="63"/>
                    </a:cubicBezTo>
                    <a:cubicBezTo>
                      <a:pt x="40" y="63"/>
                      <a:pt x="40" y="63"/>
                      <a:pt x="40" y="63"/>
                    </a:cubicBezTo>
                    <a:cubicBezTo>
                      <a:pt x="40" y="75"/>
                      <a:pt x="40" y="75"/>
                      <a:pt x="40" y="75"/>
                    </a:cubicBezTo>
                    <a:cubicBezTo>
                      <a:pt x="42" y="75"/>
                      <a:pt x="44" y="75"/>
                      <a:pt x="46" y="74"/>
                    </a:cubicBezTo>
                    <a:cubicBezTo>
                      <a:pt x="49" y="80"/>
                      <a:pt x="49" y="80"/>
                      <a:pt x="49" y="80"/>
                    </a:cubicBezTo>
                    <a:cubicBezTo>
                      <a:pt x="63" y="74"/>
                      <a:pt x="63" y="74"/>
                      <a:pt x="63" y="74"/>
                    </a:cubicBezTo>
                    <a:cubicBezTo>
                      <a:pt x="60" y="68"/>
                      <a:pt x="60" y="68"/>
                      <a:pt x="60" y="68"/>
                    </a:cubicBezTo>
                    <a:cubicBezTo>
                      <a:pt x="64" y="66"/>
                      <a:pt x="67" y="63"/>
                      <a:pt x="69" y="60"/>
                    </a:cubicBezTo>
                    <a:cubicBezTo>
                      <a:pt x="74" y="62"/>
                      <a:pt x="74" y="62"/>
                      <a:pt x="74" y="62"/>
                    </a:cubicBezTo>
                    <a:cubicBezTo>
                      <a:pt x="80" y="48"/>
                      <a:pt x="80" y="48"/>
                      <a:pt x="80" y="48"/>
                    </a:cubicBezTo>
                    <a:cubicBezTo>
                      <a:pt x="74" y="46"/>
                      <a:pt x="74" y="46"/>
                      <a:pt x="74" y="46"/>
                    </a:cubicBezTo>
                    <a:cubicBezTo>
                      <a:pt x="75" y="42"/>
                      <a:pt x="75" y="37"/>
                      <a:pt x="74" y="33"/>
                    </a:cubicBezTo>
                    <a:close/>
                    <a:moveTo>
                      <a:pt x="40" y="5"/>
                    </a:moveTo>
                    <a:cubicBezTo>
                      <a:pt x="38" y="5"/>
                      <a:pt x="36" y="5"/>
                      <a:pt x="33" y="5"/>
                    </a:cubicBezTo>
                    <a:cubicBezTo>
                      <a:pt x="31" y="0"/>
                      <a:pt x="31" y="0"/>
                      <a:pt x="31" y="0"/>
                    </a:cubicBezTo>
                    <a:cubicBezTo>
                      <a:pt x="17" y="6"/>
                      <a:pt x="17" y="6"/>
                      <a:pt x="17" y="6"/>
                    </a:cubicBezTo>
                    <a:cubicBezTo>
                      <a:pt x="20" y="11"/>
                      <a:pt x="20" y="11"/>
                      <a:pt x="20" y="11"/>
                    </a:cubicBezTo>
                    <a:cubicBezTo>
                      <a:pt x="16" y="14"/>
                      <a:pt x="13" y="17"/>
                      <a:pt x="11" y="20"/>
                    </a:cubicBezTo>
                    <a:cubicBezTo>
                      <a:pt x="5" y="18"/>
                      <a:pt x="5" y="18"/>
                      <a:pt x="5" y="18"/>
                    </a:cubicBezTo>
                    <a:cubicBezTo>
                      <a:pt x="0" y="32"/>
                      <a:pt x="0" y="32"/>
                      <a:pt x="0" y="32"/>
                    </a:cubicBezTo>
                    <a:cubicBezTo>
                      <a:pt x="5" y="34"/>
                      <a:pt x="5" y="34"/>
                      <a:pt x="5" y="34"/>
                    </a:cubicBezTo>
                    <a:cubicBezTo>
                      <a:pt x="5" y="38"/>
                      <a:pt x="5" y="42"/>
                      <a:pt x="6" y="46"/>
                    </a:cubicBezTo>
                    <a:cubicBezTo>
                      <a:pt x="0" y="49"/>
                      <a:pt x="0" y="49"/>
                      <a:pt x="0" y="49"/>
                    </a:cubicBezTo>
                    <a:cubicBezTo>
                      <a:pt x="6" y="62"/>
                      <a:pt x="6" y="62"/>
                      <a:pt x="6" y="62"/>
                    </a:cubicBezTo>
                    <a:cubicBezTo>
                      <a:pt x="11" y="60"/>
                      <a:pt x="11" y="60"/>
                      <a:pt x="11" y="60"/>
                    </a:cubicBezTo>
                    <a:cubicBezTo>
                      <a:pt x="14" y="63"/>
                      <a:pt x="17" y="66"/>
                      <a:pt x="20" y="69"/>
                    </a:cubicBezTo>
                    <a:cubicBezTo>
                      <a:pt x="18" y="74"/>
                      <a:pt x="18" y="74"/>
                      <a:pt x="18" y="74"/>
                    </a:cubicBezTo>
                    <a:cubicBezTo>
                      <a:pt x="32" y="80"/>
                      <a:pt x="32" y="80"/>
                      <a:pt x="32" y="80"/>
                    </a:cubicBezTo>
                    <a:cubicBezTo>
                      <a:pt x="34" y="74"/>
                      <a:pt x="34" y="74"/>
                      <a:pt x="34" y="74"/>
                    </a:cubicBezTo>
                    <a:cubicBezTo>
                      <a:pt x="36" y="75"/>
                      <a:pt x="38" y="75"/>
                      <a:pt x="40" y="75"/>
                    </a:cubicBezTo>
                    <a:cubicBezTo>
                      <a:pt x="40" y="63"/>
                      <a:pt x="40" y="63"/>
                      <a:pt x="40" y="63"/>
                    </a:cubicBezTo>
                    <a:cubicBezTo>
                      <a:pt x="31" y="63"/>
                      <a:pt x="22" y="58"/>
                      <a:pt x="18" y="49"/>
                    </a:cubicBezTo>
                    <a:cubicBezTo>
                      <a:pt x="13" y="37"/>
                      <a:pt x="19" y="23"/>
                      <a:pt x="31" y="18"/>
                    </a:cubicBezTo>
                    <a:cubicBezTo>
                      <a:pt x="34" y="17"/>
                      <a:pt x="37" y="16"/>
                      <a:pt x="40" y="16"/>
                    </a:cubicBezTo>
                    <a:cubicBezTo>
                      <a:pt x="40" y="16"/>
                      <a:pt x="40" y="16"/>
                      <a:pt x="40" y="16"/>
                    </a:cubicBezTo>
                    <a:lnTo>
                      <a:pt x="4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5" name="Rectangle 61"/>
              <p:cNvSpPr>
                <a:spLocks noChangeArrowheads="1"/>
              </p:cNvSpPr>
              <p:nvPr/>
            </p:nvSpPr>
            <p:spPr bwMode="auto">
              <a:xfrm>
                <a:off x="-3163888" y="6438900"/>
                <a:ext cx="82550" cy="549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6" name="Rectangle 62"/>
              <p:cNvSpPr>
                <a:spLocks noChangeArrowheads="1"/>
              </p:cNvSpPr>
              <p:nvPr/>
            </p:nvSpPr>
            <p:spPr bwMode="auto">
              <a:xfrm>
                <a:off x="-3282950" y="6740525"/>
                <a:ext cx="82550" cy="2476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7" name="Rectangle 63"/>
              <p:cNvSpPr>
                <a:spLocks noChangeArrowheads="1"/>
              </p:cNvSpPr>
              <p:nvPr/>
            </p:nvSpPr>
            <p:spPr bwMode="auto">
              <a:xfrm>
                <a:off x="-3403600" y="6521450"/>
                <a:ext cx="82550" cy="466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8" name="Rectangle 64"/>
              <p:cNvSpPr>
                <a:spLocks noChangeArrowheads="1"/>
              </p:cNvSpPr>
              <p:nvPr/>
            </p:nvSpPr>
            <p:spPr bwMode="auto">
              <a:xfrm>
                <a:off x="-3524250" y="6669088"/>
                <a:ext cx="82550" cy="3190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9" name="Rectangle 65"/>
              <p:cNvSpPr>
                <a:spLocks noChangeArrowheads="1"/>
              </p:cNvSpPr>
              <p:nvPr/>
            </p:nvSpPr>
            <p:spPr bwMode="auto">
              <a:xfrm>
                <a:off x="-3644900" y="6615113"/>
                <a:ext cx="82550" cy="373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0" name="Rectangle 66"/>
              <p:cNvSpPr>
                <a:spLocks noChangeArrowheads="1"/>
              </p:cNvSpPr>
              <p:nvPr/>
            </p:nvSpPr>
            <p:spPr bwMode="auto">
              <a:xfrm>
                <a:off x="-3163888" y="6375400"/>
                <a:ext cx="825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1" name="Rectangle 67"/>
              <p:cNvSpPr>
                <a:spLocks noChangeArrowheads="1"/>
              </p:cNvSpPr>
              <p:nvPr/>
            </p:nvSpPr>
            <p:spPr bwMode="auto">
              <a:xfrm>
                <a:off x="-3403600" y="6461125"/>
                <a:ext cx="825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2" name="Rectangle 68"/>
              <p:cNvSpPr>
                <a:spLocks noChangeArrowheads="1"/>
              </p:cNvSpPr>
              <p:nvPr/>
            </p:nvSpPr>
            <p:spPr bwMode="auto">
              <a:xfrm>
                <a:off x="-3524250" y="6608763"/>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3" name="Rectangle 69"/>
              <p:cNvSpPr>
                <a:spLocks noChangeArrowheads="1"/>
              </p:cNvSpPr>
              <p:nvPr/>
            </p:nvSpPr>
            <p:spPr bwMode="auto">
              <a:xfrm>
                <a:off x="-3644900" y="6556375"/>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4" name="Rectangle 70"/>
              <p:cNvSpPr>
                <a:spLocks noChangeArrowheads="1"/>
              </p:cNvSpPr>
              <p:nvPr/>
            </p:nvSpPr>
            <p:spPr bwMode="auto">
              <a:xfrm>
                <a:off x="-3282950" y="6680200"/>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5" name="Freeform 71"/>
              <p:cNvSpPr>
                <a:spLocks/>
              </p:cNvSpPr>
              <p:nvPr/>
            </p:nvSpPr>
            <p:spPr bwMode="auto">
              <a:xfrm>
                <a:off x="-4775200" y="2060575"/>
                <a:ext cx="560388" cy="331788"/>
              </a:xfrm>
              <a:custGeom>
                <a:avLst/>
                <a:gdLst>
                  <a:gd name="T0" fmla="*/ 84 w 149"/>
                  <a:gd name="T1" fmla="*/ 0 h 88"/>
                  <a:gd name="T2" fmla="*/ 84 w 149"/>
                  <a:gd name="T3" fmla="*/ 15 h 88"/>
                  <a:gd name="T4" fmla="*/ 0 w 149"/>
                  <a:gd name="T5" fmla="*/ 88 h 88"/>
                  <a:gd name="T6" fmla="*/ 84 w 149"/>
                  <a:gd name="T7" fmla="*/ 71 h 88"/>
                  <a:gd name="T8" fmla="*/ 84 w 149"/>
                  <a:gd name="T9" fmla="*/ 86 h 88"/>
                  <a:gd name="T10" fmla="*/ 149 w 149"/>
                  <a:gd name="T11" fmla="*/ 43 h 88"/>
                  <a:gd name="T12" fmla="*/ 84 w 149"/>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149" h="88">
                    <a:moveTo>
                      <a:pt x="84" y="0"/>
                    </a:moveTo>
                    <a:cubicBezTo>
                      <a:pt x="84" y="15"/>
                      <a:pt x="84" y="15"/>
                      <a:pt x="84" y="15"/>
                    </a:cubicBezTo>
                    <a:cubicBezTo>
                      <a:pt x="9" y="15"/>
                      <a:pt x="0" y="88"/>
                      <a:pt x="0" y="88"/>
                    </a:cubicBezTo>
                    <a:cubicBezTo>
                      <a:pt x="0" y="88"/>
                      <a:pt x="23" y="71"/>
                      <a:pt x="84" y="71"/>
                    </a:cubicBezTo>
                    <a:cubicBezTo>
                      <a:pt x="84" y="86"/>
                      <a:pt x="84" y="86"/>
                      <a:pt x="84" y="86"/>
                    </a:cubicBezTo>
                    <a:cubicBezTo>
                      <a:pt x="149" y="43"/>
                      <a:pt x="149" y="43"/>
                      <a:pt x="149" y="43"/>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6" name="Freeform 72"/>
              <p:cNvSpPr>
                <a:spLocks/>
              </p:cNvSpPr>
              <p:nvPr/>
            </p:nvSpPr>
            <p:spPr bwMode="auto">
              <a:xfrm>
                <a:off x="-4832350" y="2354263"/>
                <a:ext cx="557213" cy="330200"/>
              </a:xfrm>
              <a:custGeom>
                <a:avLst/>
                <a:gdLst>
                  <a:gd name="T0" fmla="*/ 65 w 148"/>
                  <a:gd name="T1" fmla="*/ 88 h 88"/>
                  <a:gd name="T2" fmla="*/ 65 w 148"/>
                  <a:gd name="T3" fmla="*/ 73 h 88"/>
                  <a:gd name="T4" fmla="*/ 148 w 148"/>
                  <a:gd name="T5" fmla="*/ 0 h 88"/>
                  <a:gd name="T6" fmla="*/ 65 w 148"/>
                  <a:gd name="T7" fmla="*/ 17 h 88"/>
                  <a:gd name="T8" fmla="*/ 65 w 148"/>
                  <a:gd name="T9" fmla="*/ 2 h 88"/>
                  <a:gd name="T10" fmla="*/ 0 w 148"/>
                  <a:gd name="T11" fmla="*/ 45 h 88"/>
                  <a:gd name="T12" fmla="*/ 65 w 148"/>
                  <a:gd name="T13" fmla="*/ 88 h 88"/>
                </a:gdLst>
                <a:ahLst/>
                <a:cxnLst>
                  <a:cxn ang="0">
                    <a:pos x="T0" y="T1"/>
                  </a:cxn>
                  <a:cxn ang="0">
                    <a:pos x="T2" y="T3"/>
                  </a:cxn>
                  <a:cxn ang="0">
                    <a:pos x="T4" y="T5"/>
                  </a:cxn>
                  <a:cxn ang="0">
                    <a:pos x="T6" y="T7"/>
                  </a:cxn>
                  <a:cxn ang="0">
                    <a:pos x="T8" y="T9"/>
                  </a:cxn>
                  <a:cxn ang="0">
                    <a:pos x="T10" y="T11"/>
                  </a:cxn>
                  <a:cxn ang="0">
                    <a:pos x="T12" y="T13"/>
                  </a:cxn>
                </a:cxnLst>
                <a:rect l="0" t="0" r="r" b="b"/>
                <a:pathLst>
                  <a:path w="148" h="88">
                    <a:moveTo>
                      <a:pt x="65" y="88"/>
                    </a:moveTo>
                    <a:cubicBezTo>
                      <a:pt x="65" y="73"/>
                      <a:pt x="65" y="73"/>
                      <a:pt x="65" y="73"/>
                    </a:cubicBezTo>
                    <a:cubicBezTo>
                      <a:pt x="140" y="73"/>
                      <a:pt x="148" y="0"/>
                      <a:pt x="148" y="0"/>
                    </a:cubicBezTo>
                    <a:cubicBezTo>
                      <a:pt x="148" y="0"/>
                      <a:pt x="126" y="17"/>
                      <a:pt x="65" y="17"/>
                    </a:cubicBezTo>
                    <a:cubicBezTo>
                      <a:pt x="65" y="2"/>
                      <a:pt x="65" y="2"/>
                      <a:pt x="65" y="2"/>
                    </a:cubicBezTo>
                    <a:cubicBezTo>
                      <a:pt x="0" y="45"/>
                      <a:pt x="0" y="45"/>
                      <a:pt x="0" y="45"/>
                    </a:cubicBezTo>
                    <a:lnTo>
                      <a:pt x="65"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7" name="Freeform 73"/>
              <p:cNvSpPr>
                <a:spLocks noEditPoints="1"/>
              </p:cNvSpPr>
              <p:nvPr/>
            </p:nvSpPr>
            <p:spPr bwMode="auto">
              <a:xfrm>
                <a:off x="-2119313" y="1884363"/>
                <a:ext cx="703263" cy="698500"/>
              </a:xfrm>
              <a:custGeom>
                <a:avLst/>
                <a:gdLst>
                  <a:gd name="T0" fmla="*/ 140 w 187"/>
                  <a:gd name="T1" fmla="*/ 174 h 186"/>
                  <a:gd name="T2" fmla="*/ 174 w 187"/>
                  <a:gd name="T3" fmla="*/ 140 h 186"/>
                  <a:gd name="T4" fmla="*/ 185 w 187"/>
                  <a:gd name="T5" fmla="*/ 112 h 186"/>
                  <a:gd name="T6" fmla="*/ 185 w 187"/>
                  <a:gd name="T7" fmla="*/ 74 h 186"/>
                  <a:gd name="T8" fmla="*/ 174 w 187"/>
                  <a:gd name="T9" fmla="*/ 47 h 186"/>
                  <a:gd name="T10" fmla="*/ 140 w 187"/>
                  <a:gd name="T11" fmla="*/ 12 h 186"/>
                  <a:gd name="T12" fmla="*/ 128 w 187"/>
                  <a:gd name="T13" fmla="*/ 6 h 186"/>
                  <a:gd name="T14" fmla="*/ 100 w 187"/>
                  <a:gd name="T15" fmla="*/ 0 h 186"/>
                  <a:gd name="T16" fmla="*/ 104 w 187"/>
                  <a:gd name="T17" fmla="*/ 9 h 186"/>
                  <a:gd name="T18" fmla="*/ 115 w 187"/>
                  <a:gd name="T19" fmla="*/ 9 h 186"/>
                  <a:gd name="T20" fmla="*/ 126 w 187"/>
                  <a:gd name="T21" fmla="*/ 12 h 186"/>
                  <a:gd name="T22" fmla="*/ 123 w 187"/>
                  <a:gd name="T23" fmla="*/ 14 h 186"/>
                  <a:gd name="T24" fmla="*/ 108 w 187"/>
                  <a:gd name="T25" fmla="*/ 20 h 186"/>
                  <a:gd name="T26" fmla="*/ 110 w 187"/>
                  <a:gd name="T27" fmla="*/ 29 h 186"/>
                  <a:gd name="T28" fmla="*/ 119 w 187"/>
                  <a:gd name="T29" fmla="*/ 36 h 186"/>
                  <a:gd name="T30" fmla="*/ 132 w 187"/>
                  <a:gd name="T31" fmla="*/ 18 h 186"/>
                  <a:gd name="T32" fmla="*/ 142 w 187"/>
                  <a:gd name="T33" fmla="*/ 21 h 186"/>
                  <a:gd name="T34" fmla="*/ 150 w 187"/>
                  <a:gd name="T35" fmla="*/ 25 h 186"/>
                  <a:gd name="T36" fmla="*/ 154 w 187"/>
                  <a:gd name="T37" fmla="*/ 38 h 186"/>
                  <a:gd name="T38" fmla="*/ 151 w 187"/>
                  <a:gd name="T39" fmla="*/ 45 h 186"/>
                  <a:gd name="T40" fmla="*/ 146 w 187"/>
                  <a:gd name="T41" fmla="*/ 40 h 186"/>
                  <a:gd name="T42" fmla="*/ 135 w 187"/>
                  <a:gd name="T43" fmla="*/ 41 h 186"/>
                  <a:gd name="T44" fmla="*/ 143 w 187"/>
                  <a:gd name="T45" fmla="*/ 46 h 186"/>
                  <a:gd name="T46" fmla="*/ 123 w 187"/>
                  <a:gd name="T47" fmla="*/ 54 h 186"/>
                  <a:gd name="T48" fmla="*/ 113 w 187"/>
                  <a:gd name="T49" fmla="*/ 60 h 186"/>
                  <a:gd name="T50" fmla="*/ 101 w 187"/>
                  <a:gd name="T51" fmla="*/ 72 h 186"/>
                  <a:gd name="T52" fmla="*/ 108 w 187"/>
                  <a:gd name="T53" fmla="*/ 110 h 186"/>
                  <a:gd name="T54" fmla="*/ 118 w 187"/>
                  <a:gd name="T55" fmla="*/ 113 h 186"/>
                  <a:gd name="T56" fmla="*/ 129 w 187"/>
                  <a:gd name="T57" fmla="*/ 116 h 186"/>
                  <a:gd name="T58" fmla="*/ 146 w 187"/>
                  <a:gd name="T59" fmla="*/ 126 h 186"/>
                  <a:gd name="T60" fmla="*/ 155 w 187"/>
                  <a:gd name="T61" fmla="*/ 135 h 186"/>
                  <a:gd name="T62" fmla="*/ 169 w 187"/>
                  <a:gd name="T63" fmla="*/ 139 h 186"/>
                  <a:gd name="T64" fmla="*/ 107 w 187"/>
                  <a:gd name="T65" fmla="*/ 163 h 186"/>
                  <a:gd name="T66" fmla="*/ 1 w 187"/>
                  <a:gd name="T67" fmla="*/ 79 h 186"/>
                  <a:gd name="T68" fmla="*/ 3 w 187"/>
                  <a:gd name="T69" fmla="*/ 116 h 186"/>
                  <a:gd name="T70" fmla="*/ 20 w 187"/>
                  <a:gd name="T71" fmla="*/ 151 h 186"/>
                  <a:gd name="T72" fmla="*/ 59 w 187"/>
                  <a:gd name="T73" fmla="*/ 180 h 186"/>
                  <a:gd name="T74" fmla="*/ 95 w 187"/>
                  <a:gd name="T75" fmla="*/ 148 h 186"/>
                  <a:gd name="T76" fmla="*/ 92 w 187"/>
                  <a:gd name="T77" fmla="*/ 133 h 186"/>
                  <a:gd name="T78" fmla="*/ 97 w 187"/>
                  <a:gd name="T79" fmla="*/ 119 h 186"/>
                  <a:gd name="T80" fmla="*/ 85 w 187"/>
                  <a:gd name="T81" fmla="*/ 115 h 186"/>
                  <a:gd name="T82" fmla="*/ 73 w 187"/>
                  <a:gd name="T83" fmla="*/ 107 h 186"/>
                  <a:gd name="T84" fmla="*/ 54 w 187"/>
                  <a:gd name="T85" fmla="*/ 99 h 186"/>
                  <a:gd name="T86" fmla="*/ 45 w 187"/>
                  <a:gd name="T87" fmla="*/ 83 h 186"/>
                  <a:gd name="T88" fmla="*/ 41 w 187"/>
                  <a:gd name="T89" fmla="*/ 81 h 186"/>
                  <a:gd name="T90" fmla="*/ 40 w 187"/>
                  <a:gd name="T91" fmla="*/ 84 h 186"/>
                  <a:gd name="T92" fmla="*/ 34 w 187"/>
                  <a:gd name="T93" fmla="*/ 69 h 186"/>
                  <a:gd name="T94" fmla="*/ 34 w 187"/>
                  <a:gd name="T95" fmla="*/ 53 h 186"/>
                  <a:gd name="T96" fmla="*/ 41 w 187"/>
                  <a:gd name="T97" fmla="*/ 36 h 186"/>
                  <a:gd name="T98" fmla="*/ 40 w 187"/>
                  <a:gd name="T99" fmla="*/ 26 h 186"/>
                  <a:gd name="T100" fmla="*/ 84 w 187"/>
                  <a:gd name="T101" fmla="*/ 7 h 186"/>
                  <a:gd name="T102" fmla="*/ 100 w 187"/>
                  <a:gd name="T103" fmla="*/ 0 h 186"/>
                  <a:gd name="T104" fmla="*/ 58 w 187"/>
                  <a:gd name="T105" fmla="*/ 7 h 186"/>
                  <a:gd name="T106" fmla="*/ 27 w 187"/>
                  <a:gd name="T107" fmla="*/ 27 h 186"/>
                  <a:gd name="T108" fmla="*/ 6 w 187"/>
                  <a:gd name="T109" fmla="*/ 59 h 186"/>
                  <a:gd name="T110" fmla="*/ 99 w 187"/>
                  <a:gd name="T111" fmla="*/ 117 h 186"/>
                  <a:gd name="T112" fmla="*/ 86 w 187"/>
                  <a:gd name="T113" fmla="*/ 103 h 186"/>
                  <a:gd name="T114" fmla="*/ 83 w 187"/>
                  <a:gd name="T115" fmla="*/ 94 h 186"/>
                  <a:gd name="T116" fmla="*/ 67 w 187"/>
                  <a:gd name="T117" fmla="*/ 97 h 186"/>
                  <a:gd name="T118" fmla="*/ 75 w 187"/>
                  <a:gd name="T119" fmla="*/ 77 h 186"/>
                  <a:gd name="T120" fmla="*/ 92 w 187"/>
                  <a:gd name="T121" fmla="*/ 77 h 186"/>
                  <a:gd name="T122" fmla="*/ 97 w 187"/>
                  <a:gd name="T123" fmla="*/ 7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7" h="186">
                    <a:moveTo>
                      <a:pt x="100" y="186"/>
                    </a:moveTo>
                    <a:cubicBezTo>
                      <a:pt x="105" y="186"/>
                      <a:pt x="109" y="185"/>
                      <a:pt x="114" y="184"/>
                    </a:cubicBezTo>
                    <a:cubicBezTo>
                      <a:pt x="117" y="183"/>
                      <a:pt x="120" y="183"/>
                      <a:pt x="123" y="182"/>
                    </a:cubicBezTo>
                    <a:cubicBezTo>
                      <a:pt x="125" y="181"/>
                      <a:pt x="126" y="181"/>
                      <a:pt x="128" y="180"/>
                    </a:cubicBezTo>
                    <a:cubicBezTo>
                      <a:pt x="130" y="179"/>
                      <a:pt x="133" y="178"/>
                      <a:pt x="136" y="176"/>
                    </a:cubicBezTo>
                    <a:cubicBezTo>
                      <a:pt x="137" y="176"/>
                      <a:pt x="139" y="175"/>
                      <a:pt x="140" y="174"/>
                    </a:cubicBezTo>
                    <a:cubicBezTo>
                      <a:pt x="146" y="171"/>
                      <a:pt x="151" y="167"/>
                      <a:pt x="156" y="162"/>
                    </a:cubicBezTo>
                    <a:cubicBezTo>
                      <a:pt x="157" y="161"/>
                      <a:pt x="158" y="160"/>
                      <a:pt x="159" y="159"/>
                    </a:cubicBezTo>
                    <a:cubicBezTo>
                      <a:pt x="160" y="158"/>
                      <a:pt x="161" y="157"/>
                      <a:pt x="162" y="156"/>
                    </a:cubicBezTo>
                    <a:cubicBezTo>
                      <a:pt x="164" y="154"/>
                      <a:pt x="165" y="152"/>
                      <a:pt x="167" y="151"/>
                    </a:cubicBezTo>
                    <a:cubicBezTo>
                      <a:pt x="169" y="148"/>
                      <a:pt x="171" y="145"/>
                      <a:pt x="173" y="142"/>
                    </a:cubicBezTo>
                    <a:cubicBezTo>
                      <a:pt x="173" y="141"/>
                      <a:pt x="174" y="140"/>
                      <a:pt x="174" y="140"/>
                    </a:cubicBezTo>
                    <a:cubicBezTo>
                      <a:pt x="175" y="138"/>
                      <a:pt x="176" y="137"/>
                      <a:pt x="177" y="136"/>
                    </a:cubicBezTo>
                    <a:cubicBezTo>
                      <a:pt x="177" y="135"/>
                      <a:pt x="177" y="134"/>
                      <a:pt x="178" y="134"/>
                    </a:cubicBezTo>
                    <a:cubicBezTo>
                      <a:pt x="178" y="132"/>
                      <a:pt x="179" y="131"/>
                      <a:pt x="179" y="129"/>
                    </a:cubicBezTo>
                    <a:cubicBezTo>
                      <a:pt x="180" y="128"/>
                      <a:pt x="181" y="127"/>
                      <a:pt x="181" y="125"/>
                    </a:cubicBezTo>
                    <a:cubicBezTo>
                      <a:pt x="182" y="122"/>
                      <a:pt x="183" y="119"/>
                      <a:pt x="184" y="116"/>
                    </a:cubicBezTo>
                    <a:cubicBezTo>
                      <a:pt x="184" y="115"/>
                      <a:pt x="185" y="113"/>
                      <a:pt x="185" y="112"/>
                    </a:cubicBezTo>
                    <a:cubicBezTo>
                      <a:pt x="185" y="110"/>
                      <a:pt x="185" y="109"/>
                      <a:pt x="186" y="107"/>
                    </a:cubicBezTo>
                    <a:cubicBezTo>
                      <a:pt x="186" y="106"/>
                      <a:pt x="186" y="104"/>
                      <a:pt x="186" y="103"/>
                    </a:cubicBezTo>
                    <a:cubicBezTo>
                      <a:pt x="187" y="99"/>
                      <a:pt x="187" y="96"/>
                      <a:pt x="187" y="93"/>
                    </a:cubicBezTo>
                    <a:cubicBezTo>
                      <a:pt x="187" y="90"/>
                      <a:pt x="187" y="87"/>
                      <a:pt x="186" y="83"/>
                    </a:cubicBezTo>
                    <a:cubicBezTo>
                      <a:pt x="186" y="82"/>
                      <a:pt x="186" y="80"/>
                      <a:pt x="186" y="79"/>
                    </a:cubicBezTo>
                    <a:cubicBezTo>
                      <a:pt x="185" y="77"/>
                      <a:pt x="185" y="76"/>
                      <a:pt x="185" y="74"/>
                    </a:cubicBezTo>
                    <a:cubicBezTo>
                      <a:pt x="185" y="73"/>
                      <a:pt x="184" y="71"/>
                      <a:pt x="184" y="70"/>
                    </a:cubicBezTo>
                    <a:cubicBezTo>
                      <a:pt x="183" y="67"/>
                      <a:pt x="182" y="64"/>
                      <a:pt x="181" y="61"/>
                    </a:cubicBezTo>
                    <a:cubicBezTo>
                      <a:pt x="181" y="60"/>
                      <a:pt x="181" y="60"/>
                      <a:pt x="180" y="59"/>
                    </a:cubicBezTo>
                    <a:cubicBezTo>
                      <a:pt x="179" y="57"/>
                      <a:pt x="179" y="55"/>
                      <a:pt x="178" y="53"/>
                    </a:cubicBezTo>
                    <a:cubicBezTo>
                      <a:pt x="177" y="52"/>
                      <a:pt x="177" y="51"/>
                      <a:pt x="177" y="51"/>
                    </a:cubicBezTo>
                    <a:cubicBezTo>
                      <a:pt x="176" y="49"/>
                      <a:pt x="175" y="48"/>
                      <a:pt x="174" y="47"/>
                    </a:cubicBezTo>
                    <a:cubicBezTo>
                      <a:pt x="172" y="43"/>
                      <a:pt x="170" y="39"/>
                      <a:pt x="167" y="35"/>
                    </a:cubicBezTo>
                    <a:cubicBezTo>
                      <a:pt x="165" y="34"/>
                      <a:pt x="164" y="32"/>
                      <a:pt x="162" y="30"/>
                    </a:cubicBezTo>
                    <a:cubicBezTo>
                      <a:pt x="161" y="29"/>
                      <a:pt x="160" y="28"/>
                      <a:pt x="159" y="27"/>
                    </a:cubicBezTo>
                    <a:cubicBezTo>
                      <a:pt x="158" y="26"/>
                      <a:pt x="157" y="25"/>
                      <a:pt x="156" y="24"/>
                    </a:cubicBezTo>
                    <a:cubicBezTo>
                      <a:pt x="154" y="22"/>
                      <a:pt x="152" y="20"/>
                      <a:pt x="149" y="18"/>
                    </a:cubicBezTo>
                    <a:cubicBezTo>
                      <a:pt x="146" y="16"/>
                      <a:pt x="143" y="14"/>
                      <a:pt x="140" y="12"/>
                    </a:cubicBezTo>
                    <a:cubicBezTo>
                      <a:pt x="139" y="11"/>
                      <a:pt x="137" y="11"/>
                      <a:pt x="136" y="10"/>
                    </a:cubicBezTo>
                    <a:cubicBezTo>
                      <a:pt x="135" y="10"/>
                      <a:pt x="135" y="9"/>
                      <a:pt x="134" y="9"/>
                    </a:cubicBezTo>
                    <a:cubicBezTo>
                      <a:pt x="133" y="9"/>
                      <a:pt x="133" y="8"/>
                      <a:pt x="132" y="8"/>
                    </a:cubicBezTo>
                    <a:cubicBezTo>
                      <a:pt x="131" y="8"/>
                      <a:pt x="131" y="8"/>
                      <a:pt x="131" y="7"/>
                    </a:cubicBezTo>
                    <a:cubicBezTo>
                      <a:pt x="130" y="7"/>
                      <a:pt x="129" y="7"/>
                      <a:pt x="128" y="6"/>
                    </a:cubicBezTo>
                    <a:cubicBezTo>
                      <a:pt x="128" y="6"/>
                      <a:pt x="128" y="6"/>
                      <a:pt x="128" y="6"/>
                    </a:cubicBezTo>
                    <a:cubicBezTo>
                      <a:pt x="126" y="6"/>
                      <a:pt x="125" y="5"/>
                      <a:pt x="124" y="5"/>
                    </a:cubicBezTo>
                    <a:cubicBezTo>
                      <a:pt x="124" y="5"/>
                      <a:pt x="124" y="5"/>
                      <a:pt x="123" y="5"/>
                    </a:cubicBezTo>
                    <a:cubicBezTo>
                      <a:pt x="121" y="4"/>
                      <a:pt x="118" y="3"/>
                      <a:pt x="115" y="2"/>
                    </a:cubicBezTo>
                    <a:cubicBezTo>
                      <a:pt x="114" y="2"/>
                      <a:pt x="113" y="2"/>
                      <a:pt x="112" y="2"/>
                    </a:cubicBezTo>
                    <a:cubicBezTo>
                      <a:pt x="111" y="1"/>
                      <a:pt x="111" y="1"/>
                      <a:pt x="110" y="1"/>
                    </a:cubicBezTo>
                    <a:cubicBezTo>
                      <a:pt x="107" y="1"/>
                      <a:pt x="103" y="0"/>
                      <a:pt x="100" y="0"/>
                    </a:cubicBezTo>
                    <a:cubicBezTo>
                      <a:pt x="100" y="5"/>
                      <a:pt x="100" y="5"/>
                      <a:pt x="100" y="5"/>
                    </a:cubicBezTo>
                    <a:cubicBezTo>
                      <a:pt x="104" y="5"/>
                      <a:pt x="107" y="6"/>
                      <a:pt x="111" y="6"/>
                    </a:cubicBezTo>
                    <a:cubicBezTo>
                      <a:pt x="111" y="7"/>
                      <a:pt x="110" y="7"/>
                      <a:pt x="109" y="7"/>
                    </a:cubicBezTo>
                    <a:cubicBezTo>
                      <a:pt x="109" y="7"/>
                      <a:pt x="108" y="8"/>
                      <a:pt x="108" y="8"/>
                    </a:cubicBezTo>
                    <a:cubicBezTo>
                      <a:pt x="106" y="8"/>
                      <a:pt x="104" y="8"/>
                      <a:pt x="103" y="8"/>
                    </a:cubicBezTo>
                    <a:cubicBezTo>
                      <a:pt x="103" y="8"/>
                      <a:pt x="104" y="9"/>
                      <a:pt x="104" y="9"/>
                    </a:cubicBezTo>
                    <a:cubicBezTo>
                      <a:pt x="106" y="10"/>
                      <a:pt x="107" y="10"/>
                      <a:pt x="109" y="10"/>
                    </a:cubicBezTo>
                    <a:cubicBezTo>
                      <a:pt x="110" y="10"/>
                      <a:pt x="111" y="10"/>
                      <a:pt x="112" y="9"/>
                    </a:cubicBezTo>
                    <a:cubicBezTo>
                      <a:pt x="112" y="9"/>
                      <a:pt x="112" y="8"/>
                      <a:pt x="113" y="8"/>
                    </a:cubicBezTo>
                    <a:cubicBezTo>
                      <a:pt x="113" y="7"/>
                      <a:pt x="113" y="7"/>
                      <a:pt x="114" y="7"/>
                    </a:cubicBezTo>
                    <a:cubicBezTo>
                      <a:pt x="115" y="7"/>
                      <a:pt x="116" y="7"/>
                      <a:pt x="117" y="8"/>
                    </a:cubicBezTo>
                    <a:cubicBezTo>
                      <a:pt x="116" y="8"/>
                      <a:pt x="115" y="8"/>
                      <a:pt x="115" y="9"/>
                    </a:cubicBezTo>
                    <a:cubicBezTo>
                      <a:pt x="116" y="10"/>
                      <a:pt x="118" y="9"/>
                      <a:pt x="118" y="8"/>
                    </a:cubicBezTo>
                    <a:cubicBezTo>
                      <a:pt x="119" y="8"/>
                      <a:pt x="119" y="8"/>
                      <a:pt x="119" y="8"/>
                    </a:cubicBezTo>
                    <a:cubicBezTo>
                      <a:pt x="120" y="9"/>
                      <a:pt x="122" y="9"/>
                      <a:pt x="123" y="10"/>
                    </a:cubicBezTo>
                    <a:cubicBezTo>
                      <a:pt x="125" y="11"/>
                      <a:pt x="127" y="11"/>
                      <a:pt x="129" y="12"/>
                    </a:cubicBezTo>
                    <a:cubicBezTo>
                      <a:pt x="129" y="12"/>
                      <a:pt x="128" y="13"/>
                      <a:pt x="128" y="13"/>
                    </a:cubicBezTo>
                    <a:cubicBezTo>
                      <a:pt x="127" y="13"/>
                      <a:pt x="127" y="12"/>
                      <a:pt x="126" y="12"/>
                    </a:cubicBezTo>
                    <a:cubicBezTo>
                      <a:pt x="126" y="13"/>
                      <a:pt x="127" y="13"/>
                      <a:pt x="128" y="14"/>
                    </a:cubicBezTo>
                    <a:cubicBezTo>
                      <a:pt x="129" y="15"/>
                      <a:pt x="129" y="15"/>
                      <a:pt x="130" y="16"/>
                    </a:cubicBezTo>
                    <a:cubicBezTo>
                      <a:pt x="129" y="18"/>
                      <a:pt x="128" y="16"/>
                      <a:pt x="126" y="16"/>
                    </a:cubicBezTo>
                    <a:cubicBezTo>
                      <a:pt x="125" y="16"/>
                      <a:pt x="123" y="19"/>
                      <a:pt x="122" y="16"/>
                    </a:cubicBezTo>
                    <a:cubicBezTo>
                      <a:pt x="122" y="15"/>
                      <a:pt x="123" y="15"/>
                      <a:pt x="124" y="14"/>
                    </a:cubicBezTo>
                    <a:cubicBezTo>
                      <a:pt x="123" y="14"/>
                      <a:pt x="123" y="14"/>
                      <a:pt x="123" y="14"/>
                    </a:cubicBezTo>
                    <a:cubicBezTo>
                      <a:pt x="122" y="14"/>
                      <a:pt x="122" y="15"/>
                      <a:pt x="121" y="15"/>
                    </a:cubicBezTo>
                    <a:cubicBezTo>
                      <a:pt x="121" y="15"/>
                      <a:pt x="120" y="16"/>
                      <a:pt x="119" y="16"/>
                    </a:cubicBezTo>
                    <a:cubicBezTo>
                      <a:pt x="119" y="16"/>
                      <a:pt x="118" y="16"/>
                      <a:pt x="117" y="16"/>
                    </a:cubicBezTo>
                    <a:cubicBezTo>
                      <a:pt x="116" y="16"/>
                      <a:pt x="115" y="17"/>
                      <a:pt x="114" y="18"/>
                    </a:cubicBezTo>
                    <a:cubicBezTo>
                      <a:pt x="113" y="18"/>
                      <a:pt x="113" y="18"/>
                      <a:pt x="112" y="18"/>
                    </a:cubicBezTo>
                    <a:cubicBezTo>
                      <a:pt x="111" y="18"/>
                      <a:pt x="110" y="19"/>
                      <a:pt x="108" y="20"/>
                    </a:cubicBezTo>
                    <a:cubicBezTo>
                      <a:pt x="107" y="20"/>
                      <a:pt x="106" y="21"/>
                      <a:pt x="105" y="22"/>
                    </a:cubicBezTo>
                    <a:cubicBezTo>
                      <a:pt x="104" y="22"/>
                      <a:pt x="103" y="24"/>
                      <a:pt x="103" y="24"/>
                    </a:cubicBezTo>
                    <a:cubicBezTo>
                      <a:pt x="103" y="25"/>
                      <a:pt x="105" y="25"/>
                      <a:pt x="105" y="25"/>
                    </a:cubicBezTo>
                    <a:cubicBezTo>
                      <a:pt x="105" y="26"/>
                      <a:pt x="104" y="27"/>
                      <a:pt x="104" y="27"/>
                    </a:cubicBezTo>
                    <a:cubicBezTo>
                      <a:pt x="105" y="28"/>
                      <a:pt x="106" y="27"/>
                      <a:pt x="107" y="27"/>
                    </a:cubicBezTo>
                    <a:cubicBezTo>
                      <a:pt x="108" y="27"/>
                      <a:pt x="109" y="29"/>
                      <a:pt x="110" y="29"/>
                    </a:cubicBezTo>
                    <a:cubicBezTo>
                      <a:pt x="111" y="30"/>
                      <a:pt x="112" y="30"/>
                      <a:pt x="113" y="31"/>
                    </a:cubicBezTo>
                    <a:cubicBezTo>
                      <a:pt x="115" y="31"/>
                      <a:pt x="116" y="30"/>
                      <a:pt x="117" y="31"/>
                    </a:cubicBezTo>
                    <a:cubicBezTo>
                      <a:pt x="117" y="32"/>
                      <a:pt x="115" y="33"/>
                      <a:pt x="115" y="33"/>
                    </a:cubicBezTo>
                    <a:cubicBezTo>
                      <a:pt x="116" y="34"/>
                      <a:pt x="115" y="35"/>
                      <a:pt x="115" y="36"/>
                    </a:cubicBezTo>
                    <a:cubicBezTo>
                      <a:pt x="115" y="36"/>
                      <a:pt x="115" y="37"/>
                      <a:pt x="116" y="38"/>
                    </a:cubicBezTo>
                    <a:cubicBezTo>
                      <a:pt x="117" y="38"/>
                      <a:pt x="119" y="37"/>
                      <a:pt x="119" y="36"/>
                    </a:cubicBezTo>
                    <a:cubicBezTo>
                      <a:pt x="120" y="34"/>
                      <a:pt x="119" y="33"/>
                      <a:pt x="120" y="32"/>
                    </a:cubicBezTo>
                    <a:cubicBezTo>
                      <a:pt x="125" y="32"/>
                      <a:pt x="129" y="30"/>
                      <a:pt x="129" y="25"/>
                    </a:cubicBezTo>
                    <a:cubicBezTo>
                      <a:pt x="129" y="24"/>
                      <a:pt x="128" y="24"/>
                      <a:pt x="128" y="23"/>
                    </a:cubicBezTo>
                    <a:cubicBezTo>
                      <a:pt x="129" y="23"/>
                      <a:pt x="130" y="22"/>
                      <a:pt x="130" y="21"/>
                    </a:cubicBezTo>
                    <a:cubicBezTo>
                      <a:pt x="130" y="21"/>
                      <a:pt x="131" y="20"/>
                      <a:pt x="131" y="20"/>
                    </a:cubicBezTo>
                    <a:cubicBezTo>
                      <a:pt x="131" y="19"/>
                      <a:pt x="132" y="18"/>
                      <a:pt x="132" y="18"/>
                    </a:cubicBezTo>
                    <a:cubicBezTo>
                      <a:pt x="132" y="18"/>
                      <a:pt x="132" y="18"/>
                      <a:pt x="132" y="18"/>
                    </a:cubicBezTo>
                    <a:cubicBezTo>
                      <a:pt x="133" y="18"/>
                      <a:pt x="133" y="18"/>
                      <a:pt x="134" y="18"/>
                    </a:cubicBezTo>
                    <a:cubicBezTo>
                      <a:pt x="134" y="18"/>
                      <a:pt x="135" y="19"/>
                      <a:pt x="136" y="19"/>
                    </a:cubicBezTo>
                    <a:cubicBezTo>
                      <a:pt x="137" y="19"/>
                      <a:pt x="137" y="18"/>
                      <a:pt x="138" y="18"/>
                    </a:cubicBezTo>
                    <a:cubicBezTo>
                      <a:pt x="139" y="19"/>
                      <a:pt x="139" y="20"/>
                      <a:pt x="140" y="20"/>
                    </a:cubicBezTo>
                    <a:cubicBezTo>
                      <a:pt x="141" y="21"/>
                      <a:pt x="142" y="21"/>
                      <a:pt x="142" y="21"/>
                    </a:cubicBezTo>
                    <a:cubicBezTo>
                      <a:pt x="142" y="22"/>
                      <a:pt x="141" y="22"/>
                      <a:pt x="141" y="23"/>
                    </a:cubicBezTo>
                    <a:cubicBezTo>
                      <a:pt x="141" y="23"/>
                      <a:pt x="141" y="23"/>
                      <a:pt x="141" y="23"/>
                    </a:cubicBezTo>
                    <a:cubicBezTo>
                      <a:pt x="141" y="24"/>
                      <a:pt x="142" y="25"/>
                      <a:pt x="142" y="25"/>
                    </a:cubicBezTo>
                    <a:cubicBezTo>
                      <a:pt x="143" y="25"/>
                      <a:pt x="144" y="25"/>
                      <a:pt x="145" y="25"/>
                    </a:cubicBezTo>
                    <a:cubicBezTo>
                      <a:pt x="146" y="24"/>
                      <a:pt x="146" y="23"/>
                      <a:pt x="147" y="23"/>
                    </a:cubicBezTo>
                    <a:cubicBezTo>
                      <a:pt x="148" y="24"/>
                      <a:pt x="149" y="24"/>
                      <a:pt x="150" y="25"/>
                    </a:cubicBezTo>
                    <a:cubicBezTo>
                      <a:pt x="150" y="26"/>
                      <a:pt x="150" y="26"/>
                      <a:pt x="150" y="26"/>
                    </a:cubicBezTo>
                    <a:cubicBezTo>
                      <a:pt x="150" y="27"/>
                      <a:pt x="150" y="28"/>
                      <a:pt x="150" y="29"/>
                    </a:cubicBezTo>
                    <a:cubicBezTo>
                      <a:pt x="150" y="31"/>
                      <a:pt x="152" y="31"/>
                      <a:pt x="153" y="32"/>
                    </a:cubicBezTo>
                    <a:cubicBezTo>
                      <a:pt x="154" y="32"/>
                      <a:pt x="154" y="33"/>
                      <a:pt x="154" y="33"/>
                    </a:cubicBezTo>
                    <a:cubicBezTo>
                      <a:pt x="155" y="34"/>
                      <a:pt x="155" y="34"/>
                      <a:pt x="155" y="34"/>
                    </a:cubicBezTo>
                    <a:cubicBezTo>
                      <a:pt x="155" y="36"/>
                      <a:pt x="154" y="36"/>
                      <a:pt x="154" y="38"/>
                    </a:cubicBezTo>
                    <a:cubicBezTo>
                      <a:pt x="154" y="39"/>
                      <a:pt x="153" y="39"/>
                      <a:pt x="153" y="40"/>
                    </a:cubicBezTo>
                    <a:cubicBezTo>
                      <a:pt x="153" y="41"/>
                      <a:pt x="155" y="40"/>
                      <a:pt x="156" y="41"/>
                    </a:cubicBezTo>
                    <a:cubicBezTo>
                      <a:pt x="156" y="42"/>
                      <a:pt x="156" y="43"/>
                      <a:pt x="155" y="44"/>
                    </a:cubicBezTo>
                    <a:cubicBezTo>
                      <a:pt x="156" y="44"/>
                      <a:pt x="156" y="46"/>
                      <a:pt x="155" y="46"/>
                    </a:cubicBezTo>
                    <a:cubicBezTo>
                      <a:pt x="154" y="46"/>
                      <a:pt x="154" y="45"/>
                      <a:pt x="153" y="45"/>
                    </a:cubicBezTo>
                    <a:cubicBezTo>
                      <a:pt x="152" y="45"/>
                      <a:pt x="152" y="45"/>
                      <a:pt x="151" y="45"/>
                    </a:cubicBezTo>
                    <a:cubicBezTo>
                      <a:pt x="151" y="45"/>
                      <a:pt x="150" y="44"/>
                      <a:pt x="150" y="44"/>
                    </a:cubicBezTo>
                    <a:cubicBezTo>
                      <a:pt x="148" y="44"/>
                      <a:pt x="147" y="45"/>
                      <a:pt x="146" y="44"/>
                    </a:cubicBezTo>
                    <a:cubicBezTo>
                      <a:pt x="147" y="42"/>
                      <a:pt x="149" y="41"/>
                      <a:pt x="151" y="39"/>
                    </a:cubicBezTo>
                    <a:cubicBezTo>
                      <a:pt x="151" y="39"/>
                      <a:pt x="152" y="39"/>
                      <a:pt x="152" y="38"/>
                    </a:cubicBezTo>
                    <a:cubicBezTo>
                      <a:pt x="151" y="37"/>
                      <a:pt x="150" y="38"/>
                      <a:pt x="149" y="38"/>
                    </a:cubicBezTo>
                    <a:cubicBezTo>
                      <a:pt x="148" y="39"/>
                      <a:pt x="147" y="39"/>
                      <a:pt x="146" y="40"/>
                    </a:cubicBezTo>
                    <a:cubicBezTo>
                      <a:pt x="145" y="40"/>
                      <a:pt x="142" y="39"/>
                      <a:pt x="141" y="40"/>
                    </a:cubicBezTo>
                    <a:cubicBezTo>
                      <a:pt x="141" y="41"/>
                      <a:pt x="143" y="40"/>
                      <a:pt x="142" y="42"/>
                    </a:cubicBezTo>
                    <a:cubicBezTo>
                      <a:pt x="142" y="42"/>
                      <a:pt x="141" y="42"/>
                      <a:pt x="141" y="41"/>
                    </a:cubicBezTo>
                    <a:cubicBezTo>
                      <a:pt x="140" y="41"/>
                      <a:pt x="140" y="40"/>
                      <a:pt x="140" y="40"/>
                    </a:cubicBezTo>
                    <a:cubicBezTo>
                      <a:pt x="140" y="40"/>
                      <a:pt x="138" y="39"/>
                      <a:pt x="137" y="40"/>
                    </a:cubicBezTo>
                    <a:cubicBezTo>
                      <a:pt x="136" y="40"/>
                      <a:pt x="135" y="40"/>
                      <a:pt x="135" y="41"/>
                    </a:cubicBezTo>
                    <a:cubicBezTo>
                      <a:pt x="136" y="42"/>
                      <a:pt x="138" y="41"/>
                      <a:pt x="138" y="42"/>
                    </a:cubicBezTo>
                    <a:cubicBezTo>
                      <a:pt x="138" y="43"/>
                      <a:pt x="136" y="44"/>
                      <a:pt x="136" y="46"/>
                    </a:cubicBezTo>
                    <a:cubicBezTo>
                      <a:pt x="136" y="46"/>
                      <a:pt x="137" y="47"/>
                      <a:pt x="138" y="47"/>
                    </a:cubicBezTo>
                    <a:cubicBezTo>
                      <a:pt x="138" y="48"/>
                      <a:pt x="139" y="47"/>
                      <a:pt x="139" y="47"/>
                    </a:cubicBezTo>
                    <a:cubicBezTo>
                      <a:pt x="140" y="47"/>
                      <a:pt x="140" y="48"/>
                      <a:pt x="140" y="48"/>
                    </a:cubicBezTo>
                    <a:cubicBezTo>
                      <a:pt x="141" y="47"/>
                      <a:pt x="142" y="46"/>
                      <a:pt x="143" y="46"/>
                    </a:cubicBezTo>
                    <a:cubicBezTo>
                      <a:pt x="144" y="48"/>
                      <a:pt x="142" y="48"/>
                      <a:pt x="140" y="49"/>
                    </a:cubicBezTo>
                    <a:cubicBezTo>
                      <a:pt x="139" y="49"/>
                      <a:pt x="137" y="50"/>
                      <a:pt x="135" y="50"/>
                    </a:cubicBezTo>
                    <a:cubicBezTo>
                      <a:pt x="135" y="51"/>
                      <a:pt x="132" y="53"/>
                      <a:pt x="132" y="51"/>
                    </a:cubicBezTo>
                    <a:cubicBezTo>
                      <a:pt x="132" y="50"/>
                      <a:pt x="133" y="50"/>
                      <a:pt x="133" y="49"/>
                    </a:cubicBezTo>
                    <a:cubicBezTo>
                      <a:pt x="132" y="49"/>
                      <a:pt x="130" y="50"/>
                      <a:pt x="129" y="50"/>
                    </a:cubicBezTo>
                    <a:cubicBezTo>
                      <a:pt x="127" y="51"/>
                      <a:pt x="124" y="51"/>
                      <a:pt x="123" y="54"/>
                    </a:cubicBezTo>
                    <a:cubicBezTo>
                      <a:pt x="123" y="54"/>
                      <a:pt x="123" y="55"/>
                      <a:pt x="123" y="55"/>
                    </a:cubicBezTo>
                    <a:cubicBezTo>
                      <a:pt x="123" y="56"/>
                      <a:pt x="121" y="56"/>
                      <a:pt x="121" y="56"/>
                    </a:cubicBezTo>
                    <a:cubicBezTo>
                      <a:pt x="120" y="56"/>
                      <a:pt x="119" y="57"/>
                      <a:pt x="118" y="57"/>
                    </a:cubicBezTo>
                    <a:cubicBezTo>
                      <a:pt x="118" y="57"/>
                      <a:pt x="117" y="57"/>
                      <a:pt x="117" y="57"/>
                    </a:cubicBezTo>
                    <a:cubicBezTo>
                      <a:pt x="116" y="58"/>
                      <a:pt x="116" y="59"/>
                      <a:pt x="115" y="59"/>
                    </a:cubicBezTo>
                    <a:cubicBezTo>
                      <a:pt x="114" y="60"/>
                      <a:pt x="114" y="60"/>
                      <a:pt x="113" y="60"/>
                    </a:cubicBezTo>
                    <a:cubicBezTo>
                      <a:pt x="113" y="61"/>
                      <a:pt x="113" y="62"/>
                      <a:pt x="112" y="62"/>
                    </a:cubicBezTo>
                    <a:cubicBezTo>
                      <a:pt x="111" y="62"/>
                      <a:pt x="111" y="62"/>
                      <a:pt x="110" y="62"/>
                    </a:cubicBezTo>
                    <a:cubicBezTo>
                      <a:pt x="110" y="63"/>
                      <a:pt x="111" y="65"/>
                      <a:pt x="110" y="66"/>
                    </a:cubicBezTo>
                    <a:cubicBezTo>
                      <a:pt x="109" y="67"/>
                      <a:pt x="108" y="68"/>
                      <a:pt x="106" y="69"/>
                    </a:cubicBezTo>
                    <a:cubicBezTo>
                      <a:pt x="105" y="69"/>
                      <a:pt x="105" y="69"/>
                      <a:pt x="103" y="70"/>
                    </a:cubicBezTo>
                    <a:cubicBezTo>
                      <a:pt x="103" y="70"/>
                      <a:pt x="102" y="71"/>
                      <a:pt x="101" y="72"/>
                    </a:cubicBezTo>
                    <a:cubicBezTo>
                      <a:pt x="101" y="72"/>
                      <a:pt x="100" y="72"/>
                      <a:pt x="100" y="73"/>
                    </a:cubicBezTo>
                    <a:cubicBezTo>
                      <a:pt x="100" y="116"/>
                      <a:pt x="100" y="116"/>
                      <a:pt x="100" y="116"/>
                    </a:cubicBezTo>
                    <a:cubicBezTo>
                      <a:pt x="100" y="116"/>
                      <a:pt x="101" y="115"/>
                      <a:pt x="101" y="115"/>
                    </a:cubicBezTo>
                    <a:cubicBezTo>
                      <a:pt x="102" y="114"/>
                      <a:pt x="102" y="113"/>
                      <a:pt x="103" y="112"/>
                    </a:cubicBezTo>
                    <a:cubicBezTo>
                      <a:pt x="104" y="112"/>
                      <a:pt x="105" y="112"/>
                      <a:pt x="106" y="111"/>
                    </a:cubicBezTo>
                    <a:cubicBezTo>
                      <a:pt x="107" y="111"/>
                      <a:pt x="107" y="111"/>
                      <a:pt x="108" y="110"/>
                    </a:cubicBezTo>
                    <a:cubicBezTo>
                      <a:pt x="108" y="110"/>
                      <a:pt x="109" y="109"/>
                      <a:pt x="109" y="110"/>
                    </a:cubicBezTo>
                    <a:cubicBezTo>
                      <a:pt x="110" y="111"/>
                      <a:pt x="108" y="111"/>
                      <a:pt x="109" y="112"/>
                    </a:cubicBezTo>
                    <a:cubicBezTo>
                      <a:pt x="110" y="113"/>
                      <a:pt x="111" y="111"/>
                      <a:pt x="112" y="111"/>
                    </a:cubicBezTo>
                    <a:cubicBezTo>
                      <a:pt x="112" y="111"/>
                      <a:pt x="114" y="111"/>
                      <a:pt x="114" y="112"/>
                    </a:cubicBezTo>
                    <a:cubicBezTo>
                      <a:pt x="115" y="112"/>
                      <a:pt x="115" y="113"/>
                      <a:pt x="116" y="113"/>
                    </a:cubicBezTo>
                    <a:cubicBezTo>
                      <a:pt x="117" y="113"/>
                      <a:pt x="117" y="113"/>
                      <a:pt x="118" y="113"/>
                    </a:cubicBezTo>
                    <a:cubicBezTo>
                      <a:pt x="119" y="113"/>
                      <a:pt x="120" y="114"/>
                      <a:pt x="121" y="114"/>
                    </a:cubicBezTo>
                    <a:cubicBezTo>
                      <a:pt x="122" y="114"/>
                      <a:pt x="122" y="113"/>
                      <a:pt x="123" y="113"/>
                    </a:cubicBezTo>
                    <a:cubicBezTo>
                      <a:pt x="125" y="112"/>
                      <a:pt x="125" y="113"/>
                      <a:pt x="126" y="114"/>
                    </a:cubicBezTo>
                    <a:cubicBezTo>
                      <a:pt x="127" y="114"/>
                      <a:pt x="127" y="113"/>
                      <a:pt x="128" y="113"/>
                    </a:cubicBezTo>
                    <a:cubicBezTo>
                      <a:pt x="127" y="114"/>
                      <a:pt x="128" y="115"/>
                      <a:pt x="128" y="115"/>
                    </a:cubicBezTo>
                    <a:cubicBezTo>
                      <a:pt x="129" y="116"/>
                      <a:pt x="128" y="116"/>
                      <a:pt x="129" y="116"/>
                    </a:cubicBezTo>
                    <a:cubicBezTo>
                      <a:pt x="129" y="117"/>
                      <a:pt x="130" y="117"/>
                      <a:pt x="131" y="117"/>
                    </a:cubicBezTo>
                    <a:cubicBezTo>
                      <a:pt x="132" y="118"/>
                      <a:pt x="132" y="119"/>
                      <a:pt x="133" y="120"/>
                    </a:cubicBezTo>
                    <a:cubicBezTo>
                      <a:pt x="134" y="121"/>
                      <a:pt x="135" y="122"/>
                      <a:pt x="136" y="122"/>
                    </a:cubicBezTo>
                    <a:cubicBezTo>
                      <a:pt x="137" y="122"/>
                      <a:pt x="138" y="121"/>
                      <a:pt x="139" y="121"/>
                    </a:cubicBezTo>
                    <a:cubicBezTo>
                      <a:pt x="141" y="122"/>
                      <a:pt x="143" y="123"/>
                      <a:pt x="144" y="124"/>
                    </a:cubicBezTo>
                    <a:cubicBezTo>
                      <a:pt x="145" y="124"/>
                      <a:pt x="146" y="125"/>
                      <a:pt x="146" y="126"/>
                    </a:cubicBezTo>
                    <a:cubicBezTo>
                      <a:pt x="146" y="126"/>
                      <a:pt x="146" y="127"/>
                      <a:pt x="146" y="127"/>
                    </a:cubicBezTo>
                    <a:cubicBezTo>
                      <a:pt x="147" y="129"/>
                      <a:pt x="148" y="129"/>
                      <a:pt x="148" y="131"/>
                    </a:cubicBezTo>
                    <a:cubicBezTo>
                      <a:pt x="148" y="132"/>
                      <a:pt x="149" y="132"/>
                      <a:pt x="149" y="133"/>
                    </a:cubicBezTo>
                    <a:cubicBezTo>
                      <a:pt x="150" y="133"/>
                      <a:pt x="151" y="134"/>
                      <a:pt x="151" y="134"/>
                    </a:cubicBezTo>
                    <a:cubicBezTo>
                      <a:pt x="152" y="134"/>
                      <a:pt x="152" y="134"/>
                      <a:pt x="152" y="134"/>
                    </a:cubicBezTo>
                    <a:cubicBezTo>
                      <a:pt x="154" y="134"/>
                      <a:pt x="154" y="134"/>
                      <a:pt x="155" y="135"/>
                    </a:cubicBezTo>
                    <a:cubicBezTo>
                      <a:pt x="156" y="135"/>
                      <a:pt x="157" y="135"/>
                      <a:pt x="157" y="135"/>
                    </a:cubicBezTo>
                    <a:cubicBezTo>
                      <a:pt x="158" y="136"/>
                      <a:pt x="158" y="137"/>
                      <a:pt x="158" y="137"/>
                    </a:cubicBezTo>
                    <a:cubicBezTo>
                      <a:pt x="159" y="137"/>
                      <a:pt x="160" y="137"/>
                      <a:pt x="160" y="137"/>
                    </a:cubicBezTo>
                    <a:cubicBezTo>
                      <a:pt x="161" y="137"/>
                      <a:pt x="163" y="138"/>
                      <a:pt x="164" y="138"/>
                    </a:cubicBezTo>
                    <a:cubicBezTo>
                      <a:pt x="164" y="138"/>
                      <a:pt x="165" y="138"/>
                      <a:pt x="165" y="138"/>
                    </a:cubicBezTo>
                    <a:cubicBezTo>
                      <a:pt x="167" y="138"/>
                      <a:pt x="168" y="139"/>
                      <a:pt x="169" y="139"/>
                    </a:cubicBezTo>
                    <a:cubicBezTo>
                      <a:pt x="156" y="159"/>
                      <a:pt x="137" y="173"/>
                      <a:pt x="114" y="179"/>
                    </a:cubicBezTo>
                    <a:cubicBezTo>
                      <a:pt x="114" y="178"/>
                      <a:pt x="114" y="177"/>
                      <a:pt x="114" y="176"/>
                    </a:cubicBezTo>
                    <a:cubicBezTo>
                      <a:pt x="114" y="174"/>
                      <a:pt x="114" y="173"/>
                      <a:pt x="114" y="171"/>
                    </a:cubicBezTo>
                    <a:cubicBezTo>
                      <a:pt x="113" y="170"/>
                      <a:pt x="113" y="168"/>
                      <a:pt x="113" y="167"/>
                    </a:cubicBezTo>
                    <a:cubicBezTo>
                      <a:pt x="112" y="166"/>
                      <a:pt x="110" y="165"/>
                      <a:pt x="109" y="164"/>
                    </a:cubicBezTo>
                    <a:cubicBezTo>
                      <a:pt x="108" y="164"/>
                      <a:pt x="107" y="163"/>
                      <a:pt x="107" y="163"/>
                    </a:cubicBezTo>
                    <a:cubicBezTo>
                      <a:pt x="105" y="162"/>
                      <a:pt x="102" y="161"/>
                      <a:pt x="101" y="159"/>
                    </a:cubicBezTo>
                    <a:cubicBezTo>
                      <a:pt x="101" y="159"/>
                      <a:pt x="101" y="158"/>
                      <a:pt x="101" y="157"/>
                    </a:cubicBezTo>
                    <a:cubicBezTo>
                      <a:pt x="100" y="157"/>
                      <a:pt x="100" y="156"/>
                      <a:pt x="100" y="156"/>
                    </a:cubicBezTo>
                    <a:lnTo>
                      <a:pt x="100" y="186"/>
                    </a:lnTo>
                    <a:close/>
                    <a:moveTo>
                      <a:pt x="2" y="74"/>
                    </a:moveTo>
                    <a:cubicBezTo>
                      <a:pt x="2" y="76"/>
                      <a:pt x="1" y="77"/>
                      <a:pt x="1" y="79"/>
                    </a:cubicBezTo>
                    <a:cubicBezTo>
                      <a:pt x="1" y="80"/>
                      <a:pt x="1" y="82"/>
                      <a:pt x="0" y="83"/>
                    </a:cubicBezTo>
                    <a:cubicBezTo>
                      <a:pt x="0" y="87"/>
                      <a:pt x="0" y="90"/>
                      <a:pt x="0" y="93"/>
                    </a:cubicBezTo>
                    <a:cubicBezTo>
                      <a:pt x="0" y="96"/>
                      <a:pt x="0" y="99"/>
                      <a:pt x="0" y="103"/>
                    </a:cubicBezTo>
                    <a:cubicBezTo>
                      <a:pt x="1" y="104"/>
                      <a:pt x="1" y="106"/>
                      <a:pt x="1" y="107"/>
                    </a:cubicBezTo>
                    <a:cubicBezTo>
                      <a:pt x="1" y="109"/>
                      <a:pt x="2" y="110"/>
                      <a:pt x="2" y="112"/>
                    </a:cubicBezTo>
                    <a:cubicBezTo>
                      <a:pt x="2" y="113"/>
                      <a:pt x="3" y="115"/>
                      <a:pt x="3" y="116"/>
                    </a:cubicBezTo>
                    <a:cubicBezTo>
                      <a:pt x="4" y="119"/>
                      <a:pt x="5" y="122"/>
                      <a:pt x="6" y="125"/>
                    </a:cubicBezTo>
                    <a:cubicBezTo>
                      <a:pt x="6" y="127"/>
                      <a:pt x="7" y="128"/>
                      <a:pt x="7" y="129"/>
                    </a:cubicBezTo>
                    <a:cubicBezTo>
                      <a:pt x="8" y="131"/>
                      <a:pt x="9" y="132"/>
                      <a:pt x="9" y="134"/>
                    </a:cubicBezTo>
                    <a:cubicBezTo>
                      <a:pt x="10" y="134"/>
                      <a:pt x="10" y="135"/>
                      <a:pt x="10" y="136"/>
                    </a:cubicBezTo>
                    <a:cubicBezTo>
                      <a:pt x="11" y="137"/>
                      <a:pt x="12" y="138"/>
                      <a:pt x="12" y="140"/>
                    </a:cubicBezTo>
                    <a:cubicBezTo>
                      <a:pt x="15" y="143"/>
                      <a:pt x="17" y="147"/>
                      <a:pt x="20" y="151"/>
                    </a:cubicBezTo>
                    <a:cubicBezTo>
                      <a:pt x="21" y="152"/>
                      <a:pt x="23" y="154"/>
                      <a:pt x="24" y="156"/>
                    </a:cubicBezTo>
                    <a:cubicBezTo>
                      <a:pt x="25" y="157"/>
                      <a:pt x="26" y="158"/>
                      <a:pt x="27" y="159"/>
                    </a:cubicBezTo>
                    <a:cubicBezTo>
                      <a:pt x="28" y="160"/>
                      <a:pt x="29" y="161"/>
                      <a:pt x="31" y="162"/>
                    </a:cubicBezTo>
                    <a:cubicBezTo>
                      <a:pt x="36" y="167"/>
                      <a:pt x="41" y="171"/>
                      <a:pt x="47" y="174"/>
                    </a:cubicBezTo>
                    <a:cubicBezTo>
                      <a:pt x="48" y="175"/>
                      <a:pt x="50" y="176"/>
                      <a:pt x="51" y="176"/>
                    </a:cubicBezTo>
                    <a:cubicBezTo>
                      <a:pt x="54" y="178"/>
                      <a:pt x="56" y="179"/>
                      <a:pt x="59" y="180"/>
                    </a:cubicBezTo>
                    <a:cubicBezTo>
                      <a:pt x="61" y="181"/>
                      <a:pt x="62" y="181"/>
                      <a:pt x="63" y="182"/>
                    </a:cubicBezTo>
                    <a:cubicBezTo>
                      <a:pt x="73" y="185"/>
                      <a:pt x="83" y="186"/>
                      <a:pt x="93" y="186"/>
                    </a:cubicBezTo>
                    <a:cubicBezTo>
                      <a:pt x="96" y="186"/>
                      <a:pt x="98" y="186"/>
                      <a:pt x="100" y="186"/>
                    </a:cubicBezTo>
                    <a:cubicBezTo>
                      <a:pt x="100" y="156"/>
                      <a:pt x="100" y="156"/>
                      <a:pt x="100" y="156"/>
                    </a:cubicBezTo>
                    <a:cubicBezTo>
                      <a:pt x="99" y="156"/>
                      <a:pt x="99" y="155"/>
                      <a:pt x="99" y="154"/>
                    </a:cubicBezTo>
                    <a:cubicBezTo>
                      <a:pt x="97" y="153"/>
                      <a:pt x="96" y="150"/>
                      <a:pt x="95" y="148"/>
                    </a:cubicBezTo>
                    <a:cubicBezTo>
                      <a:pt x="95" y="147"/>
                      <a:pt x="94" y="146"/>
                      <a:pt x="93" y="145"/>
                    </a:cubicBezTo>
                    <a:cubicBezTo>
                      <a:pt x="93" y="145"/>
                      <a:pt x="92" y="144"/>
                      <a:pt x="91" y="144"/>
                    </a:cubicBezTo>
                    <a:cubicBezTo>
                      <a:pt x="91" y="143"/>
                      <a:pt x="90" y="142"/>
                      <a:pt x="91" y="141"/>
                    </a:cubicBezTo>
                    <a:cubicBezTo>
                      <a:pt x="91" y="140"/>
                      <a:pt x="93" y="139"/>
                      <a:pt x="93" y="138"/>
                    </a:cubicBezTo>
                    <a:cubicBezTo>
                      <a:pt x="93" y="138"/>
                      <a:pt x="92" y="137"/>
                      <a:pt x="91" y="136"/>
                    </a:cubicBezTo>
                    <a:cubicBezTo>
                      <a:pt x="91" y="135"/>
                      <a:pt x="92" y="134"/>
                      <a:pt x="92" y="133"/>
                    </a:cubicBezTo>
                    <a:cubicBezTo>
                      <a:pt x="92" y="132"/>
                      <a:pt x="93" y="132"/>
                      <a:pt x="93" y="131"/>
                    </a:cubicBezTo>
                    <a:cubicBezTo>
                      <a:pt x="93" y="131"/>
                      <a:pt x="94" y="131"/>
                      <a:pt x="94" y="130"/>
                    </a:cubicBezTo>
                    <a:cubicBezTo>
                      <a:pt x="95" y="130"/>
                      <a:pt x="95" y="129"/>
                      <a:pt x="95" y="129"/>
                    </a:cubicBezTo>
                    <a:cubicBezTo>
                      <a:pt x="96" y="128"/>
                      <a:pt x="97" y="127"/>
                      <a:pt x="98" y="126"/>
                    </a:cubicBezTo>
                    <a:cubicBezTo>
                      <a:pt x="98" y="126"/>
                      <a:pt x="98" y="122"/>
                      <a:pt x="98" y="121"/>
                    </a:cubicBezTo>
                    <a:cubicBezTo>
                      <a:pt x="98" y="120"/>
                      <a:pt x="97" y="119"/>
                      <a:pt x="97" y="119"/>
                    </a:cubicBezTo>
                    <a:cubicBezTo>
                      <a:pt x="96" y="117"/>
                      <a:pt x="96" y="116"/>
                      <a:pt x="95" y="116"/>
                    </a:cubicBezTo>
                    <a:cubicBezTo>
                      <a:pt x="94" y="116"/>
                      <a:pt x="93" y="117"/>
                      <a:pt x="93" y="117"/>
                    </a:cubicBezTo>
                    <a:cubicBezTo>
                      <a:pt x="93" y="118"/>
                      <a:pt x="93" y="119"/>
                      <a:pt x="92" y="119"/>
                    </a:cubicBezTo>
                    <a:cubicBezTo>
                      <a:pt x="91" y="119"/>
                      <a:pt x="91" y="118"/>
                      <a:pt x="89" y="118"/>
                    </a:cubicBezTo>
                    <a:cubicBezTo>
                      <a:pt x="89" y="117"/>
                      <a:pt x="88" y="117"/>
                      <a:pt x="88" y="117"/>
                    </a:cubicBezTo>
                    <a:cubicBezTo>
                      <a:pt x="87" y="117"/>
                      <a:pt x="86" y="115"/>
                      <a:pt x="85" y="115"/>
                    </a:cubicBezTo>
                    <a:cubicBezTo>
                      <a:pt x="84" y="114"/>
                      <a:pt x="84" y="115"/>
                      <a:pt x="83" y="114"/>
                    </a:cubicBezTo>
                    <a:cubicBezTo>
                      <a:pt x="83" y="113"/>
                      <a:pt x="83" y="112"/>
                      <a:pt x="83" y="112"/>
                    </a:cubicBezTo>
                    <a:cubicBezTo>
                      <a:pt x="82" y="111"/>
                      <a:pt x="81" y="109"/>
                      <a:pt x="80" y="108"/>
                    </a:cubicBezTo>
                    <a:cubicBezTo>
                      <a:pt x="79" y="108"/>
                      <a:pt x="78" y="108"/>
                      <a:pt x="77" y="108"/>
                    </a:cubicBezTo>
                    <a:cubicBezTo>
                      <a:pt x="76" y="107"/>
                      <a:pt x="76" y="107"/>
                      <a:pt x="75" y="107"/>
                    </a:cubicBezTo>
                    <a:cubicBezTo>
                      <a:pt x="74" y="107"/>
                      <a:pt x="74" y="107"/>
                      <a:pt x="73" y="107"/>
                    </a:cubicBezTo>
                    <a:cubicBezTo>
                      <a:pt x="71" y="106"/>
                      <a:pt x="70" y="102"/>
                      <a:pt x="68" y="103"/>
                    </a:cubicBezTo>
                    <a:cubicBezTo>
                      <a:pt x="67" y="103"/>
                      <a:pt x="66" y="104"/>
                      <a:pt x="65" y="104"/>
                    </a:cubicBezTo>
                    <a:cubicBezTo>
                      <a:pt x="64" y="104"/>
                      <a:pt x="62" y="103"/>
                      <a:pt x="61" y="102"/>
                    </a:cubicBezTo>
                    <a:cubicBezTo>
                      <a:pt x="60" y="102"/>
                      <a:pt x="58" y="101"/>
                      <a:pt x="57" y="101"/>
                    </a:cubicBezTo>
                    <a:cubicBezTo>
                      <a:pt x="57" y="100"/>
                      <a:pt x="56" y="100"/>
                      <a:pt x="55" y="99"/>
                    </a:cubicBezTo>
                    <a:cubicBezTo>
                      <a:pt x="55" y="99"/>
                      <a:pt x="54" y="99"/>
                      <a:pt x="54" y="99"/>
                    </a:cubicBezTo>
                    <a:cubicBezTo>
                      <a:pt x="53" y="99"/>
                      <a:pt x="52" y="98"/>
                      <a:pt x="51" y="97"/>
                    </a:cubicBezTo>
                    <a:cubicBezTo>
                      <a:pt x="51" y="97"/>
                      <a:pt x="50" y="96"/>
                      <a:pt x="50" y="95"/>
                    </a:cubicBezTo>
                    <a:cubicBezTo>
                      <a:pt x="50" y="95"/>
                      <a:pt x="51" y="94"/>
                      <a:pt x="51" y="93"/>
                    </a:cubicBezTo>
                    <a:cubicBezTo>
                      <a:pt x="51" y="91"/>
                      <a:pt x="49" y="89"/>
                      <a:pt x="48" y="88"/>
                    </a:cubicBezTo>
                    <a:cubicBezTo>
                      <a:pt x="47" y="87"/>
                      <a:pt x="46" y="86"/>
                      <a:pt x="45" y="85"/>
                    </a:cubicBezTo>
                    <a:cubicBezTo>
                      <a:pt x="45" y="84"/>
                      <a:pt x="45" y="84"/>
                      <a:pt x="45" y="83"/>
                    </a:cubicBezTo>
                    <a:cubicBezTo>
                      <a:pt x="45" y="83"/>
                      <a:pt x="44" y="82"/>
                      <a:pt x="44" y="81"/>
                    </a:cubicBezTo>
                    <a:cubicBezTo>
                      <a:pt x="43" y="80"/>
                      <a:pt x="42" y="79"/>
                      <a:pt x="42" y="78"/>
                    </a:cubicBezTo>
                    <a:cubicBezTo>
                      <a:pt x="42" y="77"/>
                      <a:pt x="42" y="76"/>
                      <a:pt x="42" y="75"/>
                    </a:cubicBezTo>
                    <a:cubicBezTo>
                      <a:pt x="41" y="73"/>
                      <a:pt x="38" y="74"/>
                      <a:pt x="39" y="76"/>
                    </a:cubicBezTo>
                    <a:cubicBezTo>
                      <a:pt x="39" y="77"/>
                      <a:pt x="40" y="78"/>
                      <a:pt x="40" y="79"/>
                    </a:cubicBezTo>
                    <a:cubicBezTo>
                      <a:pt x="40" y="79"/>
                      <a:pt x="40" y="80"/>
                      <a:pt x="41" y="81"/>
                    </a:cubicBezTo>
                    <a:cubicBezTo>
                      <a:pt x="41" y="82"/>
                      <a:pt x="42" y="82"/>
                      <a:pt x="42" y="83"/>
                    </a:cubicBezTo>
                    <a:cubicBezTo>
                      <a:pt x="42" y="85"/>
                      <a:pt x="42" y="86"/>
                      <a:pt x="43" y="87"/>
                    </a:cubicBezTo>
                    <a:cubicBezTo>
                      <a:pt x="43" y="88"/>
                      <a:pt x="44" y="88"/>
                      <a:pt x="44" y="89"/>
                    </a:cubicBezTo>
                    <a:cubicBezTo>
                      <a:pt x="43" y="90"/>
                      <a:pt x="42" y="89"/>
                      <a:pt x="42" y="88"/>
                    </a:cubicBezTo>
                    <a:cubicBezTo>
                      <a:pt x="41" y="88"/>
                      <a:pt x="40" y="87"/>
                      <a:pt x="40" y="86"/>
                    </a:cubicBezTo>
                    <a:cubicBezTo>
                      <a:pt x="40" y="86"/>
                      <a:pt x="40" y="85"/>
                      <a:pt x="40" y="84"/>
                    </a:cubicBezTo>
                    <a:cubicBezTo>
                      <a:pt x="40" y="83"/>
                      <a:pt x="37" y="83"/>
                      <a:pt x="37" y="81"/>
                    </a:cubicBezTo>
                    <a:cubicBezTo>
                      <a:pt x="37" y="81"/>
                      <a:pt x="38" y="80"/>
                      <a:pt x="38" y="80"/>
                    </a:cubicBezTo>
                    <a:cubicBezTo>
                      <a:pt x="38" y="79"/>
                      <a:pt x="37" y="78"/>
                      <a:pt x="37" y="77"/>
                    </a:cubicBezTo>
                    <a:cubicBezTo>
                      <a:pt x="36" y="76"/>
                      <a:pt x="36" y="75"/>
                      <a:pt x="36" y="74"/>
                    </a:cubicBezTo>
                    <a:cubicBezTo>
                      <a:pt x="36" y="73"/>
                      <a:pt x="36" y="72"/>
                      <a:pt x="36" y="71"/>
                    </a:cubicBezTo>
                    <a:cubicBezTo>
                      <a:pt x="36" y="70"/>
                      <a:pt x="35" y="69"/>
                      <a:pt x="34" y="69"/>
                    </a:cubicBezTo>
                    <a:cubicBezTo>
                      <a:pt x="33" y="69"/>
                      <a:pt x="32" y="69"/>
                      <a:pt x="32" y="68"/>
                    </a:cubicBezTo>
                    <a:cubicBezTo>
                      <a:pt x="32" y="67"/>
                      <a:pt x="31" y="66"/>
                      <a:pt x="31" y="65"/>
                    </a:cubicBezTo>
                    <a:cubicBezTo>
                      <a:pt x="31" y="64"/>
                      <a:pt x="31" y="63"/>
                      <a:pt x="31" y="62"/>
                    </a:cubicBezTo>
                    <a:cubicBezTo>
                      <a:pt x="31" y="60"/>
                      <a:pt x="31" y="59"/>
                      <a:pt x="31" y="58"/>
                    </a:cubicBezTo>
                    <a:cubicBezTo>
                      <a:pt x="32" y="57"/>
                      <a:pt x="33" y="56"/>
                      <a:pt x="33" y="55"/>
                    </a:cubicBezTo>
                    <a:cubicBezTo>
                      <a:pt x="34" y="55"/>
                      <a:pt x="34" y="54"/>
                      <a:pt x="34" y="53"/>
                    </a:cubicBezTo>
                    <a:cubicBezTo>
                      <a:pt x="35" y="52"/>
                      <a:pt x="36" y="51"/>
                      <a:pt x="37" y="49"/>
                    </a:cubicBezTo>
                    <a:cubicBezTo>
                      <a:pt x="39" y="48"/>
                      <a:pt x="40" y="47"/>
                      <a:pt x="40" y="45"/>
                    </a:cubicBezTo>
                    <a:cubicBezTo>
                      <a:pt x="41" y="44"/>
                      <a:pt x="41" y="43"/>
                      <a:pt x="41" y="43"/>
                    </a:cubicBezTo>
                    <a:cubicBezTo>
                      <a:pt x="41" y="42"/>
                      <a:pt x="39" y="41"/>
                      <a:pt x="39" y="40"/>
                    </a:cubicBezTo>
                    <a:cubicBezTo>
                      <a:pt x="39" y="39"/>
                      <a:pt x="40" y="39"/>
                      <a:pt x="41" y="38"/>
                    </a:cubicBezTo>
                    <a:cubicBezTo>
                      <a:pt x="41" y="38"/>
                      <a:pt x="41" y="37"/>
                      <a:pt x="41" y="36"/>
                    </a:cubicBezTo>
                    <a:cubicBezTo>
                      <a:pt x="41" y="35"/>
                      <a:pt x="40" y="34"/>
                      <a:pt x="41" y="33"/>
                    </a:cubicBezTo>
                    <a:cubicBezTo>
                      <a:pt x="41" y="33"/>
                      <a:pt x="42" y="32"/>
                      <a:pt x="41" y="31"/>
                    </a:cubicBezTo>
                    <a:cubicBezTo>
                      <a:pt x="41" y="30"/>
                      <a:pt x="40" y="32"/>
                      <a:pt x="39" y="31"/>
                    </a:cubicBezTo>
                    <a:cubicBezTo>
                      <a:pt x="38" y="31"/>
                      <a:pt x="39" y="30"/>
                      <a:pt x="39" y="29"/>
                    </a:cubicBezTo>
                    <a:cubicBezTo>
                      <a:pt x="39" y="28"/>
                      <a:pt x="39" y="28"/>
                      <a:pt x="39" y="28"/>
                    </a:cubicBezTo>
                    <a:cubicBezTo>
                      <a:pt x="39" y="27"/>
                      <a:pt x="40" y="26"/>
                      <a:pt x="40" y="26"/>
                    </a:cubicBezTo>
                    <a:cubicBezTo>
                      <a:pt x="39" y="26"/>
                      <a:pt x="39" y="25"/>
                      <a:pt x="38" y="24"/>
                    </a:cubicBezTo>
                    <a:cubicBezTo>
                      <a:pt x="49" y="15"/>
                      <a:pt x="63" y="9"/>
                      <a:pt x="78" y="6"/>
                    </a:cubicBezTo>
                    <a:cubicBezTo>
                      <a:pt x="78" y="6"/>
                      <a:pt x="78" y="6"/>
                      <a:pt x="78" y="6"/>
                    </a:cubicBezTo>
                    <a:cubicBezTo>
                      <a:pt x="78" y="6"/>
                      <a:pt x="78" y="7"/>
                      <a:pt x="78" y="7"/>
                    </a:cubicBezTo>
                    <a:cubicBezTo>
                      <a:pt x="79" y="6"/>
                      <a:pt x="80" y="7"/>
                      <a:pt x="81" y="7"/>
                    </a:cubicBezTo>
                    <a:cubicBezTo>
                      <a:pt x="82" y="7"/>
                      <a:pt x="83" y="6"/>
                      <a:pt x="84" y="7"/>
                    </a:cubicBezTo>
                    <a:cubicBezTo>
                      <a:pt x="86" y="7"/>
                      <a:pt x="88" y="9"/>
                      <a:pt x="90" y="8"/>
                    </a:cubicBezTo>
                    <a:cubicBezTo>
                      <a:pt x="90" y="7"/>
                      <a:pt x="90" y="7"/>
                      <a:pt x="90" y="6"/>
                    </a:cubicBezTo>
                    <a:cubicBezTo>
                      <a:pt x="91" y="6"/>
                      <a:pt x="91" y="5"/>
                      <a:pt x="91" y="5"/>
                    </a:cubicBezTo>
                    <a:cubicBezTo>
                      <a:pt x="92" y="5"/>
                      <a:pt x="93" y="5"/>
                      <a:pt x="93" y="5"/>
                    </a:cubicBezTo>
                    <a:cubicBezTo>
                      <a:pt x="96" y="5"/>
                      <a:pt x="98" y="5"/>
                      <a:pt x="100" y="5"/>
                    </a:cubicBezTo>
                    <a:cubicBezTo>
                      <a:pt x="100" y="0"/>
                      <a:pt x="100" y="0"/>
                      <a:pt x="100" y="0"/>
                    </a:cubicBezTo>
                    <a:cubicBezTo>
                      <a:pt x="98" y="0"/>
                      <a:pt x="97" y="0"/>
                      <a:pt x="95" y="0"/>
                    </a:cubicBezTo>
                    <a:cubicBezTo>
                      <a:pt x="94" y="0"/>
                      <a:pt x="94" y="0"/>
                      <a:pt x="93" y="0"/>
                    </a:cubicBezTo>
                    <a:cubicBezTo>
                      <a:pt x="92" y="0"/>
                      <a:pt x="91" y="0"/>
                      <a:pt x="90" y="0"/>
                    </a:cubicBezTo>
                    <a:cubicBezTo>
                      <a:pt x="81" y="0"/>
                      <a:pt x="72" y="2"/>
                      <a:pt x="63" y="5"/>
                    </a:cubicBezTo>
                    <a:cubicBezTo>
                      <a:pt x="62" y="5"/>
                      <a:pt x="61" y="6"/>
                      <a:pt x="59" y="6"/>
                    </a:cubicBezTo>
                    <a:cubicBezTo>
                      <a:pt x="59" y="6"/>
                      <a:pt x="58" y="6"/>
                      <a:pt x="58" y="7"/>
                    </a:cubicBezTo>
                    <a:cubicBezTo>
                      <a:pt x="57" y="7"/>
                      <a:pt x="56" y="7"/>
                      <a:pt x="55" y="8"/>
                    </a:cubicBezTo>
                    <a:cubicBezTo>
                      <a:pt x="54" y="9"/>
                      <a:pt x="52" y="9"/>
                      <a:pt x="51" y="10"/>
                    </a:cubicBezTo>
                    <a:cubicBezTo>
                      <a:pt x="49" y="11"/>
                      <a:pt x="48" y="11"/>
                      <a:pt x="47" y="12"/>
                    </a:cubicBezTo>
                    <a:cubicBezTo>
                      <a:pt x="42" y="15"/>
                      <a:pt x="37" y="19"/>
                      <a:pt x="32" y="22"/>
                    </a:cubicBezTo>
                    <a:cubicBezTo>
                      <a:pt x="32" y="23"/>
                      <a:pt x="31" y="23"/>
                      <a:pt x="31" y="24"/>
                    </a:cubicBezTo>
                    <a:cubicBezTo>
                      <a:pt x="29" y="25"/>
                      <a:pt x="28" y="26"/>
                      <a:pt x="27" y="27"/>
                    </a:cubicBezTo>
                    <a:cubicBezTo>
                      <a:pt x="26" y="28"/>
                      <a:pt x="25" y="29"/>
                      <a:pt x="24" y="30"/>
                    </a:cubicBezTo>
                    <a:cubicBezTo>
                      <a:pt x="23" y="32"/>
                      <a:pt x="21" y="34"/>
                      <a:pt x="20" y="35"/>
                    </a:cubicBezTo>
                    <a:cubicBezTo>
                      <a:pt x="17" y="39"/>
                      <a:pt x="15" y="43"/>
                      <a:pt x="12" y="47"/>
                    </a:cubicBezTo>
                    <a:cubicBezTo>
                      <a:pt x="12" y="48"/>
                      <a:pt x="11" y="49"/>
                      <a:pt x="10" y="51"/>
                    </a:cubicBezTo>
                    <a:cubicBezTo>
                      <a:pt x="10" y="51"/>
                      <a:pt x="10" y="52"/>
                      <a:pt x="9" y="53"/>
                    </a:cubicBezTo>
                    <a:cubicBezTo>
                      <a:pt x="8" y="55"/>
                      <a:pt x="7" y="57"/>
                      <a:pt x="6" y="59"/>
                    </a:cubicBezTo>
                    <a:cubicBezTo>
                      <a:pt x="6" y="60"/>
                      <a:pt x="6" y="60"/>
                      <a:pt x="6" y="61"/>
                    </a:cubicBezTo>
                    <a:cubicBezTo>
                      <a:pt x="5" y="64"/>
                      <a:pt x="4" y="67"/>
                      <a:pt x="3" y="70"/>
                    </a:cubicBezTo>
                    <a:cubicBezTo>
                      <a:pt x="3" y="71"/>
                      <a:pt x="2" y="73"/>
                      <a:pt x="2" y="74"/>
                    </a:cubicBezTo>
                    <a:close/>
                    <a:moveTo>
                      <a:pt x="100" y="73"/>
                    </a:moveTo>
                    <a:cubicBezTo>
                      <a:pt x="100" y="116"/>
                      <a:pt x="100" y="116"/>
                      <a:pt x="100" y="116"/>
                    </a:cubicBezTo>
                    <a:cubicBezTo>
                      <a:pt x="100" y="117"/>
                      <a:pt x="99" y="117"/>
                      <a:pt x="99" y="117"/>
                    </a:cubicBezTo>
                    <a:cubicBezTo>
                      <a:pt x="98" y="117"/>
                      <a:pt x="97" y="116"/>
                      <a:pt x="96" y="115"/>
                    </a:cubicBezTo>
                    <a:cubicBezTo>
                      <a:pt x="94" y="114"/>
                      <a:pt x="93" y="116"/>
                      <a:pt x="91" y="116"/>
                    </a:cubicBezTo>
                    <a:cubicBezTo>
                      <a:pt x="89" y="116"/>
                      <a:pt x="87" y="113"/>
                      <a:pt x="87" y="112"/>
                    </a:cubicBezTo>
                    <a:cubicBezTo>
                      <a:pt x="87" y="111"/>
                      <a:pt x="88" y="109"/>
                      <a:pt x="88" y="108"/>
                    </a:cubicBezTo>
                    <a:cubicBezTo>
                      <a:pt x="88" y="107"/>
                      <a:pt x="88" y="106"/>
                      <a:pt x="88" y="105"/>
                    </a:cubicBezTo>
                    <a:cubicBezTo>
                      <a:pt x="88" y="104"/>
                      <a:pt x="87" y="103"/>
                      <a:pt x="86" y="103"/>
                    </a:cubicBezTo>
                    <a:cubicBezTo>
                      <a:pt x="84" y="103"/>
                      <a:pt x="82" y="104"/>
                      <a:pt x="79" y="103"/>
                    </a:cubicBezTo>
                    <a:cubicBezTo>
                      <a:pt x="79" y="102"/>
                      <a:pt x="80" y="102"/>
                      <a:pt x="80" y="101"/>
                    </a:cubicBezTo>
                    <a:cubicBezTo>
                      <a:pt x="80" y="101"/>
                      <a:pt x="80" y="100"/>
                      <a:pt x="80" y="100"/>
                    </a:cubicBezTo>
                    <a:cubicBezTo>
                      <a:pt x="81" y="99"/>
                      <a:pt x="81" y="99"/>
                      <a:pt x="82" y="98"/>
                    </a:cubicBezTo>
                    <a:cubicBezTo>
                      <a:pt x="82" y="97"/>
                      <a:pt x="82" y="97"/>
                      <a:pt x="82" y="96"/>
                    </a:cubicBezTo>
                    <a:cubicBezTo>
                      <a:pt x="82" y="95"/>
                      <a:pt x="83" y="95"/>
                      <a:pt x="83" y="94"/>
                    </a:cubicBezTo>
                    <a:cubicBezTo>
                      <a:pt x="83" y="94"/>
                      <a:pt x="83" y="93"/>
                      <a:pt x="82" y="93"/>
                    </a:cubicBezTo>
                    <a:cubicBezTo>
                      <a:pt x="80" y="93"/>
                      <a:pt x="79" y="93"/>
                      <a:pt x="78" y="93"/>
                    </a:cubicBezTo>
                    <a:cubicBezTo>
                      <a:pt x="76" y="94"/>
                      <a:pt x="77" y="97"/>
                      <a:pt x="75" y="98"/>
                    </a:cubicBezTo>
                    <a:cubicBezTo>
                      <a:pt x="74" y="98"/>
                      <a:pt x="73" y="98"/>
                      <a:pt x="72" y="98"/>
                    </a:cubicBezTo>
                    <a:cubicBezTo>
                      <a:pt x="71" y="98"/>
                      <a:pt x="70" y="99"/>
                      <a:pt x="70" y="99"/>
                    </a:cubicBezTo>
                    <a:cubicBezTo>
                      <a:pt x="69" y="99"/>
                      <a:pt x="67" y="98"/>
                      <a:pt x="67" y="97"/>
                    </a:cubicBezTo>
                    <a:cubicBezTo>
                      <a:pt x="66" y="97"/>
                      <a:pt x="65" y="94"/>
                      <a:pt x="65" y="94"/>
                    </a:cubicBezTo>
                    <a:cubicBezTo>
                      <a:pt x="64" y="91"/>
                      <a:pt x="65" y="88"/>
                      <a:pt x="66" y="86"/>
                    </a:cubicBezTo>
                    <a:cubicBezTo>
                      <a:pt x="66" y="86"/>
                      <a:pt x="67" y="85"/>
                      <a:pt x="67" y="85"/>
                    </a:cubicBezTo>
                    <a:cubicBezTo>
                      <a:pt x="67" y="84"/>
                      <a:pt x="67" y="83"/>
                      <a:pt x="67" y="82"/>
                    </a:cubicBezTo>
                    <a:cubicBezTo>
                      <a:pt x="68" y="81"/>
                      <a:pt x="69" y="80"/>
                      <a:pt x="71" y="79"/>
                    </a:cubicBezTo>
                    <a:cubicBezTo>
                      <a:pt x="72" y="79"/>
                      <a:pt x="73" y="77"/>
                      <a:pt x="75" y="77"/>
                    </a:cubicBezTo>
                    <a:cubicBezTo>
                      <a:pt x="76" y="77"/>
                      <a:pt x="77" y="78"/>
                      <a:pt x="78" y="78"/>
                    </a:cubicBezTo>
                    <a:cubicBezTo>
                      <a:pt x="79" y="78"/>
                      <a:pt x="79" y="78"/>
                      <a:pt x="80" y="78"/>
                    </a:cubicBezTo>
                    <a:cubicBezTo>
                      <a:pt x="82" y="79"/>
                      <a:pt x="82" y="77"/>
                      <a:pt x="84" y="76"/>
                    </a:cubicBezTo>
                    <a:cubicBezTo>
                      <a:pt x="85" y="76"/>
                      <a:pt x="87" y="76"/>
                      <a:pt x="88" y="76"/>
                    </a:cubicBezTo>
                    <a:cubicBezTo>
                      <a:pt x="89" y="76"/>
                      <a:pt x="90" y="77"/>
                      <a:pt x="90" y="77"/>
                    </a:cubicBezTo>
                    <a:cubicBezTo>
                      <a:pt x="91" y="77"/>
                      <a:pt x="92" y="77"/>
                      <a:pt x="92" y="77"/>
                    </a:cubicBezTo>
                    <a:cubicBezTo>
                      <a:pt x="93" y="77"/>
                      <a:pt x="94" y="78"/>
                      <a:pt x="94" y="79"/>
                    </a:cubicBezTo>
                    <a:cubicBezTo>
                      <a:pt x="94" y="80"/>
                      <a:pt x="93" y="81"/>
                      <a:pt x="93" y="82"/>
                    </a:cubicBezTo>
                    <a:cubicBezTo>
                      <a:pt x="94" y="83"/>
                      <a:pt x="96" y="83"/>
                      <a:pt x="97" y="83"/>
                    </a:cubicBezTo>
                    <a:cubicBezTo>
                      <a:pt x="98" y="83"/>
                      <a:pt x="98" y="81"/>
                      <a:pt x="97" y="80"/>
                    </a:cubicBezTo>
                    <a:cubicBezTo>
                      <a:pt x="97" y="80"/>
                      <a:pt x="98" y="79"/>
                      <a:pt x="97" y="79"/>
                    </a:cubicBezTo>
                    <a:cubicBezTo>
                      <a:pt x="97" y="78"/>
                      <a:pt x="97" y="78"/>
                      <a:pt x="97" y="77"/>
                    </a:cubicBezTo>
                    <a:cubicBezTo>
                      <a:pt x="97" y="75"/>
                      <a:pt x="98" y="74"/>
                      <a:pt x="100"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8" name="Freeform 74"/>
              <p:cNvSpPr>
                <a:spLocks/>
              </p:cNvSpPr>
              <p:nvPr/>
            </p:nvSpPr>
            <p:spPr bwMode="auto">
              <a:xfrm>
                <a:off x="-4767263" y="6270625"/>
                <a:ext cx="231775" cy="228600"/>
              </a:xfrm>
              <a:custGeom>
                <a:avLst/>
                <a:gdLst>
                  <a:gd name="T0" fmla="*/ 14 w 62"/>
                  <a:gd name="T1" fmla="*/ 56 h 61"/>
                  <a:gd name="T2" fmla="*/ 31 w 62"/>
                  <a:gd name="T3" fmla="*/ 61 h 61"/>
                  <a:gd name="T4" fmla="*/ 62 w 62"/>
                  <a:gd name="T5" fmla="*/ 31 h 61"/>
                  <a:gd name="T6" fmla="*/ 31 w 62"/>
                  <a:gd name="T7" fmla="*/ 0 h 61"/>
                  <a:gd name="T8" fmla="*/ 0 w 62"/>
                  <a:gd name="T9" fmla="*/ 26 h 61"/>
                  <a:gd name="T10" fmla="*/ 31 w 62"/>
                  <a:gd name="T11" fmla="*/ 26 h 61"/>
                  <a:gd name="T12" fmla="*/ 41 w 62"/>
                  <a:gd name="T13" fmla="*/ 26 h 61"/>
                  <a:gd name="T14" fmla="*/ 34 w 62"/>
                  <a:gd name="T15" fmla="*/ 34 h 61"/>
                  <a:gd name="T16" fmla="*/ 14 w 62"/>
                  <a:gd name="T17"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61">
                    <a:moveTo>
                      <a:pt x="14" y="56"/>
                    </a:moveTo>
                    <a:cubicBezTo>
                      <a:pt x="19" y="60"/>
                      <a:pt x="25" y="61"/>
                      <a:pt x="31" y="61"/>
                    </a:cubicBezTo>
                    <a:cubicBezTo>
                      <a:pt x="48" y="61"/>
                      <a:pt x="62" y="48"/>
                      <a:pt x="62" y="31"/>
                    </a:cubicBezTo>
                    <a:cubicBezTo>
                      <a:pt x="62" y="14"/>
                      <a:pt x="48" y="0"/>
                      <a:pt x="31" y="0"/>
                    </a:cubicBezTo>
                    <a:cubicBezTo>
                      <a:pt x="15" y="0"/>
                      <a:pt x="3" y="11"/>
                      <a:pt x="0" y="26"/>
                    </a:cubicBezTo>
                    <a:cubicBezTo>
                      <a:pt x="31" y="26"/>
                      <a:pt x="31" y="26"/>
                      <a:pt x="31" y="26"/>
                    </a:cubicBezTo>
                    <a:cubicBezTo>
                      <a:pt x="41" y="26"/>
                      <a:pt x="41" y="26"/>
                      <a:pt x="41" y="26"/>
                    </a:cubicBezTo>
                    <a:cubicBezTo>
                      <a:pt x="34" y="34"/>
                      <a:pt x="34" y="34"/>
                      <a:pt x="34" y="34"/>
                    </a:cubicBezTo>
                    <a:lnTo>
                      <a:pt x="14"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9" name="Freeform 75"/>
              <p:cNvSpPr>
                <a:spLocks/>
              </p:cNvSpPr>
              <p:nvPr/>
            </p:nvSpPr>
            <p:spPr bwMode="auto">
              <a:xfrm>
                <a:off x="-5129213" y="6386513"/>
                <a:ext cx="477838" cy="447675"/>
              </a:xfrm>
              <a:custGeom>
                <a:avLst/>
                <a:gdLst>
                  <a:gd name="T0" fmla="*/ 57 w 127"/>
                  <a:gd name="T1" fmla="*/ 63 h 119"/>
                  <a:gd name="T2" fmla="*/ 57 w 127"/>
                  <a:gd name="T3" fmla="*/ 67 h 119"/>
                  <a:gd name="T4" fmla="*/ 57 w 127"/>
                  <a:gd name="T5" fmla="*/ 70 h 119"/>
                  <a:gd name="T6" fmla="*/ 57 w 127"/>
                  <a:gd name="T7" fmla="*/ 109 h 119"/>
                  <a:gd name="T8" fmla="*/ 42 w 127"/>
                  <a:gd name="T9" fmla="*/ 119 h 119"/>
                  <a:gd name="T10" fmla="*/ 83 w 127"/>
                  <a:gd name="T11" fmla="*/ 119 h 119"/>
                  <a:gd name="T12" fmla="*/ 70 w 127"/>
                  <a:gd name="T13" fmla="*/ 109 h 119"/>
                  <a:gd name="T14" fmla="*/ 70 w 127"/>
                  <a:gd name="T15" fmla="*/ 70 h 119"/>
                  <a:gd name="T16" fmla="*/ 70 w 127"/>
                  <a:gd name="T17" fmla="*/ 67 h 119"/>
                  <a:gd name="T18" fmla="*/ 70 w 127"/>
                  <a:gd name="T19" fmla="*/ 63 h 119"/>
                  <a:gd name="T20" fmla="*/ 106 w 127"/>
                  <a:gd name="T21" fmla="*/ 23 h 119"/>
                  <a:gd name="T22" fmla="*/ 127 w 127"/>
                  <a:gd name="T23" fmla="*/ 0 h 119"/>
                  <a:gd name="T24" fmla="*/ 96 w 127"/>
                  <a:gd name="T25" fmla="*/ 0 h 119"/>
                  <a:gd name="T26" fmla="*/ 0 w 127"/>
                  <a:gd name="T27" fmla="*/ 0 h 119"/>
                  <a:gd name="T28" fmla="*/ 57 w 127"/>
                  <a:gd name="T29" fmla="*/ 6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19">
                    <a:moveTo>
                      <a:pt x="57" y="63"/>
                    </a:moveTo>
                    <a:cubicBezTo>
                      <a:pt x="57" y="67"/>
                      <a:pt x="57" y="67"/>
                      <a:pt x="57" y="67"/>
                    </a:cubicBezTo>
                    <a:cubicBezTo>
                      <a:pt x="57" y="70"/>
                      <a:pt x="57" y="70"/>
                      <a:pt x="57" y="70"/>
                    </a:cubicBezTo>
                    <a:cubicBezTo>
                      <a:pt x="57" y="109"/>
                      <a:pt x="57" y="109"/>
                      <a:pt x="57" y="109"/>
                    </a:cubicBezTo>
                    <a:cubicBezTo>
                      <a:pt x="48" y="110"/>
                      <a:pt x="42" y="114"/>
                      <a:pt x="42" y="119"/>
                    </a:cubicBezTo>
                    <a:cubicBezTo>
                      <a:pt x="83" y="119"/>
                      <a:pt x="83" y="119"/>
                      <a:pt x="83" y="119"/>
                    </a:cubicBezTo>
                    <a:cubicBezTo>
                      <a:pt x="83" y="114"/>
                      <a:pt x="78" y="110"/>
                      <a:pt x="70" y="109"/>
                    </a:cubicBezTo>
                    <a:cubicBezTo>
                      <a:pt x="70" y="70"/>
                      <a:pt x="70" y="70"/>
                      <a:pt x="70" y="70"/>
                    </a:cubicBezTo>
                    <a:cubicBezTo>
                      <a:pt x="70" y="67"/>
                      <a:pt x="70" y="67"/>
                      <a:pt x="70" y="67"/>
                    </a:cubicBezTo>
                    <a:cubicBezTo>
                      <a:pt x="70" y="63"/>
                      <a:pt x="70" y="63"/>
                      <a:pt x="70" y="63"/>
                    </a:cubicBezTo>
                    <a:cubicBezTo>
                      <a:pt x="106" y="23"/>
                      <a:pt x="106" y="23"/>
                      <a:pt x="106" y="23"/>
                    </a:cubicBezTo>
                    <a:cubicBezTo>
                      <a:pt x="127" y="0"/>
                      <a:pt x="127" y="0"/>
                      <a:pt x="127" y="0"/>
                    </a:cubicBezTo>
                    <a:cubicBezTo>
                      <a:pt x="96" y="0"/>
                      <a:pt x="96" y="0"/>
                      <a:pt x="96" y="0"/>
                    </a:cubicBezTo>
                    <a:cubicBezTo>
                      <a:pt x="0" y="0"/>
                      <a:pt x="0" y="0"/>
                      <a:pt x="0" y="0"/>
                    </a:cubicBezTo>
                    <a:lnTo>
                      <a:pt x="57"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0" name="Freeform 76"/>
              <p:cNvSpPr>
                <a:spLocks/>
              </p:cNvSpPr>
              <p:nvPr/>
            </p:nvSpPr>
            <p:spPr bwMode="auto">
              <a:xfrm>
                <a:off x="-2576513" y="8853488"/>
                <a:ext cx="539750" cy="142875"/>
              </a:xfrm>
              <a:custGeom>
                <a:avLst/>
                <a:gdLst>
                  <a:gd name="T0" fmla="*/ 222 w 340"/>
                  <a:gd name="T1" fmla="*/ 45 h 90"/>
                  <a:gd name="T2" fmla="*/ 118 w 340"/>
                  <a:gd name="T3" fmla="*/ 45 h 90"/>
                  <a:gd name="T4" fmla="*/ 118 w 340"/>
                  <a:gd name="T5" fmla="*/ 0 h 90"/>
                  <a:gd name="T6" fmla="*/ 0 w 340"/>
                  <a:gd name="T7" fmla="*/ 0 h 90"/>
                  <a:gd name="T8" fmla="*/ 0 w 340"/>
                  <a:gd name="T9" fmla="*/ 90 h 90"/>
                  <a:gd name="T10" fmla="*/ 340 w 340"/>
                  <a:gd name="T11" fmla="*/ 90 h 90"/>
                  <a:gd name="T12" fmla="*/ 340 w 340"/>
                  <a:gd name="T13" fmla="*/ 0 h 90"/>
                  <a:gd name="T14" fmla="*/ 222 w 340"/>
                  <a:gd name="T15" fmla="*/ 0 h 90"/>
                  <a:gd name="T16" fmla="*/ 222 w 340"/>
                  <a:gd name="T17"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0" h="90">
                    <a:moveTo>
                      <a:pt x="222" y="45"/>
                    </a:moveTo>
                    <a:lnTo>
                      <a:pt x="118" y="45"/>
                    </a:lnTo>
                    <a:lnTo>
                      <a:pt x="118" y="0"/>
                    </a:lnTo>
                    <a:lnTo>
                      <a:pt x="0" y="0"/>
                    </a:lnTo>
                    <a:lnTo>
                      <a:pt x="0" y="90"/>
                    </a:lnTo>
                    <a:lnTo>
                      <a:pt x="340" y="90"/>
                    </a:lnTo>
                    <a:lnTo>
                      <a:pt x="340" y="0"/>
                    </a:lnTo>
                    <a:lnTo>
                      <a:pt x="222" y="0"/>
                    </a:lnTo>
                    <a:lnTo>
                      <a:pt x="222"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1" name="Rectangle 77"/>
              <p:cNvSpPr>
                <a:spLocks noChangeArrowheads="1"/>
              </p:cNvSpPr>
              <p:nvPr/>
            </p:nvSpPr>
            <p:spPr bwMode="auto">
              <a:xfrm>
                <a:off x="-2359025" y="8853488"/>
                <a:ext cx="104775" cy="41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2" name="Freeform 78"/>
              <p:cNvSpPr>
                <a:spLocks noEditPoints="1"/>
              </p:cNvSpPr>
              <p:nvPr/>
            </p:nvSpPr>
            <p:spPr bwMode="auto">
              <a:xfrm>
                <a:off x="-2576513" y="8537575"/>
                <a:ext cx="539750" cy="285750"/>
              </a:xfrm>
              <a:custGeom>
                <a:avLst/>
                <a:gdLst>
                  <a:gd name="T0" fmla="*/ 253 w 340"/>
                  <a:gd name="T1" fmla="*/ 0 h 180"/>
                  <a:gd name="T2" fmla="*/ 170 w 340"/>
                  <a:gd name="T3" fmla="*/ 0 h 180"/>
                  <a:gd name="T4" fmla="*/ 170 w 340"/>
                  <a:gd name="T5" fmla="*/ 31 h 180"/>
                  <a:gd name="T6" fmla="*/ 224 w 340"/>
                  <a:gd name="T7" fmla="*/ 31 h 180"/>
                  <a:gd name="T8" fmla="*/ 224 w 340"/>
                  <a:gd name="T9" fmla="*/ 67 h 180"/>
                  <a:gd name="T10" fmla="*/ 170 w 340"/>
                  <a:gd name="T11" fmla="*/ 67 h 180"/>
                  <a:gd name="T12" fmla="*/ 170 w 340"/>
                  <a:gd name="T13" fmla="*/ 180 h 180"/>
                  <a:gd name="T14" fmla="*/ 222 w 340"/>
                  <a:gd name="T15" fmla="*/ 180 h 180"/>
                  <a:gd name="T16" fmla="*/ 340 w 340"/>
                  <a:gd name="T17" fmla="*/ 180 h 180"/>
                  <a:gd name="T18" fmla="*/ 340 w 340"/>
                  <a:gd name="T19" fmla="*/ 67 h 180"/>
                  <a:gd name="T20" fmla="*/ 253 w 340"/>
                  <a:gd name="T21" fmla="*/ 67 h 180"/>
                  <a:gd name="T22" fmla="*/ 253 w 340"/>
                  <a:gd name="T23" fmla="*/ 0 h 180"/>
                  <a:gd name="T24" fmla="*/ 170 w 340"/>
                  <a:gd name="T25" fmla="*/ 0 h 180"/>
                  <a:gd name="T26" fmla="*/ 87 w 340"/>
                  <a:gd name="T27" fmla="*/ 0 h 180"/>
                  <a:gd name="T28" fmla="*/ 87 w 340"/>
                  <a:gd name="T29" fmla="*/ 67 h 180"/>
                  <a:gd name="T30" fmla="*/ 0 w 340"/>
                  <a:gd name="T31" fmla="*/ 67 h 180"/>
                  <a:gd name="T32" fmla="*/ 0 w 340"/>
                  <a:gd name="T33" fmla="*/ 180 h 180"/>
                  <a:gd name="T34" fmla="*/ 118 w 340"/>
                  <a:gd name="T35" fmla="*/ 180 h 180"/>
                  <a:gd name="T36" fmla="*/ 170 w 340"/>
                  <a:gd name="T37" fmla="*/ 180 h 180"/>
                  <a:gd name="T38" fmla="*/ 170 w 340"/>
                  <a:gd name="T39" fmla="*/ 67 h 180"/>
                  <a:gd name="T40" fmla="*/ 116 w 340"/>
                  <a:gd name="T41" fmla="*/ 67 h 180"/>
                  <a:gd name="T42" fmla="*/ 116 w 340"/>
                  <a:gd name="T43" fmla="*/ 67 h 180"/>
                  <a:gd name="T44" fmla="*/ 116 w 340"/>
                  <a:gd name="T45" fmla="*/ 31 h 180"/>
                  <a:gd name="T46" fmla="*/ 170 w 340"/>
                  <a:gd name="T47" fmla="*/ 31 h 180"/>
                  <a:gd name="T48" fmla="*/ 170 w 340"/>
                  <a:gd name="T49"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0" h="180">
                    <a:moveTo>
                      <a:pt x="253" y="0"/>
                    </a:moveTo>
                    <a:lnTo>
                      <a:pt x="170" y="0"/>
                    </a:lnTo>
                    <a:lnTo>
                      <a:pt x="170" y="31"/>
                    </a:lnTo>
                    <a:lnTo>
                      <a:pt x="224" y="31"/>
                    </a:lnTo>
                    <a:lnTo>
                      <a:pt x="224" y="67"/>
                    </a:lnTo>
                    <a:lnTo>
                      <a:pt x="170" y="67"/>
                    </a:lnTo>
                    <a:lnTo>
                      <a:pt x="170" y="180"/>
                    </a:lnTo>
                    <a:lnTo>
                      <a:pt x="222" y="180"/>
                    </a:lnTo>
                    <a:lnTo>
                      <a:pt x="340" y="180"/>
                    </a:lnTo>
                    <a:lnTo>
                      <a:pt x="340" y="67"/>
                    </a:lnTo>
                    <a:lnTo>
                      <a:pt x="253" y="67"/>
                    </a:lnTo>
                    <a:lnTo>
                      <a:pt x="253" y="0"/>
                    </a:lnTo>
                    <a:close/>
                    <a:moveTo>
                      <a:pt x="170" y="0"/>
                    </a:moveTo>
                    <a:lnTo>
                      <a:pt x="87" y="0"/>
                    </a:lnTo>
                    <a:lnTo>
                      <a:pt x="87" y="67"/>
                    </a:lnTo>
                    <a:lnTo>
                      <a:pt x="0" y="67"/>
                    </a:lnTo>
                    <a:lnTo>
                      <a:pt x="0" y="180"/>
                    </a:lnTo>
                    <a:lnTo>
                      <a:pt x="118" y="180"/>
                    </a:lnTo>
                    <a:lnTo>
                      <a:pt x="170" y="180"/>
                    </a:lnTo>
                    <a:lnTo>
                      <a:pt x="170" y="67"/>
                    </a:lnTo>
                    <a:lnTo>
                      <a:pt x="116" y="67"/>
                    </a:lnTo>
                    <a:lnTo>
                      <a:pt x="116" y="67"/>
                    </a:lnTo>
                    <a:lnTo>
                      <a:pt x="116" y="31"/>
                    </a:lnTo>
                    <a:lnTo>
                      <a:pt x="170" y="31"/>
                    </a:lnTo>
                    <a:lnTo>
                      <a:pt x="1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3" name="Freeform 79"/>
              <p:cNvSpPr>
                <a:spLocks/>
              </p:cNvSpPr>
              <p:nvPr/>
            </p:nvSpPr>
            <p:spPr bwMode="auto">
              <a:xfrm>
                <a:off x="-6281738" y="1944688"/>
                <a:ext cx="393700" cy="349250"/>
              </a:xfrm>
              <a:custGeom>
                <a:avLst/>
                <a:gdLst>
                  <a:gd name="T0" fmla="*/ 0 w 248"/>
                  <a:gd name="T1" fmla="*/ 88 h 220"/>
                  <a:gd name="T2" fmla="*/ 0 w 248"/>
                  <a:gd name="T3" fmla="*/ 189 h 220"/>
                  <a:gd name="T4" fmla="*/ 5 w 248"/>
                  <a:gd name="T5" fmla="*/ 189 h 220"/>
                  <a:gd name="T6" fmla="*/ 40 w 248"/>
                  <a:gd name="T7" fmla="*/ 189 h 220"/>
                  <a:gd name="T8" fmla="*/ 50 w 248"/>
                  <a:gd name="T9" fmla="*/ 189 h 220"/>
                  <a:gd name="T10" fmla="*/ 50 w 248"/>
                  <a:gd name="T11" fmla="*/ 199 h 220"/>
                  <a:gd name="T12" fmla="*/ 50 w 248"/>
                  <a:gd name="T13" fmla="*/ 220 h 220"/>
                  <a:gd name="T14" fmla="*/ 64 w 248"/>
                  <a:gd name="T15" fmla="*/ 220 h 220"/>
                  <a:gd name="T16" fmla="*/ 64 w 248"/>
                  <a:gd name="T17" fmla="*/ 199 h 220"/>
                  <a:gd name="T18" fmla="*/ 64 w 248"/>
                  <a:gd name="T19" fmla="*/ 189 h 220"/>
                  <a:gd name="T20" fmla="*/ 73 w 248"/>
                  <a:gd name="T21" fmla="*/ 189 h 220"/>
                  <a:gd name="T22" fmla="*/ 109 w 248"/>
                  <a:gd name="T23" fmla="*/ 189 h 220"/>
                  <a:gd name="T24" fmla="*/ 118 w 248"/>
                  <a:gd name="T25" fmla="*/ 189 h 220"/>
                  <a:gd name="T26" fmla="*/ 118 w 248"/>
                  <a:gd name="T27" fmla="*/ 199 h 220"/>
                  <a:gd name="T28" fmla="*/ 118 w 248"/>
                  <a:gd name="T29" fmla="*/ 220 h 220"/>
                  <a:gd name="T30" fmla="*/ 130 w 248"/>
                  <a:gd name="T31" fmla="*/ 220 h 220"/>
                  <a:gd name="T32" fmla="*/ 130 w 248"/>
                  <a:gd name="T33" fmla="*/ 199 h 220"/>
                  <a:gd name="T34" fmla="*/ 130 w 248"/>
                  <a:gd name="T35" fmla="*/ 189 h 220"/>
                  <a:gd name="T36" fmla="*/ 139 w 248"/>
                  <a:gd name="T37" fmla="*/ 189 h 220"/>
                  <a:gd name="T38" fmla="*/ 175 w 248"/>
                  <a:gd name="T39" fmla="*/ 189 h 220"/>
                  <a:gd name="T40" fmla="*/ 184 w 248"/>
                  <a:gd name="T41" fmla="*/ 189 h 220"/>
                  <a:gd name="T42" fmla="*/ 184 w 248"/>
                  <a:gd name="T43" fmla="*/ 199 h 220"/>
                  <a:gd name="T44" fmla="*/ 184 w 248"/>
                  <a:gd name="T45" fmla="*/ 220 h 220"/>
                  <a:gd name="T46" fmla="*/ 199 w 248"/>
                  <a:gd name="T47" fmla="*/ 220 h 220"/>
                  <a:gd name="T48" fmla="*/ 199 w 248"/>
                  <a:gd name="T49" fmla="*/ 199 h 220"/>
                  <a:gd name="T50" fmla="*/ 199 w 248"/>
                  <a:gd name="T51" fmla="*/ 189 h 220"/>
                  <a:gd name="T52" fmla="*/ 208 w 248"/>
                  <a:gd name="T53" fmla="*/ 189 h 220"/>
                  <a:gd name="T54" fmla="*/ 241 w 248"/>
                  <a:gd name="T55" fmla="*/ 189 h 220"/>
                  <a:gd name="T56" fmla="*/ 248 w 248"/>
                  <a:gd name="T57" fmla="*/ 189 h 220"/>
                  <a:gd name="T58" fmla="*/ 248 w 248"/>
                  <a:gd name="T59" fmla="*/ 88 h 220"/>
                  <a:gd name="T60" fmla="*/ 232 w 248"/>
                  <a:gd name="T61" fmla="*/ 88 h 220"/>
                  <a:gd name="T62" fmla="*/ 232 w 248"/>
                  <a:gd name="T63" fmla="*/ 109 h 220"/>
                  <a:gd name="T64" fmla="*/ 208 w 248"/>
                  <a:gd name="T65" fmla="*/ 109 h 220"/>
                  <a:gd name="T66" fmla="*/ 208 w 248"/>
                  <a:gd name="T67" fmla="*/ 88 h 220"/>
                  <a:gd name="T68" fmla="*/ 184 w 248"/>
                  <a:gd name="T69" fmla="*/ 88 h 220"/>
                  <a:gd name="T70" fmla="*/ 184 w 248"/>
                  <a:gd name="T71" fmla="*/ 109 h 220"/>
                  <a:gd name="T72" fmla="*/ 161 w 248"/>
                  <a:gd name="T73" fmla="*/ 109 h 220"/>
                  <a:gd name="T74" fmla="*/ 161 w 248"/>
                  <a:gd name="T75" fmla="*/ 88 h 220"/>
                  <a:gd name="T76" fmla="*/ 139 w 248"/>
                  <a:gd name="T77" fmla="*/ 88 h 220"/>
                  <a:gd name="T78" fmla="*/ 139 w 248"/>
                  <a:gd name="T79" fmla="*/ 0 h 220"/>
                  <a:gd name="T80" fmla="*/ 109 w 248"/>
                  <a:gd name="T81" fmla="*/ 0 h 220"/>
                  <a:gd name="T82" fmla="*/ 109 w 248"/>
                  <a:gd name="T83" fmla="*/ 88 h 220"/>
                  <a:gd name="T84" fmla="*/ 87 w 248"/>
                  <a:gd name="T85" fmla="*/ 88 h 220"/>
                  <a:gd name="T86" fmla="*/ 87 w 248"/>
                  <a:gd name="T87" fmla="*/ 109 h 220"/>
                  <a:gd name="T88" fmla="*/ 64 w 248"/>
                  <a:gd name="T89" fmla="*/ 109 h 220"/>
                  <a:gd name="T90" fmla="*/ 64 w 248"/>
                  <a:gd name="T91" fmla="*/ 88 h 220"/>
                  <a:gd name="T92" fmla="*/ 40 w 248"/>
                  <a:gd name="T93" fmla="*/ 88 h 220"/>
                  <a:gd name="T94" fmla="*/ 40 w 248"/>
                  <a:gd name="T95" fmla="*/ 109 h 220"/>
                  <a:gd name="T96" fmla="*/ 16 w 248"/>
                  <a:gd name="T97" fmla="*/ 109 h 220"/>
                  <a:gd name="T98" fmla="*/ 16 w 248"/>
                  <a:gd name="T99" fmla="*/ 88 h 220"/>
                  <a:gd name="T100" fmla="*/ 0 w 248"/>
                  <a:gd name="T101" fmla="*/ 8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8" h="220">
                    <a:moveTo>
                      <a:pt x="0" y="88"/>
                    </a:moveTo>
                    <a:lnTo>
                      <a:pt x="0" y="189"/>
                    </a:lnTo>
                    <a:lnTo>
                      <a:pt x="5" y="189"/>
                    </a:lnTo>
                    <a:lnTo>
                      <a:pt x="40" y="189"/>
                    </a:lnTo>
                    <a:lnTo>
                      <a:pt x="50" y="189"/>
                    </a:lnTo>
                    <a:lnTo>
                      <a:pt x="50" y="199"/>
                    </a:lnTo>
                    <a:lnTo>
                      <a:pt x="50" y="220"/>
                    </a:lnTo>
                    <a:lnTo>
                      <a:pt x="64" y="220"/>
                    </a:lnTo>
                    <a:lnTo>
                      <a:pt x="64" y="199"/>
                    </a:lnTo>
                    <a:lnTo>
                      <a:pt x="64" y="189"/>
                    </a:lnTo>
                    <a:lnTo>
                      <a:pt x="73" y="189"/>
                    </a:lnTo>
                    <a:lnTo>
                      <a:pt x="109" y="189"/>
                    </a:lnTo>
                    <a:lnTo>
                      <a:pt x="118" y="189"/>
                    </a:lnTo>
                    <a:lnTo>
                      <a:pt x="118" y="199"/>
                    </a:lnTo>
                    <a:lnTo>
                      <a:pt x="118" y="220"/>
                    </a:lnTo>
                    <a:lnTo>
                      <a:pt x="130" y="220"/>
                    </a:lnTo>
                    <a:lnTo>
                      <a:pt x="130" y="199"/>
                    </a:lnTo>
                    <a:lnTo>
                      <a:pt x="130" y="189"/>
                    </a:lnTo>
                    <a:lnTo>
                      <a:pt x="139" y="189"/>
                    </a:lnTo>
                    <a:lnTo>
                      <a:pt x="175" y="189"/>
                    </a:lnTo>
                    <a:lnTo>
                      <a:pt x="184" y="189"/>
                    </a:lnTo>
                    <a:lnTo>
                      <a:pt x="184" y="199"/>
                    </a:lnTo>
                    <a:lnTo>
                      <a:pt x="184" y="220"/>
                    </a:lnTo>
                    <a:lnTo>
                      <a:pt x="199" y="220"/>
                    </a:lnTo>
                    <a:lnTo>
                      <a:pt x="199" y="199"/>
                    </a:lnTo>
                    <a:lnTo>
                      <a:pt x="199" y="189"/>
                    </a:lnTo>
                    <a:lnTo>
                      <a:pt x="208" y="189"/>
                    </a:lnTo>
                    <a:lnTo>
                      <a:pt x="241" y="189"/>
                    </a:lnTo>
                    <a:lnTo>
                      <a:pt x="248" y="189"/>
                    </a:lnTo>
                    <a:lnTo>
                      <a:pt x="248" y="88"/>
                    </a:lnTo>
                    <a:lnTo>
                      <a:pt x="232" y="88"/>
                    </a:lnTo>
                    <a:lnTo>
                      <a:pt x="232" y="109"/>
                    </a:lnTo>
                    <a:lnTo>
                      <a:pt x="208" y="109"/>
                    </a:lnTo>
                    <a:lnTo>
                      <a:pt x="208" y="88"/>
                    </a:lnTo>
                    <a:lnTo>
                      <a:pt x="184" y="88"/>
                    </a:lnTo>
                    <a:lnTo>
                      <a:pt x="184" y="109"/>
                    </a:lnTo>
                    <a:lnTo>
                      <a:pt x="161" y="109"/>
                    </a:lnTo>
                    <a:lnTo>
                      <a:pt x="161" y="88"/>
                    </a:lnTo>
                    <a:lnTo>
                      <a:pt x="139" y="88"/>
                    </a:lnTo>
                    <a:lnTo>
                      <a:pt x="139" y="0"/>
                    </a:lnTo>
                    <a:lnTo>
                      <a:pt x="109" y="0"/>
                    </a:lnTo>
                    <a:lnTo>
                      <a:pt x="109" y="88"/>
                    </a:lnTo>
                    <a:lnTo>
                      <a:pt x="87" y="88"/>
                    </a:lnTo>
                    <a:lnTo>
                      <a:pt x="87" y="109"/>
                    </a:lnTo>
                    <a:lnTo>
                      <a:pt x="64" y="109"/>
                    </a:lnTo>
                    <a:lnTo>
                      <a:pt x="64" y="88"/>
                    </a:lnTo>
                    <a:lnTo>
                      <a:pt x="40" y="88"/>
                    </a:lnTo>
                    <a:lnTo>
                      <a:pt x="40" y="109"/>
                    </a:lnTo>
                    <a:lnTo>
                      <a:pt x="16" y="109"/>
                    </a:lnTo>
                    <a:lnTo>
                      <a:pt x="16" y="88"/>
                    </a:ln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4" name="Freeform 80"/>
              <p:cNvSpPr>
                <a:spLocks/>
              </p:cNvSpPr>
              <p:nvPr/>
            </p:nvSpPr>
            <p:spPr bwMode="auto">
              <a:xfrm>
                <a:off x="-6361113" y="2260600"/>
                <a:ext cx="552450" cy="285750"/>
              </a:xfrm>
              <a:custGeom>
                <a:avLst/>
                <a:gdLst>
                  <a:gd name="T0" fmla="*/ 348 w 348"/>
                  <a:gd name="T1" fmla="*/ 0 h 180"/>
                  <a:gd name="T2" fmla="*/ 324 w 348"/>
                  <a:gd name="T3" fmla="*/ 0 h 180"/>
                  <a:gd name="T4" fmla="*/ 324 w 348"/>
                  <a:gd name="T5" fmla="*/ 31 h 180"/>
                  <a:gd name="T6" fmla="*/ 298 w 348"/>
                  <a:gd name="T7" fmla="*/ 31 h 180"/>
                  <a:gd name="T8" fmla="*/ 291 w 348"/>
                  <a:gd name="T9" fmla="*/ 31 h 180"/>
                  <a:gd name="T10" fmla="*/ 291 w 348"/>
                  <a:gd name="T11" fmla="*/ 0 h 180"/>
                  <a:gd name="T12" fmla="*/ 258 w 348"/>
                  <a:gd name="T13" fmla="*/ 0 h 180"/>
                  <a:gd name="T14" fmla="*/ 258 w 348"/>
                  <a:gd name="T15" fmla="*/ 31 h 180"/>
                  <a:gd name="T16" fmla="*/ 225 w 348"/>
                  <a:gd name="T17" fmla="*/ 31 h 180"/>
                  <a:gd name="T18" fmla="*/ 225 w 348"/>
                  <a:gd name="T19" fmla="*/ 0 h 180"/>
                  <a:gd name="T20" fmla="*/ 189 w 348"/>
                  <a:gd name="T21" fmla="*/ 0 h 180"/>
                  <a:gd name="T22" fmla="*/ 189 w 348"/>
                  <a:gd name="T23" fmla="*/ 31 h 180"/>
                  <a:gd name="T24" fmla="*/ 159 w 348"/>
                  <a:gd name="T25" fmla="*/ 31 h 180"/>
                  <a:gd name="T26" fmla="*/ 159 w 348"/>
                  <a:gd name="T27" fmla="*/ 0 h 180"/>
                  <a:gd name="T28" fmla="*/ 123 w 348"/>
                  <a:gd name="T29" fmla="*/ 0 h 180"/>
                  <a:gd name="T30" fmla="*/ 123 w 348"/>
                  <a:gd name="T31" fmla="*/ 31 h 180"/>
                  <a:gd name="T32" fmla="*/ 90 w 348"/>
                  <a:gd name="T33" fmla="*/ 31 h 180"/>
                  <a:gd name="T34" fmla="*/ 90 w 348"/>
                  <a:gd name="T35" fmla="*/ 0 h 180"/>
                  <a:gd name="T36" fmla="*/ 55 w 348"/>
                  <a:gd name="T37" fmla="*/ 0 h 180"/>
                  <a:gd name="T38" fmla="*/ 55 w 348"/>
                  <a:gd name="T39" fmla="*/ 31 h 180"/>
                  <a:gd name="T40" fmla="*/ 50 w 348"/>
                  <a:gd name="T41" fmla="*/ 31 h 180"/>
                  <a:gd name="T42" fmla="*/ 24 w 348"/>
                  <a:gd name="T43" fmla="*/ 31 h 180"/>
                  <a:gd name="T44" fmla="*/ 24 w 348"/>
                  <a:gd name="T45" fmla="*/ 0 h 180"/>
                  <a:gd name="T46" fmla="*/ 0 w 348"/>
                  <a:gd name="T47" fmla="*/ 0 h 180"/>
                  <a:gd name="T48" fmla="*/ 0 w 348"/>
                  <a:gd name="T49" fmla="*/ 180 h 180"/>
                  <a:gd name="T50" fmla="*/ 133 w 348"/>
                  <a:gd name="T51" fmla="*/ 180 h 180"/>
                  <a:gd name="T52" fmla="*/ 133 w 348"/>
                  <a:gd name="T53" fmla="*/ 109 h 180"/>
                  <a:gd name="T54" fmla="*/ 225 w 348"/>
                  <a:gd name="T55" fmla="*/ 109 h 180"/>
                  <a:gd name="T56" fmla="*/ 225 w 348"/>
                  <a:gd name="T57" fmla="*/ 180 h 180"/>
                  <a:gd name="T58" fmla="*/ 348 w 348"/>
                  <a:gd name="T59" fmla="*/ 180 h 180"/>
                  <a:gd name="T60" fmla="*/ 348 w 348"/>
                  <a:gd name="T6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8" h="180">
                    <a:moveTo>
                      <a:pt x="348" y="0"/>
                    </a:moveTo>
                    <a:lnTo>
                      <a:pt x="324" y="0"/>
                    </a:lnTo>
                    <a:lnTo>
                      <a:pt x="324" y="31"/>
                    </a:lnTo>
                    <a:lnTo>
                      <a:pt x="298" y="31"/>
                    </a:lnTo>
                    <a:lnTo>
                      <a:pt x="291" y="31"/>
                    </a:lnTo>
                    <a:lnTo>
                      <a:pt x="291" y="0"/>
                    </a:lnTo>
                    <a:lnTo>
                      <a:pt x="258" y="0"/>
                    </a:lnTo>
                    <a:lnTo>
                      <a:pt x="258" y="31"/>
                    </a:lnTo>
                    <a:lnTo>
                      <a:pt x="225" y="31"/>
                    </a:lnTo>
                    <a:lnTo>
                      <a:pt x="225" y="0"/>
                    </a:lnTo>
                    <a:lnTo>
                      <a:pt x="189" y="0"/>
                    </a:lnTo>
                    <a:lnTo>
                      <a:pt x="189" y="31"/>
                    </a:lnTo>
                    <a:lnTo>
                      <a:pt x="159" y="31"/>
                    </a:lnTo>
                    <a:lnTo>
                      <a:pt x="159" y="0"/>
                    </a:lnTo>
                    <a:lnTo>
                      <a:pt x="123" y="0"/>
                    </a:lnTo>
                    <a:lnTo>
                      <a:pt x="123" y="31"/>
                    </a:lnTo>
                    <a:lnTo>
                      <a:pt x="90" y="31"/>
                    </a:lnTo>
                    <a:lnTo>
                      <a:pt x="90" y="0"/>
                    </a:lnTo>
                    <a:lnTo>
                      <a:pt x="55" y="0"/>
                    </a:lnTo>
                    <a:lnTo>
                      <a:pt x="55" y="31"/>
                    </a:lnTo>
                    <a:lnTo>
                      <a:pt x="50" y="31"/>
                    </a:lnTo>
                    <a:lnTo>
                      <a:pt x="24" y="31"/>
                    </a:lnTo>
                    <a:lnTo>
                      <a:pt x="24" y="0"/>
                    </a:lnTo>
                    <a:lnTo>
                      <a:pt x="0" y="0"/>
                    </a:lnTo>
                    <a:lnTo>
                      <a:pt x="0" y="180"/>
                    </a:lnTo>
                    <a:lnTo>
                      <a:pt x="133" y="180"/>
                    </a:lnTo>
                    <a:lnTo>
                      <a:pt x="133" y="109"/>
                    </a:lnTo>
                    <a:lnTo>
                      <a:pt x="225" y="109"/>
                    </a:lnTo>
                    <a:lnTo>
                      <a:pt x="225" y="180"/>
                    </a:lnTo>
                    <a:lnTo>
                      <a:pt x="348" y="180"/>
                    </a:lnTo>
                    <a:lnTo>
                      <a:pt x="3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5" name="Freeform 81"/>
              <p:cNvSpPr>
                <a:spLocks/>
              </p:cNvSpPr>
              <p:nvPr/>
            </p:nvSpPr>
            <p:spPr bwMode="auto">
              <a:xfrm>
                <a:off x="-6034088" y="1955800"/>
                <a:ext cx="157163" cy="101600"/>
              </a:xfrm>
              <a:custGeom>
                <a:avLst/>
                <a:gdLst>
                  <a:gd name="T0" fmla="*/ 0 w 99"/>
                  <a:gd name="T1" fmla="*/ 0 h 64"/>
                  <a:gd name="T2" fmla="*/ 0 w 99"/>
                  <a:gd name="T3" fmla="*/ 64 h 64"/>
                  <a:gd name="T4" fmla="*/ 99 w 99"/>
                  <a:gd name="T5" fmla="*/ 33 h 64"/>
                  <a:gd name="T6" fmla="*/ 0 w 99"/>
                  <a:gd name="T7" fmla="*/ 0 h 64"/>
                </a:gdLst>
                <a:ahLst/>
                <a:cxnLst>
                  <a:cxn ang="0">
                    <a:pos x="T0" y="T1"/>
                  </a:cxn>
                  <a:cxn ang="0">
                    <a:pos x="T2" y="T3"/>
                  </a:cxn>
                  <a:cxn ang="0">
                    <a:pos x="T4" y="T5"/>
                  </a:cxn>
                  <a:cxn ang="0">
                    <a:pos x="T6" y="T7"/>
                  </a:cxn>
                </a:cxnLst>
                <a:rect l="0" t="0" r="r" b="b"/>
                <a:pathLst>
                  <a:path w="99" h="64">
                    <a:moveTo>
                      <a:pt x="0" y="0"/>
                    </a:moveTo>
                    <a:lnTo>
                      <a:pt x="0" y="64"/>
                    </a:lnTo>
                    <a:lnTo>
                      <a:pt x="99"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6" name="Freeform 82"/>
              <p:cNvSpPr>
                <a:spLocks/>
              </p:cNvSpPr>
              <p:nvPr/>
            </p:nvSpPr>
            <p:spPr bwMode="auto">
              <a:xfrm>
                <a:off x="-2108200" y="6784975"/>
                <a:ext cx="576263" cy="588963"/>
              </a:xfrm>
              <a:custGeom>
                <a:avLst/>
                <a:gdLst>
                  <a:gd name="T0" fmla="*/ 77 w 153"/>
                  <a:gd name="T1" fmla="*/ 0 h 157"/>
                  <a:gd name="T2" fmla="*/ 60 w 153"/>
                  <a:gd name="T3" fmla="*/ 34 h 157"/>
                  <a:gd name="T4" fmla="*/ 60 w 153"/>
                  <a:gd name="T5" fmla="*/ 58 h 157"/>
                  <a:gd name="T6" fmla="*/ 0 w 153"/>
                  <a:gd name="T7" fmla="*/ 83 h 157"/>
                  <a:gd name="T8" fmla="*/ 0 w 153"/>
                  <a:gd name="T9" fmla="*/ 100 h 157"/>
                  <a:gd name="T10" fmla="*/ 60 w 153"/>
                  <a:gd name="T11" fmla="*/ 88 h 157"/>
                  <a:gd name="T12" fmla="*/ 60 w 153"/>
                  <a:gd name="T13" fmla="*/ 122 h 157"/>
                  <a:gd name="T14" fmla="*/ 34 w 153"/>
                  <a:gd name="T15" fmla="*/ 140 h 157"/>
                  <a:gd name="T16" fmla="*/ 34 w 153"/>
                  <a:gd name="T17" fmla="*/ 157 h 157"/>
                  <a:gd name="T18" fmla="*/ 76 w 153"/>
                  <a:gd name="T19" fmla="*/ 142 h 157"/>
                  <a:gd name="T20" fmla="*/ 118 w 153"/>
                  <a:gd name="T21" fmla="*/ 157 h 157"/>
                  <a:gd name="T22" fmla="*/ 118 w 153"/>
                  <a:gd name="T23" fmla="*/ 140 h 157"/>
                  <a:gd name="T24" fmla="*/ 94 w 153"/>
                  <a:gd name="T25" fmla="*/ 122 h 157"/>
                  <a:gd name="T26" fmla="*/ 94 w 153"/>
                  <a:gd name="T27" fmla="*/ 88 h 157"/>
                  <a:gd name="T28" fmla="*/ 153 w 153"/>
                  <a:gd name="T29" fmla="*/ 100 h 157"/>
                  <a:gd name="T30" fmla="*/ 153 w 153"/>
                  <a:gd name="T31" fmla="*/ 83 h 157"/>
                  <a:gd name="T32" fmla="*/ 94 w 153"/>
                  <a:gd name="T33" fmla="*/ 58 h 157"/>
                  <a:gd name="T34" fmla="*/ 94 w 153"/>
                  <a:gd name="T35" fmla="*/ 34 h 157"/>
                  <a:gd name="T36" fmla="*/ 77 w 153"/>
                  <a:gd name="T3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3" h="157">
                    <a:moveTo>
                      <a:pt x="77" y="0"/>
                    </a:moveTo>
                    <a:cubicBezTo>
                      <a:pt x="67" y="0"/>
                      <a:pt x="60" y="24"/>
                      <a:pt x="60" y="34"/>
                    </a:cubicBezTo>
                    <a:cubicBezTo>
                      <a:pt x="60" y="58"/>
                      <a:pt x="60" y="58"/>
                      <a:pt x="60" y="58"/>
                    </a:cubicBezTo>
                    <a:cubicBezTo>
                      <a:pt x="0" y="83"/>
                      <a:pt x="0" y="83"/>
                      <a:pt x="0" y="83"/>
                    </a:cubicBezTo>
                    <a:cubicBezTo>
                      <a:pt x="0" y="100"/>
                      <a:pt x="0" y="100"/>
                      <a:pt x="0" y="100"/>
                    </a:cubicBezTo>
                    <a:cubicBezTo>
                      <a:pt x="60" y="88"/>
                      <a:pt x="60" y="88"/>
                      <a:pt x="60" y="88"/>
                    </a:cubicBezTo>
                    <a:cubicBezTo>
                      <a:pt x="60" y="122"/>
                      <a:pt x="60" y="122"/>
                      <a:pt x="60" y="122"/>
                    </a:cubicBezTo>
                    <a:cubicBezTo>
                      <a:pt x="34" y="140"/>
                      <a:pt x="34" y="140"/>
                      <a:pt x="34" y="140"/>
                    </a:cubicBezTo>
                    <a:cubicBezTo>
                      <a:pt x="34" y="157"/>
                      <a:pt x="34" y="157"/>
                      <a:pt x="34" y="157"/>
                    </a:cubicBezTo>
                    <a:cubicBezTo>
                      <a:pt x="76" y="142"/>
                      <a:pt x="76" y="142"/>
                      <a:pt x="76" y="142"/>
                    </a:cubicBezTo>
                    <a:cubicBezTo>
                      <a:pt x="118" y="157"/>
                      <a:pt x="118" y="157"/>
                      <a:pt x="118" y="157"/>
                    </a:cubicBezTo>
                    <a:cubicBezTo>
                      <a:pt x="118" y="140"/>
                      <a:pt x="118" y="140"/>
                      <a:pt x="118" y="140"/>
                    </a:cubicBezTo>
                    <a:cubicBezTo>
                      <a:pt x="94" y="122"/>
                      <a:pt x="94" y="122"/>
                      <a:pt x="94" y="122"/>
                    </a:cubicBezTo>
                    <a:cubicBezTo>
                      <a:pt x="94" y="88"/>
                      <a:pt x="94" y="88"/>
                      <a:pt x="94" y="88"/>
                    </a:cubicBezTo>
                    <a:cubicBezTo>
                      <a:pt x="153" y="100"/>
                      <a:pt x="153" y="100"/>
                      <a:pt x="153" y="100"/>
                    </a:cubicBezTo>
                    <a:cubicBezTo>
                      <a:pt x="153" y="83"/>
                      <a:pt x="153" y="83"/>
                      <a:pt x="153" y="83"/>
                    </a:cubicBezTo>
                    <a:cubicBezTo>
                      <a:pt x="94" y="58"/>
                      <a:pt x="94" y="58"/>
                      <a:pt x="94" y="58"/>
                    </a:cubicBezTo>
                    <a:cubicBezTo>
                      <a:pt x="94" y="34"/>
                      <a:pt x="94" y="34"/>
                      <a:pt x="94" y="34"/>
                    </a:cubicBezTo>
                    <a:cubicBezTo>
                      <a:pt x="94" y="24"/>
                      <a:pt x="86" y="0"/>
                      <a:pt x="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7" name="Freeform 83"/>
              <p:cNvSpPr>
                <a:spLocks/>
              </p:cNvSpPr>
              <p:nvPr/>
            </p:nvSpPr>
            <p:spPr bwMode="auto">
              <a:xfrm>
                <a:off x="-4557713" y="641350"/>
                <a:ext cx="571500" cy="150813"/>
              </a:xfrm>
              <a:custGeom>
                <a:avLst/>
                <a:gdLst>
                  <a:gd name="T0" fmla="*/ 50 w 360"/>
                  <a:gd name="T1" fmla="*/ 95 h 95"/>
                  <a:gd name="T2" fmla="*/ 57 w 360"/>
                  <a:gd name="T3" fmla="*/ 95 h 95"/>
                  <a:gd name="T4" fmla="*/ 303 w 360"/>
                  <a:gd name="T5" fmla="*/ 95 h 95"/>
                  <a:gd name="T6" fmla="*/ 308 w 360"/>
                  <a:gd name="T7" fmla="*/ 95 h 95"/>
                  <a:gd name="T8" fmla="*/ 360 w 360"/>
                  <a:gd name="T9" fmla="*/ 0 h 95"/>
                  <a:gd name="T10" fmla="*/ 358 w 360"/>
                  <a:gd name="T11" fmla="*/ 0 h 95"/>
                  <a:gd name="T12" fmla="*/ 306 w 360"/>
                  <a:gd name="T13" fmla="*/ 0 h 95"/>
                  <a:gd name="T14" fmla="*/ 263 w 360"/>
                  <a:gd name="T15" fmla="*/ 0 h 95"/>
                  <a:gd name="T16" fmla="*/ 97 w 360"/>
                  <a:gd name="T17" fmla="*/ 0 h 95"/>
                  <a:gd name="T18" fmla="*/ 55 w 360"/>
                  <a:gd name="T19" fmla="*/ 0 h 95"/>
                  <a:gd name="T20" fmla="*/ 0 w 360"/>
                  <a:gd name="T21" fmla="*/ 0 h 95"/>
                  <a:gd name="T22" fmla="*/ 50 w 360"/>
                  <a:gd name="T23"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0" h="95">
                    <a:moveTo>
                      <a:pt x="50" y="95"/>
                    </a:moveTo>
                    <a:lnTo>
                      <a:pt x="57" y="95"/>
                    </a:lnTo>
                    <a:lnTo>
                      <a:pt x="303" y="95"/>
                    </a:lnTo>
                    <a:lnTo>
                      <a:pt x="308" y="95"/>
                    </a:lnTo>
                    <a:lnTo>
                      <a:pt x="360" y="0"/>
                    </a:lnTo>
                    <a:lnTo>
                      <a:pt x="358" y="0"/>
                    </a:lnTo>
                    <a:lnTo>
                      <a:pt x="306" y="0"/>
                    </a:lnTo>
                    <a:lnTo>
                      <a:pt x="263" y="0"/>
                    </a:lnTo>
                    <a:lnTo>
                      <a:pt x="97" y="0"/>
                    </a:lnTo>
                    <a:lnTo>
                      <a:pt x="55" y="0"/>
                    </a:lnTo>
                    <a:lnTo>
                      <a:pt x="0" y="0"/>
                    </a:lnTo>
                    <a:lnTo>
                      <a:pt x="50"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8" name="Freeform 84"/>
              <p:cNvSpPr>
                <a:spLocks/>
              </p:cNvSpPr>
              <p:nvPr/>
            </p:nvSpPr>
            <p:spPr bwMode="auto">
              <a:xfrm>
                <a:off x="-4557713" y="676275"/>
                <a:ext cx="568325" cy="269875"/>
              </a:xfrm>
              <a:custGeom>
                <a:avLst/>
                <a:gdLst>
                  <a:gd name="T0" fmla="*/ 0 w 151"/>
                  <a:gd name="T1" fmla="*/ 72 h 72"/>
                  <a:gd name="T2" fmla="*/ 151 w 151"/>
                  <a:gd name="T3" fmla="*/ 72 h 72"/>
                  <a:gd name="T4" fmla="*/ 151 w 151"/>
                  <a:gd name="T5" fmla="*/ 0 h 72"/>
                  <a:gd name="T6" fmla="*/ 134 w 151"/>
                  <a:gd name="T7" fmla="*/ 33 h 72"/>
                  <a:gd name="T8" fmla="*/ 133 w 151"/>
                  <a:gd name="T9" fmla="*/ 36 h 72"/>
                  <a:gd name="T10" fmla="*/ 130 w 151"/>
                  <a:gd name="T11" fmla="*/ 36 h 72"/>
                  <a:gd name="T12" fmla="*/ 125 w 151"/>
                  <a:gd name="T13" fmla="*/ 36 h 72"/>
                  <a:gd name="T14" fmla="*/ 87 w 151"/>
                  <a:gd name="T15" fmla="*/ 36 h 72"/>
                  <a:gd name="T16" fmla="*/ 88 w 151"/>
                  <a:gd name="T17" fmla="*/ 37 h 72"/>
                  <a:gd name="T18" fmla="*/ 86 w 151"/>
                  <a:gd name="T19" fmla="*/ 44 h 72"/>
                  <a:gd name="T20" fmla="*/ 76 w 151"/>
                  <a:gd name="T21" fmla="*/ 49 h 72"/>
                  <a:gd name="T22" fmla="*/ 66 w 151"/>
                  <a:gd name="T23" fmla="*/ 44 h 72"/>
                  <a:gd name="T24" fmla="*/ 64 w 151"/>
                  <a:gd name="T25" fmla="*/ 37 h 72"/>
                  <a:gd name="T26" fmla="*/ 64 w 151"/>
                  <a:gd name="T27" fmla="*/ 36 h 72"/>
                  <a:gd name="T28" fmla="*/ 27 w 151"/>
                  <a:gd name="T29" fmla="*/ 36 h 72"/>
                  <a:gd name="T30" fmla="*/ 21 w 151"/>
                  <a:gd name="T31" fmla="*/ 36 h 72"/>
                  <a:gd name="T32" fmla="*/ 18 w 151"/>
                  <a:gd name="T33" fmla="*/ 36 h 72"/>
                  <a:gd name="T34" fmla="*/ 16 w 151"/>
                  <a:gd name="T35" fmla="*/ 33 h 72"/>
                  <a:gd name="T36" fmla="*/ 0 w 151"/>
                  <a:gd name="T37" fmla="*/ 0 h 72"/>
                  <a:gd name="T38" fmla="*/ 0 w 151"/>
                  <a:gd name="T39"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 h="72">
                    <a:moveTo>
                      <a:pt x="0" y="72"/>
                    </a:moveTo>
                    <a:cubicBezTo>
                      <a:pt x="151" y="72"/>
                      <a:pt x="151" y="72"/>
                      <a:pt x="151" y="72"/>
                    </a:cubicBezTo>
                    <a:cubicBezTo>
                      <a:pt x="151" y="0"/>
                      <a:pt x="151" y="0"/>
                      <a:pt x="151" y="0"/>
                    </a:cubicBezTo>
                    <a:cubicBezTo>
                      <a:pt x="134" y="33"/>
                      <a:pt x="134" y="33"/>
                      <a:pt x="134" y="33"/>
                    </a:cubicBezTo>
                    <a:cubicBezTo>
                      <a:pt x="133" y="36"/>
                      <a:pt x="133" y="36"/>
                      <a:pt x="133" y="36"/>
                    </a:cubicBezTo>
                    <a:cubicBezTo>
                      <a:pt x="130" y="36"/>
                      <a:pt x="130" y="36"/>
                      <a:pt x="130" y="36"/>
                    </a:cubicBezTo>
                    <a:cubicBezTo>
                      <a:pt x="125" y="36"/>
                      <a:pt x="125" y="36"/>
                      <a:pt x="125" y="36"/>
                    </a:cubicBezTo>
                    <a:cubicBezTo>
                      <a:pt x="87" y="36"/>
                      <a:pt x="87" y="36"/>
                      <a:pt x="87" y="36"/>
                    </a:cubicBezTo>
                    <a:cubicBezTo>
                      <a:pt x="88" y="36"/>
                      <a:pt x="88" y="37"/>
                      <a:pt x="88" y="37"/>
                    </a:cubicBezTo>
                    <a:cubicBezTo>
                      <a:pt x="88" y="40"/>
                      <a:pt x="87" y="42"/>
                      <a:pt x="86" y="44"/>
                    </a:cubicBezTo>
                    <a:cubicBezTo>
                      <a:pt x="84" y="47"/>
                      <a:pt x="80" y="49"/>
                      <a:pt x="76" y="49"/>
                    </a:cubicBezTo>
                    <a:cubicBezTo>
                      <a:pt x="72" y="49"/>
                      <a:pt x="68" y="47"/>
                      <a:pt x="66" y="44"/>
                    </a:cubicBezTo>
                    <a:cubicBezTo>
                      <a:pt x="65" y="42"/>
                      <a:pt x="64" y="40"/>
                      <a:pt x="64" y="37"/>
                    </a:cubicBezTo>
                    <a:cubicBezTo>
                      <a:pt x="64" y="37"/>
                      <a:pt x="64" y="36"/>
                      <a:pt x="64" y="36"/>
                    </a:cubicBezTo>
                    <a:cubicBezTo>
                      <a:pt x="27" y="36"/>
                      <a:pt x="27" y="36"/>
                      <a:pt x="27" y="36"/>
                    </a:cubicBezTo>
                    <a:cubicBezTo>
                      <a:pt x="21" y="36"/>
                      <a:pt x="21" y="36"/>
                      <a:pt x="21" y="36"/>
                    </a:cubicBezTo>
                    <a:cubicBezTo>
                      <a:pt x="18" y="36"/>
                      <a:pt x="18" y="36"/>
                      <a:pt x="18" y="36"/>
                    </a:cubicBezTo>
                    <a:cubicBezTo>
                      <a:pt x="16" y="33"/>
                      <a:pt x="16" y="33"/>
                      <a:pt x="16" y="33"/>
                    </a:cubicBezTo>
                    <a:cubicBezTo>
                      <a:pt x="0" y="0"/>
                      <a:pt x="0" y="0"/>
                      <a:pt x="0" y="0"/>
                    </a:cubicBezTo>
                    <a:lnTo>
                      <a:pt x="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9" name="Freeform 85"/>
              <p:cNvSpPr>
                <a:spLocks/>
              </p:cNvSpPr>
              <p:nvPr/>
            </p:nvSpPr>
            <p:spPr bwMode="auto">
              <a:xfrm>
                <a:off x="-4470400" y="439738"/>
                <a:ext cx="398463" cy="184150"/>
              </a:xfrm>
              <a:custGeom>
                <a:avLst/>
                <a:gdLst>
                  <a:gd name="T0" fmla="*/ 106 w 106"/>
                  <a:gd name="T1" fmla="*/ 49 h 49"/>
                  <a:gd name="T2" fmla="*/ 106 w 106"/>
                  <a:gd name="T3" fmla="*/ 21 h 49"/>
                  <a:gd name="T4" fmla="*/ 85 w 106"/>
                  <a:gd name="T5" fmla="*/ 0 h 49"/>
                  <a:gd name="T6" fmla="*/ 20 w 106"/>
                  <a:gd name="T7" fmla="*/ 0 h 49"/>
                  <a:gd name="T8" fmla="*/ 0 w 106"/>
                  <a:gd name="T9" fmla="*/ 21 h 49"/>
                  <a:gd name="T10" fmla="*/ 0 w 106"/>
                  <a:gd name="T11" fmla="*/ 49 h 49"/>
                  <a:gd name="T12" fmla="*/ 18 w 106"/>
                  <a:gd name="T13" fmla="*/ 49 h 49"/>
                  <a:gd name="T14" fmla="*/ 18 w 106"/>
                  <a:gd name="T15" fmla="*/ 21 h 49"/>
                  <a:gd name="T16" fmla="*/ 20 w 106"/>
                  <a:gd name="T17" fmla="*/ 18 h 49"/>
                  <a:gd name="T18" fmla="*/ 85 w 106"/>
                  <a:gd name="T19" fmla="*/ 18 h 49"/>
                  <a:gd name="T20" fmla="*/ 88 w 106"/>
                  <a:gd name="T21" fmla="*/ 21 h 49"/>
                  <a:gd name="T22" fmla="*/ 88 w 106"/>
                  <a:gd name="T23" fmla="*/ 49 h 49"/>
                  <a:gd name="T24" fmla="*/ 106 w 10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49">
                    <a:moveTo>
                      <a:pt x="106" y="49"/>
                    </a:moveTo>
                    <a:cubicBezTo>
                      <a:pt x="106" y="21"/>
                      <a:pt x="106" y="21"/>
                      <a:pt x="106" y="21"/>
                    </a:cubicBezTo>
                    <a:cubicBezTo>
                      <a:pt x="106" y="10"/>
                      <a:pt x="97" y="0"/>
                      <a:pt x="85" y="0"/>
                    </a:cubicBezTo>
                    <a:cubicBezTo>
                      <a:pt x="20" y="0"/>
                      <a:pt x="20" y="0"/>
                      <a:pt x="20" y="0"/>
                    </a:cubicBezTo>
                    <a:cubicBezTo>
                      <a:pt x="9" y="0"/>
                      <a:pt x="0" y="10"/>
                      <a:pt x="0" y="21"/>
                    </a:cubicBezTo>
                    <a:cubicBezTo>
                      <a:pt x="0" y="49"/>
                      <a:pt x="0" y="49"/>
                      <a:pt x="0" y="49"/>
                    </a:cubicBezTo>
                    <a:cubicBezTo>
                      <a:pt x="18" y="49"/>
                      <a:pt x="18" y="49"/>
                      <a:pt x="18" y="49"/>
                    </a:cubicBezTo>
                    <a:cubicBezTo>
                      <a:pt x="18" y="21"/>
                      <a:pt x="18" y="21"/>
                      <a:pt x="18" y="21"/>
                    </a:cubicBezTo>
                    <a:cubicBezTo>
                      <a:pt x="18" y="20"/>
                      <a:pt x="19" y="18"/>
                      <a:pt x="20" y="18"/>
                    </a:cubicBezTo>
                    <a:cubicBezTo>
                      <a:pt x="85" y="18"/>
                      <a:pt x="85" y="18"/>
                      <a:pt x="85" y="18"/>
                    </a:cubicBezTo>
                    <a:cubicBezTo>
                      <a:pt x="87" y="18"/>
                      <a:pt x="88" y="20"/>
                      <a:pt x="88" y="21"/>
                    </a:cubicBezTo>
                    <a:cubicBezTo>
                      <a:pt x="88" y="49"/>
                      <a:pt x="88" y="49"/>
                      <a:pt x="88" y="49"/>
                    </a:cubicBezTo>
                    <a:lnTo>
                      <a:pt x="10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0" name="Freeform 86"/>
              <p:cNvSpPr>
                <a:spLocks noEditPoints="1"/>
              </p:cNvSpPr>
              <p:nvPr/>
            </p:nvSpPr>
            <p:spPr bwMode="auto">
              <a:xfrm>
                <a:off x="-5534025" y="1603375"/>
                <a:ext cx="706438" cy="706438"/>
              </a:xfrm>
              <a:custGeom>
                <a:avLst/>
                <a:gdLst>
                  <a:gd name="T0" fmla="*/ 94 w 188"/>
                  <a:gd name="T1" fmla="*/ 188 h 188"/>
                  <a:gd name="T2" fmla="*/ 188 w 188"/>
                  <a:gd name="T3" fmla="*/ 94 h 188"/>
                  <a:gd name="T4" fmla="*/ 94 w 188"/>
                  <a:gd name="T5" fmla="*/ 0 h 188"/>
                  <a:gd name="T6" fmla="*/ 94 w 188"/>
                  <a:gd name="T7" fmla="*/ 67 h 188"/>
                  <a:gd name="T8" fmla="*/ 121 w 188"/>
                  <a:gd name="T9" fmla="*/ 94 h 188"/>
                  <a:gd name="T10" fmla="*/ 94 w 188"/>
                  <a:gd name="T11" fmla="*/ 121 h 188"/>
                  <a:gd name="T12" fmla="*/ 94 w 188"/>
                  <a:gd name="T13" fmla="*/ 188 h 188"/>
                  <a:gd name="T14" fmla="*/ 94 w 188"/>
                  <a:gd name="T15" fmla="*/ 0 h 188"/>
                  <a:gd name="T16" fmla="*/ 0 w 188"/>
                  <a:gd name="T17" fmla="*/ 94 h 188"/>
                  <a:gd name="T18" fmla="*/ 94 w 188"/>
                  <a:gd name="T19" fmla="*/ 188 h 188"/>
                  <a:gd name="T20" fmla="*/ 94 w 188"/>
                  <a:gd name="T21" fmla="*/ 188 h 188"/>
                  <a:gd name="T22" fmla="*/ 94 w 188"/>
                  <a:gd name="T23" fmla="*/ 121 h 188"/>
                  <a:gd name="T24" fmla="*/ 94 w 188"/>
                  <a:gd name="T25" fmla="*/ 121 h 188"/>
                  <a:gd name="T26" fmla="*/ 94 w 188"/>
                  <a:gd name="T27" fmla="*/ 121 h 188"/>
                  <a:gd name="T28" fmla="*/ 67 w 188"/>
                  <a:gd name="T29" fmla="*/ 94 h 188"/>
                  <a:gd name="T30" fmla="*/ 94 w 188"/>
                  <a:gd name="T31" fmla="*/ 67 h 188"/>
                  <a:gd name="T32" fmla="*/ 94 w 188"/>
                  <a:gd name="T33" fmla="*/ 67 h 188"/>
                  <a:gd name="T34" fmla="*/ 94 w 188"/>
                  <a:gd name="T3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8" h="188">
                    <a:moveTo>
                      <a:pt x="94" y="188"/>
                    </a:moveTo>
                    <a:cubicBezTo>
                      <a:pt x="146" y="188"/>
                      <a:pt x="188" y="146"/>
                      <a:pt x="188" y="94"/>
                    </a:cubicBezTo>
                    <a:cubicBezTo>
                      <a:pt x="188" y="42"/>
                      <a:pt x="146" y="0"/>
                      <a:pt x="94" y="0"/>
                    </a:cubicBezTo>
                    <a:cubicBezTo>
                      <a:pt x="94" y="67"/>
                      <a:pt x="94" y="67"/>
                      <a:pt x="94" y="67"/>
                    </a:cubicBezTo>
                    <a:cubicBezTo>
                      <a:pt x="109" y="67"/>
                      <a:pt x="121" y="79"/>
                      <a:pt x="121" y="94"/>
                    </a:cubicBezTo>
                    <a:cubicBezTo>
                      <a:pt x="121" y="109"/>
                      <a:pt x="109" y="121"/>
                      <a:pt x="94" y="121"/>
                    </a:cubicBezTo>
                    <a:lnTo>
                      <a:pt x="94" y="188"/>
                    </a:lnTo>
                    <a:close/>
                    <a:moveTo>
                      <a:pt x="94" y="0"/>
                    </a:moveTo>
                    <a:cubicBezTo>
                      <a:pt x="42" y="0"/>
                      <a:pt x="0" y="42"/>
                      <a:pt x="0" y="94"/>
                    </a:cubicBezTo>
                    <a:cubicBezTo>
                      <a:pt x="0" y="146"/>
                      <a:pt x="42" y="188"/>
                      <a:pt x="94" y="188"/>
                    </a:cubicBezTo>
                    <a:cubicBezTo>
                      <a:pt x="94" y="188"/>
                      <a:pt x="94" y="188"/>
                      <a:pt x="94" y="188"/>
                    </a:cubicBezTo>
                    <a:cubicBezTo>
                      <a:pt x="94" y="121"/>
                      <a:pt x="94" y="121"/>
                      <a:pt x="94" y="121"/>
                    </a:cubicBezTo>
                    <a:cubicBezTo>
                      <a:pt x="94" y="121"/>
                      <a:pt x="94" y="121"/>
                      <a:pt x="94" y="121"/>
                    </a:cubicBezTo>
                    <a:cubicBezTo>
                      <a:pt x="94" y="121"/>
                      <a:pt x="94" y="121"/>
                      <a:pt x="94" y="121"/>
                    </a:cubicBezTo>
                    <a:cubicBezTo>
                      <a:pt x="79" y="121"/>
                      <a:pt x="67" y="109"/>
                      <a:pt x="67" y="94"/>
                    </a:cubicBezTo>
                    <a:cubicBezTo>
                      <a:pt x="67" y="79"/>
                      <a:pt x="79" y="67"/>
                      <a:pt x="94" y="67"/>
                    </a:cubicBezTo>
                    <a:cubicBezTo>
                      <a:pt x="94" y="67"/>
                      <a:pt x="94" y="67"/>
                      <a:pt x="94" y="67"/>
                    </a:cubicBezTo>
                    <a:cubicBezTo>
                      <a:pt x="94" y="0"/>
                      <a:pt x="94"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1" name="Freeform 87"/>
              <p:cNvSpPr>
                <a:spLocks noEditPoints="1"/>
              </p:cNvSpPr>
              <p:nvPr/>
            </p:nvSpPr>
            <p:spPr bwMode="auto">
              <a:xfrm>
                <a:off x="-5264150" y="1873250"/>
                <a:ext cx="165100" cy="165100"/>
              </a:xfrm>
              <a:custGeom>
                <a:avLst/>
                <a:gdLst>
                  <a:gd name="T0" fmla="*/ 22 w 44"/>
                  <a:gd name="T1" fmla="*/ 44 h 44"/>
                  <a:gd name="T2" fmla="*/ 44 w 44"/>
                  <a:gd name="T3" fmla="*/ 22 h 44"/>
                  <a:gd name="T4" fmla="*/ 22 w 44"/>
                  <a:gd name="T5" fmla="*/ 0 h 44"/>
                  <a:gd name="T6" fmla="*/ 22 w 44"/>
                  <a:gd name="T7" fmla="*/ 6 h 44"/>
                  <a:gd name="T8" fmla="*/ 38 w 44"/>
                  <a:gd name="T9" fmla="*/ 22 h 44"/>
                  <a:gd name="T10" fmla="*/ 22 w 44"/>
                  <a:gd name="T11" fmla="*/ 37 h 44"/>
                  <a:gd name="T12" fmla="*/ 22 w 44"/>
                  <a:gd name="T13" fmla="*/ 44 h 44"/>
                  <a:gd name="T14" fmla="*/ 22 w 44"/>
                  <a:gd name="T15" fmla="*/ 0 h 44"/>
                  <a:gd name="T16" fmla="*/ 0 w 44"/>
                  <a:gd name="T17" fmla="*/ 22 h 44"/>
                  <a:gd name="T18" fmla="*/ 22 w 44"/>
                  <a:gd name="T19" fmla="*/ 44 h 44"/>
                  <a:gd name="T20" fmla="*/ 22 w 44"/>
                  <a:gd name="T21" fmla="*/ 44 h 44"/>
                  <a:gd name="T22" fmla="*/ 22 w 44"/>
                  <a:gd name="T23" fmla="*/ 37 h 44"/>
                  <a:gd name="T24" fmla="*/ 22 w 44"/>
                  <a:gd name="T25" fmla="*/ 37 h 44"/>
                  <a:gd name="T26" fmla="*/ 22 w 44"/>
                  <a:gd name="T27" fmla="*/ 37 h 44"/>
                  <a:gd name="T28" fmla="*/ 7 w 44"/>
                  <a:gd name="T29" fmla="*/ 22 h 44"/>
                  <a:gd name="T30" fmla="*/ 22 w 44"/>
                  <a:gd name="T31" fmla="*/ 6 h 44"/>
                  <a:gd name="T32" fmla="*/ 22 w 44"/>
                  <a:gd name="T33" fmla="*/ 6 h 44"/>
                  <a:gd name="T34" fmla="*/ 22 w 44"/>
                  <a:gd name="T3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44">
                    <a:moveTo>
                      <a:pt x="22" y="44"/>
                    </a:moveTo>
                    <a:cubicBezTo>
                      <a:pt x="34" y="44"/>
                      <a:pt x="44" y="34"/>
                      <a:pt x="44" y="22"/>
                    </a:cubicBezTo>
                    <a:cubicBezTo>
                      <a:pt x="44" y="10"/>
                      <a:pt x="34" y="0"/>
                      <a:pt x="22" y="0"/>
                    </a:cubicBezTo>
                    <a:cubicBezTo>
                      <a:pt x="22" y="6"/>
                      <a:pt x="22" y="6"/>
                      <a:pt x="22" y="6"/>
                    </a:cubicBezTo>
                    <a:cubicBezTo>
                      <a:pt x="31" y="6"/>
                      <a:pt x="38" y="13"/>
                      <a:pt x="38" y="22"/>
                    </a:cubicBezTo>
                    <a:cubicBezTo>
                      <a:pt x="38" y="30"/>
                      <a:pt x="31" y="37"/>
                      <a:pt x="22" y="37"/>
                    </a:cubicBezTo>
                    <a:lnTo>
                      <a:pt x="22" y="44"/>
                    </a:lnTo>
                    <a:close/>
                    <a:moveTo>
                      <a:pt x="22" y="0"/>
                    </a:moveTo>
                    <a:cubicBezTo>
                      <a:pt x="10" y="0"/>
                      <a:pt x="0" y="10"/>
                      <a:pt x="0" y="22"/>
                    </a:cubicBezTo>
                    <a:cubicBezTo>
                      <a:pt x="0" y="34"/>
                      <a:pt x="10" y="44"/>
                      <a:pt x="22" y="44"/>
                    </a:cubicBezTo>
                    <a:cubicBezTo>
                      <a:pt x="22" y="44"/>
                      <a:pt x="22" y="44"/>
                      <a:pt x="22" y="44"/>
                    </a:cubicBezTo>
                    <a:cubicBezTo>
                      <a:pt x="22" y="37"/>
                      <a:pt x="22" y="37"/>
                      <a:pt x="22" y="37"/>
                    </a:cubicBezTo>
                    <a:cubicBezTo>
                      <a:pt x="22" y="37"/>
                      <a:pt x="22" y="37"/>
                      <a:pt x="22" y="37"/>
                    </a:cubicBezTo>
                    <a:cubicBezTo>
                      <a:pt x="22" y="37"/>
                      <a:pt x="22" y="37"/>
                      <a:pt x="22" y="37"/>
                    </a:cubicBezTo>
                    <a:cubicBezTo>
                      <a:pt x="14" y="37"/>
                      <a:pt x="7" y="30"/>
                      <a:pt x="7" y="22"/>
                    </a:cubicBezTo>
                    <a:cubicBezTo>
                      <a:pt x="7" y="13"/>
                      <a:pt x="14" y="6"/>
                      <a:pt x="22" y="6"/>
                    </a:cubicBezTo>
                    <a:cubicBezTo>
                      <a:pt x="22" y="6"/>
                      <a:pt x="22" y="6"/>
                      <a:pt x="22" y="6"/>
                    </a:cubicBezTo>
                    <a:cubicBezTo>
                      <a:pt x="22" y="0"/>
                      <a:pt x="22"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2" name="Freeform 88"/>
              <p:cNvSpPr>
                <a:spLocks/>
              </p:cNvSpPr>
              <p:nvPr/>
            </p:nvSpPr>
            <p:spPr bwMode="auto">
              <a:xfrm>
                <a:off x="-5448300" y="26988"/>
                <a:ext cx="538163" cy="550863"/>
              </a:xfrm>
              <a:custGeom>
                <a:avLst/>
                <a:gdLst>
                  <a:gd name="T0" fmla="*/ 140 w 143"/>
                  <a:gd name="T1" fmla="*/ 103 h 147"/>
                  <a:gd name="T2" fmla="*/ 112 w 143"/>
                  <a:gd name="T3" fmla="*/ 75 h 147"/>
                  <a:gd name="T4" fmla="*/ 107 w 143"/>
                  <a:gd name="T5" fmla="*/ 70 h 147"/>
                  <a:gd name="T6" fmla="*/ 79 w 143"/>
                  <a:gd name="T7" fmla="*/ 37 h 147"/>
                  <a:gd name="T8" fmla="*/ 67 w 143"/>
                  <a:gd name="T9" fmla="*/ 10 h 147"/>
                  <a:gd name="T10" fmla="*/ 52 w 143"/>
                  <a:gd name="T11" fmla="*/ 9 h 147"/>
                  <a:gd name="T12" fmla="*/ 47 w 143"/>
                  <a:gd name="T13" fmla="*/ 21 h 147"/>
                  <a:gd name="T14" fmla="*/ 55 w 143"/>
                  <a:gd name="T15" fmla="*/ 42 h 147"/>
                  <a:gd name="T16" fmla="*/ 56 w 143"/>
                  <a:gd name="T17" fmla="*/ 56 h 147"/>
                  <a:gd name="T18" fmla="*/ 13 w 143"/>
                  <a:gd name="T19" fmla="*/ 56 h 147"/>
                  <a:gd name="T20" fmla="*/ 3 w 143"/>
                  <a:gd name="T21" fmla="*/ 71 h 147"/>
                  <a:gd name="T22" fmla="*/ 25 w 143"/>
                  <a:gd name="T23" fmla="*/ 131 h 147"/>
                  <a:gd name="T24" fmla="*/ 34 w 143"/>
                  <a:gd name="T25" fmla="*/ 137 h 147"/>
                  <a:gd name="T26" fmla="*/ 85 w 143"/>
                  <a:gd name="T27" fmla="*/ 137 h 147"/>
                  <a:gd name="T28" fmla="*/ 97 w 143"/>
                  <a:gd name="T29" fmla="*/ 142 h 147"/>
                  <a:gd name="T30" fmla="*/ 99 w 143"/>
                  <a:gd name="T31" fmla="*/ 144 h 147"/>
                  <a:gd name="T32" fmla="*/ 108 w 143"/>
                  <a:gd name="T33" fmla="*/ 144 h 147"/>
                  <a:gd name="T34" fmla="*/ 140 w 143"/>
                  <a:gd name="T35" fmla="*/ 112 h 147"/>
                  <a:gd name="T36" fmla="*/ 140 w 143"/>
                  <a:gd name="T37" fmla="*/ 10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147">
                    <a:moveTo>
                      <a:pt x="140" y="103"/>
                    </a:moveTo>
                    <a:cubicBezTo>
                      <a:pt x="112" y="75"/>
                      <a:pt x="112" y="75"/>
                      <a:pt x="112" y="75"/>
                    </a:cubicBezTo>
                    <a:cubicBezTo>
                      <a:pt x="109" y="72"/>
                      <a:pt x="107" y="70"/>
                      <a:pt x="107" y="70"/>
                    </a:cubicBezTo>
                    <a:cubicBezTo>
                      <a:pt x="107" y="70"/>
                      <a:pt x="96" y="48"/>
                      <a:pt x="79" y="37"/>
                    </a:cubicBezTo>
                    <a:cubicBezTo>
                      <a:pt x="63" y="27"/>
                      <a:pt x="67" y="18"/>
                      <a:pt x="67" y="10"/>
                    </a:cubicBezTo>
                    <a:cubicBezTo>
                      <a:pt x="67" y="2"/>
                      <a:pt x="58" y="0"/>
                      <a:pt x="52" y="9"/>
                    </a:cubicBezTo>
                    <a:cubicBezTo>
                      <a:pt x="49" y="11"/>
                      <a:pt x="47" y="17"/>
                      <a:pt x="47" y="21"/>
                    </a:cubicBezTo>
                    <a:cubicBezTo>
                      <a:pt x="45" y="32"/>
                      <a:pt x="53" y="38"/>
                      <a:pt x="55" y="42"/>
                    </a:cubicBezTo>
                    <a:cubicBezTo>
                      <a:pt x="57" y="45"/>
                      <a:pt x="58" y="50"/>
                      <a:pt x="56" y="56"/>
                    </a:cubicBezTo>
                    <a:cubicBezTo>
                      <a:pt x="13" y="56"/>
                      <a:pt x="13" y="56"/>
                      <a:pt x="13" y="56"/>
                    </a:cubicBezTo>
                    <a:cubicBezTo>
                      <a:pt x="5" y="56"/>
                      <a:pt x="0" y="63"/>
                      <a:pt x="3" y="71"/>
                    </a:cubicBezTo>
                    <a:cubicBezTo>
                      <a:pt x="25" y="131"/>
                      <a:pt x="25" y="131"/>
                      <a:pt x="25" y="131"/>
                    </a:cubicBezTo>
                    <a:cubicBezTo>
                      <a:pt x="26" y="134"/>
                      <a:pt x="30" y="137"/>
                      <a:pt x="34" y="137"/>
                    </a:cubicBezTo>
                    <a:cubicBezTo>
                      <a:pt x="85" y="137"/>
                      <a:pt x="85" y="137"/>
                      <a:pt x="85" y="137"/>
                    </a:cubicBezTo>
                    <a:cubicBezTo>
                      <a:pt x="89" y="137"/>
                      <a:pt x="94" y="139"/>
                      <a:pt x="97" y="142"/>
                    </a:cubicBezTo>
                    <a:cubicBezTo>
                      <a:pt x="99" y="144"/>
                      <a:pt x="99" y="144"/>
                      <a:pt x="99" y="144"/>
                    </a:cubicBezTo>
                    <a:cubicBezTo>
                      <a:pt x="102" y="147"/>
                      <a:pt x="106" y="147"/>
                      <a:pt x="108" y="144"/>
                    </a:cubicBezTo>
                    <a:cubicBezTo>
                      <a:pt x="140" y="112"/>
                      <a:pt x="140" y="112"/>
                      <a:pt x="140" y="112"/>
                    </a:cubicBezTo>
                    <a:cubicBezTo>
                      <a:pt x="143" y="110"/>
                      <a:pt x="143" y="106"/>
                      <a:pt x="140"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3" name="Freeform 89"/>
              <p:cNvSpPr>
                <a:spLocks/>
              </p:cNvSpPr>
              <p:nvPr/>
            </p:nvSpPr>
            <p:spPr bwMode="auto">
              <a:xfrm>
                <a:off x="-5038725" y="454025"/>
                <a:ext cx="176213" cy="173038"/>
              </a:xfrm>
              <a:custGeom>
                <a:avLst/>
                <a:gdLst>
                  <a:gd name="T0" fmla="*/ 22 w 111"/>
                  <a:gd name="T1" fmla="*/ 109 h 109"/>
                  <a:gd name="T2" fmla="*/ 0 w 111"/>
                  <a:gd name="T3" fmla="*/ 90 h 109"/>
                  <a:gd name="T4" fmla="*/ 90 w 111"/>
                  <a:gd name="T5" fmla="*/ 0 h 109"/>
                  <a:gd name="T6" fmla="*/ 111 w 111"/>
                  <a:gd name="T7" fmla="*/ 21 h 109"/>
                  <a:gd name="T8" fmla="*/ 22 w 111"/>
                  <a:gd name="T9" fmla="*/ 109 h 109"/>
                </a:gdLst>
                <a:ahLst/>
                <a:cxnLst>
                  <a:cxn ang="0">
                    <a:pos x="T0" y="T1"/>
                  </a:cxn>
                  <a:cxn ang="0">
                    <a:pos x="T2" y="T3"/>
                  </a:cxn>
                  <a:cxn ang="0">
                    <a:pos x="T4" y="T5"/>
                  </a:cxn>
                  <a:cxn ang="0">
                    <a:pos x="T6" y="T7"/>
                  </a:cxn>
                  <a:cxn ang="0">
                    <a:pos x="T8" y="T9"/>
                  </a:cxn>
                </a:cxnLst>
                <a:rect l="0" t="0" r="r" b="b"/>
                <a:pathLst>
                  <a:path w="111" h="109">
                    <a:moveTo>
                      <a:pt x="22" y="109"/>
                    </a:moveTo>
                    <a:lnTo>
                      <a:pt x="0" y="90"/>
                    </a:lnTo>
                    <a:lnTo>
                      <a:pt x="90" y="0"/>
                    </a:lnTo>
                    <a:lnTo>
                      <a:pt x="111" y="21"/>
                    </a:lnTo>
                    <a:lnTo>
                      <a:pt x="22"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4" name="Freeform 90"/>
              <p:cNvSpPr>
                <a:spLocks noEditPoints="1"/>
              </p:cNvSpPr>
              <p:nvPr/>
            </p:nvSpPr>
            <p:spPr bwMode="auto">
              <a:xfrm>
                <a:off x="-2584450" y="5384800"/>
                <a:ext cx="552450" cy="514350"/>
              </a:xfrm>
              <a:custGeom>
                <a:avLst/>
                <a:gdLst>
                  <a:gd name="T0" fmla="*/ 132 w 147"/>
                  <a:gd name="T1" fmla="*/ 22 h 137"/>
                  <a:gd name="T2" fmla="*/ 110 w 147"/>
                  <a:gd name="T3" fmla="*/ 0 h 137"/>
                  <a:gd name="T4" fmla="*/ 73 w 147"/>
                  <a:gd name="T5" fmla="*/ 0 h 137"/>
                  <a:gd name="T6" fmla="*/ 73 w 147"/>
                  <a:gd name="T7" fmla="*/ 18 h 137"/>
                  <a:gd name="T8" fmla="*/ 110 w 147"/>
                  <a:gd name="T9" fmla="*/ 18 h 137"/>
                  <a:gd name="T10" fmla="*/ 115 w 147"/>
                  <a:gd name="T11" fmla="*/ 22 h 137"/>
                  <a:gd name="T12" fmla="*/ 115 w 147"/>
                  <a:gd name="T13" fmla="*/ 59 h 137"/>
                  <a:gd name="T14" fmla="*/ 73 w 147"/>
                  <a:gd name="T15" fmla="*/ 59 h 137"/>
                  <a:gd name="T16" fmla="*/ 73 w 147"/>
                  <a:gd name="T17" fmla="*/ 76 h 137"/>
                  <a:gd name="T18" fmla="*/ 73 w 147"/>
                  <a:gd name="T19" fmla="*/ 76 h 137"/>
                  <a:gd name="T20" fmla="*/ 87 w 147"/>
                  <a:gd name="T21" fmla="*/ 89 h 137"/>
                  <a:gd name="T22" fmla="*/ 81 w 147"/>
                  <a:gd name="T23" fmla="*/ 100 h 137"/>
                  <a:gd name="T24" fmla="*/ 79 w 147"/>
                  <a:gd name="T25" fmla="*/ 101 h 137"/>
                  <a:gd name="T26" fmla="*/ 79 w 147"/>
                  <a:gd name="T27" fmla="*/ 118 h 137"/>
                  <a:gd name="T28" fmla="*/ 79 w 147"/>
                  <a:gd name="T29" fmla="*/ 121 h 137"/>
                  <a:gd name="T30" fmla="*/ 79 w 147"/>
                  <a:gd name="T31" fmla="*/ 121 h 137"/>
                  <a:gd name="T32" fmla="*/ 73 w 147"/>
                  <a:gd name="T33" fmla="*/ 121 h 137"/>
                  <a:gd name="T34" fmla="*/ 73 w 147"/>
                  <a:gd name="T35" fmla="*/ 137 h 137"/>
                  <a:gd name="T36" fmla="*/ 147 w 147"/>
                  <a:gd name="T37" fmla="*/ 137 h 137"/>
                  <a:gd name="T38" fmla="*/ 147 w 147"/>
                  <a:gd name="T39" fmla="*/ 59 h 137"/>
                  <a:gd name="T40" fmla="*/ 132 w 147"/>
                  <a:gd name="T41" fmla="*/ 59 h 137"/>
                  <a:gd name="T42" fmla="*/ 132 w 147"/>
                  <a:gd name="T43" fmla="*/ 22 h 137"/>
                  <a:gd name="T44" fmla="*/ 73 w 147"/>
                  <a:gd name="T45" fmla="*/ 0 h 137"/>
                  <a:gd name="T46" fmla="*/ 37 w 147"/>
                  <a:gd name="T47" fmla="*/ 0 h 137"/>
                  <a:gd name="T48" fmla="*/ 15 w 147"/>
                  <a:gd name="T49" fmla="*/ 22 h 137"/>
                  <a:gd name="T50" fmla="*/ 15 w 147"/>
                  <a:gd name="T51" fmla="*/ 59 h 137"/>
                  <a:gd name="T52" fmla="*/ 0 w 147"/>
                  <a:gd name="T53" fmla="*/ 59 h 137"/>
                  <a:gd name="T54" fmla="*/ 0 w 147"/>
                  <a:gd name="T55" fmla="*/ 137 h 137"/>
                  <a:gd name="T56" fmla="*/ 73 w 147"/>
                  <a:gd name="T57" fmla="*/ 137 h 137"/>
                  <a:gd name="T58" fmla="*/ 73 w 147"/>
                  <a:gd name="T59" fmla="*/ 121 h 137"/>
                  <a:gd name="T60" fmla="*/ 67 w 147"/>
                  <a:gd name="T61" fmla="*/ 121 h 137"/>
                  <a:gd name="T62" fmla="*/ 67 w 147"/>
                  <a:gd name="T63" fmla="*/ 118 h 137"/>
                  <a:gd name="T64" fmla="*/ 67 w 147"/>
                  <a:gd name="T65" fmla="*/ 101 h 137"/>
                  <a:gd name="T66" fmla="*/ 66 w 147"/>
                  <a:gd name="T67" fmla="*/ 100 h 137"/>
                  <a:gd name="T68" fmla="*/ 60 w 147"/>
                  <a:gd name="T69" fmla="*/ 89 h 137"/>
                  <a:gd name="T70" fmla="*/ 73 w 147"/>
                  <a:gd name="T71" fmla="*/ 76 h 137"/>
                  <a:gd name="T72" fmla="*/ 73 w 147"/>
                  <a:gd name="T73" fmla="*/ 59 h 137"/>
                  <a:gd name="T74" fmla="*/ 32 w 147"/>
                  <a:gd name="T75" fmla="*/ 59 h 137"/>
                  <a:gd name="T76" fmla="*/ 32 w 147"/>
                  <a:gd name="T77" fmla="*/ 59 h 137"/>
                  <a:gd name="T78" fmla="*/ 32 w 147"/>
                  <a:gd name="T79" fmla="*/ 22 h 137"/>
                  <a:gd name="T80" fmla="*/ 37 w 147"/>
                  <a:gd name="T81" fmla="*/ 18 h 137"/>
                  <a:gd name="T82" fmla="*/ 73 w 147"/>
                  <a:gd name="T83" fmla="*/ 18 h 137"/>
                  <a:gd name="T84" fmla="*/ 73 w 147"/>
                  <a:gd name="T8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7" h="137">
                    <a:moveTo>
                      <a:pt x="132" y="22"/>
                    </a:moveTo>
                    <a:cubicBezTo>
                      <a:pt x="132" y="10"/>
                      <a:pt x="122" y="0"/>
                      <a:pt x="110" y="0"/>
                    </a:cubicBezTo>
                    <a:cubicBezTo>
                      <a:pt x="73" y="0"/>
                      <a:pt x="73" y="0"/>
                      <a:pt x="73" y="0"/>
                    </a:cubicBezTo>
                    <a:cubicBezTo>
                      <a:pt x="73" y="18"/>
                      <a:pt x="73" y="18"/>
                      <a:pt x="73" y="18"/>
                    </a:cubicBezTo>
                    <a:cubicBezTo>
                      <a:pt x="110" y="18"/>
                      <a:pt x="110" y="18"/>
                      <a:pt x="110" y="18"/>
                    </a:cubicBezTo>
                    <a:cubicBezTo>
                      <a:pt x="113" y="18"/>
                      <a:pt x="115" y="20"/>
                      <a:pt x="115" y="22"/>
                    </a:cubicBezTo>
                    <a:cubicBezTo>
                      <a:pt x="115" y="59"/>
                      <a:pt x="115" y="59"/>
                      <a:pt x="115" y="59"/>
                    </a:cubicBezTo>
                    <a:cubicBezTo>
                      <a:pt x="73" y="59"/>
                      <a:pt x="73" y="59"/>
                      <a:pt x="73" y="59"/>
                    </a:cubicBezTo>
                    <a:cubicBezTo>
                      <a:pt x="73" y="76"/>
                      <a:pt x="73" y="76"/>
                      <a:pt x="73" y="76"/>
                    </a:cubicBezTo>
                    <a:cubicBezTo>
                      <a:pt x="73" y="76"/>
                      <a:pt x="73" y="76"/>
                      <a:pt x="73" y="76"/>
                    </a:cubicBezTo>
                    <a:cubicBezTo>
                      <a:pt x="81" y="76"/>
                      <a:pt x="87" y="82"/>
                      <a:pt x="87" y="89"/>
                    </a:cubicBezTo>
                    <a:cubicBezTo>
                      <a:pt x="87" y="94"/>
                      <a:pt x="84" y="98"/>
                      <a:pt x="81" y="100"/>
                    </a:cubicBezTo>
                    <a:cubicBezTo>
                      <a:pt x="80" y="101"/>
                      <a:pt x="80" y="101"/>
                      <a:pt x="79" y="101"/>
                    </a:cubicBezTo>
                    <a:cubicBezTo>
                      <a:pt x="79" y="118"/>
                      <a:pt x="79" y="118"/>
                      <a:pt x="79" y="118"/>
                    </a:cubicBezTo>
                    <a:cubicBezTo>
                      <a:pt x="79" y="121"/>
                      <a:pt x="79" y="121"/>
                      <a:pt x="79" y="121"/>
                    </a:cubicBezTo>
                    <a:cubicBezTo>
                      <a:pt x="79" y="121"/>
                      <a:pt x="79" y="121"/>
                      <a:pt x="79" y="121"/>
                    </a:cubicBezTo>
                    <a:cubicBezTo>
                      <a:pt x="73" y="121"/>
                      <a:pt x="73" y="121"/>
                      <a:pt x="73" y="121"/>
                    </a:cubicBezTo>
                    <a:cubicBezTo>
                      <a:pt x="73" y="137"/>
                      <a:pt x="73" y="137"/>
                      <a:pt x="73" y="137"/>
                    </a:cubicBezTo>
                    <a:cubicBezTo>
                      <a:pt x="147" y="137"/>
                      <a:pt x="147" y="137"/>
                      <a:pt x="147" y="137"/>
                    </a:cubicBezTo>
                    <a:cubicBezTo>
                      <a:pt x="147" y="59"/>
                      <a:pt x="147" y="59"/>
                      <a:pt x="147" y="59"/>
                    </a:cubicBezTo>
                    <a:cubicBezTo>
                      <a:pt x="132" y="59"/>
                      <a:pt x="132" y="59"/>
                      <a:pt x="132" y="59"/>
                    </a:cubicBezTo>
                    <a:lnTo>
                      <a:pt x="132" y="22"/>
                    </a:lnTo>
                    <a:close/>
                    <a:moveTo>
                      <a:pt x="73" y="0"/>
                    </a:moveTo>
                    <a:cubicBezTo>
                      <a:pt x="37" y="0"/>
                      <a:pt x="37" y="0"/>
                      <a:pt x="37" y="0"/>
                    </a:cubicBezTo>
                    <a:cubicBezTo>
                      <a:pt x="24" y="0"/>
                      <a:pt x="15" y="10"/>
                      <a:pt x="15" y="22"/>
                    </a:cubicBezTo>
                    <a:cubicBezTo>
                      <a:pt x="15" y="59"/>
                      <a:pt x="15" y="59"/>
                      <a:pt x="15" y="59"/>
                    </a:cubicBezTo>
                    <a:cubicBezTo>
                      <a:pt x="0" y="59"/>
                      <a:pt x="0" y="59"/>
                      <a:pt x="0" y="59"/>
                    </a:cubicBezTo>
                    <a:cubicBezTo>
                      <a:pt x="0" y="137"/>
                      <a:pt x="0" y="137"/>
                      <a:pt x="0" y="137"/>
                    </a:cubicBezTo>
                    <a:cubicBezTo>
                      <a:pt x="73" y="137"/>
                      <a:pt x="73" y="137"/>
                      <a:pt x="73" y="137"/>
                    </a:cubicBezTo>
                    <a:cubicBezTo>
                      <a:pt x="73" y="121"/>
                      <a:pt x="73" y="121"/>
                      <a:pt x="73" y="121"/>
                    </a:cubicBezTo>
                    <a:cubicBezTo>
                      <a:pt x="67" y="121"/>
                      <a:pt x="67" y="121"/>
                      <a:pt x="67" y="121"/>
                    </a:cubicBezTo>
                    <a:cubicBezTo>
                      <a:pt x="67" y="118"/>
                      <a:pt x="67" y="118"/>
                      <a:pt x="67" y="118"/>
                    </a:cubicBezTo>
                    <a:cubicBezTo>
                      <a:pt x="67" y="101"/>
                      <a:pt x="67" y="101"/>
                      <a:pt x="67" y="101"/>
                    </a:cubicBezTo>
                    <a:cubicBezTo>
                      <a:pt x="67" y="101"/>
                      <a:pt x="66" y="101"/>
                      <a:pt x="66" y="100"/>
                    </a:cubicBezTo>
                    <a:cubicBezTo>
                      <a:pt x="62" y="98"/>
                      <a:pt x="60" y="94"/>
                      <a:pt x="60" y="89"/>
                    </a:cubicBezTo>
                    <a:cubicBezTo>
                      <a:pt x="60" y="82"/>
                      <a:pt x="66" y="76"/>
                      <a:pt x="73" y="76"/>
                    </a:cubicBezTo>
                    <a:cubicBezTo>
                      <a:pt x="73" y="59"/>
                      <a:pt x="73" y="59"/>
                      <a:pt x="73" y="59"/>
                    </a:cubicBezTo>
                    <a:cubicBezTo>
                      <a:pt x="32" y="59"/>
                      <a:pt x="32" y="59"/>
                      <a:pt x="32" y="59"/>
                    </a:cubicBezTo>
                    <a:cubicBezTo>
                      <a:pt x="32" y="59"/>
                      <a:pt x="32" y="59"/>
                      <a:pt x="32" y="59"/>
                    </a:cubicBezTo>
                    <a:cubicBezTo>
                      <a:pt x="32" y="22"/>
                      <a:pt x="32" y="22"/>
                      <a:pt x="32" y="22"/>
                    </a:cubicBezTo>
                    <a:cubicBezTo>
                      <a:pt x="32" y="20"/>
                      <a:pt x="34" y="18"/>
                      <a:pt x="37" y="18"/>
                    </a:cubicBezTo>
                    <a:cubicBezTo>
                      <a:pt x="73" y="18"/>
                      <a:pt x="73" y="18"/>
                      <a:pt x="73" y="18"/>
                    </a:cubicBez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5" name="Freeform 91"/>
              <p:cNvSpPr>
                <a:spLocks/>
              </p:cNvSpPr>
              <p:nvPr/>
            </p:nvSpPr>
            <p:spPr bwMode="auto">
              <a:xfrm>
                <a:off x="-3670300" y="-409575"/>
                <a:ext cx="588963" cy="495300"/>
              </a:xfrm>
              <a:custGeom>
                <a:avLst/>
                <a:gdLst>
                  <a:gd name="T0" fmla="*/ 105 w 157"/>
                  <a:gd name="T1" fmla="*/ 0 h 132"/>
                  <a:gd name="T2" fmla="*/ 56 w 157"/>
                  <a:gd name="T3" fmla="*/ 0 h 132"/>
                  <a:gd name="T4" fmla="*/ 0 w 157"/>
                  <a:gd name="T5" fmla="*/ 47 h 132"/>
                  <a:gd name="T6" fmla="*/ 15 w 157"/>
                  <a:gd name="T7" fmla="*/ 69 h 132"/>
                  <a:gd name="T8" fmla="*/ 35 w 157"/>
                  <a:gd name="T9" fmla="*/ 49 h 132"/>
                  <a:gd name="T10" fmla="*/ 35 w 157"/>
                  <a:gd name="T11" fmla="*/ 132 h 132"/>
                  <a:gd name="T12" fmla="*/ 79 w 157"/>
                  <a:gd name="T13" fmla="*/ 132 h 132"/>
                  <a:gd name="T14" fmla="*/ 122 w 157"/>
                  <a:gd name="T15" fmla="*/ 132 h 132"/>
                  <a:gd name="T16" fmla="*/ 122 w 157"/>
                  <a:gd name="T17" fmla="*/ 49 h 132"/>
                  <a:gd name="T18" fmla="*/ 142 w 157"/>
                  <a:gd name="T19" fmla="*/ 69 h 132"/>
                  <a:gd name="T20" fmla="*/ 157 w 157"/>
                  <a:gd name="T21" fmla="*/ 47 h 132"/>
                  <a:gd name="T22" fmla="*/ 105 w 157"/>
                  <a:gd name="T2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132">
                    <a:moveTo>
                      <a:pt x="105" y="0"/>
                    </a:moveTo>
                    <a:cubicBezTo>
                      <a:pt x="97" y="14"/>
                      <a:pt x="64" y="14"/>
                      <a:pt x="56" y="0"/>
                    </a:cubicBezTo>
                    <a:cubicBezTo>
                      <a:pt x="56" y="0"/>
                      <a:pt x="8" y="27"/>
                      <a:pt x="0" y="47"/>
                    </a:cubicBezTo>
                    <a:cubicBezTo>
                      <a:pt x="15" y="69"/>
                      <a:pt x="15" y="69"/>
                      <a:pt x="15" y="69"/>
                    </a:cubicBezTo>
                    <a:cubicBezTo>
                      <a:pt x="15" y="69"/>
                      <a:pt x="29" y="54"/>
                      <a:pt x="35" y="49"/>
                    </a:cubicBezTo>
                    <a:cubicBezTo>
                      <a:pt x="35" y="132"/>
                      <a:pt x="35" y="132"/>
                      <a:pt x="35" y="132"/>
                    </a:cubicBezTo>
                    <a:cubicBezTo>
                      <a:pt x="79" y="132"/>
                      <a:pt x="79" y="132"/>
                      <a:pt x="79" y="132"/>
                    </a:cubicBezTo>
                    <a:cubicBezTo>
                      <a:pt x="122" y="132"/>
                      <a:pt x="122" y="132"/>
                      <a:pt x="122" y="132"/>
                    </a:cubicBezTo>
                    <a:cubicBezTo>
                      <a:pt x="122" y="49"/>
                      <a:pt x="122" y="49"/>
                      <a:pt x="122" y="49"/>
                    </a:cubicBezTo>
                    <a:cubicBezTo>
                      <a:pt x="128" y="54"/>
                      <a:pt x="142" y="69"/>
                      <a:pt x="142" y="69"/>
                    </a:cubicBezTo>
                    <a:cubicBezTo>
                      <a:pt x="157" y="47"/>
                      <a:pt x="157" y="47"/>
                      <a:pt x="157" y="47"/>
                    </a:cubicBezTo>
                    <a:cubicBezTo>
                      <a:pt x="149" y="27"/>
                      <a:pt x="105" y="0"/>
                      <a:pt x="1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6" name="Freeform 92"/>
              <p:cNvSpPr>
                <a:spLocks/>
              </p:cNvSpPr>
              <p:nvPr/>
            </p:nvSpPr>
            <p:spPr bwMode="auto">
              <a:xfrm>
                <a:off x="-3452813" y="-431800"/>
                <a:ext cx="165100" cy="49213"/>
              </a:xfrm>
              <a:custGeom>
                <a:avLst/>
                <a:gdLst>
                  <a:gd name="T0" fmla="*/ 22 w 44"/>
                  <a:gd name="T1" fmla="*/ 13 h 13"/>
                  <a:gd name="T2" fmla="*/ 44 w 44"/>
                  <a:gd name="T3" fmla="*/ 4 h 13"/>
                  <a:gd name="T4" fmla="*/ 43 w 44"/>
                  <a:gd name="T5" fmla="*/ 1 h 13"/>
                  <a:gd name="T6" fmla="*/ 40 w 44"/>
                  <a:gd name="T7" fmla="*/ 2 h 13"/>
                  <a:gd name="T8" fmla="*/ 22 w 44"/>
                  <a:gd name="T9" fmla="*/ 8 h 13"/>
                  <a:gd name="T10" fmla="*/ 5 w 44"/>
                  <a:gd name="T11" fmla="*/ 2 h 13"/>
                  <a:gd name="T12" fmla="*/ 2 w 44"/>
                  <a:gd name="T13" fmla="*/ 1 h 13"/>
                  <a:gd name="T14" fmla="*/ 1 w 44"/>
                  <a:gd name="T15" fmla="*/ 4 h 13"/>
                  <a:gd name="T16" fmla="*/ 22 w 4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3">
                    <a:moveTo>
                      <a:pt x="22" y="13"/>
                    </a:moveTo>
                    <a:cubicBezTo>
                      <a:pt x="32" y="13"/>
                      <a:pt x="41" y="9"/>
                      <a:pt x="44" y="4"/>
                    </a:cubicBezTo>
                    <a:cubicBezTo>
                      <a:pt x="44" y="3"/>
                      <a:pt x="44" y="1"/>
                      <a:pt x="43" y="1"/>
                    </a:cubicBezTo>
                    <a:cubicBezTo>
                      <a:pt x="42" y="0"/>
                      <a:pt x="40" y="0"/>
                      <a:pt x="40" y="2"/>
                    </a:cubicBezTo>
                    <a:cubicBezTo>
                      <a:pt x="38" y="5"/>
                      <a:pt x="31" y="8"/>
                      <a:pt x="22" y="8"/>
                    </a:cubicBezTo>
                    <a:cubicBezTo>
                      <a:pt x="13" y="8"/>
                      <a:pt x="7" y="5"/>
                      <a:pt x="5" y="2"/>
                    </a:cubicBezTo>
                    <a:cubicBezTo>
                      <a:pt x="4" y="0"/>
                      <a:pt x="3" y="0"/>
                      <a:pt x="2" y="1"/>
                    </a:cubicBezTo>
                    <a:cubicBezTo>
                      <a:pt x="0" y="1"/>
                      <a:pt x="0" y="3"/>
                      <a:pt x="1" y="4"/>
                    </a:cubicBezTo>
                    <a:cubicBezTo>
                      <a:pt x="4" y="9"/>
                      <a:pt x="12" y="13"/>
                      <a:pt x="2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7" name="Freeform 93"/>
              <p:cNvSpPr>
                <a:spLocks/>
              </p:cNvSpPr>
              <p:nvPr/>
            </p:nvSpPr>
            <p:spPr bwMode="auto">
              <a:xfrm>
                <a:off x="-3986213" y="5511800"/>
                <a:ext cx="187325" cy="211138"/>
              </a:xfrm>
              <a:custGeom>
                <a:avLst/>
                <a:gdLst>
                  <a:gd name="T0" fmla="*/ 32 w 50"/>
                  <a:gd name="T1" fmla="*/ 0 h 56"/>
                  <a:gd name="T2" fmla="*/ 13 w 50"/>
                  <a:gd name="T3" fmla="*/ 15 h 56"/>
                  <a:gd name="T4" fmla="*/ 6 w 50"/>
                  <a:gd name="T5" fmla="*/ 17 h 56"/>
                  <a:gd name="T6" fmla="*/ 6 w 50"/>
                  <a:gd name="T7" fmla="*/ 17 h 56"/>
                  <a:gd name="T8" fmla="*/ 13 w 50"/>
                  <a:gd name="T9" fmla="*/ 51 h 56"/>
                  <a:gd name="T10" fmla="*/ 44 w 50"/>
                  <a:gd name="T11" fmla="*/ 35 h 56"/>
                  <a:gd name="T12" fmla="*/ 37 w 50"/>
                  <a:gd name="T13" fmla="*/ 2 h 56"/>
                  <a:gd name="T14" fmla="*/ 32 w 50"/>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56">
                    <a:moveTo>
                      <a:pt x="32" y="0"/>
                    </a:moveTo>
                    <a:cubicBezTo>
                      <a:pt x="28" y="7"/>
                      <a:pt x="21" y="12"/>
                      <a:pt x="13" y="15"/>
                    </a:cubicBezTo>
                    <a:cubicBezTo>
                      <a:pt x="11" y="16"/>
                      <a:pt x="9" y="16"/>
                      <a:pt x="6" y="17"/>
                    </a:cubicBezTo>
                    <a:cubicBezTo>
                      <a:pt x="6" y="17"/>
                      <a:pt x="6" y="17"/>
                      <a:pt x="6" y="17"/>
                    </a:cubicBezTo>
                    <a:cubicBezTo>
                      <a:pt x="0" y="31"/>
                      <a:pt x="3" y="46"/>
                      <a:pt x="13" y="51"/>
                    </a:cubicBezTo>
                    <a:cubicBezTo>
                      <a:pt x="24" y="56"/>
                      <a:pt x="38" y="49"/>
                      <a:pt x="44" y="35"/>
                    </a:cubicBezTo>
                    <a:cubicBezTo>
                      <a:pt x="50" y="21"/>
                      <a:pt x="47" y="6"/>
                      <a:pt x="37" y="2"/>
                    </a:cubicBezTo>
                    <a:cubicBezTo>
                      <a:pt x="35" y="1"/>
                      <a:pt x="34"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8" name="Freeform 94"/>
              <p:cNvSpPr>
                <a:spLocks/>
              </p:cNvSpPr>
              <p:nvPr/>
            </p:nvSpPr>
            <p:spPr bwMode="auto">
              <a:xfrm>
                <a:off x="-4222750" y="5264150"/>
                <a:ext cx="379413" cy="300038"/>
              </a:xfrm>
              <a:custGeom>
                <a:avLst/>
                <a:gdLst>
                  <a:gd name="T0" fmla="*/ 35 w 101"/>
                  <a:gd name="T1" fmla="*/ 73 h 80"/>
                  <a:gd name="T2" fmla="*/ 73 w 101"/>
                  <a:gd name="T3" fmla="*/ 76 h 80"/>
                  <a:gd name="T4" fmla="*/ 75 w 101"/>
                  <a:gd name="T5" fmla="*/ 76 h 80"/>
                  <a:gd name="T6" fmla="*/ 89 w 101"/>
                  <a:gd name="T7" fmla="*/ 66 h 80"/>
                  <a:gd name="T8" fmla="*/ 93 w 101"/>
                  <a:gd name="T9" fmla="*/ 60 h 80"/>
                  <a:gd name="T10" fmla="*/ 66 w 101"/>
                  <a:gd name="T11" fmla="*/ 7 h 80"/>
                  <a:gd name="T12" fmla="*/ 26 w 101"/>
                  <a:gd name="T13" fmla="*/ 4 h 80"/>
                  <a:gd name="T14" fmla="*/ 8 w 101"/>
                  <a:gd name="T15" fmla="*/ 20 h 80"/>
                  <a:gd name="T16" fmla="*/ 35 w 101"/>
                  <a:gd name="T17"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35" y="73"/>
                    </a:moveTo>
                    <a:cubicBezTo>
                      <a:pt x="48" y="79"/>
                      <a:pt x="62" y="80"/>
                      <a:pt x="73" y="76"/>
                    </a:cubicBezTo>
                    <a:cubicBezTo>
                      <a:pt x="74" y="76"/>
                      <a:pt x="74" y="76"/>
                      <a:pt x="75" y="76"/>
                    </a:cubicBezTo>
                    <a:cubicBezTo>
                      <a:pt x="80" y="74"/>
                      <a:pt x="85" y="71"/>
                      <a:pt x="89" y="66"/>
                    </a:cubicBezTo>
                    <a:cubicBezTo>
                      <a:pt x="91" y="64"/>
                      <a:pt x="92" y="62"/>
                      <a:pt x="93" y="60"/>
                    </a:cubicBezTo>
                    <a:cubicBezTo>
                      <a:pt x="101" y="42"/>
                      <a:pt x="89" y="18"/>
                      <a:pt x="66" y="7"/>
                    </a:cubicBezTo>
                    <a:cubicBezTo>
                      <a:pt x="52" y="1"/>
                      <a:pt x="38" y="0"/>
                      <a:pt x="26" y="4"/>
                    </a:cubicBezTo>
                    <a:cubicBezTo>
                      <a:pt x="18" y="7"/>
                      <a:pt x="12" y="13"/>
                      <a:pt x="8" y="20"/>
                    </a:cubicBezTo>
                    <a:cubicBezTo>
                      <a:pt x="0" y="38"/>
                      <a:pt x="12" y="62"/>
                      <a:pt x="35"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9" name="Freeform 95"/>
              <p:cNvSpPr>
                <a:spLocks/>
              </p:cNvSpPr>
              <p:nvPr/>
            </p:nvSpPr>
            <p:spPr bwMode="auto">
              <a:xfrm>
                <a:off x="-3752850" y="5448300"/>
                <a:ext cx="220663" cy="165100"/>
              </a:xfrm>
              <a:custGeom>
                <a:avLst/>
                <a:gdLst>
                  <a:gd name="T0" fmla="*/ 54 w 59"/>
                  <a:gd name="T1" fmla="*/ 31 h 44"/>
                  <a:gd name="T2" fmla="*/ 38 w 59"/>
                  <a:gd name="T3" fmla="*/ 0 h 44"/>
                  <a:gd name="T4" fmla="*/ 38 w 59"/>
                  <a:gd name="T5" fmla="*/ 0 h 44"/>
                  <a:gd name="T6" fmla="*/ 31 w 59"/>
                  <a:gd name="T7" fmla="*/ 3 h 44"/>
                  <a:gd name="T8" fmla="*/ 7 w 59"/>
                  <a:gd name="T9" fmla="*/ 4 h 44"/>
                  <a:gd name="T10" fmla="*/ 5 w 59"/>
                  <a:gd name="T11" fmla="*/ 8 h 44"/>
                  <a:gd name="T12" fmla="*/ 21 w 59"/>
                  <a:gd name="T13" fmla="*/ 38 h 44"/>
                  <a:gd name="T14" fmla="*/ 54 w 59"/>
                  <a:gd name="T15" fmla="*/ 3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44">
                    <a:moveTo>
                      <a:pt x="54" y="31"/>
                    </a:moveTo>
                    <a:cubicBezTo>
                      <a:pt x="59" y="20"/>
                      <a:pt x="52" y="7"/>
                      <a:pt x="38" y="0"/>
                    </a:cubicBezTo>
                    <a:cubicBezTo>
                      <a:pt x="38" y="0"/>
                      <a:pt x="38" y="0"/>
                      <a:pt x="38" y="0"/>
                    </a:cubicBezTo>
                    <a:cubicBezTo>
                      <a:pt x="36" y="1"/>
                      <a:pt x="33" y="2"/>
                      <a:pt x="31" y="3"/>
                    </a:cubicBezTo>
                    <a:cubicBezTo>
                      <a:pt x="23" y="6"/>
                      <a:pt x="15" y="6"/>
                      <a:pt x="7" y="4"/>
                    </a:cubicBezTo>
                    <a:cubicBezTo>
                      <a:pt x="6" y="5"/>
                      <a:pt x="6" y="6"/>
                      <a:pt x="5" y="8"/>
                    </a:cubicBezTo>
                    <a:cubicBezTo>
                      <a:pt x="0" y="18"/>
                      <a:pt x="7" y="32"/>
                      <a:pt x="21" y="38"/>
                    </a:cubicBezTo>
                    <a:cubicBezTo>
                      <a:pt x="34" y="44"/>
                      <a:pt x="49" y="41"/>
                      <a:pt x="5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0" name="Freeform 96"/>
              <p:cNvSpPr>
                <a:spLocks/>
              </p:cNvSpPr>
              <p:nvPr/>
            </p:nvSpPr>
            <p:spPr bwMode="auto">
              <a:xfrm>
                <a:off x="-3824288" y="5106988"/>
                <a:ext cx="330200" cy="344488"/>
              </a:xfrm>
              <a:custGeom>
                <a:avLst/>
                <a:gdLst>
                  <a:gd name="T0" fmla="*/ 64 w 88"/>
                  <a:gd name="T1" fmla="*/ 4 h 92"/>
                  <a:gd name="T2" fmla="*/ 40 w 88"/>
                  <a:gd name="T3" fmla="*/ 3 h 92"/>
                  <a:gd name="T4" fmla="*/ 11 w 88"/>
                  <a:gd name="T5" fmla="*/ 31 h 92"/>
                  <a:gd name="T6" fmla="*/ 24 w 88"/>
                  <a:gd name="T7" fmla="*/ 89 h 92"/>
                  <a:gd name="T8" fmla="*/ 31 w 88"/>
                  <a:gd name="T9" fmla="*/ 91 h 92"/>
                  <a:gd name="T10" fmla="*/ 48 w 88"/>
                  <a:gd name="T11" fmla="*/ 89 h 92"/>
                  <a:gd name="T12" fmla="*/ 50 w 88"/>
                  <a:gd name="T13" fmla="*/ 89 h 92"/>
                  <a:gd name="T14" fmla="*/ 77 w 88"/>
                  <a:gd name="T15" fmla="*/ 62 h 92"/>
                  <a:gd name="T16" fmla="*/ 64 w 88"/>
                  <a:gd name="T17"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92">
                    <a:moveTo>
                      <a:pt x="64" y="4"/>
                    </a:moveTo>
                    <a:cubicBezTo>
                      <a:pt x="57" y="0"/>
                      <a:pt x="48" y="0"/>
                      <a:pt x="40" y="3"/>
                    </a:cubicBezTo>
                    <a:cubicBezTo>
                      <a:pt x="29" y="7"/>
                      <a:pt x="18" y="17"/>
                      <a:pt x="11" y="31"/>
                    </a:cubicBezTo>
                    <a:cubicBezTo>
                      <a:pt x="0" y="54"/>
                      <a:pt x="6" y="80"/>
                      <a:pt x="24" y="89"/>
                    </a:cubicBezTo>
                    <a:cubicBezTo>
                      <a:pt x="27" y="90"/>
                      <a:pt x="29" y="90"/>
                      <a:pt x="31" y="91"/>
                    </a:cubicBezTo>
                    <a:cubicBezTo>
                      <a:pt x="37" y="92"/>
                      <a:pt x="43" y="91"/>
                      <a:pt x="48" y="89"/>
                    </a:cubicBezTo>
                    <a:cubicBezTo>
                      <a:pt x="49" y="89"/>
                      <a:pt x="49" y="89"/>
                      <a:pt x="50" y="89"/>
                    </a:cubicBezTo>
                    <a:cubicBezTo>
                      <a:pt x="61" y="84"/>
                      <a:pt x="71" y="75"/>
                      <a:pt x="77" y="62"/>
                    </a:cubicBezTo>
                    <a:cubicBezTo>
                      <a:pt x="88" y="38"/>
                      <a:pt x="82" y="12"/>
                      <a:pt x="6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1" name="Freeform 97"/>
              <p:cNvSpPr>
                <a:spLocks/>
              </p:cNvSpPr>
              <p:nvPr/>
            </p:nvSpPr>
            <p:spPr bwMode="auto">
              <a:xfrm>
                <a:off x="-3944938" y="5203825"/>
                <a:ext cx="225425" cy="439738"/>
              </a:xfrm>
              <a:custGeom>
                <a:avLst/>
                <a:gdLst>
                  <a:gd name="T0" fmla="*/ 30 w 60"/>
                  <a:gd name="T1" fmla="*/ 6 h 117"/>
                  <a:gd name="T2" fmla="*/ 25 w 60"/>
                  <a:gd name="T3" fmla="*/ 3 h 117"/>
                  <a:gd name="T4" fmla="*/ 21 w 60"/>
                  <a:gd name="T5" fmla="*/ 17 h 117"/>
                  <a:gd name="T6" fmla="*/ 19 w 60"/>
                  <a:gd name="T7" fmla="*/ 17 h 117"/>
                  <a:gd name="T8" fmla="*/ 17 w 60"/>
                  <a:gd name="T9" fmla="*/ 18 h 117"/>
                  <a:gd name="T10" fmla="*/ 5 w 60"/>
                  <a:gd name="T11" fmla="*/ 11 h 117"/>
                  <a:gd name="T12" fmla="*/ 3 w 60"/>
                  <a:gd name="T13" fmla="*/ 15 h 117"/>
                  <a:gd name="T14" fmla="*/ 14 w 60"/>
                  <a:gd name="T15" fmla="*/ 23 h 117"/>
                  <a:gd name="T16" fmla="*/ 15 w 60"/>
                  <a:gd name="T17" fmla="*/ 26 h 117"/>
                  <a:gd name="T18" fmla="*/ 20 w 60"/>
                  <a:gd name="T19" fmla="*/ 41 h 117"/>
                  <a:gd name="T20" fmla="*/ 26 w 60"/>
                  <a:gd name="T21" fmla="*/ 59 h 117"/>
                  <a:gd name="T22" fmla="*/ 45 w 60"/>
                  <a:gd name="T23" fmla="*/ 112 h 117"/>
                  <a:gd name="T24" fmla="*/ 54 w 60"/>
                  <a:gd name="T25" fmla="*/ 116 h 117"/>
                  <a:gd name="T26" fmla="*/ 59 w 60"/>
                  <a:gd name="T27" fmla="*/ 107 h 117"/>
                  <a:gd name="T28" fmla="*/ 40 w 60"/>
                  <a:gd name="T29" fmla="*/ 55 h 117"/>
                  <a:gd name="T30" fmla="*/ 33 w 60"/>
                  <a:gd name="T31" fmla="*/ 37 h 117"/>
                  <a:gd name="T32" fmla="*/ 28 w 60"/>
                  <a:gd name="T33" fmla="*/ 21 h 117"/>
                  <a:gd name="T34" fmla="*/ 26 w 60"/>
                  <a:gd name="T35" fmla="*/ 19 h 117"/>
                  <a:gd name="T36" fmla="*/ 30 w 60"/>
                  <a:gd name="T37" fmla="*/ 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117">
                    <a:moveTo>
                      <a:pt x="30" y="6"/>
                    </a:moveTo>
                    <a:cubicBezTo>
                      <a:pt x="31" y="3"/>
                      <a:pt x="27" y="0"/>
                      <a:pt x="25" y="3"/>
                    </a:cubicBezTo>
                    <a:cubicBezTo>
                      <a:pt x="23" y="8"/>
                      <a:pt x="22" y="12"/>
                      <a:pt x="21" y="17"/>
                    </a:cubicBezTo>
                    <a:cubicBezTo>
                      <a:pt x="20" y="17"/>
                      <a:pt x="20" y="17"/>
                      <a:pt x="19" y="17"/>
                    </a:cubicBezTo>
                    <a:cubicBezTo>
                      <a:pt x="18" y="17"/>
                      <a:pt x="17" y="18"/>
                      <a:pt x="17" y="18"/>
                    </a:cubicBezTo>
                    <a:cubicBezTo>
                      <a:pt x="13" y="15"/>
                      <a:pt x="10" y="12"/>
                      <a:pt x="5" y="11"/>
                    </a:cubicBezTo>
                    <a:cubicBezTo>
                      <a:pt x="2" y="9"/>
                      <a:pt x="0" y="14"/>
                      <a:pt x="3" y="15"/>
                    </a:cubicBezTo>
                    <a:cubicBezTo>
                      <a:pt x="7" y="17"/>
                      <a:pt x="11" y="20"/>
                      <a:pt x="14" y="23"/>
                    </a:cubicBezTo>
                    <a:cubicBezTo>
                      <a:pt x="14" y="24"/>
                      <a:pt x="14" y="25"/>
                      <a:pt x="15" y="26"/>
                    </a:cubicBezTo>
                    <a:cubicBezTo>
                      <a:pt x="20" y="41"/>
                      <a:pt x="20" y="41"/>
                      <a:pt x="20" y="41"/>
                    </a:cubicBezTo>
                    <a:cubicBezTo>
                      <a:pt x="26" y="59"/>
                      <a:pt x="26" y="59"/>
                      <a:pt x="26" y="59"/>
                    </a:cubicBezTo>
                    <a:cubicBezTo>
                      <a:pt x="45" y="112"/>
                      <a:pt x="45" y="112"/>
                      <a:pt x="45" y="112"/>
                    </a:cubicBezTo>
                    <a:cubicBezTo>
                      <a:pt x="47" y="116"/>
                      <a:pt x="51" y="117"/>
                      <a:pt x="54" y="116"/>
                    </a:cubicBezTo>
                    <a:cubicBezTo>
                      <a:pt x="58" y="115"/>
                      <a:pt x="60" y="111"/>
                      <a:pt x="59" y="107"/>
                    </a:cubicBezTo>
                    <a:cubicBezTo>
                      <a:pt x="40" y="55"/>
                      <a:pt x="40" y="55"/>
                      <a:pt x="40" y="55"/>
                    </a:cubicBezTo>
                    <a:cubicBezTo>
                      <a:pt x="33" y="37"/>
                      <a:pt x="33" y="37"/>
                      <a:pt x="33" y="37"/>
                    </a:cubicBezTo>
                    <a:cubicBezTo>
                      <a:pt x="28" y="21"/>
                      <a:pt x="28" y="21"/>
                      <a:pt x="28" y="21"/>
                    </a:cubicBezTo>
                    <a:cubicBezTo>
                      <a:pt x="27" y="20"/>
                      <a:pt x="27" y="19"/>
                      <a:pt x="26" y="19"/>
                    </a:cubicBezTo>
                    <a:cubicBezTo>
                      <a:pt x="26" y="14"/>
                      <a:pt x="28" y="10"/>
                      <a:pt x="3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2" name="Freeform 98"/>
              <p:cNvSpPr>
                <a:spLocks/>
              </p:cNvSpPr>
              <p:nvPr/>
            </p:nvSpPr>
            <p:spPr bwMode="auto">
              <a:xfrm>
                <a:off x="-6589713" y="4914900"/>
                <a:ext cx="206375" cy="307975"/>
              </a:xfrm>
              <a:custGeom>
                <a:avLst/>
                <a:gdLst>
                  <a:gd name="T0" fmla="*/ 130 w 130"/>
                  <a:gd name="T1" fmla="*/ 35 h 194"/>
                  <a:gd name="T2" fmla="*/ 99 w 130"/>
                  <a:gd name="T3" fmla="*/ 35 h 194"/>
                  <a:gd name="T4" fmla="*/ 116 w 130"/>
                  <a:gd name="T5" fmla="*/ 0 h 194"/>
                  <a:gd name="T6" fmla="*/ 73 w 130"/>
                  <a:gd name="T7" fmla="*/ 0 h 194"/>
                  <a:gd name="T8" fmla="*/ 68 w 130"/>
                  <a:gd name="T9" fmla="*/ 0 h 194"/>
                  <a:gd name="T10" fmla="*/ 49 w 130"/>
                  <a:gd name="T11" fmla="*/ 0 h 194"/>
                  <a:gd name="T12" fmla="*/ 9 w 130"/>
                  <a:gd name="T13" fmla="*/ 83 h 194"/>
                  <a:gd name="T14" fmla="*/ 45 w 130"/>
                  <a:gd name="T15" fmla="*/ 83 h 194"/>
                  <a:gd name="T16" fmla="*/ 0 w 130"/>
                  <a:gd name="T17" fmla="*/ 194 h 194"/>
                  <a:gd name="T18" fmla="*/ 130 w 130"/>
                  <a:gd name="T19" fmla="*/ 3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94">
                    <a:moveTo>
                      <a:pt x="130" y="35"/>
                    </a:moveTo>
                    <a:lnTo>
                      <a:pt x="99" y="35"/>
                    </a:lnTo>
                    <a:lnTo>
                      <a:pt x="116" y="0"/>
                    </a:lnTo>
                    <a:lnTo>
                      <a:pt x="73" y="0"/>
                    </a:lnTo>
                    <a:lnTo>
                      <a:pt x="68" y="0"/>
                    </a:lnTo>
                    <a:lnTo>
                      <a:pt x="49" y="0"/>
                    </a:lnTo>
                    <a:lnTo>
                      <a:pt x="9" y="83"/>
                    </a:lnTo>
                    <a:lnTo>
                      <a:pt x="45" y="83"/>
                    </a:lnTo>
                    <a:lnTo>
                      <a:pt x="0" y="194"/>
                    </a:lnTo>
                    <a:lnTo>
                      <a:pt x="130"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3" name="Freeform 99"/>
              <p:cNvSpPr>
                <a:spLocks/>
              </p:cNvSpPr>
              <p:nvPr/>
            </p:nvSpPr>
            <p:spPr bwMode="auto">
              <a:xfrm>
                <a:off x="-6707188" y="4551363"/>
                <a:ext cx="563563" cy="344488"/>
              </a:xfrm>
              <a:custGeom>
                <a:avLst/>
                <a:gdLst>
                  <a:gd name="T0" fmla="*/ 0 w 150"/>
                  <a:gd name="T1" fmla="*/ 76 h 92"/>
                  <a:gd name="T2" fmla="*/ 16 w 150"/>
                  <a:gd name="T3" fmla="*/ 92 h 92"/>
                  <a:gd name="T4" fmla="*/ 54 w 150"/>
                  <a:gd name="T5" fmla="*/ 92 h 92"/>
                  <a:gd name="T6" fmla="*/ 60 w 150"/>
                  <a:gd name="T7" fmla="*/ 92 h 92"/>
                  <a:gd name="T8" fmla="*/ 62 w 150"/>
                  <a:gd name="T9" fmla="*/ 92 h 92"/>
                  <a:gd name="T10" fmla="*/ 83 w 150"/>
                  <a:gd name="T11" fmla="*/ 92 h 92"/>
                  <a:gd name="T12" fmla="*/ 124 w 150"/>
                  <a:gd name="T13" fmla="*/ 92 h 92"/>
                  <a:gd name="T14" fmla="*/ 150 w 150"/>
                  <a:gd name="T15" fmla="*/ 66 h 92"/>
                  <a:gd name="T16" fmla="*/ 124 w 150"/>
                  <a:gd name="T17" fmla="*/ 39 h 92"/>
                  <a:gd name="T18" fmla="*/ 106 w 150"/>
                  <a:gd name="T19" fmla="*/ 45 h 92"/>
                  <a:gd name="T20" fmla="*/ 60 w 150"/>
                  <a:gd name="T21" fmla="*/ 0 h 92"/>
                  <a:gd name="T22" fmla="*/ 14 w 150"/>
                  <a:gd name="T23" fmla="*/ 46 h 92"/>
                  <a:gd name="T24" fmla="*/ 16 w 150"/>
                  <a:gd name="T25" fmla="*/ 60 h 92"/>
                  <a:gd name="T26" fmla="*/ 0 w 150"/>
                  <a:gd name="T27" fmla="*/ 7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92">
                    <a:moveTo>
                      <a:pt x="0" y="76"/>
                    </a:moveTo>
                    <a:cubicBezTo>
                      <a:pt x="0" y="85"/>
                      <a:pt x="7" y="92"/>
                      <a:pt x="16" y="92"/>
                    </a:cubicBezTo>
                    <a:cubicBezTo>
                      <a:pt x="54" y="92"/>
                      <a:pt x="54" y="92"/>
                      <a:pt x="54" y="92"/>
                    </a:cubicBezTo>
                    <a:cubicBezTo>
                      <a:pt x="60" y="92"/>
                      <a:pt x="60" y="92"/>
                      <a:pt x="60" y="92"/>
                    </a:cubicBezTo>
                    <a:cubicBezTo>
                      <a:pt x="62" y="92"/>
                      <a:pt x="62" y="92"/>
                      <a:pt x="62" y="92"/>
                    </a:cubicBezTo>
                    <a:cubicBezTo>
                      <a:pt x="83" y="92"/>
                      <a:pt x="83" y="92"/>
                      <a:pt x="83" y="92"/>
                    </a:cubicBezTo>
                    <a:cubicBezTo>
                      <a:pt x="124" y="92"/>
                      <a:pt x="124" y="92"/>
                      <a:pt x="124" y="92"/>
                    </a:cubicBezTo>
                    <a:cubicBezTo>
                      <a:pt x="138" y="92"/>
                      <a:pt x="150" y="80"/>
                      <a:pt x="150" y="66"/>
                    </a:cubicBezTo>
                    <a:cubicBezTo>
                      <a:pt x="150" y="51"/>
                      <a:pt x="138" y="39"/>
                      <a:pt x="124" y="39"/>
                    </a:cubicBezTo>
                    <a:cubicBezTo>
                      <a:pt x="117" y="39"/>
                      <a:pt x="111" y="41"/>
                      <a:pt x="106" y="45"/>
                    </a:cubicBezTo>
                    <a:cubicBezTo>
                      <a:pt x="106" y="20"/>
                      <a:pt x="85" y="0"/>
                      <a:pt x="60" y="0"/>
                    </a:cubicBezTo>
                    <a:cubicBezTo>
                      <a:pt x="34" y="0"/>
                      <a:pt x="14" y="21"/>
                      <a:pt x="14" y="46"/>
                    </a:cubicBezTo>
                    <a:cubicBezTo>
                      <a:pt x="14" y="51"/>
                      <a:pt x="14" y="55"/>
                      <a:pt x="16" y="60"/>
                    </a:cubicBezTo>
                    <a:cubicBezTo>
                      <a:pt x="7" y="60"/>
                      <a:pt x="0" y="67"/>
                      <a:pt x="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4" name="Freeform 100"/>
              <p:cNvSpPr>
                <a:spLocks noEditPoints="1"/>
              </p:cNvSpPr>
              <p:nvPr/>
            </p:nvSpPr>
            <p:spPr bwMode="auto">
              <a:xfrm>
                <a:off x="-2974975" y="3567113"/>
                <a:ext cx="649288" cy="322263"/>
              </a:xfrm>
              <a:custGeom>
                <a:avLst/>
                <a:gdLst>
                  <a:gd name="T0" fmla="*/ 149 w 173"/>
                  <a:gd name="T1" fmla="*/ 61 h 86"/>
                  <a:gd name="T2" fmla="*/ 173 w 173"/>
                  <a:gd name="T3" fmla="*/ 31 h 86"/>
                  <a:gd name="T4" fmla="*/ 149 w 173"/>
                  <a:gd name="T5" fmla="*/ 1 h 86"/>
                  <a:gd name="T6" fmla="*/ 149 w 173"/>
                  <a:gd name="T7" fmla="*/ 15 h 86"/>
                  <a:gd name="T8" fmla="*/ 160 w 173"/>
                  <a:gd name="T9" fmla="*/ 31 h 86"/>
                  <a:gd name="T10" fmla="*/ 149 w 173"/>
                  <a:gd name="T11" fmla="*/ 47 h 86"/>
                  <a:gd name="T12" fmla="*/ 149 w 173"/>
                  <a:gd name="T13" fmla="*/ 61 h 86"/>
                  <a:gd name="T14" fmla="*/ 73 w 173"/>
                  <a:gd name="T15" fmla="*/ 86 h 86"/>
                  <a:gd name="T16" fmla="*/ 130 w 173"/>
                  <a:gd name="T17" fmla="*/ 59 h 86"/>
                  <a:gd name="T18" fmla="*/ 143 w 173"/>
                  <a:gd name="T19" fmla="*/ 61 h 86"/>
                  <a:gd name="T20" fmla="*/ 149 w 173"/>
                  <a:gd name="T21" fmla="*/ 61 h 86"/>
                  <a:gd name="T22" fmla="*/ 149 w 173"/>
                  <a:gd name="T23" fmla="*/ 47 h 86"/>
                  <a:gd name="T24" fmla="*/ 143 w 173"/>
                  <a:gd name="T25" fmla="*/ 48 h 86"/>
                  <a:gd name="T26" fmla="*/ 137 w 173"/>
                  <a:gd name="T27" fmla="*/ 47 h 86"/>
                  <a:gd name="T28" fmla="*/ 145 w 173"/>
                  <a:gd name="T29" fmla="*/ 14 h 86"/>
                  <a:gd name="T30" fmla="*/ 145 w 173"/>
                  <a:gd name="T31" fmla="*/ 14 h 86"/>
                  <a:gd name="T32" fmla="*/ 145 w 173"/>
                  <a:gd name="T33" fmla="*/ 14 h 86"/>
                  <a:gd name="T34" fmla="*/ 149 w 173"/>
                  <a:gd name="T35" fmla="*/ 15 h 86"/>
                  <a:gd name="T36" fmla="*/ 149 w 173"/>
                  <a:gd name="T37" fmla="*/ 1 h 86"/>
                  <a:gd name="T38" fmla="*/ 144 w 173"/>
                  <a:gd name="T39" fmla="*/ 0 h 86"/>
                  <a:gd name="T40" fmla="*/ 144 w 173"/>
                  <a:gd name="T41" fmla="*/ 0 h 86"/>
                  <a:gd name="T42" fmla="*/ 2 w 173"/>
                  <a:gd name="T43" fmla="*/ 0 h 86"/>
                  <a:gd name="T44" fmla="*/ 0 w 173"/>
                  <a:gd name="T45" fmla="*/ 14 h 86"/>
                  <a:gd name="T46" fmla="*/ 73 w 173"/>
                  <a:gd name="T4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3" h="86">
                    <a:moveTo>
                      <a:pt x="149" y="61"/>
                    </a:moveTo>
                    <a:cubicBezTo>
                      <a:pt x="163" y="58"/>
                      <a:pt x="173" y="46"/>
                      <a:pt x="173" y="31"/>
                    </a:cubicBezTo>
                    <a:cubicBezTo>
                      <a:pt x="173" y="16"/>
                      <a:pt x="163" y="4"/>
                      <a:pt x="149" y="1"/>
                    </a:cubicBezTo>
                    <a:cubicBezTo>
                      <a:pt x="149" y="15"/>
                      <a:pt x="149" y="15"/>
                      <a:pt x="149" y="15"/>
                    </a:cubicBezTo>
                    <a:cubicBezTo>
                      <a:pt x="155" y="17"/>
                      <a:pt x="160" y="23"/>
                      <a:pt x="160" y="31"/>
                    </a:cubicBezTo>
                    <a:cubicBezTo>
                      <a:pt x="160" y="38"/>
                      <a:pt x="155" y="45"/>
                      <a:pt x="149" y="47"/>
                    </a:cubicBezTo>
                    <a:lnTo>
                      <a:pt x="149" y="61"/>
                    </a:lnTo>
                    <a:close/>
                    <a:moveTo>
                      <a:pt x="73" y="86"/>
                    </a:moveTo>
                    <a:cubicBezTo>
                      <a:pt x="96" y="86"/>
                      <a:pt x="117" y="75"/>
                      <a:pt x="130" y="59"/>
                    </a:cubicBezTo>
                    <a:cubicBezTo>
                      <a:pt x="134" y="60"/>
                      <a:pt x="138" y="61"/>
                      <a:pt x="143" y="61"/>
                    </a:cubicBezTo>
                    <a:cubicBezTo>
                      <a:pt x="145" y="61"/>
                      <a:pt x="147" y="61"/>
                      <a:pt x="149" y="61"/>
                    </a:cubicBezTo>
                    <a:cubicBezTo>
                      <a:pt x="149" y="47"/>
                      <a:pt x="149" y="47"/>
                      <a:pt x="149" y="47"/>
                    </a:cubicBezTo>
                    <a:cubicBezTo>
                      <a:pt x="147" y="48"/>
                      <a:pt x="145" y="48"/>
                      <a:pt x="143" y="48"/>
                    </a:cubicBezTo>
                    <a:cubicBezTo>
                      <a:pt x="141" y="48"/>
                      <a:pt x="139" y="48"/>
                      <a:pt x="137" y="47"/>
                    </a:cubicBezTo>
                    <a:cubicBezTo>
                      <a:pt x="142" y="37"/>
                      <a:pt x="145" y="26"/>
                      <a:pt x="145" y="14"/>
                    </a:cubicBezTo>
                    <a:cubicBezTo>
                      <a:pt x="145" y="14"/>
                      <a:pt x="145" y="14"/>
                      <a:pt x="145" y="14"/>
                    </a:cubicBezTo>
                    <a:cubicBezTo>
                      <a:pt x="145" y="14"/>
                      <a:pt x="145" y="14"/>
                      <a:pt x="145" y="14"/>
                    </a:cubicBezTo>
                    <a:cubicBezTo>
                      <a:pt x="146" y="14"/>
                      <a:pt x="148" y="14"/>
                      <a:pt x="149" y="15"/>
                    </a:cubicBezTo>
                    <a:cubicBezTo>
                      <a:pt x="149" y="1"/>
                      <a:pt x="149" y="1"/>
                      <a:pt x="149" y="1"/>
                    </a:cubicBezTo>
                    <a:cubicBezTo>
                      <a:pt x="147" y="1"/>
                      <a:pt x="146" y="0"/>
                      <a:pt x="144" y="0"/>
                    </a:cubicBezTo>
                    <a:cubicBezTo>
                      <a:pt x="144" y="0"/>
                      <a:pt x="144" y="0"/>
                      <a:pt x="144" y="0"/>
                    </a:cubicBezTo>
                    <a:cubicBezTo>
                      <a:pt x="2" y="0"/>
                      <a:pt x="2" y="0"/>
                      <a:pt x="2" y="0"/>
                    </a:cubicBezTo>
                    <a:cubicBezTo>
                      <a:pt x="1" y="5"/>
                      <a:pt x="0" y="9"/>
                      <a:pt x="0" y="14"/>
                    </a:cubicBezTo>
                    <a:cubicBezTo>
                      <a:pt x="0" y="54"/>
                      <a:pt x="33" y="86"/>
                      <a:pt x="73"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5" name="Rectangle 101"/>
              <p:cNvSpPr>
                <a:spLocks noChangeArrowheads="1"/>
              </p:cNvSpPr>
              <p:nvPr/>
            </p:nvSpPr>
            <p:spPr bwMode="auto">
              <a:xfrm>
                <a:off x="-2974975" y="3919538"/>
                <a:ext cx="588963"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6" name="Freeform 102"/>
              <p:cNvSpPr>
                <a:spLocks/>
              </p:cNvSpPr>
              <p:nvPr/>
            </p:nvSpPr>
            <p:spPr bwMode="auto">
              <a:xfrm>
                <a:off x="-2840038" y="3281363"/>
                <a:ext cx="104775" cy="266700"/>
              </a:xfrm>
              <a:custGeom>
                <a:avLst/>
                <a:gdLst>
                  <a:gd name="T0" fmla="*/ 10 w 28"/>
                  <a:gd name="T1" fmla="*/ 54 h 71"/>
                  <a:gd name="T2" fmla="*/ 14 w 28"/>
                  <a:gd name="T3" fmla="*/ 68 h 71"/>
                  <a:gd name="T4" fmla="*/ 26 w 28"/>
                  <a:gd name="T5" fmla="*/ 44 h 71"/>
                  <a:gd name="T6" fmla="*/ 19 w 28"/>
                  <a:gd name="T7" fmla="*/ 29 h 71"/>
                  <a:gd name="T8" fmla="*/ 18 w 28"/>
                  <a:gd name="T9" fmla="*/ 18 h 71"/>
                  <a:gd name="T10" fmla="*/ 11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5" y="65"/>
                      <a:pt x="28" y="54"/>
                      <a:pt x="26" y="44"/>
                    </a:cubicBezTo>
                    <a:cubicBezTo>
                      <a:pt x="24" y="38"/>
                      <a:pt x="21" y="34"/>
                      <a:pt x="19" y="29"/>
                    </a:cubicBezTo>
                    <a:cubicBezTo>
                      <a:pt x="17" y="26"/>
                      <a:pt x="15" y="20"/>
                      <a:pt x="18" y="18"/>
                    </a:cubicBezTo>
                    <a:cubicBezTo>
                      <a:pt x="26" y="13"/>
                      <a:pt x="19" y="0"/>
                      <a:pt x="11" y="5"/>
                    </a:cubicBezTo>
                    <a:cubicBezTo>
                      <a:pt x="2" y="11"/>
                      <a:pt x="0" y="21"/>
                      <a:pt x="3" y="30"/>
                    </a:cubicBezTo>
                    <a:cubicBezTo>
                      <a:pt x="4" y="34"/>
                      <a:pt x="17" y="52"/>
                      <a:pt x="1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7" name="Freeform 103"/>
              <p:cNvSpPr>
                <a:spLocks/>
              </p:cNvSpPr>
              <p:nvPr/>
            </p:nvSpPr>
            <p:spPr bwMode="auto">
              <a:xfrm>
                <a:off x="-2686050" y="3281363"/>
                <a:ext cx="104775" cy="266700"/>
              </a:xfrm>
              <a:custGeom>
                <a:avLst/>
                <a:gdLst>
                  <a:gd name="T0" fmla="*/ 10 w 28"/>
                  <a:gd name="T1" fmla="*/ 54 h 71"/>
                  <a:gd name="T2" fmla="*/ 14 w 28"/>
                  <a:gd name="T3" fmla="*/ 68 h 71"/>
                  <a:gd name="T4" fmla="*/ 25 w 28"/>
                  <a:gd name="T5" fmla="*/ 44 h 71"/>
                  <a:gd name="T6" fmla="*/ 18 w 28"/>
                  <a:gd name="T7" fmla="*/ 29 h 71"/>
                  <a:gd name="T8" fmla="*/ 18 w 28"/>
                  <a:gd name="T9" fmla="*/ 18 h 71"/>
                  <a:gd name="T10" fmla="*/ 10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4" y="65"/>
                      <a:pt x="28" y="54"/>
                      <a:pt x="25" y="44"/>
                    </a:cubicBezTo>
                    <a:cubicBezTo>
                      <a:pt x="24" y="38"/>
                      <a:pt x="21" y="34"/>
                      <a:pt x="18" y="29"/>
                    </a:cubicBezTo>
                    <a:cubicBezTo>
                      <a:pt x="17" y="26"/>
                      <a:pt x="14" y="20"/>
                      <a:pt x="18" y="18"/>
                    </a:cubicBezTo>
                    <a:cubicBezTo>
                      <a:pt x="26" y="13"/>
                      <a:pt x="19" y="0"/>
                      <a:pt x="10" y="5"/>
                    </a:cubicBezTo>
                    <a:cubicBezTo>
                      <a:pt x="2" y="11"/>
                      <a:pt x="0" y="21"/>
                      <a:pt x="3" y="30"/>
                    </a:cubicBezTo>
                    <a:cubicBezTo>
                      <a:pt x="4" y="34"/>
                      <a:pt x="16" y="52"/>
                      <a:pt x="1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8" name="Freeform 104"/>
              <p:cNvSpPr>
                <a:spLocks/>
              </p:cNvSpPr>
              <p:nvPr/>
            </p:nvSpPr>
            <p:spPr bwMode="auto">
              <a:xfrm>
                <a:off x="-5267325" y="5068888"/>
                <a:ext cx="266700" cy="431800"/>
              </a:xfrm>
              <a:custGeom>
                <a:avLst/>
                <a:gdLst>
                  <a:gd name="T0" fmla="*/ 168 w 168"/>
                  <a:gd name="T1" fmla="*/ 158 h 272"/>
                  <a:gd name="T2" fmla="*/ 168 w 168"/>
                  <a:gd name="T3" fmla="*/ 0 h 272"/>
                  <a:gd name="T4" fmla="*/ 85 w 168"/>
                  <a:gd name="T5" fmla="*/ 0 h 272"/>
                  <a:gd name="T6" fmla="*/ 0 w 168"/>
                  <a:gd name="T7" fmla="*/ 218 h 272"/>
                  <a:gd name="T8" fmla="*/ 123 w 168"/>
                  <a:gd name="T9" fmla="*/ 272 h 272"/>
                  <a:gd name="T10" fmla="*/ 168 w 168"/>
                  <a:gd name="T11" fmla="*/ 158 h 272"/>
                </a:gdLst>
                <a:ahLst/>
                <a:cxnLst>
                  <a:cxn ang="0">
                    <a:pos x="T0" y="T1"/>
                  </a:cxn>
                  <a:cxn ang="0">
                    <a:pos x="T2" y="T3"/>
                  </a:cxn>
                  <a:cxn ang="0">
                    <a:pos x="T4" y="T5"/>
                  </a:cxn>
                  <a:cxn ang="0">
                    <a:pos x="T6" y="T7"/>
                  </a:cxn>
                  <a:cxn ang="0">
                    <a:pos x="T8" y="T9"/>
                  </a:cxn>
                  <a:cxn ang="0">
                    <a:pos x="T10" y="T11"/>
                  </a:cxn>
                </a:cxnLst>
                <a:rect l="0" t="0" r="r" b="b"/>
                <a:pathLst>
                  <a:path w="168" h="272">
                    <a:moveTo>
                      <a:pt x="168" y="158"/>
                    </a:moveTo>
                    <a:lnTo>
                      <a:pt x="168" y="0"/>
                    </a:lnTo>
                    <a:lnTo>
                      <a:pt x="85" y="0"/>
                    </a:lnTo>
                    <a:lnTo>
                      <a:pt x="0" y="218"/>
                    </a:lnTo>
                    <a:lnTo>
                      <a:pt x="123" y="272"/>
                    </a:lnTo>
                    <a:lnTo>
                      <a:pt x="168"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9" name="Freeform 105"/>
              <p:cNvSpPr>
                <a:spLocks/>
              </p:cNvSpPr>
              <p:nvPr/>
            </p:nvSpPr>
            <p:spPr bwMode="auto">
              <a:xfrm>
                <a:off x="-4986338" y="5068888"/>
                <a:ext cx="49213" cy="134938"/>
              </a:xfrm>
              <a:custGeom>
                <a:avLst/>
                <a:gdLst>
                  <a:gd name="T0" fmla="*/ 0 w 13"/>
                  <a:gd name="T1" fmla="*/ 36 h 36"/>
                  <a:gd name="T2" fmla="*/ 13 w 13"/>
                  <a:gd name="T3" fmla="*/ 2 h 36"/>
                  <a:gd name="T4" fmla="*/ 13 w 13"/>
                  <a:gd name="T5" fmla="*/ 0 h 36"/>
                  <a:gd name="T6" fmla="*/ 0 w 13"/>
                  <a:gd name="T7" fmla="*/ 0 h 36"/>
                  <a:gd name="T8" fmla="*/ 0 w 13"/>
                  <a:gd name="T9" fmla="*/ 36 h 36"/>
                </a:gdLst>
                <a:ahLst/>
                <a:cxnLst>
                  <a:cxn ang="0">
                    <a:pos x="T0" y="T1"/>
                  </a:cxn>
                  <a:cxn ang="0">
                    <a:pos x="T2" y="T3"/>
                  </a:cxn>
                  <a:cxn ang="0">
                    <a:pos x="T4" y="T5"/>
                  </a:cxn>
                  <a:cxn ang="0">
                    <a:pos x="T6" y="T7"/>
                  </a:cxn>
                  <a:cxn ang="0">
                    <a:pos x="T8" y="T9"/>
                  </a:cxn>
                </a:cxnLst>
                <a:rect l="0" t="0" r="r" b="b"/>
                <a:pathLst>
                  <a:path w="13" h="36">
                    <a:moveTo>
                      <a:pt x="0" y="36"/>
                    </a:moveTo>
                    <a:cubicBezTo>
                      <a:pt x="12" y="30"/>
                      <a:pt x="13" y="14"/>
                      <a:pt x="13" y="2"/>
                    </a:cubicBezTo>
                    <a:cubicBezTo>
                      <a:pt x="13" y="1"/>
                      <a:pt x="13" y="1"/>
                      <a:pt x="13" y="0"/>
                    </a:cubicBezTo>
                    <a:cubicBezTo>
                      <a:pt x="0" y="0"/>
                      <a:pt x="0" y="0"/>
                      <a:pt x="0" y="0"/>
                    </a:cubicBezTo>
                    <a:lnTo>
                      <a:pt x="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40" name="Freeform 106"/>
              <p:cNvSpPr>
                <a:spLocks/>
              </p:cNvSpPr>
              <p:nvPr/>
            </p:nvSpPr>
            <p:spPr bwMode="auto">
              <a:xfrm>
                <a:off x="-4986338" y="5068888"/>
                <a:ext cx="266700" cy="431800"/>
              </a:xfrm>
              <a:custGeom>
                <a:avLst/>
                <a:gdLst>
                  <a:gd name="T0" fmla="*/ 17 w 71"/>
                  <a:gd name="T1" fmla="*/ 0 h 115"/>
                  <a:gd name="T2" fmla="*/ 17 w 71"/>
                  <a:gd name="T3" fmla="*/ 2 h 115"/>
                  <a:gd name="T4" fmla="*/ 0 w 71"/>
                  <a:gd name="T5" fmla="*/ 41 h 115"/>
                  <a:gd name="T6" fmla="*/ 0 w 71"/>
                  <a:gd name="T7" fmla="*/ 67 h 115"/>
                  <a:gd name="T8" fmla="*/ 20 w 71"/>
                  <a:gd name="T9" fmla="*/ 115 h 115"/>
                  <a:gd name="T10" fmla="*/ 71 w 71"/>
                  <a:gd name="T11" fmla="*/ 92 h 115"/>
                  <a:gd name="T12" fmla="*/ 35 w 71"/>
                  <a:gd name="T13" fmla="*/ 0 h 115"/>
                  <a:gd name="T14" fmla="*/ 17 w 71"/>
                  <a:gd name="T15" fmla="*/ 0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15">
                    <a:moveTo>
                      <a:pt x="17" y="0"/>
                    </a:moveTo>
                    <a:cubicBezTo>
                      <a:pt x="17" y="1"/>
                      <a:pt x="17" y="1"/>
                      <a:pt x="17" y="2"/>
                    </a:cubicBezTo>
                    <a:cubicBezTo>
                      <a:pt x="17" y="16"/>
                      <a:pt x="15" y="34"/>
                      <a:pt x="0" y="41"/>
                    </a:cubicBezTo>
                    <a:cubicBezTo>
                      <a:pt x="0" y="67"/>
                      <a:pt x="0" y="67"/>
                      <a:pt x="0" y="67"/>
                    </a:cubicBezTo>
                    <a:cubicBezTo>
                      <a:pt x="20" y="115"/>
                      <a:pt x="20" y="115"/>
                      <a:pt x="20" y="115"/>
                    </a:cubicBezTo>
                    <a:cubicBezTo>
                      <a:pt x="71" y="92"/>
                      <a:pt x="71" y="92"/>
                      <a:pt x="71" y="92"/>
                    </a:cubicBezTo>
                    <a:cubicBezTo>
                      <a:pt x="35" y="0"/>
                      <a:pt x="35" y="0"/>
                      <a:pt x="35" y="0"/>
                    </a:cubicBez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41" name="Freeform 107"/>
              <p:cNvSpPr>
                <a:spLocks/>
              </p:cNvSpPr>
              <p:nvPr/>
            </p:nvSpPr>
            <p:spPr bwMode="auto">
              <a:xfrm>
                <a:off x="-5132388" y="5019675"/>
                <a:ext cx="277813" cy="38100"/>
              </a:xfrm>
              <a:custGeom>
                <a:avLst/>
                <a:gdLst>
                  <a:gd name="T0" fmla="*/ 175 w 175"/>
                  <a:gd name="T1" fmla="*/ 0 h 24"/>
                  <a:gd name="T2" fmla="*/ 0 w 175"/>
                  <a:gd name="T3" fmla="*/ 0 h 24"/>
                  <a:gd name="T4" fmla="*/ 0 w 175"/>
                  <a:gd name="T5" fmla="*/ 24 h 24"/>
                  <a:gd name="T6" fmla="*/ 83 w 175"/>
                  <a:gd name="T7" fmla="*/ 24 h 24"/>
                  <a:gd name="T8" fmla="*/ 92 w 175"/>
                  <a:gd name="T9" fmla="*/ 24 h 24"/>
                  <a:gd name="T10" fmla="*/ 175 w 175"/>
                  <a:gd name="T11" fmla="*/ 24 h 24"/>
                  <a:gd name="T12" fmla="*/ 175 w 175"/>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175" h="24">
                    <a:moveTo>
                      <a:pt x="175" y="0"/>
                    </a:moveTo>
                    <a:lnTo>
                      <a:pt x="0" y="0"/>
                    </a:lnTo>
                    <a:lnTo>
                      <a:pt x="0" y="24"/>
                    </a:lnTo>
                    <a:lnTo>
                      <a:pt x="83" y="24"/>
                    </a:lnTo>
                    <a:lnTo>
                      <a:pt x="92" y="24"/>
                    </a:lnTo>
                    <a:lnTo>
                      <a:pt x="175" y="24"/>
                    </a:lnTo>
                    <a:lnTo>
                      <a:pt x="1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grpSp>
        <p:grpSp>
          <p:nvGrpSpPr>
            <p:cNvPr id="18" name="Group 17"/>
            <p:cNvGrpSpPr/>
            <p:nvPr/>
          </p:nvGrpSpPr>
          <p:grpSpPr>
            <a:xfrm flipH="1">
              <a:off x="1270242" y="2289337"/>
              <a:ext cx="2798558" cy="4053395"/>
              <a:chOff x="-6699250" y="-300038"/>
              <a:chExt cx="6051550" cy="9296401"/>
            </a:xfrm>
            <a:solidFill>
              <a:schemeClr val="accent4">
                <a:lumMod val="75000"/>
              </a:schemeClr>
            </a:solidFill>
          </p:grpSpPr>
          <p:sp>
            <p:nvSpPr>
              <p:cNvPr id="82" name="Freeform 111"/>
              <p:cNvSpPr>
                <a:spLocks/>
              </p:cNvSpPr>
              <p:nvPr/>
            </p:nvSpPr>
            <p:spPr bwMode="auto">
              <a:xfrm>
                <a:off x="-4589463" y="3746500"/>
                <a:ext cx="450850" cy="615950"/>
              </a:xfrm>
              <a:custGeom>
                <a:avLst/>
                <a:gdLst>
                  <a:gd name="T0" fmla="*/ 65 w 120"/>
                  <a:gd name="T1" fmla="*/ 31 h 164"/>
                  <a:gd name="T2" fmla="*/ 65 w 120"/>
                  <a:gd name="T3" fmla="*/ 31 h 164"/>
                  <a:gd name="T4" fmla="*/ 65 w 120"/>
                  <a:gd name="T5" fmla="*/ 131 h 164"/>
                  <a:gd name="T6" fmla="*/ 44 w 120"/>
                  <a:gd name="T7" fmla="*/ 153 h 164"/>
                  <a:gd name="T8" fmla="*/ 15 w 120"/>
                  <a:gd name="T9" fmla="*/ 137 h 164"/>
                  <a:gd name="T10" fmla="*/ 20 w 120"/>
                  <a:gd name="T11" fmla="*/ 137 h 164"/>
                  <a:gd name="T12" fmla="*/ 20 w 120"/>
                  <a:gd name="T13" fmla="*/ 129 h 164"/>
                  <a:gd name="T14" fmla="*/ 0 w 120"/>
                  <a:gd name="T15" fmla="*/ 129 h 164"/>
                  <a:gd name="T16" fmla="*/ 0 w 120"/>
                  <a:gd name="T17" fmla="*/ 137 h 164"/>
                  <a:gd name="T18" fmla="*/ 6 w 120"/>
                  <a:gd name="T19" fmla="*/ 137 h 164"/>
                  <a:gd name="T20" fmla="*/ 41 w 120"/>
                  <a:gd name="T21" fmla="*/ 163 h 164"/>
                  <a:gd name="T22" fmla="*/ 75 w 120"/>
                  <a:gd name="T23" fmla="*/ 129 h 164"/>
                  <a:gd name="T24" fmla="*/ 74 w 120"/>
                  <a:gd name="T25" fmla="*/ 31 h 164"/>
                  <a:gd name="T26" fmla="*/ 92 w 120"/>
                  <a:gd name="T27" fmla="*/ 10 h 164"/>
                  <a:gd name="T28" fmla="*/ 110 w 120"/>
                  <a:gd name="T29" fmla="*/ 32 h 164"/>
                  <a:gd name="T30" fmla="*/ 110 w 120"/>
                  <a:gd name="T31" fmla="*/ 142 h 164"/>
                  <a:gd name="T32" fmla="*/ 120 w 120"/>
                  <a:gd name="T33" fmla="*/ 142 h 164"/>
                  <a:gd name="T34" fmla="*/ 119 w 120"/>
                  <a:gd name="T35" fmla="*/ 30 h 164"/>
                  <a:gd name="T36" fmla="*/ 93 w 120"/>
                  <a:gd name="T37" fmla="*/ 1 h 164"/>
                  <a:gd name="T38" fmla="*/ 65 w 120"/>
                  <a:gd name="T39" fmla="*/ 3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64">
                    <a:moveTo>
                      <a:pt x="65" y="31"/>
                    </a:moveTo>
                    <a:cubicBezTo>
                      <a:pt x="65" y="31"/>
                      <a:pt x="65" y="31"/>
                      <a:pt x="65" y="31"/>
                    </a:cubicBezTo>
                    <a:cubicBezTo>
                      <a:pt x="65" y="31"/>
                      <a:pt x="65" y="130"/>
                      <a:pt x="65" y="131"/>
                    </a:cubicBezTo>
                    <a:cubicBezTo>
                      <a:pt x="65" y="142"/>
                      <a:pt x="55" y="150"/>
                      <a:pt x="44" y="153"/>
                    </a:cubicBezTo>
                    <a:cubicBezTo>
                      <a:pt x="34" y="156"/>
                      <a:pt x="13" y="151"/>
                      <a:pt x="15" y="137"/>
                    </a:cubicBezTo>
                    <a:cubicBezTo>
                      <a:pt x="20" y="137"/>
                      <a:pt x="20" y="137"/>
                      <a:pt x="20" y="137"/>
                    </a:cubicBezTo>
                    <a:cubicBezTo>
                      <a:pt x="20" y="129"/>
                      <a:pt x="20" y="129"/>
                      <a:pt x="20" y="129"/>
                    </a:cubicBezTo>
                    <a:cubicBezTo>
                      <a:pt x="0" y="129"/>
                      <a:pt x="0" y="129"/>
                      <a:pt x="0" y="129"/>
                    </a:cubicBezTo>
                    <a:cubicBezTo>
                      <a:pt x="0" y="137"/>
                      <a:pt x="0" y="137"/>
                      <a:pt x="0" y="137"/>
                    </a:cubicBezTo>
                    <a:cubicBezTo>
                      <a:pt x="6" y="137"/>
                      <a:pt x="6" y="137"/>
                      <a:pt x="6" y="137"/>
                    </a:cubicBezTo>
                    <a:cubicBezTo>
                      <a:pt x="5" y="155"/>
                      <a:pt x="25" y="164"/>
                      <a:pt x="41" y="163"/>
                    </a:cubicBezTo>
                    <a:cubicBezTo>
                      <a:pt x="59" y="162"/>
                      <a:pt x="75" y="146"/>
                      <a:pt x="75" y="129"/>
                    </a:cubicBezTo>
                    <a:cubicBezTo>
                      <a:pt x="75" y="127"/>
                      <a:pt x="74" y="32"/>
                      <a:pt x="74" y="31"/>
                    </a:cubicBezTo>
                    <a:cubicBezTo>
                      <a:pt x="74" y="21"/>
                      <a:pt x="80" y="10"/>
                      <a:pt x="92" y="10"/>
                    </a:cubicBezTo>
                    <a:cubicBezTo>
                      <a:pt x="104" y="10"/>
                      <a:pt x="110" y="21"/>
                      <a:pt x="110" y="32"/>
                    </a:cubicBezTo>
                    <a:cubicBezTo>
                      <a:pt x="110" y="33"/>
                      <a:pt x="110" y="142"/>
                      <a:pt x="110" y="142"/>
                    </a:cubicBezTo>
                    <a:cubicBezTo>
                      <a:pt x="110" y="148"/>
                      <a:pt x="120" y="148"/>
                      <a:pt x="120" y="142"/>
                    </a:cubicBezTo>
                    <a:cubicBezTo>
                      <a:pt x="120" y="142"/>
                      <a:pt x="120" y="31"/>
                      <a:pt x="119" y="30"/>
                    </a:cubicBezTo>
                    <a:cubicBezTo>
                      <a:pt x="119" y="15"/>
                      <a:pt x="108" y="2"/>
                      <a:pt x="93" y="1"/>
                    </a:cubicBezTo>
                    <a:cubicBezTo>
                      <a:pt x="76" y="0"/>
                      <a:pt x="65" y="15"/>
                      <a:pt x="6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3" name="Freeform 112"/>
              <p:cNvSpPr>
                <a:spLocks/>
              </p:cNvSpPr>
              <p:nvPr/>
            </p:nvSpPr>
            <p:spPr bwMode="auto">
              <a:xfrm>
                <a:off x="-4645025" y="3894137"/>
                <a:ext cx="187325" cy="319088"/>
              </a:xfrm>
              <a:custGeom>
                <a:avLst/>
                <a:gdLst>
                  <a:gd name="T0" fmla="*/ 15 w 50"/>
                  <a:gd name="T1" fmla="*/ 85 h 85"/>
                  <a:gd name="T2" fmla="*/ 35 w 50"/>
                  <a:gd name="T3" fmla="*/ 85 h 85"/>
                  <a:gd name="T4" fmla="*/ 41 w 50"/>
                  <a:gd name="T5" fmla="*/ 85 h 85"/>
                  <a:gd name="T6" fmla="*/ 50 w 50"/>
                  <a:gd name="T7" fmla="*/ 0 h 85"/>
                  <a:gd name="T8" fmla="*/ 25 w 50"/>
                  <a:gd name="T9" fmla="*/ 7 h 85"/>
                  <a:gd name="T10" fmla="*/ 0 w 50"/>
                  <a:gd name="T11" fmla="*/ 0 h 85"/>
                  <a:gd name="T12" fmla="*/ 8 w 50"/>
                  <a:gd name="T13" fmla="*/ 85 h 85"/>
                  <a:gd name="T14" fmla="*/ 15 w 50"/>
                  <a:gd name="T15" fmla="*/ 85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85">
                    <a:moveTo>
                      <a:pt x="15" y="85"/>
                    </a:moveTo>
                    <a:cubicBezTo>
                      <a:pt x="35" y="85"/>
                      <a:pt x="35" y="85"/>
                      <a:pt x="35" y="85"/>
                    </a:cubicBezTo>
                    <a:cubicBezTo>
                      <a:pt x="41" y="85"/>
                      <a:pt x="41" y="85"/>
                      <a:pt x="41" y="85"/>
                    </a:cubicBezTo>
                    <a:cubicBezTo>
                      <a:pt x="50" y="0"/>
                      <a:pt x="50" y="0"/>
                      <a:pt x="50" y="0"/>
                    </a:cubicBezTo>
                    <a:cubicBezTo>
                      <a:pt x="43" y="4"/>
                      <a:pt x="34" y="7"/>
                      <a:pt x="25" y="7"/>
                    </a:cubicBezTo>
                    <a:cubicBezTo>
                      <a:pt x="16" y="7"/>
                      <a:pt x="7" y="4"/>
                      <a:pt x="0" y="0"/>
                    </a:cubicBezTo>
                    <a:cubicBezTo>
                      <a:pt x="8" y="85"/>
                      <a:pt x="8" y="85"/>
                      <a:pt x="8" y="85"/>
                    </a:cubicBezTo>
                    <a:lnTo>
                      <a:pt x="15"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4" name="Freeform 113"/>
              <p:cNvSpPr>
                <a:spLocks/>
              </p:cNvSpPr>
              <p:nvPr/>
            </p:nvSpPr>
            <p:spPr bwMode="auto">
              <a:xfrm>
                <a:off x="-4672013" y="3690937"/>
                <a:ext cx="236538" cy="209550"/>
              </a:xfrm>
              <a:custGeom>
                <a:avLst/>
                <a:gdLst>
                  <a:gd name="T0" fmla="*/ 0 w 63"/>
                  <a:gd name="T1" fmla="*/ 32 h 56"/>
                  <a:gd name="T2" fmla="*/ 3 w 63"/>
                  <a:gd name="T3" fmla="*/ 44 h 56"/>
                  <a:gd name="T4" fmla="*/ 5 w 63"/>
                  <a:gd name="T5" fmla="*/ 46 h 56"/>
                  <a:gd name="T6" fmla="*/ 7 w 63"/>
                  <a:gd name="T7" fmla="*/ 48 h 56"/>
                  <a:gd name="T8" fmla="*/ 7 w 63"/>
                  <a:gd name="T9" fmla="*/ 48 h 56"/>
                  <a:gd name="T10" fmla="*/ 7 w 63"/>
                  <a:gd name="T11" fmla="*/ 49 h 56"/>
                  <a:gd name="T12" fmla="*/ 31 w 63"/>
                  <a:gd name="T13" fmla="*/ 56 h 56"/>
                  <a:gd name="T14" fmla="*/ 32 w 63"/>
                  <a:gd name="T15" fmla="*/ 56 h 56"/>
                  <a:gd name="T16" fmla="*/ 32 w 63"/>
                  <a:gd name="T17" fmla="*/ 56 h 56"/>
                  <a:gd name="T18" fmla="*/ 56 w 63"/>
                  <a:gd name="T19" fmla="*/ 49 h 56"/>
                  <a:gd name="T20" fmla="*/ 57 w 63"/>
                  <a:gd name="T21" fmla="*/ 48 h 56"/>
                  <a:gd name="T22" fmla="*/ 57 w 63"/>
                  <a:gd name="T23" fmla="*/ 48 h 56"/>
                  <a:gd name="T24" fmla="*/ 59 w 63"/>
                  <a:gd name="T25" fmla="*/ 46 h 56"/>
                  <a:gd name="T26" fmla="*/ 60 w 63"/>
                  <a:gd name="T27" fmla="*/ 44 h 56"/>
                  <a:gd name="T28" fmla="*/ 63 w 63"/>
                  <a:gd name="T29" fmla="*/ 32 h 56"/>
                  <a:gd name="T30" fmla="*/ 32 w 63"/>
                  <a:gd name="T31" fmla="*/ 0 h 56"/>
                  <a:gd name="T32" fmla="*/ 0 w 63"/>
                  <a:gd name="T33" fmla="*/ 3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56">
                    <a:moveTo>
                      <a:pt x="0" y="32"/>
                    </a:moveTo>
                    <a:cubicBezTo>
                      <a:pt x="0" y="36"/>
                      <a:pt x="1" y="40"/>
                      <a:pt x="3" y="44"/>
                    </a:cubicBezTo>
                    <a:cubicBezTo>
                      <a:pt x="4" y="45"/>
                      <a:pt x="4" y="45"/>
                      <a:pt x="5" y="46"/>
                    </a:cubicBezTo>
                    <a:cubicBezTo>
                      <a:pt x="6" y="47"/>
                      <a:pt x="6" y="48"/>
                      <a:pt x="7" y="48"/>
                    </a:cubicBezTo>
                    <a:cubicBezTo>
                      <a:pt x="7" y="48"/>
                      <a:pt x="7" y="48"/>
                      <a:pt x="7" y="48"/>
                    </a:cubicBezTo>
                    <a:cubicBezTo>
                      <a:pt x="7" y="48"/>
                      <a:pt x="7" y="49"/>
                      <a:pt x="7" y="49"/>
                    </a:cubicBezTo>
                    <a:cubicBezTo>
                      <a:pt x="14" y="53"/>
                      <a:pt x="22" y="56"/>
                      <a:pt x="31" y="56"/>
                    </a:cubicBezTo>
                    <a:cubicBezTo>
                      <a:pt x="32" y="56"/>
                      <a:pt x="32" y="56"/>
                      <a:pt x="32" y="56"/>
                    </a:cubicBezTo>
                    <a:cubicBezTo>
                      <a:pt x="32" y="56"/>
                      <a:pt x="32" y="56"/>
                      <a:pt x="32" y="56"/>
                    </a:cubicBezTo>
                    <a:cubicBezTo>
                      <a:pt x="41" y="56"/>
                      <a:pt x="50" y="53"/>
                      <a:pt x="56" y="49"/>
                    </a:cubicBezTo>
                    <a:cubicBezTo>
                      <a:pt x="57" y="49"/>
                      <a:pt x="57" y="48"/>
                      <a:pt x="57" y="48"/>
                    </a:cubicBezTo>
                    <a:cubicBezTo>
                      <a:pt x="57" y="48"/>
                      <a:pt x="57" y="48"/>
                      <a:pt x="57" y="48"/>
                    </a:cubicBezTo>
                    <a:cubicBezTo>
                      <a:pt x="58" y="48"/>
                      <a:pt x="58" y="47"/>
                      <a:pt x="59" y="46"/>
                    </a:cubicBezTo>
                    <a:cubicBezTo>
                      <a:pt x="59" y="45"/>
                      <a:pt x="60" y="45"/>
                      <a:pt x="60" y="44"/>
                    </a:cubicBezTo>
                    <a:cubicBezTo>
                      <a:pt x="62" y="40"/>
                      <a:pt x="63" y="36"/>
                      <a:pt x="63" y="32"/>
                    </a:cubicBezTo>
                    <a:cubicBezTo>
                      <a:pt x="63" y="14"/>
                      <a:pt x="49" y="0"/>
                      <a:pt x="32" y="0"/>
                    </a:cubicBezTo>
                    <a:cubicBezTo>
                      <a:pt x="15" y="0"/>
                      <a:pt x="0" y="14"/>
                      <a:pt x="0"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5" name="Freeform 114"/>
              <p:cNvSpPr>
                <a:spLocks noEditPoints="1"/>
              </p:cNvSpPr>
              <p:nvPr/>
            </p:nvSpPr>
            <p:spPr bwMode="auto">
              <a:xfrm>
                <a:off x="-5145088" y="806450"/>
                <a:ext cx="442913" cy="500063"/>
              </a:xfrm>
              <a:custGeom>
                <a:avLst/>
                <a:gdLst>
                  <a:gd name="T0" fmla="*/ 260 w 279"/>
                  <a:gd name="T1" fmla="*/ 315 h 315"/>
                  <a:gd name="T2" fmla="*/ 260 w 279"/>
                  <a:gd name="T3" fmla="*/ 0 h 315"/>
                  <a:gd name="T4" fmla="*/ 244 w 279"/>
                  <a:gd name="T5" fmla="*/ 36 h 315"/>
                  <a:gd name="T6" fmla="*/ 244 w 279"/>
                  <a:gd name="T7" fmla="*/ 64 h 315"/>
                  <a:gd name="T8" fmla="*/ 260 w 279"/>
                  <a:gd name="T9" fmla="*/ 119 h 315"/>
                  <a:gd name="T10" fmla="*/ 260 w 279"/>
                  <a:gd name="T11" fmla="*/ 142 h 315"/>
                  <a:gd name="T12" fmla="*/ 244 w 279"/>
                  <a:gd name="T13" fmla="*/ 197 h 315"/>
                  <a:gd name="T14" fmla="*/ 244 w 279"/>
                  <a:gd name="T15" fmla="*/ 225 h 315"/>
                  <a:gd name="T16" fmla="*/ 260 w 279"/>
                  <a:gd name="T17" fmla="*/ 279 h 315"/>
                  <a:gd name="T18" fmla="*/ 140 w 279"/>
                  <a:gd name="T19" fmla="*/ 230 h 315"/>
                  <a:gd name="T20" fmla="*/ 227 w 279"/>
                  <a:gd name="T21" fmla="*/ 315 h 315"/>
                  <a:gd name="T22" fmla="*/ 244 w 279"/>
                  <a:gd name="T23" fmla="*/ 279 h 315"/>
                  <a:gd name="T24" fmla="*/ 227 w 279"/>
                  <a:gd name="T25" fmla="*/ 249 h 315"/>
                  <a:gd name="T26" fmla="*/ 227 w 279"/>
                  <a:gd name="T27" fmla="*/ 225 h 315"/>
                  <a:gd name="T28" fmla="*/ 244 w 279"/>
                  <a:gd name="T29" fmla="*/ 197 h 315"/>
                  <a:gd name="T30" fmla="*/ 227 w 279"/>
                  <a:gd name="T31" fmla="*/ 142 h 315"/>
                  <a:gd name="T32" fmla="*/ 244 w 279"/>
                  <a:gd name="T33" fmla="*/ 119 h 315"/>
                  <a:gd name="T34" fmla="*/ 227 w 279"/>
                  <a:gd name="T35" fmla="*/ 88 h 315"/>
                  <a:gd name="T36" fmla="*/ 227 w 279"/>
                  <a:gd name="T37" fmla="*/ 64 h 315"/>
                  <a:gd name="T38" fmla="*/ 244 w 279"/>
                  <a:gd name="T39" fmla="*/ 36 h 315"/>
                  <a:gd name="T40" fmla="*/ 227 w 279"/>
                  <a:gd name="T41" fmla="*/ 0 h 315"/>
                  <a:gd name="T42" fmla="*/ 140 w 279"/>
                  <a:gd name="T43" fmla="*/ 83 h 315"/>
                  <a:gd name="T44" fmla="*/ 206 w 279"/>
                  <a:gd name="T45" fmla="*/ 114 h 315"/>
                  <a:gd name="T46" fmla="*/ 140 w 279"/>
                  <a:gd name="T47" fmla="*/ 230 h 315"/>
                  <a:gd name="T48" fmla="*/ 36 w 279"/>
                  <a:gd name="T49" fmla="*/ 12 h 315"/>
                  <a:gd name="T50" fmla="*/ 52 w 279"/>
                  <a:gd name="T51" fmla="*/ 64 h 315"/>
                  <a:gd name="T52" fmla="*/ 36 w 279"/>
                  <a:gd name="T53" fmla="*/ 88 h 315"/>
                  <a:gd name="T54" fmla="*/ 52 w 279"/>
                  <a:gd name="T55" fmla="*/ 119 h 315"/>
                  <a:gd name="T56" fmla="*/ 52 w 279"/>
                  <a:gd name="T57" fmla="*/ 142 h 315"/>
                  <a:gd name="T58" fmla="*/ 36 w 279"/>
                  <a:gd name="T59" fmla="*/ 171 h 315"/>
                  <a:gd name="T60" fmla="*/ 52 w 279"/>
                  <a:gd name="T61" fmla="*/ 225 h 315"/>
                  <a:gd name="T62" fmla="*/ 36 w 279"/>
                  <a:gd name="T63" fmla="*/ 249 h 315"/>
                  <a:gd name="T64" fmla="*/ 52 w 279"/>
                  <a:gd name="T65" fmla="*/ 279 h 315"/>
                  <a:gd name="T66" fmla="*/ 52 w 279"/>
                  <a:gd name="T67" fmla="*/ 303 h 315"/>
                  <a:gd name="T68" fmla="*/ 74 w 279"/>
                  <a:gd name="T69" fmla="*/ 230 h 315"/>
                  <a:gd name="T70" fmla="*/ 74 w 279"/>
                  <a:gd name="T71" fmla="*/ 199 h 315"/>
                  <a:gd name="T72" fmla="*/ 140 w 279"/>
                  <a:gd name="T73" fmla="*/ 83 h 315"/>
                  <a:gd name="T74" fmla="*/ 52 w 279"/>
                  <a:gd name="T75" fmla="*/ 0 h 315"/>
                  <a:gd name="T76" fmla="*/ 21 w 279"/>
                  <a:gd name="T77" fmla="*/ 0 h 315"/>
                  <a:gd name="T78" fmla="*/ 21 w 279"/>
                  <a:gd name="T79" fmla="*/ 315 h 315"/>
                  <a:gd name="T80" fmla="*/ 36 w 279"/>
                  <a:gd name="T81" fmla="*/ 279 h 315"/>
                  <a:gd name="T82" fmla="*/ 36 w 279"/>
                  <a:gd name="T83" fmla="*/ 249 h 315"/>
                  <a:gd name="T84" fmla="*/ 21 w 279"/>
                  <a:gd name="T85" fmla="*/ 197 h 315"/>
                  <a:gd name="T86" fmla="*/ 21 w 279"/>
                  <a:gd name="T87" fmla="*/ 171 h 315"/>
                  <a:gd name="T88" fmla="*/ 36 w 279"/>
                  <a:gd name="T89" fmla="*/ 119 h 315"/>
                  <a:gd name="T90" fmla="*/ 36 w 279"/>
                  <a:gd name="T91" fmla="*/ 88 h 315"/>
                  <a:gd name="T92" fmla="*/ 21 w 279"/>
                  <a:gd name="T93" fmla="*/ 36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9" h="315">
                    <a:moveTo>
                      <a:pt x="244" y="303"/>
                    </a:moveTo>
                    <a:lnTo>
                      <a:pt x="260" y="303"/>
                    </a:lnTo>
                    <a:lnTo>
                      <a:pt x="260" y="315"/>
                    </a:lnTo>
                    <a:lnTo>
                      <a:pt x="279" y="315"/>
                    </a:lnTo>
                    <a:lnTo>
                      <a:pt x="279" y="0"/>
                    </a:lnTo>
                    <a:lnTo>
                      <a:pt x="260" y="0"/>
                    </a:lnTo>
                    <a:lnTo>
                      <a:pt x="260" y="12"/>
                    </a:lnTo>
                    <a:lnTo>
                      <a:pt x="244" y="12"/>
                    </a:lnTo>
                    <a:lnTo>
                      <a:pt x="244" y="36"/>
                    </a:lnTo>
                    <a:lnTo>
                      <a:pt x="260" y="36"/>
                    </a:lnTo>
                    <a:lnTo>
                      <a:pt x="260" y="64"/>
                    </a:lnTo>
                    <a:lnTo>
                      <a:pt x="244" y="64"/>
                    </a:lnTo>
                    <a:lnTo>
                      <a:pt x="244" y="88"/>
                    </a:lnTo>
                    <a:lnTo>
                      <a:pt x="260" y="88"/>
                    </a:lnTo>
                    <a:lnTo>
                      <a:pt x="260" y="119"/>
                    </a:lnTo>
                    <a:lnTo>
                      <a:pt x="244" y="119"/>
                    </a:lnTo>
                    <a:lnTo>
                      <a:pt x="244" y="142"/>
                    </a:lnTo>
                    <a:lnTo>
                      <a:pt x="260" y="142"/>
                    </a:lnTo>
                    <a:lnTo>
                      <a:pt x="260" y="171"/>
                    </a:lnTo>
                    <a:lnTo>
                      <a:pt x="244" y="171"/>
                    </a:lnTo>
                    <a:lnTo>
                      <a:pt x="244" y="197"/>
                    </a:lnTo>
                    <a:lnTo>
                      <a:pt x="260" y="197"/>
                    </a:lnTo>
                    <a:lnTo>
                      <a:pt x="260" y="225"/>
                    </a:lnTo>
                    <a:lnTo>
                      <a:pt x="244" y="225"/>
                    </a:lnTo>
                    <a:lnTo>
                      <a:pt x="244" y="249"/>
                    </a:lnTo>
                    <a:lnTo>
                      <a:pt x="260" y="249"/>
                    </a:lnTo>
                    <a:lnTo>
                      <a:pt x="260" y="279"/>
                    </a:lnTo>
                    <a:lnTo>
                      <a:pt x="244" y="279"/>
                    </a:lnTo>
                    <a:lnTo>
                      <a:pt x="244" y="303"/>
                    </a:lnTo>
                    <a:close/>
                    <a:moveTo>
                      <a:pt x="140" y="230"/>
                    </a:moveTo>
                    <a:lnTo>
                      <a:pt x="206" y="230"/>
                    </a:lnTo>
                    <a:lnTo>
                      <a:pt x="206" y="315"/>
                    </a:lnTo>
                    <a:lnTo>
                      <a:pt x="227" y="315"/>
                    </a:lnTo>
                    <a:lnTo>
                      <a:pt x="227" y="303"/>
                    </a:lnTo>
                    <a:lnTo>
                      <a:pt x="244" y="303"/>
                    </a:lnTo>
                    <a:lnTo>
                      <a:pt x="244" y="279"/>
                    </a:lnTo>
                    <a:lnTo>
                      <a:pt x="227" y="279"/>
                    </a:lnTo>
                    <a:lnTo>
                      <a:pt x="227" y="249"/>
                    </a:lnTo>
                    <a:lnTo>
                      <a:pt x="227" y="249"/>
                    </a:lnTo>
                    <a:lnTo>
                      <a:pt x="244" y="249"/>
                    </a:lnTo>
                    <a:lnTo>
                      <a:pt x="244" y="225"/>
                    </a:lnTo>
                    <a:lnTo>
                      <a:pt x="227" y="225"/>
                    </a:lnTo>
                    <a:lnTo>
                      <a:pt x="227" y="197"/>
                    </a:lnTo>
                    <a:lnTo>
                      <a:pt x="227" y="197"/>
                    </a:lnTo>
                    <a:lnTo>
                      <a:pt x="244" y="197"/>
                    </a:lnTo>
                    <a:lnTo>
                      <a:pt x="244" y="171"/>
                    </a:lnTo>
                    <a:lnTo>
                      <a:pt x="227" y="171"/>
                    </a:lnTo>
                    <a:lnTo>
                      <a:pt x="227" y="142"/>
                    </a:lnTo>
                    <a:lnTo>
                      <a:pt x="227" y="142"/>
                    </a:lnTo>
                    <a:lnTo>
                      <a:pt x="244" y="142"/>
                    </a:lnTo>
                    <a:lnTo>
                      <a:pt x="244" y="119"/>
                    </a:lnTo>
                    <a:lnTo>
                      <a:pt x="227" y="119"/>
                    </a:lnTo>
                    <a:lnTo>
                      <a:pt x="227" y="88"/>
                    </a:lnTo>
                    <a:lnTo>
                      <a:pt x="227" y="88"/>
                    </a:lnTo>
                    <a:lnTo>
                      <a:pt x="244" y="88"/>
                    </a:lnTo>
                    <a:lnTo>
                      <a:pt x="244" y="64"/>
                    </a:lnTo>
                    <a:lnTo>
                      <a:pt x="227" y="64"/>
                    </a:lnTo>
                    <a:lnTo>
                      <a:pt x="227" y="36"/>
                    </a:lnTo>
                    <a:lnTo>
                      <a:pt x="227" y="36"/>
                    </a:lnTo>
                    <a:lnTo>
                      <a:pt x="244" y="36"/>
                    </a:lnTo>
                    <a:lnTo>
                      <a:pt x="244" y="12"/>
                    </a:lnTo>
                    <a:lnTo>
                      <a:pt x="227" y="12"/>
                    </a:lnTo>
                    <a:lnTo>
                      <a:pt x="227" y="0"/>
                    </a:lnTo>
                    <a:lnTo>
                      <a:pt x="206" y="0"/>
                    </a:lnTo>
                    <a:lnTo>
                      <a:pt x="206" y="83"/>
                    </a:lnTo>
                    <a:lnTo>
                      <a:pt x="140" y="83"/>
                    </a:lnTo>
                    <a:lnTo>
                      <a:pt x="140" y="114"/>
                    </a:lnTo>
                    <a:lnTo>
                      <a:pt x="206" y="114"/>
                    </a:lnTo>
                    <a:lnTo>
                      <a:pt x="206" y="114"/>
                    </a:lnTo>
                    <a:lnTo>
                      <a:pt x="206" y="199"/>
                    </a:lnTo>
                    <a:lnTo>
                      <a:pt x="140" y="199"/>
                    </a:lnTo>
                    <a:lnTo>
                      <a:pt x="140" y="230"/>
                    </a:lnTo>
                    <a:close/>
                    <a:moveTo>
                      <a:pt x="52" y="0"/>
                    </a:moveTo>
                    <a:lnTo>
                      <a:pt x="52" y="12"/>
                    </a:lnTo>
                    <a:lnTo>
                      <a:pt x="36" y="12"/>
                    </a:lnTo>
                    <a:lnTo>
                      <a:pt x="36" y="36"/>
                    </a:lnTo>
                    <a:lnTo>
                      <a:pt x="52" y="36"/>
                    </a:lnTo>
                    <a:lnTo>
                      <a:pt x="52" y="64"/>
                    </a:lnTo>
                    <a:lnTo>
                      <a:pt x="52" y="64"/>
                    </a:lnTo>
                    <a:lnTo>
                      <a:pt x="36" y="64"/>
                    </a:lnTo>
                    <a:lnTo>
                      <a:pt x="36" y="88"/>
                    </a:lnTo>
                    <a:lnTo>
                      <a:pt x="52" y="88"/>
                    </a:lnTo>
                    <a:lnTo>
                      <a:pt x="52" y="119"/>
                    </a:lnTo>
                    <a:lnTo>
                      <a:pt x="52" y="119"/>
                    </a:lnTo>
                    <a:lnTo>
                      <a:pt x="36" y="119"/>
                    </a:lnTo>
                    <a:lnTo>
                      <a:pt x="36" y="142"/>
                    </a:lnTo>
                    <a:lnTo>
                      <a:pt x="52" y="142"/>
                    </a:lnTo>
                    <a:lnTo>
                      <a:pt x="52" y="171"/>
                    </a:lnTo>
                    <a:lnTo>
                      <a:pt x="52" y="171"/>
                    </a:lnTo>
                    <a:lnTo>
                      <a:pt x="36" y="171"/>
                    </a:lnTo>
                    <a:lnTo>
                      <a:pt x="36" y="197"/>
                    </a:lnTo>
                    <a:lnTo>
                      <a:pt x="52" y="197"/>
                    </a:lnTo>
                    <a:lnTo>
                      <a:pt x="52" y="225"/>
                    </a:lnTo>
                    <a:lnTo>
                      <a:pt x="52" y="225"/>
                    </a:lnTo>
                    <a:lnTo>
                      <a:pt x="36" y="225"/>
                    </a:lnTo>
                    <a:lnTo>
                      <a:pt x="36" y="249"/>
                    </a:lnTo>
                    <a:lnTo>
                      <a:pt x="52" y="249"/>
                    </a:lnTo>
                    <a:lnTo>
                      <a:pt x="52" y="279"/>
                    </a:lnTo>
                    <a:lnTo>
                      <a:pt x="52" y="279"/>
                    </a:lnTo>
                    <a:lnTo>
                      <a:pt x="36" y="279"/>
                    </a:lnTo>
                    <a:lnTo>
                      <a:pt x="36" y="303"/>
                    </a:lnTo>
                    <a:lnTo>
                      <a:pt x="52" y="303"/>
                    </a:lnTo>
                    <a:lnTo>
                      <a:pt x="52" y="315"/>
                    </a:lnTo>
                    <a:lnTo>
                      <a:pt x="74" y="315"/>
                    </a:lnTo>
                    <a:lnTo>
                      <a:pt x="74" y="230"/>
                    </a:lnTo>
                    <a:lnTo>
                      <a:pt x="140" y="230"/>
                    </a:lnTo>
                    <a:lnTo>
                      <a:pt x="140" y="199"/>
                    </a:lnTo>
                    <a:lnTo>
                      <a:pt x="74" y="199"/>
                    </a:lnTo>
                    <a:lnTo>
                      <a:pt x="74" y="114"/>
                    </a:lnTo>
                    <a:lnTo>
                      <a:pt x="140" y="114"/>
                    </a:lnTo>
                    <a:lnTo>
                      <a:pt x="140" y="83"/>
                    </a:lnTo>
                    <a:lnTo>
                      <a:pt x="74" y="83"/>
                    </a:lnTo>
                    <a:lnTo>
                      <a:pt x="74" y="0"/>
                    </a:lnTo>
                    <a:lnTo>
                      <a:pt x="52" y="0"/>
                    </a:lnTo>
                    <a:close/>
                    <a:moveTo>
                      <a:pt x="36" y="12"/>
                    </a:moveTo>
                    <a:lnTo>
                      <a:pt x="21" y="12"/>
                    </a:lnTo>
                    <a:lnTo>
                      <a:pt x="21" y="0"/>
                    </a:lnTo>
                    <a:lnTo>
                      <a:pt x="0" y="0"/>
                    </a:lnTo>
                    <a:lnTo>
                      <a:pt x="0" y="315"/>
                    </a:lnTo>
                    <a:lnTo>
                      <a:pt x="21" y="315"/>
                    </a:lnTo>
                    <a:lnTo>
                      <a:pt x="21" y="303"/>
                    </a:lnTo>
                    <a:lnTo>
                      <a:pt x="36" y="303"/>
                    </a:lnTo>
                    <a:lnTo>
                      <a:pt x="36" y="279"/>
                    </a:lnTo>
                    <a:lnTo>
                      <a:pt x="21" y="279"/>
                    </a:lnTo>
                    <a:lnTo>
                      <a:pt x="21" y="249"/>
                    </a:lnTo>
                    <a:lnTo>
                      <a:pt x="36" y="249"/>
                    </a:lnTo>
                    <a:lnTo>
                      <a:pt x="36" y="225"/>
                    </a:lnTo>
                    <a:lnTo>
                      <a:pt x="21" y="225"/>
                    </a:lnTo>
                    <a:lnTo>
                      <a:pt x="21" y="197"/>
                    </a:lnTo>
                    <a:lnTo>
                      <a:pt x="36" y="197"/>
                    </a:lnTo>
                    <a:lnTo>
                      <a:pt x="36" y="171"/>
                    </a:lnTo>
                    <a:lnTo>
                      <a:pt x="21" y="171"/>
                    </a:lnTo>
                    <a:lnTo>
                      <a:pt x="21" y="142"/>
                    </a:lnTo>
                    <a:lnTo>
                      <a:pt x="36" y="142"/>
                    </a:lnTo>
                    <a:lnTo>
                      <a:pt x="36" y="119"/>
                    </a:lnTo>
                    <a:lnTo>
                      <a:pt x="21" y="119"/>
                    </a:lnTo>
                    <a:lnTo>
                      <a:pt x="21" y="88"/>
                    </a:lnTo>
                    <a:lnTo>
                      <a:pt x="36" y="88"/>
                    </a:lnTo>
                    <a:lnTo>
                      <a:pt x="36" y="64"/>
                    </a:lnTo>
                    <a:lnTo>
                      <a:pt x="21" y="64"/>
                    </a:lnTo>
                    <a:lnTo>
                      <a:pt x="21" y="36"/>
                    </a:lnTo>
                    <a:lnTo>
                      <a:pt x="36" y="36"/>
                    </a:ln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6" name="Freeform 115"/>
              <p:cNvSpPr>
                <a:spLocks/>
              </p:cNvSpPr>
              <p:nvPr/>
            </p:nvSpPr>
            <p:spPr bwMode="auto">
              <a:xfrm>
                <a:off x="-968375" y="8429625"/>
                <a:ext cx="101600" cy="127000"/>
              </a:xfrm>
              <a:custGeom>
                <a:avLst/>
                <a:gdLst>
                  <a:gd name="T0" fmla="*/ 64 w 64"/>
                  <a:gd name="T1" fmla="*/ 0 h 80"/>
                  <a:gd name="T2" fmla="*/ 0 w 64"/>
                  <a:gd name="T3" fmla="*/ 0 h 80"/>
                  <a:gd name="T4" fmla="*/ 0 w 64"/>
                  <a:gd name="T5" fmla="*/ 28 h 80"/>
                  <a:gd name="T6" fmla="*/ 64 w 64"/>
                  <a:gd name="T7" fmla="*/ 80 h 80"/>
                  <a:gd name="T8" fmla="*/ 64 w 64"/>
                  <a:gd name="T9" fmla="*/ 0 h 80"/>
                </a:gdLst>
                <a:ahLst/>
                <a:cxnLst>
                  <a:cxn ang="0">
                    <a:pos x="T0" y="T1"/>
                  </a:cxn>
                  <a:cxn ang="0">
                    <a:pos x="T2" y="T3"/>
                  </a:cxn>
                  <a:cxn ang="0">
                    <a:pos x="T4" y="T5"/>
                  </a:cxn>
                  <a:cxn ang="0">
                    <a:pos x="T6" y="T7"/>
                  </a:cxn>
                  <a:cxn ang="0">
                    <a:pos x="T8" y="T9"/>
                  </a:cxn>
                </a:cxnLst>
                <a:rect l="0" t="0" r="r" b="b"/>
                <a:pathLst>
                  <a:path w="64" h="80">
                    <a:moveTo>
                      <a:pt x="64" y="0"/>
                    </a:moveTo>
                    <a:lnTo>
                      <a:pt x="0" y="0"/>
                    </a:lnTo>
                    <a:lnTo>
                      <a:pt x="0" y="28"/>
                    </a:lnTo>
                    <a:lnTo>
                      <a:pt x="64" y="80"/>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7" name="Freeform 116"/>
              <p:cNvSpPr>
                <a:spLocks/>
              </p:cNvSpPr>
              <p:nvPr/>
            </p:nvSpPr>
            <p:spPr bwMode="auto">
              <a:xfrm>
                <a:off x="-1282700" y="8537575"/>
                <a:ext cx="415925" cy="406400"/>
              </a:xfrm>
              <a:custGeom>
                <a:avLst/>
                <a:gdLst>
                  <a:gd name="T0" fmla="*/ 262 w 262"/>
                  <a:gd name="T1" fmla="*/ 135 h 256"/>
                  <a:gd name="T2" fmla="*/ 262 w 262"/>
                  <a:gd name="T3" fmla="*/ 107 h 256"/>
                  <a:gd name="T4" fmla="*/ 198 w 262"/>
                  <a:gd name="T5" fmla="*/ 55 h 256"/>
                  <a:gd name="T6" fmla="*/ 130 w 262"/>
                  <a:gd name="T7" fmla="*/ 0 h 256"/>
                  <a:gd name="T8" fmla="*/ 0 w 262"/>
                  <a:gd name="T9" fmla="*/ 107 h 256"/>
                  <a:gd name="T10" fmla="*/ 0 w 262"/>
                  <a:gd name="T11" fmla="*/ 256 h 256"/>
                  <a:gd name="T12" fmla="*/ 83 w 262"/>
                  <a:gd name="T13" fmla="*/ 256 h 256"/>
                  <a:gd name="T14" fmla="*/ 83 w 262"/>
                  <a:gd name="T15" fmla="*/ 109 h 256"/>
                  <a:gd name="T16" fmla="*/ 180 w 262"/>
                  <a:gd name="T17" fmla="*/ 109 h 256"/>
                  <a:gd name="T18" fmla="*/ 180 w 262"/>
                  <a:gd name="T19" fmla="*/ 256 h 256"/>
                  <a:gd name="T20" fmla="*/ 262 w 262"/>
                  <a:gd name="T21" fmla="*/ 256 h 256"/>
                  <a:gd name="T22" fmla="*/ 262 w 262"/>
                  <a:gd name="T23" fmla="*/ 1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 h="256">
                    <a:moveTo>
                      <a:pt x="262" y="135"/>
                    </a:moveTo>
                    <a:lnTo>
                      <a:pt x="262" y="107"/>
                    </a:lnTo>
                    <a:lnTo>
                      <a:pt x="198" y="55"/>
                    </a:lnTo>
                    <a:lnTo>
                      <a:pt x="130" y="0"/>
                    </a:lnTo>
                    <a:lnTo>
                      <a:pt x="0" y="107"/>
                    </a:lnTo>
                    <a:lnTo>
                      <a:pt x="0" y="256"/>
                    </a:lnTo>
                    <a:lnTo>
                      <a:pt x="83" y="256"/>
                    </a:lnTo>
                    <a:lnTo>
                      <a:pt x="83" y="109"/>
                    </a:lnTo>
                    <a:lnTo>
                      <a:pt x="180" y="109"/>
                    </a:lnTo>
                    <a:lnTo>
                      <a:pt x="180" y="256"/>
                    </a:lnTo>
                    <a:lnTo>
                      <a:pt x="262" y="256"/>
                    </a:lnTo>
                    <a:lnTo>
                      <a:pt x="262"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8" name="Freeform 117"/>
              <p:cNvSpPr>
                <a:spLocks/>
              </p:cNvSpPr>
              <p:nvPr/>
            </p:nvSpPr>
            <p:spPr bwMode="auto">
              <a:xfrm>
                <a:off x="-1384300" y="8407400"/>
                <a:ext cx="619125" cy="319088"/>
              </a:xfrm>
              <a:custGeom>
                <a:avLst/>
                <a:gdLst>
                  <a:gd name="T0" fmla="*/ 64 w 390"/>
                  <a:gd name="T1" fmla="*/ 177 h 201"/>
                  <a:gd name="T2" fmla="*/ 194 w 390"/>
                  <a:gd name="T3" fmla="*/ 68 h 201"/>
                  <a:gd name="T4" fmla="*/ 262 w 390"/>
                  <a:gd name="T5" fmla="*/ 123 h 201"/>
                  <a:gd name="T6" fmla="*/ 326 w 390"/>
                  <a:gd name="T7" fmla="*/ 177 h 201"/>
                  <a:gd name="T8" fmla="*/ 357 w 390"/>
                  <a:gd name="T9" fmla="*/ 201 h 201"/>
                  <a:gd name="T10" fmla="*/ 390 w 390"/>
                  <a:gd name="T11" fmla="*/ 158 h 201"/>
                  <a:gd name="T12" fmla="*/ 326 w 390"/>
                  <a:gd name="T13" fmla="*/ 108 h 201"/>
                  <a:gd name="T14" fmla="*/ 262 w 390"/>
                  <a:gd name="T15" fmla="*/ 56 h 201"/>
                  <a:gd name="T16" fmla="*/ 194 w 390"/>
                  <a:gd name="T17" fmla="*/ 0 h 201"/>
                  <a:gd name="T18" fmla="*/ 0 w 390"/>
                  <a:gd name="T19" fmla="*/ 158 h 201"/>
                  <a:gd name="T20" fmla="*/ 33 w 390"/>
                  <a:gd name="T21" fmla="*/ 201 h 201"/>
                  <a:gd name="T22" fmla="*/ 64 w 390"/>
                  <a:gd name="T23" fmla="*/ 17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0" h="201">
                    <a:moveTo>
                      <a:pt x="64" y="177"/>
                    </a:moveTo>
                    <a:lnTo>
                      <a:pt x="194" y="68"/>
                    </a:lnTo>
                    <a:lnTo>
                      <a:pt x="262" y="123"/>
                    </a:lnTo>
                    <a:lnTo>
                      <a:pt x="326" y="177"/>
                    </a:lnTo>
                    <a:lnTo>
                      <a:pt x="357" y="201"/>
                    </a:lnTo>
                    <a:lnTo>
                      <a:pt x="390" y="158"/>
                    </a:lnTo>
                    <a:lnTo>
                      <a:pt x="326" y="108"/>
                    </a:lnTo>
                    <a:lnTo>
                      <a:pt x="262" y="56"/>
                    </a:lnTo>
                    <a:lnTo>
                      <a:pt x="194" y="0"/>
                    </a:lnTo>
                    <a:lnTo>
                      <a:pt x="0" y="158"/>
                    </a:lnTo>
                    <a:lnTo>
                      <a:pt x="33" y="201"/>
                    </a:lnTo>
                    <a:lnTo>
                      <a:pt x="64" y="1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9" name="Freeform 118"/>
              <p:cNvSpPr>
                <a:spLocks/>
              </p:cNvSpPr>
              <p:nvPr/>
            </p:nvSpPr>
            <p:spPr bwMode="auto">
              <a:xfrm>
                <a:off x="-3157538" y="8669338"/>
                <a:ext cx="157163" cy="312738"/>
              </a:xfrm>
              <a:custGeom>
                <a:avLst/>
                <a:gdLst>
                  <a:gd name="T0" fmla="*/ 0 w 99"/>
                  <a:gd name="T1" fmla="*/ 197 h 197"/>
                  <a:gd name="T2" fmla="*/ 99 w 99"/>
                  <a:gd name="T3" fmla="*/ 78 h 197"/>
                  <a:gd name="T4" fmla="*/ 0 w 99"/>
                  <a:gd name="T5" fmla="*/ 0 h 197"/>
                  <a:gd name="T6" fmla="*/ 0 w 99"/>
                  <a:gd name="T7" fmla="*/ 197 h 197"/>
                </a:gdLst>
                <a:ahLst/>
                <a:cxnLst>
                  <a:cxn ang="0">
                    <a:pos x="T0" y="T1"/>
                  </a:cxn>
                  <a:cxn ang="0">
                    <a:pos x="T2" y="T3"/>
                  </a:cxn>
                  <a:cxn ang="0">
                    <a:pos x="T4" y="T5"/>
                  </a:cxn>
                  <a:cxn ang="0">
                    <a:pos x="T6" y="T7"/>
                  </a:cxn>
                </a:cxnLst>
                <a:rect l="0" t="0" r="r" b="b"/>
                <a:pathLst>
                  <a:path w="99" h="197">
                    <a:moveTo>
                      <a:pt x="0" y="197"/>
                    </a:moveTo>
                    <a:lnTo>
                      <a:pt x="99" y="78"/>
                    </a:lnTo>
                    <a:lnTo>
                      <a:pt x="0" y="0"/>
                    </a:lnTo>
                    <a:lnTo>
                      <a:pt x="0"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0" name="Freeform 119"/>
              <p:cNvSpPr>
                <a:spLocks/>
              </p:cNvSpPr>
              <p:nvPr/>
            </p:nvSpPr>
            <p:spPr bwMode="auto">
              <a:xfrm>
                <a:off x="-2781300" y="8669338"/>
                <a:ext cx="157163" cy="312738"/>
              </a:xfrm>
              <a:custGeom>
                <a:avLst/>
                <a:gdLst>
                  <a:gd name="T0" fmla="*/ 99 w 99"/>
                  <a:gd name="T1" fmla="*/ 197 h 197"/>
                  <a:gd name="T2" fmla="*/ 99 w 99"/>
                  <a:gd name="T3" fmla="*/ 0 h 197"/>
                  <a:gd name="T4" fmla="*/ 0 w 99"/>
                  <a:gd name="T5" fmla="*/ 78 h 197"/>
                  <a:gd name="T6" fmla="*/ 99 w 99"/>
                  <a:gd name="T7" fmla="*/ 197 h 197"/>
                </a:gdLst>
                <a:ahLst/>
                <a:cxnLst>
                  <a:cxn ang="0">
                    <a:pos x="T0" y="T1"/>
                  </a:cxn>
                  <a:cxn ang="0">
                    <a:pos x="T2" y="T3"/>
                  </a:cxn>
                  <a:cxn ang="0">
                    <a:pos x="T4" y="T5"/>
                  </a:cxn>
                  <a:cxn ang="0">
                    <a:pos x="T6" y="T7"/>
                  </a:cxn>
                </a:cxnLst>
                <a:rect l="0" t="0" r="r" b="b"/>
                <a:pathLst>
                  <a:path w="99" h="197">
                    <a:moveTo>
                      <a:pt x="99" y="197"/>
                    </a:moveTo>
                    <a:lnTo>
                      <a:pt x="99" y="0"/>
                    </a:lnTo>
                    <a:lnTo>
                      <a:pt x="0" y="78"/>
                    </a:lnTo>
                    <a:lnTo>
                      <a:pt x="99"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1" name="Freeform 120"/>
              <p:cNvSpPr>
                <a:spLocks/>
              </p:cNvSpPr>
              <p:nvPr/>
            </p:nvSpPr>
            <p:spPr bwMode="auto">
              <a:xfrm>
                <a:off x="-2624138" y="8993188"/>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2" name="Freeform 121"/>
              <p:cNvSpPr>
                <a:spLocks/>
              </p:cNvSpPr>
              <p:nvPr/>
            </p:nvSpPr>
            <p:spPr bwMode="auto">
              <a:xfrm>
                <a:off x="-3157538" y="8993188"/>
                <a:ext cx="3175" cy="317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3" name="Freeform 122"/>
              <p:cNvSpPr>
                <a:spLocks/>
              </p:cNvSpPr>
              <p:nvPr/>
            </p:nvSpPr>
            <p:spPr bwMode="auto">
              <a:xfrm>
                <a:off x="-3146425" y="8804275"/>
                <a:ext cx="514350" cy="192088"/>
              </a:xfrm>
              <a:custGeom>
                <a:avLst/>
                <a:gdLst>
                  <a:gd name="T0" fmla="*/ 324 w 324"/>
                  <a:gd name="T1" fmla="*/ 121 h 121"/>
                  <a:gd name="T2" fmla="*/ 322 w 324"/>
                  <a:gd name="T3" fmla="*/ 119 h 121"/>
                  <a:gd name="T4" fmla="*/ 222 w 324"/>
                  <a:gd name="T5" fmla="*/ 0 h 121"/>
                  <a:gd name="T6" fmla="*/ 161 w 324"/>
                  <a:gd name="T7" fmla="*/ 50 h 121"/>
                  <a:gd name="T8" fmla="*/ 99 w 324"/>
                  <a:gd name="T9" fmla="*/ 0 h 121"/>
                  <a:gd name="T10" fmla="*/ 0 w 324"/>
                  <a:gd name="T11" fmla="*/ 119 h 121"/>
                  <a:gd name="T12" fmla="*/ 0 w 324"/>
                  <a:gd name="T13" fmla="*/ 121 h 121"/>
                  <a:gd name="T14" fmla="*/ 324 w 324"/>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21">
                    <a:moveTo>
                      <a:pt x="324" y="121"/>
                    </a:moveTo>
                    <a:lnTo>
                      <a:pt x="322" y="119"/>
                    </a:lnTo>
                    <a:lnTo>
                      <a:pt x="222" y="0"/>
                    </a:lnTo>
                    <a:lnTo>
                      <a:pt x="161" y="50"/>
                    </a:lnTo>
                    <a:lnTo>
                      <a:pt x="99" y="0"/>
                    </a:lnTo>
                    <a:lnTo>
                      <a:pt x="0" y="119"/>
                    </a:lnTo>
                    <a:lnTo>
                      <a:pt x="0" y="121"/>
                    </a:lnTo>
                    <a:lnTo>
                      <a:pt x="324"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4" name="Freeform 123"/>
              <p:cNvSpPr>
                <a:spLocks/>
              </p:cNvSpPr>
              <p:nvPr/>
            </p:nvSpPr>
            <p:spPr bwMode="auto">
              <a:xfrm>
                <a:off x="-3146425" y="8658225"/>
                <a:ext cx="511175" cy="206375"/>
              </a:xfrm>
              <a:custGeom>
                <a:avLst/>
                <a:gdLst>
                  <a:gd name="T0" fmla="*/ 97 w 322"/>
                  <a:gd name="T1" fmla="*/ 78 h 130"/>
                  <a:gd name="T2" fmla="*/ 102 w 322"/>
                  <a:gd name="T3" fmla="*/ 81 h 130"/>
                  <a:gd name="T4" fmla="*/ 107 w 322"/>
                  <a:gd name="T5" fmla="*/ 85 h 130"/>
                  <a:gd name="T6" fmla="*/ 161 w 322"/>
                  <a:gd name="T7" fmla="*/ 130 h 130"/>
                  <a:gd name="T8" fmla="*/ 218 w 322"/>
                  <a:gd name="T9" fmla="*/ 85 h 130"/>
                  <a:gd name="T10" fmla="*/ 220 w 322"/>
                  <a:gd name="T11" fmla="*/ 81 h 130"/>
                  <a:gd name="T12" fmla="*/ 225 w 322"/>
                  <a:gd name="T13" fmla="*/ 78 h 130"/>
                  <a:gd name="T14" fmla="*/ 322 w 322"/>
                  <a:gd name="T15" fmla="*/ 0 h 130"/>
                  <a:gd name="T16" fmla="*/ 0 w 322"/>
                  <a:gd name="T17" fmla="*/ 0 h 130"/>
                  <a:gd name="T18" fmla="*/ 97 w 322"/>
                  <a:gd name="T19" fmla="*/ 7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30">
                    <a:moveTo>
                      <a:pt x="97" y="78"/>
                    </a:moveTo>
                    <a:lnTo>
                      <a:pt x="102" y="81"/>
                    </a:lnTo>
                    <a:lnTo>
                      <a:pt x="107" y="85"/>
                    </a:lnTo>
                    <a:lnTo>
                      <a:pt x="161" y="130"/>
                    </a:lnTo>
                    <a:lnTo>
                      <a:pt x="218" y="85"/>
                    </a:lnTo>
                    <a:lnTo>
                      <a:pt x="220" y="81"/>
                    </a:lnTo>
                    <a:lnTo>
                      <a:pt x="225" y="78"/>
                    </a:lnTo>
                    <a:lnTo>
                      <a:pt x="322" y="0"/>
                    </a:lnTo>
                    <a:lnTo>
                      <a:pt x="0" y="0"/>
                    </a:lnTo>
                    <a:lnTo>
                      <a:pt x="97"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5" name="Freeform 124"/>
              <p:cNvSpPr>
                <a:spLocks/>
              </p:cNvSpPr>
              <p:nvPr/>
            </p:nvSpPr>
            <p:spPr bwMode="auto">
              <a:xfrm>
                <a:off x="-2200275" y="1177925"/>
                <a:ext cx="549275" cy="338138"/>
              </a:xfrm>
              <a:custGeom>
                <a:avLst/>
                <a:gdLst>
                  <a:gd name="T0" fmla="*/ 146 w 146"/>
                  <a:gd name="T1" fmla="*/ 74 h 90"/>
                  <a:gd name="T2" fmla="*/ 130 w 146"/>
                  <a:gd name="T3" fmla="*/ 58 h 90"/>
                  <a:gd name="T4" fmla="*/ 132 w 146"/>
                  <a:gd name="T5" fmla="*/ 45 h 90"/>
                  <a:gd name="T6" fmla="*/ 87 w 146"/>
                  <a:gd name="T7" fmla="*/ 0 h 90"/>
                  <a:gd name="T8" fmla="*/ 43 w 146"/>
                  <a:gd name="T9" fmla="*/ 44 h 90"/>
                  <a:gd name="T10" fmla="*/ 26 w 146"/>
                  <a:gd name="T11" fmla="*/ 38 h 90"/>
                  <a:gd name="T12" fmla="*/ 0 w 146"/>
                  <a:gd name="T13" fmla="*/ 64 h 90"/>
                  <a:gd name="T14" fmla="*/ 26 w 146"/>
                  <a:gd name="T15" fmla="*/ 90 h 90"/>
                  <a:gd name="T16" fmla="*/ 85 w 146"/>
                  <a:gd name="T17" fmla="*/ 90 h 90"/>
                  <a:gd name="T18" fmla="*/ 87 w 146"/>
                  <a:gd name="T19" fmla="*/ 90 h 90"/>
                  <a:gd name="T20" fmla="*/ 130 w 146"/>
                  <a:gd name="T21" fmla="*/ 90 h 90"/>
                  <a:gd name="T22" fmla="*/ 146 w 146"/>
                  <a:gd name="T23" fmla="*/ 7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90">
                    <a:moveTo>
                      <a:pt x="146" y="74"/>
                    </a:moveTo>
                    <a:cubicBezTo>
                      <a:pt x="146" y="65"/>
                      <a:pt x="139" y="58"/>
                      <a:pt x="130" y="58"/>
                    </a:cubicBezTo>
                    <a:cubicBezTo>
                      <a:pt x="132" y="54"/>
                      <a:pt x="132" y="50"/>
                      <a:pt x="132" y="45"/>
                    </a:cubicBezTo>
                    <a:cubicBezTo>
                      <a:pt x="132" y="20"/>
                      <a:pt x="112" y="0"/>
                      <a:pt x="87" y="0"/>
                    </a:cubicBezTo>
                    <a:cubicBezTo>
                      <a:pt x="63" y="0"/>
                      <a:pt x="43" y="20"/>
                      <a:pt x="43" y="44"/>
                    </a:cubicBezTo>
                    <a:cubicBezTo>
                      <a:pt x="38" y="40"/>
                      <a:pt x="32" y="38"/>
                      <a:pt x="26" y="38"/>
                    </a:cubicBezTo>
                    <a:cubicBezTo>
                      <a:pt x="12" y="38"/>
                      <a:pt x="0" y="50"/>
                      <a:pt x="0" y="64"/>
                    </a:cubicBezTo>
                    <a:cubicBezTo>
                      <a:pt x="0" y="78"/>
                      <a:pt x="12" y="90"/>
                      <a:pt x="26" y="90"/>
                    </a:cubicBezTo>
                    <a:cubicBezTo>
                      <a:pt x="85" y="90"/>
                      <a:pt x="85" y="90"/>
                      <a:pt x="85" y="90"/>
                    </a:cubicBezTo>
                    <a:cubicBezTo>
                      <a:pt x="87" y="90"/>
                      <a:pt x="87" y="90"/>
                      <a:pt x="87" y="90"/>
                    </a:cubicBezTo>
                    <a:cubicBezTo>
                      <a:pt x="130" y="90"/>
                      <a:pt x="130" y="90"/>
                      <a:pt x="130" y="90"/>
                    </a:cubicBezTo>
                    <a:cubicBezTo>
                      <a:pt x="139" y="90"/>
                      <a:pt x="146" y="83"/>
                      <a:pt x="146"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6" name="Rectangle 125"/>
              <p:cNvSpPr>
                <a:spLocks noChangeArrowheads="1"/>
              </p:cNvSpPr>
              <p:nvPr/>
            </p:nvSpPr>
            <p:spPr bwMode="auto">
              <a:xfrm>
                <a:off x="-2120900" y="1546225"/>
                <a:ext cx="44450" cy="106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7" name="Rectangle 126"/>
              <p:cNvSpPr>
                <a:spLocks noChangeArrowheads="1"/>
              </p:cNvSpPr>
              <p:nvPr/>
            </p:nvSpPr>
            <p:spPr bwMode="auto">
              <a:xfrm>
                <a:off x="-2008188" y="1603375"/>
                <a:ext cx="49213"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8" name="Rectangle 127"/>
              <p:cNvSpPr>
                <a:spLocks noChangeArrowheads="1"/>
              </p:cNvSpPr>
              <p:nvPr/>
            </p:nvSpPr>
            <p:spPr bwMode="auto">
              <a:xfrm>
                <a:off x="-1892300" y="1546225"/>
                <a:ext cx="46038" cy="106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99" name="Rectangle 128"/>
              <p:cNvSpPr>
                <a:spLocks noChangeArrowheads="1"/>
              </p:cNvSpPr>
              <p:nvPr/>
            </p:nvSpPr>
            <p:spPr bwMode="auto">
              <a:xfrm>
                <a:off x="-1779588" y="1603375"/>
                <a:ext cx="49213"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0" name="Freeform 129"/>
              <p:cNvSpPr>
                <a:spLocks/>
              </p:cNvSpPr>
              <p:nvPr/>
            </p:nvSpPr>
            <p:spPr bwMode="auto">
              <a:xfrm>
                <a:off x="-1843088" y="2755900"/>
                <a:ext cx="469900" cy="387350"/>
              </a:xfrm>
              <a:custGeom>
                <a:avLst/>
                <a:gdLst>
                  <a:gd name="T0" fmla="*/ 241 w 296"/>
                  <a:gd name="T1" fmla="*/ 0 h 244"/>
                  <a:gd name="T2" fmla="*/ 107 w 296"/>
                  <a:gd name="T3" fmla="*/ 137 h 244"/>
                  <a:gd name="T4" fmla="*/ 55 w 296"/>
                  <a:gd name="T5" fmla="*/ 85 h 244"/>
                  <a:gd name="T6" fmla="*/ 0 w 296"/>
                  <a:gd name="T7" fmla="*/ 139 h 244"/>
                  <a:gd name="T8" fmla="*/ 52 w 296"/>
                  <a:gd name="T9" fmla="*/ 189 h 244"/>
                  <a:gd name="T10" fmla="*/ 107 w 296"/>
                  <a:gd name="T11" fmla="*/ 244 h 244"/>
                  <a:gd name="T12" fmla="*/ 159 w 296"/>
                  <a:gd name="T13" fmla="*/ 189 h 244"/>
                  <a:gd name="T14" fmla="*/ 296 w 296"/>
                  <a:gd name="T15" fmla="*/ 54 h 244"/>
                  <a:gd name="T16" fmla="*/ 241 w 296"/>
                  <a:gd name="T17"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244">
                    <a:moveTo>
                      <a:pt x="241" y="0"/>
                    </a:moveTo>
                    <a:lnTo>
                      <a:pt x="107" y="137"/>
                    </a:lnTo>
                    <a:lnTo>
                      <a:pt x="55" y="85"/>
                    </a:lnTo>
                    <a:lnTo>
                      <a:pt x="0" y="139"/>
                    </a:lnTo>
                    <a:lnTo>
                      <a:pt x="52" y="189"/>
                    </a:lnTo>
                    <a:lnTo>
                      <a:pt x="107" y="244"/>
                    </a:lnTo>
                    <a:lnTo>
                      <a:pt x="159" y="189"/>
                    </a:lnTo>
                    <a:lnTo>
                      <a:pt x="296" y="54"/>
                    </a:lnTo>
                    <a:lnTo>
                      <a:pt x="24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1" name="Freeform 130"/>
              <p:cNvSpPr>
                <a:spLocks/>
              </p:cNvSpPr>
              <p:nvPr/>
            </p:nvSpPr>
            <p:spPr bwMode="auto">
              <a:xfrm>
                <a:off x="-5813425" y="2943225"/>
                <a:ext cx="560388" cy="131763"/>
              </a:xfrm>
              <a:custGeom>
                <a:avLst/>
                <a:gdLst>
                  <a:gd name="T0" fmla="*/ 353 w 353"/>
                  <a:gd name="T1" fmla="*/ 0 h 83"/>
                  <a:gd name="T2" fmla="*/ 322 w 353"/>
                  <a:gd name="T3" fmla="*/ 0 h 83"/>
                  <a:gd name="T4" fmla="*/ 322 w 353"/>
                  <a:gd name="T5" fmla="*/ 52 h 83"/>
                  <a:gd name="T6" fmla="*/ 33 w 353"/>
                  <a:gd name="T7" fmla="*/ 52 h 83"/>
                  <a:gd name="T8" fmla="*/ 33 w 353"/>
                  <a:gd name="T9" fmla="*/ 0 h 83"/>
                  <a:gd name="T10" fmla="*/ 0 w 353"/>
                  <a:gd name="T11" fmla="*/ 0 h 83"/>
                  <a:gd name="T12" fmla="*/ 0 w 353"/>
                  <a:gd name="T13" fmla="*/ 83 h 83"/>
                  <a:gd name="T14" fmla="*/ 353 w 353"/>
                  <a:gd name="T15" fmla="*/ 83 h 83"/>
                  <a:gd name="T16" fmla="*/ 353 w 353"/>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83">
                    <a:moveTo>
                      <a:pt x="353" y="0"/>
                    </a:moveTo>
                    <a:lnTo>
                      <a:pt x="322" y="0"/>
                    </a:lnTo>
                    <a:lnTo>
                      <a:pt x="322" y="52"/>
                    </a:lnTo>
                    <a:lnTo>
                      <a:pt x="33" y="52"/>
                    </a:lnTo>
                    <a:lnTo>
                      <a:pt x="33" y="0"/>
                    </a:lnTo>
                    <a:lnTo>
                      <a:pt x="0" y="0"/>
                    </a:lnTo>
                    <a:lnTo>
                      <a:pt x="0" y="83"/>
                    </a:lnTo>
                    <a:lnTo>
                      <a:pt x="353" y="83"/>
                    </a:lnTo>
                    <a:lnTo>
                      <a:pt x="3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2" name="Freeform 131"/>
              <p:cNvSpPr>
                <a:spLocks/>
              </p:cNvSpPr>
              <p:nvPr/>
            </p:nvSpPr>
            <p:spPr bwMode="auto">
              <a:xfrm>
                <a:off x="-5734050" y="2544762"/>
                <a:ext cx="412750" cy="439738"/>
              </a:xfrm>
              <a:custGeom>
                <a:avLst/>
                <a:gdLst>
                  <a:gd name="T0" fmla="*/ 45 w 260"/>
                  <a:gd name="T1" fmla="*/ 116 h 277"/>
                  <a:gd name="T2" fmla="*/ 0 w 260"/>
                  <a:gd name="T3" fmla="*/ 116 h 277"/>
                  <a:gd name="T4" fmla="*/ 130 w 260"/>
                  <a:gd name="T5" fmla="*/ 277 h 277"/>
                  <a:gd name="T6" fmla="*/ 260 w 260"/>
                  <a:gd name="T7" fmla="*/ 116 h 277"/>
                  <a:gd name="T8" fmla="*/ 215 w 260"/>
                  <a:gd name="T9" fmla="*/ 116 h 277"/>
                  <a:gd name="T10" fmla="*/ 215 w 260"/>
                  <a:gd name="T11" fmla="*/ 0 h 277"/>
                  <a:gd name="T12" fmla="*/ 45 w 260"/>
                  <a:gd name="T13" fmla="*/ 0 h 277"/>
                  <a:gd name="T14" fmla="*/ 45 w 260"/>
                  <a:gd name="T15" fmla="*/ 116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0" h="277">
                    <a:moveTo>
                      <a:pt x="45" y="116"/>
                    </a:moveTo>
                    <a:lnTo>
                      <a:pt x="0" y="116"/>
                    </a:lnTo>
                    <a:lnTo>
                      <a:pt x="130" y="277"/>
                    </a:lnTo>
                    <a:lnTo>
                      <a:pt x="260" y="116"/>
                    </a:lnTo>
                    <a:lnTo>
                      <a:pt x="215" y="116"/>
                    </a:lnTo>
                    <a:lnTo>
                      <a:pt x="215" y="0"/>
                    </a:lnTo>
                    <a:lnTo>
                      <a:pt x="45" y="0"/>
                    </a:lnTo>
                    <a:lnTo>
                      <a:pt x="45"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3" name="Freeform 132"/>
              <p:cNvSpPr>
                <a:spLocks noEditPoints="1"/>
              </p:cNvSpPr>
              <p:nvPr/>
            </p:nvSpPr>
            <p:spPr bwMode="auto">
              <a:xfrm>
                <a:off x="-3600450" y="4483100"/>
                <a:ext cx="566738" cy="566738"/>
              </a:xfrm>
              <a:custGeom>
                <a:avLst/>
                <a:gdLst>
                  <a:gd name="T0" fmla="*/ 76 w 151"/>
                  <a:gd name="T1" fmla="*/ 151 h 151"/>
                  <a:gd name="T2" fmla="*/ 151 w 151"/>
                  <a:gd name="T3" fmla="*/ 75 h 151"/>
                  <a:gd name="T4" fmla="*/ 76 w 151"/>
                  <a:gd name="T5" fmla="*/ 0 h 151"/>
                  <a:gd name="T6" fmla="*/ 76 w 151"/>
                  <a:gd name="T7" fmla="*/ 8 h 151"/>
                  <a:gd name="T8" fmla="*/ 82 w 151"/>
                  <a:gd name="T9" fmla="*/ 8 h 151"/>
                  <a:gd name="T10" fmla="*/ 82 w 151"/>
                  <a:gd name="T11" fmla="*/ 75 h 151"/>
                  <a:gd name="T12" fmla="*/ 76 w 151"/>
                  <a:gd name="T13" fmla="*/ 75 h 151"/>
                  <a:gd name="T14" fmla="*/ 76 w 151"/>
                  <a:gd name="T15" fmla="*/ 123 h 151"/>
                  <a:gd name="T16" fmla="*/ 124 w 151"/>
                  <a:gd name="T17" fmla="*/ 75 h 151"/>
                  <a:gd name="T18" fmla="*/ 98 w 151"/>
                  <a:gd name="T19" fmla="*/ 32 h 151"/>
                  <a:gd name="T20" fmla="*/ 103 w 151"/>
                  <a:gd name="T21" fmla="*/ 21 h 151"/>
                  <a:gd name="T22" fmla="*/ 136 w 151"/>
                  <a:gd name="T23" fmla="*/ 75 h 151"/>
                  <a:gd name="T24" fmla="*/ 76 w 151"/>
                  <a:gd name="T25" fmla="*/ 135 h 151"/>
                  <a:gd name="T26" fmla="*/ 76 w 151"/>
                  <a:gd name="T27" fmla="*/ 151 h 151"/>
                  <a:gd name="T28" fmla="*/ 76 w 151"/>
                  <a:gd name="T29" fmla="*/ 135 h 151"/>
                  <a:gd name="T30" fmla="*/ 76 w 151"/>
                  <a:gd name="T31" fmla="*/ 135 h 151"/>
                  <a:gd name="T32" fmla="*/ 76 w 151"/>
                  <a:gd name="T33" fmla="*/ 0 h 151"/>
                  <a:gd name="T34" fmla="*/ 0 w 151"/>
                  <a:gd name="T35" fmla="*/ 75 h 151"/>
                  <a:gd name="T36" fmla="*/ 76 w 151"/>
                  <a:gd name="T37" fmla="*/ 151 h 151"/>
                  <a:gd name="T38" fmla="*/ 76 w 151"/>
                  <a:gd name="T39" fmla="*/ 135 h 151"/>
                  <a:gd name="T40" fmla="*/ 76 w 151"/>
                  <a:gd name="T41" fmla="*/ 135 h 151"/>
                  <a:gd name="T42" fmla="*/ 15 w 151"/>
                  <a:gd name="T43" fmla="*/ 75 h 151"/>
                  <a:gd name="T44" fmla="*/ 49 w 151"/>
                  <a:gd name="T45" fmla="*/ 21 h 151"/>
                  <a:gd name="T46" fmla="*/ 54 w 151"/>
                  <a:gd name="T47" fmla="*/ 32 h 151"/>
                  <a:gd name="T48" fmla="*/ 28 w 151"/>
                  <a:gd name="T49" fmla="*/ 75 h 151"/>
                  <a:gd name="T50" fmla="*/ 76 w 151"/>
                  <a:gd name="T51" fmla="*/ 123 h 151"/>
                  <a:gd name="T52" fmla="*/ 76 w 151"/>
                  <a:gd name="T53" fmla="*/ 75 h 151"/>
                  <a:gd name="T54" fmla="*/ 70 w 151"/>
                  <a:gd name="T55" fmla="*/ 75 h 151"/>
                  <a:gd name="T56" fmla="*/ 70 w 151"/>
                  <a:gd name="T57" fmla="*/ 8 h 151"/>
                  <a:gd name="T58" fmla="*/ 70 w 151"/>
                  <a:gd name="T59" fmla="*/ 8 h 151"/>
                  <a:gd name="T60" fmla="*/ 76 w 151"/>
                  <a:gd name="T61" fmla="*/ 8 h 151"/>
                  <a:gd name="T62" fmla="*/ 76 w 151"/>
                  <a:gd name="T6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 h="151">
                    <a:moveTo>
                      <a:pt x="76" y="151"/>
                    </a:moveTo>
                    <a:cubicBezTo>
                      <a:pt x="118" y="151"/>
                      <a:pt x="151" y="117"/>
                      <a:pt x="151" y="75"/>
                    </a:cubicBezTo>
                    <a:cubicBezTo>
                      <a:pt x="151" y="33"/>
                      <a:pt x="118" y="0"/>
                      <a:pt x="76" y="0"/>
                    </a:cubicBezTo>
                    <a:cubicBezTo>
                      <a:pt x="76" y="8"/>
                      <a:pt x="76" y="8"/>
                      <a:pt x="76" y="8"/>
                    </a:cubicBezTo>
                    <a:cubicBezTo>
                      <a:pt x="82" y="8"/>
                      <a:pt x="82" y="8"/>
                      <a:pt x="82" y="8"/>
                    </a:cubicBezTo>
                    <a:cubicBezTo>
                      <a:pt x="82" y="75"/>
                      <a:pt x="82" y="75"/>
                      <a:pt x="82" y="75"/>
                    </a:cubicBezTo>
                    <a:cubicBezTo>
                      <a:pt x="76" y="75"/>
                      <a:pt x="76" y="75"/>
                      <a:pt x="76" y="75"/>
                    </a:cubicBezTo>
                    <a:cubicBezTo>
                      <a:pt x="76" y="123"/>
                      <a:pt x="76" y="123"/>
                      <a:pt x="76" y="123"/>
                    </a:cubicBezTo>
                    <a:cubicBezTo>
                      <a:pt x="102" y="123"/>
                      <a:pt x="124" y="101"/>
                      <a:pt x="124" y="75"/>
                    </a:cubicBezTo>
                    <a:cubicBezTo>
                      <a:pt x="124" y="57"/>
                      <a:pt x="114" y="41"/>
                      <a:pt x="98" y="32"/>
                    </a:cubicBezTo>
                    <a:cubicBezTo>
                      <a:pt x="103" y="21"/>
                      <a:pt x="103" y="21"/>
                      <a:pt x="103" y="21"/>
                    </a:cubicBezTo>
                    <a:cubicBezTo>
                      <a:pt x="124" y="32"/>
                      <a:pt x="136" y="52"/>
                      <a:pt x="136" y="75"/>
                    </a:cubicBezTo>
                    <a:cubicBezTo>
                      <a:pt x="136" y="108"/>
                      <a:pt x="109" y="135"/>
                      <a:pt x="76" y="135"/>
                    </a:cubicBezTo>
                    <a:cubicBezTo>
                      <a:pt x="76" y="151"/>
                      <a:pt x="76" y="151"/>
                      <a:pt x="76" y="151"/>
                    </a:cubicBezTo>
                    <a:close/>
                    <a:moveTo>
                      <a:pt x="76" y="135"/>
                    </a:moveTo>
                    <a:cubicBezTo>
                      <a:pt x="76" y="135"/>
                      <a:pt x="76" y="135"/>
                      <a:pt x="76" y="135"/>
                    </a:cubicBezTo>
                    <a:moveTo>
                      <a:pt x="76" y="0"/>
                    </a:moveTo>
                    <a:cubicBezTo>
                      <a:pt x="34" y="0"/>
                      <a:pt x="0" y="33"/>
                      <a:pt x="0" y="75"/>
                    </a:cubicBezTo>
                    <a:cubicBezTo>
                      <a:pt x="0" y="117"/>
                      <a:pt x="34" y="151"/>
                      <a:pt x="76" y="151"/>
                    </a:cubicBezTo>
                    <a:cubicBezTo>
                      <a:pt x="76" y="135"/>
                      <a:pt x="76" y="135"/>
                      <a:pt x="76" y="135"/>
                    </a:cubicBezTo>
                    <a:cubicBezTo>
                      <a:pt x="76" y="135"/>
                      <a:pt x="76" y="135"/>
                      <a:pt x="76" y="135"/>
                    </a:cubicBezTo>
                    <a:cubicBezTo>
                      <a:pt x="43" y="135"/>
                      <a:pt x="15" y="108"/>
                      <a:pt x="15" y="75"/>
                    </a:cubicBezTo>
                    <a:cubicBezTo>
                      <a:pt x="15" y="52"/>
                      <a:pt x="28" y="32"/>
                      <a:pt x="49" y="21"/>
                    </a:cubicBezTo>
                    <a:cubicBezTo>
                      <a:pt x="54" y="32"/>
                      <a:pt x="54" y="32"/>
                      <a:pt x="54" y="32"/>
                    </a:cubicBezTo>
                    <a:cubicBezTo>
                      <a:pt x="38" y="41"/>
                      <a:pt x="28" y="57"/>
                      <a:pt x="28" y="75"/>
                    </a:cubicBezTo>
                    <a:cubicBezTo>
                      <a:pt x="28" y="101"/>
                      <a:pt x="49" y="123"/>
                      <a:pt x="76" y="123"/>
                    </a:cubicBezTo>
                    <a:cubicBezTo>
                      <a:pt x="76" y="75"/>
                      <a:pt x="76" y="75"/>
                      <a:pt x="76" y="75"/>
                    </a:cubicBezTo>
                    <a:cubicBezTo>
                      <a:pt x="70" y="75"/>
                      <a:pt x="70" y="75"/>
                      <a:pt x="70" y="75"/>
                    </a:cubicBezTo>
                    <a:cubicBezTo>
                      <a:pt x="70" y="8"/>
                      <a:pt x="70" y="8"/>
                      <a:pt x="70" y="8"/>
                    </a:cubicBezTo>
                    <a:cubicBezTo>
                      <a:pt x="70" y="8"/>
                      <a:pt x="70" y="8"/>
                      <a:pt x="70" y="8"/>
                    </a:cubicBezTo>
                    <a:cubicBezTo>
                      <a:pt x="76" y="8"/>
                      <a:pt x="76" y="8"/>
                      <a:pt x="76" y="8"/>
                    </a:cubicBezTo>
                    <a:lnTo>
                      <a:pt x="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4" name="Oval 133"/>
              <p:cNvSpPr>
                <a:spLocks noChangeArrowheads="1"/>
              </p:cNvSpPr>
              <p:nvPr/>
            </p:nvSpPr>
            <p:spPr bwMode="auto">
              <a:xfrm>
                <a:off x="-3303588" y="7318375"/>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5" name="Freeform 134"/>
              <p:cNvSpPr>
                <a:spLocks noEditPoints="1"/>
              </p:cNvSpPr>
              <p:nvPr/>
            </p:nvSpPr>
            <p:spPr bwMode="auto">
              <a:xfrm>
                <a:off x="-3379788" y="7239000"/>
                <a:ext cx="312738" cy="458788"/>
              </a:xfrm>
              <a:custGeom>
                <a:avLst/>
                <a:gdLst>
                  <a:gd name="T0" fmla="*/ 83 w 83"/>
                  <a:gd name="T1" fmla="*/ 0 h 122"/>
                  <a:gd name="T2" fmla="*/ 42 w 83"/>
                  <a:gd name="T3" fmla="*/ 0 h 122"/>
                  <a:gd name="T4" fmla="*/ 42 w 83"/>
                  <a:gd name="T5" fmla="*/ 10 h 122"/>
                  <a:gd name="T6" fmla="*/ 42 w 83"/>
                  <a:gd name="T7" fmla="*/ 10 h 122"/>
                  <a:gd name="T8" fmla="*/ 74 w 83"/>
                  <a:gd name="T9" fmla="*/ 43 h 122"/>
                  <a:gd name="T10" fmla="*/ 42 w 83"/>
                  <a:gd name="T11" fmla="*/ 75 h 122"/>
                  <a:gd name="T12" fmla="*/ 42 w 83"/>
                  <a:gd name="T13" fmla="*/ 75 h 122"/>
                  <a:gd name="T14" fmla="*/ 42 w 83"/>
                  <a:gd name="T15" fmla="*/ 75 h 122"/>
                  <a:gd name="T16" fmla="*/ 42 w 83"/>
                  <a:gd name="T17" fmla="*/ 89 h 122"/>
                  <a:gd name="T18" fmla="*/ 42 w 83"/>
                  <a:gd name="T19" fmla="*/ 89 h 122"/>
                  <a:gd name="T20" fmla="*/ 53 w 83"/>
                  <a:gd name="T21" fmla="*/ 100 h 122"/>
                  <a:gd name="T22" fmla="*/ 42 w 83"/>
                  <a:gd name="T23" fmla="*/ 111 h 122"/>
                  <a:gd name="T24" fmla="*/ 42 w 83"/>
                  <a:gd name="T25" fmla="*/ 111 h 122"/>
                  <a:gd name="T26" fmla="*/ 42 w 83"/>
                  <a:gd name="T27" fmla="*/ 111 h 122"/>
                  <a:gd name="T28" fmla="*/ 42 w 83"/>
                  <a:gd name="T29" fmla="*/ 122 h 122"/>
                  <a:gd name="T30" fmla="*/ 83 w 83"/>
                  <a:gd name="T31" fmla="*/ 122 h 122"/>
                  <a:gd name="T32" fmla="*/ 83 w 83"/>
                  <a:gd name="T33" fmla="*/ 0 h 122"/>
                  <a:gd name="T34" fmla="*/ 42 w 83"/>
                  <a:gd name="T35" fmla="*/ 0 h 122"/>
                  <a:gd name="T36" fmla="*/ 0 w 83"/>
                  <a:gd name="T37" fmla="*/ 0 h 122"/>
                  <a:gd name="T38" fmla="*/ 0 w 83"/>
                  <a:gd name="T39" fmla="*/ 122 h 122"/>
                  <a:gd name="T40" fmla="*/ 42 w 83"/>
                  <a:gd name="T41" fmla="*/ 122 h 122"/>
                  <a:gd name="T42" fmla="*/ 42 w 83"/>
                  <a:gd name="T43" fmla="*/ 111 h 122"/>
                  <a:gd name="T44" fmla="*/ 31 w 83"/>
                  <a:gd name="T45" fmla="*/ 100 h 122"/>
                  <a:gd name="T46" fmla="*/ 42 w 83"/>
                  <a:gd name="T47" fmla="*/ 89 h 122"/>
                  <a:gd name="T48" fmla="*/ 42 w 83"/>
                  <a:gd name="T49" fmla="*/ 75 h 122"/>
                  <a:gd name="T50" fmla="*/ 10 w 83"/>
                  <a:gd name="T51" fmla="*/ 43 h 122"/>
                  <a:gd name="T52" fmla="*/ 42 w 83"/>
                  <a:gd name="T53" fmla="*/ 10 h 122"/>
                  <a:gd name="T54" fmla="*/ 42 w 83"/>
                  <a:gd name="T5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3" h="122">
                    <a:moveTo>
                      <a:pt x="83" y="0"/>
                    </a:moveTo>
                    <a:cubicBezTo>
                      <a:pt x="42" y="0"/>
                      <a:pt x="42" y="0"/>
                      <a:pt x="42" y="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cubicBezTo>
                      <a:pt x="42" y="122"/>
                      <a:pt x="42" y="122"/>
                      <a:pt x="42" y="122"/>
                    </a:cubicBezTo>
                    <a:cubicBezTo>
                      <a:pt x="83" y="122"/>
                      <a:pt x="83" y="122"/>
                      <a:pt x="83" y="122"/>
                    </a:cubicBezTo>
                    <a:lnTo>
                      <a:pt x="83" y="0"/>
                    </a:lnTo>
                    <a:close/>
                    <a:moveTo>
                      <a:pt x="42" y="0"/>
                    </a:moveTo>
                    <a:cubicBezTo>
                      <a:pt x="0" y="0"/>
                      <a:pt x="0" y="0"/>
                      <a:pt x="0" y="0"/>
                    </a:cubicBezTo>
                    <a:cubicBezTo>
                      <a:pt x="0" y="122"/>
                      <a:pt x="0" y="122"/>
                      <a:pt x="0" y="122"/>
                    </a:cubicBez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10" y="60"/>
                      <a:pt x="10" y="43"/>
                    </a:cubicBezTo>
                    <a:cubicBezTo>
                      <a:pt x="10" y="25"/>
                      <a:pt x="24" y="10"/>
                      <a:pt x="42" y="10"/>
                    </a:cubicBez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6" name="Freeform 135"/>
              <p:cNvSpPr>
                <a:spLocks/>
              </p:cNvSpPr>
              <p:nvPr/>
            </p:nvSpPr>
            <p:spPr bwMode="auto">
              <a:xfrm>
                <a:off x="-3698875" y="7189788"/>
                <a:ext cx="63500" cy="30163"/>
              </a:xfrm>
              <a:custGeom>
                <a:avLst/>
                <a:gdLst>
                  <a:gd name="T0" fmla="*/ 17 w 17"/>
                  <a:gd name="T1" fmla="*/ 6 h 8"/>
                  <a:gd name="T2" fmla="*/ 10 w 17"/>
                  <a:gd name="T3" fmla="*/ 0 h 8"/>
                  <a:gd name="T4" fmla="*/ 7 w 17"/>
                  <a:gd name="T5" fmla="*/ 0 h 8"/>
                  <a:gd name="T6" fmla="*/ 0 w 17"/>
                  <a:gd name="T7" fmla="*/ 6 h 8"/>
                  <a:gd name="T8" fmla="*/ 0 w 17"/>
                  <a:gd name="T9" fmla="*/ 8 h 8"/>
                  <a:gd name="T10" fmla="*/ 16 w 17"/>
                  <a:gd name="T11" fmla="*/ 8 h 8"/>
                  <a:gd name="T12" fmla="*/ 17 w 17"/>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17" y="6"/>
                    </a:moveTo>
                    <a:cubicBezTo>
                      <a:pt x="17" y="3"/>
                      <a:pt x="14" y="0"/>
                      <a:pt x="10" y="0"/>
                    </a:cubicBezTo>
                    <a:cubicBezTo>
                      <a:pt x="7" y="0"/>
                      <a:pt x="7" y="0"/>
                      <a:pt x="7" y="0"/>
                    </a:cubicBezTo>
                    <a:cubicBezTo>
                      <a:pt x="3" y="0"/>
                      <a:pt x="0" y="3"/>
                      <a:pt x="0" y="6"/>
                    </a:cubicBezTo>
                    <a:cubicBezTo>
                      <a:pt x="0" y="7"/>
                      <a:pt x="0" y="8"/>
                      <a:pt x="0" y="8"/>
                    </a:cubicBezTo>
                    <a:cubicBezTo>
                      <a:pt x="16" y="8"/>
                      <a:pt x="16" y="8"/>
                      <a:pt x="16" y="8"/>
                    </a:cubicBezTo>
                    <a:cubicBezTo>
                      <a:pt x="17" y="8"/>
                      <a:pt x="17" y="7"/>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7" name="Freeform 136"/>
              <p:cNvSpPr>
                <a:spLocks noEditPoints="1"/>
              </p:cNvSpPr>
              <p:nvPr/>
            </p:nvSpPr>
            <p:spPr bwMode="auto">
              <a:xfrm>
                <a:off x="-3735388" y="7239000"/>
                <a:ext cx="311150" cy="458788"/>
              </a:xfrm>
              <a:custGeom>
                <a:avLst/>
                <a:gdLst>
                  <a:gd name="T0" fmla="*/ 42 w 83"/>
                  <a:gd name="T1" fmla="*/ 122 h 122"/>
                  <a:gd name="T2" fmla="*/ 83 w 83"/>
                  <a:gd name="T3" fmla="*/ 122 h 122"/>
                  <a:gd name="T4" fmla="*/ 83 w 83"/>
                  <a:gd name="T5" fmla="*/ 0 h 122"/>
                  <a:gd name="T6" fmla="*/ 42 w 83"/>
                  <a:gd name="T7" fmla="*/ 0 h 122"/>
                  <a:gd name="T8" fmla="*/ 42 w 83"/>
                  <a:gd name="T9" fmla="*/ 10 h 122"/>
                  <a:gd name="T10" fmla="*/ 42 w 83"/>
                  <a:gd name="T11" fmla="*/ 10 h 122"/>
                  <a:gd name="T12" fmla="*/ 42 w 83"/>
                  <a:gd name="T13" fmla="*/ 10 h 122"/>
                  <a:gd name="T14" fmla="*/ 74 w 83"/>
                  <a:gd name="T15" fmla="*/ 43 h 122"/>
                  <a:gd name="T16" fmla="*/ 42 w 83"/>
                  <a:gd name="T17" fmla="*/ 75 h 122"/>
                  <a:gd name="T18" fmla="*/ 42 w 83"/>
                  <a:gd name="T19" fmla="*/ 75 h 122"/>
                  <a:gd name="T20" fmla="*/ 42 w 83"/>
                  <a:gd name="T21" fmla="*/ 89 h 122"/>
                  <a:gd name="T22" fmla="*/ 42 w 83"/>
                  <a:gd name="T23" fmla="*/ 89 h 122"/>
                  <a:gd name="T24" fmla="*/ 53 w 83"/>
                  <a:gd name="T25" fmla="*/ 100 h 122"/>
                  <a:gd name="T26" fmla="*/ 42 w 83"/>
                  <a:gd name="T27" fmla="*/ 111 h 122"/>
                  <a:gd name="T28" fmla="*/ 42 w 83"/>
                  <a:gd name="T29" fmla="*/ 111 h 122"/>
                  <a:gd name="T30" fmla="*/ 42 w 83"/>
                  <a:gd name="T31" fmla="*/ 111 h 122"/>
                  <a:gd name="T32" fmla="*/ 42 w 83"/>
                  <a:gd name="T33" fmla="*/ 122 h 122"/>
                  <a:gd name="T34" fmla="*/ 0 w 83"/>
                  <a:gd name="T35" fmla="*/ 122 h 122"/>
                  <a:gd name="T36" fmla="*/ 42 w 83"/>
                  <a:gd name="T37" fmla="*/ 122 h 122"/>
                  <a:gd name="T38" fmla="*/ 42 w 83"/>
                  <a:gd name="T39" fmla="*/ 111 h 122"/>
                  <a:gd name="T40" fmla="*/ 31 w 83"/>
                  <a:gd name="T41" fmla="*/ 100 h 122"/>
                  <a:gd name="T42" fmla="*/ 42 w 83"/>
                  <a:gd name="T43" fmla="*/ 89 h 122"/>
                  <a:gd name="T44" fmla="*/ 42 w 83"/>
                  <a:gd name="T45" fmla="*/ 75 h 122"/>
                  <a:gd name="T46" fmla="*/ 9 w 83"/>
                  <a:gd name="T47" fmla="*/ 43 h 122"/>
                  <a:gd name="T48" fmla="*/ 42 w 83"/>
                  <a:gd name="T49" fmla="*/ 10 h 122"/>
                  <a:gd name="T50" fmla="*/ 42 w 83"/>
                  <a:gd name="T51" fmla="*/ 0 h 122"/>
                  <a:gd name="T52" fmla="*/ 20 w 83"/>
                  <a:gd name="T53" fmla="*/ 0 h 122"/>
                  <a:gd name="T54" fmla="*/ 16 w 83"/>
                  <a:gd name="T55" fmla="*/ 0 h 122"/>
                  <a:gd name="T56" fmla="*/ 0 w 83"/>
                  <a:gd name="T57" fmla="*/ 0 h 122"/>
                  <a:gd name="T58" fmla="*/ 0 w 83"/>
                  <a:gd name="T59"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122">
                    <a:moveTo>
                      <a:pt x="42" y="122"/>
                    </a:moveTo>
                    <a:cubicBezTo>
                      <a:pt x="83" y="122"/>
                      <a:pt x="83" y="122"/>
                      <a:pt x="83" y="122"/>
                    </a:cubicBezTo>
                    <a:cubicBezTo>
                      <a:pt x="83" y="0"/>
                      <a:pt x="83" y="0"/>
                      <a:pt x="83" y="0"/>
                    </a:cubicBezTo>
                    <a:cubicBezTo>
                      <a:pt x="42" y="0"/>
                      <a:pt x="42" y="0"/>
                      <a:pt x="42" y="0"/>
                    </a:cubicBezTo>
                    <a:cubicBezTo>
                      <a:pt x="42" y="10"/>
                      <a:pt x="42" y="10"/>
                      <a:pt x="42" y="1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lnTo>
                      <a:pt x="42" y="122"/>
                    </a:lnTo>
                    <a:close/>
                    <a:moveTo>
                      <a:pt x="0" y="122"/>
                    </a:move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9" y="60"/>
                      <a:pt x="9" y="43"/>
                    </a:cubicBezTo>
                    <a:cubicBezTo>
                      <a:pt x="9" y="25"/>
                      <a:pt x="24" y="10"/>
                      <a:pt x="42" y="10"/>
                    </a:cubicBezTo>
                    <a:cubicBezTo>
                      <a:pt x="42" y="0"/>
                      <a:pt x="42" y="0"/>
                      <a:pt x="42" y="0"/>
                    </a:cubicBezTo>
                    <a:cubicBezTo>
                      <a:pt x="20" y="0"/>
                      <a:pt x="20" y="0"/>
                      <a:pt x="20" y="0"/>
                    </a:cubicBezTo>
                    <a:cubicBezTo>
                      <a:pt x="16" y="0"/>
                      <a:pt x="16" y="0"/>
                      <a:pt x="16" y="0"/>
                    </a:cubicBezTo>
                    <a:cubicBezTo>
                      <a:pt x="0" y="0"/>
                      <a:pt x="0" y="0"/>
                      <a:pt x="0" y="0"/>
                    </a:cubicBezTo>
                    <a:lnTo>
                      <a:pt x="0" y="1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8" name="Oval 137"/>
              <p:cNvSpPr>
                <a:spLocks noChangeArrowheads="1"/>
              </p:cNvSpPr>
              <p:nvPr/>
            </p:nvSpPr>
            <p:spPr bwMode="auto">
              <a:xfrm>
                <a:off x="-3660775" y="7318375"/>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09" name="Freeform 138"/>
              <p:cNvSpPr>
                <a:spLocks noEditPoints="1"/>
              </p:cNvSpPr>
              <p:nvPr/>
            </p:nvSpPr>
            <p:spPr bwMode="auto">
              <a:xfrm>
                <a:off x="-6011863" y="4824413"/>
                <a:ext cx="563563" cy="525463"/>
              </a:xfrm>
              <a:custGeom>
                <a:avLst/>
                <a:gdLst>
                  <a:gd name="T0" fmla="*/ 141 w 150"/>
                  <a:gd name="T1" fmla="*/ 140 h 140"/>
                  <a:gd name="T2" fmla="*/ 141 w 150"/>
                  <a:gd name="T3" fmla="*/ 129 h 140"/>
                  <a:gd name="T4" fmla="*/ 150 w 150"/>
                  <a:gd name="T5" fmla="*/ 22 h 140"/>
                  <a:gd name="T6" fmla="*/ 131 w 150"/>
                  <a:gd name="T7" fmla="*/ 38 h 140"/>
                  <a:gd name="T8" fmla="*/ 131 w 150"/>
                  <a:gd name="T9" fmla="*/ 55 h 140"/>
                  <a:gd name="T10" fmla="*/ 131 w 150"/>
                  <a:gd name="T11" fmla="*/ 67 h 140"/>
                  <a:gd name="T12" fmla="*/ 131 w 150"/>
                  <a:gd name="T13" fmla="*/ 84 h 140"/>
                  <a:gd name="T14" fmla="*/ 65 w 150"/>
                  <a:gd name="T15" fmla="*/ 7 h 140"/>
                  <a:gd name="T16" fmla="*/ 63 w 150"/>
                  <a:gd name="T17" fmla="*/ 9 h 140"/>
                  <a:gd name="T18" fmla="*/ 63 w 150"/>
                  <a:gd name="T19" fmla="*/ 129 h 140"/>
                  <a:gd name="T20" fmla="*/ 122 w 150"/>
                  <a:gd name="T21" fmla="*/ 129 h 140"/>
                  <a:gd name="T22" fmla="*/ 131 w 150"/>
                  <a:gd name="T23" fmla="*/ 140 h 140"/>
                  <a:gd name="T24" fmla="*/ 123 w 150"/>
                  <a:gd name="T25" fmla="*/ 75 h 140"/>
                  <a:gd name="T26" fmla="*/ 131 w 150"/>
                  <a:gd name="T27" fmla="*/ 55 h 140"/>
                  <a:gd name="T28" fmla="*/ 123 w 150"/>
                  <a:gd name="T29" fmla="*/ 47 h 140"/>
                  <a:gd name="T30" fmla="*/ 131 w 150"/>
                  <a:gd name="T31" fmla="*/ 22 h 140"/>
                  <a:gd name="T32" fmla="*/ 63 w 150"/>
                  <a:gd name="T33" fmla="*/ 35 h 140"/>
                  <a:gd name="T34" fmla="*/ 108 w 150"/>
                  <a:gd name="T35" fmla="*/ 115 h 140"/>
                  <a:gd name="T36" fmla="*/ 63 w 150"/>
                  <a:gd name="T37" fmla="*/ 115 h 140"/>
                  <a:gd name="T38" fmla="*/ 131 w 150"/>
                  <a:gd name="T39" fmla="*/ 67 h 140"/>
                  <a:gd name="T40" fmla="*/ 63 w 150"/>
                  <a:gd name="T41" fmla="*/ 5 h 140"/>
                  <a:gd name="T42" fmla="*/ 33 w 150"/>
                  <a:gd name="T43" fmla="*/ 20 h 140"/>
                  <a:gd name="T44" fmla="*/ 0 w 150"/>
                  <a:gd name="T45" fmla="*/ 7 h 140"/>
                  <a:gd name="T46" fmla="*/ 20 w 150"/>
                  <a:gd name="T47" fmla="*/ 22 h 140"/>
                  <a:gd name="T48" fmla="*/ 3 w 150"/>
                  <a:gd name="T49" fmla="*/ 129 h 140"/>
                  <a:gd name="T50" fmla="*/ 14 w 150"/>
                  <a:gd name="T51" fmla="*/ 129 h 140"/>
                  <a:gd name="T52" fmla="*/ 33 w 150"/>
                  <a:gd name="T53" fmla="*/ 140 h 140"/>
                  <a:gd name="T54" fmla="*/ 33 w 150"/>
                  <a:gd name="T55" fmla="*/ 129 h 140"/>
                  <a:gd name="T56" fmla="*/ 63 w 150"/>
                  <a:gd name="T57" fmla="*/ 115 h 140"/>
                  <a:gd name="T58" fmla="*/ 17 w 150"/>
                  <a:gd name="T59" fmla="*/ 35 h 140"/>
                  <a:gd name="T60" fmla="*/ 63 w 150"/>
                  <a:gd name="T61" fmla="*/ 22 h 140"/>
                  <a:gd name="T62" fmla="*/ 46 w 150"/>
                  <a:gd name="T63" fmla="*/ 21 h 140"/>
                  <a:gd name="T64" fmla="*/ 63 w 150"/>
                  <a:gd name="T65" fmla="*/ 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0" h="140">
                    <a:moveTo>
                      <a:pt x="131" y="140"/>
                    </a:moveTo>
                    <a:cubicBezTo>
                      <a:pt x="141" y="140"/>
                      <a:pt x="141" y="140"/>
                      <a:pt x="141" y="140"/>
                    </a:cubicBezTo>
                    <a:cubicBezTo>
                      <a:pt x="141" y="129"/>
                      <a:pt x="141" y="129"/>
                      <a:pt x="141" y="129"/>
                    </a:cubicBezTo>
                    <a:cubicBezTo>
                      <a:pt x="141" y="129"/>
                      <a:pt x="141" y="129"/>
                      <a:pt x="141" y="129"/>
                    </a:cubicBezTo>
                    <a:cubicBezTo>
                      <a:pt x="150" y="129"/>
                      <a:pt x="150" y="129"/>
                      <a:pt x="150" y="129"/>
                    </a:cubicBezTo>
                    <a:cubicBezTo>
                      <a:pt x="150" y="22"/>
                      <a:pt x="150" y="22"/>
                      <a:pt x="150" y="22"/>
                    </a:cubicBezTo>
                    <a:cubicBezTo>
                      <a:pt x="131" y="22"/>
                      <a:pt x="131" y="22"/>
                      <a:pt x="131" y="22"/>
                    </a:cubicBezTo>
                    <a:cubicBezTo>
                      <a:pt x="131" y="38"/>
                      <a:pt x="131" y="38"/>
                      <a:pt x="131" y="38"/>
                    </a:cubicBezTo>
                    <a:cubicBezTo>
                      <a:pt x="136" y="38"/>
                      <a:pt x="140" y="42"/>
                      <a:pt x="140" y="47"/>
                    </a:cubicBezTo>
                    <a:cubicBezTo>
                      <a:pt x="140" y="51"/>
                      <a:pt x="136" y="55"/>
                      <a:pt x="131" y="55"/>
                    </a:cubicBezTo>
                    <a:cubicBezTo>
                      <a:pt x="131" y="67"/>
                      <a:pt x="131" y="67"/>
                      <a:pt x="131" y="67"/>
                    </a:cubicBezTo>
                    <a:cubicBezTo>
                      <a:pt x="131" y="67"/>
                      <a:pt x="131" y="67"/>
                      <a:pt x="131" y="67"/>
                    </a:cubicBezTo>
                    <a:cubicBezTo>
                      <a:pt x="136" y="67"/>
                      <a:pt x="140" y="71"/>
                      <a:pt x="140" y="75"/>
                    </a:cubicBezTo>
                    <a:cubicBezTo>
                      <a:pt x="140" y="80"/>
                      <a:pt x="136" y="84"/>
                      <a:pt x="131" y="84"/>
                    </a:cubicBezTo>
                    <a:lnTo>
                      <a:pt x="131" y="140"/>
                    </a:lnTo>
                    <a:close/>
                    <a:moveTo>
                      <a:pt x="65" y="7"/>
                    </a:moveTo>
                    <a:cubicBezTo>
                      <a:pt x="63" y="5"/>
                      <a:pt x="63" y="5"/>
                      <a:pt x="63" y="5"/>
                    </a:cubicBezTo>
                    <a:cubicBezTo>
                      <a:pt x="63" y="9"/>
                      <a:pt x="63" y="9"/>
                      <a:pt x="63" y="9"/>
                    </a:cubicBezTo>
                    <a:cubicBezTo>
                      <a:pt x="65" y="7"/>
                      <a:pt x="65" y="7"/>
                      <a:pt x="65" y="7"/>
                    </a:cubicBezTo>
                    <a:close/>
                    <a:moveTo>
                      <a:pt x="63" y="129"/>
                    </a:moveTo>
                    <a:cubicBezTo>
                      <a:pt x="122" y="129"/>
                      <a:pt x="122" y="129"/>
                      <a:pt x="122" y="129"/>
                    </a:cubicBezTo>
                    <a:cubicBezTo>
                      <a:pt x="122" y="129"/>
                      <a:pt x="122" y="129"/>
                      <a:pt x="122" y="129"/>
                    </a:cubicBezTo>
                    <a:cubicBezTo>
                      <a:pt x="122" y="140"/>
                      <a:pt x="122" y="140"/>
                      <a:pt x="122" y="140"/>
                    </a:cubicBezTo>
                    <a:cubicBezTo>
                      <a:pt x="131" y="140"/>
                      <a:pt x="131" y="140"/>
                      <a:pt x="131" y="140"/>
                    </a:cubicBezTo>
                    <a:cubicBezTo>
                      <a:pt x="131" y="84"/>
                      <a:pt x="131" y="84"/>
                      <a:pt x="131" y="84"/>
                    </a:cubicBezTo>
                    <a:cubicBezTo>
                      <a:pt x="127" y="84"/>
                      <a:pt x="123" y="80"/>
                      <a:pt x="123" y="75"/>
                    </a:cubicBezTo>
                    <a:cubicBezTo>
                      <a:pt x="123" y="71"/>
                      <a:pt x="127" y="67"/>
                      <a:pt x="131" y="67"/>
                    </a:cubicBezTo>
                    <a:cubicBezTo>
                      <a:pt x="131" y="55"/>
                      <a:pt x="131" y="55"/>
                      <a:pt x="131" y="55"/>
                    </a:cubicBezTo>
                    <a:cubicBezTo>
                      <a:pt x="127" y="55"/>
                      <a:pt x="123" y="51"/>
                      <a:pt x="123" y="47"/>
                    </a:cubicBezTo>
                    <a:cubicBezTo>
                      <a:pt x="123" y="47"/>
                      <a:pt x="123" y="47"/>
                      <a:pt x="123" y="47"/>
                    </a:cubicBezTo>
                    <a:cubicBezTo>
                      <a:pt x="123" y="42"/>
                      <a:pt x="127" y="38"/>
                      <a:pt x="131" y="38"/>
                    </a:cubicBezTo>
                    <a:cubicBezTo>
                      <a:pt x="131" y="22"/>
                      <a:pt x="131" y="22"/>
                      <a:pt x="131" y="22"/>
                    </a:cubicBezTo>
                    <a:cubicBezTo>
                      <a:pt x="63" y="22"/>
                      <a:pt x="63" y="22"/>
                      <a:pt x="63" y="22"/>
                    </a:cubicBezTo>
                    <a:cubicBezTo>
                      <a:pt x="63" y="35"/>
                      <a:pt x="63" y="35"/>
                      <a:pt x="63" y="35"/>
                    </a:cubicBezTo>
                    <a:cubicBezTo>
                      <a:pt x="108" y="35"/>
                      <a:pt x="108" y="35"/>
                      <a:pt x="108" y="35"/>
                    </a:cubicBezTo>
                    <a:cubicBezTo>
                      <a:pt x="108" y="115"/>
                      <a:pt x="108" y="115"/>
                      <a:pt x="108" y="115"/>
                    </a:cubicBezTo>
                    <a:cubicBezTo>
                      <a:pt x="108" y="115"/>
                      <a:pt x="108" y="115"/>
                      <a:pt x="108" y="115"/>
                    </a:cubicBezTo>
                    <a:cubicBezTo>
                      <a:pt x="63" y="115"/>
                      <a:pt x="63" y="115"/>
                      <a:pt x="63" y="115"/>
                    </a:cubicBezTo>
                    <a:cubicBezTo>
                      <a:pt x="63" y="129"/>
                      <a:pt x="63" y="129"/>
                      <a:pt x="63" y="129"/>
                    </a:cubicBezTo>
                    <a:close/>
                    <a:moveTo>
                      <a:pt x="131" y="67"/>
                    </a:moveTo>
                    <a:cubicBezTo>
                      <a:pt x="131" y="67"/>
                      <a:pt x="131" y="67"/>
                      <a:pt x="131" y="67"/>
                    </a:cubicBezTo>
                    <a:moveTo>
                      <a:pt x="63" y="5"/>
                    </a:moveTo>
                    <a:cubicBezTo>
                      <a:pt x="59" y="0"/>
                      <a:pt x="59" y="0"/>
                      <a:pt x="59" y="0"/>
                    </a:cubicBezTo>
                    <a:cubicBezTo>
                      <a:pt x="33" y="20"/>
                      <a:pt x="33" y="20"/>
                      <a:pt x="33" y="20"/>
                    </a:cubicBezTo>
                    <a:cubicBezTo>
                      <a:pt x="6" y="0"/>
                      <a:pt x="6" y="0"/>
                      <a:pt x="6" y="0"/>
                    </a:cubicBezTo>
                    <a:cubicBezTo>
                      <a:pt x="0" y="7"/>
                      <a:pt x="0" y="7"/>
                      <a:pt x="0" y="7"/>
                    </a:cubicBezTo>
                    <a:cubicBezTo>
                      <a:pt x="19" y="21"/>
                      <a:pt x="19" y="21"/>
                      <a:pt x="19" y="21"/>
                    </a:cubicBezTo>
                    <a:cubicBezTo>
                      <a:pt x="20" y="22"/>
                      <a:pt x="20" y="22"/>
                      <a:pt x="20" y="22"/>
                    </a:cubicBezTo>
                    <a:cubicBezTo>
                      <a:pt x="3" y="22"/>
                      <a:pt x="3" y="22"/>
                      <a:pt x="3" y="22"/>
                    </a:cubicBezTo>
                    <a:cubicBezTo>
                      <a:pt x="3" y="129"/>
                      <a:pt x="3" y="129"/>
                      <a:pt x="3" y="129"/>
                    </a:cubicBezTo>
                    <a:cubicBezTo>
                      <a:pt x="14" y="129"/>
                      <a:pt x="14" y="129"/>
                      <a:pt x="14" y="129"/>
                    </a:cubicBezTo>
                    <a:cubicBezTo>
                      <a:pt x="14" y="129"/>
                      <a:pt x="14" y="129"/>
                      <a:pt x="14" y="129"/>
                    </a:cubicBezTo>
                    <a:cubicBezTo>
                      <a:pt x="14" y="140"/>
                      <a:pt x="14" y="140"/>
                      <a:pt x="14" y="140"/>
                    </a:cubicBezTo>
                    <a:cubicBezTo>
                      <a:pt x="33" y="140"/>
                      <a:pt x="33" y="140"/>
                      <a:pt x="33" y="140"/>
                    </a:cubicBezTo>
                    <a:cubicBezTo>
                      <a:pt x="33" y="129"/>
                      <a:pt x="33" y="129"/>
                      <a:pt x="33" y="129"/>
                    </a:cubicBezTo>
                    <a:cubicBezTo>
                      <a:pt x="33" y="129"/>
                      <a:pt x="33" y="129"/>
                      <a:pt x="33" y="129"/>
                    </a:cubicBezTo>
                    <a:cubicBezTo>
                      <a:pt x="63" y="129"/>
                      <a:pt x="63" y="129"/>
                      <a:pt x="63" y="129"/>
                    </a:cubicBezTo>
                    <a:cubicBezTo>
                      <a:pt x="63" y="115"/>
                      <a:pt x="63" y="115"/>
                      <a:pt x="63" y="115"/>
                    </a:cubicBezTo>
                    <a:cubicBezTo>
                      <a:pt x="17" y="115"/>
                      <a:pt x="17" y="115"/>
                      <a:pt x="17" y="115"/>
                    </a:cubicBezTo>
                    <a:cubicBezTo>
                      <a:pt x="17" y="35"/>
                      <a:pt x="17" y="35"/>
                      <a:pt x="17" y="35"/>
                    </a:cubicBezTo>
                    <a:cubicBezTo>
                      <a:pt x="63" y="35"/>
                      <a:pt x="63" y="35"/>
                      <a:pt x="63" y="35"/>
                    </a:cubicBezTo>
                    <a:cubicBezTo>
                      <a:pt x="63" y="22"/>
                      <a:pt x="63" y="22"/>
                      <a:pt x="63" y="22"/>
                    </a:cubicBezTo>
                    <a:cubicBezTo>
                      <a:pt x="45" y="22"/>
                      <a:pt x="45" y="22"/>
                      <a:pt x="45" y="22"/>
                    </a:cubicBezTo>
                    <a:cubicBezTo>
                      <a:pt x="46" y="21"/>
                      <a:pt x="46" y="21"/>
                      <a:pt x="46" y="21"/>
                    </a:cubicBezTo>
                    <a:cubicBezTo>
                      <a:pt x="63" y="9"/>
                      <a:pt x="63" y="9"/>
                      <a:pt x="63" y="9"/>
                    </a:cubicBezTo>
                    <a:lnTo>
                      <a:pt x="6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0" name="Freeform 139"/>
              <p:cNvSpPr>
                <a:spLocks/>
              </p:cNvSpPr>
              <p:nvPr/>
            </p:nvSpPr>
            <p:spPr bwMode="auto">
              <a:xfrm>
                <a:off x="-5461000" y="509587"/>
                <a:ext cx="60325" cy="57150"/>
              </a:xfrm>
              <a:custGeom>
                <a:avLst/>
                <a:gdLst>
                  <a:gd name="T0" fmla="*/ 0 w 16"/>
                  <a:gd name="T1" fmla="*/ 8 h 15"/>
                  <a:gd name="T2" fmla="*/ 3 w 16"/>
                  <a:gd name="T3" fmla="*/ 10 h 15"/>
                  <a:gd name="T4" fmla="*/ 11 w 16"/>
                  <a:gd name="T5" fmla="*/ 15 h 15"/>
                  <a:gd name="T6" fmla="*/ 16 w 16"/>
                  <a:gd name="T7" fmla="*/ 6 h 15"/>
                  <a:gd name="T8" fmla="*/ 4 w 16"/>
                  <a:gd name="T9" fmla="*/ 0 h 15"/>
                  <a:gd name="T10" fmla="*/ 0 w 16"/>
                  <a:gd name="T11" fmla="*/ 8 h 15"/>
                </a:gdLst>
                <a:ahLst/>
                <a:cxnLst>
                  <a:cxn ang="0">
                    <a:pos x="T0" y="T1"/>
                  </a:cxn>
                  <a:cxn ang="0">
                    <a:pos x="T2" y="T3"/>
                  </a:cxn>
                  <a:cxn ang="0">
                    <a:pos x="T4" y="T5"/>
                  </a:cxn>
                  <a:cxn ang="0">
                    <a:pos x="T6" y="T7"/>
                  </a:cxn>
                  <a:cxn ang="0">
                    <a:pos x="T8" y="T9"/>
                  </a:cxn>
                  <a:cxn ang="0">
                    <a:pos x="T10" y="T11"/>
                  </a:cxn>
                </a:cxnLst>
                <a:rect l="0" t="0" r="r" b="b"/>
                <a:pathLst>
                  <a:path w="16" h="15">
                    <a:moveTo>
                      <a:pt x="0" y="8"/>
                    </a:moveTo>
                    <a:cubicBezTo>
                      <a:pt x="1" y="8"/>
                      <a:pt x="2" y="9"/>
                      <a:pt x="3" y="10"/>
                    </a:cubicBezTo>
                    <a:cubicBezTo>
                      <a:pt x="6" y="11"/>
                      <a:pt x="9" y="13"/>
                      <a:pt x="11" y="15"/>
                    </a:cubicBezTo>
                    <a:cubicBezTo>
                      <a:pt x="16" y="6"/>
                      <a:pt x="16" y="6"/>
                      <a:pt x="16" y="6"/>
                    </a:cubicBezTo>
                    <a:cubicBezTo>
                      <a:pt x="4" y="0"/>
                      <a:pt x="4" y="0"/>
                      <a:pt x="4" y="0"/>
                    </a:cubicBez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1" name="Freeform 140"/>
              <p:cNvSpPr>
                <a:spLocks/>
              </p:cNvSpPr>
              <p:nvPr/>
            </p:nvSpPr>
            <p:spPr bwMode="auto">
              <a:xfrm>
                <a:off x="-5892800" y="841375"/>
                <a:ext cx="312738" cy="228600"/>
              </a:xfrm>
              <a:custGeom>
                <a:avLst/>
                <a:gdLst>
                  <a:gd name="T0" fmla="*/ 21 w 83"/>
                  <a:gd name="T1" fmla="*/ 58 h 61"/>
                  <a:gd name="T2" fmla="*/ 36 w 83"/>
                  <a:gd name="T3" fmla="*/ 61 h 61"/>
                  <a:gd name="T4" fmla="*/ 45 w 83"/>
                  <a:gd name="T5" fmla="*/ 60 h 61"/>
                  <a:gd name="T6" fmla="*/ 64 w 83"/>
                  <a:gd name="T7" fmla="*/ 45 h 61"/>
                  <a:gd name="T8" fmla="*/ 83 w 83"/>
                  <a:gd name="T9" fmla="*/ 9 h 61"/>
                  <a:gd name="T10" fmla="*/ 76 w 83"/>
                  <a:gd name="T11" fmla="*/ 2 h 61"/>
                  <a:gd name="T12" fmla="*/ 72 w 83"/>
                  <a:gd name="T13" fmla="*/ 0 h 61"/>
                  <a:gd name="T14" fmla="*/ 52 w 83"/>
                  <a:gd name="T15" fmla="*/ 38 h 61"/>
                  <a:gd name="T16" fmla="*/ 27 w 83"/>
                  <a:gd name="T17" fmla="*/ 46 h 61"/>
                  <a:gd name="T18" fmla="*/ 20 w 83"/>
                  <a:gd name="T19" fmla="*/ 21 h 61"/>
                  <a:gd name="T20" fmla="*/ 8 w 83"/>
                  <a:gd name="T21" fmla="*/ 15 h 61"/>
                  <a:gd name="T22" fmla="*/ 21 w 83"/>
                  <a:gd name="T23"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61">
                    <a:moveTo>
                      <a:pt x="21" y="58"/>
                    </a:moveTo>
                    <a:cubicBezTo>
                      <a:pt x="26" y="60"/>
                      <a:pt x="31" y="61"/>
                      <a:pt x="36" y="61"/>
                    </a:cubicBezTo>
                    <a:cubicBezTo>
                      <a:pt x="39" y="61"/>
                      <a:pt x="42" y="61"/>
                      <a:pt x="45" y="60"/>
                    </a:cubicBezTo>
                    <a:cubicBezTo>
                      <a:pt x="53" y="57"/>
                      <a:pt x="60" y="52"/>
                      <a:pt x="64" y="45"/>
                    </a:cubicBezTo>
                    <a:cubicBezTo>
                      <a:pt x="83" y="9"/>
                      <a:pt x="83" y="9"/>
                      <a:pt x="83" y="9"/>
                    </a:cubicBezTo>
                    <a:cubicBezTo>
                      <a:pt x="81" y="6"/>
                      <a:pt x="79" y="3"/>
                      <a:pt x="76" y="2"/>
                    </a:cubicBezTo>
                    <a:cubicBezTo>
                      <a:pt x="74" y="1"/>
                      <a:pt x="73" y="1"/>
                      <a:pt x="72" y="0"/>
                    </a:cubicBezTo>
                    <a:cubicBezTo>
                      <a:pt x="52" y="38"/>
                      <a:pt x="52" y="38"/>
                      <a:pt x="52" y="38"/>
                    </a:cubicBezTo>
                    <a:cubicBezTo>
                      <a:pt x="47" y="47"/>
                      <a:pt x="36" y="51"/>
                      <a:pt x="27" y="46"/>
                    </a:cubicBezTo>
                    <a:cubicBezTo>
                      <a:pt x="19" y="41"/>
                      <a:pt x="15" y="30"/>
                      <a:pt x="20" y="21"/>
                    </a:cubicBezTo>
                    <a:cubicBezTo>
                      <a:pt x="8" y="15"/>
                      <a:pt x="8" y="15"/>
                      <a:pt x="8" y="15"/>
                    </a:cubicBezTo>
                    <a:cubicBezTo>
                      <a:pt x="0" y="30"/>
                      <a:pt x="6" y="50"/>
                      <a:pt x="21"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2" name="Freeform 141"/>
              <p:cNvSpPr>
                <a:spLocks/>
              </p:cNvSpPr>
              <p:nvPr/>
            </p:nvSpPr>
            <p:spPr bwMode="auto">
              <a:xfrm>
                <a:off x="-5832475" y="533400"/>
                <a:ext cx="541338" cy="454025"/>
              </a:xfrm>
              <a:custGeom>
                <a:avLst/>
                <a:gdLst>
                  <a:gd name="T0" fmla="*/ 108 w 144"/>
                  <a:gd name="T1" fmla="*/ 13 h 121"/>
                  <a:gd name="T2" fmla="*/ 100 w 144"/>
                  <a:gd name="T3" fmla="*/ 7 h 121"/>
                  <a:gd name="T4" fmla="*/ 97 w 144"/>
                  <a:gd name="T5" fmla="*/ 6 h 121"/>
                  <a:gd name="T6" fmla="*/ 68 w 144"/>
                  <a:gd name="T7" fmla="*/ 0 h 121"/>
                  <a:gd name="T8" fmla="*/ 8 w 144"/>
                  <a:gd name="T9" fmla="*/ 36 h 121"/>
                  <a:gd name="T10" fmla="*/ 1 w 144"/>
                  <a:gd name="T11" fmla="*/ 61 h 121"/>
                  <a:gd name="T12" fmla="*/ 0 w 144"/>
                  <a:gd name="T13" fmla="*/ 65 h 121"/>
                  <a:gd name="T14" fmla="*/ 1 w 144"/>
                  <a:gd name="T15" fmla="*/ 67 h 121"/>
                  <a:gd name="T16" fmla="*/ 3 w 144"/>
                  <a:gd name="T17" fmla="*/ 66 h 121"/>
                  <a:gd name="T18" fmla="*/ 6 w 144"/>
                  <a:gd name="T19" fmla="*/ 63 h 121"/>
                  <a:gd name="T20" fmla="*/ 18 w 144"/>
                  <a:gd name="T21" fmla="*/ 59 h 121"/>
                  <a:gd name="T22" fmla="*/ 27 w 144"/>
                  <a:gd name="T23" fmla="*/ 61 h 121"/>
                  <a:gd name="T24" fmla="*/ 37 w 144"/>
                  <a:gd name="T25" fmla="*/ 79 h 121"/>
                  <a:gd name="T26" fmla="*/ 37 w 144"/>
                  <a:gd name="T27" fmla="*/ 83 h 121"/>
                  <a:gd name="T28" fmla="*/ 41 w 144"/>
                  <a:gd name="T29" fmla="*/ 81 h 121"/>
                  <a:gd name="T30" fmla="*/ 52 w 144"/>
                  <a:gd name="T31" fmla="*/ 77 h 121"/>
                  <a:gd name="T32" fmla="*/ 58 w 144"/>
                  <a:gd name="T33" fmla="*/ 78 h 121"/>
                  <a:gd name="T34" fmla="*/ 62 w 144"/>
                  <a:gd name="T35" fmla="*/ 80 h 121"/>
                  <a:gd name="T36" fmla="*/ 69 w 144"/>
                  <a:gd name="T37" fmla="*/ 87 h 121"/>
                  <a:gd name="T38" fmla="*/ 72 w 144"/>
                  <a:gd name="T39" fmla="*/ 98 h 121"/>
                  <a:gd name="T40" fmla="*/ 72 w 144"/>
                  <a:gd name="T41" fmla="*/ 102 h 121"/>
                  <a:gd name="T42" fmla="*/ 75 w 144"/>
                  <a:gd name="T43" fmla="*/ 100 h 121"/>
                  <a:gd name="T44" fmla="*/ 87 w 144"/>
                  <a:gd name="T45" fmla="*/ 96 h 121"/>
                  <a:gd name="T46" fmla="*/ 96 w 144"/>
                  <a:gd name="T47" fmla="*/ 98 h 121"/>
                  <a:gd name="T48" fmla="*/ 107 w 144"/>
                  <a:gd name="T49" fmla="*/ 116 h 121"/>
                  <a:gd name="T50" fmla="*/ 108 w 144"/>
                  <a:gd name="T51" fmla="*/ 121 h 121"/>
                  <a:gd name="T52" fmla="*/ 111 w 144"/>
                  <a:gd name="T53" fmla="*/ 119 h 121"/>
                  <a:gd name="T54" fmla="*/ 128 w 144"/>
                  <a:gd name="T55" fmla="*/ 99 h 121"/>
                  <a:gd name="T56" fmla="*/ 108 w 144"/>
                  <a:gd name="T57" fmla="*/ 1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4" h="121">
                    <a:moveTo>
                      <a:pt x="108" y="13"/>
                    </a:moveTo>
                    <a:cubicBezTo>
                      <a:pt x="106" y="11"/>
                      <a:pt x="103" y="9"/>
                      <a:pt x="100" y="7"/>
                    </a:cubicBezTo>
                    <a:cubicBezTo>
                      <a:pt x="99" y="7"/>
                      <a:pt x="98" y="6"/>
                      <a:pt x="97" y="6"/>
                    </a:cubicBezTo>
                    <a:cubicBezTo>
                      <a:pt x="88" y="2"/>
                      <a:pt x="78" y="0"/>
                      <a:pt x="68" y="0"/>
                    </a:cubicBezTo>
                    <a:cubicBezTo>
                      <a:pt x="44" y="0"/>
                      <a:pt x="20" y="13"/>
                      <a:pt x="8" y="36"/>
                    </a:cubicBezTo>
                    <a:cubicBezTo>
                      <a:pt x="4" y="44"/>
                      <a:pt x="2" y="52"/>
                      <a:pt x="1" y="61"/>
                    </a:cubicBezTo>
                    <a:cubicBezTo>
                      <a:pt x="1" y="62"/>
                      <a:pt x="0" y="64"/>
                      <a:pt x="0" y="65"/>
                    </a:cubicBezTo>
                    <a:cubicBezTo>
                      <a:pt x="0" y="66"/>
                      <a:pt x="1" y="67"/>
                      <a:pt x="1" y="67"/>
                    </a:cubicBezTo>
                    <a:cubicBezTo>
                      <a:pt x="2" y="67"/>
                      <a:pt x="2" y="67"/>
                      <a:pt x="3" y="66"/>
                    </a:cubicBezTo>
                    <a:cubicBezTo>
                      <a:pt x="4" y="65"/>
                      <a:pt x="5" y="64"/>
                      <a:pt x="6" y="63"/>
                    </a:cubicBezTo>
                    <a:cubicBezTo>
                      <a:pt x="10" y="60"/>
                      <a:pt x="14" y="59"/>
                      <a:pt x="18" y="59"/>
                    </a:cubicBezTo>
                    <a:cubicBezTo>
                      <a:pt x="21" y="59"/>
                      <a:pt x="24" y="60"/>
                      <a:pt x="27" y="61"/>
                    </a:cubicBezTo>
                    <a:cubicBezTo>
                      <a:pt x="34" y="65"/>
                      <a:pt x="37" y="72"/>
                      <a:pt x="37" y="79"/>
                    </a:cubicBezTo>
                    <a:cubicBezTo>
                      <a:pt x="37" y="82"/>
                      <a:pt x="37" y="83"/>
                      <a:pt x="37" y="83"/>
                    </a:cubicBezTo>
                    <a:cubicBezTo>
                      <a:pt x="38" y="83"/>
                      <a:pt x="39" y="82"/>
                      <a:pt x="41" y="81"/>
                    </a:cubicBezTo>
                    <a:cubicBezTo>
                      <a:pt x="44" y="79"/>
                      <a:pt x="48" y="77"/>
                      <a:pt x="52" y="77"/>
                    </a:cubicBezTo>
                    <a:cubicBezTo>
                      <a:pt x="54" y="77"/>
                      <a:pt x="56" y="78"/>
                      <a:pt x="58" y="78"/>
                    </a:cubicBezTo>
                    <a:cubicBezTo>
                      <a:pt x="59" y="79"/>
                      <a:pt x="61" y="79"/>
                      <a:pt x="62" y="80"/>
                    </a:cubicBezTo>
                    <a:cubicBezTo>
                      <a:pt x="65" y="81"/>
                      <a:pt x="67" y="84"/>
                      <a:pt x="69" y="87"/>
                    </a:cubicBezTo>
                    <a:cubicBezTo>
                      <a:pt x="71" y="90"/>
                      <a:pt x="72" y="94"/>
                      <a:pt x="72" y="98"/>
                    </a:cubicBezTo>
                    <a:cubicBezTo>
                      <a:pt x="72" y="100"/>
                      <a:pt x="72" y="102"/>
                      <a:pt x="72" y="102"/>
                    </a:cubicBezTo>
                    <a:cubicBezTo>
                      <a:pt x="73" y="102"/>
                      <a:pt x="74" y="101"/>
                      <a:pt x="75" y="100"/>
                    </a:cubicBezTo>
                    <a:cubicBezTo>
                      <a:pt x="79" y="97"/>
                      <a:pt x="83" y="96"/>
                      <a:pt x="87" y="96"/>
                    </a:cubicBezTo>
                    <a:cubicBezTo>
                      <a:pt x="90" y="96"/>
                      <a:pt x="93" y="97"/>
                      <a:pt x="96" y="98"/>
                    </a:cubicBezTo>
                    <a:cubicBezTo>
                      <a:pt x="103" y="102"/>
                      <a:pt x="107" y="109"/>
                      <a:pt x="107" y="116"/>
                    </a:cubicBezTo>
                    <a:cubicBezTo>
                      <a:pt x="107" y="119"/>
                      <a:pt x="107" y="121"/>
                      <a:pt x="108" y="121"/>
                    </a:cubicBezTo>
                    <a:cubicBezTo>
                      <a:pt x="109" y="121"/>
                      <a:pt x="110" y="120"/>
                      <a:pt x="111" y="119"/>
                    </a:cubicBezTo>
                    <a:cubicBezTo>
                      <a:pt x="118" y="114"/>
                      <a:pt x="124" y="107"/>
                      <a:pt x="128" y="99"/>
                    </a:cubicBezTo>
                    <a:cubicBezTo>
                      <a:pt x="144" y="69"/>
                      <a:pt x="135" y="32"/>
                      <a:pt x="10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3" name="Freeform 142"/>
              <p:cNvSpPr>
                <a:spLocks noEditPoints="1"/>
              </p:cNvSpPr>
              <p:nvPr/>
            </p:nvSpPr>
            <p:spPr bwMode="auto">
              <a:xfrm>
                <a:off x="-4886325" y="6961188"/>
                <a:ext cx="582613" cy="563563"/>
              </a:xfrm>
              <a:custGeom>
                <a:avLst/>
                <a:gdLst>
                  <a:gd name="T0" fmla="*/ 64 w 155"/>
                  <a:gd name="T1" fmla="*/ 117 h 150"/>
                  <a:gd name="T2" fmla="*/ 94 w 155"/>
                  <a:gd name="T3" fmla="*/ 108 h 150"/>
                  <a:gd name="T4" fmla="*/ 136 w 155"/>
                  <a:gd name="T5" fmla="*/ 150 h 150"/>
                  <a:gd name="T6" fmla="*/ 155 w 155"/>
                  <a:gd name="T7" fmla="*/ 131 h 150"/>
                  <a:gd name="T8" fmla="*/ 113 w 155"/>
                  <a:gd name="T9" fmla="*/ 89 h 150"/>
                  <a:gd name="T10" fmla="*/ 105 w 155"/>
                  <a:gd name="T11" fmla="*/ 17 h 150"/>
                  <a:gd name="T12" fmla="*/ 64 w 155"/>
                  <a:gd name="T13" fmla="*/ 0 h 150"/>
                  <a:gd name="T14" fmla="*/ 64 w 155"/>
                  <a:gd name="T15" fmla="*/ 23 h 150"/>
                  <a:gd name="T16" fmla="*/ 75 w 155"/>
                  <a:gd name="T17" fmla="*/ 23 h 150"/>
                  <a:gd name="T18" fmla="*/ 75 w 155"/>
                  <a:gd name="T19" fmla="*/ 47 h 150"/>
                  <a:gd name="T20" fmla="*/ 99 w 155"/>
                  <a:gd name="T21" fmla="*/ 47 h 150"/>
                  <a:gd name="T22" fmla="*/ 99 w 155"/>
                  <a:gd name="T23" fmla="*/ 70 h 150"/>
                  <a:gd name="T24" fmla="*/ 75 w 155"/>
                  <a:gd name="T25" fmla="*/ 70 h 150"/>
                  <a:gd name="T26" fmla="*/ 75 w 155"/>
                  <a:gd name="T27" fmla="*/ 94 h 150"/>
                  <a:gd name="T28" fmla="*/ 64 w 155"/>
                  <a:gd name="T29" fmla="*/ 94 h 150"/>
                  <a:gd name="T30" fmla="*/ 64 w 155"/>
                  <a:gd name="T31" fmla="*/ 117 h 150"/>
                  <a:gd name="T32" fmla="*/ 22 w 155"/>
                  <a:gd name="T33" fmla="*/ 100 h 150"/>
                  <a:gd name="T34" fmla="*/ 64 w 155"/>
                  <a:gd name="T35" fmla="*/ 117 h 150"/>
                  <a:gd name="T36" fmla="*/ 64 w 155"/>
                  <a:gd name="T37" fmla="*/ 94 h 150"/>
                  <a:gd name="T38" fmla="*/ 53 w 155"/>
                  <a:gd name="T39" fmla="*/ 94 h 150"/>
                  <a:gd name="T40" fmla="*/ 53 w 155"/>
                  <a:gd name="T41" fmla="*/ 70 h 150"/>
                  <a:gd name="T42" fmla="*/ 28 w 155"/>
                  <a:gd name="T43" fmla="*/ 70 h 150"/>
                  <a:gd name="T44" fmla="*/ 28 w 155"/>
                  <a:gd name="T45" fmla="*/ 47 h 150"/>
                  <a:gd name="T46" fmla="*/ 28 w 155"/>
                  <a:gd name="T47" fmla="*/ 47 h 150"/>
                  <a:gd name="T48" fmla="*/ 53 w 155"/>
                  <a:gd name="T49" fmla="*/ 47 h 150"/>
                  <a:gd name="T50" fmla="*/ 53 w 155"/>
                  <a:gd name="T51" fmla="*/ 23 h 150"/>
                  <a:gd name="T52" fmla="*/ 64 w 155"/>
                  <a:gd name="T53" fmla="*/ 23 h 150"/>
                  <a:gd name="T54" fmla="*/ 64 w 155"/>
                  <a:gd name="T55" fmla="*/ 0 h 150"/>
                  <a:gd name="T56" fmla="*/ 22 w 155"/>
                  <a:gd name="T57" fmla="*/ 17 h 150"/>
                  <a:gd name="T58" fmla="*/ 22 w 155"/>
                  <a:gd name="T59" fmla="*/ 10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5" h="150">
                    <a:moveTo>
                      <a:pt x="64" y="117"/>
                    </a:moveTo>
                    <a:cubicBezTo>
                      <a:pt x="74" y="117"/>
                      <a:pt x="85" y="114"/>
                      <a:pt x="94" y="108"/>
                    </a:cubicBezTo>
                    <a:cubicBezTo>
                      <a:pt x="136" y="150"/>
                      <a:pt x="136" y="150"/>
                      <a:pt x="136" y="150"/>
                    </a:cubicBezTo>
                    <a:cubicBezTo>
                      <a:pt x="155" y="131"/>
                      <a:pt x="155" y="131"/>
                      <a:pt x="155" y="131"/>
                    </a:cubicBezTo>
                    <a:cubicBezTo>
                      <a:pt x="113" y="89"/>
                      <a:pt x="113" y="89"/>
                      <a:pt x="113" y="89"/>
                    </a:cubicBezTo>
                    <a:cubicBezTo>
                      <a:pt x="127" y="67"/>
                      <a:pt x="124" y="37"/>
                      <a:pt x="105" y="17"/>
                    </a:cubicBezTo>
                    <a:cubicBezTo>
                      <a:pt x="94" y="6"/>
                      <a:pt x="79" y="0"/>
                      <a:pt x="64" y="0"/>
                    </a:cubicBezTo>
                    <a:cubicBezTo>
                      <a:pt x="64" y="23"/>
                      <a:pt x="64" y="23"/>
                      <a:pt x="64" y="23"/>
                    </a:cubicBezTo>
                    <a:cubicBezTo>
                      <a:pt x="75" y="23"/>
                      <a:pt x="75" y="23"/>
                      <a:pt x="75" y="23"/>
                    </a:cubicBezTo>
                    <a:cubicBezTo>
                      <a:pt x="75" y="47"/>
                      <a:pt x="75" y="47"/>
                      <a:pt x="75" y="47"/>
                    </a:cubicBezTo>
                    <a:cubicBezTo>
                      <a:pt x="99" y="47"/>
                      <a:pt x="99" y="47"/>
                      <a:pt x="99" y="47"/>
                    </a:cubicBezTo>
                    <a:cubicBezTo>
                      <a:pt x="99" y="70"/>
                      <a:pt x="99" y="70"/>
                      <a:pt x="99" y="70"/>
                    </a:cubicBezTo>
                    <a:cubicBezTo>
                      <a:pt x="75" y="70"/>
                      <a:pt x="75" y="70"/>
                      <a:pt x="75" y="70"/>
                    </a:cubicBezTo>
                    <a:cubicBezTo>
                      <a:pt x="75" y="94"/>
                      <a:pt x="75" y="94"/>
                      <a:pt x="75" y="94"/>
                    </a:cubicBezTo>
                    <a:cubicBezTo>
                      <a:pt x="64" y="94"/>
                      <a:pt x="64" y="94"/>
                      <a:pt x="64" y="94"/>
                    </a:cubicBezTo>
                    <a:lnTo>
                      <a:pt x="64" y="117"/>
                    </a:lnTo>
                    <a:close/>
                    <a:moveTo>
                      <a:pt x="22" y="100"/>
                    </a:moveTo>
                    <a:cubicBezTo>
                      <a:pt x="34" y="111"/>
                      <a:pt x="49" y="117"/>
                      <a:pt x="64" y="117"/>
                    </a:cubicBezTo>
                    <a:cubicBezTo>
                      <a:pt x="64" y="94"/>
                      <a:pt x="64" y="94"/>
                      <a:pt x="64" y="94"/>
                    </a:cubicBezTo>
                    <a:cubicBezTo>
                      <a:pt x="53" y="94"/>
                      <a:pt x="53" y="94"/>
                      <a:pt x="53" y="94"/>
                    </a:cubicBezTo>
                    <a:cubicBezTo>
                      <a:pt x="53" y="70"/>
                      <a:pt x="53" y="70"/>
                      <a:pt x="53" y="70"/>
                    </a:cubicBezTo>
                    <a:cubicBezTo>
                      <a:pt x="28" y="70"/>
                      <a:pt x="28" y="70"/>
                      <a:pt x="28" y="70"/>
                    </a:cubicBezTo>
                    <a:cubicBezTo>
                      <a:pt x="28" y="47"/>
                      <a:pt x="28" y="47"/>
                      <a:pt x="28" y="47"/>
                    </a:cubicBezTo>
                    <a:cubicBezTo>
                      <a:pt x="28" y="47"/>
                      <a:pt x="28" y="47"/>
                      <a:pt x="28" y="47"/>
                    </a:cubicBezTo>
                    <a:cubicBezTo>
                      <a:pt x="53" y="47"/>
                      <a:pt x="53" y="47"/>
                      <a:pt x="53" y="47"/>
                    </a:cubicBezTo>
                    <a:cubicBezTo>
                      <a:pt x="53" y="23"/>
                      <a:pt x="53" y="23"/>
                      <a:pt x="53" y="23"/>
                    </a:cubicBezTo>
                    <a:cubicBezTo>
                      <a:pt x="64" y="23"/>
                      <a:pt x="64" y="23"/>
                      <a:pt x="64" y="23"/>
                    </a:cubicBezTo>
                    <a:cubicBezTo>
                      <a:pt x="64" y="0"/>
                      <a:pt x="64" y="0"/>
                      <a:pt x="64" y="0"/>
                    </a:cubicBezTo>
                    <a:cubicBezTo>
                      <a:pt x="49" y="0"/>
                      <a:pt x="34" y="6"/>
                      <a:pt x="22" y="17"/>
                    </a:cubicBezTo>
                    <a:cubicBezTo>
                      <a:pt x="0" y="40"/>
                      <a:pt x="0" y="77"/>
                      <a:pt x="2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4" name="Freeform 143"/>
              <p:cNvSpPr>
                <a:spLocks/>
              </p:cNvSpPr>
              <p:nvPr/>
            </p:nvSpPr>
            <p:spPr bwMode="auto">
              <a:xfrm>
                <a:off x="-6264275" y="5621338"/>
                <a:ext cx="153988" cy="195263"/>
              </a:xfrm>
              <a:custGeom>
                <a:avLst/>
                <a:gdLst>
                  <a:gd name="T0" fmla="*/ 0 w 41"/>
                  <a:gd name="T1" fmla="*/ 0 h 52"/>
                  <a:gd name="T2" fmla="*/ 16 w 41"/>
                  <a:gd name="T3" fmla="*/ 52 h 52"/>
                  <a:gd name="T4" fmla="*/ 41 w 41"/>
                  <a:gd name="T5" fmla="*/ 0 h 52"/>
                  <a:gd name="T6" fmla="*/ 0 w 41"/>
                  <a:gd name="T7" fmla="*/ 0 h 52"/>
                </a:gdLst>
                <a:ahLst/>
                <a:cxnLst>
                  <a:cxn ang="0">
                    <a:pos x="T0" y="T1"/>
                  </a:cxn>
                  <a:cxn ang="0">
                    <a:pos x="T2" y="T3"/>
                  </a:cxn>
                  <a:cxn ang="0">
                    <a:pos x="T4" y="T5"/>
                  </a:cxn>
                  <a:cxn ang="0">
                    <a:pos x="T6" y="T7"/>
                  </a:cxn>
                </a:cxnLst>
                <a:rect l="0" t="0" r="r" b="b"/>
                <a:pathLst>
                  <a:path w="41" h="52">
                    <a:moveTo>
                      <a:pt x="0" y="0"/>
                    </a:moveTo>
                    <a:cubicBezTo>
                      <a:pt x="1" y="21"/>
                      <a:pt x="7" y="39"/>
                      <a:pt x="16" y="52"/>
                    </a:cubicBezTo>
                    <a:cubicBezTo>
                      <a:pt x="30" y="39"/>
                      <a:pt x="39" y="21"/>
                      <a:pt x="4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5" name="Freeform 144"/>
              <p:cNvSpPr>
                <a:spLocks/>
              </p:cNvSpPr>
              <p:nvPr/>
            </p:nvSpPr>
            <p:spPr bwMode="auto">
              <a:xfrm>
                <a:off x="-6264275" y="5380038"/>
                <a:ext cx="153988" cy="192088"/>
              </a:xfrm>
              <a:custGeom>
                <a:avLst/>
                <a:gdLst>
                  <a:gd name="T0" fmla="*/ 16 w 41"/>
                  <a:gd name="T1" fmla="*/ 0 h 51"/>
                  <a:gd name="T2" fmla="*/ 0 w 41"/>
                  <a:gd name="T3" fmla="*/ 51 h 51"/>
                  <a:gd name="T4" fmla="*/ 41 w 41"/>
                  <a:gd name="T5" fmla="*/ 51 h 51"/>
                  <a:gd name="T6" fmla="*/ 16 w 41"/>
                  <a:gd name="T7" fmla="*/ 0 h 51"/>
                </a:gdLst>
                <a:ahLst/>
                <a:cxnLst>
                  <a:cxn ang="0">
                    <a:pos x="T0" y="T1"/>
                  </a:cxn>
                  <a:cxn ang="0">
                    <a:pos x="T2" y="T3"/>
                  </a:cxn>
                  <a:cxn ang="0">
                    <a:pos x="T4" y="T5"/>
                  </a:cxn>
                  <a:cxn ang="0">
                    <a:pos x="T6" y="T7"/>
                  </a:cxn>
                </a:cxnLst>
                <a:rect l="0" t="0" r="r" b="b"/>
                <a:pathLst>
                  <a:path w="41" h="51">
                    <a:moveTo>
                      <a:pt x="16" y="0"/>
                    </a:moveTo>
                    <a:cubicBezTo>
                      <a:pt x="7" y="12"/>
                      <a:pt x="1" y="30"/>
                      <a:pt x="0" y="51"/>
                    </a:cubicBezTo>
                    <a:cubicBezTo>
                      <a:pt x="41" y="51"/>
                      <a:pt x="41" y="51"/>
                      <a:pt x="41" y="51"/>
                    </a:cubicBezTo>
                    <a:cubicBezTo>
                      <a:pt x="39" y="31"/>
                      <a:pt x="30" y="13"/>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6" name="Freeform 145"/>
              <p:cNvSpPr>
                <a:spLocks/>
              </p:cNvSpPr>
              <p:nvPr/>
            </p:nvSpPr>
            <p:spPr bwMode="auto">
              <a:xfrm>
                <a:off x="-6380163" y="5302250"/>
                <a:ext cx="134938" cy="269875"/>
              </a:xfrm>
              <a:custGeom>
                <a:avLst/>
                <a:gdLst>
                  <a:gd name="T0" fmla="*/ 0 w 36"/>
                  <a:gd name="T1" fmla="*/ 0 h 72"/>
                  <a:gd name="T2" fmla="*/ 0 w 36"/>
                  <a:gd name="T3" fmla="*/ 72 h 72"/>
                  <a:gd name="T4" fmla="*/ 18 w 36"/>
                  <a:gd name="T5" fmla="*/ 72 h 72"/>
                  <a:gd name="T6" fmla="*/ 36 w 36"/>
                  <a:gd name="T7" fmla="*/ 12 h 72"/>
                  <a:gd name="T8" fmla="*/ 0 w 36"/>
                  <a:gd name="T9" fmla="*/ 0 h 72"/>
                </a:gdLst>
                <a:ahLst/>
                <a:cxnLst>
                  <a:cxn ang="0">
                    <a:pos x="T0" y="T1"/>
                  </a:cxn>
                  <a:cxn ang="0">
                    <a:pos x="T2" y="T3"/>
                  </a:cxn>
                  <a:cxn ang="0">
                    <a:pos x="T4" y="T5"/>
                  </a:cxn>
                  <a:cxn ang="0">
                    <a:pos x="T6" y="T7"/>
                  </a:cxn>
                  <a:cxn ang="0">
                    <a:pos x="T8" y="T9"/>
                  </a:cxn>
                </a:cxnLst>
                <a:rect l="0" t="0" r="r" b="b"/>
                <a:pathLst>
                  <a:path w="36" h="72">
                    <a:moveTo>
                      <a:pt x="0" y="0"/>
                    </a:moveTo>
                    <a:cubicBezTo>
                      <a:pt x="0" y="72"/>
                      <a:pt x="0" y="72"/>
                      <a:pt x="0" y="72"/>
                    </a:cubicBezTo>
                    <a:cubicBezTo>
                      <a:pt x="18" y="72"/>
                      <a:pt x="18" y="72"/>
                      <a:pt x="18" y="72"/>
                    </a:cubicBezTo>
                    <a:cubicBezTo>
                      <a:pt x="19" y="48"/>
                      <a:pt x="26" y="27"/>
                      <a:pt x="36" y="12"/>
                    </a:cubicBezTo>
                    <a:cubicBezTo>
                      <a:pt x="26" y="6"/>
                      <a:pt x="13"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7" name="Freeform 146"/>
              <p:cNvSpPr>
                <a:spLocks/>
              </p:cNvSpPr>
              <p:nvPr/>
            </p:nvSpPr>
            <p:spPr bwMode="auto">
              <a:xfrm>
                <a:off x="-6569075" y="5621338"/>
                <a:ext cx="139700" cy="269875"/>
              </a:xfrm>
              <a:custGeom>
                <a:avLst/>
                <a:gdLst>
                  <a:gd name="T0" fmla="*/ 37 w 37"/>
                  <a:gd name="T1" fmla="*/ 72 h 72"/>
                  <a:gd name="T2" fmla="*/ 37 w 37"/>
                  <a:gd name="T3" fmla="*/ 0 h 72"/>
                  <a:gd name="T4" fmla="*/ 18 w 37"/>
                  <a:gd name="T5" fmla="*/ 0 h 72"/>
                  <a:gd name="T6" fmla="*/ 0 w 37"/>
                  <a:gd name="T7" fmla="*/ 59 h 72"/>
                  <a:gd name="T8" fmla="*/ 37 w 37"/>
                  <a:gd name="T9" fmla="*/ 72 h 72"/>
                </a:gdLst>
                <a:ahLst/>
                <a:cxnLst>
                  <a:cxn ang="0">
                    <a:pos x="T0" y="T1"/>
                  </a:cxn>
                  <a:cxn ang="0">
                    <a:pos x="T2" y="T3"/>
                  </a:cxn>
                  <a:cxn ang="0">
                    <a:pos x="T4" y="T5"/>
                  </a:cxn>
                  <a:cxn ang="0">
                    <a:pos x="T6" y="T7"/>
                  </a:cxn>
                  <a:cxn ang="0">
                    <a:pos x="T8" y="T9"/>
                  </a:cxn>
                </a:cxnLst>
                <a:rect l="0" t="0" r="r" b="b"/>
                <a:pathLst>
                  <a:path w="37" h="72">
                    <a:moveTo>
                      <a:pt x="37" y="72"/>
                    </a:moveTo>
                    <a:cubicBezTo>
                      <a:pt x="37" y="0"/>
                      <a:pt x="37" y="0"/>
                      <a:pt x="37" y="0"/>
                    </a:cubicBezTo>
                    <a:cubicBezTo>
                      <a:pt x="18" y="0"/>
                      <a:pt x="18" y="0"/>
                      <a:pt x="18" y="0"/>
                    </a:cubicBezTo>
                    <a:cubicBezTo>
                      <a:pt x="17" y="24"/>
                      <a:pt x="10" y="45"/>
                      <a:pt x="0" y="59"/>
                    </a:cubicBezTo>
                    <a:cubicBezTo>
                      <a:pt x="11" y="67"/>
                      <a:pt x="23" y="71"/>
                      <a:pt x="37"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8" name="Freeform 147"/>
              <p:cNvSpPr>
                <a:spLocks/>
              </p:cNvSpPr>
              <p:nvPr/>
            </p:nvSpPr>
            <p:spPr bwMode="auto">
              <a:xfrm>
                <a:off x="-6569075" y="5302250"/>
                <a:ext cx="139700" cy="269875"/>
              </a:xfrm>
              <a:custGeom>
                <a:avLst/>
                <a:gdLst>
                  <a:gd name="T0" fmla="*/ 18 w 37"/>
                  <a:gd name="T1" fmla="*/ 72 h 72"/>
                  <a:gd name="T2" fmla="*/ 37 w 37"/>
                  <a:gd name="T3" fmla="*/ 72 h 72"/>
                  <a:gd name="T4" fmla="*/ 37 w 37"/>
                  <a:gd name="T5" fmla="*/ 0 h 72"/>
                  <a:gd name="T6" fmla="*/ 0 w 37"/>
                  <a:gd name="T7" fmla="*/ 13 h 72"/>
                  <a:gd name="T8" fmla="*/ 18 w 37"/>
                  <a:gd name="T9" fmla="*/ 72 h 72"/>
                </a:gdLst>
                <a:ahLst/>
                <a:cxnLst>
                  <a:cxn ang="0">
                    <a:pos x="T0" y="T1"/>
                  </a:cxn>
                  <a:cxn ang="0">
                    <a:pos x="T2" y="T3"/>
                  </a:cxn>
                  <a:cxn ang="0">
                    <a:pos x="T4" y="T5"/>
                  </a:cxn>
                  <a:cxn ang="0">
                    <a:pos x="T6" y="T7"/>
                  </a:cxn>
                  <a:cxn ang="0">
                    <a:pos x="T8" y="T9"/>
                  </a:cxn>
                </a:cxnLst>
                <a:rect l="0" t="0" r="r" b="b"/>
                <a:pathLst>
                  <a:path w="37" h="72">
                    <a:moveTo>
                      <a:pt x="18" y="72"/>
                    </a:moveTo>
                    <a:cubicBezTo>
                      <a:pt x="37" y="72"/>
                      <a:pt x="37" y="72"/>
                      <a:pt x="37" y="72"/>
                    </a:cubicBezTo>
                    <a:cubicBezTo>
                      <a:pt x="37" y="0"/>
                      <a:pt x="37" y="0"/>
                      <a:pt x="37" y="0"/>
                    </a:cubicBezTo>
                    <a:cubicBezTo>
                      <a:pt x="23" y="1"/>
                      <a:pt x="11" y="6"/>
                      <a:pt x="0" y="13"/>
                    </a:cubicBezTo>
                    <a:cubicBezTo>
                      <a:pt x="10" y="28"/>
                      <a:pt x="17" y="48"/>
                      <a:pt x="18"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19" name="Freeform 148"/>
              <p:cNvSpPr>
                <a:spLocks/>
              </p:cNvSpPr>
              <p:nvPr/>
            </p:nvSpPr>
            <p:spPr bwMode="auto">
              <a:xfrm>
                <a:off x="-6699250" y="5621338"/>
                <a:ext cx="149225" cy="190500"/>
              </a:xfrm>
              <a:custGeom>
                <a:avLst/>
                <a:gdLst>
                  <a:gd name="T0" fmla="*/ 25 w 40"/>
                  <a:gd name="T1" fmla="*/ 51 h 51"/>
                  <a:gd name="T2" fmla="*/ 40 w 40"/>
                  <a:gd name="T3" fmla="*/ 0 h 51"/>
                  <a:gd name="T4" fmla="*/ 0 w 40"/>
                  <a:gd name="T5" fmla="*/ 0 h 51"/>
                  <a:gd name="T6" fmla="*/ 25 w 40"/>
                  <a:gd name="T7" fmla="*/ 51 h 51"/>
                </a:gdLst>
                <a:ahLst/>
                <a:cxnLst>
                  <a:cxn ang="0">
                    <a:pos x="T0" y="T1"/>
                  </a:cxn>
                  <a:cxn ang="0">
                    <a:pos x="T2" y="T3"/>
                  </a:cxn>
                  <a:cxn ang="0">
                    <a:pos x="T4" y="T5"/>
                  </a:cxn>
                  <a:cxn ang="0">
                    <a:pos x="T6" y="T7"/>
                  </a:cxn>
                </a:cxnLst>
                <a:rect l="0" t="0" r="r" b="b"/>
                <a:pathLst>
                  <a:path w="40" h="51">
                    <a:moveTo>
                      <a:pt x="25" y="51"/>
                    </a:moveTo>
                    <a:cubicBezTo>
                      <a:pt x="33" y="38"/>
                      <a:pt x="39" y="21"/>
                      <a:pt x="40" y="0"/>
                    </a:cubicBezTo>
                    <a:cubicBezTo>
                      <a:pt x="0" y="0"/>
                      <a:pt x="0" y="0"/>
                      <a:pt x="0" y="0"/>
                    </a:cubicBezTo>
                    <a:cubicBezTo>
                      <a:pt x="1" y="20"/>
                      <a:pt x="11" y="38"/>
                      <a:pt x="2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0" name="Freeform 149"/>
              <p:cNvSpPr>
                <a:spLocks/>
              </p:cNvSpPr>
              <p:nvPr/>
            </p:nvSpPr>
            <p:spPr bwMode="auto">
              <a:xfrm>
                <a:off x="-6699250" y="5380038"/>
                <a:ext cx="149225" cy="192088"/>
              </a:xfrm>
              <a:custGeom>
                <a:avLst/>
                <a:gdLst>
                  <a:gd name="T0" fmla="*/ 25 w 40"/>
                  <a:gd name="T1" fmla="*/ 0 h 51"/>
                  <a:gd name="T2" fmla="*/ 0 w 40"/>
                  <a:gd name="T3" fmla="*/ 51 h 51"/>
                  <a:gd name="T4" fmla="*/ 40 w 40"/>
                  <a:gd name="T5" fmla="*/ 51 h 51"/>
                  <a:gd name="T6" fmla="*/ 25 w 40"/>
                  <a:gd name="T7" fmla="*/ 0 h 51"/>
                </a:gdLst>
                <a:ahLst/>
                <a:cxnLst>
                  <a:cxn ang="0">
                    <a:pos x="T0" y="T1"/>
                  </a:cxn>
                  <a:cxn ang="0">
                    <a:pos x="T2" y="T3"/>
                  </a:cxn>
                  <a:cxn ang="0">
                    <a:pos x="T4" y="T5"/>
                  </a:cxn>
                  <a:cxn ang="0">
                    <a:pos x="T6" y="T7"/>
                  </a:cxn>
                </a:cxnLst>
                <a:rect l="0" t="0" r="r" b="b"/>
                <a:pathLst>
                  <a:path w="40" h="51">
                    <a:moveTo>
                      <a:pt x="25" y="0"/>
                    </a:moveTo>
                    <a:cubicBezTo>
                      <a:pt x="11" y="13"/>
                      <a:pt x="1" y="31"/>
                      <a:pt x="0" y="51"/>
                    </a:cubicBezTo>
                    <a:cubicBezTo>
                      <a:pt x="40" y="51"/>
                      <a:pt x="40" y="51"/>
                      <a:pt x="40" y="51"/>
                    </a:cubicBezTo>
                    <a:cubicBezTo>
                      <a:pt x="39" y="31"/>
                      <a:pt x="33" y="13"/>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1" name="Freeform 150"/>
              <p:cNvSpPr>
                <a:spLocks/>
              </p:cNvSpPr>
              <p:nvPr/>
            </p:nvSpPr>
            <p:spPr bwMode="auto">
              <a:xfrm>
                <a:off x="-6380163" y="5621338"/>
                <a:ext cx="134938" cy="269875"/>
              </a:xfrm>
              <a:custGeom>
                <a:avLst/>
                <a:gdLst>
                  <a:gd name="T0" fmla="*/ 0 w 36"/>
                  <a:gd name="T1" fmla="*/ 72 h 72"/>
                  <a:gd name="T2" fmla="*/ 36 w 36"/>
                  <a:gd name="T3" fmla="*/ 60 h 72"/>
                  <a:gd name="T4" fmla="*/ 18 w 36"/>
                  <a:gd name="T5" fmla="*/ 0 h 72"/>
                  <a:gd name="T6" fmla="*/ 0 w 36"/>
                  <a:gd name="T7" fmla="*/ 0 h 72"/>
                  <a:gd name="T8" fmla="*/ 0 w 36"/>
                  <a:gd name="T9" fmla="*/ 72 h 72"/>
                </a:gdLst>
                <a:ahLst/>
                <a:cxnLst>
                  <a:cxn ang="0">
                    <a:pos x="T0" y="T1"/>
                  </a:cxn>
                  <a:cxn ang="0">
                    <a:pos x="T2" y="T3"/>
                  </a:cxn>
                  <a:cxn ang="0">
                    <a:pos x="T4" y="T5"/>
                  </a:cxn>
                  <a:cxn ang="0">
                    <a:pos x="T6" y="T7"/>
                  </a:cxn>
                  <a:cxn ang="0">
                    <a:pos x="T8" y="T9"/>
                  </a:cxn>
                </a:cxnLst>
                <a:rect l="0" t="0" r="r" b="b"/>
                <a:pathLst>
                  <a:path w="36" h="72">
                    <a:moveTo>
                      <a:pt x="0" y="72"/>
                    </a:moveTo>
                    <a:cubicBezTo>
                      <a:pt x="13" y="71"/>
                      <a:pt x="26" y="67"/>
                      <a:pt x="36" y="60"/>
                    </a:cubicBezTo>
                    <a:cubicBezTo>
                      <a:pt x="26" y="45"/>
                      <a:pt x="19" y="24"/>
                      <a:pt x="18" y="0"/>
                    </a:cubicBezTo>
                    <a:cubicBezTo>
                      <a:pt x="0" y="0"/>
                      <a:pt x="0" y="0"/>
                      <a:pt x="0" y="0"/>
                    </a:cubicBezTo>
                    <a:lnTo>
                      <a:pt x="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2" name="Freeform 151"/>
              <p:cNvSpPr>
                <a:spLocks noEditPoints="1"/>
              </p:cNvSpPr>
              <p:nvPr/>
            </p:nvSpPr>
            <p:spPr bwMode="auto">
              <a:xfrm>
                <a:off x="-2324100" y="5951538"/>
                <a:ext cx="582613" cy="712788"/>
              </a:xfrm>
              <a:custGeom>
                <a:avLst/>
                <a:gdLst>
                  <a:gd name="T0" fmla="*/ 108 w 155"/>
                  <a:gd name="T1" fmla="*/ 175 h 190"/>
                  <a:gd name="T2" fmla="*/ 155 w 155"/>
                  <a:gd name="T3" fmla="*/ 190 h 190"/>
                  <a:gd name="T4" fmla="*/ 108 w 155"/>
                  <a:gd name="T5" fmla="*/ 109 h 190"/>
                  <a:gd name="T6" fmla="*/ 98 w 155"/>
                  <a:gd name="T7" fmla="*/ 92 h 190"/>
                  <a:gd name="T8" fmla="*/ 89 w 155"/>
                  <a:gd name="T9" fmla="*/ 132 h 190"/>
                  <a:gd name="T10" fmla="*/ 93 w 155"/>
                  <a:gd name="T11" fmla="*/ 144 h 190"/>
                  <a:gd name="T12" fmla="*/ 89 w 155"/>
                  <a:gd name="T13" fmla="*/ 140 h 190"/>
                  <a:gd name="T14" fmla="*/ 96 w 155"/>
                  <a:gd name="T15" fmla="*/ 161 h 190"/>
                  <a:gd name="T16" fmla="*/ 89 w 155"/>
                  <a:gd name="T17" fmla="*/ 175 h 190"/>
                  <a:gd name="T18" fmla="*/ 89 w 155"/>
                  <a:gd name="T19" fmla="*/ 175 h 190"/>
                  <a:gd name="T20" fmla="*/ 77 w 155"/>
                  <a:gd name="T21" fmla="*/ 161 h 190"/>
                  <a:gd name="T22" fmla="*/ 89 w 155"/>
                  <a:gd name="T23" fmla="*/ 50 h 190"/>
                  <a:gd name="T24" fmla="*/ 82 w 155"/>
                  <a:gd name="T25" fmla="*/ 28 h 190"/>
                  <a:gd name="T26" fmla="*/ 77 w 155"/>
                  <a:gd name="T27" fmla="*/ 56 h 190"/>
                  <a:gd name="T28" fmla="*/ 77 w 155"/>
                  <a:gd name="T29" fmla="*/ 92 h 190"/>
                  <a:gd name="T30" fmla="*/ 85 w 155"/>
                  <a:gd name="T31" fmla="*/ 109 h 190"/>
                  <a:gd name="T32" fmla="*/ 77 w 155"/>
                  <a:gd name="T33" fmla="*/ 129 h 190"/>
                  <a:gd name="T34" fmla="*/ 89 w 155"/>
                  <a:gd name="T35" fmla="*/ 154 h 190"/>
                  <a:gd name="T36" fmla="*/ 84 w 155"/>
                  <a:gd name="T37" fmla="*/ 136 h 190"/>
                  <a:gd name="T38" fmla="*/ 89 w 155"/>
                  <a:gd name="T39" fmla="*/ 50 h 190"/>
                  <a:gd name="T40" fmla="*/ 77 w 155"/>
                  <a:gd name="T41" fmla="*/ 175 h 190"/>
                  <a:gd name="T42" fmla="*/ 77 w 155"/>
                  <a:gd name="T43" fmla="*/ 161 h 190"/>
                  <a:gd name="T44" fmla="*/ 77 w 155"/>
                  <a:gd name="T45" fmla="*/ 161 h 190"/>
                  <a:gd name="T46" fmla="*/ 66 w 155"/>
                  <a:gd name="T47" fmla="*/ 175 h 190"/>
                  <a:gd name="T48" fmla="*/ 77 w 155"/>
                  <a:gd name="T49" fmla="*/ 0 h 190"/>
                  <a:gd name="T50" fmla="*/ 70 w 155"/>
                  <a:gd name="T51" fmla="*/ 28 h 190"/>
                  <a:gd name="T52" fmla="*/ 66 w 155"/>
                  <a:gd name="T53" fmla="*/ 132 h 190"/>
                  <a:gd name="T54" fmla="*/ 66 w 155"/>
                  <a:gd name="T55" fmla="*/ 140 h 190"/>
                  <a:gd name="T56" fmla="*/ 77 w 155"/>
                  <a:gd name="T57" fmla="*/ 143 h 190"/>
                  <a:gd name="T58" fmla="*/ 77 w 155"/>
                  <a:gd name="T59" fmla="*/ 129 h 190"/>
                  <a:gd name="T60" fmla="*/ 68 w 155"/>
                  <a:gd name="T61" fmla="*/ 119 h 190"/>
                  <a:gd name="T62" fmla="*/ 77 w 155"/>
                  <a:gd name="T63" fmla="*/ 109 h 190"/>
                  <a:gd name="T64" fmla="*/ 77 w 155"/>
                  <a:gd name="T65" fmla="*/ 109 h 190"/>
                  <a:gd name="T66" fmla="*/ 77 w 155"/>
                  <a:gd name="T67" fmla="*/ 92 h 190"/>
                  <a:gd name="T68" fmla="*/ 77 w 155"/>
                  <a:gd name="T69" fmla="*/ 56 h 190"/>
                  <a:gd name="T70" fmla="*/ 77 w 155"/>
                  <a:gd name="T71" fmla="*/ 56 h 190"/>
                  <a:gd name="T72" fmla="*/ 0 w 155"/>
                  <a:gd name="T73" fmla="*/ 190 h 190"/>
                  <a:gd name="T74" fmla="*/ 47 w 155"/>
                  <a:gd name="T75" fmla="*/ 175 h 190"/>
                  <a:gd name="T76" fmla="*/ 66 w 155"/>
                  <a:gd name="T77" fmla="*/ 161 h 190"/>
                  <a:gd name="T78" fmla="*/ 66 w 155"/>
                  <a:gd name="T79" fmla="*/ 154 h 190"/>
                  <a:gd name="T80" fmla="*/ 62 w 155"/>
                  <a:gd name="T81" fmla="*/ 144 h 190"/>
                  <a:gd name="T82" fmla="*/ 65 w 155"/>
                  <a:gd name="T83" fmla="*/ 131 h 190"/>
                  <a:gd name="T84" fmla="*/ 66 w 155"/>
                  <a:gd name="T85" fmla="*/ 50 h 190"/>
                  <a:gd name="T86" fmla="*/ 47 w 155"/>
                  <a:gd name="T87" fmla="*/ 92 h 190"/>
                  <a:gd name="T88" fmla="*/ 52 w 155"/>
                  <a:gd name="T89" fmla="*/ 109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5" h="190">
                    <a:moveTo>
                      <a:pt x="89" y="175"/>
                    </a:moveTo>
                    <a:cubicBezTo>
                      <a:pt x="108" y="175"/>
                      <a:pt x="108" y="175"/>
                      <a:pt x="108" y="175"/>
                    </a:cubicBezTo>
                    <a:cubicBezTo>
                      <a:pt x="124" y="190"/>
                      <a:pt x="124" y="190"/>
                      <a:pt x="124" y="190"/>
                    </a:cubicBezTo>
                    <a:cubicBezTo>
                      <a:pt x="155" y="190"/>
                      <a:pt x="155" y="190"/>
                      <a:pt x="155" y="190"/>
                    </a:cubicBezTo>
                    <a:cubicBezTo>
                      <a:pt x="130" y="177"/>
                      <a:pt x="114" y="142"/>
                      <a:pt x="103" y="109"/>
                    </a:cubicBezTo>
                    <a:cubicBezTo>
                      <a:pt x="108" y="109"/>
                      <a:pt x="108" y="109"/>
                      <a:pt x="108" y="109"/>
                    </a:cubicBezTo>
                    <a:cubicBezTo>
                      <a:pt x="108" y="92"/>
                      <a:pt x="108" y="92"/>
                      <a:pt x="108" y="92"/>
                    </a:cubicBezTo>
                    <a:cubicBezTo>
                      <a:pt x="98" y="92"/>
                      <a:pt x="98" y="92"/>
                      <a:pt x="98" y="92"/>
                    </a:cubicBezTo>
                    <a:cubicBezTo>
                      <a:pt x="94" y="77"/>
                      <a:pt x="91" y="62"/>
                      <a:pt x="89" y="50"/>
                    </a:cubicBezTo>
                    <a:cubicBezTo>
                      <a:pt x="89" y="132"/>
                      <a:pt x="89" y="132"/>
                      <a:pt x="89" y="132"/>
                    </a:cubicBezTo>
                    <a:cubicBezTo>
                      <a:pt x="89" y="131"/>
                      <a:pt x="89" y="131"/>
                      <a:pt x="89" y="131"/>
                    </a:cubicBezTo>
                    <a:cubicBezTo>
                      <a:pt x="90" y="135"/>
                      <a:pt x="92" y="140"/>
                      <a:pt x="93" y="144"/>
                    </a:cubicBezTo>
                    <a:cubicBezTo>
                      <a:pt x="93" y="144"/>
                      <a:pt x="93" y="144"/>
                      <a:pt x="93" y="144"/>
                    </a:cubicBezTo>
                    <a:cubicBezTo>
                      <a:pt x="89" y="140"/>
                      <a:pt x="89" y="140"/>
                      <a:pt x="89" y="140"/>
                    </a:cubicBezTo>
                    <a:cubicBezTo>
                      <a:pt x="89" y="154"/>
                      <a:pt x="89" y="154"/>
                      <a:pt x="89" y="154"/>
                    </a:cubicBezTo>
                    <a:cubicBezTo>
                      <a:pt x="96" y="161"/>
                      <a:pt x="96" y="161"/>
                      <a:pt x="96" y="161"/>
                    </a:cubicBezTo>
                    <a:cubicBezTo>
                      <a:pt x="89" y="161"/>
                      <a:pt x="89" y="161"/>
                      <a:pt x="89" y="161"/>
                    </a:cubicBezTo>
                    <a:lnTo>
                      <a:pt x="89" y="175"/>
                    </a:lnTo>
                    <a:close/>
                    <a:moveTo>
                      <a:pt x="77" y="175"/>
                    </a:moveTo>
                    <a:cubicBezTo>
                      <a:pt x="89" y="175"/>
                      <a:pt x="89" y="175"/>
                      <a:pt x="89" y="175"/>
                    </a:cubicBezTo>
                    <a:cubicBezTo>
                      <a:pt x="89" y="161"/>
                      <a:pt x="89" y="161"/>
                      <a:pt x="89" y="161"/>
                    </a:cubicBezTo>
                    <a:cubicBezTo>
                      <a:pt x="77" y="161"/>
                      <a:pt x="77" y="161"/>
                      <a:pt x="77" y="161"/>
                    </a:cubicBezTo>
                    <a:cubicBezTo>
                      <a:pt x="77" y="175"/>
                      <a:pt x="77" y="175"/>
                      <a:pt x="77" y="175"/>
                    </a:cubicBezTo>
                    <a:close/>
                    <a:moveTo>
                      <a:pt x="89" y="50"/>
                    </a:moveTo>
                    <a:cubicBezTo>
                      <a:pt x="86" y="37"/>
                      <a:pt x="85" y="28"/>
                      <a:pt x="85" y="28"/>
                    </a:cubicBezTo>
                    <a:cubicBezTo>
                      <a:pt x="82" y="28"/>
                      <a:pt x="82" y="28"/>
                      <a:pt x="82" y="28"/>
                    </a:cubicBezTo>
                    <a:cubicBezTo>
                      <a:pt x="77" y="0"/>
                      <a:pt x="77" y="0"/>
                      <a:pt x="77" y="0"/>
                    </a:cubicBezTo>
                    <a:cubicBezTo>
                      <a:pt x="77" y="56"/>
                      <a:pt x="77" y="56"/>
                      <a:pt x="77" y="56"/>
                    </a:cubicBezTo>
                    <a:cubicBezTo>
                      <a:pt x="77" y="57"/>
                      <a:pt x="79" y="84"/>
                      <a:pt x="81" y="92"/>
                    </a:cubicBezTo>
                    <a:cubicBezTo>
                      <a:pt x="77" y="92"/>
                      <a:pt x="77" y="92"/>
                      <a:pt x="77" y="92"/>
                    </a:cubicBezTo>
                    <a:cubicBezTo>
                      <a:pt x="77" y="109"/>
                      <a:pt x="77" y="109"/>
                      <a:pt x="77" y="109"/>
                    </a:cubicBezTo>
                    <a:cubicBezTo>
                      <a:pt x="85" y="109"/>
                      <a:pt x="85" y="109"/>
                      <a:pt x="85" y="109"/>
                    </a:cubicBezTo>
                    <a:cubicBezTo>
                      <a:pt x="85" y="109"/>
                      <a:pt x="85" y="113"/>
                      <a:pt x="87" y="119"/>
                    </a:cubicBezTo>
                    <a:cubicBezTo>
                      <a:pt x="77" y="129"/>
                      <a:pt x="77" y="129"/>
                      <a:pt x="77" y="129"/>
                    </a:cubicBezTo>
                    <a:cubicBezTo>
                      <a:pt x="77" y="143"/>
                      <a:pt x="77" y="143"/>
                      <a:pt x="77" y="143"/>
                    </a:cubicBezTo>
                    <a:cubicBezTo>
                      <a:pt x="89" y="154"/>
                      <a:pt x="89" y="154"/>
                      <a:pt x="89" y="154"/>
                    </a:cubicBezTo>
                    <a:cubicBezTo>
                      <a:pt x="89" y="140"/>
                      <a:pt x="89" y="140"/>
                      <a:pt x="89" y="140"/>
                    </a:cubicBezTo>
                    <a:cubicBezTo>
                      <a:pt x="84" y="136"/>
                      <a:pt x="84" y="136"/>
                      <a:pt x="84" y="136"/>
                    </a:cubicBezTo>
                    <a:cubicBezTo>
                      <a:pt x="89" y="132"/>
                      <a:pt x="89" y="132"/>
                      <a:pt x="89" y="132"/>
                    </a:cubicBezTo>
                    <a:lnTo>
                      <a:pt x="89" y="50"/>
                    </a:lnTo>
                    <a:close/>
                    <a:moveTo>
                      <a:pt x="66" y="175"/>
                    </a:moveTo>
                    <a:cubicBezTo>
                      <a:pt x="77" y="175"/>
                      <a:pt x="77" y="175"/>
                      <a:pt x="77" y="175"/>
                    </a:cubicBezTo>
                    <a:cubicBezTo>
                      <a:pt x="77" y="175"/>
                      <a:pt x="77" y="175"/>
                      <a:pt x="77" y="175"/>
                    </a:cubicBezTo>
                    <a:cubicBezTo>
                      <a:pt x="77" y="161"/>
                      <a:pt x="77" y="161"/>
                      <a:pt x="77" y="161"/>
                    </a:cubicBezTo>
                    <a:cubicBezTo>
                      <a:pt x="77" y="161"/>
                      <a:pt x="77" y="161"/>
                      <a:pt x="77" y="161"/>
                    </a:cubicBezTo>
                    <a:cubicBezTo>
                      <a:pt x="77" y="161"/>
                      <a:pt x="77" y="161"/>
                      <a:pt x="77" y="161"/>
                    </a:cubicBezTo>
                    <a:cubicBezTo>
                      <a:pt x="66" y="161"/>
                      <a:pt x="66" y="161"/>
                      <a:pt x="66" y="161"/>
                    </a:cubicBezTo>
                    <a:cubicBezTo>
                      <a:pt x="66" y="175"/>
                      <a:pt x="66" y="175"/>
                      <a:pt x="66" y="175"/>
                    </a:cubicBezTo>
                    <a:close/>
                    <a:moveTo>
                      <a:pt x="77" y="0"/>
                    </a:moveTo>
                    <a:cubicBezTo>
                      <a:pt x="77" y="0"/>
                      <a:pt x="77" y="0"/>
                      <a:pt x="77" y="0"/>
                    </a:cubicBezTo>
                    <a:cubicBezTo>
                      <a:pt x="72" y="28"/>
                      <a:pt x="72" y="28"/>
                      <a:pt x="72" y="28"/>
                    </a:cubicBezTo>
                    <a:cubicBezTo>
                      <a:pt x="70" y="28"/>
                      <a:pt x="70" y="28"/>
                      <a:pt x="70" y="28"/>
                    </a:cubicBezTo>
                    <a:cubicBezTo>
                      <a:pt x="70" y="28"/>
                      <a:pt x="69" y="37"/>
                      <a:pt x="66" y="50"/>
                    </a:cubicBezTo>
                    <a:cubicBezTo>
                      <a:pt x="66" y="132"/>
                      <a:pt x="66" y="132"/>
                      <a:pt x="66" y="132"/>
                    </a:cubicBezTo>
                    <a:cubicBezTo>
                      <a:pt x="70" y="136"/>
                      <a:pt x="70" y="136"/>
                      <a:pt x="70" y="136"/>
                    </a:cubicBezTo>
                    <a:cubicBezTo>
                      <a:pt x="66" y="140"/>
                      <a:pt x="66" y="140"/>
                      <a:pt x="66" y="140"/>
                    </a:cubicBezTo>
                    <a:cubicBezTo>
                      <a:pt x="66" y="154"/>
                      <a:pt x="66" y="154"/>
                      <a:pt x="66" y="154"/>
                    </a:cubicBezTo>
                    <a:cubicBezTo>
                      <a:pt x="77" y="143"/>
                      <a:pt x="77" y="143"/>
                      <a:pt x="77" y="143"/>
                    </a:cubicBezTo>
                    <a:cubicBezTo>
                      <a:pt x="77" y="143"/>
                      <a:pt x="77" y="143"/>
                      <a:pt x="77" y="143"/>
                    </a:cubicBezTo>
                    <a:cubicBezTo>
                      <a:pt x="77" y="129"/>
                      <a:pt x="77" y="129"/>
                      <a:pt x="77" y="129"/>
                    </a:cubicBezTo>
                    <a:cubicBezTo>
                      <a:pt x="77" y="129"/>
                      <a:pt x="77" y="129"/>
                      <a:pt x="77" y="129"/>
                    </a:cubicBezTo>
                    <a:cubicBezTo>
                      <a:pt x="68" y="119"/>
                      <a:pt x="68" y="119"/>
                      <a:pt x="68" y="119"/>
                    </a:cubicBezTo>
                    <a:cubicBezTo>
                      <a:pt x="69" y="113"/>
                      <a:pt x="70" y="109"/>
                      <a:pt x="70" y="109"/>
                    </a:cubicBezTo>
                    <a:cubicBezTo>
                      <a:pt x="77" y="109"/>
                      <a:pt x="77" y="109"/>
                      <a:pt x="77" y="109"/>
                    </a:cubicBezTo>
                    <a:cubicBezTo>
                      <a:pt x="77" y="109"/>
                      <a:pt x="77" y="109"/>
                      <a:pt x="77" y="109"/>
                    </a:cubicBezTo>
                    <a:cubicBezTo>
                      <a:pt x="77" y="109"/>
                      <a:pt x="77" y="109"/>
                      <a:pt x="77" y="109"/>
                    </a:cubicBezTo>
                    <a:cubicBezTo>
                      <a:pt x="77" y="92"/>
                      <a:pt x="77" y="92"/>
                      <a:pt x="77" y="92"/>
                    </a:cubicBezTo>
                    <a:cubicBezTo>
                      <a:pt x="77" y="92"/>
                      <a:pt x="77" y="92"/>
                      <a:pt x="77" y="92"/>
                    </a:cubicBezTo>
                    <a:cubicBezTo>
                      <a:pt x="74" y="92"/>
                      <a:pt x="74" y="92"/>
                      <a:pt x="74" y="92"/>
                    </a:cubicBezTo>
                    <a:cubicBezTo>
                      <a:pt x="76" y="84"/>
                      <a:pt x="77" y="56"/>
                      <a:pt x="77" y="56"/>
                    </a:cubicBezTo>
                    <a:cubicBezTo>
                      <a:pt x="77" y="56"/>
                      <a:pt x="77" y="56"/>
                      <a:pt x="77" y="56"/>
                    </a:cubicBezTo>
                    <a:cubicBezTo>
                      <a:pt x="77" y="56"/>
                      <a:pt x="77" y="56"/>
                      <a:pt x="77" y="56"/>
                    </a:cubicBezTo>
                    <a:lnTo>
                      <a:pt x="77" y="0"/>
                    </a:lnTo>
                    <a:close/>
                    <a:moveTo>
                      <a:pt x="0" y="190"/>
                    </a:moveTo>
                    <a:cubicBezTo>
                      <a:pt x="31" y="190"/>
                      <a:pt x="31" y="190"/>
                      <a:pt x="31" y="190"/>
                    </a:cubicBezTo>
                    <a:cubicBezTo>
                      <a:pt x="47" y="175"/>
                      <a:pt x="47" y="175"/>
                      <a:pt x="47" y="175"/>
                    </a:cubicBezTo>
                    <a:cubicBezTo>
                      <a:pt x="66" y="175"/>
                      <a:pt x="66" y="175"/>
                      <a:pt x="66" y="175"/>
                    </a:cubicBezTo>
                    <a:cubicBezTo>
                      <a:pt x="66" y="161"/>
                      <a:pt x="66" y="161"/>
                      <a:pt x="66" y="161"/>
                    </a:cubicBezTo>
                    <a:cubicBezTo>
                      <a:pt x="59" y="161"/>
                      <a:pt x="59" y="161"/>
                      <a:pt x="59" y="161"/>
                    </a:cubicBezTo>
                    <a:cubicBezTo>
                      <a:pt x="66" y="154"/>
                      <a:pt x="66" y="154"/>
                      <a:pt x="66" y="154"/>
                    </a:cubicBezTo>
                    <a:cubicBezTo>
                      <a:pt x="66" y="140"/>
                      <a:pt x="66" y="140"/>
                      <a:pt x="66" y="140"/>
                    </a:cubicBezTo>
                    <a:cubicBezTo>
                      <a:pt x="62" y="144"/>
                      <a:pt x="62" y="144"/>
                      <a:pt x="62" y="144"/>
                    </a:cubicBezTo>
                    <a:cubicBezTo>
                      <a:pt x="63" y="140"/>
                      <a:pt x="64" y="135"/>
                      <a:pt x="65" y="131"/>
                    </a:cubicBezTo>
                    <a:cubicBezTo>
                      <a:pt x="65" y="131"/>
                      <a:pt x="65" y="131"/>
                      <a:pt x="65" y="131"/>
                    </a:cubicBezTo>
                    <a:cubicBezTo>
                      <a:pt x="66" y="132"/>
                      <a:pt x="66" y="132"/>
                      <a:pt x="66" y="132"/>
                    </a:cubicBezTo>
                    <a:cubicBezTo>
                      <a:pt x="66" y="50"/>
                      <a:pt x="66" y="50"/>
                      <a:pt x="66" y="50"/>
                    </a:cubicBezTo>
                    <a:cubicBezTo>
                      <a:pt x="64" y="62"/>
                      <a:pt x="61" y="77"/>
                      <a:pt x="57" y="92"/>
                    </a:cubicBezTo>
                    <a:cubicBezTo>
                      <a:pt x="47" y="92"/>
                      <a:pt x="47" y="92"/>
                      <a:pt x="47" y="92"/>
                    </a:cubicBezTo>
                    <a:cubicBezTo>
                      <a:pt x="47" y="109"/>
                      <a:pt x="47" y="109"/>
                      <a:pt x="47" y="109"/>
                    </a:cubicBezTo>
                    <a:cubicBezTo>
                      <a:pt x="52" y="109"/>
                      <a:pt x="52" y="109"/>
                      <a:pt x="52" y="109"/>
                    </a:cubicBezTo>
                    <a:cubicBezTo>
                      <a:pt x="41" y="142"/>
                      <a:pt x="25" y="177"/>
                      <a:pt x="0"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3" name="Freeform 152"/>
              <p:cNvSpPr>
                <a:spLocks/>
              </p:cNvSpPr>
              <p:nvPr/>
            </p:nvSpPr>
            <p:spPr bwMode="auto">
              <a:xfrm>
                <a:off x="-1196975" y="2162175"/>
                <a:ext cx="233363" cy="668338"/>
              </a:xfrm>
              <a:custGeom>
                <a:avLst/>
                <a:gdLst>
                  <a:gd name="T0" fmla="*/ 8 w 62"/>
                  <a:gd name="T1" fmla="*/ 21 h 178"/>
                  <a:gd name="T2" fmla="*/ 1 w 62"/>
                  <a:gd name="T3" fmla="*/ 43 h 178"/>
                  <a:gd name="T4" fmla="*/ 6 w 62"/>
                  <a:gd name="T5" fmla="*/ 62 h 178"/>
                  <a:gd name="T6" fmla="*/ 23 w 62"/>
                  <a:gd name="T7" fmla="*/ 82 h 178"/>
                  <a:gd name="T8" fmla="*/ 23 w 62"/>
                  <a:gd name="T9" fmla="*/ 178 h 178"/>
                  <a:gd name="T10" fmla="*/ 40 w 62"/>
                  <a:gd name="T11" fmla="*/ 178 h 178"/>
                  <a:gd name="T12" fmla="*/ 40 w 62"/>
                  <a:gd name="T13" fmla="*/ 82 h 178"/>
                  <a:gd name="T14" fmla="*/ 57 w 62"/>
                  <a:gd name="T15" fmla="*/ 62 h 178"/>
                  <a:gd name="T16" fmla="*/ 61 w 62"/>
                  <a:gd name="T17" fmla="*/ 43 h 178"/>
                  <a:gd name="T18" fmla="*/ 55 w 62"/>
                  <a:gd name="T19" fmla="*/ 21 h 178"/>
                  <a:gd name="T20" fmla="*/ 41 w 62"/>
                  <a:gd name="T21" fmla="*/ 1 h 178"/>
                  <a:gd name="T22" fmla="*/ 46 w 62"/>
                  <a:gd name="T23" fmla="*/ 42 h 178"/>
                  <a:gd name="T24" fmla="*/ 40 w 62"/>
                  <a:gd name="T25" fmla="*/ 42 h 178"/>
                  <a:gd name="T26" fmla="*/ 36 w 62"/>
                  <a:gd name="T27" fmla="*/ 0 h 178"/>
                  <a:gd name="T28" fmla="*/ 31 w 62"/>
                  <a:gd name="T29" fmla="*/ 0 h 178"/>
                  <a:gd name="T30" fmla="*/ 27 w 62"/>
                  <a:gd name="T31" fmla="*/ 0 h 178"/>
                  <a:gd name="T32" fmla="*/ 22 w 62"/>
                  <a:gd name="T33" fmla="*/ 42 h 178"/>
                  <a:gd name="T34" fmla="*/ 17 w 62"/>
                  <a:gd name="T35" fmla="*/ 42 h 178"/>
                  <a:gd name="T36" fmla="*/ 21 w 62"/>
                  <a:gd name="T37" fmla="*/ 1 h 178"/>
                  <a:gd name="T38" fmla="*/ 8 w 62"/>
                  <a:gd name="T39" fmla="*/ 2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78">
                    <a:moveTo>
                      <a:pt x="8" y="21"/>
                    </a:moveTo>
                    <a:cubicBezTo>
                      <a:pt x="5" y="29"/>
                      <a:pt x="2" y="36"/>
                      <a:pt x="1" y="43"/>
                    </a:cubicBezTo>
                    <a:cubicBezTo>
                      <a:pt x="0" y="51"/>
                      <a:pt x="2" y="56"/>
                      <a:pt x="6" y="62"/>
                    </a:cubicBezTo>
                    <a:cubicBezTo>
                      <a:pt x="9" y="68"/>
                      <a:pt x="15" y="77"/>
                      <a:pt x="23" y="82"/>
                    </a:cubicBezTo>
                    <a:cubicBezTo>
                      <a:pt x="23" y="178"/>
                      <a:pt x="23" y="178"/>
                      <a:pt x="23" y="178"/>
                    </a:cubicBezTo>
                    <a:cubicBezTo>
                      <a:pt x="40" y="178"/>
                      <a:pt x="40" y="178"/>
                      <a:pt x="40" y="178"/>
                    </a:cubicBezTo>
                    <a:cubicBezTo>
                      <a:pt x="40" y="82"/>
                      <a:pt x="40" y="82"/>
                      <a:pt x="40" y="82"/>
                    </a:cubicBezTo>
                    <a:cubicBezTo>
                      <a:pt x="47" y="78"/>
                      <a:pt x="53" y="68"/>
                      <a:pt x="57" y="62"/>
                    </a:cubicBezTo>
                    <a:cubicBezTo>
                      <a:pt x="60" y="56"/>
                      <a:pt x="62" y="51"/>
                      <a:pt x="61" y="43"/>
                    </a:cubicBezTo>
                    <a:cubicBezTo>
                      <a:pt x="60" y="36"/>
                      <a:pt x="57" y="29"/>
                      <a:pt x="55" y="21"/>
                    </a:cubicBezTo>
                    <a:cubicBezTo>
                      <a:pt x="53" y="16"/>
                      <a:pt x="49" y="2"/>
                      <a:pt x="41" y="1"/>
                    </a:cubicBezTo>
                    <a:cubicBezTo>
                      <a:pt x="46" y="42"/>
                      <a:pt x="46" y="42"/>
                      <a:pt x="46" y="42"/>
                    </a:cubicBezTo>
                    <a:cubicBezTo>
                      <a:pt x="40" y="42"/>
                      <a:pt x="40" y="42"/>
                      <a:pt x="40" y="42"/>
                    </a:cubicBezTo>
                    <a:cubicBezTo>
                      <a:pt x="36" y="0"/>
                      <a:pt x="36" y="0"/>
                      <a:pt x="36" y="0"/>
                    </a:cubicBezTo>
                    <a:cubicBezTo>
                      <a:pt x="31" y="0"/>
                      <a:pt x="31" y="0"/>
                      <a:pt x="31" y="0"/>
                    </a:cubicBezTo>
                    <a:cubicBezTo>
                      <a:pt x="27" y="0"/>
                      <a:pt x="27" y="0"/>
                      <a:pt x="27" y="0"/>
                    </a:cubicBezTo>
                    <a:cubicBezTo>
                      <a:pt x="22" y="42"/>
                      <a:pt x="22" y="42"/>
                      <a:pt x="22" y="42"/>
                    </a:cubicBezTo>
                    <a:cubicBezTo>
                      <a:pt x="17" y="42"/>
                      <a:pt x="17" y="42"/>
                      <a:pt x="17" y="42"/>
                    </a:cubicBezTo>
                    <a:cubicBezTo>
                      <a:pt x="21" y="1"/>
                      <a:pt x="21" y="1"/>
                      <a:pt x="21" y="1"/>
                    </a:cubicBezTo>
                    <a:cubicBezTo>
                      <a:pt x="14" y="2"/>
                      <a:pt x="10" y="16"/>
                      <a:pt x="8"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4" name="Freeform 153"/>
              <p:cNvSpPr>
                <a:spLocks/>
              </p:cNvSpPr>
              <p:nvPr/>
            </p:nvSpPr>
            <p:spPr bwMode="auto">
              <a:xfrm>
                <a:off x="-892175" y="2151062"/>
                <a:ext cx="244475" cy="679450"/>
              </a:xfrm>
              <a:custGeom>
                <a:avLst/>
                <a:gdLst>
                  <a:gd name="T0" fmla="*/ 41 w 65"/>
                  <a:gd name="T1" fmla="*/ 181 h 181"/>
                  <a:gd name="T2" fmla="*/ 41 w 65"/>
                  <a:gd name="T3" fmla="*/ 86 h 181"/>
                  <a:gd name="T4" fmla="*/ 65 w 65"/>
                  <a:gd name="T5" fmla="*/ 48 h 181"/>
                  <a:gd name="T6" fmla="*/ 33 w 65"/>
                  <a:gd name="T7" fmla="*/ 0 h 181"/>
                  <a:gd name="T8" fmla="*/ 0 w 65"/>
                  <a:gd name="T9" fmla="*/ 48 h 181"/>
                  <a:gd name="T10" fmla="*/ 24 w 65"/>
                  <a:gd name="T11" fmla="*/ 86 h 181"/>
                  <a:gd name="T12" fmla="*/ 24 w 65"/>
                  <a:gd name="T13" fmla="*/ 181 h 181"/>
                  <a:gd name="T14" fmla="*/ 41 w 65"/>
                  <a:gd name="T15" fmla="*/ 181 h 1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81">
                    <a:moveTo>
                      <a:pt x="41" y="181"/>
                    </a:moveTo>
                    <a:cubicBezTo>
                      <a:pt x="41" y="86"/>
                      <a:pt x="41" y="86"/>
                      <a:pt x="41" y="86"/>
                    </a:cubicBezTo>
                    <a:cubicBezTo>
                      <a:pt x="55" y="82"/>
                      <a:pt x="65" y="66"/>
                      <a:pt x="65" y="48"/>
                    </a:cubicBezTo>
                    <a:cubicBezTo>
                      <a:pt x="65" y="26"/>
                      <a:pt x="51" y="0"/>
                      <a:pt x="33" y="0"/>
                    </a:cubicBezTo>
                    <a:cubicBezTo>
                      <a:pt x="15" y="0"/>
                      <a:pt x="0" y="26"/>
                      <a:pt x="0" y="48"/>
                    </a:cubicBezTo>
                    <a:cubicBezTo>
                      <a:pt x="0" y="66"/>
                      <a:pt x="10" y="82"/>
                      <a:pt x="24" y="86"/>
                    </a:cubicBezTo>
                    <a:cubicBezTo>
                      <a:pt x="24" y="181"/>
                      <a:pt x="24" y="181"/>
                      <a:pt x="24" y="181"/>
                    </a:cubicBezTo>
                    <a:lnTo>
                      <a:pt x="41"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5" name="Freeform 154"/>
              <p:cNvSpPr>
                <a:spLocks noEditPoints="1"/>
              </p:cNvSpPr>
              <p:nvPr/>
            </p:nvSpPr>
            <p:spPr bwMode="auto">
              <a:xfrm>
                <a:off x="-3724275" y="806450"/>
                <a:ext cx="581025" cy="147638"/>
              </a:xfrm>
              <a:custGeom>
                <a:avLst/>
                <a:gdLst>
                  <a:gd name="T0" fmla="*/ 182 w 366"/>
                  <a:gd name="T1" fmla="*/ 76 h 93"/>
                  <a:gd name="T2" fmla="*/ 314 w 366"/>
                  <a:gd name="T3" fmla="*/ 76 h 93"/>
                  <a:gd name="T4" fmla="*/ 324 w 366"/>
                  <a:gd name="T5" fmla="*/ 93 h 93"/>
                  <a:gd name="T6" fmla="*/ 366 w 366"/>
                  <a:gd name="T7" fmla="*/ 93 h 93"/>
                  <a:gd name="T8" fmla="*/ 298 w 366"/>
                  <a:gd name="T9" fmla="*/ 0 h 93"/>
                  <a:gd name="T10" fmla="*/ 255 w 366"/>
                  <a:gd name="T11" fmla="*/ 0 h 93"/>
                  <a:gd name="T12" fmla="*/ 265 w 366"/>
                  <a:gd name="T13" fmla="*/ 12 h 93"/>
                  <a:gd name="T14" fmla="*/ 182 w 366"/>
                  <a:gd name="T15" fmla="*/ 12 h 93"/>
                  <a:gd name="T16" fmla="*/ 182 w 366"/>
                  <a:gd name="T17" fmla="*/ 36 h 93"/>
                  <a:gd name="T18" fmla="*/ 284 w 366"/>
                  <a:gd name="T19" fmla="*/ 36 h 93"/>
                  <a:gd name="T20" fmla="*/ 295 w 366"/>
                  <a:gd name="T21" fmla="*/ 52 h 93"/>
                  <a:gd name="T22" fmla="*/ 182 w 366"/>
                  <a:gd name="T23" fmla="*/ 52 h 93"/>
                  <a:gd name="T24" fmla="*/ 182 w 366"/>
                  <a:gd name="T25" fmla="*/ 76 h 93"/>
                  <a:gd name="T26" fmla="*/ 52 w 366"/>
                  <a:gd name="T27" fmla="*/ 76 h 93"/>
                  <a:gd name="T28" fmla="*/ 182 w 366"/>
                  <a:gd name="T29" fmla="*/ 76 h 93"/>
                  <a:gd name="T30" fmla="*/ 182 w 366"/>
                  <a:gd name="T31" fmla="*/ 52 h 93"/>
                  <a:gd name="T32" fmla="*/ 71 w 366"/>
                  <a:gd name="T33" fmla="*/ 52 h 93"/>
                  <a:gd name="T34" fmla="*/ 82 w 366"/>
                  <a:gd name="T35" fmla="*/ 36 h 93"/>
                  <a:gd name="T36" fmla="*/ 82 w 366"/>
                  <a:gd name="T37" fmla="*/ 36 h 93"/>
                  <a:gd name="T38" fmla="*/ 182 w 366"/>
                  <a:gd name="T39" fmla="*/ 36 h 93"/>
                  <a:gd name="T40" fmla="*/ 182 w 366"/>
                  <a:gd name="T41" fmla="*/ 12 h 93"/>
                  <a:gd name="T42" fmla="*/ 101 w 366"/>
                  <a:gd name="T43" fmla="*/ 12 h 93"/>
                  <a:gd name="T44" fmla="*/ 111 w 366"/>
                  <a:gd name="T45" fmla="*/ 0 h 93"/>
                  <a:gd name="T46" fmla="*/ 68 w 366"/>
                  <a:gd name="T47" fmla="*/ 0 h 93"/>
                  <a:gd name="T48" fmla="*/ 0 w 366"/>
                  <a:gd name="T49" fmla="*/ 93 h 93"/>
                  <a:gd name="T50" fmla="*/ 42 w 366"/>
                  <a:gd name="T51" fmla="*/ 93 h 93"/>
                  <a:gd name="T52" fmla="*/ 52 w 366"/>
                  <a:gd name="T53" fmla="*/ 7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6" h="93">
                    <a:moveTo>
                      <a:pt x="182" y="76"/>
                    </a:moveTo>
                    <a:lnTo>
                      <a:pt x="314" y="76"/>
                    </a:lnTo>
                    <a:lnTo>
                      <a:pt x="324" y="93"/>
                    </a:lnTo>
                    <a:lnTo>
                      <a:pt x="366" y="93"/>
                    </a:lnTo>
                    <a:lnTo>
                      <a:pt x="298" y="0"/>
                    </a:lnTo>
                    <a:lnTo>
                      <a:pt x="255" y="0"/>
                    </a:lnTo>
                    <a:lnTo>
                      <a:pt x="265" y="12"/>
                    </a:lnTo>
                    <a:lnTo>
                      <a:pt x="182" y="12"/>
                    </a:lnTo>
                    <a:lnTo>
                      <a:pt x="182" y="36"/>
                    </a:lnTo>
                    <a:lnTo>
                      <a:pt x="284" y="36"/>
                    </a:lnTo>
                    <a:lnTo>
                      <a:pt x="295" y="52"/>
                    </a:lnTo>
                    <a:lnTo>
                      <a:pt x="182" y="52"/>
                    </a:lnTo>
                    <a:lnTo>
                      <a:pt x="182" y="76"/>
                    </a:lnTo>
                    <a:close/>
                    <a:moveTo>
                      <a:pt x="52" y="76"/>
                    </a:moveTo>
                    <a:lnTo>
                      <a:pt x="182" y="76"/>
                    </a:lnTo>
                    <a:lnTo>
                      <a:pt x="182" y="52"/>
                    </a:lnTo>
                    <a:lnTo>
                      <a:pt x="71" y="52"/>
                    </a:lnTo>
                    <a:lnTo>
                      <a:pt x="82" y="36"/>
                    </a:lnTo>
                    <a:lnTo>
                      <a:pt x="82" y="36"/>
                    </a:lnTo>
                    <a:lnTo>
                      <a:pt x="182" y="36"/>
                    </a:lnTo>
                    <a:lnTo>
                      <a:pt x="182" y="12"/>
                    </a:lnTo>
                    <a:lnTo>
                      <a:pt x="101" y="12"/>
                    </a:lnTo>
                    <a:lnTo>
                      <a:pt x="111" y="0"/>
                    </a:lnTo>
                    <a:lnTo>
                      <a:pt x="68" y="0"/>
                    </a:lnTo>
                    <a:lnTo>
                      <a:pt x="0" y="93"/>
                    </a:lnTo>
                    <a:lnTo>
                      <a:pt x="42" y="93"/>
                    </a:lnTo>
                    <a:lnTo>
                      <a:pt x="52"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6" name="Freeform 155"/>
              <p:cNvSpPr>
                <a:spLocks noEditPoints="1"/>
              </p:cNvSpPr>
              <p:nvPr/>
            </p:nvSpPr>
            <p:spPr bwMode="auto">
              <a:xfrm>
                <a:off x="-3694113" y="239712"/>
                <a:ext cx="533400" cy="549275"/>
              </a:xfrm>
              <a:custGeom>
                <a:avLst/>
                <a:gdLst>
                  <a:gd name="T0" fmla="*/ 281 w 336"/>
                  <a:gd name="T1" fmla="*/ 0 h 346"/>
                  <a:gd name="T2" fmla="*/ 310 w 336"/>
                  <a:gd name="T3" fmla="*/ 73 h 346"/>
                  <a:gd name="T4" fmla="*/ 310 w 336"/>
                  <a:gd name="T5" fmla="*/ 241 h 346"/>
                  <a:gd name="T6" fmla="*/ 281 w 336"/>
                  <a:gd name="T7" fmla="*/ 275 h 346"/>
                  <a:gd name="T8" fmla="*/ 310 w 336"/>
                  <a:gd name="T9" fmla="*/ 305 h 346"/>
                  <a:gd name="T10" fmla="*/ 281 w 336"/>
                  <a:gd name="T11" fmla="*/ 305 h 346"/>
                  <a:gd name="T12" fmla="*/ 336 w 336"/>
                  <a:gd name="T13" fmla="*/ 346 h 346"/>
                  <a:gd name="T14" fmla="*/ 336 w 336"/>
                  <a:gd name="T15" fmla="*/ 0 h 346"/>
                  <a:gd name="T16" fmla="*/ 168 w 336"/>
                  <a:gd name="T17" fmla="*/ 0 h 346"/>
                  <a:gd name="T18" fmla="*/ 267 w 336"/>
                  <a:gd name="T19" fmla="*/ 24 h 346"/>
                  <a:gd name="T20" fmla="*/ 168 w 336"/>
                  <a:gd name="T21" fmla="*/ 45 h 346"/>
                  <a:gd name="T22" fmla="*/ 281 w 336"/>
                  <a:gd name="T23" fmla="*/ 73 h 346"/>
                  <a:gd name="T24" fmla="*/ 281 w 336"/>
                  <a:gd name="T25" fmla="*/ 0 h 346"/>
                  <a:gd name="T26" fmla="*/ 281 w 336"/>
                  <a:gd name="T27" fmla="*/ 346 h 346"/>
                  <a:gd name="T28" fmla="*/ 250 w 336"/>
                  <a:gd name="T29" fmla="*/ 305 h 346"/>
                  <a:gd name="T30" fmla="*/ 281 w 336"/>
                  <a:gd name="T31" fmla="*/ 275 h 346"/>
                  <a:gd name="T32" fmla="*/ 168 w 336"/>
                  <a:gd name="T33" fmla="*/ 241 h 346"/>
                  <a:gd name="T34" fmla="*/ 168 w 336"/>
                  <a:gd name="T35" fmla="*/ 0 h 346"/>
                  <a:gd name="T36" fmla="*/ 56 w 336"/>
                  <a:gd name="T37" fmla="*/ 73 h 346"/>
                  <a:gd name="T38" fmla="*/ 168 w 336"/>
                  <a:gd name="T39" fmla="*/ 45 h 346"/>
                  <a:gd name="T40" fmla="*/ 71 w 336"/>
                  <a:gd name="T41" fmla="*/ 24 h 346"/>
                  <a:gd name="T42" fmla="*/ 168 w 336"/>
                  <a:gd name="T43" fmla="*/ 24 h 346"/>
                  <a:gd name="T44" fmla="*/ 168 w 336"/>
                  <a:gd name="T45" fmla="*/ 0 h 346"/>
                  <a:gd name="T46" fmla="*/ 168 w 336"/>
                  <a:gd name="T47" fmla="*/ 346 h 346"/>
                  <a:gd name="T48" fmla="*/ 56 w 336"/>
                  <a:gd name="T49" fmla="*/ 241 h 346"/>
                  <a:gd name="T50" fmla="*/ 85 w 336"/>
                  <a:gd name="T51" fmla="*/ 275 h 346"/>
                  <a:gd name="T52" fmla="*/ 85 w 336"/>
                  <a:gd name="T53" fmla="*/ 305 h 346"/>
                  <a:gd name="T54" fmla="*/ 56 w 336"/>
                  <a:gd name="T55" fmla="*/ 346 h 346"/>
                  <a:gd name="T56" fmla="*/ 0 w 336"/>
                  <a:gd name="T57" fmla="*/ 0 h 346"/>
                  <a:gd name="T58" fmla="*/ 56 w 336"/>
                  <a:gd name="T59" fmla="*/ 346 h 346"/>
                  <a:gd name="T60" fmla="*/ 26 w 336"/>
                  <a:gd name="T61" fmla="*/ 305 h 346"/>
                  <a:gd name="T62" fmla="*/ 56 w 336"/>
                  <a:gd name="T63" fmla="*/ 275 h 346"/>
                  <a:gd name="T64" fmla="*/ 26 w 336"/>
                  <a:gd name="T65" fmla="*/ 241 h 346"/>
                  <a:gd name="T66" fmla="*/ 56 w 336"/>
                  <a:gd name="T67" fmla="*/ 73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6" h="346">
                    <a:moveTo>
                      <a:pt x="336" y="0"/>
                    </a:moveTo>
                    <a:lnTo>
                      <a:pt x="281" y="0"/>
                    </a:lnTo>
                    <a:lnTo>
                      <a:pt x="281" y="73"/>
                    </a:lnTo>
                    <a:lnTo>
                      <a:pt x="310" y="73"/>
                    </a:lnTo>
                    <a:lnTo>
                      <a:pt x="310" y="241"/>
                    </a:lnTo>
                    <a:lnTo>
                      <a:pt x="310" y="241"/>
                    </a:lnTo>
                    <a:lnTo>
                      <a:pt x="281" y="241"/>
                    </a:lnTo>
                    <a:lnTo>
                      <a:pt x="281" y="275"/>
                    </a:lnTo>
                    <a:lnTo>
                      <a:pt x="310" y="275"/>
                    </a:lnTo>
                    <a:lnTo>
                      <a:pt x="310" y="305"/>
                    </a:lnTo>
                    <a:lnTo>
                      <a:pt x="310" y="305"/>
                    </a:lnTo>
                    <a:lnTo>
                      <a:pt x="281" y="305"/>
                    </a:lnTo>
                    <a:lnTo>
                      <a:pt x="281" y="346"/>
                    </a:lnTo>
                    <a:lnTo>
                      <a:pt x="336" y="346"/>
                    </a:lnTo>
                    <a:lnTo>
                      <a:pt x="336" y="0"/>
                    </a:lnTo>
                    <a:lnTo>
                      <a:pt x="336" y="0"/>
                    </a:lnTo>
                    <a:close/>
                    <a:moveTo>
                      <a:pt x="281" y="0"/>
                    </a:moveTo>
                    <a:lnTo>
                      <a:pt x="168" y="0"/>
                    </a:lnTo>
                    <a:lnTo>
                      <a:pt x="168" y="24"/>
                    </a:lnTo>
                    <a:lnTo>
                      <a:pt x="267" y="24"/>
                    </a:lnTo>
                    <a:lnTo>
                      <a:pt x="267" y="45"/>
                    </a:lnTo>
                    <a:lnTo>
                      <a:pt x="168" y="45"/>
                    </a:lnTo>
                    <a:lnTo>
                      <a:pt x="168" y="73"/>
                    </a:lnTo>
                    <a:lnTo>
                      <a:pt x="281" y="73"/>
                    </a:lnTo>
                    <a:lnTo>
                      <a:pt x="281" y="0"/>
                    </a:lnTo>
                    <a:lnTo>
                      <a:pt x="281" y="0"/>
                    </a:lnTo>
                    <a:close/>
                    <a:moveTo>
                      <a:pt x="168" y="346"/>
                    </a:moveTo>
                    <a:lnTo>
                      <a:pt x="281" y="346"/>
                    </a:lnTo>
                    <a:lnTo>
                      <a:pt x="281" y="305"/>
                    </a:lnTo>
                    <a:lnTo>
                      <a:pt x="250" y="305"/>
                    </a:lnTo>
                    <a:lnTo>
                      <a:pt x="250" y="275"/>
                    </a:lnTo>
                    <a:lnTo>
                      <a:pt x="281" y="275"/>
                    </a:lnTo>
                    <a:lnTo>
                      <a:pt x="281" y="241"/>
                    </a:lnTo>
                    <a:lnTo>
                      <a:pt x="168" y="241"/>
                    </a:lnTo>
                    <a:lnTo>
                      <a:pt x="168" y="346"/>
                    </a:lnTo>
                    <a:close/>
                    <a:moveTo>
                      <a:pt x="168" y="0"/>
                    </a:moveTo>
                    <a:lnTo>
                      <a:pt x="56" y="0"/>
                    </a:lnTo>
                    <a:lnTo>
                      <a:pt x="56" y="73"/>
                    </a:lnTo>
                    <a:lnTo>
                      <a:pt x="168" y="73"/>
                    </a:lnTo>
                    <a:lnTo>
                      <a:pt x="168" y="45"/>
                    </a:lnTo>
                    <a:lnTo>
                      <a:pt x="71" y="45"/>
                    </a:lnTo>
                    <a:lnTo>
                      <a:pt x="71" y="24"/>
                    </a:lnTo>
                    <a:lnTo>
                      <a:pt x="71" y="24"/>
                    </a:lnTo>
                    <a:lnTo>
                      <a:pt x="168" y="24"/>
                    </a:lnTo>
                    <a:lnTo>
                      <a:pt x="168" y="0"/>
                    </a:lnTo>
                    <a:lnTo>
                      <a:pt x="168" y="0"/>
                    </a:lnTo>
                    <a:close/>
                    <a:moveTo>
                      <a:pt x="56" y="346"/>
                    </a:moveTo>
                    <a:lnTo>
                      <a:pt x="168" y="346"/>
                    </a:lnTo>
                    <a:lnTo>
                      <a:pt x="168" y="241"/>
                    </a:lnTo>
                    <a:lnTo>
                      <a:pt x="56" y="241"/>
                    </a:lnTo>
                    <a:lnTo>
                      <a:pt x="56" y="275"/>
                    </a:lnTo>
                    <a:lnTo>
                      <a:pt x="85" y="275"/>
                    </a:lnTo>
                    <a:lnTo>
                      <a:pt x="85" y="305"/>
                    </a:lnTo>
                    <a:lnTo>
                      <a:pt x="85" y="305"/>
                    </a:lnTo>
                    <a:lnTo>
                      <a:pt x="56" y="305"/>
                    </a:lnTo>
                    <a:lnTo>
                      <a:pt x="56" y="346"/>
                    </a:lnTo>
                    <a:close/>
                    <a:moveTo>
                      <a:pt x="56" y="0"/>
                    </a:moveTo>
                    <a:lnTo>
                      <a:pt x="0" y="0"/>
                    </a:lnTo>
                    <a:lnTo>
                      <a:pt x="0" y="346"/>
                    </a:lnTo>
                    <a:lnTo>
                      <a:pt x="56" y="346"/>
                    </a:lnTo>
                    <a:lnTo>
                      <a:pt x="56" y="305"/>
                    </a:lnTo>
                    <a:lnTo>
                      <a:pt x="26" y="305"/>
                    </a:lnTo>
                    <a:lnTo>
                      <a:pt x="26" y="275"/>
                    </a:lnTo>
                    <a:lnTo>
                      <a:pt x="56" y="275"/>
                    </a:lnTo>
                    <a:lnTo>
                      <a:pt x="56" y="241"/>
                    </a:lnTo>
                    <a:lnTo>
                      <a:pt x="26" y="241"/>
                    </a:lnTo>
                    <a:lnTo>
                      <a:pt x="26" y="73"/>
                    </a:lnTo>
                    <a:lnTo>
                      <a:pt x="56" y="73"/>
                    </a:lnTo>
                    <a:lnTo>
                      <a:pt x="5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7" name="Rectangle 156"/>
              <p:cNvSpPr>
                <a:spLocks noChangeArrowheads="1"/>
              </p:cNvSpPr>
              <p:nvPr/>
            </p:nvSpPr>
            <p:spPr bwMode="auto">
              <a:xfrm>
                <a:off x="-2574925" y="4899025"/>
                <a:ext cx="558800" cy="650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8" name="Freeform 157"/>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close/>
                    <a:moveTo>
                      <a:pt x="0" y="142"/>
                    </a:moveTo>
                    <a:lnTo>
                      <a:pt x="298" y="142"/>
                    </a:lnTo>
                    <a:lnTo>
                      <a:pt x="298" y="121"/>
                    </a:lnTo>
                    <a:lnTo>
                      <a:pt x="272" y="95"/>
                    </a:lnTo>
                    <a:lnTo>
                      <a:pt x="298" y="69"/>
                    </a:lnTo>
                    <a:lnTo>
                      <a:pt x="298" y="0"/>
                    </a:lnTo>
                    <a:lnTo>
                      <a:pt x="0" y="0"/>
                    </a:lnTo>
                    <a:lnTo>
                      <a:pt x="0" y="142"/>
                    </a:lnTo>
                    <a:lnTo>
                      <a:pt x="0" y="142"/>
                    </a:lnTo>
                    <a:close/>
                    <a:moveTo>
                      <a:pt x="298" y="69"/>
                    </a:moveTo>
                    <a:lnTo>
                      <a:pt x="298"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29" name="Freeform 158"/>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moveTo>
                      <a:pt x="0" y="142"/>
                    </a:moveTo>
                    <a:lnTo>
                      <a:pt x="298" y="142"/>
                    </a:lnTo>
                    <a:lnTo>
                      <a:pt x="298" y="121"/>
                    </a:lnTo>
                    <a:lnTo>
                      <a:pt x="272" y="95"/>
                    </a:lnTo>
                    <a:lnTo>
                      <a:pt x="298" y="69"/>
                    </a:lnTo>
                    <a:lnTo>
                      <a:pt x="298" y="0"/>
                    </a:lnTo>
                    <a:lnTo>
                      <a:pt x="0" y="0"/>
                    </a:lnTo>
                    <a:lnTo>
                      <a:pt x="0" y="142"/>
                    </a:lnTo>
                    <a:lnTo>
                      <a:pt x="0" y="142"/>
                    </a:lnTo>
                    <a:moveTo>
                      <a:pt x="298" y="69"/>
                    </a:moveTo>
                    <a:lnTo>
                      <a:pt x="298" y="6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0" name="Freeform 159"/>
              <p:cNvSpPr>
                <a:spLocks noEditPoints="1"/>
              </p:cNvSpPr>
              <p:nvPr/>
            </p:nvSpPr>
            <p:spPr bwMode="auto">
              <a:xfrm>
                <a:off x="-3187700" y="7847013"/>
                <a:ext cx="525463" cy="327025"/>
              </a:xfrm>
              <a:custGeom>
                <a:avLst/>
                <a:gdLst>
                  <a:gd name="T0" fmla="*/ 260 w 331"/>
                  <a:gd name="T1" fmla="*/ 206 h 206"/>
                  <a:gd name="T2" fmla="*/ 331 w 331"/>
                  <a:gd name="T3" fmla="*/ 206 h 206"/>
                  <a:gd name="T4" fmla="*/ 331 w 331"/>
                  <a:gd name="T5" fmla="*/ 114 h 206"/>
                  <a:gd name="T6" fmla="*/ 291 w 331"/>
                  <a:gd name="T7" fmla="*/ 114 h 206"/>
                  <a:gd name="T8" fmla="*/ 291 w 331"/>
                  <a:gd name="T9" fmla="*/ 0 h 206"/>
                  <a:gd name="T10" fmla="*/ 260 w 331"/>
                  <a:gd name="T11" fmla="*/ 0 h 206"/>
                  <a:gd name="T12" fmla="*/ 260 w 331"/>
                  <a:gd name="T13" fmla="*/ 144 h 206"/>
                  <a:gd name="T14" fmla="*/ 289 w 331"/>
                  <a:gd name="T15" fmla="*/ 144 h 206"/>
                  <a:gd name="T16" fmla="*/ 289 w 331"/>
                  <a:gd name="T17" fmla="*/ 185 h 206"/>
                  <a:gd name="T18" fmla="*/ 289 w 331"/>
                  <a:gd name="T19" fmla="*/ 185 h 206"/>
                  <a:gd name="T20" fmla="*/ 260 w 331"/>
                  <a:gd name="T21" fmla="*/ 185 h 206"/>
                  <a:gd name="T22" fmla="*/ 260 w 331"/>
                  <a:gd name="T23" fmla="*/ 206 h 206"/>
                  <a:gd name="T24" fmla="*/ 215 w 331"/>
                  <a:gd name="T25" fmla="*/ 0 h 206"/>
                  <a:gd name="T26" fmla="*/ 215 w 331"/>
                  <a:gd name="T27" fmla="*/ 114 h 206"/>
                  <a:gd name="T28" fmla="*/ 166 w 331"/>
                  <a:gd name="T29" fmla="*/ 114 h 206"/>
                  <a:gd name="T30" fmla="*/ 166 w 331"/>
                  <a:gd name="T31" fmla="*/ 144 h 206"/>
                  <a:gd name="T32" fmla="*/ 194 w 331"/>
                  <a:gd name="T33" fmla="*/ 144 h 206"/>
                  <a:gd name="T34" fmla="*/ 194 w 331"/>
                  <a:gd name="T35" fmla="*/ 185 h 206"/>
                  <a:gd name="T36" fmla="*/ 194 w 331"/>
                  <a:gd name="T37" fmla="*/ 185 h 206"/>
                  <a:gd name="T38" fmla="*/ 166 w 331"/>
                  <a:gd name="T39" fmla="*/ 185 h 206"/>
                  <a:gd name="T40" fmla="*/ 166 w 331"/>
                  <a:gd name="T41" fmla="*/ 206 h 206"/>
                  <a:gd name="T42" fmla="*/ 260 w 331"/>
                  <a:gd name="T43" fmla="*/ 206 h 206"/>
                  <a:gd name="T44" fmla="*/ 260 w 331"/>
                  <a:gd name="T45" fmla="*/ 185 h 206"/>
                  <a:gd name="T46" fmla="*/ 232 w 331"/>
                  <a:gd name="T47" fmla="*/ 185 h 206"/>
                  <a:gd name="T48" fmla="*/ 232 w 331"/>
                  <a:gd name="T49" fmla="*/ 144 h 206"/>
                  <a:gd name="T50" fmla="*/ 260 w 331"/>
                  <a:gd name="T51" fmla="*/ 144 h 206"/>
                  <a:gd name="T52" fmla="*/ 260 w 331"/>
                  <a:gd name="T53" fmla="*/ 0 h 206"/>
                  <a:gd name="T54" fmla="*/ 215 w 331"/>
                  <a:gd name="T55" fmla="*/ 0 h 206"/>
                  <a:gd name="T56" fmla="*/ 166 w 331"/>
                  <a:gd name="T57" fmla="*/ 114 h 206"/>
                  <a:gd name="T58" fmla="*/ 71 w 331"/>
                  <a:gd name="T59" fmla="*/ 114 h 206"/>
                  <a:gd name="T60" fmla="*/ 71 w 331"/>
                  <a:gd name="T61" fmla="*/ 144 h 206"/>
                  <a:gd name="T62" fmla="*/ 99 w 331"/>
                  <a:gd name="T63" fmla="*/ 144 h 206"/>
                  <a:gd name="T64" fmla="*/ 99 w 331"/>
                  <a:gd name="T65" fmla="*/ 185 h 206"/>
                  <a:gd name="T66" fmla="*/ 99 w 331"/>
                  <a:gd name="T67" fmla="*/ 185 h 206"/>
                  <a:gd name="T68" fmla="*/ 71 w 331"/>
                  <a:gd name="T69" fmla="*/ 185 h 206"/>
                  <a:gd name="T70" fmla="*/ 71 w 331"/>
                  <a:gd name="T71" fmla="*/ 206 h 206"/>
                  <a:gd name="T72" fmla="*/ 166 w 331"/>
                  <a:gd name="T73" fmla="*/ 206 h 206"/>
                  <a:gd name="T74" fmla="*/ 166 w 331"/>
                  <a:gd name="T75" fmla="*/ 185 h 206"/>
                  <a:gd name="T76" fmla="*/ 137 w 331"/>
                  <a:gd name="T77" fmla="*/ 185 h 206"/>
                  <a:gd name="T78" fmla="*/ 137 w 331"/>
                  <a:gd name="T79" fmla="*/ 144 h 206"/>
                  <a:gd name="T80" fmla="*/ 166 w 331"/>
                  <a:gd name="T81" fmla="*/ 144 h 206"/>
                  <a:gd name="T82" fmla="*/ 166 w 331"/>
                  <a:gd name="T83" fmla="*/ 114 h 206"/>
                  <a:gd name="T84" fmla="*/ 71 w 331"/>
                  <a:gd name="T85" fmla="*/ 114 h 206"/>
                  <a:gd name="T86" fmla="*/ 0 w 331"/>
                  <a:gd name="T87" fmla="*/ 114 h 206"/>
                  <a:gd name="T88" fmla="*/ 0 w 331"/>
                  <a:gd name="T89" fmla="*/ 206 h 206"/>
                  <a:gd name="T90" fmla="*/ 71 w 331"/>
                  <a:gd name="T91" fmla="*/ 206 h 206"/>
                  <a:gd name="T92" fmla="*/ 71 w 331"/>
                  <a:gd name="T93" fmla="*/ 185 h 206"/>
                  <a:gd name="T94" fmla="*/ 43 w 331"/>
                  <a:gd name="T95" fmla="*/ 185 h 206"/>
                  <a:gd name="T96" fmla="*/ 43 w 331"/>
                  <a:gd name="T97" fmla="*/ 144 h 206"/>
                  <a:gd name="T98" fmla="*/ 71 w 331"/>
                  <a:gd name="T99" fmla="*/ 144 h 206"/>
                  <a:gd name="T100" fmla="*/ 71 w 331"/>
                  <a:gd name="T101" fmla="*/ 11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1" h="206">
                    <a:moveTo>
                      <a:pt x="260" y="206"/>
                    </a:moveTo>
                    <a:lnTo>
                      <a:pt x="331" y="206"/>
                    </a:lnTo>
                    <a:lnTo>
                      <a:pt x="331" y="114"/>
                    </a:lnTo>
                    <a:lnTo>
                      <a:pt x="291" y="114"/>
                    </a:lnTo>
                    <a:lnTo>
                      <a:pt x="291" y="0"/>
                    </a:lnTo>
                    <a:lnTo>
                      <a:pt x="260" y="0"/>
                    </a:lnTo>
                    <a:lnTo>
                      <a:pt x="260" y="144"/>
                    </a:lnTo>
                    <a:lnTo>
                      <a:pt x="289" y="144"/>
                    </a:lnTo>
                    <a:lnTo>
                      <a:pt x="289" y="185"/>
                    </a:lnTo>
                    <a:lnTo>
                      <a:pt x="289" y="185"/>
                    </a:lnTo>
                    <a:lnTo>
                      <a:pt x="260" y="185"/>
                    </a:lnTo>
                    <a:lnTo>
                      <a:pt x="260" y="206"/>
                    </a:lnTo>
                    <a:close/>
                    <a:moveTo>
                      <a:pt x="215" y="0"/>
                    </a:moveTo>
                    <a:lnTo>
                      <a:pt x="215" y="114"/>
                    </a:lnTo>
                    <a:lnTo>
                      <a:pt x="166" y="114"/>
                    </a:lnTo>
                    <a:lnTo>
                      <a:pt x="166" y="144"/>
                    </a:lnTo>
                    <a:lnTo>
                      <a:pt x="194" y="144"/>
                    </a:lnTo>
                    <a:lnTo>
                      <a:pt x="194" y="185"/>
                    </a:lnTo>
                    <a:lnTo>
                      <a:pt x="194" y="185"/>
                    </a:lnTo>
                    <a:lnTo>
                      <a:pt x="166" y="185"/>
                    </a:lnTo>
                    <a:lnTo>
                      <a:pt x="166" y="206"/>
                    </a:lnTo>
                    <a:lnTo>
                      <a:pt x="260" y="206"/>
                    </a:lnTo>
                    <a:lnTo>
                      <a:pt x="260" y="185"/>
                    </a:lnTo>
                    <a:lnTo>
                      <a:pt x="232" y="185"/>
                    </a:lnTo>
                    <a:lnTo>
                      <a:pt x="232" y="144"/>
                    </a:lnTo>
                    <a:lnTo>
                      <a:pt x="260" y="144"/>
                    </a:lnTo>
                    <a:lnTo>
                      <a:pt x="260" y="0"/>
                    </a:lnTo>
                    <a:lnTo>
                      <a:pt x="215" y="0"/>
                    </a:lnTo>
                    <a:close/>
                    <a:moveTo>
                      <a:pt x="166" y="114"/>
                    </a:moveTo>
                    <a:lnTo>
                      <a:pt x="71" y="114"/>
                    </a:lnTo>
                    <a:lnTo>
                      <a:pt x="71" y="144"/>
                    </a:lnTo>
                    <a:lnTo>
                      <a:pt x="99" y="144"/>
                    </a:lnTo>
                    <a:lnTo>
                      <a:pt x="99" y="185"/>
                    </a:lnTo>
                    <a:lnTo>
                      <a:pt x="99" y="185"/>
                    </a:lnTo>
                    <a:lnTo>
                      <a:pt x="71" y="185"/>
                    </a:lnTo>
                    <a:lnTo>
                      <a:pt x="71" y="206"/>
                    </a:lnTo>
                    <a:lnTo>
                      <a:pt x="166" y="206"/>
                    </a:lnTo>
                    <a:lnTo>
                      <a:pt x="166" y="185"/>
                    </a:lnTo>
                    <a:lnTo>
                      <a:pt x="137" y="185"/>
                    </a:lnTo>
                    <a:lnTo>
                      <a:pt x="137" y="144"/>
                    </a:lnTo>
                    <a:lnTo>
                      <a:pt x="166" y="144"/>
                    </a:lnTo>
                    <a:lnTo>
                      <a:pt x="166" y="114"/>
                    </a:lnTo>
                    <a:close/>
                    <a:moveTo>
                      <a:pt x="71" y="114"/>
                    </a:moveTo>
                    <a:lnTo>
                      <a:pt x="0" y="114"/>
                    </a:lnTo>
                    <a:lnTo>
                      <a:pt x="0" y="206"/>
                    </a:lnTo>
                    <a:lnTo>
                      <a:pt x="71" y="206"/>
                    </a:lnTo>
                    <a:lnTo>
                      <a:pt x="71" y="185"/>
                    </a:lnTo>
                    <a:lnTo>
                      <a:pt x="43" y="185"/>
                    </a:lnTo>
                    <a:lnTo>
                      <a:pt x="43" y="144"/>
                    </a:lnTo>
                    <a:lnTo>
                      <a:pt x="71" y="144"/>
                    </a:ln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1" name="Freeform 160"/>
              <p:cNvSpPr>
                <a:spLocks/>
              </p:cNvSpPr>
              <p:nvPr/>
            </p:nvSpPr>
            <p:spPr bwMode="auto">
              <a:xfrm>
                <a:off x="-3311525" y="8193088"/>
                <a:ext cx="709613" cy="228600"/>
              </a:xfrm>
              <a:custGeom>
                <a:avLst/>
                <a:gdLst>
                  <a:gd name="T0" fmla="*/ 431 w 447"/>
                  <a:gd name="T1" fmla="*/ 144 h 144"/>
                  <a:gd name="T2" fmla="*/ 447 w 447"/>
                  <a:gd name="T3" fmla="*/ 0 h 144"/>
                  <a:gd name="T4" fmla="*/ 0 w 447"/>
                  <a:gd name="T5" fmla="*/ 0 h 144"/>
                  <a:gd name="T6" fmla="*/ 50 w 447"/>
                  <a:gd name="T7" fmla="*/ 144 h 144"/>
                  <a:gd name="T8" fmla="*/ 431 w 447"/>
                  <a:gd name="T9" fmla="*/ 144 h 144"/>
                </a:gdLst>
                <a:ahLst/>
                <a:cxnLst>
                  <a:cxn ang="0">
                    <a:pos x="T0" y="T1"/>
                  </a:cxn>
                  <a:cxn ang="0">
                    <a:pos x="T2" y="T3"/>
                  </a:cxn>
                  <a:cxn ang="0">
                    <a:pos x="T4" y="T5"/>
                  </a:cxn>
                  <a:cxn ang="0">
                    <a:pos x="T6" y="T7"/>
                  </a:cxn>
                  <a:cxn ang="0">
                    <a:pos x="T8" y="T9"/>
                  </a:cxn>
                </a:cxnLst>
                <a:rect l="0" t="0" r="r" b="b"/>
                <a:pathLst>
                  <a:path w="447" h="144">
                    <a:moveTo>
                      <a:pt x="431" y="144"/>
                    </a:moveTo>
                    <a:lnTo>
                      <a:pt x="447" y="0"/>
                    </a:lnTo>
                    <a:lnTo>
                      <a:pt x="0" y="0"/>
                    </a:lnTo>
                    <a:lnTo>
                      <a:pt x="50" y="144"/>
                    </a:lnTo>
                    <a:lnTo>
                      <a:pt x="431"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2" name="Oval 161"/>
              <p:cNvSpPr>
                <a:spLocks noChangeArrowheads="1"/>
              </p:cNvSpPr>
              <p:nvPr/>
            </p:nvSpPr>
            <p:spPr bwMode="auto">
              <a:xfrm>
                <a:off x="-4468813" y="1171575"/>
                <a:ext cx="153988" cy="153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3" name="Freeform 162"/>
              <p:cNvSpPr>
                <a:spLocks/>
              </p:cNvSpPr>
              <p:nvPr/>
            </p:nvSpPr>
            <p:spPr bwMode="auto">
              <a:xfrm>
                <a:off x="-4867275" y="1314450"/>
                <a:ext cx="725488" cy="561975"/>
              </a:xfrm>
              <a:custGeom>
                <a:avLst/>
                <a:gdLst>
                  <a:gd name="T0" fmla="*/ 367 w 457"/>
                  <a:gd name="T1" fmla="*/ 73 h 354"/>
                  <a:gd name="T2" fmla="*/ 315 w 457"/>
                  <a:gd name="T3" fmla="*/ 33 h 354"/>
                  <a:gd name="T4" fmla="*/ 230 w 457"/>
                  <a:gd name="T5" fmla="*/ 0 h 354"/>
                  <a:gd name="T6" fmla="*/ 126 w 457"/>
                  <a:gd name="T7" fmla="*/ 0 h 354"/>
                  <a:gd name="T8" fmla="*/ 74 w 457"/>
                  <a:gd name="T9" fmla="*/ 113 h 354"/>
                  <a:gd name="T10" fmla="*/ 62 w 457"/>
                  <a:gd name="T11" fmla="*/ 108 h 354"/>
                  <a:gd name="T12" fmla="*/ 55 w 457"/>
                  <a:gd name="T13" fmla="*/ 120 h 354"/>
                  <a:gd name="T14" fmla="*/ 55 w 457"/>
                  <a:gd name="T15" fmla="*/ 125 h 354"/>
                  <a:gd name="T16" fmla="*/ 52 w 457"/>
                  <a:gd name="T17" fmla="*/ 130 h 354"/>
                  <a:gd name="T18" fmla="*/ 36 w 457"/>
                  <a:gd name="T19" fmla="*/ 125 h 354"/>
                  <a:gd name="T20" fmla="*/ 0 w 457"/>
                  <a:gd name="T21" fmla="*/ 210 h 354"/>
                  <a:gd name="T22" fmla="*/ 83 w 457"/>
                  <a:gd name="T23" fmla="*/ 246 h 354"/>
                  <a:gd name="T24" fmla="*/ 90 w 457"/>
                  <a:gd name="T25" fmla="*/ 250 h 354"/>
                  <a:gd name="T26" fmla="*/ 93 w 457"/>
                  <a:gd name="T27" fmla="*/ 246 h 354"/>
                  <a:gd name="T28" fmla="*/ 128 w 457"/>
                  <a:gd name="T29" fmla="*/ 163 h 354"/>
                  <a:gd name="T30" fmla="*/ 112 w 457"/>
                  <a:gd name="T31" fmla="*/ 156 h 354"/>
                  <a:gd name="T32" fmla="*/ 114 w 457"/>
                  <a:gd name="T33" fmla="*/ 151 h 354"/>
                  <a:gd name="T34" fmla="*/ 116 w 457"/>
                  <a:gd name="T35" fmla="*/ 146 h 354"/>
                  <a:gd name="T36" fmla="*/ 121 w 457"/>
                  <a:gd name="T37" fmla="*/ 134 h 354"/>
                  <a:gd name="T38" fmla="*/ 107 w 457"/>
                  <a:gd name="T39" fmla="*/ 127 h 354"/>
                  <a:gd name="T40" fmla="*/ 147 w 457"/>
                  <a:gd name="T41" fmla="*/ 35 h 354"/>
                  <a:gd name="T42" fmla="*/ 218 w 457"/>
                  <a:gd name="T43" fmla="*/ 35 h 354"/>
                  <a:gd name="T44" fmla="*/ 171 w 457"/>
                  <a:gd name="T45" fmla="*/ 168 h 354"/>
                  <a:gd name="T46" fmla="*/ 159 w 457"/>
                  <a:gd name="T47" fmla="*/ 241 h 354"/>
                  <a:gd name="T48" fmla="*/ 138 w 457"/>
                  <a:gd name="T49" fmla="*/ 243 h 354"/>
                  <a:gd name="T50" fmla="*/ 128 w 457"/>
                  <a:gd name="T51" fmla="*/ 265 h 354"/>
                  <a:gd name="T52" fmla="*/ 123 w 457"/>
                  <a:gd name="T53" fmla="*/ 274 h 354"/>
                  <a:gd name="T54" fmla="*/ 114 w 457"/>
                  <a:gd name="T55" fmla="*/ 269 h 354"/>
                  <a:gd name="T56" fmla="*/ 62 w 457"/>
                  <a:gd name="T57" fmla="*/ 248 h 354"/>
                  <a:gd name="T58" fmla="*/ 52 w 457"/>
                  <a:gd name="T59" fmla="*/ 248 h 354"/>
                  <a:gd name="T60" fmla="*/ 57 w 457"/>
                  <a:gd name="T61" fmla="*/ 295 h 354"/>
                  <a:gd name="T62" fmla="*/ 199 w 457"/>
                  <a:gd name="T63" fmla="*/ 286 h 354"/>
                  <a:gd name="T64" fmla="*/ 213 w 457"/>
                  <a:gd name="T65" fmla="*/ 198 h 354"/>
                  <a:gd name="T66" fmla="*/ 218 w 457"/>
                  <a:gd name="T67" fmla="*/ 201 h 354"/>
                  <a:gd name="T68" fmla="*/ 272 w 457"/>
                  <a:gd name="T69" fmla="*/ 243 h 354"/>
                  <a:gd name="T70" fmla="*/ 280 w 457"/>
                  <a:gd name="T71" fmla="*/ 354 h 354"/>
                  <a:gd name="T72" fmla="*/ 327 w 457"/>
                  <a:gd name="T73" fmla="*/ 352 h 354"/>
                  <a:gd name="T74" fmla="*/ 320 w 457"/>
                  <a:gd name="T75" fmla="*/ 217 h 354"/>
                  <a:gd name="T76" fmla="*/ 251 w 457"/>
                  <a:gd name="T77" fmla="*/ 168 h 354"/>
                  <a:gd name="T78" fmla="*/ 301 w 457"/>
                  <a:gd name="T79" fmla="*/ 66 h 354"/>
                  <a:gd name="T80" fmla="*/ 367 w 457"/>
                  <a:gd name="T81" fmla="*/ 118 h 354"/>
                  <a:gd name="T82" fmla="*/ 457 w 457"/>
                  <a:gd name="T83" fmla="*/ 42 h 354"/>
                  <a:gd name="T84" fmla="*/ 433 w 457"/>
                  <a:gd name="T85" fmla="*/ 14 h 354"/>
                  <a:gd name="T86" fmla="*/ 367 w 457"/>
                  <a:gd name="T87" fmla="*/ 7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7" h="354">
                    <a:moveTo>
                      <a:pt x="367" y="73"/>
                    </a:moveTo>
                    <a:lnTo>
                      <a:pt x="315" y="33"/>
                    </a:lnTo>
                    <a:lnTo>
                      <a:pt x="230" y="0"/>
                    </a:lnTo>
                    <a:lnTo>
                      <a:pt x="126" y="0"/>
                    </a:lnTo>
                    <a:lnTo>
                      <a:pt x="74" y="113"/>
                    </a:lnTo>
                    <a:lnTo>
                      <a:pt x="62" y="108"/>
                    </a:lnTo>
                    <a:lnTo>
                      <a:pt x="55" y="120"/>
                    </a:lnTo>
                    <a:lnTo>
                      <a:pt x="55" y="125"/>
                    </a:lnTo>
                    <a:lnTo>
                      <a:pt x="52" y="130"/>
                    </a:lnTo>
                    <a:lnTo>
                      <a:pt x="36" y="125"/>
                    </a:lnTo>
                    <a:lnTo>
                      <a:pt x="0" y="210"/>
                    </a:lnTo>
                    <a:lnTo>
                      <a:pt x="83" y="246"/>
                    </a:lnTo>
                    <a:lnTo>
                      <a:pt x="90" y="250"/>
                    </a:lnTo>
                    <a:lnTo>
                      <a:pt x="93" y="246"/>
                    </a:lnTo>
                    <a:lnTo>
                      <a:pt x="128" y="163"/>
                    </a:lnTo>
                    <a:lnTo>
                      <a:pt x="112" y="156"/>
                    </a:lnTo>
                    <a:lnTo>
                      <a:pt x="114" y="151"/>
                    </a:lnTo>
                    <a:lnTo>
                      <a:pt x="116" y="146"/>
                    </a:lnTo>
                    <a:lnTo>
                      <a:pt x="121" y="134"/>
                    </a:lnTo>
                    <a:lnTo>
                      <a:pt x="107" y="127"/>
                    </a:lnTo>
                    <a:lnTo>
                      <a:pt x="147" y="35"/>
                    </a:lnTo>
                    <a:lnTo>
                      <a:pt x="218" y="35"/>
                    </a:lnTo>
                    <a:lnTo>
                      <a:pt x="171" y="168"/>
                    </a:lnTo>
                    <a:lnTo>
                      <a:pt x="159" y="241"/>
                    </a:lnTo>
                    <a:lnTo>
                      <a:pt x="138" y="243"/>
                    </a:lnTo>
                    <a:lnTo>
                      <a:pt x="128" y="265"/>
                    </a:lnTo>
                    <a:lnTo>
                      <a:pt x="123" y="274"/>
                    </a:lnTo>
                    <a:lnTo>
                      <a:pt x="114" y="269"/>
                    </a:lnTo>
                    <a:lnTo>
                      <a:pt x="62" y="248"/>
                    </a:lnTo>
                    <a:lnTo>
                      <a:pt x="52" y="248"/>
                    </a:lnTo>
                    <a:lnTo>
                      <a:pt x="57" y="295"/>
                    </a:lnTo>
                    <a:lnTo>
                      <a:pt x="199" y="286"/>
                    </a:lnTo>
                    <a:lnTo>
                      <a:pt x="213" y="198"/>
                    </a:lnTo>
                    <a:lnTo>
                      <a:pt x="218" y="201"/>
                    </a:lnTo>
                    <a:lnTo>
                      <a:pt x="272" y="243"/>
                    </a:lnTo>
                    <a:lnTo>
                      <a:pt x="280" y="354"/>
                    </a:lnTo>
                    <a:lnTo>
                      <a:pt x="327" y="352"/>
                    </a:lnTo>
                    <a:lnTo>
                      <a:pt x="320" y="217"/>
                    </a:lnTo>
                    <a:lnTo>
                      <a:pt x="251" y="168"/>
                    </a:lnTo>
                    <a:lnTo>
                      <a:pt x="301" y="66"/>
                    </a:lnTo>
                    <a:lnTo>
                      <a:pt x="367" y="118"/>
                    </a:lnTo>
                    <a:lnTo>
                      <a:pt x="457" y="42"/>
                    </a:lnTo>
                    <a:lnTo>
                      <a:pt x="433" y="14"/>
                    </a:lnTo>
                    <a:lnTo>
                      <a:pt x="367"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4" name="Freeform 163"/>
              <p:cNvSpPr>
                <a:spLocks/>
              </p:cNvSpPr>
              <p:nvPr/>
            </p:nvSpPr>
            <p:spPr bwMode="auto">
              <a:xfrm>
                <a:off x="-4911725" y="1493837"/>
                <a:ext cx="82550" cy="146050"/>
              </a:xfrm>
              <a:custGeom>
                <a:avLst/>
                <a:gdLst>
                  <a:gd name="T0" fmla="*/ 0 w 52"/>
                  <a:gd name="T1" fmla="*/ 88 h 92"/>
                  <a:gd name="T2" fmla="*/ 38 w 52"/>
                  <a:gd name="T3" fmla="*/ 0 h 92"/>
                  <a:gd name="T4" fmla="*/ 52 w 52"/>
                  <a:gd name="T5" fmla="*/ 7 h 92"/>
                  <a:gd name="T6" fmla="*/ 16 w 52"/>
                  <a:gd name="T7" fmla="*/ 92 h 92"/>
                  <a:gd name="T8" fmla="*/ 0 w 52"/>
                  <a:gd name="T9" fmla="*/ 88 h 92"/>
                </a:gdLst>
                <a:ahLst/>
                <a:cxnLst>
                  <a:cxn ang="0">
                    <a:pos x="T0" y="T1"/>
                  </a:cxn>
                  <a:cxn ang="0">
                    <a:pos x="T2" y="T3"/>
                  </a:cxn>
                  <a:cxn ang="0">
                    <a:pos x="T4" y="T5"/>
                  </a:cxn>
                  <a:cxn ang="0">
                    <a:pos x="T6" y="T7"/>
                  </a:cxn>
                  <a:cxn ang="0">
                    <a:pos x="T8" y="T9"/>
                  </a:cxn>
                </a:cxnLst>
                <a:rect l="0" t="0" r="r" b="b"/>
                <a:pathLst>
                  <a:path w="52" h="92">
                    <a:moveTo>
                      <a:pt x="0" y="88"/>
                    </a:moveTo>
                    <a:lnTo>
                      <a:pt x="38" y="0"/>
                    </a:lnTo>
                    <a:lnTo>
                      <a:pt x="52" y="7"/>
                    </a:lnTo>
                    <a:lnTo>
                      <a:pt x="16" y="92"/>
                    </a:ln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5" name="Freeform 164"/>
              <p:cNvSpPr>
                <a:spLocks/>
              </p:cNvSpPr>
              <p:nvPr/>
            </p:nvSpPr>
            <p:spPr bwMode="auto">
              <a:xfrm>
                <a:off x="-4705350" y="1581150"/>
                <a:ext cx="82550" cy="146050"/>
              </a:xfrm>
              <a:custGeom>
                <a:avLst/>
                <a:gdLst>
                  <a:gd name="T0" fmla="*/ 24 w 52"/>
                  <a:gd name="T1" fmla="*/ 75 h 92"/>
                  <a:gd name="T2" fmla="*/ 52 w 52"/>
                  <a:gd name="T3" fmla="*/ 7 h 92"/>
                  <a:gd name="T4" fmla="*/ 38 w 52"/>
                  <a:gd name="T5" fmla="*/ 0 h 92"/>
                  <a:gd name="T6" fmla="*/ 5 w 52"/>
                  <a:gd name="T7" fmla="*/ 78 h 92"/>
                  <a:gd name="T8" fmla="*/ 0 w 52"/>
                  <a:gd name="T9" fmla="*/ 87 h 92"/>
                  <a:gd name="T10" fmla="*/ 17 w 52"/>
                  <a:gd name="T11" fmla="*/ 92 h 92"/>
                  <a:gd name="T12" fmla="*/ 24 w 52"/>
                  <a:gd name="T13" fmla="*/ 75 h 92"/>
                </a:gdLst>
                <a:ahLst/>
                <a:cxnLst>
                  <a:cxn ang="0">
                    <a:pos x="T0" y="T1"/>
                  </a:cxn>
                  <a:cxn ang="0">
                    <a:pos x="T2" y="T3"/>
                  </a:cxn>
                  <a:cxn ang="0">
                    <a:pos x="T4" y="T5"/>
                  </a:cxn>
                  <a:cxn ang="0">
                    <a:pos x="T6" y="T7"/>
                  </a:cxn>
                  <a:cxn ang="0">
                    <a:pos x="T8" y="T9"/>
                  </a:cxn>
                  <a:cxn ang="0">
                    <a:pos x="T10" y="T11"/>
                  </a:cxn>
                  <a:cxn ang="0">
                    <a:pos x="T12" y="T13"/>
                  </a:cxn>
                </a:cxnLst>
                <a:rect l="0" t="0" r="r" b="b"/>
                <a:pathLst>
                  <a:path w="52" h="92">
                    <a:moveTo>
                      <a:pt x="24" y="75"/>
                    </a:moveTo>
                    <a:lnTo>
                      <a:pt x="52" y="7"/>
                    </a:lnTo>
                    <a:lnTo>
                      <a:pt x="38" y="0"/>
                    </a:lnTo>
                    <a:lnTo>
                      <a:pt x="5" y="78"/>
                    </a:lnTo>
                    <a:lnTo>
                      <a:pt x="0" y="87"/>
                    </a:lnTo>
                    <a:lnTo>
                      <a:pt x="17" y="92"/>
                    </a:lnTo>
                    <a:lnTo>
                      <a:pt x="24"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6" name="Freeform 165"/>
              <p:cNvSpPr>
                <a:spLocks noEditPoints="1"/>
              </p:cNvSpPr>
              <p:nvPr/>
            </p:nvSpPr>
            <p:spPr bwMode="auto">
              <a:xfrm>
                <a:off x="-5821363" y="4024312"/>
                <a:ext cx="368300" cy="585788"/>
              </a:xfrm>
              <a:custGeom>
                <a:avLst/>
                <a:gdLst>
                  <a:gd name="T0" fmla="*/ 232 w 232"/>
                  <a:gd name="T1" fmla="*/ 369 h 369"/>
                  <a:gd name="T2" fmla="*/ 206 w 232"/>
                  <a:gd name="T3" fmla="*/ 7 h 369"/>
                  <a:gd name="T4" fmla="*/ 185 w 232"/>
                  <a:gd name="T5" fmla="*/ 0 h 369"/>
                  <a:gd name="T6" fmla="*/ 206 w 232"/>
                  <a:gd name="T7" fmla="*/ 29 h 369"/>
                  <a:gd name="T8" fmla="*/ 206 w 232"/>
                  <a:gd name="T9" fmla="*/ 239 h 369"/>
                  <a:gd name="T10" fmla="*/ 185 w 232"/>
                  <a:gd name="T11" fmla="*/ 265 h 369"/>
                  <a:gd name="T12" fmla="*/ 206 w 232"/>
                  <a:gd name="T13" fmla="*/ 296 h 369"/>
                  <a:gd name="T14" fmla="*/ 185 w 232"/>
                  <a:gd name="T15" fmla="*/ 296 h 369"/>
                  <a:gd name="T16" fmla="*/ 206 w 232"/>
                  <a:gd name="T17" fmla="*/ 317 h 369"/>
                  <a:gd name="T18" fmla="*/ 206 w 232"/>
                  <a:gd name="T19" fmla="*/ 346 h 369"/>
                  <a:gd name="T20" fmla="*/ 185 w 232"/>
                  <a:gd name="T21" fmla="*/ 369 h 369"/>
                  <a:gd name="T22" fmla="*/ 161 w 232"/>
                  <a:gd name="T23" fmla="*/ 7 h 369"/>
                  <a:gd name="T24" fmla="*/ 116 w 232"/>
                  <a:gd name="T25" fmla="*/ 29 h 369"/>
                  <a:gd name="T26" fmla="*/ 185 w 232"/>
                  <a:gd name="T27" fmla="*/ 0 h 369"/>
                  <a:gd name="T28" fmla="*/ 161 w 232"/>
                  <a:gd name="T29" fmla="*/ 0 h 369"/>
                  <a:gd name="T30" fmla="*/ 185 w 232"/>
                  <a:gd name="T31" fmla="*/ 369 h 369"/>
                  <a:gd name="T32" fmla="*/ 161 w 232"/>
                  <a:gd name="T33" fmla="*/ 346 h 369"/>
                  <a:gd name="T34" fmla="*/ 185 w 232"/>
                  <a:gd name="T35" fmla="*/ 317 h 369"/>
                  <a:gd name="T36" fmla="*/ 161 w 232"/>
                  <a:gd name="T37" fmla="*/ 296 h 369"/>
                  <a:gd name="T38" fmla="*/ 185 w 232"/>
                  <a:gd name="T39" fmla="*/ 265 h 369"/>
                  <a:gd name="T40" fmla="*/ 116 w 232"/>
                  <a:gd name="T41" fmla="*/ 239 h 369"/>
                  <a:gd name="T42" fmla="*/ 138 w 232"/>
                  <a:gd name="T43" fmla="*/ 265 h 369"/>
                  <a:gd name="T44" fmla="*/ 138 w 232"/>
                  <a:gd name="T45" fmla="*/ 296 h 369"/>
                  <a:gd name="T46" fmla="*/ 116 w 232"/>
                  <a:gd name="T47" fmla="*/ 317 h 369"/>
                  <a:gd name="T48" fmla="*/ 138 w 232"/>
                  <a:gd name="T49" fmla="*/ 346 h 369"/>
                  <a:gd name="T50" fmla="*/ 116 w 232"/>
                  <a:gd name="T51" fmla="*/ 346 h 369"/>
                  <a:gd name="T52" fmla="*/ 116 w 232"/>
                  <a:gd name="T53" fmla="*/ 7 h 369"/>
                  <a:gd name="T54" fmla="*/ 48 w 232"/>
                  <a:gd name="T55" fmla="*/ 29 h 369"/>
                  <a:gd name="T56" fmla="*/ 116 w 232"/>
                  <a:gd name="T57" fmla="*/ 7 h 369"/>
                  <a:gd name="T58" fmla="*/ 48 w 232"/>
                  <a:gd name="T59" fmla="*/ 369 h 369"/>
                  <a:gd name="T60" fmla="*/ 116 w 232"/>
                  <a:gd name="T61" fmla="*/ 346 h 369"/>
                  <a:gd name="T62" fmla="*/ 93 w 232"/>
                  <a:gd name="T63" fmla="*/ 317 h 369"/>
                  <a:gd name="T64" fmla="*/ 116 w 232"/>
                  <a:gd name="T65" fmla="*/ 296 h 369"/>
                  <a:gd name="T66" fmla="*/ 93 w 232"/>
                  <a:gd name="T67" fmla="*/ 265 h 369"/>
                  <a:gd name="T68" fmla="*/ 116 w 232"/>
                  <a:gd name="T69" fmla="*/ 239 h 369"/>
                  <a:gd name="T70" fmla="*/ 48 w 232"/>
                  <a:gd name="T71" fmla="*/ 265 h 369"/>
                  <a:gd name="T72" fmla="*/ 69 w 232"/>
                  <a:gd name="T73" fmla="*/ 296 h 369"/>
                  <a:gd name="T74" fmla="*/ 48 w 232"/>
                  <a:gd name="T75" fmla="*/ 296 h 369"/>
                  <a:gd name="T76" fmla="*/ 69 w 232"/>
                  <a:gd name="T77" fmla="*/ 317 h 369"/>
                  <a:gd name="T78" fmla="*/ 69 w 232"/>
                  <a:gd name="T79" fmla="*/ 346 h 369"/>
                  <a:gd name="T80" fmla="*/ 48 w 232"/>
                  <a:gd name="T81" fmla="*/ 369 h 369"/>
                  <a:gd name="T82" fmla="*/ 0 w 232"/>
                  <a:gd name="T83" fmla="*/ 7 h 369"/>
                  <a:gd name="T84" fmla="*/ 48 w 232"/>
                  <a:gd name="T85" fmla="*/ 369 h 369"/>
                  <a:gd name="T86" fmla="*/ 26 w 232"/>
                  <a:gd name="T87" fmla="*/ 346 h 369"/>
                  <a:gd name="T88" fmla="*/ 48 w 232"/>
                  <a:gd name="T89" fmla="*/ 317 h 369"/>
                  <a:gd name="T90" fmla="*/ 26 w 232"/>
                  <a:gd name="T91" fmla="*/ 296 h 369"/>
                  <a:gd name="T92" fmla="*/ 48 w 232"/>
                  <a:gd name="T93" fmla="*/ 265 h 369"/>
                  <a:gd name="T94" fmla="*/ 26 w 232"/>
                  <a:gd name="T95" fmla="*/ 239 h 369"/>
                  <a:gd name="T96" fmla="*/ 48 w 232"/>
                  <a:gd name="T97" fmla="*/ 2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369">
                    <a:moveTo>
                      <a:pt x="185" y="369"/>
                    </a:moveTo>
                    <a:lnTo>
                      <a:pt x="232" y="369"/>
                    </a:lnTo>
                    <a:lnTo>
                      <a:pt x="232" y="7"/>
                    </a:lnTo>
                    <a:lnTo>
                      <a:pt x="206" y="7"/>
                    </a:lnTo>
                    <a:lnTo>
                      <a:pt x="206" y="0"/>
                    </a:lnTo>
                    <a:lnTo>
                      <a:pt x="185" y="0"/>
                    </a:lnTo>
                    <a:lnTo>
                      <a:pt x="185" y="29"/>
                    </a:lnTo>
                    <a:lnTo>
                      <a:pt x="206" y="29"/>
                    </a:lnTo>
                    <a:lnTo>
                      <a:pt x="206" y="239"/>
                    </a:lnTo>
                    <a:lnTo>
                      <a:pt x="206" y="239"/>
                    </a:lnTo>
                    <a:lnTo>
                      <a:pt x="185" y="239"/>
                    </a:lnTo>
                    <a:lnTo>
                      <a:pt x="185" y="265"/>
                    </a:lnTo>
                    <a:lnTo>
                      <a:pt x="206" y="265"/>
                    </a:lnTo>
                    <a:lnTo>
                      <a:pt x="206" y="296"/>
                    </a:lnTo>
                    <a:lnTo>
                      <a:pt x="206" y="296"/>
                    </a:lnTo>
                    <a:lnTo>
                      <a:pt x="185" y="296"/>
                    </a:lnTo>
                    <a:lnTo>
                      <a:pt x="185" y="317"/>
                    </a:lnTo>
                    <a:lnTo>
                      <a:pt x="206" y="317"/>
                    </a:lnTo>
                    <a:lnTo>
                      <a:pt x="206" y="346"/>
                    </a:lnTo>
                    <a:lnTo>
                      <a:pt x="206" y="346"/>
                    </a:lnTo>
                    <a:lnTo>
                      <a:pt x="185" y="346"/>
                    </a:lnTo>
                    <a:lnTo>
                      <a:pt x="185" y="369"/>
                    </a:lnTo>
                    <a:close/>
                    <a:moveTo>
                      <a:pt x="161" y="0"/>
                    </a:moveTo>
                    <a:lnTo>
                      <a:pt x="161" y="7"/>
                    </a:lnTo>
                    <a:lnTo>
                      <a:pt x="116" y="7"/>
                    </a:lnTo>
                    <a:lnTo>
                      <a:pt x="116" y="29"/>
                    </a:lnTo>
                    <a:lnTo>
                      <a:pt x="185" y="29"/>
                    </a:lnTo>
                    <a:lnTo>
                      <a:pt x="185" y="0"/>
                    </a:lnTo>
                    <a:lnTo>
                      <a:pt x="161" y="0"/>
                    </a:lnTo>
                    <a:lnTo>
                      <a:pt x="161" y="0"/>
                    </a:lnTo>
                    <a:close/>
                    <a:moveTo>
                      <a:pt x="116" y="369"/>
                    </a:moveTo>
                    <a:lnTo>
                      <a:pt x="185" y="369"/>
                    </a:lnTo>
                    <a:lnTo>
                      <a:pt x="185" y="346"/>
                    </a:lnTo>
                    <a:lnTo>
                      <a:pt x="161" y="346"/>
                    </a:lnTo>
                    <a:lnTo>
                      <a:pt x="161" y="317"/>
                    </a:lnTo>
                    <a:lnTo>
                      <a:pt x="185" y="317"/>
                    </a:lnTo>
                    <a:lnTo>
                      <a:pt x="185" y="296"/>
                    </a:lnTo>
                    <a:lnTo>
                      <a:pt x="161" y="296"/>
                    </a:lnTo>
                    <a:lnTo>
                      <a:pt x="161" y="265"/>
                    </a:lnTo>
                    <a:lnTo>
                      <a:pt x="185" y="265"/>
                    </a:lnTo>
                    <a:lnTo>
                      <a:pt x="185" y="239"/>
                    </a:lnTo>
                    <a:lnTo>
                      <a:pt x="116" y="239"/>
                    </a:lnTo>
                    <a:lnTo>
                      <a:pt x="116" y="265"/>
                    </a:lnTo>
                    <a:lnTo>
                      <a:pt x="138" y="265"/>
                    </a:lnTo>
                    <a:lnTo>
                      <a:pt x="138" y="296"/>
                    </a:lnTo>
                    <a:lnTo>
                      <a:pt x="138" y="296"/>
                    </a:lnTo>
                    <a:lnTo>
                      <a:pt x="116" y="296"/>
                    </a:lnTo>
                    <a:lnTo>
                      <a:pt x="116" y="317"/>
                    </a:lnTo>
                    <a:lnTo>
                      <a:pt x="138" y="317"/>
                    </a:lnTo>
                    <a:lnTo>
                      <a:pt x="138" y="346"/>
                    </a:lnTo>
                    <a:lnTo>
                      <a:pt x="138" y="346"/>
                    </a:lnTo>
                    <a:lnTo>
                      <a:pt x="116" y="346"/>
                    </a:lnTo>
                    <a:lnTo>
                      <a:pt x="116" y="369"/>
                    </a:lnTo>
                    <a:close/>
                    <a:moveTo>
                      <a:pt x="116" y="7"/>
                    </a:moveTo>
                    <a:lnTo>
                      <a:pt x="48" y="7"/>
                    </a:lnTo>
                    <a:lnTo>
                      <a:pt x="48" y="29"/>
                    </a:lnTo>
                    <a:lnTo>
                      <a:pt x="116" y="29"/>
                    </a:lnTo>
                    <a:lnTo>
                      <a:pt x="116" y="7"/>
                    </a:lnTo>
                    <a:lnTo>
                      <a:pt x="116" y="7"/>
                    </a:lnTo>
                    <a:close/>
                    <a:moveTo>
                      <a:pt x="48" y="369"/>
                    </a:moveTo>
                    <a:lnTo>
                      <a:pt x="116" y="369"/>
                    </a:lnTo>
                    <a:lnTo>
                      <a:pt x="116" y="346"/>
                    </a:lnTo>
                    <a:lnTo>
                      <a:pt x="93" y="346"/>
                    </a:lnTo>
                    <a:lnTo>
                      <a:pt x="93" y="317"/>
                    </a:lnTo>
                    <a:lnTo>
                      <a:pt x="116" y="317"/>
                    </a:lnTo>
                    <a:lnTo>
                      <a:pt x="116" y="296"/>
                    </a:lnTo>
                    <a:lnTo>
                      <a:pt x="93" y="296"/>
                    </a:lnTo>
                    <a:lnTo>
                      <a:pt x="93" y="265"/>
                    </a:lnTo>
                    <a:lnTo>
                      <a:pt x="116" y="265"/>
                    </a:lnTo>
                    <a:lnTo>
                      <a:pt x="116" y="239"/>
                    </a:lnTo>
                    <a:lnTo>
                      <a:pt x="48" y="239"/>
                    </a:lnTo>
                    <a:lnTo>
                      <a:pt x="48" y="265"/>
                    </a:lnTo>
                    <a:lnTo>
                      <a:pt x="69" y="265"/>
                    </a:lnTo>
                    <a:lnTo>
                      <a:pt x="69" y="296"/>
                    </a:lnTo>
                    <a:lnTo>
                      <a:pt x="69" y="296"/>
                    </a:lnTo>
                    <a:lnTo>
                      <a:pt x="48" y="296"/>
                    </a:lnTo>
                    <a:lnTo>
                      <a:pt x="48" y="317"/>
                    </a:lnTo>
                    <a:lnTo>
                      <a:pt x="69" y="317"/>
                    </a:lnTo>
                    <a:lnTo>
                      <a:pt x="69" y="346"/>
                    </a:lnTo>
                    <a:lnTo>
                      <a:pt x="69" y="346"/>
                    </a:lnTo>
                    <a:lnTo>
                      <a:pt x="48" y="346"/>
                    </a:lnTo>
                    <a:lnTo>
                      <a:pt x="48" y="369"/>
                    </a:lnTo>
                    <a:close/>
                    <a:moveTo>
                      <a:pt x="48" y="7"/>
                    </a:moveTo>
                    <a:lnTo>
                      <a:pt x="0" y="7"/>
                    </a:lnTo>
                    <a:lnTo>
                      <a:pt x="0" y="369"/>
                    </a:lnTo>
                    <a:lnTo>
                      <a:pt x="48" y="369"/>
                    </a:lnTo>
                    <a:lnTo>
                      <a:pt x="48" y="346"/>
                    </a:lnTo>
                    <a:lnTo>
                      <a:pt x="26" y="346"/>
                    </a:lnTo>
                    <a:lnTo>
                      <a:pt x="26" y="317"/>
                    </a:lnTo>
                    <a:lnTo>
                      <a:pt x="48" y="317"/>
                    </a:lnTo>
                    <a:lnTo>
                      <a:pt x="48" y="296"/>
                    </a:lnTo>
                    <a:lnTo>
                      <a:pt x="26" y="296"/>
                    </a:lnTo>
                    <a:lnTo>
                      <a:pt x="26" y="265"/>
                    </a:lnTo>
                    <a:lnTo>
                      <a:pt x="48" y="265"/>
                    </a:lnTo>
                    <a:lnTo>
                      <a:pt x="48" y="239"/>
                    </a:lnTo>
                    <a:lnTo>
                      <a:pt x="26" y="239"/>
                    </a:lnTo>
                    <a:lnTo>
                      <a:pt x="26" y="29"/>
                    </a:lnTo>
                    <a:lnTo>
                      <a:pt x="48" y="29"/>
                    </a:lnTo>
                    <a:lnTo>
                      <a:pt x="4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7" name="Freeform 166"/>
              <p:cNvSpPr>
                <a:spLocks/>
              </p:cNvSpPr>
              <p:nvPr/>
            </p:nvSpPr>
            <p:spPr bwMode="auto">
              <a:xfrm>
                <a:off x="-2863850" y="-300038"/>
                <a:ext cx="254000" cy="112713"/>
              </a:xfrm>
              <a:custGeom>
                <a:avLst/>
                <a:gdLst>
                  <a:gd name="T0" fmla="*/ 0 w 160"/>
                  <a:gd name="T1" fmla="*/ 40 h 71"/>
                  <a:gd name="T2" fmla="*/ 61 w 160"/>
                  <a:gd name="T3" fmla="*/ 71 h 71"/>
                  <a:gd name="T4" fmla="*/ 160 w 160"/>
                  <a:gd name="T5" fmla="*/ 71 h 71"/>
                  <a:gd name="T6" fmla="*/ 18 w 160"/>
                  <a:gd name="T7" fmla="*/ 0 h 71"/>
                  <a:gd name="T8" fmla="*/ 0 w 160"/>
                  <a:gd name="T9" fmla="*/ 40 h 71"/>
                </a:gdLst>
                <a:ahLst/>
                <a:cxnLst>
                  <a:cxn ang="0">
                    <a:pos x="T0" y="T1"/>
                  </a:cxn>
                  <a:cxn ang="0">
                    <a:pos x="T2" y="T3"/>
                  </a:cxn>
                  <a:cxn ang="0">
                    <a:pos x="T4" y="T5"/>
                  </a:cxn>
                  <a:cxn ang="0">
                    <a:pos x="T6" y="T7"/>
                  </a:cxn>
                  <a:cxn ang="0">
                    <a:pos x="T8" y="T9"/>
                  </a:cxn>
                </a:cxnLst>
                <a:rect l="0" t="0" r="r" b="b"/>
                <a:pathLst>
                  <a:path w="160" h="71">
                    <a:moveTo>
                      <a:pt x="0" y="40"/>
                    </a:moveTo>
                    <a:lnTo>
                      <a:pt x="61" y="71"/>
                    </a:lnTo>
                    <a:lnTo>
                      <a:pt x="160" y="71"/>
                    </a:lnTo>
                    <a:lnTo>
                      <a:pt x="18" y="0"/>
                    </a:lnTo>
                    <a:lnTo>
                      <a:pt x="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8" name="Freeform 167"/>
              <p:cNvSpPr>
                <a:spLocks noEditPoints="1"/>
              </p:cNvSpPr>
              <p:nvPr/>
            </p:nvSpPr>
            <p:spPr bwMode="auto">
              <a:xfrm>
                <a:off x="-2863850" y="-169863"/>
                <a:ext cx="615950" cy="307975"/>
              </a:xfrm>
              <a:custGeom>
                <a:avLst/>
                <a:gdLst>
                  <a:gd name="T0" fmla="*/ 156 w 388"/>
                  <a:gd name="T1" fmla="*/ 194 h 194"/>
                  <a:gd name="T2" fmla="*/ 312 w 388"/>
                  <a:gd name="T3" fmla="*/ 194 h 194"/>
                  <a:gd name="T4" fmla="*/ 312 w 388"/>
                  <a:gd name="T5" fmla="*/ 156 h 194"/>
                  <a:gd name="T6" fmla="*/ 388 w 388"/>
                  <a:gd name="T7" fmla="*/ 156 h 194"/>
                  <a:gd name="T8" fmla="*/ 388 w 388"/>
                  <a:gd name="T9" fmla="*/ 38 h 194"/>
                  <a:gd name="T10" fmla="*/ 312 w 388"/>
                  <a:gd name="T11" fmla="*/ 38 h 194"/>
                  <a:gd name="T12" fmla="*/ 312 w 388"/>
                  <a:gd name="T13" fmla="*/ 0 h 194"/>
                  <a:gd name="T14" fmla="*/ 182 w 388"/>
                  <a:gd name="T15" fmla="*/ 0 h 194"/>
                  <a:gd name="T16" fmla="*/ 156 w 388"/>
                  <a:gd name="T17" fmla="*/ 0 h 194"/>
                  <a:gd name="T18" fmla="*/ 156 w 388"/>
                  <a:gd name="T19" fmla="*/ 76 h 194"/>
                  <a:gd name="T20" fmla="*/ 234 w 388"/>
                  <a:gd name="T21" fmla="*/ 76 h 194"/>
                  <a:gd name="T22" fmla="*/ 234 w 388"/>
                  <a:gd name="T23" fmla="*/ 119 h 194"/>
                  <a:gd name="T24" fmla="*/ 156 w 388"/>
                  <a:gd name="T25" fmla="*/ 119 h 194"/>
                  <a:gd name="T26" fmla="*/ 156 w 388"/>
                  <a:gd name="T27" fmla="*/ 194 h 194"/>
                  <a:gd name="T28" fmla="*/ 0 w 388"/>
                  <a:gd name="T29" fmla="*/ 194 h 194"/>
                  <a:gd name="T30" fmla="*/ 156 w 388"/>
                  <a:gd name="T31" fmla="*/ 194 h 194"/>
                  <a:gd name="T32" fmla="*/ 156 w 388"/>
                  <a:gd name="T33" fmla="*/ 119 h 194"/>
                  <a:gd name="T34" fmla="*/ 78 w 388"/>
                  <a:gd name="T35" fmla="*/ 119 h 194"/>
                  <a:gd name="T36" fmla="*/ 78 w 388"/>
                  <a:gd name="T37" fmla="*/ 76 h 194"/>
                  <a:gd name="T38" fmla="*/ 78 w 388"/>
                  <a:gd name="T39" fmla="*/ 76 h 194"/>
                  <a:gd name="T40" fmla="*/ 156 w 388"/>
                  <a:gd name="T41" fmla="*/ 76 h 194"/>
                  <a:gd name="T42" fmla="*/ 156 w 388"/>
                  <a:gd name="T43" fmla="*/ 0 h 194"/>
                  <a:gd name="T44" fmla="*/ 82 w 388"/>
                  <a:gd name="T45" fmla="*/ 0 h 194"/>
                  <a:gd name="T46" fmla="*/ 0 w 388"/>
                  <a:gd name="T47" fmla="*/ 0 h 194"/>
                  <a:gd name="T48" fmla="*/ 0 w 388"/>
                  <a:gd name="T4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8" h="194">
                    <a:moveTo>
                      <a:pt x="156" y="194"/>
                    </a:moveTo>
                    <a:lnTo>
                      <a:pt x="312" y="194"/>
                    </a:lnTo>
                    <a:lnTo>
                      <a:pt x="312" y="156"/>
                    </a:lnTo>
                    <a:lnTo>
                      <a:pt x="388" y="156"/>
                    </a:lnTo>
                    <a:lnTo>
                      <a:pt x="388" y="38"/>
                    </a:lnTo>
                    <a:lnTo>
                      <a:pt x="312" y="38"/>
                    </a:lnTo>
                    <a:lnTo>
                      <a:pt x="312" y="0"/>
                    </a:lnTo>
                    <a:lnTo>
                      <a:pt x="182" y="0"/>
                    </a:lnTo>
                    <a:lnTo>
                      <a:pt x="156" y="0"/>
                    </a:lnTo>
                    <a:lnTo>
                      <a:pt x="156" y="76"/>
                    </a:lnTo>
                    <a:lnTo>
                      <a:pt x="234" y="76"/>
                    </a:lnTo>
                    <a:lnTo>
                      <a:pt x="234" y="119"/>
                    </a:lnTo>
                    <a:lnTo>
                      <a:pt x="156" y="119"/>
                    </a:lnTo>
                    <a:lnTo>
                      <a:pt x="156" y="194"/>
                    </a:lnTo>
                    <a:close/>
                    <a:moveTo>
                      <a:pt x="0" y="194"/>
                    </a:moveTo>
                    <a:lnTo>
                      <a:pt x="156" y="194"/>
                    </a:lnTo>
                    <a:lnTo>
                      <a:pt x="156" y="119"/>
                    </a:lnTo>
                    <a:lnTo>
                      <a:pt x="78" y="119"/>
                    </a:lnTo>
                    <a:lnTo>
                      <a:pt x="78" y="76"/>
                    </a:lnTo>
                    <a:lnTo>
                      <a:pt x="78" y="76"/>
                    </a:lnTo>
                    <a:lnTo>
                      <a:pt x="156" y="76"/>
                    </a:lnTo>
                    <a:lnTo>
                      <a:pt x="156" y="0"/>
                    </a:lnTo>
                    <a:lnTo>
                      <a:pt x="82" y="0"/>
                    </a:lnTo>
                    <a:lnTo>
                      <a:pt x="0" y="0"/>
                    </a:lnTo>
                    <a:lnTo>
                      <a:pt x="0" y="1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39" name="Freeform 168"/>
              <p:cNvSpPr>
                <a:spLocks noEditPoints="1"/>
              </p:cNvSpPr>
              <p:nvPr/>
            </p:nvSpPr>
            <p:spPr bwMode="auto">
              <a:xfrm>
                <a:off x="-5205413" y="8448675"/>
                <a:ext cx="444500" cy="349250"/>
              </a:xfrm>
              <a:custGeom>
                <a:avLst/>
                <a:gdLst>
                  <a:gd name="T0" fmla="*/ 93 w 118"/>
                  <a:gd name="T1" fmla="*/ 93 h 93"/>
                  <a:gd name="T2" fmla="*/ 93 w 118"/>
                  <a:gd name="T3" fmla="*/ 61 h 93"/>
                  <a:gd name="T4" fmla="*/ 109 w 118"/>
                  <a:gd name="T5" fmla="*/ 47 h 93"/>
                  <a:gd name="T6" fmla="*/ 118 w 118"/>
                  <a:gd name="T7" fmla="*/ 47 h 93"/>
                  <a:gd name="T8" fmla="*/ 118 w 118"/>
                  <a:gd name="T9" fmla="*/ 12 h 93"/>
                  <a:gd name="T10" fmla="*/ 105 w 118"/>
                  <a:gd name="T11" fmla="*/ 0 h 93"/>
                  <a:gd name="T12" fmla="*/ 76 w 118"/>
                  <a:gd name="T13" fmla="*/ 0 h 93"/>
                  <a:gd name="T14" fmla="*/ 76 w 118"/>
                  <a:gd name="T15" fmla="*/ 15 h 93"/>
                  <a:gd name="T16" fmla="*/ 87 w 118"/>
                  <a:gd name="T17" fmla="*/ 25 h 93"/>
                  <a:gd name="T18" fmla="*/ 76 w 118"/>
                  <a:gd name="T19" fmla="*/ 36 h 93"/>
                  <a:gd name="T20" fmla="*/ 76 w 118"/>
                  <a:gd name="T21" fmla="*/ 43 h 93"/>
                  <a:gd name="T22" fmla="*/ 87 w 118"/>
                  <a:gd name="T23" fmla="*/ 53 h 93"/>
                  <a:gd name="T24" fmla="*/ 76 w 118"/>
                  <a:gd name="T25" fmla="*/ 64 h 93"/>
                  <a:gd name="T26" fmla="*/ 76 w 118"/>
                  <a:gd name="T27" fmla="*/ 93 h 93"/>
                  <a:gd name="T28" fmla="*/ 93 w 118"/>
                  <a:gd name="T29" fmla="*/ 93 h 93"/>
                  <a:gd name="T30" fmla="*/ 76 w 118"/>
                  <a:gd name="T31" fmla="*/ 0 h 93"/>
                  <a:gd name="T32" fmla="*/ 42 w 118"/>
                  <a:gd name="T33" fmla="*/ 0 h 93"/>
                  <a:gd name="T34" fmla="*/ 42 w 118"/>
                  <a:gd name="T35" fmla="*/ 15 h 93"/>
                  <a:gd name="T36" fmla="*/ 42 w 118"/>
                  <a:gd name="T37" fmla="*/ 15 h 93"/>
                  <a:gd name="T38" fmla="*/ 53 w 118"/>
                  <a:gd name="T39" fmla="*/ 25 h 93"/>
                  <a:gd name="T40" fmla="*/ 42 w 118"/>
                  <a:gd name="T41" fmla="*/ 36 h 93"/>
                  <a:gd name="T42" fmla="*/ 42 w 118"/>
                  <a:gd name="T43" fmla="*/ 43 h 93"/>
                  <a:gd name="T44" fmla="*/ 42 w 118"/>
                  <a:gd name="T45" fmla="*/ 43 h 93"/>
                  <a:gd name="T46" fmla="*/ 53 w 118"/>
                  <a:gd name="T47" fmla="*/ 53 h 93"/>
                  <a:gd name="T48" fmla="*/ 42 w 118"/>
                  <a:gd name="T49" fmla="*/ 64 h 93"/>
                  <a:gd name="T50" fmla="*/ 42 w 118"/>
                  <a:gd name="T51" fmla="*/ 93 h 93"/>
                  <a:gd name="T52" fmla="*/ 76 w 118"/>
                  <a:gd name="T53" fmla="*/ 93 h 93"/>
                  <a:gd name="T54" fmla="*/ 76 w 118"/>
                  <a:gd name="T55" fmla="*/ 64 h 93"/>
                  <a:gd name="T56" fmla="*/ 76 w 118"/>
                  <a:gd name="T57" fmla="*/ 64 h 93"/>
                  <a:gd name="T58" fmla="*/ 65 w 118"/>
                  <a:gd name="T59" fmla="*/ 53 h 93"/>
                  <a:gd name="T60" fmla="*/ 76 w 118"/>
                  <a:gd name="T61" fmla="*/ 43 h 93"/>
                  <a:gd name="T62" fmla="*/ 76 w 118"/>
                  <a:gd name="T63" fmla="*/ 43 h 93"/>
                  <a:gd name="T64" fmla="*/ 76 w 118"/>
                  <a:gd name="T65" fmla="*/ 43 h 93"/>
                  <a:gd name="T66" fmla="*/ 76 w 118"/>
                  <a:gd name="T67" fmla="*/ 36 h 93"/>
                  <a:gd name="T68" fmla="*/ 76 w 118"/>
                  <a:gd name="T69" fmla="*/ 36 h 93"/>
                  <a:gd name="T70" fmla="*/ 65 w 118"/>
                  <a:gd name="T71" fmla="*/ 25 h 93"/>
                  <a:gd name="T72" fmla="*/ 76 w 118"/>
                  <a:gd name="T73" fmla="*/ 15 h 93"/>
                  <a:gd name="T74" fmla="*/ 76 w 118"/>
                  <a:gd name="T75" fmla="*/ 15 h 93"/>
                  <a:gd name="T76" fmla="*/ 76 w 118"/>
                  <a:gd name="T77" fmla="*/ 15 h 93"/>
                  <a:gd name="T78" fmla="*/ 76 w 118"/>
                  <a:gd name="T79" fmla="*/ 0 h 93"/>
                  <a:gd name="T80" fmla="*/ 42 w 118"/>
                  <a:gd name="T81" fmla="*/ 0 h 93"/>
                  <a:gd name="T82" fmla="*/ 13 w 118"/>
                  <a:gd name="T83" fmla="*/ 0 h 93"/>
                  <a:gd name="T84" fmla="*/ 0 w 118"/>
                  <a:gd name="T85" fmla="*/ 12 h 93"/>
                  <a:gd name="T86" fmla="*/ 0 w 118"/>
                  <a:gd name="T87" fmla="*/ 47 h 93"/>
                  <a:gd name="T88" fmla="*/ 10 w 118"/>
                  <a:gd name="T89" fmla="*/ 47 h 93"/>
                  <a:gd name="T90" fmla="*/ 25 w 118"/>
                  <a:gd name="T91" fmla="*/ 61 h 93"/>
                  <a:gd name="T92" fmla="*/ 25 w 118"/>
                  <a:gd name="T93" fmla="*/ 93 h 93"/>
                  <a:gd name="T94" fmla="*/ 42 w 118"/>
                  <a:gd name="T95" fmla="*/ 93 h 93"/>
                  <a:gd name="T96" fmla="*/ 42 w 118"/>
                  <a:gd name="T97" fmla="*/ 64 h 93"/>
                  <a:gd name="T98" fmla="*/ 32 w 118"/>
                  <a:gd name="T99" fmla="*/ 53 h 93"/>
                  <a:gd name="T100" fmla="*/ 42 w 118"/>
                  <a:gd name="T101" fmla="*/ 43 h 93"/>
                  <a:gd name="T102" fmla="*/ 42 w 118"/>
                  <a:gd name="T103" fmla="*/ 36 h 93"/>
                  <a:gd name="T104" fmla="*/ 32 w 118"/>
                  <a:gd name="T105" fmla="*/ 25 h 93"/>
                  <a:gd name="T106" fmla="*/ 42 w 118"/>
                  <a:gd name="T107" fmla="*/ 15 h 93"/>
                  <a:gd name="T108" fmla="*/ 42 w 118"/>
                  <a:gd name="T109" fmla="*/ 0 h 93"/>
                  <a:gd name="T110" fmla="*/ 42 w 118"/>
                  <a:gd name="T111" fmla="*/ 15 h 93"/>
                  <a:gd name="T112" fmla="*/ 42 w 118"/>
                  <a:gd name="T113" fmla="*/ 15 h 93"/>
                  <a:gd name="T114" fmla="*/ 42 w 118"/>
                  <a:gd name="T115" fmla="*/ 43 h 93"/>
                  <a:gd name="T116" fmla="*/ 42 w 118"/>
                  <a:gd name="T117" fmla="*/ 4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8" h="93">
                    <a:moveTo>
                      <a:pt x="93" y="93"/>
                    </a:moveTo>
                    <a:cubicBezTo>
                      <a:pt x="93" y="61"/>
                      <a:pt x="93" y="61"/>
                      <a:pt x="93" y="61"/>
                    </a:cubicBezTo>
                    <a:cubicBezTo>
                      <a:pt x="93" y="52"/>
                      <a:pt x="99" y="47"/>
                      <a:pt x="109" y="47"/>
                    </a:cubicBezTo>
                    <a:cubicBezTo>
                      <a:pt x="118" y="47"/>
                      <a:pt x="118" y="47"/>
                      <a:pt x="118" y="47"/>
                    </a:cubicBezTo>
                    <a:cubicBezTo>
                      <a:pt x="118" y="12"/>
                      <a:pt x="118" y="12"/>
                      <a:pt x="118" y="12"/>
                    </a:cubicBezTo>
                    <a:cubicBezTo>
                      <a:pt x="118" y="5"/>
                      <a:pt x="112" y="0"/>
                      <a:pt x="105" y="0"/>
                    </a:cubicBezTo>
                    <a:cubicBezTo>
                      <a:pt x="76" y="0"/>
                      <a:pt x="76" y="0"/>
                      <a:pt x="76" y="0"/>
                    </a:cubicBezTo>
                    <a:cubicBezTo>
                      <a:pt x="76" y="15"/>
                      <a:pt x="76" y="15"/>
                      <a:pt x="76" y="15"/>
                    </a:cubicBezTo>
                    <a:cubicBezTo>
                      <a:pt x="82" y="15"/>
                      <a:pt x="87" y="19"/>
                      <a:pt x="87" y="25"/>
                    </a:cubicBezTo>
                    <a:cubicBezTo>
                      <a:pt x="87" y="31"/>
                      <a:pt x="82" y="36"/>
                      <a:pt x="76" y="36"/>
                    </a:cubicBezTo>
                    <a:cubicBezTo>
                      <a:pt x="76" y="43"/>
                      <a:pt x="76" y="43"/>
                      <a:pt x="76" y="43"/>
                    </a:cubicBezTo>
                    <a:cubicBezTo>
                      <a:pt x="82" y="43"/>
                      <a:pt x="87" y="47"/>
                      <a:pt x="87" y="53"/>
                    </a:cubicBezTo>
                    <a:cubicBezTo>
                      <a:pt x="87" y="59"/>
                      <a:pt x="82" y="64"/>
                      <a:pt x="76" y="64"/>
                    </a:cubicBezTo>
                    <a:cubicBezTo>
                      <a:pt x="76" y="93"/>
                      <a:pt x="76" y="93"/>
                      <a:pt x="76" y="93"/>
                    </a:cubicBezTo>
                    <a:lnTo>
                      <a:pt x="93" y="93"/>
                    </a:lnTo>
                    <a:close/>
                    <a:moveTo>
                      <a:pt x="76" y="0"/>
                    </a:moveTo>
                    <a:cubicBezTo>
                      <a:pt x="42" y="0"/>
                      <a:pt x="42" y="0"/>
                      <a:pt x="42" y="0"/>
                    </a:cubicBezTo>
                    <a:cubicBezTo>
                      <a:pt x="42" y="15"/>
                      <a:pt x="42" y="15"/>
                      <a:pt x="42" y="15"/>
                    </a:cubicBezTo>
                    <a:cubicBezTo>
                      <a:pt x="42" y="15"/>
                      <a:pt x="42" y="15"/>
                      <a:pt x="42" y="15"/>
                    </a:cubicBezTo>
                    <a:cubicBezTo>
                      <a:pt x="48" y="15"/>
                      <a:pt x="53" y="19"/>
                      <a:pt x="53" y="25"/>
                    </a:cubicBezTo>
                    <a:cubicBezTo>
                      <a:pt x="53" y="31"/>
                      <a:pt x="48" y="36"/>
                      <a:pt x="42" y="36"/>
                    </a:cubicBezTo>
                    <a:cubicBezTo>
                      <a:pt x="42" y="43"/>
                      <a:pt x="42" y="43"/>
                      <a:pt x="42" y="43"/>
                    </a:cubicBezTo>
                    <a:cubicBezTo>
                      <a:pt x="42" y="43"/>
                      <a:pt x="42" y="43"/>
                      <a:pt x="42" y="43"/>
                    </a:cubicBezTo>
                    <a:cubicBezTo>
                      <a:pt x="48" y="43"/>
                      <a:pt x="53" y="47"/>
                      <a:pt x="53" y="53"/>
                    </a:cubicBezTo>
                    <a:cubicBezTo>
                      <a:pt x="53" y="59"/>
                      <a:pt x="48" y="64"/>
                      <a:pt x="42" y="64"/>
                    </a:cubicBezTo>
                    <a:cubicBezTo>
                      <a:pt x="42" y="93"/>
                      <a:pt x="42" y="93"/>
                      <a:pt x="42" y="93"/>
                    </a:cubicBezTo>
                    <a:cubicBezTo>
                      <a:pt x="76" y="93"/>
                      <a:pt x="76" y="93"/>
                      <a:pt x="76" y="93"/>
                    </a:cubicBezTo>
                    <a:cubicBezTo>
                      <a:pt x="76" y="64"/>
                      <a:pt x="76" y="64"/>
                      <a:pt x="76" y="64"/>
                    </a:cubicBezTo>
                    <a:cubicBezTo>
                      <a:pt x="76" y="64"/>
                      <a:pt x="76" y="64"/>
                      <a:pt x="76" y="64"/>
                    </a:cubicBezTo>
                    <a:cubicBezTo>
                      <a:pt x="70" y="64"/>
                      <a:pt x="65" y="59"/>
                      <a:pt x="65" y="53"/>
                    </a:cubicBezTo>
                    <a:cubicBezTo>
                      <a:pt x="65" y="47"/>
                      <a:pt x="70" y="43"/>
                      <a:pt x="76" y="43"/>
                    </a:cubicBezTo>
                    <a:cubicBezTo>
                      <a:pt x="76" y="43"/>
                      <a:pt x="76" y="43"/>
                      <a:pt x="76" y="43"/>
                    </a:cubicBezTo>
                    <a:cubicBezTo>
                      <a:pt x="76" y="43"/>
                      <a:pt x="76" y="43"/>
                      <a:pt x="76" y="43"/>
                    </a:cubicBezTo>
                    <a:cubicBezTo>
                      <a:pt x="76" y="36"/>
                      <a:pt x="76" y="36"/>
                      <a:pt x="76" y="36"/>
                    </a:cubicBezTo>
                    <a:cubicBezTo>
                      <a:pt x="76" y="36"/>
                      <a:pt x="76" y="36"/>
                      <a:pt x="76" y="36"/>
                    </a:cubicBezTo>
                    <a:cubicBezTo>
                      <a:pt x="70" y="36"/>
                      <a:pt x="65" y="31"/>
                      <a:pt x="65" y="25"/>
                    </a:cubicBezTo>
                    <a:cubicBezTo>
                      <a:pt x="65" y="19"/>
                      <a:pt x="70" y="15"/>
                      <a:pt x="76" y="15"/>
                    </a:cubicBezTo>
                    <a:cubicBezTo>
                      <a:pt x="76" y="15"/>
                      <a:pt x="76" y="15"/>
                      <a:pt x="76" y="15"/>
                    </a:cubicBezTo>
                    <a:cubicBezTo>
                      <a:pt x="76" y="15"/>
                      <a:pt x="76" y="15"/>
                      <a:pt x="76" y="15"/>
                    </a:cubicBezTo>
                    <a:lnTo>
                      <a:pt x="76" y="0"/>
                    </a:lnTo>
                    <a:close/>
                    <a:moveTo>
                      <a:pt x="42" y="0"/>
                    </a:moveTo>
                    <a:cubicBezTo>
                      <a:pt x="13" y="0"/>
                      <a:pt x="13" y="0"/>
                      <a:pt x="13" y="0"/>
                    </a:cubicBezTo>
                    <a:cubicBezTo>
                      <a:pt x="6" y="0"/>
                      <a:pt x="0" y="5"/>
                      <a:pt x="0" y="12"/>
                    </a:cubicBezTo>
                    <a:cubicBezTo>
                      <a:pt x="0" y="47"/>
                      <a:pt x="0" y="47"/>
                      <a:pt x="0" y="47"/>
                    </a:cubicBezTo>
                    <a:cubicBezTo>
                      <a:pt x="10" y="47"/>
                      <a:pt x="10" y="47"/>
                      <a:pt x="10" y="47"/>
                    </a:cubicBezTo>
                    <a:cubicBezTo>
                      <a:pt x="20" y="47"/>
                      <a:pt x="25" y="52"/>
                      <a:pt x="25" y="61"/>
                    </a:cubicBezTo>
                    <a:cubicBezTo>
                      <a:pt x="25" y="93"/>
                      <a:pt x="25" y="93"/>
                      <a:pt x="25" y="93"/>
                    </a:cubicBezTo>
                    <a:cubicBezTo>
                      <a:pt x="42" y="93"/>
                      <a:pt x="42" y="93"/>
                      <a:pt x="42" y="93"/>
                    </a:cubicBezTo>
                    <a:cubicBezTo>
                      <a:pt x="42" y="64"/>
                      <a:pt x="42" y="64"/>
                      <a:pt x="42" y="64"/>
                    </a:cubicBezTo>
                    <a:cubicBezTo>
                      <a:pt x="36" y="64"/>
                      <a:pt x="32" y="59"/>
                      <a:pt x="32" y="53"/>
                    </a:cubicBezTo>
                    <a:cubicBezTo>
                      <a:pt x="32" y="47"/>
                      <a:pt x="36" y="43"/>
                      <a:pt x="42" y="43"/>
                    </a:cubicBezTo>
                    <a:cubicBezTo>
                      <a:pt x="42" y="36"/>
                      <a:pt x="42" y="36"/>
                      <a:pt x="42" y="36"/>
                    </a:cubicBezTo>
                    <a:cubicBezTo>
                      <a:pt x="36" y="36"/>
                      <a:pt x="32" y="31"/>
                      <a:pt x="32" y="25"/>
                    </a:cubicBezTo>
                    <a:cubicBezTo>
                      <a:pt x="32" y="19"/>
                      <a:pt x="36" y="15"/>
                      <a:pt x="42" y="15"/>
                    </a:cubicBezTo>
                    <a:cubicBezTo>
                      <a:pt x="42" y="0"/>
                      <a:pt x="42" y="0"/>
                      <a:pt x="42" y="0"/>
                    </a:cubicBezTo>
                    <a:close/>
                    <a:moveTo>
                      <a:pt x="42" y="15"/>
                    </a:moveTo>
                    <a:cubicBezTo>
                      <a:pt x="42" y="15"/>
                      <a:pt x="42" y="15"/>
                      <a:pt x="42" y="15"/>
                    </a:cubicBezTo>
                    <a:close/>
                    <a:moveTo>
                      <a:pt x="42" y="43"/>
                    </a:moveTo>
                    <a:cubicBezTo>
                      <a:pt x="42" y="43"/>
                      <a:pt x="42" y="43"/>
                      <a:pt x="42"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0" name="Freeform 169"/>
              <p:cNvSpPr>
                <a:spLocks/>
              </p:cNvSpPr>
              <p:nvPr/>
            </p:nvSpPr>
            <p:spPr bwMode="auto">
              <a:xfrm>
                <a:off x="-5283200" y="8639175"/>
                <a:ext cx="600075" cy="319088"/>
              </a:xfrm>
              <a:custGeom>
                <a:avLst/>
                <a:gdLst>
                  <a:gd name="T0" fmla="*/ 150 w 160"/>
                  <a:gd name="T1" fmla="*/ 0 h 85"/>
                  <a:gd name="T2" fmla="*/ 139 w 160"/>
                  <a:gd name="T3" fmla="*/ 0 h 85"/>
                  <a:gd name="T4" fmla="*/ 130 w 160"/>
                  <a:gd name="T5" fmla="*/ 0 h 85"/>
                  <a:gd name="T6" fmla="*/ 119 w 160"/>
                  <a:gd name="T7" fmla="*/ 10 h 85"/>
                  <a:gd name="T8" fmla="*/ 119 w 160"/>
                  <a:gd name="T9" fmla="*/ 47 h 85"/>
                  <a:gd name="T10" fmla="*/ 42 w 160"/>
                  <a:gd name="T11" fmla="*/ 47 h 85"/>
                  <a:gd name="T12" fmla="*/ 42 w 160"/>
                  <a:gd name="T13" fmla="*/ 10 h 85"/>
                  <a:gd name="T14" fmla="*/ 31 w 160"/>
                  <a:gd name="T15" fmla="*/ 0 h 85"/>
                  <a:gd name="T16" fmla="*/ 21 w 160"/>
                  <a:gd name="T17" fmla="*/ 0 h 85"/>
                  <a:gd name="T18" fmla="*/ 11 w 160"/>
                  <a:gd name="T19" fmla="*/ 0 h 85"/>
                  <a:gd name="T20" fmla="*/ 0 w 160"/>
                  <a:gd name="T21" fmla="*/ 10 h 85"/>
                  <a:gd name="T22" fmla="*/ 0 w 160"/>
                  <a:gd name="T23" fmla="*/ 63 h 85"/>
                  <a:gd name="T24" fmla="*/ 15 w 160"/>
                  <a:gd name="T25" fmla="*/ 79 h 85"/>
                  <a:gd name="T26" fmla="*/ 16 w 160"/>
                  <a:gd name="T27" fmla="*/ 80 h 85"/>
                  <a:gd name="T28" fmla="*/ 17 w 160"/>
                  <a:gd name="T29" fmla="*/ 83 h 85"/>
                  <a:gd name="T30" fmla="*/ 22 w 160"/>
                  <a:gd name="T31" fmla="*/ 85 h 85"/>
                  <a:gd name="T32" fmla="*/ 25 w 160"/>
                  <a:gd name="T33" fmla="*/ 85 h 85"/>
                  <a:gd name="T34" fmla="*/ 30 w 160"/>
                  <a:gd name="T35" fmla="*/ 83 h 85"/>
                  <a:gd name="T36" fmla="*/ 31 w 160"/>
                  <a:gd name="T37" fmla="*/ 80 h 85"/>
                  <a:gd name="T38" fmla="*/ 31 w 160"/>
                  <a:gd name="T39" fmla="*/ 79 h 85"/>
                  <a:gd name="T40" fmla="*/ 129 w 160"/>
                  <a:gd name="T41" fmla="*/ 79 h 85"/>
                  <a:gd name="T42" fmla="*/ 129 w 160"/>
                  <a:gd name="T43" fmla="*/ 80 h 85"/>
                  <a:gd name="T44" fmla="*/ 130 w 160"/>
                  <a:gd name="T45" fmla="*/ 83 h 85"/>
                  <a:gd name="T46" fmla="*/ 135 w 160"/>
                  <a:gd name="T47" fmla="*/ 85 h 85"/>
                  <a:gd name="T48" fmla="*/ 138 w 160"/>
                  <a:gd name="T49" fmla="*/ 85 h 85"/>
                  <a:gd name="T50" fmla="*/ 143 w 160"/>
                  <a:gd name="T51" fmla="*/ 83 h 85"/>
                  <a:gd name="T52" fmla="*/ 144 w 160"/>
                  <a:gd name="T53" fmla="*/ 80 h 85"/>
                  <a:gd name="T54" fmla="*/ 145 w 160"/>
                  <a:gd name="T55" fmla="*/ 79 h 85"/>
                  <a:gd name="T56" fmla="*/ 150 w 160"/>
                  <a:gd name="T57" fmla="*/ 79 h 85"/>
                  <a:gd name="T58" fmla="*/ 160 w 160"/>
                  <a:gd name="T59" fmla="*/ 63 h 85"/>
                  <a:gd name="T60" fmla="*/ 160 w 160"/>
                  <a:gd name="T61" fmla="*/ 10 h 85"/>
                  <a:gd name="T62" fmla="*/ 150 w 160"/>
                  <a:gd name="T6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0" h="85">
                    <a:moveTo>
                      <a:pt x="150" y="0"/>
                    </a:moveTo>
                    <a:cubicBezTo>
                      <a:pt x="139" y="0"/>
                      <a:pt x="139" y="0"/>
                      <a:pt x="139" y="0"/>
                    </a:cubicBezTo>
                    <a:cubicBezTo>
                      <a:pt x="130" y="0"/>
                      <a:pt x="130" y="0"/>
                      <a:pt x="130" y="0"/>
                    </a:cubicBezTo>
                    <a:cubicBezTo>
                      <a:pt x="122" y="0"/>
                      <a:pt x="119" y="3"/>
                      <a:pt x="119" y="10"/>
                    </a:cubicBezTo>
                    <a:cubicBezTo>
                      <a:pt x="119" y="47"/>
                      <a:pt x="119" y="47"/>
                      <a:pt x="119" y="47"/>
                    </a:cubicBezTo>
                    <a:cubicBezTo>
                      <a:pt x="42" y="47"/>
                      <a:pt x="42" y="47"/>
                      <a:pt x="42" y="47"/>
                    </a:cubicBezTo>
                    <a:cubicBezTo>
                      <a:pt x="42" y="10"/>
                      <a:pt x="42" y="10"/>
                      <a:pt x="42" y="10"/>
                    </a:cubicBezTo>
                    <a:cubicBezTo>
                      <a:pt x="42" y="3"/>
                      <a:pt x="38" y="0"/>
                      <a:pt x="31" y="0"/>
                    </a:cubicBezTo>
                    <a:cubicBezTo>
                      <a:pt x="21" y="0"/>
                      <a:pt x="21" y="0"/>
                      <a:pt x="21" y="0"/>
                    </a:cubicBezTo>
                    <a:cubicBezTo>
                      <a:pt x="11" y="0"/>
                      <a:pt x="11" y="0"/>
                      <a:pt x="11" y="0"/>
                    </a:cubicBezTo>
                    <a:cubicBezTo>
                      <a:pt x="4" y="0"/>
                      <a:pt x="0" y="3"/>
                      <a:pt x="0" y="10"/>
                    </a:cubicBezTo>
                    <a:cubicBezTo>
                      <a:pt x="0" y="63"/>
                      <a:pt x="0" y="63"/>
                      <a:pt x="0" y="63"/>
                    </a:cubicBezTo>
                    <a:cubicBezTo>
                      <a:pt x="0" y="70"/>
                      <a:pt x="8" y="79"/>
                      <a:pt x="15" y="79"/>
                    </a:cubicBezTo>
                    <a:cubicBezTo>
                      <a:pt x="15" y="79"/>
                      <a:pt x="16" y="80"/>
                      <a:pt x="16" y="80"/>
                    </a:cubicBezTo>
                    <a:cubicBezTo>
                      <a:pt x="16" y="81"/>
                      <a:pt x="16" y="82"/>
                      <a:pt x="17" y="83"/>
                    </a:cubicBezTo>
                    <a:cubicBezTo>
                      <a:pt x="18" y="84"/>
                      <a:pt x="20" y="85"/>
                      <a:pt x="22" y="85"/>
                    </a:cubicBezTo>
                    <a:cubicBezTo>
                      <a:pt x="25" y="85"/>
                      <a:pt x="25" y="85"/>
                      <a:pt x="25" y="85"/>
                    </a:cubicBezTo>
                    <a:cubicBezTo>
                      <a:pt x="27" y="85"/>
                      <a:pt x="29" y="84"/>
                      <a:pt x="30" y="83"/>
                    </a:cubicBezTo>
                    <a:cubicBezTo>
                      <a:pt x="31" y="82"/>
                      <a:pt x="31" y="81"/>
                      <a:pt x="31" y="80"/>
                    </a:cubicBezTo>
                    <a:cubicBezTo>
                      <a:pt x="31" y="80"/>
                      <a:pt x="31" y="79"/>
                      <a:pt x="31" y="79"/>
                    </a:cubicBezTo>
                    <a:cubicBezTo>
                      <a:pt x="129" y="79"/>
                      <a:pt x="129" y="79"/>
                      <a:pt x="129" y="79"/>
                    </a:cubicBezTo>
                    <a:cubicBezTo>
                      <a:pt x="129" y="79"/>
                      <a:pt x="129" y="80"/>
                      <a:pt x="129" y="80"/>
                    </a:cubicBezTo>
                    <a:cubicBezTo>
                      <a:pt x="129" y="81"/>
                      <a:pt x="130" y="82"/>
                      <a:pt x="130" y="83"/>
                    </a:cubicBezTo>
                    <a:cubicBezTo>
                      <a:pt x="131" y="84"/>
                      <a:pt x="133" y="85"/>
                      <a:pt x="135" y="85"/>
                    </a:cubicBezTo>
                    <a:cubicBezTo>
                      <a:pt x="138" y="85"/>
                      <a:pt x="138" y="85"/>
                      <a:pt x="138" y="85"/>
                    </a:cubicBezTo>
                    <a:cubicBezTo>
                      <a:pt x="140" y="85"/>
                      <a:pt x="142" y="84"/>
                      <a:pt x="143" y="83"/>
                    </a:cubicBezTo>
                    <a:cubicBezTo>
                      <a:pt x="144" y="82"/>
                      <a:pt x="144" y="81"/>
                      <a:pt x="144" y="80"/>
                    </a:cubicBezTo>
                    <a:cubicBezTo>
                      <a:pt x="145" y="80"/>
                      <a:pt x="145" y="79"/>
                      <a:pt x="145" y="79"/>
                    </a:cubicBezTo>
                    <a:cubicBezTo>
                      <a:pt x="150" y="79"/>
                      <a:pt x="150" y="79"/>
                      <a:pt x="150" y="79"/>
                    </a:cubicBezTo>
                    <a:cubicBezTo>
                      <a:pt x="157" y="79"/>
                      <a:pt x="160" y="70"/>
                      <a:pt x="160" y="63"/>
                    </a:cubicBezTo>
                    <a:cubicBezTo>
                      <a:pt x="160" y="10"/>
                      <a:pt x="160" y="10"/>
                      <a:pt x="160" y="10"/>
                    </a:cubicBezTo>
                    <a:cubicBezTo>
                      <a:pt x="160" y="3"/>
                      <a:pt x="157" y="0"/>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1" name="Oval 170"/>
              <p:cNvSpPr>
                <a:spLocks noChangeArrowheads="1"/>
              </p:cNvSpPr>
              <p:nvPr/>
            </p:nvSpPr>
            <p:spPr bwMode="auto">
              <a:xfrm>
                <a:off x="-5068888" y="8520113"/>
                <a:ext cx="47625"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2" name="Oval 171"/>
              <p:cNvSpPr>
                <a:spLocks noChangeArrowheads="1"/>
              </p:cNvSpPr>
              <p:nvPr/>
            </p:nvSpPr>
            <p:spPr bwMode="auto">
              <a:xfrm>
                <a:off x="-4941888" y="8520113"/>
                <a:ext cx="44450"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3" name="Oval 172"/>
              <p:cNvSpPr>
                <a:spLocks noChangeArrowheads="1"/>
              </p:cNvSpPr>
              <p:nvPr/>
            </p:nvSpPr>
            <p:spPr bwMode="auto">
              <a:xfrm>
                <a:off x="-5068888" y="8624888"/>
                <a:ext cx="47625"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4" name="Oval 173"/>
              <p:cNvSpPr>
                <a:spLocks noChangeArrowheads="1"/>
              </p:cNvSpPr>
              <p:nvPr/>
            </p:nvSpPr>
            <p:spPr bwMode="auto">
              <a:xfrm>
                <a:off x="-4941888" y="8624888"/>
                <a:ext cx="44450"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5" name="Freeform 174"/>
              <p:cNvSpPr>
                <a:spLocks noEditPoints="1"/>
              </p:cNvSpPr>
              <p:nvPr/>
            </p:nvSpPr>
            <p:spPr bwMode="auto">
              <a:xfrm>
                <a:off x="-2709863" y="2819400"/>
                <a:ext cx="728663" cy="338138"/>
              </a:xfrm>
              <a:custGeom>
                <a:avLst/>
                <a:gdLst>
                  <a:gd name="T0" fmla="*/ 409 w 459"/>
                  <a:gd name="T1" fmla="*/ 0 h 213"/>
                  <a:gd name="T2" fmla="*/ 409 w 459"/>
                  <a:gd name="T3" fmla="*/ 71 h 213"/>
                  <a:gd name="T4" fmla="*/ 409 w 459"/>
                  <a:gd name="T5" fmla="*/ 71 h 213"/>
                  <a:gd name="T6" fmla="*/ 409 w 459"/>
                  <a:gd name="T7" fmla="*/ 31 h 213"/>
                  <a:gd name="T8" fmla="*/ 397 w 459"/>
                  <a:gd name="T9" fmla="*/ 90 h 213"/>
                  <a:gd name="T10" fmla="*/ 378 w 459"/>
                  <a:gd name="T11" fmla="*/ 154 h 213"/>
                  <a:gd name="T12" fmla="*/ 378 w 459"/>
                  <a:gd name="T13" fmla="*/ 194 h 213"/>
                  <a:gd name="T14" fmla="*/ 378 w 459"/>
                  <a:gd name="T15" fmla="*/ 194 h 213"/>
                  <a:gd name="T16" fmla="*/ 378 w 459"/>
                  <a:gd name="T17" fmla="*/ 0 h 213"/>
                  <a:gd name="T18" fmla="*/ 369 w 459"/>
                  <a:gd name="T19" fmla="*/ 71 h 213"/>
                  <a:gd name="T20" fmla="*/ 378 w 459"/>
                  <a:gd name="T21" fmla="*/ 130 h 213"/>
                  <a:gd name="T22" fmla="*/ 378 w 459"/>
                  <a:gd name="T23" fmla="*/ 0 h 213"/>
                  <a:gd name="T24" fmla="*/ 317 w 459"/>
                  <a:gd name="T25" fmla="*/ 194 h 213"/>
                  <a:gd name="T26" fmla="*/ 317 w 459"/>
                  <a:gd name="T27" fmla="*/ 0 h 213"/>
                  <a:gd name="T28" fmla="*/ 317 w 459"/>
                  <a:gd name="T29" fmla="*/ 130 h 213"/>
                  <a:gd name="T30" fmla="*/ 328 w 459"/>
                  <a:gd name="T31" fmla="*/ 71 h 213"/>
                  <a:gd name="T32" fmla="*/ 347 w 459"/>
                  <a:gd name="T33" fmla="*/ 0 h 213"/>
                  <a:gd name="T34" fmla="*/ 288 w 459"/>
                  <a:gd name="T35" fmla="*/ 194 h 213"/>
                  <a:gd name="T36" fmla="*/ 288 w 459"/>
                  <a:gd name="T37" fmla="*/ 0 h 213"/>
                  <a:gd name="T38" fmla="*/ 288 w 459"/>
                  <a:gd name="T39" fmla="*/ 71 h 213"/>
                  <a:gd name="T40" fmla="*/ 298 w 459"/>
                  <a:gd name="T41" fmla="*/ 130 h 213"/>
                  <a:gd name="T42" fmla="*/ 317 w 459"/>
                  <a:gd name="T43" fmla="*/ 0 h 213"/>
                  <a:gd name="T44" fmla="*/ 257 w 459"/>
                  <a:gd name="T45" fmla="*/ 194 h 213"/>
                  <a:gd name="T46" fmla="*/ 257 w 459"/>
                  <a:gd name="T47" fmla="*/ 0 h 213"/>
                  <a:gd name="T48" fmla="*/ 257 w 459"/>
                  <a:gd name="T49" fmla="*/ 130 h 213"/>
                  <a:gd name="T50" fmla="*/ 267 w 459"/>
                  <a:gd name="T51" fmla="*/ 71 h 213"/>
                  <a:gd name="T52" fmla="*/ 288 w 459"/>
                  <a:gd name="T53" fmla="*/ 0 h 213"/>
                  <a:gd name="T54" fmla="*/ 227 w 459"/>
                  <a:gd name="T55" fmla="*/ 194 h 213"/>
                  <a:gd name="T56" fmla="*/ 227 w 459"/>
                  <a:gd name="T57" fmla="*/ 0 h 213"/>
                  <a:gd name="T58" fmla="*/ 227 w 459"/>
                  <a:gd name="T59" fmla="*/ 71 h 213"/>
                  <a:gd name="T60" fmla="*/ 239 w 459"/>
                  <a:gd name="T61" fmla="*/ 130 h 213"/>
                  <a:gd name="T62" fmla="*/ 257 w 459"/>
                  <a:gd name="T63" fmla="*/ 0 h 213"/>
                  <a:gd name="T64" fmla="*/ 198 w 459"/>
                  <a:gd name="T65" fmla="*/ 194 h 213"/>
                  <a:gd name="T66" fmla="*/ 198 w 459"/>
                  <a:gd name="T67" fmla="*/ 0 h 213"/>
                  <a:gd name="T68" fmla="*/ 198 w 459"/>
                  <a:gd name="T69" fmla="*/ 130 h 213"/>
                  <a:gd name="T70" fmla="*/ 208 w 459"/>
                  <a:gd name="T71" fmla="*/ 71 h 213"/>
                  <a:gd name="T72" fmla="*/ 227 w 459"/>
                  <a:gd name="T73" fmla="*/ 0 h 213"/>
                  <a:gd name="T74" fmla="*/ 168 w 459"/>
                  <a:gd name="T75" fmla="*/ 194 h 213"/>
                  <a:gd name="T76" fmla="*/ 168 w 459"/>
                  <a:gd name="T77" fmla="*/ 0 h 213"/>
                  <a:gd name="T78" fmla="*/ 168 w 459"/>
                  <a:gd name="T79" fmla="*/ 71 h 213"/>
                  <a:gd name="T80" fmla="*/ 177 w 459"/>
                  <a:gd name="T81" fmla="*/ 130 h 213"/>
                  <a:gd name="T82" fmla="*/ 198 w 459"/>
                  <a:gd name="T83" fmla="*/ 0 h 213"/>
                  <a:gd name="T84" fmla="*/ 137 w 459"/>
                  <a:gd name="T85" fmla="*/ 194 h 213"/>
                  <a:gd name="T86" fmla="*/ 137 w 459"/>
                  <a:gd name="T87" fmla="*/ 0 h 213"/>
                  <a:gd name="T88" fmla="*/ 137 w 459"/>
                  <a:gd name="T89" fmla="*/ 130 h 213"/>
                  <a:gd name="T90" fmla="*/ 146 w 459"/>
                  <a:gd name="T91" fmla="*/ 71 h 213"/>
                  <a:gd name="T92" fmla="*/ 168 w 459"/>
                  <a:gd name="T93" fmla="*/ 0 h 213"/>
                  <a:gd name="T94" fmla="*/ 106 w 459"/>
                  <a:gd name="T95" fmla="*/ 194 h 213"/>
                  <a:gd name="T96" fmla="*/ 106 w 459"/>
                  <a:gd name="T97" fmla="*/ 0 h 213"/>
                  <a:gd name="T98" fmla="*/ 106 w 459"/>
                  <a:gd name="T99" fmla="*/ 71 h 213"/>
                  <a:gd name="T100" fmla="*/ 118 w 459"/>
                  <a:gd name="T101" fmla="*/ 130 h 213"/>
                  <a:gd name="T102" fmla="*/ 137 w 459"/>
                  <a:gd name="T103" fmla="*/ 0 h 213"/>
                  <a:gd name="T104" fmla="*/ 78 w 459"/>
                  <a:gd name="T105" fmla="*/ 194 h 213"/>
                  <a:gd name="T106" fmla="*/ 78 w 459"/>
                  <a:gd name="T107" fmla="*/ 0 h 213"/>
                  <a:gd name="T108" fmla="*/ 78 w 459"/>
                  <a:gd name="T109" fmla="*/ 130 h 213"/>
                  <a:gd name="T110" fmla="*/ 87 w 459"/>
                  <a:gd name="T111" fmla="*/ 71 h 213"/>
                  <a:gd name="T112" fmla="*/ 106 w 459"/>
                  <a:gd name="T113" fmla="*/ 0 h 213"/>
                  <a:gd name="T114" fmla="*/ 78 w 459"/>
                  <a:gd name="T115" fmla="*/ 154 h 213"/>
                  <a:gd name="T116" fmla="*/ 56 w 459"/>
                  <a:gd name="T117" fmla="*/ 90 h 213"/>
                  <a:gd name="T118" fmla="*/ 47 w 459"/>
                  <a:gd name="T119" fmla="*/ 31 h 213"/>
                  <a:gd name="T120" fmla="*/ 47 w 459"/>
                  <a:gd name="T121" fmla="*/ 213 h 213"/>
                  <a:gd name="T122" fmla="*/ 26 w 459"/>
                  <a:gd name="T123" fmla="*/ 71 h 213"/>
                  <a:gd name="T124" fmla="*/ 47 w 459"/>
                  <a:gd name="T12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9" h="213">
                    <a:moveTo>
                      <a:pt x="409" y="213"/>
                    </a:moveTo>
                    <a:lnTo>
                      <a:pt x="459" y="213"/>
                    </a:lnTo>
                    <a:lnTo>
                      <a:pt x="459" y="0"/>
                    </a:lnTo>
                    <a:lnTo>
                      <a:pt x="409" y="0"/>
                    </a:lnTo>
                    <a:lnTo>
                      <a:pt x="409" y="31"/>
                    </a:lnTo>
                    <a:lnTo>
                      <a:pt x="428" y="31"/>
                    </a:lnTo>
                    <a:lnTo>
                      <a:pt x="428" y="71"/>
                    </a:lnTo>
                    <a:lnTo>
                      <a:pt x="409" y="71"/>
                    </a:lnTo>
                    <a:lnTo>
                      <a:pt x="409" y="213"/>
                    </a:lnTo>
                    <a:close/>
                    <a:moveTo>
                      <a:pt x="378" y="213"/>
                    </a:moveTo>
                    <a:lnTo>
                      <a:pt x="409" y="213"/>
                    </a:lnTo>
                    <a:lnTo>
                      <a:pt x="409" y="71"/>
                    </a:lnTo>
                    <a:lnTo>
                      <a:pt x="388" y="71"/>
                    </a:lnTo>
                    <a:lnTo>
                      <a:pt x="388" y="31"/>
                    </a:lnTo>
                    <a:lnTo>
                      <a:pt x="388" y="31"/>
                    </a:lnTo>
                    <a:lnTo>
                      <a:pt x="409" y="31"/>
                    </a:lnTo>
                    <a:lnTo>
                      <a:pt x="409" y="0"/>
                    </a:lnTo>
                    <a:lnTo>
                      <a:pt x="378" y="0"/>
                    </a:lnTo>
                    <a:lnTo>
                      <a:pt x="378" y="90"/>
                    </a:lnTo>
                    <a:lnTo>
                      <a:pt x="397" y="90"/>
                    </a:lnTo>
                    <a:lnTo>
                      <a:pt x="397" y="130"/>
                    </a:lnTo>
                    <a:lnTo>
                      <a:pt x="397" y="130"/>
                    </a:lnTo>
                    <a:lnTo>
                      <a:pt x="378" y="130"/>
                    </a:lnTo>
                    <a:lnTo>
                      <a:pt x="378" y="154"/>
                    </a:lnTo>
                    <a:lnTo>
                      <a:pt x="378" y="154"/>
                    </a:lnTo>
                    <a:lnTo>
                      <a:pt x="378" y="194"/>
                    </a:lnTo>
                    <a:lnTo>
                      <a:pt x="378" y="194"/>
                    </a:lnTo>
                    <a:lnTo>
                      <a:pt x="378" y="194"/>
                    </a:lnTo>
                    <a:lnTo>
                      <a:pt x="378" y="213"/>
                    </a:lnTo>
                    <a:close/>
                    <a:moveTo>
                      <a:pt x="347" y="213"/>
                    </a:moveTo>
                    <a:lnTo>
                      <a:pt x="378" y="213"/>
                    </a:lnTo>
                    <a:lnTo>
                      <a:pt x="378" y="194"/>
                    </a:lnTo>
                    <a:lnTo>
                      <a:pt x="347" y="194"/>
                    </a:lnTo>
                    <a:lnTo>
                      <a:pt x="347" y="213"/>
                    </a:lnTo>
                    <a:lnTo>
                      <a:pt x="347" y="213"/>
                    </a:lnTo>
                    <a:close/>
                    <a:moveTo>
                      <a:pt x="378" y="0"/>
                    </a:moveTo>
                    <a:lnTo>
                      <a:pt x="347" y="0"/>
                    </a:lnTo>
                    <a:lnTo>
                      <a:pt x="347" y="31"/>
                    </a:lnTo>
                    <a:lnTo>
                      <a:pt x="369" y="31"/>
                    </a:lnTo>
                    <a:lnTo>
                      <a:pt x="369" y="71"/>
                    </a:lnTo>
                    <a:lnTo>
                      <a:pt x="347" y="71"/>
                    </a:lnTo>
                    <a:lnTo>
                      <a:pt x="347" y="154"/>
                    </a:lnTo>
                    <a:lnTo>
                      <a:pt x="378" y="154"/>
                    </a:lnTo>
                    <a:lnTo>
                      <a:pt x="378" y="130"/>
                    </a:lnTo>
                    <a:lnTo>
                      <a:pt x="357" y="130"/>
                    </a:lnTo>
                    <a:lnTo>
                      <a:pt x="357" y="90"/>
                    </a:lnTo>
                    <a:lnTo>
                      <a:pt x="378" y="90"/>
                    </a:lnTo>
                    <a:lnTo>
                      <a:pt x="378" y="0"/>
                    </a:lnTo>
                    <a:close/>
                    <a:moveTo>
                      <a:pt x="317" y="213"/>
                    </a:moveTo>
                    <a:lnTo>
                      <a:pt x="347" y="213"/>
                    </a:lnTo>
                    <a:lnTo>
                      <a:pt x="347" y="194"/>
                    </a:lnTo>
                    <a:lnTo>
                      <a:pt x="317" y="194"/>
                    </a:lnTo>
                    <a:lnTo>
                      <a:pt x="317" y="213"/>
                    </a:lnTo>
                    <a:lnTo>
                      <a:pt x="317" y="213"/>
                    </a:lnTo>
                    <a:close/>
                    <a:moveTo>
                      <a:pt x="347" y="0"/>
                    </a:moveTo>
                    <a:lnTo>
                      <a:pt x="317" y="0"/>
                    </a:lnTo>
                    <a:lnTo>
                      <a:pt x="317" y="90"/>
                    </a:lnTo>
                    <a:lnTo>
                      <a:pt x="338" y="90"/>
                    </a:lnTo>
                    <a:lnTo>
                      <a:pt x="338" y="130"/>
                    </a:lnTo>
                    <a:lnTo>
                      <a:pt x="317" y="130"/>
                    </a:lnTo>
                    <a:lnTo>
                      <a:pt x="317" y="154"/>
                    </a:lnTo>
                    <a:lnTo>
                      <a:pt x="347" y="154"/>
                    </a:lnTo>
                    <a:lnTo>
                      <a:pt x="347" y="71"/>
                    </a:lnTo>
                    <a:lnTo>
                      <a:pt x="328" y="71"/>
                    </a:lnTo>
                    <a:lnTo>
                      <a:pt x="328" y="31"/>
                    </a:lnTo>
                    <a:lnTo>
                      <a:pt x="328" y="31"/>
                    </a:lnTo>
                    <a:lnTo>
                      <a:pt x="347" y="31"/>
                    </a:lnTo>
                    <a:lnTo>
                      <a:pt x="347" y="0"/>
                    </a:lnTo>
                    <a:close/>
                    <a:moveTo>
                      <a:pt x="288" y="213"/>
                    </a:moveTo>
                    <a:lnTo>
                      <a:pt x="317" y="213"/>
                    </a:lnTo>
                    <a:lnTo>
                      <a:pt x="317" y="194"/>
                    </a:lnTo>
                    <a:lnTo>
                      <a:pt x="288" y="194"/>
                    </a:lnTo>
                    <a:lnTo>
                      <a:pt x="288" y="213"/>
                    </a:lnTo>
                    <a:lnTo>
                      <a:pt x="288" y="213"/>
                    </a:lnTo>
                    <a:close/>
                    <a:moveTo>
                      <a:pt x="317" y="0"/>
                    </a:moveTo>
                    <a:lnTo>
                      <a:pt x="288" y="0"/>
                    </a:lnTo>
                    <a:lnTo>
                      <a:pt x="288" y="31"/>
                    </a:lnTo>
                    <a:lnTo>
                      <a:pt x="307" y="31"/>
                    </a:lnTo>
                    <a:lnTo>
                      <a:pt x="307" y="71"/>
                    </a:lnTo>
                    <a:lnTo>
                      <a:pt x="288" y="71"/>
                    </a:lnTo>
                    <a:lnTo>
                      <a:pt x="288" y="154"/>
                    </a:lnTo>
                    <a:lnTo>
                      <a:pt x="317" y="154"/>
                    </a:lnTo>
                    <a:lnTo>
                      <a:pt x="317" y="130"/>
                    </a:lnTo>
                    <a:lnTo>
                      <a:pt x="298" y="130"/>
                    </a:lnTo>
                    <a:lnTo>
                      <a:pt x="298" y="130"/>
                    </a:lnTo>
                    <a:lnTo>
                      <a:pt x="298" y="90"/>
                    </a:lnTo>
                    <a:lnTo>
                      <a:pt x="317" y="90"/>
                    </a:lnTo>
                    <a:lnTo>
                      <a:pt x="317" y="0"/>
                    </a:lnTo>
                    <a:close/>
                    <a:moveTo>
                      <a:pt x="257" y="213"/>
                    </a:moveTo>
                    <a:lnTo>
                      <a:pt x="288" y="213"/>
                    </a:lnTo>
                    <a:lnTo>
                      <a:pt x="288" y="194"/>
                    </a:lnTo>
                    <a:lnTo>
                      <a:pt x="257" y="194"/>
                    </a:lnTo>
                    <a:lnTo>
                      <a:pt x="257" y="213"/>
                    </a:lnTo>
                    <a:lnTo>
                      <a:pt x="257" y="213"/>
                    </a:lnTo>
                    <a:close/>
                    <a:moveTo>
                      <a:pt x="288" y="0"/>
                    </a:moveTo>
                    <a:lnTo>
                      <a:pt x="257" y="0"/>
                    </a:lnTo>
                    <a:lnTo>
                      <a:pt x="257" y="90"/>
                    </a:lnTo>
                    <a:lnTo>
                      <a:pt x="276" y="90"/>
                    </a:lnTo>
                    <a:lnTo>
                      <a:pt x="276" y="130"/>
                    </a:lnTo>
                    <a:lnTo>
                      <a:pt x="257" y="130"/>
                    </a:lnTo>
                    <a:lnTo>
                      <a:pt x="257" y="154"/>
                    </a:lnTo>
                    <a:lnTo>
                      <a:pt x="288" y="154"/>
                    </a:lnTo>
                    <a:lnTo>
                      <a:pt x="288" y="71"/>
                    </a:lnTo>
                    <a:lnTo>
                      <a:pt x="267" y="71"/>
                    </a:lnTo>
                    <a:lnTo>
                      <a:pt x="267" y="31"/>
                    </a:lnTo>
                    <a:lnTo>
                      <a:pt x="267" y="31"/>
                    </a:lnTo>
                    <a:lnTo>
                      <a:pt x="288" y="31"/>
                    </a:lnTo>
                    <a:lnTo>
                      <a:pt x="288" y="0"/>
                    </a:lnTo>
                    <a:close/>
                    <a:moveTo>
                      <a:pt x="227" y="213"/>
                    </a:moveTo>
                    <a:lnTo>
                      <a:pt x="257" y="213"/>
                    </a:lnTo>
                    <a:lnTo>
                      <a:pt x="257" y="194"/>
                    </a:lnTo>
                    <a:lnTo>
                      <a:pt x="227" y="194"/>
                    </a:lnTo>
                    <a:lnTo>
                      <a:pt x="227" y="213"/>
                    </a:lnTo>
                    <a:lnTo>
                      <a:pt x="227" y="213"/>
                    </a:lnTo>
                    <a:close/>
                    <a:moveTo>
                      <a:pt x="257" y="0"/>
                    </a:moveTo>
                    <a:lnTo>
                      <a:pt x="227" y="0"/>
                    </a:lnTo>
                    <a:lnTo>
                      <a:pt x="227" y="31"/>
                    </a:lnTo>
                    <a:lnTo>
                      <a:pt x="248" y="31"/>
                    </a:lnTo>
                    <a:lnTo>
                      <a:pt x="248" y="71"/>
                    </a:lnTo>
                    <a:lnTo>
                      <a:pt x="227" y="71"/>
                    </a:lnTo>
                    <a:lnTo>
                      <a:pt x="227" y="154"/>
                    </a:lnTo>
                    <a:lnTo>
                      <a:pt x="257" y="154"/>
                    </a:lnTo>
                    <a:lnTo>
                      <a:pt x="257" y="130"/>
                    </a:lnTo>
                    <a:lnTo>
                      <a:pt x="239" y="130"/>
                    </a:lnTo>
                    <a:lnTo>
                      <a:pt x="239" y="130"/>
                    </a:lnTo>
                    <a:lnTo>
                      <a:pt x="239" y="90"/>
                    </a:lnTo>
                    <a:lnTo>
                      <a:pt x="257" y="90"/>
                    </a:lnTo>
                    <a:lnTo>
                      <a:pt x="257" y="0"/>
                    </a:lnTo>
                    <a:close/>
                    <a:moveTo>
                      <a:pt x="198" y="213"/>
                    </a:moveTo>
                    <a:lnTo>
                      <a:pt x="227" y="213"/>
                    </a:lnTo>
                    <a:lnTo>
                      <a:pt x="227" y="194"/>
                    </a:lnTo>
                    <a:lnTo>
                      <a:pt x="198" y="194"/>
                    </a:lnTo>
                    <a:lnTo>
                      <a:pt x="198" y="213"/>
                    </a:lnTo>
                    <a:lnTo>
                      <a:pt x="198" y="213"/>
                    </a:lnTo>
                    <a:close/>
                    <a:moveTo>
                      <a:pt x="227" y="0"/>
                    </a:moveTo>
                    <a:lnTo>
                      <a:pt x="198" y="0"/>
                    </a:lnTo>
                    <a:lnTo>
                      <a:pt x="198" y="90"/>
                    </a:lnTo>
                    <a:lnTo>
                      <a:pt x="217" y="90"/>
                    </a:lnTo>
                    <a:lnTo>
                      <a:pt x="217" y="130"/>
                    </a:lnTo>
                    <a:lnTo>
                      <a:pt x="198" y="130"/>
                    </a:lnTo>
                    <a:lnTo>
                      <a:pt x="198" y="154"/>
                    </a:lnTo>
                    <a:lnTo>
                      <a:pt x="227" y="154"/>
                    </a:lnTo>
                    <a:lnTo>
                      <a:pt x="227" y="71"/>
                    </a:lnTo>
                    <a:lnTo>
                      <a:pt x="208" y="71"/>
                    </a:lnTo>
                    <a:lnTo>
                      <a:pt x="208" y="31"/>
                    </a:lnTo>
                    <a:lnTo>
                      <a:pt x="208" y="31"/>
                    </a:lnTo>
                    <a:lnTo>
                      <a:pt x="227" y="31"/>
                    </a:lnTo>
                    <a:lnTo>
                      <a:pt x="227" y="0"/>
                    </a:lnTo>
                    <a:close/>
                    <a:moveTo>
                      <a:pt x="168" y="213"/>
                    </a:moveTo>
                    <a:lnTo>
                      <a:pt x="198" y="213"/>
                    </a:lnTo>
                    <a:lnTo>
                      <a:pt x="198" y="194"/>
                    </a:lnTo>
                    <a:lnTo>
                      <a:pt x="168" y="194"/>
                    </a:lnTo>
                    <a:lnTo>
                      <a:pt x="168" y="213"/>
                    </a:lnTo>
                    <a:lnTo>
                      <a:pt x="168" y="213"/>
                    </a:lnTo>
                    <a:close/>
                    <a:moveTo>
                      <a:pt x="198" y="0"/>
                    </a:moveTo>
                    <a:lnTo>
                      <a:pt x="168" y="0"/>
                    </a:lnTo>
                    <a:lnTo>
                      <a:pt x="168" y="31"/>
                    </a:lnTo>
                    <a:lnTo>
                      <a:pt x="186" y="31"/>
                    </a:lnTo>
                    <a:lnTo>
                      <a:pt x="186" y="71"/>
                    </a:lnTo>
                    <a:lnTo>
                      <a:pt x="168" y="71"/>
                    </a:lnTo>
                    <a:lnTo>
                      <a:pt x="168" y="154"/>
                    </a:lnTo>
                    <a:lnTo>
                      <a:pt x="198" y="154"/>
                    </a:lnTo>
                    <a:lnTo>
                      <a:pt x="198" y="130"/>
                    </a:lnTo>
                    <a:lnTo>
                      <a:pt x="177" y="130"/>
                    </a:lnTo>
                    <a:lnTo>
                      <a:pt x="177" y="130"/>
                    </a:lnTo>
                    <a:lnTo>
                      <a:pt x="177" y="90"/>
                    </a:lnTo>
                    <a:lnTo>
                      <a:pt x="198" y="90"/>
                    </a:lnTo>
                    <a:lnTo>
                      <a:pt x="198" y="0"/>
                    </a:lnTo>
                    <a:close/>
                    <a:moveTo>
                      <a:pt x="137" y="213"/>
                    </a:moveTo>
                    <a:lnTo>
                      <a:pt x="168" y="213"/>
                    </a:lnTo>
                    <a:lnTo>
                      <a:pt x="168" y="194"/>
                    </a:lnTo>
                    <a:lnTo>
                      <a:pt x="137" y="194"/>
                    </a:lnTo>
                    <a:lnTo>
                      <a:pt x="137" y="213"/>
                    </a:lnTo>
                    <a:lnTo>
                      <a:pt x="137" y="213"/>
                    </a:lnTo>
                    <a:close/>
                    <a:moveTo>
                      <a:pt x="168" y="0"/>
                    </a:moveTo>
                    <a:lnTo>
                      <a:pt x="137" y="0"/>
                    </a:lnTo>
                    <a:lnTo>
                      <a:pt x="137" y="90"/>
                    </a:lnTo>
                    <a:lnTo>
                      <a:pt x="158" y="90"/>
                    </a:lnTo>
                    <a:lnTo>
                      <a:pt x="158" y="130"/>
                    </a:lnTo>
                    <a:lnTo>
                      <a:pt x="137" y="130"/>
                    </a:lnTo>
                    <a:lnTo>
                      <a:pt x="137" y="154"/>
                    </a:lnTo>
                    <a:lnTo>
                      <a:pt x="168" y="154"/>
                    </a:lnTo>
                    <a:lnTo>
                      <a:pt x="168" y="71"/>
                    </a:lnTo>
                    <a:lnTo>
                      <a:pt x="146" y="71"/>
                    </a:lnTo>
                    <a:lnTo>
                      <a:pt x="146" y="31"/>
                    </a:lnTo>
                    <a:lnTo>
                      <a:pt x="146" y="31"/>
                    </a:lnTo>
                    <a:lnTo>
                      <a:pt x="168" y="31"/>
                    </a:lnTo>
                    <a:lnTo>
                      <a:pt x="168" y="0"/>
                    </a:lnTo>
                    <a:close/>
                    <a:moveTo>
                      <a:pt x="106" y="213"/>
                    </a:moveTo>
                    <a:lnTo>
                      <a:pt x="137" y="213"/>
                    </a:lnTo>
                    <a:lnTo>
                      <a:pt x="137" y="194"/>
                    </a:lnTo>
                    <a:lnTo>
                      <a:pt x="106" y="194"/>
                    </a:lnTo>
                    <a:lnTo>
                      <a:pt x="106" y="213"/>
                    </a:lnTo>
                    <a:lnTo>
                      <a:pt x="106" y="213"/>
                    </a:lnTo>
                    <a:close/>
                    <a:moveTo>
                      <a:pt x="137" y="0"/>
                    </a:moveTo>
                    <a:lnTo>
                      <a:pt x="106" y="0"/>
                    </a:lnTo>
                    <a:lnTo>
                      <a:pt x="106" y="31"/>
                    </a:lnTo>
                    <a:lnTo>
                      <a:pt x="127" y="31"/>
                    </a:lnTo>
                    <a:lnTo>
                      <a:pt x="127" y="71"/>
                    </a:lnTo>
                    <a:lnTo>
                      <a:pt x="106" y="71"/>
                    </a:lnTo>
                    <a:lnTo>
                      <a:pt x="106" y="154"/>
                    </a:lnTo>
                    <a:lnTo>
                      <a:pt x="137" y="154"/>
                    </a:lnTo>
                    <a:lnTo>
                      <a:pt x="137" y="130"/>
                    </a:lnTo>
                    <a:lnTo>
                      <a:pt x="118" y="130"/>
                    </a:lnTo>
                    <a:lnTo>
                      <a:pt x="118" y="130"/>
                    </a:lnTo>
                    <a:lnTo>
                      <a:pt x="118" y="90"/>
                    </a:lnTo>
                    <a:lnTo>
                      <a:pt x="137" y="90"/>
                    </a:lnTo>
                    <a:lnTo>
                      <a:pt x="137" y="0"/>
                    </a:lnTo>
                    <a:close/>
                    <a:moveTo>
                      <a:pt x="78" y="213"/>
                    </a:moveTo>
                    <a:lnTo>
                      <a:pt x="106" y="213"/>
                    </a:lnTo>
                    <a:lnTo>
                      <a:pt x="106" y="194"/>
                    </a:lnTo>
                    <a:lnTo>
                      <a:pt x="78" y="194"/>
                    </a:lnTo>
                    <a:lnTo>
                      <a:pt x="78" y="213"/>
                    </a:lnTo>
                    <a:lnTo>
                      <a:pt x="78" y="213"/>
                    </a:lnTo>
                    <a:close/>
                    <a:moveTo>
                      <a:pt x="106" y="0"/>
                    </a:moveTo>
                    <a:lnTo>
                      <a:pt x="78" y="0"/>
                    </a:lnTo>
                    <a:lnTo>
                      <a:pt x="78" y="90"/>
                    </a:lnTo>
                    <a:lnTo>
                      <a:pt x="97" y="90"/>
                    </a:lnTo>
                    <a:lnTo>
                      <a:pt x="97" y="130"/>
                    </a:lnTo>
                    <a:lnTo>
                      <a:pt x="78" y="130"/>
                    </a:lnTo>
                    <a:lnTo>
                      <a:pt x="78" y="154"/>
                    </a:lnTo>
                    <a:lnTo>
                      <a:pt x="106" y="154"/>
                    </a:lnTo>
                    <a:lnTo>
                      <a:pt x="106" y="71"/>
                    </a:lnTo>
                    <a:lnTo>
                      <a:pt x="87" y="71"/>
                    </a:lnTo>
                    <a:lnTo>
                      <a:pt x="87" y="31"/>
                    </a:lnTo>
                    <a:lnTo>
                      <a:pt x="87" y="31"/>
                    </a:lnTo>
                    <a:lnTo>
                      <a:pt x="106" y="31"/>
                    </a:lnTo>
                    <a:lnTo>
                      <a:pt x="106" y="0"/>
                    </a:lnTo>
                    <a:close/>
                    <a:moveTo>
                      <a:pt x="47" y="213"/>
                    </a:moveTo>
                    <a:lnTo>
                      <a:pt x="78" y="213"/>
                    </a:lnTo>
                    <a:lnTo>
                      <a:pt x="78" y="194"/>
                    </a:lnTo>
                    <a:lnTo>
                      <a:pt x="78" y="154"/>
                    </a:lnTo>
                    <a:lnTo>
                      <a:pt x="78" y="130"/>
                    </a:lnTo>
                    <a:lnTo>
                      <a:pt x="56" y="130"/>
                    </a:lnTo>
                    <a:lnTo>
                      <a:pt x="56" y="130"/>
                    </a:lnTo>
                    <a:lnTo>
                      <a:pt x="56" y="90"/>
                    </a:lnTo>
                    <a:lnTo>
                      <a:pt x="78" y="90"/>
                    </a:lnTo>
                    <a:lnTo>
                      <a:pt x="78" y="0"/>
                    </a:lnTo>
                    <a:lnTo>
                      <a:pt x="47" y="0"/>
                    </a:lnTo>
                    <a:lnTo>
                      <a:pt x="47" y="31"/>
                    </a:lnTo>
                    <a:lnTo>
                      <a:pt x="66" y="31"/>
                    </a:lnTo>
                    <a:lnTo>
                      <a:pt x="66" y="71"/>
                    </a:lnTo>
                    <a:lnTo>
                      <a:pt x="47" y="71"/>
                    </a:lnTo>
                    <a:lnTo>
                      <a:pt x="47" y="213"/>
                    </a:lnTo>
                    <a:close/>
                    <a:moveTo>
                      <a:pt x="0" y="213"/>
                    </a:moveTo>
                    <a:lnTo>
                      <a:pt x="47" y="213"/>
                    </a:lnTo>
                    <a:lnTo>
                      <a:pt x="47" y="71"/>
                    </a:lnTo>
                    <a:lnTo>
                      <a:pt x="26" y="71"/>
                    </a:lnTo>
                    <a:lnTo>
                      <a:pt x="26" y="31"/>
                    </a:lnTo>
                    <a:lnTo>
                      <a:pt x="26" y="31"/>
                    </a:lnTo>
                    <a:lnTo>
                      <a:pt x="47" y="31"/>
                    </a:lnTo>
                    <a:lnTo>
                      <a:pt x="47" y="0"/>
                    </a:lnTo>
                    <a:lnTo>
                      <a:pt x="0" y="0"/>
                    </a:lnTo>
                    <a:lnTo>
                      <a:pt x="0" y="2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6" name="Freeform 175"/>
              <p:cNvSpPr>
                <a:spLocks/>
              </p:cNvSpPr>
              <p:nvPr/>
            </p:nvSpPr>
            <p:spPr bwMode="auto">
              <a:xfrm>
                <a:off x="-2574925" y="2665412"/>
                <a:ext cx="420688" cy="101600"/>
              </a:xfrm>
              <a:custGeom>
                <a:avLst/>
                <a:gdLst>
                  <a:gd name="T0" fmla="*/ 0 w 112"/>
                  <a:gd name="T1" fmla="*/ 13 h 27"/>
                  <a:gd name="T2" fmla="*/ 8 w 112"/>
                  <a:gd name="T3" fmla="*/ 27 h 27"/>
                  <a:gd name="T4" fmla="*/ 56 w 112"/>
                  <a:gd name="T5" fmla="*/ 16 h 27"/>
                  <a:gd name="T6" fmla="*/ 104 w 112"/>
                  <a:gd name="T7" fmla="*/ 27 h 27"/>
                  <a:gd name="T8" fmla="*/ 112 w 112"/>
                  <a:gd name="T9" fmla="*/ 13 h 27"/>
                  <a:gd name="T10" fmla="*/ 56 w 112"/>
                  <a:gd name="T11" fmla="*/ 0 h 27"/>
                  <a:gd name="T12" fmla="*/ 0 w 112"/>
                  <a:gd name="T13" fmla="*/ 13 h 27"/>
                </a:gdLst>
                <a:ahLst/>
                <a:cxnLst>
                  <a:cxn ang="0">
                    <a:pos x="T0" y="T1"/>
                  </a:cxn>
                  <a:cxn ang="0">
                    <a:pos x="T2" y="T3"/>
                  </a:cxn>
                  <a:cxn ang="0">
                    <a:pos x="T4" y="T5"/>
                  </a:cxn>
                  <a:cxn ang="0">
                    <a:pos x="T6" y="T7"/>
                  </a:cxn>
                  <a:cxn ang="0">
                    <a:pos x="T8" y="T9"/>
                  </a:cxn>
                  <a:cxn ang="0">
                    <a:pos x="T10" y="T11"/>
                  </a:cxn>
                  <a:cxn ang="0">
                    <a:pos x="T12" y="T13"/>
                  </a:cxn>
                </a:cxnLst>
                <a:rect l="0" t="0" r="r" b="b"/>
                <a:pathLst>
                  <a:path w="112" h="27">
                    <a:moveTo>
                      <a:pt x="0" y="13"/>
                    </a:moveTo>
                    <a:cubicBezTo>
                      <a:pt x="8" y="27"/>
                      <a:pt x="8" y="27"/>
                      <a:pt x="8" y="27"/>
                    </a:cubicBezTo>
                    <a:cubicBezTo>
                      <a:pt x="21" y="20"/>
                      <a:pt x="38" y="16"/>
                      <a:pt x="56" y="16"/>
                    </a:cubicBezTo>
                    <a:cubicBezTo>
                      <a:pt x="74" y="16"/>
                      <a:pt x="91" y="20"/>
                      <a:pt x="104" y="27"/>
                    </a:cubicBezTo>
                    <a:cubicBezTo>
                      <a:pt x="112" y="13"/>
                      <a:pt x="112" y="13"/>
                      <a:pt x="112" y="13"/>
                    </a:cubicBezTo>
                    <a:cubicBezTo>
                      <a:pt x="96" y="5"/>
                      <a:pt x="76" y="0"/>
                      <a:pt x="56" y="0"/>
                    </a:cubicBezTo>
                    <a:cubicBezTo>
                      <a:pt x="36" y="0"/>
                      <a:pt x="16" y="5"/>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7" name="Freeform 176"/>
              <p:cNvSpPr>
                <a:spLocks/>
              </p:cNvSpPr>
              <p:nvPr/>
            </p:nvSpPr>
            <p:spPr bwMode="auto">
              <a:xfrm>
                <a:off x="-2646363" y="2552700"/>
                <a:ext cx="563563" cy="117475"/>
              </a:xfrm>
              <a:custGeom>
                <a:avLst/>
                <a:gdLst>
                  <a:gd name="T0" fmla="*/ 150 w 150"/>
                  <a:gd name="T1" fmla="*/ 17 h 31"/>
                  <a:gd name="T2" fmla="*/ 75 w 150"/>
                  <a:gd name="T3" fmla="*/ 0 h 31"/>
                  <a:gd name="T4" fmla="*/ 0 w 150"/>
                  <a:gd name="T5" fmla="*/ 17 h 31"/>
                  <a:gd name="T6" fmla="*/ 8 w 150"/>
                  <a:gd name="T7" fmla="*/ 31 h 31"/>
                  <a:gd name="T8" fmla="*/ 75 w 150"/>
                  <a:gd name="T9" fmla="*/ 15 h 31"/>
                  <a:gd name="T10" fmla="*/ 142 w 150"/>
                  <a:gd name="T11" fmla="*/ 31 h 31"/>
                  <a:gd name="T12" fmla="*/ 150 w 150"/>
                  <a:gd name="T13" fmla="*/ 17 h 31"/>
                </a:gdLst>
                <a:ahLst/>
                <a:cxnLst>
                  <a:cxn ang="0">
                    <a:pos x="T0" y="T1"/>
                  </a:cxn>
                  <a:cxn ang="0">
                    <a:pos x="T2" y="T3"/>
                  </a:cxn>
                  <a:cxn ang="0">
                    <a:pos x="T4" y="T5"/>
                  </a:cxn>
                  <a:cxn ang="0">
                    <a:pos x="T6" y="T7"/>
                  </a:cxn>
                  <a:cxn ang="0">
                    <a:pos x="T8" y="T9"/>
                  </a:cxn>
                  <a:cxn ang="0">
                    <a:pos x="T10" y="T11"/>
                  </a:cxn>
                  <a:cxn ang="0">
                    <a:pos x="T12" y="T13"/>
                  </a:cxn>
                </a:cxnLst>
                <a:rect l="0" t="0" r="r" b="b"/>
                <a:pathLst>
                  <a:path w="150" h="31">
                    <a:moveTo>
                      <a:pt x="150" y="17"/>
                    </a:moveTo>
                    <a:cubicBezTo>
                      <a:pt x="129" y="6"/>
                      <a:pt x="102" y="0"/>
                      <a:pt x="75" y="0"/>
                    </a:cubicBezTo>
                    <a:cubicBezTo>
                      <a:pt x="48" y="0"/>
                      <a:pt x="21" y="6"/>
                      <a:pt x="0" y="17"/>
                    </a:cubicBezTo>
                    <a:cubicBezTo>
                      <a:pt x="8" y="31"/>
                      <a:pt x="8" y="31"/>
                      <a:pt x="8" y="31"/>
                    </a:cubicBezTo>
                    <a:cubicBezTo>
                      <a:pt x="27" y="21"/>
                      <a:pt x="50" y="15"/>
                      <a:pt x="75" y="15"/>
                    </a:cubicBezTo>
                    <a:cubicBezTo>
                      <a:pt x="100" y="15"/>
                      <a:pt x="123" y="21"/>
                      <a:pt x="142" y="31"/>
                    </a:cubicBezTo>
                    <a:lnTo>
                      <a:pt x="15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8" name="Freeform 177"/>
              <p:cNvSpPr>
                <a:spLocks/>
              </p:cNvSpPr>
              <p:nvPr/>
            </p:nvSpPr>
            <p:spPr bwMode="auto">
              <a:xfrm>
                <a:off x="-4422775" y="5965825"/>
                <a:ext cx="130175" cy="195263"/>
              </a:xfrm>
              <a:custGeom>
                <a:avLst/>
                <a:gdLst>
                  <a:gd name="T0" fmla="*/ 25 w 35"/>
                  <a:gd name="T1" fmla="*/ 49 h 52"/>
                  <a:gd name="T2" fmla="*/ 30 w 35"/>
                  <a:gd name="T3" fmla="*/ 41 h 52"/>
                  <a:gd name="T4" fmla="*/ 10 w 35"/>
                  <a:gd name="T5" fmla="*/ 8 h 52"/>
                  <a:gd name="T6" fmla="*/ 5 w 35"/>
                  <a:gd name="T7" fmla="*/ 0 h 52"/>
                  <a:gd name="T8" fmla="*/ 0 w 35"/>
                  <a:gd name="T9" fmla="*/ 9 h 52"/>
                  <a:gd name="T10" fmla="*/ 25 w 35"/>
                  <a:gd name="T11" fmla="*/ 49 h 52"/>
                </a:gdLst>
                <a:ahLst/>
                <a:cxnLst>
                  <a:cxn ang="0">
                    <a:pos x="T0" y="T1"/>
                  </a:cxn>
                  <a:cxn ang="0">
                    <a:pos x="T2" y="T3"/>
                  </a:cxn>
                  <a:cxn ang="0">
                    <a:pos x="T4" y="T5"/>
                  </a:cxn>
                  <a:cxn ang="0">
                    <a:pos x="T6" y="T7"/>
                  </a:cxn>
                  <a:cxn ang="0">
                    <a:pos x="T8" y="T9"/>
                  </a:cxn>
                  <a:cxn ang="0">
                    <a:pos x="T10" y="T11"/>
                  </a:cxn>
                </a:cxnLst>
                <a:rect l="0" t="0" r="r" b="b"/>
                <a:pathLst>
                  <a:path w="35" h="52">
                    <a:moveTo>
                      <a:pt x="25" y="49"/>
                    </a:moveTo>
                    <a:cubicBezTo>
                      <a:pt x="31" y="52"/>
                      <a:pt x="35" y="44"/>
                      <a:pt x="30" y="41"/>
                    </a:cubicBezTo>
                    <a:cubicBezTo>
                      <a:pt x="18" y="34"/>
                      <a:pt x="10" y="21"/>
                      <a:pt x="10" y="8"/>
                    </a:cubicBezTo>
                    <a:cubicBezTo>
                      <a:pt x="8" y="5"/>
                      <a:pt x="6" y="3"/>
                      <a:pt x="5" y="0"/>
                    </a:cubicBezTo>
                    <a:cubicBezTo>
                      <a:pt x="4" y="3"/>
                      <a:pt x="2" y="6"/>
                      <a:pt x="0" y="9"/>
                    </a:cubicBezTo>
                    <a:cubicBezTo>
                      <a:pt x="1" y="25"/>
                      <a:pt x="11" y="41"/>
                      <a:pt x="25"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49" name="Freeform 178"/>
              <p:cNvSpPr>
                <a:spLocks/>
              </p:cNvSpPr>
              <p:nvPr/>
            </p:nvSpPr>
            <p:spPr bwMode="auto">
              <a:xfrm>
                <a:off x="-4333875" y="5613400"/>
                <a:ext cx="206375" cy="198438"/>
              </a:xfrm>
              <a:custGeom>
                <a:avLst/>
                <a:gdLst>
                  <a:gd name="T0" fmla="*/ 50 w 55"/>
                  <a:gd name="T1" fmla="*/ 17 h 53"/>
                  <a:gd name="T2" fmla="*/ 26 w 55"/>
                  <a:gd name="T3" fmla="*/ 0 h 53"/>
                  <a:gd name="T4" fmla="*/ 20 w 55"/>
                  <a:gd name="T5" fmla="*/ 1 h 53"/>
                  <a:gd name="T6" fmla="*/ 0 w 55"/>
                  <a:gd name="T7" fmla="*/ 13 h 53"/>
                  <a:gd name="T8" fmla="*/ 6 w 55"/>
                  <a:gd name="T9" fmla="*/ 18 h 53"/>
                  <a:gd name="T10" fmla="*/ 16 w 55"/>
                  <a:gd name="T11" fmla="*/ 14 h 53"/>
                  <a:gd name="T12" fmla="*/ 20 w 55"/>
                  <a:gd name="T13" fmla="*/ 14 h 53"/>
                  <a:gd name="T14" fmla="*/ 34 w 55"/>
                  <a:gd name="T15" fmla="*/ 23 h 53"/>
                  <a:gd name="T16" fmla="*/ 26 w 55"/>
                  <a:gd name="T17" fmla="*/ 41 h 53"/>
                  <a:gd name="T18" fmla="*/ 15 w 55"/>
                  <a:gd name="T19" fmla="*/ 45 h 53"/>
                  <a:gd name="T20" fmla="*/ 14 w 55"/>
                  <a:gd name="T21" fmla="*/ 52 h 53"/>
                  <a:gd name="T22" fmla="*/ 21 w 55"/>
                  <a:gd name="T23" fmla="*/ 53 h 53"/>
                  <a:gd name="T24" fmla="*/ 38 w 55"/>
                  <a:gd name="T25" fmla="*/ 49 h 53"/>
                  <a:gd name="T26" fmla="*/ 50 w 55"/>
                  <a:gd name="T27" fmla="*/ 1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53">
                    <a:moveTo>
                      <a:pt x="50" y="17"/>
                    </a:moveTo>
                    <a:cubicBezTo>
                      <a:pt x="46" y="6"/>
                      <a:pt x="36" y="0"/>
                      <a:pt x="26" y="0"/>
                    </a:cubicBezTo>
                    <a:cubicBezTo>
                      <a:pt x="24" y="0"/>
                      <a:pt x="22" y="0"/>
                      <a:pt x="20" y="1"/>
                    </a:cubicBezTo>
                    <a:cubicBezTo>
                      <a:pt x="13" y="2"/>
                      <a:pt x="6" y="7"/>
                      <a:pt x="0" y="13"/>
                    </a:cubicBezTo>
                    <a:cubicBezTo>
                      <a:pt x="2" y="15"/>
                      <a:pt x="4" y="17"/>
                      <a:pt x="6" y="18"/>
                    </a:cubicBezTo>
                    <a:cubicBezTo>
                      <a:pt x="9" y="16"/>
                      <a:pt x="13" y="15"/>
                      <a:pt x="16" y="14"/>
                    </a:cubicBezTo>
                    <a:cubicBezTo>
                      <a:pt x="17" y="14"/>
                      <a:pt x="18" y="14"/>
                      <a:pt x="20" y="14"/>
                    </a:cubicBezTo>
                    <a:cubicBezTo>
                      <a:pt x="26" y="14"/>
                      <a:pt x="32" y="17"/>
                      <a:pt x="34" y="23"/>
                    </a:cubicBezTo>
                    <a:cubicBezTo>
                      <a:pt x="36" y="30"/>
                      <a:pt x="33" y="37"/>
                      <a:pt x="26" y="41"/>
                    </a:cubicBezTo>
                    <a:cubicBezTo>
                      <a:pt x="23" y="43"/>
                      <a:pt x="19" y="44"/>
                      <a:pt x="15" y="45"/>
                    </a:cubicBezTo>
                    <a:cubicBezTo>
                      <a:pt x="15" y="47"/>
                      <a:pt x="15" y="50"/>
                      <a:pt x="14" y="52"/>
                    </a:cubicBezTo>
                    <a:cubicBezTo>
                      <a:pt x="16" y="53"/>
                      <a:pt x="19" y="53"/>
                      <a:pt x="21" y="53"/>
                    </a:cubicBezTo>
                    <a:cubicBezTo>
                      <a:pt x="27" y="53"/>
                      <a:pt x="33" y="52"/>
                      <a:pt x="38" y="49"/>
                    </a:cubicBezTo>
                    <a:cubicBezTo>
                      <a:pt x="49" y="43"/>
                      <a:pt x="55" y="29"/>
                      <a:pt x="5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0" name="Freeform 179"/>
              <p:cNvSpPr>
                <a:spLocks/>
              </p:cNvSpPr>
              <p:nvPr/>
            </p:nvSpPr>
            <p:spPr bwMode="auto">
              <a:xfrm>
                <a:off x="-4521200" y="5489575"/>
                <a:ext cx="198438" cy="176213"/>
              </a:xfrm>
              <a:custGeom>
                <a:avLst/>
                <a:gdLst>
                  <a:gd name="T0" fmla="*/ 52 w 53"/>
                  <a:gd name="T1" fmla="*/ 22 h 47"/>
                  <a:gd name="T2" fmla="*/ 27 w 53"/>
                  <a:gd name="T3" fmla="*/ 0 h 47"/>
                  <a:gd name="T4" fmla="*/ 25 w 53"/>
                  <a:gd name="T5" fmla="*/ 1 h 47"/>
                  <a:gd name="T6" fmla="*/ 1 w 53"/>
                  <a:gd name="T7" fmla="*/ 24 h 47"/>
                  <a:gd name="T8" fmla="*/ 7 w 53"/>
                  <a:gd name="T9" fmla="*/ 47 h 47"/>
                  <a:gd name="T10" fmla="*/ 13 w 53"/>
                  <a:gd name="T11" fmla="*/ 43 h 47"/>
                  <a:gd name="T12" fmla="*/ 12 w 53"/>
                  <a:gd name="T13" fmla="*/ 32 h 47"/>
                  <a:gd name="T14" fmla="*/ 26 w 53"/>
                  <a:gd name="T15" fmla="*/ 18 h 47"/>
                  <a:gd name="T16" fmla="*/ 27 w 53"/>
                  <a:gd name="T17" fmla="*/ 18 h 47"/>
                  <a:gd name="T18" fmla="*/ 41 w 53"/>
                  <a:gd name="T19" fmla="*/ 31 h 47"/>
                  <a:gd name="T20" fmla="*/ 41 w 53"/>
                  <a:gd name="T21" fmla="*/ 42 h 47"/>
                  <a:gd name="T22" fmla="*/ 48 w 53"/>
                  <a:gd name="T23" fmla="*/ 45 h 47"/>
                  <a:gd name="T24" fmla="*/ 52 w 53"/>
                  <a:gd name="T25" fmla="*/ 2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47">
                    <a:moveTo>
                      <a:pt x="52" y="22"/>
                    </a:moveTo>
                    <a:cubicBezTo>
                      <a:pt x="50" y="10"/>
                      <a:pt x="40" y="0"/>
                      <a:pt x="27" y="0"/>
                    </a:cubicBezTo>
                    <a:cubicBezTo>
                      <a:pt x="26" y="0"/>
                      <a:pt x="26" y="0"/>
                      <a:pt x="25" y="1"/>
                    </a:cubicBezTo>
                    <a:cubicBezTo>
                      <a:pt x="12" y="1"/>
                      <a:pt x="2" y="12"/>
                      <a:pt x="1" y="24"/>
                    </a:cubicBezTo>
                    <a:cubicBezTo>
                      <a:pt x="0" y="32"/>
                      <a:pt x="2" y="40"/>
                      <a:pt x="7" y="47"/>
                    </a:cubicBezTo>
                    <a:cubicBezTo>
                      <a:pt x="9" y="46"/>
                      <a:pt x="11" y="44"/>
                      <a:pt x="13" y="43"/>
                    </a:cubicBezTo>
                    <a:cubicBezTo>
                      <a:pt x="12" y="39"/>
                      <a:pt x="12" y="35"/>
                      <a:pt x="12" y="32"/>
                    </a:cubicBezTo>
                    <a:cubicBezTo>
                      <a:pt x="13" y="24"/>
                      <a:pt x="19" y="18"/>
                      <a:pt x="26" y="18"/>
                    </a:cubicBezTo>
                    <a:cubicBezTo>
                      <a:pt x="26" y="18"/>
                      <a:pt x="26" y="18"/>
                      <a:pt x="27" y="18"/>
                    </a:cubicBezTo>
                    <a:cubicBezTo>
                      <a:pt x="34" y="18"/>
                      <a:pt x="39" y="23"/>
                      <a:pt x="41" y="31"/>
                    </a:cubicBezTo>
                    <a:cubicBezTo>
                      <a:pt x="42" y="34"/>
                      <a:pt x="42" y="38"/>
                      <a:pt x="41" y="42"/>
                    </a:cubicBezTo>
                    <a:cubicBezTo>
                      <a:pt x="44" y="43"/>
                      <a:pt x="46" y="44"/>
                      <a:pt x="48" y="45"/>
                    </a:cubicBezTo>
                    <a:cubicBezTo>
                      <a:pt x="52" y="37"/>
                      <a:pt x="53" y="29"/>
                      <a:pt x="5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1" name="Freeform 180"/>
              <p:cNvSpPr>
                <a:spLocks/>
              </p:cNvSpPr>
              <p:nvPr/>
            </p:nvSpPr>
            <p:spPr bwMode="auto">
              <a:xfrm>
                <a:off x="-4452938" y="5737225"/>
                <a:ext cx="77788" cy="79375"/>
              </a:xfrm>
              <a:custGeom>
                <a:avLst/>
                <a:gdLst>
                  <a:gd name="T0" fmla="*/ 11 w 21"/>
                  <a:gd name="T1" fmla="*/ 0 h 21"/>
                  <a:gd name="T2" fmla="*/ 11 w 21"/>
                  <a:gd name="T3" fmla="*/ 0 h 21"/>
                  <a:gd name="T4" fmla="*/ 0 w 21"/>
                  <a:gd name="T5" fmla="*/ 10 h 21"/>
                  <a:gd name="T6" fmla="*/ 11 w 21"/>
                  <a:gd name="T7" fmla="*/ 21 h 21"/>
                  <a:gd name="T8" fmla="*/ 11 w 21"/>
                  <a:gd name="T9" fmla="*/ 21 h 21"/>
                  <a:gd name="T10" fmla="*/ 21 w 21"/>
                  <a:gd name="T11" fmla="*/ 10 h 21"/>
                  <a:gd name="T12" fmla="*/ 11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11" y="0"/>
                    </a:moveTo>
                    <a:cubicBezTo>
                      <a:pt x="11" y="0"/>
                      <a:pt x="11" y="0"/>
                      <a:pt x="11" y="0"/>
                    </a:cubicBezTo>
                    <a:cubicBezTo>
                      <a:pt x="5" y="0"/>
                      <a:pt x="1" y="4"/>
                      <a:pt x="0" y="10"/>
                    </a:cubicBezTo>
                    <a:cubicBezTo>
                      <a:pt x="0" y="16"/>
                      <a:pt x="5" y="20"/>
                      <a:pt x="11" y="21"/>
                    </a:cubicBezTo>
                    <a:cubicBezTo>
                      <a:pt x="11" y="21"/>
                      <a:pt x="11" y="21"/>
                      <a:pt x="11" y="21"/>
                    </a:cubicBezTo>
                    <a:cubicBezTo>
                      <a:pt x="16" y="21"/>
                      <a:pt x="21" y="16"/>
                      <a:pt x="21" y="10"/>
                    </a:cubicBezTo>
                    <a:cubicBezTo>
                      <a:pt x="21" y="5"/>
                      <a:pt x="17"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2" name="Freeform 181"/>
              <p:cNvSpPr>
                <a:spLocks noEditPoints="1"/>
              </p:cNvSpPr>
              <p:nvPr/>
            </p:nvSpPr>
            <p:spPr bwMode="auto">
              <a:xfrm>
                <a:off x="-4532313" y="5654675"/>
                <a:ext cx="239713" cy="239713"/>
              </a:xfrm>
              <a:custGeom>
                <a:avLst/>
                <a:gdLst>
                  <a:gd name="T0" fmla="*/ 33 w 64"/>
                  <a:gd name="T1" fmla="*/ 0 h 64"/>
                  <a:gd name="T2" fmla="*/ 32 w 64"/>
                  <a:gd name="T3" fmla="*/ 0 h 64"/>
                  <a:gd name="T4" fmla="*/ 32 w 64"/>
                  <a:gd name="T5" fmla="*/ 11 h 64"/>
                  <a:gd name="T6" fmla="*/ 32 w 64"/>
                  <a:gd name="T7" fmla="*/ 11 h 64"/>
                  <a:gd name="T8" fmla="*/ 53 w 64"/>
                  <a:gd name="T9" fmla="*/ 33 h 64"/>
                  <a:gd name="T10" fmla="*/ 53 w 64"/>
                  <a:gd name="T11" fmla="*/ 33 h 64"/>
                  <a:gd name="T12" fmla="*/ 32 w 64"/>
                  <a:gd name="T13" fmla="*/ 53 h 64"/>
                  <a:gd name="T14" fmla="*/ 32 w 64"/>
                  <a:gd name="T15" fmla="*/ 53 h 64"/>
                  <a:gd name="T16" fmla="*/ 32 w 64"/>
                  <a:gd name="T17" fmla="*/ 64 h 64"/>
                  <a:gd name="T18" fmla="*/ 32 w 64"/>
                  <a:gd name="T19" fmla="*/ 64 h 64"/>
                  <a:gd name="T20" fmla="*/ 64 w 64"/>
                  <a:gd name="T21" fmla="*/ 33 h 64"/>
                  <a:gd name="T22" fmla="*/ 33 w 64"/>
                  <a:gd name="T23" fmla="*/ 0 h 64"/>
                  <a:gd name="T24" fmla="*/ 32 w 64"/>
                  <a:gd name="T25" fmla="*/ 0 h 64"/>
                  <a:gd name="T26" fmla="*/ 32 w 64"/>
                  <a:gd name="T27" fmla="*/ 0 h 64"/>
                  <a:gd name="T28" fmla="*/ 0 w 64"/>
                  <a:gd name="T29" fmla="*/ 31 h 64"/>
                  <a:gd name="T30" fmla="*/ 31 w 64"/>
                  <a:gd name="T31" fmla="*/ 64 h 64"/>
                  <a:gd name="T32" fmla="*/ 32 w 64"/>
                  <a:gd name="T33" fmla="*/ 64 h 64"/>
                  <a:gd name="T34" fmla="*/ 32 w 64"/>
                  <a:gd name="T35" fmla="*/ 53 h 64"/>
                  <a:gd name="T36" fmla="*/ 31 w 64"/>
                  <a:gd name="T37" fmla="*/ 53 h 64"/>
                  <a:gd name="T38" fmla="*/ 11 w 64"/>
                  <a:gd name="T39" fmla="*/ 32 h 64"/>
                  <a:gd name="T40" fmla="*/ 32 w 64"/>
                  <a:gd name="T41" fmla="*/ 11 h 64"/>
                  <a:gd name="T42" fmla="*/ 32 w 64"/>
                  <a:gd name="T43" fmla="*/ 11 h 64"/>
                  <a:gd name="T44" fmla="*/ 32 w 64"/>
                  <a:gd name="T4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64">
                    <a:moveTo>
                      <a:pt x="33" y="0"/>
                    </a:moveTo>
                    <a:cubicBezTo>
                      <a:pt x="32" y="0"/>
                      <a:pt x="32" y="0"/>
                      <a:pt x="32" y="0"/>
                    </a:cubicBezTo>
                    <a:cubicBezTo>
                      <a:pt x="32" y="11"/>
                      <a:pt x="32" y="11"/>
                      <a:pt x="32" y="11"/>
                    </a:cubicBezTo>
                    <a:cubicBezTo>
                      <a:pt x="32" y="11"/>
                      <a:pt x="32" y="11"/>
                      <a:pt x="32" y="11"/>
                    </a:cubicBezTo>
                    <a:cubicBezTo>
                      <a:pt x="44" y="11"/>
                      <a:pt x="53" y="21"/>
                      <a:pt x="53" y="33"/>
                    </a:cubicBezTo>
                    <a:cubicBezTo>
                      <a:pt x="53" y="33"/>
                      <a:pt x="53" y="33"/>
                      <a:pt x="53" y="33"/>
                    </a:cubicBezTo>
                    <a:cubicBezTo>
                      <a:pt x="53" y="44"/>
                      <a:pt x="43" y="53"/>
                      <a:pt x="32" y="53"/>
                    </a:cubicBezTo>
                    <a:cubicBezTo>
                      <a:pt x="32" y="53"/>
                      <a:pt x="32" y="53"/>
                      <a:pt x="32" y="53"/>
                    </a:cubicBezTo>
                    <a:cubicBezTo>
                      <a:pt x="32" y="64"/>
                      <a:pt x="32" y="64"/>
                      <a:pt x="32" y="64"/>
                    </a:cubicBezTo>
                    <a:cubicBezTo>
                      <a:pt x="32" y="64"/>
                      <a:pt x="32" y="64"/>
                      <a:pt x="32" y="64"/>
                    </a:cubicBezTo>
                    <a:cubicBezTo>
                      <a:pt x="49" y="64"/>
                      <a:pt x="63" y="50"/>
                      <a:pt x="64" y="33"/>
                    </a:cubicBezTo>
                    <a:cubicBezTo>
                      <a:pt x="64" y="15"/>
                      <a:pt x="50" y="1"/>
                      <a:pt x="33" y="0"/>
                    </a:cubicBezTo>
                    <a:close/>
                    <a:moveTo>
                      <a:pt x="32" y="0"/>
                    </a:moveTo>
                    <a:cubicBezTo>
                      <a:pt x="32" y="0"/>
                      <a:pt x="32" y="0"/>
                      <a:pt x="32" y="0"/>
                    </a:cubicBezTo>
                    <a:cubicBezTo>
                      <a:pt x="15" y="0"/>
                      <a:pt x="1" y="14"/>
                      <a:pt x="0" y="31"/>
                    </a:cubicBezTo>
                    <a:cubicBezTo>
                      <a:pt x="0" y="49"/>
                      <a:pt x="14" y="64"/>
                      <a:pt x="31" y="64"/>
                    </a:cubicBezTo>
                    <a:cubicBezTo>
                      <a:pt x="31" y="64"/>
                      <a:pt x="32" y="64"/>
                      <a:pt x="32" y="64"/>
                    </a:cubicBezTo>
                    <a:cubicBezTo>
                      <a:pt x="32" y="53"/>
                      <a:pt x="32" y="53"/>
                      <a:pt x="32" y="53"/>
                    </a:cubicBezTo>
                    <a:cubicBezTo>
                      <a:pt x="31" y="53"/>
                      <a:pt x="31" y="53"/>
                      <a:pt x="31" y="53"/>
                    </a:cubicBezTo>
                    <a:cubicBezTo>
                      <a:pt x="20" y="53"/>
                      <a:pt x="10" y="43"/>
                      <a:pt x="11" y="32"/>
                    </a:cubicBezTo>
                    <a:cubicBezTo>
                      <a:pt x="11" y="20"/>
                      <a:pt x="20" y="11"/>
                      <a:pt x="32" y="11"/>
                    </a:cubicBezTo>
                    <a:cubicBezTo>
                      <a:pt x="32" y="11"/>
                      <a:pt x="32" y="11"/>
                      <a:pt x="32" y="11"/>
                    </a:cubicBez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3" name="Freeform 182"/>
              <p:cNvSpPr>
                <a:spLocks/>
              </p:cNvSpPr>
              <p:nvPr/>
            </p:nvSpPr>
            <p:spPr bwMode="auto">
              <a:xfrm>
                <a:off x="-4625975" y="5827713"/>
                <a:ext cx="214313" cy="201613"/>
              </a:xfrm>
              <a:custGeom>
                <a:avLst/>
                <a:gdLst>
                  <a:gd name="T0" fmla="*/ 27 w 57"/>
                  <a:gd name="T1" fmla="*/ 7 h 54"/>
                  <a:gd name="T2" fmla="*/ 23 w 57"/>
                  <a:gd name="T3" fmla="*/ 0 h 54"/>
                  <a:gd name="T4" fmla="*/ 5 w 57"/>
                  <a:gd name="T5" fmla="*/ 17 h 54"/>
                  <a:gd name="T6" fmla="*/ 15 w 57"/>
                  <a:gd name="T7" fmla="*/ 50 h 54"/>
                  <a:gd name="T8" fmla="*/ 29 w 57"/>
                  <a:gd name="T9" fmla="*/ 54 h 54"/>
                  <a:gd name="T10" fmla="*/ 48 w 57"/>
                  <a:gd name="T11" fmla="*/ 46 h 54"/>
                  <a:gd name="T12" fmla="*/ 57 w 57"/>
                  <a:gd name="T13" fmla="*/ 23 h 54"/>
                  <a:gd name="T14" fmla="*/ 56 w 57"/>
                  <a:gd name="T15" fmla="*/ 23 h 54"/>
                  <a:gd name="T16" fmla="*/ 56 w 57"/>
                  <a:gd name="T17" fmla="*/ 23 h 54"/>
                  <a:gd name="T18" fmla="*/ 50 w 57"/>
                  <a:gd name="T19" fmla="*/ 22 h 54"/>
                  <a:gd name="T20" fmla="*/ 44 w 57"/>
                  <a:gd name="T21" fmla="*/ 32 h 54"/>
                  <a:gd name="T22" fmla="*/ 31 w 57"/>
                  <a:gd name="T23" fmla="*/ 38 h 54"/>
                  <a:gd name="T24" fmla="*/ 24 w 57"/>
                  <a:gd name="T25" fmla="*/ 36 h 54"/>
                  <a:gd name="T26" fmla="*/ 20 w 57"/>
                  <a:gd name="T27" fmla="*/ 16 h 54"/>
                  <a:gd name="T28" fmla="*/ 27 w 57"/>
                  <a:gd name="T29" fmla="*/ 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54">
                    <a:moveTo>
                      <a:pt x="27" y="7"/>
                    </a:moveTo>
                    <a:cubicBezTo>
                      <a:pt x="25" y="5"/>
                      <a:pt x="24" y="2"/>
                      <a:pt x="23" y="0"/>
                    </a:cubicBezTo>
                    <a:cubicBezTo>
                      <a:pt x="15" y="5"/>
                      <a:pt x="9" y="10"/>
                      <a:pt x="5" y="17"/>
                    </a:cubicBezTo>
                    <a:cubicBezTo>
                      <a:pt x="0" y="28"/>
                      <a:pt x="3" y="43"/>
                      <a:pt x="15" y="50"/>
                    </a:cubicBezTo>
                    <a:cubicBezTo>
                      <a:pt x="19" y="53"/>
                      <a:pt x="24" y="54"/>
                      <a:pt x="29" y="54"/>
                    </a:cubicBezTo>
                    <a:cubicBezTo>
                      <a:pt x="36" y="54"/>
                      <a:pt x="43" y="51"/>
                      <a:pt x="48" y="46"/>
                    </a:cubicBezTo>
                    <a:cubicBezTo>
                      <a:pt x="54" y="40"/>
                      <a:pt x="56" y="32"/>
                      <a:pt x="57" y="23"/>
                    </a:cubicBezTo>
                    <a:cubicBezTo>
                      <a:pt x="57" y="23"/>
                      <a:pt x="56" y="23"/>
                      <a:pt x="56" y="23"/>
                    </a:cubicBezTo>
                    <a:cubicBezTo>
                      <a:pt x="56" y="23"/>
                      <a:pt x="56" y="23"/>
                      <a:pt x="56" y="23"/>
                    </a:cubicBezTo>
                    <a:cubicBezTo>
                      <a:pt x="54" y="23"/>
                      <a:pt x="52" y="22"/>
                      <a:pt x="50" y="22"/>
                    </a:cubicBezTo>
                    <a:cubicBezTo>
                      <a:pt x="48" y="26"/>
                      <a:pt x="46" y="30"/>
                      <a:pt x="44" y="32"/>
                    </a:cubicBezTo>
                    <a:cubicBezTo>
                      <a:pt x="40" y="36"/>
                      <a:pt x="36" y="38"/>
                      <a:pt x="31" y="38"/>
                    </a:cubicBezTo>
                    <a:cubicBezTo>
                      <a:pt x="29" y="38"/>
                      <a:pt x="26" y="37"/>
                      <a:pt x="24" y="36"/>
                    </a:cubicBezTo>
                    <a:cubicBezTo>
                      <a:pt x="18" y="32"/>
                      <a:pt x="16" y="24"/>
                      <a:pt x="20" y="16"/>
                    </a:cubicBezTo>
                    <a:cubicBezTo>
                      <a:pt x="21" y="13"/>
                      <a:pt x="23" y="10"/>
                      <a:pt x="2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4" name="Freeform 183"/>
              <p:cNvSpPr>
                <a:spLocks/>
              </p:cNvSpPr>
              <p:nvPr/>
            </p:nvSpPr>
            <p:spPr bwMode="auto">
              <a:xfrm>
                <a:off x="-4405313" y="5816600"/>
                <a:ext cx="219075" cy="206375"/>
              </a:xfrm>
              <a:custGeom>
                <a:avLst/>
                <a:gdLst>
                  <a:gd name="T0" fmla="*/ 45 w 58"/>
                  <a:gd name="T1" fmla="*/ 49 h 55"/>
                  <a:gd name="T2" fmla="*/ 51 w 58"/>
                  <a:gd name="T3" fmla="*/ 16 h 55"/>
                  <a:gd name="T4" fmla="*/ 33 w 58"/>
                  <a:gd name="T5" fmla="*/ 0 h 55"/>
                  <a:gd name="T6" fmla="*/ 30 w 58"/>
                  <a:gd name="T7" fmla="*/ 7 h 55"/>
                  <a:gd name="T8" fmla="*/ 37 w 58"/>
                  <a:gd name="T9" fmla="*/ 16 h 55"/>
                  <a:gd name="T10" fmla="*/ 34 w 58"/>
                  <a:gd name="T11" fmla="*/ 36 h 55"/>
                  <a:gd name="T12" fmla="*/ 26 w 58"/>
                  <a:gd name="T13" fmla="*/ 39 h 55"/>
                  <a:gd name="T14" fmla="*/ 15 w 58"/>
                  <a:gd name="T15" fmla="*/ 34 h 55"/>
                  <a:gd name="T16" fmla="*/ 7 w 58"/>
                  <a:gd name="T17" fmla="*/ 24 h 55"/>
                  <a:gd name="T18" fmla="*/ 0 w 58"/>
                  <a:gd name="T19" fmla="*/ 26 h 55"/>
                  <a:gd name="T20" fmla="*/ 3 w 58"/>
                  <a:gd name="T21" fmla="*/ 37 h 55"/>
                  <a:gd name="T22" fmla="*/ 5 w 58"/>
                  <a:gd name="T23" fmla="*/ 39 h 55"/>
                  <a:gd name="T24" fmla="*/ 11 w 58"/>
                  <a:gd name="T25" fmla="*/ 48 h 55"/>
                  <a:gd name="T26" fmla="*/ 29 w 58"/>
                  <a:gd name="T27" fmla="*/ 55 h 55"/>
                  <a:gd name="T28" fmla="*/ 45 w 58"/>
                  <a:gd name="T29"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55">
                    <a:moveTo>
                      <a:pt x="45" y="49"/>
                    </a:moveTo>
                    <a:cubicBezTo>
                      <a:pt x="56" y="41"/>
                      <a:pt x="58" y="26"/>
                      <a:pt x="51" y="16"/>
                    </a:cubicBezTo>
                    <a:cubicBezTo>
                      <a:pt x="47" y="9"/>
                      <a:pt x="41" y="4"/>
                      <a:pt x="33" y="0"/>
                    </a:cubicBezTo>
                    <a:cubicBezTo>
                      <a:pt x="32" y="3"/>
                      <a:pt x="31" y="5"/>
                      <a:pt x="30" y="7"/>
                    </a:cubicBezTo>
                    <a:cubicBezTo>
                      <a:pt x="33" y="10"/>
                      <a:pt x="35" y="13"/>
                      <a:pt x="37" y="16"/>
                    </a:cubicBezTo>
                    <a:cubicBezTo>
                      <a:pt x="41" y="23"/>
                      <a:pt x="40" y="31"/>
                      <a:pt x="34" y="36"/>
                    </a:cubicBezTo>
                    <a:cubicBezTo>
                      <a:pt x="32" y="38"/>
                      <a:pt x="29" y="39"/>
                      <a:pt x="26" y="39"/>
                    </a:cubicBezTo>
                    <a:cubicBezTo>
                      <a:pt x="22" y="39"/>
                      <a:pt x="18" y="37"/>
                      <a:pt x="15" y="34"/>
                    </a:cubicBezTo>
                    <a:cubicBezTo>
                      <a:pt x="12" y="32"/>
                      <a:pt x="9" y="28"/>
                      <a:pt x="7" y="24"/>
                    </a:cubicBezTo>
                    <a:cubicBezTo>
                      <a:pt x="5" y="25"/>
                      <a:pt x="3" y="25"/>
                      <a:pt x="0" y="26"/>
                    </a:cubicBezTo>
                    <a:cubicBezTo>
                      <a:pt x="1" y="30"/>
                      <a:pt x="2" y="33"/>
                      <a:pt x="3" y="37"/>
                    </a:cubicBezTo>
                    <a:cubicBezTo>
                      <a:pt x="4" y="38"/>
                      <a:pt x="4" y="38"/>
                      <a:pt x="5" y="39"/>
                    </a:cubicBezTo>
                    <a:cubicBezTo>
                      <a:pt x="6" y="43"/>
                      <a:pt x="8" y="45"/>
                      <a:pt x="11" y="48"/>
                    </a:cubicBezTo>
                    <a:cubicBezTo>
                      <a:pt x="16" y="52"/>
                      <a:pt x="22" y="55"/>
                      <a:pt x="29" y="55"/>
                    </a:cubicBezTo>
                    <a:cubicBezTo>
                      <a:pt x="34" y="55"/>
                      <a:pt x="40" y="53"/>
                      <a:pt x="45"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5" name="Freeform 184"/>
              <p:cNvSpPr>
                <a:spLocks/>
              </p:cNvSpPr>
              <p:nvPr/>
            </p:nvSpPr>
            <p:spPr bwMode="auto">
              <a:xfrm>
                <a:off x="-4702175" y="5627688"/>
                <a:ext cx="200025" cy="200025"/>
              </a:xfrm>
              <a:custGeom>
                <a:avLst/>
                <a:gdLst>
                  <a:gd name="T0" fmla="*/ 18 w 53"/>
                  <a:gd name="T1" fmla="*/ 50 h 53"/>
                  <a:gd name="T2" fmla="*/ 31 w 53"/>
                  <a:gd name="T3" fmla="*/ 53 h 53"/>
                  <a:gd name="T4" fmla="*/ 43 w 53"/>
                  <a:gd name="T5" fmla="*/ 51 h 53"/>
                  <a:gd name="T6" fmla="*/ 41 w 53"/>
                  <a:gd name="T7" fmla="*/ 44 h 53"/>
                  <a:gd name="T8" fmla="*/ 29 w 53"/>
                  <a:gd name="T9" fmla="*/ 41 h 53"/>
                  <a:gd name="T10" fmla="*/ 20 w 53"/>
                  <a:gd name="T11" fmla="*/ 24 h 53"/>
                  <a:gd name="T12" fmla="*/ 35 w 53"/>
                  <a:gd name="T13" fmla="*/ 13 h 53"/>
                  <a:gd name="T14" fmla="*/ 37 w 53"/>
                  <a:gd name="T15" fmla="*/ 14 h 53"/>
                  <a:gd name="T16" fmla="*/ 48 w 53"/>
                  <a:gd name="T17" fmla="*/ 17 h 53"/>
                  <a:gd name="T18" fmla="*/ 53 w 53"/>
                  <a:gd name="T19" fmla="*/ 12 h 53"/>
                  <a:gd name="T20" fmla="*/ 31 w 53"/>
                  <a:gd name="T21" fmla="*/ 0 h 53"/>
                  <a:gd name="T22" fmla="*/ 28 w 53"/>
                  <a:gd name="T23" fmla="*/ 0 h 53"/>
                  <a:gd name="T24" fmla="*/ 3 w 53"/>
                  <a:gd name="T25" fmla="*/ 19 h 53"/>
                  <a:gd name="T26" fmla="*/ 18 w 53"/>
                  <a:gd name="T27"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53">
                    <a:moveTo>
                      <a:pt x="18" y="50"/>
                    </a:moveTo>
                    <a:cubicBezTo>
                      <a:pt x="22" y="52"/>
                      <a:pt x="26" y="53"/>
                      <a:pt x="31" y="53"/>
                    </a:cubicBezTo>
                    <a:cubicBezTo>
                      <a:pt x="35" y="53"/>
                      <a:pt x="39" y="52"/>
                      <a:pt x="43" y="51"/>
                    </a:cubicBezTo>
                    <a:cubicBezTo>
                      <a:pt x="42" y="49"/>
                      <a:pt x="41" y="47"/>
                      <a:pt x="41" y="44"/>
                    </a:cubicBezTo>
                    <a:cubicBezTo>
                      <a:pt x="36" y="44"/>
                      <a:pt x="32" y="43"/>
                      <a:pt x="29" y="41"/>
                    </a:cubicBezTo>
                    <a:cubicBezTo>
                      <a:pt x="22" y="38"/>
                      <a:pt x="18" y="31"/>
                      <a:pt x="20" y="24"/>
                    </a:cubicBezTo>
                    <a:cubicBezTo>
                      <a:pt x="22" y="17"/>
                      <a:pt x="28" y="13"/>
                      <a:pt x="35" y="13"/>
                    </a:cubicBezTo>
                    <a:cubicBezTo>
                      <a:pt x="35" y="13"/>
                      <a:pt x="36" y="13"/>
                      <a:pt x="37" y="14"/>
                    </a:cubicBezTo>
                    <a:cubicBezTo>
                      <a:pt x="40" y="14"/>
                      <a:pt x="44" y="15"/>
                      <a:pt x="48" y="17"/>
                    </a:cubicBezTo>
                    <a:cubicBezTo>
                      <a:pt x="49" y="15"/>
                      <a:pt x="51" y="13"/>
                      <a:pt x="53" y="12"/>
                    </a:cubicBezTo>
                    <a:cubicBezTo>
                      <a:pt x="46" y="6"/>
                      <a:pt x="39" y="1"/>
                      <a:pt x="31" y="0"/>
                    </a:cubicBezTo>
                    <a:cubicBezTo>
                      <a:pt x="30" y="0"/>
                      <a:pt x="29" y="0"/>
                      <a:pt x="28" y="0"/>
                    </a:cubicBezTo>
                    <a:cubicBezTo>
                      <a:pt x="17" y="0"/>
                      <a:pt x="6" y="8"/>
                      <a:pt x="3" y="19"/>
                    </a:cubicBezTo>
                    <a:cubicBezTo>
                      <a:pt x="0" y="32"/>
                      <a:pt x="7" y="45"/>
                      <a:pt x="18"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6" name="Freeform 185"/>
              <p:cNvSpPr>
                <a:spLocks/>
              </p:cNvSpPr>
              <p:nvPr/>
            </p:nvSpPr>
            <p:spPr bwMode="auto">
              <a:xfrm>
                <a:off x="-5780088" y="5470525"/>
                <a:ext cx="142875" cy="247650"/>
              </a:xfrm>
              <a:custGeom>
                <a:avLst/>
                <a:gdLst>
                  <a:gd name="T0" fmla="*/ 38 w 38"/>
                  <a:gd name="T1" fmla="*/ 33 h 66"/>
                  <a:gd name="T2" fmla="*/ 19 w 38"/>
                  <a:gd name="T3" fmla="*/ 0 h 66"/>
                  <a:gd name="T4" fmla="*/ 0 w 38"/>
                  <a:gd name="T5" fmla="*/ 33 h 66"/>
                  <a:gd name="T6" fmla="*/ 19 w 38"/>
                  <a:gd name="T7" fmla="*/ 66 h 66"/>
                  <a:gd name="T8" fmla="*/ 38 w 38"/>
                  <a:gd name="T9" fmla="*/ 33 h 66"/>
                </a:gdLst>
                <a:ahLst/>
                <a:cxnLst>
                  <a:cxn ang="0">
                    <a:pos x="T0" y="T1"/>
                  </a:cxn>
                  <a:cxn ang="0">
                    <a:pos x="T2" y="T3"/>
                  </a:cxn>
                  <a:cxn ang="0">
                    <a:pos x="T4" y="T5"/>
                  </a:cxn>
                  <a:cxn ang="0">
                    <a:pos x="T6" y="T7"/>
                  </a:cxn>
                  <a:cxn ang="0">
                    <a:pos x="T8" y="T9"/>
                  </a:cxn>
                </a:cxnLst>
                <a:rect l="0" t="0" r="r" b="b"/>
                <a:pathLst>
                  <a:path w="38" h="66">
                    <a:moveTo>
                      <a:pt x="38" y="33"/>
                    </a:moveTo>
                    <a:cubicBezTo>
                      <a:pt x="38" y="21"/>
                      <a:pt x="31" y="5"/>
                      <a:pt x="19" y="0"/>
                    </a:cubicBezTo>
                    <a:cubicBezTo>
                      <a:pt x="8" y="5"/>
                      <a:pt x="0" y="21"/>
                      <a:pt x="0" y="33"/>
                    </a:cubicBezTo>
                    <a:cubicBezTo>
                      <a:pt x="0" y="45"/>
                      <a:pt x="8" y="62"/>
                      <a:pt x="19" y="66"/>
                    </a:cubicBezTo>
                    <a:cubicBezTo>
                      <a:pt x="31" y="62"/>
                      <a:pt x="38" y="45"/>
                      <a:pt x="38"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7" name="Freeform 186"/>
              <p:cNvSpPr>
                <a:spLocks/>
              </p:cNvSpPr>
              <p:nvPr/>
            </p:nvSpPr>
            <p:spPr bwMode="auto">
              <a:xfrm>
                <a:off x="-5678488" y="5627688"/>
                <a:ext cx="230188" cy="184150"/>
              </a:xfrm>
              <a:custGeom>
                <a:avLst/>
                <a:gdLst>
                  <a:gd name="T0" fmla="*/ 1 w 61"/>
                  <a:gd name="T1" fmla="*/ 41 h 49"/>
                  <a:gd name="T2" fmla="*/ 40 w 61"/>
                  <a:gd name="T3" fmla="*/ 41 h 49"/>
                  <a:gd name="T4" fmla="*/ 59 w 61"/>
                  <a:gd name="T5" fmla="*/ 8 h 49"/>
                  <a:gd name="T6" fmla="*/ 21 w 61"/>
                  <a:gd name="T7" fmla="*/ 8 h 49"/>
                  <a:gd name="T8" fmla="*/ 1 w 61"/>
                  <a:gd name="T9" fmla="*/ 41 h 49"/>
                </a:gdLst>
                <a:ahLst/>
                <a:cxnLst>
                  <a:cxn ang="0">
                    <a:pos x="T0" y="T1"/>
                  </a:cxn>
                  <a:cxn ang="0">
                    <a:pos x="T2" y="T3"/>
                  </a:cxn>
                  <a:cxn ang="0">
                    <a:pos x="T4" y="T5"/>
                  </a:cxn>
                  <a:cxn ang="0">
                    <a:pos x="T6" y="T7"/>
                  </a:cxn>
                  <a:cxn ang="0">
                    <a:pos x="T8" y="T9"/>
                  </a:cxn>
                </a:cxnLst>
                <a:rect l="0" t="0" r="r" b="b"/>
                <a:pathLst>
                  <a:path w="61" h="49">
                    <a:moveTo>
                      <a:pt x="1" y="41"/>
                    </a:moveTo>
                    <a:cubicBezTo>
                      <a:pt x="11" y="49"/>
                      <a:pt x="30" y="47"/>
                      <a:pt x="40" y="41"/>
                    </a:cubicBezTo>
                    <a:cubicBezTo>
                      <a:pt x="50" y="35"/>
                      <a:pt x="61" y="21"/>
                      <a:pt x="59" y="8"/>
                    </a:cubicBezTo>
                    <a:cubicBezTo>
                      <a:pt x="50" y="0"/>
                      <a:pt x="31" y="2"/>
                      <a:pt x="21" y="8"/>
                    </a:cubicBezTo>
                    <a:cubicBezTo>
                      <a:pt x="11" y="14"/>
                      <a:pt x="0" y="28"/>
                      <a:pt x="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8" name="Freeform 187"/>
              <p:cNvSpPr>
                <a:spLocks/>
              </p:cNvSpPr>
              <p:nvPr/>
            </p:nvSpPr>
            <p:spPr bwMode="auto">
              <a:xfrm>
                <a:off x="-5678488" y="5811838"/>
                <a:ext cx="230188" cy="180975"/>
              </a:xfrm>
              <a:custGeom>
                <a:avLst/>
                <a:gdLst>
                  <a:gd name="T0" fmla="*/ 40 w 61"/>
                  <a:gd name="T1" fmla="*/ 40 h 48"/>
                  <a:gd name="T2" fmla="*/ 59 w 61"/>
                  <a:gd name="T3" fmla="*/ 8 h 48"/>
                  <a:gd name="T4" fmla="*/ 21 w 61"/>
                  <a:gd name="T5" fmla="*/ 7 h 48"/>
                  <a:gd name="T6" fmla="*/ 1 w 61"/>
                  <a:gd name="T7" fmla="*/ 40 h 48"/>
                  <a:gd name="T8" fmla="*/ 40 w 61"/>
                  <a:gd name="T9" fmla="*/ 40 h 48"/>
                </a:gdLst>
                <a:ahLst/>
                <a:cxnLst>
                  <a:cxn ang="0">
                    <a:pos x="T0" y="T1"/>
                  </a:cxn>
                  <a:cxn ang="0">
                    <a:pos x="T2" y="T3"/>
                  </a:cxn>
                  <a:cxn ang="0">
                    <a:pos x="T4" y="T5"/>
                  </a:cxn>
                  <a:cxn ang="0">
                    <a:pos x="T6" y="T7"/>
                  </a:cxn>
                  <a:cxn ang="0">
                    <a:pos x="T8" y="T9"/>
                  </a:cxn>
                </a:cxnLst>
                <a:rect l="0" t="0" r="r" b="b"/>
                <a:pathLst>
                  <a:path w="61" h="48">
                    <a:moveTo>
                      <a:pt x="40" y="40"/>
                    </a:moveTo>
                    <a:cubicBezTo>
                      <a:pt x="50" y="35"/>
                      <a:pt x="61" y="20"/>
                      <a:pt x="59" y="8"/>
                    </a:cubicBezTo>
                    <a:cubicBezTo>
                      <a:pt x="50" y="0"/>
                      <a:pt x="31" y="1"/>
                      <a:pt x="21" y="7"/>
                    </a:cubicBezTo>
                    <a:cubicBezTo>
                      <a:pt x="11" y="13"/>
                      <a:pt x="0" y="28"/>
                      <a:pt x="1" y="40"/>
                    </a:cubicBezTo>
                    <a:cubicBezTo>
                      <a:pt x="11" y="48"/>
                      <a:pt x="29" y="46"/>
                      <a:pt x="4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59" name="Freeform 188"/>
              <p:cNvSpPr>
                <a:spLocks/>
              </p:cNvSpPr>
              <p:nvPr/>
            </p:nvSpPr>
            <p:spPr bwMode="auto">
              <a:xfrm>
                <a:off x="-5964238" y="5627688"/>
                <a:ext cx="230188" cy="184150"/>
              </a:xfrm>
              <a:custGeom>
                <a:avLst/>
                <a:gdLst>
                  <a:gd name="T0" fmla="*/ 21 w 61"/>
                  <a:gd name="T1" fmla="*/ 41 h 49"/>
                  <a:gd name="T2" fmla="*/ 59 w 61"/>
                  <a:gd name="T3" fmla="*/ 41 h 49"/>
                  <a:gd name="T4" fmla="*/ 39 w 61"/>
                  <a:gd name="T5" fmla="*/ 8 h 49"/>
                  <a:gd name="T6" fmla="*/ 1 w 61"/>
                  <a:gd name="T7" fmla="*/ 8 h 49"/>
                  <a:gd name="T8" fmla="*/ 21 w 61"/>
                  <a:gd name="T9" fmla="*/ 41 h 49"/>
                </a:gdLst>
                <a:ahLst/>
                <a:cxnLst>
                  <a:cxn ang="0">
                    <a:pos x="T0" y="T1"/>
                  </a:cxn>
                  <a:cxn ang="0">
                    <a:pos x="T2" y="T3"/>
                  </a:cxn>
                  <a:cxn ang="0">
                    <a:pos x="T4" y="T5"/>
                  </a:cxn>
                  <a:cxn ang="0">
                    <a:pos x="T6" y="T7"/>
                  </a:cxn>
                  <a:cxn ang="0">
                    <a:pos x="T8" y="T9"/>
                  </a:cxn>
                </a:cxnLst>
                <a:rect l="0" t="0" r="r" b="b"/>
                <a:pathLst>
                  <a:path w="61" h="49">
                    <a:moveTo>
                      <a:pt x="21" y="41"/>
                    </a:moveTo>
                    <a:cubicBezTo>
                      <a:pt x="31" y="47"/>
                      <a:pt x="49" y="49"/>
                      <a:pt x="59" y="41"/>
                    </a:cubicBezTo>
                    <a:cubicBezTo>
                      <a:pt x="61" y="28"/>
                      <a:pt x="50" y="14"/>
                      <a:pt x="39" y="8"/>
                    </a:cubicBezTo>
                    <a:cubicBezTo>
                      <a:pt x="29" y="2"/>
                      <a:pt x="11" y="0"/>
                      <a:pt x="1" y="8"/>
                    </a:cubicBezTo>
                    <a:cubicBezTo>
                      <a:pt x="0" y="21"/>
                      <a:pt x="11" y="35"/>
                      <a:pt x="2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0" name="Freeform 189"/>
              <p:cNvSpPr>
                <a:spLocks/>
              </p:cNvSpPr>
              <p:nvPr/>
            </p:nvSpPr>
            <p:spPr bwMode="auto">
              <a:xfrm>
                <a:off x="-5964238" y="5811838"/>
                <a:ext cx="230188" cy="180975"/>
              </a:xfrm>
              <a:custGeom>
                <a:avLst/>
                <a:gdLst>
                  <a:gd name="T0" fmla="*/ 21 w 61"/>
                  <a:gd name="T1" fmla="*/ 40 h 48"/>
                  <a:gd name="T2" fmla="*/ 59 w 61"/>
                  <a:gd name="T3" fmla="*/ 40 h 48"/>
                  <a:gd name="T4" fmla="*/ 39 w 61"/>
                  <a:gd name="T5" fmla="*/ 7 h 48"/>
                  <a:gd name="T6" fmla="*/ 1 w 61"/>
                  <a:gd name="T7" fmla="*/ 8 h 48"/>
                  <a:gd name="T8" fmla="*/ 21 w 61"/>
                  <a:gd name="T9" fmla="*/ 40 h 48"/>
                </a:gdLst>
                <a:ahLst/>
                <a:cxnLst>
                  <a:cxn ang="0">
                    <a:pos x="T0" y="T1"/>
                  </a:cxn>
                  <a:cxn ang="0">
                    <a:pos x="T2" y="T3"/>
                  </a:cxn>
                  <a:cxn ang="0">
                    <a:pos x="T4" y="T5"/>
                  </a:cxn>
                  <a:cxn ang="0">
                    <a:pos x="T6" y="T7"/>
                  </a:cxn>
                  <a:cxn ang="0">
                    <a:pos x="T8" y="T9"/>
                  </a:cxn>
                </a:cxnLst>
                <a:rect l="0" t="0" r="r" b="b"/>
                <a:pathLst>
                  <a:path w="61" h="48">
                    <a:moveTo>
                      <a:pt x="21" y="40"/>
                    </a:moveTo>
                    <a:cubicBezTo>
                      <a:pt x="31" y="46"/>
                      <a:pt x="49" y="48"/>
                      <a:pt x="59" y="40"/>
                    </a:cubicBezTo>
                    <a:cubicBezTo>
                      <a:pt x="61" y="28"/>
                      <a:pt x="50" y="13"/>
                      <a:pt x="39" y="7"/>
                    </a:cubicBezTo>
                    <a:cubicBezTo>
                      <a:pt x="29" y="1"/>
                      <a:pt x="11" y="0"/>
                      <a:pt x="1" y="8"/>
                    </a:cubicBezTo>
                    <a:cubicBezTo>
                      <a:pt x="0" y="20"/>
                      <a:pt x="11" y="35"/>
                      <a:pt x="21"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1" name="Freeform 190"/>
              <p:cNvSpPr>
                <a:spLocks/>
              </p:cNvSpPr>
              <p:nvPr/>
            </p:nvSpPr>
            <p:spPr bwMode="auto">
              <a:xfrm>
                <a:off x="-5719763" y="5748338"/>
                <a:ext cx="26988" cy="288925"/>
              </a:xfrm>
              <a:custGeom>
                <a:avLst/>
                <a:gdLst>
                  <a:gd name="T0" fmla="*/ 0 w 7"/>
                  <a:gd name="T1" fmla="*/ 2 h 77"/>
                  <a:gd name="T2" fmla="*/ 0 w 7"/>
                  <a:gd name="T3" fmla="*/ 74 h 77"/>
                  <a:gd name="T4" fmla="*/ 3 w 7"/>
                  <a:gd name="T5" fmla="*/ 77 h 77"/>
                  <a:gd name="T6" fmla="*/ 7 w 7"/>
                  <a:gd name="T7" fmla="*/ 74 h 77"/>
                  <a:gd name="T8" fmla="*/ 7 w 7"/>
                  <a:gd name="T9" fmla="*/ 2 h 77"/>
                  <a:gd name="T10" fmla="*/ 3 w 7"/>
                  <a:gd name="T11" fmla="*/ 0 h 77"/>
                  <a:gd name="T12" fmla="*/ 0 w 7"/>
                  <a:gd name="T13" fmla="*/ 2 h 77"/>
                </a:gdLst>
                <a:ahLst/>
                <a:cxnLst>
                  <a:cxn ang="0">
                    <a:pos x="T0" y="T1"/>
                  </a:cxn>
                  <a:cxn ang="0">
                    <a:pos x="T2" y="T3"/>
                  </a:cxn>
                  <a:cxn ang="0">
                    <a:pos x="T4" y="T5"/>
                  </a:cxn>
                  <a:cxn ang="0">
                    <a:pos x="T6" y="T7"/>
                  </a:cxn>
                  <a:cxn ang="0">
                    <a:pos x="T8" y="T9"/>
                  </a:cxn>
                  <a:cxn ang="0">
                    <a:pos x="T10" y="T11"/>
                  </a:cxn>
                  <a:cxn ang="0">
                    <a:pos x="T12" y="T13"/>
                  </a:cxn>
                </a:cxnLst>
                <a:rect l="0" t="0" r="r" b="b"/>
                <a:pathLst>
                  <a:path w="7" h="77">
                    <a:moveTo>
                      <a:pt x="0" y="2"/>
                    </a:moveTo>
                    <a:cubicBezTo>
                      <a:pt x="0" y="74"/>
                      <a:pt x="0" y="74"/>
                      <a:pt x="0" y="74"/>
                    </a:cubicBezTo>
                    <a:cubicBezTo>
                      <a:pt x="0" y="76"/>
                      <a:pt x="1" y="77"/>
                      <a:pt x="3" y="77"/>
                    </a:cubicBezTo>
                    <a:cubicBezTo>
                      <a:pt x="5" y="77"/>
                      <a:pt x="7" y="76"/>
                      <a:pt x="7" y="74"/>
                    </a:cubicBezTo>
                    <a:cubicBezTo>
                      <a:pt x="7" y="2"/>
                      <a:pt x="7" y="2"/>
                      <a:pt x="7" y="2"/>
                    </a:cubicBezTo>
                    <a:cubicBezTo>
                      <a:pt x="7" y="1"/>
                      <a:pt x="5" y="0"/>
                      <a:pt x="3"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2" name="Freeform 191"/>
              <p:cNvSpPr>
                <a:spLocks/>
              </p:cNvSpPr>
              <p:nvPr/>
            </p:nvSpPr>
            <p:spPr bwMode="auto">
              <a:xfrm>
                <a:off x="-6415088" y="3071812"/>
                <a:ext cx="49213" cy="247650"/>
              </a:xfrm>
              <a:custGeom>
                <a:avLst/>
                <a:gdLst>
                  <a:gd name="T0" fmla="*/ 13 w 13"/>
                  <a:gd name="T1" fmla="*/ 1 h 66"/>
                  <a:gd name="T2" fmla="*/ 7 w 13"/>
                  <a:gd name="T3" fmla="*/ 0 h 66"/>
                  <a:gd name="T4" fmla="*/ 7 w 13"/>
                  <a:gd name="T5" fmla="*/ 0 h 66"/>
                  <a:gd name="T6" fmla="*/ 0 w 13"/>
                  <a:gd name="T7" fmla="*/ 2 h 66"/>
                  <a:gd name="T8" fmla="*/ 0 w 13"/>
                  <a:gd name="T9" fmla="*/ 66 h 66"/>
                  <a:gd name="T10" fmla="*/ 13 w 13"/>
                  <a:gd name="T11" fmla="*/ 66 h 66"/>
                  <a:gd name="T12" fmla="*/ 13 w 13"/>
                  <a:gd name="T13" fmla="*/ 1 h 66"/>
                </a:gdLst>
                <a:ahLst/>
                <a:cxnLst>
                  <a:cxn ang="0">
                    <a:pos x="T0" y="T1"/>
                  </a:cxn>
                  <a:cxn ang="0">
                    <a:pos x="T2" y="T3"/>
                  </a:cxn>
                  <a:cxn ang="0">
                    <a:pos x="T4" y="T5"/>
                  </a:cxn>
                  <a:cxn ang="0">
                    <a:pos x="T6" y="T7"/>
                  </a:cxn>
                  <a:cxn ang="0">
                    <a:pos x="T8" y="T9"/>
                  </a:cxn>
                  <a:cxn ang="0">
                    <a:pos x="T10" y="T11"/>
                  </a:cxn>
                  <a:cxn ang="0">
                    <a:pos x="T12" y="T13"/>
                  </a:cxn>
                </a:cxnLst>
                <a:rect l="0" t="0" r="r" b="b"/>
                <a:pathLst>
                  <a:path w="13" h="66">
                    <a:moveTo>
                      <a:pt x="13" y="1"/>
                    </a:moveTo>
                    <a:cubicBezTo>
                      <a:pt x="11" y="1"/>
                      <a:pt x="9" y="0"/>
                      <a:pt x="7" y="0"/>
                    </a:cubicBezTo>
                    <a:cubicBezTo>
                      <a:pt x="7" y="0"/>
                      <a:pt x="7" y="0"/>
                      <a:pt x="7" y="0"/>
                    </a:cubicBezTo>
                    <a:cubicBezTo>
                      <a:pt x="4" y="0"/>
                      <a:pt x="2" y="1"/>
                      <a:pt x="0" y="2"/>
                    </a:cubicBezTo>
                    <a:cubicBezTo>
                      <a:pt x="0" y="66"/>
                      <a:pt x="0" y="66"/>
                      <a:pt x="0" y="66"/>
                    </a:cubicBezTo>
                    <a:cubicBezTo>
                      <a:pt x="13" y="66"/>
                      <a:pt x="13" y="66"/>
                      <a:pt x="13" y="66"/>
                    </a:cubicBezTo>
                    <a:lnTo>
                      <a:pt x="1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3" name="Freeform 192"/>
              <p:cNvSpPr>
                <a:spLocks/>
              </p:cNvSpPr>
              <p:nvPr/>
            </p:nvSpPr>
            <p:spPr bwMode="auto">
              <a:xfrm>
                <a:off x="-6415088" y="2725737"/>
                <a:ext cx="49213" cy="33338"/>
              </a:xfrm>
              <a:custGeom>
                <a:avLst/>
                <a:gdLst>
                  <a:gd name="T0" fmla="*/ 8 w 13"/>
                  <a:gd name="T1" fmla="*/ 9 h 9"/>
                  <a:gd name="T2" fmla="*/ 9 w 13"/>
                  <a:gd name="T3" fmla="*/ 9 h 9"/>
                  <a:gd name="T4" fmla="*/ 13 w 13"/>
                  <a:gd name="T5" fmla="*/ 9 h 9"/>
                  <a:gd name="T6" fmla="*/ 13 w 13"/>
                  <a:gd name="T7" fmla="*/ 0 h 9"/>
                  <a:gd name="T8" fmla="*/ 0 w 13"/>
                  <a:gd name="T9" fmla="*/ 0 h 9"/>
                  <a:gd name="T10" fmla="*/ 0 w 13"/>
                  <a:gd name="T11" fmla="*/ 9 h 9"/>
                  <a:gd name="T12" fmla="*/ 8 w 1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8" y="9"/>
                    </a:moveTo>
                    <a:cubicBezTo>
                      <a:pt x="8" y="9"/>
                      <a:pt x="9" y="9"/>
                      <a:pt x="9" y="9"/>
                    </a:cubicBezTo>
                    <a:cubicBezTo>
                      <a:pt x="10" y="9"/>
                      <a:pt x="12" y="9"/>
                      <a:pt x="13" y="9"/>
                    </a:cubicBezTo>
                    <a:cubicBezTo>
                      <a:pt x="13" y="0"/>
                      <a:pt x="13" y="0"/>
                      <a:pt x="13" y="0"/>
                    </a:cubicBezTo>
                    <a:cubicBezTo>
                      <a:pt x="0" y="0"/>
                      <a:pt x="0" y="0"/>
                      <a:pt x="0" y="0"/>
                    </a:cubicBezTo>
                    <a:cubicBezTo>
                      <a:pt x="0" y="9"/>
                      <a:pt x="0" y="9"/>
                      <a:pt x="0" y="9"/>
                    </a:cubicBezTo>
                    <a:cubicBezTo>
                      <a:pt x="2" y="9"/>
                      <a:pt x="5" y="9"/>
                      <a:pt x="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4" name="Freeform 193"/>
              <p:cNvSpPr>
                <a:spLocks/>
              </p:cNvSpPr>
              <p:nvPr/>
            </p:nvSpPr>
            <p:spPr bwMode="auto">
              <a:xfrm>
                <a:off x="-6616700" y="2774950"/>
                <a:ext cx="465138" cy="344488"/>
              </a:xfrm>
              <a:custGeom>
                <a:avLst/>
                <a:gdLst>
                  <a:gd name="T0" fmla="*/ 67 w 124"/>
                  <a:gd name="T1" fmla="*/ 0 h 92"/>
                  <a:gd name="T2" fmla="*/ 63 w 124"/>
                  <a:gd name="T3" fmla="*/ 0 h 92"/>
                  <a:gd name="T4" fmla="*/ 62 w 124"/>
                  <a:gd name="T5" fmla="*/ 0 h 92"/>
                  <a:gd name="T6" fmla="*/ 54 w 124"/>
                  <a:gd name="T7" fmla="*/ 1 h 92"/>
                  <a:gd name="T8" fmla="*/ 0 w 124"/>
                  <a:gd name="T9" fmla="*/ 60 h 92"/>
                  <a:gd name="T10" fmla="*/ 4 w 124"/>
                  <a:gd name="T11" fmla="*/ 84 h 92"/>
                  <a:gd name="T12" fmla="*/ 6 w 124"/>
                  <a:gd name="T13" fmla="*/ 87 h 92"/>
                  <a:gd name="T14" fmla="*/ 9 w 124"/>
                  <a:gd name="T15" fmla="*/ 83 h 92"/>
                  <a:gd name="T16" fmla="*/ 25 w 124"/>
                  <a:gd name="T17" fmla="*/ 74 h 92"/>
                  <a:gd name="T18" fmla="*/ 25 w 124"/>
                  <a:gd name="T19" fmla="*/ 74 h 92"/>
                  <a:gd name="T20" fmla="*/ 41 w 124"/>
                  <a:gd name="T21" fmla="*/ 84 h 92"/>
                  <a:gd name="T22" fmla="*/ 43 w 124"/>
                  <a:gd name="T23" fmla="*/ 87 h 92"/>
                  <a:gd name="T24" fmla="*/ 45 w 124"/>
                  <a:gd name="T25" fmla="*/ 84 h 92"/>
                  <a:gd name="T26" fmla="*/ 54 w 124"/>
                  <a:gd name="T27" fmla="*/ 76 h 92"/>
                  <a:gd name="T28" fmla="*/ 61 w 124"/>
                  <a:gd name="T29" fmla="*/ 75 h 92"/>
                  <a:gd name="T30" fmla="*/ 61 w 124"/>
                  <a:gd name="T31" fmla="*/ 75 h 92"/>
                  <a:gd name="T32" fmla="*/ 67 w 124"/>
                  <a:gd name="T33" fmla="*/ 76 h 92"/>
                  <a:gd name="T34" fmla="*/ 77 w 124"/>
                  <a:gd name="T35" fmla="*/ 85 h 92"/>
                  <a:gd name="T36" fmla="*/ 79 w 124"/>
                  <a:gd name="T37" fmla="*/ 88 h 92"/>
                  <a:gd name="T38" fmla="*/ 81 w 124"/>
                  <a:gd name="T39" fmla="*/ 85 h 92"/>
                  <a:gd name="T40" fmla="*/ 96 w 124"/>
                  <a:gd name="T41" fmla="*/ 75 h 92"/>
                  <a:gd name="T42" fmla="*/ 97 w 124"/>
                  <a:gd name="T43" fmla="*/ 75 h 92"/>
                  <a:gd name="T44" fmla="*/ 112 w 124"/>
                  <a:gd name="T45" fmla="*/ 86 h 92"/>
                  <a:gd name="T46" fmla="*/ 114 w 124"/>
                  <a:gd name="T47" fmla="*/ 90 h 92"/>
                  <a:gd name="T48" fmla="*/ 115 w 124"/>
                  <a:gd name="T49" fmla="*/ 92 h 92"/>
                  <a:gd name="T50" fmla="*/ 116 w 124"/>
                  <a:gd name="T51" fmla="*/ 90 h 92"/>
                  <a:gd name="T52" fmla="*/ 118 w 124"/>
                  <a:gd name="T53" fmla="*/ 87 h 92"/>
                  <a:gd name="T54" fmla="*/ 123 w 124"/>
                  <a:gd name="T55" fmla="*/ 63 h 92"/>
                  <a:gd name="T56" fmla="*/ 67 w 124"/>
                  <a:gd name="T5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4" h="92">
                    <a:moveTo>
                      <a:pt x="67" y="0"/>
                    </a:moveTo>
                    <a:cubicBezTo>
                      <a:pt x="66" y="0"/>
                      <a:pt x="64" y="0"/>
                      <a:pt x="63" y="0"/>
                    </a:cubicBezTo>
                    <a:cubicBezTo>
                      <a:pt x="62" y="0"/>
                      <a:pt x="62" y="0"/>
                      <a:pt x="62" y="0"/>
                    </a:cubicBezTo>
                    <a:cubicBezTo>
                      <a:pt x="59" y="0"/>
                      <a:pt x="56" y="0"/>
                      <a:pt x="54" y="1"/>
                    </a:cubicBezTo>
                    <a:cubicBezTo>
                      <a:pt x="24" y="4"/>
                      <a:pt x="1" y="29"/>
                      <a:pt x="0" y="60"/>
                    </a:cubicBezTo>
                    <a:cubicBezTo>
                      <a:pt x="0" y="69"/>
                      <a:pt x="1" y="76"/>
                      <a:pt x="4" y="84"/>
                    </a:cubicBezTo>
                    <a:cubicBezTo>
                      <a:pt x="4" y="86"/>
                      <a:pt x="5" y="87"/>
                      <a:pt x="6" y="87"/>
                    </a:cubicBezTo>
                    <a:cubicBezTo>
                      <a:pt x="7" y="87"/>
                      <a:pt x="8" y="85"/>
                      <a:pt x="9" y="83"/>
                    </a:cubicBezTo>
                    <a:cubicBezTo>
                      <a:pt x="12" y="78"/>
                      <a:pt x="18" y="74"/>
                      <a:pt x="25" y="74"/>
                    </a:cubicBezTo>
                    <a:cubicBezTo>
                      <a:pt x="25" y="74"/>
                      <a:pt x="25" y="74"/>
                      <a:pt x="25" y="74"/>
                    </a:cubicBezTo>
                    <a:cubicBezTo>
                      <a:pt x="32" y="74"/>
                      <a:pt x="38" y="78"/>
                      <a:pt x="41" y="84"/>
                    </a:cubicBezTo>
                    <a:cubicBezTo>
                      <a:pt x="42" y="86"/>
                      <a:pt x="42" y="87"/>
                      <a:pt x="43" y="87"/>
                    </a:cubicBezTo>
                    <a:cubicBezTo>
                      <a:pt x="43" y="87"/>
                      <a:pt x="44" y="86"/>
                      <a:pt x="45" y="84"/>
                    </a:cubicBezTo>
                    <a:cubicBezTo>
                      <a:pt x="47" y="80"/>
                      <a:pt x="50" y="77"/>
                      <a:pt x="54" y="76"/>
                    </a:cubicBezTo>
                    <a:cubicBezTo>
                      <a:pt x="56" y="75"/>
                      <a:pt x="58" y="75"/>
                      <a:pt x="61" y="75"/>
                    </a:cubicBezTo>
                    <a:cubicBezTo>
                      <a:pt x="61" y="75"/>
                      <a:pt x="61" y="75"/>
                      <a:pt x="61" y="75"/>
                    </a:cubicBezTo>
                    <a:cubicBezTo>
                      <a:pt x="63" y="75"/>
                      <a:pt x="65" y="75"/>
                      <a:pt x="67" y="76"/>
                    </a:cubicBezTo>
                    <a:cubicBezTo>
                      <a:pt x="71" y="77"/>
                      <a:pt x="75" y="81"/>
                      <a:pt x="77" y="85"/>
                    </a:cubicBezTo>
                    <a:cubicBezTo>
                      <a:pt x="78" y="87"/>
                      <a:pt x="78" y="88"/>
                      <a:pt x="79" y="88"/>
                    </a:cubicBezTo>
                    <a:cubicBezTo>
                      <a:pt x="79" y="88"/>
                      <a:pt x="80" y="87"/>
                      <a:pt x="81" y="85"/>
                    </a:cubicBezTo>
                    <a:cubicBezTo>
                      <a:pt x="84" y="79"/>
                      <a:pt x="89" y="75"/>
                      <a:pt x="96" y="75"/>
                    </a:cubicBezTo>
                    <a:cubicBezTo>
                      <a:pt x="96" y="75"/>
                      <a:pt x="97" y="75"/>
                      <a:pt x="97" y="75"/>
                    </a:cubicBezTo>
                    <a:cubicBezTo>
                      <a:pt x="104" y="76"/>
                      <a:pt x="110" y="80"/>
                      <a:pt x="112" y="86"/>
                    </a:cubicBezTo>
                    <a:cubicBezTo>
                      <a:pt x="113" y="87"/>
                      <a:pt x="113" y="89"/>
                      <a:pt x="114" y="90"/>
                    </a:cubicBezTo>
                    <a:cubicBezTo>
                      <a:pt x="114" y="91"/>
                      <a:pt x="114" y="92"/>
                      <a:pt x="115" y="92"/>
                    </a:cubicBezTo>
                    <a:cubicBezTo>
                      <a:pt x="115" y="92"/>
                      <a:pt x="116" y="91"/>
                      <a:pt x="116" y="90"/>
                    </a:cubicBezTo>
                    <a:cubicBezTo>
                      <a:pt x="117" y="89"/>
                      <a:pt x="117" y="88"/>
                      <a:pt x="118" y="87"/>
                    </a:cubicBezTo>
                    <a:cubicBezTo>
                      <a:pt x="121" y="79"/>
                      <a:pt x="123" y="72"/>
                      <a:pt x="123" y="63"/>
                    </a:cubicBezTo>
                    <a:cubicBezTo>
                      <a:pt x="124" y="31"/>
                      <a:pt x="99" y="3"/>
                      <a:pt x="6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5" name="Freeform 194"/>
              <p:cNvSpPr>
                <a:spLocks/>
              </p:cNvSpPr>
              <p:nvPr/>
            </p:nvSpPr>
            <p:spPr bwMode="auto">
              <a:xfrm>
                <a:off x="-1455738" y="7662863"/>
                <a:ext cx="179388" cy="131763"/>
              </a:xfrm>
              <a:custGeom>
                <a:avLst/>
                <a:gdLst>
                  <a:gd name="T0" fmla="*/ 31 w 48"/>
                  <a:gd name="T1" fmla="*/ 11 h 35"/>
                  <a:gd name="T2" fmla="*/ 42 w 48"/>
                  <a:gd name="T3" fmla="*/ 3 h 35"/>
                  <a:gd name="T4" fmla="*/ 48 w 48"/>
                  <a:gd name="T5" fmla="*/ 1 h 35"/>
                  <a:gd name="T6" fmla="*/ 28 w 48"/>
                  <a:gd name="T7" fmla="*/ 3 h 35"/>
                  <a:gd name="T8" fmla="*/ 15 w 48"/>
                  <a:gd name="T9" fmla="*/ 13 h 35"/>
                  <a:gd name="T10" fmla="*/ 10 w 48"/>
                  <a:gd name="T11" fmla="*/ 23 h 35"/>
                  <a:gd name="T12" fmla="*/ 0 w 48"/>
                  <a:gd name="T13" fmla="*/ 35 h 35"/>
                  <a:gd name="T14" fmla="*/ 16 w 48"/>
                  <a:gd name="T15" fmla="*/ 28 h 35"/>
                  <a:gd name="T16" fmla="*/ 31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31" y="11"/>
                    </a:moveTo>
                    <a:cubicBezTo>
                      <a:pt x="34" y="7"/>
                      <a:pt x="38" y="5"/>
                      <a:pt x="42" y="3"/>
                    </a:cubicBezTo>
                    <a:cubicBezTo>
                      <a:pt x="43" y="3"/>
                      <a:pt x="46" y="1"/>
                      <a:pt x="48" y="1"/>
                    </a:cubicBezTo>
                    <a:cubicBezTo>
                      <a:pt x="41" y="1"/>
                      <a:pt x="34" y="0"/>
                      <a:pt x="28" y="3"/>
                    </a:cubicBezTo>
                    <a:cubicBezTo>
                      <a:pt x="23" y="5"/>
                      <a:pt x="19" y="9"/>
                      <a:pt x="15" y="13"/>
                    </a:cubicBezTo>
                    <a:cubicBezTo>
                      <a:pt x="13" y="16"/>
                      <a:pt x="11" y="20"/>
                      <a:pt x="10" y="23"/>
                    </a:cubicBezTo>
                    <a:cubicBezTo>
                      <a:pt x="7" y="27"/>
                      <a:pt x="5" y="33"/>
                      <a:pt x="0" y="35"/>
                    </a:cubicBezTo>
                    <a:cubicBezTo>
                      <a:pt x="6" y="34"/>
                      <a:pt x="12" y="31"/>
                      <a:pt x="16" y="28"/>
                    </a:cubicBezTo>
                    <a:cubicBezTo>
                      <a:pt x="22" y="23"/>
                      <a:pt x="26" y="16"/>
                      <a:pt x="3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6" name="Freeform 195"/>
              <p:cNvSpPr>
                <a:spLocks/>
              </p:cNvSpPr>
              <p:nvPr/>
            </p:nvSpPr>
            <p:spPr bwMode="auto">
              <a:xfrm>
                <a:off x="-1444625" y="7667625"/>
                <a:ext cx="236538" cy="160338"/>
              </a:xfrm>
              <a:custGeom>
                <a:avLst/>
                <a:gdLst>
                  <a:gd name="T0" fmla="*/ 41 w 63"/>
                  <a:gd name="T1" fmla="*/ 5 h 43"/>
                  <a:gd name="T2" fmla="*/ 26 w 63"/>
                  <a:gd name="T3" fmla="*/ 19 h 43"/>
                  <a:gd name="T4" fmla="*/ 14 w 63"/>
                  <a:gd name="T5" fmla="*/ 31 h 43"/>
                  <a:gd name="T6" fmla="*/ 0 w 63"/>
                  <a:gd name="T7" fmla="*/ 36 h 43"/>
                  <a:gd name="T8" fmla="*/ 35 w 63"/>
                  <a:gd name="T9" fmla="*/ 36 h 43"/>
                  <a:gd name="T10" fmla="*/ 53 w 63"/>
                  <a:gd name="T11" fmla="*/ 11 h 43"/>
                  <a:gd name="T12" fmla="*/ 60 w 63"/>
                  <a:gd name="T13" fmla="*/ 3 h 43"/>
                  <a:gd name="T14" fmla="*/ 63 w 63"/>
                  <a:gd name="T15" fmla="*/ 1 h 43"/>
                  <a:gd name="T16" fmla="*/ 41 w 63"/>
                  <a:gd name="T17"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41" y="5"/>
                    </a:moveTo>
                    <a:cubicBezTo>
                      <a:pt x="34" y="8"/>
                      <a:pt x="30" y="13"/>
                      <a:pt x="26" y="19"/>
                    </a:cubicBezTo>
                    <a:cubicBezTo>
                      <a:pt x="22" y="23"/>
                      <a:pt x="18" y="28"/>
                      <a:pt x="14" y="31"/>
                    </a:cubicBezTo>
                    <a:cubicBezTo>
                      <a:pt x="10" y="33"/>
                      <a:pt x="5" y="36"/>
                      <a:pt x="0" y="36"/>
                    </a:cubicBezTo>
                    <a:cubicBezTo>
                      <a:pt x="11" y="43"/>
                      <a:pt x="24" y="42"/>
                      <a:pt x="35" y="36"/>
                    </a:cubicBezTo>
                    <a:cubicBezTo>
                      <a:pt x="44" y="30"/>
                      <a:pt x="48" y="20"/>
                      <a:pt x="53" y="11"/>
                    </a:cubicBezTo>
                    <a:cubicBezTo>
                      <a:pt x="55" y="8"/>
                      <a:pt x="57" y="6"/>
                      <a:pt x="60" y="3"/>
                    </a:cubicBezTo>
                    <a:cubicBezTo>
                      <a:pt x="60" y="3"/>
                      <a:pt x="62" y="1"/>
                      <a:pt x="63" y="1"/>
                    </a:cubicBezTo>
                    <a:cubicBezTo>
                      <a:pt x="56" y="0"/>
                      <a:pt x="48" y="1"/>
                      <a:pt x="4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7" name="Freeform 196"/>
              <p:cNvSpPr>
                <a:spLocks/>
              </p:cNvSpPr>
              <p:nvPr/>
            </p:nvSpPr>
            <p:spPr bwMode="auto">
              <a:xfrm>
                <a:off x="-1455738" y="7532688"/>
                <a:ext cx="153988" cy="107950"/>
              </a:xfrm>
              <a:custGeom>
                <a:avLst/>
                <a:gdLst>
                  <a:gd name="T0" fmla="*/ 13 w 41"/>
                  <a:gd name="T1" fmla="*/ 11 h 29"/>
                  <a:gd name="T2" fmla="*/ 8 w 41"/>
                  <a:gd name="T3" fmla="*/ 19 h 29"/>
                  <a:gd name="T4" fmla="*/ 0 w 41"/>
                  <a:gd name="T5" fmla="*/ 29 h 29"/>
                  <a:gd name="T6" fmla="*/ 14 w 41"/>
                  <a:gd name="T7" fmla="*/ 23 h 29"/>
                  <a:gd name="T8" fmla="*/ 27 w 41"/>
                  <a:gd name="T9" fmla="*/ 9 h 29"/>
                  <a:gd name="T10" fmla="*/ 36 w 41"/>
                  <a:gd name="T11" fmla="*/ 2 h 29"/>
                  <a:gd name="T12" fmla="*/ 41 w 41"/>
                  <a:gd name="T13" fmla="*/ 1 h 29"/>
                  <a:gd name="T14" fmla="*/ 24 w 41"/>
                  <a:gd name="T15" fmla="*/ 2 h 29"/>
                  <a:gd name="T16" fmla="*/ 13 w 41"/>
                  <a:gd name="T17"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3" y="11"/>
                    </a:moveTo>
                    <a:cubicBezTo>
                      <a:pt x="11" y="14"/>
                      <a:pt x="10" y="16"/>
                      <a:pt x="8" y="19"/>
                    </a:cubicBezTo>
                    <a:cubicBezTo>
                      <a:pt x="7" y="23"/>
                      <a:pt x="4" y="28"/>
                      <a:pt x="0" y="29"/>
                    </a:cubicBezTo>
                    <a:cubicBezTo>
                      <a:pt x="5" y="29"/>
                      <a:pt x="10" y="26"/>
                      <a:pt x="14" y="23"/>
                    </a:cubicBezTo>
                    <a:cubicBezTo>
                      <a:pt x="19" y="19"/>
                      <a:pt x="22" y="13"/>
                      <a:pt x="27" y="9"/>
                    </a:cubicBezTo>
                    <a:cubicBezTo>
                      <a:pt x="29" y="6"/>
                      <a:pt x="33" y="4"/>
                      <a:pt x="36" y="2"/>
                    </a:cubicBezTo>
                    <a:cubicBezTo>
                      <a:pt x="37" y="2"/>
                      <a:pt x="40" y="0"/>
                      <a:pt x="41" y="1"/>
                    </a:cubicBezTo>
                    <a:cubicBezTo>
                      <a:pt x="36" y="0"/>
                      <a:pt x="30" y="0"/>
                      <a:pt x="24" y="2"/>
                    </a:cubicBezTo>
                    <a:cubicBezTo>
                      <a:pt x="20" y="4"/>
                      <a:pt x="16" y="7"/>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8" name="Freeform 197"/>
              <p:cNvSpPr>
                <a:spLocks/>
              </p:cNvSpPr>
              <p:nvPr/>
            </p:nvSpPr>
            <p:spPr bwMode="auto">
              <a:xfrm>
                <a:off x="-1444625" y="7535863"/>
                <a:ext cx="203200" cy="134938"/>
              </a:xfrm>
              <a:custGeom>
                <a:avLst/>
                <a:gdLst>
                  <a:gd name="T0" fmla="*/ 51 w 54"/>
                  <a:gd name="T1" fmla="*/ 2 h 36"/>
                  <a:gd name="T2" fmla="*/ 54 w 54"/>
                  <a:gd name="T3" fmla="*/ 0 h 36"/>
                  <a:gd name="T4" fmla="*/ 35 w 54"/>
                  <a:gd name="T5" fmla="*/ 4 h 36"/>
                  <a:gd name="T6" fmla="*/ 22 w 54"/>
                  <a:gd name="T7" fmla="*/ 15 h 36"/>
                  <a:gd name="T8" fmla="*/ 12 w 54"/>
                  <a:gd name="T9" fmla="*/ 26 h 36"/>
                  <a:gd name="T10" fmla="*/ 0 w 54"/>
                  <a:gd name="T11" fmla="*/ 30 h 36"/>
                  <a:gd name="T12" fmla="*/ 30 w 54"/>
                  <a:gd name="T13" fmla="*/ 30 h 36"/>
                  <a:gd name="T14" fmla="*/ 46 w 54"/>
                  <a:gd name="T15" fmla="*/ 9 h 36"/>
                  <a:gd name="T16" fmla="*/ 51 w 54"/>
                  <a:gd name="T17"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51" y="2"/>
                    </a:moveTo>
                    <a:cubicBezTo>
                      <a:pt x="52" y="2"/>
                      <a:pt x="53" y="0"/>
                      <a:pt x="54" y="0"/>
                    </a:cubicBezTo>
                    <a:cubicBezTo>
                      <a:pt x="48" y="0"/>
                      <a:pt x="41" y="0"/>
                      <a:pt x="35" y="4"/>
                    </a:cubicBezTo>
                    <a:cubicBezTo>
                      <a:pt x="29" y="7"/>
                      <a:pt x="26" y="10"/>
                      <a:pt x="22" y="15"/>
                    </a:cubicBezTo>
                    <a:cubicBezTo>
                      <a:pt x="19" y="19"/>
                      <a:pt x="16" y="23"/>
                      <a:pt x="12" y="26"/>
                    </a:cubicBezTo>
                    <a:cubicBezTo>
                      <a:pt x="9" y="28"/>
                      <a:pt x="4" y="30"/>
                      <a:pt x="0" y="30"/>
                    </a:cubicBezTo>
                    <a:cubicBezTo>
                      <a:pt x="9" y="36"/>
                      <a:pt x="21" y="36"/>
                      <a:pt x="30" y="30"/>
                    </a:cubicBezTo>
                    <a:cubicBezTo>
                      <a:pt x="38" y="25"/>
                      <a:pt x="41" y="17"/>
                      <a:pt x="46" y="9"/>
                    </a:cubicBezTo>
                    <a:cubicBezTo>
                      <a:pt x="47" y="7"/>
                      <a:pt x="49" y="4"/>
                      <a:pt x="5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69" name="Freeform 198"/>
              <p:cNvSpPr>
                <a:spLocks/>
              </p:cNvSpPr>
              <p:nvPr/>
            </p:nvSpPr>
            <p:spPr bwMode="auto">
              <a:xfrm>
                <a:off x="-1655763" y="7662863"/>
                <a:ext cx="180975" cy="131763"/>
              </a:xfrm>
              <a:custGeom>
                <a:avLst/>
                <a:gdLst>
                  <a:gd name="T0" fmla="*/ 17 w 48"/>
                  <a:gd name="T1" fmla="*/ 11 h 35"/>
                  <a:gd name="T2" fmla="*/ 32 w 48"/>
                  <a:gd name="T3" fmla="*/ 28 h 35"/>
                  <a:gd name="T4" fmla="*/ 48 w 48"/>
                  <a:gd name="T5" fmla="*/ 35 h 35"/>
                  <a:gd name="T6" fmla="*/ 38 w 48"/>
                  <a:gd name="T7" fmla="*/ 23 h 35"/>
                  <a:gd name="T8" fmla="*/ 33 w 48"/>
                  <a:gd name="T9" fmla="*/ 13 h 35"/>
                  <a:gd name="T10" fmla="*/ 20 w 48"/>
                  <a:gd name="T11" fmla="*/ 3 h 35"/>
                  <a:gd name="T12" fmla="*/ 0 w 48"/>
                  <a:gd name="T13" fmla="*/ 1 h 35"/>
                  <a:gd name="T14" fmla="*/ 6 w 48"/>
                  <a:gd name="T15" fmla="*/ 3 h 35"/>
                  <a:gd name="T16" fmla="*/ 17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17" y="11"/>
                    </a:moveTo>
                    <a:cubicBezTo>
                      <a:pt x="22" y="16"/>
                      <a:pt x="26" y="23"/>
                      <a:pt x="32" y="28"/>
                    </a:cubicBezTo>
                    <a:cubicBezTo>
                      <a:pt x="36" y="31"/>
                      <a:pt x="42" y="34"/>
                      <a:pt x="48" y="35"/>
                    </a:cubicBezTo>
                    <a:cubicBezTo>
                      <a:pt x="44" y="33"/>
                      <a:pt x="41" y="27"/>
                      <a:pt x="38" y="23"/>
                    </a:cubicBezTo>
                    <a:cubicBezTo>
                      <a:pt x="37" y="20"/>
                      <a:pt x="35" y="16"/>
                      <a:pt x="33" y="13"/>
                    </a:cubicBezTo>
                    <a:cubicBezTo>
                      <a:pt x="30" y="9"/>
                      <a:pt x="25" y="5"/>
                      <a:pt x="20" y="3"/>
                    </a:cubicBezTo>
                    <a:cubicBezTo>
                      <a:pt x="14" y="0"/>
                      <a:pt x="7" y="1"/>
                      <a:pt x="0" y="1"/>
                    </a:cubicBezTo>
                    <a:cubicBezTo>
                      <a:pt x="2" y="1"/>
                      <a:pt x="5" y="3"/>
                      <a:pt x="6" y="3"/>
                    </a:cubicBezTo>
                    <a:cubicBezTo>
                      <a:pt x="10" y="5"/>
                      <a:pt x="14" y="7"/>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0" name="Freeform 199"/>
              <p:cNvSpPr>
                <a:spLocks/>
              </p:cNvSpPr>
              <p:nvPr/>
            </p:nvSpPr>
            <p:spPr bwMode="auto">
              <a:xfrm>
                <a:off x="-1722438" y="7667625"/>
                <a:ext cx="236538" cy="160338"/>
              </a:xfrm>
              <a:custGeom>
                <a:avLst/>
                <a:gdLst>
                  <a:gd name="T0" fmla="*/ 10 w 63"/>
                  <a:gd name="T1" fmla="*/ 11 h 43"/>
                  <a:gd name="T2" fmla="*/ 28 w 63"/>
                  <a:gd name="T3" fmla="*/ 36 h 43"/>
                  <a:gd name="T4" fmla="*/ 63 w 63"/>
                  <a:gd name="T5" fmla="*/ 36 h 43"/>
                  <a:gd name="T6" fmla="*/ 49 w 63"/>
                  <a:gd name="T7" fmla="*/ 31 h 43"/>
                  <a:gd name="T8" fmla="*/ 37 w 63"/>
                  <a:gd name="T9" fmla="*/ 19 h 43"/>
                  <a:gd name="T10" fmla="*/ 22 w 63"/>
                  <a:gd name="T11" fmla="*/ 5 h 43"/>
                  <a:gd name="T12" fmla="*/ 0 w 63"/>
                  <a:gd name="T13" fmla="*/ 1 h 43"/>
                  <a:gd name="T14" fmla="*/ 3 w 63"/>
                  <a:gd name="T15" fmla="*/ 3 h 43"/>
                  <a:gd name="T16" fmla="*/ 10 w 63"/>
                  <a:gd name="T17" fmla="*/ 1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10" y="11"/>
                    </a:moveTo>
                    <a:cubicBezTo>
                      <a:pt x="15" y="20"/>
                      <a:pt x="19" y="30"/>
                      <a:pt x="28" y="36"/>
                    </a:cubicBezTo>
                    <a:cubicBezTo>
                      <a:pt x="39" y="42"/>
                      <a:pt x="52" y="43"/>
                      <a:pt x="63" y="36"/>
                    </a:cubicBezTo>
                    <a:cubicBezTo>
                      <a:pt x="58" y="36"/>
                      <a:pt x="53" y="33"/>
                      <a:pt x="49" y="31"/>
                    </a:cubicBezTo>
                    <a:cubicBezTo>
                      <a:pt x="45" y="28"/>
                      <a:pt x="41" y="23"/>
                      <a:pt x="37" y="19"/>
                    </a:cubicBezTo>
                    <a:cubicBezTo>
                      <a:pt x="33" y="13"/>
                      <a:pt x="29" y="8"/>
                      <a:pt x="22" y="5"/>
                    </a:cubicBezTo>
                    <a:cubicBezTo>
                      <a:pt x="15" y="1"/>
                      <a:pt x="7" y="0"/>
                      <a:pt x="0" y="1"/>
                    </a:cubicBezTo>
                    <a:cubicBezTo>
                      <a:pt x="1" y="1"/>
                      <a:pt x="3" y="3"/>
                      <a:pt x="3" y="3"/>
                    </a:cubicBezTo>
                    <a:cubicBezTo>
                      <a:pt x="6" y="6"/>
                      <a:pt x="8" y="8"/>
                      <a:pt x="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1" name="Freeform 200"/>
              <p:cNvSpPr>
                <a:spLocks/>
              </p:cNvSpPr>
              <p:nvPr/>
            </p:nvSpPr>
            <p:spPr bwMode="auto">
              <a:xfrm>
                <a:off x="-1628775" y="7532688"/>
                <a:ext cx="153988" cy="107950"/>
              </a:xfrm>
              <a:custGeom>
                <a:avLst/>
                <a:gdLst>
                  <a:gd name="T0" fmla="*/ 17 w 41"/>
                  <a:gd name="T1" fmla="*/ 2 h 29"/>
                  <a:gd name="T2" fmla="*/ 0 w 41"/>
                  <a:gd name="T3" fmla="*/ 1 h 29"/>
                  <a:gd name="T4" fmla="*/ 5 w 41"/>
                  <a:gd name="T5" fmla="*/ 2 h 29"/>
                  <a:gd name="T6" fmla="*/ 14 w 41"/>
                  <a:gd name="T7" fmla="*/ 9 h 29"/>
                  <a:gd name="T8" fmla="*/ 27 w 41"/>
                  <a:gd name="T9" fmla="*/ 23 h 29"/>
                  <a:gd name="T10" fmla="*/ 41 w 41"/>
                  <a:gd name="T11" fmla="*/ 29 h 29"/>
                  <a:gd name="T12" fmla="*/ 33 w 41"/>
                  <a:gd name="T13" fmla="*/ 19 h 29"/>
                  <a:gd name="T14" fmla="*/ 28 w 41"/>
                  <a:gd name="T15" fmla="*/ 11 h 29"/>
                  <a:gd name="T16" fmla="*/ 17 w 41"/>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7" y="2"/>
                    </a:moveTo>
                    <a:cubicBezTo>
                      <a:pt x="11" y="0"/>
                      <a:pt x="6" y="0"/>
                      <a:pt x="0" y="1"/>
                    </a:cubicBezTo>
                    <a:cubicBezTo>
                      <a:pt x="1" y="0"/>
                      <a:pt x="4" y="2"/>
                      <a:pt x="5" y="2"/>
                    </a:cubicBezTo>
                    <a:cubicBezTo>
                      <a:pt x="8" y="4"/>
                      <a:pt x="12" y="6"/>
                      <a:pt x="14" y="9"/>
                    </a:cubicBezTo>
                    <a:cubicBezTo>
                      <a:pt x="19" y="13"/>
                      <a:pt x="22" y="19"/>
                      <a:pt x="27" y="23"/>
                    </a:cubicBezTo>
                    <a:cubicBezTo>
                      <a:pt x="31" y="26"/>
                      <a:pt x="36" y="29"/>
                      <a:pt x="41" y="29"/>
                    </a:cubicBezTo>
                    <a:cubicBezTo>
                      <a:pt x="37" y="28"/>
                      <a:pt x="34" y="23"/>
                      <a:pt x="33" y="19"/>
                    </a:cubicBezTo>
                    <a:cubicBezTo>
                      <a:pt x="31" y="16"/>
                      <a:pt x="30" y="14"/>
                      <a:pt x="28" y="11"/>
                    </a:cubicBezTo>
                    <a:cubicBezTo>
                      <a:pt x="25" y="7"/>
                      <a:pt x="21" y="4"/>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2" name="Freeform 201"/>
              <p:cNvSpPr>
                <a:spLocks/>
              </p:cNvSpPr>
              <p:nvPr/>
            </p:nvSpPr>
            <p:spPr bwMode="auto">
              <a:xfrm>
                <a:off x="-1689100" y="7535863"/>
                <a:ext cx="203200" cy="134938"/>
              </a:xfrm>
              <a:custGeom>
                <a:avLst/>
                <a:gdLst>
                  <a:gd name="T0" fmla="*/ 0 w 54"/>
                  <a:gd name="T1" fmla="*/ 0 h 36"/>
                  <a:gd name="T2" fmla="*/ 3 w 54"/>
                  <a:gd name="T3" fmla="*/ 2 h 36"/>
                  <a:gd name="T4" fmla="*/ 9 w 54"/>
                  <a:gd name="T5" fmla="*/ 9 h 36"/>
                  <a:gd name="T6" fmla="*/ 24 w 54"/>
                  <a:gd name="T7" fmla="*/ 30 h 36"/>
                  <a:gd name="T8" fmla="*/ 54 w 54"/>
                  <a:gd name="T9" fmla="*/ 30 h 36"/>
                  <a:gd name="T10" fmla="*/ 42 w 54"/>
                  <a:gd name="T11" fmla="*/ 26 h 36"/>
                  <a:gd name="T12" fmla="*/ 32 w 54"/>
                  <a:gd name="T13" fmla="*/ 15 h 36"/>
                  <a:gd name="T14" fmla="*/ 19 w 54"/>
                  <a:gd name="T15" fmla="*/ 4 h 36"/>
                  <a:gd name="T16" fmla="*/ 0 w 54"/>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0" y="0"/>
                    </a:moveTo>
                    <a:cubicBezTo>
                      <a:pt x="1" y="0"/>
                      <a:pt x="2" y="2"/>
                      <a:pt x="3" y="2"/>
                    </a:cubicBezTo>
                    <a:cubicBezTo>
                      <a:pt x="5" y="4"/>
                      <a:pt x="7" y="7"/>
                      <a:pt x="9" y="9"/>
                    </a:cubicBezTo>
                    <a:cubicBezTo>
                      <a:pt x="13" y="17"/>
                      <a:pt x="16" y="25"/>
                      <a:pt x="24" y="30"/>
                    </a:cubicBezTo>
                    <a:cubicBezTo>
                      <a:pt x="33" y="36"/>
                      <a:pt x="45" y="36"/>
                      <a:pt x="54" y="30"/>
                    </a:cubicBezTo>
                    <a:cubicBezTo>
                      <a:pt x="50" y="30"/>
                      <a:pt x="45" y="28"/>
                      <a:pt x="42" y="26"/>
                    </a:cubicBezTo>
                    <a:cubicBezTo>
                      <a:pt x="38" y="23"/>
                      <a:pt x="35" y="19"/>
                      <a:pt x="32" y="15"/>
                    </a:cubicBezTo>
                    <a:cubicBezTo>
                      <a:pt x="28" y="10"/>
                      <a:pt x="25" y="7"/>
                      <a:pt x="19" y="4"/>
                    </a:cubicBezTo>
                    <a:cubicBezTo>
                      <a:pt x="13" y="0"/>
                      <a:pt x="7"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3" name="Freeform 202"/>
              <p:cNvSpPr>
                <a:spLocks/>
              </p:cNvSpPr>
              <p:nvPr/>
            </p:nvSpPr>
            <p:spPr bwMode="auto">
              <a:xfrm>
                <a:off x="-1466850" y="7437438"/>
                <a:ext cx="82550" cy="173038"/>
              </a:xfrm>
              <a:custGeom>
                <a:avLst/>
                <a:gdLst>
                  <a:gd name="T0" fmla="*/ 14 w 22"/>
                  <a:gd name="T1" fmla="*/ 15 h 46"/>
                  <a:gd name="T2" fmla="*/ 3 w 22"/>
                  <a:gd name="T3" fmla="*/ 31 h 46"/>
                  <a:gd name="T4" fmla="*/ 0 w 22"/>
                  <a:gd name="T5" fmla="*/ 46 h 46"/>
                  <a:gd name="T6" fmla="*/ 8 w 22"/>
                  <a:gd name="T7" fmla="*/ 35 h 46"/>
                  <a:gd name="T8" fmla="*/ 15 w 22"/>
                  <a:gd name="T9" fmla="*/ 29 h 46"/>
                  <a:gd name="T10" fmla="*/ 22 w 22"/>
                  <a:gd name="T11" fmla="*/ 16 h 46"/>
                  <a:gd name="T12" fmla="*/ 19 w 22"/>
                  <a:gd name="T13" fmla="*/ 0 h 46"/>
                  <a:gd name="T14" fmla="*/ 18 w 22"/>
                  <a:gd name="T15" fmla="*/ 5 h 46"/>
                  <a:gd name="T16" fmla="*/ 14 w 22"/>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46">
                    <a:moveTo>
                      <a:pt x="14" y="15"/>
                    </a:moveTo>
                    <a:cubicBezTo>
                      <a:pt x="11" y="21"/>
                      <a:pt x="6" y="25"/>
                      <a:pt x="3" y="31"/>
                    </a:cubicBezTo>
                    <a:cubicBezTo>
                      <a:pt x="1" y="35"/>
                      <a:pt x="0" y="41"/>
                      <a:pt x="0" y="46"/>
                    </a:cubicBezTo>
                    <a:cubicBezTo>
                      <a:pt x="1" y="42"/>
                      <a:pt x="5" y="38"/>
                      <a:pt x="8" y="35"/>
                    </a:cubicBezTo>
                    <a:cubicBezTo>
                      <a:pt x="10" y="33"/>
                      <a:pt x="13" y="31"/>
                      <a:pt x="15" y="29"/>
                    </a:cubicBezTo>
                    <a:cubicBezTo>
                      <a:pt x="18" y="25"/>
                      <a:pt x="21" y="21"/>
                      <a:pt x="22" y="16"/>
                    </a:cubicBezTo>
                    <a:cubicBezTo>
                      <a:pt x="22" y="11"/>
                      <a:pt x="21" y="5"/>
                      <a:pt x="19" y="0"/>
                    </a:cubicBezTo>
                    <a:cubicBezTo>
                      <a:pt x="20" y="1"/>
                      <a:pt x="19" y="3"/>
                      <a:pt x="18" y="5"/>
                    </a:cubicBezTo>
                    <a:cubicBezTo>
                      <a:pt x="18" y="8"/>
                      <a:pt x="17" y="12"/>
                      <a:pt x="1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4" name="Freeform 203"/>
              <p:cNvSpPr>
                <a:spLocks/>
              </p:cNvSpPr>
              <p:nvPr/>
            </p:nvSpPr>
            <p:spPr bwMode="auto">
              <a:xfrm>
                <a:off x="-1516063" y="7381875"/>
                <a:ext cx="112713" cy="220663"/>
              </a:xfrm>
              <a:custGeom>
                <a:avLst/>
                <a:gdLst>
                  <a:gd name="T0" fmla="*/ 10 w 30"/>
                  <a:gd name="T1" fmla="*/ 59 h 59"/>
                  <a:gd name="T2" fmla="*/ 12 w 30"/>
                  <a:gd name="T3" fmla="*/ 46 h 59"/>
                  <a:gd name="T4" fmla="*/ 20 w 30"/>
                  <a:gd name="T5" fmla="*/ 34 h 59"/>
                  <a:gd name="T6" fmla="*/ 28 w 30"/>
                  <a:gd name="T7" fmla="*/ 19 h 59"/>
                  <a:gd name="T8" fmla="*/ 27 w 30"/>
                  <a:gd name="T9" fmla="*/ 0 h 59"/>
                  <a:gd name="T10" fmla="*/ 26 w 30"/>
                  <a:gd name="T11" fmla="*/ 3 h 59"/>
                  <a:gd name="T12" fmla="*/ 21 w 30"/>
                  <a:gd name="T13" fmla="*/ 10 h 59"/>
                  <a:gd name="T14" fmla="*/ 3 w 30"/>
                  <a:gd name="T15" fmla="*/ 30 h 59"/>
                  <a:gd name="T16" fmla="*/ 10 w 30"/>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10" y="59"/>
                    </a:moveTo>
                    <a:cubicBezTo>
                      <a:pt x="9" y="55"/>
                      <a:pt x="10" y="50"/>
                      <a:pt x="12" y="46"/>
                    </a:cubicBezTo>
                    <a:cubicBezTo>
                      <a:pt x="13" y="42"/>
                      <a:pt x="17" y="38"/>
                      <a:pt x="20" y="34"/>
                    </a:cubicBezTo>
                    <a:cubicBezTo>
                      <a:pt x="24" y="30"/>
                      <a:pt x="27" y="25"/>
                      <a:pt x="28" y="19"/>
                    </a:cubicBezTo>
                    <a:cubicBezTo>
                      <a:pt x="30" y="13"/>
                      <a:pt x="29" y="6"/>
                      <a:pt x="27" y="0"/>
                    </a:cubicBezTo>
                    <a:cubicBezTo>
                      <a:pt x="28" y="0"/>
                      <a:pt x="26" y="2"/>
                      <a:pt x="26" y="3"/>
                    </a:cubicBezTo>
                    <a:cubicBezTo>
                      <a:pt x="25" y="6"/>
                      <a:pt x="23" y="8"/>
                      <a:pt x="21" y="10"/>
                    </a:cubicBezTo>
                    <a:cubicBezTo>
                      <a:pt x="14" y="16"/>
                      <a:pt x="6" y="21"/>
                      <a:pt x="3" y="30"/>
                    </a:cubicBezTo>
                    <a:cubicBezTo>
                      <a:pt x="0" y="40"/>
                      <a:pt x="2" y="51"/>
                      <a:pt x="1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5" name="Freeform 204"/>
              <p:cNvSpPr>
                <a:spLocks noEditPoints="1"/>
              </p:cNvSpPr>
              <p:nvPr/>
            </p:nvSpPr>
            <p:spPr bwMode="auto">
              <a:xfrm>
                <a:off x="-5208588" y="2486025"/>
                <a:ext cx="269875" cy="212725"/>
              </a:xfrm>
              <a:custGeom>
                <a:avLst/>
                <a:gdLst>
                  <a:gd name="T0" fmla="*/ 65 w 72"/>
                  <a:gd name="T1" fmla="*/ 13 h 57"/>
                  <a:gd name="T2" fmla="*/ 58 w 72"/>
                  <a:gd name="T3" fmla="*/ 13 h 57"/>
                  <a:gd name="T4" fmla="*/ 58 w 72"/>
                  <a:gd name="T5" fmla="*/ 16 h 57"/>
                  <a:gd name="T6" fmla="*/ 66 w 72"/>
                  <a:gd name="T7" fmla="*/ 32 h 57"/>
                  <a:gd name="T8" fmla="*/ 66 w 72"/>
                  <a:gd name="T9" fmla="*/ 40 h 57"/>
                  <a:gd name="T10" fmla="*/ 58 w 72"/>
                  <a:gd name="T11" fmla="*/ 57 h 57"/>
                  <a:gd name="T12" fmla="*/ 72 w 72"/>
                  <a:gd name="T13" fmla="*/ 53 h 57"/>
                  <a:gd name="T14" fmla="*/ 72 w 72"/>
                  <a:gd name="T15" fmla="*/ 20 h 57"/>
                  <a:gd name="T16" fmla="*/ 58 w 72"/>
                  <a:gd name="T17" fmla="*/ 0 h 57"/>
                  <a:gd name="T18" fmla="*/ 36 w 72"/>
                  <a:gd name="T19" fmla="*/ 4 h 57"/>
                  <a:gd name="T20" fmla="*/ 58 w 72"/>
                  <a:gd name="T21" fmla="*/ 13 h 57"/>
                  <a:gd name="T22" fmla="*/ 36 w 72"/>
                  <a:gd name="T23" fmla="*/ 45 h 57"/>
                  <a:gd name="T24" fmla="*/ 55 w 72"/>
                  <a:gd name="T25" fmla="*/ 53 h 57"/>
                  <a:gd name="T26" fmla="*/ 58 w 72"/>
                  <a:gd name="T27" fmla="*/ 57 h 57"/>
                  <a:gd name="T28" fmla="*/ 51 w 72"/>
                  <a:gd name="T29" fmla="*/ 40 h 57"/>
                  <a:gd name="T30" fmla="*/ 58 w 72"/>
                  <a:gd name="T31" fmla="*/ 32 h 57"/>
                  <a:gd name="T32" fmla="*/ 36 w 72"/>
                  <a:gd name="T33" fmla="*/ 16 h 57"/>
                  <a:gd name="T34" fmla="*/ 36 w 72"/>
                  <a:gd name="T35" fmla="*/ 0 h 57"/>
                  <a:gd name="T36" fmla="*/ 14 w 72"/>
                  <a:gd name="T37" fmla="*/ 0 h 57"/>
                  <a:gd name="T38" fmla="*/ 18 w 72"/>
                  <a:gd name="T39" fmla="*/ 4 h 57"/>
                  <a:gd name="T40" fmla="*/ 36 w 72"/>
                  <a:gd name="T41" fmla="*/ 4 h 57"/>
                  <a:gd name="T42" fmla="*/ 14 w 72"/>
                  <a:gd name="T43" fmla="*/ 57 h 57"/>
                  <a:gd name="T44" fmla="*/ 17 w 72"/>
                  <a:gd name="T45" fmla="*/ 53 h 57"/>
                  <a:gd name="T46" fmla="*/ 36 w 72"/>
                  <a:gd name="T47" fmla="*/ 45 h 57"/>
                  <a:gd name="T48" fmla="*/ 14 w 72"/>
                  <a:gd name="T49" fmla="*/ 16 h 57"/>
                  <a:gd name="T50" fmla="*/ 21 w 72"/>
                  <a:gd name="T51" fmla="*/ 32 h 57"/>
                  <a:gd name="T52" fmla="*/ 21 w 72"/>
                  <a:gd name="T53" fmla="*/ 40 h 57"/>
                  <a:gd name="T54" fmla="*/ 14 w 72"/>
                  <a:gd name="T55" fmla="*/ 57 h 57"/>
                  <a:gd name="T56" fmla="*/ 7 w 72"/>
                  <a:gd name="T57" fmla="*/ 13 h 57"/>
                  <a:gd name="T58" fmla="*/ 0 w 72"/>
                  <a:gd name="T59" fmla="*/ 44 h 57"/>
                  <a:gd name="T60" fmla="*/ 0 w 72"/>
                  <a:gd name="T61" fmla="*/ 53 h 57"/>
                  <a:gd name="T62" fmla="*/ 14 w 72"/>
                  <a:gd name="T63" fmla="*/ 57 h 57"/>
                  <a:gd name="T64" fmla="*/ 7 w 72"/>
                  <a:gd name="T65" fmla="*/ 40 h 57"/>
                  <a:gd name="T66" fmla="*/ 14 w 72"/>
                  <a:gd name="T67" fmla="*/ 32 h 57"/>
                  <a:gd name="T68" fmla="*/ 12 w 72"/>
                  <a:gd name="T69" fmla="*/ 16 h 57"/>
                  <a:gd name="T70" fmla="*/ 14 w 72"/>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2" h="57">
                    <a:moveTo>
                      <a:pt x="72" y="20"/>
                    </a:moveTo>
                    <a:cubicBezTo>
                      <a:pt x="65" y="13"/>
                      <a:pt x="65" y="13"/>
                      <a:pt x="65" y="13"/>
                    </a:cubicBezTo>
                    <a:cubicBezTo>
                      <a:pt x="58" y="0"/>
                      <a:pt x="58" y="0"/>
                      <a:pt x="58" y="0"/>
                    </a:cubicBezTo>
                    <a:cubicBezTo>
                      <a:pt x="58" y="13"/>
                      <a:pt x="58" y="13"/>
                      <a:pt x="58" y="13"/>
                    </a:cubicBezTo>
                    <a:cubicBezTo>
                      <a:pt x="60" y="16"/>
                      <a:pt x="60" y="16"/>
                      <a:pt x="60" y="16"/>
                    </a:cubicBezTo>
                    <a:cubicBezTo>
                      <a:pt x="58" y="16"/>
                      <a:pt x="58" y="16"/>
                      <a:pt x="58" y="16"/>
                    </a:cubicBezTo>
                    <a:cubicBezTo>
                      <a:pt x="58" y="32"/>
                      <a:pt x="58" y="32"/>
                      <a:pt x="58" y="32"/>
                    </a:cubicBezTo>
                    <a:cubicBezTo>
                      <a:pt x="66" y="32"/>
                      <a:pt x="66" y="32"/>
                      <a:pt x="66" y="32"/>
                    </a:cubicBezTo>
                    <a:cubicBezTo>
                      <a:pt x="66" y="40"/>
                      <a:pt x="66" y="40"/>
                      <a:pt x="66" y="40"/>
                    </a:cubicBezTo>
                    <a:cubicBezTo>
                      <a:pt x="66" y="40"/>
                      <a:pt x="66" y="40"/>
                      <a:pt x="66" y="40"/>
                    </a:cubicBezTo>
                    <a:cubicBezTo>
                      <a:pt x="58" y="40"/>
                      <a:pt x="58" y="40"/>
                      <a:pt x="58" y="40"/>
                    </a:cubicBezTo>
                    <a:cubicBezTo>
                      <a:pt x="58" y="57"/>
                      <a:pt x="58" y="57"/>
                      <a:pt x="58" y="57"/>
                    </a:cubicBezTo>
                    <a:cubicBezTo>
                      <a:pt x="69" y="57"/>
                      <a:pt x="69" y="57"/>
                      <a:pt x="69" y="57"/>
                    </a:cubicBezTo>
                    <a:cubicBezTo>
                      <a:pt x="71" y="57"/>
                      <a:pt x="72" y="55"/>
                      <a:pt x="72" y="53"/>
                    </a:cubicBezTo>
                    <a:cubicBezTo>
                      <a:pt x="72" y="45"/>
                      <a:pt x="72" y="45"/>
                      <a:pt x="72" y="45"/>
                    </a:cubicBezTo>
                    <a:lnTo>
                      <a:pt x="72" y="20"/>
                    </a:lnTo>
                    <a:close/>
                    <a:moveTo>
                      <a:pt x="58" y="0"/>
                    </a:moveTo>
                    <a:cubicBezTo>
                      <a:pt x="58" y="0"/>
                      <a:pt x="58" y="0"/>
                      <a:pt x="58" y="0"/>
                    </a:cubicBezTo>
                    <a:cubicBezTo>
                      <a:pt x="36" y="0"/>
                      <a:pt x="36" y="0"/>
                      <a:pt x="36" y="0"/>
                    </a:cubicBezTo>
                    <a:cubicBezTo>
                      <a:pt x="36" y="4"/>
                      <a:pt x="36" y="4"/>
                      <a:pt x="36" y="4"/>
                    </a:cubicBezTo>
                    <a:cubicBezTo>
                      <a:pt x="54" y="4"/>
                      <a:pt x="54" y="4"/>
                      <a:pt x="54" y="4"/>
                    </a:cubicBezTo>
                    <a:cubicBezTo>
                      <a:pt x="58" y="13"/>
                      <a:pt x="58" y="13"/>
                      <a:pt x="58" y="13"/>
                    </a:cubicBezTo>
                    <a:cubicBezTo>
                      <a:pt x="58" y="0"/>
                      <a:pt x="58" y="0"/>
                      <a:pt x="58" y="0"/>
                    </a:cubicBezTo>
                    <a:close/>
                    <a:moveTo>
                      <a:pt x="36" y="45"/>
                    </a:moveTo>
                    <a:cubicBezTo>
                      <a:pt x="55" y="45"/>
                      <a:pt x="55" y="45"/>
                      <a:pt x="55" y="45"/>
                    </a:cubicBezTo>
                    <a:cubicBezTo>
                      <a:pt x="55" y="53"/>
                      <a:pt x="55" y="53"/>
                      <a:pt x="55" y="53"/>
                    </a:cubicBezTo>
                    <a:cubicBezTo>
                      <a:pt x="55" y="55"/>
                      <a:pt x="56" y="57"/>
                      <a:pt x="58" y="57"/>
                    </a:cubicBezTo>
                    <a:cubicBezTo>
                      <a:pt x="58" y="57"/>
                      <a:pt x="58" y="57"/>
                      <a:pt x="58" y="57"/>
                    </a:cubicBezTo>
                    <a:cubicBezTo>
                      <a:pt x="58" y="40"/>
                      <a:pt x="58" y="40"/>
                      <a:pt x="58" y="40"/>
                    </a:cubicBezTo>
                    <a:cubicBezTo>
                      <a:pt x="51" y="40"/>
                      <a:pt x="51" y="40"/>
                      <a:pt x="51" y="40"/>
                    </a:cubicBezTo>
                    <a:cubicBezTo>
                      <a:pt x="51" y="32"/>
                      <a:pt x="51" y="32"/>
                      <a:pt x="51" y="32"/>
                    </a:cubicBezTo>
                    <a:cubicBezTo>
                      <a:pt x="58" y="32"/>
                      <a:pt x="58" y="32"/>
                      <a:pt x="58" y="32"/>
                    </a:cubicBezTo>
                    <a:cubicBezTo>
                      <a:pt x="58" y="16"/>
                      <a:pt x="58" y="16"/>
                      <a:pt x="58" y="16"/>
                    </a:cubicBezTo>
                    <a:cubicBezTo>
                      <a:pt x="36" y="16"/>
                      <a:pt x="36" y="16"/>
                      <a:pt x="36" y="16"/>
                    </a:cubicBezTo>
                    <a:lnTo>
                      <a:pt x="36" y="45"/>
                    </a:lnTo>
                    <a:close/>
                    <a:moveTo>
                      <a:pt x="36" y="0"/>
                    </a:moveTo>
                    <a:cubicBezTo>
                      <a:pt x="14" y="0"/>
                      <a:pt x="14" y="0"/>
                      <a:pt x="14" y="0"/>
                    </a:cubicBezTo>
                    <a:cubicBezTo>
                      <a:pt x="14" y="0"/>
                      <a:pt x="14" y="0"/>
                      <a:pt x="14" y="0"/>
                    </a:cubicBezTo>
                    <a:cubicBezTo>
                      <a:pt x="14" y="13"/>
                      <a:pt x="14" y="13"/>
                      <a:pt x="14" y="13"/>
                    </a:cubicBezTo>
                    <a:cubicBezTo>
                      <a:pt x="18" y="4"/>
                      <a:pt x="18" y="4"/>
                      <a:pt x="18" y="4"/>
                    </a:cubicBezTo>
                    <a:cubicBezTo>
                      <a:pt x="18" y="4"/>
                      <a:pt x="18" y="4"/>
                      <a:pt x="18" y="4"/>
                    </a:cubicBezTo>
                    <a:cubicBezTo>
                      <a:pt x="36" y="4"/>
                      <a:pt x="36" y="4"/>
                      <a:pt x="36" y="4"/>
                    </a:cubicBezTo>
                    <a:cubicBezTo>
                      <a:pt x="36" y="0"/>
                      <a:pt x="36" y="0"/>
                      <a:pt x="36" y="0"/>
                    </a:cubicBezTo>
                    <a:close/>
                    <a:moveTo>
                      <a:pt x="14" y="57"/>
                    </a:moveTo>
                    <a:cubicBezTo>
                      <a:pt x="14" y="57"/>
                      <a:pt x="14" y="57"/>
                      <a:pt x="14" y="57"/>
                    </a:cubicBezTo>
                    <a:cubicBezTo>
                      <a:pt x="16" y="57"/>
                      <a:pt x="17" y="55"/>
                      <a:pt x="17" y="53"/>
                    </a:cubicBezTo>
                    <a:cubicBezTo>
                      <a:pt x="17" y="45"/>
                      <a:pt x="17" y="45"/>
                      <a:pt x="17" y="45"/>
                    </a:cubicBezTo>
                    <a:cubicBezTo>
                      <a:pt x="36" y="45"/>
                      <a:pt x="36" y="45"/>
                      <a:pt x="36" y="45"/>
                    </a:cubicBezTo>
                    <a:cubicBezTo>
                      <a:pt x="36" y="16"/>
                      <a:pt x="36" y="16"/>
                      <a:pt x="36" y="16"/>
                    </a:cubicBezTo>
                    <a:cubicBezTo>
                      <a:pt x="14" y="16"/>
                      <a:pt x="14" y="16"/>
                      <a:pt x="14" y="16"/>
                    </a:cubicBezTo>
                    <a:cubicBezTo>
                      <a:pt x="14" y="32"/>
                      <a:pt x="14" y="32"/>
                      <a:pt x="14" y="32"/>
                    </a:cubicBezTo>
                    <a:cubicBezTo>
                      <a:pt x="21" y="32"/>
                      <a:pt x="21" y="32"/>
                      <a:pt x="21" y="32"/>
                    </a:cubicBezTo>
                    <a:cubicBezTo>
                      <a:pt x="21" y="40"/>
                      <a:pt x="21" y="40"/>
                      <a:pt x="21" y="40"/>
                    </a:cubicBezTo>
                    <a:cubicBezTo>
                      <a:pt x="21" y="40"/>
                      <a:pt x="21" y="40"/>
                      <a:pt x="21" y="40"/>
                    </a:cubicBezTo>
                    <a:cubicBezTo>
                      <a:pt x="14" y="40"/>
                      <a:pt x="14" y="40"/>
                      <a:pt x="14" y="40"/>
                    </a:cubicBezTo>
                    <a:lnTo>
                      <a:pt x="14" y="57"/>
                    </a:lnTo>
                    <a:close/>
                    <a:moveTo>
                      <a:pt x="14" y="0"/>
                    </a:moveTo>
                    <a:cubicBezTo>
                      <a:pt x="7" y="13"/>
                      <a:pt x="7" y="13"/>
                      <a:pt x="7" y="13"/>
                    </a:cubicBezTo>
                    <a:cubicBezTo>
                      <a:pt x="0" y="20"/>
                      <a:pt x="0" y="20"/>
                      <a:pt x="0" y="20"/>
                    </a:cubicBezTo>
                    <a:cubicBezTo>
                      <a:pt x="0" y="44"/>
                      <a:pt x="0" y="44"/>
                      <a:pt x="0" y="44"/>
                    </a:cubicBezTo>
                    <a:cubicBezTo>
                      <a:pt x="0" y="45"/>
                      <a:pt x="0" y="45"/>
                      <a:pt x="0" y="45"/>
                    </a:cubicBezTo>
                    <a:cubicBezTo>
                      <a:pt x="0" y="53"/>
                      <a:pt x="0" y="53"/>
                      <a:pt x="0" y="53"/>
                    </a:cubicBezTo>
                    <a:cubicBezTo>
                      <a:pt x="0" y="55"/>
                      <a:pt x="2" y="57"/>
                      <a:pt x="3" y="57"/>
                    </a:cubicBezTo>
                    <a:cubicBezTo>
                      <a:pt x="14" y="57"/>
                      <a:pt x="14" y="57"/>
                      <a:pt x="14" y="57"/>
                    </a:cubicBezTo>
                    <a:cubicBezTo>
                      <a:pt x="14" y="40"/>
                      <a:pt x="14" y="40"/>
                      <a:pt x="14" y="40"/>
                    </a:cubicBezTo>
                    <a:cubicBezTo>
                      <a:pt x="7" y="40"/>
                      <a:pt x="7" y="40"/>
                      <a:pt x="7" y="40"/>
                    </a:cubicBezTo>
                    <a:cubicBezTo>
                      <a:pt x="7" y="32"/>
                      <a:pt x="7" y="32"/>
                      <a:pt x="7" y="32"/>
                    </a:cubicBezTo>
                    <a:cubicBezTo>
                      <a:pt x="14" y="32"/>
                      <a:pt x="14" y="32"/>
                      <a:pt x="14" y="32"/>
                    </a:cubicBezTo>
                    <a:cubicBezTo>
                      <a:pt x="14" y="16"/>
                      <a:pt x="14" y="16"/>
                      <a:pt x="14" y="16"/>
                    </a:cubicBezTo>
                    <a:cubicBezTo>
                      <a:pt x="12" y="16"/>
                      <a:pt x="12" y="16"/>
                      <a:pt x="12" y="16"/>
                    </a:cubicBezTo>
                    <a:cubicBezTo>
                      <a:pt x="14" y="13"/>
                      <a:pt x="14" y="13"/>
                      <a:pt x="14" y="13"/>
                    </a:cubicBez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6" name="Freeform 205"/>
              <p:cNvSpPr>
                <a:spLocks/>
              </p:cNvSpPr>
              <p:nvPr/>
            </p:nvSpPr>
            <p:spPr bwMode="auto">
              <a:xfrm>
                <a:off x="-5395913" y="1295400"/>
                <a:ext cx="112713" cy="77788"/>
              </a:xfrm>
              <a:custGeom>
                <a:avLst/>
                <a:gdLst>
                  <a:gd name="T0" fmla="*/ 19 w 30"/>
                  <a:gd name="T1" fmla="*/ 6 h 21"/>
                  <a:gd name="T2" fmla="*/ 26 w 30"/>
                  <a:gd name="T3" fmla="*/ 2 h 21"/>
                  <a:gd name="T4" fmla="*/ 30 w 30"/>
                  <a:gd name="T5" fmla="*/ 1 h 21"/>
                  <a:gd name="T6" fmla="*/ 18 w 30"/>
                  <a:gd name="T7" fmla="*/ 2 h 21"/>
                  <a:gd name="T8" fmla="*/ 9 w 30"/>
                  <a:gd name="T9" fmla="*/ 8 h 21"/>
                  <a:gd name="T10" fmla="*/ 6 w 30"/>
                  <a:gd name="T11" fmla="*/ 14 h 21"/>
                  <a:gd name="T12" fmla="*/ 0 w 30"/>
                  <a:gd name="T13" fmla="*/ 21 h 21"/>
                  <a:gd name="T14" fmla="*/ 10 w 30"/>
                  <a:gd name="T15" fmla="*/ 17 h 21"/>
                  <a:gd name="T16" fmla="*/ 19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9" y="6"/>
                    </a:moveTo>
                    <a:cubicBezTo>
                      <a:pt x="21" y="4"/>
                      <a:pt x="24" y="3"/>
                      <a:pt x="26" y="2"/>
                    </a:cubicBezTo>
                    <a:cubicBezTo>
                      <a:pt x="27" y="2"/>
                      <a:pt x="29" y="1"/>
                      <a:pt x="30" y="1"/>
                    </a:cubicBezTo>
                    <a:cubicBezTo>
                      <a:pt x="26" y="0"/>
                      <a:pt x="21" y="0"/>
                      <a:pt x="18" y="2"/>
                    </a:cubicBezTo>
                    <a:cubicBezTo>
                      <a:pt x="14" y="3"/>
                      <a:pt x="11" y="5"/>
                      <a:pt x="9" y="8"/>
                    </a:cubicBezTo>
                    <a:cubicBezTo>
                      <a:pt x="8" y="10"/>
                      <a:pt x="7" y="12"/>
                      <a:pt x="6" y="14"/>
                    </a:cubicBezTo>
                    <a:cubicBezTo>
                      <a:pt x="5" y="17"/>
                      <a:pt x="3" y="20"/>
                      <a:pt x="0" y="21"/>
                    </a:cubicBezTo>
                    <a:cubicBezTo>
                      <a:pt x="4" y="21"/>
                      <a:pt x="7" y="19"/>
                      <a:pt x="10" y="17"/>
                    </a:cubicBezTo>
                    <a:cubicBezTo>
                      <a:pt x="14" y="14"/>
                      <a:pt x="16" y="10"/>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7" name="Freeform 206"/>
              <p:cNvSpPr>
                <a:spLocks/>
              </p:cNvSpPr>
              <p:nvPr/>
            </p:nvSpPr>
            <p:spPr bwMode="auto">
              <a:xfrm>
                <a:off x="-5389563" y="1298575"/>
                <a:ext cx="147638" cy="98425"/>
              </a:xfrm>
              <a:custGeom>
                <a:avLst/>
                <a:gdLst>
                  <a:gd name="T0" fmla="*/ 25 w 39"/>
                  <a:gd name="T1" fmla="*/ 3 h 26"/>
                  <a:gd name="T2" fmla="*/ 16 w 39"/>
                  <a:gd name="T3" fmla="*/ 11 h 26"/>
                  <a:gd name="T4" fmla="*/ 8 w 39"/>
                  <a:gd name="T5" fmla="*/ 19 h 26"/>
                  <a:gd name="T6" fmla="*/ 0 w 39"/>
                  <a:gd name="T7" fmla="*/ 22 h 26"/>
                  <a:gd name="T8" fmla="*/ 21 w 39"/>
                  <a:gd name="T9" fmla="*/ 22 h 26"/>
                  <a:gd name="T10" fmla="*/ 33 w 39"/>
                  <a:gd name="T11" fmla="*/ 7 h 26"/>
                  <a:gd name="T12" fmla="*/ 37 w 39"/>
                  <a:gd name="T13" fmla="*/ 2 h 26"/>
                  <a:gd name="T14" fmla="*/ 39 w 39"/>
                  <a:gd name="T15" fmla="*/ 0 h 26"/>
                  <a:gd name="T16" fmla="*/ 25 w 39"/>
                  <a:gd name="T1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25" y="3"/>
                    </a:moveTo>
                    <a:cubicBezTo>
                      <a:pt x="21" y="5"/>
                      <a:pt x="19" y="8"/>
                      <a:pt x="16" y="11"/>
                    </a:cubicBezTo>
                    <a:cubicBezTo>
                      <a:pt x="14" y="14"/>
                      <a:pt x="11" y="17"/>
                      <a:pt x="8" y="19"/>
                    </a:cubicBezTo>
                    <a:cubicBezTo>
                      <a:pt x="6" y="20"/>
                      <a:pt x="3" y="22"/>
                      <a:pt x="0" y="22"/>
                    </a:cubicBezTo>
                    <a:cubicBezTo>
                      <a:pt x="7" y="26"/>
                      <a:pt x="15" y="26"/>
                      <a:pt x="21" y="22"/>
                    </a:cubicBezTo>
                    <a:cubicBezTo>
                      <a:pt x="27" y="18"/>
                      <a:pt x="30" y="12"/>
                      <a:pt x="33" y="7"/>
                    </a:cubicBezTo>
                    <a:cubicBezTo>
                      <a:pt x="34" y="5"/>
                      <a:pt x="35" y="3"/>
                      <a:pt x="37" y="2"/>
                    </a:cubicBezTo>
                    <a:cubicBezTo>
                      <a:pt x="37" y="1"/>
                      <a:pt x="39" y="0"/>
                      <a:pt x="39" y="0"/>
                    </a:cubicBezTo>
                    <a:cubicBezTo>
                      <a:pt x="34" y="0"/>
                      <a:pt x="30" y="0"/>
                      <a:pt x="2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8" name="Freeform 207"/>
              <p:cNvSpPr>
                <a:spLocks/>
              </p:cNvSpPr>
              <p:nvPr/>
            </p:nvSpPr>
            <p:spPr bwMode="auto">
              <a:xfrm>
                <a:off x="-5395913" y="1212850"/>
                <a:ext cx="93663" cy="66675"/>
              </a:xfrm>
              <a:custGeom>
                <a:avLst/>
                <a:gdLst>
                  <a:gd name="T0" fmla="*/ 8 w 25"/>
                  <a:gd name="T1" fmla="*/ 7 h 18"/>
                  <a:gd name="T2" fmla="*/ 5 w 25"/>
                  <a:gd name="T3" fmla="*/ 12 h 18"/>
                  <a:gd name="T4" fmla="*/ 0 w 25"/>
                  <a:gd name="T5" fmla="*/ 18 h 18"/>
                  <a:gd name="T6" fmla="*/ 9 w 25"/>
                  <a:gd name="T7" fmla="*/ 15 h 18"/>
                  <a:gd name="T8" fmla="*/ 17 w 25"/>
                  <a:gd name="T9" fmla="*/ 5 h 18"/>
                  <a:gd name="T10" fmla="*/ 22 w 25"/>
                  <a:gd name="T11" fmla="*/ 2 h 18"/>
                  <a:gd name="T12" fmla="*/ 25 w 25"/>
                  <a:gd name="T13" fmla="*/ 1 h 18"/>
                  <a:gd name="T14" fmla="*/ 15 w 25"/>
                  <a:gd name="T15" fmla="*/ 1 h 18"/>
                  <a:gd name="T16" fmla="*/ 8 w 25"/>
                  <a:gd name="T1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8">
                    <a:moveTo>
                      <a:pt x="8" y="7"/>
                    </a:moveTo>
                    <a:cubicBezTo>
                      <a:pt x="7" y="9"/>
                      <a:pt x="6" y="10"/>
                      <a:pt x="5" y="12"/>
                    </a:cubicBezTo>
                    <a:cubicBezTo>
                      <a:pt x="4" y="14"/>
                      <a:pt x="3" y="17"/>
                      <a:pt x="0" y="18"/>
                    </a:cubicBezTo>
                    <a:cubicBezTo>
                      <a:pt x="3" y="18"/>
                      <a:pt x="6" y="17"/>
                      <a:pt x="9" y="15"/>
                    </a:cubicBezTo>
                    <a:cubicBezTo>
                      <a:pt x="12" y="12"/>
                      <a:pt x="14" y="8"/>
                      <a:pt x="17" y="5"/>
                    </a:cubicBezTo>
                    <a:cubicBezTo>
                      <a:pt x="18" y="4"/>
                      <a:pt x="20" y="3"/>
                      <a:pt x="22" y="2"/>
                    </a:cubicBezTo>
                    <a:cubicBezTo>
                      <a:pt x="23" y="1"/>
                      <a:pt x="25" y="0"/>
                      <a:pt x="25" y="1"/>
                    </a:cubicBezTo>
                    <a:cubicBezTo>
                      <a:pt x="22" y="0"/>
                      <a:pt x="18" y="0"/>
                      <a:pt x="15" y="1"/>
                    </a:cubicBezTo>
                    <a:cubicBezTo>
                      <a:pt x="12" y="2"/>
                      <a:pt x="10" y="5"/>
                      <a:pt x="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79" name="Freeform 208"/>
              <p:cNvSpPr>
                <a:spLocks/>
              </p:cNvSpPr>
              <p:nvPr/>
            </p:nvSpPr>
            <p:spPr bwMode="auto">
              <a:xfrm>
                <a:off x="-5389563" y="1216025"/>
                <a:ext cx="123825" cy="82550"/>
              </a:xfrm>
              <a:custGeom>
                <a:avLst/>
                <a:gdLst>
                  <a:gd name="T0" fmla="*/ 32 w 33"/>
                  <a:gd name="T1" fmla="*/ 1 h 22"/>
                  <a:gd name="T2" fmla="*/ 33 w 33"/>
                  <a:gd name="T3" fmla="*/ 0 h 22"/>
                  <a:gd name="T4" fmla="*/ 22 w 33"/>
                  <a:gd name="T5" fmla="*/ 2 h 22"/>
                  <a:gd name="T6" fmla="*/ 13 w 33"/>
                  <a:gd name="T7" fmla="*/ 9 h 22"/>
                  <a:gd name="T8" fmla="*/ 7 w 33"/>
                  <a:gd name="T9" fmla="*/ 16 h 22"/>
                  <a:gd name="T10" fmla="*/ 0 w 33"/>
                  <a:gd name="T11" fmla="*/ 19 h 22"/>
                  <a:gd name="T12" fmla="*/ 18 w 33"/>
                  <a:gd name="T13" fmla="*/ 19 h 22"/>
                  <a:gd name="T14" fmla="*/ 28 w 33"/>
                  <a:gd name="T15" fmla="*/ 5 h 22"/>
                  <a:gd name="T16" fmla="*/ 32 w 33"/>
                  <a:gd name="T17"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2">
                    <a:moveTo>
                      <a:pt x="32" y="1"/>
                    </a:moveTo>
                    <a:cubicBezTo>
                      <a:pt x="32" y="1"/>
                      <a:pt x="33" y="0"/>
                      <a:pt x="33" y="0"/>
                    </a:cubicBezTo>
                    <a:cubicBezTo>
                      <a:pt x="29" y="0"/>
                      <a:pt x="25" y="0"/>
                      <a:pt x="22" y="2"/>
                    </a:cubicBezTo>
                    <a:cubicBezTo>
                      <a:pt x="18" y="4"/>
                      <a:pt x="16" y="6"/>
                      <a:pt x="13" y="9"/>
                    </a:cubicBezTo>
                    <a:cubicBezTo>
                      <a:pt x="12" y="12"/>
                      <a:pt x="10" y="14"/>
                      <a:pt x="7" y="16"/>
                    </a:cubicBezTo>
                    <a:cubicBezTo>
                      <a:pt x="5" y="17"/>
                      <a:pt x="2" y="19"/>
                      <a:pt x="0" y="19"/>
                    </a:cubicBezTo>
                    <a:cubicBezTo>
                      <a:pt x="6" y="22"/>
                      <a:pt x="13" y="22"/>
                      <a:pt x="18" y="19"/>
                    </a:cubicBezTo>
                    <a:cubicBezTo>
                      <a:pt x="23" y="16"/>
                      <a:pt x="25" y="10"/>
                      <a:pt x="28" y="5"/>
                    </a:cubicBezTo>
                    <a:cubicBezTo>
                      <a:pt x="29" y="4"/>
                      <a:pt x="30" y="2"/>
                      <a:pt x="3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0" name="Freeform 209"/>
              <p:cNvSpPr>
                <a:spLocks/>
              </p:cNvSpPr>
              <p:nvPr/>
            </p:nvSpPr>
            <p:spPr bwMode="auto">
              <a:xfrm>
                <a:off x="-5519738" y="1295400"/>
                <a:ext cx="112713" cy="77788"/>
              </a:xfrm>
              <a:custGeom>
                <a:avLst/>
                <a:gdLst>
                  <a:gd name="T0" fmla="*/ 11 w 30"/>
                  <a:gd name="T1" fmla="*/ 6 h 21"/>
                  <a:gd name="T2" fmla="*/ 20 w 30"/>
                  <a:gd name="T3" fmla="*/ 17 h 21"/>
                  <a:gd name="T4" fmla="*/ 30 w 30"/>
                  <a:gd name="T5" fmla="*/ 21 h 21"/>
                  <a:gd name="T6" fmla="*/ 24 w 30"/>
                  <a:gd name="T7" fmla="*/ 14 h 21"/>
                  <a:gd name="T8" fmla="*/ 20 w 30"/>
                  <a:gd name="T9" fmla="*/ 8 h 21"/>
                  <a:gd name="T10" fmla="*/ 12 w 30"/>
                  <a:gd name="T11" fmla="*/ 2 h 21"/>
                  <a:gd name="T12" fmla="*/ 0 w 30"/>
                  <a:gd name="T13" fmla="*/ 1 h 21"/>
                  <a:gd name="T14" fmla="*/ 4 w 30"/>
                  <a:gd name="T15" fmla="*/ 2 h 21"/>
                  <a:gd name="T16" fmla="*/ 11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1" y="6"/>
                    </a:moveTo>
                    <a:cubicBezTo>
                      <a:pt x="14" y="10"/>
                      <a:pt x="16" y="14"/>
                      <a:pt x="20" y="17"/>
                    </a:cubicBezTo>
                    <a:cubicBezTo>
                      <a:pt x="23" y="19"/>
                      <a:pt x="26" y="21"/>
                      <a:pt x="30" y="21"/>
                    </a:cubicBezTo>
                    <a:cubicBezTo>
                      <a:pt x="27" y="20"/>
                      <a:pt x="25" y="17"/>
                      <a:pt x="24" y="14"/>
                    </a:cubicBezTo>
                    <a:cubicBezTo>
                      <a:pt x="23" y="12"/>
                      <a:pt x="22" y="10"/>
                      <a:pt x="20" y="8"/>
                    </a:cubicBezTo>
                    <a:cubicBezTo>
                      <a:pt x="18" y="5"/>
                      <a:pt x="16" y="3"/>
                      <a:pt x="12" y="2"/>
                    </a:cubicBezTo>
                    <a:cubicBezTo>
                      <a:pt x="8" y="0"/>
                      <a:pt x="4" y="0"/>
                      <a:pt x="0" y="1"/>
                    </a:cubicBezTo>
                    <a:cubicBezTo>
                      <a:pt x="1" y="1"/>
                      <a:pt x="3" y="2"/>
                      <a:pt x="4" y="2"/>
                    </a:cubicBezTo>
                    <a:cubicBezTo>
                      <a:pt x="6" y="3"/>
                      <a:pt x="9" y="4"/>
                      <a:pt x="1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1" name="Freeform 210"/>
              <p:cNvSpPr>
                <a:spLocks/>
              </p:cNvSpPr>
              <p:nvPr/>
            </p:nvSpPr>
            <p:spPr bwMode="auto">
              <a:xfrm>
                <a:off x="-5561013" y="1298575"/>
                <a:ext cx="146050" cy="98425"/>
              </a:xfrm>
              <a:custGeom>
                <a:avLst/>
                <a:gdLst>
                  <a:gd name="T0" fmla="*/ 6 w 39"/>
                  <a:gd name="T1" fmla="*/ 7 h 26"/>
                  <a:gd name="T2" fmla="*/ 17 w 39"/>
                  <a:gd name="T3" fmla="*/ 22 h 26"/>
                  <a:gd name="T4" fmla="*/ 39 w 39"/>
                  <a:gd name="T5" fmla="*/ 22 h 26"/>
                  <a:gd name="T6" fmla="*/ 30 w 39"/>
                  <a:gd name="T7" fmla="*/ 19 h 26"/>
                  <a:gd name="T8" fmla="*/ 23 w 39"/>
                  <a:gd name="T9" fmla="*/ 11 h 26"/>
                  <a:gd name="T10" fmla="*/ 13 w 39"/>
                  <a:gd name="T11" fmla="*/ 3 h 26"/>
                  <a:gd name="T12" fmla="*/ 0 w 39"/>
                  <a:gd name="T13" fmla="*/ 0 h 26"/>
                  <a:gd name="T14" fmla="*/ 2 w 39"/>
                  <a:gd name="T15" fmla="*/ 2 h 26"/>
                  <a:gd name="T16" fmla="*/ 6 w 39"/>
                  <a:gd name="T17"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6" y="7"/>
                    </a:moveTo>
                    <a:cubicBezTo>
                      <a:pt x="9" y="12"/>
                      <a:pt x="11" y="18"/>
                      <a:pt x="17" y="22"/>
                    </a:cubicBezTo>
                    <a:cubicBezTo>
                      <a:pt x="24" y="26"/>
                      <a:pt x="32" y="26"/>
                      <a:pt x="39" y="22"/>
                    </a:cubicBezTo>
                    <a:cubicBezTo>
                      <a:pt x="36" y="22"/>
                      <a:pt x="33" y="20"/>
                      <a:pt x="30" y="19"/>
                    </a:cubicBezTo>
                    <a:cubicBezTo>
                      <a:pt x="28" y="17"/>
                      <a:pt x="25" y="14"/>
                      <a:pt x="23" y="11"/>
                    </a:cubicBezTo>
                    <a:cubicBezTo>
                      <a:pt x="20" y="8"/>
                      <a:pt x="18" y="5"/>
                      <a:pt x="13" y="3"/>
                    </a:cubicBezTo>
                    <a:cubicBezTo>
                      <a:pt x="9" y="0"/>
                      <a:pt x="4" y="0"/>
                      <a:pt x="0" y="0"/>
                    </a:cubicBezTo>
                    <a:cubicBezTo>
                      <a:pt x="0" y="0"/>
                      <a:pt x="1" y="1"/>
                      <a:pt x="2" y="2"/>
                    </a:cubicBezTo>
                    <a:cubicBezTo>
                      <a:pt x="3" y="3"/>
                      <a:pt x="5" y="5"/>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2" name="Freeform 211"/>
              <p:cNvSpPr>
                <a:spLocks/>
              </p:cNvSpPr>
              <p:nvPr/>
            </p:nvSpPr>
            <p:spPr bwMode="auto">
              <a:xfrm>
                <a:off x="-5505450" y="1212850"/>
                <a:ext cx="98425" cy="66675"/>
              </a:xfrm>
              <a:custGeom>
                <a:avLst/>
                <a:gdLst>
                  <a:gd name="T0" fmla="*/ 11 w 26"/>
                  <a:gd name="T1" fmla="*/ 1 h 18"/>
                  <a:gd name="T2" fmla="*/ 0 w 26"/>
                  <a:gd name="T3" fmla="*/ 1 h 18"/>
                  <a:gd name="T4" fmla="*/ 3 w 26"/>
                  <a:gd name="T5" fmla="*/ 2 h 18"/>
                  <a:gd name="T6" fmla="*/ 9 w 26"/>
                  <a:gd name="T7" fmla="*/ 5 h 18"/>
                  <a:gd name="T8" fmla="*/ 17 w 26"/>
                  <a:gd name="T9" fmla="*/ 15 h 18"/>
                  <a:gd name="T10" fmla="*/ 26 w 26"/>
                  <a:gd name="T11" fmla="*/ 18 h 18"/>
                  <a:gd name="T12" fmla="*/ 21 w 26"/>
                  <a:gd name="T13" fmla="*/ 12 h 18"/>
                  <a:gd name="T14" fmla="*/ 18 w 26"/>
                  <a:gd name="T15" fmla="*/ 7 h 18"/>
                  <a:gd name="T16" fmla="*/ 11 w 26"/>
                  <a:gd name="T1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8">
                    <a:moveTo>
                      <a:pt x="11" y="1"/>
                    </a:moveTo>
                    <a:cubicBezTo>
                      <a:pt x="7" y="0"/>
                      <a:pt x="4" y="0"/>
                      <a:pt x="0" y="1"/>
                    </a:cubicBezTo>
                    <a:cubicBezTo>
                      <a:pt x="1" y="0"/>
                      <a:pt x="3" y="1"/>
                      <a:pt x="3" y="2"/>
                    </a:cubicBezTo>
                    <a:cubicBezTo>
                      <a:pt x="5" y="3"/>
                      <a:pt x="8" y="4"/>
                      <a:pt x="9" y="5"/>
                    </a:cubicBezTo>
                    <a:cubicBezTo>
                      <a:pt x="12" y="8"/>
                      <a:pt x="14" y="12"/>
                      <a:pt x="17" y="15"/>
                    </a:cubicBezTo>
                    <a:cubicBezTo>
                      <a:pt x="20" y="17"/>
                      <a:pt x="23" y="18"/>
                      <a:pt x="26" y="18"/>
                    </a:cubicBezTo>
                    <a:cubicBezTo>
                      <a:pt x="23" y="17"/>
                      <a:pt x="22" y="14"/>
                      <a:pt x="21" y="12"/>
                    </a:cubicBezTo>
                    <a:cubicBezTo>
                      <a:pt x="20" y="10"/>
                      <a:pt x="19" y="9"/>
                      <a:pt x="18" y="7"/>
                    </a:cubicBezTo>
                    <a:cubicBezTo>
                      <a:pt x="16" y="5"/>
                      <a:pt x="14" y="2"/>
                      <a:pt x="1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3" name="Freeform 212"/>
              <p:cNvSpPr>
                <a:spLocks/>
              </p:cNvSpPr>
              <p:nvPr/>
            </p:nvSpPr>
            <p:spPr bwMode="auto">
              <a:xfrm>
                <a:off x="-5543550" y="1216025"/>
                <a:ext cx="128588" cy="82550"/>
              </a:xfrm>
              <a:custGeom>
                <a:avLst/>
                <a:gdLst>
                  <a:gd name="T0" fmla="*/ 0 w 34"/>
                  <a:gd name="T1" fmla="*/ 0 h 22"/>
                  <a:gd name="T2" fmla="*/ 2 w 34"/>
                  <a:gd name="T3" fmla="*/ 1 h 22"/>
                  <a:gd name="T4" fmla="*/ 6 w 34"/>
                  <a:gd name="T5" fmla="*/ 5 h 22"/>
                  <a:gd name="T6" fmla="*/ 16 w 34"/>
                  <a:gd name="T7" fmla="*/ 19 h 22"/>
                  <a:gd name="T8" fmla="*/ 34 w 34"/>
                  <a:gd name="T9" fmla="*/ 19 h 22"/>
                  <a:gd name="T10" fmla="*/ 27 w 34"/>
                  <a:gd name="T11" fmla="*/ 16 h 22"/>
                  <a:gd name="T12" fmla="*/ 20 w 34"/>
                  <a:gd name="T13" fmla="*/ 9 h 22"/>
                  <a:gd name="T14" fmla="*/ 12 w 34"/>
                  <a:gd name="T15" fmla="*/ 2 h 22"/>
                  <a:gd name="T16" fmla="*/ 0 w 34"/>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2">
                    <a:moveTo>
                      <a:pt x="0" y="0"/>
                    </a:moveTo>
                    <a:cubicBezTo>
                      <a:pt x="1" y="0"/>
                      <a:pt x="2" y="1"/>
                      <a:pt x="2" y="1"/>
                    </a:cubicBezTo>
                    <a:cubicBezTo>
                      <a:pt x="4" y="2"/>
                      <a:pt x="5" y="4"/>
                      <a:pt x="6" y="5"/>
                    </a:cubicBezTo>
                    <a:cubicBezTo>
                      <a:pt x="9" y="10"/>
                      <a:pt x="10" y="16"/>
                      <a:pt x="16" y="19"/>
                    </a:cubicBezTo>
                    <a:cubicBezTo>
                      <a:pt x="21" y="22"/>
                      <a:pt x="28" y="22"/>
                      <a:pt x="34" y="19"/>
                    </a:cubicBezTo>
                    <a:cubicBezTo>
                      <a:pt x="31" y="19"/>
                      <a:pt x="29" y="17"/>
                      <a:pt x="27" y="16"/>
                    </a:cubicBezTo>
                    <a:cubicBezTo>
                      <a:pt x="24" y="14"/>
                      <a:pt x="22" y="12"/>
                      <a:pt x="20" y="9"/>
                    </a:cubicBezTo>
                    <a:cubicBezTo>
                      <a:pt x="18" y="6"/>
                      <a:pt x="16" y="4"/>
                      <a:pt x="12" y="2"/>
                    </a:cubicBezTo>
                    <a:cubicBezTo>
                      <a:pt x="9" y="0"/>
                      <a:pt x="4"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4" name="Freeform 213"/>
              <p:cNvSpPr>
                <a:spLocks/>
              </p:cNvSpPr>
              <p:nvPr/>
            </p:nvSpPr>
            <p:spPr bwMode="auto">
              <a:xfrm>
                <a:off x="-5403850" y="1152525"/>
                <a:ext cx="52388" cy="109538"/>
              </a:xfrm>
              <a:custGeom>
                <a:avLst/>
                <a:gdLst>
                  <a:gd name="T0" fmla="*/ 9 w 14"/>
                  <a:gd name="T1" fmla="*/ 10 h 29"/>
                  <a:gd name="T2" fmla="*/ 2 w 14"/>
                  <a:gd name="T3" fmla="*/ 20 h 29"/>
                  <a:gd name="T4" fmla="*/ 0 w 14"/>
                  <a:gd name="T5" fmla="*/ 29 h 29"/>
                  <a:gd name="T6" fmla="*/ 5 w 14"/>
                  <a:gd name="T7" fmla="*/ 23 h 29"/>
                  <a:gd name="T8" fmla="*/ 9 w 14"/>
                  <a:gd name="T9" fmla="*/ 19 h 29"/>
                  <a:gd name="T10" fmla="*/ 13 w 14"/>
                  <a:gd name="T11" fmla="*/ 11 h 29"/>
                  <a:gd name="T12" fmla="*/ 12 w 14"/>
                  <a:gd name="T13" fmla="*/ 0 h 29"/>
                  <a:gd name="T14" fmla="*/ 12 w 14"/>
                  <a:gd name="T15" fmla="*/ 4 h 29"/>
                  <a:gd name="T16" fmla="*/ 9 w 14"/>
                  <a:gd name="T1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9">
                    <a:moveTo>
                      <a:pt x="9" y="10"/>
                    </a:moveTo>
                    <a:cubicBezTo>
                      <a:pt x="7" y="13"/>
                      <a:pt x="4" y="16"/>
                      <a:pt x="2" y="20"/>
                    </a:cubicBezTo>
                    <a:cubicBezTo>
                      <a:pt x="1" y="23"/>
                      <a:pt x="0" y="26"/>
                      <a:pt x="0" y="29"/>
                    </a:cubicBezTo>
                    <a:cubicBezTo>
                      <a:pt x="0" y="26"/>
                      <a:pt x="3" y="24"/>
                      <a:pt x="5" y="23"/>
                    </a:cubicBezTo>
                    <a:cubicBezTo>
                      <a:pt x="7" y="21"/>
                      <a:pt x="8" y="20"/>
                      <a:pt x="9" y="19"/>
                    </a:cubicBezTo>
                    <a:cubicBezTo>
                      <a:pt x="11" y="16"/>
                      <a:pt x="13" y="14"/>
                      <a:pt x="13" y="11"/>
                    </a:cubicBezTo>
                    <a:cubicBezTo>
                      <a:pt x="14" y="7"/>
                      <a:pt x="13" y="4"/>
                      <a:pt x="12" y="0"/>
                    </a:cubicBezTo>
                    <a:cubicBezTo>
                      <a:pt x="12" y="1"/>
                      <a:pt x="12" y="3"/>
                      <a:pt x="12" y="4"/>
                    </a:cubicBezTo>
                    <a:cubicBezTo>
                      <a:pt x="11" y="6"/>
                      <a:pt x="10" y="8"/>
                      <a:pt x="9"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5" name="Freeform 214"/>
              <p:cNvSpPr>
                <a:spLocks/>
              </p:cNvSpPr>
              <p:nvPr/>
            </p:nvSpPr>
            <p:spPr bwMode="auto">
              <a:xfrm>
                <a:off x="-5434013" y="1119187"/>
                <a:ext cx="71438" cy="138113"/>
              </a:xfrm>
              <a:custGeom>
                <a:avLst/>
                <a:gdLst>
                  <a:gd name="T0" fmla="*/ 6 w 19"/>
                  <a:gd name="T1" fmla="*/ 37 h 37"/>
                  <a:gd name="T2" fmla="*/ 7 w 19"/>
                  <a:gd name="T3" fmla="*/ 29 h 37"/>
                  <a:gd name="T4" fmla="*/ 12 w 19"/>
                  <a:gd name="T5" fmla="*/ 22 h 37"/>
                  <a:gd name="T6" fmla="*/ 18 w 19"/>
                  <a:gd name="T7" fmla="*/ 12 h 37"/>
                  <a:gd name="T8" fmla="*/ 17 w 19"/>
                  <a:gd name="T9" fmla="*/ 0 h 37"/>
                  <a:gd name="T10" fmla="*/ 16 w 19"/>
                  <a:gd name="T11" fmla="*/ 2 h 37"/>
                  <a:gd name="T12" fmla="*/ 13 w 19"/>
                  <a:gd name="T13" fmla="*/ 6 h 37"/>
                  <a:gd name="T14" fmla="*/ 2 w 19"/>
                  <a:gd name="T15" fmla="*/ 19 h 37"/>
                  <a:gd name="T16" fmla="*/ 6 w 1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7">
                    <a:moveTo>
                      <a:pt x="6" y="37"/>
                    </a:moveTo>
                    <a:cubicBezTo>
                      <a:pt x="6" y="34"/>
                      <a:pt x="6" y="31"/>
                      <a:pt x="7" y="29"/>
                    </a:cubicBezTo>
                    <a:cubicBezTo>
                      <a:pt x="8" y="26"/>
                      <a:pt x="10" y="24"/>
                      <a:pt x="12" y="22"/>
                    </a:cubicBezTo>
                    <a:cubicBezTo>
                      <a:pt x="15" y="19"/>
                      <a:pt x="17" y="16"/>
                      <a:pt x="18" y="12"/>
                    </a:cubicBezTo>
                    <a:cubicBezTo>
                      <a:pt x="19" y="8"/>
                      <a:pt x="18" y="4"/>
                      <a:pt x="17" y="0"/>
                    </a:cubicBezTo>
                    <a:cubicBezTo>
                      <a:pt x="17" y="1"/>
                      <a:pt x="16" y="2"/>
                      <a:pt x="16" y="2"/>
                    </a:cubicBezTo>
                    <a:cubicBezTo>
                      <a:pt x="15" y="4"/>
                      <a:pt x="14" y="5"/>
                      <a:pt x="13" y="6"/>
                    </a:cubicBezTo>
                    <a:cubicBezTo>
                      <a:pt x="9" y="10"/>
                      <a:pt x="4" y="13"/>
                      <a:pt x="2" y="19"/>
                    </a:cubicBezTo>
                    <a:cubicBezTo>
                      <a:pt x="0" y="25"/>
                      <a:pt x="1" y="32"/>
                      <a:pt x="6"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6" name="Freeform 215"/>
              <p:cNvSpPr>
                <a:spLocks noEditPoints="1"/>
              </p:cNvSpPr>
              <p:nvPr/>
            </p:nvSpPr>
            <p:spPr bwMode="auto">
              <a:xfrm>
                <a:off x="-2192338" y="7464425"/>
                <a:ext cx="206375" cy="206375"/>
              </a:xfrm>
              <a:custGeom>
                <a:avLst/>
                <a:gdLst>
                  <a:gd name="T0" fmla="*/ 41 w 55"/>
                  <a:gd name="T1" fmla="*/ 51 h 55"/>
                  <a:gd name="T2" fmla="*/ 52 w 55"/>
                  <a:gd name="T3" fmla="*/ 41 h 55"/>
                  <a:gd name="T4" fmla="*/ 55 w 55"/>
                  <a:gd name="T5" fmla="*/ 33 h 55"/>
                  <a:gd name="T6" fmla="*/ 55 w 55"/>
                  <a:gd name="T7" fmla="*/ 22 h 55"/>
                  <a:gd name="T8" fmla="*/ 52 w 55"/>
                  <a:gd name="T9" fmla="*/ 14 h 55"/>
                  <a:gd name="T10" fmla="*/ 41 w 55"/>
                  <a:gd name="T11" fmla="*/ 4 h 55"/>
                  <a:gd name="T12" fmla="*/ 38 w 55"/>
                  <a:gd name="T13" fmla="*/ 2 h 55"/>
                  <a:gd name="T14" fmla="*/ 30 w 55"/>
                  <a:gd name="T15" fmla="*/ 0 h 55"/>
                  <a:gd name="T16" fmla="*/ 31 w 55"/>
                  <a:gd name="T17" fmla="*/ 3 h 55"/>
                  <a:gd name="T18" fmla="*/ 34 w 55"/>
                  <a:gd name="T19" fmla="*/ 3 h 55"/>
                  <a:gd name="T20" fmla="*/ 37 w 55"/>
                  <a:gd name="T21" fmla="*/ 4 h 55"/>
                  <a:gd name="T22" fmla="*/ 36 w 55"/>
                  <a:gd name="T23" fmla="*/ 5 h 55"/>
                  <a:gd name="T24" fmla="*/ 32 w 55"/>
                  <a:gd name="T25" fmla="*/ 6 h 55"/>
                  <a:gd name="T26" fmla="*/ 33 w 55"/>
                  <a:gd name="T27" fmla="*/ 9 h 55"/>
                  <a:gd name="T28" fmla="*/ 35 w 55"/>
                  <a:gd name="T29" fmla="*/ 11 h 55"/>
                  <a:gd name="T30" fmla="*/ 39 w 55"/>
                  <a:gd name="T31" fmla="*/ 6 h 55"/>
                  <a:gd name="T32" fmla="*/ 42 w 55"/>
                  <a:gd name="T33" fmla="*/ 7 h 55"/>
                  <a:gd name="T34" fmla="*/ 44 w 55"/>
                  <a:gd name="T35" fmla="*/ 8 h 55"/>
                  <a:gd name="T36" fmla="*/ 46 w 55"/>
                  <a:gd name="T37" fmla="*/ 12 h 55"/>
                  <a:gd name="T38" fmla="*/ 45 w 55"/>
                  <a:gd name="T39" fmla="*/ 13 h 55"/>
                  <a:gd name="T40" fmla="*/ 43 w 55"/>
                  <a:gd name="T41" fmla="*/ 12 h 55"/>
                  <a:gd name="T42" fmla="*/ 40 w 55"/>
                  <a:gd name="T43" fmla="*/ 13 h 55"/>
                  <a:gd name="T44" fmla="*/ 42 w 55"/>
                  <a:gd name="T45" fmla="*/ 14 h 55"/>
                  <a:gd name="T46" fmla="*/ 37 w 55"/>
                  <a:gd name="T47" fmla="*/ 16 h 55"/>
                  <a:gd name="T48" fmla="*/ 34 w 55"/>
                  <a:gd name="T49" fmla="*/ 18 h 55"/>
                  <a:gd name="T50" fmla="*/ 30 w 55"/>
                  <a:gd name="T51" fmla="*/ 21 h 55"/>
                  <a:gd name="T52" fmla="*/ 32 w 55"/>
                  <a:gd name="T53" fmla="*/ 33 h 55"/>
                  <a:gd name="T54" fmla="*/ 35 w 55"/>
                  <a:gd name="T55" fmla="*/ 34 h 55"/>
                  <a:gd name="T56" fmla="*/ 38 w 55"/>
                  <a:gd name="T57" fmla="*/ 35 h 55"/>
                  <a:gd name="T58" fmla="*/ 43 w 55"/>
                  <a:gd name="T59" fmla="*/ 37 h 55"/>
                  <a:gd name="T60" fmla="*/ 46 w 55"/>
                  <a:gd name="T61" fmla="*/ 40 h 55"/>
                  <a:gd name="T62" fmla="*/ 50 w 55"/>
                  <a:gd name="T63" fmla="*/ 41 h 55"/>
                  <a:gd name="T64" fmla="*/ 32 w 55"/>
                  <a:gd name="T65" fmla="*/ 48 h 55"/>
                  <a:gd name="T66" fmla="*/ 1 w 55"/>
                  <a:gd name="T67" fmla="*/ 24 h 55"/>
                  <a:gd name="T68" fmla="*/ 1 w 55"/>
                  <a:gd name="T69" fmla="*/ 35 h 55"/>
                  <a:gd name="T70" fmla="*/ 6 w 55"/>
                  <a:gd name="T71" fmla="*/ 45 h 55"/>
                  <a:gd name="T72" fmla="*/ 18 w 55"/>
                  <a:gd name="T73" fmla="*/ 53 h 55"/>
                  <a:gd name="T74" fmla="*/ 28 w 55"/>
                  <a:gd name="T75" fmla="*/ 44 h 55"/>
                  <a:gd name="T76" fmla="*/ 27 w 55"/>
                  <a:gd name="T77" fmla="*/ 39 h 55"/>
                  <a:gd name="T78" fmla="*/ 29 w 55"/>
                  <a:gd name="T79" fmla="*/ 35 h 55"/>
                  <a:gd name="T80" fmla="*/ 25 w 55"/>
                  <a:gd name="T81" fmla="*/ 34 h 55"/>
                  <a:gd name="T82" fmla="*/ 22 w 55"/>
                  <a:gd name="T83" fmla="*/ 32 h 55"/>
                  <a:gd name="T84" fmla="*/ 16 w 55"/>
                  <a:gd name="T85" fmla="*/ 29 h 55"/>
                  <a:gd name="T86" fmla="*/ 14 w 55"/>
                  <a:gd name="T87" fmla="*/ 25 h 55"/>
                  <a:gd name="T88" fmla="*/ 12 w 55"/>
                  <a:gd name="T89" fmla="*/ 24 h 55"/>
                  <a:gd name="T90" fmla="*/ 12 w 55"/>
                  <a:gd name="T91" fmla="*/ 25 h 55"/>
                  <a:gd name="T92" fmla="*/ 10 w 55"/>
                  <a:gd name="T93" fmla="*/ 21 h 55"/>
                  <a:gd name="T94" fmla="*/ 10 w 55"/>
                  <a:gd name="T95" fmla="*/ 16 h 55"/>
                  <a:gd name="T96" fmla="*/ 12 w 55"/>
                  <a:gd name="T97" fmla="*/ 11 h 55"/>
                  <a:gd name="T98" fmla="*/ 12 w 55"/>
                  <a:gd name="T99" fmla="*/ 8 h 55"/>
                  <a:gd name="T100" fmla="*/ 25 w 55"/>
                  <a:gd name="T101" fmla="*/ 2 h 55"/>
                  <a:gd name="T102" fmla="*/ 30 w 55"/>
                  <a:gd name="T103" fmla="*/ 0 h 55"/>
                  <a:gd name="T104" fmla="*/ 17 w 55"/>
                  <a:gd name="T105" fmla="*/ 2 h 55"/>
                  <a:gd name="T106" fmla="*/ 8 w 55"/>
                  <a:gd name="T107" fmla="*/ 8 h 55"/>
                  <a:gd name="T108" fmla="*/ 2 w 55"/>
                  <a:gd name="T109" fmla="*/ 18 h 55"/>
                  <a:gd name="T110" fmla="*/ 29 w 55"/>
                  <a:gd name="T111" fmla="*/ 35 h 55"/>
                  <a:gd name="T112" fmla="*/ 26 w 55"/>
                  <a:gd name="T113" fmla="*/ 31 h 55"/>
                  <a:gd name="T114" fmla="*/ 25 w 55"/>
                  <a:gd name="T115" fmla="*/ 28 h 55"/>
                  <a:gd name="T116" fmla="*/ 20 w 55"/>
                  <a:gd name="T117" fmla="*/ 29 h 55"/>
                  <a:gd name="T118" fmla="*/ 22 w 55"/>
                  <a:gd name="T119" fmla="*/ 23 h 55"/>
                  <a:gd name="T120" fmla="*/ 27 w 55"/>
                  <a:gd name="T121" fmla="*/ 23 h 55"/>
                  <a:gd name="T122" fmla="*/ 29 w 55"/>
                  <a:gd name="T123"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 h="55">
                    <a:moveTo>
                      <a:pt x="30" y="55"/>
                    </a:moveTo>
                    <a:cubicBezTo>
                      <a:pt x="31" y="55"/>
                      <a:pt x="33" y="55"/>
                      <a:pt x="34" y="54"/>
                    </a:cubicBezTo>
                    <a:cubicBezTo>
                      <a:pt x="35" y="54"/>
                      <a:pt x="36" y="54"/>
                      <a:pt x="37" y="54"/>
                    </a:cubicBezTo>
                    <a:cubicBezTo>
                      <a:pt x="37" y="54"/>
                      <a:pt x="37" y="53"/>
                      <a:pt x="38" y="53"/>
                    </a:cubicBezTo>
                    <a:cubicBezTo>
                      <a:pt x="39" y="53"/>
                      <a:pt x="39" y="53"/>
                      <a:pt x="40" y="52"/>
                    </a:cubicBezTo>
                    <a:cubicBezTo>
                      <a:pt x="41" y="52"/>
                      <a:pt x="41" y="52"/>
                      <a:pt x="41" y="51"/>
                    </a:cubicBezTo>
                    <a:cubicBezTo>
                      <a:pt x="43" y="50"/>
                      <a:pt x="45" y="49"/>
                      <a:pt x="46" y="48"/>
                    </a:cubicBezTo>
                    <a:cubicBezTo>
                      <a:pt x="47" y="48"/>
                      <a:pt x="47" y="47"/>
                      <a:pt x="47" y="47"/>
                    </a:cubicBezTo>
                    <a:cubicBezTo>
                      <a:pt x="47" y="47"/>
                      <a:pt x="48" y="46"/>
                      <a:pt x="48" y="46"/>
                    </a:cubicBezTo>
                    <a:cubicBezTo>
                      <a:pt x="49" y="46"/>
                      <a:pt x="49" y="45"/>
                      <a:pt x="49" y="45"/>
                    </a:cubicBezTo>
                    <a:cubicBezTo>
                      <a:pt x="50" y="44"/>
                      <a:pt x="51" y="43"/>
                      <a:pt x="51" y="42"/>
                    </a:cubicBezTo>
                    <a:cubicBezTo>
                      <a:pt x="51" y="42"/>
                      <a:pt x="51" y="42"/>
                      <a:pt x="52" y="41"/>
                    </a:cubicBezTo>
                    <a:cubicBezTo>
                      <a:pt x="52" y="41"/>
                      <a:pt x="52" y="41"/>
                      <a:pt x="52" y="40"/>
                    </a:cubicBezTo>
                    <a:cubicBezTo>
                      <a:pt x="52" y="40"/>
                      <a:pt x="52" y="40"/>
                      <a:pt x="53" y="40"/>
                    </a:cubicBezTo>
                    <a:cubicBezTo>
                      <a:pt x="53" y="39"/>
                      <a:pt x="53" y="39"/>
                      <a:pt x="53" y="38"/>
                    </a:cubicBezTo>
                    <a:cubicBezTo>
                      <a:pt x="53" y="38"/>
                      <a:pt x="53" y="38"/>
                      <a:pt x="54" y="37"/>
                    </a:cubicBezTo>
                    <a:cubicBezTo>
                      <a:pt x="54" y="36"/>
                      <a:pt x="54" y="35"/>
                      <a:pt x="54" y="35"/>
                    </a:cubicBezTo>
                    <a:cubicBezTo>
                      <a:pt x="54" y="34"/>
                      <a:pt x="55" y="34"/>
                      <a:pt x="55" y="33"/>
                    </a:cubicBezTo>
                    <a:cubicBezTo>
                      <a:pt x="55" y="33"/>
                      <a:pt x="55" y="32"/>
                      <a:pt x="55" y="32"/>
                    </a:cubicBezTo>
                    <a:cubicBezTo>
                      <a:pt x="55" y="31"/>
                      <a:pt x="55" y="31"/>
                      <a:pt x="55" y="30"/>
                    </a:cubicBezTo>
                    <a:cubicBezTo>
                      <a:pt x="55" y="30"/>
                      <a:pt x="55" y="29"/>
                      <a:pt x="55" y="28"/>
                    </a:cubicBezTo>
                    <a:cubicBezTo>
                      <a:pt x="55" y="27"/>
                      <a:pt x="55" y="26"/>
                      <a:pt x="55" y="25"/>
                    </a:cubicBezTo>
                    <a:cubicBezTo>
                      <a:pt x="55" y="24"/>
                      <a:pt x="55" y="24"/>
                      <a:pt x="55" y="24"/>
                    </a:cubicBezTo>
                    <a:cubicBezTo>
                      <a:pt x="55" y="23"/>
                      <a:pt x="55" y="23"/>
                      <a:pt x="55" y="22"/>
                    </a:cubicBezTo>
                    <a:cubicBezTo>
                      <a:pt x="55" y="22"/>
                      <a:pt x="54" y="21"/>
                      <a:pt x="54" y="21"/>
                    </a:cubicBezTo>
                    <a:cubicBezTo>
                      <a:pt x="54" y="20"/>
                      <a:pt x="54" y="19"/>
                      <a:pt x="54" y="18"/>
                    </a:cubicBezTo>
                    <a:cubicBezTo>
                      <a:pt x="53" y="18"/>
                      <a:pt x="53" y="18"/>
                      <a:pt x="53" y="18"/>
                    </a:cubicBezTo>
                    <a:cubicBezTo>
                      <a:pt x="53" y="17"/>
                      <a:pt x="53" y="16"/>
                      <a:pt x="53" y="16"/>
                    </a:cubicBezTo>
                    <a:cubicBezTo>
                      <a:pt x="52" y="16"/>
                      <a:pt x="52" y="15"/>
                      <a:pt x="52" y="15"/>
                    </a:cubicBezTo>
                    <a:cubicBezTo>
                      <a:pt x="52" y="15"/>
                      <a:pt x="52" y="14"/>
                      <a:pt x="52" y="14"/>
                    </a:cubicBezTo>
                    <a:cubicBezTo>
                      <a:pt x="51" y="13"/>
                      <a:pt x="50" y="12"/>
                      <a:pt x="49" y="11"/>
                    </a:cubicBezTo>
                    <a:cubicBezTo>
                      <a:pt x="49" y="10"/>
                      <a:pt x="49" y="10"/>
                      <a:pt x="48" y="9"/>
                    </a:cubicBezTo>
                    <a:cubicBezTo>
                      <a:pt x="48" y="9"/>
                      <a:pt x="47" y="9"/>
                      <a:pt x="47" y="8"/>
                    </a:cubicBezTo>
                    <a:cubicBezTo>
                      <a:pt x="47" y="8"/>
                      <a:pt x="47" y="8"/>
                      <a:pt x="46" y="7"/>
                    </a:cubicBezTo>
                    <a:cubicBezTo>
                      <a:pt x="46" y="7"/>
                      <a:pt x="45" y="6"/>
                      <a:pt x="44" y="6"/>
                    </a:cubicBezTo>
                    <a:cubicBezTo>
                      <a:pt x="43" y="5"/>
                      <a:pt x="42" y="4"/>
                      <a:pt x="41" y="4"/>
                    </a:cubicBezTo>
                    <a:cubicBezTo>
                      <a:pt x="41" y="4"/>
                      <a:pt x="41" y="3"/>
                      <a:pt x="40" y="3"/>
                    </a:cubicBezTo>
                    <a:cubicBezTo>
                      <a:pt x="40" y="3"/>
                      <a:pt x="40" y="3"/>
                      <a:pt x="40" y="3"/>
                    </a:cubicBezTo>
                    <a:cubicBezTo>
                      <a:pt x="40" y="3"/>
                      <a:pt x="39" y="3"/>
                      <a:pt x="39" y="3"/>
                    </a:cubicBezTo>
                    <a:cubicBezTo>
                      <a:pt x="39" y="3"/>
                      <a:pt x="39" y="3"/>
                      <a:pt x="39" y="3"/>
                    </a:cubicBezTo>
                    <a:cubicBezTo>
                      <a:pt x="38" y="2"/>
                      <a:pt x="38" y="2"/>
                      <a:pt x="38" y="2"/>
                    </a:cubicBezTo>
                    <a:cubicBezTo>
                      <a:pt x="38" y="2"/>
                      <a:pt x="38" y="2"/>
                      <a:pt x="38" y="2"/>
                    </a:cubicBezTo>
                    <a:cubicBezTo>
                      <a:pt x="37" y="2"/>
                      <a:pt x="37" y="2"/>
                      <a:pt x="37" y="2"/>
                    </a:cubicBezTo>
                    <a:cubicBezTo>
                      <a:pt x="37" y="2"/>
                      <a:pt x="37" y="2"/>
                      <a:pt x="37" y="2"/>
                    </a:cubicBezTo>
                    <a:cubicBezTo>
                      <a:pt x="36" y="1"/>
                      <a:pt x="35" y="1"/>
                      <a:pt x="34" y="1"/>
                    </a:cubicBezTo>
                    <a:cubicBezTo>
                      <a:pt x="34" y="1"/>
                      <a:pt x="34" y="1"/>
                      <a:pt x="33" y="1"/>
                    </a:cubicBezTo>
                    <a:cubicBezTo>
                      <a:pt x="33" y="1"/>
                      <a:pt x="33" y="1"/>
                      <a:pt x="33" y="1"/>
                    </a:cubicBezTo>
                    <a:cubicBezTo>
                      <a:pt x="32" y="1"/>
                      <a:pt x="31" y="0"/>
                      <a:pt x="30" y="0"/>
                    </a:cubicBezTo>
                    <a:cubicBezTo>
                      <a:pt x="30" y="2"/>
                      <a:pt x="30" y="2"/>
                      <a:pt x="30" y="2"/>
                    </a:cubicBezTo>
                    <a:cubicBezTo>
                      <a:pt x="31" y="2"/>
                      <a:pt x="32" y="2"/>
                      <a:pt x="33" y="2"/>
                    </a:cubicBezTo>
                    <a:cubicBezTo>
                      <a:pt x="33" y="2"/>
                      <a:pt x="33" y="2"/>
                      <a:pt x="32" y="2"/>
                    </a:cubicBezTo>
                    <a:cubicBezTo>
                      <a:pt x="32" y="3"/>
                      <a:pt x="32" y="3"/>
                      <a:pt x="32" y="3"/>
                    </a:cubicBezTo>
                    <a:cubicBezTo>
                      <a:pt x="32" y="3"/>
                      <a:pt x="31" y="3"/>
                      <a:pt x="31" y="3"/>
                    </a:cubicBezTo>
                    <a:cubicBezTo>
                      <a:pt x="31" y="3"/>
                      <a:pt x="31" y="3"/>
                      <a:pt x="31" y="3"/>
                    </a:cubicBezTo>
                    <a:cubicBezTo>
                      <a:pt x="31" y="3"/>
                      <a:pt x="32" y="3"/>
                      <a:pt x="32" y="3"/>
                    </a:cubicBezTo>
                    <a:cubicBezTo>
                      <a:pt x="33" y="3"/>
                      <a:pt x="33" y="3"/>
                      <a:pt x="33" y="3"/>
                    </a:cubicBezTo>
                    <a:cubicBezTo>
                      <a:pt x="33" y="3"/>
                      <a:pt x="33" y="3"/>
                      <a:pt x="34" y="3"/>
                    </a:cubicBezTo>
                    <a:cubicBezTo>
                      <a:pt x="34" y="3"/>
                      <a:pt x="34" y="2"/>
                      <a:pt x="34" y="2"/>
                    </a:cubicBezTo>
                    <a:cubicBezTo>
                      <a:pt x="34" y="2"/>
                      <a:pt x="34" y="3"/>
                      <a:pt x="35" y="3"/>
                    </a:cubicBezTo>
                    <a:cubicBezTo>
                      <a:pt x="35" y="3"/>
                      <a:pt x="34" y="3"/>
                      <a:pt x="34" y="3"/>
                    </a:cubicBezTo>
                    <a:cubicBezTo>
                      <a:pt x="34" y="3"/>
                      <a:pt x="35" y="3"/>
                      <a:pt x="35" y="3"/>
                    </a:cubicBezTo>
                    <a:cubicBezTo>
                      <a:pt x="35" y="3"/>
                      <a:pt x="35" y="3"/>
                      <a:pt x="35" y="3"/>
                    </a:cubicBezTo>
                    <a:cubicBezTo>
                      <a:pt x="36" y="3"/>
                      <a:pt x="36" y="3"/>
                      <a:pt x="37" y="3"/>
                    </a:cubicBezTo>
                    <a:cubicBezTo>
                      <a:pt x="37" y="3"/>
                      <a:pt x="38" y="4"/>
                      <a:pt x="38" y="4"/>
                    </a:cubicBezTo>
                    <a:cubicBezTo>
                      <a:pt x="38" y="4"/>
                      <a:pt x="38" y="4"/>
                      <a:pt x="38" y="4"/>
                    </a:cubicBezTo>
                    <a:cubicBezTo>
                      <a:pt x="38" y="4"/>
                      <a:pt x="38" y="4"/>
                      <a:pt x="37" y="4"/>
                    </a:cubicBezTo>
                    <a:cubicBezTo>
                      <a:pt x="37" y="4"/>
                      <a:pt x="38" y="4"/>
                      <a:pt x="38" y="4"/>
                    </a:cubicBezTo>
                    <a:cubicBezTo>
                      <a:pt x="38" y="5"/>
                      <a:pt x="38" y="5"/>
                      <a:pt x="38" y="5"/>
                    </a:cubicBezTo>
                    <a:cubicBezTo>
                      <a:pt x="38" y="6"/>
                      <a:pt x="38" y="5"/>
                      <a:pt x="37" y="5"/>
                    </a:cubicBezTo>
                    <a:cubicBezTo>
                      <a:pt x="37" y="5"/>
                      <a:pt x="36" y="6"/>
                      <a:pt x="36" y="5"/>
                    </a:cubicBezTo>
                    <a:cubicBezTo>
                      <a:pt x="36" y="5"/>
                      <a:pt x="37" y="5"/>
                      <a:pt x="37" y="4"/>
                    </a:cubicBezTo>
                    <a:cubicBezTo>
                      <a:pt x="37" y="4"/>
                      <a:pt x="37" y="4"/>
                      <a:pt x="36" y="5"/>
                    </a:cubicBezTo>
                    <a:cubicBezTo>
                      <a:pt x="36" y="5"/>
                      <a:pt x="36" y="5"/>
                      <a:pt x="36" y="5"/>
                    </a:cubicBezTo>
                    <a:cubicBezTo>
                      <a:pt x="36" y="5"/>
                      <a:pt x="36" y="5"/>
                      <a:pt x="35" y="5"/>
                    </a:cubicBezTo>
                    <a:cubicBezTo>
                      <a:pt x="35" y="5"/>
                      <a:pt x="35" y="5"/>
                      <a:pt x="35" y="5"/>
                    </a:cubicBezTo>
                    <a:cubicBezTo>
                      <a:pt x="34" y="5"/>
                      <a:pt x="34" y="5"/>
                      <a:pt x="34" y="6"/>
                    </a:cubicBezTo>
                    <a:cubicBezTo>
                      <a:pt x="34" y="6"/>
                      <a:pt x="34" y="6"/>
                      <a:pt x="33" y="6"/>
                    </a:cubicBezTo>
                    <a:cubicBezTo>
                      <a:pt x="33" y="6"/>
                      <a:pt x="33" y="6"/>
                      <a:pt x="32" y="6"/>
                    </a:cubicBezTo>
                    <a:cubicBezTo>
                      <a:pt x="32" y="6"/>
                      <a:pt x="31" y="7"/>
                      <a:pt x="31" y="7"/>
                    </a:cubicBezTo>
                    <a:cubicBezTo>
                      <a:pt x="31" y="7"/>
                      <a:pt x="31" y="7"/>
                      <a:pt x="31" y="7"/>
                    </a:cubicBezTo>
                    <a:cubicBezTo>
                      <a:pt x="31" y="8"/>
                      <a:pt x="31" y="8"/>
                      <a:pt x="31" y="8"/>
                    </a:cubicBezTo>
                    <a:cubicBezTo>
                      <a:pt x="31" y="8"/>
                      <a:pt x="31" y="8"/>
                      <a:pt x="31" y="8"/>
                    </a:cubicBezTo>
                    <a:cubicBezTo>
                      <a:pt x="31" y="8"/>
                      <a:pt x="31" y="8"/>
                      <a:pt x="32" y="8"/>
                    </a:cubicBezTo>
                    <a:cubicBezTo>
                      <a:pt x="32" y="8"/>
                      <a:pt x="32" y="9"/>
                      <a:pt x="33" y="9"/>
                    </a:cubicBezTo>
                    <a:cubicBezTo>
                      <a:pt x="33" y="9"/>
                      <a:pt x="33" y="9"/>
                      <a:pt x="34" y="9"/>
                    </a:cubicBezTo>
                    <a:cubicBezTo>
                      <a:pt x="34" y="9"/>
                      <a:pt x="35" y="9"/>
                      <a:pt x="35" y="10"/>
                    </a:cubicBezTo>
                    <a:cubicBezTo>
                      <a:pt x="35" y="10"/>
                      <a:pt x="34" y="10"/>
                      <a:pt x="34" y="10"/>
                    </a:cubicBezTo>
                    <a:cubicBezTo>
                      <a:pt x="34" y="10"/>
                      <a:pt x="34" y="11"/>
                      <a:pt x="34" y="11"/>
                    </a:cubicBezTo>
                    <a:cubicBezTo>
                      <a:pt x="34" y="11"/>
                      <a:pt x="34" y="11"/>
                      <a:pt x="35" y="11"/>
                    </a:cubicBezTo>
                    <a:cubicBezTo>
                      <a:pt x="35" y="11"/>
                      <a:pt x="35" y="11"/>
                      <a:pt x="35" y="11"/>
                    </a:cubicBezTo>
                    <a:cubicBezTo>
                      <a:pt x="36" y="10"/>
                      <a:pt x="35" y="10"/>
                      <a:pt x="36" y="10"/>
                    </a:cubicBezTo>
                    <a:cubicBezTo>
                      <a:pt x="37" y="10"/>
                      <a:pt x="38" y="9"/>
                      <a:pt x="38" y="8"/>
                    </a:cubicBezTo>
                    <a:cubicBezTo>
                      <a:pt x="38" y="8"/>
                      <a:pt x="38" y="7"/>
                      <a:pt x="38" y="7"/>
                    </a:cubicBezTo>
                    <a:cubicBezTo>
                      <a:pt x="38" y="7"/>
                      <a:pt x="39" y="7"/>
                      <a:pt x="38" y="7"/>
                    </a:cubicBezTo>
                    <a:cubicBezTo>
                      <a:pt x="39" y="6"/>
                      <a:pt x="39" y="6"/>
                      <a:pt x="39" y="6"/>
                    </a:cubicBezTo>
                    <a:cubicBezTo>
                      <a:pt x="39" y="6"/>
                      <a:pt x="39" y="6"/>
                      <a:pt x="39" y="6"/>
                    </a:cubicBezTo>
                    <a:cubicBezTo>
                      <a:pt x="39" y="6"/>
                      <a:pt x="39" y="6"/>
                      <a:pt x="39" y="6"/>
                    </a:cubicBezTo>
                    <a:cubicBezTo>
                      <a:pt x="39" y="6"/>
                      <a:pt x="40" y="6"/>
                      <a:pt x="40" y="6"/>
                    </a:cubicBezTo>
                    <a:cubicBezTo>
                      <a:pt x="40" y="6"/>
                      <a:pt x="40" y="6"/>
                      <a:pt x="40" y="6"/>
                    </a:cubicBezTo>
                    <a:cubicBezTo>
                      <a:pt x="41" y="6"/>
                      <a:pt x="41" y="6"/>
                      <a:pt x="41" y="6"/>
                    </a:cubicBezTo>
                    <a:cubicBezTo>
                      <a:pt x="41" y="6"/>
                      <a:pt x="41" y="6"/>
                      <a:pt x="42" y="6"/>
                    </a:cubicBezTo>
                    <a:cubicBezTo>
                      <a:pt x="42" y="6"/>
                      <a:pt x="42" y="6"/>
                      <a:pt x="42" y="7"/>
                    </a:cubicBezTo>
                    <a:cubicBezTo>
                      <a:pt x="42" y="7"/>
                      <a:pt x="42" y="7"/>
                      <a:pt x="42" y="7"/>
                    </a:cubicBezTo>
                    <a:cubicBezTo>
                      <a:pt x="42" y="7"/>
                      <a:pt x="42" y="7"/>
                      <a:pt x="42" y="7"/>
                    </a:cubicBezTo>
                    <a:cubicBezTo>
                      <a:pt x="42" y="8"/>
                      <a:pt x="42" y="8"/>
                      <a:pt x="42" y="8"/>
                    </a:cubicBezTo>
                    <a:cubicBezTo>
                      <a:pt x="42" y="8"/>
                      <a:pt x="43" y="8"/>
                      <a:pt x="43" y="8"/>
                    </a:cubicBezTo>
                    <a:cubicBezTo>
                      <a:pt x="43" y="7"/>
                      <a:pt x="43" y="7"/>
                      <a:pt x="44" y="7"/>
                    </a:cubicBezTo>
                    <a:cubicBezTo>
                      <a:pt x="44" y="7"/>
                      <a:pt x="44" y="8"/>
                      <a:pt x="44" y="8"/>
                    </a:cubicBezTo>
                    <a:cubicBezTo>
                      <a:pt x="44" y="8"/>
                      <a:pt x="44" y="8"/>
                      <a:pt x="44" y="8"/>
                    </a:cubicBezTo>
                    <a:cubicBezTo>
                      <a:pt x="45" y="8"/>
                      <a:pt x="44" y="9"/>
                      <a:pt x="44" y="9"/>
                    </a:cubicBezTo>
                    <a:cubicBezTo>
                      <a:pt x="44" y="9"/>
                      <a:pt x="45" y="9"/>
                      <a:pt x="45" y="10"/>
                    </a:cubicBezTo>
                    <a:cubicBezTo>
                      <a:pt x="46" y="10"/>
                      <a:pt x="46" y="10"/>
                      <a:pt x="46" y="10"/>
                    </a:cubicBezTo>
                    <a:cubicBezTo>
                      <a:pt x="46" y="10"/>
                      <a:pt x="46" y="10"/>
                      <a:pt x="46" y="10"/>
                    </a:cubicBezTo>
                    <a:cubicBezTo>
                      <a:pt x="46" y="11"/>
                      <a:pt x="46" y="11"/>
                      <a:pt x="46" y="12"/>
                    </a:cubicBezTo>
                    <a:cubicBezTo>
                      <a:pt x="45" y="12"/>
                      <a:pt x="45" y="12"/>
                      <a:pt x="45" y="12"/>
                    </a:cubicBezTo>
                    <a:cubicBezTo>
                      <a:pt x="45" y="13"/>
                      <a:pt x="46" y="12"/>
                      <a:pt x="46" y="13"/>
                    </a:cubicBezTo>
                    <a:cubicBezTo>
                      <a:pt x="46" y="13"/>
                      <a:pt x="46" y="13"/>
                      <a:pt x="46" y="13"/>
                    </a:cubicBezTo>
                    <a:cubicBezTo>
                      <a:pt x="46" y="13"/>
                      <a:pt x="46" y="14"/>
                      <a:pt x="46" y="14"/>
                    </a:cubicBezTo>
                    <a:cubicBezTo>
                      <a:pt x="46" y="14"/>
                      <a:pt x="46" y="14"/>
                      <a:pt x="45" y="14"/>
                    </a:cubicBezTo>
                    <a:cubicBezTo>
                      <a:pt x="45" y="13"/>
                      <a:pt x="45" y="14"/>
                      <a:pt x="45" y="13"/>
                    </a:cubicBezTo>
                    <a:cubicBezTo>
                      <a:pt x="45" y="13"/>
                      <a:pt x="44" y="13"/>
                      <a:pt x="44" y="13"/>
                    </a:cubicBezTo>
                    <a:cubicBezTo>
                      <a:pt x="44" y="13"/>
                      <a:pt x="44" y="13"/>
                      <a:pt x="43" y="13"/>
                    </a:cubicBezTo>
                    <a:cubicBezTo>
                      <a:pt x="44" y="13"/>
                      <a:pt x="44" y="12"/>
                      <a:pt x="45" y="12"/>
                    </a:cubicBezTo>
                    <a:cubicBezTo>
                      <a:pt x="45" y="12"/>
                      <a:pt x="45" y="12"/>
                      <a:pt x="45" y="11"/>
                    </a:cubicBezTo>
                    <a:cubicBezTo>
                      <a:pt x="45" y="11"/>
                      <a:pt x="44" y="11"/>
                      <a:pt x="44" y="12"/>
                    </a:cubicBezTo>
                    <a:cubicBezTo>
                      <a:pt x="44" y="12"/>
                      <a:pt x="44" y="12"/>
                      <a:pt x="43" y="12"/>
                    </a:cubicBezTo>
                    <a:cubicBezTo>
                      <a:pt x="43" y="12"/>
                      <a:pt x="42" y="12"/>
                      <a:pt x="42" y="12"/>
                    </a:cubicBezTo>
                    <a:cubicBezTo>
                      <a:pt x="42" y="12"/>
                      <a:pt x="42" y="12"/>
                      <a:pt x="42" y="13"/>
                    </a:cubicBezTo>
                    <a:cubicBezTo>
                      <a:pt x="42" y="13"/>
                      <a:pt x="42" y="13"/>
                      <a:pt x="42" y="13"/>
                    </a:cubicBezTo>
                    <a:cubicBezTo>
                      <a:pt x="42" y="12"/>
                      <a:pt x="42" y="12"/>
                      <a:pt x="42" y="12"/>
                    </a:cubicBezTo>
                    <a:cubicBezTo>
                      <a:pt x="41" y="12"/>
                      <a:pt x="41" y="12"/>
                      <a:pt x="41" y="12"/>
                    </a:cubicBezTo>
                    <a:cubicBezTo>
                      <a:pt x="40" y="12"/>
                      <a:pt x="40" y="12"/>
                      <a:pt x="40" y="13"/>
                    </a:cubicBezTo>
                    <a:cubicBezTo>
                      <a:pt x="40" y="13"/>
                      <a:pt x="41" y="12"/>
                      <a:pt x="41" y="13"/>
                    </a:cubicBezTo>
                    <a:cubicBezTo>
                      <a:pt x="41" y="13"/>
                      <a:pt x="40" y="13"/>
                      <a:pt x="40" y="14"/>
                    </a:cubicBezTo>
                    <a:cubicBezTo>
                      <a:pt x="40" y="14"/>
                      <a:pt x="41" y="14"/>
                      <a:pt x="41" y="14"/>
                    </a:cubicBezTo>
                    <a:cubicBezTo>
                      <a:pt x="41" y="14"/>
                      <a:pt x="41" y="14"/>
                      <a:pt x="41" y="14"/>
                    </a:cubicBezTo>
                    <a:cubicBezTo>
                      <a:pt x="41" y="14"/>
                      <a:pt x="41" y="14"/>
                      <a:pt x="42" y="14"/>
                    </a:cubicBezTo>
                    <a:cubicBezTo>
                      <a:pt x="42" y="14"/>
                      <a:pt x="42" y="14"/>
                      <a:pt x="42" y="14"/>
                    </a:cubicBezTo>
                    <a:cubicBezTo>
                      <a:pt x="43" y="14"/>
                      <a:pt x="42" y="15"/>
                      <a:pt x="42" y="15"/>
                    </a:cubicBezTo>
                    <a:cubicBezTo>
                      <a:pt x="41" y="15"/>
                      <a:pt x="40" y="15"/>
                      <a:pt x="40" y="15"/>
                    </a:cubicBezTo>
                    <a:cubicBezTo>
                      <a:pt x="40" y="15"/>
                      <a:pt x="39" y="16"/>
                      <a:pt x="39" y="15"/>
                    </a:cubicBezTo>
                    <a:cubicBezTo>
                      <a:pt x="39" y="15"/>
                      <a:pt x="39" y="15"/>
                      <a:pt x="40" y="15"/>
                    </a:cubicBezTo>
                    <a:cubicBezTo>
                      <a:pt x="39" y="15"/>
                      <a:pt x="39" y="15"/>
                      <a:pt x="38" y="15"/>
                    </a:cubicBezTo>
                    <a:cubicBezTo>
                      <a:pt x="38" y="15"/>
                      <a:pt x="37" y="15"/>
                      <a:pt x="37" y="16"/>
                    </a:cubicBezTo>
                    <a:cubicBezTo>
                      <a:pt x="36" y="16"/>
                      <a:pt x="37" y="17"/>
                      <a:pt x="36" y="17"/>
                    </a:cubicBezTo>
                    <a:cubicBezTo>
                      <a:pt x="36" y="17"/>
                      <a:pt x="36" y="17"/>
                      <a:pt x="36" y="17"/>
                    </a:cubicBezTo>
                    <a:cubicBezTo>
                      <a:pt x="36" y="17"/>
                      <a:pt x="35" y="17"/>
                      <a:pt x="35" y="17"/>
                    </a:cubicBezTo>
                    <a:cubicBezTo>
                      <a:pt x="35" y="17"/>
                      <a:pt x="35" y="17"/>
                      <a:pt x="35" y="17"/>
                    </a:cubicBezTo>
                    <a:cubicBezTo>
                      <a:pt x="34" y="17"/>
                      <a:pt x="34" y="18"/>
                      <a:pt x="34" y="18"/>
                    </a:cubicBezTo>
                    <a:cubicBezTo>
                      <a:pt x="34" y="18"/>
                      <a:pt x="34" y="18"/>
                      <a:pt x="34" y="18"/>
                    </a:cubicBezTo>
                    <a:cubicBezTo>
                      <a:pt x="34" y="18"/>
                      <a:pt x="33" y="19"/>
                      <a:pt x="33" y="19"/>
                    </a:cubicBezTo>
                    <a:cubicBezTo>
                      <a:pt x="33" y="19"/>
                      <a:pt x="33" y="18"/>
                      <a:pt x="33" y="19"/>
                    </a:cubicBezTo>
                    <a:cubicBezTo>
                      <a:pt x="33" y="19"/>
                      <a:pt x="33" y="19"/>
                      <a:pt x="33" y="20"/>
                    </a:cubicBezTo>
                    <a:cubicBezTo>
                      <a:pt x="32" y="20"/>
                      <a:pt x="32" y="20"/>
                      <a:pt x="32" y="21"/>
                    </a:cubicBezTo>
                    <a:cubicBezTo>
                      <a:pt x="31" y="21"/>
                      <a:pt x="31" y="21"/>
                      <a:pt x="31" y="21"/>
                    </a:cubicBezTo>
                    <a:cubicBezTo>
                      <a:pt x="31" y="21"/>
                      <a:pt x="30" y="21"/>
                      <a:pt x="30" y="21"/>
                    </a:cubicBezTo>
                    <a:cubicBezTo>
                      <a:pt x="30" y="21"/>
                      <a:pt x="30" y="22"/>
                      <a:pt x="30" y="22"/>
                    </a:cubicBezTo>
                    <a:cubicBezTo>
                      <a:pt x="30" y="34"/>
                      <a:pt x="30" y="34"/>
                      <a:pt x="30" y="34"/>
                    </a:cubicBezTo>
                    <a:cubicBezTo>
                      <a:pt x="30" y="34"/>
                      <a:pt x="30" y="34"/>
                      <a:pt x="30" y="34"/>
                    </a:cubicBezTo>
                    <a:cubicBezTo>
                      <a:pt x="30" y="34"/>
                      <a:pt x="30" y="33"/>
                      <a:pt x="31" y="33"/>
                    </a:cubicBezTo>
                    <a:cubicBezTo>
                      <a:pt x="31" y="33"/>
                      <a:pt x="31" y="33"/>
                      <a:pt x="32" y="33"/>
                    </a:cubicBezTo>
                    <a:cubicBezTo>
                      <a:pt x="32" y="33"/>
                      <a:pt x="32" y="33"/>
                      <a:pt x="32" y="33"/>
                    </a:cubicBezTo>
                    <a:cubicBezTo>
                      <a:pt x="32" y="33"/>
                      <a:pt x="32" y="32"/>
                      <a:pt x="32" y="33"/>
                    </a:cubicBezTo>
                    <a:cubicBezTo>
                      <a:pt x="33" y="33"/>
                      <a:pt x="32" y="33"/>
                      <a:pt x="32" y="33"/>
                    </a:cubicBezTo>
                    <a:cubicBezTo>
                      <a:pt x="33" y="33"/>
                      <a:pt x="33" y="33"/>
                      <a:pt x="33" y="33"/>
                    </a:cubicBezTo>
                    <a:cubicBezTo>
                      <a:pt x="33" y="33"/>
                      <a:pt x="34" y="33"/>
                      <a:pt x="34" y="33"/>
                    </a:cubicBezTo>
                    <a:cubicBezTo>
                      <a:pt x="34" y="33"/>
                      <a:pt x="34" y="33"/>
                      <a:pt x="34" y="34"/>
                    </a:cubicBezTo>
                    <a:cubicBezTo>
                      <a:pt x="35" y="34"/>
                      <a:pt x="35" y="33"/>
                      <a:pt x="35" y="34"/>
                    </a:cubicBezTo>
                    <a:cubicBezTo>
                      <a:pt x="35" y="34"/>
                      <a:pt x="36" y="34"/>
                      <a:pt x="36" y="34"/>
                    </a:cubicBezTo>
                    <a:cubicBezTo>
                      <a:pt x="36" y="34"/>
                      <a:pt x="36" y="33"/>
                      <a:pt x="36" y="33"/>
                    </a:cubicBezTo>
                    <a:cubicBezTo>
                      <a:pt x="37" y="33"/>
                      <a:pt x="37" y="34"/>
                      <a:pt x="37" y="34"/>
                    </a:cubicBezTo>
                    <a:cubicBezTo>
                      <a:pt x="38" y="34"/>
                      <a:pt x="38" y="34"/>
                      <a:pt x="38" y="34"/>
                    </a:cubicBezTo>
                    <a:cubicBezTo>
                      <a:pt x="38" y="34"/>
                      <a:pt x="38" y="34"/>
                      <a:pt x="38" y="34"/>
                    </a:cubicBezTo>
                    <a:cubicBezTo>
                      <a:pt x="38" y="34"/>
                      <a:pt x="38" y="34"/>
                      <a:pt x="38" y="35"/>
                    </a:cubicBezTo>
                    <a:cubicBezTo>
                      <a:pt x="38" y="35"/>
                      <a:pt x="39" y="35"/>
                      <a:pt x="39" y="35"/>
                    </a:cubicBezTo>
                    <a:cubicBezTo>
                      <a:pt x="39" y="35"/>
                      <a:pt x="39" y="35"/>
                      <a:pt x="39" y="35"/>
                    </a:cubicBezTo>
                    <a:cubicBezTo>
                      <a:pt x="40" y="36"/>
                      <a:pt x="40" y="36"/>
                      <a:pt x="40" y="36"/>
                    </a:cubicBezTo>
                    <a:cubicBezTo>
                      <a:pt x="41" y="36"/>
                      <a:pt x="41" y="36"/>
                      <a:pt x="41" y="36"/>
                    </a:cubicBezTo>
                    <a:cubicBezTo>
                      <a:pt x="42" y="36"/>
                      <a:pt x="42" y="36"/>
                      <a:pt x="43" y="37"/>
                    </a:cubicBezTo>
                    <a:cubicBezTo>
                      <a:pt x="43" y="37"/>
                      <a:pt x="43" y="37"/>
                      <a:pt x="43" y="37"/>
                    </a:cubicBezTo>
                    <a:cubicBezTo>
                      <a:pt x="43" y="37"/>
                      <a:pt x="43" y="38"/>
                      <a:pt x="43" y="38"/>
                    </a:cubicBezTo>
                    <a:cubicBezTo>
                      <a:pt x="43" y="38"/>
                      <a:pt x="44" y="38"/>
                      <a:pt x="44" y="39"/>
                    </a:cubicBezTo>
                    <a:cubicBezTo>
                      <a:pt x="44" y="39"/>
                      <a:pt x="44" y="39"/>
                      <a:pt x="44" y="39"/>
                    </a:cubicBezTo>
                    <a:cubicBezTo>
                      <a:pt x="44" y="39"/>
                      <a:pt x="45" y="40"/>
                      <a:pt x="45" y="40"/>
                    </a:cubicBezTo>
                    <a:cubicBezTo>
                      <a:pt x="45" y="40"/>
                      <a:pt x="45" y="40"/>
                      <a:pt x="45" y="40"/>
                    </a:cubicBezTo>
                    <a:cubicBezTo>
                      <a:pt x="45" y="40"/>
                      <a:pt x="46" y="40"/>
                      <a:pt x="46" y="40"/>
                    </a:cubicBezTo>
                    <a:cubicBezTo>
                      <a:pt x="46" y="40"/>
                      <a:pt x="46" y="40"/>
                      <a:pt x="47" y="40"/>
                    </a:cubicBezTo>
                    <a:cubicBezTo>
                      <a:pt x="47" y="40"/>
                      <a:pt x="47" y="41"/>
                      <a:pt x="47" y="41"/>
                    </a:cubicBezTo>
                    <a:cubicBezTo>
                      <a:pt x="47" y="41"/>
                      <a:pt x="47" y="41"/>
                      <a:pt x="47" y="41"/>
                    </a:cubicBezTo>
                    <a:cubicBezTo>
                      <a:pt x="48" y="41"/>
                      <a:pt x="48" y="41"/>
                      <a:pt x="48" y="41"/>
                    </a:cubicBezTo>
                    <a:cubicBezTo>
                      <a:pt x="49" y="41"/>
                      <a:pt x="49" y="41"/>
                      <a:pt x="49" y="41"/>
                    </a:cubicBezTo>
                    <a:cubicBezTo>
                      <a:pt x="49" y="41"/>
                      <a:pt x="50" y="41"/>
                      <a:pt x="50" y="41"/>
                    </a:cubicBezTo>
                    <a:cubicBezTo>
                      <a:pt x="46" y="47"/>
                      <a:pt x="41" y="51"/>
                      <a:pt x="34" y="53"/>
                    </a:cubicBezTo>
                    <a:cubicBezTo>
                      <a:pt x="34" y="53"/>
                      <a:pt x="34" y="52"/>
                      <a:pt x="34" y="52"/>
                    </a:cubicBezTo>
                    <a:cubicBezTo>
                      <a:pt x="34" y="52"/>
                      <a:pt x="34" y="51"/>
                      <a:pt x="34" y="51"/>
                    </a:cubicBezTo>
                    <a:cubicBezTo>
                      <a:pt x="34" y="50"/>
                      <a:pt x="34" y="50"/>
                      <a:pt x="33" y="49"/>
                    </a:cubicBezTo>
                    <a:cubicBezTo>
                      <a:pt x="33" y="49"/>
                      <a:pt x="33" y="49"/>
                      <a:pt x="32" y="49"/>
                    </a:cubicBezTo>
                    <a:cubicBezTo>
                      <a:pt x="32" y="48"/>
                      <a:pt x="32" y="48"/>
                      <a:pt x="32" y="48"/>
                    </a:cubicBezTo>
                    <a:cubicBezTo>
                      <a:pt x="31" y="48"/>
                      <a:pt x="30" y="48"/>
                      <a:pt x="30" y="47"/>
                    </a:cubicBezTo>
                    <a:cubicBezTo>
                      <a:pt x="30" y="47"/>
                      <a:pt x="30" y="47"/>
                      <a:pt x="30" y="47"/>
                    </a:cubicBezTo>
                    <a:cubicBezTo>
                      <a:pt x="30" y="46"/>
                      <a:pt x="30" y="46"/>
                      <a:pt x="30" y="46"/>
                    </a:cubicBezTo>
                    <a:lnTo>
                      <a:pt x="30" y="55"/>
                    </a:lnTo>
                    <a:close/>
                    <a:moveTo>
                      <a:pt x="1" y="22"/>
                    </a:moveTo>
                    <a:cubicBezTo>
                      <a:pt x="1" y="23"/>
                      <a:pt x="1" y="23"/>
                      <a:pt x="1" y="24"/>
                    </a:cubicBezTo>
                    <a:cubicBezTo>
                      <a:pt x="1" y="24"/>
                      <a:pt x="1" y="24"/>
                      <a:pt x="1" y="25"/>
                    </a:cubicBezTo>
                    <a:cubicBezTo>
                      <a:pt x="0" y="26"/>
                      <a:pt x="0" y="27"/>
                      <a:pt x="0" y="28"/>
                    </a:cubicBezTo>
                    <a:cubicBezTo>
                      <a:pt x="0" y="29"/>
                      <a:pt x="0" y="30"/>
                      <a:pt x="1" y="30"/>
                    </a:cubicBezTo>
                    <a:cubicBezTo>
                      <a:pt x="1" y="31"/>
                      <a:pt x="1" y="31"/>
                      <a:pt x="1" y="32"/>
                    </a:cubicBezTo>
                    <a:cubicBezTo>
                      <a:pt x="1" y="32"/>
                      <a:pt x="1" y="33"/>
                      <a:pt x="1" y="33"/>
                    </a:cubicBezTo>
                    <a:cubicBezTo>
                      <a:pt x="1" y="34"/>
                      <a:pt x="1" y="34"/>
                      <a:pt x="1" y="35"/>
                    </a:cubicBezTo>
                    <a:cubicBezTo>
                      <a:pt x="1" y="35"/>
                      <a:pt x="2" y="36"/>
                      <a:pt x="2" y="37"/>
                    </a:cubicBezTo>
                    <a:cubicBezTo>
                      <a:pt x="2" y="38"/>
                      <a:pt x="2" y="38"/>
                      <a:pt x="3" y="38"/>
                    </a:cubicBezTo>
                    <a:cubicBezTo>
                      <a:pt x="3" y="39"/>
                      <a:pt x="3" y="39"/>
                      <a:pt x="3" y="40"/>
                    </a:cubicBezTo>
                    <a:cubicBezTo>
                      <a:pt x="3" y="40"/>
                      <a:pt x="3" y="40"/>
                      <a:pt x="3" y="40"/>
                    </a:cubicBezTo>
                    <a:cubicBezTo>
                      <a:pt x="4" y="41"/>
                      <a:pt x="4" y="41"/>
                      <a:pt x="4" y="41"/>
                    </a:cubicBezTo>
                    <a:cubicBezTo>
                      <a:pt x="5" y="42"/>
                      <a:pt x="5" y="44"/>
                      <a:pt x="6" y="45"/>
                    </a:cubicBezTo>
                    <a:cubicBezTo>
                      <a:pt x="7" y="45"/>
                      <a:pt x="7" y="46"/>
                      <a:pt x="7" y="46"/>
                    </a:cubicBezTo>
                    <a:cubicBezTo>
                      <a:pt x="8" y="46"/>
                      <a:pt x="8" y="47"/>
                      <a:pt x="8" y="47"/>
                    </a:cubicBezTo>
                    <a:cubicBezTo>
                      <a:pt x="9" y="47"/>
                      <a:pt x="9" y="48"/>
                      <a:pt x="9" y="48"/>
                    </a:cubicBezTo>
                    <a:cubicBezTo>
                      <a:pt x="11" y="49"/>
                      <a:pt x="12" y="50"/>
                      <a:pt x="14" y="51"/>
                    </a:cubicBezTo>
                    <a:cubicBezTo>
                      <a:pt x="15" y="52"/>
                      <a:pt x="15" y="52"/>
                      <a:pt x="15" y="52"/>
                    </a:cubicBezTo>
                    <a:cubicBezTo>
                      <a:pt x="16" y="53"/>
                      <a:pt x="17" y="53"/>
                      <a:pt x="18" y="53"/>
                    </a:cubicBezTo>
                    <a:cubicBezTo>
                      <a:pt x="18" y="53"/>
                      <a:pt x="19" y="54"/>
                      <a:pt x="19" y="54"/>
                    </a:cubicBezTo>
                    <a:cubicBezTo>
                      <a:pt x="22" y="55"/>
                      <a:pt x="25" y="55"/>
                      <a:pt x="28" y="55"/>
                    </a:cubicBezTo>
                    <a:cubicBezTo>
                      <a:pt x="28" y="55"/>
                      <a:pt x="29" y="55"/>
                      <a:pt x="30" y="55"/>
                    </a:cubicBezTo>
                    <a:cubicBezTo>
                      <a:pt x="30" y="46"/>
                      <a:pt x="30" y="46"/>
                      <a:pt x="30" y="46"/>
                    </a:cubicBezTo>
                    <a:cubicBezTo>
                      <a:pt x="30" y="46"/>
                      <a:pt x="29" y="46"/>
                      <a:pt x="29" y="46"/>
                    </a:cubicBezTo>
                    <a:cubicBezTo>
                      <a:pt x="29" y="45"/>
                      <a:pt x="29" y="44"/>
                      <a:pt x="28" y="44"/>
                    </a:cubicBezTo>
                    <a:cubicBezTo>
                      <a:pt x="28" y="44"/>
                      <a:pt x="28" y="43"/>
                      <a:pt x="28" y="43"/>
                    </a:cubicBezTo>
                    <a:cubicBezTo>
                      <a:pt x="28" y="43"/>
                      <a:pt x="27" y="43"/>
                      <a:pt x="27" y="43"/>
                    </a:cubicBezTo>
                    <a:cubicBezTo>
                      <a:pt x="27" y="42"/>
                      <a:pt x="27" y="42"/>
                      <a:pt x="27" y="42"/>
                    </a:cubicBezTo>
                    <a:cubicBezTo>
                      <a:pt x="27" y="41"/>
                      <a:pt x="28" y="41"/>
                      <a:pt x="28" y="41"/>
                    </a:cubicBezTo>
                    <a:cubicBezTo>
                      <a:pt x="28" y="41"/>
                      <a:pt x="27" y="41"/>
                      <a:pt x="27" y="40"/>
                    </a:cubicBezTo>
                    <a:cubicBezTo>
                      <a:pt x="27" y="40"/>
                      <a:pt x="27" y="40"/>
                      <a:pt x="27" y="39"/>
                    </a:cubicBezTo>
                    <a:cubicBezTo>
                      <a:pt x="28" y="39"/>
                      <a:pt x="28" y="39"/>
                      <a:pt x="28" y="39"/>
                    </a:cubicBezTo>
                    <a:cubicBezTo>
                      <a:pt x="28" y="39"/>
                      <a:pt x="28" y="39"/>
                      <a:pt x="28" y="39"/>
                    </a:cubicBezTo>
                    <a:cubicBezTo>
                      <a:pt x="28" y="38"/>
                      <a:pt x="28" y="38"/>
                      <a:pt x="28" y="38"/>
                    </a:cubicBezTo>
                    <a:cubicBezTo>
                      <a:pt x="29" y="38"/>
                      <a:pt x="29" y="38"/>
                      <a:pt x="29" y="37"/>
                    </a:cubicBezTo>
                    <a:cubicBezTo>
                      <a:pt x="29" y="37"/>
                      <a:pt x="29" y="36"/>
                      <a:pt x="29" y="36"/>
                    </a:cubicBezTo>
                    <a:cubicBezTo>
                      <a:pt x="29" y="36"/>
                      <a:pt x="29" y="35"/>
                      <a:pt x="29" y="35"/>
                    </a:cubicBezTo>
                    <a:cubicBezTo>
                      <a:pt x="29" y="35"/>
                      <a:pt x="29" y="34"/>
                      <a:pt x="28" y="34"/>
                    </a:cubicBezTo>
                    <a:cubicBezTo>
                      <a:pt x="28" y="34"/>
                      <a:pt x="28" y="35"/>
                      <a:pt x="28" y="35"/>
                    </a:cubicBezTo>
                    <a:cubicBezTo>
                      <a:pt x="28" y="35"/>
                      <a:pt x="28" y="35"/>
                      <a:pt x="27" y="35"/>
                    </a:cubicBezTo>
                    <a:cubicBezTo>
                      <a:pt x="27" y="35"/>
                      <a:pt x="27" y="35"/>
                      <a:pt x="27" y="35"/>
                    </a:cubicBezTo>
                    <a:cubicBezTo>
                      <a:pt x="26" y="35"/>
                      <a:pt x="26" y="35"/>
                      <a:pt x="26" y="35"/>
                    </a:cubicBezTo>
                    <a:cubicBezTo>
                      <a:pt x="26" y="35"/>
                      <a:pt x="26" y="34"/>
                      <a:pt x="25" y="34"/>
                    </a:cubicBezTo>
                    <a:cubicBezTo>
                      <a:pt x="25" y="34"/>
                      <a:pt x="25" y="34"/>
                      <a:pt x="25" y="34"/>
                    </a:cubicBezTo>
                    <a:cubicBezTo>
                      <a:pt x="25" y="34"/>
                      <a:pt x="25" y="33"/>
                      <a:pt x="25" y="33"/>
                    </a:cubicBezTo>
                    <a:cubicBezTo>
                      <a:pt x="24" y="33"/>
                      <a:pt x="24" y="32"/>
                      <a:pt x="24" y="32"/>
                    </a:cubicBezTo>
                    <a:cubicBezTo>
                      <a:pt x="24" y="32"/>
                      <a:pt x="23" y="32"/>
                      <a:pt x="23" y="32"/>
                    </a:cubicBezTo>
                    <a:cubicBezTo>
                      <a:pt x="23" y="32"/>
                      <a:pt x="23" y="32"/>
                      <a:pt x="22" y="32"/>
                    </a:cubicBezTo>
                    <a:cubicBezTo>
                      <a:pt x="22" y="32"/>
                      <a:pt x="22" y="32"/>
                      <a:pt x="22" y="32"/>
                    </a:cubicBezTo>
                    <a:cubicBezTo>
                      <a:pt x="21" y="31"/>
                      <a:pt x="21" y="30"/>
                      <a:pt x="20" y="30"/>
                    </a:cubicBezTo>
                    <a:cubicBezTo>
                      <a:pt x="20" y="30"/>
                      <a:pt x="20" y="31"/>
                      <a:pt x="19" y="31"/>
                    </a:cubicBezTo>
                    <a:cubicBezTo>
                      <a:pt x="19" y="31"/>
                      <a:pt x="19" y="31"/>
                      <a:pt x="18" y="30"/>
                    </a:cubicBezTo>
                    <a:cubicBezTo>
                      <a:pt x="18" y="30"/>
                      <a:pt x="18" y="30"/>
                      <a:pt x="17" y="30"/>
                    </a:cubicBezTo>
                    <a:cubicBezTo>
                      <a:pt x="17" y="30"/>
                      <a:pt x="17" y="30"/>
                      <a:pt x="17" y="30"/>
                    </a:cubicBezTo>
                    <a:cubicBezTo>
                      <a:pt x="16" y="29"/>
                      <a:pt x="16" y="29"/>
                      <a:pt x="16" y="29"/>
                    </a:cubicBezTo>
                    <a:cubicBezTo>
                      <a:pt x="16" y="29"/>
                      <a:pt x="16" y="29"/>
                      <a:pt x="15" y="29"/>
                    </a:cubicBezTo>
                    <a:cubicBezTo>
                      <a:pt x="15" y="29"/>
                      <a:pt x="15" y="29"/>
                      <a:pt x="15" y="28"/>
                    </a:cubicBezTo>
                    <a:cubicBezTo>
                      <a:pt x="15" y="28"/>
                      <a:pt x="15" y="28"/>
                      <a:pt x="15" y="28"/>
                    </a:cubicBezTo>
                    <a:cubicBezTo>
                      <a:pt x="15" y="27"/>
                      <a:pt x="15" y="27"/>
                      <a:pt x="14" y="26"/>
                    </a:cubicBezTo>
                    <a:cubicBezTo>
                      <a:pt x="14" y="26"/>
                      <a:pt x="14" y="26"/>
                      <a:pt x="14" y="25"/>
                    </a:cubicBezTo>
                    <a:cubicBezTo>
                      <a:pt x="14" y="25"/>
                      <a:pt x="14" y="25"/>
                      <a:pt x="14" y="25"/>
                    </a:cubicBezTo>
                    <a:cubicBezTo>
                      <a:pt x="14" y="25"/>
                      <a:pt x="13" y="24"/>
                      <a:pt x="13" y="24"/>
                    </a:cubicBezTo>
                    <a:cubicBezTo>
                      <a:pt x="13" y="24"/>
                      <a:pt x="13" y="24"/>
                      <a:pt x="13" y="23"/>
                    </a:cubicBezTo>
                    <a:cubicBezTo>
                      <a:pt x="13" y="23"/>
                      <a:pt x="13" y="23"/>
                      <a:pt x="13" y="22"/>
                    </a:cubicBezTo>
                    <a:cubicBezTo>
                      <a:pt x="12" y="22"/>
                      <a:pt x="12" y="22"/>
                      <a:pt x="12" y="23"/>
                    </a:cubicBezTo>
                    <a:cubicBezTo>
                      <a:pt x="12" y="23"/>
                      <a:pt x="12" y="23"/>
                      <a:pt x="12" y="23"/>
                    </a:cubicBezTo>
                    <a:cubicBezTo>
                      <a:pt x="12" y="24"/>
                      <a:pt x="12" y="24"/>
                      <a:pt x="12" y="24"/>
                    </a:cubicBezTo>
                    <a:cubicBezTo>
                      <a:pt x="12" y="24"/>
                      <a:pt x="13" y="25"/>
                      <a:pt x="13" y="25"/>
                    </a:cubicBezTo>
                    <a:cubicBezTo>
                      <a:pt x="13" y="25"/>
                      <a:pt x="13" y="26"/>
                      <a:pt x="13" y="26"/>
                    </a:cubicBezTo>
                    <a:cubicBezTo>
                      <a:pt x="13" y="26"/>
                      <a:pt x="13" y="26"/>
                      <a:pt x="13" y="27"/>
                    </a:cubicBezTo>
                    <a:cubicBezTo>
                      <a:pt x="13" y="27"/>
                      <a:pt x="13" y="26"/>
                      <a:pt x="13" y="26"/>
                    </a:cubicBezTo>
                    <a:cubicBezTo>
                      <a:pt x="13" y="26"/>
                      <a:pt x="12" y="26"/>
                      <a:pt x="12" y="26"/>
                    </a:cubicBezTo>
                    <a:cubicBezTo>
                      <a:pt x="12" y="26"/>
                      <a:pt x="12" y="25"/>
                      <a:pt x="12" y="25"/>
                    </a:cubicBezTo>
                    <a:cubicBezTo>
                      <a:pt x="12" y="25"/>
                      <a:pt x="11" y="25"/>
                      <a:pt x="11" y="24"/>
                    </a:cubicBezTo>
                    <a:cubicBezTo>
                      <a:pt x="11" y="24"/>
                      <a:pt x="12" y="24"/>
                      <a:pt x="12" y="24"/>
                    </a:cubicBezTo>
                    <a:cubicBezTo>
                      <a:pt x="12" y="23"/>
                      <a:pt x="11" y="23"/>
                      <a:pt x="11" y="23"/>
                    </a:cubicBezTo>
                    <a:cubicBezTo>
                      <a:pt x="11" y="23"/>
                      <a:pt x="11" y="22"/>
                      <a:pt x="11" y="22"/>
                    </a:cubicBezTo>
                    <a:cubicBezTo>
                      <a:pt x="11" y="22"/>
                      <a:pt x="11" y="21"/>
                      <a:pt x="11" y="21"/>
                    </a:cubicBezTo>
                    <a:cubicBezTo>
                      <a:pt x="11" y="21"/>
                      <a:pt x="11" y="21"/>
                      <a:pt x="10" y="21"/>
                    </a:cubicBezTo>
                    <a:cubicBezTo>
                      <a:pt x="10" y="21"/>
                      <a:pt x="10" y="21"/>
                      <a:pt x="10" y="20"/>
                    </a:cubicBezTo>
                    <a:cubicBezTo>
                      <a:pt x="10" y="20"/>
                      <a:pt x="10" y="20"/>
                      <a:pt x="10" y="20"/>
                    </a:cubicBezTo>
                    <a:cubicBezTo>
                      <a:pt x="10" y="19"/>
                      <a:pt x="10" y="19"/>
                      <a:pt x="10" y="18"/>
                    </a:cubicBezTo>
                    <a:cubicBezTo>
                      <a:pt x="10" y="18"/>
                      <a:pt x="9" y="18"/>
                      <a:pt x="10" y="17"/>
                    </a:cubicBezTo>
                    <a:cubicBezTo>
                      <a:pt x="10" y="17"/>
                      <a:pt x="10" y="17"/>
                      <a:pt x="10" y="17"/>
                    </a:cubicBezTo>
                    <a:cubicBezTo>
                      <a:pt x="10" y="16"/>
                      <a:pt x="10" y="16"/>
                      <a:pt x="10" y="16"/>
                    </a:cubicBezTo>
                    <a:cubicBezTo>
                      <a:pt x="11" y="16"/>
                      <a:pt x="11" y="15"/>
                      <a:pt x="11" y="15"/>
                    </a:cubicBezTo>
                    <a:cubicBezTo>
                      <a:pt x="12" y="14"/>
                      <a:pt x="12" y="14"/>
                      <a:pt x="12" y="14"/>
                    </a:cubicBezTo>
                    <a:cubicBezTo>
                      <a:pt x="12" y="13"/>
                      <a:pt x="12" y="13"/>
                      <a:pt x="12" y="13"/>
                    </a:cubicBezTo>
                    <a:cubicBezTo>
                      <a:pt x="12" y="13"/>
                      <a:pt x="12" y="12"/>
                      <a:pt x="12" y="12"/>
                    </a:cubicBezTo>
                    <a:cubicBezTo>
                      <a:pt x="12" y="12"/>
                      <a:pt x="12" y="12"/>
                      <a:pt x="12" y="12"/>
                    </a:cubicBezTo>
                    <a:cubicBezTo>
                      <a:pt x="12" y="11"/>
                      <a:pt x="12" y="11"/>
                      <a:pt x="12" y="11"/>
                    </a:cubicBezTo>
                    <a:cubicBezTo>
                      <a:pt x="12" y="11"/>
                      <a:pt x="12" y="10"/>
                      <a:pt x="12" y="10"/>
                    </a:cubicBezTo>
                    <a:cubicBezTo>
                      <a:pt x="12" y="10"/>
                      <a:pt x="13" y="10"/>
                      <a:pt x="13" y="10"/>
                    </a:cubicBezTo>
                    <a:cubicBezTo>
                      <a:pt x="12" y="9"/>
                      <a:pt x="12" y="10"/>
                      <a:pt x="12" y="10"/>
                    </a:cubicBezTo>
                    <a:cubicBezTo>
                      <a:pt x="12" y="9"/>
                      <a:pt x="12" y="9"/>
                      <a:pt x="12" y="9"/>
                    </a:cubicBezTo>
                    <a:cubicBezTo>
                      <a:pt x="12" y="9"/>
                      <a:pt x="12" y="9"/>
                      <a:pt x="12" y="8"/>
                    </a:cubicBezTo>
                    <a:cubicBezTo>
                      <a:pt x="12" y="8"/>
                      <a:pt x="12" y="8"/>
                      <a:pt x="12" y="8"/>
                    </a:cubicBezTo>
                    <a:cubicBezTo>
                      <a:pt x="12" y="8"/>
                      <a:pt x="12" y="8"/>
                      <a:pt x="12" y="7"/>
                    </a:cubicBezTo>
                    <a:cubicBezTo>
                      <a:pt x="15" y="5"/>
                      <a:pt x="19" y="3"/>
                      <a:pt x="23" y="2"/>
                    </a:cubicBezTo>
                    <a:cubicBezTo>
                      <a:pt x="23" y="2"/>
                      <a:pt x="23" y="2"/>
                      <a:pt x="23" y="2"/>
                    </a:cubicBezTo>
                    <a:cubicBezTo>
                      <a:pt x="23" y="2"/>
                      <a:pt x="23" y="2"/>
                      <a:pt x="23" y="2"/>
                    </a:cubicBezTo>
                    <a:cubicBezTo>
                      <a:pt x="24" y="2"/>
                      <a:pt x="24" y="2"/>
                      <a:pt x="24" y="2"/>
                    </a:cubicBezTo>
                    <a:cubicBezTo>
                      <a:pt x="24" y="2"/>
                      <a:pt x="25" y="2"/>
                      <a:pt x="25" y="2"/>
                    </a:cubicBezTo>
                    <a:cubicBezTo>
                      <a:pt x="26" y="2"/>
                      <a:pt x="26" y="3"/>
                      <a:pt x="27" y="3"/>
                    </a:cubicBezTo>
                    <a:cubicBezTo>
                      <a:pt x="27" y="3"/>
                      <a:pt x="27" y="2"/>
                      <a:pt x="27" y="2"/>
                    </a:cubicBezTo>
                    <a:cubicBezTo>
                      <a:pt x="27" y="2"/>
                      <a:pt x="27" y="2"/>
                      <a:pt x="27" y="2"/>
                    </a:cubicBezTo>
                    <a:cubicBezTo>
                      <a:pt x="27" y="2"/>
                      <a:pt x="28" y="2"/>
                      <a:pt x="28" y="2"/>
                    </a:cubicBezTo>
                    <a:cubicBezTo>
                      <a:pt x="28" y="2"/>
                      <a:pt x="29" y="2"/>
                      <a:pt x="30" y="2"/>
                    </a:cubicBezTo>
                    <a:cubicBezTo>
                      <a:pt x="30" y="0"/>
                      <a:pt x="30" y="0"/>
                      <a:pt x="30" y="0"/>
                    </a:cubicBezTo>
                    <a:cubicBezTo>
                      <a:pt x="29" y="0"/>
                      <a:pt x="29" y="0"/>
                      <a:pt x="28" y="0"/>
                    </a:cubicBezTo>
                    <a:cubicBezTo>
                      <a:pt x="28" y="0"/>
                      <a:pt x="28" y="0"/>
                      <a:pt x="28" y="0"/>
                    </a:cubicBezTo>
                    <a:cubicBezTo>
                      <a:pt x="28" y="0"/>
                      <a:pt x="27" y="0"/>
                      <a:pt x="27" y="0"/>
                    </a:cubicBezTo>
                    <a:cubicBezTo>
                      <a:pt x="24" y="0"/>
                      <a:pt x="22" y="1"/>
                      <a:pt x="19" y="2"/>
                    </a:cubicBezTo>
                    <a:cubicBezTo>
                      <a:pt x="19" y="2"/>
                      <a:pt x="18" y="2"/>
                      <a:pt x="18" y="2"/>
                    </a:cubicBezTo>
                    <a:cubicBezTo>
                      <a:pt x="18" y="2"/>
                      <a:pt x="17" y="2"/>
                      <a:pt x="17" y="2"/>
                    </a:cubicBezTo>
                    <a:cubicBezTo>
                      <a:pt x="17" y="2"/>
                      <a:pt x="17" y="3"/>
                      <a:pt x="17" y="3"/>
                    </a:cubicBezTo>
                    <a:cubicBezTo>
                      <a:pt x="16" y="3"/>
                      <a:pt x="16" y="3"/>
                      <a:pt x="15" y="3"/>
                    </a:cubicBezTo>
                    <a:cubicBezTo>
                      <a:pt x="15" y="3"/>
                      <a:pt x="15" y="4"/>
                      <a:pt x="14" y="4"/>
                    </a:cubicBezTo>
                    <a:cubicBezTo>
                      <a:pt x="13" y="5"/>
                      <a:pt x="11" y="6"/>
                      <a:pt x="10" y="7"/>
                    </a:cubicBezTo>
                    <a:cubicBezTo>
                      <a:pt x="10" y="7"/>
                      <a:pt x="10" y="7"/>
                      <a:pt x="9" y="7"/>
                    </a:cubicBezTo>
                    <a:cubicBezTo>
                      <a:pt x="9" y="8"/>
                      <a:pt x="9" y="8"/>
                      <a:pt x="8" y="8"/>
                    </a:cubicBezTo>
                    <a:cubicBezTo>
                      <a:pt x="8" y="9"/>
                      <a:pt x="8" y="9"/>
                      <a:pt x="7" y="9"/>
                    </a:cubicBezTo>
                    <a:cubicBezTo>
                      <a:pt x="7" y="10"/>
                      <a:pt x="7" y="10"/>
                      <a:pt x="6" y="11"/>
                    </a:cubicBezTo>
                    <a:cubicBezTo>
                      <a:pt x="5" y="12"/>
                      <a:pt x="5" y="13"/>
                      <a:pt x="4" y="14"/>
                    </a:cubicBezTo>
                    <a:cubicBezTo>
                      <a:pt x="4" y="14"/>
                      <a:pt x="4" y="15"/>
                      <a:pt x="3" y="15"/>
                    </a:cubicBezTo>
                    <a:cubicBezTo>
                      <a:pt x="3" y="15"/>
                      <a:pt x="3" y="16"/>
                      <a:pt x="3" y="16"/>
                    </a:cubicBezTo>
                    <a:cubicBezTo>
                      <a:pt x="3" y="16"/>
                      <a:pt x="3" y="17"/>
                      <a:pt x="2" y="18"/>
                    </a:cubicBezTo>
                    <a:cubicBezTo>
                      <a:pt x="2" y="18"/>
                      <a:pt x="2" y="18"/>
                      <a:pt x="2" y="18"/>
                    </a:cubicBezTo>
                    <a:cubicBezTo>
                      <a:pt x="2" y="19"/>
                      <a:pt x="1" y="20"/>
                      <a:pt x="1" y="21"/>
                    </a:cubicBezTo>
                    <a:cubicBezTo>
                      <a:pt x="1" y="21"/>
                      <a:pt x="1" y="22"/>
                      <a:pt x="1" y="22"/>
                    </a:cubicBezTo>
                    <a:close/>
                    <a:moveTo>
                      <a:pt x="30" y="22"/>
                    </a:moveTo>
                    <a:cubicBezTo>
                      <a:pt x="30" y="34"/>
                      <a:pt x="30" y="34"/>
                      <a:pt x="30" y="34"/>
                    </a:cubicBezTo>
                    <a:cubicBezTo>
                      <a:pt x="30" y="35"/>
                      <a:pt x="30" y="35"/>
                      <a:pt x="29" y="35"/>
                    </a:cubicBezTo>
                    <a:cubicBezTo>
                      <a:pt x="29" y="35"/>
                      <a:pt x="29" y="34"/>
                      <a:pt x="29" y="34"/>
                    </a:cubicBezTo>
                    <a:cubicBezTo>
                      <a:pt x="28" y="34"/>
                      <a:pt x="28" y="34"/>
                      <a:pt x="27" y="34"/>
                    </a:cubicBezTo>
                    <a:cubicBezTo>
                      <a:pt x="27" y="34"/>
                      <a:pt x="26" y="34"/>
                      <a:pt x="26" y="33"/>
                    </a:cubicBezTo>
                    <a:cubicBezTo>
                      <a:pt x="26" y="33"/>
                      <a:pt x="26" y="32"/>
                      <a:pt x="26" y="32"/>
                    </a:cubicBezTo>
                    <a:cubicBezTo>
                      <a:pt x="26" y="32"/>
                      <a:pt x="26" y="32"/>
                      <a:pt x="26" y="31"/>
                    </a:cubicBezTo>
                    <a:cubicBezTo>
                      <a:pt x="26" y="31"/>
                      <a:pt x="26" y="31"/>
                      <a:pt x="26" y="31"/>
                    </a:cubicBezTo>
                    <a:cubicBezTo>
                      <a:pt x="25" y="31"/>
                      <a:pt x="24" y="31"/>
                      <a:pt x="24" y="31"/>
                    </a:cubicBezTo>
                    <a:cubicBezTo>
                      <a:pt x="24" y="30"/>
                      <a:pt x="24" y="30"/>
                      <a:pt x="24" y="30"/>
                    </a:cubicBezTo>
                    <a:cubicBezTo>
                      <a:pt x="24" y="30"/>
                      <a:pt x="24" y="30"/>
                      <a:pt x="24" y="30"/>
                    </a:cubicBezTo>
                    <a:cubicBezTo>
                      <a:pt x="24" y="29"/>
                      <a:pt x="24" y="29"/>
                      <a:pt x="24" y="29"/>
                    </a:cubicBezTo>
                    <a:cubicBezTo>
                      <a:pt x="24" y="29"/>
                      <a:pt x="24" y="29"/>
                      <a:pt x="24" y="29"/>
                    </a:cubicBezTo>
                    <a:cubicBezTo>
                      <a:pt x="25" y="28"/>
                      <a:pt x="25" y="28"/>
                      <a:pt x="25" y="28"/>
                    </a:cubicBezTo>
                    <a:cubicBezTo>
                      <a:pt x="25" y="28"/>
                      <a:pt x="25" y="28"/>
                      <a:pt x="24" y="28"/>
                    </a:cubicBezTo>
                    <a:cubicBezTo>
                      <a:pt x="24" y="28"/>
                      <a:pt x="24" y="28"/>
                      <a:pt x="23" y="28"/>
                    </a:cubicBezTo>
                    <a:cubicBezTo>
                      <a:pt x="23" y="28"/>
                      <a:pt x="23" y="29"/>
                      <a:pt x="22" y="29"/>
                    </a:cubicBezTo>
                    <a:cubicBezTo>
                      <a:pt x="22" y="29"/>
                      <a:pt x="22" y="29"/>
                      <a:pt x="21" y="29"/>
                    </a:cubicBezTo>
                    <a:cubicBezTo>
                      <a:pt x="21" y="29"/>
                      <a:pt x="21" y="29"/>
                      <a:pt x="21" y="29"/>
                    </a:cubicBezTo>
                    <a:cubicBezTo>
                      <a:pt x="21" y="29"/>
                      <a:pt x="20" y="29"/>
                      <a:pt x="20" y="29"/>
                    </a:cubicBezTo>
                    <a:cubicBezTo>
                      <a:pt x="20" y="29"/>
                      <a:pt x="19" y="28"/>
                      <a:pt x="19" y="28"/>
                    </a:cubicBezTo>
                    <a:cubicBezTo>
                      <a:pt x="19" y="27"/>
                      <a:pt x="19" y="26"/>
                      <a:pt x="20" y="26"/>
                    </a:cubicBezTo>
                    <a:cubicBezTo>
                      <a:pt x="20" y="26"/>
                      <a:pt x="20" y="25"/>
                      <a:pt x="20" y="25"/>
                    </a:cubicBezTo>
                    <a:cubicBezTo>
                      <a:pt x="20" y="25"/>
                      <a:pt x="20" y="25"/>
                      <a:pt x="20" y="25"/>
                    </a:cubicBezTo>
                    <a:cubicBezTo>
                      <a:pt x="20" y="24"/>
                      <a:pt x="21" y="24"/>
                      <a:pt x="21" y="24"/>
                    </a:cubicBezTo>
                    <a:cubicBezTo>
                      <a:pt x="22" y="23"/>
                      <a:pt x="22" y="23"/>
                      <a:pt x="22" y="23"/>
                    </a:cubicBezTo>
                    <a:cubicBezTo>
                      <a:pt x="23" y="23"/>
                      <a:pt x="23" y="23"/>
                      <a:pt x="23" y="23"/>
                    </a:cubicBezTo>
                    <a:cubicBezTo>
                      <a:pt x="24" y="23"/>
                      <a:pt x="24" y="23"/>
                      <a:pt x="24" y="23"/>
                    </a:cubicBezTo>
                    <a:cubicBezTo>
                      <a:pt x="24" y="23"/>
                      <a:pt x="25" y="23"/>
                      <a:pt x="25" y="23"/>
                    </a:cubicBezTo>
                    <a:cubicBezTo>
                      <a:pt x="25" y="23"/>
                      <a:pt x="26" y="23"/>
                      <a:pt x="26" y="23"/>
                    </a:cubicBezTo>
                    <a:cubicBezTo>
                      <a:pt x="26" y="23"/>
                      <a:pt x="27" y="23"/>
                      <a:pt x="27" y="23"/>
                    </a:cubicBezTo>
                    <a:cubicBezTo>
                      <a:pt x="27" y="23"/>
                      <a:pt x="27" y="23"/>
                      <a:pt x="27" y="23"/>
                    </a:cubicBezTo>
                    <a:cubicBezTo>
                      <a:pt x="28" y="23"/>
                      <a:pt x="28" y="23"/>
                      <a:pt x="28" y="24"/>
                    </a:cubicBezTo>
                    <a:cubicBezTo>
                      <a:pt x="28" y="24"/>
                      <a:pt x="28" y="24"/>
                      <a:pt x="28" y="24"/>
                    </a:cubicBezTo>
                    <a:cubicBezTo>
                      <a:pt x="28" y="25"/>
                      <a:pt x="29" y="25"/>
                      <a:pt x="29" y="25"/>
                    </a:cubicBezTo>
                    <a:cubicBezTo>
                      <a:pt x="29" y="25"/>
                      <a:pt x="29" y="24"/>
                      <a:pt x="29" y="24"/>
                    </a:cubicBezTo>
                    <a:cubicBezTo>
                      <a:pt x="29" y="24"/>
                      <a:pt x="29" y="24"/>
                      <a:pt x="29" y="24"/>
                    </a:cubicBezTo>
                    <a:cubicBezTo>
                      <a:pt x="29" y="23"/>
                      <a:pt x="29" y="23"/>
                      <a:pt x="29" y="23"/>
                    </a:cubicBezTo>
                    <a:cubicBezTo>
                      <a:pt x="29" y="22"/>
                      <a:pt x="29" y="22"/>
                      <a:pt x="3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7" name="Freeform 216"/>
              <p:cNvSpPr>
                <a:spLocks/>
              </p:cNvSpPr>
              <p:nvPr/>
            </p:nvSpPr>
            <p:spPr bwMode="auto">
              <a:xfrm>
                <a:off x="-3289300" y="6083300"/>
                <a:ext cx="203200" cy="179388"/>
              </a:xfrm>
              <a:custGeom>
                <a:avLst/>
                <a:gdLst>
                  <a:gd name="T0" fmla="*/ 6 w 54"/>
                  <a:gd name="T1" fmla="*/ 5 h 48"/>
                  <a:gd name="T2" fmla="*/ 1 w 54"/>
                  <a:gd name="T3" fmla="*/ 15 h 48"/>
                  <a:gd name="T4" fmla="*/ 0 w 54"/>
                  <a:gd name="T5" fmla="*/ 18 h 48"/>
                  <a:gd name="T6" fmla="*/ 0 w 54"/>
                  <a:gd name="T7" fmla="*/ 18 h 48"/>
                  <a:gd name="T8" fmla="*/ 0 w 54"/>
                  <a:gd name="T9" fmla="*/ 21 h 48"/>
                  <a:gd name="T10" fmla="*/ 1 w 54"/>
                  <a:gd name="T11" fmla="*/ 23 h 48"/>
                  <a:gd name="T12" fmla="*/ 3 w 54"/>
                  <a:gd name="T13" fmla="*/ 32 h 48"/>
                  <a:gd name="T14" fmla="*/ 8 w 54"/>
                  <a:gd name="T15" fmla="*/ 42 h 48"/>
                  <a:gd name="T16" fmla="*/ 9 w 54"/>
                  <a:gd name="T17" fmla="*/ 43 h 48"/>
                  <a:gd name="T18" fmla="*/ 12 w 54"/>
                  <a:gd name="T19" fmla="*/ 46 h 48"/>
                  <a:gd name="T20" fmla="*/ 13 w 54"/>
                  <a:gd name="T21" fmla="*/ 47 h 48"/>
                  <a:gd name="T22" fmla="*/ 19 w 54"/>
                  <a:gd name="T23" fmla="*/ 48 h 48"/>
                  <a:gd name="T24" fmla="*/ 19 w 54"/>
                  <a:gd name="T25" fmla="*/ 48 h 48"/>
                  <a:gd name="T26" fmla="*/ 22 w 54"/>
                  <a:gd name="T27" fmla="*/ 47 h 48"/>
                  <a:gd name="T28" fmla="*/ 24 w 54"/>
                  <a:gd name="T29" fmla="*/ 46 h 48"/>
                  <a:gd name="T30" fmla="*/ 27 w 54"/>
                  <a:gd name="T31" fmla="*/ 46 h 48"/>
                  <a:gd name="T32" fmla="*/ 27 w 54"/>
                  <a:gd name="T33" fmla="*/ 46 h 48"/>
                  <a:gd name="T34" fmla="*/ 30 w 54"/>
                  <a:gd name="T35" fmla="*/ 46 h 48"/>
                  <a:gd name="T36" fmla="*/ 32 w 54"/>
                  <a:gd name="T37" fmla="*/ 47 h 48"/>
                  <a:gd name="T38" fmla="*/ 35 w 54"/>
                  <a:gd name="T39" fmla="*/ 48 h 48"/>
                  <a:gd name="T40" fmla="*/ 35 w 54"/>
                  <a:gd name="T41" fmla="*/ 48 h 48"/>
                  <a:gd name="T42" fmla="*/ 41 w 54"/>
                  <a:gd name="T43" fmla="*/ 47 h 48"/>
                  <a:gd name="T44" fmla="*/ 42 w 54"/>
                  <a:gd name="T45" fmla="*/ 46 h 48"/>
                  <a:gd name="T46" fmla="*/ 45 w 54"/>
                  <a:gd name="T47" fmla="*/ 43 h 48"/>
                  <a:gd name="T48" fmla="*/ 46 w 54"/>
                  <a:gd name="T49" fmla="*/ 42 h 48"/>
                  <a:gd name="T50" fmla="*/ 51 w 54"/>
                  <a:gd name="T51" fmla="*/ 32 h 48"/>
                  <a:gd name="T52" fmla="*/ 53 w 54"/>
                  <a:gd name="T53" fmla="*/ 23 h 48"/>
                  <a:gd name="T54" fmla="*/ 54 w 54"/>
                  <a:gd name="T55" fmla="*/ 21 h 48"/>
                  <a:gd name="T56" fmla="*/ 54 w 54"/>
                  <a:gd name="T57" fmla="*/ 18 h 48"/>
                  <a:gd name="T58" fmla="*/ 54 w 54"/>
                  <a:gd name="T59" fmla="*/ 18 h 48"/>
                  <a:gd name="T60" fmla="*/ 53 w 54"/>
                  <a:gd name="T61" fmla="*/ 15 h 48"/>
                  <a:gd name="T62" fmla="*/ 48 w 54"/>
                  <a:gd name="T63" fmla="*/ 5 h 48"/>
                  <a:gd name="T64" fmla="*/ 47 w 54"/>
                  <a:gd name="T65" fmla="*/ 4 h 48"/>
                  <a:gd name="T66" fmla="*/ 40 w 54"/>
                  <a:gd name="T67" fmla="*/ 1 h 48"/>
                  <a:gd name="T68" fmla="*/ 31 w 54"/>
                  <a:gd name="T69" fmla="*/ 2 h 48"/>
                  <a:gd name="T70" fmla="*/ 27 w 54"/>
                  <a:gd name="T71" fmla="*/ 4 h 48"/>
                  <a:gd name="T72" fmla="*/ 23 w 54"/>
                  <a:gd name="T73" fmla="*/ 2 h 48"/>
                  <a:gd name="T74" fmla="*/ 14 w 54"/>
                  <a:gd name="T75" fmla="*/ 1 h 48"/>
                  <a:gd name="T76" fmla="*/ 7 w 54"/>
                  <a:gd name="T77" fmla="*/ 4 h 48"/>
                  <a:gd name="T78" fmla="*/ 6 w 54"/>
                  <a:gd name="T79" fmla="*/ 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48">
                    <a:moveTo>
                      <a:pt x="6" y="5"/>
                    </a:moveTo>
                    <a:cubicBezTo>
                      <a:pt x="3" y="8"/>
                      <a:pt x="1" y="11"/>
                      <a:pt x="1" y="15"/>
                    </a:cubicBezTo>
                    <a:cubicBezTo>
                      <a:pt x="1" y="16"/>
                      <a:pt x="1" y="17"/>
                      <a:pt x="0" y="18"/>
                    </a:cubicBezTo>
                    <a:cubicBezTo>
                      <a:pt x="0" y="18"/>
                      <a:pt x="0" y="18"/>
                      <a:pt x="0" y="18"/>
                    </a:cubicBezTo>
                    <a:cubicBezTo>
                      <a:pt x="0" y="19"/>
                      <a:pt x="0" y="20"/>
                      <a:pt x="0" y="21"/>
                    </a:cubicBezTo>
                    <a:cubicBezTo>
                      <a:pt x="0" y="22"/>
                      <a:pt x="1" y="22"/>
                      <a:pt x="1" y="23"/>
                    </a:cubicBezTo>
                    <a:cubicBezTo>
                      <a:pt x="1" y="26"/>
                      <a:pt x="2" y="29"/>
                      <a:pt x="3" y="32"/>
                    </a:cubicBezTo>
                    <a:cubicBezTo>
                      <a:pt x="4" y="35"/>
                      <a:pt x="6" y="39"/>
                      <a:pt x="8" y="42"/>
                    </a:cubicBezTo>
                    <a:cubicBezTo>
                      <a:pt x="8" y="42"/>
                      <a:pt x="9" y="42"/>
                      <a:pt x="9" y="43"/>
                    </a:cubicBezTo>
                    <a:cubicBezTo>
                      <a:pt x="10" y="44"/>
                      <a:pt x="11" y="45"/>
                      <a:pt x="12" y="46"/>
                    </a:cubicBezTo>
                    <a:cubicBezTo>
                      <a:pt x="12" y="47"/>
                      <a:pt x="13" y="47"/>
                      <a:pt x="13" y="47"/>
                    </a:cubicBezTo>
                    <a:cubicBezTo>
                      <a:pt x="15" y="48"/>
                      <a:pt x="17" y="48"/>
                      <a:pt x="19" y="48"/>
                    </a:cubicBezTo>
                    <a:cubicBezTo>
                      <a:pt x="19" y="48"/>
                      <a:pt x="19" y="48"/>
                      <a:pt x="19" y="48"/>
                    </a:cubicBezTo>
                    <a:cubicBezTo>
                      <a:pt x="20" y="47"/>
                      <a:pt x="21" y="47"/>
                      <a:pt x="22" y="47"/>
                    </a:cubicBezTo>
                    <a:cubicBezTo>
                      <a:pt x="22" y="47"/>
                      <a:pt x="23" y="46"/>
                      <a:pt x="24" y="46"/>
                    </a:cubicBezTo>
                    <a:cubicBezTo>
                      <a:pt x="25" y="46"/>
                      <a:pt x="27" y="46"/>
                      <a:pt x="27" y="46"/>
                    </a:cubicBezTo>
                    <a:cubicBezTo>
                      <a:pt x="27" y="46"/>
                      <a:pt x="27" y="46"/>
                      <a:pt x="27" y="46"/>
                    </a:cubicBezTo>
                    <a:cubicBezTo>
                      <a:pt x="28" y="46"/>
                      <a:pt x="29" y="46"/>
                      <a:pt x="30" y="46"/>
                    </a:cubicBezTo>
                    <a:cubicBezTo>
                      <a:pt x="31" y="46"/>
                      <a:pt x="32" y="47"/>
                      <a:pt x="32" y="47"/>
                    </a:cubicBezTo>
                    <a:cubicBezTo>
                      <a:pt x="33" y="47"/>
                      <a:pt x="34" y="47"/>
                      <a:pt x="35" y="48"/>
                    </a:cubicBezTo>
                    <a:cubicBezTo>
                      <a:pt x="35" y="48"/>
                      <a:pt x="35" y="48"/>
                      <a:pt x="35" y="48"/>
                    </a:cubicBezTo>
                    <a:cubicBezTo>
                      <a:pt x="37" y="48"/>
                      <a:pt x="39" y="48"/>
                      <a:pt x="41" y="47"/>
                    </a:cubicBezTo>
                    <a:cubicBezTo>
                      <a:pt x="41" y="47"/>
                      <a:pt x="42" y="47"/>
                      <a:pt x="42" y="46"/>
                    </a:cubicBezTo>
                    <a:cubicBezTo>
                      <a:pt x="43" y="45"/>
                      <a:pt x="44" y="44"/>
                      <a:pt x="45" y="43"/>
                    </a:cubicBezTo>
                    <a:cubicBezTo>
                      <a:pt x="46" y="42"/>
                      <a:pt x="46" y="42"/>
                      <a:pt x="46" y="42"/>
                    </a:cubicBezTo>
                    <a:cubicBezTo>
                      <a:pt x="48" y="39"/>
                      <a:pt x="50" y="35"/>
                      <a:pt x="51" y="32"/>
                    </a:cubicBezTo>
                    <a:cubicBezTo>
                      <a:pt x="52" y="29"/>
                      <a:pt x="53" y="26"/>
                      <a:pt x="53" y="23"/>
                    </a:cubicBezTo>
                    <a:cubicBezTo>
                      <a:pt x="54" y="22"/>
                      <a:pt x="54" y="22"/>
                      <a:pt x="54" y="21"/>
                    </a:cubicBezTo>
                    <a:cubicBezTo>
                      <a:pt x="54" y="20"/>
                      <a:pt x="54" y="19"/>
                      <a:pt x="54" y="18"/>
                    </a:cubicBezTo>
                    <a:cubicBezTo>
                      <a:pt x="54" y="18"/>
                      <a:pt x="54" y="18"/>
                      <a:pt x="54" y="18"/>
                    </a:cubicBezTo>
                    <a:cubicBezTo>
                      <a:pt x="53" y="17"/>
                      <a:pt x="53" y="16"/>
                      <a:pt x="53" y="15"/>
                    </a:cubicBezTo>
                    <a:cubicBezTo>
                      <a:pt x="53" y="11"/>
                      <a:pt x="51" y="8"/>
                      <a:pt x="48" y="5"/>
                    </a:cubicBezTo>
                    <a:cubicBezTo>
                      <a:pt x="48" y="5"/>
                      <a:pt x="47" y="4"/>
                      <a:pt x="47" y="4"/>
                    </a:cubicBezTo>
                    <a:cubicBezTo>
                      <a:pt x="45" y="2"/>
                      <a:pt x="42" y="1"/>
                      <a:pt x="40" y="1"/>
                    </a:cubicBezTo>
                    <a:cubicBezTo>
                      <a:pt x="37" y="0"/>
                      <a:pt x="34" y="1"/>
                      <a:pt x="31" y="2"/>
                    </a:cubicBezTo>
                    <a:cubicBezTo>
                      <a:pt x="30" y="3"/>
                      <a:pt x="27" y="4"/>
                      <a:pt x="27" y="4"/>
                    </a:cubicBezTo>
                    <a:cubicBezTo>
                      <a:pt x="27" y="4"/>
                      <a:pt x="24" y="3"/>
                      <a:pt x="23" y="2"/>
                    </a:cubicBezTo>
                    <a:cubicBezTo>
                      <a:pt x="20" y="1"/>
                      <a:pt x="17" y="0"/>
                      <a:pt x="14" y="1"/>
                    </a:cubicBezTo>
                    <a:cubicBezTo>
                      <a:pt x="12" y="1"/>
                      <a:pt x="9" y="2"/>
                      <a:pt x="7" y="4"/>
                    </a:cubicBezTo>
                    <a:cubicBezTo>
                      <a:pt x="7" y="4"/>
                      <a:pt x="6" y="5"/>
                      <a:pt x="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8" name="Freeform 217"/>
              <p:cNvSpPr>
                <a:spLocks/>
              </p:cNvSpPr>
              <p:nvPr/>
            </p:nvSpPr>
            <p:spPr bwMode="auto">
              <a:xfrm>
                <a:off x="-3236913" y="6029325"/>
                <a:ext cx="49213" cy="53975"/>
              </a:xfrm>
              <a:custGeom>
                <a:avLst/>
                <a:gdLst>
                  <a:gd name="T0" fmla="*/ 4 w 13"/>
                  <a:gd name="T1" fmla="*/ 10 h 14"/>
                  <a:gd name="T2" fmla="*/ 10 w 13"/>
                  <a:gd name="T3" fmla="*/ 14 h 14"/>
                  <a:gd name="T4" fmla="*/ 13 w 13"/>
                  <a:gd name="T5" fmla="*/ 14 h 14"/>
                  <a:gd name="T6" fmla="*/ 13 w 13"/>
                  <a:gd name="T7" fmla="*/ 14 h 14"/>
                  <a:gd name="T8" fmla="*/ 10 w 13"/>
                  <a:gd name="T9" fmla="*/ 5 h 14"/>
                  <a:gd name="T10" fmla="*/ 1 w 13"/>
                  <a:gd name="T11" fmla="*/ 0 h 14"/>
                  <a:gd name="T12" fmla="*/ 1 w 13"/>
                  <a:gd name="T13" fmla="*/ 0 h 14"/>
                  <a:gd name="T14" fmla="*/ 0 w 13"/>
                  <a:gd name="T15" fmla="*/ 0 h 14"/>
                  <a:gd name="T16" fmla="*/ 1 w 13"/>
                  <a:gd name="T17" fmla="*/ 3 h 14"/>
                  <a:gd name="T18" fmla="*/ 4 w 13"/>
                  <a:gd name="T1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4">
                    <a:moveTo>
                      <a:pt x="4" y="10"/>
                    </a:moveTo>
                    <a:cubicBezTo>
                      <a:pt x="6" y="12"/>
                      <a:pt x="7" y="13"/>
                      <a:pt x="10" y="14"/>
                    </a:cubicBezTo>
                    <a:cubicBezTo>
                      <a:pt x="11" y="14"/>
                      <a:pt x="12" y="14"/>
                      <a:pt x="13" y="14"/>
                    </a:cubicBezTo>
                    <a:cubicBezTo>
                      <a:pt x="13" y="14"/>
                      <a:pt x="13" y="14"/>
                      <a:pt x="13" y="14"/>
                    </a:cubicBezTo>
                    <a:cubicBezTo>
                      <a:pt x="13" y="11"/>
                      <a:pt x="12" y="8"/>
                      <a:pt x="10" y="5"/>
                    </a:cubicBezTo>
                    <a:cubicBezTo>
                      <a:pt x="8" y="2"/>
                      <a:pt x="5" y="1"/>
                      <a:pt x="1" y="0"/>
                    </a:cubicBezTo>
                    <a:cubicBezTo>
                      <a:pt x="1" y="0"/>
                      <a:pt x="1" y="0"/>
                      <a:pt x="1" y="0"/>
                    </a:cubicBezTo>
                    <a:cubicBezTo>
                      <a:pt x="1" y="0"/>
                      <a:pt x="1" y="0"/>
                      <a:pt x="0" y="0"/>
                    </a:cubicBezTo>
                    <a:cubicBezTo>
                      <a:pt x="0" y="1"/>
                      <a:pt x="0" y="2"/>
                      <a:pt x="1" y="3"/>
                    </a:cubicBezTo>
                    <a:cubicBezTo>
                      <a:pt x="1" y="6"/>
                      <a:pt x="2"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89" name="Rectangle 218"/>
              <p:cNvSpPr>
                <a:spLocks noChangeArrowheads="1"/>
              </p:cNvSpPr>
              <p:nvPr/>
            </p:nvSpPr>
            <p:spPr bwMode="auto">
              <a:xfrm>
                <a:off x="-5945188" y="2657475"/>
                <a:ext cx="41275"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0" name="Freeform 219"/>
              <p:cNvSpPr>
                <a:spLocks noEditPoints="1"/>
              </p:cNvSpPr>
              <p:nvPr/>
            </p:nvSpPr>
            <p:spPr bwMode="auto">
              <a:xfrm>
                <a:off x="-6099175" y="2684462"/>
                <a:ext cx="222250" cy="157163"/>
              </a:xfrm>
              <a:custGeom>
                <a:avLst/>
                <a:gdLst>
                  <a:gd name="T0" fmla="*/ 30 w 59"/>
                  <a:gd name="T1" fmla="*/ 42 h 42"/>
                  <a:gd name="T2" fmla="*/ 59 w 59"/>
                  <a:gd name="T3" fmla="*/ 42 h 42"/>
                  <a:gd name="T4" fmla="*/ 59 w 59"/>
                  <a:gd name="T5" fmla="*/ 0 h 42"/>
                  <a:gd name="T6" fmla="*/ 30 w 59"/>
                  <a:gd name="T7" fmla="*/ 0 h 42"/>
                  <a:gd name="T8" fmla="*/ 30 w 59"/>
                  <a:gd name="T9" fmla="*/ 4 h 42"/>
                  <a:gd name="T10" fmla="*/ 46 w 59"/>
                  <a:gd name="T11" fmla="*/ 21 h 42"/>
                  <a:gd name="T12" fmla="*/ 30 w 59"/>
                  <a:gd name="T13" fmla="*/ 37 h 42"/>
                  <a:gd name="T14" fmla="*/ 30 w 59"/>
                  <a:gd name="T15" fmla="*/ 42 h 42"/>
                  <a:gd name="T16" fmla="*/ 0 w 59"/>
                  <a:gd name="T17" fmla="*/ 42 h 42"/>
                  <a:gd name="T18" fmla="*/ 30 w 59"/>
                  <a:gd name="T19" fmla="*/ 42 h 42"/>
                  <a:gd name="T20" fmla="*/ 30 w 59"/>
                  <a:gd name="T21" fmla="*/ 37 h 42"/>
                  <a:gd name="T22" fmla="*/ 30 w 59"/>
                  <a:gd name="T23" fmla="*/ 37 h 42"/>
                  <a:gd name="T24" fmla="*/ 13 w 59"/>
                  <a:gd name="T25" fmla="*/ 21 h 42"/>
                  <a:gd name="T26" fmla="*/ 30 w 59"/>
                  <a:gd name="T27" fmla="*/ 4 h 42"/>
                  <a:gd name="T28" fmla="*/ 30 w 59"/>
                  <a:gd name="T29" fmla="*/ 4 h 42"/>
                  <a:gd name="T30" fmla="*/ 30 w 59"/>
                  <a:gd name="T31" fmla="*/ 4 h 42"/>
                  <a:gd name="T32" fmla="*/ 30 w 59"/>
                  <a:gd name="T33" fmla="*/ 0 h 42"/>
                  <a:gd name="T34" fmla="*/ 0 w 59"/>
                  <a:gd name="T35" fmla="*/ 0 h 42"/>
                  <a:gd name="T36" fmla="*/ 0 w 59"/>
                  <a:gd name="T3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42">
                    <a:moveTo>
                      <a:pt x="30" y="42"/>
                    </a:moveTo>
                    <a:cubicBezTo>
                      <a:pt x="59" y="42"/>
                      <a:pt x="59" y="42"/>
                      <a:pt x="59" y="42"/>
                    </a:cubicBezTo>
                    <a:cubicBezTo>
                      <a:pt x="59" y="0"/>
                      <a:pt x="59" y="0"/>
                      <a:pt x="59" y="0"/>
                    </a:cubicBezTo>
                    <a:cubicBezTo>
                      <a:pt x="30" y="0"/>
                      <a:pt x="30" y="0"/>
                      <a:pt x="30" y="0"/>
                    </a:cubicBezTo>
                    <a:cubicBezTo>
                      <a:pt x="30" y="4"/>
                      <a:pt x="30" y="4"/>
                      <a:pt x="30" y="4"/>
                    </a:cubicBezTo>
                    <a:cubicBezTo>
                      <a:pt x="39" y="4"/>
                      <a:pt x="46" y="12"/>
                      <a:pt x="46" y="21"/>
                    </a:cubicBezTo>
                    <a:cubicBezTo>
                      <a:pt x="46" y="30"/>
                      <a:pt x="39" y="37"/>
                      <a:pt x="30" y="37"/>
                    </a:cubicBezTo>
                    <a:lnTo>
                      <a:pt x="30" y="42"/>
                    </a:lnTo>
                    <a:close/>
                    <a:moveTo>
                      <a:pt x="0" y="42"/>
                    </a:moveTo>
                    <a:cubicBezTo>
                      <a:pt x="30" y="42"/>
                      <a:pt x="30" y="42"/>
                      <a:pt x="30" y="42"/>
                    </a:cubicBezTo>
                    <a:cubicBezTo>
                      <a:pt x="30" y="37"/>
                      <a:pt x="30" y="37"/>
                      <a:pt x="30" y="37"/>
                    </a:cubicBezTo>
                    <a:cubicBezTo>
                      <a:pt x="30" y="37"/>
                      <a:pt x="30" y="37"/>
                      <a:pt x="30" y="37"/>
                    </a:cubicBezTo>
                    <a:cubicBezTo>
                      <a:pt x="21" y="37"/>
                      <a:pt x="13" y="30"/>
                      <a:pt x="13" y="21"/>
                    </a:cubicBezTo>
                    <a:cubicBezTo>
                      <a:pt x="13" y="12"/>
                      <a:pt x="21" y="4"/>
                      <a:pt x="30" y="4"/>
                    </a:cubicBezTo>
                    <a:cubicBezTo>
                      <a:pt x="30" y="4"/>
                      <a:pt x="30" y="4"/>
                      <a:pt x="30" y="4"/>
                    </a:cubicBezTo>
                    <a:cubicBezTo>
                      <a:pt x="30" y="4"/>
                      <a:pt x="30" y="4"/>
                      <a:pt x="30" y="4"/>
                    </a:cubicBezTo>
                    <a:cubicBezTo>
                      <a:pt x="30" y="0"/>
                      <a:pt x="30" y="0"/>
                      <a:pt x="30" y="0"/>
                    </a:cubicBezTo>
                    <a:cubicBezTo>
                      <a:pt x="0" y="0"/>
                      <a:pt x="0" y="0"/>
                      <a:pt x="0" y="0"/>
                    </a:cubicBez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1" name="Oval 220"/>
              <p:cNvSpPr>
                <a:spLocks noChangeArrowheads="1"/>
              </p:cNvSpPr>
              <p:nvPr/>
            </p:nvSpPr>
            <p:spPr bwMode="auto">
              <a:xfrm>
                <a:off x="-6027738" y="2722562"/>
                <a:ext cx="82550"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2" name="Freeform 221"/>
              <p:cNvSpPr>
                <a:spLocks noEditPoints="1"/>
              </p:cNvSpPr>
              <p:nvPr/>
            </p:nvSpPr>
            <p:spPr bwMode="auto">
              <a:xfrm>
                <a:off x="-3995738" y="285750"/>
                <a:ext cx="192088" cy="190500"/>
              </a:xfrm>
              <a:custGeom>
                <a:avLst/>
                <a:gdLst>
                  <a:gd name="T0" fmla="*/ 26 w 51"/>
                  <a:gd name="T1" fmla="*/ 51 h 51"/>
                  <a:gd name="T2" fmla="*/ 51 w 51"/>
                  <a:gd name="T3" fmla="*/ 25 h 51"/>
                  <a:gd name="T4" fmla="*/ 26 w 51"/>
                  <a:gd name="T5" fmla="*/ 0 h 51"/>
                  <a:gd name="T6" fmla="*/ 26 w 51"/>
                  <a:gd name="T7" fmla="*/ 18 h 51"/>
                  <a:gd name="T8" fmla="*/ 33 w 51"/>
                  <a:gd name="T9" fmla="*/ 25 h 51"/>
                  <a:gd name="T10" fmla="*/ 26 w 51"/>
                  <a:gd name="T11" fmla="*/ 33 h 51"/>
                  <a:gd name="T12" fmla="*/ 26 w 51"/>
                  <a:gd name="T13" fmla="*/ 51 h 51"/>
                  <a:gd name="T14" fmla="*/ 26 w 51"/>
                  <a:gd name="T15" fmla="*/ 33 h 51"/>
                  <a:gd name="T16" fmla="*/ 26 w 51"/>
                  <a:gd name="T17" fmla="*/ 33 h 51"/>
                  <a:gd name="T18" fmla="*/ 26 w 51"/>
                  <a:gd name="T19" fmla="*/ 0 h 51"/>
                  <a:gd name="T20" fmla="*/ 0 w 51"/>
                  <a:gd name="T21" fmla="*/ 25 h 51"/>
                  <a:gd name="T22" fmla="*/ 26 w 51"/>
                  <a:gd name="T23" fmla="*/ 51 h 51"/>
                  <a:gd name="T24" fmla="*/ 26 w 51"/>
                  <a:gd name="T25" fmla="*/ 33 h 51"/>
                  <a:gd name="T26" fmla="*/ 26 w 51"/>
                  <a:gd name="T27" fmla="*/ 33 h 51"/>
                  <a:gd name="T28" fmla="*/ 18 w 51"/>
                  <a:gd name="T29" fmla="*/ 25 h 51"/>
                  <a:gd name="T30" fmla="*/ 26 w 51"/>
                  <a:gd name="T31" fmla="*/ 18 h 51"/>
                  <a:gd name="T32" fmla="*/ 26 w 51"/>
                  <a:gd name="T3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51">
                    <a:moveTo>
                      <a:pt x="26" y="51"/>
                    </a:moveTo>
                    <a:cubicBezTo>
                      <a:pt x="40" y="51"/>
                      <a:pt x="51" y="40"/>
                      <a:pt x="51" y="25"/>
                    </a:cubicBezTo>
                    <a:cubicBezTo>
                      <a:pt x="51" y="11"/>
                      <a:pt x="40" y="0"/>
                      <a:pt x="26" y="0"/>
                    </a:cubicBezTo>
                    <a:cubicBezTo>
                      <a:pt x="26" y="18"/>
                      <a:pt x="26" y="18"/>
                      <a:pt x="26" y="18"/>
                    </a:cubicBezTo>
                    <a:cubicBezTo>
                      <a:pt x="30" y="18"/>
                      <a:pt x="33" y="21"/>
                      <a:pt x="33" y="25"/>
                    </a:cubicBezTo>
                    <a:cubicBezTo>
                      <a:pt x="33" y="30"/>
                      <a:pt x="30" y="33"/>
                      <a:pt x="26" y="33"/>
                    </a:cubicBezTo>
                    <a:cubicBezTo>
                      <a:pt x="26" y="51"/>
                      <a:pt x="26" y="51"/>
                      <a:pt x="26" y="51"/>
                    </a:cubicBezTo>
                    <a:close/>
                    <a:moveTo>
                      <a:pt x="26" y="33"/>
                    </a:moveTo>
                    <a:cubicBezTo>
                      <a:pt x="26" y="33"/>
                      <a:pt x="26" y="33"/>
                      <a:pt x="26" y="33"/>
                    </a:cubicBezTo>
                    <a:moveTo>
                      <a:pt x="26" y="0"/>
                    </a:moveTo>
                    <a:cubicBezTo>
                      <a:pt x="11" y="0"/>
                      <a:pt x="0" y="11"/>
                      <a:pt x="0" y="25"/>
                    </a:cubicBezTo>
                    <a:cubicBezTo>
                      <a:pt x="0" y="40"/>
                      <a:pt x="11" y="51"/>
                      <a:pt x="26" y="51"/>
                    </a:cubicBezTo>
                    <a:cubicBezTo>
                      <a:pt x="26" y="33"/>
                      <a:pt x="26" y="33"/>
                      <a:pt x="26" y="33"/>
                    </a:cubicBezTo>
                    <a:cubicBezTo>
                      <a:pt x="26" y="33"/>
                      <a:pt x="26" y="33"/>
                      <a:pt x="26" y="33"/>
                    </a:cubicBezTo>
                    <a:cubicBezTo>
                      <a:pt x="22" y="33"/>
                      <a:pt x="18" y="30"/>
                      <a:pt x="18" y="25"/>
                    </a:cubicBezTo>
                    <a:cubicBezTo>
                      <a:pt x="18" y="21"/>
                      <a:pt x="22" y="18"/>
                      <a:pt x="26" y="18"/>
                    </a:cubicBez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3" name="Freeform 222"/>
              <p:cNvSpPr>
                <a:spLocks noEditPoints="1"/>
              </p:cNvSpPr>
              <p:nvPr/>
            </p:nvSpPr>
            <p:spPr bwMode="auto">
              <a:xfrm>
                <a:off x="-3919538" y="355600"/>
                <a:ext cx="44450" cy="46038"/>
              </a:xfrm>
              <a:custGeom>
                <a:avLst/>
                <a:gdLst>
                  <a:gd name="T0" fmla="*/ 6 w 12"/>
                  <a:gd name="T1" fmla="*/ 12 h 12"/>
                  <a:gd name="T2" fmla="*/ 12 w 12"/>
                  <a:gd name="T3" fmla="*/ 6 h 12"/>
                  <a:gd name="T4" fmla="*/ 6 w 12"/>
                  <a:gd name="T5" fmla="*/ 0 h 12"/>
                  <a:gd name="T6" fmla="*/ 6 w 12"/>
                  <a:gd name="T7" fmla="*/ 2 h 12"/>
                  <a:gd name="T8" fmla="*/ 10 w 12"/>
                  <a:gd name="T9" fmla="*/ 6 h 12"/>
                  <a:gd name="T10" fmla="*/ 6 w 12"/>
                  <a:gd name="T11" fmla="*/ 11 h 12"/>
                  <a:gd name="T12" fmla="*/ 6 w 12"/>
                  <a:gd name="T13" fmla="*/ 12 h 12"/>
                  <a:gd name="T14" fmla="*/ 6 w 12"/>
                  <a:gd name="T15" fmla="*/ 0 h 12"/>
                  <a:gd name="T16" fmla="*/ 0 w 12"/>
                  <a:gd name="T17" fmla="*/ 6 h 12"/>
                  <a:gd name="T18" fmla="*/ 6 w 12"/>
                  <a:gd name="T19" fmla="*/ 12 h 12"/>
                  <a:gd name="T20" fmla="*/ 6 w 12"/>
                  <a:gd name="T21" fmla="*/ 12 h 12"/>
                  <a:gd name="T22" fmla="*/ 6 w 12"/>
                  <a:gd name="T23" fmla="*/ 11 h 12"/>
                  <a:gd name="T24" fmla="*/ 6 w 12"/>
                  <a:gd name="T25" fmla="*/ 11 h 12"/>
                  <a:gd name="T26" fmla="*/ 6 w 12"/>
                  <a:gd name="T27" fmla="*/ 11 h 12"/>
                  <a:gd name="T28" fmla="*/ 1 w 12"/>
                  <a:gd name="T29" fmla="*/ 6 h 12"/>
                  <a:gd name="T30" fmla="*/ 6 w 12"/>
                  <a:gd name="T31" fmla="*/ 2 h 12"/>
                  <a:gd name="T32" fmla="*/ 6 w 12"/>
                  <a:gd name="T33" fmla="*/ 2 h 12"/>
                  <a:gd name="T34" fmla="*/ 6 w 12"/>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2">
                    <a:moveTo>
                      <a:pt x="6" y="12"/>
                    </a:moveTo>
                    <a:cubicBezTo>
                      <a:pt x="9" y="12"/>
                      <a:pt x="12" y="10"/>
                      <a:pt x="12" y="6"/>
                    </a:cubicBezTo>
                    <a:cubicBezTo>
                      <a:pt x="12" y="3"/>
                      <a:pt x="9" y="0"/>
                      <a:pt x="6" y="0"/>
                    </a:cubicBezTo>
                    <a:cubicBezTo>
                      <a:pt x="6" y="2"/>
                      <a:pt x="6" y="2"/>
                      <a:pt x="6" y="2"/>
                    </a:cubicBezTo>
                    <a:cubicBezTo>
                      <a:pt x="8" y="2"/>
                      <a:pt x="10" y="4"/>
                      <a:pt x="10" y="6"/>
                    </a:cubicBezTo>
                    <a:cubicBezTo>
                      <a:pt x="10" y="9"/>
                      <a:pt x="8" y="11"/>
                      <a:pt x="6" y="11"/>
                    </a:cubicBezTo>
                    <a:lnTo>
                      <a:pt x="6" y="12"/>
                    </a:lnTo>
                    <a:close/>
                    <a:moveTo>
                      <a:pt x="6" y="0"/>
                    </a:moveTo>
                    <a:cubicBezTo>
                      <a:pt x="2" y="0"/>
                      <a:pt x="0" y="3"/>
                      <a:pt x="0" y="6"/>
                    </a:cubicBezTo>
                    <a:cubicBezTo>
                      <a:pt x="0" y="10"/>
                      <a:pt x="2" y="12"/>
                      <a:pt x="6" y="12"/>
                    </a:cubicBezTo>
                    <a:cubicBezTo>
                      <a:pt x="6" y="12"/>
                      <a:pt x="6" y="12"/>
                      <a:pt x="6" y="12"/>
                    </a:cubicBezTo>
                    <a:cubicBezTo>
                      <a:pt x="6" y="11"/>
                      <a:pt x="6" y="11"/>
                      <a:pt x="6" y="11"/>
                    </a:cubicBezTo>
                    <a:cubicBezTo>
                      <a:pt x="6" y="11"/>
                      <a:pt x="6" y="11"/>
                      <a:pt x="6" y="11"/>
                    </a:cubicBezTo>
                    <a:cubicBezTo>
                      <a:pt x="6" y="11"/>
                      <a:pt x="6" y="11"/>
                      <a:pt x="6" y="11"/>
                    </a:cubicBezTo>
                    <a:cubicBezTo>
                      <a:pt x="3" y="11"/>
                      <a:pt x="1" y="9"/>
                      <a:pt x="1" y="6"/>
                    </a:cubicBezTo>
                    <a:cubicBezTo>
                      <a:pt x="1" y="4"/>
                      <a:pt x="3" y="2"/>
                      <a:pt x="6" y="2"/>
                    </a:cubicBezTo>
                    <a:cubicBezTo>
                      <a:pt x="6" y="2"/>
                      <a:pt x="6" y="2"/>
                      <a:pt x="6" y="2"/>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4" name="Freeform 223"/>
              <p:cNvSpPr>
                <a:spLocks/>
              </p:cNvSpPr>
              <p:nvPr/>
            </p:nvSpPr>
            <p:spPr bwMode="auto">
              <a:xfrm>
                <a:off x="-2852738" y="4775200"/>
                <a:ext cx="209550" cy="222250"/>
              </a:xfrm>
              <a:custGeom>
                <a:avLst/>
                <a:gdLst>
                  <a:gd name="T0" fmla="*/ 46 w 56"/>
                  <a:gd name="T1" fmla="*/ 41 h 59"/>
                  <a:gd name="T2" fmla="*/ 50 w 56"/>
                  <a:gd name="T3" fmla="*/ 39 h 59"/>
                  <a:gd name="T4" fmla="*/ 55 w 56"/>
                  <a:gd name="T5" fmla="*/ 37 h 59"/>
                  <a:gd name="T6" fmla="*/ 55 w 56"/>
                  <a:gd name="T7" fmla="*/ 30 h 59"/>
                  <a:gd name="T8" fmla="*/ 54 w 56"/>
                  <a:gd name="T9" fmla="*/ 17 h 59"/>
                  <a:gd name="T10" fmla="*/ 42 w 56"/>
                  <a:gd name="T11" fmla="*/ 28 h 59"/>
                  <a:gd name="T12" fmla="*/ 37 w 56"/>
                  <a:gd name="T13" fmla="*/ 32 h 59"/>
                  <a:gd name="T14" fmla="*/ 37 w 56"/>
                  <a:gd name="T15" fmla="*/ 28 h 59"/>
                  <a:gd name="T16" fmla="*/ 42 w 56"/>
                  <a:gd name="T17" fmla="*/ 20 h 59"/>
                  <a:gd name="T18" fmla="*/ 38 w 56"/>
                  <a:gd name="T19" fmla="*/ 12 h 59"/>
                  <a:gd name="T20" fmla="*/ 28 w 56"/>
                  <a:gd name="T21" fmla="*/ 0 h 59"/>
                  <a:gd name="T22" fmla="*/ 28 w 56"/>
                  <a:gd name="T23" fmla="*/ 0 h 59"/>
                  <a:gd name="T24" fmla="*/ 28 w 56"/>
                  <a:gd name="T25" fmla="*/ 0 h 59"/>
                  <a:gd name="T26" fmla="*/ 28 w 56"/>
                  <a:gd name="T27" fmla="*/ 0 h 59"/>
                  <a:gd name="T28" fmla="*/ 28 w 56"/>
                  <a:gd name="T29" fmla="*/ 0 h 59"/>
                  <a:gd name="T30" fmla="*/ 18 w 56"/>
                  <a:gd name="T31" fmla="*/ 12 h 59"/>
                  <a:gd name="T32" fmla="*/ 14 w 56"/>
                  <a:gd name="T33" fmla="*/ 20 h 59"/>
                  <a:gd name="T34" fmla="*/ 18 w 56"/>
                  <a:gd name="T35" fmla="*/ 28 h 59"/>
                  <a:gd name="T36" fmla="*/ 19 w 56"/>
                  <a:gd name="T37" fmla="*/ 32 h 59"/>
                  <a:gd name="T38" fmla="*/ 14 w 56"/>
                  <a:gd name="T39" fmla="*/ 28 h 59"/>
                  <a:gd name="T40" fmla="*/ 2 w 56"/>
                  <a:gd name="T41" fmla="*/ 17 h 59"/>
                  <a:gd name="T42" fmla="*/ 1 w 56"/>
                  <a:gd name="T43" fmla="*/ 30 h 59"/>
                  <a:gd name="T44" fmla="*/ 1 w 56"/>
                  <a:gd name="T45" fmla="*/ 37 h 59"/>
                  <a:gd name="T46" fmla="*/ 6 w 56"/>
                  <a:gd name="T47" fmla="*/ 39 h 59"/>
                  <a:gd name="T48" fmla="*/ 10 w 56"/>
                  <a:gd name="T49" fmla="*/ 41 h 59"/>
                  <a:gd name="T50" fmla="*/ 9 w 56"/>
                  <a:gd name="T51" fmla="*/ 44 h 59"/>
                  <a:gd name="T52" fmla="*/ 1 w 56"/>
                  <a:gd name="T53" fmla="*/ 41 h 59"/>
                  <a:gd name="T54" fmla="*/ 13 w 56"/>
                  <a:gd name="T55" fmla="*/ 58 h 59"/>
                  <a:gd name="T56" fmla="*/ 19 w 56"/>
                  <a:gd name="T57" fmla="*/ 57 h 59"/>
                  <a:gd name="T58" fmla="*/ 25 w 56"/>
                  <a:gd name="T59" fmla="*/ 53 h 59"/>
                  <a:gd name="T60" fmla="*/ 27 w 56"/>
                  <a:gd name="T61" fmla="*/ 53 h 59"/>
                  <a:gd name="T62" fmla="*/ 27 w 56"/>
                  <a:gd name="T63" fmla="*/ 50 h 59"/>
                  <a:gd name="T64" fmla="*/ 28 w 56"/>
                  <a:gd name="T65" fmla="*/ 26 h 59"/>
                  <a:gd name="T66" fmla="*/ 29 w 56"/>
                  <a:gd name="T67" fmla="*/ 50 h 59"/>
                  <a:gd name="T68" fmla="*/ 29 w 56"/>
                  <a:gd name="T69" fmla="*/ 53 h 59"/>
                  <a:gd name="T70" fmla="*/ 31 w 56"/>
                  <a:gd name="T71" fmla="*/ 53 h 59"/>
                  <a:gd name="T72" fmla="*/ 37 w 56"/>
                  <a:gd name="T73" fmla="*/ 57 h 59"/>
                  <a:gd name="T74" fmla="*/ 43 w 56"/>
                  <a:gd name="T75" fmla="*/ 58 h 59"/>
                  <a:gd name="T76" fmla="*/ 55 w 56"/>
                  <a:gd name="T77" fmla="*/ 41 h 59"/>
                  <a:gd name="T78" fmla="*/ 47 w 56"/>
                  <a:gd name="T79" fmla="*/ 44 h 59"/>
                  <a:gd name="T80" fmla="*/ 46 w 56"/>
                  <a:gd name="T81" fmla="*/ 4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59">
                    <a:moveTo>
                      <a:pt x="46" y="41"/>
                    </a:moveTo>
                    <a:cubicBezTo>
                      <a:pt x="47" y="40"/>
                      <a:pt x="49" y="39"/>
                      <a:pt x="50" y="39"/>
                    </a:cubicBezTo>
                    <a:cubicBezTo>
                      <a:pt x="52" y="38"/>
                      <a:pt x="53" y="38"/>
                      <a:pt x="55" y="37"/>
                    </a:cubicBezTo>
                    <a:cubicBezTo>
                      <a:pt x="55" y="35"/>
                      <a:pt x="56" y="32"/>
                      <a:pt x="55" y="30"/>
                    </a:cubicBezTo>
                    <a:cubicBezTo>
                      <a:pt x="55" y="26"/>
                      <a:pt x="54" y="22"/>
                      <a:pt x="54" y="17"/>
                    </a:cubicBezTo>
                    <a:cubicBezTo>
                      <a:pt x="49" y="20"/>
                      <a:pt x="43" y="22"/>
                      <a:pt x="42" y="28"/>
                    </a:cubicBezTo>
                    <a:cubicBezTo>
                      <a:pt x="41" y="30"/>
                      <a:pt x="39" y="33"/>
                      <a:pt x="37" y="32"/>
                    </a:cubicBezTo>
                    <a:cubicBezTo>
                      <a:pt x="36" y="31"/>
                      <a:pt x="37" y="29"/>
                      <a:pt x="37" y="28"/>
                    </a:cubicBezTo>
                    <a:cubicBezTo>
                      <a:pt x="39" y="25"/>
                      <a:pt x="42" y="23"/>
                      <a:pt x="42" y="20"/>
                    </a:cubicBezTo>
                    <a:cubicBezTo>
                      <a:pt x="42" y="17"/>
                      <a:pt x="40" y="14"/>
                      <a:pt x="38" y="12"/>
                    </a:cubicBezTo>
                    <a:cubicBezTo>
                      <a:pt x="35" y="8"/>
                      <a:pt x="31" y="5"/>
                      <a:pt x="28" y="0"/>
                    </a:cubicBezTo>
                    <a:cubicBezTo>
                      <a:pt x="28" y="0"/>
                      <a:pt x="28" y="0"/>
                      <a:pt x="28" y="0"/>
                    </a:cubicBezTo>
                    <a:cubicBezTo>
                      <a:pt x="28" y="0"/>
                      <a:pt x="28" y="0"/>
                      <a:pt x="28" y="0"/>
                    </a:cubicBezTo>
                    <a:cubicBezTo>
                      <a:pt x="28" y="0"/>
                      <a:pt x="28" y="0"/>
                      <a:pt x="28" y="0"/>
                    </a:cubicBezTo>
                    <a:cubicBezTo>
                      <a:pt x="28" y="0"/>
                      <a:pt x="28" y="0"/>
                      <a:pt x="28" y="0"/>
                    </a:cubicBezTo>
                    <a:cubicBezTo>
                      <a:pt x="25" y="5"/>
                      <a:pt x="21" y="8"/>
                      <a:pt x="18" y="12"/>
                    </a:cubicBezTo>
                    <a:cubicBezTo>
                      <a:pt x="16" y="14"/>
                      <a:pt x="14" y="17"/>
                      <a:pt x="14" y="20"/>
                    </a:cubicBezTo>
                    <a:cubicBezTo>
                      <a:pt x="14" y="23"/>
                      <a:pt x="17" y="25"/>
                      <a:pt x="18" y="28"/>
                    </a:cubicBezTo>
                    <a:cubicBezTo>
                      <a:pt x="19" y="29"/>
                      <a:pt x="20" y="31"/>
                      <a:pt x="19" y="32"/>
                    </a:cubicBezTo>
                    <a:cubicBezTo>
                      <a:pt x="16" y="33"/>
                      <a:pt x="15" y="30"/>
                      <a:pt x="14" y="28"/>
                    </a:cubicBezTo>
                    <a:cubicBezTo>
                      <a:pt x="13" y="22"/>
                      <a:pt x="7" y="20"/>
                      <a:pt x="2" y="17"/>
                    </a:cubicBezTo>
                    <a:cubicBezTo>
                      <a:pt x="2" y="22"/>
                      <a:pt x="1" y="26"/>
                      <a:pt x="1" y="30"/>
                    </a:cubicBezTo>
                    <a:cubicBezTo>
                      <a:pt x="0" y="32"/>
                      <a:pt x="1" y="35"/>
                      <a:pt x="1" y="37"/>
                    </a:cubicBezTo>
                    <a:cubicBezTo>
                      <a:pt x="3" y="38"/>
                      <a:pt x="4" y="38"/>
                      <a:pt x="6" y="39"/>
                    </a:cubicBezTo>
                    <a:cubicBezTo>
                      <a:pt x="7" y="39"/>
                      <a:pt x="9" y="40"/>
                      <a:pt x="10" y="41"/>
                    </a:cubicBezTo>
                    <a:cubicBezTo>
                      <a:pt x="11" y="42"/>
                      <a:pt x="11" y="44"/>
                      <a:pt x="9" y="44"/>
                    </a:cubicBezTo>
                    <a:cubicBezTo>
                      <a:pt x="6" y="43"/>
                      <a:pt x="4" y="40"/>
                      <a:pt x="1" y="41"/>
                    </a:cubicBezTo>
                    <a:cubicBezTo>
                      <a:pt x="2" y="48"/>
                      <a:pt x="6" y="55"/>
                      <a:pt x="13" y="58"/>
                    </a:cubicBezTo>
                    <a:cubicBezTo>
                      <a:pt x="16" y="59"/>
                      <a:pt x="17" y="59"/>
                      <a:pt x="19" y="57"/>
                    </a:cubicBezTo>
                    <a:cubicBezTo>
                      <a:pt x="21" y="56"/>
                      <a:pt x="22" y="54"/>
                      <a:pt x="25" y="53"/>
                    </a:cubicBezTo>
                    <a:cubicBezTo>
                      <a:pt x="26" y="53"/>
                      <a:pt x="26" y="54"/>
                      <a:pt x="27" y="53"/>
                    </a:cubicBezTo>
                    <a:cubicBezTo>
                      <a:pt x="27" y="52"/>
                      <a:pt x="27" y="51"/>
                      <a:pt x="27" y="50"/>
                    </a:cubicBezTo>
                    <a:cubicBezTo>
                      <a:pt x="27" y="41"/>
                      <a:pt x="28" y="36"/>
                      <a:pt x="28" y="26"/>
                    </a:cubicBezTo>
                    <a:cubicBezTo>
                      <a:pt x="28" y="36"/>
                      <a:pt x="29" y="41"/>
                      <a:pt x="29" y="50"/>
                    </a:cubicBezTo>
                    <a:cubicBezTo>
                      <a:pt x="29" y="51"/>
                      <a:pt x="29" y="52"/>
                      <a:pt x="29" y="53"/>
                    </a:cubicBezTo>
                    <a:cubicBezTo>
                      <a:pt x="29" y="54"/>
                      <a:pt x="30" y="53"/>
                      <a:pt x="31" y="53"/>
                    </a:cubicBezTo>
                    <a:cubicBezTo>
                      <a:pt x="34" y="54"/>
                      <a:pt x="35" y="56"/>
                      <a:pt x="37" y="57"/>
                    </a:cubicBezTo>
                    <a:cubicBezTo>
                      <a:pt x="39" y="59"/>
                      <a:pt x="40" y="59"/>
                      <a:pt x="43" y="58"/>
                    </a:cubicBezTo>
                    <a:cubicBezTo>
                      <a:pt x="50" y="55"/>
                      <a:pt x="54" y="48"/>
                      <a:pt x="55" y="41"/>
                    </a:cubicBezTo>
                    <a:cubicBezTo>
                      <a:pt x="52" y="40"/>
                      <a:pt x="50" y="43"/>
                      <a:pt x="47" y="44"/>
                    </a:cubicBezTo>
                    <a:cubicBezTo>
                      <a:pt x="45" y="44"/>
                      <a:pt x="45" y="42"/>
                      <a:pt x="4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5" name="Rectangle 224"/>
              <p:cNvSpPr>
                <a:spLocks noChangeArrowheads="1"/>
              </p:cNvSpPr>
              <p:nvPr/>
            </p:nvSpPr>
            <p:spPr bwMode="auto">
              <a:xfrm>
                <a:off x="-2755900" y="4983163"/>
                <a:ext cx="15875" cy="666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6" name="Freeform 225"/>
              <p:cNvSpPr>
                <a:spLocks/>
              </p:cNvSpPr>
              <p:nvPr/>
            </p:nvSpPr>
            <p:spPr bwMode="auto">
              <a:xfrm>
                <a:off x="-1906588" y="4062412"/>
                <a:ext cx="55563" cy="71438"/>
              </a:xfrm>
              <a:custGeom>
                <a:avLst/>
                <a:gdLst>
                  <a:gd name="T0" fmla="*/ 0 w 15"/>
                  <a:gd name="T1" fmla="*/ 0 h 19"/>
                  <a:gd name="T2" fmla="*/ 6 w 15"/>
                  <a:gd name="T3" fmla="*/ 19 h 19"/>
                  <a:gd name="T4" fmla="*/ 15 w 15"/>
                  <a:gd name="T5" fmla="*/ 0 h 19"/>
                  <a:gd name="T6" fmla="*/ 0 w 15"/>
                  <a:gd name="T7" fmla="*/ 0 h 19"/>
                </a:gdLst>
                <a:ahLst/>
                <a:cxnLst>
                  <a:cxn ang="0">
                    <a:pos x="T0" y="T1"/>
                  </a:cxn>
                  <a:cxn ang="0">
                    <a:pos x="T2" y="T3"/>
                  </a:cxn>
                  <a:cxn ang="0">
                    <a:pos x="T4" y="T5"/>
                  </a:cxn>
                  <a:cxn ang="0">
                    <a:pos x="T6" y="T7"/>
                  </a:cxn>
                </a:cxnLst>
                <a:rect l="0" t="0" r="r" b="b"/>
                <a:pathLst>
                  <a:path w="15" h="19">
                    <a:moveTo>
                      <a:pt x="0" y="0"/>
                    </a:moveTo>
                    <a:cubicBezTo>
                      <a:pt x="0" y="8"/>
                      <a:pt x="3" y="15"/>
                      <a:pt x="6" y="19"/>
                    </a:cubicBezTo>
                    <a:cubicBezTo>
                      <a:pt x="11" y="14"/>
                      <a:pt x="15" y="8"/>
                      <a:pt x="15"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7" name="Freeform 226"/>
              <p:cNvSpPr>
                <a:spLocks/>
              </p:cNvSpPr>
              <p:nvPr/>
            </p:nvSpPr>
            <p:spPr bwMode="auto">
              <a:xfrm>
                <a:off x="-1906588" y="3971925"/>
                <a:ext cx="55563" cy="71438"/>
              </a:xfrm>
              <a:custGeom>
                <a:avLst/>
                <a:gdLst>
                  <a:gd name="T0" fmla="*/ 6 w 15"/>
                  <a:gd name="T1" fmla="*/ 0 h 19"/>
                  <a:gd name="T2" fmla="*/ 0 w 15"/>
                  <a:gd name="T3" fmla="*/ 19 h 19"/>
                  <a:gd name="T4" fmla="*/ 15 w 15"/>
                  <a:gd name="T5" fmla="*/ 19 h 19"/>
                  <a:gd name="T6" fmla="*/ 6 w 15"/>
                  <a:gd name="T7" fmla="*/ 0 h 19"/>
                </a:gdLst>
                <a:ahLst/>
                <a:cxnLst>
                  <a:cxn ang="0">
                    <a:pos x="T0" y="T1"/>
                  </a:cxn>
                  <a:cxn ang="0">
                    <a:pos x="T2" y="T3"/>
                  </a:cxn>
                  <a:cxn ang="0">
                    <a:pos x="T4" y="T5"/>
                  </a:cxn>
                  <a:cxn ang="0">
                    <a:pos x="T6" y="T7"/>
                  </a:cxn>
                </a:cxnLst>
                <a:rect l="0" t="0" r="r" b="b"/>
                <a:pathLst>
                  <a:path w="15" h="19">
                    <a:moveTo>
                      <a:pt x="6" y="0"/>
                    </a:moveTo>
                    <a:cubicBezTo>
                      <a:pt x="3" y="5"/>
                      <a:pt x="0" y="11"/>
                      <a:pt x="0" y="19"/>
                    </a:cubicBezTo>
                    <a:cubicBezTo>
                      <a:pt x="15" y="19"/>
                      <a:pt x="15" y="19"/>
                      <a:pt x="15" y="19"/>
                    </a:cubicBezTo>
                    <a:cubicBezTo>
                      <a:pt x="15" y="11"/>
                      <a:pt x="11" y="5"/>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8" name="Freeform 227"/>
              <p:cNvSpPr>
                <a:spLocks/>
              </p:cNvSpPr>
              <p:nvPr/>
            </p:nvSpPr>
            <p:spPr bwMode="auto">
              <a:xfrm>
                <a:off x="-1951038" y="3941762"/>
                <a:ext cx="52388" cy="101600"/>
              </a:xfrm>
              <a:custGeom>
                <a:avLst/>
                <a:gdLst>
                  <a:gd name="T0" fmla="*/ 0 w 14"/>
                  <a:gd name="T1" fmla="*/ 0 h 27"/>
                  <a:gd name="T2" fmla="*/ 0 w 14"/>
                  <a:gd name="T3" fmla="*/ 27 h 27"/>
                  <a:gd name="T4" fmla="*/ 7 w 14"/>
                  <a:gd name="T5" fmla="*/ 27 h 27"/>
                  <a:gd name="T6" fmla="*/ 14 w 14"/>
                  <a:gd name="T7" fmla="*/ 5 h 27"/>
                  <a:gd name="T8" fmla="*/ 0 w 14"/>
                  <a:gd name="T9" fmla="*/ 0 h 27"/>
                </a:gdLst>
                <a:ahLst/>
                <a:cxnLst>
                  <a:cxn ang="0">
                    <a:pos x="T0" y="T1"/>
                  </a:cxn>
                  <a:cxn ang="0">
                    <a:pos x="T2" y="T3"/>
                  </a:cxn>
                  <a:cxn ang="0">
                    <a:pos x="T4" y="T5"/>
                  </a:cxn>
                  <a:cxn ang="0">
                    <a:pos x="T6" y="T7"/>
                  </a:cxn>
                  <a:cxn ang="0">
                    <a:pos x="T8" y="T9"/>
                  </a:cxn>
                </a:cxnLst>
                <a:rect l="0" t="0" r="r" b="b"/>
                <a:pathLst>
                  <a:path w="14" h="27">
                    <a:moveTo>
                      <a:pt x="0" y="0"/>
                    </a:moveTo>
                    <a:cubicBezTo>
                      <a:pt x="0" y="27"/>
                      <a:pt x="0" y="27"/>
                      <a:pt x="0" y="27"/>
                    </a:cubicBezTo>
                    <a:cubicBezTo>
                      <a:pt x="7" y="27"/>
                      <a:pt x="7" y="27"/>
                      <a:pt x="7" y="27"/>
                    </a:cubicBezTo>
                    <a:cubicBezTo>
                      <a:pt x="7" y="18"/>
                      <a:pt x="10" y="10"/>
                      <a:pt x="14" y="5"/>
                    </a:cubicBezTo>
                    <a:cubicBezTo>
                      <a:pt x="10" y="2"/>
                      <a:pt x="5"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199" name="Freeform 228"/>
              <p:cNvSpPr>
                <a:spLocks/>
              </p:cNvSpPr>
              <p:nvPr/>
            </p:nvSpPr>
            <p:spPr bwMode="auto">
              <a:xfrm>
                <a:off x="-2022475" y="4062412"/>
                <a:ext cx="52388" cy="101600"/>
              </a:xfrm>
              <a:custGeom>
                <a:avLst/>
                <a:gdLst>
                  <a:gd name="T0" fmla="*/ 14 w 14"/>
                  <a:gd name="T1" fmla="*/ 27 h 27"/>
                  <a:gd name="T2" fmla="*/ 14 w 14"/>
                  <a:gd name="T3" fmla="*/ 0 h 27"/>
                  <a:gd name="T4" fmla="*/ 7 w 14"/>
                  <a:gd name="T5" fmla="*/ 0 h 27"/>
                  <a:gd name="T6" fmla="*/ 0 w 14"/>
                  <a:gd name="T7" fmla="*/ 22 h 27"/>
                  <a:gd name="T8" fmla="*/ 14 w 14"/>
                  <a:gd name="T9" fmla="*/ 27 h 27"/>
                </a:gdLst>
                <a:ahLst/>
                <a:cxnLst>
                  <a:cxn ang="0">
                    <a:pos x="T0" y="T1"/>
                  </a:cxn>
                  <a:cxn ang="0">
                    <a:pos x="T2" y="T3"/>
                  </a:cxn>
                  <a:cxn ang="0">
                    <a:pos x="T4" y="T5"/>
                  </a:cxn>
                  <a:cxn ang="0">
                    <a:pos x="T6" y="T7"/>
                  </a:cxn>
                  <a:cxn ang="0">
                    <a:pos x="T8" y="T9"/>
                  </a:cxn>
                </a:cxnLst>
                <a:rect l="0" t="0" r="r" b="b"/>
                <a:pathLst>
                  <a:path w="14" h="27">
                    <a:moveTo>
                      <a:pt x="14" y="27"/>
                    </a:moveTo>
                    <a:cubicBezTo>
                      <a:pt x="14" y="0"/>
                      <a:pt x="14" y="0"/>
                      <a:pt x="14" y="0"/>
                    </a:cubicBezTo>
                    <a:cubicBezTo>
                      <a:pt x="7" y="0"/>
                      <a:pt x="7" y="0"/>
                      <a:pt x="7" y="0"/>
                    </a:cubicBezTo>
                    <a:cubicBezTo>
                      <a:pt x="7" y="9"/>
                      <a:pt x="4" y="17"/>
                      <a:pt x="0" y="22"/>
                    </a:cubicBezTo>
                    <a:cubicBezTo>
                      <a:pt x="4" y="25"/>
                      <a:pt x="9" y="27"/>
                      <a:pt x="1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0" name="Freeform 229"/>
              <p:cNvSpPr>
                <a:spLocks/>
              </p:cNvSpPr>
              <p:nvPr/>
            </p:nvSpPr>
            <p:spPr bwMode="auto">
              <a:xfrm>
                <a:off x="-2022475" y="3941762"/>
                <a:ext cx="52388" cy="101600"/>
              </a:xfrm>
              <a:custGeom>
                <a:avLst/>
                <a:gdLst>
                  <a:gd name="T0" fmla="*/ 7 w 14"/>
                  <a:gd name="T1" fmla="*/ 27 h 27"/>
                  <a:gd name="T2" fmla="*/ 14 w 14"/>
                  <a:gd name="T3" fmla="*/ 27 h 27"/>
                  <a:gd name="T4" fmla="*/ 14 w 14"/>
                  <a:gd name="T5" fmla="*/ 0 h 27"/>
                  <a:gd name="T6" fmla="*/ 0 w 14"/>
                  <a:gd name="T7" fmla="*/ 5 h 27"/>
                  <a:gd name="T8" fmla="*/ 7 w 14"/>
                  <a:gd name="T9" fmla="*/ 27 h 27"/>
                </a:gdLst>
                <a:ahLst/>
                <a:cxnLst>
                  <a:cxn ang="0">
                    <a:pos x="T0" y="T1"/>
                  </a:cxn>
                  <a:cxn ang="0">
                    <a:pos x="T2" y="T3"/>
                  </a:cxn>
                  <a:cxn ang="0">
                    <a:pos x="T4" y="T5"/>
                  </a:cxn>
                  <a:cxn ang="0">
                    <a:pos x="T6" y="T7"/>
                  </a:cxn>
                  <a:cxn ang="0">
                    <a:pos x="T8" y="T9"/>
                  </a:cxn>
                </a:cxnLst>
                <a:rect l="0" t="0" r="r" b="b"/>
                <a:pathLst>
                  <a:path w="14" h="27">
                    <a:moveTo>
                      <a:pt x="7" y="27"/>
                    </a:moveTo>
                    <a:cubicBezTo>
                      <a:pt x="14" y="27"/>
                      <a:pt x="14" y="27"/>
                      <a:pt x="14" y="27"/>
                    </a:cubicBezTo>
                    <a:cubicBezTo>
                      <a:pt x="14" y="0"/>
                      <a:pt x="14" y="0"/>
                      <a:pt x="14" y="0"/>
                    </a:cubicBezTo>
                    <a:cubicBezTo>
                      <a:pt x="9" y="0"/>
                      <a:pt x="4" y="2"/>
                      <a:pt x="0" y="5"/>
                    </a:cubicBezTo>
                    <a:cubicBezTo>
                      <a:pt x="4" y="10"/>
                      <a:pt x="7" y="18"/>
                      <a:pt x="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1" name="Freeform 230"/>
              <p:cNvSpPr>
                <a:spLocks/>
              </p:cNvSpPr>
              <p:nvPr/>
            </p:nvSpPr>
            <p:spPr bwMode="auto">
              <a:xfrm>
                <a:off x="-2071688" y="4062412"/>
                <a:ext cx="55563" cy="71438"/>
              </a:xfrm>
              <a:custGeom>
                <a:avLst/>
                <a:gdLst>
                  <a:gd name="T0" fmla="*/ 10 w 15"/>
                  <a:gd name="T1" fmla="*/ 19 h 19"/>
                  <a:gd name="T2" fmla="*/ 15 w 15"/>
                  <a:gd name="T3" fmla="*/ 0 h 19"/>
                  <a:gd name="T4" fmla="*/ 0 w 15"/>
                  <a:gd name="T5" fmla="*/ 0 h 19"/>
                  <a:gd name="T6" fmla="*/ 10 w 15"/>
                  <a:gd name="T7" fmla="*/ 19 h 19"/>
                </a:gdLst>
                <a:ahLst/>
                <a:cxnLst>
                  <a:cxn ang="0">
                    <a:pos x="T0" y="T1"/>
                  </a:cxn>
                  <a:cxn ang="0">
                    <a:pos x="T2" y="T3"/>
                  </a:cxn>
                  <a:cxn ang="0">
                    <a:pos x="T4" y="T5"/>
                  </a:cxn>
                  <a:cxn ang="0">
                    <a:pos x="T6" y="T7"/>
                  </a:cxn>
                </a:cxnLst>
                <a:rect l="0" t="0" r="r" b="b"/>
                <a:pathLst>
                  <a:path w="15" h="19">
                    <a:moveTo>
                      <a:pt x="10" y="19"/>
                    </a:moveTo>
                    <a:cubicBezTo>
                      <a:pt x="13" y="14"/>
                      <a:pt x="15" y="8"/>
                      <a:pt x="15" y="0"/>
                    </a:cubicBezTo>
                    <a:cubicBezTo>
                      <a:pt x="0" y="0"/>
                      <a:pt x="0" y="0"/>
                      <a:pt x="0" y="0"/>
                    </a:cubicBezTo>
                    <a:cubicBezTo>
                      <a:pt x="1" y="8"/>
                      <a:pt x="4" y="14"/>
                      <a:pt x="1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2" name="Freeform 231"/>
              <p:cNvSpPr>
                <a:spLocks/>
              </p:cNvSpPr>
              <p:nvPr/>
            </p:nvSpPr>
            <p:spPr bwMode="auto">
              <a:xfrm>
                <a:off x="-2071688" y="3971925"/>
                <a:ext cx="55563" cy="71438"/>
              </a:xfrm>
              <a:custGeom>
                <a:avLst/>
                <a:gdLst>
                  <a:gd name="T0" fmla="*/ 10 w 15"/>
                  <a:gd name="T1" fmla="*/ 0 h 19"/>
                  <a:gd name="T2" fmla="*/ 0 w 15"/>
                  <a:gd name="T3" fmla="*/ 19 h 19"/>
                  <a:gd name="T4" fmla="*/ 15 w 15"/>
                  <a:gd name="T5" fmla="*/ 19 h 19"/>
                  <a:gd name="T6" fmla="*/ 10 w 15"/>
                  <a:gd name="T7" fmla="*/ 0 h 19"/>
                </a:gdLst>
                <a:ahLst/>
                <a:cxnLst>
                  <a:cxn ang="0">
                    <a:pos x="T0" y="T1"/>
                  </a:cxn>
                  <a:cxn ang="0">
                    <a:pos x="T2" y="T3"/>
                  </a:cxn>
                  <a:cxn ang="0">
                    <a:pos x="T4" y="T5"/>
                  </a:cxn>
                  <a:cxn ang="0">
                    <a:pos x="T6" y="T7"/>
                  </a:cxn>
                </a:cxnLst>
                <a:rect l="0" t="0" r="r" b="b"/>
                <a:pathLst>
                  <a:path w="15" h="19">
                    <a:moveTo>
                      <a:pt x="10" y="0"/>
                    </a:moveTo>
                    <a:cubicBezTo>
                      <a:pt x="4" y="5"/>
                      <a:pt x="1" y="12"/>
                      <a:pt x="0" y="19"/>
                    </a:cubicBezTo>
                    <a:cubicBezTo>
                      <a:pt x="15" y="19"/>
                      <a:pt x="15" y="19"/>
                      <a:pt x="15" y="19"/>
                    </a:cubicBezTo>
                    <a:cubicBezTo>
                      <a:pt x="15" y="11"/>
                      <a:pt x="13" y="5"/>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3" name="Freeform 232"/>
              <p:cNvSpPr>
                <a:spLocks/>
              </p:cNvSpPr>
              <p:nvPr/>
            </p:nvSpPr>
            <p:spPr bwMode="auto">
              <a:xfrm>
                <a:off x="-1951038" y="4062412"/>
                <a:ext cx="52388" cy="101600"/>
              </a:xfrm>
              <a:custGeom>
                <a:avLst/>
                <a:gdLst>
                  <a:gd name="T0" fmla="*/ 0 w 14"/>
                  <a:gd name="T1" fmla="*/ 27 h 27"/>
                  <a:gd name="T2" fmla="*/ 14 w 14"/>
                  <a:gd name="T3" fmla="*/ 22 h 27"/>
                  <a:gd name="T4" fmla="*/ 7 w 14"/>
                  <a:gd name="T5" fmla="*/ 0 h 27"/>
                  <a:gd name="T6" fmla="*/ 0 w 14"/>
                  <a:gd name="T7" fmla="*/ 0 h 27"/>
                  <a:gd name="T8" fmla="*/ 0 w 14"/>
                  <a:gd name="T9" fmla="*/ 27 h 27"/>
                </a:gdLst>
                <a:ahLst/>
                <a:cxnLst>
                  <a:cxn ang="0">
                    <a:pos x="T0" y="T1"/>
                  </a:cxn>
                  <a:cxn ang="0">
                    <a:pos x="T2" y="T3"/>
                  </a:cxn>
                  <a:cxn ang="0">
                    <a:pos x="T4" y="T5"/>
                  </a:cxn>
                  <a:cxn ang="0">
                    <a:pos x="T6" y="T7"/>
                  </a:cxn>
                  <a:cxn ang="0">
                    <a:pos x="T8" y="T9"/>
                  </a:cxn>
                </a:cxnLst>
                <a:rect l="0" t="0" r="r" b="b"/>
                <a:pathLst>
                  <a:path w="14" h="27">
                    <a:moveTo>
                      <a:pt x="0" y="27"/>
                    </a:moveTo>
                    <a:cubicBezTo>
                      <a:pt x="5" y="27"/>
                      <a:pt x="10" y="25"/>
                      <a:pt x="14" y="22"/>
                    </a:cubicBezTo>
                    <a:cubicBezTo>
                      <a:pt x="10" y="17"/>
                      <a:pt x="7" y="9"/>
                      <a:pt x="7" y="0"/>
                    </a:cubicBezTo>
                    <a:cubicBezTo>
                      <a:pt x="0" y="0"/>
                      <a:pt x="0" y="0"/>
                      <a:pt x="0" y="0"/>
                    </a:cubicBezTo>
                    <a:lnTo>
                      <a:pt x="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4" name="Freeform 233"/>
              <p:cNvSpPr>
                <a:spLocks noEditPoints="1"/>
              </p:cNvSpPr>
              <p:nvPr/>
            </p:nvSpPr>
            <p:spPr bwMode="auto">
              <a:xfrm>
                <a:off x="-2184400" y="742950"/>
                <a:ext cx="296863" cy="296863"/>
              </a:xfrm>
              <a:custGeom>
                <a:avLst/>
                <a:gdLst>
                  <a:gd name="T0" fmla="*/ 40 w 79"/>
                  <a:gd name="T1" fmla="*/ 79 h 79"/>
                  <a:gd name="T2" fmla="*/ 79 w 79"/>
                  <a:gd name="T3" fmla="*/ 40 h 79"/>
                  <a:gd name="T4" fmla="*/ 40 w 79"/>
                  <a:gd name="T5" fmla="*/ 0 h 79"/>
                  <a:gd name="T6" fmla="*/ 40 w 79"/>
                  <a:gd name="T7" fmla="*/ 0 h 79"/>
                  <a:gd name="T8" fmla="*/ 40 w 79"/>
                  <a:gd name="T9" fmla="*/ 28 h 79"/>
                  <a:gd name="T10" fmla="*/ 60 w 79"/>
                  <a:gd name="T11" fmla="*/ 20 h 79"/>
                  <a:gd name="T12" fmla="*/ 47 w 79"/>
                  <a:gd name="T13" fmla="*/ 47 h 79"/>
                  <a:gd name="T14" fmla="*/ 40 w 79"/>
                  <a:gd name="T15" fmla="*/ 51 h 79"/>
                  <a:gd name="T16" fmla="*/ 40 w 79"/>
                  <a:gd name="T17" fmla="*/ 79 h 79"/>
                  <a:gd name="T18" fmla="*/ 40 w 79"/>
                  <a:gd name="T19" fmla="*/ 0 h 79"/>
                  <a:gd name="T20" fmla="*/ 0 w 79"/>
                  <a:gd name="T21" fmla="*/ 40 h 79"/>
                  <a:gd name="T22" fmla="*/ 40 w 79"/>
                  <a:gd name="T23" fmla="*/ 79 h 79"/>
                  <a:gd name="T24" fmla="*/ 40 w 79"/>
                  <a:gd name="T25" fmla="*/ 51 h 79"/>
                  <a:gd name="T26" fmla="*/ 20 w 79"/>
                  <a:gd name="T27" fmla="*/ 60 h 79"/>
                  <a:gd name="T28" fmla="*/ 32 w 79"/>
                  <a:gd name="T29" fmla="*/ 32 h 79"/>
                  <a:gd name="T30" fmla="*/ 32 w 79"/>
                  <a:gd name="T31" fmla="*/ 32 h 79"/>
                  <a:gd name="T32" fmla="*/ 40 w 79"/>
                  <a:gd name="T33" fmla="*/ 28 h 79"/>
                  <a:gd name="T34" fmla="*/ 40 w 79"/>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79">
                    <a:moveTo>
                      <a:pt x="40" y="79"/>
                    </a:moveTo>
                    <a:cubicBezTo>
                      <a:pt x="61" y="79"/>
                      <a:pt x="79" y="61"/>
                      <a:pt x="79" y="40"/>
                    </a:cubicBezTo>
                    <a:cubicBezTo>
                      <a:pt x="79" y="18"/>
                      <a:pt x="61" y="0"/>
                      <a:pt x="40" y="0"/>
                    </a:cubicBezTo>
                    <a:cubicBezTo>
                      <a:pt x="40" y="0"/>
                      <a:pt x="40" y="0"/>
                      <a:pt x="40" y="0"/>
                    </a:cubicBezTo>
                    <a:cubicBezTo>
                      <a:pt x="40" y="28"/>
                      <a:pt x="40" y="28"/>
                      <a:pt x="40" y="28"/>
                    </a:cubicBezTo>
                    <a:cubicBezTo>
                      <a:pt x="60" y="20"/>
                      <a:pt x="60" y="20"/>
                      <a:pt x="60" y="20"/>
                    </a:cubicBezTo>
                    <a:cubicBezTo>
                      <a:pt x="47" y="47"/>
                      <a:pt x="47" y="47"/>
                      <a:pt x="47" y="47"/>
                    </a:cubicBezTo>
                    <a:cubicBezTo>
                      <a:pt x="40" y="51"/>
                      <a:pt x="40" y="51"/>
                      <a:pt x="40" y="51"/>
                    </a:cubicBezTo>
                    <a:cubicBezTo>
                      <a:pt x="40" y="79"/>
                      <a:pt x="40" y="79"/>
                      <a:pt x="40" y="79"/>
                    </a:cubicBezTo>
                    <a:close/>
                    <a:moveTo>
                      <a:pt x="40" y="0"/>
                    </a:moveTo>
                    <a:cubicBezTo>
                      <a:pt x="18" y="0"/>
                      <a:pt x="0" y="18"/>
                      <a:pt x="0" y="40"/>
                    </a:cubicBezTo>
                    <a:cubicBezTo>
                      <a:pt x="0" y="61"/>
                      <a:pt x="18" y="79"/>
                      <a:pt x="40" y="79"/>
                    </a:cubicBezTo>
                    <a:cubicBezTo>
                      <a:pt x="40" y="51"/>
                      <a:pt x="40" y="51"/>
                      <a:pt x="40" y="51"/>
                    </a:cubicBezTo>
                    <a:cubicBezTo>
                      <a:pt x="20" y="60"/>
                      <a:pt x="20" y="60"/>
                      <a:pt x="20" y="60"/>
                    </a:cubicBezTo>
                    <a:cubicBezTo>
                      <a:pt x="32" y="32"/>
                      <a:pt x="32" y="32"/>
                      <a:pt x="32" y="32"/>
                    </a:cubicBezTo>
                    <a:cubicBezTo>
                      <a:pt x="32" y="32"/>
                      <a:pt x="32" y="32"/>
                      <a:pt x="32" y="32"/>
                    </a:cubicBezTo>
                    <a:cubicBezTo>
                      <a:pt x="40" y="28"/>
                      <a:pt x="40" y="28"/>
                      <a:pt x="40" y="28"/>
                    </a:cubicBezTo>
                    <a:lnTo>
                      <a:pt x="4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5" name="Oval 234"/>
              <p:cNvSpPr>
                <a:spLocks noChangeArrowheads="1"/>
              </p:cNvSpPr>
              <p:nvPr/>
            </p:nvSpPr>
            <p:spPr bwMode="auto">
              <a:xfrm>
                <a:off x="-2052638" y="874712"/>
                <a:ext cx="33338" cy="333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6" name="Freeform 235"/>
              <p:cNvSpPr>
                <a:spLocks noEditPoints="1"/>
              </p:cNvSpPr>
              <p:nvPr/>
            </p:nvSpPr>
            <p:spPr bwMode="auto">
              <a:xfrm>
                <a:off x="-4738688" y="6694488"/>
                <a:ext cx="239713" cy="120650"/>
              </a:xfrm>
              <a:custGeom>
                <a:avLst/>
                <a:gdLst>
                  <a:gd name="T0" fmla="*/ 55 w 64"/>
                  <a:gd name="T1" fmla="*/ 23 h 32"/>
                  <a:gd name="T2" fmla="*/ 64 w 64"/>
                  <a:gd name="T3" fmla="*/ 12 h 32"/>
                  <a:gd name="T4" fmla="*/ 55 w 64"/>
                  <a:gd name="T5" fmla="*/ 1 h 32"/>
                  <a:gd name="T6" fmla="*/ 55 w 64"/>
                  <a:gd name="T7" fmla="*/ 6 h 32"/>
                  <a:gd name="T8" fmla="*/ 59 w 64"/>
                  <a:gd name="T9" fmla="*/ 12 h 32"/>
                  <a:gd name="T10" fmla="*/ 55 w 64"/>
                  <a:gd name="T11" fmla="*/ 18 h 32"/>
                  <a:gd name="T12" fmla="*/ 55 w 64"/>
                  <a:gd name="T13" fmla="*/ 23 h 32"/>
                  <a:gd name="T14" fmla="*/ 27 w 64"/>
                  <a:gd name="T15" fmla="*/ 32 h 32"/>
                  <a:gd name="T16" fmla="*/ 48 w 64"/>
                  <a:gd name="T17" fmla="*/ 22 h 32"/>
                  <a:gd name="T18" fmla="*/ 53 w 64"/>
                  <a:gd name="T19" fmla="*/ 23 h 32"/>
                  <a:gd name="T20" fmla="*/ 55 w 64"/>
                  <a:gd name="T21" fmla="*/ 23 h 32"/>
                  <a:gd name="T22" fmla="*/ 55 w 64"/>
                  <a:gd name="T23" fmla="*/ 18 h 32"/>
                  <a:gd name="T24" fmla="*/ 53 w 64"/>
                  <a:gd name="T25" fmla="*/ 18 h 32"/>
                  <a:gd name="T26" fmla="*/ 51 w 64"/>
                  <a:gd name="T27" fmla="*/ 18 h 32"/>
                  <a:gd name="T28" fmla="*/ 54 w 64"/>
                  <a:gd name="T29" fmla="*/ 5 h 32"/>
                  <a:gd name="T30" fmla="*/ 54 w 64"/>
                  <a:gd name="T31" fmla="*/ 5 h 32"/>
                  <a:gd name="T32" fmla="*/ 54 w 64"/>
                  <a:gd name="T33" fmla="*/ 5 h 32"/>
                  <a:gd name="T34" fmla="*/ 55 w 64"/>
                  <a:gd name="T35" fmla="*/ 6 h 32"/>
                  <a:gd name="T36" fmla="*/ 55 w 64"/>
                  <a:gd name="T37" fmla="*/ 1 h 32"/>
                  <a:gd name="T38" fmla="*/ 53 w 64"/>
                  <a:gd name="T39" fmla="*/ 0 h 32"/>
                  <a:gd name="T40" fmla="*/ 53 w 64"/>
                  <a:gd name="T41" fmla="*/ 0 h 32"/>
                  <a:gd name="T42" fmla="*/ 1 w 64"/>
                  <a:gd name="T43" fmla="*/ 0 h 32"/>
                  <a:gd name="T44" fmla="*/ 0 w 64"/>
                  <a:gd name="T45" fmla="*/ 5 h 32"/>
                  <a:gd name="T46" fmla="*/ 27 w 64"/>
                  <a:gd name="T4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32">
                    <a:moveTo>
                      <a:pt x="55" y="23"/>
                    </a:moveTo>
                    <a:cubicBezTo>
                      <a:pt x="60" y="22"/>
                      <a:pt x="64" y="17"/>
                      <a:pt x="64" y="12"/>
                    </a:cubicBezTo>
                    <a:cubicBezTo>
                      <a:pt x="64" y="6"/>
                      <a:pt x="60" y="2"/>
                      <a:pt x="55" y="1"/>
                    </a:cubicBezTo>
                    <a:cubicBezTo>
                      <a:pt x="55" y="6"/>
                      <a:pt x="55" y="6"/>
                      <a:pt x="55" y="6"/>
                    </a:cubicBezTo>
                    <a:cubicBezTo>
                      <a:pt x="57" y="7"/>
                      <a:pt x="59" y="9"/>
                      <a:pt x="59" y="12"/>
                    </a:cubicBezTo>
                    <a:cubicBezTo>
                      <a:pt x="59" y="14"/>
                      <a:pt x="57" y="17"/>
                      <a:pt x="55" y="18"/>
                    </a:cubicBezTo>
                    <a:lnTo>
                      <a:pt x="55" y="23"/>
                    </a:lnTo>
                    <a:close/>
                    <a:moveTo>
                      <a:pt x="27" y="32"/>
                    </a:moveTo>
                    <a:cubicBezTo>
                      <a:pt x="35" y="32"/>
                      <a:pt x="43" y="28"/>
                      <a:pt x="48" y="22"/>
                    </a:cubicBezTo>
                    <a:cubicBezTo>
                      <a:pt x="49" y="23"/>
                      <a:pt x="51" y="23"/>
                      <a:pt x="53" y="23"/>
                    </a:cubicBezTo>
                    <a:cubicBezTo>
                      <a:pt x="53" y="23"/>
                      <a:pt x="54" y="23"/>
                      <a:pt x="55" y="23"/>
                    </a:cubicBezTo>
                    <a:cubicBezTo>
                      <a:pt x="55" y="18"/>
                      <a:pt x="55" y="18"/>
                      <a:pt x="55" y="18"/>
                    </a:cubicBezTo>
                    <a:cubicBezTo>
                      <a:pt x="54" y="18"/>
                      <a:pt x="53" y="18"/>
                      <a:pt x="53" y="18"/>
                    </a:cubicBezTo>
                    <a:cubicBezTo>
                      <a:pt x="52" y="18"/>
                      <a:pt x="51" y="18"/>
                      <a:pt x="51" y="18"/>
                    </a:cubicBezTo>
                    <a:cubicBezTo>
                      <a:pt x="52" y="14"/>
                      <a:pt x="54" y="10"/>
                      <a:pt x="54" y="5"/>
                    </a:cubicBezTo>
                    <a:cubicBezTo>
                      <a:pt x="54" y="5"/>
                      <a:pt x="54" y="5"/>
                      <a:pt x="54" y="5"/>
                    </a:cubicBezTo>
                    <a:cubicBezTo>
                      <a:pt x="54" y="5"/>
                      <a:pt x="54" y="5"/>
                      <a:pt x="54" y="5"/>
                    </a:cubicBezTo>
                    <a:cubicBezTo>
                      <a:pt x="54" y="5"/>
                      <a:pt x="54" y="6"/>
                      <a:pt x="55" y="6"/>
                    </a:cubicBezTo>
                    <a:cubicBezTo>
                      <a:pt x="55" y="1"/>
                      <a:pt x="55" y="1"/>
                      <a:pt x="55" y="1"/>
                    </a:cubicBezTo>
                    <a:cubicBezTo>
                      <a:pt x="54" y="0"/>
                      <a:pt x="54" y="0"/>
                      <a:pt x="53" y="0"/>
                    </a:cubicBezTo>
                    <a:cubicBezTo>
                      <a:pt x="53" y="0"/>
                      <a:pt x="53" y="0"/>
                      <a:pt x="53" y="0"/>
                    </a:cubicBezTo>
                    <a:cubicBezTo>
                      <a:pt x="1" y="0"/>
                      <a:pt x="1" y="0"/>
                      <a:pt x="1" y="0"/>
                    </a:cubicBezTo>
                    <a:cubicBezTo>
                      <a:pt x="0" y="2"/>
                      <a:pt x="0" y="4"/>
                      <a:pt x="0" y="5"/>
                    </a:cubicBezTo>
                    <a:cubicBezTo>
                      <a:pt x="0" y="20"/>
                      <a:pt x="12" y="32"/>
                      <a:pt x="2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7" name="Rectangle 236"/>
              <p:cNvSpPr>
                <a:spLocks noChangeArrowheads="1"/>
              </p:cNvSpPr>
              <p:nvPr/>
            </p:nvSpPr>
            <p:spPr bwMode="auto">
              <a:xfrm>
                <a:off x="-4738688" y="6826250"/>
                <a:ext cx="217488"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8" name="Freeform 237"/>
              <p:cNvSpPr>
                <a:spLocks/>
              </p:cNvSpPr>
              <p:nvPr/>
            </p:nvSpPr>
            <p:spPr bwMode="auto">
              <a:xfrm>
                <a:off x="-4689475"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09" name="Freeform 238"/>
              <p:cNvSpPr>
                <a:spLocks/>
              </p:cNvSpPr>
              <p:nvPr/>
            </p:nvSpPr>
            <p:spPr bwMode="auto">
              <a:xfrm>
                <a:off x="-4633913"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0" name="Oval 239"/>
              <p:cNvSpPr>
                <a:spLocks noChangeArrowheads="1"/>
              </p:cNvSpPr>
              <p:nvPr/>
            </p:nvSpPr>
            <p:spPr bwMode="auto">
              <a:xfrm>
                <a:off x="-1335088" y="2593975"/>
                <a:ext cx="22225" cy="26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1" name="Oval 240"/>
              <p:cNvSpPr>
                <a:spLocks noChangeArrowheads="1"/>
              </p:cNvSpPr>
              <p:nvPr/>
            </p:nvSpPr>
            <p:spPr bwMode="auto">
              <a:xfrm>
                <a:off x="-1312863" y="2568575"/>
                <a:ext cx="2222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2" name="Oval 241"/>
              <p:cNvSpPr>
                <a:spLocks noChangeArrowheads="1"/>
              </p:cNvSpPr>
              <p:nvPr/>
            </p:nvSpPr>
            <p:spPr bwMode="auto">
              <a:xfrm>
                <a:off x="-1331913" y="2533650"/>
                <a:ext cx="14288"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3" name="Oval 242"/>
              <p:cNvSpPr>
                <a:spLocks noChangeArrowheads="1"/>
              </p:cNvSpPr>
              <p:nvPr/>
            </p:nvSpPr>
            <p:spPr bwMode="auto">
              <a:xfrm>
                <a:off x="-1335088" y="2478087"/>
                <a:ext cx="22225" cy="254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4" name="Freeform 243"/>
              <p:cNvSpPr>
                <a:spLocks noEditPoints="1"/>
              </p:cNvSpPr>
              <p:nvPr/>
            </p:nvSpPr>
            <p:spPr bwMode="auto">
              <a:xfrm>
                <a:off x="-1373188" y="2365375"/>
                <a:ext cx="127000" cy="285750"/>
              </a:xfrm>
              <a:custGeom>
                <a:avLst/>
                <a:gdLst>
                  <a:gd name="T0" fmla="*/ 19 w 34"/>
                  <a:gd name="T1" fmla="*/ 4 h 76"/>
                  <a:gd name="T2" fmla="*/ 18 w 34"/>
                  <a:gd name="T3" fmla="*/ 7 h 76"/>
                  <a:gd name="T4" fmla="*/ 18 w 34"/>
                  <a:gd name="T5" fmla="*/ 11 h 76"/>
                  <a:gd name="T6" fmla="*/ 16 w 34"/>
                  <a:gd name="T7" fmla="*/ 11 h 76"/>
                  <a:gd name="T8" fmla="*/ 16 w 34"/>
                  <a:gd name="T9" fmla="*/ 25 h 76"/>
                  <a:gd name="T10" fmla="*/ 18 w 34"/>
                  <a:gd name="T11" fmla="*/ 25 h 76"/>
                  <a:gd name="T12" fmla="*/ 18 w 34"/>
                  <a:gd name="T13" fmla="*/ 35 h 76"/>
                  <a:gd name="T14" fmla="*/ 18 w 34"/>
                  <a:gd name="T15" fmla="*/ 39 h 76"/>
                  <a:gd name="T16" fmla="*/ 21 w 34"/>
                  <a:gd name="T17" fmla="*/ 42 h 76"/>
                  <a:gd name="T18" fmla="*/ 21 w 34"/>
                  <a:gd name="T19" fmla="*/ 42 h 76"/>
                  <a:gd name="T20" fmla="*/ 24 w 34"/>
                  <a:gd name="T21" fmla="*/ 39 h 76"/>
                  <a:gd name="T22" fmla="*/ 24 w 34"/>
                  <a:gd name="T23" fmla="*/ 25 h 76"/>
                  <a:gd name="T24" fmla="*/ 26 w 34"/>
                  <a:gd name="T25" fmla="*/ 25 h 76"/>
                  <a:gd name="T26" fmla="*/ 26 w 34"/>
                  <a:gd name="T27" fmla="*/ 25 h 76"/>
                  <a:gd name="T28" fmla="*/ 26 w 34"/>
                  <a:gd name="T29" fmla="*/ 69 h 76"/>
                  <a:gd name="T30" fmla="*/ 16 w 34"/>
                  <a:gd name="T31" fmla="*/ 69 h 76"/>
                  <a:gd name="T32" fmla="*/ 16 w 34"/>
                  <a:gd name="T33" fmla="*/ 76 h 76"/>
                  <a:gd name="T34" fmla="*/ 32 w 34"/>
                  <a:gd name="T35" fmla="*/ 76 h 76"/>
                  <a:gd name="T36" fmla="*/ 32 w 34"/>
                  <a:gd name="T37" fmla="*/ 11 h 76"/>
                  <a:gd name="T38" fmla="*/ 24 w 34"/>
                  <a:gd name="T39" fmla="*/ 11 h 76"/>
                  <a:gd name="T40" fmla="*/ 24 w 34"/>
                  <a:gd name="T41" fmla="*/ 8 h 76"/>
                  <a:gd name="T42" fmla="*/ 31 w 34"/>
                  <a:gd name="T43" fmla="*/ 6 h 76"/>
                  <a:gd name="T44" fmla="*/ 34 w 34"/>
                  <a:gd name="T45" fmla="*/ 3 h 76"/>
                  <a:gd name="T46" fmla="*/ 30 w 34"/>
                  <a:gd name="T47" fmla="*/ 0 h 76"/>
                  <a:gd name="T48" fmla="*/ 21 w 34"/>
                  <a:gd name="T49" fmla="*/ 3 h 76"/>
                  <a:gd name="T50" fmla="*/ 19 w 34"/>
                  <a:gd name="T51" fmla="*/ 4 h 76"/>
                  <a:gd name="T52" fmla="*/ 16 w 34"/>
                  <a:gd name="T53" fmla="*/ 11 h 76"/>
                  <a:gd name="T54" fmla="*/ 0 w 34"/>
                  <a:gd name="T55" fmla="*/ 11 h 76"/>
                  <a:gd name="T56" fmla="*/ 0 w 34"/>
                  <a:gd name="T57" fmla="*/ 76 h 76"/>
                  <a:gd name="T58" fmla="*/ 16 w 34"/>
                  <a:gd name="T59" fmla="*/ 76 h 76"/>
                  <a:gd name="T60" fmla="*/ 16 w 34"/>
                  <a:gd name="T61" fmla="*/ 69 h 76"/>
                  <a:gd name="T62" fmla="*/ 7 w 34"/>
                  <a:gd name="T63" fmla="*/ 69 h 76"/>
                  <a:gd name="T64" fmla="*/ 7 w 34"/>
                  <a:gd name="T65" fmla="*/ 25 h 76"/>
                  <a:gd name="T66" fmla="*/ 16 w 34"/>
                  <a:gd name="T67" fmla="*/ 25 h 76"/>
                  <a:gd name="T68" fmla="*/ 16 w 34"/>
                  <a:gd name="T69" fmla="*/ 1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 h="76">
                    <a:moveTo>
                      <a:pt x="19" y="4"/>
                    </a:moveTo>
                    <a:cubicBezTo>
                      <a:pt x="18" y="5"/>
                      <a:pt x="18" y="6"/>
                      <a:pt x="18" y="7"/>
                    </a:cubicBezTo>
                    <a:cubicBezTo>
                      <a:pt x="18" y="7"/>
                      <a:pt x="18" y="9"/>
                      <a:pt x="18" y="11"/>
                    </a:cubicBezTo>
                    <a:cubicBezTo>
                      <a:pt x="16" y="11"/>
                      <a:pt x="16" y="11"/>
                      <a:pt x="16" y="11"/>
                    </a:cubicBezTo>
                    <a:cubicBezTo>
                      <a:pt x="16" y="25"/>
                      <a:pt x="16" y="25"/>
                      <a:pt x="16" y="25"/>
                    </a:cubicBezTo>
                    <a:cubicBezTo>
                      <a:pt x="18" y="25"/>
                      <a:pt x="18" y="25"/>
                      <a:pt x="18" y="25"/>
                    </a:cubicBezTo>
                    <a:cubicBezTo>
                      <a:pt x="18" y="30"/>
                      <a:pt x="18" y="34"/>
                      <a:pt x="18" y="35"/>
                    </a:cubicBezTo>
                    <a:cubicBezTo>
                      <a:pt x="18" y="36"/>
                      <a:pt x="18" y="39"/>
                      <a:pt x="18" y="39"/>
                    </a:cubicBezTo>
                    <a:cubicBezTo>
                      <a:pt x="18" y="41"/>
                      <a:pt x="19" y="42"/>
                      <a:pt x="21" y="42"/>
                    </a:cubicBezTo>
                    <a:cubicBezTo>
                      <a:pt x="21" y="42"/>
                      <a:pt x="21" y="42"/>
                      <a:pt x="21" y="42"/>
                    </a:cubicBezTo>
                    <a:cubicBezTo>
                      <a:pt x="23" y="42"/>
                      <a:pt x="24" y="41"/>
                      <a:pt x="24" y="39"/>
                    </a:cubicBezTo>
                    <a:cubicBezTo>
                      <a:pt x="24" y="25"/>
                      <a:pt x="24" y="25"/>
                      <a:pt x="24" y="25"/>
                    </a:cubicBezTo>
                    <a:cubicBezTo>
                      <a:pt x="26" y="25"/>
                      <a:pt x="26" y="25"/>
                      <a:pt x="26" y="25"/>
                    </a:cubicBezTo>
                    <a:cubicBezTo>
                      <a:pt x="26" y="25"/>
                      <a:pt x="26" y="25"/>
                      <a:pt x="26" y="25"/>
                    </a:cubicBezTo>
                    <a:cubicBezTo>
                      <a:pt x="26" y="69"/>
                      <a:pt x="26" y="69"/>
                      <a:pt x="26" y="69"/>
                    </a:cubicBezTo>
                    <a:cubicBezTo>
                      <a:pt x="16" y="69"/>
                      <a:pt x="16" y="69"/>
                      <a:pt x="16" y="69"/>
                    </a:cubicBezTo>
                    <a:cubicBezTo>
                      <a:pt x="16" y="76"/>
                      <a:pt x="16" y="76"/>
                      <a:pt x="16" y="76"/>
                    </a:cubicBezTo>
                    <a:cubicBezTo>
                      <a:pt x="32" y="76"/>
                      <a:pt x="32" y="76"/>
                      <a:pt x="32" y="76"/>
                    </a:cubicBezTo>
                    <a:cubicBezTo>
                      <a:pt x="32" y="11"/>
                      <a:pt x="32" y="11"/>
                      <a:pt x="32" y="11"/>
                    </a:cubicBezTo>
                    <a:cubicBezTo>
                      <a:pt x="24" y="11"/>
                      <a:pt x="24" y="11"/>
                      <a:pt x="24" y="11"/>
                    </a:cubicBezTo>
                    <a:cubicBezTo>
                      <a:pt x="24" y="8"/>
                      <a:pt x="24" y="8"/>
                      <a:pt x="24" y="8"/>
                    </a:cubicBezTo>
                    <a:cubicBezTo>
                      <a:pt x="31" y="6"/>
                      <a:pt x="31" y="6"/>
                      <a:pt x="31" y="6"/>
                    </a:cubicBezTo>
                    <a:cubicBezTo>
                      <a:pt x="33" y="6"/>
                      <a:pt x="34" y="4"/>
                      <a:pt x="34" y="3"/>
                    </a:cubicBezTo>
                    <a:cubicBezTo>
                      <a:pt x="33" y="1"/>
                      <a:pt x="32" y="0"/>
                      <a:pt x="30" y="0"/>
                    </a:cubicBezTo>
                    <a:cubicBezTo>
                      <a:pt x="30" y="1"/>
                      <a:pt x="22" y="2"/>
                      <a:pt x="21" y="3"/>
                    </a:cubicBezTo>
                    <a:cubicBezTo>
                      <a:pt x="20" y="3"/>
                      <a:pt x="19" y="3"/>
                      <a:pt x="19" y="4"/>
                    </a:cubicBezTo>
                    <a:close/>
                    <a:moveTo>
                      <a:pt x="16" y="11"/>
                    </a:moveTo>
                    <a:cubicBezTo>
                      <a:pt x="0" y="11"/>
                      <a:pt x="0" y="11"/>
                      <a:pt x="0" y="11"/>
                    </a:cubicBezTo>
                    <a:cubicBezTo>
                      <a:pt x="0" y="76"/>
                      <a:pt x="0" y="76"/>
                      <a:pt x="0" y="76"/>
                    </a:cubicBezTo>
                    <a:cubicBezTo>
                      <a:pt x="16" y="76"/>
                      <a:pt x="16" y="76"/>
                      <a:pt x="16" y="76"/>
                    </a:cubicBezTo>
                    <a:cubicBezTo>
                      <a:pt x="16" y="69"/>
                      <a:pt x="16" y="69"/>
                      <a:pt x="16" y="69"/>
                    </a:cubicBezTo>
                    <a:cubicBezTo>
                      <a:pt x="7" y="69"/>
                      <a:pt x="7" y="69"/>
                      <a:pt x="7" y="69"/>
                    </a:cubicBezTo>
                    <a:cubicBezTo>
                      <a:pt x="7" y="25"/>
                      <a:pt x="7" y="25"/>
                      <a:pt x="7" y="25"/>
                    </a:cubicBezTo>
                    <a:cubicBezTo>
                      <a:pt x="16" y="25"/>
                      <a:pt x="16" y="25"/>
                      <a:pt x="16" y="25"/>
                    </a:cubicBezTo>
                    <a:lnTo>
                      <a:pt x="16"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5" name="Freeform 244"/>
              <p:cNvSpPr>
                <a:spLocks noEditPoints="1"/>
              </p:cNvSpPr>
              <p:nvPr/>
            </p:nvSpPr>
            <p:spPr bwMode="auto">
              <a:xfrm>
                <a:off x="-5715000" y="2214562"/>
                <a:ext cx="209550" cy="211138"/>
              </a:xfrm>
              <a:custGeom>
                <a:avLst/>
                <a:gdLst>
                  <a:gd name="T0" fmla="*/ 28 w 56"/>
                  <a:gd name="T1" fmla="*/ 56 h 56"/>
                  <a:gd name="T2" fmla="*/ 32 w 56"/>
                  <a:gd name="T3" fmla="*/ 56 h 56"/>
                  <a:gd name="T4" fmla="*/ 32 w 56"/>
                  <a:gd name="T5" fmla="*/ 51 h 56"/>
                  <a:gd name="T6" fmla="*/ 42 w 56"/>
                  <a:gd name="T7" fmla="*/ 48 h 56"/>
                  <a:gd name="T8" fmla="*/ 44 w 56"/>
                  <a:gd name="T9" fmla="*/ 51 h 56"/>
                  <a:gd name="T10" fmla="*/ 51 w 56"/>
                  <a:gd name="T11" fmla="*/ 44 h 56"/>
                  <a:gd name="T12" fmla="*/ 48 w 56"/>
                  <a:gd name="T13" fmla="*/ 42 h 56"/>
                  <a:gd name="T14" fmla="*/ 51 w 56"/>
                  <a:gd name="T15" fmla="*/ 32 h 56"/>
                  <a:gd name="T16" fmla="*/ 56 w 56"/>
                  <a:gd name="T17" fmla="*/ 32 h 56"/>
                  <a:gd name="T18" fmla="*/ 56 w 56"/>
                  <a:gd name="T19" fmla="*/ 24 h 56"/>
                  <a:gd name="T20" fmla="*/ 51 w 56"/>
                  <a:gd name="T21" fmla="*/ 24 h 56"/>
                  <a:gd name="T22" fmla="*/ 48 w 56"/>
                  <a:gd name="T23" fmla="*/ 14 h 56"/>
                  <a:gd name="T24" fmla="*/ 51 w 56"/>
                  <a:gd name="T25" fmla="*/ 11 h 56"/>
                  <a:gd name="T26" fmla="*/ 44 w 56"/>
                  <a:gd name="T27" fmla="*/ 5 h 56"/>
                  <a:gd name="T28" fmla="*/ 42 w 56"/>
                  <a:gd name="T29" fmla="*/ 8 h 56"/>
                  <a:gd name="T30" fmla="*/ 32 w 56"/>
                  <a:gd name="T31" fmla="*/ 4 h 56"/>
                  <a:gd name="T32" fmla="*/ 32 w 56"/>
                  <a:gd name="T33" fmla="*/ 0 h 56"/>
                  <a:gd name="T34" fmla="*/ 28 w 56"/>
                  <a:gd name="T35" fmla="*/ 0 h 56"/>
                  <a:gd name="T36" fmla="*/ 28 w 56"/>
                  <a:gd name="T37" fmla="*/ 10 h 56"/>
                  <a:gd name="T38" fmla="*/ 46 w 56"/>
                  <a:gd name="T39" fmla="*/ 28 h 56"/>
                  <a:gd name="T40" fmla="*/ 28 w 56"/>
                  <a:gd name="T41" fmla="*/ 46 h 56"/>
                  <a:gd name="T42" fmla="*/ 28 w 56"/>
                  <a:gd name="T43" fmla="*/ 56 h 56"/>
                  <a:gd name="T44" fmla="*/ 8 w 56"/>
                  <a:gd name="T45" fmla="*/ 42 h 56"/>
                  <a:gd name="T46" fmla="*/ 5 w 56"/>
                  <a:gd name="T47" fmla="*/ 44 h 56"/>
                  <a:gd name="T48" fmla="*/ 11 w 56"/>
                  <a:gd name="T49" fmla="*/ 51 h 56"/>
                  <a:gd name="T50" fmla="*/ 14 w 56"/>
                  <a:gd name="T51" fmla="*/ 48 h 56"/>
                  <a:gd name="T52" fmla="*/ 24 w 56"/>
                  <a:gd name="T53" fmla="*/ 51 h 56"/>
                  <a:gd name="T54" fmla="*/ 24 w 56"/>
                  <a:gd name="T55" fmla="*/ 56 h 56"/>
                  <a:gd name="T56" fmla="*/ 28 w 56"/>
                  <a:gd name="T57" fmla="*/ 56 h 56"/>
                  <a:gd name="T58" fmla="*/ 28 w 56"/>
                  <a:gd name="T59" fmla="*/ 46 h 56"/>
                  <a:gd name="T60" fmla="*/ 28 w 56"/>
                  <a:gd name="T61" fmla="*/ 46 h 56"/>
                  <a:gd name="T62" fmla="*/ 10 w 56"/>
                  <a:gd name="T63" fmla="*/ 28 h 56"/>
                  <a:gd name="T64" fmla="*/ 28 w 56"/>
                  <a:gd name="T65" fmla="*/ 10 h 56"/>
                  <a:gd name="T66" fmla="*/ 28 w 56"/>
                  <a:gd name="T67" fmla="*/ 10 h 56"/>
                  <a:gd name="T68" fmla="*/ 28 w 56"/>
                  <a:gd name="T69" fmla="*/ 10 h 56"/>
                  <a:gd name="T70" fmla="*/ 28 w 56"/>
                  <a:gd name="T71" fmla="*/ 0 h 56"/>
                  <a:gd name="T72" fmla="*/ 24 w 56"/>
                  <a:gd name="T73" fmla="*/ 0 h 56"/>
                  <a:gd name="T74" fmla="*/ 24 w 56"/>
                  <a:gd name="T75" fmla="*/ 4 h 56"/>
                  <a:gd name="T76" fmla="*/ 14 w 56"/>
                  <a:gd name="T77" fmla="*/ 8 h 56"/>
                  <a:gd name="T78" fmla="*/ 11 w 56"/>
                  <a:gd name="T79" fmla="*/ 5 h 56"/>
                  <a:gd name="T80" fmla="*/ 5 w 56"/>
                  <a:gd name="T81" fmla="*/ 11 h 56"/>
                  <a:gd name="T82" fmla="*/ 8 w 56"/>
                  <a:gd name="T83" fmla="*/ 14 h 56"/>
                  <a:gd name="T84" fmla="*/ 4 w 56"/>
                  <a:gd name="T85" fmla="*/ 24 h 56"/>
                  <a:gd name="T86" fmla="*/ 0 w 56"/>
                  <a:gd name="T87" fmla="*/ 24 h 56"/>
                  <a:gd name="T88" fmla="*/ 0 w 56"/>
                  <a:gd name="T89" fmla="*/ 32 h 56"/>
                  <a:gd name="T90" fmla="*/ 4 w 56"/>
                  <a:gd name="T91" fmla="*/ 32 h 56"/>
                  <a:gd name="T92" fmla="*/ 8 w 56"/>
                  <a:gd name="T93"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 h="56">
                    <a:moveTo>
                      <a:pt x="28" y="56"/>
                    </a:moveTo>
                    <a:cubicBezTo>
                      <a:pt x="32" y="56"/>
                      <a:pt x="32" y="56"/>
                      <a:pt x="32" y="56"/>
                    </a:cubicBezTo>
                    <a:cubicBezTo>
                      <a:pt x="32" y="51"/>
                      <a:pt x="32" y="51"/>
                      <a:pt x="32" y="51"/>
                    </a:cubicBezTo>
                    <a:cubicBezTo>
                      <a:pt x="36" y="51"/>
                      <a:pt x="39" y="50"/>
                      <a:pt x="42" y="48"/>
                    </a:cubicBezTo>
                    <a:cubicBezTo>
                      <a:pt x="44" y="51"/>
                      <a:pt x="44" y="51"/>
                      <a:pt x="44" y="51"/>
                    </a:cubicBezTo>
                    <a:cubicBezTo>
                      <a:pt x="51" y="44"/>
                      <a:pt x="51" y="44"/>
                      <a:pt x="51" y="44"/>
                    </a:cubicBezTo>
                    <a:cubicBezTo>
                      <a:pt x="48" y="42"/>
                      <a:pt x="48" y="42"/>
                      <a:pt x="48" y="42"/>
                    </a:cubicBezTo>
                    <a:cubicBezTo>
                      <a:pt x="50" y="39"/>
                      <a:pt x="51" y="36"/>
                      <a:pt x="51" y="32"/>
                    </a:cubicBezTo>
                    <a:cubicBezTo>
                      <a:pt x="56" y="32"/>
                      <a:pt x="56" y="32"/>
                      <a:pt x="56" y="32"/>
                    </a:cubicBezTo>
                    <a:cubicBezTo>
                      <a:pt x="56" y="24"/>
                      <a:pt x="56" y="24"/>
                      <a:pt x="56" y="24"/>
                    </a:cubicBezTo>
                    <a:cubicBezTo>
                      <a:pt x="51" y="24"/>
                      <a:pt x="51" y="24"/>
                      <a:pt x="51" y="24"/>
                    </a:cubicBezTo>
                    <a:cubicBezTo>
                      <a:pt x="51" y="20"/>
                      <a:pt x="50" y="17"/>
                      <a:pt x="48" y="14"/>
                    </a:cubicBezTo>
                    <a:cubicBezTo>
                      <a:pt x="51" y="11"/>
                      <a:pt x="51" y="11"/>
                      <a:pt x="51" y="11"/>
                    </a:cubicBezTo>
                    <a:cubicBezTo>
                      <a:pt x="44" y="5"/>
                      <a:pt x="44" y="5"/>
                      <a:pt x="44" y="5"/>
                    </a:cubicBezTo>
                    <a:cubicBezTo>
                      <a:pt x="42" y="8"/>
                      <a:pt x="42" y="8"/>
                      <a:pt x="42" y="8"/>
                    </a:cubicBezTo>
                    <a:cubicBezTo>
                      <a:pt x="39" y="6"/>
                      <a:pt x="36" y="5"/>
                      <a:pt x="32" y="4"/>
                    </a:cubicBezTo>
                    <a:cubicBezTo>
                      <a:pt x="32" y="0"/>
                      <a:pt x="32" y="0"/>
                      <a:pt x="32" y="0"/>
                    </a:cubicBezTo>
                    <a:cubicBezTo>
                      <a:pt x="28" y="0"/>
                      <a:pt x="28" y="0"/>
                      <a:pt x="28" y="0"/>
                    </a:cubicBezTo>
                    <a:cubicBezTo>
                      <a:pt x="28" y="10"/>
                      <a:pt x="28" y="10"/>
                      <a:pt x="28" y="10"/>
                    </a:cubicBezTo>
                    <a:cubicBezTo>
                      <a:pt x="38" y="10"/>
                      <a:pt x="46" y="18"/>
                      <a:pt x="46" y="28"/>
                    </a:cubicBezTo>
                    <a:cubicBezTo>
                      <a:pt x="46" y="38"/>
                      <a:pt x="38" y="46"/>
                      <a:pt x="28" y="46"/>
                    </a:cubicBezTo>
                    <a:lnTo>
                      <a:pt x="28" y="56"/>
                    </a:lnTo>
                    <a:close/>
                    <a:moveTo>
                      <a:pt x="8" y="42"/>
                    </a:moveTo>
                    <a:cubicBezTo>
                      <a:pt x="5" y="44"/>
                      <a:pt x="5" y="44"/>
                      <a:pt x="5" y="44"/>
                    </a:cubicBezTo>
                    <a:cubicBezTo>
                      <a:pt x="11" y="51"/>
                      <a:pt x="11" y="51"/>
                      <a:pt x="11" y="51"/>
                    </a:cubicBezTo>
                    <a:cubicBezTo>
                      <a:pt x="14" y="48"/>
                      <a:pt x="14" y="48"/>
                      <a:pt x="14" y="48"/>
                    </a:cubicBezTo>
                    <a:cubicBezTo>
                      <a:pt x="17" y="50"/>
                      <a:pt x="20" y="51"/>
                      <a:pt x="24" y="51"/>
                    </a:cubicBezTo>
                    <a:cubicBezTo>
                      <a:pt x="24" y="56"/>
                      <a:pt x="24" y="56"/>
                      <a:pt x="24" y="56"/>
                    </a:cubicBezTo>
                    <a:cubicBezTo>
                      <a:pt x="28" y="56"/>
                      <a:pt x="28" y="56"/>
                      <a:pt x="28" y="56"/>
                    </a:cubicBezTo>
                    <a:cubicBezTo>
                      <a:pt x="28" y="46"/>
                      <a:pt x="28" y="46"/>
                      <a:pt x="28" y="46"/>
                    </a:cubicBezTo>
                    <a:cubicBezTo>
                      <a:pt x="28" y="46"/>
                      <a:pt x="28" y="46"/>
                      <a:pt x="28" y="46"/>
                    </a:cubicBezTo>
                    <a:cubicBezTo>
                      <a:pt x="18" y="46"/>
                      <a:pt x="10" y="38"/>
                      <a:pt x="10" y="28"/>
                    </a:cubicBezTo>
                    <a:cubicBezTo>
                      <a:pt x="10" y="18"/>
                      <a:pt x="18" y="10"/>
                      <a:pt x="28" y="10"/>
                    </a:cubicBezTo>
                    <a:cubicBezTo>
                      <a:pt x="28" y="10"/>
                      <a:pt x="28" y="10"/>
                      <a:pt x="28" y="10"/>
                    </a:cubicBezTo>
                    <a:cubicBezTo>
                      <a:pt x="28" y="10"/>
                      <a:pt x="28" y="10"/>
                      <a:pt x="28" y="10"/>
                    </a:cubicBezTo>
                    <a:cubicBezTo>
                      <a:pt x="28" y="0"/>
                      <a:pt x="28" y="0"/>
                      <a:pt x="28" y="0"/>
                    </a:cubicBezTo>
                    <a:cubicBezTo>
                      <a:pt x="24" y="0"/>
                      <a:pt x="24" y="0"/>
                      <a:pt x="24" y="0"/>
                    </a:cubicBezTo>
                    <a:cubicBezTo>
                      <a:pt x="24" y="4"/>
                      <a:pt x="24" y="4"/>
                      <a:pt x="24" y="4"/>
                    </a:cubicBezTo>
                    <a:cubicBezTo>
                      <a:pt x="20" y="5"/>
                      <a:pt x="17" y="6"/>
                      <a:pt x="14" y="8"/>
                    </a:cubicBezTo>
                    <a:cubicBezTo>
                      <a:pt x="11" y="5"/>
                      <a:pt x="11" y="5"/>
                      <a:pt x="11" y="5"/>
                    </a:cubicBezTo>
                    <a:cubicBezTo>
                      <a:pt x="5" y="11"/>
                      <a:pt x="5" y="11"/>
                      <a:pt x="5" y="11"/>
                    </a:cubicBezTo>
                    <a:cubicBezTo>
                      <a:pt x="8" y="14"/>
                      <a:pt x="8" y="14"/>
                      <a:pt x="8" y="14"/>
                    </a:cubicBezTo>
                    <a:cubicBezTo>
                      <a:pt x="6" y="17"/>
                      <a:pt x="5" y="20"/>
                      <a:pt x="4" y="24"/>
                    </a:cubicBezTo>
                    <a:cubicBezTo>
                      <a:pt x="0" y="24"/>
                      <a:pt x="0" y="24"/>
                      <a:pt x="0" y="24"/>
                    </a:cubicBezTo>
                    <a:cubicBezTo>
                      <a:pt x="0" y="32"/>
                      <a:pt x="0" y="32"/>
                      <a:pt x="0" y="32"/>
                    </a:cubicBezTo>
                    <a:cubicBezTo>
                      <a:pt x="4" y="32"/>
                      <a:pt x="4" y="32"/>
                      <a:pt x="4" y="32"/>
                    </a:cubicBezTo>
                    <a:cubicBezTo>
                      <a:pt x="5" y="36"/>
                      <a:pt x="6" y="39"/>
                      <a:pt x="8"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6" name="Oval 245"/>
              <p:cNvSpPr>
                <a:spLocks noChangeArrowheads="1"/>
              </p:cNvSpPr>
              <p:nvPr/>
            </p:nvSpPr>
            <p:spPr bwMode="auto">
              <a:xfrm>
                <a:off x="-4352925" y="3479800"/>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7" name="Rectangle 246"/>
              <p:cNvSpPr>
                <a:spLocks noChangeArrowheads="1"/>
              </p:cNvSpPr>
              <p:nvPr/>
            </p:nvSpPr>
            <p:spPr bwMode="auto">
              <a:xfrm>
                <a:off x="-4284663" y="3443287"/>
                <a:ext cx="1905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8" name="Rectangle 247"/>
              <p:cNvSpPr>
                <a:spLocks noChangeArrowheads="1"/>
              </p:cNvSpPr>
              <p:nvPr/>
            </p:nvSpPr>
            <p:spPr bwMode="auto">
              <a:xfrm>
                <a:off x="-4191000" y="3544887"/>
                <a:ext cx="26988"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19" name="Rectangle 248"/>
              <p:cNvSpPr>
                <a:spLocks noChangeArrowheads="1"/>
              </p:cNvSpPr>
              <p:nvPr/>
            </p:nvSpPr>
            <p:spPr bwMode="auto">
              <a:xfrm>
                <a:off x="-4284663" y="3641725"/>
                <a:ext cx="19050"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0" name="Rectangle 249"/>
              <p:cNvSpPr>
                <a:spLocks noChangeArrowheads="1"/>
              </p:cNvSpPr>
              <p:nvPr/>
            </p:nvSpPr>
            <p:spPr bwMode="auto">
              <a:xfrm>
                <a:off x="-4389438" y="3544887"/>
                <a:ext cx="2540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1" name="Freeform 250"/>
              <p:cNvSpPr>
                <a:spLocks/>
              </p:cNvSpPr>
              <p:nvPr/>
            </p:nvSpPr>
            <p:spPr bwMode="auto">
              <a:xfrm>
                <a:off x="-4221163" y="3468687"/>
                <a:ext cx="30163" cy="30163"/>
              </a:xfrm>
              <a:custGeom>
                <a:avLst/>
                <a:gdLst>
                  <a:gd name="T0" fmla="*/ 19 w 19"/>
                  <a:gd name="T1" fmla="*/ 7 h 19"/>
                  <a:gd name="T2" fmla="*/ 7 w 19"/>
                  <a:gd name="T3" fmla="*/ 19 h 19"/>
                  <a:gd name="T4" fmla="*/ 0 w 19"/>
                  <a:gd name="T5" fmla="*/ 12 h 19"/>
                  <a:gd name="T6" fmla="*/ 12 w 19"/>
                  <a:gd name="T7" fmla="*/ 0 h 19"/>
                  <a:gd name="T8" fmla="*/ 19 w 19"/>
                  <a:gd name="T9" fmla="*/ 7 h 19"/>
                </a:gdLst>
                <a:ahLst/>
                <a:cxnLst>
                  <a:cxn ang="0">
                    <a:pos x="T0" y="T1"/>
                  </a:cxn>
                  <a:cxn ang="0">
                    <a:pos x="T2" y="T3"/>
                  </a:cxn>
                  <a:cxn ang="0">
                    <a:pos x="T4" y="T5"/>
                  </a:cxn>
                  <a:cxn ang="0">
                    <a:pos x="T6" y="T7"/>
                  </a:cxn>
                  <a:cxn ang="0">
                    <a:pos x="T8" y="T9"/>
                  </a:cxn>
                </a:cxnLst>
                <a:rect l="0" t="0" r="r" b="b"/>
                <a:pathLst>
                  <a:path w="19" h="19">
                    <a:moveTo>
                      <a:pt x="19" y="7"/>
                    </a:moveTo>
                    <a:lnTo>
                      <a:pt x="7" y="19"/>
                    </a:lnTo>
                    <a:lnTo>
                      <a:pt x="0" y="12"/>
                    </a:lnTo>
                    <a:lnTo>
                      <a:pt x="12" y="0"/>
                    </a:lnTo>
                    <a:lnTo>
                      <a:pt x="1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2" name="Freeform 251"/>
              <p:cNvSpPr>
                <a:spLocks/>
              </p:cNvSpPr>
              <p:nvPr/>
            </p:nvSpPr>
            <p:spPr bwMode="auto">
              <a:xfrm>
                <a:off x="-4221163" y="3608387"/>
                <a:ext cx="30163" cy="33338"/>
              </a:xfrm>
              <a:custGeom>
                <a:avLst/>
                <a:gdLst>
                  <a:gd name="T0" fmla="*/ 7 w 19"/>
                  <a:gd name="T1" fmla="*/ 0 h 21"/>
                  <a:gd name="T2" fmla="*/ 19 w 19"/>
                  <a:gd name="T3" fmla="*/ 12 h 21"/>
                  <a:gd name="T4" fmla="*/ 12 w 19"/>
                  <a:gd name="T5" fmla="*/ 21 h 21"/>
                  <a:gd name="T6" fmla="*/ 0 w 19"/>
                  <a:gd name="T7" fmla="*/ 9 h 21"/>
                  <a:gd name="T8" fmla="*/ 7 w 19"/>
                  <a:gd name="T9" fmla="*/ 0 h 21"/>
                </a:gdLst>
                <a:ahLst/>
                <a:cxnLst>
                  <a:cxn ang="0">
                    <a:pos x="T0" y="T1"/>
                  </a:cxn>
                  <a:cxn ang="0">
                    <a:pos x="T2" y="T3"/>
                  </a:cxn>
                  <a:cxn ang="0">
                    <a:pos x="T4" y="T5"/>
                  </a:cxn>
                  <a:cxn ang="0">
                    <a:pos x="T6" y="T7"/>
                  </a:cxn>
                  <a:cxn ang="0">
                    <a:pos x="T8" y="T9"/>
                  </a:cxn>
                </a:cxnLst>
                <a:rect l="0" t="0" r="r" b="b"/>
                <a:pathLst>
                  <a:path w="19" h="21">
                    <a:moveTo>
                      <a:pt x="7" y="0"/>
                    </a:moveTo>
                    <a:lnTo>
                      <a:pt x="19" y="12"/>
                    </a:lnTo>
                    <a:lnTo>
                      <a:pt x="12" y="21"/>
                    </a:lnTo>
                    <a:lnTo>
                      <a:pt x="0" y="9"/>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3" name="Freeform 252"/>
              <p:cNvSpPr>
                <a:spLocks/>
              </p:cNvSpPr>
              <p:nvPr/>
            </p:nvSpPr>
            <p:spPr bwMode="auto">
              <a:xfrm>
                <a:off x="-4364038" y="3608387"/>
                <a:ext cx="34925" cy="33338"/>
              </a:xfrm>
              <a:custGeom>
                <a:avLst/>
                <a:gdLst>
                  <a:gd name="T0" fmla="*/ 12 w 22"/>
                  <a:gd name="T1" fmla="*/ 0 h 21"/>
                  <a:gd name="T2" fmla="*/ 22 w 22"/>
                  <a:gd name="T3" fmla="*/ 9 h 21"/>
                  <a:gd name="T4" fmla="*/ 10 w 22"/>
                  <a:gd name="T5" fmla="*/ 21 h 21"/>
                  <a:gd name="T6" fmla="*/ 0 w 22"/>
                  <a:gd name="T7" fmla="*/ 12 h 21"/>
                  <a:gd name="T8" fmla="*/ 12 w 22"/>
                  <a:gd name="T9" fmla="*/ 0 h 21"/>
                </a:gdLst>
                <a:ahLst/>
                <a:cxnLst>
                  <a:cxn ang="0">
                    <a:pos x="T0" y="T1"/>
                  </a:cxn>
                  <a:cxn ang="0">
                    <a:pos x="T2" y="T3"/>
                  </a:cxn>
                  <a:cxn ang="0">
                    <a:pos x="T4" y="T5"/>
                  </a:cxn>
                  <a:cxn ang="0">
                    <a:pos x="T6" y="T7"/>
                  </a:cxn>
                  <a:cxn ang="0">
                    <a:pos x="T8" y="T9"/>
                  </a:cxn>
                </a:cxnLst>
                <a:rect l="0" t="0" r="r" b="b"/>
                <a:pathLst>
                  <a:path w="22" h="21">
                    <a:moveTo>
                      <a:pt x="12" y="0"/>
                    </a:moveTo>
                    <a:lnTo>
                      <a:pt x="22" y="9"/>
                    </a:lnTo>
                    <a:lnTo>
                      <a:pt x="10" y="21"/>
                    </a:lnTo>
                    <a:lnTo>
                      <a:pt x="0" y="12"/>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4" name="Freeform 253"/>
              <p:cNvSpPr>
                <a:spLocks/>
              </p:cNvSpPr>
              <p:nvPr/>
            </p:nvSpPr>
            <p:spPr bwMode="auto">
              <a:xfrm>
                <a:off x="-4364038" y="3468687"/>
                <a:ext cx="34925" cy="30163"/>
              </a:xfrm>
              <a:custGeom>
                <a:avLst/>
                <a:gdLst>
                  <a:gd name="T0" fmla="*/ 22 w 22"/>
                  <a:gd name="T1" fmla="*/ 12 h 19"/>
                  <a:gd name="T2" fmla="*/ 12 w 22"/>
                  <a:gd name="T3" fmla="*/ 19 h 19"/>
                  <a:gd name="T4" fmla="*/ 0 w 22"/>
                  <a:gd name="T5" fmla="*/ 7 h 19"/>
                  <a:gd name="T6" fmla="*/ 10 w 22"/>
                  <a:gd name="T7" fmla="*/ 0 h 19"/>
                  <a:gd name="T8" fmla="*/ 22 w 22"/>
                  <a:gd name="T9" fmla="*/ 12 h 19"/>
                </a:gdLst>
                <a:ahLst/>
                <a:cxnLst>
                  <a:cxn ang="0">
                    <a:pos x="T0" y="T1"/>
                  </a:cxn>
                  <a:cxn ang="0">
                    <a:pos x="T2" y="T3"/>
                  </a:cxn>
                  <a:cxn ang="0">
                    <a:pos x="T4" y="T5"/>
                  </a:cxn>
                  <a:cxn ang="0">
                    <a:pos x="T6" y="T7"/>
                  </a:cxn>
                  <a:cxn ang="0">
                    <a:pos x="T8" y="T9"/>
                  </a:cxn>
                </a:cxnLst>
                <a:rect l="0" t="0" r="r" b="b"/>
                <a:pathLst>
                  <a:path w="22" h="19">
                    <a:moveTo>
                      <a:pt x="22" y="12"/>
                    </a:moveTo>
                    <a:lnTo>
                      <a:pt x="12" y="19"/>
                    </a:lnTo>
                    <a:lnTo>
                      <a:pt x="0" y="7"/>
                    </a:lnTo>
                    <a:lnTo>
                      <a:pt x="10" y="0"/>
                    </a:lnTo>
                    <a:lnTo>
                      <a:pt x="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5" name="Freeform 254"/>
              <p:cNvSpPr>
                <a:spLocks/>
              </p:cNvSpPr>
              <p:nvPr/>
            </p:nvSpPr>
            <p:spPr bwMode="auto">
              <a:xfrm>
                <a:off x="-4251325" y="3446462"/>
                <a:ext cx="26988" cy="30163"/>
              </a:xfrm>
              <a:custGeom>
                <a:avLst/>
                <a:gdLst>
                  <a:gd name="T0" fmla="*/ 17 w 17"/>
                  <a:gd name="T1" fmla="*/ 5 h 19"/>
                  <a:gd name="T2" fmla="*/ 10 w 17"/>
                  <a:gd name="T3" fmla="*/ 19 h 19"/>
                  <a:gd name="T4" fmla="*/ 0 w 17"/>
                  <a:gd name="T5" fmla="*/ 17 h 19"/>
                  <a:gd name="T6" fmla="*/ 5 w 17"/>
                  <a:gd name="T7" fmla="*/ 0 h 19"/>
                  <a:gd name="T8" fmla="*/ 17 w 17"/>
                  <a:gd name="T9" fmla="*/ 5 h 19"/>
                </a:gdLst>
                <a:ahLst/>
                <a:cxnLst>
                  <a:cxn ang="0">
                    <a:pos x="T0" y="T1"/>
                  </a:cxn>
                  <a:cxn ang="0">
                    <a:pos x="T2" y="T3"/>
                  </a:cxn>
                  <a:cxn ang="0">
                    <a:pos x="T4" y="T5"/>
                  </a:cxn>
                  <a:cxn ang="0">
                    <a:pos x="T6" y="T7"/>
                  </a:cxn>
                  <a:cxn ang="0">
                    <a:pos x="T8" y="T9"/>
                  </a:cxn>
                </a:cxnLst>
                <a:rect l="0" t="0" r="r" b="b"/>
                <a:pathLst>
                  <a:path w="17" h="19">
                    <a:moveTo>
                      <a:pt x="17" y="5"/>
                    </a:moveTo>
                    <a:lnTo>
                      <a:pt x="10" y="19"/>
                    </a:lnTo>
                    <a:lnTo>
                      <a:pt x="0" y="17"/>
                    </a:lnTo>
                    <a:lnTo>
                      <a:pt x="5" y="0"/>
                    </a:lnTo>
                    <a:lnTo>
                      <a:pt x="1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6" name="Freeform 255"/>
              <p:cNvSpPr>
                <a:spLocks/>
              </p:cNvSpPr>
              <p:nvPr/>
            </p:nvSpPr>
            <p:spPr bwMode="auto">
              <a:xfrm>
                <a:off x="-4198938" y="3578225"/>
                <a:ext cx="30163" cy="30163"/>
              </a:xfrm>
              <a:custGeom>
                <a:avLst/>
                <a:gdLst>
                  <a:gd name="T0" fmla="*/ 5 w 19"/>
                  <a:gd name="T1" fmla="*/ 0 h 19"/>
                  <a:gd name="T2" fmla="*/ 19 w 19"/>
                  <a:gd name="T3" fmla="*/ 7 h 19"/>
                  <a:gd name="T4" fmla="*/ 15 w 19"/>
                  <a:gd name="T5" fmla="*/ 19 h 19"/>
                  <a:gd name="T6" fmla="*/ 0 w 19"/>
                  <a:gd name="T7" fmla="*/ 12 h 19"/>
                  <a:gd name="T8" fmla="*/ 5 w 19"/>
                  <a:gd name="T9" fmla="*/ 0 h 19"/>
                </a:gdLst>
                <a:ahLst/>
                <a:cxnLst>
                  <a:cxn ang="0">
                    <a:pos x="T0" y="T1"/>
                  </a:cxn>
                  <a:cxn ang="0">
                    <a:pos x="T2" y="T3"/>
                  </a:cxn>
                  <a:cxn ang="0">
                    <a:pos x="T4" y="T5"/>
                  </a:cxn>
                  <a:cxn ang="0">
                    <a:pos x="T6" y="T7"/>
                  </a:cxn>
                  <a:cxn ang="0">
                    <a:pos x="T8" y="T9"/>
                  </a:cxn>
                </a:cxnLst>
                <a:rect l="0" t="0" r="r" b="b"/>
                <a:pathLst>
                  <a:path w="19" h="19">
                    <a:moveTo>
                      <a:pt x="5" y="0"/>
                    </a:moveTo>
                    <a:lnTo>
                      <a:pt x="19" y="7"/>
                    </a:lnTo>
                    <a:lnTo>
                      <a:pt x="15" y="19"/>
                    </a:lnTo>
                    <a:lnTo>
                      <a:pt x="0" y="12"/>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7" name="Freeform 256"/>
              <p:cNvSpPr>
                <a:spLocks/>
              </p:cNvSpPr>
              <p:nvPr/>
            </p:nvSpPr>
            <p:spPr bwMode="auto">
              <a:xfrm>
                <a:off x="-4329113" y="3630612"/>
                <a:ext cx="30163" cy="33338"/>
              </a:xfrm>
              <a:custGeom>
                <a:avLst/>
                <a:gdLst>
                  <a:gd name="T0" fmla="*/ 19 w 19"/>
                  <a:gd name="T1" fmla="*/ 5 h 21"/>
                  <a:gd name="T2" fmla="*/ 12 w 19"/>
                  <a:gd name="T3" fmla="*/ 21 h 21"/>
                  <a:gd name="T4" fmla="*/ 0 w 19"/>
                  <a:gd name="T5" fmla="*/ 17 h 21"/>
                  <a:gd name="T6" fmla="*/ 7 w 19"/>
                  <a:gd name="T7" fmla="*/ 0 h 21"/>
                  <a:gd name="T8" fmla="*/ 19 w 19"/>
                  <a:gd name="T9" fmla="*/ 5 h 21"/>
                </a:gdLst>
                <a:ahLst/>
                <a:cxnLst>
                  <a:cxn ang="0">
                    <a:pos x="T0" y="T1"/>
                  </a:cxn>
                  <a:cxn ang="0">
                    <a:pos x="T2" y="T3"/>
                  </a:cxn>
                  <a:cxn ang="0">
                    <a:pos x="T4" y="T5"/>
                  </a:cxn>
                  <a:cxn ang="0">
                    <a:pos x="T6" y="T7"/>
                  </a:cxn>
                  <a:cxn ang="0">
                    <a:pos x="T8" y="T9"/>
                  </a:cxn>
                </a:cxnLst>
                <a:rect l="0" t="0" r="r" b="b"/>
                <a:pathLst>
                  <a:path w="19" h="21">
                    <a:moveTo>
                      <a:pt x="19" y="5"/>
                    </a:moveTo>
                    <a:lnTo>
                      <a:pt x="12" y="21"/>
                    </a:lnTo>
                    <a:lnTo>
                      <a:pt x="0" y="17"/>
                    </a:lnTo>
                    <a:lnTo>
                      <a:pt x="7" y="0"/>
                    </a:lnTo>
                    <a:lnTo>
                      <a:pt x="1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8" name="Freeform 257"/>
              <p:cNvSpPr>
                <a:spLocks/>
              </p:cNvSpPr>
              <p:nvPr/>
            </p:nvSpPr>
            <p:spPr bwMode="auto">
              <a:xfrm>
                <a:off x="-4386263" y="3503612"/>
                <a:ext cx="33338" cy="25400"/>
              </a:xfrm>
              <a:custGeom>
                <a:avLst/>
                <a:gdLst>
                  <a:gd name="T0" fmla="*/ 17 w 21"/>
                  <a:gd name="T1" fmla="*/ 16 h 16"/>
                  <a:gd name="T2" fmla="*/ 0 w 21"/>
                  <a:gd name="T3" fmla="*/ 11 h 16"/>
                  <a:gd name="T4" fmla="*/ 5 w 21"/>
                  <a:gd name="T5" fmla="*/ 0 h 16"/>
                  <a:gd name="T6" fmla="*/ 21 w 21"/>
                  <a:gd name="T7" fmla="*/ 7 h 16"/>
                  <a:gd name="T8" fmla="*/ 17 w 21"/>
                  <a:gd name="T9" fmla="*/ 16 h 16"/>
                </a:gdLst>
                <a:ahLst/>
                <a:cxnLst>
                  <a:cxn ang="0">
                    <a:pos x="T0" y="T1"/>
                  </a:cxn>
                  <a:cxn ang="0">
                    <a:pos x="T2" y="T3"/>
                  </a:cxn>
                  <a:cxn ang="0">
                    <a:pos x="T4" y="T5"/>
                  </a:cxn>
                  <a:cxn ang="0">
                    <a:pos x="T6" y="T7"/>
                  </a:cxn>
                  <a:cxn ang="0">
                    <a:pos x="T8" y="T9"/>
                  </a:cxn>
                </a:cxnLst>
                <a:rect l="0" t="0" r="r" b="b"/>
                <a:pathLst>
                  <a:path w="21" h="16">
                    <a:moveTo>
                      <a:pt x="17" y="16"/>
                    </a:moveTo>
                    <a:lnTo>
                      <a:pt x="0" y="11"/>
                    </a:lnTo>
                    <a:lnTo>
                      <a:pt x="5" y="0"/>
                    </a:lnTo>
                    <a:lnTo>
                      <a:pt x="21" y="7"/>
                    </a:lnTo>
                    <a:lnTo>
                      <a:pt x="17"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9" name="Freeform 258"/>
              <p:cNvSpPr>
                <a:spLocks/>
              </p:cNvSpPr>
              <p:nvPr/>
            </p:nvSpPr>
            <p:spPr bwMode="auto">
              <a:xfrm>
                <a:off x="-4198938" y="3503612"/>
                <a:ext cx="30163" cy="25400"/>
              </a:xfrm>
              <a:custGeom>
                <a:avLst/>
                <a:gdLst>
                  <a:gd name="T0" fmla="*/ 0 w 19"/>
                  <a:gd name="T1" fmla="*/ 7 h 16"/>
                  <a:gd name="T2" fmla="*/ 15 w 19"/>
                  <a:gd name="T3" fmla="*/ 0 h 16"/>
                  <a:gd name="T4" fmla="*/ 19 w 19"/>
                  <a:gd name="T5" fmla="*/ 11 h 16"/>
                  <a:gd name="T6" fmla="*/ 5 w 19"/>
                  <a:gd name="T7" fmla="*/ 16 h 16"/>
                  <a:gd name="T8" fmla="*/ 0 w 19"/>
                  <a:gd name="T9" fmla="*/ 7 h 16"/>
                </a:gdLst>
                <a:ahLst/>
                <a:cxnLst>
                  <a:cxn ang="0">
                    <a:pos x="T0" y="T1"/>
                  </a:cxn>
                  <a:cxn ang="0">
                    <a:pos x="T2" y="T3"/>
                  </a:cxn>
                  <a:cxn ang="0">
                    <a:pos x="T4" y="T5"/>
                  </a:cxn>
                  <a:cxn ang="0">
                    <a:pos x="T6" y="T7"/>
                  </a:cxn>
                  <a:cxn ang="0">
                    <a:pos x="T8" y="T9"/>
                  </a:cxn>
                </a:cxnLst>
                <a:rect l="0" t="0" r="r" b="b"/>
                <a:pathLst>
                  <a:path w="19" h="16">
                    <a:moveTo>
                      <a:pt x="0" y="7"/>
                    </a:moveTo>
                    <a:lnTo>
                      <a:pt x="15" y="0"/>
                    </a:lnTo>
                    <a:lnTo>
                      <a:pt x="19" y="11"/>
                    </a:lnTo>
                    <a:lnTo>
                      <a:pt x="5" y="16"/>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0" name="Freeform 259"/>
              <p:cNvSpPr>
                <a:spLocks/>
              </p:cNvSpPr>
              <p:nvPr/>
            </p:nvSpPr>
            <p:spPr bwMode="auto">
              <a:xfrm>
                <a:off x="-4251325" y="3630612"/>
                <a:ext cx="26988" cy="33338"/>
              </a:xfrm>
              <a:custGeom>
                <a:avLst/>
                <a:gdLst>
                  <a:gd name="T0" fmla="*/ 17 w 17"/>
                  <a:gd name="T1" fmla="*/ 17 h 21"/>
                  <a:gd name="T2" fmla="*/ 7 w 17"/>
                  <a:gd name="T3" fmla="*/ 21 h 21"/>
                  <a:gd name="T4" fmla="*/ 0 w 17"/>
                  <a:gd name="T5" fmla="*/ 5 h 21"/>
                  <a:gd name="T6" fmla="*/ 12 w 17"/>
                  <a:gd name="T7" fmla="*/ 0 h 21"/>
                  <a:gd name="T8" fmla="*/ 17 w 17"/>
                  <a:gd name="T9" fmla="*/ 17 h 21"/>
                </a:gdLst>
                <a:ahLst/>
                <a:cxnLst>
                  <a:cxn ang="0">
                    <a:pos x="T0" y="T1"/>
                  </a:cxn>
                  <a:cxn ang="0">
                    <a:pos x="T2" y="T3"/>
                  </a:cxn>
                  <a:cxn ang="0">
                    <a:pos x="T4" y="T5"/>
                  </a:cxn>
                  <a:cxn ang="0">
                    <a:pos x="T6" y="T7"/>
                  </a:cxn>
                  <a:cxn ang="0">
                    <a:pos x="T8" y="T9"/>
                  </a:cxn>
                </a:cxnLst>
                <a:rect l="0" t="0" r="r" b="b"/>
                <a:pathLst>
                  <a:path w="17" h="21">
                    <a:moveTo>
                      <a:pt x="17" y="17"/>
                    </a:moveTo>
                    <a:lnTo>
                      <a:pt x="7" y="21"/>
                    </a:lnTo>
                    <a:lnTo>
                      <a:pt x="0" y="5"/>
                    </a:lnTo>
                    <a:lnTo>
                      <a:pt x="12" y="0"/>
                    </a:lnTo>
                    <a:lnTo>
                      <a:pt x="1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1" name="Freeform 260"/>
              <p:cNvSpPr>
                <a:spLocks/>
              </p:cNvSpPr>
              <p:nvPr/>
            </p:nvSpPr>
            <p:spPr bwMode="auto">
              <a:xfrm>
                <a:off x="-4386263" y="3578225"/>
                <a:ext cx="33338" cy="30163"/>
              </a:xfrm>
              <a:custGeom>
                <a:avLst/>
                <a:gdLst>
                  <a:gd name="T0" fmla="*/ 21 w 21"/>
                  <a:gd name="T1" fmla="*/ 12 h 19"/>
                  <a:gd name="T2" fmla="*/ 5 w 21"/>
                  <a:gd name="T3" fmla="*/ 19 h 19"/>
                  <a:gd name="T4" fmla="*/ 0 w 21"/>
                  <a:gd name="T5" fmla="*/ 7 h 19"/>
                  <a:gd name="T6" fmla="*/ 17 w 21"/>
                  <a:gd name="T7" fmla="*/ 0 h 19"/>
                  <a:gd name="T8" fmla="*/ 21 w 21"/>
                  <a:gd name="T9" fmla="*/ 12 h 19"/>
                </a:gdLst>
                <a:ahLst/>
                <a:cxnLst>
                  <a:cxn ang="0">
                    <a:pos x="T0" y="T1"/>
                  </a:cxn>
                  <a:cxn ang="0">
                    <a:pos x="T2" y="T3"/>
                  </a:cxn>
                  <a:cxn ang="0">
                    <a:pos x="T4" y="T5"/>
                  </a:cxn>
                  <a:cxn ang="0">
                    <a:pos x="T6" y="T7"/>
                  </a:cxn>
                  <a:cxn ang="0">
                    <a:pos x="T8" y="T9"/>
                  </a:cxn>
                </a:cxnLst>
                <a:rect l="0" t="0" r="r" b="b"/>
                <a:pathLst>
                  <a:path w="21" h="19">
                    <a:moveTo>
                      <a:pt x="21" y="12"/>
                    </a:moveTo>
                    <a:lnTo>
                      <a:pt x="5" y="19"/>
                    </a:lnTo>
                    <a:lnTo>
                      <a:pt x="0" y="7"/>
                    </a:lnTo>
                    <a:lnTo>
                      <a:pt x="17" y="0"/>
                    </a:lnTo>
                    <a:lnTo>
                      <a:pt x="21"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2" name="Freeform 261"/>
              <p:cNvSpPr>
                <a:spLocks/>
              </p:cNvSpPr>
              <p:nvPr/>
            </p:nvSpPr>
            <p:spPr bwMode="auto">
              <a:xfrm>
                <a:off x="-4329113" y="3446462"/>
                <a:ext cx="30163" cy="33338"/>
              </a:xfrm>
              <a:custGeom>
                <a:avLst/>
                <a:gdLst>
                  <a:gd name="T0" fmla="*/ 19 w 19"/>
                  <a:gd name="T1" fmla="*/ 17 h 21"/>
                  <a:gd name="T2" fmla="*/ 7 w 19"/>
                  <a:gd name="T3" fmla="*/ 21 h 21"/>
                  <a:gd name="T4" fmla="*/ 0 w 19"/>
                  <a:gd name="T5" fmla="*/ 5 h 21"/>
                  <a:gd name="T6" fmla="*/ 12 w 19"/>
                  <a:gd name="T7" fmla="*/ 0 h 21"/>
                  <a:gd name="T8" fmla="*/ 19 w 19"/>
                  <a:gd name="T9" fmla="*/ 17 h 21"/>
                </a:gdLst>
                <a:ahLst/>
                <a:cxnLst>
                  <a:cxn ang="0">
                    <a:pos x="T0" y="T1"/>
                  </a:cxn>
                  <a:cxn ang="0">
                    <a:pos x="T2" y="T3"/>
                  </a:cxn>
                  <a:cxn ang="0">
                    <a:pos x="T4" y="T5"/>
                  </a:cxn>
                  <a:cxn ang="0">
                    <a:pos x="T6" y="T7"/>
                  </a:cxn>
                  <a:cxn ang="0">
                    <a:pos x="T8" y="T9"/>
                  </a:cxn>
                </a:cxnLst>
                <a:rect l="0" t="0" r="r" b="b"/>
                <a:pathLst>
                  <a:path w="19" h="21">
                    <a:moveTo>
                      <a:pt x="19" y="17"/>
                    </a:moveTo>
                    <a:lnTo>
                      <a:pt x="7" y="21"/>
                    </a:lnTo>
                    <a:lnTo>
                      <a:pt x="0" y="5"/>
                    </a:lnTo>
                    <a:lnTo>
                      <a:pt x="12" y="0"/>
                    </a:lnTo>
                    <a:lnTo>
                      <a:pt x="1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3" name="Freeform 262"/>
              <p:cNvSpPr>
                <a:spLocks noEditPoints="1"/>
              </p:cNvSpPr>
              <p:nvPr/>
            </p:nvSpPr>
            <p:spPr bwMode="auto">
              <a:xfrm>
                <a:off x="-4784725" y="457200"/>
                <a:ext cx="188913" cy="192088"/>
              </a:xfrm>
              <a:custGeom>
                <a:avLst/>
                <a:gdLst>
                  <a:gd name="T0" fmla="*/ 25 w 50"/>
                  <a:gd name="T1" fmla="*/ 51 h 51"/>
                  <a:gd name="T2" fmla="*/ 50 w 50"/>
                  <a:gd name="T3" fmla="*/ 25 h 51"/>
                  <a:gd name="T4" fmla="*/ 25 w 50"/>
                  <a:gd name="T5" fmla="*/ 0 h 51"/>
                  <a:gd name="T6" fmla="*/ 25 w 50"/>
                  <a:gd name="T7" fmla="*/ 0 h 51"/>
                  <a:gd name="T8" fmla="*/ 25 w 50"/>
                  <a:gd name="T9" fmla="*/ 18 h 51"/>
                  <a:gd name="T10" fmla="*/ 38 w 50"/>
                  <a:gd name="T11" fmla="*/ 13 h 51"/>
                  <a:gd name="T12" fmla="*/ 30 w 50"/>
                  <a:gd name="T13" fmla="*/ 30 h 51"/>
                  <a:gd name="T14" fmla="*/ 25 w 50"/>
                  <a:gd name="T15" fmla="*/ 33 h 51"/>
                  <a:gd name="T16" fmla="*/ 25 w 50"/>
                  <a:gd name="T17" fmla="*/ 51 h 51"/>
                  <a:gd name="T18" fmla="*/ 25 w 50"/>
                  <a:gd name="T19" fmla="*/ 0 h 51"/>
                  <a:gd name="T20" fmla="*/ 0 w 50"/>
                  <a:gd name="T21" fmla="*/ 25 h 51"/>
                  <a:gd name="T22" fmla="*/ 25 w 50"/>
                  <a:gd name="T23" fmla="*/ 51 h 51"/>
                  <a:gd name="T24" fmla="*/ 25 w 50"/>
                  <a:gd name="T25" fmla="*/ 33 h 51"/>
                  <a:gd name="T26" fmla="*/ 12 w 50"/>
                  <a:gd name="T27" fmla="*/ 38 h 51"/>
                  <a:gd name="T28" fmla="*/ 20 w 50"/>
                  <a:gd name="T29" fmla="*/ 20 h 51"/>
                  <a:gd name="T30" fmla="*/ 20 w 50"/>
                  <a:gd name="T31" fmla="*/ 20 h 51"/>
                  <a:gd name="T32" fmla="*/ 25 w 50"/>
                  <a:gd name="T33" fmla="*/ 18 h 51"/>
                  <a:gd name="T34" fmla="*/ 25 w 50"/>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51">
                    <a:moveTo>
                      <a:pt x="25" y="51"/>
                    </a:moveTo>
                    <a:cubicBezTo>
                      <a:pt x="39" y="51"/>
                      <a:pt x="50" y="39"/>
                      <a:pt x="50" y="25"/>
                    </a:cubicBezTo>
                    <a:cubicBezTo>
                      <a:pt x="50" y="12"/>
                      <a:pt x="39" y="0"/>
                      <a:pt x="25" y="0"/>
                    </a:cubicBezTo>
                    <a:cubicBezTo>
                      <a:pt x="25" y="0"/>
                      <a:pt x="25" y="0"/>
                      <a:pt x="25" y="0"/>
                    </a:cubicBezTo>
                    <a:cubicBezTo>
                      <a:pt x="25" y="18"/>
                      <a:pt x="25" y="18"/>
                      <a:pt x="25" y="18"/>
                    </a:cubicBezTo>
                    <a:cubicBezTo>
                      <a:pt x="38" y="13"/>
                      <a:pt x="38" y="13"/>
                      <a:pt x="38" y="13"/>
                    </a:cubicBezTo>
                    <a:cubicBezTo>
                      <a:pt x="30" y="30"/>
                      <a:pt x="30" y="30"/>
                      <a:pt x="30" y="30"/>
                    </a:cubicBezTo>
                    <a:cubicBezTo>
                      <a:pt x="25" y="33"/>
                      <a:pt x="25" y="33"/>
                      <a:pt x="25" y="33"/>
                    </a:cubicBezTo>
                    <a:cubicBezTo>
                      <a:pt x="25" y="51"/>
                      <a:pt x="25" y="51"/>
                      <a:pt x="25" y="51"/>
                    </a:cubicBezTo>
                    <a:close/>
                    <a:moveTo>
                      <a:pt x="25" y="0"/>
                    </a:moveTo>
                    <a:cubicBezTo>
                      <a:pt x="11" y="0"/>
                      <a:pt x="0" y="12"/>
                      <a:pt x="0" y="25"/>
                    </a:cubicBezTo>
                    <a:cubicBezTo>
                      <a:pt x="0" y="39"/>
                      <a:pt x="11" y="51"/>
                      <a:pt x="25" y="51"/>
                    </a:cubicBezTo>
                    <a:cubicBezTo>
                      <a:pt x="25" y="33"/>
                      <a:pt x="25" y="33"/>
                      <a:pt x="25" y="33"/>
                    </a:cubicBezTo>
                    <a:cubicBezTo>
                      <a:pt x="12" y="38"/>
                      <a:pt x="12" y="38"/>
                      <a:pt x="12" y="38"/>
                    </a:cubicBezTo>
                    <a:cubicBezTo>
                      <a:pt x="20" y="20"/>
                      <a:pt x="20" y="20"/>
                      <a:pt x="20" y="20"/>
                    </a:cubicBezTo>
                    <a:cubicBezTo>
                      <a:pt x="20" y="20"/>
                      <a:pt x="20" y="20"/>
                      <a:pt x="20" y="20"/>
                    </a:cubicBezTo>
                    <a:cubicBezTo>
                      <a:pt x="25" y="18"/>
                      <a:pt x="25" y="18"/>
                      <a:pt x="25" y="18"/>
                    </a:cubicBez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4" name="Oval 263"/>
              <p:cNvSpPr>
                <a:spLocks noChangeArrowheads="1"/>
              </p:cNvSpPr>
              <p:nvPr/>
            </p:nvSpPr>
            <p:spPr bwMode="auto">
              <a:xfrm>
                <a:off x="-4702175" y="539750"/>
                <a:ext cx="23813" cy="23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5" name="Freeform 264"/>
              <p:cNvSpPr>
                <a:spLocks noEditPoints="1"/>
              </p:cNvSpPr>
              <p:nvPr/>
            </p:nvSpPr>
            <p:spPr bwMode="auto">
              <a:xfrm>
                <a:off x="-2266950" y="1716087"/>
                <a:ext cx="225425" cy="225425"/>
              </a:xfrm>
              <a:custGeom>
                <a:avLst/>
                <a:gdLst>
                  <a:gd name="T0" fmla="*/ 30 w 60"/>
                  <a:gd name="T1" fmla="*/ 60 h 60"/>
                  <a:gd name="T2" fmla="*/ 35 w 60"/>
                  <a:gd name="T3" fmla="*/ 60 h 60"/>
                  <a:gd name="T4" fmla="*/ 35 w 60"/>
                  <a:gd name="T5" fmla="*/ 55 h 60"/>
                  <a:gd name="T6" fmla="*/ 45 w 60"/>
                  <a:gd name="T7" fmla="*/ 51 h 60"/>
                  <a:gd name="T8" fmla="*/ 48 w 60"/>
                  <a:gd name="T9" fmla="*/ 54 h 60"/>
                  <a:gd name="T10" fmla="*/ 55 w 60"/>
                  <a:gd name="T11" fmla="*/ 48 h 60"/>
                  <a:gd name="T12" fmla="*/ 52 w 60"/>
                  <a:gd name="T13" fmla="*/ 45 h 60"/>
                  <a:gd name="T14" fmla="*/ 56 w 60"/>
                  <a:gd name="T15" fmla="*/ 35 h 60"/>
                  <a:gd name="T16" fmla="*/ 60 w 60"/>
                  <a:gd name="T17" fmla="*/ 35 h 60"/>
                  <a:gd name="T18" fmla="*/ 60 w 60"/>
                  <a:gd name="T19" fmla="*/ 25 h 60"/>
                  <a:gd name="T20" fmla="*/ 56 w 60"/>
                  <a:gd name="T21" fmla="*/ 25 h 60"/>
                  <a:gd name="T22" fmla="*/ 52 w 60"/>
                  <a:gd name="T23" fmla="*/ 15 h 60"/>
                  <a:gd name="T24" fmla="*/ 55 w 60"/>
                  <a:gd name="T25" fmla="*/ 12 h 60"/>
                  <a:gd name="T26" fmla="*/ 48 w 60"/>
                  <a:gd name="T27" fmla="*/ 5 h 60"/>
                  <a:gd name="T28" fmla="*/ 45 w 60"/>
                  <a:gd name="T29" fmla="*/ 8 h 60"/>
                  <a:gd name="T30" fmla="*/ 35 w 60"/>
                  <a:gd name="T31" fmla="*/ 4 h 60"/>
                  <a:gd name="T32" fmla="*/ 35 w 60"/>
                  <a:gd name="T33" fmla="*/ 0 h 60"/>
                  <a:gd name="T34" fmla="*/ 30 w 60"/>
                  <a:gd name="T35" fmla="*/ 0 h 60"/>
                  <a:gd name="T36" fmla="*/ 30 w 60"/>
                  <a:gd name="T37" fmla="*/ 11 h 60"/>
                  <a:gd name="T38" fmla="*/ 30 w 60"/>
                  <a:gd name="T39" fmla="*/ 11 h 60"/>
                  <a:gd name="T40" fmla="*/ 49 w 60"/>
                  <a:gd name="T41" fmla="*/ 30 h 60"/>
                  <a:gd name="T42" fmla="*/ 30 w 60"/>
                  <a:gd name="T43" fmla="*/ 49 h 60"/>
                  <a:gd name="T44" fmla="*/ 30 w 60"/>
                  <a:gd name="T45" fmla="*/ 60 h 60"/>
                  <a:gd name="T46" fmla="*/ 9 w 60"/>
                  <a:gd name="T47" fmla="*/ 45 h 60"/>
                  <a:gd name="T48" fmla="*/ 6 w 60"/>
                  <a:gd name="T49" fmla="*/ 48 h 60"/>
                  <a:gd name="T50" fmla="*/ 12 w 60"/>
                  <a:gd name="T51" fmla="*/ 54 h 60"/>
                  <a:gd name="T52" fmla="*/ 15 w 60"/>
                  <a:gd name="T53" fmla="*/ 51 h 60"/>
                  <a:gd name="T54" fmla="*/ 25 w 60"/>
                  <a:gd name="T55" fmla="*/ 55 h 60"/>
                  <a:gd name="T56" fmla="*/ 25 w 60"/>
                  <a:gd name="T57" fmla="*/ 60 h 60"/>
                  <a:gd name="T58" fmla="*/ 30 w 60"/>
                  <a:gd name="T59" fmla="*/ 60 h 60"/>
                  <a:gd name="T60" fmla="*/ 30 w 60"/>
                  <a:gd name="T61" fmla="*/ 49 h 60"/>
                  <a:gd name="T62" fmla="*/ 11 w 60"/>
                  <a:gd name="T63" fmla="*/ 30 h 60"/>
                  <a:gd name="T64" fmla="*/ 30 w 60"/>
                  <a:gd name="T65" fmla="*/ 11 h 60"/>
                  <a:gd name="T66" fmla="*/ 30 w 60"/>
                  <a:gd name="T67" fmla="*/ 0 h 60"/>
                  <a:gd name="T68" fmla="*/ 25 w 60"/>
                  <a:gd name="T69" fmla="*/ 0 h 60"/>
                  <a:gd name="T70" fmla="*/ 25 w 60"/>
                  <a:gd name="T71" fmla="*/ 4 h 60"/>
                  <a:gd name="T72" fmla="*/ 15 w 60"/>
                  <a:gd name="T73" fmla="*/ 8 h 60"/>
                  <a:gd name="T74" fmla="*/ 12 w 60"/>
                  <a:gd name="T75" fmla="*/ 5 h 60"/>
                  <a:gd name="T76" fmla="*/ 6 w 60"/>
                  <a:gd name="T77" fmla="*/ 12 h 60"/>
                  <a:gd name="T78" fmla="*/ 9 w 60"/>
                  <a:gd name="T79" fmla="*/ 15 h 60"/>
                  <a:gd name="T80" fmla="*/ 5 w 60"/>
                  <a:gd name="T81" fmla="*/ 25 h 60"/>
                  <a:gd name="T82" fmla="*/ 0 w 60"/>
                  <a:gd name="T83" fmla="*/ 25 h 60"/>
                  <a:gd name="T84" fmla="*/ 0 w 60"/>
                  <a:gd name="T85" fmla="*/ 35 h 60"/>
                  <a:gd name="T86" fmla="*/ 5 w 60"/>
                  <a:gd name="T87" fmla="*/ 35 h 60"/>
                  <a:gd name="T88" fmla="*/ 9 w 60"/>
                  <a:gd name="T89" fmla="*/ 45 h 60"/>
                  <a:gd name="T90" fmla="*/ 30 w 60"/>
                  <a:gd name="T91" fmla="*/ 11 h 60"/>
                  <a:gd name="T92" fmla="*/ 30 w 60"/>
                  <a:gd name="T93" fmla="*/ 1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 h="60">
                    <a:moveTo>
                      <a:pt x="30" y="60"/>
                    </a:moveTo>
                    <a:cubicBezTo>
                      <a:pt x="35" y="60"/>
                      <a:pt x="35" y="60"/>
                      <a:pt x="35" y="60"/>
                    </a:cubicBezTo>
                    <a:cubicBezTo>
                      <a:pt x="35" y="55"/>
                      <a:pt x="35" y="55"/>
                      <a:pt x="35" y="55"/>
                    </a:cubicBezTo>
                    <a:cubicBezTo>
                      <a:pt x="39" y="55"/>
                      <a:pt x="42" y="53"/>
                      <a:pt x="45" y="51"/>
                    </a:cubicBezTo>
                    <a:cubicBezTo>
                      <a:pt x="48" y="54"/>
                      <a:pt x="48" y="54"/>
                      <a:pt x="48" y="54"/>
                    </a:cubicBezTo>
                    <a:cubicBezTo>
                      <a:pt x="55" y="48"/>
                      <a:pt x="55" y="48"/>
                      <a:pt x="55" y="48"/>
                    </a:cubicBezTo>
                    <a:cubicBezTo>
                      <a:pt x="52" y="45"/>
                      <a:pt x="52" y="45"/>
                      <a:pt x="52" y="45"/>
                    </a:cubicBezTo>
                    <a:cubicBezTo>
                      <a:pt x="54" y="42"/>
                      <a:pt x="55" y="38"/>
                      <a:pt x="56" y="35"/>
                    </a:cubicBezTo>
                    <a:cubicBezTo>
                      <a:pt x="60" y="35"/>
                      <a:pt x="60" y="35"/>
                      <a:pt x="60" y="35"/>
                    </a:cubicBezTo>
                    <a:cubicBezTo>
                      <a:pt x="60" y="25"/>
                      <a:pt x="60" y="25"/>
                      <a:pt x="60" y="25"/>
                    </a:cubicBezTo>
                    <a:cubicBezTo>
                      <a:pt x="56" y="25"/>
                      <a:pt x="56" y="25"/>
                      <a:pt x="56" y="25"/>
                    </a:cubicBezTo>
                    <a:cubicBezTo>
                      <a:pt x="55" y="21"/>
                      <a:pt x="54" y="18"/>
                      <a:pt x="52" y="15"/>
                    </a:cubicBezTo>
                    <a:cubicBezTo>
                      <a:pt x="55" y="12"/>
                      <a:pt x="55" y="12"/>
                      <a:pt x="55" y="12"/>
                    </a:cubicBezTo>
                    <a:cubicBezTo>
                      <a:pt x="48" y="5"/>
                      <a:pt x="48" y="5"/>
                      <a:pt x="48" y="5"/>
                    </a:cubicBezTo>
                    <a:cubicBezTo>
                      <a:pt x="45" y="8"/>
                      <a:pt x="45" y="8"/>
                      <a:pt x="45" y="8"/>
                    </a:cubicBezTo>
                    <a:cubicBezTo>
                      <a:pt x="42" y="6"/>
                      <a:pt x="39" y="5"/>
                      <a:pt x="35" y="4"/>
                    </a:cubicBezTo>
                    <a:cubicBezTo>
                      <a:pt x="35" y="0"/>
                      <a:pt x="35" y="0"/>
                      <a:pt x="35" y="0"/>
                    </a:cubicBezTo>
                    <a:cubicBezTo>
                      <a:pt x="30" y="0"/>
                      <a:pt x="30" y="0"/>
                      <a:pt x="30" y="0"/>
                    </a:cubicBezTo>
                    <a:cubicBezTo>
                      <a:pt x="30" y="11"/>
                      <a:pt x="30" y="11"/>
                      <a:pt x="30" y="11"/>
                    </a:cubicBezTo>
                    <a:cubicBezTo>
                      <a:pt x="30" y="11"/>
                      <a:pt x="30" y="11"/>
                      <a:pt x="30" y="11"/>
                    </a:cubicBezTo>
                    <a:cubicBezTo>
                      <a:pt x="41" y="11"/>
                      <a:pt x="49" y="19"/>
                      <a:pt x="49" y="30"/>
                    </a:cubicBezTo>
                    <a:cubicBezTo>
                      <a:pt x="49" y="40"/>
                      <a:pt x="41" y="49"/>
                      <a:pt x="30" y="49"/>
                    </a:cubicBezTo>
                    <a:lnTo>
                      <a:pt x="30" y="60"/>
                    </a:lnTo>
                    <a:close/>
                    <a:moveTo>
                      <a:pt x="9" y="45"/>
                    </a:moveTo>
                    <a:cubicBezTo>
                      <a:pt x="6" y="48"/>
                      <a:pt x="6" y="48"/>
                      <a:pt x="6" y="48"/>
                    </a:cubicBezTo>
                    <a:cubicBezTo>
                      <a:pt x="12" y="54"/>
                      <a:pt x="12" y="54"/>
                      <a:pt x="12" y="54"/>
                    </a:cubicBezTo>
                    <a:cubicBezTo>
                      <a:pt x="15" y="51"/>
                      <a:pt x="15" y="51"/>
                      <a:pt x="15" y="51"/>
                    </a:cubicBezTo>
                    <a:cubicBezTo>
                      <a:pt x="18" y="53"/>
                      <a:pt x="22" y="55"/>
                      <a:pt x="25" y="55"/>
                    </a:cubicBezTo>
                    <a:cubicBezTo>
                      <a:pt x="25" y="60"/>
                      <a:pt x="25" y="60"/>
                      <a:pt x="25" y="60"/>
                    </a:cubicBezTo>
                    <a:cubicBezTo>
                      <a:pt x="30" y="60"/>
                      <a:pt x="30" y="60"/>
                      <a:pt x="30" y="60"/>
                    </a:cubicBezTo>
                    <a:cubicBezTo>
                      <a:pt x="30" y="49"/>
                      <a:pt x="30" y="49"/>
                      <a:pt x="30" y="49"/>
                    </a:cubicBezTo>
                    <a:cubicBezTo>
                      <a:pt x="20" y="49"/>
                      <a:pt x="11" y="40"/>
                      <a:pt x="11" y="30"/>
                    </a:cubicBezTo>
                    <a:cubicBezTo>
                      <a:pt x="11" y="19"/>
                      <a:pt x="20" y="11"/>
                      <a:pt x="30" y="11"/>
                    </a:cubicBezTo>
                    <a:cubicBezTo>
                      <a:pt x="30" y="0"/>
                      <a:pt x="30" y="0"/>
                      <a:pt x="30" y="0"/>
                    </a:cubicBezTo>
                    <a:cubicBezTo>
                      <a:pt x="25" y="0"/>
                      <a:pt x="25" y="0"/>
                      <a:pt x="25" y="0"/>
                    </a:cubicBezTo>
                    <a:cubicBezTo>
                      <a:pt x="25" y="4"/>
                      <a:pt x="25" y="4"/>
                      <a:pt x="25" y="4"/>
                    </a:cubicBezTo>
                    <a:cubicBezTo>
                      <a:pt x="22" y="5"/>
                      <a:pt x="18" y="6"/>
                      <a:pt x="15" y="8"/>
                    </a:cubicBezTo>
                    <a:cubicBezTo>
                      <a:pt x="12" y="5"/>
                      <a:pt x="12" y="5"/>
                      <a:pt x="12" y="5"/>
                    </a:cubicBezTo>
                    <a:cubicBezTo>
                      <a:pt x="6" y="12"/>
                      <a:pt x="6" y="12"/>
                      <a:pt x="6" y="12"/>
                    </a:cubicBezTo>
                    <a:cubicBezTo>
                      <a:pt x="9" y="15"/>
                      <a:pt x="9" y="15"/>
                      <a:pt x="9" y="15"/>
                    </a:cubicBezTo>
                    <a:cubicBezTo>
                      <a:pt x="7" y="18"/>
                      <a:pt x="5" y="21"/>
                      <a:pt x="5" y="25"/>
                    </a:cubicBezTo>
                    <a:cubicBezTo>
                      <a:pt x="0" y="25"/>
                      <a:pt x="0" y="25"/>
                      <a:pt x="0" y="25"/>
                    </a:cubicBezTo>
                    <a:cubicBezTo>
                      <a:pt x="0" y="35"/>
                      <a:pt x="0" y="35"/>
                      <a:pt x="0" y="35"/>
                    </a:cubicBezTo>
                    <a:cubicBezTo>
                      <a:pt x="5" y="35"/>
                      <a:pt x="5" y="35"/>
                      <a:pt x="5" y="35"/>
                    </a:cubicBezTo>
                    <a:cubicBezTo>
                      <a:pt x="5" y="38"/>
                      <a:pt x="7" y="42"/>
                      <a:pt x="9" y="45"/>
                    </a:cubicBezTo>
                    <a:close/>
                    <a:moveTo>
                      <a:pt x="30" y="11"/>
                    </a:moveTo>
                    <a:cubicBezTo>
                      <a:pt x="30" y="11"/>
                      <a:pt x="30" y="11"/>
                      <a:pt x="30"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6" name="Rectangle 265"/>
              <p:cNvSpPr>
                <a:spLocks noChangeArrowheads="1"/>
              </p:cNvSpPr>
              <p:nvPr/>
            </p:nvSpPr>
            <p:spPr bwMode="auto">
              <a:xfrm>
                <a:off x="-2805113" y="2324100"/>
                <a:ext cx="263525"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7" name="Freeform 266"/>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close/>
                    <a:moveTo>
                      <a:pt x="0" y="66"/>
                    </a:moveTo>
                    <a:lnTo>
                      <a:pt x="140" y="66"/>
                    </a:lnTo>
                    <a:lnTo>
                      <a:pt x="140" y="57"/>
                    </a:lnTo>
                    <a:lnTo>
                      <a:pt x="128" y="45"/>
                    </a:lnTo>
                    <a:lnTo>
                      <a:pt x="140" y="33"/>
                    </a:lnTo>
                    <a:lnTo>
                      <a:pt x="140" y="0"/>
                    </a:lnTo>
                    <a:lnTo>
                      <a:pt x="0" y="0"/>
                    </a:lnTo>
                    <a:lnTo>
                      <a:pt x="0" y="66"/>
                    </a:lnTo>
                    <a:lnTo>
                      <a:pt x="0" y="66"/>
                    </a:lnTo>
                    <a:close/>
                    <a:moveTo>
                      <a:pt x="140" y="33"/>
                    </a:moveTo>
                    <a:lnTo>
                      <a:pt x="14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8" name="Freeform 267"/>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moveTo>
                      <a:pt x="0" y="66"/>
                    </a:moveTo>
                    <a:lnTo>
                      <a:pt x="140" y="66"/>
                    </a:lnTo>
                    <a:lnTo>
                      <a:pt x="140" y="57"/>
                    </a:lnTo>
                    <a:lnTo>
                      <a:pt x="128" y="45"/>
                    </a:lnTo>
                    <a:lnTo>
                      <a:pt x="140" y="33"/>
                    </a:lnTo>
                    <a:lnTo>
                      <a:pt x="140" y="0"/>
                    </a:lnTo>
                    <a:lnTo>
                      <a:pt x="0" y="0"/>
                    </a:lnTo>
                    <a:lnTo>
                      <a:pt x="0" y="66"/>
                    </a:lnTo>
                    <a:lnTo>
                      <a:pt x="0" y="66"/>
                    </a:lnTo>
                    <a:moveTo>
                      <a:pt x="140" y="33"/>
                    </a:moveTo>
                    <a:lnTo>
                      <a:pt x="140" y="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grpSp>
        <p:grpSp>
          <p:nvGrpSpPr>
            <p:cNvPr id="19" name="Group 18"/>
            <p:cNvGrpSpPr>
              <a:grpSpLocks noChangeAspect="1"/>
            </p:cNvGrpSpPr>
            <p:nvPr/>
          </p:nvGrpSpPr>
          <p:grpSpPr>
            <a:xfrm flipH="1">
              <a:off x="1304746" y="2227041"/>
              <a:ext cx="2942450" cy="4115690"/>
              <a:chOff x="-7085012" y="-420688"/>
              <a:chExt cx="6362699" cy="9439276"/>
            </a:xfrm>
            <a:solidFill>
              <a:schemeClr val="bg1">
                <a:lumMod val="65000"/>
              </a:schemeClr>
            </a:solidFill>
          </p:grpSpPr>
          <p:sp>
            <p:nvSpPr>
              <p:cNvPr id="21" name="Freeform 271"/>
              <p:cNvSpPr>
                <a:spLocks/>
              </p:cNvSpPr>
              <p:nvPr/>
            </p:nvSpPr>
            <p:spPr bwMode="auto">
              <a:xfrm>
                <a:off x="-4905375" y="-222250"/>
                <a:ext cx="619125" cy="461963"/>
              </a:xfrm>
              <a:custGeom>
                <a:avLst/>
                <a:gdLst>
                  <a:gd name="T0" fmla="*/ 82 w 165"/>
                  <a:gd name="T1" fmla="*/ 0 h 123"/>
                  <a:gd name="T2" fmla="*/ 0 w 165"/>
                  <a:gd name="T3" fmla="*/ 83 h 123"/>
                  <a:gd name="T4" fmla="*/ 10 w 165"/>
                  <a:gd name="T5" fmla="*/ 122 h 123"/>
                  <a:gd name="T6" fmla="*/ 10 w 165"/>
                  <a:gd name="T7" fmla="*/ 100 h 123"/>
                  <a:gd name="T8" fmla="*/ 14 w 165"/>
                  <a:gd name="T9" fmla="*/ 89 h 123"/>
                  <a:gd name="T10" fmla="*/ 13 w 165"/>
                  <a:gd name="T11" fmla="*/ 83 h 123"/>
                  <a:gd name="T12" fmla="*/ 82 w 165"/>
                  <a:gd name="T13" fmla="*/ 13 h 123"/>
                  <a:gd name="T14" fmla="*/ 151 w 165"/>
                  <a:gd name="T15" fmla="*/ 83 h 123"/>
                  <a:gd name="T16" fmla="*/ 151 w 165"/>
                  <a:gd name="T17" fmla="*/ 90 h 123"/>
                  <a:gd name="T18" fmla="*/ 155 w 165"/>
                  <a:gd name="T19" fmla="*/ 100 h 123"/>
                  <a:gd name="T20" fmla="*/ 155 w 165"/>
                  <a:gd name="T21" fmla="*/ 123 h 123"/>
                  <a:gd name="T22" fmla="*/ 165 w 165"/>
                  <a:gd name="T23" fmla="*/ 83 h 123"/>
                  <a:gd name="T24" fmla="*/ 82 w 165"/>
                  <a:gd name="T2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123">
                    <a:moveTo>
                      <a:pt x="82" y="0"/>
                    </a:moveTo>
                    <a:cubicBezTo>
                      <a:pt x="37" y="0"/>
                      <a:pt x="0" y="37"/>
                      <a:pt x="0" y="83"/>
                    </a:cubicBezTo>
                    <a:cubicBezTo>
                      <a:pt x="0" y="96"/>
                      <a:pt x="3" y="110"/>
                      <a:pt x="10" y="122"/>
                    </a:cubicBezTo>
                    <a:cubicBezTo>
                      <a:pt x="10" y="100"/>
                      <a:pt x="10" y="100"/>
                      <a:pt x="10" y="100"/>
                    </a:cubicBezTo>
                    <a:cubicBezTo>
                      <a:pt x="10" y="96"/>
                      <a:pt x="11" y="92"/>
                      <a:pt x="14" y="89"/>
                    </a:cubicBezTo>
                    <a:cubicBezTo>
                      <a:pt x="14" y="87"/>
                      <a:pt x="13" y="85"/>
                      <a:pt x="13" y="83"/>
                    </a:cubicBezTo>
                    <a:cubicBezTo>
                      <a:pt x="13" y="45"/>
                      <a:pt x="44" y="13"/>
                      <a:pt x="82" y="13"/>
                    </a:cubicBezTo>
                    <a:cubicBezTo>
                      <a:pt x="120" y="13"/>
                      <a:pt x="151" y="45"/>
                      <a:pt x="151" y="83"/>
                    </a:cubicBezTo>
                    <a:cubicBezTo>
                      <a:pt x="151" y="85"/>
                      <a:pt x="151" y="88"/>
                      <a:pt x="151" y="90"/>
                    </a:cubicBezTo>
                    <a:cubicBezTo>
                      <a:pt x="153" y="93"/>
                      <a:pt x="155" y="97"/>
                      <a:pt x="155" y="100"/>
                    </a:cubicBezTo>
                    <a:cubicBezTo>
                      <a:pt x="155" y="123"/>
                      <a:pt x="155" y="123"/>
                      <a:pt x="155" y="123"/>
                    </a:cubicBezTo>
                    <a:cubicBezTo>
                      <a:pt x="161" y="111"/>
                      <a:pt x="165" y="97"/>
                      <a:pt x="165" y="83"/>
                    </a:cubicBezTo>
                    <a:cubicBezTo>
                      <a:pt x="165" y="37"/>
                      <a:pt x="128" y="0"/>
                      <a:pt x="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2" name="Freeform 272"/>
              <p:cNvSpPr>
                <a:spLocks/>
              </p:cNvSpPr>
              <p:nvPr/>
            </p:nvSpPr>
            <p:spPr bwMode="auto">
              <a:xfrm>
                <a:off x="-4852988" y="90487"/>
                <a:ext cx="138112" cy="247650"/>
              </a:xfrm>
              <a:custGeom>
                <a:avLst/>
                <a:gdLst>
                  <a:gd name="T0" fmla="*/ 1 w 37"/>
                  <a:gd name="T1" fmla="*/ 14 h 66"/>
                  <a:gd name="T2" fmla="*/ 0 w 37"/>
                  <a:gd name="T3" fmla="*/ 17 h 66"/>
                  <a:gd name="T4" fmla="*/ 0 w 37"/>
                  <a:gd name="T5" fmla="*/ 38 h 66"/>
                  <a:gd name="T6" fmla="*/ 0 w 37"/>
                  <a:gd name="T7" fmla="*/ 48 h 66"/>
                  <a:gd name="T8" fmla="*/ 26 w 37"/>
                  <a:gd name="T9" fmla="*/ 66 h 66"/>
                  <a:gd name="T10" fmla="*/ 37 w 37"/>
                  <a:gd name="T11" fmla="*/ 66 h 66"/>
                  <a:gd name="T12" fmla="*/ 37 w 37"/>
                  <a:gd name="T13" fmla="*/ 0 h 66"/>
                  <a:gd name="T14" fmla="*/ 26 w 37"/>
                  <a:gd name="T15" fmla="*/ 0 h 66"/>
                  <a:gd name="T16" fmla="*/ 1 w 37"/>
                  <a:gd name="T17" fmla="*/ 1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66">
                    <a:moveTo>
                      <a:pt x="1" y="14"/>
                    </a:moveTo>
                    <a:cubicBezTo>
                      <a:pt x="1" y="15"/>
                      <a:pt x="0" y="16"/>
                      <a:pt x="0" y="17"/>
                    </a:cubicBezTo>
                    <a:cubicBezTo>
                      <a:pt x="0" y="38"/>
                      <a:pt x="0" y="38"/>
                      <a:pt x="0" y="38"/>
                    </a:cubicBezTo>
                    <a:cubicBezTo>
                      <a:pt x="0" y="48"/>
                      <a:pt x="0" y="48"/>
                      <a:pt x="0" y="48"/>
                    </a:cubicBezTo>
                    <a:cubicBezTo>
                      <a:pt x="0" y="58"/>
                      <a:pt x="12" y="66"/>
                      <a:pt x="26" y="66"/>
                    </a:cubicBezTo>
                    <a:cubicBezTo>
                      <a:pt x="37" y="66"/>
                      <a:pt x="37" y="66"/>
                      <a:pt x="37" y="66"/>
                    </a:cubicBezTo>
                    <a:cubicBezTo>
                      <a:pt x="37" y="0"/>
                      <a:pt x="37" y="0"/>
                      <a:pt x="37" y="0"/>
                    </a:cubicBezTo>
                    <a:cubicBezTo>
                      <a:pt x="26" y="0"/>
                      <a:pt x="26" y="0"/>
                      <a:pt x="26" y="0"/>
                    </a:cubicBezTo>
                    <a:cubicBezTo>
                      <a:pt x="14" y="0"/>
                      <a:pt x="3" y="6"/>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3" name="Freeform 273"/>
              <p:cNvSpPr>
                <a:spLocks/>
              </p:cNvSpPr>
              <p:nvPr/>
            </p:nvSpPr>
            <p:spPr bwMode="auto">
              <a:xfrm>
                <a:off x="-4478338" y="90487"/>
                <a:ext cx="134937" cy="247650"/>
              </a:xfrm>
              <a:custGeom>
                <a:avLst/>
                <a:gdLst>
                  <a:gd name="T0" fmla="*/ 36 w 36"/>
                  <a:gd name="T1" fmla="*/ 48 h 66"/>
                  <a:gd name="T2" fmla="*/ 36 w 36"/>
                  <a:gd name="T3" fmla="*/ 38 h 66"/>
                  <a:gd name="T4" fmla="*/ 36 w 36"/>
                  <a:gd name="T5" fmla="*/ 17 h 66"/>
                  <a:gd name="T6" fmla="*/ 36 w 36"/>
                  <a:gd name="T7" fmla="*/ 15 h 66"/>
                  <a:gd name="T8" fmla="*/ 10 w 36"/>
                  <a:gd name="T9" fmla="*/ 0 h 66"/>
                  <a:gd name="T10" fmla="*/ 0 w 36"/>
                  <a:gd name="T11" fmla="*/ 0 h 66"/>
                  <a:gd name="T12" fmla="*/ 0 w 36"/>
                  <a:gd name="T13" fmla="*/ 66 h 66"/>
                  <a:gd name="T14" fmla="*/ 10 w 36"/>
                  <a:gd name="T15" fmla="*/ 66 h 66"/>
                  <a:gd name="T16" fmla="*/ 36 w 36"/>
                  <a:gd name="T17" fmla="*/ 4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66">
                    <a:moveTo>
                      <a:pt x="36" y="48"/>
                    </a:moveTo>
                    <a:cubicBezTo>
                      <a:pt x="36" y="38"/>
                      <a:pt x="36" y="38"/>
                      <a:pt x="36" y="38"/>
                    </a:cubicBezTo>
                    <a:cubicBezTo>
                      <a:pt x="36" y="17"/>
                      <a:pt x="36" y="17"/>
                      <a:pt x="36" y="17"/>
                    </a:cubicBezTo>
                    <a:cubicBezTo>
                      <a:pt x="36" y="17"/>
                      <a:pt x="36" y="16"/>
                      <a:pt x="36" y="15"/>
                    </a:cubicBezTo>
                    <a:cubicBezTo>
                      <a:pt x="34" y="7"/>
                      <a:pt x="23" y="0"/>
                      <a:pt x="10" y="0"/>
                    </a:cubicBezTo>
                    <a:cubicBezTo>
                      <a:pt x="0" y="0"/>
                      <a:pt x="0" y="0"/>
                      <a:pt x="0" y="0"/>
                    </a:cubicBezTo>
                    <a:cubicBezTo>
                      <a:pt x="0" y="66"/>
                      <a:pt x="0" y="66"/>
                      <a:pt x="0" y="66"/>
                    </a:cubicBezTo>
                    <a:cubicBezTo>
                      <a:pt x="10" y="66"/>
                      <a:pt x="10" y="66"/>
                      <a:pt x="10" y="66"/>
                    </a:cubicBezTo>
                    <a:cubicBezTo>
                      <a:pt x="25" y="66"/>
                      <a:pt x="36" y="58"/>
                      <a:pt x="3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4" name="Freeform 274"/>
              <p:cNvSpPr>
                <a:spLocks noEditPoints="1"/>
              </p:cNvSpPr>
              <p:nvPr/>
            </p:nvSpPr>
            <p:spPr bwMode="auto">
              <a:xfrm>
                <a:off x="-6126163" y="1309687"/>
                <a:ext cx="514350" cy="511175"/>
              </a:xfrm>
              <a:custGeom>
                <a:avLst/>
                <a:gdLst>
                  <a:gd name="T0" fmla="*/ 137 w 137"/>
                  <a:gd name="T1" fmla="*/ 68 h 136"/>
                  <a:gd name="T2" fmla="*/ 122 w 137"/>
                  <a:gd name="T3" fmla="*/ 64 h 136"/>
                  <a:gd name="T4" fmla="*/ 131 w 137"/>
                  <a:gd name="T5" fmla="*/ 64 h 136"/>
                  <a:gd name="T6" fmla="*/ 122 w 137"/>
                  <a:gd name="T7" fmla="*/ 72 h 136"/>
                  <a:gd name="T8" fmla="*/ 106 w 137"/>
                  <a:gd name="T9" fmla="*/ 125 h 136"/>
                  <a:gd name="T10" fmla="*/ 122 w 137"/>
                  <a:gd name="T11" fmla="*/ 72 h 136"/>
                  <a:gd name="T12" fmla="*/ 113 w 137"/>
                  <a:gd name="T13" fmla="*/ 64 h 136"/>
                  <a:gd name="T14" fmla="*/ 122 w 137"/>
                  <a:gd name="T15" fmla="*/ 25 h 136"/>
                  <a:gd name="T16" fmla="*/ 106 w 137"/>
                  <a:gd name="T17" fmla="*/ 25 h 136"/>
                  <a:gd name="T18" fmla="*/ 110 w 137"/>
                  <a:gd name="T19" fmla="*/ 21 h 136"/>
                  <a:gd name="T20" fmla="*/ 106 w 137"/>
                  <a:gd name="T21" fmla="*/ 36 h 136"/>
                  <a:gd name="T22" fmla="*/ 115 w 137"/>
                  <a:gd name="T23" fmla="*/ 109 h 136"/>
                  <a:gd name="T24" fmla="*/ 106 w 137"/>
                  <a:gd name="T25" fmla="*/ 111 h 136"/>
                  <a:gd name="T26" fmla="*/ 68 w 137"/>
                  <a:gd name="T27" fmla="*/ 136 h 136"/>
                  <a:gd name="T28" fmla="*/ 106 w 137"/>
                  <a:gd name="T29" fmla="*/ 111 h 136"/>
                  <a:gd name="T30" fmla="*/ 102 w 137"/>
                  <a:gd name="T31" fmla="*/ 97 h 136"/>
                  <a:gd name="T32" fmla="*/ 106 w 137"/>
                  <a:gd name="T33" fmla="*/ 100 h 136"/>
                  <a:gd name="T34" fmla="*/ 102 w 137"/>
                  <a:gd name="T35" fmla="*/ 39 h 136"/>
                  <a:gd name="T36" fmla="*/ 106 w 137"/>
                  <a:gd name="T37" fmla="*/ 25 h 136"/>
                  <a:gd name="T38" fmla="*/ 68 w 137"/>
                  <a:gd name="T39" fmla="*/ 0 h 136"/>
                  <a:gd name="T40" fmla="*/ 68 w 137"/>
                  <a:gd name="T41" fmla="*/ 5 h 136"/>
                  <a:gd name="T42" fmla="*/ 72 w 137"/>
                  <a:gd name="T43" fmla="*/ 24 h 136"/>
                  <a:gd name="T44" fmla="*/ 68 w 137"/>
                  <a:gd name="T45" fmla="*/ 63 h 136"/>
                  <a:gd name="T46" fmla="*/ 90 w 137"/>
                  <a:gd name="T47" fmla="*/ 42 h 136"/>
                  <a:gd name="T48" fmla="*/ 69 w 137"/>
                  <a:gd name="T49" fmla="*/ 74 h 136"/>
                  <a:gd name="T50" fmla="*/ 68 w 137"/>
                  <a:gd name="T51" fmla="*/ 112 h 136"/>
                  <a:gd name="T52" fmla="*/ 72 w 137"/>
                  <a:gd name="T53" fmla="*/ 131 h 136"/>
                  <a:gd name="T54" fmla="*/ 68 w 137"/>
                  <a:gd name="T55" fmla="*/ 131 h 136"/>
                  <a:gd name="T56" fmla="*/ 68 w 137"/>
                  <a:gd name="T57" fmla="*/ 0 h 136"/>
                  <a:gd name="T58" fmla="*/ 30 w 137"/>
                  <a:gd name="T59" fmla="*/ 25 h 136"/>
                  <a:gd name="T60" fmla="*/ 34 w 137"/>
                  <a:gd name="T61" fmla="*/ 39 h 136"/>
                  <a:gd name="T62" fmla="*/ 30 w 137"/>
                  <a:gd name="T63" fmla="*/ 100 h 136"/>
                  <a:gd name="T64" fmla="*/ 40 w 137"/>
                  <a:gd name="T65" fmla="*/ 102 h 136"/>
                  <a:gd name="T66" fmla="*/ 30 w 137"/>
                  <a:gd name="T67" fmla="*/ 125 h 136"/>
                  <a:gd name="T68" fmla="*/ 68 w 137"/>
                  <a:gd name="T69" fmla="*/ 131 h 136"/>
                  <a:gd name="T70" fmla="*/ 64 w 137"/>
                  <a:gd name="T71" fmla="*/ 112 h 136"/>
                  <a:gd name="T72" fmla="*/ 68 w 137"/>
                  <a:gd name="T73" fmla="*/ 74 h 136"/>
                  <a:gd name="T74" fmla="*/ 57 w 137"/>
                  <a:gd name="T75" fmla="*/ 52 h 136"/>
                  <a:gd name="T76" fmla="*/ 68 w 137"/>
                  <a:gd name="T77" fmla="*/ 63 h 136"/>
                  <a:gd name="T78" fmla="*/ 64 w 137"/>
                  <a:gd name="T79" fmla="*/ 24 h 136"/>
                  <a:gd name="T80" fmla="*/ 64 w 137"/>
                  <a:gd name="T81" fmla="*/ 5 h 136"/>
                  <a:gd name="T82" fmla="*/ 68 w 137"/>
                  <a:gd name="T83" fmla="*/ 0 h 136"/>
                  <a:gd name="T84" fmla="*/ 15 w 137"/>
                  <a:gd name="T85" fmla="*/ 25 h 136"/>
                  <a:gd name="T86" fmla="*/ 24 w 137"/>
                  <a:gd name="T87" fmla="*/ 64 h 136"/>
                  <a:gd name="T88" fmla="*/ 24 w 137"/>
                  <a:gd name="T89" fmla="*/ 72 h 136"/>
                  <a:gd name="T90" fmla="*/ 15 w 137"/>
                  <a:gd name="T91" fmla="*/ 111 h 136"/>
                  <a:gd name="T92" fmla="*/ 30 w 137"/>
                  <a:gd name="T93" fmla="*/ 111 h 136"/>
                  <a:gd name="T94" fmla="*/ 27 w 137"/>
                  <a:gd name="T95" fmla="*/ 115 h 136"/>
                  <a:gd name="T96" fmla="*/ 30 w 137"/>
                  <a:gd name="T97" fmla="*/ 100 h 136"/>
                  <a:gd name="T98" fmla="*/ 21 w 137"/>
                  <a:gd name="T99" fmla="*/ 27 h 136"/>
                  <a:gd name="T100" fmla="*/ 27 w 137"/>
                  <a:gd name="T101" fmla="*/ 21 h 136"/>
                  <a:gd name="T102" fmla="*/ 30 w 137"/>
                  <a:gd name="T103" fmla="*/ 11 h 136"/>
                  <a:gd name="T104" fmla="*/ 0 w 137"/>
                  <a:gd name="T105" fmla="*/ 68 h 136"/>
                  <a:gd name="T106" fmla="*/ 15 w 137"/>
                  <a:gd name="T107" fmla="*/ 72 h 136"/>
                  <a:gd name="T108" fmla="*/ 6 w 137"/>
                  <a:gd name="T109" fmla="*/ 64 h 136"/>
                  <a:gd name="T110" fmla="*/ 15 w 137"/>
                  <a:gd name="T111" fmla="*/ 2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7" h="136">
                    <a:moveTo>
                      <a:pt x="122" y="111"/>
                    </a:moveTo>
                    <a:cubicBezTo>
                      <a:pt x="131" y="99"/>
                      <a:pt x="137" y="84"/>
                      <a:pt x="137" y="68"/>
                    </a:cubicBezTo>
                    <a:cubicBezTo>
                      <a:pt x="137" y="52"/>
                      <a:pt x="131" y="37"/>
                      <a:pt x="122" y="25"/>
                    </a:cubicBezTo>
                    <a:cubicBezTo>
                      <a:pt x="122" y="64"/>
                      <a:pt x="122" y="64"/>
                      <a:pt x="122" y="64"/>
                    </a:cubicBezTo>
                    <a:cubicBezTo>
                      <a:pt x="131" y="64"/>
                      <a:pt x="131" y="64"/>
                      <a:pt x="131" y="64"/>
                    </a:cubicBezTo>
                    <a:cubicBezTo>
                      <a:pt x="131" y="64"/>
                      <a:pt x="131" y="64"/>
                      <a:pt x="131" y="64"/>
                    </a:cubicBezTo>
                    <a:cubicBezTo>
                      <a:pt x="131" y="72"/>
                      <a:pt x="131" y="72"/>
                      <a:pt x="131" y="72"/>
                    </a:cubicBezTo>
                    <a:cubicBezTo>
                      <a:pt x="122" y="72"/>
                      <a:pt x="122" y="72"/>
                      <a:pt x="122" y="72"/>
                    </a:cubicBezTo>
                    <a:lnTo>
                      <a:pt x="122" y="111"/>
                    </a:lnTo>
                    <a:close/>
                    <a:moveTo>
                      <a:pt x="106" y="125"/>
                    </a:moveTo>
                    <a:cubicBezTo>
                      <a:pt x="112" y="121"/>
                      <a:pt x="117" y="116"/>
                      <a:pt x="122" y="111"/>
                    </a:cubicBezTo>
                    <a:cubicBezTo>
                      <a:pt x="122" y="72"/>
                      <a:pt x="122" y="72"/>
                      <a:pt x="122" y="72"/>
                    </a:cubicBezTo>
                    <a:cubicBezTo>
                      <a:pt x="113" y="72"/>
                      <a:pt x="113" y="72"/>
                      <a:pt x="113" y="72"/>
                    </a:cubicBezTo>
                    <a:cubicBezTo>
                      <a:pt x="113" y="64"/>
                      <a:pt x="113" y="64"/>
                      <a:pt x="113" y="64"/>
                    </a:cubicBezTo>
                    <a:cubicBezTo>
                      <a:pt x="122" y="64"/>
                      <a:pt x="122" y="64"/>
                      <a:pt x="122" y="64"/>
                    </a:cubicBezTo>
                    <a:cubicBezTo>
                      <a:pt x="122" y="25"/>
                      <a:pt x="122" y="25"/>
                      <a:pt x="122" y="25"/>
                    </a:cubicBezTo>
                    <a:cubicBezTo>
                      <a:pt x="117" y="20"/>
                      <a:pt x="112" y="15"/>
                      <a:pt x="106" y="11"/>
                    </a:cubicBezTo>
                    <a:cubicBezTo>
                      <a:pt x="106" y="25"/>
                      <a:pt x="106" y="25"/>
                      <a:pt x="106" y="25"/>
                    </a:cubicBezTo>
                    <a:cubicBezTo>
                      <a:pt x="110" y="21"/>
                      <a:pt x="110" y="21"/>
                      <a:pt x="110" y="21"/>
                    </a:cubicBezTo>
                    <a:cubicBezTo>
                      <a:pt x="110" y="21"/>
                      <a:pt x="110" y="21"/>
                      <a:pt x="110" y="21"/>
                    </a:cubicBezTo>
                    <a:cubicBezTo>
                      <a:pt x="115" y="27"/>
                      <a:pt x="115" y="27"/>
                      <a:pt x="115" y="27"/>
                    </a:cubicBezTo>
                    <a:cubicBezTo>
                      <a:pt x="106" y="36"/>
                      <a:pt x="106" y="36"/>
                      <a:pt x="106" y="36"/>
                    </a:cubicBezTo>
                    <a:cubicBezTo>
                      <a:pt x="106" y="100"/>
                      <a:pt x="106" y="100"/>
                      <a:pt x="106" y="100"/>
                    </a:cubicBezTo>
                    <a:cubicBezTo>
                      <a:pt x="115" y="109"/>
                      <a:pt x="115" y="109"/>
                      <a:pt x="115" y="109"/>
                    </a:cubicBezTo>
                    <a:cubicBezTo>
                      <a:pt x="110" y="115"/>
                      <a:pt x="110" y="115"/>
                      <a:pt x="110" y="115"/>
                    </a:cubicBezTo>
                    <a:cubicBezTo>
                      <a:pt x="106" y="111"/>
                      <a:pt x="106" y="111"/>
                      <a:pt x="106" y="111"/>
                    </a:cubicBezTo>
                    <a:lnTo>
                      <a:pt x="106" y="125"/>
                    </a:lnTo>
                    <a:close/>
                    <a:moveTo>
                      <a:pt x="68" y="136"/>
                    </a:moveTo>
                    <a:cubicBezTo>
                      <a:pt x="82" y="136"/>
                      <a:pt x="95" y="132"/>
                      <a:pt x="106" y="125"/>
                    </a:cubicBezTo>
                    <a:cubicBezTo>
                      <a:pt x="106" y="111"/>
                      <a:pt x="106" y="111"/>
                      <a:pt x="106" y="111"/>
                    </a:cubicBezTo>
                    <a:cubicBezTo>
                      <a:pt x="97" y="102"/>
                      <a:pt x="97" y="102"/>
                      <a:pt x="97" y="102"/>
                    </a:cubicBezTo>
                    <a:cubicBezTo>
                      <a:pt x="102" y="97"/>
                      <a:pt x="102" y="97"/>
                      <a:pt x="102" y="97"/>
                    </a:cubicBezTo>
                    <a:cubicBezTo>
                      <a:pt x="102" y="97"/>
                      <a:pt x="102" y="97"/>
                      <a:pt x="102" y="97"/>
                    </a:cubicBezTo>
                    <a:cubicBezTo>
                      <a:pt x="106" y="100"/>
                      <a:pt x="106" y="100"/>
                      <a:pt x="106" y="100"/>
                    </a:cubicBezTo>
                    <a:cubicBezTo>
                      <a:pt x="106" y="36"/>
                      <a:pt x="106" y="36"/>
                      <a:pt x="106" y="36"/>
                    </a:cubicBezTo>
                    <a:cubicBezTo>
                      <a:pt x="102" y="39"/>
                      <a:pt x="102" y="39"/>
                      <a:pt x="102" y="39"/>
                    </a:cubicBezTo>
                    <a:cubicBezTo>
                      <a:pt x="97" y="34"/>
                      <a:pt x="97" y="34"/>
                      <a:pt x="97" y="34"/>
                    </a:cubicBezTo>
                    <a:cubicBezTo>
                      <a:pt x="106" y="25"/>
                      <a:pt x="106" y="25"/>
                      <a:pt x="106" y="25"/>
                    </a:cubicBezTo>
                    <a:cubicBezTo>
                      <a:pt x="106" y="11"/>
                      <a:pt x="106" y="11"/>
                      <a:pt x="106" y="11"/>
                    </a:cubicBezTo>
                    <a:cubicBezTo>
                      <a:pt x="95" y="4"/>
                      <a:pt x="82" y="0"/>
                      <a:pt x="68" y="0"/>
                    </a:cubicBezTo>
                    <a:cubicBezTo>
                      <a:pt x="68" y="0"/>
                      <a:pt x="68" y="0"/>
                      <a:pt x="68" y="0"/>
                    </a:cubicBezTo>
                    <a:cubicBezTo>
                      <a:pt x="68" y="5"/>
                      <a:pt x="68" y="5"/>
                      <a:pt x="68" y="5"/>
                    </a:cubicBezTo>
                    <a:cubicBezTo>
                      <a:pt x="72" y="5"/>
                      <a:pt x="72" y="5"/>
                      <a:pt x="72" y="5"/>
                    </a:cubicBezTo>
                    <a:cubicBezTo>
                      <a:pt x="72" y="24"/>
                      <a:pt x="72" y="24"/>
                      <a:pt x="72" y="24"/>
                    </a:cubicBezTo>
                    <a:cubicBezTo>
                      <a:pt x="68" y="24"/>
                      <a:pt x="68" y="24"/>
                      <a:pt x="68" y="24"/>
                    </a:cubicBezTo>
                    <a:cubicBezTo>
                      <a:pt x="68" y="63"/>
                      <a:pt x="68" y="63"/>
                      <a:pt x="68" y="63"/>
                    </a:cubicBezTo>
                    <a:cubicBezTo>
                      <a:pt x="69" y="63"/>
                      <a:pt x="69" y="63"/>
                      <a:pt x="69" y="63"/>
                    </a:cubicBezTo>
                    <a:cubicBezTo>
                      <a:pt x="90" y="42"/>
                      <a:pt x="90" y="42"/>
                      <a:pt x="90" y="42"/>
                    </a:cubicBezTo>
                    <a:cubicBezTo>
                      <a:pt x="96" y="48"/>
                      <a:pt x="96" y="48"/>
                      <a:pt x="96" y="48"/>
                    </a:cubicBezTo>
                    <a:cubicBezTo>
                      <a:pt x="69" y="74"/>
                      <a:pt x="69" y="74"/>
                      <a:pt x="69" y="74"/>
                    </a:cubicBezTo>
                    <a:cubicBezTo>
                      <a:pt x="68" y="74"/>
                      <a:pt x="68" y="74"/>
                      <a:pt x="68" y="74"/>
                    </a:cubicBezTo>
                    <a:cubicBezTo>
                      <a:pt x="68" y="112"/>
                      <a:pt x="68" y="112"/>
                      <a:pt x="68" y="112"/>
                    </a:cubicBezTo>
                    <a:cubicBezTo>
                      <a:pt x="72" y="112"/>
                      <a:pt x="72" y="112"/>
                      <a:pt x="72" y="112"/>
                    </a:cubicBezTo>
                    <a:cubicBezTo>
                      <a:pt x="72" y="131"/>
                      <a:pt x="72" y="131"/>
                      <a:pt x="72" y="131"/>
                    </a:cubicBezTo>
                    <a:cubicBezTo>
                      <a:pt x="72" y="131"/>
                      <a:pt x="72" y="131"/>
                      <a:pt x="72" y="131"/>
                    </a:cubicBezTo>
                    <a:cubicBezTo>
                      <a:pt x="68" y="131"/>
                      <a:pt x="68" y="131"/>
                      <a:pt x="68" y="131"/>
                    </a:cubicBezTo>
                    <a:cubicBezTo>
                      <a:pt x="68" y="136"/>
                      <a:pt x="68" y="136"/>
                      <a:pt x="68" y="136"/>
                    </a:cubicBezTo>
                    <a:close/>
                    <a:moveTo>
                      <a:pt x="68" y="0"/>
                    </a:moveTo>
                    <a:cubicBezTo>
                      <a:pt x="54" y="0"/>
                      <a:pt x="41" y="4"/>
                      <a:pt x="30" y="11"/>
                    </a:cubicBezTo>
                    <a:cubicBezTo>
                      <a:pt x="30" y="25"/>
                      <a:pt x="30" y="25"/>
                      <a:pt x="30" y="25"/>
                    </a:cubicBezTo>
                    <a:cubicBezTo>
                      <a:pt x="40" y="34"/>
                      <a:pt x="40" y="34"/>
                      <a:pt x="40" y="34"/>
                    </a:cubicBezTo>
                    <a:cubicBezTo>
                      <a:pt x="34" y="39"/>
                      <a:pt x="34" y="39"/>
                      <a:pt x="34" y="39"/>
                    </a:cubicBezTo>
                    <a:cubicBezTo>
                      <a:pt x="30" y="36"/>
                      <a:pt x="30" y="36"/>
                      <a:pt x="30" y="36"/>
                    </a:cubicBezTo>
                    <a:cubicBezTo>
                      <a:pt x="30" y="100"/>
                      <a:pt x="30" y="100"/>
                      <a:pt x="30" y="100"/>
                    </a:cubicBezTo>
                    <a:cubicBezTo>
                      <a:pt x="34" y="97"/>
                      <a:pt x="34" y="97"/>
                      <a:pt x="34" y="97"/>
                    </a:cubicBezTo>
                    <a:cubicBezTo>
                      <a:pt x="40" y="102"/>
                      <a:pt x="40" y="102"/>
                      <a:pt x="40" y="102"/>
                    </a:cubicBezTo>
                    <a:cubicBezTo>
                      <a:pt x="30" y="111"/>
                      <a:pt x="30" y="111"/>
                      <a:pt x="30" y="111"/>
                    </a:cubicBezTo>
                    <a:cubicBezTo>
                      <a:pt x="30" y="125"/>
                      <a:pt x="30" y="125"/>
                      <a:pt x="30" y="125"/>
                    </a:cubicBezTo>
                    <a:cubicBezTo>
                      <a:pt x="41" y="132"/>
                      <a:pt x="54" y="136"/>
                      <a:pt x="68" y="136"/>
                    </a:cubicBezTo>
                    <a:cubicBezTo>
                      <a:pt x="68" y="131"/>
                      <a:pt x="68" y="131"/>
                      <a:pt x="68" y="131"/>
                    </a:cubicBezTo>
                    <a:cubicBezTo>
                      <a:pt x="64" y="131"/>
                      <a:pt x="64" y="131"/>
                      <a:pt x="64" y="131"/>
                    </a:cubicBezTo>
                    <a:cubicBezTo>
                      <a:pt x="64" y="112"/>
                      <a:pt x="64" y="112"/>
                      <a:pt x="64" y="112"/>
                    </a:cubicBezTo>
                    <a:cubicBezTo>
                      <a:pt x="68" y="112"/>
                      <a:pt x="68" y="112"/>
                      <a:pt x="68" y="112"/>
                    </a:cubicBezTo>
                    <a:cubicBezTo>
                      <a:pt x="68" y="74"/>
                      <a:pt x="68" y="74"/>
                      <a:pt x="68" y="74"/>
                    </a:cubicBezTo>
                    <a:cubicBezTo>
                      <a:pt x="52" y="58"/>
                      <a:pt x="52" y="58"/>
                      <a:pt x="52" y="58"/>
                    </a:cubicBezTo>
                    <a:cubicBezTo>
                      <a:pt x="57" y="52"/>
                      <a:pt x="57" y="52"/>
                      <a:pt x="57" y="52"/>
                    </a:cubicBezTo>
                    <a:cubicBezTo>
                      <a:pt x="57" y="52"/>
                      <a:pt x="57" y="52"/>
                      <a:pt x="57" y="52"/>
                    </a:cubicBezTo>
                    <a:cubicBezTo>
                      <a:pt x="68" y="63"/>
                      <a:pt x="68" y="63"/>
                      <a:pt x="68" y="63"/>
                    </a:cubicBezTo>
                    <a:cubicBezTo>
                      <a:pt x="68" y="24"/>
                      <a:pt x="68" y="24"/>
                      <a:pt x="68" y="24"/>
                    </a:cubicBezTo>
                    <a:cubicBezTo>
                      <a:pt x="64" y="24"/>
                      <a:pt x="64" y="24"/>
                      <a:pt x="64" y="24"/>
                    </a:cubicBezTo>
                    <a:cubicBezTo>
                      <a:pt x="64" y="5"/>
                      <a:pt x="64" y="5"/>
                      <a:pt x="64" y="5"/>
                    </a:cubicBezTo>
                    <a:cubicBezTo>
                      <a:pt x="64" y="5"/>
                      <a:pt x="64" y="5"/>
                      <a:pt x="64" y="5"/>
                    </a:cubicBezTo>
                    <a:cubicBezTo>
                      <a:pt x="68" y="5"/>
                      <a:pt x="68" y="5"/>
                      <a:pt x="68" y="5"/>
                    </a:cubicBezTo>
                    <a:lnTo>
                      <a:pt x="68" y="0"/>
                    </a:lnTo>
                    <a:close/>
                    <a:moveTo>
                      <a:pt x="30" y="11"/>
                    </a:moveTo>
                    <a:cubicBezTo>
                      <a:pt x="25" y="15"/>
                      <a:pt x="19" y="20"/>
                      <a:pt x="15" y="25"/>
                    </a:cubicBezTo>
                    <a:cubicBezTo>
                      <a:pt x="15" y="64"/>
                      <a:pt x="15" y="64"/>
                      <a:pt x="15" y="64"/>
                    </a:cubicBezTo>
                    <a:cubicBezTo>
                      <a:pt x="24" y="64"/>
                      <a:pt x="24" y="64"/>
                      <a:pt x="24" y="64"/>
                    </a:cubicBezTo>
                    <a:cubicBezTo>
                      <a:pt x="24" y="64"/>
                      <a:pt x="24" y="64"/>
                      <a:pt x="24" y="64"/>
                    </a:cubicBezTo>
                    <a:cubicBezTo>
                      <a:pt x="24" y="72"/>
                      <a:pt x="24" y="72"/>
                      <a:pt x="24" y="72"/>
                    </a:cubicBezTo>
                    <a:cubicBezTo>
                      <a:pt x="15" y="72"/>
                      <a:pt x="15" y="72"/>
                      <a:pt x="15" y="72"/>
                    </a:cubicBezTo>
                    <a:cubicBezTo>
                      <a:pt x="15" y="111"/>
                      <a:pt x="15" y="111"/>
                      <a:pt x="15" y="111"/>
                    </a:cubicBezTo>
                    <a:cubicBezTo>
                      <a:pt x="19" y="116"/>
                      <a:pt x="25" y="121"/>
                      <a:pt x="30" y="125"/>
                    </a:cubicBezTo>
                    <a:cubicBezTo>
                      <a:pt x="30" y="111"/>
                      <a:pt x="30" y="111"/>
                      <a:pt x="30" y="111"/>
                    </a:cubicBezTo>
                    <a:cubicBezTo>
                      <a:pt x="27" y="115"/>
                      <a:pt x="27" y="115"/>
                      <a:pt x="27" y="115"/>
                    </a:cubicBezTo>
                    <a:cubicBezTo>
                      <a:pt x="27" y="115"/>
                      <a:pt x="27" y="115"/>
                      <a:pt x="27" y="115"/>
                    </a:cubicBezTo>
                    <a:cubicBezTo>
                      <a:pt x="21" y="109"/>
                      <a:pt x="21" y="109"/>
                      <a:pt x="21" y="109"/>
                    </a:cubicBezTo>
                    <a:cubicBezTo>
                      <a:pt x="30" y="100"/>
                      <a:pt x="30" y="100"/>
                      <a:pt x="30" y="100"/>
                    </a:cubicBezTo>
                    <a:cubicBezTo>
                      <a:pt x="30" y="36"/>
                      <a:pt x="30" y="36"/>
                      <a:pt x="30" y="36"/>
                    </a:cubicBezTo>
                    <a:cubicBezTo>
                      <a:pt x="21" y="27"/>
                      <a:pt x="21" y="27"/>
                      <a:pt x="21" y="27"/>
                    </a:cubicBezTo>
                    <a:cubicBezTo>
                      <a:pt x="27" y="21"/>
                      <a:pt x="27" y="21"/>
                      <a:pt x="27" y="21"/>
                    </a:cubicBezTo>
                    <a:cubicBezTo>
                      <a:pt x="27" y="21"/>
                      <a:pt x="27" y="21"/>
                      <a:pt x="27" y="21"/>
                    </a:cubicBezTo>
                    <a:cubicBezTo>
                      <a:pt x="30" y="25"/>
                      <a:pt x="30" y="25"/>
                      <a:pt x="30" y="25"/>
                    </a:cubicBezTo>
                    <a:lnTo>
                      <a:pt x="30" y="11"/>
                    </a:lnTo>
                    <a:close/>
                    <a:moveTo>
                      <a:pt x="15" y="25"/>
                    </a:moveTo>
                    <a:cubicBezTo>
                      <a:pt x="6" y="37"/>
                      <a:pt x="0" y="52"/>
                      <a:pt x="0" y="68"/>
                    </a:cubicBezTo>
                    <a:cubicBezTo>
                      <a:pt x="0" y="84"/>
                      <a:pt x="6" y="99"/>
                      <a:pt x="15" y="111"/>
                    </a:cubicBezTo>
                    <a:cubicBezTo>
                      <a:pt x="15" y="72"/>
                      <a:pt x="15" y="72"/>
                      <a:pt x="15" y="72"/>
                    </a:cubicBezTo>
                    <a:cubicBezTo>
                      <a:pt x="6" y="72"/>
                      <a:pt x="6" y="72"/>
                      <a:pt x="6" y="72"/>
                    </a:cubicBezTo>
                    <a:cubicBezTo>
                      <a:pt x="6" y="64"/>
                      <a:pt x="6" y="64"/>
                      <a:pt x="6" y="64"/>
                    </a:cubicBezTo>
                    <a:cubicBezTo>
                      <a:pt x="15" y="64"/>
                      <a:pt x="15" y="64"/>
                      <a:pt x="15" y="64"/>
                    </a:cubicBezTo>
                    <a:lnTo>
                      <a:pt x="15"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5" name="Freeform 275"/>
              <p:cNvSpPr>
                <a:spLocks/>
              </p:cNvSpPr>
              <p:nvPr/>
            </p:nvSpPr>
            <p:spPr bwMode="auto">
              <a:xfrm>
                <a:off x="-3414713" y="5214938"/>
                <a:ext cx="266700" cy="769938"/>
              </a:xfrm>
              <a:custGeom>
                <a:avLst/>
                <a:gdLst>
                  <a:gd name="T0" fmla="*/ 8 w 71"/>
                  <a:gd name="T1" fmla="*/ 24 h 205"/>
                  <a:gd name="T2" fmla="*/ 1 w 71"/>
                  <a:gd name="T3" fmla="*/ 49 h 205"/>
                  <a:gd name="T4" fmla="*/ 6 w 71"/>
                  <a:gd name="T5" fmla="*/ 71 h 205"/>
                  <a:gd name="T6" fmla="*/ 26 w 71"/>
                  <a:gd name="T7" fmla="*/ 93 h 205"/>
                  <a:gd name="T8" fmla="*/ 26 w 71"/>
                  <a:gd name="T9" fmla="*/ 205 h 205"/>
                  <a:gd name="T10" fmla="*/ 45 w 71"/>
                  <a:gd name="T11" fmla="*/ 205 h 205"/>
                  <a:gd name="T12" fmla="*/ 45 w 71"/>
                  <a:gd name="T13" fmla="*/ 93 h 205"/>
                  <a:gd name="T14" fmla="*/ 65 w 71"/>
                  <a:gd name="T15" fmla="*/ 71 h 205"/>
                  <a:gd name="T16" fmla="*/ 70 w 71"/>
                  <a:gd name="T17" fmla="*/ 49 h 205"/>
                  <a:gd name="T18" fmla="*/ 63 w 71"/>
                  <a:gd name="T19" fmla="*/ 24 h 205"/>
                  <a:gd name="T20" fmla="*/ 47 w 71"/>
                  <a:gd name="T21" fmla="*/ 0 h 205"/>
                  <a:gd name="T22" fmla="*/ 52 w 71"/>
                  <a:gd name="T23" fmla="*/ 48 h 205"/>
                  <a:gd name="T24" fmla="*/ 46 w 71"/>
                  <a:gd name="T25" fmla="*/ 48 h 205"/>
                  <a:gd name="T26" fmla="*/ 41 w 71"/>
                  <a:gd name="T27" fmla="*/ 0 h 205"/>
                  <a:gd name="T28" fmla="*/ 35 w 71"/>
                  <a:gd name="T29" fmla="*/ 0 h 205"/>
                  <a:gd name="T30" fmla="*/ 30 w 71"/>
                  <a:gd name="T31" fmla="*/ 0 h 205"/>
                  <a:gd name="T32" fmla="*/ 25 w 71"/>
                  <a:gd name="T33" fmla="*/ 48 h 205"/>
                  <a:gd name="T34" fmla="*/ 19 w 71"/>
                  <a:gd name="T35" fmla="*/ 48 h 205"/>
                  <a:gd name="T36" fmla="*/ 24 w 71"/>
                  <a:gd name="T37" fmla="*/ 0 h 205"/>
                  <a:gd name="T38" fmla="*/ 8 w 71"/>
                  <a:gd name="T39" fmla="*/ 2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1" h="205">
                    <a:moveTo>
                      <a:pt x="8" y="24"/>
                    </a:moveTo>
                    <a:cubicBezTo>
                      <a:pt x="5" y="32"/>
                      <a:pt x="2" y="40"/>
                      <a:pt x="1" y="49"/>
                    </a:cubicBezTo>
                    <a:cubicBezTo>
                      <a:pt x="0" y="57"/>
                      <a:pt x="2" y="63"/>
                      <a:pt x="6" y="71"/>
                    </a:cubicBezTo>
                    <a:cubicBezTo>
                      <a:pt x="10" y="78"/>
                      <a:pt x="17" y="88"/>
                      <a:pt x="26" y="93"/>
                    </a:cubicBezTo>
                    <a:cubicBezTo>
                      <a:pt x="26" y="205"/>
                      <a:pt x="26" y="205"/>
                      <a:pt x="26" y="205"/>
                    </a:cubicBezTo>
                    <a:cubicBezTo>
                      <a:pt x="45" y="205"/>
                      <a:pt x="45" y="205"/>
                      <a:pt x="45" y="205"/>
                    </a:cubicBezTo>
                    <a:cubicBezTo>
                      <a:pt x="45" y="93"/>
                      <a:pt x="45" y="93"/>
                      <a:pt x="45" y="93"/>
                    </a:cubicBezTo>
                    <a:cubicBezTo>
                      <a:pt x="54" y="88"/>
                      <a:pt x="61" y="78"/>
                      <a:pt x="65" y="71"/>
                    </a:cubicBezTo>
                    <a:cubicBezTo>
                      <a:pt x="69" y="63"/>
                      <a:pt x="71" y="57"/>
                      <a:pt x="70" y="49"/>
                    </a:cubicBezTo>
                    <a:cubicBezTo>
                      <a:pt x="69" y="40"/>
                      <a:pt x="66" y="32"/>
                      <a:pt x="63" y="24"/>
                    </a:cubicBezTo>
                    <a:cubicBezTo>
                      <a:pt x="60" y="17"/>
                      <a:pt x="56" y="1"/>
                      <a:pt x="47" y="0"/>
                    </a:cubicBezTo>
                    <a:cubicBezTo>
                      <a:pt x="52" y="48"/>
                      <a:pt x="52" y="48"/>
                      <a:pt x="52" y="48"/>
                    </a:cubicBezTo>
                    <a:cubicBezTo>
                      <a:pt x="46" y="48"/>
                      <a:pt x="46" y="48"/>
                      <a:pt x="46" y="48"/>
                    </a:cubicBezTo>
                    <a:cubicBezTo>
                      <a:pt x="41" y="0"/>
                      <a:pt x="41" y="0"/>
                      <a:pt x="41" y="0"/>
                    </a:cubicBezTo>
                    <a:cubicBezTo>
                      <a:pt x="35" y="0"/>
                      <a:pt x="35" y="0"/>
                      <a:pt x="35" y="0"/>
                    </a:cubicBezTo>
                    <a:cubicBezTo>
                      <a:pt x="30" y="0"/>
                      <a:pt x="30" y="0"/>
                      <a:pt x="30" y="0"/>
                    </a:cubicBezTo>
                    <a:cubicBezTo>
                      <a:pt x="25" y="48"/>
                      <a:pt x="25" y="48"/>
                      <a:pt x="25" y="48"/>
                    </a:cubicBezTo>
                    <a:cubicBezTo>
                      <a:pt x="19" y="48"/>
                      <a:pt x="19" y="48"/>
                      <a:pt x="19" y="48"/>
                    </a:cubicBezTo>
                    <a:cubicBezTo>
                      <a:pt x="24" y="0"/>
                      <a:pt x="24" y="0"/>
                      <a:pt x="24" y="0"/>
                    </a:cubicBezTo>
                    <a:cubicBezTo>
                      <a:pt x="15" y="1"/>
                      <a:pt x="11" y="17"/>
                      <a:pt x="8"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6" name="Freeform 276"/>
              <p:cNvSpPr>
                <a:spLocks/>
              </p:cNvSpPr>
              <p:nvPr/>
            </p:nvSpPr>
            <p:spPr bwMode="auto">
              <a:xfrm>
                <a:off x="-3028950" y="5214938"/>
                <a:ext cx="173037" cy="769938"/>
              </a:xfrm>
              <a:custGeom>
                <a:avLst/>
                <a:gdLst>
                  <a:gd name="T0" fmla="*/ 0 w 46"/>
                  <a:gd name="T1" fmla="*/ 57 h 205"/>
                  <a:gd name="T2" fmla="*/ 26 w 46"/>
                  <a:gd name="T3" fmla="*/ 114 h 205"/>
                  <a:gd name="T4" fmla="*/ 26 w 46"/>
                  <a:gd name="T5" fmla="*/ 205 h 205"/>
                  <a:gd name="T6" fmla="*/ 46 w 46"/>
                  <a:gd name="T7" fmla="*/ 205 h 205"/>
                  <a:gd name="T8" fmla="*/ 46 w 46"/>
                  <a:gd name="T9" fmla="*/ 0 h 205"/>
                  <a:gd name="T10" fmla="*/ 26 w 46"/>
                  <a:gd name="T11" fmla="*/ 0 h 205"/>
                  <a:gd name="T12" fmla="*/ 0 w 46"/>
                  <a:gd name="T13" fmla="*/ 57 h 205"/>
                </a:gdLst>
                <a:ahLst/>
                <a:cxnLst>
                  <a:cxn ang="0">
                    <a:pos x="T0" y="T1"/>
                  </a:cxn>
                  <a:cxn ang="0">
                    <a:pos x="T2" y="T3"/>
                  </a:cxn>
                  <a:cxn ang="0">
                    <a:pos x="T4" y="T5"/>
                  </a:cxn>
                  <a:cxn ang="0">
                    <a:pos x="T6" y="T7"/>
                  </a:cxn>
                  <a:cxn ang="0">
                    <a:pos x="T8" y="T9"/>
                  </a:cxn>
                  <a:cxn ang="0">
                    <a:pos x="T10" y="T11"/>
                  </a:cxn>
                  <a:cxn ang="0">
                    <a:pos x="T12" y="T13"/>
                  </a:cxn>
                </a:cxnLst>
                <a:rect l="0" t="0" r="r" b="b"/>
                <a:pathLst>
                  <a:path w="46" h="205">
                    <a:moveTo>
                      <a:pt x="0" y="57"/>
                    </a:moveTo>
                    <a:cubicBezTo>
                      <a:pt x="0" y="108"/>
                      <a:pt x="21" y="114"/>
                      <a:pt x="26" y="114"/>
                    </a:cubicBezTo>
                    <a:cubicBezTo>
                      <a:pt x="26" y="205"/>
                      <a:pt x="26" y="205"/>
                      <a:pt x="26" y="205"/>
                    </a:cubicBezTo>
                    <a:cubicBezTo>
                      <a:pt x="46" y="205"/>
                      <a:pt x="46" y="205"/>
                      <a:pt x="46" y="205"/>
                    </a:cubicBezTo>
                    <a:cubicBezTo>
                      <a:pt x="46" y="0"/>
                      <a:pt x="46" y="0"/>
                      <a:pt x="46" y="0"/>
                    </a:cubicBezTo>
                    <a:cubicBezTo>
                      <a:pt x="26" y="0"/>
                      <a:pt x="26" y="0"/>
                      <a:pt x="26" y="0"/>
                    </a:cubicBezTo>
                    <a:cubicBezTo>
                      <a:pt x="26" y="0"/>
                      <a:pt x="0" y="0"/>
                      <a:pt x="0"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7" name="Oval 277"/>
              <p:cNvSpPr>
                <a:spLocks noChangeArrowheads="1"/>
              </p:cNvSpPr>
              <p:nvPr/>
            </p:nvSpPr>
            <p:spPr bwMode="auto">
              <a:xfrm>
                <a:off x="-4083050" y="7588250"/>
                <a:ext cx="55562"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8" name="Oval 278"/>
              <p:cNvSpPr>
                <a:spLocks noChangeArrowheads="1"/>
              </p:cNvSpPr>
              <p:nvPr/>
            </p:nvSpPr>
            <p:spPr bwMode="auto">
              <a:xfrm>
                <a:off x="-4027488" y="7531100"/>
                <a:ext cx="46037" cy="412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29" name="Oval 279"/>
              <p:cNvSpPr>
                <a:spLocks noChangeArrowheads="1"/>
              </p:cNvSpPr>
              <p:nvPr/>
            </p:nvSpPr>
            <p:spPr bwMode="auto">
              <a:xfrm>
                <a:off x="-4071938" y="7453313"/>
                <a:ext cx="33337"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0" name="Oval 280"/>
              <p:cNvSpPr>
                <a:spLocks noChangeArrowheads="1"/>
              </p:cNvSpPr>
              <p:nvPr/>
            </p:nvSpPr>
            <p:spPr bwMode="auto">
              <a:xfrm>
                <a:off x="-4083050" y="7324725"/>
                <a:ext cx="55562"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1" name="Freeform 281"/>
              <p:cNvSpPr>
                <a:spLocks noEditPoints="1"/>
              </p:cNvSpPr>
              <p:nvPr/>
            </p:nvSpPr>
            <p:spPr bwMode="auto">
              <a:xfrm>
                <a:off x="-4162425" y="7070725"/>
                <a:ext cx="285750" cy="641350"/>
              </a:xfrm>
              <a:custGeom>
                <a:avLst/>
                <a:gdLst>
                  <a:gd name="T0" fmla="*/ 41 w 76"/>
                  <a:gd name="T1" fmla="*/ 9 h 171"/>
                  <a:gd name="T2" fmla="*/ 40 w 76"/>
                  <a:gd name="T3" fmla="*/ 15 h 171"/>
                  <a:gd name="T4" fmla="*/ 40 w 76"/>
                  <a:gd name="T5" fmla="*/ 26 h 171"/>
                  <a:gd name="T6" fmla="*/ 36 w 76"/>
                  <a:gd name="T7" fmla="*/ 26 h 171"/>
                  <a:gd name="T8" fmla="*/ 36 w 76"/>
                  <a:gd name="T9" fmla="*/ 56 h 171"/>
                  <a:gd name="T10" fmla="*/ 40 w 76"/>
                  <a:gd name="T11" fmla="*/ 56 h 171"/>
                  <a:gd name="T12" fmla="*/ 40 w 76"/>
                  <a:gd name="T13" fmla="*/ 79 h 171"/>
                  <a:gd name="T14" fmla="*/ 40 w 76"/>
                  <a:gd name="T15" fmla="*/ 89 h 171"/>
                  <a:gd name="T16" fmla="*/ 46 w 76"/>
                  <a:gd name="T17" fmla="*/ 96 h 171"/>
                  <a:gd name="T18" fmla="*/ 48 w 76"/>
                  <a:gd name="T19" fmla="*/ 96 h 171"/>
                  <a:gd name="T20" fmla="*/ 53 w 76"/>
                  <a:gd name="T21" fmla="*/ 89 h 171"/>
                  <a:gd name="T22" fmla="*/ 53 w 76"/>
                  <a:gd name="T23" fmla="*/ 56 h 171"/>
                  <a:gd name="T24" fmla="*/ 58 w 76"/>
                  <a:gd name="T25" fmla="*/ 56 h 171"/>
                  <a:gd name="T26" fmla="*/ 58 w 76"/>
                  <a:gd name="T27" fmla="*/ 56 h 171"/>
                  <a:gd name="T28" fmla="*/ 58 w 76"/>
                  <a:gd name="T29" fmla="*/ 156 h 171"/>
                  <a:gd name="T30" fmla="*/ 36 w 76"/>
                  <a:gd name="T31" fmla="*/ 156 h 171"/>
                  <a:gd name="T32" fmla="*/ 36 w 76"/>
                  <a:gd name="T33" fmla="*/ 171 h 171"/>
                  <a:gd name="T34" fmla="*/ 72 w 76"/>
                  <a:gd name="T35" fmla="*/ 171 h 171"/>
                  <a:gd name="T36" fmla="*/ 72 w 76"/>
                  <a:gd name="T37" fmla="*/ 26 h 171"/>
                  <a:gd name="T38" fmla="*/ 53 w 76"/>
                  <a:gd name="T39" fmla="*/ 26 h 171"/>
                  <a:gd name="T40" fmla="*/ 53 w 76"/>
                  <a:gd name="T41" fmla="*/ 18 h 171"/>
                  <a:gd name="T42" fmla="*/ 70 w 76"/>
                  <a:gd name="T43" fmla="*/ 14 h 171"/>
                  <a:gd name="T44" fmla="*/ 75 w 76"/>
                  <a:gd name="T45" fmla="*/ 6 h 171"/>
                  <a:gd name="T46" fmla="*/ 67 w 76"/>
                  <a:gd name="T47" fmla="*/ 1 h 171"/>
                  <a:gd name="T48" fmla="*/ 46 w 76"/>
                  <a:gd name="T49" fmla="*/ 6 h 171"/>
                  <a:gd name="T50" fmla="*/ 41 w 76"/>
                  <a:gd name="T51" fmla="*/ 9 h 171"/>
                  <a:gd name="T52" fmla="*/ 36 w 76"/>
                  <a:gd name="T53" fmla="*/ 26 h 171"/>
                  <a:gd name="T54" fmla="*/ 0 w 76"/>
                  <a:gd name="T55" fmla="*/ 26 h 171"/>
                  <a:gd name="T56" fmla="*/ 0 w 76"/>
                  <a:gd name="T57" fmla="*/ 171 h 171"/>
                  <a:gd name="T58" fmla="*/ 36 w 76"/>
                  <a:gd name="T59" fmla="*/ 171 h 171"/>
                  <a:gd name="T60" fmla="*/ 36 w 76"/>
                  <a:gd name="T61" fmla="*/ 156 h 171"/>
                  <a:gd name="T62" fmla="*/ 15 w 76"/>
                  <a:gd name="T63" fmla="*/ 156 h 171"/>
                  <a:gd name="T64" fmla="*/ 15 w 76"/>
                  <a:gd name="T65" fmla="*/ 56 h 171"/>
                  <a:gd name="T66" fmla="*/ 36 w 76"/>
                  <a:gd name="T67" fmla="*/ 56 h 171"/>
                  <a:gd name="T68" fmla="*/ 36 w 76"/>
                  <a:gd name="T69" fmla="*/ 2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 h="171">
                    <a:moveTo>
                      <a:pt x="41" y="9"/>
                    </a:moveTo>
                    <a:cubicBezTo>
                      <a:pt x="40" y="10"/>
                      <a:pt x="40" y="13"/>
                      <a:pt x="40" y="15"/>
                    </a:cubicBezTo>
                    <a:cubicBezTo>
                      <a:pt x="40" y="15"/>
                      <a:pt x="40" y="19"/>
                      <a:pt x="40" y="26"/>
                    </a:cubicBezTo>
                    <a:cubicBezTo>
                      <a:pt x="36" y="26"/>
                      <a:pt x="36" y="26"/>
                      <a:pt x="36" y="26"/>
                    </a:cubicBezTo>
                    <a:cubicBezTo>
                      <a:pt x="36" y="56"/>
                      <a:pt x="36" y="56"/>
                      <a:pt x="36" y="56"/>
                    </a:cubicBezTo>
                    <a:cubicBezTo>
                      <a:pt x="40" y="56"/>
                      <a:pt x="40" y="56"/>
                      <a:pt x="40" y="56"/>
                    </a:cubicBezTo>
                    <a:cubicBezTo>
                      <a:pt x="40" y="68"/>
                      <a:pt x="40" y="78"/>
                      <a:pt x="40" y="79"/>
                    </a:cubicBezTo>
                    <a:cubicBezTo>
                      <a:pt x="40" y="81"/>
                      <a:pt x="40" y="89"/>
                      <a:pt x="40" y="89"/>
                    </a:cubicBezTo>
                    <a:cubicBezTo>
                      <a:pt x="40" y="93"/>
                      <a:pt x="42" y="96"/>
                      <a:pt x="46" y="96"/>
                    </a:cubicBezTo>
                    <a:cubicBezTo>
                      <a:pt x="47" y="96"/>
                      <a:pt x="47" y="96"/>
                      <a:pt x="48" y="96"/>
                    </a:cubicBezTo>
                    <a:cubicBezTo>
                      <a:pt x="51" y="95"/>
                      <a:pt x="53" y="92"/>
                      <a:pt x="53" y="89"/>
                    </a:cubicBezTo>
                    <a:cubicBezTo>
                      <a:pt x="53" y="56"/>
                      <a:pt x="53" y="56"/>
                      <a:pt x="53" y="56"/>
                    </a:cubicBezTo>
                    <a:cubicBezTo>
                      <a:pt x="58" y="56"/>
                      <a:pt x="58" y="56"/>
                      <a:pt x="58" y="56"/>
                    </a:cubicBezTo>
                    <a:cubicBezTo>
                      <a:pt x="58" y="56"/>
                      <a:pt x="58" y="56"/>
                      <a:pt x="58" y="56"/>
                    </a:cubicBezTo>
                    <a:cubicBezTo>
                      <a:pt x="58" y="156"/>
                      <a:pt x="58" y="156"/>
                      <a:pt x="58" y="156"/>
                    </a:cubicBezTo>
                    <a:cubicBezTo>
                      <a:pt x="36" y="156"/>
                      <a:pt x="36" y="156"/>
                      <a:pt x="36" y="156"/>
                    </a:cubicBezTo>
                    <a:cubicBezTo>
                      <a:pt x="36" y="171"/>
                      <a:pt x="36" y="171"/>
                      <a:pt x="36" y="171"/>
                    </a:cubicBezTo>
                    <a:cubicBezTo>
                      <a:pt x="72" y="171"/>
                      <a:pt x="72" y="171"/>
                      <a:pt x="72" y="171"/>
                    </a:cubicBezTo>
                    <a:cubicBezTo>
                      <a:pt x="72" y="26"/>
                      <a:pt x="72" y="26"/>
                      <a:pt x="72" y="26"/>
                    </a:cubicBezTo>
                    <a:cubicBezTo>
                      <a:pt x="53" y="26"/>
                      <a:pt x="53" y="26"/>
                      <a:pt x="53" y="26"/>
                    </a:cubicBezTo>
                    <a:cubicBezTo>
                      <a:pt x="53" y="18"/>
                      <a:pt x="53" y="18"/>
                      <a:pt x="53" y="18"/>
                    </a:cubicBezTo>
                    <a:cubicBezTo>
                      <a:pt x="70" y="14"/>
                      <a:pt x="70" y="14"/>
                      <a:pt x="70" y="14"/>
                    </a:cubicBezTo>
                    <a:cubicBezTo>
                      <a:pt x="74" y="13"/>
                      <a:pt x="76" y="10"/>
                      <a:pt x="75" y="6"/>
                    </a:cubicBezTo>
                    <a:cubicBezTo>
                      <a:pt x="75" y="3"/>
                      <a:pt x="71" y="0"/>
                      <a:pt x="67" y="1"/>
                    </a:cubicBezTo>
                    <a:cubicBezTo>
                      <a:pt x="66" y="1"/>
                      <a:pt x="48" y="5"/>
                      <a:pt x="46" y="6"/>
                    </a:cubicBezTo>
                    <a:cubicBezTo>
                      <a:pt x="44" y="6"/>
                      <a:pt x="42" y="7"/>
                      <a:pt x="41" y="9"/>
                    </a:cubicBezTo>
                    <a:close/>
                    <a:moveTo>
                      <a:pt x="36" y="26"/>
                    </a:moveTo>
                    <a:cubicBezTo>
                      <a:pt x="0" y="26"/>
                      <a:pt x="0" y="26"/>
                      <a:pt x="0" y="26"/>
                    </a:cubicBezTo>
                    <a:cubicBezTo>
                      <a:pt x="0" y="171"/>
                      <a:pt x="0" y="171"/>
                      <a:pt x="0" y="171"/>
                    </a:cubicBezTo>
                    <a:cubicBezTo>
                      <a:pt x="36" y="171"/>
                      <a:pt x="36" y="171"/>
                      <a:pt x="36" y="171"/>
                    </a:cubicBezTo>
                    <a:cubicBezTo>
                      <a:pt x="36" y="156"/>
                      <a:pt x="36" y="156"/>
                      <a:pt x="36" y="156"/>
                    </a:cubicBezTo>
                    <a:cubicBezTo>
                      <a:pt x="15" y="156"/>
                      <a:pt x="15" y="156"/>
                      <a:pt x="15" y="156"/>
                    </a:cubicBezTo>
                    <a:cubicBezTo>
                      <a:pt x="15" y="56"/>
                      <a:pt x="15" y="56"/>
                      <a:pt x="15" y="56"/>
                    </a:cubicBezTo>
                    <a:cubicBezTo>
                      <a:pt x="36" y="56"/>
                      <a:pt x="36" y="56"/>
                      <a:pt x="36" y="56"/>
                    </a:cubicBezTo>
                    <a:lnTo>
                      <a:pt x="36"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2" name="Freeform 282"/>
              <p:cNvSpPr>
                <a:spLocks/>
              </p:cNvSpPr>
              <p:nvPr/>
            </p:nvSpPr>
            <p:spPr bwMode="auto">
              <a:xfrm>
                <a:off x="-1938338" y="4310063"/>
                <a:ext cx="311150" cy="187325"/>
              </a:xfrm>
              <a:custGeom>
                <a:avLst/>
                <a:gdLst>
                  <a:gd name="T0" fmla="*/ 196 w 196"/>
                  <a:gd name="T1" fmla="*/ 0 h 118"/>
                  <a:gd name="T2" fmla="*/ 14 w 196"/>
                  <a:gd name="T3" fmla="*/ 0 h 118"/>
                  <a:gd name="T4" fmla="*/ 14 w 196"/>
                  <a:gd name="T5" fmla="*/ 36 h 118"/>
                  <a:gd name="T6" fmla="*/ 0 w 196"/>
                  <a:gd name="T7" fmla="*/ 36 h 118"/>
                  <a:gd name="T8" fmla="*/ 0 w 196"/>
                  <a:gd name="T9" fmla="*/ 85 h 118"/>
                  <a:gd name="T10" fmla="*/ 14 w 196"/>
                  <a:gd name="T11" fmla="*/ 85 h 118"/>
                  <a:gd name="T12" fmla="*/ 14 w 196"/>
                  <a:gd name="T13" fmla="*/ 118 h 118"/>
                  <a:gd name="T14" fmla="*/ 196 w 196"/>
                  <a:gd name="T15" fmla="*/ 118 h 118"/>
                  <a:gd name="T16" fmla="*/ 196 w 196"/>
                  <a:gd name="T1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118">
                    <a:moveTo>
                      <a:pt x="196" y="0"/>
                    </a:moveTo>
                    <a:lnTo>
                      <a:pt x="14" y="0"/>
                    </a:lnTo>
                    <a:lnTo>
                      <a:pt x="14" y="36"/>
                    </a:lnTo>
                    <a:lnTo>
                      <a:pt x="0" y="36"/>
                    </a:lnTo>
                    <a:lnTo>
                      <a:pt x="0" y="85"/>
                    </a:lnTo>
                    <a:lnTo>
                      <a:pt x="14" y="85"/>
                    </a:lnTo>
                    <a:lnTo>
                      <a:pt x="14" y="118"/>
                    </a:lnTo>
                    <a:lnTo>
                      <a:pt x="196" y="118"/>
                    </a:lnTo>
                    <a:lnTo>
                      <a:pt x="19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3" name="Rectangle 283"/>
              <p:cNvSpPr>
                <a:spLocks noChangeArrowheads="1"/>
              </p:cNvSpPr>
              <p:nvPr/>
            </p:nvSpPr>
            <p:spPr bwMode="auto">
              <a:xfrm>
                <a:off x="-2190750" y="4227512"/>
                <a:ext cx="49212"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4" name="Oval 284"/>
              <p:cNvSpPr>
                <a:spLocks noChangeArrowheads="1"/>
              </p:cNvSpPr>
              <p:nvPr/>
            </p:nvSpPr>
            <p:spPr bwMode="auto">
              <a:xfrm>
                <a:off x="-2133600" y="4343400"/>
                <a:ext cx="96837" cy="101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5" name="Freeform 285"/>
              <p:cNvSpPr>
                <a:spLocks noEditPoints="1"/>
              </p:cNvSpPr>
              <p:nvPr/>
            </p:nvSpPr>
            <p:spPr bwMode="auto">
              <a:xfrm>
                <a:off x="-2220913" y="4268787"/>
                <a:ext cx="263525" cy="506413"/>
              </a:xfrm>
              <a:custGeom>
                <a:avLst/>
                <a:gdLst>
                  <a:gd name="T0" fmla="*/ 36 w 70"/>
                  <a:gd name="T1" fmla="*/ 135 h 135"/>
                  <a:gd name="T2" fmla="*/ 70 w 70"/>
                  <a:gd name="T3" fmla="*/ 135 h 135"/>
                  <a:gd name="T4" fmla="*/ 70 w 70"/>
                  <a:gd name="T5" fmla="*/ 47 h 135"/>
                  <a:gd name="T6" fmla="*/ 70 w 70"/>
                  <a:gd name="T7" fmla="*/ 26 h 135"/>
                  <a:gd name="T8" fmla="*/ 70 w 70"/>
                  <a:gd name="T9" fmla="*/ 0 h 135"/>
                  <a:gd name="T10" fmla="*/ 36 w 70"/>
                  <a:gd name="T11" fmla="*/ 0 h 135"/>
                  <a:gd name="T12" fmla="*/ 36 w 70"/>
                  <a:gd name="T13" fmla="*/ 7 h 135"/>
                  <a:gd name="T14" fmla="*/ 36 w 70"/>
                  <a:gd name="T15" fmla="*/ 7 h 135"/>
                  <a:gd name="T16" fmla="*/ 62 w 70"/>
                  <a:gd name="T17" fmla="*/ 34 h 135"/>
                  <a:gd name="T18" fmla="*/ 36 w 70"/>
                  <a:gd name="T19" fmla="*/ 60 h 135"/>
                  <a:gd name="T20" fmla="*/ 36 w 70"/>
                  <a:gd name="T21" fmla="*/ 135 h 135"/>
                  <a:gd name="T22" fmla="*/ 0 w 70"/>
                  <a:gd name="T23" fmla="*/ 135 h 135"/>
                  <a:gd name="T24" fmla="*/ 36 w 70"/>
                  <a:gd name="T25" fmla="*/ 135 h 135"/>
                  <a:gd name="T26" fmla="*/ 36 w 70"/>
                  <a:gd name="T27" fmla="*/ 60 h 135"/>
                  <a:gd name="T28" fmla="*/ 9 w 70"/>
                  <a:gd name="T29" fmla="*/ 34 h 135"/>
                  <a:gd name="T30" fmla="*/ 36 w 70"/>
                  <a:gd name="T31" fmla="*/ 7 h 135"/>
                  <a:gd name="T32" fmla="*/ 36 w 70"/>
                  <a:gd name="T33" fmla="*/ 0 h 135"/>
                  <a:gd name="T34" fmla="*/ 0 w 70"/>
                  <a:gd name="T35" fmla="*/ 0 h 135"/>
                  <a:gd name="T36" fmla="*/ 0 w 70"/>
                  <a:gd name="T37" fmla="*/ 135 h 135"/>
                  <a:gd name="T38" fmla="*/ 36 w 70"/>
                  <a:gd name="T39" fmla="*/ 7 h 135"/>
                  <a:gd name="T40" fmla="*/ 36 w 70"/>
                  <a:gd name="T41"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35">
                    <a:moveTo>
                      <a:pt x="36" y="135"/>
                    </a:moveTo>
                    <a:cubicBezTo>
                      <a:pt x="70" y="135"/>
                      <a:pt x="70" y="135"/>
                      <a:pt x="70" y="135"/>
                    </a:cubicBezTo>
                    <a:cubicBezTo>
                      <a:pt x="70" y="47"/>
                      <a:pt x="70" y="47"/>
                      <a:pt x="70" y="47"/>
                    </a:cubicBezTo>
                    <a:cubicBezTo>
                      <a:pt x="70" y="26"/>
                      <a:pt x="70" y="26"/>
                      <a:pt x="70" y="26"/>
                    </a:cubicBezTo>
                    <a:cubicBezTo>
                      <a:pt x="70" y="0"/>
                      <a:pt x="70" y="0"/>
                      <a:pt x="70" y="0"/>
                    </a:cubicBezTo>
                    <a:cubicBezTo>
                      <a:pt x="36" y="0"/>
                      <a:pt x="36" y="0"/>
                      <a:pt x="36" y="0"/>
                    </a:cubicBezTo>
                    <a:cubicBezTo>
                      <a:pt x="36" y="7"/>
                      <a:pt x="36" y="7"/>
                      <a:pt x="36" y="7"/>
                    </a:cubicBezTo>
                    <a:cubicBezTo>
                      <a:pt x="36" y="7"/>
                      <a:pt x="36" y="7"/>
                      <a:pt x="36" y="7"/>
                    </a:cubicBezTo>
                    <a:cubicBezTo>
                      <a:pt x="51" y="7"/>
                      <a:pt x="62" y="19"/>
                      <a:pt x="62" y="34"/>
                    </a:cubicBezTo>
                    <a:cubicBezTo>
                      <a:pt x="62" y="48"/>
                      <a:pt x="51" y="60"/>
                      <a:pt x="36" y="60"/>
                    </a:cubicBezTo>
                    <a:lnTo>
                      <a:pt x="36" y="135"/>
                    </a:lnTo>
                    <a:close/>
                    <a:moveTo>
                      <a:pt x="0" y="135"/>
                    </a:moveTo>
                    <a:cubicBezTo>
                      <a:pt x="36" y="135"/>
                      <a:pt x="36" y="135"/>
                      <a:pt x="36" y="135"/>
                    </a:cubicBezTo>
                    <a:cubicBezTo>
                      <a:pt x="36" y="60"/>
                      <a:pt x="36" y="60"/>
                      <a:pt x="36" y="60"/>
                    </a:cubicBezTo>
                    <a:cubicBezTo>
                      <a:pt x="21" y="60"/>
                      <a:pt x="9" y="48"/>
                      <a:pt x="9" y="34"/>
                    </a:cubicBezTo>
                    <a:cubicBezTo>
                      <a:pt x="9" y="19"/>
                      <a:pt x="21" y="7"/>
                      <a:pt x="36" y="7"/>
                    </a:cubicBezTo>
                    <a:cubicBezTo>
                      <a:pt x="36" y="0"/>
                      <a:pt x="36" y="0"/>
                      <a:pt x="36" y="0"/>
                    </a:cubicBezTo>
                    <a:cubicBezTo>
                      <a:pt x="0" y="0"/>
                      <a:pt x="0" y="0"/>
                      <a:pt x="0" y="0"/>
                    </a:cubicBezTo>
                    <a:cubicBezTo>
                      <a:pt x="0" y="135"/>
                      <a:pt x="0" y="135"/>
                      <a:pt x="0" y="135"/>
                    </a:cubicBezTo>
                    <a:close/>
                    <a:moveTo>
                      <a:pt x="36" y="7"/>
                    </a:moveTo>
                    <a:cubicBezTo>
                      <a:pt x="36" y="7"/>
                      <a:pt x="36" y="7"/>
                      <a:pt x="36"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6" name="Freeform 286"/>
              <p:cNvSpPr>
                <a:spLocks noEditPoints="1"/>
              </p:cNvSpPr>
              <p:nvPr/>
            </p:nvSpPr>
            <p:spPr bwMode="auto">
              <a:xfrm>
                <a:off x="-4286250" y="7899400"/>
                <a:ext cx="511175" cy="511175"/>
              </a:xfrm>
              <a:custGeom>
                <a:avLst/>
                <a:gdLst>
                  <a:gd name="T0" fmla="*/ 68 w 136"/>
                  <a:gd name="T1" fmla="*/ 136 h 136"/>
                  <a:gd name="T2" fmla="*/ 136 w 136"/>
                  <a:gd name="T3" fmla="*/ 68 h 136"/>
                  <a:gd name="T4" fmla="*/ 68 w 136"/>
                  <a:gd name="T5" fmla="*/ 0 h 136"/>
                  <a:gd name="T6" fmla="*/ 68 w 136"/>
                  <a:gd name="T7" fmla="*/ 0 h 136"/>
                  <a:gd name="T8" fmla="*/ 68 w 136"/>
                  <a:gd name="T9" fmla="*/ 48 h 136"/>
                  <a:gd name="T10" fmla="*/ 102 w 136"/>
                  <a:gd name="T11" fmla="*/ 33 h 136"/>
                  <a:gd name="T12" fmla="*/ 81 w 136"/>
                  <a:gd name="T13" fmla="*/ 81 h 136"/>
                  <a:gd name="T14" fmla="*/ 68 w 136"/>
                  <a:gd name="T15" fmla="*/ 87 h 136"/>
                  <a:gd name="T16" fmla="*/ 68 w 136"/>
                  <a:gd name="T17" fmla="*/ 136 h 136"/>
                  <a:gd name="T18" fmla="*/ 68 w 136"/>
                  <a:gd name="T19" fmla="*/ 0 h 136"/>
                  <a:gd name="T20" fmla="*/ 0 w 136"/>
                  <a:gd name="T21" fmla="*/ 68 h 136"/>
                  <a:gd name="T22" fmla="*/ 68 w 136"/>
                  <a:gd name="T23" fmla="*/ 136 h 136"/>
                  <a:gd name="T24" fmla="*/ 68 w 136"/>
                  <a:gd name="T25" fmla="*/ 87 h 136"/>
                  <a:gd name="T26" fmla="*/ 33 w 136"/>
                  <a:gd name="T27" fmla="*/ 103 h 136"/>
                  <a:gd name="T28" fmla="*/ 54 w 136"/>
                  <a:gd name="T29" fmla="*/ 54 h 136"/>
                  <a:gd name="T30" fmla="*/ 54 w 136"/>
                  <a:gd name="T31" fmla="*/ 54 h 136"/>
                  <a:gd name="T32" fmla="*/ 68 w 136"/>
                  <a:gd name="T33" fmla="*/ 48 h 136"/>
                  <a:gd name="T34" fmla="*/ 68 w 136"/>
                  <a:gd name="T3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6" h="136">
                    <a:moveTo>
                      <a:pt x="68" y="136"/>
                    </a:moveTo>
                    <a:cubicBezTo>
                      <a:pt x="105" y="136"/>
                      <a:pt x="136" y="105"/>
                      <a:pt x="136" y="68"/>
                    </a:cubicBezTo>
                    <a:cubicBezTo>
                      <a:pt x="136" y="30"/>
                      <a:pt x="105" y="0"/>
                      <a:pt x="68" y="0"/>
                    </a:cubicBezTo>
                    <a:cubicBezTo>
                      <a:pt x="68" y="0"/>
                      <a:pt x="68" y="0"/>
                      <a:pt x="68" y="0"/>
                    </a:cubicBezTo>
                    <a:cubicBezTo>
                      <a:pt x="68" y="48"/>
                      <a:pt x="68" y="48"/>
                      <a:pt x="68" y="48"/>
                    </a:cubicBezTo>
                    <a:cubicBezTo>
                      <a:pt x="102" y="33"/>
                      <a:pt x="102" y="33"/>
                      <a:pt x="102" y="33"/>
                    </a:cubicBezTo>
                    <a:cubicBezTo>
                      <a:pt x="81" y="81"/>
                      <a:pt x="81" y="81"/>
                      <a:pt x="81" y="81"/>
                    </a:cubicBezTo>
                    <a:cubicBezTo>
                      <a:pt x="68" y="87"/>
                      <a:pt x="68" y="87"/>
                      <a:pt x="68" y="87"/>
                    </a:cubicBezTo>
                    <a:cubicBezTo>
                      <a:pt x="68" y="136"/>
                      <a:pt x="68" y="136"/>
                      <a:pt x="68" y="136"/>
                    </a:cubicBezTo>
                    <a:close/>
                    <a:moveTo>
                      <a:pt x="68" y="0"/>
                    </a:moveTo>
                    <a:cubicBezTo>
                      <a:pt x="30" y="0"/>
                      <a:pt x="0" y="30"/>
                      <a:pt x="0" y="68"/>
                    </a:cubicBezTo>
                    <a:cubicBezTo>
                      <a:pt x="0" y="105"/>
                      <a:pt x="30" y="136"/>
                      <a:pt x="68" y="136"/>
                    </a:cubicBezTo>
                    <a:cubicBezTo>
                      <a:pt x="68" y="87"/>
                      <a:pt x="68" y="87"/>
                      <a:pt x="68" y="87"/>
                    </a:cubicBezTo>
                    <a:cubicBezTo>
                      <a:pt x="33" y="103"/>
                      <a:pt x="33" y="103"/>
                      <a:pt x="33" y="103"/>
                    </a:cubicBezTo>
                    <a:cubicBezTo>
                      <a:pt x="54" y="54"/>
                      <a:pt x="54" y="54"/>
                      <a:pt x="54" y="54"/>
                    </a:cubicBezTo>
                    <a:cubicBezTo>
                      <a:pt x="54" y="54"/>
                      <a:pt x="54" y="54"/>
                      <a:pt x="54" y="54"/>
                    </a:cubicBezTo>
                    <a:cubicBezTo>
                      <a:pt x="68" y="48"/>
                      <a:pt x="68" y="48"/>
                      <a:pt x="68" y="48"/>
                    </a:cubicBezTo>
                    <a:lnTo>
                      <a:pt x="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7" name="Oval 287"/>
              <p:cNvSpPr>
                <a:spLocks noChangeArrowheads="1"/>
              </p:cNvSpPr>
              <p:nvPr/>
            </p:nvSpPr>
            <p:spPr bwMode="auto">
              <a:xfrm>
                <a:off x="-4060825" y="8121650"/>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8" name="Freeform 288"/>
              <p:cNvSpPr>
                <a:spLocks noEditPoints="1"/>
              </p:cNvSpPr>
              <p:nvPr/>
            </p:nvSpPr>
            <p:spPr bwMode="auto">
              <a:xfrm>
                <a:off x="-4921250" y="2854325"/>
                <a:ext cx="338137" cy="660400"/>
              </a:xfrm>
              <a:custGeom>
                <a:avLst/>
                <a:gdLst>
                  <a:gd name="T0" fmla="*/ 45 w 90"/>
                  <a:gd name="T1" fmla="*/ 176 h 176"/>
                  <a:gd name="T2" fmla="*/ 90 w 90"/>
                  <a:gd name="T3" fmla="*/ 176 h 176"/>
                  <a:gd name="T4" fmla="*/ 90 w 90"/>
                  <a:gd name="T5" fmla="*/ 0 h 176"/>
                  <a:gd name="T6" fmla="*/ 45 w 90"/>
                  <a:gd name="T7" fmla="*/ 0 h 176"/>
                  <a:gd name="T8" fmla="*/ 45 w 90"/>
                  <a:gd name="T9" fmla="*/ 10 h 176"/>
                  <a:gd name="T10" fmla="*/ 82 w 90"/>
                  <a:gd name="T11" fmla="*/ 10 h 176"/>
                  <a:gd name="T12" fmla="*/ 82 w 90"/>
                  <a:gd name="T13" fmla="*/ 44 h 176"/>
                  <a:gd name="T14" fmla="*/ 45 w 90"/>
                  <a:gd name="T15" fmla="*/ 44 h 176"/>
                  <a:gd name="T16" fmla="*/ 45 w 90"/>
                  <a:gd name="T17" fmla="*/ 51 h 176"/>
                  <a:gd name="T18" fmla="*/ 82 w 90"/>
                  <a:gd name="T19" fmla="*/ 51 h 176"/>
                  <a:gd name="T20" fmla="*/ 82 w 90"/>
                  <a:gd name="T21" fmla="*/ 85 h 176"/>
                  <a:gd name="T22" fmla="*/ 45 w 90"/>
                  <a:gd name="T23" fmla="*/ 85 h 176"/>
                  <a:gd name="T24" fmla="*/ 45 w 90"/>
                  <a:gd name="T25" fmla="*/ 99 h 176"/>
                  <a:gd name="T26" fmla="*/ 56 w 90"/>
                  <a:gd name="T27" fmla="*/ 110 h 176"/>
                  <a:gd name="T28" fmla="*/ 45 w 90"/>
                  <a:gd name="T29" fmla="*/ 121 h 176"/>
                  <a:gd name="T30" fmla="*/ 45 w 90"/>
                  <a:gd name="T31" fmla="*/ 138 h 176"/>
                  <a:gd name="T32" fmla="*/ 56 w 90"/>
                  <a:gd name="T33" fmla="*/ 149 h 176"/>
                  <a:gd name="T34" fmla="*/ 45 w 90"/>
                  <a:gd name="T35" fmla="*/ 160 h 176"/>
                  <a:gd name="T36" fmla="*/ 45 w 90"/>
                  <a:gd name="T37" fmla="*/ 176 h 176"/>
                  <a:gd name="T38" fmla="*/ 0 w 90"/>
                  <a:gd name="T39" fmla="*/ 176 h 176"/>
                  <a:gd name="T40" fmla="*/ 45 w 90"/>
                  <a:gd name="T41" fmla="*/ 176 h 176"/>
                  <a:gd name="T42" fmla="*/ 45 w 90"/>
                  <a:gd name="T43" fmla="*/ 160 h 176"/>
                  <a:gd name="T44" fmla="*/ 45 w 90"/>
                  <a:gd name="T45" fmla="*/ 160 h 176"/>
                  <a:gd name="T46" fmla="*/ 45 w 90"/>
                  <a:gd name="T47" fmla="*/ 160 h 176"/>
                  <a:gd name="T48" fmla="*/ 34 w 90"/>
                  <a:gd name="T49" fmla="*/ 149 h 176"/>
                  <a:gd name="T50" fmla="*/ 45 w 90"/>
                  <a:gd name="T51" fmla="*/ 138 h 176"/>
                  <a:gd name="T52" fmla="*/ 45 w 90"/>
                  <a:gd name="T53" fmla="*/ 138 h 176"/>
                  <a:gd name="T54" fmla="*/ 45 w 90"/>
                  <a:gd name="T55" fmla="*/ 121 h 176"/>
                  <a:gd name="T56" fmla="*/ 45 w 90"/>
                  <a:gd name="T57" fmla="*/ 121 h 176"/>
                  <a:gd name="T58" fmla="*/ 45 w 90"/>
                  <a:gd name="T59" fmla="*/ 121 h 176"/>
                  <a:gd name="T60" fmla="*/ 34 w 90"/>
                  <a:gd name="T61" fmla="*/ 110 h 176"/>
                  <a:gd name="T62" fmla="*/ 45 w 90"/>
                  <a:gd name="T63" fmla="*/ 99 h 176"/>
                  <a:gd name="T64" fmla="*/ 45 w 90"/>
                  <a:gd name="T65" fmla="*/ 99 h 176"/>
                  <a:gd name="T66" fmla="*/ 45 w 90"/>
                  <a:gd name="T67" fmla="*/ 85 h 176"/>
                  <a:gd name="T68" fmla="*/ 9 w 90"/>
                  <a:gd name="T69" fmla="*/ 85 h 176"/>
                  <a:gd name="T70" fmla="*/ 9 w 90"/>
                  <a:gd name="T71" fmla="*/ 51 h 176"/>
                  <a:gd name="T72" fmla="*/ 9 w 90"/>
                  <a:gd name="T73" fmla="*/ 51 h 176"/>
                  <a:gd name="T74" fmla="*/ 45 w 90"/>
                  <a:gd name="T75" fmla="*/ 51 h 176"/>
                  <a:gd name="T76" fmla="*/ 45 w 90"/>
                  <a:gd name="T77" fmla="*/ 44 h 176"/>
                  <a:gd name="T78" fmla="*/ 9 w 90"/>
                  <a:gd name="T79" fmla="*/ 44 h 176"/>
                  <a:gd name="T80" fmla="*/ 9 w 90"/>
                  <a:gd name="T81" fmla="*/ 10 h 176"/>
                  <a:gd name="T82" fmla="*/ 9 w 90"/>
                  <a:gd name="T83" fmla="*/ 10 h 176"/>
                  <a:gd name="T84" fmla="*/ 45 w 90"/>
                  <a:gd name="T85" fmla="*/ 10 h 176"/>
                  <a:gd name="T86" fmla="*/ 45 w 90"/>
                  <a:gd name="T87" fmla="*/ 0 h 176"/>
                  <a:gd name="T88" fmla="*/ 0 w 90"/>
                  <a:gd name="T89" fmla="*/ 0 h 176"/>
                  <a:gd name="T90" fmla="*/ 0 w 90"/>
                  <a:gd name="T9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0" h="176">
                    <a:moveTo>
                      <a:pt x="45" y="176"/>
                    </a:moveTo>
                    <a:cubicBezTo>
                      <a:pt x="90" y="176"/>
                      <a:pt x="90" y="176"/>
                      <a:pt x="90" y="176"/>
                    </a:cubicBezTo>
                    <a:cubicBezTo>
                      <a:pt x="90" y="0"/>
                      <a:pt x="90" y="0"/>
                      <a:pt x="90" y="0"/>
                    </a:cubicBezTo>
                    <a:cubicBezTo>
                      <a:pt x="45" y="0"/>
                      <a:pt x="45" y="0"/>
                      <a:pt x="45" y="0"/>
                    </a:cubicBezTo>
                    <a:cubicBezTo>
                      <a:pt x="45" y="10"/>
                      <a:pt x="45" y="10"/>
                      <a:pt x="45" y="10"/>
                    </a:cubicBezTo>
                    <a:cubicBezTo>
                      <a:pt x="82" y="10"/>
                      <a:pt x="82" y="10"/>
                      <a:pt x="82" y="10"/>
                    </a:cubicBezTo>
                    <a:cubicBezTo>
                      <a:pt x="82" y="44"/>
                      <a:pt x="82" y="44"/>
                      <a:pt x="82" y="44"/>
                    </a:cubicBezTo>
                    <a:cubicBezTo>
                      <a:pt x="45" y="44"/>
                      <a:pt x="45" y="44"/>
                      <a:pt x="45" y="44"/>
                    </a:cubicBezTo>
                    <a:cubicBezTo>
                      <a:pt x="45" y="51"/>
                      <a:pt x="45" y="51"/>
                      <a:pt x="45" y="51"/>
                    </a:cubicBezTo>
                    <a:cubicBezTo>
                      <a:pt x="82" y="51"/>
                      <a:pt x="82" y="51"/>
                      <a:pt x="82" y="51"/>
                    </a:cubicBezTo>
                    <a:cubicBezTo>
                      <a:pt x="82" y="85"/>
                      <a:pt x="82" y="85"/>
                      <a:pt x="82" y="85"/>
                    </a:cubicBezTo>
                    <a:cubicBezTo>
                      <a:pt x="45" y="85"/>
                      <a:pt x="45" y="85"/>
                      <a:pt x="45" y="85"/>
                    </a:cubicBezTo>
                    <a:cubicBezTo>
                      <a:pt x="45" y="99"/>
                      <a:pt x="45" y="99"/>
                      <a:pt x="45" y="99"/>
                    </a:cubicBezTo>
                    <a:cubicBezTo>
                      <a:pt x="51" y="99"/>
                      <a:pt x="56" y="104"/>
                      <a:pt x="56" y="110"/>
                    </a:cubicBezTo>
                    <a:cubicBezTo>
                      <a:pt x="56" y="116"/>
                      <a:pt x="51" y="121"/>
                      <a:pt x="45" y="121"/>
                    </a:cubicBezTo>
                    <a:cubicBezTo>
                      <a:pt x="45" y="138"/>
                      <a:pt x="45" y="138"/>
                      <a:pt x="45" y="138"/>
                    </a:cubicBezTo>
                    <a:cubicBezTo>
                      <a:pt x="51" y="138"/>
                      <a:pt x="56" y="143"/>
                      <a:pt x="56" y="149"/>
                    </a:cubicBezTo>
                    <a:cubicBezTo>
                      <a:pt x="56" y="155"/>
                      <a:pt x="51" y="160"/>
                      <a:pt x="45" y="160"/>
                    </a:cubicBezTo>
                    <a:lnTo>
                      <a:pt x="45" y="176"/>
                    </a:lnTo>
                    <a:close/>
                    <a:moveTo>
                      <a:pt x="0" y="176"/>
                    </a:moveTo>
                    <a:cubicBezTo>
                      <a:pt x="45" y="176"/>
                      <a:pt x="45" y="176"/>
                      <a:pt x="45" y="176"/>
                    </a:cubicBezTo>
                    <a:cubicBezTo>
                      <a:pt x="45" y="160"/>
                      <a:pt x="45" y="160"/>
                      <a:pt x="45" y="160"/>
                    </a:cubicBezTo>
                    <a:cubicBezTo>
                      <a:pt x="45" y="160"/>
                      <a:pt x="45" y="160"/>
                      <a:pt x="45" y="160"/>
                    </a:cubicBezTo>
                    <a:cubicBezTo>
                      <a:pt x="45" y="160"/>
                      <a:pt x="45" y="160"/>
                      <a:pt x="45" y="160"/>
                    </a:cubicBezTo>
                    <a:cubicBezTo>
                      <a:pt x="39" y="160"/>
                      <a:pt x="34" y="155"/>
                      <a:pt x="34" y="149"/>
                    </a:cubicBezTo>
                    <a:cubicBezTo>
                      <a:pt x="34" y="143"/>
                      <a:pt x="39" y="138"/>
                      <a:pt x="45" y="138"/>
                    </a:cubicBezTo>
                    <a:cubicBezTo>
                      <a:pt x="45" y="138"/>
                      <a:pt x="45" y="138"/>
                      <a:pt x="45" y="138"/>
                    </a:cubicBezTo>
                    <a:cubicBezTo>
                      <a:pt x="45" y="121"/>
                      <a:pt x="45" y="121"/>
                      <a:pt x="45" y="121"/>
                    </a:cubicBezTo>
                    <a:cubicBezTo>
                      <a:pt x="45" y="121"/>
                      <a:pt x="45" y="121"/>
                      <a:pt x="45" y="121"/>
                    </a:cubicBezTo>
                    <a:cubicBezTo>
                      <a:pt x="45" y="121"/>
                      <a:pt x="45" y="121"/>
                      <a:pt x="45" y="121"/>
                    </a:cubicBezTo>
                    <a:cubicBezTo>
                      <a:pt x="39" y="121"/>
                      <a:pt x="34" y="116"/>
                      <a:pt x="34" y="110"/>
                    </a:cubicBezTo>
                    <a:cubicBezTo>
                      <a:pt x="34" y="104"/>
                      <a:pt x="39" y="99"/>
                      <a:pt x="45" y="99"/>
                    </a:cubicBezTo>
                    <a:cubicBezTo>
                      <a:pt x="45" y="99"/>
                      <a:pt x="45" y="99"/>
                      <a:pt x="45" y="99"/>
                    </a:cubicBezTo>
                    <a:cubicBezTo>
                      <a:pt x="45" y="85"/>
                      <a:pt x="45" y="85"/>
                      <a:pt x="45" y="85"/>
                    </a:cubicBezTo>
                    <a:cubicBezTo>
                      <a:pt x="9" y="85"/>
                      <a:pt x="9" y="85"/>
                      <a:pt x="9" y="85"/>
                    </a:cubicBezTo>
                    <a:cubicBezTo>
                      <a:pt x="9" y="51"/>
                      <a:pt x="9" y="51"/>
                      <a:pt x="9" y="51"/>
                    </a:cubicBezTo>
                    <a:cubicBezTo>
                      <a:pt x="9" y="51"/>
                      <a:pt x="9" y="51"/>
                      <a:pt x="9" y="51"/>
                    </a:cubicBezTo>
                    <a:cubicBezTo>
                      <a:pt x="45" y="51"/>
                      <a:pt x="45" y="51"/>
                      <a:pt x="45" y="51"/>
                    </a:cubicBezTo>
                    <a:cubicBezTo>
                      <a:pt x="45" y="44"/>
                      <a:pt x="45" y="44"/>
                      <a:pt x="45" y="44"/>
                    </a:cubicBezTo>
                    <a:cubicBezTo>
                      <a:pt x="9" y="44"/>
                      <a:pt x="9" y="44"/>
                      <a:pt x="9" y="44"/>
                    </a:cubicBezTo>
                    <a:cubicBezTo>
                      <a:pt x="9" y="10"/>
                      <a:pt x="9" y="10"/>
                      <a:pt x="9" y="10"/>
                    </a:cubicBezTo>
                    <a:cubicBezTo>
                      <a:pt x="9" y="10"/>
                      <a:pt x="9" y="10"/>
                      <a:pt x="9" y="10"/>
                    </a:cubicBezTo>
                    <a:cubicBezTo>
                      <a:pt x="45" y="10"/>
                      <a:pt x="45" y="10"/>
                      <a:pt x="45" y="10"/>
                    </a:cubicBezTo>
                    <a:cubicBezTo>
                      <a:pt x="45" y="0"/>
                      <a:pt x="45" y="0"/>
                      <a:pt x="45" y="0"/>
                    </a:cubicBezTo>
                    <a:cubicBezTo>
                      <a:pt x="0" y="0"/>
                      <a:pt x="0" y="0"/>
                      <a:pt x="0" y="0"/>
                    </a:cubicBezTo>
                    <a:lnTo>
                      <a:pt x="0" y="1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39" name="Freeform 289"/>
              <p:cNvSpPr>
                <a:spLocks/>
              </p:cNvSpPr>
              <p:nvPr/>
            </p:nvSpPr>
            <p:spPr bwMode="auto">
              <a:xfrm>
                <a:off x="-4556125" y="2854325"/>
                <a:ext cx="141287" cy="660400"/>
              </a:xfrm>
              <a:custGeom>
                <a:avLst/>
                <a:gdLst>
                  <a:gd name="T0" fmla="*/ 89 w 89"/>
                  <a:gd name="T1" fmla="*/ 392 h 416"/>
                  <a:gd name="T2" fmla="*/ 89 w 89"/>
                  <a:gd name="T3" fmla="*/ 70 h 416"/>
                  <a:gd name="T4" fmla="*/ 0 w 89"/>
                  <a:gd name="T5" fmla="*/ 0 h 416"/>
                  <a:gd name="T6" fmla="*/ 0 w 89"/>
                  <a:gd name="T7" fmla="*/ 416 h 416"/>
                  <a:gd name="T8" fmla="*/ 89 w 89"/>
                  <a:gd name="T9" fmla="*/ 392 h 416"/>
                </a:gdLst>
                <a:ahLst/>
                <a:cxnLst>
                  <a:cxn ang="0">
                    <a:pos x="T0" y="T1"/>
                  </a:cxn>
                  <a:cxn ang="0">
                    <a:pos x="T2" y="T3"/>
                  </a:cxn>
                  <a:cxn ang="0">
                    <a:pos x="T4" y="T5"/>
                  </a:cxn>
                  <a:cxn ang="0">
                    <a:pos x="T6" y="T7"/>
                  </a:cxn>
                  <a:cxn ang="0">
                    <a:pos x="T8" y="T9"/>
                  </a:cxn>
                </a:cxnLst>
                <a:rect l="0" t="0" r="r" b="b"/>
                <a:pathLst>
                  <a:path w="89" h="416">
                    <a:moveTo>
                      <a:pt x="89" y="392"/>
                    </a:moveTo>
                    <a:lnTo>
                      <a:pt x="89" y="70"/>
                    </a:lnTo>
                    <a:lnTo>
                      <a:pt x="0" y="0"/>
                    </a:lnTo>
                    <a:lnTo>
                      <a:pt x="0" y="416"/>
                    </a:lnTo>
                    <a:lnTo>
                      <a:pt x="89" y="3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0" name="Rectangle 290"/>
              <p:cNvSpPr>
                <a:spLocks noChangeArrowheads="1"/>
              </p:cNvSpPr>
              <p:nvPr/>
            </p:nvSpPr>
            <p:spPr bwMode="auto">
              <a:xfrm>
                <a:off x="-4868863" y="2909887"/>
                <a:ext cx="236537" cy="90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1" name="Rectangle 291"/>
              <p:cNvSpPr>
                <a:spLocks noChangeArrowheads="1"/>
              </p:cNvSpPr>
              <p:nvPr/>
            </p:nvSpPr>
            <p:spPr bwMode="auto">
              <a:xfrm>
                <a:off x="-4868863" y="3063875"/>
                <a:ext cx="236537" cy="90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2" name="Freeform 292"/>
              <p:cNvSpPr>
                <a:spLocks noEditPoints="1"/>
              </p:cNvSpPr>
              <p:nvPr/>
            </p:nvSpPr>
            <p:spPr bwMode="auto">
              <a:xfrm>
                <a:off x="-2968625" y="346075"/>
                <a:ext cx="627062" cy="622300"/>
              </a:xfrm>
              <a:custGeom>
                <a:avLst/>
                <a:gdLst>
                  <a:gd name="T0" fmla="*/ 167 w 167"/>
                  <a:gd name="T1" fmla="*/ 0 h 166"/>
                  <a:gd name="T2" fmla="*/ 84 w 167"/>
                  <a:gd name="T3" fmla="*/ 0 h 166"/>
                  <a:gd name="T4" fmla="*/ 84 w 167"/>
                  <a:gd name="T5" fmla="*/ 13 h 166"/>
                  <a:gd name="T6" fmla="*/ 84 w 167"/>
                  <a:gd name="T7" fmla="*/ 13 h 166"/>
                  <a:gd name="T8" fmla="*/ 84 w 167"/>
                  <a:gd name="T9" fmla="*/ 13 h 166"/>
                  <a:gd name="T10" fmla="*/ 97 w 167"/>
                  <a:gd name="T11" fmla="*/ 26 h 166"/>
                  <a:gd name="T12" fmla="*/ 84 w 167"/>
                  <a:gd name="T13" fmla="*/ 39 h 166"/>
                  <a:gd name="T14" fmla="*/ 84 w 167"/>
                  <a:gd name="T15" fmla="*/ 39 h 166"/>
                  <a:gd name="T16" fmla="*/ 84 w 167"/>
                  <a:gd name="T17" fmla="*/ 51 h 166"/>
                  <a:gd name="T18" fmla="*/ 106 w 167"/>
                  <a:gd name="T19" fmla="*/ 51 h 166"/>
                  <a:gd name="T20" fmla="*/ 106 w 167"/>
                  <a:gd name="T21" fmla="*/ 63 h 166"/>
                  <a:gd name="T22" fmla="*/ 106 w 167"/>
                  <a:gd name="T23" fmla="*/ 63 h 166"/>
                  <a:gd name="T24" fmla="*/ 91 w 167"/>
                  <a:gd name="T25" fmla="*/ 63 h 166"/>
                  <a:gd name="T26" fmla="*/ 91 w 167"/>
                  <a:gd name="T27" fmla="*/ 140 h 166"/>
                  <a:gd name="T28" fmla="*/ 106 w 167"/>
                  <a:gd name="T29" fmla="*/ 140 h 166"/>
                  <a:gd name="T30" fmla="*/ 106 w 167"/>
                  <a:gd name="T31" fmla="*/ 152 h 166"/>
                  <a:gd name="T32" fmla="*/ 84 w 167"/>
                  <a:gd name="T33" fmla="*/ 152 h 166"/>
                  <a:gd name="T34" fmla="*/ 84 w 167"/>
                  <a:gd name="T35" fmla="*/ 166 h 166"/>
                  <a:gd name="T36" fmla="*/ 167 w 167"/>
                  <a:gd name="T37" fmla="*/ 166 h 166"/>
                  <a:gd name="T38" fmla="*/ 167 w 167"/>
                  <a:gd name="T39" fmla="*/ 0 h 166"/>
                  <a:gd name="T40" fmla="*/ 84 w 167"/>
                  <a:gd name="T41" fmla="*/ 0 h 166"/>
                  <a:gd name="T42" fmla="*/ 0 w 167"/>
                  <a:gd name="T43" fmla="*/ 0 h 166"/>
                  <a:gd name="T44" fmla="*/ 0 w 167"/>
                  <a:gd name="T45" fmla="*/ 166 h 166"/>
                  <a:gd name="T46" fmla="*/ 84 w 167"/>
                  <a:gd name="T47" fmla="*/ 166 h 166"/>
                  <a:gd name="T48" fmla="*/ 84 w 167"/>
                  <a:gd name="T49" fmla="*/ 152 h 166"/>
                  <a:gd name="T50" fmla="*/ 62 w 167"/>
                  <a:gd name="T51" fmla="*/ 152 h 166"/>
                  <a:gd name="T52" fmla="*/ 62 w 167"/>
                  <a:gd name="T53" fmla="*/ 140 h 166"/>
                  <a:gd name="T54" fmla="*/ 77 w 167"/>
                  <a:gd name="T55" fmla="*/ 140 h 166"/>
                  <a:gd name="T56" fmla="*/ 77 w 167"/>
                  <a:gd name="T57" fmla="*/ 63 h 166"/>
                  <a:gd name="T58" fmla="*/ 62 w 167"/>
                  <a:gd name="T59" fmla="*/ 63 h 166"/>
                  <a:gd name="T60" fmla="*/ 62 w 167"/>
                  <a:gd name="T61" fmla="*/ 51 h 166"/>
                  <a:gd name="T62" fmla="*/ 84 w 167"/>
                  <a:gd name="T63" fmla="*/ 51 h 166"/>
                  <a:gd name="T64" fmla="*/ 84 w 167"/>
                  <a:gd name="T65" fmla="*/ 39 h 166"/>
                  <a:gd name="T66" fmla="*/ 71 w 167"/>
                  <a:gd name="T67" fmla="*/ 26 h 166"/>
                  <a:gd name="T68" fmla="*/ 84 w 167"/>
                  <a:gd name="T69" fmla="*/ 13 h 166"/>
                  <a:gd name="T70" fmla="*/ 84 w 167"/>
                  <a:gd name="T7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 h="166">
                    <a:moveTo>
                      <a:pt x="167" y="0"/>
                    </a:moveTo>
                    <a:cubicBezTo>
                      <a:pt x="84" y="0"/>
                      <a:pt x="84" y="0"/>
                      <a:pt x="84" y="0"/>
                    </a:cubicBezTo>
                    <a:cubicBezTo>
                      <a:pt x="84" y="13"/>
                      <a:pt x="84" y="13"/>
                      <a:pt x="84" y="13"/>
                    </a:cubicBezTo>
                    <a:cubicBezTo>
                      <a:pt x="84" y="13"/>
                      <a:pt x="84" y="13"/>
                      <a:pt x="84" y="13"/>
                    </a:cubicBezTo>
                    <a:cubicBezTo>
                      <a:pt x="84" y="13"/>
                      <a:pt x="84" y="13"/>
                      <a:pt x="84" y="13"/>
                    </a:cubicBezTo>
                    <a:cubicBezTo>
                      <a:pt x="92" y="13"/>
                      <a:pt x="97" y="19"/>
                      <a:pt x="97" y="26"/>
                    </a:cubicBezTo>
                    <a:cubicBezTo>
                      <a:pt x="97" y="33"/>
                      <a:pt x="92" y="39"/>
                      <a:pt x="84" y="39"/>
                    </a:cubicBezTo>
                    <a:cubicBezTo>
                      <a:pt x="84" y="39"/>
                      <a:pt x="84" y="39"/>
                      <a:pt x="84" y="39"/>
                    </a:cubicBezTo>
                    <a:cubicBezTo>
                      <a:pt x="84" y="51"/>
                      <a:pt x="84" y="51"/>
                      <a:pt x="84" y="51"/>
                    </a:cubicBezTo>
                    <a:cubicBezTo>
                      <a:pt x="106" y="51"/>
                      <a:pt x="106" y="51"/>
                      <a:pt x="106" y="51"/>
                    </a:cubicBezTo>
                    <a:cubicBezTo>
                      <a:pt x="106" y="63"/>
                      <a:pt x="106" y="63"/>
                      <a:pt x="106" y="63"/>
                    </a:cubicBezTo>
                    <a:cubicBezTo>
                      <a:pt x="106" y="63"/>
                      <a:pt x="106" y="63"/>
                      <a:pt x="106" y="63"/>
                    </a:cubicBezTo>
                    <a:cubicBezTo>
                      <a:pt x="91" y="63"/>
                      <a:pt x="91" y="63"/>
                      <a:pt x="91" y="63"/>
                    </a:cubicBezTo>
                    <a:cubicBezTo>
                      <a:pt x="91" y="140"/>
                      <a:pt x="91" y="140"/>
                      <a:pt x="91" y="140"/>
                    </a:cubicBezTo>
                    <a:cubicBezTo>
                      <a:pt x="106" y="140"/>
                      <a:pt x="106" y="140"/>
                      <a:pt x="106" y="140"/>
                    </a:cubicBezTo>
                    <a:cubicBezTo>
                      <a:pt x="106" y="152"/>
                      <a:pt x="106" y="152"/>
                      <a:pt x="106" y="152"/>
                    </a:cubicBezTo>
                    <a:cubicBezTo>
                      <a:pt x="84" y="152"/>
                      <a:pt x="84" y="152"/>
                      <a:pt x="84" y="152"/>
                    </a:cubicBezTo>
                    <a:cubicBezTo>
                      <a:pt x="84" y="166"/>
                      <a:pt x="84" y="166"/>
                      <a:pt x="84" y="166"/>
                    </a:cubicBezTo>
                    <a:cubicBezTo>
                      <a:pt x="167" y="166"/>
                      <a:pt x="167" y="166"/>
                      <a:pt x="167" y="166"/>
                    </a:cubicBezTo>
                    <a:lnTo>
                      <a:pt x="167" y="0"/>
                    </a:lnTo>
                    <a:close/>
                    <a:moveTo>
                      <a:pt x="84" y="0"/>
                    </a:moveTo>
                    <a:cubicBezTo>
                      <a:pt x="0" y="0"/>
                      <a:pt x="0" y="0"/>
                      <a:pt x="0" y="0"/>
                    </a:cubicBezTo>
                    <a:cubicBezTo>
                      <a:pt x="0" y="166"/>
                      <a:pt x="0" y="166"/>
                      <a:pt x="0" y="166"/>
                    </a:cubicBezTo>
                    <a:cubicBezTo>
                      <a:pt x="84" y="166"/>
                      <a:pt x="84" y="166"/>
                      <a:pt x="84" y="166"/>
                    </a:cubicBezTo>
                    <a:cubicBezTo>
                      <a:pt x="84" y="152"/>
                      <a:pt x="84" y="152"/>
                      <a:pt x="84" y="152"/>
                    </a:cubicBezTo>
                    <a:cubicBezTo>
                      <a:pt x="62" y="152"/>
                      <a:pt x="62" y="152"/>
                      <a:pt x="62" y="152"/>
                    </a:cubicBezTo>
                    <a:cubicBezTo>
                      <a:pt x="62" y="140"/>
                      <a:pt x="62" y="140"/>
                      <a:pt x="62" y="140"/>
                    </a:cubicBezTo>
                    <a:cubicBezTo>
                      <a:pt x="77" y="140"/>
                      <a:pt x="77" y="140"/>
                      <a:pt x="77" y="140"/>
                    </a:cubicBezTo>
                    <a:cubicBezTo>
                      <a:pt x="77" y="63"/>
                      <a:pt x="77" y="63"/>
                      <a:pt x="77" y="63"/>
                    </a:cubicBezTo>
                    <a:cubicBezTo>
                      <a:pt x="62" y="63"/>
                      <a:pt x="62" y="63"/>
                      <a:pt x="62" y="63"/>
                    </a:cubicBezTo>
                    <a:cubicBezTo>
                      <a:pt x="62" y="51"/>
                      <a:pt x="62" y="51"/>
                      <a:pt x="62" y="51"/>
                    </a:cubicBezTo>
                    <a:cubicBezTo>
                      <a:pt x="84" y="51"/>
                      <a:pt x="84" y="51"/>
                      <a:pt x="84" y="51"/>
                    </a:cubicBezTo>
                    <a:cubicBezTo>
                      <a:pt x="84" y="39"/>
                      <a:pt x="84" y="39"/>
                      <a:pt x="84" y="39"/>
                    </a:cubicBezTo>
                    <a:cubicBezTo>
                      <a:pt x="77" y="39"/>
                      <a:pt x="71" y="33"/>
                      <a:pt x="71" y="26"/>
                    </a:cubicBezTo>
                    <a:cubicBezTo>
                      <a:pt x="71" y="19"/>
                      <a:pt x="77" y="13"/>
                      <a:pt x="84" y="13"/>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3" name="Freeform 293"/>
              <p:cNvSpPr>
                <a:spLocks/>
              </p:cNvSpPr>
              <p:nvPr/>
            </p:nvSpPr>
            <p:spPr bwMode="auto">
              <a:xfrm>
                <a:off x="-4448175" y="6721475"/>
                <a:ext cx="508000" cy="119063"/>
              </a:xfrm>
              <a:custGeom>
                <a:avLst/>
                <a:gdLst>
                  <a:gd name="T0" fmla="*/ 291 w 320"/>
                  <a:gd name="T1" fmla="*/ 47 h 75"/>
                  <a:gd name="T2" fmla="*/ 29 w 320"/>
                  <a:gd name="T3" fmla="*/ 47 h 75"/>
                  <a:gd name="T4" fmla="*/ 29 w 320"/>
                  <a:gd name="T5" fmla="*/ 0 h 75"/>
                  <a:gd name="T6" fmla="*/ 0 w 320"/>
                  <a:gd name="T7" fmla="*/ 0 h 75"/>
                  <a:gd name="T8" fmla="*/ 0 w 320"/>
                  <a:gd name="T9" fmla="*/ 75 h 75"/>
                  <a:gd name="T10" fmla="*/ 320 w 320"/>
                  <a:gd name="T11" fmla="*/ 75 h 75"/>
                  <a:gd name="T12" fmla="*/ 320 w 320"/>
                  <a:gd name="T13" fmla="*/ 0 h 75"/>
                  <a:gd name="T14" fmla="*/ 291 w 320"/>
                  <a:gd name="T15" fmla="*/ 0 h 75"/>
                  <a:gd name="T16" fmla="*/ 291 w 320"/>
                  <a:gd name="T17" fmla="*/ 4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75">
                    <a:moveTo>
                      <a:pt x="291" y="47"/>
                    </a:moveTo>
                    <a:lnTo>
                      <a:pt x="29" y="47"/>
                    </a:lnTo>
                    <a:lnTo>
                      <a:pt x="29" y="0"/>
                    </a:lnTo>
                    <a:lnTo>
                      <a:pt x="0" y="0"/>
                    </a:lnTo>
                    <a:lnTo>
                      <a:pt x="0" y="75"/>
                    </a:lnTo>
                    <a:lnTo>
                      <a:pt x="320" y="75"/>
                    </a:lnTo>
                    <a:lnTo>
                      <a:pt x="320" y="0"/>
                    </a:lnTo>
                    <a:lnTo>
                      <a:pt x="291" y="0"/>
                    </a:lnTo>
                    <a:lnTo>
                      <a:pt x="291"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4" name="Freeform 294"/>
              <p:cNvSpPr>
                <a:spLocks/>
              </p:cNvSpPr>
              <p:nvPr/>
            </p:nvSpPr>
            <p:spPr bwMode="auto">
              <a:xfrm>
                <a:off x="-4376738" y="6361113"/>
                <a:ext cx="376237" cy="401638"/>
              </a:xfrm>
              <a:custGeom>
                <a:avLst/>
                <a:gdLst>
                  <a:gd name="T0" fmla="*/ 40 w 237"/>
                  <a:gd name="T1" fmla="*/ 146 h 253"/>
                  <a:gd name="T2" fmla="*/ 40 w 237"/>
                  <a:gd name="T3" fmla="*/ 253 h 253"/>
                  <a:gd name="T4" fmla="*/ 194 w 237"/>
                  <a:gd name="T5" fmla="*/ 253 h 253"/>
                  <a:gd name="T6" fmla="*/ 194 w 237"/>
                  <a:gd name="T7" fmla="*/ 146 h 253"/>
                  <a:gd name="T8" fmla="*/ 237 w 237"/>
                  <a:gd name="T9" fmla="*/ 146 h 253"/>
                  <a:gd name="T10" fmla="*/ 118 w 237"/>
                  <a:gd name="T11" fmla="*/ 0 h 253"/>
                  <a:gd name="T12" fmla="*/ 0 w 237"/>
                  <a:gd name="T13" fmla="*/ 146 h 253"/>
                  <a:gd name="T14" fmla="*/ 40 w 237"/>
                  <a:gd name="T15" fmla="*/ 146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253">
                    <a:moveTo>
                      <a:pt x="40" y="146"/>
                    </a:moveTo>
                    <a:lnTo>
                      <a:pt x="40" y="253"/>
                    </a:lnTo>
                    <a:lnTo>
                      <a:pt x="194" y="253"/>
                    </a:lnTo>
                    <a:lnTo>
                      <a:pt x="194" y="146"/>
                    </a:lnTo>
                    <a:lnTo>
                      <a:pt x="237" y="146"/>
                    </a:lnTo>
                    <a:lnTo>
                      <a:pt x="118" y="0"/>
                    </a:lnTo>
                    <a:lnTo>
                      <a:pt x="0" y="146"/>
                    </a:lnTo>
                    <a:lnTo>
                      <a:pt x="40"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5" name="Freeform 295"/>
              <p:cNvSpPr>
                <a:spLocks noEditPoints="1"/>
              </p:cNvSpPr>
              <p:nvPr/>
            </p:nvSpPr>
            <p:spPr bwMode="auto">
              <a:xfrm>
                <a:off x="-1371600" y="2965450"/>
                <a:ext cx="539750" cy="428625"/>
              </a:xfrm>
              <a:custGeom>
                <a:avLst/>
                <a:gdLst>
                  <a:gd name="T0" fmla="*/ 129 w 144"/>
                  <a:gd name="T1" fmla="*/ 25 h 114"/>
                  <a:gd name="T2" fmla="*/ 116 w 144"/>
                  <a:gd name="T3" fmla="*/ 26 h 114"/>
                  <a:gd name="T4" fmla="*/ 116 w 144"/>
                  <a:gd name="T5" fmla="*/ 32 h 114"/>
                  <a:gd name="T6" fmla="*/ 131 w 144"/>
                  <a:gd name="T7" fmla="*/ 64 h 114"/>
                  <a:gd name="T8" fmla="*/ 131 w 144"/>
                  <a:gd name="T9" fmla="*/ 79 h 114"/>
                  <a:gd name="T10" fmla="*/ 116 w 144"/>
                  <a:gd name="T11" fmla="*/ 114 h 114"/>
                  <a:gd name="T12" fmla="*/ 144 w 144"/>
                  <a:gd name="T13" fmla="*/ 107 h 114"/>
                  <a:gd name="T14" fmla="*/ 144 w 144"/>
                  <a:gd name="T15" fmla="*/ 41 h 114"/>
                  <a:gd name="T16" fmla="*/ 116 w 144"/>
                  <a:gd name="T17" fmla="*/ 0 h 114"/>
                  <a:gd name="T18" fmla="*/ 72 w 144"/>
                  <a:gd name="T19" fmla="*/ 9 h 114"/>
                  <a:gd name="T20" fmla="*/ 116 w 144"/>
                  <a:gd name="T21" fmla="*/ 26 h 114"/>
                  <a:gd name="T22" fmla="*/ 72 w 144"/>
                  <a:gd name="T23" fmla="*/ 91 h 114"/>
                  <a:gd name="T24" fmla="*/ 110 w 144"/>
                  <a:gd name="T25" fmla="*/ 107 h 114"/>
                  <a:gd name="T26" fmla="*/ 116 w 144"/>
                  <a:gd name="T27" fmla="*/ 114 h 114"/>
                  <a:gd name="T28" fmla="*/ 102 w 144"/>
                  <a:gd name="T29" fmla="*/ 79 h 114"/>
                  <a:gd name="T30" fmla="*/ 116 w 144"/>
                  <a:gd name="T31" fmla="*/ 64 h 114"/>
                  <a:gd name="T32" fmla="*/ 72 w 144"/>
                  <a:gd name="T33" fmla="*/ 32 h 114"/>
                  <a:gd name="T34" fmla="*/ 72 w 144"/>
                  <a:gd name="T35" fmla="*/ 0 h 114"/>
                  <a:gd name="T36" fmla="*/ 27 w 144"/>
                  <a:gd name="T37" fmla="*/ 1 h 114"/>
                  <a:gd name="T38" fmla="*/ 36 w 144"/>
                  <a:gd name="T39" fmla="*/ 9 h 114"/>
                  <a:gd name="T40" fmla="*/ 72 w 144"/>
                  <a:gd name="T41" fmla="*/ 9 h 114"/>
                  <a:gd name="T42" fmla="*/ 27 w 144"/>
                  <a:gd name="T43" fmla="*/ 114 h 114"/>
                  <a:gd name="T44" fmla="*/ 34 w 144"/>
                  <a:gd name="T45" fmla="*/ 107 h 114"/>
                  <a:gd name="T46" fmla="*/ 72 w 144"/>
                  <a:gd name="T47" fmla="*/ 91 h 114"/>
                  <a:gd name="T48" fmla="*/ 27 w 144"/>
                  <a:gd name="T49" fmla="*/ 32 h 114"/>
                  <a:gd name="T50" fmla="*/ 42 w 144"/>
                  <a:gd name="T51" fmla="*/ 64 h 114"/>
                  <a:gd name="T52" fmla="*/ 42 w 144"/>
                  <a:gd name="T53" fmla="*/ 79 h 114"/>
                  <a:gd name="T54" fmla="*/ 27 w 144"/>
                  <a:gd name="T55" fmla="*/ 114 h 114"/>
                  <a:gd name="T56" fmla="*/ 14 w 144"/>
                  <a:gd name="T57" fmla="*/ 25 h 114"/>
                  <a:gd name="T58" fmla="*/ 0 w 144"/>
                  <a:gd name="T59" fmla="*/ 87 h 114"/>
                  <a:gd name="T60" fmla="*/ 0 w 144"/>
                  <a:gd name="T61" fmla="*/ 107 h 114"/>
                  <a:gd name="T62" fmla="*/ 27 w 144"/>
                  <a:gd name="T63" fmla="*/ 114 h 114"/>
                  <a:gd name="T64" fmla="*/ 13 w 144"/>
                  <a:gd name="T65" fmla="*/ 79 h 114"/>
                  <a:gd name="T66" fmla="*/ 27 w 144"/>
                  <a:gd name="T67" fmla="*/ 64 h 114"/>
                  <a:gd name="T68" fmla="*/ 24 w 144"/>
                  <a:gd name="T69" fmla="*/ 32 h 114"/>
                  <a:gd name="T70" fmla="*/ 27 w 144"/>
                  <a:gd name="T71" fmla="*/ 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4" h="114">
                    <a:moveTo>
                      <a:pt x="144" y="41"/>
                    </a:moveTo>
                    <a:cubicBezTo>
                      <a:pt x="129" y="25"/>
                      <a:pt x="129" y="25"/>
                      <a:pt x="129" y="25"/>
                    </a:cubicBezTo>
                    <a:cubicBezTo>
                      <a:pt x="116" y="1"/>
                      <a:pt x="116" y="1"/>
                      <a:pt x="116" y="1"/>
                    </a:cubicBezTo>
                    <a:cubicBezTo>
                      <a:pt x="116" y="26"/>
                      <a:pt x="116" y="26"/>
                      <a:pt x="116" y="26"/>
                    </a:cubicBezTo>
                    <a:cubicBezTo>
                      <a:pt x="120" y="32"/>
                      <a:pt x="120" y="32"/>
                      <a:pt x="120" y="32"/>
                    </a:cubicBezTo>
                    <a:cubicBezTo>
                      <a:pt x="116" y="32"/>
                      <a:pt x="116" y="32"/>
                      <a:pt x="116" y="32"/>
                    </a:cubicBezTo>
                    <a:cubicBezTo>
                      <a:pt x="116" y="64"/>
                      <a:pt x="116" y="64"/>
                      <a:pt x="116" y="64"/>
                    </a:cubicBezTo>
                    <a:cubicBezTo>
                      <a:pt x="131" y="64"/>
                      <a:pt x="131" y="64"/>
                      <a:pt x="131" y="64"/>
                    </a:cubicBezTo>
                    <a:cubicBezTo>
                      <a:pt x="131" y="79"/>
                      <a:pt x="131" y="79"/>
                      <a:pt x="131" y="79"/>
                    </a:cubicBezTo>
                    <a:cubicBezTo>
                      <a:pt x="131" y="79"/>
                      <a:pt x="131" y="79"/>
                      <a:pt x="131" y="79"/>
                    </a:cubicBezTo>
                    <a:cubicBezTo>
                      <a:pt x="116" y="79"/>
                      <a:pt x="116" y="79"/>
                      <a:pt x="116" y="79"/>
                    </a:cubicBezTo>
                    <a:cubicBezTo>
                      <a:pt x="116" y="114"/>
                      <a:pt x="116" y="114"/>
                      <a:pt x="116" y="114"/>
                    </a:cubicBezTo>
                    <a:cubicBezTo>
                      <a:pt x="137" y="114"/>
                      <a:pt x="137" y="114"/>
                      <a:pt x="137" y="114"/>
                    </a:cubicBezTo>
                    <a:cubicBezTo>
                      <a:pt x="141" y="114"/>
                      <a:pt x="144" y="111"/>
                      <a:pt x="144" y="107"/>
                    </a:cubicBezTo>
                    <a:cubicBezTo>
                      <a:pt x="144" y="91"/>
                      <a:pt x="144" y="91"/>
                      <a:pt x="144" y="91"/>
                    </a:cubicBezTo>
                    <a:lnTo>
                      <a:pt x="144" y="41"/>
                    </a:lnTo>
                    <a:close/>
                    <a:moveTo>
                      <a:pt x="116" y="1"/>
                    </a:moveTo>
                    <a:cubicBezTo>
                      <a:pt x="116" y="0"/>
                      <a:pt x="116" y="0"/>
                      <a:pt x="116" y="0"/>
                    </a:cubicBezTo>
                    <a:cubicBezTo>
                      <a:pt x="72" y="0"/>
                      <a:pt x="72" y="0"/>
                      <a:pt x="72" y="0"/>
                    </a:cubicBezTo>
                    <a:cubicBezTo>
                      <a:pt x="72" y="9"/>
                      <a:pt x="72" y="9"/>
                      <a:pt x="72" y="9"/>
                    </a:cubicBezTo>
                    <a:cubicBezTo>
                      <a:pt x="108" y="9"/>
                      <a:pt x="108" y="9"/>
                      <a:pt x="108" y="9"/>
                    </a:cubicBezTo>
                    <a:cubicBezTo>
                      <a:pt x="116" y="26"/>
                      <a:pt x="116" y="26"/>
                      <a:pt x="116" y="26"/>
                    </a:cubicBezTo>
                    <a:cubicBezTo>
                      <a:pt x="116" y="1"/>
                      <a:pt x="116" y="1"/>
                      <a:pt x="116" y="1"/>
                    </a:cubicBezTo>
                    <a:close/>
                    <a:moveTo>
                      <a:pt x="72" y="91"/>
                    </a:moveTo>
                    <a:cubicBezTo>
                      <a:pt x="110" y="91"/>
                      <a:pt x="110" y="91"/>
                      <a:pt x="110" y="91"/>
                    </a:cubicBezTo>
                    <a:cubicBezTo>
                      <a:pt x="110" y="107"/>
                      <a:pt x="110" y="107"/>
                      <a:pt x="110" y="107"/>
                    </a:cubicBezTo>
                    <a:cubicBezTo>
                      <a:pt x="110" y="111"/>
                      <a:pt x="112" y="114"/>
                      <a:pt x="116" y="114"/>
                    </a:cubicBezTo>
                    <a:cubicBezTo>
                      <a:pt x="116" y="114"/>
                      <a:pt x="116" y="114"/>
                      <a:pt x="116" y="114"/>
                    </a:cubicBezTo>
                    <a:cubicBezTo>
                      <a:pt x="116" y="79"/>
                      <a:pt x="116" y="79"/>
                      <a:pt x="116" y="79"/>
                    </a:cubicBezTo>
                    <a:cubicBezTo>
                      <a:pt x="102" y="79"/>
                      <a:pt x="102" y="79"/>
                      <a:pt x="102" y="79"/>
                    </a:cubicBezTo>
                    <a:cubicBezTo>
                      <a:pt x="102" y="64"/>
                      <a:pt x="102" y="64"/>
                      <a:pt x="102" y="64"/>
                    </a:cubicBezTo>
                    <a:cubicBezTo>
                      <a:pt x="116" y="64"/>
                      <a:pt x="116" y="64"/>
                      <a:pt x="116" y="64"/>
                    </a:cubicBezTo>
                    <a:cubicBezTo>
                      <a:pt x="116" y="32"/>
                      <a:pt x="116" y="32"/>
                      <a:pt x="116" y="32"/>
                    </a:cubicBezTo>
                    <a:cubicBezTo>
                      <a:pt x="72" y="32"/>
                      <a:pt x="72" y="32"/>
                      <a:pt x="72" y="32"/>
                    </a:cubicBezTo>
                    <a:lnTo>
                      <a:pt x="72" y="91"/>
                    </a:lnTo>
                    <a:close/>
                    <a:moveTo>
                      <a:pt x="72" y="0"/>
                    </a:moveTo>
                    <a:cubicBezTo>
                      <a:pt x="28" y="0"/>
                      <a:pt x="28" y="0"/>
                      <a:pt x="28" y="0"/>
                    </a:cubicBezTo>
                    <a:cubicBezTo>
                      <a:pt x="27" y="1"/>
                      <a:pt x="27" y="1"/>
                      <a:pt x="27" y="1"/>
                    </a:cubicBezTo>
                    <a:cubicBezTo>
                      <a:pt x="27" y="26"/>
                      <a:pt x="27" y="26"/>
                      <a:pt x="27" y="26"/>
                    </a:cubicBezTo>
                    <a:cubicBezTo>
                      <a:pt x="36" y="9"/>
                      <a:pt x="36" y="9"/>
                      <a:pt x="36" y="9"/>
                    </a:cubicBezTo>
                    <a:cubicBezTo>
                      <a:pt x="36" y="9"/>
                      <a:pt x="36" y="9"/>
                      <a:pt x="36" y="9"/>
                    </a:cubicBezTo>
                    <a:cubicBezTo>
                      <a:pt x="72" y="9"/>
                      <a:pt x="72" y="9"/>
                      <a:pt x="72" y="9"/>
                    </a:cubicBezTo>
                    <a:cubicBezTo>
                      <a:pt x="72" y="0"/>
                      <a:pt x="72" y="0"/>
                      <a:pt x="72" y="0"/>
                    </a:cubicBezTo>
                    <a:close/>
                    <a:moveTo>
                      <a:pt x="27" y="114"/>
                    </a:moveTo>
                    <a:cubicBezTo>
                      <a:pt x="28" y="114"/>
                      <a:pt x="28" y="114"/>
                      <a:pt x="28" y="114"/>
                    </a:cubicBezTo>
                    <a:cubicBezTo>
                      <a:pt x="31" y="114"/>
                      <a:pt x="34" y="111"/>
                      <a:pt x="34" y="107"/>
                    </a:cubicBezTo>
                    <a:cubicBezTo>
                      <a:pt x="34" y="91"/>
                      <a:pt x="34" y="91"/>
                      <a:pt x="34" y="91"/>
                    </a:cubicBezTo>
                    <a:cubicBezTo>
                      <a:pt x="72" y="91"/>
                      <a:pt x="72" y="91"/>
                      <a:pt x="72" y="91"/>
                    </a:cubicBezTo>
                    <a:cubicBezTo>
                      <a:pt x="72" y="32"/>
                      <a:pt x="72" y="32"/>
                      <a:pt x="72" y="32"/>
                    </a:cubicBezTo>
                    <a:cubicBezTo>
                      <a:pt x="27" y="32"/>
                      <a:pt x="27" y="32"/>
                      <a:pt x="27" y="32"/>
                    </a:cubicBezTo>
                    <a:cubicBezTo>
                      <a:pt x="27" y="64"/>
                      <a:pt x="27" y="64"/>
                      <a:pt x="27" y="64"/>
                    </a:cubicBezTo>
                    <a:cubicBezTo>
                      <a:pt x="42" y="64"/>
                      <a:pt x="42" y="64"/>
                      <a:pt x="42" y="64"/>
                    </a:cubicBezTo>
                    <a:cubicBezTo>
                      <a:pt x="42" y="79"/>
                      <a:pt x="42" y="79"/>
                      <a:pt x="42" y="79"/>
                    </a:cubicBezTo>
                    <a:cubicBezTo>
                      <a:pt x="42" y="79"/>
                      <a:pt x="42" y="79"/>
                      <a:pt x="42" y="79"/>
                    </a:cubicBezTo>
                    <a:cubicBezTo>
                      <a:pt x="27" y="79"/>
                      <a:pt x="27" y="79"/>
                      <a:pt x="27" y="79"/>
                    </a:cubicBezTo>
                    <a:lnTo>
                      <a:pt x="27" y="114"/>
                    </a:lnTo>
                    <a:close/>
                    <a:moveTo>
                      <a:pt x="27" y="1"/>
                    </a:moveTo>
                    <a:cubicBezTo>
                      <a:pt x="14" y="25"/>
                      <a:pt x="14" y="25"/>
                      <a:pt x="14" y="25"/>
                    </a:cubicBezTo>
                    <a:cubicBezTo>
                      <a:pt x="0" y="41"/>
                      <a:pt x="0" y="41"/>
                      <a:pt x="0" y="41"/>
                    </a:cubicBezTo>
                    <a:cubicBezTo>
                      <a:pt x="0" y="87"/>
                      <a:pt x="0" y="87"/>
                      <a:pt x="0" y="87"/>
                    </a:cubicBezTo>
                    <a:cubicBezTo>
                      <a:pt x="0" y="91"/>
                      <a:pt x="0" y="91"/>
                      <a:pt x="0" y="91"/>
                    </a:cubicBezTo>
                    <a:cubicBezTo>
                      <a:pt x="0" y="107"/>
                      <a:pt x="0" y="107"/>
                      <a:pt x="0" y="107"/>
                    </a:cubicBezTo>
                    <a:cubicBezTo>
                      <a:pt x="0" y="111"/>
                      <a:pt x="3" y="114"/>
                      <a:pt x="7" y="114"/>
                    </a:cubicBezTo>
                    <a:cubicBezTo>
                      <a:pt x="27" y="114"/>
                      <a:pt x="27" y="114"/>
                      <a:pt x="27" y="114"/>
                    </a:cubicBezTo>
                    <a:cubicBezTo>
                      <a:pt x="27" y="79"/>
                      <a:pt x="27" y="79"/>
                      <a:pt x="27" y="79"/>
                    </a:cubicBezTo>
                    <a:cubicBezTo>
                      <a:pt x="13" y="79"/>
                      <a:pt x="13" y="79"/>
                      <a:pt x="13" y="79"/>
                    </a:cubicBezTo>
                    <a:cubicBezTo>
                      <a:pt x="13" y="64"/>
                      <a:pt x="13" y="64"/>
                      <a:pt x="13" y="64"/>
                    </a:cubicBezTo>
                    <a:cubicBezTo>
                      <a:pt x="27" y="64"/>
                      <a:pt x="27" y="64"/>
                      <a:pt x="27" y="64"/>
                    </a:cubicBezTo>
                    <a:cubicBezTo>
                      <a:pt x="27" y="32"/>
                      <a:pt x="27" y="32"/>
                      <a:pt x="27" y="32"/>
                    </a:cubicBezTo>
                    <a:cubicBezTo>
                      <a:pt x="24" y="32"/>
                      <a:pt x="24" y="32"/>
                      <a:pt x="24" y="32"/>
                    </a:cubicBezTo>
                    <a:cubicBezTo>
                      <a:pt x="27" y="26"/>
                      <a:pt x="27" y="26"/>
                      <a:pt x="27" y="26"/>
                    </a:cubicBezTo>
                    <a:lnTo>
                      <a:pt x="2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6" name="Oval 296"/>
              <p:cNvSpPr>
                <a:spLocks noChangeArrowheads="1"/>
              </p:cNvSpPr>
              <p:nvPr/>
            </p:nvSpPr>
            <p:spPr bwMode="auto">
              <a:xfrm>
                <a:off x="-1338263" y="1347787"/>
                <a:ext cx="134937" cy="134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7" name="Freeform 297"/>
              <p:cNvSpPr>
                <a:spLocks/>
              </p:cNvSpPr>
              <p:nvPr/>
            </p:nvSpPr>
            <p:spPr bwMode="auto">
              <a:xfrm>
                <a:off x="-1431925" y="1504950"/>
                <a:ext cx="319087" cy="500063"/>
              </a:xfrm>
              <a:custGeom>
                <a:avLst/>
                <a:gdLst>
                  <a:gd name="T0" fmla="*/ 33 w 201"/>
                  <a:gd name="T1" fmla="*/ 60 h 315"/>
                  <a:gd name="T2" fmla="*/ 45 w 201"/>
                  <a:gd name="T3" fmla="*/ 60 h 315"/>
                  <a:gd name="T4" fmla="*/ 45 w 201"/>
                  <a:gd name="T5" fmla="*/ 161 h 315"/>
                  <a:gd name="T6" fmla="*/ 45 w 201"/>
                  <a:gd name="T7" fmla="*/ 161 h 315"/>
                  <a:gd name="T8" fmla="*/ 45 w 201"/>
                  <a:gd name="T9" fmla="*/ 315 h 315"/>
                  <a:gd name="T10" fmla="*/ 95 w 201"/>
                  <a:gd name="T11" fmla="*/ 315 h 315"/>
                  <a:gd name="T12" fmla="*/ 95 w 201"/>
                  <a:gd name="T13" fmla="*/ 149 h 315"/>
                  <a:gd name="T14" fmla="*/ 109 w 201"/>
                  <a:gd name="T15" fmla="*/ 149 h 315"/>
                  <a:gd name="T16" fmla="*/ 109 w 201"/>
                  <a:gd name="T17" fmla="*/ 315 h 315"/>
                  <a:gd name="T18" fmla="*/ 158 w 201"/>
                  <a:gd name="T19" fmla="*/ 315 h 315"/>
                  <a:gd name="T20" fmla="*/ 158 w 201"/>
                  <a:gd name="T21" fmla="*/ 149 h 315"/>
                  <a:gd name="T22" fmla="*/ 158 w 201"/>
                  <a:gd name="T23" fmla="*/ 149 h 315"/>
                  <a:gd name="T24" fmla="*/ 158 w 201"/>
                  <a:gd name="T25" fmla="*/ 60 h 315"/>
                  <a:gd name="T26" fmla="*/ 170 w 201"/>
                  <a:gd name="T27" fmla="*/ 60 h 315"/>
                  <a:gd name="T28" fmla="*/ 170 w 201"/>
                  <a:gd name="T29" fmla="*/ 149 h 315"/>
                  <a:gd name="T30" fmla="*/ 201 w 201"/>
                  <a:gd name="T31" fmla="*/ 149 h 315"/>
                  <a:gd name="T32" fmla="*/ 201 w 201"/>
                  <a:gd name="T33" fmla="*/ 0 h 315"/>
                  <a:gd name="T34" fmla="*/ 0 w 201"/>
                  <a:gd name="T35" fmla="*/ 0 h 315"/>
                  <a:gd name="T36" fmla="*/ 0 w 201"/>
                  <a:gd name="T37" fmla="*/ 149 h 315"/>
                  <a:gd name="T38" fmla="*/ 33 w 201"/>
                  <a:gd name="T39" fmla="*/ 149 h 315"/>
                  <a:gd name="T40" fmla="*/ 33 w 201"/>
                  <a:gd name="T41" fmla="*/ 6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1" h="315">
                    <a:moveTo>
                      <a:pt x="33" y="60"/>
                    </a:moveTo>
                    <a:lnTo>
                      <a:pt x="45" y="60"/>
                    </a:lnTo>
                    <a:lnTo>
                      <a:pt x="45" y="161"/>
                    </a:lnTo>
                    <a:lnTo>
                      <a:pt x="45" y="161"/>
                    </a:lnTo>
                    <a:lnTo>
                      <a:pt x="45" y="315"/>
                    </a:lnTo>
                    <a:lnTo>
                      <a:pt x="95" y="315"/>
                    </a:lnTo>
                    <a:lnTo>
                      <a:pt x="95" y="149"/>
                    </a:lnTo>
                    <a:lnTo>
                      <a:pt x="109" y="149"/>
                    </a:lnTo>
                    <a:lnTo>
                      <a:pt x="109" y="315"/>
                    </a:lnTo>
                    <a:lnTo>
                      <a:pt x="158" y="315"/>
                    </a:lnTo>
                    <a:lnTo>
                      <a:pt x="158" y="149"/>
                    </a:lnTo>
                    <a:lnTo>
                      <a:pt x="158" y="149"/>
                    </a:lnTo>
                    <a:lnTo>
                      <a:pt x="158" y="60"/>
                    </a:lnTo>
                    <a:lnTo>
                      <a:pt x="170" y="60"/>
                    </a:lnTo>
                    <a:lnTo>
                      <a:pt x="170" y="149"/>
                    </a:lnTo>
                    <a:lnTo>
                      <a:pt x="201" y="149"/>
                    </a:lnTo>
                    <a:lnTo>
                      <a:pt x="201" y="0"/>
                    </a:lnTo>
                    <a:lnTo>
                      <a:pt x="0" y="0"/>
                    </a:lnTo>
                    <a:lnTo>
                      <a:pt x="0" y="149"/>
                    </a:lnTo>
                    <a:lnTo>
                      <a:pt x="33" y="149"/>
                    </a:lnTo>
                    <a:lnTo>
                      <a:pt x="33"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8" name="Oval 298"/>
              <p:cNvSpPr>
                <a:spLocks noChangeArrowheads="1"/>
              </p:cNvSpPr>
              <p:nvPr/>
            </p:nvSpPr>
            <p:spPr bwMode="auto">
              <a:xfrm>
                <a:off x="-973138" y="1347787"/>
                <a:ext cx="134937" cy="134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49" name="Freeform 299"/>
              <p:cNvSpPr>
                <a:spLocks/>
              </p:cNvSpPr>
              <p:nvPr/>
            </p:nvSpPr>
            <p:spPr bwMode="auto">
              <a:xfrm>
                <a:off x="-1090613" y="1504950"/>
                <a:ext cx="368300" cy="500063"/>
              </a:xfrm>
              <a:custGeom>
                <a:avLst/>
                <a:gdLst>
                  <a:gd name="T0" fmla="*/ 199 w 232"/>
                  <a:gd name="T1" fmla="*/ 149 h 315"/>
                  <a:gd name="T2" fmla="*/ 232 w 232"/>
                  <a:gd name="T3" fmla="*/ 149 h 315"/>
                  <a:gd name="T4" fmla="*/ 192 w 232"/>
                  <a:gd name="T5" fmla="*/ 0 h 315"/>
                  <a:gd name="T6" fmla="*/ 43 w 232"/>
                  <a:gd name="T7" fmla="*/ 0 h 315"/>
                  <a:gd name="T8" fmla="*/ 0 w 232"/>
                  <a:gd name="T9" fmla="*/ 149 h 315"/>
                  <a:gd name="T10" fmla="*/ 31 w 232"/>
                  <a:gd name="T11" fmla="*/ 149 h 315"/>
                  <a:gd name="T12" fmla="*/ 57 w 232"/>
                  <a:gd name="T13" fmla="*/ 60 h 315"/>
                  <a:gd name="T14" fmla="*/ 66 w 232"/>
                  <a:gd name="T15" fmla="*/ 60 h 315"/>
                  <a:gd name="T16" fmla="*/ 24 w 232"/>
                  <a:gd name="T17" fmla="*/ 225 h 315"/>
                  <a:gd name="T18" fmla="*/ 59 w 232"/>
                  <a:gd name="T19" fmla="*/ 225 h 315"/>
                  <a:gd name="T20" fmla="*/ 59 w 232"/>
                  <a:gd name="T21" fmla="*/ 315 h 315"/>
                  <a:gd name="T22" fmla="*/ 109 w 232"/>
                  <a:gd name="T23" fmla="*/ 315 h 315"/>
                  <a:gd name="T24" fmla="*/ 109 w 232"/>
                  <a:gd name="T25" fmla="*/ 225 h 315"/>
                  <a:gd name="T26" fmla="*/ 123 w 232"/>
                  <a:gd name="T27" fmla="*/ 225 h 315"/>
                  <a:gd name="T28" fmla="*/ 123 w 232"/>
                  <a:gd name="T29" fmla="*/ 315 h 315"/>
                  <a:gd name="T30" fmla="*/ 173 w 232"/>
                  <a:gd name="T31" fmla="*/ 315 h 315"/>
                  <a:gd name="T32" fmla="*/ 173 w 232"/>
                  <a:gd name="T33" fmla="*/ 225 h 315"/>
                  <a:gd name="T34" fmla="*/ 208 w 232"/>
                  <a:gd name="T35" fmla="*/ 225 h 315"/>
                  <a:gd name="T36" fmla="*/ 163 w 232"/>
                  <a:gd name="T37" fmla="*/ 60 h 315"/>
                  <a:gd name="T38" fmla="*/ 175 w 232"/>
                  <a:gd name="T39" fmla="*/ 60 h 315"/>
                  <a:gd name="T40" fmla="*/ 199 w 232"/>
                  <a:gd name="T41" fmla="*/ 149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2" h="315">
                    <a:moveTo>
                      <a:pt x="199" y="149"/>
                    </a:moveTo>
                    <a:lnTo>
                      <a:pt x="232" y="149"/>
                    </a:lnTo>
                    <a:lnTo>
                      <a:pt x="192" y="0"/>
                    </a:lnTo>
                    <a:lnTo>
                      <a:pt x="43" y="0"/>
                    </a:lnTo>
                    <a:lnTo>
                      <a:pt x="0" y="149"/>
                    </a:lnTo>
                    <a:lnTo>
                      <a:pt x="31" y="149"/>
                    </a:lnTo>
                    <a:lnTo>
                      <a:pt x="57" y="60"/>
                    </a:lnTo>
                    <a:lnTo>
                      <a:pt x="66" y="60"/>
                    </a:lnTo>
                    <a:lnTo>
                      <a:pt x="24" y="225"/>
                    </a:lnTo>
                    <a:lnTo>
                      <a:pt x="59" y="225"/>
                    </a:lnTo>
                    <a:lnTo>
                      <a:pt x="59" y="315"/>
                    </a:lnTo>
                    <a:lnTo>
                      <a:pt x="109" y="315"/>
                    </a:lnTo>
                    <a:lnTo>
                      <a:pt x="109" y="225"/>
                    </a:lnTo>
                    <a:lnTo>
                      <a:pt x="123" y="225"/>
                    </a:lnTo>
                    <a:lnTo>
                      <a:pt x="123" y="315"/>
                    </a:lnTo>
                    <a:lnTo>
                      <a:pt x="173" y="315"/>
                    </a:lnTo>
                    <a:lnTo>
                      <a:pt x="173" y="225"/>
                    </a:lnTo>
                    <a:lnTo>
                      <a:pt x="208" y="225"/>
                    </a:lnTo>
                    <a:lnTo>
                      <a:pt x="163" y="60"/>
                    </a:lnTo>
                    <a:lnTo>
                      <a:pt x="175" y="60"/>
                    </a:lnTo>
                    <a:lnTo>
                      <a:pt x="199"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0" name="Freeform 300"/>
              <p:cNvSpPr>
                <a:spLocks/>
              </p:cNvSpPr>
              <p:nvPr/>
            </p:nvSpPr>
            <p:spPr bwMode="auto">
              <a:xfrm>
                <a:off x="-1720850" y="701675"/>
                <a:ext cx="574675" cy="533400"/>
              </a:xfrm>
              <a:custGeom>
                <a:avLst/>
                <a:gdLst>
                  <a:gd name="T0" fmla="*/ 91 w 153"/>
                  <a:gd name="T1" fmla="*/ 71 h 142"/>
                  <a:gd name="T2" fmla="*/ 117 w 153"/>
                  <a:gd name="T3" fmla="*/ 50 h 142"/>
                  <a:gd name="T4" fmla="*/ 123 w 153"/>
                  <a:gd name="T5" fmla="*/ 50 h 142"/>
                  <a:gd name="T6" fmla="*/ 140 w 153"/>
                  <a:gd name="T7" fmla="*/ 63 h 142"/>
                  <a:gd name="T8" fmla="*/ 151 w 153"/>
                  <a:gd name="T9" fmla="*/ 58 h 142"/>
                  <a:gd name="T10" fmla="*/ 150 w 153"/>
                  <a:gd name="T11" fmla="*/ 35 h 142"/>
                  <a:gd name="T12" fmla="*/ 103 w 153"/>
                  <a:gd name="T13" fmla="*/ 5 h 142"/>
                  <a:gd name="T14" fmla="*/ 73 w 153"/>
                  <a:gd name="T15" fmla="*/ 32 h 142"/>
                  <a:gd name="T16" fmla="*/ 35 w 153"/>
                  <a:gd name="T17" fmla="*/ 20 h 142"/>
                  <a:gd name="T18" fmla="*/ 4 w 153"/>
                  <a:gd name="T19" fmla="*/ 67 h 142"/>
                  <a:gd name="T20" fmla="*/ 97 w 153"/>
                  <a:gd name="T21" fmla="*/ 142 h 142"/>
                  <a:gd name="T22" fmla="*/ 113 w 153"/>
                  <a:gd name="T23" fmla="*/ 128 h 142"/>
                  <a:gd name="T24" fmla="*/ 91 w 153"/>
                  <a:gd name="T25" fmla="*/ 7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3" h="142">
                    <a:moveTo>
                      <a:pt x="91" y="71"/>
                    </a:moveTo>
                    <a:cubicBezTo>
                      <a:pt x="93" y="58"/>
                      <a:pt x="104" y="50"/>
                      <a:pt x="117" y="50"/>
                    </a:cubicBezTo>
                    <a:cubicBezTo>
                      <a:pt x="119" y="50"/>
                      <a:pt x="121" y="50"/>
                      <a:pt x="123" y="50"/>
                    </a:cubicBezTo>
                    <a:cubicBezTo>
                      <a:pt x="130" y="52"/>
                      <a:pt x="136" y="57"/>
                      <a:pt x="140" y="63"/>
                    </a:cubicBezTo>
                    <a:cubicBezTo>
                      <a:pt x="143" y="60"/>
                      <a:pt x="147" y="59"/>
                      <a:pt x="151" y="58"/>
                    </a:cubicBezTo>
                    <a:cubicBezTo>
                      <a:pt x="153" y="44"/>
                      <a:pt x="150" y="35"/>
                      <a:pt x="150" y="35"/>
                    </a:cubicBezTo>
                    <a:cubicBezTo>
                      <a:pt x="145" y="13"/>
                      <a:pt x="124" y="0"/>
                      <a:pt x="103" y="5"/>
                    </a:cubicBezTo>
                    <a:cubicBezTo>
                      <a:pt x="88" y="8"/>
                      <a:pt x="77" y="18"/>
                      <a:pt x="73" y="32"/>
                    </a:cubicBezTo>
                    <a:cubicBezTo>
                      <a:pt x="64" y="21"/>
                      <a:pt x="49" y="16"/>
                      <a:pt x="35" y="20"/>
                    </a:cubicBezTo>
                    <a:cubicBezTo>
                      <a:pt x="13" y="24"/>
                      <a:pt x="0" y="46"/>
                      <a:pt x="4" y="67"/>
                    </a:cubicBezTo>
                    <a:cubicBezTo>
                      <a:pt x="4" y="67"/>
                      <a:pt x="13" y="120"/>
                      <a:pt x="97" y="142"/>
                    </a:cubicBezTo>
                    <a:cubicBezTo>
                      <a:pt x="103" y="138"/>
                      <a:pt x="109" y="133"/>
                      <a:pt x="113" y="128"/>
                    </a:cubicBezTo>
                    <a:cubicBezTo>
                      <a:pt x="84" y="99"/>
                      <a:pt x="90" y="73"/>
                      <a:pt x="91"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1" name="Freeform 301"/>
              <p:cNvSpPr>
                <a:spLocks/>
              </p:cNvSpPr>
              <p:nvPr/>
            </p:nvSpPr>
            <p:spPr bwMode="auto">
              <a:xfrm>
                <a:off x="-1390650" y="904875"/>
                <a:ext cx="341312" cy="288925"/>
              </a:xfrm>
              <a:custGeom>
                <a:avLst/>
                <a:gdLst>
                  <a:gd name="T0" fmla="*/ 71 w 91"/>
                  <a:gd name="T1" fmla="*/ 9 h 77"/>
                  <a:gd name="T2" fmla="*/ 66 w 91"/>
                  <a:gd name="T3" fmla="*/ 9 h 77"/>
                  <a:gd name="T4" fmla="*/ 62 w 91"/>
                  <a:gd name="T5" fmla="*/ 9 h 77"/>
                  <a:gd name="T6" fmla="*/ 50 w 91"/>
                  <a:gd name="T7" fmla="*/ 16 h 77"/>
                  <a:gd name="T8" fmla="*/ 34 w 91"/>
                  <a:gd name="T9" fmla="*/ 1 h 77"/>
                  <a:gd name="T10" fmla="*/ 29 w 91"/>
                  <a:gd name="T11" fmla="*/ 0 h 77"/>
                  <a:gd name="T12" fmla="*/ 7 w 91"/>
                  <a:gd name="T13" fmla="*/ 18 h 77"/>
                  <a:gd name="T14" fmla="*/ 29 w 91"/>
                  <a:gd name="T15" fmla="*/ 71 h 77"/>
                  <a:gd name="T16" fmla="*/ 36 w 91"/>
                  <a:gd name="T17" fmla="*/ 77 h 77"/>
                  <a:gd name="T18" fmla="*/ 88 w 91"/>
                  <a:gd name="T19" fmla="*/ 36 h 77"/>
                  <a:gd name="T20" fmla="*/ 71 w 91"/>
                  <a:gd name="T21" fmla="*/ 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77">
                    <a:moveTo>
                      <a:pt x="71" y="9"/>
                    </a:moveTo>
                    <a:cubicBezTo>
                      <a:pt x="69" y="9"/>
                      <a:pt x="68" y="9"/>
                      <a:pt x="66" y="9"/>
                    </a:cubicBezTo>
                    <a:cubicBezTo>
                      <a:pt x="65" y="9"/>
                      <a:pt x="63" y="9"/>
                      <a:pt x="62" y="9"/>
                    </a:cubicBezTo>
                    <a:cubicBezTo>
                      <a:pt x="57" y="10"/>
                      <a:pt x="53" y="13"/>
                      <a:pt x="50" y="16"/>
                    </a:cubicBezTo>
                    <a:cubicBezTo>
                      <a:pt x="48" y="9"/>
                      <a:pt x="42" y="3"/>
                      <a:pt x="34" y="1"/>
                    </a:cubicBezTo>
                    <a:cubicBezTo>
                      <a:pt x="32" y="0"/>
                      <a:pt x="30" y="0"/>
                      <a:pt x="29" y="0"/>
                    </a:cubicBezTo>
                    <a:cubicBezTo>
                      <a:pt x="19" y="0"/>
                      <a:pt x="9" y="7"/>
                      <a:pt x="7" y="18"/>
                    </a:cubicBezTo>
                    <a:cubicBezTo>
                      <a:pt x="7" y="18"/>
                      <a:pt x="0" y="42"/>
                      <a:pt x="29" y="71"/>
                    </a:cubicBezTo>
                    <a:cubicBezTo>
                      <a:pt x="31" y="73"/>
                      <a:pt x="33" y="75"/>
                      <a:pt x="36" y="77"/>
                    </a:cubicBezTo>
                    <a:cubicBezTo>
                      <a:pt x="83" y="65"/>
                      <a:pt x="88" y="36"/>
                      <a:pt x="88" y="36"/>
                    </a:cubicBezTo>
                    <a:cubicBezTo>
                      <a:pt x="91" y="24"/>
                      <a:pt x="83" y="12"/>
                      <a:pt x="7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2" name="Rectangle 302"/>
              <p:cNvSpPr>
                <a:spLocks noChangeArrowheads="1"/>
              </p:cNvSpPr>
              <p:nvPr/>
            </p:nvSpPr>
            <p:spPr bwMode="auto">
              <a:xfrm>
                <a:off x="-3956050" y="6067425"/>
                <a:ext cx="44450" cy="1158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3" name="Freeform 303"/>
              <p:cNvSpPr>
                <a:spLocks/>
              </p:cNvSpPr>
              <p:nvPr/>
            </p:nvSpPr>
            <p:spPr bwMode="auto">
              <a:xfrm>
                <a:off x="-3760788" y="6067425"/>
                <a:ext cx="192087" cy="115888"/>
              </a:xfrm>
              <a:custGeom>
                <a:avLst/>
                <a:gdLst>
                  <a:gd name="T0" fmla="*/ 121 w 121"/>
                  <a:gd name="T1" fmla="*/ 73 h 73"/>
                  <a:gd name="T2" fmla="*/ 121 w 121"/>
                  <a:gd name="T3" fmla="*/ 0 h 73"/>
                  <a:gd name="T4" fmla="*/ 73 w 121"/>
                  <a:gd name="T5" fmla="*/ 0 h 73"/>
                  <a:gd name="T6" fmla="*/ 0 w 121"/>
                  <a:gd name="T7" fmla="*/ 73 h 73"/>
                  <a:gd name="T8" fmla="*/ 121 w 121"/>
                  <a:gd name="T9" fmla="*/ 73 h 73"/>
                </a:gdLst>
                <a:ahLst/>
                <a:cxnLst>
                  <a:cxn ang="0">
                    <a:pos x="T0" y="T1"/>
                  </a:cxn>
                  <a:cxn ang="0">
                    <a:pos x="T2" y="T3"/>
                  </a:cxn>
                  <a:cxn ang="0">
                    <a:pos x="T4" y="T5"/>
                  </a:cxn>
                  <a:cxn ang="0">
                    <a:pos x="T6" y="T7"/>
                  </a:cxn>
                  <a:cxn ang="0">
                    <a:pos x="T8" y="T9"/>
                  </a:cxn>
                </a:cxnLst>
                <a:rect l="0" t="0" r="r" b="b"/>
                <a:pathLst>
                  <a:path w="121" h="73">
                    <a:moveTo>
                      <a:pt x="121" y="73"/>
                    </a:moveTo>
                    <a:lnTo>
                      <a:pt x="121" y="0"/>
                    </a:lnTo>
                    <a:lnTo>
                      <a:pt x="73" y="0"/>
                    </a:lnTo>
                    <a:lnTo>
                      <a:pt x="0" y="73"/>
                    </a:lnTo>
                    <a:lnTo>
                      <a:pt x="1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4" name="Freeform 304"/>
              <p:cNvSpPr>
                <a:spLocks/>
              </p:cNvSpPr>
              <p:nvPr/>
            </p:nvSpPr>
            <p:spPr bwMode="auto">
              <a:xfrm>
                <a:off x="-3892550" y="6067425"/>
                <a:ext cx="128587" cy="115888"/>
              </a:xfrm>
              <a:custGeom>
                <a:avLst/>
                <a:gdLst>
                  <a:gd name="T0" fmla="*/ 81 w 81"/>
                  <a:gd name="T1" fmla="*/ 0 h 73"/>
                  <a:gd name="T2" fmla="*/ 0 w 81"/>
                  <a:gd name="T3" fmla="*/ 0 h 73"/>
                  <a:gd name="T4" fmla="*/ 0 w 81"/>
                  <a:gd name="T5" fmla="*/ 73 h 73"/>
                  <a:gd name="T6" fmla="*/ 7 w 81"/>
                  <a:gd name="T7" fmla="*/ 73 h 73"/>
                  <a:gd name="T8" fmla="*/ 81 w 81"/>
                  <a:gd name="T9" fmla="*/ 0 h 73"/>
                </a:gdLst>
                <a:ahLst/>
                <a:cxnLst>
                  <a:cxn ang="0">
                    <a:pos x="T0" y="T1"/>
                  </a:cxn>
                  <a:cxn ang="0">
                    <a:pos x="T2" y="T3"/>
                  </a:cxn>
                  <a:cxn ang="0">
                    <a:pos x="T4" y="T5"/>
                  </a:cxn>
                  <a:cxn ang="0">
                    <a:pos x="T6" y="T7"/>
                  </a:cxn>
                  <a:cxn ang="0">
                    <a:pos x="T8" y="T9"/>
                  </a:cxn>
                </a:cxnLst>
                <a:rect l="0" t="0" r="r" b="b"/>
                <a:pathLst>
                  <a:path w="81" h="73">
                    <a:moveTo>
                      <a:pt x="81" y="0"/>
                    </a:moveTo>
                    <a:lnTo>
                      <a:pt x="0" y="0"/>
                    </a:lnTo>
                    <a:lnTo>
                      <a:pt x="0" y="73"/>
                    </a:lnTo>
                    <a:lnTo>
                      <a:pt x="7" y="73"/>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5" name="Freeform 305"/>
              <p:cNvSpPr>
                <a:spLocks noEditPoints="1"/>
              </p:cNvSpPr>
              <p:nvPr/>
            </p:nvSpPr>
            <p:spPr bwMode="auto">
              <a:xfrm>
                <a:off x="-4068763" y="5816600"/>
                <a:ext cx="612775" cy="614363"/>
              </a:xfrm>
              <a:custGeom>
                <a:avLst/>
                <a:gdLst>
                  <a:gd name="T0" fmla="*/ 94 w 163"/>
                  <a:gd name="T1" fmla="*/ 163 h 164"/>
                  <a:gd name="T2" fmla="*/ 163 w 163"/>
                  <a:gd name="T3" fmla="*/ 82 h 164"/>
                  <a:gd name="T4" fmla="*/ 94 w 163"/>
                  <a:gd name="T5" fmla="*/ 1 h 164"/>
                  <a:gd name="T6" fmla="*/ 94 w 163"/>
                  <a:gd name="T7" fmla="*/ 15 h 164"/>
                  <a:gd name="T8" fmla="*/ 125 w 163"/>
                  <a:gd name="T9" fmla="*/ 29 h 164"/>
                  <a:gd name="T10" fmla="*/ 94 w 163"/>
                  <a:gd name="T11" fmla="*/ 60 h 164"/>
                  <a:gd name="T12" fmla="*/ 94 w 163"/>
                  <a:gd name="T13" fmla="*/ 79 h 164"/>
                  <a:gd name="T14" fmla="*/ 107 w 163"/>
                  <a:gd name="T15" fmla="*/ 67 h 164"/>
                  <a:gd name="T16" fmla="*/ 109 w 163"/>
                  <a:gd name="T17" fmla="*/ 64 h 164"/>
                  <a:gd name="T18" fmla="*/ 111 w 163"/>
                  <a:gd name="T19" fmla="*/ 62 h 164"/>
                  <a:gd name="T20" fmla="*/ 134 w 163"/>
                  <a:gd name="T21" fmla="*/ 39 h 164"/>
                  <a:gd name="T22" fmla="*/ 150 w 163"/>
                  <a:gd name="T23" fmla="*/ 82 h 164"/>
                  <a:gd name="T24" fmla="*/ 150 w 163"/>
                  <a:gd name="T25" fmla="*/ 82 h 164"/>
                  <a:gd name="T26" fmla="*/ 94 w 163"/>
                  <a:gd name="T27" fmla="*/ 149 h 164"/>
                  <a:gd name="T28" fmla="*/ 94 w 163"/>
                  <a:gd name="T29" fmla="*/ 163 h 164"/>
                  <a:gd name="T30" fmla="*/ 81 w 163"/>
                  <a:gd name="T31" fmla="*/ 164 h 164"/>
                  <a:gd name="T32" fmla="*/ 94 w 163"/>
                  <a:gd name="T33" fmla="*/ 163 h 164"/>
                  <a:gd name="T34" fmla="*/ 94 w 163"/>
                  <a:gd name="T35" fmla="*/ 149 h 164"/>
                  <a:gd name="T36" fmla="*/ 81 w 163"/>
                  <a:gd name="T37" fmla="*/ 151 h 164"/>
                  <a:gd name="T38" fmla="*/ 38 w 163"/>
                  <a:gd name="T39" fmla="*/ 135 h 164"/>
                  <a:gd name="T40" fmla="*/ 71 w 163"/>
                  <a:gd name="T41" fmla="*/ 102 h 164"/>
                  <a:gd name="T42" fmla="*/ 73 w 163"/>
                  <a:gd name="T43" fmla="*/ 100 h 164"/>
                  <a:gd name="T44" fmla="*/ 76 w 163"/>
                  <a:gd name="T45" fmla="*/ 98 h 164"/>
                  <a:gd name="T46" fmla="*/ 94 w 163"/>
                  <a:gd name="T47" fmla="*/ 79 h 164"/>
                  <a:gd name="T48" fmla="*/ 94 w 163"/>
                  <a:gd name="T49" fmla="*/ 60 h 164"/>
                  <a:gd name="T50" fmla="*/ 92 w 163"/>
                  <a:gd name="T51" fmla="*/ 62 h 164"/>
                  <a:gd name="T52" fmla="*/ 90 w 163"/>
                  <a:gd name="T53" fmla="*/ 64 h 164"/>
                  <a:gd name="T54" fmla="*/ 87 w 163"/>
                  <a:gd name="T55" fmla="*/ 67 h 164"/>
                  <a:gd name="T56" fmla="*/ 56 w 163"/>
                  <a:gd name="T57" fmla="*/ 98 h 164"/>
                  <a:gd name="T58" fmla="*/ 54 w 163"/>
                  <a:gd name="T59" fmla="*/ 100 h 164"/>
                  <a:gd name="T60" fmla="*/ 52 w 163"/>
                  <a:gd name="T61" fmla="*/ 102 h 164"/>
                  <a:gd name="T62" fmla="*/ 29 w 163"/>
                  <a:gd name="T63" fmla="*/ 125 h 164"/>
                  <a:gd name="T64" fmla="*/ 13 w 163"/>
                  <a:gd name="T65" fmla="*/ 82 h 164"/>
                  <a:gd name="T66" fmla="*/ 81 w 163"/>
                  <a:gd name="T67" fmla="*/ 14 h 164"/>
                  <a:gd name="T68" fmla="*/ 81 w 163"/>
                  <a:gd name="T69" fmla="*/ 14 h 164"/>
                  <a:gd name="T70" fmla="*/ 94 w 163"/>
                  <a:gd name="T71" fmla="*/ 15 h 164"/>
                  <a:gd name="T72" fmla="*/ 94 w 163"/>
                  <a:gd name="T73" fmla="*/ 1 h 164"/>
                  <a:gd name="T74" fmla="*/ 81 w 163"/>
                  <a:gd name="T75" fmla="*/ 0 h 164"/>
                  <a:gd name="T76" fmla="*/ 0 w 163"/>
                  <a:gd name="T77" fmla="*/ 82 h 164"/>
                  <a:gd name="T78" fmla="*/ 81 w 163"/>
                  <a:gd name="T7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3" h="164">
                    <a:moveTo>
                      <a:pt x="94" y="163"/>
                    </a:moveTo>
                    <a:cubicBezTo>
                      <a:pt x="133" y="157"/>
                      <a:pt x="163" y="123"/>
                      <a:pt x="163" y="82"/>
                    </a:cubicBezTo>
                    <a:cubicBezTo>
                      <a:pt x="163" y="41"/>
                      <a:pt x="133" y="7"/>
                      <a:pt x="94" y="1"/>
                    </a:cubicBezTo>
                    <a:cubicBezTo>
                      <a:pt x="94" y="15"/>
                      <a:pt x="94" y="15"/>
                      <a:pt x="94" y="15"/>
                    </a:cubicBezTo>
                    <a:cubicBezTo>
                      <a:pt x="106" y="17"/>
                      <a:pt x="116" y="22"/>
                      <a:pt x="125" y="29"/>
                    </a:cubicBezTo>
                    <a:cubicBezTo>
                      <a:pt x="94" y="60"/>
                      <a:pt x="94" y="60"/>
                      <a:pt x="94" y="60"/>
                    </a:cubicBezTo>
                    <a:cubicBezTo>
                      <a:pt x="94" y="79"/>
                      <a:pt x="94" y="79"/>
                      <a:pt x="94" y="79"/>
                    </a:cubicBezTo>
                    <a:cubicBezTo>
                      <a:pt x="107" y="67"/>
                      <a:pt x="107" y="67"/>
                      <a:pt x="107" y="67"/>
                    </a:cubicBezTo>
                    <a:cubicBezTo>
                      <a:pt x="109" y="64"/>
                      <a:pt x="109" y="64"/>
                      <a:pt x="109" y="64"/>
                    </a:cubicBezTo>
                    <a:cubicBezTo>
                      <a:pt x="111" y="62"/>
                      <a:pt x="111" y="62"/>
                      <a:pt x="111" y="62"/>
                    </a:cubicBezTo>
                    <a:cubicBezTo>
                      <a:pt x="134" y="39"/>
                      <a:pt x="134" y="39"/>
                      <a:pt x="134" y="39"/>
                    </a:cubicBezTo>
                    <a:cubicBezTo>
                      <a:pt x="144" y="51"/>
                      <a:pt x="150" y="66"/>
                      <a:pt x="150" y="82"/>
                    </a:cubicBezTo>
                    <a:cubicBezTo>
                      <a:pt x="150" y="82"/>
                      <a:pt x="150" y="82"/>
                      <a:pt x="150" y="82"/>
                    </a:cubicBezTo>
                    <a:cubicBezTo>
                      <a:pt x="150" y="116"/>
                      <a:pt x="126" y="143"/>
                      <a:pt x="94" y="149"/>
                    </a:cubicBezTo>
                    <a:lnTo>
                      <a:pt x="94" y="163"/>
                    </a:lnTo>
                    <a:close/>
                    <a:moveTo>
                      <a:pt x="81" y="164"/>
                    </a:moveTo>
                    <a:cubicBezTo>
                      <a:pt x="86" y="164"/>
                      <a:pt x="90" y="164"/>
                      <a:pt x="94" y="163"/>
                    </a:cubicBezTo>
                    <a:cubicBezTo>
                      <a:pt x="94" y="149"/>
                      <a:pt x="94" y="149"/>
                      <a:pt x="94" y="149"/>
                    </a:cubicBezTo>
                    <a:cubicBezTo>
                      <a:pt x="90" y="150"/>
                      <a:pt x="86" y="151"/>
                      <a:pt x="81" y="151"/>
                    </a:cubicBezTo>
                    <a:cubicBezTo>
                      <a:pt x="65" y="151"/>
                      <a:pt x="50" y="145"/>
                      <a:pt x="38" y="135"/>
                    </a:cubicBezTo>
                    <a:cubicBezTo>
                      <a:pt x="71" y="102"/>
                      <a:pt x="71" y="102"/>
                      <a:pt x="71" y="102"/>
                    </a:cubicBezTo>
                    <a:cubicBezTo>
                      <a:pt x="73" y="100"/>
                      <a:pt x="73" y="100"/>
                      <a:pt x="73" y="100"/>
                    </a:cubicBezTo>
                    <a:cubicBezTo>
                      <a:pt x="76" y="98"/>
                      <a:pt x="76" y="98"/>
                      <a:pt x="76" y="98"/>
                    </a:cubicBezTo>
                    <a:cubicBezTo>
                      <a:pt x="94" y="79"/>
                      <a:pt x="94" y="79"/>
                      <a:pt x="94" y="79"/>
                    </a:cubicBezTo>
                    <a:cubicBezTo>
                      <a:pt x="94" y="60"/>
                      <a:pt x="94" y="60"/>
                      <a:pt x="94" y="60"/>
                    </a:cubicBezTo>
                    <a:cubicBezTo>
                      <a:pt x="92" y="62"/>
                      <a:pt x="92" y="62"/>
                      <a:pt x="92" y="62"/>
                    </a:cubicBezTo>
                    <a:cubicBezTo>
                      <a:pt x="90" y="64"/>
                      <a:pt x="90" y="64"/>
                      <a:pt x="90" y="64"/>
                    </a:cubicBezTo>
                    <a:cubicBezTo>
                      <a:pt x="87" y="67"/>
                      <a:pt x="87" y="67"/>
                      <a:pt x="87" y="67"/>
                    </a:cubicBezTo>
                    <a:cubicBezTo>
                      <a:pt x="56" y="98"/>
                      <a:pt x="56" y="98"/>
                      <a:pt x="56" y="98"/>
                    </a:cubicBezTo>
                    <a:cubicBezTo>
                      <a:pt x="54" y="100"/>
                      <a:pt x="54" y="100"/>
                      <a:pt x="54" y="100"/>
                    </a:cubicBezTo>
                    <a:cubicBezTo>
                      <a:pt x="52" y="102"/>
                      <a:pt x="52" y="102"/>
                      <a:pt x="52" y="102"/>
                    </a:cubicBezTo>
                    <a:cubicBezTo>
                      <a:pt x="29" y="125"/>
                      <a:pt x="29" y="125"/>
                      <a:pt x="29" y="125"/>
                    </a:cubicBezTo>
                    <a:cubicBezTo>
                      <a:pt x="19" y="114"/>
                      <a:pt x="13" y="99"/>
                      <a:pt x="13" y="82"/>
                    </a:cubicBezTo>
                    <a:cubicBezTo>
                      <a:pt x="13" y="45"/>
                      <a:pt x="44" y="14"/>
                      <a:pt x="81" y="14"/>
                    </a:cubicBezTo>
                    <a:cubicBezTo>
                      <a:pt x="81" y="14"/>
                      <a:pt x="81" y="14"/>
                      <a:pt x="81" y="14"/>
                    </a:cubicBezTo>
                    <a:cubicBezTo>
                      <a:pt x="86" y="14"/>
                      <a:pt x="90" y="14"/>
                      <a:pt x="94" y="15"/>
                    </a:cubicBezTo>
                    <a:cubicBezTo>
                      <a:pt x="94" y="1"/>
                      <a:pt x="94" y="1"/>
                      <a:pt x="94" y="1"/>
                    </a:cubicBezTo>
                    <a:cubicBezTo>
                      <a:pt x="90" y="1"/>
                      <a:pt x="86" y="0"/>
                      <a:pt x="81" y="0"/>
                    </a:cubicBezTo>
                    <a:cubicBezTo>
                      <a:pt x="36" y="0"/>
                      <a:pt x="0" y="37"/>
                      <a:pt x="0" y="82"/>
                    </a:cubicBezTo>
                    <a:cubicBezTo>
                      <a:pt x="0" y="128"/>
                      <a:pt x="36" y="164"/>
                      <a:pt x="81"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6" name="Freeform 306"/>
              <p:cNvSpPr>
                <a:spLocks/>
              </p:cNvSpPr>
              <p:nvPr/>
            </p:nvSpPr>
            <p:spPr bwMode="auto">
              <a:xfrm>
                <a:off x="-1849438" y="8631238"/>
                <a:ext cx="128587" cy="120650"/>
              </a:xfrm>
              <a:custGeom>
                <a:avLst/>
                <a:gdLst>
                  <a:gd name="T0" fmla="*/ 24 w 34"/>
                  <a:gd name="T1" fmla="*/ 0 h 32"/>
                  <a:gd name="T2" fmla="*/ 0 w 34"/>
                  <a:gd name="T3" fmla="*/ 32 h 32"/>
                  <a:gd name="T4" fmla="*/ 16 w 34"/>
                  <a:gd name="T5" fmla="*/ 32 h 32"/>
                  <a:gd name="T6" fmla="*/ 34 w 34"/>
                  <a:gd name="T7" fmla="*/ 8 h 32"/>
                  <a:gd name="T8" fmla="*/ 24 w 34"/>
                  <a:gd name="T9" fmla="*/ 0 h 32"/>
                </a:gdLst>
                <a:ahLst/>
                <a:cxnLst>
                  <a:cxn ang="0">
                    <a:pos x="T0" y="T1"/>
                  </a:cxn>
                  <a:cxn ang="0">
                    <a:pos x="T2" y="T3"/>
                  </a:cxn>
                  <a:cxn ang="0">
                    <a:pos x="T4" y="T5"/>
                  </a:cxn>
                  <a:cxn ang="0">
                    <a:pos x="T6" y="T7"/>
                  </a:cxn>
                  <a:cxn ang="0">
                    <a:pos x="T8" y="T9"/>
                  </a:cxn>
                </a:cxnLst>
                <a:rect l="0" t="0" r="r" b="b"/>
                <a:pathLst>
                  <a:path w="34" h="32">
                    <a:moveTo>
                      <a:pt x="24" y="0"/>
                    </a:moveTo>
                    <a:cubicBezTo>
                      <a:pt x="0" y="32"/>
                      <a:pt x="0" y="32"/>
                      <a:pt x="0" y="32"/>
                    </a:cubicBezTo>
                    <a:cubicBezTo>
                      <a:pt x="16" y="32"/>
                      <a:pt x="16" y="32"/>
                      <a:pt x="16" y="32"/>
                    </a:cubicBezTo>
                    <a:cubicBezTo>
                      <a:pt x="34" y="8"/>
                      <a:pt x="34" y="8"/>
                      <a:pt x="34" y="8"/>
                    </a:cubicBezTo>
                    <a:cubicBezTo>
                      <a:pt x="30" y="7"/>
                      <a:pt x="26" y="4"/>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7" name="Freeform 307"/>
              <p:cNvSpPr>
                <a:spLocks/>
              </p:cNvSpPr>
              <p:nvPr/>
            </p:nvSpPr>
            <p:spPr bwMode="auto">
              <a:xfrm>
                <a:off x="-1747838" y="8578850"/>
                <a:ext cx="68262" cy="68263"/>
              </a:xfrm>
              <a:custGeom>
                <a:avLst/>
                <a:gdLst>
                  <a:gd name="T0" fmla="*/ 9 w 18"/>
                  <a:gd name="T1" fmla="*/ 18 h 18"/>
                  <a:gd name="T2" fmla="*/ 10 w 18"/>
                  <a:gd name="T3" fmla="*/ 18 h 18"/>
                  <a:gd name="T4" fmla="*/ 11 w 18"/>
                  <a:gd name="T5" fmla="*/ 18 h 18"/>
                  <a:gd name="T6" fmla="*/ 18 w 18"/>
                  <a:gd name="T7" fmla="*/ 9 h 18"/>
                  <a:gd name="T8" fmla="*/ 18 w 18"/>
                  <a:gd name="T9" fmla="*/ 9 h 18"/>
                  <a:gd name="T10" fmla="*/ 18 w 18"/>
                  <a:gd name="T11" fmla="*/ 7 h 18"/>
                  <a:gd name="T12" fmla="*/ 9 w 18"/>
                  <a:gd name="T13" fmla="*/ 0 h 18"/>
                  <a:gd name="T14" fmla="*/ 7 w 18"/>
                  <a:gd name="T15" fmla="*/ 0 h 18"/>
                  <a:gd name="T16" fmla="*/ 0 w 18"/>
                  <a:gd name="T17" fmla="*/ 10 h 18"/>
                  <a:gd name="T18" fmla="*/ 0 w 18"/>
                  <a:gd name="T19" fmla="*/ 11 h 18"/>
                  <a:gd name="T20" fmla="*/ 9 w 18"/>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9" y="18"/>
                    </a:moveTo>
                    <a:cubicBezTo>
                      <a:pt x="9" y="18"/>
                      <a:pt x="10" y="18"/>
                      <a:pt x="10" y="18"/>
                    </a:cubicBezTo>
                    <a:cubicBezTo>
                      <a:pt x="10" y="18"/>
                      <a:pt x="11" y="18"/>
                      <a:pt x="11" y="18"/>
                    </a:cubicBezTo>
                    <a:cubicBezTo>
                      <a:pt x="15" y="17"/>
                      <a:pt x="18" y="13"/>
                      <a:pt x="18" y="9"/>
                    </a:cubicBezTo>
                    <a:cubicBezTo>
                      <a:pt x="18" y="9"/>
                      <a:pt x="18" y="9"/>
                      <a:pt x="18" y="9"/>
                    </a:cubicBezTo>
                    <a:cubicBezTo>
                      <a:pt x="18" y="8"/>
                      <a:pt x="18" y="8"/>
                      <a:pt x="18" y="7"/>
                    </a:cubicBezTo>
                    <a:cubicBezTo>
                      <a:pt x="17" y="3"/>
                      <a:pt x="13" y="0"/>
                      <a:pt x="9" y="0"/>
                    </a:cubicBezTo>
                    <a:cubicBezTo>
                      <a:pt x="8" y="0"/>
                      <a:pt x="8" y="0"/>
                      <a:pt x="7" y="0"/>
                    </a:cubicBezTo>
                    <a:cubicBezTo>
                      <a:pt x="3" y="1"/>
                      <a:pt x="0" y="6"/>
                      <a:pt x="0" y="10"/>
                    </a:cubicBezTo>
                    <a:cubicBezTo>
                      <a:pt x="0" y="11"/>
                      <a:pt x="0" y="11"/>
                      <a:pt x="0" y="11"/>
                    </a:cubicBezTo>
                    <a:cubicBezTo>
                      <a:pt x="1" y="15"/>
                      <a:pt x="5" y="18"/>
                      <a:pt x="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8" name="Freeform 308"/>
              <p:cNvSpPr>
                <a:spLocks/>
              </p:cNvSpPr>
              <p:nvPr/>
            </p:nvSpPr>
            <p:spPr bwMode="auto">
              <a:xfrm>
                <a:off x="-1624013" y="8631238"/>
                <a:ext cx="128587" cy="120650"/>
              </a:xfrm>
              <a:custGeom>
                <a:avLst/>
                <a:gdLst>
                  <a:gd name="T0" fmla="*/ 18 w 34"/>
                  <a:gd name="T1" fmla="*/ 32 h 32"/>
                  <a:gd name="T2" fmla="*/ 34 w 34"/>
                  <a:gd name="T3" fmla="*/ 32 h 32"/>
                  <a:gd name="T4" fmla="*/ 10 w 34"/>
                  <a:gd name="T5" fmla="*/ 0 h 32"/>
                  <a:gd name="T6" fmla="*/ 0 w 34"/>
                  <a:gd name="T7" fmla="*/ 8 h 32"/>
                  <a:gd name="T8" fmla="*/ 18 w 34"/>
                  <a:gd name="T9" fmla="*/ 32 h 32"/>
                </a:gdLst>
                <a:ahLst/>
                <a:cxnLst>
                  <a:cxn ang="0">
                    <a:pos x="T0" y="T1"/>
                  </a:cxn>
                  <a:cxn ang="0">
                    <a:pos x="T2" y="T3"/>
                  </a:cxn>
                  <a:cxn ang="0">
                    <a:pos x="T4" y="T5"/>
                  </a:cxn>
                  <a:cxn ang="0">
                    <a:pos x="T6" y="T7"/>
                  </a:cxn>
                  <a:cxn ang="0">
                    <a:pos x="T8" y="T9"/>
                  </a:cxn>
                </a:cxnLst>
                <a:rect l="0" t="0" r="r" b="b"/>
                <a:pathLst>
                  <a:path w="34" h="32">
                    <a:moveTo>
                      <a:pt x="18" y="32"/>
                    </a:moveTo>
                    <a:cubicBezTo>
                      <a:pt x="34" y="32"/>
                      <a:pt x="34" y="32"/>
                      <a:pt x="34" y="32"/>
                    </a:cubicBezTo>
                    <a:cubicBezTo>
                      <a:pt x="10" y="0"/>
                      <a:pt x="10" y="0"/>
                      <a:pt x="10" y="0"/>
                    </a:cubicBezTo>
                    <a:cubicBezTo>
                      <a:pt x="8" y="4"/>
                      <a:pt x="4" y="7"/>
                      <a:pt x="0" y="8"/>
                    </a:cubicBezTo>
                    <a:lnTo>
                      <a:pt x="1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59" name="Freeform 309"/>
              <p:cNvSpPr>
                <a:spLocks/>
              </p:cNvSpPr>
              <p:nvPr/>
            </p:nvSpPr>
            <p:spPr bwMode="auto">
              <a:xfrm>
                <a:off x="-1665288" y="8578850"/>
                <a:ext cx="68262" cy="68263"/>
              </a:xfrm>
              <a:custGeom>
                <a:avLst/>
                <a:gdLst>
                  <a:gd name="T0" fmla="*/ 11 w 18"/>
                  <a:gd name="T1" fmla="*/ 0 h 18"/>
                  <a:gd name="T2" fmla="*/ 9 w 18"/>
                  <a:gd name="T3" fmla="*/ 0 h 18"/>
                  <a:gd name="T4" fmla="*/ 0 w 18"/>
                  <a:gd name="T5" fmla="*/ 7 h 18"/>
                  <a:gd name="T6" fmla="*/ 0 w 18"/>
                  <a:gd name="T7" fmla="*/ 9 h 18"/>
                  <a:gd name="T8" fmla="*/ 0 w 18"/>
                  <a:gd name="T9" fmla="*/ 9 h 18"/>
                  <a:gd name="T10" fmla="*/ 7 w 18"/>
                  <a:gd name="T11" fmla="*/ 18 h 18"/>
                  <a:gd name="T12" fmla="*/ 8 w 18"/>
                  <a:gd name="T13" fmla="*/ 18 h 18"/>
                  <a:gd name="T14" fmla="*/ 9 w 18"/>
                  <a:gd name="T15" fmla="*/ 18 h 18"/>
                  <a:gd name="T16" fmla="*/ 17 w 18"/>
                  <a:gd name="T17" fmla="*/ 11 h 18"/>
                  <a:gd name="T18" fmla="*/ 18 w 18"/>
                  <a:gd name="T19" fmla="*/ 10 h 18"/>
                  <a:gd name="T20" fmla="*/ 11 w 1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11" y="0"/>
                    </a:moveTo>
                    <a:cubicBezTo>
                      <a:pt x="10" y="0"/>
                      <a:pt x="10" y="0"/>
                      <a:pt x="9" y="0"/>
                    </a:cubicBezTo>
                    <a:cubicBezTo>
                      <a:pt x="5" y="0"/>
                      <a:pt x="1" y="3"/>
                      <a:pt x="0" y="7"/>
                    </a:cubicBezTo>
                    <a:cubicBezTo>
                      <a:pt x="0" y="8"/>
                      <a:pt x="0" y="8"/>
                      <a:pt x="0" y="9"/>
                    </a:cubicBezTo>
                    <a:cubicBezTo>
                      <a:pt x="0" y="9"/>
                      <a:pt x="0" y="9"/>
                      <a:pt x="0" y="9"/>
                    </a:cubicBezTo>
                    <a:cubicBezTo>
                      <a:pt x="0" y="13"/>
                      <a:pt x="3" y="17"/>
                      <a:pt x="7" y="18"/>
                    </a:cubicBezTo>
                    <a:cubicBezTo>
                      <a:pt x="7" y="18"/>
                      <a:pt x="8" y="18"/>
                      <a:pt x="8" y="18"/>
                    </a:cubicBezTo>
                    <a:cubicBezTo>
                      <a:pt x="8" y="18"/>
                      <a:pt x="9" y="18"/>
                      <a:pt x="9" y="18"/>
                    </a:cubicBezTo>
                    <a:cubicBezTo>
                      <a:pt x="13" y="18"/>
                      <a:pt x="17" y="15"/>
                      <a:pt x="17" y="11"/>
                    </a:cubicBezTo>
                    <a:cubicBezTo>
                      <a:pt x="18" y="11"/>
                      <a:pt x="18" y="11"/>
                      <a:pt x="18" y="10"/>
                    </a:cubicBezTo>
                    <a:cubicBezTo>
                      <a:pt x="18" y="6"/>
                      <a:pt x="15" y="1"/>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0" name="Freeform 310"/>
              <p:cNvSpPr>
                <a:spLocks/>
              </p:cNvSpPr>
              <p:nvPr/>
            </p:nvSpPr>
            <p:spPr bwMode="auto">
              <a:xfrm>
                <a:off x="-1905000" y="8767763"/>
                <a:ext cx="465137" cy="231775"/>
              </a:xfrm>
              <a:custGeom>
                <a:avLst/>
                <a:gdLst>
                  <a:gd name="T0" fmla="*/ 0 w 293"/>
                  <a:gd name="T1" fmla="*/ 0 h 146"/>
                  <a:gd name="T2" fmla="*/ 38 w 293"/>
                  <a:gd name="T3" fmla="*/ 146 h 146"/>
                  <a:gd name="T4" fmla="*/ 255 w 293"/>
                  <a:gd name="T5" fmla="*/ 146 h 146"/>
                  <a:gd name="T6" fmla="*/ 293 w 293"/>
                  <a:gd name="T7" fmla="*/ 0 h 146"/>
                  <a:gd name="T8" fmla="*/ 262 w 293"/>
                  <a:gd name="T9" fmla="*/ 0 h 146"/>
                  <a:gd name="T10" fmla="*/ 227 w 293"/>
                  <a:gd name="T11" fmla="*/ 0 h 146"/>
                  <a:gd name="T12" fmla="*/ 66 w 293"/>
                  <a:gd name="T13" fmla="*/ 0 h 146"/>
                  <a:gd name="T14" fmla="*/ 31 w 293"/>
                  <a:gd name="T15" fmla="*/ 0 h 146"/>
                  <a:gd name="T16" fmla="*/ 0 w 293"/>
                  <a:gd name="T1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46">
                    <a:moveTo>
                      <a:pt x="0" y="0"/>
                    </a:moveTo>
                    <a:lnTo>
                      <a:pt x="38" y="146"/>
                    </a:lnTo>
                    <a:lnTo>
                      <a:pt x="255" y="146"/>
                    </a:lnTo>
                    <a:lnTo>
                      <a:pt x="293" y="0"/>
                    </a:lnTo>
                    <a:lnTo>
                      <a:pt x="262" y="0"/>
                    </a:lnTo>
                    <a:lnTo>
                      <a:pt x="227" y="0"/>
                    </a:lnTo>
                    <a:lnTo>
                      <a:pt x="66" y="0"/>
                    </a:lnTo>
                    <a:lnTo>
                      <a:pt x="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1" name="Oval 311"/>
              <p:cNvSpPr>
                <a:spLocks noChangeArrowheads="1"/>
              </p:cNvSpPr>
              <p:nvPr/>
            </p:nvSpPr>
            <p:spPr bwMode="auto">
              <a:xfrm>
                <a:off x="-6296025" y="3848100"/>
                <a:ext cx="123825" cy="1238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2" name="Freeform 312"/>
              <p:cNvSpPr>
                <a:spLocks noEditPoints="1"/>
              </p:cNvSpPr>
              <p:nvPr/>
            </p:nvSpPr>
            <p:spPr bwMode="auto">
              <a:xfrm>
                <a:off x="-6772275" y="4213225"/>
                <a:ext cx="269875" cy="269875"/>
              </a:xfrm>
              <a:custGeom>
                <a:avLst/>
                <a:gdLst>
                  <a:gd name="T0" fmla="*/ 36 w 72"/>
                  <a:gd name="T1" fmla="*/ 72 h 72"/>
                  <a:gd name="T2" fmla="*/ 72 w 72"/>
                  <a:gd name="T3" fmla="*/ 36 h 72"/>
                  <a:gd name="T4" fmla="*/ 36 w 72"/>
                  <a:gd name="T5" fmla="*/ 0 h 72"/>
                  <a:gd name="T6" fmla="*/ 36 w 72"/>
                  <a:gd name="T7" fmla="*/ 16 h 72"/>
                  <a:gd name="T8" fmla="*/ 56 w 72"/>
                  <a:gd name="T9" fmla="*/ 36 h 72"/>
                  <a:gd name="T10" fmla="*/ 36 w 72"/>
                  <a:gd name="T11" fmla="*/ 55 h 72"/>
                  <a:gd name="T12" fmla="*/ 36 w 72"/>
                  <a:gd name="T13" fmla="*/ 72 h 72"/>
                  <a:gd name="T14" fmla="*/ 36 w 72"/>
                  <a:gd name="T15" fmla="*/ 0 h 72"/>
                  <a:gd name="T16" fmla="*/ 0 w 72"/>
                  <a:gd name="T17" fmla="*/ 36 h 72"/>
                  <a:gd name="T18" fmla="*/ 36 w 72"/>
                  <a:gd name="T19" fmla="*/ 72 h 72"/>
                  <a:gd name="T20" fmla="*/ 36 w 72"/>
                  <a:gd name="T21" fmla="*/ 72 h 72"/>
                  <a:gd name="T22" fmla="*/ 36 w 72"/>
                  <a:gd name="T23" fmla="*/ 55 h 72"/>
                  <a:gd name="T24" fmla="*/ 36 w 72"/>
                  <a:gd name="T25" fmla="*/ 55 h 72"/>
                  <a:gd name="T26" fmla="*/ 36 w 72"/>
                  <a:gd name="T27" fmla="*/ 55 h 72"/>
                  <a:gd name="T28" fmla="*/ 17 w 72"/>
                  <a:gd name="T29" fmla="*/ 36 h 72"/>
                  <a:gd name="T30" fmla="*/ 36 w 72"/>
                  <a:gd name="T31" fmla="*/ 16 h 72"/>
                  <a:gd name="T32" fmla="*/ 36 w 72"/>
                  <a:gd name="T33" fmla="*/ 16 h 72"/>
                  <a:gd name="T34" fmla="*/ 36 w 72"/>
                  <a:gd name="T3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2">
                    <a:moveTo>
                      <a:pt x="36" y="72"/>
                    </a:moveTo>
                    <a:cubicBezTo>
                      <a:pt x="56" y="72"/>
                      <a:pt x="72" y="56"/>
                      <a:pt x="72" y="36"/>
                    </a:cubicBezTo>
                    <a:cubicBezTo>
                      <a:pt x="72" y="16"/>
                      <a:pt x="56" y="0"/>
                      <a:pt x="36" y="0"/>
                    </a:cubicBezTo>
                    <a:cubicBezTo>
                      <a:pt x="36" y="16"/>
                      <a:pt x="36" y="16"/>
                      <a:pt x="36" y="16"/>
                    </a:cubicBezTo>
                    <a:cubicBezTo>
                      <a:pt x="47" y="16"/>
                      <a:pt x="56" y="25"/>
                      <a:pt x="56" y="36"/>
                    </a:cubicBezTo>
                    <a:cubicBezTo>
                      <a:pt x="56" y="46"/>
                      <a:pt x="47" y="55"/>
                      <a:pt x="36" y="55"/>
                    </a:cubicBezTo>
                    <a:lnTo>
                      <a:pt x="36" y="72"/>
                    </a:lnTo>
                    <a:close/>
                    <a:moveTo>
                      <a:pt x="36" y="0"/>
                    </a:moveTo>
                    <a:cubicBezTo>
                      <a:pt x="16" y="0"/>
                      <a:pt x="0" y="16"/>
                      <a:pt x="0" y="36"/>
                    </a:cubicBezTo>
                    <a:cubicBezTo>
                      <a:pt x="0" y="56"/>
                      <a:pt x="16" y="72"/>
                      <a:pt x="36" y="72"/>
                    </a:cubicBezTo>
                    <a:cubicBezTo>
                      <a:pt x="36" y="72"/>
                      <a:pt x="36" y="72"/>
                      <a:pt x="36" y="72"/>
                    </a:cubicBezTo>
                    <a:cubicBezTo>
                      <a:pt x="36" y="55"/>
                      <a:pt x="36" y="55"/>
                      <a:pt x="36" y="55"/>
                    </a:cubicBezTo>
                    <a:cubicBezTo>
                      <a:pt x="36" y="55"/>
                      <a:pt x="36" y="55"/>
                      <a:pt x="36" y="55"/>
                    </a:cubicBezTo>
                    <a:cubicBezTo>
                      <a:pt x="36" y="55"/>
                      <a:pt x="36" y="55"/>
                      <a:pt x="36" y="55"/>
                    </a:cubicBezTo>
                    <a:cubicBezTo>
                      <a:pt x="25" y="55"/>
                      <a:pt x="17" y="46"/>
                      <a:pt x="17" y="36"/>
                    </a:cubicBezTo>
                    <a:cubicBezTo>
                      <a:pt x="17" y="25"/>
                      <a:pt x="25" y="16"/>
                      <a:pt x="36" y="16"/>
                    </a:cubicBezTo>
                    <a:cubicBezTo>
                      <a:pt x="36" y="16"/>
                      <a:pt x="36" y="16"/>
                      <a:pt x="36" y="16"/>
                    </a:cubicBezTo>
                    <a:cubicBezTo>
                      <a:pt x="36" y="0"/>
                      <a:pt x="36" y="0"/>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3" name="Freeform 313"/>
              <p:cNvSpPr>
                <a:spLocks/>
              </p:cNvSpPr>
              <p:nvPr/>
            </p:nvSpPr>
            <p:spPr bwMode="auto">
              <a:xfrm>
                <a:off x="-6794500" y="4148137"/>
                <a:ext cx="319087" cy="117475"/>
              </a:xfrm>
              <a:custGeom>
                <a:avLst/>
                <a:gdLst>
                  <a:gd name="T0" fmla="*/ 6 w 85"/>
                  <a:gd name="T1" fmla="*/ 30 h 31"/>
                  <a:gd name="T2" fmla="*/ 11 w 85"/>
                  <a:gd name="T3" fmla="*/ 28 h 31"/>
                  <a:gd name="T4" fmla="*/ 42 w 85"/>
                  <a:gd name="T5" fmla="*/ 11 h 31"/>
                  <a:gd name="T6" fmla="*/ 74 w 85"/>
                  <a:gd name="T7" fmla="*/ 28 h 31"/>
                  <a:gd name="T8" fmla="*/ 82 w 85"/>
                  <a:gd name="T9" fmla="*/ 29 h 31"/>
                  <a:gd name="T10" fmla="*/ 83 w 85"/>
                  <a:gd name="T11" fmla="*/ 22 h 31"/>
                  <a:gd name="T12" fmla="*/ 42 w 85"/>
                  <a:gd name="T13" fmla="*/ 0 h 31"/>
                  <a:gd name="T14" fmla="*/ 1 w 85"/>
                  <a:gd name="T15" fmla="*/ 22 h 31"/>
                  <a:gd name="T16" fmla="*/ 3 w 85"/>
                  <a:gd name="T17" fmla="*/ 29 h 31"/>
                  <a:gd name="T18" fmla="*/ 6 w 85"/>
                  <a:gd name="T1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6" y="30"/>
                    </a:moveTo>
                    <a:cubicBezTo>
                      <a:pt x="8" y="30"/>
                      <a:pt x="9" y="30"/>
                      <a:pt x="11" y="28"/>
                    </a:cubicBezTo>
                    <a:cubicBezTo>
                      <a:pt x="18" y="17"/>
                      <a:pt x="29" y="11"/>
                      <a:pt x="42" y="11"/>
                    </a:cubicBezTo>
                    <a:cubicBezTo>
                      <a:pt x="55" y="11"/>
                      <a:pt x="67" y="17"/>
                      <a:pt x="74" y="28"/>
                    </a:cubicBezTo>
                    <a:cubicBezTo>
                      <a:pt x="76" y="30"/>
                      <a:pt x="79" y="31"/>
                      <a:pt x="82" y="29"/>
                    </a:cubicBezTo>
                    <a:cubicBezTo>
                      <a:pt x="84" y="28"/>
                      <a:pt x="85" y="24"/>
                      <a:pt x="83" y="22"/>
                    </a:cubicBezTo>
                    <a:cubicBezTo>
                      <a:pt x="74" y="8"/>
                      <a:pt x="59" y="0"/>
                      <a:pt x="42" y="0"/>
                    </a:cubicBezTo>
                    <a:cubicBezTo>
                      <a:pt x="26" y="0"/>
                      <a:pt x="11" y="8"/>
                      <a:pt x="1" y="22"/>
                    </a:cubicBezTo>
                    <a:cubicBezTo>
                      <a:pt x="0" y="24"/>
                      <a:pt x="0" y="28"/>
                      <a:pt x="3" y="29"/>
                    </a:cubicBezTo>
                    <a:cubicBezTo>
                      <a:pt x="4" y="30"/>
                      <a:pt x="5" y="30"/>
                      <a:pt x="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4" name="Freeform 314"/>
              <p:cNvSpPr>
                <a:spLocks noEditPoints="1"/>
              </p:cNvSpPr>
              <p:nvPr/>
            </p:nvSpPr>
            <p:spPr bwMode="auto">
              <a:xfrm>
                <a:off x="-6284913" y="4213225"/>
                <a:ext cx="271462" cy="269875"/>
              </a:xfrm>
              <a:custGeom>
                <a:avLst/>
                <a:gdLst>
                  <a:gd name="T0" fmla="*/ 36 w 72"/>
                  <a:gd name="T1" fmla="*/ 0 h 72"/>
                  <a:gd name="T2" fmla="*/ 36 w 72"/>
                  <a:gd name="T3" fmla="*/ 0 h 72"/>
                  <a:gd name="T4" fmla="*/ 36 w 72"/>
                  <a:gd name="T5" fmla="*/ 16 h 72"/>
                  <a:gd name="T6" fmla="*/ 36 w 72"/>
                  <a:gd name="T7" fmla="*/ 16 h 72"/>
                  <a:gd name="T8" fmla="*/ 55 w 72"/>
                  <a:gd name="T9" fmla="*/ 36 h 72"/>
                  <a:gd name="T10" fmla="*/ 36 w 72"/>
                  <a:gd name="T11" fmla="*/ 55 h 72"/>
                  <a:gd name="T12" fmla="*/ 36 w 72"/>
                  <a:gd name="T13" fmla="*/ 55 h 72"/>
                  <a:gd name="T14" fmla="*/ 36 w 72"/>
                  <a:gd name="T15" fmla="*/ 55 h 72"/>
                  <a:gd name="T16" fmla="*/ 36 w 72"/>
                  <a:gd name="T17" fmla="*/ 72 h 72"/>
                  <a:gd name="T18" fmla="*/ 36 w 72"/>
                  <a:gd name="T19" fmla="*/ 72 h 72"/>
                  <a:gd name="T20" fmla="*/ 72 w 72"/>
                  <a:gd name="T21" fmla="*/ 36 h 72"/>
                  <a:gd name="T22" fmla="*/ 36 w 72"/>
                  <a:gd name="T23" fmla="*/ 0 h 72"/>
                  <a:gd name="T24" fmla="*/ 36 w 72"/>
                  <a:gd name="T25" fmla="*/ 0 h 72"/>
                  <a:gd name="T26" fmla="*/ 0 w 72"/>
                  <a:gd name="T27" fmla="*/ 36 h 72"/>
                  <a:gd name="T28" fmla="*/ 36 w 72"/>
                  <a:gd name="T29" fmla="*/ 72 h 72"/>
                  <a:gd name="T30" fmla="*/ 36 w 72"/>
                  <a:gd name="T31" fmla="*/ 55 h 72"/>
                  <a:gd name="T32" fmla="*/ 16 w 72"/>
                  <a:gd name="T33" fmla="*/ 36 h 72"/>
                  <a:gd name="T34" fmla="*/ 36 w 72"/>
                  <a:gd name="T35" fmla="*/ 16 h 72"/>
                  <a:gd name="T36" fmla="*/ 36 w 72"/>
                  <a:gd name="T3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72">
                    <a:moveTo>
                      <a:pt x="36" y="0"/>
                    </a:moveTo>
                    <a:cubicBezTo>
                      <a:pt x="36" y="0"/>
                      <a:pt x="36" y="0"/>
                      <a:pt x="36" y="0"/>
                    </a:cubicBezTo>
                    <a:cubicBezTo>
                      <a:pt x="36" y="16"/>
                      <a:pt x="36" y="16"/>
                      <a:pt x="36" y="16"/>
                    </a:cubicBezTo>
                    <a:cubicBezTo>
                      <a:pt x="36" y="16"/>
                      <a:pt x="36" y="16"/>
                      <a:pt x="36" y="16"/>
                    </a:cubicBezTo>
                    <a:cubicBezTo>
                      <a:pt x="46" y="16"/>
                      <a:pt x="55" y="25"/>
                      <a:pt x="55" y="36"/>
                    </a:cubicBezTo>
                    <a:cubicBezTo>
                      <a:pt x="55" y="46"/>
                      <a:pt x="46" y="55"/>
                      <a:pt x="36" y="55"/>
                    </a:cubicBezTo>
                    <a:cubicBezTo>
                      <a:pt x="36" y="55"/>
                      <a:pt x="36" y="55"/>
                      <a:pt x="36" y="55"/>
                    </a:cubicBezTo>
                    <a:cubicBezTo>
                      <a:pt x="36" y="55"/>
                      <a:pt x="36" y="55"/>
                      <a:pt x="36" y="55"/>
                    </a:cubicBezTo>
                    <a:cubicBezTo>
                      <a:pt x="36" y="72"/>
                      <a:pt x="36" y="72"/>
                      <a:pt x="36" y="72"/>
                    </a:cubicBezTo>
                    <a:cubicBezTo>
                      <a:pt x="36" y="72"/>
                      <a:pt x="36" y="72"/>
                      <a:pt x="36" y="72"/>
                    </a:cubicBezTo>
                    <a:cubicBezTo>
                      <a:pt x="56" y="72"/>
                      <a:pt x="72" y="56"/>
                      <a:pt x="72" y="36"/>
                    </a:cubicBezTo>
                    <a:cubicBezTo>
                      <a:pt x="72" y="16"/>
                      <a:pt x="56" y="0"/>
                      <a:pt x="36" y="0"/>
                    </a:cubicBezTo>
                    <a:close/>
                    <a:moveTo>
                      <a:pt x="36" y="0"/>
                    </a:moveTo>
                    <a:cubicBezTo>
                      <a:pt x="16" y="0"/>
                      <a:pt x="0" y="16"/>
                      <a:pt x="0" y="36"/>
                    </a:cubicBezTo>
                    <a:cubicBezTo>
                      <a:pt x="0" y="56"/>
                      <a:pt x="16" y="72"/>
                      <a:pt x="36" y="72"/>
                    </a:cubicBezTo>
                    <a:cubicBezTo>
                      <a:pt x="36" y="55"/>
                      <a:pt x="36" y="55"/>
                      <a:pt x="36" y="55"/>
                    </a:cubicBezTo>
                    <a:cubicBezTo>
                      <a:pt x="25" y="55"/>
                      <a:pt x="16" y="46"/>
                      <a:pt x="16" y="36"/>
                    </a:cubicBezTo>
                    <a:cubicBezTo>
                      <a:pt x="16" y="25"/>
                      <a:pt x="25" y="16"/>
                      <a:pt x="36" y="16"/>
                    </a:cubicBez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5" name="Freeform 315"/>
              <p:cNvSpPr>
                <a:spLocks/>
              </p:cNvSpPr>
              <p:nvPr/>
            </p:nvSpPr>
            <p:spPr bwMode="auto">
              <a:xfrm>
                <a:off x="-6310313" y="4148137"/>
                <a:ext cx="319087" cy="117475"/>
              </a:xfrm>
              <a:custGeom>
                <a:avLst/>
                <a:gdLst>
                  <a:gd name="T0" fmla="*/ 43 w 85"/>
                  <a:gd name="T1" fmla="*/ 0 h 31"/>
                  <a:gd name="T2" fmla="*/ 2 w 85"/>
                  <a:gd name="T3" fmla="*/ 22 h 31"/>
                  <a:gd name="T4" fmla="*/ 3 w 85"/>
                  <a:gd name="T5" fmla="*/ 29 h 31"/>
                  <a:gd name="T6" fmla="*/ 6 w 85"/>
                  <a:gd name="T7" fmla="*/ 30 h 31"/>
                  <a:gd name="T8" fmla="*/ 11 w 85"/>
                  <a:gd name="T9" fmla="*/ 28 h 31"/>
                  <a:gd name="T10" fmla="*/ 43 w 85"/>
                  <a:gd name="T11" fmla="*/ 11 h 31"/>
                  <a:gd name="T12" fmla="*/ 74 w 85"/>
                  <a:gd name="T13" fmla="*/ 28 h 31"/>
                  <a:gd name="T14" fmla="*/ 82 w 85"/>
                  <a:gd name="T15" fmla="*/ 29 h 31"/>
                  <a:gd name="T16" fmla="*/ 84 w 85"/>
                  <a:gd name="T17" fmla="*/ 22 h 31"/>
                  <a:gd name="T18" fmla="*/ 43 w 85"/>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43" y="0"/>
                    </a:moveTo>
                    <a:cubicBezTo>
                      <a:pt x="26" y="0"/>
                      <a:pt x="11" y="8"/>
                      <a:pt x="2" y="22"/>
                    </a:cubicBezTo>
                    <a:cubicBezTo>
                      <a:pt x="0" y="24"/>
                      <a:pt x="1" y="28"/>
                      <a:pt x="3" y="29"/>
                    </a:cubicBezTo>
                    <a:cubicBezTo>
                      <a:pt x="4" y="30"/>
                      <a:pt x="5" y="30"/>
                      <a:pt x="6" y="30"/>
                    </a:cubicBezTo>
                    <a:cubicBezTo>
                      <a:pt x="8" y="30"/>
                      <a:pt x="10" y="30"/>
                      <a:pt x="11" y="28"/>
                    </a:cubicBezTo>
                    <a:cubicBezTo>
                      <a:pt x="18" y="17"/>
                      <a:pt x="30" y="11"/>
                      <a:pt x="43" y="11"/>
                    </a:cubicBezTo>
                    <a:cubicBezTo>
                      <a:pt x="55" y="11"/>
                      <a:pt x="67" y="17"/>
                      <a:pt x="74" y="28"/>
                    </a:cubicBezTo>
                    <a:cubicBezTo>
                      <a:pt x="76" y="30"/>
                      <a:pt x="80" y="31"/>
                      <a:pt x="82" y="29"/>
                    </a:cubicBezTo>
                    <a:cubicBezTo>
                      <a:pt x="85" y="28"/>
                      <a:pt x="85" y="24"/>
                      <a:pt x="84" y="22"/>
                    </a:cubicBezTo>
                    <a:cubicBezTo>
                      <a:pt x="74" y="8"/>
                      <a:pt x="59"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6" name="Freeform 316"/>
              <p:cNvSpPr>
                <a:spLocks/>
              </p:cNvSpPr>
              <p:nvPr/>
            </p:nvSpPr>
            <p:spPr bwMode="auto">
              <a:xfrm>
                <a:off x="-6546850" y="3919537"/>
                <a:ext cx="473075" cy="552450"/>
              </a:xfrm>
              <a:custGeom>
                <a:avLst/>
                <a:gdLst>
                  <a:gd name="T0" fmla="*/ 84 w 126"/>
                  <a:gd name="T1" fmla="*/ 54 h 147"/>
                  <a:gd name="T2" fmla="*/ 88 w 126"/>
                  <a:gd name="T3" fmla="*/ 54 h 147"/>
                  <a:gd name="T4" fmla="*/ 120 w 126"/>
                  <a:gd name="T5" fmla="*/ 40 h 147"/>
                  <a:gd name="T6" fmla="*/ 124 w 126"/>
                  <a:gd name="T7" fmla="*/ 30 h 147"/>
                  <a:gd name="T8" fmla="*/ 113 w 126"/>
                  <a:gd name="T9" fmla="*/ 26 h 147"/>
                  <a:gd name="T10" fmla="*/ 92 w 126"/>
                  <a:gd name="T11" fmla="*/ 36 h 147"/>
                  <a:gd name="T12" fmla="*/ 89 w 126"/>
                  <a:gd name="T13" fmla="*/ 36 h 147"/>
                  <a:gd name="T14" fmla="*/ 53 w 126"/>
                  <a:gd name="T15" fmla="*/ 1 h 147"/>
                  <a:gd name="T16" fmla="*/ 50 w 126"/>
                  <a:gd name="T17" fmla="*/ 1 h 147"/>
                  <a:gd name="T18" fmla="*/ 1 w 126"/>
                  <a:gd name="T19" fmla="*/ 50 h 147"/>
                  <a:gd name="T20" fmla="*/ 1 w 126"/>
                  <a:gd name="T21" fmla="*/ 53 h 147"/>
                  <a:gd name="T22" fmla="*/ 34 w 126"/>
                  <a:gd name="T23" fmla="*/ 82 h 147"/>
                  <a:gd name="T24" fmla="*/ 35 w 126"/>
                  <a:gd name="T25" fmla="*/ 86 h 147"/>
                  <a:gd name="T26" fmla="*/ 18 w 126"/>
                  <a:gd name="T27" fmla="*/ 123 h 147"/>
                  <a:gd name="T28" fmla="*/ 19 w 126"/>
                  <a:gd name="T29" fmla="*/ 127 h 147"/>
                  <a:gd name="T30" fmla="*/ 30 w 126"/>
                  <a:gd name="T31" fmla="*/ 143 h 147"/>
                  <a:gd name="T32" fmla="*/ 38 w 126"/>
                  <a:gd name="T33" fmla="*/ 147 h 147"/>
                  <a:gd name="T34" fmla="*/ 45 w 126"/>
                  <a:gd name="T35" fmla="*/ 145 h 147"/>
                  <a:gd name="T36" fmla="*/ 47 w 126"/>
                  <a:gd name="T37" fmla="*/ 130 h 147"/>
                  <a:gd name="T38" fmla="*/ 43 w 126"/>
                  <a:gd name="T39" fmla="*/ 125 h 147"/>
                  <a:gd name="T40" fmla="*/ 42 w 126"/>
                  <a:gd name="T41" fmla="*/ 120 h 147"/>
                  <a:gd name="T42" fmla="*/ 59 w 126"/>
                  <a:gd name="T43" fmla="*/ 81 h 147"/>
                  <a:gd name="T44" fmla="*/ 59 w 126"/>
                  <a:gd name="T45" fmla="*/ 77 h 147"/>
                  <a:gd name="T46" fmla="*/ 40 w 126"/>
                  <a:gd name="T47" fmla="*/ 59 h 147"/>
                  <a:gd name="T48" fmla="*/ 40 w 126"/>
                  <a:gd name="T49" fmla="*/ 55 h 147"/>
                  <a:gd name="T50" fmla="*/ 61 w 126"/>
                  <a:gd name="T51" fmla="*/ 35 h 147"/>
                  <a:gd name="T52" fmla="*/ 65 w 126"/>
                  <a:gd name="T53" fmla="*/ 35 h 147"/>
                  <a:gd name="T54" fmla="*/ 84 w 126"/>
                  <a:gd name="T55" fmla="*/ 5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 h="147">
                    <a:moveTo>
                      <a:pt x="84" y="54"/>
                    </a:moveTo>
                    <a:cubicBezTo>
                      <a:pt x="85" y="55"/>
                      <a:pt x="87" y="55"/>
                      <a:pt x="88" y="54"/>
                    </a:cubicBezTo>
                    <a:cubicBezTo>
                      <a:pt x="120" y="40"/>
                      <a:pt x="120" y="40"/>
                      <a:pt x="120" y="40"/>
                    </a:cubicBezTo>
                    <a:cubicBezTo>
                      <a:pt x="124" y="38"/>
                      <a:pt x="126" y="34"/>
                      <a:pt x="124" y="30"/>
                    </a:cubicBezTo>
                    <a:cubicBezTo>
                      <a:pt x="122" y="26"/>
                      <a:pt x="117" y="24"/>
                      <a:pt x="113" y="26"/>
                    </a:cubicBezTo>
                    <a:cubicBezTo>
                      <a:pt x="92" y="36"/>
                      <a:pt x="92" y="36"/>
                      <a:pt x="92" y="36"/>
                    </a:cubicBezTo>
                    <a:cubicBezTo>
                      <a:pt x="91" y="37"/>
                      <a:pt x="89" y="37"/>
                      <a:pt x="89" y="36"/>
                    </a:cubicBezTo>
                    <a:cubicBezTo>
                      <a:pt x="53" y="1"/>
                      <a:pt x="53" y="1"/>
                      <a:pt x="53" y="1"/>
                    </a:cubicBezTo>
                    <a:cubicBezTo>
                      <a:pt x="52" y="0"/>
                      <a:pt x="51" y="0"/>
                      <a:pt x="50" y="1"/>
                    </a:cubicBezTo>
                    <a:cubicBezTo>
                      <a:pt x="1" y="50"/>
                      <a:pt x="1" y="50"/>
                      <a:pt x="1" y="50"/>
                    </a:cubicBezTo>
                    <a:cubicBezTo>
                      <a:pt x="0" y="51"/>
                      <a:pt x="0" y="52"/>
                      <a:pt x="1" y="53"/>
                    </a:cubicBezTo>
                    <a:cubicBezTo>
                      <a:pt x="7" y="59"/>
                      <a:pt x="27" y="76"/>
                      <a:pt x="34" y="82"/>
                    </a:cubicBezTo>
                    <a:cubicBezTo>
                      <a:pt x="35" y="83"/>
                      <a:pt x="36" y="85"/>
                      <a:pt x="35" y="86"/>
                    </a:cubicBezTo>
                    <a:cubicBezTo>
                      <a:pt x="18" y="123"/>
                      <a:pt x="18" y="123"/>
                      <a:pt x="18" y="123"/>
                    </a:cubicBezTo>
                    <a:cubicBezTo>
                      <a:pt x="18" y="124"/>
                      <a:pt x="18" y="126"/>
                      <a:pt x="19" y="127"/>
                    </a:cubicBezTo>
                    <a:cubicBezTo>
                      <a:pt x="30" y="143"/>
                      <a:pt x="30" y="143"/>
                      <a:pt x="30" y="143"/>
                    </a:cubicBezTo>
                    <a:cubicBezTo>
                      <a:pt x="32" y="145"/>
                      <a:pt x="35" y="147"/>
                      <a:pt x="38" y="147"/>
                    </a:cubicBezTo>
                    <a:cubicBezTo>
                      <a:pt x="40" y="147"/>
                      <a:pt x="42" y="146"/>
                      <a:pt x="45" y="145"/>
                    </a:cubicBezTo>
                    <a:cubicBezTo>
                      <a:pt x="49" y="141"/>
                      <a:pt x="50" y="135"/>
                      <a:pt x="47" y="130"/>
                    </a:cubicBezTo>
                    <a:cubicBezTo>
                      <a:pt x="43" y="125"/>
                      <a:pt x="43" y="125"/>
                      <a:pt x="43" y="125"/>
                    </a:cubicBezTo>
                    <a:cubicBezTo>
                      <a:pt x="42" y="124"/>
                      <a:pt x="42" y="122"/>
                      <a:pt x="42" y="120"/>
                    </a:cubicBezTo>
                    <a:cubicBezTo>
                      <a:pt x="59" y="81"/>
                      <a:pt x="59" y="81"/>
                      <a:pt x="59" y="81"/>
                    </a:cubicBezTo>
                    <a:cubicBezTo>
                      <a:pt x="60" y="79"/>
                      <a:pt x="60" y="78"/>
                      <a:pt x="59" y="77"/>
                    </a:cubicBezTo>
                    <a:cubicBezTo>
                      <a:pt x="55" y="73"/>
                      <a:pt x="45" y="63"/>
                      <a:pt x="40" y="59"/>
                    </a:cubicBezTo>
                    <a:cubicBezTo>
                      <a:pt x="39" y="58"/>
                      <a:pt x="39" y="56"/>
                      <a:pt x="40" y="55"/>
                    </a:cubicBezTo>
                    <a:cubicBezTo>
                      <a:pt x="61" y="35"/>
                      <a:pt x="61" y="35"/>
                      <a:pt x="61" y="35"/>
                    </a:cubicBezTo>
                    <a:cubicBezTo>
                      <a:pt x="62" y="34"/>
                      <a:pt x="64" y="34"/>
                      <a:pt x="65" y="35"/>
                    </a:cubicBezTo>
                    <a:lnTo>
                      <a:pt x="84"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7" name="Freeform 317"/>
              <p:cNvSpPr>
                <a:spLocks/>
              </p:cNvSpPr>
              <p:nvPr/>
            </p:nvSpPr>
            <p:spPr bwMode="auto">
              <a:xfrm>
                <a:off x="-2870200" y="4178300"/>
                <a:ext cx="374650" cy="233363"/>
              </a:xfrm>
              <a:custGeom>
                <a:avLst/>
                <a:gdLst>
                  <a:gd name="T0" fmla="*/ 100 w 100"/>
                  <a:gd name="T1" fmla="*/ 62 h 62"/>
                  <a:gd name="T2" fmla="*/ 100 w 100"/>
                  <a:gd name="T3" fmla="*/ 19 h 62"/>
                  <a:gd name="T4" fmla="*/ 81 w 100"/>
                  <a:gd name="T5" fmla="*/ 0 h 62"/>
                  <a:gd name="T6" fmla="*/ 19 w 100"/>
                  <a:gd name="T7" fmla="*/ 0 h 62"/>
                  <a:gd name="T8" fmla="*/ 0 w 100"/>
                  <a:gd name="T9" fmla="*/ 19 h 62"/>
                  <a:gd name="T10" fmla="*/ 0 w 100"/>
                  <a:gd name="T11" fmla="*/ 43 h 62"/>
                  <a:gd name="T12" fmla="*/ 15 w 100"/>
                  <a:gd name="T13" fmla="*/ 43 h 62"/>
                  <a:gd name="T14" fmla="*/ 15 w 100"/>
                  <a:gd name="T15" fmla="*/ 19 h 62"/>
                  <a:gd name="T16" fmla="*/ 19 w 100"/>
                  <a:gd name="T17" fmla="*/ 15 h 62"/>
                  <a:gd name="T18" fmla="*/ 81 w 100"/>
                  <a:gd name="T19" fmla="*/ 15 h 62"/>
                  <a:gd name="T20" fmla="*/ 85 w 100"/>
                  <a:gd name="T21" fmla="*/ 19 h 62"/>
                  <a:gd name="T22" fmla="*/ 85 w 100"/>
                  <a:gd name="T23" fmla="*/ 62 h 62"/>
                  <a:gd name="T24" fmla="*/ 100 w 100"/>
                  <a:gd name="T2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 h="62">
                    <a:moveTo>
                      <a:pt x="100" y="62"/>
                    </a:moveTo>
                    <a:cubicBezTo>
                      <a:pt x="100" y="19"/>
                      <a:pt x="100" y="19"/>
                      <a:pt x="100" y="19"/>
                    </a:cubicBezTo>
                    <a:cubicBezTo>
                      <a:pt x="100" y="9"/>
                      <a:pt x="92" y="0"/>
                      <a:pt x="81" y="0"/>
                    </a:cubicBezTo>
                    <a:cubicBezTo>
                      <a:pt x="19" y="0"/>
                      <a:pt x="19" y="0"/>
                      <a:pt x="19" y="0"/>
                    </a:cubicBezTo>
                    <a:cubicBezTo>
                      <a:pt x="8" y="0"/>
                      <a:pt x="0" y="9"/>
                      <a:pt x="0" y="19"/>
                    </a:cubicBezTo>
                    <a:cubicBezTo>
                      <a:pt x="0" y="43"/>
                      <a:pt x="0" y="43"/>
                      <a:pt x="0" y="43"/>
                    </a:cubicBezTo>
                    <a:cubicBezTo>
                      <a:pt x="15" y="43"/>
                      <a:pt x="15" y="43"/>
                      <a:pt x="15" y="43"/>
                    </a:cubicBezTo>
                    <a:cubicBezTo>
                      <a:pt x="15" y="19"/>
                      <a:pt x="15" y="19"/>
                      <a:pt x="15" y="19"/>
                    </a:cubicBezTo>
                    <a:cubicBezTo>
                      <a:pt x="15" y="17"/>
                      <a:pt x="16" y="15"/>
                      <a:pt x="19" y="15"/>
                    </a:cubicBezTo>
                    <a:cubicBezTo>
                      <a:pt x="81" y="15"/>
                      <a:pt x="81" y="15"/>
                      <a:pt x="81" y="15"/>
                    </a:cubicBezTo>
                    <a:cubicBezTo>
                      <a:pt x="84" y="15"/>
                      <a:pt x="85" y="17"/>
                      <a:pt x="85" y="19"/>
                    </a:cubicBezTo>
                    <a:cubicBezTo>
                      <a:pt x="85" y="62"/>
                      <a:pt x="85" y="62"/>
                      <a:pt x="85" y="62"/>
                    </a:cubicBezTo>
                    <a:lnTo>
                      <a:pt x="100"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8" name="Freeform 318"/>
              <p:cNvSpPr>
                <a:spLocks noEditPoints="1"/>
              </p:cNvSpPr>
              <p:nvPr/>
            </p:nvSpPr>
            <p:spPr bwMode="auto">
              <a:xfrm>
                <a:off x="-2922588" y="4425950"/>
                <a:ext cx="476250" cy="271463"/>
              </a:xfrm>
              <a:custGeom>
                <a:avLst/>
                <a:gdLst>
                  <a:gd name="T0" fmla="*/ 99 w 127"/>
                  <a:gd name="T1" fmla="*/ 0 h 72"/>
                  <a:gd name="T2" fmla="*/ 64 w 127"/>
                  <a:gd name="T3" fmla="*/ 0 h 72"/>
                  <a:gd name="T4" fmla="*/ 64 w 127"/>
                  <a:gd name="T5" fmla="*/ 20 h 72"/>
                  <a:gd name="T6" fmla="*/ 75 w 127"/>
                  <a:gd name="T7" fmla="*/ 31 h 72"/>
                  <a:gd name="T8" fmla="*/ 68 w 127"/>
                  <a:gd name="T9" fmla="*/ 41 h 72"/>
                  <a:gd name="T10" fmla="*/ 68 w 127"/>
                  <a:gd name="T11" fmla="*/ 41 h 72"/>
                  <a:gd name="T12" fmla="*/ 68 w 127"/>
                  <a:gd name="T13" fmla="*/ 59 h 72"/>
                  <a:gd name="T14" fmla="*/ 64 w 127"/>
                  <a:gd name="T15" fmla="*/ 59 h 72"/>
                  <a:gd name="T16" fmla="*/ 64 w 127"/>
                  <a:gd name="T17" fmla="*/ 72 h 72"/>
                  <a:gd name="T18" fmla="*/ 127 w 127"/>
                  <a:gd name="T19" fmla="*/ 72 h 72"/>
                  <a:gd name="T20" fmla="*/ 127 w 127"/>
                  <a:gd name="T21" fmla="*/ 0 h 72"/>
                  <a:gd name="T22" fmla="*/ 114 w 127"/>
                  <a:gd name="T23" fmla="*/ 0 h 72"/>
                  <a:gd name="T24" fmla="*/ 99 w 127"/>
                  <a:gd name="T25" fmla="*/ 0 h 72"/>
                  <a:gd name="T26" fmla="*/ 64 w 127"/>
                  <a:gd name="T27" fmla="*/ 0 h 72"/>
                  <a:gd name="T28" fmla="*/ 0 w 127"/>
                  <a:gd name="T29" fmla="*/ 0 h 72"/>
                  <a:gd name="T30" fmla="*/ 0 w 127"/>
                  <a:gd name="T31" fmla="*/ 72 h 72"/>
                  <a:gd name="T32" fmla="*/ 64 w 127"/>
                  <a:gd name="T33" fmla="*/ 72 h 72"/>
                  <a:gd name="T34" fmla="*/ 64 w 127"/>
                  <a:gd name="T35" fmla="*/ 59 h 72"/>
                  <a:gd name="T36" fmla="*/ 59 w 127"/>
                  <a:gd name="T37" fmla="*/ 59 h 72"/>
                  <a:gd name="T38" fmla="*/ 59 w 127"/>
                  <a:gd name="T39" fmla="*/ 41 h 72"/>
                  <a:gd name="T40" fmla="*/ 52 w 127"/>
                  <a:gd name="T41" fmla="*/ 31 h 72"/>
                  <a:gd name="T42" fmla="*/ 64 w 127"/>
                  <a:gd name="T43" fmla="*/ 20 h 72"/>
                  <a:gd name="T44" fmla="*/ 64 w 127"/>
                  <a:gd name="T45" fmla="*/ 20 h 72"/>
                  <a:gd name="T46" fmla="*/ 64 w 127"/>
                  <a:gd name="T4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7" h="72">
                    <a:moveTo>
                      <a:pt x="99" y="0"/>
                    </a:moveTo>
                    <a:cubicBezTo>
                      <a:pt x="64" y="0"/>
                      <a:pt x="64" y="0"/>
                      <a:pt x="64" y="0"/>
                    </a:cubicBezTo>
                    <a:cubicBezTo>
                      <a:pt x="64" y="20"/>
                      <a:pt x="64" y="20"/>
                      <a:pt x="64" y="20"/>
                    </a:cubicBezTo>
                    <a:cubicBezTo>
                      <a:pt x="70" y="20"/>
                      <a:pt x="75" y="25"/>
                      <a:pt x="75" y="31"/>
                    </a:cubicBezTo>
                    <a:cubicBezTo>
                      <a:pt x="75" y="36"/>
                      <a:pt x="72" y="40"/>
                      <a:pt x="68" y="41"/>
                    </a:cubicBezTo>
                    <a:cubicBezTo>
                      <a:pt x="68" y="41"/>
                      <a:pt x="68" y="41"/>
                      <a:pt x="68" y="41"/>
                    </a:cubicBezTo>
                    <a:cubicBezTo>
                      <a:pt x="68" y="59"/>
                      <a:pt x="68" y="59"/>
                      <a:pt x="68" y="59"/>
                    </a:cubicBezTo>
                    <a:cubicBezTo>
                      <a:pt x="64" y="59"/>
                      <a:pt x="64" y="59"/>
                      <a:pt x="64" y="59"/>
                    </a:cubicBezTo>
                    <a:cubicBezTo>
                      <a:pt x="64" y="72"/>
                      <a:pt x="64" y="72"/>
                      <a:pt x="64" y="72"/>
                    </a:cubicBezTo>
                    <a:cubicBezTo>
                      <a:pt x="127" y="72"/>
                      <a:pt x="127" y="72"/>
                      <a:pt x="127" y="72"/>
                    </a:cubicBezTo>
                    <a:cubicBezTo>
                      <a:pt x="127" y="0"/>
                      <a:pt x="127" y="0"/>
                      <a:pt x="127" y="0"/>
                    </a:cubicBezTo>
                    <a:cubicBezTo>
                      <a:pt x="114" y="0"/>
                      <a:pt x="114" y="0"/>
                      <a:pt x="114" y="0"/>
                    </a:cubicBezTo>
                    <a:lnTo>
                      <a:pt x="99" y="0"/>
                    </a:lnTo>
                    <a:close/>
                    <a:moveTo>
                      <a:pt x="64" y="0"/>
                    </a:moveTo>
                    <a:cubicBezTo>
                      <a:pt x="0" y="0"/>
                      <a:pt x="0" y="0"/>
                      <a:pt x="0" y="0"/>
                    </a:cubicBezTo>
                    <a:cubicBezTo>
                      <a:pt x="0" y="72"/>
                      <a:pt x="0" y="72"/>
                      <a:pt x="0" y="72"/>
                    </a:cubicBezTo>
                    <a:cubicBezTo>
                      <a:pt x="64" y="72"/>
                      <a:pt x="64" y="72"/>
                      <a:pt x="64" y="72"/>
                    </a:cubicBezTo>
                    <a:cubicBezTo>
                      <a:pt x="64" y="59"/>
                      <a:pt x="64" y="59"/>
                      <a:pt x="64" y="59"/>
                    </a:cubicBezTo>
                    <a:cubicBezTo>
                      <a:pt x="59" y="59"/>
                      <a:pt x="59" y="59"/>
                      <a:pt x="59" y="59"/>
                    </a:cubicBezTo>
                    <a:cubicBezTo>
                      <a:pt x="59" y="41"/>
                      <a:pt x="59" y="41"/>
                      <a:pt x="59" y="41"/>
                    </a:cubicBezTo>
                    <a:cubicBezTo>
                      <a:pt x="55" y="40"/>
                      <a:pt x="52" y="36"/>
                      <a:pt x="52" y="31"/>
                    </a:cubicBezTo>
                    <a:cubicBezTo>
                      <a:pt x="52" y="25"/>
                      <a:pt x="57" y="20"/>
                      <a:pt x="64" y="20"/>
                    </a:cubicBezTo>
                    <a:cubicBezTo>
                      <a:pt x="64" y="20"/>
                      <a:pt x="64" y="20"/>
                      <a:pt x="64" y="20"/>
                    </a:cubicBez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69" name="Freeform 319"/>
              <p:cNvSpPr>
                <a:spLocks/>
              </p:cNvSpPr>
              <p:nvPr/>
            </p:nvSpPr>
            <p:spPr bwMode="auto">
              <a:xfrm>
                <a:off x="-7085012" y="3255962"/>
                <a:ext cx="687387" cy="644525"/>
              </a:xfrm>
              <a:custGeom>
                <a:avLst/>
                <a:gdLst>
                  <a:gd name="T0" fmla="*/ 26 w 183"/>
                  <a:gd name="T1" fmla="*/ 139 h 172"/>
                  <a:gd name="T2" fmla="*/ 76 w 183"/>
                  <a:gd name="T3" fmla="*/ 113 h 172"/>
                  <a:gd name="T4" fmla="*/ 85 w 183"/>
                  <a:gd name="T5" fmla="*/ 111 h 172"/>
                  <a:gd name="T6" fmla="*/ 86 w 183"/>
                  <a:gd name="T7" fmla="*/ 121 h 172"/>
                  <a:gd name="T8" fmla="*/ 85 w 183"/>
                  <a:gd name="T9" fmla="*/ 142 h 172"/>
                  <a:gd name="T10" fmla="*/ 84 w 183"/>
                  <a:gd name="T11" fmla="*/ 172 h 172"/>
                  <a:gd name="T12" fmla="*/ 99 w 183"/>
                  <a:gd name="T13" fmla="*/ 172 h 172"/>
                  <a:gd name="T14" fmla="*/ 98 w 183"/>
                  <a:gd name="T15" fmla="*/ 142 h 172"/>
                  <a:gd name="T16" fmla="*/ 97 w 183"/>
                  <a:gd name="T17" fmla="*/ 121 h 172"/>
                  <a:gd name="T18" fmla="*/ 97 w 183"/>
                  <a:gd name="T19" fmla="*/ 111 h 172"/>
                  <a:gd name="T20" fmla="*/ 106 w 183"/>
                  <a:gd name="T21" fmla="*/ 113 h 172"/>
                  <a:gd name="T22" fmla="*/ 156 w 183"/>
                  <a:gd name="T23" fmla="*/ 139 h 172"/>
                  <a:gd name="T24" fmla="*/ 176 w 183"/>
                  <a:gd name="T25" fmla="*/ 119 h 172"/>
                  <a:gd name="T26" fmla="*/ 164 w 183"/>
                  <a:gd name="T27" fmla="*/ 56 h 172"/>
                  <a:gd name="T28" fmla="*/ 102 w 183"/>
                  <a:gd name="T29" fmla="*/ 96 h 172"/>
                  <a:gd name="T30" fmla="*/ 99 w 183"/>
                  <a:gd name="T31" fmla="*/ 90 h 172"/>
                  <a:gd name="T32" fmla="*/ 110 w 183"/>
                  <a:gd name="T33" fmla="*/ 69 h 172"/>
                  <a:gd name="T34" fmla="*/ 131 w 183"/>
                  <a:gd name="T35" fmla="*/ 21 h 172"/>
                  <a:gd name="T36" fmla="*/ 91 w 183"/>
                  <a:gd name="T37" fmla="*/ 1 h 172"/>
                  <a:gd name="T38" fmla="*/ 52 w 183"/>
                  <a:gd name="T39" fmla="*/ 21 h 172"/>
                  <a:gd name="T40" fmla="*/ 72 w 183"/>
                  <a:gd name="T41" fmla="*/ 69 h 172"/>
                  <a:gd name="T42" fmla="*/ 83 w 183"/>
                  <a:gd name="T43" fmla="*/ 90 h 172"/>
                  <a:gd name="T44" fmla="*/ 81 w 183"/>
                  <a:gd name="T45" fmla="*/ 96 h 172"/>
                  <a:gd name="T46" fmla="*/ 19 w 183"/>
                  <a:gd name="T47" fmla="*/ 56 h 172"/>
                  <a:gd name="T48" fmla="*/ 6 w 183"/>
                  <a:gd name="T49" fmla="*/ 119 h 172"/>
                  <a:gd name="T50" fmla="*/ 26 w 183"/>
                  <a:gd name="T51" fmla="*/ 13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3" h="172">
                    <a:moveTo>
                      <a:pt x="26" y="139"/>
                    </a:moveTo>
                    <a:cubicBezTo>
                      <a:pt x="45" y="141"/>
                      <a:pt x="61" y="121"/>
                      <a:pt x="76" y="113"/>
                    </a:cubicBezTo>
                    <a:cubicBezTo>
                      <a:pt x="78" y="112"/>
                      <a:pt x="83" y="109"/>
                      <a:pt x="85" y="111"/>
                    </a:cubicBezTo>
                    <a:cubicBezTo>
                      <a:pt x="87" y="114"/>
                      <a:pt x="86" y="118"/>
                      <a:pt x="86" y="121"/>
                    </a:cubicBezTo>
                    <a:cubicBezTo>
                      <a:pt x="86" y="128"/>
                      <a:pt x="85" y="135"/>
                      <a:pt x="85" y="142"/>
                    </a:cubicBezTo>
                    <a:cubicBezTo>
                      <a:pt x="85" y="150"/>
                      <a:pt x="84" y="164"/>
                      <a:pt x="84" y="172"/>
                    </a:cubicBezTo>
                    <a:cubicBezTo>
                      <a:pt x="99" y="172"/>
                      <a:pt x="99" y="172"/>
                      <a:pt x="99" y="172"/>
                    </a:cubicBezTo>
                    <a:cubicBezTo>
                      <a:pt x="98" y="164"/>
                      <a:pt x="98" y="150"/>
                      <a:pt x="98" y="142"/>
                    </a:cubicBezTo>
                    <a:cubicBezTo>
                      <a:pt x="97" y="135"/>
                      <a:pt x="97" y="128"/>
                      <a:pt x="97" y="121"/>
                    </a:cubicBezTo>
                    <a:cubicBezTo>
                      <a:pt x="97" y="118"/>
                      <a:pt x="96" y="114"/>
                      <a:pt x="97" y="111"/>
                    </a:cubicBezTo>
                    <a:cubicBezTo>
                      <a:pt x="99" y="109"/>
                      <a:pt x="105" y="112"/>
                      <a:pt x="106" y="113"/>
                    </a:cubicBezTo>
                    <a:cubicBezTo>
                      <a:pt x="122" y="121"/>
                      <a:pt x="137" y="141"/>
                      <a:pt x="156" y="139"/>
                    </a:cubicBezTo>
                    <a:cubicBezTo>
                      <a:pt x="167" y="137"/>
                      <a:pt x="173" y="128"/>
                      <a:pt x="176" y="119"/>
                    </a:cubicBezTo>
                    <a:cubicBezTo>
                      <a:pt x="182" y="101"/>
                      <a:pt x="183" y="68"/>
                      <a:pt x="164" y="56"/>
                    </a:cubicBezTo>
                    <a:cubicBezTo>
                      <a:pt x="135" y="39"/>
                      <a:pt x="126" y="94"/>
                      <a:pt x="102" y="96"/>
                    </a:cubicBezTo>
                    <a:cubicBezTo>
                      <a:pt x="97" y="96"/>
                      <a:pt x="98" y="94"/>
                      <a:pt x="99" y="90"/>
                    </a:cubicBezTo>
                    <a:cubicBezTo>
                      <a:pt x="101" y="82"/>
                      <a:pt x="105" y="75"/>
                      <a:pt x="110" y="69"/>
                    </a:cubicBezTo>
                    <a:cubicBezTo>
                      <a:pt x="120" y="56"/>
                      <a:pt x="134" y="39"/>
                      <a:pt x="131" y="21"/>
                    </a:cubicBezTo>
                    <a:cubicBezTo>
                      <a:pt x="128" y="5"/>
                      <a:pt x="109" y="0"/>
                      <a:pt x="91" y="1"/>
                    </a:cubicBezTo>
                    <a:cubicBezTo>
                      <a:pt x="74" y="0"/>
                      <a:pt x="54" y="5"/>
                      <a:pt x="52" y="21"/>
                    </a:cubicBezTo>
                    <a:cubicBezTo>
                      <a:pt x="49" y="39"/>
                      <a:pt x="62" y="56"/>
                      <a:pt x="72" y="69"/>
                    </a:cubicBezTo>
                    <a:cubicBezTo>
                      <a:pt x="77" y="75"/>
                      <a:pt x="81" y="82"/>
                      <a:pt x="83" y="90"/>
                    </a:cubicBezTo>
                    <a:cubicBezTo>
                      <a:pt x="85" y="94"/>
                      <a:pt x="85" y="96"/>
                      <a:pt x="81" y="96"/>
                    </a:cubicBezTo>
                    <a:cubicBezTo>
                      <a:pt x="57" y="94"/>
                      <a:pt x="47" y="39"/>
                      <a:pt x="19" y="56"/>
                    </a:cubicBezTo>
                    <a:cubicBezTo>
                      <a:pt x="0" y="68"/>
                      <a:pt x="0" y="101"/>
                      <a:pt x="6" y="119"/>
                    </a:cubicBezTo>
                    <a:cubicBezTo>
                      <a:pt x="9" y="128"/>
                      <a:pt x="16" y="137"/>
                      <a:pt x="26"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0" name="Freeform 320"/>
              <p:cNvSpPr>
                <a:spLocks/>
              </p:cNvSpPr>
              <p:nvPr/>
            </p:nvSpPr>
            <p:spPr bwMode="auto">
              <a:xfrm>
                <a:off x="-4222750" y="-420688"/>
                <a:ext cx="492125" cy="525463"/>
              </a:xfrm>
              <a:custGeom>
                <a:avLst/>
                <a:gdLst>
                  <a:gd name="T0" fmla="*/ 108 w 131"/>
                  <a:gd name="T1" fmla="*/ 96 h 140"/>
                  <a:gd name="T2" fmla="*/ 118 w 131"/>
                  <a:gd name="T3" fmla="*/ 91 h 140"/>
                  <a:gd name="T4" fmla="*/ 129 w 131"/>
                  <a:gd name="T5" fmla="*/ 87 h 140"/>
                  <a:gd name="T6" fmla="*/ 130 w 131"/>
                  <a:gd name="T7" fmla="*/ 70 h 140"/>
                  <a:gd name="T8" fmla="*/ 127 w 131"/>
                  <a:gd name="T9" fmla="*/ 41 h 140"/>
                  <a:gd name="T10" fmla="*/ 98 w 131"/>
                  <a:gd name="T11" fmla="*/ 66 h 140"/>
                  <a:gd name="T12" fmla="*/ 88 w 131"/>
                  <a:gd name="T13" fmla="*/ 76 h 140"/>
                  <a:gd name="T14" fmla="*/ 88 w 131"/>
                  <a:gd name="T15" fmla="*/ 65 h 140"/>
                  <a:gd name="T16" fmla="*/ 98 w 131"/>
                  <a:gd name="T17" fmla="*/ 46 h 140"/>
                  <a:gd name="T18" fmla="*/ 89 w 131"/>
                  <a:gd name="T19" fmla="*/ 28 h 140"/>
                  <a:gd name="T20" fmla="*/ 66 w 131"/>
                  <a:gd name="T21" fmla="*/ 1 h 140"/>
                  <a:gd name="T22" fmla="*/ 66 w 131"/>
                  <a:gd name="T23" fmla="*/ 0 h 140"/>
                  <a:gd name="T24" fmla="*/ 65 w 131"/>
                  <a:gd name="T25" fmla="*/ 0 h 140"/>
                  <a:gd name="T26" fmla="*/ 65 w 131"/>
                  <a:gd name="T27" fmla="*/ 0 h 140"/>
                  <a:gd name="T28" fmla="*/ 65 w 131"/>
                  <a:gd name="T29" fmla="*/ 1 h 140"/>
                  <a:gd name="T30" fmla="*/ 42 w 131"/>
                  <a:gd name="T31" fmla="*/ 28 h 140"/>
                  <a:gd name="T32" fmla="*/ 33 w 131"/>
                  <a:gd name="T33" fmla="*/ 46 h 140"/>
                  <a:gd name="T34" fmla="*/ 43 w 131"/>
                  <a:gd name="T35" fmla="*/ 65 h 140"/>
                  <a:gd name="T36" fmla="*/ 43 w 131"/>
                  <a:gd name="T37" fmla="*/ 76 h 140"/>
                  <a:gd name="T38" fmla="*/ 33 w 131"/>
                  <a:gd name="T39" fmla="*/ 66 h 140"/>
                  <a:gd name="T40" fmla="*/ 4 w 131"/>
                  <a:gd name="T41" fmla="*/ 41 h 140"/>
                  <a:gd name="T42" fmla="*/ 1 w 131"/>
                  <a:gd name="T43" fmla="*/ 70 h 140"/>
                  <a:gd name="T44" fmla="*/ 2 w 131"/>
                  <a:gd name="T45" fmla="*/ 87 h 140"/>
                  <a:gd name="T46" fmla="*/ 13 w 131"/>
                  <a:gd name="T47" fmla="*/ 91 h 140"/>
                  <a:gd name="T48" fmla="*/ 23 w 131"/>
                  <a:gd name="T49" fmla="*/ 96 h 140"/>
                  <a:gd name="T50" fmla="*/ 21 w 131"/>
                  <a:gd name="T51" fmla="*/ 103 h 140"/>
                  <a:gd name="T52" fmla="*/ 1 w 131"/>
                  <a:gd name="T53" fmla="*/ 96 h 140"/>
                  <a:gd name="T54" fmla="*/ 30 w 131"/>
                  <a:gd name="T55" fmla="*/ 137 h 140"/>
                  <a:gd name="T56" fmla="*/ 44 w 131"/>
                  <a:gd name="T57" fmla="*/ 135 h 140"/>
                  <a:gd name="T58" fmla="*/ 58 w 131"/>
                  <a:gd name="T59" fmla="*/ 126 h 140"/>
                  <a:gd name="T60" fmla="*/ 62 w 131"/>
                  <a:gd name="T61" fmla="*/ 124 h 140"/>
                  <a:gd name="T62" fmla="*/ 62 w 131"/>
                  <a:gd name="T63" fmla="*/ 118 h 140"/>
                  <a:gd name="T64" fmla="*/ 65 w 131"/>
                  <a:gd name="T65" fmla="*/ 62 h 140"/>
                  <a:gd name="T66" fmla="*/ 69 w 131"/>
                  <a:gd name="T67" fmla="*/ 118 h 140"/>
                  <a:gd name="T68" fmla="*/ 69 w 131"/>
                  <a:gd name="T69" fmla="*/ 124 h 140"/>
                  <a:gd name="T70" fmla="*/ 73 w 131"/>
                  <a:gd name="T71" fmla="*/ 126 h 140"/>
                  <a:gd name="T72" fmla="*/ 87 w 131"/>
                  <a:gd name="T73" fmla="*/ 135 h 140"/>
                  <a:gd name="T74" fmla="*/ 101 w 131"/>
                  <a:gd name="T75" fmla="*/ 137 h 140"/>
                  <a:gd name="T76" fmla="*/ 130 w 131"/>
                  <a:gd name="T77" fmla="*/ 96 h 140"/>
                  <a:gd name="T78" fmla="*/ 110 w 131"/>
                  <a:gd name="T79" fmla="*/ 103 h 140"/>
                  <a:gd name="T80" fmla="*/ 108 w 131"/>
                  <a:gd name="T81" fmla="*/ 9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140">
                    <a:moveTo>
                      <a:pt x="108" y="96"/>
                    </a:moveTo>
                    <a:cubicBezTo>
                      <a:pt x="111" y="94"/>
                      <a:pt x="114" y="93"/>
                      <a:pt x="118" y="91"/>
                    </a:cubicBezTo>
                    <a:cubicBezTo>
                      <a:pt x="121" y="90"/>
                      <a:pt x="125" y="89"/>
                      <a:pt x="129" y="87"/>
                    </a:cubicBezTo>
                    <a:cubicBezTo>
                      <a:pt x="130" y="81"/>
                      <a:pt x="131" y="76"/>
                      <a:pt x="130" y="70"/>
                    </a:cubicBezTo>
                    <a:cubicBezTo>
                      <a:pt x="129" y="60"/>
                      <a:pt x="127" y="51"/>
                      <a:pt x="127" y="41"/>
                    </a:cubicBezTo>
                    <a:cubicBezTo>
                      <a:pt x="115" y="48"/>
                      <a:pt x="101" y="52"/>
                      <a:pt x="98" y="66"/>
                    </a:cubicBezTo>
                    <a:cubicBezTo>
                      <a:pt x="97" y="69"/>
                      <a:pt x="93" y="79"/>
                      <a:pt x="88" y="76"/>
                    </a:cubicBezTo>
                    <a:cubicBezTo>
                      <a:pt x="84" y="73"/>
                      <a:pt x="86" y="68"/>
                      <a:pt x="88" y="65"/>
                    </a:cubicBezTo>
                    <a:cubicBezTo>
                      <a:pt x="92" y="59"/>
                      <a:pt x="98" y="54"/>
                      <a:pt x="98" y="46"/>
                    </a:cubicBezTo>
                    <a:cubicBezTo>
                      <a:pt x="98" y="39"/>
                      <a:pt x="93" y="33"/>
                      <a:pt x="89" y="28"/>
                    </a:cubicBezTo>
                    <a:cubicBezTo>
                      <a:pt x="82" y="19"/>
                      <a:pt x="73" y="11"/>
                      <a:pt x="66" y="1"/>
                    </a:cubicBezTo>
                    <a:cubicBezTo>
                      <a:pt x="66" y="0"/>
                      <a:pt x="66" y="0"/>
                      <a:pt x="66" y="0"/>
                    </a:cubicBezTo>
                    <a:cubicBezTo>
                      <a:pt x="66" y="0"/>
                      <a:pt x="66" y="0"/>
                      <a:pt x="65" y="0"/>
                    </a:cubicBezTo>
                    <a:cubicBezTo>
                      <a:pt x="65" y="0"/>
                      <a:pt x="65" y="0"/>
                      <a:pt x="65" y="0"/>
                    </a:cubicBezTo>
                    <a:cubicBezTo>
                      <a:pt x="65" y="1"/>
                      <a:pt x="65" y="1"/>
                      <a:pt x="65" y="1"/>
                    </a:cubicBezTo>
                    <a:cubicBezTo>
                      <a:pt x="58" y="11"/>
                      <a:pt x="49" y="19"/>
                      <a:pt x="42" y="28"/>
                    </a:cubicBezTo>
                    <a:cubicBezTo>
                      <a:pt x="38" y="33"/>
                      <a:pt x="33" y="39"/>
                      <a:pt x="33" y="46"/>
                    </a:cubicBezTo>
                    <a:cubicBezTo>
                      <a:pt x="33" y="54"/>
                      <a:pt x="39" y="59"/>
                      <a:pt x="43" y="65"/>
                    </a:cubicBezTo>
                    <a:cubicBezTo>
                      <a:pt x="45" y="68"/>
                      <a:pt x="47" y="73"/>
                      <a:pt x="43" y="76"/>
                    </a:cubicBezTo>
                    <a:cubicBezTo>
                      <a:pt x="38" y="79"/>
                      <a:pt x="34" y="69"/>
                      <a:pt x="33" y="66"/>
                    </a:cubicBezTo>
                    <a:cubicBezTo>
                      <a:pt x="30" y="52"/>
                      <a:pt x="16" y="48"/>
                      <a:pt x="4" y="41"/>
                    </a:cubicBezTo>
                    <a:cubicBezTo>
                      <a:pt x="4" y="51"/>
                      <a:pt x="2" y="60"/>
                      <a:pt x="1" y="70"/>
                    </a:cubicBezTo>
                    <a:cubicBezTo>
                      <a:pt x="0" y="76"/>
                      <a:pt x="1" y="81"/>
                      <a:pt x="2" y="87"/>
                    </a:cubicBezTo>
                    <a:cubicBezTo>
                      <a:pt x="6" y="89"/>
                      <a:pt x="10" y="90"/>
                      <a:pt x="13" y="91"/>
                    </a:cubicBezTo>
                    <a:cubicBezTo>
                      <a:pt x="17" y="93"/>
                      <a:pt x="20" y="94"/>
                      <a:pt x="23" y="96"/>
                    </a:cubicBezTo>
                    <a:cubicBezTo>
                      <a:pt x="26" y="98"/>
                      <a:pt x="26" y="104"/>
                      <a:pt x="21" y="103"/>
                    </a:cubicBezTo>
                    <a:cubicBezTo>
                      <a:pt x="14" y="102"/>
                      <a:pt x="8" y="95"/>
                      <a:pt x="1" y="96"/>
                    </a:cubicBezTo>
                    <a:cubicBezTo>
                      <a:pt x="4" y="114"/>
                      <a:pt x="13" y="130"/>
                      <a:pt x="30" y="137"/>
                    </a:cubicBezTo>
                    <a:cubicBezTo>
                      <a:pt x="36" y="140"/>
                      <a:pt x="39" y="139"/>
                      <a:pt x="44" y="135"/>
                    </a:cubicBezTo>
                    <a:cubicBezTo>
                      <a:pt x="49" y="131"/>
                      <a:pt x="52" y="127"/>
                      <a:pt x="58" y="126"/>
                    </a:cubicBezTo>
                    <a:cubicBezTo>
                      <a:pt x="60" y="126"/>
                      <a:pt x="62" y="127"/>
                      <a:pt x="62" y="124"/>
                    </a:cubicBezTo>
                    <a:cubicBezTo>
                      <a:pt x="62" y="122"/>
                      <a:pt x="62" y="120"/>
                      <a:pt x="62" y="118"/>
                    </a:cubicBezTo>
                    <a:cubicBezTo>
                      <a:pt x="63" y="97"/>
                      <a:pt x="65" y="84"/>
                      <a:pt x="65" y="62"/>
                    </a:cubicBezTo>
                    <a:cubicBezTo>
                      <a:pt x="66" y="84"/>
                      <a:pt x="68" y="97"/>
                      <a:pt x="69" y="118"/>
                    </a:cubicBezTo>
                    <a:cubicBezTo>
                      <a:pt x="69" y="120"/>
                      <a:pt x="69" y="122"/>
                      <a:pt x="69" y="124"/>
                    </a:cubicBezTo>
                    <a:cubicBezTo>
                      <a:pt x="69" y="127"/>
                      <a:pt x="71" y="126"/>
                      <a:pt x="73" y="126"/>
                    </a:cubicBezTo>
                    <a:cubicBezTo>
                      <a:pt x="79" y="127"/>
                      <a:pt x="82" y="131"/>
                      <a:pt x="87" y="135"/>
                    </a:cubicBezTo>
                    <a:cubicBezTo>
                      <a:pt x="92" y="139"/>
                      <a:pt x="95" y="140"/>
                      <a:pt x="101" y="137"/>
                    </a:cubicBezTo>
                    <a:cubicBezTo>
                      <a:pt x="118" y="130"/>
                      <a:pt x="127" y="114"/>
                      <a:pt x="130" y="96"/>
                    </a:cubicBezTo>
                    <a:cubicBezTo>
                      <a:pt x="123" y="95"/>
                      <a:pt x="117" y="102"/>
                      <a:pt x="110" y="103"/>
                    </a:cubicBezTo>
                    <a:cubicBezTo>
                      <a:pt x="105" y="104"/>
                      <a:pt x="105" y="98"/>
                      <a:pt x="108"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1" name="Rectangle 321"/>
              <p:cNvSpPr>
                <a:spLocks noChangeArrowheads="1"/>
              </p:cNvSpPr>
              <p:nvPr/>
            </p:nvSpPr>
            <p:spPr bwMode="auto">
              <a:xfrm>
                <a:off x="-3994150" y="68262"/>
                <a:ext cx="34925" cy="157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2" name="Freeform 322"/>
              <p:cNvSpPr>
                <a:spLocks noEditPoints="1"/>
              </p:cNvSpPr>
              <p:nvPr/>
            </p:nvSpPr>
            <p:spPr bwMode="auto">
              <a:xfrm>
                <a:off x="-3865563" y="8597900"/>
                <a:ext cx="577850" cy="420688"/>
              </a:xfrm>
              <a:custGeom>
                <a:avLst/>
                <a:gdLst>
                  <a:gd name="T0" fmla="*/ 103 w 154"/>
                  <a:gd name="T1" fmla="*/ 112 h 112"/>
                  <a:gd name="T2" fmla="*/ 154 w 154"/>
                  <a:gd name="T3" fmla="*/ 112 h 112"/>
                  <a:gd name="T4" fmla="*/ 154 w 154"/>
                  <a:gd name="T5" fmla="*/ 0 h 112"/>
                  <a:gd name="T6" fmla="*/ 103 w 154"/>
                  <a:gd name="T7" fmla="*/ 0 h 112"/>
                  <a:gd name="T8" fmla="*/ 103 w 154"/>
                  <a:gd name="T9" fmla="*/ 47 h 112"/>
                  <a:gd name="T10" fmla="*/ 140 w 154"/>
                  <a:gd name="T11" fmla="*/ 99 h 112"/>
                  <a:gd name="T12" fmla="*/ 103 w 154"/>
                  <a:gd name="T13" fmla="*/ 99 h 112"/>
                  <a:gd name="T14" fmla="*/ 103 w 154"/>
                  <a:gd name="T15" fmla="*/ 112 h 112"/>
                  <a:gd name="T16" fmla="*/ 70 w 154"/>
                  <a:gd name="T17" fmla="*/ 112 h 112"/>
                  <a:gd name="T18" fmla="*/ 103 w 154"/>
                  <a:gd name="T19" fmla="*/ 112 h 112"/>
                  <a:gd name="T20" fmla="*/ 103 w 154"/>
                  <a:gd name="T21" fmla="*/ 99 h 112"/>
                  <a:gd name="T22" fmla="*/ 80 w 154"/>
                  <a:gd name="T23" fmla="*/ 99 h 112"/>
                  <a:gd name="T24" fmla="*/ 78 w 154"/>
                  <a:gd name="T25" fmla="*/ 96 h 112"/>
                  <a:gd name="T26" fmla="*/ 70 w 154"/>
                  <a:gd name="T27" fmla="*/ 85 h 112"/>
                  <a:gd name="T28" fmla="*/ 70 w 154"/>
                  <a:gd name="T29" fmla="*/ 92 h 112"/>
                  <a:gd name="T30" fmla="*/ 75 w 154"/>
                  <a:gd name="T31" fmla="*/ 99 h 112"/>
                  <a:gd name="T32" fmla="*/ 70 w 154"/>
                  <a:gd name="T33" fmla="*/ 99 h 112"/>
                  <a:gd name="T34" fmla="*/ 70 w 154"/>
                  <a:gd name="T35" fmla="*/ 112 h 112"/>
                  <a:gd name="T36" fmla="*/ 103 w 154"/>
                  <a:gd name="T37" fmla="*/ 0 h 112"/>
                  <a:gd name="T38" fmla="*/ 70 w 154"/>
                  <a:gd name="T39" fmla="*/ 0 h 112"/>
                  <a:gd name="T40" fmla="*/ 70 w 154"/>
                  <a:gd name="T41" fmla="*/ 72 h 112"/>
                  <a:gd name="T42" fmla="*/ 95 w 154"/>
                  <a:gd name="T43" fmla="*/ 37 h 112"/>
                  <a:gd name="T44" fmla="*/ 95 w 154"/>
                  <a:gd name="T45" fmla="*/ 37 h 112"/>
                  <a:gd name="T46" fmla="*/ 103 w 154"/>
                  <a:gd name="T47" fmla="*/ 47 h 112"/>
                  <a:gd name="T48" fmla="*/ 103 w 154"/>
                  <a:gd name="T49" fmla="*/ 0 h 112"/>
                  <a:gd name="T50" fmla="*/ 44 w 154"/>
                  <a:gd name="T51" fmla="*/ 112 h 112"/>
                  <a:gd name="T52" fmla="*/ 70 w 154"/>
                  <a:gd name="T53" fmla="*/ 112 h 112"/>
                  <a:gd name="T54" fmla="*/ 70 w 154"/>
                  <a:gd name="T55" fmla="*/ 99 h 112"/>
                  <a:gd name="T56" fmla="*/ 51 w 154"/>
                  <a:gd name="T57" fmla="*/ 99 h 112"/>
                  <a:gd name="T58" fmla="*/ 44 w 154"/>
                  <a:gd name="T59" fmla="*/ 99 h 112"/>
                  <a:gd name="T60" fmla="*/ 44 w 154"/>
                  <a:gd name="T61" fmla="*/ 112 h 112"/>
                  <a:gd name="T62" fmla="*/ 70 w 154"/>
                  <a:gd name="T63" fmla="*/ 0 h 112"/>
                  <a:gd name="T64" fmla="*/ 44 w 154"/>
                  <a:gd name="T65" fmla="*/ 0 h 112"/>
                  <a:gd name="T66" fmla="*/ 44 w 154"/>
                  <a:gd name="T67" fmla="*/ 19 h 112"/>
                  <a:gd name="T68" fmla="*/ 47 w 154"/>
                  <a:gd name="T69" fmla="*/ 27 h 112"/>
                  <a:gd name="T70" fmla="*/ 44 w 154"/>
                  <a:gd name="T71" fmla="*/ 35 h 112"/>
                  <a:gd name="T72" fmla="*/ 44 w 154"/>
                  <a:gd name="T73" fmla="*/ 56 h 112"/>
                  <a:gd name="T74" fmla="*/ 44 w 154"/>
                  <a:gd name="T75" fmla="*/ 56 h 112"/>
                  <a:gd name="T76" fmla="*/ 63 w 154"/>
                  <a:gd name="T77" fmla="*/ 82 h 112"/>
                  <a:gd name="T78" fmla="*/ 70 w 154"/>
                  <a:gd name="T79" fmla="*/ 92 h 112"/>
                  <a:gd name="T80" fmla="*/ 70 w 154"/>
                  <a:gd name="T81" fmla="*/ 85 h 112"/>
                  <a:gd name="T82" fmla="*/ 66 w 154"/>
                  <a:gd name="T83" fmla="*/ 78 h 112"/>
                  <a:gd name="T84" fmla="*/ 70 w 154"/>
                  <a:gd name="T85" fmla="*/ 72 h 112"/>
                  <a:gd name="T86" fmla="*/ 70 w 154"/>
                  <a:gd name="T87" fmla="*/ 0 h 112"/>
                  <a:gd name="T88" fmla="*/ 0 w 154"/>
                  <a:gd name="T89" fmla="*/ 112 h 112"/>
                  <a:gd name="T90" fmla="*/ 44 w 154"/>
                  <a:gd name="T91" fmla="*/ 112 h 112"/>
                  <a:gd name="T92" fmla="*/ 44 w 154"/>
                  <a:gd name="T93" fmla="*/ 99 h 112"/>
                  <a:gd name="T94" fmla="*/ 13 w 154"/>
                  <a:gd name="T95" fmla="*/ 99 h 112"/>
                  <a:gd name="T96" fmla="*/ 13 w 154"/>
                  <a:gd name="T97" fmla="*/ 99 h 112"/>
                  <a:gd name="T98" fmla="*/ 44 w 154"/>
                  <a:gd name="T99" fmla="*/ 56 h 112"/>
                  <a:gd name="T100" fmla="*/ 44 w 154"/>
                  <a:gd name="T101" fmla="*/ 35 h 112"/>
                  <a:gd name="T102" fmla="*/ 35 w 154"/>
                  <a:gd name="T103" fmla="*/ 39 h 112"/>
                  <a:gd name="T104" fmla="*/ 22 w 154"/>
                  <a:gd name="T105" fmla="*/ 27 h 112"/>
                  <a:gd name="T106" fmla="*/ 35 w 154"/>
                  <a:gd name="T107" fmla="*/ 15 h 112"/>
                  <a:gd name="T108" fmla="*/ 35 w 154"/>
                  <a:gd name="T109" fmla="*/ 15 h 112"/>
                  <a:gd name="T110" fmla="*/ 44 w 154"/>
                  <a:gd name="T111" fmla="*/ 19 h 112"/>
                  <a:gd name="T112" fmla="*/ 44 w 154"/>
                  <a:gd name="T113" fmla="*/ 0 h 112"/>
                  <a:gd name="T114" fmla="*/ 0 w 154"/>
                  <a:gd name="T115" fmla="*/ 0 h 112"/>
                  <a:gd name="T116" fmla="*/ 0 w 154"/>
                  <a:gd name="T11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 h="112">
                    <a:moveTo>
                      <a:pt x="103" y="112"/>
                    </a:moveTo>
                    <a:cubicBezTo>
                      <a:pt x="154" y="112"/>
                      <a:pt x="154" y="112"/>
                      <a:pt x="154" y="112"/>
                    </a:cubicBezTo>
                    <a:cubicBezTo>
                      <a:pt x="154" y="0"/>
                      <a:pt x="154" y="0"/>
                      <a:pt x="154" y="0"/>
                    </a:cubicBezTo>
                    <a:cubicBezTo>
                      <a:pt x="103" y="0"/>
                      <a:pt x="103" y="0"/>
                      <a:pt x="103" y="0"/>
                    </a:cubicBezTo>
                    <a:cubicBezTo>
                      <a:pt x="103" y="47"/>
                      <a:pt x="103" y="47"/>
                      <a:pt x="103" y="47"/>
                    </a:cubicBezTo>
                    <a:cubicBezTo>
                      <a:pt x="140" y="99"/>
                      <a:pt x="140" y="99"/>
                      <a:pt x="140" y="99"/>
                    </a:cubicBezTo>
                    <a:cubicBezTo>
                      <a:pt x="103" y="99"/>
                      <a:pt x="103" y="99"/>
                      <a:pt x="103" y="99"/>
                    </a:cubicBezTo>
                    <a:lnTo>
                      <a:pt x="103" y="112"/>
                    </a:lnTo>
                    <a:close/>
                    <a:moveTo>
                      <a:pt x="70" y="112"/>
                    </a:moveTo>
                    <a:cubicBezTo>
                      <a:pt x="103" y="112"/>
                      <a:pt x="103" y="112"/>
                      <a:pt x="103" y="112"/>
                    </a:cubicBezTo>
                    <a:cubicBezTo>
                      <a:pt x="103" y="99"/>
                      <a:pt x="103" y="99"/>
                      <a:pt x="103" y="99"/>
                    </a:cubicBezTo>
                    <a:cubicBezTo>
                      <a:pt x="80" y="99"/>
                      <a:pt x="80" y="99"/>
                      <a:pt x="80" y="99"/>
                    </a:cubicBezTo>
                    <a:cubicBezTo>
                      <a:pt x="78" y="96"/>
                      <a:pt x="78" y="96"/>
                      <a:pt x="78" y="96"/>
                    </a:cubicBezTo>
                    <a:cubicBezTo>
                      <a:pt x="70" y="85"/>
                      <a:pt x="70" y="85"/>
                      <a:pt x="70" y="85"/>
                    </a:cubicBezTo>
                    <a:cubicBezTo>
                      <a:pt x="70" y="92"/>
                      <a:pt x="70" y="92"/>
                      <a:pt x="70" y="92"/>
                    </a:cubicBezTo>
                    <a:cubicBezTo>
                      <a:pt x="75" y="99"/>
                      <a:pt x="75" y="99"/>
                      <a:pt x="75" y="99"/>
                    </a:cubicBezTo>
                    <a:cubicBezTo>
                      <a:pt x="70" y="99"/>
                      <a:pt x="70" y="99"/>
                      <a:pt x="70" y="99"/>
                    </a:cubicBezTo>
                    <a:cubicBezTo>
                      <a:pt x="70" y="112"/>
                      <a:pt x="70" y="112"/>
                      <a:pt x="70" y="112"/>
                    </a:cubicBezTo>
                    <a:close/>
                    <a:moveTo>
                      <a:pt x="103" y="0"/>
                    </a:moveTo>
                    <a:cubicBezTo>
                      <a:pt x="70" y="0"/>
                      <a:pt x="70" y="0"/>
                      <a:pt x="70" y="0"/>
                    </a:cubicBezTo>
                    <a:cubicBezTo>
                      <a:pt x="70" y="72"/>
                      <a:pt x="70" y="72"/>
                      <a:pt x="70" y="72"/>
                    </a:cubicBezTo>
                    <a:cubicBezTo>
                      <a:pt x="95" y="37"/>
                      <a:pt x="95" y="37"/>
                      <a:pt x="95" y="37"/>
                    </a:cubicBezTo>
                    <a:cubicBezTo>
                      <a:pt x="95" y="37"/>
                      <a:pt x="95" y="37"/>
                      <a:pt x="95" y="37"/>
                    </a:cubicBezTo>
                    <a:cubicBezTo>
                      <a:pt x="103" y="47"/>
                      <a:pt x="103" y="47"/>
                      <a:pt x="103" y="47"/>
                    </a:cubicBezTo>
                    <a:lnTo>
                      <a:pt x="103" y="0"/>
                    </a:lnTo>
                    <a:close/>
                    <a:moveTo>
                      <a:pt x="44" y="112"/>
                    </a:moveTo>
                    <a:cubicBezTo>
                      <a:pt x="70" y="112"/>
                      <a:pt x="70" y="112"/>
                      <a:pt x="70" y="112"/>
                    </a:cubicBezTo>
                    <a:cubicBezTo>
                      <a:pt x="70" y="99"/>
                      <a:pt x="70" y="99"/>
                      <a:pt x="70" y="99"/>
                    </a:cubicBezTo>
                    <a:cubicBezTo>
                      <a:pt x="51" y="99"/>
                      <a:pt x="51" y="99"/>
                      <a:pt x="51" y="99"/>
                    </a:cubicBezTo>
                    <a:cubicBezTo>
                      <a:pt x="44" y="99"/>
                      <a:pt x="44" y="99"/>
                      <a:pt x="44" y="99"/>
                    </a:cubicBezTo>
                    <a:cubicBezTo>
                      <a:pt x="44" y="112"/>
                      <a:pt x="44" y="112"/>
                      <a:pt x="44" y="112"/>
                    </a:cubicBezTo>
                    <a:close/>
                    <a:moveTo>
                      <a:pt x="70" y="0"/>
                    </a:moveTo>
                    <a:cubicBezTo>
                      <a:pt x="44" y="0"/>
                      <a:pt x="44" y="0"/>
                      <a:pt x="44" y="0"/>
                    </a:cubicBezTo>
                    <a:cubicBezTo>
                      <a:pt x="44" y="19"/>
                      <a:pt x="44" y="19"/>
                      <a:pt x="44" y="19"/>
                    </a:cubicBezTo>
                    <a:cubicBezTo>
                      <a:pt x="46" y="21"/>
                      <a:pt x="47" y="24"/>
                      <a:pt x="47" y="27"/>
                    </a:cubicBezTo>
                    <a:cubicBezTo>
                      <a:pt x="47" y="30"/>
                      <a:pt x="46" y="32"/>
                      <a:pt x="44" y="35"/>
                    </a:cubicBezTo>
                    <a:cubicBezTo>
                      <a:pt x="44" y="56"/>
                      <a:pt x="44" y="56"/>
                      <a:pt x="44" y="56"/>
                    </a:cubicBezTo>
                    <a:cubicBezTo>
                      <a:pt x="44" y="56"/>
                      <a:pt x="44" y="56"/>
                      <a:pt x="44" y="56"/>
                    </a:cubicBezTo>
                    <a:cubicBezTo>
                      <a:pt x="63" y="82"/>
                      <a:pt x="63" y="82"/>
                      <a:pt x="63" y="82"/>
                    </a:cubicBezTo>
                    <a:cubicBezTo>
                      <a:pt x="70" y="92"/>
                      <a:pt x="70" y="92"/>
                      <a:pt x="70" y="92"/>
                    </a:cubicBezTo>
                    <a:cubicBezTo>
                      <a:pt x="70" y="85"/>
                      <a:pt x="70" y="85"/>
                      <a:pt x="70" y="85"/>
                    </a:cubicBezTo>
                    <a:cubicBezTo>
                      <a:pt x="66" y="78"/>
                      <a:pt x="66" y="78"/>
                      <a:pt x="66" y="78"/>
                    </a:cubicBezTo>
                    <a:cubicBezTo>
                      <a:pt x="70" y="72"/>
                      <a:pt x="70" y="72"/>
                      <a:pt x="70" y="72"/>
                    </a:cubicBezTo>
                    <a:lnTo>
                      <a:pt x="70" y="0"/>
                    </a:lnTo>
                    <a:close/>
                    <a:moveTo>
                      <a:pt x="0" y="112"/>
                    </a:moveTo>
                    <a:cubicBezTo>
                      <a:pt x="44" y="112"/>
                      <a:pt x="44" y="112"/>
                      <a:pt x="44" y="112"/>
                    </a:cubicBezTo>
                    <a:cubicBezTo>
                      <a:pt x="44" y="99"/>
                      <a:pt x="44" y="99"/>
                      <a:pt x="44" y="99"/>
                    </a:cubicBezTo>
                    <a:cubicBezTo>
                      <a:pt x="13" y="99"/>
                      <a:pt x="13" y="99"/>
                      <a:pt x="13" y="99"/>
                    </a:cubicBezTo>
                    <a:cubicBezTo>
                      <a:pt x="13" y="99"/>
                      <a:pt x="13" y="99"/>
                      <a:pt x="13" y="99"/>
                    </a:cubicBezTo>
                    <a:cubicBezTo>
                      <a:pt x="44" y="56"/>
                      <a:pt x="44" y="56"/>
                      <a:pt x="44" y="56"/>
                    </a:cubicBezTo>
                    <a:cubicBezTo>
                      <a:pt x="44" y="35"/>
                      <a:pt x="44" y="35"/>
                      <a:pt x="44" y="35"/>
                    </a:cubicBezTo>
                    <a:cubicBezTo>
                      <a:pt x="42" y="37"/>
                      <a:pt x="38" y="39"/>
                      <a:pt x="35" y="39"/>
                    </a:cubicBezTo>
                    <a:cubicBezTo>
                      <a:pt x="28" y="39"/>
                      <a:pt x="22" y="34"/>
                      <a:pt x="22" y="27"/>
                    </a:cubicBezTo>
                    <a:cubicBezTo>
                      <a:pt x="22" y="20"/>
                      <a:pt x="28" y="15"/>
                      <a:pt x="35" y="15"/>
                    </a:cubicBezTo>
                    <a:cubicBezTo>
                      <a:pt x="35" y="15"/>
                      <a:pt x="35" y="15"/>
                      <a:pt x="35" y="15"/>
                    </a:cubicBezTo>
                    <a:cubicBezTo>
                      <a:pt x="38" y="15"/>
                      <a:pt x="42" y="17"/>
                      <a:pt x="44" y="19"/>
                    </a:cubicBezTo>
                    <a:cubicBezTo>
                      <a:pt x="44" y="0"/>
                      <a:pt x="44" y="0"/>
                      <a:pt x="44" y="0"/>
                    </a:cubicBezTo>
                    <a:cubicBezTo>
                      <a:pt x="0" y="0"/>
                      <a:pt x="0" y="0"/>
                      <a:pt x="0" y="0"/>
                    </a:cubicBezTo>
                    <a:lnTo>
                      <a:pt x="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3" name="Freeform 323"/>
              <p:cNvSpPr>
                <a:spLocks noEditPoints="1"/>
              </p:cNvSpPr>
              <p:nvPr/>
            </p:nvSpPr>
            <p:spPr bwMode="auto">
              <a:xfrm>
                <a:off x="-5237163" y="4356100"/>
                <a:ext cx="585787" cy="561975"/>
              </a:xfrm>
              <a:custGeom>
                <a:avLst/>
                <a:gdLst>
                  <a:gd name="T0" fmla="*/ 80 w 156"/>
                  <a:gd name="T1" fmla="*/ 147 h 150"/>
                  <a:gd name="T2" fmla="*/ 107 w 156"/>
                  <a:gd name="T3" fmla="*/ 145 h 150"/>
                  <a:gd name="T4" fmla="*/ 133 w 156"/>
                  <a:gd name="T5" fmla="*/ 104 h 150"/>
                  <a:gd name="T6" fmla="*/ 156 w 156"/>
                  <a:gd name="T7" fmla="*/ 0 h 150"/>
                  <a:gd name="T8" fmla="*/ 80 w 156"/>
                  <a:gd name="T9" fmla="*/ 17 h 150"/>
                  <a:gd name="T10" fmla="*/ 80 w 156"/>
                  <a:gd name="T11" fmla="*/ 32 h 150"/>
                  <a:gd name="T12" fmla="*/ 136 w 156"/>
                  <a:gd name="T13" fmla="*/ 20 h 150"/>
                  <a:gd name="T14" fmla="*/ 119 w 156"/>
                  <a:gd name="T15" fmla="*/ 97 h 150"/>
                  <a:gd name="T16" fmla="*/ 105 w 156"/>
                  <a:gd name="T17" fmla="*/ 127 h 150"/>
                  <a:gd name="T18" fmla="*/ 80 w 156"/>
                  <a:gd name="T19" fmla="*/ 130 h 150"/>
                  <a:gd name="T20" fmla="*/ 80 w 156"/>
                  <a:gd name="T21" fmla="*/ 147 h 150"/>
                  <a:gd name="T22" fmla="*/ 80 w 156"/>
                  <a:gd name="T23" fmla="*/ 111 h 150"/>
                  <a:gd name="T24" fmla="*/ 80 w 156"/>
                  <a:gd name="T25" fmla="*/ 96 h 150"/>
                  <a:gd name="T26" fmla="*/ 107 w 156"/>
                  <a:gd name="T27" fmla="*/ 96 h 150"/>
                  <a:gd name="T28" fmla="*/ 103 w 156"/>
                  <a:gd name="T29" fmla="*/ 109 h 150"/>
                  <a:gd name="T30" fmla="*/ 96 w 156"/>
                  <a:gd name="T31" fmla="*/ 111 h 150"/>
                  <a:gd name="T32" fmla="*/ 80 w 156"/>
                  <a:gd name="T33" fmla="*/ 111 h 150"/>
                  <a:gd name="T34" fmla="*/ 80 w 156"/>
                  <a:gd name="T35" fmla="*/ 86 h 150"/>
                  <a:gd name="T36" fmla="*/ 80 w 156"/>
                  <a:gd name="T37" fmla="*/ 45 h 150"/>
                  <a:gd name="T38" fmla="*/ 88 w 156"/>
                  <a:gd name="T39" fmla="*/ 43 h 150"/>
                  <a:gd name="T40" fmla="*/ 88 w 156"/>
                  <a:gd name="T41" fmla="*/ 58 h 150"/>
                  <a:gd name="T42" fmla="*/ 105 w 156"/>
                  <a:gd name="T43" fmla="*/ 41 h 150"/>
                  <a:gd name="T44" fmla="*/ 121 w 156"/>
                  <a:gd name="T45" fmla="*/ 35 h 150"/>
                  <a:gd name="T46" fmla="*/ 115 w 156"/>
                  <a:gd name="T47" fmla="*/ 51 h 150"/>
                  <a:gd name="T48" fmla="*/ 98 w 156"/>
                  <a:gd name="T49" fmla="*/ 68 h 150"/>
                  <a:gd name="T50" fmla="*/ 113 w 156"/>
                  <a:gd name="T51" fmla="*/ 68 h 150"/>
                  <a:gd name="T52" fmla="*/ 109 w 156"/>
                  <a:gd name="T53" fmla="*/ 83 h 150"/>
                  <a:gd name="T54" fmla="*/ 96 w 156"/>
                  <a:gd name="T55" fmla="*/ 84 h 150"/>
                  <a:gd name="T56" fmla="*/ 82 w 156"/>
                  <a:gd name="T57" fmla="*/ 84 h 150"/>
                  <a:gd name="T58" fmla="*/ 80 w 156"/>
                  <a:gd name="T59" fmla="*/ 86 h 150"/>
                  <a:gd name="T60" fmla="*/ 19 w 156"/>
                  <a:gd name="T61" fmla="*/ 137 h 150"/>
                  <a:gd name="T62" fmla="*/ 24 w 156"/>
                  <a:gd name="T63" fmla="*/ 142 h 150"/>
                  <a:gd name="T64" fmla="*/ 50 w 156"/>
                  <a:gd name="T65" fmla="*/ 116 h 150"/>
                  <a:gd name="T66" fmla="*/ 80 w 156"/>
                  <a:gd name="T67" fmla="*/ 147 h 150"/>
                  <a:gd name="T68" fmla="*/ 80 w 156"/>
                  <a:gd name="T69" fmla="*/ 130 h 150"/>
                  <a:gd name="T70" fmla="*/ 67 w 156"/>
                  <a:gd name="T71" fmla="*/ 111 h 150"/>
                  <a:gd name="T72" fmla="*/ 80 w 156"/>
                  <a:gd name="T73" fmla="*/ 111 h 150"/>
                  <a:gd name="T74" fmla="*/ 80 w 156"/>
                  <a:gd name="T75" fmla="*/ 96 h 150"/>
                  <a:gd name="T76" fmla="*/ 70 w 156"/>
                  <a:gd name="T77" fmla="*/ 96 h 150"/>
                  <a:gd name="T78" fmla="*/ 80 w 156"/>
                  <a:gd name="T79" fmla="*/ 86 h 150"/>
                  <a:gd name="T80" fmla="*/ 80 w 156"/>
                  <a:gd name="T81" fmla="*/ 45 h 150"/>
                  <a:gd name="T82" fmla="*/ 73 w 156"/>
                  <a:gd name="T83" fmla="*/ 47 h 150"/>
                  <a:gd name="T84" fmla="*/ 72 w 156"/>
                  <a:gd name="T85" fmla="*/ 61 h 150"/>
                  <a:gd name="T86" fmla="*/ 72 w 156"/>
                  <a:gd name="T87" fmla="*/ 74 h 150"/>
                  <a:gd name="T88" fmla="*/ 60 w 156"/>
                  <a:gd name="T89" fmla="*/ 86 h 150"/>
                  <a:gd name="T90" fmla="*/ 60 w 156"/>
                  <a:gd name="T91" fmla="*/ 49 h 150"/>
                  <a:gd name="T92" fmla="*/ 47 w 156"/>
                  <a:gd name="T93" fmla="*/ 53 h 150"/>
                  <a:gd name="T94" fmla="*/ 45 w 156"/>
                  <a:gd name="T95" fmla="*/ 60 h 150"/>
                  <a:gd name="T96" fmla="*/ 45 w 156"/>
                  <a:gd name="T97" fmla="*/ 89 h 150"/>
                  <a:gd name="T98" fmla="*/ 29 w 156"/>
                  <a:gd name="T99" fmla="*/ 51 h 150"/>
                  <a:gd name="T100" fmla="*/ 29 w 156"/>
                  <a:gd name="T101" fmla="*/ 51 h 150"/>
                  <a:gd name="T102" fmla="*/ 59 w 156"/>
                  <a:gd name="T103" fmla="*/ 38 h 150"/>
                  <a:gd name="T104" fmla="*/ 80 w 156"/>
                  <a:gd name="T105" fmla="*/ 32 h 150"/>
                  <a:gd name="T106" fmla="*/ 80 w 156"/>
                  <a:gd name="T107" fmla="*/ 17 h 150"/>
                  <a:gd name="T108" fmla="*/ 52 w 156"/>
                  <a:gd name="T109" fmla="*/ 24 h 150"/>
                  <a:gd name="T110" fmla="*/ 11 w 156"/>
                  <a:gd name="T111" fmla="*/ 49 h 150"/>
                  <a:gd name="T112" fmla="*/ 40 w 156"/>
                  <a:gd name="T113" fmla="*/ 106 h 150"/>
                  <a:gd name="T114" fmla="*/ 14 w 156"/>
                  <a:gd name="T115" fmla="*/ 132 h 150"/>
                  <a:gd name="T116" fmla="*/ 19 w 156"/>
                  <a:gd name="T117" fmla="*/ 13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6" h="150">
                    <a:moveTo>
                      <a:pt x="80" y="147"/>
                    </a:moveTo>
                    <a:cubicBezTo>
                      <a:pt x="88" y="150"/>
                      <a:pt x="98" y="149"/>
                      <a:pt x="107" y="145"/>
                    </a:cubicBezTo>
                    <a:cubicBezTo>
                      <a:pt x="124" y="137"/>
                      <a:pt x="128" y="121"/>
                      <a:pt x="133" y="104"/>
                    </a:cubicBezTo>
                    <a:cubicBezTo>
                      <a:pt x="141" y="70"/>
                      <a:pt x="149" y="35"/>
                      <a:pt x="156" y="0"/>
                    </a:cubicBezTo>
                    <a:cubicBezTo>
                      <a:pt x="130" y="5"/>
                      <a:pt x="105" y="11"/>
                      <a:pt x="80" y="17"/>
                    </a:cubicBezTo>
                    <a:cubicBezTo>
                      <a:pt x="80" y="32"/>
                      <a:pt x="80" y="32"/>
                      <a:pt x="80" y="32"/>
                    </a:cubicBezTo>
                    <a:cubicBezTo>
                      <a:pt x="99" y="27"/>
                      <a:pt x="118" y="23"/>
                      <a:pt x="136" y="20"/>
                    </a:cubicBezTo>
                    <a:cubicBezTo>
                      <a:pt x="132" y="46"/>
                      <a:pt x="125" y="72"/>
                      <a:pt x="119" y="97"/>
                    </a:cubicBezTo>
                    <a:cubicBezTo>
                      <a:pt x="116" y="108"/>
                      <a:pt x="114" y="120"/>
                      <a:pt x="105" y="127"/>
                    </a:cubicBezTo>
                    <a:cubicBezTo>
                      <a:pt x="97" y="133"/>
                      <a:pt x="88" y="134"/>
                      <a:pt x="80" y="130"/>
                    </a:cubicBezTo>
                    <a:cubicBezTo>
                      <a:pt x="80" y="147"/>
                      <a:pt x="80" y="147"/>
                      <a:pt x="80" y="147"/>
                    </a:cubicBezTo>
                    <a:close/>
                    <a:moveTo>
                      <a:pt x="80" y="111"/>
                    </a:moveTo>
                    <a:cubicBezTo>
                      <a:pt x="80" y="96"/>
                      <a:pt x="80" y="96"/>
                      <a:pt x="80" y="96"/>
                    </a:cubicBezTo>
                    <a:cubicBezTo>
                      <a:pt x="107" y="96"/>
                      <a:pt x="107" y="96"/>
                      <a:pt x="107" y="96"/>
                    </a:cubicBezTo>
                    <a:cubicBezTo>
                      <a:pt x="106" y="100"/>
                      <a:pt x="104" y="105"/>
                      <a:pt x="103" y="109"/>
                    </a:cubicBezTo>
                    <a:cubicBezTo>
                      <a:pt x="102" y="112"/>
                      <a:pt x="99" y="111"/>
                      <a:pt x="96" y="111"/>
                    </a:cubicBezTo>
                    <a:cubicBezTo>
                      <a:pt x="80" y="111"/>
                      <a:pt x="80" y="111"/>
                      <a:pt x="80" y="111"/>
                    </a:cubicBezTo>
                    <a:close/>
                    <a:moveTo>
                      <a:pt x="80" y="86"/>
                    </a:moveTo>
                    <a:cubicBezTo>
                      <a:pt x="80" y="45"/>
                      <a:pt x="80" y="45"/>
                      <a:pt x="80" y="45"/>
                    </a:cubicBezTo>
                    <a:cubicBezTo>
                      <a:pt x="88" y="43"/>
                      <a:pt x="88" y="43"/>
                      <a:pt x="88" y="43"/>
                    </a:cubicBezTo>
                    <a:cubicBezTo>
                      <a:pt x="88" y="58"/>
                      <a:pt x="88" y="58"/>
                      <a:pt x="88" y="58"/>
                    </a:cubicBezTo>
                    <a:cubicBezTo>
                      <a:pt x="94" y="52"/>
                      <a:pt x="100" y="46"/>
                      <a:pt x="105" y="41"/>
                    </a:cubicBezTo>
                    <a:cubicBezTo>
                      <a:pt x="110" y="36"/>
                      <a:pt x="115" y="36"/>
                      <a:pt x="121" y="35"/>
                    </a:cubicBezTo>
                    <a:cubicBezTo>
                      <a:pt x="120" y="41"/>
                      <a:pt x="120" y="47"/>
                      <a:pt x="115" y="51"/>
                    </a:cubicBezTo>
                    <a:cubicBezTo>
                      <a:pt x="110" y="57"/>
                      <a:pt x="104" y="62"/>
                      <a:pt x="98" y="68"/>
                    </a:cubicBezTo>
                    <a:cubicBezTo>
                      <a:pt x="113" y="68"/>
                      <a:pt x="113" y="68"/>
                      <a:pt x="113" y="68"/>
                    </a:cubicBezTo>
                    <a:cubicBezTo>
                      <a:pt x="112" y="73"/>
                      <a:pt x="111" y="78"/>
                      <a:pt x="109" y="83"/>
                    </a:cubicBezTo>
                    <a:cubicBezTo>
                      <a:pt x="108" y="85"/>
                      <a:pt x="98" y="84"/>
                      <a:pt x="96" y="84"/>
                    </a:cubicBezTo>
                    <a:cubicBezTo>
                      <a:pt x="93" y="84"/>
                      <a:pt x="84" y="83"/>
                      <a:pt x="82" y="84"/>
                    </a:cubicBezTo>
                    <a:lnTo>
                      <a:pt x="80" y="86"/>
                    </a:lnTo>
                    <a:close/>
                    <a:moveTo>
                      <a:pt x="19" y="137"/>
                    </a:moveTo>
                    <a:cubicBezTo>
                      <a:pt x="24" y="142"/>
                      <a:pt x="24" y="142"/>
                      <a:pt x="24" y="142"/>
                    </a:cubicBezTo>
                    <a:cubicBezTo>
                      <a:pt x="50" y="116"/>
                      <a:pt x="50" y="116"/>
                      <a:pt x="50" y="116"/>
                    </a:cubicBezTo>
                    <a:cubicBezTo>
                      <a:pt x="54" y="131"/>
                      <a:pt x="66" y="143"/>
                      <a:pt x="80" y="147"/>
                    </a:cubicBezTo>
                    <a:cubicBezTo>
                      <a:pt x="80" y="130"/>
                      <a:pt x="80" y="130"/>
                      <a:pt x="80" y="130"/>
                    </a:cubicBezTo>
                    <a:cubicBezTo>
                      <a:pt x="73" y="127"/>
                      <a:pt x="67" y="120"/>
                      <a:pt x="67" y="111"/>
                    </a:cubicBezTo>
                    <a:cubicBezTo>
                      <a:pt x="80" y="111"/>
                      <a:pt x="80" y="111"/>
                      <a:pt x="80" y="111"/>
                    </a:cubicBezTo>
                    <a:cubicBezTo>
                      <a:pt x="80" y="96"/>
                      <a:pt x="80" y="96"/>
                      <a:pt x="80" y="96"/>
                    </a:cubicBezTo>
                    <a:cubicBezTo>
                      <a:pt x="70" y="96"/>
                      <a:pt x="70" y="96"/>
                      <a:pt x="70" y="96"/>
                    </a:cubicBezTo>
                    <a:cubicBezTo>
                      <a:pt x="80" y="86"/>
                      <a:pt x="80" y="86"/>
                      <a:pt x="80" y="86"/>
                    </a:cubicBezTo>
                    <a:cubicBezTo>
                      <a:pt x="80" y="45"/>
                      <a:pt x="80" y="45"/>
                      <a:pt x="80" y="45"/>
                    </a:cubicBezTo>
                    <a:cubicBezTo>
                      <a:pt x="73" y="47"/>
                      <a:pt x="73" y="47"/>
                      <a:pt x="73" y="47"/>
                    </a:cubicBezTo>
                    <a:cubicBezTo>
                      <a:pt x="71" y="48"/>
                      <a:pt x="72" y="59"/>
                      <a:pt x="72" y="61"/>
                    </a:cubicBezTo>
                    <a:cubicBezTo>
                      <a:pt x="72" y="63"/>
                      <a:pt x="74" y="72"/>
                      <a:pt x="72" y="74"/>
                    </a:cubicBezTo>
                    <a:cubicBezTo>
                      <a:pt x="68" y="78"/>
                      <a:pt x="64" y="82"/>
                      <a:pt x="60" y="86"/>
                    </a:cubicBezTo>
                    <a:cubicBezTo>
                      <a:pt x="60" y="49"/>
                      <a:pt x="60" y="49"/>
                      <a:pt x="60" y="49"/>
                    </a:cubicBezTo>
                    <a:cubicBezTo>
                      <a:pt x="56" y="50"/>
                      <a:pt x="51" y="52"/>
                      <a:pt x="47" y="53"/>
                    </a:cubicBezTo>
                    <a:cubicBezTo>
                      <a:pt x="44" y="54"/>
                      <a:pt x="45" y="57"/>
                      <a:pt x="45" y="60"/>
                    </a:cubicBezTo>
                    <a:cubicBezTo>
                      <a:pt x="45" y="70"/>
                      <a:pt x="45" y="80"/>
                      <a:pt x="45" y="89"/>
                    </a:cubicBezTo>
                    <a:cubicBezTo>
                      <a:pt x="26" y="88"/>
                      <a:pt x="17" y="66"/>
                      <a:pt x="29" y="51"/>
                    </a:cubicBezTo>
                    <a:cubicBezTo>
                      <a:pt x="29" y="51"/>
                      <a:pt x="29" y="51"/>
                      <a:pt x="29" y="51"/>
                    </a:cubicBezTo>
                    <a:cubicBezTo>
                      <a:pt x="36" y="42"/>
                      <a:pt x="48" y="40"/>
                      <a:pt x="59" y="38"/>
                    </a:cubicBezTo>
                    <a:cubicBezTo>
                      <a:pt x="66" y="36"/>
                      <a:pt x="73" y="34"/>
                      <a:pt x="80" y="32"/>
                    </a:cubicBezTo>
                    <a:cubicBezTo>
                      <a:pt x="80" y="17"/>
                      <a:pt x="80" y="17"/>
                      <a:pt x="80" y="17"/>
                    </a:cubicBezTo>
                    <a:cubicBezTo>
                      <a:pt x="71" y="19"/>
                      <a:pt x="62" y="21"/>
                      <a:pt x="52" y="24"/>
                    </a:cubicBezTo>
                    <a:cubicBezTo>
                      <a:pt x="36" y="28"/>
                      <a:pt x="19" y="32"/>
                      <a:pt x="11" y="49"/>
                    </a:cubicBezTo>
                    <a:cubicBezTo>
                      <a:pt x="0" y="73"/>
                      <a:pt x="16" y="100"/>
                      <a:pt x="40" y="106"/>
                    </a:cubicBezTo>
                    <a:cubicBezTo>
                      <a:pt x="14" y="132"/>
                      <a:pt x="14" y="132"/>
                      <a:pt x="14" y="132"/>
                    </a:cubicBezTo>
                    <a:lnTo>
                      <a:pt x="19"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4" name="Freeform 324"/>
              <p:cNvSpPr>
                <a:spLocks/>
              </p:cNvSpPr>
              <p:nvPr/>
            </p:nvSpPr>
            <p:spPr bwMode="auto">
              <a:xfrm>
                <a:off x="-2674938" y="6529388"/>
                <a:ext cx="60325" cy="192088"/>
              </a:xfrm>
              <a:custGeom>
                <a:avLst/>
                <a:gdLst>
                  <a:gd name="T0" fmla="*/ 16 w 16"/>
                  <a:gd name="T1" fmla="*/ 51 h 51"/>
                  <a:gd name="T2" fmla="*/ 16 w 16"/>
                  <a:gd name="T3" fmla="*/ 0 h 51"/>
                  <a:gd name="T4" fmla="*/ 8 w 16"/>
                  <a:gd name="T5" fmla="*/ 0 h 51"/>
                  <a:gd name="T6" fmla="*/ 0 w 16"/>
                  <a:gd name="T7" fmla="*/ 0 h 51"/>
                  <a:gd name="T8" fmla="*/ 0 w 16"/>
                  <a:gd name="T9" fmla="*/ 51 h 51"/>
                  <a:gd name="T10" fmla="*/ 8 w 16"/>
                  <a:gd name="T11" fmla="*/ 51 h 51"/>
                  <a:gd name="T12" fmla="*/ 16 w 16"/>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16" h="51">
                    <a:moveTo>
                      <a:pt x="16" y="51"/>
                    </a:moveTo>
                    <a:cubicBezTo>
                      <a:pt x="16" y="0"/>
                      <a:pt x="16" y="0"/>
                      <a:pt x="16" y="0"/>
                    </a:cubicBezTo>
                    <a:cubicBezTo>
                      <a:pt x="13" y="0"/>
                      <a:pt x="11" y="0"/>
                      <a:pt x="8" y="0"/>
                    </a:cubicBezTo>
                    <a:cubicBezTo>
                      <a:pt x="5" y="0"/>
                      <a:pt x="3" y="0"/>
                      <a:pt x="0" y="0"/>
                    </a:cubicBezTo>
                    <a:cubicBezTo>
                      <a:pt x="0" y="51"/>
                      <a:pt x="0" y="51"/>
                      <a:pt x="0" y="51"/>
                    </a:cubicBezTo>
                    <a:cubicBezTo>
                      <a:pt x="3" y="51"/>
                      <a:pt x="5" y="51"/>
                      <a:pt x="8" y="51"/>
                    </a:cubicBezTo>
                    <a:cubicBezTo>
                      <a:pt x="11" y="51"/>
                      <a:pt x="13" y="51"/>
                      <a:pt x="1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5" name="Freeform 325"/>
              <p:cNvSpPr>
                <a:spLocks/>
              </p:cNvSpPr>
              <p:nvPr/>
            </p:nvSpPr>
            <p:spPr bwMode="auto">
              <a:xfrm>
                <a:off x="-2922588" y="6097588"/>
                <a:ext cx="555625" cy="412750"/>
              </a:xfrm>
              <a:custGeom>
                <a:avLst/>
                <a:gdLst>
                  <a:gd name="T0" fmla="*/ 148 w 148"/>
                  <a:gd name="T1" fmla="*/ 36 h 110"/>
                  <a:gd name="T2" fmla="*/ 138 w 148"/>
                  <a:gd name="T3" fmla="*/ 0 h 110"/>
                  <a:gd name="T4" fmla="*/ 106 w 148"/>
                  <a:gd name="T5" fmla="*/ 18 h 110"/>
                  <a:gd name="T6" fmla="*/ 74 w 148"/>
                  <a:gd name="T7" fmla="*/ 0 h 110"/>
                  <a:gd name="T8" fmla="*/ 42 w 148"/>
                  <a:gd name="T9" fmla="*/ 18 h 110"/>
                  <a:gd name="T10" fmla="*/ 10 w 148"/>
                  <a:gd name="T11" fmla="*/ 0 h 110"/>
                  <a:gd name="T12" fmla="*/ 0 w 148"/>
                  <a:gd name="T13" fmla="*/ 36 h 110"/>
                  <a:gd name="T14" fmla="*/ 66 w 148"/>
                  <a:gd name="T15" fmla="*/ 110 h 110"/>
                  <a:gd name="T16" fmla="*/ 74 w 148"/>
                  <a:gd name="T17" fmla="*/ 110 h 110"/>
                  <a:gd name="T18" fmla="*/ 82 w 148"/>
                  <a:gd name="T19" fmla="*/ 110 h 110"/>
                  <a:gd name="T20" fmla="*/ 148 w 148"/>
                  <a:gd name="T21" fmla="*/ 3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110">
                    <a:moveTo>
                      <a:pt x="148" y="36"/>
                    </a:moveTo>
                    <a:cubicBezTo>
                      <a:pt x="148" y="23"/>
                      <a:pt x="144" y="11"/>
                      <a:pt x="138" y="0"/>
                    </a:cubicBezTo>
                    <a:cubicBezTo>
                      <a:pt x="106" y="18"/>
                      <a:pt x="106" y="18"/>
                      <a:pt x="106" y="18"/>
                    </a:cubicBezTo>
                    <a:cubicBezTo>
                      <a:pt x="74" y="0"/>
                      <a:pt x="74" y="0"/>
                      <a:pt x="74" y="0"/>
                    </a:cubicBezTo>
                    <a:cubicBezTo>
                      <a:pt x="42" y="18"/>
                      <a:pt x="42" y="18"/>
                      <a:pt x="42" y="18"/>
                    </a:cubicBezTo>
                    <a:cubicBezTo>
                      <a:pt x="10" y="0"/>
                      <a:pt x="10" y="0"/>
                      <a:pt x="10" y="0"/>
                    </a:cubicBezTo>
                    <a:cubicBezTo>
                      <a:pt x="4" y="11"/>
                      <a:pt x="0" y="23"/>
                      <a:pt x="0" y="36"/>
                    </a:cubicBezTo>
                    <a:cubicBezTo>
                      <a:pt x="0" y="74"/>
                      <a:pt x="29" y="106"/>
                      <a:pt x="66" y="110"/>
                    </a:cubicBezTo>
                    <a:cubicBezTo>
                      <a:pt x="69" y="110"/>
                      <a:pt x="71" y="110"/>
                      <a:pt x="74" y="110"/>
                    </a:cubicBezTo>
                    <a:cubicBezTo>
                      <a:pt x="77" y="110"/>
                      <a:pt x="79" y="110"/>
                      <a:pt x="82" y="110"/>
                    </a:cubicBezTo>
                    <a:cubicBezTo>
                      <a:pt x="119" y="106"/>
                      <a:pt x="148" y="74"/>
                      <a:pt x="14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6" name="Freeform 326"/>
              <p:cNvSpPr>
                <a:spLocks/>
              </p:cNvSpPr>
              <p:nvPr/>
            </p:nvSpPr>
            <p:spPr bwMode="auto">
              <a:xfrm>
                <a:off x="-2806700" y="6537325"/>
                <a:ext cx="115887" cy="115888"/>
              </a:xfrm>
              <a:custGeom>
                <a:avLst/>
                <a:gdLst>
                  <a:gd name="T0" fmla="*/ 30 w 31"/>
                  <a:gd name="T1" fmla="*/ 29 h 31"/>
                  <a:gd name="T2" fmla="*/ 23 w 31"/>
                  <a:gd name="T3" fmla="*/ 8 h 31"/>
                  <a:gd name="T4" fmla="*/ 2 w 31"/>
                  <a:gd name="T5" fmla="*/ 1 h 31"/>
                  <a:gd name="T6" fmla="*/ 8 w 31"/>
                  <a:gd name="T7" fmla="*/ 23 h 31"/>
                  <a:gd name="T8" fmla="*/ 30 w 31"/>
                  <a:gd name="T9" fmla="*/ 29 h 31"/>
                </a:gdLst>
                <a:ahLst/>
                <a:cxnLst>
                  <a:cxn ang="0">
                    <a:pos x="T0" y="T1"/>
                  </a:cxn>
                  <a:cxn ang="0">
                    <a:pos x="T2" y="T3"/>
                  </a:cxn>
                  <a:cxn ang="0">
                    <a:pos x="T4" y="T5"/>
                  </a:cxn>
                  <a:cxn ang="0">
                    <a:pos x="T6" y="T7"/>
                  </a:cxn>
                  <a:cxn ang="0">
                    <a:pos x="T8" y="T9"/>
                  </a:cxn>
                </a:cxnLst>
                <a:rect l="0" t="0" r="r" b="b"/>
                <a:pathLst>
                  <a:path w="31" h="31">
                    <a:moveTo>
                      <a:pt x="30" y="29"/>
                    </a:moveTo>
                    <a:cubicBezTo>
                      <a:pt x="31" y="22"/>
                      <a:pt x="29" y="14"/>
                      <a:pt x="23" y="8"/>
                    </a:cubicBezTo>
                    <a:cubicBezTo>
                      <a:pt x="17" y="2"/>
                      <a:pt x="9" y="0"/>
                      <a:pt x="2" y="1"/>
                    </a:cubicBezTo>
                    <a:cubicBezTo>
                      <a:pt x="0" y="9"/>
                      <a:pt x="3" y="17"/>
                      <a:pt x="8" y="23"/>
                    </a:cubicBezTo>
                    <a:cubicBezTo>
                      <a:pt x="14" y="28"/>
                      <a:pt x="22" y="31"/>
                      <a:pt x="30"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7" name="Freeform 327"/>
              <p:cNvSpPr>
                <a:spLocks/>
              </p:cNvSpPr>
              <p:nvPr/>
            </p:nvSpPr>
            <p:spPr bwMode="auto">
              <a:xfrm>
                <a:off x="-2600325" y="6537325"/>
                <a:ext cx="115887" cy="115888"/>
              </a:xfrm>
              <a:custGeom>
                <a:avLst/>
                <a:gdLst>
                  <a:gd name="T0" fmla="*/ 23 w 31"/>
                  <a:gd name="T1" fmla="*/ 23 h 31"/>
                  <a:gd name="T2" fmla="*/ 29 w 31"/>
                  <a:gd name="T3" fmla="*/ 1 h 31"/>
                  <a:gd name="T4" fmla="*/ 8 w 31"/>
                  <a:gd name="T5" fmla="*/ 8 h 31"/>
                  <a:gd name="T6" fmla="*/ 1 w 31"/>
                  <a:gd name="T7" fmla="*/ 29 h 31"/>
                  <a:gd name="T8" fmla="*/ 23 w 31"/>
                  <a:gd name="T9" fmla="*/ 23 h 31"/>
                </a:gdLst>
                <a:ahLst/>
                <a:cxnLst>
                  <a:cxn ang="0">
                    <a:pos x="T0" y="T1"/>
                  </a:cxn>
                  <a:cxn ang="0">
                    <a:pos x="T2" y="T3"/>
                  </a:cxn>
                  <a:cxn ang="0">
                    <a:pos x="T4" y="T5"/>
                  </a:cxn>
                  <a:cxn ang="0">
                    <a:pos x="T6" y="T7"/>
                  </a:cxn>
                  <a:cxn ang="0">
                    <a:pos x="T8" y="T9"/>
                  </a:cxn>
                </a:cxnLst>
                <a:rect l="0" t="0" r="r" b="b"/>
                <a:pathLst>
                  <a:path w="31" h="31">
                    <a:moveTo>
                      <a:pt x="23" y="23"/>
                    </a:moveTo>
                    <a:cubicBezTo>
                      <a:pt x="29" y="17"/>
                      <a:pt x="31" y="9"/>
                      <a:pt x="29" y="1"/>
                    </a:cubicBezTo>
                    <a:cubicBezTo>
                      <a:pt x="22" y="0"/>
                      <a:pt x="14" y="2"/>
                      <a:pt x="8" y="8"/>
                    </a:cubicBezTo>
                    <a:cubicBezTo>
                      <a:pt x="2" y="14"/>
                      <a:pt x="0" y="22"/>
                      <a:pt x="1" y="29"/>
                    </a:cubicBezTo>
                    <a:cubicBezTo>
                      <a:pt x="9" y="31"/>
                      <a:pt x="17" y="28"/>
                      <a:pt x="2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8" name="Freeform 328"/>
              <p:cNvSpPr>
                <a:spLocks/>
              </p:cNvSpPr>
              <p:nvPr/>
            </p:nvSpPr>
            <p:spPr bwMode="auto">
              <a:xfrm>
                <a:off x="-2806700" y="6738938"/>
                <a:ext cx="322262" cy="95250"/>
              </a:xfrm>
              <a:custGeom>
                <a:avLst/>
                <a:gdLst>
                  <a:gd name="T0" fmla="*/ 51 w 86"/>
                  <a:gd name="T1" fmla="*/ 0 h 25"/>
                  <a:gd name="T2" fmla="*/ 43 w 86"/>
                  <a:gd name="T3" fmla="*/ 0 h 25"/>
                  <a:gd name="T4" fmla="*/ 35 w 86"/>
                  <a:gd name="T5" fmla="*/ 0 h 25"/>
                  <a:gd name="T6" fmla="*/ 0 w 86"/>
                  <a:gd name="T7" fmla="*/ 25 h 25"/>
                  <a:gd name="T8" fmla="*/ 86 w 86"/>
                  <a:gd name="T9" fmla="*/ 25 h 25"/>
                  <a:gd name="T10" fmla="*/ 51 w 86"/>
                  <a:gd name="T11" fmla="*/ 0 h 25"/>
                </a:gdLst>
                <a:ahLst/>
                <a:cxnLst>
                  <a:cxn ang="0">
                    <a:pos x="T0" y="T1"/>
                  </a:cxn>
                  <a:cxn ang="0">
                    <a:pos x="T2" y="T3"/>
                  </a:cxn>
                  <a:cxn ang="0">
                    <a:pos x="T4" y="T5"/>
                  </a:cxn>
                  <a:cxn ang="0">
                    <a:pos x="T6" y="T7"/>
                  </a:cxn>
                  <a:cxn ang="0">
                    <a:pos x="T8" y="T9"/>
                  </a:cxn>
                  <a:cxn ang="0">
                    <a:pos x="T10" y="T11"/>
                  </a:cxn>
                </a:cxnLst>
                <a:rect l="0" t="0" r="r" b="b"/>
                <a:pathLst>
                  <a:path w="86" h="25">
                    <a:moveTo>
                      <a:pt x="51" y="0"/>
                    </a:moveTo>
                    <a:cubicBezTo>
                      <a:pt x="48" y="0"/>
                      <a:pt x="46" y="0"/>
                      <a:pt x="43" y="0"/>
                    </a:cubicBezTo>
                    <a:cubicBezTo>
                      <a:pt x="40" y="0"/>
                      <a:pt x="38" y="0"/>
                      <a:pt x="35" y="0"/>
                    </a:cubicBezTo>
                    <a:cubicBezTo>
                      <a:pt x="15" y="2"/>
                      <a:pt x="0" y="13"/>
                      <a:pt x="0" y="25"/>
                    </a:cubicBezTo>
                    <a:cubicBezTo>
                      <a:pt x="86" y="25"/>
                      <a:pt x="86" y="25"/>
                      <a:pt x="86" y="25"/>
                    </a:cubicBezTo>
                    <a:cubicBezTo>
                      <a:pt x="86" y="13"/>
                      <a:pt x="71" y="2"/>
                      <a:pt x="5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79" name="Freeform 329"/>
              <p:cNvSpPr>
                <a:spLocks/>
              </p:cNvSpPr>
              <p:nvPr/>
            </p:nvSpPr>
            <p:spPr bwMode="auto">
              <a:xfrm>
                <a:off x="-5410200" y="3240087"/>
                <a:ext cx="323850" cy="244475"/>
              </a:xfrm>
              <a:custGeom>
                <a:avLst/>
                <a:gdLst>
                  <a:gd name="T0" fmla="*/ 43 w 86"/>
                  <a:gd name="T1" fmla="*/ 0 h 65"/>
                  <a:gd name="T2" fmla="*/ 0 w 86"/>
                  <a:gd name="T3" fmla="*/ 44 h 65"/>
                  <a:gd name="T4" fmla="*/ 5 w 86"/>
                  <a:gd name="T5" fmla="*/ 64 h 65"/>
                  <a:gd name="T6" fmla="*/ 5 w 86"/>
                  <a:gd name="T7" fmla="*/ 53 h 65"/>
                  <a:gd name="T8" fmla="*/ 7 w 86"/>
                  <a:gd name="T9" fmla="*/ 47 h 65"/>
                  <a:gd name="T10" fmla="*/ 7 w 86"/>
                  <a:gd name="T11" fmla="*/ 44 h 65"/>
                  <a:gd name="T12" fmla="*/ 43 w 86"/>
                  <a:gd name="T13" fmla="*/ 7 h 65"/>
                  <a:gd name="T14" fmla="*/ 79 w 86"/>
                  <a:gd name="T15" fmla="*/ 44 h 65"/>
                  <a:gd name="T16" fmla="*/ 79 w 86"/>
                  <a:gd name="T17" fmla="*/ 47 h 65"/>
                  <a:gd name="T18" fmla="*/ 80 w 86"/>
                  <a:gd name="T19" fmla="*/ 53 h 65"/>
                  <a:gd name="T20" fmla="*/ 80 w 86"/>
                  <a:gd name="T21" fmla="*/ 65 h 65"/>
                  <a:gd name="T22" fmla="*/ 86 w 86"/>
                  <a:gd name="T23" fmla="*/ 44 h 65"/>
                  <a:gd name="T24" fmla="*/ 43 w 86"/>
                  <a:gd name="T2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 h="65">
                    <a:moveTo>
                      <a:pt x="43" y="0"/>
                    </a:moveTo>
                    <a:cubicBezTo>
                      <a:pt x="19" y="0"/>
                      <a:pt x="0" y="20"/>
                      <a:pt x="0" y="44"/>
                    </a:cubicBezTo>
                    <a:cubicBezTo>
                      <a:pt x="0" y="51"/>
                      <a:pt x="1" y="58"/>
                      <a:pt x="5" y="64"/>
                    </a:cubicBezTo>
                    <a:cubicBezTo>
                      <a:pt x="5" y="53"/>
                      <a:pt x="5" y="53"/>
                      <a:pt x="5" y="53"/>
                    </a:cubicBezTo>
                    <a:cubicBezTo>
                      <a:pt x="5" y="51"/>
                      <a:pt x="6" y="49"/>
                      <a:pt x="7" y="47"/>
                    </a:cubicBezTo>
                    <a:cubicBezTo>
                      <a:pt x="7" y="46"/>
                      <a:pt x="7" y="45"/>
                      <a:pt x="7" y="44"/>
                    </a:cubicBezTo>
                    <a:cubicBezTo>
                      <a:pt x="7" y="24"/>
                      <a:pt x="23" y="7"/>
                      <a:pt x="43" y="7"/>
                    </a:cubicBezTo>
                    <a:cubicBezTo>
                      <a:pt x="63" y="7"/>
                      <a:pt x="79" y="24"/>
                      <a:pt x="79" y="44"/>
                    </a:cubicBezTo>
                    <a:cubicBezTo>
                      <a:pt x="79" y="45"/>
                      <a:pt x="79" y="46"/>
                      <a:pt x="79" y="47"/>
                    </a:cubicBezTo>
                    <a:cubicBezTo>
                      <a:pt x="80" y="49"/>
                      <a:pt x="80" y="51"/>
                      <a:pt x="80" y="53"/>
                    </a:cubicBezTo>
                    <a:cubicBezTo>
                      <a:pt x="80" y="65"/>
                      <a:pt x="80" y="65"/>
                      <a:pt x="80" y="65"/>
                    </a:cubicBezTo>
                    <a:cubicBezTo>
                      <a:pt x="84" y="58"/>
                      <a:pt x="86" y="51"/>
                      <a:pt x="86" y="44"/>
                    </a:cubicBezTo>
                    <a:cubicBezTo>
                      <a:pt x="86" y="20"/>
                      <a:pt x="67"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0" name="Freeform 330"/>
              <p:cNvSpPr>
                <a:spLocks/>
              </p:cNvSpPr>
              <p:nvPr/>
            </p:nvSpPr>
            <p:spPr bwMode="auto">
              <a:xfrm>
                <a:off x="-5383213" y="3405187"/>
                <a:ext cx="71437" cy="128588"/>
              </a:xfrm>
              <a:custGeom>
                <a:avLst/>
                <a:gdLst>
                  <a:gd name="T0" fmla="*/ 0 w 19"/>
                  <a:gd name="T1" fmla="*/ 7 h 34"/>
                  <a:gd name="T2" fmla="*/ 0 w 19"/>
                  <a:gd name="T3" fmla="*/ 9 h 34"/>
                  <a:gd name="T4" fmla="*/ 0 w 19"/>
                  <a:gd name="T5" fmla="*/ 20 h 34"/>
                  <a:gd name="T6" fmla="*/ 0 w 19"/>
                  <a:gd name="T7" fmla="*/ 25 h 34"/>
                  <a:gd name="T8" fmla="*/ 13 w 19"/>
                  <a:gd name="T9" fmla="*/ 34 h 34"/>
                  <a:gd name="T10" fmla="*/ 19 w 19"/>
                  <a:gd name="T11" fmla="*/ 34 h 34"/>
                  <a:gd name="T12" fmla="*/ 19 w 19"/>
                  <a:gd name="T13" fmla="*/ 0 h 34"/>
                  <a:gd name="T14" fmla="*/ 13 w 19"/>
                  <a:gd name="T15" fmla="*/ 0 h 34"/>
                  <a:gd name="T16" fmla="*/ 0 w 19"/>
                  <a:gd name="T17"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0" y="7"/>
                    </a:moveTo>
                    <a:cubicBezTo>
                      <a:pt x="0" y="8"/>
                      <a:pt x="0" y="8"/>
                      <a:pt x="0" y="9"/>
                    </a:cubicBezTo>
                    <a:cubicBezTo>
                      <a:pt x="0" y="20"/>
                      <a:pt x="0" y="20"/>
                      <a:pt x="0" y="20"/>
                    </a:cubicBezTo>
                    <a:cubicBezTo>
                      <a:pt x="0" y="25"/>
                      <a:pt x="0" y="25"/>
                      <a:pt x="0" y="25"/>
                    </a:cubicBezTo>
                    <a:cubicBezTo>
                      <a:pt x="0" y="30"/>
                      <a:pt x="6" y="34"/>
                      <a:pt x="13" y="34"/>
                    </a:cubicBezTo>
                    <a:cubicBezTo>
                      <a:pt x="19" y="34"/>
                      <a:pt x="19" y="34"/>
                      <a:pt x="19" y="34"/>
                    </a:cubicBezTo>
                    <a:cubicBezTo>
                      <a:pt x="19" y="0"/>
                      <a:pt x="19" y="0"/>
                      <a:pt x="19" y="0"/>
                    </a:cubicBezTo>
                    <a:cubicBezTo>
                      <a:pt x="13" y="0"/>
                      <a:pt x="13" y="0"/>
                      <a:pt x="13" y="0"/>
                    </a:cubicBezTo>
                    <a:cubicBezTo>
                      <a:pt x="7" y="0"/>
                      <a:pt x="2" y="3"/>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sp>
            <p:nvSpPr>
              <p:cNvPr id="81" name="Freeform 331"/>
              <p:cNvSpPr>
                <a:spLocks/>
              </p:cNvSpPr>
              <p:nvPr/>
            </p:nvSpPr>
            <p:spPr bwMode="auto">
              <a:xfrm>
                <a:off x="-5187950" y="3405187"/>
                <a:ext cx="71437" cy="128588"/>
              </a:xfrm>
              <a:custGeom>
                <a:avLst/>
                <a:gdLst>
                  <a:gd name="T0" fmla="*/ 19 w 19"/>
                  <a:gd name="T1" fmla="*/ 25 h 34"/>
                  <a:gd name="T2" fmla="*/ 19 w 19"/>
                  <a:gd name="T3" fmla="*/ 20 h 34"/>
                  <a:gd name="T4" fmla="*/ 19 w 19"/>
                  <a:gd name="T5" fmla="*/ 9 h 34"/>
                  <a:gd name="T6" fmla="*/ 19 w 19"/>
                  <a:gd name="T7" fmla="*/ 8 h 34"/>
                  <a:gd name="T8" fmla="*/ 6 w 19"/>
                  <a:gd name="T9" fmla="*/ 0 h 34"/>
                  <a:gd name="T10" fmla="*/ 0 w 19"/>
                  <a:gd name="T11" fmla="*/ 0 h 34"/>
                  <a:gd name="T12" fmla="*/ 0 w 19"/>
                  <a:gd name="T13" fmla="*/ 34 h 34"/>
                  <a:gd name="T14" fmla="*/ 6 w 19"/>
                  <a:gd name="T15" fmla="*/ 34 h 34"/>
                  <a:gd name="T16" fmla="*/ 19 w 19"/>
                  <a:gd name="T17"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19" y="25"/>
                    </a:moveTo>
                    <a:cubicBezTo>
                      <a:pt x="19" y="20"/>
                      <a:pt x="19" y="20"/>
                      <a:pt x="19" y="20"/>
                    </a:cubicBezTo>
                    <a:cubicBezTo>
                      <a:pt x="19" y="9"/>
                      <a:pt x="19" y="9"/>
                      <a:pt x="19" y="9"/>
                    </a:cubicBezTo>
                    <a:cubicBezTo>
                      <a:pt x="19" y="8"/>
                      <a:pt x="19" y="8"/>
                      <a:pt x="19" y="8"/>
                    </a:cubicBezTo>
                    <a:cubicBezTo>
                      <a:pt x="18" y="3"/>
                      <a:pt x="13" y="0"/>
                      <a:pt x="6" y="0"/>
                    </a:cubicBezTo>
                    <a:cubicBezTo>
                      <a:pt x="0" y="0"/>
                      <a:pt x="0" y="0"/>
                      <a:pt x="0" y="0"/>
                    </a:cubicBezTo>
                    <a:cubicBezTo>
                      <a:pt x="0" y="34"/>
                      <a:pt x="0" y="34"/>
                      <a:pt x="0" y="34"/>
                    </a:cubicBezTo>
                    <a:cubicBezTo>
                      <a:pt x="6" y="34"/>
                      <a:pt x="6" y="34"/>
                      <a:pt x="6" y="34"/>
                    </a:cubicBezTo>
                    <a:cubicBezTo>
                      <a:pt x="13" y="34"/>
                      <a:pt x="19" y="30"/>
                      <a:pt x="1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dirty="0">
                  <a:solidFill>
                    <a:prstClr val="black"/>
                  </a:solidFill>
                  <a:latin typeface="Calibri" panose="020F0502020204030204"/>
                  <a:cs typeface="Simplified Arabic" panose="02020603050405020304" pitchFamily="18" charset="-78"/>
                </a:endParaRPr>
              </a:p>
            </p:txBody>
          </p:sp>
        </p:grpSp>
        <p:sp>
          <p:nvSpPr>
            <p:cNvPr id="20" name="Rectangle 19"/>
            <p:cNvSpPr/>
            <p:nvPr/>
          </p:nvSpPr>
          <p:spPr>
            <a:xfrm flipH="1">
              <a:off x="2287181" y="2991124"/>
              <a:ext cx="697359" cy="1002038"/>
            </a:xfrm>
            <a:prstGeom prst="rect">
              <a:avLst/>
            </a:prstGeom>
          </p:spPr>
          <p:txBody>
            <a:bodyPr wrap="square">
              <a:spAutoFit/>
            </a:bodyPr>
            <a:lstStyle/>
            <a:p>
              <a:pPr algn="ctr" defTabSz="457200" fontAlgn="auto">
                <a:spcBef>
                  <a:spcPts val="0"/>
                </a:spcBef>
                <a:spcAft>
                  <a:spcPts val="0"/>
                </a:spcAft>
              </a:pPr>
              <a:r>
                <a:rPr lang="id-ID" sz="700" b="1" dirty="0">
                  <a:solidFill>
                    <a:prstClr val="white">
                      <a:lumMod val="75000"/>
                    </a:prstClr>
                  </a:solidFill>
                  <a:latin typeface="Roboto" panose="02000000000000000000" pitchFamily="2" charset="0"/>
                  <a:ea typeface="Roboto" panose="02000000000000000000" pitchFamily="2" charset="0"/>
                  <a:cs typeface="Simplified Arabic" panose="02020603050405020304" pitchFamily="18" charset="-78"/>
                </a:rPr>
                <a:t>Suitable for </a:t>
              </a:r>
              <a:r>
                <a:rPr lang="id-ID" sz="700" b="1" dirty="0" smtClean="0">
                  <a:solidFill>
                    <a:prstClr val="white">
                      <a:lumMod val="75000"/>
                    </a:prstClr>
                  </a:solidFill>
                  <a:latin typeface="Roboto" panose="02000000000000000000" pitchFamily="2" charset="0"/>
                  <a:ea typeface="Roboto" panose="02000000000000000000" pitchFamily="2" charset="0"/>
                  <a:cs typeface="Simplified Arabic" panose="02020603050405020304" pitchFamily="18" charset="-78"/>
                </a:rPr>
                <a:t> categories </a:t>
              </a:r>
              <a:r>
                <a:rPr lang="id-ID" sz="700" dirty="0">
                  <a:solidFill>
                    <a:prstClr val="white">
                      <a:lumMod val="75000"/>
                    </a:prstClr>
                  </a:solidFill>
                  <a:latin typeface="Roboto" panose="02000000000000000000" pitchFamily="2" charset="0"/>
                  <a:ea typeface="Roboto" panose="02000000000000000000" pitchFamily="2" charset="0"/>
                  <a:cs typeface="Simplified Arabic" panose="02020603050405020304" pitchFamily="18" charset="-78"/>
                </a:rPr>
                <a:t>business and personal presentation, eaque ipsa quae ab illo inventore veritatis et quasi architecto </a:t>
              </a:r>
              <a:r>
                <a:rPr lang="id-ID" sz="700" dirty="0" smtClean="0">
                  <a:solidFill>
                    <a:prstClr val="white">
                      <a:lumMod val="75000"/>
                    </a:prstClr>
                  </a:solidFill>
                  <a:latin typeface="Roboto" panose="02000000000000000000" pitchFamily="2" charset="0"/>
                  <a:ea typeface="Roboto" panose="02000000000000000000" pitchFamily="2" charset="0"/>
                  <a:cs typeface="Simplified Arabic" panose="02020603050405020304" pitchFamily="18" charset="-78"/>
                </a:rPr>
                <a:t>beatae</a:t>
              </a:r>
              <a:endParaRPr lang="id-ID" sz="700" dirty="0">
                <a:solidFill>
                  <a:prstClr val="white">
                    <a:lumMod val="75000"/>
                  </a:prstClr>
                </a:solidFill>
                <a:latin typeface="Roboto" panose="02000000000000000000" pitchFamily="2" charset="0"/>
                <a:ea typeface="Roboto" panose="02000000000000000000" pitchFamily="2" charset="0"/>
                <a:cs typeface="Simplified Arabic" panose="02020603050405020304" pitchFamily="18" charset="-78"/>
              </a:endParaRPr>
            </a:p>
          </p:txBody>
        </p:sp>
      </p:grpSp>
      <p:sp>
        <p:nvSpPr>
          <p:cNvPr id="34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3769343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500"/>
                                        <p:tgtEl>
                                          <p:spTgt spid="10">
                                            <p:txEl>
                                              <p:pRg st="0" end="0"/>
                                            </p:txEl>
                                          </p:spTgt>
                                        </p:tgtEl>
                                      </p:cBhvr>
                                    </p:animEffect>
                                  </p:childTnLst>
                                </p:cTn>
                              </p:par>
                              <p:par>
                                <p:cTn id="8" presetID="14" presetClass="entr" presetSubtype="10" fill="hold" nodeType="withEffect">
                                  <p:stCondLst>
                                    <p:cond delay="0"/>
                                  </p:stCondLst>
                                  <p:childTnLst>
                                    <p:set>
                                      <p:cBhvr>
                                        <p:cTn id="9" dur="1" fill="hold">
                                          <p:stCondLst>
                                            <p:cond delay="0"/>
                                          </p:stCondLst>
                                        </p:cTn>
                                        <p:tgtEl>
                                          <p:spTgt spid="342"/>
                                        </p:tgtEl>
                                        <p:attrNameLst>
                                          <p:attrName>style.visibility</p:attrName>
                                        </p:attrNameLst>
                                      </p:cBhvr>
                                      <p:to>
                                        <p:strVal val="visible"/>
                                      </p:to>
                                    </p:set>
                                    <p:animEffect transition="in" filter="randombar(horizontal)">
                                      <p:cBhvr>
                                        <p:cTn id="10" dur="500"/>
                                        <p:tgtEl>
                                          <p:spTgt spid="342"/>
                                        </p:tgtEl>
                                      </p:cBhvr>
                                    </p:animEffect>
                                  </p:childTnLst>
                                </p:cTn>
                              </p:par>
                              <p:par>
                                <p:cTn id="11" presetID="45" presetClass="entr" presetSubtype="0" fill="hold" grpId="0" nodeType="withEffect">
                                  <p:stCondLst>
                                    <p:cond delay="50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2250"/>
                                        <p:tgtEl>
                                          <p:spTgt spid="10"/>
                                        </p:tgtEl>
                                      </p:cBhvr>
                                    </p:animEffect>
                                    <p:anim calcmode="lin" valueType="num">
                                      <p:cBhvr>
                                        <p:cTn id="14" dur="2250" fill="hold"/>
                                        <p:tgtEl>
                                          <p:spTgt spid="10"/>
                                        </p:tgtEl>
                                        <p:attrNameLst>
                                          <p:attrName>ppt_w</p:attrName>
                                        </p:attrNameLst>
                                      </p:cBhvr>
                                      <p:tavLst>
                                        <p:tav tm="0" fmla="#ppt_w*sin(2.5*pi*$)">
                                          <p:val>
                                            <p:fltVal val="0"/>
                                          </p:val>
                                        </p:tav>
                                        <p:tav tm="100000">
                                          <p:val>
                                            <p:fltVal val="1"/>
                                          </p:val>
                                        </p:tav>
                                      </p:tavLst>
                                    </p:anim>
                                    <p:anim calcmode="lin" valueType="num">
                                      <p:cBhvr>
                                        <p:cTn id="15" dur="2250" fill="hold"/>
                                        <p:tgtEl>
                                          <p:spTgt spid="10"/>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8026959" y="4198287"/>
            <a:ext cx="88012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Simplified Arabic" panose="02020603050405020304" pitchFamily="18" charset="-78"/>
              </a:rPr>
              <a:t></a:t>
            </a:r>
            <a:endParaRPr lang="en-US" sz="3500" dirty="0">
              <a:solidFill>
                <a:prstClr val="white"/>
              </a:solidFill>
              <a:latin typeface="Calibri Light" panose="020F0302020204030204"/>
              <a:cs typeface="Simplified Arabic" panose="02020603050405020304" pitchFamily="18" charset="-78"/>
            </a:endParaRPr>
          </a:p>
        </p:txBody>
      </p:sp>
      <p:sp>
        <p:nvSpPr>
          <p:cNvPr id="14" name="TextBox 13"/>
          <p:cNvSpPr txBox="1"/>
          <p:nvPr/>
        </p:nvSpPr>
        <p:spPr>
          <a:xfrm>
            <a:off x="8017293"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Simplified Arabic" panose="02020603050405020304" pitchFamily="18" charset="-78"/>
              </a:rPr>
              <a:t></a:t>
            </a:r>
            <a:endParaRPr lang="en-US" sz="3500" dirty="0">
              <a:solidFill>
                <a:prstClr val="white"/>
              </a:solidFill>
              <a:latin typeface="Calibri Light" panose="020F0302020204030204"/>
              <a:cs typeface="Simplified Arabic" panose="02020603050405020304" pitchFamily="18" charset="-78"/>
            </a:endParaRPr>
          </a:p>
        </p:txBody>
      </p:sp>
      <p:sp>
        <p:nvSpPr>
          <p:cNvPr id="16" name="TextBox 15"/>
          <p:cNvSpPr txBox="1"/>
          <p:nvPr/>
        </p:nvSpPr>
        <p:spPr>
          <a:xfrm>
            <a:off x="8691980"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Simplified Arabic" panose="02020603050405020304" pitchFamily="18" charset="-78"/>
              </a:rPr>
              <a:t></a:t>
            </a:r>
            <a:endParaRPr lang="en-US" sz="3500" dirty="0">
              <a:solidFill>
                <a:prstClr val="white"/>
              </a:solidFill>
              <a:latin typeface="Calibri Light" panose="020F0302020204030204"/>
              <a:cs typeface="Simplified Arabic" panose="02020603050405020304" pitchFamily="18" charset="-78"/>
            </a:endParaRPr>
          </a:p>
        </p:txBody>
      </p:sp>
      <p:sp>
        <p:nvSpPr>
          <p:cNvPr id="17" name="TextBox 16"/>
          <p:cNvSpPr txBox="1"/>
          <p:nvPr/>
        </p:nvSpPr>
        <p:spPr>
          <a:xfrm>
            <a:off x="8691980"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Simplified Arabic" panose="02020603050405020304" pitchFamily="18" charset="-78"/>
              </a:rPr>
              <a:t></a:t>
            </a:r>
            <a:endParaRPr lang="en-US" sz="3500" dirty="0">
              <a:solidFill>
                <a:prstClr val="white"/>
              </a:solidFill>
              <a:latin typeface="Calibri Light" panose="020F0302020204030204"/>
              <a:cs typeface="Simplified Arabic" panose="02020603050405020304" pitchFamily="18" charset="-78"/>
            </a:endParaRPr>
          </a:p>
        </p:txBody>
      </p:sp>
      <p:sp>
        <p:nvSpPr>
          <p:cNvPr id="18" name="TextBox 17"/>
          <p:cNvSpPr txBox="1"/>
          <p:nvPr/>
        </p:nvSpPr>
        <p:spPr>
          <a:xfrm>
            <a:off x="7906501"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Simplified Arabic" panose="02020603050405020304" pitchFamily="18" charset="-78"/>
              </a:rPr>
              <a:t></a:t>
            </a:r>
            <a:endParaRPr lang="en-US" sz="3500" dirty="0">
              <a:solidFill>
                <a:prstClr val="white"/>
              </a:solidFill>
              <a:latin typeface="Calibri Light" panose="020F0302020204030204"/>
              <a:cs typeface="Simplified Arabic" panose="02020603050405020304" pitchFamily="18" charset="-78"/>
            </a:endParaRPr>
          </a:p>
        </p:txBody>
      </p:sp>
      <p:sp>
        <p:nvSpPr>
          <p:cNvPr id="19" name="TextBox 18"/>
          <p:cNvSpPr txBox="1"/>
          <p:nvPr/>
        </p:nvSpPr>
        <p:spPr>
          <a:xfrm>
            <a:off x="7906501" y="1316975"/>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Simplified Arabic" panose="02020603050405020304" pitchFamily="18" charset="-78"/>
              </a:rPr>
              <a:t></a:t>
            </a:r>
            <a:endParaRPr lang="en-US" sz="3500" dirty="0">
              <a:solidFill>
                <a:prstClr val="white"/>
              </a:solidFill>
              <a:latin typeface="Calibri Light" panose="020F0302020204030204"/>
              <a:cs typeface="Simplified Arabic" panose="02020603050405020304" pitchFamily="18" charset="-78"/>
            </a:endParaRPr>
          </a:p>
        </p:txBody>
      </p:sp>
      <p:sp>
        <p:nvSpPr>
          <p:cNvPr id="20" name="TextBox 19"/>
          <p:cNvSpPr txBox="1"/>
          <p:nvPr/>
        </p:nvSpPr>
        <p:spPr>
          <a:xfrm>
            <a:off x="7093702" y="2230671"/>
            <a:ext cx="623888" cy="477054"/>
          </a:xfrm>
          <a:prstGeom prst="rect">
            <a:avLst/>
          </a:prstGeom>
          <a:noFill/>
          <a:ln>
            <a:noFill/>
          </a:ln>
        </p:spPr>
        <p:txBody>
          <a:bodyPr wrap="square" rtlCol="0">
            <a:spAutoFit/>
          </a:bodyPr>
          <a:lstStyle/>
          <a:p>
            <a:pPr algn="ctr" fontAlgn="auto">
              <a:spcBef>
                <a:spcPts val="0"/>
              </a:spcBef>
              <a:spcAft>
                <a:spcPts val="0"/>
              </a:spcAft>
            </a:pPr>
            <a:r>
              <a:rPr lang="en-US" sz="2500" dirty="0" smtClean="0">
                <a:solidFill>
                  <a:prstClr val="white"/>
                </a:solidFill>
                <a:latin typeface="FontAwesome" pitchFamily="2" charset="0"/>
                <a:cs typeface="Simplified Arabic" panose="02020603050405020304" pitchFamily="18" charset="-78"/>
              </a:rPr>
              <a:t></a:t>
            </a:r>
            <a:endParaRPr lang="en-US" sz="2500" dirty="0">
              <a:solidFill>
                <a:prstClr val="white"/>
              </a:solidFill>
              <a:latin typeface="Calibri Light" panose="020F0302020204030204"/>
              <a:cs typeface="Simplified Arabic" panose="02020603050405020304" pitchFamily="18" charset="-78"/>
            </a:endParaRPr>
          </a:p>
        </p:txBody>
      </p:sp>
      <p:sp>
        <p:nvSpPr>
          <p:cNvPr id="23" name="TextBox 22"/>
          <p:cNvSpPr txBox="1"/>
          <p:nvPr/>
        </p:nvSpPr>
        <p:spPr>
          <a:xfrm>
            <a:off x="5715922" y="1734491"/>
            <a:ext cx="5753108" cy="3539430"/>
          </a:xfrm>
          <a:prstGeom prst="rect">
            <a:avLst/>
          </a:prstGeom>
          <a:noFill/>
        </p:spPr>
        <p:txBody>
          <a:bodyPr wrap="square" rtlCol="0">
            <a:spAutoFit/>
          </a:bodyPr>
          <a:lstStyle/>
          <a:p>
            <a:pPr algn="ctr" rtl="1"/>
            <a:r>
              <a:rPr lang="ar-SA" sz="3200" b="1" dirty="0">
                <a:solidFill>
                  <a:prstClr val="black"/>
                </a:solidFill>
                <a:cs typeface="Simplified Arabic" panose="02020603050405020304" pitchFamily="18" charset="-78"/>
              </a:rPr>
              <a:t>بالرغم من أن أغلب الناس يستعملون اليوتيوب من أجل الترفيه، إلا أنه مع ذلك يمكن استخدامه كوسيلة وأداة تعليمية فعالة ومفيدة، سواء في الأبحاث وعرض بعض التجارب العلمية، أو العروض التعليمية، نظراً لما يتيحه من محتوى رقمي لا حصر له</a:t>
            </a:r>
            <a:endParaRPr lang="en-US" sz="3200" b="1" dirty="0">
              <a:solidFill>
                <a:prstClr val="black"/>
              </a:solidFill>
              <a:cs typeface="Simplified Arabic" panose="02020603050405020304" pitchFamily="18" charset="-78"/>
            </a:endParaRPr>
          </a:p>
        </p:txBody>
      </p:sp>
      <p:sp>
        <p:nvSpPr>
          <p:cNvPr id="30" name="Title 2"/>
          <p:cNvSpPr txBox="1">
            <a:spLocks/>
          </p:cNvSpPr>
          <p:nvPr/>
        </p:nvSpPr>
        <p:spPr>
          <a:xfrm>
            <a:off x="174439" y="201126"/>
            <a:ext cx="10670333" cy="830923"/>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r" rtl="1"/>
            <a:r>
              <a:rPr lang="ar-JO" sz="4000" u="sng" dirty="0">
                <a:solidFill>
                  <a:srgbClr val="002060"/>
                </a:solidFill>
                <a:cs typeface="Simplified Arabic" panose="02020603050405020304" pitchFamily="18" charset="-78"/>
              </a:rPr>
              <a:t>ب- </a:t>
            </a:r>
            <a:r>
              <a:rPr lang="en-US" sz="4000" u="sng" dirty="0" smtClean="0">
                <a:solidFill>
                  <a:srgbClr val="002060"/>
                </a:solidFill>
                <a:cs typeface="Simplified Arabic" panose="02020603050405020304" pitchFamily="18" charset="-78"/>
              </a:rPr>
              <a:t> </a:t>
            </a:r>
            <a:r>
              <a:rPr lang="ar-JO" sz="4000" u="sng" dirty="0" smtClean="0">
                <a:solidFill>
                  <a:srgbClr val="002060"/>
                </a:solidFill>
                <a:cs typeface="Simplified Arabic" panose="02020603050405020304" pitchFamily="18" charset="-78"/>
              </a:rPr>
              <a:t>اليوتيوب </a:t>
            </a:r>
            <a:r>
              <a:rPr lang="ar-JO" sz="4000" u="sng" dirty="0">
                <a:solidFill>
                  <a:srgbClr val="002060"/>
                </a:solidFill>
                <a:cs typeface="Simplified Arabic" panose="02020603050405020304" pitchFamily="18" charset="-78"/>
              </a:rPr>
              <a:t>في التعليم</a:t>
            </a:r>
            <a:endParaRPr lang="en-US" sz="4000" u="sng" dirty="0">
              <a:solidFill>
                <a:srgbClr val="002060"/>
              </a:solidFill>
              <a:cs typeface="+mn-cs"/>
            </a:endParaRPr>
          </a:p>
        </p:txBody>
      </p:sp>
      <p:grpSp>
        <p:nvGrpSpPr>
          <p:cNvPr id="22" name="Group 21"/>
          <p:cNvGrpSpPr/>
          <p:nvPr/>
        </p:nvGrpSpPr>
        <p:grpSpPr>
          <a:xfrm>
            <a:off x="-41125" y="1057872"/>
            <a:ext cx="5275580" cy="4387757"/>
            <a:chOff x="-513043" y="1174786"/>
            <a:chExt cx="6833161" cy="5683214"/>
          </a:xfrm>
        </p:grpSpPr>
        <p:grpSp>
          <p:nvGrpSpPr>
            <p:cNvPr id="24" name="Group 23"/>
            <p:cNvGrpSpPr/>
            <p:nvPr/>
          </p:nvGrpSpPr>
          <p:grpSpPr>
            <a:xfrm>
              <a:off x="-513043" y="1174786"/>
              <a:ext cx="6833161" cy="5683214"/>
              <a:chOff x="1046815" y="704139"/>
              <a:chExt cx="6833161" cy="5683214"/>
            </a:xfrm>
          </p:grpSpPr>
          <p:sp>
            <p:nvSpPr>
              <p:cNvPr id="27" name="Freeform 26"/>
              <p:cNvSpPr>
                <a:spLocks noEditPoints="1"/>
              </p:cNvSpPr>
              <p:nvPr/>
            </p:nvSpPr>
            <p:spPr bwMode="auto">
              <a:xfrm>
                <a:off x="3431520" y="1576369"/>
                <a:ext cx="3062367" cy="875556"/>
              </a:xfrm>
              <a:custGeom>
                <a:avLst/>
                <a:gdLst>
                  <a:gd name="T0" fmla="*/ 3643 w 3683"/>
                  <a:gd name="T1" fmla="*/ 1031 h 1053"/>
                  <a:gd name="T2" fmla="*/ 3579 w 3683"/>
                  <a:gd name="T3" fmla="*/ 989 h 1053"/>
                  <a:gd name="T4" fmla="*/ 3518 w 3683"/>
                  <a:gd name="T5" fmla="*/ 946 h 1053"/>
                  <a:gd name="T6" fmla="*/ 3456 w 3683"/>
                  <a:gd name="T7" fmla="*/ 901 h 1053"/>
                  <a:gd name="T8" fmla="*/ 3395 w 3683"/>
                  <a:gd name="T9" fmla="*/ 859 h 1053"/>
                  <a:gd name="T10" fmla="*/ 3333 w 3683"/>
                  <a:gd name="T11" fmla="*/ 816 h 1053"/>
                  <a:gd name="T12" fmla="*/ 3272 w 3683"/>
                  <a:gd name="T13" fmla="*/ 774 h 1053"/>
                  <a:gd name="T14" fmla="*/ 3208 w 3683"/>
                  <a:gd name="T15" fmla="*/ 731 h 1053"/>
                  <a:gd name="T16" fmla="*/ 3147 w 3683"/>
                  <a:gd name="T17" fmla="*/ 688 h 1053"/>
                  <a:gd name="T18" fmla="*/ 3085 w 3683"/>
                  <a:gd name="T19" fmla="*/ 644 h 1053"/>
                  <a:gd name="T20" fmla="*/ 3024 w 3683"/>
                  <a:gd name="T21" fmla="*/ 601 h 1053"/>
                  <a:gd name="T22" fmla="*/ 2962 w 3683"/>
                  <a:gd name="T23" fmla="*/ 558 h 1053"/>
                  <a:gd name="T24" fmla="*/ 2901 w 3683"/>
                  <a:gd name="T25" fmla="*/ 516 h 1053"/>
                  <a:gd name="T26" fmla="*/ 2837 w 3683"/>
                  <a:gd name="T27" fmla="*/ 473 h 1053"/>
                  <a:gd name="T28" fmla="*/ 2775 w 3683"/>
                  <a:gd name="T29" fmla="*/ 428 h 1053"/>
                  <a:gd name="T30" fmla="*/ 2714 w 3683"/>
                  <a:gd name="T31" fmla="*/ 386 h 1053"/>
                  <a:gd name="T32" fmla="*/ 2652 w 3683"/>
                  <a:gd name="T33" fmla="*/ 343 h 1053"/>
                  <a:gd name="T34" fmla="*/ 2591 w 3683"/>
                  <a:gd name="T35" fmla="*/ 301 h 1053"/>
                  <a:gd name="T36" fmla="*/ 2529 w 3683"/>
                  <a:gd name="T37" fmla="*/ 258 h 1053"/>
                  <a:gd name="T38" fmla="*/ 2466 w 3683"/>
                  <a:gd name="T39" fmla="*/ 216 h 1053"/>
                  <a:gd name="T40" fmla="*/ 2404 w 3683"/>
                  <a:gd name="T41" fmla="*/ 171 h 1053"/>
                  <a:gd name="T42" fmla="*/ 2343 w 3683"/>
                  <a:gd name="T43" fmla="*/ 128 h 1053"/>
                  <a:gd name="T44" fmla="*/ 2281 w 3683"/>
                  <a:gd name="T45" fmla="*/ 86 h 1053"/>
                  <a:gd name="T46" fmla="*/ 2220 w 3683"/>
                  <a:gd name="T47" fmla="*/ 43 h 1053"/>
                  <a:gd name="T48" fmla="*/ 2194 w 3683"/>
                  <a:gd name="T49" fmla="*/ 3 h 1053"/>
                  <a:gd name="T50" fmla="*/ 2123 w 3683"/>
                  <a:gd name="T51" fmla="*/ 31 h 1053"/>
                  <a:gd name="T52" fmla="*/ 2047 w 3683"/>
                  <a:gd name="T53" fmla="*/ 43 h 1053"/>
                  <a:gd name="T54" fmla="*/ 1974 w 3683"/>
                  <a:gd name="T55" fmla="*/ 55 h 1053"/>
                  <a:gd name="T56" fmla="*/ 1898 w 3683"/>
                  <a:gd name="T57" fmla="*/ 67 h 1053"/>
                  <a:gd name="T58" fmla="*/ 1825 w 3683"/>
                  <a:gd name="T59" fmla="*/ 79 h 1053"/>
                  <a:gd name="T60" fmla="*/ 1749 w 3683"/>
                  <a:gd name="T61" fmla="*/ 90 h 1053"/>
                  <a:gd name="T62" fmla="*/ 1676 w 3683"/>
                  <a:gd name="T63" fmla="*/ 102 h 1053"/>
                  <a:gd name="T64" fmla="*/ 1600 w 3683"/>
                  <a:gd name="T65" fmla="*/ 114 h 1053"/>
                  <a:gd name="T66" fmla="*/ 1527 w 3683"/>
                  <a:gd name="T67" fmla="*/ 126 h 1053"/>
                  <a:gd name="T68" fmla="*/ 1451 w 3683"/>
                  <a:gd name="T69" fmla="*/ 138 h 1053"/>
                  <a:gd name="T70" fmla="*/ 1378 w 3683"/>
                  <a:gd name="T71" fmla="*/ 149 h 1053"/>
                  <a:gd name="T72" fmla="*/ 1305 w 3683"/>
                  <a:gd name="T73" fmla="*/ 161 h 1053"/>
                  <a:gd name="T74" fmla="*/ 1229 w 3683"/>
                  <a:gd name="T75" fmla="*/ 173 h 1053"/>
                  <a:gd name="T76" fmla="*/ 1156 w 3683"/>
                  <a:gd name="T77" fmla="*/ 185 h 1053"/>
                  <a:gd name="T78" fmla="*/ 1080 w 3683"/>
                  <a:gd name="T79" fmla="*/ 197 h 1053"/>
                  <a:gd name="T80" fmla="*/ 1007 w 3683"/>
                  <a:gd name="T81" fmla="*/ 209 h 1053"/>
                  <a:gd name="T82" fmla="*/ 931 w 3683"/>
                  <a:gd name="T83" fmla="*/ 220 h 1053"/>
                  <a:gd name="T84" fmla="*/ 858 w 3683"/>
                  <a:gd name="T85" fmla="*/ 232 h 1053"/>
                  <a:gd name="T86" fmla="*/ 782 w 3683"/>
                  <a:gd name="T87" fmla="*/ 244 h 1053"/>
                  <a:gd name="T88" fmla="*/ 709 w 3683"/>
                  <a:gd name="T89" fmla="*/ 256 h 1053"/>
                  <a:gd name="T90" fmla="*/ 633 w 3683"/>
                  <a:gd name="T91" fmla="*/ 268 h 1053"/>
                  <a:gd name="T92" fmla="*/ 560 w 3683"/>
                  <a:gd name="T93" fmla="*/ 279 h 1053"/>
                  <a:gd name="T94" fmla="*/ 487 w 3683"/>
                  <a:gd name="T95" fmla="*/ 291 h 1053"/>
                  <a:gd name="T96" fmla="*/ 411 w 3683"/>
                  <a:gd name="T97" fmla="*/ 303 h 1053"/>
                  <a:gd name="T98" fmla="*/ 338 w 3683"/>
                  <a:gd name="T99" fmla="*/ 315 h 1053"/>
                  <a:gd name="T100" fmla="*/ 262 w 3683"/>
                  <a:gd name="T101" fmla="*/ 327 h 1053"/>
                  <a:gd name="T102" fmla="*/ 189 w 3683"/>
                  <a:gd name="T103" fmla="*/ 339 h 1053"/>
                  <a:gd name="T104" fmla="*/ 113 w 3683"/>
                  <a:gd name="T105" fmla="*/ 350 h 1053"/>
                  <a:gd name="T106" fmla="*/ 40 w 3683"/>
                  <a:gd name="T107" fmla="*/ 362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83" h="1053">
                    <a:moveTo>
                      <a:pt x="3643" y="1031"/>
                    </a:moveTo>
                    <a:lnTo>
                      <a:pt x="3674" y="1053"/>
                    </a:lnTo>
                    <a:lnTo>
                      <a:pt x="3683" y="1038"/>
                    </a:lnTo>
                    <a:lnTo>
                      <a:pt x="3653" y="1015"/>
                    </a:lnTo>
                    <a:lnTo>
                      <a:pt x="3643" y="1031"/>
                    </a:lnTo>
                    <a:close/>
                    <a:moveTo>
                      <a:pt x="3579" y="989"/>
                    </a:moveTo>
                    <a:lnTo>
                      <a:pt x="3610" y="1010"/>
                    </a:lnTo>
                    <a:lnTo>
                      <a:pt x="3622" y="993"/>
                    </a:lnTo>
                    <a:lnTo>
                      <a:pt x="3591" y="972"/>
                    </a:lnTo>
                    <a:lnTo>
                      <a:pt x="3579" y="989"/>
                    </a:lnTo>
                    <a:close/>
                    <a:moveTo>
                      <a:pt x="3518" y="946"/>
                    </a:moveTo>
                    <a:lnTo>
                      <a:pt x="3549" y="967"/>
                    </a:lnTo>
                    <a:lnTo>
                      <a:pt x="3560" y="951"/>
                    </a:lnTo>
                    <a:lnTo>
                      <a:pt x="3530" y="930"/>
                    </a:lnTo>
                    <a:lnTo>
                      <a:pt x="3518" y="946"/>
                    </a:lnTo>
                    <a:close/>
                    <a:moveTo>
                      <a:pt x="3456" y="901"/>
                    </a:moveTo>
                    <a:lnTo>
                      <a:pt x="3487" y="925"/>
                    </a:lnTo>
                    <a:lnTo>
                      <a:pt x="3499" y="908"/>
                    </a:lnTo>
                    <a:lnTo>
                      <a:pt x="3468" y="887"/>
                    </a:lnTo>
                    <a:lnTo>
                      <a:pt x="3456" y="901"/>
                    </a:lnTo>
                    <a:close/>
                    <a:moveTo>
                      <a:pt x="3395" y="859"/>
                    </a:moveTo>
                    <a:lnTo>
                      <a:pt x="3426" y="880"/>
                    </a:lnTo>
                    <a:lnTo>
                      <a:pt x="3437" y="866"/>
                    </a:lnTo>
                    <a:lnTo>
                      <a:pt x="3404" y="845"/>
                    </a:lnTo>
                    <a:lnTo>
                      <a:pt x="3395" y="859"/>
                    </a:lnTo>
                    <a:close/>
                    <a:moveTo>
                      <a:pt x="3333" y="816"/>
                    </a:moveTo>
                    <a:lnTo>
                      <a:pt x="3364" y="837"/>
                    </a:lnTo>
                    <a:lnTo>
                      <a:pt x="3374" y="823"/>
                    </a:lnTo>
                    <a:lnTo>
                      <a:pt x="3343" y="802"/>
                    </a:lnTo>
                    <a:lnTo>
                      <a:pt x="3333" y="816"/>
                    </a:lnTo>
                    <a:close/>
                    <a:moveTo>
                      <a:pt x="3272" y="774"/>
                    </a:moveTo>
                    <a:lnTo>
                      <a:pt x="3303" y="795"/>
                    </a:lnTo>
                    <a:lnTo>
                      <a:pt x="3312" y="778"/>
                    </a:lnTo>
                    <a:lnTo>
                      <a:pt x="3281" y="757"/>
                    </a:lnTo>
                    <a:lnTo>
                      <a:pt x="3272" y="774"/>
                    </a:lnTo>
                    <a:close/>
                    <a:moveTo>
                      <a:pt x="3208" y="731"/>
                    </a:moveTo>
                    <a:lnTo>
                      <a:pt x="3239" y="752"/>
                    </a:lnTo>
                    <a:lnTo>
                      <a:pt x="3251" y="736"/>
                    </a:lnTo>
                    <a:lnTo>
                      <a:pt x="3220" y="714"/>
                    </a:lnTo>
                    <a:lnTo>
                      <a:pt x="3208" y="731"/>
                    </a:lnTo>
                    <a:close/>
                    <a:moveTo>
                      <a:pt x="3147" y="688"/>
                    </a:moveTo>
                    <a:lnTo>
                      <a:pt x="3177" y="710"/>
                    </a:lnTo>
                    <a:lnTo>
                      <a:pt x="3189" y="693"/>
                    </a:lnTo>
                    <a:lnTo>
                      <a:pt x="3158" y="672"/>
                    </a:lnTo>
                    <a:lnTo>
                      <a:pt x="3147" y="688"/>
                    </a:lnTo>
                    <a:close/>
                    <a:moveTo>
                      <a:pt x="3085" y="644"/>
                    </a:moveTo>
                    <a:lnTo>
                      <a:pt x="3116" y="665"/>
                    </a:lnTo>
                    <a:lnTo>
                      <a:pt x="3128" y="651"/>
                    </a:lnTo>
                    <a:lnTo>
                      <a:pt x="3097" y="629"/>
                    </a:lnTo>
                    <a:lnTo>
                      <a:pt x="3085" y="644"/>
                    </a:lnTo>
                    <a:close/>
                    <a:moveTo>
                      <a:pt x="3024" y="601"/>
                    </a:moveTo>
                    <a:lnTo>
                      <a:pt x="3054" y="622"/>
                    </a:lnTo>
                    <a:lnTo>
                      <a:pt x="3066" y="608"/>
                    </a:lnTo>
                    <a:lnTo>
                      <a:pt x="3033" y="587"/>
                    </a:lnTo>
                    <a:lnTo>
                      <a:pt x="3024" y="601"/>
                    </a:lnTo>
                    <a:close/>
                    <a:moveTo>
                      <a:pt x="2962" y="558"/>
                    </a:moveTo>
                    <a:lnTo>
                      <a:pt x="2993" y="580"/>
                    </a:lnTo>
                    <a:lnTo>
                      <a:pt x="3002" y="566"/>
                    </a:lnTo>
                    <a:lnTo>
                      <a:pt x="2972" y="542"/>
                    </a:lnTo>
                    <a:lnTo>
                      <a:pt x="2962" y="558"/>
                    </a:lnTo>
                    <a:close/>
                    <a:moveTo>
                      <a:pt x="2901" y="516"/>
                    </a:moveTo>
                    <a:lnTo>
                      <a:pt x="2931" y="537"/>
                    </a:lnTo>
                    <a:lnTo>
                      <a:pt x="2941" y="521"/>
                    </a:lnTo>
                    <a:lnTo>
                      <a:pt x="2910" y="499"/>
                    </a:lnTo>
                    <a:lnTo>
                      <a:pt x="2901" y="516"/>
                    </a:lnTo>
                    <a:close/>
                    <a:moveTo>
                      <a:pt x="2837" y="473"/>
                    </a:moveTo>
                    <a:lnTo>
                      <a:pt x="2870" y="495"/>
                    </a:lnTo>
                    <a:lnTo>
                      <a:pt x="2879" y="478"/>
                    </a:lnTo>
                    <a:lnTo>
                      <a:pt x="2849" y="457"/>
                    </a:lnTo>
                    <a:lnTo>
                      <a:pt x="2837" y="473"/>
                    </a:lnTo>
                    <a:close/>
                    <a:moveTo>
                      <a:pt x="2775" y="428"/>
                    </a:moveTo>
                    <a:lnTo>
                      <a:pt x="2806" y="452"/>
                    </a:lnTo>
                    <a:lnTo>
                      <a:pt x="2818" y="436"/>
                    </a:lnTo>
                    <a:lnTo>
                      <a:pt x="2787" y="414"/>
                    </a:lnTo>
                    <a:lnTo>
                      <a:pt x="2775" y="428"/>
                    </a:lnTo>
                    <a:close/>
                    <a:moveTo>
                      <a:pt x="2714" y="386"/>
                    </a:moveTo>
                    <a:lnTo>
                      <a:pt x="2745" y="407"/>
                    </a:lnTo>
                    <a:lnTo>
                      <a:pt x="2756" y="393"/>
                    </a:lnTo>
                    <a:lnTo>
                      <a:pt x="2726" y="372"/>
                    </a:lnTo>
                    <a:lnTo>
                      <a:pt x="2714" y="386"/>
                    </a:lnTo>
                    <a:close/>
                    <a:moveTo>
                      <a:pt x="2652" y="343"/>
                    </a:moveTo>
                    <a:lnTo>
                      <a:pt x="2683" y="365"/>
                    </a:lnTo>
                    <a:lnTo>
                      <a:pt x="2695" y="350"/>
                    </a:lnTo>
                    <a:lnTo>
                      <a:pt x="2664" y="329"/>
                    </a:lnTo>
                    <a:lnTo>
                      <a:pt x="2652" y="343"/>
                    </a:lnTo>
                    <a:close/>
                    <a:moveTo>
                      <a:pt x="2591" y="301"/>
                    </a:moveTo>
                    <a:lnTo>
                      <a:pt x="2622" y="322"/>
                    </a:lnTo>
                    <a:lnTo>
                      <a:pt x="2631" y="305"/>
                    </a:lnTo>
                    <a:lnTo>
                      <a:pt x="2600" y="284"/>
                    </a:lnTo>
                    <a:lnTo>
                      <a:pt x="2591" y="301"/>
                    </a:lnTo>
                    <a:close/>
                    <a:moveTo>
                      <a:pt x="2529" y="258"/>
                    </a:moveTo>
                    <a:lnTo>
                      <a:pt x="2560" y="279"/>
                    </a:lnTo>
                    <a:lnTo>
                      <a:pt x="2570" y="263"/>
                    </a:lnTo>
                    <a:lnTo>
                      <a:pt x="2539" y="242"/>
                    </a:lnTo>
                    <a:lnTo>
                      <a:pt x="2529" y="258"/>
                    </a:lnTo>
                    <a:close/>
                    <a:moveTo>
                      <a:pt x="2466" y="216"/>
                    </a:moveTo>
                    <a:lnTo>
                      <a:pt x="2499" y="237"/>
                    </a:lnTo>
                    <a:lnTo>
                      <a:pt x="2508" y="220"/>
                    </a:lnTo>
                    <a:lnTo>
                      <a:pt x="2477" y="199"/>
                    </a:lnTo>
                    <a:lnTo>
                      <a:pt x="2466" y="216"/>
                    </a:lnTo>
                    <a:close/>
                    <a:moveTo>
                      <a:pt x="2404" y="171"/>
                    </a:moveTo>
                    <a:lnTo>
                      <a:pt x="2435" y="192"/>
                    </a:lnTo>
                    <a:lnTo>
                      <a:pt x="2447" y="178"/>
                    </a:lnTo>
                    <a:lnTo>
                      <a:pt x="2416" y="157"/>
                    </a:lnTo>
                    <a:lnTo>
                      <a:pt x="2404" y="171"/>
                    </a:lnTo>
                    <a:close/>
                    <a:moveTo>
                      <a:pt x="2343" y="128"/>
                    </a:moveTo>
                    <a:lnTo>
                      <a:pt x="2373" y="149"/>
                    </a:lnTo>
                    <a:lnTo>
                      <a:pt x="2385" y="135"/>
                    </a:lnTo>
                    <a:lnTo>
                      <a:pt x="2354" y="114"/>
                    </a:lnTo>
                    <a:lnTo>
                      <a:pt x="2343" y="128"/>
                    </a:lnTo>
                    <a:close/>
                    <a:moveTo>
                      <a:pt x="2281" y="86"/>
                    </a:moveTo>
                    <a:lnTo>
                      <a:pt x="2312" y="107"/>
                    </a:lnTo>
                    <a:lnTo>
                      <a:pt x="2324" y="90"/>
                    </a:lnTo>
                    <a:lnTo>
                      <a:pt x="2293" y="69"/>
                    </a:lnTo>
                    <a:lnTo>
                      <a:pt x="2281" y="86"/>
                    </a:lnTo>
                    <a:close/>
                    <a:moveTo>
                      <a:pt x="2220" y="43"/>
                    </a:moveTo>
                    <a:lnTo>
                      <a:pt x="2250" y="64"/>
                    </a:lnTo>
                    <a:lnTo>
                      <a:pt x="2260" y="48"/>
                    </a:lnTo>
                    <a:lnTo>
                      <a:pt x="2229" y="27"/>
                    </a:lnTo>
                    <a:lnTo>
                      <a:pt x="2220" y="43"/>
                    </a:lnTo>
                    <a:close/>
                    <a:moveTo>
                      <a:pt x="2158" y="24"/>
                    </a:moveTo>
                    <a:lnTo>
                      <a:pt x="2187" y="19"/>
                    </a:lnTo>
                    <a:lnTo>
                      <a:pt x="2189" y="22"/>
                    </a:lnTo>
                    <a:lnTo>
                      <a:pt x="2198" y="5"/>
                    </a:lnTo>
                    <a:lnTo>
                      <a:pt x="2194" y="3"/>
                    </a:lnTo>
                    <a:lnTo>
                      <a:pt x="2191" y="0"/>
                    </a:lnTo>
                    <a:lnTo>
                      <a:pt x="2156" y="5"/>
                    </a:lnTo>
                    <a:lnTo>
                      <a:pt x="2158" y="24"/>
                    </a:lnTo>
                    <a:close/>
                    <a:moveTo>
                      <a:pt x="2085" y="36"/>
                    </a:moveTo>
                    <a:lnTo>
                      <a:pt x="2123" y="31"/>
                    </a:lnTo>
                    <a:lnTo>
                      <a:pt x="2118" y="12"/>
                    </a:lnTo>
                    <a:lnTo>
                      <a:pt x="2083" y="17"/>
                    </a:lnTo>
                    <a:lnTo>
                      <a:pt x="2085" y="36"/>
                    </a:lnTo>
                    <a:close/>
                    <a:moveTo>
                      <a:pt x="2009" y="48"/>
                    </a:moveTo>
                    <a:lnTo>
                      <a:pt x="2047" y="43"/>
                    </a:lnTo>
                    <a:lnTo>
                      <a:pt x="2045" y="24"/>
                    </a:lnTo>
                    <a:lnTo>
                      <a:pt x="2007" y="29"/>
                    </a:lnTo>
                    <a:lnTo>
                      <a:pt x="2009" y="48"/>
                    </a:lnTo>
                    <a:close/>
                    <a:moveTo>
                      <a:pt x="1936" y="60"/>
                    </a:moveTo>
                    <a:lnTo>
                      <a:pt x="1974" y="55"/>
                    </a:lnTo>
                    <a:lnTo>
                      <a:pt x="1969" y="36"/>
                    </a:lnTo>
                    <a:lnTo>
                      <a:pt x="1934" y="41"/>
                    </a:lnTo>
                    <a:lnTo>
                      <a:pt x="1936" y="60"/>
                    </a:lnTo>
                    <a:close/>
                    <a:moveTo>
                      <a:pt x="1863" y="71"/>
                    </a:moveTo>
                    <a:lnTo>
                      <a:pt x="1898" y="67"/>
                    </a:lnTo>
                    <a:lnTo>
                      <a:pt x="1896" y="48"/>
                    </a:lnTo>
                    <a:lnTo>
                      <a:pt x="1858" y="53"/>
                    </a:lnTo>
                    <a:lnTo>
                      <a:pt x="1863" y="71"/>
                    </a:lnTo>
                    <a:close/>
                    <a:moveTo>
                      <a:pt x="1787" y="83"/>
                    </a:moveTo>
                    <a:lnTo>
                      <a:pt x="1825" y="79"/>
                    </a:lnTo>
                    <a:lnTo>
                      <a:pt x="1823" y="60"/>
                    </a:lnTo>
                    <a:lnTo>
                      <a:pt x="1785" y="64"/>
                    </a:lnTo>
                    <a:lnTo>
                      <a:pt x="1787" y="83"/>
                    </a:lnTo>
                    <a:close/>
                    <a:moveTo>
                      <a:pt x="1714" y="95"/>
                    </a:moveTo>
                    <a:lnTo>
                      <a:pt x="1749" y="90"/>
                    </a:lnTo>
                    <a:lnTo>
                      <a:pt x="1747" y="71"/>
                    </a:lnTo>
                    <a:lnTo>
                      <a:pt x="1709" y="76"/>
                    </a:lnTo>
                    <a:lnTo>
                      <a:pt x="1714" y="95"/>
                    </a:lnTo>
                    <a:close/>
                    <a:moveTo>
                      <a:pt x="1638" y="107"/>
                    </a:moveTo>
                    <a:lnTo>
                      <a:pt x="1676" y="102"/>
                    </a:lnTo>
                    <a:lnTo>
                      <a:pt x="1674" y="83"/>
                    </a:lnTo>
                    <a:lnTo>
                      <a:pt x="1636" y="88"/>
                    </a:lnTo>
                    <a:lnTo>
                      <a:pt x="1638" y="107"/>
                    </a:lnTo>
                    <a:close/>
                    <a:moveTo>
                      <a:pt x="1565" y="119"/>
                    </a:moveTo>
                    <a:lnTo>
                      <a:pt x="1600" y="114"/>
                    </a:lnTo>
                    <a:lnTo>
                      <a:pt x="1598" y="95"/>
                    </a:lnTo>
                    <a:lnTo>
                      <a:pt x="1560" y="100"/>
                    </a:lnTo>
                    <a:lnTo>
                      <a:pt x="1565" y="119"/>
                    </a:lnTo>
                    <a:close/>
                    <a:moveTo>
                      <a:pt x="1489" y="131"/>
                    </a:moveTo>
                    <a:lnTo>
                      <a:pt x="1527" y="126"/>
                    </a:lnTo>
                    <a:lnTo>
                      <a:pt x="1525" y="107"/>
                    </a:lnTo>
                    <a:lnTo>
                      <a:pt x="1487" y="112"/>
                    </a:lnTo>
                    <a:lnTo>
                      <a:pt x="1489" y="131"/>
                    </a:lnTo>
                    <a:close/>
                    <a:moveTo>
                      <a:pt x="1416" y="142"/>
                    </a:moveTo>
                    <a:lnTo>
                      <a:pt x="1451" y="138"/>
                    </a:lnTo>
                    <a:lnTo>
                      <a:pt x="1449" y="119"/>
                    </a:lnTo>
                    <a:lnTo>
                      <a:pt x="1413" y="123"/>
                    </a:lnTo>
                    <a:lnTo>
                      <a:pt x="1416" y="142"/>
                    </a:lnTo>
                    <a:close/>
                    <a:moveTo>
                      <a:pt x="1340" y="154"/>
                    </a:moveTo>
                    <a:lnTo>
                      <a:pt x="1378" y="149"/>
                    </a:lnTo>
                    <a:lnTo>
                      <a:pt x="1376" y="131"/>
                    </a:lnTo>
                    <a:lnTo>
                      <a:pt x="1338" y="135"/>
                    </a:lnTo>
                    <a:lnTo>
                      <a:pt x="1340" y="154"/>
                    </a:lnTo>
                    <a:close/>
                    <a:moveTo>
                      <a:pt x="1267" y="166"/>
                    </a:moveTo>
                    <a:lnTo>
                      <a:pt x="1305" y="161"/>
                    </a:lnTo>
                    <a:lnTo>
                      <a:pt x="1300" y="142"/>
                    </a:lnTo>
                    <a:lnTo>
                      <a:pt x="1265" y="147"/>
                    </a:lnTo>
                    <a:lnTo>
                      <a:pt x="1267" y="166"/>
                    </a:lnTo>
                    <a:close/>
                    <a:moveTo>
                      <a:pt x="1191" y="178"/>
                    </a:moveTo>
                    <a:lnTo>
                      <a:pt x="1229" y="173"/>
                    </a:lnTo>
                    <a:lnTo>
                      <a:pt x="1227" y="154"/>
                    </a:lnTo>
                    <a:lnTo>
                      <a:pt x="1189" y="159"/>
                    </a:lnTo>
                    <a:lnTo>
                      <a:pt x="1191" y="178"/>
                    </a:lnTo>
                    <a:close/>
                    <a:moveTo>
                      <a:pt x="1118" y="190"/>
                    </a:moveTo>
                    <a:lnTo>
                      <a:pt x="1156" y="185"/>
                    </a:lnTo>
                    <a:lnTo>
                      <a:pt x="1151" y="166"/>
                    </a:lnTo>
                    <a:lnTo>
                      <a:pt x="1116" y="171"/>
                    </a:lnTo>
                    <a:lnTo>
                      <a:pt x="1118" y="190"/>
                    </a:lnTo>
                    <a:close/>
                    <a:moveTo>
                      <a:pt x="1042" y="201"/>
                    </a:moveTo>
                    <a:lnTo>
                      <a:pt x="1080" y="197"/>
                    </a:lnTo>
                    <a:lnTo>
                      <a:pt x="1078" y="178"/>
                    </a:lnTo>
                    <a:lnTo>
                      <a:pt x="1040" y="183"/>
                    </a:lnTo>
                    <a:lnTo>
                      <a:pt x="1042" y="201"/>
                    </a:lnTo>
                    <a:close/>
                    <a:moveTo>
                      <a:pt x="969" y="213"/>
                    </a:moveTo>
                    <a:lnTo>
                      <a:pt x="1007" y="209"/>
                    </a:lnTo>
                    <a:lnTo>
                      <a:pt x="1002" y="190"/>
                    </a:lnTo>
                    <a:lnTo>
                      <a:pt x="967" y="194"/>
                    </a:lnTo>
                    <a:lnTo>
                      <a:pt x="969" y="213"/>
                    </a:lnTo>
                    <a:close/>
                    <a:moveTo>
                      <a:pt x="896" y="225"/>
                    </a:moveTo>
                    <a:lnTo>
                      <a:pt x="931" y="220"/>
                    </a:lnTo>
                    <a:lnTo>
                      <a:pt x="929" y="201"/>
                    </a:lnTo>
                    <a:lnTo>
                      <a:pt x="891" y="206"/>
                    </a:lnTo>
                    <a:lnTo>
                      <a:pt x="896" y="225"/>
                    </a:lnTo>
                    <a:close/>
                    <a:moveTo>
                      <a:pt x="820" y="237"/>
                    </a:moveTo>
                    <a:lnTo>
                      <a:pt x="858" y="232"/>
                    </a:lnTo>
                    <a:lnTo>
                      <a:pt x="855" y="213"/>
                    </a:lnTo>
                    <a:lnTo>
                      <a:pt x="818" y="220"/>
                    </a:lnTo>
                    <a:lnTo>
                      <a:pt x="820" y="237"/>
                    </a:lnTo>
                    <a:close/>
                    <a:moveTo>
                      <a:pt x="747" y="249"/>
                    </a:moveTo>
                    <a:lnTo>
                      <a:pt x="782" y="244"/>
                    </a:lnTo>
                    <a:lnTo>
                      <a:pt x="780" y="225"/>
                    </a:lnTo>
                    <a:lnTo>
                      <a:pt x="742" y="232"/>
                    </a:lnTo>
                    <a:lnTo>
                      <a:pt x="747" y="249"/>
                    </a:lnTo>
                    <a:close/>
                    <a:moveTo>
                      <a:pt x="671" y="261"/>
                    </a:moveTo>
                    <a:lnTo>
                      <a:pt x="709" y="256"/>
                    </a:lnTo>
                    <a:lnTo>
                      <a:pt x="707" y="237"/>
                    </a:lnTo>
                    <a:lnTo>
                      <a:pt x="669" y="244"/>
                    </a:lnTo>
                    <a:lnTo>
                      <a:pt x="671" y="261"/>
                    </a:lnTo>
                    <a:close/>
                    <a:moveTo>
                      <a:pt x="598" y="272"/>
                    </a:moveTo>
                    <a:lnTo>
                      <a:pt x="633" y="268"/>
                    </a:lnTo>
                    <a:lnTo>
                      <a:pt x="631" y="249"/>
                    </a:lnTo>
                    <a:lnTo>
                      <a:pt x="593" y="256"/>
                    </a:lnTo>
                    <a:lnTo>
                      <a:pt x="598" y="272"/>
                    </a:lnTo>
                    <a:close/>
                    <a:moveTo>
                      <a:pt x="522" y="284"/>
                    </a:moveTo>
                    <a:lnTo>
                      <a:pt x="560" y="279"/>
                    </a:lnTo>
                    <a:lnTo>
                      <a:pt x="558" y="261"/>
                    </a:lnTo>
                    <a:lnTo>
                      <a:pt x="520" y="268"/>
                    </a:lnTo>
                    <a:lnTo>
                      <a:pt x="522" y="284"/>
                    </a:lnTo>
                    <a:close/>
                    <a:moveTo>
                      <a:pt x="449" y="298"/>
                    </a:moveTo>
                    <a:lnTo>
                      <a:pt x="487" y="291"/>
                    </a:lnTo>
                    <a:lnTo>
                      <a:pt x="482" y="272"/>
                    </a:lnTo>
                    <a:lnTo>
                      <a:pt x="446" y="279"/>
                    </a:lnTo>
                    <a:lnTo>
                      <a:pt x="449" y="298"/>
                    </a:lnTo>
                    <a:close/>
                    <a:moveTo>
                      <a:pt x="373" y="310"/>
                    </a:moveTo>
                    <a:lnTo>
                      <a:pt x="411" y="303"/>
                    </a:lnTo>
                    <a:lnTo>
                      <a:pt x="409" y="284"/>
                    </a:lnTo>
                    <a:lnTo>
                      <a:pt x="371" y="291"/>
                    </a:lnTo>
                    <a:lnTo>
                      <a:pt x="373" y="310"/>
                    </a:lnTo>
                    <a:close/>
                    <a:moveTo>
                      <a:pt x="300" y="322"/>
                    </a:moveTo>
                    <a:lnTo>
                      <a:pt x="338" y="315"/>
                    </a:lnTo>
                    <a:lnTo>
                      <a:pt x="333" y="296"/>
                    </a:lnTo>
                    <a:lnTo>
                      <a:pt x="297" y="303"/>
                    </a:lnTo>
                    <a:lnTo>
                      <a:pt x="300" y="322"/>
                    </a:lnTo>
                    <a:close/>
                    <a:moveTo>
                      <a:pt x="224" y="334"/>
                    </a:moveTo>
                    <a:lnTo>
                      <a:pt x="262" y="327"/>
                    </a:lnTo>
                    <a:lnTo>
                      <a:pt x="260" y="308"/>
                    </a:lnTo>
                    <a:lnTo>
                      <a:pt x="222" y="315"/>
                    </a:lnTo>
                    <a:lnTo>
                      <a:pt x="224" y="334"/>
                    </a:lnTo>
                    <a:close/>
                    <a:moveTo>
                      <a:pt x="151" y="346"/>
                    </a:moveTo>
                    <a:lnTo>
                      <a:pt x="189" y="339"/>
                    </a:lnTo>
                    <a:lnTo>
                      <a:pt x="184" y="320"/>
                    </a:lnTo>
                    <a:lnTo>
                      <a:pt x="149" y="327"/>
                    </a:lnTo>
                    <a:lnTo>
                      <a:pt x="151" y="346"/>
                    </a:lnTo>
                    <a:close/>
                    <a:moveTo>
                      <a:pt x="75" y="357"/>
                    </a:moveTo>
                    <a:lnTo>
                      <a:pt x="113" y="350"/>
                    </a:lnTo>
                    <a:lnTo>
                      <a:pt x="111" y="331"/>
                    </a:lnTo>
                    <a:lnTo>
                      <a:pt x="73" y="339"/>
                    </a:lnTo>
                    <a:lnTo>
                      <a:pt x="75" y="357"/>
                    </a:lnTo>
                    <a:close/>
                    <a:moveTo>
                      <a:pt x="2" y="369"/>
                    </a:moveTo>
                    <a:lnTo>
                      <a:pt x="40" y="362"/>
                    </a:lnTo>
                    <a:lnTo>
                      <a:pt x="35" y="343"/>
                    </a:lnTo>
                    <a:lnTo>
                      <a:pt x="0" y="350"/>
                    </a:lnTo>
                    <a:lnTo>
                      <a:pt x="2" y="369"/>
                    </a:lnTo>
                    <a:close/>
                  </a:path>
                </a:pathLst>
              </a:custGeom>
              <a:solidFill>
                <a:srgbClr val="2C3E50"/>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28" name="Freeform 9"/>
              <p:cNvSpPr>
                <a:spLocks noEditPoints="1"/>
              </p:cNvSpPr>
              <p:nvPr/>
            </p:nvSpPr>
            <p:spPr bwMode="auto">
              <a:xfrm>
                <a:off x="6521326" y="2518444"/>
                <a:ext cx="15798" cy="1910757"/>
              </a:xfrm>
              <a:custGeom>
                <a:avLst/>
                <a:gdLst>
                  <a:gd name="T0" fmla="*/ 19 w 19"/>
                  <a:gd name="T1" fmla="*/ 2298 h 2298"/>
                  <a:gd name="T2" fmla="*/ 0 w 19"/>
                  <a:gd name="T3" fmla="*/ 2185 h 2298"/>
                  <a:gd name="T4" fmla="*/ 19 w 19"/>
                  <a:gd name="T5" fmla="*/ 2185 h 2298"/>
                  <a:gd name="T6" fmla="*/ 0 w 19"/>
                  <a:gd name="T7" fmla="*/ 2147 h 2298"/>
                  <a:gd name="T8" fmla="*/ 0 w 19"/>
                  <a:gd name="T9" fmla="*/ 2109 h 2298"/>
                  <a:gd name="T10" fmla="*/ 19 w 19"/>
                  <a:gd name="T11" fmla="*/ 2071 h 2298"/>
                  <a:gd name="T12" fmla="*/ 0 w 19"/>
                  <a:gd name="T13" fmla="*/ 1958 h 2298"/>
                  <a:gd name="T14" fmla="*/ 19 w 19"/>
                  <a:gd name="T15" fmla="*/ 1958 h 2298"/>
                  <a:gd name="T16" fmla="*/ 0 w 19"/>
                  <a:gd name="T17" fmla="*/ 1920 h 2298"/>
                  <a:gd name="T18" fmla="*/ 0 w 19"/>
                  <a:gd name="T19" fmla="*/ 1882 h 2298"/>
                  <a:gd name="T20" fmla="*/ 19 w 19"/>
                  <a:gd name="T21" fmla="*/ 1846 h 2298"/>
                  <a:gd name="T22" fmla="*/ 0 w 19"/>
                  <a:gd name="T23" fmla="*/ 1733 h 2298"/>
                  <a:gd name="T24" fmla="*/ 19 w 19"/>
                  <a:gd name="T25" fmla="*/ 1733 h 2298"/>
                  <a:gd name="T26" fmla="*/ 0 w 19"/>
                  <a:gd name="T27" fmla="*/ 1695 h 2298"/>
                  <a:gd name="T28" fmla="*/ 0 w 19"/>
                  <a:gd name="T29" fmla="*/ 1657 h 2298"/>
                  <a:gd name="T30" fmla="*/ 19 w 19"/>
                  <a:gd name="T31" fmla="*/ 1619 h 2298"/>
                  <a:gd name="T32" fmla="*/ 0 w 19"/>
                  <a:gd name="T33" fmla="*/ 1506 h 2298"/>
                  <a:gd name="T34" fmla="*/ 19 w 19"/>
                  <a:gd name="T35" fmla="*/ 1506 h 2298"/>
                  <a:gd name="T36" fmla="*/ 0 w 19"/>
                  <a:gd name="T37" fmla="*/ 1468 h 2298"/>
                  <a:gd name="T38" fmla="*/ 0 w 19"/>
                  <a:gd name="T39" fmla="*/ 1430 h 2298"/>
                  <a:gd name="T40" fmla="*/ 19 w 19"/>
                  <a:gd name="T41" fmla="*/ 1393 h 2298"/>
                  <a:gd name="T42" fmla="*/ 0 w 19"/>
                  <a:gd name="T43" fmla="*/ 1281 h 2298"/>
                  <a:gd name="T44" fmla="*/ 19 w 19"/>
                  <a:gd name="T45" fmla="*/ 1281 h 2298"/>
                  <a:gd name="T46" fmla="*/ 0 w 19"/>
                  <a:gd name="T47" fmla="*/ 1244 h 2298"/>
                  <a:gd name="T48" fmla="*/ 0 w 19"/>
                  <a:gd name="T49" fmla="*/ 1206 h 2298"/>
                  <a:gd name="T50" fmla="*/ 19 w 19"/>
                  <a:gd name="T51" fmla="*/ 1168 h 2298"/>
                  <a:gd name="T52" fmla="*/ 0 w 19"/>
                  <a:gd name="T53" fmla="*/ 1054 h 2298"/>
                  <a:gd name="T54" fmla="*/ 19 w 19"/>
                  <a:gd name="T55" fmla="*/ 1054 h 2298"/>
                  <a:gd name="T56" fmla="*/ 0 w 19"/>
                  <a:gd name="T57" fmla="*/ 1017 h 2298"/>
                  <a:gd name="T58" fmla="*/ 0 w 19"/>
                  <a:gd name="T59" fmla="*/ 979 h 2298"/>
                  <a:gd name="T60" fmla="*/ 19 w 19"/>
                  <a:gd name="T61" fmla="*/ 941 h 2298"/>
                  <a:gd name="T62" fmla="*/ 0 w 19"/>
                  <a:gd name="T63" fmla="*/ 830 h 2298"/>
                  <a:gd name="T64" fmla="*/ 19 w 19"/>
                  <a:gd name="T65" fmla="*/ 830 h 2298"/>
                  <a:gd name="T66" fmla="*/ 0 w 19"/>
                  <a:gd name="T67" fmla="*/ 792 h 2298"/>
                  <a:gd name="T68" fmla="*/ 0 w 19"/>
                  <a:gd name="T69" fmla="*/ 754 h 2298"/>
                  <a:gd name="T70" fmla="*/ 19 w 19"/>
                  <a:gd name="T71" fmla="*/ 716 h 2298"/>
                  <a:gd name="T72" fmla="*/ 0 w 19"/>
                  <a:gd name="T73" fmla="*/ 603 h 2298"/>
                  <a:gd name="T74" fmla="*/ 19 w 19"/>
                  <a:gd name="T75" fmla="*/ 603 h 2298"/>
                  <a:gd name="T76" fmla="*/ 0 w 19"/>
                  <a:gd name="T77" fmla="*/ 565 h 2298"/>
                  <a:gd name="T78" fmla="*/ 0 w 19"/>
                  <a:gd name="T79" fmla="*/ 527 h 2298"/>
                  <a:gd name="T80" fmla="*/ 19 w 19"/>
                  <a:gd name="T81" fmla="*/ 489 h 2298"/>
                  <a:gd name="T82" fmla="*/ 0 w 19"/>
                  <a:gd name="T83" fmla="*/ 378 h 2298"/>
                  <a:gd name="T84" fmla="*/ 19 w 19"/>
                  <a:gd name="T85" fmla="*/ 378 h 2298"/>
                  <a:gd name="T86" fmla="*/ 0 w 19"/>
                  <a:gd name="T87" fmla="*/ 340 h 2298"/>
                  <a:gd name="T88" fmla="*/ 0 w 19"/>
                  <a:gd name="T89" fmla="*/ 303 h 2298"/>
                  <a:gd name="T90" fmla="*/ 19 w 19"/>
                  <a:gd name="T91" fmla="*/ 265 h 2298"/>
                  <a:gd name="T92" fmla="*/ 0 w 19"/>
                  <a:gd name="T93" fmla="*/ 151 h 2298"/>
                  <a:gd name="T94" fmla="*/ 19 w 19"/>
                  <a:gd name="T95" fmla="*/ 151 h 2298"/>
                  <a:gd name="T96" fmla="*/ 0 w 19"/>
                  <a:gd name="T97" fmla="*/ 113 h 2298"/>
                  <a:gd name="T98" fmla="*/ 0 w 19"/>
                  <a:gd name="T99" fmla="*/ 76 h 2298"/>
                  <a:gd name="T100" fmla="*/ 19 w 19"/>
                  <a:gd name="T101" fmla="*/ 38 h 2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 h="2298">
                    <a:moveTo>
                      <a:pt x="0" y="2260"/>
                    </a:moveTo>
                    <a:lnTo>
                      <a:pt x="0" y="2298"/>
                    </a:lnTo>
                    <a:lnTo>
                      <a:pt x="19" y="2298"/>
                    </a:lnTo>
                    <a:lnTo>
                      <a:pt x="19" y="2260"/>
                    </a:lnTo>
                    <a:lnTo>
                      <a:pt x="0" y="2260"/>
                    </a:lnTo>
                    <a:close/>
                    <a:moveTo>
                      <a:pt x="0" y="2185"/>
                    </a:moveTo>
                    <a:lnTo>
                      <a:pt x="0" y="2222"/>
                    </a:lnTo>
                    <a:lnTo>
                      <a:pt x="19" y="2222"/>
                    </a:lnTo>
                    <a:lnTo>
                      <a:pt x="19" y="2185"/>
                    </a:lnTo>
                    <a:lnTo>
                      <a:pt x="0" y="2185"/>
                    </a:lnTo>
                    <a:close/>
                    <a:moveTo>
                      <a:pt x="0" y="2109"/>
                    </a:moveTo>
                    <a:lnTo>
                      <a:pt x="0" y="2147"/>
                    </a:lnTo>
                    <a:lnTo>
                      <a:pt x="19" y="2147"/>
                    </a:lnTo>
                    <a:lnTo>
                      <a:pt x="19" y="2109"/>
                    </a:lnTo>
                    <a:lnTo>
                      <a:pt x="0" y="2109"/>
                    </a:lnTo>
                    <a:close/>
                    <a:moveTo>
                      <a:pt x="0" y="2033"/>
                    </a:moveTo>
                    <a:lnTo>
                      <a:pt x="0" y="2071"/>
                    </a:lnTo>
                    <a:lnTo>
                      <a:pt x="19" y="2071"/>
                    </a:lnTo>
                    <a:lnTo>
                      <a:pt x="19" y="2033"/>
                    </a:lnTo>
                    <a:lnTo>
                      <a:pt x="0" y="2033"/>
                    </a:lnTo>
                    <a:close/>
                    <a:moveTo>
                      <a:pt x="0" y="1958"/>
                    </a:moveTo>
                    <a:lnTo>
                      <a:pt x="0" y="1995"/>
                    </a:lnTo>
                    <a:lnTo>
                      <a:pt x="19" y="1995"/>
                    </a:lnTo>
                    <a:lnTo>
                      <a:pt x="19" y="1958"/>
                    </a:lnTo>
                    <a:lnTo>
                      <a:pt x="0" y="1958"/>
                    </a:lnTo>
                    <a:close/>
                    <a:moveTo>
                      <a:pt x="0" y="1882"/>
                    </a:moveTo>
                    <a:lnTo>
                      <a:pt x="0" y="1920"/>
                    </a:lnTo>
                    <a:lnTo>
                      <a:pt x="19" y="1920"/>
                    </a:lnTo>
                    <a:lnTo>
                      <a:pt x="19" y="1882"/>
                    </a:lnTo>
                    <a:lnTo>
                      <a:pt x="0" y="1882"/>
                    </a:lnTo>
                    <a:close/>
                    <a:moveTo>
                      <a:pt x="0" y="1809"/>
                    </a:moveTo>
                    <a:lnTo>
                      <a:pt x="0" y="1846"/>
                    </a:lnTo>
                    <a:lnTo>
                      <a:pt x="19" y="1846"/>
                    </a:lnTo>
                    <a:lnTo>
                      <a:pt x="19" y="1809"/>
                    </a:lnTo>
                    <a:lnTo>
                      <a:pt x="0" y="1809"/>
                    </a:lnTo>
                    <a:close/>
                    <a:moveTo>
                      <a:pt x="0" y="1733"/>
                    </a:moveTo>
                    <a:lnTo>
                      <a:pt x="0" y="1771"/>
                    </a:lnTo>
                    <a:lnTo>
                      <a:pt x="19" y="1771"/>
                    </a:lnTo>
                    <a:lnTo>
                      <a:pt x="19" y="1733"/>
                    </a:lnTo>
                    <a:lnTo>
                      <a:pt x="0" y="1733"/>
                    </a:lnTo>
                    <a:close/>
                    <a:moveTo>
                      <a:pt x="0" y="1657"/>
                    </a:moveTo>
                    <a:lnTo>
                      <a:pt x="0" y="1695"/>
                    </a:lnTo>
                    <a:lnTo>
                      <a:pt x="19" y="1695"/>
                    </a:lnTo>
                    <a:lnTo>
                      <a:pt x="19" y="1657"/>
                    </a:lnTo>
                    <a:lnTo>
                      <a:pt x="0" y="1657"/>
                    </a:lnTo>
                    <a:close/>
                    <a:moveTo>
                      <a:pt x="0" y="1582"/>
                    </a:moveTo>
                    <a:lnTo>
                      <a:pt x="0" y="1619"/>
                    </a:lnTo>
                    <a:lnTo>
                      <a:pt x="19" y="1619"/>
                    </a:lnTo>
                    <a:lnTo>
                      <a:pt x="19" y="1582"/>
                    </a:lnTo>
                    <a:lnTo>
                      <a:pt x="0" y="1582"/>
                    </a:lnTo>
                    <a:close/>
                    <a:moveTo>
                      <a:pt x="0" y="1506"/>
                    </a:moveTo>
                    <a:lnTo>
                      <a:pt x="0" y="1544"/>
                    </a:lnTo>
                    <a:lnTo>
                      <a:pt x="19" y="1544"/>
                    </a:lnTo>
                    <a:lnTo>
                      <a:pt x="19" y="1506"/>
                    </a:lnTo>
                    <a:lnTo>
                      <a:pt x="0" y="1506"/>
                    </a:lnTo>
                    <a:close/>
                    <a:moveTo>
                      <a:pt x="0" y="1430"/>
                    </a:moveTo>
                    <a:lnTo>
                      <a:pt x="0" y="1468"/>
                    </a:lnTo>
                    <a:lnTo>
                      <a:pt x="19" y="1468"/>
                    </a:lnTo>
                    <a:lnTo>
                      <a:pt x="19" y="1430"/>
                    </a:lnTo>
                    <a:lnTo>
                      <a:pt x="0" y="1430"/>
                    </a:lnTo>
                    <a:close/>
                    <a:moveTo>
                      <a:pt x="0" y="1357"/>
                    </a:moveTo>
                    <a:lnTo>
                      <a:pt x="0" y="1393"/>
                    </a:lnTo>
                    <a:lnTo>
                      <a:pt x="19" y="1393"/>
                    </a:lnTo>
                    <a:lnTo>
                      <a:pt x="19" y="1357"/>
                    </a:lnTo>
                    <a:lnTo>
                      <a:pt x="0" y="1357"/>
                    </a:lnTo>
                    <a:close/>
                    <a:moveTo>
                      <a:pt x="0" y="1281"/>
                    </a:moveTo>
                    <a:lnTo>
                      <a:pt x="0" y="1319"/>
                    </a:lnTo>
                    <a:lnTo>
                      <a:pt x="19" y="1319"/>
                    </a:lnTo>
                    <a:lnTo>
                      <a:pt x="19" y="1281"/>
                    </a:lnTo>
                    <a:lnTo>
                      <a:pt x="0" y="1281"/>
                    </a:lnTo>
                    <a:close/>
                    <a:moveTo>
                      <a:pt x="0" y="1206"/>
                    </a:moveTo>
                    <a:lnTo>
                      <a:pt x="0" y="1244"/>
                    </a:lnTo>
                    <a:lnTo>
                      <a:pt x="19" y="1244"/>
                    </a:lnTo>
                    <a:lnTo>
                      <a:pt x="19" y="1206"/>
                    </a:lnTo>
                    <a:lnTo>
                      <a:pt x="0" y="1206"/>
                    </a:lnTo>
                    <a:close/>
                    <a:moveTo>
                      <a:pt x="0" y="1130"/>
                    </a:moveTo>
                    <a:lnTo>
                      <a:pt x="0" y="1168"/>
                    </a:lnTo>
                    <a:lnTo>
                      <a:pt x="19" y="1168"/>
                    </a:lnTo>
                    <a:lnTo>
                      <a:pt x="19" y="1130"/>
                    </a:lnTo>
                    <a:lnTo>
                      <a:pt x="0" y="1130"/>
                    </a:lnTo>
                    <a:close/>
                    <a:moveTo>
                      <a:pt x="0" y="1054"/>
                    </a:moveTo>
                    <a:lnTo>
                      <a:pt x="0" y="1092"/>
                    </a:lnTo>
                    <a:lnTo>
                      <a:pt x="19" y="1092"/>
                    </a:lnTo>
                    <a:lnTo>
                      <a:pt x="19" y="1054"/>
                    </a:lnTo>
                    <a:lnTo>
                      <a:pt x="0" y="1054"/>
                    </a:lnTo>
                    <a:close/>
                    <a:moveTo>
                      <a:pt x="0" y="979"/>
                    </a:moveTo>
                    <a:lnTo>
                      <a:pt x="0" y="1017"/>
                    </a:lnTo>
                    <a:lnTo>
                      <a:pt x="19" y="1017"/>
                    </a:lnTo>
                    <a:lnTo>
                      <a:pt x="19" y="979"/>
                    </a:lnTo>
                    <a:lnTo>
                      <a:pt x="0" y="979"/>
                    </a:lnTo>
                    <a:close/>
                    <a:moveTo>
                      <a:pt x="0" y="905"/>
                    </a:moveTo>
                    <a:lnTo>
                      <a:pt x="0" y="941"/>
                    </a:lnTo>
                    <a:lnTo>
                      <a:pt x="19" y="941"/>
                    </a:lnTo>
                    <a:lnTo>
                      <a:pt x="19" y="905"/>
                    </a:lnTo>
                    <a:lnTo>
                      <a:pt x="0" y="905"/>
                    </a:lnTo>
                    <a:close/>
                    <a:moveTo>
                      <a:pt x="0" y="830"/>
                    </a:moveTo>
                    <a:lnTo>
                      <a:pt x="0" y="868"/>
                    </a:lnTo>
                    <a:lnTo>
                      <a:pt x="19" y="868"/>
                    </a:lnTo>
                    <a:lnTo>
                      <a:pt x="19" y="830"/>
                    </a:lnTo>
                    <a:lnTo>
                      <a:pt x="0" y="830"/>
                    </a:lnTo>
                    <a:close/>
                    <a:moveTo>
                      <a:pt x="0" y="754"/>
                    </a:moveTo>
                    <a:lnTo>
                      <a:pt x="0" y="792"/>
                    </a:lnTo>
                    <a:lnTo>
                      <a:pt x="19" y="792"/>
                    </a:lnTo>
                    <a:lnTo>
                      <a:pt x="19" y="754"/>
                    </a:lnTo>
                    <a:lnTo>
                      <a:pt x="0" y="754"/>
                    </a:lnTo>
                    <a:close/>
                    <a:moveTo>
                      <a:pt x="0" y="679"/>
                    </a:moveTo>
                    <a:lnTo>
                      <a:pt x="0" y="716"/>
                    </a:lnTo>
                    <a:lnTo>
                      <a:pt x="19" y="716"/>
                    </a:lnTo>
                    <a:lnTo>
                      <a:pt x="19" y="679"/>
                    </a:lnTo>
                    <a:lnTo>
                      <a:pt x="0" y="679"/>
                    </a:lnTo>
                    <a:close/>
                    <a:moveTo>
                      <a:pt x="0" y="603"/>
                    </a:moveTo>
                    <a:lnTo>
                      <a:pt x="0" y="641"/>
                    </a:lnTo>
                    <a:lnTo>
                      <a:pt x="19" y="641"/>
                    </a:lnTo>
                    <a:lnTo>
                      <a:pt x="19" y="603"/>
                    </a:lnTo>
                    <a:lnTo>
                      <a:pt x="0" y="603"/>
                    </a:lnTo>
                    <a:close/>
                    <a:moveTo>
                      <a:pt x="0" y="527"/>
                    </a:moveTo>
                    <a:lnTo>
                      <a:pt x="0" y="565"/>
                    </a:lnTo>
                    <a:lnTo>
                      <a:pt x="19" y="565"/>
                    </a:lnTo>
                    <a:lnTo>
                      <a:pt x="19" y="527"/>
                    </a:lnTo>
                    <a:lnTo>
                      <a:pt x="0" y="527"/>
                    </a:lnTo>
                    <a:close/>
                    <a:moveTo>
                      <a:pt x="0" y="452"/>
                    </a:moveTo>
                    <a:lnTo>
                      <a:pt x="0" y="489"/>
                    </a:lnTo>
                    <a:lnTo>
                      <a:pt x="19" y="489"/>
                    </a:lnTo>
                    <a:lnTo>
                      <a:pt x="19" y="452"/>
                    </a:lnTo>
                    <a:lnTo>
                      <a:pt x="0" y="452"/>
                    </a:lnTo>
                    <a:close/>
                    <a:moveTo>
                      <a:pt x="0" y="378"/>
                    </a:moveTo>
                    <a:lnTo>
                      <a:pt x="0" y="416"/>
                    </a:lnTo>
                    <a:lnTo>
                      <a:pt x="19" y="416"/>
                    </a:lnTo>
                    <a:lnTo>
                      <a:pt x="19" y="378"/>
                    </a:lnTo>
                    <a:lnTo>
                      <a:pt x="0" y="378"/>
                    </a:lnTo>
                    <a:close/>
                    <a:moveTo>
                      <a:pt x="0" y="303"/>
                    </a:moveTo>
                    <a:lnTo>
                      <a:pt x="0" y="340"/>
                    </a:lnTo>
                    <a:lnTo>
                      <a:pt x="19" y="340"/>
                    </a:lnTo>
                    <a:lnTo>
                      <a:pt x="19" y="303"/>
                    </a:lnTo>
                    <a:lnTo>
                      <a:pt x="0" y="303"/>
                    </a:lnTo>
                    <a:close/>
                    <a:moveTo>
                      <a:pt x="0" y="227"/>
                    </a:moveTo>
                    <a:lnTo>
                      <a:pt x="0" y="265"/>
                    </a:lnTo>
                    <a:lnTo>
                      <a:pt x="19" y="265"/>
                    </a:lnTo>
                    <a:lnTo>
                      <a:pt x="19" y="227"/>
                    </a:lnTo>
                    <a:lnTo>
                      <a:pt x="0" y="227"/>
                    </a:lnTo>
                    <a:close/>
                    <a:moveTo>
                      <a:pt x="0" y="151"/>
                    </a:moveTo>
                    <a:lnTo>
                      <a:pt x="0" y="189"/>
                    </a:lnTo>
                    <a:lnTo>
                      <a:pt x="19" y="189"/>
                    </a:lnTo>
                    <a:lnTo>
                      <a:pt x="19" y="151"/>
                    </a:lnTo>
                    <a:lnTo>
                      <a:pt x="0" y="151"/>
                    </a:lnTo>
                    <a:close/>
                    <a:moveTo>
                      <a:pt x="0" y="76"/>
                    </a:moveTo>
                    <a:lnTo>
                      <a:pt x="0" y="113"/>
                    </a:lnTo>
                    <a:lnTo>
                      <a:pt x="19" y="113"/>
                    </a:lnTo>
                    <a:lnTo>
                      <a:pt x="19" y="76"/>
                    </a:lnTo>
                    <a:lnTo>
                      <a:pt x="0" y="76"/>
                    </a:lnTo>
                    <a:close/>
                    <a:moveTo>
                      <a:pt x="0" y="0"/>
                    </a:moveTo>
                    <a:lnTo>
                      <a:pt x="0" y="38"/>
                    </a:lnTo>
                    <a:lnTo>
                      <a:pt x="19" y="38"/>
                    </a:lnTo>
                    <a:lnTo>
                      <a:pt x="19" y="0"/>
                    </a:lnTo>
                    <a:lnTo>
                      <a:pt x="0" y="0"/>
                    </a:lnTo>
                    <a:close/>
                  </a:path>
                </a:pathLst>
              </a:custGeom>
              <a:solidFill>
                <a:srgbClr val="2C3E50"/>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29" name="Freeform 10"/>
              <p:cNvSpPr>
                <a:spLocks noEditPoints="1"/>
              </p:cNvSpPr>
              <p:nvPr/>
            </p:nvSpPr>
            <p:spPr bwMode="auto">
              <a:xfrm>
                <a:off x="6521326" y="2518444"/>
                <a:ext cx="15798" cy="1910757"/>
              </a:xfrm>
              <a:custGeom>
                <a:avLst/>
                <a:gdLst>
                  <a:gd name="T0" fmla="*/ 19 w 19"/>
                  <a:gd name="T1" fmla="*/ 2298 h 2298"/>
                  <a:gd name="T2" fmla="*/ 0 w 19"/>
                  <a:gd name="T3" fmla="*/ 2185 h 2298"/>
                  <a:gd name="T4" fmla="*/ 19 w 19"/>
                  <a:gd name="T5" fmla="*/ 2185 h 2298"/>
                  <a:gd name="T6" fmla="*/ 0 w 19"/>
                  <a:gd name="T7" fmla="*/ 2147 h 2298"/>
                  <a:gd name="T8" fmla="*/ 0 w 19"/>
                  <a:gd name="T9" fmla="*/ 2109 h 2298"/>
                  <a:gd name="T10" fmla="*/ 19 w 19"/>
                  <a:gd name="T11" fmla="*/ 2071 h 2298"/>
                  <a:gd name="T12" fmla="*/ 0 w 19"/>
                  <a:gd name="T13" fmla="*/ 1958 h 2298"/>
                  <a:gd name="T14" fmla="*/ 19 w 19"/>
                  <a:gd name="T15" fmla="*/ 1958 h 2298"/>
                  <a:gd name="T16" fmla="*/ 0 w 19"/>
                  <a:gd name="T17" fmla="*/ 1920 h 2298"/>
                  <a:gd name="T18" fmla="*/ 0 w 19"/>
                  <a:gd name="T19" fmla="*/ 1882 h 2298"/>
                  <a:gd name="T20" fmla="*/ 19 w 19"/>
                  <a:gd name="T21" fmla="*/ 1846 h 2298"/>
                  <a:gd name="T22" fmla="*/ 0 w 19"/>
                  <a:gd name="T23" fmla="*/ 1733 h 2298"/>
                  <a:gd name="T24" fmla="*/ 19 w 19"/>
                  <a:gd name="T25" fmla="*/ 1733 h 2298"/>
                  <a:gd name="T26" fmla="*/ 0 w 19"/>
                  <a:gd name="T27" fmla="*/ 1695 h 2298"/>
                  <a:gd name="T28" fmla="*/ 0 w 19"/>
                  <a:gd name="T29" fmla="*/ 1657 h 2298"/>
                  <a:gd name="T30" fmla="*/ 19 w 19"/>
                  <a:gd name="T31" fmla="*/ 1619 h 2298"/>
                  <a:gd name="T32" fmla="*/ 0 w 19"/>
                  <a:gd name="T33" fmla="*/ 1506 h 2298"/>
                  <a:gd name="T34" fmla="*/ 19 w 19"/>
                  <a:gd name="T35" fmla="*/ 1506 h 2298"/>
                  <a:gd name="T36" fmla="*/ 0 w 19"/>
                  <a:gd name="T37" fmla="*/ 1468 h 2298"/>
                  <a:gd name="T38" fmla="*/ 0 w 19"/>
                  <a:gd name="T39" fmla="*/ 1430 h 2298"/>
                  <a:gd name="T40" fmla="*/ 19 w 19"/>
                  <a:gd name="T41" fmla="*/ 1393 h 2298"/>
                  <a:gd name="T42" fmla="*/ 0 w 19"/>
                  <a:gd name="T43" fmla="*/ 1281 h 2298"/>
                  <a:gd name="T44" fmla="*/ 19 w 19"/>
                  <a:gd name="T45" fmla="*/ 1281 h 2298"/>
                  <a:gd name="T46" fmla="*/ 0 w 19"/>
                  <a:gd name="T47" fmla="*/ 1244 h 2298"/>
                  <a:gd name="T48" fmla="*/ 0 w 19"/>
                  <a:gd name="T49" fmla="*/ 1206 h 2298"/>
                  <a:gd name="T50" fmla="*/ 19 w 19"/>
                  <a:gd name="T51" fmla="*/ 1168 h 2298"/>
                  <a:gd name="T52" fmla="*/ 0 w 19"/>
                  <a:gd name="T53" fmla="*/ 1054 h 2298"/>
                  <a:gd name="T54" fmla="*/ 19 w 19"/>
                  <a:gd name="T55" fmla="*/ 1054 h 2298"/>
                  <a:gd name="T56" fmla="*/ 0 w 19"/>
                  <a:gd name="T57" fmla="*/ 1017 h 2298"/>
                  <a:gd name="T58" fmla="*/ 0 w 19"/>
                  <a:gd name="T59" fmla="*/ 979 h 2298"/>
                  <a:gd name="T60" fmla="*/ 19 w 19"/>
                  <a:gd name="T61" fmla="*/ 941 h 2298"/>
                  <a:gd name="T62" fmla="*/ 0 w 19"/>
                  <a:gd name="T63" fmla="*/ 830 h 2298"/>
                  <a:gd name="T64" fmla="*/ 19 w 19"/>
                  <a:gd name="T65" fmla="*/ 830 h 2298"/>
                  <a:gd name="T66" fmla="*/ 0 w 19"/>
                  <a:gd name="T67" fmla="*/ 792 h 2298"/>
                  <a:gd name="T68" fmla="*/ 0 w 19"/>
                  <a:gd name="T69" fmla="*/ 754 h 2298"/>
                  <a:gd name="T70" fmla="*/ 19 w 19"/>
                  <a:gd name="T71" fmla="*/ 716 h 2298"/>
                  <a:gd name="T72" fmla="*/ 0 w 19"/>
                  <a:gd name="T73" fmla="*/ 603 h 2298"/>
                  <a:gd name="T74" fmla="*/ 19 w 19"/>
                  <a:gd name="T75" fmla="*/ 603 h 2298"/>
                  <a:gd name="T76" fmla="*/ 0 w 19"/>
                  <a:gd name="T77" fmla="*/ 565 h 2298"/>
                  <a:gd name="T78" fmla="*/ 0 w 19"/>
                  <a:gd name="T79" fmla="*/ 527 h 2298"/>
                  <a:gd name="T80" fmla="*/ 19 w 19"/>
                  <a:gd name="T81" fmla="*/ 489 h 2298"/>
                  <a:gd name="T82" fmla="*/ 0 w 19"/>
                  <a:gd name="T83" fmla="*/ 378 h 2298"/>
                  <a:gd name="T84" fmla="*/ 19 w 19"/>
                  <a:gd name="T85" fmla="*/ 378 h 2298"/>
                  <a:gd name="T86" fmla="*/ 0 w 19"/>
                  <a:gd name="T87" fmla="*/ 340 h 2298"/>
                  <a:gd name="T88" fmla="*/ 0 w 19"/>
                  <a:gd name="T89" fmla="*/ 303 h 2298"/>
                  <a:gd name="T90" fmla="*/ 19 w 19"/>
                  <a:gd name="T91" fmla="*/ 265 h 2298"/>
                  <a:gd name="T92" fmla="*/ 0 w 19"/>
                  <a:gd name="T93" fmla="*/ 151 h 2298"/>
                  <a:gd name="T94" fmla="*/ 19 w 19"/>
                  <a:gd name="T95" fmla="*/ 151 h 2298"/>
                  <a:gd name="T96" fmla="*/ 0 w 19"/>
                  <a:gd name="T97" fmla="*/ 113 h 2298"/>
                  <a:gd name="T98" fmla="*/ 0 w 19"/>
                  <a:gd name="T99" fmla="*/ 76 h 2298"/>
                  <a:gd name="T100" fmla="*/ 19 w 19"/>
                  <a:gd name="T101" fmla="*/ 38 h 2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 h="2298">
                    <a:moveTo>
                      <a:pt x="0" y="2260"/>
                    </a:moveTo>
                    <a:lnTo>
                      <a:pt x="0" y="2298"/>
                    </a:lnTo>
                    <a:lnTo>
                      <a:pt x="19" y="2298"/>
                    </a:lnTo>
                    <a:lnTo>
                      <a:pt x="19" y="2260"/>
                    </a:lnTo>
                    <a:lnTo>
                      <a:pt x="0" y="2260"/>
                    </a:lnTo>
                    <a:moveTo>
                      <a:pt x="0" y="2185"/>
                    </a:moveTo>
                    <a:lnTo>
                      <a:pt x="0" y="2222"/>
                    </a:lnTo>
                    <a:lnTo>
                      <a:pt x="19" y="2222"/>
                    </a:lnTo>
                    <a:lnTo>
                      <a:pt x="19" y="2185"/>
                    </a:lnTo>
                    <a:lnTo>
                      <a:pt x="0" y="2185"/>
                    </a:lnTo>
                    <a:moveTo>
                      <a:pt x="0" y="2109"/>
                    </a:moveTo>
                    <a:lnTo>
                      <a:pt x="0" y="2147"/>
                    </a:lnTo>
                    <a:lnTo>
                      <a:pt x="19" y="2147"/>
                    </a:lnTo>
                    <a:lnTo>
                      <a:pt x="19" y="2109"/>
                    </a:lnTo>
                    <a:lnTo>
                      <a:pt x="0" y="2109"/>
                    </a:lnTo>
                    <a:moveTo>
                      <a:pt x="0" y="2033"/>
                    </a:moveTo>
                    <a:lnTo>
                      <a:pt x="0" y="2071"/>
                    </a:lnTo>
                    <a:lnTo>
                      <a:pt x="19" y="2071"/>
                    </a:lnTo>
                    <a:lnTo>
                      <a:pt x="19" y="2033"/>
                    </a:lnTo>
                    <a:lnTo>
                      <a:pt x="0" y="2033"/>
                    </a:lnTo>
                    <a:moveTo>
                      <a:pt x="0" y="1958"/>
                    </a:moveTo>
                    <a:lnTo>
                      <a:pt x="0" y="1995"/>
                    </a:lnTo>
                    <a:lnTo>
                      <a:pt x="19" y="1995"/>
                    </a:lnTo>
                    <a:lnTo>
                      <a:pt x="19" y="1958"/>
                    </a:lnTo>
                    <a:lnTo>
                      <a:pt x="0" y="1958"/>
                    </a:lnTo>
                    <a:moveTo>
                      <a:pt x="0" y="1882"/>
                    </a:moveTo>
                    <a:lnTo>
                      <a:pt x="0" y="1920"/>
                    </a:lnTo>
                    <a:lnTo>
                      <a:pt x="19" y="1920"/>
                    </a:lnTo>
                    <a:lnTo>
                      <a:pt x="19" y="1882"/>
                    </a:lnTo>
                    <a:lnTo>
                      <a:pt x="0" y="1882"/>
                    </a:lnTo>
                    <a:moveTo>
                      <a:pt x="0" y="1809"/>
                    </a:moveTo>
                    <a:lnTo>
                      <a:pt x="0" y="1846"/>
                    </a:lnTo>
                    <a:lnTo>
                      <a:pt x="19" y="1846"/>
                    </a:lnTo>
                    <a:lnTo>
                      <a:pt x="19" y="1809"/>
                    </a:lnTo>
                    <a:lnTo>
                      <a:pt x="0" y="1809"/>
                    </a:lnTo>
                    <a:moveTo>
                      <a:pt x="0" y="1733"/>
                    </a:moveTo>
                    <a:lnTo>
                      <a:pt x="0" y="1771"/>
                    </a:lnTo>
                    <a:lnTo>
                      <a:pt x="19" y="1771"/>
                    </a:lnTo>
                    <a:lnTo>
                      <a:pt x="19" y="1733"/>
                    </a:lnTo>
                    <a:lnTo>
                      <a:pt x="0" y="1733"/>
                    </a:lnTo>
                    <a:moveTo>
                      <a:pt x="0" y="1657"/>
                    </a:moveTo>
                    <a:lnTo>
                      <a:pt x="0" y="1695"/>
                    </a:lnTo>
                    <a:lnTo>
                      <a:pt x="19" y="1695"/>
                    </a:lnTo>
                    <a:lnTo>
                      <a:pt x="19" y="1657"/>
                    </a:lnTo>
                    <a:lnTo>
                      <a:pt x="0" y="1657"/>
                    </a:lnTo>
                    <a:moveTo>
                      <a:pt x="0" y="1582"/>
                    </a:moveTo>
                    <a:lnTo>
                      <a:pt x="0" y="1619"/>
                    </a:lnTo>
                    <a:lnTo>
                      <a:pt x="19" y="1619"/>
                    </a:lnTo>
                    <a:lnTo>
                      <a:pt x="19" y="1582"/>
                    </a:lnTo>
                    <a:lnTo>
                      <a:pt x="0" y="1582"/>
                    </a:lnTo>
                    <a:moveTo>
                      <a:pt x="0" y="1506"/>
                    </a:moveTo>
                    <a:lnTo>
                      <a:pt x="0" y="1544"/>
                    </a:lnTo>
                    <a:lnTo>
                      <a:pt x="19" y="1544"/>
                    </a:lnTo>
                    <a:lnTo>
                      <a:pt x="19" y="1506"/>
                    </a:lnTo>
                    <a:lnTo>
                      <a:pt x="0" y="1506"/>
                    </a:lnTo>
                    <a:moveTo>
                      <a:pt x="0" y="1430"/>
                    </a:moveTo>
                    <a:lnTo>
                      <a:pt x="0" y="1468"/>
                    </a:lnTo>
                    <a:lnTo>
                      <a:pt x="19" y="1468"/>
                    </a:lnTo>
                    <a:lnTo>
                      <a:pt x="19" y="1430"/>
                    </a:lnTo>
                    <a:lnTo>
                      <a:pt x="0" y="1430"/>
                    </a:lnTo>
                    <a:moveTo>
                      <a:pt x="0" y="1357"/>
                    </a:moveTo>
                    <a:lnTo>
                      <a:pt x="0" y="1393"/>
                    </a:lnTo>
                    <a:lnTo>
                      <a:pt x="19" y="1393"/>
                    </a:lnTo>
                    <a:lnTo>
                      <a:pt x="19" y="1357"/>
                    </a:lnTo>
                    <a:lnTo>
                      <a:pt x="0" y="1357"/>
                    </a:lnTo>
                    <a:moveTo>
                      <a:pt x="0" y="1281"/>
                    </a:moveTo>
                    <a:lnTo>
                      <a:pt x="0" y="1319"/>
                    </a:lnTo>
                    <a:lnTo>
                      <a:pt x="19" y="1319"/>
                    </a:lnTo>
                    <a:lnTo>
                      <a:pt x="19" y="1281"/>
                    </a:lnTo>
                    <a:lnTo>
                      <a:pt x="0" y="1281"/>
                    </a:lnTo>
                    <a:moveTo>
                      <a:pt x="0" y="1206"/>
                    </a:moveTo>
                    <a:lnTo>
                      <a:pt x="0" y="1244"/>
                    </a:lnTo>
                    <a:lnTo>
                      <a:pt x="19" y="1244"/>
                    </a:lnTo>
                    <a:lnTo>
                      <a:pt x="19" y="1206"/>
                    </a:lnTo>
                    <a:lnTo>
                      <a:pt x="0" y="1206"/>
                    </a:lnTo>
                    <a:moveTo>
                      <a:pt x="0" y="1130"/>
                    </a:moveTo>
                    <a:lnTo>
                      <a:pt x="0" y="1168"/>
                    </a:lnTo>
                    <a:lnTo>
                      <a:pt x="19" y="1168"/>
                    </a:lnTo>
                    <a:lnTo>
                      <a:pt x="19" y="1130"/>
                    </a:lnTo>
                    <a:lnTo>
                      <a:pt x="0" y="1130"/>
                    </a:lnTo>
                    <a:moveTo>
                      <a:pt x="0" y="1054"/>
                    </a:moveTo>
                    <a:lnTo>
                      <a:pt x="0" y="1092"/>
                    </a:lnTo>
                    <a:lnTo>
                      <a:pt x="19" y="1092"/>
                    </a:lnTo>
                    <a:lnTo>
                      <a:pt x="19" y="1054"/>
                    </a:lnTo>
                    <a:lnTo>
                      <a:pt x="0" y="1054"/>
                    </a:lnTo>
                    <a:moveTo>
                      <a:pt x="0" y="979"/>
                    </a:moveTo>
                    <a:lnTo>
                      <a:pt x="0" y="1017"/>
                    </a:lnTo>
                    <a:lnTo>
                      <a:pt x="19" y="1017"/>
                    </a:lnTo>
                    <a:lnTo>
                      <a:pt x="19" y="979"/>
                    </a:lnTo>
                    <a:lnTo>
                      <a:pt x="0" y="979"/>
                    </a:lnTo>
                    <a:moveTo>
                      <a:pt x="0" y="905"/>
                    </a:moveTo>
                    <a:lnTo>
                      <a:pt x="0" y="941"/>
                    </a:lnTo>
                    <a:lnTo>
                      <a:pt x="19" y="941"/>
                    </a:lnTo>
                    <a:lnTo>
                      <a:pt x="19" y="905"/>
                    </a:lnTo>
                    <a:lnTo>
                      <a:pt x="0" y="905"/>
                    </a:lnTo>
                    <a:moveTo>
                      <a:pt x="0" y="830"/>
                    </a:moveTo>
                    <a:lnTo>
                      <a:pt x="0" y="868"/>
                    </a:lnTo>
                    <a:lnTo>
                      <a:pt x="19" y="868"/>
                    </a:lnTo>
                    <a:lnTo>
                      <a:pt x="19" y="830"/>
                    </a:lnTo>
                    <a:lnTo>
                      <a:pt x="0" y="830"/>
                    </a:lnTo>
                    <a:moveTo>
                      <a:pt x="0" y="754"/>
                    </a:moveTo>
                    <a:lnTo>
                      <a:pt x="0" y="792"/>
                    </a:lnTo>
                    <a:lnTo>
                      <a:pt x="19" y="792"/>
                    </a:lnTo>
                    <a:lnTo>
                      <a:pt x="19" y="754"/>
                    </a:lnTo>
                    <a:lnTo>
                      <a:pt x="0" y="754"/>
                    </a:lnTo>
                    <a:moveTo>
                      <a:pt x="0" y="679"/>
                    </a:moveTo>
                    <a:lnTo>
                      <a:pt x="0" y="716"/>
                    </a:lnTo>
                    <a:lnTo>
                      <a:pt x="19" y="716"/>
                    </a:lnTo>
                    <a:lnTo>
                      <a:pt x="19" y="679"/>
                    </a:lnTo>
                    <a:lnTo>
                      <a:pt x="0" y="679"/>
                    </a:lnTo>
                    <a:moveTo>
                      <a:pt x="0" y="603"/>
                    </a:moveTo>
                    <a:lnTo>
                      <a:pt x="0" y="641"/>
                    </a:lnTo>
                    <a:lnTo>
                      <a:pt x="19" y="641"/>
                    </a:lnTo>
                    <a:lnTo>
                      <a:pt x="19" y="603"/>
                    </a:lnTo>
                    <a:lnTo>
                      <a:pt x="0" y="603"/>
                    </a:lnTo>
                    <a:moveTo>
                      <a:pt x="0" y="527"/>
                    </a:moveTo>
                    <a:lnTo>
                      <a:pt x="0" y="565"/>
                    </a:lnTo>
                    <a:lnTo>
                      <a:pt x="19" y="565"/>
                    </a:lnTo>
                    <a:lnTo>
                      <a:pt x="19" y="527"/>
                    </a:lnTo>
                    <a:lnTo>
                      <a:pt x="0" y="527"/>
                    </a:lnTo>
                    <a:moveTo>
                      <a:pt x="0" y="452"/>
                    </a:moveTo>
                    <a:lnTo>
                      <a:pt x="0" y="489"/>
                    </a:lnTo>
                    <a:lnTo>
                      <a:pt x="19" y="489"/>
                    </a:lnTo>
                    <a:lnTo>
                      <a:pt x="19" y="452"/>
                    </a:lnTo>
                    <a:lnTo>
                      <a:pt x="0" y="452"/>
                    </a:lnTo>
                    <a:moveTo>
                      <a:pt x="0" y="378"/>
                    </a:moveTo>
                    <a:lnTo>
                      <a:pt x="0" y="416"/>
                    </a:lnTo>
                    <a:lnTo>
                      <a:pt x="19" y="416"/>
                    </a:lnTo>
                    <a:lnTo>
                      <a:pt x="19" y="378"/>
                    </a:lnTo>
                    <a:lnTo>
                      <a:pt x="0" y="378"/>
                    </a:lnTo>
                    <a:moveTo>
                      <a:pt x="0" y="303"/>
                    </a:moveTo>
                    <a:lnTo>
                      <a:pt x="0" y="340"/>
                    </a:lnTo>
                    <a:lnTo>
                      <a:pt x="19" y="340"/>
                    </a:lnTo>
                    <a:lnTo>
                      <a:pt x="19" y="303"/>
                    </a:lnTo>
                    <a:lnTo>
                      <a:pt x="0" y="303"/>
                    </a:lnTo>
                    <a:moveTo>
                      <a:pt x="0" y="227"/>
                    </a:moveTo>
                    <a:lnTo>
                      <a:pt x="0" y="265"/>
                    </a:lnTo>
                    <a:lnTo>
                      <a:pt x="19" y="265"/>
                    </a:lnTo>
                    <a:lnTo>
                      <a:pt x="19" y="227"/>
                    </a:lnTo>
                    <a:lnTo>
                      <a:pt x="0" y="227"/>
                    </a:lnTo>
                    <a:moveTo>
                      <a:pt x="0" y="151"/>
                    </a:moveTo>
                    <a:lnTo>
                      <a:pt x="0" y="189"/>
                    </a:lnTo>
                    <a:lnTo>
                      <a:pt x="19" y="189"/>
                    </a:lnTo>
                    <a:lnTo>
                      <a:pt x="19" y="151"/>
                    </a:lnTo>
                    <a:lnTo>
                      <a:pt x="0" y="151"/>
                    </a:lnTo>
                    <a:moveTo>
                      <a:pt x="0" y="76"/>
                    </a:moveTo>
                    <a:lnTo>
                      <a:pt x="0" y="113"/>
                    </a:lnTo>
                    <a:lnTo>
                      <a:pt x="19" y="113"/>
                    </a:lnTo>
                    <a:lnTo>
                      <a:pt x="19" y="76"/>
                    </a:lnTo>
                    <a:lnTo>
                      <a:pt x="0" y="76"/>
                    </a:lnTo>
                    <a:moveTo>
                      <a:pt x="0" y="0"/>
                    </a:moveTo>
                    <a:lnTo>
                      <a:pt x="0" y="38"/>
                    </a:lnTo>
                    <a:lnTo>
                      <a:pt x="19" y="38"/>
                    </a:lnTo>
                    <a:lnTo>
                      <a:pt x="19"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31" name="Freeform 11"/>
              <p:cNvSpPr>
                <a:spLocks/>
              </p:cNvSpPr>
              <p:nvPr/>
            </p:nvSpPr>
            <p:spPr bwMode="auto">
              <a:xfrm>
                <a:off x="6512180" y="4460798"/>
                <a:ext cx="24945" cy="29102"/>
              </a:xfrm>
              <a:custGeom>
                <a:avLst/>
                <a:gdLst>
                  <a:gd name="T0" fmla="*/ 11 w 30"/>
                  <a:gd name="T1" fmla="*/ 0 h 35"/>
                  <a:gd name="T2" fmla="*/ 11 w 30"/>
                  <a:gd name="T3" fmla="*/ 12 h 35"/>
                  <a:gd name="T4" fmla="*/ 0 w 30"/>
                  <a:gd name="T5" fmla="*/ 19 h 35"/>
                  <a:gd name="T6" fmla="*/ 9 w 30"/>
                  <a:gd name="T7" fmla="*/ 35 h 35"/>
                  <a:gd name="T8" fmla="*/ 30 w 30"/>
                  <a:gd name="T9" fmla="*/ 23 h 35"/>
                  <a:gd name="T10" fmla="*/ 30 w 30"/>
                  <a:gd name="T11" fmla="*/ 0 h 35"/>
                  <a:gd name="T12" fmla="*/ 11 w 30"/>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30" h="35">
                    <a:moveTo>
                      <a:pt x="11" y="0"/>
                    </a:moveTo>
                    <a:lnTo>
                      <a:pt x="11" y="12"/>
                    </a:lnTo>
                    <a:lnTo>
                      <a:pt x="0" y="19"/>
                    </a:lnTo>
                    <a:lnTo>
                      <a:pt x="9" y="35"/>
                    </a:lnTo>
                    <a:lnTo>
                      <a:pt x="30" y="23"/>
                    </a:lnTo>
                    <a:lnTo>
                      <a:pt x="30" y="0"/>
                    </a:lnTo>
                    <a:lnTo>
                      <a:pt x="11" y="0"/>
                    </a:lnTo>
                    <a:close/>
                  </a:path>
                </a:pathLst>
              </a:custGeom>
              <a:solidFill>
                <a:srgbClr val="FFFF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32" name="Freeform 12"/>
              <p:cNvSpPr>
                <a:spLocks/>
              </p:cNvSpPr>
              <p:nvPr/>
            </p:nvSpPr>
            <p:spPr bwMode="auto">
              <a:xfrm>
                <a:off x="6512180" y="4460798"/>
                <a:ext cx="24945" cy="29102"/>
              </a:xfrm>
              <a:custGeom>
                <a:avLst/>
                <a:gdLst>
                  <a:gd name="T0" fmla="*/ 11 w 30"/>
                  <a:gd name="T1" fmla="*/ 0 h 35"/>
                  <a:gd name="T2" fmla="*/ 11 w 30"/>
                  <a:gd name="T3" fmla="*/ 12 h 35"/>
                  <a:gd name="T4" fmla="*/ 0 w 30"/>
                  <a:gd name="T5" fmla="*/ 19 h 35"/>
                  <a:gd name="T6" fmla="*/ 9 w 30"/>
                  <a:gd name="T7" fmla="*/ 35 h 35"/>
                  <a:gd name="T8" fmla="*/ 30 w 30"/>
                  <a:gd name="T9" fmla="*/ 23 h 35"/>
                  <a:gd name="T10" fmla="*/ 30 w 30"/>
                  <a:gd name="T11" fmla="*/ 0 h 35"/>
                  <a:gd name="T12" fmla="*/ 11 w 30"/>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30" h="35">
                    <a:moveTo>
                      <a:pt x="11" y="0"/>
                    </a:moveTo>
                    <a:lnTo>
                      <a:pt x="11" y="12"/>
                    </a:lnTo>
                    <a:lnTo>
                      <a:pt x="0" y="19"/>
                    </a:lnTo>
                    <a:lnTo>
                      <a:pt x="9" y="35"/>
                    </a:lnTo>
                    <a:lnTo>
                      <a:pt x="30" y="23"/>
                    </a:lnTo>
                    <a:lnTo>
                      <a:pt x="30" y="0"/>
                    </a:lnTo>
                    <a:lnTo>
                      <a:pt x="1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33" name="Freeform 13"/>
              <p:cNvSpPr>
                <a:spLocks noEditPoints="1"/>
              </p:cNvSpPr>
              <p:nvPr/>
            </p:nvSpPr>
            <p:spPr bwMode="auto">
              <a:xfrm>
                <a:off x="4816778" y="4492394"/>
                <a:ext cx="1675447" cy="1006099"/>
              </a:xfrm>
              <a:custGeom>
                <a:avLst/>
                <a:gdLst>
                  <a:gd name="T0" fmla="*/ 10 w 2015"/>
                  <a:gd name="T1" fmla="*/ 1210 h 1210"/>
                  <a:gd name="T2" fmla="*/ 100 w 2015"/>
                  <a:gd name="T3" fmla="*/ 1135 h 1210"/>
                  <a:gd name="T4" fmla="*/ 109 w 2015"/>
                  <a:gd name="T5" fmla="*/ 1151 h 1210"/>
                  <a:gd name="T6" fmla="*/ 130 w 2015"/>
                  <a:gd name="T7" fmla="*/ 1116 h 1210"/>
                  <a:gd name="T8" fmla="*/ 164 w 2015"/>
                  <a:gd name="T9" fmla="*/ 1097 h 1210"/>
                  <a:gd name="T10" fmla="*/ 206 w 2015"/>
                  <a:gd name="T11" fmla="*/ 1092 h 1210"/>
                  <a:gd name="T12" fmla="*/ 296 w 2015"/>
                  <a:gd name="T13" fmla="*/ 1019 h 1210"/>
                  <a:gd name="T14" fmla="*/ 305 w 2015"/>
                  <a:gd name="T15" fmla="*/ 1033 h 1210"/>
                  <a:gd name="T16" fmla="*/ 329 w 2015"/>
                  <a:gd name="T17" fmla="*/ 997 h 1210"/>
                  <a:gd name="T18" fmla="*/ 362 w 2015"/>
                  <a:gd name="T19" fmla="*/ 978 h 1210"/>
                  <a:gd name="T20" fmla="*/ 405 w 2015"/>
                  <a:gd name="T21" fmla="*/ 976 h 1210"/>
                  <a:gd name="T22" fmla="*/ 492 w 2015"/>
                  <a:gd name="T23" fmla="*/ 900 h 1210"/>
                  <a:gd name="T24" fmla="*/ 502 w 2015"/>
                  <a:gd name="T25" fmla="*/ 917 h 1210"/>
                  <a:gd name="T26" fmla="*/ 525 w 2015"/>
                  <a:gd name="T27" fmla="*/ 882 h 1210"/>
                  <a:gd name="T28" fmla="*/ 558 w 2015"/>
                  <a:gd name="T29" fmla="*/ 860 h 1210"/>
                  <a:gd name="T30" fmla="*/ 601 w 2015"/>
                  <a:gd name="T31" fmla="*/ 858 h 1210"/>
                  <a:gd name="T32" fmla="*/ 691 w 2015"/>
                  <a:gd name="T33" fmla="*/ 782 h 1210"/>
                  <a:gd name="T34" fmla="*/ 700 w 2015"/>
                  <a:gd name="T35" fmla="*/ 799 h 1210"/>
                  <a:gd name="T36" fmla="*/ 724 w 2015"/>
                  <a:gd name="T37" fmla="*/ 763 h 1210"/>
                  <a:gd name="T38" fmla="*/ 757 w 2015"/>
                  <a:gd name="T39" fmla="*/ 744 h 1210"/>
                  <a:gd name="T40" fmla="*/ 800 w 2015"/>
                  <a:gd name="T41" fmla="*/ 740 h 1210"/>
                  <a:gd name="T42" fmla="*/ 887 w 2015"/>
                  <a:gd name="T43" fmla="*/ 666 h 1210"/>
                  <a:gd name="T44" fmla="*/ 897 w 2015"/>
                  <a:gd name="T45" fmla="*/ 683 h 1210"/>
                  <a:gd name="T46" fmla="*/ 920 w 2015"/>
                  <a:gd name="T47" fmla="*/ 645 h 1210"/>
                  <a:gd name="T48" fmla="*/ 953 w 2015"/>
                  <a:gd name="T49" fmla="*/ 626 h 1210"/>
                  <a:gd name="T50" fmla="*/ 996 w 2015"/>
                  <a:gd name="T51" fmla="*/ 624 h 1210"/>
                  <a:gd name="T52" fmla="*/ 1086 w 2015"/>
                  <a:gd name="T53" fmla="*/ 548 h 1210"/>
                  <a:gd name="T54" fmla="*/ 1095 w 2015"/>
                  <a:gd name="T55" fmla="*/ 565 h 1210"/>
                  <a:gd name="T56" fmla="*/ 1116 w 2015"/>
                  <a:gd name="T57" fmla="*/ 529 h 1210"/>
                  <a:gd name="T58" fmla="*/ 1150 w 2015"/>
                  <a:gd name="T59" fmla="*/ 508 h 1210"/>
                  <a:gd name="T60" fmla="*/ 1192 w 2015"/>
                  <a:gd name="T61" fmla="*/ 506 h 1210"/>
                  <a:gd name="T62" fmla="*/ 1282 w 2015"/>
                  <a:gd name="T63" fmla="*/ 430 h 1210"/>
                  <a:gd name="T64" fmla="*/ 1291 w 2015"/>
                  <a:gd name="T65" fmla="*/ 447 h 1210"/>
                  <a:gd name="T66" fmla="*/ 1315 w 2015"/>
                  <a:gd name="T67" fmla="*/ 411 h 1210"/>
                  <a:gd name="T68" fmla="*/ 1348 w 2015"/>
                  <a:gd name="T69" fmla="*/ 392 h 1210"/>
                  <a:gd name="T70" fmla="*/ 1391 w 2015"/>
                  <a:gd name="T71" fmla="*/ 387 h 1210"/>
                  <a:gd name="T72" fmla="*/ 1478 w 2015"/>
                  <a:gd name="T73" fmla="*/ 314 h 1210"/>
                  <a:gd name="T74" fmla="*/ 1488 w 2015"/>
                  <a:gd name="T75" fmla="*/ 331 h 1210"/>
                  <a:gd name="T76" fmla="*/ 1511 w 2015"/>
                  <a:gd name="T77" fmla="*/ 295 h 1210"/>
                  <a:gd name="T78" fmla="*/ 1544 w 2015"/>
                  <a:gd name="T79" fmla="*/ 274 h 1210"/>
                  <a:gd name="T80" fmla="*/ 1587 w 2015"/>
                  <a:gd name="T81" fmla="*/ 272 h 1210"/>
                  <a:gd name="T82" fmla="*/ 1677 w 2015"/>
                  <a:gd name="T83" fmla="*/ 196 h 1210"/>
                  <a:gd name="T84" fmla="*/ 1686 w 2015"/>
                  <a:gd name="T85" fmla="*/ 212 h 1210"/>
                  <a:gd name="T86" fmla="*/ 1710 w 2015"/>
                  <a:gd name="T87" fmla="*/ 177 h 1210"/>
                  <a:gd name="T88" fmla="*/ 1743 w 2015"/>
                  <a:gd name="T89" fmla="*/ 158 h 1210"/>
                  <a:gd name="T90" fmla="*/ 1783 w 2015"/>
                  <a:gd name="T91" fmla="*/ 153 h 1210"/>
                  <a:gd name="T92" fmla="*/ 1873 w 2015"/>
                  <a:gd name="T93" fmla="*/ 80 h 1210"/>
                  <a:gd name="T94" fmla="*/ 1883 w 2015"/>
                  <a:gd name="T95" fmla="*/ 94 h 1210"/>
                  <a:gd name="T96" fmla="*/ 1906 w 2015"/>
                  <a:gd name="T97" fmla="*/ 59 h 1210"/>
                  <a:gd name="T98" fmla="*/ 1939 w 2015"/>
                  <a:gd name="T99" fmla="*/ 40 h 1210"/>
                  <a:gd name="T100" fmla="*/ 1982 w 2015"/>
                  <a:gd name="T101" fmla="*/ 37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5" h="1210">
                    <a:moveTo>
                      <a:pt x="34" y="1175"/>
                    </a:moveTo>
                    <a:lnTo>
                      <a:pt x="0" y="1194"/>
                    </a:lnTo>
                    <a:lnTo>
                      <a:pt x="10" y="1210"/>
                    </a:lnTo>
                    <a:lnTo>
                      <a:pt x="43" y="1191"/>
                    </a:lnTo>
                    <a:lnTo>
                      <a:pt x="34" y="1175"/>
                    </a:lnTo>
                    <a:close/>
                    <a:moveTo>
                      <a:pt x="100" y="1135"/>
                    </a:moveTo>
                    <a:lnTo>
                      <a:pt x="67" y="1153"/>
                    </a:lnTo>
                    <a:lnTo>
                      <a:pt x="76" y="1170"/>
                    </a:lnTo>
                    <a:lnTo>
                      <a:pt x="109" y="1151"/>
                    </a:lnTo>
                    <a:lnTo>
                      <a:pt x="100" y="1135"/>
                    </a:lnTo>
                    <a:close/>
                    <a:moveTo>
                      <a:pt x="164" y="1097"/>
                    </a:moveTo>
                    <a:lnTo>
                      <a:pt x="130" y="1116"/>
                    </a:lnTo>
                    <a:lnTo>
                      <a:pt x="142" y="1132"/>
                    </a:lnTo>
                    <a:lnTo>
                      <a:pt x="173" y="1111"/>
                    </a:lnTo>
                    <a:lnTo>
                      <a:pt x="164" y="1097"/>
                    </a:lnTo>
                    <a:close/>
                    <a:moveTo>
                      <a:pt x="230" y="1056"/>
                    </a:moveTo>
                    <a:lnTo>
                      <a:pt x="197" y="1075"/>
                    </a:lnTo>
                    <a:lnTo>
                      <a:pt x="206" y="1092"/>
                    </a:lnTo>
                    <a:lnTo>
                      <a:pt x="239" y="1073"/>
                    </a:lnTo>
                    <a:lnTo>
                      <a:pt x="230" y="1056"/>
                    </a:lnTo>
                    <a:close/>
                    <a:moveTo>
                      <a:pt x="296" y="1019"/>
                    </a:moveTo>
                    <a:lnTo>
                      <a:pt x="263" y="1038"/>
                    </a:lnTo>
                    <a:lnTo>
                      <a:pt x="272" y="1054"/>
                    </a:lnTo>
                    <a:lnTo>
                      <a:pt x="305" y="1033"/>
                    </a:lnTo>
                    <a:lnTo>
                      <a:pt x="296" y="1019"/>
                    </a:lnTo>
                    <a:close/>
                    <a:moveTo>
                      <a:pt x="362" y="978"/>
                    </a:moveTo>
                    <a:lnTo>
                      <a:pt x="329" y="997"/>
                    </a:lnTo>
                    <a:lnTo>
                      <a:pt x="339" y="1014"/>
                    </a:lnTo>
                    <a:lnTo>
                      <a:pt x="372" y="995"/>
                    </a:lnTo>
                    <a:lnTo>
                      <a:pt x="362" y="978"/>
                    </a:lnTo>
                    <a:close/>
                    <a:moveTo>
                      <a:pt x="428" y="938"/>
                    </a:moveTo>
                    <a:lnTo>
                      <a:pt x="395" y="960"/>
                    </a:lnTo>
                    <a:lnTo>
                      <a:pt x="405" y="976"/>
                    </a:lnTo>
                    <a:lnTo>
                      <a:pt x="438" y="955"/>
                    </a:lnTo>
                    <a:lnTo>
                      <a:pt x="428" y="938"/>
                    </a:lnTo>
                    <a:close/>
                    <a:moveTo>
                      <a:pt x="492" y="900"/>
                    </a:moveTo>
                    <a:lnTo>
                      <a:pt x="459" y="919"/>
                    </a:lnTo>
                    <a:lnTo>
                      <a:pt x="471" y="936"/>
                    </a:lnTo>
                    <a:lnTo>
                      <a:pt x="502" y="917"/>
                    </a:lnTo>
                    <a:lnTo>
                      <a:pt x="492" y="900"/>
                    </a:lnTo>
                    <a:close/>
                    <a:moveTo>
                      <a:pt x="558" y="860"/>
                    </a:moveTo>
                    <a:lnTo>
                      <a:pt x="525" y="882"/>
                    </a:lnTo>
                    <a:lnTo>
                      <a:pt x="535" y="898"/>
                    </a:lnTo>
                    <a:lnTo>
                      <a:pt x="568" y="877"/>
                    </a:lnTo>
                    <a:lnTo>
                      <a:pt x="558" y="860"/>
                    </a:lnTo>
                    <a:close/>
                    <a:moveTo>
                      <a:pt x="625" y="822"/>
                    </a:moveTo>
                    <a:lnTo>
                      <a:pt x="592" y="841"/>
                    </a:lnTo>
                    <a:lnTo>
                      <a:pt x="601" y="858"/>
                    </a:lnTo>
                    <a:lnTo>
                      <a:pt x="634" y="839"/>
                    </a:lnTo>
                    <a:lnTo>
                      <a:pt x="625" y="822"/>
                    </a:lnTo>
                    <a:close/>
                    <a:moveTo>
                      <a:pt x="691" y="782"/>
                    </a:moveTo>
                    <a:lnTo>
                      <a:pt x="658" y="804"/>
                    </a:lnTo>
                    <a:lnTo>
                      <a:pt x="667" y="818"/>
                    </a:lnTo>
                    <a:lnTo>
                      <a:pt x="700" y="799"/>
                    </a:lnTo>
                    <a:lnTo>
                      <a:pt x="691" y="782"/>
                    </a:lnTo>
                    <a:close/>
                    <a:moveTo>
                      <a:pt x="757" y="744"/>
                    </a:moveTo>
                    <a:lnTo>
                      <a:pt x="724" y="763"/>
                    </a:lnTo>
                    <a:lnTo>
                      <a:pt x="733" y="780"/>
                    </a:lnTo>
                    <a:lnTo>
                      <a:pt x="767" y="761"/>
                    </a:lnTo>
                    <a:lnTo>
                      <a:pt x="757" y="744"/>
                    </a:lnTo>
                    <a:close/>
                    <a:moveTo>
                      <a:pt x="821" y="704"/>
                    </a:moveTo>
                    <a:lnTo>
                      <a:pt x="788" y="723"/>
                    </a:lnTo>
                    <a:lnTo>
                      <a:pt x="800" y="740"/>
                    </a:lnTo>
                    <a:lnTo>
                      <a:pt x="830" y="721"/>
                    </a:lnTo>
                    <a:lnTo>
                      <a:pt x="821" y="704"/>
                    </a:lnTo>
                    <a:close/>
                    <a:moveTo>
                      <a:pt x="887" y="666"/>
                    </a:moveTo>
                    <a:lnTo>
                      <a:pt x="854" y="685"/>
                    </a:lnTo>
                    <a:lnTo>
                      <a:pt x="863" y="702"/>
                    </a:lnTo>
                    <a:lnTo>
                      <a:pt x="897" y="683"/>
                    </a:lnTo>
                    <a:lnTo>
                      <a:pt x="887" y="666"/>
                    </a:lnTo>
                    <a:close/>
                    <a:moveTo>
                      <a:pt x="953" y="626"/>
                    </a:moveTo>
                    <a:lnTo>
                      <a:pt x="920" y="645"/>
                    </a:lnTo>
                    <a:lnTo>
                      <a:pt x="930" y="662"/>
                    </a:lnTo>
                    <a:lnTo>
                      <a:pt x="963" y="643"/>
                    </a:lnTo>
                    <a:lnTo>
                      <a:pt x="953" y="626"/>
                    </a:lnTo>
                    <a:close/>
                    <a:moveTo>
                      <a:pt x="1020" y="588"/>
                    </a:moveTo>
                    <a:lnTo>
                      <a:pt x="986" y="607"/>
                    </a:lnTo>
                    <a:lnTo>
                      <a:pt x="996" y="624"/>
                    </a:lnTo>
                    <a:lnTo>
                      <a:pt x="1029" y="603"/>
                    </a:lnTo>
                    <a:lnTo>
                      <a:pt x="1020" y="588"/>
                    </a:lnTo>
                    <a:close/>
                    <a:moveTo>
                      <a:pt x="1086" y="548"/>
                    </a:moveTo>
                    <a:lnTo>
                      <a:pt x="1053" y="567"/>
                    </a:lnTo>
                    <a:lnTo>
                      <a:pt x="1062" y="584"/>
                    </a:lnTo>
                    <a:lnTo>
                      <a:pt x="1095" y="565"/>
                    </a:lnTo>
                    <a:lnTo>
                      <a:pt x="1086" y="548"/>
                    </a:lnTo>
                    <a:close/>
                    <a:moveTo>
                      <a:pt x="1150" y="508"/>
                    </a:moveTo>
                    <a:lnTo>
                      <a:pt x="1116" y="529"/>
                    </a:lnTo>
                    <a:lnTo>
                      <a:pt x="1128" y="546"/>
                    </a:lnTo>
                    <a:lnTo>
                      <a:pt x="1159" y="525"/>
                    </a:lnTo>
                    <a:lnTo>
                      <a:pt x="1150" y="508"/>
                    </a:lnTo>
                    <a:close/>
                    <a:moveTo>
                      <a:pt x="1216" y="470"/>
                    </a:moveTo>
                    <a:lnTo>
                      <a:pt x="1183" y="489"/>
                    </a:lnTo>
                    <a:lnTo>
                      <a:pt x="1192" y="506"/>
                    </a:lnTo>
                    <a:lnTo>
                      <a:pt x="1225" y="487"/>
                    </a:lnTo>
                    <a:lnTo>
                      <a:pt x="1216" y="470"/>
                    </a:lnTo>
                    <a:close/>
                    <a:moveTo>
                      <a:pt x="1282" y="430"/>
                    </a:moveTo>
                    <a:lnTo>
                      <a:pt x="1249" y="451"/>
                    </a:lnTo>
                    <a:lnTo>
                      <a:pt x="1258" y="468"/>
                    </a:lnTo>
                    <a:lnTo>
                      <a:pt x="1291" y="447"/>
                    </a:lnTo>
                    <a:lnTo>
                      <a:pt x="1282" y="430"/>
                    </a:lnTo>
                    <a:close/>
                    <a:moveTo>
                      <a:pt x="1348" y="392"/>
                    </a:moveTo>
                    <a:lnTo>
                      <a:pt x="1315" y="411"/>
                    </a:lnTo>
                    <a:lnTo>
                      <a:pt x="1325" y="428"/>
                    </a:lnTo>
                    <a:lnTo>
                      <a:pt x="1358" y="409"/>
                    </a:lnTo>
                    <a:lnTo>
                      <a:pt x="1348" y="392"/>
                    </a:lnTo>
                    <a:close/>
                    <a:moveTo>
                      <a:pt x="1414" y="352"/>
                    </a:moveTo>
                    <a:lnTo>
                      <a:pt x="1381" y="373"/>
                    </a:lnTo>
                    <a:lnTo>
                      <a:pt x="1391" y="387"/>
                    </a:lnTo>
                    <a:lnTo>
                      <a:pt x="1424" y="368"/>
                    </a:lnTo>
                    <a:lnTo>
                      <a:pt x="1414" y="352"/>
                    </a:lnTo>
                    <a:close/>
                    <a:moveTo>
                      <a:pt x="1478" y="314"/>
                    </a:moveTo>
                    <a:lnTo>
                      <a:pt x="1445" y="333"/>
                    </a:lnTo>
                    <a:lnTo>
                      <a:pt x="1457" y="350"/>
                    </a:lnTo>
                    <a:lnTo>
                      <a:pt x="1488" y="331"/>
                    </a:lnTo>
                    <a:lnTo>
                      <a:pt x="1478" y="314"/>
                    </a:lnTo>
                    <a:close/>
                    <a:moveTo>
                      <a:pt x="1544" y="274"/>
                    </a:moveTo>
                    <a:lnTo>
                      <a:pt x="1511" y="295"/>
                    </a:lnTo>
                    <a:lnTo>
                      <a:pt x="1521" y="309"/>
                    </a:lnTo>
                    <a:lnTo>
                      <a:pt x="1554" y="290"/>
                    </a:lnTo>
                    <a:lnTo>
                      <a:pt x="1544" y="274"/>
                    </a:lnTo>
                    <a:close/>
                    <a:moveTo>
                      <a:pt x="1611" y="236"/>
                    </a:moveTo>
                    <a:lnTo>
                      <a:pt x="1578" y="255"/>
                    </a:lnTo>
                    <a:lnTo>
                      <a:pt x="1587" y="272"/>
                    </a:lnTo>
                    <a:lnTo>
                      <a:pt x="1620" y="253"/>
                    </a:lnTo>
                    <a:lnTo>
                      <a:pt x="1611" y="236"/>
                    </a:lnTo>
                    <a:close/>
                    <a:moveTo>
                      <a:pt x="1677" y="196"/>
                    </a:moveTo>
                    <a:lnTo>
                      <a:pt x="1644" y="215"/>
                    </a:lnTo>
                    <a:lnTo>
                      <a:pt x="1653" y="231"/>
                    </a:lnTo>
                    <a:lnTo>
                      <a:pt x="1686" y="212"/>
                    </a:lnTo>
                    <a:lnTo>
                      <a:pt x="1677" y="196"/>
                    </a:lnTo>
                    <a:close/>
                    <a:moveTo>
                      <a:pt x="1743" y="158"/>
                    </a:moveTo>
                    <a:lnTo>
                      <a:pt x="1710" y="177"/>
                    </a:lnTo>
                    <a:lnTo>
                      <a:pt x="1719" y="194"/>
                    </a:lnTo>
                    <a:lnTo>
                      <a:pt x="1752" y="172"/>
                    </a:lnTo>
                    <a:lnTo>
                      <a:pt x="1743" y="158"/>
                    </a:lnTo>
                    <a:close/>
                    <a:moveTo>
                      <a:pt x="1807" y="118"/>
                    </a:moveTo>
                    <a:lnTo>
                      <a:pt x="1774" y="137"/>
                    </a:lnTo>
                    <a:lnTo>
                      <a:pt x="1783" y="153"/>
                    </a:lnTo>
                    <a:lnTo>
                      <a:pt x="1816" y="134"/>
                    </a:lnTo>
                    <a:lnTo>
                      <a:pt x="1807" y="118"/>
                    </a:lnTo>
                    <a:close/>
                    <a:moveTo>
                      <a:pt x="1873" y="80"/>
                    </a:moveTo>
                    <a:lnTo>
                      <a:pt x="1840" y="99"/>
                    </a:lnTo>
                    <a:lnTo>
                      <a:pt x="1849" y="116"/>
                    </a:lnTo>
                    <a:lnTo>
                      <a:pt x="1883" y="94"/>
                    </a:lnTo>
                    <a:lnTo>
                      <a:pt x="1873" y="80"/>
                    </a:lnTo>
                    <a:close/>
                    <a:moveTo>
                      <a:pt x="1939" y="40"/>
                    </a:moveTo>
                    <a:lnTo>
                      <a:pt x="1906" y="59"/>
                    </a:lnTo>
                    <a:lnTo>
                      <a:pt x="1916" y="75"/>
                    </a:lnTo>
                    <a:lnTo>
                      <a:pt x="1949" y="56"/>
                    </a:lnTo>
                    <a:lnTo>
                      <a:pt x="1939" y="40"/>
                    </a:lnTo>
                    <a:close/>
                    <a:moveTo>
                      <a:pt x="2005" y="0"/>
                    </a:moveTo>
                    <a:lnTo>
                      <a:pt x="1972" y="21"/>
                    </a:lnTo>
                    <a:lnTo>
                      <a:pt x="1982" y="37"/>
                    </a:lnTo>
                    <a:lnTo>
                      <a:pt x="2015" y="16"/>
                    </a:lnTo>
                    <a:lnTo>
                      <a:pt x="2005" y="0"/>
                    </a:lnTo>
                    <a:close/>
                  </a:path>
                </a:pathLst>
              </a:custGeom>
              <a:solidFill>
                <a:srgbClr val="2C3E50"/>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34" name="Freeform 14"/>
              <p:cNvSpPr>
                <a:spLocks noEditPoints="1"/>
              </p:cNvSpPr>
              <p:nvPr/>
            </p:nvSpPr>
            <p:spPr bwMode="auto">
              <a:xfrm>
                <a:off x="4816778" y="4492394"/>
                <a:ext cx="1675447" cy="1006099"/>
              </a:xfrm>
              <a:custGeom>
                <a:avLst/>
                <a:gdLst>
                  <a:gd name="T0" fmla="*/ 10 w 2015"/>
                  <a:gd name="T1" fmla="*/ 1210 h 1210"/>
                  <a:gd name="T2" fmla="*/ 100 w 2015"/>
                  <a:gd name="T3" fmla="*/ 1135 h 1210"/>
                  <a:gd name="T4" fmla="*/ 109 w 2015"/>
                  <a:gd name="T5" fmla="*/ 1151 h 1210"/>
                  <a:gd name="T6" fmla="*/ 130 w 2015"/>
                  <a:gd name="T7" fmla="*/ 1116 h 1210"/>
                  <a:gd name="T8" fmla="*/ 164 w 2015"/>
                  <a:gd name="T9" fmla="*/ 1097 h 1210"/>
                  <a:gd name="T10" fmla="*/ 206 w 2015"/>
                  <a:gd name="T11" fmla="*/ 1092 h 1210"/>
                  <a:gd name="T12" fmla="*/ 296 w 2015"/>
                  <a:gd name="T13" fmla="*/ 1019 h 1210"/>
                  <a:gd name="T14" fmla="*/ 305 w 2015"/>
                  <a:gd name="T15" fmla="*/ 1033 h 1210"/>
                  <a:gd name="T16" fmla="*/ 329 w 2015"/>
                  <a:gd name="T17" fmla="*/ 997 h 1210"/>
                  <a:gd name="T18" fmla="*/ 362 w 2015"/>
                  <a:gd name="T19" fmla="*/ 978 h 1210"/>
                  <a:gd name="T20" fmla="*/ 405 w 2015"/>
                  <a:gd name="T21" fmla="*/ 976 h 1210"/>
                  <a:gd name="T22" fmla="*/ 492 w 2015"/>
                  <a:gd name="T23" fmla="*/ 900 h 1210"/>
                  <a:gd name="T24" fmla="*/ 502 w 2015"/>
                  <a:gd name="T25" fmla="*/ 917 h 1210"/>
                  <a:gd name="T26" fmla="*/ 525 w 2015"/>
                  <a:gd name="T27" fmla="*/ 882 h 1210"/>
                  <a:gd name="T28" fmla="*/ 558 w 2015"/>
                  <a:gd name="T29" fmla="*/ 860 h 1210"/>
                  <a:gd name="T30" fmla="*/ 601 w 2015"/>
                  <a:gd name="T31" fmla="*/ 858 h 1210"/>
                  <a:gd name="T32" fmla="*/ 691 w 2015"/>
                  <a:gd name="T33" fmla="*/ 782 h 1210"/>
                  <a:gd name="T34" fmla="*/ 700 w 2015"/>
                  <a:gd name="T35" fmla="*/ 799 h 1210"/>
                  <a:gd name="T36" fmla="*/ 724 w 2015"/>
                  <a:gd name="T37" fmla="*/ 763 h 1210"/>
                  <a:gd name="T38" fmla="*/ 757 w 2015"/>
                  <a:gd name="T39" fmla="*/ 744 h 1210"/>
                  <a:gd name="T40" fmla="*/ 800 w 2015"/>
                  <a:gd name="T41" fmla="*/ 740 h 1210"/>
                  <a:gd name="T42" fmla="*/ 887 w 2015"/>
                  <a:gd name="T43" fmla="*/ 666 h 1210"/>
                  <a:gd name="T44" fmla="*/ 897 w 2015"/>
                  <a:gd name="T45" fmla="*/ 683 h 1210"/>
                  <a:gd name="T46" fmla="*/ 920 w 2015"/>
                  <a:gd name="T47" fmla="*/ 645 h 1210"/>
                  <a:gd name="T48" fmla="*/ 953 w 2015"/>
                  <a:gd name="T49" fmla="*/ 626 h 1210"/>
                  <a:gd name="T50" fmla="*/ 996 w 2015"/>
                  <a:gd name="T51" fmla="*/ 624 h 1210"/>
                  <a:gd name="T52" fmla="*/ 1086 w 2015"/>
                  <a:gd name="T53" fmla="*/ 548 h 1210"/>
                  <a:gd name="T54" fmla="*/ 1095 w 2015"/>
                  <a:gd name="T55" fmla="*/ 565 h 1210"/>
                  <a:gd name="T56" fmla="*/ 1116 w 2015"/>
                  <a:gd name="T57" fmla="*/ 529 h 1210"/>
                  <a:gd name="T58" fmla="*/ 1150 w 2015"/>
                  <a:gd name="T59" fmla="*/ 508 h 1210"/>
                  <a:gd name="T60" fmla="*/ 1192 w 2015"/>
                  <a:gd name="T61" fmla="*/ 506 h 1210"/>
                  <a:gd name="T62" fmla="*/ 1282 w 2015"/>
                  <a:gd name="T63" fmla="*/ 430 h 1210"/>
                  <a:gd name="T64" fmla="*/ 1291 w 2015"/>
                  <a:gd name="T65" fmla="*/ 447 h 1210"/>
                  <a:gd name="T66" fmla="*/ 1315 w 2015"/>
                  <a:gd name="T67" fmla="*/ 411 h 1210"/>
                  <a:gd name="T68" fmla="*/ 1348 w 2015"/>
                  <a:gd name="T69" fmla="*/ 392 h 1210"/>
                  <a:gd name="T70" fmla="*/ 1391 w 2015"/>
                  <a:gd name="T71" fmla="*/ 387 h 1210"/>
                  <a:gd name="T72" fmla="*/ 1478 w 2015"/>
                  <a:gd name="T73" fmla="*/ 314 h 1210"/>
                  <a:gd name="T74" fmla="*/ 1488 w 2015"/>
                  <a:gd name="T75" fmla="*/ 331 h 1210"/>
                  <a:gd name="T76" fmla="*/ 1511 w 2015"/>
                  <a:gd name="T77" fmla="*/ 295 h 1210"/>
                  <a:gd name="T78" fmla="*/ 1544 w 2015"/>
                  <a:gd name="T79" fmla="*/ 274 h 1210"/>
                  <a:gd name="T80" fmla="*/ 1587 w 2015"/>
                  <a:gd name="T81" fmla="*/ 272 h 1210"/>
                  <a:gd name="T82" fmla="*/ 1677 w 2015"/>
                  <a:gd name="T83" fmla="*/ 196 h 1210"/>
                  <a:gd name="T84" fmla="*/ 1686 w 2015"/>
                  <a:gd name="T85" fmla="*/ 212 h 1210"/>
                  <a:gd name="T86" fmla="*/ 1710 w 2015"/>
                  <a:gd name="T87" fmla="*/ 177 h 1210"/>
                  <a:gd name="T88" fmla="*/ 1743 w 2015"/>
                  <a:gd name="T89" fmla="*/ 158 h 1210"/>
                  <a:gd name="T90" fmla="*/ 1783 w 2015"/>
                  <a:gd name="T91" fmla="*/ 153 h 1210"/>
                  <a:gd name="T92" fmla="*/ 1873 w 2015"/>
                  <a:gd name="T93" fmla="*/ 80 h 1210"/>
                  <a:gd name="T94" fmla="*/ 1883 w 2015"/>
                  <a:gd name="T95" fmla="*/ 94 h 1210"/>
                  <a:gd name="T96" fmla="*/ 1906 w 2015"/>
                  <a:gd name="T97" fmla="*/ 59 h 1210"/>
                  <a:gd name="T98" fmla="*/ 1939 w 2015"/>
                  <a:gd name="T99" fmla="*/ 40 h 1210"/>
                  <a:gd name="T100" fmla="*/ 1982 w 2015"/>
                  <a:gd name="T101" fmla="*/ 37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5" h="1210">
                    <a:moveTo>
                      <a:pt x="34" y="1175"/>
                    </a:moveTo>
                    <a:lnTo>
                      <a:pt x="0" y="1194"/>
                    </a:lnTo>
                    <a:lnTo>
                      <a:pt x="10" y="1210"/>
                    </a:lnTo>
                    <a:lnTo>
                      <a:pt x="43" y="1191"/>
                    </a:lnTo>
                    <a:lnTo>
                      <a:pt x="34" y="1175"/>
                    </a:lnTo>
                    <a:moveTo>
                      <a:pt x="100" y="1135"/>
                    </a:moveTo>
                    <a:lnTo>
                      <a:pt x="67" y="1153"/>
                    </a:lnTo>
                    <a:lnTo>
                      <a:pt x="76" y="1170"/>
                    </a:lnTo>
                    <a:lnTo>
                      <a:pt x="109" y="1151"/>
                    </a:lnTo>
                    <a:lnTo>
                      <a:pt x="100" y="1135"/>
                    </a:lnTo>
                    <a:moveTo>
                      <a:pt x="164" y="1097"/>
                    </a:moveTo>
                    <a:lnTo>
                      <a:pt x="130" y="1116"/>
                    </a:lnTo>
                    <a:lnTo>
                      <a:pt x="142" y="1132"/>
                    </a:lnTo>
                    <a:lnTo>
                      <a:pt x="173" y="1111"/>
                    </a:lnTo>
                    <a:lnTo>
                      <a:pt x="164" y="1097"/>
                    </a:lnTo>
                    <a:moveTo>
                      <a:pt x="230" y="1056"/>
                    </a:moveTo>
                    <a:lnTo>
                      <a:pt x="197" y="1075"/>
                    </a:lnTo>
                    <a:lnTo>
                      <a:pt x="206" y="1092"/>
                    </a:lnTo>
                    <a:lnTo>
                      <a:pt x="239" y="1073"/>
                    </a:lnTo>
                    <a:lnTo>
                      <a:pt x="230" y="1056"/>
                    </a:lnTo>
                    <a:moveTo>
                      <a:pt x="296" y="1019"/>
                    </a:moveTo>
                    <a:lnTo>
                      <a:pt x="263" y="1038"/>
                    </a:lnTo>
                    <a:lnTo>
                      <a:pt x="272" y="1054"/>
                    </a:lnTo>
                    <a:lnTo>
                      <a:pt x="305" y="1033"/>
                    </a:lnTo>
                    <a:lnTo>
                      <a:pt x="296" y="1019"/>
                    </a:lnTo>
                    <a:moveTo>
                      <a:pt x="362" y="978"/>
                    </a:moveTo>
                    <a:lnTo>
                      <a:pt x="329" y="997"/>
                    </a:lnTo>
                    <a:lnTo>
                      <a:pt x="339" y="1014"/>
                    </a:lnTo>
                    <a:lnTo>
                      <a:pt x="372" y="995"/>
                    </a:lnTo>
                    <a:lnTo>
                      <a:pt x="362" y="978"/>
                    </a:lnTo>
                    <a:moveTo>
                      <a:pt x="428" y="938"/>
                    </a:moveTo>
                    <a:lnTo>
                      <a:pt x="395" y="960"/>
                    </a:lnTo>
                    <a:lnTo>
                      <a:pt x="405" y="976"/>
                    </a:lnTo>
                    <a:lnTo>
                      <a:pt x="438" y="955"/>
                    </a:lnTo>
                    <a:lnTo>
                      <a:pt x="428" y="938"/>
                    </a:lnTo>
                    <a:moveTo>
                      <a:pt x="492" y="900"/>
                    </a:moveTo>
                    <a:lnTo>
                      <a:pt x="459" y="919"/>
                    </a:lnTo>
                    <a:lnTo>
                      <a:pt x="471" y="936"/>
                    </a:lnTo>
                    <a:lnTo>
                      <a:pt x="502" y="917"/>
                    </a:lnTo>
                    <a:lnTo>
                      <a:pt x="492" y="900"/>
                    </a:lnTo>
                    <a:moveTo>
                      <a:pt x="558" y="860"/>
                    </a:moveTo>
                    <a:lnTo>
                      <a:pt x="525" y="882"/>
                    </a:lnTo>
                    <a:lnTo>
                      <a:pt x="535" y="898"/>
                    </a:lnTo>
                    <a:lnTo>
                      <a:pt x="568" y="877"/>
                    </a:lnTo>
                    <a:lnTo>
                      <a:pt x="558" y="860"/>
                    </a:lnTo>
                    <a:moveTo>
                      <a:pt x="625" y="822"/>
                    </a:moveTo>
                    <a:lnTo>
                      <a:pt x="592" y="841"/>
                    </a:lnTo>
                    <a:lnTo>
                      <a:pt x="601" y="858"/>
                    </a:lnTo>
                    <a:lnTo>
                      <a:pt x="634" y="839"/>
                    </a:lnTo>
                    <a:lnTo>
                      <a:pt x="625" y="822"/>
                    </a:lnTo>
                    <a:moveTo>
                      <a:pt x="691" y="782"/>
                    </a:moveTo>
                    <a:lnTo>
                      <a:pt x="658" y="804"/>
                    </a:lnTo>
                    <a:lnTo>
                      <a:pt x="667" y="818"/>
                    </a:lnTo>
                    <a:lnTo>
                      <a:pt x="700" y="799"/>
                    </a:lnTo>
                    <a:lnTo>
                      <a:pt x="691" y="782"/>
                    </a:lnTo>
                    <a:moveTo>
                      <a:pt x="757" y="744"/>
                    </a:moveTo>
                    <a:lnTo>
                      <a:pt x="724" y="763"/>
                    </a:lnTo>
                    <a:lnTo>
                      <a:pt x="733" y="780"/>
                    </a:lnTo>
                    <a:lnTo>
                      <a:pt x="767" y="761"/>
                    </a:lnTo>
                    <a:lnTo>
                      <a:pt x="757" y="744"/>
                    </a:lnTo>
                    <a:moveTo>
                      <a:pt x="821" y="704"/>
                    </a:moveTo>
                    <a:lnTo>
                      <a:pt x="788" y="723"/>
                    </a:lnTo>
                    <a:lnTo>
                      <a:pt x="800" y="740"/>
                    </a:lnTo>
                    <a:lnTo>
                      <a:pt x="830" y="721"/>
                    </a:lnTo>
                    <a:lnTo>
                      <a:pt x="821" y="704"/>
                    </a:lnTo>
                    <a:moveTo>
                      <a:pt x="887" y="666"/>
                    </a:moveTo>
                    <a:lnTo>
                      <a:pt x="854" y="685"/>
                    </a:lnTo>
                    <a:lnTo>
                      <a:pt x="863" y="702"/>
                    </a:lnTo>
                    <a:lnTo>
                      <a:pt x="897" y="683"/>
                    </a:lnTo>
                    <a:lnTo>
                      <a:pt x="887" y="666"/>
                    </a:lnTo>
                    <a:moveTo>
                      <a:pt x="953" y="626"/>
                    </a:moveTo>
                    <a:lnTo>
                      <a:pt x="920" y="645"/>
                    </a:lnTo>
                    <a:lnTo>
                      <a:pt x="930" y="662"/>
                    </a:lnTo>
                    <a:lnTo>
                      <a:pt x="963" y="643"/>
                    </a:lnTo>
                    <a:lnTo>
                      <a:pt x="953" y="626"/>
                    </a:lnTo>
                    <a:moveTo>
                      <a:pt x="1020" y="588"/>
                    </a:moveTo>
                    <a:lnTo>
                      <a:pt x="986" y="607"/>
                    </a:lnTo>
                    <a:lnTo>
                      <a:pt x="996" y="624"/>
                    </a:lnTo>
                    <a:lnTo>
                      <a:pt x="1029" y="603"/>
                    </a:lnTo>
                    <a:lnTo>
                      <a:pt x="1020" y="588"/>
                    </a:lnTo>
                    <a:moveTo>
                      <a:pt x="1086" y="548"/>
                    </a:moveTo>
                    <a:lnTo>
                      <a:pt x="1053" y="567"/>
                    </a:lnTo>
                    <a:lnTo>
                      <a:pt x="1062" y="584"/>
                    </a:lnTo>
                    <a:lnTo>
                      <a:pt x="1095" y="565"/>
                    </a:lnTo>
                    <a:lnTo>
                      <a:pt x="1086" y="548"/>
                    </a:lnTo>
                    <a:moveTo>
                      <a:pt x="1150" y="508"/>
                    </a:moveTo>
                    <a:lnTo>
                      <a:pt x="1116" y="529"/>
                    </a:lnTo>
                    <a:lnTo>
                      <a:pt x="1128" y="546"/>
                    </a:lnTo>
                    <a:lnTo>
                      <a:pt x="1159" y="525"/>
                    </a:lnTo>
                    <a:lnTo>
                      <a:pt x="1150" y="508"/>
                    </a:lnTo>
                    <a:moveTo>
                      <a:pt x="1216" y="470"/>
                    </a:moveTo>
                    <a:lnTo>
                      <a:pt x="1183" y="489"/>
                    </a:lnTo>
                    <a:lnTo>
                      <a:pt x="1192" y="506"/>
                    </a:lnTo>
                    <a:lnTo>
                      <a:pt x="1225" y="487"/>
                    </a:lnTo>
                    <a:lnTo>
                      <a:pt x="1216" y="470"/>
                    </a:lnTo>
                    <a:moveTo>
                      <a:pt x="1282" y="430"/>
                    </a:moveTo>
                    <a:lnTo>
                      <a:pt x="1249" y="451"/>
                    </a:lnTo>
                    <a:lnTo>
                      <a:pt x="1258" y="468"/>
                    </a:lnTo>
                    <a:lnTo>
                      <a:pt x="1291" y="447"/>
                    </a:lnTo>
                    <a:lnTo>
                      <a:pt x="1282" y="430"/>
                    </a:lnTo>
                    <a:moveTo>
                      <a:pt x="1348" y="392"/>
                    </a:moveTo>
                    <a:lnTo>
                      <a:pt x="1315" y="411"/>
                    </a:lnTo>
                    <a:lnTo>
                      <a:pt x="1325" y="428"/>
                    </a:lnTo>
                    <a:lnTo>
                      <a:pt x="1358" y="409"/>
                    </a:lnTo>
                    <a:lnTo>
                      <a:pt x="1348" y="392"/>
                    </a:lnTo>
                    <a:moveTo>
                      <a:pt x="1414" y="352"/>
                    </a:moveTo>
                    <a:lnTo>
                      <a:pt x="1381" y="373"/>
                    </a:lnTo>
                    <a:lnTo>
                      <a:pt x="1391" y="387"/>
                    </a:lnTo>
                    <a:lnTo>
                      <a:pt x="1424" y="368"/>
                    </a:lnTo>
                    <a:lnTo>
                      <a:pt x="1414" y="352"/>
                    </a:lnTo>
                    <a:moveTo>
                      <a:pt x="1478" y="314"/>
                    </a:moveTo>
                    <a:lnTo>
                      <a:pt x="1445" y="333"/>
                    </a:lnTo>
                    <a:lnTo>
                      <a:pt x="1457" y="350"/>
                    </a:lnTo>
                    <a:lnTo>
                      <a:pt x="1488" y="331"/>
                    </a:lnTo>
                    <a:lnTo>
                      <a:pt x="1478" y="314"/>
                    </a:lnTo>
                    <a:moveTo>
                      <a:pt x="1544" y="274"/>
                    </a:moveTo>
                    <a:lnTo>
                      <a:pt x="1511" y="295"/>
                    </a:lnTo>
                    <a:lnTo>
                      <a:pt x="1521" y="309"/>
                    </a:lnTo>
                    <a:lnTo>
                      <a:pt x="1554" y="290"/>
                    </a:lnTo>
                    <a:lnTo>
                      <a:pt x="1544" y="274"/>
                    </a:lnTo>
                    <a:moveTo>
                      <a:pt x="1611" y="236"/>
                    </a:moveTo>
                    <a:lnTo>
                      <a:pt x="1578" y="255"/>
                    </a:lnTo>
                    <a:lnTo>
                      <a:pt x="1587" y="272"/>
                    </a:lnTo>
                    <a:lnTo>
                      <a:pt x="1620" y="253"/>
                    </a:lnTo>
                    <a:lnTo>
                      <a:pt x="1611" y="236"/>
                    </a:lnTo>
                    <a:moveTo>
                      <a:pt x="1677" y="196"/>
                    </a:moveTo>
                    <a:lnTo>
                      <a:pt x="1644" y="215"/>
                    </a:lnTo>
                    <a:lnTo>
                      <a:pt x="1653" y="231"/>
                    </a:lnTo>
                    <a:lnTo>
                      <a:pt x="1686" y="212"/>
                    </a:lnTo>
                    <a:lnTo>
                      <a:pt x="1677" y="196"/>
                    </a:lnTo>
                    <a:moveTo>
                      <a:pt x="1743" y="158"/>
                    </a:moveTo>
                    <a:lnTo>
                      <a:pt x="1710" y="177"/>
                    </a:lnTo>
                    <a:lnTo>
                      <a:pt x="1719" y="194"/>
                    </a:lnTo>
                    <a:lnTo>
                      <a:pt x="1752" y="172"/>
                    </a:lnTo>
                    <a:lnTo>
                      <a:pt x="1743" y="158"/>
                    </a:lnTo>
                    <a:moveTo>
                      <a:pt x="1807" y="118"/>
                    </a:moveTo>
                    <a:lnTo>
                      <a:pt x="1774" y="137"/>
                    </a:lnTo>
                    <a:lnTo>
                      <a:pt x="1783" y="153"/>
                    </a:lnTo>
                    <a:lnTo>
                      <a:pt x="1816" y="134"/>
                    </a:lnTo>
                    <a:lnTo>
                      <a:pt x="1807" y="118"/>
                    </a:lnTo>
                    <a:moveTo>
                      <a:pt x="1873" y="80"/>
                    </a:moveTo>
                    <a:lnTo>
                      <a:pt x="1840" y="99"/>
                    </a:lnTo>
                    <a:lnTo>
                      <a:pt x="1849" y="116"/>
                    </a:lnTo>
                    <a:lnTo>
                      <a:pt x="1883" y="94"/>
                    </a:lnTo>
                    <a:lnTo>
                      <a:pt x="1873" y="80"/>
                    </a:lnTo>
                    <a:moveTo>
                      <a:pt x="1939" y="40"/>
                    </a:moveTo>
                    <a:lnTo>
                      <a:pt x="1906" y="59"/>
                    </a:lnTo>
                    <a:lnTo>
                      <a:pt x="1916" y="75"/>
                    </a:lnTo>
                    <a:lnTo>
                      <a:pt x="1949" y="56"/>
                    </a:lnTo>
                    <a:lnTo>
                      <a:pt x="1939" y="40"/>
                    </a:lnTo>
                    <a:moveTo>
                      <a:pt x="2005" y="0"/>
                    </a:moveTo>
                    <a:lnTo>
                      <a:pt x="1972" y="21"/>
                    </a:lnTo>
                    <a:lnTo>
                      <a:pt x="1982" y="37"/>
                    </a:lnTo>
                    <a:lnTo>
                      <a:pt x="2015" y="16"/>
                    </a:lnTo>
                    <a:lnTo>
                      <a:pt x="200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35" name="Freeform 17"/>
              <p:cNvSpPr>
                <a:spLocks noEditPoints="1"/>
              </p:cNvSpPr>
              <p:nvPr/>
            </p:nvSpPr>
            <p:spPr bwMode="auto">
              <a:xfrm>
                <a:off x="4571489" y="3434742"/>
                <a:ext cx="216187" cy="2081212"/>
              </a:xfrm>
              <a:custGeom>
                <a:avLst/>
                <a:gdLst>
                  <a:gd name="T0" fmla="*/ 260 w 260"/>
                  <a:gd name="T1" fmla="*/ 2501 h 2503"/>
                  <a:gd name="T2" fmla="*/ 232 w 260"/>
                  <a:gd name="T3" fmla="*/ 2411 h 2503"/>
                  <a:gd name="T4" fmla="*/ 251 w 260"/>
                  <a:gd name="T5" fmla="*/ 2409 h 2503"/>
                  <a:gd name="T6" fmla="*/ 229 w 260"/>
                  <a:gd name="T7" fmla="*/ 2373 h 2503"/>
                  <a:gd name="T8" fmla="*/ 225 w 260"/>
                  <a:gd name="T9" fmla="*/ 2336 h 2503"/>
                  <a:gd name="T10" fmla="*/ 241 w 260"/>
                  <a:gd name="T11" fmla="*/ 2295 h 2503"/>
                  <a:gd name="T12" fmla="*/ 210 w 260"/>
                  <a:gd name="T13" fmla="*/ 2184 h 2503"/>
                  <a:gd name="T14" fmla="*/ 229 w 260"/>
                  <a:gd name="T15" fmla="*/ 2184 h 2503"/>
                  <a:gd name="T16" fmla="*/ 208 w 260"/>
                  <a:gd name="T17" fmla="*/ 2149 h 2503"/>
                  <a:gd name="T18" fmla="*/ 203 w 260"/>
                  <a:gd name="T19" fmla="*/ 2111 h 2503"/>
                  <a:gd name="T20" fmla="*/ 220 w 260"/>
                  <a:gd name="T21" fmla="*/ 2071 h 2503"/>
                  <a:gd name="T22" fmla="*/ 189 w 260"/>
                  <a:gd name="T23" fmla="*/ 1960 h 2503"/>
                  <a:gd name="T24" fmla="*/ 208 w 260"/>
                  <a:gd name="T25" fmla="*/ 1957 h 2503"/>
                  <a:gd name="T26" fmla="*/ 187 w 260"/>
                  <a:gd name="T27" fmla="*/ 1922 h 2503"/>
                  <a:gd name="T28" fmla="*/ 182 w 260"/>
                  <a:gd name="T29" fmla="*/ 1884 h 2503"/>
                  <a:gd name="T30" fmla="*/ 196 w 260"/>
                  <a:gd name="T31" fmla="*/ 1844 h 2503"/>
                  <a:gd name="T32" fmla="*/ 168 w 260"/>
                  <a:gd name="T33" fmla="*/ 1733 h 2503"/>
                  <a:gd name="T34" fmla="*/ 187 w 260"/>
                  <a:gd name="T35" fmla="*/ 1733 h 2503"/>
                  <a:gd name="T36" fmla="*/ 163 w 260"/>
                  <a:gd name="T37" fmla="*/ 1695 h 2503"/>
                  <a:gd name="T38" fmla="*/ 161 w 260"/>
                  <a:gd name="T39" fmla="*/ 1659 h 2503"/>
                  <a:gd name="T40" fmla="*/ 175 w 260"/>
                  <a:gd name="T41" fmla="*/ 1619 h 2503"/>
                  <a:gd name="T42" fmla="*/ 146 w 260"/>
                  <a:gd name="T43" fmla="*/ 1508 h 2503"/>
                  <a:gd name="T44" fmla="*/ 165 w 260"/>
                  <a:gd name="T45" fmla="*/ 1506 h 2503"/>
                  <a:gd name="T46" fmla="*/ 142 w 260"/>
                  <a:gd name="T47" fmla="*/ 1470 h 2503"/>
                  <a:gd name="T48" fmla="*/ 139 w 260"/>
                  <a:gd name="T49" fmla="*/ 1432 h 2503"/>
                  <a:gd name="T50" fmla="*/ 154 w 260"/>
                  <a:gd name="T51" fmla="*/ 1392 h 2503"/>
                  <a:gd name="T52" fmla="*/ 123 w 260"/>
                  <a:gd name="T53" fmla="*/ 1281 h 2503"/>
                  <a:gd name="T54" fmla="*/ 142 w 260"/>
                  <a:gd name="T55" fmla="*/ 1279 h 2503"/>
                  <a:gd name="T56" fmla="*/ 120 w 260"/>
                  <a:gd name="T57" fmla="*/ 1243 h 2503"/>
                  <a:gd name="T58" fmla="*/ 116 w 260"/>
                  <a:gd name="T59" fmla="*/ 1205 h 2503"/>
                  <a:gd name="T60" fmla="*/ 132 w 260"/>
                  <a:gd name="T61" fmla="*/ 1168 h 2503"/>
                  <a:gd name="T62" fmla="*/ 102 w 260"/>
                  <a:gd name="T63" fmla="*/ 1057 h 2503"/>
                  <a:gd name="T64" fmla="*/ 120 w 260"/>
                  <a:gd name="T65" fmla="*/ 1054 h 2503"/>
                  <a:gd name="T66" fmla="*/ 99 w 260"/>
                  <a:gd name="T67" fmla="*/ 1019 h 2503"/>
                  <a:gd name="T68" fmla="*/ 94 w 260"/>
                  <a:gd name="T69" fmla="*/ 981 h 2503"/>
                  <a:gd name="T70" fmla="*/ 111 w 260"/>
                  <a:gd name="T71" fmla="*/ 941 h 2503"/>
                  <a:gd name="T72" fmla="*/ 80 w 260"/>
                  <a:gd name="T73" fmla="*/ 830 h 2503"/>
                  <a:gd name="T74" fmla="*/ 99 w 260"/>
                  <a:gd name="T75" fmla="*/ 827 h 2503"/>
                  <a:gd name="T76" fmla="*/ 78 w 260"/>
                  <a:gd name="T77" fmla="*/ 792 h 2503"/>
                  <a:gd name="T78" fmla="*/ 73 w 260"/>
                  <a:gd name="T79" fmla="*/ 754 h 2503"/>
                  <a:gd name="T80" fmla="*/ 87 w 260"/>
                  <a:gd name="T81" fmla="*/ 716 h 2503"/>
                  <a:gd name="T82" fmla="*/ 59 w 260"/>
                  <a:gd name="T83" fmla="*/ 605 h 2503"/>
                  <a:gd name="T84" fmla="*/ 78 w 260"/>
                  <a:gd name="T85" fmla="*/ 603 h 2503"/>
                  <a:gd name="T86" fmla="*/ 54 w 260"/>
                  <a:gd name="T87" fmla="*/ 567 h 2503"/>
                  <a:gd name="T88" fmla="*/ 52 w 260"/>
                  <a:gd name="T89" fmla="*/ 529 h 2503"/>
                  <a:gd name="T90" fmla="*/ 66 w 260"/>
                  <a:gd name="T91" fmla="*/ 489 h 2503"/>
                  <a:gd name="T92" fmla="*/ 38 w 260"/>
                  <a:gd name="T93" fmla="*/ 378 h 2503"/>
                  <a:gd name="T94" fmla="*/ 57 w 260"/>
                  <a:gd name="T95" fmla="*/ 376 h 2503"/>
                  <a:gd name="T96" fmla="*/ 33 w 260"/>
                  <a:gd name="T97" fmla="*/ 340 h 2503"/>
                  <a:gd name="T98" fmla="*/ 31 w 260"/>
                  <a:gd name="T99" fmla="*/ 302 h 2503"/>
                  <a:gd name="T100" fmla="*/ 45 w 260"/>
                  <a:gd name="T101" fmla="*/ 262 h 2503"/>
                  <a:gd name="T102" fmla="*/ 16 w 260"/>
                  <a:gd name="T103" fmla="*/ 151 h 2503"/>
                  <a:gd name="T104" fmla="*/ 33 w 260"/>
                  <a:gd name="T105" fmla="*/ 151 h 2503"/>
                  <a:gd name="T106" fmla="*/ 12 w 260"/>
                  <a:gd name="T107" fmla="*/ 116 h 2503"/>
                  <a:gd name="T108" fmla="*/ 7 w 260"/>
                  <a:gd name="T109" fmla="*/ 78 h 2503"/>
                  <a:gd name="T110" fmla="*/ 24 w 260"/>
                  <a:gd name="T111" fmla="*/ 38 h 2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0" h="2503">
                    <a:moveTo>
                      <a:pt x="239" y="2487"/>
                    </a:moveTo>
                    <a:lnTo>
                      <a:pt x="241" y="2503"/>
                    </a:lnTo>
                    <a:lnTo>
                      <a:pt x="260" y="2501"/>
                    </a:lnTo>
                    <a:lnTo>
                      <a:pt x="258" y="2485"/>
                    </a:lnTo>
                    <a:lnTo>
                      <a:pt x="239" y="2487"/>
                    </a:lnTo>
                    <a:close/>
                    <a:moveTo>
                      <a:pt x="232" y="2411"/>
                    </a:moveTo>
                    <a:lnTo>
                      <a:pt x="236" y="2449"/>
                    </a:lnTo>
                    <a:lnTo>
                      <a:pt x="255" y="2447"/>
                    </a:lnTo>
                    <a:lnTo>
                      <a:pt x="251" y="2409"/>
                    </a:lnTo>
                    <a:lnTo>
                      <a:pt x="232" y="2411"/>
                    </a:lnTo>
                    <a:close/>
                    <a:moveTo>
                      <a:pt x="225" y="2336"/>
                    </a:moveTo>
                    <a:lnTo>
                      <a:pt x="229" y="2373"/>
                    </a:lnTo>
                    <a:lnTo>
                      <a:pt x="248" y="2371"/>
                    </a:lnTo>
                    <a:lnTo>
                      <a:pt x="243" y="2333"/>
                    </a:lnTo>
                    <a:lnTo>
                      <a:pt x="225" y="2336"/>
                    </a:lnTo>
                    <a:close/>
                    <a:moveTo>
                      <a:pt x="217" y="2260"/>
                    </a:moveTo>
                    <a:lnTo>
                      <a:pt x="222" y="2298"/>
                    </a:lnTo>
                    <a:lnTo>
                      <a:pt x="241" y="2295"/>
                    </a:lnTo>
                    <a:lnTo>
                      <a:pt x="236" y="2260"/>
                    </a:lnTo>
                    <a:lnTo>
                      <a:pt x="217" y="2260"/>
                    </a:lnTo>
                    <a:close/>
                    <a:moveTo>
                      <a:pt x="210" y="2184"/>
                    </a:moveTo>
                    <a:lnTo>
                      <a:pt x="215" y="2222"/>
                    </a:lnTo>
                    <a:lnTo>
                      <a:pt x="234" y="2222"/>
                    </a:lnTo>
                    <a:lnTo>
                      <a:pt x="229" y="2184"/>
                    </a:lnTo>
                    <a:lnTo>
                      <a:pt x="210" y="2184"/>
                    </a:lnTo>
                    <a:close/>
                    <a:moveTo>
                      <a:pt x="203" y="2111"/>
                    </a:moveTo>
                    <a:lnTo>
                      <a:pt x="208" y="2149"/>
                    </a:lnTo>
                    <a:lnTo>
                      <a:pt x="227" y="2146"/>
                    </a:lnTo>
                    <a:lnTo>
                      <a:pt x="222" y="2109"/>
                    </a:lnTo>
                    <a:lnTo>
                      <a:pt x="203" y="2111"/>
                    </a:lnTo>
                    <a:close/>
                    <a:moveTo>
                      <a:pt x="196" y="2035"/>
                    </a:moveTo>
                    <a:lnTo>
                      <a:pt x="201" y="2073"/>
                    </a:lnTo>
                    <a:lnTo>
                      <a:pt x="220" y="2071"/>
                    </a:lnTo>
                    <a:lnTo>
                      <a:pt x="215" y="2033"/>
                    </a:lnTo>
                    <a:lnTo>
                      <a:pt x="196" y="2035"/>
                    </a:lnTo>
                    <a:close/>
                    <a:moveTo>
                      <a:pt x="189" y="1960"/>
                    </a:moveTo>
                    <a:lnTo>
                      <a:pt x="194" y="1997"/>
                    </a:lnTo>
                    <a:lnTo>
                      <a:pt x="213" y="1995"/>
                    </a:lnTo>
                    <a:lnTo>
                      <a:pt x="208" y="1957"/>
                    </a:lnTo>
                    <a:lnTo>
                      <a:pt x="189" y="1960"/>
                    </a:lnTo>
                    <a:close/>
                    <a:moveTo>
                      <a:pt x="182" y="1884"/>
                    </a:moveTo>
                    <a:lnTo>
                      <a:pt x="187" y="1922"/>
                    </a:lnTo>
                    <a:lnTo>
                      <a:pt x="203" y="1919"/>
                    </a:lnTo>
                    <a:lnTo>
                      <a:pt x="201" y="1882"/>
                    </a:lnTo>
                    <a:lnTo>
                      <a:pt x="182" y="1884"/>
                    </a:lnTo>
                    <a:close/>
                    <a:moveTo>
                      <a:pt x="175" y="1808"/>
                    </a:moveTo>
                    <a:lnTo>
                      <a:pt x="177" y="1846"/>
                    </a:lnTo>
                    <a:lnTo>
                      <a:pt x="196" y="1844"/>
                    </a:lnTo>
                    <a:lnTo>
                      <a:pt x="194" y="1806"/>
                    </a:lnTo>
                    <a:lnTo>
                      <a:pt x="175" y="1808"/>
                    </a:lnTo>
                    <a:close/>
                    <a:moveTo>
                      <a:pt x="168" y="1733"/>
                    </a:moveTo>
                    <a:lnTo>
                      <a:pt x="170" y="1771"/>
                    </a:lnTo>
                    <a:lnTo>
                      <a:pt x="189" y="1771"/>
                    </a:lnTo>
                    <a:lnTo>
                      <a:pt x="187" y="1733"/>
                    </a:lnTo>
                    <a:lnTo>
                      <a:pt x="168" y="1733"/>
                    </a:lnTo>
                    <a:close/>
                    <a:moveTo>
                      <a:pt x="161" y="1659"/>
                    </a:moveTo>
                    <a:lnTo>
                      <a:pt x="163" y="1695"/>
                    </a:lnTo>
                    <a:lnTo>
                      <a:pt x="182" y="1695"/>
                    </a:lnTo>
                    <a:lnTo>
                      <a:pt x="180" y="1657"/>
                    </a:lnTo>
                    <a:lnTo>
                      <a:pt x="161" y="1659"/>
                    </a:lnTo>
                    <a:close/>
                    <a:moveTo>
                      <a:pt x="154" y="1584"/>
                    </a:moveTo>
                    <a:lnTo>
                      <a:pt x="156" y="1622"/>
                    </a:lnTo>
                    <a:lnTo>
                      <a:pt x="175" y="1619"/>
                    </a:lnTo>
                    <a:lnTo>
                      <a:pt x="173" y="1581"/>
                    </a:lnTo>
                    <a:lnTo>
                      <a:pt x="154" y="1584"/>
                    </a:lnTo>
                    <a:close/>
                    <a:moveTo>
                      <a:pt x="146" y="1508"/>
                    </a:moveTo>
                    <a:lnTo>
                      <a:pt x="149" y="1546"/>
                    </a:lnTo>
                    <a:lnTo>
                      <a:pt x="168" y="1544"/>
                    </a:lnTo>
                    <a:lnTo>
                      <a:pt x="165" y="1506"/>
                    </a:lnTo>
                    <a:lnTo>
                      <a:pt x="146" y="1508"/>
                    </a:lnTo>
                    <a:close/>
                    <a:moveTo>
                      <a:pt x="139" y="1432"/>
                    </a:moveTo>
                    <a:lnTo>
                      <a:pt x="142" y="1470"/>
                    </a:lnTo>
                    <a:lnTo>
                      <a:pt x="161" y="1468"/>
                    </a:lnTo>
                    <a:lnTo>
                      <a:pt x="158" y="1430"/>
                    </a:lnTo>
                    <a:lnTo>
                      <a:pt x="139" y="1432"/>
                    </a:lnTo>
                    <a:close/>
                    <a:moveTo>
                      <a:pt x="132" y="1357"/>
                    </a:moveTo>
                    <a:lnTo>
                      <a:pt x="135" y="1395"/>
                    </a:lnTo>
                    <a:lnTo>
                      <a:pt x="154" y="1392"/>
                    </a:lnTo>
                    <a:lnTo>
                      <a:pt x="149" y="1354"/>
                    </a:lnTo>
                    <a:lnTo>
                      <a:pt x="132" y="1357"/>
                    </a:lnTo>
                    <a:close/>
                    <a:moveTo>
                      <a:pt x="123" y="1281"/>
                    </a:moveTo>
                    <a:lnTo>
                      <a:pt x="128" y="1319"/>
                    </a:lnTo>
                    <a:lnTo>
                      <a:pt x="146" y="1317"/>
                    </a:lnTo>
                    <a:lnTo>
                      <a:pt x="142" y="1279"/>
                    </a:lnTo>
                    <a:lnTo>
                      <a:pt x="123" y="1281"/>
                    </a:lnTo>
                    <a:close/>
                    <a:moveTo>
                      <a:pt x="116" y="1205"/>
                    </a:moveTo>
                    <a:lnTo>
                      <a:pt x="120" y="1243"/>
                    </a:lnTo>
                    <a:lnTo>
                      <a:pt x="139" y="1243"/>
                    </a:lnTo>
                    <a:lnTo>
                      <a:pt x="135" y="1205"/>
                    </a:lnTo>
                    <a:lnTo>
                      <a:pt x="116" y="1205"/>
                    </a:lnTo>
                    <a:close/>
                    <a:moveTo>
                      <a:pt x="109" y="1132"/>
                    </a:moveTo>
                    <a:lnTo>
                      <a:pt x="113" y="1168"/>
                    </a:lnTo>
                    <a:lnTo>
                      <a:pt x="132" y="1168"/>
                    </a:lnTo>
                    <a:lnTo>
                      <a:pt x="128" y="1130"/>
                    </a:lnTo>
                    <a:lnTo>
                      <a:pt x="109" y="1132"/>
                    </a:lnTo>
                    <a:close/>
                    <a:moveTo>
                      <a:pt x="102" y="1057"/>
                    </a:moveTo>
                    <a:lnTo>
                      <a:pt x="106" y="1094"/>
                    </a:lnTo>
                    <a:lnTo>
                      <a:pt x="125" y="1092"/>
                    </a:lnTo>
                    <a:lnTo>
                      <a:pt x="120" y="1054"/>
                    </a:lnTo>
                    <a:lnTo>
                      <a:pt x="102" y="1057"/>
                    </a:lnTo>
                    <a:close/>
                    <a:moveTo>
                      <a:pt x="94" y="981"/>
                    </a:moveTo>
                    <a:lnTo>
                      <a:pt x="99" y="1019"/>
                    </a:lnTo>
                    <a:lnTo>
                      <a:pt x="118" y="1016"/>
                    </a:lnTo>
                    <a:lnTo>
                      <a:pt x="113" y="979"/>
                    </a:lnTo>
                    <a:lnTo>
                      <a:pt x="94" y="981"/>
                    </a:lnTo>
                    <a:close/>
                    <a:moveTo>
                      <a:pt x="87" y="905"/>
                    </a:moveTo>
                    <a:lnTo>
                      <a:pt x="92" y="943"/>
                    </a:lnTo>
                    <a:lnTo>
                      <a:pt x="111" y="941"/>
                    </a:lnTo>
                    <a:lnTo>
                      <a:pt x="106" y="903"/>
                    </a:lnTo>
                    <a:lnTo>
                      <a:pt x="87" y="905"/>
                    </a:lnTo>
                    <a:close/>
                    <a:moveTo>
                      <a:pt x="80" y="830"/>
                    </a:moveTo>
                    <a:lnTo>
                      <a:pt x="85" y="867"/>
                    </a:lnTo>
                    <a:lnTo>
                      <a:pt x="104" y="865"/>
                    </a:lnTo>
                    <a:lnTo>
                      <a:pt x="99" y="827"/>
                    </a:lnTo>
                    <a:lnTo>
                      <a:pt x="80" y="830"/>
                    </a:lnTo>
                    <a:close/>
                    <a:moveTo>
                      <a:pt x="73" y="754"/>
                    </a:moveTo>
                    <a:lnTo>
                      <a:pt x="78" y="792"/>
                    </a:lnTo>
                    <a:lnTo>
                      <a:pt x="97" y="789"/>
                    </a:lnTo>
                    <a:lnTo>
                      <a:pt x="92" y="754"/>
                    </a:lnTo>
                    <a:lnTo>
                      <a:pt x="73" y="754"/>
                    </a:lnTo>
                    <a:close/>
                    <a:moveTo>
                      <a:pt x="66" y="678"/>
                    </a:moveTo>
                    <a:lnTo>
                      <a:pt x="68" y="716"/>
                    </a:lnTo>
                    <a:lnTo>
                      <a:pt x="87" y="716"/>
                    </a:lnTo>
                    <a:lnTo>
                      <a:pt x="85" y="678"/>
                    </a:lnTo>
                    <a:lnTo>
                      <a:pt x="66" y="678"/>
                    </a:lnTo>
                    <a:close/>
                    <a:moveTo>
                      <a:pt x="59" y="605"/>
                    </a:moveTo>
                    <a:lnTo>
                      <a:pt x="61" y="640"/>
                    </a:lnTo>
                    <a:lnTo>
                      <a:pt x="80" y="640"/>
                    </a:lnTo>
                    <a:lnTo>
                      <a:pt x="78" y="603"/>
                    </a:lnTo>
                    <a:lnTo>
                      <a:pt x="59" y="605"/>
                    </a:lnTo>
                    <a:close/>
                    <a:moveTo>
                      <a:pt x="52" y="529"/>
                    </a:moveTo>
                    <a:lnTo>
                      <a:pt x="54" y="567"/>
                    </a:lnTo>
                    <a:lnTo>
                      <a:pt x="73" y="565"/>
                    </a:lnTo>
                    <a:lnTo>
                      <a:pt x="71" y="527"/>
                    </a:lnTo>
                    <a:lnTo>
                      <a:pt x="52" y="529"/>
                    </a:lnTo>
                    <a:close/>
                    <a:moveTo>
                      <a:pt x="45" y="454"/>
                    </a:moveTo>
                    <a:lnTo>
                      <a:pt x="47" y="491"/>
                    </a:lnTo>
                    <a:lnTo>
                      <a:pt x="66" y="489"/>
                    </a:lnTo>
                    <a:lnTo>
                      <a:pt x="64" y="451"/>
                    </a:lnTo>
                    <a:lnTo>
                      <a:pt x="45" y="454"/>
                    </a:lnTo>
                    <a:close/>
                    <a:moveTo>
                      <a:pt x="38" y="378"/>
                    </a:moveTo>
                    <a:lnTo>
                      <a:pt x="40" y="416"/>
                    </a:lnTo>
                    <a:lnTo>
                      <a:pt x="59" y="413"/>
                    </a:lnTo>
                    <a:lnTo>
                      <a:pt x="57" y="376"/>
                    </a:lnTo>
                    <a:lnTo>
                      <a:pt x="38" y="378"/>
                    </a:lnTo>
                    <a:close/>
                    <a:moveTo>
                      <a:pt x="31" y="302"/>
                    </a:moveTo>
                    <a:lnTo>
                      <a:pt x="33" y="340"/>
                    </a:lnTo>
                    <a:lnTo>
                      <a:pt x="52" y="338"/>
                    </a:lnTo>
                    <a:lnTo>
                      <a:pt x="50" y="300"/>
                    </a:lnTo>
                    <a:lnTo>
                      <a:pt x="31" y="302"/>
                    </a:lnTo>
                    <a:close/>
                    <a:moveTo>
                      <a:pt x="24" y="227"/>
                    </a:moveTo>
                    <a:lnTo>
                      <a:pt x="26" y="265"/>
                    </a:lnTo>
                    <a:lnTo>
                      <a:pt x="45" y="262"/>
                    </a:lnTo>
                    <a:lnTo>
                      <a:pt x="42" y="227"/>
                    </a:lnTo>
                    <a:lnTo>
                      <a:pt x="24" y="227"/>
                    </a:lnTo>
                    <a:close/>
                    <a:moveTo>
                      <a:pt x="16" y="151"/>
                    </a:moveTo>
                    <a:lnTo>
                      <a:pt x="19" y="189"/>
                    </a:lnTo>
                    <a:lnTo>
                      <a:pt x="38" y="189"/>
                    </a:lnTo>
                    <a:lnTo>
                      <a:pt x="33" y="151"/>
                    </a:lnTo>
                    <a:lnTo>
                      <a:pt x="16" y="151"/>
                    </a:lnTo>
                    <a:close/>
                    <a:moveTo>
                      <a:pt x="7" y="78"/>
                    </a:moveTo>
                    <a:lnTo>
                      <a:pt x="12" y="116"/>
                    </a:lnTo>
                    <a:lnTo>
                      <a:pt x="31" y="113"/>
                    </a:lnTo>
                    <a:lnTo>
                      <a:pt x="26" y="75"/>
                    </a:lnTo>
                    <a:lnTo>
                      <a:pt x="7" y="78"/>
                    </a:lnTo>
                    <a:close/>
                    <a:moveTo>
                      <a:pt x="0" y="2"/>
                    </a:moveTo>
                    <a:lnTo>
                      <a:pt x="5" y="40"/>
                    </a:lnTo>
                    <a:lnTo>
                      <a:pt x="24" y="38"/>
                    </a:lnTo>
                    <a:lnTo>
                      <a:pt x="19" y="0"/>
                    </a:lnTo>
                    <a:lnTo>
                      <a:pt x="0" y="2"/>
                    </a:lnTo>
                    <a:close/>
                  </a:path>
                </a:pathLst>
              </a:custGeom>
              <a:solidFill>
                <a:srgbClr val="2C3E50"/>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36" name="Freeform 18"/>
              <p:cNvSpPr>
                <a:spLocks noEditPoints="1"/>
              </p:cNvSpPr>
              <p:nvPr/>
            </p:nvSpPr>
            <p:spPr bwMode="auto">
              <a:xfrm>
                <a:off x="5283242" y="3593557"/>
                <a:ext cx="1250557" cy="888860"/>
              </a:xfrm>
              <a:custGeom>
                <a:avLst/>
                <a:gdLst>
                  <a:gd name="T0" fmla="*/ 12 w 1504"/>
                  <a:gd name="T1" fmla="*/ 0 h 1069"/>
                  <a:gd name="T2" fmla="*/ 9 w 1504"/>
                  <a:gd name="T3" fmla="*/ 21 h 1069"/>
                  <a:gd name="T4" fmla="*/ 80 w 1504"/>
                  <a:gd name="T5" fmla="*/ 50 h 1069"/>
                  <a:gd name="T6" fmla="*/ 40 w 1504"/>
                  <a:gd name="T7" fmla="*/ 43 h 1069"/>
                  <a:gd name="T8" fmla="*/ 80 w 1504"/>
                  <a:gd name="T9" fmla="*/ 50 h 1069"/>
                  <a:gd name="T10" fmla="*/ 111 w 1504"/>
                  <a:gd name="T11" fmla="*/ 71 h 1069"/>
                  <a:gd name="T12" fmla="*/ 132 w 1504"/>
                  <a:gd name="T13" fmla="*/ 109 h 1069"/>
                  <a:gd name="T14" fmla="*/ 206 w 1504"/>
                  <a:gd name="T15" fmla="*/ 137 h 1069"/>
                  <a:gd name="T16" fmla="*/ 163 w 1504"/>
                  <a:gd name="T17" fmla="*/ 130 h 1069"/>
                  <a:gd name="T18" fmla="*/ 206 w 1504"/>
                  <a:gd name="T19" fmla="*/ 137 h 1069"/>
                  <a:gd name="T20" fmla="*/ 236 w 1504"/>
                  <a:gd name="T21" fmla="*/ 159 h 1069"/>
                  <a:gd name="T22" fmla="*/ 255 w 1504"/>
                  <a:gd name="T23" fmla="*/ 196 h 1069"/>
                  <a:gd name="T24" fmla="*/ 328 w 1504"/>
                  <a:gd name="T25" fmla="*/ 225 h 1069"/>
                  <a:gd name="T26" fmla="*/ 286 w 1504"/>
                  <a:gd name="T27" fmla="*/ 218 h 1069"/>
                  <a:gd name="T28" fmla="*/ 328 w 1504"/>
                  <a:gd name="T29" fmla="*/ 225 h 1069"/>
                  <a:gd name="T30" fmla="*/ 359 w 1504"/>
                  <a:gd name="T31" fmla="*/ 246 h 1069"/>
                  <a:gd name="T32" fmla="*/ 380 w 1504"/>
                  <a:gd name="T33" fmla="*/ 284 h 1069"/>
                  <a:gd name="T34" fmla="*/ 451 w 1504"/>
                  <a:gd name="T35" fmla="*/ 312 h 1069"/>
                  <a:gd name="T36" fmla="*/ 411 w 1504"/>
                  <a:gd name="T37" fmla="*/ 305 h 1069"/>
                  <a:gd name="T38" fmla="*/ 451 w 1504"/>
                  <a:gd name="T39" fmla="*/ 312 h 1069"/>
                  <a:gd name="T40" fmla="*/ 482 w 1504"/>
                  <a:gd name="T41" fmla="*/ 334 h 1069"/>
                  <a:gd name="T42" fmla="*/ 503 w 1504"/>
                  <a:gd name="T43" fmla="*/ 371 h 1069"/>
                  <a:gd name="T44" fmla="*/ 577 w 1504"/>
                  <a:gd name="T45" fmla="*/ 400 h 1069"/>
                  <a:gd name="T46" fmla="*/ 534 w 1504"/>
                  <a:gd name="T47" fmla="*/ 393 h 1069"/>
                  <a:gd name="T48" fmla="*/ 577 w 1504"/>
                  <a:gd name="T49" fmla="*/ 400 h 1069"/>
                  <a:gd name="T50" fmla="*/ 607 w 1504"/>
                  <a:gd name="T51" fmla="*/ 421 h 1069"/>
                  <a:gd name="T52" fmla="*/ 626 w 1504"/>
                  <a:gd name="T53" fmla="*/ 459 h 1069"/>
                  <a:gd name="T54" fmla="*/ 700 w 1504"/>
                  <a:gd name="T55" fmla="*/ 485 h 1069"/>
                  <a:gd name="T56" fmla="*/ 657 w 1504"/>
                  <a:gd name="T57" fmla="*/ 480 h 1069"/>
                  <a:gd name="T58" fmla="*/ 700 w 1504"/>
                  <a:gd name="T59" fmla="*/ 485 h 1069"/>
                  <a:gd name="T60" fmla="*/ 730 w 1504"/>
                  <a:gd name="T61" fmla="*/ 509 h 1069"/>
                  <a:gd name="T62" fmla="*/ 749 w 1504"/>
                  <a:gd name="T63" fmla="*/ 544 h 1069"/>
                  <a:gd name="T64" fmla="*/ 823 w 1504"/>
                  <a:gd name="T65" fmla="*/ 572 h 1069"/>
                  <a:gd name="T66" fmla="*/ 780 w 1504"/>
                  <a:gd name="T67" fmla="*/ 568 h 1069"/>
                  <a:gd name="T68" fmla="*/ 823 w 1504"/>
                  <a:gd name="T69" fmla="*/ 572 h 1069"/>
                  <a:gd name="T70" fmla="*/ 853 w 1504"/>
                  <a:gd name="T71" fmla="*/ 596 h 1069"/>
                  <a:gd name="T72" fmla="*/ 875 w 1504"/>
                  <a:gd name="T73" fmla="*/ 631 h 1069"/>
                  <a:gd name="T74" fmla="*/ 946 w 1504"/>
                  <a:gd name="T75" fmla="*/ 660 h 1069"/>
                  <a:gd name="T76" fmla="*/ 905 w 1504"/>
                  <a:gd name="T77" fmla="*/ 655 h 1069"/>
                  <a:gd name="T78" fmla="*/ 946 w 1504"/>
                  <a:gd name="T79" fmla="*/ 660 h 1069"/>
                  <a:gd name="T80" fmla="*/ 979 w 1504"/>
                  <a:gd name="T81" fmla="*/ 681 h 1069"/>
                  <a:gd name="T82" fmla="*/ 998 w 1504"/>
                  <a:gd name="T83" fmla="*/ 719 h 1069"/>
                  <a:gd name="T84" fmla="*/ 1071 w 1504"/>
                  <a:gd name="T85" fmla="*/ 747 h 1069"/>
                  <a:gd name="T86" fmla="*/ 1028 w 1504"/>
                  <a:gd name="T87" fmla="*/ 740 h 1069"/>
                  <a:gd name="T88" fmla="*/ 1071 w 1504"/>
                  <a:gd name="T89" fmla="*/ 747 h 1069"/>
                  <a:gd name="T90" fmla="*/ 1102 w 1504"/>
                  <a:gd name="T91" fmla="*/ 769 h 1069"/>
                  <a:gd name="T92" fmla="*/ 1121 w 1504"/>
                  <a:gd name="T93" fmla="*/ 806 h 1069"/>
                  <a:gd name="T94" fmla="*/ 1194 w 1504"/>
                  <a:gd name="T95" fmla="*/ 835 h 1069"/>
                  <a:gd name="T96" fmla="*/ 1151 w 1504"/>
                  <a:gd name="T97" fmla="*/ 828 h 1069"/>
                  <a:gd name="T98" fmla="*/ 1194 w 1504"/>
                  <a:gd name="T99" fmla="*/ 835 h 1069"/>
                  <a:gd name="T100" fmla="*/ 1225 w 1504"/>
                  <a:gd name="T101" fmla="*/ 856 h 1069"/>
                  <a:gd name="T102" fmla="*/ 1246 w 1504"/>
                  <a:gd name="T103" fmla="*/ 894 h 1069"/>
                  <a:gd name="T104" fmla="*/ 1317 w 1504"/>
                  <a:gd name="T105" fmla="*/ 922 h 1069"/>
                  <a:gd name="T106" fmla="*/ 1277 w 1504"/>
                  <a:gd name="T107" fmla="*/ 915 h 1069"/>
                  <a:gd name="T108" fmla="*/ 1317 w 1504"/>
                  <a:gd name="T109" fmla="*/ 922 h 1069"/>
                  <a:gd name="T110" fmla="*/ 1348 w 1504"/>
                  <a:gd name="T111" fmla="*/ 944 h 1069"/>
                  <a:gd name="T112" fmla="*/ 1369 w 1504"/>
                  <a:gd name="T113" fmla="*/ 981 h 1069"/>
                  <a:gd name="T114" fmla="*/ 1442 w 1504"/>
                  <a:gd name="T115" fmla="*/ 1010 h 1069"/>
                  <a:gd name="T116" fmla="*/ 1400 w 1504"/>
                  <a:gd name="T117" fmla="*/ 1003 h 1069"/>
                  <a:gd name="T118" fmla="*/ 1442 w 1504"/>
                  <a:gd name="T119" fmla="*/ 1010 h 1069"/>
                  <a:gd name="T120" fmla="*/ 1473 w 1504"/>
                  <a:gd name="T121" fmla="*/ 1031 h 1069"/>
                  <a:gd name="T122" fmla="*/ 1492 w 1504"/>
                  <a:gd name="T123" fmla="*/ 1069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04" h="1069">
                    <a:moveTo>
                      <a:pt x="19" y="7"/>
                    </a:moveTo>
                    <a:lnTo>
                      <a:pt x="12" y="0"/>
                    </a:lnTo>
                    <a:lnTo>
                      <a:pt x="0" y="17"/>
                    </a:lnTo>
                    <a:lnTo>
                      <a:pt x="9" y="21"/>
                    </a:lnTo>
                    <a:lnTo>
                      <a:pt x="19" y="7"/>
                    </a:lnTo>
                    <a:close/>
                    <a:moveTo>
                      <a:pt x="80" y="50"/>
                    </a:moveTo>
                    <a:lnTo>
                      <a:pt x="49" y="29"/>
                    </a:lnTo>
                    <a:lnTo>
                      <a:pt x="40" y="43"/>
                    </a:lnTo>
                    <a:lnTo>
                      <a:pt x="71" y="66"/>
                    </a:lnTo>
                    <a:lnTo>
                      <a:pt x="80" y="50"/>
                    </a:lnTo>
                    <a:close/>
                    <a:moveTo>
                      <a:pt x="144" y="92"/>
                    </a:moveTo>
                    <a:lnTo>
                      <a:pt x="111" y="71"/>
                    </a:lnTo>
                    <a:lnTo>
                      <a:pt x="101" y="88"/>
                    </a:lnTo>
                    <a:lnTo>
                      <a:pt x="132" y="109"/>
                    </a:lnTo>
                    <a:lnTo>
                      <a:pt x="144" y="92"/>
                    </a:lnTo>
                    <a:close/>
                    <a:moveTo>
                      <a:pt x="206" y="137"/>
                    </a:moveTo>
                    <a:lnTo>
                      <a:pt x="175" y="116"/>
                    </a:lnTo>
                    <a:lnTo>
                      <a:pt x="163" y="130"/>
                    </a:lnTo>
                    <a:lnTo>
                      <a:pt x="194" y="152"/>
                    </a:lnTo>
                    <a:lnTo>
                      <a:pt x="206" y="137"/>
                    </a:lnTo>
                    <a:close/>
                    <a:moveTo>
                      <a:pt x="267" y="180"/>
                    </a:moveTo>
                    <a:lnTo>
                      <a:pt x="236" y="159"/>
                    </a:lnTo>
                    <a:lnTo>
                      <a:pt x="224" y="175"/>
                    </a:lnTo>
                    <a:lnTo>
                      <a:pt x="255" y="196"/>
                    </a:lnTo>
                    <a:lnTo>
                      <a:pt x="267" y="180"/>
                    </a:lnTo>
                    <a:close/>
                    <a:moveTo>
                      <a:pt x="328" y="225"/>
                    </a:moveTo>
                    <a:lnTo>
                      <a:pt x="298" y="204"/>
                    </a:lnTo>
                    <a:lnTo>
                      <a:pt x="286" y="218"/>
                    </a:lnTo>
                    <a:lnTo>
                      <a:pt x="317" y="239"/>
                    </a:lnTo>
                    <a:lnTo>
                      <a:pt x="328" y="225"/>
                    </a:lnTo>
                    <a:close/>
                    <a:moveTo>
                      <a:pt x="390" y="267"/>
                    </a:moveTo>
                    <a:lnTo>
                      <a:pt x="359" y="246"/>
                    </a:lnTo>
                    <a:lnTo>
                      <a:pt x="347" y="263"/>
                    </a:lnTo>
                    <a:lnTo>
                      <a:pt x="380" y="284"/>
                    </a:lnTo>
                    <a:lnTo>
                      <a:pt x="390" y="267"/>
                    </a:lnTo>
                    <a:close/>
                    <a:moveTo>
                      <a:pt x="451" y="312"/>
                    </a:moveTo>
                    <a:lnTo>
                      <a:pt x="421" y="289"/>
                    </a:lnTo>
                    <a:lnTo>
                      <a:pt x="411" y="305"/>
                    </a:lnTo>
                    <a:lnTo>
                      <a:pt x="442" y="326"/>
                    </a:lnTo>
                    <a:lnTo>
                      <a:pt x="451" y="312"/>
                    </a:lnTo>
                    <a:close/>
                    <a:moveTo>
                      <a:pt x="513" y="355"/>
                    </a:moveTo>
                    <a:lnTo>
                      <a:pt x="482" y="334"/>
                    </a:lnTo>
                    <a:lnTo>
                      <a:pt x="473" y="348"/>
                    </a:lnTo>
                    <a:lnTo>
                      <a:pt x="503" y="371"/>
                    </a:lnTo>
                    <a:lnTo>
                      <a:pt x="513" y="355"/>
                    </a:lnTo>
                    <a:close/>
                    <a:moveTo>
                      <a:pt x="577" y="400"/>
                    </a:moveTo>
                    <a:lnTo>
                      <a:pt x="544" y="376"/>
                    </a:lnTo>
                    <a:lnTo>
                      <a:pt x="534" y="393"/>
                    </a:lnTo>
                    <a:lnTo>
                      <a:pt x="565" y="414"/>
                    </a:lnTo>
                    <a:lnTo>
                      <a:pt x="577" y="400"/>
                    </a:lnTo>
                    <a:close/>
                    <a:moveTo>
                      <a:pt x="638" y="442"/>
                    </a:moveTo>
                    <a:lnTo>
                      <a:pt x="607" y="421"/>
                    </a:lnTo>
                    <a:lnTo>
                      <a:pt x="596" y="435"/>
                    </a:lnTo>
                    <a:lnTo>
                      <a:pt x="626" y="459"/>
                    </a:lnTo>
                    <a:lnTo>
                      <a:pt x="638" y="442"/>
                    </a:lnTo>
                    <a:close/>
                    <a:moveTo>
                      <a:pt x="700" y="485"/>
                    </a:moveTo>
                    <a:lnTo>
                      <a:pt x="669" y="464"/>
                    </a:lnTo>
                    <a:lnTo>
                      <a:pt x="657" y="480"/>
                    </a:lnTo>
                    <a:lnTo>
                      <a:pt x="688" y="501"/>
                    </a:lnTo>
                    <a:lnTo>
                      <a:pt x="700" y="485"/>
                    </a:lnTo>
                    <a:close/>
                    <a:moveTo>
                      <a:pt x="761" y="530"/>
                    </a:moveTo>
                    <a:lnTo>
                      <a:pt x="730" y="509"/>
                    </a:lnTo>
                    <a:lnTo>
                      <a:pt x="719" y="523"/>
                    </a:lnTo>
                    <a:lnTo>
                      <a:pt x="749" y="544"/>
                    </a:lnTo>
                    <a:lnTo>
                      <a:pt x="761" y="530"/>
                    </a:lnTo>
                    <a:close/>
                    <a:moveTo>
                      <a:pt x="823" y="572"/>
                    </a:moveTo>
                    <a:lnTo>
                      <a:pt x="792" y="551"/>
                    </a:lnTo>
                    <a:lnTo>
                      <a:pt x="780" y="568"/>
                    </a:lnTo>
                    <a:lnTo>
                      <a:pt x="813" y="589"/>
                    </a:lnTo>
                    <a:lnTo>
                      <a:pt x="823" y="572"/>
                    </a:lnTo>
                    <a:close/>
                    <a:moveTo>
                      <a:pt x="884" y="617"/>
                    </a:moveTo>
                    <a:lnTo>
                      <a:pt x="853" y="596"/>
                    </a:lnTo>
                    <a:lnTo>
                      <a:pt x="844" y="610"/>
                    </a:lnTo>
                    <a:lnTo>
                      <a:pt x="875" y="631"/>
                    </a:lnTo>
                    <a:lnTo>
                      <a:pt x="884" y="617"/>
                    </a:lnTo>
                    <a:close/>
                    <a:moveTo>
                      <a:pt x="946" y="660"/>
                    </a:moveTo>
                    <a:lnTo>
                      <a:pt x="915" y="639"/>
                    </a:lnTo>
                    <a:lnTo>
                      <a:pt x="905" y="655"/>
                    </a:lnTo>
                    <a:lnTo>
                      <a:pt x="936" y="676"/>
                    </a:lnTo>
                    <a:lnTo>
                      <a:pt x="946" y="660"/>
                    </a:lnTo>
                    <a:close/>
                    <a:moveTo>
                      <a:pt x="1009" y="705"/>
                    </a:moveTo>
                    <a:lnTo>
                      <a:pt x="979" y="681"/>
                    </a:lnTo>
                    <a:lnTo>
                      <a:pt x="967" y="698"/>
                    </a:lnTo>
                    <a:lnTo>
                      <a:pt x="998" y="719"/>
                    </a:lnTo>
                    <a:lnTo>
                      <a:pt x="1009" y="705"/>
                    </a:lnTo>
                    <a:close/>
                    <a:moveTo>
                      <a:pt x="1071" y="747"/>
                    </a:moveTo>
                    <a:lnTo>
                      <a:pt x="1040" y="726"/>
                    </a:lnTo>
                    <a:lnTo>
                      <a:pt x="1028" y="740"/>
                    </a:lnTo>
                    <a:lnTo>
                      <a:pt x="1059" y="764"/>
                    </a:lnTo>
                    <a:lnTo>
                      <a:pt x="1071" y="747"/>
                    </a:lnTo>
                    <a:close/>
                    <a:moveTo>
                      <a:pt x="1132" y="792"/>
                    </a:moveTo>
                    <a:lnTo>
                      <a:pt x="1102" y="769"/>
                    </a:lnTo>
                    <a:lnTo>
                      <a:pt x="1090" y="785"/>
                    </a:lnTo>
                    <a:lnTo>
                      <a:pt x="1121" y="806"/>
                    </a:lnTo>
                    <a:lnTo>
                      <a:pt x="1132" y="792"/>
                    </a:lnTo>
                    <a:close/>
                    <a:moveTo>
                      <a:pt x="1194" y="835"/>
                    </a:moveTo>
                    <a:lnTo>
                      <a:pt x="1163" y="814"/>
                    </a:lnTo>
                    <a:lnTo>
                      <a:pt x="1151" y="828"/>
                    </a:lnTo>
                    <a:lnTo>
                      <a:pt x="1182" y="851"/>
                    </a:lnTo>
                    <a:lnTo>
                      <a:pt x="1194" y="835"/>
                    </a:lnTo>
                    <a:close/>
                    <a:moveTo>
                      <a:pt x="1255" y="877"/>
                    </a:moveTo>
                    <a:lnTo>
                      <a:pt x="1225" y="856"/>
                    </a:lnTo>
                    <a:lnTo>
                      <a:pt x="1215" y="873"/>
                    </a:lnTo>
                    <a:lnTo>
                      <a:pt x="1246" y="894"/>
                    </a:lnTo>
                    <a:lnTo>
                      <a:pt x="1255" y="877"/>
                    </a:lnTo>
                    <a:close/>
                    <a:moveTo>
                      <a:pt x="1317" y="922"/>
                    </a:moveTo>
                    <a:lnTo>
                      <a:pt x="1286" y="901"/>
                    </a:lnTo>
                    <a:lnTo>
                      <a:pt x="1277" y="915"/>
                    </a:lnTo>
                    <a:lnTo>
                      <a:pt x="1307" y="936"/>
                    </a:lnTo>
                    <a:lnTo>
                      <a:pt x="1317" y="922"/>
                    </a:lnTo>
                    <a:close/>
                    <a:moveTo>
                      <a:pt x="1381" y="965"/>
                    </a:moveTo>
                    <a:lnTo>
                      <a:pt x="1348" y="944"/>
                    </a:lnTo>
                    <a:lnTo>
                      <a:pt x="1338" y="960"/>
                    </a:lnTo>
                    <a:lnTo>
                      <a:pt x="1369" y="981"/>
                    </a:lnTo>
                    <a:lnTo>
                      <a:pt x="1381" y="965"/>
                    </a:lnTo>
                    <a:close/>
                    <a:moveTo>
                      <a:pt x="1442" y="1010"/>
                    </a:moveTo>
                    <a:lnTo>
                      <a:pt x="1411" y="988"/>
                    </a:lnTo>
                    <a:lnTo>
                      <a:pt x="1400" y="1003"/>
                    </a:lnTo>
                    <a:lnTo>
                      <a:pt x="1430" y="1024"/>
                    </a:lnTo>
                    <a:lnTo>
                      <a:pt x="1442" y="1010"/>
                    </a:lnTo>
                    <a:close/>
                    <a:moveTo>
                      <a:pt x="1504" y="1052"/>
                    </a:moveTo>
                    <a:lnTo>
                      <a:pt x="1473" y="1031"/>
                    </a:lnTo>
                    <a:lnTo>
                      <a:pt x="1461" y="1048"/>
                    </a:lnTo>
                    <a:lnTo>
                      <a:pt x="1492" y="1069"/>
                    </a:lnTo>
                    <a:lnTo>
                      <a:pt x="1504" y="1052"/>
                    </a:lnTo>
                    <a:close/>
                  </a:path>
                </a:pathLst>
              </a:custGeom>
              <a:solidFill>
                <a:srgbClr val="2C3E50"/>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37" name="Freeform 19"/>
              <p:cNvSpPr>
                <a:spLocks noEditPoints="1"/>
              </p:cNvSpPr>
              <p:nvPr/>
            </p:nvSpPr>
            <p:spPr bwMode="auto">
              <a:xfrm>
                <a:off x="5283242" y="3593557"/>
                <a:ext cx="1250557" cy="888860"/>
              </a:xfrm>
              <a:custGeom>
                <a:avLst/>
                <a:gdLst>
                  <a:gd name="T0" fmla="*/ 12 w 1504"/>
                  <a:gd name="T1" fmla="*/ 0 h 1069"/>
                  <a:gd name="T2" fmla="*/ 9 w 1504"/>
                  <a:gd name="T3" fmla="*/ 21 h 1069"/>
                  <a:gd name="T4" fmla="*/ 80 w 1504"/>
                  <a:gd name="T5" fmla="*/ 50 h 1069"/>
                  <a:gd name="T6" fmla="*/ 40 w 1504"/>
                  <a:gd name="T7" fmla="*/ 43 h 1069"/>
                  <a:gd name="T8" fmla="*/ 80 w 1504"/>
                  <a:gd name="T9" fmla="*/ 50 h 1069"/>
                  <a:gd name="T10" fmla="*/ 111 w 1504"/>
                  <a:gd name="T11" fmla="*/ 71 h 1069"/>
                  <a:gd name="T12" fmla="*/ 132 w 1504"/>
                  <a:gd name="T13" fmla="*/ 109 h 1069"/>
                  <a:gd name="T14" fmla="*/ 206 w 1504"/>
                  <a:gd name="T15" fmla="*/ 137 h 1069"/>
                  <a:gd name="T16" fmla="*/ 163 w 1504"/>
                  <a:gd name="T17" fmla="*/ 130 h 1069"/>
                  <a:gd name="T18" fmla="*/ 206 w 1504"/>
                  <a:gd name="T19" fmla="*/ 137 h 1069"/>
                  <a:gd name="T20" fmla="*/ 236 w 1504"/>
                  <a:gd name="T21" fmla="*/ 159 h 1069"/>
                  <a:gd name="T22" fmla="*/ 255 w 1504"/>
                  <a:gd name="T23" fmla="*/ 196 h 1069"/>
                  <a:gd name="T24" fmla="*/ 328 w 1504"/>
                  <a:gd name="T25" fmla="*/ 225 h 1069"/>
                  <a:gd name="T26" fmla="*/ 286 w 1504"/>
                  <a:gd name="T27" fmla="*/ 218 h 1069"/>
                  <a:gd name="T28" fmla="*/ 328 w 1504"/>
                  <a:gd name="T29" fmla="*/ 225 h 1069"/>
                  <a:gd name="T30" fmla="*/ 359 w 1504"/>
                  <a:gd name="T31" fmla="*/ 246 h 1069"/>
                  <a:gd name="T32" fmla="*/ 380 w 1504"/>
                  <a:gd name="T33" fmla="*/ 284 h 1069"/>
                  <a:gd name="T34" fmla="*/ 451 w 1504"/>
                  <a:gd name="T35" fmla="*/ 312 h 1069"/>
                  <a:gd name="T36" fmla="*/ 411 w 1504"/>
                  <a:gd name="T37" fmla="*/ 305 h 1069"/>
                  <a:gd name="T38" fmla="*/ 451 w 1504"/>
                  <a:gd name="T39" fmla="*/ 312 h 1069"/>
                  <a:gd name="T40" fmla="*/ 482 w 1504"/>
                  <a:gd name="T41" fmla="*/ 334 h 1069"/>
                  <a:gd name="T42" fmla="*/ 503 w 1504"/>
                  <a:gd name="T43" fmla="*/ 371 h 1069"/>
                  <a:gd name="T44" fmla="*/ 577 w 1504"/>
                  <a:gd name="T45" fmla="*/ 400 h 1069"/>
                  <a:gd name="T46" fmla="*/ 534 w 1504"/>
                  <a:gd name="T47" fmla="*/ 393 h 1069"/>
                  <a:gd name="T48" fmla="*/ 577 w 1504"/>
                  <a:gd name="T49" fmla="*/ 400 h 1069"/>
                  <a:gd name="T50" fmla="*/ 607 w 1504"/>
                  <a:gd name="T51" fmla="*/ 421 h 1069"/>
                  <a:gd name="T52" fmla="*/ 626 w 1504"/>
                  <a:gd name="T53" fmla="*/ 459 h 1069"/>
                  <a:gd name="T54" fmla="*/ 700 w 1504"/>
                  <a:gd name="T55" fmla="*/ 485 h 1069"/>
                  <a:gd name="T56" fmla="*/ 657 w 1504"/>
                  <a:gd name="T57" fmla="*/ 480 h 1069"/>
                  <a:gd name="T58" fmla="*/ 700 w 1504"/>
                  <a:gd name="T59" fmla="*/ 485 h 1069"/>
                  <a:gd name="T60" fmla="*/ 730 w 1504"/>
                  <a:gd name="T61" fmla="*/ 509 h 1069"/>
                  <a:gd name="T62" fmla="*/ 749 w 1504"/>
                  <a:gd name="T63" fmla="*/ 544 h 1069"/>
                  <a:gd name="T64" fmla="*/ 823 w 1504"/>
                  <a:gd name="T65" fmla="*/ 572 h 1069"/>
                  <a:gd name="T66" fmla="*/ 780 w 1504"/>
                  <a:gd name="T67" fmla="*/ 568 h 1069"/>
                  <a:gd name="T68" fmla="*/ 823 w 1504"/>
                  <a:gd name="T69" fmla="*/ 572 h 1069"/>
                  <a:gd name="T70" fmla="*/ 853 w 1504"/>
                  <a:gd name="T71" fmla="*/ 596 h 1069"/>
                  <a:gd name="T72" fmla="*/ 875 w 1504"/>
                  <a:gd name="T73" fmla="*/ 631 h 1069"/>
                  <a:gd name="T74" fmla="*/ 946 w 1504"/>
                  <a:gd name="T75" fmla="*/ 660 h 1069"/>
                  <a:gd name="T76" fmla="*/ 905 w 1504"/>
                  <a:gd name="T77" fmla="*/ 655 h 1069"/>
                  <a:gd name="T78" fmla="*/ 946 w 1504"/>
                  <a:gd name="T79" fmla="*/ 660 h 1069"/>
                  <a:gd name="T80" fmla="*/ 979 w 1504"/>
                  <a:gd name="T81" fmla="*/ 681 h 1069"/>
                  <a:gd name="T82" fmla="*/ 998 w 1504"/>
                  <a:gd name="T83" fmla="*/ 719 h 1069"/>
                  <a:gd name="T84" fmla="*/ 1071 w 1504"/>
                  <a:gd name="T85" fmla="*/ 747 h 1069"/>
                  <a:gd name="T86" fmla="*/ 1028 w 1504"/>
                  <a:gd name="T87" fmla="*/ 740 h 1069"/>
                  <a:gd name="T88" fmla="*/ 1071 w 1504"/>
                  <a:gd name="T89" fmla="*/ 747 h 1069"/>
                  <a:gd name="T90" fmla="*/ 1102 w 1504"/>
                  <a:gd name="T91" fmla="*/ 769 h 1069"/>
                  <a:gd name="T92" fmla="*/ 1121 w 1504"/>
                  <a:gd name="T93" fmla="*/ 806 h 1069"/>
                  <a:gd name="T94" fmla="*/ 1194 w 1504"/>
                  <a:gd name="T95" fmla="*/ 835 h 1069"/>
                  <a:gd name="T96" fmla="*/ 1151 w 1504"/>
                  <a:gd name="T97" fmla="*/ 828 h 1069"/>
                  <a:gd name="T98" fmla="*/ 1194 w 1504"/>
                  <a:gd name="T99" fmla="*/ 835 h 1069"/>
                  <a:gd name="T100" fmla="*/ 1225 w 1504"/>
                  <a:gd name="T101" fmla="*/ 856 h 1069"/>
                  <a:gd name="T102" fmla="*/ 1246 w 1504"/>
                  <a:gd name="T103" fmla="*/ 894 h 1069"/>
                  <a:gd name="T104" fmla="*/ 1317 w 1504"/>
                  <a:gd name="T105" fmla="*/ 922 h 1069"/>
                  <a:gd name="T106" fmla="*/ 1277 w 1504"/>
                  <a:gd name="T107" fmla="*/ 915 h 1069"/>
                  <a:gd name="T108" fmla="*/ 1317 w 1504"/>
                  <a:gd name="T109" fmla="*/ 922 h 1069"/>
                  <a:gd name="T110" fmla="*/ 1348 w 1504"/>
                  <a:gd name="T111" fmla="*/ 944 h 1069"/>
                  <a:gd name="T112" fmla="*/ 1369 w 1504"/>
                  <a:gd name="T113" fmla="*/ 981 h 1069"/>
                  <a:gd name="T114" fmla="*/ 1442 w 1504"/>
                  <a:gd name="T115" fmla="*/ 1010 h 1069"/>
                  <a:gd name="T116" fmla="*/ 1400 w 1504"/>
                  <a:gd name="T117" fmla="*/ 1003 h 1069"/>
                  <a:gd name="T118" fmla="*/ 1442 w 1504"/>
                  <a:gd name="T119" fmla="*/ 1010 h 1069"/>
                  <a:gd name="T120" fmla="*/ 1473 w 1504"/>
                  <a:gd name="T121" fmla="*/ 1031 h 1069"/>
                  <a:gd name="T122" fmla="*/ 1492 w 1504"/>
                  <a:gd name="T123" fmla="*/ 1069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04" h="1069">
                    <a:moveTo>
                      <a:pt x="19" y="7"/>
                    </a:moveTo>
                    <a:lnTo>
                      <a:pt x="12" y="0"/>
                    </a:lnTo>
                    <a:lnTo>
                      <a:pt x="0" y="17"/>
                    </a:lnTo>
                    <a:lnTo>
                      <a:pt x="9" y="21"/>
                    </a:lnTo>
                    <a:lnTo>
                      <a:pt x="19" y="7"/>
                    </a:lnTo>
                    <a:moveTo>
                      <a:pt x="80" y="50"/>
                    </a:moveTo>
                    <a:lnTo>
                      <a:pt x="49" y="29"/>
                    </a:lnTo>
                    <a:lnTo>
                      <a:pt x="40" y="43"/>
                    </a:lnTo>
                    <a:lnTo>
                      <a:pt x="71" y="66"/>
                    </a:lnTo>
                    <a:lnTo>
                      <a:pt x="80" y="50"/>
                    </a:lnTo>
                    <a:moveTo>
                      <a:pt x="144" y="92"/>
                    </a:moveTo>
                    <a:lnTo>
                      <a:pt x="111" y="71"/>
                    </a:lnTo>
                    <a:lnTo>
                      <a:pt x="101" y="88"/>
                    </a:lnTo>
                    <a:lnTo>
                      <a:pt x="132" y="109"/>
                    </a:lnTo>
                    <a:lnTo>
                      <a:pt x="144" y="92"/>
                    </a:lnTo>
                    <a:moveTo>
                      <a:pt x="206" y="137"/>
                    </a:moveTo>
                    <a:lnTo>
                      <a:pt x="175" y="116"/>
                    </a:lnTo>
                    <a:lnTo>
                      <a:pt x="163" y="130"/>
                    </a:lnTo>
                    <a:lnTo>
                      <a:pt x="194" y="152"/>
                    </a:lnTo>
                    <a:lnTo>
                      <a:pt x="206" y="137"/>
                    </a:lnTo>
                    <a:moveTo>
                      <a:pt x="267" y="180"/>
                    </a:moveTo>
                    <a:lnTo>
                      <a:pt x="236" y="159"/>
                    </a:lnTo>
                    <a:lnTo>
                      <a:pt x="224" y="175"/>
                    </a:lnTo>
                    <a:lnTo>
                      <a:pt x="255" y="196"/>
                    </a:lnTo>
                    <a:lnTo>
                      <a:pt x="267" y="180"/>
                    </a:lnTo>
                    <a:moveTo>
                      <a:pt x="328" y="225"/>
                    </a:moveTo>
                    <a:lnTo>
                      <a:pt x="298" y="204"/>
                    </a:lnTo>
                    <a:lnTo>
                      <a:pt x="286" y="218"/>
                    </a:lnTo>
                    <a:lnTo>
                      <a:pt x="317" y="239"/>
                    </a:lnTo>
                    <a:lnTo>
                      <a:pt x="328" y="225"/>
                    </a:lnTo>
                    <a:moveTo>
                      <a:pt x="390" y="267"/>
                    </a:moveTo>
                    <a:lnTo>
                      <a:pt x="359" y="246"/>
                    </a:lnTo>
                    <a:lnTo>
                      <a:pt x="347" y="263"/>
                    </a:lnTo>
                    <a:lnTo>
                      <a:pt x="380" y="284"/>
                    </a:lnTo>
                    <a:lnTo>
                      <a:pt x="390" y="267"/>
                    </a:lnTo>
                    <a:moveTo>
                      <a:pt x="451" y="312"/>
                    </a:moveTo>
                    <a:lnTo>
                      <a:pt x="421" y="289"/>
                    </a:lnTo>
                    <a:lnTo>
                      <a:pt x="411" y="305"/>
                    </a:lnTo>
                    <a:lnTo>
                      <a:pt x="442" y="326"/>
                    </a:lnTo>
                    <a:lnTo>
                      <a:pt x="451" y="312"/>
                    </a:lnTo>
                    <a:moveTo>
                      <a:pt x="513" y="355"/>
                    </a:moveTo>
                    <a:lnTo>
                      <a:pt x="482" y="334"/>
                    </a:lnTo>
                    <a:lnTo>
                      <a:pt x="473" y="348"/>
                    </a:lnTo>
                    <a:lnTo>
                      <a:pt x="503" y="371"/>
                    </a:lnTo>
                    <a:lnTo>
                      <a:pt x="513" y="355"/>
                    </a:lnTo>
                    <a:moveTo>
                      <a:pt x="577" y="400"/>
                    </a:moveTo>
                    <a:lnTo>
                      <a:pt x="544" y="376"/>
                    </a:lnTo>
                    <a:lnTo>
                      <a:pt x="534" y="393"/>
                    </a:lnTo>
                    <a:lnTo>
                      <a:pt x="565" y="414"/>
                    </a:lnTo>
                    <a:lnTo>
                      <a:pt x="577" y="400"/>
                    </a:lnTo>
                    <a:moveTo>
                      <a:pt x="638" y="442"/>
                    </a:moveTo>
                    <a:lnTo>
                      <a:pt x="607" y="421"/>
                    </a:lnTo>
                    <a:lnTo>
                      <a:pt x="596" y="435"/>
                    </a:lnTo>
                    <a:lnTo>
                      <a:pt x="626" y="459"/>
                    </a:lnTo>
                    <a:lnTo>
                      <a:pt x="638" y="442"/>
                    </a:lnTo>
                    <a:moveTo>
                      <a:pt x="700" y="485"/>
                    </a:moveTo>
                    <a:lnTo>
                      <a:pt x="669" y="464"/>
                    </a:lnTo>
                    <a:lnTo>
                      <a:pt x="657" y="480"/>
                    </a:lnTo>
                    <a:lnTo>
                      <a:pt x="688" y="501"/>
                    </a:lnTo>
                    <a:lnTo>
                      <a:pt x="700" y="485"/>
                    </a:lnTo>
                    <a:moveTo>
                      <a:pt x="761" y="530"/>
                    </a:moveTo>
                    <a:lnTo>
                      <a:pt x="730" y="509"/>
                    </a:lnTo>
                    <a:lnTo>
                      <a:pt x="719" y="523"/>
                    </a:lnTo>
                    <a:lnTo>
                      <a:pt x="749" y="544"/>
                    </a:lnTo>
                    <a:lnTo>
                      <a:pt x="761" y="530"/>
                    </a:lnTo>
                    <a:moveTo>
                      <a:pt x="823" y="572"/>
                    </a:moveTo>
                    <a:lnTo>
                      <a:pt x="792" y="551"/>
                    </a:lnTo>
                    <a:lnTo>
                      <a:pt x="780" y="568"/>
                    </a:lnTo>
                    <a:lnTo>
                      <a:pt x="813" y="589"/>
                    </a:lnTo>
                    <a:lnTo>
                      <a:pt x="823" y="572"/>
                    </a:lnTo>
                    <a:moveTo>
                      <a:pt x="884" y="617"/>
                    </a:moveTo>
                    <a:lnTo>
                      <a:pt x="853" y="596"/>
                    </a:lnTo>
                    <a:lnTo>
                      <a:pt x="844" y="610"/>
                    </a:lnTo>
                    <a:lnTo>
                      <a:pt x="875" y="631"/>
                    </a:lnTo>
                    <a:lnTo>
                      <a:pt x="884" y="617"/>
                    </a:lnTo>
                    <a:moveTo>
                      <a:pt x="946" y="660"/>
                    </a:moveTo>
                    <a:lnTo>
                      <a:pt x="915" y="639"/>
                    </a:lnTo>
                    <a:lnTo>
                      <a:pt x="905" y="655"/>
                    </a:lnTo>
                    <a:lnTo>
                      <a:pt x="936" y="676"/>
                    </a:lnTo>
                    <a:lnTo>
                      <a:pt x="946" y="660"/>
                    </a:lnTo>
                    <a:moveTo>
                      <a:pt x="1009" y="705"/>
                    </a:moveTo>
                    <a:lnTo>
                      <a:pt x="979" y="681"/>
                    </a:lnTo>
                    <a:lnTo>
                      <a:pt x="967" y="698"/>
                    </a:lnTo>
                    <a:lnTo>
                      <a:pt x="998" y="719"/>
                    </a:lnTo>
                    <a:lnTo>
                      <a:pt x="1009" y="705"/>
                    </a:lnTo>
                    <a:moveTo>
                      <a:pt x="1071" y="747"/>
                    </a:moveTo>
                    <a:lnTo>
                      <a:pt x="1040" y="726"/>
                    </a:lnTo>
                    <a:lnTo>
                      <a:pt x="1028" y="740"/>
                    </a:lnTo>
                    <a:lnTo>
                      <a:pt x="1059" y="764"/>
                    </a:lnTo>
                    <a:lnTo>
                      <a:pt x="1071" y="747"/>
                    </a:lnTo>
                    <a:moveTo>
                      <a:pt x="1132" y="792"/>
                    </a:moveTo>
                    <a:lnTo>
                      <a:pt x="1102" y="769"/>
                    </a:lnTo>
                    <a:lnTo>
                      <a:pt x="1090" y="785"/>
                    </a:lnTo>
                    <a:lnTo>
                      <a:pt x="1121" y="806"/>
                    </a:lnTo>
                    <a:lnTo>
                      <a:pt x="1132" y="792"/>
                    </a:lnTo>
                    <a:moveTo>
                      <a:pt x="1194" y="835"/>
                    </a:moveTo>
                    <a:lnTo>
                      <a:pt x="1163" y="814"/>
                    </a:lnTo>
                    <a:lnTo>
                      <a:pt x="1151" y="828"/>
                    </a:lnTo>
                    <a:lnTo>
                      <a:pt x="1182" y="851"/>
                    </a:lnTo>
                    <a:lnTo>
                      <a:pt x="1194" y="835"/>
                    </a:lnTo>
                    <a:moveTo>
                      <a:pt x="1255" y="877"/>
                    </a:moveTo>
                    <a:lnTo>
                      <a:pt x="1225" y="856"/>
                    </a:lnTo>
                    <a:lnTo>
                      <a:pt x="1215" y="873"/>
                    </a:lnTo>
                    <a:lnTo>
                      <a:pt x="1246" y="894"/>
                    </a:lnTo>
                    <a:lnTo>
                      <a:pt x="1255" y="877"/>
                    </a:lnTo>
                    <a:moveTo>
                      <a:pt x="1317" y="922"/>
                    </a:moveTo>
                    <a:lnTo>
                      <a:pt x="1286" y="901"/>
                    </a:lnTo>
                    <a:lnTo>
                      <a:pt x="1277" y="915"/>
                    </a:lnTo>
                    <a:lnTo>
                      <a:pt x="1307" y="936"/>
                    </a:lnTo>
                    <a:lnTo>
                      <a:pt x="1317" y="922"/>
                    </a:lnTo>
                    <a:moveTo>
                      <a:pt x="1381" y="965"/>
                    </a:moveTo>
                    <a:lnTo>
                      <a:pt x="1348" y="944"/>
                    </a:lnTo>
                    <a:lnTo>
                      <a:pt x="1338" y="960"/>
                    </a:lnTo>
                    <a:lnTo>
                      <a:pt x="1369" y="981"/>
                    </a:lnTo>
                    <a:lnTo>
                      <a:pt x="1381" y="965"/>
                    </a:lnTo>
                    <a:moveTo>
                      <a:pt x="1442" y="1010"/>
                    </a:moveTo>
                    <a:lnTo>
                      <a:pt x="1411" y="988"/>
                    </a:lnTo>
                    <a:lnTo>
                      <a:pt x="1400" y="1003"/>
                    </a:lnTo>
                    <a:lnTo>
                      <a:pt x="1430" y="1024"/>
                    </a:lnTo>
                    <a:lnTo>
                      <a:pt x="1442" y="1010"/>
                    </a:lnTo>
                    <a:moveTo>
                      <a:pt x="1504" y="1052"/>
                    </a:moveTo>
                    <a:lnTo>
                      <a:pt x="1473" y="1031"/>
                    </a:lnTo>
                    <a:lnTo>
                      <a:pt x="1461" y="1048"/>
                    </a:lnTo>
                    <a:lnTo>
                      <a:pt x="1492" y="1069"/>
                    </a:lnTo>
                    <a:lnTo>
                      <a:pt x="1504" y="10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38" name="Freeform 20"/>
              <p:cNvSpPr>
                <a:spLocks noEditPoints="1"/>
              </p:cNvSpPr>
              <p:nvPr/>
            </p:nvSpPr>
            <p:spPr bwMode="auto">
              <a:xfrm>
                <a:off x="4978086" y="2367113"/>
                <a:ext cx="1555712" cy="1040190"/>
              </a:xfrm>
              <a:custGeom>
                <a:avLst/>
                <a:gdLst>
                  <a:gd name="T0" fmla="*/ 10 w 1871"/>
                  <a:gd name="T1" fmla="*/ 1251 h 1251"/>
                  <a:gd name="T2" fmla="*/ 95 w 1871"/>
                  <a:gd name="T3" fmla="*/ 1173 h 1251"/>
                  <a:gd name="T4" fmla="*/ 104 w 1871"/>
                  <a:gd name="T5" fmla="*/ 1187 h 1251"/>
                  <a:gd name="T6" fmla="*/ 126 w 1871"/>
                  <a:gd name="T7" fmla="*/ 1151 h 1251"/>
                  <a:gd name="T8" fmla="*/ 159 w 1871"/>
                  <a:gd name="T9" fmla="*/ 1130 h 1251"/>
                  <a:gd name="T10" fmla="*/ 199 w 1871"/>
                  <a:gd name="T11" fmla="*/ 1125 h 1251"/>
                  <a:gd name="T12" fmla="*/ 284 w 1871"/>
                  <a:gd name="T13" fmla="*/ 1047 h 1251"/>
                  <a:gd name="T14" fmla="*/ 294 w 1871"/>
                  <a:gd name="T15" fmla="*/ 1061 h 1251"/>
                  <a:gd name="T16" fmla="*/ 315 w 1871"/>
                  <a:gd name="T17" fmla="*/ 1026 h 1251"/>
                  <a:gd name="T18" fmla="*/ 348 w 1871"/>
                  <a:gd name="T19" fmla="*/ 1005 h 1251"/>
                  <a:gd name="T20" fmla="*/ 388 w 1871"/>
                  <a:gd name="T21" fmla="*/ 1000 h 1251"/>
                  <a:gd name="T22" fmla="*/ 473 w 1871"/>
                  <a:gd name="T23" fmla="*/ 922 h 1251"/>
                  <a:gd name="T24" fmla="*/ 483 w 1871"/>
                  <a:gd name="T25" fmla="*/ 936 h 1251"/>
                  <a:gd name="T26" fmla="*/ 504 w 1871"/>
                  <a:gd name="T27" fmla="*/ 901 h 1251"/>
                  <a:gd name="T28" fmla="*/ 537 w 1871"/>
                  <a:gd name="T29" fmla="*/ 879 h 1251"/>
                  <a:gd name="T30" fmla="*/ 577 w 1871"/>
                  <a:gd name="T31" fmla="*/ 875 h 1251"/>
                  <a:gd name="T32" fmla="*/ 662 w 1871"/>
                  <a:gd name="T33" fmla="*/ 794 h 1251"/>
                  <a:gd name="T34" fmla="*/ 672 w 1871"/>
                  <a:gd name="T35" fmla="*/ 811 h 1251"/>
                  <a:gd name="T36" fmla="*/ 693 w 1871"/>
                  <a:gd name="T37" fmla="*/ 775 h 1251"/>
                  <a:gd name="T38" fmla="*/ 724 w 1871"/>
                  <a:gd name="T39" fmla="*/ 754 h 1251"/>
                  <a:gd name="T40" fmla="*/ 766 w 1871"/>
                  <a:gd name="T41" fmla="*/ 749 h 1251"/>
                  <a:gd name="T42" fmla="*/ 852 w 1871"/>
                  <a:gd name="T43" fmla="*/ 669 h 1251"/>
                  <a:gd name="T44" fmla="*/ 861 w 1871"/>
                  <a:gd name="T45" fmla="*/ 686 h 1251"/>
                  <a:gd name="T46" fmla="*/ 882 w 1871"/>
                  <a:gd name="T47" fmla="*/ 648 h 1251"/>
                  <a:gd name="T48" fmla="*/ 913 w 1871"/>
                  <a:gd name="T49" fmla="*/ 629 h 1251"/>
                  <a:gd name="T50" fmla="*/ 956 w 1871"/>
                  <a:gd name="T51" fmla="*/ 622 h 1251"/>
                  <a:gd name="T52" fmla="*/ 1041 w 1871"/>
                  <a:gd name="T53" fmla="*/ 544 h 1251"/>
                  <a:gd name="T54" fmla="*/ 1050 w 1871"/>
                  <a:gd name="T55" fmla="*/ 560 h 1251"/>
                  <a:gd name="T56" fmla="*/ 1071 w 1871"/>
                  <a:gd name="T57" fmla="*/ 522 h 1251"/>
                  <a:gd name="T58" fmla="*/ 1102 w 1871"/>
                  <a:gd name="T59" fmla="*/ 504 h 1251"/>
                  <a:gd name="T60" fmla="*/ 1145 w 1871"/>
                  <a:gd name="T61" fmla="*/ 496 h 1251"/>
                  <a:gd name="T62" fmla="*/ 1230 w 1871"/>
                  <a:gd name="T63" fmla="*/ 418 h 1251"/>
                  <a:gd name="T64" fmla="*/ 1239 w 1871"/>
                  <a:gd name="T65" fmla="*/ 435 h 1251"/>
                  <a:gd name="T66" fmla="*/ 1261 w 1871"/>
                  <a:gd name="T67" fmla="*/ 397 h 1251"/>
                  <a:gd name="T68" fmla="*/ 1291 w 1871"/>
                  <a:gd name="T69" fmla="*/ 376 h 1251"/>
                  <a:gd name="T70" fmla="*/ 1334 w 1871"/>
                  <a:gd name="T71" fmla="*/ 371 h 1251"/>
                  <a:gd name="T72" fmla="*/ 1419 w 1871"/>
                  <a:gd name="T73" fmla="*/ 293 h 1251"/>
                  <a:gd name="T74" fmla="*/ 1428 w 1871"/>
                  <a:gd name="T75" fmla="*/ 310 h 1251"/>
                  <a:gd name="T76" fmla="*/ 1450 w 1871"/>
                  <a:gd name="T77" fmla="*/ 272 h 1251"/>
                  <a:gd name="T78" fmla="*/ 1480 w 1871"/>
                  <a:gd name="T79" fmla="*/ 251 h 1251"/>
                  <a:gd name="T80" fmla="*/ 1523 w 1871"/>
                  <a:gd name="T81" fmla="*/ 246 h 1251"/>
                  <a:gd name="T82" fmla="*/ 1608 w 1871"/>
                  <a:gd name="T83" fmla="*/ 168 h 1251"/>
                  <a:gd name="T84" fmla="*/ 1618 w 1871"/>
                  <a:gd name="T85" fmla="*/ 184 h 1251"/>
                  <a:gd name="T86" fmla="*/ 1639 w 1871"/>
                  <a:gd name="T87" fmla="*/ 147 h 1251"/>
                  <a:gd name="T88" fmla="*/ 1670 w 1871"/>
                  <a:gd name="T89" fmla="*/ 125 h 1251"/>
                  <a:gd name="T90" fmla="*/ 1712 w 1871"/>
                  <a:gd name="T91" fmla="*/ 121 h 1251"/>
                  <a:gd name="T92" fmla="*/ 1797 w 1871"/>
                  <a:gd name="T93" fmla="*/ 42 h 1251"/>
                  <a:gd name="T94" fmla="*/ 1807 w 1871"/>
                  <a:gd name="T95" fmla="*/ 57 h 1251"/>
                  <a:gd name="T96" fmla="*/ 1828 w 1871"/>
                  <a:gd name="T97" fmla="*/ 21 h 1251"/>
                  <a:gd name="T98" fmla="*/ 1859 w 1871"/>
                  <a:gd name="T99" fmla="*/ 0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71" h="1251">
                    <a:moveTo>
                      <a:pt x="31" y="1213"/>
                    </a:moveTo>
                    <a:lnTo>
                      <a:pt x="0" y="1234"/>
                    </a:lnTo>
                    <a:lnTo>
                      <a:pt x="10" y="1251"/>
                    </a:lnTo>
                    <a:lnTo>
                      <a:pt x="43" y="1229"/>
                    </a:lnTo>
                    <a:lnTo>
                      <a:pt x="31" y="1213"/>
                    </a:lnTo>
                    <a:close/>
                    <a:moveTo>
                      <a:pt x="95" y="1173"/>
                    </a:moveTo>
                    <a:lnTo>
                      <a:pt x="64" y="1194"/>
                    </a:lnTo>
                    <a:lnTo>
                      <a:pt x="74" y="1208"/>
                    </a:lnTo>
                    <a:lnTo>
                      <a:pt x="104" y="1187"/>
                    </a:lnTo>
                    <a:lnTo>
                      <a:pt x="95" y="1173"/>
                    </a:lnTo>
                    <a:close/>
                    <a:moveTo>
                      <a:pt x="159" y="1130"/>
                    </a:moveTo>
                    <a:lnTo>
                      <a:pt x="126" y="1151"/>
                    </a:lnTo>
                    <a:lnTo>
                      <a:pt x="137" y="1168"/>
                    </a:lnTo>
                    <a:lnTo>
                      <a:pt x="168" y="1147"/>
                    </a:lnTo>
                    <a:lnTo>
                      <a:pt x="159" y="1130"/>
                    </a:lnTo>
                    <a:close/>
                    <a:moveTo>
                      <a:pt x="220" y="1087"/>
                    </a:moveTo>
                    <a:lnTo>
                      <a:pt x="189" y="1109"/>
                    </a:lnTo>
                    <a:lnTo>
                      <a:pt x="199" y="1125"/>
                    </a:lnTo>
                    <a:lnTo>
                      <a:pt x="232" y="1104"/>
                    </a:lnTo>
                    <a:lnTo>
                      <a:pt x="220" y="1087"/>
                    </a:lnTo>
                    <a:close/>
                    <a:moveTo>
                      <a:pt x="284" y="1047"/>
                    </a:moveTo>
                    <a:lnTo>
                      <a:pt x="253" y="1069"/>
                    </a:lnTo>
                    <a:lnTo>
                      <a:pt x="263" y="1083"/>
                    </a:lnTo>
                    <a:lnTo>
                      <a:pt x="294" y="1061"/>
                    </a:lnTo>
                    <a:lnTo>
                      <a:pt x="284" y="1047"/>
                    </a:lnTo>
                    <a:close/>
                    <a:moveTo>
                      <a:pt x="348" y="1005"/>
                    </a:moveTo>
                    <a:lnTo>
                      <a:pt x="315" y="1026"/>
                    </a:lnTo>
                    <a:lnTo>
                      <a:pt x="327" y="1040"/>
                    </a:lnTo>
                    <a:lnTo>
                      <a:pt x="357" y="1021"/>
                    </a:lnTo>
                    <a:lnTo>
                      <a:pt x="348" y="1005"/>
                    </a:lnTo>
                    <a:close/>
                    <a:moveTo>
                      <a:pt x="409" y="962"/>
                    </a:moveTo>
                    <a:lnTo>
                      <a:pt x="379" y="983"/>
                    </a:lnTo>
                    <a:lnTo>
                      <a:pt x="388" y="1000"/>
                    </a:lnTo>
                    <a:lnTo>
                      <a:pt x="421" y="979"/>
                    </a:lnTo>
                    <a:lnTo>
                      <a:pt x="409" y="962"/>
                    </a:lnTo>
                    <a:close/>
                    <a:moveTo>
                      <a:pt x="473" y="922"/>
                    </a:moveTo>
                    <a:lnTo>
                      <a:pt x="442" y="941"/>
                    </a:lnTo>
                    <a:lnTo>
                      <a:pt x="452" y="957"/>
                    </a:lnTo>
                    <a:lnTo>
                      <a:pt x="483" y="936"/>
                    </a:lnTo>
                    <a:lnTo>
                      <a:pt x="473" y="922"/>
                    </a:lnTo>
                    <a:close/>
                    <a:moveTo>
                      <a:pt x="537" y="879"/>
                    </a:moveTo>
                    <a:lnTo>
                      <a:pt x="504" y="901"/>
                    </a:lnTo>
                    <a:lnTo>
                      <a:pt x="516" y="915"/>
                    </a:lnTo>
                    <a:lnTo>
                      <a:pt x="547" y="896"/>
                    </a:lnTo>
                    <a:lnTo>
                      <a:pt x="537" y="879"/>
                    </a:lnTo>
                    <a:close/>
                    <a:moveTo>
                      <a:pt x="599" y="837"/>
                    </a:moveTo>
                    <a:lnTo>
                      <a:pt x="568" y="858"/>
                    </a:lnTo>
                    <a:lnTo>
                      <a:pt x="577" y="875"/>
                    </a:lnTo>
                    <a:lnTo>
                      <a:pt x="610" y="853"/>
                    </a:lnTo>
                    <a:lnTo>
                      <a:pt x="599" y="837"/>
                    </a:lnTo>
                    <a:close/>
                    <a:moveTo>
                      <a:pt x="662" y="794"/>
                    </a:moveTo>
                    <a:lnTo>
                      <a:pt x="632" y="816"/>
                    </a:lnTo>
                    <a:lnTo>
                      <a:pt x="641" y="832"/>
                    </a:lnTo>
                    <a:lnTo>
                      <a:pt x="672" y="811"/>
                    </a:lnTo>
                    <a:lnTo>
                      <a:pt x="662" y="794"/>
                    </a:lnTo>
                    <a:close/>
                    <a:moveTo>
                      <a:pt x="724" y="754"/>
                    </a:moveTo>
                    <a:lnTo>
                      <a:pt x="693" y="775"/>
                    </a:lnTo>
                    <a:lnTo>
                      <a:pt x="705" y="790"/>
                    </a:lnTo>
                    <a:lnTo>
                      <a:pt x="736" y="768"/>
                    </a:lnTo>
                    <a:lnTo>
                      <a:pt x="724" y="754"/>
                    </a:lnTo>
                    <a:close/>
                    <a:moveTo>
                      <a:pt x="788" y="712"/>
                    </a:moveTo>
                    <a:lnTo>
                      <a:pt x="757" y="733"/>
                    </a:lnTo>
                    <a:lnTo>
                      <a:pt x="766" y="749"/>
                    </a:lnTo>
                    <a:lnTo>
                      <a:pt x="800" y="728"/>
                    </a:lnTo>
                    <a:lnTo>
                      <a:pt x="788" y="712"/>
                    </a:lnTo>
                    <a:close/>
                    <a:moveTo>
                      <a:pt x="852" y="669"/>
                    </a:moveTo>
                    <a:lnTo>
                      <a:pt x="818" y="690"/>
                    </a:lnTo>
                    <a:lnTo>
                      <a:pt x="830" y="707"/>
                    </a:lnTo>
                    <a:lnTo>
                      <a:pt x="861" y="686"/>
                    </a:lnTo>
                    <a:lnTo>
                      <a:pt x="852" y="669"/>
                    </a:lnTo>
                    <a:close/>
                    <a:moveTo>
                      <a:pt x="913" y="629"/>
                    </a:moveTo>
                    <a:lnTo>
                      <a:pt x="882" y="648"/>
                    </a:lnTo>
                    <a:lnTo>
                      <a:pt x="894" y="664"/>
                    </a:lnTo>
                    <a:lnTo>
                      <a:pt x="925" y="643"/>
                    </a:lnTo>
                    <a:lnTo>
                      <a:pt x="913" y="629"/>
                    </a:lnTo>
                    <a:close/>
                    <a:moveTo>
                      <a:pt x="977" y="586"/>
                    </a:moveTo>
                    <a:lnTo>
                      <a:pt x="946" y="608"/>
                    </a:lnTo>
                    <a:lnTo>
                      <a:pt x="956" y="622"/>
                    </a:lnTo>
                    <a:lnTo>
                      <a:pt x="989" y="603"/>
                    </a:lnTo>
                    <a:lnTo>
                      <a:pt x="977" y="586"/>
                    </a:lnTo>
                    <a:close/>
                    <a:moveTo>
                      <a:pt x="1041" y="544"/>
                    </a:moveTo>
                    <a:lnTo>
                      <a:pt x="1008" y="565"/>
                    </a:lnTo>
                    <a:lnTo>
                      <a:pt x="1019" y="582"/>
                    </a:lnTo>
                    <a:lnTo>
                      <a:pt x="1050" y="560"/>
                    </a:lnTo>
                    <a:lnTo>
                      <a:pt x="1041" y="544"/>
                    </a:lnTo>
                    <a:close/>
                    <a:moveTo>
                      <a:pt x="1102" y="504"/>
                    </a:moveTo>
                    <a:lnTo>
                      <a:pt x="1071" y="522"/>
                    </a:lnTo>
                    <a:lnTo>
                      <a:pt x="1083" y="539"/>
                    </a:lnTo>
                    <a:lnTo>
                      <a:pt x="1114" y="518"/>
                    </a:lnTo>
                    <a:lnTo>
                      <a:pt x="1102" y="504"/>
                    </a:lnTo>
                    <a:close/>
                    <a:moveTo>
                      <a:pt x="1166" y="461"/>
                    </a:moveTo>
                    <a:lnTo>
                      <a:pt x="1135" y="482"/>
                    </a:lnTo>
                    <a:lnTo>
                      <a:pt x="1145" y="496"/>
                    </a:lnTo>
                    <a:lnTo>
                      <a:pt x="1178" y="475"/>
                    </a:lnTo>
                    <a:lnTo>
                      <a:pt x="1166" y="461"/>
                    </a:lnTo>
                    <a:close/>
                    <a:moveTo>
                      <a:pt x="1230" y="418"/>
                    </a:moveTo>
                    <a:lnTo>
                      <a:pt x="1197" y="440"/>
                    </a:lnTo>
                    <a:lnTo>
                      <a:pt x="1209" y="456"/>
                    </a:lnTo>
                    <a:lnTo>
                      <a:pt x="1239" y="435"/>
                    </a:lnTo>
                    <a:lnTo>
                      <a:pt x="1230" y="418"/>
                    </a:lnTo>
                    <a:close/>
                    <a:moveTo>
                      <a:pt x="1291" y="376"/>
                    </a:moveTo>
                    <a:lnTo>
                      <a:pt x="1261" y="397"/>
                    </a:lnTo>
                    <a:lnTo>
                      <a:pt x="1270" y="414"/>
                    </a:lnTo>
                    <a:lnTo>
                      <a:pt x="1303" y="392"/>
                    </a:lnTo>
                    <a:lnTo>
                      <a:pt x="1291" y="376"/>
                    </a:lnTo>
                    <a:close/>
                    <a:moveTo>
                      <a:pt x="1355" y="336"/>
                    </a:moveTo>
                    <a:lnTo>
                      <a:pt x="1324" y="357"/>
                    </a:lnTo>
                    <a:lnTo>
                      <a:pt x="1334" y="371"/>
                    </a:lnTo>
                    <a:lnTo>
                      <a:pt x="1365" y="350"/>
                    </a:lnTo>
                    <a:lnTo>
                      <a:pt x="1355" y="336"/>
                    </a:lnTo>
                    <a:close/>
                    <a:moveTo>
                      <a:pt x="1419" y="293"/>
                    </a:moveTo>
                    <a:lnTo>
                      <a:pt x="1386" y="314"/>
                    </a:lnTo>
                    <a:lnTo>
                      <a:pt x="1398" y="331"/>
                    </a:lnTo>
                    <a:lnTo>
                      <a:pt x="1428" y="310"/>
                    </a:lnTo>
                    <a:lnTo>
                      <a:pt x="1419" y="293"/>
                    </a:lnTo>
                    <a:close/>
                    <a:moveTo>
                      <a:pt x="1480" y="251"/>
                    </a:moveTo>
                    <a:lnTo>
                      <a:pt x="1450" y="272"/>
                    </a:lnTo>
                    <a:lnTo>
                      <a:pt x="1459" y="288"/>
                    </a:lnTo>
                    <a:lnTo>
                      <a:pt x="1492" y="267"/>
                    </a:lnTo>
                    <a:lnTo>
                      <a:pt x="1480" y="251"/>
                    </a:lnTo>
                    <a:close/>
                    <a:moveTo>
                      <a:pt x="1544" y="210"/>
                    </a:moveTo>
                    <a:lnTo>
                      <a:pt x="1514" y="229"/>
                    </a:lnTo>
                    <a:lnTo>
                      <a:pt x="1523" y="246"/>
                    </a:lnTo>
                    <a:lnTo>
                      <a:pt x="1554" y="225"/>
                    </a:lnTo>
                    <a:lnTo>
                      <a:pt x="1544" y="210"/>
                    </a:lnTo>
                    <a:close/>
                    <a:moveTo>
                      <a:pt x="1608" y="168"/>
                    </a:moveTo>
                    <a:lnTo>
                      <a:pt x="1575" y="189"/>
                    </a:lnTo>
                    <a:lnTo>
                      <a:pt x="1587" y="203"/>
                    </a:lnTo>
                    <a:lnTo>
                      <a:pt x="1618" y="184"/>
                    </a:lnTo>
                    <a:lnTo>
                      <a:pt x="1608" y="168"/>
                    </a:lnTo>
                    <a:close/>
                    <a:moveTo>
                      <a:pt x="1670" y="125"/>
                    </a:moveTo>
                    <a:lnTo>
                      <a:pt x="1639" y="147"/>
                    </a:lnTo>
                    <a:lnTo>
                      <a:pt x="1648" y="163"/>
                    </a:lnTo>
                    <a:lnTo>
                      <a:pt x="1681" y="142"/>
                    </a:lnTo>
                    <a:lnTo>
                      <a:pt x="1670" y="125"/>
                    </a:lnTo>
                    <a:close/>
                    <a:moveTo>
                      <a:pt x="1733" y="83"/>
                    </a:moveTo>
                    <a:lnTo>
                      <a:pt x="1703" y="104"/>
                    </a:lnTo>
                    <a:lnTo>
                      <a:pt x="1712" y="121"/>
                    </a:lnTo>
                    <a:lnTo>
                      <a:pt x="1743" y="99"/>
                    </a:lnTo>
                    <a:lnTo>
                      <a:pt x="1733" y="83"/>
                    </a:lnTo>
                    <a:close/>
                    <a:moveTo>
                      <a:pt x="1797" y="42"/>
                    </a:moveTo>
                    <a:lnTo>
                      <a:pt x="1764" y="64"/>
                    </a:lnTo>
                    <a:lnTo>
                      <a:pt x="1776" y="78"/>
                    </a:lnTo>
                    <a:lnTo>
                      <a:pt x="1807" y="57"/>
                    </a:lnTo>
                    <a:lnTo>
                      <a:pt x="1797" y="42"/>
                    </a:lnTo>
                    <a:close/>
                    <a:moveTo>
                      <a:pt x="1859" y="0"/>
                    </a:moveTo>
                    <a:lnTo>
                      <a:pt x="1828" y="21"/>
                    </a:lnTo>
                    <a:lnTo>
                      <a:pt x="1837" y="38"/>
                    </a:lnTo>
                    <a:lnTo>
                      <a:pt x="1871" y="16"/>
                    </a:lnTo>
                    <a:lnTo>
                      <a:pt x="1859" y="0"/>
                    </a:lnTo>
                    <a:close/>
                  </a:path>
                </a:pathLst>
              </a:custGeom>
              <a:solidFill>
                <a:srgbClr val="2C3E50"/>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39" name="Freeform 21"/>
              <p:cNvSpPr>
                <a:spLocks noEditPoints="1"/>
              </p:cNvSpPr>
              <p:nvPr/>
            </p:nvSpPr>
            <p:spPr bwMode="auto">
              <a:xfrm>
                <a:off x="3305134" y="1580526"/>
                <a:ext cx="1979771" cy="1653828"/>
              </a:xfrm>
              <a:custGeom>
                <a:avLst/>
                <a:gdLst>
                  <a:gd name="T0" fmla="*/ 2379 w 2381"/>
                  <a:gd name="T1" fmla="*/ 17 h 1989"/>
                  <a:gd name="T2" fmla="*/ 2348 w 2381"/>
                  <a:gd name="T3" fmla="*/ 85 h 1989"/>
                  <a:gd name="T4" fmla="*/ 2320 w 2381"/>
                  <a:gd name="T5" fmla="*/ 156 h 1989"/>
                  <a:gd name="T6" fmla="*/ 2289 w 2381"/>
                  <a:gd name="T7" fmla="*/ 225 h 1989"/>
                  <a:gd name="T8" fmla="*/ 2261 w 2381"/>
                  <a:gd name="T9" fmla="*/ 296 h 1989"/>
                  <a:gd name="T10" fmla="*/ 2230 w 2381"/>
                  <a:gd name="T11" fmla="*/ 364 h 1989"/>
                  <a:gd name="T12" fmla="*/ 2201 w 2381"/>
                  <a:gd name="T13" fmla="*/ 435 h 1989"/>
                  <a:gd name="T14" fmla="*/ 2171 w 2381"/>
                  <a:gd name="T15" fmla="*/ 504 h 1989"/>
                  <a:gd name="T16" fmla="*/ 2142 w 2381"/>
                  <a:gd name="T17" fmla="*/ 575 h 1989"/>
                  <a:gd name="T18" fmla="*/ 2112 w 2381"/>
                  <a:gd name="T19" fmla="*/ 643 h 1989"/>
                  <a:gd name="T20" fmla="*/ 2083 w 2381"/>
                  <a:gd name="T21" fmla="*/ 714 h 1989"/>
                  <a:gd name="T22" fmla="*/ 2053 w 2381"/>
                  <a:gd name="T23" fmla="*/ 783 h 1989"/>
                  <a:gd name="T24" fmla="*/ 2024 w 2381"/>
                  <a:gd name="T25" fmla="*/ 854 h 1989"/>
                  <a:gd name="T26" fmla="*/ 1996 w 2381"/>
                  <a:gd name="T27" fmla="*/ 922 h 1989"/>
                  <a:gd name="T28" fmla="*/ 1965 w 2381"/>
                  <a:gd name="T29" fmla="*/ 993 h 1989"/>
                  <a:gd name="T30" fmla="*/ 1937 w 2381"/>
                  <a:gd name="T31" fmla="*/ 1062 h 1989"/>
                  <a:gd name="T32" fmla="*/ 1906 w 2381"/>
                  <a:gd name="T33" fmla="*/ 1130 h 1989"/>
                  <a:gd name="T34" fmla="*/ 1878 w 2381"/>
                  <a:gd name="T35" fmla="*/ 1201 h 1989"/>
                  <a:gd name="T36" fmla="*/ 1847 w 2381"/>
                  <a:gd name="T37" fmla="*/ 1270 h 1989"/>
                  <a:gd name="T38" fmla="*/ 1818 w 2381"/>
                  <a:gd name="T39" fmla="*/ 1341 h 1989"/>
                  <a:gd name="T40" fmla="*/ 1788 w 2381"/>
                  <a:gd name="T41" fmla="*/ 1409 h 1989"/>
                  <a:gd name="T42" fmla="*/ 1759 w 2381"/>
                  <a:gd name="T43" fmla="*/ 1480 h 1989"/>
                  <a:gd name="T44" fmla="*/ 1729 w 2381"/>
                  <a:gd name="T45" fmla="*/ 1549 h 1989"/>
                  <a:gd name="T46" fmla="*/ 1700 w 2381"/>
                  <a:gd name="T47" fmla="*/ 1620 h 1989"/>
                  <a:gd name="T48" fmla="*/ 1669 w 2381"/>
                  <a:gd name="T49" fmla="*/ 1688 h 1989"/>
                  <a:gd name="T50" fmla="*/ 1641 w 2381"/>
                  <a:gd name="T51" fmla="*/ 1759 h 1989"/>
                  <a:gd name="T52" fmla="*/ 1613 w 2381"/>
                  <a:gd name="T53" fmla="*/ 1828 h 1989"/>
                  <a:gd name="T54" fmla="*/ 1582 w 2381"/>
                  <a:gd name="T55" fmla="*/ 1899 h 1989"/>
                  <a:gd name="T56" fmla="*/ 1554 w 2381"/>
                  <a:gd name="T57" fmla="*/ 1967 h 1989"/>
                  <a:gd name="T58" fmla="*/ 1495 w 2381"/>
                  <a:gd name="T59" fmla="*/ 1960 h 1989"/>
                  <a:gd name="T60" fmla="*/ 1443 w 2381"/>
                  <a:gd name="T61" fmla="*/ 1906 h 1989"/>
                  <a:gd name="T62" fmla="*/ 1390 w 2381"/>
                  <a:gd name="T63" fmla="*/ 1849 h 1989"/>
                  <a:gd name="T64" fmla="*/ 1338 w 2381"/>
                  <a:gd name="T65" fmla="*/ 1795 h 1989"/>
                  <a:gd name="T66" fmla="*/ 1286 w 2381"/>
                  <a:gd name="T67" fmla="*/ 1738 h 1989"/>
                  <a:gd name="T68" fmla="*/ 1237 w 2381"/>
                  <a:gd name="T69" fmla="*/ 1684 h 1989"/>
                  <a:gd name="T70" fmla="*/ 1185 w 2381"/>
                  <a:gd name="T71" fmla="*/ 1629 h 1989"/>
                  <a:gd name="T72" fmla="*/ 1133 w 2381"/>
                  <a:gd name="T73" fmla="*/ 1572 h 1989"/>
                  <a:gd name="T74" fmla="*/ 1081 w 2381"/>
                  <a:gd name="T75" fmla="*/ 1518 h 1989"/>
                  <a:gd name="T76" fmla="*/ 1031 w 2381"/>
                  <a:gd name="T77" fmla="*/ 1461 h 1989"/>
                  <a:gd name="T78" fmla="*/ 979 w 2381"/>
                  <a:gd name="T79" fmla="*/ 1407 h 1989"/>
                  <a:gd name="T80" fmla="*/ 927 w 2381"/>
                  <a:gd name="T81" fmla="*/ 1350 h 1989"/>
                  <a:gd name="T82" fmla="*/ 875 w 2381"/>
                  <a:gd name="T83" fmla="*/ 1296 h 1989"/>
                  <a:gd name="T84" fmla="*/ 823 w 2381"/>
                  <a:gd name="T85" fmla="*/ 1241 h 1989"/>
                  <a:gd name="T86" fmla="*/ 773 w 2381"/>
                  <a:gd name="T87" fmla="*/ 1185 h 1989"/>
                  <a:gd name="T88" fmla="*/ 721 w 2381"/>
                  <a:gd name="T89" fmla="*/ 1130 h 1989"/>
                  <a:gd name="T90" fmla="*/ 669 w 2381"/>
                  <a:gd name="T91" fmla="*/ 1074 h 1989"/>
                  <a:gd name="T92" fmla="*/ 617 w 2381"/>
                  <a:gd name="T93" fmla="*/ 1019 h 1989"/>
                  <a:gd name="T94" fmla="*/ 568 w 2381"/>
                  <a:gd name="T95" fmla="*/ 962 h 1989"/>
                  <a:gd name="T96" fmla="*/ 516 w 2381"/>
                  <a:gd name="T97" fmla="*/ 908 h 1989"/>
                  <a:gd name="T98" fmla="*/ 464 w 2381"/>
                  <a:gd name="T99" fmla="*/ 851 h 1989"/>
                  <a:gd name="T100" fmla="*/ 412 w 2381"/>
                  <a:gd name="T101" fmla="*/ 797 h 1989"/>
                  <a:gd name="T102" fmla="*/ 360 w 2381"/>
                  <a:gd name="T103" fmla="*/ 743 h 1989"/>
                  <a:gd name="T104" fmla="*/ 310 w 2381"/>
                  <a:gd name="T105" fmla="*/ 686 h 1989"/>
                  <a:gd name="T106" fmla="*/ 258 w 2381"/>
                  <a:gd name="T107" fmla="*/ 631 h 1989"/>
                  <a:gd name="T108" fmla="*/ 206 w 2381"/>
                  <a:gd name="T109" fmla="*/ 575 h 1989"/>
                  <a:gd name="T110" fmla="*/ 154 w 2381"/>
                  <a:gd name="T111" fmla="*/ 520 h 1989"/>
                  <a:gd name="T112" fmla="*/ 102 w 2381"/>
                  <a:gd name="T113" fmla="*/ 464 h 1989"/>
                  <a:gd name="T114" fmla="*/ 52 w 2381"/>
                  <a:gd name="T115" fmla="*/ 409 h 1989"/>
                  <a:gd name="T116" fmla="*/ 0 w 2381"/>
                  <a:gd name="T117" fmla="*/ 352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1" h="1989">
                    <a:moveTo>
                      <a:pt x="2379" y="17"/>
                    </a:moveTo>
                    <a:lnTo>
                      <a:pt x="2381" y="10"/>
                    </a:lnTo>
                    <a:lnTo>
                      <a:pt x="2365" y="0"/>
                    </a:lnTo>
                    <a:lnTo>
                      <a:pt x="2360" y="10"/>
                    </a:lnTo>
                    <a:lnTo>
                      <a:pt x="2379" y="17"/>
                    </a:lnTo>
                    <a:close/>
                    <a:moveTo>
                      <a:pt x="2348" y="85"/>
                    </a:moveTo>
                    <a:lnTo>
                      <a:pt x="2362" y="52"/>
                    </a:lnTo>
                    <a:lnTo>
                      <a:pt x="2346" y="43"/>
                    </a:lnTo>
                    <a:lnTo>
                      <a:pt x="2332" y="78"/>
                    </a:lnTo>
                    <a:lnTo>
                      <a:pt x="2348" y="85"/>
                    </a:lnTo>
                    <a:close/>
                    <a:moveTo>
                      <a:pt x="2320" y="156"/>
                    </a:moveTo>
                    <a:lnTo>
                      <a:pt x="2334" y="121"/>
                    </a:lnTo>
                    <a:lnTo>
                      <a:pt x="2315" y="114"/>
                    </a:lnTo>
                    <a:lnTo>
                      <a:pt x="2301" y="149"/>
                    </a:lnTo>
                    <a:lnTo>
                      <a:pt x="2320" y="156"/>
                    </a:lnTo>
                    <a:close/>
                    <a:moveTo>
                      <a:pt x="2289" y="225"/>
                    </a:moveTo>
                    <a:lnTo>
                      <a:pt x="2303" y="192"/>
                    </a:lnTo>
                    <a:lnTo>
                      <a:pt x="2287" y="182"/>
                    </a:lnTo>
                    <a:lnTo>
                      <a:pt x="2272" y="218"/>
                    </a:lnTo>
                    <a:lnTo>
                      <a:pt x="2289" y="225"/>
                    </a:lnTo>
                    <a:close/>
                    <a:moveTo>
                      <a:pt x="2261" y="296"/>
                    </a:moveTo>
                    <a:lnTo>
                      <a:pt x="2275" y="260"/>
                    </a:lnTo>
                    <a:lnTo>
                      <a:pt x="2258" y="253"/>
                    </a:lnTo>
                    <a:lnTo>
                      <a:pt x="2242" y="289"/>
                    </a:lnTo>
                    <a:lnTo>
                      <a:pt x="2261" y="296"/>
                    </a:lnTo>
                    <a:close/>
                    <a:moveTo>
                      <a:pt x="2230" y="364"/>
                    </a:moveTo>
                    <a:lnTo>
                      <a:pt x="2244" y="331"/>
                    </a:lnTo>
                    <a:lnTo>
                      <a:pt x="2227" y="322"/>
                    </a:lnTo>
                    <a:lnTo>
                      <a:pt x="2213" y="357"/>
                    </a:lnTo>
                    <a:lnTo>
                      <a:pt x="2230" y="364"/>
                    </a:lnTo>
                    <a:close/>
                    <a:moveTo>
                      <a:pt x="2201" y="435"/>
                    </a:moveTo>
                    <a:lnTo>
                      <a:pt x="2216" y="400"/>
                    </a:lnTo>
                    <a:lnTo>
                      <a:pt x="2199" y="393"/>
                    </a:lnTo>
                    <a:lnTo>
                      <a:pt x="2183" y="428"/>
                    </a:lnTo>
                    <a:lnTo>
                      <a:pt x="2201" y="435"/>
                    </a:lnTo>
                    <a:close/>
                    <a:moveTo>
                      <a:pt x="2171" y="504"/>
                    </a:moveTo>
                    <a:lnTo>
                      <a:pt x="2187" y="468"/>
                    </a:lnTo>
                    <a:lnTo>
                      <a:pt x="2168" y="461"/>
                    </a:lnTo>
                    <a:lnTo>
                      <a:pt x="2154" y="497"/>
                    </a:lnTo>
                    <a:lnTo>
                      <a:pt x="2171" y="504"/>
                    </a:lnTo>
                    <a:close/>
                    <a:moveTo>
                      <a:pt x="2142" y="575"/>
                    </a:moveTo>
                    <a:lnTo>
                      <a:pt x="2157" y="539"/>
                    </a:lnTo>
                    <a:lnTo>
                      <a:pt x="2140" y="532"/>
                    </a:lnTo>
                    <a:lnTo>
                      <a:pt x="2123" y="568"/>
                    </a:lnTo>
                    <a:lnTo>
                      <a:pt x="2142" y="575"/>
                    </a:lnTo>
                    <a:close/>
                    <a:moveTo>
                      <a:pt x="2112" y="643"/>
                    </a:moveTo>
                    <a:lnTo>
                      <a:pt x="2128" y="608"/>
                    </a:lnTo>
                    <a:lnTo>
                      <a:pt x="2109" y="601"/>
                    </a:lnTo>
                    <a:lnTo>
                      <a:pt x="2095" y="636"/>
                    </a:lnTo>
                    <a:lnTo>
                      <a:pt x="2112" y="643"/>
                    </a:lnTo>
                    <a:close/>
                    <a:moveTo>
                      <a:pt x="2083" y="714"/>
                    </a:moveTo>
                    <a:lnTo>
                      <a:pt x="2097" y="679"/>
                    </a:lnTo>
                    <a:lnTo>
                      <a:pt x="2081" y="672"/>
                    </a:lnTo>
                    <a:lnTo>
                      <a:pt x="2067" y="705"/>
                    </a:lnTo>
                    <a:lnTo>
                      <a:pt x="2083" y="714"/>
                    </a:lnTo>
                    <a:close/>
                    <a:moveTo>
                      <a:pt x="2053" y="783"/>
                    </a:moveTo>
                    <a:lnTo>
                      <a:pt x="2069" y="747"/>
                    </a:lnTo>
                    <a:lnTo>
                      <a:pt x="2050" y="740"/>
                    </a:lnTo>
                    <a:lnTo>
                      <a:pt x="2036" y="776"/>
                    </a:lnTo>
                    <a:lnTo>
                      <a:pt x="2053" y="783"/>
                    </a:lnTo>
                    <a:close/>
                    <a:moveTo>
                      <a:pt x="2024" y="854"/>
                    </a:moveTo>
                    <a:lnTo>
                      <a:pt x="2038" y="818"/>
                    </a:lnTo>
                    <a:lnTo>
                      <a:pt x="2022" y="811"/>
                    </a:lnTo>
                    <a:lnTo>
                      <a:pt x="2008" y="844"/>
                    </a:lnTo>
                    <a:lnTo>
                      <a:pt x="2024" y="854"/>
                    </a:lnTo>
                    <a:close/>
                    <a:moveTo>
                      <a:pt x="1996" y="922"/>
                    </a:moveTo>
                    <a:lnTo>
                      <a:pt x="2010" y="887"/>
                    </a:lnTo>
                    <a:lnTo>
                      <a:pt x="1991" y="880"/>
                    </a:lnTo>
                    <a:lnTo>
                      <a:pt x="1977" y="915"/>
                    </a:lnTo>
                    <a:lnTo>
                      <a:pt x="1996" y="922"/>
                    </a:lnTo>
                    <a:close/>
                    <a:moveTo>
                      <a:pt x="1965" y="993"/>
                    </a:moveTo>
                    <a:lnTo>
                      <a:pt x="1979" y="958"/>
                    </a:lnTo>
                    <a:lnTo>
                      <a:pt x="1963" y="951"/>
                    </a:lnTo>
                    <a:lnTo>
                      <a:pt x="1948" y="984"/>
                    </a:lnTo>
                    <a:lnTo>
                      <a:pt x="1965" y="993"/>
                    </a:lnTo>
                    <a:close/>
                    <a:moveTo>
                      <a:pt x="1937" y="1062"/>
                    </a:moveTo>
                    <a:lnTo>
                      <a:pt x="1951" y="1026"/>
                    </a:lnTo>
                    <a:lnTo>
                      <a:pt x="1932" y="1019"/>
                    </a:lnTo>
                    <a:lnTo>
                      <a:pt x="1918" y="1055"/>
                    </a:lnTo>
                    <a:lnTo>
                      <a:pt x="1937" y="1062"/>
                    </a:lnTo>
                    <a:close/>
                    <a:moveTo>
                      <a:pt x="1906" y="1130"/>
                    </a:moveTo>
                    <a:lnTo>
                      <a:pt x="1920" y="1097"/>
                    </a:lnTo>
                    <a:lnTo>
                      <a:pt x="1904" y="1090"/>
                    </a:lnTo>
                    <a:lnTo>
                      <a:pt x="1889" y="1123"/>
                    </a:lnTo>
                    <a:lnTo>
                      <a:pt x="1906" y="1130"/>
                    </a:lnTo>
                    <a:close/>
                    <a:moveTo>
                      <a:pt x="1878" y="1201"/>
                    </a:moveTo>
                    <a:lnTo>
                      <a:pt x="1892" y="1166"/>
                    </a:lnTo>
                    <a:lnTo>
                      <a:pt x="1875" y="1159"/>
                    </a:lnTo>
                    <a:lnTo>
                      <a:pt x="1859" y="1194"/>
                    </a:lnTo>
                    <a:lnTo>
                      <a:pt x="1878" y="1201"/>
                    </a:lnTo>
                    <a:close/>
                    <a:moveTo>
                      <a:pt x="1847" y="1270"/>
                    </a:moveTo>
                    <a:lnTo>
                      <a:pt x="1861" y="1237"/>
                    </a:lnTo>
                    <a:lnTo>
                      <a:pt x="1844" y="1230"/>
                    </a:lnTo>
                    <a:lnTo>
                      <a:pt x="1830" y="1263"/>
                    </a:lnTo>
                    <a:lnTo>
                      <a:pt x="1847" y="1270"/>
                    </a:lnTo>
                    <a:close/>
                    <a:moveTo>
                      <a:pt x="1818" y="1341"/>
                    </a:moveTo>
                    <a:lnTo>
                      <a:pt x="1833" y="1305"/>
                    </a:lnTo>
                    <a:lnTo>
                      <a:pt x="1816" y="1298"/>
                    </a:lnTo>
                    <a:lnTo>
                      <a:pt x="1800" y="1334"/>
                    </a:lnTo>
                    <a:lnTo>
                      <a:pt x="1818" y="1341"/>
                    </a:lnTo>
                    <a:close/>
                    <a:moveTo>
                      <a:pt x="1788" y="1409"/>
                    </a:moveTo>
                    <a:lnTo>
                      <a:pt x="1804" y="1376"/>
                    </a:lnTo>
                    <a:lnTo>
                      <a:pt x="1785" y="1367"/>
                    </a:lnTo>
                    <a:lnTo>
                      <a:pt x="1771" y="1402"/>
                    </a:lnTo>
                    <a:lnTo>
                      <a:pt x="1788" y="1409"/>
                    </a:lnTo>
                    <a:close/>
                    <a:moveTo>
                      <a:pt x="1759" y="1480"/>
                    </a:moveTo>
                    <a:lnTo>
                      <a:pt x="1774" y="1445"/>
                    </a:lnTo>
                    <a:lnTo>
                      <a:pt x="1757" y="1438"/>
                    </a:lnTo>
                    <a:lnTo>
                      <a:pt x="1740" y="1473"/>
                    </a:lnTo>
                    <a:lnTo>
                      <a:pt x="1759" y="1480"/>
                    </a:lnTo>
                    <a:close/>
                    <a:moveTo>
                      <a:pt x="1729" y="1549"/>
                    </a:moveTo>
                    <a:lnTo>
                      <a:pt x="1745" y="1516"/>
                    </a:lnTo>
                    <a:lnTo>
                      <a:pt x="1726" y="1506"/>
                    </a:lnTo>
                    <a:lnTo>
                      <a:pt x="1712" y="1542"/>
                    </a:lnTo>
                    <a:lnTo>
                      <a:pt x="1729" y="1549"/>
                    </a:lnTo>
                    <a:close/>
                    <a:moveTo>
                      <a:pt x="1700" y="1620"/>
                    </a:moveTo>
                    <a:lnTo>
                      <a:pt x="1714" y="1584"/>
                    </a:lnTo>
                    <a:lnTo>
                      <a:pt x="1698" y="1577"/>
                    </a:lnTo>
                    <a:lnTo>
                      <a:pt x="1684" y="1613"/>
                    </a:lnTo>
                    <a:lnTo>
                      <a:pt x="1700" y="1620"/>
                    </a:lnTo>
                    <a:close/>
                    <a:moveTo>
                      <a:pt x="1669" y="1688"/>
                    </a:moveTo>
                    <a:lnTo>
                      <a:pt x="1686" y="1655"/>
                    </a:lnTo>
                    <a:lnTo>
                      <a:pt x="1667" y="1646"/>
                    </a:lnTo>
                    <a:lnTo>
                      <a:pt x="1653" y="1681"/>
                    </a:lnTo>
                    <a:lnTo>
                      <a:pt x="1669" y="1688"/>
                    </a:lnTo>
                    <a:close/>
                    <a:moveTo>
                      <a:pt x="1641" y="1759"/>
                    </a:moveTo>
                    <a:lnTo>
                      <a:pt x="1655" y="1724"/>
                    </a:lnTo>
                    <a:lnTo>
                      <a:pt x="1639" y="1717"/>
                    </a:lnTo>
                    <a:lnTo>
                      <a:pt x="1625" y="1752"/>
                    </a:lnTo>
                    <a:lnTo>
                      <a:pt x="1641" y="1759"/>
                    </a:lnTo>
                    <a:close/>
                    <a:moveTo>
                      <a:pt x="1613" y="1828"/>
                    </a:moveTo>
                    <a:lnTo>
                      <a:pt x="1627" y="1792"/>
                    </a:lnTo>
                    <a:lnTo>
                      <a:pt x="1608" y="1785"/>
                    </a:lnTo>
                    <a:lnTo>
                      <a:pt x="1594" y="1821"/>
                    </a:lnTo>
                    <a:lnTo>
                      <a:pt x="1613" y="1828"/>
                    </a:lnTo>
                    <a:close/>
                    <a:moveTo>
                      <a:pt x="1582" y="1899"/>
                    </a:moveTo>
                    <a:lnTo>
                      <a:pt x="1596" y="1863"/>
                    </a:lnTo>
                    <a:lnTo>
                      <a:pt x="1580" y="1856"/>
                    </a:lnTo>
                    <a:lnTo>
                      <a:pt x="1565" y="1892"/>
                    </a:lnTo>
                    <a:lnTo>
                      <a:pt x="1582" y="1899"/>
                    </a:lnTo>
                    <a:close/>
                    <a:moveTo>
                      <a:pt x="1554" y="1967"/>
                    </a:moveTo>
                    <a:lnTo>
                      <a:pt x="1568" y="1932"/>
                    </a:lnTo>
                    <a:lnTo>
                      <a:pt x="1549" y="1925"/>
                    </a:lnTo>
                    <a:lnTo>
                      <a:pt x="1535" y="1960"/>
                    </a:lnTo>
                    <a:lnTo>
                      <a:pt x="1554" y="1967"/>
                    </a:lnTo>
                    <a:close/>
                    <a:moveTo>
                      <a:pt x="1495" y="1960"/>
                    </a:moveTo>
                    <a:lnTo>
                      <a:pt x="1521" y="1989"/>
                    </a:lnTo>
                    <a:lnTo>
                      <a:pt x="1532" y="1977"/>
                    </a:lnTo>
                    <a:lnTo>
                      <a:pt x="1506" y="1948"/>
                    </a:lnTo>
                    <a:lnTo>
                      <a:pt x="1495" y="1960"/>
                    </a:lnTo>
                    <a:close/>
                    <a:moveTo>
                      <a:pt x="1443" y="1906"/>
                    </a:moveTo>
                    <a:lnTo>
                      <a:pt x="1469" y="1934"/>
                    </a:lnTo>
                    <a:lnTo>
                      <a:pt x="1483" y="1920"/>
                    </a:lnTo>
                    <a:lnTo>
                      <a:pt x="1457" y="1892"/>
                    </a:lnTo>
                    <a:lnTo>
                      <a:pt x="1443" y="1906"/>
                    </a:lnTo>
                    <a:close/>
                    <a:moveTo>
                      <a:pt x="1390" y="1849"/>
                    </a:moveTo>
                    <a:lnTo>
                      <a:pt x="1417" y="1877"/>
                    </a:lnTo>
                    <a:lnTo>
                      <a:pt x="1431" y="1866"/>
                    </a:lnTo>
                    <a:lnTo>
                      <a:pt x="1405" y="1837"/>
                    </a:lnTo>
                    <a:lnTo>
                      <a:pt x="1390" y="1849"/>
                    </a:lnTo>
                    <a:close/>
                    <a:moveTo>
                      <a:pt x="1338" y="1795"/>
                    </a:moveTo>
                    <a:lnTo>
                      <a:pt x="1364" y="1823"/>
                    </a:lnTo>
                    <a:lnTo>
                      <a:pt x="1379" y="1809"/>
                    </a:lnTo>
                    <a:lnTo>
                      <a:pt x="1353" y="1781"/>
                    </a:lnTo>
                    <a:lnTo>
                      <a:pt x="1338" y="1795"/>
                    </a:lnTo>
                    <a:close/>
                    <a:moveTo>
                      <a:pt x="1286" y="1738"/>
                    </a:moveTo>
                    <a:lnTo>
                      <a:pt x="1312" y="1766"/>
                    </a:lnTo>
                    <a:lnTo>
                      <a:pt x="1327" y="1754"/>
                    </a:lnTo>
                    <a:lnTo>
                      <a:pt x="1301" y="1726"/>
                    </a:lnTo>
                    <a:lnTo>
                      <a:pt x="1286" y="1738"/>
                    </a:lnTo>
                    <a:close/>
                    <a:moveTo>
                      <a:pt x="1237" y="1684"/>
                    </a:moveTo>
                    <a:lnTo>
                      <a:pt x="1263" y="1712"/>
                    </a:lnTo>
                    <a:lnTo>
                      <a:pt x="1275" y="1698"/>
                    </a:lnTo>
                    <a:lnTo>
                      <a:pt x="1251" y="1672"/>
                    </a:lnTo>
                    <a:lnTo>
                      <a:pt x="1237" y="1684"/>
                    </a:lnTo>
                    <a:close/>
                    <a:moveTo>
                      <a:pt x="1185" y="1629"/>
                    </a:moveTo>
                    <a:lnTo>
                      <a:pt x="1211" y="1655"/>
                    </a:lnTo>
                    <a:lnTo>
                      <a:pt x="1225" y="1643"/>
                    </a:lnTo>
                    <a:lnTo>
                      <a:pt x="1199" y="1615"/>
                    </a:lnTo>
                    <a:lnTo>
                      <a:pt x="1185" y="1629"/>
                    </a:lnTo>
                    <a:close/>
                    <a:moveTo>
                      <a:pt x="1133" y="1572"/>
                    </a:moveTo>
                    <a:lnTo>
                      <a:pt x="1159" y="1601"/>
                    </a:lnTo>
                    <a:lnTo>
                      <a:pt x="1173" y="1587"/>
                    </a:lnTo>
                    <a:lnTo>
                      <a:pt x="1147" y="1561"/>
                    </a:lnTo>
                    <a:lnTo>
                      <a:pt x="1133" y="1572"/>
                    </a:lnTo>
                    <a:close/>
                    <a:moveTo>
                      <a:pt x="1081" y="1518"/>
                    </a:moveTo>
                    <a:lnTo>
                      <a:pt x="1107" y="1544"/>
                    </a:lnTo>
                    <a:lnTo>
                      <a:pt x="1121" y="1532"/>
                    </a:lnTo>
                    <a:lnTo>
                      <a:pt x="1095" y="1504"/>
                    </a:lnTo>
                    <a:lnTo>
                      <a:pt x="1081" y="1518"/>
                    </a:lnTo>
                    <a:close/>
                    <a:moveTo>
                      <a:pt x="1031" y="1461"/>
                    </a:moveTo>
                    <a:lnTo>
                      <a:pt x="1055" y="1490"/>
                    </a:lnTo>
                    <a:lnTo>
                      <a:pt x="1069" y="1478"/>
                    </a:lnTo>
                    <a:lnTo>
                      <a:pt x="1043" y="1450"/>
                    </a:lnTo>
                    <a:lnTo>
                      <a:pt x="1031" y="1461"/>
                    </a:lnTo>
                    <a:close/>
                    <a:moveTo>
                      <a:pt x="979" y="1407"/>
                    </a:moveTo>
                    <a:lnTo>
                      <a:pt x="1005" y="1435"/>
                    </a:lnTo>
                    <a:lnTo>
                      <a:pt x="1019" y="1421"/>
                    </a:lnTo>
                    <a:lnTo>
                      <a:pt x="993" y="1393"/>
                    </a:lnTo>
                    <a:lnTo>
                      <a:pt x="979" y="1407"/>
                    </a:lnTo>
                    <a:close/>
                    <a:moveTo>
                      <a:pt x="927" y="1350"/>
                    </a:moveTo>
                    <a:lnTo>
                      <a:pt x="953" y="1379"/>
                    </a:lnTo>
                    <a:lnTo>
                      <a:pt x="967" y="1367"/>
                    </a:lnTo>
                    <a:lnTo>
                      <a:pt x="941" y="1338"/>
                    </a:lnTo>
                    <a:lnTo>
                      <a:pt x="927" y="1350"/>
                    </a:lnTo>
                    <a:close/>
                    <a:moveTo>
                      <a:pt x="875" y="1296"/>
                    </a:moveTo>
                    <a:lnTo>
                      <a:pt x="901" y="1324"/>
                    </a:lnTo>
                    <a:lnTo>
                      <a:pt x="915" y="1310"/>
                    </a:lnTo>
                    <a:lnTo>
                      <a:pt x="889" y="1282"/>
                    </a:lnTo>
                    <a:lnTo>
                      <a:pt x="875" y="1296"/>
                    </a:lnTo>
                    <a:close/>
                    <a:moveTo>
                      <a:pt x="823" y="1241"/>
                    </a:moveTo>
                    <a:lnTo>
                      <a:pt x="849" y="1267"/>
                    </a:lnTo>
                    <a:lnTo>
                      <a:pt x="863" y="1256"/>
                    </a:lnTo>
                    <a:lnTo>
                      <a:pt x="837" y="1227"/>
                    </a:lnTo>
                    <a:lnTo>
                      <a:pt x="823" y="1241"/>
                    </a:lnTo>
                    <a:close/>
                    <a:moveTo>
                      <a:pt x="773" y="1185"/>
                    </a:moveTo>
                    <a:lnTo>
                      <a:pt x="799" y="1213"/>
                    </a:lnTo>
                    <a:lnTo>
                      <a:pt x="811" y="1199"/>
                    </a:lnTo>
                    <a:lnTo>
                      <a:pt x="788" y="1173"/>
                    </a:lnTo>
                    <a:lnTo>
                      <a:pt x="773" y="1185"/>
                    </a:lnTo>
                    <a:close/>
                    <a:moveTo>
                      <a:pt x="721" y="1130"/>
                    </a:moveTo>
                    <a:lnTo>
                      <a:pt x="747" y="1156"/>
                    </a:lnTo>
                    <a:lnTo>
                      <a:pt x="762" y="1145"/>
                    </a:lnTo>
                    <a:lnTo>
                      <a:pt x="736" y="1116"/>
                    </a:lnTo>
                    <a:lnTo>
                      <a:pt x="721" y="1130"/>
                    </a:lnTo>
                    <a:close/>
                    <a:moveTo>
                      <a:pt x="669" y="1074"/>
                    </a:moveTo>
                    <a:lnTo>
                      <a:pt x="695" y="1102"/>
                    </a:lnTo>
                    <a:lnTo>
                      <a:pt x="710" y="1088"/>
                    </a:lnTo>
                    <a:lnTo>
                      <a:pt x="684" y="1062"/>
                    </a:lnTo>
                    <a:lnTo>
                      <a:pt x="669" y="1074"/>
                    </a:lnTo>
                    <a:close/>
                    <a:moveTo>
                      <a:pt x="617" y="1019"/>
                    </a:moveTo>
                    <a:lnTo>
                      <a:pt x="643" y="1045"/>
                    </a:lnTo>
                    <a:lnTo>
                      <a:pt x="658" y="1033"/>
                    </a:lnTo>
                    <a:lnTo>
                      <a:pt x="632" y="1005"/>
                    </a:lnTo>
                    <a:lnTo>
                      <a:pt x="617" y="1019"/>
                    </a:lnTo>
                    <a:close/>
                    <a:moveTo>
                      <a:pt x="568" y="962"/>
                    </a:moveTo>
                    <a:lnTo>
                      <a:pt x="591" y="991"/>
                    </a:lnTo>
                    <a:lnTo>
                      <a:pt x="606" y="979"/>
                    </a:lnTo>
                    <a:lnTo>
                      <a:pt x="580" y="951"/>
                    </a:lnTo>
                    <a:lnTo>
                      <a:pt x="568" y="962"/>
                    </a:lnTo>
                    <a:close/>
                    <a:moveTo>
                      <a:pt x="516" y="908"/>
                    </a:moveTo>
                    <a:lnTo>
                      <a:pt x="542" y="936"/>
                    </a:lnTo>
                    <a:lnTo>
                      <a:pt x="553" y="922"/>
                    </a:lnTo>
                    <a:lnTo>
                      <a:pt x="530" y="894"/>
                    </a:lnTo>
                    <a:lnTo>
                      <a:pt x="516" y="908"/>
                    </a:lnTo>
                    <a:close/>
                    <a:moveTo>
                      <a:pt x="464" y="851"/>
                    </a:moveTo>
                    <a:lnTo>
                      <a:pt x="490" y="880"/>
                    </a:lnTo>
                    <a:lnTo>
                      <a:pt x="504" y="868"/>
                    </a:lnTo>
                    <a:lnTo>
                      <a:pt x="478" y="840"/>
                    </a:lnTo>
                    <a:lnTo>
                      <a:pt x="464" y="851"/>
                    </a:lnTo>
                    <a:close/>
                    <a:moveTo>
                      <a:pt x="412" y="797"/>
                    </a:moveTo>
                    <a:lnTo>
                      <a:pt x="438" y="825"/>
                    </a:lnTo>
                    <a:lnTo>
                      <a:pt x="452" y="811"/>
                    </a:lnTo>
                    <a:lnTo>
                      <a:pt x="426" y="785"/>
                    </a:lnTo>
                    <a:lnTo>
                      <a:pt x="412" y="797"/>
                    </a:lnTo>
                    <a:close/>
                    <a:moveTo>
                      <a:pt x="360" y="743"/>
                    </a:moveTo>
                    <a:lnTo>
                      <a:pt x="386" y="769"/>
                    </a:lnTo>
                    <a:lnTo>
                      <a:pt x="400" y="757"/>
                    </a:lnTo>
                    <a:lnTo>
                      <a:pt x="374" y="728"/>
                    </a:lnTo>
                    <a:lnTo>
                      <a:pt x="360" y="743"/>
                    </a:lnTo>
                    <a:close/>
                    <a:moveTo>
                      <a:pt x="310" y="686"/>
                    </a:moveTo>
                    <a:lnTo>
                      <a:pt x="334" y="714"/>
                    </a:lnTo>
                    <a:lnTo>
                      <a:pt x="348" y="700"/>
                    </a:lnTo>
                    <a:lnTo>
                      <a:pt x="322" y="674"/>
                    </a:lnTo>
                    <a:lnTo>
                      <a:pt x="310" y="686"/>
                    </a:lnTo>
                    <a:close/>
                    <a:moveTo>
                      <a:pt x="258" y="631"/>
                    </a:moveTo>
                    <a:lnTo>
                      <a:pt x="284" y="657"/>
                    </a:lnTo>
                    <a:lnTo>
                      <a:pt x="298" y="646"/>
                    </a:lnTo>
                    <a:lnTo>
                      <a:pt x="272" y="617"/>
                    </a:lnTo>
                    <a:lnTo>
                      <a:pt x="258" y="631"/>
                    </a:lnTo>
                    <a:close/>
                    <a:moveTo>
                      <a:pt x="206" y="575"/>
                    </a:moveTo>
                    <a:lnTo>
                      <a:pt x="232" y="603"/>
                    </a:lnTo>
                    <a:lnTo>
                      <a:pt x="246" y="589"/>
                    </a:lnTo>
                    <a:lnTo>
                      <a:pt x="220" y="563"/>
                    </a:lnTo>
                    <a:lnTo>
                      <a:pt x="206" y="575"/>
                    </a:lnTo>
                    <a:close/>
                    <a:moveTo>
                      <a:pt x="154" y="520"/>
                    </a:moveTo>
                    <a:lnTo>
                      <a:pt x="180" y="546"/>
                    </a:lnTo>
                    <a:lnTo>
                      <a:pt x="194" y="535"/>
                    </a:lnTo>
                    <a:lnTo>
                      <a:pt x="168" y="506"/>
                    </a:lnTo>
                    <a:lnTo>
                      <a:pt x="154" y="520"/>
                    </a:lnTo>
                    <a:close/>
                    <a:moveTo>
                      <a:pt x="102" y="464"/>
                    </a:moveTo>
                    <a:lnTo>
                      <a:pt x="128" y="492"/>
                    </a:lnTo>
                    <a:lnTo>
                      <a:pt x="142" y="480"/>
                    </a:lnTo>
                    <a:lnTo>
                      <a:pt x="116" y="452"/>
                    </a:lnTo>
                    <a:lnTo>
                      <a:pt x="102" y="464"/>
                    </a:lnTo>
                    <a:close/>
                    <a:moveTo>
                      <a:pt x="52" y="409"/>
                    </a:moveTo>
                    <a:lnTo>
                      <a:pt x="78" y="438"/>
                    </a:lnTo>
                    <a:lnTo>
                      <a:pt x="90" y="423"/>
                    </a:lnTo>
                    <a:lnTo>
                      <a:pt x="66" y="395"/>
                    </a:lnTo>
                    <a:lnTo>
                      <a:pt x="52" y="409"/>
                    </a:lnTo>
                    <a:close/>
                    <a:moveTo>
                      <a:pt x="0" y="352"/>
                    </a:moveTo>
                    <a:lnTo>
                      <a:pt x="26" y="381"/>
                    </a:lnTo>
                    <a:lnTo>
                      <a:pt x="40" y="369"/>
                    </a:lnTo>
                    <a:lnTo>
                      <a:pt x="14" y="341"/>
                    </a:lnTo>
                    <a:lnTo>
                      <a:pt x="0" y="352"/>
                    </a:lnTo>
                    <a:close/>
                  </a:path>
                </a:pathLst>
              </a:custGeom>
              <a:solidFill>
                <a:srgbClr val="2C3E50"/>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0" name="Freeform 22"/>
              <p:cNvSpPr>
                <a:spLocks noEditPoints="1"/>
              </p:cNvSpPr>
              <p:nvPr/>
            </p:nvSpPr>
            <p:spPr bwMode="auto">
              <a:xfrm>
                <a:off x="3407407" y="828031"/>
                <a:ext cx="4292136" cy="5219244"/>
              </a:xfrm>
              <a:custGeom>
                <a:avLst/>
                <a:gdLst>
                  <a:gd name="T0" fmla="*/ 1844 w 5162"/>
                  <a:gd name="T1" fmla="*/ 5681 h 6277"/>
                  <a:gd name="T2" fmla="*/ 2064 w 5162"/>
                  <a:gd name="T3" fmla="*/ 5740 h 6277"/>
                  <a:gd name="T4" fmla="*/ 2282 w 5162"/>
                  <a:gd name="T5" fmla="*/ 5799 h 6277"/>
                  <a:gd name="T6" fmla="*/ 2502 w 5162"/>
                  <a:gd name="T7" fmla="*/ 5861 h 6277"/>
                  <a:gd name="T8" fmla="*/ 2722 w 5162"/>
                  <a:gd name="T9" fmla="*/ 5920 h 6277"/>
                  <a:gd name="T10" fmla="*/ 2939 w 5162"/>
                  <a:gd name="T11" fmla="*/ 5979 h 6277"/>
                  <a:gd name="T12" fmla="*/ 3159 w 5162"/>
                  <a:gd name="T13" fmla="*/ 6040 h 6277"/>
                  <a:gd name="T14" fmla="*/ 3379 w 5162"/>
                  <a:gd name="T15" fmla="*/ 6099 h 6277"/>
                  <a:gd name="T16" fmla="*/ 3596 w 5162"/>
                  <a:gd name="T17" fmla="*/ 6159 h 6277"/>
                  <a:gd name="T18" fmla="*/ 3816 w 5162"/>
                  <a:gd name="T19" fmla="*/ 6218 h 6277"/>
                  <a:gd name="T20" fmla="*/ 3935 w 5162"/>
                  <a:gd name="T21" fmla="*/ 6253 h 6277"/>
                  <a:gd name="T22" fmla="*/ 3906 w 5162"/>
                  <a:gd name="T23" fmla="*/ 6026 h 6277"/>
                  <a:gd name="T24" fmla="*/ 3875 w 5162"/>
                  <a:gd name="T25" fmla="*/ 5802 h 6277"/>
                  <a:gd name="T26" fmla="*/ 3845 w 5162"/>
                  <a:gd name="T27" fmla="*/ 5577 h 6277"/>
                  <a:gd name="T28" fmla="*/ 3814 w 5162"/>
                  <a:gd name="T29" fmla="*/ 5352 h 6277"/>
                  <a:gd name="T30" fmla="*/ 3783 w 5162"/>
                  <a:gd name="T31" fmla="*/ 5128 h 6277"/>
                  <a:gd name="T32" fmla="*/ 3752 w 5162"/>
                  <a:gd name="T33" fmla="*/ 4903 h 6277"/>
                  <a:gd name="T34" fmla="*/ 3722 w 5162"/>
                  <a:gd name="T35" fmla="*/ 4679 h 6277"/>
                  <a:gd name="T36" fmla="*/ 3693 w 5162"/>
                  <a:gd name="T37" fmla="*/ 4454 h 6277"/>
                  <a:gd name="T38" fmla="*/ 3760 w 5162"/>
                  <a:gd name="T39" fmla="*/ 4246 h 6277"/>
                  <a:gd name="T40" fmla="*/ 3897 w 5162"/>
                  <a:gd name="T41" fmla="*/ 4064 h 6277"/>
                  <a:gd name="T42" fmla="*/ 4034 w 5162"/>
                  <a:gd name="T43" fmla="*/ 3884 h 6277"/>
                  <a:gd name="T44" fmla="*/ 4169 w 5162"/>
                  <a:gd name="T45" fmla="*/ 3702 h 6277"/>
                  <a:gd name="T46" fmla="*/ 4306 w 5162"/>
                  <a:gd name="T47" fmla="*/ 3522 h 6277"/>
                  <a:gd name="T48" fmla="*/ 4443 w 5162"/>
                  <a:gd name="T49" fmla="*/ 3340 h 6277"/>
                  <a:gd name="T50" fmla="*/ 4580 w 5162"/>
                  <a:gd name="T51" fmla="*/ 3161 h 6277"/>
                  <a:gd name="T52" fmla="*/ 4717 w 5162"/>
                  <a:gd name="T53" fmla="*/ 2979 h 6277"/>
                  <a:gd name="T54" fmla="*/ 4854 w 5162"/>
                  <a:gd name="T55" fmla="*/ 2797 h 6277"/>
                  <a:gd name="T56" fmla="*/ 4991 w 5162"/>
                  <a:gd name="T57" fmla="*/ 2617 h 6277"/>
                  <a:gd name="T58" fmla="*/ 5129 w 5162"/>
                  <a:gd name="T59" fmla="*/ 2435 h 6277"/>
                  <a:gd name="T60" fmla="*/ 5067 w 5162"/>
                  <a:gd name="T61" fmla="*/ 2241 h 6277"/>
                  <a:gd name="T62" fmla="*/ 4975 w 5162"/>
                  <a:gd name="T63" fmla="*/ 2033 h 6277"/>
                  <a:gd name="T64" fmla="*/ 4883 w 5162"/>
                  <a:gd name="T65" fmla="*/ 1827 h 6277"/>
                  <a:gd name="T66" fmla="*/ 4790 w 5162"/>
                  <a:gd name="T67" fmla="*/ 1619 h 6277"/>
                  <a:gd name="T68" fmla="*/ 4698 w 5162"/>
                  <a:gd name="T69" fmla="*/ 1411 h 6277"/>
                  <a:gd name="T70" fmla="*/ 4606 w 5162"/>
                  <a:gd name="T71" fmla="*/ 1205 h 6277"/>
                  <a:gd name="T72" fmla="*/ 4514 w 5162"/>
                  <a:gd name="T73" fmla="*/ 997 h 6277"/>
                  <a:gd name="T74" fmla="*/ 4422 w 5162"/>
                  <a:gd name="T75" fmla="*/ 789 h 6277"/>
                  <a:gd name="T76" fmla="*/ 4329 w 5162"/>
                  <a:gd name="T77" fmla="*/ 581 h 6277"/>
                  <a:gd name="T78" fmla="*/ 4261 w 5162"/>
                  <a:gd name="T79" fmla="*/ 383 h 6277"/>
                  <a:gd name="T80" fmla="*/ 4046 w 5162"/>
                  <a:gd name="T81" fmla="*/ 361 h 6277"/>
                  <a:gd name="T82" fmla="*/ 3819 w 5162"/>
                  <a:gd name="T83" fmla="*/ 338 h 6277"/>
                  <a:gd name="T84" fmla="*/ 3594 w 5162"/>
                  <a:gd name="T85" fmla="*/ 314 h 6277"/>
                  <a:gd name="T86" fmla="*/ 3367 w 5162"/>
                  <a:gd name="T87" fmla="*/ 293 h 6277"/>
                  <a:gd name="T88" fmla="*/ 3142 w 5162"/>
                  <a:gd name="T89" fmla="*/ 269 h 6277"/>
                  <a:gd name="T90" fmla="*/ 2915 w 5162"/>
                  <a:gd name="T91" fmla="*/ 248 h 6277"/>
                  <a:gd name="T92" fmla="*/ 2691 w 5162"/>
                  <a:gd name="T93" fmla="*/ 224 h 6277"/>
                  <a:gd name="T94" fmla="*/ 2464 w 5162"/>
                  <a:gd name="T95" fmla="*/ 201 h 6277"/>
                  <a:gd name="T96" fmla="*/ 2239 w 5162"/>
                  <a:gd name="T97" fmla="*/ 179 h 6277"/>
                  <a:gd name="T98" fmla="*/ 2012 w 5162"/>
                  <a:gd name="T99" fmla="*/ 156 h 6277"/>
                  <a:gd name="T100" fmla="*/ 1785 w 5162"/>
                  <a:gd name="T101" fmla="*/ 134 h 6277"/>
                  <a:gd name="T102" fmla="*/ 1561 w 5162"/>
                  <a:gd name="T103" fmla="*/ 111 h 6277"/>
                  <a:gd name="T104" fmla="*/ 1334 w 5162"/>
                  <a:gd name="T105" fmla="*/ 87 h 6277"/>
                  <a:gd name="T106" fmla="*/ 1109 w 5162"/>
                  <a:gd name="T107" fmla="*/ 66 h 6277"/>
                  <a:gd name="T108" fmla="*/ 882 w 5162"/>
                  <a:gd name="T109" fmla="*/ 42 h 6277"/>
                  <a:gd name="T110" fmla="*/ 657 w 5162"/>
                  <a:gd name="T111" fmla="*/ 19 h 6277"/>
                  <a:gd name="T112" fmla="*/ 435 w 5162"/>
                  <a:gd name="T113" fmla="*/ 26 h 6277"/>
                  <a:gd name="T114" fmla="*/ 364 w 5162"/>
                  <a:gd name="T115" fmla="*/ 241 h 6277"/>
                  <a:gd name="T116" fmla="*/ 293 w 5162"/>
                  <a:gd name="T117" fmla="*/ 458 h 6277"/>
                  <a:gd name="T118" fmla="*/ 222 w 5162"/>
                  <a:gd name="T119" fmla="*/ 674 h 6277"/>
                  <a:gd name="T120" fmla="*/ 154 w 5162"/>
                  <a:gd name="T121" fmla="*/ 889 h 6277"/>
                  <a:gd name="T122" fmla="*/ 83 w 5162"/>
                  <a:gd name="T123" fmla="*/ 1104 h 6277"/>
                  <a:gd name="T124" fmla="*/ 12 w 5162"/>
                  <a:gd name="T125" fmla="*/ 1319 h 6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62" h="6277">
                    <a:moveTo>
                      <a:pt x="1698" y="5641"/>
                    </a:moveTo>
                    <a:lnTo>
                      <a:pt x="1662" y="5631"/>
                    </a:lnTo>
                    <a:lnTo>
                      <a:pt x="1658" y="5650"/>
                    </a:lnTo>
                    <a:lnTo>
                      <a:pt x="1693" y="5660"/>
                    </a:lnTo>
                    <a:lnTo>
                      <a:pt x="1698" y="5641"/>
                    </a:lnTo>
                    <a:close/>
                    <a:moveTo>
                      <a:pt x="1771" y="5662"/>
                    </a:moveTo>
                    <a:lnTo>
                      <a:pt x="1736" y="5650"/>
                    </a:lnTo>
                    <a:lnTo>
                      <a:pt x="1731" y="5669"/>
                    </a:lnTo>
                    <a:lnTo>
                      <a:pt x="1766" y="5679"/>
                    </a:lnTo>
                    <a:lnTo>
                      <a:pt x="1771" y="5662"/>
                    </a:lnTo>
                    <a:close/>
                    <a:moveTo>
                      <a:pt x="1844" y="5681"/>
                    </a:moveTo>
                    <a:lnTo>
                      <a:pt x="1809" y="5672"/>
                    </a:lnTo>
                    <a:lnTo>
                      <a:pt x="1804" y="5688"/>
                    </a:lnTo>
                    <a:lnTo>
                      <a:pt x="1840" y="5700"/>
                    </a:lnTo>
                    <a:lnTo>
                      <a:pt x="1844" y="5681"/>
                    </a:lnTo>
                    <a:close/>
                    <a:moveTo>
                      <a:pt x="1918" y="5700"/>
                    </a:moveTo>
                    <a:lnTo>
                      <a:pt x="1882" y="5690"/>
                    </a:lnTo>
                    <a:lnTo>
                      <a:pt x="1878" y="5709"/>
                    </a:lnTo>
                    <a:lnTo>
                      <a:pt x="1913" y="5719"/>
                    </a:lnTo>
                    <a:lnTo>
                      <a:pt x="1918" y="5700"/>
                    </a:lnTo>
                    <a:close/>
                    <a:moveTo>
                      <a:pt x="1991" y="5721"/>
                    </a:moveTo>
                    <a:lnTo>
                      <a:pt x="1956" y="5712"/>
                    </a:lnTo>
                    <a:lnTo>
                      <a:pt x="1948" y="5728"/>
                    </a:lnTo>
                    <a:lnTo>
                      <a:pt x="1986" y="5740"/>
                    </a:lnTo>
                    <a:lnTo>
                      <a:pt x="1991" y="5721"/>
                    </a:lnTo>
                    <a:close/>
                    <a:moveTo>
                      <a:pt x="2064" y="5740"/>
                    </a:moveTo>
                    <a:lnTo>
                      <a:pt x="2026" y="5731"/>
                    </a:lnTo>
                    <a:lnTo>
                      <a:pt x="2022" y="5750"/>
                    </a:lnTo>
                    <a:lnTo>
                      <a:pt x="2060" y="5759"/>
                    </a:lnTo>
                    <a:lnTo>
                      <a:pt x="2064" y="5740"/>
                    </a:lnTo>
                    <a:close/>
                    <a:moveTo>
                      <a:pt x="2138" y="5761"/>
                    </a:moveTo>
                    <a:lnTo>
                      <a:pt x="2100" y="5750"/>
                    </a:lnTo>
                    <a:lnTo>
                      <a:pt x="2095" y="5768"/>
                    </a:lnTo>
                    <a:lnTo>
                      <a:pt x="2133" y="5778"/>
                    </a:lnTo>
                    <a:lnTo>
                      <a:pt x="2138" y="5761"/>
                    </a:lnTo>
                    <a:close/>
                    <a:moveTo>
                      <a:pt x="2211" y="5780"/>
                    </a:moveTo>
                    <a:lnTo>
                      <a:pt x="2173" y="5771"/>
                    </a:lnTo>
                    <a:lnTo>
                      <a:pt x="2168" y="5790"/>
                    </a:lnTo>
                    <a:lnTo>
                      <a:pt x="2204" y="5799"/>
                    </a:lnTo>
                    <a:lnTo>
                      <a:pt x="2211" y="5780"/>
                    </a:lnTo>
                    <a:close/>
                    <a:moveTo>
                      <a:pt x="2282" y="5799"/>
                    </a:moveTo>
                    <a:lnTo>
                      <a:pt x="2246" y="5790"/>
                    </a:lnTo>
                    <a:lnTo>
                      <a:pt x="2242" y="5809"/>
                    </a:lnTo>
                    <a:lnTo>
                      <a:pt x="2277" y="5818"/>
                    </a:lnTo>
                    <a:lnTo>
                      <a:pt x="2282" y="5799"/>
                    </a:lnTo>
                    <a:close/>
                    <a:moveTo>
                      <a:pt x="2355" y="5820"/>
                    </a:moveTo>
                    <a:lnTo>
                      <a:pt x="2320" y="5811"/>
                    </a:lnTo>
                    <a:lnTo>
                      <a:pt x="2315" y="5828"/>
                    </a:lnTo>
                    <a:lnTo>
                      <a:pt x="2350" y="5839"/>
                    </a:lnTo>
                    <a:lnTo>
                      <a:pt x="2355" y="5820"/>
                    </a:lnTo>
                    <a:close/>
                    <a:moveTo>
                      <a:pt x="2428" y="5839"/>
                    </a:moveTo>
                    <a:lnTo>
                      <a:pt x="2393" y="5830"/>
                    </a:lnTo>
                    <a:lnTo>
                      <a:pt x="2388" y="5849"/>
                    </a:lnTo>
                    <a:lnTo>
                      <a:pt x="2424" y="5858"/>
                    </a:lnTo>
                    <a:lnTo>
                      <a:pt x="2428" y="5839"/>
                    </a:lnTo>
                    <a:close/>
                    <a:moveTo>
                      <a:pt x="2502" y="5861"/>
                    </a:moveTo>
                    <a:lnTo>
                      <a:pt x="2466" y="5851"/>
                    </a:lnTo>
                    <a:lnTo>
                      <a:pt x="2462" y="5868"/>
                    </a:lnTo>
                    <a:lnTo>
                      <a:pt x="2497" y="5877"/>
                    </a:lnTo>
                    <a:lnTo>
                      <a:pt x="2502" y="5861"/>
                    </a:lnTo>
                    <a:close/>
                    <a:moveTo>
                      <a:pt x="2575" y="5880"/>
                    </a:moveTo>
                    <a:lnTo>
                      <a:pt x="2537" y="5870"/>
                    </a:lnTo>
                    <a:lnTo>
                      <a:pt x="2532" y="5889"/>
                    </a:lnTo>
                    <a:lnTo>
                      <a:pt x="2570" y="5899"/>
                    </a:lnTo>
                    <a:lnTo>
                      <a:pt x="2575" y="5880"/>
                    </a:lnTo>
                    <a:close/>
                    <a:moveTo>
                      <a:pt x="2648" y="5901"/>
                    </a:moveTo>
                    <a:lnTo>
                      <a:pt x="2610" y="5889"/>
                    </a:lnTo>
                    <a:lnTo>
                      <a:pt x="2606" y="5908"/>
                    </a:lnTo>
                    <a:lnTo>
                      <a:pt x="2644" y="5917"/>
                    </a:lnTo>
                    <a:lnTo>
                      <a:pt x="2648" y="5901"/>
                    </a:lnTo>
                    <a:close/>
                    <a:moveTo>
                      <a:pt x="2722" y="5920"/>
                    </a:moveTo>
                    <a:lnTo>
                      <a:pt x="2684" y="5910"/>
                    </a:lnTo>
                    <a:lnTo>
                      <a:pt x="2679" y="5929"/>
                    </a:lnTo>
                    <a:lnTo>
                      <a:pt x="2717" y="5939"/>
                    </a:lnTo>
                    <a:lnTo>
                      <a:pt x="2722" y="5920"/>
                    </a:lnTo>
                    <a:close/>
                    <a:moveTo>
                      <a:pt x="2795" y="5939"/>
                    </a:moveTo>
                    <a:lnTo>
                      <a:pt x="2757" y="5929"/>
                    </a:lnTo>
                    <a:lnTo>
                      <a:pt x="2752" y="5948"/>
                    </a:lnTo>
                    <a:lnTo>
                      <a:pt x="2788" y="5958"/>
                    </a:lnTo>
                    <a:lnTo>
                      <a:pt x="2795" y="5939"/>
                    </a:lnTo>
                    <a:close/>
                    <a:moveTo>
                      <a:pt x="2866" y="5960"/>
                    </a:moveTo>
                    <a:lnTo>
                      <a:pt x="2830" y="5951"/>
                    </a:lnTo>
                    <a:lnTo>
                      <a:pt x="2826" y="5967"/>
                    </a:lnTo>
                    <a:lnTo>
                      <a:pt x="2861" y="5979"/>
                    </a:lnTo>
                    <a:lnTo>
                      <a:pt x="2866" y="5960"/>
                    </a:lnTo>
                    <a:close/>
                    <a:moveTo>
                      <a:pt x="2939" y="5979"/>
                    </a:moveTo>
                    <a:lnTo>
                      <a:pt x="2904" y="5969"/>
                    </a:lnTo>
                    <a:lnTo>
                      <a:pt x="2899" y="5988"/>
                    </a:lnTo>
                    <a:lnTo>
                      <a:pt x="2934" y="5998"/>
                    </a:lnTo>
                    <a:lnTo>
                      <a:pt x="2939" y="5979"/>
                    </a:lnTo>
                    <a:close/>
                    <a:moveTo>
                      <a:pt x="3012" y="6000"/>
                    </a:moveTo>
                    <a:lnTo>
                      <a:pt x="2977" y="5988"/>
                    </a:lnTo>
                    <a:lnTo>
                      <a:pt x="2972" y="6007"/>
                    </a:lnTo>
                    <a:lnTo>
                      <a:pt x="3008" y="6017"/>
                    </a:lnTo>
                    <a:lnTo>
                      <a:pt x="3012" y="6000"/>
                    </a:lnTo>
                    <a:close/>
                    <a:moveTo>
                      <a:pt x="3086" y="6019"/>
                    </a:moveTo>
                    <a:lnTo>
                      <a:pt x="3050" y="6010"/>
                    </a:lnTo>
                    <a:lnTo>
                      <a:pt x="3043" y="6029"/>
                    </a:lnTo>
                    <a:lnTo>
                      <a:pt x="3081" y="6038"/>
                    </a:lnTo>
                    <a:lnTo>
                      <a:pt x="3086" y="6019"/>
                    </a:lnTo>
                    <a:close/>
                    <a:moveTo>
                      <a:pt x="3159" y="6040"/>
                    </a:moveTo>
                    <a:lnTo>
                      <a:pt x="3121" y="6029"/>
                    </a:lnTo>
                    <a:lnTo>
                      <a:pt x="3116" y="6047"/>
                    </a:lnTo>
                    <a:lnTo>
                      <a:pt x="3154" y="6057"/>
                    </a:lnTo>
                    <a:lnTo>
                      <a:pt x="3159" y="6040"/>
                    </a:lnTo>
                    <a:close/>
                    <a:moveTo>
                      <a:pt x="3232" y="6059"/>
                    </a:moveTo>
                    <a:lnTo>
                      <a:pt x="3194" y="6050"/>
                    </a:lnTo>
                    <a:lnTo>
                      <a:pt x="3190" y="6066"/>
                    </a:lnTo>
                    <a:lnTo>
                      <a:pt x="3228" y="6078"/>
                    </a:lnTo>
                    <a:lnTo>
                      <a:pt x="3232" y="6059"/>
                    </a:lnTo>
                    <a:close/>
                    <a:moveTo>
                      <a:pt x="3306" y="6078"/>
                    </a:moveTo>
                    <a:lnTo>
                      <a:pt x="3268" y="6069"/>
                    </a:lnTo>
                    <a:lnTo>
                      <a:pt x="3263" y="6088"/>
                    </a:lnTo>
                    <a:lnTo>
                      <a:pt x="3301" y="6097"/>
                    </a:lnTo>
                    <a:lnTo>
                      <a:pt x="3306" y="6078"/>
                    </a:lnTo>
                    <a:close/>
                    <a:moveTo>
                      <a:pt x="3379" y="6099"/>
                    </a:moveTo>
                    <a:lnTo>
                      <a:pt x="3341" y="6090"/>
                    </a:lnTo>
                    <a:lnTo>
                      <a:pt x="3336" y="6107"/>
                    </a:lnTo>
                    <a:lnTo>
                      <a:pt x="3372" y="6116"/>
                    </a:lnTo>
                    <a:lnTo>
                      <a:pt x="3379" y="6099"/>
                    </a:lnTo>
                    <a:close/>
                    <a:moveTo>
                      <a:pt x="3450" y="6118"/>
                    </a:moveTo>
                    <a:lnTo>
                      <a:pt x="3414" y="6109"/>
                    </a:lnTo>
                    <a:lnTo>
                      <a:pt x="3410" y="6128"/>
                    </a:lnTo>
                    <a:lnTo>
                      <a:pt x="3445" y="6137"/>
                    </a:lnTo>
                    <a:lnTo>
                      <a:pt x="3450" y="6118"/>
                    </a:lnTo>
                    <a:close/>
                    <a:moveTo>
                      <a:pt x="3523" y="6140"/>
                    </a:moveTo>
                    <a:lnTo>
                      <a:pt x="3488" y="6128"/>
                    </a:lnTo>
                    <a:lnTo>
                      <a:pt x="3483" y="6147"/>
                    </a:lnTo>
                    <a:lnTo>
                      <a:pt x="3518" y="6156"/>
                    </a:lnTo>
                    <a:lnTo>
                      <a:pt x="3523" y="6140"/>
                    </a:lnTo>
                    <a:close/>
                    <a:moveTo>
                      <a:pt x="3596" y="6159"/>
                    </a:moveTo>
                    <a:lnTo>
                      <a:pt x="3561" y="6149"/>
                    </a:lnTo>
                    <a:lnTo>
                      <a:pt x="3556" y="6168"/>
                    </a:lnTo>
                    <a:lnTo>
                      <a:pt x="3592" y="6177"/>
                    </a:lnTo>
                    <a:lnTo>
                      <a:pt x="3596" y="6159"/>
                    </a:lnTo>
                    <a:close/>
                    <a:moveTo>
                      <a:pt x="3670" y="6177"/>
                    </a:moveTo>
                    <a:lnTo>
                      <a:pt x="3634" y="6168"/>
                    </a:lnTo>
                    <a:lnTo>
                      <a:pt x="3627" y="6187"/>
                    </a:lnTo>
                    <a:lnTo>
                      <a:pt x="3665" y="6196"/>
                    </a:lnTo>
                    <a:lnTo>
                      <a:pt x="3670" y="6177"/>
                    </a:lnTo>
                    <a:close/>
                    <a:moveTo>
                      <a:pt x="3743" y="6199"/>
                    </a:moveTo>
                    <a:lnTo>
                      <a:pt x="3705" y="6189"/>
                    </a:lnTo>
                    <a:lnTo>
                      <a:pt x="3700" y="6206"/>
                    </a:lnTo>
                    <a:lnTo>
                      <a:pt x="3738" y="6218"/>
                    </a:lnTo>
                    <a:lnTo>
                      <a:pt x="3743" y="6199"/>
                    </a:lnTo>
                    <a:close/>
                    <a:moveTo>
                      <a:pt x="3816" y="6218"/>
                    </a:moveTo>
                    <a:lnTo>
                      <a:pt x="3778" y="6208"/>
                    </a:lnTo>
                    <a:lnTo>
                      <a:pt x="3774" y="6227"/>
                    </a:lnTo>
                    <a:lnTo>
                      <a:pt x="3812" y="6237"/>
                    </a:lnTo>
                    <a:lnTo>
                      <a:pt x="3816" y="6218"/>
                    </a:lnTo>
                    <a:close/>
                    <a:moveTo>
                      <a:pt x="3890" y="6239"/>
                    </a:moveTo>
                    <a:lnTo>
                      <a:pt x="3852" y="6227"/>
                    </a:lnTo>
                    <a:lnTo>
                      <a:pt x="3847" y="6246"/>
                    </a:lnTo>
                    <a:lnTo>
                      <a:pt x="3885" y="6256"/>
                    </a:lnTo>
                    <a:lnTo>
                      <a:pt x="3890" y="6239"/>
                    </a:lnTo>
                    <a:close/>
                    <a:moveTo>
                      <a:pt x="3935" y="6253"/>
                    </a:moveTo>
                    <a:lnTo>
                      <a:pt x="3937" y="6265"/>
                    </a:lnTo>
                    <a:lnTo>
                      <a:pt x="3946" y="6265"/>
                    </a:lnTo>
                    <a:lnTo>
                      <a:pt x="3949" y="6256"/>
                    </a:lnTo>
                    <a:lnTo>
                      <a:pt x="3925" y="6248"/>
                    </a:lnTo>
                    <a:lnTo>
                      <a:pt x="3920" y="6267"/>
                    </a:lnTo>
                    <a:lnTo>
                      <a:pt x="3958" y="6277"/>
                    </a:lnTo>
                    <a:lnTo>
                      <a:pt x="3953" y="6251"/>
                    </a:lnTo>
                    <a:lnTo>
                      <a:pt x="3935" y="6253"/>
                    </a:lnTo>
                    <a:lnTo>
                      <a:pt x="3935" y="6253"/>
                    </a:lnTo>
                    <a:close/>
                    <a:moveTo>
                      <a:pt x="3925" y="6177"/>
                    </a:moveTo>
                    <a:lnTo>
                      <a:pt x="3930" y="6215"/>
                    </a:lnTo>
                    <a:lnTo>
                      <a:pt x="3949" y="6213"/>
                    </a:lnTo>
                    <a:lnTo>
                      <a:pt x="3944" y="6175"/>
                    </a:lnTo>
                    <a:lnTo>
                      <a:pt x="3925" y="6177"/>
                    </a:lnTo>
                    <a:close/>
                    <a:moveTo>
                      <a:pt x="3916" y="6102"/>
                    </a:moveTo>
                    <a:lnTo>
                      <a:pt x="3920" y="6140"/>
                    </a:lnTo>
                    <a:lnTo>
                      <a:pt x="3939" y="6137"/>
                    </a:lnTo>
                    <a:lnTo>
                      <a:pt x="3935" y="6099"/>
                    </a:lnTo>
                    <a:lnTo>
                      <a:pt x="3916" y="6102"/>
                    </a:lnTo>
                    <a:close/>
                    <a:moveTo>
                      <a:pt x="3906" y="6026"/>
                    </a:moveTo>
                    <a:lnTo>
                      <a:pt x="3911" y="6064"/>
                    </a:lnTo>
                    <a:lnTo>
                      <a:pt x="3930" y="6062"/>
                    </a:lnTo>
                    <a:lnTo>
                      <a:pt x="3923" y="6024"/>
                    </a:lnTo>
                    <a:lnTo>
                      <a:pt x="3906" y="6026"/>
                    </a:lnTo>
                    <a:close/>
                    <a:moveTo>
                      <a:pt x="3894" y="5953"/>
                    </a:moveTo>
                    <a:lnTo>
                      <a:pt x="3899" y="5991"/>
                    </a:lnTo>
                    <a:lnTo>
                      <a:pt x="3918" y="5988"/>
                    </a:lnTo>
                    <a:lnTo>
                      <a:pt x="3913" y="5951"/>
                    </a:lnTo>
                    <a:lnTo>
                      <a:pt x="3894" y="5953"/>
                    </a:lnTo>
                    <a:close/>
                    <a:moveTo>
                      <a:pt x="3885" y="5877"/>
                    </a:moveTo>
                    <a:lnTo>
                      <a:pt x="3890" y="5915"/>
                    </a:lnTo>
                    <a:lnTo>
                      <a:pt x="3909" y="5913"/>
                    </a:lnTo>
                    <a:lnTo>
                      <a:pt x="3904" y="5875"/>
                    </a:lnTo>
                    <a:lnTo>
                      <a:pt x="3885" y="5877"/>
                    </a:lnTo>
                    <a:close/>
                    <a:moveTo>
                      <a:pt x="3875" y="5802"/>
                    </a:moveTo>
                    <a:lnTo>
                      <a:pt x="3880" y="5839"/>
                    </a:lnTo>
                    <a:lnTo>
                      <a:pt x="3899" y="5837"/>
                    </a:lnTo>
                    <a:lnTo>
                      <a:pt x="3894" y="5799"/>
                    </a:lnTo>
                    <a:lnTo>
                      <a:pt x="3875" y="5802"/>
                    </a:lnTo>
                    <a:close/>
                    <a:moveTo>
                      <a:pt x="3864" y="5728"/>
                    </a:moveTo>
                    <a:lnTo>
                      <a:pt x="3871" y="5764"/>
                    </a:lnTo>
                    <a:lnTo>
                      <a:pt x="3887" y="5761"/>
                    </a:lnTo>
                    <a:lnTo>
                      <a:pt x="3883" y="5726"/>
                    </a:lnTo>
                    <a:lnTo>
                      <a:pt x="3864" y="5728"/>
                    </a:lnTo>
                    <a:close/>
                    <a:moveTo>
                      <a:pt x="3854" y="5653"/>
                    </a:moveTo>
                    <a:lnTo>
                      <a:pt x="3859" y="5690"/>
                    </a:lnTo>
                    <a:lnTo>
                      <a:pt x="3878" y="5688"/>
                    </a:lnTo>
                    <a:lnTo>
                      <a:pt x="3873" y="5650"/>
                    </a:lnTo>
                    <a:lnTo>
                      <a:pt x="3854" y="5653"/>
                    </a:lnTo>
                    <a:close/>
                    <a:moveTo>
                      <a:pt x="3845" y="5577"/>
                    </a:moveTo>
                    <a:lnTo>
                      <a:pt x="3849" y="5615"/>
                    </a:lnTo>
                    <a:lnTo>
                      <a:pt x="3868" y="5612"/>
                    </a:lnTo>
                    <a:lnTo>
                      <a:pt x="3864" y="5575"/>
                    </a:lnTo>
                    <a:lnTo>
                      <a:pt x="3845" y="5577"/>
                    </a:lnTo>
                    <a:close/>
                    <a:moveTo>
                      <a:pt x="3835" y="5501"/>
                    </a:moveTo>
                    <a:lnTo>
                      <a:pt x="3840" y="5539"/>
                    </a:lnTo>
                    <a:lnTo>
                      <a:pt x="3859" y="5537"/>
                    </a:lnTo>
                    <a:lnTo>
                      <a:pt x="3852" y="5499"/>
                    </a:lnTo>
                    <a:lnTo>
                      <a:pt x="3835" y="5501"/>
                    </a:lnTo>
                    <a:close/>
                    <a:moveTo>
                      <a:pt x="3823" y="5428"/>
                    </a:moveTo>
                    <a:lnTo>
                      <a:pt x="3828" y="5466"/>
                    </a:lnTo>
                    <a:lnTo>
                      <a:pt x="3847" y="5463"/>
                    </a:lnTo>
                    <a:lnTo>
                      <a:pt x="3842" y="5426"/>
                    </a:lnTo>
                    <a:lnTo>
                      <a:pt x="3823" y="5428"/>
                    </a:lnTo>
                    <a:close/>
                    <a:moveTo>
                      <a:pt x="3814" y="5352"/>
                    </a:moveTo>
                    <a:lnTo>
                      <a:pt x="3819" y="5390"/>
                    </a:lnTo>
                    <a:lnTo>
                      <a:pt x="3838" y="5388"/>
                    </a:lnTo>
                    <a:lnTo>
                      <a:pt x="3833" y="5350"/>
                    </a:lnTo>
                    <a:lnTo>
                      <a:pt x="3814" y="5352"/>
                    </a:lnTo>
                    <a:close/>
                    <a:moveTo>
                      <a:pt x="3804" y="5277"/>
                    </a:moveTo>
                    <a:lnTo>
                      <a:pt x="3809" y="5315"/>
                    </a:lnTo>
                    <a:lnTo>
                      <a:pt x="3828" y="5312"/>
                    </a:lnTo>
                    <a:lnTo>
                      <a:pt x="3823" y="5274"/>
                    </a:lnTo>
                    <a:lnTo>
                      <a:pt x="3804" y="5277"/>
                    </a:lnTo>
                    <a:close/>
                    <a:moveTo>
                      <a:pt x="3793" y="5203"/>
                    </a:moveTo>
                    <a:lnTo>
                      <a:pt x="3800" y="5239"/>
                    </a:lnTo>
                    <a:lnTo>
                      <a:pt x="3816" y="5237"/>
                    </a:lnTo>
                    <a:lnTo>
                      <a:pt x="3812" y="5201"/>
                    </a:lnTo>
                    <a:lnTo>
                      <a:pt x="3793" y="5203"/>
                    </a:lnTo>
                    <a:close/>
                    <a:moveTo>
                      <a:pt x="3783" y="5128"/>
                    </a:moveTo>
                    <a:lnTo>
                      <a:pt x="3788" y="5166"/>
                    </a:lnTo>
                    <a:lnTo>
                      <a:pt x="3807" y="5163"/>
                    </a:lnTo>
                    <a:lnTo>
                      <a:pt x="3802" y="5125"/>
                    </a:lnTo>
                    <a:lnTo>
                      <a:pt x="3783" y="5128"/>
                    </a:lnTo>
                    <a:close/>
                    <a:moveTo>
                      <a:pt x="3774" y="5052"/>
                    </a:moveTo>
                    <a:lnTo>
                      <a:pt x="3778" y="5090"/>
                    </a:lnTo>
                    <a:lnTo>
                      <a:pt x="3797" y="5088"/>
                    </a:lnTo>
                    <a:lnTo>
                      <a:pt x="3793" y="5050"/>
                    </a:lnTo>
                    <a:lnTo>
                      <a:pt x="3774" y="5052"/>
                    </a:lnTo>
                    <a:close/>
                    <a:moveTo>
                      <a:pt x="3764" y="4976"/>
                    </a:moveTo>
                    <a:lnTo>
                      <a:pt x="3769" y="5014"/>
                    </a:lnTo>
                    <a:lnTo>
                      <a:pt x="3788" y="5012"/>
                    </a:lnTo>
                    <a:lnTo>
                      <a:pt x="3781" y="4974"/>
                    </a:lnTo>
                    <a:lnTo>
                      <a:pt x="3764" y="4976"/>
                    </a:lnTo>
                    <a:close/>
                    <a:moveTo>
                      <a:pt x="3752" y="4903"/>
                    </a:moveTo>
                    <a:lnTo>
                      <a:pt x="3757" y="4941"/>
                    </a:lnTo>
                    <a:lnTo>
                      <a:pt x="3776" y="4939"/>
                    </a:lnTo>
                    <a:lnTo>
                      <a:pt x="3771" y="4901"/>
                    </a:lnTo>
                    <a:lnTo>
                      <a:pt x="3752" y="4903"/>
                    </a:lnTo>
                    <a:close/>
                    <a:moveTo>
                      <a:pt x="3743" y="4828"/>
                    </a:moveTo>
                    <a:lnTo>
                      <a:pt x="3748" y="4865"/>
                    </a:lnTo>
                    <a:lnTo>
                      <a:pt x="3767" y="4863"/>
                    </a:lnTo>
                    <a:lnTo>
                      <a:pt x="3762" y="4825"/>
                    </a:lnTo>
                    <a:lnTo>
                      <a:pt x="3743" y="4828"/>
                    </a:lnTo>
                    <a:close/>
                    <a:moveTo>
                      <a:pt x="3734" y="4752"/>
                    </a:moveTo>
                    <a:lnTo>
                      <a:pt x="3738" y="4790"/>
                    </a:lnTo>
                    <a:lnTo>
                      <a:pt x="3757" y="4787"/>
                    </a:lnTo>
                    <a:lnTo>
                      <a:pt x="3752" y="4749"/>
                    </a:lnTo>
                    <a:lnTo>
                      <a:pt x="3734" y="4752"/>
                    </a:lnTo>
                    <a:close/>
                    <a:moveTo>
                      <a:pt x="3722" y="4679"/>
                    </a:moveTo>
                    <a:lnTo>
                      <a:pt x="3729" y="4716"/>
                    </a:lnTo>
                    <a:lnTo>
                      <a:pt x="3748" y="4712"/>
                    </a:lnTo>
                    <a:lnTo>
                      <a:pt x="3741" y="4676"/>
                    </a:lnTo>
                    <a:lnTo>
                      <a:pt x="3722" y="4679"/>
                    </a:lnTo>
                    <a:close/>
                    <a:moveTo>
                      <a:pt x="3712" y="4603"/>
                    </a:moveTo>
                    <a:lnTo>
                      <a:pt x="3717" y="4641"/>
                    </a:lnTo>
                    <a:lnTo>
                      <a:pt x="3736" y="4638"/>
                    </a:lnTo>
                    <a:lnTo>
                      <a:pt x="3731" y="4601"/>
                    </a:lnTo>
                    <a:lnTo>
                      <a:pt x="3712" y="4603"/>
                    </a:lnTo>
                    <a:close/>
                    <a:moveTo>
                      <a:pt x="3703" y="4527"/>
                    </a:moveTo>
                    <a:lnTo>
                      <a:pt x="3708" y="4565"/>
                    </a:lnTo>
                    <a:lnTo>
                      <a:pt x="3726" y="4563"/>
                    </a:lnTo>
                    <a:lnTo>
                      <a:pt x="3722" y="4525"/>
                    </a:lnTo>
                    <a:lnTo>
                      <a:pt x="3703" y="4527"/>
                    </a:lnTo>
                    <a:close/>
                    <a:moveTo>
                      <a:pt x="3693" y="4454"/>
                    </a:moveTo>
                    <a:lnTo>
                      <a:pt x="3698" y="4489"/>
                    </a:lnTo>
                    <a:lnTo>
                      <a:pt x="3717" y="4487"/>
                    </a:lnTo>
                    <a:lnTo>
                      <a:pt x="3712" y="4449"/>
                    </a:lnTo>
                    <a:lnTo>
                      <a:pt x="3693" y="4454"/>
                    </a:lnTo>
                    <a:close/>
                    <a:moveTo>
                      <a:pt x="3682" y="4378"/>
                    </a:moveTo>
                    <a:lnTo>
                      <a:pt x="3686" y="4416"/>
                    </a:lnTo>
                    <a:lnTo>
                      <a:pt x="3705" y="4414"/>
                    </a:lnTo>
                    <a:lnTo>
                      <a:pt x="3700" y="4376"/>
                    </a:lnTo>
                    <a:lnTo>
                      <a:pt x="3682" y="4378"/>
                    </a:lnTo>
                    <a:close/>
                    <a:moveTo>
                      <a:pt x="3712" y="4307"/>
                    </a:moveTo>
                    <a:lnTo>
                      <a:pt x="3691" y="4336"/>
                    </a:lnTo>
                    <a:lnTo>
                      <a:pt x="3705" y="4348"/>
                    </a:lnTo>
                    <a:lnTo>
                      <a:pt x="3729" y="4317"/>
                    </a:lnTo>
                    <a:lnTo>
                      <a:pt x="3712" y="4307"/>
                    </a:lnTo>
                    <a:close/>
                    <a:moveTo>
                      <a:pt x="3760" y="4246"/>
                    </a:moveTo>
                    <a:lnTo>
                      <a:pt x="3736" y="4277"/>
                    </a:lnTo>
                    <a:lnTo>
                      <a:pt x="3752" y="4288"/>
                    </a:lnTo>
                    <a:lnTo>
                      <a:pt x="3774" y="4258"/>
                    </a:lnTo>
                    <a:lnTo>
                      <a:pt x="3760" y="4246"/>
                    </a:lnTo>
                    <a:close/>
                    <a:moveTo>
                      <a:pt x="3804" y="4184"/>
                    </a:moveTo>
                    <a:lnTo>
                      <a:pt x="3781" y="4215"/>
                    </a:lnTo>
                    <a:lnTo>
                      <a:pt x="3797" y="4227"/>
                    </a:lnTo>
                    <a:lnTo>
                      <a:pt x="3819" y="4196"/>
                    </a:lnTo>
                    <a:lnTo>
                      <a:pt x="3804" y="4184"/>
                    </a:lnTo>
                    <a:close/>
                    <a:moveTo>
                      <a:pt x="3849" y="4125"/>
                    </a:moveTo>
                    <a:lnTo>
                      <a:pt x="3828" y="4156"/>
                    </a:lnTo>
                    <a:lnTo>
                      <a:pt x="3842" y="4168"/>
                    </a:lnTo>
                    <a:lnTo>
                      <a:pt x="3866" y="4137"/>
                    </a:lnTo>
                    <a:lnTo>
                      <a:pt x="3849" y="4125"/>
                    </a:lnTo>
                    <a:close/>
                    <a:moveTo>
                      <a:pt x="3897" y="4064"/>
                    </a:moveTo>
                    <a:lnTo>
                      <a:pt x="3873" y="4095"/>
                    </a:lnTo>
                    <a:lnTo>
                      <a:pt x="3887" y="4106"/>
                    </a:lnTo>
                    <a:lnTo>
                      <a:pt x="3911" y="4076"/>
                    </a:lnTo>
                    <a:lnTo>
                      <a:pt x="3897" y="4064"/>
                    </a:lnTo>
                    <a:close/>
                    <a:moveTo>
                      <a:pt x="3942" y="4005"/>
                    </a:moveTo>
                    <a:lnTo>
                      <a:pt x="3918" y="4035"/>
                    </a:lnTo>
                    <a:lnTo>
                      <a:pt x="3935" y="4045"/>
                    </a:lnTo>
                    <a:lnTo>
                      <a:pt x="3956" y="4017"/>
                    </a:lnTo>
                    <a:lnTo>
                      <a:pt x="3942" y="4005"/>
                    </a:lnTo>
                    <a:close/>
                    <a:moveTo>
                      <a:pt x="3987" y="3943"/>
                    </a:moveTo>
                    <a:lnTo>
                      <a:pt x="3965" y="3974"/>
                    </a:lnTo>
                    <a:lnTo>
                      <a:pt x="3979" y="3986"/>
                    </a:lnTo>
                    <a:lnTo>
                      <a:pt x="4003" y="3955"/>
                    </a:lnTo>
                    <a:lnTo>
                      <a:pt x="3987" y="3943"/>
                    </a:lnTo>
                    <a:close/>
                    <a:moveTo>
                      <a:pt x="4034" y="3884"/>
                    </a:moveTo>
                    <a:lnTo>
                      <a:pt x="4010" y="3915"/>
                    </a:lnTo>
                    <a:lnTo>
                      <a:pt x="4024" y="3924"/>
                    </a:lnTo>
                    <a:lnTo>
                      <a:pt x="4048" y="3896"/>
                    </a:lnTo>
                    <a:lnTo>
                      <a:pt x="4034" y="3884"/>
                    </a:lnTo>
                    <a:close/>
                    <a:moveTo>
                      <a:pt x="4079" y="3823"/>
                    </a:moveTo>
                    <a:lnTo>
                      <a:pt x="4055" y="3853"/>
                    </a:lnTo>
                    <a:lnTo>
                      <a:pt x="4072" y="3865"/>
                    </a:lnTo>
                    <a:lnTo>
                      <a:pt x="4093" y="3835"/>
                    </a:lnTo>
                    <a:lnTo>
                      <a:pt x="4079" y="3823"/>
                    </a:lnTo>
                    <a:close/>
                    <a:moveTo>
                      <a:pt x="4124" y="3764"/>
                    </a:moveTo>
                    <a:lnTo>
                      <a:pt x="4102" y="3794"/>
                    </a:lnTo>
                    <a:lnTo>
                      <a:pt x="4117" y="3804"/>
                    </a:lnTo>
                    <a:lnTo>
                      <a:pt x="4140" y="3775"/>
                    </a:lnTo>
                    <a:lnTo>
                      <a:pt x="4124" y="3764"/>
                    </a:lnTo>
                    <a:close/>
                    <a:moveTo>
                      <a:pt x="4169" y="3702"/>
                    </a:moveTo>
                    <a:lnTo>
                      <a:pt x="4147" y="3733"/>
                    </a:lnTo>
                    <a:lnTo>
                      <a:pt x="4162" y="3745"/>
                    </a:lnTo>
                    <a:lnTo>
                      <a:pt x="4185" y="3714"/>
                    </a:lnTo>
                    <a:lnTo>
                      <a:pt x="4169" y="3702"/>
                    </a:lnTo>
                    <a:close/>
                    <a:moveTo>
                      <a:pt x="4216" y="3643"/>
                    </a:moveTo>
                    <a:lnTo>
                      <a:pt x="4192" y="3674"/>
                    </a:lnTo>
                    <a:lnTo>
                      <a:pt x="4206" y="3683"/>
                    </a:lnTo>
                    <a:lnTo>
                      <a:pt x="4230" y="3655"/>
                    </a:lnTo>
                    <a:lnTo>
                      <a:pt x="4216" y="3643"/>
                    </a:lnTo>
                    <a:close/>
                    <a:moveTo>
                      <a:pt x="4261" y="3582"/>
                    </a:moveTo>
                    <a:lnTo>
                      <a:pt x="4237" y="3612"/>
                    </a:lnTo>
                    <a:lnTo>
                      <a:pt x="4254" y="3624"/>
                    </a:lnTo>
                    <a:lnTo>
                      <a:pt x="4275" y="3593"/>
                    </a:lnTo>
                    <a:lnTo>
                      <a:pt x="4261" y="3582"/>
                    </a:lnTo>
                    <a:close/>
                    <a:moveTo>
                      <a:pt x="4306" y="3522"/>
                    </a:moveTo>
                    <a:lnTo>
                      <a:pt x="4284" y="3551"/>
                    </a:lnTo>
                    <a:lnTo>
                      <a:pt x="4299" y="3563"/>
                    </a:lnTo>
                    <a:lnTo>
                      <a:pt x="4322" y="3534"/>
                    </a:lnTo>
                    <a:lnTo>
                      <a:pt x="4306" y="3522"/>
                    </a:lnTo>
                    <a:close/>
                    <a:moveTo>
                      <a:pt x="4353" y="3461"/>
                    </a:moveTo>
                    <a:lnTo>
                      <a:pt x="4329" y="3492"/>
                    </a:lnTo>
                    <a:lnTo>
                      <a:pt x="4344" y="3504"/>
                    </a:lnTo>
                    <a:lnTo>
                      <a:pt x="4367" y="3473"/>
                    </a:lnTo>
                    <a:lnTo>
                      <a:pt x="4353" y="3461"/>
                    </a:lnTo>
                    <a:close/>
                    <a:moveTo>
                      <a:pt x="4398" y="3402"/>
                    </a:moveTo>
                    <a:lnTo>
                      <a:pt x="4374" y="3430"/>
                    </a:lnTo>
                    <a:lnTo>
                      <a:pt x="4391" y="3442"/>
                    </a:lnTo>
                    <a:lnTo>
                      <a:pt x="4412" y="3411"/>
                    </a:lnTo>
                    <a:lnTo>
                      <a:pt x="4398" y="3402"/>
                    </a:lnTo>
                    <a:close/>
                    <a:moveTo>
                      <a:pt x="4443" y="3340"/>
                    </a:moveTo>
                    <a:lnTo>
                      <a:pt x="4422" y="3371"/>
                    </a:lnTo>
                    <a:lnTo>
                      <a:pt x="4436" y="3383"/>
                    </a:lnTo>
                    <a:lnTo>
                      <a:pt x="4459" y="3352"/>
                    </a:lnTo>
                    <a:lnTo>
                      <a:pt x="4443" y="3340"/>
                    </a:lnTo>
                    <a:close/>
                    <a:moveTo>
                      <a:pt x="4490" y="3281"/>
                    </a:moveTo>
                    <a:lnTo>
                      <a:pt x="4467" y="3310"/>
                    </a:lnTo>
                    <a:lnTo>
                      <a:pt x="4481" y="3321"/>
                    </a:lnTo>
                    <a:lnTo>
                      <a:pt x="4504" y="3291"/>
                    </a:lnTo>
                    <a:lnTo>
                      <a:pt x="4490" y="3281"/>
                    </a:lnTo>
                    <a:close/>
                    <a:moveTo>
                      <a:pt x="4535" y="3220"/>
                    </a:moveTo>
                    <a:lnTo>
                      <a:pt x="4511" y="3251"/>
                    </a:lnTo>
                    <a:lnTo>
                      <a:pt x="4528" y="3262"/>
                    </a:lnTo>
                    <a:lnTo>
                      <a:pt x="4549" y="3232"/>
                    </a:lnTo>
                    <a:lnTo>
                      <a:pt x="4535" y="3220"/>
                    </a:lnTo>
                    <a:close/>
                    <a:moveTo>
                      <a:pt x="4580" y="3161"/>
                    </a:moveTo>
                    <a:lnTo>
                      <a:pt x="4559" y="3189"/>
                    </a:lnTo>
                    <a:lnTo>
                      <a:pt x="4573" y="3201"/>
                    </a:lnTo>
                    <a:lnTo>
                      <a:pt x="4597" y="3170"/>
                    </a:lnTo>
                    <a:lnTo>
                      <a:pt x="4580" y="3161"/>
                    </a:lnTo>
                    <a:close/>
                    <a:moveTo>
                      <a:pt x="4625" y="3099"/>
                    </a:moveTo>
                    <a:lnTo>
                      <a:pt x="4604" y="3130"/>
                    </a:lnTo>
                    <a:lnTo>
                      <a:pt x="4618" y="3142"/>
                    </a:lnTo>
                    <a:lnTo>
                      <a:pt x="4641" y="3111"/>
                    </a:lnTo>
                    <a:lnTo>
                      <a:pt x="4625" y="3099"/>
                    </a:lnTo>
                    <a:close/>
                    <a:moveTo>
                      <a:pt x="4672" y="3038"/>
                    </a:moveTo>
                    <a:lnTo>
                      <a:pt x="4649" y="3069"/>
                    </a:lnTo>
                    <a:lnTo>
                      <a:pt x="4663" y="3080"/>
                    </a:lnTo>
                    <a:lnTo>
                      <a:pt x="4686" y="3050"/>
                    </a:lnTo>
                    <a:lnTo>
                      <a:pt x="4672" y="3038"/>
                    </a:lnTo>
                    <a:close/>
                    <a:moveTo>
                      <a:pt x="4717" y="2979"/>
                    </a:moveTo>
                    <a:lnTo>
                      <a:pt x="4694" y="3009"/>
                    </a:lnTo>
                    <a:lnTo>
                      <a:pt x="4710" y="3021"/>
                    </a:lnTo>
                    <a:lnTo>
                      <a:pt x="4731" y="2990"/>
                    </a:lnTo>
                    <a:lnTo>
                      <a:pt x="4717" y="2979"/>
                    </a:lnTo>
                    <a:close/>
                    <a:moveTo>
                      <a:pt x="4762" y="2917"/>
                    </a:moveTo>
                    <a:lnTo>
                      <a:pt x="4741" y="2948"/>
                    </a:lnTo>
                    <a:lnTo>
                      <a:pt x="4755" y="2960"/>
                    </a:lnTo>
                    <a:lnTo>
                      <a:pt x="4779" y="2929"/>
                    </a:lnTo>
                    <a:lnTo>
                      <a:pt x="4762" y="2917"/>
                    </a:lnTo>
                    <a:close/>
                    <a:moveTo>
                      <a:pt x="4809" y="2858"/>
                    </a:moveTo>
                    <a:lnTo>
                      <a:pt x="4786" y="2889"/>
                    </a:lnTo>
                    <a:lnTo>
                      <a:pt x="4800" y="2901"/>
                    </a:lnTo>
                    <a:lnTo>
                      <a:pt x="4824" y="2870"/>
                    </a:lnTo>
                    <a:lnTo>
                      <a:pt x="4809" y="2858"/>
                    </a:lnTo>
                    <a:close/>
                    <a:moveTo>
                      <a:pt x="4854" y="2797"/>
                    </a:moveTo>
                    <a:lnTo>
                      <a:pt x="4831" y="2827"/>
                    </a:lnTo>
                    <a:lnTo>
                      <a:pt x="4847" y="2839"/>
                    </a:lnTo>
                    <a:lnTo>
                      <a:pt x="4868" y="2808"/>
                    </a:lnTo>
                    <a:lnTo>
                      <a:pt x="4854" y="2797"/>
                    </a:lnTo>
                    <a:close/>
                    <a:moveTo>
                      <a:pt x="4899" y="2738"/>
                    </a:moveTo>
                    <a:lnTo>
                      <a:pt x="4878" y="2768"/>
                    </a:lnTo>
                    <a:lnTo>
                      <a:pt x="4892" y="2778"/>
                    </a:lnTo>
                    <a:lnTo>
                      <a:pt x="4916" y="2749"/>
                    </a:lnTo>
                    <a:lnTo>
                      <a:pt x="4899" y="2738"/>
                    </a:lnTo>
                    <a:close/>
                    <a:moveTo>
                      <a:pt x="4947" y="2676"/>
                    </a:moveTo>
                    <a:lnTo>
                      <a:pt x="4923" y="2707"/>
                    </a:lnTo>
                    <a:lnTo>
                      <a:pt x="4937" y="2719"/>
                    </a:lnTo>
                    <a:lnTo>
                      <a:pt x="4961" y="2688"/>
                    </a:lnTo>
                    <a:lnTo>
                      <a:pt x="4947" y="2676"/>
                    </a:lnTo>
                    <a:close/>
                    <a:moveTo>
                      <a:pt x="4991" y="2617"/>
                    </a:moveTo>
                    <a:lnTo>
                      <a:pt x="4968" y="2648"/>
                    </a:lnTo>
                    <a:lnTo>
                      <a:pt x="4984" y="2657"/>
                    </a:lnTo>
                    <a:lnTo>
                      <a:pt x="5006" y="2629"/>
                    </a:lnTo>
                    <a:lnTo>
                      <a:pt x="4991" y="2617"/>
                    </a:lnTo>
                    <a:close/>
                    <a:moveTo>
                      <a:pt x="5036" y="2555"/>
                    </a:moveTo>
                    <a:lnTo>
                      <a:pt x="5015" y="2586"/>
                    </a:lnTo>
                    <a:lnTo>
                      <a:pt x="5029" y="2598"/>
                    </a:lnTo>
                    <a:lnTo>
                      <a:pt x="5053" y="2567"/>
                    </a:lnTo>
                    <a:lnTo>
                      <a:pt x="5036" y="2555"/>
                    </a:lnTo>
                    <a:close/>
                    <a:moveTo>
                      <a:pt x="5081" y="2496"/>
                    </a:moveTo>
                    <a:lnTo>
                      <a:pt x="5060" y="2527"/>
                    </a:lnTo>
                    <a:lnTo>
                      <a:pt x="5074" y="2537"/>
                    </a:lnTo>
                    <a:lnTo>
                      <a:pt x="5098" y="2508"/>
                    </a:lnTo>
                    <a:lnTo>
                      <a:pt x="5081" y="2496"/>
                    </a:lnTo>
                    <a:close/>
                    <a:moveTo>
                      <a:pt x="5129" y="2435"/>
                    </a:moveTo>
                    <a:lnTo>
                      <a:pt x="5105" y="2466"/>
                    </a:lnTo>
                    <a:lnTo>
                      <a:pt x="5119" y="2477"/>
                    </a:lnTo>
                    <a:lnTo>
                      <a:pt x="5143" y="2447"/>
                    </a:lnTo>
                    <a:lnTo>
                      <a:pt x="5129" y="2435"/>
                    </a:lnTo>
                    <a:close/>
                    <a:moveTo>
                      <a:pt x="5129" y="2381"/>
                    </a:moveTo>
                    <a:lnTo>
                      <a:pt x="5143" y="2414"/>
                    </a:lnTo>
                    <a:lnTo>
                      <a:pt x="5162" y="2407"/>
                    </a:lnTo>
                    <a:lnTo>
                      <a:pt x="5145" y="2371"/>
                    </a:lnTo>
                    <a:lnTo>
                      <a:pt x="5129" y="2381"/>
                    </a:lnTo>
                    <a:close/>
                    <a:moveTo>
                      <a:pt x="5098" y="2310"/>
                    </a:moveTo>
                    <a:lnTo>
                      <a:pt x="5112" y="2345"/>
                    </a:lnTo>
                    <a:lnTo>
                      <a:pt x="5131" y="2338"/>
                    </a:lnTo>
                    <a:lnTo>
                      <a:pt x="5114" y="2302"/>
                    </a:lnTo>
                    <a:lnTo>
                      <a:pt x="5098" y="2310"/>
                    </a:lnTo>
                    <a:close/>
                    <a:moveTo>
                      <a:pt x="5067" y="2241"/>
                    </a:moveTo>
                    <a:lnTo>
                      <a:pt x="5081" y="2276"/>
                    </a:lnTo>
                    <a:lnTo>
                      <a:pt x="5100" y="2267"/>
                    </a:lnTo>
                    <a:lnTo>
                      <a:pt x="5084" y="2234"/>
                    </a:lnTo>
                    <a:lnTo>
                      <a:pt x="5067" y="2241"/>
                    </a:lnTo>
                    <a:close/>
                    <a:moveTo>
                      <a:pt x="5036" y="2172"/>
                    </a:moveTo>
                    <a:lnTo>
                      <a:pt x="5051" y="2206"/>
                    </a:lnTo>
                    <a:lnTo>
                      <a:pt x="5069" y="2198"/>
                    </a:lnTo>
                    <a:lnTo>
                      <a:pt x="5053" y="2165"/>
                    </a:lnTo>
                    <a:lnTo>
                      <a:pt x="5036" y="2172"/>
                    </a:lnTo>
                    <a:close/>
                    <a:moveTo>
                      <a:pt x="5006" y="2104"/>
                    </a:moveTo>
                    <a:lnTo>
                      <a:pt x="5020" y="2137"/>
                    </a:lnTo>
                    <a:lnTo>
                      <a:pt x="5039" y="2130"/>
                    </a:lnTo>
                    <a:lnTo>
                      <a:pt x="5022" y="2094"/>
                    </a:lnTo>
                    <a:lnTo>
                      <a:pt x="5006" y="2104"/>
                    </a:lnTo>
                    <a:close/>
                    <a:moveTo>
                      <a:pt x="4975" y="2033"/>
                    </a:moveTo>
                    <a:lnTo>
                      <a:pt x="4989" y="2068"/>
                    </a:lnTo>
                    <a:lnTo>
                      <a:pt x="5008" y="2061"/>
                    </a:lnTo>
                    <a:lnTo>
                      <a:pt x="4991" y="2026"/>
                    </a:lnTo>
                    <a:lnTo>
                      <a:pt x="4975" y="2033"/>
                    </a:lnTo>
                    <a:close/>
                    <a:moveTo>
                      <a:pt x="4944" y="1964"/>
                    </a:moveTo>
                    <a:lnTo>
                      <a:pt x="4958" y="2000"/>
                    </a:lnTo>
                    <a:lnTo>
                      <a:pt x="4977" y="1993"/>
                    </a:lnTo>
                    <a:lnTo>
                      <a:pt x="4961" y="1957"/>
                    </a:lnTo>
                    <a:lnTo>
                      <a:pt x="4944" y="1964"/>
                    </a:lnTo>
                    <a:close/>
                    <a:moveTo>
                      <a:pt x="4913" y="1896"/>
                    </a:moveTo>
                    <a:lnTo>
                      <a:pt x="4928" y="1931"/>
                    </a:lnTo>
                    <a:lnTo>
                      <a:pt x="4947" y="1922"/>
                    </a:lnTo>
                    <a:lnTo>
                      <a:pt x="4930" y="1889"/>
                    </a:lnTo>
                    <a:lnTo>
                      <a:pt x="4913" y="1896"/>
                    </a:lnTo>
                    <a:close/>
                    <a:moveTo>
                      <a:pt x="4883" y="1827"/>
                    </a:moveTo>
                    <a:lnTo>
                      <a:pt x="4897" y="1860"/>
                    </a:lnTo>
                    <a:lnTo>
                      <a:pt x="4916" y="1853"/>
                    </a:lnTo>
                    <a:lnTo>
                      <a:pt x="4899" y="1818"/>
                    </a:lnTo>
                    <a:lnTo>
                      <a:pt x="4883" y="1827"/>
                    </a:lnTo>
                    <a:close/>
                    <a:moveTo>
                      <a:pt x="4852" y="1756"/>
                    </a:moveTo>
                    <a:lnTo>
                      <a:pt x="4866" y="1792"/>
                    </a:lnTo>
                    <a:lnTo>
                      <a:pt x="4885" y="1785"/>
                    </a:lnTo>
                    <a:lnTo>
                      <a:pt x="4868" y="1749"/>
                    </a:lnTo>
                    <a:lnTo>
                      <a:pt x="4852" y="1756"/>
                    </a:lnTo>
                    <a:close/>
                    <a:moveTo>
                      <a:pt x="4821" y="1688"/>
                    </a:moveTo>
                    <a:lnTo>
                      <a:pt x="4835" y="1723"/>
                    </a:lnTo>
                    <a:lnTo>
                      <a:pt x="4854" y="1716"/>
                    </a:lnTo>
                    <a:lnTo>
                      <a:pt x="4838" y="1681"/>
                    </a:lnTo>
                    <a:lnTo>
                      <a:pt x="4821" y="1688"/>
                    </a:lnTo>
                    <a:close/>
                    <a:moveTo>
                      <a:pt x="4790" y="1619"/>
                    </a:moveTo>
                    <a:lnTo>
                      <a:pt x="4805" y="1655"/>
                    </a:lnTo>
                    <a:lnTo>
                      <a:pt x="4824" y="1645"/>
                    </a:lnTo>
                    <a:lnTo>
                      <a:pt x="4807" y="1612"/>
                    </a:lnTo>
                    <a:lnTo>
                      <a:pt x="4790" y="1619"/>
                    </a:lnTo>
                    <a:close/>
                    <a:moveTo>
                      <a:pt x="4760" y="1551"/>
                    </a:moveTo>
                    <a:lnTo>
                      <a:pt x="4774" y="1584"/>
                    </a:lnTo>
                    <a:lnTo>
                      <a:pt x="4793" y="1577"/>
                    </a:lnTo>
                    <a:lnTo>
                      <a:pt x="4776" y="1541"/>
                    </a:lnTo>
                    <a:lnTo>
                      <a:pt x="4760" y="1551"/>
                    </a:lnTo>
                    <a:close/>
                    <a:moveTo>
                      <a:pt x="4729" y="1480"/>
                    </a:moveTo>
                    <a:lnTo>
                      <a:pt x="4743" y="1515"/>
                    </a:lnTo>
                    <a:lnTo>
                      <a:pt x="4762" y="1508"/>
                    </a:lnTo>
                    <a:lnTo>
                      <a:pt x="4746" y="1473"/>
                    </a:lnTo>
                    <a:lnTo>
                      <a:pt x="4729" y="1480"/>
                    </a:lnTo>
                    <a:close/>
                    <a:moveTo>
                      <a:pt x="4698" y="1411"/>
                    </a:moveTo>
                    <a:lnTo>
                      <a:pt x="4712" y="1447"/>
                    </a:lnTo>
                    <a:lnTo>
                      <a:pt x="4731" y="1440"/>
                    </a:lnTo>
                    <a:lnTo>
                      <a:pt x="4715" y="1404"/>
                    </a:lnTo>
                    <a:lnTo>
                      <a:pt x="4698" y="1411"/>
                    </a:lnTo>
                    <a:close/>
                    <a:moveTo>
                      <a:pt x="4668" y="1343"/>
                    </a:moveTo>
                    <a:lnTo>
                      <a:pt x="4682" y="1378"/>
                    </a:lnTo>
                    <a:lnTo>
                      <a:pt x="4701" y="1369"/>
                    </a:lnTo>
                    <a:lnTo>
                      <a:pt x="4684" y="1336"/>
                    </a:lnTo>
                    <a:lnTo>
                      <a:pt x="4668" y="1343"/>
                    </a:lnTo>
                    <a:close/>
                    <a:moveTo>
                      <a:pt x="4637" y="1274"/>
                    </a:moveTo>
                    <a:lnTo>
                      <a:pt x="4651" y="1307"/>
                    </a:lnTo>
                    <a:lnTo>
                      <a:pt x="4670" y="1300"/>
                    </a:lnTo>
                    <a:lnTo>
                      <a:pt x="4653" y="1267"/>
                    </a:lnTo>
                    <a:lnTo>
                      <a:pt x="4637" y="1274"/>
                    </a:lnTo>
                    <a:close/>
                    <a:moveTo>
                      <a:pt x="4606" y="1205"/>
                    </a:moveTo>
                    <a:lnTo>
                      <a:pt x="4620" y="1239"/>
                    </a:lnTo>
                    <a:lnTo>
                      <a:pt x="4639" y="1231"/>
                    </a:lnTo>
                    <a:lnTo>
                      <a:pt x="4623" y="1196"/>
                    </a:lnTo>
                    <a:lnTo>
                      <a:pt x="4606" y="1205"/>
                    </a:lnTo>
                    <a:close/>
                    <a:moveTo>
                      <a:pt x="4575" y="1135"/>
                    </a:moveTo>
                    <a:lnTo>
                      <a:pt x="4589" y="1170"/>
                    </a:lnTo>
                    <a:lnTo>
                      <a:pt x="4608" y="1163"/>
                    </a:lnTo>
                    <a:lnTo>
                      <a:pt x="4592" y="1127"/>
                    </a:lnTo>
                    <a:lnTo>
                      <a:pt x="4575" y="1135"/>
                    </a:lnTo>
                    <a:close/>
                    <a:moveTo>
                      <a:pt x="4545" y="1066"/>
                    </a:moveTo>
                    <a:lnTo>
                      <a:pt x="4559" y="1101"/>
                    </a:lnTo>
                    <a:lnTo>
                      <a:pt x="4578" y="1092"/>
                    </a:lnTo>
                    <a:lnTo>
                      <a:pt x="4561" y="1059"/>
                    </a:lnTo>
                    <a:lnTo>
                      <a:pt x="4545" y="1066"/>
                    </a:lnTo>
                    <a:close/>
                    <a:moveTo>
                      <a:pt x="4514" y="997"/>
                    </a:moveTo>
                    <a:lnTo>
                      <a:pt x="4528" y="1031"/>
                    </a:lnTo>
                    <a:lnTo>
                      <a:pt x="4547" y="1023"/>
                    </a:lnTo>
                    <a:lnTo>
                      <a:pt x="4530" y="990"/>
                    </a:lnTo>
                    <a:lnTo>
                      <a:pt x="4514" y="997"/>
                    </a:lnTo>
                    <a:close/>
                    <a:moveTo>
                      <a:pt x="4483" y="929"/>
                    </a:moveTo>
                    <a:lnTo>
                      <a:pt x="4497" y="962"/>
                    </a:lnTo>
                    <a:lnTo>
                      <a:pt x="4516" y="955"/>
                    </a:lnTo>
                    <a:lnTo>
                      <a:pt x="4500" y="919"/>
                    </a:lnTo>
                    <a:lnTo>
                      <a:pt x="4483" y="929"/>
                    </a:lnTo>
                    <a:close/>
                    <a:moveTo>
                      <a:pt x="4452" y="858"/>
                    </a:moveTo>
                    <a:lnTo>
                      <a:pt x="4467" y="893"/>
                    </a:lnTo>
                    <a:lnTo>
                      <a:pt x="4485" y="886"/>
                    </a:lnTo>
                    <a:lnTo>
                      <a:pt x="4469" y="851"/>
                    </a:lnTo>
                    <a:lnTo>
                      <a:pt x="4452" y="858"/>
                    </a:lnTo>
                    <a:close/>
                    <a:moveTo>
                      <a:pt x="4422" y="789"/>
                    </a:moveTo>
                    <a:lnTo>
                      <a:pt x="4436" y="825"/>
                    </a:lnTo>
                    <a:lnTo>
                      <a:pt x="4455" y="815"/>
                    </a:lnTo>
                    <a:lnTo>
                      <a:pt x="4438" y="782"/>
                    </a:lnTo>
                    <a:lnTo>
                      <a:pt x="4422" y="789"/>
                    </a:lnTo>
                    <a:close/>
                    <a:moveTo>
                      <a:pt x="4391" y="721"/>
                    </a:moveTo>
                    <a:lnTo>
                      <a:pt x="4405" y="754"/>
                    </a:lnTo>
                    <a:lnTo>
                      <a:pt x="4424" y="747"/>
                    </a:lnTo>
                    <a:lnTo>
                      <a:pt x="4407" y="714"/>
                    </a:lnTo>
                    <a:lnTo>
                      <a:pt x="4391" y="721"/>
                    </a:lnTo>
                    <a:close/>
                    <a:moveTo>
                      <a:pt x="4360" y="652"/>
                    </a:moveTo>
                    <a:lnTo>
                      <a:pt x="4374" y="685"/>
                    </a:lnTo>
                    <a:lnTo>
                      <a:pt x="4393" y="678"/>
                    </a:lnTo>
                    <a:lnTo>
                      <a:pt x="4377" y="643"/>
                    </a:lnTo>
                    <a:lnTo>
                      <a:pt x="4360" y="652"/>
                    </a:lnTo>
                    <a:close/>
                    <a:moveTo>
                      <a:pt x="4329" y="581"/>
                    </a:moveTo>
                    <a:lnTo>
                      <a:pt x="4344" y="617"/>
                    </a:lnTo>
                    <a:lnTo>
                      <a:pt x="4362" y="610"/>
                    </a:lnTo>
                    <a:lnTo>
                      <a:pt x="4346" y="574"/>
                    </a:lnTo>
                    <a:lnTo>
                      <a:pt x="4329" y="581"/>
                    </a:lnTo>
                    <a:close/>
                    <a:moveTo>
                      <a:pt x="4299" y="513"/>
                    </a:moveTo>
                    <a:lnTo>
                      <a:pt x="4313" y="548"/>
                    </a:lnTo>
                    <a:lnTo>
                      <a:pt x="4332" y="539"/>
                    </a:lnTo>
                    <a:lnTo>
                      <a:pt x="4315" y="506"/>
                    </a:lnTo>
                    <a:lnTo>
                      <a:pt x="4299" y="513"/>
                    </a:lnTo>
                    <a:close/>
                    <a:moveTo>
                      <a:pt x="4268" y="444"/>
                    </a:moveTo>
                    <a:lnTo>
                      <a:pt x="4282" y="477"/>
                    </a:lnTo>
                    <a:lnTo>
                      <a:pt x="4301" y="470"/>
                    </a:lnTo>
                    <a:lnTo>
                      <a:pt x="4284" y="437"/>
                    </a:lnTo>
                    <a:lnTo>
                      <a:pt x="4268" y="444"/>
                    </a:lnTo>
                    <a:close/>
                    <a:moveTo>
                      <a:pt x="4230" y="399"/>
                    </a:moveTo>
                    <a:lnTo>
                      <a:pt x="4247" y="399"/>
                    </a:lnTo>
                    <a:lnTo>
                      <a:pt x="4251" y="409"/>
                    </a:lnTo>
                    <a:lnTo>
                      <a:pt x="4270" y="402"/>
                    </a:lnTo>
                    <a:lnTo>
                      <a:pt x="4261" y="383"/>
                    </a:lnTo>
                    <a:lnTo>
                      <a:pt x="4232" y="380"/>
                    </a:lnTo>
                    <a:lnTo>
                      <a:pt x="4230" y="399"/>
                    </a:lnTo>
                    <a:close/>
                    <a:moveTo>
                      <a:pt x="4157" y="390"/>
                    </a:moveTo>
                    <a:lnTo>
                      <a:pt x="4195" y="395"/>
                    </a:lnTo>
                    <a:lnTo>
                      <a:pt x="4195" y="376"/>
                    </a:lnTo>
                    <a:lnTo>
                      <a:pt x="4157" y="371"/>
                    </a:lnTo>
                    <a:lnTo>
                      <a:pt x="4157" y="390"/>
                    </a:lnTo>
                    <a:close/>
                    <a:moveTo>
                      <a:pt x="4081" y="383"/>
                    </a:moveTo>
                    <a:lnTo>
                      <a:pt x="4119" y="387"/>
                    </a:lnTo>
                    <a:lnTo>
                      <a:pt x="4119" y="369"/>
                    </a:lnTo>
                    <a:lnTo>
                      <a:pt x="4083" y="364"/>
                    </a:lnTo>
                    <a:lnTo>
                      <a:pt x="4081" y="383"/>
                    </a:lnTo>
                    <a:close/>
                    <a:moveTo>
                      <a:pt x="4005" y="376"/>
                    </a:moveTo>
                    <a:lnTo>
                      <a:pt x="4043" y="380"/>
                    </a:lnTo>
                    <a:lnTo>
                      <a:pt x="4046" y="361"/>
                    </a:lnTo>
                    <a:lnTo>
                      <a:pt x="4008" y="357"/>
                    </a:lnTo>
                    <a:lnTo>
                      <a:pt x="4005" y="376"/>
                    </a:lnTo>
                    <a:close/>
                    <a:moveTo>
                      <a:pt x="3930" y="369"/>
                    </a:moveTo>
                    <a:lnTo>
                      <a:pt x="3968" y="371"/>
                    </a:lnTo>
                    <a:lnTo>
                      <a:pt x="3970" y="352"/>
                    </a:lnTo>
                    <a:lnTo>
                      <a:pt x="3932" y="350"/>
                    </a:lnTo>
                    <a:lnTo>
                      <a:pt x="3930" y="369"/>
                    </a:lnTo>
                    <a:close/>
                    <a:moveTo>
                      <a:pt x="3854" y="361"/>
                    </a:moveTo>
                    <a:lnTo>
                      <a:pt x="3892" y="364"/>
                    </a:lnTo>
                    <a:lnTo>
                      <a:pt x="3894" y="345"/>
                    </a:lnTo>
                    <a:lnTo>
                      <a:pt x="3857" y="343"/>
                    </a:lnTo>
                    <a:lnTo>
                      <a:pt x="3854" y="361"/>
                    </a:lnTo>
                    <a:close/>
                    <a:moveTo>
                      <a:pt x="3778" y="352"/>
                    </a:moveTo>
                    <a:lnTo>
                      <a:pt x="3816" y="357"/>
                    </a:lnTo>
                    <a:lnTo>
                      <a:pt x="3819" y="338"/>
                    </a:lnTo>
                    <a:lnTo>
                      <a:pt x="3781" y="333"/>
                    </a:lnTo>
                    <a:lnTo>
                      <a:pt x="3778" y="352"/>
                    </a:lnTo>
                    <a:close/>
                    <a:moveTo>
                      <a:pt x="3705" y="345"/>
                    </a:moveTo>
                    <a:lnTo>
                      <a:pt x="3741" y="350"/>
                    </a:lnTo>
                    <a:lnTo>
                      <a:pt x="3743" y="331"/>
                    </a:lnTo>
                    <a:lnTo>
                      <a:pt x="3705" y="326"/>
                    </a:lnTo>
                    <a:lnTo>
                      <a:pt x="3705" y="345"/>
                    </a:lnTo>
                    <a:close/>
                    <a:moveTo>
                      <a:pt x="3630" y="338"/>
                    </a:moveTo>
                    <a:lnTo>
                      <a:pt x="3667" y="343"/>
                    </a:lnTo>
                    <a:lnTo>
                      <a:pt x="3667" y="324"/>
                    </a:lnTo>
                    <a:lnTo>
                      <a:pt x="3632" y="319"/>
                    </a:lnTo>
                    <a:lnTo>
                      <a:pt x="3630" y="338"/>
                    </a:lnTo>
                    <a:close/>
                    <a:moveTo>
                      <a:pt x="3554" y="331"/>
                    </a:moveTo>
                    <a:lnTo>
                      <a:pt x="3592" y="333"/>
                    </a:lnTo>
                    <a:lnTo>
                      <a:pt x="3594" y="314"/>
                    </a:lnTo>
                    <a:lnTo>
                      <a:pt x="3556" y="312"/>
                    </a:lnTo>
                    <a:lnTo>
                      <a:pt x="3554" y="331"/>
                    </a:lnTo>
                    <a:close/>
                    <a:moveTo>
                      <a:pt x="3478" y="324"/>
                    </a:moveTo>
                    <a:lnTo>
                      <a:pt x="3516" y="326"/>
                    </a:lnTo>
                    <a:lnTo>
                      <a:pt x="3518" y="307"/>
                    </a:lnTo>
                    <a:lnTo>
                      <a:pt x="3481" y="305"/>
                    </a:lnTo>
                    <a:lnTo>
                      <a:pt x="3478" y="324"/>
                    </a:lnTo>
                    <a:close/>
                    <a:moveTo>
                      <a:pt x="3403" y="314"/>
                    </a:moveTo>
                    <a:lnTo>
                      <a:pt x="3440" y="319"/>
                    </a:lnTo>
                    <a:lnTo>
                      <a:pt x="3443" y="300"/>
                    </a:lnTo>
                    <a:lnTo>
                      <a:pt x="3405" y="295"/>
                    </a:lnTo>
                    <a:lnTo>
                      <a:pt x="3403" y="314"/>
                    </a:lnTo>
                    <a:close/>
                    <a:moveTo>
                      <a:pt x="3327" y="307"/>
                    </a:moveTo>
                    <a:lnTo>
                      <a:pt x="3365" y="312"/>
                    </a:lnTo>
                    <a:lnTo>
                      <a:pt x="3367" y="293"/>
                    </a:lnTo>
                    <a:lnTo>
                      <a:pt x="3329" y="288"/>
                    </a:lnTo>
                    <a:lnTo>
                      <a:pt x="3327" y="307"/>
                    </a:lnTo>
                    <a:close/>
                    <a:moveTo>
                      <a:pt x="3254" y="300"/>
                    </a:moveTo>
                    <a:lnTo>
                      <a:pt x="3289" y="305"/>
                    </a:lnTo>
                    <a:lnTo>
                      <a:pt x="3291" y="286"/>
                    </a:lnTo>
                    <a:lnTo>
                      <a:pt x="3254" y="281"/>
                    </a:lnTo>
                    <a:lnTo>
                      <a:pt x="3254" y="300"/>
                    </a:lnTo>
                    <a:close/>
                    <a:moveTo>
                      <a:pt x="3178" y="293"/>
                    </a:moveTo>
                    <a:lnTo>
                      <a:pt x="3216" y="295"/>
                    </a:lnTo>
                    <a:lnTo>
                      <a:pt x="3216" y="276"/>
                    </a:lnTo>
                    <a:lnTo>
                      <a:pt x="3180" y="274"/>
                    </a:lnTo>
                    <a:lnTo>
                      <a:pt x="3178" y="293"/>
                    </a:lnTo>
                    <a:close/>
                    <a:moveTo>
                      <a:pt x="3102" y="286"/>
                    </a:moveTo>
                    <a:lnTo>
                      <a:pt x="3140" y="288"/>
                    </a:lnTo>
                    <a:lnTo>
                      <a:pt x="3142" y="269"/>
                    </a:lnTo>
                    <a:lnTo>
                      <a:pt x="3105" y="267"/>
                    </a:lnTo>
                    <a:lnTo>
                      <a:pt x="3102" y="286"/>
                    </a:lnTo>
                    <a:close/>
                    <a:moveTo>
                      <a:pt x="3027" y="276"/>
                    </a:moveTo>
                    <a:lnTo>
                      <a:pt x="3064" y="281"/>
                    </a:lnTo>
                    <a:lnTo>
                      <a:pt x="3067" y="262"/>
                    </a:lnTo>
                    <a:lnTo>
                      <a:pt x="3029" y="257"/>
                    </a:lnTo>
                    <a:lnTo>
                      <a:pt x="3027" y="276"/>
                    </a:lnTo>
                    <a:close/>
                    <a:moveTo>
                      <a:pt x="2951" y="269"/>
                    </a:moveTo>
                    <a:lnTo>
                      <a:pt x="2989" y="274"/>
                    </a:lnTo>
                    <a:lnTo>
                      <a:pt x="2991" y="255"/>
                    </a:lnTo>
                    <a:lnTo>
                      <a:pt x="2953" y="250"/>
                    </a:lnTo>
                    <a:lnTo>
                      <a:pt x="2951" y="269"/>
                    </a:lnTo>
                    <a:close/>
                    <a:moveTo>
                      <a:pt x="2875" y="262"/>
                    </a:moveTo>
                    <a:lnTo>
                      <a:pt x="2913" y="267"/>
                    </a:lnTo>
                    <a:lnTo>
                      <a:pt x="2915" y="248"/>
                    </a:lnTo>
                    <a:lnTo>
                      <a:pt x="2878" y="243"/>
                    </a:lnTo>
                    <a:lnTo>
                      <a:pt x="2875" y="262"/>
                    </a:lnTo>
                    <a:close/>
                    <a:moveTo>
                      <a:pt x="2802" y="255"/>
                    </a:moveTo>
                    <a:lnTo>
                      <a:pt x="2837" y="257"/>
                    </a:lnTo>
                    <a:lnTo>
                      <a:pt x="2840" y="239"/>
                    </a:lnTo>
                    <a:lnTo>
                      <a:pt x="2802" y="236"/>
                    </a:lnTo>
                    <a:lnTo>
                      <a:pt x="2802" y="255"/>
                    </a:lnTo>
                    <a:close/>
                    <a:moveTo>
                      <a:pt x="2726" y="248"/>
                    </a:moveTo>
                    <a:lnTo>
                      <a:pt x="2764" y="250"/>
                    </a:lnTo>
                    <a:lnTo>
                      <a:pt x="2764" y="231"/>
                    </a:lnTo>
                    <a:lnTo>
                      <a:pt x="2726" y="229"/>
                    </a:lnTo>
                    <a:lnTo>
                      <a:pt x="2726" y="248"/>
                    </a:lnTo>
                    <a:close/>
                    <a:moveTo>
                      <a:pt x="2651" y="239"/>
                    </a:moveTo>
                    <a:lnTo>
                      <a:pt x="2689" y="243"/>
                    </a:lnTo>
                    <a:lnTo>
                      <a:pt x="2691" y="224"/>
                    </a:lnTo>
                    <a:lnTo>
                      <a:pt x="2653" y="220"/>
                    </a:lnTo>
                    <a:lnTo>
                      <a:pt x="2651" y="239"/>
                    </a:lnTo>
                    <a:close/>
                    <a:moveTo>
                      <a:pt x="2575" y="231"/>
                    </a:moveTo>
                    <a:lnTo>
                      <a:pt x="2613" y="236"/>
                    </a:lnTo>
                    <a:lnTo>
                      <a:pt x="2615" y="217"/>
                    </a:lnTo>
                    <a:lnTo>
                      <a:pt x="2577" y="213"/>
                    </a:lnTo>
                    <a:lnTo>
                      <a:pt x="2575" y="231"/>
                    </a:lnTo>
                    <a:close/>
                    <a:moveTo>
                      <a:pt x="2499" y="224"/>
                    </a:moveTo>
                    <a:lnTo>
                      <a:pt x="2537" y="229"/>
                    </a:lnTo>
                    <a:lnTo>
                      <a:pt x="2540" y="210"/>
                    </a:lnTo>
                    <a:lnTo>
                      <a:pt x="2502" y="205"/>
                    </a:lnTo>
                    <a:lnTo>
                      <a:pt x="2499" y="224"/>
                    </a:lnTo>
                    <a:close/>
                    <a:moveTo>
                      <a:pt x="2424" y="217"/>
                    </a:moveTo>
                    <a:lnTo>
                      <a:pt x="2462" y="220"/>
                    </a:lnTo>
                    <a:lnTo>
                      <a:pt x="2464" y="201"/>
                    </a:lnTo>
                    <a:lnTo>
                      <a:pt x="2426" y="198"/>
                    </a:lnTo>
                    <a:lnTo>
                      <a:pt x="2424" y="217"/>
                    </a:lnTo>
                    <a:close/>
                    <a:moveTo>
                      <a:pt x="2348" y="210"/>
                    </a:moveTo>
                    <a:lnTo>
                      <a:pt x="2386" y="213"/>
                    </a:lnTo>
                    <a:lnTo>
                      <a:pt x="2388" y="194"/>
                    </a:lnTo>
                    <a:lnTo>
                      <a:pt x="2350" y="191"/>
                    </a:lnTo>
                    <a:lnTo>
                      <a:pt x="2348" y="210"/>
                    </a:lnTo>
                    <a:close/>
                    <a:moveTo>
                      <a:pt x="2275" y="201"/>
                    </a:moveTo>
                    <a:lnTo>
                      <a:pt x="2313" y="205"/>
                    </a:lnTo>
                    <a:lnTo>
                      <a:pt x="2313" y="186"/>
                    </a:lnTo>
                    <a:lnTo>
                      <a:pt x="2275" y="182"/>
                    </a:lnTo>
                    <a:lnTo>
                      <a:pt x="2275" y="201"/>
                    </a:lnTo>
                    <a:close/>
                    <a:moveTo>
                      <a:pt x="2199" y="194"/>
                    </a:moveTo>
                    <a:lnTo>
                      <a:pt x="2237" y="198"/>
                    </a:lnTo>
                    <a:lnTo>
                      <a:pt x="2239" y="179"/>
                    </a:lnTo>
                    <a:lnTo>
                      <a:pt x="2201" y="175"/>
                    </a:lnTo>
                    <a:lnTo>
                      <a:pt x="2199" y="194"/>
                    </a:lnTo>
                    <a:close/>
                    <a:moveTo>
                      <a:pt x="2123" y="186"/>
                    </a:moveTo>
                    <a:lnTo>
                      <a:pt x="2161" y="191"/>
                    </a:lnTo>
                    <a:lnTo>
                      <a:pt x="2164" y="172"/>
                    </a:lnTo>
                    <a:lnTo>
                      <a:pt x="2126" y="168"/>
                    </a:lnTo>
                    <a:lnTo>
                      <a:pt x="2123" y="186"/>
                    </a:lnTo>
                    <a:close/>
                    <a:moveTo>
                      <a:pt x="2048" y="179"/>
                    </a:moveTo>
                    <a:lnTo>
                      <a:pt x="2086" y="182"/>
                    </a:lnTo>
                    <a:lnTo>
                      <a:pt x="2088" y="163"/>
                    </a:lnTo>
                    <a:lnTo>
                      <a:pt x="2050" y="160"/>
                    </a:lnTo>
                    <a:lnTo>
                      <a:pt x="2048" y="179"/>
                    </a:lnTo>
                    <a:close/>
                    <a:moveTo>
                      <a:pt x="1972" y="170"/>
                    </a:moveTo>
                    <a:lnTo>
                      <a:pt x="2010" y="175"/>
                    </a:lnTo>
                    <a:lnTo>
                      <a:pt x="2012" y="156"/>
                    </a:lnTo>
                    <a:lnTo>
                      <a:pt x="1974" y="153"/>
                    </a:lnTo>
                    <a:lnTo>
                      <a:pt x="1972" y="170"/>
                    </a:lnTo>
                    <a:close/>
                    <a:moveTo>
                      <a:pt x="1896" y="163"/>
                    </a:moveTo>
                    <a:lnTo>
                      <a:pt x="1934" y="168"/>
                    </a:lnTo>
                    <a:lnTo>
                      <a:pt x="1937" y="149"/>
                    </a:lnTo>
                    <a:lnTo>
                      <a:pt x="1899" y="144"/>
                    </a:lnTo>
                    <a:lnTo>
                      <a:pt x="1896" y="163"/>
                    </a:lnTo>
                    <a:close/>
                    <a:moveTo>
                      <a:pt x="1823" y="156"/>
                    </a:moveTo>
                    <a:lnTo>
                      <a:pt x="1861" y="160"/>
                    </a:lnTo>
                    <a:lnTo>
                      <a:pt x="1861" y="142"/>
                    </a:lnTo>
                    <a:lnTo>
                      <a:pt x="1823" y="137"/>
                    </a:lnTo>
                    <a:lnTo>
                      <a:pt x="1823" y="156"/>
                    </a:lnTo>
                    <a:close/>
                    <a:moveTo>
                      <a:pt x="1747" y="149"/>
                    </a:moveTo>
                    <a:lnTo>
                      <a:pt x="1785" y="151"/>
                    </a:lnTo>
                    <a:lnTo>
                      <a:pt x="1785" y="134"/>
                    </a:lnTo>
                    <a:lnTo>
                      <a:pt x="1750" y="130"/>
                    </a:lnTo>
                    <a:lnTo>
                      <a:pt x="1747" y="149"/>
                    </a:lnTo>
                    <a:close/>
                    <a:moveTo>
                      <a:pt x="1672" y="142"/>
                    </a:moveTo>
                    <a:lnTo>
                      <a:pt x="1710" y="144"/>
                    </a:lnTo>
                    <a:lnTo>
                      <a:pt x="1712" y="125"/>
                    </a:lnTo>
                    <a:lnTo>
                      <a:pt x="1674" y="123"/>
                    </a:lnTo>
                    <a:lnTo>
                      <a:pt x="1672" y="142"/>
                    </a:lnTo>
                    <a:close/>
                    <a:moveTo>
                      <a:pt x="1596" y="132"/>
                    </a:moveTo>
                    <a:lnTo>
                      <a:pt x="1634" y="137"/>
                    </a:lnTo>
                    <a:lnTo>
                      <a:pt x="1636" y="118"/>
                    </a:lnTo>
                    <a:lnTo>
                      <a:pt x="1599" y="116"/>
                    </a:lnTo>
                    <a:lnTo>
                      <a:pt x="1596" y="132"/>
                    </a:lnTo>
                    <a:close/>
                    <a:moveTo>
                      <a:pt x="1520" y="125"/>
                    </a:moveTo>
                    <a:lnTo>
                      <a:pt x="1558" y="130"/>
                    </a:lnTo>
                    <a:lnTo>
                      <a:pt x="1561" y="111"/>
                    </a:lnTo>
                    <a:lnTo>
                      <a:pt x="1523" y="106"/>
                    </a:lnTo>
                    <a:lnTo>
                      <a:pt x="1520" y="125"/>
                    </a:lnTo>
                    <a:close/>
                    <a:moveTo>
                      <a:pt x="1445" y="118"/>
                    </a:moveTo>
                    <a:lnTo>
                      <a:pt x="1483" y="123"/>
                    </a:lnTo>
                    <a:lnTo>
                      <a:pt x="1485" y="104"/>
                    </a:lnTo>
                    <a:lnTo>
                      <a:pt x="1447" y="99"/>
                    </a:lnTo>
                    <a:lnTo>
                      <a:pt x="1445" y="118"/>
                    </a:lnTo>
                    <a:close/>
                    <a:moveTo>
                      <a:pt x="1372" y="111"/>
                    </a:moveTo>
                    <a:lnTo>
                      <a:pt x="1407" y="113"/>
                    </a:lnTo>
                    <a:lnTo>
                      <a:pt x="1409" y="94"/>
                    </a:lnTo>
                    <a:lnTo>
                      <a:pt x="1372" y="92"/>
                    </a:lnTo>
                    <a:lnTo>
                      <a:pt x="1372" y="111"/>
                    </a:lnTo>
                    <a:close/>
                    <a:moveTo>
                      <a:pt x="1296" y="104"/>
                    </a:moveTo>
                    <a:lnTo>
                      <a:pt x="1334" y="106"/>
                    </a:lnTo>
                    <a:lnTo>
                      <a:pt x="1334" y="87"/>
                    </a:lnTo>
                    <a:lnTo>
                      <a:pt x="1298" y="85"/>
                    </a:lnTo>
                    <a:lnTo>
                      <a:pt x="1296" y="104"/>
                    </a:lnTo>
                    <a:close/>
                    <a:moveTo>
                      <a:pt x="1220" y="94"/>
                    </a:moveTo>
                    <a:lnTo>
                      <a:pt x="1258" y="99"/>
                    </a:lnTo>
                    <a:lnTo>
                      <a:pt x="1260" y="80"/>
                    </a:lnTo>
                    <a:lnTo>
                      <a:pt x="1223" y="75"/>
                    </a:lnTo>
                    <a:lnTo>
                      <a:pt x="1220" y="94"/>
                    </a:lnTo>
                    <a:close/>
                    <a:moveTo>
                      <a:pt x="1145" y="87"/>
                    </a:moveTo>
                    <a:lnTo>
                      <a:pt x="1182" y="92"/>
                    </a:lnTo>
                    <a:lnTo>
                      <a:pt x="1185" y="73"/>
                    </a:lnTo>
                    <a:lnTo>
                      <a:pt x="1147" y="68"/>
                    </a:lnTo>
                    <a:lnTo>
                      <a:pt x="1145" y="87"/>
                    </a:lnTo>
                    <a:close/>
                    <a:moveTo>
                      <a:pt x="1069" y="80"/>
                    </a:moveTo>
                    <a:lnTo>
                      <a:pt x="1107" y="85"/>
                    </a:lnTo>
                    <a:lnTo>
                      <a:pt x="1109" y="66"/>
                    </a:lnTo>
                    <a:lnTo>
                      <a:pt x="1071" y="61"/>
                    </a:lnTo>
                    <a:lnTo>
                      <a:pt x="1069" y="80"/>
                    </a:lnTo>
                    <a:close/>
                    <a:moveTo>
                      <a:pt x="993" y="73"/>
                    </a:moveTo>
                    <a:lnTo>
                      <a:pt x="1031" y="75"/>
                    </a:lnTo>
                    <a:lnTo>
                      <a:pt x="1033" y="56"/>
                    </a:lnTo>
                    <a:lnTo>
                      <a:pt x="996" y="54"/>
                    </a:lnTo>
                    <a:lnTo>
                      <a:pt x="993" y="73"/>
                    </a:lnTo>
                    <a:close/>
                    <a:moveTo>
                      <a:pt x="920" y="66"/>
                    </a:moveTo>
                    <a:lnTo>
                      <a:pt x="955" y="68"/>
                    </a:lnTo>
                    <a:lnTo>
                      <a:pt x="958" y="49"/>
                    </a:lnTo>
                    <a:lnTo>
                      <a:pt x="920" y="47"/>
                    </a:lnTo>
                    <a:lnTo>
                      <a:pt x="920" y="66"/>
                    </a:lnTo>
                    <a:close/>
                    <a:moveTo>
                      <a:pt x="844" y="56"/>
                    </a:moveTo>
                    <a:lnTo>
                      <a:pt x="882" y="61"/>
                    </a:lnTo>
                    <a:lnTo>
                      <a:pt x="882" y="42"/>
                    </a:lnTo>
                    <a:lnTo>
                      <a:pt x="844" y="38"/>
                    </a:lnTo>
                    <a:lnTo>
                      <a:pt x="844" y="56"/>
                    </a:lnTo>
                    <a:close/>
                    <a:moveTo>
                      <a:pt x="769" y="49"/>
                    </a:moveTo>
                    <a:lnTo>
                      <a:pt x="806" y="54"/>
                    </a:lnTo>
                    <a:lnTo>
                      <a:pt x="809" y="35"/>
                    </a:lnTo>
                    <a:lnTo>
                      <a:pt x="771" y="30"/>
                    </a:lnTo>
                    <a:lnTo>
                      <a:pt x="769" y="49"/>
                    </a:lnTo>
                    <a:close/>
                    <a:moveTo>
                      <a:pt x="693" y="42"/>
                    </a:moveTo>
                    <a:lnTo>
                      <a:pt x="731" y="47"/>
                    </a:lnTo>
                    <a:lnTo>
                      <a:pt x="733" y="28"/>
                    </a:lnTo>
                    <a:lnTo>
                      <a:pt x="695" y="23"/>
                    </a:lnTo>
                    <a:lnTo>
                      <a:pt x="693" y="42"/>
                    </a:lnTo>
                    <a:close/>
                    <a:moveTo>
                      <a:pt x="617" y="35"/>
                    </a:moveTo>
                    <a:lnTo>
                      <a:pt x="655" y="38"/>
                    </a:lnTo>
                    <a:lnTo>
                      <a:pt x="657" y="19"/>
                    </a:lnTo>
                    <a:lnTo>
                      <a:pt x="620" y="16"/>
                    </a:lnTo>
                    <a:lnTo>
                      <a:pt x="617" y="35"/>
                    </a:lnTo>
                    <a:close/>
                    <a:moveTo>
                      <a:pt x="542" y="28"/>
                    </a:moveTo>
                    <a:lnTo>
                      <a:pt x="579" y="30"/>
                    </a:lnTo>
                    <a:lnTo>
                      <a:pt x="582" y="12"/>
                    </a:lnTo>
                    <a:lnTo>
                      <a:pt x="544" y="9"/>
                    </a:lnTo>
                    <a:lnTo>
                      <a:pt x="542" y="28"/>
                    </a:lnTo>
                    <a:close/>
                    <a:moveTo>
                      <a:pt x="466" y="19"/>
                    </a:moveTo>
                    <a:lnTo>
                      <a:pt x="504" y="23"/>
                    </a:lnTo>
                    <a:lnTo>
                      <a:pt x="506" y="4"/>
                    </a:lnTo>
                    <a:lnTo>
                      <a:pt x="468" y="0"/>
                    </a:lnTo>
                    <a:lnTo>
                      <a:pt x="466" y="19"/>
                    </a:lnTo>
                    <a:close/>
                    <a:moveTo>
                      <a:pt x="442" y="68"/>
                    </a:moveTo>
                    <a:lnTo>
                      <a:pt x="454" y="33"/>
                    </a:lnTo>
                    <a:lnTo>
                      <a:pt x="435" y="26"/>
                    </a:lnTo>
                    <a:lnTo>
                      <a:pt x="423" y="61"/>
                    </a:lnTo>
                    <a:lnTo>
                      <a:pt x="442" y="68"/>
                    </a:lnTo>
                    <a:close/>
                    <a:moveTo>
                      <a:pt x="419" y="139"/>
                    </a:moveTo>
                    <a:lnTo>
                      <a:pt x="430" y="104"/>
                    </a:lnTo>
                    <a:lnTo>
                      <a:pt x="412" y="99"/>
                    </a:lnTo>
                    <a:lnTo>
                      <a:pt x="400" y="134"/>
                    </a:lnTo>
                    <a:lnTo>
                      <a:pt x="419" y="139"/>
                    </a:lnTo>
                    <a:close/>
                    <a:moveTo>
                      <a:pt x="395" y="213"/>
                    </a:moveTo>
                    <a:lnTo>
                      <a:pt x="407" y="175"/>
                    </a:lnTo>
                    <a:lnTo>
                      <a:pt x="388" y="170"/>
                    </a:lnTo>
                    <a:lnTo>
                      <a:pt x="376" y="205"/>
                    </a:lnTo>
                    <a:lnTo>
                      <a:pt x="395" y="213"/>
                    </a:lnTo>
                    <a:close/>
                    <a:moveTo>
                      <a:pt x="371" y="283"/>
                    </a:moveTo>
                    <a:lnTo>
                      <a:pt x="383" y="248"/>
                    </a:lnTo>
                    <a:lnTo>
                      <a:pt x="364" y="241"/>
                    </a:lnTo>
                    <a:lnTo>
                      <a:pt x="352" y="279"/>
                    </a:lnTo>
                    <a:lnTo>
                      <a:pt x="371" y="283"/>
                    </a:lnTo>
                    <a:close/>
                    <a:moveTo>
                      <a:pt x="348" y="354"/>
                    </a:moveTo>
                    <a:lnTo>
                      <a:pt x="360" y="319"/>
                    </a:lnTo>
                    <a:lnTo>
                      <a:pt x="341" y="314"/>
                    </a:lnTo>
                    <a:lnTo>
                      <a:pt x="329" y="350"/>
                    </a:lnTo>
                    <a:lnTo>
                      <a:pt x="348" y="354"/>
                    </a:lnTo>
                    <a:close/>
                    <a:moveTo>
                      <a:pt x="324" y="428"/>
                    </a:moveTo>
                    <a:lnTo>
                      <a:pt x="336" y="392"/>
                    </a:lnTo>
                    <a:lnTo>
                      <a:pt x="317" y="385"/>
                    </a:lnTo>
                    <a:lnTo>
                      <a:pt x="305" y="421"/>
                    </a:lnTo>
                    <a:lnTo>
                      <a:pt x="324" y="428"/>
                    </a:lnTo>
                    <a:close/>
                    <a:moveTo>
                      <a:pt x="300" y="499"/>
                    </a:moveTo>
                    <a:lnTo>
                      <a:pt x="312" y="463"/>
                    </a:lnTo>
                    <a:lnTo>
                      <a:pt x="293" y="458"/>
                    </a:lnTo>
                    <a:lnTo>
                      <a:pt x="282" y="494"/>
                    </a:lnTo>
                    <a:lnTo>
                      <a:pt x="300" y="499"/>
                    </a:lnTo>
                    <a:close/>
                    <a:moveTo>
                      <a:pt x="277" y="572"/>
                    </a:moveTo>
                    <a:lnTo>
                      <a:pt x="289" y="534"/>
                    </a:lnTo>
                    <a:lnTo>
                      <a:pt x="270" y="529"/>
                    </a:lnTo>
                    <a:lnTo>
                      <a:pt x="258" y="565"/>
                    </a:lnTo>
                    <a:lnTo>
                      <a:pt x="277" y="572"/>
                    </a:lnTo>
                    <a:close/>
                    <a:moveTo>
                      <a:pt x="253" y="643"/>
                    </a:moveTo>
                    <a:lnTo>
                      <a:pt x="265" y="607"/>
                    </a:lnTo>
                    <a:lnTo>
                      <a:pt x="246" y="600"/>
                    </a:lnTo>
                    <a:lnTo>
                      <a:pt x="234" y="638"/>
                    </a:lnTo>
                    <a:lnTo>
                      <a:pt x="253" y="643"/>
                    </a:lnTo>
                    <a:close/>
                    <a:moveTo>
                      <a:pt x="230" y="714"/>
                    </a:moveTo>
                    <a:lnTo>
                      <a:pt x="241" y="678"/>
                    </a:lnTo>
                    <a:lnTo>
                      <a:pt x="222" y="674"/>
                    </a:lnTo>
                    <a:lnTo>
                      <a:pt x="211" y="709"/>
                    </a:lnTo>
                    <a:lnTo>
                      <a:pt x="230" y="714"/>
                    </a:lnTo>
                    <a:close/>
                    <a:moveTo>
                      <a:pt x="206" y="787"/>
                    </a:moveTo>
                    <a:lnTo>
                      <a:pt x="218" y="752"/>
                    </a:lnTo>
                    <a:lnTo>
                      <a:pt x="199" y="744"/>
                    </a:lnTo>
                    <a:lnTo>
                      <a:pt x="187" y="780"/>
                    </a:lnTo>
                    <a:lnTo>
                      <a:pt x="206" y="787"/>
                    </a:lnTo>
                    <a:close/>
                    <a:moveTo>
                      <a:pt x="182" y="858"/>
                    </a:moveTo>
                    <a:lnTo>
                      <a:pt x="194" y="822"/>
                    </a:lnTo>
                    <a:lnTo>
                      <a:pt x="175" y="818"/>
                    </a:lnTo>
                    <a:lnTo>
                      <a:pt x="166" y="853"/>
                    </a:lnTo>
                    <a:lnTo>
                      <a:pt x="182" y="858"/>
                    </a:lnTo>
                    <a:close/>
                    <a:moveTo>
                      <a:pt x="159" y="931"/>
                    </a:moveTo>
                    <a:lnTo>
                      <a:pt x="170" y="893"/>
                    </a:lnTo>
                    <a:lnTo>
                      <a:pt x="154" y="889"/>
                    </a:lnTo>
                    <a:lnTo>
                      <a:pt x="142" y="924"/>
                    </a:lnTo>
                    <a:lnTo>
                      <a:pt x="159" y="931"/>
                    </a:lnTo>
                    <a:close/>
                    <a:moveTo>
                      <a:pt x="135" y="1002"/>
                    </a:moveTo>
                    <a:lnTo>
                      <a:pt x="147" y="967"/>
                    </a:lnTo>
                    <a:lnTo>
                      <a:pt x="130" y="960"/>
                    </a:lnTo>
                    <a:lnTo>
                      <a:pt x="118" y="997"/>
                    </a:lnTo>
                    <a:lnTo>
                      <a:pt x="135" y="1002"/>
                    </a:lnTo>
                    <a:close/>
                    <a:moveTo>
                      <a:pt x="111" y="1073"/>
                    </a:moveTo>
                    <a:lnTo>
                      <a:pt x="123" y="1038"/>
                    </a:lnTo>
                    <a:lnTo>
                      <a:pt x="107" y="1033"/>
                    </a:lnTo>
                    <a:lnTo>
                      <a:pt x="95" y="1068"/>
                    </a:lnTo>
                    <a:lnTo>
                      <a:pt x="111" y="1073"/>
                    </a:lnTo>
                    <a:close/>
                    <a:moveTo>
                      <a:pt x="88" y="1146"/>
                    </a:moveTo>
                    <a:lnTo>
                      <a:pt x="99" y="1111"/>
                    </a:lnTo>
                    <a:lnTo>
                      <a:pt x="83" y="1104"/>
                    </a:lnTo>
                    <a:lnTo>
                      <a:pt x="71" y="1139"/>
                    </a:lnTo>
                    <a:lnTo>
                      <a:pt x="88" y="1146"/>
                    </a:lnTo>
                    <a:close/>
                    <a:moveTo>
                      <a:pt x="64" y="1217"/>
                    </a:moveTo>
                    <a:lnTo>
                      <a:pt x="76" y="1182"/>
                    </a:lnTo>
                    <a:lnTo>
                      <a:pt x="59" y="1177"/>
                    </a:lnTo>
                    <a:lnTo>
                      <a:pt x="47" y="1213"/>
                    </a:lnTo>
                    <a:lnTo>
                      <a:pt x="64" y="1217"/>
                    </a:lnTo>
                    <a:close/>
                    <a:moveTo>
                      <a:pt x="40" y="1291"/>
                    </a:moveTo>
                    <a:lnTo>
                      <a:pt x="52" y="1253"/>
                    </a:lnTo>
                    <a:lnTo>
                      <a:pt x="36" y="1248"/>
                    </a:lnTo>
                    <a:lnTo>
                      <a:pt x="24" y="1284"/>
                    </a:lnTo>
                    <a:lnTo>
                      <a:pt x="40" y="1291"/>
                    </a:lnTo>
                    <a:close/>
                    <a:moveTo>
                      <a:pt x="17" y="1362"/>
                    </a:moveTo>
                    <a:lnTo>
                      <a:pt x="29" y="1326"/>
                    </a:lnTo>
                    <a:lnTo>
                      <a:pt x="12" y="1319"/>
                    </a:lnTo>
                    <a:lnTo>
                      <a:pt x="0" y="1357"/>
                    </a:lnTo>
                    <a:lnTo>
                      <a:pt x="17" y="1362"/>
                    </a:lnTo>
                    <a:close/>
                  </a:path>
                </a:pathLst>
              </a:custGeom>
              <a:solidFill>
                <a:srgbClr val="2C3E50"/>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1" name="Freeform 23"/>
              <p:cNvSpPr>
                <a:spLocks noEditPoints="1"/>
              </p:cNvSpPr>
              <p:nvPr/>
            </p:nvSpPr>
            <p:spPr bwMode="auto">
              <a:xfrm>
                <a:off x="3407407" y="828031"/>
                <a:ext cx="4292136" cy="5219244"/>
              </a:xfrm>
              <a:custGeom>
                <a:avLst/>
                <a:gdLst>
                  <a:gd name="T0" fmla="*/ 1844 w 5162"/>
                  <a:gd name="T1" fmla="*/ 5681 h 6277"/>
                  <a:gd name="T2" fmla="*/ 2064 w 5162"/>
                  <a:gd name="T3" fmla="*/ 5740 h 6277"/>
                  <a:gd name="T4" fmla="*/ 2282 w 5162"/>
                  <a:gd name="T5" fmla="*/ 5799 h 6277"/>
                  <a:gd name="T6" fmla="*/ 2502 w 5162"/>
                  <a:gd name="T7" fmla="*/ 5861 h 6277"/>
                  <a:gd name="T8" fmla="*/ 2722 w 5162"/>
                  <a:gd name="T9" fmla="*/ 5920 h 6277"/>
                  <a:gd name="T10" fmla="*/ 2939 w 5162"/>
                  <a:gd name="T11" fmla="*/ 5979 h 6277"/>
                  <a:gd name="T12" fmla="*/ 3159 w 5162"/>
                  <a:gd name="T13" fmla="*/ 6040 h 6277"/>
                  <a:gd name="T14" fmla="*/ 3379 w 5162"/>
                  <a:gd name="T15" fmla="*/ 6099 h 6277"/>
                  <a:gd name="T16" fmla="*/ 3596 w 5162"/>
                  <a:gd name="T17" fmla="*/ 6159 h 6277"/>
                  <a:gd name="T18" fmla="*/ 3816 w 5162"/>
                  <a:gd name="T19" fmla="*/ 6218 h 6277"/>
                  <a:gd name="T20" fmla="*/ 3935 w 5162"/>
                  <a:gd name="T21" fmla="*/ 6253 h 6277"/>
                  <a:gd name="T22" fmla="*/ 3906 w 5162"/>
                  <a:gd name="T23" fmla="*/ 6026 h 6277"/>
                  <a:gd name="T24" fmla="*/ 3875 w 5162"/>
                  <a:gd name="T25" fmla="*/ 5802 h 6277"/>
                  <a:gd name="T26" fmla="*/ 3845 w 5162"/>
                  <a:gd name="T27" fmla="*/ 5577 h 6277"/>
                  <a:gd name="T28" fmla="*/ 3814 w 5162"/>
                  <a:gd name="T29" fmla="*/ 5352 h 6277"/>
                  <a:gd name="T30" fmla="*/ 3783 w 5162"/>
                  <a:gd name="T31" fmla="*/ 5128 h 6277"/>
                  <a:gd name="T32" fmla="*/ 3752 w 5162"/>
                  <a:gd name="T33" fmla="*/ 4903 h 6277"/>
                  <a:gd name="T34" fmla="*/ 3722 w 5162"/>
                  <a:gd name="T35" fmla="*/ 4679 h 6277"/>
                  <a:gd name="T36" fmla="*/ 3693 w 5162"/>
                  <a:gd name="T37" fmla="*/ 4454 h 6277"/>
                  <a:gd name="T38" fmla="*/ 3760 w 5162"/>
                  <a:gd name="T39" fmla="*/ 4246 h 6277"/>
                  <a:gd name="T40" fmla="*/ 3897 w 5162"/>
                  <a:gd name="T41" fmla="*/ 4064 h 6277"/>
                  <a:gd name="T42" fmla="*/ 4034 w 5162"/>
                  <a:gd name="T43" fmla="*/ 3884 h 6277"/>
                  <a:gd name="T44" fmla="*/ 4169 w 5162"/>
                  <a:gd name="T45" fmla="*/ 3702 h 6277"/>
                  <a:gd name="T46" fmla="*/ 4306 w 5162"/>
                  <a:gd name="T47" fmla="*/ 3522 h 6277"/>
                  <a:gd name="T48" fmla="*/ 4443 w 5162"/>
                  <a:gd name="T49" fmla="*/ 3340 h 6277"/>
                  <a:gd name="T50" fmla="*/ 4580 w 5162"/>
                  <a:gd name="T51" fmla="*/ 3161 h 6277"/>
                  <a:gd name="T52" fmla="*/ 4717 w 5162"/>
                  <a:gd name="T53" fmla="*/ 2979 h 6277"/>
                  <a:gd name="T54" fmla="*/ 4854 w 5162"/>
                  <a:gd name="T55" fmla="*/ 2797 h 6277"/>
                  <a:gd name="T56" fmla="*/ 4991 w 5162"/>
                  <a:gd name="T57" fmla="*/ 2617 h 6277"/>
                  <a:gd name="T58" fmla="*/ 5129 w 5162"/>
                  <a:gd name="T59" fmla="*/ 2435 h 6277"/>
                  <a:gd name="T60" fmla="*/ 5067 w 5162"/>
                  <a:gd name="T61" fmla="*/ 2241 h 6277"/>
                  <a:gd name="T62" fmla="*/ 4975 w 5162"/>
                  <a:gd name="T63" fmla="*/ 2033 h 6277"/>
                  <a:gd name="T64" fmla="*/ 4883 w 5162"/>
                  <a:gd name="T65" fmla="*/ 1827 h 6277"/>
                  <a:gd name="T66" fmla="*/ 4790 w 5162"/>
                  <a:gd name="T67" fmla="*/ 1619 h 6277"/>
                  <a:gd name="T68" fmla="*/ 4698 w 5162"/>
                  <a:gd name="T69" fmla="*/ 1411 h 6277"/>
                  <a:gd name="T70" fmla="*/ 4606 w 5162"/>
                  <a:gd name="T71" fmla="*/ 1205 h 6277"/>
                  <a:gd name="T72" fmla="*/ 4514 w 5162"/>
                  <a:gd name="T73" fmla="*/ 997 h 6277"/>
                  <a:gd name="T74" fmla="*/ 4422 w 5162"/>
                  <a:gd name="T75" fmla="*/ 789 h 6277"/>
                  <a:gd name="T76" fmla="*/ 4329 w 5162"/>
                  <a:gd name="T77" fmla="*/ 581 h 6277"/>
                  <a:gd name="T78" fmla="*/ 4261 w 5162"/>
                  <a:gd name="T79" fmla="*/ 383 h 6277"/>
                  <a:gd name="T80" fmla="*/ 4046 w 5162"/>
                  <a:gd name="T81" fmla="*/ 361 h 6277"/>
                  <a:gd name="T82" fmla="*/ 3819 w 5162"/>
                  <a:gd name="T83" fmla="*/ 338 h 6277"/>
                  <a:gd name="T84" fmla="*/ 3594 w 5162"/>
                  <a:gd name="T85" fmla="*/ 314 h 6277"/>
                  <a:gd name="T86" fmla="*/ 3367 w 5162"/>
                  <a:gd name="T87" fmla="*/ 293 h 6277"/>
                  <a:gd name="T88" fmla="*/ 3142 w 5162"/>
                  <a:gd name="T89" fmla="*/ 269 h 6277"/>
                  <a:gd name="T90" fmla="*/ 2915 w 5162"/>
                  <a:gd name="T91" fmla="*/ 248 h 6277"/>
                  <a:gd name="T92" fmla="*/ 2691 w 5162"/>
                  <a:gd name="T93" fmla="*/ 224 h 6277"/>
                  <a:gd name="T94" fmla="*/ 2464 w 5162"/>
                  <a:gd name="T95" fmla="*/ 201 h 6277"/>
                  <a:gd name="T96" fmla="*/ 2239 w 5162"/>
                  <a:gd name="T97" fmla="*/ 179 h 6277"/>
                  <a:gd name="T98" fmla="*/ 2012 w 5162"/>
                  <a:gd name="T99" fmla="*/ 156 h 6277"/>
                  <a:gd name="T100" fmla="*/ 1785 w 5162"/>
                  <a:gd name="T101" fmla="*/ 134 h 6277"/>
                  <a:gd name="T102" fmla="*/ 1561 w 5162"/>
                  <a:gd name="T103" fmla="*/ 111 h 6277"/>
                  <a:gd name="T104" fmla="*/ 1334 w 5162"/>
                  <a:gd name="T105" fmla="*/ 87 h 6277"/>
                  <a:gd name="T106" fmla="*/ 1109 w 5162"/>
                  <a:gd name="T107" fmla="*/ 66 h 6277"/>
                  <a:gd name="T108" fmla="*/ 882 w 5162"/>
                  <a:gd name="T109" fmla="*/ 42 h 6277"/>
                  <a:gd name="T110" fmla="*/ 657 w 5162"/>
                  <a:gd name="T111" fmla="*/ 19 h 6277"/>
                  <a:gd name="T112" fmla="*/ 435 w 5162"/>
                  <a:gd name="T113" fmla="*/ 26 h 6277"/>
                  <a:gd name="T114" fmla="*/ 364 w 5162"/>
                  <a:gd name="T115" fmla="*/ 241 h 6277"/>
                  <a:gd name="T116" fmla="*/ 293 w 5162"/>
                  <a:gd name="T117" fmla="*/ 458 h 6277"/>
                  <a:gd name="T118" fmla="*/ 222 w 5162"/>
                  <a:gd name="T119" fmla="*/ 674 h 6277"/>
                  <a:gd name="T120" fmla="*/ 154 w 5162"/>
                  <a:gd name="T121" fmla="*/ 889 h 6277"/>
                  <a:gd name="T122" fmla="*/ 83 w 5162"/>
                  <a:gd name="T123" fmla="*/ 1104 h 6277"/>
                  <a:gd name="T124" fmla="*/ 12 w 5162"/>
                  <a:gd name="T125" fmla="*/ 1319 h 6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62" h="6277">
                    <a:moveTo>
                      <a:pt x="1698" y="5641"/>
                    </a:moveTo>
                    <a:lnTo>
                      <a:pt x="1662" y="5631"/>
                    </a:lnTo>
                    <a:lnTo>
                      <a:pt x="1658" y="5650"/>
                    </a:lnTo>
                    <a:lnTo>
                      <a:pt x="1693" y="5660"/>
                    </a:lnTo>
                    <a:lnTo>
                      <a:pt x="1698" y="5641"/>
                    </a:lnTo>
                    <a:moveTo>
                      <a:pt x="1771" y="5662"/>
                    </a:moveTo>
                    <a:lnTo>
                      <a:pt x="1736" y="5650"/>
                    </a:lnTo>
                    <a:lnTo>
                      <a:pt x="1731" y="5669"/>
                    </a:lnTo>
                    <a:lnTo>
                      <a:pt x="1766" y="5679"/>
                    </a:lnTo>
                    <a:lnTo>
                      <a:pt x="1771" y="5662"/>
                    </a:lnTo>
                    <a:moveTo>
                      <a:pt x="1844" y="5681"/>
                    </a:moveTo>
                    <a:lnTo>
                      <a:pt x="1809" y="5672"/>
                    </a:lnTo>
                    <a:lnTo>
                      <a:pt x="1804" y="5688"/>
                    </a:lnTo>
                    <a:lnTo>
                      <a:pt x="1840" y="5700"/>
                    </a:lnTo>
                    <a:lnTo>
                      <a:pt x="1844" y="5681"/>
                    </a:lnTo>
                    <a:moveTo>
                      <a:pt x="1918" y="5700"/>
                    </a:moveTo>
                    <a:lnTo>
                      <a:pt x="1882" y="5690"/>
                    </a:lnTo>
                    <a:lnTo>
                      <a:pt x="1878" y="5709"/>
                    </a:lnTo>
                    <a:lnTo>
                      <a:pt x="1913" y="5719"/>
                    </a:lnTo>
                    <a:lnTo>
                      <a:pt x="1918" y="5700"/>
                    </a:lnTo>
                    <a:moveTo>
                      <a:pt x="1991" y="5721"/>
                    </a:moveTo>
                    <a:lnTo>
                      <a:pt x="1956" y="5712"/>
                    </a:lnTo>
                    <a:lnTo>
                      <a:pt x="1948" y="5728"/>
                    </a:lnTo>
                    <a:lnTo>
                      <a:pt x="1986" y="5740"/>
                    </a:lnTo>
                    <a:lnTo>
                      <a:pt x="1991" y="5721"/>
                    </a:lnTo>
                    <a:moveTo>
                      <a:pt x="2064" y="5740"/>
                    </a:moveTo>
                    <a:lnTo>
                      <a:pt x="2026" y="5731"/>
                    </a:lnTo>
                    <a:lnTo>
                      <a:pt x="2022" y="5750"/>
                    </a:lnTo>
                    <a:lnTo>
                      <a:pt x="2060" y="5759"/>
                    </a:lnTo>
                    <a:lnTo>
                      <a:pt x="2064" y="5740"/>
                    </a:lnTo>
                    <a:moveTo>
                      <a:pt x="2138" y="5761"/>
                    </a:moveTo>
                    <a:lnTo>
                      <a:pt x="2100" y="5750"/>
                    </a:lnTo>
                    <a:lnTo>
                      <a:pt x="2095" y="5768"/>
                    </a:lnTo>
                    <a:lnTo>
                      <a:pt x="2133" y="5778"/>
                    </a:lnTo>
                    <a:lnTo>
                      <a:pt x="2138" y="5761"/>
                    </a:lnTo>
                    <a:moveTo>
                      <a:pt x="2211" y="5780"/>
                    </a:moveTo>
                    <a:lnTo>
                      <a:pt x="2173" y="5771"/>
                    </a:lnTo>
                    <a:lnTo>
                      <a:pt x="2168" y="5790"/>
                    </a:lnTo>
                    <a:lnTo>
                      <a:pt x="2204" y="5799"/>
                    </a:lnTo>
                    <a:lnTo>
                      <a:pt x="2211" y="5780"/>
                    </a:lnTo>
                    <a:moveTo>
                      <a:pt x="2282" y="5799"/>
                    </a:moveTo>
                    <a:lnTo>
                      <a:pt x="2246" y="5790"/>
                    </a:lnTo>
                    <a:lnTo>
                      <a:pt x="2242" y="5809"/>
                    </a:lnTo>
                    <a:lnTo>
                      <a:pt x="2277" y="5818"/>
                    </a:lnTo>
                    <a:lnTo>
                      <a:pt x="2282" y="5799"/>
                    </a:lnTo>
                    <a:moveTo>
                      <a:pt x="2355" y="5820"/>
                    </a:moveTo>
                    <a:lnTo>
                      <a:pt x="2320" y="5811"/>
                    </a:lnTo>
                    <a:lnTo>
                      <a:pt x="2315" y="5828"/>
                    </a:lnTo>
                    <a:lnTo>
                      <a:pt x="2350" y="5839"/>
                    </a:lnTo>
                    <a:lnTo>
                      <a:pt x="2355" y="5820"/>
                    </a:lnTo>
                    <a:moveTo>
                      <a:pt x="2428" y="5839"/>
                    </a:moveTo>
                    <a:lnTo>
                      <a:pt x="2393" y="5830"/>
                    </a:lnTo>
                    <a:lnTo>
                      <a:pt x="2388" y="5849"/>
                    </a:lnTo>
                    <a:lnTo>
                      <a:pt x="2424" y="5858"/>
                    </a:lnTo>
                    <a:lnTo>
                      <a:pt x="2428" y="5839"/>
                    </a:lnTo>
                    <a:moveTo>
                      <a:pt x="2502" y="5861"/>
                    </a:moveTo>
                    <a:lnTo>
                      <a:pt x="2466" y="5851"/>
                    </a:lnTo>
                    <a:lnTo>
                      <a:pt x="2462" y="5868"/>
                    </a:lnTo>
                    <a:lnTo>
                      <a:pt x="2497" y="5877"/>
                    </a:lnTo>
                    <a:lnTo>
                      <a:pt x="2502" y="5861"/>
                    </a:lnTo>
                    <a:moveTo>
                      <a:pt x="2575" y="5880"/>
                    </a:moveTo>
                    <a:lnTo>
                      <a:pt x="2537" y="5870"/>
                    </a:lnTo>
                    <a:lnTo>
                      <a:pt x="2532" y="5889"/>
                    </a:lnTo>
                    <a:lnTo>
                      <a:pt x="2570" y="5899"/>
                    </a:lnTo>
                    <a:lnTo>
                      <a:pt x="2575" y="5880"/>
                    </a:lnTo>
                    <a:moveTo>
                      <a:pt x="2648" y="5901"/>
                    </a:moveTo>
                    <a:lnTo>
                      <a:pt x="2610" y="5889"/>
                    </a:lnTo>
                    <a:lnTo>
                      <a:pt x="2606" y="5908"/>
                    </a:lnTo>
                    <a:lnTo>
                      <a:pt x="2644" y="5917"/>
                    </a:lnTo>
                    <a:lnTo>
                      <a:pt x="2648" y="5901"/>
                    </a:lnTo>
                    <a:moveTo>
                      <a:pt x="2722" y="5920"/>
                    </a:moveTo>
                    <a:lnTo>
                      <a:pt x="2684" y="5910"/>
                    </a:lnTo>
                    <a:lnTo>
                      <a:pt x="2679" y="5929"/>
                    </a:lnTo>
                    <a:lnTo>
                      <a:pt x="2717" y="5939"/>
                    </a:lnTo>
                    <a:lnTo>
                      <a:pt x="2722" y="5920"/>
                    </a:lnTo>
                    <a:moveTo>
                      <a:pt x="2795" y="5939"/>
                    </a:moveTo>
                    <a:lnTo>
                      <a:pt x="2757" y="5929"/>
                    </a:lnTo>
                    <a:lnTo>
                      <a:pt x="2752" y="5948"/>
                    </a:lnTo>
                    <a:lnTo>
                      <a:pt x="2788" y="5958"/>
                    </a:lnTo>
                    <a:lnTo>
                      <a:pt x="2795" y="5939"/>
                    </a:lnTo>
                    <a:moveTo>
                      <a:pt x="2866" y="5960"/>
                    </a:moveTo>
                    <a:lnTo>
                      <a:pt x="2830" y="5951"/>
                    </a:lnTo>
                    <a:lnTo>
                      <a:pt x="2826" y="5967"/>
                    </a:lnTo>
                    <a:lnTo>
                      <a:pt x="2861" y="5979"/>
                    </a:lnTo>
                    <a:lnTo>
                      <a:pt x="2866" y="5960"/>
                    </a:lnTo>
                    <a:moveTo>
                      <a:pt x="2939" y="5979"/>
                    </a:moveTo>
                    <a:lnTo>
                      <a:pt x="2904" y="5969"/>
                    </a:lnTo>
                    <a:lnTo>
                      <a:pt x="2899" y="5988"/>
                    </a:lnTo>
                    <a:lnTo>
                      <a:pt x="2934" y="5998"/>
                    </a:lnTo>
                    <a:lnTo>
                      <a:pt x="2939" y="5979"/>
                    </a:lnTo>
                    <a:moveTo>
                      <a:pt x="3012" y="6000"/>
                    </a:moveTo>
                    <a:lnTo>
                      <a:pt x="2977" y="5988"/>
                    </a:lnTo>
                    <a:lnTo>
                      <a:pt x="2972" y="6007"/>
                    </a:lnTo>
                    <a:lnTo>
                      <a:pt x="3008" y="6017"/>
                    </a:lnTo>
                    <a:lnTo>
                      <a:pt x="3012" y="6000"/>
                    </a:lnTo>
                    <a:moveTo>
                      <a:pt x="3086" y="6019"/>
                    </a:moveTo>
                    <a:lnTo>
                      <a:pt x="3050" y="6010"/>
                    </a:lnTo>
                    <a:lnTo>
                      <a:pt x="3043" y="6029"/>
                    </a:lnTo>
                    <a:lnTo>
                      <a:pt x="3081" y="6038"/>
                    </a:lnTo>
                    <a:lnTo>
                      <a:pt x="3086" y="6019"/>
                    </a:lnTo>
                    <a:moveTo>
                      <a:pt x="3159" y="6040"/>
                    </a:moveTo>
                    <a:lnTo>
                      <a:pt x="3121" y="6029"/>
                    </a:lnTo>
                    <a:lnTo>
                      <a:pt x="3116" y="6047"/>
                    </a:lnTo>
                    <a:lnTo>
                      <a:pt x="3154" y="6057"/>
                    </a:lnTo>
                    <a:lnTo>
                      <a:pt x="3159" y="6040"/>
                    </a:lnTo>
                    <a:moveTo>
                      <a:pt x="3232" y="6059"/>
                    </a:moveTo>
                    <a:lnTo>
                      <a:pt x="3194" y="6050"/>
                    </a:lnTo>
                    <a:lnTo>
                      <a:pt x="3190" y="6066"/>
                    </a:lnTo>
                    <a:lnTo>
                      <a:pt x="3228" y="6078"/>
                    </a:lnTo>
                    <a:lnTo>
                      <a:pt x="3232" y="6059"/>
                    </a:lnTo>
                    <a:moveTo>
                      <a:pt x="3306" y="6078"/>
                    </a:moveTo>
                    <a:lnTo>
                      <a:pt x="3268" y="6069"/>
                    </a:lnTo>
                    <a:lnTo>
                      <a:pt x="3263" y="6088"/>
                    </a:lnTo>
                    <a:lnTo>
                      <a:pt x="3301" y="6097"/>
                    </a:lnTo>
                    <a:lnTo>
                      <a:pt x="3306" y="6078"/>
                    </a:lnTo>
                    <a:moveTo>
                      <a:pt x="3379" y="6099"/>
                    </a:moveTo>
                    <a:lnTo>
                      <a:pt x="3341" y="6090"/>
                    </a:lnTo>
                    <a:lnTo>
                      <a:pt x="3336" y="6107"/>
                    </a:lnTo>
                    <a:lnTo>
                      <a:pt x="3372" y="6116"/>
                    </a:lnTo>
                    <a:lnTo>
                      <a:pt x="3379" y="6099"/>
                    </a:lnTo>
                    <a:moveTo>
                      <a:pt x="3450" y="6118"/>
                    </a:moveTo>
                    <a:lnTo>
                      <a:pt x="3414" y="6109"/>
                    </a:lnTo>
                    <a:lnTo>
                      <a:pt x="3410" y="6128"/>
                    </a:lnTo>
                    <a:lnTo>
                      <a:pt x="3445" y="6137"/>
                    </a:lnTo>
                    <a:lnTo>
                      <a:pt x="3450" y="6118"/>
                    </a:lnTo>
                    <a:moveTo>
                      <a:pt x="3523" y="6140"/>
                    </a:moveTo>
                    <a:lnTo>
                      <a:pt x="3488" y="6128"/>
                    </a:lnTo>
                    <a:lnTo>
                      <a:pt x="3483" y="6147"/>
                    </a:lnTo>
                    <a:lnTo>
                      <a:pt x="3518" y="6156"/>
                    </a:lnTo>
                    <a:lnTo>
                      <a:pt x="3523" y="6140"/>
                    </a:lnTo>
                    <a:moveTo>
                      <a:pt x="3596" y="6159"/>
                    </a:moveTo>
                    <a:lnTo>
                      <a:pt x="3561" y="6149"/>
                    </a:lnTo>
                    <a:lnTo>
                      <a:pt x="3556" y="6168"/>
                    </a:lnTo>
                    <a:lnTo>
                      <a:pt x="3592" y="6177"/>
                    </a:lnTo>
                    <a:lnTo>
                      <a:pt x="3596" y="6159"/>
                    </a:lnTo>
                    <a:moveTo>
                      <a:pt x="3670" y="6177"/>
                    </a:moveTo>
                    <a:lnTo>
                      <a:pt x="3634" y="6168"/>
                    </a:lnTo>
                    <a:lnTo>
                      <a:pt x="3627" y="6187"/>
                    </a:lnTo>
                    <a:lnTo>
                      <a:pt x="3665" y="6196"/>
                    </a:lnTo>
                    <a:lnTo>
                      <a:pt x="3670" y="6177"/>
                    </a:lnTo>
                    <a:moveTo>
                      <a:pt x="3743" y="6199"/>
                    </a:moveTo>
                    <a:lnTo>
                      <a:pt x="3705" y="6189"/>
                    </a:lnTo>
                    <a:lnTo>
                      <a:pt x="3700" y="6206"/>
                    </a:lnTo>
                    <a:lnTo>
                      <a:pt x="3738" y="6218"/>
                    </a:lnTo>
                    <a:lnTo>
                      <a:pt x="3743" y="6199"/>
                    </a:lnTo>
                    <a:moveTo>
                      <a:pt x="3816" y="6218"/>
                    </a:moveTo>
                    <a:lnTo>
                      <a:pt x="3778" y="6208"/>
                    </a:lnTo>
                    <a:lnTo>
                      <a:pt x="3774" y="6227"/>
                    </a:lnTo>
                    <a:lnTo>
                      <a:pt x="3812" y="6237"/>
                    </a:lnTo>
                    <a:lnTo>
                      <a:pt x="3816" y="6218"/>
                    </a:lnTo>
                    <a:moveTo>
                      <a:pt x="3890" y="6239"/>
                    </a:moveTo>
                    <a:lnTo>
                      <a:pt x="3852" y="6227"/>
                    </a:lnTo>
                    <a:lnTo>
                      <a:pt x="3847" y="6246"/>
                    </a:lnTo>
                    <a:lnTo>
                      <a:pt x="3885" y="6256"/>
                    </a:lnTo>
                    <a:lnTo>
                      <a:pt x="3890" y="6239"/>
                    </a:lnTo>
                    <a:moveTo>
                      <a:pt x="3935" y="6253"/>
                    </a:moveTo>
                    <a:lnTo>
                      <a:pt x="3937" y="6265"/>
                    </a:lnTo>
                    <a:lnTo>
                      <a:pt x="3946" y="6265"/>
                    </a:lnTo>
                    <a:lnTo>
                      <a:pt x="3949" y="6256"/>
                    </a:lnTo>
                    <a:lnTo>
                      <a:pt x="3925" y="6248"/>
                    </a:lnTo>
                    <a:lnTo>
                      <a:pt x="3920" y="6267"/>
                    </a:lnTo>
                    <a:lnTo>
                      <a:pt x="3958" y="6277"/>
                    </a:lnTo>
                    <a:lnTo>
                      <a:pt x="3953" y="6251"/>
                    </a:lnTo>
                    <a:lnTo>
                      <a:pt x="3935" y="6253"/>
                    </a:lnTo>
                    <a:lnTo>
                      <a:pt x="3935" y="6253"/>
                    </a:lnTo>
                    <a:moveTo>
                      <a:pt x="3925" y="6177"/>
                    </a:moveTo>
                    <a:lnTo>
                      <a:pt x="3930" y="6215"/>
                    </a:lnTo>
                    <a:lnTo>
                      <a:pt x="3949" y="6213"/>
                    </a:lnTo>
                    <a:lnTo>
                      <a:pt x="3944" y="6175"/>
                    </a:lnTo>
                    <a:lnTo>
                      <a:pt x="3925" y="6177"/>
                    </a:lnTo>
                    <a:moveTo>
                      <a:pt x="3916" y="6102"/>
                    </a:moveTo>
                    <a:lnTo>
                      <a:pt x="3920" y="6140"/>
                    </a:lnTo>
                    <a:lnTo>
                      <a:pt x="3939" y="6137"/>
                    </a:lnTo>
                    <a:lnTo>
                      <a:pt x="3935" y="6099"/>
                    </a:lnTo>
                    <a:lnTo>
                      <a:pt x="3916" y="6102"/>
                    </a:lnTo>
                    <a:moveTo>
                      <a:pt x="3906" y="6026"/>
                    </a:moveTo>
                    <a:lnTo>
                      <a:pt x="3911" y="6064"/>
                    </a:lnTo>
                    <a:lnTo>
                      <a:pt x="3930" y="6062"/>
                    </a:lnTo>
                    <a:lnTo>
                      <a:pt x="3923" y="6024"/>
                    </a:lnTo>
                    <a:lnTo>
                      <a:pt x="3906" y="6026"/>
                    </a:lnTo>
                    <a:moveTo>
                      <a:pt x="3894" y="5953"/>
                    </a:moveTo>
                    <a:lnTo>
                      <a:pt x="3899" y="5991"/>
                    </a:lnTo>
                    <a:lnTo>
                      <a:pt x="3918" y="5988"/>
                    </a:lnTo>
                    <a:lnTo>
                      <a:pt x="3913" y="5951"/>
                    </a:lnTo>
                    <a:lnTo>
                      <a:pt x="3894" y="5953"/>
                    </a:lnTo>
                    <a:moveTo>
                      <a:pt x="3885" y="5877"/>
                    </a:moveTo>
                    <a:lnTo>
                      <a:pt x="3890" y="5915"/>
                    </a:lnTo>
                    <a:lnTo>
                      <a:pt x="3909" y="5913"/>
                    </a:lnTo>
                    <a:lnTo>
                      <a:pt x="3904" y="5875"/>
                    </a:lnTo>
                    <a:lnTo>
                      <a:pt x="3885" y="5877"/>
                    </a:lnTo>
                    <a:moveTo>
                      <a:pt x="3875" y="5802"/>
                    </a:moveTo>
                    <a:lnTo>
                      <a:pt x="3880" y="5839"/>
                    </a:lnTo>
                    <a:lnTo>
                      <a:pt x="3899" y="5837"/>
                    </a:lnTo>
                    <a:lnTo>
                      <a:pt x="3894" y="5799"/>
                    </a:lnTo>
                    <a:lnTo>
                      <a:pt x="3875" y="5802"/>
                    </a:lnTo>
                    <a:moveTo>
                      <a:pt x="3864" y="5728"/>
                    </a:moveTo>
                    <a:lnTo>
                      <a:pt x="3871" y="5764"/>
                    </a:lnTo>
                    <a:lnTo>
                      <a:pt x="3887" y="5761"/>
                    </a:lnTo>
                    <a:lnTo>
                      <a:pt x="3883" y="5726"/>
                    </a:lnTo>
                    <a:lnTo>
                      <a:pt x="3864" y="5728"/>
                    </a:lnTo>
                    <a:moveTo>
                      <a:pt x="3854" y="5653"/>
                    </a:moveTo>
                    <a:lnTo>
                      <a:pt x="3859" y="5690"/>
                    </a:lnTo>
                    <a:lnTo>
                      <a:pt x="3878" y="5688"/>
                    </a:lnTo>
                    <a:lnTo>
                      <a:pt x="3873" y="5650"/>
                    </a:lnTo>
                    <a:lnTo>
                      <a:pt x="3854" y="5653"/>
                    </a:lnTo>
                    <a:moveTo>
                      <a:pt x="3845" y="5577"/>
                    </a:moveTo>
                    <a:lnTo>
                      <a:pt x="3849" y="5615"/>
                    </a:lnTo>
                    <a:lnTo>
                      <a:pt x="3868" y="5612"/>
                    </a:lnTo>
                    <a:lnTo>
                      <a:pt x="3864" y="5575"/>
                    </a:lnTo>
                    <a:lnTo>
                      <a:pt x="3845" y="5577"/>
                    </a:lnTo>
                    <a:moveTo>
                      <a:pt x="3835" y="5501"/>
                    </a:moveTo>
                    <a:lnTo>
                      <a:pt x="3840" y="5539"/>
                    </a:lnTo>
                    <a:lnTo>
                      <a:pt x="3859" y="5537"/>
                    </a:lnTo>
                    <a:lnTo>
                      <a:pt x="3852" y="5499"/>
                    </a:lnTo>
                    <a:lnTo>
                      <a:pt x="3835" y="5501"/>
                    </a:lnTo>
                    <a:moveTo>
                      <a:pt x="3823" y="5428"/>
                    </a:moveTo>
                    <a:lnTo>
                      <a:pt x="3828" y="5466"/>
                    </a:lnTo>
                    <a:lnTo>
                      <a:pt x="3847" y="5463"/>
                    </a:lnTo>
                    <a:lnTo>
                      <a:pt x="3842" y="5426"/>
                    </a:lnTo>
                    <a:lnTo>
                      <a:pt x="3823" y="5428"/>
                    </a:lnTo>
                    <a:moveTo>
                      <a:pt x="3814" y="5352"/>
                    </a:moveTo>
                    <a:lnTo>
                      <a:pt x="3819" y="5390"/>
                    </a:lnTo>
                    <a:lnTo>
                      <a:pt x="3838" y="5388"/>
                    </a:lnTo>
                    <a:lnTo>
                      <a:pt x="3833" y="5350"/>
                    </a:lnTo>
                    <a:lnTo>
                      <a:pt x="3814" y="5352"/>
                    </a:lnTo>
                    <a:moveTo>
                      <a:pt x="3804" y="5277"/>
                    </a:moveTo>
                    <a:lnTo>
                      <a:pt x="3809" y="5315"/>
                    </a:lnTo>
                    <a:lnTo>
                      <a:pt x="3828" y="5312"/>
                    </a:lnTo>
                    <a:lnTo>
                      <a:pt x="3823" y="5274"/>
                    </a:lnTo>
                    <a:lnTo>
                      <a:pt x="3804" y="5277"/>
                    </a:lnTo>
                    <a:moveTo>
                      <a:pt x="3793" y="5203"/>
                    </a:moveTo>
                    <a:lnTo>
                      <a:pt x="3800" y="5239"/>
                    </a:lnTo>
                    <a:lnTo>
                      <a:pt x="3816" y="5237"/>
                    </a:lnTo>
                    <a:lnTo>
                      <a:pt x="3812" y="5201"/>
                    </a:lnTo>
                    <a:lnTo>
                      <a:pt x="3793" y="5203"/>
                    </a:lnTo>
                    <a:moveTo>
                      <a:pt x="3783" y="5128"/>
                    </a:moveTo>
                    <a:lnTo>
                      <a:pt x="3788" y="5166"/>
                    </a:lnTo>
                    <a:lnTo>
                      <a:pt x="3807" y="5163"/>
                    </a:lnTo>
                    <a:lnTo>
                      <a:pt x="3802" y="5125"/>
                    </a:lnTo>
                    <a:lnTo>
                      <a:pt x="3783" y="5128"/>
                    </a:lnTo>
                    <a:moveTo>
                      <a:pt x="3774" y="5052"/>
                    </a:moveTo>
                    <a:lnTo>
                      <a:pt x="3778" y="5090"/>
                    </a:lnTo>
                    <a:lnTo>
                      <a:pt x="3797" y="5088"/>
                    </a:lnTo>
                    <a:lnTo>
                      <a:pt x="3793" y="5050"/>
                    </a:lnTo>
                    <a:lnTo>
                      <a:pt x="3774" y="5052"/>
                    </a:lnTo>
                    <a:moveTo>
                      <a:pt x="3764" y="4976"/>
                    </a:moveTo>
                    <a:lnTo>
                      <a:pt x="3769" y="5014"/>
                    </a:lnTo>
                    <a:lnTo>
                      <a:pt x="3788" y="5012"/>
                    </a:lnTo>
                    <a:lnTo>
                      <a:pt x="3781" y="4974"/>
                    </a:lnTo>
                    <a:lnTo>
                      <a:pt x="3764" y="4976"/>
                    </a:lnTo>
                    <a:moveTo>
                      <a:pt x="3752" y="4903"/>
                    </a:moveTo>
                    <a:lnTo>
                      <a:pt x="3757" y="4941"/>
                    </a:lnTo>
                    <a:lnTo>
                      <a:pt x="3776" y="4939"/>
                    </a:lnTo>
                    <a:lnTo>
                      <a:pt x="3771" y="4901"/>
                    </a:lnTo>
                    <a:lnTo>
                      <a:pt x="3752" y="4903"/>
                    </a:lnTo>
                    <a:moveTo>
                      <a:pt x="3743" y="4828"/>
                    </a:moveTo>
                    <a:lnTo>
                      <a:pt x="3748" y="4865"/>
                    </a:lnTo>
                    <a:lnTo>
                      <a:pt x="3767" y="4863"/>
                    </a:lnTo>
                    <a:lnTo>
                      <a:pt x="3762" y="4825"/>
                    </a:lnTo>
                    <a:lnTo>
                      <a:pt x="3743" y="4828"/>
                    </a:lnTo>
                    <a:moveTo>
                      <a:pt x="3734" y="4752"/>
                    </a:moveTo>
                    <a:lnTo>
                      <a:pt x="3738" y="4790"/>
                    </a:lnTo>
                    <a:lnTo>
                      <a:pt x="3757" y="4787"/>
                    </a:lnTo>
                    <a:lnTo>
                      <a:pt x="3752" y="4749"/>
                    </a:lnTo>
                    <a:lnTo>
                      <a:pt x="3734" y="4752"/>
                    </a:lnTo>
                    <a:moveTo>
                      <a:pt x="3722" y="4679"/>
                    </a:moveTo>
                    <a:lnTo>
                      <a:pt x="3729" y="4716"/>
                    </a:lnTo>
                    <a:lnTo>
                      <a:pt x="3748" y="4712"/>
                    </a:lnTo>
                    <a:lnTo>
                      <a:pt x="3741" y="4676"/>
                    </a:lnTo>
                    <a:lnTo>
                      <a:pt x="3722" y="4679"/>
                    </a:lnTo>
                    <a:moveTo>
                      <a:pt x="3712" y="4603"/>
                    </a:moveTo>
                    <a:lnTo>
                      <a:pt x="3717" y="4641"/>
                    </a:lnTo>
                    <a:lnTo>
                      <a:pt x="3736" y="4638"/>
                    </a:lnTo>
                    <a:lnTo>
                      <a:pt x="3731" y="4601"/>
                    </a:lnTo>
                    <a:lnTo>
                      <a:pt x="3712" y="4603"/>
                    </a:lnTo>
                    <a:moveTo>
                      <a:pt x="3703" y="4527"/>
                    </a:moveTo>
                    <a:lnTo>
                      <a:pt x="3708" y="4565"/>
                    </a:lnTo>
                    <a:lnTo>
                      <a:pt x="3726" y="4563"/>
                    </a:lnTo>
                    <a:lnTo>
                      <a:pt x="3722" y="4525"/>
                    </a:lnTo>
                    <a:lnTo>
                      <a:pt x="3703" y="4527"/>
                    </a:lnTo>
                    <a:moveTo>
                      <a:pt x="3693" y="4454"/>
                    </a:moveTo>
                    <a:lnTo>
                      <a:pt x="3698" y="4489"/>
                    </a:lnTo>
                    <a:lnTo>
                      <a:pt x="3717" y="4487"/>
                    </a:lnTo>
                    <a:lnTo>
                      <a:pt x="3712" y="4449"/>
                    </a:lnTo>
                    <a:lnTo>
                      <a:pt x="3693" y="4454"/>
                    </a:lnTo>
                    <a:moveTo>
                      <a:pt x="3682" y="4378"/>
                    </a:moveTo>
                    <a:lnTo>
                      <a:pt x="3686" y="4416"/>
                    </a:lnTo>
                    <a:lnTo>
                      <a:pt x="3705" y="4414"/>
                    </a:lnTo>
                    <a:lnTo>
                      <a:pt x="3700" y="4376"/>
                    </a:lnTo>
                    <a:lnTo>
                      <a:pt x="3682" y="4378"/>
                    </a:lnTo>
                    <a:moveTo>
                      <a:pt x="3712" y="4307"/>
                    </a:moveTo>
                    <a:lnTo>
                      <a:pt x="3691" y="4336"/>
                    </a:lnTo>
                    <a:lnTo>
                      <a:pt x="3705" y="4348"/>
                    </a:lnTo>
                    <a:lnTo>
                      <a:pt x="3729" y="4317"/>
                    </a:lnTo>
                    <a:lnTo>
                      <a:pt x="3712" y="4307"/>
                    </a:lnTo>
                    <a:moveTo>
                      <a:pt x="3760" y="4246"/>
                    </a:moveTo>
                    <a:lnTo>
                      <a:pt x="3736" y="4277"/>
                    </a:lnTo>
                    <a:lnTo>
                      <a:pt x="3752" y="4288"/>
                    </a:lnTo>
                    <a:lnTo>
                      <a:pt x="3774" y="4258"/>
                    </a:lnTo>
                    <a:lnTo>
                      <a:pt x="3760" y="4246"/>
                    </a:lnTo>
                    <a:moveTo>
                      <a:pt x="3804" y="4184"/>
                    </a:moveTo>
                    <a:lnTo>
                      <a:pt x="3781" y="4215"/>
                    </a:lnTo>
                    <a:lnTo>
                      <a:pt x="3797" y="4227"/>
                    </a:lnTo>
                    <a:lnTo>
                      <a:pt x="3819" y="4196"/>
                    </a:lnTo>
                    <a:lnTo>
                      <a:pt x="3804" y="4184"/>
                    </a:lnTo>
                    <a:moveTo>
                      <a:pt x="3849" y="4125"/>
                    </a:moveTo>
                    <a:lnTo>
                      <a:pt x="3828" y="4156"/>
                    </a:lnTo>
                    <a:lnTo>
                      <a:pt x="3842" y="4168"/>
                    </a:lnTo>
                    <a:lnTo>
                      <a:pt x="3866" y="4137"/>
                    </a:lnTo>
                    <a:lnTo>
                      <a:pt x="3849" y="4125"/>
                    </a:lnTo>
                    <a:moveTo>
                      <a:pt x="3897" y="4064"/>
                    </a:moveTo>
                    <a:lnTo>
                      <a:pt x="3873" y="4095"/>
                    </a:lnTo>
                    <a:lnTo>
                      <a:pt x="3887" y="4106"/>
                    </a:lnTo>
                    <a:lnTo>
                      <a:pt x="3911" y="4076"/>
                    </a:lnTo>
                    <a:lnTo>
                      <a:pt x="3897" y="4064"/>
                    </a:lnTo>
                    <a:moveTo>
                      <a:pt x="3942" y="4005"/>
                    </a:moveTo>
                    <a:lnTo>
                      <a:pt x="3918" y="4035"/>
                    </a:lnTo>
                    <a:lnTo>
                      <a:pt x="3935" y="4045"/>
                    </a:lnTo>
                    <a:lnTo>
                      <a:pt x="3956" y="4017"/>
                    </a:lnTo>
                    <a:lnTo>
                      <a:pt x="3942" y="4005"/>
                    </a:lnTo>
                    <a:moveTo>
                      <a:pt x="3987" y="3943"/>
                    </a:moveTo>
                    <a:lnTo>
                      <a:pt x="3965" y="3974"/>
                    </a:lnTo>
                    <a:lnTo>
                      <a:pt x="3979" y="3986"/>
                    </a:lnTo>
                    <a:lnTo>
                      <a:pt x="4003" y="3955"/>
                    </a:lnTo>
                    <a:lnTo>
                      <a:pt x="3987" y="3943"/>
                    </a:lnTo>
                    <a:moveTo>
                      <a:pt x="4034" y="3884"/>
                    </a:moveTo>
                    <a:lnTo>
                      <a:pt x="4010" y="3915"/>
                    </a:lnTo>
                    <a:lnTo>
                      <a:pt x="4024" y="3924"/>
                    </a:lnTo>
                    <a:lnTo>
                      <a:pt x="4048" y="3896"/>
                    </a:lnTo>
                    <a:lnTo>
                      <a:pt x="4034" y="3884"/>
                    </a:lnTo>
                    <a:moveTo>
                      <a:pt x="4079" y="3823"/>
                    </a:moveTo>
                    <a:lnTo>
                      <a:pt x="4055" y="3853"/>
                    </a:lnTo>
                    <a:lnTo>
                      <a:pt x="4072" y="3865"/>
                    </a:lnTo>
                    <a:lnTo>
                      <a:pt x="4093" y="3835"/>
                    </a:lnTo>
                    <a:lnTo>
                      <a:pt x="4079" y="3823"/>
                    </a:lnTo>
                    <a:moveTo>
                      <a:pt x="4124" y="3764"/>
                    </a:moveTo>
                    <a:lnTo>
                      <a:pt x="4102" y="3794"/>
                    </a:lnTo>
                    <a:lnTo>
                      <a:pt x="4117" y="3804"/>
                    </a:lnTo>
                    <a:lnTo>
                      <a:pt x="4140" y="3775"/>
                    </a:lnTo>
                    <a:lnTo>
                      <a:pt x="4124" y="3764"/>
                    </a:lnTo>
                    <a:moveTo>
                      <a:pt x="4169" y="3702"/>
                    </a:moveTo>
                    <a:lnTo>
                      <a:pt x="4147" y="3733"/>
                    </a:lnTo>
                    <a:lnTo>
                      <a:pt x="4162" y="3745"/>
                    </a:lnTo>
                    <a:lnTo>
                      <a:pt x="4185" y="3714"/>
                    </a:lnTo>
                    <a:lnTo>
                      <a:pt x="4169" y="3702"/>
                    </a:lnTo>
                    <a:moveTo>
                      <a:pt x="4216" y="3643"/>
                    </a:moveTo>
                    <a:lnTo>
                      <a:pt x="4192" y="3674"/>
                    </a:lnTo>
                    <a:lnTo>
                      <a:pt x="4206" y="3683"/>
                    </a:lnTo>
                    <a:lnTo>
                      <a:pt x="4230" y="3655"/>
                    </a:lnTo>
                    <a:lnTo>
                      <a:pt x="4216" y="3643"/>
                    </a:lnTo>
                    <a:moveTo>
                      <a:pt x="4261" y="3582"/>
                    </a:moveTo>
                    <a:lnTo>
                      <a:pt x="4237" y="3612"/>
                    </a:lnTo>
                    <a:lnTo>
                      <a:pt x="4254" y="3624"/>
                    </a:lnTo>
                    <a:lnTo>
                      <a:pt x="4275" y="3593"/>
                    </a:lnTo>
                    <a:lnTo>
                      <a:pt x="4261" y="3582"/>
                    </a:lnTo>
                    <a:moveTo>
                      <a:pt x="4306" y="3522"/>
                    </a:moveTo>
                    <a:lnTo>
                      <a:pt x="4284" y="3551"/>
                    </a:lnTo>
                    <a:lnTo>
                      <a:pt x="4299" y="3563"/>
                    </a:lnTo>
                    <a:lnTo>
                      <a:pt x="4322" y="3534"/>
                    </a:lnTo>
                    <a:lnTo>
                      <a:pt x="4306" y="3522"/>
                    </a:lnTo>
                    <a:moveTo>
                      <a:pt x="4353" y="3461"/>
                    </a:moveTo>
                    <a:lnTo>
                      <a:pt x="4329" y="3492"/>
                    </a:lnTo>
                    <a:lnTo>
                      <a:pt x="4344" y="3504"/>
                    </a:lnTo>
                    <a:lnTo>
                      <a:pt x="4367" y="3473"/>
                    </a:lnTo>
                    <a:lnTo>
                      <a:pt x="4353" y="3461"/>
                    </a:lnTo>
                    <a:moveTo>
                      <a:pt x="4398" y="3402"/>
                    </a:moveTo>
                    <a:lnTo>
                      <a:pt x="4374" y="3430"/>
                    </a:lnTo>
                    <a:lnTo>
                      <a:pt x="4391" y="3442"/>
                    </a:lnTo>
                    <a:lnTo>
                      <a:pt x="4412" y="3411"/>
                    </a:lnTo>
                    <a:lnTo>
                      <a:pt x="4398" y="3402"/>
                    </a:lnTo>
                    <a:moveTo>
                      <a:pt x="4443" y="3340"/>
                    </a:moveTo>
                    <a:lnTo>
                      <a:pt x="4422" y="3371"/>
                    </a:lnTo>
                    <a:lnTo>
                      <a:pt x="4436" y="3383"/>
                    </a:lnTo>
                    <a:lnTo>
                      <a:pt x="4459" y="3352"/>
                    </a:lnTo>
                    <a:lnTo>
                      <a:pt x="4443" y="3340"/>
                    </a:lnTo>
                    <a:moveTo>
                      <a:pt x="4490" y="3281"/>
                    </a:moveTo>
                    <a:lnTo>
                      <a:pt x="4467" y="3310"/>
                    </a:lnTo>
                    <a:lnTo>
                      <a:pt x="4481" y="3321"/>
                    </a:lnTo>
                    <a:lnTo>
                      <a:pt x="4504" y="3291"/>
                    </a:lnTo>
                    <a:lnTo>
                      <a:pt x="4490" y="3281"/>
                    </a:lnTo>
                    <a:moveTo>
                      <a:pt x="4535" y="3220"/>
                    </a:moveTo>
                    <a:lnTo>
                      <a:pt x="4511" y="3251"/>
                    </a:lnTo>
                    <a:lnTo>
                      <a:pt x="4528" y="3262"/>
                    </a:lnTo>
                    <a:lnTo>
                      <a:pt x="4549" y="3232"/>
                    </a:lnTo>
                    <a:lnTo>
                      <a:pt x="4535" y="3220"/>
                    </a:lnTo>
                    <a:moveTo>
                      <a:pt x="4580" y="3161"/>
                    </a:moveTo>
                    <a:lnTo>
                      <a:pt x="4559" y="3189"/>
                    </a:lnTo>
                    <a:lnTo>
                      <a:pt x="4573" y="3201"/>
                    </a:lnTo>
                    <a:lnTo>
                      <a:pt x="4597" y="3170"/>
                    </a:lnTo>
                    <a:lnTo>
                      <a:pt x="4580" y="3161"/>
                    </a:lnTo>
                    <a:moveTo>
                      <a:pt x="4625" y="3099"/>
                    </a:moveTo>
                    <a:lnTo>
                      <a:pt x="4604" y="3130"/>
                    </a:lnTo>
                    <a:lnTo>
                      <a:pt x="4618" y="3142"/>
                    </a:lnTo>
                    <a:lnTo>
                      <a:pt x="4641" y="3111"/>
                    </a:lnTo>
                    <a:lnTo>
                      <a:pt x="4625" y="3099"/>
                    </a:lnTo>
                    <a:moveTo>
                      <a:pt x="4672" y="3038"/>
                    </a:moveTo>
                    <a:lnTo>
                      <a:pt x="4649" y="3069"/>
                    </a:lnTo>
                    <a:lnTo>
                      <a:pt x="4663" y="3080"/>
                    </a:lnTo>
                    <a:lnTo>
                      <a:pt x="4686" y="3050"/>
                    </a:lnTo>
                    <a:lnTo>
                      <a:pt x="4672" y="3038"/>
                    </a:lnTo>
                    <a:moveTo>
                      <a:pt x="4717" y="2979"/>
                    </a:moveTo>
                    <a:lnTo>
                      <a:pt x="4694" y="3009"/>
                    </a:lnTo>
                    <a:lnTo>
                      <a:pt x="4710" y="3021"/>
                    </a:lnTo>
                    <a:lnTo>
                      <a:pt x="4731" y="2990"/>
                    </a:lnTo>
                    <a:lnTo>
                      <a:pt x="4717" y="2979"/>
                    </a:lnTo>
                    <a:moveTo>
                      <a:pt x="4762" y="2917"/>
                    </a:moveTo>
                    <a:lnTo>
                      <a:pt x="4741" y="2948"/>
                    </a:lnTo>
                    <a:lnTo>
                      <a:pt x="4755" y="2960"/>
                    </a:lnTo>
                    <a:lnTo>
                      <a:pt x="4779" y="2929"/>
                    </a:lnTo>
                    <a:lnTo>
                      <a:pt x="4762" y="2917"/>
                    </a:lnTo>
                    <a:moveTo>
                      <a:pt x="4809" y="2858"/>
                    </a:moveTo>
                    <a:lnTo>
                      <a:pt x="4786" y="2889"/>
                    </a:lnTo>
                    <a:lnTo>
                      <a:pt x="4800" y="2901"/>
                    </a:lnTo>
                    <a:lnTo>
                      <a:pt x="4824" y="2870"/>
                    </a:lnTo>
                    <a:lnTo>
                      <a:pt x="4809" y="2858"/>
                    </a:lnTo>
                    <a:moveTo>
                      <a:pt x="4854" y="2797"/>
                    </a:moveTo>
                    <a:lnTo>
                      <a:pt x="4831" y="2827"/>
                    </a:lnTo>
                    <a:lnTo>
                      <a:pt x="4847" y="2839"/>
                    </a:lnTo>
                    <a:lnTo>
                      <a:pt x="4868" y="2808"/>
                    </a:lnTo>
                    <a:lnTo>
                      <a:pt x="4854" y="2797"/>
                    </a:lnTo>
                    <a:moveTo>
                      <a:pt x="4899" y="2738"/>
                    </a:moveTo>
                    <a:lnTo>
                      <a:pt x="4878" y="2768"/>
                    </a:lnTo>
                    <a:lnTo>
                      <a:pt x="4892" y="2778"/>
                    </a:lnTo>
                    <a:lnTo>
                      <a:pt x="4916" y="2749"/>
                    </a:lnTo>
                    <a:lnTo>
                      <a:pt x="4899" y="2738"/>
                    </a:lnTo>
                    <a:moveTo>
                      <a:pt x="4947" y="2676"/>
                    </a:moveTo>
                    <a:lnTo>
                      <a:pt x="4923" y="2707"/>
                    </a:lnTo>
                    <a:lnTo>
                      <a:pt x="4937" y="2719"/>
                    </a:lnTo>
                    <a:lnTo>
                      <a:pt x="4961" y="2688"/>
                    </a:lnTo>
                    <a:lnTo>
                      <a:pt x="4947" y="2676"/>
                    </a:lnTo>
                    <a:moveTo>
                      <a:pt x="4991" y="2617"/>
                    </a:moveTo>
                    <a:lnTo>
                      <a:pt x="4968" y="2648"/>
                    </a:lnTo>
                    <a:lnTo>
                      <a:pt x="4984" y="2657"/>
                    </a:lnTo>
                    <a:lnTo>
                      <a:pt x="5006" y="2629"/>
                    </a:lnTo>
                    <a:lnTo>
                      <a:pt x="4991" y="2617"/>
                    </a:lnTo>
                    <a:moveTo>
                      <a:pt x="5036" y="2555"/>
                    </a:moveTo>
                    <a:lnTo>
                      <a:pt x="5015" y="2586"/>
                    </a:lnTo>
                    <a:lnTo>
                      <a:pt x="5029" y="2598"/>
                    </a:lnTo>
                    <a:lnTo>
                      <a:pt x="5053" y="2567"/>
                    </a:lnTo>
                    <a:lnTo>
                      <a:pt x="5036" y="2555"/>
                    </a:lnTo>
                    <a:moveTo>
                      <a:pt x="5081" y="2496"/>
                    </a:moveTo>
                    <a:lnTo>
                      <a:pt x="5060" y="2527"/>
                    </a:lnTo>
                    <a:lnTo>
                      <a:pt x="5074" y="2537"/>
                    </a:lnTo>
                    <a:lnTo>
                      <a:pt x="5098" y="2508"/>
                    </a:lnTo>
                    <a:lnTo>
                      <a:pt x="5081" y="2496"/>
                    </a:lnTo>
                    <a:moveTo>
                      <a:pt x="5129" y="2435"/>
                    </a:moveTo>
                    <a:lnTo>
                      <a:pt x="5105" y="2466"/>
                    </a:lnTo>
                    <a:lnTo>
                      <a:pt x="5119" y="2477"/>
                    </a:lnTo>
                    <a:lnTo>
                      <a:pt x="5143" y="2447"/>
                    </a:lnTo>
                    <a:lnTo>
                      <a:pt x="5129" y="2435"/>
                    </a:lnTo>
                    <a:moveTo>
                      <a:pt x="5129" y="2381"/>
                    </a:moveTo>
                    <a:lnTo>
                      <a:pt x="5143" y="2414"/>
                    </a:lnTo>
                    <a:lnTo>
                      <a:pt x="5162" y="2407"/>
                    </a:lnTo>
                    <a:lnTo>
                      <a:pt x="5145" y="2371"/>
                    </a:lnTo>
                    <a:lnTo>
                      <a:pt x="5129" y="2381"/>
                    </a:lnTo>
                    <a:moveTo>
                      <a:pt x="5098" y="2310"/>
                    </a:moveTo>
                    <a:lnTo>
                      <a:pt x="5112" y="2345"/>
                    </a:lnTo>
                    <a:lnTo>
                      <a:pt x="5131" y="2338"/>
                    </a:lnTo>
                    <a:lnTo>
                      <a:pt x="5114" y="2302"/>
                    </a:lnTo>
                    <a:lnTo>
                      <a:pt x="5098" y="2310"/>
                    </a:lnTo>
                    <a:moveTo>
                      <a:pt x="5067" y="2241"/>
                    </a:moveTo>
                    <a:lnTo>
                      <a:pt x="5081" y="2276"/>
                    </a:lnTo>
                    <a:lnTo>
                      <a:pt x="5100" y="2267"/>
                    </a:lnTo>
                    <a:lnTo>
                      <a:pt x="5084" y="2234"/>
                    </a:lnTo>
                    <a:lnTo>
                      <a:pt x="5067" y="2241"/>
                    </a:lnTo>
                    <a:moveTo>
                      <a:pt x="5036" y="2172"/>
                    </a:moveTo>
                    <a:lnTo>
                      <a:pt x="5051" y="2206"/>
                    </a:lnTo>
                    <a:lnTo>
                      <a:pt x="5069" y="2198"/>
                    </a:lnTo>
                    <a:lnTo>
                      <a:pt x="5053" y="2165"/>
                    </a:lnTo>
                    <a:lnTo>
                      <a:pt x="5036" y="2172"/>
                    </a:lnTo>
                    <a:moveTo>
                      <a:pt x="5006" y="2104"/>
                    </a:moveTo>
                    <a:lnTo>
                      <a:pt x="5020" y="2137"/>
                    </a:lnTo>
                    <a:lnTo>
                      <a:pt x="5039" y="2130"/>
                    </a:lnTo>
                    <a:lnTo>
                      <a:pt x="5022" y="2094"/>
                    </a:lnTo>
                    <a:lnTo>
                      <a:pt x="5006" y="2104"/>
                    </a:lnTo>
                    <a:moveTo>
                      <a:pt x="4975" y="2033"/>
                    </a:moveTo>
                    <a:lnTo>
                      <a:pt x="4989" y="2068"/>
                    </a:lnTo>
                    <a:lnTo>
                      <a:pt x="5008" y="2061"/>
                    </a:lnTo>
                    <a:lnTo>
                      <a:pt x="4991" y="2026"/>
                    </a:lnTo>
                    <a:lnTo>
                      <a:pt x="4975" y="2033"/>
                    </a:lnTo>
                    <a:moveTo>
                      <a:pt x="4944" y="1964"/>
                    </a:moveTo>
                    <a:lnTo>
                      <a:pt x="4958" y="2000"/>
                    </a:lnTo>
                    <a:lnTo>
                      <a:pt x="4977" y="1993"/>
                    </a:lnTo>
                    <a:lnTo>
                      <a:pt x="4961" y="1957"/>
                    </a:lnTo>
                    <a:lnTo>
                      <a:pt x="4944" y="1964"/>
                    </a:lnTo>
                    <a:moveTo>
                      <a:pt x="4913" y="1896"/>
                    </a:moveTo>
                    <a:lnTo>
                      <a:pt x="4928" y="1931"/>
                    </a:lnTo>
                    <a:lnTo>
                      <a:pt x="4947" y="1922"/>
                    </a:lnTo>
                    <a:lnTo>
                      <a:pt x="4930" y="1889"/>
                    </a:lnTo>
                    <a:lnTo>
                      <a:pt x="4913" y="1896"/>
                    </a:lnTo>
                    <a:moveTo>
                      <a:pt x="4883" y="1827"/>
                    </a:moveTo>
                    <a:lnTo>
                      <a:pt x="4897" y="1860"/>
                    </a:lnTo>
                    <a:lnTo>
                      <a:pt x="4916" y="1853"/>
                    </a:lnTo>
                    <a:lnTo>
                      <a:pt x="4899" y="1818"/>
                    </a:lnTo>
                    <a:lnTo>
                      <a:pt x="4883" y="1827"/>
                    </a:lnTo>
                    <a:moveTo>
                      <a:pt x="4852" y="1756"/>
                    </a:moveTo>
                    <a:lnTo>
                      <a:pt x="4866" y="1792"/>
                    </a:lnTo>
                    <a:lnTo>
                      <a:pt x="4885" y="1785"/>
                    </a:lnTo>
                    <a:lnTo>
                      <a:pt x="4868" y="1749"/>
                    </a:lnTo>
                    <a:lnTo>
                      <a:pt x="4852" y="1756"/>
                    </a:lnTo>
                    <a:moveTo>
                      <a:pt x="4821" y="1688"/>
                    </a:moveTo>
                    <a:lnTo>
                      <a:pt x="4835" y="1723"/>
                    </a:lnTo>
                    <a:lnTo>
                      <a:pt x="4854" y="1716"/>
                    </a:lnTo>
                    <a:lnTo>
                      <a:pt x="4838" y="1681"/>
                    </a:lnTo>
                    <a:lnTo>
                      <a:pt x="4821" y="1688"/>
                    </a:lnTo>
                    <a:moveTo>
                      <a:pt x="4790" y="1619"/>
                    </a:moveTo>
                    <a:lnTo>
                      <a:pt x="4805" y="1655"/>
                    </a:lnTo>
                    <a:lnTo>
                      <a:pt x="4824" y="1645"/>
                    </a:lnTo>
                    <a:lnTo>
                      <a:pt x="4807" y="1612"/>
                    </a:lnTo>
                    <a:lnTo>
                      <a:pt x="4790" y="1619"/>
                    </a:lnTo>
                    <a:moveTo>
                      <a:pt x="4760" y="1551"/>
                    </a:moveTo>
                    <a:lnTo>
                      <a:pt x="4774" y="1584"/>
                    </a:lnTo>
                    <a:lnTo>
                      <a:pt x="4793" y="1577"/>
                    </a:lnTo>
                    <a:lnTo>
                      <a:pt x="4776" y="1541"/>
                    </a:lnTo>
                    <a:lnTo>
                      <a:pt x="4760" y="1551"/>
                    </a:lnTo>
                    <a:moveTo>
                      <a:pt x="4729" y="1480"/>
                    </a:moveTo>
                    <a:lnTo>
                      <a:pt x="4743" y="1515"/>
                    </a:lnTo>
                    <a:lnTo>
                      <a:pt x="4762" y="1508"/>
                    </a:lnTo>
                    <a:lnTo>
                      <a:pt x="4746" y="1473"/>
                    </a:lnTo>
                    <a:lnTo>
                      <a:pt x="4729" y="1480"/>
                    </a:lnTo>
                    <a:moveTo>
                      <a:pt x="4698" y="1411"/>
                    </a:moveTo>
                    <a:lnTo>
                      <a:pt x="4712" y="1447"/>
                    </a:lnTo>
                    <a:lnTo>
                      <a:pt x="4731" y="1440"/>
                    </a:lnTo>
                    <a:lnTo>
                      <a:pt x="4715" y="1404"/>
                    </a:lnTo>
                    <a:lnTo>
                      <a:pt x="4698" y="1411"/>
                    </a:lnTo>
                    <a:moveTo>
                      <a:pt x="4668" y="1343"/>
                    </a:moveTo>
                    <a:lnTo>
                      <a:pt x="4682" y="1378"/>
                    </a:lnTo>
                    <a:lnTo>
                      <a:pt x="4701" y="1369"/>
                    </a:lnTo>
                    <a:lnTo>
                      <a:pt x="4684" y="1336"/>
                    </a:lnTo>
                    <a:lnTo>
                      <a:pt x="4668" y="1343"/>
                    </a:lnTo>
                    <a:moveTo>
                      <a:pt x="4637" y="1274"/>
                    </a:moveTo>
                    <a:lnTo>
                      <a:pt x="4651" y="1307"/>
                    </a:lnTo>
                    <a:lnTo>
                      <a:pt x="4670" y="1300"/>
                    </a:lnTo>
                    <a:lnTo>
                      <a:pt x="4653" y="1267"/>
                    </a:lnTo>
                    <a:lnTo>
                      <a:pt x="4637" y="1274"/>
                    </a:lnTo>
                    <a:moveTo>
                      <a:pt x="4606" y="1205"/>
                    </a:moveTo>
                    <a:lnTo>
                      <a:pt x="4620" y="1239"/>
                    </a:lnTo>
                    <a:lnTo>
                      <a:pt x="4639" y="1231"/>
                    </a:lnTo>
                    <a:lnTo>
                      <a:pt x="4623" y="1196"/>
                    </a:lnTo>
                    <a:lnTo>
                      <a:pt x="4606" y="1205"/>
                    </a:lnTo>
                    <a:moveTo>
                      <a:pt x="4575" y="1135"/>
                    </a:moveTo>
                    <a:lnTo>
                      <a:pt x="4589" y="1170"/>
                    </a:lnTo>
                    <a:lnTo>
                      <a:pt x="4608" y="1163"/>
                    </a:lnTo>
                    <a:lnTo>
                      <a:pt x="4592" y="1127"/>
                    </a:lnTo>
                    <a:lnTo>
                      <a:pt x="4575" y="1135"/>
                    </a:lnTo>
                    <a:moveTo>
                      <a:pt x="4545" y="1066"/>
                    </a:moveTo>
                    <a:lnTo>
                      <a:pt x="4559" y="1101"/>
                    </a:lnTo>
                    <a:lnTo>
                      <a:pt x="4578" y="1092"/>
                    </a:lnTo>
                    <a:lnTo>
                      <a:pt x="4561" y="1059"/>
                    </a:lnTo>
                    <a:lnTo>
                      <a:pt x="4545" y="1066"/>
                    </a:lnTo>
                    <a:moveTo>
                      <a:pt x="4514" y="997"/>
                    </a:moveTo>
                    <a:lnTo>
                      <a:pt x="4528" y="1031"/>
                    </a:lnTo>
                    <a:lnTo>
                      <a:pt x="4547" y="1023"/>
                    </a:lnTo>
                    <a:lnTo>
                      <a:pt x="4530" y="990"/>
                    </a:lnTo>
                    <a:lnTo>
                      <a:pt x="4514" y="997"/>
                    </a:lnTo>
                    <a:moveTo>
                      <a:pt x="4483" y="929"/>
                    </a:moveTo>
                    <a:lnTo>
                      <a:pt x="4497" y="962"/>
                    </a:lnTo>
                    <a:lnTo>
                      <a:pt x="4516" y="955"/>
                    </a:lnTo>
                    <a:lnTo>
                      <a:pt x="4500" y="919"/>
                    </a:lnTo>
                    <a:lnTo>
                      <a:pt x="4483" y="929"/>
                    </a:lnTo>
                    <a:moveTo>
                      <a:pt x="4452" y="858"/>
                    </a:moveTo>
                    <a:lnTo>
                      <a:pt x="4467" y="893"/>
                    </a:lnTo>
                    <a:lnTo>
                      <a:pt x="4485" y="886"/>
                    </a:lnTo>
                    <a:lnTo>
                      <a:pt x="4469" y="851"/>
                    </a:lnTo>
                    <a:lnTo>
                      <a:pt x="4452" y="858"/>
                    </a:lnTo>
                    <a:moveTo>
                      <a:pt x="4422" y="789"/>
                    </a:moveTo>
                    <a:lnTo>
                      <a:pt x="4436" y="825"/>
                    </a:lnTo>
                    <a:lnTo>
                      <a:pt x="4455" y="815"/>
                    </a:lnTo>
                    <a:lnTo>
                      <a:pt x="4438" y="782"/>
                    </a:lnTo>
                    <a:lnTo>
                      <a:pt x="4422" y="789"/>
                    </a:lnTo>
                    <a:moveTo>
                      <a:pt x="4391" y="721"/>
                    </a:moveTo>
                    <a:lnTo>
                      <a:pt x="4405" y="754"/>
                    </a:lnTo>
                    <a:lnTo>
                      <a:pt x="4424" y="747"/>
                    </a:lnTo>
                    <a:lnTo>
                      <a:pt x="4407" y="714"/>
                    </a:lnTo>
                    <a:lnTo>
                      <a:pt x="4391" y="721"/>
                    </a:lnTo>
                    <a:moveTo>
                      <a:pt x="4360" y="652"/>
                    </a:moveTo>
                    <a:lnTo>
                      <a:pt x="4374" y="685"/>
                    </a:lnTo>
                    <a:lnTo>
                      <a:pt x="4393" y="678"/>
                    </a:lnTo>
                    <a:lnTo>
                      <a:pt x="4377" y="643"/>
                    </a:lnTo>
                    <a:lnTo>
                      <a:pt x="4360" y="652"/>
                    </a:lnTo>
                    <a:moveTo>
                      <a:pt x="4329" y="581"/>
                    </a:moveTo>
                    <a:lnTo>
                      <a:pt x="4344" y="617"/>
                    </a:lnTo>
                    <a:lnTo>
                      <a:pt x="4362" y="610"/>
                    </a:lnTo>
                    <a:lnTo>
                      <a:pt x="4346" y="574"/>
                    </a:lnTo>
                    <a:lnTo>
                      <a:pt x="4329" y="581"/>
                    </a:lnTo>
                    <a:moveTo>
                      <a:pt x="4299" y="513"/>
                    </a:moveTo>
                    <a:lnTo>
                      <a:pt x="4313" y="548"/>
                    </a:lnTo>
                    <a:lnTo>
                      <a:pt x="4332" y="539"/>
                    </a:lnTo>
                    <a:lnTo>
                      <a:pt x="4315" y="506"/>
                    </a:lnTo>
                    <a:lnTo>
                      <a:pt x="4299" y="513"/>
                    </a:lnTo>
                    <a:moveTo>
                      <a:pt x="4268" y="444"/>
                    </a:moveTo>
                    <a:lnTo>
                      <a:pt x="4282" y="477"/>
                    </a:lnTo>
                    <a:lnTo>
                      <a:pt x="4301" y="470"/>
                    </a:lnTo>
                    <a:lnTo>
                      <a:pt x="4284" y="437"/>
                    </a:lnTo>
                    <a:lnTo>
                      <a:pt x="4268" y="444"/>
                    </a:lnTo>
                    <a:moveTo>
                      <a:pt x="4230" y="399"/>
                    </a:moveTo>
                    <a:lnTo>
                      <a:pt x="4247" y="399"/>
                    </a:lnTo>
                    <a:lnTo>
                      <a:pt x="4251" y="409"/>
                    </a:lnTo>
                    <a:lnTo>
                      <a:pt x="4270" y="402"/>
                    </a:lnTo>
                    <a:lnTo>
                      <a:pt x="4261" y="383"/>
                    </a:lnTo>
                    <a:lnTo>
                      <a:pt x="4232" y="380"/>
                    </a:lnTo>
                    <a:lnTo>
                      <a:pt x="4230" y="399"/>
                    </a:lnTo>
                    <a:moveTo>
                      <a:pt x="4157" y="390"/>
                    </a:moveTo>
                    <a:lnTo>
                      <a:pt x="4195" y="395"/>
                    </a:lnTo>
                    <a:lnTo>
                      <a:pt x="4195" y="376"/>
                    </a:lnTo>
                    <a:lnTo>
                      <a:pt x="4157" y="371"/>
                    </a:lnTo>
                    <a:lnTo>
                      <a:pt x="4157" y="390"/>
                    </a:lnTo>
                    <a:moveTo>
                      <a:pt x="4081" y="383"/>
                    </a:moveTo>
                    <a:lnTo>
                      <a:pt x="4119" y="387"/>
                    </a:lnTo>
                    <a:lnTo>
                      <a:pt x="4119" y="369"/>
                    </a:lnTo>
                    <a:lnTo>
                      <a:pt x="4083" y="364"/>
                    </a:lnTo>
                    <a:lnTo>
                      <a:pt x="4081" y="383"/>
                    </a:lnTo>
                    <a:moveTo>
                      <a:pt x="4005" y="376"/>
                    </a:moveTo>
                    <a:lnTo>
                      <a:pt x="4043" y="380"/>
                    </a:lnTo>
                    <a:lnTo>
                      <a:pt x="4046" y="361"/>
                    </a:lnTo>
                    <a:lnTo>
                      <a:pt x="4008" y="357"/>
                    </a:lnTo>
                    <a:lnTo>
                      <a:pt x="4005" y="376"/>
                    </a:lnTo>
                    <a:moveTo>
                      <a:pt x="3930" y="369"/>
                    </a:moveTo>
                    <a:lnTo>
                      <a:pt x="3968" y="371"/>
                    </a:lnTo>
                    <a:lnTo>
                      <a:pt x="3970" y="352"/>
                    </a:lnTo>
                    <a:lnTo>
                      <a:pt x="3932" y="350"/>
                    </a:lnTo>
                    <a:lnTo>
                      <a:pt x="3930" y="369"/>
                    </a:lnTo>
                    <a:moveTo>
                      <a:pt x="3854" y="361"/>
                    </a:moveTo>
                    <a:lnTo>
                      <a:pt x="3892" y="364"/>
                    </a:lnTo>
                    <a:lnTo>
                      <a:pt x="3894" y="345"/>
                    </a:lnTo>
                    <a:lnTo>
                      <a:pt x="3857" y="343"/>
                    </a:lnTo>
                    <a:lnTo>
                      <a:pt x="3854" y="361"/>
                    </a:lnTo>
                    <a:moveTo>
                      <a:pt x="3778" y="352"/>
                    </a:moveTo>
                    <a:lnTo>
                      <a:pt x="3816" y="357"/>
                    </a:lnTo>
                    <a:lnTo>
                      <a:pt x="3819" y="338"/>
                    </a:lnTo>
                    <a:lnTo>
                      <a:pt x="3781" y="333"/>
                    </a:lnTo>
                    <a:lnTo>
                      <a:pt x="3778" y="352"/>
                    </a:lnTo>
                    <a:moveTo>
                      <a:pt x="3705" y="345"/>
                    </a:moveTo>
                    <a:lnTo>
                      <a:pt x="3741" y="350"/>
                    </a:lnTo>
                    <a:lnTo>
                      <a:pt x="3743" y="331"/>
                    </a:lnTo>
                    <a:lnTo>
                      <a:pt x="3705" y="326"/>
                    </a:lnTo>
                    <a:lnTo>
                      <a:pt x="3705" y="345"/>
                    </a:lnTo>
                    <a:moveTo>
                      <a:pt x="3630" y="338"/>
                    </a:moveTo>
                    <a:lnTo>
                      <a:pt x="3667" y="343"/>
                    </a:lnTo>
                    <a:lnTo>
                      <a:pt x="3667" y="324"/>
                    </a:lnTo>
                    <a:lnTo>
                      <a:pt x="3632" y="319"/>
                    </a:lnTo>
                    <a:lnTo>
                      <a:pt x="3630" y="338"/>
                    </a:lnTo>
                    <a:moveTo>
                      <a:pt x="3554" y="331"/>
                    </a:moveTo>
                    <a:lnTo>
                      <a:pt x="3592" y="333"/>
                    </a:lnTo>
                    <a:lnTo>
                      <a:pt x="3594" y="314"/>
                    </a:lnTo>
                    <a:lnTo>
                      <a:pt x="3556" y="312"/>
                    </a:lnTo>
                    <a:lnTo>
                      <a:pt x="3554" y="331"/>
                    </a:lnTo>
                    <a:moveTo>
                      <a:pt x="3478" y="324"/>
                    </a:moveTo>
                    <a:lnTo>
                      <a:pt x="3516" y="326"/>
                    </a:lnTo>
                    <a:lnTo>
                      <a:pt x="3518" y="307"/>
                    </a:lnTo>
                    <a:lnTo>
                      <a:pt x="3481" y="305"/>
                    </a:lnTo>
                    <a:lnTo>
                      <a:pt x="3478" y="324"/>
                    </a:lnTo>
                    <a:moveTo>
                      <a:pt x="3403" y="314"/>
                    </a:moveTo>
                    <a:lnTo>
                      <a:pt x="3440" y="319"/>
                    </a:lnTo>
                    <a:lnTo>
                      <a:pt x="3443" y="300"/>
                    </a:lnTo>
                    <a:lnTo>
                      <a:pt x="3405" y="295"/>
                    </a:lnTo>
                    <a:lnTo>
                      <a:pt x="3403" y="314"/>
                    </a:lnTo>
                    <a:moveTo>
                      <a:pt x="3327" y="307"/>
                    </a:moveTo>
                    <a:lnTo>
                      <a:pt x="3365" y="312"/>
                    </a:lnTo>
                    <a:lnTo>
                      <a:pt x="3367" y="293"/>
                    </a:lnTo>
                    <a:lnTo>
                      <a:pt x="3329" y="288"/>
                    </a:lnTo>
                    <a:lnTo>
                      <a:pt x="3327" y="307"/>
                    </a:lnTo>
                    <a:moveTo>
                      <a:pt x="3254" y="300"/>
                    </a:moveTo>
                    <a:lnTo>
                      <a:pt x="3289" y="305"/>
                    </a:lnTo>
                    <a:lnTo>
                      <a:pt x="3291" y="286"/>
                    </a:lnTo>
                    <a:lnTo>
                      <a:pt x="3254" y="281"/>
                    </a:lnTo>
                    <a:lnTo>
                      <a:pt x="3254" y="300"/>
                    </a:lnTo>
                    <a:moveTo>
                      <a:pt x="3178" y="293"/>
                    </a:moveTo>
                    <a:lnTo>
                      <a:pt x="3216" y="295"/>
                    </a:lnTo>
                    <a:lnTo>
                      <a:pt x="3216" y="276"/>
                    </a:lnTo>
                    <a:lnTo>
                      <a:pt x="3180" y="274"/>
                    </a:lnTo>
                    <a:lnTo>
                      <a:pt x="3178" y="293"/>
                    </a:lnTo>
                    <a:moveTo>
                      <a:pt x="3102" y="286"/>
                    </a:moveTo>
                    <a:lnTo>
                      <a:pt x="3140" y="288"/>
                    </a:lnTo>
                    <a:lnTo>
                      <a:pt x="3142" y="269"/>
                    </a:lnTo>
                    <a:lnTo>
                      <a:pt x="3105" y="267"/>
                    </a:lnTo>
                    <a:lnTo>
                      <a:pt x="3102" y="286"/>
                    </a:lnTo>
                    <a:moveTo>
                      <a:pt x="3027" y="276"/>
                    </a:moveTo>
                    <a:lnTo>
                      <a:pt x="3064" y="281"/>
                    </a:lnTo>
                    <a:lnTo>
                      <a:pt x="3067" y="262"/>
                    </a:lnTo>
                    <a:lnTo>
                      <a:pt x="3029" y="257"/>
                    </a:lnTo>
                    <a:lnTo>
                      <a:pt x="3027" y="276"/>
                    </a:lnTo>
                    <a:moveTo>
                      <a:pt x="2951" y="269"/>
                    </a:moveTo>
                    <a:lnTo>
                      <a:pt x="2989" y="274"/>
                    </a:lnTo>
                    <a:lnTo>
                      <a:pt x="2991" y="255"/>
                    </a:lnTo>
                    <a:lnTo>
                      <a:pt x="2953" y="250"/>
                    </a:lnTo>
                    <a:lnTo>
                      <a:pt x="2951" y="269"/>
                    </a:lnTo>
                    <a:moveTo>
                      <a:pt x="2875" y="262"/>
                    </a:moveTo>
                    <a:lnTo>
                      <a:pt x="2913" y="267"/>
                    </a:lnTo>
                    <a:lnTo>
                      <a:pt x="2915" y="248"/>
                    </a:lnTo>
                    <a:lnTo>
                      <a:pt x="2878" y="243"/>
                    </a:lnTo>
                    <a:lnTo>
                      <a:pt x="2875" y="262"/>
                    </a:lnTo>
                    <a:moveTo>
                      <a:pt x="2802" y="255"/>
                    </a:moveTo>
                    <a:lnTo>
                      <a:pt x="2837" y="257"/>
                    </a:lnTo>
                    <a:lnTo>
                      <a:pt x="2840" y="239"/>
                    </a:lnTo>
                    <a:lnTo>
                      <a:pt x="2802" y="236"/>
                    </a:lnTo>
                    <a:lnTo>
                      <a:pt x="2802" y="255"/>
                    </a:lnTo>
                    <a:moveTo>
                      <a:pt x="2726" y="248"/>
                    </a:moveTo>
                    <a:lnTo>
                      <a:pt x="2764" y="250"/>
                    </a:lnTo>
                    <a:lnTo>
                      <a:pt x="2764" y="231"/>
                    </a:lnTo>
                    <a:lnTo>
                      <a:pt x="2726" y="229"/>
                    </a:lnTo>
                    <a:lnTo>
                      <a:pt x="2726" y="248"/>
                    </a:lnTo>
                    <a:moveTo>
                      <a:pt x="2651" y="239"/>
                    </a:moveTo>
                    <a:lnTo>
                      <a:pt x="2689" y="243"/>
                    </a:lnTo>
                    <a:lnTo>
                      <a:pt x="2691" y="224"/>
                    </a:lnTo>
                    <a:lnTo>
                      <a:pt x="2653" y="220"/>
                    </a:lnTo>
                    <a:lnTo>
                      <a:pt x="2651" y="239"/>
                    </a:lnTo>
                    <a:moveTo>
                      <a:pt x="2575" y="231"/>
                    </a:moveTo>
                    <a:lnTo>
                      <a:pt x="2613" y="236"/>
                    </a:lnTo>
                    <a:lnTo>
                      <a:pt x="2615" y="217"/>
                    </a:lnTo>
                    <a:lnTo>
                      <a:pt x="2577" y="213"/>
                    </a:lnTo>
                    <a:lnTo>
                      <a:pt x="2575" y="231"/>
                    </a:lnTo>
                    <a:moveTo>
                      <a:pt x="2499" y="224"/>
                    </a:moveTo>
                    <a:lnTo>
                      <a:pt x="2537" y="229"/>
                    </a:lnTo>
                    <a:lnTo>
                      <a:pt x="2540" y="210"/>
                    </a:lnTo>
                    <a:lnTo>
                      <a:pt x="2502" y="205"/>
                    </a:lnTo>
                    <a:lnTo>
                      <a:pt x="2499" y="224"/>
                    </a:lnTo>
                    <a:moveTo>
                      <a:pt x="2424" y="217"/>
                    </a:moveTo>
                    <a:lnTo>
                      <a:pt x="2462" y="220"/>
                    </a:lnTo>
                    <a:lnTo>
                      <a:pt x="2464" y="201"/>
                    </a:lnTo>
                    <a:lnTo>
                      <a:pt x="2426" y="198"/>
                    </a:lnTo>
                    <a:lnTo>
                      <a:pt x="2424" y="217"/>
                    </a:lnTo>
                    <a:moveTo>
                      <a:pt x="2348" y="210"/>
                    </a:moveTo>
                    <a:lnTo>
                      <a:pt x="2386" y="213"/>
                    </a:lnTo>
                    <a:lnTo>
                      <a:pt x="2388" y="194"/>
                    </a:lnTo>
                    <a:lnTo>
                      <a:pt x="2350" y="191"/>
                    </a:lnTo>
                    <a:lnTo>
                      <a:pt x="2348" y="210"/>
                    </a:lnTo>
                    <a:moveTo>
                      <a:pt x="2275" y="201"/>
                    </a:moveTo>
                    <a:lnTo>
                      <a:pt x="2313" y="205"/>
                    </a:lnTo>
                    <a:lnTo>
                      <a:pt x="2313" y="186"/>
                    </a:lnTo>
                    <a:lnTo>
                      <a:pt x="2275" y="182"/>
                    </a:lnTo>
                    <a:lnTo>
                      <a:pt x="2275" y="201"/>
                    </a:lnTo>
                    <a:moveTo>
                      <a:pt x="2199" y="194"/>
                    </a:moveTo>
                    <a:lnTo>
                      <a:pt x="2237" y="198"/>
                    </a:lnTo>
                    <a:lnTo>
                      <a:pt x="2239" y="179"/>
                    </a:lnTo>
                    <a:lnTo>
                      <a:pt x="2201" y="175"/>
                    </a:lnTo>
                    <a:lnTo>
                      <a:pt x="2199" y="194"/>
                    </a:lnTo>
                    <a:moveTo>
                      <a:pt x="2123" y="186"/>
                    </a:moveTo>
                    <a:lnTo>
                      <a:pt x="2161" y="191"/>
                    </a:lnTo>
                    <a:lnTo>
                      <a:pt x="2164" y="172"/>
                    </a:lnTo>
                    <a:lnTo>
                      <a:pt x="2126" y="168"/>
                    </a:lnTo>
                    <a:lnTo>
                      <a:pt x="2123" y="186"/>
                    </a:lnTo>
                    <a:moveTo>
                      <a:pt x="2048" y="179"/>
                    </a:moveTo>
                    <a:lnTo>
                      <a:pt x="2086" y="182"/>
                    </a:lnTo>
                    <a:lnTo>
                      <a:pt x="2088" y="163"/>
                    </a:lnTo>
                    <a:lnTo>
                      <a:pt x="2050" y="160"/>
                    </a:lnTo>
                    <a:lnTo>
                      <a:pt x="2048" y="179"/>
                    </a:lnTo>
                    <a:moveTo>
                      <a:pt x="1972" y="170"/>
                    </a:moveTo>
                    <a:lnTo>
                      <a:pt x="2010" y="175"/>
                    </a:lnTo>
                    <a:lnTo>
                      <a:pt x="2012" y="156"/>
                    </a:lnTo>
                    <a:lnTo>
                      <a:pt x="1974" y="153"/>
                    </a:lnTo>
                    <a:lnTo>
                      <a:pt x="1972" y="170"/>
                    </a:lnTo>
                    <a:moveTo>
                      <a:pt x="1896" y="163"/>
                    </a:moveTo>
                    <a:lnTo>
                      <a:pt x="1934" y="168"/>
                    </a:lnTo>
                    <a:lnTo>
                      <a:pt x="1937" y="149"/>
                    </a:lnTo>
                    <a:lnTo>
                      <a:pt x="1899" y="144"/>
                    </a:lnTo>
                    <a:lnTo>
                      <a:pt x="1896" y="163"/>
                    </a:lnTo>
                    <a:moveTo>
                      <a:pt x="1823" y="156"/>
                    </a:moveTo>
                    <a:lnTo>
                      <a:pt x="1861" y="160"/>
                    </a:lnTo>
                    <a:lnTo>
                      <a:pt x="1861" y="142"/>
                    </a:lnTo>
                    <a:lnTo>
                      <a:pt x="1823" y="137"/>
                    </a:lnTo>
                    <a:lnTo>
                      <a:pt x="1823" y="156"/>
                    </a:lnTo>
                    <a:moveTo>
                      <a:pt x="1747" y="149"/>
                    </a:moveTo>
                    <a:lnTo>
                      <a:pt x="1785" y="151"/>
                    </a:lnTo>
                    <a:lnTo>
                      <a:pt x="1785" y="134"/>
                    </a:lnTo>
                    <a:lnTo>
                      <a:pt x="1750" y="130"/>
                    </a:lnTo>
                    <a:lnTo>
                      <a:pt x="1747" y="149"/>
                    </a:lnTo>
                    <a:moveTo>
                      <a:pt x="1672" y="142"/>
                    </a:moveTo>
                    <a:lnTo>
                      <a:pt x="1710" y="144"/>
                    </a:lnTo>
                    <a:lnTo>
                      <a:pt x="1712" y="125"/>
                    </a:lnTo>
                    <a:lnTo>
                      <a:pt x="1674" y="123"/>
                    </a:lnTo>
                    <a:lnTo>
                      <a:pt x="1672" y="142"/>
                    </a:lnTo>
                    <a:moveTo>
                      <a:pt x="1596" y="132"/>
                    </a:moveTo>
                    <a:lnTo>
                      <a:pt x="1634" y="137"/>
                    </a:lnTo>
                    <a:lnTo>
                      <a:pt x="1636" y="118"/>
                    </a:lnTo>
                    <a:lnTo>
                      <a:pt x="1599" y="116"/>
                    </a:lnTo>
                    <a:lnTo>
                      <a:pt x="1596" y="132"/>
                    </a:lnTo>
                    <a:moveTo>
                      <a:pt x="1520" y="125"/>
                    </a:moveTo>
                    <a:lnTo>
                      <a:pt x="1558" y="130"/>
                    </a:lnTo>
                    <a:lnTo>
                      <a:pt x="1561" y="111"/>
                    </a:lnTo>
                    <a:lnTo>
                      <a:pt x="1523" y="106"/>
                    </a:lnTo>
                    <a:lnTo>
                      <a:pt x="1520" y="125"/>
                    </a:lnTo>
                    <a:moveTo>
                      <a:pt x="1445" y="118"/>
                    </a:moveTo>
                    <a:lnTo>
                      <a:pt x="1483" y="123"/>
                    </a:lnTo>
                    <a:lnTo>
                      <a:pt x="1485" y="104"/>
                    </a:lnTo>
                    <a:lnTo>
                      <a:pt x="1447" y="99"/>
                    </a:lnTo>
                    <a:lnTo>
                      <a:pt x="1445" y="118"/>
                    </a:lnTo>
                    <a:moveTo>
                      <a:pt x="1372" y="111"/>
                    </a:moveTo>
                    <a:lnTo>
                      <a:pt x="1407" y="113"/>
                    </a:lnTo>
                    <a:lnTo>
                      <a:pt x="1409" y="94"/>
                    </a:lnTo>
                    <a:lnTo>
                      <a:pt x="1372" y="92"/>
                    </a:lnTo>
                    <a:lnTo>
                      <a:pt x="1372" y="111"/>
                    </a:lnTo>
                    <a:moveTo>
                      <a:pt x="1296" y="104"/>
                    </a:moveTo>
                    <a:lnTo>
                      <a:pt x="1334" y="106"/>
                    </a:lnTo>
                    <a:lnTo>
                      <a:pt x="1334" y="87"/>
                    </a:lnTo>
                    <a:lnTo>
                      <a:pt x="1298" y="85"/>
                    </a:lnTo>
                    <a:lnTo>
                      <a:pt x="1296" y="104"/>
                    </a:lnTo>
                    <a:moveTo>
                      <a:pt x="1220" y="94"/>
                    </a:moveTo>
                    <a:lnTo>
                      <a:pt x="1258" y="99"/>
                    </a:lnTo>
                    <a:lnTo>
                      <a:pt x="1260" y="80"/>
                    </a:lnTo>
                    <a:lnTo>
                      <a:pt x="1223" y="75"/>
                    </a:lnTo>
                    <a:lnTo>
                      <a:pt x="1220" y="94"/>
                    </a:lnTo>
                    <a:moveTo>
                      <a:pt x="1145" y="87"/>
                    </a:moveTo>
                    <a:lnTo>
                      <a:pt x="1182" y="92"/>
                    </a:lnTo>
                    <a:lnTo>
                      <a:pt x="1185" y="73"/>
                    </a:lnTo>
                    <a:lnTo>
                      <a:pt x="1147" y="68"/>
                    </a:lnTo>
                    <a:lnTo>
                      <a:pt x="1145" y="87"/>
                    </a:lnTo>
                    <a:moveTo>
                      <a:pt x="1069" y="80"/>
                    </a:moveTo>
                    <a:lnTo>
                      <a:pt x="1107" y="85"/>
                    </a:lnTo>
                    <a:lnTo>
                      <a:pt x="1109" y="66"/>
                    </a:lnTo>
                    <a:lnTo>
                      <a:pt x="1071" y="61"/>
                    </a:lnTo>
                    <a:lnTo>
                      <a:pt x="1069" y="80"/>
                    </a:lnTo>
                    <a:moveTo>
                      <a:pt x="993" y="73"/>
                    </a:moveTo>
                    <a:lnTo>
                      <a:pt x="1031" y="75"/>
                    </a:lnTo>
                    <a:lnTo>
                      <a:pt x="1033" y="56"/>
                    </a:lnTo>
                    <a:lnTo>
                      <a:pt x="996" y="54"/>
                    </a:lnTo>
                    <a:lnTo>
                      <a:pt x="993" y="73"/>
                    </a:lnTo>
                    <a:moveTo>
                      <a:pt x="920" y="66"/>
                    </a:moveTo>
                    <a:lnTo>
                      <a:pt x="955" y="68"/>
                    </a:lnTo>
                    <a:lnTo>
                      <a:pt x="958" y="49"/>
                    </a:lnTo>
                    <a:lnTo>
                      <a:pt x="920" y="47"/>
                    </a:lnTo>
                    <a:lnTo>
                      <a:pt x="920" y="66"/>
                    </a:lnTo>
                    <a:moveTo>
                      <a:pt x="844" y="56"/>
                    </a:moveTo>
                    <a:lnTo>
                      <a:pt x="882" y="61"/>
                    </a:lnTo>
                    <a:lnTo>
                      <a:pt x="882" y="42"/>
                    </a:lnTo>
                    <a:lnTo>
                      <a:pt x="844" y="38"/>
                    </a:lnTo>
                    <a:lnTo>
                      <a:pt x="844" y="56"/>
                    </a:lnTo>
                    <a:moveTo>
                      <a:pt x="769" y="49"/>
                    </a:moveTo>
                    <a:lnTo>
                      <a:pt x="806" y="54"/>
                    </a:lnTo>
                    <a:lnTo>
                      <a:pt x="809" y="35"/>
                    </a:lnTo>
                    <a:lnTo>
                      <a:pt x="771" y="30"/>
                    </a:lnTo>
                    <a:lnTo>
                      <a:pt x="769" y="49"/>
                    </a:lnTo>
                    <a:moveTo>
                      <a:pt x="693" y="42"/>
                    </a:moveTo>
                    <a:lnTo>
                      <a:pt x="731" y="47"/>
                    </a:lnTo>
                    <a:lnTo>
                      <a:pt x="733" y="28"/>
                    </a:lnTo>
                    <a:lnTo>
                      <a:pt x="695" y="23"/>
                    </a:lnTo>
                    <a:lnTo>
                      <a:pt x="693" y="42"/>
                    </a:lnTo>
                    <a:moveTo>
                      <a:pt x="617" y="35"/>
                    </a:moveTo>
                    <a:lnTo>
                      <a:pt x="655" y="38"/>
                    </a:lnTo>
                    <a:lnTo>
                      <a:pt x="657" y="19"/>
                    </a:lnTo>
                    <a:lnTo>
                      <a:pt x="620" y="16"/>
                    </a:lnTo>
                    <a:lnTo>
                      <a:pt x="617" y="35"/>
                    </a:lnTo>
                    <a:moveTo>
                      <a:pt x="542" y="28"/>
                    </a:moveTo>
                    <a:lnTo>
                      <a:pt x="579" y="30"/>
                    </a:lnTo>
                    <a:lnTo>
                      <a:pt x="582" y="12"/>
                    </a:lnTo>
                    <a:lnTo>
                      <a:pt x="544" y="9"/>
                    </a:lnTo>
                    <a:lnTo>
                      <a:pt x="542" y="28"/>
                    </a:lnTo>
                    <a:moveTo>
                      <a:pt x="466" y="19"/>
                    </a:moveTo>
                    <a:lnTo>
                      <a:pt x="504" y="23"/>
                    </a:lnTo>
                    <a:lnTo>
                      <a:pt x="506" y="4"/>
                    </a:lnTo>
                    <a:lnTo>
                      <a:pt x="468" y="0"/>
                    </a:lnTo>
                    <a:lnTo>
                      <a:pt x="466" y="19"/>
                    </a:lnTo>
                    <a:moveTo>
                      <a:pt x="442" y="68"/>
                    </a:moveTo>
                    <a:lnTo>
                      <a:pt x="454" y="33"/>
                    </a:lnTo>
                    <a:lnTo>
                      <a:pt x="435" y="26"/>
                    </a:lnTo>
                    <a:lnTo>
                      <a:pt x="423" y="61"/>
                    </a:lnTo>
                    <a:lnTo>
                      <a:pt x="442" y="68"/>
                    </a:lnTo>
                    <a:moveTo>
                      <a:pt x="419" y="139"/>
                    </a:moveTo>
                    <a:lnTo>
                      <a:pt x="430" y="104"/>
                    </a:lnTo>
                    <a:lnTo>
                      <a:pt x="412" y="99"/>
                    </a:lnTo>
                    <a:lnTo>
                      <a:pt x="400" y="134"/>
                    </a:lnTo>
                    <a:lnTo>
                      <a:pt x="419" y="139"/>
                    </a:lnTo>
                    <a:moveTo>
                      <a:pt x="395" y="213"/>
                    </a:moveTo>
                    <a:lnTo>
                      <a:pt x="407" y="175"/>
                    </a:lnTo>
                    <a:lnTo>
                      <a:pt x="388" y="170"/>
                    </a:lnTo>
                    <a:lnTo>
                      <a:pt x="376" y="205"/>
                    </a:lnTo>
                    <a:lnTo>
                      <a:pt x="395" y="213"/>
                    </a:lnTo>
                    <a:moveTo>
                      <a:pt x="371" y="283"/>
                    </a:moveTo>
                    <a:lnTo>
                      <a:pt x="383" y="248"/>
                    </a:lnTo>
                    <a:lnTo>
                      <a:pt x="364" y="241"/>
                    </a:lnTo>
                    <a:lnTo>
                      <a:pt x="352" y="279"/>
                    </a:lnTo>
                    <a:lnTo>
                      <a:pt x="371" y="283"/>
                    </a:lnTo>
                    <a:moveTo>
                      <a:pt x="348" y="354"/>
                    </a:moveTo>
                    <a:lnTo>
                      <a:pt x="360" y="319"/>
                    </a:lnTo>
                    <a:lnTo>
                      <a:pt x="341" y="314"/>
                    </a:lnTo>
                    <a:lnTo>
                      <a:pt x="329" y="350"/>
                    </a:lnTo>
                    <a:lnTo>
                      <a:pt x="348" y="354"/>
                    </a:lnTo>
                    <a:moveTo>
                      <a:pt x="324" y="428"/>
                    </a:moveTo>
                    <a:lnTo>
                      <a:pt x="336" y="392"/>
                    </a:lnTo>
                    <a:lnTo>
                      <a:pt x="317" y="385"/>
                    </a:lnTo>
                    <a:lnTo>
                      <a:pt x="305" y="421"/>
                    </a:lnTo>
                    <a:lnTo>
                      <a:pt x="324" y="428"/>
                    </a:lnTo>
                    <a:moveTo>
                      <a:pt x="300" y="499"/>
                    </a:moveTo>
                    <a:lnTo>
                      <a:pt x="312" y="463"/>
                    </a:lnTo>
                    <a:lnTo>
                      <a:pt x="293" y="458"/>
                    </a:lnTo>
                    <a:lnTo>
                      <a:pt x="282" y="494"/>
                    </a:lnTo>
                    <a:lnTo>
                      <a:pt x="300" y="499"/>
                    </a:lnTo>
                    <a:moveTo>
                      <a:pt x="277" y="572"/>
                    </a:moveTo>
                    <a:lnTo>
                      <a:pt x="289" y="534"/>
                    </a:lnTo>
                    <a:lnTo>
                      <a:pt x="270" y="529"/>
                    </a:lnTo>
                    <a:lnTo>
                      <a:pt x="258" y="565"/>
                    </a:lnTo>
                    <a:lnTo>
                      <a:pt x="277" y="572"/>
                    </a:lnTo>
                    <a:moveTo>
                      <a:pt x="253" y="643"/>
                    </a:moveTo>
                    <a:lnTo>
                      <a:pt x="265" y="607"/>
                    </a:lnTo>
                    <a:lnTo>
                      <a:pt x="246" y="600"/>
                    </a:lnTo>
                    <a:lnTo>
                      <a:pt x="234" y="638"/>
                    </a:lnTo>
                    <a:lnTo>
                      <a:pt x="253" y="643"/>
                    </a:lnTo>
                    <a:moveTo>
                      <a:pt x="230" y="714"/>
                    </a:moveTo>
                    <a:lnTo>
                      <a:pt x="241" y="678"/>
                    </a:lnTo>
                    <a:lnTo>
                      <a:pt x="222" y="674"/>
                    </a:lnTo>
                    <a:lnTo>
                      <a:pt x="211" y="709"/>
                    </a:lnTo>
                    <a:lnTo>
                      <a:pt x="230" y="714"/>
                    </a:lnTo>
                    <a:moveTo>
                      <a:pt x="206" y="787"/>
                    </a:moveTo>
                    <a:lnTo>
                      <a:pt x="218" y="752"/>
                    </a:lnTo>
                    <a:lnTo>
                      <a:pt x="199" y="744"/>
                    </a:lnTo>
                    <a:lnTo>
                      <a:pt x="187" y="780"/>
                    </a:lnTo>
                    <a:lnTo>
                      <a:pt x="206" y="787"/>
                    </a:lnTo>
                    <a:moveTo>
                      <a:pt x="182" y="858"/>
                    </a:moveTo>
                    <a:lnTo>
                      <a:pt x="194" y="822"/>
                    </a:lnTo>
                    <a:lnTo>
                      <a:pt x="175" y="818"/>
                    </a:lnTo>
                    <a:lnTo>
                      <a:pt x="166" y="853"/>
                    </a:lnTo>
                    <a:lnTo>
                      <a:pt x="182" y="858"/>
                    </a:lnTo>
                    <a:moveTo>
                      <a:pt x="159" y="931"/>
                    </a:moveTo>
                    <a:lnTo>
                      <a:pt x="170" y="893"/>
                    </a:lnTo>
                    <a:lnTo>
                      <a:pt x="154" y="889"/>
                    </a:lnTo>
                    <a:lnTo>
                      <a:pt x="142" y="924"/>
                    </a:lnTo>
                    <a:lnTo>
                      <a:pt x="159" y="931"/>
                    </a:lnTo>
                    <a:moveTo>
                      <a:pt x="135" y="1002"/>
                    </a:moveTo>
                    <a:lnTo>
                      <a:pt x="147" y="967"/>
                    </a:lnTo>
                    <a:lnTo>
                      <a:pt x="130" y="960"/>
                    </a:lnTo>
                    <a:lnTo>
                      <a:pt x="118" y="997"/>
                    </a:lnTo>
                    <a:lnTo>
                      <a:pt x="135" y="1002"/>
                    </a:lnTo>
                    <a:moveTo>
                      <a:pt x="111" y="1073"/>
                    </a:moveTo>
                    <a:lnTo>
                      <a:pt x="123" y="1038"/>
                    </a:lnTo>
                    <a:lnTo>
                      <a:pt x="107" y="1033"/>
                    </a:lnTo>
                    <a:lnTo>
                      <a:pt x="95" y="1068"/>
                    </a:lnTo>
                    <a:lnTo>
                      <a:pt x="111" y="1073"/>
                    </a:lnTo>
                    <a:moveTo>
                      <a:pt x="88" y="1146"/>
                    </a:moveTo>
                    <a:lnTo>
                      <a:pt x="99" y="1111"/>
                    </a:lnTo>
                    <a:lnTo>
                      <a:pt x="83" y="1104"/>
                    </a:lnTo>
                    <a:lnTo>
                      <a:pt x="71" y="1139"/>
                    </a:lnTo>
                    <a:lnTo>
                      <a:pt x="88" y="1146"/>
                    </a:lnTo>
                    <a:moveTo>
                      <a:pt x="64" y="1217"/>
                    </a:moveTo>
                    <a:lnTo>
                      <a:pt x="76" y="1182"/>
                    </a:lnTo>
                    <a:lnTo>
                      <a:pt x="59" y="1177"/>
                    </a:lnTo>
                    <a:lnTo>
                      <a:pt x="47" y="1213"/>
                    </a:lnTo>
                    <a:lnTo>
                      <a:pt x="64" y="1217"/>
                    </a:lnTo>
                    <a:moveTo>
                      <a:pt x="40" y="1291"/>
                    </a:moveTo>
                    <a:lnTo>
                      <a:pt x="52" y="1253"/>
                    </a:lnTo>
                    <a:lnTo>
                      <a:pt x="36" y="1248"/>
                    </a:lnTo>
                    <a:lnTo>
                      <a:pt x="24" y="1284"/>
                    </a:lnTo>
                    <a:lnTo>
                      <a:pt x="40" y="1291"/>
                    </a:lnTo>
                    <a:moveTo>
                      <a:pt x="17" y="1362"/>
                    </a:moveTo>
                    <a:lnTo>
                      <a:pt x="29" y="1326"/>
                    </a:lnTo>
                    <a:lnTo>
                      <a:pt x="12" y="1319"/>
                    </a:lnTo>
                    <a:lnTo>
                      <a:pt x="0" y="1357"/>
                    </a:lnTo>
                    <a:lnTo>
                      <a:pt x="17" y="13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2" name="Freeform 24"/>
              <p:cNvSpPr>
                <a:spLocks/>
              </p:cNvSpPr>
              <p:nvPr/>
            </p:nvSpPr>
            <p:spPr bwMode="auto">
              <a:xfrm>
                <a:off x="1046815" y="4041728"/>
                <a:ext cx="1800170" cy="1635535"/>
              </a:xfrm>
              <a:custGeom>
                <a:avLst/>
                <a:gdLst>
                  <a:gd name="T0" fmla="*/ 2165 w 2165"/>
                  <a:gd name="T1" fmla="*/ 1284 h 1967"/>
                  <a:gd name="T2" fmla="*/ 539 w 2165"/>
                  <a:gd name="T3" fmla="*/ 1967 h 1967"/>
                  <a:gd name="T4" fmla="*/ 0 w 2165"/>
                  <a:gd name="T5" fmla="*/ 684 h 1967"/>
                  <a:gd name="T6" fmla="*/ 1624 w 2165"/>
                  <a:gd name="T7" fmla="*/ 0 h 1967"/>
                  <a:gd name="T8" fmla="*/ 2165 w 2165"/>
                  <a:gd name="T9" fmla="*/ 1284 h 1967"/>
                </a:gdLst>
                <a:ahLst/>
                <a:cxnLst>
                  <a:cxn ang="0">
                    <a:pos x="T0" y="T1"/>
                  </a:cxn>
                  <a:cxn ang="0">
                    <a:pos x="T2" y="T3"/>
                  </a:cxn>
                  <a:cxn ang="0">
                    <a:pos x="T4" y="T5"/>
                  </a:cxn>
                  <a:cxn ang="0">
                    <a:pos x="T6" y="T7"/>
                  </a:cxn>
                  <a:cxn ang="0">
                    <a:pos x="T8" y="T9"/>
                  </a:cxn>
                </a:cxnLst>
                <a:rect l="0" t="0" r="r" b="b"/>
                <a:pathLst>
                  <a:path w="2165" h="1967">
                    <a:moveTo>
                      <a:pt x="2165" y="1284"/>
                    </a:moveTo>
                    <a:lnTo>
                      <a:pt x="539" y="1967"/>
                    </a:lnTo>
                    <a:lnTo>
                      <a:pt x="0" y="684"/>
                    </a:lnTo>
                    <a:lnTo>
                      <a:pt x="1624" y="0"/>
                    </a:lnTo>
                    <a:lnTo>
                      <a:pt x="2165" y="1284"/>
                    </a:lnTo>
                    <a:close/>
                  </a:path>
                </a:pathLst>
              </a:custGeom>
              <a:solidFill>
                <a:srgbClr val="4B2C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3" name="Freeform 25"/>
              <p:cNvSpPr>
                <a:spLocks/>
              </p:cNvSpPr>
              <p:nvPr/>
            </p:nvSpPr>
            <p:spPr bwMode="auto">
              <a:xfrm>
                <a:off x="2420432" y="3986850"/>
                <a:ext cx="661032" cy="1069292"/>
              </a:xfrm>
              <a:custGeom>
                <a:avLst/>
                <a:gdLst>
                  <a:gd name="T0" fmla="*/ 795 w 795"/>
                  <a:gd name="T1" fmla="*/ 1156 h 1286"/>
                  <a:gd name="T2" fmla="*/ 485 w 795"/>
                  <a:gd name="T3" fmla="*/ 1286 h 1286"/>
                  <a:gd name="T4" fmla="*/ 0 w 795"/>
                  <a:gd name="T5" fmla="*/ 130 h 1286"/>
                  <a:gd name="T6" fmla="*/ 308 w 795"/>
                  <a:gd name="T7" fmla="*/ 0 h 1286"/>
                  <a:gd name="T8" fmla="*/ 795 w 795"/>
                  <a:gd name="T9" fmla="*/ 1156 h 1286"/>
                </a:gdLst>
                <a:ahLst/>
                <a:cxnLst>
                  <a:cxn ang="0">
                    <a:pos x="T0" y="T1"/>
                  </a:cxn>
                  <a:cxn ang="0">
                    <a:pos x="T2" y="T3"/>
                  </a:cxn>
                  <a:cxn ang="0">
                    <a:pos x="T4" y="T5"/>
                  </a:cxn>
                  <a:cxn ang="0">
                    <a:pos x="T6" y="T7"/>
                  </a:cxn>
                  <a:cxn ang="0">
                    <a:pos x="T8" y="T9"/>
                  </a:cxn>
                </a:cxnLst>
                <a:rect l="0" t="0" r="r" b="b"/>
                <a:pathLst>
                  <a:path w="795" h="1286">
                    <a:moveTo>
                      <a:pt x="795" y="1156"/>
                    </a:moveTo>
                    <a:lnTo>
                      <a:pt x="485" y="1286"/>
                    </a:lnTo>
                    <a:lnTo>
                      <a:pt x="0" y="130"/>
                    </a:lnTo>
                    <a:lnTo>
                      <a:pt x="308" y="0"/>
                    </a:lnTo>
                    <a:lnTo>
                      <a:pt x="795" y="1156"/>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4" name="Freeform 26"/>
              <p:cNvSpPr>
                <a:spLocks/>
              </p:cNvSpPr>
              <p:nvPr/>
            </p:nvSpPr>
            <p:spPr bwMode="auto">
              <a:xfrm>
                <a:off x="2685676" y="3544499"/>
                <a:ext cx="572063" cy="528826"/>
              </a:xfrm>
              <a:custGeom>
                <a:avLst/>
                <a:gdLst>
                  <a:gd name="T0" fmla="*/ 0 w 291"/>
                  <a:gd name="T1" fmla="*/ 237 h 269"/>
                  <a:gd name="T2" fmla="*/ 174 w 291"/>
                  <a:gd name="T3" fmla="*/ 71 h 269"/>
                  <a:gd name="T4" fmla="*/ 291 w 291"/>
                  <a:gd name="T5" fmla="*/ 71 h 269"/>
                  <a:gd name="T6" fmla="*/ 213 w 291"/>
                  <a:gd name="T7" fmla="*/ 226 h 269"/>
                  <a:gd name="T8" fmla="*/ 82 w 291"/>
                  <a:gd name="T9" fmla="*/ 269 h 269"/>
                  <a:gd name="T10" fmla="*/ 0 w 291"/>
                  <a:gd name="T11" fmla="*/ 237 h 269"/>
                </a:gdLst>
                <a:ahLst/>
                <a:cxnLst>
                  <a:cxn ang="0">
                    <a:pos x="T0" y="T1"/>
                  </a:cxn>
                  <a:cxn ang="0">
                    <a:pos x="T2" y="T3"/>
                  </a:cxn>
                  <a:cxn ang="0">
                    <a:pos x="T4" y="T5"/>
                  </a:cxn>
                  <a:cxn ang="0">
                    <a:pos x="T6" y="T7"/>
                  </a:cxn>
                  <a:cxn ang="0">
                    <a:pos x="T8" y="T9"/>
                  </a:cxn>
                  <a:cxn ang="0">
                    <a:pos x="T10" y="T11"/>
                  </a:cxn>
                </a:cxnLst>
                <a:rect l="0" t="0" r="r" b="b"/>
                <a:pathLst>
                  <a:path w="291" h="269">
                    <a:moveTo>
                      <a:pt x="0" y="237"/>
                    </a:moveTo>
                    <a:cubicBezTo>
                      <a:pt x="0" y="237"/>
                      <a:pt x="147" y="142"/>
                      <a:pt x="174" y="71"/>
                    </a:cubicBezTo>
                    <a:cubicBezTo>
                      <a:pt x="201" y="0"/>
                      <a:pt x="291" y="55"/>
                      <a:pt x="291" y="71"/>
                    </a:cubicBezTo>
                    <a:cubicBezTo>
                      <a:pt x="291" y="87"/>
                      <a:pt x="235" y="206"/>
                      <a:pt x="213" y="226"/>
                    </a:cubicBezTo>
                    <a:cubicBezTo>
                      <a:pt x="191" y="245"/>
                      <a:pt x="82" y="269"/>
                      <a:pt x="82" y="269"/>
                    </a:cubicBezTo>
                    <a:lnTo>
                      <a:pt x="0" y="237"/>
                    </a:lnTo>
                    <a:close/>
                  </a:path>
                </a:pathLst>
              </a:custGeom>
              <a:solidFill>
                <a:srgbClr val="F3D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5" name="Freeform 27"/>
              <p:cNvSpPr>
                <a:spLocks/>
              </p:cNvSpPr>
              <p:nvPr/>
            </p:nvSpPr>
            <p:spPr bwMode="auto">
              <a:xfrm>
                <a:off x="2685676" y="3047270"/>
                <a:ext cx="2188474" cy="1877498"/>
              </a:xfrm>
              <a:custGeom>
                <a:avLst/>
                <a:gdLst>
                  <a:gd name="T0" fmla="*/ 1088 w 1113"/>
                  <a:gd name="T1" fmla="*/ 526 h 955"/>
                  <a:gd name="T2" fmla="*/ 912 w 1113"/>
                  <a:gd name="T3" fmla="*/ 107 h 955"/>
                  <a:gd name="T4" fmla="*/ 160 w 1113"/>
                  <a:gd name="T5" fmla="*/ 423 h 955"/>
                  <a:gd name="T6" fmla="*/ 0 w 1113"/>
                  <a:gd name="T7" fmla="*/ 490 h 955"/>
                  <a:gd name="T8" fmla="*/ 196 w 1113"/>
                  <a:gd name="T9" fmla="*/ 955 h 955"/>
                  <a:gd name="T10" fmla="*/ 356 w 1113"/>
                  <a:gd name="T11" fmla="*/ 888 h 955"/>
                  <a:gd name="T12" fmla="*/ 911 w 1113"/>
                  <a:gd name="T13" fmla="*/ 745 h 955"/>
                  <a:gd name="T14" fmla="*/ 1088 w 1113"/>
                  <a:gd name="T15" fmla="*/ 526 h 9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3" h="955">
                    <a:moveTo>
                      <a:pt x="1088" y="526"/>
                    </a:moveTo>
                    <a:cubicBezTo>
                      <a:pt x="912" y="107"/>
                      <a:pt x="912" y="107"/>
                      <a:pt x="912" y="107"/>
                    </a:cubicBezTo>
                    <a:cubicBezTo>
                      <a:pt x="912" y="107"/>
                      <a:pt x="521" y="0"/>
                      <a:pt x="160" y="423"/>
                    </a:cubicBezTo>
                    <a:cubicBezTo>
                      <a:pt x="0" y="490"/>
                      <a:pt x="0" y="490"/>
                      <a:pt x="0" y="490"/>
                    </a:cubicBezTo>
                    <a:cubicBezTo>
                      <a:pt x="196" y="955"/>
                      <a:pt x="196" y="955"/>
                      <a:pt x="196" y="955"/>
                    </a:cubicBezTo>
                    <a:cubicBezTo>
                      <a:pt x="356" y="888"/>
                      <a:pt x="356" y="888"/>
                      <a:pt x="356" y="888"/>
                    </a:cubicBezTo>
                    <a:cubicBezTo>
                      <a:pt x="356" y="888"/>
                      <a:pt x="709" y="886"/>
                      <a:pt x="911" y="745"/>
                    </a:cubicBezTo>
                    <a:cubicBezTo>
                      <a:pt x="1113" y="603"/>
                      <a:pt x="1088" y="526"/>
                      <a:pt x="1088" y="526"/>
                    </a:cubicBezTo>
                  </a:path>
                </a:pathLst>
              </a:custGeom>
              <a:solidFill>
                <a:srgbClr val="F3D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6" name="Freeform 28"/>
              <p:cNvSpPr>
                <a:spLocks/>
              </p:cNvSpPr>
              <p:nvPr/>
            </p:nvSpPr>
            <p:spPr bwMode="auto">
              <a:xfrm>
                <a:off x="3830634" y="3230197"/>
                <a:ext cx="809868" cy="532983"/>
              </a:xfrm>
              <a:custGeom>
                <a:avLst/>
                <a:gdLst>
                  <a:gd name="T0" fmla="*/ 356 w 412"/>
                  <a:gd name="T1" fmla="*/ 154 h 271"/>
                  <a:gd name="T2" fmla="*/ 115 w 412"/>
                  <a:gd name="T3" fmla="*/ 255 h 271"/>
                  <a:gd name="T4" fmla="*/ 16 w 412"/>
                  <a:gd name="T5" fmla="*/ 215 h 271"/>
                  <a:gd name="T6" fmla="*/ 57 w 412"/>
                  <a:gd name="T7" fmla="*/ 117 h 271"/>
                  <a:gd name="T8" fmla="*/ 297 w 412"/>
                  <a:gd name="T9" fmla="*/ 16 h 271"/>
                  <a:gd name="T10" fmla="*/ 396 w 412"/>
                  <a:gd name="T11" fmla="*/ 56 h 271"/>
                  <a:gd name="T12" fmla="*/ 356 w 412"/>
                  <a:gd name="T13" fmla="*/ 154 h 271"/>
                </a:gdLst>
                <a:ahLst/>
                <a:cxnLst>
                  <a:cxn ang="0">
                    <a:pos x="T0" y="T1"/>
                  </a:cxn>
                  <a:cxn ang="0">
                    <a:pos x="T2" y="T3"/>
                  </a:cxn>
                  <a:cxn ang="0">
                    <a:pos x="T4" y="T5"/>
                  </a:cxn>
                  <a:cxn ang="0">
                    <a:pos x="T6" y="T7"/>
                  </a:cxn>
                  <a:cxn ang="0">
                    <a:pos x="T8" y="T9"/>
                  </a:cxn>
                  <a:cxn ang="0">
                    <a:pos x="T10" y="T11"/>
                  </a:cxn>
                  <a:cxn ang="0">
                    <a:pos x="T12" y="T13"/>
                  </a:cxn>
                </a:cxnLst>
                <a:rect l="0" t="0" r="r" b="b"/>
                <a:pathLst>
                  <a:path w="412" h="271">
                    <a:moveTo>
                      <a:pt x="356" y="154"/>
                    </a:moveTo>
                    <a:cubicBezTo>
                      <a:pt x="115" y="255"/>
                      <a:pt x="115" y="255"/>
                      <a:pt x="115" y="255"/>
                    </a:cubicBezTo>
                    <a:cubicBezTo>
                      <a:pt x="77" y="271"/>
                      <a:pt x="32" y="253"/>
                      <a:pt x="16" y="215"/>
                    </a:cubicBezTo>
                    <a:cubicBezTo>
                      <a:pt x="0" y="177"/>
                      <a:pt x="19" y="133"/>
                      <a:pt x="57" y="117"/>
                    </a:cubicBezTo>
                    <a:cubicBezTo>
                      <a:pt x="297" y="16"/>
                      <a:pt x="297" y="16"/>
                      <a:pt x="297" y="16"/>
                    </a:cubicBezTo>
                    <a:cubicBezTo>
                      <a:pt x="335" y="0"/>
                      <a:pt x="380" y="18"/>
                      <a:pt x="396" y="56"/>
                    </a:cubicBezTo>
                    <a:cubicBezTo>
                      <a:pt x="412" y="94"/>
                      <a:pt x="394" y="138"/>
                      <a:pt x="356" y="154"/>
                    </a:cubicBezTo>
                    <a:close/>
                  </a:path>
                </a:pathLst>
              </a:custGeom>
              <a:solidFill>
                <a:srgbClr val="F3D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7" name="Freeform 29"/>
              <p:cNvSpPr>
                <a:spLocks/>
              </p:cNvSpPr>
              <p:nvPr/>
            </p:nvSpPr>
            <p:spPr bwMode="auto">
              <a:xfrm>
                <a:off x="3934570" y="3473822"/>
                <a:ext cx="808205" cy="534646"/>
              </a:xfrm>
              <a:custGeom>
                <a:avLst/>
                <a:gdLst>
                  <a:gd name="T0" fmla="*/ 355 w 411"/>
                  <a:gd name="T1" fmla="*/ 155 h 272"/>
                  <a:gd name="T2" fmla="*/ 114 w 411"/>
                  <a:gd name="T3" fmla="*/ 256 h 272"/>
                  <a:gd name="T4" fmla="*/ 16 w 411"/>
                  <a:gd name="T5" fmla="*/ 216 h 272"/>
                  <a:gd name="T6" fmla="*/ 56 w 411"/>
                  <a:gd name="T7" fmla="*/ 118 h 272"/>
                  <a:gd name="T8" fmla="*/ 297 w 411"/>
                  <a:gd name="T9" fmla="*/ 16 h 272"/>
                  <a:gd name="T10" fmla="*/ 395 w 411"/>
                  <a:gd name="T11" fmla="*/ 56 h 272"/>
                  <a:gd name="T12" fmla="*/ 355 w 411"/>
                  <a:gd name="T13" fmla="*/ 155 h 272"/>
                </a:gdLst>
                <a:ahLst/>
                <a:cxnLst>
                  <a:cxn ang="0">
                    <a:pos x="T0" y="T1"/>
                  </a:cxn>
                  <a:cxn ang="0">
                    <a:pos x="T2" y="T3"/>
                  </a:cxn>
                  <a:cxn ang="0">
                    <a:pos x="T4" y="T5"/>
                  </a:cxn>
                  <a:cxn ang="0">
                    <a:pos x="T6" y="T7"/>
                  </a:cxn>
                  <a:cxn ang="0">
                    <a:pos x="T8" y="T9"/>
                  </a:cxn>
                  <a:cxn ang="0">
                    <a:pos x="T10" y="T11"/>
                  </a:cxn>
                  <a:cxn ang="0">
                    <a:pos x="T12" y="T13"/>
                  </a:cxn>
                </a:cxnLst>
                <a:rect l="0" t="0" r="r" b="b"/>
                <a:pathLst>
                  <a:path w="411" h="272">
                    <a:moveTo>
                      <a:pt x="355" y="155"/>
                    </a:moveTo>
                    <a:cubicBezTo>
                      <a:pt x="114" y="256"/>
                      <a:pt x="114" y="256"/>
                      <a:pt x="114" y="256"/>
                    </a:cubicBezTo>
                    <a:cubicBezTo>
                      <a:pt x="76" y="272"/>
                      <a:pt x="32" y="254"/>
                      <a:pt x="16" y="216"/>
                    </a:cubicBezTo>
                    <a:cubicBezTo>
                      <a:pt x="0" y="178"/>
                      <a:pt x="18" y="134"/>
                      <a:pt x="56" y="118"/>
                    </a:cubicBezTo>
                    <a:cubicBezTo>
                      <a:pt x="297" y="16"/>
                      <a:pt x="297" y="16"/>
                      <a:pt x="297" y="16"/>
                    </a:cubicBezTo>
                    <a:cubicBezTo>
                      <a:pt x="335" y="0"/>
                      <a:pt x="379" y="18"/>
                      <a:pt x="395" y="56"/>
                    </a:cubicBezTo>
                    <a:cubicBezTo>
                      <a:pt x="411" y="94"/>
                      <a:pt x="393" y="139"/>
                      <a:pt x="355" y="155"/>
                    </a:cubicBezTo>
                    <a:close/>
                  </a:path>
                </a:pathLst>
              </a:custGeom>
              <a:solidFill>
                <a:srgbClr val="F3D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8" name="Freeform 30"/>
              <p:cNvSpPr>
                <a:spLocks/>
              </p:cNvSpPr>
              <p:nvPr/>
            </p:nvSpPr>
            <p:spPr bwMode="auto">
              <a:xfrm>
                <a:off x="4032685" y="3705807"/>
                <a:ext cx="808205" cy="534646"/>
              </a:xfrm>
              <a:custGeom>
                <a:avLst/>
                <a:gdLst>
                  <a:gd name="T0" fmla="*/ 355 w 411"/>
                  <a:gd name="T1" fmla="*/ 154 h 272"/>
                  <a:gd name="T2" fmla="*/ 114 w 411"/>
                  <a:gd name="T3" fmla="*/ 256 h 272"/>
                  <a:gd name="T4" fmla="*/ 16 w 411"/>
                  <a:gd name="T5" fmla="*/ 216 h 272"/>
                  <a:gd name="T6" fmla="*/ 56 w 411"/>
                  <a:gd name="T7" fmla="*/ 117 h 272"/>
                  <a:gd name="T8" fmla="*/ 296 w 411"/>
                  <a:gd name="T9" fmla="*/ 16 h 272"/>
                  <a:gd name="T10" fmla="*/ 395 w 411"/>
                  <a:gd name="T11" fmla="*/ 56 h 272"/>
                  <a:gd name="T12" fmla="*/ 355 w 411"/>
                  <a:gd name="T13" fmla="*/ 154 h 272"/>
                </a:gdLst>
                <a:ahLst/>
                <a:cxnLst>
                  <a:cxn ang="0">
                    <a:pos x="T0" y="T1"/>
                  </a:cxn>
                  <a:cxn ang="0">
                    <a:pos x="T2" y="T3"/>
                  </a:cxn>
                  <a:cxn ang="0">
                    <a:pos x="T4" y="T5"/>
                  </a:cxn>
                  <a:cxn ang="0">
                    <a:pos x="T6" y="T7"/>
                  </a:cxn>
                  <a:cxn ang="0">
                    <a:pos x="T8" y="T9"/>
                  </a:cxn>
                  <a:cxn ang="0">
                    <a:pos x="T10" y="T11"/>
                  </a:cxn>
                  <a:cxn ang="0">
                    <a:pos x="T12" y="T13"/>
                  </a:cxn>
                </a:cxnLst>
                <a:rect l="0" t="0" r="r" b="b"/>
                <a:pathLst>
                  <a:path w="411" h="272">
                    <a:moveTo>
                      <a:pt x="355" y="154"/>
                    </a:moveTo>
                    <a:cubicBezTo>
                      <a:pt x="114" y="256"/>
                      <a:pt x="114" y="256"/>
                      <a:pt x="114" y="256"/>
                    </a:cubicBezTo>
                    <a:cubicBezTo>
                      <a:pt x="76" y="272"/>
                      <a:pt x="32" y="254"/>
                      <a:pt x="16" y="216"/>
                    </a:cubicBezTo>
                    <a:cubicBezTo>
                      <a:pt x="0" y="178"/>
                      <a:pt x="18" y="133"/>
                      <a:pt x="56" y="117"/>
                    </a:cubicBezTo>
                    <a:cubicBezTo>
                      <a:pt x="296" y="16"/>
                      <a:pt x="296" y="16"/>
                      <a:pt x="296" y="16"/>
                    </a:cubicBezTo>
                    <a:cubicBezTo>
                      <a:pt x="334" y="0"/>
                      <a:pt x="379" y="18"/>
                      <a:pt x="395" y="56"/>
                    </a:cubicBezTo>
                    <a:cubicBezTo>
                      <a:pt x="411" y="94"/>
                      <a:pt x="393" y="138"/>
                      <a:pt x="355" y="154"/>
                    </a:cubicBezTo>
                    <a:close/>
                  </a:path>
                </a:pathLst>
              </a:custGeom>
              <a:solidFill>
                <a:srgbClr val="F3D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9" name="Freeform 31"/>
              <p:cNvSpPr>
                <a:spLocks/>
              </p:cNvSpPr>
              <p:nvPr/>
            </p:nvSpPr>
            <p:spPr bwMode="auto">
              <a:xfrm>
                <a:off x="4129138" y="3937792"/>
                <a:ext cx="808205" cy="534646"/>
              </a:xfrm>
              <a:custGeom>
                <a:avLst/>
                <a:gdLst>
                  <a:gd name="T0" fmla="*/ 355 w 411"/>
                  <a:gd name="T1" fmla="*/ 154 h 272"/>
                  <a:gd name="T2" fmla="*/ 114 w 411"/>
                  <a:gd name="T3" fmla="*/ 256 h 272"/>
                  <a:gd name="T4" fmla="*/ 16 w 411"/>
                  <a:gd name="T5" fmla="*/ 215 h 272"/>
                  <a:gd name="T6" fmla="*/ 56 w 411"/>
                  <a:gd name="T7" fmla="*/ 117 h 272"/>
                  <a:gd name="T8" fmla="*/ 297 w 411"/>
                  <a:gd name="T9" fmla="*/ 16 h 272"/>
                  <a:gd name="T10" fmla="*/ 395 w 411"/>
                  <a:gd name="T11" fmla="*/ 56 h 272"/>
                  <a:gd name="T12" fmla="*/ 355 w 411"/>
                  <a:gd name="T13" fmla="*/ 154 h 272"/>
                </a:gdLst>
                <a:ahLst/>
                <a:cxnLst>
                  <a:cxn ang="0">
                    <a:pos x="T0" y="T1"/>
                  </a:cxn>
                  <a:cxn ang="0">
                    <a:pos x="T2" y="T3"/>
                  </a:cxn>
                  <a:cxn ang="0">
                    <a:pos x="T4" y="T5"/>
                  </a:cxn>
                  <a:cxn ang="0">
                    <a:pos x="T6" y="T7"/>
                  </a:cxn>
                  <a:cxn ang="0">
                    <a:pos x="T8" y="T9"/>
                  </a:cxn>
                  <a:cxn ang="0">
                    <a:pos x="T10" y="T11"/>
                  </a:cxn>
                  <a:cxn ang="0">
                    <a:pos x="T12" y="T13"/>
                  </a:cxn>
                </a:cxnLst>
                <a:rect l="0" t="0" r="r" b="b"/>
                <a:pathLst>
                  <a:path w="411" h="272">
                    <a:moveTo>
                      <a:pt x="355" y="154"/>
                    </a:moveTo>
                    <a:cubicBezTo>
                      <a:pt x="114" y="256"/>
                      <a:pt x="114" y="256"/>
                      <a:pt x="114" y="256"/>
                    </a:cubicBezTo>
                    <a:cubicBezTo>
                      <a:pt x="76" y="272"/>
                      <a:pt x="32" y="254"/>
                      <a:pt x="16" y="215"/>
                    </a:cubicBezTo>
                    <a:cubicBezTo>
                      <a:pt x="0" y="177"/>
                      <a:pt x="18" y="133"/>
                      <a:pt x="56" y="117"/>
                    </a:cubicBezTo>
                    <a:cubicBezTo>
                      <a:pt x="297" y="16"/>
                      <a:pt x="297" y="16"/>
                      <a:pt x="297" y="16"/>
                    </a:cubicBezTo>
                    <a:cubicBezTo>
                      <a:pt x="335" y="0"/>
                      <a:pt x="379" y="18"/>
                      <a:pt x="395" y="56"/>
                    </a:cubicBezTo>
                    <a:cubicBezTo>
                      <a:pt x="411" y="94"/>
                      <a:pt x="393" y="138"/>
                      <a:pt x="355" y="154"/>
                    </a:cubicBezTo>
                    <a:close/>
                  </a:path>
                </a:pathLst>
              </a:custGeom>
              <a:solidFill>
                <a:srgbClr val="F3D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0" name="Freeform 32"/>
              <p:cNvSpPr>
                <a:spLocks/>
              </p:cNvSpPr>
              <p:nvPr/>
            </p:nvSpPr>
            <p:spPr bwMode="auto">
              <a:xfrm>
                <a:off x="3413227" y="4028424"/>
                <a:ext cx="253604" cy="321785"/>
              </a:xfrm>
              <a:custGeom>
                <a:avLst/>
                <a:gdLst>
                  <a:gd name="T0" fmla="*/ 102 w 129"/>
                  <a:gd name="T1" fmla="*/ 0 h 164"/>
                  <a:gd name="T2" fmla="*/ 0 w 129"/>
                  <a:gd name="T3" fmla="*/ 164 h 164"/>
                  <a:gd name="T4" fmla="*/ 129 w 129"/>
                  <a:gd name="T5" fmla="*/ 49 h 164"/>
                  <a:gd name="T6" fmla="*/ 102 w 129"/>
                  <a:gd name="T7" fmla="*/ 0 h 164"/>
                </a:gdLst>
                <a:ahLst/>
                <a:cxnLst>
                  <a:cxn ang="0">
                    <a:pos x="T0" y="T1"/>
                  </a:cxn>
                  <a:cxn ang="0">
                    <a:pos x="T2" y="T3"/>
                  </a:cxn>
                  <a:cxn ang="0">
                    <a:pos x="T4" y="T5"/>
                  </a:cxn>
                  <a:cxn ang="0">
                    <a:pos x="T6" y="T7"/>
                  </a:cxn>
                </a:cxnLst>
                <a:rect l="0" t="0" r="r" b="b"/>
                <a:pathLst>
                  <a:path w="129" h="164">
                    <a:moveTo>
                      <a:pt x="102" y="0"/>
                    </a:moveTo>
                    <a:cubicBezTo>
                      <a:pt x="102" y="0"/>
                      <a:pt x="107" y="116"/>
                      <a:pt x="0" y="164"/>
                    </a:cubicBezTo>
                    <a:cubicBezTo>
                      <a:pt x="0" y="164"/>
                      <a:pt x="89" y="157"/>
                      <a:pt x="129" y="49"/>
                    </a:cubicBezTo>
                    <a:cubicBezTo>
                      <a:pt x="102" y="0"/>
                      <a:pt x="102" y="0"/>
                      <a:pt x="102" y="0"/>
                    </a:cubicBezTo>
                  </a:path>
                </a:pathLst>
              </a:custGeom>
              <a:solidFill>
                <a:srgbClr val="DDB6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1" name="Freeform 33"/>
              <p:cNvSpPr>
                <a:spLocks/>
              </p:cNvSpPr>
              <p:nvPr/>
            </p:nvSpPr>
            <p:spPr bwMode="auto">
              <a:xfrm>
                <a:off x="3651033" y="4093280"/>
                <a:ext cx="680156" cy="536309"/>
              </a:xfrm>
              <a:custGeom>
                <a:avLst/>
                <a:gdLst>
                  <a:gd name="T0" fmla="*/ 0 w 346"/>
                  <a:gd name="T1" fmla="*/ 35 h 273"/>
                  <a:gd name="T2" fmla="*/ 306 w 346"/>
                  <a:gd name="T3" fmla="*/ 273 h 273"/>
                  <a:gd name="T4" fmla="*/ 329 w 346"/>
                  <a:gd name="T5" fmla="*/ 263 h 273"/>
                  <a:gd name="T6" fmla="*/ 0 w 346"/>
                  <a:gd name="T7" fmla="*/ 0 h 273"/>
                  <a:gd name="T8" fmla="*/ 0 w 346"/>
                  <a:gd name="T9" fmla="*/ 35 h 273"/>
                </a:gdLst>
                <a:ahLst/>
                <a:cxnLst>
                  <a:cxn ang="0">
                    <a:pos x="T0" y="T1"/>
                  </a:cxn>
                  <a:cxn ang="0">
                    <a:pos x="T2" y="T3"/>
                  </a:cxn>
                  <a:cxn ang="0">
                    <a:pos x="T4" y="T5"/>
                  </a:cxn>
                  <a:cxn ang="0">
                    <a:pos x="T6" y="T7"/>
                  </a:cxn>
                  <a:cxn ang="0">
                    <a:pos x="T8" y="T9"/>
                  </a:cxn>
                </a:cxnLst>
                <a:rect l="0" t="0" r="r" b="b"/>
                <a:pathLst>
                  <a:path w="346" h="273">
                    <a:moveTo>
                      <a:pt x="0" y="35"/>
                    </a:moveTo>
                    <a:cubicBezTo>
                      <a:pt x="0" y="35"/>
                      <a:pt x="99" y="223"/>
                      <a:pt x="306" y="273"/>
                    </a:cubicBezTo>
                    <a:cubicBezTo>
                      <a:pt x="306" y="273"/>
                      <a:pt x="312" y="271"/>
                      <a:pt x="329" y="263"/>
                    </a:cubicBezTo>
                    <a:cubicBezTo>
                      <a:pt x="346" y="256"/>
                      <a:pt x="0" y="0"/>
                      <a:pt x="0" y="0"/>
                    </a:cubicBezTo>
                    <a:lnTo>
                      <a:pt x="0" y="35"/>
                    </a:lnTo>
                    <a:close/>
                  </a:path>
                </a:pathLst>
              </a:custGeom>
              <a:solidFill>
                <a:srgbClr val="DDB6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2" name="Freeform 34"/>
              <p:cNvSpPr>
                <a:spLocks/>
              </p:cNvSpPr>
              <p:nvPr/>
            </p:nvSpPr>
            <p:spPr bwMode="auto">
              <a:xfrm>
                <a:off x="3388283" y="2296437"/>
                <a:ext cx="1493351" cy="2333153"/>
              </a:xfrm>
              <a:custGeom>
                <a:avLst/>
                <a:gdLst>
                  <a:gd name="T0" fmla="*/ 758 w 760"/>
                  <a:gd name="T1" fmla="*/ 72 h 1187"/>
                  <a:gd name="T2" fmla="*/ 71 w 760"/>
                  <a:gd name="T3" fmla="*/ 500 h 1187"/>
                  <a:gd name="T4" fmla="*/ 500 w 760"/>
                  <a:gd name="T5" fmla="*/ 1187 h 1187"/>
                  <a:gd name="T6" fmla="*/ 502 w 760"/>
                  <a:gd name="T7" fmla="*/ 1187 h 1187"/>
                  <a:gd name="T8" fmla="*/ 760 w 760"/>
                  <a:gd name="T9" fmla="*/ 72 h 1187"/>
                  <a:gd name="T10" fmla="*/ 758 w 760"/>
                  <a:gd name="T11" fmla="*/ 72 h 1187"/>
                </a:gdLst>
                <a:ahLst/>
                <a:cxnLst>
                  <a:cxn ang="0">
                    <a:pos x="T0" y="T1"/>
                  </a:cxn>
                  <a:cxn ang="0">
                    <a:pos x="T2" y="T3"/>
                  </a:cxn>
                  <a:cxn ang="0">
                    <a:pos x="T4" y="T5"/>
                  </a:cxn>
                  <a:cxn ang="0">
                    <a:pos x="T6" y="T7"/>
                  </a:cxn>
                  <a:cxn ang="0">
                    <a:pos x="T8" y="T9"/>
                  </a:cxn>
                  <a:cxn ang="0">
                    <a:pos x="T10" y="T11"/>
                  </a:cxn>
                </a:cxnLst>
                <a:rect l="0" t="0" r="r" b="b"/>
                <a:pathLst>
                  <a:path w="760" h="1187">
                    <a:moveTo>
                      <a:pt x="758" y="72"/>
                    </a:moveTo>
                    <a:cubicBezTo>
                      <a:pt x="450" y="0"/>
                      <a:pt x="142" y="192"/>
                      <a:pt x="71" y="500"/>
                    </a:cubicBezTo>
                    <a:cubicBezTo>
                      <a:pt x="0" y="808"/>
                      <a:pt x="192" y="1116"/>
                      <a:pt x="500" y="1187"/>
                    </a:cubicBezTo>
                    <a:cubicBezTo>
                      <a:pt x="501" y="1187"/>
                      <a:pt x="501" y="1187"/>
                      <a:pt x="502" y="1187"/>
                    </a:cubicBezTo>
                    <a:cubicBezTo>
                      <a:pt x="760" y="72"/>
                      <a:pt x="760" y="72"/>
                      <a:pt x="760" y="72"/>
                    </a:cubicBezTo>
                    <a:cubicBezTo>
                      <a:pt x="759" y="72"/>
                      <a:pt x="759" y="72"/>
                      <a:pt x="758" y="7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3" name="Freeform 35"/>
              <p:cNvSpPr>
                <a:spLocks/>
              </p:cNvSpPr>
              <p:nvPr/>
            </p:nvSpPr>
            <p:spPr bwMode="auto">
              <a:xfrm>
                <a:off x="4374426" y="2437790"/>
                <a:ext cx="1486699" cy="2329827"/>
              </a:xfrm>
              <a:custGeom>
                <a:avLst/>
                <a:gdLst>
                  <a:gd name="T0" fmla="*/ 685 w 756"/>
                  <a:gd name="T1" fmla="*/ 686 h 1185"/>
                  <a:gd name="T2" fmla="*/ 258 w 756"/>
                  <a:gd name="T3" fmla="*/ 0 h 1185"/>
                  <a:gd name="T4" fmla="*/ 0 w 756"/>
                  <a:gd name="T5" fmla="*/ 1115 h 1185"/>
                  <a:gd name="T6" fmla="*/ 685 w 756"/>
                  <a:gd name="T7" fmla="*/ 686 h 1185"/>
                </a:gdLst>
                <a:ahLst/>
                <a:cxnLst>
                  <a:cxn ang="0">
                    <a:pos x="T0" y="T1"/>
                  </a:cxn>
                  <a:cxn ang="0">
                    <a:pos x="T2" y="T3"/>
                  </a:cxn>
                  <a:cxn ang="0">
                    <a:pos x="T4" y="T5"/>
                  </a:cxn>
                  <a:cxn ang="0">
                    <a:pos x="T6" y="T7"/>
                  </a:cxn>
                </a:cxnLst>
                <a:rect l="0" t="0" r="r" b="b"/>
                <a:pathLst>
                  <a:path w="756" h="1185">
                    <a:moveTo>
                      <a:pt x="685" y="686"/>
                    </a:moveTo>
                    <a:cubicBezTo>
                      <a:pt x="756" y="379"/>
                      <a:pt x="565" y="72"/>
                      <a:pt x="258" y="0"/>
                    </a:cubicBezTo>
                    <a:cubicBezTo>
                      <a:pt x="0" y="1115"/>
                      <a:pt x="0" y="1115"/>
                      <a:pt x="0" y="1115"/>
                    </a:cubicBezTo>
                    <a:cubicBezTo>
                      <a:pt x="308" y="1185"/>
                      <a:pt x="614" y="994"/>
                      <a:pt x="685" y="68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4" name="Rectangle 36"/>
              <p:cNvSpPr>
                <a:spLocks noChangeArrowheads="1"/>
              </p:cNvSpPr>
              <p:nvPr/>
            </p:nvSpPr>
            <p:spPr bwMode="auto">
              <a:xfrm>
                <a:off x="4498318" y="4093280"/>
                <a:ext cx="831" cy="831"/>
              </a:xfrm>
              <a:prstGeom prst="rect">
                <a:avLst/>
              </a:prstGeom>
              <a:solidFill>
                <a:srgbClr val="03434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5" name="Freeform 37"/>
              <p:cNvSpPr>
                <a:spLocks noEditPoints="1"/>
              </p:cNvSpPr>
              <p:nvPr/>
            </p:nvSpPr>
            <p:spPr bwMode="auto">
              <a:xfrm>
                <a:off x="3388283" y="2378754"/>
                <a:ext cx="2363086" cy="2331490"/>
              </a:xfrm>
              <a:custGeom>
                <a:avLst/>
                <a:gdLst>
                  <a:gd name="T0" fmla="*/ 1128 w 1202"/>
                  <a:gd name="T1" fmla="*/ 488 h 1186"/>
                  <a:gd name="T2" fmla="*/ 1072 w 1202"/>
                  <a:gd name="T3" fmla="*/ 424 h 1186"/>
                  <a:gd name="T4" fmla="*/ 1063 w 1202"/>
                  <a:gd name="T5" fmla="*/ 469 h 1186"/>
                  <a:gd name="T6" fmla="*/ 1026 w 1202"/>
                  <a:gd name="T7" fmla="*/ 415 h 1186"/>
                  <a:gd name="T8" fmla="*/ 907 w 1202"/>
                  <a:gd name="T9" fmla="*/ 430 h 1186"/>
                  <a:gd name="T10" fmla="*/ 969 w 1202"/>
                  <a:gd name="T11" fmla="*/ 377 h 1186"/>
                  <a:gd name="T12" fmla="*/ 1083 w 1202"/>
                  <a:gd name="T13" fmla="*/ 342 h 1186"/>
                  <a:gd name="T14" fmla="*/ 1058 w 1202"/>
                  <a:gd name="T15" fmla="*/ 268 h 1186"/>
                  <a:gd name="T16" fmla="*/ 434 w 1202"/>
                  <a:gd name="T17" fmla="*/ 66 h 1186"/>
                  <a:gd name="T18" fmla="*/ 469 w 1202"/>
                  <a:gd name="T19" fmla="*/ 84 h 1186"/>
                  <a:gd name="T20" fmla="*/ 528 w 1202"/>
                  <a:gd name="T21" fmla="*/ 76 h 1186"/>
                  <a:gd name="T22" fmla="*/ 526 w 1202"/>
                  <a:gd name="T23" fmla="*/ 110 h 1186"/>
                  <a:gd name="T24" fmla="*/ 591 w 1202"/>
                  <a:gd name="T25" fmla="*/ 82 h 1186"/>
                  <a:gd name="T26" fmla="*/ 639 w 1202"/>
                  <a:gd name="T27" fmla="*/ 103 h 1186"/>
                  <a:gd name="T28" fmla="*/ 758 w 1202"/>
                  <a:gd name="T29" fmla="*/ 164 h 1186"/>
                  <a:gd name="T30" fmla="*/ 707 w 1202"/>
                  <a:gd name="T31" fmla="*/ 151 h 1186"/>
                  <a:gd name="T32" fmla="*/ 639 w 1202"/>
                  <a:gd name="T33" fmla="*/ 141 h 1186"/>
                  <a:gd name="T34" fmla="*/ 607 w 1202"/>
                  <a:gd name="T35" fmla="*/ 161 h 1186"/>
                  <a:gd name="T36" fmla="*/ 525 w 1202"/>
                  <a:gd name="T37" fmla="*/ 195 h 1186"/>
                  <a:gd name="T38" fmla="*/ 616 w 1202"/>
                  <a:gd name="T39" fmla="*/ 176 h 1186"/>
                  <a:gd name="T40" fmla="*/ 702 w 1202"/>
                  <a:gd name="T41" fmla="*/ 238 h 1186"/>
                  <a:gd name="T42" fmla="*/ 714 w 1202"/>
                  <a:gd name="T43" fmla="*/ 302 h 1186"/>
                  <a:gd name="T44" fmla="*/ 676 w 1202"/>
                  <a:gd name="T45" fmla="*/ 286 h 1186"/>
                  <a:gd name="T46" fmla="*/ 657 w 1202"/>
                  <a:gd name="T47" fmla="*/ 275 h 1186"/>
                  <a:gd name="T48" fmla="*/ 629 w 1202"/>
                  <a:gd name="T49" fmla="*/ 257 h 1186"/>
                  <a:gd name="T50" fmla="*/ 626 w 1202"/>
                  <a:gd name="T51" fmla="*/ 289 h 1186"/>
                  <a:gd name="T52" fmla="*/ 503 w 1202"/>
                  <a:gd name="T53" fmla="*/ 339 h 1186"/>
                  <a:gd name="T54" fmla="*/ 414 w 1202"/>
                  <a:gd name="T55" fmla="*/ 380 h 1186"/>
                  <a:gd name="T56" fmla="*/ 308 w 1202"/>
                  <a:gd name="T57" fmla="*/ 451 h 1186"/>
                  <a:gd name="T58" fmla="*/ 405 w 1202"/>
                  <a:gd name="T59" fmla="*/ 551 h 1186"/>
                  <a:gd name="T60" fmla="*/ 535 w 1202"/>
                  <a:gd name="T61" fmla="*/ 569 h 1186"/>
                  <a:gd name="T62" fmla="*/ 622 w 1202"/>
                  <a:gd name="T63" fmla="*/ 692 h 1186"/>
                  <a:gd name="T64" fmla="*/ 638 w 1202"/>
                  <a:gd name="T65" fmla="*/ 852 h 1186"/>
                  <a:gd name="T66" fmla="*/ 555 w 1202"/>
                  <a:gd name="T67" fmla="*/ 917 h 1186"/>
                  <a:gd name="T68" fmla="*/ 456 w 1202"/>
                  <a:gd name="T69" fmla="*/ 986 h 1186"/>
                  <a:gd name="T70" fmla="*/ 446 w 1202"/>
                  <a:gd name="T71" fmla="*/ 1047 h 1186"/>
                  <a:gd name="T72" fmla="*/ 382 w 1202"/>
                  <a:gd name="T73" fmla="*/ 996 h 1186"/>
                  <a:gd name="T74" fmla="*/ 382 w 1202"/>
                  <a:gd name="T75" fmla="*/ 747 h 1186"/>
                  <a:gd name="T76" fmla="*/ 388 w 1202"/>
                  <a:gd name="T77" fmla="*/ 594 h 1186"/>
                  <a:gd name="T78" fmla="*/ 294 w 1202"/>
                  <a:gd name="T79" fmla="*/ 468 h 1186"/>
                  <a:gd name="T80" fmla="*/ 205 w 1202"/>
                  <a:gd name="T81" fmla="*/ 346 h 1186"/>
                  <a:gd name="T82" fmla="*/ 183 w 1202"/>
                  <a:gd name="T83" fmla="*/ 385 h 1186"/>
                  <a:gd name="T84" fmla="*/ 501 w 1202"/>
                  <a:gd name="T85" fmla="*/ 1146 h 1186"/>
                  <a:gd name="T86" fmla="*/ 968 w 1202"/>
                  <a:gd name="T87" fmla="*/ 920 h 1186"/>
                  <a:gd name="T88" fmla="*/ 946 w 1202"/>
                  <a:gd name="T89" fmla="*/ 710 h 1186"/>
                  <a:gd name="T90" fmla="*/ 830 w 1202"/>
                  <a:gd name="T91" fmla="*/ 685 h 1186"/>
                  <a:gd name="T92" fmla="*/ 806 w 1202"/>
                  <a:gd name="T93" fmla="*/ 523 h 1186"/>
                  <a:gd name="T94" fmla="*/ 978 w 1202"/>
                  <a:gd name="T95" fmla="*/ 455 h 1186"/>
                  <a:gd name="T96" fmla="*/ 1102 w 1202"/>
                  <a:gd name="T97" fmla="*/ 515 h 1186"/>
                  <a:gd name="T98" fmla="*/ 970 w 1202"/>
                  <a:gd name="T99" fmla="*/ 286 h 1186"/>
                  <a:gd name="T100" fmla="*/ 1018 w 1202"/>
                  <a:gd name="T101" fmla="*/ 337 h 1186"/>
                  <a:gd name="T102" fmla="*/ 986 w 1202"/>
                  <a:gd name="T103" fmla="*/ 313 h 1186"/>
                  <a:gd name="T104" fmla="*/ 963 w 1202"/>
                  <a:gd name="T105" fmla="*/ 298 h 1186"/>
                  <a:gd name="T106" fmla="*/ 627 w 1202"/>
                  <a:gd name="T107" fmla="*/ 301 h 1186"/>
                  <a:gd name="T108" fmla="*/ 649 w 1202"/>
                  <a:gd name="T109" fmla="*/ 306 h 1186"/>
                  <a:gd name="T110" fmla="*/ 627 w 1202"/>
                  <a:gd name="T111" fmla="*/ 301 h 1186"/>
                  <a:gd name="T112" fmla="*/ 601 w 1202"/>
                  <a:gd name="T113" fmla="*/ 310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02" h="1186">
                    <a:moveTo>
                      <a:pt x="1197" y="506"/>
                    </a:moveTo>
                    <a:cubicBezTo>
                      <a:pt x="1168" y="499"/>
                      <a:pt x="1168" y="499"/>
                      <a:pt x="1168" y="499"/>
                    </a:cubicBezTo>
                    <a:cubicBezTo>
                      <a:pt x="1157" y="480"/>
                      <a:pt x="1157" y="480"/>
                      <a:pt x="1157" y="480"/>
                    </a:cubicBezTo>
                    <a:cubicBezTo>
                      <a:pt x="1160" y="454"/>
                      <a:pt x="1160" y="454"/>
                      <a:pt x="1160" y="454"/>
                    </a:cubicBezTo>
                    <a:cubicBezTo>
                      <a:pt x="1144" y="458"/>
                      <a:pt x="1144" y="458"/>
                      <a:pt x="1144" y="458"/>
                    </a:cubicBezTo>
                    <a:cubicBezTo>
                      <a:pt x="1128" y="488"/>
                      <a:pt x="1128" y="488"/>
                      <a:pt x="1128" y="488"/>
                    </a:cubicBezTo>
                    <a:cubicBezTo>
                      <a:pt x="1112" y="460"/>
                      <a:pt x="1112" y="460"/>
                      <a:pt x="1112" y="460"/>
                    </a:cubicBezTo>
                    <a:cubicBezTo>
                      <a:pt x="1116" y="438"/>
                      <a:pt x="1116" y="438"/>
                      <a:pt x="1116" y="438"/>
                    </a:cubicBezTo>
                    <a:cubicBezTo>
                      <a:pt x="1099" y="415"/>
                      <a:pt x="1099" y="415"/>
                      <a:pt x="1099" y="415"/>
                    </a:cubicBezTo>
                    <a:cubicBezTo>
                      <a:pt x="1093" y="406"/>
                      <a:pt x="1093" y="406"/>
                      <a:pt x="1093" y="406"/>
                    </a:cubicBezTo>
                    <a:cubicBezTo>
                      <a:pt x="1069" y="400"/>
                      <a:pt x="1069" y="400"/>
                      <a:pt x="1069" y="400"/>
                    </a:cubicBezTo>
                    <a:cubicBezTo>
                      <a:pt x="1072" y="424"/>
                      <a:pt x="1072" y="424"/>
                      <a:pt x="1072" y="424"/>
                    </a:cubicBezTo>
                    <a:cubicBezTo>
                      <a:pt x="1097" y="446"/>
                      <a:pt x="1097" y="446"/>
                      <a:pt x="1097" y="446"/>
                    </a:cubicBezTo>
                    <a:cubicBezTo>
                      <a:pt x="1101" y="453"/>
                      <a:pt x="1101" y="453"/>
                      <a:pt x="1101" y="453"/>
                    </a:cubicBezTo>
                    <a:cubicBezTo>
                      <a:pt x="1094" y="455"/>
                      <a:pt x="1094" y="455"/>
                      <a:pt x="1094" y="455"/>
                    </a:cubicBezTo>
                    <a:cubicBezTo>
                      <a:pt x="1090" y="472"/>
                      <a:pt x="1090" y="472"/>
                      <a:pt x="1090" y="472"/>
                    </a:cubicBezTo>
                    <a:cubicBezTo>
                      <a:pt x="1075" y="474"/>
                      <a:pt x="1075" y="474"/>
                      <a:pt x="1075" y="474"/>
                    </a:cubicBezTo>
                    <a:cubicBezTo>
                      <a:pt x="1063" y="469"/>
                      <a:pt x="1063" y="469"/>
                      <a:pt x="1063" y="469"/>
                    </a:cubicBezTo>
                    <a:cubicBezTo>
                      <a:pt x="1058" y="457"/>
                      <a:pt x="1058" y="457"/>
                      <a:pt x="1058" y="457"/>
                    </a:cubicBezTo>
                    <a:cubicBezTo>
                      <a:pt x="1078" y="462"/>
                      <a:pt x="1078" y="462"/>
                      <a:pt x="1078" y="462"/>
                    </a:cubicBezTo>
                    <a:cubicBezTo>
                      <a:pt x="1085" y="456"/>
                      <a:pt x="1085" y="456"/>
                      <a:pt x="1085" y="456"/>
                    </a:cubicBezTo>
                    <a:cubicBezTo>
                      <a:pt x="1048" y="417"/>
                      <a:pt x="1048" y="417"/>
                      <a:pt x="1048" y="417"/>
                    </a:cubicBezTo>
                    <a:cubicBezTo>
                      <a:pt x="1047" y="403"/>
                      <a:pt x="1047" y="403"/>
                      <a:pt x="1047" y="403"/>
                    </a:cubicBezTo>
                    <a:cubicBezTo>
                      <a:pt x="1026" y="415"/>
                      <a:pt x="1026" y="415"/>
                      <a:pt x="1026" y="415"/>
                    </a:cubicBezTo>
                    <a:cubicBezTo>
                      <a:pt x="1009" y="407"/>
                      <a:pt x="1009" y="407"/>
                      <a:pt x="1009" y="407"/>
                    </a:cubicBezTo>
                    <a:cubicBezTo>
                      <a:pt x="973" y="437"/>
                      <a:pt x="973" y="437"/>
                      <a:pt x="973" y="437"/>
                    </a:cubicBezTo>
                    <a:cubicBezTo>
                      <a:pt x="965" y="449"/>
                      <a:pt x="965" y="449"/>
                      <a:pt x="965" y="449"/>
                    </a:cubicBezTo>
                    <a:cubicBezTo>
                      <a:pt x="947" y="447"/>
                      <a:pt x="947" y="447"/>
                      <a:pt x="947" y="447"/>
                    </a:cubicBezTo>
                    <a:cubicBezTo>
                      <a:pt x="921" y="441"/>
                      <a:pt x="921" y="441"/>
                      <a:pt x="921" y="441"/>
                    </a:cubicBezTo>
                    <a:cubicBezTo>
                      <a:pt x="907" y="430"/>
                      <a:pt x="907" y="430"/>
                      <a:pt x="907" y="430"/>
                    </a:cubicBezTo>
                    <a:cubicBezTo>
                      <a:pt x="910" y="399"/>
                      <a:pt x="910" y="399"/>
                      <a:pt x="910" y="399"/>
                    </a:cubicBezTo>
                    <a:cubicBezTo>
                      <a:pt x="919" y="385"/>
                      <a:pt x="919" y="385"/>
                      <a:pt x="919" y="385"/>
                    </a:cubicBezTo>
                    <a:cubicBezTo>
                      <a:pt x="946" y="385"/>
                      <a:pt x="946" y="385"/>
                      <a:pt x="946" y="385"/>
                    </a:cubicBezTo>
                    <a:cubicBezTo>
                      <a:pt x="974" y="398"/>
                      <a:pt x="974" y="398"/>
                      <a:pt x="974" y="398"/>
                    </a:cubicBezTo>
                    <a:cubicBezTo>
                      <a:pt x="981" y="383"/>
                      <a:pt x="981" y="383"/>
                      <a:pt x="981" y="383"/>
                    </a:cubicBezTo>
                    <a:cubicBezTo>
                      <a:pt x="969" y="377"/>
                      <a:pt x="969" y="377"/>
                      <a:pt x="969" y="377"/>
                    </a:cubicBezTo>
                    <a:cubicBezTo>
                      <a:pt x="979" y="353"/>
                      <a:pt x="979" y="353"/>
                      <a:pt x="979" y="353"/>
                    </a:cubicBezTo>
                    <a:cubicBezTo>
                      <a:pt x="1009" y="355"/>
                      <a:pt x="1009" y="355"/>
                      <a:pt x="1009" y="355"/>
                    </a:cubicBezTo>
                    <a:cubicBezTo>
                      <a:pt x="1036" y="332"/>
                      <a:pt x="1036" y="332"/>
                      <a:pt x="1036" y="332"/>
                    </a:cubicBezTo>
                    <a:cubicBezTo>
                      <a:pt x="1058" y="333"/>
                      <a:pt x="1058" y="333"/>
                      <a:pt x="1058" y="333"/>
                    </a:cubicBezTo>
                    <a:cubicBezTo>
                      <a:pt x="1076" y="340"/>
                      <a:pt x="1076" y="340"/>
                      <a:pt x="1076" y="340"/>
                    </a:cubicBezTo>
                    <a:cubicBezTo>
                      <a:pt x="1083" y="342"/>
                      <a:pt x="1083" y="342"/>
                      <a:pt x="1083" y="342"/>
                    </a:cubicBezTo>
                    <a:cubicBezTo>
                      <a:pt x="1085" y="314"/>
                      <a:pt x="1085" y="314"/>
                      <a:pt x="1085" y="314"/>
                    </a:cubicBezTo>
                    <a:cubicBezTo>
                      <a:pt x="1060" y="318"/>
                      <a:pt x="1060" y="318"/>
                      <a:pt x="1060" y="318"/>
                    </a:cubicBezTo>
                    <a:cubicBezTo>
                      <a:pt x="1057" y="296"/>
                      <a:pt x="1057" y="296"/>
                      <a:pt x="1057" y="296"/>
                    </a:cubicBezTo>
                    <a:cubicBezTo>
                      <a:pt x="1044" y="291"/>
                      <a:pt x="1044" y="291"/>
                      <a:pt x="1044" y="291"/>
                    </a:cubicBezTo>
                    <a:cubicBezTo>
                      <a:pt x="1045" y="277"/>
                      <a:pt x="1045" y="277"/>
                      <a:pt x="1045" y="277"/>
                    </a:cubicBezTo>
                    <a:cubicBezTo>
                      <a:pt x="1058" y="268"/>
                      <a:pt x="1058" y="268"/>
                      <a:pt x="1058" y="268"/>
                    </a:cubicBezTo>
                    <a:cubicBezTo>
                      <a:pt x="1086" y="263"/>
                      <a:pt x="1086" y="263"/>
                      <a:pt x="1086" y="263"/>
                    </a:cubicBezTo>
                    <a:cubicBezTo>
                      <a:pt x="1096" y="253"/>
                      <a:pt x="1096" y="253"/>
                      <a:pt x="1096" y="253"/>
                    </a:cubicBezTo>
                    <a:cubicBezTo>
                      <a:pt x="1017" y="144"/>
                      <a:pt x="901" y="61"/>
                      <a:pt x="760" y="28"/>
                    </a:cubicBezTo>
                    <a:cubicBezTo>
                      <a:pt x="760" y="28"/>
                      <a:pt x="759" y="28"/>
                      <a:pt x="759" y="28"/>
                    </a:cubicBezTo>
                    <a:cubicBezTo>
                      <a:pt x="636" y="0"/>
                      <a:pt x="514" y="13"/>
                      <a:pt x="406" y="59"/>
                    </a:cubicBezTo>
                    <a:cubicBezTo>
                      <a:pt x="434" y="66"/>
                      <a:pt x="434" y="66"/>
                      <a:pt x="434" y="66"/>
                    </a:cubicBezTo>
                    <a:cubicBezTo>
                      <a:pt x="445" y="75"/>
                      <a:pt x="445" y="75"/>
                      <a:pt x="445" y="75"/>
                    </a:cubicBezTo>
                    <a:cubicBezTo>
                      <a:pt x="468" y="86"/>
                      <a:pt x="468" y="86"/>
                      <a:pt x="468" y="86"/>
                    </a:cubicBezTo>
                    <a:cubicBezTo>
                      <a:pt x="467" y="96"/>
                      <a:pt x="467" y="96"/>
                      <a:pt x="467" y="96"/>
                    </a:cubicBezTo>
                    <a:cubicBezTo>
                      <a:pt x="505" y="106"/>
                      <a:pt x="505" y="106"/>
                      <a:pt x="505" y="106"/>
                    </a:cubicBezTo>
                    <a:cubicBezTo>
                      <a:pt x="502" y="93"/>
                      <a:pt x="502" y="93"/>
                      <a:pt x="502" y="93"/>
                    </a:cubicBezTo>
                    <a:cubicBezTo>
                      <a:pt x="469" y="84"/>
                      <a:pt x="469" y="84"/>
                      <a:pt x="469" y="84"/>
                    </a:cubicBezTo>
                    <a:cubicBezTo>
                      <a:pt x="479" y="78"/>
                      <a:pt x="479" y="78"/>
                      <a:pt x="479" y="78"/>
                    </a:cubicBezTo>
                    <a:cubicBezTo>
                      <a:pt x="478" y="69"/>
                      <a:pt x="478" y="69"/>
                      <a:pt x="478" y="69"/>
                    </a:cubicBezTo>
                    <a:cubicBezTo>
                      <a:pt x="448" y="62"/>
                      <a:pt x="448" y="62"/>
                      <a:pt x="448" y="62"/>
                    </a:cubicBezTo>
                    <a:cubicBezTo>
                      <a:pt x="486" y="45"/>
                      <a:pt x="486" y="45"/>
                      <a:pt x="486" y="45"/>
                    </a:cubicBezTo>
                    <a:cubicBezTo>
                      <a:pt x="518" y="52"/>
                      <a:pt x="518" y="52"/>
                      <a:pt x="518" y="52"/>
                    </a:cubicBezTo>
                    <a:cubicBezTo>
                      <a:pt x="528" y="76"/>
                      <a:pt x="528" y="76"/>
                      <a:pt x="528" y="76"/>
                    </a:cubicBezTo>
                    <a:cubicBezTo>
                      <a:pt x="553" y="83"/>
                      <a:pt x="553" y="83"/>
                      <a:pt x="553" y="83"/>
                    </a:cubicBezTo>
                    <a:cubicBezTo>
                      <a:pt x="571" y="72"/>
                      <a:pt x="571" y="72"/>
                      <a:pt x="571" y="72"/>
                    </a:cubicBezTo>
                    <a:cubicBezTo>
                      <a:pt x="581" y="80"/>
                      <a:pt x="581" y="80"/>
                      <a:pt x="581" y="80"/>
                    </a:cubicBezTo>
                    <a:cubicBezTo>
                      <a:pt x="555" y="96"/>
                      <a:pt x="555" y="96"/>
                      <a:pt x="555" y="96"/>
                    </a:cubicBezTo>
                    <a:cubicBezTo>
                      <a:pt x="555" y="96"/>
                      <a:pt x="527" y="89"/>
                      <a:pt x="528" y="90"/>
                    </a:cubicBezTo>
                    <a:cubicBezTo>
                      <a:pt x="530" y="90"/>
                      <a:pt x="526" y="110"/>
                      <a:pt x="526" y="110"/>
                    </a:cubicBezTo>
                    <a:cubicBezTo>
                      <a:pt x="561" y="117"/>
                      <a:pt x="561" y="117"/>
                      <a:pt x="561" y="117"/>
                    </a:cubicBezTo>
                    <a:cubicBezTo>
                      <a:pt x="567" y="108"/>
                      <a:pt x="567" y="108"/>
                      <a:pt x="567" y="108"/>
                    </a:cubicBezTo>
                    <a:cubicBezTo>
                      <a:pt x="591" y="112"/>
                      <a:pt x="591" y="112"/>
                      <a:pt x="591" y="112"/>
                    </a:cubicBezTo>
                    <a:cubicBezTo>
                      <a:pt x="597" y="99"/>
                      <a:pt x="597" y="99"/>
                      <a:pt x="597" y="99"/>
                    </a:cubicBezTo>
                    <a:cubicBezTo>
                      <a:pt x="583" y="94"/>
                      <a:pt x="583" y="94"/>
                      <a:pt x="583" y="94"/>
                    </a:cubicBezTo>
                    <a:cubicBezTo>
                      <a:pt x="591" y="82"/>
                      <a:pt x="591" y="82"/>
                      <a:pt x="591" y="82"/>
                    </a:cubicBezTo>
                    <a:cubicBezTo>
                      <a:pt x="602" y="81"/>
                      <a:pt x="602" y="81"/>
                      <a:pt x="602" y="81"/>
                    </a:cubicBezTo>
                    <a:cubicBezTo>
                      <a:pt x="639" y="92"/>
                      <a:pt x="639" y="92"/>
                      <a:pt x="639" y="92"/>
                    </a:cubicBezTo>
                    <a:cubicBezTo>
                      <a:pt x="614" y="106"/>
                      <a:pt x="614" y="106"/>
                      <a:pt x="614" y="106"/>
                    </a:cubicBezTo>
                    <a:cubicBezTo>
                      <a:pt x="614" y="121"/>
                      <a:pt x="614" y="121"/>
                      <a:pt x="614" y="121"/>
                    </a:cubicBezTo>
                    <a:cubicBezTo>
                      <a:pt x="635" y="129"/>
                      <a:pt x="635" y="129"/>
                      <a:pt x="635" y="129"/>
                    </a:cubicBezTo>
                    <a:cubicBezTo>
                      <a:pt x="639" y="103"/>
                      <a:pt x="639" y="103"/>
                      <a:pt x="639" y="103"/>
                    </a:cubicBezTo>
                    <a:cubicBezTo>
                      <a:pt x="662" y="97"/>
                      <a:pt x="662" y="97"/>
                      <a:pt x="662" y="97"/>
                    </a:cubicBezTo>
                    <a:cubicBezTo>
                      <a:pt x="700" y="101"/>
                      <a:pt x="700" y="101"/>
                      <a:pt x="700" y="101"/>
                    </a:cubicBezTo>
                    <a:cubicBezTo>
                      <a:pt x="737" y="129"/>
                      <a:pt x="737" y="129"/>
                      <a:pt x="737" y="129"/>
                    </a:cubicBezTo>
                    <a:cubicBezTo>
                      <a:pt x="747" y="136"/>
                      <a:pt x="747" y="136"/>
                      <a:pt x="747" y="136"/>
                    </a:cubicBezTo>
                    <a:cubicBezTo>
                      <a:pt x="742" y="156"/>
                      <a:pt x="742" y="156"/>
                      <a:pt x="742" y="156"/>
                    </a:cubicBezTo>
                    <a:cubicBezTo>
                      <a:pt x="758" y="164"/>
                      <a:pt x="758" y="164"/>
                      <a:pt x="758" y="164"/>
                    </a:cubicBezTo>
                    <a:cubicBezTo>
                      <a:pt x="746" y="178"/>
                      <a:pt x="746" y="178"/>
                      <a:pt x="746" y="178"/>
                    </a:cubicBezTo>
                    <a:cubicBezTo>
                      <a:pt x="727" y="174"/>
                      <a:pt x="727" y="174"/>
                      <a:pt x="727" y="174"/>
                    </a:cubicBezTo>
                    <a:cubicBezTo>
                      <a:pt x="722" y="173"/>
                      <a:pt x="722" y="173"/>
                      <a:pt x="722" y="173"/>
                    </a:cubicBezTo>
                    <a:cubicBezTo>
                      <a:pt x="711" y="189"/>
                      <a:pt x="711" y="189"/>
                      <a:pt x="711" y="189"/>
                    </a:cubicBezTo>
                    <a:cubicBezTo>
                      <a:pt x="660" y="164"/>
                      <a:pt x="660" y="164"/>
                      <a:pt x="660" y="164"/>
                    </a:cubicBezTo>
                    <a:cubicBezTo>
                      <a:pt x="707" y="151"/>
                      <a:pt x="707" y="151"/>
                      <a:pt x="707" y="151"/>
                    </a:cubicBezTo>
                    <a:cubicBezTo>
                      <a:pt x="694" y="134"/>
                      <a:pt x="694" y="134"/>
                      <a:pt x="694" y="134"/>
                    </a:cubicBezTo>
                    <a:cubicBezTo>
                      <a:pt x="657" y="130"/>
                      <a:pt x="657" y="130"/>
                      <a:pt x="657" y="130"/>
                    </a:cubicBezTo>
                    <a:cubicBezTo>
                      <a:pt x="653" y="132"/>
                      <a:pt x="653" y="132"/>
                      <a:pt x="653" y="132"/>
                    </a:cubicBezTo>
                    <a:cubicBezTo>
                      <a:pt x="653" y="132"/>
                      <a:pt x="653" y="132"/>
                      <a:pt x="653" y="132"/>
                    </a:cubicBezTo>
                    <a:cubicBezTo>
                      <a:pt x="652" y="133"/>
                      <a:pt x="652" y="133"/>
                      <a:pt x="652" y="133"/>
                    </a:cubicBezTo>
                    <a:cubicBezTo>
                      <a:pt x="639" y="141"/>
                      <a:pt x="639" y="141"/>
                      <a:pt x="639" y="141"/>
                    </a:cubicBezTo>
                    <a:cubicBezTo>
                      <a:pt x="621" y="139"/>
                      <a:pt x="621" y="139"/>
                      <a:pt x="621" y="139"/>
                    </a:cubicBezTo>
                    <a:cubicBezTo>
                      <a:pt x="620" y="148"/>
                      <a:pt x="620" y="148"/>
                      <a:pt x="620" y="148"/>
                    </a:cubicBezTo>
                    <a:cubicBezTo>
                      <a:pt x="626" y="152"/>
                      <a:pt x="626" y="152"/>
                      <a:pt x="626" y="152"/>
                    </a:cubicBezTo>
                    <a:cubicBezTo>
                      <a:pt x="625" y="155"/>
                      <a:pt x="625" y="155"/>
                      <a:pt x="625" y="155"/>
                    </a:cubicBezTo>
                    <a:cubicBezTo>
                      <a:pt x="610" y="153"/>
                      <a:pt x="610" y="153"/>
                      <a:pt x="610" y="153"/>
                    </a:cubicBezTo>
                    <a:cubicBezTo>
                      <a:pt x="607" y="161"/>
                      <a:pt x="607" y="161"/>
                      <a:pt x="607" y="161"/>
                    </a:cubicBezTo>
                    <a:cubicBezTo>
                      <a:pt x="594" y="159"/>
                      <a:pt x="594" y="159"/>
                      <a:pt x="594" y="159"/>
                    </a:cubicBezTo>
                    <a:cubicBezTo>
                      <a:pt x="595" y="142"/>
                      <a:pt x="595" y="142"/>
                      <a:pt x="595" y="142"/>
                    </a:cubicBezTo>
                    <a:cubicBezTo>
                      <a:pt x="569" y="144"/>
                      <a:pt x="569" y="144"/>
                      <a:pt x="569" y="144"/>
                    </a:cubicBezTo>
                    <a:cubicBezTo>
                      <a:pt x="512" y="161"/>
                      <a:pt x="512" y="161"/>
                      <a:pt x="512" y="161"/>
                    </a:cubicBezTo>
                    <a:cubicBezTo>
                      <a:pt x="513" y="183"/>
                      <a:pt x="513" y="183"/>
                      <a:pt x="513" y="183"/>
                    </a:cubicBezTo>
                    <a:cubicBezTo>
                      <a:pt x="525" y="195"/>
                      <a:pt x="525" y="195"/>
                      <a:pt x="525" y="195"/>
                    </a:cubicBezTo>
                    <a:cubicBezTo>
                      <a:pt x="552" y="206"/>
                      <a:pt x="552" y="206"/>
                      <a:pt x="552" y="206"/>
                    </a:cubicBezTo>
                    <a:cubicBezTo>
                      <a:pt x="545" y="237"/>
                      <a:pt x="545" y="237"/>
                      <a:pt x="545" y="237"/>
                    </a:cubicBezTo>
                    <a:cubicBezTo>
                      <a:pt x="558" y="238"/>
                      <a:pt x="558" y="238"/>
                      <a:pt x="558" y="238"/>
                    </a:cubicBezTo>
                    <a:cubicBezTo>
                      <a:pt x="576" y="216"/>
                      <a:pt x="576" y="216"/>
                      <a:pt x="576" y="216"/>
                    </a:cubicBezTo>
                    <a:cubicBezTo>
                      <a:pt x="607" y="214"/>
                      <a:pt x="607" y="214"/>
                      <a:pt x="607" y="214"/>
                    </a:cubicBezTo>
                    <a:cubicBezTo>
                      <a:pt x="616" y="176"/>
                      <a:pt x="616" y="176"/>
                      <a:pt x="616" y="176"/>
                    </a:cubicBezTo>
                    <a:cubicBezTo>
                      <a:pt x="635" y="167"/>
                      <a:pt x="635" y="167"/>
                      <a:pt x="635" y="167"/>
                    </a:cubicBezTo>
                    <a:cubicBezTo>
                      <a:pt x="673" y="186"/>
                      <a:pt x="673" y="186"/>
                      <a:pt x="673" y="186"/>
                    </a:cubicBezTo>
                    <a:cubicBezTo>
                      <a:pt x="664" y="210"/>
                      <a:pt x="664" y="210"/>
                      <a:pt x="664" y="210"/>
                    </a:cubicBezTo>
                    <a:cubicBezTo>
                      <a:pt x="675" y="213"/>
                      <a:pt x="675" y="213"/>
                      <a:pt x="675" y="213"/>
                    </a:cubicBezTo>
                    <a:cubicBezTo>
                      <a:pt x="708" y="205"/>
                      <a:pt x="708" y="205"/>
                      <a:pt x="708" y="205"/>
                    </a:cubicBezTo>
                    <a:cubicBezTo>
                      <a:pt x="702" y="238"/>
                      <a:pt x="702" y="238"/>
                      <a:pt x="702" y="238"/>
                    </a:cubicBezTo>
                    <a:cubicBezTo>
                      <a:pt x="710" y="247"/>
                      <a:pt x="710" y="247"/>
                      <a:pt x="710" y="247"/>
                    </a:cubicBezTo>
                    <a:cubicBezTo>
                      <a:pt x="720" y="256"/>
                      <a:pt x="720" y="256"/>
                      <a:pt x="720" y="256"/>
                    </a:cubicBezTo>
                    <a:cubicBezTo>
                      <a:pt x="714" y="276"/>
                      <a:pt x="714" y="276"/>
                      <a:pt x="714" y="276"/>
                    </a:cubicBezTo>
                    <a:cubicBezTo>
                      <a:pt x="703" y="277"/>
                      <a:pt x="703" y="277"/>
                      <a:pt x="703" y="277"/>
                    </a:cubicBezTo>
                    <a:cubicBezTo>
                      <a:pt x="700" y="290"/>
                      <a:pt x="700" y="290"/>
                      <a:pt x="700" y="290"/>
                    </a:cubicBezTo>
                    <a:cubicBezTo>
                      <a:pt x="714" y="302"/>
                      <a:pt x="714" y="302"/>
                      <a:pt x="714" y="302"/>
                    </a:cubicBezTo>
                    <a:cubicBezTo>
                      <a:pt x="711" y="315"/>
                      <a:pt x="711" y="315"/>
                      <a:pt x="711" y="315"/>
                    </a:cubicBezTo>
                    <a:cubicBezTo>
                      <a:pt x="703" y="314"/>
                      <a:pt x="703" y="314"/>
                      <a:pt x="703" y="314"/>
                    </a:cubicBezTo>
                    <a:cubicBezTo>
                      <a:pt x="703" y="313"/>
                      <a:pt x="703" y="313"/>
                      <a:pt x="703" y="313"/>
                    </a:cubicBezTo>
                    <a:cubicBezTo>
                      <a:pt x="695" y="309"/>
                      <a:pt x="695" y="309"/>
                      <a:pt x="695" y="309"/>
                    </a:cubicBezTo>
                    <a:cubicBezTo>
                      <a:pt x="675" y="297"/>
                      <a:pt x="675" y="297"/>
                      <a:pt x="675" y="297"/>
                    </a:cubicBezTo>
                    <a:cubicBezTo>
                      <a:pt x="676" y="286"/>
                      <a:pt x="676" y="286"/>
                      <a:pt x="676" y="286"/>
                    </a:cubicBezTo>
                    <a:cubicBezTo>
                      <a:pt x="676" y="286"/>
                      <a:pt x="676" y="286"/>
                      <a:pt x="676" y="286"/>
                    </a:cubicBezTo>
                    <a:cubicBezTo>
                      <a:pt x="686" y="282"/>
                      <a:pt x="686" y="282"/>
                      <a:pt x="686" y="282"/>
                    </a:cubicBezTo>
                    <a:cubicBezTo>
                      <a:pt x="688" y="273"/>
                      <a:pt x="688" y="273"/>
                      <a:pt x="688" y="273"/>
                    </a:cubicBezTo>
                    <a:cubicBezTo>
                      <a:pt x="679" y="268"/>
                      <a:pt x="679" y="268"/>
                      <a:pt x="679" y="268"/>
                    </a:cubicBezTo>
                    <a:cubicBezTo>
                      <a:pt x="675" y="276"/>
                      <a:pt x="675" y="276"/>
                      <a:pt x="675" y="276"/>
                    </a:cubicBezTo>
                    <a:cubicBezTo>
                      <a:pt x="657" y="275"/>
                      <a:pt x="657" y="275"/>
                      <a:pt x="657" y="275"/>
                    </a:cubicBezTo>
                    <a:cubicBezTo>
                      <a:pt x="655" y="274"/>
                      <a:pt x="655" y="274"/>
                      <a:pt x="655" y="274"/>
                    </a:cubicBezTo>
                    <a:cubicBezTo>
                      <a:pt x="655" y="275"/>
                      <a:pt x="655" y="275"/>
                      <a:pt x="655" y="275"/>
                    </a:cubicBezTo>
                    <a:cubicBezTo>
                      <a:pt x="649" y="274"/>
                      <a:pt x="649" y="274"/>
                      <a:pt x="649" y="274"/>
                    </a:cubicBezTo>
                    <a:cubicBezTo>
                      <a:pt x="646" y="264"/>
                      <a:pt x="646" y="264"/>
                      <a:pt x="646" y="264"/>
                    </a:cubicBezTo>
                    <a:cubicBezTo>
                      <a:pt x="641" y="260"/>
                      <a:pt x="641" y="260"/>
                      <a:pt x="641" y="260"/>
                    </a:cubicBezTo>
                    <a:cubicBezTo>
                      <a:pt x="629" y="257"/>
                      <a:pt x="629" y="257"/>
                      <a:pt x="629" y="257"/>
                    </a:cubicBezTo>
                    <a:cubicBezTo>
                      <a:pt x="623" y="260"/>
                      <a:pt x="623" y="260"/>
                      <a:pt x="623" y="260"/>
                    </a:cubicBezTo>
                    <a:cubicBezTo>
                      <a:pt x="620" y="270"/>
                      <a:pt x="620" y="270"/>
                      <a:pt x="620" y="270"/>
                    </a:cubicBezTo>
                    <a:cubicBezTo>
                      <a:pt x="630" y="276"/>
                      <a:pt x="630" y="276"/>
                      <a:pt x="630" y="276"/>
                    </a:cubicBezTo>
                    <a:cubicBezTo>
                      <a:pt x="640" y="280"/>
                      <a:pt x="640" y="280"/>
                      <a:pt x="640" y="280"/>
                    </a:cubicBezTo>
                    <a:cubicBezTo>
                      <a:pt x="637" y="281"/>
                      <a:pt x="637" y="281"/>
                      <a:pt x="637" y="281"/>
                    </a:cubicBezTo>
                    <a:cubicBezTo>
                      <a:pt x="626" y="289"/>
                      <a:pt x="626" y="289"/>
                      <a:pt x="626" y="289"/>
                    </a:cubicBezTo>
                    <a:cubicBezTo>
                      <a:pt x="623" y="283"/>
                      <a:pt x="623" y="283"/>
                      <a:pt x="623" y="283"/>
                    </a:cubicBezTo>
                    <a:cubicBezTo>
                      <a:pt x="614" y="278"/>
                      <a:pt x="614" y="278"/>
                      <a:pt x="614" y="278"/>
                    </a:cubicBezTo>
                    <a:cubicBezTo>
                      <a:pt x="584" y="296"/>
                      <a:pt x="584" y="296"/>
                      <a:pt x="584" y="296"/>
                    </a:cubicBezTo>
                    <a:cubicBezTo>
                      <a:pt x="587" y="299"/>
                      <a:pt x="587" y="299"/>
                      <a:pt x="587" y="299"/>
                    </a:cubicBezTo>
                    <a:cubicBezTo>
                      <a:pt x="545" y="311"/>
                      <a:pt x="545" y="311"/>
                      <a:pt x="545" y="311"/>
                    </a:cubicBezTo>
                    <a:cubicBezTo>
                      <a:pt x="503" y="339"/>
                      <a:pt x="503" y="339"/>
                      <a:pt x="503" y="339"/>
                    </a:cubicBezTo>
                    <a:cubicBezTo>
                      <a:pt x="497" y="354"/>
                      <a:pt x="497" y="354"/>
                      <a:pt x="497" y="354"/>
                    </a:cubicBezTo>
                    <a:cubicBezTo>
                      <a:pt x="457" y="369"/>
                      <a:pt x="457" y="369"/>
                      <a:pt x="457" y="369"/>
                    </a:cubicBezTo>
                    <a:cubicBezTo>
                      <a:pt x="436" y="382"/>
                      <a:pt x="436" y="382"/>
                      <a:pt x="436" y="382"/>
                    </a:cubicBezTo>
                    <a:cubicBezTo>
                      <a:pt x="430" y="417"/>
                      <a:pt x="430" y="417"/>
                      <a:pt x="430" y="417"/>
                    </a:cubicBezTo>
                    <a:cubicBezTo>
                      <a:pt x="409" y="400"/>
                      <a:pt x="409" y="400"/>
                      <a:pt x="409" y="400"/>
                    </a:cubicBezTo>
                    <a:cubicBezTo>
                      <a:pt x="414" y="380"/>
                      <a:pt x="414" y="380"/>
                      <a:pt x="414" y="380"/>
                    </a:cubicBezTo>
                    <a:cubicBezTo>
                      <a:pt x="348" y="365"/>
                      <a:pt x="348" y="365"/>
                      <a:pt x="348" y="365"/>
                    </a:cubicBezTo>
                    <a:cubicBezTo>
                      <a:pt x="310" y="374"/>
                      <a:pt x="310" y="374"/>
                      <a:pt x="310" y="374"/>
                    </a:cubicBezTo>
                    <a:cubicBezTo>
                      <a:pt x="288" y="398"/>
                      <a:pt x="288" y="398"/>
                      <a:pt x="288" y="398"/>
                    </a:cubicBezTo>
                    <a:cubicBezTo>
                      <a:pt x="278" y="419"/>
                      <a:pt x="278" y="419"/>
                      <a:pt x="278" y="419"/>
                    </a:cubicBezTo>
                    <a:cubicBezTo>
                      <a:pt x="282" y="442"/>
                      <a:pt x="282" y="442"/>
                      <a:pt x="282" y="442"/>
                    </a:cubicBezTo>
                    <a:cubicBezTo>
                      <a:pt x="308" y="451"/>
                      <a:pt x="308" y="451"/>
                      <a:pt x="308" y="451"/>
                    </a:cubicBezTo>
                    <a:cubicBezTo>
                      <a:pt x="358" y="433"/>
                      <a:pt x="358" y="433"/>
                      <a:pt x="358" y="433"/>
                    </a:cubicBezTo>
                    <a:cubicBezTo>
                      <a:pt x="358" y="448"/>
                      <a:pt x="358" y="448"/>
                      <a:pt x="358" y="448"/>
                    </a:cubicBezTo>
                    <a:cubicBezTo>
                      <a:pt x="339" y="469"/>
                      <a:pt x="339" y="469"/>
                      <a:pt x="339" y="469"/>
                    </a:cubicBezTo>
                    <a:cubicBezTo>
                      <a:pt x="371" y="482"/>
                      <a:pt x="371" y="482"/>
                      <a:pt x="371" y="482"/>
                    </a:cubicBezTo>
                    <a:cubicBezTo>
                      <a:pt x="362" y="533"/>
                      <a:pt x="362" y="533"/>
                      <a:pt x="362" y="533"/>
                    </a:cubicBezTo>
                    <a:cubicBezTo>
                      <a:pt x="405" y="551"/>
                      <a:pt x="405" y="551"/>
                      <a:pt x="405" y="551"/>
                    </a:cubicBezTo>
                    <a:cubicBezTo>
                      <a:pt x="441" y="525"/>
                      <a:pt x="441" y="525"/>
                      <a:pt x="441" y="525"/>
                    </a:cubicBezTo>
                    <a:cubicBezTo>
                      <a:pt x="474" y="540"/>
                      <a:pt x="474" y="540"/>
                      <a:pt x="474" y="540"/>
                    </a:cubicBezTo>
                    <a:cubicBezTo>
                      <a:pt x="482" y="559"/>
                      <a:pt x="482" y="559"/>
                      <a:pt x="482" y="559"/>
                    </a:cubicBezTo>
                    <a:cubicBezTo>
                      <a:pt x="515" y="565"/>
                      <a:pt x="515" y="565"/>
                      <a:pt x="515" y="565"/>
                    </a:cubicBezTo>
                    <a:cubicBezTo>
                      <a:pt x="519" y="556"/>
                      <a:pt x="519" y="556"/>
                      <a:pt x="519" y="556"/>
                    </a:cubicBezTo>
                    <a:cubicBezTo>
                      <a:pt x="535" y="569"/>
                      <a:pt x="535" y="569"/>
                      <a:pt x="535" y="569"/>
                    </a:cubicBezTo>
                    <a:cubicBezTo>
                      <a:pt x="548" y="605"/>
                      <a:pt x="548" y="605"/>
                      <a:pt x="548" y="605"/>
                    </a:cubicBezTo>
                    <a:cubicBezTo>
                      <a:pt x="583" y="614"/>
                      <a:pt x="583" y="614"/>
                      <a:pt x="583" y="614"/>
                    </a:cubicBezTo>
                    <a:cubicBezTo>
                      <a:pt x="591" y="640"/>
                      <a:pt x="591" y="640"/>
                      <a:pt x="591" y="640"/>
                    </a:cubicBezTo>
                    <a:cubicBezTo>
                      <a:pt x="586" y="668"/>
                      <a:pt x="586" y="668"/>
                      <a:pt x="586" y="668"/>
                    </a:cubicBezTo>
                    <a:cubicBezTo>
                      <a:pt x="609" y="683"/>
                      <a:pt x="609" y="683"/>
                      <a:pt x="609" y="683"/>
                    </a:cubicBezTo>
                    <a:cubicBezTo>
                      <a:pt x="622" y="692"/>
                      <a:pt x="622" y="692"/>
                      <a:pt x="622" y="692"/>
                    </a:cubicBezTo>
                    <a:cubicBezTo>
                      <a:pt x="671" y="704"/>
                      <a:pt x="671" y="704"/>
                      <a:pt x="671" y="704"/>
                    </a:cubicBezTo>
                    <a:cubicBezTo>
                      <a:pt x="680" y="731"/>
                      <a:pt x="680" y="731"/>
                      <a:pt x="680" y="731"/>
                    </a:cubicBezTo>
                    <a:cubicBezTo>
                      <a:pt x="700" y="743"/>
                      <a:pt x="700" y="743"/>
                      <a:pt x="700" y="743"/>
                    </a:cubicBezTo>
                    <a:cubicBezTo>
                      <a:pt x="691" y="761"/>
                      <a:pt x="691" y="761"/>
                      <a:pt x="691" y="761"/>
                    </a:cubicBezTo>
                    <a:cubicBezTo>
                      <a:pt x="660" y="786"/>
                      <a:pt x="660" y="786"/>
                      <a:pt x="660" y="786"/>
                    </a:cubicBezTo>
                    <a:cubicBezTo>
                      <a:pt x="638" y="852"/>
                      <a:pt x="638" y="852"/>
                      <a:pt x="638" y="852"/>
                    </a:cubicBezTo>
                    <a:cubicBezTo>
                      <a:pt x="612" y="864"/>
                      <a:pt x="612" y="864"/>
                      <a:pt x="612" y="864"/>
                    </a:cubicBezTo>
                    <a:cubicBezTo>
                      <a:pt x="580" y="855"/>
                      <a:pt x="580" y="855"/>
                      <a:pt x="580" y="855"/>
                    </a:cubicBezTo>
                    <a:cubicBezTo>
                      <a:pt x="565" y="872"/>
                      <a:pt x="565" y="872"/>
                      <a:pt x="565" y="872"/>
                    </a:cubicBezTo>
                    <a:cubicBezTo>
                      <a:pt x="565" y="872"/>
                      <a:pt x="565" y="872"/>
                      <a:pt x="565" y="872"/>
                    </a:cubicBezTo>
                    <a:cubicBezTo>
                      <a:pt x="565" y="908"/>
                      <a:pt x="565" y="908"/>
                      <a:pt x="565" y="908"/>
                    </a:cubicBezTo>
                    <a:cubicBezTo>
                      <a:pt x="555" y="917"/>
                      <a:pt x="555" y="917"/>
                      <a:pt x="555" y="917"/>
                    </a:cubicBezTo>
                    <a:cubicBezTo>
                      <a:pt x="520" y="945"/>
                      <a:pt x="520" y="945"/>
                      <a:pt x="520" y="945"/>
                    </a:cubicBezTo>
                    <a:cubicBezTo>
                      <a:pt x="504" y="963"/>
                      <a:pt x="504" y="963"/>
                      <a:pt x="504" y="963"/>
                    </a:cubicBezTo>
                    <a:cubicBezTo>
                      <a:pt x="467" y="971"/>
                      <a:pt x="467" y="971"/>
                      <a:pt x="467" y="971"/>
                    </a:cubicBezTo>
                    <a:cubicBezTo>
                      <a:pt x="445" y="969"/>
                      <a:pt x="445" y="969"/>
                      <a:pt x="445" y="969"/>
                    </a:cubicBezTo>
                    <a:cubicBezTo>
                      <a:pt x="442" y="978"/>
                      <a:pt x="442" y="978"/>
                      <a:pt x="442" y="978"/>
                    </a:cubicBezTo>
                    <a:cubicBezTo>
                      <a:pt x="456" y="986"/>
                      <a:pt x="456" y="986"/>
                      <a:pt x="456" y="986"/>
                    </a:cubicBezTo>
                    <a:cubicBezTo>
                      <a:pt x="452" y="996"/>
                      <a:pt x="452" y="996"/>
                      <a:pt x="452" y="996"/>
                    </a:cubicBezTo>
                    <a:cubicBezTo>
                      <a:pt x="435" y="1006"/>
                      <a:pt x="435" y="1006"/>
                      <a:pt x="435" y="1006"/>
                    </a:cubicBezTo>
                    <a:cubicBezTo>
                      <a:pt x="441" y="1018"/>
                      <a:pt x="441" y="1018"/>
                      <a:pt x="441" y="1018"/>
                    </a:cubicBezTo>
                    <a:cubicBezTo>
                      <a:pt x="457" y="1022"/>
                      <a:pt x="457" y="1022"/>
                      <a:pt x="457" y="1022"/>
                    </a:cubicBezTo>
                    <a:cubicBezTo>
                      <a:pt x="453" y="1035"/>
                      <a:pt x="453" y="1035"/>
                      <a:pt x="453" y="1035"/>
                    </a:cubicBezTo>
                    <a:cubicBezTo>
                      <a:pt x="446" y="1047"/>
                      <a:pt x="446" y="1047"/>
                      <a:pt x="446" y="1047"/>
                    </a:cubicBezTo>
                    <a:cubicBezTo>
                      <a:pt x="442" y="1056"/>
                      <a:pt x="442" y="1056"/>
                      <a:pt x="442" y="1056"/>
                    </a:cubicBezTo>
                    <a:cubicBezTo>
                      <a:pt x="462" y="1083"/>
                      <a:pt x="462" y="1083"/>
                      <a:pt x="462" y="1083"/>
                    </a:cubicBezTo>
                    <a:cubicBezTo>
                      <a:pt x="456" y="1093"/>
                      <a:pt x="456" y="1093"/>
                      <a:pt x="456" y="1093"/>
                    </a:cubicBezTo>
                    <a:cubicBezTo>
                      <a:pt x="423" y="1084"/>
                      <a:pt x="423" y="1084"/>
                      <a:pt x="423" y="1084"/>
                    </a:cubicBezTo>
                    <a:cubicBezTo>
                      <a:pt x="397" y="1048"/>
                      <a:pt x="397" y="1048"/>
                      <a:pt x="397" y="1048"/>
                    </a:cubicBezTo>
                    <a:cubicBezTo>
                      <a:pt x="382" y="996"/>
                      <a:pt x="382" y="996"/>
                      <a:pt x="382" y="996"/>
                    </a:cubicBezTo>
                    <a:cubicBezTo>
                      <a:pt x="395" y="954"/>
                      <a:pt x="395" y="954"/>
                      <a:pt x="395" y="954"/>
                    </a:cubicBezTo>
                    <a:cubicBezTo>
                      <a:pt x="382" y="923"/>
                      <a:pt x="382" y="923"/>
                      <a:pt x="382" y="923"/>
                    </a:cubicBezTo>
                    <a:cubicBezTo>
                      <a:pt x="400" y="881"/>
                      <a:pt x="400" y="881"/>
                      <a:pt x="400" y="881"/>
                    </a:cubicBezTo>
                    <a:cubicBezTo>
                      <a:pt x="389" y="875"/>
                      <a:pt x="389" y="875"/>
                      <a:pt x="389" y="875"/>
                    </a:cubicBezTo>
                    <a:cubicBezTo>
                      <a:pt x="411" y="779"/>
                      <a:pt x="411" y="779"/>
                      <a:pt x="411" y="779"/>
                    </a:cubicBezTo>
                    <a:cubicBezTo>
                      <a:pt x="411" y="779"/>
                      <a:pt x="384" y="747"/>
                      <a:pt x="382" y="747"/>
                    </a:cubicBezTo>
                    <a:cubicBezTo>
                      <a:pt x="381" y="746"/>
                      <a:pt x="366" y="739"/>
                      <a:pt x="366" y="739"/>
                    </a:cubicBezTo>
                    <a:cubicBezTo>
                      <a:pt x="367" y="720"/>
                      <a:pt x="367" y="720"/>
                      <a:pt x="367" y="720"/>
                    </a:cubicBezTo>
                    <a:cubicBezTo>
                      <a:pt x="337" y="657"/>
                      <a:pt x="337" y="657"/>
                      <a:pt x="337" y="657"/>
                    </a:cubicBezTo>
                    <a:cubicBezTo>
                      <a:pt x="346" y="639"/>
                      <a:pt x="346" y="639"/>
                      <a:pt x="346" y="639"/>
                    </a:cubicBezTo>
                    <a:cubicBezTo>
                      <a:pt x="354" y="608"/>
                      <a:pt x="354" y="608"/>
                      <a:pt x="354" y="608"/>
                    </a:cubicBezTo>
                    <a:cubicBezTo>
                      <a:pt x="388" y="594"/>
                      <a:pt x="388" y="594"/>
                      <a:pt x="388" y="594"/>
                    </a:cubicBezTo>
                    <a:cubicBezTo>
                      <a:pt x="392" y="559"/>
                      <a:pt x="392" y="559"/>
                      <a:pt x="392" y="559"/>
                    </a:cubicBezTo>
                    <a:cubicBezTo>
                      <a:pt x="350" y="546"/>
                      <a:pt x="350" y="546"/>
                      <a:pt x="350" y="546"/>
                    </a:cubicBezTo>
                    <a:cubicBezTo>
                      <a:pt x="326" y="500"/>
                      <a:pt x="326" y="500"/>
                      <a:pt x="326" y="500"/>
                    </a:cubicBezTo>
                    <a:cubicBezTo>
                      <a:pt x="303" y="488"/>
                      <a:pt x="303" y="488"/>
                      <a:pt x="303" y="488"/>
                    </a:cubicBezTo>
                    <a:cubicBezTo>
                      <a:pt x="289" y="481"/>
                      <a:pt x="289" y="481"/>
                      <a:pt x="289" y="481"/>
                    </a:cubicBezTo>
                    <a:cubicBezTo>
                      <a:pt x="294" y="468"/>
                      <a:pt x="294" y="468"/>
                      <a:pt x="294" y="468"/>
                    </a:cubicBezTo>
                    <a:cubicBezTo>
                      <a:pt x="275" y="461"/>
                      <a:pt x="275" y="461"/>
                      <a:pt x="275" y="461"/>
                    </a:cubicBezTo>
                    <a:cubicBezTo>
                      <a:pt x="273" y="469"/>
                      <a:pt x="273" y="469"/>
                      <a:pt x="273" y="469"/>
                    </a:cubicBezTo>
                    <a:cubicBezTo>
                      <a:pt x="227" y="445"/>
                      <a:pt x="227" y="445"/>
                      <a:pt x="227" y="445"/>
                    </a:cubicBezTo>
                    <a:cubicBezTo>
                      <a:pt x="214" y="411"/>
                      <a:pt x="214" y="411"/>
                      <a:pt x="214" y="411"/>
                    </a:cubicBezTo>
                    <a:cubicBezTo>
                      <a:pt x="226" y="398"/>
                      <a:pt x="226" y="398"/>
                      <a:pt x="226" y="398"/>
                    </a:cubicBezTo>
                    <a:cubicBezTo>
                      <a:pt x="205" y="346"/>
                      <a:pt x="205" y="346"/>
                      <a:pt x="205" y="346"/>
                    </a:cubicBezTo>
                    <a:cubicBezTo>
                      <a:pt x="208" y="312"/>
                      <a:pt x="208" y="312"/>
                      <a:pt x="208" y="312"/>
                    </a:cubicBezTo>
                    <a:cubicBezTo>
                      <a:pt x="195" y="309"/>
                      <a:pt x="195" y="309"/>
                      <a:pt x="195" y="309"/>
                    </a:cubicBezTo>
                    <a:cubicBezTo>
                      <a:pt x="192" y="342"/>
                      <a:pt x="192" y="342"/>
                      <a:pt x="192" y="342"/>
                    </a:cubicBezTo>
                    <a:cubicBezTo>
                      <a:pt x="206" y="380"/>
                      <a:pt x="206" y="380"/>
                      <a:pt x="206" y="380"/>
                    </a:cubicBezTo>
                    <a:cubicBezTo>
                      <a:pt x="200" y="392"/>
                      <a:pt x="200" y="392"/>
                      <a:pt x="200" y="392"/>
                    </a:cubicBezTo>
                    <a:cubicBezTo>
                      <a:pt x="183" y="385"/>
                      <a:pt x="183" y="385"/>
                      <a:pt x="183" y="385"/>
                    </a:cubicBezTo>
                    <a:cubicBezTo>
                      <a:pt x="169" y="342"/>
                      <a:pt x="169" y="342"/>
                      <a:pt x="169" y="342"/>
                    </a:cubicBezTo>
                    <a:cubicBezTo>
                      <a:pt x="180" y="298"/>
                      <a:pt x="180" y="298"/>
                      <a:pt x="180" y="298"/>
                    </a:cubicBezTo>
                    <a:cubicBezTo>
                      <a:pt x="159" y="281"/>
                      <a:pt x="159" y="281"/>
                      <a:pt x="159" y="281"/>
                    </a:cubicBezTo>
                    <a:cubicBezTo>
                      <a:pt x="166" y="249"/>
                      <a:pt x="166" y="249"/>
                      <a:pt x="166" y="249"/>
                    </a:cubicBezTo>
                    <a:cubicBezTo>
                      <a:pt x="122" y="310"/>
                      <a:pt x="89" y="380"/>
                      <a:pt x="71" y="458"/>
                    </a:cubicBezTo>
                    <a:cubicBezTo>
                      <a:pt x="0" y="766"/>
                      <a:pt x="193" y="1074"/>
                      <a:pt x="501" y="1146"/>
                    </a:cubicBezTo>
                    <a:cubicBezTo>
                      <a:pt x="501" y="1146"/>
                      <a:pt x="502" y="1146"/>
                      <a:pt x="502" y="1146"/>
                    </a:cubicBezTo>
                    <a:cubicBezTo>
                      <a:pt x="676" y="1186"/>
                      <a:pt x="850" y="1141"/>
                      <a:pt x="982" y="1039"/>
                    </a:cubicBezTo>
                    <a:cubicBezTo>
                      <a:pt x="963" y="1035"/>
                      <a:pt x="963" y="1035"/>
                      <a:pt x="963" y="1035"/>
                    </a:cubicBezTo>
                    <a:cubicBezTo>
                      <a:pt x="972" y="998"/>
                      <a:pt x="972" y="998"/>
                      <a:pt x="972" y="998"/>
                    </a:cubicBezTo>
                    <a:cubicBezTo>
                      <a:pt x="957" y="964"/>
                      <a:pt x="957" y="964"/>
                      <a:pt x="957" y="964"/>
                    </a:cubicBezTo>
                    <a:cubicBezTo>
                      <a:pt x="968" y="920"/>
                      <a:pt x="968" y="920"/>
                      <a:pt x="968" y="920"/>
                    </a:cubicBezTo>
                    <a:cubicBezTo>
                      <a:pt x="955" y="900"/>
                      <a:pt x="955" y="900"/>
                      <a:pt x="955" y="900"/>
                    </a:cubicBezTo>
                    <a:cubicBezTo>
                      <a:pt x="958" y="881"/>
                      <a:pt x="958" y="881"/>
                      <a:pt x="958" y="881"/>
                    </a:cubicBezTo>
                    <a:cubicBezTo>
                      <a:pt x="988" y="846"/>
                      <a:pt x="988" y="846"/>
                      <a:pt x="988" y="846"/>
                    </a:cubicBezTo>
                    <a:cubicBezTo>
                      <a:pt x="965" y="768"/>
                      <a:pt x="965" y="768"/>
                      <a:pt x="965" y="768"/>
                    </a:cubicBezTo>
                    <a:cubicBezTo>
                      <a:pt x="980" y="722"/>
                      <a:pt x="980" y="722"/>
                      <a:pt x="980" y="722"/>
                    </a:cubicBezTo>
                    <a:cubicBezTo>
                      <a:pt x="946" y="710"/>
                      <a:pt x="946" y="710"/>
                      <a:pt x="946" y="710"/>
                    </a:cubicBezTo>
                    <a:cubicBezTo>
                      <a:pt x="936" y="694"/>
                      <a:pt x="936" y="694"/>
                      <a:pt x="936" y="694"/>
                    </a:cubicBezTo>
                    <a:cubicBezTo>
                      <a:pt x="912" y="689"/>
                      <a:pt x="912" y="689"/>
                      <a:pt x="912" y="689"/>
                    </a:cubicBezTo>
                    <a:cubicBezTo>
                      <a:pt x="897" y="697"/>
                      <a:pt x="897" y="697"/>
                      <a:pt x="897" y="697"/>
                    </a:cubicBezTo>
                    <a:cubicBezTo>
                      <a:pt x="855" y="687"/>
                      <a:pt x="855" y="687"/>
                      <a:pt x="855" y="687"/>
                    </a:cubicBezTo>
                    <a:cubicBezTo>
                      <a:pt x="853" y="691"/>
                      <a:pt x="853" y="691"/>
                      <a:pt x="853" y="691"/>
                    </a:cubicBezTo>
                    <a:cubicBezTo>
                      <a:pt x="830" y="685"/>
                      <a:pt x="830" y="685"/>
                      <a:pt x="830" y="685"/>
                    </a:cubicBezTo>
                    <a:cubicBezTo>
                      <a:pt x="791" y="612"/>
                      <a:pt x="791" y="612"/>
                      <a:pt x="791" y="612"/>
                    </a:cubicBezTo>
                    <a:cubicBezTo>
                      <a:pt x="802" y="565"/>
                      <a:pt x="802" y="565"/>
                      <a:pt x="802" y="565"/>
                    </a:cubicBezTo>
                    <a:cubicBezTo>
                      <a:pt x="812" y="564"/>
                      <a:pt x="812" y="564"/>
                      <a:pt x="812" y="564"/>
                    </a:cubicBezTo>
                    <a:cubicBezTo>
                      <a:pt x="819" y="546"/>
                      <a:pt x="819" y="546"/>
                      <a:pt x="819" y="546"/>
                    </a:cubicBezTo>
                    <a:cubicBezTo>
                      <a:pt x="807" y="543"/>
                      <a:pt x="807" y="543"/>
                      <a:pt x="807" y="543"/>
                    </a:cubicBezTo>
                    <a:cubicBezTo>
                      <a:pt x="806" y="523"/>
                      <a:pt x="806" y="523"/>
                      <a:pt x="806" y="523"/>
                    </a:cubicBezTo>
                    <a:cubicBezTo>
                      <a:pt x="878" y="493"/>
                      <a:pt x="878" y="493"/>
                      <a:pt x="878" y="493"/>
                    </a:cubicBezTo>
                    <a:cubicBezTo>
                      <a:pt x="885" y="461"/>
                      <a:pt x="885" y="461"/>
                      <a:pt x="885" y="461"/>
                    </a:cubicBezTo>
                    <a:cubicBezTo>
                      <a:pt x="919" y="452"/>
                      <a:pt x="919" y="452"/>
                      <a:pt x="919" y="452"/>
                    </a:cubicBezTo>
                    <a:cubicBezTo>
                      <a:pt x="931" y="456"/>
                      <a:pt x="931" y="456"/>
                      <a:pt x="931" y="456"/>
                    </a:cubicBezTo>
                    <a:cubicBezTo>
                      <a:pt x="956" y="461"/>
                      <a:pt x="956" y="461"/>
                      <a:pt x="956" y="461"/>
                    </a:cubicBezTo>
                    <a:cubicBezTo>
                      <a:pt x="978" y="455"/>
                      <a:pt x="978" y="455"/>
                      <a:pt x="978" y="455"/>
                    </a:cubicBezTo>
                    <a:cubicBezTo>
                      <a:pt x="1042" y="465"/>
                      <a:pt x="1042" y="465"/>
                      <a:pt x="1042" y="465"/>
                    </a:cubicBezTo>
                    <a:cubicBezTo>
                      <a:pt x="1034" y="497"/>
                      <a:pt x="1034" y="497"/>
                      <a:pt x="1034" y="497"/>
                    </a:cubicBezTo>
                    <a:cubicBezTo>
                      <a:pt x="1081" y="521"/>
                      <a:pt x="1081" y="521"/>
                      <a:pt x="1081" y="521"/>
                    </a:cubicBezTo>
                    <a:cubicBezTo>
                      <a:pt x="1089" y="530"/>
                      <a:pt x="1089" y="530"/>
                      <a:pt x="1089" y="530"/>
                    </a:cubicBezTo>
                    <a:cubicBezTo>
                      <a:pt x="1098" y="532"/>
                      <a:pt x="1098" y="532"/>
                      <a:pt x="1098" y="532"/>
                    </a:cubicBezTo>
                    <a:cubicBezTo>
                      <a:pt x="1102" y="515"/>
                      <a:pt x="1102" y="515"/>
                      <a:pt x="1102" y="515"/>
                    </a:cubicBezTo>
                    <a:cubicBezTo>
                      <a:pt x="1131" y="519"/>
                      <a:pt x="1131" y="519"/>
                      <a:pt x="1131" y="519"/>
                    </a:cubicBezTo>
                    <a:cubicBezTo>
                      <a:pt x="1154" y="545"/>
                      <a:pt x="1154" y="545"/>
                      <a:pt x="1154" y="545"/>
                    </a:cubicBezTo>
                    <a:cubicBezTo>
                      <a:pt x="1198" y="556"/>
                      <a:pt x="1198" y="556"/>
                      <a:pt x="1198" y="556"/>
                    </a:cubicBezTo>
                    <a:cubicBezTo>
                      <a:pt x="1202" y="553"/>
                      <a:pt x="1202" y="553"/>
                      <a:pt x="1202" y="553"/>
                    </a:cubicBezTo>
                    <a:cubicBezTo>
                      <a:pt x="1201" y="537"/>
                      <a:pt x="1200" y="521"/>
                      <a:pt x="1197" y="506"/>
                    </a:cubicBezTo>
                    <a:moveTo>
                      <a:pt x="970" y="286"/>
                    </a:moveTo>
                    <a:cubicBezTo>
                      <a:pt x="977" y="279"/>
                      <a:pt x="977" y="279"/>
                      <a:pt x="977" y="279"/>
                    </a:cubicBezTo>
                    <a:cubicBezTo>
                      <a:pt x="996" y="279"/>
                      <a:pt x="996" y="279"/>
                      <a:pt x="996" y="279"/>
                    </a:cubicBezTo>
                    <a:cubicBezTo>
                      <a:pt x="996" y="303"/>
                      <a:pt x="996" y="303"/>
                      <a:pt x="996" y="303"/>
                    </a:cubicBezTo>
                    <a:cubicBezTo>
                      <a:pt x="1002" y="321"/>
                      <a:pt x="1002" y="321"/>
                      <a:pt x="1002" y="321"/>
                    </a:cubicBezTo>
                    <a:cubicBezTo>
                      <a:pt x="1007" y="330"/>
                      <a:pt x="1007" y="330"/>
                      <a:pt x="1007" y="330"/>
                    </a:cubicBezTo>
                    <a:cubicBezTo>
                      <a:pt x="1018" y="337"/>
                      <a:pt x="1018" y="337"/>
                      <a:pt x="1018" y="337"/>
                    </a:cubicBezTo>
                    <a:cubicBezTo>
                      <a:pt x="1003" y="348"/>
                      <a:pt x="1003" y="348"/>
                      <a:pt x="1003" y="348"/>
                    </a:cubicBezTo>
                    <a:cubicBezTo>
                      <a:pt x="981" y="345"/>
                      <a:pt x="981" y="345"/>
                      <a:pt x="981" y="345"/>
                    </a:cubicBezTo>
                    <a:cubicBezTo>
                      <a:pt x="965" y="341"/>
                      <a:pt x="965" y="341"/>
                      <a:pt x="965" y="341"/>
                    </a:cubicBezTo>
                    <a:cubicBezTo>
                      <a:pt x="971" y="322"/>
                      <a:pt x="971" y="322"/>
                      <a:pt x="971" y="322"/>
                    </a:cubicBezTo>
                    <a:cubicBezTo>
                      <a:pt x="986" y="323"/>
                      <a:pt x="986" y="323"/>
                      <a:pt x="986" y="323"/>
                    </a:cubicBezTo>
                    <a:cubicBezTo>
                      <a:pt x="986" y="313"/>
                      <a:pt x="986" y="313"/>
                      <a:pt x="986" y="313"/>
                    </a:cubicBezTo>
                    <a:cubicBezTo>
                      <a:pt x="976" y="303"/>
                      <a:pt x="976" y="303"/>
                      <a:pt x="976" y="303"/>
                    </a:cubicBezTo>
                    <a:cubicBezTo>
                      <a:pt x="968" y="294"/>
                      <a:pt x="968" y="294"/>
                      <a:pt x="968" y="294"/>
                    </a:cubicBezTo>
                    <a:cubicBezTo>
                      <a:pt x="970" y="286"/>
                      <a:pt x="970" y="286"/>
                      <a:pt x="970" y="286"/>
                    </a:cubicBezTo>
                    <a:moveTo>
                      <a:pt x="932" y="313"/>
                    </a:moveTo>
                    <a:cubicBezTo>
                      <a:pt x="947" y="298"/>
                      <a:pt x="947" y="298"/>
                      <a:pt x="947" y="298"/>
                    </a:cubicBezTo>
                    <a:cubicBezTo>
                      <a:pt x="963" y="298"/>
                      <a:pt x="963" y="298"/>
                      <a:pt x="963" y="298"/>
                    </a:cubicBezTo>
                    <a:cubicBezTo>
                      <a:pt x="973" y="305"/>
                      <a:pt x="973" y="305"/>
                      <a:pt x="973" y="305"/>
                    </a:cubicBezTo>
                    <a:cubicBezTo>
                      <a:pt x="969" y="317"/>
                      <a:pt x="969" y="317"/>
                      <a:pt x="969" y="317"/>
                    </a:cubicBezTo>
                    <a:cubicBezTo>
                      <a:pt x="942" y="328"/>
                      <a:pt x="942" y="328"/>
                      <a:pt x="942" y="328"/>
                    </a:cubicBezTo>
                    <a:cubicBezTo>
                      <a:pt x="929" y="325"/>
                      <a:pt x="929" y="325"/>
                      <a:pt x="929" y="325"/>
                    </a:cubicBezTo>
                    <a:cubicBezTo>
                      <a:pt x="932" y="313"/>
                      <a:pt x="932" y="313"/>
                      <a:pt x="932" y="313"/>
                    </a:cubicBezTo>
                    <a:moveTo>
                      <a:pt x="627" y="301"/>
                    </a:moveTo>
                    <a:cubicBezTo>
                      <a:pt x="643" y="305"/>
                      <a:pt x="643" y="305"/>
                      <a:pt x="643" y="305"/>
                    </a:cubicBezTo>
                    <a:cubicBezTo>
                      <a:pt x="648" y="297"/>
                      <a:pt x="648" y="297"/>
                      <a:pt x="648" y="297"/>
                    </a:cubicBezTo>
                    <a:cubicBezTo>
                      <a:pt x="654" y="298"/>
                      <a:pt x="654" y="298"/>
                      <a:pt x="654" y="298"/>
                    </a:cubicBezTo>
                    <a:cubicBezTo>
                      <a:pt x="661" y="301"/>
                      <a:pt x="661" y="301"/>
                      <a:pt x="661" y="301"/>
                    </a:cubicBezTo>
                    <a:cubicBezTo>
                      <a:pt x="657" y="307"/>
                      <a:pt x="657" y="307"/>
                      <a:pt x="657" y="307"/>
                    </a:cubicBezTo>
                    <a:cubicBezTo>
                      <a:pt x="649" y="306"/>
                      <a:pt x="649" y="306"/>
                      <a:pt x="649" y="306"/>
                    </a:cubicBezTo>
                    <a:cubicBezTo>
                      <a:pt x="645" y="313"/>
                      <a:pt x="645" y="313"/>
                      <a:pt x="645" y="313"/>
                    </a:cubicBezTo>
                    <a:cubicBezTo>
                      <a:pt x="638" y="316"/>
                      <a:pt x="638" y="316"/>
                      <a:pt x="638" y="316"/>
                    </a:cubicBezTo>
                    <a:cubicBezTo>
                      <a:pt x="628" y="314"/>
                      <a:pt x="628" y="314"/>
                      <a:pt x="628" y="314"/>
                    </a:cubicBezTo>
                    <a:cubicBezTo>
                      <a:pt x="628" y="312"/>
                      <a:pt x="629" y="310"/>
                      <a:pt x="629" y="310"/>
                    </a:cubicBezTo>
                    <a:cubicBezTo>
                      <a:pt x="625" y="309"/>
                      <a:pt x="625" y="309"/>
                      <a:pt x="625" y="309"/>
                    </a:cubicBezTo>
                    <a:cubicBezTo>
                      <a:pt x="627" y="301"/>
                      <a:pt x="627" y="301"/>
                      <a:pt x="627" y="301"/>
                    </a:cubicBezTo>
                    <a:moveTo>
                      <a:pt x="601" y="310"/>
                    </a:moveTo>
                    <a:cubicBezTo>
                      <a:pt x="603" y="302"/>
                      <a:pt x="603" y="302"/>
                      <a:pt x="603" y="302"/>
                    </a:cubicBezTo>
                    <a:cubicBezTo>
                      <a:pt x="610" y="297"/>
                      <a:pt x="610" y="297"/>
                      <a:pt x="610" y="297"/>
                    </a:cubicBezTo>
                    <a:cubicBezTo>
                      <a:pt x="616" y="304"/>
                      <a:pt x="616" y="304"/>
                      <a:pt x="616" y="304"/>
                    </a:cubicBezTo>
                    <a:cubicBezTo>
                      <a:pt x="613" y="312"/>
                      <a:pt x="613" y="312"/>
                      <a:pt x="613" y="312"/>
                    </a:cubicBezTo>
                    <a:cubicBezTo>
                      <a:pt x="601" y="310"/>
                      <a:pt x="601" y="310"/>
                      <a:pt x="601" y="310"/>
                    </a:cubicBezTo>
                  </a:path>
                </a:pathLst>
              </a:custGeom>
              <a:solidFill>
                <a:srgbClr val="9BBB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6" name="Freeform 38"/>
              <p:cNvSpPr>
                <a:spLocks/>
              </p:cNvSpPr>
              <p:nvPr/>
            </p:nvSpPr>
            <p:spPr bwMode="auto">
              <a:xfrm>
                <a:off x="4748596" y="2923378"/>
                <a:ext cx="21619" cy="25776"/>
              </a:xfrm>
              <a:custGeom>
                <a:avLst/>
                <a:gdLst>
                  <a:gd name="T0" fmla="*/ 0 w 26"/>
                  <a:gd name="T1" fmla="*/ 2 h 31"/>
                  <a:gd name="T2" fmla="*/ 0 w 26"/>
                  <a:gd name="T3" fmla="*/ 19 h 31"/>
                  <a:gd name="T4" fmla="*/ 19 w 26"/>
                  <a:gd name="T5" fmla="*/ 31 h 31"/>
                  <a:gd name="T6" fmla="*/ 26 w 26"/>
                  <a:gd name="T7" fmla="*/ 0 h 31"/>
                  <a:gd name="T8" fmla="*/ 0 w 26"/>
                  <a:gd name="T9" fmla="*/ 2 h 31"/>
                </a:gdLst>
                <a:ahLst/>
                <a:cxnLst>
                  <a:cxn ang="0">
                    <a:pos x="T0" y="T1"/>
                  </a:cxn>
                  <a:cxn ang="0">
                    <a:pos x="T2" y="T3"/>
                  </a:cxn>
                  <a:cxn ang="0">
                    <a:pos x="T4" y="T5"/>
                  </a:cxn>
                  <a:cxn ang="0">
                    <a:pos x="T6" y="T7"/>
                  </a:cxn>
                  <a:cxn ang="0">
                    <a:pos x="T8" y="T9"/>
                  </a:cxn>
                </a:cxnLst>
                <a:rect l="0" t="0" r="r" b="b"/>
                <a:pathLst>
                  <a:path w="26" h="31">
                    <a:moveTo>
                      <a:pt x="0" y="2"/>
                    </a:moveTo>
                    <a:lnTo>
                      <a:pt x="0" y="19"/>
                    </a:lnTo>
                    <a:lnTo>
                      <a:pt x="19" y="31"/>
                    </a:lnTo>
                    <a:lnTo>
                      <a:pt x="26" y="0"/>
                    </a:lnTo>
                    <a:lnTo>
                      <a:pt x="0" y="2"/>
                    </a:lnTo>
                    <a:close/>
                  </a:path>
                </a:pathLst>
              </a:custGeom>
              <a:solidFill>
                <a:srgbClr val="17B4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7" name="Freeform 39"/>
              <p:cNvSpPr>
                <a:spLocks noEditPoints="1"/>
              </p:cNvSpPr>
              <p:nvPr/>
            </p:nvSpPr>
            <p:spPr bwMode="auto">
              <a:xfrm>
                <a:off x="3476420" y="2740451"/>
                <a:ext cx="340078" cy="723394"/>
              </a:xfrm>
              <a:custGeom>
                <a:avLst/>
                <a:gdLst>
                  <a:gd name="T0" fmla="*/ 15 w 173"/>
                  <a:gd name="T1" fmla="*/ 334 h 368"/>
                  <a:gd name="T2" fmla="*/ 0 w 173"/>
                  <a:gd name="T3" fmla="*/ 368 h 368"/>
                  <a:gd name="T4" fmla="*/ 13 w 173"/>
                  <a:gd name="T5" fmla="*/ 360 h 368"/>
                  <a:gd name="T6" fmla="*/ 15 w 173"/>
                  <a:gd name="T7" fmla="*/ 334 h 368"/>
                  <a:gd name="T8" fmla="*/ 164 w 173"/>
                  <a:gd name="T9" fmla="*/ 0 h 368"/>
                  <a:gd name="T10" fmla="*/ 153 w 173"/>
                  <a:gd name="T11" fmla="*/ 26 h 368"/>
                  <a:gd name="T12" fmla="*/ 173 w 173"/>
                  <a:gd name="T13" fmla="*/ 4 h 368"/>
                  <a:gd name="T14" fmla="*/ 164 w 173"/>
                  <a:gd name="T15" fmla="*/ 0 h 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368">
                    <a:moveTo>
                      <a:pt x="15" y="334"/>
                    </a:moveTo>
                    <a:cubicBezTo>
                      <a:pt x="0" y="368"/>
                      <a:pt x="0" y="368"/>
                      <a:pt x="0" y="368"/>
                    </a:cubicBezTo>
                    <a:cubicBezTo>
                      <a:pt x="4" y="365"/>
                      <a:pt x="8" y="363"/>
                      <a:pt x="13" y="360"/>
                    </a:cubicBezTo>
                    <a:cubicBezTo>
                      <a:pt x="13" y="351"/>
                      <a:pt x="14" y="343"/>
                      <a:pt x="15" y="334"/>
                    </a:cubicBezTo>
                    <a:moveTo>
                      <a:pt x="164" y="0"/>
                    </a:moveTo>
                    <a:cubicBezTo>
                      <a:pt x="153" y="26"/>
                      <a:pt x="153" y="26"/>
                      <a:pt x="153" y="26"/>
                    </a:cubicBezTo>
                    <a:cubicBezTo>
                      <a:pt x="159" y="19"/>
                      <a:pt x="166" y="12"/>
                      <a:pt x="173" y="4"/>
                    </a:cubicBezTo>
                    <a:cubicBezTo>
                      <a:pt x="168" y="2"/>
                      <a:pt x="164" y="0"/>
                      <a:pt x="164" y="0"/>
                    </a:cubicBezTo>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8" name="Freeform 40"/>
              <p:cNvSpPr>
                <a:spLocks/>
              </p:cNvSpPr>
              <p:nvPr/>
            </p:nvSpPr>
            <p:spPr bwMode="auto">
              <a:xfrm>
                <a:off x="3462285" y="3448046"/>
                <a:ext cx="39911" cy="184590"/>
              </a:xfrm>
              <a:custGeom>
                <a:avLst/>
                <a:gdLst>
                  <a:gd name="T0" fmla="*/ 20 w 20"/>
                  <a:gd name="T1" fmla="*/ 0 h 94"/>
                  <a:gd name="T2" fmla="*/ 7 w 20"/>
                  <a:gd name="T3" fmla="*/ 8 h 94"/>
                  <a:gd name="T4" fmla="*/ 0 w 20"/>
                  <a:gd name="T5" fmla="*/ 23 h 94"/>
                  <a:gd name="T6" fmla="*/ 20 w 20"/>
                  <a:gd name="T7" fmla="*/ 94 h 94"/>
                  <a:gd name="T8" fmla="*/ 20 w 20"/>
                  <a:gd name="T9" fmla="*/ 0 h 94"/>
                </a:gdLst>
                <a:ahLst/>
                <a:cxnLst>
                  <a:cxn ang="0">
                    <a:pos x="T0" y="T1"/>
                  </a:cxn>
                  <a:cxn ang="0">
                    <a:pos x="T2" y="T3"/>
                  </a:cxn>
                  <a:cxn ang="0">
                    <a:pos x="T4" y="T5"/>
                  </a:cxn>
                  <a:cxn ang="0">
                    <a:pos x="T6" y="T7"/>
                  </a:cxn>
                  <a:cxn ang="0">
                    <a:pos x="T8" y="T9"/>
                  </a:cxn>
                </a:cxnLst>
                <a:rect l="0" t="0" r="r" b="b"/>
                <a:pathLst>
                  <a:path w="20" h="94">
                    <a:moveTo>
                      <a:pt x="20" y="0"/>
                    </a:moveTo>
                    <a:cubicBezTo>
                      <a:pt x="15" y="3"/>
                      <a:pt x="11" y="5"/>
                      <a:pt x="7" y="8"/>
                    </a:cubicBezTo>
                    <a:cubicBezTo>
                      <a:pt x="0" y="23"/>
                      <a:pt x="0" y="23"/>
                      <a:pt x="0" y="23"/>
                    </a:cubicBezTo>
                    <a:cubicBezTo>
                      <a:pt x="20" y="94"/>
                      <a:pt x="20" y="94"/>
                      <a:pt x="20" y="94"/>
                    </a:cubicBezTo>
                    <a:cubicBezTo>
                      <a:pt x="17" y="63"/>
                      <a:pt x="17" y="32"/>
                      <a:pt x="20" y="0"/>
                    </a:cubicBezTo>
                  </a:path>
                </a:pathLst>
              </a:custGeom>
              <a:solidFill>
                <a:srgbClr val="C2A9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9" name="Freeform 41"/>
              <p:cNvSpPr>
                <a:spLocks noEditPoints="1"/>
              </p:cNvSpPr>
              <p:nvPr/>
            </p:nvSpPr>
            <p:spPr bwMode="auto">
              <a:xfrm>
                <a:off x="3496376" y="2748766"/>
                <a:ext cx="481431" cy="890523"/>
              </a:xfrm>
              <a:custGeom>
                <a:avLst/>
                <a:gdLst>
                  <a:gd name="T0" fmla="*/ 6 w 245"/>
                  <a:gd name="T1" fmla="*/ 329 h 453"/>
                  <a:gd name="T2" fmla="*/ 5 w 245"/>
                  <a:gd name="T3" fmla="*/ 330 h 453"/>
                  <a:gd name="T4" fmla="*/ 3 w 245"/>
                  <a:gd name="T5" fmla="*/ 356 h 453"/>
                  <a:gd name="T6" fmla="*/ 3 w 245"/>
                  <a:gd name="T7" fmla="*/ 450 h 453"/>
                  <a:gd name="T8" fmla="*/ 4 w 245"/>
                  <a:gd name="T9" fmla="*/ 453 h 453"/>
                  <a:gd name="T10" fmla="*/ 6 w 245"/>
                  <a:gd name="T11" fmla="*/ 329 h 453"/>
                  <a:gd name="T12" fmla="*/ 163 w 245"/>
                  <a:gd name="T13" fmla="*/ 0 h 453"/>
                  <a:gd name="T14" fmla="*/ 143 w 245"/>
                  <a:gd name="T15" fmla="*/ 22 h 453"/>
                  <a:gd name="T16" fmla="*/ 109 w 245"/>
                  <a:gd name="T17" fmla="*/ 97 h 453"/>
                  <a:gd name="T18" fmla="*/ 125 w 245"/>
                  <a:gd name="T19" fmla="*/ 110 h 453"/>
                  <a:gd name="T20" fmla="*/ 114 w 245"/>
                  <a:gd name="T21" fmla="*/ 154 h 453"/>
                  <a:gd name="T22" fmla="*/ 128 w 245"/>
                  <a:gd name="T23" fmla="*/ 197 h 453"/>
                  <a:gd name="T24" fmla="*/ 145 w 245"/>
                  <a:gd name="T25" fmla="*/ 204 h 453"/>
                  <a:gd name="T26" fmla="*/ 151 w 245"/>
                  <a:gd name="T27" fmla="*/ 192 h 453"/>
                  <a:gd name="T28" fmla="*/ 137 w 245"/>
                  <a:gd name="T29" fmla="*/ 154 h 453"/>
                  <a:gd name="T30" fmla="*/ 140 w 245"/>
                  <a:gd name="T31" fmla="*/ 121 h 453"/>
                  <a:gd name="T32" fmla="*/ 153 w 245"/>
                  <a:gd name="T33" fmla="*/ 124 h 453"/>
                  <a:gd name="T34" fmla="*/ 150 w 245"/>
                  <a:gd name="T35" fmla="*/ 158 h 453"/>
                  <a:gd name="T36" fmla="*/ 171 w 245"/>
                  <a:gd name="T37" fmla="*/ 210 h 453"/>
                  <a:gd name="T38" fmla="*/ 159 w 245"/>
                  <a:gd name="T39" fmla="*/ 223 h 453"/>
                  <a:gd name="T40" fmla="*/ 167 w 245"/>
                  <a:gd name="T41" fmla="*/ 242 h 453"/>
                  <a:gd name="T42" fmla="*/ 199 w 245"/>
                  <a:gd name="T43" fmla="*/ 172 h 453"/>
                  <a:gd name="T44" fmla="*/ 163 w 245"/>
                  <a:gd name="T45" fmla="*/ 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5" h="453">
                    <a:moveTo>
                      <a:pt x="6" y="329"/>
                    </a:moveTo>
                    <a:cubicBezTo>
                      <a:pt x="5" y="330"/>
                      <a:pt x="5" y="330"/>
                      <a:pt x="5" y="330"/>
                    </a:cubicBezTo>
                    <a:cubicBezTo>
                      <a:pt x="4" y="339"/>
                      <a:pt x="3" y="347"/>
                      <a:pt x="3" y="356"/>
                    </a:cubicBezTo>
                    <a:cubicBezTo>
                      <a:pt x="0" y="388"/>
                      <a:pt x="0" y="419"/>
                      <a:pt x="3" y="450"/>
                    </a:cubicBezTo>
                    <a:cubicBezTo>
                      <a:pt x="4" y="453"/>
                      <a:pt x="4" y="453"/>
                      <a:pt x="4" y="453"/>
                    </a:cubicBezTo>
                    <a:cubicBezTo>
                      <a:pt x="0" y="412"/>
                      <a:pt x="1" y="371"/>
                      <a:pt x="6" y="329"/>
                    </a:cubicBezTo>
                    <a:moveTo>
                      <a:pt x="163" y="0"/>
                    </a:moveTo>
                    <a:cubicBezTo>
                      <a:pt x="156" y="8"/>
                      <a:pt x="149" y="15"/>
                      <a:pt x="143" y="22"/>
                    </a:cubicBezTo>
                    <a:cubicBezTo>
                      <a:pt x="109" y="97"/>
                      <a:pt x="109" y="97"/>
                      <a:pt x="109" y="97"/>
                    </a:cubicBezTo>
                    <a:cubicBezTo>
                      <a:pt x="125" y="110"/>
                      <a:pt x="125" y="110"/>
                      <a:pt x="125" y="110"/>
                    </a:cubicBezTo>
                    <a:cubicBezTo>
                      <a:pt x="114" y="154"/>
                      <a:pt x="114" y="154"/>
                      <a:pt x="114" y="154"/>
                    </a:cubicBezTo>
                    <a:cubicBezTo>
                      <a:pt x="128" y="197"/>
                      <a:pt x="128" y="197"/>
                      <a:pt x="128" y="197"/>
                    </a:cubicBezTo>
                    <a:cubicBezTo>
                      <a:pt x="145" y="204"/>
                      <a:pt x="145" y="204"/>
                      <a:pt x="145" y="204"/>
                    </a:cubicBezTo>
                    <a:cubicBezTo>
                      <a:pt x="151" y="192"/>
                      <a:pt x="151" y="192"/>
                      <a:pt x="151" y="192"/>
                    </a:cubicBezTo>
                    <a:cubicBezTo>
                      <a:pt x="137" y="154"/>
                      <a:pt x="137" y="154"/>
                      <a:pt x="137" y="154"/>
                    </a:cubicBezTo>
                    <a:cubicBezTo>
                      <a:pt x="140" y="121"/>
                      <a:pt x="140" y="121"/>
                      <a:pt x="140" y="121"/>
                    </a:cubicBezTo>
                    <a:cubicBezTo>
                      <a:pt x="153" y="124"/>
                      <a:pt x="153" y="124"/>
                      <a:pt x="153" y="124"/>
                    </a:cubicBezTo>
                    <a:cubicBezTo>
                      <a:pt x="150" y="158"/>
                      <a:pt x="150" y="158"/>
                      <a:pt x="150" y="158"/>
                    </a:cubicBezTo>
                    <a:cubicBezTo>
                      <a:pt x="171" y="210"/>
                      <a:pt x="171" y="210"/>
                      <a:pt x="171" y="210"/>
                    </a:cubicBezTo>
                    <a:cubicBezTo>
                      <a:pt x="159" y="223"/>
                      <a:pt x="159" y="223"/>
                      <a:pt x="159" y="223"/>
                    </a:cubicBezTo>
                    <a:cubicBezTo>
                      <a:pt x="167" y="242"/>
                      <a:pt x="167" y="242"/>
                      <a:pt x="167" y="242"/>
                    </a:cubicBezTo>
                    <a:cubicBezTo>
                      <a:pt x="178" y="221"/>
                      <a:pt x="189" y="197"/>
                      <a:pt x="199" y="172"/>
                    </a:cubicBezTo>
                    <a:cubicBezTo>
                      <a:pt x="245" y="59"/>
                      <a:pt x="186" y="13"/>
                      <a:pt x="163" y="0"/>
                    </a:cubicBezTo>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0" name="Freeform 42"/>
              <p:cNvSpPr>
                <a:spLocks/>
              </p:cNvSpPr>
              <p:nvPr/>
            </p:nvSpPr>
            <p:spPr bwMode="auto">
              <a:xfrm>
                <a:off x="3496376" y="2939176"/>
                <a:ext cx="335921" cy="1089248"/>
              </a:xfrm>
              <a:custGeom>
                <a:avLst/>
                <a:gdLst>
                  <a:gd name="T0" fmla="*/ 109 w 171"/>
                  <a:gd name="T1" fmla="*/ 0 h 554"/>
                  <a:gd name="T2" fmla="*/ 6 w 171"/>
                  <a:gd name="T3" fmla="*/ 232 h 554"/>
                  <a:gd name="T4" fmla="*/ 4 w 171"/>
                  <a:gd name="T5" fmla="*/ 356 h 554"/>
                  <a:gd name="T6" fmla="*/ 60 w 171"/>
                  <a:gd name="T7" fmla="*/ 554 h 554"/>
                  <a:gd name="T8" fmla="*/ 61 w 171"/>
                  <a:gd name="T9" fmla="*/ 302 h 554"/>
                  <a:gd name="T10" fmla="*/ 167 w 171"/>
                  <a:gd name="T11" fmla="*/ 145 h 554"/>
                  <a:gd name="T12" fmla="*/ 159 w 171"/>
                  <a:gd name="T13" fmla="*/ 126 h 554"/>
                  <a:gd name="T14" fmla="*/ 171 w 171"/>
                  <a:gd name="T15" fmla="*/ 113 h 554"/>
                  <a:gd name="T16" fmla="*/ 150 w 171"/>
                  <a:gd name="T17" fmla="*/ 61 h 554"/>
                  <a:gd name="T18" fmla="*/ 153 w 171"/>
                  <a:gd name="T19" fmla="*/ 27 h 554"/>
                  <a:gd name="T20" fmla="*/ 140 w 171"/>
                  <a:gd name="T21" fmla="*/ 24 h 554"/>
                  <a:gd name="T22" fmla="*/ 137 w 171"/>
                  <a:gd name="T23" fmla="*/ 57 h 554"/>
                  <a:gd name="T24" fmla="*/ 151 w 171"/>
                  <a:gd name="T25" fmla="*/ 95 h 554"/>
                  <a:gd name="T26" fmla="*/ 145 w 171"/>
                  <a:gd name="T27" fmla="*/ 107 h 554"/>
                  <a:gd name="T28" fmla="*/ 128 w 171"/>
                  <a:gd name="T29" fmla="*/ 100 h 554"/>
                  <a:gd name="T30" fmla="*/ 114 w 171"/>
                  <a:gd name="T31" fmla="*/ 57 h 554"/>
                  <a:gd name="T32" fmla="*/ 125 w 171"/>
                  <a:gd name="T33" fmla="*/ 13 h 554"/>
                  <a:gd name="T34" fmla="*/ 109 w 171"/>
                  <a:gd name="T35" fmla="*/ 0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1" h="554">
                    <a:moveTo>
                      <a:pt x="109" y="0"/>
                    </a:moveTo>
                    <a:cubicBezTo>
                      <a:pt x="6" y="232"/>
                      <a:pt x="6" y="232"/>
                      <a:pt x="6" y="232"/>
                    </a:cubicBezTo>
                    <a:cubicBezTo>
                      <a:pt x="1" y="274"/>
                      <a:pt x="0" y="315"/>
                      <a:pt x="4" y="356"/>
                    </a:cubicBezTo>
                    <a:cubicBezTo>
                      <a:pt x="60" y="554"/>
                      <a:pt x="60" y="554"/>
                      <a:pt x="60" y="554"/>
                    </a:cubicBezTo>
                    <a:cubicBezTo>
                      <a:pt x="113" y="424"/>
                      <a:pt x="61" y="302"/>
                      <a:pt x="61" y="302"/>
                    </a:cubicBezTo>
                    <a:cubicBezTo>
                      <a:pt x="61" y="302"/>
                      <a:pt x="116" y="243"/>
                      <a:pt x="167" y="145"/>
                    </a:cubicBezTo>
                    <a:cubicBezTo>
                      <a:pt x="159" y="126"/>
                      <a:pt x="159" y="126"/>
                      <a:pt x="159" y="126"/>
                    </a:cubicBezTo>
                    <a:cubicBezTo>
                      <a:pt x="171" y="113"/>
                      <a:pt x="171" y="113"/>
                      <a:pt x="171" y="113"/>
                    </a:cubicBezTo>
                    <a:cubicBezTo>
                      <a:pt x="150" y="61"/>
                      <a:pt x="150" y="61"/>
                      <a:pt x="150" y="61"/>
                    </a:cubicBezTo>
                    <a:cubicBezTo>
                      <a:pt x="153" y="27"/>
                      <a:pt x="153" y="27"/>
                      <a:pt x="153" y="27"/>
                    </a:cubicBezTo>
                    <a:cubicBezTo>
                      <a:pt x="140" y="24"/>
                      <a:pt x="140" y="24"/>
                      <a:pt x="140" y="24"/>
                    </a:cubicBezTo>
                    <a:cubicBezTo>
                      <a:pt x="137" y="57"/>
                      <a:pt x="137" y="57"/>
                      <a:pt x="137" y="57"/>
                    </a:cubicBezTo>
                    <a:cubicBezTo>
                      <a:pt x="151" y="95"/>
                      <a:pt x="151" y="95"/>
                      <a:pt x="151" y="95"/>
                    </a:cubicBezTo>
                    <a:cubicBezTo>
                      <a:pt x="145" y="107"/>
                      <a:pt x="145" y="107"/>
                      <a:pt x="145" y="107"/>
                    </a:cubicBezTo>
                    <a:cubicBezTo>
                      <a:pt x="128" y="100"/>
                      <a:pt x="128" y="100"/>
                      <a:pt x="128" y="100"/>
                    </a:cubicBezTo>
                    <a:cubicBezTo>
                      <a:pt x="114" y="57"/>
                      <a:pt x="114" y="57"/>
                      <a:pt x="114" y="57"/>
                    </a:cubicBezTo>
                    <a:cubicBezTo>
                      <a:pt x="125" y="13"/>
                      <a:pt x="125" y="13"/>
                      <a:pt x="125" y="13"/>
                    </a:cubicBezTo>
                    <a:cubicBezTo>
                      <a:pt x="109" y="0"/>
                      <a:pt x="109" y="0"/>
                      <a:pt x="109" y="0"/>
                    </a:cubicBezTo>
                  </a:path>
                </a:pathLst>
              </a:custGeom>
              <a:solidFill>
                <a:srgbClr val="9BBB59">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1" name="Freeform 43"/>
              <p:cNvSpPr>
                <a:spLocks/>
              </p:cNvSpPr>
              <p:nvPr/>
            </p:nvSpPr>
            <p:spPr bwMode="auto">
              <a:xfrm>
                <a:off x="2979191" y="2740451"/>
                <a:ext cx="907984" cy="1820125"/>
              </a:xfrm>
              <a:custGeom>
                <a:avLst/>
                <a:gdLst>
                  <a:gd name="T0" fmla="*/ 417 w 462"/>
                  <a:gd name="T1" fmla="*/ 0 h 926"/>
                  <a:gd name="T2" fmla="*/ 164 w 462"/>
                  <a:gd name="T3" fmla="*/ 264 h 926"/>
                  <a:gd name="T4" fmla="*/ 11 w 462"/>
                  <a:gd name="T5" fmla="*/ 579 h 926"/>
                  <a:gd name="T6" fmla="*/ 247 w 462"/>
                  <a:gd name="T7" fmla="*/ 803 h 926"/>
                  <a:gd name="T8" fmla="*/ 295 w 462"/>
                  <a:gd name="T9" fmla="*/ 396 h 926"/>
                  <a:gd name="T10" fmla="*/ 439 w 462"/>
                  <a:gd name="T11" fmla="*/ 172 h 926"/>
                  <a:gd name="T12" fmla="*/ 441 w 462"/>
                  <a:gd name="T13" fmla="*/ 167 h 926"/>
                  <a:gd name="T14" fmla="*/ 456 w 462"/>
                  <a:gd name="T15" fmla="*/ 63 h 926"/>
                  <a:gd name="T16" fmla="*/ 417 w 462"/>
                  <a:gd name="T17" fmla="*/ 0 h 9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926">
                    <a:moveTo>
                      <a:pt x="417" y="0"/>
                    </a:moveTo>
                    <a:cubicBezTo>
                      <a:pt x="417" y="0"/>
                      <a:pt x="328" y="118"/>
                      <a:pt x="164" y="264"/>
                    </a:cubicBezTo>
                    <a:cubicBezTo>
                      <a:pt x="0" y="409"/>
                      <a:pt x="11" y="579"/>
                      <a:pt x="11" y="579"/>
                    </a:cubicBezTo>
                    <a:cubicBezTo>
                      <a:pt x="11" y="579"/>
                      <a:pt x="89" y="926"/>
                      <a:pt x="247" y="803"/>
                    </a:cubicBezTo>
                    <a:cubicBezTo>
                      <a:pt x="367" y="709"/>
                      <a:pt x="323" y="494"/>
                      <a:pt x="295" y="396"/>
                    </a:cubicBezTo>
                    <a:cubicBezTo>
                      <a:pt x="374" y="301"/>
                      <a:pt x="417" y="228"/>
                      <a:pt x="439" y="172"/>
                    </a:cubicBezTo>
                    <a:cubicBezTo>
                      <a:pt x="440" y="170"/>
                      <a:pt x="440" y="169"/>
                      <a:pt x="441" y="167"/>
                    </a:cubicBezTo>
                    <a:cubicBezTo>
                      <a:pt x="460" y="123"/>
                      <a:pt x="462" y="89"/>
                      <a:pt x="456" y="63"/>
                    </a:cubicBezTo>
                    <a:cubicBezTo>
                      <a:pt x="448" y="15"/>
                      <a:pt x="417" y="0"/>
                      <a:pt x="417" y="0"/>
                    </a:cubicBezTo>
                    <a:close/>
                  </a:path>
                </a:pathLst>
              </a:custGeom>
              <a:solidFill>
                <a:srgbClr val="F3D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2" name="Oval 44"/>
              <p:cNvSpPr>
                <a:spLocks noChangeArrowheads="1"/>
              </p:cNvSpPr>
              <p:nvPr/>
            </p:nvSpPr>
            <p:spPr bwMode="auto">
              <a:xfrm>
                <a:off x="4476699" y="5152595"/>
                <a:ext cx="700112" cy="700112"/>
              </a:xfrm>
              <a:prstGeom prst="ellipse">
                <a:avLst/>
              </a:prstGeom>
              <a:solidFill>
                <a:srgbClr val="2980B9">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3" name="Oval 50"/>
              <p:cNvSpPr>
                <a:spLocks noChangeArrowheads="1"/>
              </p:cNvSpPr>
              <p:nvPr/>
            </p:nvSpPr>
            <p:spPr bwMode="auto">
              <a:xfrm>
                <a:off x="5819551" y="3831362"/>
                <a:ext cx="1374448" cy="1380269"/>
              </a:xfrm>
              <a:prstGeom prst="ellipse">
                <a:avLst/>
              </a:prstGeom>
              <a:solidFill>
                <a:srgbClr val="2980B9">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4" name="Freeform 51"/>
              <p:cNvSpPr>
                <a:spLocks/>
              </p:cNvSpPr>
              <p:nvPr/>
            </p:nvSpPr>
            <p:spPr bwMode="auto">
              <a:xfrm>
                <a:off x="6159629" y="4277870"/>
                <a:ext cx="694292" cy="446509"/>
              </a:xfrm>
              <a:custGeom>
                <a:avLst/>
                <a:gdLst>
                  <a:gd name="T0" fmla="*/ 15 w 353"/>
                  <a:gd name="T1" fmla="*/ 227 h 227"/>
                  <a:gd name="T2" fmla="*/ 0 w 353"/>
                  <a:gd name="T3" fmla="*/ 212 h 227"/>
                  <a:gd name="T4" fmla="*/ 0 w 353"/>
                  <a:gd name="T5" fmla="*/ 14 h 227"/>
                  <a:gd name="T6" fmla="*/ 15 w 353"/>
                  <a:gd name="T7" fmla="*/ 0 h 227"/>
                  <a:gd name="T8" fmla="*/ 338 w 353"/>
                  <a:gd name="T9" fmla="*/ 0 h 227"/>
                  <a:gd name="T10" fmla="*/ 353 w 353"/>
                  <a:gd name="T11" fmla="*/ 14 h 227"/>
                  <a:gd name="T12" fmla="*/ 353 w 353"/>
                  <a:gd name="T13" fmla="*/ 212 h 227"/>
                  <a:gd name="T14" fmla="*/ 338 w 353"/>
                  <a:gd name="T15" fmla="*/ 227 h 227"/>
                  <a:gd name="T16" fmla="*/ 15 w 353"/>
                  <a:gd name="T17" fmla="*/ 22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227">
                    <a:moveTo>
                      <a:pt x="15" y="227"/>
                    </a:moveTo>
                    <a:cubicBezTo>
                      <a:pt x="7" y="227"/>
                      <a:pt x="0" y="220"/>
                      <a:pt x="0" y="212"/>
                    </a:cubicBezTo>
                    <a:cubicBezTo>
                      <a:pt x="0" y="14"/>
                      <a:pt x="0" y="14"/>
                      <a:pt x="0" y="14"/>
                    </a:cubicBezTo>
                    <a:cubicBezTo>
                      <a:pt x="0" y="6"/>
                      <a:pt x="7" y="0"/>
                      <a:pt x="15" y="0"/>
                    </a:cubicBezTo>
                    <a:cubicBezTo>
                      <a:pt x="338" y="0"/>
                      <a:pt x="338" y="0"/>
                      <a:pt x="338" y="0"/>
                    </a:cubicBezTo>
                    <a:cubicBezTo>
                      <a:pt x="347" y="0"/>
                      <a:pt x="353" y="6"/>
                      <a:pt x="353" y="14"/>
                    </a:cubicBezTo>
                    <a:cubicBezTo>
                      <a:pt x="353" y="212"/>
                      <a:pt x="353" y="212"/>
                      <a:pt x="353" y="212"/>
                    </a:cubicBezTo>
                    <a:cubicBezTo>
                      <a:pt x="353" y="220"/>
                      <a:pt x="347" y="227"/>
                      <a:pt x="338" y="227"/>
                    </a:cubicBezTo>
                    <a:cubicBezTo>
                      <a:pt x="15" y="227"/>
                      <a:pt x="15" y="227"/>
                      <a:pt x="15" y="227"/>
                    </a:cubicBezTo>
                  </a:path>
                </a:pathLst>
              </a:custGeom>
              <a:solidFill>
                <a:srgbClr val="8989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5" name="Freeform 52"/>
              <p:cNvSpPr>
                <a:spLocks noEditPoints="1"/>
              </p:cNvSpPr>
              <p:nvPr/>
            </p:nvSpPr>
            <p:spPr bwMode="auto">
              <a:xfrm>
                <a:off x="6146325" y="4263735"/>
                <a:ext cx="721731" cy="473948"/>
              </a:xfrm>
              <a:custGeom>
                <a:avLst/>
                <a:gdLst>
                  <a:gd name="T0" fmla="*/ 345 w 367"/>
                  <a:gd name="T1" fmla="*/ 14 h 241"/>
                  <a:gd name="T2" fmla="*/ 353 w 367"/>
                  <a:gd name="T3" fmla="*/ 21 h 241"/>
                  <a:gd name="T4" fmla="*/ 353 w 367"/>
                  <a:gd name="T5" fmla="*/ 219 h 241"/>
                  <a:gd name="T6" fmla="*/ 345 w 367"/>
                  <a:gd name="T7" fmla="*/ 227 h 241"/>
                  <a:gd name="T8" fmla="*/ 22 w 367"/>
                  <a:gd name="T9" fmla="*/ 227 h 241"/>
                  <a:gd name="T10" fmla="*/ 14 w 367"/>
                  <a:gd name="T11" fmla="*/ 219 h 241"/>
                  <a:gd name="T12" fmla="*/ 14 w 367"/>
                  <a:gd name="T13" fmla="*/ 21 h 241"/>
                  <a:gd name="T14" fmla="*/ 22 w 367"/>
                  <a:gd name="T15" fmla="*/ 14 h 241"/>
                  <a:gd name="T16" fmla="*/ 345 w 367"/>
                  <a:gd name="T17" fmla="*/ 14 h 241"/>
                  <a:gd name="T18" fmla="*/ 345 w 367"/>
                  <a:gd name="T19" fmla="*/ 0 h 241"/>
                  <a:gd name="T20" fmla="*/ 22 w 367"/>
                  <a:gd name="T21" fmla="*/ 0 h 241"/>
                  <a:gd name="T22" fmla="*/ 0 w 367"/>
                  <a:gd name="T23" fmla="*/ 21 h 241"/>
                  <a:gd name="T24" fmla="*/ 0 w 367"/>
                  <a:gd name="T25" fmla="*/ 219 h 241"/>
                  <a:gd name="T26" fmla="*/ 22 w 367"/>
                  <a:gd name="T27" fmla="*/ 241 h 241"/>
                  <a:gd name="T28" fmla="*/ 345 w 367"/>
                  <a:gd name="T29" fmla="*/ 241 h 241"/>
                  <a:gd name="T30" fmla="*/ 367 w 367"/>
                  <a:gd name="T31" fmla="*/ 219 h 241"/>
                  <a:gd name="T32" fmla="*/ 367 w 367"/>
                  <a:gd name="T33" fmla="*/ 21 h 241"/>
                  <a:gd name="T34" fmla="*/ 345 w 367"/>
                  <a:gd name="T35"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7" h="241">
                    <a:moveTo>
                      <a:pt x="345" y="14"/>
                    </a:moveTo>
                    <a:cubicBezTo>
                      <a:pt x="350" y="14"/>
                      <a:pt x="353" y="17"/>
                      <a:pt x="353" y="21"/>
                    </a:cubicBezTo>
                    <a:cubicBezTo>
                      <a:pt x="353" y="219"/>
                      <a:pt x="353" y="219"/>
                      <a:pt x="353" y="219"/>
                    </a:cubicBezTo>
                    <a:cubicBezTo>
                      <a:pt x="353" y="223"/>
                      <a:pt x="350" y="227"/>
                      <a:pt x="345" y="227"/>
                    </a:cubicBezTo>
                    <a:cubicBezTo>
                      <a:pt x="22" y="227"/>
                      <a:pt x="22" y="227"/>
                      <a:pt x="22" y="227"/>
                    </a:cubicBezTo>
                    <a:cubicBezTo>
                      <a:pt x="17" y="227"/>
                      <a:pt x="14" y="223"/>
                      <a:pt x="14" y="219"/>
                    </a:cubicBezTo>
                    <a:cubicBezTo>
                      <a:pt x="14" y="21"/>
                      <a:pt x="14" y="21"/>
                      <a:pt x="14" y="21"/>
                    </a:cubicBezTo>
                    <a:cubicBezTo>
                      <a:pt x="14" y="17"/>
                      <a:pt x="17" y="14"/>
                      <a:pt x="22" y="14"/>
                    </a:cubicBezTo>
                    <a:cubicBezTo>
                      <a:pt x="345" y="14"/>
                      <a:pt x="345" y="14"/>
                      <a:pt x="345" y="14"/>
                    </a:cubicBezTo>
                    <a:moveTo>
                      <a:pt x="345" y="0"/>
                    </a:moveTo>
                    <a:cubicBezTo>
                      <a:pt x="22" y="0"/>
                      <a:pt x="22" y="0"/>
                      <a:pt x="22" y="0"/>
                    </a:cubicBezTo>
                    <a:cubicBezTo>
                      <a:pt x="10" y="0"/>
                      <a:pt x="0" y="9"/>
                      <a:pt x="0" y="21"/>
                    </a:cubicBezTo>
                    <a:cubicBezTo>
                      <a:pt x="0" y="219"/>
                      <a:pt x="0" y="219"/>
                      <a:pt x="0" y="219"/>
                    </a:cubicBezTo>
                    <a:cubicBezTo>
                      <a:pt x="0" y="231"/>
                      <a:pt x="10" y="241"/>
                      <a:pt x="22" y="241"/>
                    </a:cubicBezTo>
                    <a:cubicBezTo>
                      <a:pt x="345" y="241"/>
                      <a:pt x="345" y="241"/>
                      <a:pt x="345" y="241"/>
                    </a:cubicBezTo>
                    <a:cubicBezTo>
                      <a:pt x="357" y="241"/>
                      <a:pt x="367" y="231"/>
                      <a:pt x="367" y="219"/>
                    </a:cubicBezTo>
                    <a:cubicBezTo>
                      <a:pt x="367" y="21"/>
                      <a:pt x="367" y="21"/>
                      <a:pt x="367" y="21"/>
                    </a:cubicBezTo>
                    <a:cubicBezTo>
                      <a:pt x="367" y="9"/>
                      <a:pt x="357" y="0"/>
                      <a:pt x="345" y="0"/>
                    </a:cubicBezTo>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6" name="Freeform 53"/>
              <p:cNvSpPr>
                <a:spLocks/>
              </p:cNvSpPr>
              <p:nvPr/>
            </p:nvSpPr>
            <p:spPr bwMode="auto">
              <a:xfrm>
                <a:off x="6063177" y="4737683"/>
                <a:ext cx="887197" cy="43237"/>
              </a:xfrm>
              <a:custGeom>
                <a:avLst/>
                <a:gdLst>
                  <a:gd name="T0" fmla="*/ 451 w 451"/>
                  <a:gd name="T1" fmla="*/ 22 h 22"/>
                  <a:gd name="T2" fmla="*/ 451 w 451"/>
                  <a:gd name="T3" fmla="*/ 14 h 22"/>
                  <a:gd name="T4" fmla="*/ 438 w 451"/>
                  <a:gd name="T5" fmla="*/ 0 h 22"/>
                  <a:gd name="T6" fmla="*/ 13 w 451"/>
                  <a:gd name="T7" fmla="*/ 0 h 22"/>
                  <a:gd name="T8" fmla="*/ 0 w 451"/>
                  <a:gd name="T9" fmla="*/ 14 h 22"/>
                  <a:gd name="T10" fmla="*/ 0 w 451"/>
                  <a:gd name="T11" fmla="*/ 22 h 22"/>
                  <a:gd name="T12" fmla="*/ 451 w 451"/>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451" h="22">
                    <a:moveTo>
                      <a:pt x="451" y="22"/>
                    </a:moveTo>
                    <a:cubicBezTo>
                      <a:pt x="451" y="14"/>
                      <a:pt x="451" y="14"/>
                      <a:pt x="451" y="14"/>
                    </a:cubicBezTo>
                    <a:cubicBezTo>
                      <a:pt x="451" y="6"/>
                      <a:pt x="445" y="0"/>
                      <a:pt x="438" y="0"/>
                    </a:cubicBezTo>
                    <a:cubicBezTo>
                      <a:pt x="13" y="0"/>
                      <a:pt x="13" y="0"/>
                      <a:pt x="13" y="0"/>
                    </a:cubicBezTo>
                    <a:cubicBezTo>
                      <a:pt x="6" y="0"/>
                      <a:pt x="0" y="6"/>
                      <a:pt x="0" y="14"/>
                    </a:cubicBezTo>
                    <a:cubicBezTo>
                      <a:pt x="0" y="22"/>
                      <a:pt x="0" y="22"/>
                      <a:pt x="0" y="22"/>
                    </a:cubicBezTo>
                    <a:lnTo>
                      <a:pt x="451" y="22"/>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7" name="Rectangle 54"/>
              <p:cNvSpPr>
                <a:spLocks noChangeArrowheads="1"/>
              </p:cNvSpPr>
              <p:nvPr/>
            </p:nvSpPr>
            <p:spPr bwMode="auto">
              <a:xfrm>
                <a:off x="6063177" y="4765122"/>
                <a:ext cx="887197" cy="15798"/>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8" name="Rectangle 55"/>
              <p:cNvSpPr>
                <a:spLocks noChangeArrowheads="1"/>
              </p:cNvSpPr>
              <p:nvPr/>
            </p:nvSpPr>
            <p:spPr bwMode="auto">
              <a:xfrm>
                <a:off x="6258576" y="4753481"/>
                <a:ext cx="497229" cy="11641"/>
              </a:xfrm>
              <a:prstGeom prst="rect">
                <a:avLst/>
              </a:prstGeom>
              <a:solidFill>
                <a:srgbClr val="2A2E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9" name="Freeform 56"/>
              <p:cNvSpPr>
                <a:spLocks/>
              </p:cNvSpPr>
              <p:nvPr/>
            </p:nvSpPr>
            <p:spPr bwMode="auto">
              <a:xfrm>
                <a:off x="6173764" y="4292006"/>
                <a:ext cx="641077" cy="410755"/>
              </a:xfrm>
              <a:custGeom>
                <a:avLst/>
                <a:gdLst>
                  <a:gd name="T0" fmla="*/ 326 w 326"/>
                  <a:gd name="T1" fmla="*/ 0 h 209"/>
                  <a:gd name="T2" fmla="*/ 8 w 326"/>
                  <a:gd name="T3" fmla="*/ 0 h 209"/>
                  <a:gd name="T4" fmla="*/ 0 w 326"/>
                  <a:gd name="T5" fmla="*/ 7 h 209"/>
                  <a:gd name="T6" fmla="*/ 0 w 326"/>
                  <a:gd name="T7" fmla="*/ 205 h 209"/>
                  <a:gd name="T8" fmla="*/ 1 w 326"/>
                  <a:gd name="T9" fmla="*/ 209 h 209"/>
                  <a:gd name="T10" fmla="*/ 326 w 326"/>
                  <a:gd name="T11" fmla="*/ 0 h 209"/>
                </a:gdLst>
                <a:ahLst/>
                <a:cxnLst>
                  <a:cxn ang="0">
                    <a:pos x="T0" y="T1"/>
                  </a:cxn>
                  <a:cxn ang="0">
                    <a:pos x="T2" y="T3"/>
                  </a:cxn>
                  <a:cxn ang="0">
                    <a:pos x="T4" y="T5"/>
                  </a:cxn>
                  <a:cxn ang="0">
                    <a:pos x="T6" y="T7"/>
                  </a:cxn>
                  <a:cxn ang="0">
                    <a:pos x="T8" y="T9"/>
                  </a:cxn>
                  <a:cxn ang="0">
                    <a:pos x="T10" y="T11"/>
                  </a:cxn>
                </a:cxnLst>
                <a:rect l="0" t="0" r="r" b="b"/>
                <a:pathLst>
                  <a:path w="326" h="209">
                    <a:moveTo>
                      <a:pt x="326" y="0"/>
                    </a:moveTo>
                    <a:cubicBezTo>
                      <a:pt x="8" y="0"/>
                      <a:pt x="8" y="0"/>
                      <a:pt x="8" y="0"/>
                    </a:cubicBezTo>
                    <a:cubicBezTo>
                      <a:pt x="3" y="0"/>
                      <a:pt x="0" y="3"/>
                      <a:pt x="0" y="7"/>
                    </a:cubicBezTo>
                    <a:cubicBezTo>
                      <a:pt x="0" y="205"/>
                      <a:pt x="0" y="205"/>
                      <a:pt x="0" y="205"/>
                    </a:cubicBezTo>
                    <a:cubicBezTo>
                      <a:pt x="0" y="207"/>
                      <a:pt x="0" y="208"/>
                      <a:pt x="1" y="209"/>
                    </a:cubicBezTo>
                    <a:cubicBezTo>
                      <a:pt x="326" y="0"/>
                      <a:pt x="326" y="0"/>
                      <a:pt x="326" y="0"/>
                    </a:cubicBezTo>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70" name="Freeform 57"/>
              <p:cNvSpPr>
                <a:spLocks/>
              </p:cNvSpPr>
              <p:nvPr/>
            </p:nvSpPr>
            <p:spPr bwMode="auto">
              <a:xfrm>
                <a:off x="6159629" y="4277870"/>
                <a:ext cx="674336" cy="432373"/>
              </a:xfrm>
              <a:custGeom>
                <a:avLst/>
                <a:gdLst>
                  <a:gd name="T0" fmla="*/ 338 w 343"/>
                  <a:gd name="T1" fmla="*/ 0 h 220"/>
                  <a:gd name="T2" fmla="*/ 15 w 343"/>
                  <a:gd name="T3" fmla="*/ 0 h 220"/>
                  <a:gd name="T4" fmla="*/ 0 w 343"/>
                  <a:gd name="T5" fmla="*/ 14 h 220"/>
                  <a:gd name="T6" fmla="*/ 0 w 343"/>
                  <a:gd name="T7" fmla="*/ 212 h 220"/>
                  <a:gd name="T8" fmla="*/ 2 w 343"/>
                  <a:gd name="T9" fmla="*/ 220 h 220"/>
                  <a:gd name="T10" fmla="*/ 8 w 343"/>
                  <a:gd name="T11" fmla="*/ 216 h 220"/>
                  <a:gd name="T12" fmla="*/ 7 w 343"/>
                  <a:gd name="T13" fmla="*/ 212 h 220"/>
                  <a:gd name="T14" fmla="*/ 7 w 343"/>
                  <a:gd name="T15" fmla="*/ 14 h 220"/>
                  <a:gd name="T16" fmla="*/ 15 w 343"/>
                  <a:gd name="T17" fmla="*/ 7 h 220"/>
                  <a:gd name="T18" fmla="*/ 333 w 343"/>
                  <a:gd name="T19" fmla="*/ 7 h 220"/>
                  <a:gd name="T20" fmla="*/ 343 w 343"/>
                  <a:gd name="T21" fmla="*/ 0 h 220"/>
                  <a:gd name="T22" fmla="*/ 338 w 343"/>
                  <a:gd name="T2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3" h="220">
                    <a:moveTo>
                      <a:pt x="338" y="0"/>
                    </a:moveTo>
                    <a:cubicBezTo>
                      <a:pt x="15" y="0"/>
                      <a:pt x="15" y="0"/>
                      <a:pt x="15" y="0"/>
                    </a:cubicBezTo>
                    <a:cubicBezTo>
                      <a:pt x="7" y="0"/>
                      <a:pt x="0" y="6"/>
                      <a:pt x="0" y="14"/>
                    </a:cubicBezTo>
                    <a:cubicBezTo>
                      <a:pt x="0" y="212"/>
                      <a:pt x="0" y="212"/>
                      <a:pt x="0" y="212"/>
                    </a:cubicBezTo>
                    <a:cubicBezTo>
                      <a:pt x="0" y="215"/>
                      <a:pt x="1" y="218"/>
                      <a:pt x="2" y="220"/>
                    </a:cubicBezTo>
                    <a:cubicBezTo>
                      <a:pt x="8" y="216"/>
                      <a:pt x="8" y="216"/>
                      <a:pt x="8" y="216"/>
                    </a:cubicBezTo>
                    <a:cubicBezTo>
                      <a:pt x="7" y="215"/>
                      <a:pt x="7" y="214"/>
                      <a:pt x="7" y="212"/>
                    </a:cubicBezTo>
                    <a:cubicBezTo>
                      <a:pt x="7" y="14"/>
                      <a:pt x="7" y="14"/>
                      <a:pt x="7" y="14"/>
                    </a:cubicBezTo>
                    <a:cubicBezTo>
                      <a:pt x="7" y="10"/>
                      <a:pt x="10" y="7"/>
                      <a:pt x="15" y="7"/>
                    </a:cubicBezTo>
                    <a:cubicBezTo>
                      <a:pt x="333" y="7"/>
                      <a:pt x="333" y="7"/>
                      <a:pt x="333" y="7"/>
                    </a:cubicBezTo>
                    <a:cubicBezTo>
                      <a:pt x="343" y="0"/>
                      <a:pt x="343" y="0"/>
                      <a:pt x="343" y="0"/>
                    </a:cubicBezTo>
                    <a:cubicBezTo>
                      <a:pt x="341" y="0"/>
                      <a:pt x="340" y="0"/>
                      <a:pt x="338" y="0"/>
                    </a:cubicBezTo>
                  </a:path>
                </a:pathLst>
              </a:custGeom>
              <a:solidFill>
                <a:srgbClr val="7477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71" name="Oval 58"/>
              <p:cNvSpPr>
                <a:spLocks noChangeArrowheads="1"/>
              </p:cNvSpPr>
              <p:nvPr/>
            </p:nvSpPr>
            <p:spPr bwMode="auto">
              <a:xfrm>
                <a:off x="5953420" y="1881525"/>
                <a:ext cx="1106709" cy="1112530"/>
              </a:xfrm>
              <a:prstGeom prst="ellipse">
                <a:avLst/>
              </a:prstGeom>
              <a:solidFill>
                <a:srgbClr val="2980B9">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nvGrpSpPr>
              <p:cNvPr id="72" name="Group 71"/>
              <p:cNvGrpSpPr/>
              <p:nvPr/>
            </p:nvGrpSpPr>
            <p:grpSpPr>
              <a:xfrm>
                <a:off x="6113066" y="1956359"/>
                <a:ext cx="788250" cy="829823"/>
                <a:chOff x="6113066" y="1956359"/>
                <a:chExt cx="788250" cy="829823"/>
              </a:xfrm>
            </p:grpSpPr>
            <p:sp>
              <p:nvSpPr>
                <p:cNvPr id="123" name="Freeform 8"/>
                <p:cNvSpPr>
                  <a:spLocks/>
                </p:cNvSpPr>
                <p:nvPr/>
              </p:nvSpPr>
              <p:spPr bwMode="auto">
                <a:xfrm>
                  <a:off x="6512180" y="2457745"/>
                  <a:ext cx="24945" cy="29102"/>
                </a:xfrm>
                <a:custGeom>
                  <a:avLst/>
                  <a:gdLst>
                    <a:gd name="T0" fmla="*/ 0 w 30"/>
                    <a:gd name="T1" fmla="*/ 14 h 35"/>
                    <a:gd name="T2" fmla="*/ 11 w 30"/>
                    <a:gd name="T3" fmla="*/ 23 h 35"/>
                    <a:gd name="T4" fmla="*/ 11 w 30"/>
                    <a:gd name="T5" fmla="*/ 35 h 35"/>
                    <a:gd name="T6" fmla="*/ 30 w 30"/>
                    <a:gd name="T7" fmla="*/ 35 h 35"/>
                    <a:gd name="T8" fmla="*/ 30 w 30"/>
                    <a:gd name="T9" fmla="*/ 12 h 35"/>
                    <a:gd name="T10" fmla="*/ 9 w 30"/>
                    <a:gd name="T11" fmla="*/ 0 h 35"/>
                    <a:gd name="T12" fmla="*/ 0 w 30"/>
                    <a:gd name="T13" fmla="*/ 14 h 35"/>
                  </a:gdLst>
                  <a:ahLst/>
                  <a:cxnLst>
                    <a:cxn ang="0">
                      <a:pos x="T0" y="T1"/>
                    </a:cxn>
                    <a:cxn ang="0">
                      <a:pos x="T2" y="T3"/>
                    </a:cxn>
                    <a:cxn ang="0">
                      <a:pos x="T4" y="T5"/>
                    </a:cxn>
                    <a:cxn ang="0">
                      <a:pos x="T6" y="T7"/>
                    </a:cxn>
                    <a:cxn ang="0">
                      <a:pos x="T8" y="T9"/>
                    </a:cxn>
                    <a:cxn ang="0">
                      <a:pos x="T10" y="T11"/>
                    </a:cxn>
                    <a:cxn ang="0">
                      <a:pos x="T12" y="T13"/>
                    </a:cxn>
                  </a:cxnLst>
                  <a:rect l="0" t="0" r="r" b="b"/>
                  <a:pathLst>
                    <a:path w="30" h="35">
                      <a:moveTo>
                        <a:pt x="0" y="14"/>
                      </a:moveTo>
                      <a:lnTo>
                        <a:pt x="11" y="23"/>
                      </a:lnTo>
                      <a:lnTo>
                        <a:pt x="11" y="35"/>
                      </a:lnTo>
                      <a:lnTo>
                        <a:pt x="30" y="35"/>
                      </a:lnTo>
                      <a:lnTo>
                        <a:pt x="30" y="12"/>
                      </a:lnTo>
                      <a:lnTo>
                        <a:pt x="9" y="0"/>
                      </a:lnTo>
                      <a:lnTo>
                        <a:pt x="0" y="14"/>
                      </a:lnTo>
                      <a:close/>
                    </a:path>
                  </a:pathLst>
                </a:custGeom>
                <a:solidFill>
                  <a:srgbClr val="FFFF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24" name="Freeform 59"/>
                <p:cNvSpPr>
                  <a:spLocks/>
                </p:cNvSpPr>
                <p:nvPr/>
              </p:nvSpPr>
              <p:spPr bwMode="auto">
                <a:xfrm>
                  <a:off x="6395772" y="2420328"/>
                  <a:ext cx="222007" cy="170455"/>
                </a:xfrm>
                <a:custGeom>
                  <a:avLst/>
                  <a:gdLst>
                    <a:gd name="T0" fmla="*/ 96 w 113"/>
                    <a:gd name="T1" fmla="*/ 0 h 87"/>
                    <a:gd name="T2" fmla="*/ 57 w 113"/>
                    <a:gd name="T3" fmla="*/ 24 h 87"/>
                    <a:gd name="T4" fmla="*/ 17 w 113"/>
                    <a:gd name="T5" fmla="*/ 0 h 87"/>
                    <a:gd name="T6" fmla="*/ 0 w 113"/>
                    <a:gd name="T7" fmla="*/ 64 h 87"/>
                    <a:gd name="T8" fmla="*/ 57 w 113"/>
                    <a:gd name="T9" fmla="*/ 87 h 87"/>
                    <a:gd name="T10" fmla="*/ 113 w 113"/>
                    <a:gd name="T11" fmla="*/ 64 h 87"/>
                    <a:gd name="T12" fmla="*/ 96 w 113"/>
                    <a:gd name="T13" fmla="*/ 0 h 87"/>
                  </a:gdLst>
                  <a:ahLst/>
                  <a:cxnLst>
                    <a:cxn ang="0">
                      <a:pos x="T0" y="T1"/>
                    </a:cxn>
                    <a:cxn ang="0">
                      <a:pos x="T2" y="T3"/>
                    </a:cxn>
                    <a:cxn ang="0">
                      <a:pos x="T4" y="T5"/>
                    </a:cxn>
                    <a:cxn ang="0">
                      <a:pos x="T6" y="T7"/>
                    </a:cxn>
                    <a:cxn ang="0">
                      <a:pos x="T8" y="T9"/>
                    </a:cxn>
                    <a:cxn ang="0">
                      <a:pos x="T10" y="T11"/>
                    </a:cxn>
                    <a:cxn ang="0">
                      <a:pos x="T12" y="T13"/>
                    </a:cxn>
                  </a:cxnLst>
                  <a:rect l="0" t="0" r="r" b="b"/>
                  <a:pathLst>
                    <a:path w="113" h="87">
                      <a:moveTo>
                        <a:pt x="96" y="0"/>
                      </a:moveTo>
                      <a:cubicBezTo>
                        <a:pt x="57" y="24"/>
                        <a:pt x="57" y="24"/>
                        <a:pt x="57" y="24"/>
                      </a:cubicBezTo>
                      <a:cubicBezTo>
                        <a:pt x="17" y="0"/>
                        <a:pt x="17" y="0"/>
                        <a:pt x="17" y="0"/>
                      </a:cubicBezTo>
                      <a:cubicBezTo>
                        <a:pt x="19" y="21"/>
                        <a:pt x="0" y="64"/>
                        <a:pt x="0" y="64"/>
                      </a:cubicBezTo>
                      <a:cubicBezTo>
                        <a:pt x="57" y="87"/>
                        <a:pt x="57" y="87"/>
                        <a:pt x="57" y="87"/>
                      </a:cubicBezTo>
                      <a:cubicBezTo>
                        <a:pt x="113" y="64"/>
                        <a:pt x="113" y="64"/>
                        <a:pt x="113" y="64"/>
                      </a:cubicBezTo>
                      <a:cubicBezTo>
                        <a:pt x="113" y="64"/>
                        <a:pt x="94" y="21"/>
                        <a:pt x="96" y="0"/>
                      </a:cubicBezTo>
                      <a:close/>
                    </a:path>
                  </a:pathLst>
                </a:custGeom>
                <a:solidFill>
                  <a:srgbClr val="EFCB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25" name="Freeform 60"/>
                <p:cNvSpPr>
                  <a:spLocks/>
                </p:cNvSpPr>
                <p:nvPr/>
              </p:nvSpPr>
              <p:spPr bwMode="auto">
                <a:xfrm>
                  <a:off x="6113066" y="2538399"/>
                  <a:ext cx="788250" cy="247783"/>
                </a:xfrm>
                <a:custGeom>
                  <a:avLst/>
                  <a:gdLst>
                    <a:gd name="T0" fmla="*/ 401 w 401"/>
                    <a:gd name="T1" fmla="*/ 126 h 126"/>
                    <a:gd name="T2" fmla="*/ 380 w 401"/>
                    <a:gd name="T3" fmla="*/ 32 h 126"/>
                    <a:gd name="T4" fmla="*/ 321 w 401"/>
                    <a:gd name="T5" fmla="*/ 15 h 126"/>
                    <a:gd name="T6" fmla="*/ 321 w 401"/>
                    <a:gd name="T7" fmla="*/ 15 h 126"/>
                    <a:gd name="T8" fmla="*/ 321 w 401"/>
                    <a:gd name="T9" fmla="*/ 15 h 126"/>
                    <a:gd name="T10" fmla="*/ 285 w 401"/>
                    <a:gd name="T11" fmla="*/ 12 h 126"/>
                    <a:gd name="T12" fmla="*/ 274 w 401"/>
                    <a:gd name="T13" fmla="*/ 7 h 126"/>
                    <a:gd name="T14" fmla="*/ 260 w 401"/>
                    <a:gd name="T15" fmla="*/ 0 h 126"/>
                    <a:gd name="T16" fmla="*/ 201 w 401"/>
                    <a:gd name="T17" fmla="*/ 19 h 126"/>
                    <a:gd name="T18" fmla="*/ 201 w 401"/>
                    <a:gd name="T19" fmla="*/ 19 h 126"/>
                    <a:gd name="T20" fmla="*/ 141 w 401"/>
                    <a:gd name="T21" fmla="*/ 0 h 126"/>
                    <a:gd name="T22" fmla="*/ 127 w 401"/>
                    <a:gd name="T23" fmla="*/ 7 h 126"/>
                    <a:gd name="T24" fmla="*/ 116 w 401"/>
                    <a:gd name="T25" fmla="*/ 12 h 126"/>
                    <a:gd name="T26" fmla="*/ 80 w 401"/>
                    <a:gd name="T27" fmla="*/ 15 h 126"/>
                    <a:gd name="T28" fmla="*/ 80 w 401"/>
                    <a:gd name="T29" fmla="*/ 15 h 126"/>
                    <a:gd name="T30" fmla="*/ 80 w 401"/>
                    <a:gd name="T31" fmla="*/ 15 h 126"/>
                    <a:gd name="T32" fmla="*/ 21 w 401"/>
                    <a:gd name="T33" fmla="*/ 32 h 126"/>
                    <a:gd name="T34" fmla="*/ 0 w 401"/>
                    <a:gd name="T35" fmla="*/ 126 h 126"/>
                    <a:gd name="T36" fmla="*/ 401 w 401"/>
                    <a:gd name="T37"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1" h="126">
                      <a:moveTo>
                        <a:pt x="401" y="126"/>
                      </a:moveTo>
                      <a:cubicBezTo>
                        <a:pt x="400" y="97"/>
                        <a:pt x="396" y="44"/>
                        <a:pt x="380" y="32"/>
                      </a:cubicBezTo>
                      <a:cubicBezTo>
                        <a:pt x="368" y="22"/>
                        <a:pt x="342" y="18"/>
                        <a:pt x="321" y="15"/>
                      </a:cubicBezTo>
                      <a:cubicBezTo>
                        <a:pt x="321" y="15"/>
                        <a:pt x="321" y="15"/>
                        <a:pt x="321" y="15"/>
                      </a:cubicBezTo>
                      <a:cubicBezTo>
                        <a:pt x="321" y="15"/>
                        <a:pt x="321" y="15"/>
                        <a:pt x="321" y="15"/>
                      </a:cubicBezTo>
                      <a:cubicBezTo>
                        <a:pt x="301" y="13"/>
                        <a:pt x="285" y="12"/>
                        <a:pt x="285" y="12"/>
                      </a:cubicBezTo>
                      <a:cubicBezTo>
                        <a:pt x="274" y="7"/>
                        <a:pt x="274" y="7"/>
                        <a:pt x="274" y="7"/>
                      </a:cubicBezTo>
                      <a:cubicBezTo>
                        <a:pt x="260" y="0"/>
                        <a:pt x="260" y="0"/>
                        <a:pt x="260" y="0"/>
                      </a:cubicBezTo>
                      <a:cubicBezTo>
                        <a:pt x="201" y="19"/>
                        <a:pt x="201" y="19"/>
                        <a:pt x="201" y="19"/>
                      </a:cubicBezTo>
                      <a:cubicBezTo>
                        <a:pt x="201" y="19"/>
                        <a:pt x="201" y="19"/>
                        <a:pt x="201" y="19"/>
                      </a:cubicBezTo>
                      <a:cubicBezTo>
                        <a:pt x="141" y="0"/>
                        <a:pt x="141" y="0"/>
                        <a:pt x="141" y="0"/>
                      </a:cubicBezTo>
                      <a:cubicBezTo>
                        <a:pt x="127" y="7"/>
                        <a:pt x="127" y="7"/>
                        <a:pt x="127" y="7"/>
                      </a:cubicBezTo>
                      <a:cubicBezTo>
                        <a:pt x="116" y="12"/>
                        <a:pt x="116" y="12"/>
                        <a:pt x="116" y="12"/>
                      </a:cubicBezTo>
                      <a:cubicBezTo>
                        <a:pt x="116" y="12"/>
                        <a:pt x="100" y="13"/>
                        <a:pt x="80" y="15"/>
                      </a:cubicBezTo>
                      <a:cubicBezTo>
                        <a:pt x="80" y="15"/>
                        <a:pt x="80" y="15"/>
                        <a:pt x="80" y="15"/>
                      </a:cubicBezTo>
                      <a:cubicBezTo>
                        <a:pt x="80" y="15"/>
                        <a:pt x="80" y="15"/>
                        <a:pt x="80" y="15"/>
                      </a:cubicBezTo>
                      <a:cubicBezTo>
                        <a:pt x="59" y="18"/>
                        <a:pt x="33" y="22"/>
                        <a:pt x="21" y="32"/>
                      </a:cubicBezTo>
                      <a:cubicBezTo>
                        <a:pt x="6" y="44"/>
                        <a:pt x="1" y="97"/>
                        <a:pt x="0" y="126"/>
                      </a:cubicBezTo>
                      <a:lnTo>
                        <a:pt x="401" y="126"/>
                      </a:lnTo>
                      <a:close/>
                    </a:path>
                  </a:pathLst>
                </a:custGeom>
                <a:solidFill>
                  <a:srgbClr val="2D2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26" name="Freeform 61"/>
                <p:cNvSpPr>
                  <a:spLocks/>
                </p:cNvSpPr>
                <p:nvPr/>
              </p:nvSpPr>
              <p:spPr bwMode="auto">
                <a:xfrm>
                  <a:off x="6320938" y="2168388"/>
                  <a:ext cx="371675" cy="310976"/>
                </a:xfrm>
                <a:custGeom>
                  <a:avLst/>
                  <a:gdLst>
                    <a:gd name="T0" fmla="*/ 95 w 189"/>
                    <a:gd name="T1" fmla="*/ 0 h 158"/>
                    <a:gd name="T2" fmla="*/ 29 w 189"/>
                    <a:gd name="T3" fmla="*/ 0 h 158"/>
                    <a:gd name="T4" fmla="*/ 3 w 189"/>
                    <a:gd name="T5" fmla="*/ 30 h 158"/>
                    <a:gd name="T6" fmla="*/ 17 w 189"/>
                    <a:gd name="T7" fmla="*/ 91 h 158"/>
                    <a:gd name="T8" fmla="*/ 84 w 189"/>
                    <a:gd name="T9" fmla="*/ 154 h 158"/>
                    <a:gd name="T10" fmla="*/ 106 w 189"/>
                    <a:gd name="T11" fmla="*/ 154 h 158"/>
                    <a:gd name="T12" fmla="*/ 172 w 189"/>
                    <a:gd name="T13" fmla="*/ 91 h 158"/>
                    <a:gd name="T14" fmla="*/ 186 w 189"/>
                    <a:gd name="T15" fmla="*/ 30 h 158"/>
                    <a:gd name="T16" fmla="*/ 161 w 189"/>
                    <a:gd name="T17" fmla="*/ 0 h 158"/>
                    <a:gd name="T18" fmla="*/ 95 w 189"/>
                    <a:gd name="T1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158">
                      <a:moveTo>
                        <a:pt x="95" y="0"/>
                      </a:moveTo>
                      <a:cubicBezTo>
                        <a:pt x="29" y="0"/>
                        <a:pt x="29" y="0"/>
                        <a:pt x="29" y="0"/>
                      </a:cubicBezTo>
                      <a:cubicBezTo>
                        <a:pt x="12" y="0"/>
                        <a:pt x="0" y="14"/>
                        <a:pt x="3" y="30"/>
                      </a:cubicBezTo>
                      <a:cubicBezTo>
                        <a:pt x="7" y="51"/>
                        <a:pt x="12" y="77"/>
                        <a:pt x="17" y="91"/>
                      </a:cubicBezTo>
                      <a:cubicBezTo>
                        <a:pt x="24" y="108"/>
                        <a:pt x="59" y="143"/>
                        <a:pt x="84" y="154"/>
                      </a:cubicBezTo>
                      <a:cubicBezTo>
                        <a:pt x="90" y="158"/>
                        <a:pt x="99" y="158"/>
                        <a:pt x="106" y="154"/>
                      </a:cubicBezTo>
                      <a:cubicBezTo>
                        <a:pt x="130" y="143"/>
                        <a:pt x="165" y="108"/>
                        <a:pt x="172" y="91"/>
                      </a:cubicBezTo>
                      <a:cubicBezTo>
                        <a:pt x="177" y="77"/>
                        <a:pt x="182" y="51"/>
                        <a:pt x="186" y="30"/>
                      </a:cubicBezTo>
                      <a:cubicBezTo>
                        <a:pt x="189" y="14"/>
                        <a:pt x="177" y="0"/>
                        <a:pt x="161" y="0"/>
                      </a:cubicBezTo>
                      <a:lnTo>
                        <a:pt x="95" y="0"/>
                      </a:lnTo>
                      <a:close/>
                    </a:path>
                  </a:pathLst>
                </a:custGeom>
                <a:solidFill>
                  <a:srgbClr val="F4D3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27" name="Freeform 62"/>
                <p:cNvSpPr>
                  <a:spLocks/>
                </p:cNvSpPr>
                <p:nvPr/>
              </p:nvSpPr>
              <p:spPr bwMode="auto">
                <a:xfrm>
                  <a:off x="6508022" y="2168388"/>
                  <a:ext cx="178770" cy="155488"/>
                </a:xfrm>
                <a:custGeom>
                  <a:avLst/>
                  <a:gdLst>
                    <a:gd name="T0" fmla="*/ 0 w 91"/>
                    <a:gd name="T1" fmla="*/ 0 h 79"/>
                    <a:gd name="T2" fmla="*/ 78 w 91"/>
                    <a:gd name="T3" fmla="*/ 18 h 79"/>
                    <a:gd name="T4" fmla="*/ 78 w 91"/>
                    <a:gd name="T5" fmla="*/ 78 h 79"/>
                    <a:gd name="T6" fmla="*/ 87 w 91"/>
                    <a:gd name="T7" fmla="*/ 66 h 79"/>
                    <a:gd name="T8" fmla="*/ 91 w 91"/>
                    <a:gd name="T9" fmla="*/ 23 h 79"/>
                    <a:gd name="T10" fmla="*/ 91 w 91"/>
                    <a:gd name="T11" fmla="*/ 0 h 79"/>
                    <a:gd name="T12" fmla="*/ 0 w 91"/>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91" h="79">
                      <a:moveTo>
                        <a:pt x="0" y="0"/>
                      </a:moveTo>
                      <a:cubicBezTo>
                        <a:pt x="27" y="0"/>
                        <a:pt x="66" y="13"/>
                        <a:pt x="78" y="18"/>
                      </a:cubicBezTo>
                      <a:cubicBezTo>
                        <a:pt x="89" y="24"/>
                        <a:pt x="76" y="79"/>
                        <a:pt x="78" y="78"/>
                      </a:cubicBezTo>
                      <a:cubicBezTo>
                        <a:pt x="80" y="78"/>
                        <a:pt x="83" y="69"/>
                        <a:pt x="87" y="66"/>
                      </a:cubicBezTo>
                      <a:cubicBezTo>
                        <a:pt x="90" y="63"/>
                        <a:pt x="91" y="23"/>
                        <a:pt x="91" y="23"/>
                      </a:cubicBezTo>
                      <a:cubicBezTo>
                        <a:pt x="91" y="0"/>
                        <a:pt x="91" y="0"/>
                        <a:pt x="91" y="0"/>
                      </a:cubicBezTo>
                      <a:lnTo>
                        <a:pt x="0" y="0"/>
                      </a:lnTo>
                      <a:close/>
                    </a:path>
                  </a:pathLst>
                </a:custGeom>
                <a:solidFill>
                  <a:srgbClr val="5526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28" name="Freeform 63"/>
                <p:cNvSpPr>
                  <a:spLocks/>
                </p:cNvSpPr>
                <p:nvPr/>
              </p:nvSpPr>
              <p:spPr bwMode="auto">
                <a:xfrm>
                  <a:off x="6429031" y="2420328"/>
                  <a:ext cx="155488" cy="66519"/>
                </a:xfrm>
                <a:custGeom>
                  <a:avLst/>
                  <a:gdLst>
                    <a:gd name="T0" fmla="*/ 79 w 79"/>
                    <a:gd name="T1" fmla="*/ 11 h 34"/>
                    <a:gd name="T2" fmla="*/ 79 w 79"/>
                    <a:gd name="T3" fmla="*/ 0 h 34"/>
                    <a:gd name="T4" fmla="*/ 40 w 79"/>
                    <a:gd name="T5" fmla="*/ 24 h 34"/>
                    <a:gd name="T6" fmla="*/ 0 w 79"/>
                    <a:gd name="T7" fmla="*/ 0 h 34"/>
                    <a:gd name="T8" fmla="*/ 0 w 79"/>
                    <a:gd name="T9" fmla="*/ 11 h 34"/>
                    <a:gd name="T10" fmla="*/ 29 w 79"/>
                    <a:gd name="T11" fmla="*/ 30 h 34"/>
                    <a:gd name="T12" fmla="*/ 51 w 79"/>
                    <a:gd name="T13" fmla="*/ 30 h 34"/>
                    <a:gd name="T14" fmla="*/ 79 w 79"/>
                    <a:gd name="T15" fmla="*/ 11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4">
                      <a:moveTo>
                        <a:pt x="79" y="11"/>
                      </a:moveTo>
                      <a:cubicBezTo>
                        <a:pt x="79" y="7"/>
                        <a:pt x="79" y="3"/>
                        <a:pt x="79" y="0"/>
                      </a:cubicBezTo>
                      <a:cubicBezTo>
                        <a:pt x="40" y="24"/>
                        <a:pt x="40" y="24"/>
                        <a:pt x="40" y="24"/>
                      </a:cubicBezTo>
                      <a:cubicBezTo>
                        <a:pt x="0" y="0"/>
                        <a:pt x="0" y="0"/>
                        <a:pt x="0" y="0"/>
                      </a:cubicBezTo>
                      <a:cubicBezTo>
                        <a:pt x="0" y="3"/>
                        <a:pt x="0" y="7"/>
                        <a:pt x="0" y="11"/>
                      </a:cubicBezTo>
                      <a:cubicBezTo>
                        <a:pt x="10" y="19"/>
                        <a:pt x="20" y="26"/>
                        <a:pt x="29" y="30"/>
                      </a:cubicBezTo>
                      <a:cubicBezTo>
                        <a:pt x="35" y="34"/>
                        <a:pt x="44" y="34"/>
                        <a:pt x="51" y="30"/>
                      </a:cubicBezTo>
                      <a:cubicBezTo>
                        <a:pt x="59" y="26"/>
                        <a:pt x="69" y="19"/>
                        <a:pt x="79" y="11"/>
                      </a:cubicBezTo>
                      <a:close/>
                    </a:path>
                  </a:pathLst>
                </a:custGeom>
                <a:solidFill>
                  <a:srgbClr val="DDB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29" name="Freeform 64"/>
                <p:cNvSpPr>
                  <a:spLocks/>
                </p:cNvSpPr>
                <p:nvPr/>
              </p:nvSpPr>
              <p:spPr bwMode="auto">
                <a:xfrm>
                  <a:off x="6320938" y="2168388"/>
                  <a:ext cx="371675" cy="310976"/>
                </a:xfrm>
                <a:custGeom>
                  <a:avLst/>
                  <a:gdLst>
                    <a:gd name="T0" fmla="*/ 95 w 189"/>
                    <a:gd name="T1" fmla="*/ 0 h 158"/>
                    <a:gd name="T2" fmla="*/ 29 w 189"/>
                    <a:gd name="T3" fmla="*/ 0 h 158"/>
                    <a:gd name="T4" fmla="*/ 3 w 189"/>
                    <a:gd name="T5" fmla="*/ 30 h 158"/>
                    <a:gd name="T6" fmla="*/ 17 w 189"/>
                    <a:gd name="T7" fmla="*/ 91 h 158"/>
                    <a:gd name="T8" fmla="*/ 84 w 189"/>
                    <a:gd name="T9" fmla="*/ 154 h 158"/>
                    <a:gd name="T10" fmla="*/ 106 w 189"/>
                    <a:gd name="T11" fmla="*/ 154 h 158"/>
                    <a:gd name="T12" fmla="*/ 172 w 189"/>
                    <a:gd name="T13" fmla="*/ 91 h 158"/>
                    <a:gd name="T14" fmla="*/ 186 w 189"/>
                    <a:gd name="T15" fmla="*/ 30 h 158"/>
                    <a:gd name="T16" fmla="*/ 161 w 189"/>
                    <a:gd name="T17" fmla="*/ 0 h 158"/>
                    <a:gd name="T18" fmla="*/ 95 w 189"/>
                    <a:gd name="T1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158">
                      <a:moveTo>
                        <a:pt x="95" y="0"/>
                      </a:moveTo>
                      <a:cubicBezTo>
                        <a:pt x="29" y="0"/>
                        <a:pt x="29" y="0"/>
                        <a:pt x="29" y="0"/>
                      </a:cubicBezTo>
                      <a:cubicBezTo>
                        <a:pt x="12" y="0"/>
                        <a:pt x="0" y="14"/>
                        <a:pt x="3" y="30"/>
                      </a:cubicBezTo>
                      <a:cubicBezTo>
                        <a:pt x="7" y="51"/>
                        <a:pt x="12" y="77"/>
                        <a:pt x="17" y="91"/>
                      </a:cubicBezTo>
                      <a:cubicBezTo>
                        <a:pt x="24" y="108"/>
                        <a:pt x="59" y="143"/>
                        <a:pt x="84" y="154"/>
                      </a:cubicBezTo>
                      <a:cubicBezTo>
                        <a:pt x="90" y="158"/>
                        <a:pt x="99" y="158"/>
                        <a:pt x="106" y="154"/>
                      </a:cubicBezTo>
                      <a:cubicBezTo>
                        <a:pt x="130" y="143"/>
                        <a:pt x="165" y="108"/>
                        <a:pt x="172" y="91"/>
                      </a:cubicBezTo>
                      <a:cubicBezTo>
                        <a:pt x="177" y="77"/>
                        <a:pt x="182" y="51"/>
                        <a:pt x="186" y="30"/>
                      </a:cubicBezTo>
                      <a:cubicBezTo>
                        <a:pt x="189" y="14"/>
                        <a:pt x="177" y="0"/>
                        <a:pt x="161" y="0"/>
                      </a:cubicBezTo>
                      <a:lnTo>
                        <a:pt x="95" y="0"/>
                      </a:lnTo>
                      <a:close/>
                    </a:path>
                  </a:pathLst>
                </a:custGeom>
                <a:solidFill>
                  <a:srgbClr val="F4D3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30" name="Freeform 65"/>
                <p:cNvSpPr>
                  <a:spLocks/>
                </p:cNvSpPr>
                <p:nvPr/>
              </p:nvSpPr>
              <p:spPr bwMode="auto">
                <a:xfrm>
                  <a:off x="6508022" y="2168388"/>
                  <a:ext cx="178770" cy="155488"/>
                </a:xfrm>
                <a:custGeom>
                  <a:avLst/>
                  <a:gdLst>
                    <a:gd name="T0" fmla="*/ 0 w 91"/>
                    <a:gd name="T1" fmla="*/ 0 h 79"/>
                    <a:gd name="T2" fmla="*/ 78 w 91"/>
                    <a:gd name="T3" fmla="*/ 18 h 79"/>
                    <a:gd name="T4" fmla="*/ 78 w 91"/>
                    <a:gd name="T5" fmla="*/ 78 h 79"/>
                    <a:gd name="T6" fmla="*/ 87 w 91"/>
                    <a:gd name="T7" fmla="*/ 66 h 79"/>
                    <a:gd name="T8" fmla="*/ 91 w 91"/>
                    <a:gd name="T9" fmla="*/ 23 h 79"/>
                    <a:gd name="T10" fmla="*/ 91 w 91"/>
                    <a:gd name="T11" fmla="*/ 0 h 79"/>
                    <a:gd name="T12" fmla="*/ 0 w 91"/>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91" h="79">
                      <a:moveTo>
                        <a:pt x="0" y="0"/>
                      </a:moveTo>
                      <a:cubicBezTo>
                        <a:pt x="27" y="0"/>
                        <a:pt x="66" y="13"/>
                        <a:pt x="78" y="18"/>
                      </a:cubicBezTo>
                      <a:cubicBezTo>
                        <a:pt x="89" y="24"/>
                        <a:pt x="76" y="79"/>
                        <a:pt x="78" y="78"/>
                      </a:cubicBezTo>
                      <a:cubicBezTo>
                        <a:pt x="80" y="78"/>
                        <a:pt x="83" y="69"/>
                        <a:pt x="87" y="66"/>
                      </a:cubicBezTo>
                      <a:cubicBezTo>
                        <a:pt x="90" y="63"/>
                        <a:pt x="91" y="23"/>
                        <a:pt x="91" y="23"/>
                      </a:cubicBezTo>
                      <a:cubicBezTo>
                        <a:pt x="91" y="0"/>
                        <a:pt x="91" y="0"/>
                        <a:pt x="91" y="0"/>
                      </a:cubicBezTo>
                      <a:lnTo>
                        <a:pt x="0" y="0"/>
                      </a:lnTo>
                      <a:close/>
                    </a:path>
                  </a:pathLst>
                </a:custGeom>
                <a:solidFill>
                  <a:srgbClr val="5526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31" name="Freeform 66"/>
                <p:cNvSpPr>
                  <a:spLocks/>
                </p:cNvSpPr>
                <p:nvPr/>
              </p:nvSpPr>
              <p:spPr bwMode="auto">
                <a:xfrm>
                  <a:off x="6512180" y="2166725"/>
                  <a:ext cx="5820"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3" y="0"/>
                        <a:pt x="3" y="0"/>
                        <a:pt x="3" y="0"/>
                      </a:cubicBezTo>
                      <a:cubicBezTo>
                        <a:pt x="2" y="0"/>
                        <a:pt x="1" y="0"/>
                        <a:pt x="0" y="0"/>
                      </a:cubicBezTo>
                      <a:close/>
                    </a:path>
                  </a:pathLst>
                </a:custGeom>
                <a:solidFill>
                  <a:srgbClr val="5526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32" name="Freeform 67"/>
                <p:cNvSpPr>
                  <a:spLocks/>
                </p:cNvSpPr>
                <p:nvPr/>
              </p:nvSpPr>
              <p:spPr bwMode="auto">
                <a:xfrm>
                  <a:off x="6518000" y="2166725"/>
                  <a:ext cx="135532" cy="47395"/>
                </a:xfrm>
                <a:custGeom>
                  <a:avLst/>
                  <a:gdLst>
                    <a:gd name="T0" fmla="*/ 69 w 69"/>
                    <a:gd name="T1" fmla="*/ 24 h 24"/>
                    <a:gd name="T2" fmla="*/ 64 w 69"/>
                    <a:gd name="T3" fmla="*/ 14 h 24"/>
                    <a:gd name="T4" fmla="*/ 21 w 69"/>
                    <a:gd name="T5" fmla="*/ 0 h 24"/>
                    <a:gd name="T6" fmla="*/ 0 w 69"/>
                    <a:gd name="T7" fmla="*/ 0 h 24"/>
                    <a:gd name="T8" fmla="*/ 35 w 69"/>
                    <a:gd name="T9" fmla="*/ 7 h 24"/>
                    <a:gd name="T10" fmla="*/ 69 w 69"/>
                    <a:gd name="T11" fmla="*/ 24 h 24"/>
                  </a:gdLst>
                  <a:ahLst/>
                  <a:cxnLst>
                    <a:cxn ang="0">
                      <a:pos x="T0" y="T1"/>
                    </a:cxn>
                    <a:cxn ang="0">
                      <a:pos x="T2" y="T3"/>
                    </a:cxn>
                    <a:cxn ang="0">
                      <a:pos x="T4" y="T5"/>
                    </a:cxn>
                    <a:cxn ang="0">
                      <a:pos x="T6" y="T7"/>
                    </a:cxn>
                    <a:cxn ang="0">
                      <a:pos x="T8" y="T9"/>
                    </a:cxn>
                    <a:cxn ang="0">
                      <a:pos x="T10" y="T11"/>
                    </a:cxn>
                  </a:cxnLst>
                  <a:rect l="0" t="0" r="r" b="b"/>
                  <a:pathLst>
                    <a:path w="69" h="24">
                      <a:moveTo>
                        <a:pt x="69" y="24"/>
                      </a:moveTo>
                      <a:cubicBezTo>
                        <a:pt x="64" y="14"/>
                        <a:pt x="64" y="14"/>
                        <a:pt x="64" y="14"/>
                      </a:cubicBezTo>
                      <a:cubicBezTo>
                        <a:pt x="21" y="0"/>
                        <a:pt x="21" y="0"/>
                        <a:pt x="21" y="0"/>
                      </a:cubicBezTo>
                      <a:cubicBezTo>
                        <a:pt x="0" y="0"/>
                        <a:pt x="0" y="0"/>
                        <a:pt x="0" y="0"/>
                      </a:cubicBezTo>
                      <a:cubicBezTo>
                        <a:pt x="11" y="0"/>
                        <a:pt x="23" y="2"/>
                        <a:pt x="35" y="7"/>
                      </a:cubicBezTo>
                      <a:cubicBezTo>
                        <a:pt x="62" y="18"/>
                        <a:pt x="69" y="24"/>
                        <a:pt x="69" y="24"/>
                      </a:cubicBezTo>
                      <a:close/>
                    </a:path>
                  </a:pathLst>
                </a:custGeom>
                <a:solidFill>
                  <a:srgbClr val="5526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33" name="Freeform 68"/>
                <p:cNvSpPr>
                  <a:spLocks/>
                </p:cNvSpPr>
                <p:nvPr/>
              </p:nvSpPr>
              <p:spPr bwMode="auto">
                <a:xfrm>
                  <a:off x="6323432" y="1956359"/>
                  <a:ext cx="375001" cy="367517"/>
                </a:xfrm>
                <a:custGeom>
                  <a:avLst/>
                  <a:gdLst>
                    <a:gd name="T0" fmla="*/ 146 w 191"/>
                    <a:gd name="T1" fmla="*/ 30 h 187"/>
                    <a:gd name="T2" fmla="*/ 124 w 191"/>
                    <a:gd name="T3" fmla="*/ 5 h 187"/>
                    <a:gd name="T4" fmla="*/ 124 w 191"/>
                    <a:gd name="T5" fmla="*/ 19 h 187"/>
                    <a:gd name="T6" fmla="*/ 94 w 191"/>
                    <a:gd name="T7" fmla="*/ 14 h 187"/>
                    <a:gd name="T8" fmla="*/ 94 w 191"/>
                    <a:gd name="T9" fmla="*/ 0 h 187"/>
                    <a:gd name="T10" fmla="*/ 71 w 191"/>
                    <a:gd name="T11" fmla="*/ 11 h 187"/>
                    <a:gd name="T12" fmla="*/ 71 w 191"/>
                    <a:gd name="T13" fmla="*/ 0 h 187"/>
                    <a:gd name="T14" fmla="*/ 49 w 191"/>
                    <a:gd name="T15" fmla="*/ 31 h 187"/>
                    <a:gd name="T16" fmla="*/ 2 w 191"/>
                    <a:gd name="T17" fmla="*/ 108 h 187"/>
                    <a:gd name="T18" fmla="*/ 2 w 191"/>
                    <a:gd name="T19" fmla="*/ 131 h 187"/>
                    <a:gd name="T20" fmla="*/ 6 w 191"/>
                    <a:gd name="T21" fmla="*/ 174 h 187"/>
                    <a:gd name="T22" fmla="*/ 15 w 191"/>
                    <a:gd name="T23" fmla="*/ 186 h 187"/>
                    <a:gd name="T24" fmla="*/ 15 w 191"/>
                    <a:gd name="T25" fmla="*/ 126 h 187"/>
                    <a:gd name="T26" fmla="*/ 79 w 191"/>
                    <a:gd name="T27" fmla="*/ 121 h 187"/>
                    <a:gd name="T28" fmla="*/ 60 w 191"/>
                    <a:gd name="T29" fmla="*/ 113 h 187"/>
                    <a:gd name="T30" fmla="*/ 160 w 191"/>
                    <a:gd name="T31" fmla="*/ 114 h 187"/>
                    <a:gd name="T32" fmla="*/ 185 w 191"/>
                    <a:gd name="T33" fmla="*/ 108 h 187"/>
                    <a:gd name="T34" fmla="*/ 146 w 191"/>
                    <a:gd name="T35" fmla="*/ 3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1" h="187">
                      <a:moveTo>
                        <a:pt x="146" y="30"/>
                      </a:moveTo>
                      <a:cubicBezTo>
                        <a:pt x="138" y="22"/>
                        <a:pt x="124" y="5"/>
                        <a:pt x="124" y="5"/>
                      </a:cubicBezTo>
                      <a:cubicBezTo>
                        <a:pt x="124" y="5"/>
                        <a:pt x="131" y="16"/>
                        <a:pt x="124" y="19"/>
                      </a:cubicBezTo>
                      <a:cubicBezTo>
                        <a:pt x="116" y="22"/>
                        <a:pt x="94" y="14"/>
                        <a:pt x="94" y="14"/>
                      </a:cubicBezTo>
                      <a:cubicBezTo>
                        <a:pt x="94" y="0"/>
                        <a:pt x="94" y="0"/>
                        <a:pt x="94" y="0"/>
                      </a:cubicBezTo>
                      <a:cubicBezTo>
                        <a:pt x="83" y="0"/>
                        <a:pt x="74" y="11"/>
                        <a:pt x="71" y="11"/>
                      </a:cubicBezTo>
                      <a:cubicBezTo>
                        <a:pt x="69" y="11"/>
                        <a:pt x="71" y="0"/>
                        <a:pt x="71" y="0"/>
                      </a:cubicBezTo>
                      <a:cubicBezTo>
                        <a:pt x="69" y="15"/>
                        <a:pt x="49" y="31"/>
                        <a:pt x="49" y="31"/>
                      </a:cubicBezTo>
                      <a:cubicBezTo>
                        <a:pt x="0" y="47"/>
                        <a:pt x="2" y="108"/>
                        <a:pt x="2" y="108"/>
                      </a:cubicBezTo>
                      <a:cubicBezTo>
                        <a:pt x="2" y="131"/>
                        <a:pt x="2" y="131"/>
                        <a:pt x="2" y="131"/>
                      </a:cubicBezTo>
                      <a:cubicBezTo>
                        <a:pt x="2" y="131"/>
                        <a:pt x="3" y="171"/>
                        <a:pt x="6" y="174"/>
                      </a:cubicBezTo>
                      <a:cubicBezTo>
                        <a:pt x="10" y="177"/>
                        <a:pt x="13" y="186"/>
                        <a:pt x="15" y="186"/>
                      </a:cubicBezTo>
                      <a:cubicBezTo>
                        <a:pt x="17" y="187"/>
                        <a:pt x="4" y="132"/>
                        <a:pt x="15" y="126"/>
                      </a:cubicBezTo>
                      <a:cubicBezTo>
                        <a:pt x="15" y="126"/>
                        <a:pt x="66" y="124"/>
                        <a:pt x="79" y="121"/>
                      </a:cubicBezTo>
                      <a:cubicBezTo>
                        <a:pt x="79" y="121"/>
                        <a:pt x="63" y="116"/>
                        <a:pt x="60" y="113"/>
                      </a:cubicBezTo>
                      <a:cubicBezTo>
                        <a:pt x="93" y="108"/>
                        <a:pt x="160" y="114"/>
                        <a:pt x="160" y="114"/>
                      </a:cubicBezTo>
                      <a:cubicBezTo>
                        <a:pt x="185" y="108"/>
                        <a:pt x="185" y="108"/>
                        <a:pt x="185" y="108"/>
                      </a:cubicBezTo>
                      <a:cubicBezTo>
                        <a:pt x="191" y="51"/>
                        <a:pt x="154" y="39"/>
                        <a:pt x="146" y="30"/>
                      </a:cubicBezTo>
                      <a:close/>
                    </a:path>
                  </a:pathLst>
                </a:custGeom>
                <a:solidFill>
                  <a:srgbClr val="5526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34" name="Freeform 69"/>
                <p:cNvSpPr>
                  <a:spLocks/>
                </p:cNvSpPr>
                <p:nvPr/>
              </p:nvSpPr>
              <p:spPr bwMode="auto">
                <a:xfrm>
                  <a:off x="6316780" y="2215782"/>
                  <a:ext cx="28271" cy="102273"/>
                </a:xfrm>
                <a:custGeom>
                  <a:avLst/>
                  <a:gdLst>
                    <a:gd name="T0" fmla="*/ 7 w 14"/>
                    <a:gd name="T1" fmla="*/ 17 h 52"/>
                    <a:gd name="T2" fmla="*/ 0 w 14"/>
                    <a:gd name="T3" fmla="*/ 19 h 52"/>
                    <a:gd name="T4" fmla="*/ 14 w 14"/>
                    <a:gd name="T5" fmla="*/ 52 h 52"/>
                    <a:gd name="T6" fmla="*/ 7 w 14"/>
                    <a:gd name="T7" fmla="*/ 17 h 52"/>
                  </a:gdLst>
                  <a:ahLst/>
                  <a:cxnLst>
                    <a:cxn ang="0">
                      <a:pos x="T0" y="T1"/>
                    </a:cxn>
                    <a:cxn ang="0">
                      <a:pos x="T2" y="T3"/>
                    </a:cxn>
                    <a:cxn ang="0">
                      <a:pos x="T4" y="T5"/>
                    </a:cxn>
                    <a:cxn ang="0">
                      <a:pos x="T6" y="T7"/>
                    </a:cxn>
                  </a:cxnLst>
                  <a:rect l="0" t="0" r="r" b="b"/>
                  <a:pathLst>
                    <a:path w="14" h="52">
                      <a:moveTo>
                        <a:pt x="7" y="17"/>
                      </a:moveTo>
                      <a:cubicBezTo>
                        <a:pt x="7" y="17"/>
                        <a:pt x="0" y="0"/>
                        <a:pt x="0" y="19"/>
                      </a:cubicBezTo>
                      <a:cubicBezTo>
                        <a:pt x="0" y="37"/>
                        <a:pt x="14" y="52"/>
                        <a:pt x="14" y="52"/>
                      </a:cubicBezTo>
                      <a:lnTo>
                        <a:pt x="7" y="17"/>
                      </a:lnTo>
                      <a:close/>
                    </a:path>
                  </a:pathLst>
                </a:custGeom>
                <a:solidFill>
                  <a:srgbClr val="F4D3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35" name="Freeform 70"/>
                <p:cNvSpPr>
                  <a:spLocks/>
                </p:cNvSpPr>
                <p:nvPr/>
              </p:nvSpPr>
              <p:spPr bwMode="auto">
                <a:xfrm>
                  <a:off x="6669331" y="2215782"/>
                  <a:ext cx="27439" cy="102273"/>
                </a:xfrm>
                <a:custGeom>
                  <a:avLst/>
                  <a:gdLst>
                    <a:gd name="T0" fmla="*/ 7 w 14"/>
                    <a:gd name="T1" fmla="*/ 17 h 52"/>
                    <a:gd name="T2" fmla="*/ 14 w 14"/>
                    <a:gd name="T3" fmla="*/ 19 h 52"/>
                    <a:gd name="T4" fmla="*/ 0 w 14"/>
                    <a:gd name="T5" fmla="*/ 52 h 52"/>
                    <a:gd name="T6" fmla="*/ 7 w 14"/>
                    <a:gd name="T7" fmla="*/ 17 h 52"/>
                  </a:gdLst>
                  <a:ahLst/>
                  <a:cxnLst>
                    <a:cxn ang="0">
                      <a:pos x="T0" y="T1"/>
                    </a:cxn>
                    <a:cxn ang="0">
                      <a:pos x="T2" y="T3"/>
                    </a:cxn>
                    <a:cxn ang="0">
                      <a:pos x="T4" y="T5"/>
                    </a:cxn>
                    <a:cxn ang="0">
                      <a:pos x="T6" y="T7"/>
                    </a:cxn>
                  </a:cxnLst>
                  <a:rect l="0" t="0" r="r" b="b"/>
                  <a:pathLst>
                    <a:path w="14" h="52">
                      <a:moveTo>
                        <a:pt x="7" y="17"/>
                      </a:moveTo>
                      <a:cubicBezTo>
                        <a:pt x="7" y="17"/>
                        <a:pt x="14" y="0"/>
                        <a:pt x="14" y="19"/>
                      </a:cubicBezTo>
                      <a:cubicBezTo>
                        <a:pt x="14" y="37"/>
                        <a:pt x="0" y="52"/>
                        <a:pt x="0" y="52"/>
                      </a:cubicBezTo>
                      <a:lnTo>
                        <a:pt x="7" y="17"/>
                      </a:lnTo>
                      <a:close/>
                    </a:path>
                  </a:pathLst>
                </a:custGeom>
                <a:solidFill>
                  <a:srgbClr val="F4D3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grpSp>
            <p:nvGrpSpPr>
              <p:cNvPr id="73" name="Group 72"/>
              <p:cNvGrpSpPr/>
              <p:nvPr/>
            </p:nvGrpSpPr>
            <p:grpSpPr>
              <a:xfrm>
                <a:off x="5391335" y="5117672"/>
                <a:ext cx="740855" cy="540467"/>
                <a:chOff x="5391335" y="5117672"/>
                <a:chExt cx="740855" cy="540467"/>
              </a:xfrm>
            </p:grpSpPr>
            <p:sp>
              <p:nvSpPr>
                <p:cNvPr id="120" name="Freeform 71"/>
                <p:cNvSpPr>
                  <a:spLocks/>
                </p:cNvSpPr>
                <p:nvPr/>
              </p:nvSpPr>
              <p:spPr bwMode="auto">
                <a:xfrm>
                  <a:off x="5764673" y="5117672"/>
                  <a:ext cx="367517" cy="357539"/>
                </a:xfrm>
                <a:custGeom>
                  <a:avLst/>
                  <a:gdLst>
                    <a:gd name="T0" fmla="*/ 104 w 187"/>
                    <a:gd name="T1" fmla="*/ 4 h 182"/>
                    <a:gd name="T2" fmla="*/ 81 w 187"/>
                    <a:gd name="T3" fmla="*/ 17 h 182"/>
                    <a:gd name="T4" fmla="*/ 64 w 187"/>
                    <a:gd name="T5" fmla="*/ 59 h 182"/>
                    <a:gd name="T6" fmla="*/ 20 w 187"/>
                    <a:gd name="T7" fmla="*/ 72 h 182"/>
                    <a:gd name="T8" fmla="*/ 6 w 187"/>
                    <a:gd name="T9" fmla="*/ 94 h 182"/>
                    <a:gd name="T10" fmla="*/ 17 w 187"/>
                    <a:gd name="T11" fmla="*/ 148 h 182"/>
                    <a:gd name="T12" fmla="*/ 30 w 187"/>
                    <a:gd name="T13" fmla="*/ 158 h 182"/>
                    <a:gd name="T14" fmla="*/ 161 w 187"/>
                    <a:gd name="T15" fmla="*/ 165 h 182"/>
                    <a:gd name="T16" fmla="*/ 166 w 187"/>
                    <a:gd name="T17" fmla="*/ 34 h 182"/>
                    <a:gd name="T18" fmla="*/ 156 w 187"/>
                    <a:gd name="T19" fmla="*/ 20 h 182"/>
                    <a:gd name="T20" fmla="*/ 104 w 187"/>
                    <a:gd name="T21" fmla="*/ 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7" h="182">
                      <a:moveTo>
                        <a:pt x="104" y="4"/>
                      </a:moveTo>
                      <a:cubicBezTo>
                        <a:pt x="96" y="6"/>
                        <a:pt x="88" y="10"/>
                        <a:pt x="81" y="17"/>
                      </a:cubicBezTo>
                      <a:cubicBezTo>
                        <a:pt x="69" y="28"/>
                        <a:pt x="63" y="43"/>
                        <a:pt x="64" y="59"/>
                      </a:cubicBezTo>
                      <a:cubicBezTo>
                        <a:pt x="48" y="57"/>
                        <a:pt x="32" y="61"/>
                        <a:pt x="20" y="72"/>
                      </a:cubicBezTo>
                      <a:cubicBezTo>
                        <a:pt x="13" y="78"/>
                        <a:pt x="9" y="86"/>
                        <a:pt x="6" y="94"/>
                      </a:cubicBezTo>
                      <a:cubicBezTo>
                        <a:pt x="0" y="112"/>
                        <a:pt x="3" y="133"/>
                        <a:pt x="17" y="148"/>
                      </a:cubicBezTo>
                      <a:cubicBezTo>
                        <a:pt x="21" y="152"/>
                        <a:pt x="25" y="155"/>
                        <a:pt x="30" y="158"/>
                      </a:cubicBezTo>
                      <a:cubicBezTo>
                        <a:pt x="65" y="182"/>
                        <a:pt x="161" y="165"/>
                        <a:pt x="161" y="165"/>
                      </a:cubicBezTo>
                      <a:cubicBezTo>
                        <a:pt x="161" y="165"/>
                        <a:pt x="187" y="70"/>
                        <a:pt x="166" y="34"/>
                      </a:cubicBezTo>
                      <a:cubicBezTo>
                        <a:pt x="163" y="29"/>
                        <a:pt x="160" y="24"/>
                        <a:pt x="156" y="20"/>
                      </a:cubicBezTo>
                      <a:cubicBezTo>
                        <a:pt x="143" y="5"/>
                        <a:pt x="123" y="0"/>
                        <a:pt x="104" y="4"/>
                      </a:cubicBezTo>
                      <a:close/>
                    </a:path>
                  </a:pathLst>
                </a:custGeom>
                <a:solidFill>
                  <a:srgbClr val="FFFF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21" name="Freeform 72"/>
                <p:cNvSpPr>
                  <a:spLocks/>
                </p:cNvSpPr>
                <p:nvPr/>
              </p:nvSpPr>
              <p:spPr bwMode="auto">
                <a:xfrm>
                  <a:off x="5391335" y="5250710"/>
                  <a:ext cx="223670" cy="218681"/>
                </a:xfrm>
                <a:custGeom>
                  <a:avLst/>
                  <a:gdLst>
                    <a:gd name="T0" fmla="*/ 64 w 114"/>
                    <a:gd name="T1" fmla="*/ 3 h 111"/>
                    <a:gd name="T2" fmla="*/ 49 w 114"/>
                    <a:gd name="T3" fmla="*/ 10 h 111"/>
                    <a:gd name="T4" fmla="*/ 39 w 114"/>
                    <a:gd name="T5" fmla="*/ 36 h 111"/>
                    <a:gd name="T6" fmla="*/ 12 w 114"/>
                    <a:gd name="T7" fmla="*/ 44 h 111"/>
                    <a:gd name="T8" fmla="*/ 3 w 114"/>
                    <a:gd name="T9" fmla="*/ 58 h 111"/>
                    <a:gd name="T10" fmla="*/ 10 w 114"/>
                    <a:gd name="T11" fmla="*/ 90 h 111"/>
                    <a:gd name="T12" fmla="*/ 18 w 114"/>
                    <a:gd name="T13" fmla="*/ 97 h 111"/>
                    <a:gd name="T14" fmla="*/ 98 w 114"/>
                    <a:gd name="T15" fmla="*/ 101 h 111"/>
                    <a:gd name="T16" fmla="*/ 101 w 114"/>
                    <a:gd name="T17" fmla="*/ 21 h 111"/>
                    <a:gd name="T18" fmla="*/ 95 w 114"/>
                    <a:gd name="T19" fmla="*/ 12 h 111"/>
                    <a:gd name="T20" fmla="*/ 64 w 114"/>
                    <a:gd name="T21" fmla="*/ 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4" h="111">
                      <a:moveTo>
                        <a:pt x="64" y="3"/>
                      </a:moveTo>
                      <a:cubicBezTo>
                        <a:pt x="58" y="4"/>
                        <a:pt x="53" y="6"/>
                        <a:pt x="49" y="10"/>
                      </a:cubicBezTo>
                      <a:cubicBezTo>
                        <a:pt x="42" y="17"/>
                        <a:pt x="38" y="26"/>
                        <a:pt x="39" y="36"/>
                      </a:cubicBezTo>
                      <a:cubicBezTo>
                        <a:pt x="29" y="35"/>
                        <a:pt x="20" y="37"/>
                        <a:pt x="12" y="44"/>
                      </a:cubicBezTo>
                      <a:cubicBezTo>
                        <a:pt x="8" y="48"/>
                        <a:pt x="5" y="53"/>
                        <a:pt x="3" y="58"/>
                      </a:cubicBezTo>
                      <a:cubicBezTo>
                        <a:pt x="0" y="69"/>
                        <a:pt x="2" y="81"/>
                        <a:pt x="10" y="90"/>
                      </a:cubicBezTo>
                      <a:cubicBezTo>
                        <a:pt x="13" y="93"/>
                        <a:pt x="15" y="95"/>
                        <a:pt x="18" y="97"/>
                      </a:cubicBezTo>
                      <a:cubicBezTo>
                        <a:pt x="39" y="111"/>
                        <a:pt x="98" y="101"/>
                        <a:pt x="98" y="101"/>
                      </a:cubicBezTo>
                      <a:cubicBezTo>
                        <a:pt x="98" y="101"/>
                        <a:pt x="114" y="43"/>
                        <a:pt x="101" y="21"/>
                      </a:cubicBezTo>
                      <a:cubicBezTo>
                        <a:pt x="99" y="18"/>
                        <a:pt x="98" y="15"/>
                        <a:pt x="95" y="12"/>
                      </a:cubicBezTo>
                      <a:cubicBezTo>
                        <a:pt x="87" y="3"/>
                        <a:pt x="75" y="0"/>
                        <a:pt x="64" y="3"/>
                      </a:cubicBezTo>
                      <a:close/>
                    </a:path>
                  </a:pathLst>
                </a:custGeom>
                <a:solidFill>
                  <a:srgbClr val="FFFF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22" name="Freeform 73"/>
                <p:cNvSpPr>
                  <a:spLocks/>
                </p:cNvSpPr>
                <p:nvPr/>
              </p:nvSpPr>
              <p:spPr bwMode="auto">
                <a:xfrm>
                  <a:off x="5627477" y="5550046"/>
                  <a:ext cx="109756" cy="108093"/>
                </a:xfrm>
                <a:custGeom>
                  <a:avLst/>
                  <a:gdLst>
                    <a:gd name="T0" fmla="*/ 32 w 56"/>
                    <a:gd name="T1" fmla="*/ 1 h 55"/>
                    <a:gd name="T2" fmla="*/ 25 w 56"/>
                    <a:gd name="T3" fmla="*/ 5 h 55"/>
                    <a:gd name="T4" fmla="*/ 20 w 56"/>
                    <a:gd name="T5" fmla="*/ 18 h 55"/>
                    <a:gd name="T6" fmla="*/ 6 w 56"/>
                    <a:gd name="T7" fmla="*/ 22 h 55"/>
                    <a:gd name="T8" fmla="*/ 2 w 56"/>
                    <a:gd name="T9" fmla="*/ 28 h 55"/>
                    <a:gd name="T10" fmla="*/ 6 w 56"/>
                    <a:gd name="T11" fmla="*/ 44 h 55"/>
                    <a:gd name="T12" fmla="*/ 9 w 56"/>
                    <a:gd name="T13" fmla="*/ 47 h 55"/>
                    <a:gd name="T14" fmla="*/ 49 w 56"/>
                    <a:gd name="T15" fmla="*/ 49 h 55"/>
                    <a:gd name="T16" fmla="*/ 50 w 56"/>
                    <a:gd name="T17" fmla="*/ 10 h 55"/>
                    <a:gd name="T18" fmla="*/ 47 w 56"/>
                    <a:gd name="T19" fmla="*/ 6 h 55"/>
                    <a:gd name="T20" fmla="*/ 32 w 56"/>
                    <a:gd name="T21"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55">
                      <a:moveTo>
                        <a:pt x="32" y="1"/>
                      </a:moveTo>
                      <a:cubicBezTo>
                        <a:pt x="29" y="2"/>
                        <a:pt x="27" y="3"/>
                        <a:pt x="25" y="5"/>
                      </a:cubicBezTo>
                      <a:cubicBezTo>
                        <a:pt x="21" y="8"/>
                        <a:pt x="19" y="13"/>
                        <a:pt x="20" y="18"/>
                      </a:cubicBezTo>
                      <a:cubicBezTo>
                        <a:pt x="15" y="17"/>
                        <a:pt x="10" y="18"/>
                        <a:pt x="6" y="22"/>
                      </a:cubicBezTo>
                      <a:cubicBezTo>
                        <a:pt x="4" y="24"/>
                        <a:pt x="3" y="26"/>
                        <a:pt x="2" y="28"/>
                      </a:cubicBezTo>
                      <a:cubicBezTo>
                        <a:pt x="0" y="34"/>
                        <a:pt x="1" y="40"/>
                        <a:pt x="6" y="44"/>
                      </a:cubicBezTo>
                      <a:cubicBezTo>
                        <a:pt x="7" y="46"/>
                        <a:pt x="8" y="47"/>
                        <a:pt x="9" y="47"/>
                      </a:cubicBezTo>
                      <a:cubicBezTo>
                        <a:pt x="20" y="55"/>
                        <a:pt x="49" y="49"/>
                        <a:pt x="49" y="49"/>
                      </a:cubicBezTo>
                      <a:cubicBezTo>
                        <a:pt x="49" y="49"/>
                        <a:pt x="56" y="21"/>
                        <a:pt x="50" y="10"/>
                      </a:cubicBezTo>
                      <a:cubicBezTo>
                        <a:pt x="49" y="9"/>
                        <a:pt x="49" y="7"/>
                        <a:pt x="47" y="6"/>
                      </a:cubicBezTo>
                      <a:cubicBezTo>
                        <a:pt x="43" y="2"/>
                        <a:pt x="37" y="0"/>
                        <a:pt x="32" y="1"/>
                      </a:cubicBezTo>
                      <a:close/>
                    </a:path>
                  </a:pathLst>
                </a:custGeom>
                <a:solidFill>
                  <a:srgbClr val="FFFF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sp>
            <p:nvSpPr>
              <p:cNvPr id="74" name="Freeform 74"/>
              <p:cNvSpPr>
                <a:spLocks/>
              </p:cNvSpPr>
              <p:nvPr/>
            </p:nvSpPr>
            <p:spPr bwMode="auto">
              <a:xfrm>
                <a:off x="4316222" y="1203031"/>
                <a:ext cx="370843" cy="320954"/>
              </a:xfrm>
              <a:custGeom>
                <a:avLst/>
                <a:gdLst>
                  <a:gd name="T0" fmla="*/ 161 w 189"/>
                  <a:gd name="T1" fmla="*/ 7 h 163"/>
                  <a:gd name="T2" fmla="*/ 135 w 189"/>
                  <a:gd name="T3" fmla="*/ 0 h 163"/>
                  <a:gd name="T4" fmla="*/ 94 w 189"/>
                  <a:gd name="T5" fmla="*/ 19 h 163"/>
                  <a:gd name="T6" fmla="*/ 53 w 189"/>
                  <a:gd name="T7" fmla="*/ 0 h 163"/>
                  <a:gd name="T8" fmla="*/ 27 w 189"/>
                  <a:gd name="T9" fmla="*/ 7 h 163"/>
                  <a:gd name="T10" fmla="*/ 0 w 189"/>
                  <a:gd name="T11" fmla="*/ 53 h 163"/>
                  <a:gd name="T12" fmla="*/ 2 w 189"/>
                  <a:gd name="T13" fmla="*/ 70 h 163"/>
                  <a:gd name="T14" fmla="*/ 94 w 189"/>
                  <a:gd name="T15" fmla="*/ 163 h 163"/>
                  <a:gd name="T16" fmla="*/ 186 w 189"/>
                  <a:gd name="T17" fmla="*/ 70 h 163"/>
                  <a:gd name="T18" fmla="*/ 189 w 189"/>
                  <a:gd name="T19" fmla="*/ 53 h 163"/>
                  <a:gd name="T20" fmla="*/ 161 w 189"/>
                  <a:gd name="T21" fmla="*/ 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9" h="163">
                    <a:moveTo>
                      <a:pt x="161" y="7"/>
                    </a:moveTo>
                    <a:cubicBezTo>
                      <a:pt x="153" y="2"/>
                      <a:pt x="145" y="0"/>
                      <a:pt x="135" y="0"/>
                    </a:cubicBezTo>
                    <a:cubicBezTo>
                      <a:pt x="119" y="0"/>
                      <a:pt x="104" y="7"/>
                      <a:pt x="94" y="19"/>
                    </a:cubicBezTo>
                    <a:cubicBezTo>
                      <a:pt x="84" y="7"/>
                      <a:pt x="69" y="0"/>
                      <a:pt x="53" y="0"/>
                    </a:cubicBezTo>
                    <a:cubicBezTo>
                      <a:pt x="44" y="0"/>
                      <a:pt x="35" y="2"/>
                      <a:pt x="27" y="7"/>
                    </a:cubicBezTo>
                    <a:cubicBezTo>
                      <a:pt x="11" y="16"/>
                      <a:pt x="0" y="33"/>
                      <a:pt x="0" y="53"/>
                    </a:cubicBezTo>
                    <a:cubicBezTo>
                      <a:pt x="0" y="59"/>
                      <a:pt x="0" y="65"/>
                      <a:pt x="2" y="70"/>
                    </a:cubicBezTo>
                    <a:cubicBezTo>
                      <a:pt x="11" y="111"/>
                      <a:pt x="94" y="163"/>
                      <a:pt x="94" y="163"/>
                    </a:cubicBezTo>
                    <a:cubicBezTo>
                      <a:pt x="94" y="163"/>
                      <a:pt x="177" y="111"/>
                      <a:pt x="186" y="70"/>
                    </a:cubicBezTo>
                    <a:cubicBezTo>
                      <a:pt x="188" y="65"/>
                      <a:pt x="189" y="59"/>
                      <a:pt x="189" y="53"/>
                    </a:cubicBezTo>
                    <a:cubicBezTo>
                      <a:pt x="189" y="33"/>
                      <a:pt x="177" y="16"/>
                      <a:pt x="161" y="7"/>
                    </a:cubicBezTo>
                    <a:close/>
                  </a:path>
                </a:pathLst>
              </a:custGeom>
              <a:solidFill>
                <a:srgbClr val="FFFF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75" name="Freeform 75"/>
              <p:cNvSpPr>
                <a:spLocks/>
              </p:cNvSpPr>
              <p:nvPr/>
            </p:nvSpPr>
            <p:spPr bwMode="auto">
              <a:xfrm>
                <a:off x="3902973" y="1388453"/>
                <a:ext cx="226164" cy="196231"/>
              </a:xfrm>
              <a:custGeom>
                <a:avLst/>
                <a:gdLst>
                  <a:gd name="T0" fmla="*/ 98 w 115"/>
                  <a:gd name="T1" fmla="*/ 4 h 100"/>
                  <a:gd name="T2" fmla="*/ 82 w 115"/>
                  <a:gd name="T3" fmla="*/ 0 h 100"/>
                  <a:gd name="T4" fmla="*/ 57 w 115"/>
                  <a:gd name="T5" fmla="*/ 12 h 100"/>
                  <a:gd name="T6" fmla="*/ 32 w 115"/>
                  <a:gd name="T7" fmla="*/ 0 h 100"/>
                  <a:gd name="T8" fmla="*/ 16 w 115"/>
                  <a:gd name="T9" fmla="*/ 4 h 100"/>
                  <a:gd name="T10" fmla="*/ 0 w 115"/>
                  <a:gd name="T11" fmla="*/ 33 h 100"/>
                  <a:gd name="T12" fmla="*/ 1 w 115"/>
                  <a:gd name="T13" fmla="*/ 43 h 100"/>
                  <a:gd name="T14" fmla="*/ 57 w 115"/>
                  <a:gd name="T15" fmla="*/ 100 h 100"/>
                  <a:gd name="T16" fmla="*/ 113 w 115"/>
                  <a:gd name="T17" fmla="*/ 43 h 100"/>
                  <a:gd name="T18" fmla="*/ 115 w 115"/>
                  <a:gd name="T19" fmla="*/ 33 h 100"/>
                  <a:gd name="T20" fmla="*/ 98 w 115"/>
                  <a:gd name="T21" fmla="*/ 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00">
                    <a:moveTo>
                      <a:pt x="98" y="4"/>
                    </a:moveTo>
                    <a:cubicBezTo>
                      <a:pt x="93" y="2"/>
                      <a:pt x="88" y="0"/>
                      <a:pt x="82" y="0"/>
                    </a:cubicBezTo>
                    <a:cubicBezTo>
                      <a:pt x="72" y="0"/>
                      <a:pt x="63" y="5"/>
                      <a:pt x="57" y="12"/>
                    </a:cubicBezTo>
                    <a:cubicBezTo>
                      <a:pt x="51" y="5"/>
                      <a:pt x="42" y="0"/>
                      <a:pt x="32" y="0"/>
                    </a:cubicBezTo>
                    <a:cubicBezTo>
                      <a:pt x="26" y="0"/>
                      <a:pt x="21" y="2"/>
                      <a:pt x="16" y="4"/>
                    </a:cubicBezTo>
                    <a:cubicBezTo>
                      <a:pt x="6" y="10"/>
                      <a:pt x="0" y="21"/>
                      <a:pt x="0" y="33"/>
                    </a:cubicBezTo>
                    <a:cubicBezTo>
                      <a:pt x="0" y="37"/>
                      <a:pt x="0" y="40"/>
                      <a:pt x="1" y="43"/>
                    </a:cubicBezTo>
                    <a:cubicBezTo>
                      <a:pt x="7" y="68"/>
                      <a:pt x="57" y="100"/>
                      <a:pt x="57" y="100"/>
                    </a:cubicBezTo>
                    <a:cubicBezTo>
                      <a:pt x="57" y="100"/>
                      <a:pt x="108" y="68"/>
                      <a:pt x="113" y="43"/>
                    </a:cubicBezTo>
                    <a:cubicBezTo>
                      <a:pt x="114" y="40"/>
                      <a:pt x="115" y="37"/>
                      <a:pt x="115" y="33"/>
                    </a:cubicBezTo>
                    <a:cubicBezTo>
                      <a:pt x="115" y="21"/>
                      <a:pt x="108" y="10"/>
                      <a:pt x="98" y="4"/>
                    </a:cubicBezTo>
                    <a:close/>
                  </a:path>
                </a:pathLst>
              </a:custGeom>
              <a:solidFill>
                <a:srgbClr val="FFFF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76" name="Freeform 76"/>
              <p:cNvSpPr>
                <a:spLocks/>
              </p:cNvSpPr>
              <p:nvPr/>
            </p:nvSpPr>
            <p:spPr bwMode="auto">
              <a:xfrm>
                <a:off x="4074260" y="1153973"/>
                <a:ext cx="109756" cy="96452"/>
              </a:xfrm>
              <a:custGeom>
                <a:avLst/>
                <a:gdLst>
                  <a:gd name="T0" fmla="*/ 48 w 56"/>
                  <a:gd name="T1" fmla="*/ 2 h 49"/>
                  <a:gd name="T2" fmla="*/ 40 w 56"/>
                  <a:gd name="T3" fmla="*/ 0 h 49"/>
                  <a:gd name="T4" fmla="*/ 28 w 56"/>
                  <a:gd name="T5" fmla="*/ 6 h 49"/>
                  <a:gd name="T6" fmla="*/ 16 w 56"/>
                  <a:gd name="T7" fmla="*/ 0 h 49"/>
                  <a:gd name="T8" fmla="*/ 8 w 56"/>
                  <a:gd name="T9" fmla="*/ 2 h 49"/>
                  <a:gd name="T10" fmla="*/ 0 w 56"/>
                  <a:gd name="T11" fmla="*/ 16 h 49"/>
                  <a:gd name="T12" fmla="*/ 0 w 56"/>
                  <a:gd name="T13" fmla="*/ 21 h 49"/>
                  <a:gd name="T14" fmla="*/ 28 w 56"/>
                  <a:gd name="T15" fmla="*/ 49 h 49"/>
                  <a:gd name="T16" fmla="*/ 56 w 56"/>
                  <a:gd name="T17" fmla="*/ 21 h 49"/>
                  <a:gd name="T18" fmla="*/ 56 w 56"/>
                  <a:gd name="T19" fmla="*/ 16 h 49"/>
                  <a:gd name="T20" fmla="*/ 48 w 56"/>
                  <a:gd name="T21" fmla="*/ 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49">
                    <a:moveTo>
                      <a:pt x="48" y="2"/>
                    </a:moveTo>
                    <a:cubicBezTo>
                      <a:pt x="46" y="1"/>
                      <a:pt x="43" y="0"/>
                      <a:pt x="40" y="0"/>
                    </a:cubicBezTo>
                    <a:cubicBezTo>
                      <a:pt x="35" y="0"/>
                      <a:pt x="31" y="3"/>
                      <a:pt x="28" y="6"/>
                    </a:cubicBezTo>
                    <a:cubicBezTo>
                      <a:pt x="25" y="3"/>
                      <a:pt x="21" y="0"/>
                      <a:pt x="16" y="0"/>
                    </a:cubicBezTo>
                    <a:cubicBezTo>
                      <a:pt x="13" y="0"/>
                      <a:pt x="10" y="1"/>
                      <a:pt x="8" y="2"/>
                    </a:cubicBezTo>
                    <a:cubicBezTo>
                      <a:pt x="3" y="5"/>
                      <a:pt x="0" y="10"/>
                      <a:pt x="0" y="16"/>
                    </a:cubicBezTo>
                    <a:cubicBezTo>
                      <a:pt x="0" y="18"/>
                      <a:pt x="0" y="20"/>
                      <a:pt x="0" y="21"/>
                    </a:cubicBezTo>
                    <a:cubicBezTo>
                      <a:pt x="3" y="34"/>
                      <a:pt x="28" y="49"/>
                      <a:pt x="28" y="49"/>
                    </a:cubicBezTo>
                    <a:cubicBezTo>
                      <a:pt x="28" y="49"/>
                      <a:pt x="53" y="34"/>
                      <a:pt x="56" y="21"/>
                    </a:cubicBezTo>
                    <a:cubicBezTo>
                      <a:pt x="56" y="20"/>
                      <a:pt x="56" y="18"/>
                      <a:pt x="56" y="16"/>
                    </a:cubicBezTo>
                    <a:cubicBezTo>
                      <a:pt x="56" y="10"/>
                      <a:pt x="53" y="5"/>
                      <a:pt x="48" y="2"/>
                    </a:cubicBezTo>
                    <a:close/>
                  </a:path>
                </a:pathLst>
              </a:custGeom>
              <a:solidFill>
                <a:srgbClr val="FFFF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77" name="Oval 77"/>
              <p:cNvSpPr>
                <a:spLocks noChangeArrowheads="1"/>
              </p:cNvSpPr>
              <p:nvPr/>
            </p:nvSpPr>
            <p:spPr bwMode="auto">
              <a:xfrm>
                <a:off x="4864172" y="1197211"/>
                <a:ext cx="800722" cy="802385"/>
              </a:xfrm>
              <a:prstGeom prst="ellipse">
                <a:avLst/>
              </a:prstGeom>
              <a:solidFill>
                <a:srgbClr val="2980B9">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78" name="Oval 78"/>
              <p:cNvSpPr>
                <a:spLocks noChangeArrowheads="1"/>
              </p:cNvSpPr>
              <p:nvPr/>
            </p:nvSpPr>
            <p:spPr bwMode="auto">
              <a:xfrm>
                <a:off x="4999705" y="1335238"/>
                <a:ext cx="528826" cy="526331"/>
              </a:xfrm>
              <a:prstGeom prst="ellipse">
                <a:avLst/>
              </a:pr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79" name="Oval 79"/>
              <p:cNvSpPr>
                <a:spLocks noChangeArrowheads="1"/>
              </p:cNvSpPr>
              <p:nvPr/>
            </p:nvSpPr>
            <p:spPr bwMode="auto">
              <a:xfrm>
                <a:off x="5041279" y="1374318"/>
                <a:ext cx="448172" cy="448172"/>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0" name="Freeform 80"/>
              <p:cNvSpPr>
                <a:spLocks/>
              </p:cNvSpPr>
              <p:nvPr/>
            </p:nvSpPr>
            <p:spPr bwMode="auto">
              <a:xfrm>
                <a:off x="5259129" y="1388453"/>
                <a:ext cx="12472" cy="36585"/>
              </a:xfrm>
              <a:custGeom>
                <a:avLst/>
                <a:gdLst>
                  <a:gd name="T0" fmla="*/ 3 w 6"/>
                  <a:gd name="T1" fmla="*/ 19 h 19"/>
                  <a:gd name="T2" fmla="*/ 3 w 6"/>
                  <a:gd name="T3" fmla="*/ 19 h 19"/>
                  <a:gd name="T4" fmla="*/ 6 w 6"/>
                  <a:gd name="T5" fmla="*/ 16 h 19"/>
                  <a:gd name="T6" fmla="*/ 6 w 6"/>
                  <a:gd name="T7" fmla="*/ 3 h 19"/>
                  <a:gd name="T8" fmla="*/ 3 w 6"/>
                  <a:gd name="T9" fmla="*/ 0 h 19"/>
                  <a:gd name="T10" fmla="*/ 0 w 6"/>
                  <a:gd name="T11" fmla="*/ 3 h 19"/>
                  <a:gd name="T12" fmla="*/ 0 w 6"/>
                  <a:gd name="T13" fmla="*/ 16 h 19"/>
                  <a:gd name="T14" fmla="*/ 3 w 6"/>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9">
                    <a:moveTo>
                      <a:pt x="3" y="19"/>
                    </a:moveTo>
                    <a:cubicBezTo>
                      <a:pt x="3" y="19"/>
                      <a:pt x="3" y="19"/>
                      <a:pt x="3" y="19"/>
                    </a:cubicBezTo>
                    <a:cubicBezTo>
                      <a:pt x="4" y="19"/>
                      <a:pt x="6" y="17"/>
                      <a:pt x="6" y="16"/>
                    </a:cubicBezTo>
                    <a:cubicBezTo>
                      <a:pt x="6" y="3"/>
                      <a:pt x="6" y="3"/>
                      <a:pt x="6" y="3"/>
                    </a:cubicBezTo>
                    <a:cubicBezTo>
                      <a:pt x="6" y="2"/>
                      <a:pt x="4" y="0"/>
                      <a:pt x="3" y="0"/>
                    </a:cubicBezTo>
                    <a:cubicBezTo>
                      <a:pt x="1" y="0"/>
                      <a:pt x="0" y="2"/>
                      <a:pt x="0" y="3"/>
                    </a:cubicBezTo>
                    <a:cubicBezTo>
                      <a:pt x="0" y="16"/>
                      <a:pt x="0" y="16"/>
                      <a:pt x="0" y="16"/>
                    </a:cubicBezTo>
                    <a:cubicBezTo>
                      <a:pt x="0" y="17"/>
                      <a:pt x="1" y="19"/>
                      <a:pt x="3" y="19"/>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1" name="Freeform 81"/>
              <p:cNvSpPr>
                <a:spLocks/>
              </p:cNvSpPr>
              <p:nvPr/>
            </p:nvSpPr>
            <p:spPr bwMode="auto">
              <a:xfrm>
                <a:off x="5318164" y="1400094"/>
                <a:ext cx="24113" cy="37417"/>
              </a:xfrm>
              <a:custGeom>
                <a:avLst/>
                <a:gdLst>
                  <a:gd name="T0" fmla="*/ 3 w 12"/>
                  <a:gd name="T1" fmla="*/ 18 h 19"/>
                  <a:gd name="T2" fmla="*/ 3 w 12"/>
                  <a:gd name="T3" fmla="*/ 18 h 19"/>
                  <a:gd name="T4" fmla="*/ 7 w 12"/>
                  <a:gd name="T5" fmla="*/ 16 h 19"/>
                  <a:gd name="T6" fmla="*/ 11 w 12"/>
                  <a:gd name="T7" fmla="*/ 5 h 19"/>
                  <a:gd name="T8" fmla="*/ 9 w 12"/>
                  <a:gd name="T9" fmla="*/ 1 h 19"/>
                  <a:gd name="T10" fmla="*/ 5 w 12"/>
                  <a:gd name="T11" fmla="*/ 3 h 19"/>
                  <a:gd name="T12" fmla="*/ 1 w 12"/>
                  <a:gd name="T13" fmla="*/ 14 h 19"/>
                  <a:gd name="T14" fmla="*/ 3 w 12"/>
                  <a:gd name="T15" fmla="*/ 18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3" y="18"/>
                    </a:moveTo>
                    <a:cubicBezTo>
                      <a:pt x="3" y="18"/>
                      <a:pt x="3" y="18"/>
                      <a:pt x="3" y="18"/>
                    </a:cubicBezTo>
                    <a:cubicBezTo>
                      <a:pt x="4" y="19"/>
                      <a:pt x="6" y="18"/>
                      <a:pt x="7" y="16"/>
                    </a:cubicBezTo>
                    <a:cubicBezTo>
                      <a:pt x="11" y="5"/>
                      <a:pt x="11" y="5"/>
                      <a:pt x="11" y="5"/>
                    </a:cubicBezTo>
                    <a:cubicBezTo>
                      <a:pt x="12" y="3"/>
                      <a:pt x="11" y="1"/>
                      <a:pt x="9" y="1"/>
                    </a:cubicBezTo>
                    <a:cubicBezTo>
                      <a:pt x="8" y="0"/>
                      <a:pt x="6" y="1"/>
                      <a:pt x="5" y="3"/>
                    </a:cubicBezTo>
                    <a:cubicBezTo>
                      <a:pt x="1" y="14"/>
                      <a:pt x="1" y="14"/>
                      <a:pt x="1" y="14"/>
                    </a:cubicBezTo>
                    <a:cubicBezTo>
                      <a:pt x="0" y="16"/>
                      <a:pt x="1" y="18"/>
                      <a:pt x="3" y="18"/>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2" name="Freeform 82"/>
              <p:cNvSpPr>
                <a:spLocks/>
              </p:cNvSpPr>
              <p:nvPr/>
            </p:nvSpPr>
            <p:spPr bwMode="auto">
              <a:xfrm>
                <a:off x="5373874" y="1435016"/>
                <a:ext cx="29102" cy="33259"/>
              </a:xfrm>
              <a:custGeom>
                <a:avLst/>
                <a:gdLst>
                  <a:gd name="T0" fmla="*/ 1 w 15"/>
                  <a:gd name="T1" fmla="*/ 15 h 17"/>
                  <a:gd name="T2" fmla="*/ 1 w 15"/>
                  <a:gd name="T3" fmla="*/ 15 h 17"/>
                  <a:gd name="T4" fmla="*/ 6 w 15"/>
                  <a:gd name="T5" fmla="*/ 15 h 17"/>
                  <a:gd name="T6" fmla="*/ 14 w 15"/>
                  <a:gd name="T7" fmla="*/ 6 h 17"/>
                  <a:gd name="T8" fmla="*/ 13 w 15"/>
                  <a:gd name="T9" fmla="*/ 1 h 17"/>
                  <a:gd name="T10" fmla="*/ 9 w 15"/>
                  <a:gd name="T11" fmla="*/ 2 h 17"/>
                  <a:gd name="T12" fmla="*/ 1 w 15"/>
                  <a:gd name="T13" fmla="*/ 11 h 17"/>
                  <a:gd name="T14" fmla="*/ 1 w 15"/>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7">
                    <a:moveTo>
                      <a:pt x="1" y="15"/>
                    </a:moveTo>
                    <a:cubicBezTo>
                      <a:pt x="1" y="15"/>
                      <a:pt x="1" y="15"/>
                      <a:pt x="1" y="15"/>
                    </a:cubicBezTo>
                    <a:cubicBezTo>
                      <a:pt x="3" y="17"/>
                      <a:pt x="5" y="16"/>
                      <a:pt x="6" y="15"/>
                    </a:cubicBezTo>
                    <a:cubicBezTo>
                      <a:pt x="14" y="6"/>
                      <a:pt x="14" y="6"/>
                      <a:pt x="14" y="6"/>
                    </a:cubicBezTo>
                    <a:cubicBezTo>
                      <a:pt x="15" y="4"/>
                      <a:pt x="15" y="2"/>
                      <a:pt x="13" y="1"/>
                    </a:cubicBezTo>
                    <a:cubicBezTo>
                      <a:pt x="12" y="0"/>
                      <a:pt x="10" y="0"/>
                      <a:pt x="9" y="2"/>
                    </a:cubicBezTo>
                    <a:cubicBezTo>
                      <a:pt x="1" y="11"/>
                      <a:pt x="1" y="11"/>
                      <a:pt x="1" y="11"/>
                    </a:cubicBezTo>
                    <a:cubicBezTo>
                      <a:pt x="0" y="12"/>
                      <a:pt x="0" y="14"/>
                      <a:pt x="1" y="15"/>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3" name="Freeform 83"/>
              <p:cNvSpPr>
                <a:spLocks/>
              </p:cNvSpPr>
              <p:nvPr/>
            </p:nvSpPr>
            <p:spPr bwMode="auto">
              <a:xfrm>
                <a:off x="5412954" y="1489894"/>
                <a:ext cx="34922" cy="25776"/>
              </a:xfrm>
              <a:custGeom>
                <a:avLst/>
                <a:gdLst>
                  <a:gd name="T0" fmla="*/ 1 w 18"/>
                  <a:gd name="T1" fmla="*/ 11 h 13"/>
                  <a:gd name="T2" fmla="*/ 1 w 18"/>
                  <a:gd name="T3" fmla="*/ 11 h 13"/>
                  <a:gd name="T4" fmla="*/ 5 w 18"/>
                  <a:gd name="T5" fmla="*/ 12 h 13"/>
                  <a:gd name="T6" fmla="*/ 16 w 18"/>
                  <a:gd name="T7" fmla="*/ 6 h 13"/>
                  <a:gd name="T8" fmla="*/ 17 w 18"/>
                  <a:gd name="T9" fmla="*/ 2 h 13"/>
                  <a:gd name="T10" fmla="*/ 13 w 18"/>
                  <a:gd name="T11" fmla="*/ 1 h 13"/>
                  <a:gd name="T12" fmla="*/ 2 w 18"/>
                  <a:gd name="T13" fmla="*/ 7 h 13"/>
                  <a:gd name="T14" fmla="*/ 1 w 18"/>
                  <a:gd name="T15" fmla="*/ 11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3">
                    <a:moveTo>
                      <a:pt x="1" y="11"/>
                    </a:moveTo>
                    <a:cubicBezTo>
                      <a:pt x="1" y="11"/>
                      <a:pt x="1" y="11"/>
                      <a:pt x="1" y="11"/>
                    </a:cubicBezTo>
                    <a:cubicBezTo>
                      <a:pt x="2" y="12"/>
                      <a:pt x="4" y="13"/>
                      <a:pt x="5" y="12"/>
                    </a:cubicBezTo>
                    <a:cubicBezTo>
                      <a:pt x="16" y="6"/>
                      <a:pt x="16" y="6"/>
                      <a:pt x="16" y="6"/>
                    </a:cubicBezTo>
                    <a:cubicBezTo>
                      <a:pt x="17" y="5"/>
                      <a:pt x="18" y="3"/>
                      <a:pt x="17" y="2"/>
                    </a:cubicBezTo>
                    <a:cubicBezTo>
                      <a:pt x="16" y="0"/>
                      <a:pt x="14" y="0"/>
                      <a:pt x="13" y="1"/>
                    </a:cubicBezTo>
                    <a:cubicBezTo>
                      <a:pt x="2" y="7"/>
                      <a:pt x="2" y="7"/>
                      <a:pt x="2" y="7"/>
                    </a:cubicBezTo>
                    <a:cubicBezTo>
                      <a:pt x="1" y="8"/>
                      <a:pt x="0" y="10"/>
                      <a:pt x="1" y="11"/>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4" name="Freeform 84"/>
              <p:cNvSpPr>
                <a:spLocks/>
              </p:cNvSpPr>
              <p:nvPr/>
            </p:nvSpPr>
            <p:spPr bwMode="auto">
              <a:xfrm>
                <a:off x="5434572" y="1557245"/>
                <a:ext cx="37417" cy="15798"/>
              </a:xfrm>
              <a:custGeom>
                <a:avLst/>
                <a:gdLst>
                  <a:gd name="T0" fmla="*/ 0 w 19"/>
                  <a:gd name="T1" fmla="*/ 6 h 8"/>
                  <a:gd name="T2" fmla="*/ 0 w 19"/>
                  <a:gd name="T3" fmla="*/ 6 h 8"/>
                  <a:gd name="T4" fmla="*/ 4 w 19"/>
                  <a:gd name="T5" fmla="*/ 8 h 8"/>
                  <a:gd name="T6" fmla="*/ 16 w 19"/>
                  <a:gd name="T7" fmla="*/ 6 h 8"/>
                  <a:gd name="T8" fmla="*/ 19 w 19"/>
                  <a:gd name="T9" fmla="*/ 3 h 8"/>
                  <a:gd name="T10" fmla="*/ 15 w 19"/>
                  <a:gd name="T11" fmla="*/ 0 h 8"/>
                  <a:gd name="T12" fmla="*/ 3 w 19"/>
                  <a:gd name="T13" fmla="*/ 2 h 8"/>
                  <a:gd name="T14" fmla="*/ 0 w 19"/>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8">
                    <a:moveTo>
                      <a:pt x="0" y="6"/>
                    </a:moveTo>
                    <a:cubicBezTo>
                      <a:pt x="0" y="6"/>
                      <a:pt x="0" y="6"/>
                      <a:pt x="0" y="6"/>
                    </a:cubicBezTo>
                    <a:cubicBezTo>
                      <a:pt x="1" y="7"/>
                      <a:pt x="2" y="8"/>
                      <a:pt x="4" y="8"/>
                    </a:cubicBezTo>
                    <a:cubicBezTo>
                      <a:pt x="16" y="6"/>
                      <a:pt x="16" y="6"/>
                      <a:pt x="16" y="6"/>
                    </a:cubicBezTo>
                    <a:cubicBezTo>
                      <a:pt x="18" y="6"/>
                      <a:pt x="19" y="4"/>
                      <a:pt x="19" y="3"/>
                    </a:cubicBezTo>
                    <a:cubicBezTo>
                      <a:pt x="19" y="1"/>
                      <a:pt x="17" y="0"/>
                      <a:pt x="15" y="0"/>
                    </a:cubicBezTo>
                    <a:cubicBezTo>
                      <a:pt x="3" y="2"/>
                      <a:pt x="3" y="2"/>
                      <a:pt x="3" y="2"/>
                    </a:cubicBezTo>
                    <a:cubicBezTo>
                      <a:pt x="1" y="3"/>
                      <a:pt x="0" y="4"/>
                      <a:pt x="0" y="6"/>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5" name="Freeform 85"/>
              <p:cNvSpPr>
                <a:spLocks/>
              </p:cNvSpPr>
              <p:nvPr/>
            </p:nvSpPr>
            <p:spPr bwMode="auto">
              <a:xfrm>
                <a:off x="5434572" y="1623764"/>
                <a:ext cx="37417" cy="15798"/>
              </a:xfrm>
              <a:custGeom>
                <a:avLst/>
                <a:gdLst>
                  <a:gd name="T0" fmla="*/ 0 w 19"/>
                  <a:gd name="T1" fmla="*/ 2 h 8"/>
                  <a:gd name="T2" fmla="*/ 0 w 19"/>
                  <a:gd name="T3" fmla="*/ 2 h 8"/>
                  <a:gd name="T4" fmla="*/ 3 w 19"/>
                  <a:gd name="T5" fmla="*/ 6 h 8"/>
                  <a:gd name="T6" fmla="*/ 15 w 19"/>
                  <a:gd name="T7" fmla="*/ 8 h 8"/>
                  <a:gd name="T8" fmla="*/ 19 w 19"/>
                  <a:gd name="T9" fmla="*/ 6 h 8"/>
                  <a:gd name="T10" fmla="*/ 16 w 19"/>
                  <a:gd name="T11" fmla="*/ 2 h 8"/>
                  <a:gd name="T12" fmla="*/ 4 w 19"/>
                  <a:gd name="T13" fmla="*/ 0 h 8"/>
                  <a:gd name="T14" fmla="*/ 0 w 19"/>
                  <a:gd name="T15" fmla="*/ 2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8">
                    <a:moveTo>
                      <a:pt x="0" y="2"/>
                    </a:moveTo>
                    <a:cubicBezTo>
                      <a:pt x="0" y="2"/>
                      <a:pt x="0" y="2"/>
                      <a:pt x="0" y="2"/>
                    </a:cubicBezTo>
                    <a:cubicBezTo>
                      <a:pt x="0" y="4"/>
                      <a:pt x="1" y="6"/>
                      <a:pt x="3" y="6"/>
                    </a:cubicBezTo>
                    <a:cubicBezTo>
                      <a:pt x="15" y="8"/>
                      <a:pt x="15" y="8"/>
                      <a:pt x="15" y="8"/>
                    </a:cubicBezTo>
                    <a:cubicBezTo>
                      <a:pt x="17" y="8"/>
                      <a:pt x="19" y="7"/>
                      <a:pt x="19" y="6"/>
                    </a:cubicBezTo>
                    <a:cubicBezTo>
                      <a:pt x="19" y="4"/>
                      <a:pt x="18" y="2"/>
                      <a:pt x="16" y="2"/>
                    </a:cubicBezTo>
                    <a:cubicBezTo>
                      <a:pt x="4" y="0"/>
                      <a:pt x="4" y="0"/>
                      <a:pt x="4" y="0"/>
                    </a:cubicBezTo>
                    <a:cubicBezTo>
                      <a:pt x="2" y="0"/>
                      <a:pt x="1" y="1"/>
                      <a:pt x="0" y="2"/>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6" name="Freeform 86"/>
              <p:cNvSpPr>
                <a:spLocks/>
              </p:cNvSpPr>
              <p:nvPr/>
            </p:nvSpPr>
            <p:spPr bwMode="auto">
              <a:xfrm>
                <a:off x="5412954" y="1681136"/>
                <a:ext cx="34922" cy="25776"/>
              </a:xfrm>
              <a:custGeom>
                <a:avLst/>
                <a:gdLst>
                  <a:gd name="T0" fmla="*/ 1 w 18"/>
                  <a:gd name="T1" fmla="*/ 2 h 13"/>
                  <a:gd name="T2" fmla="*/ 1 w 18"/>
                  <a:gd name="T3" fmla="*/ 2 h 13"/>
                  <a:gd name="T4" fmla="*/ 2 w 18"/>
                  <a:gd name="T5" fmla="*/ 6 h 13"/>
                  <a:gd name="T6" fmla="*/ 13 w 18"/>
                  <a:gd name="T7" fmla="*/ 13 h 13"/>
                  <a:gd name="T8" fmla="*/ 17 w 18"/>
                  <a:gd name="T9" fmla="*/ 11 h 13"/>
                  <a:gd name="T10" fmla="*/ 16 w 18"/>
                  <a:gd name="T11" fmla="*/ 7 h 13"/>
                  <a:gd name="T12" fmla="*/ 5 w 18"/>
                  <a:gd name="T13" fmla="*/ 1 h 13"/>
                  <a:gd name="T14" fmla="*/ 1 w 18"/>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3">
                    <a:moveTo>
                      <a:pt x="1" y="2"/>
                    </a:moveTo>
                    <a:cubicBezTo>
                      <a:pt x="1" y="2"/>
                      <a:pt x="1" y="2"/>
                      <a:pt x="1" y="2"/>
                    </a:cubicBezTo>
                    <a:cubicBezTo>
                      <a:pt x="0" y="4"/>
                      <a:pt x="1" y="5"/>
                      <a:pt x="2" y="6"/>
                    </a:cubicBezTo>
                    <a:cubicBezTo>
                      <a:pt x="13" y="13"/>
                      <a:pt x="13" y="13"/>
                      <a:pt x="13" y="13"/>
                    </a:cubicBezTo>
                    <a:cubicBezTo>
                      <a:pt x="14" y="13"/>
                      <a:pt x="16" y="13"/>
                      <a:pt x="17" y="11"/>
                    </a:cubicBezTo>
                    <a:cubicBezTo>
                      <a:pt x="18" y="10"/>
                      <a:pt x="17" y="8"/>
                      <a:pt x="16" y="7"/>
                    </a:cubicBezTo>
                    <a:cubicBezTo>
                      <a:pt x="5" y="1"/>
                      <a:pt x="5" y="1"/>
                      <a:pt x="5" y="1"/>
                    </a:cubicBezTo>
                    <a:cubicBezTo>
                      <a:pt x="4" y="0"/>
                      <a:pt x="2" y="1"/>
                      <a:pt x="1" y="2"/>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7" name="Freeform 87"/>
              <p:cNvSpPr>
                <a:spLocks/>
              </p:cNvSpPr>
              <p:nvPr/>
            </p:nvSpPr>
            <p:spPr bwMode="auto">
              <a:xfrm>
                <a:off x="5373874" y="1730194"/>
                <a:ext cx="29102" cy="31597"/>
              </a:xfrm>
              <a:custGeom>
                <a:avLst/>
                <a:gdLst>
                  <a:gd name="T0" fmla="*/ 1 w 15"/>
                  <a:gd name="T1" fmla="*/ 1 h 16"/>
                  <a:gd name="T2" fmla="*/ 1 w 15"/>
                  <a:gd name="T3" fmla="*/ 1 h 16"/>
                  <a:gd name="T4" fmla="*/ 1 w 15"/>
                  <a:gd name="T5" fmla="*/ 5 h 16"/>
                  <a:gd name="T6" fmla="*/ 9 w 15"/>
                  <a:gd name="T7" fmla="*/ 14 h 16"/>
                  <a:gd name="T8" fmla="*/ 13 w 15"/>
                  <a:gd name="T9" fmla="*/ 15 h 16"/>
                  <a:gd name="T10" fmla="*/ 14 w 15"/>
                  <a:gd name="T11" fmla="*/ 11 h 16"/>
                  <a:gd name="T12" fmla="*/ 6 w 15"/>
                  <a:gd name="T13" fmla="*/ 1 h 16"/>
                  <a:gd name="T14" fmla="*/ 1 w 15"/>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 y="1"/>
                    </a:moveTo>
                    <a:cubicBezTo>
                      <a:pt x="1" y="1"/>
                      <a:pt x="1" y="1"/>
                      <a:pt x="1" y="1"/>
                    </a:cubicBezTo>
                    <a:cubicBezTo>
                      <a:pt x="0" y="2"/>
                      <a:pt x="0" y="4"/>
                      <a:pt x="1" y="5"/>
                    </a:cubicBezTo>
                    <a:cubicBezTo>
                      <a:pt x="9" y="14"/>
                      <a:pt x="9" y="14"/>
                      <a:pt x="9" y="14"/>
                    </a:cubicBezTo>
                    <a:cubicBezTo>
                      <a:pt x="10" y="16"/>
                      <a:pt x="12" y="16"/>
                      <a:pt x="13" y="15"/>
                    </a:cubicBezTo>
                    <a:cubicBezTo>
                      <a:pt x="15" y="14"/>
                      <a:pt x="15" y="12"/>
                      <a:pt x="14" y="11"/>
                    </a:cubicBezTo>
                    <a:cubicBezTo>
                      <a:pt x="6" y="1"/>
                      <a:pt x="6" y="1"/>
                      <a:pt x="6" y="1"/>
                    </a:cubicBezTo>
                    <a:cubicBezTo>
                      <a:pt x="5" y="0"/>
                      <a:pt x="3" y="0"/>
                      <a:pt x="1" y="1"/>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8" name="Freeform 88"/>
              <p:cNvSpPr>
                <a:spLocks/>
              </p:cNvSpPr>
              <p:nvPr/>
            </p:nvSpPr>
            <p:spPr bwMode="auto">
              <a:xfrm>
                <a:off x="5318164" y="1759296"/>
                <a:ext cx="24113" cy="37417"/>
              </a:xfrm>
              <a:custGeom>
                <a:avLst/>
                <a:gdLst>
                  <a:gd name="T0" fmla="*/ 3 w 12"/>
                  <a:gd name="T1" fmla="*/ 1 h 19"/>
                  <a:gd name="T2" fmla="*/ 3 w 12"/>
                  <a:gd name="T3" fmla="*/ 1 h 19"/>
                  <a:gd name="T4" fmla="*/ 1 w 12"/>
                  <a:gd name="T5" fmla="*/ 5 h 19"/>
                  <a:gd name="T6" fmla="*/ 5 w 12"/>
                  <a:gd name="T7" fmla="*/ 17 h 19"/>
                  <a:gd name="T8" fmla="*/ 9 w 12"/>
                  <a:gd name="T9" fmla="*/ 18 h 19"/>
                  <a:gd name="T10" fmla="*/ 11 w 12"/>
                  <a:gd name="T11" fmla="*/ 15 h 19"/>
                  <a:gd name="T12" fmla="*/ 7 w 12"/>
                  <a:gd name="T13" fmla="*/ 3 h 19"/>
                  <a:gd name="T14" fmla="*/ 3 w 12"/>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3" y="1"/>
                    </a:moveTo>
                    <a:cubicBezTo>
                      <a:pt x="3" y="1"/>
                      <a:pt x="3" y="1"/>
                      <a:pt x="3" y="1"/>
                    </a:cubicBezTo>
                    <a:cubicBezTo>
                      <a:pt x="1" y="2"/>
                      <a:pt x="0" y="3"/>
                      <a:pt x="1" y="5"/>
                    </a:cubicBezTo>
                    <a:cubicBezTo>
                      <a:pt x="5" y="17"/>
                      <a:pt x="5" y="17"/>
                      <a:pt x="5" y="17"/>
                    </a:cubicBezTo>
                    <a:cubicBezTo>
                      <a:pt x="6" y="18"/>
                      <a:pt x="8" y="19"/>
                      <a:pt x="9" y="18"/>
                    </a:cubicBezTo>
                    <a:cubicBezTo>
                      <a:pt x="11" y="18"/>
                      <a:pt x="12" y="16"/>
                      <a:pt x="11" y="15"/>
                    </a:cubicBezTo>
                    <a:cubicBezTo>
                      <a:pt x="7" y="3"/>
                      <a:pt x="7" y="3"/>
                      <a:pt x="7" y="3"/>
                    </a:cubicBezTo>
                    <a:cubicBezTo>
                      <a:pt x="6" y="1"/>
                      <a:pt x="4" y="0"/>
                      <a:pt x="3" y="1"/>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9" name="Freeform 89"/>
              <p:cNvSpPr>
                <a:spLocks/>
              </p:cNvSpPr>
              <p:nvPr/>
            </p:nvSpPr>
            <p:spPr bwMode="auto">
              <a:xfrm>
                <a:off x="5259129" y="1771768"/>
                <a:ext cx="12472" cy="36585"/>
              </a:xfrm>
              <a:custGeom>
                <a:avLst/>
                <a:gdLst>
                  <a:gd name="T0" fmla="*/ 3 w 6"/>
                  <a:gd name="T1" fmla="*/ 0 h 19"/>
                  <a:gd name="T2" fmla="*/ 3 w 6"/>
                  <a:gd name="T3" fmla="*/ 0 h 19"/>
                  <a:gd name="T4" fmla="*/ 0 w 6"/>
                  <a:gd name="T5" fmla="*/ 3 h 19"/>
                  <a:gd name="T6" fmla="*/ 0 w 6"/>
                  <a:gd name="T7" fmla="*/ 16 h 19"/>
                  <a:gd name="T8" fmla="*/ 3 w 6"/>
                  <a:gd name="T9" fmla="*/ 19 h 19"/>
                  <a:gd name="T10" fmla="*/ 6 w 6"/>
                  <a:gd name="T11" fmla="*/ 16 h 19"/>
                  <a:gd name="T12" fmla="*/ 6 w 6"/>
                  <a:gd name="T13" fmla="*/ 3 h 19"/>
                  <a:gd name="T14" fmla="*/ 3 w 6"/>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9">
                    <a:moveTo>
                      <a:pt x="3" y="0"/>
                    </a:moveTo>
                    <a:cubicBezTo>
                      <a:pt x="3" y="0"/>
                      <a:pt x="3" y="0"/>
                      <a:pt x="3" y="0"/>
                    </a:cubicBezTo>
                    <a:cubicBezTo>
                      <a:pt x="1" y="0"/>
                      <a:pt x="0" y="2"/>
                      <a:pt x="0" y="3"/>
                    </a:cubicBezTo>
                    <a:cubicBezTo>
                      <a:pt x="0" y="16"/>
                      <a:pt x="0" y="16"/>
                      <a:pt x="0" y="16"/>
                    </a:cubicBezTo>
                    <a:cubicBezTo>
                      <a:pt x="0" y="17"/>
                      <a:pt x="1" y="19"/>
                      <a:pt x="3" y="19"/>
                    </a:cubicBezTo>
                    <a:cubicBezTo>
                      <a:pt x="4" y="19"/>
                      <a:pt x="6" y="17"/>
                      <a:pt x="6" y="16"/>
                    </a:cubicBezTo>
                    <a:cubicBezTo>
                      <a:pt x="6" y="3"/>
                      <a:pt x="6" y="3"/>
                      <a:pt x="6" y="3"/>
                    </a:cubicBezTo>
                    <a:cubicBezTo>
                      <a:pt x="6" y="2"/>
                      <a:pt x="4" y="0"/>
                      <a:pt x="3" y="0"/>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0" name="Freeform 90"/>
              <p:cNvSpPr>
                <a:spLocks/>
              </p:cNvSpPr>
              <p:nvPr/>
            </p:nvSpPr>
            <p:spPr bwMode="auto">
              <a:xfrm>
                <a:off x="5188452" y="1759296"/>
                <a:ext cx="21619" cy="37417"/>
              </a:xfrm>
              <a:custGeom>
                <a:avLst/>
                <a:gdLst>
                  <a:gd name="T0" fmla="*/ 8 w 11"/>
                  <a:gd name="T1" fmla="*/ 1 h 19"/>
                  <a:gd name="T2" fmla="*/ 8 w 11"/>
                  <a:gd name="T3" fmla="*/ 1 h 19"/>
                  <a:gd name="T4" fmla="*/ 5 w 11"/>
                  <a:gd name="T5" fmla="*/ 3 h 19"/>
                  <a:gd name="T6" fmla="*/ 0 w 11"/>
                  <a:gd name="T7" fmla="*/ 15 h 19"/>
                  <a:gd name="T8" fmla="*/ 2 w 11"/>
                  <a:gd name="T9" fmla="*/ 18 h 19"/>
                  <a:gd name="T10" fmla="*/ 6 w 11"/>
                  <a:gd name="T11" fmla="*/ 17 h 19"/>
                  <a:gd name="T12" fmla="*/ 10 w 11"/>
                  <a:gd name="T13" fmla="*/ 5 h 19"/>
                  <a:gd name="T14" fmla="*/ 8 w 11"/>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9">
                    <a:moveTo>
                      <a:pt x="8" y="1"/>
                    </a:moveTo>
                    <a:cubicBezTo>
                      <a:pt x="8" y="1"/>
                      <a:pt x="8" y="1"/>
                      <a:pt x="8" y="1"/>
                    </a:cubicBezTo>
                    <a:cubicBezTo>
                      <a:pt x="7" y="0"/>
                      <a:pt x="5" y="1"/>
                      <a:pt x="5" y="3"/>
                    </a:cubicBezTo>
                    <a:cubicBezTo>
                      <a:pt x="0" y="15"/>
                      <a:pt x="0" y="15"/>
                      <a:pt x="0" y="15"/>
                    </a:cubicBezTo>
                    <a:cubicBezTo>
                      <a:pt x="0" y="16"/>
                      <a:pt x="1" y="18"/>
                      <a:pt x="2" y="18"/>
                    </a:cubicBezTo>
                    <a:cubicBezTo>
                      <a:pt x="4" y="19"/>
                      <a:pt x="5" y="18"/>
                      <a:pt x="6" y="17"/>
                    </a:cubicBezTo>
                    <a:cubicBezTo>
                      <a:pt x="10" y="5"/>
                      <a:pt x="10" y="5"/>
                      <a:pt x="10" y="5"/>
                    </a:cubicBezTo>
                    <a:cubicBezTo>
                      <a:pt x="11" y="3"/>
                      <a:pt x="10" y="2"/>
                      <a:pt x="8" y="1"/>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1" name="Freeform 91"/>
              <p:cNvSpPr>
                <a:spLocks/>
              </p:cNvSpPr>
              <p:nvPr/>
            </p:nvSpPr>
            <p:spPr bwMode="auto">
              <a:xfrm>
                <a:off x="5127754" y="1730194"/>
                <a:ext cx="27439" cy="31597"/>
              </a:xfrm>
              <a:custGeom>
                <a:avLst/>
                <a:gdLst>
                  <a:gd name="T0" fmla="*/ 13 w 14"/>
                  <a:gd name="T1" fmla="*/ 1 h 16"/>
                  <a:gd name="T2" fmla="*/ 13 w 14"/>
                  <a:gd name="T3" fmla="*/ 1 h 16"/>
                  <a:gd name="T4" fmla="*/ 9 w 14"/>
                  <a:gd name="T5" fmla="*/ 1 h 16"/>
                  <a:gd name="T6" fmla="*/ 1 w 14"/>
                  <a:gd name="T7" fmla="*/ 11 h 16"/>
                  <a:gd name="T8" fmla="*/ 1 w 14"/>
                  <a:gd name="T9" fmla="*/ 15 h 16"/>
                  <a:gd name="T10" fmla="*/ 5 w 14"/>
                  <a:gd name="T11" fmla="*/ 14 h 16"/>
                  <a:gd name="T12" fmla="*/ 13 w 14"/>
                  <a:gd name="T13" fmla="*/ 5 h 16"/>
                  <a:gd name="T14" fmla="*/ 13 w 14"/>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6">
                    <a:moveTo>
                      <a:pt x="13" y="1"/>
                    </a:moveTo>
                    <a:cubicBezTo>
                      <a:pt x="13" y="1"/>
                      <a:pt x="13" y="1"/>
                      <a:pt x="13" y="1"/>
                    </a:cubicBezTo>
                    <a:cubicBezTo>
                      <a:pt x="12" y="0"/>
                      <a:pt x="10" y="0"/>
                      <a:pt x="9" y="1"/>
                    </a:cubicBezTo>
                    <a:cubicBezTo>
                      <a:pt x="1" y="11"/>
                      <a:pt x="1" y="11"/>
                      <a:pt x="1" y="11"/>
                    </a:cubicBezTo>
                    <a:cubicBezTo>
                      <a:pt x="0" y="12"/>
                      <a:pt x="0" y="14"/>
                      <a:pt x="1" y="15"/>
                    </a:cubicBezTo>
                    <a:cubicBezTo>
                      <a:pt x="2" y="16"/>
                      <a:pt x="4" y="16"/>
                      <a:pt x="5" y="14"/>
                    </a:cubicBezTo>
                    <a:cubicBezTo>
                      <a:pt x="13" y="5"/>
                      <a:pt x="13" y="5"/>
                      <a:pt x="13" y="5"/>
                    </a:cubicBezTo>
                    <a:cubicBezTo>
                      <a:pt x="14" y="4"/>
                      <a:pt x="14" y="2"/>
                      <a:pt x="13" y="1"/>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2" name="Freeform 92"/>
              <p:cNvSpPr>
                <a:spLocks/>
              </p:cNvSpPr>
              <p:nvPr/>
            </p:nvSpPr>
            <p:spPr bwMode="auto">
              <a:xfrm>
                <a:off x="5080359" y="1681136"/>
                <a:ext cx="35754" cy="25776"/>
              </a:xfrm>
              <a:custGeom>
                <a:avLst/>
                <a:gdLst>
                  <a:gd name="T0" fmla="*/ 17 w 18"/>
                  <a:gd name="T1" fmla="*/ 2 h 13"/>
                  <a:gd name="T2" fmla="*/ 17 w 18"/>
                  <a:gd name="T3" fmla="*/ 2 h 13"/>
                  <a:gd name="T4" fmla="*/ 13 w 18"/>
                  <a:gd name="T5" fmla="*/ 1 h 13"/>
                  <a:gd name="T6" fmla="*/ 2 w 18"/>
                  <a:gd name="T7" fmla="*/ 7 h 13"/>
                  <a:gd name="T8" fmla="*/ 1 w 18"/>
                  <a:gd name="T9" fmla="*/ 11 h 13"/>
                  <a:gd name="T10" fmla="*/ 5 w 18"/>
                  <a:gd name="T11" fmla="*/ 13 h 13"/>
                  <a:gd name="T12" fmla="*/ 16 w 18"/>
                  <a:gd name="T13" fmla="*/ 6 h 13"/>
                  <a:gd name="T14" fmla="*/ 17 w 18"/>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3">
                    <a:moveTo>
                      <a:pt x="17" y="2"/>
                    </a:moveTo>
                    <a:cubicBezTo>
                      <a:pt x="17" y="2"/>
                      <a:pt x="17" y="2"/>
                      <a:pt x="17" y="2"/>
                    </a:cubicBezTo>
                    <a:cubicBezTo>
                      <a:pt x="16" y="1"/>
                      <a:pt x="15" y="0"/>
                      <a:pt x="13" y="1"/>
                    </a:cubicBezTo>
                    <a:cubicBezTo>
                      <a:pt x="2" y="7"/>
                      <a:pt x="2" y="7"/>
                      <a:pt x="2" y="7"/>
                    </a:cubicBezTo>
                    <a:cubicBezTo>
                      <a:pt x="1" y="8"/>
                      <a:pt x="0" y="10"/>
                      <a:pt x="1" y="11"/>
                    </a:cubicBezTo>
                    <a:cubicBezTo>
                      <a:pt x="2" y="13"/>
                      <a:pt x="4" y="13"/>
                      <a:pt x="5" y="13"/>
                    </a:cubicBezTo>
                    <a:cubicBezTo>
                      <a:pt x="16" y="6"/>
                      <a:pt x="16" y="6"/>
                      <a:pt x="16" y="6"/>
                    </a:cubicBezTo>
                    <a:cubicBezTo>
                      <a:pt x="18" y="5"/>
                      <a:pt x="18" y="4"/>
                      <a:pt x="17" y="2"/>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3" name="Freeform 93"/>
              <p:cNvSpPr>
                <a:spLocks/>
              </p:cNvSpPr>
              <p:nvPr/>
            </p:nvSpPr>
            <p:spPr bwMode="auto">
              <a:xfrm>
                <a:off x="5057077" y="1623764"/>
                <a:ext cx="37417" cy="15798"/>
              </a:xfrm>
              <a:custGeom>
                <a:avLst/>
                <a:gdLst>
                  <a:gd name="T0" fmla="*/ 19 w 19"/>
                  <a:gd name="T1" fmla="*/ 2 h 8"/>
                  <a:gd name="T2" fmla="*/ 19 w 19"/>
                  <a:gd name="T3" fmla="*/ 2 h 8"/>
                  <a:gd name="T4" fmla="*/ 15 w 19"/>
                  <a:gd name="T5" fmla="*/ 0 h 8"/>
                  <a:gd name="T6" fmla="*/ 3 w 19"/>
                  <a:gd name="T7" fmla="*/ 2 h 8"/>
                  <a:gd name="T8" fmla="*/ 0 w 19"/>
                  <a:gd name="T9" fmla="*/ 6 h 8"/>
                  <a:gd name="T10" fmla="*/ 4 w 19"/>
                  <a:gd name="T11" fmla="*/ 8 h 8"/>
                  <a:gd name="T12" fmla="*/ 16 w 19"/>
                  <a:gd name="T13" fmla="*/ 6 h 8"/>
                  <a:gd name="T14" fmla="*/ 19 w 19"/>
                  <a:gd name="T15" fmla="*/ 2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8">
                    <a:moveTo>
                      <a:pt x="19" y="2"/>
                    </a:moveTo>
                    <a:cubicBezTo>
                      <a:pt x="19" y="2"/>
                      <a:pt x="19" y="2"/>
                      <a:pt x="19" y="2"/>
                    </a:cubicBezTo>
                    <a:cubicBezTo>
                      <a:pt x="18" y="1"/>
                      <a:pt x="17" y="0"/>
                      <a:pt x="15" y="0"/>
                    </a:cubicBezTo>
                    <a:cubicBezTo>
                      <a:pt x="3" y="2"/>
                      <a:pt x="3" y="2"/>
                      <a:pt x="3" y="2"/>
                    </a:cubicBezTo>
                    <a:cubicBezTo>
                      <a:pt x="1" y="2"/>
                      <a:pt x="0" y="4"/>
                      <a:pt x="0" y="6"/>
                    </a:cubicBezTo>
                    <a:cubicBezTo>
                      <a:pt x="1" y="7"/>
                      <a:pt x="2" y="8"/>
                      <a:pt x="4" y="8"/>
                    </a:cubicBezTo>
                    <a:cubicBezTo>
                      <a:pt x="16" y="6"/>
                      <a:pt x="16" y="6"/>
                      <a:pt x="16" y="6"/>
                    </a:cubicBezTo>
                    <a:cubicBezTo>
                      <a:pt x="18" y="6"/>
                      <a:pt x="19" y="4"/>
                      <a:pt x="19" y="2"/>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4" name="Freeform 94"/>
              <p:cNvSpPr>
                <a:spLocks/>
              </p:cNvSpPr>
              <p:nvPr/>
            </p:nvSpPr>
            <p:spPr bwMode="auto">
              <a:xfrm>
                <a:off x="5057077" y="1557245"/>
                <a:ext cx="37417" cy="15798"/>
              </a:xfrm>
              <a:custGeom>
                <a:avLst/>
                <a:gdLst>
                  <a:gd name="T0" fmla="*/ 19 w 19"/>
                  <a:gd name="T1" fmla="*/ 6 h 8"/>
                  <a:gd name="T2" fmla="*/ 19 w 19"/>
                  <a:gd name="T3" fmla="*/ 6 h 8"/>
                  <a:gd name="T4" fmla="*/ 16 w 19"/>
                  <a:gd name="T5" fmla="*/ 2 h 8"/>
                  <a:gd name="T6" fmla="*/ 4 w 19"/>
                  <a:gd name="T7" fmla="*/ 0 h 8"/>
                  <a:gd name="T8" fmla="*/ 0 w 19"/>
                  <a:gd name="T9" fmla="*/ 3 h 8"/>
                  <a:gd name="T10" fmla="*/ 3 w 19"/>
                  <a:gd name="T11" fmla="*/ 6 h 8"/>
                  <a:gd name="T12" fmla="*/ 15 w 19"/>
                  <a:gd name="T13" fmla="*/ 8 h 8"/>
                  <a:gd name="T14" fmla="*/ 19 w 19"/>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8">
                    <a:moveTo>
                      <a:pt x="19" y="6"/>
                    </a:moveTo>
                    <a:cubicBezTo>
                      <a:pt x="19" y="6"/>
                      <a:pt x="19" y="6"/>
                      <a:pt x="19" y="6"/>
                    </a:cubicBezTo>
                    <a:cubicBezTo>
                      <a:pt x="19" y="4"/>
                      <a:pt x="18" y="3"/>
                      <a:pt x="16" y="2"/>
                    </a:cubicBezTo>
                    <a:cubicBezTo>
                      <a:pt x="4" y="0"/>
                      <a:pt x="4" y="0"/>
                      <a:pt x="4" y="0"/>
                    </a:cubicBezTo>
                    <a:cubicBezTo>
                      <a:pt x="2" y="0"/>
                      <a:pt x="1" y="1"/>
                      <a:pt x="0" y="3"/>
                    </a:cubicBezTo>
                    <a:cubicBezTo>
                      <a:pt x="0" y="4"/>
                      <a:pt x="1" y="6"/>
                      <a:pt x="3" y="6"/>
                    </a:cubicBezTo>
                    <a:cubicBezTo>
                      <a:pt x="15" y="8"/>
                      <a:pt x="15" y="8"/>
                      <a:pt x="15" y="8"/>
                    </a:cubicBezTo>
                    <a:cubicBezTo>
                      <a:pt x="17" y="8"/>
                      <a:pt x="18" y="7"/>
                      <a:pt x="19" y="6"/>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5" name="Freeform 95"/>
              <p:cNvSpPr>
                <a:spLocks/>
              </p:cNvSpPr>
              <p:nvPr/>
            </p:nvSpPr>
            <p:spPr bwMode="auto">
              <a:xfrm>
                <a:off x="5080359" y="1489894"/>
                <a:ext cx="35754" cy="25776"/>
              </a:xfrm>
              <a:custGeom>
                <a:avLst/>
                <a:gdLst>
                  <a:gd name="T0" fmla="*/ 17 w 18"/>
                  <a:gd name="T1" fmla="*/ 11 h 13"/>
                  <a:gd name="T2" fmla="*/ 17 w 18"/>
                  <a:gd name="T3" fmla="*/ 11 h 13"/>
                  <a:gd name="T4" fmla="*/ 16 w 18"/>
                  <a:gd name="T5" fmla="*/ 7 h 13"/>
                  <a:gd name="T6" fmla="*/ 5 w 18"/>
                  <a:gd name="T7" fmla="*/ 1 h 13"/>
                  <a:gd name="T8" fmla="*/ 1 w 18"/>
                  <a:gd name="T9" fmla="*/ 2 h 13"/>
                  <a:gd name="T10" fmla="*/ 2 w 18"/>
                  <a:gd name="T11" fmla="*/ 6 h 13"/>
                  <a:gd name="T12" fmla="*/ 13 w 18"/>
                  <a:gd name="T13" fmla="*/ 12 h 13"/>
                  <a:gd name="T14" fmla="*/ 17 w 18"/>
                  <a:gd name="T15" fmla="*/ 11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3">
                    <a:moveTo>
                      <a:pt x="17" y="11"/>
                    </a:moveTo>
                    <a:cubicBezTo>
                      <a:pt x="17" y="11"/>
                      <a:pt x="17" y="11"/>
                      <a:pt x="17" y="11"/>
                    </a:cubicBezTo>
                    <a:cubicBezTo>
                      <a:pt x="18" y="10"/>
                      <a:pt x="18" y="8"/>
                      <a:pt x="16" y="7"/>
                    </a:cubicBezTo>
                    <a:cubicBezTo>
                      <a:pt x="5" y="1"/>
                      <a:pt x="5" y="1"/>
                      <a:pt x="5" y="1"/>
                    </a:cubicBezTo>
                    <a:cubicBezTo>
                      <a:pt x="4" y="0"/>
                      <a:pt x="2" y="0"/>
                      <a:pt x="1" y="2"/>
                    </a:cubicBezTo>
                    <a:cubicBezTo>
                      <a:pt x="0" y="3"/>
                      <a:pt x="1" y="5"/>
                      <a:pt x="2" y="6"/>
                    </a:cubicBezTo>
                    <a:cubicBezTo>
                      <a:pt x="13" y="12"/>
                      <a:pt x="13" y="12"/>
                      <a:pt x="13" y="12"/>
                    </a:cubicBezTo>
                    <a:cubicBezTo>
                      <a:pt x="15" y="13"/>
                      <a:pt x="16" y="12"/>
                      <a:pt x="17" y="11"/>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6" name="Freeform 96"/>
              <p:cNvSpPr>
                <a:spLocks/>
              </p:cNvSpPr>
              <p:nvPr/>
            </p:nvSpPr>
            <p:spPr bwMode="auto">
              <a:xfrm>
                <a:off x="5127754" y="1435016"/>
                <a:ext cx="27439" cy="33259"/>
              </a:xfrm>
              <a:custGeom>
                <a:avLst/>
                <a:gdLst>
                  <a:gd name="T0" fmla="*/ 13 w 14"/>
                  <a:gd name="T1" fmla="*/ 15 h 17"/>
                  <a:gd name="T2" fmla="*/ 13 w 14"/>
                  <a:gd name="T3" fmla="*/ 15 h 17"/>
                  <a:gd name="T4" fmla="*/ 13 w 14"/>
                  <a:gd name="T5" fmla="*/ 11 h 17"/>
                  <a:gd name="T6" fmla="*/ 5 w 14"/>
                  <a:gd name="T7" fmla="*/ 2 h 17"/>
                  <a:gd name="T8" fmla="*/ 1 w 14"/>
                  <a:gd name="T9" fmla="*/ 1 h 17"/>
                  <a:gd name="T10" fmla="*/ 1 w 14"/>
                  <a:gd name="T11" fmla="*/ 6 h 17"/>
                  <a:gd name="T12" fmla="*/ 9 w 14"/>
                  <a:gd name="T13" fmla="*/ 15 h 17"/>
                  <a:gd name="T14" fmla="*/ 13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13" y="15"/>
                    </a:moveTo>
                    <a:cubicBezTo>
                      <a:pt x="13" y="15"/>
                      <a:pt x="13" y="15"/>
                      <a:pt x="13" y="15"/>
                    </a:cubicBezTo>
                    <a:cubicBezTo>
                      <a:pt x="14" y="14"/>
                      <a:pt x="14" y="12"/>
                      <a:pt x="13" y="11"/>
                    </a:cubicBezTo>
                    <a:cubicBezTo>
                      <a:pt x="5" y="2"/>
                      <a:pt x="5" y="2"/>
                      <a:pt x="5" y="2"/>
                    </a:cubicBezTo>
                    <a:cubicBezTo>
                      <a:pt x="4" y="0"/>
                      <a:pt x="2" y="0"/>
                      <a:pt x="1" y="1"/>
                    </a:cubicBezTo>
                    <a:cubicBezTo>
                      <a:pt x="0" y="2"/>
                      <a:pt x="0" y="4"/>
                      <a:pt x="1" y="6"/>
                    </a:cubicBezTo>
                    <a:cubicBezTo>
                      <a:pt x="9" y="15"/>
                      <a:pt x="9" y="15"/>
                      <a:pt x="9" y="15"/>
                    </a:cubicBezTo>
                    <a:cubicBezTo>
                      <a:pt x="10" y="16"/>
                      <a:pt x="12" y="17"/>
                      <a:pt x="13" y="15"/>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7" name="Freeform 97"/>
              <p:cNvSpPr>
                <a:spLocks/>
              </p:cNvSpPr>
              <p:nvPr/>
            </p:nvSpPr>
            <p:spPr bwMode="auto">
              <a:xfrm>
                <a:off x="5188452" y="1400094"/>
                <a:ext cx="21619" cy="37417"/>
              </a:xfrm>
              <a:custGeom>
                <a:avLst/>
                <a:gdLst>
                  <a:gd name="T0" fmla="*/ 8 w 11"/>
                  <a:gd name="T1" fmla="*/ 18 h 19"/>
                  <a:gd name="T2" fmla="*/ 8 w 11"/>
                  <a:gd name="T3" fmla="*/ 18 h 19"/>
                  <a:gd name="T4" fmla="*/ 10 w 11"/>
                  <a:gd name="T5" fmla="*/ 14 h 19"/>
                  <a:gd name="T6" fmla="*/ 6 w 11"/>
                  <a:gd name="T7" fmla="*/ 3 h 19"/>
                  <a:gd name="T8" fmla="*/ 2 w 11"/>
                  <a:gd name="T9" fmla="*/ 1 h 19"/>
                  <a:gd name="T10" fmla="*/ 0 w 11"/>
                  <a:gd name="T11" fmla="*/ 5 h 19"/>
                  <a:gd name="T12" fmla="*/ 5 w 11"/>
                  <a:gd name="T13" fmla="*/ 16 h 19"/>
                  <a:gd name="T14" fmla="*/ 8 w 11"/>
                  <a:gd name="T15" fmla="*/ 18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9">
                    <a:moveTo>
                      <a:pt x="8" y="18"/>
                    </a:moveTo>
                    <a:cubicBezTo>
                      <a:pt x="8" y="18"/>
                      <a:pt x="8" y="18"/>
                      <a:pt x="8" y="18"/>
                    </a:cubicBezTo>
                    <a:cubicBezTo>
                      <a:pt x="10" y="18"/>
                      <a:pt x="11" y="16"/>
                      <a:pt x="10" y="14"/>
                    </a:cubicBezTo>
                    <a:cubicBezTo>
                      <a:pt x="6" y="3"/>
                      <a:pt x="6" y="3"/>
                      <a:pt x="6" y="3"/>
                    </a:cubicBezTo>
                    <a:cubicBezTo>
                      <a:pt x="5" y="1"/>
                      <a:pt x="4" y="0"/>
                      <a:pt x="2" y="1"/>
                    </a:cubicBezTo>
                    <a:cubicBezTo>
                      <a:pt x="1" y="1"/>
                      <a:pt x="0" y="3"/>
                      <a:pt x="0" y="5"/>
                    </a:cubicBezTo>
                    <a:cubicBezTo>
                      <a:pt x="5" y="16"/>
                      <a:pt x="5" y="16"/>
                      <a:pt x="5" y="16"/>
                    </a:cubicBezTo>
                    <a:cubicBezTo>
                      <a:pt x="5" y="18"/>
                      <a:pt x="7" y="19"/>
                      <a:pt x="8" y="18"/>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8" name="Freeform 98"/>
              <p:cNvSpPr>
                <a:spLocks/>
              </p:cNvSpPr>
              <p:nvPr/>
            </p:nvSpPr>
            <p:spPr bwMode="auto">
              <a:xfrm>
                <a:off x="5161013" y="1592167"/>
                <a:ext cx="110588" cy="120566"/>
              </a:xfrm>
              <a:custGeom>
                <a:avLst/>
                <a:gdLst>
                  <a:gd name="T0" fmla="*/ 1 w 56"/>
                  <a:gd name="T1" fmla="*/ 60 h 61"/>
                  <a:gd name="T2" fmla="*/ 1 w 56"/>
                  <a:gd name="T3" fmla="*/ 60 h 61"/>
                  <a:gd name="T4" fmla="*/ 7 w 56"/>
                  <a:gd name="T5" fmla="*/ 60 h 61"/>
                  <a:gd name="T6" fmla="*/ 55 w 56"/>
                  <a:gd name="T7" fmla="*/ 7 h 61"/>
                  <a:gd name="T8" fmla="*/ 54 w 56"/>
                  <a:gd name="T9" fmla="*/ 2 h 61"/>
                  <a:gd name="T10" fmla="*/ 49 w 56"/>
                  <a:gd name="T11" fmla="*/ 2 h 61"/>
                  <a:gd name="T12" fmla="*/ 1 w 56"/>
                  <a:gd name="T13" fmla="*/ 54 h 61"/>
                  <a:gd name="T14" fmla="*/ 1 w 56"/>
                  <a:gd name="T15" fmla="*/ 6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61">
                    <a:moveTo>
                      <a:pt x="1" y="60"/>
                    </a:moveTo>
                    <a:cubicBezTo>
                      <a:pt x="1" y="60"/>
                      <a:pt x="1" y="60"/>
                      <a:pt x="1" y="60"/>
                    </a:cubicBezTo>
                    <a:cubicBezTo>
                      <a:pt x="3" y="61"/>
                      <a:pt x="5" y="61"/>
                      <a:pt x="7" y="60"/>
                    </a:cubicBezTo>
                    <a:cubicBezTo>
                      <a:pt x="55" y="7"/>
                      <a:pt x="55" y="7"/>
                      <a:pt x="55" y="7"/>
                    </a:cubicBezTo>
                    <a:cubicBezTo>
                      <a:pt x="56" y="6"/>
                      <a:pt x="56" y="3"/>
                      <a:pt x="54" y="2"/>
                    </a:cubicBezTo>
                    <a:cubicBezTo>
                      <a:pt x="53" y="0"/>
                      <a:pt x="50" y="0"/>
                      <a:pt x="49" y="2"/>
                    </a:cubicBezTo>
                    <a:cubicBezTo>
                      <a:pt x="1" y="54"/>
                      <a:pt x="1" y="54"/>
                      <a:pt x="1" y="54"/>
                    </a:cubicBezTo>
                    <a:cubicBezTo>
                      <a:pt x="0" y="56"/>
                      <a:pt x="0" y="58"/>
                      <a:pt x="1" y="60"/>
                    </a:cubicBezTo>
                    <a:close/>
                  </a:path>
                </a:pathLst>
              </a:custGeom>
              <a:solidFill>
                <a:srgbClr val="8D95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9" name="Rectangle 99"/>
              <p:cNvSpPr>
                <a:spLocks noChangeArrowheads="1"/>
              </p:cNvSpPr>
              <p:nvPr/>
            </p:nvSpPr>
            <p:spPr bwMode="auto">
              <a:xfrm>
                <a:off x="5106135" y="1596325"/>
                <a:ext cx="159646" cy="4157"/>
              </a:xfrm>
              <a:prstGeom prst="rect">
                <a:avLst/>
              </a:prstGeom>
              <a:solidFill>
                <a:srgbClr val="EE29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0" name="Oval 100"/>
              <p:cNvSpPr>
                <a:spLocks noChangeArrowheads="1"/>
              </p:cNvSpPr>
              <p:nvPr/>
            </p:nvSpPr>
            <p:spPr bwMode="auto">
              <a:xfrm>
                <a:off x="5245825" y="1580526"/>
                <a:ext cx="37417" cy="35754"/>
              </a:xfrm>
              <a:prstGeom prst="ellipse">
                <a:avLst/>
              </a:pr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1" name="Freeform 101"/>
              <p:cNvSpPr>
                <a:spLocks/>
              </p:cNvSpPr>
              <p:nvPr/>
            </p:nvSpPr>
            <p:spPr bwMode="auto">
              <a:xfrm>
                <a:off x="5251645" y="1468276"/>
                <a:ext cx="25776" cy="128049"/>
              </a:xfrm>
              <a:custGeom>
                <a:avLst/>
                <a:gdLst>
                  <a:gd name="T0" fmla="*/ 6 w 13"/>
                  <a:gd name="T1" fmla="*/ 65 h 65"/>
                  <a:gd name="T2" fmla="*/ 7 w 13"/>
                  <a:gd name="T3" fmla="*/ 65 h 65"/>
                  <a:gd name="T4" fmla="*/ 13 w 13"/>
                  <a:gd name="T5" fmla="*/ 59 h 65"/>
                  <a:gd name="T6" fmla="*/ 13 w 13"/>
                  <a:gd name="T7" fmla="*/ 6 h 65"/>
                  <a:gd name="T8" fmla="*/ 7 w 13"/>
                  <a:gd name="T9" fmla="*/ 0 h 65"/>
                  <a:gd name="T10" fmla="*/ 6 w 13"/>
                  <a:gd name="T11" fmla="*/ 0 h 65"/>
                  <a:gd name="T12" fmla="*/ 0 w 13"/>
                  <a:gd name="T13" fmla="*/ 6 h 65"/>
                  <a:gd name="T14" fmla="*/ 0 w 13"/>
                  <a:gd name="T15" fmla="*/ 59 h 65"/>
                  <a:gd name="T16" fmla="*/ 6 w 13"/>
                  <a:gd name="T17"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65">
                    <a:moveTo>
                      <a:pt x="6" y="65"/>
                    </a:moveTo>
                    <a:cubicBezTo>
                      <a:pt x="7" y="65"/>
                      <a:pt x="7" y="65"/>
                      <a:pt x="7" y="65"/>
                    </a:cubicBezTo>
                    <a:cubicBezTo>
                      <a:pt x="11" y="65"/>
                      <a:pt x="13" y="62"/>
                      <a:pt x="13" y="59"/>
                    </a:cubicBezTo>
                    <a:cubicBezTo>
                      <a:pt x="13" y="6"/>
                      <a:pt x="13" y="6"/>
                      <a:pt x="13" y="6"/>
                    </a:cubicBezTo>
                    <a:cubicBezTo>
                      <a:pt x="13" y="3"/>
                      <a:pt x="11" y="0"/>
                      <a:pt x="7" y="0"/>
                    </a:cubicBezTo>
                    <a:cubicBezTo>
                      <a:pt x="6" y="0"/>
                      <a:pt x="6" y="0"/>
                      <a:pt x="6" y="0"/>
                    </a:cubicBezTo>
                    <a:cubicBezTo>
                      <a:pt x="3" y="0"/>
                      <a:pt x="0" y="3"/>
                      <a:pt x="0" y="6"/>
                    </a:cubicBezTo>
                    <a:cubicBezTo>
                      <a:pt x="0" y="59"/>
                      <a:pt x="0" y="59"/>
                      <a:pt x="0" y="59"/>
                    </a:cubicBezTo>
                    <a:cubicBezTo>
                      <a:pt x="0" y="62"/>
                      <a:pt x="3" y="65"/>
                      <a:pt x="6" y="65"/>
                    </a:cubicBezTo>
                    <a:close/>
                  </a:path>
                </a:pathLst>
              </a:custGeom>
              <a:solidFill>
                <a:srgbClr val="2A2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2" name="Oval 102"/>
              <p:cNvSpPr>
                <a:spLocks noChangeArrowheads="1"/>
              </p:cNvSpPr>
              <p:nvPr/>
            </p:nvSpPr>
            <p:spPr bwMode="auto">
              <a:xfrm>
                <a:off x="6600317" y="867110"/>
                <a:ext cx="658538" cy="660201"/>
              </a:xfrm>
              <a:prstGeom prst="ellipse">
                <a:avLst/>
              </a:prstGeom>
              <a:solidFill>
                <a:srgbClr val="2980B9">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3" name="Oval 103"/>
              <p:cNvSpPr>
                <a:spLocks noChangeArrowheads="1"/>
              </p:cNvSpPr>
              <p:nvPr/>
            </p:nvSpPr>
            <p:spPr bwMode="auto">
              <a:xfrm>
                <a:off x="7410186" y="2573322"/>
                <a:ext cx="469790" cy="472285"/>
              </a:xfrm>
              <a:prstGeom prst="ellipse">
                <a:avLst/>
              </a:prstGeom>
              <a:solidFill>
                <a:srgbClr val="2980B9">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4" name="Oval 104"/>
              <p:cNvSpPr>
                <a:spLocks noChangeArrowheads="1"/>
              </p:cNvSpPr>
              <p:nvPr/>
            </p:nvSpPr>
            <p:spPr bwMode="auto">
              <a:xfrm>
                <a:off x="6246104" y="5537573"/>
                <a:ext cx="845622" cy="849780"/>
              </a:xfrm>
              <a:prstGeom prst="ellipse">
                <a:avLst/>
              </a:prstGeom>
              <a:solidFill>
                <a:srgbClr val="2980B9">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5" name="Oval 105"/>
              <p:cNvSpPr>
                <a:spLocks noChangeArrowheads="1"/>
              </p:cNvSpPr>
              <p:nvPr/>
            </p:nvSpPr>
            <p:spPr bwMode="auto">
              <a:xfrm>
                <a:off x="3590334" y="704139"/>
                <a:ext cx="384979" cy="387473"/>
              </a:xfrm>
              <a:prstGeom prst="ellipse">
                <a:avLst/>
              </a:prstGeom>
              <a:solidFill>
                <a:srgbClr val="2980B9">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6" name="Oval 106"/>
              <p:cNvSpPr>
                <a:spLocks noChangeArrowheads="1"/>
              </p:cNvSpPr>
              <p:nvPr/>
            </p:nvSpPr>
            <p:spPr bwMode="auto">
              <a:xfrm>
                <a:off x="3055688" y="1496546"/>
                <a:ext cx="770789" cy="772451"/>
              </a:xfrm>
              <a:prstGeom prst="ellipse">
                <a:avLst/>
              </a:prstGeom>
              <a:solidFill>
                <a:srgbClr val="2980B9">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7" name="Freeform 125"/>
              <p:cNvSpPr>
                <a:spLocks/>
              </p:cNvSpPr>
              <p:nvPr/>
            </p:nvSpPr>
            <p:spPr bwMode="auto">
              <a:xfrm>
                <a:off x="5979196" y="1364340"/>
                <a:ext cx="237805" cy="340078"/>
              </a:xfrm>
              <a:custGeom>
                <a:avLst/>
                <a:gdLst>
                  <a:gd name="T0" fmla="*/ 30 w 121"/>
                  <a:gd name="T1" fmla="*/ 143 h 173"/>
                  <a:gd name="T2" fmla="*/ 0 w 121"/>
                  <a:gd name="T3" fmla="*/ 123 h 173"/>
                  <a:gd name="T4" fmla="*/ 12 w 121"/>
                  <a:gd name="T5" fmla="*/ 93 h 173"/>
                  <a:gd name="T6" fmla="*/ 25 w 121"/>
                  <a:gd name="T7" fmla="*/ 98 h 173"/>
                  <a:gd name="T8" fmla="*/ 22 w 121"/>
                  <a:gd name="T9" fmla="*/ 117 h 173"/>
                  <a:gd name="T10" fmla="*/ 38 w 121"/>
                  <a:gd name="T11" fmla="*/ 128 h 173"/>
                  <a:gd name="T12" fmla="*/ 71 w 121"/>
                  <a:gd name="T13" fmla="*/ 122 h 173"/>
                  <a:gd name="T14" fmla="*/ 34 w 121"/>
                  <a:gd name="T15" fmla="*/ 42 h 173"/>
                  <a:gd name="T16" fmla="*/ 80 w 121"/>
                  <a:gd name="T17" fmla="*/ 22 h 173"/>
                  <a:gd name="T18" fmla="*/ 89 w 121"/>
                  <a:gd name="T19" fmla="*/ 0 h 173"/>
                  <a:gd name="T20" fmla="*/ 103 w 121"/>
                  <a:gd name="T21" fmla="*/ 6 h 173"/>
                  <a:gd name="T22" fmla="*/ 94 w 121"/>
                  <a:gd name="T23" fmla="*/ 27 h 173"/>
                  <a:gd name="T24" fmla="*/ 121 w 121"/>
                  <a:gd name="T25" fmla="*/ 47 h 173"/>
                  <a:gd name="T26" fmla="*/ 108 w 121"/>
                  <a:gd name="T27" fmla="*/ 75 h 173"/>
                  <a:gd name="T28" fmla="*/ 97 w 121"/>
                  <a:gd name="T29" fmla="*/ 70 h 173"/>
                  <a:gd name="T30" fmla="*/ 99 w 121"/>
                  <a:gd name="T31" fmla="*/ 51 h 173"/>
                  <a:gd name="T32" fmla="*/ 83 w 121"/>
                  <a:gd name="T33" fmla="*/ 40 h 173"/>
                  <a:gd name="T34" fmla="*/ 54 w 121"/>
                  <a:gd name="T35" fmla="*/ 47 h 173"/>
                  <a:gd name="T36" fmla="*/ 92 w 121"/>
                  <a:gd name="T37" fmla="*/ 126 h 173"/>
                  <a:gd name="T38" fmla="*/ 44 w 121"/>
                  <a:gd name="T39" fmla="*/ 148 h 173"/>
                  <a:gd name="T40" fmla="*/ 34 w 121"/>
                  <a:gd name="T41" fmla="*/ 173 h 173"/>
                  <a:gd name="T42" fmla="*/ 20 w 121"/>
                  <a:gd name="T43" fmla="*/ 167 h 173"/>
                  <a:gd name="T44" fmla="*/ 30 w 121"/>
                  <a:gd name="T45" fmla="*/ 14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1" h="173">
                    <a:moveTo>
                      <a:pt x="30" y="143"/>
                    </a:moveTo>
                    <a:cubicBezTo>
                      <a:pt x="12" y="135"/>
                      <a:pt x="0" y="123"/>
                      <a:pt x="0" y="123"/>
                    </a:cubicBezTo>
                    <a:cubicBezTo>
                      <a:pt x="12" y="93"/>
                      <a:pt x="12" y="93"/>
                      <a:pt x="12" y="93"/>
                    </a:cubicBezTo>
                    <a:cubicBezTo>
                      <a:pt x="25" y="98"/>
                      <a:pt x="25" y="98"/>
                      <a:pt x="25" y="98"/>
                    </a:cubicBezTo>
                    <a:cubicBezTo>
                      <a:pt x="22" y="117"/>
                      <a:pt x="22" y="117"/>
                      <a:pt x="22" y="117"/>
                    </a:cubicBezTo>
                    <a:cubicBezTo>
                      <a:pt x="22" y="117"/>
                      <a:pt x="27" y="124"/>
                      <a:pt x="38" y="128"/>
                    </a:cubicBezTo>
                    <a:cubicBezTo>
                      <a:pt x="51" y="134"/>
                      <a:pt x="67" y="134"/>
                      <a:pt x="71" y="122"/>
                    </a:cubicBezTo>
                    <a:cubicBezTo>
                      <a:pt x="82" y="96"/>
                      <a:pt x="17" y="82"/>
                      <a:pt x="34" y="42"/>
                    </a:cubicBezTo>
                    <a:cubicBezTo>
                      <a:pt x="42" y="22"/>
                      <a:pt x="61" y="17"/>
                      <a:pt x="80" y="22"/>
                    </a:cubicBezTo>
                    <a:cubicBezTo>
                      <a:pt x="89" y="0"/>
                      <a:pt x="89" y="0"/>
                      <a:pt x="89" y="0"/>
                    </a:cubicBezTo>
                    <a:cubicBezTo>
                      <a:pt x="103" y="6"/>
                      <a:pt x="103" y="6"/>
                      <a:pt x="103" y="6"/>
                    </a:cubicBezTo>
                    <a:cubicBezTo>
                      <a:pt x="94" y="27"/>
                      <a:pt x="94" y="27"/>
                      <a:pt x="94" y="27"/>
                    </a:cubicBezTo>
                    <a:cubicBezTo>
                      <a:pt x="109" y="35"/>
                      <a:pt x="121" y="47"/>
                      <a:pt x="121" y="47"/>
                    </a:cubicBezTo>
                    <a:cubicBezTo>
                      <a:pt x="108" y="75"/>
                      <a:pt x="108" y="75"/>
                      <a:pt x="108" y="75"/>
                    </a:cubicBezTo>
                    <a:cubicBezTo>
                      <a:pt x="97" y="70"/>
                      <a:pt x="97" y="70"/>
                      <a:pt x="97" y="70"/>
                    </a:cubicBezTo>
                    <a:cubicBezTo>
                      <a:pt x="99" y="51"/>
                      <a:pt x="99" y="51"/>
                      <a:pt x="99" y="51"/>
                    </a:cubicBezTo>
                    <a:cubicBezTo>
                      <a:pt x="99" y="51"/>
                      <a:pt x="93" y="44"/>
                      <a:pt x="83" y="40"/>
                    </a:cubicBezTo>
                    <a:cubicBezTo>
                      <a:pt x="68" y="34"/>
                      <a:pt x="58" y="38"/>
                      <a:pt x="54" y="47"/>
                    </a:cubicBezTo>
                    <a:cubicBezTo>
                      <a:pt x="43" y="72"/>
                      <a:pt x="107" y="88"/>
                      <a:pt x="92" y="126"/>
                    </a:cubicBezTo>
                    <a:cubicBezTo>
                      <a:pt x="83" y="147"/>
                      <a:pt x="64" y="152"/>
                      <a:pt x="44" y="148"/>
                    </a:cubicBezTo>
                    <a:cubicBezTo>
                      <a:pt x="34" y="173"/>
                      <a:pt x="34" y="173"/>
                      <a:pt x="34" y="173"/>
                    </a:cubicBezTo>
                    <a:cubicBezTo>
                      <a:pt x="20" y="167"/>
                      <a:pt x="20" y="167"/>
                      <a:pt x="20" y="167"/>
                    </a:cubicBezTo>
                    <a:lnTo>
                      <a:pt x="30" y="1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8" name="Freeform 126"/>
              <p:cNvSpPr>
                <a:spLocks/>
              </p:cNvSpPr>
              <p:nvPr/>
            </p:nvSpPr>
            <p:spPr bwMode="auto">
              <a:xfrm>
                <a:off x="6212844" y="1643719"/>
                <a:ext cx="110588" cy="121397"/>
              </a:xfrm>
              <a:custGeom>
                <a:avLst/>
                <a:gdLst>
                  <a:gd name="T0" fmla="*/ 10 w 56"/>
                  <a:gd name="T1" fmla="*/ 50 h 62"/>
                  <a:gd name="T2" fmla="*/ 0 w 56"/>
                  <a:gd name="T3" fmla="*/ 39 h 62"/>
                  <a:gd name="T4" fmla="*/ 8 w 56"/>
                  <a:gd name="T5" fmla="*/ 28 h 62"/>
                  <a:gd name="T6" fmla="*/ 13 w 56"/>
                  <a:gd name="T7" fmla="*/ 32 h 62"/>
                  <a:gd name="T8" fmla="*/ 10 w 56"/>
                  <a:gd name="T9" fmla="*/ 39 h 62"/>
                  <a:gd name="T10" fmla="*/ 15 w 56"/>
                  <a:gd name="T11" fmla="*/ 45 h 62"/>
                  <a:gd name="T12" fmla="*/ 29 w 56"/>
                  <a:gd name="T13" fmla="*/ 46 h 62"/>
                  <a:gd name="T14" fmla="*/ 22 w 56"/>
                  <a:gd name="T15" fmla="*/ 10 h 62"/>
                  <a:gd name="T16" fmla="*/ 42 w 56"/>
                  <a:gd name="T17" fmla="*/ 7 h 62"/>
                  <a:gd name="T18" fmla="*/ 48 w 56"/>
                  <a:gd name="T19" fmla="*/ 0 h 62"/>
                  <a:gd name="T20" fmla="*/ 53 w 56"/>
                  <a:gd name="T21" fmla="*/ 3 h 62"/>
                  <a:gd name="T22" fmla="*/ 47 w 56"/>
                  <a:gd name="T23" fmla="*/ 11 h 62"/>
                  <a:gd name="T24" fmla="*/ 56 w 56"/>
                  <a:gd name="T25" fmla="*/ 21 h 62"/>
                  <a:gd name="T26" fmla="*/ 48 w 56"/>
                  <a:gd name="T27" fmla="*/ 31 h 62"/>
                  <a:gd name="T28" fmla="*/ 44 w 56"/>
                  <a:gd name="T29" fmla="*/ 28 h 62"/>
                  <a:gd name="T30" fmla="*/ 47 w 56"/>
                  <a:gd name="T31" fmla="*/ 21 h 62"/>
                  <a:gd name="T32" fmla="*/ 42 w 56"/>
                  <a:gd name="T33" fmla="*/ 15 h 62"/>
                  <a:gd name="T34" fmla="*/ 29 w 56"/>
                  <a:gd name="T35" fmla="*/ 14 h 62"/>
                  <a:gd name="T36" fmla="*/ 36 w 56"/>
                  <a:gd name="T37" fmla="*/ 49 h 62"/>
                  <a:gd name="T38" fmla="*/ 15 w 56"/>
                  <a:gd name="T39" fmla="*/ 53 h 62"/>
                  <a:gd name="T40" fmla="*/ 8 w 56"/>
                  <a:gd name="T41" fmla="*/ 62 h 62"/>
                  <a:gd name="T42" fmla="*/ 4 w 56"/>
                  <a:gd name="T43" fmla="*/ 58 h 62"/>
                  <a:gd name="T44" fmla="*/ 10 w 56"/>
                  <a:gd name="T45" fmla="*/ 5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62">
                    <a:moveTo>
                      <a:pt x="10" y="50"/>
                    </a:moveTo>
                    <a:cubicBezTo>
                      <a:pt x="4" y="45"/>
                      <a:pt x="0" y="39"/>
                      <a:pt x="0" y="39"/>
                    </a:cubicBezTo>
                    <a:cubicBezTo>
                      <a:pt x="8" y="28"/>
                      <a:pt x="8" y="28"/>
                      <a:pt x="8" y="28"/>
                    </a:cubicBezTo>
                    <a:cubicBezTo>
                      <a:pt x="13" y="32"/>
                      <a:pt x="13" y="32"/>
                      <a:pt x="13" y="32"/>
                    </a:cubicBezTo>
                    <a:cubicBezTo>
                      <a:pt x="10" y="39"/>
                      <a:pt x="10" y="39"/>
                      <a:pt x="10" y="39"/>
                    </a:cubicBezTo>
                    <a:cubicBezTo>
                      <a:pt x="10" y="39"/>
                      <a:pt x="11" y="42"/>
                      <a:pt x="15" y="45"/>
                    </a:cubicBezTo>
                    <a:cubicBezTo>
                      <a:pt x="19" y="48"/>
                      <a:pt x="25" y="50"/>
                      <a:pt x="29" y="46"/>
                    </a:cubicBezTo>
                    <a:cubicBezTo>
                      <a:pt x="35" y="36"/>
                      <a:pt x="11" y="24"/>
                      <a:pt x="22" y="10"/>
                    </a:cubicBezTo>
                    <a:cubicBezTo>
                      <a:pt x="27" y="3"/>
                      <a:pt x="35" y="3"/>
                      <a:pt x="42" y="7"/>
                    </a:cubicBezTo>
                    <a:cubicBezTo>
                      <a:pt x="48" y="0"/>
                      <a:pt x="48" y="0"/>
                      <a:pt x="48" y="0"/>
                    </a:cubicBezTo>
                    <a:cubicBezTo>
                      <a:pt x="53" y="3"/>
                      <a:pt x="53" y="3"/>
                      <a:pt x="53" y="3"/>
                    </a:cubicBezTo>
                    <a:cubicBezTo>
                      <a:pt x="47" y="11"/>
                      <a:pt x="47" y="11"/>
                      <a:pt x="47" y="11"/>
                    </a:cubicBezTo>
                    <a:cubicBezTo>
                      <a:pt x="52" y="15"/>
                      <a:pt x="56" y="21"/>
                      <a:pt x="56" y="21"/>
                    </a:cubicBezTo>
                    <a:cubicBezTo>
                      <a:pt x="48" y="31"/>
                      <a:pt x="48" y="31"/>
                      <a:pt x="48" y="31"/>
                    </a:cubicBezTo>
                    <a:cubicBezTo>
                      <a:pt x="44" y="28"/>
                      <a:pt x="44" y="28"/>
                      <a:pt x="44" y="28"/>
                    </a:cubicBezTo>
                    <a:cubicBezTo>
                      <a:pt x="47" y="21"/>
                      <a:pt x="47" y="21"/>
                      <a:pt x="47" y="21"/>
                    </a:cubicBezTo>
                    <a:cubicBezTo>
                      <a:pt x="47" y="21"/>
                      <a:pt x="45" y="17"/>
                      <a:pt x="42" y="15"/>
                    </a:cubicBezTo>
                    <a:cubicBezTo>
                      <a:pt x="36" y="11"/>
                      <a:pt x="32" y="11"/>
                      <a:pt x="29" y="14"/>
                    </a:cubicBezTo>
                    <a:cubicBezTo>
                      <a:pt x="23" y="23"/>
                      <a:pt x="46" y="36"/>
                      <a:pt x="36" y="49"/>
                    </a:cubicBezTo>
                    <a:cubicBezTo>
                      <a:pt x="31" y="56"/>
                      <a:pt x="23" y="57"/>
                      <a:pt x="15" y="53"/>
                    </a:cubicBezTo>
                    <a:cubicBezTo>
                      <a:pt x="8" y="62"/>
                      <a:pt x="8" y="62"/>
                      <a:pt x="8" y="62"/>
                    </a:cubicBezTo>
                    <a:cubicBezTo>
                      <a:pt x="4" y="58"/>
                      <a:pt x="4" y="58"/>
                      <a:pt x="4" y="58"/>
                    </a:cubicBezTo>
                    <a:lnTo>
                      <a:pt x="10"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9" name="Freeform 127"/>
              <p:cNvSpPr>
                <a:spLocks/>
              </p:cNvSpPr>
              <p:nvPr/>
            </p:nvSpPr>
            <p:spPr bwMode="auto">
              <a:xfrm>
                <a:off x="5800427" y="1456635"/>
                <a:ext cx="82317" cy="143847"/>
              </a:xfrm>
              <a:custGeom>
                <a:avLst/>
                <a:gdLst>
                  <a:gd name="T0" fmla="*/ 24 w 42"/>
                  <a:gd name="T1" fmla="*/ 62 h 73"/>
                  <a:gd name="T2" fmla="*/ 9 w 42"/>
                  <a:gd name="T3" fmla="*/ 62 h 73"/>
                  <a:gd name="T4" fmla="*/ 6 w 42"/>
                  <a:gd name="T5" fmla="*/ 50 h 73"/>
                  <a:gd name="T6" fmla="*/ 12 w 42"/>
                  <a:gd name="T7" fmla="*/ 48 h 73"/>
                  <a:gd name="T8" fmla="*/ 15 w 42"/>
                  <a:gd name="T9" fmla="*/ 55 h 73"/>
                  <a:gd name="T10" fmla="*/ 23 w 42"/>
                  <a:gd name="T11" fmla="*/ 55 h 73"/>
                  <a:gd name="T12" fmla="*/ 33 w 42"/>
                  <a:gd name="T13" fmla="*/ 46 h 73"/>
                  <a:gd name="T14" fmla="*/ 2 w 42"/>
                  <a:gd name="T15" fmla="*/ 27 h 73"/>
                  <a:gd name="T16" fmla="*/ 13 w 42"/>
                  <a:gd name="T17" fmla="*/ 11 h 73"/>
                  <a:gd name="T18" fmla="*/ 11 w 42"/>
                  <a:gd name="T19" fmla="*/ 1 h 73"/>
                  <a:gd name="T20" fmla="*/ 17 w 42"/>
                  <a:gd name="T21" fmla="*/ 0 h 73"/>
                  <a:gd name="T22" fmla="*/ 19 w 42"/>
                  <a:gd name="T23" fmla="*/ 9 h 73"/>
                  <a:gd name="T24" fmla="*/ 32 w 42"/>
                  <a:gd name="T25" fmla="*/ 9 h 73"/>
                  <a:gd name="T26" fmla="*/ 34 w 42"/>
                  <a:gd name="T27" fmla="*/ 21 h 73"/>
                  <a:gd name="T28" fmla="*/ 30 w 42"/>
                  <a:gd name="T29" fmla="*/ 22 h 73"/>
                  <a:gd name="T30" fmla="*/ 26 w 42"/>
                  <a:gd name="T31" fmla="*/ 16 h 73"/>
                  <a:gd name="T32" fmla="*/ 18 w 42"/>
                  <a:gd name="T33" fmla="*/ 16 h 73"/>
                  <a:gd name="T34" fmla="*/ 10 w 42"/>
                  <a:gd name="T35" fmla="*/ 24 h 73"/>
                  <a:gd name="T36" fmla="*/ 41 w 42"/>
                  <a:gd name="T37" fmla="*/ 42 h 73"/>
                  <a:gd name="T38" fmla="*/ 30 w 42"/>
                  <a:gd name="T39" fmla="*/ 61 h 73"/>
                  <a:gd name="T40" fmla="*/ 32 w 42"/>
                  <a:gd name="T41" fmla="*/ 72 h 73"/>
                  <a:gd name="T42" fmla="*/ 26 w 42"/>
                  <a:gd name="T43" fmla="*/ 73 h 73"/>
                  <a:gd name="T44" fmla="*/ 24 w 42"/>
                  <a:gd name="T45" fmla="*/ 6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 h="73">
                    <a:moveTo>
                      <a:pt x="24" y="62"/>
                    </a:moveTo>
                    <a:cubicBezTo>
                      <a:pt x="16" y="64"/>
                      <a:pt x="9" y="62"/>
                      <a:pt x="9" y="62"/>
                    </a:cubicBezTo>
                    <a:cubicBezTo>
                      <a:pt x="6" y="50"/>
                      <a:pt x="6" y="50"/>
                      <a:pt x="6" y="50"/>
                    </a:cubicBezTo>
                    <a:cubicBezTo>
                      <a:pt x="12" y="48"/>
                      <a:pt x="12" y="48"/>
                      <a:pt x="12" y="48"/>
                    </a:cubicBezTo>
                    <a:cubicBezTo>
                      <a:pt x="15" y="55"/>
                      <a:pt x="15" y="55"/>
                      <a:pt x="15" y="55"/>
                    </a:cubicBezTo>
                    <a:cubicBezTo>
                      <a:pt x="15" y="55"/>
                      <a:pt x="18" y="56"/>
                      <a:pt x="23" y="55"/>
                    </a:cubicBezTo>
                    <a:cubicBezTo>
                      <a:pt x="29" y="54"/>
                      <a:pt x="34" y="51"/>
                      <a:pt x="33" y="46"/>
                    </a:cubicBezTo>
                    <a:cubicBezTo>
                      <a:pt x="31" y="35"/>
                      <a:pt x="6" y="45"/>
                      <a:pt x="2" y="27"/>
                    </a:cubicBezTo>
                    <a:cubicBezTo>
                      <a:pt x="0" y="19"/>
                      <a:pt x="6" y="13"/>
                      <a:pt x="13" y="11"/>
                    </a:cubicBezTo>
                    <a:cubicBezTo>
                      <a:pt x="11" y="1"/>
                      <a:pt x="11" y="1"/>
                      <a:pt x="11" y="1"/>
                    </a:cubicBezTo>
                    <a:cubicBezTo>
                      <a:pt x="17" y="0"/>
                      <a:pt x="17" y="0"/>
                      <a:pt x="17" y="0"/>
                    </a:cubicBezTo>
                    <a:cubicBezTo>
                      <a:pt x="19" y="9"/>
                      <a:pt x="19" y="9"/>
                      <a:pt x="19" y="9"/>
                    </a:cubicBezTo>
                    <a:cubicBezTo>
                      <a:pt x="26" y="8"/>
                      <a:pt x="32" y="9"/>
                      <a:pt x="32" y="9"/>
                    </a:cubicBezTo>
                    <a:cubicBezTo>
                      <a:pt x="34" y="21"/>
                      <a:pt x="34" y="21"/>
                      <a:pt x="34" y="21"/>
                    </a:cubicBezTo>
                    <a:cubicBezTo>
                      <a:pt x="30" y="22"/>
                      <a:pt x="30" y="22"/>
                      <a:pt x="30" y="22"/>
                    </a:cubicBezTo>
                    <a:cubicBezTo>
                      <a:pt x="26" y="16"/>
                      <a:pt x="26" y="16"/>
                      <a:pt x="26" y="16"/>
                    </a:cubicBezTo>
                    <a:cubicBezTo>
                      <a:pt x="26" y="16"/>
                      <a:pt x="22" y="15"/>
                      <a:pt x="18" y="16"/>
                    </a:cubicBezTo>
                    <a:cubicBezTo>
                      <a:pt x="12" y="17"/>
                      <a:pt x="9" y="21"/>
                      <a:pt x="10" y="24"/>
                    </a:cubicBezTo>
                    <a:cubicBezTo>
                      <a:pt x="12" y="36"/>
                      <a:pt x="37" y="26"/>
                      <a:pt x="41" y="42"/>
                    </a:cubicBezTo>
                    <a:cubicBezTo>
                      <a:pt x="42" y="51"/>
                      <a:pt x="37" y="57"/>
                      <a:pt x="30" y="61"/>
                    </a:cubicBezTo>
                    <a:cubicBezTo>
                      <a:pt x="32" y="72"/>
                      <a:pt x="32" y="72"/>
                      <a:pt x="32" y="72"/>
                    </a:cubicBezTo>
                    <a:cubicBezTo>
                      <a:pt x="26" y="73"/>
                      <a:pt x="26" y="73"/>
                      <a:pt x="26" y="73"/>
                    </a:cubicBezTo>
                    <a:lnTo>
                      <a:pt x="24"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nvGrpSpPr>
              <p:cNvPr id="110" name="Group 109"/>
              <p:cNvGrpSpPr/>
              <p:nvPr/>
            </p:nvGrpSpPr>
            <p:grpSpPr>
              <a:xfrm>
                <a:off x="6694275" y="3078866"/>
                <a:ext cx="433205" cy="432373"/>
                <a:chOff x="6694275" y="3078866"/>
                <a:chExt cx="433205" cy="432373"/>
              </a:xfrm>
            </p:grpSpPr>
            <p:sp>
              <p:nvSpPr>
                <p:cNvPr id="117" name="Freeform 128"/>
                <p:cNvSpPr>
                  <a:spLocks/>
                </p:cNvSpPr>
                <p:nvPr/>
              </p:nvSpPr>
              <p:spPr bwMode="auto">
                <a:xfrm>
                  <a:off x="6908799" y="3275097"/>
                  <a:ext cx="218681" cy="236142"/>
                </a:xfrm>
                <a:custGeom>
                  <a:avLst/>
                  <a:gdLst>
                    <a:gd name="T0" fmla="*/ 97 w 111"/>
                    <a:gd name="T1" fmla="*/ 50 h 120"/>
                    <a:gd name="T2" fmla="*/ 61 w 111"/>
                    <a:gd name="T3" fmla="*/ 14 h 120"/>
                    <a:gd name="T4" fmla="*/ 11 w 111"/>
                    <a:gd name="T5" fmla="*/ 14 h 120"/>
                    <a:gd name="T6" fmla="*/ 0 w 111"/>
                    <a:gd name="T7" fmla="*/ 25 h 120"/>
                    <a:gd name="T8" fmla="*/ 0 w 111"/>
                    <a:gd name="T9" fmla="*/ 25 h 120"/>
                    <a:gd name="T10" fmla="*/ 16 w 111"/>
                    <a:gd name="T11" fmla="*/ 41 h 120"/>
                    <a:gd name="T12" fmla="*/ 16 w 111"/>
                    <a:gd name="T13" fmla="*/ 40 h 120"/>
                    <a:gd name="T14" fmla="*/ 27 w 111"/>
                    <a:gd name="T15" fmla="*/ 30 h 120"/>
                    <a:gd name="T16" fmla="*/ 46 w 111"/>
                    <a:gd name="T17" fmla="*/ 30 h 120"/>
                    <a:gd name="T18" fmla="*/ 82 w 111"/>
                    <a:gd name="T19" fmla="*/ 66 h 120"/>
                    <a:gd name="T20" fmla="*/ 82 w 111"/>
                    <a:gd name="T21" fmla="*/ 85 h 120"/>
                    <a:gd name="T22" fmla="*/ 76 w 111"/>
                    <a:gd name="T23" fmla="*/ 91 h 120"/>
                    <a:gd name="T24" fmla="*/ 57 w 111"/>
                    <a:gd name="T25" fmla="*/ 91 h 120"/>
                    <a:gd name="T26" fmla="*/ 41 w 111"/>
                    <a:gd name="T27" fmla="*/ 75 h 120"/>
                    <a:gd name="T28" fmla="*/ 16 w 111"/>
                    <a:gd name="T29" fmla="*/ 81 h 120"/>
                    <a:gd name="T30" fmla="*/ 41 w 111"/>
                    <a:gd name="T31" fmla="*/ 106 h 120"/>
                    <a:gd name="T32" fmla="*/ 92 w 111"/>
                    <a:gd name="T33" fmla="*/ 106 h 120"/>
                    <a:gd name="T34" fmla="*/ 97 w 111"/>
                    <a:gd name="T35" fmla="*/ 101 h 120"/>
                    <a:gd name="T36" fmla="*/ 97 w 111"/>
                    <a:gd name="T37" fmla="*/ 5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1" h="120">
                      <a:moveTo>
                        <a:pt x="97" y="50"/>
                      </a:moveTo>
                      <a:cubicBezTo>
                        <a:pt x="61" y="14"/>
                        <a:pt x="61" y="14"/>
                        <a:pt x="61" y="14"/>
                      </a:cubicBezTo>
                      <a:cubicBezTo>
                        <a:pt x="47" y="0"/>
                        <a:pt x="25" y="0"/>
                        <a:pt x="11" y="14"/>
                      </a:cubicBezTo>
                      <a:cubicBezTo>
                        <a:pt x="0" y="25"/>
                        <a:pt x="0" y="25"/>
                        <a:pt x="0" y="25"/>
                      </a:cubicBezTo>
                      <a:cubicBezTo>
                        <a:pt x="0" y="25"/>
                        <a:pt x="0" y="25"/>
                        <a:pt x="0" y="25"/>
                      </a:cubicBezTo>
                      <a:cubicBezTo>
                        <a:pt x="16" y="41"/>
                        <a:pt x="16" y="41"/>
                        <a:pt x="16" y="41"/>
                      </a:cubicBezTo>
                      <a:cubicBezTo>
                        <a:pt x="16" y="40"/>
                        <a:pt x="16" y="40"/>
                        <a:pt x="16" y="40"/>
                      </a:cubicBezTo>
                      <a:cubicBezTo>
                        <a:pt x="27" y="30"/>
                        <a:pt x="27" y="30"/>
                        <a:pt x="27" y="30"/>
                      </a:cubicBezTo>
                      <a:cubicBezTo>
                        <a:pt x="32" y="24"/>
                        <a:pt x="40" y="24"/>
                        <a:pt x="46" y="30"/>
                      </a:cubicBezTo>
                      <a:cubicBezTo>
                        <a:pt x="82" y="66"/>
                        <a:pt x="82" y="66"/>
                        <a:pt x="82" y="66"/>
                      </a:cubicBezTo>
                      <a:cubicBezTo>
                        <a:pt x="87" y="71"/>
                        <a:pt x="87" y="80"/>
                        <a:pt x="82" y="85"/>
                      </a:cubicBezTo>
                      <a:cubicBezTo>
                        <a:pt x="76" y="91"/>
                        <a:pt x="76" y="91"/>
                        <a:pt x="76" y="91"/>
                      </a:cubicBezTo>
                      <a:cubicBezTo>
                        <a:pt x="71" y="96"/>
                        <a:pt x="62" y="96"/>
                        <a:pt x="57" y="91"/>
                      </a:cubicBezTo>
                      <a:cubicBezTo>
                        <a:pt x="41" y="75"/>
                        <a:pt x="41" y="75"/>
                        <a:pt x="41" y="75"/>
                      </a:cubicBezTo>
                      <a:cubicBezTo>
                        <a:pt x="33" y="79"/>
                        <a:pt x="25" y="81"/>
                        <a:pt x="16" y="81"/>
                      </a:cubicBezTo>
                      <a:cubicBezTo>
                        <a:pt x="41" y="106"/>
                        <a:pt x="41" y="106"/>
                        <a:pt x="41" y="106"/>
                      </a:cubicBezTo>
                      <a:cubicBezTo>
                        <a:pt x="55" y="120"/>
                        <a:pt x="78" y="120"/>
                        <a:pt x="92" y="106"/>
                      </a:cubicBezTo>
                      <a:cubicBezTo>
                        <a:pt x="97" y="101"/>
                        <a:pt x="97" y="101"/>
                        <a:pt x="97" y="101"/>
                      </a:cubicBezTo>
                      <a:cubicBezTo>
                        <a:pt x="111" y="87"/>
                        <a:pt x="111" y="64"/>
                        <a:pt x="97" y="5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18" name="Freeform 129"/>
                <p:cNvSpPr>
                  <a:spLocks/>
                </p:cNvSpPr>
                <p:nvPr/>
              </p:nvSpPr>
              <p:spPr bwMode="auto">
                <a:xfrm>
                  <a:off x="6694275" y="3078866"/>
                  <a:ext cx="236142" cy="217850"/>
                </a:xfrm>
                <a:custGeom>
                  <a:avLst/>
                  <a:gdLst>
                    <a:gd name="T0" fmla="*/ 30 w 120"/>
                    <a:gd name="T1" fmla="*/ 35 h 111"/>
                    <a:gd name="T2" fmla="*/ 35 w 120"/>
                    <a:gd name="T3" fmla="*/ 30 h 111"/>
                    <a:gd name="T4" fmla="*/ 55 w 120"/>
                    <a:gd name="T5" fmla="*/ 30 h 111"/>
                    <a:gd name="T6" fmla="*/ 91 w 120"/>
                    <a:gd name="T7" fmla="*/ 66 h 111"/>
                    <a:gd name="T8" fmla="*/ 91 w 120"/>
                    <a:gd name="T9" fmla="*/ 85 h 111"/>
                    <a:gd name="T10" fmla="*/ 80 w 120"/>
                    <a:gd name="T11" fmla="*/ 95 h 111"/>
                    <a:gd name="T12" fmla="*/ 80 w 120"/>
                    <a:gd name="T13" fmla="*/ 96 h 111"/>
                    <a:gd name="T14" fmla="*/ 95 w 120"/>
                    <a:gd name="T15" fmla="*/ 111 h 111"/>
                    <a:gd name="T16" fmla="*/ 96 w 120"/>
                    <a:gd name="T17" fmla="*/ 111 h 111"/>
                    <a:gd name="T18" fmla="*/ 106 w 120"/>
                    <a:gd name="T19" fmla="*/ 100 h 111"/>
                    <a:gd name="T20" fmla="*/ 106 w 120"/>
                    <a:gd name="T21" fmla="*/ 50 h 111"/>
                    <a:gd name="T22" fmla="*/ 70 w 120"/>
                    <a:gd name="T23" fmla="*/ 14 h 111"/>
                    <a:gd name="T24" fmla="*/ 20 w 120"/>
                    <a:gd name="T25" fmla="*/ 14 h 111"/>
                    <a:gd name="T26" fmla="*/ 14 w 120"/>
                    <a:gd name="T27" fmla="*/ 20 h 111"/>
                    <a:gd name="T28" fmla="*/ 14 w 120"/>
                    <a:gd name="T29" fmla="*/ 70 h 111"/>
                    <a:gd name="T30" fmla="*/ 39 w 120"/>
                    <a:gd name="T31" fmla="*/ 95 h 111"/>
                    <a:gd name="T32" fmla="*/ 46 w 120"/>
                    <a:gd name="T33" fmla="*/ 71 h 111"/>
                    <a:gd name="T34" fmla="*/ 30 w 120"/>
                    <a:gd name="T35" fmla="*/ 55 h 111"/>
                    <a:gd name="T36" fmla="*/ 30 w 120"/>
                    <a:gd name="T37" fmla="*/ 3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0" h="111">
                      <a:moveTo>
                        <a:pt x="30" y="35"/>
                      </a:moveTo>
                      <a:cubicBezTo>
                        <a:pt x="35" y="30"/>
                        <a:pt x="35" y="30"/>
                        <a:pt x="35" y="30"/>
                      </a:cubicBezTo>
                      <a:cubicBezTo>
                        <a:pt x="41" y="24"/>
                        <a:pt x="49" y="24"/>
                        <a:pt x="55" y="30"/>
                      </a:cubicBezTo>
                      <a:cubicBezTo>
                        <a:pt x="91" y="66"/>
                        <a:pt x="91" y="66"/>
                        <a:pt x="91" y="66"/>
                      </a:cubicBezTo>
                      <a:cubicBezTo>
                        <a:pt x="96" y="71"/>
                        <a:pt x="96" y="80"/>
                        <a:pt x="91" y="85"/>
                      </a:cubicBezTo>
                      <a:cubicBezTo>
                        <a:pt x="80" y="95"/>
                        <a:pt x="80" y="95"/>
                        <a:pt x="80" y="95"/>
                      </a:cubicBezTo>
                      <a:cubicBezTo>
                        <a:pt x="80" y="96"/>
                        <a:pt x="80" y="96"/>
                        <a:pt x="80" y="96"/>
                      </a:cubicBezTo>
                      <a:cubicBezTo>
                        <a:pt x="95" y="111"/>
                        <a:pt x="95" y="111"/>
                        <a:pt x="95" y="111"/>
                      </a:cubicBezTo>
                      <a:cubicBezTo>
                        <a:pt x="96" y="111"/>
                        <a:pt x="96" y="111"/>
                        <a:pt x="96" y="111"/>
                      </a:cubicBezTo>
                      <a:cubicBezTo>
                        <a:pt x="106" y="100"/>
                        <a:pt x="106" y="100"/>
                        <a:pt x="106" y="100"/>
                      </a:cubicBezTo>
                      <a:cubicBezTo>
                        <a:pt x="120" y="87"/>
                        <a:pt x="120" y="64"/>
                        <a:pt x="106" y="50"/>
                      </a:cubicBezTo>
                      <a:cubicBezTo>
                        <a:pt x="70" y="14"/>
                        <a:pt x="70" y="14"/>
                        <a:pt x="70" y="14"/>
                      </a:cubicBezTo>
                      <a:cubicBezTo>
                        <a:pt x="56" y="0"/>
                        <a:pt x="34" y="0"/>
                        <a:pt x="20" y="14"/>
                      </a:cubicBezTo>
                      <a:cubicBezTo>
                        <a:pt x="14" y="20"/>
                        <a:pt x="14" y="20"/>
                        <a:pt x="14" y="20"/>
                      </a:cubicBezTo>
                      <a:cubicBezTo>
                        <a:pt x="0" y="34"/>
                        <a:pt x="0" y="56"/>
                        <a:pt x="14" y="70"/>
                      </a:cubicBezTo>
                      <a:cubicBezTo>
                        <a:pt x="39" y="95"/>
                        <a:pt x="39" y="95"/>
                        <a:pt x="39" y="95"/>
                      </a:cubicBezTo>
                      <a:cubicBezTo>
                        <a:pt x="39" y="87"/>
                        <a:pt x="41" y="78"/>
                        <a:pt x="46" y="71"/>
                      </a:cubicBezTo>
                      <a:cubicBezTo>
                        <a:pt x="30" y="55"/>
                        <a:pt x="30" y="55"/>
                        <a:pt x="30" y="55"/>
                      </a:cubicBezTo>
                      <a:cubicBezTo>
                        <a:pt x="24" y="49"/>
                        <a:pt x="24" y="41"/>
                        <a:pt x="30"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19" name="Freeform 130"/>
                <p:cNvSpPr>
                  <a:spLocks/>
                </p:cNvSpPr>
                <p:nvPr/>
              </p:nvSpPr>
              <p:spPr bwMode="auto">
                <a:xfrm>
                  <a:off x="6784907" y="3198600"/>
                  <a:ext cx="220344" cy="222007"/>
                </a:xfrm>
                <a:custGeom>
                  <a:avLst/>
                  <a:gdLst>
                    <a:gd name="T0" fmla="*/ 112 w 112"/>
                    <a:gd name="T1" fmla="*/ 88 h 113"/>
                    <a:gd name="T2" fmla="*/ 96 w 112"/>
                    <a:gd name="T3" fmla="*/ 72 h 113"/>
                    <a:gd name="T4" fmla="*/ 85 w 112"/>
                    <a:gd name="T5" fmla="*/ 83 h 113"/>
                    <a:gd name="T6" fmla="*/ 66 w 112"/>
                    <a:gd name="T7" fmla="*/ 83 h 113"/>
                    <a:gd name="T8" fmla="*/ 30 w 112"/>
                    <a:gd name="T9" fmla="*/ 47 h 113"/>
                    <a:gd name="T10" fmla="*/ 30 w 112"/>
                    <a:gd name="T11" fmla="*/ 28 h 113"/>
                    <a:gd name="T12" fmla="*/ 42 w 112"/>
                    <a:gd name="T13" fmla="*/ 15 h 113"/>
                    <a:gd name="T14" fmla="*/ 27 w 112"/>
                    <a:gd name="T15" fmla="*/ 0 h 113"/>
                    <a:gd name="T16" fmla="*/ 14 w 112"/>
                    <a:gd name="T17" fmla="*/ 12 h 113"/>
                    <a:gd name="T18" fmla="*/ 14 w 112"/>
                    <a:gd name="T19" fmla="*/ 63 h 113"/>
                    <a:gd name="T20" fmla="*/ 50 w 112"/>
                    <a:gd name="T21" fmla="*/ 99 h 113"/>
                    <a:gd name="T22" fmla="*/ 101 w 112"/>
                    <a:gd name="T23" fmla="*/ 99 h 113"/>
                    <a:gd name="T24" fmla="*/ 112 w 112"/>
                    <a:gd name="T25" fmla="*/ 88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 h="113">
                      <a:moveTo>
                        <a:pt x="112" y="88"/>
                      </a:moveTo>
                      <a:cubicBezTo>
                        <a:pt x="96" y="72"/>
                        <a:pt x="96" y="72"/>
                        <a:pt x="96" y="72"/>
                      </a:cubicBezTo>
                      <a:cubicBezTo>
                        <a:pt x="85" y="83"/>
                        <a:pt x="85" y="83"/>
                        <a:pt x="85" y="83"/>
                      </a:cubicBezTo>
                      <a:cubicBezTo>
                        <a:pt x="80" y="88"/>
                        <a:pt x="71" y="88"/>
                        <a:pt x="66" y="83"/>
                      </a:cubicBezTo>
                      <a:cubicBezTo>
                        <a:pt x="30" y="47"/>
                        <a:pt x="30" y="47"/>
                        <a:pt x="30" y="47"/>
                      </a:cubicBezTo>
                      <a:cubicBezTo>
                        <a:pt x="25" y="42"/>
                        <a:pt x="25" y="33"/>
                        <a:pt x="30" y="28"/>
                      </a:cubicBezTo>
                      <a:cubicBezTo>
                        <a:pt x="42" y="15"/>
                        <a:pt x="42" y="15"/>
                        <a:pt x="42" y="15"/>
                      </a:cubicBezTo>
                      <a:cubicBezTo>
                        <a:pt x="27" y="0"/>
                        <a:pt x="27" y="0"/>
                        <a:pt x="27" y="0"/>
                      </a:cubicBezTo>
                      <a:cubicBezTo>
                        <a:pt x="14" y="12"/>
                        <a:pt x="14" y="12"/>
                        <a:pt x="14" y="12"/>
                      </a:cubicBezTo>
                      <a:cubicBezTo>
                        <a:pt x="0" y="26"/>
                        <a:pt x="0" y="49"/>
                        <a:pt x="14" y="63"/>
                      </a:cubicBezTo>
                      <a:cubicBezTo>
                        <a:pt x="50" y="99"/>
                        <a:pt x="50" y="99"/>
                        <a:pt x="50" y="99"/>
                      </a:cubicBezTo>
                      <a:cubicBezTo>
                        <a:pt x="64" y="113"/>
                        <a:pt x="87" y="113"/>
                        <a:pt x="101" y="99"/>
                      </a:cubicBezTo>
                      <a:lnTo>
                        <a:pt x="112" y="8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sp>
            <p:nvSpPr>
              <p:cNvPr id="111" name="Freeform 131"/>
              <p:cNvSpPr>
                <a:spLocks noEditPoints="1"/>
              </p:cNvSpPr>
              <p:nvPr/>
            </p:nvSpPr>
            <p:spPr bwMode="auto">
              <a:xfrm>
                <a:off x="3666831" y="780636"/>
                <a:ext cx="234479" cy="233648"/>
              </a:xfrm>
              <a:custGeom>
                <a:avLst/>
                <a:gdLst>
                  <a:gd name="T0" fmla="*/ 118 w 119"/>
                  <a:gd name="T1" fmla="*/ 53 h 119"/>
                  <a:gd name="T2" fmla="*/ 111 w 119"/>
                  <a:gd name="T3" fmla="*/ 50 h 119"/>
                  <a:gd name="T4" fmla="*/ 103 w 119"/>
                  <a:gd name="T5" fmla="*/ 30 h 119"/>
                  <a:gd name="T6" fmla="*/ 106 w 119"/>
                  <a:gd name="T7" fmla="*/ 23 h 119"/>
                  <a:gd name="T8" fmla="*/ 106 w 119"/>
                  <a:gd name="T9" fmla="*/ 22 h 119"/>
                  <a:gd name="T10" fmla="*/ 101 w 119"/>
                  <a:gd name="T11" fmla="*/ 18 h 119"/>
                  <a:gd name="T12" fmla="*/ 97 w 119"/>
                  <a:gd name="T13" fmla="*/ 14 h 119"/>
                  <a:gd name="T14" fmla="*/ 96 w 119"/>
                  <a:gd name="T15" fmla="*/ 13 h 119"/>
                  <a:gd name="T16" fmla="*/ 89 w 119"/>
                  <a:gd name="T17" fmla="*/ 16 h 119"/>
                  <a:gd name="T18" fmla="*/ 69 w 119"/>
                  <a:gd name="T19" fmla="*/ 8 h 119"/>
                  <a:gd name="T20" fmla="*/ 66 w 119"/>
                  <a:gd name="T21" fmla="*/ 1 h 119"/>
                  <a:gd name="T22" fmla="*/ 66 w 119"/>
                  <a:gd name="T23" fmla="*/ 0 h 119"/>
                  <a:gd name="T24" fmla="*/ 59 w 119"/>
                  <a:gd name="T25" fmla="*/ 0 h 119"/>
                  <a:gd name="T26" fmla="*/ 53 w 119"/>
                  <a:gd name="T27" fmla="*/ 0 h 119"/>
                  <a:gd name="T28" fmla="*/ 52 w 119"/>
                  <a:gd name="T29" fmla="*/ 1 h 119"/>
                  <a:gd name="T30" fmla="*/ 49 w 119"/>
                  <a:gd name="T31" fmla="*/ 8 h 119"/>
                  <a:gd name="T32" fmla="*/ 29 w 119"/>
                  <a:gd name="T33" fmla="*/ 16 h 119"/>
                  <a:gd name="T34" fmla="*/ 22 w 119"/>
                  <a:gd name="T35" fmla="*/ 13 h 119"/>
                  <a:gd name="T36" fmla="*/ 22 w 119"/>
                  <a:gd name="T37" fmla="*/ 13 h 119"/>
                  <a:gd name="T38" fmla="*/ 17 w 119"/>
                  <a:gd name="T39" fmla="*/ 18 h 119"/>
                  <a:gd name="T40" fmla="*/ 13 w 119"/>
                  <a:gd name="T41" fmla="*/ 22 h 119"/>
                  <a:gd name="T42" fmla="*/ 13 w 119"/>
                  <a:gd name="T43" fmla="*/ 23 h 119"/>
                  <a:gd name="T44" fmla="*/ 15 w 119"/>
                  <a:gd name="T45" fmla="*/ 30 h 119"/>
                  <a:gd name="T46" fmla="*/ 7 w 119"/>
                  <a:gd name="T47" fmla="*/ 50 h 119"/>
                  <a:gd name="T48" fmla="*/ 0 w 119"/>
                  <a:gd name="T49" fmla="*/ 53 h 119"/>
                  <a:gd name="T50" fmla="*/ 0 w 119"/>
                  <a:gd name="T51" fmla="*/ 53 h 119"/>
                  <a:gd name="T52" fmla="*/ 0 w 119"/>
                  <a:gd name="T53" fmla="*/ 60 h 119"/>
                  <a:gd name="T54" fmla="*/ 0 w 119"/>
                  <a:gd name="T55" fmla="*/ 66 h 119"/>
                  <a:gd name="T56" fmla="*/ 0 w 119"/>
                  <a:gd name="T57" fmla="*/ 67 h 119"/>
                  <a:gd name="T58" fmla="*/ 7 w 119"/>
                  <a:gd name="T59" fmla="*/ 69 h 119"/>
                  <a:gd name="T60" fmla="*/ 15 w 119"/>
                  <a:gd name="T61" fmla="*/ 90 h 119"/>
                  <a:gd name="T62" fmla="*/ 12 w 119"/>
                  <a:gd name="T63" fmla="*/ 97 h 119"/>
                  <a:gd name="T64" fmla="*/ 12 w 119"/>
                  <a:gd name="T65" fmla="*/ 97 h 119"/>
                  <a:gd name="T66" fmla="*/ 17 w 119"/>
                  <a:gd name="T67" fmla="*/ 102 h 119"/>
                  <a:gd name="T68" fmla="*/ 21 w 119"/>
                  <a:gd name="T69" fmla="*/ 106 h 119"/>
                  <a:gd name="T70" fmla="*/ 22 w 119"/>
                  <a:gd name="T71" fmla="*/ 106 h 119"/>
                  <a:gd name="T72" fmla="*/ 29 w 119"/>
                  <a:gd name="T73" fmla="*/ 104 h 119"/>
                  <a:gd name="T74" fmla="*/ 49 w 119"/>
                  <a:gd name="T75" fmla="*/ 112 h 119"/>
                  <a:gd name="T76" fmla="*/ 52 w 119"/>
                  <a:gd name="T77" fmla="*/ 119 h 119"/>
                  <a:gd name="T78" fmla="*/ 52 w 119"/>
                  <a:gd name="T79" fmla="*/ 119 h 119"/>
                  <a:gd name="T80" fmla="*/ 59 w 119"/>
                  <a:gd name="T81" fmla="*/ 119 h 119"/>
                  <a:gd name="T82" fmla="*/ 65 w 119"/>
                  <a:gd name="T83" fmla="*/ 119 h 119"/>
                  <a:gd name="T84" fmla="*/ 66 w 119"/>
                  <a:gd name="T85" fmla="*/ 119 h 119"/>
                  <a:gd name="T86" fmla="*/ 69 w 119"/>
                  <a:gd name="T87" fmla="*/ 112 h 119"/>
                  <a:gd name="T88" fmla="*/ 89 w 119"/>
                  <a:gd name="T89" fmla="*/ 104 h 119"/>
                  <a:gd name="T90" fmla="*/ 96 w 119"/>
                  <a:gd name="T91" fmla="*/ 107 h 119"/>
                  <a:gd name="T92" fmla="*/ 96 w 119"/>
                  <a:gd name="T93" fmla="*/ 107 h 119"/>
                  <a:gd name="T94" fmla="*/ 101 w 119"/>
                  <a:gd name="T95" fmla="*/ 102 h 119"/>
                  <a:gd name="T96" fmla="*/ 105 w 119"/>
                  <a:gd name="T97" fmla="*/ 98 h 119"/>
                  <a:gd name="T98" fmla="*/ 106 w 119"/>
                  <a:gd name="T99" fmla="*/ 97 h 119"/>
                  <a:gd name="T100" fmla="*/ 103 w 119"/>
                  <a:gd name="T101" fmla="*/ 90 h 119"/>
                  <a:gd name="T102" fmla="*/ 111 w 119"/>
                  <a:gd name="T103" fmla="*/ 70 h 119"/>
                  <a:gd name="T104" fmla="*/ 118 w 119"/>
                  <a:gd name="T105" fmla="*/ 67 h 119"/>
                  <a:gd name="T106" fmla="*/ 119 w 119"/>
                  <a:gd name="T107" fmla="*/ 67 h 119"/>
                  <a:gd name="T108" fmla="*/ 119 w 119"/>
                  <a:gd name="T109" fmla="*/ 60 h 119"/>
                  <a:gd name="T110" fmla="*/ 119 w 119"/>
                  <a:gd name="T111" fmla="*/ 54 h 119"/>
                  <a:gd name="T112" fmla="*/ 118 w 119"/>
                  <a:gd name="T113" fmla="*/ 53 h 119"/>
                  <a:gd name="T114" fmla="*/ 59 w 119"/>
                  <a:gd name="T115" fmla="*/ 92 h 119"/>
                  <a:gd name="T116" fmla="*/ 27 w 119"/>
                  <a:gd name="T117" fmla="*/ 60 h 119"/>
                  <a:gd name="T118" fmla="*/ 59 w 119"/>
                  <a:gd name="T119" fmla="*/ 28 h 119"/>
                  <a:gd name="T120" fmla="*/ 91 w 119"/>
                  <a:gd name="T121" fmla="*/ 60 h 119"/>
                  <a:gd name="T122" fmla="*/ 59 w 119"/>
                  <a:gd name="T123" fmla="*/ 9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 h="119">
                    <a:moveTo>
                      <a:pt x="118" y="53"/>
                    </a:moveTo>
                    <a:cubicBezTo>
                      <a:pt x="111" y="50"/>
                      <a:pt x="111" y="50"/>
                      <a:pt x="111" y="50"/>
                    </a:cubicBezTo>
                    <a:cubicBezTo>
                      <a:pt x="110" y="43"/>
                      <a:pt x="107" y="36"/>
                      <a:pt x="103" y="30"/>
                    </a:cubicBezTo>
                    <a:cubicBezTo>
                      <a:pt x="106" y="23"/>
                      <a:pt x="106" y="23"/>
                      <a:pt x="106" y="23"/>
                    </a:cubicBezTo>
                    <a:cubicBezTo>
                      <a:pt x="106" y="22"/>
                      <a:pt x="106" y="22"/>
                      <a:pt x="106" y="22"/>
                    </a:cubicBezTo>
                    <a:cubicBezTo>
                      <a:pt x="101" y="18"/>
                      <a:pt x="101" y="18"/>
                      <a:pt x="101" y="18"/>
                    </a:cubicBezTo>
                    <a:cubicBezTo>
                      <a:pt x="97" y="14"/>
                      <a:pt x="97" y="14"/>
                      <a:pt x="97" y="14"/>
                    </a:cubicBezTo>
                    <a:cubicBezTo>
                      <a:pt x="96" y="13"/>
                      <a:pt x="96" y="13"/>
                      <a:pt x="96" y="13"/>
                    </a:cubicBezTo>
                    <a:cubicBezTo>
                      <a:pt x="89" y="16"/>
                      <a:pt x="89" y="16"/>
                      <a:pt x="89" y="16"/>
                    </a:cubicBezTo>
                    <a:cubicBezTo>
                      <a:pt x="83" y="12"/>
                      <a:pt x="76" y="9"/>
                      <a:pt x="69" y="8"/>
                    </a:cubicBezTo>
                    <a:cubicBezTo>
                      <a:pt x="66" y="1"/>
                      <a:pt x="66" y="1"/>
                      <a:pt x="66" y="1"/>
                    </a:cubicBezTo>
                    <a:cubicBezTo>
                      <a:pt x="66" y="0"/>
                      <a:pt x="66" y="0"/>
                      <a:pt x="66" y="0"/>
                    </a:cubicBezTo>
                    <a:cubicBezTo>
                      <a:pt x="59" y="0"/>
                      <a:pt x="59" y="0"/>
                      <a:pt x="59" y="0"/>
                    </a:cubicBezTo>
                    <a:cubicBezTo>
                      <a:pt x="53" y="0"/>
                      <a:pt x="53" y="0"/>
                      <a:pt x="53" y="0"/>
                    </a:cubicBezTo>
                    <a:cubicBezTo>
                      <a:pt x="52" y="1"/>
                      <a:pt x="52" y="1"/>
                      <a:pt x="52" y="1"/>
                    </a:cubicBezTo>
                    <a:cubicBezTo>
                      <a:pt x="49" y="8"/>
                      <a:pt x="49" y="8"/>
                      <a:pt x="49" y="8"/>
                    </a:cubicBezTo>
                    <a:cubicBezTo>
                      <a:pt x="42" y="9"/>
                      <a:pt x="35" y="12"/>
                      <a:pt x="29" y="16"/>
                    </a:cubicBezTo>
                    <a:cubicBezTo>
                      <a:pt x="22" y="13"/>
                      <a:pt x="22" y="13"/>
                      <a:pt x="22" y="13"/>
                    </a:cubicBezTo>
                    <a:cubicBezTo>
                      <a:pt x="22" y="13"/>
                      <a:pt x="22" y="13"/>
                      <a:pt x="22" y="13"/>
                    </a:cubicBezTo>
                    <a:cubicBezTo>
                      <a:pt x="17" y="18"/>
                      <a:pt x="17" y="18"/>
                      <a:pt x="17" y="18"/>
                    </a:cubicBezTo>
                    <a:cubicBezTo>
                      <a:pt x="13" y="22"/>
                      <a:pt x="13" y="22"/>
                      <a:pt x="13" y="22"/>
                    </a:cubicBezTo>
                    <a:cubicBezTo>
                      <a:pt x="13" y="23"/>
                      <a:pt x="13" y="23"/>
                      <a:pt x="13" y="23"/>
                    </a:cubicBezTo>
                    <a:cubicBezTo>
                      <a:pt x="15" y="30"/>
                      <a:pt x="15" y="30"/>
                      <a:pt x="15" y="30"/>
                    </a:cubicBezTo>
                    <a:cubicBezTo>
                      <a:pt x="11" y="36"/>
                      <a:pt x="8" y="42"/>
                      <a:pt x="7" y="50"/>
                    </a:cubicBezTo>
                    <a:cubicBezTo>
                      <a:pt x="0" y="53"/>
                      <a:pt x="0" y="53"/>
                      <a:pt x="0" y="53"/>
                    </a:cubicBezTo>
                    <a:cubicBezTo>
                      <a:pt x="0" y="53"/>
                      <a:pt x="0" y="53"/>
                      <a:pt x="0" y="53"/>
                    </a:cubicBezTo>
                    <a:cubicBezTo>
                      <a:pt x="0" y="60"/>
                      <a:pt x="0" y="60"/>
                      <a:pt x="0" y="60"/>
                    </a:cubicBezTo>
                    <a:cubicBezTo>
                      <a:pt x="0" y="66"/>
                      <a:pt x="0" y="66"/>
                      <a:pt x="0" y="66"/>
                    </a:cubicBezTo>
                    <a:cubicBezTo>
                      <a:pt x="0" y="67"/>
                      <a:pt x="0" y="67"/>
                      <a:pt x="0" y="67"/>
                    </a:cubicBezTo>
                    <a:cubicBezTo>
                      <a:pt x="7" y="69"/>
                      <a:pt x="7" y="69"/>
                      <a:pt x="7" y="69"/>
                    </a:cubicBezTo>
                    <a:cubicBezTo>
                      <a:pt x="8" y="77"/>
                      <a:pt x="11" y="84"/>
                      <a:pt x="15" y="90"/>
                    </a:cubicBezTo>
                    <a:cubicBezTo>
                      <a:pt x="12" y="97"/>
                      <a:pt x="12" y="97"/>
                      <a:pt x="12" y="97"/>
                    </a:cubicBezTo>
                    <a:cubicBezTo>
                      <a:pt x="12" y="97"/>
                      <a:pt x="12" y="97"/>
                      <a:pt x="12" y="97"/>
                    </a:cubicBezTo>
                    <a:cubicBezTo>
                      <a:pt x="17" y="102"/>
                      <a:pt x="17" y="102"/>
                      <a:pt x="17" y="102"/>
                    </a:cubicBezTo>
                    <a:cubicBezTo>
                      <a:pt x="21" y="106"/>
                      <a:pt x="21" y="106"/>
                      <a:pt x="21" y="106"/>
                    </a:cubicBezTo>
                    <a:cubicBezTo>
                      <a:pt x="22" y="106"/>
                      <a:pt x="22" y="106"/>
                      <a:pt x="22" y="106"/>
                    </a:cubicBezTo>
                    <a:cubicBezTo>
                      <a:pt x="29" y="104"/>
                      <a:pt x="29" y="104"/>
                      <a:pt x="29" y="104"/>
                    </a:cubicBezTo>
                    <a:cubicBezTo>
                      <a:pt x="35" y="108"/>
                      <a:pt x="42" y="111"/>
                      <a:pt x="49" y="112"/>
                    </a:cubicBezTo>
                    <a:cubicBezTo>
                      <a:pt x="52" y="119"/>
                      <a:pt x="52" y="119"/>
                      <a:pt x="52" y="119"/>
                    </a:cubicBezTo>
                    <a:cubicBezTo>
                      <a:pt x="52" y="119"/>
                      <a:pt x="52" y="119"/>
                      <a:pt x="52" y="119"/>
                    </a:cubicBezTo>
                    <a:cubicBezTo>
                      <a:pt x="59" y="119"/>
                      <a:pt x="59" y="119"/>
                      <a:pt x="59" y="119"/>
                    </a:cubicBezTo>
                    <a:cubicBezTo>
                      <a:pt x="65" y="119"/>
                      <a:pt x="65" y="119"/>
                      <a:pt x="65" y="119"/>
                    </a:cubicBezTo>
                    <a:cubicBezTo>
                      <a:pt x="66" y="119"/>
                      <a:pt x="66" y="119"/>
                      <a:pt x="66" y="119"/>
                    </a:cubicBezTo>
                    <a:cubicBezTo>
                      <a:pt x="69" y="112"/>
                      <a:pt x="69" y="112"/>
                      <a:pt x="69" y="112"/>
                    </a:cubicBezTo>
                    <a:cubicBezTo>
                      <a:pt x="76" y="111"/>
                      <a:pt x="83" y="108"/>
                      <a:pt x="89" y="104"/>
                    </a:cubicBezTo>
                    <a:cubicBezTo>
                      <a:pt x="96" y="107"/>
                      <a:pt x="96" y="107"/>
                      <a:pt x="96" y="107"/>
                    </a:cubicBezTo>
                    <a:cubicBezTo>
                      <a:pt x="96" y="107"/>
                      <a:pt x="96" y="107"/>
                      <a:pt x="96" y="107"/>
                    </a:cubicBezTo>
                    <a:cubicBezTo>
                      <a:pt x="101" y="102"/>
                      <a:pt x="101" y="102"/>
                      <a:pt x="101" y="102"/>
                    </a:cubicBezTo>
                    <a:cubicBezTo>
                      <a:pt x="105" y="98"/>
                      <a:pt x="105" y="98"/>
                      <a:pt x="105" y="98"/>
                    </a:cubicBezTo>
                    <a:cubicBezTo>
                      <a:pt x="106" y="97"/>
                      <a:pt x="106" y="97"/>
                      <a:pt x="106" y="97"/>
                    </a:cubicBezTo>
                    <a:cubicBezTo>
                      <a:pt x="103" y="90"/>
                      <a:pt x="103" y="90"/>
                      <a:pt x="103" y="90"/>
                    </a:cubicBezTo>
                    <a:cubicBezTo>
                      <a:pt x="107" y="84"/>
                      <a:pt x="110" y="77"/>
                      <a:pt x="111" y="70"/>
                    </a:cubicBezTo>
                    <a:cubicBezTo>
                      <a:pt x="118" y="67"/>
                      <a:pt x="118" y="67"/>
                      <a:pt x="118" y="67"/>
                    </a:cubicBezTo>
                    <a:cubicBezTo>
                      <a:pt x="119" y="67"/>
                      <a:pt x="119" y="67"/>
                      <a:pt x="119" y="67"/>
                    </a:cubicBezTo>
                    <a:cubicBezTo>
                      <a:pt x="119" y="60"/>
                      <a:pt x="119" y="60"/>
                      <a:pt x="119" y="60"/>
                    </a:cubicBezTo>
                    <a:cubicBezTo>
                      <a:pt x="119" y="54"/>
                      <a:pt x="119" y="54"/>
                      <a:pt x="119" y="54"/>
                    </a:cubicBezTo>
                    <a:lnTo>
                      <a:pt x="118" y="53"/>
                    </a:lnTo>
                    <a:close/>
                    <a:moveTo>
                      <a:pt x="59" y="92"/>
                    </a:moveTo>
                    <a:cubicBezTo>
                      <a:pt x="41" y="92"/>
                      <a:pt x="27" y="78"/>
                      <a:pt x="27" y="60"/>
                    </a:cubicBezTo>
                    <a:cubicBezTo>
                      <a:pt x="27" y="42"/>
                      <a:pt x="41" y="28"/>
                      <a:pt x="59" y="28"/>
                    </a:cubicBezTo>
                    <a:cubicBezTo>
                      <a:pt x="77" y="28"/>
                      <a:pt x="91" y="42"/>
                      <a:pt x="91" y="60"/>
                    </a:cubicBezTo>
                    <a:cubicBezTo>
                      <a:pt x="91" y="78"/>
                      <a:pt x="77" y="92"/>
                      <a:pt x="59" y="92"/>
                    </a:cubicBezTo>
                    <a:close/>
                  </a:path>
                </a:pathLst>
              </a:custGeom>
              <a:solidFill>
                <a:srgbClr val="F3F8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12" name="Freeform 132"/>
              <p:cNvSpPr>
                <a:spLocks noEditPoints="1"/>
              </p:cNvSpPr>
              <p:nvPr/>
            </p:nvSpPr>
            <p:spPr bwMode="auto">
              <a:xfrm>
                <a:off x="6777424" y="976867"/>
                <a:ext cx="302661" cy="440688"/>
              </a:xfrm>
              <a:custGeom>
                <a:avLst/>
                <a:gdLst>
                  <a:gd name="T0" fmla="*/ 150 w 154"/>
                  <a:gd name="T1" fmla="*/ 215 h 224"/>
                  <a:gd name="T2" fmla="*/ 153 w 154"/>
                  <a:gd name="T3" fmla="*/ 214 h 224"/>
                  <a:gd name="T4" fmla="*/ 154 w 154"/>
                  <a:gd name="T5" fmla="*/ 211 h 224"/>
                  <a:gd name="T6" fmla="*/ 95 w 154"/>
                  <a:gd name="T7" fmla="*/ 84 h 224"/>
                  <a:gd name="T8" fmla="*/ 105 w 154"/>
                  <a:gd name="T9" fmla="*/ 63 h 224"/>
                  <a:gd name="T10" fmla="*/ 86 w 154"/>
                  <a:gd name="T11" fmla="*/ 37 h 224"/>
                  <a:gd name="T12" fmla="*/ 86 w 154"/>
                  <a:gd name="T13" fmla="*/ 11 h 224"/>
                  <a:gd name="T14" fmla="*/ 82 w 154"/>
                  <a:gd name="T15" fmla="*/ 8 h 224"/>
                  <a:gd name="T16" fmla="*/ 80 w 154"/>
                  <a:gd name="T17" fmla="*/ 8 h 224"/>
                  <a:gd name="T18" fmla="*/ 80 w 154"/>
                  <a:gd name="T19" fmla="*/ 3 h 224"/>
                  <a:gd name="T20" fmla="*/ 77 w 154"/>
                  <a:gd name="T21" fmla="*/ 0 h 224"/>
                  <a:gd name="T22" fmla="*/ 74 w 154"/>
                  <a:gd name="T23" fmla="*/ 3 h 224"/>
                  <a:gd name="T24" fmla="*/ 74 w 154"/>
                  <a:gd name="T25" fmla="*/ 8 h 224"/>
                  <a:gd name="T26" fmla="*/ 72 w 154"/>
                  <a:gd name="T27" fmla="*/ 8 h 224"/>
                  <a:gd name="T28" fmla="*/ 68 w 154"/>
                  <a:gd name="T29" fmla="*/ 11 h 224"/>
                  <a:gd name="T30" fmla="*/ 68 w 154"/>
                  <a:gd name="T31" fmla="*/ 37 h 224"/>
                  <a:gd name="T32" fmla="*/ 49 w 154"/>
                  <a:gd name="T33" fmla="*/ 63 h 224"/>
                  <a:gd name="T34" fmla="*/ 59 w 154"/>
                  <a:gd name="T35" fmla="*/ 84 h 224"/>
                  <a:gd name="T36" fmla="*/ 0 w 154"/>
                  <a:gd name="T37" fmla="*/ 211 h 224"/>
                  <a:gd name="T38" fmla="*/ 2 w 154"/>
                  <a:gd name="T39" fmla="*/ 214 h 224"/>
                  <a:gd name="T40" fmla="*/ 4 w 154"/>
                  <a:gd name="T41" fmla="*/ 215 h 224"/>
                  <a:gd name="T42" fmla="*/ 0 w 154"/>
                  <a:gd name="T43" fmla="*/ 224 h 224"/>
                  <a:gd name="T44" fmla="*/ 5 w 154"/>
                  <a:gd name="T45" fmla="*/ 216 h 224"/>
                  <a:gd name="T46" fmla="*/ 8 w 154"/>
                  <a:gd name="T47" fmla="*/ 217 h 224"/>
                  <a:gd name="T48" fmla="*/ 11 w 154"/>
                  <a:gd name="T49" fmla="*/ 216 h 224"/>
                  <a:gd name="T50" fmla="*/ 47 w 154"/>
                  <a:gd name="T51" fmla="*/ 136 h 224"/>
                  <a:gd name="T52" fmla="*/ 77 w 154"/>
                  <a:gd name="T53" fmla="*/ 145 h 224"/>
                  <a:gd name="T54" fmla="*/ 107 w 154"/>
                  <a:gd name="T55" fmla="*/ 136 h 224"/>
                  <a:gd name="T56" fmla="*/ 143 w 154"/>
                  <a:gd name="T57" fmla="*/ 216 h 224"/>
                  <a:gd name="T58" fmla="*/ 146 w 154"/>
                  <a:gd name="T59" fmla="*/ 217 h 224"/>
                  <a:gd name="T60" fmla="*/ 149 w 154"/>
                  <a:gd name="T61" fmla="*/ 216 h 224"/>
                  <a:gd name="T62" fmla="*/ 154 w 154"/>
                  <a:gd name="T63" fmla="*/ 224 h 224"/>
                  <a:gd name="T64" fmla="*/ 150 w 154"/>
                  <a:gd name="T65" fmla="*/ 215 h 224"/>
                  <a:gd name="T66" fmla="*/ 77 w 154"/>
                  <a:gd name="T67" fmla="*/ 46 h 224"/>
                  <a:gd name="T68" fmla="*/ 94 w 154"/>
                  <a:gd name="T69" fmla="*/ 63 h 224"/>
                  <a:gd name="T70" fmla="*/ 77 w 154"/>
                  <a:gd name="T71" fmla="*/ 80 h 224"/>
                  <a:gd name="T72" fmla="*/ 60 w 154"/>
                  <a:gd name="T73" fmla="*/ 63 h 224"/>
                  <a:gd name="T74" fmla="*/ 77 w 154"/>
                  <a:gd name="T75" fmla="*/ 46 h 224"/>
                  <a:gd name="T76" fmla="*/ 77 w 154"/>
                  <a:gd name="T77" fmla="*/ 137 h 224"/>
                  <a:gd name="T78" fmla="*/ 51 w 154"/>
                  <a:gd name="T79" fmla="*/ 129 h 224"/>
                  <a:gd name="T80" fmla="*/ 69 w 154"/>
                  <a:gd name="T81" fmla="*/ 90 h 224"/>
                  <a:gd name="T82" fmla="*/ 77 w 154"/>
                  <a:gd name="T83" fmla="*/ 91 h 224"/>
                  <a:gd name="T84" fmla="*/ 85 w 154"/>
                  <a:gd name="T85" fmla="*/ 90 h 224"/>
                  <a:gd name="T86" fmla="*/ 103 w 154"/>
                  <a:gd name="T87" fmla="*/ 129 h 224"/>
                  <a:gd name="T88" fmla="*/ 77 w 154"/>
                  <a:gd name="T89" fmla="*/ 137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4" h="224">
                    <a:moveTo>
                      <a:pt x="150" y="215"/>
                    </a:moveTo>
                    <a:cubicBezTo>
                      <a:pt x="153" y="214"/>
                      <a:pt x="153" y="214"/>
                      <a:pt x="153" y="214"/>
                    </a:cubicBezTo>
                    <a:cubicBezTo>
                      <a:pt x="154" y="213"/>
                      <a:pt x="154" y="212"/>
                      <a:pt x="154" y="211"/>
                    </a:cubicBezTo>
                    <a:cubicBezTo>
                      <a:pt x="95" y="84"/>
                      <a:pt x="95" y="84"/>
                      <a:pt x="95" y="84"/>
                    </a:cubicBezTo>
                    <a:cubicBezTo>
                      <a:pt x="101" y="79"/>
                      <a:pt x="105" y="72"/>
                      <a:pt x="105" y="63"/>
                    </a:cubicBezTo>
                    <a:cubicBezTo>
                      <a:pt x="105" y="51"/>
                      <a:pt x="97" y="41"/>
                      <a:pt x="86" y="37"/>
                    </a:cubicBezTo>
                    <a:cubicBezTo>
                      <a:pt x="86" y="11"/>
                      <a:pt x="86" y="11"/>
                      <a:pt x="86" y="11"/>
                    </a:cubicBezTo>
                    <a:cubicBezTo>
                      <a:pt x="86" y="9"/>
                      <a:pt x="84" y="8"/>
                      <a:pt x="82" y="8"/>
                    </a:cubicBezTo>
                    <a:cubicBezTo>
                      <a:pt x="80" y="8"/>
                      <a:pt x="80" y="8"/>
                      <a:pt x="80" y="8"/>
                    </a:cubicBezTo>
                    <a:cubicBezTo>
                      <a:pt x="80" y="3"/>
                      <a:pt x="80" y="3"/>
                      <a:pt x="80" y="3"/>
                    </a:cubicBezTo>
                    <a:cubicBezTo>
                      <a:pt x="80" y="1"/>
                      <a:pt x="79" y="0"/>
                      <a:pt x="77" y="0"/>
                    </a:cubicBezTo>
                    <a:cubicBezTo>
                      <a:pt x="75" y="0"/>
                      <a:pt x="74" y="1"/>
                      <a:pt x="74" y="3"/>
                    </a:cubicBezTo>
                    <a:cubicBezTo>
                      <a:pt x="74" y="8"/>
                      <a:pt x="74" y="8"/>
                      <a:pt x="74" y="8"/>
                    </a:cubicBezTo>
                    <a:cubicBezTo>
                      <a:pt x="72" y="8"/>
                      <a:pt x="72" y="8"/>
                      <a:pt x="72" y="8"/>
                    </a:cubicBezTo>
                    <a:cubicBezTo>
                      <a:pt x="70" y="8"/>
                      <a:pt x="68" y="9"/>
                      <a:pt x="68" y="11"/>
                    </a:cubicBezTo>
                    <a:cubicBezTo>
                      <a:pt x="68" y="37"/>
                      <a:pt x="68" y="37"/>
                      <a:pt x="68" y="37"/>
                    </a:cubicBezTo>
                    <a:cubicBezTo>
                      <a:pt x="57" y="41"/>
                      <a:pt x="49" y="51"/>
                      <a:pt x="49" y="63"/>
                    </a:cubicBezTo>
                    <a:cubicBezTo>
                      <a:pt x="49" y="72"/>
                      <a:pt x="53" y="79"/>
                      <a:pt x="59" y="84"/>
                    </a:cubicBezTo>
                    <a:cubicBezTo>
                      <a:pt x="0" y="211"/>
                      <a:pt x="0" y="211"/>
                      <a:pt x="0" y="211"/>
                    </a:cubicBezTo>
                    <a:cubicBezTo>
                      <a:pt x="0" y="212"/>
                      <a:pt x="0" y="213"/>
                      <a:pt x="2" y="214"/>
                    </a:cubicBezTo>
                    <a:cubicBezTo>
                      <a:pt x="4" y="215"/>
                      <a:pt x="4" y="215"/>
                      <a:pt x="4" y="215"/>
                    </a:cubicBezTo>
                    <a:cubicBezTo>
                      <a:pt x="0" y="224"/>
                      <a:pt x="0" y="224"/>
                      <a:pt x="0" y="224"/>
                    </a:cubicBezTo>
                    <a:cubicBezTo>
                      <a:pt x="5" y="216"/>
                      <a:pt x="5" y="216"/>
                      <a:pt x="5" y="216"/>
                    </a:cubicBezTo>
                    <a:cubicBezTo>
                      <a:pt x="8" y="217"/>
                      <a:pt x="8" y="217"/>
                      <a:pt x="8" y="217"/>
                    </a:cubicBezTo>
                    <a:cubicBezTo>
                      <a:pt x="9" y="217"/>
                      <a:pt x="10" y="217"/>
                      <a:pt x="11" y="216"/>
                    </a:cubicBezTo>
                    <a:cubicBezTo>
                      <a:pt x="47" y="136"/>
                      <a:pt x="47" y="136"/>
                      <a:pt x="47" y="136"/>
                    </a:cubicBezTo>
                    <a:cubicBezTo>
                      <a:pt x="56" y="142"/>
                      <a:pt x="66" y="145"/>
                      <a:pt x="77" y="145"/>
                    </a:cubicBezTo>
                    <a:cubicBezTo>
                      <a:pt x="88" y="145"/>
                      <a:pt x="98" y="142"/>
                      <a:pt x="107" y="136"/>
                    </a:cubicBezTo>
                    <a:cubicBezTo>
                      <a:pt x="143" y="216"/>
                      <a:pt x="143" y="216"/>
                      <a:pt x="143" y="216"/>
                    </a:cubicBezTo>
                    <a:cubicBezTo>
                      <a:pt x="144" y="217"/>
                      <a:pt x="145" y="217"/>
                      <a:pt x="146" y="217"/>
                    </a:cubicBezTo>
                    <a:cubicBezTo>
                      <a:pt x="149" y="216"/>
                      <a:pt x="149" y="216"/>
                      <a:pt x="149" y="216"/>
                    </a:cubicBezTo>
                    <a:cubicBezTo>
                      <a:pt x="154" y="224"/>
                      <a:pt x="154" y="224"/>
                      <a:pt x="154" y="224"/>
                    </a:cubicBezTo>
                    <a:lnTo>
                      <a:pt x="150" y="215"/>
                    </a:lnTo>
                    <a:close/>
                    <a:moveTo>
                      <a:pt x="77" y="46"/>
                    </a:moveTo>
                    <a:cubicBezTo>
                      <a:pt x="86" y="46"/>
                      <a:pt x="94" y="54"/>
                      <a:pt x="94" y="63"/>
                    </a:cubicBezTo>
                    <a:cubicBezTo>
                      <a:pt x="94" y="73"/>
                      <a:pt x="86" y="80"/>
                      <a:pt x="77" y="80"/>
                    </a:cubicBezTo>
                    <a:cubicBezTo>
                      <a:pt x="68" y="80"/>
                      <a:pt x="60" y="73"/>
                      <a:pt x="60" y="63"/>
                    </a:cubicBezTo>
                    <a:cubicBezTo>
                      <a:pt x="60" y="54"/>
                      <a:pt x="68" y="46"/>
                      <a:pt x="77" y="46"/>
                    </a:cubicBezTo>
                    <a:close/>
                    <a:moveTo>
                      <a:pt x="77" y="137"/>
                    </a:moveTo>
                    <a:cubicBezTo>
                      <a:pt x="67" y="137"/>
                      <a:pt x="58" y="134"/>
                      <a:pt x="51" y="129"/>
                    </a:cubicBezTo>
                    <a:cubicBezTo>
                      <a:pt x="69" y="90"/>
                      <a:pt x="69" y="90"/>
                      <a:pt x="69" y="90"/>
                    </a:cubicBezTo>
                    <a:cubicBezTo>
                      <a:pt x="71" y="90"/>
                      <a:pt x="74" y="91"/>
                      <a:pt x="77" y="91"/>
                    </a:cubicBezTo>
                    <a:cubicBezTo>
                      <a:pt x="80" y="91"/>
                      <a:pt x="83" y="90"/>
                      <a:pt x="85" y="90"/>
                    </a:cubicBezTo>
                    <a:cubicBezTo>
                      <a:pt x="103" y="129"/>
                      <a:pt x="103" y="129"/>
                      <a:pt x="103" y="129"/>
                    </a:cubicBezTo>
                    <a:cubicBezTo>
                      <a:pt x="96" y="134"/>
                      <a:pt x="87" y="137"/>
                      <a:pt x="77" y="1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13" name="Freeform 133"/>
              <p:cNvSpPr>
                <a:spLocks noEditPoints="1"/>
              </p:cNvSpPr>
              <p:nvPr/>
            </p:nvSpPr>
            <p:spPr bwMode="auto">
              <a:xfrm>
                <a:off x="7561516" y="2614896"/>
                <a:ext cx="218681" cy="379158"/>
              </a:xfrm>
              <a:custGeom>
                <a:avLst/>
                <a:gdLst>
                  <a:gd name="T0" fmla="*/ 102 w 111"/>
                  <a:gd name="T1" fmla="*/ 64 h 193"/>
                  <a:gd name="T2" fmla="*/ 77 w 111"/>
                  <a:gd name="T3" fmla="*/ 8 h 193"/>
                  <a:gd name="T4" fmla="*/ 21 w 111"/>
                  <a:gd name="T5" fmla="*/ 33 h 193"/>
                  <a:gd name="T6" fmla="*/ 42 w 111"/>
                  <a:gd name="T7" fmla="*/ 87 h 193"/>
                  <a:gd name="T8" fmla="*/ 32 w 111"/>
                  <a:gd name="T9" fmla="*/ 115 h 193"/>
                  <a:gd name="T10" fmla="*/ 31 w 111"/>
                  <a:gd name="T11" fmla="*/ 115 h 193"/>
                  <a:gd name="T12" fmla="*/ 26 w 111"/>
                  <a:gd name="T13" fmla="*/ 117 h 193"/>
                  <a:gd name="T14" fmla="*/ 1 w 111"/>
                  <a:gd name="T15" fmla="*/ 183 h 193"/>
                  <a:gd name="T16" fmla="*/ 3 w 111"/>
                  <a:gd name="T17" fmla="*/ 188 h 193"/>
                  <a:gd name="T18" fmla="*/ 13 w 111"/>
                  <a:gd name="T19" fmla="*/ 192 h 193"/>
                  <a:gd name="T20" fmla="*/ 18 w 111"/>
                  <a:gd name="T21" fmla="*/ 190 h 193"/>
                  <a:gd name="T22" fmla="*/ 43 w 111"/>
                  <a:gd name="T23" fmla="*/ 124 h 193"/>
                  <a:gd name="T24" fmla="*/ 41 w 111"/>
                  <a:gd name="T25" fmla="*/ 119 h 193"/>
                  <a:gd name="T26" fmla="*/ 40 w 111"/>
                  <a:gd name="T27" fmla="*/ 118 h 193"/>
                  <a:gd name="T28" fmla="*/ 50 w 111"/>
                  <a:gd name="T29" fmla="*/ 91 h 193"/>
                  <a:gd name="T30" fmla="*/ 102 w 111"/>
                  <a:gd name="T31" fmla="*/ 64 h 193"/>
                  <a:gd name="T32" fmla="*/ 30 w 111"/>
                  <a:gd name="T33" fmla="*/ 37 h 193"/>
                  <a:gd name="T34" fmla="*/ 74 w 111"/>
                  <a:gd name="T35" fmla="*/ 17 h 193"/>
                  <a:gd name="T36" fmla="*/ 93 w 111"/>
                  <a:gd name="T37" fmla="*/ 61 h 193"/>
                  <a:gd name="T38" fmla="*/ 50 w 111"/>
                  <a:gd name="T39" fmla="*/ 80 h 193"/>
                  <a:gd name="T40" fmla="*/ 30 w 111"/>
                  <a:gd name="T41" fmla="*/ 3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1" h="193">
                    <a:moveTo>
                      <a:pt x="102" y="64"/>
                    </a:moveTo>
                    <a:cubicBezTo>
                      <a:pt x="111" y="42"/>
                      <a:pt x="99" y="17"/>
                      <a:pt x="77" y="8"/>
                    </a:cubicBezTo>
                    <a:cubicBezTo>
                      <a:pt x="54" y="0"/>
                      <a:pt x="30" y="11"/>
                      <a:pt x="21" y="33"/>
                    </a:cubicBezTo>
                    <a:cubicBezTo>
                      <a:pt x="13" y="54"/>
                      <a:pt x="23" y="78"/>
                      <a:pt x="42" y="87"/>
                    </a:cubicBezTo>
                    <a:cubicBezTo>
                      <a:pt x="32" y="115"/>
                      <a:pt x="32" y="115"/>
                      <a:pt x="32" y="115"/>
                    </a:cubicBezTo>
                    <a:cubicBezTo>
                      <a:pt x="31" y="115"/>
                      <a:pt x="31" y="115"/>
                      <a:pt x="31" y="115"/>
                    </a:cubicBezTo>
                    <a:cubicBezTo>
                      <a:pt x="29" y="114"/>
                      <a:pt x="26" y="115"/>
                      <a:pt x="26" y="117"/>
                    </a:cubicBezTo>
                    <a:cubicBezTo>
                      <a:pt x="1" y="183"/>
                      <a:pt x="1" y="183"/>
                      <a:pt x="1" y="183"/>
                    </a:cubicBezTo>
                    <a:cubicBezTo>
                      <a:pt x="0" y="185"/>
                      <a:pt x="1" y="188"/>
                      <a:pt x="3" y="188"/>
                    </a:cubicBezTo>
                    <a:cubicBezTo>
                      <a:pt x="13" y="192"/>
                      <a:pt x="13" y="192"/>
                      <a:pt x="13" y="192"/>
                    </a:cubicBezTo>
                    <a:cubicBezTo>
                      <a:pt x="15" y="193"/>
                      <a:pt x="17" y="192"/>
                      <a:pt x="18" y="190"/>
                    </a:cubicBezTo>
                    <a:cubicBezTo>
                      <a:pt x="43" y="124"/>
                      <a:pt x="43" y="124"/>
                      <a:pt x="43" y="124"/>
                    </a:cubicBezTo>
                    <a:cubicBezTo>
                      <a:pt x="44" y="122"/>
                      <a:pt x="43" y="120"/>
                      <a:pt x="41" y="119"/>
                    </a:cubicBezTo>
                    <a:cubicBezTo>
                      <a:pt x="40" y="118"/>
                      <a:pt x="40" y="118"/>
                      <a:pt x="40" y="118"/>
                    </a:cubicBezTo>
                    <a:cubicBezTo>
                      <a:pt x="50" y="91"/>
                      <a:pt x="50" y="91"/>
                      <a:pt x="50" y="91"/>
                    </a:cubicBezTo>
                    <a:cubicBezTo>
                      <a:pt x="72" y="96"/>
                      <a:pt x="94" y="85"/>
                      <a:pt x="102" y="64"/>
                    </a:cubicBezTo>
                    <a:close/>
                    <a:moveTo>
                      <a:pt x="30" y="37"/>
                    </a:moveTo>
                    <a:cubicBezTo>
                      <a:pt x="36" y="19"/>
                      <a:pt x="56" y="10"/>
                      <a:pt x="74" y="17"/>
                    </a:cubicBezTo>
                    <a:cubicBezTo>
                      <a:pt x="91" y="24"/>
                      <a:pt x="100" y="43"/>
                      <a:pt x="93" y="61"/>
                    </a:cubicBezTo>
                    <a:cubicBezTo>
                      <a:pt x="87" y="78"/>
                      <a:pt x="67" y="87"/>
                      <a:pt x="50" y="80"/>
                    </a:cubicBezTo>
                    <a:cubicBezTo>
                      <a:pt x="32" y="74"/>
                      <a:pt x="23" y="54"/>
                      <a:pt x="30"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nvGrpSpPr>
              <p:cNvPr id="114" name="Group 113"/>
              <p:cNvGrpSpPr/>
              <p:nvPr/>
            </p:nvGrpSpPr>
            <p:grpSpPr>
              <a:xfrm>
                <a:off x="6329253" y="5728815"/>
                <a:ext cx="560422" cy="467296"/>
                <a:chOff x="6329253" y="5728815"/>
                <a:chExt cx="560422" cy="467296"/>
              </a:xfrm>
            </p:grpSpPr>
            <p:sp>
              <p:nvSpPr>
                <p:cNvPr id="115" name="Freeform 134"/>
                <p:cNvSpPr>
                  <a:spLocks/>
                </p:cNvSpPr>
                <p:nvPr/>
              </p:nvSpPr>
              <p:spPr bwMode="auto">
                <a:xfrm>
                  <a:off x="6329253" y="5728815"/>
                  <a:ext cx="560422" cy="442351"/>
                </a:xfrm>
                <a:custGeom>
                  <a:avLst/>
                  <a:gdLst>
                    <a:gd name="T0" fmla="*/ 0 w 674"/>
                    <a:gd name="T1" fmla="*/ 331 h 532"/>
                    <a:gd name="T2" fmla="*/ 674 w 674"/>
                    <a:gd name="T3" fmla="*/ 0 h 532"/>
                    <a:gd name="T4" fmla="*/ 326 w 674"/>
                    <a:gd name="T5" fmla="*/ 532 h 532"/>
                    <a:gd name="T6" fmla="*/ 234 w 674"/>
                    <a:gd name="T7" fmla="*/ 354 h 532"/>
                    <a:gd name="T8" fmla="*/ 629 w 674"/>
                    <a:gd name="T9" fmla="*/ 35 h 532"/>
                    <a:gd name="T10" fmla="*/ 215 w 674"/>
                    <a:gd name="T11" fmla="*/ 336 h 532"/>
                    <a:gd name="T12" fmla="*/ 0 w 674"/>
                    <a:gd name="T13" fmla="*/ 331 h 532"/>
                  </a:gdLst>
                  <a:ahLst/>
                  <a:cxnLst>
                    <a:cxn ang="0">
                      <a:pos x="T0" y="T1"/>
                    </a:cxn>
                    <a:cxn ang="0">
                      <a:pos x="T2" y="T3"/>
                    </a:cxn>
                    <a:cxn ang="0">
                      <a:pos x="T4" y="T5"/>
                    </a:cxn>
                    <a:cxn ang="0">
                      <a:pos x="T6" y="T7"/>
                    </a:cxn>
                    <a:cxn ang="0">
                      <a:pos x="T8" y="T9"/>
                    </a:cxn>
                    <a:cxn ang="0">
                      <a:pos x="T10" y="T11"/>
                    </a:cxn>
                    <a:cxn ang="0">
                      <a:pos x="T12" y="T13"/>
                    </a:cxn>
                  </a:cxnLst>
                  <a:rect l="0" t="0" r="r" b="b"/>
                  <a:pathLst>
                    <a:path w="674" h="532">
                      <a:moveTo>
                        <a:pt x="0" y="331"/>
                      </a:moveTo>
                      <a:lnTo>
                        <a:pt x="674" y="0"/>
                      </a:lnTo>
                      <a:lnTo>
                        <a:pt x="326" y="532"/>
                      </a:lnTo>
                      <a:lnTo>
                        <a:pt x="234" y="354"/>
                      </a:lnTo>
                      <a:lnTo>
                        <a:pt x="629" y="35"/>
                      </a:lnTo>
                      <a:lnTo>
                        <a:pt x="215" y="336"/>
                      </a:lnTo>
                      <a:lnTo>
                        <a:pt x="0" y="3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16" name="Freeform 135"/>
                <p:cNvSpPr>
                  <a:spLocks/>
                </p:cNvSpPr>
                <p:nvPr/>
              </p:nvSpPr>
              <p:spPr bwMode="auto">
                <a:xfrm>
                  <a:off x="6499707" y="6038960"/>
                  <a:ext cx="57373" cy="157151"/>
                </a:xfrm>
                <a:custGeom>
                  <a:avLst/>
                  <a:gdLst>
                    <a:gd name="T0" fmla="*/ 0 w 29"/>
                    <a:gd name="T1" fmla="*/ 2 h 80"/>
                    <a:gd name="T2" fmla="*/ 18 w 29"/>
                    <a:gd name="T3" fmla="*/ 76 h 80"/>
                    <a:gd name="T4" fmla="*/ 29 w 29"/>
                    <a:gd name="T5" fmla="*/ 34 h 80"/>
                    <a:gd name="T6" fmla="*/ 10 w 29"/>
                    <a:gd name="T7" fmla="*/ 0 h 80"/>
                    <a:gd name="T8" fmla="*/ 0 w 29"/>
                    <a:gd name="T9" fmla="*/ 2 h 80"/>
                  </a:gdLst>
                  <a:ahLst/>
                  <a:cxnLst>
                    <a:cxn ang="0">
                      <a:pos x="T0" y="T1"/>
                    </a:cxn>
                    <a:cxn ang="0">
                      <a:pos x="T2" y="T3"/>
                    </a:cxn>
                    <a:cxn ang="0">
                      <a:pos x="T4" y="T5"/>
                    </a:cxn>
                    <a:cxn ang="0">
                      <a:pos x="T6" y="T7"/>
                    </a:cxn>
                    <a:cxn ang="0">
                      <a:pos x="T8" y="T9"/>
                    </a:cxn>
                  </a:cxnLst>
                  <a:rect l="0" t="0" r="r" b="b"/>
                  <a:pathLst>
                    <a:path w="29" h="80">
                      <a:moveTo>
                        <a:pt x="0" y="2"/>
                      </a:moveTo>
                      <a:cubicBezTo>
                        <a:pt x="0" y="2"/>
                        <a:pt x="18" y="80"/>
                        <a:pt x="18" y="76"/>
                      </a:cubicBezTo>
                      <a:cubicBezTo>
                        <a:pt x="18" y="71"/>
                        <a:pt x="29" y="34"/>
                        <a:pt x="29" y="34"/>
                      </a:cubicBezTo>
                      <a:cubicBezTo>
                        <a:pt x="10" y="0"/>
                        <a:pt x="10" y="0"/>
                        <a:pt x="10" y="0"/>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grpSp>
        <p:sp>
          <p:nvSpPr>
            <p:cNvPr id="25" name="Rectangle 24"/>
            <p:cNvSpPr/>
            <p:nvPr/>
          </p:nvSpPr>
          <p:spPr>
            <a:xfrm>
              <a:off x="1512676" y="1791749"/>
              <a:ext cx="1013641" cy="1315531"/>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id-ID" sz="6000" b="0" i="0" u="none" strike="noStrike" kern="0" cap="none" spc="0" normalizeH="0" baseline="0" noProof="0" dirty="0" smtClean="0">
                  <a:ln>
                    <a:noFill/>
                  </a:ln>
                  <a:solidFill>
                    <a:prstClr val="white"/>
                  </a:solidFill>
                  <a:effectLst/>
                  <a:uLnTx/>
                  <a:uFillTx/>
                  <a:latin typeface="Modern Pictograms" panose="02000000000000000000" pitchFamily="50" charset="0"/>
                  <a:cs typeface="Simplified Arabic" panose="02020603050405020304" pitchFamily="18" charset="-78"/>
                </a:rPr>
                <a:t>w</a:t>
              </a:r>
              <a:endParaRPr kumimoji="0" lang="en-US" sz="6000" b="0" i="0" u="none" strike="noStrike" kern="0" cap="none" spc="0" normalizeH="0" baseline="0" noProof="0" dirty="0" smtClean="0">
                <a:ln>
                  <a:noFill/>
                </a:ln>
                <a:solidFill>
                  <a:prstClr val="white"/>
                </a:solidFill>
                <a:effectLst/>
                <a:uLnTx/>
                <a:uFillTx/>
                <a:latin typeface="Calibri" panose="020F0502020204030204"/>
                <a:cs typeface="Simplified Arabic" panose="02020603050405020304" pitchFamily="18" charset="-78"/>
              </a:endParaRPr>
            </a:p>
          </p:txBody>
        </p:sp>
        <p:sp>
          <p:nvSpPr>
            <p:cNvPr id="26" name="Rectangle 25"/>
            <p:cNvSpPr/>
            <p:nvPr/>
          </p:nvSpPr>
          <p:spPr>
            <a:xfrm>
              <a:off x="2896054" y="5491866"/>
              <a:ext cx="623300" cy="1076344"/>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id-ID" sz="4800" b="0" i="0" u="none" strike="noStrike" kern="0" cap="none" spc="0" normalizeH="0" baseline="0" noProof="0" dirty="0" smtClean="0">
                  <a:ln>
                    <a:noFill/>
                  </a:ln>
                  <a:solidFill>
                    <a:prstClr val="white"/>
                  </a:solidFill>
                  <a:effectLst/>
                  <a:uLnTx/>
                  <a:uFillTx/>
                  <a:latin typeface="Modern Pictograms" panose="02000000000000000000" pitchFamily="50" charset="0"/>
                  <a:cs typeface="Simplified Arabic" panose="02020603050405020304" pitchFamily="18" charset="-78"/>
                </a:rPr>
                <a:t>a</a:t>
              </a:r>
              <a:endParaRPr kumimoji="0" lang="en-US" sz="4800" b="0" i="0" u="none" strike="noStrike" kern="0" cap="none" spc="0" normalizeH="0" baseline="0" noProof="0" dirty="0" smtClean="0">
                <a:ln>
                  <a:noFill/>
                </a:ln>
                <a:solidFill>
                  <a:prstClr val="white"/>
                </a:solidFill>
                <a:effectLst/>
                <a:uLnTx/>
                <a:uFillTx/>
                <a:latin typeface="Calibri" panose="020F0502020204030204"/>
                <a:cs typeface="Simplified Arabic" panose="02020603050405020304" pitchFamily="18" charset="-78"/>
              </a:endParaRPr>
            </a:p>
          </p:txBody>
        </p:sp>
      </p:grpSp>
      <p:sp>
        <p:nvSpPr>
          <p:cNvPr id="1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8688997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750"/>
                            </p:stCondLst>
                            <p:childTnLst>
                              <p:par>
                                <p:cTn id="9" presetID="10" presetClass="entr" presetSubtype="0" fill="hold" nodeType="afterEffect">
                                  <p:stCondLst>
                                    <p:cond delay="250"/>
                                  </p:stCondLst>
                                  <p:childTnLst>
                                    <p:set>
                                      <p:cBhvr>
                                        <p:cTn id="10" dur="1" fill="hold">
                                          <p:stCondLst>
                                            <p:cond delay="0"/>
                                          </p:stCondLst>
                                        </p:cTn>
                                        <p:tgtEl>
                                          <p:spTgt spid="22"/>
                                        </p:tgtEl>
                                        <p:attrNameLst>
                                          <p:attrName>style.visibility</p:attrName>
                                        </p:attrNameLst>
                                      </p:cBhvr>
                                      <p:to>
                                        <p:strVal val="visible"/>
                                      </p:to>
                                    </p:set>
                                    <p:animEffect transition="in" filter="fade">
                                      <p:cBhvr>
                                        <p:cTn id="11" dur="500"/>
                                        <p:tgtEl>
                                          <p:spTgt spid="22"/>
                                        </p:tgtEl>
                                      </p:cBhvr>
                                    </p:animEffect>
                                  </p:childTnLst>
                                </p:cTn>
                              </p:par>
                            </p:childTnLst>
                          </p:cTn>
                        </p:par>
                        <p:par>
                          <p:cTn id="12" fill="hold">
                            <p:stCondLst>
                              <p:cond delay="1500"/>
                            </p:stCondLst>
                            <p:childTnLst>
                              <p:par>
                                <p:cTn id="13" presetID="10" presetClass="entr" presetSubtype="0" fill="hold" grpId="0" nodeType="afterEffect">
                                  <p:stCondLst>
                                    <p:cond delay="25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30" grpId="0"/>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 name="Group 60"/>
          <p:cNvGrpSpPr/>
          <p:nvPr/>
        </p:nvGrpSpPr>
        <p:grpSpPr>
          <a:xfrm>
            <a:off x="6549362" y="1417481"/>
            <a:ext cx="5959323" cy="4298950"/>
            <a:chOff x="214313" y="-812800"/>
            <a:chExt cx="11760200" cy="8483600"/>
          </a:xfrm>
        </p:grpSpPr>
        <p:sp>
          <p:nvSpPr>
            <p:cNvPr id="34" name="AutoShape 46"/>
            <p:cNvSpPr>
              <a:spLocks noChangeAspect="1" noChangeArrowheads="1" noTextEdit="1"/>
            </p:cNvSpPr>
            <p:nvPr/>
          </p:nvSpPr>
          <p:spPr bwMode="auto">
            <a:xfrm>
              <a:off x="217488" y="-812800"/>
              <a:ext cx="11757025" cy="848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5" name="Oval 48"/>
            <p:cNvSpPr>
              <a:spLocks noChangeArrowheads="1"/>
            </p:cNvSpPr>
            <p:nvPr/>
          </p:nvSpPr>
          <p:spPr bwMode="auto">
            <a:xfrm>
              <a:off x="6967538" y="3979863"/>
              <a:ext cx="573088" cy="574675"/>
            </a:xfrm>
            <a:prstGeom prst="ellipse">
              <a:avLst/>
            </a:pr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6" name="Freeform 49"/>
            <p:cNvSpPr>
              <a:spLocks/>
            </p:cNvSpPr>
            <p:nvPr/>
          </p:nvSpPr>
          <p:spPr bwMode="auto">
            <a:xfrm>
              <a:off x="6621463" y="4621213"/>
              <a:ext cx="1265238" cy="2144713"/>
            </a:xfrm>
            <a:custGeom>
              <a:avLst/>
              <a:gdLst>
                <a:gd name="T0" fmla="*/ 336 w 337"/>
                <a:gd name="T1" fmla="*/ 221 h 571"/>
                <a:gd name="T2" fmla="*/ 336 w 337"/>
                <a:gd name="T3" fmla="*/ 216 h 571"/>
                <a:gd name="T4" fmla="*/ 301 w 337"/>
                <a:gd name="T5" fmla="*/ 30 h 571"/>
                <a:gd name="T6" fmla="*/ 266 w 337"/>
                <a:gd name="T7" fmla="*/ 0 h 571"/>
                <a:gd name="T8" fmla="*/ 70 w 337"/>
                <a:gd name="T9" fmla="*/ 0 h 571"/>
                <a:gd name="T10" fmla="*/ 35 w 337"/>
                <a:gd name="T11" fmla="*/ 30 h 571"/>
                <a:gd name="T12" fmla="*/ 0 w 337"/>
                <a:gd name="T13" fmla="*/ 216 h 571"/>
                <a:gd name="T14" fmla="*/ 0 w 337"/>
                <a:gd name="T15" fmla="*/ 221 h 571"/>
                <a:gd name="T16" fmla="*/ 0 w 337"/>
                <a:gd name="T17" fmla="*/ 226 h 571"/>
                <a:gd name="T18" fmla="*/ 35 w 337"/>
                <a:gd name="T19" fmla="*/ 261 h 571"/>
                <a:gd name="T20" fmla="*/ 71 w 337"/>
                <a:gd name="T21" fmla="*/ 232 h 571"/>
                <a:gd name="T22" fmla="*/ 93 w 337"/>
                <a:gd name="T23" fmla="*/ 94 h 571"/>
                <a:gd name="T24" fmla="*/ 92 w 337"/>
                <a:gd name="T25" fmla="*/ 535 h 571"/>
                <a:gd name="T26" fmla="*/ 128 w 337"/>
                <a:gd name="T27" fmla="*/ 571 h 571"/>
                <a:gd name="T28" fmla="*/ 164 w 337"/>
                <a:gd name="T29" fmla="*/ 535 h 571"/>
                <a:gd name="T30" fmla="*/ 164 w 337"/>
                <a:gd name="T31" fmla="*/ 317 h 571"/>
                <a:gd name="T32" fmla="*/ 172 w 337"/>
                <a:gd name="T33" fmla="*/ 317 h 571"/>
                <a:gd name="T34" fmla="*/ 172 w 337"/>
                <a:gd name="T35" fmla="*/ 535 h 571"/>
                <a:gd name="T36" fmla="*/ 208 w 337"/>
                <a:gd name="T37" fmla="*/ 571 h 571"/>
                <a:gd name="T38" fmla="*/ 244 w 337"/>
                <a:gd name="T39" fmla="*/ 535 h 571"/>
                <a:gd name="T40" fmla="*/ 244 w 337"/>
                <a:gd name="T41" fmla="*/ 94 h 571"/>
                <a:gd name="T42" fmla="*/ 266 w 337"/>
                <a:gd name="T43" fmla="*/ 232 h 571"/>
                <a:gd name="T44" fmla="*/ 301 w 337"/>
                <a:gd name="T45" fmla="*/ 261 h 571"/>
                <a:gd name="T46" fmla="*/ 336 w 337"/>
                <a:gd name="T47" fmla="*/ 226 h 571"/>
                <a:gd name="T48" fmla="*/ 336 w 337"/>
                <a:gd name="T49" fmla="*/ 221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7" h="571">
                  <a:moveTo>
                    <a:pt x="336" y="221"/>
                  </a:moveTo>
                  <a:cubicBezTo>
                    <a:pt x="336" y="219"/>
                    <a:pt x="337" y="218"/>
                    <a:pt x="336" y="216"/>
                  </a:cubicBezTo>
                  <a:cubicBezTo>
                    <a:pt x="301" y="30"/>
                    <a:pt x="301" y="30"/>
                    <a:pt x="301" y="30"/>
                  </a:cubicBezTo>
                  <a:cubicBezTo>
                    <a:pt x="298" y="13"/>
                    <a:pt x="284" y="0"/>
                    <a:pt x="266" y="0"/>
                  </a:cubicBezTo>
                  <a:cubicBezTo>
                    <a:pt x="70" y="0"/>
                    <a:pt x="70" y="0"/>
                    <a:pt x="70" y="0"/>
                  </a:cubicBezTo>
                  <a:cubicBezTo>
                    <a:pt x="53" y="0"/>
                    <a:pt x="38" y="13"/>
                    <a:pt x="35" y="30"/>
                  </a:cubicBezTo>
                  <a:cubicBezTo>
                    <a:pt x="0" y="216"/>
                    <a:pt x="0" y="216"/>
                    <a:pt x="0" y="216"/>
                  </a:cubicBezTo>
                  <a:cubicBezTo>
                    <a:pt x="0" y="218"/>
                    <a:pt x="0" y="219"/>
                    <a:pt x="0" y="221"/>
                  </a:cubicBezTo>
                  <a:cubicBezTo>
                    <a:pt x="0" y="222"/>
                    <a:pt x="0" y="224"/>
                    <a:pt x="0" y="226"/>
                  </a:cubicBezTo>
                  <a:cubicBezTo>
                    <a:pt x="0" y="245"/>
                    <a:pt x="16" y="261"/>
                    <a:pt x="35" y="261"/>
                  </a:cubicBezTo>
                  <a:cubicBezTo>
                    <a:pt x="53" y="261"/>
                    <a:pt x="67" y="249"/>
                    <a:pt x="71" y="232"/>
                  </a:cubicBezTo>
                  <a:cubicBezTo>
                    <a:pt x="93" y="94"/>
                    <a:pt x="93" y="94"/>
                    <a:pt x="93" y="94"/>
                  </a:cubicBezTo>
                  <a:cubicBezTo>
                    <a:pt x="92" y="535"/>
                    <a:pt x="92" y="535"/>
                    <a:pt x="92" y="535"/>
                  </a:cubicBezTo>
                  <a:cubicBezTo>
                    <a:pt x="92" y="555"/>
                    <a:pt x="108" y="571"/>
                    <a:pt x="128" y="571"/>
                  </a:cubicBezTo>
                  <a:cubicBezTo>
                    <a:pt x="148" y="571"/>
                    <a:pt x="164" y="555"/>
                    <a:pt x="164" y="535"/>
                  </a:cubicBezTo>
                  <a:cubicBezTo>
                    <a:pt x="164" y="317"/>
                    <a:pt x="164" y="317"/>
                    <a:pt x="164" y="317"/>
                  </a:cubicBezTo>
                  <a:cubicBezTo>
                    <a:pt x="172" y="317"/>
                    <a:pt x="172" y="317"/>
                    <a:pt x="172" y="317"/>
                  </a:cubicBezTo>
                  <a:cubicBezTo>
                    <a:pt x="172" y="535"/>
                    <a:pt x="172" y="535"/>
                    <a:pt x="172" y="535"/>
                  </a:cubicBezTo>
                  <a:cubicBezTo>
                    <a:pt x="172" y="555"/>
                    <a:pt x="188" y="571"/>
                    <a:pt x="208" y="571"/>
                  </a:cubicBezTo>
                  <a:cubicBezTo>
                    <a:pt x="228" y="571"/>
                    <a:pt x="244" y="555"/>
                    <a:pt x="244" y="535"/>
                  </a:cubicBezTo>
                  <a:cubicBezTo>
                    <a:pt x="244" y="94"/>
                    <a:pt x="244" y="94"/>
                    <a:pt x="244" y="94"/>
                  </a:cubicBezTo>
                  <a:cubicBezTo>
                    <a:pt x="266" y="232"/>
                    <a:pt x="266" y="232"/>
                    <a:pt x="266" y="232"/>
                  </a:cubicBezTo>
                  <a:cubicBezTo>
                    <a:pt x="269" y="249"/>
                    <a:pt x="284" y="261"/>
                    <a:pt x="301" y="261"/>
                  </a:cubicBezTo>
                  <a:cubicBezTo>
                    <a:pt x="320" y="261"/>
                    <a:pt x="336" y="245"/>
                    <a:pt x="336" y="226"/>
                  </a:cubicBezTo>
                  <a:cubicBezTo>
                    <a:pt x="336" y="224"/>
                    <a:pt x="336" y="222"/>
                    <a:pt x="336" y="221"/>
                  </a:cubicBezTo>
                  <a:close/>
                </a:path>
              </a:pathLst>
            </a:cu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7" name="Oval 50"/>
            <p:cNvSpPr>
              <a:spLocks noChangeArrowheads="1"/>
            </p:cNvSpPr>
            <p:nvPr/>
          </p:nvSpPr>
          <p:spPr bwMode="auto">
            <a:xfrm>
              <a:off x="4872038" y="3979863"/>
              <a:ext cx="574675" cy="574675"/>
            </a:xfrm>
            <a:prstGeom prst="ellipse">
              <a:avLst/>
            </a:pr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8" name="Freeform 51"/>
            <p:cNvSpPr>
              <a:spLocks/>
            </p:cNvSpPr>
            <p:nvPr/>
          </p:nvSpPr>
          <p:spPr bwMode="auto">
            <a:xfrm>
              <a:off x="4527551" y="4621213"/>
              <a:ext cx="1263650" cy="2144713"/>
            </a:xfrm>
            <a:custGeom>
              <a:avLst/>
              <a:gdLst>
                <a:gd name="T0" fmla="*/ 336 w 337"/>
                <a:gd name="T1" fmla="*/ 221 h 571"/>
                <a:gd name="T2" fmla="*/ 336 w 337"/>
                <a:gd name="T3" fmla="*/ 216 h 571"/>
                <a:gd name="T4" fmla="*/ 301 w 337"/>
                <a:gd name="T5" fmla="*/ 30 h 571"/>
                <a:gd name="T6" fmla="*/ 266 w 337"/>
                <a:gd name="T7" fmla="*/ 0 h 571"/>
                <a:gd name="T8" fmla="*/ 70 w 337"/>
                <a:gd name="T9" fmla="*/ 0 h 571"/>
                <a:gd name="T10" fmla="*/ 35 w 337"/>
                <a:gd name="T11" fmla="*/ 30 h 571"/>
                <a:gd name="T12" fmla="*/ 0 w 337"/>
                <a:gd name="T13" fmla="*/ 216 h 571"/>
                <a:gd name="T14" fmla="*/ 0 w 337"/>
                <a:gd name="T15" fmla="*/ 221 h 571"/>
                <a:gd name="T16" fmla="*/ 0 w 337"/>
                <a:gd name="T17" fmla="*/ 226 h 571"/>
                <a:gd name="T18" fmla="*/ 36 w 337"/>
                <a:gd name="T19" fmla="*/ 261 h 571"/>
                <a:gd name="T20" fmla="*/ 71 w 337"/>
                <a:gd name="T21" fmla="*/ 232 h 571"/>
                <a:gd name="T22" fmla="*/ 93 w 337"/>
                <a:gd name="T23" fmla="*/ 94 h 571"/>
                <a:gd name="T24" fmla="*/ 93 w 337"/>
                <a:gd name="T25" fmla="*/ 535 h 571"/>
                <a:gd name="T26" fmla="*/ 128 w 337"/>
                <a:gd name="T27" fmla="*/ 571 h 571"/>
                <a:gd name="T28" fmla="*/ 164 w 337"/>
                <a:gd name="T29" fmla="*/ 535 h 571"/>
                <a:gd name="T30" fmla="*/ 164 w 337"/>
                <a:gd name="T31" fmla="*/ 317 h 571"/>
                <a:gd name="T32" fmla="*/ 173 w 337"/>
                <a:gd name="T33" fmla="*/ 317 h 571"/>
                <a:gd name="T34" fmla="*/ 173 w 337"/>
                <a:gd name="T35" fmla="*/ 535 h 571"/>
                <a:gd name="T36" fmla="*/ 208 w 337"/>
                <a:gd name="T37" fmla="*/ 571 h 571"/>
                <a:gd name="T38" fmla="*/ 244 w 337"/>
                <a:gd name="T39" fmla="*/ 535 h 571"/>
                <a:gd name="T40" fmla="*/ 244 w 337"/>
                <a:gd name="T41" fmla="*/ 94 h 571"/>
                <a:gd name="T42" fmla="*/ 266 w 337"/>
                <a:gd name="T43" fmla="*/ 232 h 571"/>
                <a:gd name="T44" fmla="*/ 301 w 337"/>
                <a:gd name="T45" fmla="*/ 261 h 571"/>
                <a:gd name="T46" fmla="*/ 337 w 337"/>
                <a:gd name="T47" fmla="*/ 226 h 571"/>
                <a:gd name="T48" fmla="*/ 336 w 337"/>
                <a:gd name="T49" fmla="*/ 221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7" h="571">
                  <a:moveTo>
                    <a:pt x="336" y="221"/>
                  </a:moveTo>
                  <a:cubicBezTo>
                    <a:pt x="337" y="219"/>
                    <a:pt x="337" y="218"/>
                    <a:pt x="336" y="216"/>
                  </a:cubicBezTo>
                  <a:cubicBezTo>
                    <a:pt x="301" y="30"/>
                    <a:pt x="301" y="30"/>
                    <a:pt x="301" y="30"/>
                  </a:cubicBezTo>
                  <a:cubicBezTo>
                    <a:pt x="299" y="13"/>
                    <a:pt x="284" y="0"/>
                    <a:pt x="266" y="0"/>
                  </a:cubicBezTo>
                  <a:cubicBezTo>
                    <a:pt x="70" y="0"/>
                    <a:pt x="70" y="0"/>
                    <a:pt x="70" y="0"/>
                  </a:cubicBezTo>
                  <a:cubicBezTo>
                    <a:pt x="53" y="0"/>
                    <a:pt x="38" y="13"/>
                    <a:pt x="35" y="30"/>
                  </a:cubicBezTo>
                  <a:cubicBezTo>
                    <a:pt x="0" y="216"/>
                    <a:pt x="0" y="216"/>
                    <a:pt x="0" y="216"/>
                  </a:cubicBezTo>
                  <a:cubicBezTo>
                    <a:pt x="0" y="218"/>
                    <a:pt x="0" y="219"/>
                    <a:pt x="0" y="221"/>
                  </a:cubicBezTo>
                  <a:cubicBezTo>
                    <a:pt x="0" y="222"/>
                    <a:pt x="0" y="224"/>
                    <a:pt x="0" y="226"/>
                  </a:cubicBezTo>
                  <a:cubicBezTo>
                    <a:pt x="0" y="245"/>
                    <a:pt x="16" y="261"/>
                    <a:pt x="36" y="261"/>
                  </a:cubicBezTo>
                  <a:cubicBezTo>
                    <a:pt x="53" y="261"/>
                    <a:pt x="68" y="249"/>
                    <a:pt x="71" y="232"/>
                  </a:cubicBezTo>
                  <a:cubicBezTo>
                    <a:pt x="93" y="94"/>
                    <a:pt x="93" y="94"/>
                    <a:pt x="93" y="94"/>
                  </a:cubicBezTo>
                  <a:cubicBezTo>
                    <a:pt x="93" y="535"/>
                    <a:pt x="93" y="535"/>
                    <a:pt x="93" y="535"/>
                  </a:cubicBezTo>
                  <a:cubicBezTo>
                    <a:pt x="93" y="555"/>
                    <a:pt x="109" y="571"/>
                    <a:pt x="128" y="571"/>
                  </a:cubicBezTo>
                  <a:cubicBezTo>
                    <a:pt x="148" y="571"/>
                    <a:pt x="164" y="555"/>
                    <a:pt x="164" y="535"/>
                  </a:cubicBezTo>
                  <a:cubicBezTo>
                    <a:pt x="164" y="317"/>
                    <a:pt x="164" y="317"/>
                    <a:pt x="164" y="317"/>
                  </a:cubicBezTo>
                  <a:cubicBezTo>
                    <a:pt x="173" y="317"/>
                    <a:pt x="173" y="317"/>
                    <a:pt x="173" y="317"/>
                  </a:cubicBezTo>
                  <a:cubicBezTo>
                    <a:pt x="173" y="535"/>
                    <a:pt x="173" y="535"/>
                    <a:pt x="173" y="535"/>
                  </a:cubicBezTo>
                  <a:cubicBezTo>
                    <a:pt x="173" y="555"/>
                    <a:pt x="189" y="571"/>
                    <a:pt x="208" y="571"/>
                  </a:cubicBezTo>
                  <a:cubicBezTo>
                    <a:pt x="228" y="571"/>
                    <a:pt x="244" y="555"/>
                    <a:pt x="244" y="535"/>
                  </a:cubicBezTo>
                  <a:cubicBezTo>
                    <a:pt x="244" y="94"/>
                    <a:pt x="244" y="94"/>
                    <a:pt x="244" y="94"/>
                  </a:cubicBezTo>
                  <a:cubicBezTo>
                    <a:pt x="266" y="232"/>
                    <a:pt x="266" y="232"/>
                    <a:pt x="266" y="232"/>
                  </a:cubicBezTo>
                  <a:cubicBezTo>
                    <a:pt x="269" y="249"/>
                    <a:pt x="284" y="261"/>
                    <a:pt x="301" y="261"/>
                  </a:cubicBezTo>
                  <a:cubicBezTo>
                    <a:pt x="321" y="261"/>
                    <a:pt x="337" y="245"/>
                    <a:pt x="337" y="226"/>
                  </a:cubicBezTo>
                  <a:cubicBezTo>
                    <a:pt x="337" y="224"/>
                    <a:pt x="336" y="222"/>
                    <a:pt x="336" y="221"/>
                  </a:cubicBezTo>
                  <a:close/>
                </a:path>
              </a:pathLst>
            </a:cu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9" name="Oval 52"/>
            <p:cNvSpPr>
              <a:spLocks noChangeArrowheads="1"/>
            </p:cNvSpPr>
            <p:nvPr/>
          </p:nvSpPr>
          <p:spPr bwMode="auto">
            <a:xfrm>
              <a:off x="2654301" y="3979863"/>
              <a:ext cx="573088" cy="574675"/>
            </a:xfrm>
            <a:prstGeom prst="ellipse">
              <a:avLst/>
            </a:pr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0" name="Freeform 53"/>
            <p:cNvSpPr>
              <a:spLocks/>
            </p:cNvSpPr>
            <p:nvPr/>
          </p:nvSpPr>
          <p:spPr bwMode="auto">
            <a:xfrm>
              <a:off x="2308226" y="4621213"/>
              <a:ext cx="1265238" cy="2144713"/>
            </a:xfrm>
            <a:custGeom>
              <a:avLst/>
              <a:gdLst>
                <a:gd name="T0" fmla="*/ 336 w 337"/>
                <a:gd name="T1" fmla="*/ 221 h 571"/>
                <a:gd name="T2" fmla="*/ 337 w 337"/>
                <a:gd name="T3" fmla="*/ 216 h 571"/>
                <a:gd name="T4" fmla="*/ 302 w 337"/>
                <a:gd name="T5" fmla="*/ 30 h 571"/>
                <a:gd name="T6" fmla="*/ 266 w 337"/>
                <a:gd name="T7" fmla="*/ 0 h 571"/>
                <a:gd name="T8" fmla="*/ 71 w 337"/>
                <a:gd name="T9" fmla="*/ 0 h 571"/>
                <a:gd name="T10" fmla="*/ 35 w 337"/>
                <a:gd name="T11" fmla="*/ 30 h 571"/>
                <a:gd name="T12" fmla="*/ 0 w 337"/>
                <a:gd name="T13" fmla="*/ 216 h 571"/>
                <a:gd name="T14" fmla="*/ 1 w 337"/>
                <a:gd name="T15" fmla="*/ 221 h 571"/>
                <a:gd name="T16" fmla="*/ 0 w 337"/>
                <a:gd name="T17" fmla="*/ 226 h 571"/>
                <a:gd name="T18" fmla="*/ 36 w 337"/>
                <a:gd name="T19" fmla="*/ 261 h 571"/>
                <a:gd name="T20" fmla="*/ 71 w 337"/>
                <a:gd name="T21" fmla="*/ 232 h 571"/>
                <a:gd name="T22" fmla="*/ 93 w 337"/>
                <a:gd name="T23" fmla="*/ 94 h 571"/>
                <a:gd name="T24" fmla="*/ 93 w 337"/>
                <a:gd name="T25" fmla="*/ 535 h 571"/>
                <a:gd name="T26" fmla="*/ 129 w 337"/>
                <a:gd name="T27" fmla="*/ 571 h 571"/>
                <a:gd name="T28" fmla="*/ 164 w 337"/>
                <a:gd name="T29" fmla="*/ 535 h 571"/>
                <a:gd name="T30" fmla="*/ 164 w 337"/>
                <a:gd name="T31" fmla="*/ 317 h 571"/>
                <a:gd name="T32" fmla="*/ 173 w 337"/>
                <a:gd name="T33" fmla="*/ 317 h 571"/>
                <a:gd name="T34" fmla="*/ 173 w 337"/>
                <a:gd name="T35" fmla="*/ 535 h 571"/>
                <a:gd name="T36" fmla="*/ 209 w 337"/>
                <a:gd name="T37" fmla="*/ 571 h 571"/>
                <a:gd name="T38" fmla="*/ 244 w 337"/>
                <a:gd name="T39" fmla="*/ 535 h 571"/>
                <a:gd name="T40" fmla="*/ 244 w 337"/>
                <a:gd name="T41" fmla="*/ 94 h 571"/>
                <a:gd name="T42" fmla="*/ 266 w 337"/>
                <a:gd name="T43" fmla="*/ 232 h 571"/>
                <a:gd name="T44" fmla="*/ 301 w 337"/>
                <a:gd name="T45" fmla="*/ 261 h 571"/>
                <a:gd name="T46" fmla="*/ 337 w 337"/>
                <a:gd name="T47" fmla="*/ 226 h 571"/>
                <a:gd name="T48" fmla="*/ 336 w 337"/>
                <a:gd name="T49" fmla="*/ 221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7" h="571">
                  <a:moveTo>
                    <a:pt x="336" y="221"/>
                  </a:moveTo>
                  <a:cubicBezTo>
                    <a:pt x="337" y="219"/>
                    <a:pt x="337" y="218"/>
                    <a:pt x="337" y="216"/>
                  </a:cubicBezTo>
                  <a:cubicBezTo>
                    <a:pt x="302" y="30"/>
                    <a:pt x="302" y="30"/>
                    <a:pt x="302" y="30"/>
                  </a:cubicBezTo>
                  <a:cubicBezTo>
                    <a:pt x="299" y="13"/>
                    <a:pt x="284" y="0"/>
                    <a:pt x="266" y="0"/>
                  </a:cubicBezTo>
                  <a:cubicBezTo>
                    <a:pt x="71" y="0"/>
                    <a:pt x="71" y="0"/>
                    <a:pt x="71" y="0"/>
                  </a:cubicBezTo>
                  <a:cubicBezTo>
                    <a:pt x="53" y="0"/>
                    <a:pt x="38" y="13"/>
                    <a:pt x="35" y="30"/>
                  </a:cubicBezTo>
                  <a:cubicBezTo>
                    <a:pt x="0" y="216"/>
                    <a:pt x="0" y="216"/>
                    <a:pt x="0" y="216"/>
                  </a:cubicBezTo>
                  <a:cubicBezTo>
                    <a:pt x="0" y="218"/>
                    <a:pt x="0" y="219"/>
                    <a:pt x="1" y="221"/>
                  </a:cubicBezTo>
                  <a:cubicBezTo>
                    <a:pt x="0" y="222"/>
                    <a:pt x="0" y="224"/>
                    <a:pt x="0" y="226"/>
                  </a:cubicBezTo>
                  <a:cubicBezTo>
                    <a:pt x="0" y="245"/>
                    <a:pt x="16" y="261"/>
                    <a:pt x="36" y="261"/>
                  </a:cubicBezTo>
                  <a:cubicBezTo>
                    <a:pt x="53" y="261"/>
                    <a:pt x="68" y="249"/>
                    <a:pt x="71" y="232"/>
                  </a:cubicBezTo>
                  <a:cubicBezTo>
                    <a:pt x="93" y="94"/>
                    <a:pt x="93" y="94"/>
                    <a:pt x="93" y="94"/>
                  </a:cubicBezTo>
                  <a:cubicBezTo>
                    <a:pt x="93" y="535"/>
                    <a:pt x="93" y="535"/>
                    <a:pt x="93" y="535"/>
                  </a:cubicBezTo>
                  <a:cubicBezTo>
                    <a:pt x="93" y="555"/>
                    <a:pt x="109" y="571"/>
                    <a:pt x="129" y="571"/>
                  </a:cubicBezTo>
                  <a:cubicBezTo>
                    <a:pt x="148" y="571"/>
                    <a:pt x="164" y="555"/>
                    <a:pt x="164" y="535"/>
                  </a:cubicBezTo>
                  <a:cubicBezTo>
                    <a:pt x="164" y="317"/>
                    <a:pt x="164" y="317"/>
                    <a:pt x="164" y="317"/>
                  </a:cubicBezTo>
                  <a:cubicBezTo>
                    <a:pt x="173" y="317"/>
                    <a:pt x="173" y="317"/>
                    <a:pt x="173" y="317"/>
                  </a:cubicBezTo>
                  <a:cubicBezTo>
                    <a:pt x="173" y="535"/>
                    <a:pt x="173" y="535"/>
                    <a:pt x="173" y="535"/>
                  </a:cubicBezTo>
                  <a:cubicBezTo>
                    <a:pt x="173" y="555"/>
                    <a:pt x="189" y="571"/>
                    <a:pt x="209" y="571"/>
                  </a:cubicBezTo>
                  <a:cubicBezTo>
                    <a:pt x="228" y="571"/>
                    <a:pt x="244" y="555"/>
                    <a:pt x="244" y="535"/>
                  </a:cubicBezTo>
                  <a:cubicBezTo>
                    <a:pt x="244" y="94"/>
                    <a:pt x="244" y="94"/>
                    <a:pt x="244" y="94"/>
                  </a:cubicBezTo>
                  <a:cubicBezTo>
                    <a:pt x="266" y="232"/>
                    <a:pt x="266" y="232"/>
                    <a:pt x="266" y="232"/>
                  </a:cubicBezTo>
                  <a:cubicBezTo>
                    <a:pt x="269" y="249"/>
                    <a:pt x="284" y="261"/>
                    <a:pt x="301" y="261"/>
                  </a:cubicBezTo>
                  <a:cubicBezTo>
                    <a:pt x="321" y="261"/>
                    <a:pt x="337" y="245"/>
                    <a:pt x="337" y="226"/>
                  </a:cubicBezTo>
                  <a:cubicBezTo>
                    <a:pt x="337" y="224"/>
                    <a:pt x="337" y="222"/>
                    <a:pt x="336" y="221"/>
                  </a:cubicBezTo>
                  <a:close/>
                </a:path>
              </a:pathLst>
            </a:cu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1" name="Oval 54"/>
            <p:cNvSpPr>
              <a:spLocks noChangeArrowheads="1"/>
            </p:cNvSpPr>
            <p:nvPr/>
          </p:nvSpPr>
          <p:spPr bwMode="auto">
            <a:xfrm>
              <a:off x="558801" y="3979863"/>
              <a:ext cx="574675" cy="574675"/>
            </a:xfrm>
            <a:prstGeom prst="ellipse">
              <a:avLst/>
            </a:pr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2" name="Freeform 55"/>
            <p:cNvSpPr>
              <a:spLocks/>
            </p:cNvSpPr>
            <p:nvPr/>
          </p:nvSpPr>
          <p:spPr bwMode="auto">
            <a:xfrm>
              <a:off x="214313" y="4621213"/>
              <a:ext cx="1263650" cy="2144713"/>
            </a:xfrm>
            <a:custGeom>
              <a:avLst/>
              <a:gdLst>
                <a:gd name="T0" fmla="*/ 337 w 337"/>
                <a:gd name="T1" fmla="*/ 221 h 571"/>
                <a:gd name="T2" fmla="*/ 337 w 337"/>
                <a:gd name="T3" fmla="*/ 216 h 571"/>
                <a:gd name="T4" fmla="*/ 302 w 337"/>
                <a:gd name="T5" fmla="*/ 30 h 571"/>
                <a:gd name="T6" fmla="*/ 267 w 337"/>
                <a:gd name="T7" fmla="*/ 0 h 571"/>
                <a:gd name="T8" fmla="*/ 71 w 337"/>
                <a:gd name="T9" fmla="*/ 0 h 571"/>
                <a:gd name="T10" fmla="*/ 36 w 337"/>
                <a:gd name="T11" fmla="*/ 30 h 571"/>
                <a:gd name="T12" fmla="*/ 0 w 337"/>
                <a:gd name="T13" fmla="*/ 216 h 571"/>
                <a:gd name="T14" fmla="*/ 1 w 337"/>
                <a:gd name="T15" fmla="*/ 221 h 571"/>
                <a:gd name="T16" fmla="*/ 0 w 337"/>
                <a:gd name="T17" fmla="*/ 226 h 571"/>
                <a:gd name="T18" fmla="*/ 36 w 337"/>
                <a:gd name="T19" fmla="*/ 261 h 571"/>
                <a:gd name="T20" fmla="*/ 71 w 337"/>
                <a:gd name="T21" fmla="*/ 232 h 571"/>
                <a:gd name="T22" fmla="*/ 93 w 337"/>
                <a:gd name="T23" fmla="*/ 94 h 571"/>
                <a:gd name="T24" fmla="*/ 93 w 337"/>
                <a:gd name="T25" fmla="*/ 535 h 571"/>
                <a:gd name="T26" fmla="*/ 129 w 337"/>
                <a:gd name="T27" fmla="*/ 571 h 571"/>
                <a:gd name="T28" fmla="*/ 164 w 337"/>
                <a:gd name="T29" fmla="*/ 535 h 571"/>
                <a:gd name="T30" fmla="*/ 164 w 337"/>
                <a:gd name="T31" fmla="*/ 317 h 571"/>
                <a:gd name="T32" fmla="*/ 173 w 337"/>
                <a:gd name="T33" fmla="*/ 317 h 571"/>
                <a:gd name="T34" fmla="*/ 173 w 337"/>
                <a:gd name="T35" fmla="*/ 535 h 571"/>
                <a:gd name="T36" fmla="*/ 209 w 337"/>
                <a:gd name="T37" fmla="*/ 571 h 571"/>
                <a:gd name="T38" fmla="*/ 244 w 337"/>
                <a:gd name="T39" fmla="*/ 535 h 571"/>
                <a:gd name="T40" fmla="*/ 244 w 337"/>
                <a:gd name="T41" fmla="*/ 94 h 571"/>
                <a:gd name="T42" fmla="*/ 266 w 337"/>
                <a:gd name="T43" fmla="*/ 232 h 571"/>
                <a:gd name="T44" fmla="*/ 301 w 337"/>
                <a:gd name="T45" fmla="*/ 261 h 571"/>
                <a:gd name="T46" fmla="*/ 337 w 337"/>
                <a:gd name="T47" fmla="*/ 226 h 571"/>
                <a:gd name="T48" fmla="*/ 337 w 337"/>
                <a:gd name="T49" fmla="*/ 221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7" h="571">
                  <a:moveTo>
                    <a:pt x="337" y="221"/>
                  </a:moveTo>
                  <a:cubicBezTo>
                    <a:pt x="337" y="219"/>
                    <a:pt x="337" y="218"/>
                    <a:pt x="337" y="216"/>
                  </a:cubicBezTo>
                  <a:cubicBezTo>
                    <a:pt x="302" y="30"/>
                    <a:pt x="302" y="30"/>
                    <a:pt x="302" y="30"/>
                  </a:cubicBezTo>
                  <a:cubicBezTo>
                    <a:pt x="299" y="13"/>
                    <a:pt x="284" y="0"/>
                    <a:pt x="267" y="0"/>
                  </a:cubicBezTo>
                  <a:cubicBezTo>
                    <a:pt x="71" y="0"/>
                    <a:pt x="71" y="0"/>
                    <a:pt x="71" y="0"/>
                  </a:cubicBezTo>
                  <a:cubicBezTo>
                    <a:pt x="53" y="0"/>
                    <a:pt x="38" y="13"/>
                    <a:pt x="36" y="30"/>
                  </a:cubicBezTo>
                  <a:cubicBezTo>
                    <a:pt x="0" y="216"/>
                    <a:pt x="0" y="216"/>
                    <a:pt x="0" y="216"/>
                  </a:cubicBezTo>
                  <a:cubicBezTo>
                    <a:pt x="0" y="218"/>
                    <a:pt x="0" y="219"/>
                    <a:pt x="1" y="221"/>
                  </a:cubicBezTo>
                  <a:cubicBezTo>
                    <a:pt x="0" y="222"/>
                    <a:pt x="0" y="224"/>
                    <a:pt x="0" y="226"/>
                  </a:cubicBezTo>
                  <a:cubicBezTo>
                    <a:pt x="0" y="245"/>
                    <a:pt x="16" y="261"/>
                    <a:pt x="36" y="261"/>
                  </a:cubicBezTo>
                  <a:cubicBezTo>
                    <a:pt x="53" y="261"/>
                    <a:pt x="68" y="249"/>
                    <a:pt x="71" y="232"/>
                  </a:cubicBezTo>
                  <a:cubicBezTo>
                    <a:pt x="93" y="94"/>
                    <a:pt x="93" y="94"/>
                    <a:pt x="93" y="94"/>
                  </a:cubicBezTo>
                  <a:cubicBezTo>
                    <a:pt x="93" y="535"/>
                    <a:pt x="93" y="535"/>
                    <a:pt x="93" y="535"/>
                  </a:cubicBezTo>
                  <a:cubicBezTo>
                    <a:pt x="93" y="555"/>
                    <a:pt x="109" y="571"/>
                    <a:pt x="129" y="571"/>
                  </a:cubicBezTo>
                  <a:cubicBezTo>
                    <a:pt x="148" y="571"/>
                    <a:pt x="164" y="555"/>
                    <a:pt x="164" y="535"/>
                  </a:cubicBezTo>
                  <a:cubicBezTo>
                    <a:pt x="164" y="317"/>
                    <a:pt x="164" y="317"/>
                    <a:pt x="164" y="317"/>
                  </a:cubicBezTo>
                  <a:cubicBezTo>
                    <a:pt x="173" y="317"/>
                    <a:pt x="173" y="317"/>
                    <a:pt x="173" y="317"/>
                  </a:cubicBezTo>
                  <a:cubicBezTo>
                    <a:pt x="173" y="535"/>
                    <a:pt x="173" y="535"/>
                    <a:pt x="173" y="535"/>
                  </a:cubicBezTo>
                  <a:cubicBezTo>
                    <a:pt x="173" y="555"/>
                    <a:pt x="189" y="571"/>
                    <a:pt x="209" y="571"/>
                  </a:cubicBezTo>
                  <a:cubicBezTo>
                    <a:pt x="228" y="571"/>
                    <a:pt x="244" y="555"/>
                    <a:pt x="244" y="535"/>
                  </a:cubicBezTo>
                  <a:cubicBezTo>
                    <a:pt x="244" y="94"/>
                    <a:pt x="244" y="94"/>
                    <a:pt x="244" y="94"/>
                  </a:cubicBezTo>
                  <a:cubicBezTo>
                    <a:pt x="266" y="232"/>
                    <a:pt x="266" y="232"/>
                    <a:pt x="266" y="232"/>
                  </a:cubicBezTo>
                  <a:cubicBezTo>
                    <a:pt x="269" y="249"/>
                    <a:pt x="284" y="261"/>
                    <a:pt x="301" y="261"/>
                  </a:cubicBezTo>
                  <a:cubicBezTo>
                    <a:pt x="321" y="261"/>
                    <a:pt x="337" y="245"/>
                    <a:pt x="337" y="226"/>
                  </a:cubicBezTo>
                  <a:cubicBezTo>
                    <a:pt x="337" y="224"/>
                    <a:pt x="337" y="222"/>
                    <a:pt x="337" y="221"/>
                  </a:cubicBezTo>
                  <a:close/>
                </a:path>
              </a:pathLst>
            </a:cu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3" name="Oval 56"/>
            <p:cNvSpPr>
              <a:spLocks noChangeArrowheads="1"/>
            </p:cNvSpPr>
            <p:nvPr/>
          </p:nvSpPr>
          <p:spPr bwMode="auto">
            <a:xfrm>
              <a:off x="5521326" y="3535363"/>
              <a:ext cx="852488" cy="852488"/>
            </a:xfrm>
            <a:prstGeom prst="ellipse">
              <a:avLst/>
            </a:prstGeom>
            <a:solidFill>
              <a:srgbClr val="0E3B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4" name="Freeform 57"/>
            <p:cNvSpPr>
              <a:spLocks/>
            </p:cNvSpPr>
            <p:nvPr/>
          </p:nvSpPr>
          <p:spPr bwMode="auto">
            <a:xfrm>
              <a:off x="5011738" y="4494213"/>
              <a:ext cx="1873250" cy="3173413"/>
            </a:xfrm>
            <a:custGeom>
              <a:avLst/>
              <a:gdLst>
                <a:gd name="T0" fmla="*/ 498 w 499"/>
                <a:gd name="T1" fmla="*/ 326 h 845"/>
                <a:gd name="T2" fmla="*/ 498 w 499"/>
                <a:gd name="T3" fmla="*/ 320 h 845"/>
                <a:gd name="T4" fmla="*/ 446 w 499"/>
                <a:gd name="T5" fmla="*/ 44 h 845"/>
                <a:gd name="T6" fmla="*/ 394 w 499"/>
                <a:gd name="T7" fmla="*/ 0 h 845"/>
                <a:gd name="T8" fmla="*/ 104 w 499"/>
                <a:gd name="T9" fmla="*/ 0 h 845"/>
                <a:gd name="T10" fmla="*/ 52 w 499"/>
                <a:gd name="T11" fmla="*/ 44 h 845"/>
                <a:gd name="T12" fmla="*/ 0 w 499"/>
                <a:gd name="T13" fmla="*/ 320 h 845"/>
                <a:gd name="T14" fmla="*/ 0 w 499"/>
                <a:gd name="T15" fmla="*/ 326 h 845"/>
                <a:gd name="T16" fmla="*/ 0 w 499"/>
                <a:gd name="T17" fmla="*/ 333 h 845"/>
                <a:gd name="T18" fmla="*/ 53 w 499"/>
                <a:gd name="T19" fmla="*/ 386 h 845"/>
                <a:gd name="T20" fmla="*/ 105 w 499"/>
                <a:gd name="T21" fmla="*/ 343 h 845"/>
                <a:gd name="T22" fmla="*/ 138 w 499"/>
                <a:gd name="T23" fmla="*/ 138 h 845"/>
                <a:gd name="T24" fmla="*/ 137 w 499"/>
                <a:gd name="T25" fmla="*/ 792 h 845"/>
                <a:gd name="T26" fmla="*/ 190 w 499"/>
                <a:gd name="T27" fmla="*/ 845 h 845"/>
                <a:gd name="T28" fmla="*/ 243 w 499"/>
                <a:gd name="T29" fmla="*/ 792 h 845"/>
                <a:gd name="T30" fmla="*/ 243 w 499"/>
                <a:gd name="T31" fmla="*/ 468 h 845"/>
                <a:gd name="T32" fmla="*/ 256 w 499"/>
                <a:gd name="T33" fmla="*/ 468 h 845"/>
                <a:gd name="T34" fmla="*/ 256 w 499"/>
                <a:gd name="T35" fmla="*/ 792 h 845"/>
                <a:gd name="T36" fmla="*/ 308 w 499"/>
                <a:gd name="T37" fmla="*/ 845 h 845"/>
                <a:gd name="T38" fmla="*/ 361 w 499"/>
                <a:gd name="T39" fmla="*/ 792 h 845"/>
                <a:gd name="T40" fmla="*/ 361 w 499"/>
                <a:gd name="T41" fmla="*/ 138 h 845"/>
                <a:gd name="T42" fmla="*/ 394 w 499"/>
                <a:gd name="T43" fmla="*/ 343 h 845"/>
                <a:gd name="T44" fmla="*/ 446 w 499"/>
                <a:gd name="T45" fmla="*/ 386 h 845"/>
                <a:gd name="T46" fmla="*/ 499 w 499"/>
                <a:gd name="T47" fmla="*/ 333 h 845"/>
                <a:gd name="T48" fmla="*/ 498 w 499"/>
                <a:gd name="T49" fmla="*/ 326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9" h="845">
                  <a:moveTo>
                    <a:pt x="498" y="326"/>
                  </a:moveTo>
                  <a:cubicBezTo>
                    <a:pt x="499" y="324"/>
                    <a:pt x="499" y="322"/>
                    <a:pt x="498" y="320"/>
                  </a:cubicBezTo>
                  <a:cubicBezTo>
                    <a:pt x="446" y="44"/>
                    <a:pt x="446" y="44"/>
                    <a:pt x="446" y="44"/>
                  </a:cubicBezTo>
                  <a:cubicBezTo>
                    <a:pt x="442" y="18"/>
                    <a:pt x="420" y="0"/>
                    <a:pt x="394" y="0"/>
                  </a:cubicBezTo>
                  <a:cubicBezTo>
                    <a:pt x="104" y="0"/>
                    <a:pt x="104" y="0"/>
                    <a:pt x="104" y="0"/>
                  </a:cubicBezTo>
                  <a:cubicBezTo>
                    <a:pt x="78" y="0"/>
                    <a:pt x="56" y="18"/>
                    <a:pt x="52" y="44"/>
                  </a:cubicBezTo>
                  <a:cubicBezTo>
                    <a:pt x="0" y="320"/>
                    <a:pt x="0" y="320"/>
                    <a:pt x="0" y="320"/>
                  </a:cubicBezTo>
                  <a:cubicBezTo>
                    <a:pt x="0" y="322"/>
                    <a:pt x="0" y="324"/>
                    <a:pt x="0" y="326"/>
                  </a:cubicBezTo>
                  <a:cubicBezTo>
                    <a:pt x="0" y="329"/>
                    <a:pt x="0" y="331"/>
                    <a:pt x="0" y="333"/>
                  </a:cubicBezTo>
                  <a:cubicBezTo>
                    <a:pt x="0" y="363"/>
                    <a:pt x="24" y="386"/>
                    <a:pt x="53" y="386"/>
                  </a:cubicBezTo>
                  <a:cubicBezTo>
                    <a:pt x="78" y="386"/>
                    <a:pt x="100" y="368"/>
                    <a:pt x="105" y="343"/>
                  </a:cubicBezTo>
                  <a:cubicBezTo>
                    <a:pt x="138" y="138"/>
                    <a:pt x="138" y="138"/>
                    <a:pt x="138" y="138"/>
                  </a:cubicBezTo>
                  <a:cubicBezTo>
                    <a:pt x="137" y="792"/>
                    <a:pt x="137" y="792"/>
                    <a:pt x="137" y="792"/>
                  </a:cubicBezTo>
                  <a:cubicBezTo>
                    <a:pt x="137" y="821"/>
                    <a:pt x="161" y="845"/>
                    <a:pt x="190" y="845"/>
                  </a:cubicBezTo>
                  <a:cubicBezTo>
                    <a:pt x="219" y="845"/>
                    <a:pt x="243" y="821"/>
                    <a:pt x="243" y="792"/>
                  </a:cubicBezTo>
                  <a:cubicBezTo>
                    <a:pt x="243" y="468"/>
                    <a:pt x="243" y="468"/>
                    <a:pt x="243" y="468"/>
                  </a:cubicBezTo>
                  <a:cubicBezTo>
                    <a:pt x="256" y="468"/>
                    <a:pt x="256" y="468"/>
                    <a:pt x="256" y="468"/>
                  </a:cubicBezTo>
                  <a:cubicBezTo>
                    <a:pt x="256" y="792"/>
                    <a:pt x="256" y="792"/>
                    <a:pt x="256" y="792"/>
                  </a:cubicBezTo>
                  <a:cubicBezTo>
                    <a:pt x="256" y="821"/>
                    <a:pt x="279" y="845"/>
                    <a:pt x="308" y="845"/>
                  </a:cubicBezTo>
                  <a:cubicBezTo>
                    <a:pt x="338" y="845"/>
                    <a:pt x="361" y="821"/>
                    <a:pt x="361" y="792"/>
                  </a:cubicBezTo>
                  <a:cubicBezTo>
                    <a:pt x="361" y="138"/>
                    <a:pt x="361" y="138"/>
                    <a:pt x="361" y="138"/>
                  </a:cubicBezTo>
                  <a:cubicBezTo>
                    <a:pt x="394" y="343"/>
                    <a:pt x="394" y="343"/>
                    <a:pt x="394" y="343"/>
                  </a:cubicBezTo>
                  <a:cubicBezTo>
                    <a:pt x="398" y="368"/>
                    <a:pt x="420" y="386"/>
                    <a:pt x="446" y="386"/>
                  </a:cubicBezTo>
                  <a:cubicBezTo>
                    <a:pt x="475" y="386"/>
                    <a:pt x="499" y="363"/>
                    <a:pt x="499" y="333"/>
                  </a:cubicBezTo>
                  <a:cubicBezTo>
                    <a:pt x="499" y="331"/>
                    <a:pt x="498" y="329"/>
                    <a:pt x="498" y="326"/>
                  </a:cubicBezTo>
                  <a:close/>
                </a:path>
              </a:pathLst>
            </a:custGeom>
            <a:solidFill>
              <a:srgbClr val="0E3B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5" name="Oval 58"/>
            <p:cNvSpPr>
              <a:spLocks noChangeArrowheads="1"/>
            </p:cNvSpPr>
            <p:nvPr/>
          </p:nvSpPr>
          <p:spPr bwMode="auto">
            <a:xfrm>
              <a:off x="1681163" y="3535363"/>
              <a:ext cx="849313" cy="852488"/>
            </a:xfrm>
            <a:prstGeom prst="ellipse">
              <a:avLst/>
            </a:prstGeom>
            <a:solidFill>
              <a:srgbClr val="0E3B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6" name="Freeform 59"/>
            <p:cNvSpPr>
              <a:spLocks/>
            </p:cNvSpPr>
            <p:nvPr/>
          </p:nvSpPr>
          <p:spPr bwMode="auto">
            <a:xfrm>
              <a:off x="1166813" y="4494213"/>
              <a:ext cx="1878013" cy="3173413"/>
            </a:xfrm>
            <a:custGeom>
              <a:avLst/>
              <a:gdLst>
                <a:gd name="T0" fmla="*/ 499 w 500"/>
                <a:gd name="T1" fmla="*/ 326 h 845"/>
                <a:gd name="T2" fmla="*/ 499 w 500"/>
                <a:gd name="T3" fmla="*/ 320 h 845"/>
                <a:gd name="T4" fmla="*/ 447 w 500"/>
                <a:gd name="T5" fmla="*/ 44 h 845"/>
                <a:gd name="T6" fmla="*/ 395 w 500"/>
                <a:gd name="T7" fmla="*/ 0 h 845"/>
                <a:gd name="T8" fmla="*/ 105 w 500"/>
                <a:gd name="T9" fmla="*/ 0 h 845"/>
                <a:gd name="T10" fmla="*/ 53 w 500"/>
                <a:gd name="T11" fmla="*/ 44 h 845"/>
                <a:gd name="T12" fmla="*/ 1 w 500"/>
                <a:gd name="T13" fmla="*/ 320 h 845"/>
                <a:gd name="T14" fmla="*/ 1 w 500"/>
                <a:gd name="T15" fmla="*/ 326 h 845"/>
                <a:gd name="T16" fmla="*/ 1 w 500"/>
                <a:gd name="T17" fmla="*/ 333 h 845"/>
                <a:gd name="T18" fmla="*/ 53 w 500"/>
                <a:gd name="T19" fmla="*/ 386 h 845"/>
                <a:gd name="T20" fmla="*/ 105 w 500"/>
                <a:gd name="T21" fmla="*/ 343 h 845"/>
                <a:gd name="T22" fmla="*/ 138 w 500"/>
                <a:gd name="T23" fmla="*/ 138 h 845"/>
                <a:gd name="T24" fmla="*/ 138 w 500"/>
                <a:gd name="T25" fmla="*/ 792 h 845"/>
                <a:gd name="T26" fmla="*/ 191 w 500"/>
                <a:gd name="T27" fmla="*/ 845 h 845"/>
                <a:gd name="T28" fmla="*/ 244 w 500"/>
                <a:gd name="T29" fmla="*/ 792 h 845"/>
                <a:gd name="T30" fmla="*/ 244 w 500"/>
                <a:gd name="T31" fmla="*/ 468 h 845"/>
                <a:gd name="T32" fmla="*/ 256 w 500"/>
                <a:gd name="T33" fmla="*/ 468 h 845"/>
                <a:gd name="T34" fmla="*/ 256 w 500"/>
                <a:gd name="T35" fmla="*/ 792 h 845"/>
                <a:gd name="T36" fmla="*/ 309 w 500"/>
                <a:gd name="T37" fmla="*/ 845 h 845"/>
                <a:gd name="T38" fmla="*/ 362 w 500"/>
                <a:gd name="T39" fmla="*/ 792 h 845"/>
                <a:gd name="T40" fmla="*/ 362 w 500"/>
                <a:gd name="T41" fmla="*/ 138 h 845"/>
                <a:gd name="T42" fmla="*/ 394 w 500"/>
                <a:gd name="T43" fmla="*/ 343 h 845"/>
                <a:gd name="T44" fmla="*/ 446 w 500"/>
                <a:gd name="T45" fmla="*/ 386 h 845"/>
                <a:gd name="T46" fmla="*/ 499 w 500"/>
                <a:gd name="T47" fmla="*/ 333 h 845"/>
                <a:gd name="T48" fmla="*/ 499 w 500"/>
                <a:gd name="T49" fmla="*/ 326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0" h="845">
                  <a:moveTo>
                    <a:pt x="499" y="326"/>
                  </a:moveTo>
                  <a:cubicBezTo>
                    <a:pt x="499" y="324"/>
                    <a:pt x="500" y="322"/>
                    <a:pt x="499" y="320"/>
                  </a:cubicBezTo>
                  <a:cubicBezTo>
                    <a:pt x="447" y="44"/>
                    <a:pt x="447" y="44"/>
                    <a:pt x="447" y="44"/>
                  </a:cubicBezTo>
                  <a:cubicBezTo>
                    <a:pt x="443" y="18"/>
                    <a:pt x="421" y="0"/>
                    <a:pt x="395" y="0"/>
                  </a:cubicBezTo>
                  <a:cubicBezTo>
                    <a:pt x="105" y="0"/>
                    <a:pt x="105" y="0"/>
                    <a:pt x="105" y="0"/>
                  </a:cubicBezTo>
                  <a:cubicBezTo>
                    <a:pt x="79" y="0"/>
                    <a:pt x="57" y="18"/>
                    <a:pt x="53" y="44"/>
                  </a:cubicBezTo>
                  <a:cubicBezTo>
                    <a:pt x="1" y="320"/>
                    <a:pt x="1" y="320"/>
                    <a:pt x="1" y="320"/>
                  </a:cubicBezTo>
                  <a:cubicBezTo>
                    <a:pt x="0" y="322"/>
                    <a:pt x="0" y="324"/>
                    <a:pt x="1" y="326"/>
                  </a:cubicBezTo>
                  <a:cubicBezTo>
                    <a:pt x="1" y="329"/>
                    <a:pt x="1" y="331"/>
                    <a:pt x="1" y="333"/>
                  </a:cubicBezTo>
                  <a:cubicBezTo>
                    <a:pt x="1" y="363"/>
                    <a:pt x="24" y="386"/>
                    <a:pt x="53" y="386"/>
                  </a:cubicBezTo>
                  <a:cubicBezTo>
                    <a:pt x="79" y="386"/>
                    <a:pt x="101" y="368"/>
                    <a:pt x="105" y="343"/>
                  </a:cubicBezTo>
                  <a:cubicBezTo>
                    <a:pt x="138" y="138"/>
                    <a:pt x="138" y="138"/>
                    <a:pt x="138" y="138"/>
                  </a:cubicBezTo>
                  <a:cubicBezTo>
                    <a:pt x="138" y="792"/>
                    <a:pt x="138" y="792"/>
                    <a:pt x="138" y="792"/>
                  </a:cubicBezTo>
                  <a:cubicBezTo>
                    <a:pt x="138" y="821"/>
                    <a:pt x="162" y="845"/>
                    <a:pt x="191" y="845"/>
                  </a:cubicBezTo>
                  <a:cubicBezTo>
                    <a:pt x="220" y="845"/>
                    <a:pt x="244" y="821"/>
                    <a:pt x="244" y="792"/>
                  </a:cubicBezTo>
                  <a:cubicBezTo>
                    <a:pt x="244" y="468"/>
                    <a:pt x="244" y="468"/>
                    <a:pt x="244" y="468"/>
                  </a:cubicBezTo>
                  <a:cubicBezTo>
                    <a:pt x="256" y="468"/>
                    <a:pt x="256" y="468"/>
                    <a:pt x="256" y="468"/>
                  </a:cubicBezTo>
                  <a:cubicBezTo>
                    <a:pt x="256" y="792"/>
                    <a:pt x="256" y="792"/>
                    <a:pt x="256" y="792"/>
                  </a:cubicBezTo>
                  <a:cubicBezTo>
                    <a:pt x="256" y="821"/>
                    <a:pt x="280" y="845"/>
                    <a:pt x="309" y="845"/>
                  </a:cubicBezTo>
                  <a:cubicBezTo>
                    <a:pt x="338" y="845"/>
                    <a:pt x="362" y="821"/>
                    <a:pt x="362" y="792"/>
                  </a:cubicBezTo>
                  <a:cubicBezTo>
                    <a:pt x="362" y="138"/>
                    <a:pt x="362" y="138"/>
                    <a:pt x="362" y="138"/>
                  </a:cubicBezTo>
                  <a:cubicBezTo>
                    <a:pt x="394" y="343"/>
                    <a:pt x="394" y="343"/>
                    <a:pt x="394" y="343"/>
                  </a:cubicBezTo>
                  <a:cubicBezTo>
                    <a:pt x="399" y="368"/>
                    <a:pt x="421" y="386"/>
                    <a:pt x="446" y="386"/>
                  </a:cubicBezTo>
                  <a:cubicBezTo>
                    <a:pt x="476" y="386"/>
                    <a:pt x="499" y="363"/>
                    <a:pt x="499" y="333"/>
                  </a:cubicBezTo>
                  <a:cubicBezTo>
                    <a:pt x="499" y="331"/>
                    <a:pt x="499" y="329"/>
                    <a:pt x="499" y="326"/>
                  </a:cubicBezTo>
                  <a:close/>
                </a:path>
              </a:pathLst>
            </a:custGeom>
            <a:solidFill>
              <a:srgbClr val="0E3B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7" name="Freeform 61"/>
            <p:cNvSpPr>
              <a:spLocks/>
            </p:cNvSpPr>
            <p:nvPr/>
          </p:nvSpPr>
          <p:spPr bwMode="auto">
            <a:xfrm>
              <a:off x="6651626" y="42863"/>
              <a:ext cx="4729163" cy="1492250"/>
            </a:xfrm>
            <a:custGeom>
              <a:avLst/>
              <a:gdLst>
                <a:gd name="T0" fmla="*/ 2979 w 2979"/>
                <a:gd name="T1" fmla="*/ 873 h 940"/>
                <a:gd name="T2" fmla="*/ 2970 w 2979"/>
                <a:gd name="T3" fmla="*/ 0 h 940"/>
                <a:gd name="T4" fmla="*/ 0 w 2979"/>
                <a:gd name="T5" fmla="*/ 67 h 940"/>
                <a:gd name="T6" fmla="*/ 12 w 2979"/>
                <a:gd name="T7" fmla="*/ 940 h 940"/>
                <a:gd name="T8" fmla="*/ 2979 w 2979"/>
                <a:gd name="T9" fmla="*/ 873 h 940"/>
              </a:gdLst>
              <a:ahLst/>
              <a:cxnLst>
                <a:cxn ang="0">
                  <a:pos x="T0" y="T1"/>
                </a:cxn>
                <a:cxn ang="0">
                  <a:pos x="T2" y="T3"/>
                </a:cxn>
                <a:cxn ang="0">
                  <a:pos x="T4" y="T5"/>
                </a:cxn>
                <a:cxn ang="0">
                  <a:pos x="T6" y="T7"/>
                </a:cxn>
                <a:cxn ang="0">
                  <a:pos x="T8" y="T9"/>
                </a:cxn>
              </a:cxnLst>
              <a:rect l="0" t="0" r="r" b="b"/>
              <a:pathLst>
                <a:path w="2979" h="940">
                  <a:moveTo>
                    <a:pt x="2979" y="873"/>
                  </a:moveTo>
                  <a:lnTo>
                    <a:pt x="2970" y="0"/>
                  </a:lnTo>
                  <a:lnTo>
                    <a:pt x="0" y="67"/>
                  </a:lnTo>
                  <a:lnTo>
                    <a:pt x="12" y="940"/>
                  </a:lnTo>
                  <a:lnTo>
                    <a:pt x="2979" y="873"/>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8" name="Freeform 62"/>
            <p:cNvSpPr>
              <a:spLocks/>
            </p:cNvSpPr>
            <p:nvPr/>
          </p:nvSpPr>
          <p:spPr bwMode="auto">
            <a:xfrm>
              <a:off x="4035426" y="554038"/>
              <a:ext cx="503238" cy="1412875"/>
            </a:xfrm>
            <a:custGeom>
              <a:avLst/>
              <a:gdLst>
                <a:gd name="T0" fmla="*/ 50 w 134"/>
                <a:gd name="T1" fmla="*/ 374 h 376"/>
                <a:gd name="T2" fmla="*/ 50 w 134"/>
                <a:gd name="T3" fmla="*/ 374 h 376"/>
                <a:gd name="T4" fmla="*/ 2 w 134"/>
                <a:gd name="T5" fmla="*/ 319 h 376"/>
                <a:gd name="T6" fmla="*/ 29 w 134"/>
                <a:gd name="T7" fmla="*/ 50 h 376"/>
                <a:gd name="T8" fmla="*/ 84 w 134"/>
                <a:gd name="T9" fmla="*/ 2 h 376"/>
                <a:gd name="T10" fmla="*/ 132 w 134"/>
                <a:gd name="T11" fmla="*/ 57 h 376"/>
                <a:gd name="T12" fmla="*/ 105 w 134"/>
                <a:gd name="T13" fmla="*/ 326 h 376"/>
                <a:gd name="T14" fmla="*/ 50 w 134"/>
                <a:gd name="T15" fmla="*/ 374 h 3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376">
                  <a:moveTo>
                    <a:pt x="50" y="374"/>
                  </a:moveTo>
                  <a:cubicBezTo>
                    <a:pt x="50" y="374"/>
                    <a:pt x="50" y="374"/>
                    <a:pt x="50" y="374"/>
                  </a:cubicBezTo>
                  <a:cubicBezTo>
                    <a:pt x="22" y="372"/>
                    <a:pt x="0" y="347"/>
                    <a:pt x="2" y="319"/>
                  </a:cubicBezTo>
                  <a:cubicBezTo>
                    <a:pt x="29" y="50"/>
                    <a:pt x="29" y="50"/>
                    <a:pt x="29" y="50"/>
                  </a:cubicBezTo>
                  <a:cubicBezTo>
                    <a:pt x="32" y="22"/>
                    <a:pt x="56" y="0"/>
                    <a:pt x="84" y="2"/>
                  </a:cubicBezTo>
                  <a:cubicBezTo>
                    <a:pt x="112" y="4"/>
                    <a:pt x="134" y="29"/>
                    <a:pt x="132" y="57"/>
                  </a:cubicBezTo>
                  <a:cubicBezTo>
                    <a:pt x="105" y="326"/>
                    <a:pt x="105" y="326"/>
                    <a:pt x="105" y="326"/>
                  </a:cubicBezTo>
                  <a:cubicBezTo>
                    <a:pt x="103" y="354"/>
                    <a:pt x="79" y="376"/>
                    <a:pt x="50" y="374"/>
                  </a:cubicBezTo>
                  <a:close/>
                </a:path>
              </a:pathLst>
            </a:custGeom>
            <a:solidFill>
              <a:srgbClr val="D4B1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9" name="Freeform 63"/>
            <p:cNvSpPr>
              <a:spLocks/>
            </p:cNvSpPr>
            <p:nvPr/>
          </p:nvSpPr>
          <p:spPr bwMode="auto">
            <a:xfrm>
              <a:off x="4448176" y="498475"/>
              <a:ext cx="457200" cy="1419225"/>
            </a:xfrm>
            <a:custGeom>
              <a:avLst/>
              <a:gdLst>
                <a:gd name="T0" fmla="*/ 74 w 122"/>
                <a:gd name="T1" fmla="*/ 375 h 378"/>
                <a:gd name="T2" fmla="*/ 74 w 122"/>
                <a:gd name="T3" fmla="*/ 375 h 378"/>
                <a:gd name="T4" fmla="*/ 18 w 122"/>
                <a:gd name="T5" fmla="*/ 329 h 378"/>
                <a:gd name="T6" fmla="*/ 1 w 122"/>
                <a:gd name="T7" fmla="*/ 59 h 378"/>
                <a:gd name="T8" fmla="*/ 48 w 122"/>
                <a:gd name="T9" fmla="*/ 3 h 378"/>
                <a:gd name="T10" fmla="*/ 104 w 122"/>
                <a:gd name="T11" fmla="*/ 49 h 378"/>
                <a:gd name="T12" fmla="*/ 121 w 122"/>
                <a:gd name="T13" fmla="*/ 319 h 378"/>
                <a:gd name="T14" fmla="*/ 74 w 122"/>
                <a:gd name="T15" fmla="*/ 375 h 3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378">
                  <a:moveTo>
                    <a:pt x="74" y="375"/>
                  </a:moveTo>
                  <a:cubicBezTo>
                    <a:pt x="74" y="375"/>
                    <a:pt x="74" y="375"/>
                    <a:pt x="74" y="375"/>
                  </a:cubicBezTo>
                  <a:cubicBezTo>
                    <a:pt x="46" y="378"/>
                    <a:pt x="20" y="357"/>
                    <a:pt x="18" y="329"/>
                  </a:cubicBezTo>
                  <a:cubicBezTo>
                    <a:pt x="1" y="59"/>
                    <a:pt x="1" y="59"/>
                    <a:pt x="1" y="59"/>
                  </a:cubicBezTo>
                  <a:cubicBezTo>
                    <a:pt x="0" y="31"/>
                    <a:pt x="20" y="5"/>
                    <a:pt x="48" y="3"/>
                  </a:cubicBezTo>
                  <a:cubicBezTo>
                    <a:pt x="76" y="0"/>
                    <a:pt x="101" y="21"/>
                    <a:pt x="104" y="49"/>
                  </a:cubicBezTo>
                  <a:cubicBezTo>
                    <a:pt x="121" y="319"/>
                    <a:pt x="121" y="319"/>
                    <a:pt x="121" y="319"/>
                  </a:cubicBezTo>
                  <a:cubicBezTo>
                    <a:pt x="122" y="348"/>
                    <a:pt x="102" y="373"/>
                    <a:pt x="74" y="375"/>
                  </a:cubicBezTo>
                  <a:close/>
                </a:path>
              </a:pathLst>
            </a:custGeom>
            <a:solidFill>
              <a:srgbClr val="D4B1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0" name="Freeform 64"/>
            <p:cNvSpPr>
              <a:spLocks/>
            </p:cNvSpPr>
            <p:nvPr/>
          </p:nvSpPr>
          <p:spPr bwMode="auto">
            <a:xfrm>
              <a:off x="4027488" y="160338"/>
              <a:ext cx="1858963" cy="1397000"/>
            </a:xfrm>
            <a:custGeom>
              <a:avLst/>
              <a:gdLst>
                <a:gd name="T0" fmla="*/ 1171 w 1171"/>
                <a:gd name="T1" fmla="*/ 269 h 880"/>
                <a:gd name="T2" fmla="*/ 428 w 1171"/>
                <a:gd name="T3" fmla="*/ 0 h 880"/>
                <a:gd name="T4" fmla="*/ 0 w 1171"/>
                <a:gd name="T5" fmla="*/ 468 h 880"/>
                <a:gd name="T6" fmla="*/ 14 w 1171"/>
                <a:gd name="T7" fmla="*/ 880 h 880"/>
                <a:gd name="T8" fmla="*/ 1014 w 1171"/>
                <a:gd name="T9" fmla="*/ 660 h 880"/>
                <a:gd name="T10" fmla="*/ 1171 w 1171"/>
                <a:gd name="T11" fmla="*/ 269 h 880"/>
              </a:gdLst>
              <a:ahLst/>
              <a:cxnLst>
                <a:cxn ang="0">
                  <a:pos x="T0" y="T1"/>
                </a:cxn>
                <a:cxn ang="0">
                  <a:pos x="T2" y="T3"/>
                </a:cxn>
                <a:cxn ang="0">
                  <a:pos x="T4" y="T5"/>
                </a:cxn>
                <a:cxn ang="0">
                  <a:pos x="T6" y="T7"/>
                </a:cxn>
                <a:cxn ang="0">
                  <a:pos x="T8" y="T9"/>
                </a:cxn>
                <a:cxn ang="0">
                  <a:pos x="T10" y="T11"/>
                </a:cxn>
              </a:cxnLst>
              <a:rect l="0" t="0" r="r" b="b"/>
              <a:pathLst>
                <a:path w="1171" h="880">
                  <a:moveTo>
                    <a:pt x="1171" y="269"/>
                  </a:moveTo>
                  <a:lnTo>
                    <a:pt x="428" y="0"/>
                  </a:lnTo>
                  <a:lnTo>
                    <a:pt x="0" y="468"/>
                  </a:lnTo>
                  <a:lnTo>
                    <a:pt x="14" y="880"/>
                  </a:lnTo>
                  <a:lnTo>
                    <a:pt x="1014" y="660"/>
                  </a:lnTo>
                  <a:lnTo>
                    <a:pt x="1171" y="269"/>
                  </a:lnTo>
                  <a:close/>
                </a:path>
              </a:pathLst>
            </a:custGeom>
            <a:solidFill>
              <a:srgbClr val="D4B1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1" name="Freeform 65"/>
            <p:cNvSpPr>
              <a:spLocks/>
            </p:cNvSpPr>
            <p:nvPr/>
          </p:nvSpPr>
          <p:spPr bwMode="auto">
            <a:xfrm>
              <a:off x="4530726" y="385763"/>
              <a:ext cx="769938" cy="1397000"/>
            </a:xfrm>
            <a:custGeom>
              <a:avLst/>
              <a:gdLst>
                <a:gd name="T0" fmla="*/ 166 w 205"/>
                <a:gd name="T1" fmla="*/ 362 h 372"/>
                <a:gd name="T2" fmla="*/ 166 w 205"/>
                <a:gd name="T3" fmla="*/ 362 h 372"/>
                <a:gd name="T4" fmla="*/ 99 w 205"/>
                <a:gd name="T5" fmla="*/ 333 h 372"/>
                <a:gd name="T6" fmla="*/ 10 w 205"/>
                <a:gd name="T7" fmla="*/ 77 h 372"/>
                <a:gd name="T8" fmla="*/ 39 w 205"/>
                <a:gd name="T9" fmla="*/ 11 h 372"/>
                <a:gd name="T10" fmla="*/ 106 w 205"/>
                <a:gd name="T11" fmla="*/ 40 h 372"/>
                <a:gd name="T12" fmla="*/ 195 w 205"/>
                <a:gd name="T13" fmla="*/ 296 h 372"/>
                <a:gd name="T14" fmla="*/ 166 w 205"/>
                <a:gd name="T15" fmla="*/ 362 h 3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372">
                  <a:moveTo>
                    <a:pt x="166" y="362"/>
                  </a:moveTo>
                  <a:cubicBezTo>
                    <a:pt x="166" y="362"/>
                    <a:pt x="166" y="362"/>
                    <a:pt x="166" y="362"/>
                  </a:cubicBezTo>
                  <a:cubicBezTo>
                    <a:pt x="139" y="372"/>
                    <a:pt x="108" y="359"/>
                    <a:pt x="99" y="333"/>
                  </a:cubicBezTo>
                  <a:cubicBezTo>
                    <a:pt x="10" y="77"/>
                    <a:pt x="10" y="77"/>
                    <a:pt x="10" y="77"/>
                  </a:cubicBezTo>
                  <a:cubicBezTo>
                    <a:pt x="0" y="51"/>
                    <a:pt x="13" y="21"/>
                    <a:pt x="39" y="11"/>
                  </a:cubicBezTo>
                  <a:cubicBezTo>
                    <a:pt x="66" y="0"/>
                    <a:pt x="96" y="14"/>
                    <a:pt x="106" y="40"/>
                  </a:cubicBezTo>
                  <a:cubicBezTo>
                    <a:pt x="195" y="296"/>
                    <a:pt x="195" y="296"/>
                    <a:pt x="195" y="296"/>
                  </a:cubicBezTo>
                  <a:cubicBezTo>
                    <a:pt x="205" y="322"/>
                    <a:pt x="192" y="352"/>
                    <a:pt x="166" y="362"/>
                  </a:cubicBezTo>
                  <a:close/>
                </a:path>
              </a:pathLst>
            </a:custGeom>
            <a:solidFill>
              <a:srgbClr val="D4B1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2" name="Freeform 66"/>
            <p:cNvSpPr>
              <a:spLocks/>
            </p:cNvSpPr>
            <p:nvPr/>
          </p:nvSpPr>
          <p:spPr bwMode="auto">
            <a:xfrm>
              <a:off x="4486276" y="-92075"/>
              <a:ext cx="1620838" cy="915988"/>
            </a:xfrm>
            <a:custGeom>
              <a:avLst/>
              <a:gdLst>
                <a:gd name="T0" fmla="*/ 428 w 432"/>
                <a:gd name="T1" fmla="*/ 191 h 244"/>
                <a:gd name="T2" fmla="*/ 428 w 432"/>
                <a:gd name="T3" fmla="*/ 191 h 244"/>
                <a:gd name="T4" fmla="*/ 368 w 432"/>
                <a:gd name="T5" fmla="*/ 234 h 244"/>
                <a:gd name="T6" fmla="*/ 47 w 432"/>
                <a:gd name="T7" fmla="*/ 106 h 244"/>
                <a:gd name="T8" fmla="*/ 5 w 432"/>
                <a:gd name="T9" fmla="*/ 46 h 244"/>
                <a:gd name="T10" fmla="*/ 64 w 432"/>
                <a:gd name="T11" fmla="*/ 4 h 244"/>
                <a:gd name="T12" fmla="*/ 385 w 432"/>
                <a:gd name="T13" fmla="*/ 132 h 244"/>
                <a:gd name="T14" fmla="*/ 428 w 432"/>
                <a:gd name="T15" fmla="*/ 191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2" h="244">
                  <a:moveTo>
                    <a:pt x="428" y="191"/>
                  </a:moveTo>
                  <a:cubicBezTo>
                    <a:pt x="428" y="191"/>
                    <a:pt x="428" y="191"/>
                    <a:pt x="428" y="191"/>
                  </a:cubicBezTo>
                  <a:cubicBezTo>
                    <a:pt x="423" y="219"/>
                    <a:pt x="394" y="244"/>
                    <a:pt x="368" y="234"/>
                  </a:cubicBezTo>
                  <a:cubicBezTo>
                    <a:pt x="47" y="106"/>
                    <a:pt x="47" y="106"/>
                    <a:pt x="47" y="106"/>
                  </a:cubicBezTo>
                  <a:cubicBezTo>
                    <a:pt x="21" y="96"/>
                    <a:pt x="0" y="74"/>
                    <a:pt x="5" y="46"/>
                  </a:cubicBezTo>
                  <a:cubicBezTo>
                    <a:pt x="10" y="18"/>
                    <a:pt x="36" y="0"/>
                    <a:pt x="64" y="4"/>
                  </a:cubicBezTo>
                  <a:cubicBezTo>
                    <a:pt x="385" y="132"/>
                    <a:pt x="385" y="132"/>
                    <a:pt x="385" y="132"/>
                  </a:cubicBezTo>
                  <a:cubicBezTo>
                    <a:pt x="412" y="142"/>
                    <a:pt x="432" y="163"/>
                    <a:pt x="428" y="191"/>
                  </a:cubicBez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3" name="Freeform 67"/>
            <p:cNvSpPr>
              <a:spLocks/>
            </p:cNvSpPr>
            <p:nvPr/>
          </p:nvSpPr>
          <p:spPr bwMode="auto">
            <a:xfrm>
              <a:off x="3854451" y="-92075"/>
              <a:ext cx="1044575" cy="1011238"/>
            </a:xfrm>
            <a:custGeom>
              <a:avLst/>
              <a:gdLst>
                <a:gd name="T0" fmla="*/ 19 w 278"/>
                <a:gd name="T1" fmla="*/ 244 h 269"/>
                <a:gd name="T2" fmla="*/ 19 w 278"/>
                <a:gd name="T3" fmla="*/ 244 h 269"/>
                <a:gd name="T4" fmla="*/ 24 w 278"/>
                <a:gd name="T5" fmla="*/ 172 h 269"/>
                <a:gd name="T6" fmla="*/ 186 w 278"/>
                <a:gd name="T7" fmla="*/ 20 h 269"/>
                <a:gd name="T8" fmla="*/ 259 w 278"/>
                <a:gd name="T9" fmla="*/ 25 h 269"/>
                <a:gd name="T10" fmla="*/ 254 w 278"/>
                <a:gd name="T11" fmla="*/ 97 h 269"/>
                <a:gd name="T12" fmla="*/ 92 w 278"/>
                <a:gd name="T13" fmla="*/ 249 h 269"/>
                <a:gd name="T14" fmla="*/ 19 w 278"/>
                <a:gd name="T15" fmla="*/ 244 h 2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8" h="269">
                  <a:moveTo>
                    <a:pt x="19" y="244"/>
                  </a:moveTo>
                  <a:cubicBezTo>
                    <a:pt x="19" y="244"/>
                    <a:pt x="19" y="244"/>
                    <a:pt x="19" y="244"/>
                  </a:cubicBezTo>
                  <a:cubicBezTo>
                    <a:pt x="0" y="223"/>
                    <a:pt x="3" y="191"/>
                    <a:pt x="24" y="172"/>
                  </a:cubicBezTo>
                  <a:cubicBezTo>
                    <a:pt x="186" y="20"/>
                    <a:pt x="186" y="20"/>
                    <a:pt x="186" y="20"/>
                  </a:cubicBezTo>
                  <a:cubicBezTo>
                    <a:pt x="207" y="0"/>
                    <a:pt x="241" y="3"/>
                    <a:pt x="259" y="25"/>
                  </a:cubicBezTo>
                  <a:cubicBezTo>
                    <a:pt x="278" y="46"/>
                    <a:pt x="276" y="79"/>
                    <a:pt x="254" y="97"/>
                  </a:cubicBezTo>
                  <a:cubicBezTo>
                    <a:pt x="92" y="249"/>
                    <a:pt x="92" y="249"/>
                    <a:pt x="92" y="249"/>
                  </a:cubicBezTo>
                  <a:cubicBezTo>
                    <a:pt x="71" y="269"/>
                    <a:pt x="38" y="266"/>
                    <a:pt x="19" y="244"/>
                  </a:cubicBez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4" name="Freeform 68"/>
            <p:cNvSpPr>
              <a:spLocks/>
            </p:cNvSpPr>
            <p:nvPr/>
          </p:nvSpPr>
          <p:spPr bwMode="auto">
            <a:xfrm>
              <a:off x="3633788" y="520700"/>
              <a:ext cx="627063" cy="1411288"/>
            </a:xfrm>
            <a:custGeom>
              <a:avLst/>
              <a:gdLst>
                <a:gd name="T0" fmla="*/ 47 w 167"/>
                <a:gd name="T1" fmla="*/ 372 h 376"/>
                <a:gd name="T2" fmla="*/ 47 w 167"/>
                <a:gd name="T3" fmla="*/ 372 h 376"/>
                <a:gd name="T4" fmla="*/ 6 w 167"/>
                <a:gd name="T5" fmla="*/ 312 h 376"/>
                <a:gd name="T6" fmla="*/ 61 w 167"/>
                <a:gd name="T7" fmla="*/ 47 h 376"/>
                <a:gd name="T8" fmla="*/ 121 w 167"/>
                <a:gd name="T9" fmla="*/ 5 h 376"/>
                <a:gd name="T10" fmla="*/ 163 w 167"/>
                <a:gd name="T11" fmla="*/ 65 h 376"/>
                <a:gd name="T12" fmla="*/ 107 w 167"/>
                <a:gd name="T13" fmla="*/ 330 h 376"/>
                <a:gd name="T14" fmla="*/ 47 w 167"/>
                <a:gd name="T15" fmla="*/ 372 h 3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376">
                  <a:moveTo>
                    <a:pt x="47" y="372"/>
                  </a:moveTo>
                  <a:cubicBezTo>
                    <a:pt x="47" y="372"/>
                    <a:pt x="47" y="372"/>
                    <a:pt x="47" y="372"/>
                  </a:cubicBezTo>
                  <a:cubicBezTo>
                    <a:pt x="20" y="367"/>
                    <a:pt x="0" y="339"/>
                    <a:pt x="6" y="312"/>
                  </a:cubicBezTo>
                  <a:cubicBezTo>
                    <a:pt x="61" y="47"/>
                    <a:pt x="61" y="47"/>
                    <a:pt x="61" y="47"/>
                  </a:cubicBezTo>
                  <a:cubicBezTo>
                    <a:pt x="67" y="19"/>
                    <a:pt x="93" y="0"/>
                    <a:pt x="121" y="5"/>
                  </a:cubicBezTo>
                  <a:cubicBezTo>
                    <a:pt x="149" y="10"/>
                    <a:pt x="167" y="37"/>
                    <a:pt x="163" y="65"/>
                  </a:cubicBezTo>
                  <a:cubicBezTo>
                    <a:pt x="107" y="330"/>
                    <a:pt x="107" y="330"/>
                    <a:pt x="107" y="330"/>
                  </a:cubicBezTo>
                  <a:cubicBezTo>
                    <a:pt x="101" y="357"/>
                    <a:pt x="75" y="376"/>
                    <a:pt x="47" y="372"/>
                  </a:cubicBez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5" name="Freeform 69"/>
            <p:cNvSpPr>
              <a:spLocks/>
            </p:cNvSpPr>
            <p:nvPr/>
          </p:nvSpPr>
          <p:spPr bwMode="auto">
            <a:xfrm>
              <a:off x="4564063" y="39688"/>
              <a:ext cx="1411288" cy="1412875"/>
            </a:xfrm>
            <a:custGeom>
              <a:avLst/>
              <a:gdLst>
                <a:gd name="T0" fmla="*/ 0 w 376"/>
                <a:gd name="T1" fmla="*/ 129 h 376"/>
                <a:gd name="T2" fmla="*/ 156 w 376"/>
                <a:gd name="T3" fmla="*/ 282 h 376"/>
                <a:gd name="T4" fmla="*/ 376 w 376"/>
                <a:gd name="T5" fmla="*/ 269 h 376"/>
                <a:gd name="T6" fmla="*/ 282 w 376"/>
                <a:gd name="T7" fmla="*/ 91 h 376"/>
                <a:gd name="T8" fmla="*/ 0 w 376"/>
                <a:gd name="T9" fmla="*/ 129 h 376"/>
              </a:gdLst>
              <a:ahLst/>
              <a:cxnLst>
                <a:cxn ang="0">
                  <a:pos x="T0" y="T1"/>
                </a:cxn>
                <a:cxn ang="0">
                  <a:pos x="T2" y="T3"/>
                </a:cxn>
                <a:cxn ang="0">
                  <a:pos x="T4" y="T5"/>
                </a:cxn>
                <a:cxn ang="0">
                  <a:pos x="T6" y="T7"/>
                </a:cxn>
                <a:cxn ang="0">
                  <a:pos x="T8" y="T9"/>
                </a:cxn>
              </a:cxnLst>
              <a:rect l="0" t="0" r="r" b="b"/>
              <a:pathLst>
                <a:path w="376" h="376">
                  <a:moveTo>
                    <a:pt x="0" y="129"/>
                  </a:moveTo>
                  <a:cubicBezTo>
                    <a:pt x="47" y="140"/>
                    <a:pt x="236" y="189"/>
                    <a:pt x="156" y="282"/>
                  </a:cubicBezTo>
                  <a:cubicBezTo>
                    <a:pt x="76" y="376"/>
                    <a:pt x="376" y="269"/>
                    <a:pt x="376" y="269"/>
                  </a:cubicBezTo>
                  <a:cubicBezTo>
                    <a:pt x="282" y="91"/>
                    <a:pt x="282" y="91"/>
                    <a:pt x="282" y="91"/>
                  </a:cubicBezTo>
                  <a:cubicBezTo>
                    <a:pt x="282" y="91"/>
                    <a:pt x="116" y="0"/>
                    <a:pt x="0" y="129"/>
                  </a:cubicBez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6" name="Freeform 70"/>
            <p:cNvSpPr>
              <a:spLocks/>
            </p:cNvSpPr>
            <p:nvPr/>
          </p:nvSpPr>
          <p:spPr bwMode="auto">
            <a:xfrm>
              <a:off x="5653088" y="377825"/>
              <a:ext cx="746125" cy="987425"/>
            </a:xfrm>
            <a:custGeom>
              <a:avLst/>
              <a:gdLst>
                <a:gd name="T0" fmla="*/ 0 w 470"/>
                <a:gd name="T1" fmla="*/ 5 h 622"/>
                <a:gd name="T2" fmla="*/ 87 w 470"/>
                <a:gd name="T3" fmla="*/ 620 h 622"/>
                <a:gd name="T4" fmla="*/ 470 w 470"/>
                <a:gd name="T5" fmla="*/ 622 h 622"/>
                <a:gd name="T6" fmla="*/ 452 w 470"/>
                <a:gd name="T7" fmla="*/ 0 h 622"/>
                <a:gd name="T8" fmla="*/ 0 w 470"/>
                <a:gd name="T9" fmla="*/ 5 h 622"/>
              </a:gdLst>
              <a:ahLst/>
              <a:cxnLst>
                <a:cxn ang="0">
                  <a:pos x="T0" y="T1"/>
                </a:cxn>
                <a:cxn ang="0">
                  <a:pos x="T2" y="T3"/>
                </a:cxn>
                <a:cxn ang="0">
                  <a:pos x="T4" y="T5"/>
                </a:cxn>
                <a:cxn ang="0">
                  <a:pos x="T6" y="T7"/>
                </a:cxn>
                <a:cxn ang="0">
                  <a:pos x="T8" y="T9"/>
                </a:cxn>
              </a:cxnLst>
              <a:rect l="0" t="0" r="r" b="b"/>
              <a:pathLst>
                <a:path w="470" h="622">
                  <a:moveTo>
                    <a:pt x="0" y="5"/>
                  </a:moveTo>
                  <a:lnTo>
                    <a:pt x="87" y="620"/>
                  </a:lnTo>
                  <a:lnTo>
                    <a:pt x="470" y="622"/>
                  </a:lnTo>
                  <a:lnTo>
                    <a:pt x="452" y="0"/>
                  </a:lnTo>
                  <a:lnTo>
                    <a:pt x="0" y="5"/>
                  </a:ln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7" name="Oval 71"/>
            <p:cNvSpPr>
              <a:spLocks noChangeArrowheads="1"/>
            </p:cNvSpPr>
            <p:nvPr/>
          </p:nvSpPr>
          <p:spPr bwMode="auto">
            <a:xfrm>
              <a:off x="3449638" y="1417638"/>
              <a:ext cx="1160463" cy="1165225"/>
            </a:xfrm>
            <a:prstGeom prst="ellipse">
              <a:avLst/>
            </a:pr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8" name="Freeform 72"/>
            <p:cNvSpPr>
              <a:spLocks/>
            </p:cNvSpPr>
            <p:nvPr/>
          </p:nvSpPr>
          <p:spPr bwMode="auto">
            <a:xfrm>
              <a:off x="2751138" y="2720975"/>
              <a:ext cx="2560638" cy="4337050"/>
            </a:xfrm>
            <a:custGeom>
              <a:avLst/>
              <a:gdLst>
                <a:gd name="T0" fmla="*/ 681 w 682"/>
                <a:gd name="T1" fmla="*/ 446 h 1155"/>
                <a:gd name="T2" fmla="*/ 681 w 682"/>
                <a:gd name="T3" fmla="*/ 438 h 1155"/>
                <a:gd name="T4" fmla="*/ 610 w 682"/>
                <a:gd name="T5" fmla="*/ 61 h 1155"/>
                <a:gd name="T6" fmla="*/ 539 w 682"/>
                <a:gd name="T7" fmla="*/ 0 h 1155"/>
                <a:gd name="T8" fmla="*/ 142 w 682"/>
                <a:gd name="T9" fmla="*/ 0 h 1155"/>
                <a:gd name="T10" fmla="*/ 71 w 682"/>
                <a:gd name="T11" fmla="*/ 61 h 1155"/>
                <a:gd name="T12" fmla="*/ 0 w 682"/>
                <a:gd name="T13" fmla="*/ 438 h 1155"/>
                <a:gd name="T14" fmla="*/ 1 w 682"/>
                <a:gd name="T15" fmla="*/ 446 h 1155"/>
                <a:gd name="T16" fmla="*/ 0 w 682"/>
                <a:gd name="T17" fmla="*/ 457 h 1155"/>
                <a:gd name="T18" fmla="*/ 72 w 682"/>
                <a:gd name="T19" fmla="*/ 529 h 1155"/>
                <a:gd name="T20" fmla="*/ 143 w 682"/>
                <a:gd name="T21" fmla="*/ 469 h 1155"/>
                <a:gd name="T22" fmla="*/ 188 w 682"/>
                <a:gd name="T23" fmla="*/ 189 h 1155"/>
                <a:gd name="T24" fmla="*/ 187 w 682"/>
                <a:gd name="T25" fmla="*/ 1083 h 1155"/>
                <a:gd name="T26" fmla="*/ 260 w 682"/>
                <a:gd name="T27" fmla="*/ 1155 h 1155"/>
                <a:gd name="T28" fmla="*/ 332 w 682"/>
                <a:gd name="T29" fmla="*/ 1083 h 1155"/>
                <a:gd name="T30" fmla="*/ 332 w 682"/>
                <a:gd name="T31" fmla="*/ 640 h 1155"/>
                <a:gd name="T32" fmla="*/ 349 w 682"/>
                <a:gd name="T33" fmla="*/ 640 h 1155"/>
                <a:gd name="T34" fmla="*/ 349 w 682"/>
                <a:gd name="T35" fmla="*/ 1083 h 1155"/>
                <a:gd name="T36" fmla="*/ 422 w 682"/>
                <a:gd name="T37" fmla="*/ 1155 h 1155"/>
                <a:gd name="T38" fmla="*/ 494 w 682"/>
                <a:gd name="T39" fmla="*/ 1083 h 1155"/>
                <a:gd name="T40" fmla="*/ 493 w 682"/>
                <a:gd name="T41" fmla="*/ 189 h 1155"/>
                <a:gd name="T42" fmla="*/ 538 w 682"/>
                <a:gd name="T43" fmla="*/ 470 h 1155"/>
                <a:gd name="T44" fmla="*/ 609 w 682"/>
                <a:gd name="T45" fmla="*/ 529 h 1155"/>
                <a:gd name="T46" fmla="*/ 682 w 682"/>
                <a:gd name="T47" fmla="*/ 457 h 1155"/>
                <a:gd name="T48" fmla="*/ 681 w 682"/>
                <a:gd name="T49" fmla="*/ 446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2" h="1155">
                  <a:moveTo>
                    <a:pt x="681" y="446"/>
                  </a:moveTo>
                  <a:cubicBezTo>
                    <a:pt x="682" y="444"/>
                    <a:pt x="682" y="441"/>
                    <a:pt x="681" y="438"/>
                  </a:cubicBezTo>
                  <a:cubicBezTo>
                    <a:pt x="610" y="61"/>
                    <a:pt x="610" y="61"/>
                    <a:pt x="610" y="61"/>
                  </a:cubicBezTo>
                  <a:cubicBezTo>
                    <a:pt x="605" y="26"/>
                    <a:pt x="575" y="0"/>
                    <a:pt x="539" y="0"/>
                  </a:cubicBezTo>
                  <a:cubicBezTo>
                    <a:pt x="142" y="0"/>
                    <a:pt x="142" y="0"/>
                    <a:pt x="142" y="0"/>
                  </a:cubicBezTo>
                  <a:cubicBezTo>
                    <a:pt x="107" y="0"/>
                    <a:pt x="77" y="26"/>
                    <a:pt x="71" y="61"/>
                  </a:cubicBezTo>
                  <a:cubicBezTo>
                    <a:pt x="0" y="438"/>
                    <a:pt x="0" y="438"/>
                    <a:pt x="0" y="438"/>
                  </a:cubicBezTo>
                  <a:cubicBezTo>
                    <a:pt x="0" y="441"/>
                    <a:pt x="0" y="444"/>
                    <a:pt x="1" y="446"/>
                  </a:cubicBezTo>
                  <a:cubicBezTo>
                    <a:pt x="0" y="450"/>
                    <a:pt x="0" y="453"/>
                    <a:pt x="0" y="457"/>
                  </a:cubicBezTo>
                  <a:cubicBezTo>
                    <a:pt x="0" y="496"/>
                    <a:pt x="32" y="529"/>
                    <a:pt x="72" y="529"/>
                  </a:cubicBezTo>
                  <a:cubicBezTo>
                    <a:pt x="107" y="529"/>
                    <a:pt x="137" y="504"/>
                    <a:pt x="143" y="469"/>
                  </a:cubicBezTo>
                  <a:cubicBezTo>
                    <a:pt x="188" y="189"/>
                    <a:pt x="188" y="189"/>
                    <a:pt x="188" y="189"/>
                  </a:cubicBezTo>
                  <a:cubicBezTo>
                    <a:pt x="187" y="1083"/>
                    <a:pt x="187" y="1083"/>
                    <a:pt x="187" y="1083"/>
                  </a:cubicBezTo>
                  <a:cubicBezTo>
                    <a:pt x="187" y="1123"/>
                    <a:pt x="220" y="1155"/>
                    <a:pt x="260" y="1155"/>
                  </a:cubicBezTo>
                  <a:cubicBezTo>
                    <a:pt x="300" y="1155"/>
                    <a:pt x="332" y="1122"/>
                    <a:pt x="332" y="1083"/>
                  </a:cubicBezTo>
                  <a:cubicBezTo>
                    <a:pt x="332" y="640"/>
                    <a:pt x="332" y="640"/>
                    <a:pt x="332" y="640"/>
                  </a:cubicBezTo>
                  <a:cubicBezTo>
                    <a:pt x="349" y="640"/>
                    <a:pt x="349" y="640"/>
                    <a:pt x="349" y="640"/>
                  </a:cubicBezTo>
                  <a:cubicBezTo>
                    <a:pt x="349" y="1083"/>
                    <a:pt x="349" y="1083"/>
                    <a:pt x="349" y="1083"/>
                  </a:cubicBezTo>
                  <a:cubicBezTo>
                    <a:pt x="349" y="1123"/>
                    <a:pt x="382" y="1155"/>
                    <a:pt x="422" y="1155"/>
                  </a:cubicBezTo>
                  <a:cubicBezTo>
                    <a:pt x="462" y="1155"/>
                    <a:pt x="494" y="1122"/>
                    <a:pt x="494" y="1083"/>
                  </a:cubicBezTo>
                  <a:cubicBezTo>
                    <a:pt x="493" y="189"/>
                    <a:pt x="493" y="189"/>
                    <a:pt x="493" y="189"/>
                  </a:cubicBezTo>
                  <a:cubicBezTo>
                    <a:pt x="538" y="470"/>
                    <a:pt x="538" y="470"/>
                    <a:pt x="538" y="470"/>
                  </a:cubicBezTo>
                  <a:cubicBezTo>
                    <a:pt x="545" y="504"/>
                    <a:pt x="574" y="529"/>
                    <a:pt x="609" y="529"/>
                  </a:cubicBezTo>
                  <a:cubicBezTo>
                    <a:pt x="649" y="529"/>
                    <a:pt x="682" y="496"/>
                    <a:pt x="682" y="457"/>
                  </a:cubicBezTo>
                  <a:cubicBezTo>
                    <a:pt x="682" y="453"/>
                    <a:pt x="681" y="450"/>
                    <a:pt x="681" y="446"/>
                  </a:cubicBez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9" name="Freeform 73"/>
            <p:cNvSpPr>
              <a:spLocks/>
            </p:cNvSpPr>
            <p:nvPr/>
          </p:nvSpPr>
          <p:spPr bwMode="auto">
            <a:xfrm>
              <a:off x="3944938" y="303213"/>
              <a:ext cx="2597150" cy="1550988"/>
            </a:xfrm>
            <a:custGeom>
              <a:avLst/>
              <a:gdLst>
                <a:gd name="T0" fmla="*/ 436 w 692"/>
                <a:gd name="T1" fmla="*/ 65 h 413"/>
                <a:gd name="T2" fmla="*/ 676 w 692"/>
                <a:gd name="T3" fmla="*/ 169 h 413"/>
                <a:gd name="T4" fmla="*/ 517 w 692"/>
                <a:gd name="T5" fmla="*/ 347 h 413"/>
                <a:gd name="T6" fmla="*/ 284 w 692"/>
                <a:gd name="T7" fmla="*/ 346 h 413"/>
                <a:gd name="T8" fmla="*/ 90 w 692"/>
                <a:gd name="T9" fmla="*/ 404 h 413"/>
                <a:gd name="T10" fmla="*/ 12 w 692"/>
                <a:gd name="T11" fmla="*/ 369 h 413"/>
                <a:gd name="T12" fmla="*/ 47 w 692"/>
                <a:gd name="T13" fmla="*/ 291 h 413"/>
                <a:gd name="T14" fmla="*/ 329 w 692"/>
                <a:gd name="T15" fmla="*/ 206 h 413"/>
                <a:gd name="T16" fmla="*/ 436 w 692"/>
                <a:gd name="T17" fmla="*/ 65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2" h="413">
                  <a:moveTo>
                    <a:pt x="436" y="65"/>
                  </a:moveTo>
                  <a:cubicBezTo>
                    <a:pt x="521" y="0"/>
                    <a:pt x="660" y="94"/>
                    <a:pt x="676" y="169"/>
                  </a:cubicBezTo>
                  <a:cubicBezTo>
                    <a:pt x="692" y="245"/>
                    <a:pt x="625" y="342"/>
                    <a:pt x="517" y="347"/>
                  </a:cubicBezTo>
                  <a:cubicBezTo>
                    <a:pt x="395" y="352"/>
                    <a:pt x="412" y="307"/>
                    <a:pt x="284" y="346"/>
                  </a:cubicBezTo>
                  <a:cubicBezTo>
                    <a:pt x="90" y="404"/>
                    <a:pt x="90" y="404"/>
                    <a:pt x="90" y="404"/>
                  </a:cubicBezTo>
                  <a:cubicBezTo>
                    <a:pt x="58" y="413"/>
                    <a:pt x="24" y="400"/>
                    <a:pt x="12" y="369"/>
                  </a:cubicBezTo>
                  <a:cubicBezTo>
                    <a:pt x="0" y="337"/>
                    <a:pt x="16" y="302"/>
                    <a:pt x="47" y="291"/>
                  </a:cubicBezTo>
                  <a:cubicBezTo>
                    <a:pt x="329" y="206"/>
                    <a:pt x="329" y="206"/>
                    <a:pt x="329" y="206"/>
                  </a:cubicBezTo>
                  <a:cubicBezTo>
                    <a:pt x="346" y="161"/>
                    <a:pt x="382" y="106"/>
                    <a:pt x="436" y="65"/>
                  </a:cubicBez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60" name="Freeform 74"/>
            <p:cNvSpPr>
              <a:spLocks/>
            </p:cNvSpPr>
            <p:nvPr/>
          </p:nvSpPr>
          <p:spPr bwMode="auto">
            <a:xfrm>
              <a:off x="6264276" y="273050"/>
              <a:ext cx="417513" cy="1268413"/>
            </a:xfrm>
            <a:custGeom>
              <a:avLst/>
              <a:gdLst>
                <a:gd name="T0" fmla="*/ 0 w 263"/>
                <a:gd name="T1" fmla="*/ 7 h 799"/>
                <a:gd name="T2" fmla="*/ 19 w 263"/>
                <a:gd name="T3" fmla="*/ 799 h 799"/>
                <a:gd name="T4" fmla="*/ 263 w 263"/>
                <a:gd name="T5" fmla="*/ 792 h 799"/>
                <a:gd name="T6" fmla="*/ 246 w 263"/>
                <a:gd name="T7" fmla="*/ 0 h 799"/>
                <a:gd name="T8" fmla="*/ 0 w 263"/>
                <a:gd name="T9" fmla="*/ 7 h 799"/>
              </a:gdLst>
              <a:ahLst/>
              <a:cxnLst>
                <a:cxn ang="0">
                  <a:pos x="T0" y="T1"/>
                </a:cxn>
                <a:cxn ang="0">
                  <a:pos x="T2" y="T3"/>
                </a:cxn>
                <a:cxn ang="0">
                  <a:pos x="T4" y="T5"/>
                </a:cxn>
                <a:cxn ang="0">
                  <a:pos x="T6" y="T7"/>
                </a:cxn>
                <a:cxn ang="0">
                  <a:pos x="T8" y="T9"/>
                </a:cxn>
              </a:cxnLst>
              <a:rect l="0" t="0" r="r" b="b"/>
              <a:pathLst>
                <a:path w="263" h="799">
                  <a:moveTo>
                    <a:pt x="0" y="7"/>
                  </a:moveTo>
                  <a:lnTo>
                    <a:pt x="19" y="799"/>
                  </a:lnTo>
                  <a:lnTo>
                    <a:pt x="263" y="792"/>
                  </a:lnTo>
                  <a:lnTo>
                    <a:pt x="246" y="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grpSp>
      <p:sp>
        <p:nvSpPr>
          <p:cNvPr id="86" name="Oval 85"/>
          <p:cNvSpPr/>
          <p:nvPr/>
        </p:nvSpPr>
        <p:spPr>
          <a:xfrm>
            <a:off x="1567825" y="4683297"/>
            <a:ext cx="671850" cy="67185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IN" sz="2400" b="1" dirty="0" smtClean="0">
                <a:solidFill>
                  <a:prstClr val="white"/>
                </a:solidFill>
                <a:latin typeface="FontAwesome" pitchFamily="50" charset="0"/>
              </a:rPr>
              <a:t>1</a:t>
            </a:r>
            <a:endParaRPr lang="en-IN" sz="2000" b="1" dirty="0">
              <a:solidFill>
                <a:prstClr val="white"/>
              </a:solidFill>
              <a:latin typeface="FontAwesome" pitchFamily="50" charset="0"/>
            </a:endParaRPr>
          </a:p>
        </p:txBody>
      </p:sp>
      <p:sp>
        <p:nvSpPr>
          <p:cNvPr id="62" name="TextBox 61"/>
          <p:cNvSpPr txBox="1"/>
          <p:nvPr/>
        </p:nvSpPr>
        <p:spPr>
          <a:xfrm>
            <a:off x="494301" y="1910606"/>
            <a:ext cx="6509444" cy="1384995"/>
          </a:xfrm>
          <a:prstGeom prst="rect">
            <a:avLst/>
          </a:prstGeom>
          <a:noFill/>
        </p:spPr>
        <p:txBody>
          <a:bodyPr wrap="square" rtlCol="0">
            <a:spAutoFit/>
          </a:bodyPr>
          <a:lstStyle/>
          <a:p>
            <a:pPr fontAlgn="auto">
              <a:spcBef>
                <a:spcPts val="0"/>
              </a:spcBef>
              <a:spcAft>
                <a:spcPts val="0"/>
              </a:spcAft>
            </a:pPr>
            <a:r>
              <a:rPr lang="ar-SA" sz="2800" b="1" dirty="0">
                <a:solidFill>
                  <a:srgbClr val="262626"/>
                </a:solidFill>
                <a:latin typeface="Economica" panose="02000506040000020004" pitchFamily="50" charset="0"/>
                <a:cs typeface="Simplified Arabic" panose="02020603050405020304" pitchFamily="18" charset="-78"/>
              </a:rPr>
              <a:t>هذا ويتمتع اليوتيوب بالعديد من المميزات والخصائص التي تساعد على توفير درجة من الطمأنينة والأمان في حال استخدامه في العملية التعليمية، منها:</a:t>
            </a:r>
            <a:endParaRPr lang="en-IN" sz="2800" b="1" dirty="0">
              <a:solidFill>
                <a:srgbClr val="262626"/>
              </a:solidFill>
              <a:latin typeface="Economica" panose="02000506040000020004" pitchFamily="50" charset="0"/>
              <a:cs typeface="Simplified Arabic" panose="02020603050405020304" pitchFamily="18" charset="-78"/>
            </a:endParaRPr>
          </a:p>
        </p:txBody>
      </p:sp>
      <p:sp>
        <p:nvSpPr>
          <p:cNvPr id="63" name="Rectangle 62"/>
          <p:cNvSpPr/>
          <p:nvPr/>
        </p:nvSpPr>
        <p:spPr>
          <a:xfrm>
            <a:off x="720562" y="5466451"/>
            <a:ext cx="2366376" cy="523220"/>
          </a:xfrm>
          <a:prstGeom prst="rect">
            <a:avLst/>
          </a:prstGeom>
        </p:spPr>
        <p:txBody>
          <a:bodyPr wrap="square">
            <a:spAutoFit/>
          </a:bodyPr>
          <a:lstStyle/>
          <a:p>
            <a:pPr algn="ctr" fontAlgn="auto">
              <a:spcBef>
                <a:spcPts val="0"/>
              </a:spcBef>
              <a:spcAft>
                <a:spcPts val="0"/>
              </a:spcAft>
            </a:pPr>
            <a:r>
              <a:rPr lang="ar-SA" sz="28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البحث والتصنيف</a:t>
            </a:r>
            <a:endParaRPr lang="en-IN" sz="28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0" name="Oval 89"/>
          <p:cNvSpPr/>
          <p:nvPr/>
        </p:nvSpPr>
        <p:spPr>
          <a:xfrm>
            <a:off x="4242227" y="4683297"/>
            <a:ext cx="671850" cy="671850"/>
          </a:xfrm>
          <a:prstGeom prst="ellipse">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IN" sz="2400" b="1" dirty="0" smtClean="0">
                <a:solidFill>
                  <a:prstClr val="white"/>
                </a:solidFill>
                <a:latin typeface="FontAwesome" pitchFamily="50" charset="0"/>
              </a:rPr>
              <a:t>2</a:t>
            </a:r>
            <a:endParaRPr lang="en-IN" sz="2000" b="1" dirty="0">
              <a:solidFill>
                <a:prstClr val="white"/>
              </a:solidFill>
              <a:latin typeface="FontAwesome" pitchFamily="50" charset="0"/>
            </a:endParaRPr>
          </a:p>
        </p:txBody>
      </p:sp>
      <p:sp>
        <p:nvSpPr>
          <p:cNvPr id="91" name="Rectangle 90"/>
          <p:cNvSpPr/>
          <p:nvPr/>
        </p:nvSpPr>
        <p:spPr>
          <a:xfrm>
            <a:off x="3394964" y="5466451"/>
            <a:ext cx="2366376" cy="523220"/>
          </a:xfrm>
          <a:prstGeom prst="rect">
            <a:avLst/>
          </a:prstGeom>
        </p:spPr>
        <p:txBody>
          <a:bodyPr wrap="square">
            <a:spAutoFit/>
          </a:bodyPr>
          <a:lstStyle/>
          <a:p>
            <a:pPr algn="ctr" rtl="1" fontAlgn="auto">
              <a:spcBef>
                <a:spcPts val="0"/>
              </a:spcBef>
              <a:spcAft>
                <a:spcPts val="0"/>
              </a:spcAft>
            </a:pPr>
            <a:r>
              <a:rPr lang="ar-SA" sz="28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توفير بوابة </a:t>
            </a:r>
            <a:r>
              <a:rPr lang="en-GB" sz="28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EDU</a:t>
            </a:r>
            <a:endParaRPr lang="en-IN" sz="28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4097" name="Straight Connector 4096"/>
          <p:cNvCxnSpPr/>
          <p:nvPr/>
        </p:nvCxnSpPr>
        <p:spPr>
          <a:xfrm>
            <a:off x="3206839" y="4932608"/>
            <a:ext cx="0" cy="137804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6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2349174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wipe(right)">
                                      <p:cBhvr>
                                        <p:cTn id="7" dur="500"/>
                                        <p:tgtEl>
                                          <p:spTgt spid="6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62"/>
                                        </p:tgtEl>
                                        <p:attrNameLst>
                                          <p:attrName>style.visibility</p:attrName>
                                        </p:attrNameLst>
                                      </p:cBhvr>
                                      <p:to>
                                        <p:strVal val="visible"/>
                                      </p:to>
                                    </p:set>
                                    <p:animEffect transition="in" filter="wipe(left)">
                                      <p:cBhvr>
                                        <p:cTn id="11" dur="500"/>
                                        <p:tgtEl>
                                          <p:spTgt spid="6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6"/>
                                        </p:tgtEl>
                                        <p:attrNameLst>
                                          <p:attrName>style.visibility</p:attrName>
                                        </p:attrNameLst>
                                      </p:cBhvr>
                                      <p:to>
                                        <p:strVal val="visible"/>
                                      </p:to>
                                    </p:set>
                                    <p:animEffect transition="in" filter="fade">
                                      <p:cBhvr>
                                        <p:cTn id="15" dur="500"/>
                                        <p:tgtEl>
                                          <p:spTgt spid="86"/>
                                        </p:tgtEl>
                                      </p:cBhvr>
                                    </p:animEffect>
                                    <p:anim calcmode="lin" valueType="num">
                                      <p:cBhvr>
                                        <p:cTn id="16" dur="500" fill="hold"/>
                                        <p:tgtEl>
                                          <p:spTgt spid="86"/>
                                        </p:tgtEl>
                                        <p:attrNameLst>
                                          <p:attrName>ppt_x</p:attrName>
                                        </p:attrNameLst>
                                      </p:cBhvr>
                                      <p:tavLst>
                                        <p:tav tm="0">
                                          <p:val>
                                            <p:strVal val="#ppt_x"/>
                                          </p:val>
                                        </p:tav>
                                        <p:tav tm="100000">
                                          <p:val>
                                            <p:strVal val="#ppt_x"/>
                                          </p:val>
                                        </p:tav>
                                      </p:tavLst>
                                    </p:anim>
                                    <p:anim calcmode="lin" valueType="num">
                                      <p:cBhvr>
                                        <p:cTn id="17" dur="500" fill="hold"/>
                                        <p:tgtEl>
                                          <p:spTgt spid="86"/>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63"/>
                                        </p:tgtEl>
                                        <p:attrNameLst>
                                          <p:attrName>style.visibility</p:attrName>
                                        </p:attrNameLst>
                                      </p:cBhvr>
                                      <p:to>
                                        <p:strVal val="visible"/>
                                      </p:to>
                                    </p:set>
                                    <p:animEffect transition="in" filter="fade">
                                      <p:cBhvr>
                                        <p:cTn id="21" dur="500"/>
                                        <p:tgtEl>
                                          <p:spTgt spid="63"/>
                                        </p:tgtEl>
                                      </p:cBhvr>
                                    </p:animEffect>
                                    <p:anim calcmode="lin" valueType="num">
                                      <p:cBhvr>
                                        <p:cTn id="22" dur="500" fill="hold"/>
                                        <p:tgtEl>
                                          <p:spTgt spid="63"/>
                                        </p:tgtEl>
                                        <p:attrNameLst>
                                          <p:attrName>ppt_x</p:attrName>
                                        </p:attrNameLst>
                                      </p:cBhvr>
                                      <p:tavLst>
                                        <p:tav tm="0">
                                          <p:val>
                                            <p:strVal val="#ppt_x"/>
                                          </p:val>
                                        </p:tav>
                                        <p:tav tm="100000">
                                          <p:val>
                                            <p:strVal val="#ppt_x"/>
                                          </p:val>
                                        </p:tav>
                                      </p:tavLst>
                                    </p:anim>
                                    <p:anim calcmode="lin" valueType="num">
                                      <p:cBhvr>
                                        <p:cTn id="23" dur="500" fill="hold"/>
                                        <p:tgtEl>
                                          <p:spTgt spid="63"/>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22" presetClass="entr" presetSubtype="4" fill="hold" nodeType="afterEffect">
                                  <p:stCondLst>
                                    <p:cond delay="0"/>
                                  </p:stCondLst>
                                  <p:childTnLst>
                                    <p:set>
                                      <p:cBhvr>
                                        <p:cTn id="26" dur="1" fill="hold">
                                          <p:stCondLst>
                                            <p:cond delay="0"/>
                                          </p:stCondLst>
                                        </p:cTn>
                                        <p:tgtEl>
                                          <p:spTgt spid="4097"/>
                                        </p:tgtEl>
                                        <p:attrNameLst>
                                          <p:attrName>style.visibility</p:attrName>
                                        </p:attrNameLst>
                                      </p:cBhvr>
                                      <p:to>
                                        <p:strVal val="visible"/>
                                      </p:to>
                                    </p:set>
                                    <p:animEffect transition="in" filter="wipe(down)">
                                      <p:cBhvr>
                                        <p:cTn id="27" dur="500"/>
                                        <p:tgtEl>
                                          <p:spTgt spid="4097"/>
                                        </p:tgtEl>
                                      </p:cBhvr>
                                    </p:animEffect>
                                  </p:childTnLst>
                                </p:cTn>
                              </p:par>
                            </p:childTnLst>
                          </p:cTn>
                        </p:par>
                        <p:par>
                          <p:cTn id="28" fill="hold">
                            <p:stCondLst>
                              <p:cond delay="2500"/>
                            </p:stCondLst>
                            <p:childTnLst>
                              <p:par>
                                <p:cTn id="29" presetID="42" presetClass="entr" presetSubtype="0" fill="hold" grpId="0" nodeType="afterEffect">
                                  <p:stCondLst>
                                    <p:cond delay="0"/>
                                  </p:stCondLst>
                                  <p:childTnLst>
                                    <p:set>
                                      <p:cBhvr>
                                        <p:cTn id="30" dur="1" fill="hold">
                                          <p:stCondLst>
                                            <p:cond delay="0"/>
                                          </p:stCondLst>
                                        </p:cTn>
                                        <p:tgtEl>
                                          <p:spTgt spid="90"/>
                                        </p:tgtEl>
                                        <p:attrNameLst>
                                          <p:attrName>style.visibility</p:attrName>
                                        </p:attrNameLst>
                                      </p:cBhvr>
                                      <p:to>
                                        <p:strVal val="visible"/>
                                      </p:to>
                                    </p:set>
                                    <p:animEffect transition="in" filter="fade">
                                      <p:cBhvr>
                                        <p:cTn id="31" dur="500"/>
                                        <p:tgtEl>
                                          <p:spTgt spid="90"/>
                                        </p:tgtEl>
                                      </p:cBhvr>
                                    </p:animEffect>
                                    <p:anim calcmode="lin" valueType="num">
                                      <p:cBhvr>
                                        <p:cTn id="32" dur="500" fill="hold"/>
                                        <p:tgtEl>
                                          <p:spTgt spid="90"/>
                                        </p:tgtEl>
                                        <p:attrNameLst>
                                          <p:attrName>ppt_x</p:attrName>
                                        </p:attrNameLst>
                                      </p:cBhvr>
                                      <p:tavLst>
                                        <p:tav tm="0">
                                          <p:val>
                                            <p:strVal val="#ppt_x"/>
                                          </p:val>
                                        </p:tav>
                                        <p:tav tm="100000">
                                          <p:val>
                                            <p:strVal val="#ppt_x"/>
                                          </p:val>
                                        </p:tav>
                                      </p:tavLst>
                                    </p:anim>
                                    <p:anim calcmode="lin" valueType="num">
                                      <p:cBhvr>
                                        <p:cTn id="33" dur="500" fill="hold"/>
                                        <p:tgtEl>
                                          <p:spTgt spid="90"/>
                                        </p:tgtEl>
                                        <p:attrNameLst>
                                          <p:attrName>ppt_y</p:attrName>
                                        </p:attrNameLst>
                                      </p:cBhvr>
                                      <p:tavLst>
                                        <p:tav tm="0">
                                          <p:val>
                                            <p:strVal val="#ppt_y+.1"/>
                                          </p:val>
                                        </p:tav>
                                        <p:tav tm="100000">
                                          <p:val>
                                            <p:strVal val="#ppt_y"/>
                                          </p:val>
                                        </p:tav>
                                      </p:tavLst>
                                    </p:anim>
                                  </p:childTnLst>
                                </p:cTn>
                              </p:par>
                            </p:childTnLst>
                          </p:cTn>
                        </p:par>
                        <p:par>
                          <p:cTn id="34" fill="hold">
                            <p:stCondLst>
                              <p:cond delay="3000"/>
                            </p:stCondLst>
                            <p:childTnLst>
                              <p:par>
                                <p:cTn id="35" presetID="42" presetClass="entr" presetSubtype="0" fill="hold" grpId="0" nodeType="afterEffect">
                                  <p:stCondLst>
                                    <p:cond delay="0"/>
                                  </p:stCondLst>
                                  <p:childTnLst>
                                    <p:set>
                                      <p:cBhvr>
                                        <p:cTn id="36" dur="1" fill="hold">
                                          <p:stCondLst>
                                            <p:cond delay="0"/>
                                          </p:stCondLst>
                                        </p:cTn>
                                        <p:tgtEl>
                                          <p:spTgt spid="91"/>
                                        </p:tgtEl>
                                        <p:attrNameLst>
                                          <p:attrName>style.visibility</p:attrName>
                                        </p:attrNameLst>
                                      </p:cBhvr>
                                      <p:to>
                                        <p:strVal val="visible"/>
                                      </p:to>
                                    </p:set>
                                    <p:animEffect transition="in" filter="fade">
                                      <p:cBhvr>
                                        <p:cTn id="37" dur="500"/>
                                        <p:tgtEl>
                                          <p:spTgt spid="91"/>
                                        </p:tgtEl>
                                      </p:cBhvr>
                                    </p:animEffect>
                                    <p:anim calcmode="lin" valueType="num">
                                      <p:cBhvr>
                                        <p:cTn id="38" dur="500" fill="hold"/>
                                        <p:tgtEl>
                                          <p:spTgt spid="91"/>
                                        </p:tgtEl>
                                        <p:attrNameLst>
                                          <p:attrName>ppt_x</p:attrName>
                                        </p:attrNameLst>
                                      </p:cBhvr>
                                      <p:tavLst>
                                        <p:tav tm="0">
                                          <p:val>
                                            <p:strVal val="#ppt_x"/>
                                          </p:val>
                                        </p:tav>
                                        <p:tav tm="100000">
                                          <p:val>
                                            <p:strVal val="#ppt_x"/>
                                          </p:val>
                                        </p:tav>
                                      </p:tavLst>
                                    </p:anim>
                                    <p:anim calcmode="lin" valueType="num">
                                      <p:cBhvr>
                                        <p:cTn id="39" dur="500" fill="hold"/>
                                        <p:tgtEl>
                                          <p:spTgt spid="9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animBg="1"/>
      <p:bldP spid="62" grpId="0"/>
      <p:bldP spid="63" grpId="0"/>
      <p:bldP spid="90" grpId="0" animBg="1"/>
      <p:bldP spid="91" grpId="0"/>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558552" y="1115552"/>
            <a:ext cx="5125122" cy="646331"/>
          </a:xfrm>
          <a:prstGeom prst="rect">
            <a:avLst/>
          </a:prstGeom>
          <a:noFill/>
        </p:spPr>
        <p:txBody>
          <a:bodyPr wrap="none" rtlCol="0">
            <a:spAutoFit/>
          </a:bodyPr>
          <a:lstStyle/>
          <a:p>
            <a:pPr algn="ctr" fontAlgn="auto">
              <a:spcBef>
                <a:spcPts val="0"/>
              </a:spcBef>
              <a:spcAft>
                <a:spcPts val="0"/>
              </a:spcAft>
            </a:pPr>
            <a:r>
              <a:rPr lang="ar-SA" sz="3600" b="1" dirty="0">
                <a:solidFill>
                  <a:srgbClr val="2C3E50"/>
                </a:solidFill>
                <a:latin typeface="Raleway" panose="020B0503030101060003" pitchFamily="34" charset="0"/>
                <a:ea typeface="Open Sans" panose="020B0606030504020204" pitchFamily="34" charset="0"/>
                <a:cs typeface="Open Sans" panose="020B0606030504020204" pitchFamily="34" charset="0"/>
              </a:rPr>
              <a:t>لماذا لا يستخدم المعلم اليوتيوب؟ </a:t>
            </a:r>
            <a:endParaRPr lang="en-US" sz="2400" dirty="0">
              <a:solidFill>
                <a:srgbClr val="C0392B"/>
              </a:solidFill>
              <a:latin typeface="Raleway" panose="020B0503030101060003" pitchFamily="34" charset="0"/>
              <a:cs typeface="Simplified Arabic" panose="02020603050405020304" pitchFamily="18" charset="-78"/>
            </a:endParaRPr>
          </a:p>
        </p:txBody>
      </p:sp>
      <p:grpSp>
        <p:nvGrpSpPr>
          <p:cNvPr id="3" name="Group 2"/>
          <p:cNvGrpSpPr/>
          <p:nvPr/>
        </p:nvGrpSpPr>
        <p:grpSpPr>
          <a:xfrm>
            <a:off x="2729345" y="4056121"/>
            <a:ext cx="5467350" cy="2143125"/>
            <a:chOff x="3381376" y="4711701"/>
            <a:chExt cx="5467350" cy="2143125"/>
          </a:xfrm>
        </p:grpSpPr>
        <p:sp>
          <p:nvSpPr>
            <p:cNvPr id="5" name="Freeform 5"/>
            <p:cNvSpPr>
              <a:spLocks/>
            </p:cNvSpPr>
            <p:nvPr/>
          </p:nvSpPr>
          <p:spPr bwMode="auto">
            <a:xfrm>
              <a:off x="3381376" y="4711701"/>
              <a:ext cx="5467350" cy="2143125"/>
            </a:xfrm>
            <a:custGeom>
              <a:avLst/>
              <a:gdLst>
                <a:gd name="T0" fmla="*/ 0 w 1770"/>
                <a:gd name="T1" fmla="*/ 658 h 694"/>
                <a:gd name="T2" fmla="*/ 0 w 1770"/>
                <a:gd name="T3" fmla="*/ 661 h 694"/>
                <a:gd name="T4" fmla="*/ 0 w 1770"/>
                <a:gd name="T5" fmla="*/ 661 h 694"/>
                <a:gd name="T6" fmla="*/ 0 w 1770"/>
                <a:gd name="T7" fmla="*/ 661 h 694"/>
                <a:gd name="T8" fmla="*/ 110 w 1770"/>
                <a:gd name="T9" fmla="*/ 694 h 694"/>
                <a:gd name="T10" fmla="*/ 1696 w 1770"/>
                <a:gd name="T11" fmla="*/ 693 h 694"/>
                <a:gd name="T12" fmla="*/ 1764 w 1770"/>
                <a:gd name="T13" fmla="*/ 667 h 694"/>
                <a:gd name="T14" fmla="*/ 1766 w 1770"/>
                <a:gd name="T15" fmla="*/ 624 h 694"/>
                <a:gd name="T16" fmla="*/ 1766 w 1770"/>
                <a:gd name="T17" fmla="*/ 624 h 694"/>
                <a:gd name="T18" fmla="*/ 1743 w 1770"/>
                <a:gd name="T19" fmla="*/ 577 h 694"/>
                <a:gd name="T20" fmla="*/ 1281 w 1770"/>
                <a:gd name="T21" fmla="*/ 37 h 694"/>
                <a:gd name="T22" fmla="*/ 1189 w 1770"/>
                <a:gd name="T23" fmla="*/ 0 h 694"/>
                <a:gd name="T24" fmla="*/ 557 w 1770"/>
                <a:gd name="T25" fmla="*/ 1 h 694"/>
                <a:gd name="T26" fmla="*/ 478 w 1770"/>
                <a:gd name="T27" fmla="*/ 30 h 694"/>
                <a:gd name="T28" fmla="*/ 21 w 1770"/>
                <a:gd name="T29" fmla="*/ 578 h 694"/>
                <a:gd name="T30" fmla="*/ 3 w 1770"/>
                <a:gd name="T31" fmla="*/ 612 h 694"/>
                <a:gd name="T32" fmla="*/ 3 w 1770"/>
                <a:gd name="T33" fmla="*/ 612 h 694"/>
                <a:gd name="T34" fmla="*/ 0 w 1770"/>
                <a:gd name="T35" fmla="*/ 658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70" h="694">
                  <a:moveTo>
                    <a:pt x="0" y="658"/>
                  </a:moveTo>
                  <a:cubicBezTo>
                    <a:pt x="0" y="659"/>
                    <a:pt x="0" y="660"/>
                    <a:pt x="0" y="661"/>
                  </a:cubicBezTo>
                  <a:cubicBezTo>
                    <a:pt x="0" y="661"/>
                    <a:pt x="0" y="661"/>
                    <a:pt x="0" y="661"/>
                  </a:cubicBezTo>
                  <a:cubicBezTo>
                    <a:pt x="0" y="661"/>
                    <a:pt x="0" y="661"/>
                    <a:pt x="0" y="661"/>
                  </a:cubicBezTo>
                  <a:cubicBezTo>
                    <a:pt x="0" y="680"/>
                    <a:pt x="27" y="694"/>
                    <a:pt x="110" y="694"/>
                  </a:cubicBezTo>
                  <a:cubicBezTo>
                    <a:pt x="1696" y="693"/>
                    <a:pt x="1696" y="693"/>
                    <a:pt x="1696" y="693"/>
                  </a:cubicBezTo>
                  <a:cubicBezTo>
                    <a:pt x="1747" y="693"/>
                    <a:pt x="1764" y="683"/>
                    <a:pt x="1764" y="667"/>
                  </a:cubicBezTo>
                  <a:cubicBezTo>
                    <a:pt x="1766" y="624"/>
                    <a:pt x="1766" y="624"/>
                    <a:pt x="1766" y="624"/>
                  </a:cubicBezTo>
                  <a:cubicBezTo>
                    <a:pt x="1766" y="624"/>
                    <a:pt x="1766" y="624"/>
                    <a:pt x="1766" y="624"/>
                  </a:cubicBezTo>
                  <a:cubicBezTo>
                    <a:pt x="1770" y="612"/>
                    <a:pt x="1759" y="595"/>
                    <a:pt x="1743" y="577"/>
                  </a:cubicBezTo>
                  <a:cubicBezTo>
                    <a:pt x="1281" y="37"/>
                    <a:pt x="1281" y="37"/>
                    <a:pt x="1281" y="37"/>
                  </a:cubicBezTo>
                  <a:cubicBezTo>
                    <a:pt x="1263" y="16"/>
                    <a:pt x="1245" y="0"/>
                    <a:pt x="1189" y="0"/>
                  </a:cubicBezTo>
                  <a:cubicBezTo>
                    <a:pt x="557" y="1"/>
                    <a:pt x="557" y="1"/>
                    <a:pt x="557" y="1"/>
                  </a:cubicBezTo>
                  <a:cubicBezTo>
                    <a:pt x="512" y="1"/>
                    <a:pt x="495" y="9"/>
                    <a:pt x="478" y="30"/>
                  </a:cubicBezTo>
                  <a:cubicBezTo>
                    <a:pt x="21" y="578"/>
                    <a:pt x="21" y="578"/>
                    <a:pt x="21" y="578"/>
                  </a:cubicBezTo>
                  <a:cubicBezTo>
                    <a:pt x="11" y="590"/>
                    <a:pt x="4" y="602"/>
                    <a:pt x="3" y="612"/>
                  </a:cubicBezTo>
                  <a:cubicBezTo>
                    <a:pt x="3" y="612"/>
                    <a:pt x="3" y="612"/>
                    <a:pt x="3" y="612"/>
                  </a:cubicBezTo>
                  <a:lnTo>
                    <a:pt x="0" y="65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95A5A6"/>
                </a:solidFill>
                <a:latin typeface="Calibri" panose="020F0502020204030204"/>
                <a:cs typeface="Simplified Arabic" panose="02020603050405020304" pitchFamily="18" charset="-78"/>
              </a:endParaRPr>
            </a:p>
          </p:txBody>
        </p:sp>
        <p:sp>
          <p:nvSpPr>
            <p:cNvPr id="6" name="Freeform 6"/>
            <p:cNvSpPr>
              <a:spLocks/>
            </p:cNvSpPr>
            <p:nvPr/>
          </p:nvSpPr>
          <p:spPr bwMode="auto">
            <a:xfrm>
              <a:off x="3689351" y="4819651"/>
              <a:ext cx="4849813" cy="1701800"/>
            </a:xfrm>
            <a:custGeom>
              <a:avLst/>
              <a:gdLst>
                <a:gd name="T0" fmla="*/ 0 w 3055"/>
                <a:gd name="T1" fmla="*/ 1072 h 1072"/>
                <a:gd name="T2" fmla="*/ 3055 w 3055"/>
                <a:gd name="T3" fmla="*/ 1068 h 1072"/>
                <a:gd name="T4" fmla="*/ 2226 w 3055"/>
                <a:gd name="T5" fmla="*/ 0 h 1072"/>
                <a:gd name="T6" fmla="*/ 812 w 3055"/>
                <a:gd name="T7" fmla="*/ 2 h 1072"/>
                <a:gd name="T8" fmla="*/ 0 w 3055"/>
                <a:gd name="T9" fmla="*/ 1072 h 1072"/>
              </a:gdLst>
              <a:ahLst/>
              <a:cxnLst>
                <a:cxn ang="0">
                  <a:pos x="T0" y="T1"/>
                </a:cxn>
                <a:cxn ang="0">
                  <a:pos x="T2" y="T3"/>
                </a:cxn>
                <a:cxn ang="0">
                  <a:pos x="T4" y="T5"/>
                </a:cxn>
                <a:cxn ang="0">
                  <a:pos x="T6" y="T7"/>
                </a:cxn>
                <a:cxn ang="0">
                  <a:pos x="T8" y="T9"/>
                </a:cxn>
              </a:cxnLst>
              <a:rect l="0" t="0" r="r" b="b"/>
              <a:pathLst>
                <a:path w="3055" h="1072">
                  <a:moveTo>
                    <a:pt x="0" y="1072"/>
                  </a:moveTo>
                  <a:lnTo>
                    <a:pt x="3055" y="1068"/>
                  </a:lnTo>
                  <a:lnTo>
                    <a:pt x="2226" y="0"/>
                  </a:lnTo>
                  <a:lnTo>
                    <a:pt x="812" y="2"/>
                  </a:lnTo>
                  <a:lnTo>
                    <a:pt x="0" y="107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95A5A6"/>
                </a:solidFill>
                <a:latin typeface="Calibri" panose="020F0502020204030204"/>
                <a:cs typeface="Simplified Arabic" panose="02020603050405020304" pitchFamily="18" charset="-78"/>
              </a:endParaRPr>
            </a:p>
          </p:txBody>
        </p:sp>
        <p:sp>
          <p:nvSpPr>
            <p:cNvPr id="7" name="Freeform 7"/>
            <p:cNvSpPr>
              <a:spLocks/>
            </p:cNvSpPr>
            <p:nvPr/>
          </p:nvSpPr>
          <p:spPr bwMode="auto">
            <a:xfrm>
              <a:off x="5664201" y="4751388"/>
              <a:ext cx="846138" cy="30163"/>
            </a:xfrm>
            <a:custGeom>
              <a:avLst/>
              <a:gdLst>
                <a:gd name="T0" fmla="*/ 260 w 274"/>
                <a:gd name="T1" fmla="*/ 0 h 10"/>
                <a:gd name="T2" fmla="*/ 137 w 274"/>
                <a:gd name="T3" fmla="*/ 0 h 10"/>
                <a:gd name="T4" fmla="*/ 14 w 274"/>
                <a:gd name="T5" fmla="*/ 0 h 10"/>
                <a:gd name="T6" fmla="*/ 1 w 274"/>
                <a:gd name="T7" fmla="*/ 5 h 10"/>
                <a:gd name="T8" fmla="*/ 1 w 274"/>
                <a:gd name="T9" fmla="*/ 5 h 10"/>
                <a:gd name="T10" fmla="*/ 12 w 274"/>
                <a:gd name="T11" fmla="*/ 10 h 10"/>
                <a:gd name="T12" fmla="*/ 137 w 274"/>
                <a:gd name="T13" fmla="*/ 10 h 10"/>
                <a:gd name="T14" fmla="*/ 262 w 274"/>
                <a:gd name="T15" fmla="*/ 10 h 10"/>
                <a:gd name="T16" fmla="*/ 273 w 274"/>
                <a:gd name="T17" fmla="*/ 5 h 10"/>
                <a:gd name="T18" fmla="*/ 273 w 274"/>
                <a:gd name="T19" fmla="*/ 5 h 10"/>
                <a:gd name="T20" fmla="*/ 260 w 274"/>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4" h="10">
                  <a:moveTo>
                    <a:pt x="260" y="0"/>
                  </a:moveTo>
                  <a:cubicBezTo>
                    <a:pt x="219" y="0"/>
                    <a:pt x="178" y="0"/>
                    <a:pt x="137" y="0"/>
                  </a:cubicBezTo>
                  <a:cubicBezTo>
                    <a:pt x="96" y="0"/>
                    <a:pt x="55" y="0"/>
                    <a:pt x="14" y="0"/>
                  </a:cubicBezTo>
                  <a:cubicBezTo>
                    <a:pt x="8" y="0"/>
                    <a:pt x="2" y="3"/>
                    <a:pt x="1" y="5"/>
                  </a:cubicBezTo>
                  <a:cubicBezTo>
                    <a:pt x="1" y="5"/>
                    <a:pt x="1" y="5"/>
                    <a:pt x="1" y="5"/>
                  </a:cubicBezTo>
                  <a:cubicBezTo>
                    <a:pt x="0" y="8"/>
                    <a:pt x="5" y="10"/>
                    <a:pt x="12" y="10"/>
                  </a:cubicBezTo>
                  <a:cubicBezTo>
                    <a:pt x="54" y="10"/>
                    <a:pt x="95" y="10"/>
                    <a:pt x="137" y="10"/>
                  </a:cubicBezTo>
                  <a:cubicBezTo>
                    <a:pt x="179" y="10"/>
                    <a:pt x="220" y="10"/>
                    <a:pt x="262" y="10"/>
                  </a:cubicBezTo>
                  <a:cubicBezTo>
                    <a:pt x="269" y="10"/>
                    <a:pt x="274" y="8"/>
                    <a:pt x="273" y="5"/>
                  </a:cubicBezTo>
                  <a:cubicBezTo>
                    <a:pt x="273" y="5"/>
                    <a:pt x="273" y="5"/>
                    <a:pt x="273" y="5"/>
                  </a:cubicBezTo>
                  <a:cubicBezTo>
                    <a:pt x="272" y="2"/>
                    <a:pt x="266" y="0"/>
                    <a:pt x="260" y="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95A5A6"/>
                </a:solidFill>
                <a:latin typeface="Calibri" panose="020F0502020204030204"/>
                <a:cs typeface="Simplified Arabic" panose="02020603050405020304" pitchFamily="18" charset="-78"/>
              </a:endParaRPr>
            </a:p>
          </p:txBody>
        </p:sp>
        <p:sp>
          <p:nvSpPr>
            <p:cNvPr id="8" name="Freeform 8"/>
            <p:cNvSpPr>
              <a:spLocks noEditPoints="1"/>
            </p:cNvSpPr>
            <p:nvPr/>
          </p:nvSpPr>
          <p:spPr bwMode="auto">
            <a:xfrm>
              <a:off x="5830889" y="6557963"/>
              <a:ext cx="561975" cy="101600"/>
            </a:xfrm>
            <a:custGeom>
              <a:avLst/>
              <a:gdLst>
                <a:gd name="T0" fmla="*/ 91 w 182"/>
                <a:gd name="T1" fmla="*/ 7 h 33"/>
                <a:gd name="T2" fmla="*/ 119 w 182"/>
                <a:gd name="T3" fmla="*/ 18 h 33"/>
                <a:gd name="T4" fmla="*/ 119 w 182"/>
                <a:gd name="T5" fmla="*/ 30 h 33"/>
                <a:gd name="T6" fmla="*/ 98 w 182"/>
                <a:gd name="T7" fmla="*/ 30 h 33"/>
                <a:gd name="T8" fmla="*/ 99 w 182"/>
                <a:gd name="T9" fmla="*/ 25 h 33"/>
                <a:gd name="T10" fmla="*/ 90 w 182"/>
                <a:gd name="T11" fmla="*/ 21 h 33"/>
                <a:gd name="T12" fmla="*/ 90 w 182"/>
                <a:gd name="T13" fmla="*/ 21 h 33"/>
                <a:gd name="T14" fmla="*/ 90 w 182"/>
                <a:gd name="T15" fmla="*/ 33 h 33"/>
                <a:gd name="T16" fmla="*/ 91 w 182"/>
                <a:gd name="T17" fmla="*/ 33 h 33"/>
                <a:gd name="T18" fmla="*/ 181 w 182"/>
                <a:gd name="T19" fmla="*/ 17 h 33"/>
                <a:gd name="T20" fmla="*/ 90 w 182"/>
                <a:gd name="T21" fmla="*/ 0 h 33"/>
                <a:gd name="T22" fmla="*/ 90 w 182"/>
                <a:gd name="T23" fmla="*/ 3 h 33"/>
                <a:gd name="T24" fmla="*/ 91 w 182"/>
                <a:gd name="T25" fmla="*/ 2 h 33"/>
                <a:gd name="T26" fmla="*/ 130 w 182"/>
                <a:gd name="T27" fmla="*/ 17 h 33"/>
                <a:gd name="T28" fmla="*/ 126 w 182"/>
                <a:gd name="T29" fmla="*/ 19 h 33"/>
                <a:gd name="T30" fmla="*/ 91 w 182"/>
                <a:gd name="T31" fmla="*/ 5 h 33"/>
                <a:gd name="T32" fmla="*/ 90 w 182"/>
                <a:gd name="T33" fmla="*/ 6 h 33"/>
                <a:gd name="T34" fmla="*/ 90 w 182"/>
                <a:gd name="T35" fmla="*/ 8 h 33"/>
                <a:gd name="T36" fmla="*/ 91 w 182"/>
                <a:gd name="T37" fmla="*/ 7 h 33"/>
                <a:gd name="T38" fmla="*/ 90 w 182"/>
                <a:gd name="T39" fmla="*/ 21 h 33"/>
                <a:gd name="T40" fmla="*/ 81 w 182"/>
                <a:gd name="T41" fmla="*/ 25 h 33"/>
                <a:gd name="T42" fmla="*/ 81 w 182"/>
                <a:gd name="T43" fmla="*/ 30 h 33"/>
                <a:gd name="T44" fmla="*/ 61 w 182"/>
                <a:gd name="T45" fmla="*/ 30 h 33"/>
                <a:gd name="T46" fmla="*/ 62 w 182"/>
                <a:gd name="T47" fmla="*/ 18 h 33"/>
                <a:gd name="T48" fmla="*/ 90 w 182"/>
                <a:gd name="T49" fmla="*/ 8 h 33"/>
                <a:gd name="T50" fmla="*/ 90 w 182"/>
                <a:gd name="T51" fmla="*/ 6 h 33"/>
                <a:gd name="T52" fmla="*/ 55 w 182"/>
                <a:gd name="T53" fmla="*/ 19 h 33"/>
                <a:gd name="T54" fmla="*/ 51 w 182"/>
                <a:gd name="T55" fmla="*/ 17 h 33"/>
                <a:gd name="T56" fmla="*/ 68 w 182"/>
                <a:gd name="T57" fmla="*/ 11 h 33"/>
                <a:gd name="T58" fmla="*/ 68 w 182"/>
                <a:gd name="T59" fmla="*/ 4 h 33"/>
                <a:gd name="T60" fmla="*/ 77 w 182"/>
                <a:gd name="T61" fmla="*/ 4 h 33"/>
                <a:gd name="T62" fmla="*/ 77 w 182"/>
                <a:gd name="T63" fmla="*/ 8 h 33"/>
                <a:gd name="T64" fmla="*/ 90 w 182"/>
                <a:gd name="T65" fmla="*/ 3 h 33"/>
                <a:gd name="T66" fmla="*/ 90 w 182"/>
                <a:gd name="T67" fmla="*/ 0 h 33"/>
                <a:gd name="T68" fmla="*/ 90 w 182"/>
                <a:gd name="T69" fmla="*/ 0 h 33"/>
                <a:gd name="T70" fmla="*/ 0 w 182"/>
                <a:gd name="T71" fmla="*/ 17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7"/>
                  </a:moveTo>
                  <a:cubicBezTo>
                    <a:pt x="119" y="18"/>
                    <a:pt x="119" y="18"/>
                    <a:pt x="119" y="18"/>
                  </a:cubicBezTo>
                  <a:cubicBezTo>
                    <a:pt x="119" y="30"/>
                    <a:pt x="119" y="30"/>
                    <a:pt x="119" y="30"/>
                  </a:cubicBezTo>
                  <a:cubicBezTo>
                    <a:pt x="98" y="30"/>
                    <a:pt x="98" y="30"/>
                    <a:pt x="98" y="30"/>
                  </a:cubicBezTo>
                  <a:cubicBezTo>
                    <a:pt x="99" y="25"/>
                    <a:pt x="99" y="25"/>
                    <a:pt x="99" y="25"/>
                  </a:cubicBezTo>
                  <a:cubicBezTo>
                    <a:pt x="99" y="23"/>
                    <a:pt x="95" y="21"/>
                    <a:pt x="90" y="21"/>
                  </a:cubicBezTo>
                  <a:cubicBezTo>
                    <a:pt x="90" y="21"/>
                    <a:pt x="90" y="21"/>
                    <a:pt x="90" y="21"/>
                  </a:cubicBezTo>
                  <a:cubicBezTo>
                    <a:pt x="90" y="33"/>
                    <a:pt x="90" y="33"/>
                    <a:pt x="90" y="33"/>
                  </a:cubicBezTo>
                  <a:cubicBezTo>
                    <a:pt x="91" y="33"/>
                    <a:pt x="91" y="33"/>
                    <a:pt x="91" y="33"/>
                  </a:cubicBezTo>
                  <a:cubicBezTo>
                    <a:pt x="141" y="33"/>
                    <a:pt x="182" y="26"/>
                    <a:pt x="181" y="17"/>
                  </a:cubicBezTo>
                  <a:cubicBezTo>
                    <a:pt x="180" y="8"/>
                    <a:pt x="139" y="0"/>
                    <a:pt x="90" y="0"/>
                  </a:cubicBezTo>
                  <a:cubicBezTo>
                    <a:pt x="90" y="3"/>
                    <a:pt x="90" y="3"/>
                    <a:pt x="90" y="3"/>
                  </a:cubicBezTo>
                  <a:cubicBezTo>
                    <a:pt x="91" y="2"/>
                    <a:pt x="91" y="2"/>
                    <a:pt x="91" y="2"/>
                  </a:cubicBezTo>
                  <a:cubicBezTo>
                    <a:pt x="130" y="17"/>
                    <a:pt x="130" y="17"/>
                    <a:pt x="130" y="17"/>
                  </a:cubicBezTo>
                  <a:cubicBezTo>
                    <a:pt x="126" y="19"/>
                    <a:pt x="126" y="19"/>
                    <a:pt x="126" y="19"/>
                  </a:cubicBezTo>
                  <a:cubicBezTo>
                    <a:pt x="91" y="5"/>
                    <a:pt x="91" y="5"/>
                    <a:pt x="91" y="5"/>
                  </a:cubicBezTo>
                  <a:cubicBezTo>
                    <a:pt x="90" y="6"/>
                    <a:pt x="90" y="6"/>
                    <a:pt x="90" y="6"/>
                  </a:cubicBezTo>
                  <a:cubicBezTo>
                    <a:pt x="90" y="8"/>
                    <a:pt x="90" y="8"/>
                    <a:pt x="90" y="8"/>
                  </a:cubicBezTo>
                  <a:lnTo>
                    <a:pt x="91" y="7"/>
                  </a:lnTo>
                  <a:close/>
                  <a:moveTo>
                    <a:pt x="90" y="21"/>
                  </a:moveTo>
                  <a:cubicBezTo>
                    <a:pt x="85" y="21"/>
                    <a:pt x="82" y="23"/>
                    <a:pt x="81" y="25"/>
                  </a:cubicBezTo>
                  <a:cubicBezTo>
                    <a:pt x="81" y="30"/>
                    <a:pt x="81" y="30"/>
                    <a:pt x="81" y="30"/>
                  </a:cubicBezTo>
                  <a:cubicBezTo>
                    <a:pt x="61" y="30"/>
                    <a:pt x="61" y="30"/>
                    <a:pt x="61" y="30"/>
                  </a:cubicBezTo>
                  <a:cubicBezTo>
                    <a:pt x="62" y="18"/>
                    <a:pt x="62" y="18"/>
                    <a:pt x="62" y="18"/>
                  </a:cubicBezTo>
                  <a:cubicBezTo>
                    <a:pt x="90" y="8"/>
                    <a:pt x="90" y="8"/>
                    <a:pt x="90" y="8"/>
                  </a:cubicBezTo>
                  <a:cubicBezTo>
                    <a:pt x="90" y="6"/>
                    <a:pt x="90" y="6"/>
                    <a:pt x="90" y="6"/>
                  </a:cubicBezTo>
                  <a:cubicBezTo>
                    <a:pt x="55" y="19"/>
                    <a:pt x="55" y="19"/>
                    <a:pt x="55" y="19"/>
                  </a:cubicBezTo>
                  <a:cubicBezTo>
                    <a:pt x="51" y="17"/>
                    <a:pt x="51" y="17"/>
                    <a:pt x="51" y="17"/>
                  </a:cubicBezTo>
                  <a:cubicBezTo>
                    <a:pt x="68" y="11"/>
                    <a:pt x="68" y="11"/>
                    <a:pt x="68" y="11"/>
                  </a:cubicBezTo>
                  <a:cubicBezTo>
                    <a:pt x="68" y="4"/>
                    <a:pt x="68" y="4"/>
                    <a:pt x="68" y="4"/>
                  </a:cubicBezTo>
                  <a:cubicBezTo>
                    <a:pt x="77" y="4"/>
                    <a:pt x="77" y="4"/>
                    <a:pt x="77" y="4"/>
                  </a:cubicBezTo>
                  <a:cubicBezTo>
                    <a:pt x="77" y="8"/>
                    <a:pt x="77" y="8"/>
                    <a:pt x="77" y="8"/>
                  </a:cubicBezTo>
                  <a:cubicBezTo>
                    <a:pt x="90" y="3"/>
                    <a:pt x="90" y="3"/>
                    <a:pt x="90" y="3"/>
                  </a:cubicBezTo>
                  <a:cubicBezTo>
                    <a:pt x="90" y="0"/>
                    <a:pt x="90" y="0"/>
                    <a:pt x="90" y="0"/>
                  </a:cubicBezTo>
                  <a:cubicBezTo>
                    <a:pt x="90" y="0"/>
                    <a:pt x="90" y="0"/>
                    <a:pt x="90" y="0"/>
                  </a:cubicBezTo>
                  <a:cubicBezTo>
                    <a:pt x="41" y="0"/>
                    <a:pt x="1" y="8"/>
                    <a:pt x="0" y="17"/>
                  </a:cubicBezTo>
                  <a:cubicBezTo>
                    <a:pt x="0" y="26"/>
                    <a:pt x="40" y="33"/>
                    <a:pt x="90" y="33"/>
                  </a:cubicBezTo>
                  <a:lnTo>
                    <a:pt x="90" y="21"/>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95A5A6"/>
                </a:solidFill>
                <a:latin typeface="Calibri" panose="020F0502020204030204"/>
                <a:cs typeface="Simplified Arabic" panose="02020603050405020304" pitchFamily="18" charset="-78"/>
              </a:endParaRPr>
            </a:p>
          </p:txBody>
        </p:sp>
      </p:grpSp>
      <p:grpSp>
        <p:nvGrpSpPr>
          <p:cNvPr id="9" name="Group 8"/>
          <p:cNvGrpSpPr>
            <a:grpSpLocks noChangeAspect="1"/>
          </p:cNvGrpSpPr>
          <p:nvPr/>
        </p:nvGrpSpPr>
        <p:grpSpPr>
          <a:xfrm>
            <a:off x="3566362" y="2218004"/>
            <a:ext cx="3224991" cy="2589074"/>
            <a:chOff x="5599580" y="500139"/>
            <a:chExt cx="5497171" cy="4413216"/>
          </a:xfrm>
        </p:grpSpPr>
        <p:sp>
          <p:nvSpPr>
            <p:cNvPr id="10" name="Oval Callout 9"/>
            <p:cNvSpPr/>
            <p:nvPr/>
          </p:nvSpPr>
          <p:spPr>
            <a:xfrm>
              <a:off x="8125286" y="3612091"/>
              <a:ext cx="1766523" cy="1183570"/>
            </a:xfrm>
            <a:prstGeom prst="wedgeEllipseCallout">
              <a:avLst/>
            </a:prstGeom>
            <a:solidFill>
              <a:schemeClr val="accent5"/>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1" name="Oval Callout 10"/>
            <p:cNvSpPr/>
            <p:nvPr/>
          </p:nvSpPr>
          <p:spPr>
            <a:xfrm>
              <a:off x="6682697" y="3199846"/>
              <a:ext cx="1339661" cy="897573"/>
            </a:xfrm>
            <a:prstGeom prst="wedgeEllipseCallout">
              <a:avLst>
                <a:gd name="adj1" fmla="val 26187"/>
                <a:gd name="adj2" fmla="val 625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2" name="Oval Callout 11"/>
            <p:cNvSpPr/>
            <p:nvPr/>
          </p:nvSpPr>
          <p:spPr>
            <a:xfrm>
              <a:off x="9546511" y="2526076"/>
              <a:ext cx="1541166" cy="1032581"/>
            </a:xfrm>
            <a:prstGeom prst="wedgeEllipseCallout">
              <a:avLst>
                <a:gd name="adj1" fmla="val 23309"/>
                <a:gd name="adj2" fmla="val 5762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3" name="Oval Callout 12"/>
            <p:cNvSpPr/>
            <p:nvPr/>
          </p:nvSpPr>
          <p:spPr>
            <a:xfrm>
              <a:off x="8125285" y="2622836"/>
              <a:ext cx="1176236" cy="788078"/>
            </a:xfrm>
            <a:prstGeom prst="wedgeEllipseCallout">
              <a:avLst>
                <a:gd name="adj1" fmla="val 11299"/>
                <a:gd name="adj2" fmla="val 6676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4" name="Oval Callout 13"/>
            <p:cNvSpPr/>
            <p:nvPr/>
          </p:nvSpPr>
          <p:spPr>
            <a:xfrm>
              <a:off x="10101753" y="1703586"/>
              <a:ext cx="994998" cy="666649"/>
            </a:xfrm>
            <a:prstGeom prst="wedgeEllipseCallout">
              <a:avLst>
                <a:gd name="adj1" fmla="val 39098"/>
                <a:gd name="adj2" fmla="val 6502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5" name="Oval Callout 14"/>
            <p:cNvSpPr/>
            <p:nvPr/>
          </p:nvSpPr>
          <p:spPr>
            <a:xfrm>
              <a:off x="5599580" y="2370235"/>
              <a:ext cx="1288995" cy="863627"/>
            </a:xfrm>
            <a:prstGeom prst="wedgeEllipseCallout">
              <a:avLst>
                <a:gd name="adj1" fmla="val 8488"/>
                <a:gd name="adj2" fmla="val 70280"/>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6" name="Oval Callout 15"/>
            <p:cNvSpPr/>
            <p:nvPr/>
          </p:nvSpPr>
          <p:spPr>
            <a:xfrm>
              <a:off x="6726376" y="1545194"/>
              <a:ext cx="1562483" cy="1046863"/>
            </a:xfrm>
            <a:prstGeom prst="wedgeEllipseCallout">
              <a:avLst>
                <a:gd name="adj1" fmla="val 6540"/>
                <a:gd name="adj2" fmla="val 7518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7" name="Oval Callout 16"/>
            <p:cNvSpPr/>
            <p:nvPr/>
          </p:nvSpPr>
          <p:spPr>
            <a:xfrm>
              <a:off x="8666179" y="1527426"/>
              <a:ext cx="1176236" cy="788078"/>
            </a:xfrm>
            <a:prstGeom prst="wedgeEllipseCallou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8" name="Oval Callout 17"/>
            <p:cNvSpPr/>
            <p:nvPr/>
          </p:nvSpPr>
          <p:spPr>
            <a:xfrm>
              <a:off x="9954290" y="3867860"/>
              <a:ext cx="994998" cy="666649"/>
            </a:xfrm>
            <a:prstGeom prst="wedgeEllipseCallout">
              <a:avLst>
                <a:gd name="adj1" fmla="val -5639"/>
                <a:gd name="adj2" fmla="val 66280"/>
              </a:avLst>
            </a:prstGeom>
            <a:solidFill>
              <a:schemeClr val="accent1">
                <a:lumMod val="75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9" name="Oval Callout 18"/>
            <p:cNvSpPr/>
            <p:nvPr/>
          </p:nvSpPr>
          <p:spPr>
            <a:xfrm>
              <a:off x="7108430" y="4246706"/>
              <a:ext cx="994998" cy="666649"/>
            </a:xfrm>
            <a:prstGeom prst="wedgeEllipseCallout">
              <a:avLst>
                <a:gd name="adj1" fmla="val 39098"/>
                <a:gd name="adj2" fmla="val 65020"/>
              </a:avLst>
            </a:prstGeom>
            <a:solidFill>
              <a:schemeClr val="accent6"/>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0" name="Oval Callout 19"/>
            <p:cNvSpPr/>
            <p:nvPr/>
          </p:nvSpPr>
          <p:spPr>
            <a:xfrm>
              <a:off x="9538676" y="500139"/>
              <a:ext cx="1339661" cy="897573"/>
            </a:xfrm>
            <a:prstGeom prst="wedgeEllipseCallout">
              <a:avLst>
                <a:gd name="adj1" fmla="val -12056"/>
                <a:gd name="adj2" fmla="val 690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1" name="Oval Callout 20"/>
            <p:cNvSpPr/>
            <p:nvPr/>
          </p:nvSpPr>
          <p:spPr>
            <a:xfrm>
              <a:off x="8086794" y="688766"/>
              <a:ext cx="994998" cy="666649"/>
            </a:xfrm>
            <a:prstGeom prst="wedgeEllipseCallout">
              <a:avLst>
                <a:gd name="adj1" fmla="val -5639"/>
                <a:gd name="adj2" fmla="val 6628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2" name="Freeform 45"/>
            <p:cNvSpPr>
              <a:spLocks noEditPoints="1"/>
            </p:cNvSpPr>
            <p:nvPr/>
          </p:nvSpPr>
          <p:spPr bwMode="auto">
            <a:xfrm>
              <a:off x="8480834" y="2795897"/>
              <a:ext cx="465137" cy="466725"/>
            </a:xfrm>
            <a:custGeom>
              <a:avLst/>
              <a:gdLst>
                <a:gd name="T0" fmla="*/ 0 w 124"/>
                <a:gd name="T1" fmla="*/ 62 h 124"/>
                <a:gd name="T2" fmla="*/ 124 w 124"/>
                <a:gd name="T3" fmla="*/ 62 h 124"/>
                <a:gd name="T4" fmla="*/ 116 w 124"/>
                <a:gd name="T5" fmla="*/ 60 h 124"/>
                <a:gd name="T6" fmla="*/ 87 w 124"/>
                <a:gd name="T7" fmla="*/ 35 h 124"/>
                <a:gd name="T8" fmla="*/ 116 w 124"/>
                <a:gd name="T9" fmla="*/ 60 h 124"/>
                <a:gd name="T10" fmla="*/ 43 w 124"/>
                <a:gd name="T11" fmla="*/ 95 h 124"/>
                <a:gd name="T12" fmla="*/ 60 w 124"/>
                <a:gd name="T13" fmla="*/ 116 h 124"/>
                <a:gd name="T14" fmla="*/ 64 w 124"/>
                <a:gd name="T15" fmla="*/ 8 h 124"/>
                <a:gd name="T16" fmla="*/ 64 w 124"/>
                <a:gd name="T17" fmla="*/ 36 h 124"/>
                <a:gd name="T18" fmla="*/ 64 w 124"/>
                <a:gd name="T19" fmla="*/ 8 h 124"/>
                <a:gd name="T20" fmla="*/ 100 w 124"/>
                <a:gd name="T21" fmla="*/ 23 h 124"/>
                <a:gd name="T22" fmla="*/ 71 w 124"/>
                <a:gd name="T23" fmla="*/ 9 h 124"/>
                <a:gd name="T24" fmla="*/ 60 w 124"/>
                <a:gd name="T25" fmla="*/ 36 h 124"/>
                <a:gd name="T26" fmla="*/ 60 w 124"/>
                <a:gd name="T27" fmla="*/ 8 h 124"/>
                <a:gd name="T28" fmla="*/ 38 w 124"/>
                <a:gd name="T29" fmla="*/ 31 h 124"/>
                <a:gd name="T30" fmla="*/ 53 w 124"/>
                <a:gd name="T31" fmla="*/ 9 h 124"/>
                <a:gd name="T32" fmla="*/ 40 w 124"/>
                <a:gd name="T33" fmla="*/ 36 h 124"/>
                <a:gd name="T34" fmla="*/ 60 w 124"/>
                <a:gd name="T35" fmla="*/ 60 h 124"/>
                <a:gd name="T36" fmla="*/ 40 w 124"/>
                <a:gd name="T37" fmla="*/ 36 h 124"/>
                <a:gd name="T38" fmla="*/ 60 w 124"/>
                <a:gd name="T39" fmla="*/ 88 h 124"/>
                <a:gd name="T40" fmla="*/ 36 w 124"/>
                <a:gd name="T41" fmla="*/ 64 h 124"/>
                <a:gd name="T42" fmla="*/ 53 w 124"/>
                <a:gd name="T43" fmla="*/ 115 h 124"/>
                <a:gd name="T44" fmla="*/ 40 w 124"/>
                <a:gd name="T45" fmla="*/ 96 h 124"/>
                <a:gd name="T46" fmla="*/ 64 w 124"/>
                <a:gd name="T47" fmla="*/ 116 h 124"/>
                <a:gd name="T48" fmla="*/ 81 w 124"/>
                <a:gd name="T49" fmla="*/ 95 h 124"/>
                <a:gd name="T50" fmla="*/ 64 w 124"/>
                <a:gd name="T51" fmla="*/ 116 h 124"/>
                <a:gd name="T52" fmla="*/ 97 w 124"/>
                <a:gd name="T53" fmla="*/ 103 h 124"/>
                <a:gd name="T54" fmla="*/ 84 w 124"/>
                <a:gd name="T55" fmla="*/ 96 h 124"/>
                <a:gd name="T56" fmla="*/ 64 w 124"/>
                <a:gd name="T57" fmla="*/ 88 h 124"/>
                <a:gd name="T58" fmla="*/ 88 w 124"/>
                <a:gd name="T59" fmla="*/ 64 h 124"/>
                <a:gd name="T60" fmla="*/ 64 w 124"/>
                <a:gd name="T61" fmla="*/ 60 h 124"/>
                <a:gd name="T62" fmla="*/ 84 w 124"/>
                <a:gd name="T63" fmla="*/ 36 h 124"/>
                <a:gd name="T64" fmla="*/ 64 w 124"/>
                <a:gd name="T65" fmla="*/ 60 h 124"/>
                <a:gd name="T66" fmla="*/ 37 w 124"/>
                <a:gd name="T67" fmla="*/ 35 h 124"/>
                <a:gd name="T68" fmla="*/ 8 w 124"/>
                <a:gd name="T69" fmla="*/ 60 h 124"/>
                <a:gd name="T70" fmla="*/ 8 w 124"/>
                <a:gd name="T71" fmla="*/ 64 h 124"/>
                <a:gd name="T72" fmla="*/ 38 w 124"/>
                <a:gd name="T73" fmla="*/ 93 h 124"/>
                <a:gd name="T74" fmla="*/ 8 w 124"/>
                <a:gd name="T75" fmla="*/ 64 h 124"/>
                <a:gd name="T76" fmla="*/ 86 w 124"/>
                <a:gd name="T77" fmla="*/ 93 h 124"/>
                <a:gd name="T78" fmla="*/ 116 w 124"/>
                <a:gd name="T79"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62" y="0"/>
                  </a:moveTo>
                  <a:cubicBezTo>
                    <a:pt x="28" y="0"/>
                    <a:pt x="0" y="28"/>
                    <a:pt x="0" y="62"/>
                  </a:cubicBezTo>
                  <a:cubicBezTo>
                    <a:pt x="0" y="96"/>
                    <a:pt x="28" y="124"/>
                    <a:pt x="62" y="124"/>
                  </a:cubicBezTo>
                  <a:cubicBezTo>
                    <a:pt x="96" y="124"/>
                    <a:pt x="124" y="96"/>
                    <a:pt x="124" y="62"/>
                  </a:cubicBezTo>
                  <a:cubicBezTo>
                    <a:pt x="124" y="28"/>
                    <a:pt x="96" y="0"/>
                    <a:pt x="62" y="0"/>
                  </a:cubicBezTo>
                  <a:close/>
                  <a:moveTo>
                    <a:pt x="116" y="60"/>
                  </a:moveTo>
                  <a:cubicBezTo>
                    <a:pt x="92" y="60"/>
                    <a:pt x="92" y="60"/>
                    <a:pt x="92" y="60"/>
                  </a:cubicBezTo>
                  <a:cubicBezTo>
                    <a:pt x="92" y="51"/>
                    <a:pt x="90" y="43"/>
                    <a:pt x="87" y="35"/>
                  </a:cubicBezTo>
                  <a:cubicBezTo>
                    <a:pt x="93" y="33"/>
                    <a:pt x="98" y="30"/>
                    <a:pt x="102" y="26"/>
                  </a:cubicBezTo>
                  <a:cubicBezTo>
                    <a:pt x="110" y="35"/>
                    <a:pt x="115" y="47"/>
                    <a:pt x="116" y="60"/>
                  </a:cubicBezTo>
                  <a:close/>
                  <a:moveTo>
                    <a:pt x="60" y="116"/>
                  </a:moveTo>
                  <a:cubicBezTo>
                    <a:pt x="53" y="110"/>
                    <a:pt x="48" y="103"/>
                    <a:pt x="43" y="95"/>
                  </a:cubicBezTo>
                  <a:cubicBezTo>
                    <a:pt x="49" y="93"/>
                    <a:pt x="54" y="92"/>
                    <a:pt x="60" y="92"/>
                  </a:cubicBezTo>
                  <a:cubicBezTo>
                    <a:pt x="60" y="116"/>
                    <a:pt x="60" y="116"/>
                    <a:pt x="60" y="116"/>
                  </a:cubicBezTo>
                  <a:cubicBezTo>
                    <a:pt x="60" y="116"/>
                    <a:pt x="60" y="116"/>
                    <a:pt x="60" y="116"/>
                  </a:cubicBezTo>
                  <a:close/>
                  <a:moveTo>
                    <a:pt x="64" y="8"/>
                  </a:moveTo>
                  <a:cubicBezTo>
                    <a:pt x="72" y="14"/>
                    <a:pt x="78" y="23"/>
                    <a:pt x="82" y="33"/>
                  </a:cubicBezTo>
                  <a:cubicBezTo>
                    <a:pt x="76" y="35"/>
                    <a:pt x="70" y="36"/>
                    <a:pt x="64" y="36"/>
                  </a:cubicBezTo>
                  <a:cubicBezTo>
                    <a:pt x="64" y="8"/>
                    <a:pt x="64" y="8"/>
                    <a:pt x="64" y="8"/>
                  </a:cubicBezTo>
                  <a:cubicBezTo>
                    <a:pt x="64" y="8"/>
                    <a:pt x="64" y="8"/>
                    <a:pt x="64" y="8"/>
                  </a:cubicBezTo>
                  <a:close/>
                  <a:moveTo>
                    <a:pt x="71" y="9"/>
                  </a:moveTo>
                  <a:cubicBezTo>
                    <a:pt x="82" y="11"/>
                    <a:pt x="92" y="16"/>
                    <a:pt x="100" y="23"/>
                  </a:cubicBezTo>
                  <a:cubicBezTo>
                    <a:pt x="95" y="26"/>
                    <a:pt x="91" y="29"/>
                    <a:pt x="86" y="31"/>
                  </a:cubicBezTo>
                  <a:cubicBezTo>
                    <a:pt x="82" y="23"/>
                    <a:pt x="77" y="15"/>
                    <a:pt x="71" y="9"/>
                  </a:cubicBezTo>
                  <a:close/>
                  <a:moveTo>
                    <a:pt x="60" y="8"/>
                  </a:moveTo>
                  <a:cubicBezTo>
                    <a:pt x="60" y="36"/>
                    <a:pt x="60" y="36"/>
                    <a:pt x="60" y="36"/>
                  </a:cubicBezTo>
                  <a:cubicBezTo>
                    <a:pt x="54" y="36"/>
                    <a:pt x="48" y="35"/>
                    <a:pt x="42" y="33"/>
                  </a:cubicBezTo>
                  <a:cubicBezTo>
                    <a:pt x="46" y="23"/>
                    <a:pt x="52" y="14"/>
                    <a:pt x="60" y="8"/>
                  </a:cubicBezTo>
                  <a:cubicBezTo>
                    <a:pt x="60" y="8"/>
                    <a:pt x="60" y="8"/>
                    <a:pt x="60" y="8"/>
                  </a:cubicBezTo>
                  <a:close/>
                  <a:moveTo>
                    <a:pt x="38" y="31"/>
                  </a:moveTo>
                  <a:cubicBezTo>
                    <a:pt x="33" y="29"/>
                    <a:pt x="29" y="26"/>
                    <a:pt x="24" y="23"/>
                  </a:cubicBezTo>
                  <a:cubicBezTo>
                    <a:pt x="32" y="16"/>
                    <a:pt x="42" y="11"/>
                    <a:pt x="53" y="9"/>
                  </a:cubicBezTo>
                  <a:cubicBezTo>
                    <a:pt x="47" y="15"/>
                    <a:pt x="42" y="23"/>
                    <a:pt x="38" y="31"/>
                  </a:cubicBezTo>
                  <a:close/>
                  <a:moveTo>
                    <a:pt x="40" y="36"/>
                  </a:moveTo>
                  <a:cubicBezTo>
                    <a:pt x="47" y="38"/>
                    <a:pt x="53" y="40"/>
                    <a:pt x="60" y="40"/>
                  </a:cubicBezTo>
                  <a:cubicBezTo>
                    <a:pt x="60" y="60"/>
                    <a:pt x="60" y="60"/>
                    <a:pt x="60" y="60"/>
                  </a:cubicBezTo>
                  <a:cubicBezTo>
                    <a:pt x="36" y="60"/>
                    <a:pt x="36" y="60"/>
                    <a:pt x="36" y="60"/>
                  </a:cubicBezTo>
                  <a:cubicBezTo>
                    <a:pt x="36" y="52"/>
                    <a:pt x="38" y="44"/>
                    <a:pt x="40" y="36"/>
                  </a:cubicBezTo>
                  <a:close/>
                  <a:moveTo>
                    <a:pt x="60" y="64"/>
                  </a:moveTo>
                  <a:cubicBezTo>
                    <a:pt x="60" y="88"/>
                    <a:pt x="60" y="88"/>
                    <a:pt x="60" y="88"/>
                  </a:cubicBezTo>
                  <a:cubicBezTo>
                    <a:pt x="54" y="88"/>
                    <a:pt x="48" y="89"/>
                    <a:pt x="42" y="91"/>
                  </a:cubicBezTo>
                  <a:cubicBezTo>
                    <a:pt x="38" y="83"/>
                    <a:pt x="36" y="74"/>
                    <a:pt x="36" y="64"/>
                  </a:cubicBezTo>
                  <a:lnTo>
                    <a:pt x="60" y="64"/>
                  </a:lnTo>
                  <a:close/>
                  <a:moveTo>
                    <a:pt x="53" y="115"/>
                  </a:moveTo>
                  <a:cubicBezTo>
                    <a:pt x="43" y="114"/>
                    <a:pt x="34" y="109"/>
                    <a:pt x="27" y="103"/>
                  </a:cubicBezTo>
                  <a:cubicBezTo>
                    <a:pt x="31" y="100"/>
                    <a:pt x="35" y="98"/>
                    <a:pt x="40" y="96"/>
                  </a:cubicBezTo>
                  <a:cubicBezTo>
                    <a:pt x="43" y="103"/>
                    <a:pt x="48" y="110"/>
                    <a:pt x="53" y="115"/>
                  </a:cubicBezTo>
                  <a:close/>
                  <a:moveTo>
                    <a:pt x="64" y="116"/>
                  </a:moveTo>
                  <a:cubicBezTo>
                    <a:pt x="64" y="92"/>
                    <a:pt x="64" y="92"/>
                    <a:pt x="64" y="92"/>
                  </a:cubicBezTo>
                  <a:cubicBezTo>
                    <a:pt x="70" y="92"/>
                    <a:pt x="75" y="93"/>
                    <a:pt x="81" y="95"/>
                  </a:cubicBezTo>
                  <a:cubicBezTo>
                    <a:pt x="76" y="103"/>
                    <a:pt x="71" y="110"/>
                    <a:pt x="64" y="116"/>
                  </a:cubicBezTo>
                  <a:cubicBezTo>
                    <a:pt x="64" y="116"/>
                    <a:pt x="64" y="116"/>
                    <a:pt x="64" y="116"/>
                  </a:cubicBezTo>
                  <a:close/>
                  <a:moveTo>
                    <a:pt x="84" y="96"/>
                  </a:moveTo>
                  <a:cubicBezTo>
                    <a:pt x="89" y="98"/>
                    <a:pt x="93" y="100"/>
                    <a:pt x="97" y="103"/>
                  </a:cubicBezTo>
                  <a:cubicBezTo>
                    <a:pt x="90" y="109"/>
                    <a:pt x="81" y="114"/>
                    <a:pt x="71" y="115"/>
                  </a:cubicBezTo>
                  <a:cubicBezTo>
                    <a:pt x="76" y="110"/>
                    <a:pt x="81" y="103"/>
                    <a:pt x="84" y="96"/>
                  </a:cubicBezTo>
                  <a:close/>
                  <a:moveTo>
                    <a:pt x="82" y="91"/>
                  </a:moveTo>
                  <a:cubicBezTo>
                    <a:pt x="76" y="89"/>
                    <a:pt x="70" y="88"/>
                    <a:pt x="64" y="88"/>
                  </a:cubicBezTo>
                  <a:cubicBezTo>
                    <a:pt x="64" y="64"/>
                    <a:pt x="64" y="64"/>
                    <a:pt x="64" y="64"/>
                  </a:cubicBezTo>
                  <a:cubicBezTo>
                    <a:pt x="88" y="64"/>
                    <a:pt x="88" y="64"/>
                    <a:pt x="88" y="64"/>
                  </a:cubicBezTo>
                  <a:cubicBezTo>
                    <a:pt x="88" y="74"/>
                    <a:pt x="86" y="83"/>
                    <a:pt x="82" y="91"/>
                  </a:cubicBezTo>
                  <a:close/>
                  <a:moveTo>
                    <a:pt x="64" y="60"/>
                  </a:moveTo>
                  <a:cubicBezTo>
                    <a:pt x="64" y="40"/>
                    <a:pt x="64" y="40"/>
                    <a:pt x="64" y="40"/>
                  </a:cubicBezTo>
                  <a:cubicBezTo>
                    <a:pt x="71" y="40"/>
                    <a:pt x="77" y="38"/>
                    <a:pt x="84" y="36"/>
                  </a:cubicBezTo>
                  <a:cubicBezTo>
                    <a:pt x="86" y="44"/>
                    <a:pt x="88" y="52"/>
                    <a:pt x="88" y="60"/>
                  </a:cubicBezTo>
                  <a:lnTo>
                    <a:pt x="64" y="60"/>
                  </a:lnTo>
                  <a:close/>
                  <a:moveTo>
                    <a:pt x="22" y="26"/>
                  </a:moveTo>
                  <a:cubicBezTo>
                    <a:pt x="26" y="30"/>
                    <a:pt x="31" y="33"/>
                    <a:pt x="37" y="35"/>
                  </a:cubicBezTo>
                  <a:cubicBezTo>
                    <a:pt x="34" y="43"/>
                    <a:pt x="32" y="51"/>
                    <a:pt x="32" y="60"/>
                  </a:cubicBezTo>
                  <a:cubicBezTo>
                    <a:pt x="8" y="60"/>
                    <a:pt x="8" y="60"/>
                    <a:pt x="8" y="60"/>
                  </a:cubicBezTo>
                  <a:cubicBezTo>
                    <a:pt x="9" y="47"/>
                    <a:pt x="14" y="35"/>
                    <a:pt x="22" y="26"/>
                  </a:cubicBezTo>
                  <a:close/>
                  <a:moveTo>
                    <a:pt x="8" y="64"/>
                  </a:moveTo>
                  <a:cubicBezTo>
                    <a:pt x="32" y="64"/>
                    <a:pt x="32" y="64"/>
                    <a:pt x="32" y="64"/>
                  </a:cubicBezTo>
                  <a:cubicBezTo>
                    <a:pt x="32" y="74"/>
                    <a:pt x="34" y="84"/>
                    <a:pt x="38" y="93"/>
                  </a:cubicBezTo>
                  <a:cubicBezTo>
                    <a:pt x="33" y="95"/>
                    <a:pt x="28" y="97"/>
                    <a:pt x="24" y="100"/>
                  </a:cubicBezTo>
                  <a:cubicBezTo>
                    <a:pt x="15" y="91"/>
                    <a:pt x="9" y="78"/>
                    <a:pt x="8" y="64"/>
                  </a:cubicBezTo>
                  <a:close/>
                  <a:moveTo>
                    <a:pt x="100" y="100"/>
                  </a:moveTo>
                  <a:cubicBezTo>
                    <a:pt x="96" y="97"/>
                    <a:pt x="91" y="95"/>
                    <a:pt x="86" y="93"/>
                  </a:cubicBezTo>
                  <a:cubicBezTo>
                    <a:pt x="90" y="84"/>
                    <a:pt x="92" y="74"/>
                    <a:pt x="92" y="64"/>
                  </a:cubicBezTo>
                  <a:cubicBezTo>
                    <a:pt x="116" y="64"/>
                    <a:pt x="116" y="64"/>
                    <a:pt x="116" y="64"/>
                  </a:cubicBezTo>
                  <a:cubicBezTo>
                    <a:pt x="115" y="78"/>
                    <a:pt x="109" y="91"/>
                    <a:pt x="10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nvGrpSpPr>
            <p:cNvPr id="23" name="Group 22"/>
            <p:cNvGrpSpPr/>
            <p:nvPr/>
          </p:nvGrpSpPr>
          <p:grpSpPr>
            <a:xfrm>
              <a:off x="7366971" y="4407847"/>
              <a:ext cx="482600" cy="392113"/>
              <a:chOff x="2974975" y="5006976"/>
              <a:chExt cx="482600" cy="392113"/>
            </a:xfrm>
            <a:solidFill>
              <a:schemeClr val="bg1"/>
            </a:solidFill>
          </p:grpSpPr>
          <p:sp>
            <p:nvSpPr>
              <p:cNvPr id="76" name="Freeform 46"/>
              <p:cNvSpPr>
                <a:spLocks noEditPoints="1"/>
              </p:cNvSpPr>
              <p:nvPr/>
            </p:nvSpPr>
            <p:spPr bwMode="auto">
              <a:xfrm>
                <a:off x="3306763" y="5127626"/>
                <a:ext cx="90487" cy="120650"/>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77" name="Freeform 47"/>
              <p:cNvSpPr>
                <a:spLocks noEditPoints="1"/>
              </p:cNvSpPr>
              <p:nvPr/>
            </p:nvSpPr>
            <p:spPr bwMode="auto">
              <a:xfrm>
                <a:off x="2974975" y="5006976"/>
                <a:ext cx="482600" cy="392113"/>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nvGrpSpPr>
            <p:cNvPr id="24" name="Group 23"/>
            <p:cNvGrpSpPr/>
            <p:nvPr/>
          </p:nvGrpSpPr>
          <p:grpSpPr>
            <a:xfrm>
              <a:off x="7210457" y="1807833"/>
              <a:ext cx="549275" cy="549275"/>
              <a:chOff x="1978025" y="4927601"/>
              <a:chExt cx="549275" cy="549275"/>
            </a:xfrm>
            <a:solidFill>
              <a:schemeClr val="bg1"/>
            </a:solidFill>
          </p:grpSpPr>
          <p:sp>
            <p:nvSpPr>
              <p:cNvPr id="67" name="Freeform 48"/>
              <p:cNvSpPr>
                <a:spLocks noEditPoints="1"/>
              </p:cNvSpPr>
              <p:nvPr/>
            </p:nvSpPr>
            <p:spPr bwMode="auto">
              <a:xfrm>
                <a:off x="1978025" y="4927601"/>
                <a:ext cx="549275" cy="549275"/>
              </a:xfrm>
              <a:custGeom>
                <a:avLst/>
                <a:gdLst>
                  <a:gd name="T0" fmla="*/ 97 w 146"/>
                  <a:gd name="T1" fmla="*/ 14 h 146"/>
                  <a:gd name="T2" fmla="*/ 14 w 146"/>
                  <a:gd name="T3" fmla="*/ 49 h 146"/>
                  <a:gd name="T4" fmla="*/ 49 w 146"/>
                  <a:gd name="T5" fmla="*/ 132 h 146"/>
                  <a:gd name="T6" fmla="*/ 132 w 146"/>
                  <a:gd name="T7" fmla="*/ 97 h 146"/>
                  <a:gd name="T8" fmla="*/ 97 w 146"/>
                  <a:gd name="T9" fmla="*/ 14 h 146"/>
                  <a:gd name="T10" fmla="*/ 52 w 146"/>
                  <a:gd name="T11" fmla="*/ 125 h 146"/>
                  <a:gd name="T12" fmla="*/ 21 w 146"/>
                  <a:gd name="T13" fmla="*/ 52 h 146"/>
                  <a:gd name="T14" fmla="*/ 94 w 146"/>
                  <a:gd name="T15" fmla="*/ 21 h 146"/>
                  <a:gd name="T16" fmla="*/ 125 w 146"/>
                  <a:gd name="T17" fmla="*/ 94 h 146"/>
                  <a:gd name="T18" fmla="*/ 52 w 146"/>
                  <a:gd name="T19" fmla="*/ 1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6">
                    <a:moveTo>
                      <a:pt x="97" y="14"/>
                    </a:moveTo>
                    <a:cubicBezTo>
                      <a:pt x="64" y="0"/>
                      <a:pt x="27" y="16"/>
                      <a:pt x="14" y="49"/>
                    </a:cubicBezTo>
                    <a:cubicBezTo>
                      <a:pt x="0" y="82"/>
                      <a:pt x="16" y="119"/>
                      <a:pt x="49" y="132"/>
                    </a:cubicBezTo>
                    <a:cubicBezTo>
                      <a:pt x="82" y="146"/>
                      <a:pt x="119" y="130"/>
                      <a:pt x="132" y="97"/>
                    </a:cubicBezTo>
                    <a:cubicBezTo>
                      <a:pt x="146" y="64"/>
                      <a:pt x="130" y="27"/>
                      <a:pt x="97" y="14"/>
                    </a:cubicBezTo>
                    <a:close/>
                    <a:moveTo>
                      <a:pt x="52" y="125"/>
                    </a:moveTo>
                    <a:cubicBezTo>
                      <a:pt x="24" y="114"/>
                      <a:pt x="10" y="81"/>
                      <a:pt x="21" y="52"/>
                    </a:cubicBezTo>
                    <a:cubicBezTo>
                      <a:pt x="33" y="24"/>
                      <a:pt x="65" y="10"/>
                      <a:pt x="94" y="21"/>
                    </a:cubicBezTo>
                    <a:cubicBezTo>
                      <a:pt x="123" y="33"/>
                      <a:pt x="136" y="65"/>
                      <a:pt x="125" y="94"/>
                    </a:cubicBezTo>
                    <a:cubicBezTo>
                      <a:pt x="114" y="123"/>
                      <a:pt x="81" y="136"/>
                      <a:pt x="5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68" name="Freeform 49"/>
              <p:cNvSpPr>
                <a:spLocks noEditPoints="1"/>
              </p:cNvSpPr>
              <p:nvPr/>
            </p:nvSpPr>
            <p:spPr bwMode="auto">
              <a:xfrm>
                <a:off x="2219325" y="5168901"/>
                <a:ext cx="66675" cy="68263"/>
              </a:xfrm>
              <a:custGeom>
                <a:avLst/>
                <a:gdLst>
                  <a:gd name="T0" fmla="*/ 12 w 18"/>
                  <a:gd name="T1" fmla="*/ 2 h 18"/>
                  <a:gd name="T2" fmla="*/ 2 w 18"/>
                  <a:gd name="T3" fmla="*/ 6 h 18"/>
                  <a:gd name="T4" fmla="*/ 6 w 18"/>
                  <a:gd name="T5" fmla="*/ 16 h 18"/>
                  <a:gd name="T6" fmla="*/ 16 w 18"/>
                  <a:gd name="T7" fmla="*/ 12 h 18"/>
                  <a:gd name="T8" fmla="*/ 12 w 18"/>
                  <a:gd name="T9" fmla="*/ 2 h 18"/>
                  <a:gd name="T10" fmla="*/ 8 w 18"/>
                  <a:gd name="T11" fmla="*/ 13 h 18"/>
                  <a:gd name="T12" fmla="*/ 5 w 18"/>
                  <a:gd name="T13" fmla="*/ 8 h 18"/>
                  <a:gd name="T14" fmla="*/ 11 w 18"/>
                  <a:gd name="T15" fmla="*/ 5 h 18"/>
                  <a:gd name="T16" fmla="*/ 13 w 18"/>
                  <a:gd name="T17" fmla="*/ 11 h 18"/>
                  <a:gd name="T18" fmla="*/ 8 w 18"/>
                  <a:gd name="T1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12" y="2"/>
                    </a:moveTo>
                    <a:cubicBezTo>
                      <a:pt x="8" y="0"/>
                      <a:pt x="3" y="2"/>
                      <a:pt x="2" y="6"/>
                    </a:cubicBezTo>
                    <a:cubicBezTo>
                      <a:pt x="0" y="10"/>
                      <a:pt x="2" y="15"/>
                      <a:pt x="6" y="16"/>
                    </a:cubicBezTo>
                    <a:cubicBezTo>
                      <a:pt x="10" y="18"/>
                      <a:pt x="15" y="16"/>
                      <a:pt x="16" y="12"/>
                    </a:cubicBezTo>
                    <a:cubicBezTo>
                      <a:pt x="18" y="8"/>
                      <a:pt x="16" y="3"/>
                      <a:pt x="12" y="2"/>
                    </a:cubicBezTo>
                    <a:close/>
                    <a:moveTo>
                      <a:pt x="8" y="13"/>
                    </a:moveTo>
                    <a:cubicBezTo>
                      <a:pt x="5" y="12"/>
                      <a:pt x="4" y="10"/>
                      <a:pt x="5" y="8"/>
                    </a:cubicBezTo>
                    <a:cubicBezTo>
                      <a:pt x="6" y="5"/>
                      <a:pt x="8" y="4"/>
                      <a:pt x="11" y="5"/>
                    </a:cubicBezTo>
                    <a:cubicBezTo>
                      <a:pt x="13" y="6"/>
                      <a:pt x="14" y="8"/>
                      <a:pt x="13" y="11"/>
                    </a:cubicBezTo>
                    <a:cubicBezTo>
                      <a:pt x="12" y="13"/>
                      <a:pt x="10"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69" name="Freeform 50"/>
              <p:cNvSpPr>
                <a:spLocks noEditPoints="1"/>
              </p:cNvSpPr>
              <p:nvPr/>
            </p:nvSpPr>
            <p:spPr bwMode="auto">
              <a:xfrm>
                <a:off x="2151063" y="5100638"/>
                <a:ext cx="203200" cy="203200"/>
              </a:xfrm>
              <a:custGeom>
                <a:avLst/>
                <a:gdLst>
                  <a:gd name="T0" fmla="*/ 36 w 54"/>
                  <a:gd name="T1" fmla="*/ 5 h 54"/>
                  <a:gd name="T2" fmla="*/ 5 w 54"/>
                  <a:gd name="T3" fmla="*/ 18 h 54"/>
                  <a:gd name="T4" fmla="*/ 18 w 54"/>
                  <a:gd name="T5" fmla="*/ 49 h 54"/>
                  <a:gd name="T6" fmla="*/ 49 w 54"/>
                  <a:gd name="T7" fmla="*/ 36 h 54"/>
                  <a:gd name="T8" fmla="*/ 36 w 54"/>
                  <a:gd name="T9" fmla="*/ 5 h 54"/>
                  <a:gd name="T10" fmla="*/ 21 w 54"/>
                  <a:gd name="T11" fmla="*/ 42 h 54"/>
                  <a:gd name="T12" fmla="*/ 12 w 54"/>
                  <a:gd name="T13" fmla="*/ 21 h 54"/>
                  <a:gd name="T14" fmla="*/ 33 w 54"/>
                  <a:gd name="T15" fmla="*/ 12 h 54"/>
                  <a:gd name="T16" fmla="*/ 42 w 54"/>
                  <a:gd name="T17" fmla="*/ 33 h 54"/>
                  <a:gd name="T18" fmla="*/ 21 w 54"/>
                  <a:gd name="T19"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36" y="5"/>
                    </a:moveTo>
                    <a:cubicBezTo>
                      <a:pt x="24" y="0"/>
                      <a:pt x="10" y="6"/>
                      <a:pt x="5" y="18"/>
                    </a:cubicBezTo>
                    <a:cubicBezTo>
                      <a:pt x="0" y="30"/>
                      <a:pt x="6" y="44"/>
                      <a:pt x="18" y="49"/>
                    </a:cubicBezTo>
                    <a:cubicBezTo>
                      <a:pt x="30" y="54"/>
                      <a:pt x="44" y="48"/>
                      <a:pt x="49" y="36"/>
                    </a:cubicBezTo>
                    <a:cubicBezTo>
                      <a:pt x="54" y="24"/>
                      <a:pt x="48" y="10"/>
                      <a:pt x="36" y="5"/>
                    </a:cubicBezTo>
                    <a:close/>
                    <a:moveTo>
                      <a:pt x="21" y="42"/>
                    </a:moveTo>
                    <a:cubicBezTo>
                      <a:pt x="13" y="39"/>
                      <a:pt x="9" y="29"/>
                      <a:pt x="12" y="21"/>
                    </a:cubicBezTo>
                    <a:cubicBezTo>
                      <a:pt x="15" y="13"/>
                      <a:pt x="25" y="9"/>
                      <a:pt x="33" y="12"/>
                    </a:cubicBezTo>
                    <a:cubicBezTo>
                      <a:pt x="41" y="15"/>
                      <a:pt x="45" y="25"/>
                      <a:pt x="42" y="33"/>
                    </a:cubicBezTo>
                    <a:cubicBezTo>
                      <a:pt x="39" y="41"/>
                      <a:pt x="29" y="45"/>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70" name="Freeform 51"/>
              <p:cNvSpPr>
                <a:spLocks/>
              </p:cNvSpPr>
              <p:nvPr/>
            </p:nvSpPr>
            <p:spPr bwMode="auto">
              <a:xfrm>
                <a:off x="2290763" y="5237163"/>
                <a:ext cx="74612" cy="77788"/>
              </a:xfrm>
              <a:custGeom>
                <a:avLst/>
                <a:gdLst>
                  <a:gd name="T0" fmla="*/ 20 w 20"/>
                  <a:gd name="T1" fmla="*/ 3 h 21"/>
                  <a:gd name="T2" fmla="*/ 19 w 20"/>
                  <a:gd name="T3" fmla="*/ 0 h 21"/>
                  <a:gd name="T4" fmla="*/ 16 w 20"/>
                  <a:gd name="T5" fmla="*/ 1 h 21"/>
                  <a:gd name="T6" fmla="*/ 16 w 20"/>
                  <a:gd name="T7" fmla="*/ 1 h 21"/>
                  <a:gd name="T8" fmla="*/ 1 w 20"/>
                  <a:gd name="T9" fmla="*/ 17 h 21"/>
                  <a:gd name="T10" fmla="*/ 0 w 20"/>
                  <a:gd name="T11" fmla="*/ 19 h 21"/>
                  <a:gd name="T12" fmla="*/ 3 w 20"/>
                  <a:gd name="T13" fmla="*/ 20 h 21"/>
                  <a:gd name="T14" fmla="*/ 3 w 20"/>
                  <a:gd name="T15" fmla="*/ 20 h 21"/>
                  <a:gd name="T16" fmla="*/ 20 w 20"/>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20" y="3"/>
                    </a:moveTo>
                    <a:cubicBezTo>
                      <a:pt x="20" y="2"/>
                      <a:pt x="20" y="1"/>
                      <a:pt x="19" y="0"/>
                    </a:cubicBezTo>
                    <a:cubicBezTo>
                      <a:pt x="18" y="0"/>
                      <a:pt x="16" y="0"/>
                      <a:pt x="16" y="1"/>
                    </a:cubicBezTo>
                    <a:cubicBezTo>
                      <a:pt x="16" y="1"/>
                      <a:pt x="16" y="1"/>
                      <a:pt x="16" y="1"/>
                    </a:cubicBezTo>
                    <a:cubicBezTo>
                      <a:pt x="13" y="9"/>
                      <a:pt x="8" y="14"/>
                      <a:pt x="1" y="17"/>
                    </a:cubicBezTo>
                    <a:cubicBezTo>
                      <a:pt x="0" y="17"/>
                      <a:pt x="0" y="18"/>
                      <a:pt x="0" y="19"/>
                    </a:cubicBezTo>
                    <a:cubicBezTo>
                      <a:pt x="0" y="20"/>
                      <a:pt x="2" y="21"/>
                      <a:pt x="3" y="20"/>
                    </a:cubicBezTo>
                    <a:cubicBezTo>
                      <a:pt x="3" y="20"/>
                      <a:pt x="3" y="20"/>
                      <a:pt x="3" y="20"/>
                    </a:cubicBezTo>
                    <a:cubicBezTo>
                      <a:pt x="10" y="17"/>
                      <a:pt x="16" y="11"/>
                      <a:pt x="2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71" name="Freeform 52"/>
              <p:cNvSpPr>
                <a:spLocks/>
              </p:cNvSpPr>
              <p:nvPr/>
            </p:nvSpPr>
            <p:spPr bwMode="auto">
              <a:xfrm>
                <a:off x="2312988" y="5259388"/>
                <a:ext cx="109537" cy="112713"/>
              </a:xfrm>
              <a:custGeom>
                <a:avLst/>
                <a:gdLst>
                  <a:gd name="T0" fmla="*/ 27 w 29"/>
                  <a:gd name="T1" fmla="*/ 0 h 30"/>
                  <a:gd name="T2" fmla="*/ 25 w 29"/>
                  <a:gd name="T3" fmla="*/ 1 h 30"/>
                  <a:gd name="T4" fmla="*/ 1 w 29"/>
                  <a:gd name="T5" fmla="*/ 25 h 30"/>
                  <a:gd name="T6" fmla="*/ 0 w 29"/>
                  <a:gd name="T7" fmla="*/ 28 h 30"/>
                  <a:gd name="T8" fmla="*/ 3 w 29"/>
                  <a:gd name="T9" fmla="*/ 29 h 30"/>
                  <a:gd name="T10" fmla="*/ 3 w 29"/>
                  <a:gd name="T11" fmla="*/ 29 h 30"/>
                  <a:gd name="T12" fmla="*/ 29 w 29"/>
                  <a:gd name="T13" fmla="*/ 3 h 30"/>
                  <a:gd name="T14" fmla="*/ 27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7" y="0"/>
                    </a:moveTo>
                    <a:cubicBezTo>
                      <a:pt x="26" y="0"/>
                      <a:pt x="25" y="0"/>
                      <a:pt x="25" y="1"/>
                    </a:cubicBezTo>
                    <a:cubicBezTo>
                      <a:pt x="20" y="13"/>
                      <a:pt x="12" y="21"/>
                      <a:pt x="1" y="25"/>
                    </a:cubicBezTo>
                    <a:cubicBezTo>
                      <a:pt x="0" y="26"/>
                      <a:pt x="0" y="27"/>
                      <a:pt x="0" y="28"/>
                    </a:cubicBezTo>
                    <a:cubicBezTo>
                      <a:pt x="1" y="29"/>
                      <a:pt x="2" y="30"/>
                      <a:pt x="3" y="29"/>
                    </a:cubicBezTo>
                    <a:cubicBezTo>
                      <a:pt x="3" y="29"/>
                      <a:pt x="3" y="29"/>
                      <a:pt x="3" y="29"/>
                    </a:cubicBezTo>
                    <a:cubicBezTo>
                      <a:pt x="14" y="24"/>
                      <a:pt x="24" y="15"/>
                      <a:pt x="29" y="3"/>
                    </a:cubicBezTo>
                    <a:cubicBezTo>
                      <a:pt x="29" y="2"/>
                      <a:pt x="2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72" name="Freeform 53"/>
              <p:cNvSpPr>
                <a:spLocks/>
              </p:cNvSpPr>
              <p:nvPr/>
            </p:nvSpPr>
            <p:spPr bwMode="auto">
              <a:xfrm>
                <a:off x="2301875" y="5248276"/>
                <a:ext cx="93662" cy="93663"/>
              </a:xfrm>
              <a:custGeom>
                <a:avLst/>
                <a:gdLst>
                  <a:gd name="T0" fmla="*/ 23 w 25"/>
                  <a:gd name="T1" fmla="*/ 0 h 25"/>
                  <a:gd name="T2" fmla="*/ 20 w 25"/>
                  <a:gd name="T3" fmla="*/ 1 h 25"/>
                  <a:gd name="T4" fmla="*/ 1 w 25"/>
                  <a:gd name="T5" fmla="*/ 21 h 25"/>
                  <a:gd name="T6" fmla="*/ 1 w 25"/>
                  <a:gd name="T7" fmla="*/ 21 h 25"/>
                  <a:gd name="T8" fmla="*/ 0 w 25"/>
                  <a:gd name="T9" fmla="*/ 24 h 25"/>
                  <a:gd name="T10" fmla="*/ 3 w 25"/>
                  <a:gd name="T11" fmla="*/ 25 h 25"/>
                  <a:gd name="T12" fmla="*/ 3 w 25"/>
                  <a:gd name="T13" fmla="*/ 25 h 25"/>
                  <a:gd name="T14" fmla="*/ 24 w 25"/>
                  <a:gd name="T15" fmla="*/ 3 h 25"/>
                  <a:gd name="T16" fmla="*/ 23 w 25"/>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5">
                    <a:moveTo>
                      <a:pt x="23" y="0"/>
                    </a:moveTo>
                    <a:cubicBezTo>
                      <a:pt x="22" y="0"/>
                      <a:pt x="21" y="0"/>
                      <a:pt x="20" y="1"/>
                    </a:cubicBezTo>
                    <a:cubicBezTo>
                      <a:pt x="17" y="11"/>
                      <a:pt x="10" y="17"/>
                      <a:pt x="1" y="21"/>
                    </a:cubicBezTo>
                    <a:cubicBezTo>
                      <a:pt x="1" y="21"/>
                      <a:pt x="1" y="21"/>
                      <a:pt x="1" y="21"/>
                    </a:cubicBezTo>
                    <a:cubicBezTo>
                      <a:pt x="0" y="22"/>
                      <a:pt x="0" y="23"/>
                      <a:pt x="0" y="24"/>
                    </a:cubicBezTo>
                    <a:cubicBezTo>
                      <a:pt x="1" y="25"/>
                      <a:pt x="2" y="25"/>
                      <a:pt x="3" y="25"/>
                    </a:cubicBezTo>
                    <a:cubicBezTo>
                      <a:pt x="3" y="25"/>
                      <a:pt x="3" y="25"/>
                      <a:pt x="3" y="25"/>
                    </a:cubicBezTo>
                    <a:cubicBezTo>
                      <a:pt x="12" y="21"/>
                      <a:pt x="20" y="13"/>
                      <a:pt x="24" y="3"/>
                    </a:cubicBezTo>
                    <a:cubicBezTo>
                      <a:pt x="25" y="2"/>
                      <a:pt x="24" y="1"/>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73" name="Freeform 54"/>
              <p:cNvSpPr>
                <a:spLocks/>
              </p:cNvSpPr>
              <p:nvPr/>
            </p:nvSpPr>
            <p:spPr bwMode="auto">
              <a:xfrm>
                <a:off x="2139950" y="5089526"/>
                <a:ext cx="74612" cy="79375"/>
              </a:xfrm>
              <a:custGeom>
                <a:avLst/>
                <a:gdLst>
                  <a:gd name="T0" fmla="*/ 20 w 20"/>
                  <a:gd name="T1" fmla="*/ 2 h 21"/>
                  <a:gd name="T2" fmla="*/ 17 w 20"/>
                  <a:gd name="T3" fmla="*/ 1 h 21"/>
                  <a:gd name="T4" fmla="*/ 17 w 20"/>
                  <a:gd name="T5" fmla="*/ 1 h 21"/>
                  <a:gd name="T6" fmla="*/ 0 w 20"/>
                  <a:gd name="T7" fmla="*/ 18 h 21"/>
                  <a:gd name="T8" fmla="*/ 0 w 20"/>
                  <a:gd name="T9" fmla="*/ 18 h 21"/>
                  <a:gd name="T10" fmla="*/ 1 w 20"/>
                  <a:gd name="T11" fmla="*/ 21 h 21"/>
                  <a:gd name="T12" fmla="*/ 4 w 20"/>
                  <a:gd name="T13" fmla="*/ 20 h 21"/>
                  <a:gd name="T14" fmla="*/ 4 w 20"/>
                  <a:gd name="T15" fmla="*/ 20 h 21"/>
                  <a:gd name="T16" fmla="*/ 19 w 20"/>
                  <a:gd name="T17" fmla="*/ 4 h 21"/>
                  <a:gd name="T18" fmla="*/ 20 w 20"/>
                  <a:gd name="T1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1">
                    <a:moveTo>
                      <a:pt x="20" y="2"/>
                    </a:moveTo>
                    <a:cubicBezTo>
                      <a:pt x="20" y="1"/>
                      <a:pt x="18" y="0"/>
                      <a:pt x="17" y="1"/>
                    </a:cubicBezTo>
                    <a:cubicBezTo>
                      <a:pt x="17" y="1"/>
                      <a:pt x="17" y="1"/>
                      <a:pt x="17" y="1"/>
                    </a:cubicBezTo>
                    <a:cubicBezTo>
                      <a:pt x="10" y="4"/>
                      <a:pt x="4" y="10"/>
                      <a:pt x="0" y="18"/>
                    </a:cubicBezTo>
                    <a:cubicBezTo>
                      <a:pt x="0" y="18"/>
                      <a:pt x="0" y="18"/>
                      <a:pt x="0" y="18"/>
                    </a:cubicBezTo>
                    <a:cubicBezTo>
                      <a:pt x="0" y="19"/>
                      <a:pt x="0" y="20"/>
                      <a:pt x="1" y="21"/>
                    </a:cubicBezTo>
                    <a:cubicBezTo>
                      <a:pt x="2" y="21"/>
                      <a:pt x="4" y="21"/>
                      <a:pt x="4" y="20"/>
                    </a:cubicBezTo>
                    <a:cubicBezTo>
                      <a:pt x="4" y="20"/>
                      <a:pt x="4" y="20"/>
                      <a:pt x="4" y="20"/>
                    </a:cubicBezTo>
                    <a:cubicBezTo>
                      <a:pt x="7" y="12"/>
                      <a:pt x="12" y="7"/>
                      <a:pt x="19" y="4"/>
                    </a:cubicBezTo>
                    <a:cubicBezTo>
                      <a:pt x="20" y="4"/>
                      <a:pt x="20" y="3"/>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74" name="Freeform 55"/>
              <p:cNvSpPr>
                <a:spLocks/>
              </p:cNvSpPr>
              <p:nvPr/>
            </p:nvSpPr>
            <p:spPr bwMode="auto">
              <a:xfrm>
                <a:off x="2082800" y="5033963"/>
                <a:ext cx="109537" cy="112713"/>
              </a:xfrm>
              <a:custGeom>
                <a:avLst/>
                <a:gdLst>
                  <a:gd name="T0" fmla="*/ 29 w 29"/>
                  <a:gd name="T1" fmla="*/ 2 h 30"/>
                  <a:gd name="T2" fmla="*/ 26 w 29"/>
                  <a:gd name="T3" fmla="*/ 1 h 30"/>
                  <a:gd name="T4" fmla="*/ 26 w 29"/>
                  <a:gd name="T5" fmla="*/ 1 h 30"/>
                  <a:gd name="T6" fmla="*/ 0 w 29"/>
                  <a:gd name="T7" fmla="*/ 27 h 30"/>
                  <a:gd name="T8" fmla="*/ 2 w 29"/>
                  <a:gd name="T9" fmla="*/ 30 h 30"/>
                  <a:gd name="T10" fmla="*/ 4 w 29"/>
                  <a:gd name="T11" fmla="*/ 29 h 30"/>
                  <a:gd name="T12" fmla="*/ 28 w 29"/>
                  <a:gd name="T13" fmla="*/ 5 h 30"/>
                  <a:gd name="T14" fmla="*/ 29 w 29"/>
                  <a:gd name="T15" fmla="*/ 2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9" y="2"/>
                    </a:moveTo>
                    <a:cubicBezTo>
                      <a:pt x="28" y="1"/>
                      <a:pt x="27" y="0"/>
                      <a:pt x="26" y="1"/>
                    </a:cubicBezTo>
                    <a:cubicBezTo>
                      <a:pt x="26" y="1"/>
                      <a:pt x="26" y="1"/>
                      <a:pt x="26" y="1"/>
                    </a:cubicBezTo>
                    <a:cubicBezTo>
                      <a:pt x="15" y="6"/>
                      <a:pt x="5" y="15"/>
                      <a:pt x="0" y="27"/>
                    </a:cubicBezTo>
                    <a:cubicBezTo>
                      <a:pt x="0" y="28"/>
                      <a:pt x="1" y="29"/>
                      <a:pt x="2" y="30"/>
                    </a:cubicBezTo>
                    <a:cubicBezTo>
                      <a:pt x="3" y="30"/>
                      <a:pt x="4" y="30"/>
                      <a:pt x="4" y="29"/>
                    </a:cubicBezTo>
                    <a:cubicBezTo>
                      <a:pt x="9" y="17"/>
                      <a:pt x="17" y="9"/>
                      <a:pt x="28" y="5"/>
                    </a:cubicBezTo>
                    <a:cubicBezTo>
                      <a:pt x="29" y="4"/>
                      <a:pt x="29"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75" name="Freeform 56"/>
              <p:cNvSpPr>
                <a:spLocks/>
              </p:cNvSpPr>
              <p:nvPr/>
            </p:nvSpPr>
            <p:spPr bwMode="auto">
              <a:xfrm>
                <a:off x="2109788" y="5064126"/>
                <a:ext cx="93662" cy="93663"/>
              </a:xfrm>
              <a:custGeom>
                <a:avLst/>
                <a:gdLst>
                  <a:gd name="T0" fmla="*/ 24 w 25"/>
                  <a:gd name="T1" fmla="*/ 4 h 25"/>
                  <a:gd name="T2" fmla="*/ 25 w 25"/>
                  <a:gd name="T3" fmla="*/ 1 h 25"/>
                  <a:gd name="T4" fmla="*/ 22 w 25"/>
                  <a:gd name="T5" fmla="*/ 0 h 25"/>
                  <a:gd name="T6" fmla="*/ 22 w 25"/>
                  <a:gd name="T7" fmla="*/ 0 h 25"/>
                  <a:gd name="T8" fmla="*/ 1 w 25"/>
                  <a:gd name="T9" fmla="*/ 22 h 25"/>
                  <a:gd name="T10" fmla="*/ 2 w 25"/>
                  <a:gd name="T11" fmla="*/ 25 h 25"/>
                  <a:gd name="T12" fmla="*/ 5 w 25"/>
                  <a:gd name="T13" fmla="*/ 24 h 25"/>
                  <a:gd name="T14" fmla="*/ 24 w 25"/>
                  <a:gd name="T15" fmla="*/ 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24" y="4"/>
                    </a:moveTo>
                    <a:cubicBezTo>
                      <a:pt x="25" y="3"/>
                      <a:pt x="25" y="2"/>
                      <a:pt x="25" y="1"/>
                    </a:cubicBezTo>
                    <a:cubicBezTo>
                      <a:pt x="24" y="0"/>
                      <a:pt x="23" y="0"/>
                      <a:pt x="22" y="0"/>
                    </a:cubicBezTo>
                    <a:cubicBezTo>
                      <a:pt x="22" y="0"/>
                      <a:pt x="22" y="0"/>
                      <a:pt x="22" y="0"/>
                    </a:cubicBezTo>
                    <a:cubicBezTo>
                      <a:pt x="13" y="4"/>
                      <a:pt x="5" y="12"/>
                      <a:pt x="1" y="22"/>
                    </a:cubicBezTo>
                    <a:cubicBezTo>
                      <a:pt x="0" y="23"/>
                      <a:pt x="1" y="24"/>
                      <a:pt x="2" y="25"/>
                    </a:cubicBezTo>
                    <a:cubicBezTo>
                      <a:pt x="3" y="25"/>
                      <a:pt x="4" y="25"/>
                      <a:pt x="5" y="24"/>
                    </a:cubicBezTo>
                    <a:cubicBezTo>
                      <a:pt x="8" y="14"/>
                      <a:pt x="15" y="8"/>
                      <a:pt x="2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nvGrpSpPr>
            <p:cNvPr id="25" name="Group 24"/>
            <p:cNvGrpSpPr/>
            <p:nvPr/>
          </p:nvGrpSpPr>
          <p:grpSpPr>
            <a:xfrm>
              <a:off x="8806221" y="3987764"/>
              <a:ext cx="495300" cy="466725"/>
              <a:chOff x="1049338" y="4976813"/>
              <a:chExt cx="495300" cy="466725"/>
            </a:xfrm>
            <a:solidFill>
              <a:schemeClr val="bg1"/>
            </a:solidFill>
          </p:grpSpPr>
          <p:sp>
            <p:nvSpPr>
              <p:cNvPr id="65" name="Oval 57"/>
              <p:cNvSpPr>
                <a:spLocks noChangeArrowheads="1"/>
              </p:cNvSpPr>
              <p:nvPr/>
            </p:nvSpPr>
            <p:spPr bwMode="auto">
              <a:xfrm>
                <a:off x="1289050" y="5232401"/>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66" name="Freeform 58"/>
              <p:cNvSpPr>
                <a:spLocks noEditPoints="1"/>
              </p:cNvSpPr>
              <p:nvPr/>
            </p:nvSpPr>
            <p:spPr bwMode="auto">
              <a:xfrm>
                <a:off x="1049338" y="4976813"/>
                <a:ext cx="495300"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sp>
          <p:nvSpPr>
            <p:cNvPr id="26" name="Freeform 59"/>
            <p:cNvSpPr>
              <a:spLocks noEditPoints="1"/>
            </p:cNvSpPr>
            <p:nvPr/>
          </p:nvSpPr>
          <p:spPr bwMode="auto">
            <a:xfrm>
              <a:off x="10358746" y="1778001"/>
              <a:ext cx="481012" cy="482600"/>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27" name="Freeform 60"/>
            <p:cNvSpPr>
              <a:spLocks noEditPoints="1"/>
            </p:cNvSpPr>
            <p:nvPr/>
          </p:nvSpPr>
          <p:spPr bwMode="auto">
            <a:xfrm>
              <a:off x="5920091" y="2565323"/>
              <a:ext cx="485775" cy="482600"/>
            </a:xfrm>
            <a:custGeom>
              <a:avLst/>
              <a:gdLst>
                <a:gd name="T0" fmla="*/ 126 w 129"/>
                <a:gd name="T1" fmla="*/ 2 h 128"/>
                <a:gd name="T2" fmla="*/ 121 w 129"/>
                <a:gd name="T3" fmla="*/ 0 h 128"/>
                <a:gd name="T4" fmla="*/ 120 w 129"/>
                <a:gd name="T5" fmla="*/ 0 h 128"/>
                <a:gd name="T6" fmla="*/ 52 w 129"/>
                <a:gd name="T7" fmla="*/ 12 h 128"/>
                <a:gd name="T8" fmla="*/ 45 w 129"/>
                <a:gd name="T9" fmla="*/ 20 h 128"/>
                <a:gd name="T10" fmla="*/ 45 w 129"/>
                <a:gd name="T11" fmla="*/ 28 h 128"/>
                <a:gd name="T12" fmla="*/ 45 w 129"/>
                <a:gd name="T13" fmla="*/ 32 h 128"/>
                <a:gd name="T14" fmla="*/ 45 w 129"/>
                <a:gd name="T15" fmla="*/ 89 h 128"/>
                <a:gd name="T16" fmla="*/ 30 w 129"/>
                <a:gd name="T17" fmla="*/ 84 h 128"/>
                <a:gd name="T18" fmla="*/ 20 w 129"/>
                <a:gd name="T19" fmla="*/ 86 h 128"/>
                <a:gd name="T20" fmla="*/ 3 w 129"/>
                <a:gd name="T21" fmla="*/ 100 h 128"/>
                <a:gd name="T22" fmla="*/ 2 w 129"/>
                <a:gd name="T23" fmla="*/ 115 h 128"/>
                <a:gd name="T24" fmla="*/ 24 w 129"/>
                <a:gd name="T25" fmla="*/ 128 h 128"/>
                <a:gd name="T26" fmla="*/ 34 w 129"/>
                <a:gd name="T27" fmla="*/ 126 h 128"/>
                <a:gd name="T28" fmla="*/ 51 w 129"/>
                <a:gd name="T29" fmla="*/ 112 h 128"/>
                <a:gd name="T30" fmla="*/ 53 w 129"/>
                <a:gd name="T31" fmla="*/ 104 h 128"/>
                <a:gd name="T32" fmla="*/ 53 w 129"/>
                <a:gd name="T33" fmla="*/ 104 h 128"/>
                <a:gd name="T34" fmla="*/ 53 w 129"/>
                <a:gd name="T35" fmla="*/ 40 h 128"/>
                <a:gd name="T36" fmla="*/ 54 w 129"/>
                <a:gd name="T37" fmla="*/ 40 h 128"/>
                <a:gd name="T38" fmla="*/ 121 w 129"/>
                <a:gd name="T39" fmla="*/ 28 h 128"/>
                <a:gd name="T40" fmla="*/ 121 w 129"/>
                <a:gd name="T41" fmla="*/ 77 h 128"/>
                <a:gd name="T42" fmla="*/ 106 w 129"/>
                <a:gd name="T43" fmla="*/ 72 h 128"/>
                <a:gd name="T44" fmla="*/ 96 w 129"/>
                <a:gd name="T45" fmla="*/ 74 h 128"/>
                <a:gd name="T46" fmla="*/ 79 w 129"/>
                <a:gd name="T47" fmla="*/ 88 h 128"/>
                <a:gd name="T48" fmla="*/ 78 w 129"/>
                <a:gd name="T49" fmla="*/ 103 h 128"/>
                <a:gd name="T50" fmla="*/ 100 w 129"/>
                <a:gd name="T51" fmla="*/ 116 h 128"/>
                <a:gd name="T52" fmla="*/ 110 w 129"/>
                <a:gd name="T53" fmla="*/ 114 h 128"/>
                <a:gd name="T54" fmla="*/ 127 w 129"/>
                <a:gd name="T55" fmla="*/ 100 h 128"/>
                <a:gd name="T56" fmla="*/ 129 w 129"/>
                <a:gd name="T57" fmla="*/ 92 h 128"/>
                <a:gd name="T58" fmla="*/ 129 w 129"/>
                <a:gd name="T59" fmla="*/ 92 h 128"/>
                <a:gd name="T60" fmla="*/ 129 w 129"/>
                <a:gd name="T61" fmla="*/ 20 h 128"/>
                <a:gd name="T62" fmla="*/ 129 w 129"/>
                <a:gd name="T63" fmla="*/ 16 h 128"/>
                <a:gd name="T64" fmla="*/ 129 w 129"/>
                <a:gd name="T65" fmla="*/ 8 h 128"/>
                <a:gd name="T66" fmla="*/ 126 w 129"/>
                <a:gd name="T67" fmla="*/ 2 h 128"/>
                <a:gd name="T68" fmla="*/ 32 w 129"/>
                <a:gd name="T69" fmla="*/ 119 h 128"/>
                <a:gd name="T70" fmla="*/ 10 w 129"/>
                <a:gd name="T71" fmla="*/ 112 h 128"/>
                <a:gd name="T72" fmla="*/ 22 w 129"/>
                <a:gd name="T73" fmla="*/ 93 h 128"/>
                <a:gd name="T74" fmla="*/ 44 w 129"/>
                <a:gd name="T75" fmla="*/ 100 h 128"/>
                <a:gd name="T76" fmla="*/ 32 w 129"/>
                <a:gd name="T77" fmla="*/ 119 h 128"/>
                <a:gd name="T78" fmla="*/ 108 w 129"/>
                <a:gd name="T79" fmla="*/ 107 h 128"/>
                <a:gd name="T80" fmla="*/ 85 w 129"/>
                <a:gd name="T81" fmla="*/ 100 h 128"/>
                <a:gd name="T82" fmla="*/ 98 w 129"/>
                <a:gd name="T83" fmla="*/ 81 h 128"/>
                <a:gd name="T84" fmla="*/ 120 w 129"/>
                <a:gd name="T85" fmla="*/ 88 h 128"/>
                <a:gd name="T86" fmla="*/ 108 w 129"/>
                <a:gd name="T87" fmla="*/ 107 h 128"/>
                <a:gd name="T88" fmla="*/ 121 w 129"/>
                <a:gd name="T89" fmla="*/ 20 h 128"/>
                <a:gd name="T90" fmla="*/ 53 w 129"/>
                <a:gd name="T91" fmla="*/ 32 h 128"/>
                <a:gd name="T92" fmla="*/ 53 w 129"/>
                <a:gd name="T93" fmla="*/ 28 h 128"/>
                <a:gd name="T94" fmla="*/ 53 w 129"/>
                <a:gd name="T95" fmla="*/ 20 h 128"/>
                <a:gd name="T96" fmla="*/ 121 w 129"/>
                <a:gd name="T97" fmla="*/ 8 h 128"/>
                <a:gd name="T98" fmla="*/ 121 w 129"/>
                <a:gd name="T99" fmla="*/ 16 h 128"/>
                <a:gd name="T100" fmla="*/ 121 w 129"/>
                <a:gd name="T101" fmla="*/ 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28">
                  <a:moveTo>
                    <a:pt x="126" y="2"/>
                  </a:moveTo>
                  <a:cubicBezTo>
                    <a:pt x="125" y="1"/>
                    <a:pt x="123" y="0"/>
                    <a:pt x="121" y="0"/>
                  </a:cubicBezTo>
                  <a:cubicBezTo>
                    <a:pt x="121" y="0"/>
                    <a:pt x="120" y="0"/>
                    <a:pt x="120" y="0"/>
                  </a:cubicBezTo>
                  <a:cubicBezTo>
                    <a:pt x="52" y="12"/>
                    <a:pt x="52" y="12"/>
                    <a:pt x="52" y="12"/>
                  </a:cubicBezTo>
                  <a:cubicBezTo>
                    <a:pt x="48" y="13"/>
                    <a:pt x="45" y="16"/>
                    <a:pt x="45" y="20"/>
                  </a:cubicBezTo>
                  <a:cubicBezTo>
                    <a:pt x="45" y="28"/>
                    <a:pt x="45" y="28"/>
                    <a:pt x="45" y="28"/>
                  </a:cubicBezTo>
                  <a:cubicBezTo>
                    <a:pt x="45" y="32"/>
                    <a:pt x="45" y="32"/>
                    <a:pt x="45" y="32"/>
                  </a:cubicBezTo>
                  <a:cubicBezTo>
                    <a:pt x="45" y="89"/>
                    <a:pt x="45" y="89"/>
                    <a:pt x="45" y="89"/>
                  </a:cubicBezTo>
                  <a:cubicBezTo>
                    <a:pt x="41" y="86"/>
                    <a:pt x="36" y="84"/>
                    <a:pt x="30" y="84"/>
                  </a:cubicBezTo>
                  <a:cubicBezTo>
                    <a:pt x="26" y="84"/>
                    <a:pt x="23" y="85"/>
                    <a:pt x="20" y="86"/>
                  </a:cubicBezTo>
                  <a:cubicBezTo>
                    <a:pt x="12" y="88"/>
                    <a:pt x="6" y="93"/>
                    <a:pt x="3" y="100"/>
                  </a:cubicBezTo>
                  <a:cubicBezTo>
                    <a:pt x="1" y="104"/>
                    <a:pt x="0" y="110"/>
                    <a:pt x="2" y="115"/>
                  </a:cubicBezTo>
                  <a:cubicBezTo>
                    <a:pt x="5" y="123"/>
                    <a:pt x="14" y="128"/>
                    <a:pt x="24" y="128"/>
                  </a:cubicBezTo>
                  <a:cubicBezTo>
                    <a:pt x="28" y="128"/>
                    <a:pt x="31" y="127"/>
                    <a:pt x="34" y="126"/>
                  </a:cubicBezTo>
                  <a:cubicBezTo>
                    <a:pt x="42" y="124"/>
                    <a:pt x="48" y="119"/>
                    <a:pt x="51" y="112"/>
                  </a:cubicBezTo>
                  <a:cubicBezTo>
                    <a:pt x="52" y="110"/>
                    <a:pt x="53" y="107"/>
                    <a:pt x="53" y="104"/>
                  </a:cubicBezTo>
                  <a:cubicBezTo>
                    <a:pt x="53" y="104"/>
                    <a:pt x="53" y="104"/>
                    <a:pt x="53" y="104"/>
                  </a:cubicBezTo>
                  <a:cubicBezTo>
                    <a:pt x="53" y="40"/>
                    <a:pt x="53" y="40"/>
                    <a:pt x="53" y="40"/>
                  </a:cubicBezTo>
                  <a:cubicBezTo>
                    <a:pt x="53" y="40"/>
                    <a:pt x="54" y="40"/>
                    <a:pt x="54" y="40"/>
                  </a:cubicBezTo>
                  <a:cubicBezTo>
                    <a:pt x="121" y="28"/>
                    <a:pt x="121" y="28"/>
                    <a:pt x="121" y="28"/>
                  </a:cubicBezTo>
                  <a:cubicBezTo>
                    <a:pt x="121" y="77"/>
                    <a:pt x="121" y="77"/>
                    <a:pt x="121" y="77"/>
                  </a:cubicBezTo>
                  <a:cubicBezTo>
                    <a:pt x="117" y="74"/>
                    <a:pt x="112" y="72"/>
                    <a:pt x="106" y="72"/>
                  </a:cubicBezTo>
                  <a:cubicBezTo>
                    <a:pt x="102" y="72"/>
                    <a:pt x="99" y="73"/>
                    <a:pt x="96" y="74"/>
                  </a:cubicBezTo>
                  <a:cubicBezTo>
                    <a:pt x="88" y="76"/>
                    <a:pt x="82" y="81"/>
                    <a:pt x="79" y="88"/>
                  </a:cubicBezTo>
                  <a:cubicBezTo>
                    <a:pt x="77" y="92"/>
                    <a:pt x="76" y="98"/>
                    <a:pt x="78" y="103"/>
                  </a:cubicBezTo>
                  <a:cubicBezTo>
                    <a:pt x="81" y="111"/>
                    <a:pt x="90" y="116"/>
                    <a:pt x="100" y="116"/>
                  </a:cubicBezTo>
                  <a:cubicBezTo>
                    <a:pt x="104" y="116"/>
                    <a:pt x="107" y="115"/>
                    <a:pt x="110" y="114"/>
                  </a:cubicBezTo>
                  <a:cubicBezTo>
                    <a:pt x="118" y="112"/>
                    <a:pt x="124" y="107"/>
                    <a:pt x="127" y="100"/>
                  </a:cubicBezTo>
                  <a:cubicBezTo>
                    <a:pt x="128" y="98"/>
                    <a:pt x="129" y="95"/>
                    <a:pt x="129" y="92"/>
                  </a:cubicBezTo>
                  <a:cubicBezTo>
                    <a:pt x="129" y="92"/>
                    <a:pt x="129" y="92"/>
                    <a:pt x="129" y="92"/>
                  </a:cubicBezTo>
                  <a:cubicBezTo>
                    <a:pt x="129" y="20"/>
                    <a:pt x="129" y="20"/>
                    <a:pt x="129" y="20"/>
                  </a:cubicBezTo>
                  <a:cubicBezTo>
                    <a:pt x="129" y="16"/>
                    <a:pt x="129" y="16"/>
                    <a:pt x="129" y="16"/>
                  </a:cubicBezTo>
                  <a:cubicBezTo>
                    <a:pt x="129" y="8"/>
                    <a:pt x="129" y="8"/>
                    <a:pt x="129" y="8"/>
                  </a:cubicBezTo>
                  <a:cubicBezTo>
                    <a:pt x="129" y="6"/>
                    <a:pt x="128" y="3"/>
                    <a:pt x="126" y="2"/>
                  </a:cubicBezTo>
                  <a:close/>
                  <a:moveTo>
                    <a:pt x="32" y="119"/>
                  </a:moveTo>
                  <a:cubicBezTo>
                    <a:pt x="22" y="122"/>
                    <a:pt x="12" y="119"/>
                    <a:pt x="10" y="112"/>
                  </a:cubicBezTo>
                  <a:cubicBezTo>
                    <a:pt x="7" y="105"/>
                    <a:pt x="13" y="96"/>
                    <a:pt x="22" y="93"/>
                  </a:cubicBezTo>
                  <a:cubicBezTo>
                    <a:pt x="32" y="90"/>
                    <a:pt x="42" y="93"/>
                    <a:pt x="44" y="100"/>
                  </a:cubicBezTo>
                  <a:cubicBezTo>
                    <a:pt x="47" y="107"/>
                    <a:pt x="41" y="116"/>
                    <a:pt x="32" y="119"/>
                  </a:cubicBezTo>
                  <a:close/>
                  <a:moveTo>
                    <a:pt x="108" y="107"/>
                  </a:moveTo>
                  <a:cubicBezTo>
                    <a:pt x="98" y="110"/>
                    <a:pt x="88" y="107"/>
                    <a:pt x="85" y="100"/>
                  </a:cubicBezTo>
                  <a:cubicBezTo>
                    <a:pt x="83" y="93"/>
                    <a:pt x="88" y="84"/>
                    <a:pt x="98" y="81"/>
                  </a:cubicBezTo>
                  <a:cubicBezTo>
                    <a:pt x="108" y="78"/>
                    <a:pt x="118" y="81"/>
                    <a:pt x="120" y="88"/>
                  </a:cubicBezTo>
                  <a:cubicBezTo>
                    <a:pt x="123" y="95"/>
                    <a:pt x="117" y="104"/>
                    <a:pt x="108" y="107"/>
                  </a:cubicBezTo>
                  <a:close/>
                  <a:moveTo>
                    <a:pt x="121" y="20"/>
                  </a:moveTo>
                  <a:cubicBezTo>
                    <a:pt x="53" y="32"/>
                    <a:pt x="53" y="32"/>
                    <a:pt x="53" y="32"/>
                  </a:cubicBezTo>
                  <a:cubicBezTo>
                    <a:pt x="53" y="28"/>
                    <a:pt x="53" y="28"/>
                    <a:pt x="53" y="28"/>
                  </a:cubicBezTo>
                  <a:cubicBezTo>
                    <a:pt x="53" y="20"/>
                    <a:pt x="53" y="20"/>
                    <a:pt x="53" y="20"/>
                  </a:cubicBezTo>
                  <a:cubicBezTo>
                    <a:pt x="121" y="8"/>
                    <a:pt x="121" y="8"/>
                    <a:pt x="121" y="8"/>
                  </a:cubicBezTo>
                  <a:cubicBezTo>
                    <a:pt x="121" y="16"/>
                    <a:pt x="121" y="16"/>
                    <a:pt x="121" y="16"/>
                  </a:cubicBezTo>
                  <a:lnTo>
                    <a:pt x="121" y="2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nvGrpSpPr>
            <p:cNvPr id="28" name="Group 27"/>
            <p:cNvGrpSpPr/>
            <p:nvPr/>
          </p:nvGrpSpPr>
          <p:grpSpPr>
            <a:xfrm>
              <a:off x="8355201" y="767514"/>
              <a:ext cx="422275" cy="482600"/>
              <a:chOff x="2041525" y="3035301"/>
              <a:chExt cx="422275" cy="482600"/>
            </a:xfrm>
            <a:solidFill>
              <a:schemeClr val="bg1"/>
            </a:solidFill>
          </p:grpSpPr>
          <p:sp>
            <p:nvSpPr>
              <p:cNvPr id="61" name="Freeform 61"/>
              <p:cNvSpPr>
                <a:spLocks noEditPoints="1"/>
              </p:cNvSpPr>
              <p:nvPr/>
            </p:nvSpPr>
            <p:spPr bwMode="auto">
              <a:xfrm>
                <a:off x="2041525" y="3035301"/>
                <a:ext cx="422275" cy="482600"/>
              </a:xfrm>
              <a:custGeom>
                <a:avLst/>
                <a:gdLst>
                  <a:gd name="T0" fmla="*/ 56 w 112"/>
                  <a:gd name="T1" fmla="*/ 0 h 128"/>
                  <a:gd name="T2" fmla="*/ 0 w 112"/>
                  <a:gd name="T3" fmla="*/ 26 h 128"/>
                  <a:gd name="T4" fmla="*/ 0 w 112"/>
                  <a:gd name="T5" fmla="*/ 102 h 128"/>
                  <a:gd name="T6" fmla="*/ 56 w 112"/>
                  <a:gd name="T7" fmla="*/ 128 h 128"/>
                  <a:gd name="T8" fmla="*/ 112 w 112"/>
                  <a:gd name="T9" fmla="*/ 102 h 128"/>
                  <a:gd name="T10" fmla="*/ 112 w 112"/>
                  <a:gd name="T11" fmla="*/ 26 h 128"/>
                  <a:gd name="T12" fmla="*/ 56 w 112"/>
                  <a:gd name="T13" fmla="*/ 0 h 128"/>
                  <a:gd name="T14" fmla="*/ 104 w 112"/>
                  <a:gd name="T15" fmla="*/ 102 h 128"/>
                  <a:gd name="T16" fmla="*/ 56 w 112"/>
                  <a:gd name="T17" fmla="*/ 120 h 128"/>
                  <a:gd name="T18" fmla="*/ 8 w 112"/>
                  <a:gd name="T19" fmla="*/ 102 h 128"/>
                  <a:gd name="T20" fmla="*/ 8 w 112"/>
                  <a:gd name="T21" fmla="*/ 87 h 128"/>
                  <a:gd name="T22" fmla="*/ 56 w 112"/>
                  <a:gd name="T23" fmla="*/ 100 h 128"/>
                  <a:gd name="T24" fmla="*/ 104 w 112"/>
                  <a:gd name="T25" fmla="*/ 87 h 128"/>
                  <a:gd name="T26" fmla="*/ 104 w 112"/>
                  <a:gd name="T27" fmla="*/ 102 h 128"/>
                  <a:gd name="T28" fmla="*/ 104 w 112"/>
                  <a:gd name="T29" fmla="*/ 78 h 128"/>
                  <a:gd name="T30" fmla="*/ 104 w 112"/>
                  <a:gd name="T31" fmla="*/ 78 h 128"/>
                  <a:gd name="T32" fmla="*/ 104 w 112"/>
                  <a:gd name="T33" fmla="*/ 78 h 128"/>
                  <a:gd name="T34" fmla="*/ 56 w 112"/>
                  <a:gd name="T35" fmla="*/ 96 h 128"/>
                  <a:gd name="T36" fmla="*/ 8 w 112"/>
                  <a:gd name="T37" fmla="*/ 78 h 128"/>
                  <a:gd name="T38" fmla="*/ 8 w 112"/>
                  <a:gd name="T39" fmla="*/ 78 h 128"/>
                  <a:gd name="T40" fmla="*/ 8 w 112"/>
                  <a:gd name="T41" fmla="*/ 78 h 128"/>
                  <a:gd name="T42" fmla="*/ 8 w 112"/>
                  <a:gd name="T43" fmla="*/ 63 h 128"/>
                  <a:gd name="T44" fmla="*/ 56 w 112"/>
                  <a:gd name="T45" fmla="*/ 76 h 128"/>
                  <a:gd name="T46" fmla="*/ 104 w 112"/>
                  <a:gd name="T47" fmla="*/ 63 h 128"/>
                  <a:gd name="T48" fmla="*/ 104 w 112"/>
                  <a:gd name="T49" fmla="*/ 78 h 128"/>
                  <a:gd name="T50" fmla="*/ 104 w 112"/>
                  <a:gd name="T51" fmla="*/ 54 h 128"/>
                  <a:gd name="T52" fmla="*/ 104 w 112"/>
                  <a:gd name="T53" fmla="*/ 54 h 128"/>
                  <a:gd name="T54" fmla="*/ 104 w 112"/>
                  <a:gd name="T55" fmla="*/ 54 h 128"/>
                  <a:gd name="T56" fmla="*/ 56 w 112"/>
                  <a:gd name="T57" fmla="*/ 72 h 128"/>
                  <a:gd name="T58" fmla="*/ 8 w 112"/>
                  <a:gd name="T59" fmla="*/ 54 h 128"/>
                  <a:gd name="T60" fmla="*/ 8 w 112"/>
                  <a:gd name="T61" fmla="*/ 54 h 128"/>
                  <a:gd name="T62" fmla="*/ 8 w 112"/>
                  <a:gd name="T63" fmla="*/ 54 h 128"/>
                  <a:gd name="T64" fmla="*/ 8 w 112"/>
                  <a:gd name="T65" fmla="*/ 40 h 128"/>
                  <a:gd name="T66" fmla="*/ 56 w 112"/>
                  <a:gd name="T67" fmla="*/ 52 h 128"/>
                  <a:gd name="T68" fmla="*/ 104 w 112"/>
                  <a:gd name="T69" fmla="*/ 40 h 128"/>
                  <a:gd name="T70" fmla="*/ 104 w 112"/>
                  <a:gd name="T71" fmla="*/ 54 h 128"/>
                  <a:gd name="T72" fmla="*/ 56 w 112"/>
                  <a:gd name="T73" fmla="*/ 44 h 128"/>
                  <a:gd name="T74" fmla="*/ 8 w 112"/>
                  <a:gd name="T75" fmla="*/ 26 h 128"/>
                  <a:gd name="T76" fmla="*/ 56 w 112"/>
                  <a:gd name="T77" fmla="*/ 8 h 128"/>
                  <a:gd name="T78" fmla="*/ 104 w 112"/>
                  <a:gd name="T79" fmla="*/ 26 h 128"/>
                  <a:gd name="T80" fmla="*/ 56 w 112"/>
                  <a:gd name="T81" fmla="*/ 4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2" h="128">
                    <a:moveTo>
                      <a:pt x="56" y="0"/>
                    </a:moveTo>
                    <a:cubicBezTo>
                      <a:pt x="29" y="0"/>
                      <a:pt x="0" y="8"/>
                      <a:pt x="0" y="26"/>
                    </a:cubicBezTo>
                    <a:cubicBezTo>
                      <a:pt x="0" y="102"/>
                      <a:pt x="0" y="102"/>
                      <a:pt x="0" y="102"/>
                    </a:cubicBezTo>
                    <a:cubicBezTo>
                      <a:pt x="0" y="120"/>
                      <a:pt x="29" y="128"/>
                      <a:pt x="56" y="128"/>
                    </a:cubicBezTo>
                    <a:cubicBezTo>
                      <a:pt x="83" y="128"/>
                      <a:pt x="112" y="120"/>
                      <a:pt x="112" y="102"/>
                    </a:cubicBezTo>
                    <a:cubicBezTo>
                      <a:pt x="112" y="26"/>
                      <a:pt x="112" y="26"/>
                      <a:pt x="112" y="26"/>
                    </a:cubicBezTo>
                    <a:cubicBezTo>
                      <a:pt x="112" y="8"/>
                      <a:pt x="83" y="0"/>
                      <a:pt x="56" y="0"/>
                    </a:cubicBezTo>
                    <a:close/>
                    <a:moveTo>
                      <a:pt x="104" y="102"/>
                    </a:moveTo>
                    <a:cubicBezTo>
                      <a:pt x="104" y="112"/>
                      <a:pt x="83" y="120"/>
                      <a:pt x="56" y="120"/>
                    </a:cubicBezTo>
                    <a:cubicBezTo>
                      <a:pt x="29" y="120"/>
                      <a:pt x="8" y="112"/>
                      <a:pt x="8" y="102"/>
                    </a:cubicBezTo>
                    <a:cubicBezTo>
                      <a:pt x="8" y="87"/>
                      <a:pt x="8" y="87"/>
                      <a:pt x="8" y="87"/>
                    </a:cubicBezTo>
                    <a:cubicBezTo>
                      <a:pt x="16" y="96"/>
                      <a:pt x="36" y="100"/>
                      <a:pt x="56" y="100"/>
                    </a:cubicBezTo>
                    <a:cubicBezTo>
                      <a:pt x="76" y="100"/>
                      <a:pt x="96" y="96"/>
                      <a:pt x="104" y="87"/>
                    </a:cubicBezTo>
                    <a:lnTo>
                      <a:pt x="104" y="102"/>
                    </a:lnTo>
                    <a:close/>
                    <a:moveTo>
                      <a:pt x="104" y="78"/>
                    </a:moveTo>
                    <a:cubicBezTo>
                      <a:pt x="104" y="78"/>
                      <a:pt x="104" y="78"/>
                      <a:pt x="104" y="78"/>
                    </a:cubicBezTo>
                    <a:cubicBezTo>
                      <a:pt x="104" y="78"/>
                      <a:pt x="104" y="78"/>
                      <a:pt x="104" y="78"/>
                    </a:cubicBezTo>
                    <a:cubicBezTo>
                      <a:pt x="104" y="88"/>
                      <a:pt x="83" y="96"/>
                      <a:pt x="56" y="96"/>
                    </a:cubicBezTo>
                    <a:cubicBezTo>
                      <a:pt x="29" y="96"/>
                      <a:pt x="8" y="88"/>
                      <a:pt x="8" y="78"/>
                    </a:cubicBezTo>
                    <a:cubicBezTo>
                      <a:pt x="8" y="78"/>
                      <a:pt x="8" y="78"/>
                      <a:pt x="8" y="78"/>
                    </a:cubicBezTo>
                    <a:cubicBezTo>
                      <a:pt x="8" y="78"/>
                      <a:pt x="8" y="78"/>
                      <a:pt x="8" y="78"/>
                    </a:cubicBezTo>
                    <a:cubicBezTo>
                      <a:pt x="8" y="63"/>
                      <a:pt x="8" y="63"/>
                      <a:pt x="8" y="63"/>
                    </a:cubicBezTo>
                    <a:cubicBezTo>
                      <a:pt x="16" y="72"/>
                      <a:pt x="36" y="76"/>
                      <a:pt x="56" y="76"/>
                    </a:cubicBezTo>
                    <a:cubicBezTo>
                      <a:pt x="76" y="76"/>
                      <a:pt x="96" y="72"/>
                      <a:pt x="104" y="63"/>
                    </a:cubicBezTo>
                    <a:lnTo>
                      <a:pt x="104" y="78"/>
                    </a:lnTo>
                    <a:close/>
                    <a:moveTo>
                      <a:pt x="104" y="54"/>
                    </a:moveTo>
                    <a:cubicBezTo>
                      <a:pt x="104" y="54"/>
                      <a:pt x="104" y="54"/>
                      <a:pt x="104" y="54"/>
                    </a:cubicBezTo>
                    <a:cubicBezTo>
                      <a:pt x="104" y="54"/>
                      <a:pt x="104" y="54"/>
                      <a:pt x="104" y="54"/>
                    </a:cubicBezTo>
                    <a:cubicBezTo>
                      <a:pt x="104" y="64"/>
                      <a:pt x="83" y="72"/>
                      <a:pt x="56" y="72"/>
                    </a:cubicBezTo>
                    <a:cubicBezTo>
                      <a:pt x="29" y="72"/>
                      <a:pt x="8" y="64"/>
                      <a:pt x="8" y="54"/>
                    </a:cubicBezTo>
                    <a:cubicBezTo>
                      <a:pt x="8" y="54"/>
                      <a:pt x="8" y="54"/>
                      <a:pt x="8" y="54"/>
                    </a:cubicBezTo>
                    <a:cubicBezTo>
                      <a:pt x="8" y="54"/>
                      <a:pt x="8" y="54"/>
                      <a:pt x="8" y="54"/>
                    </a:cubicBezTo>
                    <a:cubicBezTo>
                      <a:pt x="8" y="40"/>
                      <a:pt x="8" y="40"/>
                      <a:pt x="8" y="40"/>
                    </a:cubicBezTo>
                    <a:cubicBezTo>
                      <a:pt x="18" y="48"/>
                      <a:pt x="38" y="52"/>
                      <a:pt x="56" y="52"/>
                    </a:cubicBezTo>
                    <a:cubicBezTo>
                      <a:pt x="74" y="52"/>
                      <a:pt x="94" y="48"/>
                      <a:pt x="104" y="40"/>
                    </a:cubicBezTo>
                    <a:lnTo>
                      <a:pt x="104" y="54"/>
                    </a:lnTo>
                    <a:close/>
                    <a:moveTo>
                      <a:pt x="56" y="44"/>
                    </a:moveTo>
                    <a:cubicBezTo>
                      <a:pt x="29" y="44"/>
                      <a:pt x="8" y="36"/>
                      <a:pt x="8" y="26"/>
                    </a:cubicBezTo>
                    <a:cubicBezTo>
                      <a:pt x="8" y="16"/>
                      <a:pt x="29" y="8"/>
                      <a:pt x="56" y="8"/>
                    </a:cubicBezTo>
                    <a:cubicBezTo>
                      <a:pt x="83" y="8"/>
                      <a:pt x="104" y="16"/>
                      <a:pt x="104" y="26"/>
                    </a:cubicBezTo>
                    <a:cubicBezTo>
                      <a:pt x="104" y="36"/>
                      <a:pt x="83" y="44"/>
                      <a:pt x="5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62" name="Oval 62"/>
              <p:cNvSpPr>
                <a:spLocks noChangeArrowheads="1"/>
              </p:cNvSpPr>
              <p:nvPr/>
            </p:nvSpPr>
            <p:spPr bwMode="auto">
              <a:xfrm>
                <a:off x="2373313" y="3411538"/>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63" name="Oval 63"/>
              <p:cNvSpPr>
                <a:spLocks noChangeArrowheads="1"/>
              </p:cNvSpPr>
              <p:nvPr/>
            </p:nvSpPr>
            <p:spPr bwMode="auto">
              <a:xfrm>
                <a:off x="2373313" y="332105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64" name="Oval 64"/>
              <p:cNvSpPr>
                <a:spLocks noChangeArrowheads="1"/>
              </p:cNvSpPr>
              <p:nvPr/>
            </p:nvSpPr>
            <p:spPr bwMode="auto">
              <a:xfrm>
                <a:off x="2373313" y="323056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nvGrpSpPr>
            <p:cNvPr id="29" name="Group 28"/>
            <p:cNvGrpSpPr/>
            <p:nvPr/>
          </p:nvGrpSpPr>
          <p:grpSpPr>
            <a:xfrm>
              <a:off x="10224381" y="3967559"/>
              <a:ext cx="488950" cy="482600"/>
              <a:chOff x="1044576" y="3035301"/>
              <a:chExt cx="488950" cy="482600"/>
            </a:xfrm>
            <a:solidFill>
              <a:schemeClr val="bg1"/>
            </a:solidFill>
          </p:grpSpPr>
          <p:sp>
            <p:nvSpPr>
              <p:cNvPr id="57" name="Freeform 65"/>
              <p:cNvSpPr>
                <a:spLocks noEditPoints="1"/>
              </p:cNvSpPr>
              <p:nvPr/>
            </p:nvSpPr>
            <p:spPr bwMode="auto">
              <a:xfrm>
                <a:off x="1044576" y="3035301"/>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8" name="Freeform 66"/>
              <p:cNvSpPr>
                <a:spLocks noEditPoints="1"/>
              </p:cNvSpPr>
              <p:nvPr/>
            </p:nvSpPr>
            <p:spPr bwMode="auto">
              <a:xfrm>
                <a:off x="1222375" y="3205163"/>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9" name="Freeform 67"/>
              <p:cNvSpPr>
                <a:spLocks/>
              </p:cNvSpPr>
              <p:nvPr/>
            </p:nvSpPr>
            <p:spPr bwMode="auto">
              <a:xfrm>
                <a:off x="1211263" y="3367088"/>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60" name="Freeform 68"/>
              <p:cNvSpPr>
                <a:spLocks/>
              </p:cNvSpPr>
              <p:nvPr/>
            </p:nvSpPr>
            <p:spPr bwMode="auto">
              <a:xfrm>
                <a:off x="1296988" y="3111501"/>
                <a:ext cx="74612"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nvGrpSpPr>
            <p:cNvPr id="30" name="Group 29"/>
            <p:cNvGrpSpPr/>
            <p:nvPr/>
          </p:nvGrpSpPr>
          <p:grpSpPr>
            <a:xfrm>
              <a:off x="7197315" y="3405112"/>
              <a:ext cx="331787" cy="482600"/>
              <a:chOff x="4029075" y="2071688"/>
              <a:chExt cx="331787" cy="482600"/>
            </a:xfrm>
            <a:solidFill>
              <a:schemeClr val="bg1"/>
            </a:solidFill>
          </p:grpSpPr>
          <p:sp>
            <p:nvSpPr>
              <p:cNvPr id="48" name="Oval 69"/>
              <p:cNvSpPr>
                <a:spLocks noChangeArrowheads="1"/>
              </p:cNvSpPr>
              <p:nvPr/>
            </p:nvSpPr>
            <p:spPr bwMode="auto">
              <a:xfrm>
                <a:off x="4164013" y="220821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9" name="Oval 70"/>
              <p:cNvSpPr>
                <a:spLocks noChangeArrowheads="1"/>
              </p:cNvSpPr>
              <p:nvPr/>
            </p:nvSpPr>
            <p:spPr bwMode="auto">
              <a:xfrm>
                <a:off x="4164013" y="2389188"/>
                <a:ext cx="30162" cy="28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0" name="Oval 71"/>
              <p:cNvSpPr>
                <a:spLocks noChangeArrowheads="1"/>
              </p:cNvSpPr>
              <p:nvPr/>
            </p:nvSpPr>
            <p:spPr bwMode="auto">
              <a:xfrm>
                <a:off x="4073525"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1" name="Oval 72"/>
              <p:cNvSpPr>
                <a:spLocks noChangeArrowheads="1"/>
              </p:cNvSpPr>
              <p:nvPr/>
            </p:nvSpPr>
            <p:spPr bwMode="auto">
              <a:xfrm>
                <a:off x="4254500"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2" name="Freeform 73"/>
              <p:cNvSpPr>
                <a:spLocks/>
              </p:cNvSpPr>
              <p:nvPr/>
            </p:nvSpPr>
            <p:spPr bwMode="auto">
              <a:xfrm>
                <a:off x="4100513"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3" name="Freeform 74"/>
              <p:cNvSpPr>
                <a:spLocks/>
              </p:cNvSpPr>
              <p:nvPr/>
            </p:nvSpPr>
            <p:spPr bwMode="auto">
              <a:xfrm>
                <a:off x="4100513" y="2233613"/>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4" name="Freeform 75"/>
              <p:cNvSpPr>
                <a:spLocks/>
              </p:cNvSpPr>
              <p:nvPr/>
            </p:nvSpPr>
            <p:spPr bwMode="auto">
              <a:xfrm>
                <a:off x="4229100"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5" name="Freeform 76"/>
              <p:cNvSpPr>
                <a:spLocks noEditPoints="1"/>
              </p:cNvSpPr>
              <p:nvPr/>
            </p:nvSpPr>
            <p:spPr bwMode="auto">
              <a:xfrm>
                <a:off x="4029075" y="2071688"/>
                <a:ext cx="331787" cy="482600"/>
              </a:xfrm>
              <a:custGeom>
                <a:avLst/>
                <a:gdLst>
                  <a:gd name="T0" fmla="*/ 80 w 88"/>
                  <a:gd name="T1" fmla="*/ 56 h 128"/>
                  <a:gd name="T2" fmla="*/ 79 w 88"/>
                  <a:gd name="T3" fmla="*/ 56 h 128"/>
                  <a:gd name="T4" fmla="*/ 70 w 88"/>
                  <a:gd name="T5" fmla="*/ 38 h 128"/>
                  <a:gd name="T6" fmla="*/ 64 w 88"/>
                  <a:gd name="T7" fmla="*/ 7 h 128"/>
                  <a:gd name="T8" fmla="*/ 56 w 88"/>
                  <a:gd name="T9" fmla="*/ 0 h 128"/>
                  <a:gd name="T10" fmla="*/ 24 w 88"/>
                  <a:gd name="T11" fmla="*/ 0 h 128"/>
                  <a:gd name="T12" fmla="*/ 17 w 88"/>
                  <a:gd name="T13" fmla="*/ 7 h 128"/>
                  <a:gd name="T14" fmla="*/ 11 w 88"/>
                  <a:gd name="T15" fmla="*/ 37 h 128"/>
                  <a:gd name="T16" fmla="*/ 0 w 88"/>
                  <a:gd name="T17" fmla="*/ 64 h 128"/>
                  <a:gd name="T18" fmla="*/ 10 w 88"/>
                  <a:gd name="T19" fmla="*/ 91 h 128"/>
                  <a:gd name="T20" fmla="*/ 16 w 88"/>
                  <a:gd name="T21" fmla="*/ 121 h 128"/>
                  <a:gd name="T22" fmla="*/ 24 w 88"/>
                  <a:gd name="T23" fmla="*/ 128 h 128"/>
                  <a:gd name="T24" fmla="*/ 56 w 88"/>
                  <a:gd name="T25" fmla="*/ 128 h 128"/>
                  <a:gd name="T26" fmla="*/ 64 w 88"/>
                  <a:gd name="T27" fmla="*/ 121 h 128"/>
                  <a:gd name="T28" fmla="*/ 70 w 88"/>
                  <a:gd name="T29" fmla="*/ 91 h 128"/>
                  <a:gd name="T30" fmla="*/ 79 w 88"/>
                  <a:gd name="T31" fmla="*/ 72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30 h 128"/>
                  <a:gd name="T44" fmla="*/ 40 w 88"/>
                  <a:gd name="T45" fmla="*/ 24 h 128"/>
                  <a:gd name="T46" fmla="*/ 20 w 88"/>
                  <a:gd name="T47" fmla="*/ 30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8"/>
                    </a:cubicBezTo>
                    <a:cubicBezTo>
                      <a:pt x="64" y="7"/>
                      <a:pt x="64" y="7"/>
                      <a:pt x="64" y="7"/>
                    </a:cubicBezTo>
                    <a:cubicBezTo>
                      <a:pt x="64" y="3"/>
                      <a:pt x="60" y="0"/>
                      <a:pt x="56" y="0"/>
                    </a:cubicBezTo>
                    <a:cubicBezTo>
                      <a:pt x="24" y="0"/>
                      <a:pt x="24" y="0"/>
                      <a:pt x="24" y="0"/>
                    </a:cubicBezTo>
                    <a:cubicBezTo>
                      <a:pt x="21" y="0"/>
                      <a:pt x="17" y="3"/>
                      <a:pt x="17" y="7"/>
                    </a:cubicBezTo>
                    <a:cubicBezTo>
                      <a:pt x="11" y="37"/>
                      <a:pt x="11" y="37"/>
                      <a:pt x="11" y="37"/>
                    </a:cubicBezTo>
                    <a:cubicBezTo>
                      <a:pt x="4" y="44"/>
                      <a:pt x="0" y="53"/>
                      <a:pt x="0" y="64"/>
                    </a:cubicBezTo>
                    <a:cubicBezTo>
                      <a:pt x="0" y="74"/>
                      <a:pt x="4" y="84"/>
                      <a:pt x="10" y="91"/>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1"/>
                      <a:pt x="70" y="91"/>
                      <a:pt x="70" y="91"/>
                    </a:cubicBezTo>
                    <a:cubicBezTo>
                      <a:pt x="74" y="85"/>
                      <a:pt x="78" y="79"/>
                      <a:pt x="79" y="72"/>
                    </a:cubicBezTo>
                    <a:cubicBezTo>
                      <a:pt x="79" y="72"/>
                      <a:pt x="80" y="72"/>
                      <a:pt x="80" y="72"/>
                    </a:cubicBezTo>
                    <a:cubicBezTo>
                      <a:pt x="84" y="72"/>
                      <a:pt x="88" y="68"/>
                      <a:pt x="88" y="64"/>
                    </a:cubicBezTo>
                    <a:cubicBezTo>
                      <a:pt x="88" y="60"/>
                      <a:pt x="84" y="56"/>
                      <a:pt x="80" y="56"/>
                    </a:cubicBezTo>
                    <a:close/>
                    <a:moveTo>
                      <a:pt x="24" y="8"/>
                    </a:moveTo>
                    <a:cubicBezTo>
                      <a:pt x="56" y="8"/>
                      <a:pt x="56" y="8"/>
                      <a:pt x="56" y="8"/>
                    </a:cubicBezTo>
                    <a:cubicBezTo>
                      <a:pt x="60" y="30"/>
                      <a:pt x="60" y="30"/>
                      <a:pt x="60" y="30"/>
                    </a:cubicBezTo>
                    <a:cubicBezTo>
                      <a:pt x="55" y="26"/>
                      <a:pt x="48" y="24"/>
                      <a:pt x="40" y="24"/>
                    </a:cubicBezTo>
                    <a:cubicBezTo>
                      <a:pt x="33" y="24"/>
                      <a:pt x="26" y="26"/>
                      <a:pt x="20" y="30"/>
                    </a:cubicBezTo>
                    <a:lnTo>
                      <a:pt x="24" y="8"/>
                    </a:lnTo>
                    <a:close/>
                    <a:moveTo>
                      <a:pt x="56" y="120"/>
                    </a:moveTo>
                    <a:cubicBezTo>
                      <a:pt x="24" y="120"/>
                      <a:pt x="24" y="120"/>
                      <a:pt x="24" y="120"/>
                    </a:cubicBezTo>
                    <a:cubicBezTo>
                      <a:pt x="20" y="98"/>
                      <a:pt x="20" y="98"/>
                      <a:pt x="20" y="98"/>
                    </a:cubicBezTo>
                    <a:cubicBezTo>
                      <a:pt x="26" y="102"/>
                      <a:pt x="33" y="104"/>
                      <a:pt x="40" y="104"/>
                    </a:cubicBezTo>
                    <a:cubicBezTo>
                      <a:pt x="47" y="104"/>
                      <a:pt x="54" y="102"/>
                      <a:pt x="60" y="98"/>
                    </a:cubicBezTo>
                    <a:lnTo>
                      <a:pt x="56" y="120"/>
                    </a:lnTo>
                    <a:close/>
                    <a:moveTo>
                      <a:pt x="40" y="96"/>
                    </a:moveTo>
                    <a:cubicBezTo>
                      <a:pt x="22" y="96"/>
                      <a:pt x="8" y="82"/>
                      <a:pt x="8" y="64"/>
                    </a:cubicBezTo>
                    <a:cubicBezTo>
                      <a:pt x="8" y="46"/>
                      <a:pt x="22" y="32"/>
                      <a:pt x="40" y="32"/>
                    </a:cubicBezTo>
                    <a:cubicBezTo>
                      <a:pt x="58" y="32"/>
                      <a:pt x="72" y="46"/>
                      <a:pt x="72" y="64"/>
                    </a:cubicBezTo>
                    <a:cubicBezTo>
                      <a:pt x="72" y="82"/>
                      <a:pt x="58" y="96"/>
                      <a:pt x="4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6" name="Freeform 77"/>
              <p:cNvSpPr>
                <a:spLocks/>
              </p:cNvSpPr>
              <p:nvPr/>
            </p:nvSpPr>
            <p:spPr bwMode="auto">
              <a:xfrm>
                <a:off x="4164013" y="2238376"/>
                <a:ext cx="90487" cy="90488"/>
              </a:xfrm>
              <a:custGeom>
                <a:avLst/>
                <a:gdLst>
                  <a:gd name="T0" fmla="*/ 24 w 24"/>
                  <a:gd name="T1" fmla="*/ 0 h 24"/>
                  <a:gd name="T2" fmla="*/ 22 w 24"/>
                  <a:gd name="T3" fmla="*/ 0 h 24"/>
                  <a:gd name="T4" fmla="*/ 1 w 24"/>
                  <a:gd name="T5" fmla="*/ 17 h 24"/>
                  <a:gd name="T6" fmla="*/ 0 w 24"/>
                  <a:gd name="T7" fmla="*/ 20 h 24"/>
                  <a:gd name="T8" fmla="*/ 1 w 24"/>
                  <a:gd name="T9" fmla="*/ 23 h 24"/>
                  <a:gd name="T10" fmla="*/ 4 w 24"/>
                  <a:gd name="T11" fmla="*/ 24 h 24"/>
                  <a:gd name="T12" fmla="*/ 7 w 24"/>
                  <a:gd name="T13" fmla="*/ 23 h 24"/>
                  <a:gd name="T14" fmla="*/ 14 w 24"/>
                  <a:gd name="T15" fmla="*/ 14 h 24"/>
                  <a:gd name="T16" fmla="*/ 24 w 24"/>
                  <a:gd name="T17" fmla="*/ 2 h 24"/>
                  <a:gd name="T18" fmla="*/ 24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4" y="0"/>
                    </a:moveTo>
                    <a:cubicBezTo>
                      <a:pt x="23" y="0"/>
                      <a:pt x="23" y="0"/>
                      <a:pt x="22" y="0"/>
                    </a:cubicBezTo>
                    <a:cubicBezTo>
                      <a:pt x="1" y="17"/>
                      <a:pt x="1" y="17"/>
                      <a:pt x="1" y="17"/>
                    </a:cubicBezTo>
                    <a:cubicBezTo>
                      <a:pt x="0" y="18"/>
                      <a:pt x="0" y="19"/>
                      <a:pt x="0" y="20"/>
                    </a:cubicBezTo>
                    <a:cubicBezTo>
                      <a:pt x="0" y="21"/>
                      <a:pt x="0" y="22"/>
                      <a:pt x="1" y="23"/>
                    </a:cubicBezTo>
                    <a:cubicBezTo>
                      <a:pt x="2" y="24"/>
                      <a:pt x="3" y="24"/>
                      <a:pt x="4" y="24"/>
                    </a:cubicBezTo>
                    <a:cubicBezTo>
                      <a:pt x="5" y="24"/>
                      <a:pt x="6" y="24"/>
                      <a:pt x="7" y="23"/>
                    </a:cubicBezTo>
                    <a:cubicBezTo>
                      <a:pt x="14" y="14"/>
                      <a:pt x="14" y="14"/>
                      <a:pt x="14" y="14"/>
                    </a:cubicBezTo>
                    <a:cubicBezTo>
                      <a:pt x="24" y="2"/>
                      <a:pt x="24" y="2"/>
                      <a:pt x="24" y="2"/>
                    </a:cubicBezTo>
                    <a:cubicBezTo>
                      <a:pt x="24" y="1"/>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nvGrpSpPr>
            <p:cNvPr id="31" name="Group 30"/>
            <p:cNvGrpSpPr/>
            <p:nvPr/>
          </p:nvGrpSpPr>
          <p:grpSpPr>
            <a:xfrm>
              <a:off x="9012997" y="1679576"/>
              <a:ext cx="482600" cy="452438"/>
              <a:chOff x="2974975" y="2071688"/>
              <a:chExt cx="482600" cy="452438"/>
            </a:xfrm>
            <a:solidFill>
              <a:schemeClr val="bg1"/>
            </a:solidFill>
          </p:grpSpPr>
          <p:sp>
            <p:nvSpPr>
              <p:cNvPr id="39" name="Freeform 78"/>
              <p:cNvSpPr>
                <a:spLocks noEditPoints="1"/>
              </p:cNvSpPr>
              <p:nvPr/>
            </p:nvSpPr>
            <p:spPr bwMode="auto">
              <a:xfrm>
                <a:off x="2974975" y="2071688"/>
                <a:ext cx="482600" cy="452438"/>
              </a:xfrm>
              <a:custGeom>
                <a:avLst/>
                <a:gdLst>
                  <a:gd name="T0" fmla="*/ 126 w 128"/>
                  <a:gd name="T1" fmla="*/ 26 h 120"/>
                  <a:gd name="T2" fmla="*/ 102 w 128"/>
                  <a:gd name="T3" fmla="*/ 2 h 120"/>
                  <a:gd name="T4" fmla="*/ 96 w 128"/>
                  <a:gd name="T5" fmla="*/ 0 h 120"/>
                  <a:gd name="T6" fmla="*/ 12 w 128"/>
                  <a:gd name="T7" fmla="*/ 0 h 120"/>
                  <a:gd name="T8" fmla="*/ 0 w 128"/>
                  <a:gd name="T9" fmla="*/ 12 h 120"/>
                  <a:gd name="T10" fmla="*/ 0 w 128"/>
                  <a:gd name="T11" fmla="*/ 108 h 120"/>
                  <a:gd name="T12" fmla="*/ 12 w 128"/>
                  <a:gd name="T13" fmla="*/ 120 h 120"/>
                  <a:gd name="T14" fmla="*/ 116 w 128"/>
                  <a:gd name="T15" fmla="*/ 120 h 120"/>
                  <a:gd name="T16" fmla="*/ 128 w 128"/>
                  <a:gd name="T17" fmla="*/ 108 h 120"/>
                  <a:gd name="T18" fmla="*/ 128 w 128"/>
                  <a:gd name="T19" fmla="*/ 32 h 120"/>
                  <a:gd name="T20" fmla="*/ 126 w 128"/>
                  <a:gd name="T21" fmla="*/ 26 h 120"/>
                  <a:gd name="T22" fmla="*/ 120 w 128"/>
                  <a:gd name="T23" fmla="*/ 108 h 120"/>
                  <a:gd name="T24" fmla="*/ 116 w 128"/>
                  <a:gd name="T25" fmla="*/ 112 h 120"/>
                  <a:gd name="T26" fmla="*/ 12 w 128"/>
                  <a:gd name="T27" fmla="*/ 112 h 120"/>
                  <a:gd name="T28" fmla="*/ 8 w 128"/>
                  <a:gd name="T29" fmla="*/ 108 h 120"/>
                  <a:gd name="T30" fmla="*/ 8 w 128"/>
                  <a:gd name="T31" fmla="*/ 12 h 120"/>
                  <a:gd name="T32" fmla="*/ 12 w 128"/>
                  <a:gd name="T33" fmla="*/ 8 h 120"/>
                  <a:gd name="T34" fmla="*/ 92 w 128"/>
                  <a:gd name="T35" fmla="*/ 8 h 120"/>
                  <a:gd name="T36" fmla="*/ 92 w 128"/>
                  <a:gd name="T37" fmla="*/ 24 h 120"/>
                  <a:gd name="T38" fmla="*/ 92 w 128"/>
                  <a:gd name="T39" fmla="*/ 24 h 120"/>
                  <a:gd name="T40" fmla="*/ 104 w 128"/>
                  <a:gd name="T41" fmla="*/ 36 h 120"/>
                  <a:gd name="T42" fmla="*/ 108 w 128"/>
                  <a:gd name="T43" fmla="*/ 36 h 120"/>
                  <a:gd name="T44" fmla="*/ 120 w 128"/>
                  <a:gd name="T45" fmla="*/ 36 h 120"/>
                  <a:gd name="T46" fmla="*/ 120 w 128"/>
                  <a:gd name="T47" fmla="*/ 108 h 120"/>
                  <a:gd name="T48" fmla="*/ 108 w 128"/>
                  <a:gd name="T49" fmla="*/ 32 h 120"/>
                  <a:gd name="T50" fmla="*/ 104 w 128"/>
                  <a:gd name="T51" fmla="*/ 32 h 120"/>
                  <a:gd name="T52" fmla="*/ 96 w 128"/>
                  <a:gd name="T53" fmla="*/ 24 h 120"/>
                  <a:gd name="T54" fmla="*/ 96 w 128"/>
                  <a:gd name="T55" fmla="*/ 24 h 120"/>
                  <a:gd name="T56" fmla="*/ 96 w 128"/>
                  <a:gd name="T57" fmla="*/ 8 h 120"/>
                  <a:gd name="T58" fmla="*/ 120 w 128"/>
                  <a:gd name="T59" fmla="*/ 32 h 120"/>
                  <a:gd name="T60" fmla="*/ 108 w 128"/>
                  <a:gd name="T61"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120">
                    <a:moveTo>
                      <a:pt x="126" y="26"/>
                    </a:moveTo>
                    <a:cubicBezTo>
                      <a:pt x="102" y="2"/>
                      <a:pt x="102" y="2"/>
                      <a:pt x="102" y="2"/>
                    </a:cubicBezTo>
                    <a:cubicBezTo>
                      <a:pt x="100" y="1"/>
                      <a:pt x="98" y="0"/>
                      <a:pt x="96" y="0"/>
                    </a:cubicBezTo>
                    <a:cubicBezTo>
                      <a:pt x="12" y="0"/>
                      <a:pt x="12" y="0"/>
                      <a:pt x="12" y="0"/>
                    </a:cubicBezTo>
                    <a:cubicBezTo>
                      <a:pt x="5" y="0"/>
                      <a:pt x="0" y="5"/>
                      <a:pt x="0" y="12"/>
                    </a:cubicBezTo>
                    <a:cubicBezTo>
                      <a:pt x="0" y="108"/>
                      <a:pt x="0" y="108"/>
                      <a:pt x="0" y="108"/>
                    </a:cubicBezTo>
                    <a:cubicBezTo>
                      <a:pt x="0" y="115"/>
                      <a:pt x="5" y="120"/>
                      <a:pt x="12" y="120"/>
                    </a:cubicBezTo>
                    <a:cubicBezTo>
                      <a:pt x="116" y="120"/>
                      <a:pt x="116" y="120"/>
                      <a:pt x="116" y="120"/>
                    </a:cubicBezTo>
                    <a:cubicBezTo>
                      <a:pt x="123" y="120"/>
                      <a:pt x="128" y="115"/>
                      <a:pt x="128" y="108"/>
                    </a:cubicBezTo>
                    <a:cubicBezTo>
                      <a:pt x="128" y="32"/>
                      <a:pt x="128" y="32"/>
                      <a:pt x="128" y="32"/>
                    </a:cubicBezTo>
                    <a:cubicBezTo>
                      <a:pt x="128" y="30"/>
                      <a:pt x="127" y="28"/>
                      <a:pt x="126" y="26"/>
                    </a:cubicBezTo>
                    <a:close/>
                    <a:moveTo>
                      <a:pt x="120" y="108"/>
                    </a:moveTo>
                    <a:cubicBezTo>
                      <a:pt x="120" y="110"/>
                      <a:pt x="118" y="112"/>
                      <a:pt x="116" y="112"/>
                    </a:cubicBezTo>
                    <a:cubicBezTo>
                      <a:pt x="12" y="112"/>
                      <a:pt x="12" y="112"/>
                      <a:pt x="12" y="112"/>
                    </a:cubicBezTo>
                    <a:cubicBezTo>
                      <a:pt x="10" y="112"/>
                      <a:pt x="8" y="110"/>
                      <a:pt x="8" y="108"/>
                    </a:cubicBezTo>
                    <a:cubicBezTo>
                      <a:pt x="8" y="12"/>
                      <a:pt x="8" y="12"/>
                      <a:pt x="8" y="12"/>
                    </a:cubicBezTo>
                    <a:cubicBezTo>
                      <a:pt x="8" y="10"/>
                      <a:pt x="10" y="8"/>
                      <a:pt x="12" y="8"/>
                    </a:cubicBezTo>
                    <a:cubicBezTo>
                      <a:pt x="92" y="8"/>
                      <a:pt x="92" y="8"/>
                      <a:pt x="92" y="8"/>
                    </a:cubicBezTo>
                    <a:cubicBezTo>
                      <a:pt x="92" y="24"/>
                      <a:pt x="92" y="24"/>
                      <a:pt x="92" y="24"/>
                    </a:cubicBezTo>
                    <a:cubicBezTo>
                      <a:pt x="92" y="24"/>
                      <a:pt x="92" y="24"/>
                      <a:pt x="92" y="24"/>
                    </a:cubicBezTo>
                    <a:cubicBezTo>
                      <a:pt x="92" y="31"/>
                      <a:pt x="97" y="36"/>
                      <a:pt x="104" y="36"/>
                    </a:cubicBezTo>
                    <a:cubicBezTo>
                      <a:pt x="108" y="36"/>
                      <a:pt x="108" y="36"/>
                      <a:pt x="108" y="36"/>
                    </a:cubicBezTo>
                    <a:cubicBezTo>
                      <a:pt x="120" y="36"/>
                      <a:pt x="120" y="36"/>
                      <a:pt x="120" y="36"/>
                    </a:cubicBezTo>
                    <a:lnTo>
                      <a:pt x="120" y="108"/>
                    </a:lnTo>
                    <a:close/>
                    <a:moveTo>
                      <a:pt x="108" y="32"/>
                    </a:moveTo>
                    <a:cubicBezTo>
                      <a:pt x="104" y="32"/>
                      <a:pt x="104" y="32"/>
                      <a:pt x="104" y="32"/>
                    </a:cubicBezTo>
                    <a:cubicBezTo>
                      <a:pt x="100" y="32"/>
                      <a:pt x="96" y="28"/>
                      <a:pt x="96" y="24"/>
                    </a:cubicBezTo>
                    <a:cubicBezTo>
                      <a:pt x="96" y="24"/>
                      <a:pt x="96" y="24"/>
                      <a:pt x="96" y="24"/>
                    </a:cubicBezTo>
                    <a:cubicBezTo>
                      <a:pt x="96" y="8"/>
                      <a:pt x="96" y="8"/>
                      <a:pt x="96" y="8"/>
                    </a:cubicBezTo>
                    <a:cubicBezTo>
                      <a:pt x="120" y="32"/>
                      <a:pt x="120" y="32"/>
                      <a:pt x="120" y="32"/>
                    </a:cubicBezTo>
                    <a:lnTo>
                      <a:pt x="10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0" name="Freeform 79"/>
              <p:cNvSpPr>
                <a:spLocks/>
              </p:cNvSpPr>
              <p:nvPr/>
            </p:nvSpPr>
            <p:spPr bwMode="auto">
              <a:xfrm>
                <a:off x="3200400" y="2162176"/>
                <a:ext cx="90487"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1" name="Freeform 80"/>
              <p:cNvSpPr>
                <a:spLocks/>
              </p:cNvSpPr>
              <p:nvPr/>
            </p:nvSpPr>
            <p:spPr bwMode="auto">
              <a:xfrm>
                <a:off x="3200400" y="2208213"/>
                <a:ext cx="90487" cy="14288"/>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2" name="Freeform 81"/>
              <p:cNvSpPr>
                <a:spLocks/>
              </p:cNvSpPr>
              <p:nvPr/>
            </p:nvSpPr>
            <p:spPr bwMode="auto">
              <a:xfrm>
                <a:off x="3200400" y="2252663"/>
                <a:ext cx="196850" cy="15875"/>
              </a:xfrm>
              <a:custGeom>
                <a:avLst/>
                <a:gdLst>
                  <a:gd name="T0" fmla="*/ 0 w 52"/>
                  <a:gd name="T1" fmla="*/ 2 h 4"/>
                  <a:gd name="T2" fmla="*/ 2 w 52"/>
                  <a:gd name="T3" fmla="*/ 4 h 4"/>
                  <a:gd name="T4" fmla="*/ 50 w 52"/>
                  <a:gd name="T5" fmla="*/ 4 h 4"/>
                  <a:gd name="T6" fmla="*/ 52 w 52"/>
                  <a:gd name="T7" fmla="*/ 2 h 4"/>
                  <a:gd name="T8" fmla="*/ 50 w 52"/>
                  <a:gd name="T9" fmla="*/ 0 h 4"/>
                  <a:gd name="T10" fmla="*/ 2 w 52"/>
                  <a:gd name="T11" fmla="*/ 0 h 4"/>
                  <a:gd name="T12" fmla="*/ 0 w 52"/>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2" h="4">
                    <a:moveTo>
                      <a:pt x="0" y="2"/>
                    </a:moveTo>
                    <a:cubicBezTo>
                      <a:pt x="0" y="3"/>
                      <a:pt x="1" y="4"/>
                      <a:pt x="2" y="4"/>
                    </a:cubicBezTo>
                    <a:cubicBezTo>
                      <a:pt x="50" y="4"/>
                      <a:pt x="50" y="4"/>
                      <a:pt x="50" y="4"/>
                    </a:cubicBezTo>
                    <a:cubicBezTo>
                      <a:pt x="51" y="4"/>
                      <a:pt x="52" y="3"/>
                      <a:pt x="52" y="2"/>
                    </a:cubicBezTo>
                    <a:cubicBezTo>
                      <a:pt x="52" y="1"/>
                      <a:pt x="51" y="0"/>
                      <a:pt x="50"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3" name="Freeform 82"/>
              <p:cNvSpPr>
                <a:spLocks/>
              </p:cNvSpPr>
              <p:nvPr/>
            </p:nvSpPr>
            <p:spPr bwMode="auto">
              <a:xfrm>
                <a:off x="3035300" y="2343151"/>
                <a:ext cx="361950" cy="15875"/>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4" name="Freeform 83"/>
              <p:cNvSpPr>
                <a:spLocks/>
              </p:cNvSpPr>
              <p:nvPr/>
            </p:nvSpPr>
            <p:spPr bwMode="auto">
              <a:xfrm>
                <a:off x="3035300" y="238918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5" name="Freeform 84"/>
              <p:cNvSpPr>
                <a:spLocks/>
              </p:cNvSpPr>
              <p:nvPr/>
            </p:nvSpPr>
            <p:spPr bwMode="auto">
              <a:xfrm>
                <a:off x="3035300" y="243363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6" name="Freeform 85"/>
              <p:cNvSpPr>
                <a:spLocks/>
              </p:cNvSpPr>
              <p:nvPr/>
            </p:nvSpPr>
            <p:spPr bwMode="auto">
              <a:xfrm>
                <a:off x="3035300" y="2298701"/>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7" name="Freeform 86"/>
              <p:cNvSpPr>
                <a:spLocks noEditPoints="1"/>
              </p:cNvSpPr>
              <p:nvPr/>
            </p:nvSpPr>
            <p:spPr bwMode="auto">
              <a:xfrm>
                <a:off x="3035300" y="2147888"/>
                <a:ext cx="134937" cy="120650"/>
              </a:xfrm>
              <a:custGeom>
                <a:avLst/>
                <a:gdLst>
                  <a:gd name="T0" fmla="*/ 4 w 36"/>
                  <a:gd name="T1" fmla="*/ 32 h 32"/>
                  <a:gd name="T2" fmla="*/ 32 w 36"/>
                  <a:gd name="T3" fmla="*/ 32 h 32"/>
                  <a:gd name="T4" fmla="*/ 36 w 36"/>
                  <a:gd name="T5" fmla="*/ 28 h 32"/>
                  <a:gd name="T6" fmla="*/ 36 w 36"/>
                  <a:gd name="T7" fmla="*/ 4 h 32"/>
                  <a:gd name="T8" fmla="*/ 32 w 36"/>
                  <a:gd name="T9" fmla="*/ 0 h 32"/>
                  <a:gd name="T10" fmla="*/ 4 w 36"/>
                  <a:gd name="T11" fmla="*/ 0 h 32"/>
                  <a:gd name="T12" fmla="*/ 0 w 36"/>
                  <a:gd name="T13" fmla="*/ 4 h 32"/>
                  <a:gd name="T14" fmla="*/ 0 w 36"/>
                  <a:gd name="T15" fmla="*/ 28 h 32"/>
                  <a:gd name="T16" fmla="*/ 4 w 36"/>
                  <a:gd name="T17" fmla="*/ 32 h 32"/>
                  <a:gd name="T18" fmla="*/ 8 w 36"/>
                  <a:gd name="T19" fmla="*/ 8 h 32"/>
                  <a:gd name="T20" fmla="*/ 28 w 36"/>
                  <a:gd name="T21" fmla="*/ 8 h 32"/>
                  <a:gd name="T22" fmla="*/ 28 w 36"/>
                  <a:gd name="T23" fmla="*/ 24 h 32"/>
                  <a:gd name="T24" fmla="*/ 8 w 36"/>
                  <a:gd name="T25" fmla="*/ 24 h 32"/>
                  <a:gd name="T26" fmla="*/ 8 w 36"/>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2">
                    <a:moveTo>
                      <a:pt x="4" y="32"/>
                    </a:moveTo>
                    <a:cubicBezTo>
                      <a:pt x="32" y="32"/>
                      <a:pt x="32" y="32"/>
                      <a:pt x="32" y="32"/>
                    </a:cubicBezTo>
                    <a:cubicBezTo>
                      <a:pt x="34" y="32"/>
                      <a:pt x="36" y="30"/>
                      <a:pt x="36" y="28"/>
                    </a:cubicBezTo>
                    <a:cubicBezTo>
                      <a:pt x="36" y="4"/>
                      <a:pt x="36" y="4"/>
                      <a:pt x="36" y="4"/>
                    </a:cubicBezTo>
                    <a:cubicBezTo>
                      <a:pt x="36" y="2"/>
                      <a:pt x="34" y="0"/>
                      <a:pt x="32" y="0"/>
                    </a:cubicBezTo>
                    <a:cubicBezTo>
                      <a:pt x="4" y="0"/>
                      <a:pt x="4" y="0"/>
                      <a:pt x="4" y="0"/>
                    </a:cubicBezTo>
                    <a:cubicBezTo>
                      <a:pt x="2" y="0"/>
                      <a:pt x="0" y="2"/>
                      <a:pt x="0" y="4"/>
                    </a:cubicBezTo>
                    <a:cubicBezTo>
                      <a:pt x="0" y="28"/>
                      <a:pt x="0" y="28"/>
                      <a:pt x="0" y="28"/>
                    </a:cubicBezTo>
                    <a:cubicBezTo>
                      <a:pt x="0" y="30"/>
                      <a:pt x="2" y="32"/>
                      <a:pt x="4" y="32"/>
                    </a:cubicBezTo>
                    <a:close/>
                    <a:moveTo>
                      <a:pt x="8" y="8"/>
                    </a:moveTo>
                    <a:cubicBezTo>
                      <a:pt x="28" y="8"/>
                      <a:pt x="28" y="8"/>
                      <a:pt x="28" y="8"/>
                    </a:cubicBezTo>
                    <a:cubicBezTo>
                      <a:pt x="28" y="24"/>
                      <a:pt x="28" y="24"/>
                      <a:pt x="28" y="24"/>
                    </a:cubicBezTo>
                    <a:cubicBezTo>
                      <a:pt x="8" y="24"/>
                      <a:pt x="8" y="24"/>
                      <a:pt x="8" y="24"/>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nvGrpSpPr>
            <p:cNvPr id="32" name="Group 31"/>
            <p:cNvGrpSpPr/>
            <p:nvPr/>
          </p:nvGrpSpPr>
          <p:grpSpPr>
            <a:xfrm>
              <a:off x="9983081" y="717253"/>
              <a:ext cx="450850" cy="482600"/>
              <a:chOff x="2027238" y="2071688"/>
              <a:chExt cx="450850" cy="482600"/>
            </a:xfrm>
            <a:solidFill>
              <a:schemeClr val="bg1"/>
            </a:solidFill>
          </p:grpSpPr>
          <p:sp>
            <p:nvSpPr>
              <p:cNvPr id="36" name="Freeform 87"/>
              <p:cNvSpPr>
                <a:spLocks noEditPoints="1"/>
              </p:cNvSpPr>
              <p:nvPr/>
            </p:nvSpPr>
            <p:spPr bwMode="auto">
              <a:xfrm>
                <a:off x="2027238" y="2071688"/>
                <a:ext cx="450850" cy="482600"/>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37" name="Freeform 88"/>
              <p:cNvSpPr>
                <a:spLocks noEditPoints="1"/>
              </p:cNvSpPr>
              <p:nvPr/>
            </p:nvSpPr>
            <p:spPr bwMode="auto">
              <a:xfrm>
                <a:off x="2087563" y="2132013"/>
                <a:ext cx="330200" cy="30162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38" name="Freeform 89"/>
              <p:cNvSpPr>
                <a:spLocks noEditPoints="1"/>
              </p:cNvSpPr>
              <p:nvPr/>
            </p:nvSpPr>
            <p:spPr bwMode="auto">
              <a:xfrm>
                <a:off x="2268538" y="2178051"/>
                <a:ext cx="88900" cy="90488"/>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nvGrpSpPr>
            <p:cNvPr id="33" name="Group 32"/>
            <p:cNvGrpSpPr/>
            <p:nvPr/>
          </p:nvGrpSpPr>
          <p:grpSpPr>
            <a:xfrm>
              <a:off x="10091435" y="2775575"/>
              <a:ext cx="481012" cy="482600"/>
              <a:chOff x="1049338" y="2071688"/>
              <a:chExt cx="481012" cy="482600"/>
            </a:xfrm>
            <a:solidFill>
              <a:schemeClr val="bg1"/>
            </a:solidFill>
          </p:grpSpPr>
          <p:sp>
            <p:nvSpPr>
              <p:cNvPr id="34" name="Freeform 90"/>
              <p:cNvSpPr>
                <a:spLocks noEditPoints="1"/>
              </p:cNvSpPr>
              <p:nvPr/>
            </p:nvSpPr>
            <p:spPr bwMode="auto">
              <a:xfrm>
                <a:off x="1049338" y="2071688"/>
                <a:ext cx="481012" cy="482600"/>
              </a:xfrm>
              <a:custGeom>
                <a:avLst/>
                <a:gdLst>
                  <a:gd name="T0" fmla="*/ 83 w 128"/>
                  <a:gd name="T1" fmla="*/ 40 h 128"/>
                  <a:gd name="T2" fmla="*/ 64 w 128"/>
                  <a:gd name="T3" fmla="*/ 0 h 128"/>
                  <a:gd name="T4" fmla="*/ 36 w 128"/>
                  <a:gd name="T5" fmla="*/ 41 h 128"/>
                  <a:gd name="T6" fmla="*/ 32 w 128"/>
                  <a:gd name="T7" fmla="*/ 43 h 128"/>
                  <a:gd name="T8" fmla="*/ 12 w 128"/>
                  <a:gd name="T9" fmla="*/ 40 h 128"/>
                  <a:gd name="T10" fmla="*/ 0 w 128"/>
                  <a:gd name="T11" fmla="*/ 116 h 128"/>
                  <a:gd name="T12" fmla="*/ 24 w 128"/>
                  <a:gd name="T13" fmla="*/ 128 h 128"/>
                  <a:gd name="T14" fmla="*/ 35 w 128"/>
                  <a:gd name="T15" fmla="*/ 121 h 128"/>
                  <a:gd name="T16" fmla="*/ 36 w 128"/>
                  <a:gd name="T17" fmla="*/ 121 h 128"/>
                  <a:gd name="T18" fmla="*/ 76 w 128"/>
                  <a:gd name="T19" fmla="*/ 128 h 128"/>
                  <a:gd name="T20" fmla="*/ 112 w 128"/>
                  <a:gd name="T21" fmla="*/ 120 h 128"/>
                  <a:gd name="T22" fmla="*/ 114 w 128"/>
                  <a:gd name="T23" fmla="*/ 109 h 128"/>
                  <a:gd name="T24" fmla="*/ 121 w 128"/>
                  <a:gd name="T25" fmla="*/ 88 h 128"/>
                  <a:gd name="T26" fmla="*/ 124 w 128"/>
                  <a:gd name="T27" fmla="*/ 67 h 128"/>
                  <a:gd name="T28" fmla="*/ 128 w 128"/>
                  <a:gd name="T29" fmla="*/ 58 h 128"/>
                  <a:gd name="T30" fmla="*/ 117 w 128"/>
                  <a:gd name="T31" fmla="*/ 42 h 128"/>
                  <a:gd name="T32" fmla="*/ 24 w 128"/>
                  <a:gd name="T33" fmla="*/ 120 h 128"/>
                  <a:gd name="T34" fmla="*/ 8 w 128"/>
                  <a:gd name="T35" fmla="*/ 116 h 128"/>
                  <a:gd name="T36" fmla="*/ 12 w 128"/>
                  <a:gd name="T37" fmla="*/ 48 h 128"/>
                  <a:gd name="T38" fmla="*/ 28 w 128"/>
                  <a:gd name="T39" fmla="*/ 52 h 128"/>
                  <a:gd name="T40" fmla="*/ 120 w 128"/>
                  <a:gd name="T41" fmla="*/ 58 h 128"/>
                  <a:gd name="T42" fmla="*/ 104 w 128"/>
                  <a:gd name="T43" fmla="*/ 64 h 128"/>
                  <a:gd name="T44" fmla="*/ 104 w 128"/>
                  <a:gd name="T45" fmla="*/ 68 h 128"/>
                  <a:gd name="T46" fmla="*/ 118 w 128"/>
                  <a:gd name="T47" fmla="*/ 75 h 128"/>
                  <a:gd name="T48" fmla="*/ 100 w 128"/>
                  <a:gd name="T49" fmla="*/ 84 h 128"/>
                  <a:gd name="T50" fmla="*/ 100 w 128"/>
                  <a:gd name="T51" fmla="*/ 88 h 128"/>
                  <a:gd name="T52" fmla="*/ 113 w 128"/>
                  <a:gd name="T53" fmla="*/ 96 h 128"/>
                  <a:gd name="T54" fmla="*/ 96 w 128"/>
                  <a:gd name="T55" fmla="*/ 104 h 128"/>
                  <a:gd name="T56" fmla="*/ 96 w 128"/>
                  <a:gd name="T57" fmla="*/ 108 h 128"/>
                  <a:gd name="T58" fmla="*/ 106 w 128"/>
                  <a:gd name="T59" fmla="*/ 114 h 128"/>
                  <a:gd name="T60" fmla="*/ 98 w 128"/>
                  <a:gd name="T61" fmla="*/ 120 h 128"/>
                  <a:gd name="T62" fmla="*/ 54 w 128"/>
                  <a:gd name="T63" fmla="*/ 117 h 128"/>
                  <a:gd name="T64" fmla="*/ 32 w 128"/>
                  <a:gd name="T65" fmla="*/ 110 h 128"/>
                  <a:gd name="T66" fmla="*/ 35 w 128"/>
                  <a:gd name="T67" fmla="*/ 50 h 128"/>
                  <a:gd name="T68" fmla="*/ 60 w 128"/>
                  <a:gd name="T69" fmla="*/ 12 h 128"/>
                  <a:gd name="T70" fmla="*/ 76 w 128"/>
                  <a:gd name="T71" fmla="*/ 27 h 128"/>
                  <a:gd name="T72" fmla="*/ 115 w 128"/>
                  <a:gd name="T73" fmla="*/ 50 h 128"/>
                  <a:gd name="T74" fmla="*/ 120 w 128"/>
                  <a:gd name="T7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8" h="128">
                    <a:moveTo>
                      <a:pt x="117" y="42"/>
                    </a:moveTo>
                    <a:cubicBezTo>
                      <a:pt x="112" y="41"/>
                      <a:pt x="100" y="41"/>
                      <a:pt x="83" y="40"/>
                    </a:cubicBezTo>
                    <a:cubicBezTo>
                      <a:pt x="84" y="36"/>
                      <a:pt x="84" y="33"/>
                      <a:pt x="84" y="27"/>
                    </a:cubicBezTo>
                    <a:cubicBezTo>
                      <a:pt x="84" y="13"/>
                      <a:pt x="73" y="0"/>
                      <a:pt x="64" y="0"/>
                    </a:cubicBezTo>
                    <a:cubicBezTo>
                      <a:pt x="57" y="0"/>
                      <a:pt x="52" y="5"/>
                      <a:pt x="52" y="12"/>
                    </a:cubicBezTo>
                    <a:cubicBezTo>
                      <a:pt x="52" y="20"/>
                      <a:pt x="49" y="34"/>
                      <a:pt x="36" y="41"/>
                    </a:cubicBezTo>
                    <a:cubicBezTo>
                      <a:pt x="35" y="41"/>
                      <a:pt x="32" y="43"/>
                      <a:pt x="32" y="43"/>
                    </a:cubicBezTo>
                    <a:cubicBezTo>
                      <a:pt x="32" y="43"/>
                      <a:pt x="32" y="43"/>
                      <a:pt x="32" y="43"/>
                    </a:cubicBezTo>
                    <a:cubicBezTo>
                      <a:pt x="30" y="41"/>
                      <a:pt x="27" y="40"/>
                      <a:pt x="24" y="40"/>
                    </a:cubicBezTo>
                    <a:cubicBezTo>
                      <a:pt x="12" y="40"/>
                      <a:pt x="12" y="40"/>
                      <a:pt x="12" y="40"/>
                    </a:cubicBezTo>
                    <a:cubicBezTo>
                      <a:pt x="5" y="40"/>
                      <a:pt x="0" y="45"/>
                      <a:pt x="0" y="52"/>
                    </a:cubicBezTo>
                    <a:cubicBezTo>
                      <a:pt x="0" y="116"/>
                      <a:pt x="0" y="116"/>
                      <a:pt x="0" y="116"/>
                    </a:cubicBezTo>
                    <a:cubicBezTo>
                      <a:pt x="0" y="123"/>
                      <a:pt x="5" y="128"/>
                      <a:pt x="12" y="128"/>
                    </a:cubicBezTo>
                    <a:cubicBezTo>
                      <a:pt x="24" y="128"/>
                      <a:pt x="24" y="128"/>
                      <a:pt x="24" y="128"/>
                    </a:cubicBezTo>
                    <a:cubicBezTo>
                      <a:pt x="29" y="128"/>
                      <a:pt x="33" y="125"/>
                      <a:pt x="35" y="121"/>
                    </a:cubicBezTo>
                    <a:cubicBezTo>
                      <a:pt x="35" y="121"/>
                      <a:pt x="35" y="121"/>
                      <a:pt x="35" y="121"/>
                    </a:cubicBezTo>
                    <a:cubicBezTo>
                      <a:pt x="35" y="121"/>
                      <a:pt x="35" y="121"/>
                      <a:pt x="36" y="121"/>
                    </a:cubicBezTo>
                    <a:cubicBezTo>
                      <a:pt x="36" y="121"/>
                      <a:pt x="36" y="121"/>
                      <a:pt x="36" y="121"/>
                    </a:cubicBezTo>
                    <a:cubicBezTo>
                      <a:pt x="38" y="122"/>
                      <a:pt x="43" y="123"/>
                      <a:pt x="52" y="125"/>
                    </a:cubicBezTo>
                    <a:cubicBezTo>
                      <a:pt x="54" y="126"/>
                      <a:pt x="65" y="128"/>
                      <a:pt x="76" y="128"/>
                    </a:cubicBezTo>
                    <a:cubicBezTo>
                      <a:pt x="98" y="128"/>
                      <a:pt x="98" y="128"/>
                      <a:pt x="98" y="128"/>
                    </a:cubicBezTo>
                    <a:cubicBezTo>
                      <a:pt x="105" y="128"/>
                      <a:pt x="109" y="125"/>
                      <a:pt x="112" y="120"/>
                    </a:cubicBezTo>
                    <a:cubicBezTo>
                      <a:pt x="112" y="120"/>
                      <a:pt x="113" y="118"/>
                      <a:pt x="114" y="116"/>
                    </a:cubicBezTo>
                    <a:cubicBezTo>
                      <a:pt x="115" y="114"/>
                      <a:pt x="115" y="112"/>
                      <a:pt x="114" y="109"/>
                    </a:cubicBezTo>
                    <a:cubicBezTo>
                      <a:pt x="118" y="106"/>
                      <a:pt x="120" y="102"/>
                      <a:pt x="121" y="99"/>
                    </a:cubicBezTo>
                    <a:cubicBezTo>
                      <a:pt x="122" y="94"/>
                      <a:pt x="122" y="90"/>
                      <a:pt x="121" y="88"/>
                    </a:cubicBezTo>
                    <a:cubicBezTo>
                      <a:pt x="123" y="85"/>
                      <a:pt x="125" y="82"/>
                      <a:pt x="126" y="77"/>
                    </a:cubicBezTo>
                    <a:cubicBezTo>
                      <a:pt x="127" y="73"/>
                      <a:pt x="126" y="70"/>
                      <a:pt x="124" y="67"/>
                    </a:cubicBezTo>
                    <a:cubicBezTo>
                      <a:pt x="127" y="65"/>
                      <a:pt x="128" y="61"/>
                      <a:pt x="128" y="58"/>
                    </a:cubicBezTo>
                    <a:cubicBezTo>
                      <a:pt x="128" y="58"/>
                      <a:pt x="128" y="58"/>
                      <a:pt x="128" y="58"/>
                    </a:cubicBezTo>
                    <a:cubicBezTo>
                      <a:pt x="128" y="57"/>
                      <a:pt x="128" y="57"/>
                      <a:pt x="128" y="56"/>
                    </a:cubicBezTo>
                    <a:cubicBezTo>
                      <a:pt x="128" y="51"/>
                      <a:pt x="125" y="44"/>
                      <a:pt x="117" y="42"/>
                    </a:cubicBezTo>
                    <a:close/>
                    <a:moveTo>
                      <a:pt x="28" y="116"/>
                    </a:moveTo>
                    <a:cubicBezTo>
                      <a:pt x="28" y="118"/>
                      <a:pt x="26" y="120"/>
                      <a:pt x="24" y="120"/>
                    </a:cubicBezTo>
                    <a:cubicBezTo>
                      <a:pt x="12" y="120"/>
                      <a:pt x="12" y="120"/>
                      <a:pt x="12" y="120"/>
                    </a:cubicBezTo>
                    <a:cubicBezTo>
                      <a:pt x="10" y="120"/>
                      <a:pt x="8" y="118"/>
                      <a:pt x="8" y="116"/>
                    </a:cubicBezTo>
                    <a:cubicBezTo>
                      <a:pt x="8" y="52"/>
                      <a:pt x="8" y="52"/>
                      <a:pt x="8" y="52"/>
                    </a:cubicBezTo>
                    <a:cubicBezTo>
                      <a:pt x="8" y="50"/>
                      <a:pt x="10" y="48"/>
                      <a:pt x="12" y="48"/>
                    </a:cubicBezTo>
                    <a:cubicBezTo>
                      <a:pt x="24" y="48"/>
                      <a:pt x="24" y="48"/>
                      <a:pt x="24" y="48"/>
                    </a:cubicBezTo>
                    <a:cubicBezTo>
                      <a:pt x="26" y="48"/>
                      <a:pt x="28" y="50"/>
                      <a:pt x="28" y="52"/>
                    </a:cubicBezTo>
                    <a:lnTo>
                      <a:pt x="28" y="116"/>
                    </a:lnTo>
                    <a:close/>
                    <a:moveTo>
                      <a:pt x="120" y="58"/>
                    </a:moveTo>
                    <a:cubicBezTo>
                      <a:pt x="120" y="60"/>
                      <a:pt x="119" y="64"/>
                      <a:pt x="112" y="64"/>
                    </a:cubicBezTo>
                    <a:cubicBezTo>
                      <a:pt x="106" y="64"/>
                      <a:pt x="104" y="64"/>
                      <a:pt x="104" y="64"/>
                    </a:cubicBezTo>
                    <a:cubicBezTo>
                      <a:pt x="103" y="64"/>
                      <a:pt x="102" y="65"/>
                      <a:pt x="102" y="66"/>
                    </a:cubicBezTo>
                    <a:cubicBezTo>
                      <a:pt x="102" y="67"/>
                      <a:pt x="103" y="68"/>
                      <a:pt x="104" y="68"/>
                    </a:cubicBezTo>
                    <a:cubicBezTo>
                      <a:pt x="104" y="68"/>
                      <a:pt x="106" y="68"/>
                      <a:pt x="112" y="68"/>
                    </a:cubicBezTo>
                    <a:cubicBezTo>
                      <a:pt x="118" y="68"/>
                      <a:pt x="119" y="73"/>
                      <a:pt x="118" y="75"/>
                    </a:cubicBezTo>
                    <a:cubicBezTo>
                      <a:pt x="118" y="78"/>
                      <a:pt x="116" y="84"/>
                      <a:pt x="110" y="84"/>
                    </a:cubicBezTo>
                    <a:cubicBezTo>
                      <a:pt x="103" y="84"/>
                      <a:pt x="100" y="84"/>
                      <a:pt x="100" y="84"/>
                    </a:cubicBezTo>
                    <a:cubicBezTo>
                      <a:pt x="99" y="84"/>
                      <a:pt x="98" y="85"/>
                      <a:pt x="98" y="86"/>
                    </a:cubicBezTo>
                    <a:cubicBezTo>
                      <a:pt x="98" y="87"/>
                      <a:pt x="99" y="88"/>
                      <a:pt x="100" y="88"/>
                    </a:cubicBezTo>
                    <a:cubicBezTo>
                      <a:pt x="100" y="88"/>
                      <a:pt x="105" y="88"/>
                      <a:pt x="108" y="88"/>
                    </a:cubicBezTo>
                    <a:cubicBezTo>
                      <a:pt x="115" y="88"/>
                      <a:pt x="114" y="93"/>
                      <a:pt x="113" y="96"/>
                    </a:cubicBezTo>
                    <a:cubicBezTo>
                      <a:pt x="112" y="100"/>
                      <a:pt x="111" y="104"/>
                      <a:pt x="103" y="104"/>
                    </a:cubicBezTo>
                    <a:cubicBezTo>
                      <a:pt x="100" y="104"/>
                      <a:pt x="96" y="104"/>
                      <a:pt x="96" y="104"/>
                    </a:cubicBezTo>
                    <a:cubicBezTo>
                      <a:pt x="95" y="104"/>
                      <a:pt x="94" y="105"/>
                      <a:pt x="94" y="106"/>
                    </a:cubicBezTo>
                    <a:cubicBezTo>
                      <a:pt x="94" y="107"/>
                      <a:pt x="95" y="108"/>
                      <a:pt x="96" y="108"/>
                    </a:cubicBezTo>
                    <a:cubicBezTo>
                      <a:pt x="96" y="108"/>
                      <a:pt x="99" y="108"/>
                      <a:pt x="102" y="108"/>
                    </a:cubicBezTo>
                    <a:cubicBezTo>
                      <a:pt x="107" y="108"/>
                      <a:pt x="107" y="112"/>
                      <a:pt x="106" y="114"/>
                    </a:cubicBezTo>
                    <a:cubicBezTo>
                      <a:pt x="106" y="115"/>
                      <a:pt x="105" y="116"/>
                      <a:pt x="105" y="117"/>
                    </a:cubicBezTo>
                    <a:cubicBezTo>
                      <a:pt x="104" y="119"/>
                      <a:pt x="102" y="120"/>
                      <a:pt x="98" y="120"/>
                    </a:cubicBezTo>
                    <a:cubicBezTo>
                      <a:pt x="76" y="120"/>
                      <a:pt x="76" y="120"/>
                      <a:pt x="76" y="120"/>
                    </a:cubicBezTo>
                    <a:cubicBezTo>
                      <a:pt x="65" y="120"/>
                      <a:pt x="54" y="118"/>
                      <a:pt x="54" y="117"/>
                    </a:cubicBezTo>
                    <a:cubicBezTo>
                      <a:pt x="37" y="114"/>
                      <a:pt x="36" y="113"/>
                      <a:pt x="35" y="113"/>
                    </a:cubicBezTo>
                    <a:cubicBezTo>
                      <a:pt x="35" y="113"/>
                      <a:pt x="32" y="112"/>
                      <a:pt x="32" y="110"/>
                    </a:cubicBezTo>
                    <a:cubicBezTo>
                      <a:pt x="32" y="54"/>
                      <a:pt x="32" y="54"/>
                      <a:pt x="32" y="54"/>
                    </a:cubicBezTo>
                    <a:cubicBezTo>
                      <a:pt x="32" y="52"/>
                      <a:pt x="33" y="51"/>
                      <a:pt x="35" y="50"/>
                    </a:cubicBezTo>
                    <a:cubicBezTo>
                      <a:pt x="35" y="50"/>
                      <a:pt x="36" y="50"/>
                      <a:pt x="36" y="50"/>
                    </a:cubicBezTo>
                    <a:cubicBezTo>
                      <a:pt x="54" y="42"/>
                      <a:pt x="60" y="26"/>
                      <a:pt x="60" y="12"/>
                    </a:cubicBezTo>
                    <a:cubicBezTo>
                      <a:pt x="60" y="10"/>
                      <a:pt x="62" y="8"/>
                      <a:pt x="64" y="8"/>
                    </a:cubicBezTo>
                    <a:cubicBezTo>
                      <a:pt x="68" y="8"/>
                      <a:pt x="76" y="16"/>
                      <a:pt x="76" y="27"/>
                    </a:cubicBezTo>
                    <a:cubicBezTo>
                      <a:pt x="76" y="36"/>
                      <a:pt x="75" y="38"/>
                      <a:pt x="72" y="48"/>
                    </a:cubicBezTo>
                    <a:cubicBezTo>
                      <a:pt x="112" y="48"/>
                      <a:pt x="112" y="49"/>
                      <a:pt x="115" y="50"/>
                    </a:cubicBezTo>
                    <a:cubicBezTo>
                      <a:pt x="120" y="51"/>
                      <a:pt x="120" y="54"/>
                      <a:pt x="120" y="56"/>
                    </a:cubicBezTo>
                    <a:cubicBezTo>
                      <a:pt x="120" y="57"/>
                      <a:pt x="120" y="57"/>
                      <a:pt x="12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35" name="Freeform 91"/>
              <p:cNvSpPr>
                <a:spLocks noEditPoints="1"/>
              </p:cNvSpPr>
              <p:nvPr/>
            </p:nvSpPr>
            <p:spPr bwMode="auto">
              <a:xfrm>
                <a:off x="1093788" y="2463801"/>
                <a:ext cx="44450" cy="44450"/>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sp>
        <p:nvSpPr>
          <p:cNvPr id="7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7818461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25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par>
                          <p:cTn id="9" fill="hold">
                            <p:stCondLst>
                              <p:cond delay="750"/>
                            </p:stCondLst>
                            <p:childTnLst>
                              <p:par>
                                <p:cTn id="10" presetID="10" presetClass="entr" presetSubtype="0"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par>
                          <p:cTn id="13" fill="hold">
                            <p:stCondLst>
                              <p:cond delay="1250"/>
                            </p:stCondLst>
                            <p:childTnLst>
                              <p:par>
                                <p:cTn id="14" presetID="10" presetClass="entr" presetSubtype="0" fill="hold" grpId="0" nodeType="after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2093418" y="779205"/>
            <a:ext cx="9182905" cy="2006860"/>
            <a:chOff x="3845697" y="1816100"/>
            <a:chExt cx="7670800" cy="1676400"/>
          </a:xfrm>
        </p:grpSpPr>
        <p:sp>
          <p:nvSpPr>
            <p:cNvPr id="2" name="Rounded Rectangle 1"/>
            <p:cNvSpPr/>
            <p:nvPr/>
          </p:nvSpPr>
          <p:spPr>
            <a:xfrm>
              <a:off x="3998097" y="1816100"/>
              <a:ext cx="7518400" cy="1676400"/>
            </a:xfrm>
            <a:prstGeom prst="roundRect">
              <a:avLst>
                <a:gd name="adj" fmla="val 50000"/>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 name="Diamond 2"/>
            <p:cNvSpPr/>
            <p:nvPr/>
          </p:nvSpPr>
          <p:spPr>
            <a:xfrm>
              <a:off x="3845697" y="2368550"/>
              <a:ext cx="571500" cy="571500"/>
            </a:xfrm>
            <a:prstGeom prst="diamond">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1" name="Group 10"/>
          <p:cNvGrpSpPr/>
          <p:nvPr/>
        </p:nvGrpSpPr>
        <p:grpSpPr>
          <a:xfrm>
            <a:off x="858302" y="3553751"/>
            <a:ext cx="7670800" cy="1676400"/>
            <a:chOff x="635000" y="4191000"/>
            <a:chExt cx="7670800" cy="1676400"/>
          </a:xfrm>
        </p:grpSpPr>
        <p:sp>
          <p:nvSpPr>
            <p:cNvPr id="31" name="Rounded Rectangle 30"/>
            <p:cNvSpPr/>
            <p:nvPr/>
          </p:nvSpPr>
          <p:spPr>
            <a:xfrm>
              <a:off x="635000" y="4191000"/>
              <a:ext cx="7518400" cy="1676400"/>
            </a:xfrm>
            <a:prstGeom prst="roundRect">
              <a:avLst>
                <a:gd name="adj" fmla="val 50000"/>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2" name="Diamond 31"/>
            <p:cNvSpPr/>
            <p:nvPr/>
          </p:nvSpPr>
          <p:spPr>
            <a:xfrm>
              <a:off x="7734300" y="4743450"/>
              <a:ext cx="571500" cy="571500"/>
            </a:xfrm>
            <a:prstGeom prst="diamond">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9" name="TextBox 8"/>
          <p:cNvSpPr txBox="1"/>
          <p:nvPr/>
        </p:nvSpPr>
        <p:spPr>
          <a:xfrm>
            <a:off x="2786722" y="891249"/>
            <a:ext cx="7818135" cy="1384995"/>
          </a:xfrm>
          <a:prstGeom prst="rect">
            <a:avLst/>
          </a:prstGeom>
          <a:noFill/>
        </p:spPr>
        <p:txBody>
          <a:bodyPr wrap="square" rtlCol="0">
            <a:spAutoFit/>
          </a:bodyPr>
          <a:lstStyle/>
          <a:p>
            <a:pPr algn="ctr" rtl="1" fontAlgn="auto">
              <a:spcBef>
                <a:spcPts val="0"/>
              </a:spcBef>
              <a:spcAft>
                <a:spcPts val="0"/>
              </a:spcAft>
            </a:pPr>
            <a:r>
              <a:rPr lang="ar-SA" sz="2800" b="1" i="1" dirty="0">
                <a:solidFill>
                  <a:prstClr val="black">
                    <a:lumMod val="75000"/>
                    <a:lumOff val="25000"/>
                  </a:prstClr>
                </a:solidFill>
                <a:latin typeface="Lato" panose="020F0502020204030203" pitchFamily="34" charset="0"/>
                <a:cs typeface="Lato" panose="020F0502020204030203" pitchFamily="34" charset="0"/>
              </a:rPr>
              <a:t>هناك العديد من المواقع التعليمية التي سطع أسمها في عالم الإنترنت، وتفوقت على الأكثر من المواقع الإلكترونية، بل وأصبحت أكثر شهرة منها، ولعل من أبرزها: </a:t>
            </a:r>
            <a:endParaRPr lang="en-US" sz="2800" i="1" dirty="0">
              <a:solidFill>
                <a:prstClr val="black">
                  <a:lumMod val="75000"/>
                  <a:lumOff val="25000"/>
                </a:prstClr>
              </a:solidFill>
              <a:latin typeface="Lato" panose="020F0502020204030203" pitchFamily="34" charset="0"/>
              <a:cs typeface="Lato" panose="020F0502020204030203" pitchFamily="34" charset="0"/>
            </a:endParaRPr>
          </a:p>
        </p:txBody>
      </p:sp>
      <p:sp>
        <p:nvSpPr>
          <p:cNvPr id="12" name="TextBox 11"/>
          <p:cNvSpPr txBox="1"/>
          <p:nvPr/>
        </p:nvSpPr>
        <p:spPr>
          <a:xfrm>
            <a:off x="1135443" y="3660085"/>
            <a:ext cx="5560347" cy="1569660"/>
          </a:xfrm>
          <a:prstGeom prst="rect">
            <a:avLst/>
          </a:prstGeom>
          <a:noFill/>
        </p:spPr>
        <p:txBody>
          <a:bodyPr wrap="square" rtlCol="0">
            <a:spAutoFit/>
          </a:bodyPr>
          <a:lstStyle/>
          <a:p>
            <a:pPr algn="ctr" rtl="1" fontAlgn="auto">
              <a:spcBef>
                <a:spcPts val="0"/>
              </a:spcBef>
              <a:spcAft>
                <a:spcPts val="0"/>
              </a:spcAft>
            </a:pPr>
            <a:r>
              <a:rPr lang="ar-SA" sz="2400" b="1" dirty="0">
                <a:solidFill>
                  <a:schemeClr val="accent1">
                    <a:lumMod val="75000"/>
                  </a:schemeClr>
                </a:solidFill>
                <a:latin typeface="+mn-lt"/>
                <a:cs typeface="Lato" panose="020F0502020204030203" pitchFamily="34" charset="0"/>
              </a:rPr>
              <a:t>أكاديمية خان هي مؤسسة تربوية غير ربحية تم إنشاؤها في عام 2006م، من قبل سلمان خان، وكان هدفها المعلن هو "توفير تعليم عالي الجودة لأي أحد وفي أي مكان"</a:t>
            </a:r>
            <a:endParaRPr lang="en-US" sz="2400" dirty="0">
              <a:solidFill>
                <a:schemeClr val="accent1">
                  <a:lumMod val="75000"/>
                </a:schemeClr>
              </a:solidFill>
              <a:latin typeface="+mn-lt"/>
              <a:cs typeface="Lato" panose="020F0502020204030203" pitchFamily="34" charset="0"/>
            </a:endParaRPr>
          </a:p>
        </p:txBody>
      </p:sp>
      <p:grpSp>
        <p:nvGrpSpPr>
          <p:cNvPr id="13" name="Group 12"/>
          <p:cNvGrpSpPr/>
          <p:nvPr/>
        </p:nvGrpSpPr>
        <p:grpSpPr>
          <a:xfrm>
            <a:off x="6807829" y="3110197"/>
            <a:ext cx="2727443" cy="2506458"/>
            <a:chOff x="6497380" y="4193378"/>
            <a:chExt cx="1646205" cy="1646205"/>
          </a:xfrm>
        </p:grpSpPr>
        <p:sp>
          <p:nvSpPr>
            <p:cNvPr id="14" name="Oval 13"/>
            <p:cNvSpPr/>
            <p:nvPr/>
          </p:nvSpPr>
          <p:spPr>
            <a:xfrm>
              <a:off x="6497380" y="4193378"/>
              <a:ext cx="1646205" cy="16462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fontAlgn="auto">
                <a:spcBef>
                  <a:spcPts val="0"/>
                </a:spcBef>
                <a:spcAft>
                  <a:spcPts val="0"/>
                </a:spcAft>
              </a:pPr>
              <a:r>
                <a:rPr lang="ar-SA" sz="2800" b="1" dirty="0" smtClean="0">
                  <a:solidFill>
                    <a:schemeClr val="accent1">
                      <a:lumMod val="75000"/>
                    </a:schemeClr>
                  </a:solidFill>
                  <a:latin typeface="Lato" panose="020F0502020204030203" pitchFamily="34" charset="0"/>
                  <a:cs typeface="Lato" panose="020F0502020204030203" pitchFamily="34" charset="0"/>
                </a:rPr>
                <a:t>أكاديمية </a:t>
              </a:r>
              <a:r>
                <a:rPr lang="ar-SA" sz="2800" b="1" dirty="0">
                  <a:solidFill>
                    <a:schemeClr val="accent1">
                      <a:lumMod val="75000"/>
                    </a:schemeClr>
                  </a:solidFill>
                  <a:latin typeface="Lato" panose="020F0502020204030203" pitchFamily="34" charset="0"/>
                  <a:cs typeface="Lato" panose="020F0502020204030203" pitchFamily="34" charset="0"/>
                </a:rPr>
                <a:t>خان </a:t>
              </a:r>
              <a:r>
                <a:rPr lang="en-US" sz="2800" b="1" dirty="0">
                  <a:solidFill>
                    <a:schemeClr val="accent1">
                      <a:lumMod val="75000"/>
                    </a:schemeClr>
                  </a:solidFill>
                  <a:latin typeface="Lato" panose="020F0502020204030203" pitchFamily="34" charset="0"/>
                  <a:cs typeface="Lato" panose="020F0502020204030203" pitchFamily="34" charset="0"/>
                </a:rPr>
                <a:t>Academy Khan:</a:t>
              </a:r>
              <a:endParaRPr lang="en-US" sz="2400" b="1" i="1" dirty="0">
                <a:solidFill>
                  <a:schemeClr val="accent1">
                    <a:lumMod val="75000"/>
                  </a:schemeClr>
                </a:solidFill>
                <a:latin typeface="Lato Light" panose="020F0402020204030203" pitchFamily="34" charset="0"/>
                <a:cs typeface="Lato Light" panose="020F0402020204030203" pitchFamily="34" charset="0"/>
              </a:endParaRPr>
            </a:p>
          </p:txBody>
        </p:sp>
        <p:sp>
          <p:nvSpPr>
            <p:cNvPr id="15" name="Oval 14"/>
            <p:cNvSpPr/>
            <p:nvPr/>
          </p:nvSpPr>
          <p:spPr>
            <a:xfrm>
              <a:off x="6725094" y="4352574"/>
              <a:ext cx="1258081" cy="1258082"/>
            </a:xfrm>
            <a:prstGeom prst="ellipse">
              <a:avLst/>
            </a:prstGeom>
            <a:noFill/>
            <a:ln w="38100">
              <a:solidFill>
                <a:srgbClr val="D43E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14116850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right)">
                                      <p:cBhvr>
                                        <p:cTn id="15" dur="500"/>
                                        <p:tgtEl>
                                          <p:spTgt spid="11"/>
                                        </p:tgtEl>
                                      </p:cBhvr>
                                    </p:animEffect>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500" fill="hold"/>
                                        <p:tgtEl>
                                          <p:spTgt spid="13"/>
                                        </p:tgtEl>
                                        <p:attrNameLst>
                                          <p:attrName>ppt_w</p:attrName>
                                        </p:attrNameLst>
                                      </p:cBhvr>
                                      <p:tavLst>
                                        <p:tav tm="0">
                                          <p:val>
                                            <p:fltVal val="0"/>
                                          </p:val>
                                        </p:tav>
                                        <p:tav tm="100000">
                                          <p:val>
                                            <p:strVal val="#ppt_w"/>
                                          </p:val>
                                        </p:tav>
                                      </p:tavLst>
                                    </p:anim>
                                    <p:anim calcmode="lin" valueType="num">
                                      <p:cBhvr>
                                        <p:cTn id="20" dur="500" fill="hold"/>
                                        <p:tgtEl>
                                          <p:spTgt spid="13"/>
                                        </p:tgtEl>
                                        <p:attrNameLst>
                                          <p:attrName>ppt_h</p:attrName>
                                        </p:attrNameLst>
                                      </p:cBhvr>
                                      <p:tavLst>
                                        <p:tav tm="0">
                                          <p:val>
                                            <p:fltVal val="0"/>
                                          </p:val>
                                        </p:tav>
                                        <p:tav tm="100000">
                                          <p:val>
                                            <p:strVal val="#ppt_h"/>
                                          </p:val>
                                        </p:tav>
                                      </p:tavLst>
                                    </p:anim>
                                    <p:animEffect transition="in" filter="fade">
                                      <p:cBhvr>
                                        <p:cTn id="21" dur="500"/>
                                        <p:tgtEl>
                                          <p:spTgt spid="13"/>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Text Box 7"/>
          <p:cNvSpPr txBox="1">
            <a:spLocks noChangeArrowheads="1"/>
          </p:cNvSpPr>
          <p:nvPr/>
        </p:nvSpPr>
        <p:spPr bwMode="auto">
          <a:xfrm>
            <a:off x="6668379" y="342679"/>
            <a:ext cx="3886641" cy="723275"/>
          </a:xfrm>
          <a:prstGeom prst="rect">
            <a:avLst/>
          </a:prstGeom>
          <a:noFill/>
          <a:ln w="9525">
            <a:noFill/>
            <a:miter lim="800000"/>
            <a:headEnd/>
            <a:tailEnd/>
          </a:ln>
        </p:spPr>
        <p:txBody>
          <a:bodyPr wrap="none" lIns="45720" tIns="22860" rIns="45720" bIns="22860">
            <a:spAutoFit/>
          </a:bodyPr>
          <a:lstStyle/>
          <a:p>
            <a:pPr lvl="1" rtl="1" eaLnBrk="0" hangingPunct="0"/>
            <a:r>
              <a:rPr lang="ar-SA" sz="4400" b="1" u="sng" dirty="0">
                <a:solidFill>
                  <a:prstClr val="black"/>
                </a:solidFill>
                <a:cs typeface="Simplified Arabic" panose="02020603050405020304" pitchFamily="18" charset="-78"/>
              </a:rPr>
              <a:t>أ‌-	نشأة الأكاديمية:</a:t>
            </a:r>
            <a:endParaRPr lang="en-US" sz="4400" u="sng" dirty="0">
              <a:solidFill>
                <a:prstClr val="black"/>
              </a:solidFill>
              <a:cs typeface="Simplified Arabic" panose="02020603050405020304" pitchFamily="18" charset="-78"/>
            </a:endParaRPr>
          </a:p>
        </p:txBody>
      </p:sp>
      <p:sp>
        <p:nvSpPr>
          <p:cNvPr id="77" name="Text Box 10"/>
          <p:cNvSpPr txBox="1">
            <a:spLocks noChangeArrowheads="1"/>
          </p:cNvSpPr>
          <p:nvPr/>
        </p:nvSpPr>
        <p:spPr bwMode="auto">
          <a:xfrm>
            <a:off x="231775" y="1474788"/>
            <a:ext cx="4521200" cy="1523494"/>
          </a:xfrm>
          <a:prstGeom prst="rect">
            <a:avLst/>
          </a:prstGeom>
          <a:noFill/>
          <a:ln w="9525">
            <a:noFill/>
            <a:miter lim="800000"/>
            <a:headEnd/>
            <a:tailEnd/>
          </a:ln>
        </p:spPr>
        <p:txBody>
          <a:bodyPr wrap="square" lIns="45720" tIns="22860" rIns="45720" bIns="22860">
            <a:spAutoFit/>
          </a:bodyPr>
          <a:lstStyle/>
          <a:p>
            <a:pPr algn="ctr" defTabSz="1087438" rtl="1"/>
            <a:r>
              <a:rPr lang="ar-SA" sz="3200" dirty="0">
                <a:solidFill>
                  <a:prstClr val="black"/>
                </a:solidFill>
                <a:cs typeface="Simplified Arabic" panose="02020603050405020304" pitchFamily="18" charset="-78"/>
              </a:rPr>
              <a:t>بدأت علاقة خان بالتعليم وإنتاج الفيديوهات التعليمية في أواخر عام 2004م</a:t>
            </a:r>
            <a:endParaRPr lang="en-US" sz="3200" b="1" dirty="0">
              <a:solidFill>
                <a:srgbClr val="94B64E"/>
              </a:solidFill>
              <a:latin typeface="Open Sans"/>
              <a:ea typeface="Open Sans"/>
              <a:cs typeface="Open Sans"/>
            </a:endParaRPr>
          </a:p>
        </p:txBody>
      </p:sp>
      <p:sp>
        <p:nvSpPr>
          <p:cNvPr id="79" name="Text Box 10"/>
          <p:cNvSpPr txBox="1">
            <a:spLocks noChangeArrowheads="1"/>
          </p:cNvSpPr>
          <p:nvPr/>
        </p:nvSpPr>
        <p:spPr bwMode="auto">
          <a:xfrm>
            <a:off x="198269" y="3931140"/>
            <a:ext cx="4327525" cy="2015936"/>
          </a:xfrm>
          <a:prstGeom prst="rect">
            <a:avLst/>
          </a:prstGeom>
          <a:noFill/>
          <a:ln w="9525">
            <a:noFill/>
            <a:miter lim="800000"/>
            <a:headEnd/>
            <a:tailEnd/>
          </a:ln>
        </p:spPr>
        <p:txBody>
          <a:bodyPr wrap="square" lIns="45720" tIns="22860" rIns="45720" bIns="22860">
            <a:spAutoFit/>
          </a:bodyPr>
          <a:lstStyle/>
          <a:p>
            <a:pPr algn="ctr" defTabSz="1087438" rtl="1"/>
            <a:r>
              <a:rPr lang="ar-SA" sz="3200" dirty="0">
                <a:solidFill>
                  <a:prstClr val="black"/>
                </a:solidFill>
                <a:cs typeface="Simplified Arabic" panose="02020603050405020304" pitchFamily="18" charset="-78"/>
              </a:rPr>
              <a:t>منذ أواخر عام 2009م، أخذت فيديوهات خان التعليمية تتلقى اقبالاً شديداً وصل إلى أكثر من 35.000 مشاهد في اليوم الواحد</a:t>
            </a:r>
            <a:endParaRPr lang="en-US" sz="1600" b="1" dirty="0">
              <a:solidFill>
                <a:srgbClr val="2980B9"/>
              </a:solidFill>
              <a:latin typeface="Open Sans"/>
              <a:ea typeface="Open Sans"/>
              <a:cs typeface="Open Sans"/>
            </a:endParaRPr>
          </a:p>
        </p:txBody>
      </p:sp>
      <p:grpSp>
        <p:nvGrpSpPr>
          <p:cNvPr id="107" name="Group 106"/>
          <p:cNvGrpSpPr>
            <a:grpSpLocks/>
          </p:cNvGrpSpPr>
          <p:nvPr/>
        </p:nvGrpSpPr>
        <p:grpSpPr bwMode="auto">
          <a:xfrm>
            <a:off x="4597400" y="4481513"/>
            <a:ext cx="1220788" cy="2376487"/>
            <a:chOff x="4752324" y="4894851"/>
            <a:chExt cx="1066423" cy="1963149"/>
          </a:xfrm>
        </p:grpSpPr>
        <p:sp>
          <p:nvSpPr>
            <p:cNvPr id="528400" name="Freeform 16"/>
            <p:cNvSpPr>
              <a:spLocks/>
            </p:cNvSpPr>
            <p:nvPr/>
          </p:nvSpPr>
          <p:spPr bwMode="auto">
            <a:xfrm rot="5400000">
              <a:off x="4980116" y="6019369"/>
              <a:ext cx="1509485" cy="167777"/>
            </a:xfrm>
            <a:custGeom>
              <a:avLst/>
              <a:gdLst>
                <a:gd name="T0" fmla="*/ 0 w 552"/>
                <a:gd name="T1" fmla="*/ 598917512 h 47"/>
                <a:gd name="T2" fmla="*/ 0 w 552"/>
                <a:gd name="T3" fmla="*/ 267600770 h 47"/>
                <a:gd name="T4" fmla="*/ 82255979 w 552"/>
                <a:gd name="T5" fmla="*/ 0 h 47"/>
                <a:gd name="T6" fmla="*/ 2147483647 w 552"/>
                <a:gd name="T7" fmla="*/ 0 h 47"/>
                <a:gd name="T8" fmla="*/ 0 60000 65536"/>
                <a:gd name="T9" fmla="*/ 0 60000 65536"/>
                <a:gd name="T10" fmla="*/ 0 60000 65536"/>
                <a:gd name="T11" fmla="*/ 0 60000 65536"/>
                <a:gd name="T12" fmla="*/ 0 w 552"/>
                <a:gd name="T13" fmla="*/ 0 h 47"/>
                <a:gd name="T14" fmla="*/ 552 w 552"/>
                <a:gd name="T15" fmla="*/ 47 h 47"/>
              </a:gdLst>
              <a:ahLst/>
              <a:cxnLst>
                <a:cxn ang="T8">
                  <a:pos x="T0" y="T1"/>
                </a:cxn>
                <a:cxn ang="T9">
                  <a:pos x="T2" y="T3"/>
                </a:cxn>
                <a:cxn ang="T10">
                  <a:pos x="T4" y="T5"/>
                </a:cxn>
                <a:cxn ang="T11">
                  <a:pos x="T6" y="T7"/>
                </a:cxn>
              </a:cxnLst>
              <a:rect l="T12" t="T13" r="T14" b="T15"/>
              <a:pathLst>
                <a:path w="552" h="47">
                  <a:moveTo>
                    <a:pt x="0" y="47"/>
                  </a:moveTo>
                  <a:cubicBezTo>
                    <a:pt x="0" y="21"/>
                    <a:pt x="0" y="21"/>
                    <a:pt x="0" y="21"/>
                  </a:cubicBezTo>
                  <a:cubicBezTo>
                    <a:pt x="0" y="7"/>
                    <a:pt x="4" y="0"/>
                    <a:pt x="11" y="0"/>
                  </a:cubicBezTo>
                  <a:cubicBezTo>
                    <a:pt x="552" y="0"/>
                    <a:pt x="552" y="0"/>
                    <a:pt x="552" y="0"/>
                  </a:cubicBezTo>
                </a:path>
              </a:pathLst>
            </a:custGeom>
            <a:noFill/>
            <a:ln w="85725">
              <a:solidFill>
                <a:srgbClr val="2980B9"/>
              </a:solidFill>
              <a:miter lim="800000"/>
              <a:headEnd/>
              <a:tailEnd/>
            </a:ln>
          </p:spPr>
          <p:txBody>
            <a:bodyPr lIns="121920" tIns="60960" rIns="121920" bIns="60960"/>
            <a:lstStyle/>
            <a:p>
              <a:endParaRPr lang="el-GR" sz="2400" dirty="0">
                <a:solidFill>
                  <a:srgbClr val="000000"/>
                </a:solidFill>
                <a:cs typeface="Simplified Arabic" panose="02020603050405020304" pitchFamily="18" charset="-78"/>
              </a:endParaRPr>
            </a:p>
          </p:txBody>
        </p:sp>
        <p:grpSp>
          <p:nvGrpSpPr>
            <p:cNvPr id="528401" name="Group 101"/>
            <p:cNvGrpSpPr>
              <a:grpSpLocks/>
            </p:cNvGrpSpPr>
            <p:nvPr/>
          </p:nvGrpSpPr>
          <p:grpSpPr bwMode="auto">
            <a:xfrm>
              <a:off x="4752324" y="4894851"/>
              <a:ext cx="905220" cy="907325"/>
              <a:chOff x="4752324" y="4894851"/>
              <a:chExt cx="905220" cy="907325"/>
            </a:xfrm>
          </p:grpSpPr>
          <p:sp>
            <p:nvSpPr>
              <p:cNvPr id="528402" name="Oval 10"/>
              <p:cNvSpPr>
                <a:spLocks noChangeArrowheads="1"/>
              </p:cNvSpPr>
              <p:nvPr/>
            </p:nvSpPr>
            <p:spPr bwMode="auto">
              <a:xfrm rot="5400000">
                <a:off x="4751271" y="4895904"/>
                <a:ext cx="907325" cy="905220"/>
              </a:xfrm>
              <a:prstGeom prst="ellipse">
                <a:avLst/>
              </a:prstGeom>
              <a:solidFill>
                <a:srgbClr val="2980B9"/>
              </a:solidFill>
              <a:ln w="9525">
                <a:noFill/>
                <a:miter lim="800000"/>
                <a:headEnd/>
                <a:tailEnd/>
              </a:ln>
            </p:spPr>
            <p:txBody>
              <a:bodyPr lIns="121920" tIns="60960" rIns="121920" bIns="60960"/>
              <a:lstStyle/>
              <a:p>
                <a:endParaRPr lang="el-GR" sz="2400" dirty="0">
                  <a:solidFill>
                    <a:srgbClr val="000000"/>
                  </a:solidFill>
                  <a:cs typeface="Simplified Arabic" panose="02020603050405020304" pitchFamily="18" charset="-78"/>
                </a:endParaRPr>
              </a:p>
            </p:txBody>
          </p:sp>
          <p:grpSp>
            <p:nvGrpSpPr>
              <p:cNvPr id="80" name="Group 79"/>
              <p:cNvGrpSpPr/>
              <p:nvPr/>
            </p:nvGrpSpPr>
            <p:grpSpPr>
              <a:xfrm>
                <a:off x="4972162" y="5124829"/>
                <a:ext cx="465543" cy="418373"/>
                <a:chOff x="5583238" y="3892551"/>
                <a:chExt cx="360363" cy="323850"/>
              </a:xfrm>
              <a:solidFill>
                <a:schemeClr val="bg1"/>
              </a:solidFill>
            </p:grpSpPr>
            <p:sp>
              <p:nvSpPr>
                <p:cNvPr id="81"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dirty="0">
                    <a:solidFill>
                      <a:prstClr val="black"/>
                    </a:solidFill>
                    <a:latin typeface="Calibri" panose="020F0502020204030204"/>
                    <a:cs typeface="Simplified Arabic" panose="02020603050405020304" pitchFamily="18" charset="-78"/>
                  </a:endParaRPr>
                </a:p>
              </p:txBody>
            </p:sp>
            <p:sp>
              <p:nvSpPr>
                <p:cNvPr id="82"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dirty="0">
                    <a:solidFill>
                      <a:prstClr val="black"/>
                    </a:solidFill>
                    <a:latin typeface="Calibri" panose="020F0502020204030204"/>
                    <a:cs typeface="Simplified Arabic" panose="02020603050405020304" pitchFamily="18" charset="-78"/>
                  </a:endParaRPr>
                </a:p>
              </p:txBody>
            </p:sp>
            <p:sp>
              <p:nvSpPr>
                <p:cNvPr id="83"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dirty="0">
                    <a:solidFill>
                      <a:prstClr val="black"/>
                    </a:solidFill>
                    <a:latin typeface="Calibri" panose="020F0502020204030204"/>
                    <a:cs typeface="Simplified Arabic" panose="02020603050405020304" pitchFamily="18" charset="-78"/>
                  </a:endParaRPr>
                </a:p>
              </p:txBody>
            </p:sp>
          </p:grpSp>
        </p:grpSp>
      </p:grpSp>
      <p:grpSp>
        <p:nvGrpSpPr>
          <p:cNvPr id="110" name="Group 109"/>
          <p:cNvGrpSpPr>
            <a:grpSpLocks/>
          </p:cNvGrpSpPr>
          <p:nvPr/>
        </p:nvGrpSpPr>
        <p:grpSpPr bwMode="auto">
          <a:xfrm>
            <a:off x="6215063" y="3208338"/>
            <a:ext cx="1177925" cy="3649662"/>
            <a:chOff x="6214302" y="3208001"/>
            <a:chExt cx="1178088" cy="3649999"/>
          </a:xfrm>
        </p:grpSpPr>
        <p:sp>
          <p:nvSpPr>
            <p:cNvPr id="528396" name="Freeform 13"/>
            <p:cNvSpPr>
              <a:spLocks/>
            </p:cNvSpPr>
            <p:nvPr/>
          </p:nvSpPr>
          <p:spPr bwMode="auto">
            <a:xfrm rot="5400000">
              <a:off x="4764858" y="5137445"/>
              <a:ext cx="3169999" cy="271111"/>
            </a:xfrm>
            <a:custGeom>
              <a:avLst/>
              <a:gdLst>
                <a:gd name="T0" fmla="*/ 0 w 959"/>
                <a:gd name="T1" fmla="*/ 0 h 76"/>
                <a:gd name="T2" fmla="*/ 0 w 959"/>
                <a:gd name="T3" fmla="*/ 699890825 h 76"/>
                <a:gd name="T4" fmla="*/ 196675466 w 959"/>
                <a:gd name="T5" fmla="*/ 967120772 h 76"/>
                <a:gd name="T6" fmla="*/ 2147483647 w 959"/>
                <a:gd name="T7" fmla="*/ 967120772 h 76"/>
                <a:gd name="T8" fmla="*/ 0 60000 65536"/>
                <a:gd name="T9" fmla="*/ 0 60000 65536"/>
                <a:gd name="T10" fmla="*/ 0 60000 65536"/>
                <a:gd name="T11" fmla="*/ 0 60000 65536"/>
                <a:gd name="T12" fmla="*/ 0 w 959"/>
                <a:gd name="T13" fmla="*/ 0 h 76"/>
                <a:gd name="T14" fmla="*/ 959 w 959"/>
                <a:gd name="T15" fmla="*/ 76 h 76"/>
              </a:gdLst>
              <a:ahLst/>
              <a:cxnLst>
                <a:cxn ang="T8">
                  <a:pos x="T0" y="T1"/>
                </a:cxn>
                <a:cxn ang="T9">
                  <a:pos x="T2" y="T3"/>
                </a:cxn>
                <a:cxn ang="T10">
                  <a:pos x="T4" y="T5"/>
                </a:cxn>
                <a:cxn ang="T11">
                  <a:pos x="T6" y="T7"/>
                </a:cxn>
              </a:cxnLst>
              <a:rect l="T12" t="T13" r="T14" b="T15"/>
              <a:pathLst>
                <a:path w="959" h="76">
                  <a:moveTo>
                    <a:pt x="0" y="0"/>
                  </a:moveTo>
                  <a:cubicBezTo>
                    <a:pt x="0" y="55"/>
                    <a:pt x="0" y="55"/>
                    <a:pt x="0" y="55"/>
                  </a:cubicBezTo>
                  <a:cubicBezTo>
                    <a:pt x="0" y="69"/>
                    <a:pt x="6" y="76"/>
                    <a:pt x="18" y="76"/>
                  </a:cubicBezTo>
                  <a:cubicBezTo>
                    <a:pt x="959" y="76"/>
                    <a:pt x="959" y="76"/>
                    <a:pt x="959" y="76"/>
                  </a:cubicBezTo>
                </a:path>
              </a:pathLst>
            </a:custGeom>
            <a:noFill/>
            <a:ln w="85725">
              <a:solidFill>
                <a:srgbClr val="C0392B"/>
              </a:solidFill>
              <a:miter lim="800000"/>
              <a:headEnd/>
              <a:tailEnd/>
            </a:ln>
          </p:spPr>
          <p:txBody>
            <a:bodyPr lIns="121920" tIns="60960" rIns="121920" bIns="60960"/>
            <a:lstStyle/>
            <a:p>
              <a:endParaRPr lang="el-GR" sz="2400" dirty="0">
                <a:solidFill>
                  <a:srgbClr val="000000"/>
                </a:solidFill>
                <a:cs typeface="Simplified Arabic" panose="02020603050405020304" pitchFamily="18" charset="-78"/>
              </a:endParaRPr>
            </a:p>
          </p:txBody>
        </p:sp>
        <p:grpSp>
          <p:nvGrpSpPr>
            <p:cNvPr id="528397" name="Group 103"/>
            <p:cNvGrpSpPr>
              <a:grpSpLocks/>
            </p:cNvGrpSpPr>
            <p:nvPr/>
          </p:nvGrpSpPr>
          <p:grpSpPr bwMode="auto">
            <a:xfrm>
              <a:off x="6478748" y="3208001"/>
              <a:ext cx="913642" cy="909432"/>
              <a:chOff x="6478748" y="3208001"/>
              <a:chExt cx="913642" cy="909432"/>
            </a:xfrm>
          </p:grpSpPr>
          <p:sp>
            <p:nvSpPr>
              <p:cNvPr id="528398" name="Oval 7"/>
              <p:cNvSpPr>
                <a:spLocks noChangeArrowheads="1"/>
              </p:cNvSpPr>
              <p:nvPr/>
            </p:nvSpPr>
            <p:spPr bwMode="auto">
              <a:xfrm rot="5400000">
                <a:off x="6480853" y="3205896"/>
                <a:ext cx="909432" cy="913642"/>
              </a:xfrm>
              <a:prstGeom prst="ellipse">
                <a:avLst/>
              </a:prstGeom>
              <a:solidFill>
                <a:srgbClr val="C0392B"/>
              </a:solidFill>
              <a:ln w="9525">
                <a:noFill/>
                <a:miter lim="800000"/>
                <a:headEnd/>
                <a:tailEnd/>
              </a:ln>
            </p:spPr>
            <p:txBody>
              <a:bodyPr lIns="121920" tIns="60960" rIns="121920" bIns="60960"/>
              <a:lstStyle/>
              <a:p>
                <a:endParaRPr lang="el-GR" sz="2400" dirty="0">
                  <a:solidFill>
                    <a:srgbClr val="000000"/>
                  </a:solidFill>
                  <a:cs typeface="Simplified Arabic" panose="02020603050405020304" pitchFamily="18" charset="-78"/>
                </a:endParaRPr>
              </a:p>
            </p:txBody>
          </p:sp>
          <p:sp>
            <p:nvSpPr>
              <p:cNvPr id="528399" name="Freeform 51"/>
              <p:cNvSpPr>
                <a:spLocks noEditPoints="1"/>
              </p:cNvSpPr>
              <p:nvPr/>
            </p:nvSpPr>
            <p:spPr bwMode="auto">
              <a:xfrm>
                <a:off x="6676136" y="3480913"/>
                <a:ext cx="518866" cy="428629"/>
              </a:xfrm>
              <a:custGeom>
                <a:avLst/>
                <a:gdLst>
                  <a:gd name="T0" fmla="*/ 1951736330 w 107"/>
                  <a:gd name="T1" fmla="*/ 1494644026 h 88"/>
                  <a:gd name="T2" fmla="*/ 1951736330 w 107"/>
                  <a:gd name="T3" fmla="*/ 166069402 h 88"/>
                  <a:gd name="T4" fmla="*/ 1951736330 w 107"/>
                  <a:gd name="T5" fmla="*/ 71171891 h 88"/>
                  <a:gd name="T6" fmla="*/ 1998764003 w 107"/>
                  <a:gd name="T7" fmla="*/ 0 h 88"/>
                  <a:gd name="T8" fmla="*/ 2045796526 w 107"/>
                  <a:gd name="T9" fmla="*/ 0 h 88"/>
                  <a:gd name="T10" fmla="*/ 2092824199 w 107"/>
                  <a:gd name="T11" fmla="*/ 0 h 88"/>
                  <a:gd name="T12" fmla="*/ 2092824199 w 107"/>
                  <a:gd name="T13" fmla="*/ 1636992642 h 88"/>
                  <a:gd name="T14" fmla="*/ 2045796526 w 107"/>
                  <a:gd name="T15" fmla="*/ 1660718223 h 88"/>
                  <a:gd name="T16" fmla="*/ 1998764003 w 107"/>
                  <a:gd name="T17" fmla="*/ 1636992642 h 88"/>
                  <a:gd name="T18" fmla="*/ 1951736330 w 107"/>
                  <a:gd name="T19" fmla="*/ 1589546350 h 88"/>
                  <a:gd name="T20" fmla="*/ 1951736330 w 107"/>
                  <a:gd name="T21" fmla="*/ 1494644026 h 88"/>
                  <a:gd name="T22" fmla="*/ 564356476 w 107"/>
                  <a:gd name="T23" fmla="*/ 1494644026 h 88"/>
                  <a:gd name="T24" fmla="*/ 564356476 w 107"/>
                  <a:gd name="T25" fmla="*/ 166069402 h 88"/>
                  <a:gd name="T26" fmla="*/ 564356476 w 107"/>
                  <a:gd name="T27" fmla="*/ 71171891 h 88"/>
                  <a:gd name="T28" fmla="*/ 517328803 w 107"/>
                  <a:gd name="T29" fmla="*/ 0 h 88"/>
                  <a:gd name="T30" fmla="*/ 470296280 w 107"/>
                  <a:gd name="T31" fmla="*/ 0 h 88"/>
                  <a:gd name="T32" fmla="*/ 423268607 w 107"/>
                  <a:gd name="T33" fmla="*/ 0 h 88"/>
                  <a:gd name="T34" fmla="*/ 423268607 w 107"/>
                  <a:gd name="T35" fmla="*/ 1636992642 h 88"/>
                  <a:gd name="T36" fmla="*/ 470296280 w 107"/>
                  <a:gd name="T37" fmla="*/ 1660718223 h 88"/>
                  <a:gd name="T38" fmla="*/ 517328803 w 107"/>
                  <a:gd name="T39" fmla="*/ 1636992642 h 88"/>
                  <a:gd name="T40" fmla="*/ 564356476 w 107"/>
                  <a:gd name="T41" fmla="*/ 1589546350 h 88"/>
                  <a:gd name="T42" fmla="*/ 564356476 w 107"/>
                  <a:gd name="T43" fmla="*/ 1494644026 h 88"/>
                  <a:gd name="T44" fmla="*/ 846537214 w 107"/>
                  <a:gd name="T45" fmla="*/ 1209951361 h 88"/>
                  <a:gd name="T46" fmla="*/ 846537214 w 107"/>
                  <a:gd name="T47" fmla="*/ 1304849119 h 88"/>
                  <a:gd name="T48" fmla="*/ 775990855 w 107"/>
                  <a:gd name="T49" fmla="*/ 1376020991 h 88"/>
                  <a:gd name="T50" fmla="*/ 728963182 w 107"/>
                  <a:gd name="T51" fmla="*/ 1399746572 h 88"/>
                  <a:gd name="T52" fmla="*/ 681930660 w 107"/>
                  <a:gd name="T53" fmla="*/ 1376020991 h 88"/>
                  <a:gd name="T54" fmla="*/ 681930660 w 107"/>
                  <a:gd name="T55" fmla="*/ 284692437 h 88"/>
                  <a:gd name="T56" fmla="*/ 728963182 w 107"/>
                  <a:gd name="T57" fmla="*/ 260971726 h 88"/>
                  <a:gd name="T58" fmla="*/ 775990855 w 107"/>
                  <a:gd name="T59" fmla="*/ 284692437 h 88"/>
                  <a:gd name="T60" fmla="*/ 846537214 w 107"/>
                  <a:gd name="T61" fmla="*/ 332143675 h 88"/>
                  <a:gd name="T62" fmla="*/ 846537214 w 107"/>
                  <a:gd name="T63" fmla="*/ 427041129 h 88"/>
                  <a:gd name="T64" fmla="*/ 846537214 w 107"/>
                  <a:gd name="T65" fmla="*/ 1209951361 h 88"/>
                  <a:gd name="T66" fmla="*/ 1434407679 w 107"/>
                  <a:gd name="T67" fmla="*/ 1897964292 h 88"/>
                  <a:gd name="T68" fmla="*/ 1269805670 w 107"/>
                  <a:gd name="T69" fmla="*/ 2087759199 h 88"/>
                  <a:gd name="T70" fmla="*/ 1081685279 w 107"/>
                  <a:gd name="T71" fmla="*/ 1897964292 h 88"/>
                  <a:gd name="T72" fmla="*/ 1081685279 w 107"/>
                  <a:gd name="T73" fmla="*/ 569389744 h 88"/>
                  <a:gd name="T74" fmla="*/ 1269805670 w 107"/>
                  <a:gd name="T75" fmla="*/ 379594837 h 88"/>
                  <a:gd name="T76" fmla="*/ 1434407679 w 107"/>
                  <a:gd name="T77" fmla="*/ 569389744 h 88"/>
                  <a:gd name="T78" fmla="*/ 1434407679 w 107"/>
                  <a:gd name="T79" fmla="*/ 1897964292 h 88"/>
                  <a:gd name="T80" fmla="*/ 1669555743 w 107"/>
                  <a:gd name="T81" fmla="*/ 1209951361 h 88"/>
                  <a:gd name="T82" fmla="*/ 1669555743 w 107"/>
                  <a:gd name="T83" fmla="*/ 1304849119 h 88"/>
                  <a:gd name="T84" fmla="*/ 1740102102 w 107"/>
                  <a:gd name="T85" fmla="*/ 1376020991 h 88"/>
                  <a:gd name="T86" fmla="*/ 1787129775 w 107"/>
                  <a:gd name="T87" fmla="*/ 1399746572 h 88"/>
                  <a:gd name="T88" fmla="*/ 1834162298 w 107"/>
                  <a:gd name="T89" fmla="*/ 1376020991 h 88"/>
                  <a:gd name="T90" fmla="*/ 1834162298 w 107"/>
                  <a:gd name="T91" fmla="*/ 284692437 h 88"/>
                  <a:gd name="T92" fmla="*/ 1787129775 w 107"/>
                  <a:gd name="T93" fmla="*/ 260971726 h 88"/>
                  <a:gd name="T94" fmla="*/ 1740102102 w 107"/>
                  <a:gd name="T95" fmla="*/ 284692437 h 88"/>
                  <a:gd name="T96" fmla="*/ 1669555743 w 107"/>
                  <a:gd name="T97" fmla="*/ 332143675 h 88"/>
                  <a:gd name="T98" fmla="*/ 1669555743 w 107"/>
                  <a:gd name="T99" fmla="*/ 427041129 h 88"/>
                  <a:gd name="T100" fmla="*/ 1669555743 w 107"/>
                  <a:gd name="T101" fmla="*/ 1209951361 h 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
                  <a:gd name="T154" fmla="*/ 0 h 88"/>
                  <a:gd name="T155" fmla="*/ 107 w 107"/>
                  <a:gd name="T156" fmla="*/ 88 h 8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 h="88">
                    <a:moveTo>
                      <a:pt x="83" y="63"/>
                    </a:moveTo>
                    <a:cubicBezTo>
                      <a:pt x="97" y="47"/>
                      <a:pt x="97" y="23"/>
                      <a:pt x="83" y="7"/>
                    </a:cubicBezTo>
                    <a:cubicBezTo>
                      <a:pt x="82" y="6"/>
                      <a:pt x="82" y="4"/>
                      <a:pt x="83" y="3"/>
                    </a:cubicBezTo>
                    <a:cubicBezTo>
                      <a:pt x="85" y="0"/>
                      <a:pt x="85" y="0"/>
                      <a:pt x="85" y="0"/>
                    </a:cubicBezTo>
                    <a:cubicBezTo>
                      <a:pt x="86" y="0"/>
                      <a:pt x="86" y="0"/>
                      <a:pt x="87" y="0"/>
                    </a:cubicBezTo>
                    <a:cubicBezTo>
                      <a:pt x="88" y="0"/>
                      <a:pt x="89" y="0"/>
                      <a:pt x="89" y="0"/>
                    </a:cubicBezTo>
                    <a:cubicBezTo>
                      <a:pt x="107" y="20"/>
                      <a:pt x="107" y="50"/>
                      <a:pt x="89" y="69"/>
                    </a:cubicBezTo>
                    <a:cubicBezTo>
                      <a:pt x="89" y="70"/>
                      <a:pt x="88" y="70"/>
                      <a:pt x="87" y="70"/>
                    </a:cubicBezTo>
                    <a:cubicBezTo>
                      <a:pt x="86" y="70"/>
                      <a:pt x="86" y="70"/>
                      <a:pt x="85" y="69"/>
                    </a:cubicBezTo>
                    <a:cubicBezTo>
                      <a:pt x="83" y="67"/>
                      <a:pt x="83" y="67"/>
                      <a:pt x="83" y="67"/>
                    </a:cubicBezTo>
                    <a:cubicBezTo>
                      <a:pt x="82" y="65"/>
                      <a:pt x="82" y="64"/>
                      <a:pt x="83" y="63"/>
                    </a:cubicBezTo>
                    <a:close/>
                    <a:moveTo>
                      <a:pt x="24" y="63"/>
                    </a:moveTo>
                    <a:cubicBezTo>
                      <a:pt x="10" y="47"/>
                      <a:pt x="10" y="23"/>
                      <a:pt x="24" y="7"/>
                    </a:cubicBezTo>
                    <a:cubicBezTo>
                      <a:pt x="25" y="6"/>
                      <a:pt x="25" y="4"/>
                      <a:pt x="24" y="3"/>
                    </a:cubicBezTo>
                    <a:cubicBezTo>
                      <a:pt x="22" y="0"/>
                      <a:pt x="22" y="0"/>
                      <a:pt x="22" y="0"/>
                    </a:cubicBezTo>
                    <a:cubicBezTo>
                      <a:pt x="21" y="0"/>
                      <a:pt x="21" y="0"/>
                      <a:pt x="20" y="0"/>
                    </a:cubicBezTo>
                    <a:cubicBezTo>
                      <a:pt x="19" y="0"/>
                      <a:pt x="18" y="0"/>
                      <a:pt x="18" y="0"/>
                    </a:cubicBezTo>
                    <a:cubicBezTo>
                      <a:pt x="0" y="20"/>
                      <a:pt x="0" y="50"/>
                      <a:pt x="18" y="69"/>
                    </a:cubicBezTo>
                    <a:cubicBezTo>
                      <a:pt x="18" y="70"/>
                      <a:pt x="19" y="70"/>
                      <a:pt x="20" y="70"/>
                    </a:cubicBezTo>
                    <a:cubicBezTo>
                      <a:pt x="21" y="70"/>
                      <a:pt x="21" y="70"/>
                      <a:pt x="22" y="69"/>
                    </a:cubicBezTo>
                    <a:cubicBezTo>
                      <a:pt x="24" y="67"/>
                      <a:pt x="24" y="67"/>
                      <a:pt x="24" y="67"/>
                    </a:cubicBezTo>
                    <a:cubicBezTo>
                      <a:pt x="25" y="65"/>
                      <a:pt x="25" y="64"/>
                      <a:pt x="24" y="63"/>
                    </a:cubicBezTo>
                    <a:close/>
                    <a:moveTo>
                      <a:pt x="36" y="51"/>
                    </a:moveTo>
                    <a:cubicBezTo>
                      <a:pt x="37" y="53"/>
                      <a:pt x="37" y="54"/>
                      <a:pt x="36" y="55"/>
                    </a:cubicBezTo>
                    <a:cubicBezTo>
                      <a:pt x="33" y="58"/>
                      <a:pt x="33" y="58"/>
                      <a:pt x="33" y="58"/>
                    </a:cubicBezTo>
                    <a:cubicBezTo>
                      <a:pt x="33" y="58"/>
                      <a:pt x="32" y="59"/>
                      <a:pt x="31" y="59"/>
                    </a:cubicBezTo>
                    <a:cubicBezTo>
                      <a:pt x="30" y="58"/>
                      <a:pt x="30" y="58"/>
                      <a:pt x="29" y="58"/>
                    </a:cubicBezTo>
                    <a:cubicBezTo>
                      <a:pt x="18" y="44"/>
                      <a:pt x="18" y="25"/>
                      <a:pt x="29" y="12"/>
                    </a:cubicBezTo>
                    <a:cubicBezTo>
                      <a:pt x="30" y="11"/>
                      <a:pt x="30" y="11"/>
                      <a:pt x="31" y="11"/>
                    </a:cubicBezTo>
                    <a:cubicBezTo>
                      <a:pt x="32" y="11"/>
                      <a:pt x="33" y="11"/>
                      <a:pt x="33" y="12"/>
                    </a:cubicBezTo>
                    <a:cubicBezTo>
                      <a:pt x="36" y="14"/>
                      <a:pt x="36" y="14"/>
                      <a:pt x="36" y="14"/>
                    </a:cubicBezTo>
                    <a:cubicBezTo>
                      <a:pt x="37" y="15"/>
                      <a:pt x="37" y="17"/>
                      <a:pt x="36" y="18"/>
                    </a:cubicBezTo>
                    <a:cubicBezTo>
                      <a:pt x="28" y="28"/>
                      <a:pt x="28" y="42"/>
                      <a:pt x="36" y="51"/>
                    </a:cubicBezTo>
                    <a:close/>
                    <a:moveTo>
                      <a:pt x="61" y="80"/>
                    </a:moveTo>
                    <a:cubicBezTo>
                      <a:pt x="61" y="84"/>
                      <a:pt x="58" y="88"/>
                      <a:pt x="54" y="88"/>
                    </a:cubicBezTo>
                    <a:cubicBezTo>
                      <a:pt x="49" y="88"/>
                      <a:pt x="46" y="84"/>
                      <a:pt x="46" y="80"/>
                    </a:cubicBezTo>
                    <a:cubicBezTo>
                      <a:pt x="46" y="60"/>
                      <a:pt x="46" y="44"/>
                      <a:pt x="46" y="24"/>
                    </a:cubicBezTo>
                    <a:cubicBezTo>
                      <a:pt x="46" y="19"/>
                      <a:pt x="49" y="16"/>
                      <a:pt x="54" y="16"/>
                    </a:cubicBezTo>
                    <a:cubicBezTo>
                      <a:pt x="58" y="16"/>
                      <a:pt x="61" y="19"/>
                      <a:pt x="61" y="24"/>
                    </a:cubicBezTo>
                    <a:cubicBezTo>
                      <a:pt x="61" y="44"/>
                      <a:pt x="61" y="60"/>
                      <a:pt x="61" y="80"/>
                    </a:cubicBezTo>
                    <a:close/>
                    <a:moveTo>
                      <a:pt x="71" y="51"/>
                    </a:moveTo>
                    <a:cubicBezTo>
                      <a:pt x="70" y="53"/>
                      <a:pt x="70" y="54"/>
                      <a:pt x="71" y="55"/>
                    </a:cubicBezTo>
                    <a:cubicBezTo>
                      <a:pt x="74" y="58"/>
                      <a:pt x="74" y="58"/>
                      <a:pt x="74" y="58"/>
                    </a:cubicBezTo>
                    <a:cubicBezTo>
                      <a:pt x="74" y="58"/>
                      <a:pt x="75" y="59"/>
                      <a:pt x="76" y="59"/>
                    </a:cubicBezTo>
                    <a:cubicBezTo>
                      <a:pt x="77" y="58"/>
                      <a:pt x="77" y="58"/>
                      <a:pt x="78" y="58"/>
                    </a:cubicBezTo>
                    <a:cubicBezTo>
                      <a:pt x="89" y="44"/>
                      <a:pt x="89" y="25"/>
                      <a:pt x="78" y="12"/>
                    </a:cubicBezTo>
                    <a:cubicBezTo>
                      <a:pt x="77" y="11"/>
                      <a:pt x="77" y="11"/>
                      <a:pt x="76" y="11"/>
                    </a:cubicBezTo>
                    <a:cubicBezTo>
                      <a:pt x="75" y="11"/>
                      <a:pt x="74" y="11"/>
                      <a:pt x="74" y="12"/>
                    </a:cubicBezTo>
                    <a:cubicBezTo>
                      <a:pt x="71" y="14"/>
                      <a:pt x="71" y="14"/>
                      <a:pt x="71" y="14"/>
                    </a:cubicBezTo>
                    <a:cubicBezTo>
                      <a:pt x="70" y="15"/>
                      <a:pt x="70" y="17"/>
                      <a:pt x="71" y="18"/>
                    </a:cubicBezTo>
                    <a:cubicBezTo>
                      <a:pt x="79" y="28"/>
                      <a:pt x="79" y="42"/>
                      <a:pt x="71" y="51"/>
                    </a:cubicBezTo>
                    <a:close/>
                  </a:path>
                </a:pathLst>
              </a:custGeom>
              <a:solidFill>
                <a:schemeClr val="bg1"/>
              </a:solidFill>
              <a:ln w="9525">
                <a:noFill/>
                <a:miter lim="800000"/>
                <a:headEnd/>
                <a:tailEnd/>
              </a:ln>
            </p:spPr>
            <p:txBody>
              <a:bodyPr/>
              <a:lstStyle/>
              <a:p>
                <a:endParaRPr lang="el-GR" dirty="0">
                  <a:solidFill>
                    <a:srgbClr val="000000"/>
                  </a:solidFill>
                  <a:cs typeface="Simplified Arabic" panose="02020603050405020304" pitchFamily="18" charset="-78"/>
                </a:endParaRPr>
              </a:p>
            </p:txBody>
          </p:sp>
        </p:grpSp>
      </p:grpSp>
      <p:grpSp>
        <p:nvGrpSpPr>
          <p:cNvPr id="108" name="Group 107"/>
          <p:cNvGrpSpPr>
            <a:grpSpLocks/>
          </p:cNvGrpSpPr>
          <p:nvPr/>
        </p:nvGrpSpPr>
        <p:grpSpPr bwMode="auto">
          <a:xfrm>
            <a:off x="4752975" y="1646238"/>
            <a:ext cx="1268413" cy="5211762"/>
            <a:chOff x="4752322" y="1646206"/>
            <a:chExt cx="1269757" cy="5211794"/>
          </a:xfrm>
        </p:grpSpPr>
        <p:sp>
          <p:nvSpPr>
            <p:cNvPr id="528392" name="Freeform 12"/>
            <p:cNvSpPr>
              <a:spLocks/>
            </p:cNvSpPr>
            <p:nvPr/>
          </p:nvSpPr>
          <p:spPr bwMode="auto">
            <a:xfrm rot="5400000">
              <a:off x="3459948" y="4295868"/>
              <a:ext cx="4753152" cy="371111"/>
            </a:xfrm>
            <a:custGeom>
              <a:avLst/>
              <a:gdLst>
                <a:gd name="T0" fmla="*/ 0 w 1355"/>
                <a:gd name="T1" fmla="*/ 1324263272 h 104"/>
                <a:gd name="T2" fmla="*/ 0 w 1355"/>
                <a:gd name="T3" fmla="*/ 267399782 h 104"/>
                <a:gd name="T4" fmla="*/ 319930972 w 1355"/>
                <a:gd name="T5" fmla="*/ 12731962 h 104"/>
                <a:gd name="T6" fmla="*/ 2147483647 w 1355"/>
                <a:gd name="T7" fmla="*/ 12731962 h 104"/>
                <a:gd name="T8" fmla="*/ 0 60000 65536"/>
                <a:gd name="T9" fmla="*/ 0 60000 65536"/>
                <a:gd name="T10" fmla="*/ 0 60000 65536"/>
                <a:gd name="T11" fmla="*/ 0 60000 65536"/>
                <a:gd name="T12" fmla="*/ 0 w 1355"/>
                <a:gd name="T13" fmla="*/ 0 h 104"/>
                <a:gd name="T14" fmla="*/ 1355 w 1355"/>
                <a:gd name="T15" fmla="*/ 104 h 104"/>
              </a:gdLst>
              <a:ahLst/>
              <a:cxnLst>
                <a:cxn ang="T8">
                  <a:pos x="T0" y="T1"/>
                </a:cxn>
                <a:cxn ang="T9">
                  <a:pos x="T2" y="T3"/>
                </a:cxn>
                <a:cxn ang="T10">
                  <a:pos x="T4" y="T5"/>
                </a:cxn>
                <a:cxn ang="T11">
                  <a:pos x="T6" y="T7"/>
                </a:cxn>
              </a:cxnLst>
              <a:rect l="T12" t="T13" r="T14" b="T15"/>
              <a:pathLst>
                <a:path w="1355" h="104">
                  <a:moveTo>
                    <a:pt x="0" y="104"/>
                  </a:moveTo>
                  <a:cubicBezTo>
                    <a:pt x="0" y="21"/>
                    <a:pt x="0" y="21"/>
                    <a:pt x="0" y="21"/>
                  </a:cubicBezTo>
                  <a:cubicBezTo>
                    <a:pt x="1" y="8"/>
                    <a:pt x="9" y="0"/>
                    <a:pt x="26" y="1"/>
                  </a:cubicBezTo>
                  <a:cubicBezTo>
                    <a:pt x="1355" y="1"/>
                    <a:pt x="1355" y="1"/>
                    <a:pt x="1355" y="1"/>
                  </a:cubicBezTo>
                </a:path>
              </a:pathLst>
            </a:custGeom>
            <a:noFill/>
            <a:ln w="85725">
              <a:solidFill>
                <a:srgbClr val="94B64E"/>
              </a:solidFill>
              <a:miter lim="800000"/>
              <a:headEnd/>
              <a:tailEnd/>
            </a:ln>
          </p:spPr>
          <p:txBody>
            <a:bodyPr lIns="121920" tIns="60960" rIns="121920" bIns="60960"/>
            <a:lstStyle/>
            <a:p>
              <a:endParaRPr lang="el-GR" sz="2400" dirty="0">
                <a:solidFill>
                  <a:srgbClr val="000000"/>
                </a:solidFill>
                <a:cs typeface="Simplified Arabic" panose="02020603050405020304" pitchFamily="18" charset="-78"/>
              </a:endParaRPr>
            </a:p>
          </p:txBody>
        </p:sp>
        <p:grpSp>
          <p:nvGrpSpPr>
            <p:cNvPr id="528393" name="Group 99"/>
            <p:cNvGrpSpPr>
              <a:grpSpLocks/>
            </p:cNvGrpSpPr>
            <p:nvPr/>
          </p:nvGrpSpPr>
          <p:grpSpPr bwMode="auto">
            <a:xfrm>
              <a:off x="4752322" y="1646206"/>
              <a:ext cx="905222" cy="909432"/>
              <a:chOff x="4752322" y="1646206"/>
              <a:chExt cx="905222" cy="909432"/>
            </a:xfrm>
          </p:grpSpPr>
          <p:sp>
            <p:nvSpPr>
              <p:cNvPr id="528394" name="Oval 6"/>
              <p:cNvSpPr>
                <a:spLocks noChangeArrowheads="1"/>
              </p:cNvSpPr>
              <p:nvPr/>
            </p:nvSpPr>
            <p:spPr bwMode="auto">
              <a:xfrm rot="5400000">
                <a:off x="4750217" y="1648311"/>
                <a:ext cx="909432" cy="905222"/>
              </a:xfrm>
              <a:prstGeom prst="ellipse">
                <a:avLst/>
              </a:prstGeom>
              <a:solidFill>
                <a:srgbClr val="94B64E"/>
              </a:solidFill>
              <a:ln w="9525">
                <a:noFill/>
                <a:miter lim="800000"/>
                <a:headEnd/>
                <a:tailEnd/>
              </a:ln>
            </p:spPr>
            <p:txBody>
              <a:bodyPr lIns="121920" tIns="60960" rIns="121920" bIns="60960"/>
              <a:lstStyle/>
              <a:p>
                <a:endParaRPr lang="el-GR" sz="2400" dirty="0">
                  <a:solidFill>
                    <a:srgbClr val="000000"/>
                  </a:solidFill>
                  <a:cs typeface="Simplified Arabic" panose="02020603050405020304" pitchFamily="18" charset="-78"/>
                </a:endParaRPr>
              </a:p>
            </p:txBody>
          </p:sp>
          <p:sp>
            <p:nvSpPr>
              <p:cNvPr id="528395" name="Freeform 71"/>
              <p:cNvSpPr>
                <a:spLocks noEditPoints="1"/>
              </p:cNvSpPr>
              <p:nvPr/>
            </p:nvSpPr>
            <p:spPr bwMode="auto">
              <a:xfrm>
                <a:off x="5047830" y="1843480"/>
                <a:ext cx="314207" cy="476823"/>
              </a:xfrm>
              <a:custGeom>
                <a:avLst/>
                <a:gdLst>
                  <a:gd name="T0" fmla="*/ 557049763 w 48"/>
                  <a:gd name="T1" fmla="*/ 2147483647 h 73"/>
                  <a:gd name="T2" fmla="*/ 1542592639 w 48"/>
                  <a:gd name="T3" fmla="*/ 2147483647 h 73"/>
                  <a:gd name="T4" fmla="*/ 1542592639 w 48"/>
                  <a:gd name="T5" fmla="*/ 2147483647 h 73"/>
                  <a:gd name="T6" fmla="*/ 1585442605 w 48"/>
                  <a:gd name="T7" fmla="*/ 2147483647 h 73"/>
                  <a:gd name="T8" fmla="*/ 1628292571 w 48"/>
                  <a:gd name="T9" fmla="*/ 2147483647 h 73"/>
                  <a:gd name="T10" fmla="*/ 1028399593 w 48"/>
                  <a:gd name="T11" fmla="*/ 1749254654 h 73"/>
                  <a:gd name="T12" fmla="*/ 471349831 w 48"/>
                  <a:gd name="T13" fmla="*/ 2147483647 h 73"/>
                  <a:gd name="T14" fmla="*/ 471349831 w 48"/>
                  <a:gd name="T15" fmla="*/ 2147483647 h 73"/>
                  <a:gd name="T16" fmla="*/ 557049763 w 48"/>
                  <a:gd name="T17" fmla="*/ 2147483647 h 73"/>
                  <a:gd name="T18" fmla="*/ 557049763 w 48"/>
                  <a:gd name="T19" fmla="*/ 2147483647 h 73"/>
                  <a:gd name="T20" fmla="*/ 1885392776 w 48"/>
                  <a:gd name="T21" fmla="*/ 469311413 h 73"/>
                  <a:gd name="T22" fmla="*/ 2056792640 w 48"/>
                  <a:gd name="T23" fmla="*/ 298654471 h 73"/>
                  <a:gd name="T24" fmla="*/ 2056792640 w 48"/>
                  <a:gd name="T25" fmla="*/ 213322734 h 73"/>
                  <a:gd name="T26" fmla="*/ 1885392776 w 48"/>
                  <a:gd name="T27" fmla="*/ 0 h 73"/>
                  <a:gd name="T28" fmla="*/ 214249881 w 48"/>
                  <a:gd name="T29" fmla="*/ 0 h 73"/>
                  <a:gd name="T30" fmla="*/ 0 w 48"/>
                  <a:gd name="T31" fmla="*/ 213322734 h 73"/>
                  <a:gd name="T32" fmla="*/ 0 w 48"/>
                  <a:gd name="T33" fmla="*/ 298654471 h 73"/>
                  <a:gd name="T34" fmla="*/ 171399915 w 48"/>
                  <a:gd name="T35" fmla="*/ 469311413 h 73"/>
                  <a:gd name="T36" fmla="*/ 1885392776 w 48"/>
                  <a:gd name="T37" fmla="*/ 469311413 h 73"/>
                  <a:gd name="T38" fmla="*/ 1713992503 w 48"/>
                  <a:gd name="T39" fmla="*/ 554643099 h 73"/>
                  <a:gd name="T40" fmla="*/ 1885392776 w 48"/>
                  <a:gd name="T41" fmla="*/ 554643099 h 73"/>
                  <a:gd name="T42" fmla="*/ 1328342809 w 48"/>
                  <a:gd name="T43" fmla="*/ 1535931563 h 73"/>
                  <a:gd name="T44" fmla="*/ 1885392776 w 48"/>
                  <a:gd name="T45" fmla="*/ 2147483647 h 73"/>
                  <a:gd name="T46" fmla="*/ 1713992503 w 48"/>
                  <a:gd name="T47" fmla="*/ 2147483647 h 73"/>
                  <a:gd name="T48" fmla="*/ 1114092979 w 48"/>
                  <a:gd name="T49" fmla="*/ 1621256717 h 73"/>
                  <a:gd name="T50" fmla="*/ 1071243013 w 48"/>
                  <a:gd name="T51" fmla="*/ 1535931563 h 73"/>
                  <a:gd name="T52" fmla="*/ 1114092979 w 48"/>
                  <a:gd name="T53" fmla="*/ 1493265720 h 73"/>
                  <a:gd name="T54" fmla="*/ 1114092979 w 48"/>
                  <a:gd name="T55" fmla="*/ 1493265720 h 73"/>
                  <a:gd name="T56" fmla="*/ 1713992503 w 48"/>
                  <a:gd name="T57" fmla="*/ 554643099 h 73"/>
                  <a:gd name="T58" fmla="*/ 171399915 w 48"/>
                  <a:gd name="T59" fmla="*/ 2147483647 h 73"/>
                  <a:gd name="T60" fmla="*/ 0 w 48"/>
                  <a:gd name="T61" fmla="*/ 2147483647 h 73"/>
                  <a:gd name="T62" fmla="*/ 0 w 48"/>
                  <a:gd name="T63" fmla="*/ 2147483647 h 73"/>
                  <a:gd name="T64" fmla="*/ 214249881 w 48"/>
                  <a:gd name="T65" fmla="*/ 2147483647 h 73"/>
                  <a:gd name="T66" fmla="*/ 1885392776 w 48"/>
                  <a:gd name="T67" fmla="*/ 2147483647 h 73"/>
                  <a:gd name="T68" fmla="*/ 2056792640 w 48"/>
                  <a:gd name="T69" fmla="*/ 2147483647 h 73"/>
                  <a:gd name="T70" fmla="*/ 2056792640 w 48"/>
                  <a:gd name="T71" fmla="*/ 2147483647 h 73"/>
                  <a:gd name="T72" fmla="*/ 1885392776 w 48"/>
                  <a:gd name="T73" fmla="*/ 2147483647 h 73"/>
                  <a:gd name="T74" fmla="*/ 171399915 w 48"/>
                  <a:gd name="T75" fmla="*/ 2147483647 h 73"/>
                  <a:gd name="T76" fmla="*/ 342799830 w 48"/>
                  <a:gd name="T77" fmla="*/ 2147483647 h 73"/>
                  <a:gd name="T78" fmla="*/ 171399915 w 48"/>
                  <a:gd name="T79" fmla="*/ 2147483647 h 73"/>
                  <a:gd name="T80" fmla="*/ 771299593 w 48"/>
                  <a:gd name="T81" fmla="*/ 1535931563 h 73"/>
                  <a:gd name="T82" fmla="*/ 171399915 w 48"/>
                  <a:gd name="T83" fmla="*/ 554643099 h 73"/>
                  <a:gd name="T84" fmla="*/ 342799830 w 48"/>
                  <a:gd name="T85" fmla="*/ 554643099 h 73"/>
                  <a:gd name="T86" fmla="*/ 942699661 w 48"/>
                  <a:gd name="T87" fmla="*/ 1493265720 h 73"/>
                  <a:gd name="T88" fmla="*/ 1028399593 w 48"/>
                  <a:gd name="T89" fmla="*/ 1578590874 h 73"/>
                  <a:gd name="T90" fmla="*/ 942699661 w 48"/>
                  <a:gd name="T91" fmla="*/ 1621256717 h 73"/>
                  <a:gd name="T92" fmla="*/ 342799830 w 48"/>
                  <a:gd name="T93" fmla="*/ 2147483647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dirty="0">
                  <a:solidFill>
                    <a:srgbClr val="000000"/>
                  </a:solidFill>
                  <a:cs typeface="Simplified Arabic" panose="02020603050405020304" pitchFamily="18" charset="-78"/>
                </a:endParaRPr>
              </a:p>
            </p:txBody>
          </p:sp>
        </p:grpSp>
      </p:grpSp>
      <p:sp>
        <p:nvSpPr>
          <p:cNvPr id="54" name="Text Box 10"/>
          <p:cNvSpPr txBox="1">
            <a:spLocks noChangeArrowheads="1"/>
          </p:cNvSpPr>
          <p:nvPr/>
        </p:nvSpPr>
        <p:spPr bwMode="auto">
          <a:xfrm>
            <a:off x="7590349" y="2184508"/>
            <a:ext cx="4367213" cy="3493264"/>
          </a:xfrm>
          <a:prstGeom prst="rect">
            <a:avLst/>
          </a:prstGeom>
          <a:noFill/>
          <a:ln w="9525">
            <a:noFill/>
            <a:miter lim="800000"/>
            <a:headEnd/>
            <a:tailEnd/>
          </a:ln>
        </p:spPr>
        <p:txBody>
          <a:bodyPr lIns="45720" tIns="22860" rIns="45720" bIns="22860">
            <a:spAutoFit/>
          </a:bodyPr>
          <a:lstStyle/>
          <a:p>
            <a:pPr algn="ctr" defTabSz="1087438" rtl="1"/>
            <a:r>
              <a:rPr lang="ar-SA" sz="3200" dirty="0">
                <a:solidFill>
                  <a:prstClr val="black"/>
                </a:solidFill>
                <a:cs typeface="Simplified Arabic" panose="02020603050405020304" pitchFamily="18" charset="-78"/>
              </a:rPr>
              <a:t>في عام 2009، ونظراً للشعبية الكبيرة التي حصل عليها خان وشهادات التقدير التي انهالت عليه من التلاميذ والطلاب، قرر خان ترك عمله في مجال التمويل والاقتصاد، والتفرغ للعمل على إنشاء الأكاديمية وتوسيع دورها</a:t>
            </a:r>
            <a:endParaRPr lang="en-US" sz="3200" dirty="0">
              <a:solidFill>
                <a:srgbClr val="A6A6A6"/>
              </a:solidFill>
              <a:latin typeface="Open Sans"/>
              <a:ea typeface="Open Sans"/>
              <a:cs typeface="Open Sans"/>
            </a:endParaRPr>
          </a:p>
        </p:txBody>
      </p:sp>
      <p:sp>
        <p:nvSpPr>
          <p:cNvPr id="2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719201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200"/>
                                        <p:tgtEl>
                                          <p:spTgt spid="72"/>
                                        </p:tgtEl>
                                      </p:cBhvr>
                                    </p:animEffect>
                                  </p:childTnLst>
                                </p:cTn>
                              </p:par>
                            </p:childTnLst>
                          </p:cTn>
                        </p:par>
                        <p:par>
                          <p:cTn id="8" fill="hold">
                            <p:stCondLst>
                              <p:cond delay="200"/>
                            </p:stCondLst>
                            <p:childTnLst>
                              <p:par>
                                <p:cTn id="9" presetID="2" presetClass="entr" presetSubtype="4" fill="hold" nodeType="afterEffect">
                                  <p:stCondLst>
                                    <p:cond delay="0"/>
                                  </p:stCondLst>
                                  <p:childTnLst>
                                    <p:set>
                                      <p:cBhvr>
                                        <p:cTn id="10" dur="1" fill="hold">
                                          <p:stCondLst>
                                            <p:cond delay="0"/>
                                          </p:stCondLst>
                                        </p:cTn>
                                        <p:tgtEl>
                                          <p:spTgt spid="107"/>
                                        </p:tgtEl>
                                        <p:attrNameLst>
                                          <p:attrName>style.visibility</p:attrName>
                                        </p:attrNameLst>
                                      </p:cBhvr>
                                      <p:to>
                                        <p:strVal val="visible"/>
                                      </p:to>
                                    </p:set>
                                    <p:anim calcmode="lin" valueType="num">
                                      <p:cBhvr additive="base">
                                        <p:cTn id="11" dur="500" fill="hold"/>
                                        <p:tgtEl>
                                          <p:spTgt spid="107"/>
                                        </p:tgtEl>
                                        <p:attrNameLst>
                                          <p:attrName>ppt_x</p:attrName>
                                        </p:attrNameLst>
                                      </p:cBhvr>
                                      <p:tavLst>
                                        <p:tav tm="0">
                                          <p:val>
                                            <p:strVal val="#ppt_x"/>
                                          </p:val>
                                        </p:tav>
                                        <p:tav tm="100000">
                                          <p:val>
                                            <p:strVal val="#ppt_x"/>
                                          </p:val>
                                        </p:tav>
                                      </p:tavLst>
                                    </p:anim>
                                    <p:anim calcmode="lin" valueType="num">
                                      <p:cBhvr additive="base">
                                        <p:cTn id="12" dur="500" fill="hold"/>
                                        <p:tgtEl>
                                          <p:spTgt spid="107"/>
                                        </p:tgtEl>
                                        <p:attrNameLst>
                                          <p:attrName>ppt_y</p:attrName>
                                        </p:attrNameLst>
                                      </p:cBhvr>
                                      <p:tavLst>
                                        <p:tav tm="0">
                                          <p:val>
                                            <p:strVal val="1+#ppt_h/2"/>
                                          </p:val>
                                        </p:tav>
                                        <p:tav tm="100000">
                                          <p:val>
                                            <p:strVal val="#ppt_y"/>
                                          </p:val>
                                        </p:tav>
                                      </p:tavLst>
                                    </p:anim>
                                  </p:childTnLst>
                                </p:cTn>
                              </p:par>
                            </p:childTnLst>
                          </p:cTn>
                        </p:par>
                        <p:par>
                          <p:cTn id="13" fill="hold">
                            <p:stCondLst>
                              <p:cond delay="700"/>
                            </p:stCondLst>
                            <p:childTnLst>
                              <p:par>
                                <p:cTn id="14" presetID="2" presetClass="entr" presetSubtype="4" fill="hold" grpId="0" nodeType="afterEffect">
                                  <p:stCondLst>
                                    <p:cond delay="0"/>
                                  </p:stCondLst>
                                  <p:childTnLst>
                                    <p:set>
                                      <p:cBhvr>
                                        <p:cTn id="15" dur="1" fill="hold">
                                          <p:stCondLst>
                                            <p:cond delay="0"/>
                                          </p:stCondLst>
                                        </p:cTn>
                                        <p:tgtEl>
                                          <p:spTgt spid="79"/>
                                        </p:tgtEl>
                                        <p:attrNameLst>
                                          <p:attrName>style.visibility</p:attrName>
                                        </p:attrNameLst>
                                      </p:cBhvr>
                                      <p:to>
                                        <p:strVal val="visible"/>
                                      </p:to>
                                    </p:set>
                                    <p:anim calcmode="lin" valueType="num">
                                      <p:cBhvr additive="base">
                                        <p:cTn id="16" dur="500" fill="hold"/>
                                        <p:tgtEl>
                                          <p:spTgt spid="79"/>
                                        </p:tgtEl>
                                        <p:attrNameLst>
                                          <p:attrName>ppt_x</p:attrName>
                                        </p:attrNameLst>
                                      </p:cBhvr>
                                      <p:tavLst>
                                        <p:tav tm="0">
                                          <p:val>
                                            <p:strVal val="#ppt_x"/>
                                          </p:val>
                                        </p:tav>
                                        <p:tav tm="100000">
                                          <p:val>
                                            <p:strVal val="#ppt_x"/>
                                          </p:val>
                                        </p:tav>
                                      </p:tavLst>
                                    </p:anim>
                                    <p:anim calcmode="lin" valueType="num">
                                      <p:cBhvr additive="base">
                                        <p:cTn id="17" dur="500" fill="hold"/>
                                        <p:tgtEl>
                                          <p:spTgt spid="79"/>
                                        </p:tgtEl>
                                        <p:attrNameLst>
                                          <p:attrName>ppt_y</p:attrName>
                                        </p:attrNameLst>
                                      </p:cBhvr>
                                      <p:tavLst>
                                        <p:tav tm="0">
                                          <p:val>
                                            <p:strVal val="1+#ppt_h/2"/>
                                          </p:val>
                                        </p:tav>
                                        <p:tav tm="100000">
                                          <p:val>
                                            <p:strVal val="#ppt_y"/>
                                          </p:val>
                                        </p:tav>
                                      </p:tavLst>
                                    </p:anim>
                                  </p:childTnLst>
                                </p:cTn>
                              </p:par>
                            </p:childTnLst>
                          </p:cTn>
                        </p:par>
                        <p:par>
                          <p:cTn id="18" fill="hold">
                            <p:stCondLst>
                              <p:cond delay="1200"/>
                            </p:stCondLst>
                            <p:childTnLst>
                              <p:par>
                                <p:cTn id="19" presetID="2" presetClass="entr" presetSubtype="4" fill="hold" nodeType="afterEffect">
                                  <p:stCondLst>
                                    <p:cond delay="0"/>
                                  </p:stCondLst>
                                  <p:childTnLst>
                                    <p:set>
                                      <p:cBhvr>
                                        <p:cTn id="20" dur="1" fill="hold">
                                          <p:stCondLst>
                                            <p:cond delay="0"/>
                                          </p:stCondLst>
                                        </p:cTn>
                                        <p:tgtEl>
                                          <p:spTgt spid="108"/>
                                        </p:tgtEl>
                                        <p:attrNameLst>
                                          <p:attrName>style.visibility</p:attrName>
                                        </p:attrNameLst>
                                      </p:cBhvr>
                                      <p:to>
                                        <p:strVal val="visible"/>
                                      </p:to>
                                    </p:set>
                                    <p:anim calcmode="lin" valueType="num">
                                      <p:cBhvr additive="base">
                                        <p:cTn id="21" dur="500" fill="hold"/>
                                        <p:tgtEl>
                                          <p:spTgt spid="108"/>
                                        </p:tgtEl>
                                        <p:attrNameLst>
                                          <p:attrName>ppt_x</p:attrName>
                                        </p:attrNameLst>
                                      </p:cBhvr>
                                      <p:tavLst>
                                        <p:tav tm="0">
                                          <p:val>
                                            <p:strVal val="#ppt_x"/>
                                          </p:val>
                                        </p:tav>
                                        <p:tav tm="100000">
                                          <p:val>
                                            <p:strVal val="#ppt_x"/>
                                          </p:val>
                                        </p:tav>
                                      </p:tavLst>
                                    </p:anim>
                                    <p:anim calcmode="lin" valueType="num">
                                      <p:cBhvr additive="base">
                                        <p:cTn id="22" dur="500" fill="hold"/>
                                        <p:tgtEl>
                                          <p:spTgt spid="108"/>
                                        </p:tgtEl>
                                        <p:attrNameLst>
                                          <p:attrName>ppt_y</p:attrName>
                                        </p:attrNameLst>
                                      </p:cBhvr>
                                      <p:tavLst>
                                        <p:tav tm="0">
                                          <p:val>
                                            <p:strVal val="1+#ppt_h/2"/>
                                          </p:val>
                                        </p:tav>
                                        <p:tav tm="100000">
                                          <p:val>
                                            <p:strVal val="#ppt_y"/>
                                          </p:val>
                                        </p:tav>
                                      </p:tavLst>
                                    </p:anim>
                                  </p:childTnLst>
                                </p:cTn>
                              </p:par>
                            </p:childTnLst>
                          </p:cTn>
                        </p:par>
                        <p:par>
                          <p:cTn id="23" fill="hold">
                            <p:stCondLst>
                              <p:cond delay="1700"/>
                            </p:stCondLst>
                            <p:childTnLst>
                              <p:par>
                                <p:cTn id="24" presetID="2" presetClass="entr" presetSubtype="4" fill="hold" grpId="0" nodeType="afterEffect">
                                  <p:stCondLst>
                                    <p:cond delay="0"/>
                                  </p:stCondLst>
                                  <p:childTnLst>
                                    <p:set>
                                      <p:cBhvr>
                                        <p:cTn id="25" dur="1" fill="hold">
                                          <p:stCondLst>
                                            <p:cond delay="0"/>
                                          </p:stCondLst>
                                        </p:cTn>
                                        <p:tgtEl>
                                          <p:spTgt spid="77"/>
                                        </p:tgtEl>
                                        <p:attrNameLst>
                                          <p:attrName>style.visibility</p:attrName>
                                        </p:attrNameLst>
                                      </p:cBhvr>
                                      <p:to>
                                        <p:strVal val="visible"/>
                                      </p:to>
                                    </p:set>
                                    <p:anim calcmode="lin" valueType="num">
                                      <p:cBhvr additive="base">
                                        <p:cTn id="26" dur="500" fill="hold"/>
                                        <p:tgtEl>
                                          <p:spTgt spid="77"/>
                                        </p:tgtEl>
                                        <p:attrNameLst>
                                          <p:attrName>ppt_x</p:attrName>
                                        </p:attrNameLst>
                                      </p:cBhvr>
                                      <p:tavLst>
                                        <p:tav tm="0">
                                          <p:val>
                                            <p:strVal val="#ppt_x"/>
                                          </p:val>
                                        </p:tav>
                                        <p:tav tm="100000">
                                          <p:val>
                                            <p:strVal val="#ppt_x"/>
                                          </p:val>
                                        </p:tav>
                                      </p:tavLst>
                                    </p:anim>
                                    <p:anim calcmode="lin" valueType="num">
                                      <p:cBhvr additive="base">
                                        <p:cTn id="27" dur="500" fill="hold"/>
                                        <p:tgtEl>
                                          <p:spTgt spid="77"/>
                                        </p:tgtEl>
                                        <p:attrNameLst>
                                          <p:attrName>ppt_y</p:attrName>
                                        </p:attrNameLst>
                                      </p:cBhvr>
                                      <p:tavLst>
                                        <p:tav tm="0">
                                          <p:val>
                                            <p:strVal val="1+#ppt_h/2"/>
                                          </p:val>
                                        </p:tav>
                                        <p:tav tm="100000">
                                          <p:val>
                                            <p:strVal val="#ppt_y"/>
                                          </p:val>
                                        </p:tav>
                                      </p:tavLst>
                                    </p:anim>
                                  </p:childTnLst>
                                </p:cTn>
                              </p:par>
                            </p:childTnLst>
                          </p:cTn>
                        </p:par>
                        <p:par>
                          <p:cTn id="28" fill="hold">
                            <p:stCondLst>
                              <p:cond delay="2200"/>
                            </p:stCondLst>
                            <p:childTnLst>
                              <p:par>
                                <p:cTn id="29" presetID="2" presetClass="entr" presetSubtype="4" fill="hold" nodeType="afterEffect">
                                  <p:stCondLst>
                                    <p:cond delay="0"/>
                                  </p:stCondLst>
                                  <p:childTnLst>
                                    <p:set>
                                      <p:cBhvr>
                                        <p:cTn id="30" dur="1" fill="hold">
                                          <p:stCondLst>
                                            <p:cond delay="0"/>
                                          </p:stCondLst>
                                        </p:cTn>
                                        <p:tgtEl>
                                          <p:spTgt spid="110"/>
                                        </p:tgtEl>
                                        <p:attrNameLst>
                                          <p:attrName>style.visibility</p:attrName>
                                        </p:attrNameLst>
                                      </p:cBhvr>
                                      <p:to>
                                        <p:strVal val="visible"/>
                                      </p:to>
                                    </p:set>
                                    <p:anim calcmode="lin" valueType="num">
                                      <p:cBhvr additive="base">
                                        <p:cTn id="31" dur="500" fill="hold"/>
                                        <p:tgtEl>
                                          <p:spTgt spid="110"/>
                                        </p:tgtEl>
                                        <p:attrNameLst>
                                          <p:attrName>ppt_x</p:attrName>
                                        </p:attrNameLst>
                                      </p:cBhvr>
                                      <p:tavLst>
                                        <p:tav tm="0">
                                          <p:val>
                                            <p:strVal val="#ppt_x"/>
                                          </p:val>
                                        </p:tav>
                                        <p:tav tm="100000">
                                          <p:val>
                                            <p:strVal val="#ppt_x"/>
                                          </p:val>
                                        </p:tav>
                                      </p:tavLst>
                                    </p:anim>
                                    <p:anim calcmode="lin" valueType="num">
                                      <p:cBhvr additive="base">
                                        <p:cTn id="32" dur="500" fill="hold"/>
                                        <p:tgtEl>
                                          <p:spTgt spid="110"/>
                                        </p:tgtEl>
                                        <p:attrNameLst>
                                          <p:attrName>ppt_y</p:attrName>
                                        </p:attrNameLst>
                                      </p:cBhvr>
                                      <p:tavLst>
                                        <p:tav tm="0">
                                          <p:val>
                                            <p:strVal val="1+#ppt_h/2"/>
                                          </p:val>
                                        </p:tav>
                                        <p:tav tm="100000">
                                          <p:val>
                                            <p:strVal val="#ppt_y"/>
                                          </p:val>
                                        </p:tav>
                                      </p:tavLst>
                                    </p:anim>
                                  </p:childTnLst>
                                </p:cTn>
                              </p:par>
                            </p:childTnLst>
                          </p:cTn>
                        </p:par>
                        <p:par>
                          <p:cTn id="33" fill="hold">
                            <p:stCondLst>
                              <p:cond delay="2700"/>
                            </p:stCondLst>
                            <p:childTnLst>
                              <p:par>
                                <p:cTn id="34" presetID="2" presetClass="entr" presetSubtype="4" fill="hold" grpId="0" nodeType="afterEffect">
                                  <p:stCondLst>
                                    <p:cond delay="0"/>
                                  </p:stCondLst>
                                  <p:childTnLst>
                                    <p:set>
                                      <p:cBhvr>
                                        <p:cTn id="35" dur="1" fill="hold">
                                          <p:stCondLst>
                                            <p:cond delay="0"/>
                                          </p:stCondLst>
                                        </p:cTn>
                                        <p:tgtEl>
                                          <p:spTgt spid="54"/>
                                        </p:tgtEl>
                                        <p:attrNameLst>
                                          <p:attrName>style.visibility</p:attrName>
                                        </p:attrNameLst>
                                      </p:cBhvr>
                                      <p:to>
                                        <p:strVal val="visible"/>
                                      </p:to>
                                    </p:set>
                                    <p:anim calcmode="lin" valueType="num">
                                      <p:cBhvr additive="base">
                                        <p:cTn id="36" dur="500" fill="hold"/>
                                        <p:tgtEl>
                                          <p:spTgt spid="54"/>
                                        </p:tgtEl>
                                        <p:attrNameLst>
                                          <p:attrName>ppt_x</p:attrName>
                                        </p:attrNameLst>
                                      </p:cBhvr>
                                      <p:tavLst>
                                        <p:tav tm="0">
                                          <p:val>
                                            <p:strVal val="#ppt_x"/>
                                          </p:val>
                                        </p:tav>
                                        <p:tav tm="100000">
                                          <p:val>
                                            <p:strVal val="#ppt_x"/>
                                          </p:val>
                                        </p:tav>
                                      </p:tavLst>
                                    </p:anim>
                                    <p:anim calcmode="lin" valueType="num">
                                      <p:cBhvr additive="base">
                                        <p:cTn id="37"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7" grpId="0"/>
      <p:bldP spid="79" grpId="0"/>
      <p:bldP spid="54" grpId="0"/>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453775" y="1394452"/>
            <a:ext cx="6490879" cy="646331"/>
          </a:xfrm>
          <a:prstGeom prst="rect">
            <a:avLst/>
          </a:prstGeom>
          <a:noFill/>
        </p:spPr>
        <p:txBody>
          <a:bodyPr wrap="none" rtlCol="0">
            <a:spAutoFit/>
          </a:bodyPr>
          <a:lstStyle/>
          <a:p>
            <a:pPr algn="ctr" fontAlgn="auto">
              <a:spcBef>
                <a:spcPts val="0"/>
              </a:spcBef>
              <a:spcAft>
                <a:spcPts val="0"/>
              </a:spcAft>
            </a:pPr>
            <a:r>
              <a:rPr lang="ar-SA" sz="3600" b="1" u="sng" dirty="0">
                <a:solidFill>
                  <a:srgbClr val="FF0000"/>
                </a:solidFill>
                <a:latin typeface="Raleway" panose="020B0503030101060003" pitchFamily="34" charset="0"/>
                <a:ea typeface="Open Sans" panose="020B0606030504020204" pitchFamily="34" charset="0"/>
                <a:cs typeface="Open Sans" panose="020B0606030504020204" pitchFamily="34" charset="0"/>
              </a:rPr>
              <a:t>ما الأسلوب المستخدم في التعليم لدى خان؟</a:t>
            </a:r>
            <a:endParaRPr lang="en-US" sz="2400" u="sng" dirty="0">
              <a:solidFill>
                <a:srgbClr val="FF0000"/>
              </a:solidFill>
              <a:latin typeface="Raleway" panose="020B0503030101060003" pitchFamily="34" charset="0"/>
              <a:cs typeface="Simplified Arabic" panose="02020603050405020304" pitchFamily="18" charset="-78"/>
            </a:endParaRPr>
          </a:p>
        </p:txBody>
      </p:sp>
      <p:grpSp>
        <p:nvGrpSpPr>
          <p:cNvPr id="3" name="Group 2"/>
          <p:cNvGrpSpPr/>
          <p:nvPr/>
        </p:nvGrpSpPr>
        <p:grpSpPr>
          <a:xfrm>
            <a:off x="-36632" y="4714875"/>
            <a:ext cx="5467350" cy="2143125"/>
            <a:chOff x="3381376" y="4711701"/>
            <a:chExt cx="5467350" cy="2143125"/>
          </a:xfrm>
        </p:grpSpPr>
        <p:sp>
          <p:nvSpPr>
            <p:cNvPr id="5" name="Freeform 5"/>
            <p:cNvSpPr>
              <a:spLocks/>
            </p:cNvSpPr>
            <p:nvPr/>
          </p:nvSpPr>
          <p:spPr bwMode="auto">
            <a:xfrm>
              <a:off x="3381376" y="4711701"/>
              <a:ext cx="5467350" cy="2143125"/>
            </a:xfrm>
            <a:custGeom>
              <a:avLst/>
              <a:gdLst>
                <a:gd name="T0" fmla="*/ 0 w 1770"/>
                <a:gd name="T1" fmla="*/ 658 h 694"/>
                <a:gd name="T2" fmla="*/ 0 w 1770"/>
                <a:gd name="T3" fmla="*/ 661 h 694"/>
                <a:gd name="T4" fmla="*/ 0 w 1770"/>
                <a:gd name="T5" fmla="*/ 661 h 694"/>
                <a:gd name="T6" fmla="*/ 0 w 1770"/>
                <a:gd name="T7" fmla="*/ 661 h 694"/>
                <a:gd name="T8" fmla="*/ 110 w 1770"/>
                <a:gd name="T9" fmla="*/ 694 h 694"/>
                <a:gd name="T10" fmla="*/ 1696 w 1770"/>
                <a:gd name="T11" fmla="*/ 693 h 694"/>
                <a:gd name="T12" fmla="*/ 1764 w 1770"/>
                <a:gd name="T13" fmla="*/ 667 h 694"/>
                <a:gd name="T14" fmla="*/ 1766 w 1770"/>
                <a:gd name="T15" fmla="*/ 624 h 694"/>
                <a:gd name="T16" fmla="*/ 1766 w 1770"/>
                <a:gd name="T17" fmla="*/ 624 h 694"/>
                <a:gd name="T18" fmla="*/ 1743 w 1770"/>
                <a:gd name="T19" fmla="*/ 577 h 694"/>
                <a:gd name="T20" fmla="*/ 1281 w 1770"/>
                <a:gd name="T21" fmla="*/ 37 h 694"/>
                <a:gd name="T22" fmla="*/ 1189 w 1770"/>
                <a:gd name="T23" fmla="*/ 0 h 694"/>
                <a:gd name="T24" fmla="*/ 557 w 1770"/>
                <a:gd name="T25" fmla="*/ 1 h 694"/>
                <a:gd name="T26" fmla="*/ 478 w 1770"/>
                <a:gd name="T27" fmla="*/ 30 h 694"/>
                <a:gd name="T28" fmla="*/ 21 w 1770"/>
                <a:gd name="T29" fmla="*/ 578 h 694"/>
                <a:gd name="T30" fmla="*/ 3 w 1770"/>
                <a:gd name="T31" fmla="*/ 612 h 694"/>
                <a:gd name="T32" fmla="*/ 3 w 1770"/>
                <a:gd name="T33" fmla="*/ 612 h 694"/>
                <a:gd name="T34" fmla="*/ 0 w 1770"/>
                <a:gd name="T35" fmla="*/ 658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70" h="694">
                  <a:moveTo>
                    <a:pt x="0" y="658"/>
                  </a:moveTo>
                  <a:cubicBezTo>
                    <a:pt x="0" y="659"/>
                    <a:pt x="0" y="660"/>
                    <a:pt x="0" y="661"/>
                  </a:cubicBezTo>
                  <a:cubicBezTo>
                    <a:pt x="0" y="661"/>
                    <a:pt x="0" y="661"/>
                    <a:pt x="0" y="661"/>
                  </a:cubicBezTo>
                  <a:cubicBezTo>
                    <a:pt x="0" y="661"/>
                    <a:pt x="0" y="661"/>
                    <a:pt x="0" y="661"/>
                  </a:cubicBezTo>
                  <a:cubicBezTo>
                    <a:pt x="0" y="680"/>
                    <a:pt x="27" y="694"/>
                    <a:pt x="110" y="694"/>
                  </a:cubicBezTo>
                  <a:cubicBezTo>
                    <a:pt x="1696" y="693"/>
                    <a:pt x="1696" y="693"/>
                    <a:pt x="1696" y="693"/>
                  </a:cubicBezTo>
                  <a:cubicBezTo>
                    <a:pt x="1747" y="693"/>
                    <a:pt x="1764" y="683"/>
                    <a:pt x="1764" y="667"/>
                  </a:cubicBezTo>
                  <a:cubicBezTo>
                    <a:pt x="1766" y="624"/>
                    <a:pt x="1766" y="624"/>
                    <a:pt x="1766" y="624"/>
                  </a:cubicBezTo>
                  <a:cubicBezTo>
                    <a:pt x="1766" y="624"/>
                    <a:pt x="1766" y="624"/>
                    <a:pt x="1766" y="624"/>
                  </a:cubicBezTo>
                  <a:cubicBezTo>
                    <a:pt x="1770" y="612"/>
                    <a:pt x="1759" y="595"/>
                    <a:pt x="1743" y="577"/>
                  </a:cubicBezTo>
                  <a:cubicBezTo>
                    <a:pt x="1281" y="37"/>
                    <a:pt x="1281" y="37"/>
                    <a:pt x="1281" y="37"/>
                  </a:cubicBezTo>
                  <a:cubicBezTo>
                    <a:pt x="1263" y="16"/>
                    <a:pt x="1245" y="0"/>
                    <a:pt x="1189" y="0"/>
                  </a:cubicBezTo>
                  <a:cubicBezTo>
                    <a:pt x="557" y="1"/>
                    <a:pt x="557" y="1"/>
                    <a:pt x="557" y="1"/>
                  </a:cubicBezTo>
                  <a:cubicBezTo>
                    <a:pt x="512" y="1"/>
                    <a:pt x="495" y="9"/>
                    <a:pt x="478" y="30"/>
                  </a:cubicBezTo>
                  <a:cubicBezTo>
                    <a:pt x="21" y="578"/>
                    <a:pt x="21" y="578"/>
                    <a:pt x="21" y="578"/>
                  </a:cubicBezTo>
                  <a:cubicBezTo>
                    <a:pt x="11" y="590"/>
                    <a:pt x="4" y="602"/>
                    <a:pt x="3" y="612"/>
                  </a:cubicBezTo>
                  <a:cubicBezTo>
                    <a:pt x="3" y="612"/>
                    <a:pt x="3" y="612"/>
                    <a:pt x="3" y="612"/>
                  </a:cubicBezTo>
                  <a:lnTo>
                    <a:pt x="0" y="65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95A5A6"/>
                </a:solidFill>
                <a:latin typeface="Calibri" panose="020F0502020204030204"/>
                <a:cs typeface="Simplified Arabic" panose="02020603050405020304" pitchFamily="18" charset="-78"/>
              </a:endParaRPr>
            </a:p>
          </p:txBody>
        </p:sp>
        <p:sp>
          <p:nvSpPr>
            <p:cNvPr id="6" name="Freeform 6"/>
            <p:cNvSpPr>
              <a:spLocks/>
            </p:cNvSpPr>
            <p:nvPr/>
          </p:nvSpPr>
          <p:spPr bwMode="auto">
            <a:xfrm>
              <a:off x="3689351" y="4819651"/>
              <a:ext cx="4849813" cy="1701800"/>
            </a:xfrm>
            <a:custGeom>
              <a:avLst/>
              <a:gdLst>
                <a:gd name="T0" fmla="*/ 0 w 3055"/>
                <a:gd name="T1" fmla="*/ 1072 h 1072"/>
                <a:gd name="T2" fmla="*/ 3055 w 3055"/>
                <a:gd name="T3" fmla="*/ 1068 h 1072"/>
                <a:gd name="T4" fmla="*/ 2226 w 3055"/>
                <a:gd name="T5" fmla="*/ 0 h 1072"/>
                <a:gd name="T6" fmla="*/ 812 w 3055"/>
                <a:gd name="T7" fmla="*/ 2 h 1072"/>
                <a:gd name="T8" fmla="*/ 0 w 3055"/>
                <a:gd name="T9" fmla="*/ 1072 h 1072"/>
              </a:gdLst>
              <a:ahLst/>
              <a:cxnLst>
                <a:cxn ang="0">
                  <a:pos x="T0" y="T1"/>
                </a:cxn>
                <a:cxn ang="0">
                  <a:pos x="T2" y="T3"/>
                </a:cxn>
                <a:cxn ang="0">
                  <a:pos x="T4" y="T5"/>
                </a:cxn>
                <a:cxn ang="0">
                  <a:pos x="T6" y="T7"/>
                </a:cxn>
                <a:cxn ang="0">
                  <a:pos x="T8" y="T9"/>
                </a:cxn>
              </a:cxnLst>
              <a:rect l="0" t="0" r="r" b="b"/>
              <a:pathLst>
                <a:path w="3055" h="1072">
                  <a:moveTo>
                    <a:pt x="0" y="1072"/>
                  </a:moveTo>
                  <a:lnTo>
                    <a:pt x="3055" y="1068"/>
                  </a:lnTo>
                  <a:lnTo>
                    <a:pt x="2226" y="0"/>
                  </a:lnTo>
                  <a:lnTo>
                    <a:pt x="812" y="2"/>
                  </a:lnTo>
                  <a:lnTo>
                    <a:pt x="0" y="107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95A5A6"/>
                </a:solidFill>
                <a:latin typeface="Calibri" panose="020F0502020204030204"/>
                <a:cs typeface="Simplified Arabic" panose="02020603050405020304" pitchFamily="18" charset="-78"/>
              </a:endParaRPr>
            </a:p>
          </p:txBody>
        </p:sp>
        <p:sp>
          <p:nvSpPr>
            <p:cNvPr id="7" name="Freeform 7"/>
            <p:cNvSpPr>
              <a:spLocks/>
            </p:cNvSpPr>
            <p:nvPr/>
          </p:nvSpPr>
          <p:spPr bwMode="auto">
            <a:xfrm>
              <a:off x="5664201" y="4751388"/>
              <a:ext cx="846138" cy="30163"/>
            </a:xfrm>
            <a:custGeom>
              <a:avLst/>
              <a:gdLst>
                <a:gd name="T0" fmla="*/ 260 w 274"/>
                <a:gd name="T1" fmla="*/ 0 h 10"/>
                <a:gd name="T2" fmla="*/ 137 w 274"/>
                <a:gd name="T3" fmla="*/ 0 h 10"/>
                <a:gd name="T4" fmla="*/ 14 w 274"/>
                <a:gd name="T5" fmla="*/ 0 h 10"/>
                <a:gd name="T6" fmla="*/ 1 w 274"/>
                <a:gd name="T7" fmla="*/ 5 h 10"/>
                <a:gd name="T8" fmla="*/ 1 w 274"/>
                <a:gd name="T9" fmla="*/ 5 h 10"/>
                <a:gd name="T10" fmla="*/ 12 w 274"/>
                <a:gd name="T11" fmla="*/ 10 h 10"/>
                <a:gd name="T12" fmla="*/ 137 w 274"/>
                <a:gd name="T13" fmla="*/ 10 h 10"/>
                <a:gd name="T14" fmla="*/ 262 w 274"/>
                <a:gd name="T15" fmla="*/ 10 h 10"/>
                <a:gd name="T16" fmla="*/ 273 w 274"/>
                <a:gd name="T17" fmla="*/ 5 h 10"/>
                <a:gd name="T18" fmla="*/ 273 w 274"/>
                <a:gd name="T19" fmla="*/ 5 h 10"/>
                <a:gd name="T20" fmla="*/ 260 w 274"/>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4" h="10">
                  <a:moveTo>
                    <a:pt x="260" y="0"/>
                  </a:moveTo>
                  <a:cubicBezTo>
                    <a:pt x="219" y="0"/>
                    <a:pt x="178" y="0"/>
                    <a:pt x="137" y="0"/>
                  </a:cubicBezTo>
                  <a:cubicBezTo>
                    <a:pt x="96" y="0"/>
                    <a:pt x="55" y="0"/>
                    <a:pt x="14" y="0"/>
                  </a:cubicBezTo>
                  <a:cubicBezTo>
                    <a:pt x="8" y="0"/>
                    <a:pt x="2" y="3"/>
                    <a:pt x="1" y="5"/>
                  </a:cubicBezTo>
                  <a:cubicBezTo>
                    <a:pt x="1" y="5"/>
                    <a:pt x="1" y="5"/>
                    <a:pt x="1" y="5"/>
                  </a:cubicBezTo>
                  <a:cubicBezTo>
                    <a:pt x="0" y="8"/>
                    <a:pt x="5" y="10"/>
                    <a:pt x="12" y="10"/>
                  </a:cubicBezTo>
                  <a:cubicBezTo>
                    <a:pt x="54" y="10"/>
                    <a:pt x="95" y="10"/>
                    <a:pt x="137" y="10"/>
                  </a:cubicBezTo>
                  <a:cubicBezTo>
                    <a:pt x="179" y="10"/>
                    <a:pt x="220" y="10"/>
                    <a:pt x="262" y="10"/>
                  </a:cubicBezTo>
                  <a:cubicBezTo>
                    <a:pt x="269" y="10"/>
                    <a:pt x="274" y="8"/>
                    <a:pt x="273" y="5"/>
                  </a:cubicBezTo>
                  <a:cubicBezTo>
                    <a:pt x="273" y="5"/>
                    <a:pt x="273" y="5"/>
                    <a:pt x="273" y="5"/>
                  </a:cubicBezTo>
                  <a:cubicBezTo>
                    <a:pt x="272" y="2"/>
                    <a:pt x="266" y="0"/>
                    <a:pt x="260" y="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95A5A6"/>
                </a:solidFill>
                <a:latin typeface="Calibri" panose="020F0502020204030204"/>
                <a:cs typeface="Simplified Arabic" panose="02020603050405020304" pitchFamily="18" charset="-78"/>
              </a:endParaRPr>
            </a:p>
          </p:txBody>
        </p:sp>
        <p:sp>
          <p:nvSpPr>
            <p:cNvPr id="8" name="Freeform 8"/>
            <p:cNvSpPr>
              <a:spLocks noEditPoints="1"/>
            </p:cNvSpPr>
            <p:nvPr/>
          </p:nvSpPr>
          <p:spPr bwMode="auto">
            <a:xfrm>
              <a:off x="5830889" y="6557963"/>
              <a:ext cx="561975" cy="101600"/>
            </a:xfrm>
            <a:custGeom>
              <a:avLst/>
              <a:gdLst>
                <a:gd name="T0" fmla="*/ 91 w 182"/>
                <a:gd name="T1" fmla="*/ 7 h 33"/>
                <a:gd name="T2" fmla="*/ 119 w 182"/>
                <a:gd name="T3" fmla="*/ 18 h 33"/>
                <a:gd name="T4" fmla="*/ 119 w 182"/>
                <a:gd name="T5" fmla="*/ 30 h 33"/>
                <a:gd name="T6" fmla="*/ 98 w 182"/>
                <a:gd name="T7" fmla="*/ 30 h 33"/>
                <a:gd name="T8" fmla="*/ 99 w 182"/>
                <a:gd name="T9" fmla="*/ 25 h 33"/>
                <a:gd name="T10" fmla="*/ 90 w 182"/>
                <a:gd name="T11" fmla="*/ 21 h 33"/>
                <a:gd name="T12" fmla="*/ 90 w 182"/>
                <a:gd name="T13" fmla="*/ 21 h 33"/>
                <a:gd name="T14" fmla="*/ 90 w 182"/>
                <a:gd name="T15" fmla="*/ 33 h 33"/>
                <a:gd name="T16" fmla="*/ 91 w 182"/>
                <a:gd name="T17" fmla="*/ 33 h 33"/>
                <a:gd name="T18" fmla="*/ 181 w 182"/>
                <a:gd name="T19" fmla="*/ 17 h 33"/>
                <a:gd name="T20" fmla="*/ 90 w 182"/>
                <a:gd name="T21" fmla="*/ 0 h 33"/>
                <a:gd name="T22" fmla="*/ 90 w 182"/>
                <a:gd name="T23" fmla="*/ 3 h 33"/>
                <a:gd name="T24" fmla="*/ 91 w 182"/>
                <a:gd name="T25" fmla="*/ 2 h 33"/>
                <a:gd name="T26" fmla="*/ 130 w 182"/>
                <a:gd name="T27" fmla="*/ 17 h 33"/>
                <a:gd name="T28" fmla="*/ 126 w 182"/>
                <a:gd name="T29" fmla="*/ 19 h 33"/>
                <a:gd name="T30" fmla="*/ 91 w 182"/>
                <a:gd name="T31" fmla="*/ 5 h 33"/>
                <a:gd name="T32" fmla="*/ 90 w 182"/>
                <a:gd name="T33" fmla="*/ 6 h 33"/>
                <a:gd name="T34" fmla="*/ 90 w 182"/>
                <a:gd name="T35" fmla="*/ 8 h 33"/>
                <a:gd name="T36" fmla="*/ 91 w 182"/>
                <a:gd name="T37" fmla="*/ 7 h 33"/>
                <a:gd name="T38" fmla="*/ 90 w 182"/>
                <a:gd name="T39" fmla="*/ 21 h 33"/>
                <a:gd name="T40" fmla="*/ 81 w 182"/>
                <a:gd name="T41" fmla="*/ 25 h 33"/>
                <a:gd name="T42" fmla="*/ 81 w 182"/>
                <a:gd name="T43" fmla="*/ 30 h 33"/>
                <a:gd name="T44" fmla="*/ 61 w 182"/>
                <a:gd name="T45" fmla="*/ 30 h 33"/>
                <a:gd name="T46" fmla="*/ 62 w 182"/>
                <a:gd name="T47" fmla="*/ 18 h 33"/>
                <a:gd name="T48" fmla="*/ 90 w 182"/>
                <a:gd name="T49" fmla="*/ 8 h 33"/>
                <a:gd name="T50" fmla="*/ 90 w 182"/>
                <a:gd name="T51" fmla="*/ 6 h 33"/>
                <a:gd name="T52" fmla="*/ 55 w 182"/>
                <a:gd name="T53" fmla="*/ 19 h 33"/>
                <a:gd name="T54" fmla="*/ 51 w 182"/>
                <a:gd name="T55" fmla="*/ 17 h 33"/>
                <a:gd name="T56" fmla="*/ 68 w 182"/>
                <a:gd name="T57" fmla="*/ 11 h 33"/>
                <a:gd name="T58" fmla="*/ 68 w 182"/>
                <a:gd name="T59" fmla="*/ 4 h 33"/>
                <a:gd name="T60" fmla="*/ 77 w 182"/>
                <a:gd name="T61" fmla="*/ 4 h 33"/>
                <a:gd name="T62" fmla="*/ 77 w 182"/>
                <a:gd name="T63" fmla="*/ 8 h 33"/>
                <a:gd name="T64" fmla="*/ 90 w 182"/>
                <a:gd name="T65" fmla="*/ 3 h 33"/>
                <a:gd name="T66" fmla="*/ 90 w 182"/>
                <a:gd name="T67" fmla="*/ 0 h 33"/>
                <a:gd name="T68" fmla="*/ 90 w 182"/>
                <a:gd name="T69" fmla="*/ 0 h 33"/>
                <a:gd name="T70" fmla="*/ 0 w 182"/>
                <a:gd name="T71" fmla="*/ 17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7"/>
                  </a:moveTo>
                  <a:cubicBezTo>
                    <a:pt x="119" y="18"/>
                    <a:pt x="119" y="18"/>
                    <a:pt x="119" y="18"/>
                  </a:cubicBezTo>
                  <a:cubicBezTo>
                    <a:pt x="119" y="30"/>
                    <a:pt x="119" y="30"/>
                    <a:pt x="119" y="30"/>
                  </a:cubicBezTo>
                  <a:cubicBezTo>
                    <a:pt x="98" y="30"/>
                    <a:pt x="98" y="30"/>
                    <a:pt x="98" y="30"/>
                  </a:cubicBezTo>
                  <a:cubicBezTo>
                    <a:pt x="99" y="25"/>
                    <a:pt x="99" y="25"/>
                    <a:pt x="99" y="25"/>
                  </a:cubicBezTo>
                  <a:cubicBezTo>
                    <a:pt x="99" y="23"/>
                    <a:pt x="95" y="21"/>
                    <a:pt x="90" y="21"/>
                  </a:cubicBezTo>
                  <a:cubicBezTo>
                    <a:pt x="90" y="21"/>
                    <a:pt x="90" y="21"/>
                    <a:pt x="90" y="21"/>
                  </a:cubicBezTo>
                  <a:cubicBezTo>
                    <a:pt x="90" y="33"/>
                    <a:pt x="90" y="33"/>
                    <a:pt x="90" y="33"/>
                  </a:cubicBezTo>
                  <a:cubicBezTo>
                    <a:pt x="91" y="33"/>
                    <a:pt x="91" y="33"/>
                    <a:pt x="91" y="33"/>
                  </a:cubicBezTo>
                  <a:cubicBezTo>
                    <a:pt x="141" y="33"/>
                    <a:pt x="182" y="26"/>
                    <a:pt x="181" y="17"/>
                  </a:cubicBezTo>
                  <a:cubicBezTo>
                    <a:pt x="180" y="8"/>
                    <a:pt x="139" y="0"/>
                    <a:pt x="90" y="0"/>
                  </a:cubicBezTo>
                  <a:cubicBezTo>
                    <a:pt x="90" y="3"/>
                    <a:pt x="90" y="3"/>
                    <a:pt x="90" y="3"/>
                  </a:cubicBezTo>
                  <a:cubicBezTo>
                    <a:pt x="91" y="2"/>
                    <a:pt x="91" y="2"/>
                    <a:pt x="91" y="2"/>
                  </a:cubicBezTo>
                  <a:cubicBezTo>
                    <a:pt x="130" y="17"/>
                    <a:pt x="130" y="17"/>
                    <a:pt x="130" y="17"/>
                  </a:cubicBezTo>
                  <a:cubicBezTo>
                    <a:pt x="126" y="19"/>
                    <a:pt x="126" y="19"/>
                    <a:pt x="126" y="19"/>
                  </a:cubicBezTo>
                  <a:cubicBezTo>
                    <a:pt x="91" y="5"/>
                    <a:pt x="91" y="5"/>
                    <a:pt x="91" y="5"/>
                  </a:cubicBezTo>
                  <a:cubicBezTo>
                    <a:pt x="90" y="6"/>
                    <a:pt x="90" y="6"/>
                    <a:pt x="90" y="6"/>
                  </a:cubicBezTo>
                  <a:cubicBezTo>
                    <a:pt x="90" y="8"/>
                    <a:pt x="90" y="8"/>
                    <a:pt x="90" y="8"/>
                  </a:cubicBezTo>
                  <a:lnTo>
                    <a:pt x="91" y="7"/>
                  </a:lnTo>
                  <a:close/>
                  <a:moveTo>
                    <a:pt x="90" y="21"/>
                  </a:moveTo>
                  <a:cubicBezTo>
                    <a:pt x="85" y="21"/>
                    <a:pt x="82" y="23"/>
                    <a:pt x="81" y="25"/>
                  </a:cubicBezTo>
                  <a:cubicBezTo>
                    <a:pt x="81" y="30"/>
                    <a:pt x="81" y="30"/>
                    <a:pt x="81" y="30"/>
                  </a:cubicBezTo>
                  <a:cubicBezTo>
                    <a:pt x="61" y="30"/>
                    <a:pt x="61" y="30"/>
                    <a:pt x="61" y="30"/>
                  </a:cubicBezTo>
                  <a:cubicBezTo>
                    <a:pt x="62" y="18"/>
                    <a:pt x="62" y="18"/>
                    <a:pt x="62" y="18"/>
                  </a:cubicBezTo>
                  <a:cubicBezTo>
                    <a:pt x="90" y="8"/>
                    <a:pt x="90" y="8"/>
                    <a:pt x="90" y="8"/>
                  </a:cubicBezTo>
                  <a:cubicBezTo>
                    <a:pt x="90" y="6"/>
                    <a:pt x="90" y="6"/>
                    <a:pt x="90" y="6"/>
                  </a:cubicBezTo>
                  <a:cubicBezTo>
                    <a:pt x="55" y="19"/>
                    <a:pt x="55" y="19"/>
                    <a:pt x="55" y="19"/>
                  </a:cubicBezTo>
                  <a:cubicBezTo>
                    <a:pt x="51" y="17"/>
                    <a:pt x="51" y="17"/>
                    <a:pt x="51" y="17"/>
                  </a:cubicBezTo>
                  <a:cubicBezTo>
                    <a:pt x="68" y="11"/>
                    <a:pt x="68" y="11"/>
                    <a:pt x="68" y="11"/>
                  </a:cubicBezTo>
                  <a:cubicBezTo>
                    <a:pt x="68" y="4"/>
                    <a:pt x="68" y="4"/>
                    <a:pt x="68" y="4"/>
                  </a:cubicBezTo>
                  <a:cubicBezTo>
                    <a:pt x="77" y="4"/>
                    <a:pt x="77" y="4"/>
                    <a:pt x="77" y="4"/>
                  </a:cubicBezTo>
                  <a:cubicBezTo>
                    <a:pt x="77" y="8"/>
                    <a:pt x="77" y="8"/>
                    <a:pt x="77" y="8"/>
                  </a:cubicBezTo>
                  <a:cubicBezTo>
                    <a:pt x="90" y="3"/>
                    <a:pt x="90" y="3"/>
                    <a:pt x="90" y="3"/>
                  </a:cubicBezTo>
                  <a:cubicBezTo>
                    <a:pt x="90" y="0"/>
                    <a:pt x="90" y="0"/>
                    <a:pt x="90" y="0"/>
                  </a:cubicBezTo>
                  <a:cubicBezTo>
                    <a:pt x="90" y="0"/>
                    <a:pt x="90" y="0"/>
                    <a:pt x="90" y="0"/>
                  </a:cubicBezTo>
                  <a:cubicBezTo>
                    <a:pt x="41" y="0"/>
                    <a:pt x="1" y="8"/>
                    <a:pt x="0" y="17"/>
                  </a:cubicBezTo>
                  <a:cubicBezTo>
                    <a:pt x="0" y="26"/>
                    <a:pt x="40" y="33"/>
                    <a:pt x="90" y="33"/>
                  </a:cubicBezTo>
                  <a:lnTo>
                    <a:pt x="90" y="21"/>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95A5A6"/>
                </a:solidFill>
                <a:latin typeface="Calibri" panose="020F0502020204030204"/>
                <a:cs typeface="Simplified Arabic" panose="02020603050405020304" pitchFamily="18" charset="-78"/>
              </a:endParaRPr>
            </a:p>
          </p:txBody>
        </p:sp>
      </p:grpSp>
      <p:grpSp>
        <p:nvGrpSpPr>
          <p:cNvPr id="9" name="Group 8"/>
          <p:cNvGrpSpPr>
            <a:grpSpLocks noChangeAspect="1"/>
          </p:cNvGrpSpPr>
          <p:nvPr/>
        </p:nvGrpSpPr>
        <p:grpSpPr>
          <a:xfrm>
            <a:off x="800385" y="2876758"/>
            <a:ext cx="3224991" cy="2589074"/>
            <a:chOff x="5599580" y="500139"/>
            <a:chExt cx="5497171" cy="4413216"/>
          </a:xfrm>
        </p:grpSpPr>
        <p:sp>
          <p:nvSpPr>
            <p:cNvPr id="10" name="Oval Callout 9"/>
            <p:cNvSpPr/>
            <p:nvPr/>
          </p:nvSpPr>
          <p:spPr>
            <a:xfrm>
              <a:off x="8125286" y="3612091"/>
              <a:ext cx="1766523" cy="1183570"/>
            </a:xfrm>
            <a:prstGeom prst="wedgeEllipseCallout">
              <a:avLst/>
            </a:prstGeom>
            <a:solidFill>
              <a:schemeClr val="accent5"/>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1" name="Oval Callout 10"/>
            <p:cNvSpPr/>
            <p:nvPr/>
          </p:nvSpPr>
          <p:spPr>
            <a:xfrm>
              <a:off x="6682697" y="3199846"/>
              <a:ext cx="1339661" cy="897573"/>
            </a:xfrm>
            <a:prstGeom prst="wedgeEllipseCallout">
              <a:avLst>
                <a:gd name="adj1" fmla="val 26187"/>
                <a:gd name="adj2" fmla="val 625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2" name="Oval Callout 11"/>
            <p:cNvSpPr/>
            <p:nvPr/>
          </p:nvSpPr>
          <p:spPr>
            <a:xfrm>
              <a:off x="9546511" y="2526076"/>
              <a:ext cx="1541166" cy="1032581"/>
            </a:xfrm>
            <a:prstGeom prst="wedgeEllipseCallout">
              <a:avLst>
                <a:gd name="adj1" fmla="val 23309"/>
                <a:gd name="adj2" fmla="val 5762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3" name="Oval Callout 12"/>
            <p:cNvSpPr/>
            <p:nvPr/>
          </p:nvSpPr>
          <p:spPr>
            <a:xfrm>
              <a:off x="8125285" y="2622836"/>
              <a:ext cx="1176236" cy="788078"/>
            </a:xfrm>
            <a:prstGeom prst="wedgeEllipseCallout">
              <a:avLst>
                <a:gd name="adj1" fmla="val 11299"/>
                <a:gd name="adj2" fmla="val 6676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4" name="Oval Callout 13"/>
            <p:cNvSpPr/>
            <p:nvPr/>
          </p:nvSpPr>
          <p:spPr>
            <a:xfrm>
              <a:off x="10101753" y="1703586"/>
              <a:ext cx="994998" cy="666649"/>
            </a:xfrm>
            <a:prstGeom prst="wedgeEllipseCallout">
              <a:avLst>
                <a:gd name="adj1" fmla="val 39098"/>
                <a:gd name="adj2" fmla="val 6502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5" name="Oval Callout 14"/>
            <p:cNvSpPr/>
            <p:nvPr/>
          </p:nvSpPr>
          <p:spPr>
            <a:xfrm>
              <a:off x="5599580" y="2370235"/>
              <a:ext cx="1288995" cy="863627"/>
            </a:xfrm>
            <a:prstGeom prst="wedgeEllipseCallout">
              <a:avLst>
                <a:gd name="adj1" fmla="val 8488"/>
                <a:gd name="adj2" fmla="val 70280"/>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6" name="Oval Callout 15"/>
            <p:cNvSpPr/>
            <p:nvPr/>
          </p:nvSpPr>
          <p:spPr>
            <a:xfrm>
              <a:off x="6726376" y="1545194"/>
              <a:ext cx="1562483" cy="1046863"/>
            </a:xfrm>
            <a:prstGeom prst="wedgeEllipseCallout">
              <a:avLst>
                <a:gd name="adj1" fmla="val 6540"/>
                <a:gd name="adj2" fmla="val 7518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7" name="Oval Callout 16"/>
            <p:cNvSpPr/>
            <p:nvPr/>
          </p:nvSpPr>
          <p:spPr>
            <a:xfrm>
              <a:off x="8666179" y="1527426"/>
              <a:ext cx="1176236" cy="788078"/>
            </a:xfrm>
            <a:prstGeom prst="wedgeEllipseCallou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8" name="Oval Callout 17"/>
            <p:cNvSpPr/>
            <p:nvPr/>
          </p:nvSpPr>
          <p:spPr>
            <a:xfrm>
              <a:off x="9954290" y="3867860"/>
              <a:ext cx="994998" cy="666649"/>
            </a:xfrm>
            <a:prstGeom prst="wedgeEllipseCallout">
              <a:avLst>
                <a:gd name="adj1" fmla="val -5639"/>
                <a:gd name="adj2" fmla="val 66280"/>
              </a:avLst>
            </a:prstGeom>
            <a:solidFill>
              <a:schemeClr val="accent1">
                <a:lumMod val="75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19" name="Oval Callout 18"/>
            <p:cNvSpPr/>
            <p:nvPr/>
          </p:nvSpPr>
          <p:spPr>
            <a:xfrm>
              <a:off x="7108430" y="4246706"/>
              <a:ext cx="994998" cy="666649"/>
            </a:xfrm>
            <a:prstGeom prst="wedgeEllipseCallout">
              <a:avLst>
                <a:gd name="adj1" fmla="val 39098"/>
                <a:gd name="adj2" fmla="val 65020"/>
              </a:avLst>
            </a:prstGeom>
            <a:solidFill>
              <a:schemeClr val="accent6"/>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0" name="Oval Callout 19"/>
            <p:cNvSpPr/>
            <p:nvPr/>
          </p:nvSpPr>
          <p:spPr>
            <a:xfrm>
              <a:off x="9538676" y="500139"/>
              <a:ext cx="1339661" cy="897573"/>
            </a:xfrm>
            <a:prstGeom prst="wedgeEllipseCallout">
              <a:avLst>
                <a:gd name="adj1" fmla="val -12056"/>
                <a:gd name="adj2" fmla="val 690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1" name="Oval Callout 20"/>
            <p:cNvSpPr/>
            <p:nvPr/>
          </p:nvSpPr>
          <p:spPr>
            <a:xfrm>
              <a:off x="8086794" y="688766"/>
              <a:ext cx="994998" cy="666649"/>
            </a:xfrm>
            <a:prstGeom prst="wedgeEllipseCallout">
              <a:avLst>
                <a:gd name="adj1" fmla="val -5639"/>
                <a:gd name="adj2" fmla="val 6628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prstClr val="white"/>
                </a:solidFill>
              </a:endParaRPr>
            </a:p>
          </p:txBody>
        </p:sp>
        <p:sp>
          <p:nvSpPr>
            <p:cNvPr id="22" name="Freeform 45"/>
            <p:cNvSpPr>
              <a:spLocks noEditPoints="1"/>
            </p:cNvSpPr>
            <p:nvPr/>
          </p:nvSpPr>
          <p:spPr bwMode="auto">
            <a:xfrm>
              <a:off x="8480834" y="2795897"/>
              <a:ext cx="465137" cy="466725"/>
            </a:xfrm>
            <a:custGeom>
              <a:avLst/>
              <a:gdLst>
                <a:gd name="T0" fmla="*/ 0 w 124"/>
                <a:gd name="T1" fmla="*/ 62 h 124"/>
                <a:gd name="T2" fmla="*/ 124 w 124"/>
                <a:gd name="T3" fmla="*/ 62 h 124"/>
                <a:gd name="T4" fmla="*/ 116 w 124"/>
                <a:gd name="T5" fmla="*/ 60 h 124"/>
                <a:gd name="T6" fmla="*/ 87 w 124"/>
                <a:gd name="T7" fmla="*/ 35 h 124"/>
                <a:gd name="T8" fmla="*/ 116 w 124"/>
                <a:gd name="T9" fmla="*/ 60 h 124"/>
                <a:gd name="T10" fmla="*/ 43 w 124"/>
                <a:gd name="T11" fmla="*/ 95 h 124"/>
                <a:gd name="T12" fmla="*/ 60 w 124"/>
                <a:gd name="T13" fmla="*/ 116 h 124"/>
                <a:gd name="T14" fmla="*/ 64 w 124"/>
                <a:gd name="T15" fmla="*/ 8 h 124"/>
                <a:gd name="T16" fmla="*/ 64 w 124"/>
                <a:gd name="T17" fmla="*/ 36 h 124"/>
                <a:gd name="T18" fmla="*/ 64 w 124"/>
                <a:gd name="T19" fmla="*/ 8 h 124"/>
                <a:gd name="T20" fmla="*/ 100 w 124"/>
                <a:gd name="T21" fmla="*/ 23 h 124"/>
                <a:gd name="T22" fmla="*/ 71 w 124"/>
                <a:gd name="T23" fmla="*/ 9 h 124"/>
                <a:gd name="T24" fmla="*/ 60 w 124"/>
                <a:gd name="T25" fmla="*/ 36 h 124"/>
                <a:gd name="T26" fmla="*/ 60 w 124"/>
                <a:gd name="T27" fmla="*/ 8 h 124"/>
                <a:gd name="T28" fmla="*/ 38 w 124"/>
                <a:gd name="T29" fmla="*/ 31 h 124"/>
                <a:gd name="T30" fmla="*/ 53 w 124"/>
                <a:gd name="T31" fmla="*/ 9 h 124"/>
                <a:gd name="T32" fmla="*/ 40 w 124"/>
                <a:gd name="T33" fmla="*/ 36 h 124"/>
                <a:gd name="T34" fmla="*/ 60 w 124"/>
                <a:gd name="T35" fmla="*/ 60 h 124"/>
                <a:gd name="T36" fmla="*/ 40 w 124"/>
                <a:gd name="T37" fmla="*/ 36 h 124"/>
                <a:gd name="T38" fmla="*/ 60 w 124"/>
                <a:gd name="T39" fmla="*/ 88 h 124"/>
                <a:gd name="T40" fmla="*/ 36 w 124"/>
                <a:gd name="T41" fmla="*/ 64 h 124"/>
                <a:gd name="T42" fmla="*/ 53 w 124"/>
                <a:gd name="T43" fmla="*/ 115 h 124"/>
                <a:gd name="T44" fmla="*/ 40 w 124"/>
                <a:gd name="T45" fmla="*/ 96 h 124"/>
                <a:gd name="T46" fmla="*/ 64 w 124"/>
                <a:gd name="T47" fmla="*/ 116 h 124"/>
                <a:gd name="T48" fmla="*/ 81 w 124"/>
                <a:gd name="T49" fmla="*/ 95 h 124"/>
                <a:gd name="T50" fmla="*/ 64 w 124"/>
                <a:gd name="T51" fmla="*/ 116 h 124"/>
                <a:gd name="T52" fmla="*/ 97 w 124"/>
                <a:gd name="T53" fmla="*/ 103 h 124"/>
                <a:gd name="T54" fmla="*/ 84 w 124"/>
                <a:gd name="T55" fmla="*/ 96 h 124"/>
                <a:gd name="T56" fmla="*/ 64 w 124"/>
                <a:gd name="T57" fmla="*/ 88 h 124"/>
                <a:gd name="T58" fmla="*/ 88 w 124"/>
                <a:gd name="T59" fmla="*/ 64 h 124"/>
                <a:gd name="T60" fmla="*/ 64 w 124"/>
                <a:gd name="T61" fmla="*/ 60 h 124"/>
                <a:gd name="T62" fmla="*/ 84 w 124"/>
                <a:gd name="T63" fmla="*/ 36 h 124"/>
                <a:gd name="T64" fmla="*/ 64 w 124"/>
                <a:gd name="T65" fmla="*/ 60 h 124"/>
                <a:gd name="T66" fmla="*/ 37 w 124"/>
                <a:gd name="T67" fmla="*/ 35 h 124"/>
                <a:gd name="T68" fmla="*/ 8 w 124"/>
                <a:gd name="T69" fmla="*/ 60 h 124"/>
                <a:gd name="T70" fmla="*/ 8 w 124"/>
                <a:gd name="T71" fmla="*/ 64 h 124"/>
                <a:gd name="T72" fmla="*/ 38 w 124"/>
                <a:gd name="T73" fmla="*/ 93 h 124"/>
                <a:gd name="T74" fmla="*/ 8 w 124"/>
                <a:gd name="T75" fmla="*/ 64 h 124"/>
                <a:gd name="T76" fmla="*/ 86 w 124"/>
                <a:gd name="T77" fmla="*/ 93 h 124"/>
                <a:gd name="T78" fmla="*/ 116 w 124"/>
                <a:gd name="T79"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62" y="0"/>
                  </a:moveTo>
                  <a:cubicBezTo>
                    <a:pt x="28" y="0"/>
                    <a:pt x="0" y="28"/>
                    <a:pt x="0" y="62"/>
                  </a:cubicBezTo>
                  <a:cubicBezTo>
                    <a:pt x="0" y="96"/>
                    <a:pt x="28" y="124"/>
                    <a:pt x="62" y="124"/>
                  </a:cubicBezTo>
                  <a:cubicBezTo>
                    <a:pt x="96" y="124"/>
                    <a:pt x="124" y="96"/>
                    <a:pt x="124" y="62"/>
                  </a:cubicBezTo>
                  <a:cubicBezTo>
                    <a:pt x="124" y="28"/>
                    <a:pt x="96" y="0"/>
                    <a:pt x="62" y="0"/>
                  </a:cubicBezTo>
                  <a:close/>
                  <a:moveTo>
                    <a:pt x="116" y="60"/>
                  </a:moveTo>
                  <a:cubicBezTo>
                    <a:pt x="92" y="60"/>
                    <a:pt x="92" y="60"/>
                    <a:pt x="92" y="60"/>
                  </a:cubicBezTo>
                  <a:cubicBezTo>
                    <a:pt x="92" y="51"/>
                    <a:pt x="90" y="43"/>
                    <a:pt x="87" y="35"/>
                  </a:cubicBezTo>
                  <a:cubicBezTo>
                    <a:pt x="93" y="33"/>
                    <a:pt x="98" y="30"/>
                    <a:pt x="102" y="26"/>
                  </a:cubicBezTo>
                  <a:cubicBezTo>
                    <a:pt x="110" y="35"/>
                    <a:pt x="115" y="47"/>
                    <a:pt x="116" y="60"/>
                  </a:cubicBezTo>
                  <a:close/>
                  <a:moveTo>
                    <a:pt x="60" y="116"/>
                  </a:moveTo>
                  <a:cubicBezTo>
                    <a:pt x="53" y="110"/>
                    <a:pt x="48" y="103"/>
                    <a:pt x="43" y="95"/>
                  </a:cubicBezTo>
                  <a:cubicBezTo>
                    <a:pt x="49" y="93"/>
                    <a:pt x="54" y="92"/>
                    <a:pt x="60" y="92"/>
                  </a:cubicBezTo>
                  <a:cubicBezTo>
                    <a:pt x="60" y="116"/>
                    <a:pt x="60" y="116"/>
                    <a:pt x="60" y="116"/>
                  </a:cubicBezTo>
                  <a:cubicBezTo>
                    <a:pt x="60" y="116"/>
                    <a:pt x="60" y="116"/>
                    <a:pt x="60" y="116"/>
                  </a:cubicBezTo>
                  <a:close/>
                  <a:moveTo>
                    <a:pt x="64" y="8"/>
                  </a:moveTo>
                  <a:cubicBezTo>
                    <a:pt x="72" y="14"/>
                    <a:pt x="78" y="23"/>
                    <a:pt x="82" y="33"/>
                  </a:cubicBezTo>
                  <a:cubicBezTo>
                    <a:pt x="76" y="35"/>
                    <a:pt x="70" y="36"/>
                    <a:pt x="64" y="36"/>
                  </a:cubicBezTo>
                  <a:cubicBezTo>
                    <a:pt x="64" y="8"/>
                    <a:pt x="64" y="8"/>
                    <a:pt x="64" y="8"/>
                  </a:cubicBezTo>
                  <a:cubicBezTo>
                    <a:pt x="64" y="8"/>
                    <a:pt x="64" y="8"/>
                    <a:pt x="64" y="8"/>
                  </a:cubicBezTo>
                  <a:close/>
                  <a:moveTo>
                    <a:pt x="71" y="9"/>
                  </a:moveTo>
                  <a:cubicBezTo>
                    <a:pt x="82" y="11"/>
                    <a:pt x="92" y="16"/>
                    <a:pt x="100" y="23"/>
                  </a:cubicBezTo>
                  <a:cubicBezTo>
                    <a:pt x="95" y="26"/>
                    <a:pt x="91" y="29"/>
                    <a:pt x="86" y="31"/>
                  </a:cubicBezTo>
                  <a:cubicBezTo>
                    <a:pt x="82" y="23"/>
                    <a:pt x="77" y="15"/>
                    <a:pt x="71" y="9"/>
                  </a:cubicBezTo>
                  <a:close/>
                  <a:moveTo>
                    <a:pt x="60" y="8"/>
                  </a:moveTo>
                  <a:cubicBezTo>
                    <a:pt x="60" y="36"/>
                    <a:pt x="60" y="36"/>
                    <a:pt x="60" y="36"/>
                  </a:cubicBezTo>
                  <a:cubicBezTo>
                    <a:pt x="54" y="36"/>
                    <a:pt x="48" y="35"/>
                    <a:pt x="42" y="33"/>
                  </a:cubicBezTo>
                  <a:cubicBezTo>
                    <a:pt x="46" y="23"/>
                    <a:pt x="52" y="14"/>
                    <a:pt x="60" y="8"/>
                  </a:cubicBezTo>
                  <a:cubicBezTo>
                    <a:pt x="60" y="8"/>
                    <a:pt x="60" y="8"/>
                    <a:pt x="60" y="8"/>
                  </a:cubicBezTo>
                  <a:close/>
                  <a:moveTo>
                    <a:pt x="38" y="31"/>
                  </a:moveTo>
                  <a:cubicBezTo>
                    <a:pt x="33" y="29"/>
                    <a:pt x="29" y="26"/>
                    <a:pt x="24" y="23"/>
                  </a:cubicBezTo>
                  <a:cubicBezTo>
                    <a:pt x="32" y="16"/>
                    <a:pt x="42" y="11"/>
                    <a:pt x="53" y="9"/>
                  </a:cubicBezTo>
                  <a:cubicBezTo>
                    <a:pt x="47" y="15"/>
                    <a:pt x="42" y="23"/>
                    <a:pt x="38" y="31"/>
                  </a:cubicBezTo>
                  <a:close/>
                  <a:moveTo>
                    <a:pt x="40" y="36"/>
                  </a:moveTo>
                  <a:cubicBezTo>
                    <a:pt x="47" y="38"/>
                    <a:pt x="53" y="40"/>
                    <a:pt x="60" y="40"/>
                  </a:cubicBezTo>
                  <a:cubicBezTo>
                    <a:pt x="60" y="60"/>
                    <a:pt x="60" y="60"/>
                    <a:pt x="60" y="60"/>
                  </a:cubicBezTo>
                  <a:cubicBezTo>
                    <a:pt x="36" y="60"/>
                    <a:pt x="36" y="60"/>
                    <a:pt x="36" y="60"/>
                  </a:cubicBezTo>
                  <a:cubicBezTo>
                    <a:pt x="36" y="52"/>
                    <a:pt x="38" y="44"/>
                    <a:pt x="40" y="36"/>
                  </a:cubicBezTo>
                  <a:close/>
                  <a:moveTo>
                    <a:pt x="60" y="64"/>
                  </a:moveTo>
                  <a:cubicBezTo>
                    <a:pt x="60" y="88"/>
                    <a:pt x="60" y="88"/>
                    <a:pt x="60" y="88"/>
                  </a:cubicBezTo>
                  <a:cubicBezTo>
                    <a:pt x="54" y="88"/>
                    <a:pt x="48" y="89"/>
                    <a:pt x="42" y="91"/>
                  </a:cubicBezTo>
                  <a:cubicBezTo>
                    <a:pt x="38" y="83"/>
                    <a:pt x="36" y="74"/>
                    <a:pt x="36" y="64"/>
                  </a:cubicBezTo>
                  <a:lnTo>
                    <a:pt x="60" y="64"/>
                  </a:lnTo>
                  <a:close/>
                  <a:moveTo>
                    <a:pt x="53" y="115"/>
                  </a:moveTo>
                  <a:cubicBezTo>
                    <a:pt x="43" y="114"/>
                    <a:pt x="34" y="109"/>
                    <a:pt x="27" y="103"/>
                  </a:cubicBezTo>
                  <a:cubicBezTo>
                    <a:pt x="31" y="100"/>
                    <a:pt x="35" y="98"/>
                    <a:pt x="40" y="96"/>
                  </a:cubicBezTo>
                  <a:cubicBezTo>
                    <a:pt x="43" y="103"/>
                    <a:pt x="48" y="110"/>
                    <a:pt x="53" y="115"/>
                  </a:cubicBezTo>
                  <a:close/>
                  <a:moveTo>
                    <a:pt x="64" y="116"/>
                  </a:moveTo>
                  <a:cubicBezTo>
                    <a:pt x="64" y="92"/>
                    <a:pt x="64" y="92"/>
                    <a:pt x="64" y="92"/>
                  </a:cubicBezTo>
                  <a:cubicBezTo>
                    <a:pt x="70" y="92"/>
                    <a:pt x="75" y="93"/>
                    <a:pt x="81" y="95"/>
                  </a:cubicBezTo>
                  <a:cubicBezTo>
                    <a:pt x="76" y="103"/>
                    <a:pt x="71" y="110"/>
                    <a:pt x="64" y="116"/>
                  </a:cubicBezTo>
                  <a:cubicBezTo>
                    <a:pt x="64" y="116"/>
                    <a:pt x="64" y="116"/>
                    <a:pt x="64" y="116"/>
                  </a:cubicBezTo>
                  <a:close/>
                  <a:moveTo>
                    <a:pt x="84" y="96"/>
                  </a:moveTo>
                  <a:cubicBezTo>
                    <a:pt x="89" y="98"/>
                    <a:pt x="93" y="100"/>
                    <a:pt x="97" y="103"/>
                  </a:cubicBezTo>
                  <a:cubicBezTo>
                    <a:pt x="90" y="109"/>
                    <a:pt x="81" y="114"/>
                    <a:pt x="71" y="115"/>
                  </a:cubicBezTo>
                  <a:cubicBezTo>
                    <a:pt x="76" y="110"/>
                    <a:pt x="81" y="103"/>
                    <a:pt x="84" y="96"/>
                  </a:cubicBezTo>
                  <a:close/>
                  <a:moveTo>
                    <a:pt x="82" y="91"/>
                  </a:moveTo>
                  <a:cubicBezTo>
                    <a:pt x="76" y="89"/>
                    <a:pt x="70" y="88"/>
                    <a:pt x="64" y="88"/>
                  </a:cubicBezTo>
                  <a:cubicBezTo>
                    <a:pt x="64" y="64"/>
                    <a:pt x="64" y="64"/>
                    <a:pt x="64" y="64"/>
                  </a:cubicBezTo>
                  <a:cubicBezTo>
                    <a:pt x="88" y="64"/>
                    <a:pt x="88" y="64"/>
                    <a:pt x="88" y="64"/>
                  </a:cubicBezTo>
                  <a:cubicBezTo>
                    <a:pt x="88" y="74"/>
                    <a:pt x="86" y="83"/>
                    <a:pt x="82" y="91"/>
                  </a:cubicBezTo>
                  <a:close/>
                  <a:moveTo>
                    <a:pt x="64" y="60"/>
                  </a:moveTo>
                  <a:cubicBezTo>
                    <a:pt x="64" y="40"/>
                    <a:pt x="64" y="40"/>
                    <a:pt x="64" y="40"/>
                  </a:cubicBezTo>
                  <a:cubicBezTo>
                    <a:pt x="71" y="40"/>
                    <a:pt x="77" y="38"/>
                    <a:pt x="84" y="36"/>
                  </a:cubicBezTo>
                  <a:cubicBezTo>
                    <a:pt x="86" y="44"/>
                    <a:pt x="88" y="52"/>
                    <a:pt x="88" y="60"/>
                  </a:cubicBezTo>
                  <a:lnTo>
                    <a:pt x="64" y="60"/>
                  </a:lnTo>
                  <a:close/>
                  <a:moveTo>
                    <a:pt x="22" y="26"/>
                  </a:moveTo>
                  <a:cubicBezTo>
                    <a:pt x="26" y="30"/>
                    <a:pt x="31" y="33"/>
                    <a:pt x="37" y="35"/>
                  </a:cubicBezTo>
                  <a:cubicBezTo>
                    <a:pt x="34" y="43"/>
                    <a:pt x="32" y="51"/>
                    <a:pt x="32" y="60"/>
                  </a:cubicBezTo>
                  <a:cubicBezTo>
                    <a:pt x="8" y="60"/>
                    <a:pt x="8" y="60"/>
                    <a:pt x="8" y="60"/>
                  </a:cubicBezTo>
                  <a:cubicBezTo>
                    <a:pt x="9" y="47"/>
                    <a:pt x="14" y="35"/>
                    <a:pt x="22" y="26"/>
                  </a:cubicBezTo>
                  <a:close/>
                  <a:moveTo>
                    <a:pt x="8" y="64"/>
                  </a:moveTo>
                  <a:cubicBezTo>
                    <a:pt x="32" y="64"/>
                    <a:pt x="32" y="64"/>
                    <a:pt x="32" y="64"/>
                  </a:cubicBezTo>
                  <a:cubicBezTo>
                    <a:pt x="32" y="74"/>
                    <a:pt x="34" y="84"/>
                    <a:pt x="38" y="93"/>
                  </a:cubicBezTo>
                  <a:cubicBezTo>
                    <a:pt x="33" y="95"/>
                    <a:pt x="28" y="97"/>
                    <a:pt x="24" y="100"/>
                  </a:cubicBezTo>
                  <a:cubicBezTo>
                    <a:pt x="15" y="91"/>
                    <a:pt x="9" y="78"/>
                    <a:pt x="8" y="64"/>
                  </a:cubicBezTo>
                  <a:close/>
                  <a:moveTo>
                    <a:pt x="100" y="100"/>
                  </a:moveTo>
                  <a:cubicBezTo>
                    <a:pt x="96" y="97"/>
                    <a:pt x="91" y="95"/>
                    <a:pt x="86" y="93"/>
                  </a:cubicBezTo>
                  <a:cubicBezTo>
                    <a:pt x="90" y="84"/>
                    <a:pt x="92" y="74"/>
                    <a:pt x="92" y="64"/>
                  </a:cubicBezTo>
                  <a:cubicBezTo>
                    <a:pt x="116" y="64"/>
                    <a:pt x="116" y="64"/>
                    <a:pt x="116" y="64"/>
                  </a:cubicBezTo>
                  <a:cubicBezTo>
                    <a:pt x="115" y="78"/>
                    <a:pt x="109" y="91"/>
                    <a:pt x="10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nvGrpSpPr>
            <p:cNvPr id="23" name="Group 22"/>
            <p:cNvGrpSpPr/>
            <p:nvPr/>
          </p:nvGrpSpPr>
          <p:grpSpPr>
            <a:xfrm>
              <a:off x="7366971" y="4407847"/>
              <a:ext cx="482600" cy="392113"/>
              <a:chOff x="2974975" y="5006976"/>
              <a:chExt cx="482600" cy="392113"/>
            </a:xfrm>
            <a:solidFill>
              <a:schemeClr val="bg1"/>
            </a:solidFill>
          </p:grpSpPr>
          <p:sp>
            <p:nvSpPr>
              <p:cNvPr id="76" name="Freeform 46"/>
              <p:cNvSpPr>
                <a:spLocks noEditPoints="1"/>
              </p:cNvSpPr>
              <p:nvPr/>
            </p:nvSpPr>
            <p:spPr bwMode="auto">
              <a:xfrm>
                <a:off x="3306763" y="5127626"/>
                <a:ext cx="90487" cy="120650"/>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77" name="Freeform 47"/>
              <p:cNvSpPr>
                <a:spLocks noEditPoints="1"/>
              </p:cNvSpPr>
              <p:nvPr/>
            </p:nvSpPr>
            <p:spPr bwMode="auto">
              <a:xfrm>
                <a:off x="2974975" y="5006976"/>
                <a:ext cx="482600" cy="392113"/>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nvGrpSpPr>
            <p:cNvPr id="24" name="Group 23"/>
            <p:cNvGrpSpPr/>
            <p:nvPr/>
          </p:nvGrpSpPr>
          <p:grpSpPr>
            <a:xfrm>
              <a:off x="7210457" y="1807833"/>
              <a:ext cx="549275" cy="549275"/>
              <a:chOff x="1978025" y="4927601"/>
              <a:chExt cx="549275" cy="549275"/>
            </a:xfrm>
            <a:solidFill>
              <a:schemeClr val="bg1"/>
            </a:solidFill>
          </p:grpSpPr>
          <p:sp>
            <p:nvSpPr>
              <p:cNvPr id="67" name="Freeform 48"/>
              <p:cNvSpPr>
                <a:spLocks noEditPoints="1"/>
              </p:cNvSpPr>
              <p:nvPr/>
            </p:nvSpPr>
            <p:spPr bwMode="auto">
              <a:xfrm>
                <a:off x="1978025" y="4927601"/>
                <a:ext cx="549275" cy="549275"/>
              </a:xfrm>
              <a:custGeom>
                <a:avLst/>
                <a:gdLst>
                  <a:gd name="T0" fmla="*/ 97 w 146"/>
                  <a:gd name="T1" fmla="*/ 14 h 146"/>
                  <a:gd name="T2" fmla="*/ 14 w 146"/>
                  <a:gd name="T3" fmla="*/ 49 h 146"/>
                  <a:gd name="T4" fmla="*/ 49 w 146"/>
                  <a:gd name="T5" fmla="*/ 132 h 146"/>
                  <a:gd name="T6" fmla="*/ 132 w 146"/>
                  <a:gd name="T7" fmla="*/ 97 h 146"/>
                  <a:gd name="T8" fmla="*/ 97 w 146"/>
                  <a:gd name="T9" fmla="*/ 14 h 146"/>
                  <a:gd name="T10" fmla="*/ 52 w 146"/>
                  <a:gd name="T11" fmla="*/ 125 h 146"/>
                  <a:gd name="T12" fmla="*/ 21 w 146"/>
                  <a:gd name="T13" fmla="*/ 52 h 146"/>
                  <a:gd name="T14" fmla="*/ 94 w 146"/>
                  <a:gd name="T15" fmla="*/ 21 h 146"/>
                  <a:gd name="T16" fmla="*/ 125 w 146"/>
                  <a:gd name="T17" fmla="*/ 94 h 146"/>
                  <a:gd name="T18" fmla="*/ 52 w 146"/>
                  <a:gd name="T19" fmla="*/ 1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6">
                    <a:moveTo>
                      <a:pt x="97" y="14"/>
                    </a:moveTo>
                    <a:cubicBezTo>
                      <a:pt x="64" y="0"/>
                      <a:pt x="27" y="16"/>
                      <a:pt x="14" y="49"/>
                    </a:cubicBezTo>
                    <a:cubicBezTo>
                      <a:pt x="0" y="82"/>
                      <a:pt x="16" y="119"/>
                      <a:pt x="49" y="132"/>
                    </a:cubicBezTo>
                    <a:cubicBezTo>
                      <a:pt x="82" y="146"/>
                      <a:pt x="119" y="130"/>
                      <a:pt x="132" y="97"/>
                    </a:cubicBezTo>
                    <a:cubicBezTo>
                      <a:pt x="146" y="64"/>
                      <a:pt x="130" y="27"/>
                      <a:pt x="97" y="14"/>
                    </a:cubicBezTo>
                    <a:close/>
                    <a:moveTo>
                      <a:pt x="52" y="125"/>
                    </a:moveTo>
                    <a:cubicBezTo>
                      <a:pt x="24" y="114"/>
                      <a:pt x="10" y="81"/>
                      <a:pt x="21" y="52"/>
                    </a:cubicBezTo>
                    <a:cubicBezTo>
                      <a:pt x="33" y="24"/>
                      <a:pt x="65" y="10"/>
                      <a:pt x="94" y="21"/>
                    </a:cubicBezTo>
                    <a:cubicBezTo>
                      <a:pt x="123" y="33"/>
                      <a:pt x="136" y="65"/>
                      <a:pt x="125" y="94"/>
                    </a:cubicBezTo>
                    <a:cubicBezTo>
                      <a:pt x="114" y="123"/>
                      <a:pt x="81" y="136"/>
                      <a:pt x="5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68" name="Freeform 49"/>
              <p:cNvSpPr>
                <a:spLocks noEditPoints="1"/>
              </p:cNvSpPr>
              <p:nvPr/>
            </p:nvSpPr>
            <p:spPr bwMode="auto">
              <a:xfrm>
                <a:off x="2219325" y="5168901"/>
                <a:ext cx="66675" cy="68263"/>
              </a:xfrm>
              <a:custGeom>
                <a:avLst/>
                <a:gdLst>
                  <a:gd name="T0" fmla="*/ 12 w 18"/>
                  <a:gd name="T1" fmla="*/ 2 h 18"/>
                  <a:gd name="T2" fmla="*/ 2 w 18"/>
                  <a:gd name="T3" fmla="*/ 6 h 18"/>
                  <a:gd name="T4" fmla="*/ 6 w 18"/>
                  <a:gd name="T5" fmla="*/ 16 h 18"/>
                  <a:gd name="T6" fmla="*/ 16 w 18"/>
                  <a:gd name="T7" fmla="*/ 12 h 18"/>
                  <a:gd name="T8" fmla="*/ 12 w 18"/>
                  <a:gd name="T9" fmla="*/ 2 h 18"/>
                  <a:gd name="T10" fmla="*/ 8 w 18"/>
                  <a:gd name="T11" fmla="*/ 13 h 18"/>
                  <a:gd name="T12" fmla="*/ 5 w 18"/>
                  <a:gd name="T13" fmla="*/ 8 h 18"/>
                  <a:gd name="T14" fmla="*/ 11 w 18"/>
                  <a:gd name="T15" fmla="*/ 5 h 18"/>
                  <a:gd name="T16" fmla="*/ 13 w 18"/>
                  <a:gd name="T17" fmla="*/ 11 h 18"/>
                  <a:gd name="T18" fmla="*/ 8 w 18"/>
                  <a:gd name="T1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12" y="2"/>
                    </a:moveTo>
                    <a:cubicBezTo>
                      <a:pt x="8" y="0"/>
                      <a:pt x="3" y="2"/>
                      <a:pt x="2" y="6"/>
                    </a:cubicBezTo>
                    <a:cubicBezTo>
                      <a:pt x="0" y="10"/>
                      <a:pt x="2" y="15"/>
                      <a:pt x="6" y="16"/>
                    </a:cubicBezTo>
                    <a:cubicBezTo>
                      <a:pt x="10" y="18"/>
                      <a:pt x="15" y="16"/>
                      <a:pt x="16" y="12"/>
                    </a:cubicBezTo>
                    <a:cubicBezTo>
                      <a:pt x="18" y="8"/>
                      <a:pt x="16" y="3"/>
                      <a:pt x="12" y="2"/>
                    </a:cubicBezTo>
                    <a:close/>
                    <a:moveTo>
                      <a:pt x="8" y="13"/>
                    </a:moveTo>
                    <a:cubicBezTo>
                      <a:pt x="5" y="12"/>
                      <a:pt x="4" y="10"/>
                      <a:pt x="5" y="8"/>
                    </a:cubicBezTo>
                    <a:cubicBezTo>
                      <a:pt x="6" y="5"/>
                      <a:pt x="8" y="4"/>
                      <a:pt x="11" y="5"/>
                    </a:cubicBezTo>
                    <a:cubicBezTo>
                      <a:pt x="13" y="6"/>
                      <a:pt x="14" y="8"/>
                      <a:pt x="13" y="11"/>
                    </a:cubicBezTo>
                    <a:cubicBezTo>
                      <a:pt x="12" y="13"/>
                      <a:pt x="10"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69" name="Freeform 50"/>
              <p:cNvSpPr>
                <a:spLocks noEditPoints="1"/>
              </p:cNvSpPr>
              <p:nvPr/>
            </p:nvSpPr>
            <p:spPr bwMode="auto">
              <a:xfrm>
                <a:off x="2151063" y="5100638"/>
                <a:ext cx="203200" cy="203200"/>
              </a:xfrm>
              <a:custGeom>
                <a:avLst/>
                <a:gdLst>
                  <a:gd name="T0" fmla="*/ 36 w 54"/>
                  <a:gd name="T1" fmla="*/ 5 h 54"/>
                  <a:gd name="T2" fmla="*/ 5 w 54"/>
                  <a:gd name="T3" fmla="*/ 18 h 54"/>
                  <a:gd name="T4" fmla="*/ 18 w 54"/>
                  <a:gd name="T5" fmla="*/ 49 h 54"/>
                  <a:gd name="T6" fmla="*/ 49 w 54"/>
                  <a:gd name="T7" fmla="*/ 36 h 54"/>
                  <a:gd name="T8" fmla="*/ 36 w 54"/>
                  <a:gd name="T9" fmla="*/ 5 h 54"/>
                  <a:gd name="T10" fmla="*/ 21 w 54"/>
                  <a:gd name="T11" fmla="*/ 42 h 54"/>
                  <a:gd name="T12" fmla="*/ 12 w 54"/>
                  <a:gd name="T13" fmla="*/ 21 h 54"/>
                  <a:gd name="T14" fmla="*/ 33 w 54"/>
                  <a:gd name="T15" fmla="*/ 12 h 54"/>
                  <a:gd name="T16" fmla="*/ 42 w 54"/>
                  <a:gd name="T17" fmla="*/ 33 h 54"/>
                  <a:gd name="T18" fmla="*/ 21 w 54"/>
                  <a:gd name="T19"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36" y="5"/>
                    </a:moveTo>
                    <a:cubicBezTo>
                      <a:pt x="24" y="0"/>
                      <a:pt x="10" y="6"/>
                      <a:pt x="5" y="18"/>
                    </a:cubicBezTo>
                    <a:cubicBezTo>
                      <a:pt x="0" y="30"/>
                      <a:pt x="6" y="44"/>
                      <a:pt x="18" y="49"/>
                    </a:cubicBezTo>
                    <a:cubicBezTo>
                      <a:pt x="30" y="54"/>
                      <a:pt x="44" y="48"/>
                      <a:pt x="49" y="36"/>
                    </a:cubicBezTo>
                    <a:cubicBezTo>
                      <a:pt x="54" y="24"/>
                      <a:pt x="48" y="10"/>
                      <a:pt x="36" y="5"/>
                    </a:cubicBezTo>
                    <a:close/>
                    <a:moveTo>
                      <a:pt x="21" y="42"/>
                    </a:moveTo>
                    <a:cubicBezTo>
                      <a:pt x="13" y="39"/>
                      <a:pt x="9" y="29"/>
                      <a:pt x="12" y="21"/>
                    </a:cubicBezTo>
                    <a:cubicBezTo>
                      <a:pt x="15" y="13"/>
                      <a:pt x="25" y="9"/>
                      <a:pt x="33" y="12"/>
                    </a:cubicBezTo>
                    <a:cubicBezTo>
                      <a:pt x="41" y="15"/>
                      <a:pt x="45" y="25"/>
                      <a:pt x="42" y="33"/>
                    </a:cubicBezTo>
                    <a:cubicBezTo>
                      <a:pt x="39" y="41"/>
                      <a:pt x="29" y="45"/>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70" name="Freeform 51"/>
              <p:cNvSpPr>
                <a:spLocks/>
              </p:cNvSpPr>
              <p:nvPr/>
            </p:nvSpPr>
            <p:spPr bwMode="auto">
              <a:xfrm>
                <a:off x="2290763" y="5237163"/>
                <a:ext cx="74612" cy="77788"/>
              </a:xfrm>
              <a:custGeom>
                <a:avLst/>
                <a:gdLst>
                  <a:gd name="T0" fmla="*/ 20 w 20"/>
                  <a:gd name="T1" fmla="*/ 3 h 21"/>
                  <a:gd name="T2" fmla="*/ 19 w 20"/>
                  <a:gd name="T3" fmla="*/ 0 h 21"/>
                  <a:gd name="T4" fmla="*/ 16 w 20"/>
                  <a:gd name="T5" fmla="*/ 1 h 21"/>
                  <a:gd name="T6" fmla="*/ 16 w 20"/>
                  <a:gd name="T7" fmla="*/ 1 h 21"/>
                  <a:gd name="T8" fmla="*/ 1 w 20"/>
                  <a:gd name="T9" fmla="*/ 17 h 21"/>
                  <a:gd name="T10" fmla="*/ 0 w 20"/>
                  <a:gd name="T11" fmla="*/ 19 h 21"/>
                  <a:gd name="T12" fmla="*/ 3 w 20"/>
                  <a:gd name="T13" fmla="*/ 20 h 21"/>
                  <a:gd name="T14" fmla="*/ 3 w 20"/>
                  <a:gd name="T15" fmla="*/ 20 h 21"/>
                  <a:gd name="T16" fmla="*/ 20 w 20"/>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20" y="3"/>
                    </a:moveTo>
                    <a:cubicBezTo>
                      <a:pt x="20" y="2"/>
                      <a:pt x="20" y="1"/>
                      <a:pt x="19" y="0"/>
                    </a:cubicBezTo>
                    <a:cubicBezTo>
                      <a:pt x="18" y="0"/>
                      <a:pt x="16" y="0"/>
                      <a:pt x="16" y="1"/>
                    </a:cubicBezTo>
                    <a:cubicBezTo>
                      <a:pt x="16" y="1"/>
                      <a:pt x="16" y="1"/>
                      <a:pt x="16" y="1"/>
                    </a:cubicBezTo>
                    <a:cubicBezTo>
                      <a:pt x="13" y="9"/>
                      <a:pt x="8" y="14"/>
                      <a:pt x="1" y="17"/>
                    </a:cubicBezTo>
                    <a:cubicBezTo>
                      <a:pt x="0" y="17"/>
                      <a:pt x="0" y="18"/>
                      <a:pt x="0" y="19"/>
                    </a:cubicBezTo>
                    <a:cubicBezTo>
                      <a:pt x="0" y="20"/>
                      <a:pt x="2" y="21"/>
                      <a:pt x="3" y="20"/>
                    </a:cubicBezTo>
                    <a:cubicBezTo>
                      <a:pt x="3" y="20"/>
                      <a:pt x="3" y="20"/>
                      <a:pt x="3" y="20"/>
                    </a:cubicBezTo>
                    <a:cubicBezTo>
                      <a:pt x="10" y="17"/>
                      <a:pt x="16" y="11"/>
                      <a:pt x="2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71" name="Freeform 52"/>
              <p:cNvSpPr>
                <a:spLocks/>
              </p:cNvSpPr>
              <p:nvPr/>
            </p:nvSpPr>
            <p:spPr bwMode="auto">
              <a:xfrm>
                <a:off x="2312988" y="5259388"/>
                <a:ext cx="109537" cy="112713"/>
              </a:xfrm>
              <a:custGeom>
                <a:avLst/>
                <a:gdLst>
                  <a:gd name="T0" fmla="*/ 27 w 29"/>
                  <a:gd name="T1" fmla="*/ 0 h 30"/>
                  <a:gd name="T2" fmla="*/ 25 w 29"/>
                  <a:gd name="T3" fmla="*/ 1 h 30"/>
                  <a:gd name="T4" fmla="*/ 1 w 29"/>
                  <a:gd name="T5" fmla="*/ 25 h 30"/>
                  <a:gd name="T6" fmla="*/ 0 w 29"/>
                  <a:gd name="T7" fmla="*/ 28 h 30"/>
                  <a:gd name="T8" fmla="*/ 3 w 29"/>
                  <a:gd name="T9" fmla="*/ 29 h 30"/>
                  <a:gd name="T10" fmla="*/ 3 w 29"/>
                  <a:gd name="T11" fmla="*/ 29 h 30"/>
                  <a:gd name="T12" fmla="*/ 29 w 29"/>
                  <a:gd name="T13" fmla="*/ 3 h 30"/>
                  <a:gd name="T14" fmla="*/ 27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7" y="0"/>
                    </a:moveTo>
                    <a:cubicBezTo>
                      <a:pt x="26" y="0"/>
                      <a:pt x="25" y="0"/>
                      <a:pt x="25" y="1"/>
                    </a:cubicBezTo>
                    <a:cubicBezTo>
                      <a:pt x="20" y="13"/>
                      <a:pt x="12" y="21"/>
                      <a:pt x="1" y="25"/>
                    </a:cubicBezTo>
                    <a:cubicBezTo>
                      <a:pt x="0" y="26"/>
                      <a:pt x="0" y="27"/>
                      <a:pt x="0" y="28"/>
                    </a:cubicBezTo>
                    <a:cubicBezTo>
                      <a:pt x="1" y="29"/>
                      <a:pt x="2" y="30"/>
                      <a:pt x="3" y="29"/>
                    </a:cubicBezTo>
                    <a:cubicBezTo>
                      <a:pt x="3" y="29"/>
                      <a:pt x="3" y="29"/>
                      <a:pt x="3" y="29"/>
                    </a:cubicBezTo>
                    <a:cubicBezTo>
                      <a:pt x="14" y="24"/>
                      <a:pt x="24" y="15"/>
                      <a:pt x="29" y="3"/>
                    </a:cubicBezTo>
                    <a:cubicBezTo>
                      <a:pt x="29" y="2"/>
                      <a:pt x="2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72" name="Freeform 53"/>
              <p:cNvSpPr>
                <a:spLocks/>
              </p:cNvSpPr>
              <p:nvPr/>
            </p:nvSpPr>
            <p:spPr bwMode="auto">
              <a:xfrm>
                <a:off x="2301875" y="5248276"/>
                <a:ext cx="93662" cy="93663"/>
              </a:xfrm>
              <a:custGeom>
                <a:avLst/>
                <a:gdLst>
                  <a:gd name="T0" fmla="*/ 23 w 25"/>
                  <a:gd name="T1" fmla="*/ 0 h 25"/>
                  <a:gd name="T2" fmla="*/ 20 w 25"/>
                  <a:gd name="T3" fmla="*/ 1 h 25"/>
                  <a:gd name="T4" fmla="*/ 1 w 25"/>
                  <a:gd name="T5" fmla="*/ 21 h 25"/>
                  <a:gd name="T6" fmla="*/ 1 w 25"/>
                  <a:gd name="T7" fmla="*/ 21 h 25"/>
                  <a:gd name="T8" fmla="*/ 0 w 25"/>
                  <a:gd name="T9" fmla="*/ 24 h 25"/>
                  <a:gd name="T10" fmla="*/ 3 w 25"/>
                  <a:gd name="T11" fmla="*/ 25 h 25"/>
                  <a:gd name="T12" fmla="*/ 3 w 25"/>
                  <a:gd name="T13" fmla="*/ 25 h 25"/>
                  <a:gd name="T14" fmla="*/ 24 w 25"/>
                  <a:gd name="T15" fmla="*/ 3 h 25"/>
                  <a:gd name="T16" fmla="*/ 23 w 25"/>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5">
                    <a:moveTo>
                      <a:pt x="23" y="0"/>
                    </a:moveTo>
                    <a:cubicBezTo>
                      <a:pt x="22" y="0"/>
                      <a:pt x="21" y="0"/>
                      <a:pt x="20" y="1"/>
                    </a:cubicBezTo>
                    <a:cubicBezTo>
                      <a:pt x="17" y="11"/>
                      <a:pt x="10" y="17"/>
                      <a:pt x="1" y="21"/>
                    </a:cubicBezTo>
                    <a:cubicBezTo>
                      <a:pt x="1" y="21"/>
                      <a:pt x="1" y="21"/>
                      <a:pt x="1" y="21"/>
                    </a:cubicBezTo>
                    <a:cubicBezTo>
                      <a:pt x="0" y="22"/>
                      <a:pt x="0" y="23"/>
                      <a:pt x="0" y="24"/>
                    </a:cubicBezTo>
                    <a:cubicBezTo>
                      <a:pt x="1" y="25"/>
                      <a:pt x="2" y="25"/>
                      <a:pt x="3" y="25"/>
                    </a:cubicBezTo>
                    <a:cubicBezTo>
                      <a:pt x="3" y="25"/>
                      <a:pt x="3" y="25"/>
                      <a:pt x="3" y="25"/>
                    </a:cubicBezTo>
                    <a:cubicBezTo>
                      <a:pt x="12" y="21"/>
                      <a:pt x="20" y="13"/>
                      <a:pt x="24" y="3"/>
                    </a:cubicBezTo>
                    <a:cubicBezTo>
                      <a:pt x="25" y="2"/>
                      <a:pt x="24" y="1"/>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73" name="Freeform 54"/>
              <p:cNvSpPr>
                <a:spLocks/>
              </p:cNvSpPr>
              <p:nvPr/>
            </p:nvSpPr>
            <p:spPr bwMode="auto">
              <a:xfrm>
                <a:off x="2139950" y="5089526"/>
                <a:ext cx="74612" cy="79375"/>
              </a:xfrm>
              <a:custGeom>
                <a:avLst/>
                <a:gdLst>
                  <a:gd name="T0" fmla="*/ 20 w 20"/>
                  <a:gd name="T1" fmla="*/ 2 h 21"/>
                  <a:gd name="T2" fmla="*/ 17 w 20"/>
                  <a:gd name="T3" fmla="*/ 1 h 21"/>
                  <a:gd name="T4" fmla="*/ 17 w 20"/>
                  <a:gd name="T5" fmla="*/ 1 h 21"/>
                  <a:gd name="T6" fmla="*/ 0 w 20"/>
                  <a:gd name="T7" fmla="*/ 18 h 21"/>
                  <a:gd name="T8" fmla="*/ 0 w 20"/>
                  <a:gd name="T9" fmla="*/ 18 h 21"/>
                  <a:gd name="T10" fmla="*/ 1 w 20"/>
                  <a:gd name="T11" fmla="*/ 21 h 21"/>
                  <a:gd name="T12" fmla="*/ 4 w 20"/>
                  <a:gd name="T13" fmla="*/ 20 h 21"/>
                  <a:gd name="T14" fmla="*/ 4 w 20"/>
                  <a:gd name="T15" fmla="*/ 20 h 21"/>
                  <a:gd name="T16" fmla="*/ 19 w 20"/>
                  <a:gd name="T17" fmla="*/ 4 h 21"/>
                  <a:gd name="T18" fmla="*/ 20 w 20"/>
                  <a:gd name="T1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1">
                    <a:moveTo>
                      <a:pt x="20" y="2"/>
                    </a:moveTo>
                    <a:cubicBezTo>
                      <a:pt x="20" y="1"/>
                      <a:pt x="18" y="0"/>
                      <a:pt x="17" y="1"/>
                    </a:cubicBezTo>
                    <a:cubicBezTo>
                      <a:pt x="17" y="1"/>
                      <a:pt x="17" y="1"/>
                      <a:pt x="17" y="1"/>
                    </a:cubicBezTo>
                    <a:cubicBezTo>
                      <a:pt x="10" y="4"/>
                      <a:pt x="4" y="10"/>
                      <a:pt x="0" y="18"/>
                    </a:cubicBezTo>
                    <a:cubicBezTo>
                      <a:pt x="0" y="18"/>
                      <a:pt x="0" y="18"/>
                      <a:pt x="0" y="18"/>
                    </a:cubicBezTo>
                    <a:cubicBezTo>
                      <a:pt x="0" y="19"/>
                      <a:pt x="0" y="20"/>
                      <a:pt x="1" y="21"/>
                    </a:cubicBezTo>
                    <a:cubicBezTo>
                      <a:pt x="2" y="21"/>
                      <a:pt x="4" y="21"/>
                      <a:pt x="4" y="20"/>
                    </a:cubicBezTo>
                    <a:cubicBezTo>
                      <a:pt x="4" y="20"/>
                      <a:pt x="4" y="20"/>
                      <a:pt x="4" y="20"/>
                    </a:cubicBezTo>
                    <a:cubicBezTo>
                      <a:pt x="7" y="12"/>
                      <a:pt x="12" y="7"/>
                      <a:pt x="19" y="4"/>
                    </a:cubicBezTo>
                    <a:cubicBezTo>
                      <a:pt x="20" y="4"/>
                      <a:pt x="20" y="3"/>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74" name="Freeform 55"/>
              <p:cNvSpPr>
                <a:spLocks/>
              </p:cNvSpPr>
              <p:nvPr/>
            </p:nvSpPr>
            <p:spPr bwMode="auto">
              <a:xfrm>
                <a:off x="2082800" y="5033963"/>
                <a:ext cx="109537" cy="112713"/>
              </a:xfrm>
              <a:custGeom>
                <a:avLst/>
                <a:gdLst>
                  <a:gd name="T0" fmla="*/ 29 w 29"/>
                  <a:gd name="T1" fmla="*/ 2 h 30"/>
                  <a:gd name="T2" fmla="*/ 26 w 29"/>
                  <a:gd name="T3" fmla="*/ 1 h 30"/>
                  <a:gd name="T4" fmla="*/ 26 w 29"/>
                  <a:gd name="T5" fmla="*/ 1 h 30"/>
                  <a:gd name="T6" fmla="*/ 0 w 29"/>
                  <a:gd name="T7" fmla="*/ 27 h 30"/>
                  <a:gd name="T8" fmla="*/ 2 w 29"/>
                  <a:gd name="T9" fmla="*/ 30 h 30"/>
                  <a:gd name="T10" fmla="*/ 4 w 29"/>
                  <a:gd name="T11" fmla="*/ 29 h 30"/>
                  <a:gd name="T12" fmla="*/ 28 w 29"/>
                  <a:gd name="T13" fmla="*/ 5 h 30"/>
                  <a:gd name="T14" fmla="*/ 29 w 29"/>
                  <a:gd name="T15" fmla="*/ 2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9" y="2"/>
                    </a:moveTo>
                    <a:cubicBezTo>
                      <a:pt x="28" y="1"/>
                      <a:pt x="27" y="0"/>
                      <a:pt x="26" y="1"/>
                    </a:cubicBezTo>
                    <a:cubicBezTo>
                      <a:pt x="26" y="1"/>
                      <a:pt x="26" y="1"/>
                      <a:pt x="26" y="1"/>
                    </a:cubicBezTo>
                    <a:cubicBezTo>
                      <a:pt x="15" y="6"/>
                      <a:pt x="5" y="15"/>
                      <a:pt x="0" y="27"/>
                    </a:cubicBezTo>
                    <a:cubicBezTo>
                      <a:pt x="0" y="28"/>
                      <a:pt x="1" y="29"/>
                      <a:pt x="2" y="30"/>
                    </a:cubicBezTo>
                    <a:cubicBezTo>
                      <a:pt x="3" y="30"/>
                      <a:pt x="4" y="30"/>
                      <a:pt x="4" y="29"/>
                    </a:cubicBezTo>
                    <a:cubicBezTo>
                      <a:pt x="9" y="17"/>
                      <a:pt x="17" y="9"/>
                      <a:pt x="28" y="5"/>
                    </a:cubicBezTo>
                    <a:cubicBezTo>
                      <a:pt x="29" y="4"/>
                      <a:pt x="29"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75" name="Freeform 56"/>
              <p:cNvSpPr>
                <a:spLocks/>
              </p:cNvSpPr>
              <p:nvPr/>
            </p:nvSpPr>
            <p:spPr bwMode="auto">
              <a:xfrm>
                <a:off x="2109788" y="5064126"/>
                <a:ext cx="93662" cy="93663"/>
              </a:xfrm>
              <a:custGeom>
                <a:avLst/>
                <a:gdLst>
                  <a:gd name="T0" fmla="*/ 24 w 25"/>
                  <a:gd name="T1" fmla="*/ 4 h 25"/>
                  <a:gd name="T2" fmla="*/ 25 w 25"/>
                  <a:gd name="T3" fmla="*/ 1 h 25"/>
                  <a:gd name="T4" fmla="*/ 22 w 25"/>
                  <a:gd name="T5" fmla="*/ 0 h 25"/>
                  <a:gd name="T6" fmla="*/ 22 w 25"/>
                  <a:gd name="T7" fmla="*/ 0 h 25"/>
                  <a:gd name="T8" fmla="*/ 1 w 25"/>
                  <a:gd name="T9" fmla="*/ 22 h 25"/>
                  <a:gd name="T10" fmla="*/ 2 w 25"/>
                  <a:gd name="T11" fmla="*/ 25 h 25"/>
                  <a:gd name="T12" fmla="*/ 5 w 25"/>
                  <a:gd name="T13" fmla="*/ 24 h 25"/>
                  <a:gd name="T14" fmla="*/ 24 w 25"/>
                  <a:gd name="T15" fmla="*/ 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24" y="4"/>
                    </a:moveTo>
                    <a:cubicBezTo>
                      <a:pt x="25" y="3"/>
                      <a:pt x="25" y="2"/>
                      <a:pt x="25" y="1"/>
                    </a:cubicBezTo>
                    <a:cubicBezTo>
                      <a:pt x="24" y="0"/>
                      <a:pt x="23" y="0"/>
                      <a:pt x="22" y="0"/>
                    </a:cubicBezTo>
                    <a:cubicBezTo>
                      <a:pt x="22" y="0"/>
                      <a:pt x="22" y="0"/>
                      <a:pt x="22" y="0"/>
                    </a:cubicBezTo>
                    <a:cubicBezTo>
                      <a:pt x="13" y="4"/>
                      <a:pt x="5" y="12"/>
                      <a:pt x="1" y="22"/>
                    </a:cubicBezTo>
                    <a:cubicBezTo>
                      <a:pt x="0" y="23"/>
                      <a:pt x="1" y="24"/>
                      <a:pt x="2" y="25"/>
                    </a:cubicBezTo>
                    <a:cubicBezTo>
                      <a:pt x="3" y="25"/>
                      <a:pt x="4" y="25"/>
                      <a:pt x="5" y="24"/>
                    </a:cubicBezTo>
                    <a:cubicBezTo>
                      <a:pt x="8" y="14"/>
                      <a:pt x="15" y="8"/>
                      <a:pt x="2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nvGrpSpPr>
            <p:cNvPr id="25" name="Group 24"/>
            <p:cNvGrpSpPr/>
            <p:nvPr/>
          </p:nvGrpSpPr>
          <p:grpSpPr>
            <a:xfrm>
              <a:off x="8806221" y="3987764"/>
              <a:ext cx="495300" cy="466725"/>
              <a:chOff x="1049338" y="4976813"/>
              <a:chExt cx="495300" cy="466725"/>
            </a:xfrm>
            <a:solidFill>
              <a:schemeClr val="bg1"/>
            </a:solidFill>
          </p:grpSpPr>
          <p:sp>
            <p:nvSpPr>
              <p:cNvPr id="65" name="Oval 57"/>
              <p:cNvSpPr>
                <a:spLocks noChangeArrowheads="1"/>
              </p:cNvSpPr>
              <p:nvPr/>
            </p:nvSpPr>
            <p:spPr bwMode="auto">
              <a:xfrm>
                <a:off x="1289050" y="5232401"/>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66" name="Freeform 58"/>
              <p:cNvSpPr>
                <a:spLocks noEditPoints="1"/>
              </p:cNvSpPr>
              <p:nvPr/>
            </p:nvSpPr>
            <p:spPr bwMode="auto">
              <a:xfrm>
                <a:off x="1049338" y="4976813"/>
                <a:ext cx="495300"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sp>
          <p:nvSpPr>
            <p:cNvPr id="26" name="Freeform 59"/>
            <p:cNvSpPr>
              <a:spLocks noEditPoints="1"/>
            </p:cNvSpPr>
            <p:nvPr/>
          </p:nvSpPr>
          <p:spPr bwMode="auto">
            <a:xfrm>
              <a:off x="10358746" y="1778001"/>
              <a:ext cx="481012" cy="482600"/>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27" name="Freeform 60"/>
            <p:cNvSpPr>
              <a:spLocks noEditPoints="1"/>
            </p:cNvSpPr>
            <p:nvPr/>
          </p:nvSpPr>
          <p:spPr bwMode="auto">
            <a:xfrm>
              <a:off x="5920091" y="2565323"/>
              <a:ext cx="485775" cy="482600"/>
            </a:xfrm>
            <a:custGeom>
              <a:avLst/>
              <a:gdLst>
                <a:gd name="T0" fmla="*/ 126 w 129"/>
                <a:gd name="T1" fmla="*/ 2 h 128"/>
                <a:gd name="T2" fmla="*/ 121 w 129"/>
                <a:gd name="T3" fmla="*/ 0 h 128"/>
                <a:gd name="T4" fmla="*/ 120 w 129"/>
                <a:gd name="T5" fmla="*/ 0 h 128"/>
                <a:gd name="T6" fmla="*/ 52 w 129"/>
                <a:gd name="T7" fmla="*/ 12 h 128"/>
                <a:gd name="T8" fmla="*/ 45 w 129"/>
                <a:gd name="T9" fmla="*/ 20 h 128"/>
                <a:gd name="T10" fmla="*/ 45 w 129"/>
                <a:gd name="T11" fmla="*/ 28 h 128"/>
                <a:gd name="T12" fmla="*/ 45 w 129"/>
                <a:gd name="T13" fmla="*/ 32 h 128"/>
                <a:gd name="T14" fmla="*/ 45 w 129"/>
                <a:gd name="T15" fmla="*/ 89 h 128"/>
                <a:gd name="T16" fmla="*/ 30 w 129"/>
                <a:gd name="T17" fmla="*/ 84 h 128"/>
                <a:gd name="T18" fmla="*/ 20 w 129"/>
                <a:gd name="T19" fmla="*/ 86 h 128"/>
                <a:gd name="T20" fmla="*/ 3 w 129"/>
                <a:gd name="T21" fmla="*/ 100 h 128"/>
                <a:gd name="T22" fmla="*/ 2 w 129"/>
                <a:gd name="T23" fmla="*/ 115 h 128"/>
                <a:gd name="T24" fmla="*/ 24 w 129"/>
                <a:gd name="T25" fmla="*/ 128 h 128"/>
                <a:gd name="T26" fmla="*/ 34 w 129"/>
                <a:gd name="T27" fmla="*/ 126 h 128"/>
                <a:gd name="T28" fmla="*/ 51 w 129"/>
                <a:gd name="T29" fmla="*/ 112 h 128"/>
                <a:gd name="T30" fmla="*/ 53 w 129"/>
                <a:gd name="T31" fmla="*/ 104 h 128"/>
                <a:gd name="T32" fmla="*/ 53 w 129"/>
                <a:gd name="T33" fmla="*/ 104 h 128"/>
                <a:gd name="T34" fmla="*/ 53 w 129"/>
                <a:gd name="T35" fmla="*/ 40 h 128"/>
                <a:gd name="T36" fmla="*/ 54 w 129"/>
                <a:gd name="T37" fmla="*/ 40 h 128"/>
                <a:gd name="T38" fmla="*/ 121 w 129"/>
                <a:gd name="T39" fmla="*/ 28 h 128"/>
                <a:gd name="T40" fmla="*/ 121 w 129"/>
                <a:gd name="T41" fmla="*/ 77 h 128"/>
                <a:gd name="T42" fmla="*/ 106 w 129"/>
                <a:gd name="T43" fmla="*/ 72 h 128"/>
                <a:gd name="T44" fmla="*/ 96 w 129"/>
                <a:gd name="T45" fmla="*/ 74 h 128"/>
                <a:gd name="T46" fmla="*/ 79 w 129"/>
                <a:gd name="T47" fmla="*/ 88 h 128"/>
                <a:gd name="T48" fmla="*/ 78 w 129"/>
                <a:gd name="T49" fmla="*/ 103 h 128"/>
                <a:gd name="T50" fmla="*/ 100 w 129"/>
                <a:gd name="T51" fmla="*/ 116 h 128"/>
                <a:gd name="T52" fmla="*/ 110 w 129"/>
                <a:gd name="T53" fmla="*/ 114 h 128"/>
                <a:gd name="T54" fmla="*/ 127 w 129"/>
                <a:gd name="T55" fmla="*/ 100 h 128"/>
                <a:gd name="T56" fmla="*/ 129 w 129"/>
                <a:gd name="T57" fmla="*/ 92 h 128"/>
                <a:gd name="T58" fmla="*/ 129 w 129"/>
                <a:gd name="T59" fmla="*/ 92 h 128"/>
                <a:gd name="T60" fmla="*/ 129 w 129"/>
                <a:gd name="T61" fmla="*/ 20 h 128"/>
                <a:gd name="T62" fmla="*/ 129 w 129"/>
                <a:gd name="T63" fmla="*/ 16 h 128"/>
                <a:gd name="T64" fmla="*/ 129 w 129"/>
                <a:gd name="T65" fmla="*/ 8 h 128"/>
                <a:gd name="T66" fmla="*/ 126 w 129"/>
                <a:gd name="T67" fmla="*/ 2 h 128"/>
                <a:gd name="T68" fmla="*/ 32 w 129"/>
                <a:gd name="T69" fmla="*/ 119 h 128"/>
                <a:gd name="T70" fmla="*/ 10 w 129"/>
                <a:gd name="T71" fmla="*/ 112 h 128"/>
                <a:gd name="T72" fmla="*/ 22 w 129"/>
                <a:gd name="T73" fmla="*/ 93 h 128"/>
                <a:gd name="T74" fmla="*/ 44 w 129"/>
                <a:gd name="T75" fmla="*/ 100 h 128"/>
                <a:gd name="T76" fmla="*/ 32 w 129"/>
                <a:gd name="T77" fmla="*/ 119 h 128"/>
                <a:gd name="T78" fmla="*/ 108 w 129"/>
                <a:gd name="T79" fmla="*/ 107 h 128"/>
                <a:gd name="T80" fmla="*/ 85 w 129"/>
                <a:gd name="T81" fmla="*/ 100 h 128"/>
                <a:gd name="T82" fmla="*/ 98 w 129"/>
                <a:gd name="T83" fmla="*/ 81 h 128"/>
                <a:gd name="T84" fmla="*/ 120 w 129"/>
                <a:gd name="T85" fmla="*/ 88 h 128"/>
                <a:gd name="T86" fmla="*/ 108 w 129"/>
                <a:gd name="T87" fmla="*/ 107 h 128"/>
                <a:gd name="T88" fmla="*/ 121 w 129"/>
                <a:gd name="T89" fmla="*/ 20 h 128"/>
                <a:gd name="T90" fmla="*/ 53 w 129"/>
                <a:gd name="T91" fmla="*/ 32 h 128"/>
                <a:gd name="T92" fmla="*/ 53 w 129"/>
                <a:gd name="T93" fmla="*/ 28 h 128"/>
                <a:gd name="T94" fmla="*/ 53 w 129"/>
                <a:gd name="T95" fmla="*/ 20 h 128"/>
                <a:gd name="T96" fmla="*/ 121 w 129"/>
                <a:gd name="T97" fmla="*/ 8 h 128"/>
                <a:gd name="T98" fmla="*/ 121 w 129"/>
                <a:gd name="T99" fmla="*/ 16 h 128"/>
                <a:gd name="T100" fmla="*/ 121 w 129"/>
                <a:gd name="T101" fmla="*/ 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28">
                  <a:moveTo>
                    <a:pt x="126" y="2"/>
                  </a:moveTo>
                  <a:cubicBezTo>
                    <a:pt x="125" y="1"/>
                    <a:pt x="123" y="0"/>
                    <a:pt x="121" y="0"/>
                  </a:cubicBezTo>
                  <a:cubicBezTo>
                    <a:pt x="121" y="0"/>
                    <a:pt x="120" y="0"/>
                    <a:pt x="120" y="0"/>
                  </a:cubicBezTo>
                  <a:cubicBezTo>
                    <a:pt x="52" y="12"/>
                    <a:pt x="52" y="12"/>
                    <a:pt x="52" y="12"/>
                  </a:cubicBezTo>
                  <a:cubicBezTo>
                    <a:pt x="48" y="13"/>
                    <a:pt x="45" y="16"/>
                    <a:pt x="45" y="20"/>
                  </a:cubicBezTo>
                  <a:cubicBezTo>
                    <a:pt x="45" y="28"/>
                    <a:pt x="45" y="28"/>
                    <a:pt x="45" y="28"/>
                  </a:cubicBezTo>
                  <a:cubicBezTo>
                    <a:pt x="45" y="32"/>
                    <a:pt x="45" y="32"/>
                    <a:pt x="45" y="32"/>
                  </a:cubicBezTo>
                  <a:cubicBezTo>
                    <a:pt x="45" y="89"/>
                    <a:pt x="45" y="89"/>
                    <a:pt x="45" y="89"/>
                  </a:cubicBezTo>
                  <a:cubicBezTo>
                    <a:pt x="41" y="86"/>
                    <a:pt x="36" y="84"/>
                    <a:pt x="30" y="84"/>
                  </a:cubicBezTo>
                  <a:cubicBezTo>
                    <a:pt x="26" y="84"/>
                    <a:pt x="23" y="85"/>
                    <a:pt x="20" y="86"/>
                  </a:cubicBezTo>
                  <a:cubicBezTo>
                    <a:pt x="12" y="88"/>
                    <a:pt x="6" y="93"/>
                    <a:pt x="3" y="100"/>
                  </a:cubicBezTo>
                  <a:cubicBezTo>
                    <a:pt x="1" y="104"/>
                    <a:pt x="0" y="110"/>
                    <a:pt x="2" y="115"/>
                  </a:cubicBezTo>
                  <a:cubicBezTo>
                    <a:pt x="5" y="123"/>
                    <a:pt x="14" y="128"/>
                    <a:pt x="24" y="128"/>
                  </a:cubicBezTo>
                  <a:cubicBezTo>
                    <a:pt x="28" y="128"/>
                    <a:pt x="31" y="127"/>
                    <a:pt x="34" y="126"/>
                  </a:cubicBezTo>
                  <a:cubicBezTo>
                    <a:pt x="42" y="124"/>
                    <a:pt x="48" y="119"/>
                    <a:pt x="51" y="112"/>
                  </a:cubicBezTo>
                  <a:cubicBezTo>
                    <a:pt x="52" y="110"/>
                    <a:pt x="53" y="107"/>
                    <a:pt x="53" y="104"/>
                  </a:cubicBezTo>
                  <a:cubicBezTo>
                    <a:pt x="53" y="104"/>
                    <a:pt x="53" y="104"/>
                    <a:pt x="53" y="104"/>
                  </a:cubicBezTo>
                  <a:cubicBezTo>
                    <a:pt x="53" y="40"/>
                    <a:pt x="53" y="40"/>
                    <a:pt x="53" y="40"/>
                  </a:cubicBezTo>
                  <a:cubicBezTo>
                    <a:pt x="53" y="40"/>
                    <a:pt x="54" y="40"/>
                    <a:pt x="54" y="40"/>
                  </a:cubicBezTo>
                  <a:cubicBezTo>
                    <a:pt x="121" y="28"/>
                    <a:pt x="121" y="28"/>
                    <a:pt x="121" y="28"/>
                  </a:cubicBezTo>
                  <a:cubicBezTo>
                    <a:pt x="121" y="77"/>
                    <a:pt x="121" y="77"/>
                    <a:pt x="121" y="77"/>
                  </a:cubicBezTo>
                  <a:cubicBezTo>
                    <a:pt x="117" y="74"/>
                    <a:pt x="112" y="72"/>
                    <a:pt x="106" y="72"/>
                  </a:cubicBezTo>
                  <a:cubicBezTo>
                    <a:pt x="102" y="72"/>
                    <a:pt x="99" y="73"/>
                    <a:pt x="96" y="74"/>
                  </a:cubicBezTo>
                  <a:cubicBezTo>
                    <a:pt x="88" y="76"/>
                    <a:pt x="82" y="81"/>
                    <a:pt x="79" y="88"/>
                  </a:cubicBezTo>
                  <a:cubicBezTo>
                    <a:pt x="77" y="92"/>
                    <a:pt x="76" y="98"/>
                    <a:pt x="78" y="103"/>
                  </a:cubicBezTo>
                  <a:cubicBezTo>
                    <a:pt x="81" y="111"/>
                    <a:pt x="90" y="116"/>
                    <a:pt x="100" y="116"/>
                  </a:cubicBezTo>
                  <a:cubicBezTo>
                    <a:pt x="104" y="116"/>
                    <a:pt x="107" y="115"/>
                    <a:pt x="110" y="114"/>
                  </a:cubicBezTo>
                  <a:cubicBezTo>
                    <a:pt x="118" y="112"/>
                    <a:pt x="124" y="107"/>
                    <a:pt x="127" y="100"/>
                  </a:cubicBezTo>
                  <a:cubicBezTo>
                    <a:pt x="128" y="98"/>
                    <a:pt x="129" y="95"/>
                    <a:pt x="129" y="92"/>
                  </a:cubicBezTo>
                  <a:cubicBezTo>
                    <a:pt x="129" y="92"/>
                    <a:pt x="129" y="92"/>
                    <a:pt x="129" y="92"/>
                  </a:cubicBezTo>
                  <a:cubicBezTo>
                    <a:pt x="129" y="20"/>
                    <a:pt x="129" y="20"/>
                    <a:pt x="129" y="20"/>
                  </a:cubicBezTo>
                  <a:cubicBezTo>
                    <a:pt x="129" y="16"/>
                    <a:pt x="129" y="16"/>
                    <a:pt x="129" y="16"/>
                  </a:cubicBezTo>
                  <a:cubicBezTo>
                    <a:pt x="129" y="8"/>
                    <a:pt x="129" y="8"/>
                    <a:pt x="129" y="8"/>
                  </a:cubicBezTo>
                  <a:cubicBezTo>
                    <a:pt x="129" y="6"/>
                    <a:pt x="128" y="3"/>
                    <a:pt x="126" y="2"/>
                  </a:cubicBezTo>
                  <a:close/>
                  <a:moveTo>
                    <a:pt x="32" y="119"/>
                  </a:moveTo>
                  <a:cubicBezTo>
                    <a:pt x="22" y="122"/>
                    <a:pt x="12" y="119"/>
                    <a:pt x="10" y="112"/>
                  </a:cubicBezTo>
                  <a:cubicBezTo>
                    <a:pt x="7" y="105"/>
                    <a:pt x="13" y="96"/>
                    <a:pt x="22" y="93"/>
                  </a:cubicBezTo>
                  <a:cubicBezTo>
                    <a:pt x="32" y="90"/>
                    <a:pt x="42" y="93"/>
                    <a:pt x="44" y="100"/>
                  </a:cubicBezTo>
                  <a:cubicBezTo>
                    <a:pt x="47" y="107"/>
                    <a:pt x="41" y="116"/>
                    <a:pt x="32" y="119"/>
                  </a:cubicBezTo>
                  <a:close/>
                  <a:moveTo>
                    <a:pt x="108" y="107"/>
                  </a:moveTo>
                  <a:cubicBezTo>
                    <a:pt x="98" y="110"/>
                    <a:pt x="88" y="107"/>
                    <a:pt x="85" y="100"/>
                  </a:cubicBezTo>
                  <a:cubicBezTo>
                    <a:pt x="83" y="93"/>
                    <a:pt x="88" y="84"/>
                    <a:pt x="98" y="81"/>
                  </a:cubicBezTo>
                  <a:cubicBezTo>
                    <a:pt x="108" y="78"/>
                    <a:pt x="118" y="81"/>
                    <a:pt x="120" y="88"/>
                  </a:cubicBezTo>
                  <a:cubicBezTo>
                    <a:pt x="123" y="95"/>
                    <a:pt x="117" y="104"/>
                    <a:pt x="108" y="107"/>
                  </a:cubicBezTo>
                  <a:close/>
                  <a:moveTo>
                    <a:pt x="121" y="20"/>
                  </a:moveTo>
                  <a:cubicBezTo>
                    <a:pt x="53" y="32"/>
                    <a:pt x="53" y="32"/>
                    <a:pt x="53" y="32"/>
                  </a:cubicBezTo>
                  <a:cubicBezTo>
                    <a:pt x="53" y="28"/>
                    <a:pt x="53" y="28"/>
                    <a:pt x="53" y="28"/>
                  </a:cubicBezTo>
                  <a:cubicBezTo>
                    <a:pt x="53" y="20"/>
                    <a:pt x="53" y="20"/>
                    <a:pt x="53" y="20"/>
                  </a:cubicBezTo>
                  <a:cubicBezTo>
                    <a:pt x="121" y="8"/>
                    <a:pt x="121" y="8"/>
                    <a:pt x="121" y="8"/>
                  </a:cubicBezTo>
                  <a:cubicBezTo>
                    <a:pt x="121" y="16"/>
                    <a:pt x="121" y="16"/>
                    <a:pt x="121" y="16"/>
                  </a:cubicBezTo>
                  <a:lnTo>
                    <a:pt x="121" y="2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nvGrpSpPr>
            <p:cNvPr id="28" name="Group 27"/>
            <p:cNvGrpSpPr/>
            <p:nvPr/>
          </p:nvGrpSpPr>
          <p:grpSpPr>
            <a:xfrm>
              <a:off x="8355201" y="767514"/>
              <a:ext cx="422275" cy="482600"/>
              <a:chOff x="2041525" y="3035301"/>
              <a:chExt cx="422275" cy="482600"/>
            </a:xfrm>
            <a:solidFill>
              <a:schemeClr val="bg1"/>
            </a:solidFill>
          </p:grpSpPr>
          <p:sp>
            <p:nvSpPr>
              <p:cNvPr id="61" name="Freeform 61"/>
              <p:cNvSpPr>
                <a:spLocks noEditPoints="1"/>
              </p:cNvSpPr>
              <p:nvPr/>
            </p:nvSpPr>
            <p:spPr bwMode="auto">
              <a:xfrm>
                <a:off x="2041525" y="3035301"/>
                <a:ext cx="422275" cy="482600"/>
              </a:xfrm>
              <a:custGeom>
                <a:avLst/>
                <a:gdLst>
                  <a:gd name="T0" fmla="*/ 56 w 112"/>
                  <a:gd name="T1" fmla="*/ 0 h 128"/>
                  <a:gd name="T2" fmla="*/ 0 w 112"/>
                  <a:gd name="T3" fmla="*/ 26 h 128"/>
                  <a:gd name="T4" fmla="*/ 0 w 112"/>
                  <a:gd name="T5" fmla="*/ 102 h 128"/>
                  <a:gd name="T6" fmla="*/ 56 w 112"/>
                  <a:gd name="T7" fmla="*/ 128 h 128"/>
                  <a:gd name="T8" fmla="*/ 112 w 112"/>
                  <a:gd name="T9" fmla="*/ 102 h 128"/>
                  <a:gd name="T10" fmla="*/ 112 w 112"/>
                  <a:gd name="T11" fmla="*/ 26 h 128"/>
                  <a:gd name="T12" fmla="*/ 56 w 112"/>
                  <a:gd name="T13" fmla="*/ 0 h 128"/>
                  <a:gd name="T14" fmla="*/ 104 w 112"/>
                  <a:gd name="T15" fmla="*/ 102 h 128"/>
                  <a:gd name="T16" fmla="*/ 56 w 112"/>
                  <a:gd name="T17" fmla="*/ 120 h 128"/>
                  <a:gd name="T18" fmla="*/ 8 w 112"/>
                  <a:gd name="T19" fmla="*/ 102 h 128"/>
                  <a:gd name="T20" fmla="*/ 8 w 112"/>
                  <a:gd name="T21" fmla="*/ 87 h 128"/>
                  <a:gd name="T22" fmla="*/ 56 w 112"/>
                  <a:gd name="T23" fmla="*/ 100 h 128"/>
                  <a:gd name="T24" fmla="*/ 104 w 112"/>
                  <a:gd name="T25" fmla="*/ 87 h 128"/>
                  <a:gd name="T26" fmla="*/ 104 w 112"/>
                  <a:gd name="T27" fmla="*/ 102 h 128"/>
                  <a:gd name="T28" fmla="*/ 104 w 112"/>
                  <a:gd name="T29" fmla="*/ 78 h 128"/>
                  <a:gd name="T30" fmla="*/ 104 w 112"/>
                  <a:gd name="T31" fmla="*/ 78 h 128"/>
                  <a:gd name="T32" fmla="*/ 104 w 112"/>
                  <a:gd name="T33" fmla="*/ 78 h 128"/>
                  <a:gd name="T34" fmla="*/ 56 w 112"/>
                  <a:gd name="T35" fmla="*/ 96 h 128"/>
                  <a:gd name="T36" fmla="*/ 8 w 112"/>
                  <a:gd name="T37" fmla="*/ 78 h 128"/>
                  <a:gd name="T38" fmla="*/ 8 w 112"/>
                  <a:gd name="T39" fmla="*/ 78 h 128"/>
                  <a:gd name="T40" fmla="*/ 8 w 112"/>
                  <a:gd name="T41" fmla="*/ 78 h 128"/>
                  <a:gd name="T42" fmla="*/ 8 w 112"/>
                  <a:gd name="T43" fmla="*/ 63 h 128"/>
                  <a:gd name="T44" fmla="*/ 56 w 112"/>
                  <a:gd name="T45" fmla="*/ 76 h 128"/>
                  <a:gd name="T46" fmla="*/ 104 w 112"/>
                  <a:gd name="T47" fmla="*/ 63 h 128"/>
                  <a:gd name="T48" fmla="*/ 104 w 112"/>
                  <a:gd name="T49" fmla="*/ 78 h 128"/>
                  <a:gd name="T50" fmla="*/ 104 w 112"/>
                  <a:gd name="T51" fmla="*/ 54 h 128"/>
                  <a:gd name="T52" fmla="*/ 104 w 112"/>
                  <a:gd name="T53" fmla="*/ 54 h 128"/>
                  <a:gd name="T54" fmla="*/ 104 w 112"/>
                  <a:gd name="T55" fmla="*/ 54 h 128"/>
                  <a:gd name="T56" fmla="*/ 56 w 112"/>
                  <a:gd name="T57" fmla="*/ 72 h 128"/>
                  <a:gd name="T58" fmla="*/ 8 w 112"/>
                  <a:gd name="T59" fmla="*/ 54 h 128"/>
                  <a:gd name="T60" fmla="*/ 8 w 112"/>
                  <a:gd name="T61" fmla="*/ 54 h 128"/>
                  <a:gd name="T62" fmla="*/ 8 w 112"/>
                  <a:gd name="T63" fmla="*/ 54 h 128"/>
                  <a:gd name="T64" fmla="*/ 8 w 112"/>
                  <a:gd name="T65" fmla="*/ 40 h 128"/>
                  <a:gd name="T66" fmla="*/ 56 w 112"/>
                  <a:gd name="T67" fmla="*/ 52 h 128"/>
                  <a:gd name="T68" fmla="*/ 104 w 112"/>
                  <a:gd name="T69" fmla="*/ 40 h 128"/>
                  <a:gd name="T70" fmla="*/ 104 w 112"/>
                  <a:gd name="T71" fmla="*/ 54 h 128"/>
                  <a:gd name="T72" fmla="*/ 56 w 112"/>
                  <a:gd name="T73" fmla="*/ 44 h 128"/>
                  <a:gd name="T74" fmla="*/ 8 w 112"/>
                  <a:gd name="T75" fmla="*/ 26 h 128"/>
                  <a:gd name="T76" fmla="*/ 56 w 112"/>
                  <a:gd name="T77" fmla="*/ 8 h 128"/>
                  <a:gd name="T78" fmla="*/ 104 w 112"/>
                  <a:gd name="T79" fmla="*/ 26 h 128"/>
                  <a:gd name="T80" fmla="*/ 56 w 112"/>
                  <a:gd name="T81" fmla="*/ 4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2" h="128">
                    <a:moveTo>
                      <a:pt x="56" y="0"/>
                    </a:moveTo>
                    <a:cubicBezTo>
                      <a:pt x="29" y="0"/>
                      <a:pt x="0" y="8"/>
                      <a:pt x="0" y="26"/>
                    </a:cubicBezTo>
                    <a:cubicBezTo>
                      <a:pt x="0" y="102"/>
                      <a:pt x="0" y="102"/>
                      <a:pt x="0" y="102"/>
                    </a:cubicBezTo>
                    <a:cubicBezTo>
                      <a:pt x="0" y="120"/>
                      <a:pt x="29" y="128"/>
                      <a:pt x="56" y="128"/>
                    </a:cubicBezTo>
                    <a:cubicBezTo>
                      <a:pt x="83" y="128"/>
                      <a:pt x="112" y="120"/>
                      <a:pt x="112" y="102"/>
                    </a:cubicBezTo>
                    <a:cubicBezTo>
                      <a:pt x="112" y="26"/>
                      <a:pt x="112" y="26"/>
                      <a:pt x="112" y="26"/>
                    </a:cubicBezTo>
                    <a:cubicBezTo>
                      <a:pt x="112" y="8"/>
                      <a:pt x="83" y="0"/>
                      <a:pt x="56" y="0"/>
                    </a:cubicBezTo>
                    <a:close/>
                    <a:moveTo>
                      <a:pt x="104" y="102"/>
                    </a:moveTo>
                    <a:cubicBezTo>
                      <a:pt x="104" y="112"/>
                      <a:pt x="83" y="120"/>
                      <a:pt x="56" y="120"/>
                    </a:cubicBezTo>
                    <a:cubicBezTo>
                      <a:pt x="29" y="120"/>
                      <a:pt x="8" y="112"/>
                      <a:pt x="8" y="102"/>
                    </a:cubicBezTo>
                    <a:cubicBezTo>
                      <a:pt x="8" y="87"/>
                      <a:pt x="8" y="87"/>
                      <a:pt x="8" y="87"/>
                    </a:cubicBezTo>
                    <a:cubicBezTo>
                      <a:pt x="16" y="96"/>
                      <a:pt x="36" y="100"/>
                      <a:pt x="56" y="100"/>
                    </a:cubicBezTo>
                    <a:cubicBezTo>
                      <a:pt x="76" y="100"/>
                      <a:pt x="96" y="96"/>
                      <a:pt x="104" y="87"/>
                    </a:cubicBezTo>
                    <a:lnTo>
                      <a:pt x="104" y="102"/>
                    </a:lnTo>
                    <a:close/>
                    <a:moveTo>
                      <a:pt x="104" y="78"/>
                    </a:moveTo>
                    <a:cubicBezTo>
                      <a:pt x="104" y="78"/>
                      <a:pt x="104" y="78"/>
                      <a:pt x="104" y="78"/>
                    </a:cubicBezTo>
                    <a:cubicBezTo>
                      <a:pt x="104" y="78"/>
                      <a:pt x="104" y="78"/>
                      <a:pt x="104" y="78"/>
                    </a:cubicBezTo>
                    <a:cubicBezTo>
                      <a:pt x="104" y="88"/>
                      <a:pt x="83" y="96"/>
                      <a:pt x="56" y="96"/>
                    </a:cubicBezTo>
                    <a:cubicBezTo>
                      <a:pt x="29" y="96"/>
                      <a:pt x="8" y="88"/>
                      <a:pt x="8" y="78"/>
                    </a:cubicBezTo>
                    <a:cubicBezTo>
                      <a:pt x="8" y="78"/>
                      <a:pt x="8" y="78"/>
                      <a:pt x="8" y="78"/>
                    </a:cubicBezTo>
                    <a:cubicBezTo>
                      <a:pt x="8" y="78"/>
                      <a:pt x="8" y="78"/>
                      <a:pt x="8" y="78"/>
                    </a:cubicBezTo>
                    <a:cubicBezTo>
                      <a:pt x="8" y="63"/>
                      <a:pt x="8" y="63"/>
                      <a:pt x="8" y="63"/>
                    </a:cubicBezTo>
                    <a:cubicBezTo>
                      <a:pt x="16" y="72"/>
                      <a:pt x="36" y="76"/>
                      <a:pt x="56" y="76"/>
                    </a:cubicBezTo>
                    <a:cubicBezTo>
                      <a:pt x="76" y="76"/>
                      <a:pt x="96" y="72"/>
                      <a:pt x="104" y="63"/>
                    </a:cubicBezTo>
                    <a:lnTo>
                      <a:pt x="104" y="78"/>
                    </a:lnTo>
                    <a:close/>
                    <a:moveTo>
                      <a:pt x="104" y="54"/>
                    </a:moveTo>
                    <a:cubicBezTo>
                      <a:pt x="104" y="54"/>
                      <a:pt x="104" y="54"/>
                      <a:pt x="104" y="54"/>
                    </a:cubicBezTo>
                    <a:cubicBezTo>
                      <a:pt x="104" y="54"/>
                      <a:pt x="104" y="54"/>
                      <a:pt x="104" y="54"/>
                    </a:cubicBezTo>
                    <a:cubicBezTo>
                      <a:pt x="104" y="64"/>
                      <a:pt x="83" y="72"/>
                      <a:pt x="56" y="72"/>
                    </a:cubicBezTo>
                    <a:cubicBezTo>
                      <a:pt x="29" y="72"/>
                      <a:pt x="8" y="64"/>
                      <a:pt x="8" y="54"/>
                    </a:cubicBezTo>
                    <a:cubicBezTo>
                      <a:pt x="8" y="54"/>
                      <a:pt x="8" y="54"/>
                      <a:pt x="8" y="54"/>
                    </a:cubicBezTo>
                    <a:cubicBezTo>
                      <a:pt x="8" y="54"/>
                      <a:pt x="8" y="54"/>
                      <a:pt x="8" y="54"/>
                    </a:cubicBezTo>
                    <a:cubicBezTo>
                      <a:pt x="8" y="40"/>
                      <a:pt x="8" y="40"/>
                      <a:pt x="8" y="40"/>
                    </a:cubicBezTo>
                    <a:cubicBezTo>
                      <a:pt x="18" y="48"/>
                      <a:pt x="38" y="52"/>
                      <a:pt x="56" y="52"/>
                    </a:cubicBezTo>
                    <a:cubicBezTo>
                      <a:pt x="74" y="52"/>
                      <a:pt x="94" y="48"/>
                      <a:pt x="104" y="40"/>
                    </a:cubicBezTo>
                    <a:lnTo>
                      <a:pt x="104" y="54"/>
                    </a:lnTo>
                    <a:close/>
                    <a:moveTo>
                      <a:pt x="56" y="44"/>
                    </a:moveTo>
                    <a:cubicBezTo>
                      <a:pt x="29" y="44"/>
                      <a:pt x="8" y="36"/>
                      <a:pt x="8" y="26"/>
                    </a:cubicBezTo>
                    <a:cubicBezTo>
                      <a:pt x="8" y="16"/>
                      <a:pt x="29" y="8"/>
                      <a:pt x="56" y="8"/>
                    </a:cubicBezTo>
                    <a:cubicBezTo>
                      <a:pt x="83" y="8"/>
                      <a:pt x="104" y="16"/>
                      <a:pt x="104" y="26"/>
                    </a:cubicBezTo>
                    <a:cubicBezTo>
                      <a:pt x="104" y="36"/>
                      <a:pt x="83" y="44"/>
                      <a:pt x="5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62" name="Oval 62"/>
              <p:cNvSpPr>
                <a:spLocks noChangeArrowheads="1"/>
              </p:cNvSpPr>
              <p:nvPr/>
            </p:nvSpPr>
            <p:spPr bwMode="auto">
              <a:xfrm>
                <a:off x="2373313" y="3411538"/>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63" name="Oval 63"/>
              <p:cNvSpPr>
                <a:spLocks noChangeArrowheads="1"/>
              </p:cNvSpPr>
              <p:nvPr/>
            </p:nvSpPr>
            <p:spPr bwMode="auto">
              <a:xfrm>
                <a:off x="2373313" y="332105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64" name="Oval 64"/>
              <p:cNvSpPr>
                <a:spLocks noChangeArrowheads="1"/>
              </p:cNvSpPr>
              <p:nvPr/>
            </p:nvSpPr>
            <p:spPr bwMode="auto">
              <a:xfrm>
                <a:off x="2373313" y="323056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nvGrpSpPr>
            <p:cNvPr id="29" name="Group 28"/>
            <p:cNvGrpSpPr/>
            <p:nvPr/>
          </p:nvGrpSpPr>
          <p:grpSpPr>
            <a:xfrm>
              <a:off x="10224381" y="3967559"/>
              <a:ext cx="488950" cy="482600"/>
              <a:chOff x="1044576" y="3035301"/>
              <a:chExt cx="488950" cy="482600"/>
            </a:xfrm>
            <a:solidFill>
              <a:schemeClr val="bg1"/>
            </a:solidFill>
          </p:grpSpPr>
          <p:sp>
            <p:nvSpPr>
              <p:cNvPr id="57" name="Freeform 65"/>
              <p:cNvSpPr>
                <a:spLocks noEditPoints="1"/>
              </p:cNvSpPr>
              <p:nvPr/>
            </p:nvSpPr>
            <p:spPr bwMode="auto">
              <a:xfrm>
                <a:off x="1044576" y="3035301"/>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8" name="Freeform 66"/>
              <p:cNvSpPr>
                <a:spLocks noEditPoints="1"/>
              </p:cNvSpPr>
              <p:nvPr/>
            </p:nvSpPr>
            <p:spPr bwMode="auto">
              <a:xfrm>
                <a:off x="1222375" y="3205163"/>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9" name="Freeform 67"/>
              <p:cNvSpPr>
                <a:spLocks/>
              </p:cNvSpPr>
              <p:nvPr/>
            </p:nvSpPr>
            <p:spPr bwMode="auto">
              <a:xfrm>
                <a:off x="1211263" y="3367088"/>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60" name="Freeform 68"/>
              <p:cNvSpPr>
                <a:spLocks/>
              </p:cNvSpPr>
              <p:nvPr/>
            </p:nvSpPr>
            <p:spPr bwMode="auto">
              <a:xfrm>
                <a:off x="1296988" y="3111501"/>
                <a:ext cx="74612"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nvGrpSpPr>
            <p:cNvPr id="30" name="Group 29"/>
            <p:cNvGrpSpPr/>
            <p:nvPr/>
          </p:nvGrpSpPr>
          <p:grpSpPr>
            <a:xfrm>
              <a:off x="7197315" y="3405112"/>
              <a:ext cx="331787" cy="482600"/>
              <a:chOff x="4029075" y="2071688"/>
              <a:chExt cx="331787" cy="482600"/>
            </a:xfrm>
            <a:solidFill>
              <a:schemeClr val="bg1"/>
            </a:solidFill>
          </p:grpSpPr>
          <p:sp>
            <p:nvSpPr>
              <p:cNvPr id="48" name="Oval 69"/>
              <p:cNvSpPr>
                <a:spLocks noChangeArrowheads="1"/>
              </p:cNvSpPr>
              <p:nvPr/>
            </p:nvSpPr>
            <p:spPr bwMode="auto">
              <a:xfrm>
                <a:off x="4164013" y="220821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9" name="Oval 70"/>
              <p:cNvSpPr>
                <a:spLocks noChangeArrowheads="1"/>
              </p:cNvSpPr>
              <p:nvPr/>
            </p:nvSpPr>
            <p:spPr bwMode="auto">
              <a:xfrm>
                <a:off x="4164013" y="2389188"/>
                <a:ext cx="30162" cy="28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0" name="Oval 71"/>
              <p:cNvSpPr>
                <a:spLocks noChangeArrowheads="1"/>
              </p:cNvSpPr>
              <p:nvPr/>
            </p:nvSpPr>
            <p:spPr bwMode="auto">
              <a:xfrm>
                <a:off x="4073525"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1" name="Oval 72"/>
              <p:cNvSpPr>
                <a:spLocks noChangeArrowheads="1"/>
              </p:cNvSpPr>
              <p:nvPr/>
            </p:nvSpPr>
            <p:spPr bwMode="auto">
              <a:xfrm>
                <a:off x="4254500"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2" name="Freeform 73"/>
              <p:cNvSpPr>
                <a:spLocks/>
              </p:cNvSpPr>
              <p:nvPr/>
            </p:nvSpPr>
            <p:spPr bwMode="auto">
              <a:xfrm>
                <a:off x="4100513"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3" name="Freeform 74"/>
              <p:cNvSpPr>
                <a:spLocks/>
              </p:cNvSpPr>
              <p:nvPr/>
            </p:nvSpPr>
            <p:spPr bwMode="auto">
              <a:xfrm>
                <a:off x="4100513" y="2233613"/>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4" name="Freeform 75"/>
              <p:cNvSpPr>
                <a:spLocks/>
              </p:cNvSpPr>
              <p:nvPr/>
            </p:nvSpPr>
            <p:spPr bwMode="auto">
              <a:xfrm>
                <a:off x="4229100"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5" name="Freeform 76"/>
              <p:cNvSpPr>
                <a:spLocks noEditPoints="1"/>
              </p:cNvSpPr>
              <p:nvPr/>
            </p:nvSpPr>
            <p:spPr bwMode="auto">
              <a:xfrm>
                <a:off x="4029075" y="2071688"/>
                <a:ext cx="331787" cy="482600"/>
              </a:xfrm>
              <a:custGeom>
                <a:avLst/>
                <a:gdLst>
                  <a:gd name="T0" fmla="*/ 80 w 88"/>
                  <a:gd name="T1" fmla="*/ 56 h 128"/>
                  <a:gd name="T2" fmla="*/ 79 w 88"/>
                  <a:gd name="T3" fmla="*/ 56 h 128"/>
                  <a:gd name="T4" fmla="*/ 70 w 88"/>
                  <a:gd name="T5" fmla="*/ 38 h 128"/>
                  <a:gd name="T6" fmla="*/ 64 w 88"/>
                  <a:gd name="T7" fmla="*/ 7 h 128"/>
                  <a:gd name="T8" fmla="*/ 56 w 88"/>
                  <a:gd name="T9" fmla="*/ 0 h 128"/>
                  <a:gd name="T10" fmla="*/ 24 w 88"/>
                  <a:gd name="T11" fmla="*/ 0 h 128"/>
                  <a:gd name="T12" fmla="*/ 17 w 88"/>
                  <a:gd name="T13" fmla="*/ 7 h 128"/>
                  <a:gd name="T14" fmla="*/ 11 w 88"/>
                  <a:gd name="T15" fmla="*/ 37 h 128"/>
                  <a:gd name="T16" fmla="*/ 0 w 88"/>
                  <a:gd name="T17" fmla="*/ 64 h 128"/>
                  <a:gd name="T18" fmla="*/ 10 w 88"/>
                  <a:gd name="T19" fmla="*/ 91 h 128"/>
                  <a:gd name="T20" fmla="*/ 16 w 88"/>
                  <a:gd name="T21" fmla="*/ 121 h 128"/>
                  <a:gd name="T22" fmla="*/ 24 w 88"/>
                  <a:gd name="T23" fmla="*/ 128 h 128"/>
                  <a:gd name="T24" fmla="*/ 56 w 88"/>
                  <a:gd name="T25" fmla="*/ 128 h 128"/>
                  <a:gd name="T26" fmla="*/ 64 w 88"/>
                  <a:gd name="T27" fmla="*/ 121 h 128"/>
                  <a:gd name="T28" fmla="*/ 70 w 88"/>
                  <a:gd name="T29" fmla="*/ 91 h 128"/>
                  <a:gd name="T30" fmla="*/ 79 w 88"/>
                  <a:gd name="T31" fmla="*/ 72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30 h 128"/>
                  <a:gd name="T44" fmla="*/ 40 w 88"/>
                  <a:gd name="T45" fmla="*/ 24 h 128"/>
                  <a:gd name="T46" fmla="*/ 20 w 88"/>
                  <a:gd name="T47" fmla="*/ 30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8"/>
                    </a:cubicBezTo>
                    <a:cubicBezTo>
                      <a:pt x="64" y="7"/>
                      <a:pt x="64" y="7"/>
                      <a:pt x="64" y="7"/>
                    </a:cubicBezTo>
                    <a:cubicBezTo>
                      <a:pt x="64" y="3"/>
                      <a:pt x="60" y="0"/>
                      <a:pt x="56" y="0"/>
                    </a:cubicBezTo>
                    <a:cubicBezTo>
                      <a:pt x="24" y="0"/>
                      <a:pt x="24" y="0"/>
                      <a:pt x="24" y="0"/>
                    </a:cubicBezTo>
                    <a:cubicBezTo>
                      <a:pt x="21" y="0"/>
                      <a:pt x="17" y="3"/>
                      <a:pt x="17" y="7"/>
                    </a:cubicBezTo>
                    <a:cubicBezTo>
                      <a:pt x="11" y="37"/>
                      <a:pt x="11" y="37"/>
                      <a:pt x="11" y="37"/>
                    </a:cubicBezTo>
                    <a:cubicBezTo>
                      <a:pt x="4" y="44"/>
                      <a:pt x="0" y="53"/>
                      <a:pt x="0" y="64"/>
                    </a:cubicBezTo>
                    <a:cubicBezTo>
                      <a:pt x="0" y="74"/>
                      <a:pt x="4" y="84"/>
                      <a:pt x="10" y="91"/>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1"/>
                      <a:pt x="70" y="91"/>
                      <a:pt x="70" y="91"/>
                    </a:cubicBezTo>
                    <a:cubicBezTo>
                      <a:pt x="74" y="85"/>
                      <a:pt x="78" y="79"/>
                      <a:pt x="79" y="72"/>
                    </a:cubicBezTo>
                    <a:cubicBezTo>
                      <a:pt x="79" y="72"/>
                      <a:pt x="80" y="72"/>
                      <a:pt x="80" y="72"/>
                    </a:cubicBezTo>
                    <a:cubicBezTo>
                      <a:pt x="84" y="72"/>
                      <a:pt x="88" y="68"/>
                      <a:pt x="88" y="64"/>
                    </a:cubicBezTo>
                    <a:cubicBezTo>
                      <a:pt x="88" y="60"/>
                      <a:pt x="84" y="56"/>
                      <a:pt x="80" y="56"/>
                    </a:cubicBezTo>
                    <a:close/>
                    <a:moveTo>
                      <a:pt x="24" y="8"/>
                    </a:moveTo>
                    <a:cubicBezTo>
                      <a:pt x="56" y="8"/>
                      <a:pt x="56" y="8"/>
                      <a:pt x="56" y="8"/>
                    </a:cubicBezTo>
                    <a:cubicBezTo>
                      <a:pt x="60" y="30"/>
                      <a:pt x="60" y="30"/>
                      <a:pt x="60" y="30"/>
                    </a:cubicBezTo>
                    <a:cubicBezTo>
                      <a:pt x="55" y="26"/>
                      <a:pt x="48" y="24"/>
                      <a:pt x="40" y="24"/>
                    </a:cubicBezTo>
                    <a:cubicBezTo>
                      <a:pt x="33" y="24"/>
                      <a:pt x="26" y="26"/>
                      <a:pt x="20" y="30"/>
                    </a:cubicBezTo>
                    <a:lnTo>
                      <a:pt x="24" y="8"/>
                    </a:lnTo>
                    <a:close/>
                    <a:moveTo>
                      <a:pt x="56" y="120"/>
                    </a:moveTo>
                    <a:cubicBezTo>
                      <a:pt x="24" y="120"/>
                      <a:pt x="24" y="120"/>
                      <a:pt x="24" y="120"/>
                    </a:cubicBezTo>
                    <a:cubicBezTo>
                      <a:pt x="20" y="98"/>
                      <a:pt x="20" y="98"/>
                      <a:pt x="20" y="98"/>
                    </a:cubicBezTo>
                    <a:cubicBezTo>
                      <a:pt x="26" y="102"/>
                      <a:pt x="33" y="104"/>
                      <a:pt x="40" y="104"/>
                    </a:cubicBezTo>
                    <a:cubicBezTo>
                      <a:pt x="47" y="104"/>
                      <a:pt x="54" y="102"/>
                      <a:pt x="60" y="98"/>
                    </a:cubicBezTo>
                    <a:lnTo>
                      <a:pt x="56" y="120"/>
                    </a:lnTo>
                    <a:close/>
                    <a:moveTo>
                      <a:pt x="40" y="96"/>
                    </a:moveTo>
                    <a:cubicBezTo>
                      <a:pt x="22" y="96"/>
                      <a:pt x="8" y="82"/>
                      <a:pt x="8" y="64"/>
                    </a:cubicBezTo>
                    <a:cubicBezTo>
                      <a:pt x="8" y="46"/>
                      <a:pt x="22" y="32"/>
                      <a:pt x="40" y="32"/>
                    </a:cubicBezTo>
                    <a:cubicBezTo>
                      <a:pt x="58" y="32"/>
                      <a:pt x="72" y="46"/>
                      <a:pt x="72" y="64"/>
                    </a:cubicBezTo>
                    <a:cubicBezTo>
                      <a:pt x="72" y="82"/>
                      <a:pt x="58" y="96"/>
                      <a:pt x="4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56" name="Freeform 77"/>
              <p:cNvSpPr>
                <a:spLocks/>
              </p:cNvSpPr>
              <p:nvPr/>
            </p:nvSpPr>
            <p:spPr bwMode="auto">
              <a:xfrm>
                <a:off x="4164013" y="2238376"/>
                <a:ext cx="90487" cy="90488"/>
              </a:xfrm>
              <a:custGeom>
                <a:avLst/>
                <a:gdLst>
                  <a:gd name="T0" fmla="*/ 24 w 24"/>
                  <a:gd name="T1" fmla="*/ 0 h 24"/>
                  <a:gd name="T2" fmla="*/ 22 w 24"/>
                  <a:gd name="T3" fmla="*/ 0 h 24"/>
                  <a:gd name="T4" fmla="*/ 1 w 24"/>
                  <a:gd name="T5" fmla="*/ 17 h 24"/>
                  <a:gd name="T6" fmla="*/ 0 w 24"/>
                  <a:gd name="T7" fmla="*/ 20 h 24"/>
                  <a:gd name="T8" fmla="*/ 1 w 24"/>
                  <a:gd name="T9" fmla="*/ 23 h 24"/>
                  <a:gd name="T10" fmla="*/ 4 w 24"/>
                  <a:gd name="T11" fmla="*/ 24 h 24"/>
                  <a:gd name="T12" fmla="*/ 7 w 24"/>
                  <a:gd name="T13" fmla="*/ 23 h 24"/>
                  <a:gd name="T14" fmla="*/ 14 w 24"/>
                  <a:gd name="T15" fmla="*/ 14 h 24"/>
                  <a:gd name="T16" fmla="*/ 24 w 24"/>
                  <a:gd name="T17" fmla="*/ 2 h 24"/>
                  <a:gd name="T18" fmla="*/ 24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4" y="0"/>
                    </a:moveTo>
                    <a:cubicBezTo>
                      <a:pt x="23" y="0"/>
                      <a:pt x="23" y="0"/>
                      <a:pt x="22" y="0"/>
                    </a:cubicBezTo>
                    <a:cubicBezTo>
                      <a:pt x="1" y="17"/>
                      <a:pt x="1" y="17"/>
                      <a:pt x="1" y="17"/>
                    </a:cubicBezTo>
                    <a:cubicBezTo>
                      <a:pt x="0" y="18"/>
                      <a:pt x="0" y="19"/>
                      <a:pt x="0" y="20"/>
                    </a:cubicBezTo>
                    <a:cubicBezTo>
                      <a:pt x="0" y="21"/>
                      <a:pt x="0" y="22"/>
                      <a:pt x="1" y="23"/>
                    </a:cubicBezTo>
                    <a:cubicBezTo>
                      <a:pt x="2" y="24"/>
                      <a:pt x="3" y="24"/>
                      <a:pt x="4" y="24"/>
                    </a:cubicBezTo>
                    <a:cubicBezTo>
                      <a:pt x="5" y="24"/>
                      <a:pt x="6" y="24"/>
                      <a:pt x="7" y="23"/>
                    </a:cubicBezTo>
                    <a:cubicBezTo>
                      <a:pt x="14" y="14"/>
                      <a:pt x="14" y="14"/>
                      <a:pt x="14" y="14"/>
                    </a:cubicBezTo>
                    <a:cubicBezTo>
                      <a:pt x="24" y="2"/>
                      <a:pt x="24" y="2"/>
                      <a:pt x="24" y="2"/>
                    </a:cubicBezTo>
                    <a:cubicBezTo>
                      <a:pt x="24" y="1"/>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nvGrpSpPr>
            <p:cNvPr id="31" name="Group 30"/>
            <p:cNvGrpSpPr/>
            <p:nvPr/>
          </p:nvGrpSpPr>
          <p:grpSpPr>
            <a:xfrm>
              <a:off x="9012997" y="1679576"/>
              <a:ext cx="482600" cy="452438"/>
              <a:chOff x="2974975" y="2071688"/>
              <a:chExt cx="482600" cy="452438"/>
            </a:xfrm>
            <a:solidFill>
              <a:schemeClr val="bg1"/>
            </a:solidFill>
          </p:grpSpPr>
          <p:sp>
            <p:nvSpPr>
              <p:cNvPr id="39" name="Freeform 78"/>
              <p:cNvSpPr>
                <a:spLocks noEditPoints="1"/>
              </p:cNvSpPr>
              <p:nvPr/>
            </p:nvSpPr>
            <p:spPr bwMode="auto">
              <a:xfrm>
                <a:off x="2974975" y="2071688"/>
                <a:ext cx="482600" cy="452438"/>
              </a:xfrm>
              <a:custGeom>
                <a:avLst/>
                <a:gdLst>
                  <a:gd name="T0" fmla="*/ 126 w 128"/>
                  <a:gd name="T1" fmla="*/ 26 h 120"/>
                  <a:gd name="T2" fmla="*/ 102 w 128"/>
                  <a:gd name="T3" fmla="*/ 2 h 120"/>
                  <a:gd name="T4" fmla="*/ 96 w 128"/>
                  <a:gd name="T5" fmla="*/ 0 h 120"/>
                  <a:gd name="T6" fmla="*/ 12 w 128"/>
                  <a:gd name="T7" fmla="*/ 0 h 120"/>
                  <a:gd name="T8" fmla="*/ 0 w 128"/>
                  <a:gd name="T9" fmla="*/ 12 h 120"/>
                  <a:gd name="T10" fmla="*/ 0 w 128"/>
                  <a:gd name="T11" fmla="*/ 108 h 120"/>
                  <a:gd name="T12" fmla="*/ 12 w 128"/>
                  <a:gd name="T13" fmla="*/ 120 h 120"/>
                  <a:gd name="T14" fmla="*/ 116 w 128"/>
                  <a:gd name="T15" fmla="*/ 120 h 120"/>
                  <a:gd name="T16" fmla="*/ 128 w 128"/>
                  <a:gd name="T17" fmla="*/ 108 h 120"/>
                  <a:gd name="T18" fmla="*/ 128 w 128"/>
                  <a:gd name="T19" fmla="*/ 32 h 120"/>
                  <a:gd name="T20" fmla="*/ 126 w 128"/>
                  <a:gd name="T21" fmla="*/ 26 h 120"/>
                  <a:gd name="T22" fmla="*/ 120 w 128"/>
                  <a:gd name="T23" fmla="*/ 108 h 120"/>
                  <a:gd name="T24" fmla="*/ 116 w 128"/>
                  <a:gd name="T25" fmla="*/ 112 h 120"/>
                  <a:gd name="T26" fmla="*/ 12 w 128"/>
                  <a:gd name="T27" fmla="*/ 112 h 120"/>
                  <a:gd name="T28" fmla="*/ 8 w 128"/>
                  <a:gd name="T29" fmla="*/ 108 h 120"/>
                  <a:gd name="T30" fmla="*/ 8 w 128"/>
                  <a:gd name="T31" fmla="*/ 12 h 120"/>
                  <a:gd name="T32" fmla="*/ 12 w 128"/>
                  <a:gd name="T33" fmla="*/ 8 h 120"/>
                  <a:gd name="T34" fmla="*/ 92 w 128"/>
                  <a:gd name="T35" fmla="*/ 8 h 120"/>
                  <a:gd name="T36" fmla="*/ 92 w 128"/>
                  <a:gd name="T37" fmla="*/ 24 h 120"/>
                  <a:gd name="T38" fmla="*/ 92 w 128"/>
                  <a:gd name="T39" fmla="*/ 24 h 120"/>
                  <a:gd name="T40" fmla="*/ 104 w 128"/>
                  <a:gd name="T41" fmla="*/ 36 h 120"/>
                  <a:gd name="T42" fmla="*/ 108 w 128"/>
                  <a:gd name="T43" fmla="*/ 36 h 120"/>
                  <a:gd name="T44" fmla="*/ 120 w 128"/>
                  <a:gd name="T45" fmla="*/ 36 h 120"/>
                  <a:gd name="T46" fmla="*/ 120 w 128"/>
                  <a:gd name="T47" fmla="*/ 108 h 120"/>
                  <a:gd name="T48" fmla="*/ 108 w 128"/>
                  <a:gd name="T49" fmla="*/ 32 h 120"/>
                  <a:gd name="T50" fmla="*/ 104 w 128"/>
                  <a:gd name="T51" fmla="*/ 32 h 120"/>
                  <a:gd name="T52" fmla="*/ 96 w 128"/>
                  <a:gd name="T53" fmla="*/ 24 h 120"/>
                  <a:gd name="T54" fmla="*/ 96 w 128"/>
                  <a:gd name="T55" fmla="*/ 24 h 120"/>
                  <a:gd name="T56" fmla="*/ 96 w 128"/>
                  <a:gd name="T57" fmla="*/ 8 h 120"/>
                  <a:gd name="T58" fmla="*/ 120 w 128"/>
                  <a:gd name="T59" fmla="*/ 32 h 120"/>
                  <a:gd name="T60" fmla="*/ 108 w 128"/>
                  <a:gd name="T61"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120">
                    <a:moveTo>
                      <a:pt x="126" y="26"/>
                    </a:moveTo>
                    <a:cubicBezTo>
                      <a:pt x="102" y="2"/>
                      <a:pt x="102" y="2"/>
                      <a:pt x="102" y="2"/>
                    </a:cubicBezTo>
                    <a:cubicBezTo>
                      <a:pt x="100" y="1"/>
                      <a:pt x="98" y="0"/>
                      <a:pt x="96" y="0"/>
                    </a:cubicBezTo>
                    <a:cubicBezTo>
                      <a:pt x="12" y="0"/>
                      <a:pt x="12" y="0"/>
                      <a:pt x="12" y="0"/>
                    </a:cubicBezTo>
                    <a:cubicBezTo>
                      <a:pt x="5" y="0"/>
                      <a:pt x="0" y="5"/>
                      <a:pt x="0" y="12"/>
                    </a:cubicBezTo>
                    <a:cubicBezTo>
                      <a:pt x="0" y="108"/>
                      <a:pt x="0" y="108"/>
                      <a:pt x="0" y="108"/>
                    </a:cubicBezTo>
                    <a:cubicBezTo>
                      <a:pt x="0" y="115"/>
                      <a:pt x="5" y="120"/>
                      <a:pt x="12" y="120"/>
                    </a:cubicBezTo>
                    <a:cubicBezTo>
                      <a:pt x="116" y="120"/>
                      <a:pt x="116" y="120"/>
                      <a:pt x="116" y="120"/>
                    </a:cubicBezTo>
                    <a:cubicBezTo>
                      <a:pt x="123" y="120"/>
                      <a:pt x="128" y="115"/>
                      <a:pt x="128" y="108"/>
                    </a:cubicBezTo>
                    <a:cubicBezTo>
                      <a:pt x="128" y="32"/>
                      <a:pt x="128" y="32"/>
                      <a:pt x="128" y="32"/>
                    </a:cubicBezTo>
                    <a:cubicBezTo>
                      <a:pt x="128" y="30"/>
                      <a:pt x="127" y="28"/>
                      <a:pt x="126" y="26"/>
                    </a:cubicBezTo>
                    <a:close/>
                    <a:moveTo>
                      <a:pt x="120" y="108"/>
                    </a:moveTo>
                    <a:cubicBezTo>
                      <a:pt x="120" y="110"/>
                      <a:pt x="118" y="112"/>
                      <a:pt x="116" y="112"/>
                    </a:cubicBezTo>
                    <a:cubicBezTo>
                      <a:pt x="12" y="112"/>
                      <a:pt x="12" y="112"/>
                      <a:pt x="12" y="112"/>
                    </a:cubicBezTo>
                    <a:cubicBezTo>
                      <a:pt x="10" y="112"/>
                      <a:pt x="8" y="110"/>
                      <a:pt x="8" y="108"/>
                    </a:cubicBezTo>
                    <a:cubicBezTo>
                      <a:pt x="8" y="12"/>
                      <a:pt x="8" y="12"/>
                      <a:pt x="8" y="12"/>
                    </a:cubicBezTo>
                    <a:cubicBezTo>
                      <a:pt x="8" y="10"/>
                      <a:pt x="10" y="8"/>
                      <a:pt x="12" y="8"/>
                    </a:cubicBezTo>
                    <a:cubicBezTo>
                      <a:pt x="92" y="8"/>
                      <a:pt x="92" y="8"/>
                      <a:pt x="92" y="8"/>
                    </a:cubicBezTo>
                    <a:cubicBezTo>
                      <a:pt x="92" y="24"/>
                      <a:pt x="92" y="24"/>
                      <a:pt x="92" y="24"/>
                    </a:cubicBezTo>
                    <a:cubicBezTo>
                      <a:pt x="92" y="24"/>
                      <a:pt x="92" y="24"/>
                      <a:pt x="92" y="24"/>
                    </a:cubicBezTo>
                    <a:cubicBezTo>
                      <a:pt x="92" y="31"/>
                      <a:pt x="97" y="36"/>
                      <a:pt x="104" y="36"/>
                    </a:cubicBezTo>
                    <a:cubicBezTo>
                      <a:pt x="108" y="36"/>
                      <a:pt x="108" y="36"/>
                      <a:pt x="108" y="36"/>
                    </a:cubicBezTo>
                    <a:cubicBezTo>
                      <a:pt x="120" y="36"/>
                      <a:pt x="120" y="36"/>
                      <a:pt x="120" y="36"/>
                    </a:cubicBezTo>
                    <a:lnTo>
                      <a:pt x="120" y="108"/>
                    </a:lnTo>
                    <a:close/>
                    <a:moveTo>
                      <a:pt x="108" y="32"/>
                    </a:moveTo>
                    <a:cubicBezTo>
                      <a:pt x="104" y="32"/>
                      <a:pt x="104" y="32"/>
                      <a:pt x="104" y="32"/>
                    </a:cubicBezTo>
                    <a:cubicBezTo>
                      <a:pt x="100" y="32"/>
                      <a:pt x="96" y="28"/>
                      <a:pt x="96" y="24"/>
                    </a:cubicBezTo>
                    <a:cubicBezTo>
                      <a:pt x="96" y="24"/>
                      <a:pt x="96" y="24"/>
                      <a:pt x="96" y="24"/>
                    </a:cubicBezTo>
                    <a:cubicBezTo>
                      <a:pt x="96" y="8"/>
                      <a:pt x="96" y="8"/>
                      <a:pt x="96" y="8"/>
                    </a:cubicBezTo>
                    <a:cubicBezTo>
                      <a:pt x="120" y="32"/>
                      <a:pt x="120" y="32"/>
                      <a:pt x="120" y="32"/>
                    </a:cubicBezTo>
                    <a:lnTo>
                      <a:pt x="10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0" name="Freeform 79"/>
              <p:cNvSpPr>
                <a:spLocks/>
              </p:cNvSpPr>
              <p:nvPr/>
            </p:nvSpPr>
            <p:spPr bwMode="auto">
              <a:xfrm>
                <a:off x="3200400" y="2162176"/>
                <a:ext cx="90487"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1" name="Freeform 80"/>
              <p:cNvSpPr>
                <a:spLocks/>
              </p:cNvSpPr>
              <p:nvPr/>
            </p:nvSpPr>
            <p:spPr bwMode="auto">
              <a:xfrm>
                <a:off x="3200400" y="2208213"/>
                <a:ext cx="90487" cy="14288"/>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2" name="Freeform 81"/>
              <p:cNvSpPr>
                <a:spLocks/>
              </p:cNvSpPr>
              <p:nvPr/>
            </p:nvSpPr>
            <p:spPr bwMode="auto">
              <a:xfrm>
                <a:off x="3200400" y="2252663"/>
                <a:ext cx="196850" cy="15875"/>
              </a:xfrm>
              <a:custGeom>
                <a:avLst/>
                <a:gdLst>
                  <a:gd name="T0" fmla="*/ 0 w 52"/>
                  <a:gd name="T1" fmla="*/ 2 h 4"/>
                  <a:gd name="T2" fmla="*/ 2 w 52"/>
                  <a:gd name="T3" fmla="*/ 4 h 4"/>
                  <a:gd name="T4" fmla="*/ 50 w 52"/>
                  <a:gd name="T5" fmla="*/ 4 h 4"/>
                  <a:gd name="T6" fmla="*/ 52 w 52"/>
                  <a:gd name="T7" fmla="*/ 2 h 4"/>
                  <a:gd name="T8" fmla="*/ 50 w 52"/>
                  <a:gd name="T9" fmla="*/ 0 h 4"/>
                  <a:gd name="T10" fmla="*/ 2 w 52"/>
                  <a:gd name="T11" fmla="*/ 0 h 4"/>
                  <a:gd name="T12" fmla="*/ 0 w 52"/>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2" h="4">
                    <a:moveTo>
                      <a:pt x="0" y="2"/>
                    </a:moveTo>
                    <a:cubicBezTo>
                      <a:pt x="0" y="3"/>
                      <a:pt x="1" y="4"/>
                      <a:pt x="2" y="4"/>
                    </a:cubicBezTo>
                    <a:cubicBezTo>
                      <a:pt x="50" y="4"/>
                      <a:pt x="50" y="4"/>
                      <a:pt x="50" y="4"/>
                    </a:cubicBezTo>
                    <a:cubicBezTo>
                      <a:pt x="51" y="4"/>
                      <a:pt x="52" y="3"/>
                      <a:pt x="52" y="2"/>
                    </a:cubicBezTo>
                    <a:cubicBezTo>
                      <a:pt x="52" y="1"/>
                      <a:pt x="51" y="0"/>
                      <a:pt x="50"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3" name="Freeform 82"/>
              <p:cNvSpPr>
                <a:spLocks/>
              </p:cNvSpPr>
              <p:nvPr/>
            </p:nvSpPr>
            <p:spPr bwMode="auto">
              <a:xfrm>
                <a:off x="3035300" y="2343151"/>
                <a:ext cx="361950" cy="15875"/>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4" name="Freeform 83"/>
              <p:cNvSpPr>
                <a:spLocks/>
              </p:cNvSpPr>
              <p:nvPr/>
            </p:nvSpPr>
            <p:spPr bwMode="auto">
              <a:xfrm>
                <a:off x="3035300" y="238918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5" name="Freeform 84"/>
              <p:cNvSpPr>
                <a:spLocks/>
              </p:cNvSpPr>
              <p:nvPr/>
            </p:nvSpPr>
            <p:spPr bwMode="auto">
              <a:xfrm>
                <a:off x="3035300" y="243363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6" name="Freeform 85"/>
              <p:cNvSpPr>
                <a:spLocks/>
              </p:cNvSpPr>
              <p:nvPr/>
            </p:nvSpPr>
            <p:spPr bwMode="auto">
              <a:xfrm>
                <a:off x="3035300" y="2298701"/>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47" name="Freeform 86"/>
              <p:cNvSpPr>
                <a:spLocks noEditPoints="1"/>
              </p:cNvSpPr>
              <p:nvPr/>
            </p:nvSpPr>
            <p:spPr bwMode="auto">
              <a:xfrm>
                <a:off x="3035300" y="2147888"/>
                <a:ext cx="134937" cy="120650"/>
              </a:xfrm>
              <a:custGeom>
                <a:avLst/>
                <a:gdLst>
                  <a:gd name="T0" fmla="*/ 4 w 36"/>
                  <a:gd name="T1" fmla="*/ 32 h 32"/>
                  <a:gd name="T2" fmla="*/ 32 w 36"/>
                  <a:gd name="T3" fmla="*/ 32 h 32"/>
                  <a:gd name="T4" fmla="*/ 36 w 36"/>
                  <a:gd name="T5" fmla="*/ 28 h 32"/>
                  <a:gd name="T6" fmla="*/ 36 w 36"/>
                  <a:gd name="T7" fmla="*/ 4 h 32"/>
                  <a:gd name="T8" fmla="*/ 32 w 36"/>
                  <a:gd name="T9" fmla="*/ 0 h 32"/>
                  <a:gd name="T10" fmla="*/ 4 w 36"/>
                  <a:gd name="T11" fmla="*/ 0 h 32"/>
                  <a:gd name="T12" fmla="*/ 0 w 36"/>
                  <a:gd name="T13" fmla="*/ 4 h 32"/>
                  <a:gd name="T14" fmla="*/ 0 w 36"/>
                  <a:gd name="T15" fmla="*/ 28 h 32"/>
                  <a:gd name="T16" fmla="*/ 4 w 36"/>
                  <a:gd name="T17" fmla="*/ 32 h 32"/>
                  <a:gd name="T18" fmla="*/ 8 w 36"/>
                  <a:gd name="T19" fmla="*/ 8 h 32"/>
                  <a:gd name="T20" fmla="*/ 28 w 36"/>
                  <a:gd name="T21" fmla="*/ 8 h 32"/>
                  <a:gd name="T22" fmla="*/ 28 w 36"/>
                  <a:gd name="T23" fmla="*/ 24 h 32"/>
                  <a:gd name="T24" fmla="*/ 8 w 36"/>
                  <a:gd name="T25" fmla="*/ 24 h 32"/>
                  <a:gd name="T26" fmla="*/ 8 w 36"/>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2">
                    <a:moveTo>
                      <a:pt x="4" y="32"/>
                    </a:moveTo>
                    <a:cubicBezTo>
                      <a:pt x="32" y="32"/>
                      <a:pt x="32" y="32"/>
                      <a:pt x="32" y="32"/>
                    </a:cubicBezTo>
                    <a:cubicBezTo>
                      <a:pt x="34" y="32"/>
                      <a:pt x="36" y="30"/>
                      <a:pt x="36" y="28"/>
                    </a:cubicBezTo>
                    <a:cubicBezTo>
                      <a:pt x="36" y="4"/>
                      <a:pt x="36" y="4"/>
                      <a:pt x="36" y="4"/>
                    </a:cubicBezTo>
                    <a:cubicBezTo>
                      <a:pt x="36" y="2"/>
                      <a:pt x="34" y="0"/>
                      <a:pt x="32" y="0"/>
                    </a:cubicBezTo>
                    <a:cubicBezTo>
                      <a:pt x="4" y="0"/>
                      <a:pt x="4" y="0"/>
                      <a:pt x="4" y="0"/>
                    </a:cubicBezTo>
                    <a:cubicBezTo>
                      <a:pt x="2" y="0"/>
                      <a:pt x="0" y="2"/>
                      <a:pt x="0" y="4"/>
                    </a:cubicBezTo>
                    <a:cubicBezTo>
                      <a:pt x="0" y="28"/>
                      <a:pt x="0" y="28"/>
                      <a:pt x="0" y="28"/>
                    </a:cubicBezTo>
                    <a:cubicBezTo>
                      <a:pt x="0" y="30"/>
                      <a:pt x="2" y="32"/>
                      <a:pt x="4" y="32"/>
                    </a:cubicBezTo>
                    <a:close/>
                    <a:moveTo>
                      <a:pt x="8" y="8"/>
                    </a:moveTo>
                    <a:cubicBezTo>
                      <a:pt x="28" y="8"/>
                      <a:pt x="28" y="8"/>
                      <a:pt x="28" y="8"/>
                    </a:cubicBezTo>
                    <a:cubicBezTo>
                      <a:pt x="28" y="24"/>
                      <a:pt x="28" y="24"/>
                      <a:pt x="28" y="24"/>
                    </a:cubicBezTo>
                    <a:cubicBezTo>
                      <a:pt x="8" y="24"/>
                      <a:pt x="8" y="24"/>
                      <a:pt x="8" y="24"/>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nvGrpSpPr>
            <p:cNvPr id="32" name="Group 31"/>
            <p:cNvGrpSpPr/>
            <p:nvPr/>
          </p:nvGrpSpPr>
          <p:grpSpPr>
            <a:xfrm>
              <a:off x="9983081" y="717253"/>
              <a:ext cx="450850" cy="482600"/>
              <a:chOff x="2027238" y="2071688"/>
              <a:chExt cx="450850" cy="482600"/>
            </a:xfrm>
            <a:solidFill>
              <a:schemeClr val="bg1"/>
            </a:solidFill>
          </p:grpSpPr>
          <p:sp>
            <p:nvSpPr>
              <p:cNvPr id="36" name="Freeform 87"/>
              <p:cNvSpPr>
                <a:spLocks noEditPoints="1"/>
              </p:cNvSpPr>
              <p:nvPr/>
            </p:nvSpPr>
            <p:spPr bwMode="auto">
              <a:xfrm>
                <a:off x="2027238" y="2071688"/>
                <a:ext cx="450850" cy="482600"/>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37" name="Freeform 88"/>
              <p:cNvSpPr>
                <a:spLocks noEditPoints="1"/>
              </p:cNvSpPr>
              <p:nvPr/>
            </p:nvSpPr>
            <p:spPr bwMode="auto">
              <a:xfrm>
                <a:off x="2087563" y="2132013"/>
                <a:ext cx="330200" cy="30162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38" name="Freeform 89"/>
              <p:cNvSpPr>
                <a:spLocks noEditPoints="1"/>
              </p:cNvSpPr>
              <p:nvPr/>
            </p:nvSpPr>
            <p:spPr bwMode="auto">
              <a:xfrm>
                <a:off x="2268538" y="2178051"/>
                <a:ext cx="88900" cy="90488"/>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nvGrpSpPr>
            <p:cNvPr id="33" name="Group 32"/>
            <p:cNvGrpSpPr/>
            <p:nvPr/>
          </p:nvGrpSpPr>
          <p:grpSpPr>
            <a:xfrm>
              <a:off x="10091435" y="2775575"/>
              <a:ext cx="481012" cy="482600"/>
              <a:chOff x="1049338" y="2071688"/>
              <a:chExt cx="481012" cy="482600"/>
            </a:xfrm>
            <a:solidFill>
              <a:schemeClr val="bg1"/>
            </a:solidFill>
          </p:grpSpPr>
          <p:sp>
            <p:nvSpPr>
              <p:cNvPr id="34" name="Freeform 90"/>
              <p:cNvSpPr>
                <a:spLocks noEditPoints="1"/>
              </p:cNvSpPr>
              <p:nvPr/>
            </p:nvSpPr>
            <p:spPr bwMode="auto">
              <a:xfrm>
                <a:off x="1049338" y="2071688"/>
                <a:ext cx="481012" cy="482600"/>
              </a:xfrm>
              <a:custGeom>
                <a:avLst/>
                <a:gdLst>
                  <a:gd name="T0" fmla="*/ 83 w 128"/>
                  <a:gd name="T1" fmla="*/ 40 h 128"/>
                  <a:gd name="T2" fmla="*/ 64 w 128"/>
                  <a:gd name="T3" fmla="*/ 0 h 128"/>
                  <a:gd name="T4" fmla="*/ 36 w 128"/>
                  <a:gd name="T5" fmla="*/ 41 h 128"/>
                  <a:gd name="T6" fmla="*/ 32 w 128"/>
                  <a:gd name="T7" fmla="*/ 43 h 128"/>
                  <a:gd name="T8" fmla="*/ 12 w 128"/>
                  <a:gd name="T9" fmla="*/ 40 h 128"/>
                  <a:gd name="T10" fmla="*/ 0 w 128"/>
                  <a:gd name="T11" fmla="*/ 116 h 128"/>
                  <a:gd name="T12" fmla="*/ 24 w 128"/>
                  <a:gd name="T13" fmla="*/ 128 h 128"/>
                  <a:gd name="T14" fmla="*/ 35 w 128"/>
                  <a:gd name="T15" fmla="*/ 121 h 128"/>
                  <a:gd name="T16" fmla="*/ 36 w 128"/>
                  <a:gd name="T17" fmla="*/ 121 h 128"/>
                  <a:gd name="T18" fmla="*/ 76 w 128"/>
                  <a:gd name="T19" fmla="*/ 128 h 128"/>
                  <a:gd name="T20" fmla="*/ 112 w 128"/>
                  <a:gd name="T21" fmla="*/ 120 h 128"/>
                  <a:gd name="T22" fmla="*/ 114 w 128"/>
                  <a:gd name="T23" fmla="*/ 109 h 128"/>
                  <a:gd name="T24" fmla="*/ 121 w 128"/>
                  <a:gd name="T25" fmla="*/ 88 h 128"/>
                  <a:gd name="T26" fmla="*/ 124 w 128"/>
                  <a:gd name="T27" fmla="*/ 67 h 128"/>
                  <a:gd name="T28" fmla="*/ 128 w 128"/>
                  <a:gd name="T29" fmla="*/ 58 h 128"/>
                  <a:gd name="T30" fmla="*/ 117 w 128"/>
                  <a:gd name="T31" fmla="*/ 42 h 128"/>
                  <a:gd name="T32" fmla="*/ 24 w 128"/>
                  <a:gd name="T33" fmla="*/ 120 h 128"/>
                  <a:gd name="T34" fmla="*/ 8 w 128"/>
                  <a:gd name="T35" fmla="*/ 116 h 128"/>
                  <a:gd name="T36" fmla="*/ 12 w 128"/>
                  <a:gd name="T37" fmla="*/ 48 h 128"/>
                  <a:gd name="T38" fmla="*/ 28 w 128"/>
                  <a:gd name="T39" fmla="*/ 52 h 128"/>
                  <a:gd name="T40" fmla="*/ 120 w 128"/>
                  <a:gd name="T41" fmla="*/ 58 h 128"/>
                  <a:gd name="T42" fmla="*/ 104 w 128"/>
                  <a:gd name="T43" fmla="*/ 64 h 128"/>
                  <a:gd name="T44" fmla="*/ 104 w 128"/>
                  <a:gd name="T45" fmla="*/ 68 h 128"/>
                  <a:gd name="T46" fmla="*/ 118 w 128"/>
                  <a:gd name="T47" fmla="*/ 75 h 128"/>
                  <a:gd name="T48" fmla="*/ 100 w 128"/>
                  <a:gd name="T49" fmla="*/ 84 h 128"/>
                  <a:gd name="T50" fmla="*/ 100 w 128"/>
                  <a:gd name="T51" fmla="*/ 88 h 128"/>
                  <a:gd name="T52" fmla="*/ 113 w 128"/>
                  <a:gd name="T53" fmla="*/ 96 h 128"/>
                  <a:gd name="T54" fmla="*/ 96 w 128"/>
                  <a:gd name="T55" fmla="*/ 104 h 128"/>
                  <a:gd name="T56" fmla="*/ 96 w 128"/>
                  <a:gd name="T57" fmla="*/ 108 h 128"/>
                  <a:gd name="T58" fmla="*/ 106 w 128"/>
                  <a:gd name="T59" fmla="*/ 114 h 128"/>
                  <a:gd name="T60" fmla="*/ 98 w 128"/>
                  <a:gd name="T61" fmla="*/ 120 h 128"/>
                  <a:gd name="T62" fmla="*/ 54 w 128"/>
                  <a:gd name="T63" fmla="*/ 117 h 128"/>
                  <a:gd name="T64" fmla="*/ 32 w 128"/>
                  <a:gd name="T65" fmla="*/ 110 h 128"/>
                  <a:gd name="T66" fmla="*/ 35 w 128"/>
                  <a:gd name="T67" fmla="*/ 50 h 128"/>
                  <a:gd name="T68" fmla="*/ 60 w 128"/>
                  <a:gd name="T69" fmla="*/ 12 h 128"/>
                  <a:gd name="T70" fmla="*/ 76 w 128"/>
                  <a:gd name="T71" fmla="*/ 27 h 128"/>
                  <a:gd name="T72" fmla="*/ 115 w 128"/>
                  <a:gd name="T73" fmla="*/ 50 h 128"/>
                  <a:gd name="T74" fmla="*/ 120 w 128"/>
                  <a:gd name="T7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8" h="128">
                    <a:moveTo>
                      <a:pt x="117" y="42"/>
                    </a:moveTo>
                    <a:cubicBezTo>
                      <a:pt x="112" y="41"/>
                      <a:pt x="100" y="41"/>
                      <a:pt x="83" y="40"/>
                    </a:cubicBezTo>
                    <a:cubicBezTo>
                      <a:pt x="84" y="36"/>
                      <a:pt x="84" y="33"/>
                      <a:pt x="84" y="27"/>
                    </a:cubicBezTo>
                    <a:cubicBezTo>
                      <a:pt x="84" y="13"/>
                      <a:pt x="73" y="0"/>
                      <a:pt x="64" y="0"/>
                    </a:cubicBezTo>
                    <a:cubicBezTo>
                      <a:pt x="57" y="0"/>
                      <a:pt x="52" y="5"/>
                      <a:pt x="52" y="12"/>
                    </a:cubicBezTo>
                    <a:cubicBezTo>
                      <a:pt x="52" y="20"/>
                      <a:pt x="49" y="34"/>
                      <a:pt x="36" y="41"/>
                    </a:cubicBezTo>
                    <a:cubicBezTo>
                      <a:pt x="35" y="41"/>
                      <a:pt x="32" y="43"/>
                      <a:pt x="32" y="43"/>
                    </a:cubicBezTo>
                    <a:cubicBezTo>
                      <a:pt x="32" y="43"/>
                      <a:pt x="32" y="43"/>
                      <a:pt x="32" y="43"/>
                    </a:cubicBezTo>
                    <a:cubicBezTo>
                      <a:pt x="30" y="41"/>
                      <a:pt x="27" y="40"/>
                      <a:pt x="24" y="40"/>
                    </a:cubicBezTo>
                    <a:cubicBezTo>
                      <a:pt x="12" y="40"/>
                      <a:pt x="12" y="40"/>
                      <a:pt x="12" y="40"/>
                    </a:cubicBezTo>
                    <a:cubicBezTo>
                      <a:pt x="5" y="40"/>
                      <a:pt x="0" y="45"/>
                      <a:pt x="0" y="52"/>
                    </a:cubicBezTo>
                    <a:cubicBezTo>
                      <a:pt x="0" y="116"/>
                      <a:pt x="0" y="116"/>
                      <a:pt x="0" y="116"/>
                    </a:cubicBezTo>
                    <a:cubicBezTo>
                      <a:pt x="0" y="123"/>
                      <a:pt x="5" y="128"/>
                      <a:pt x="12" y="128"/>
                    </a:cubicBezTo>
                    <a:cubicBezTo>
                      <a:pt x="24" y="128"/>
                      <a:pt x="24" y="128"/>
                      <a:pt x="24" y="128"/>
                    </a:cubicBezTo>
                    <a:cubicBezTo>
                      <a:pt x="29" y="128"/>
                      <a:pt x="33" y="125"/>
                      <a:pt x="35" y="121"/>
                    </a:cubicBezTo>
                    <a:cubicBezTo>
                      <a:pt x="35" y="121"/>
                      <a:pt x="35" y="121"/>
                      <a:pt x="35" y="121"/>
                    </a:cubicBezTo>
                    <a:cubicBezTo>
                      <a:pt x="35" y="121"/>
                      <a:pt x="35" y="121"/>
                      <a:pt x="36" y="121"/>
                    </a:cubicBezTo>
                    <a:cubicBezTo>
                      <a:pt x="36" y="121"/>
                      <a:pt x="36" y="121"/>
                      <a:pt x="36" y="121"/>
                    </a:cubicBezTo>
                    <a:cubicBezTo>
                      <a:pt x="38" y="122"/>
                      <a:pt x="43" y="123"/>
                      <a:pt x="52" y="125"/>
                    </a:cubicBezTo>
                    <a:cubicBezTo>
                      <a:pt x="54" y="126"/>
                      <a:pt x="65" y="128"/>
                      <a:pt x="76" y="128"/>
                    </a:cubicBezTo>
                    <a:cubicBezTo>
                      <a:pt x="98" y="128"/>
                      <a:pt x="98" y="128"/>
                      <a:pt x="98" y="128"/>
                    </a:cubicBezTo>
                    <a:cubicBezTo>
                      <a:pt x="105" y="128"/>
                      <a:pt x="109" y="125"/>
                      <a:pt x="112" y="120"/>
                    </a:cubicBezTo>
                    <a:cubicBezTo>
                      <a:pt x="112" y="120"/>
                      <a:pt x="113" y="118"/>
                      <a:pt x="114" y="116"/>
                    </a:cubicBezTo>
                    <a:cubicBezTo>
                      <a:pt x="115" y="114"/>
                      <a:pt x="115" y="112"/>
                      <a:pt x="114" y="109"/>
                    </a:cubicBezTo>
                    <a:cubicBezTo>
                      <a:pt x="118" y="106"/>
                      <a:pt x="120" y="102"/>
                      <a:pt x="121" y="99"/>
                    </a:cubicBezTo>
                    <a:cubicBezTo>
                      <a:pt x="122" y="94"/>
                      <a:pt x="122" y="90"/>
                      <a:pt x="121" y="88"/>
                    </a:cubicBezTo>
                    <a:cubicBezTo>
                      <a:pt x="123" y="85"/>
                      <a:pt x="125" y="82"/>
                      <a:pt x="126" y="77"/>
                    </a:cubicBezTo>
                    <a:cubicBezTo>
                      <a:pt x="127" y="73"/>
                      <a:pt x="126" y="70"/>
                      <a:pt x="124" y="67"/>
                    </a:cubicBezTo>
                    <a:cubicBezTo>
                      <a:pt x="127" y="65"/>
                      <a:pt x="128" y="61"/>
                      <a:pt x="128" y="58"/>
                    </a:cubicBezTo>
                    <a:cubicBezTo>
                      <a:pt x="128" y="58"/>
                      <a:pt x="128" y="58"/>
                      <a:pt x="128" y="58"/>
                    </a:cubicBezTo>
                    <a:cubicBezTo>
                      <a:pt x="128" y="57"/>
                      <a:pt x="128" y="57"/>
                      <a:pt x="128" y="56"/>
                    </a:cubicBezTo>
                    <a:cubicBezTo>
                      <a:pt x="128" y="51"/>
                      <a:pt x="125" y="44"/>
                      <a:pt x="117" y="42"/>
                    </a:cubicBezTo>
                    <a:close/>
                    <a:moveTo>
                      <a:pt x="28" y="116"/>
                    </a:moveTo>
                    <a:cubicBezTo>
                      <a:pt x="28" y="118"/>
                      <a:pt x="26" y="120"/>
                      <a:pt x="24" y="120"/>
                    </a:cubicBezTo>
                    <a:cubicBezTo>
                      <a:pt x="12" y="120"/>
                      <a:pt x="12" y="120"/>
                      <a:pt x="12" y="120"/>
                    </a:cubicBezTo>
                    <a:cubicBezTo>
                      <a:pt x="10" y="120"/>
                      <a:pt x="8" y="118"/>
                      <a:pt x="8" y="116"/>
                    </a:cubicBezTo>
                    <a:cubicBezTo>
                      <a:pt x="8" y="52"/>
                      <a:pt x="8" y="52"/>
                      <a:pt x="8" y="52"/>
                    </a:cubicBezTo>
                    <a:cubicBezTo>
                      <a:pt x="8" y="50"/>
                      <a:pt x="10" y="48"/>
                      <a:pt x="12" y="48"/>
                    </a:cubicBezTo>
                    <a:cubicBezTo>
                      <a:pt x="24" y="48"/>
                      <a:pt x="24" y="48"/>
                      <a:pt x="24" y="48"/>
                    </a:cubicBezTo>
                    <a:cubicBezTo>
                      <a:pt x="26" y="48"/>
                      <a:pt x="28" y="50"/>
                      <a:pt x="28" y="52"/>
                    </a:cubicBezTo>
                    <a:lnTo>
                      <a:pt x="28" y="116"/>
                    </a:lnTo>
                    <a:close/>
                    <a:moveTo>
                      <a:pt x="120" y="58"/>
                    </a:moveTo>
                    <a:cubicBezTo>
                      <a:pt x="120" y="60"/>
                      <a:pt x="119" y="64"/>
                      <a:pt x="112" y="64"/>
                    </a:cubicBezTo>
                    <a:cubicBezTo>
                      <a:pt x="106" y="64"/>
                      <a:pt x="104" y="64"/>
                      <a:pt x="104" y="64"/>
                    </a:cubicBezTo>
                    <a:cubicBezTo>
                      <a:pt x="103" y="64"/>
                      <a:pt x="102" y="65"/>
                      <a:pt x="102" y="66"/>
                    </a:cubicBezTo>
                    <a:cubicBezTo>
                      <a:pt x="102" y="67"/>
                      <a:pt x="103" y="68"/>
                      <a:pt x="104" y="68"/>
                    </a:cubicBezTo>
                    <a:cubicBezTo>
                      <a:pt x="104" y="68"/>
                      <a:pt x="106" y="68"/>
                      <a:pt x="112" y="68"/>
                    </a:cubicBezTo>
                    <a:cubicBezTo>
                      <a:pt x="118" y="68"/>
                      <a:pt x="119" y="73"/>
                      <a:pt x="118" y="75"/>
                    </a:cubicBezTo>
                    <a:cubicBezTo>
                      <a:pt x="118" y="78"/>
                      <a:pt x="116" y="84"/>
                      <a:pt x="110" y="84"/>
                    </a:cubicBezTo>
                    <a:cubicBezTo>
                      <a:pt x="103" y="84"/>
                      <a:pt x="100" y="84"/>
                      <a:pt x="100" y="84"/>
                    </a:cubicBezTo>
                    <a:cubicBezTo>
                      <a:pt x="99" y="84"/>
                      <a:pt x="98" y="85"/>
                      <a:pt x="98" y="86"/>
                    </a:cubicBezTo>
                    <a:cubicBezTo>
                      <a:pt x="98" y="87"/>
                      <a:pt x="99" y="88"/>
                      <a:pt x="100" y="88"/>
                    </a:cubicBezTo>
                    <a:cubicBezTo>
                      <a:pt x="100" y="88"/>
                      <a:pt x="105" y="88"/>
                      <a:pt x="108" y="88"/>
                    </a:cubicBezTo>
                    <a:cubicBezTo>
                      <a:pt x="115" y="88"/>
                      <a:pt x="114" y="93"/>
                      <a:pt x="113" y="96"/>
                    </a:cubicBezTo>
                    <a:cubicBezTo>
                      <a:pt x="112" y="100"/>
                      <a:pt x="111" y="104"/>
                      <a:pt x="103" y="104"/>
                    </a:cubicBezTo>
                    <a:cubicBezTo>
                      <a:pt x="100" y="104"/>
                      <a:pt x="96" y="104"/>
                      <a:pt x="96" y="104"/>
                    </a:cubicBezTo>
                    <a:cubicBezTo>
                      <a:pt x="95" y="104"/>
                      <a:pt x="94" y="105"/>
                      <a:pt x="94" y="106"/>
                    </a:cubicBezTo>
                    <a:cubicBezTo>
                      <a:pt x="94" y="107"/>
                      <a:pt x="95" y="108"/>
                      <a:pt x="96" y="108"/>
                    </a:cubicBezTo>
                    <a:cubicBezTo>
                      <a:pt x="96" y="108"/>
                      <a:pt x="99" y="108"/>
                      <a:pt x="102" y="108"/>
                    </a:cubicBezTo>
                    <a:cubicBezTo>
                      <a:pt x="107" y="108"/>
                      <a:pt x="107" y="112"/>
                      <a:pt x="106" y="114"/>
                    </a:cubicBezTo>
                    <a:cubicBezTo>
                      <a:pt x="106" y="115"/>
                      <a:pt x="105" y="116"/>
                      <a:pt x="105" y="117"/>
                    </a:cubicBezTo>
                    <a:cubicBezTo>
                      <a:pt x="104" y="119"/>
                      <a:pt x="102" y="120"/>
                      <a:pt x="98" y="120"/>
                    </a:cubicBezTo>
                    <a:cubicBezTo>
                      <a:pt x="76" y="120"/>
                      <a:pt x="76" y="120"/>
                      <a:pt x="76" y="120"/>
                    </a:cubicBezTo>
                    <a:cubicBezTo>
                      <a:pt x="65" y="120"/>
                      <a:pt x="54" y="118"/>
                      <a:pt x="54" y="117"/>
                    </a:cubicBezTo>
                    <a:cubicBezTo>
                      <a:pt x="37" y="114"/>
                      <a:pt x="36" y="113"/>
                      <a:pt x="35" y="113"/>
                    </a:cubicBezTo>
                    <a:cubicBezTo>
                      <a:pt x="35" y="113"/>
                      <a:pt x="32" y="112"/>
                      <a:pt x="32" y="110"/>
                    </a:cubicBezTo>
                    <a:cubicBezTo>
                      <a:pt x="32" y="54"/>
                      <a:pt x="32" y="54"/>
                      <a:pt x="32" y="54"/>
                    </a:cubicBezTo>
                    <a:cubicBezTo>
                      <a:pt x="32" y="52"/>
                      <a:pt x="33" y="51"/>
                      <a:pt x="35" y="50"/>
                    </a:cubicBezTo>
                    <a:cubicBezTo>
                      <a:pt x="35" y="50"/>
                      <a:pt x="36" y="50"/>
                      <a:pt x="36" y="50"/>
                    </a:cubicBezTo>
                    <a:cubicBezTo>
                      <a:pt x="54" y="42"/>
                      <a:pt x="60" y="26"/>
                      <a:pt x="60" y="12"/>
                    </a:cubicBezTo>
                    <a:cubicBezTo>
                      <a:pt x="60" y="10"/>
                      <a:pt x="62" y="8"/>
                      <a:pt x="64" y="8"/>
                    </a:cubicBezTo>
                    <a:cubicBezTo>
                      <a:pt x="68" y="8"/>
                      <a:pt x="76" y="16"/>
                      <a:pt x="76" y="27"/>
                    </a:cubicBezTo>
                    <a:cubicBezTo>
                      <a:pt x="76" y="36"/>
                      <a:pt x="75" y="38"/>
                      <a:pt x="72" y="48"/>
                    </a:cubicBezTo>
                    <a:cubicBezTo>
                      <a:pt x="112" y="48"/>
                      <a:pt x="112" y="49"/>
                      <a:pt x="115" y="50"/>
                    </a:cubicBezTo>
                    <a:cubicBezTo>
                      <a:pt x="120" y="51"/>
                      <a:pt x="120" y="54"/>
                      <a:pt x="120" y="56"/>
                    </a:cubicBezTo>
                    <a:cubicBezTo>
                      <a:pt x="120" y="57"/>
                      <a:pt x="120" y="57"/>
                      <a:pt x="12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sp>
            <p:nvSpPr>
              <p:cNvPr id="35" name="Freeform 91"/>
              <p:cNvSpPr>
                <a:spLocks noEditPoints="1"/>
              </p:cNvSpPr>
              <p:nvPr/>
            </p:nvSpPr>
            <p:spPr bwMode="auto">
              <a:xfrm>
                <a:off x="1093788" y="2463801"/>
                <a:ext cx="44450" cy="44450"/>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dirty="0">
                  <a:solidFill>
                    <a:srgbClr val="95A5A6"/>
                  </a:solidFill>
                  <a:latin typeface="Calibri" panose="020F0502020204030204"/>
                  <a:cs typeface="Simplified Arabic" panose="02020603050405020304" pitchFamily="18" charset="-78"/>
                </a:endParaRPr>
              </a:p>
            </p:txBody>
          </p:sp>
        </p:grpSp>
      </p:grpSp>
      <p:grpSp>
        <p:nvGrpSpPr>
          <p:cNvPr id="78" name="Group 77"/>
          <p:cNvGrpSpPr/>
          <p:nvPr/>
        </p:nvGrpSpPr>
        <p:grpSpPr>
          <a:xfrm>
            <a:off x="4370165" y="2876758"/>
            <a:ext cx="7528640" cy="1645332"/>
            <a:chOff x="3845697" y="1816100"/>
            <a:chExt cx="7670800" cy="1676400"/>
          </a:xfrm>
        </p:grpSpPr>
        <p:sp>
          <p:nvSpPr>
            <p:cNvPr id="79" name="Rounded Rectangle 78"/>
            <p:cNvSpPr/>
            <p:nvPr/>
          </p:nvSpPr>
          <p:spPr>
            <a:xfrm>
              <a:off x="3998097" y="1816100"/>
              <a:ext cx="7518400" cy="1676400"/>
            </a:xfrm>
            <a:prstGeom prst="roundRect">
              <a:avLst>
                <a:gd name="adj" fmla="val 50000"/>
              </a:avLst>
            </a:prstGeom>
            <a:solidFill>
              <a:srgbClr val="ED7D31">
                <a:lumMod val="40000"/>
                <a:lumOff val="6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prstClr val="white"/>
                </a:solidFill>
                <a:effectLst/>
                <a:uLnTx/>
                <a:uFillTx/>
                <a:latin typeface="Calibri"/>
                <a:ea typeface="+mn-ea"/>
                <a:cs typeface="Simplified Arabic" panose="02020603050405020304" pitchFamily="18" charset="-78"/>
              </a:endParaRPr>
            </a:p>
          </p:txBody>
        </p:sp>
        <p:sp>
          <p:nvSpPr>
            <p:cNvPr id="80" name="Diamond 79"/>
            <p:cNvSpPr/>
            <p:nvPr/>
          </p:nvSpPr>
          <p:spPr>
            <a:xfrm>
              <a:off x="3845697" y="2368550"/>
              <a:ext cx="571500" cy="571500"/>
            </a:xfrm>
            <a:prstGeom prst="diamond">
              <a:avLst/>
            </a:prstGeom>
            <a:solidFill>
              <a:srgbClr val="ED7D31">
                <a:lumMod val="40000"/>
                <a:lumOff val="6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prstClr val="white"/>
                </a:solidFill>
                <a:effectLst/>
                <a:uLnTx/>
                <a:uFillTx/>
                <a:latin typeface="Calibri"/>
                <a:ea typeface="+mn-ea"/>
                <a:cs typeface="Simplified Arabic" panose="02020603050405020304" pitchFamily="18" charset="-78"/>
              </a:endParaRPr>
            </a:p>
          </p:txBody>
        </p:sp>
      </p:grpSp>
      <p:sp>
        <p:nvSpPr>
          <p:cNvPr id="81" name="TextBox 80"/>
          <p:cNvSpPr txBox="1"/>
          <p:nvPr/>
        </p:nvSpPr>
        <p:spPr>
          <a:xfrm>
            <a:off x="4650619" y="3082093"/>
            <a:ext cx="7066257" cy="1200329"/>
          </a:xfrm>
          <a:prstGeom prst="rect">
            <a:avLst/>
          </a:prstGeom>
          <a:noFill/>
        </p:spPr>
        <p:txBody>
          <a:bodyPr wrap="square" rtlCol="0">
            <a:spAutoFit/>
          </a:bodyPr>
          <a:lstStyle/>
          <a:p>
            <a:pPr algn="ctr" rtl="1" fontAlgn="auto">
              <a:spcBef>
                <a:spcPts val="0"/>
              </a:spcBef>
              <a:spcAft>
                <a:spcPts val="0"/>
              </a:spcAft>
            </a:pPr>
            <a:r>
              <a:rPr lang="ar-SA" sz="2400" b="1" i="1" dirty="0">
                <a:solidFill>
                  <a:prstClr val="black">
                    <a:lumMod val="75000"/>
                    <a:lumOff val="25000"/>
                  </a:prstClr>
                </a:solidFill>
                <a:latin typeface="Lato" panose="020F0502020204030203" pitchFamily="34" charset="0"/>
                <a:cs typeface="Lato" panose="020F0502020204030203" pitchFamily="34" charset="0"/>
              </a:rPr>
              <a:t>اعتمد خان في طرح المادة التعليمية على أسلوب جديد يقوم على الإيحاء بجلوس المعلم بجانب الطالب والعمل معه على حل المشكلة على ورقة</a:t>
            </a:r>
            <a:endParaRPr lang="en-US" sz="2400" i="1" dirty="0">
              <a:solidFill>
                <a:prstClr val="black">
                  <a:lumMod val="75000"/>
                  <a:lumOff val="25000"/>
                </a:prstClr>
              </a:solidFill>
              <a:latin typeface="Lato" panose="020F0502020204030203" pitchFamily="34" charset="0"/>
              <a:cs typeface="Lato" panose="020F0502020204030203" pitchFamily="34" charset="0"/>
            </a:endParaRPr>
          </a:p>
        </p:txBody>
      </p:sp>
      <p:sp>
        <p:nvSpPr>
          <p:cNvPr id="8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0050161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25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par>
                          <p:cTn id="9" fill="hold">
                            <p:stCondLst>
                              <p:cond delay="750"/>
                            </p:stCondLst>
                            <p:childTnLst>
                              <p:par>
                                <p:cTn id="10" presetID="10" presetClass="entr" presetSubtype="0"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par>
                          <p:cTn id="13" fill="hold">
                            <p:stCondLst>
                              <p:cond delay="1250"/>
                            </p:stCondLst>
                            <p:childTnLst>
                              <p:par>
                                <p:cTn id="14" presetID="10" presetClass="entr" presetSubtype="0" fill="hold" grpId="0" nodeType="after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childTnLst>
                          </p:cTn>
                        </p:par>
                        <p:par>
                          <p:cTn id="17" fill="hold">
                            <p:stCondLst>
                              <p:cond delay="1750"/>
                            </p:stCondLst>
                            <p:childTnLst>
                              <p:par>
                                <p:cTn id="18" presetID="22" presetClass="entr" presetSubtype="8" fill="hold" nodeType="afterEffect">
                                  <p:stCondLst>
                                    <p:cond delay="0"/>
                                  </p:stCondLst>
                                  <p:childTnLst>
                                    <p:set>
                                      <p:cBhvr>
                                        <p:cTn id="19" dur="1" fill="hold">
                                          <p:stCondLst>
                                            <p:cond delay="0"/>
                                          </p:stCondLst>
                                        </p:cTn>
                                        <p:tgtEl>
                                          <p:spTgt spid="78"/>
                                        </p:tgtEl>
                                        <p:attrNameLst>
                                          <p:attrName>style.visibility</p:attrName>
                                        </p:attrNameLst>
                                      </p:cBhvr>
                                      <p:to>
                                        <p:strVal val="visible"/>
                                      </p:to>
                                    </p:set>
                                    <p:animEffect transition="in" filter="wipe(left)">
                                      <p:cBhvr>
                                        <p:cTn id="20" dur="500"/>
                                        <p:tgtEl>
                                          <p:spTgt spid="78"/>
                                        </p:tgtEl>
                                      </p:cBhvr>
                                    </p:animEffect>
                                  </p:childTnLst>
                                </p:cTn>
                              </p:par>
                            </p:childTnLst>
                          </p:cTn>
                        </p:par>
                        <p:par>
                          <p:cTn id="21" fill="hold">
                            <p:stCondLst>
                              <p:cond delay="2250"/>
                            </p:stCondLst>
                            <p:childTnLst>
                              <p:par>
                                <p:cTn id="22" presetID="10" presetClass="entr" presetSubtype="0" fill="hold" grpId="0" nodeType="afterEffect">
                                  <p:stCondLst>
                                    <p:cond delay="0"/>
                                  </p:stCondLst>
                                  <p:childTnLst>
                                    <p:set>
                                      <p:cBhvr>
                                        <p:cTn id="23" dur="1" fill="hold">
                                          <p:stCondLst>
                                            <p:cond delay="0"/>
                                          </p:stCondLst>
                                        </p:cTn>
                                        <p:tgtEl>
                                          <p:spTgt spid="81"/>
                                        </p:tgtEl>
                                        <p:attrNameLst>
                                          <p:attrName>style.visibility</p:attrName>
                                        </p:attrNameLst>
                                      </p:cBhvr>
                                      <p:to>
                                        <p:strVal val="visible"/>
                                      </p:to>
                                    </p:set>
                                    <p:animEffect transition="in" filter="fade">
                                      <p:cBhvr>
                                        <p:cTn id="24"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1" grpId="0"/>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 name="Group 60"/>
          <p:cNvGrpSpPr/>
          <p:nvPr/>
        </p:nvGrpSpPr>
        <p:grpSpPr>
          <a:xfrm>
            <a:off x="6549362" y="1417481"/>
            <a:ext cx="5959323" cy="4298950"/>
            <a:chOff x="214313" y="-812800"/>
            <a:chExt cx="11760200" cy="8483600"/>
          </a:xfrm>
        </p:grpSpPr>
        <p:sp>
          <p:nvSpPr>
            <p:cNvPr id="34" name="AutoShape 46"/>
            <p:cNvSpPr>
              <a:spLocks noChangeAspect="1" noChangeArrowheads="1" noTextEdit="1"/>
            </p:cNvSpPr>
            <p:nvPr/>
          </p:nvSpPr>
          <p:spPr bwMode="auto">
            <a:xfrm>
              <a:off x="217488" y="-812800"/>
              <a:ext cx="11757025" cy="848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5" name="Oval 48"/>
            <p:cNvSpPr>
              <a:spLocks noChangeArrowheads="1"/>
            </p:cNvSpPr>
            <p:nvPr/>
          </p:nvSpPr>
          <p:spPr bwMode="auto">
            <a:xfrm>
              <a:off x="6967538" y="3979863"/>
              <a:ext cx="573088" cy="574675"/>
            </a:xfrm>
            <a:prstGeom prst="ellipse">
              <a:avLst/>
            </a:pr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6" name="Freeform 49"/>
            <p:cNvSpPr>
              <a:spLocks/>
            </p:cNvSpPr>
            <p:nvPr/>
          </p:nvSpPr>
          <p:spPr bwMode="auto">
            <a:xfrm>
              <a:off x="6621463" y="4621213"/>
              <a:ext cx="1265238" cy="2144713"/>
            </a:xfrm>
            <a:custGeom>
              <a:avLst/>
              <a:gdLst>
                <a:gd name="T0" fmla="*/ 336 w 337"/>
                <a:gd name="T1" fmla="*/ 221 h 571"/>
                <a:gd name="T2" fmla="*/ 336 w 337"/>
                <a:gd name="T3" fmla="*/ 216 h 571"/>
                <a:gd name="T4" fmla="*/ 301 w 337"/>
                <a:gd name="T5" fmla="*/ 30 h 571"/>
                <a:gd name="T6" fmla="*/ 266 w 337"/>
                <a:gd name="T7" fmla="*/ 0 h 571"/>
                <a:gd name="T8" fmla="*/ 70 w 337"/>
                <a:gd name="T9" fmla="*/ 0 h 571"/>
                <a:gd name="T10" fmla="*/ 35 w 337"/>
                <a:gd name="T11" fmla="*/ 30 h 571"/>
                <a:gd name="T12" fmla="*/ 0 w 337"/>
                <a:gd name="T13" fmla="*/ 216 h 571"/>
                <a:gd name="T14" fmla="*/ 0 w 337"/>
                <a:gd name="T15" fmla="*/ 221 h 571"/>
                <a:gd name="T16" fmla="*/ 0 w 337"/>
                <a:gd name="T17" fmla="*/ 226 h 571"/>
                <a:gd name="T18" fmla="*/ 35 w 337"/>
                <a:gd name="T19" fmla="*/ 261 h 571"/>
                <a:gd name="T20" fmla="*/ 71 w 337"/>
                <a:gd name="T21" fmla="*/ 232 h 571"/>
                <a:gd name="T22" fmla="*/ 93 w 337"/>
                <a:gd name="T23" fmla="*/ 94 h 571"/>
                <a:gd name="T24" fmla="*/ 92 w 337"/>
                <a:gd name="T25" fmla="*/ 535 h 571"/>
                <a:gd name="T26" fmla="*/ 128 w 337"/>
                <a:gd name="T27" fmla="*/ 571 h 571"/>
                <a:gd name="T28" fmla="*/ 164 w 337"/>
                <a:gd name="T29" fmla="*/ 535 h 571"/>
                <a:gd name="T30" fmla="*/ 164 w 337"/>
                <a:gd name="T31" fmla="*/ 317 h 571"/>
                <a:gd name="T32" fmla="*/ 172 w 337"/>
                <a:gd name="T33" fmla="*/ 317 h 571"/>
                <a:gd name="T34" fmla="*/ 172 w 337"/>
                <a:gd name="T35" fmla="*/ 535 h 571"/>
                <a:gd name="T36" fmla="*/ 208 w 337"/>
                <a:gd name="T37" fmla="*/ 571 h 571"/>
                <a:gd name="T38" fmla="*/ 244 w 337"/>
                <a:gd name="T39" fmla="*/ 535 h 571"/>
                <a:gd name="T40" fmla="*/ 244 w 337"/>
                <a:gd name="T41" fmla="*/ 94 h 571"/>
                <a:gd name="T42" fmla="*/ 266 w 337"/>
                <a:gd name="T43" fmla="*/ 232 h 571"/>
                <a:gd name="T44" fmla="*/ 301 w 337"/>
                <a:gd name="T45" fmla="*/ 261 h 571"/>
                <a:gd name="T46" fmla="*/ 336 w 337"/>
                <a:gd name="T47" fmla="*/ 226 h 571"/>
                <a:gd name="T48" fmla="*/ 336 w 337"/>
                <a:gd name="T49" fmla="*/ 221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7" h="571">
                  <a:moveTo>
                    <a:pt x="336" y="221"/>
                  </a:moveTo>
                  <a:cubicBezTo>
                    <a:pt x="336" y="219"/>
                    <a:pt x="337" y="218"/>
                    <a:pt x="336" y="216"/>
                  </a:cubicBezTo>
                  <a:cubicBezTo>
                    <a:pt x="301" y="30"/>
                    <a:pt x="301" y="30"/>
                    <a:pt x="301" y="30"/>
                  </a:cubicBezTo>
                  <a:cubicBezTo>
                    <a:pt x="298" y="13"/>
                    <a:pt x="284" y="0"/>
                    <a:pt x="266" y="0"/>
                  </a:cubicBezTo>
                  <a:cubicBezTo>
                    <a:pt x="70" y="0"/>
                    <a:pt x="70" y="0"/>
                    <a:pt x="70" y="0"/>
                  </a:cubicBezTo>
                  <a:cubicBezTo>
                    <a:pt x="53" y="0"/>
                    <a:pt x="38" y="13"/>
                    <a:pt x="35" y="30"/>
                  </a:cubicBezTo>
                  <a:cubicBezTo>
                    <a:pt x="0" y="216"/>
                    <a:pt x="0" y="216"/>
                    <a:pt x="0" y="216"/>
                  </a:cubicBezTo>
                  <a:cubicBezTo>
                    <a:pt x="0" y="218"/>
                    <a:pt x="0" y="219"/>
                    <a:pt x="0" y="221"/>
                  </a:cubicBezTo>
                  <a:cubicBezTo>
                    <a:pt x="0" y="222"/>
                    <a:pt x="0" y="224"/>
                    <a:pt x="0" y="226"/>
                  </a:cubicBezTo>
                  <a:cubicBezTo>
                    <a:pt x="0" y="245"/>
                    <a:pt x="16" y="261"/>
                    <a:pt x="35" y="261"/>
                  </a:cubicBezTo>
                  <a:cubicBezTo>
                    <a:pt x="53" y="261"/>
                    <a:pt x="67" y="249"/>
                    <a:pt x="71" y="232"/>
                  </a:cubicBezTo>
                  <a:cubicBezTo>
                    <a:pt x="93" y="94"/>
                    <a:pt x="93" y="94"/>
                    <a:pt x="93" y="94"/>
                  </a:cubicBezTo>
                  <a:cubicBezTo>
                    <a:pt x="92" y="535"/>
                    <a:pt x="92" y="535"/>
                    <a:pt x="92" y="535"/>
                  </a:cubicBezTo>
                  <a:cubicBezTo>
                    <a:pt x="92" y="555"/>
                    <a:pt x="108" y="571"/>
                    <a:pt x="128" y="571"/>
                  </a:cubicBezTo>
                  <a:cubicBezTo>
                    <a:pt x="148" y="571"/>
                    <a:pt x="164" y="555"/>
                    <a:pt x="164" y="535"/>
                  </a:cubicBezTo>
                  <a:cubicBezTo>
                    <a:pt x="164" y="317"/>
                    <a:pt x="164" y="317"/>
                    <a:pt x="164" y="317"/>
                  </a:cubicBezTo>
                  <a:cubicBezTo>
                    <a:pt x="172" y="317"/>
                    <a:pt x="172" y="317"/>
                    <a:pt x="172" y="317"/>
                  </a:cubicBezTo>
                  <a:cubicBezTo>
                    <a:pt x="172" y="535"/>
                    <a:pt x="172" y="535"/>
                    <a:pt x="172" y="535"/>
                  </a:cubicBezTo>
                  <a:cubicBezTo>
                    <a:pt x="172" y="555"/>
                    <a:pt x="188" y="571"/>
                    <a:pt x="208" y="571"/>
                  </a:cubicBezTo>
                  <a:cubicBezTo>
                    <a:pt x="228" y="571"/>
                    <a:pt x="244" y="555"/>
                    <a:pt x="244" y="535"/>
                  </a:cubicBezTo>
                  <a:cubicBezTo>
                    <a:pt x="244" y="94"/>
                    <a:pt x="244" y="94"/>
                    <a:pt x="244" y="94"/>
                  </a:cubicBezTo>
                  <a:cubicBezTo>
                    <a:pt x="266" y="232"/>
                    <a:pt x="266" y="232"/>
                    <a:pt x="266" y="232"/>
                  </a:cubicBezTo>
                  <a:cubicBezTo>
                    <a:pt x="269" y="249"/>
                    <a:pt x="284" y="261"/>
                    <a:pt x="301" y="261"/>
                  </a:cubicBezTo>
                  <a:cubicBezTo>
                    <a:pt x="320" y="261"/>
                    <a:pt x="336" y="245"/>
                    <a:pt x="336" y="226"/>
                  </a:cubicBezTo>
                  <a:cubicBezTo>
                    <a:pt x="336" y="224"/>
                    <a:pt x="336" y="222"/>
                    <a:pt x="336" y="221"/>
                  </a:cubicBezTo>
                  <a:close/>
                </a:path>
              </a:pathLst>
            </a:cu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7" name="Oval 50"/>
            <p:cNvSpPr>
              <a:spLocks noChangeArrowheads="1"/>
            </p:cNvSpPr>
            <p:nvPr/>
          </p:nvSpPr>
          <p:spPr bwMode="auto">
            <a:xfrm>
              <a:off x="4872038" y="3979863"/>
              <a:ext cx="574675" cy="574675"/>
            </a:xfrm>
            <a:prstGeom prst="ellipse">
              <a:avLst/>
            </a:pr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8" name="Freeform 51"/>
            <p:cNvSpPr>
              <a:spLocks/>
            </p:cNvSpPr>
            <p:nvPr/>
          </p:nvSpPr>
          <p:spPr bwMode="auto">
            <a:xfrm>
              <a:off x="4527551" y="4621213"/>
              <a:ext cx="1263650" cy="2144713"/>
            </a:xfrm>
            <a:custGeom>
              <a:avLst/>
              <a:gdLst>
                <a:gd name="T0" fmla="*/ 336 w 337"/>
                <a:gd name="T1" fmla="*/ 221 h 571"/>
                <a:gd name="T2" fmla="*/ 336 w 337"/>
                <a:gd name="T3" fmla="*/ 216 h 571"/>
                <a:gd name="T4" fmla="*/ 301 w 337"/>
                <a:gd name="T5" fmla="*/ 30 h 571"/>
                <a:gd name="T6" fmla="*/ 266 w 337"/>
                <a:gd name="T7" fmla="*/ 0 h 571"/>
                <a:gd name="T8" fmla="*/ 70 w 337"/>
                <a:gd name="T9" fmla="*/ 0 h 571"/>
                <a:gd name="T10" fmla="*/ 35 w 337"/>
                <a:gd name="T11" fmla="*/ 30 h 571"/>
                <a:gd name="T12" fmla="*/ 0 w 337"/>
                <a:gd name="T13" fmla="*/ 216 h 571"/>
                <a:gd name="T14" fmla="*/ 0 w 337"/>
                <a:gd name="T15" fmla="*/ 221 h 571"/>
                <a:gd name="T16" fmla="*/ 0 w 337"/>
                <a:gd name="T17" fmla="*/ 226 h 571"/>
                <a:gd name="T18" fmla="*/ 36 w 337"/>
                <a:gd name="T19" fmla="*/ 261 h 571"/>
                <a:gd name="T20" fmla="*/ 71 w 337"/>
                <a:gd name="T21" fmla="*/ 232 h 571"/>
                <a:gd name="T22" fmla="*/ 93 w 337"/>
                <a:gd name="T23" fmla="*/ 94 h 571"/>
                <a:gd name="T24" fmla="*/ 93 w 337"/>
                <a:gd name="T25" fmla="*/ 535 h 571"/>
                <a:gd name="T26" fmla="*/ 128 w 337"/>
                <a:gd name="T27" fmla="*/ 571 h 571"/>
                <a:gd name="T28" fmla="*/ 164 w 337"/>
                <a:gd name="T29" fmla="*/ 535 h 571"/>
                <a:gd name="T30" fmla="*/ 164 w 337"/>
                <a:gd name="T31" fmla="*/ 317 h 571"/>
                <a:gd name="T32" fmla="*/ 173 w 337"/>
                <a:gd name="T33" fmla="*/ 317 h 571"/>
                <a:gd name="T34" fmla="*/ 173 w 337"/>
                <a:gd name="T35" fmla="*/ 535 h 571"/>
                <a:gd name="T36" fmla="*/ 208 w 337"/>
                <a:gd name="T37" fmla="*/ 571 h 571"/>
                <a:gd name="T38" fmla="*/ 244 w 337"/>
                <a:gd name="T39" fmla="*/ 535 h 571"/>
                <a:gd name="T40" fmla="*/ 244 w 337"/>
                <a:gd name="T41" fmla="*/ 94 h 571"/>
                <a:gd name="T42" fmla="*/ 266 w 337"/>
                <a:gd name="T43" fmla="*/ 232 h 571"/>
                <a:gd name="T44" fmla="*/ 301 w 337"/>
                <a:gd name="T45" fmla="*/ 261 h 571"/>
                <a:gd name="T46" fmla="*/ 337 w 337"/>
                <a:gd name="T47" fmla="*/ 226 h 571"/>
                <a:gd name="T48" fmla="*/ 336 w 337"/>
                <a:gd name="T49" fmla="*/ 221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7" h="571">
                  <a:moveTo>
                    <a:pt x="336" y="221"/>
                  </a:moveTo>
                  <a:cubicBezTo>
                    <a:pt x="337" y="219"/>
                    <a:pt x="337" y="218"/>
                    <a:pt x="336" y="216"/>
                  </a:cubicBezTo>
                  <a:cubicBezTo>
                    <a:pt x="301" y="30"/>
                    <a:pt x="301" y="30"/>
                    <a:pt x="301" y="30"/>
                  </a:cubicBezTo>
                  <a:cubicBezTo>
                    <a:pt x="299" y="13"/>
                    <a:pt x="284" y="0"/>
                    <a:pt x="266" y="0"/>
                  </a:cubicBezTo>
                  <a:cubicBezTo>
                    <a:pt x="70" y="0"/>
                    <a:pt x="70" y="0"/>
                    <a:pt x="70" y="0"/>
                  </a:cubicBezTo>
                  <a:cubicBezTo>
                    <a:pt x="53" y="0"/>
                    <a:pt x="38" y="13"/>
                    <a:pt x="35" y="30"/>
                  </a:cubicBezTo>
                  <a:cubicBezTo>
                    <a:pt x="0" y="216"/>
                    <a:pt x="0" y="216"/>
                    <a:pt x="0" y="216"/>
                  </a:cubicBezTo>
                  <a:cubicBezTo>
                    <a:pt x="0" y="218"/>
                    <a:pt x="0" y="219"/>
                    <a:pt x="0" y="221"/>
                  </a:cubicBezTo>
                  <a:cubicBezTo>
                    <a:pt x="0" y="222"/>
                    <a:pt x="0" y="224"/>
                    <a:pt x="0" y="226"/>
                  </a:cubicBezTo>
                  <a:cubicBezTo>
                    <a:pt x="0" y="245"/>
                    <a:pt x="16" y="261"/>
                    <a:pt x="36" y="261"/>
                  </a:cubicBezTo>
                  <a:cubicBezTo>
                    <a:pt x="53" y="261"/>
                    <a:pt x="68" y="249"/>
                    <a:pt x="71" y="232"/>
                  </a:cubicBezTo>
                  <a:cubicBezTo>
                    <a:pt x="93" y="94"/>
                    <a:pt x="93" y="94"/>
                    <a:pt x="93" y="94"/>
                  </a:cubicBezTo>
                  <a:cubicBezTo>
                    <a:pt x="93" y="535"/>
                    <a:pt x="93" y="535"/>
                    <a:pt x="93" y="535"/>
                  </a:cubicBezTo>
                  <a:cubicBezTo>
                    <a:pt x="93" y="555"/>
                    <a:pt x="109" y="571"/>
                    <a:pt x="128" y="571"/>
                  </a:cubicBezTo>
                  <a:cubicBezTo>
                    <a:pt x="148" y="571"/>
                    <a:pt x="164" y="555"/>
                    <a:pt x="164" y="535"/>
                  </a:cubicBezTo>
                  <a:cubicBezTo>
                    <a:pt x="164" y="317"/>
                    <a:pt x="164" y="317"/>
                    <a:pt x="164" y="317"/>
                  </a:cubicBezTo>
                  <a:cubicBezTo>
                    <a:pt x="173" y="317"/>
                    <a:pt x="173" y="317"/>
                    <a:pt x="173" y="317"/>
                  </a:cubicBezTo>
                  <a:cubicBezTo>
                    <a:pt x="173" y="535"/>
                    <a:pt x="173" y="535"/>
                    <a:pt x="173" y="535"/>
                  </a:cubicBezTo>
                  <a:cubicBezTo>
                    <a:pt x="173" y="555"/>
                    <a:pt x="189" y="571"/>
                    <a:pt x="208" y="571"/>
                  </a:cubicBezTo>
                  <a:cubicBezTo>
                    <a:pt x="228" y="571"/>
                    <a:pt x="244" y="555"/>
                    <a:pt x="244" y="535"/>
                  </a:cubicBezTo>
                  <a:cubicBezTo>
                    <a:pt x="244" y="94"/>
                    <a:pt x="244" y="94"/>
                    <a:pt x="244" y="94"/>
                  </a:cubicBezTo>
                  <a:cubicBezTo>
                    <a:pt x="266" y="232"/>
                    <a:pt x="266" y="232"/>
                    <a:pt x="266" y="232"/>
                  </a:cubicBezTo>
                  <a:cubicBezTo>
                    <a:pt x="269" y="249"/>
                    <a:pt x="284" y="261"/>
                    <a:pt x="301" y="261"/>
                  </a:cubicBezTo>
                  <a:cubicBezTo>
                    <a:pt x="321" y="261"/>
                    <a:pt x="337" y="245"/>
                    <a:pt x="337" y="226"/>
                  </a:cubicBezTo>
                  <a:cubicBezTo>
                    <a:pt x="337" y="224"/>
                    <a:pt x="336" y="222"/>
                    <a:pt x="336" y="221"/>
                  </a:cubicBezTo>
                  <a:close/>
                </a:path>
              </a:pathLst>
            </a:cu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39" name="Oval 52"/>
            <p:cNvSpPr>
              <a:spLocks noChangeArrowheads="1"/>
            </p:cNvSpPr>
            <p:nvPr/>
          </p:nvSpPr>
          <p:spPr bwMode="auto">
            <a:xfrm>
              <a:off x="2654301" y="3979863"/>
              <a:ext cx="573088" cy="574675"/>
            </a:xfrm>
            <a:prstGeom prst="ellipse">
              <a:avLst/>
            </a:pr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0" name="Freeform 53"/>
            <p:cNvSpPr>
              <a:spLocks/>
            </p:cNvSpPr>
            <p:nvPr/>
          </p:nvSpPr>
          <p:spPr bwMode="auto">
            <a:xfrm>
              <a:off x="2308226" y="4621213"/>
              <a:ext cx="1265238" cy="2144713"/>
            </a:xfrm>
            <a:custGeom>
              <a:avLst/>
              <a:gdLst>
                <a:gd name="T0" fmla="*/ 336 w 337"/>
                <a:gd name="T1" fmla="*/ 221 h 571"/>
                <a:gd name="T2" fmla="*/ 337 w 337"/>
                <a:gd name="T3" fmla="*/ 216 h 571"/>
                <a:gd name="T4" fmla="*/ 302 w 337"/>
                <a:gd name="T5" fmla="*/ 30 h 571"/>
                <a:gd name="T6" fmla="*/ 266 w 337"/>
                <a:gd name="T7" fmla="*/ 0 h 571"/>
                <a:gd name="T8" fmla="*/ 71 w 337"/>
                <a:gd name="T9" fmla="*/ 0 h 571"/>
                <a:gd name="T10" fmla="*/ 35 w 337"/>
                <a:gd name="T11" fmla="*/ 30 h 571"/>
                <a:gd name="T12" fmla="*/ 0 w 337"/>
                <a:gd name="T13" fmla="*/ 216 h 571"/>
                <a:gd name="T14" fmla="*/ 1 w 337"/>
                <a:gd name="T15" fmla="*/ 221 h 571"/>
                <a:gd name="T16" fmla="*/ 0 w 337"/>
                <a:gd name="T17" fmla="*/ 226 h 571"/>
                <a:gd name="T18" fmla="*/ 36 w 337"/>
                <a:gd name="T19" fmla="*/ 261 h 571"/>
                <a:gd name="T20" fmla="*/ 71 w 337"/>
                <a:gd name="T21" fmla="*/ 232 h 571"/>
                <a:gd name="T22" fmla="*/ 93 w 337"/>
                <a:gd name="T23" fmla="*/ 94 h 571"/>
                <a:gd name="T24" fmla="*/ 93 w 337"/>
                <a:gd name="T25" fmla="*/ 535 h 571"/>
                <a:gd name="T26" fmla="*/ 129 w 337"/>
                <a:gd name="T27" fmla="*/ 571 h 571"/>
                <a:gd name="T28" fmla="*/ 164 w 337"/>
                <a:gd name="T29" fmla="*/ 535 h 571"/>
                <a:gd name="T30" fmla="*/ 164 w 337"/>
                <a:gd name="T31" fmla="*/ 317 h 571"/>
                <a:gd name="T32" fmla="*/ 173 w 337"/>
                <a:gd name="T33" fmla="*/ 317 h 571"/>
                <a:gd name="T34" fmla="*/ 173 w 337"/>
                <a:gd name="T35" fmla="*/ 535 h 571"/>
                <a:gd name="T36" fmla="*/ 209 w 337"/>
                <a:gd name="T37" fmla="*/ 571 h 571"/>
                <a:gd name="T38" fmla="*/ 244 w 337"/>
                <a:gd name="T39" fmla="*/ 535 h 571"/>
                <a:gd name="T40" fmla="*/ 244 w 337"/>
                <a:gd name="T41" fmla="*/ 94 h 571"/>
                <a:gd name="T42" fmla="*/ 266 w 337"/>
                <a:gd name="T43" fmla="*/ 232 h 571"/>
                <a:gd name="T44" fmla="*/ 301 w 337"/>
                <a:gd name="T45" fmla="*/ 261 h 571"/>
                <a:gd name="T46" fmla="*/ 337 w 337"/>
                <a:gd name="T47" fmla="*/ 226 h 571"/>
                <a:gd name="T48" fmla="*/ 336 w 337"/>
                <a:gd name="T49" fmla="*/ 221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7" h="571">
                  <a:moveTo>
                    <a:pt x="336" y="221"/>
                  </a:moveTo>
                  <a:cubicBezTo>
                    <a:pt x="337" y="219"/>
                    <a:pt x="337" y="218"/>
                    <a:pt x="337" y="216"/>
                  </a:cubicBezTo>
                  <a:cubicBezTo>
                    <a:pt x="302" y="30"/>
                    <a:pt x="302" y="30"/>
                    <a:pt x="302" y="30"/>
                  </a:cubicBezTo>
                  <a:cubicBezTo>
                    <a:pt x="299" y="13"/>
                    <a:pt x="284" y="0"/>
                    <a:pt x="266" y="0"/>
                  </a:cubicBezTo>
                  <a:cubicBezTo>
                    <a:pt x="71" y="0"/>
                    <a:pt x="71" y="0"/>
                    <a:pt x="71" y="0"/>
                  </a:cubicBezTo>
                  <a:cubicBezTo>
                    <a:pt x="53" y="0"/>
                    <a:pt x="38" y="13"/>
                    <a:pt x="35" y="30"/>
                  </a:cubicBezTo>
                  <a:cubicBezTo>
                    <a:pt x="0" y="216"/>
                    <a:pt x="0" y="216"/>
                    <a:pt x="0" y="216"/>
                  </a:cubicBezTo>
                  <a:cubicBezTo>
                    <a:pt x="0" y="218"/>
                    <a:pt x="0" y="219"/>
                    <a:pt x="1" y="221"/>
                  </a:cubicBezTo>
                  <a:cubicBezTo>
                    <a:pt x="0" y="222"/>
                    <a:pt x="0" y="224"/>
                    <a:pt x="0" y="226"/>
                  </a:cubicBezTo>
                  <a:cubicBezTo>
                    <a:pt x="0" y="245"/>
                    <a:pt x="16" y="261"/>
                    <a:pt x="36" y="261"/>
                  </a:cubicBezTo>
                  <a:cubicBezTo>
                    <a:pt x="53" y="261"/>
                    <a:pt x="68" y="249"/>
                    <a:pt x="71" y="232"/>
                  </a:cubicBezTo>
                  <a:cubicBezTo>
                    <a:pt x="93" y="94"/>
                    <a:pt x="93" y="94"/>
                    <a:pt x="93" y="94"/>
                  </a:cubicBezTo>
                  <a:cubicBezTo>
                    <a:pt x="93" y="535"/>
                    <a:pt x="93" y="535"/>
                    <a:pt x="93" y="535"/>
                  </a:cubicBezTo>
                  <a:cubicBezTo>
                    <a:pt x="93" y="555"/>
                    <a:pt x="109" y="571"/>
                    <a:pt x="129" y="571"/>
                  </a:cubicBezTo>
                  <a:cubicBezTo>
                    <a:pt x="148" y="571"/>
                    <a:pt x="164" y="555"/>
                    <a:pt x="164" y="535"/>
                  </a:cubicBezTo>
                  <a:cubicBezTo>
                    <a:pt x="164" y="317"/>
                    <a:pt x="164" y="317"/>
                    <a:pt x="164" y="317"/>
                  </a:cubicBezTo>
                  <a:cubicBezTo>
                    <a:pt x="173" y="317"/>
                    <a:pt x="173" y="317"/>
                    <a:pt x="173" y="317"/>
                  </a:cubicBezTo>
                  <a:cubicBezTo>
                    <a:pt x="173" y="535"/>
                    <a:pt x="173" y="535"/>
                    <a:pt x="173" y="535"/>
                  </a:cubicBezTo>
                  <a:cubicBezTo>
                    <a:pt x="173" y="555"/>
                    <a:pt x="189" y="571"/>
                    <a:pt x="209" y="571"/>
                  </a:cubicBezTo>
                  <a:cubicBezTo>
                    <a:pt x="228" y="571"/>
                    <a:pt x="244" y="555"/>
                    <a:pt x="244" y="535"/>
                  </a:cubicBezTo>
                  <a:cubicBezTo>
                    <a:pt x="244" y="94"/>
                    <a:pt x="244" y="94"/>
                    <a:pt x="244" y="94"/>
                  </a:cubicBezTo>
                  <a:cubicBezTo>
                    <a:pt x="266" y="232"/>
                    <a:pt x="266" y="232"/>
                    <a:pt x="266" y="232"/>
                  </a:cubicBezTo>
                  <a:cubicBezTo>
                    <a:pt x="269" y="249"/>
                    <a:pt x="284" y="261"/>
                    <a:pt x="301" y="261"/>
                  </a:cubicBezTo>
                  <a:cubicBezTo>
                    <a:pt x="321" y="261"/>
                    <a:pt x="337" y="245"/>
                    <a:pt x="337" y="226"/>
                  </a:cubicBezTo>
                  <a:cubicBezTo>
                    <a:pt x="337" y="224"/>
                    <a:pt x="337" y="222"/>
                    <a:pt x="336" y="221"/>
                  </a:cubicBezTo>
                  <a:close/>
                </a:path>
              </a:pathLst>
            </a:cu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1" name="Oval 54"/>
            <p:cNvSpPr>
              <a:spLocks noChangeArrowheads="1"/>
            </p:cNvSpPr>
            <p:nvPr/>
          </p:nvSpPr>
          <p:spPr bwMode="auto">
            <a:xfrm>
              <a:off x="558801" y="3979863"/>
              <a:ext cx="574675" cy="574675"/>
            </a:xfrm>
            <a:prstGeom prst="ellipse">
              <a:avLst/>
            </a:pr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2" name="Freeform 55"/>
            <p:cNvSpPr>
              <a:spLocks/>
            </p:cNvSpPr>
            <p:nvPr/>
          </p:nvSpPr>
          <p:spPr bwMode="auto">
            <a:xfrm>
              <a:off x="214313" y="4621213"/>
              <a:ext cx="1263650" cy="2144713"/>
            </a:xfrm>
            <a:custGeom>
              <a:avLst/>
              <a:gdLst>
                <a:gd name="T0" fmla="*/ 337 w 337"/>
                <a:gd name="T1" fmla="*/ 221 h 571"/>
                <a:gd name="T2" fmla="*/ 337 w 337"/>
                <a:gd name="T3" fmla="*/ 216 h 571"/>
                <a:gd name="T4" fmla="*/ 302 w 337"/>
                <a:gd name="T5" fmla="*/ 30 h 571"/>
                <a:gd name="T6" fmla="*/ 267 w 337"/>
                <a:gd name="T7" fmla="*/ 0 h 571"/>
                <a:gd name="T8" fmla="*/ 71 w 337"/>
                <a:gd name="T9" fmla="*/ 0 h 571"/>
                <a:gd name="T10" fmla="*/ 36 w 337"/>
                <a:gd name="T11" fmla="*/ 30 h 571"/>
                <a:gd name="T12" fmla="*/ 0 w 337"/>
                <a:gd name="T13" fmla="*/ 216 h 571"/>
                <a:gd name="T14" fmla="*/ 1 w 337"/>
                <a:gd name="T15" fmla="*/ 221 h 571"/>
                <a:gd name="T16" fmla="*/ 0 w 337"/>
                <a:gd name="T17" fmla="*/ 226 h 571"/>
                <a:gd name="T18" fmla="*/ 36 w 337"/>
                <a:gd name="T19" fmla="*/ 261 h 571"/>
                <a:gd name="T20" fmla="*/ 71 w 337"/>
                <a:gd name="T21" fmla="*/ 232 h 571"/>
                <a:gd name="T22" fmla="*/ 93 w 337"/>
                <a:gd name="T23" fmla="*/ 94 h 571"/>
                <a:gd name="T24" fmla="*/ 93 w 337"/>
                <a:gd name="T25" fmla="*/ 535 h 571"/>
                <a:gd name="T26" fmla="*/ 129 w 337"/>
                <a:gd name="T27" fmla="*/ 571 h 571"/>
                <a:gd name="T28" fmla="*/ 164 w 337"/>
                <a:gd name="T29" fmla="*/ 535 h 571"/>
                <a:gd name="T30" fmla="*/ 164 w 337"/>
                <a:gd name="T31" fmla="*/ 317 h 571"/>
                <a:gd name="T32" fmla="*/ 173 w 337"/>
                <a:gd name="T33" fmla="*/ 317 h 571"/>
                <a:gd name="T34" fmla="*/ 173 w 337"/>
                <a:gd name="T35" fmla="*/ 535 h 571"/>
                <a:gd name="T36" fmla="*/ 209 w 337"/>
                <a:gd name="T37" fmla="*/ 571 h 571"/>
                <a:gd name="T38" fmla="*/ 244 w 337"/>
                <a:gd name="T39" fmla="*/ 535 h 571"/>
                <a:gd name="T40" fmla="*/ 244 w 337"/>
                <a:gd name="T41" fmla="*/ 94 h 571"/>
                <a:gd name="T42" fmla="*/ 266 w 337"/>
                <a:gd name="T43" fmla="*/ 232 h 571"/>
                <a:gd name="T44" fmla="*/ 301 w 337"/>
                <a:gd name="T45" fmla="*/ 261 h 571"/>
                <a:gd name="T46" fmla="*/ 337 w 337"/>
                <a:gd name="T47" fmla="*/ 226 h 571"/>
                <a:gd name="T48" fmla="*/ 337 w 337"/>
                <a:gd name="T49" fmla="*/ 221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7" h="571">
                  <a:moveTo>
                    <a:pt x="337" y="221"/>
                  </a:moveTo>
                  <a:cubicBezTo>
                    <a:pt x="337" y="219"/>
                    <a:pt x="337" y="218"/>
                    <a:pt x="337" y="216"/>
                  </a:cubicBezTo>
                  <a:cubicBezTo>
                    <a:pt x="302" y="30"/>
                    <a:pt x="302" y="30"/>
                    <a:pt x="302" y="30"/>
                  </a:cubicBezTo>
                  <a:cubicBezTo>
                    <a:pt x="299" y="13"/>
                    <a:pt x="284" y="0"/>
                    <a:pt x="267" y="0"/>
                  </a:cubicBezTo>
                  <a:cubicBezTo>
                    <a:pt x="71" y="0"/>
                    <a:pt x="71" y="0"/>
                    <a:pt x="71" y="0"/>
                  </a:cubicBezTo>
                  <a:cubicBezTo>
                    <a:pt x="53" y="0"/>
                    <a:pt x="38" y="13"/>
                    <a:pt x="36" y="30"/>
                  </a:cubicBezTo>
                  <a:cubicBezTo>
                    <a:pt x="0" y="216"/>
                    <a:pt x="0" y="216"/>
                    <a:pt x="0" y="216"/>
                  </a:cubicBezTo>
                  <a:cubicBezTo>
                    <a:pt x="0" y="218"/>
                    <a:pt x="0" y="219"/>
                    <a:pt x="1" y="221"/>
                  </a:cubicBezTo>
                  <a:cubicBezTo>
                    <a:pt x="0" y="222"/>
                    <a:pt x="0" y="224"/>
                    <a:pt x="0" y="226"/>
                  </a:cubicBezTo>
                  <a:cubicBezTo>
                    <a:pt x="0" y="245"/>
                    <a:pt x="16" y="261"/>
                    <a:pt x="36" y="261"/>
                  </a:cubicBezTo>
                  <a:cubicBezTo>
                    <a:pt x="53" y="261"/>
                    <a:pt x="68" y="249"/>
                    <a:pt x="71" y="232"/>
                  </a:cubicBezTo>
                  <a:cubicBezTo>
                    <a:pt x="93" y="94"/>
                    <a:pt x="93" y="94"/>
                    <a:pt x="93" y="94"/>
                  </a:cubicBezTo>
                  <a:cubicBezTo>
                    <a:pt x="93" y="535"/>
                    <a:pt x="93" y="535"/>
                    <a:pt x="93" y="535"/>
                  </a:cubicBezTo>
                  <a:cubicBezTo>
                    <a:pt x="93" y="555"/>
                    <a:pt x="109" y="571"/>
                    <a:pt x="129" y="571"/>
                  </a:cubicBezTo>
                  <a:cubicBezTo>
                    <a:pt x="148" y="571"/>
                    <a:pt x="164" y="555"/>
                    <a:pt x="164" y="535"/>
                  </a:cubicBezTo>
                  <a:cubicBezTo>
                    <a:pt x="164" y="317"/>
                    <a:pt x="164" y="317"/>
                    <a:pt x="164" y="317"/>
                  </a:cubicBezTo>
                  <a:cubicBezTo>
                    <a:pt x="173" y="317"/>
                    <a:pt x="173" y="317"/>
                    <a:pt x="173" y="317"/>
                  </a:cubicBezTo>
                  <a:cubicBezTo>
                    <a:pt x="173" y="535"/>
                    <a:pt x="173" y="535"/>
                    <a:pt x="173" y="535"/>
                  </a:cubicBezTo>
                  <a:cubicBezTo>
                    <a:pt x="173" y="555"/>
                    <a:pt x="189" y="571"/>
                    <a:pt x="209" y="571"/>
                  </a:cubicBezTo>
                  <a:cubicBezTo>
                    <a:pt x="228" y="571"/>
                    <a:pt x="244" y="555"/>
                    <a:pt x="244" y="535"/>
                  </a:cubicBezTo>
                  <a:cubicBezTo>
                    <a:pt x="244" y="94"/>
                    <a:pt x="244" y="94"/>
                    <a:pt x="244" y="94"/>
                  </a:cubicBezTo>
                  <a:cubicBezTo>
                    <a:pt x="266" y="232"/>
                    <a:pt x="266" y="232"/>
                    <a:pt x="266" y="232"/>
                  </a:cubicBezTo>
                  <a:cubicBezTo>
                    <a:pt x="269" y="249"/>
                    <a:pt x="284" y="261"/>
                    <a:pt x="301" y="261"/>
                  </a:cubicBezTo>
                  <a:cubicBezTo>
                    <a:pt x="321" y="261"/>
                    <a:pt x="337" y="245"/>
                    <a:pt x="337" y="226"/>
                  </a:cubicBezTo>
                  <a:cubicBezTo>
                    <a:pt x="337" y="224"/>
                    <a:pt x="337" y="222"/>
                    <a:pt x="337" y="221"/>
                  </a:cubicBezTo>
                  <a:close/>
                </a:path>
              </a:pathLst>
            </a:custGeom>
            <a:solidFill>
              <a:srgbClr val="3E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3" name="Oval 56"/>
            <p:cNvSpPr>
              <a:spLocks noChangeArrowheads="1"/>
            </p:cNvSpPr>
            <p:nvPr/>
          </p:nvSpPr>
          <p:spPr bwMode="auto">
            <a:xfrm>
              <a:off x="5521326" y="3535363"/>
              <a:ext cx="852488" cy="852488"/>
            </a:xfrm>
            <a:prstGeom prst="ellipse">
              <a:avLst/>
            </a:prstGeom>
            <a:solidFill>
              <a:srgbClr val="0E3B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4" name="Freeform 57"/>
            <p:cNvSpPr>
              <a:spLocks/>
            </p:cNvSpPr>
            <p:nvPr/>
          </p:nvSpPr>
          <p:spPr bwMode="auto">
            <a:xfrm>
              <a:off x="5011738" y="4494213"/>
              <a:ext cx="1873250" cy="3173413"/>
            </a:xfrm>
            <a:custGeom>
              <a:avLst/>
              <a:gdLst>
                <a:gd name="T0" fmla="*/ 498 w 499"/>
                <a:gd name="T1" fmla="*/ 326 h 845"/>
                <a:gd name="T2" fmla="*/ 498 w 499"/>
                <a:gd name="T3" fmla="*/ 320 h 845"/>
                <a:gd name="T4" fmla="*/ 446 w 499"/>
                <a:gd name="T5" fmla="*/ 44 h 845"/>
                <a:gd name="T6" fmla="*/ 394 w 499"/>
                <a:gd name="T7" fmla="*/ 0 h 845"/>
                <a:gd name="T8" fmla="*/ 104 w 499"/>
                <a:gd name="T9" fmla="*/ 0 h 845"/>
                <a:gd name="T10" fmla="*/ 52 w 499"/>
                <a:gd name="T11" fmla="*/ 44 h 845"/>
                <a:gd name="T12" fmla="*/ 0 w 499"/>
                <a:gd name="T13" fmla="*/ 320 h 845"/>
                <a:gd name="T14" fmla="*/ 0 w 499"/>
                <a:gd name="T15" fmla="*/ 326 h 845"/>
                <a:gd name="T16" fmla="*/ 0 w 499"/>
                <a:gd name="T17" fmla="*/ 333 h 845"/>
                <a:gd name="T18" fmla="*/ 53 w 499"/>
                <a:gd name="T19" fmla="*/ 386 h 845"/>
                <a:gd name="T20" fmla="*/ 105 w 499"/>
                <a:gd name="T21" fmla="*/ 343 h 845"/>
                <a:gd name="T22" fmla="*/ 138 w 499"/>
                <a:gd name="T23" fmla="*/ 138 h 845"/>
                <a:gd name="T24" fmla="*/ 137 w 499"/>
                <a:gd name="T25" fmla="*/ 792 h 845"/>
                <a:gd name="T26" fmla="*/ 190 w 499"/>
                <a:gd name="T27" fmla="*/ 845 h 845"/>
                <a:gd name="T28" fmla="*/ 243 w 499"/>
                <a:gd name="T29" fmla="*/ 792 h 845"/>
                <a:gd name="T30" fmla="*/ 243 w 499"/>
                <a:gd name="T31" fmla="*/ 468 h 845"/>
                <a:gd name="T32" fmla="*/ 256 w 499"/>
                <a:gd name="T33" fmla="*/ 468 h 845"/>
                <a:gd name="T34" fmla="*/ 256 w 499"/>
                <a:gd name="T35" fmla="*/ 792 h 845"/>
                <a:gd name="T36" fmla="*/ 308 w 499"/>
                <a:gd name="T37" fmla="*/ 845 h 845"/>
                <a:gd name="T38" fmla="*/ 361 w 499"/>
                <a:gd name="T39" fmla="*/ 792 h 845"/>
                <a:gd name="T40" fmla="*/ 361 w 499"/>
                <a:gd name="T41" fmla="*/ 138 h 845"/>
                <a:gd name="T42" fmla="*/ 394 w 499"/>
                <a:gd name="T43" fmla="*/ 343 h 845"/>
                <a:gd name="T44" fmla="*/ 446 w 499"/>
                <a:gd name="T45" fmla="*/ 386 h 845"/>
                <a:gd name="T46" fmla="*/ 499 w 499"/>
                <a:gd name="T47" fmla="*/ 333 h 845"/>
                <a:gd name="T48" fmla="*/ 498 w 499"/>
                <a:gd name="T49" fmla="*/ 326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9" h="845">
                  <a:moveTo>
                    <a:pt x="498" y="326"/>
                  </a:moveTo>
                  <a:cubicBezTo>
                    <a:pt x="499" y="324"/>
                    <a:pt x="499" y="322"/>
                    <a:pt x="498" y="320"/>
                  </a:cubicBezTo>
                  <a:cubicBezTo>
                    <a:pt x="446" y="44"/>
                    <a:pt x="446" y="44"/>
                    <a:pt x="446" y="44"/>
                  </a:cubicBezTo>
                  <a:cubicBezTo>
                    <a:pt x="442" y="18"/>
                    <a:pt x="420" y="0"/>
                    <a:pt x="394" y="0"/>
                  </a:cubicBezTo>
                  <a:cubicBezTo>
                    <a:pt x="104" y="0"/>
                    <a:pt x="104" y="0"/>
                    <a:pt x="104" y="0"/>
                  </a:cubicBezTo>
                  <a:cubicBezTo>
                    <a:pt x="78" y="0"/>
                    <a:pt x="56" y="18"/>
                    <a:pt x="52" y="44"/>
                  </a:cubicBezTo>
                  <a:cubicBezTo>
                    <a:pt x="0" y="320"/>
                    <a:pt x="0" y="320"/>
                    <a:pt x="0" y="320"/>
                  </a:cubicBezTo>
                  <a:cubicBezTo>
                    <a:pt x="0" y="322"/>
                    <a:pt x="0" y="324"/>
                    <a:pt x="0" y="326"/>
                  </a:cubicBezTo>
                  <a:cubicBezTo>
                    <a:pt x="0" y="329"/>
                    <a:pt x="0" y="331"/>
                    <a:pt x="0" y="333"/>
                  </a:cubicBezTo>
                  <a:cubicBezTo>
                    <a:pt x="0" y="363"/>
                    <a:pt x="24" y="386"/>
                    <a:pt x="53" y="386"/>
                  </a:cubicBezTo>
                  <a:cubicBezTo>
                    <a:pt x="78" y="386"/>
                    <a:pt x="100" y="368"/>
                    <a:pt x="105" y="343"/>
                  </a:cubicBezTo>
                  <a:cubicBezTo>
                    <a:pt x="138" y="138"/>
                    <a:pt x="138" y="138"/>
                    <a:pt x="138" y="138"/>
                  </a:cubicBezTo>
                  <a:cubicBezTo>
                    <a:pt x="137" y="792"/>
                    <a:pt x="137" y="792"/>
                    <a:pt x="137" y="792"/>
                  </a:cubicBezTo>
                  <a:cubicBezTo>
                    <a:pt x="137" y="821"/>
                    <a:pt x="161" y="845"/>
                    <a:pt x="190" y="845"/>
                  </a:cubicBezTo>
                  <a:cubicBezTo>
                    <a:pt x="219" y="845"/>
                    <a:pt x="243" y="821"/>
                    <a:pt x="243" y="792"/>
                  </a:cubicBezTo>
                  <a:cubicBezTo>
                    <a:pt x="243" y="468"/>
                    <a:pt x="243" y="468"/>
                    <a:pt x="243" y="468"/>
                  </a:cubicBezTo>
                  <a:cubicBezTo>
                    <a:pt x="256" y="468"/>
                    <a:pt x="256" y="468"/>
                    <a:pt x="256" y="468"/>
                  </a:cubicBezTo>
                  <a:cubicBezTo>
                    <a:pt x="256" y="792"/>
                    <a:pt x="256" y="792"/>
                    <a:pt x="256" y="792"/>
                  </a:cubicBezTo>
                  <a:cubicBezTo>
                    <a:pt x="256" y="821"/>
                    <a:pt x="279" y="845"/>
                    <a:pt x="308" y="845"/>
                  </a:cubicBezTo>
                  <a:cubicBezTo>
                    <a:pt x="338" y="845"/>
                    <a:pt x="361" y="821"/>
                    <a:pt x="361" y="792"/>
                  </a:cubicBezTo>
                  <a:cubicBezTo>
                    <a:pt x="361" y="138"/>
                    <a:pt x="361" y="138"/>
                    <a:pt x="361" y="138"/>
                  </a:cubicBezTo>
                  <a:cubicBezTo>
                    <a:pt x="394" y="343"/>
                    <a:pt x="394" y="343"/>
                    <a:pt x="394" y="343"/>
                  </a:cubicBezTo>
                  <a:cubicBezTo>
                    <a:pt x="398" y="368"/>
                    <a:pt x="420" y="386"/>
                    <a:pt x="446" y="386"/>
                  </a:cubicBezTo>
                  <a:cubicBezTo>
                    <a:pt x="475" y="386"/>
                    <a:pt x="499" y="363"/>
                    <a:pt x="499" y="333"/>
                  </a:cubicBezTo>
                  <a:cubicBezTo>
                    <a:pt x="499" y="331"/>
                    <a:pt x="498" y="329"/>
                    <a:pt x="498" y="326"/>
                  </a:cubicBezTo>
                  <a:close/>
                </a:path>
              </a:pathLst>
            </a:custGeom>
            <a:solidFill>
              <a:srgbClr val="0E3B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5" name="Oval 58"/>
            <p:cNvSpPr>
              <a:spLocks noChangeArrowheads="1"/>
            </p:cNvSpPr>
            <p:nvPr/>
          </p:nvSpPr>
          <p:spPr bwMode="auto">
            <a:xfrm>
              <a:off x="1681163" y="3535363"/>
              <a:ext cx="849313" cy="852488"/>
            </a:xfrm>
            <a:prstGeom prst="ellipse">
              <a:avLst/>
            </a:prstGeom>
            <a:solidFill>
              <a:srgbClr val="0E3B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6" name="Freeform 59"/>
            <p:cNvSpPr>
              <a:spLocks/>
            </p:cNvSpPr>
            <p:nvPr/>
          </p:nvSpPr>
          <p:spPr bwMode="auto">
            <a:xfrm>
              <a:off x="1166813" y="4494213"/>
              <a:ext cx="1878013" cy="3173413"/>
            </a:xfrm>
            <a:custGeom>
              <a:avLst/>
              <a:gdLst>
                <a:gd name="T0" fmla="*/ 499 w 500"/>
                <a:gd name="T1" fmla="*/ 326 h 845"/>
                <a:gd name="T2" fmla="*/ 499 w 500"/>
                <a:gd name="T3" fmla="*/ 320 h 845"/>
                <a:gd name="T4" fmla="*/ 447 w 500"/>
                <a:gd name="T5" fmla="*/ 44 h 845"/>
                <a:gd name="T6" fmla="*/ 395 w 500"/>
                <a:gd name="T7" fmla="*/ 0 h 845"/>
                <a:gd name="T8" fmla="*/ 105 w 500"/>
                <a:gd name="T9" fmla="*/ 0 h 845"/>
                <a:gd name="T10" fmla="*/ 53 w 500"/>
                <a:gd name="T11" fmla="*/ 44 h 845"/>
                <a:gd name="T12" fmla="*/ 1 w 500"/>
                <a:gd name="T13" fmla="*/ 320 h 845"/>
                <a:gd name="T14" fmla="*/ 1 w 500"/>
                <a:gd name="T15" fmla="*/ 326 h 845"/>
                <a:gd name="T16" fmla="*/ 1 w 500"/>
                <a:gd name="T17" fmla="*/ 333 h 845"/>
                <a:gd name="T18" fmla="*/ 53 w 500"/>
                <a:gd name="T19" fmla="*/ 386 h 845"/>
                <a:gd name="T20" fmla="*/ 105 w 500"/>
                <a:gd name="T21" fmla="*/ 343 h 845"/>
                <a:gd name="T22" fmla="*/ 138 w 500"/>
                <a:gd name="T23" fmla="*/ 138 h 845"/>
                <a:gd name="T24" fmla="*/ 138 w 500"/>
                <a:gd name="T25" fmla="*/ 792 h 845"/>
                <a:gd name="T26" fmla="*/ 191 w 500"/>
                <a:gd name="T27" fmla="*/ 845 h 845"/>
                <a:gd name="T28" fmla="*/ 244 w 500"/>
                <a:gd name="T29" fmla="*/ 792 h 845"/>
                <a:gd name="T30" fmla="*/ 244 w 500"/>
                <a:gd name="T31" fmla="*/ 468 h 845"/>
                <a:gd name="T32" fmla="*/ 256 w 500"/>
                <a:gd name="T33" fmla="*/ 468 h 845"/>
                <a:gd name="T34" fmla="*/ 256 w 500"/>
                <a:gd name="T35" fmla="*/ 792 h 845"/>
                <a:gd name="T36" fmla="*/ 309 w 500"/>
                <a:gd name="T37" fmla="*/ 845 h 845"/>
                <a:gd name="T38" fmla="*/ 362 w 500"/>
                <a:gd name="T39" fmla="*/ 792 h 845"/>
                <a:gd name="T40" fmla="*/ 362 w 500"/>
                <a:gd name="T41" fmla="*/ 138 h 845"/>
                <a:gd name="T42" fmla="*/ 394 w 500"/>
                <a:gd name="T43" fmla="*/ 343 h 845"/>
                <a:gd name="T44" fmla="*/ 446 w 500"/>
                <a:gd name="T45" fmla="*/ 386 h 845"/>
                <a:gd name="T46" fmla="*/ 499 w 500"/>
                <a:gd name="T47" fmla="*/ 333 h 845"/>
                <a:gd name="T48" fmla="*/ 499 w 500"/>
                <a:gd name="T49" fmla="*/ 326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0" h="845">
                  <a:moveTo>
                    <a:pt x="499" y="326"/>
                  </a:moveTo>
                  <a:cubicBezTo>
                    <a:pt x="499" y="324"/>
                    <a:pt x="500" y="322"/>
                    <a:pt x="499" y="320"/>
                  </a:cubicBezTo>
                  <a:cubicBezTo>
                    <a:pt x="447" y="44"/>
                    <a:pt x="447" y="44"/>
                    <a:pt x="447" y="44"/>
                  </a:cubicBezTo>
                  <a:cubicBezTo>
                    <a:pt x="443" y="18"/>
                    <a:pt x="421" y="0"/>
                    <a:pt x="395" y="0"/>
                  </a:cubicBezTo>
                  <a:cubicBezTo>
                    <a:pt x="105" y="0"/>
                    <a:pt x="105" y="0"/>
                    <a:pt x="105" y="0"/>
                  </a:cubicBezTo>
                  <a:cubicBezTo>
                    <a:pt x="79" y="0"/>
                    <a:pt x="57" y="18"/>
                    <a:pt x="53" y="44"/>
                  </a:cubicBezTo>
                  <a:cubicBezTo>
                    <a:pt x="1" y="320"/>
                    <a:pt x="1" y="320"/>
                    <a:pt x="1" y="320"/>
                  </a:cubicBezTo>
                  <a:cubicBezTo>
                    <a:pt x="0" y="322"/>
                    <a:pt x="0" y="324"/>
                    <a:pt x="1" y="326"/>
                  </a:cubicBezTo>
                  <a:cubicBezTo>
                    <a:pt x="1" y="329"/>
                    <a:pt x="1" y="331"/>
                    <a:pt x="1" y="333"/>
                  </a:cubicBezTo>
                  <a:cubicBezTo>
                    <a:pt x="1" y="363"/>
                    <a:pt x="24" y="386"/>
                    <a:pt x="53" y="386"/>
                  </a:cubicBezTo>
                  <a:cubicBezTo>
                    <a:pt x="79" y="386"/>
                    <a:pt x="101" y="368"/>
                    <a:pt x="105" y="343"/>
                  </a:cubicBezTo>
                  <a:cubicBezTo>
                    <a:pt x="138" y="138"/>
                    <a:pt x="138" y="138"/>
                    <a:pt x="138" y="138"/>
                  </a:cubicBezTo>
                  <a:cubicBezTo>
                    <a:pt x="138" y="792"/>
                    <a:pt x="138" y="792"/>
                    <a:pt x="138" y="792"/>
                  </a:cubicBezTo>
                  <a:cubicBezTo>
                    <a:pt x="138" y="821"/>
                    <a:pt x="162" y="845"/>
                    <a:pt x="191" y="845"/>
                  </a:cubicBezTo>
                  <a:cubicBezTo>
                    <a:pt x="220" y="845"/>
                    <a:pt x="244" y="821"/>
                    <a:pt x="244" y="792"/>
                  </a:cubicBezTo>
                  <a:cubicBezTo>
                    <a:pt x="244" y="468"/>
                    <a:pt x="244" y="468"/>
                    <a:pt x="244" y="468"/>
                  </a:cubicBezTo>
                  <a:cubicBezTo>
                    <a:pt x="256" y="468"/>
                    <a:pt x="256" y="468"/>
                    <a:pt x="256" y="468"/>
                  </a:cubicBezTo>
                  <a:cubicBezTo>
                    <a:pt x="256" y="792"/>
                    <a:pt x="256" y="792"/>
                    <a:pt x="256" y="792"/>
                  </a:cubicBezTo>
                  <a:cubicBezTo>
                    <a:pt x="256" y="821"/>
                    <a:pt x="280" y="845"/>
                    <a:pt x="309" y="845"/>
                  </a:cubicBezTo>
                  <a:cubicBezTo>
                    <a:pt x="338" y="845"/>
                    <a:pt x="362" y="821"/>
                    <a:pt x="362" y="792"/>
                  </a:cubicBezTo>
                  <a:cubicBezTo>
                    <a:pt x="362" y="138"/>
                    <a:pt x="362" y="138"/>
                    <a:pt x="362" y="138"/>
                  </a:cubicBezTo>
                  <a:cubicBezTo>
                    <a:pt x="394" y="343"/>
                    <a:pt x="394" y="343"/>
                    <a:pt x="394" y="343"/>
                  </a:cubicBezTo>
                  <a:cubicBezTo>
                    <a:pt x="399" y="368"/>
                    <a:pt x="421" y="386"/>
                    <a:pt x="446" y="386"/>
                  </a:cubicBezTo>
                  <a:cubicBezTo>
                    <a:pt x="476" y="386"/>
                    <a:pt x="499" y="363"/>
                    <a:pt x="499" y="333"/>
                  </a:cubicBezTo>
                  <a:cubicBezTo>
                    <a:pt x="499" y="331"/>
                    <a:pt x="499" y="329"/>
                    <a:pt x="499" y="326"/>
                  </a:cubicBezTo>
                  <a:close/>
                </a:path>
              </a:pathLst>
            </a:custGeom>
            <a:solidFill>
              <a:srgbClr val="0E3B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7" name="Freeform 61"/>
            <p:cNvSpPr>
              <a:spLocks/>
            </p:cNvSpPr>
            <p:nvPr/>
          </p:nvSpPr>
          <p:spPr bwMode="auto">
            <a:xfrm>
              <a:off x="6651626" y="42863"/>
              <a:ext cx="4729163" cy="1492250"/>
            </a:xfrm>
            <a:custGeom>
              <a:avLst/>
              <a:gdLst>
                <a:gd name="T0" fmla="*/ 2979 w 2979"/>
                <a:gd name="T1" fmla="*/ 873 h 940"/>
                <a:gd name="T2" fmla="*/ 2970 w 2979"/>
                <a:gd name="T3" fmla="*/ 0 h 940"/>
                <a:gd name="T4" fmla="*/ 0 w 2979"/>
                <a:gd name="T5" fmla="*/ 67 h 940"/>
                <a:gd name="T6" fmla="*/ 12 w 2979"/>
                <a:gd name="T7" fmla="*/ 940 h 940"/>
                <a:gd name="T8" fmla="*/ 2979 w 2979"/>
                <a:gd name="T9" fmla="*/ 873 h 940"/>
              </a:gdLst>
              <a:ahLst/>
              <a:cxnLst>
                <a:cxn ang="0">
                  <a:pos x="T0" y="T1"/>
                </a:cxn>
                <a:cxn ang="0">
                  <a:pos x="T2" y="T3"/>
                </a:cxn>
                <a:cxn ang="0">
                  <a:pos x="T4" y="T5"/>
                </a:cxn>
                <a:cxn ang="0">
                  <a:pos x="T6" y="T7"/>
                </a:cxn>
                <a:cxn ang="0">
                  <a:pos x="T8" y="T9"/>
                </a:cxn>
              </a:cxnLst>
              <a:rect l="0" t="0" r="r" b="b"/>
              <a:pathLst>
                <a:path w="2979" h="940">
                  <a:moveTo>
                    <a:pt x="2979" y="873"/>
                  </a:moveTo>
                  <a:lnTo>
                    <a:pt x="2970" y="0"/>
                  </a:lnTo>
                  <a:lnTo>
                    <a:pt x="0" y="67"/>
                  </a:lnTo>
                  <a:lnTo>
                    <a:pt x="12" y="940"/>
                  </a:lnTo>
                  <a:lnTo>
                    <a:pt x="2979" y="873"/>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8" name="Freeform 62"/>
            <p:cNvSpPr>
              <a:spLocks/>
            </p:cNvSpPr>
            <p:nvPr/>
          </p:nvSpPr>
          <p:spPr bwMode="auto">
            <a:xfrm>
              <a:off x="4035426" y="554038"/>
              <a:ext cx="503238" cy="1412875"/>
            </a:xfrm>
            <a:custGeom>
              <a:avLst/>
              <a:gdLst>
                <a:gd name="T0" fmla="*/ 50 w 134"/>
                <a:gd name="T1" fmla="*/ 374 h 376"/>
                <a:gd name="T2" fmla="*/ 50 w 134"/>
                <a:gd name="T3" fmla="*/ 374 h 376"/>
                <a:gd name="T4" fmla="*/ 2 w 134"/>
                <a:gd name="T5" fmla="*/ 319 h 376"/>
                <a:gd name="T6" fmla="*/ 29 w 134"/>
                <a:gd name="T7" fmla="*/ 50 h 376"/>
                <a:gd name="T8" fmla="*/ 84 w 134"/>
                <a:gd name="T9" fmla="*/ 2 h 376"/>
                <a:gd name="T10" fmla="*/ 132 w 134"/>
                <a:gd name="T11" fmla="*/ 57 h 376"/>
                <a:gd name="T12" fmla="*/ 105 w 134"/>
                <a:gd name="T13" fmla="*/ 326 h 376"/>
                <a:gd name="T14" fmla="*/ 50 w 134"/>
                <a:gd name="T15" fmla="*/ 374 h 3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376">
                  <a:moveTo>
                    <a:pt x="50" y="374"/>
                  </a:moveTo>
                  <a:cubicBezTo>
                    <a:pt x="50" y="374"/>
                    <a:pt x="50" y="374"/>
                    <a:pt x="50" y="374"/>
                  </a:cubicBezTo>
                  <a:cubicBezTo>
                    <a:pt x="22" y="372"/>
                    <a:pt x="0" y="347"/>
                    <a:pt x="2" y="319"/>
                  </a:cubicBezTo>
                  <a:cubicBezTo>
                    <a:pt x="29" y="50"/>
                    <a:pt x="29" y="50"/>
                    <a:pt x="29" y="50"/>
                  </a:cubicBezTo>
                  <a:cubicBezTo>
                    <a:pt x="32" y="22"/>
                    <a:pt x="56" y="0"/>
                    <a:pt x="84" y="2"/>
                  </a:cubicBezTo>
                  <a:cubicBezTo>
                    <a:pt x="112" y="4"/>
                    <a:pt x="134" y="29"/>
                    <a:pt x="132" y="57"/>
                  </a:cubicBezTo>
                  <a:cubicBezTo>
                    <a:pt x="105" y="326"/>
                    <a:pt x="105" y="326"/>
                    <a:pt x="105" y="326"/>
                  </a:cubicBezTo>
                  <a:cubicBezTo>
                    <a:pt x="103" y="354"/>
                    <a:pt x="79" y="376"/>
                    <a:pt x="50" y="374"/>
                  </a:cubicBezTo>
                  <a:close/>
                </a:path>
              </a:pathLst>
            </a:custGeom>
            <a:solidFill>
              <a:srgbClr val="D4B1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49" name="Freeform 63"/>
            <p:cNvSpPr>
              <a:spLocks/>
            </p:cNvSpPr>
            <p:nvPr/>
          </p:nvSpPr>
          <p:spPr bwMode="auto">
            <a:xfrm>
              <a:off x="4448176" y="498475"/>
              <a:ext cx="457200" cy="1419225"/>
            </a:xfrm>
            <a:custGeom>
              <a:avLst/>
              <a:gdLst>
                <a:gd name="T0" fmla="*/ 74 w 122"/>
                <a:gd name="T1" fmla="*/ 375 h 378"/>
                <a:gd name="T2" fmla="*/ 74 w 122"/>
                <a:gd name="T3" fmla="*/ 375 h 378"/>
                <a:gd name="T4" fmla="*/ 18 w 122"/>
                <a:gd name="T5" fmla="*/ 329 h 378"/>
                <a:gd name="T6" fmla="*/ 1 w 122"/>
                <a:gd name="T7" fmla="*/ 59 h 378"/>
                <a:gd name="T8" fmla="*/ 48 w 122"/>
                <a:gd name="T9" fmla="*/ 3 h 378"/>
                <a:gd name="T10" fmla="*/ 104 w 122"/>
                <a:gd name="T11" fmla="*/ 49 h 378"/>
                <a:gd name="T12" fmla="*/ 121 w 122"/>
                <a:gd name="T13" fmla="*/ 319 h 378"/>
                <a:gd name="T14" fmla="*/ 74 w 122"/>
                <a:gd name="T15" fmla="*/ 375 h 3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378">
                  <a:moveTo>
                    <a:pt x="74" y="375"/>
                  </a:moveTo>
                  <a:cubicBezTo>
                    <a:pt x="74" y="375"/>
                    <a:pt x="74" y="375"/>
                    <a:pt x="74" y="375"/>
                  </a:cubicBezTo>
                  <a:cubicBezTo>
                    <a:pt x="46" y="378"/>
                    <a:pt x="20" y="357"/>
                    <a:pt x="18" y="329"/>
                  </a:cubicBezTo>
                  <a:cubicBezTo>
                    <a:pt x="1" y="59"/>
                    <a:pt x="1" y="59"/>
                    <a:pt x="1" y="59"/>
                  </a:cubicBezTo>
                  <a:cubicBezTo>
                    <a:pt x="0" y="31"/>
                    <a:pt x="20" y="5"/>
                    <a:pt x="48" y="3"/>
                  </a:cubicBezTo>
                  <a:cubicBezTo>
                    <a:pt x="76" y="0"/>
                    <a:pt x="101" y="21"/>
                    <a:pt x="104" y="49"/>
                  </a:cubicBezTo>
                  <a:cubicBezTo>
                    <a:pt x="121" y="319"/>
                    <a:pt x="121" y="319"/>
                    <a:pt x="121" y="319"/>
                  </a:cubicBezTo>
                  <a:cubicBezTo>
                    <a:pt x="122" y="348"/>
                    <a:pt x="102" y="373"/>
                    <a:pt x="74" y="375"/>
                  </a:cubicBezTo>
                  <a:close/>
                </a:path>
              </a:pathLst>
            </a:custGeom>
            <a:solidFill>
              <a:srgbClr val="D4B1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0" name="Freeform 64"/>
            <p:cNvSpPr>
              <a:spLocks/>
            </p:cNvSpPr>
            <p:nvPr/>
          </p:nvSpPr>
          <p:spPr bwMode="auto">
            <a:xfrm>
              <a:off x="4027488" y="160338"/>
              <a:ext cx="1858963" cy="1397000"/>
            </a:xfrm>
            <a:custGeom>
              <a:avLst/>
              <a:gdLst>
                <a:gd name="T0" fmla="*/ 1171 w 1171"/>
                <a:gd name="T1" fmla="*/ 269 h 880"/>
                <a:gd name="T2" fmla="*/ 428 w 1171"/>
                <a:gd name="T3" fmla="*/ 0 h 880"/>
                <a:gd name="T4" fmla="*/ 0 w 1171"/>
                <a:gd name="T5" fmla="*/ 468 h 880"/>
                <a:gd name="T6" fmla="*/ 14 w 1171"/>
                <a:gd name="T7" fmla="*/ 880 h 880"/>
                <a:gd name="T8" fmla="*/ 1014 w 1171"/>
                <a:gd name="T9" fmla="*/ 660 h 880"/>
                <a:gd name="T10" fmla="*/ 1171 w 1171"/>
                <a:gd name="T11" fmla="*/ 269 h 880"/>
              </a:gdLst>
              <a:ahLst/>
              <a:cxnLst>
                <a:cxn ang="0">
                  <a:pos x="T0" y="T1"/>
                </a:cxn>
                <a:cxn ang="0">
                  <a:pos x="T2" y="T3"/>
                </a:cxn>
                <a:cxn ang="0">
                  <a:pos x="T4" y="T5"/>
                </a:cxn>
                <a:cxn ang="0">
                  <a:pos x="T6" y="T7"/>
                </a:cxn>
                <a:cxn ang="0">
                  <a:pos x="T8" y="T9"/>
                </a:cxn>
                <a:cxn ang="0">
                  <a:pos x="T10" y="T11"/>
                </a:cxn>
              </a:cxnLst>
              <a:rect l="0" t="0" r="r" b="b"/>
              <a:pathLst>
                <a:path w="1171" h="880">
                  <a:moveTo>
                    <a:pt x="1171" y="269"/>
                  </a:moveTo>
                  <a:lnTo>
                    <a:pt x="428" y="0"/>
                  </a:lnTo>
                  <a:lnTo>
                    <a:pt x="0" y="468"/>
                  </a:lnTo>
                  <a:lnTo>
                    <a:pt x="14" y="880"/>
                  </a:lnTo>
                  <a:lnTo>
                    <a:pt x="1014" y="660"/>
                  </a:lnTo>
                  <a:lnTo>
                    <a:pt x="1171" y="269"/>
                  </a:lnTo>
                  <a:close/>
                </a:path>
              </a:pathLst>
            </a:custGeom>
            <a:solidFill>
              <a:srgbClr val="D4B1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1" name="Freeform 65"/>
            <p:cNvSpPr>
              <a:spLocks/>
            </p:cNvSpPr>
            <p:nvPr/>
          </p:nvSpPr>
          <p:spPr bwMode="auto">
            <a:xfrm>
              <a:off x="4530726" y="385763"/>
              <a:ext cx="769938" cy="1397000"/>
            </a:xfrm>
            <a:custGeom>
              <a:avLst/>
              <a:gdLst>
                <a:gd name="T0" fmla="*/ 166 w 205"/>
                <a:gd name="T1" fmla="*/ 362 h 372"/>
                <a:gd name="T2" fmla="*/ 166 w 205"/>
                <a:gd name="T3" fmla="*/ 362 h 372"/>
                <a:gd name="T4" fmla="*/ 99 w 205"/>
                <a:gd name="T5" fmla="*/ 333 h 372"/>
                <a:gd name="T6" fmla="*/ 10 w 205"/>
                <a:gd name="T7" fmla="*/ 77 h 372"/>
                <a:gd name="T8" fmla="*/ 39 w 205"/>
                <a:gd name="T9" fmla="*/ 11 h 372"/>
                <a:gd name="T10" fmla="*/ 106 w 205"/>
                <a:gd name="T11" fmla="*/ 40 h 372"/>
                <a:gd name="T12" fmla="*/ 195 w 205"/>
                <a:gd name="T13" fmla="*/ 296 h 372"/>
                <a:gd name="T14" fmla="*/ 166 w 205"/>
                <a:gd name="T15" fmla="*/ 362 h 3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372">
                  <a:moveTo>
                    <a:pt x="166" y="362"/>
                  </a:moveTo>
                  <a:cubicBezTo>
                    <a:pt x="166" y="362"/>
                    <a:pt x="166" y="362"/>
                    <a:pt x="166" y="362"/>
                  </a:cubicBezTo>
                  <a:cubicBezTo>
                    <a:pt x="139" y="372"/>
                    <a:pt x="108" y="359"/>
                    <a:pt x="99" y="333"/>
                  </a:cubicBezTo>
                  <a:cubicBezTo>
                    <a:pt x="10" y="77"/>
                    <a:pt x="10" y="77"/>
                    <a:pt x="10" y="77"/>
                  </a:cubicBezTo>
                  <a:cubicBezTo>
                    <a:pt x="0" y="51"/>
                    <a:pt x="13" y="21"/>
                    <a:pt x="39" y="11"/>
                  </a:cubicBezTo>
                  <a:cubicBezTo>
                    <a:pt x="66" y="0"/>
                    <a:pt x="96" y="14"/>
                    <a:pt x="106" y="40"/>
                  </a:cubicBezTo>
                  <a:cubicBezTo>
                    <a:pt x="195" y="296"/>
                    <a:pt x="195" y="296"/>
                    <a:pt x="195" y="296"/>
                  </a:cubicBezTo>
                  <a:cubicBezTo>
                    <a:pt x="205" y="322"/>
                    <a:pt x="192" y="352"/>
                    <a:pt x="166" y="362"/>
                  </a:cubicBezTo>
                  <a:close/>
                </a:path>
              </a:pathLst>
            </a:custGeom>
            <a:solidFill>
              <a:srgbClr val="D4B1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2" name="Freeform 66"/>
            <p:cNvSpPr>
              <a:spLocks/>
            </p:cNvSpPr>
            <p:nvPr/>
          </p:nvSpPr>
          <p:spPr bwMode="auto">
            <a:xfrm>
              <a:off x="4486276" y="-92075"/>
              <a:ext cx="1620838" cy="915988"/>
            </a:xfrm>
            <a:custGeom>
              <a:avLst/>
              <a:gdLst>
                <a:gd name="T0" fmla="*/ 428 w 432"/>
                <a:gd name="T1" fmla="*/ 191 h 244"/>
                <a:gd name="T2" fmla="*/ 428 w 432"/>
                <a:gd name="T3" fmla="*/ 191 h 244"/>
                <a:gd name="T4" fmla="*/ 368 w 432"/>
                <a:gd name="T5" fmla="*/ 234 h 244"/>
                <a:gd name="T6" fmla="*/ 47 w 432"/>
                <a:gd name="T7" fmla="*/ 106 h 244"/>
                <a:gd name="T8" fmla="*/ 5 w 432"/>
                <a:gd name="T9" fmla="*/ 46 h 244"/>
                <a:gd name="T10" fmla="*/ 64 w 432"/>
                <a:gd name="T11" fmla="*/ 4 h 244"/>
                <a:gd name="T12" fmla="*/ 385 w 432"/>
                <a:gd name="T13" fmla="*/ 132 h 244"/>
                <a:gd name="T14" fmla="*/ 428 w 432"/>
                <a:gd name="T15" fmla="*/ 191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2" h="244">
                  <a:moveTo>
                    <a:pt x="428" y="191"/>
                  </a:moveTo>
                  <a:cubicBezTo>
                    <a:pt x="428" y="191"/>
                    <a:pt x="428" y="191"/>
                    <a:pt x="428" y="191"/>
                  </a:cubicBezTo>
                  <a:cubicBezTo>
                    <a:pt x="423" y="219"/>
                    <a:pt x="394" y="244"/>
                    <a:pt x="368" y="234"/>
                  </a:cubicBezTo>
                  <a:cubicBezTo>
                    <a:pt x="47" y="106"/>
                    <a:pt x="47" y="106"/>
                    <a:pt x="47" y="106"/>
                  </a:cubicBezTo>
                  <a:cubicBezTo>
                    <a:pt x="21" y="96"/>
                    <a:pt x="0" y="74"/>
                    <a:pt x="5" y="46"/>
                  </a:cubicBezTo>
                  <a:cubicBezTo>
                    <a:pt x="10" y="18"/>
                    <a:pt x="36" y="0"/>
                    <a:pt x="64" y="4"/>
                  </a:cubicBezTo>
                  <a:cubicBezTo>
                    <a:pt x="385" y="132"/>
                    <a:pt x="385" y="132"/>
                    <a:pt x="385" y="132"/>
                  </a:cubicBezTo>
                  <a:cubicBezTo>
                    <a:pt x="412" y="142"/>
                    <a:pt x="432" y="163"/>
                    <a:pt x="428" y="191"/>
                  </a:cubicBez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3" name="Freeform 67"/>
            <p:cNvSpPr>
              <a:spLocks/>
            </p:cNvSpPr>
            <p:nvPr/>
          </p:nvSpPr>
          <p:spPr bwMode="auto">
            <a:xfrm>
              <a:off x="3854451" y="-92075"/>
              <a:ext cx="1044575" cy="1011238"/>
            </a:xfrm>
            <a:custGeom>
              <a:avLst/>
              <a:gdLst>
                <a:gd name="T0" fmla="*/ 19 w 278"/>
                <a:gd name="T1" fmla="*/ 244 h 269"/>
                <a:gd name="T2" fmla="*/ 19 w 278"/>
                <a:gd name="T3" fmla="*/ 244 h 269"/>
                <a:gd name="T4" fmla="*/ 24 w 278"/>
                <a:gd name="T5" fmla="*/ 172 h 269"/>
                <a:gd name="T6" fmla="*/ 186 w 278"/>
                <a:gd name="T7" fmla="*/ 20 h 269"/>
                <a:gd name="T8" fmla="*/ 259 w 278"/>
                <a:gd name="T9" fmla="*/ 25 h 269"/>
                <a:gd name="T10" fmla="*/ 254 w 278"/>
                <a:gd name="T11" fmla="*/ 97 h 269"/>
                <a:gd name="T12" fmla="*/ 92 w 278"/>
                <a:gd name="T13" fmla="*/ 249 h 269"/>
                <a:gd name="T14" fmla="*/ 19 w 278"/>
                <a:gd name="T15" fmla="*/ 244 h 2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8" h="269">
                  <a:moveTo>
                    <a:pt x="19" y="244"/>
                  </a:moveTo>
                  <a:cubicBezTo>
                    <a:pt x="19" y="244"/>
                    <a:pt x="19" y="244"/>
                    <a:pt x="19" y="244"/>
                  </a:cubicBezTo>
                  <a:cubicBezTo>
                    <a:pt x="0" y="223"/>
                    <a:pt x="3" y="191"/>
                    <a:pt x="24" y="172"/>
                  </a:cubicBezTo>
                  <a:cubicBezTo>
                    <a:pt x="186" y="20"/>
                    <a:pt x="186" y="20"/>
                    <a:pt x="186" y="20"/>
                  </a:cubicBezTo>
                  <a:cubicBezTo>
                    <a:pt x="207" y="0"/>
                    <a:pt x="241" y="3"/>
                    <a:pt x="259" y="25"/>
                  </a:cubicBezTo>
                  <a:cubicBezTo>
                    <a:pt x="278" y="46"/>
                    <a:pt x="276" y="79"/>
                    <a:pt x="254" y="97"/>
                  </a:cubicBezTo>
                  <a:cubicBezTo>
                    <a:pt x="92" y="249"/>
                    <a:pt x="92" y="249"/>
                    <a:pt x="92" y="249"/>
                  </a:cubicBezTo>
                  <a:cubicBezTo>
                    <a:pt x="71" y="269"/>
                    <a:pt x="38" y="266"/>
                    <a:pt x="19" y="244"/>
                  </a:cubicBez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4" name="Freeform 68"/>
            <p:cNvSpPr>
              <a:spLocks/>
            </p:cNvSpPr>
            <p:nvPr/>
          </p:nvSpPr>
          <p:spPr bwMode="auto">
            <a:xfrm>
              <a:off x="3633788" y="520700"/>
              <a:ext cx="627063" cy="1411288"/>
            </a:xfrm>
            <a:custGeom>
              <a:avLst/>
              <a:gdLst>
                <a:gd name="T0" fmla="*/ 47 w 167"/>
                <a:gd name="T1" fmla="*/ 372 h 376"/>
                <a:gd name="T2" fmla="*/ 47 w 167"/>
                <a:gd name="T3" fmla="*/ 372 h 376"/>
                <a:gd name="T4" fmla="*/ 6 w 167"/>
                <a:gd name="T5" fmla="*/ 312 h 376"/>
                <a:gd name="T6" fmla="*/ 61 w 167"/>
                <a:gd name="T7" fmla="*/ 47 h 376"/>
                <a:gd name="T8" fmla="*/ 121 w 167"/>
                <a:gd name="T9" fmla="*/ 5 h 376"/>
                <a:gd name="T10" fmla="*/ 163 w 167"/>
                <a:gd name="T11" fmla="*/ 65 h 376"/>
                <a:gd name="T12" fmla="*/ 107 w 167"/>
                <a:gd name="T13" fmla="*/ 330 h 376"/>
                <a:gd name="T14" fmla="*/ 47 w 167"/>
                <a:gd name="T15" fmla="*/ 372 h 3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376">
                  <a:moveTo>
                    <a:pt x="47" y="372"/>
                  </a:moveTo>
                  <a:cubicBezTo>
                    <a:pt x="47" y="372"/>
                    <a:pt x="47" y="372"/>
                    <a:pt x="47" y="372"/>
                  </a:cubicBezTo>
                  <a:cubicBezTo>
                    <a:pt x="20" y="367"/>
                    <a:pt x="0" y="339"/>
                    <a:pt x="6" y="312"/>
                  </a:cubicBezTo>
                  <a:cubicBezTo>
                    <a:pt x="61" y="47"/>
                    <a:pt x="61" y="47"/>
                    <a:pt x="61" y="47"/>
                  </a:cubicBezTo>
                  <a:cubicBezTo>
                    <a:pt x="67" y="19"/>
                    <a:pt x="93" y="0"/>
                    <a:pt x="121" y="5"/>
                  </a:cubicBezTo>
                  <a:cubicBezTo>
                    <a:pt x="149" y="10"/>
                    <a:pt x="167" y="37"/>
                    <a:pt x="163" y="65"/>
                  </a:cubicBezTo>
                  <a:cubicBezTo>
                    <a:pt x="107" y="330"/>
                    <a:pt x="107" y="330"/>
                    <a:pt x="107" y="330"/>
                  </a:cubicBezTo>
                  <a:cubicBezTo>
                    <a:pt x="101" y="357"/>
                    <a:pt x="75" y="376"/>
                    <a:pt x="47" y="372"/>
                  </a:cubicBez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5" name="Freeform 69"/>
            <p:cNvSpPr>
              <a:spLocks/>
            </p:cNvSpPr>
            <p:nvPr/>
          </p:nvSpPr>
          <p:spPr bwMode="auto">
            <a:xfrm>
              <a:off x="4564063" y="39688"/>
              <a:ext cx="1411288" cy="1412875"/>
            </a:xfrm>
            <a:custGeom>
              <a:avLst/>
              <a:gdLst>
                <a:gd name="T0" fmla="*/ 0 w 376"/>
                <a:gd name="T1" fmla="*/ 129 h 376"/>
                <a:gd name="T2" fmla="*/ 156 w 376"/>
                <a:gd name="T3" fmla="*/ 282 h 376"/>
                <a:gd name="T4" fmla="*/ 376 w 376"/>
                <a:gd name="T5" fmla="*/ 269 h 376"/>
                <a:gd name="T6" fmla="*/ 282 w 376"/>
                <a:gd name="T7" fmla="*/ 91 h 376"/>
                <a:gd name="T8" fmla="*/ 0 w 376"/>
                <a:gd name="T9" fmla="*/ 129 h 376"/>
              </a:gdLst>
              <a:ahLst/>
              <a:cxnLst>
                <a:cxn ang="0">
                  <a:pos x="T0" y="T1"/>
                </a:cxn>
                <a:cxn ang="0">
                  <a:pos x="T2" y="T3"/>
                </a:cxn>
                <a:cxn ang="0">
                  <a:pos x="T4" y="T5"/>
                </a:cxn>
                <a:cxn ang="0">
                  <a:pos x="T6" y="T7"/>
                </a:cxn>
                <a:cxn ang="0">
                  <a:pos x="T8" y="T9"/>
                </a:cxn>
              </a:cxnLst>
              <a:rect l="0" t="0" r="r" b="b"/>
              <a:pathLst>
                <a:path w="376" h="376">
                  <a:moveTo>
                    <a:pt x="0" y="129"/>
                  </a:moveTo>
                  <a:cubicBezTo>
                    <a:pt x="47" y="140"/>
                    <a:pt x="236" y="189"/>
                    <a:pt x="156" y="282"/>
                  </a:cubicBezTo>
                  <a:cubicBezTo>
                    <a:pt x="76" y="376"/>
                    <a:pt x="376" y="269"/>
                    <a:pt x="376" y="269"/>
                  </a:cubicBezTo>
                  <a:cubicBezTo>
                    <a:pt x="282" y="91"/>
                    <a:pt x="282" y="91"/>
                    <a:pt x="282" y="91"/>
                  </a:cubicBezTo>
                  <a:cubicBezTo>
                    <a:pt x="282" y="91"/>
                    <a:pt x="116" y="0"/>
                    <a:pt x="0" y="129"/>
                  </a:cubicBez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6" name="Freeform 70"/>
            <p:cNvSpPr>
              <a:spLocks/>
            </p:cNvSpPr>
            <p:nvPr/>
          </p:nvSpPr>
          <p:spPr bwMode="auto">
            <a:xfrm>
              <a:off x="5653088" y="377825"/>
              <a:ext cx="746125" cy="987425"/>
            </a:xfrm>
            <a:custGeom>
              <a:avLst/>
              <a:gdLst>
                <a:gd name="T0" fmla="*/ 0 w 470"/>
                <a:gd name="T1" fmla="*/ 5 h 622"/>
                <a:gd name="T2" fmla="*/ 87 w 470"/>
                <a:gd name="T3" fmla="*/ 620 h 622"/>
                <a:gd name="T4" fmla="*/ 470 w 470"/>
                <a:gd name="T5" fmla="*/ 622 h 622"/>
                <a:gd name="T6" fmla="*/ 452 w 470"/>
                <a:gd name="T7" fmla="*/ 0 h 622"/>
                <a:gd name="T8" fmla="*/ 0 w 470"/>
                <a:gd name="T9" fmla="*/ 5 h 622"/>
              </a:gdLst>
              <a:ahLst/>
              <a:cxnLst>
                <a:cxn ang="0">
                  <a:pos x="T0" y="T1"/>
                </a:cxn>
                <a:cxn ang="0">
                  <a:pos x="T2" y="T3"/>
                </a:cxn>
                <a:cxn ang="0">
                  <a:pos x="T4" y="T5"/>
                </a:cxn>
                <a:cxn ang="0">
                  <a:pos x="T6" y="T7"/>
                </a:cxn>
                <a:cxn ang="0">
                  <a:pos x="T8" y="T9"/>
                </a:cxn>
              </a:cxnLst>
              <a:rect l="0" t="0" r="r" b="b"/>
              <a:pathLst>
                <a:path w="470" h="622">
                  <a:moveTo>
                    <a:pt x="0" y="5"/>
                  </a:moveTo>
                  <a:lnTo>
                    <a:pt x="87" y="620"/>
                  </a:lnTo>
                  <a:lnTo>
                    <a:pt x="470" y="622"/>
                  </a:lnTo>
                  <a:lnTo>
                    <a:pt x="452" y="0"/>
                  </a:lnTo>
                  <a:lnTo>
                    <a:pt x="0" y="5"/>
                  </a:ln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7" name="Oval 71"/>
            <p:cNvSpPr>
              <a:spLocks noChangeArrowheads="1"/>
            </p:cNvSpPr>
            <p:nvPr/>
          </p:nvSpPr>
          <p:spPr bwMode="auto">
            <a:xfrm>
              <a:off x="3449638" y="1417638"/>
              <a:ext cx="1160463" cy="1165225"/>
            </a:xfrm>
            <a:prstGeom prst="ellipse">
              <a:avLst/>
            </a:pr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8" name="Freeform 72"/>
            <p:cNvSpPr>
              <a:spLocks/>
            </p:cNvSpPr>
            <p:nvPr/>
          </p:nvSpPr>
          <p:spPr bwMode="auto">
            <a:xfrm>
              <a:off x="2751138" y="2720975"/>
              <a:ext cx="2560638" cy="4337050"/>
            </a:xfrm>
            <a:custGeom>
              <a:avLst/>
              <a:gdLst>
                <a:gd name="T0" fmla="*/ 681 w 682"/>
                <a:gd name="T1" fmla="*/ 446 h 1155"/>
                <a:gd name="T2" fmla="*/ 681 w 682"/>
                <a:gd name="T3" fmla="*/ 438 h 1155"/>
                <a:gd name="T4" fmla="*/ 610 w 682"/>
                <a:gd name="T5" fmla="*/ 61 h 1155"/>
                <a:gd name="T6" fmla="*/ 539 w 682"/>
                <a:gd name="T7" fmla="*/ 0 h 1155"/>
                <a:gd name="T8" fmla="*/ 142 w 682"/>
                <a:gd name="T9" fmla="*/ 0 h 1155"/>
                <a:gd name="T10" fmla="*/ 71 w 682"/>
                <a:gd name="T11" fmla="*/ 61 h 1155"/>
                <a:gd name="T12" fmla="*/ 0 w 682"/>
                <a:gd name="T13" fmla="*/ 438 h 1155"/>
                <a:gd name="T14" fmla="*/ 1 w 682"/>
                <a:gd name="T15" fmla="*/ 446 h 1155"/>
                <a:gd name="T16" fmla="*/ 0 w 682"/>
                <a:gd name="T17" fmla="*/ 457 h 1155"/>
                <a:gd name="T18" fmla="*/ 72 w 682"/>
                <a:gd name="T19" fmla="*/ 529 h 1155"/>
                <a:gd name="T20" fmla="*/ 143 w 682"/>
                <a:gd name="T21" fmla="*/ 469 h 1155"/>
                <a:gd name="T22" fmla="*/ 188 w 682"/>
                <a:gd name="T23" fmla="*/ 189 h 1155"/>
                <a:gd name="T24" fmla="*/ 187 w 682"/>
                <a:gd name="T25" fmla="*/ 1083 h 1155"/>
                <a:gd name="T26" fmla="*/ 260 w 682"/>
                <a:gd name="T27" fmla="*/ 1155 h 1155"/>
                <a:gd name="T28" fmla="*/ 332 w 682"/>
                <a:gd name="T29" fmla="*/ 1083 h 1155"/>
                <a:gd name="T30" fmla="*/ 332 w 682"/>
                <a:gd name="T31" fmla="*/ 640 h 1155"/>
                <a:gd name="T32" fmla="*/ 349 w 682"/>
                <a:gd name="T33" fmla="*/ 640 h 1155"/>
                <a:gd name="T34" fmla="*/ 349 w 682"/>
                <a:gd name="T35" fmla="*/ 1083 h 1155"/>
                <a:gd name="T36" fmla="*/ 422 w 682"/>
                <a:gd name="T37" fmla="*/ 1155 h 1155"/>
                <a:gd name="T38" fmla="*/ 494 w 682"/>
                <a:gd name="T39" fmla="*/ 1083 h 1155"/>
                <a:gd name="T40" fmla="*/ 493 w 682"/>
                <a:gd name="T41" fmla="*/ 189 h 1155"/>
                <a:gd name="T42" fmla="*/ 538 w 682"/>
                <a:gd name="T43" fmla="*/ 470 h 1155"/>
                <a:gd name="T44" fmla="*/ 609 w 682"/>
                <a:gd name="T45" fmla="*/ 529 h 1155"/>
                <a:gd name="T46" fmla="*/ 682 w 682"/>
                <a:gd name="T47" fmla="*/ 457 h 1155"/>
                <a:gd name="T48" fmla="*/ 681 w 682"/>
                <a:gd name="T49" fmla="*/ 446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2" h="1155">
                  <a:moveTo>
                    <a:pt x="681" y="446"/>
                  </a:moveTo>
                  <a:cubicBezTo>
                    <a:pt x="682" y="444"/>
                    <a:pt x="682" y="441"/>
                    <a:pt x="681" y="438"/>
                  </a:cubicBezTo>
                  <a:cubicBezTo>
                    <a:pt x="610" y="61"/>
                    <a:pt x="610" y="61"/>
                    <a:pt x="610" y="61"/>
                  </a:cubicBezTo>
                  <a:cubicBezTo>
                    <a:pt x="605" y="26"/>
                    <a:pt x="575" y="0"/>
                    <a:pt x="539" y="0"/>
                  </a:cubicBezTo>
                  <a:cubicBezTo>
                    <a:pt x="142" y="0"/>
                    <a:pt x="142" y="0"/>
                    <a:pt x="142" y="0"/>
                  </a:cubicBezTo>
                  <a:cubicBezTo>
                    <a:pt x="107" y="0"/>
                    <a:pt x="77" y="26"/>
                    <a:pt x="71" y="61"/>
                  </a:cubicBezTo>
                  <a:cubicBezTo>
                    <a:pt x="0" y="438"/>
                    <a:pt x="0" y="438"/>
                    <a:pt x="0" y="438"/>
                  </a:cubicBezTo>
                  <a:cubicBezTo>
                    <a:pt x="0" y="441"/>
                    <a:pt x="0" y="444"/>
                    <a:pt x="1" y="446"/>
                  </a:cubicBezTo>
                  <a:cubicBezTo>
                    <a:pt x="0" y="450"/>
                    <a:pt x="0" y="453"/>
                    <a:pt x="0" y="457"/>
                  </a:cubicBezTo>
                  <a:cubicBezTo>
                    <a:pt x="0" y="496"/>
                    <a:pt x="32" y="529"/>
                    <a:pt x="72" y="529"/>
                  </a:cubicBezTo>
                  <a:cubicBezTo>
                    <a:pt x="107" y="529"/>
                    <a:pt x="137" y="504"/>
                    <a:pt x="143" y="469"/>
                  </a:cubicBezTo>
                  <a:cubicBezTo>
                    <a:pt x="188" y="189"/>
                    <a:pt x="188" y="189"/>
                    <a:pt x="188" y="189"/>
                  </a:cubicBezTo>
                  <a:cubicBezTo>
                    <a:pt x="187" y="1083"/>
                    <a:pt x="187" y="1083"/>
                    <a:pt x="187" y="1083"/>
                  </a:cubicBezTo>
                  <a:cubicBezTo>
                    <a:pt x="187" y="1123"/>
                    <a:pt x="220" y="1155"/>
                    <a:pt x="260" y="1155"/>
                  </a:cubicBezTo>
                  <a:cubicBezTo>
                    <a:pt x="300" y="1155"/>
                    <a:pt x="332" y="1122"/>
                    <a:pt x="332" y="1083"/>
                  </a:cubicBezTo>
                  <a:cubicBezTo>
                    <a:pt x="332" y="640"/>
                    <a:pt x="332" y="640"/>
                    <a:pt x="332" y="640"/>
                  </a:cubicBezTo>
                  <a:cubicBezTo>
                    <a:pt x="349" y="640"/>
                    <a:pt x="349" y="640"/>
                    <a:pt x="349" y="640"/>
                  </a:cubicBezTo>
                  <a:cubicBezTo>
                    <a:pt x="349" y="1083"/>
                    <a:pt x="349" y="1083"/>
                    <a:pt x="349" y="1083"/>
                  </a:cubicBezTo>
                  <a:cubicBezTo>
                    <a:pt x="349" y="1123"/>
                    <a:pt x="382" y="1155"/>
                    <a:pt x="422" y="1155"/>
                  </a:cubicBezTo>
                  <a:cubicBezTo>
                    <a:pt x="462" y="1155"/>
                    <a:pt x="494" y="1122"/>
                    <a:pt x="494" y="1083"/>
                  </a:cubicBezTo>
                  <a:cubicBezTo>
                    <a:pt x="493" y="189"/>
                    <a:pt x="493" y="189"/>
                    <a:pt x="493" y="189"/>
                  </a:cubicBezTo>
                  <a:cubicBezTo>
                    <a:pt x="538" y="470"/>
                    <a:pt x="538" y="470"/>
                    <a:pt x="538" y="470"/>
                  </a:cubicBezTo>
                  <a:cubicBezTo>
                    <a:pt x="545" y="504"/>
                    <a:pt x="574" y="529"/>
                    <a:pt x="609" y="529"/>
                  </a:cubicBezTo>
                  <a:cubicBezTo>
                    <a:pt x="649" y="529"/>
                    <a:pt x="682" y="496"/>
                    <a:pt x="682" y="457"/>
                  </a:cubicBezTo>
                  <a:cubicBezTo>
                    <a:pt x="682" y="453"/>
                    <a:pt x="681" y="450"/>
                    <a:pt x="681" y="446"/>
                  </a:cubicBez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59" name="Freeform 73"/>
            <p:cNvSpPr>
              <a:spLocks/>
            </p:cNvSpPr>
            <p:nvPr/>
          </p:nvSpPr>
          <p:spPr bwMode="auto">
            <a:xfrm>
              <a:off x="3944938" y="303213"/>
              <a:ext cx="2597150" cy="1550988"/>
            </a:xfrm>
            <a:custGeom>
              <a:avLst/>
              <a:gdLst>
                <a:gd name="T0" fmla="*/ 436 w 692"/>
                <a:gd name="T1" fmla="*/ 65 h 413"/>
                <a:gd name="T2" fmla="*/ 676 w 692"/>
                <a:gd name="T3" fmla="*/ 169 h 413"/>
                <a:gd name="T4" fmla="*/ 517 w 692"/>
                <a:gd name="T5" fmla="*/ 347 h 413"/>
                <a:gd name="T6" fmla="*/ 284 w 692"/>
                <a:gd name="T7" fmla="*/ 346 h 413"/>
                <a:gd name="T8" fmla="*/ 90 w 692"/>
                <a:gd name="T9" fmla="*/ 404 h 413"/>
                <a:gd name="T10" fmla="*/ 12 w 692"/>
                <a:gd name="T11" fmla="*/ 369 h 413"/>
                <a:gd name="T12" fmla="*/ 47 w 692"/>
                <a:gd name="T13" fmla="*/ 291 h 413"/>
                <a:gd name="T14" fmla="*/ 329 w 692"/>
                <a:gd name="T15" fmla="*/ 206 h 413"/>
                <a:gd name="T16" fmla="*/ 436 w 692"/>
                <a:gd name="T17" fmla="*/ 65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2" h="413">
                  <a:moveTo>
                    <a:pt x="436" y="65"/>
                  </a:moveTo>
                  <a:cubicBezTo>
                    <a:pt x="521" y="0"/>
                    <a:pt x="660" y="94"/>
                    <a:pt x="676" y="169"/>
                  </a:cubicBezTo>
                  <a:cubicBezTo>
                    <a:pt x="692" y="245"/>
                    <a:pt x="625" y="342"/>
                    <a:pt x="517" y="347"/>
                  </a:cubicBezTo>
                  <a:cubicBezTo>
                    <a:pt x="395" y="352"/>
                    <a:pt x="412" y="307"/>
                    <a:pt x="284" y="346"/>
                  </a:cubicBezTo>
                  <a:cubicBezTo>
                    <a:pt x="90" y="404"/>
                    <a:pt x="90" y="404"/>
                    <a:pt x="90" y="404"/>
                  </a:cubicBezTo>
                  <a:cubicBezTo>
                    <a:pt x="58" y="413"/>
                    <a:pt x="24" y="400"/>
                    <a:pt x="12" y="369"/>
                  </a:cubicBezTo>
                  <a:cubicBezTo>
                    <a:pt x="0" y="337"/>
                    <a:pt x="16" y="302"/>
                    <a:pt x="47" y="291"/>
                  </a:cubicBezTo>
                  <a:cubicBezTo>
                    <a:pt x="329" y="206"/>
                    <a:pt x="329" y="206"/>
                    <a:pt x="329" y="206"/>
                  </a:cubicBezTo>
                  <a:cubicBezTo>
                    <a:pt x="346" y="161"/>
                    <a:pt x="382" y="106"/>
                    <a:pt x="436" y="65"/>
                  </a:cubicBez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sp>
          <p:nvSpPr>
            <p:cNvPr id="60" name="Freeform 74"/>
            <p:cNvSpPr>
              <a:spLocks/>
            </p:cNvSpPr>
            <p:nvPr/>
          </p:nvSpPr>
          <p:spPr bwMode="auto">
            <a:xfrm>
              <a:off x="6264276" y="273050"/>
              <a:ext cx="417513" cy="1268413"/>
            </a:xfrm>
            <a:custGeom>
              <a:avLst/>
              <a:gdLst>
                <a:gd name="T0" fmla="*/ 0 w 263"/>
                <a:gd name="T1" fmla="*/ 7 h 799"/>
                <a:gd name="T2" fmla="*/ 19 w 263"/>
                <a:gd name="T3" fmla="*/ 799 h 799"/>
                <a:gd name="T4" fmla="*/ 263 w 263"/>
                <a:gd name="T5" fmla="*/ 792 h 799"/>
                <a:gd name="T6" fmla="*/ 246 w 263"/>
                <a:gd name="T7" fmla="*/ 0 h 799"/>
                <a:gd name="T8" fmla="*/ 0 w 263"/>
                <a:gd name="T9" fmla="*/ 7 h 799"/>
              </a:gdLst>
              <a:ahLst/>
              <a:cxnLst>
                <a:cxn ang="0">
                  <a:pos x="T0" y="T1"/>
                </a:cxn>
                <a:cxn ang="0">
                  <a:pos x="T2" y="T3"/>
                </a:cxn>
                <a:cxn ang="0">
                  <a:pos x="T4" y="T5"/>
                </a:cxn>
                <a:cxn ang="0">
                  <a:pos x="T6" y="T7"/>
                </a:cxn>
                <a:cxn ang="0">
                  <a:pos x="T8" y="T9"/>
                </a:cxn>
              </a:cxnLst>
              <a:rect l="0" t="0" r="r" b="b"/>
              <a:pathLst>
                <a:path w="263" h="799">
                  <a:moveTo>
                    <a:pt x="0" y="7"/>
                  </a:moveTo>
                  <a:lnTo>
                    <a:pt x="19" y="799"/>
                  </a:lnTo>
                  <a:lnTo>
                    <a:pt x="263" y="792"/>
                  </a:lnTo>
                  <a:lnTo>
                    <a:pt x="246" y="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dirty="0">
                <a:solidFill>
                  <a:prstClr val="black"/>
                </a:solidFill>
                <a:latin typeface="Calibri" panose="020F0502020204030204"/>
                <a:cs typeface="Simplified Arabic" panose="02020603050405020304" pitchFamily="18" charset="-78"/>
              </a:endParaRPr>
            </a:p>
          </p:txBody>
        </p:sp>
      </p:grpSp>
      <p:sp>
        <p:nvSpPr>
          <p:cNvPr id="62" name="TextBox 61"/>
          <p:cNvSpPr txBox="1"/>
          <p:nvPr/>
        </p:nvSpPr>
        <p:spPr>
          <a:xfrm>
            <a:off x="1747575" y="572037"/>
            <a:ext cx="7371132" cy="646331"/>
          </a:xfrm>
          <a:prstGeom prst="rect">
            <a:avLst/>
          </a:prstGeom>
          <a:noFill/>
        </p:spPr>
        <p:txBody>
          <a:bodyPr wrap="square" rtlCol="0">
            <a:spAutoFit/>
          </a:bodyPr>
          <a:lstStyle/>
          <a:p>
            <a:pPr algn="r" rtl="1" fontAlgn="auto">
              <a:spcBef>
                <a:spcPts val="0"/>
              </a:spcBef>
              <a:spcAft>
                <a:spcPts val="0"/>
              </a:spcAft>
            </a:pPr>
            <a:r>
              <a:rPr lang="ar-SA" sz="3600" b="1" u="sng" dirty="0">
                <a:solidFill>
                  <a:srgbClr val="262626"/>
                </a:solidFill>
                <a:latin typeface="Economica" panose="02000506040000020004" pitchFamily="50" charset="0"/>
                <a:cs typeface="Simplified Arabic" panose="02020603050405020304" pitchFamily="18" charset="-78"/>
              </a:rPr>
              <a:t>ب‌-	 اللغات التي يتوفر بها موقع أكاديمية خان</a:t>
            </a:r>
            <a:endParaRPr lang="en-IN" sz="3600" b="1" u="sng" dirty="0">
              <a:solidFill>
                <a:srgbClr val="262626"/>
              </a:solidFill>
              <a:latin typeface="Economica" panose="02000506040000020004" pitchFamily="50" charset="0"/>
              <a:cs typeface="Simplified Arabic" panose="02020603050405020304" pitchFamily="18" charset="-78"/>
            </a:endParaRPr>
          </a:p>
        </p:txBody>
      </p:sp>
      <p:sp>
        <p:nvSpPr>
          <p:cNvPr id="63" name="Rectangle 62"/>
          <p:cNvSpPr/>
          <p:nvPr/>
        </p:nvSpPr>
        <p:spPr>
          <a:xfrm>
            <a:off x="850605" y="2612849"/>
            <a:ext cx="6508832" cy="1077218"/>
          </a:xfrm>
          <a:prstGeom prst="rect">
            <a:avLst/>
          </a:prstGeom>
        </p:spPr>
        <p:txBody>
          <a:bodyPr wrap="square">
            <a:spAutoFit/>
          </a:bodyPr>
          <a:lstStyle/>
          <a:p>
            <a:pPr algn="ctr" fontAlgn="auto">
              <a:spcBef>
                <a:spcPts val="0"/>
              </a:spcBef>
              <a:spcAft>
                <a:spcPts val="0"/>
              </a:spcAft>
            </a:pPr>
            <a:r>
              <a:rPr lang="ar-SA" sz="3200" b="1" dirty="0">
                <a:solidFill>
                  <a:srgbClr val="548235"/>
                </a:solidFill>
                <a:latin typeface="Open Sans" panose="020B0606030504020204" pitchFamily="34" charset="0"/>
                <a:ea typeface="Open Sans" panose="020B0606030504020204" pitchFamily="34" charset="0"/>
                <a:cs typeface="Open Sans" panose="020B0606030504020204" pitchFamily="34" charset="0"/>
              </a:rPr>
              <a:t>توفر أكاديمية خان البرامج التعليمية بلغات عدة غير الإنجليزية</a:t>
            </a:r>
            <a:endParaRPr lang="en-IN" sz="3200" b="1" dirty="0">
              <a:solidFill>
                <a:srgbClr val="548235"/>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4213456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wipe(right)">
                                      <p:cBhvr>
                                        <p:cTn id="7" dur="500"/>
                                        <p:tgtEl>
                                          <p:spTgt spid="6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62"/>
                                        </p:tgtEl>
                                        <p:attrNameLst>
                                          <p:attrName>style.visibility</p:attrName>
                                        </p:attrNameLst>
                                      </p:cBhvr>
                                      <p:to>
                                        <p:strVal val="visible"/>
                                      </p:to>
                                    </p:set>
                                    <p:animEffect transition="in" filter="wipe(left)">
                                      <p:cBhvr>
                                        <p:cTn id="11" dur="500"/>
                                        <p:tgtEl>
                                          <p:spTgt spid="6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63"/>
                                        </p:tgtEl>
                                        <p:attrNameLst>
                                          <p:attrName>style.visibility</p:attrName>
                                        </p:attrNameLst>
                                      </p:cBhvr>
                                      <p:to>
                                        <p:strVal val="visible"/>
                                      </p:to>
                                    </p:set>
                                    <p:animEffect transition="in" filter="fade">
                                      <p:cBhvr>
                                        <p:cTn id="15" dur="500"/>
                                        <p:tgtEl>
                                          <p:spTgt spid="63"/>
                                        </p:tgtEl>
                                      </p:cBhvr>
                                    </p:animEffect>
                                    <p:anim calcmode="lin" valueType="num">
                                      <p:cBhvr>
                                        <p:cTn id="16" dur="500" fill="hold"/>
                                        <p:tgtEl>
                                          <p:spTgt spid="63"/>
                                        </p:tgtEl>
                                        <p:attrNameLst>
                                          <p:attrName>ppt_x</p:attrName>
                                        </p:attrNameLst>
                                      </p:cBhvr>
                                      <p:tavLst>
                                        <p:tav tm="0">
                                          <p:val>
                                            <p:strVal val="#ppt_x"/>
                                          </p:val>
                                        </p:tav>
                                        <p:tav tm="100000">
                                          <p:val>
                                            <p:strVal val="#ppt_x"/>
                                          </p:val>
                                        </p:tav>
                                      </p:tavLst>
                                    </p:anim>
                                    <p:anim calcmode="lin" valueType="num">
                                      <p:cBhvr>
                                        <p:cTn id="17" dur="500" fill="hold"/>
                                        <p:tgtEl>
                                          <p:spTgt spid="6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3" grpId="0"/>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sp>
      <p:sp>
        <p:nvSpPr>
          <p:cNvPr id="5" name="Hexagon 4"/>
          <p:cNvSpPr/>
          <p:nvPr/>
        </p:nvSpPr>
        <p:spPr>
          <a:xfrm rot="16200000">
            <a:off x="2616665" y="-1781738"/>
            <a:ext cx="6956970" cy="7008718"/>
          </a:xfrm>
          <a:prstGeom prst="hexagon">
            <a:avLst/>
          </a:prstGeom>
          <a:solidFill>
            <a:srgbClr val="00ABF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 name="TextBox 6"/>
          <p:cNvSpPr txBox="1"/>
          <p:nvPr/>
        </p:nvSpPr>
        <p:spPr>
          <a:xfrm>
            <a:off x="1658471" y="-457200"/>
            <a:ext cx="184731" cy="369332"/>
          </a:xfrm>
          <a:prstGeom prst="rect">
            <a:avLst/>
          </a:prstGeom>
          <a:noFill/>
        </p:spPr>
        <p:txBody>
          <a:bodyPr wrap="none" rtlCol="0">
            <a:spAutoFit/>
          </a:bodyPr>
          <a:lstStyle/>
          <a:p>
            <a:pPr fontAlgn="auto">
              <a:spcBef>
                <a:spcPts val="0"/>
              </a:spcBef>
              <a:spcAft>
                <a:spcPts val="0"/>
              </a:spcAft>
            </a:pPr>
            <a:endParaRPr lang="en-US" dirty="0">
              <a:solidFill>
                <a:prstClr val="black"/>
              </a:solidFill>
              <a:latin typeface="Calibri" panose="020F0502020204030204"/>
              <a:cs typeface="Simplified Arabic" panose="02020603050405020304" pitchFamily="18" charset="-78"/>
            </a:endParaRPr>
          </a:p>
        </p:txBody>
      </p:sp>
      <p:sp>
        <p:nvSpPr>
          <p:cNvPr id="8" name="TextBox 7"/>
          <p:cNvSpPr txBox="1"/>
          <p:nvPr/>
        </p:nvSpPr>
        <p:spPr>
          <a:xfrm>
            <a:off x="2779180" y="1938748"/>
            <a:ext cx="6820329" cy="707886"/>
          </a:xfrm>
          <a:prstGeom prst="rect">
            <a:avLst/>
          </a:prstGeom>
          <a:noFill/>
        </p:spPr>
        <p:txBody>
          <a:bodyPr wrap="square" rtlCol="0">
            <a:spAutoFit/>
          </a:bodyPr>
          <a:lstStyle/>
          <a:p>
            <a:pPr algn="ctr" rtl="1" fontAlgn="auto">
              <a:spcBef>
                <a:spcPts val="0"/>
              </a:spcBef>
              <a:spcAft>
                <a:spcPts val="0"/>
              </a:spcAft>
            </a:pPr>
            <a:r>
              <a:rPr lang="ar-SA" sz="4000" b="1" u="sng" dirty="0">
                <a:solidFill>
                  <a:prstClr val="white"/>
                </a:solidFill>
                <a:cs typeface="Simplified Arabic" panose="02020603050405020304" pitchFamily="18" charset="-78"/>
              </a:rPr>
              <a:t>2-	موقع ليندا  .</a:t>
            </a:r>
            <a:r>
              <a:rPr lang="en-US" sz="4000" b="1" u="sng" dirty="0" err="1">
                <a:solidFill>
                  <a:prstClr val="white"/>
                </a:solidFill>
                <a:cs typeface="Simplified Arabic" panose="02020603050405020304" pitchFamily="18" charset="-78"/>
              </a:rPr>
              <a:t>comLynda</a:t>
            </a:r>
            <a:endParaRPr lang="en-US" sz="4000" u="sng"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9" name="Group 8"/>
          <p:cNvGrpSpPr/>
          <p:nvPr/>
        </p:nvGrpSpPr>
        <p:grpSpPr>
          <a:xfrm>
            <a:off x="5667371" y="380412"/>
            <a:ext cx="857251" cy="1172633"/>
            <a:chOff x="3595689" y="4262437"/>
            <a:chExt cx="642938" cy="879475"/>
          </a:xfrm>
        </p:grpSpPr>
        <p:sp>
          <p:nvSpPr>
            <p:cNvPr id="11" name="Freeform 1930"/>
            <p:cNvSpPr>
              <a:spLocks noEditPoints="1"/>
            </p:cNvSpPr>
            <p:nvPr/>
          </p:nvSpPr>
          <p:spPr bwMode="auto">
            <a:xfrm>
              <a:off x="3595689" y="4262437"/>
              <a:ext cx="642938" cy="879475"/>
            </a:xfrm>
            <a:custGeom>
              <a:avLst/>
              <a:gdLst>
                <a:gd name="T0" fmla="*/ 272 w 358"/>
                <a:gd name="T1" fmla="*/ 283 h 490"/>
                <a:gd name="T2" fmla="*/ 235 w 358"/>
                <a:gd name="T3" fmla="*/ 274 h 490"/>
                <a:gd name="T4" fmla="*/ 272 w 358"/>
                <a:gd name="T5" fmla="*/ 219 h 490"/>
                <a:gd name="T6" fmla="*/ 297 w 358"/>
                <a:gd name="T7" fmla="*/ 185 h 490"/>
                <a:gd name="T8" fmla="*/ 284 w 358"/>
                <a:gd name="T9" fmla="*/ 151 h 490"/>
                <a:gd name="T10" fmla="*/ 247 w 358"/>
                <a:gd name="T11" fmla="*/ 60 h 490"/>
                <a:gd name="T12" fmla="*/ 134 w 358"/>
                <a:gd name="T13" fmla="*/ 42 h 490"/>
                <a:gd name="T14" fmla="*/ 99 w 358"/>
                <a:gd name="T15" fmla="*/ 73 h 490"/>
                <a:gd name="T16" fmla="*/ 77 w 358"/>
                <a:gd name="T17" fmla="*/ 150 h 490"/>
                <a:gd name="T18" fmla="*/ 62 w 358"/>
                <a:gd name="T19" fmla="*/ 185 h 490"/>
                <a:gd name="T20" fmla="*/ 88 w 358"/>
                <a:gd name="T21" fmla="*/ 220 h 490"/>
                <a:gd name="T22" fmla="*/ 125 w 358"/>
                <a:gd name="T23" fmla="*/ 273 h 490"/>
                <a:gd name="T24" fmla="*/ 87 w 358"/>
                <a:gd name="T25" fmla="*/ 283 h 490"/>
                <a:gd name="T26" fmla="*/ 0 w 358"/>
                <a:gd name="T27" fmla="*/ 394 h 490"/>
                <a:gd name="T28" fmla="*/ 0 w 358"/>
                <a:gd name="T29" fmla="*/ 456 h 490"/>
                <a:gd name="T30" fmla="*/ 33 w 358"/>
                <a:gd name="T31" fmla="*/ 490 h 490"/>
                <a:gd name="T32" fmla="*/ 327 w 358"/>
                <a:gd name="T33" fmla="*/ 490 h 490"/>
                <a:gd name="T34" fmla="*/ 358 w 358"/>
                <a:gd name="T35" fmla="*/ 456 h 490"/>
                <a:gd name="T36" fmla="*/ 358 w 358"/>
                <a:gd name="T37" fmla="*/ 394 h 490"/>
                <a:gd name="T38" fmla="*/ 272 w 358"/>
                <a:gd name="T39" fmla="*/ 283 h 490"/>
                <a:gd name="T40" fmla="*/ 97 w 358"/>
                <a:gd name="T41" fmla="*/ 161 h 490"/>
                <a:gd name="T42" fmla="*/ 97 w 358"/>
                <a:gd name="T43" fmla="*/ 142 h 490"/>
                <a:gd name="T44" fmla="*/ 223 w 358"/>
                <a:gd name="T45" fmla="*/ 95 h 490"/>
                <a:gd name="T46" fmla="*/ 263 w 358"/>
                <a:gd name="T47" fmla="*/ 177 h 490"/>
                <a:gd name="T48" fmla="*/ 180 w 358"/>
                <a:gd name="T49" fmla="*/ 276 h 490"/>
                <a:gd name="T50" fmla="*/ 97 w 358"/>
                <a:gd name="T51" fmla="*/ 161 h 490"/>
                <a:gd name="T52" fmla="*/ 338 w 358"/>
                <a:gd name="T53" fmla="*/ 456 h 490"/>
                <a:gd name="T54" fmla="*/ 327 w 358"/>
                <a:gd name="T55" fmla="*/ 469 h 490"/>
                <a:gd name="T56" fmla="*/ 298 w 358"/>
                <a:gd name="T57" fmla="*/ 469 h 490"/>
                <a:gd name="T58" fmla="*/ 298 w 358"/>
                <a:gd name="T59" fmla="*/ 443 h 490"/>
                <a:gd name="T60" fmla="*/ 293 w 358"/>
                <a:gd name="T61" fmla="*/ 438 h 490"/>
                <a:gd name="T62" fmla="*/ 287 w 358"/>
                <a:gd name="T63" fmla="*/ 443 h 490"/>
                <a:gd name="T64" fmla="*/ 287 w 358"/>
                <a:gd name="T65" fmla="*/ 469 h 490"/>
                <a:gd name="T66" fmla="*/ 220 w 358"/>
                <a:gd name="T67" fmla="*/ 469 h 490"/>
                <a:gd name="T68" fmla="*/ 192 w 358"/>
                <a:gd name="T69" fmla="*/ 357 h 490"/>
                <a:gd name="T70" fmla="*/ 205 w 358"/>
                <a:gd name="T71" fmla="*/ 340 h 490"/>
                <a:gd name="T72" fmla="*/ 199 w 358"/>
                <a:gd name="T73" fmla="*/ 318 h 490"/>
                <a:gd name="T74" fmla="*/ 186 w 358"/>
                <a:gd name="T75" fmla="*/ 308 h 490"/>
                <a:gd name="T76" fmla="*/ 174 w 358"/>
                <a:gd name="T77" fmla="*/ 308 h 490"/>
                <a:gd name="T78" fmla="*/ 161 w 358"/>
                <a:gd name="T79" fmla="*/ 318 h 490"/>
                <a:gd name="T80" fmla="*/ 155 w 358"/>
                <a:gd name="T81" fmla="*/ 340 h 490"/>
                <a:gd name="T82" fmla="*/ 168 w 358"/>
                <a:gd name="T83" fmla="*/ 357 h 490"/>
                <a:gd name="T84" fmla="*/ 140 w 358"/>
                <a:gd name="T85" fmla="*/ 469 h 490"/>
                <a:gd name="T86" fmla="*/ 71 w 358"/>
                <a:gd name="T87" fmla="*/ 469 h 490"/>
                <a:gd name="T88" fmla="*/ 71 w 358"/>
                <a:gd name="T89" fmla="*/ 443 h 490"/>
                <a:gd name="T90" fmla="*/ 66 w 358"/>
                <a:gd name="T91" fmla="*/ 438 h 490"/>
                <a:gd name="T92" fmla="*/ 61 w 358"/>
                <a:gd name="T93" fmla="*/ 443 h 490"/>
                <a:gd name="T94" fmla="*/ 61 w 358"/>
                <a:gd name="T95" fmla="*/ 469 h 490"/>
                <a:gd name="T96" fmla="*/ 33 w 358"/>
                <a:gd name="T97" fmla="*/ 469 h 490"/>
                <a:gd name="T98" fmla="*/ 21 w 358"/>
                <a:gd name="T99" fmla="*/ 456 h 490"/>
                <a:gd name="T100" fmla="*/ 21 w 358"/>
                <a:gd name="T101" fmla="*/ 394 h 490"/>
                <a:gd name="T102" fmla="*/ 92 w 358"/>
                <a:gd name="T103" fmla="*/ 302 h 490"/>
                <a:gd name="T104" fmla="*/ 147 w 358"/>
                <a:gd name="T105" fmla="*/ 288 h 490"/>
                <a:gd name="T106" fmla="*/ 180 w 358"/>
                <a:gd name="T107" fmla="*/ 296 h 490"/>
                <a:gd name="T108" fmla="*/ 213 w 358"/>
                <a:gd name="T109" fmla="*/ 288 h 490"/>
                <a:gd name="T110" fmla="*/ 267 w 358"/>
                <a:gd name="T111" fmla="*/ 302 h 490"/>
                <a:gd name="T112" fmla="*/ 338 w 358"/>
                <a:gd name="T113" fmla="*/ 394 h 490"/>
                <a:gd name="T114" fmla="*/ 338 w 358"/>
                <a:gd name="T115" fmla="*/ 45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8" h="490">
                  <a:moveTo>
                    <a:pt x="272" y="283"/>
                  </a:moveTo>
                  <a:cubicBezTo>
                    <a:pt x="235" y="274"/>
                    <a:pt x="235" y="274"/>
                    <a:pt x="235" y="274"/>
                  </a:cubicBezTo>
                  <a:cubicBezTo>
                    <a:pt x="250" y="260"/>
                    <a:pt x="263" y="240"/>
                    <a:pt x="272" y="219"/>
                  </a:cubicBezTo>
                  <a:cubicBezTo>
                    <a:pt x="284" y="217"/>
                    <a:pt x="295" y="207"/>
                    <a:pt x="297" y="185"/>
                  </a:cubicBezTo>
                  <a:cubicBezTo>
                    <a:pt x="298" y="164"/>
                    <a:pt x="292" y="155"/>
                    <a:pt x="284" y="151"/>
                  </a:cubicBezTo>
                  <a:cubicBezTo>
                    <a:pt x="284" y="148"/>
                    <a:pt x="297" y="78"/>
                    <a:pt x="247" y="60"/>
                  </a:cubicBezTo>
                  <a:cubicBezTo>
                    <a:pt x="242" y="52"/>
                    <a:pt x="204" y="0"/>
                    <a:pt x="134" y="42"/>
                  </a:cubicBezTo>
                  <a:cubicBezTo>
                    <a:pt x="124" y="48"/>
                    <a:pt x="108" y="60"/>
                    <a:pt x="99" y="73"/>
                  </a:cubicBezTo>
                  <a:cubicBezTo>
                    <a:pt x="87" y="88"/>
                    <a:pt x="78" y="113"/>
                    <a:pt x="77" y="150"/>
                  </a:cubicBezTo>
                  <a:cubicBezTo>
                    <a:pt x="68" y="153"/>
                    <a:pt x="61" y="163"/>
                    <a:pt x="62" y="185"/>
                  </a:cubicBezTo>
                  <a:cubicBezTo>
                    <a:pt x="64" y="207"/>
                    <a:pt x="76" y="217"/>
                    <a:pt x="88" y="220"/>
                  </a:cubicBezTo>
                  <a:cubicBezTo>
                    <a:pt x="97" y="241"/>
                    <a:pt x="109" y="260"/>
                    <a:pt x="125" y="273"/>
                  </a:cubicBezTo>
                  <a:cubicBezTo>
                    <a:pt x="87" y="283"/>
                    <a:pt x="87" y="283"/>
                    <a:pt x="87" y="283"/>
                  </a:cubicBezTo>
                  <a:cubicBezTo>
                    <a:pt x="36" y="296"/>
                    <a:pt x="0" y="341"/>
                    <a:pt x="0" y="394"/>
                  </a:cubicBezTo>
                  <a:cubicBezTo>
                    <a:pt x="0" y="456"/>
                    <a:pt x="0" y="456"/>
                    <a:pt x="0" y="456"/>
                  </a:cubicBezTo>
                  <a:cubicBezTo>
                    <a:pt x="0" y="474"/>
                    <a:pt x="15" y="490"/>
                    <a:pt x="33" y="490"/>
                  </a:cubicBezTo>
                  <a:cubicBezTo>
                    <a:pt x="327" y="490"/>
                    <a:pt x="327" y="490"/>
                    <a:pt x="327" y="490"/>
                  </a:cubicBezTo>
                  <a:cubicBezTo>
                    <a:pt x="345" y="490"/>
                    <a:pt x="358" y="474"/>
                    <a:pt x="358" y="456"/>
                  </a:cubicBezTo>
                  <a:cubicBezTo>
                    <a:pt x="358" y="394"/>
                    <a:pt x="358" y="394"/>
                    <a:pt x="358" y="394"/>
                  </a:cubicBezTo>
                  <a:cubicBezTo>
                    <a:pt x="358" y="341"/>
                    <a:pt x="323" y="296"/>
                    <a:pt x="272" y="283"/>
                  </a:cubicBezTo>
                  <a:moveTo>
                    <a:pt x="97" y="161"/>
                  </a:moveTo>
                  <a:cubicBezTo>
                    <a:pt x="97" y="154"/>
                    <a:pt x="97" y="148"/>
                    <a:pt x="97" y="142"/>
                  </a:cubicBezTo>
                  <a:cubicBezTo>
                    <a:pt x="163" y="144"/>
                    <a:pt x="201" y="118"/>
                    <a:pt x="223" y="95"/>
                  </a:cubicBezTo>
                  <a:cubicBezTo>
                    <a:pt x="250" y="122"/>
                    <a:pt x="260" y="159"/>
                    <a:pt x="263" y="177"/>
                  </a:cubicBezTo>
                  <a:cubicBezTo>
                    <a:pt x="257" y="225"/>
                    <a:pt x="222" y="276"/>
                    <a:pt x="180" y="276"/>
                  </a:cubicBezTo>
                  <a:cubicBezTo>
                    <a:pt x="134" y="276"/>
                    <a:pt x="97" y="213"/>
                    <a:pt x="97" y="161"/>
                  </a:cubicBezTo>
                  <a:moveTo>
                    <a:pt x="338" y="456"/>
                  </a:moveTo>
                  <a:cubicBezTo>
                    <a:pt x="338" y="463"/>
                    <a:pt x="334" y="469"/>
                    <a:pt x="327" y="469"/>
                  </a:cubicBezTo>
                  <a:cubicBezTo>
                    <a:pt x="298" y="469"/>
                    <a:pt x="298" y="469"/>
                    <a:pt x="298" y="469"/>
                  </a:cubicBezTo>
                  <a:cubicBezTo>
                    <a:pt x="298" y="443"/>
                    <a:pt x="298" y="443"/>
                    <a:pt x="298" y="443"/>
                  </a:cubicBezTo>
                  <a:cubicBezTo>
                    <a:pt x="298" y="440"/>
                    <a:pt x="295" y="438"/>
                    <a:pt x="293" y="438"/>
                  </a:cubicBezTo>
                  <a:cubicBezTo>
                    <a:pt x="290" y="438"/>
                    <a:pt x="287" y="440"/>
                    <a:pt x="287" y="443"/>
                  </a:cubicBezTo>
                  <a:cubicBezTo>
                    <a:pt x="287" y="469"/>
                    <a:pt x="287" y="469"/>
                    <a:pt x="287" y="469"/>
                  </a:cubicBezTo>
                  <a:cubicBezTo>
                    <a:pt x="220" y="469"/>
                    <a:pt x="220" y="469"/>
                    <a:pt x="220" y="469"/>
                  </a:cubicBezTo>
                  <a:cubicBezTo>
                    <a:pt x="192" y="357"/>
                    <a:pt x="192" y="357"/>
                    <a:pt x="192" y="357"/>
                  </a:cubicBezTo>
                  <a:cubicBezTo>
                    <a:pt x="200" y="356"/>
                    <a:pt x="207" y="349"/>
                    <a:pt x="205" y="340"/>
                  </a:cubicBezTo>
                  <a:cubicBezTo>
                    <a:pt x="199" y="318"/>
                    <a:pt x="199" y="318"/>
                    <a:pt x="199" y="318"/>
                  </a:cubicBezTo>
                  <a:cubicBezTo>
                    <a:pt x="198" y="312"/>
                    <a:pt x="192" y="308"/>
                    <a:pt x="186" y="308"/>
                  </a:cubicBezTo>
                  <a:cubicBezTo>
                    <a:pt x="174" y="308"/>
                    <a:pt x="174" y="308"/>
                    <a:pt x="174" y="308"/>
                  </a:cubicBezTo>
                  <a:cubicBezTo>
                    <a:pt x="167" y="308"/>
                    <a:pt x="162" y="312"/>
                    <a:pt x="161" y="318"/>
                  </a:cubicBezTo>
                  <a:cubicBezTo>
                    <a:pt x="155" y="340"/>
                    <a:pt x="155" y="340"/>
                    <a:pt x="155" y="340"/>
                  </a:cubicBezTo>
                  <a:cubicBezTo>
                    <a:pt x="153" y="349"/>
                    <a:pt x="159" y="356"/>
                    <a:pt x="168" y="357"/>
                  </a:cubicBezTo>
                  <a:cubicBezTo>
                    <a:pt x="140" y="469"/>
                    <a:pt x="140" y="469"/>
                    <a:pt x="140" y="469"/>
                  </a:cubicBezTo>
                  <a:cubicBezTo>
                    <a:pt x="71" y="469"/>
                    <a:pt x="71" y="469"/>
                    <a:pt x="71" y="469"/>
                  </a:cubicBezTo>
                  <a:cubicBezTo>
                    <a:pt x="71" y="443"/>
                    <a:pt x="71" y="443"/>
                    <a:pt x="71" y="443"/>
                  </a:cubicBezTo>
                  <a:cubicBezTo>
                    <a:pt x="71" y="440"/>
                    <a:pt x="69" y="438"/>
                    <a:pt x="66" y="438"/>
                  </a:cubicBezTo>
                  <a:cubicBezTo>
                    <a:pt x="63" y="438"/>
                    <a:pt x="61" y="440"/>
                    <a:pt x="61" y="443"/>
                  </a:cubicBezTo>
                  <a:cubicBezTo>
                    <a:pt x="61" y="469"/>
                    <a:pt x="61" y="469"/>
                    <a:pt x="61" y="469"/>
                  </a:cubicBezTo>
                  <a:cubicBezTo>
                    <a:pt x="33" y="469"/>
                    <a:pt x="33" y="469"/>
                    <a:pt x="33" y="469"/>
                  </a:cubicBezTo>
                  <a:cubicBezTo>
                    <a:pt x="26" y="469"/>
                    <a:pt x="21" y="463"/>
                    <a:pt x="21" y="456"/>
                  </a:cubicBezTo>
                  <a:cubicBezTo>
                    <a:pt x="21" y="394"/>
                    <a:pt x="21" y="394"/>
                    <a:pt x="21" y="394"/>
                  </a:cubicBezTo>
                  <a:cubicBezTo>
                    <a:pt x="21" y="350"/>
                    <a:pt x="50" y="313"/>
                    <a:pt x="92" y="302"/>
                  </a:cubicBezTo>
                  <a:cubicBezTo>
                    <a:pt x="147" y="288"/>
                    <a:pt x="147" y="288"/>
                    <a:pt x="147" y="288"/>
                  </a:cubicBezTo>
                  <a:cubicBezTo>
                    <a:pt x="157" y="293"/>
                    <a:pt x="169" y="296"/>
                    <a:pt x="180" y="296"/>
                  </a:cubicBezTo>
                  <a:cubicBezTo>
                    <a:pt x="192" y="296"/>
                    <a:pt x="203" y="293"/>
                    <a:pt x="213" y="288"/>
                  </a:cubicBezTo>
                  <a:cubicBezTo>
                    <a:pt x="267" y="302"/>
                    <a:pt x="267" y="302"/>
                    <a:pt x="267" y="302"/>
                  </a:cubicBezTo>
                  <a:cubicBezTo>
                    <a:pt x="309" y="313"/>
                    <a:pt x="338" y="350"/>
                    <a:pt x="338" y="394"/>
                  </a:cubicBezTo>
                  <a:lnTo>
                    <a:pt x="338" y="45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sp>
          <p:nvSpPr>
            <p:cNvPr id="12" name="Freeform 1931"/>
            <p:cNvSpPr>
              <a:spLocks/>
            </p:cNvSpPr>
            <p:nvPr/>
          </p:nvSpPr>
          <p:spPr bwMode="auto">
            <a:xfrm>
              <a:off x="3711576" y="4954587"/>
              <a:ext cx="95250" cy="53975"/>
            </a:xfrm>
            <a:custGeom>
              <a:avLst/>
              <a:gdLst>
                <a:gd name="T0" fmla="*/ 36 w 53"/>
                <a:gd name="T1" fmla="*/ 6 h 30"/>
                <a:gd name="T2" fmla="*/ 17 w 53"/>
                <a:gd name="T3" fmla="*/ 6 h 30"/>
                <a:gd name="T4" fmla="*/ 4 w 53"/>
                <a:gd name="T5" fmla="*/ 20 h 30"/>
                <a:gd name="T6" fmla="*/ 8 w 53"/>
                <a:gd name="T7" fmla="*/ 30 h 30"/>
                <a:gd name="T8" fmla="*/ 46 w 53"/>
                <a:gd name="T9" fmla="*/ 30 h 30"/>
                <a:gd name="T10" fmla="*/ 50 w 53"/>
                <a:gd name="T11" fmla="*/ 20 h 30"/>
                <a:gd name="T12" fmla="*/ 36 w 53"/>
                <a:gd name="T13" fmla="*/ 6 h 30"/>
              </a:gdLst>
              <a:ahLst/>
              <a:cxnLst>
                <a:cxn ang="0">
                  <a:pos x="T0" y="T1"/>
                </a:cxn>
                <a:cxn ang="0">
                  <a:pos x="T2" y="T3"/>
                </a:cxn>
                <a:cxn ang="0">
                  <a:pos x="T4" y="T5"/>
                </a:cxn>
                <a:cxn ang="0">
                  <a:pos x="T6" y="T7"/>
                </a:cxn>
                <a:cxn ang="0">
                  <a:pos x="T8" y="T9"/>
                </a:cxn>
                <a:cxn ang="0">
                  <a:pos x="T10" y="T11"/>
                </a:cxn>
                <a:cxn ang="0">
                  <a:pos x="T12" y="T13"/>
                </a:cxn>
              </a:cxnLst>
              <a:rect l="0" t="0" r="r" b="b"/>
              <a:pathLst>
                <a:path w="53" h="30">
                  <a:moveTo>
                    <a:pt x="36" y="6"/>
                  </a:moveTo>
                  <a:cubicBezTo>
                    <a:pt x="31" y="0"/>
                    <a:pt x="22" y="0"/>
                    <a:pt x="17" y="6"/>
                  </a:cubicBezTo>
                  <a:cubicBezTo>
                    <a:pt x="4" y="20"/>
                    <a:pt x="4" y="20"/>
                    <a:pt x="4" y="20"/>
                  </a:cubicBezTo>
                  <a:cubicBezTo>
                    <a:pt x="0" y="24"/>
                    <a:pt x="3" y="30"/>
                    <a:pt x="8" y="30"/>
                  </a:cubicBezTo>
                  <a:cubicBezTo>
                    <a:pt x="46" y="30"/>
                    <a:pt x="46" y="30"/>
                    <a:pt x="46" y="30"/>
                  </a:cubicBezTo>
                  <a:cubicBezTo>
                    <a:pt x="51" y="30"/>
                    <a:pt x="53" y="24"/>
                    <a:pt x="50" y="20"/>
                  </a:cubicBezTo>
                  <a:lnTo>
                    <a:pt x="36" y="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sp>
          <p:nvSpPr>
            <p:cNvPr id="13" name="Freeform 1932"/>
            <p:cNvSpPr>
              <a:spLocks noEditPoints="1"/>
            </p:cNvSpPr>
            <p:nvPr/>
          </p:nvSpPr>
          <p:spPr bwMode="auto">
            <a:xfrm>
              <a:off x="3802064" y="4556125"/>
              <a:ext cx="231775" cy="88900"/>
            </a:xfrm>
            <a:custGeom>
              <a:avLst/>
              <a:gdLst>
                <a:gd name="T0" fmla="*/ 60 w 129"/>
                <a:gd name="T1" fmla="*/ 23 h 49"/>
                <a:gd name="T2" fmla="*/ 70 w 129"/>
                <a:gd name="T3" fmla="*/ 23 h 49"/>
                <a:gd name="T4" fmla="*/ 99 w 129"/>
                <a:gd name="T5" fmla="*/ 49 h 49"/>
                <a:gd name="T6" fmla="*/ 129 w 129"/>
                <a:gd name="T7" fmla="*/ 19 h 49"/>
                <a:gd name="T8" fmla="*/ 99 w 129"/>
                <a:gd name="T9" fmla="*/ 0 h 49"/>
                <a:gd name="T10" fmla="*/ 70 w 129"/>
                <a:gd name="T11" fmla="*/ 13 h 49"/>
                <a:gd name="T12" fmla="*/ 59 w 129"/>
                <a:gd name="T13" fmla="*/ 13 h 49"/>
                <a:gd name="T14" fmla="*/ 30 w 129"/>
                <a:gd name="T15" fmla="*/ 0 h 49"/>
                <a:gd name="T16" fmla="*/ 0 w 129"/>
                <a:gd name="T17" fmla="*/ 19 h 49"/>
                <a:gd name="T18" fmla="*/ 30 w 129"/>
                <a:gd name="T19" fmla="*/ 49 h 49"/>
                <a:gd name="T20" fmla="*/ 60 w 129"/>
                <a:gd name="T21" fmla="*/ 23 h 49"/>
                <a:gd name="T22" fmla="*/ 99 w 129"/>
                <a:gd name="T23" fmla="*/ 10 h 49"/>
                <a:gd name="T24" fmla="*/ 119 w 129"/>
                <a:gd name="T25" fmla="*/ 19 h 49"/>
                <a:gd name="T26" fmla="*/ 99 w 129"/>
                <a:gd name="T27" fmla="*/ 39 h 49"/>
                <a:gd name="T28" fmla="*/ 79 w 129"/>
                <a:gd name="T29" fmla="*/ 19 h 49"/>
                <a:gd name="T30" fmla="*/ 99 w 129"/>
                <a:gd name="T31" fmla="*/ 10 h 49"/>
                <a:gd name="T32" fmla="*/ 10 w 129"/>
                <a:gd name="T33" fmla="*/ 19 h 49"/>
                <a:gd name="T34" fmla="*/ 30 w 129"/>
                <a:gd name="T35" fmla="*/ 10 h 49"/>
                <a:gd name="T36" fmla="*/ 50 w 129"/>
                <a:gd name="T37" fmla="*/ 19 h 49"/>
                <a:gd name="T38" fmla="*/ 30 w 129"/>
                <a:gd name="T39" fmla="*/ 39 h 49"/>
                <a:gd name="T40" fmla="*/ 10 w 129"/>
                <a:gd name="T4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 h="49">
                  <a:moveTo>
                    <a:pt x="60" y="23"/>
                  </a:moveTo>
                  <a:cubicBezTo>
                    <a:pt x="70" y="23"/>
                    <a:pt x="70" y="23"/>
                    <a:pt x="70" y="23"/>
                  </a:cubicBezTo>
                  <a:cubicBezTo>
                    <a:pt x="71" y="38"/>
                    <a:pt x="84" y="49"/>
                    <a:pt x="99" y="49"/>
                  </a:cubicBezTo>
                  <a:cubicBezTo>
                    <a:pt x="116" y="49"/>
                    <a:pt x="129" y="36"/>
                    <a:pt x="129" y="19"/>
                  </a:cubicBezTo>
                  <a:cubicBezTo>
                    <a:pt x="129" y="0"/>
                    <a:pt x="112" y="0"/>
                    <a:pt x="99" y="0"/>
                  </a:cubicBezTo>
                  <a:cubicBezTo>
                    <a:pt x="88" y="0"/>
                    <a:pt x="74" y="0"/>
                    <a:pt x="70" y="13"/>
                  </a:cubicBezTo>
                  <a:cubicBezTo>
                    <a:pt x="59" y="13"/>
                    <a:pt x="59" y="13"/>
                    <a:pt x="59" y="13"/>
                  </a:cubicBezTo>
                  <a:cubicBezTo>
                    <a:pt x="55" y="0"/>
                    <a:pt x="41" y="0"/>
                    <a:pt x="30" y="0"/>
                  </a:cubicBezTo>
                  <a:cubicBezTo>
                    <a:pt x="17" y="0"/>
                    <a:pt x="0" y="0"/>
                    <a:pt x="0" y="19"/>
                  </a:cubicBezTo>
                  <a:cubicBezTo>
                    <a:pt x="0" y="36"/>
                    <a:pt x="14" y="49"/>
                    <a:pt x="30" y="49"/>
                  </a:cubicBezTo>
                  <a:cubicBezTo>
                    <a:pt x="45" y="49"/>
                    <a:pt x="58" y="38"/>
                    <a:pt x="60" y="23"/>
                  </a:cubicBezTo>
                  <a:moveTo>
                    <a:pt x="99" y="10"/>
                  </a:moveTo>
                  <a:cubicBezTo>
                    <a:pt x="116" y="10"/>
                    <a:pt x="119" y="12"/>
                    <a:pt x="119" y="19"/>
                  </a:cubicBezTo>
                  <a:cubicBezTo>
                    <a:pt x="119" y="30"/>
                    <a:pt x="110" y="39"/>
                    <a:pt x="99" y="39"/>
                  </a:cubicBezTo>
                  <a:cubicBezTo>
                    <a:pt x="88" y="39"/>
                    <a:pt x="79" y="30"/>
                    <a:pt x="79" y="19"/>
                  </a:cubicBezTo>
                  <a:cubicBezTo>
                    <a:pt x="79" y="12"/>
                    <a:pt x="83" y="10"/>
                    <a:pt x="99" y="10"/>
                  </a:cubicBezTo>
                  <a:moveTo>
                    <a:pt x="10" y="19"/>
                  </a:moveTo>
                  <a:cubicBezTo>
                    <a:pt x="10" y="12"/>
                    <a:pt x="13" y="10"/>
                    <a:pt x="30" y="10"/>
                  </a:cubicBezTo>
                  <a:cubicBezTo>
                    <a:pt x="46" y="10"/>
                    <a:pt x="50" y="12"/>
                    <a:pt x="50" y="19"/>
                  </a:cubicBezTo>
                  <a:cubicBezTo>
                    <a:pt x="50" y="30"/>
                    <a:pt x="41" y="39"/>
                    <a:pt x="30" y="39"/>
                  </a:cubicBezTo>
                  <a:cubicBezTo>
                    <a:pt x="19" y="39"/>
                    <a:pt x="10" y="30"/>
                    <a:pt x="10" y="19"/>
                  </a:cubicBezTo>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gr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621313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510362" y="2061694"/>
            <a:ext cx="11408921" cy="1938992"/>
          </a:xfrm>
          <a:prstGeom prst="rect">
            <a:avLst/>
          </a:prstGeom>
          <a:noFill/>
        </p:spPr>
        <p:txBody>
          <a:bodyPr wrap="square" rtlCol="0">
            <a:spAutoFit/>
          </a:bodyPr>
          <a:lstStyle/>
          <a:p>
            <a:pPr algn="ctr" rtl="1" fontAlgn="auto">
              <a:spcBef>
                <a:spcPts val="0"/>
              </a:spcBef>
              <a:spcAft>
                <a:spcPts val="0"/>
              </a:spcAft>
            </a:pPr>
            <a:r>
              <a:rPr lang="ar-SA" sz="4000" b="1" dirty="0">
                <a:solidFill>
                  <a:prstClr val="white"/>
                </a:solidFill>
                <a:cs typeface="Simplified Arabic" panose="02020603050405020304" pitchFamily="18" charset="-78"/>
              </a:rPr>
              <a:t>ليندا هو موقع متخصص في تقديم الكورسات التعليمية عبر الإنترنت على شكل مقاطع فيديو في البرمجيات الإبداعية ومهارات الأعمال التي يحتاجها سوق العمل</a:t>
            </a:r>
            <a:endParaRPr lang="en-US" sz="4000" b="1" i="1" dirty="0">
              <a:solidFill>
                <a:prstClr val="white"/>
              </a:solidFill>
              <a:latin typeface="Lato Light" panose="020F0302020204030203" pitchFamily="34" charset="0"/>
              <a:cs typeface="Simplified Arabic" panose="02020603050405020304" pitchFamily="18" charset="-78"/>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050034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sp>
      <p:sp>
        <p:nvSpPr>
          <p:cNvPr id="5" name="Hexagon 4"/>
          <p:cNvSpPr/>
          <p:nvPr/>
        </p:nvSpPr>
        <p:spPr>
          <a:xfrm rot="16200000">
            <a:off x="2616665" y="-1781738"/>
            <a:ext cx="6956970" cy="7008718"/>
          </a:xfrm>
          <a:prstGeom prst="hexagon">
            <a:avLst/>
          </a:prstGeom>
          <a:solidFill>
            <a:srgbClr val="00ABF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 name="TextBox 6"/>
          <p:cNvSpPr txBox="1"/>
          <p:nvPr/>
        </p:nvSpPr>
        <p:spPr>
          <a:xfrm>
            <a:off x="1658471" y="-457200"/>
            <a:ext cx="184731" cy="369332"/>
          </a:xfrm>
          <a:prstGeom prst="rect">
            <a:avLst/>
          </a:prstGeom>
          <a:noFill/>
        </p:spPr>
        <p:txBody>
          <a:bodyPr wrap="none" rtlCol="0">
            <a:spAutoFit/>
          </a:bodyPr>
          <a:lstStyle/>
          <a:p>
            <a:pPr fontAlgn="auto">
              <a:spcBef>
                <a:spcPts val="0"/>
              </a:spcBef>
              <a:spcAft>
                <a:spcPts val="0"/>
              </a:spcAft>
            </a:pPr>
            <a:endParaRPr lang="en-US" dirty="0">
              <a:solidFill>
                <a:prstClr val="black"/>
              </a:solidFill>
              <a:latin typeface="Calibri" panose="020F0502020204030204"/>
              <a:cs typeface="Simplified Arabic" panose="02020603050405020304" pitchFamily="18" charset="-78"/>
            </a:endParaRPr>
          </a:p>
        </p:txBody>
      </p:sp>
      <p:sp>
        <p:nvSpPr>
          <p:cNvPr id="8" name="TextBox 7"/>
          <p:cNvSpPr txBox="1"/>
          <p:nvPr/>
        </p:nvSpPr>
        <p:spPr>
          <a:xfrm>
            <a:off x="2779180" y="1938748"/>
            <a:ext cx="6820329" cy="707886"/>
          </a:xfrm>
          <a:prstGeom prst="rect">
            <a:avLst/>
          </a:prstGeom>
          <a:noFill/>
        </p:spPr>
        <p:txBody>
          <a:bodyPr wrap="square" rtlCol="0">
            <a:spAutoFit/>
          </a:bodyPr>
          <a:lstStyle/>
          <a:p>
            <a:pPr algn="ctr" rtl="1" fontAlgn="auto">
              <a:spcBef>
                <a:spcPts val="0"/>
              </a:spcBef>
              <a:spcAft>
                <a:spcPts val="0"/>
              </a:spcAft>
            </a:pPr>
            <a:r>
              <a:rPr lang="ar-SA" sz="4000" b="1" u="sng" dirty="0">
                <a:solidFill>
                  <a:prstClr val="white"/>
                </a:solidFill>
                <a:cs typeface="Simplified Arabic" panose="02020603050405020304" pitchFamily="18" charset="-78"/>
              </a:rPr>
              <a:t>3-	موقع كورسيرا </a:t>
            </a:r>
            <a:r>
              <a:rPr lang="en-US" sz="4000" b="1" u="sng" dirty="0" err="1">
                <a:solidFill>
                  <a:prstClr val="white"/>
                </a:solidFill>
                <a:cs typeface="Simplified Arabic" panose="02020603050405020304" pitchFamily="18" charset="-78"/>
              </a:rPr>
              <a:t>Coursera</a:t>
            </a:r>
            <a:endParaRPr lang="en-US" sz="4000" u="sng"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9" name="Group 8"/>
          <p:cNvGrpSpPr/>
          <p:nvPr/>
        </p:nvGrpSpPr>
        <p:grpSpPr>
          <a:xfrm>
            <a:off x="5667371" y="380412"/>
            <a:ext cx="857251" cy="1172633"/>
            <a:chOff x="3595689" y="4262437"/>
            <a:chExt cx="642938" cy="879475"/>
          </a:xfrm>
        </p:grpSpPr>
        <p:sp>
          <p:nvSpPr>
            <p:cNvPr id="11" name="Freeform 1930"/>
            <p:cNvSpPr>
              <a:spLocks noEditPoints="1"/>
            </p:cNvSpPr>
            <p:nvPr/>
          </p:nvSpPr>
          <p:spPr bwMode="auto">
            <a:xfrm>
              <a:off x="3595689" y="4262437"/>
              <a:ext cx="642938" cy="879475"/>
            </a:xfrm>
            <a:custGeom>
              <a:avLst/>
              <a:gdLst>
                <a:gd name="T0" fmla="*/ 272 w 358"/>
                <a:gd name="T1" fmla="*/ 283 h 490"/>
                <a:gd name="T2" fmla="*/ 235 w 358"/>
                <a:gd name="T3" fmla="*/ 274 h 490"/>
                <a:gd name="T4" fmla="*/ 272 w 358"/>
                <a:gd name="T5" fmla="*/ 219 h 490"/>
                <a:gd name="T6" fmla="*/ 297 w 358"/>
                <a:gd name="T7" fmla="*/ 185 h 490"/>
                <a:gd name="T8" fmla="*/ 284 w 358"/>
                <a:gd name="T9" fmla="*/ 151 h 490"/>
                <a:gd name="T10" fmla="*/ 247 w 358"/>
                <a:gd name="T11" fmla="*/ 60 h 490"/>
                <a:gd name="T12" fmla="*/ 134 w 358"/>
                <a:gd name="T13" fmla="*/ 42 h 490"/>
                <a:gd name="T14" fmla="*/ 99 w 358"/>
                <a:gd name="T15" fmla="*/ 73 h 490"/>
                <a:gd name="T16" fmla="*/ 77 w 358"/>
                <a:gd name="T17" fmla="*/ 150 h 490"/>
                <a:gd name="T18" fmla="*/ 62 w 358"/>
                <a:gd name="T19" fmla="*/ 185 h 490"/>
                <a:gd name="T20" fmla="*/ 88 w 358"/>
                <a:gd name="T21" fmla="*/ 220 h 490"/>
                <a:gd name="T22" fmla="*/ 125 w 358"/>
                <a:gd name="T23" fmla="*/ 273 h 490"/>
                <a:gd name="T24" fmla="*/ 87 w 358"/>
                <a:gd name="T25" fmla="*/ 283 h 490"/>
                <a:gd name="T26" fmla="*/ 0 w 358"/>
                <a:gd name="T27" fmla="*/ 394 h 490"/>
                <a:gd name="T28" fmla="*/ 0 w 358"/>
                <a:gd name="T29" fmla="*/ 456 h 490"/>
                <a:gd name="T30" fmla="*/ 33 w 358"/>
                <a:gd name="T31" fmla="*/ 490 h 490"/>
                <a:gd name="T32" fmla="*/ 327 w 358"/>
                <a:gd name="T33" fmla="*/ 490 h 490"/>
                <a:gd name="T34" fmla="*/ 358 w 358"/>
                <a:gd name="T35" fmla="*/ 456 h 490"/>
                <a:gd name="T36" fmla="*/ 358 w 358"/>
                <a:gd name="T37" fmla="*/ 394 h 490"/>
                <a:gd name="T38" fmla="*/ 272 w 358"/>
                <a:gd name="T39" fmla="*/ 283 h 490"/>
                <a:gd name="T40" fmla="*/ 97 w 358"/>
                <a:gd name="T41" fmla="*/ 161 h 490"/>
                <a:gd name="T42" fmla="*/ 97 w 358"/>
                <a:gd name="T43" fmla="*/ 142 h 490"/>
                <a:gd name="T44" fmla="*/ 223 w 358"/>
                <a:gd name="T45" fmla="*/ 95 h 490"/>
                <a:gd name="T46" fmla="*/ 263 w 358"/>
                <a:gd name="T47" fmla="*/ 177 h 490"/>
                <a:gd name="T48" fmla="*/ 180 w 358"/>
                <a:gd name="T49" fmla="*/ 276 h 490"/>
                <a:gd name="T50" fmla="*/ 97 w 358"/>
                <a:gd name="T51" fmla="*/ 161 h 490"/>
                <a:gd name="T52" fmla="*/ 338 w 358"/>
                <a:gd name="T53" fmla="*/ 456 h 490"/>
                <a:gd name="T54" fmla="*/ 327 w 358"/>
                <a:gd name="T55" fmla="*/ 469 h 490"/>
                <a:gd name="T56" fmla="*/ 298 w 358"/>
                <a:gd name="T57" fmla="*/ 469 h 490"/>
                <a:gd name="T58" fmla="*/ 298 w 358"/>
                <a:gd name="T59" fmla="*/ 443 h 490"/>
                <a:gd name="T60" fmla="*/ 293 w 358"/>
                <a:gd name="T61" fmla="*/ 438 h 490"/>
                <a:gd name="T62" fmla="*/ 287 w 358"/>
                <a:gd name="T63" fmla="*/ 443 h 490"/>
                <a:gd name="T64" fmla="*/ 287 w 358"/>
                <a:gd name="T65" fmla="*/ 469 h 490"/>
                <a:gd name="T66" fmla="*/ 220 w 358"/>
                <a:gd name="T67" fmla="*/ 469 h 490"/>
                <a:gd name="T68" fmla="*/ 192 w 358"/>
                <a:gd name="T69" fmla="*/ 357 h 490"/>
                <a:gd name="T70" fmla="*/ 205 w 358"/>
                <a:gd name="T71" fmla="*/ 340 h 490"/>
                <a:gd name="T72" fmla="*/ 199 w 358"/>
                <a:gd name="T73" fmla="*/ 318 h 490"/>
                <a:gd name="T74" fmla="*/ 186 w 358"/>
                <a:gd name="T75" fmla="*/ 308 h 490"/>
                <a:gd name="T76" fmla="*/ 174 w 358"/>
                <a:gd name="T77" fmla="*/ 308 h 490"/>
                <a:gd name="T78" fmla="*/ 161 w 358"/>
                <a:gd name="T79" fmla="*/ 318 h 490"/>
                <a:gd name="T80" fmla="*/ 155 w 358"/>
                <a:gd name="T81" fmla="*/ 340 h 490"/>
                <a:gd name="T82" fmla="*/ 168 w 358"/>
                <a:gd name="T83" fmla="*/ 357 h 490"/>
                <a:gd name="T84" fmla="*/ 140 w 358"/>
                <a:gd name="T85" fmla="*/ 469 h 490"/>
                <a:gd name="T86" fmla="*/ 71 w 358"/>
                <a:gd name="T87" fmla="*/ 469 h 490"/>
                <a:gd name="T88" fmla="*/ 71 w 358"/>
                <a:gd name="T89" fmla="*/ 443 h 490"/>
                <a:gd name="T90" fmla="*/ 66 w 358"/>
                <a:gd name="T91" fmla="*/ 438 h 490"/>
                <a:gd name="T92" fmla="*/ 61 w 358"/>
                <a:gd name="T93" fmla="*/ 443 h 490"/>
                <a:gd name="T94" fmla="*/ 61 w 358"/>
                <a:gd name="T95" fmla="*/ 469 h 490"/>
                <a:gd name="T96" fmla="*/ 33 w 358"/>
                <a:gd name="T97" fmla="*/ 469 h 490"/>
                <a:gd name="T98" fmla="*/ 21 w 358"/>
                <a:gd name="T99" fmla="*/ 456 h 490"/>
                <a:gd name="T100" fmla="*/ 21 w 358"/>
                <a:gd name="T101" fmla="*/ 394 h 490"/>
                <a:gd name="T102" fmla="*/ 92 w 358"/>
                <a:gd name="T103" fmla="*/ 302 h 490"/>
                <a:gd name="T104" fmla="*/ 147 w 358"/>
                <a:gd name="T105" fmla="*/ 288 h 490"/>
                <a:gd name="T106" fmla="*/ 180 w 358"/>
                <a:gd name="T107" fmla="*/ 296 h 490"/>
                <a:gd name="T108" fmla="*/ 213 w 358"/>
                <a:gd name="T109" fmla="*/ 288 h 490"/>
                <a:gd name="T110" fmla="*/ 267 w 358"/>
                <a:gd name="T111" fmla="*/ 302 h 490"/>
                <a:gd name="T112" fmla="*/ 338 w 358"/>
                <a:gd name="T113" fmla="*/ 394 h 490"/>
                <a:gd name="T114" fmla="*/ 338 w 358"/>
                <a:gd name="T115" fmla="*/ 45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8" h="490">
                  <a:moveTo>
                    <a:pt x="272" y="283"/>
                  </a:moveTo>
                  <a:cubicBezTo>
                    <a:pt x="235" y="274"/>
                    <a:pt x="235" y="274"/>
                    <a:pt x="235" y="274"/>
                  </a:cubicBezTo>
                  <a:cubicBezTo>
                    <a:pt x="250" y="260"/>
                    <a:pt x="263" y="240"/>
                    <a:pt x="272" y="219"/>
                  </a:cubicBezTo>
                  <a:cubicBezTo>
                    <a:pt x="284" y="217"/>
                    <a:pt x="295" y="207"/>
                    <a:pt x="297" y="185"/>
                  </a:cubicBezTo>
                  <a:cubicBezTo>
                    <a:pt x="298" y="164"/>
                    <a:pt x="292" y="155"/>
                    <a:pt x="284" y="151"/>
                  </a:cubicBezTo>
                  <a:cubicBezTo>
                    <a:pt x="284" y="148"/>
                    <a:pt x="297" y="78"/>
                    <a:pt x="247" y="60"/>
                  </a:cubicBezTo>
                  <a:cubicBezTo>
                    <a:pt x="242" y="52"/>
                    <a:pt x="204" y="0"/>
                    <a:pt x="134" y="42"/>
                  </a:cubicBezTo>
                  <a:cubicBezTo>
                    <a:pt x="124" y="48"/>
                    <a:pt x="108" y="60"/>
                    <a:pt x="99" y="73"/>
                  </a:cubicBezTo>
                  <a:cubicBezTo>
                    <a:pt x="87" y="88"/>
                    <a:pt x="78" y="113"/>
                    <a:pt x="77" y="150"/>
                  </a:cubicBezTo>
                  <a:cubicBezTo>
                    <a:pt x="68" y="153"/>
                    <a:pt x="61" y="163"/>
                    <a:pt x="62" y="185"/>
                  </a:cubicBezTo>
                  <a:cubicBezTo>
                    <a:pt x="64" y="207"/>
                    <a:pt x="76" y="217"/>
                    <a:pt x="88" y="220"/>
                  </a:cubicBezTo>
                  <a:cubicBezTo>
                    <a:pt x="97" y="241"/>
                    <a:pt x="109" y="260"/>
                    <a:pt x="125" y="273"/>
                  </a:cubicBezTo>
                  <a:cubicBezTo>
                    <a:pt x="87" y="283"/>
                    <a:pt x="87" y="283"/>
                    <a:pt x="87" y="283"/>
                  </a:cubicBezTo>
                  <a:cubicBezTo>
                    <a:pt x="36" y="296"/>
                    <a:pt x="0" y="341"/>
                    <a:pt x="0" y="394"/>
                  </a:cubicBezTo>
                  <a:cubicBezTo>
                    <a:pt x="0" y="456"/>
                    <a:pt x="0" y="456"/>
                    <a:pt x="0" y="456"/>
                  </a:cubicBezTo>
                  <a:cubicBezTo>
                    <a:pt x="0" y="474"/>
                    <a:pt x="15" y="490"/>
                    <a:pt x="33" y="490"/>
                  </a:cubicBezTo>
                  <a:cubicBezTo>
                    <a:pt x="327" y="490"/>
                    <a:pt x="327" y="490"/>
                    <a:pt x="327" y="490"/>
                  </a:cubicBezTo>
                  <a:cubicBezTo>
                    <a:pt x="345" y="490"/>
                    <a:pt x="358" y="474"/>
                    <a:pt x="358" y="456"/>
                  </a:cubicBezTo>
                  <a:cubicBezTo>
                    <a:pt x="358" y="394"/>
                    <a:pt x="358" y="394"/>
                    <a:pt x="358" y="394"/>
                  </a:cubicBezTo>
                  <a:cubicBezTo>
                    <a:pt x="358" y="341"/>
                    <a:pt x="323" y="296"/>
                    <a:pt x="272" y="283"/>
                  </a:cubicBezTo>
                  <a:moveTo>
                    <a:pt x="97" y="161"/>
                  </a:moveTo>
                  <a:cubicBezTo>
                    <a:pt x="97" y="154"/>
                    <a:pt x="97" y="148"/>
                    <a:pt x="97" y="142"/>
                  </a:cubicBezTo>
                  <a:cubicBezTo>
                    <a:pt x="163" y="144"/>
                    <a:pt x="201" y="118"/>
                    <a:pt x="223" y="95"/>
                  </a:cubicBezTo>
                  <a:cubicBezTo>
                    <a:pt x="250" y="122"/>
                    <a:pt x="260" y="159"/>
                    <a:pt x="263" y="177"/>
                  </a:cubicBezTo>
                  <a:cubicBezTo>
                    <a:pt x="257" y="225"/>
                    <a:pt x="222" y="276"/>
                    <a:pt x="180" y="276"/>
                  </a:cubicBezTo>
                  <a:cubicBezTo>
                    <a:pt x="134" y="276"/>
                    <a:pt x="97" y="213"/>
                    <a:pt x="97" y="161"/>
                  </a:cubicBezTo>
                  <a:moveTo>
                    <a:pt x="338" y="456"/>
                  </a:moveTo>
                  <a:cubicBezTo>
                    <a:pt x="338" y="463"/>
                    <a:pt x="334" y="469"/>
                    <a:pt x="327" y="469"/>
                  </a:cubicBezTo>
                  <a:cubicBezTo>
                    <a:pt x="298" y="469"/>
                    <a:pt x="298" y="469"/>
                    <a:pt x="298" y="469"/>
                  </a:cubicBezTo>
                  <a:cubicBezTo>
                    <a:pt x="298" y="443"/>
                    <a:pt x="298" y="443"/>
                    <a:pt x="298" y="443"/>
                  </a:cubicBezTo>
                  <a:cubicBezTo>
                    <a:pt x="298" y="440"/>
                    <a:pt x="295" y="438"/>
                    <a:pt x="293" y="438"/>
                  </a:cubicBezTo>
                  <a:cubicBezTo>
                    <a:pt x="290" y="438"/>
                    <a:pt x="287" y="440"/>
                    <a:pt x="287" y="443"/>
                  </a:cubicBezTo>
                  <a:cubicBezTo>
                    <a:pt x="287" y="469"/>
                    <a:pt x="287" y="469"/>
                    <a:pt x="287" y="469"/>
                  </a:cubicBezTo>
                  <a:cubicBezTo>
                    <a:pt x="220" y="469"/>
                    <a:pt x="220" y="469"/>
                    <a:pt x="220" y="469"/>
                  </a:cubicBezTo>
                  <a:cubicBezTo>
                    <a:pt x="192" y="357"/>
                    <a:pt x="192" y="357"/>
                    <a:pt x="192" y="357"/>
                  </a:cubicBezTo>
                  <a:cubicBezTo>
                    <a:pt x="200" y="356"/>
                    <a:pt x="207" y="349"/>
                    <a:pt x="205" y="340"/>
                  </a:cubicBezTo>
                  <a:cubicBezTo>
                    <a:pt x="199" y="318"/>
                    <a:pt x="199" y="318"/>
                    <a:pt x="199" y="318"/>
                  </a:cubicBezTo>
                  <a:cubicBezTo>
                    <a:pt x="198" y="312"/>
                    <a:pt x="192" y="308"/>
                    <a:pt x="186" y="308"/>
                  </a:cubicBezTo>
                  <a:cubicBezTo>
                    <a:pt x="174" y="308"/>
                    <a:pt x="174" y="308"/>
                    <a:pt x="174" y="308"/>
                  </a:cubicBezTo>
                  <a:cubicBezTo>
                    <a:pt x="167" y="308"/>
                    <a:pt x="162" y="312"/>
                    <a:pt x="161" y="318"/>
                  </a:cubicBezTo>
                  <a:cubicBezTo>
                    <a:pt x="155" y="340"/>
                    <a:pt x="155" y="340"/>
                    <a:pt x="155" y="340"/>
                  </a:cubicBezTo>
                  <a:cubicBezTo>
                    <a:pt x="153" y="349"/>
                    <a:pt x="159" y="356"/>
                    <a:pt x="168" y="357"/>
                  </a:cubicBezTo>
                  <a:cubicBezTo>
                    <a:pt x="140" y="469"/>
                    <a:pt x="140" y="469"/>
                    <a:pt x="140" y="469"/>
                  </a:cubicBezTo>
                  <a:cubicBezTo>
                    <a:pt x="71" y="469"/>
                    <a:pt x="71" y="469"/>
                    <a:pt x="71" y="469"/>
                  </a:cubicBezTo>
                  <a:cubicBezTo>
                    <a:pt x="71" y="443"/>
                    <a:pt x="71" y="443"/>
                    <a:pt x="71" y="443"/>
                  </a:cubicBezTo>
                  <a:cubicBezTo>
                    <a:pt x="71" y="440"/>
                    <a:pt x="69" y="438"/>
                    <a:pt x="66" y="438"/>
                  </a:cubicBezTo>
                  <a:cubicBezTo>
                    <a:pt x="63" y="438"/>
                    <a:pt x="61" y="440"/>
                    <a:pt x="61" y="443"/>
                  </a:cubicBezTo>
                  <a:cubicBezTo>
                    <a:pt x="61" y="469"/>
                    <a:pt x="61" y="469"/>
                    <a:pt x="61" y="469"/>
                  </a:cubicBezTo>
                  <a:cubicBezTo>
                    <a:pt x="33" y="469"/>
                    <a:pt x="33" y="469"/>
                    <a:pt x="33" y="469"/>
                  </a:cubicBezTo>
                  <a:cubicBezTo>
                    <a:pt x="26" y="469"/>
                    <a:pt x="21" y="463"/>
                    <a:pt x="21" y="456"/>
                  </a:cubicBezTo>
                  <a:cubicBezTo>
                    <a:pt x="21" y="394"/>
                    <a:pt x="21" y="394"/>
                    <a:pt x="21" y="394"/>
                  </a:cubicBezTo>
                  <a:cubicBezTo>
                    <a:pt x="21" y="350"/>
                    <a:pt x="50" y="313"/>
                    <a:pt x="92" y="302"/>
                  </a:cubicBezTo>
                  <a:cubicBezTo>
                    <a:pt x="147" y="288"/>
                    <a:pt x="147" y="288"/>
                    <a:pt x="147" y="288"/>
                  </a:cubicBezTo>
                  <a:cubicBezTo>
                    <a:pt x="157" y="293"/>
                    <a:pt x="169" y="296"/>
                    <a:pt x="180" y="296"/>
                  </a:cubicBezTo>
                  <a:cubicBezTo>
                    <a:pt x="192" y="296"/>
                    <a:pt x="203" y="293"/>
                    <a:pt x="213" y="288"/>
                  </a:cubicBezTo>
                  <a:cubicBezTo>
                    <a:pt x="267" y="302"/>
                    <a:pt x="267" y="302"/>
                    <a:pt x="267" y="302"/>
                  </a:cubicBezTo>
                  <a:cubicBezTo>
                    <a:pt x="309" y="313"/>
                    <a:pt x="338" y="350"/>
                    <a:pt x="338" y="394"/>
                  </a:cubicBezTo>
                  <a:lnTo>
                    <a:pt x="338" y="45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sp>
          <p:nvSpPr>
            <p:cNvPr id="12" name="Freeform 1931"/>
            <p:cNvSpPr>
              <a:spLocks/>
            </p:cNvSpPr>
            <p:nvPr/>
          </p:nvSpPr>
          <p:spPr bwMode="auto">
            <a:xfrm>
              <a:off x="3711576" y="4954587"/>
              <a:ext cx="95250" cy="53975"/>
            </a:xfrm>
            <a:custGeom>
              <a:avLst/>
              <a:gdLst>
                <a:gd name="T0" fmla="*/ 36 w 53"/>
                <a:gd name="T1" fmla="*/ 6 h 30"/>
                <a:gd name="T2" fmla="*/ 17 w 53"/>
                <a:gd name="T3" fmla="*/ 6 h 30"/>
                <a:gd name="T4" fmla="*/ 4 w 53"/>
                <a:gd name="T5" fmla="*/ 20 h 30"/>
                <a:gd name="T6" fmla="*/ 8 w 53"/>
                <a:gd name="T7" fmla="*/ 30 h 30"/>
                <a:gd name="T8" fmla="*/ 46 w 53"/>
                <a:gd name="T9" fmla="*/ 30 h 30"/>
                <a:gd name="T10" fmla="*/ 50 w 53"/>
                <a:gd name="T11" fmla="*/ 20 h 30"/>
                <a:gd name="T12" fmla="*/ 36 w 53"/>
                <a:gd name="T13" fmla="*/ 6 h 30"/>
              </a:gdLst>
              <a:ahLst/>
              <a:cxnLst>
                <a:cxn ang="0">
                  <a:pos x="T0" y="T1"/>
                </a:cxn>
                <a:cxn ang="0">
                  <a:pos x="T2" y="T3"/>
                </a:cxn>
                <a:cxn ang="0">
                  <a:pos x="T4" y="T5"/>
                </a:cxn>
                <a:cxn ang="0">
                  <a:pos x="T6" y="T7"/>
                </a:cxn>
                <a:cxn ang="0">
                  <a:pos x="T8" y="T9"/>
                </a:cxn>
                <a:cxn ang="0">
                  <a:pos x="T10" y="T11"/>
                </a:cxn>
                <a:cxn ang="0">
                  <a:pos x="T12" y="T13"/>
                </a:cxn>
              </a:cxnLst>
              <a:rect l="0" t="0" r="r" b="b"/>
              <a:pathLst>
                <a:path w="53" h="30">
                  <a:moveTo>
                    <a:pt x="36" y="6"/>
                  </a:moveTo>
                  <a:cubicBezTo>
                    <a:pt x="31" y="0"/>
                    <a:pt x="22" y="0"/>
                    <a:pt x="17" y="6"/>
                  </a:cubicBezTo>
                  <a:cubicBezTo>
                    <a:pt x="4" y="20"/>
                    <a:pt x="4" y="20"/>
                    <a:pt x="4" y="20"/>
                  </a:cubicBezTo>
                  <a:cubicBezTo>
                    <a:pt x="0" y="24"/>
                    <a:pt x="3" y="30"/>
                    <a:pt x="8" y="30"/>
                  </a:cubicBezTo>
                  <a:cubicBezTo>
                    <a:pt x="46" y="30"/>
                    <a:pt x="46" y="30"/>
                    <a:pt x="46" y="30"/>
                  </a:cubicBezTo>
                  <a:cubicBezTo>
                    <a:pt x="51" y="30"/>
                    <a:pt x="53" y="24"/>
                    <a:pt x="50" y="20"/>
                  </a:cubicBezTo>
                  <a:lnTo>
                    <a:pt x="36" y="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sp>
          <p:nvSpPr>
            <p:cNvPr id="13" name="Freeform 1932"/>
            <p:cNvSpPr>
              <a:spLocks noEditPoints="1"/>
            </p:cNvSpPr>
            <p:nvPr/>
          </p:nvSpPr>
          <p:spPr bwMode="auto">
            <a:xfrm>
              <a:off x="3802064" y="4556125"/>
              <a:ext cx="231775" cy="88900"/>
            </a:xfrm>
            <a:custGeom>
              <a:avLst/>
              <a:gdLst>
                <a:gd name="T0" fmla="*/ 60 w 129"/>
                <a:gd name="T1" fmla="*/ 23 h 49"/>
                <a:gd name="T2" fmla="*/ 70 w 129"/>
                <a:gd name="T3" fmla="*/ 23 h 49"/>
                <a:gd name="T4" fmla="*/ 99 w 129"/>
                <a:gd name="T5" fmla="*/ 49 h 49"/>
                <a:gd name="T6" fmla="*/ 129 w 129"/>
                <a:gd name="T7" fmla="*/ 19 h 49"/>
                <a:gd name="T8" fmla="*/ 99 w 129"/>
                <a:gd name="T9" fmla="*/ 0 h 49"/>
                <a:gd name="T10" fmla="*/ 70 w 129"/>
                <a:gd name="T11" fmla="*/ 13 h 49"/>
                <a:gd name="T12" fmla="*/ 59 w 129"/>
                <a:gd name="T13" fmla="*/ 13 h 49"/>
                <a:gd name="T14" fmla="*/ 30 w 129"/>
                <a:gd name="T15" fmla="*/ 0 h 49"/>
                <a:gd name="T16" fmla="*/ 0 w 129"/>
                <a:gd name="T17" fmla="*/ 19 h 49"/>
                <a:gd name="T18" fmla="*/ 30 w 129"/>
                <a:gd name="T19" fmla="*/ 49 h 49"/>
                <a:gd name="T20" fmla="*/ 60 w 129"/>
                <a:gd name="T21" fmla="*/ 23 h 49"/>
                <a:gd name="T22" fmla="*/ 99 w 129"/>
                <a:gd name="T23" fmla="*/ 10 h 49"/>
                <a:gd name="T24" fmla="*/ 119 w 129"/>
                <a:gd name="T25" fmla="*/ 19 h 49"/>
                <a:gd name="T26" fmla="*/ 99 w 129"/>
                <a:gd name="T27" fmla="*/ 39 h 49"/>
                <a:gd name="T28" fmla="*/ 79 w 129"/>
                <a:gd name="T29" fmla="*/ 19 h 49"/>
                <a:gd name="T30" fmla="*/ 99 w 129"/>
                <a:gd name="T31" fmla="*/ 10 h 49"/>
                <a:gd name="T32" fmla="*/ 10 w 129"/>
                <a:gd name="T33" fmla="*/ 19 h 49"/>
                <a:gd name="T34" fmla="*/ 30 w 129"/>
                <a:gd name="T35" fmla="*/ 10 h 49"/>
                <a:gd name="T36" fmla="*/ 50 w 129"/>
                <a:gd name="T37" fmla="*/ 19 h 49"/>
                <a:gd name="T38" fmla="*/ 30 w 129"/>
                <a:gd name="T39" fmla="*/ 39 h 49"/>
                <a:gd name="T40" fmla="*/ 10 w 129"/>
                <a:gd name="T4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 h="49">
                  <a:moveTo>
                    <a:pt x="60" y="23"/>
                  </a:moveTo>
                  <a:cubicBezTo>
                    <a:pt x="70" y="23"/>
                    <a:pt x="70" y="23"/>
                    <a:pt x="70" y="23"/>
                  </a:cubicBezTo>
                  <a:cubicBezTo>
                    <a:pt x="71" y="38"/>
                    <a:pt x="84" y="49"/>
                    <a:pt x="99" y="49"/>
                  </a:cubicBezTo>
                  <a:cubicBezTo>
                    <a:pt x="116" y="49"/>
                    <a:pt x="129" y="36"/>
                    <a:pt x="129" y="19"/>
                  </a:cubicBezTo>
                  <a:cubicBezTo>
                    <a:pt x="129" y="0"/>
                    <a:pt x="112" y="0"/>
                    <a:pt x="99" y="0"/>
                  </a:cubicBezTo>
                  <a:cubicBezTo>
                    <a:pt x="88" y="0"/>
                    <a:pt x="74" y="0"/>
                    <a:pt x="70" y="13"/>
                  </a:cubicBezTo>
                  <a:cubicBezTo>
                    <a:pt x="59" y="13"/>
                    <a:pt x="59" y="13"/>
                    <a:pt x="59" y="13"/>
                  </a:cubicBezTo>
                  <a:cubicBezTo>
                    <a:pt x="55" y="0"/>
                    <a:pt x="41" y="0"/>
                    <a:pt x="30" y="0"/>
                  </a:cubicBezTo>
                  <a:cubicBezTo>
                    <a:pt x="17" y="0"/>
                    <a:pt x="0" y="0"/>
                    <a:pt x="0" y="19"/>
                  </a:cubicBezTo>
                  <a:cubicBezTo>
                    <a:pt x="0" y="36"/>
                    <a:pt x="14" y="49"/>
                    <a:pt x="30" y="49"/>
                  </a:cubicBezTo>
                  <a:cubicBezTo>
                    <a:pt x="45" y="49"/>
                    <a:pt x="58" y="38"/>
                    <a:pt x="60" y="23"/>
                  </a:cubicBezTo>
                  <a:moveTo>
                    <a:pt x="99" y="10"/>
                  </a:moveTo>
                  <a:cubicBezTo>
                    <a:pt x="116" y="10"/>
                    <a:pt x="119" y="12"/>
                    <a:pt x="119" y="19"/>
                  </a:cubicBezTo>
                  <a:cubicBezTo>
                    <a:pt x="119" y="30"/>
                    <a:pt x="110" y="39"/>
                    <a:pt x="99" y="39"/>
                  </a:cubicBezTo>
                  <a:cubicBezTo>
                    <a:pt x="88" y="39"/>
                    <a:pt x="79" y="30"/>
                    <a:pt x="79" y="19"/>
                  </a:cubicBezTo>
                  <a:cubicBezTo>
                    <a:pt x="79" y="12"/>
                    <a:pt x="83" y="10"/>
                    <a:pt x="99" y="10"/>
                  </a:cubicBezTo>
                  <a:moveTo>
                    <a:pt x="10" y="19"/>
                  </a:moveTo>
                  <a:cubicBezTo>
                    <a:pt x="10" y="12"/>
                    <a:pt x="13" y="10"/>
                    <a:pt x="30" y="10"/>
                  </a:cubicBezTo>
                  <a:cubicBezTo>
                    <a:pt x="46" y="10"/>
                    <a:pt x="50" y="12"/>
                    <a:pt x="50" y="19"/>
                  </a:cubicBezTo>
                  <a:cubicBezTo>
                    <a:pt x="50" y="30"/>
                    <a:pt x="41" y="39"/>
                    <a:pt x="30" y="39"/>
                  </a:cubicBezTo>
                  <a:cubicBezTo>
                    <a:pt x="19" y="39"/>
                    <a:pt x="10" y="30"/>
                    <a:pt x="10" y="19"/>
                  </a:cubicBezTo>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gr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2240565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391538" y="2219885"/>
            <a:ext cx="11408921" cy="1323439"/>
          </a:xfrm>
          <a:prstGeom prst="rect">
            <a:avLst/>
          </a:prstGeom>
          <a:noFill/>
        </p:spPr>
        <p:txBody>
          <a:bodyPr wrap="square" rtlCol="0">
            <a:spAutoFit/>
          </a:bodyPr>
          <a:lstStyle/>
          <a:p>
            <a:pPr algn="ctr" rtl="1" fontAlgn="auto">
              <a:spcBef>
                <a:spcPts val="0"/>
              </a:spcBef>
              <a:spcAft>
                <a:spcPts val="0"/>
              </a:spcAft>
            </a:pPr>
            <a:r>
              <a:rPr lang="ar-SA" sz="4000" b="1" dirty="0">
                <a:solidFill>
                  <a:prstClr val="white"/>
                </a:solidFill>
                <a:cs typeface="Simplified Arabic" panose="02020603050405020304" pitchFamily="18" charset="-78"/>
              </a:rPr>
              <a:t>كورسيرا هي موقع أو شركة تقانة تربوية متخصصة في التعليم عن بعد المجاني والربحي</a:t>
            </a:r>
            <a:endParaRPr lang="en-US" sz="4000" b="1" i="1" dirty="0">
              <a:solidFill>
                <a:prstClr val="white"/>
              </a:solidFill>
              <a:latin typeface="Lato Light" panose="020F0302020204030203" pitchFamily="34" charset="0"/>
              <a:cs typeface="Simplified Arabic" panose="02020603050405020304" pitchFamily="18" charset="-78"/>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8393560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sp>
      <p:sp>
        <p:nvSpPr>
          <p:cNvPr id="5" name="Hexagon 4"/>
          <p:cNvSpPr/>
          <p:nvPr/>
        </p:nvSpPr>
        <p:spPr>
          <a:xfrm rot="16200000">
            <a:off x="2616665" y="-1781738"/>
            <a:ext cx="6956970" cy="7008718"/>
          </a:xfrm>
          <a:prstGeom prst="hexagon">
            <a:avLst/>
          </a:prstGeom>
          <a:solidFill>
            <a:srgbClr val="00ABF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 name="TextBox 6"/>
          <p:cNvSpPr txBox="1"/>
          <p:nvPr/>
        </p:nvSpPr>
        <p:spPr>
          <a:xfrm>
            <a:off x="1658471" y="-457200"/>
            <a:ext cx="184731" cy="369332"/>
          </a:xfrm>
          <a:prstGeom prst="rect">
            <a:avLst/>
          </a:prstGeom>
          <a:noFill/>
        </p:spPr>
        <p:txBody>
          <a:bodyPr wrap="none" rtlCol="0">
            <a:spAutoFit/>
          </a:bodyPr>
          <a:lstStyle/>
          <a:p>
            <a:pPr fontAlgn="auto">
              <a:spcBef>
                <a:spcPts val="0"/>
              </a:spcBef>
              <a:spcAft>
                <a:spcPts val="0"/>
              </a:spcAft>
            </a:pPr>
            <a:endParaRPr lang="en-US" dirty="0">
              <a:solidFill>
                <a:prstClr val="black"/>
              </a:solidFill>
              <a:latin typeface="Calibri" panose="020F0502020204030204"/>
              <a:cs typeface="Simplified Arabic" panose="02020603050405020304" pitchFamily="18" charset="-78"/>
            </a:endParaRPr>
          </a:p>
        </p:txBody>
      </p:sp>
      <p:sp>
        <p:nvSpPr>
          <p:cNvPr id="8" name="TextBox 7"/>
          <p:cNvSpPr txBox="1"/>
          <p:nvPr/>
        </p:nvSpPr>
        <p:spPr>
          <a:xfrm>
            <a:off x="2779180" y="1938748"/>
            <a:ext cx="6820329" cy="707886"/>
          </a:xfrm>
          <a:prstGeom prst="rect">
            <a:avLst/>
          </a:prstGeom>
          <a:noFill/>
        </p:spPr>
        <p:txBody>
          <a:bodyPr wrap="square" rtlCol="0">
            <a:spAutoFit/>
          </a:bodyPr>
          <a:lstStyle/>
          <a:p>
            <a:pPr algn="ctr" rtl="1" fontAlgn="auto">
              <a:spcBef>
                <a:spcPts val="0"/>
              </a:spcBef>
              <a:spcAft>
                <a:spcPts val="0"/>
              </a:spcAft>
            </a:pPr>
            <a:r>
              <a:rPr lang="ar-SA" sz="4000" b="1" u="sng" dirty="0">
                <a:solidFill>
                  <a:prstClr val="white"/>
                </a:solidFill>
                <a:cs typeface="Simplified Arabic" panose="02020603050405020304" pitchFamily="18" charset="-78"/>
              </a:rPr>
              <a:t>4-	موقع </a:t>
            </a:r>
            <a:r>
              <a:rPr lang="en-US" sz="4000" b="1" u="sng" dirty="0">
                <a:solidFill>
                  <a:prstClr val="white"/>
                </a:solidFill>
                <a:cs typeface="Simplified Arabic" panose="02020603050405020304" pitchFamily="18" charset="-78"/>
              </a:rPr>
              <a:t>TED</a:t>
            </a:r>
            <a:endParaRPr lang="en-US" sz="4000" u="sng"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9" name="Group 8"/>
          <p:cNvGrpSpPr/>
          <p:nvPr/>
        </p:nvGrpSpPr>
        <p:grpSpPr>
          <a:xfrm>
            <a:off x="5667371" y="380412"/>
            <a:ext cx="857251" cy="1172633"/>
            <a:chOff x="3595689" y="4262437"/>
            <a:chExt cx="642938" cy="879475"/>
          </a:xfrm>
        </p:grpSpPr>
        <p:sp>
          <p:nvSpPr>
            <p:cNvPr id="11" name="Freeform 1930"/>
            <p:cNvSpPr>
              <a:spLocks noEditPoints="1"/>
            </p:cNvSpPr>
            <p:nvPr/>
          </p:nvSpPr>
          <p:spPr bwMode="auto">
            <a:xfrm>
              <a:off x="3595689" y="4262437"/>
              <a:ext cx="642938" cy="879475"/>
            </a:xfrm>
            <a:custGeom>
              <a:avLst/>
              <a:gdLst>
                <a:gd name="T0" fmla="*/ 272 w 358"/>
                <a:gd name="T1" fmla="*/ 283 h 490"/>
                <a:gd name="T2" fmla="*/ 235 w 358"/>
                <a:gd name="T3" fmla="*/ 274 h 490"/>
                <a:gd name="T4" fmla="*/ 272 w 358"/>
                <a:gd name="T5" fmla="*/ 219 h 490"/>
                <a:gd name="T6" fmla="*/ 297 w 358"/>
                <a:gd name="T7" fmla="*/ 185 h 490"/>
                <a:gd name="T8" fmla="*/ 284 w 358"/>
                <a:gd name="T9" fmla="*/ 151 h 490"/>
                <a:gd name="T10" fmla="*/ 247 w 358"/>
                <a:gd name="T11" fmla="*/ 60 h 490"/>
                <a:gd name="T12" fmla="*/ 134 w 358"/>
                <a:gd name="T13" fmla="*/ 42 h 490"/>
                <a:gd name="T14" fmla="*/ 99 w 358"/>
                <a:gd name="T15" fmla="*/ 73 h 490"/>
                <a:gd name="T16" fmla="*/ 77 w 358"/>
                <a:gd name="T17" fmla="*/ 150 h 490"/>
                <a:gd name="T18" fmla="*/ 62 w 358"/>
                <a:gd name="T19" fmla="*/ 185 h 490"/>
                <a:gd name="T20" fmla="*/ 88 w 358"/>
                <a:gd name="T21" fmla="*/ 220 h 490"/>
                <a:gd name="T22" fmla="*/ 125 w 358"/>
                <a:gd name="T23" fmla="*/ 273 h 490"/>
                <a:gd name="T24" fmla="*/ 87 w 358"/>
                <a:gd name="T25" fmla="*/ 283 h 490"/>
                <a:gd name="T26" fmla="*/ 0 w 358"/>
                <a:gd name="T27" fmla="*/ 394 h 490"/>
                <a:gd name="T28" fmla="*/ 0 w 358"/>
                <a:gd name="T29" fmla="*/ 456 h 490"/>
                <a:gd name="T30" fmla="*/ 33 w 358"/>
                <a:gd name="T31" fmla="*/ 490 h 490"/>
                <a:gd name="T32" fmla="*/ 327 w 358"/>
                <a:gd name="T33" fmla="*/ 490 h 490"/>
                <a:gd name="T34" fmla="*/ 358 w 358"/>
                <a:gd name="T35" fmla="*/ 456 h 490"/>
                <a:gd name="T36" fmla="*/ 358 w 358"/>
                <a:gd name="T37" fmla="*/ 394 h 490"/>
                <a:gd name="T38" fmla="*/ 272 w 358"/>
                <a:gd name="T39" fmla="*/ 283 h 490"/>
                <a:gd name="T40" fmla="*/ 97 w 358"/>
                <a:gd name="T41" fmla="*/ 161 h 490"/>
                <a:gd name="T42" fmla="*/ 97 w 358"/>
                <a:gd name="T43" fmla="*/ 142 h 490"/>
                <a:gd name="T44" fmla="*/ 223 w 358"/>
                <a:gd name="T45" fmla="*/ 95 h 490"/>
                <a:gd name="T46" fmla="*/ 263 w 358"/>
                <a:gd name="T47" fmla="*/ 177 h 490"/>
                <a:gd name="T48" fmla="*/ 180 w 358"/>
                <a:gd name="T49" fmla="*/ 276 h 490"/>
                <a:gd name="T50" fmla="*/ 97 w 358"/>
                <a:gd name="T51" fmla="*/ 161 h 490"/>
                <a:gd name="T52" fmla="*/ 338 w 358"/>
                <a:gd name="T53" fmla="*/ 456 h 490"/>
                <a:gd name="T54" fmla="*/ 327 w 358"/>
                <a:gd name="T55" fmla="*/ 469 h 490"/>
                <a:gd name="T56" fmla="*/ 298 w 358"/>
                <a:gd name="T57" fmla="*/ 469 h 490"/>
                <a:gd name="T58" fmla="*/ 298 w 358"/>
                <a:gd name="T59" fmla="*/ 443 h 490"/>
                <a:gd name="T60" fmla="*/ 293 w 358"/>
                <a:gd name="T61" fmla="*/ 438 h 490"/>
                <a:gd name="T62" fmla="*/ 287 w 358"/>
                <a:gd name="T63" fmla="*/ 443 h 490"/>
                <a:gd name="T64" fmla="*/ 287 w 358"/>
                <a:gd name="T65" fmla="*/ 469 h 490"/>
                <a:gd name="T66" fmla="*/ 220 w 358"/>
                <a:gd name="T67" fmla="*/ 469 h 490"/>
                <a:gd name="T68" fmla="*/ 192 w 358"/>
                <a:gd name="T69" fmla="*/ 357 h 490"/>
                <a:gd name="T70" fmla="*/ 205 w 358"/>
                <a:gd name="T71" fmla="*/ 340 h 490"/>
                <a:gd name="T72" fmla="*/ 199 w 358"/>
                <a:gd name="T73" fmla="*/ 318 h 490"/>
                <a:gd name="T74" fmla="*/ 186 w 358"/>
                <a:gd name="T75" fmla="*/ 308 h 490"/>
                <a:gd name="T76" fmla="*/ 174 w 358"/>
                <a:gd name="T77" fmla="*/ 308 h 490"/>
                <a:gd name="T78" fmla="*/ 161 w 358"/>
                <a:gd name="T79" fmla="*/ 318 h 490"/>
                <a:gd name="T80" fmla="*/ 155 w 358"/>
                <a:gd name="T81" fmla="*/ 340 h 490"/>
                <a:gd name="T82" fmla="*/ 168 w 358"/>
                <a:gd name="T83" fmla="*/ 357 h 490"/>
                <a:gd name="T84" fmla="*/ 140 w 358"/>
                <a:gd name="T85" fmla="*/ 469 h 490"/>
                <a:gd name="T86" fmla="*/ 71 w 358"/>
                <a:gd name="T87" fmla="*/ 469 h 490"/>
                <a:gd name="T88" fmla="*/ 71 w 358"/>
                <a:gd name="T89" fmla="*/ 443 h 490"/>
                <a:gd name="T90" fmla="*/ 66 w 358"/>
                <a:gd name="T91" fmla="*/ 438 h 490"/>
                <a:gd name="T92" fmla="*/ 61 w 358"/>
                <a:gd name="T93" fmla="*/ 443 h 490"/>
                <a:gd name="T94" fmla="*/ 61 w 358"/>
                <a:gd name="T95" fmla="*/ 469 h 490"/>
                <a:gd name="T96" fmla="*/ 33 w 358"/>
                <a:gd name="T97" fmla="*/ 469 h 490"/>
                <a:gd name="T98" fmla="*/ 21 w 358"/>
                <a:gd name="T99" fmla="*/ 456 h 490"/>
                <a:gd name="T100" fmla="*/ 21 w 358"/>
                <a:gd name="T101" fmla="*/ 394 h 490"/>
                <a:gd name="T102" fmla="*/ 92 w 358"/>
                <a:gd name="T103" fmla="*/ 302 h 490"/>
                <a:gd name="T104" fmla="*/ 147 w 358"/>
                <a:gd name="T105" fmla="*/ 288 h 490"/>
                <a:gd name="T106" fmla="*/ 180 w 358"/>
                <a:gd name="T107" fmla="*/ 296 h 490"/>
                <a:gd name="T108" fmla="*/ 213 w 358"/>
                <a:gd name="T109" fmla="*/ 288 h 490"/>
                <a:gd name="T110" fmla="*/ 267 w 358"/>
                <a:gd name="T111" fmla="*/ 302 h 490"/>
                <a:gd name="T112" fmla="*/ 338 w 358"/>
                <a:gd name="T113" fmla="*/ 394 h 490"/>
                <a:gd name="T114" fmla="*/ 338 w 358"/>
                <a:gd name="T115" fmla="*/ 45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8" h="490">
                  <a:moveTo>
                    <a:pt x="272" y="283"/>
                  </a:moveTo>
                  <a:cubicBezTo>
                    <a:pt x="235" y="274"/>
                    <a:pt x="235" y="274"/>
                    <a:pt x="235" y="274"/>
                  </a:cubicBezTo>
                  <a:cubicBezTo>
                    <a:pt x="250" y="260"/>
                    <a:pt x="263" y="240"/>
                    <a:pt x="272" y="219"/>
                  </a:cubicBezTo>
                  <a:cubicBezTo>
                    <a:pt x="284" y="217"/>
                    <a:pt x="295" y="207"/>
                    <a:pt x="297" y="185"/>
                  </a:cubicBezTo>
                  <a:cubicBezTo>
                    <a:pt x="298" y="164"/>
                    <a:pt x="292" y="155"/>
                    <a:pt x="284" y="151"/>
                  </a:cubicBezTo>
                  <a:cubicBezTo>
                    <a:pt x="284" y="148"/>
                    <a:pt x="297" y="78"/>
                    <a:pt x="247" y="60"/>
                  </a:cubicBezTo>
                  <a:cubicBezTo>
                    <a:pt x="242" y="52"/>
                    <a:pt x="204" y="0"/>
                    <a:pt x="134" y="42"/>
                  </a:cubicBezTo>
                  <a:cubicBezTo>
                    <a:pt x="124" y="48"/>
                    <a:pt x="108" y="60"/>
                    <a:pt x="99" y="73"/>
                  </a:cubicBezTo>
                  <a:cubicBezTo>
                    <a:pt x="87" y="88"/>
                    <a:pt x="78" y="113"/>
                    <a:pt x="77" y="150"/>
                  </a:cubicBezTo>
                  <a:cubicBezTo>
                    <a:pt x="68" y="153"/>
                    <a:pt x="61" y="163"/>
                    <a:pt x="62" y="185"/>
                  </a:cubicBezTo>
                  <a:cubicBezTo>
                    <a:pt x="64" y="207"/>
                    <a:pt x="76" y="217"/>
                    <a:pt x="88" y="220"/>
                  </a:cubicBezTo>
                  <a:cubicBezTo>
                    <a:pt x="97" y="241"/>
                    <a:pt x="109" y="260"/>
                    <a:pt x="125" y="273"/>
                  </a:cubicBezTo>
                  <a:cubicBezTo>
                    <a:pt x="87" y="283"/>
                    <a:pt x="87" y="283"/>
                    <a:pt x="87" y="283"/>
                  </a:cubicBezTo>
                  <a:cubicBezTo>
                    <a:pt x="36" y="296"/>
                    <a:pt x="0" y="341"/>
                    <a:pt x="0" y="394"/>
                  </a:cubicBezTo>
                  <a:cubicBezTo>
                    <a:pt x="0" y="456"/>
                    <a:pt x="0" y="456"/>
                    <a:pt x="0" y="456"/>
                  </a:cubicBezTo>
                  <a:cubicBezTo>
                    <a:pt x="0" y="474"/>
                    <a:pt x="15" y="490"/>
                    <a:pt x="33" y="490"/>
                  </a:cubicBezTo>
                  <a:cubicBezTo>
                    <a:pt x="327" y="490"/>
                    <a:pt x="327" y="490"/>
                    <a:pt x="327" y="490"/>
                  </a:cubicBezTo>
                  <a:cubicBezTo>
                    <a:pt x="345" y="490"/>
                    <a:pt x="358" y="474"/>
                    <a:pt x="358" y="456"/>
                  </a:cubicBezTo>
                  <a:cubicBezTo>
                    <a:pt x="358" y="394"/>
                    <a:pt x="358" y="394"/>
                    <a:pt x="358" y="394"/>
                  </a:cubicBezTo>
                  <a:cubicBezTo>
                    <a:pt x="358" y="341"/>
                    <a:pt x="323" y="296"/>
                    <a:pt x="272" y="283"/>
                  </a:cubicBezTo>
                  <a:moveTo>
                    <a:pt x="97" y="161"/>
                  </a:moveTo>
                  <a:cubicBezTo>
                    <a:pt x="97" y="154"/>
                    <a:pt x="97" y="148"/>
                    <a:pt x="97" y="142"/>
                  </a:cubicBezTo>
                  <a:cubicBezTo>
                    <a:pt x="163" y="144"/>
                    <a:pt x="201" y="118"/>
                    <a:pt x="223" y="95"/>
                  </a:cubicBezTo>
                  <a:cubicBezTo>
                    <a:pt x="250" y="122"/>
                    <a:pt x="260" y="159"/>
                    <a:pt x="263" y="177"/>
                  </a:cubicBezTo>
                  <a:cubicBezTo>
                    <a:pt x="257" y="225"/>
                    <a:pt x="222" y="276"/>
                    <a:pt x="180" y="276"/>
                  </a:cubicBezTo>
                  <a:cubicBezTo>
                    <a:pt x="134" y="276"/>
                    <a:pt x="97" y="213"/>
                    <a:pt x="97" y="161"/>
                  </a:cubicBezTo>
                  <a:moveTo>
                    <a:pt x="338" y="456"/>
                  </a:moveTo>
                  <a:cubicBezTo>
                    <a:pt x="338" y="463"/>
                    <a:pt x="334" y="469"/>
                    <a:pt x="327" y="469"/>
                  </a:cubicBezTo>
                  <a:cubicBezTo>
                    <a:pt x="298" y="469"/>
                    <a:pt x="298" y="469"/>
                    <a:pt x="298" y="469"/>
                  </a:cubicBezTo>
                  <a:cubicBezTo>
                    <a:pt x="298" y="443"/>
                    <a:pt x="298" y="443"/>
                    <a:pt x="298" y="443"/>
                  </a:cubicBezTo>
                  <a:cubicBezTo>
                    <a:pt x="298" y="440"/>
                    <a:pt x="295" y="438"/>
                    <a:pt x="293" y="438"/>
                  </a:cubicBezTo>
                  <a:cubicBezTo>
                    <a:pt x="290" y="438"/>
                    <a:pt x="287" y="440"/>
                    <a:pt x="287" y="443"/>
                  </a:cubicBezTo>
                  <a:cubicBezTo>
                    <a:pt x="287" y="469"/>
                    <a:pt x="287" y="469"/>
                    <a:pt x="287" y="469"/>
                  </a:cubicBezTo>
                  <a:cubicBezTo>
                    <a:pt x="220" y="469"/>
                    <a:pt x="220" y="469"/>
                    <a:pt x="220" y="469"/>
                  </a:cubicBezTo>
                  <a:cubicBezTo>
                    <a:pt x="192" y="357"/>
                    <a:pt x="192" y="357"/>
                    <a:pt x="192" y="357"/>
                  </a:cubicBezTo>
                  <a:cubicBezTo>
                    <a:pt x="200" y="356"/>
                    <a:pt x="207" y="349"/>
                    <a:pt x="205" y="340"/>
                  </a:cubicBezTo>
                  <a:cubicBezTo>
                    <a:pt x="199" y="318"/>
                    <a:pt x="199" y="318"/>
                    <a:pt x="199" y="318"/>
                  </a:cubicBezTo>
                  <a:cubicBezTo>
                    <a:pt x="198" y="312"/>
                    <a:pt x="192" y="308"/>
                    <a:pt x="186" y="308"/>
                  </a:cubicBezTo>
                  <a:cubicBezTo>
                    <a:pt x="174" y="308"/>
                    <a:pt x="174" y="308"/>
                    <a:pt x="174" y="308"/>
                  </a:cubicBezTo>
                  <a:cubicBezTo>
                    <a:pt x="167" y="308"/>
                    <a:pt x="162" y="312"/>
                    <a:pt x="161" y="318"/>
                  </a:cubicBezTo>
                  <a:cubicBezTo>
                    <a:pt x="155" y="340"/>
                    <a:pt x="155" y="340"/>
                    <a:pt x="155" y="340"/>
                  </a:cubicBezTo>
                  <a:cubicBezTo>
                    <a:pt x="153" y="349"/>
                    <a:pt x="159" y="356"/>
                    <a:pt x="168" y="357"/>
                  </a:cubicBezTo>
                  <a:cubicBezTo>
                    <a:pt x="140" y="469"/>
                    <a:pt x="140" y="469"/>
                    <a:pt x="140" y="469"/>
                  </a:cubicBezTo>
                  <a:cubicBezTo>
                    <a:pt x="71" y="469"/>
                    <a:pt x="71" y="469"/>
                    <a:pt x="71" y="469"/>
                  </a:cubicBezTo>
                  <a:cubicBezTo>
                    <a:pt x="71" y="443"/>
                    <a:pt x="71" y="443"/>
                    <a:pt x="71" y="443"/>
                  </a:cubicBezTo>
                  <a:cubicBezTo>
                    <a:pt x="71" y="440"/>
                    <a:pt x="69" y="438"/>
                    <a:pt x="66" y="438"/>
                  </a:cubicBezTo>
                  <a:cubicBezTo>
                    <a:pt x="63" y="438"/>
                    <a:pt x="61" y="440"/>
                    <a:pt x="61" y="443"/>
                  </a:cubicBezTo>
                  <a:cubicBezTo>
                    <a:pt x="61" y="469"/>
                    <a:pt x="61" y="469"/>
                    <a:pt x="61" y="469"/>
                  </a:cubicBezTo>
                  <a:cubicBezTo>
                    <a:pt x="33" y="469"/>
                    <a:pt x="33" y="469"/>
                    <a:pt x="33" y="469"/>
                  </a:cubicBezTo>
                  <a:cubicBezTo>
                    <a:pt x="26" y="469"/>
                    <a:pt x="21" y="463"/>
                    <a:pt x="21" y="456"/>
                  </a:cubicBezTo>
                  <a:cubicBezTo>
                    <a:pt x="21" y="394"/>
                    <a:pt x="21" y="394"/>
                    <a:pt x="21" y="394"/>
                  </a:cubicBezTo>
                  <a:cubicBezTo>
                    <a:pt x="21" y="350"/>
                    <a:pt x="50" y="313"/>
                    <a:pt x="92" y="302"/>
                  </a:cubicBezTo>
                  <a:cubicBezTo>
                    <a:pt x="147" y="288"/>
                    <a:pt x="147" y="288"/>
                    <a:pt x="147" y="288"/>
                  </a:cubicBezTo>
                  <a:cubicBezTo>
                    <a:pt x="157" y="293"/>
                    <a:pt x="169" y="296"/>
                    <a:pt x="180" y="296"/>
                  </a:cubicBezTo>
                  <a:cubicBezTo>
                    <a:pt x="192" y="296"/>
                    <a:pt x="203" y="293"/>
                    <a:pt x="213" y="288"/>
                  </a:cubicBezTo>
                  <a:cubicBezTo>
                    <a:pt x="267" y="302"/>
                    <a:pt x="267" y="302"/>
                    <a:pt x="267" y="302"/>
                  </a:cubicBezTo>
                  <a:cubicBezTo>
                    <a:pt x="309" y="313"/>
                    <a:pt x="338" y="350"/>
                    <a:pt x="338" y="394"/>
                  </a:cubicBezTo>
                  <a:lnTo>
                    <a:pt x="338" y="45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sp>
          <p:nvSpPr>
            <p:cNvPr id="12" name="Freeform 1931"/>
            <p:cNvSpPr>
              <a:spLocks/>
            </p:cNvSpPr>
            <p:nvPr/>
          </p:nvSpPr>
          <p:spPr bwMode="auto">
            <a:xfrm>
              <a:off x="3711576" y="4954587"/>
              <a:ext cx="95250" cy="53975"/>
            </a:xfrm>
            <a:custGeom>
              <a:avLst/>
              <a:gdLst>
                <a:gd name="T0" fmla="*/ 36 w 53"/>
                <a:gd name="T1" fmla="*/ 6 h 30"/>
                <a:gd name="T2" fmla="*/ 17 w 53"/>
                <a:gd name="T3" fmla="*/ 6 h 30"/>
                <a:gd name="T4" fmla="*/ 4 w 53"/>
                <a:gd name="T5" fmla="*/ 20 h 30"/>
                <a:gd name="T6" fmla="*/ 8 w 53"/>
                <a:gd name="T7" fmla="*/ 30 h 30"/>
                <a:gd name="T8" fmla="*/ 46 w 53"/>
                <a:gd name="T9" fmla="*/ 30 h 30"/>
                <a:gd name="T10" fmla="*/ 50 w 53"/>
                <a:gd name="T11" fmla="*/ 20 h 30"/>
                <a:gd name="T12" fmla="*/ 36 w 53"/>
                <a:gd name="T13" fmla="*/ 6 h 30"/>
              </a:gdLst>
              <a:ahLst/>
              <a:cxnLst>
                <a:cxn ang="0">
                  <a:pos x="T0" y="T1"/>
                </a:cxn>
                <a:cxn ang="0">
                  <a:pos x="T2" y="T3"/>
                </a:cxn>
                <a:cxn ang="0">
                  <a:pos x="T4" y="T5"/>
                </a:cxn>
                <a:cxn ang="0">
                  <a:pos x="T6" y="T7"/>
                </a:cxn>
                <a:cxn ang="0">
                  <a:pos x="T8" y="T9"/>
                </a:cxn>
                <a:cxn ang="0">
                  <a:pos x="T10" y="T11"/>
                </a:cxn>
                <a:cxn ang="0">
                  <a:pos x="T12" y="T13"/>
                </a:cxn>
              </a:cxnLst>
              <a:rect l="0" t="0" r="r" b="b"/>
              <a:pathLst>
                <a:path w="53" h="30">
                  <a:moveTo>
                    <a:pt x="36" y="6"/>
                  </a:moveTo>
                  <a:cubicBezTo>
                    <a:pt x="31" y="0"/>
                    <a:pt x="22" y="0"/>
                    <a:pt x="17" y="6"/>
                  </a:cubicBezTo>
                  <a:cubicBezTo>
                    <a:pt x="4" y="20"/>
                    <a:pt x="4" y="20"/>
                    <a:pt x="4" y="20"/>
                  </a:cubicBezTo>
                  <a:cubicBezTo>
                    <a:pt x="0" y="24"/>
                    <a:pt x="3" y="30"/>
                    <a:pt x="8" y="30"/>
                  </a:cubicBezTo>
                  <a:cubicBezTo>
                    <a:pt x="46" y="30"/>
                    <a:pt x="46" y="30"/>
                    <a:pt x="46" y="30"/>
                  </a:cubicBezTo>
                  <a:cubicBezTo>
                    <a:pt x="51" y="30"/>
                    <a:pt x="53" y="24"/>
                    <a:pt x="50" y="20"/>
                  </a:cubicBezTo>
                  <a:lnTo>
                    <a:pt x="36" y="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sp>
          <p:nvSpPr>
            <p:cNvPr id="13" name="Freeform 1932"/>
            <p:cNvSpPr>
              <a:spLocks noEditPoints="1"/>
            </p:cNvSpPr>
            <p:nvPr/>
          </p:nvSpPr>
          <p:spPr bwMode="auto">
            <a:xfrm>
              <a:off x="3802064" y="4556125"/>
              <a:ext cx="231775" cy="88900"/>
            </a:xfrm>
            <a:custGeom>
              <a:avLst/>
              <a:gdLst>
                <a:gd name="T0" fmla="*/ 60 w 129"/>
                <a:gd name="T1" fmla="*/ 23 h 49"/>
                <a:gd name="T2" fmla="*/ 70 w 129"/>
                <a:gd name="T3" fmla="*/ 23 h 49"/>
                <a:gd name="T4" fmla="*/ 99 w 129"/>
                <a:gd name="T5" fmla="*/ 49 h 49"/>
                <a:gd name="T6" fmla="*/ 129 w 129"/>
                <a:gd name="T7" fmla="*/ 19 h 49"/>
                <a:gd name="T8" fmla="*/ 99 w 129"/>
                <a:gd name="T9" fmla="*/ 0 h 49"/>
                <a:gd name="T10" fmla="*/ 70 w 129"/>
                <a:gd name="T11" fmla="*/ 13 h 49"/>
                <a:gd name="T12" fmla="*/ 59 w 129"/>
                <a:gd name="T13" fmla="*/ 13 h 49"/>
                <a:gd name="T14" fmla="*/ 30 w 129"/>
                <a:gd name="T15" fmla="*/ 0 h 49"/>
                <a:gd name="T16" fmla="*/ 0 w 129"/>
                <a:gd name="T17" fmla="*/ 19 h 49"/>
                <a:gd name="T18" fmla="*/ 30 w 129"/>
                <a:gd name="T19" fmla="*/ 49 h 49"/>
                <a:gd name="T20" fmla="*/ 60 w 129"/>
                <a:gd name="T21" fmla="*/ 23 h 49"/>
                <a:gd name="T22" fmla="*/ 99 w 129"/>
                <a:gd name="T23" fmla="*/ 10 h 49"/>
                <a:gd name="T24" fmla="*/ 119 w 129"/>
                <a:gd name="T25" fmla="*/ 19 h 49"/>
                <a:gd name="T26" fmla="*/ 99 w 129"/>
                <a:gd name="T27" fmla="*/ 39 h 49"/>
                <a:gd name="T28" fmla="*/ 79 w 129"/>
                <a:gd name="T29" fmla="*/ 19 h 49"/>
                <a:gd name="T30" fmla="*/ 99 w 129"/>
                <a:gd name="T31" fmla="*/ 10 h 49"/>
                <a:gd name="T32" fmla="*/ 10 w 129"/>
                <a:gd name="T33" fmla="*/ 19 h 49"/>
                <a:gd name="T34" fmla="*/ 30 w 129"/>
                <a:gd name="T35" fmla="*/ 10 h 49"/>
                <a:gd name="T36" fmla="*/ 50 w 129"/>
                <a:gd name="T37" fmla="*/ 19 h 49"/>
                <a:gd name="T38" fmla="*/ 30 w 129"/>
                <a:gd name="T39" fmla="*/ 39 h 49"/>
                <a:gd name="T40" fmla="*/ 10 w 129"/>
                <a:gd name="T4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 h="49">
                  <a:moveTo>
                    <a:pt x="60" y="23"/>
                  </a:moveTo>
                  <a:cubicBezTo>
                    <a:pt x="70" y="23"/>
                    <a:pt x="70" y="23"/>
                    <a:pt x="70" y="23"/>
                  </a:cubicBezTo>
                  <a:cubicBezTo>
                    <a:pt x="71" y="38"/>
                    <a:pt x="84" y="49"/>
                    <a:pt x="99" y="49"/>
                  </a:cubicBezTo>
                  <a:cubicBezTo>
                    <a:pt x="116" y="49"/>
                    <a:pt x="129" y="36"/>
                    <a:pt x="129" y="19"/>
                  </a:cubicBezTo>
                  <a:cubicBezTo>
                    <a:pt x="129" y="0"/>
                    <a:pt x="112" y="0"/>
                    <a:pt x="99" y="0"/>
                  </a:cubicBezTo>
                  <a:cubicBezTo>
                    <a:pt x="88" y="0"/>
                    <a:pt x="74" y="0"/>
                    <a:pt x="70" y="13"/>
                  </a:cubicBezTo>
                  <a:cubicBezTo>
                    <a:pt x="59" y="13"/>
                    <a:pt x="59" y="13"/>
                    <a:pt x="59" y="13"/>
                  </a:cubicBezTo>
                  <a:cubicBezTo>
                    <a:pt x="55" y="0"/>
                    <a:pt x="41" y="0"/>
                    <a:pt x="30" y="0"/>
                  </a:cubicBezTo>
                  <a:cubicBezTo>
                    <a:pt x="17" y="0"/>
                    <a:pt x="0" y="0"/>
                    <a:pt x="0" y="19"/>
                  </a:cubicBezTo>
                  <a:cubicBezTo>
                    <a:pt x="0" y="36"/>
                    <a:pt x="14" y="49"/>
                    <a:pt x="30" y="49"/>
                  </a:cubicBezTo>
                  <a:cubicBezTo>
                    <a:pt x="45" y="49"/>
                    <a:pt x="58" y="38"/>
                    <a:pt x="60" y="23"/>
                  </a:cubicBezTo>
                  <a:moveTo>
                    <a:pt x="99" y="10"/>
                  </a:moveTo>
                  <a:cubicBezTo>
                    <a:pt x="116" y="10"/>
                    <a:pt x="119" y="12"/>
                    <a:pt x="119" y="19"/>
                  </a:cubicBezTo>
                  <a:cubicBezTo>
                    <a:pt x="119" y="30"/>
                    <a:pt x="110" y="39"/>
                    <a:pt x="99" y="39"/>
                  </a:cubicBezTo>
                  <a:cubicBezTo>
                    <a:pt x="88" y="39"/>
                    <a:pt x="79" y="30"/>
                    <a:pt x="79" y="19"/>
                  </a:cubicBezTo>
                  <a:cubicBezTo>
                    <a:pt x="79" y="12"/>
                    <a:pt x="83" y="10"/>
                    <a:pt x="99" y="10"/>
                  </a:cubicBezTo>
                  <a:moveTo>
                    <a:pt x="10" y="19"/>
                  </a:moveTo>
                  <a:cubicBezTo>
                    <a:pt x="10" y="12"/>
                    <a:pt x="13" y="10"/>
                    <a:pt x="30" y="10"/>
                  </a:cubicBezTo>
                  <a:cubicBezTo>
                    <a:pt x="46" y="10"/>
                    <a:pt x="50" y="12"/>
                    <a:pt x="50" y="19"/>
                  </a:cubicBezTo>
                  <a:cubicBezTo>
                    <a:pt x="50" y="30"/>
                    <a:pt x="41" y="39"/>
                    <a:pt x="30" y="39"/>
                  </a:cubicBezTo>
                  <a:cubicBezTo>
                    <a:pt x="19" y="39"/>
                    <a:pt x="10" y="30"/>
                    <a:pt x="10" y="19"/>
                  </a:cubicBezTo>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gr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539602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p:bld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391538" y="2031808"/>
            <a:ext cx="11408921" cy="1938992"/>
          </a:xfrm>
          <a:prstGeom prst="rect">
            <a:avLst/>
          </a:prstGeom>
          <a:noFill/>
        </p:spPr>
        <p:txBody>
          <a:bodyPr wrap="square" rtlCol="0">
            <a:spAutoFit/>
          </a:bodyPr>
          <a:lstStyle/>
          <a:p>
            <a:pPr algn="ctr" rtl="1" fontAlgn="auto">
              <a:spcBef>
                <a:spcPts val="0"/>
              </a:spcBef>
              <a:spcAft>
                <a:spcPts val="0"/>
              </a:spcAft>
            </a:pPr>
            <a:r>
              <a:rPr lang="ar-SA" sz="4000" b="1" dirty="0">
                <a:solidFill>
                  <a:prstClr val="white"/>
                </a:solidFill>
                <a:cs typeface="Simplified Arabic" panose="02020603050405020304" pitchFamily="18" charset="-78"/>
              </a:rPr>
              <a:t>أحد المواقع التعليمية غير الربحية الزاخرة بالمحاضرات والعروض التقديمية التي يعدها أناس ملهمون ومبدعون حسب تخصصاتهم.</a:t>
            </a:r>
          </a:p>
          <a:p>
            <a:pPr algn="ctr" rtl="1" fontAlgn="auto">
              <a:spcBef>
                <a:spcPts val="0"/>
              </a:spcBef>
              <a:spcAft>
                <a:spcPts val="0"/>
              </a:spcAft>
            </a:pPr>
            <a:r>
              <a:rPr lang="ar-SA" sz="4000" b="1" dirty="0">
                <a:solidFill>
                  <a:prstClr val="white"/>
                </a:solidFill>
                <a:cs typeface="Simplified Arabic" panose="02020603050405020304" pitchFamily="18" charset="-78"/>
              </a:rPr>
              <a:t>وكلمة </a:t>
            </a:r>
            <a:r>
              <a:rPr lang="en-US" sz="4000" b="1" dirty="0" smtClean="0">
                <a:solidFill>
                  <a:prstClr val="white"/>
                </a:solidFill>
                <a:cs typeface="Simplified Arabic" panose="02020603050405020304" pitchFamily="18" charset="-78"/>
              </a:rPr>
              <a:t>(TED)</a:t>
            </a:r>
            <a:r>
              <a:rPr lang="ar-SA" sz="4000" b="1" dirty="0" smtClean="0">
                <a:solidFill>
                  <a:prstClr val="white"/>
                </a:solidFill>
                <a:cs typeface="Simplified Arabic" panose="02020603050405020304" pitchFamily="18" charset="-78"/>
              </a:rPr>
              <a:t>هي اختصار لـ "تكنولوجيا وترفيه وتصميم"</a:t>
            </a:r>
            <a:endParaRPr lang="ar-SA" sz="4000" b="1" dirty="0">
              <a:solidFill>
                <a:prstClr val="white"/>
              </a:solidFill>
              <a:cs typeface="Simplified Arabic" panose="02020603050405020304" pitchFamily="18" charset="-78"/>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8475463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Diagram 26"/>
          <p:cNvGraphicFramePr/>
          <p:nvPr>
            <p:extLst/>
          </p:nvPr>
        </p:nvGraphicFramePr>
        <p:xfrm>
          <a:off x="2636467" y="1048526"/>
          <a:ext cx="8530478" cy="462501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9" name="Content Placeholder 2"/>
          <p:cNvSpPr txBox="1">
            <a:spLocks/>
          </p:cNvSpPr>
          <p:nvPr/>
        </p:nvSpPr>
        <p:spPr>
          <a:xfrm>
            <a:off x="34114" y="3069025"/>
            <a:ext cx="4351291" cy="90621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a:buNone/>
            </a:pPr>
            <a:r>
              <a:rPr lang="ar-JO" sz="2400" b="1" dirty="0">
                <a:solidFill>
                  <a:srgbClr val="F9711C"/>
                </a:solidFill>
                <a:cs typeface="Simplified Arabic" panose="02020603050405020304" pitchFamily="18" charset="-78"/>
              </a:rPr>
              <a:t>في عام 1984م عقد تيد أول فعالياته، لكنه كان عبارة عن حدث لمرة واحدة</a:t>
            </a:r>
            <a:endParaRPr lang="en-US" sz="2400" b="1" dirty="0">
              <a:solidFill>
                <a:srgbClr val="F9711C"/>
              </a:solidFill>
            </a:endParaRPr>
          </a:p>
        </p:txBody>
      </p:sp>
      <p:sp>
        <p:nvSpPr>
          <p:cNvPr id="31" name="Content Placeholder 2"/>
          <p:cNvSpPr txBox="1">
            <a:spLocks/>
          </p:cNvSpPr>
          <p:nvPr/>
        </p:nvSpPr>
        <p:spPr>
          <a:xfrm>
            <a:off x="730408" y="4202452"/>
            <a:ext cx="5435167" cy="96424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JO" sz="2400" b="1" dirty="0" smtClean="0">
                <a:solidFill>
                  <a:srgbClr val="92AF27"/>
                </a:solidFill>
                <a:cs typeface="Simplified Arabic" panose="02020603050405020304" pitchFamily="18" charset="-78"/>
              </a:rPr>
              <a:t>بدءاً </a:t>
            </a:r>
            <a:r>
              <a:rPr lang="ar-JO" sz="2400" b="1" dirty="0">
                <a:solidFill>
                  <a:srgbClr val="92AF27"/>
                </a:solidFill>
                <a:cs typeface="Simplified Arabic" panose="02020603050405020304" pitchFamily="18" charset="-78"/>
              </a:rPr>
              <a:t>من عام 1990م، أخذ تيد في عقد مؤتمره السنوي</a:t>
            </a:r>
            <a:endParaRPr lang="en-US" sz="2400" b="1" dirty="0">
              <a:solidFill>
                <a:srgbClr val="92AF27"/>
              </a:solidFill>
            </a:endParaRPr>
          </a:p>
        </p:txBody>
      </p:sp>
      <p:sp>
        <p:nvSpPr>
          <p:cNvPr id="36" name="Content Placeholder 2"/>
          <p:cNvSpPr txBox="1">
            <a:spLocks/>
          </p:cNvSpPr>
          <p:nvPr/>
        </p:nvSpPr>
        <p:spPr>
          <a:xfrm>
            <a:off x="3551354" y="5307608"/>
            <a:ext cx="6649236" cy="14640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JO" sz="2800" b="1" dirty="0" smtClean="0">
                <a:solidFill>
                  <a:srgbClr val="38B28A"/>
                </a:solidFill>
                <a:cs typeface="Simplified Arabic" panose="02020603050405020304" pitchFamily="18" charset="-78"/>
              </a:rPr>
              <a:t>منذ </a:t>
            </a:r>
            <a:r>
              <a:rPr lang="ar-JO" sz="2800" b="1" dirty="0">
                <a:solidFill>
                  <a:srgbClr val="38B28A"/>
                </a:solidFill>
                <a:cs typeface="Simplified Arabic" panose="02020603050405020304" pitchFamily="18" charset="-78"/>
              </a:rPr>
              <a:t>عام 2006م، بدأت مؤتمرات تيد تتوفر للمشاهدة المجانية على الإنترنت برخصة التشارك الإبداعي على موقع </a:t>
            </a:r>
            <a:r>
              <a:rPr lang="en-US" sz="2800" b="1" dirty="0" smtClean="0">
                <a:solidFill>
                  <a:srgbClr val="38B28A"/>
                </a:solidFill>
              </a:rPr>
              <a:t>TED.com </a:t>
            </a:r>
            <a:endParaRPr lang="en-US" sz="2800" b="1" dirty="0">
              <a:solidFill>
                <a:srgbClr val="38B28A"/>
              </a:solidFill>
            </a:endParaRPr>
          </a:p>
        </p:txBody>
      </p:sp>
      <p:grpSp>
        <p:nvGrpSpPr>
          <p:cNvPr id="37" name="Group 36"/>
          <p:cNvGrpSpPr/>
          <p:nvPr/>
        </p:nvGrpSpPr>
        <p:grpSpPr>
          <a:xfrm>
            <a:off x="6609458" y="4581112"/>
            <a:ext cx="823913" cy="823913"/>
            <a:chOff x="6832990" y="2145682"/>
            <a:chExt cx="823913" cy="823913"/>
          </a:xfrm>
        </p:grpSpPr>
        <p:sp>
          <p:nvSpPr>
            <p:cNvPr id="38" name="Oval 68"/>
            <p:cNvSpPr>
              <a:spLocks noChangeArrowheads="1"/>
            </p:cNvSpPr>
            <p:nvPr/>
          </p:nvSpPr>
          <p:spPr bwMode="auto">
            <a:xfrm>
              <a:off x="6832990" y="2145682"/>
              <a:ext cx="823913" cy="823913"/>
            </a:xfrm>
            <a:prstGeom prst="ellipse">
              <a:avLst/>
            </a:prstGeom>
            <a:solidFill>
              <a:schemeClr val="accent4"/>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39" name="Freeform 12"/>
            <p:cNvSpPr>
              <a:spLocks noEditPoints="1"/>
            </p:cNvSpPr>
            <p:nvPr/>
          </p:nvSpPr>
          <p:spPr bwMode="auto">
            <a:xfrm>
              <a:off x="7099504" y="2364371"/>
              <a:ext cx="290883" cy="386534"/>
            </a:xfrm>
            <a:custGeom>
              <a:avLst/>
              <a:gdLst>
                <a:gd name="T0" fmla="*/ 168 w 192"/>
                <a:gd name="T1" fmla="*/ 64 h 256"/>
                <a:gd name="T2" fmla="*/ 168 w 192"/>
                <a:gd name="T3" fmla="*/ 40 h 256"/>
                <a:gd name="T4" fmla="*/ 184 w 192"/>
                <a:gd name="T5" fmla="*/ 40 h 256"/>
                <a:gd name="T6" fmla="*/ 192 w 192"/>
                <a:gd name="T7" fmla="*/ 32 h 256"/>
                <a:gd name="T8" fmla="*/ 192 w 192"/>
                <a:gd name="T9" fmla="*/ 8 h 256"/>
                <a:gd name="T10" fmla="*/ 184 w 192"/>
                <a:gd name="T11" fmla="*/ 0 h 256"/>
                <a:gd name="T12" fmla="*/ 8 w 192"/>
                <a:gd name="T13" fmla="*/ 0 h 256"/>
                <a:gd name="T14" fmla="*/ 0 w 192"/>
                <a:gd name="T15" fmla="*/ 8 h 256"/>
                <a:gd name="T16" fmla="*/ 0 w 192"/>
                <a:gd name="T17" fmla="*/ 32 h 256"/>
                <a:gd name="T18" fmla="*/ 8 w 192"/>
                <a:gd name="T19" fmla="*/ 40 h 256"/>
                <a:gd name="T20" fmla="*/ 24 w 192"/>
                <a:gd name="T21" fmla="*/ 40 h 256"/>
                <a:gd name="T22" fmla="*/ 24 w 192"/>
                <a:gd name="T23" fmla="*/ 64 h 256"/>
                <a:gd name="T24" fmla="*/ 63 w 192"/>
                <a:gd name="T25" fmla="*/ 128 h 256"/>
                <a:gd name="T26" fmla="*/ 24 w 192"/>
                <a:gd name="T27" fmla="*/ 192 h 256"/>
                <a:gd name="T28" fmla="*/ 24 w 192"/>
                <a:gd name="T29" fmla="*/ 216 h 256"/>
                <a:gd name="T30" fmla="*/ 8 w 192"/>
                <a:gd name="T31" fmla="*/ 216 h 256"/>
                <a:gd name="T32" fmla="*/ 0 w 192"/>
                <a:gd name="T33" fmla="*/ 224 h 256"/>
                <a:gd name="T34" fmla="*/ 0 w 192"/>
                <a:gd name="T35" fmla="*/ 248 h 256"/>
                <a:gd name="T36" fmla="*/ 8 w 192"/>
                <a:gd name="T37" fmla="*/ 256 h 256"/>
                <a:gd name="T38" fmla="*/ 184 w 192"/>
                <a:gd name="T39" fmla="*/ 256 h 256"/>
                <a:gd name="T40" fmla="*/ 192 w 192"/>
                <a:gd name="T41" fmla="*/ 248 h 256"/>
                <a:gd name="T42" fmla="*/ 192 w 192"/>
                <a:gd name="T43" fmla="*/ 224 h 256"/>
                <a:gd name="T44" fmla="*/ 184 w 192"/>
                <a:gd name="T45" fmla="*/ 216 h 256"/>
                <a:gd name="T46" fmla="*/ 168 w 192"/>
                <a:gd name="T47" fmla="*/ 216 h 256"/>
                <a:gd name="T48" fmla="*/ 168 w 192"/>
                <a:gd name="T49" fmla="*/ 192 h 256"/>
                <a:gd name="T50" fmla="*/ 129 w 192"/>
                <a:gd name="T51" fmla="*/ 128 h 256"/>
                <a:gd name="T52" fmla="*/ 168 w 192"/>
                <a:gd name="T53" fmla="*/ 64 h 256"/>
                <a:gd name="T54" fmla="*/ 16 w 192"/>
                <a:gd name="T55" fmla="*/ 16 h 256"/>
                <a:gd name="T56" fmla="*/ 176 w 192"/>
                <a:gd name="T57" fmla="*/ 16 h 256"/>
                <a:gd name="T58" fmla="*/ 176 w 192"/>
                <a:gd name="T59" fmla="*/ 24 h 256"/>
                <a:gd name="T60" fmla="*/ 16 w 192"/>
                <a:gd name="T61" fmla="*/ 24 h 256"/>
                <a:gd name="T62" fmla="*/ 16 w 192"/>
                <a:gd name="T63" fmla="*/ 16 h 256"/>
                <a:gd name="T64" fmla="*/ 176 w 192"/>
                <a:gd name="T65" fmla="*/ 240 h 256"/>
                <a:gd name="T66" fmla="*/ 16 w 192"/>
                <a:gd name="T67" fmla="*/ 240 h 256"/>
                <a:gd name="T68" fmla="*/ 16 w 192"/>
                <a:gd name="T69" fmla="*/ 232 h 256"/>
                <a:gd name="T70" fmla="*/ 176 w 192"/>
                <a:gd name="T71" fmla="*/ 232 h 256"/>
                <a:gd name="T72" fmla="*/ 176 w 192"/>
                <a:gd name="T73" fmla="*/ 240 h 256"/>
                <a:gd name="T74" fmla="*/ 152 w 192"/>
                <a:gd name="T75" fmla="*/ 192 h 256"/>
                <a:gd name="T76" fmla="*/ 152 w 192"/>
                <a:gd name="T77" fmla="*/ 216 h 256"/>
                <a:gd name="T78" fmla="*/ 40 w 192"/>
                <a:gd name="T79" fmla="*/ 216 h 256"/>
                <a:gd name="T80" fmla="*/ 40 w 192"/>
                <a:gd name="T81" fmla="*/ 192 h 256"/>
                <a:gd name="T82" fmla="*/ 96 w 192"/>
                <a:gd name="T83" fmla="*/ 136 h 256"/>
                <a:gd name="T84" fmla="*/ 152 w 192"/>
                <a:gd name="T85" fmla="*/ 192 h 256"/>
                <a:gd name="T86" fmla="*/ 96 w 192"/>
                <a:gd name="T87" fmla="*/ 120 h 256"/>
                <a:gd name="T88" fmla="*/ 40 w 192"/>
                <a:gd name="T89" fmla="*/ 64 h 256"/>
                <a:gd name="T90" fmla="*/ 40 w 192"/>
                <a:gd name="T91" fmla="*/ 40 h 256"/>
                <a:gd name="T92" fmla="*/ 152 w 192"/>
                <a:gd name="T93" fmla="*/ 40 h 256"/>
                <a:gd name="T94" fmla="*/ 152 w 192"/>
                <a:gd name="T95" fmla="*/ 64 h 256"/>
                <a:gd name="T96" fmla="*/ 96 w 192"/>
                <a:gd name="T97" fmla="*/ 12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2" h="256">
                  <a:moveTo>
                    <a:pt x="168" y="64"/>
                  </a:moveTo>
                  <a:cubicBezTo>
                    <a:pt x="168" y="40"/>
                    <a:pt x="168" y="40"/>
                    <a:pt x="168" y="40"/>
                  </a:cubicBezTo>
                  <a:cubicBezTo>
                    <a:pt x="184" y="40"/>
                    <a:pt x="184" y="40"/>
                    <a:pt x="184" y="40"/>
                  </a:cubicBezTo>
                  <a:cubicBezTo>
                    <a:pt x="188" y="40"/>
                    <a:pt x="192" y="36"/>
                    <a:pt x="192" y="32"/>
                  </a:cubicBezTo>
                  <a:cubicBezTo>
                    <a:pt x="192" y="8"/>
                    <a:pt x="192" y="8"/>
                    <a:pt x="192" y="8"/>
                  </a:cubicBezTo>
                  <a:cubicBezTo>
                    <a:pt x="192" y="4"/>
                    <a:pt x="188" y="0"/>
                    <a:pt x="184" y="0"/>
                  </a:cubicBezTo>
                  <a:cubicBezTo>
                    <a:pt x="8" y="0"/>
                    <a:pt x="8" y="0"/>
                    <a:pt x="8" y="0"/>
                  </a:cubicBezTo>
                  <a:cubicBezTo>
                    <a:pt x="4" y="0"/>
                    <a:pt x="0" y="4"/>
                    <a:pt x="0" y="8"/>
                  </a:cubicBezTo>
                  <a:cubicBezTo>
                    <a:pt x="0" y="32"/>
                    <a:pt x="0" y="32"/>
                    <a:pt x="0" y="32"/>
                  </a:cubicBezTo>
                  <a:cubicBezTo>
                    <a:pt x="0" y="36"/>
                    <a:pt x="4" y="40"/>
                    <a:pt x="8" y="40"/>
                  </a:cubicBezTo>
                  <a:cubicBezTo>
                    <a:pt x="24" y="40"/>
                    <a:pt x="24" y="40"/>
                    <a:pt x="24" y="40"/>
                  </a:cubicBezTo>
                  <a:cubicBezTo>
                    <a:pt x="24" y="64"/>
                    <a:pt x="24" y="64"/>
                    <a:pt x="24" y="64"/>
                  </a:cubicBezTo>
                  <a:cubicBezTo>
                    <a:pt x="24" y="92"/>
                    <a:pt x="40" y="116"/>
                    <a:pt x="63" y="128"/>
                  </a:cubicBezTo>
                  <a:cubicBezTo>
                    <a:pt x="40" y="140"/>
                    <a:pt x="24" y="164"/>
                    <a:pt x="24" y="192"/>
                  </a:cubicBezTo>
                  <a:cubicBezTo>
                    <a:pt x="24" y="216"/>
                    <a:pt x="24" y="216"/>
                    <a:pt x="24" y="216"/>
                  </a:cubicBezTo>
                  <a:cubicBezTo>
                    <a:pt x="8" y="216"/>
                    <a:pt x="8" y="216"/>
                    <a:pt x="8" y="216"/>
                  </a:cubicBezTo>
                  <a:cubicBezTo>
                    <a:pt x="4" y="216"/>
                    <a:pt x="0" y="220"/>
                    <a:pt x="0" y="224"/>
                  </a:cubicBezTo>
                  <a:cubicBezTo>
                    <a:pt x="0" y="248"/>
                    <a:pt x="0" y="248"/>
                    <a:pt x="0" y="248"/>
                  </a:cubicBezTo>
                  <a:cubicBezTo>
                    <a:pt x="0" y="252"/>
                    <a:pt x="4" y="256"/>
                    <a:pt x="8" y="256"/>
                  </a:cubicBezTo>
                  <a:cubicBezTo>
                    <a:pt x="184" y="256"/>
                    <a:pt x="184" y="256"/>
                    <a:pt x="184" y="256"/>
                  </a:cubicBezTo>
                  <a:cubicBezTo>
                    <a:pt x="188" y="256"/>
                    <a:pt x="192" y="252"/>
                    <a:pt x="192" y="248"/>
                  </a:cubicBezTo>
                  <a:cubicBezTo>
                    <a:pt x="192" y="224"/>
                    <a:pt x="192" y="224"/>
                    <a:pt x="192" y="224"/>
                  </a:cubicBezTo>
                  <a:cubicBezTo>
                    <a:pt x="192" y="220"/>
                    <a:pt x="188" y="216"/>
                    <a:pt x="184" y="216"/>
                  </a:cubicBezTo>
                  <a:cubicBezTo>
                    <a:pt x="168" y="216"/>
                    <a:pt x="168" y="216"/>
                    <a:pt x="168" y="216"/>
                  </a:cubicBezTo>
                  <a:cubicBezTo>
                    <a:pt x="168" y="192"/>
                    <a:pt x="168" y="192"/>
                    <a:pt x="168" y="192"/>
                  </a:cubicBezTo>
                  <a:cubicBezTo>
                    <a:pt x="168" y="164"/>
                    <a:pt x="152" y="140"/>
                    <a:pt x="129" y="128"/>
                  </a:cubicBezTo>
                  <a:cubicBezTo>
                    <a:pt x="152" y="116"/>
                    <a:pt x="168" y="92"/>
                    <a:pt x="168" y="64"/>
                  </a:cubicBezTo>
                  <a:close/>
                  <a:moveTo>
                    <a:pt x="16" y="16"/>
                  </a:moveTo>
                  <a:cubicBezTo>
                    <a:pt x="176" y="16"/>
                    <a:pt x="176" y="16"/>
                    <a:pt x="176" y="16"/>
                  </a:cubicBezTo>
                  <a:cubicBezTo>
                    <a:pt x="176" y="24"/>
                    <a:pt x="176" y="24"/>
                    <a:pt x="176" y="24"/>
                  </a:cubicBezTo>
                  <a:cubicBezTo>
                    <a:pt x="16" y="24"/>
                    <a:pt x="16" y="24"/>
                    <a:pt x="16" y="24"/>
                  </a:cubicBezTo>
                  <a:lnTo>
                    <a:pt x="16" y="16"/>
                  </a:lnTo>
                  <a:close/>
                  <a:moveTo>
                    <a:pt x="176" y="240"/>
                  </a:moveTo>
                  <a:cubicBezTo>
                    <a:pt x="16" y="240"/>
                    <a:pt x="16" y="240"/>
                    <a:pt x="16" y="240"/>
                  </a:cubicBezTo>
                  <a:cubicBezTo>
                    <a:pt x="16" y="232"/>
                    <a:pt x="16" y="232"/>
                    <a:pt x="16" y="232"/>
                  </a:cubicBezTo>
                  <a:cubicBezTo>
                    <a:pt x="176" y="232"/>
                    <a:pt x="176" y="232"/>
                    <a:pt x="176" y="232"/>
                  </a:cubicBezTo>
                  <a:lnTo>
                    <a:pt x="176" y="240"/>
                  </a:lnTo>
                  <a:close/>
                  <a:moveTo>
                    <a:pt x="152" y="192"/>
                  </a:moveTo>
                  <a:cubicBezTo>
                    <a:pt x="152" y="216"/>
                    <a:pt x="152" y="216"/>
                    <a:pt x="152" y="216"/>
                  </a:cubicBezTo>
                  <a:cubicBezTo>
                    <a:pt x="40" y="216"/>
                    <a:pt x="40" y="216"/>
                    <a:pt x="40" y="216"/>
                  </a:cubicBezTo>
                  <a:cubicBezTo>
                    <a:pt x="40" y="192"/>
                    <a:pt x="40" y="192"/>
                    <a:pt x="40" y="192"/>
                  </a:cubicBezTo>
                  <a:cubicBezTo>
                    <a:pt x="40" y="161"/>
                    <a:pt x="65" y="136"/>
                    <a:pt x="96" y="136"/>
                  </a:cubicBezTo>
                  <a:cubicBezTo>
                    <a:pt x="127" y="136"/>
                    <a:pt x="152" y="161"/>
                    <a:pt x="152" y="192"/>
                  </a:cubicBezTo>
                  <a:close/>
                  <a:moveTo>
                    <a:pt x="96" y="120"/>
                  </a:moveTo>
                  <a:cubicBezTo>
                    <a:pt x="65" y="120"/>
                    <a:pt x="40" y="95"/>
                    <a:pt x="40" y="64"/>
                  </a:cubicBezTo>
                  <a:cubicBezTo>
                    <a:pt x="40" y="40"/>
                    <a:pt x="40" y="40"/>
                    <a:pt x="40" y="40"/>
                  </a:cubicBezTo>
                  <a:cubicBezTo>
                    <a:pt x="152" y="40"/>
                    <a:pt x="152" y="40"/>
                    <a:pt x="152" y="40"/>
                  </a:cubicBezTo>
                  <a:cubicBezTo>
                    <a:pt x="152" y="64"/>
                    <a:pt x="152" y="64"/>
                    <a:pt x="152" y="64"/>
                  </a:cubicBezTo>
                  <a:cubicBezTo>
                    <a:pt x="152" y="95"/>
                    <a:pt x="127" y="120"/>
                    <a:pt x="96" y="12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grpSp>
        <p:nvGrpSpPr>
          <p:cNvPr id="40" name="Group 39"/>
          <p:cNvGrpSpPr/>
          <p:nvPr/>
        </p:nvGrpSpPr>
        <p:grpSpPr>
          <a:xfrm>
            <a:off x="2061150" y="2159286"/>
            <a:ext cx="823913" cy="823913"/>
            <a:chOff x="6869481" y="3174886"/>
            <a:chExt cx="823913" cy="823913"/>
          </a:xfrm>
        </p:grpSpPr>
        <p:sp>
          <p:nvSpPr>
            <p:cNvPr id="41" name="Oval 40"/>
            <p:cNvSpPr>
              <a:spLocks noChangeArrowheads="1"/>
            </p:cNvSpPr>
            <p:nvPr/>
          </p:nvSpPr>
          <p:spPr bwMode="auto">
            <a:xfrm>
              <a:off x="6869481" y="3174886"/>
              <a:ext cx="823913" cy="823913"/>
            </a:xfrm>
            <a:prstGeom prst="ellipse">
              <a:avLst/>
            </a:prstGeom>
            <a:solidFill>
              <a:schemeClr val="accent2"/>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nvGrpSpPr>
            <p:cNvPr id="42" name="Group 41"/>
            <p:cNvGrpSpPr/>
            <p:nvPr/>
          </p:nvGrpSpPr>
          <p:grpSpPr>
            <a:xfrm>
              <a:off x="7099504" y="3437424"/>
              <a:ext cx="386534" cy="314469"/>
              <a:chOff x="6275559" y="2434671"/>
              <a:chExt cx="386534" cy="314469"/>
            </a:xfrm>
            <a:solidFill>
              <a:schemeClr val="bg1"/>
            </a:solidFill>
          </p:grpSpPr>
          <p:sp>
            <p:nvSpPr>
              <p:cNvPr id="43" name="Freeform 42"/>
              <p:cNvSpPr>
                <a:spLocks noEditPoints="1"/>
              </p:cNvSpPr>
              <p:nvPr/>
            </p:nvSpPr>
            <p:spPr bwMode="auto">
              <a:xfrm>
                <a:off x="6275559" y="2434671"/>
                <a:ext cx="386534" cy="314469"/>
              </a:xfrm>
              <a:custGeom>
                <a:avLst/>
                <a:gdLst>
                  <a:gd name="T0" fmla="*/ 248 w 256"/>
                  <a:gd name="T1" fmla="*/ 0 h 208"/>
                  <a:gd name="T2" fmla="*/ 40 w 256"/>
                  <a:gd name="T3" fmla="*/ 0 h 208"/>
                  <a:gd name="T4" fmla="*/ 32 w 256"/>
                  <a:gd name="T5" fmla="*/ 8 h 208"/>
                  <a:gd name="T6" fmla="*/ 32 w 256"/>
                  <a:gd name="T7" fmla="*/ 32 h 208"/>
                  <a:gd name="T8" fmla="*/ 8 w 256"/>
                  <a:gd name="T9" fmla="*/ 32 h 208"/>
                  <a:gd name="T10" fmla="*/ 0 w 256"/>
                  <a:gd name="T11" fmla="*/ 40 h 208"/>
                  <a:gd name="T12" fmla="*/ 0 w 256"/>
                  <a:gd name="T13" fmla="*/ 200 h 208"/>
                  <a:gd name="T14" fmla="*/ 8 w 256"/>
                  <a:gd name="T15" fmla="*/ 208 h 208"/>
                  <a:gd name="T16" fmla="*/ 216 w 256"/>
                  <a:gd name="T17" fmla="*/ 208 h 208"/>
                  <a:gd name="T18" fmla="*/ 224 w 256"/>
                  <a:gd name="T19" fmla="*/ 200 h 208"/>
                  <a:gd name="T20" fmla="*/ 224 w 256"/>
                  <a:gd name="T21" fmla="*/ 176 h 208"/>
                  <a:gd name="T22" fmla="*/ 248 w 256"/>
                  <a:gd name="T23" fmla="*/ 176 h 208"/>
                  <a:gd name="T24" fmla="*/ 256 w 256"/>
                  <a:gd name="T25" fmla="*/ 168 h 208"/>
                  <a:gd name="T26" fmla="*/ 256 w 256"/>
                  <a:gd name="T27" fmla="*/ 8 h 208"/>
                  <a:gd name="T28" fmla="*/ 248 w 256"/>
                  <a:gd name="T29" fmla="*/ 0 h 208"/>
                  <a:gd name="T30" fmla="*/ 208 w 256"/>
                  <a:gd name="T31" fmla="*/ 48 h 208"/>
                  <a:gd name="T32" fmla="*/ 208 w 256"/>
                  <a:gd name="T33" fmla="*/ 175 h 208"/>
                  <a:gd name="T34" fmla="*/ 165 w 256"/>
                  <a:gd name="T35" fmla="*/ 138 h 208"/>
                  <a:gd name="T36" fmla="*/ 156 w 256"/>
                  <a:gd name="T37" fmla="*/ 137 h 208"/>
                  <a:gd name="T38" fmla="*/ 122 w 256"/>
                  <a:gd name="T39" fmla="*/ 158 h 208"/>
                  <a:gd name="T40" fmla="*/ 70 w 256"/>
                  <a:gd name="T41" fmla="*/ 99 h 208"/>
                  <a:gd name="T42" fmla="*/ 64 w 256"/>
                  <a:gd name="T43" fmla="*/ 96 h 208"/>
                  <a:gd name="T44" fmla="*/ 58 w 256"/>
                  <a:gd name="T45" fmla="*/ 98 h 208"/>
                  <a:gd name="T46" fmla="*/ 16 w 256"/>
                  <a:gd name="T47" fmla="*/ 141 h 208"/>
                  <a:gd name="T48" fmla="*/ 16 w 256"/>
                  <a:gd name="T49" fmla="*/ 48 h 208"/>
                  <a:gd name="T50" fmla="*/ 208 w 256"/>
                  <a:gd name="T51" fmla="*/ 48 h 208"/>
                  <a:gd name="T52" fmla="*/ 16 w 256"/>
                  <a:gd name="T53" fmla="*/ 163 h 208"/>
                  <a:gd name="T54" fmla="*/ 64 w 256"/>
                  <a:gd name="T55" fmla="*/ 116 h 208"/>
                  <a:gd name="T56" fmla="*/ 114 w 256"/>
                  <a:gd name="T57" fmla="*/ 173 h 208"/>
                  <a:gd name="T58" fmla="*/ 124 w 256"/>
                  <a:gd name="T59" fmla="*/ 175 h 208"/>
                  <a:gd name="T60" fmla="*/ 159 w 256"/>
                  <a:gd name="T61" fmla="*/ 154 h 208"/>
                  <a:gd name="T62" fmla="*/ 204 w 256"/>
                  <a:gd name="T63" fmla="*/ 192 h 208"/>
                  <a:gd name="T64" fmla="*/ 16 w 256"/>
                  <a:gd name="T65" fmla="*/ 192 h 208"/>
                  <a:gd name="T66" fmla="*/ 16 w 256"/>
                  <a:gd name="T67" fmla="*/ 163 h 208"/>
                  <a:gd name="T68" fmla="*/ 240 w 256"/>
                  <a:gd name="T69" fmla="*/ 160 h 208"/>
                  <a:gd name="T70" fmla="*/ 224 w 256"/>
                  <a:gd name="T71" fmla="*/ 160 h 208"/>
                  <a:gd name="T72" fmla="*/ 224 w 256"/>
                  <a:gd name="T73" fmla="*/ 40 h 208"/>
                  <a:gd name="T74" fmla="*/ 216 w 256"/>
                  <a:gd name="T75" fmla="*/ 32 h 208"/>
                  <a:gd name="T76" fmla="*/ 48 w 256"/>
                  <a:gd name="T77" fmla="*/ 32 h 208"/>
                  <a:gd name="T78" fmla="*/ 48 w 256"/>
                  <a:gd name="T79" fmla="*/ 16 h 208"/>
                  <a:gd name="T80" fmla="*/ 240 w 256"/>
                  <a:gd name="T81" fmla="*/ 16 h 208"/>
                  <a:gd name="T82" fmla="*/ 240 w 256"/>
                  <a:gd name="T83" fmla="*/ 16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208">
                    <a:moveTo>
                      <a:pt x="248" y="0"/>
                    </a:moveTo>
                    <a:cubicBezTo>
                      <a:pt x="40" y="0"/>
                      <a:pt x="40" y="0"/>
                      <a:pt x="40" y="0"/>
                    </a:cubicBezTo>
                    <a:cubicBezTo>
                      <a:pt x="36" y="0"/>
                      <a:pt x="32" y="4"/>
                      <a:pt x="32" y="8"/>
                    </a:cubicBezTo>
                    <a:cubicBezTo>
                      <a:pt x="32" y="32"/>
                      <a:pt x="32" y="32"/>
                      <a:pt x="32" y="32"/>
                    </a:cubicBezTo>
                    <a:cubicBezTo>
                      <a:pt x="8" y="32"/>
                      <a:pt x="8" y="32"/>
                      <a:pt x="8" y="32"/>
                    </a:cubicBezTo>
                    <a:cubicBezTo>
                      <a:pt x="4" y="32"/>
                      <a:pt x="0" y="36"/>
                      <a:pt x="0" y="40"/>
                    </a:cubicBezTo>
                    <a:cubicBezTo>
                      <a:pt x="0" y="200"/>
                      <a:pt x="0" y="200"/>
                      <a:pt x="0" y="200"/>
                    </a:cubicBezTo>
                    <a:cubicBezTo>
                      <a:pt x="0" y="204"/>
                      <a:pt x="4" y="208"/>
                      <a:pt x="8" y="208"/>
                    </a:cubicBezTo>
                    <a:cubicBezTo>
                      <a:pt x="216" y="208"/>
                      <a:pt x="216" y="208"/>
                      <a:pt x="216" y="208"/>
                    </a:cubicBezTo>
                    <a:cubicBezTo>
                      <a:pt x="220" y="208"/>
                      <a:pt x="224" y="204"/>
                      <a:pt x="224" y="200"/>
                    </a:cubicBezTo>
                    <a:cubicBezTo>
                      <a:pt x="224" y="176"/>
                      <a:pt x="224" y="176"/>
                      <a:pt x="224" y="176"/>
                    </a:cubicBezTo>
                    <a:cubicBezTo>
                      <a:pt x="248" y="176"/>
                      <a:pt x="248" y="176"/>
                      <a:pt x="248" y="176"/>
                    </a:cubicBezTo>
                    <a:cubicBezTo>
                      <a:pt x="252" y="176"/>
                      <a:pt x="256" y="172"/>
                      <a:pt x="256" y="168"/>
                    </a:cubicBezTo>
                    <a:cubicBezTo>
                      <a:pt x="256" y="8"/>
                      <a:pt x="256" y="8"/>
                      <a:pt x="256" y="8"/>
                    </a:cubicBezTo>
                    <a:cubicBezTo>
                      <a:pt x="256" y="4"/>
                      <a:pt x="252" y="0"/>
                      <a:pt x="248" y="0"/>
                    </a:cubicBezTo>
                    <a:close/>
                    <a:moveTo>
                      <a:pt x="208" y="48"/>
                    </a:moveTo>
                    <a:cubicBezTo>
                      <a:pt x="208" y="175"/>
                      <a:pt x="208" y="175"/>
                      <a:pt x="208" y="175"/>
                    </a:cubicBezTo>
                    <a:cubicBezTo>
                      <a:pt x="165" y="138"/>
                      <a:pt x="165" y="138"/>
                      <a:pt x="165" y="138"/>
                    </a:cubicBezTo>
                    <a:cubicBezTo>
                      <a:pt x="163" y="136"/>
                      <a:pt x="159" y="135"/>
                      <a:pt x="156" y="137"/>
                    </a:cubicBezTo>
                    <a:cubicBezTo>
                      <a:pt x="122" y="158"/>
                      <a:pt x="122" y="158"/>
                      <a:pt x="122" y="158"/>
                    </a:cubicBezTo>
                    <a:cubicBezTo>
                      <a:pt x="70" y="99"/>
                      <a:pt x="70" y="99"/>
                      <a:pt x="70" y="99"/>
                    </a:cubicBezTo>
                    <a:cubicBezTo>
                      <a:pt x="69" y="97"/>
                      <a:pt x="66" y="96"/>
                      <a:pt x="64" y="96"/>
                    </a:cubicBezTo>
                    <a:cubicBezTo>
                      <a:pt x="62" y="96"/>
                      <a:pt x="60" y="97"/>
                      <a:pt x="58" y="98"/>
                    </a:cubicBezTo>
                    <a:cubicBezTo>
                      <a:pt x="16" y="141"/>
                      <a:pt x="16" y="141"/>
                      <a:pt x="16" y="141"/>
                    </a:cubicBezTo>
                    <a:cubicBezTo>
                      <a:pt x="16" y="48"/>
                      <a:pt x="16" y="48"/>
                      <a:pt x="16" y="48"/>
                    </a:cubicBezTo>
                    <a:lnTo>
                      <a:pt x="208" y="48"/>
                    </a:lnTo>
                    <a:close/>
                    <a:moveTo>
                      <a:pt x="16" y="163"/>
                    </a:moveTo>
                    <a:cubicBezTo>
                      <a:pt x="64" y="116"/>
                      <a:pt x="64" y="116"/>
                      <a:pt x="64" y="116"/>
                    </a:cubicBezTo>
                    <a:cubicBezTo>
                      <a:pt x="114" y="173"/>
                      <a:pt x="114" y="173"/>
                      <a:pt x="114" y="173"/>
                    </a:cubicBezTo>
                    <a:cubicBezTo>
                      <a:pt x="117" y="176"/>
                      <a:pt x="121" y="177"/>
                      <a:pt x="124" y="175"/>
                    </a:cubicBezTo>
                    <a:cubicBezTo>
                      <a:pt x="159" y="154"/>
                      <a:pt x="159" y="154"/>
                      <a:pt x="159" y="154"/>
                    </a:cubicBezTo>
                    <a:cubicBezTo>
                      <a:pt x="204" y="192"/>
                      <a:pt x="204" y="192"/>
                      <a:pt x="204" y="192"/>
                    </a:cubicBezTo>
                    <a:cubicBezTo>
                      <a:pt x="16" y="192"/>
                      <a:pt x="16" y="192"/>
                      <a:pt x="16" y="192"/>
                    </a:cubicBezTo>
                    <a:lnTo>
                      <a:pt x="16" y="163"/>
                    </a:lnTo>
                    <a:close/>
                    <a:moveTo>
                      <a:pt x="240" y="160"/>
                    </a:moveTo>
                    <a:cubicBezTo>
                      <a:pt x="224" y="160"/>
                      <a:pt x="224" y="160"/>
                      <a:pt x="224" y="160"/>
                    </a:cubicBezTo>
                    <a:cubicBezTo>
                      <a:pt x="224" y="40"/>
                      <a:pt x="224" y="40"/>
                      <a:pt x="224" y="40"/>
                    </a:cubicBezTo>
                    <a:cubicBezTo>
                      <a:pt x="224" y="36"/>
                      <a:pt x="220" y="32"/>
                      <a:pt x="216" y="32"/>
                    </a:cubicBezTo>
                    <a:cubicBezTo>
                      <a:pt x="48" y="32"/>
                      <a:pt x="48" y="32"/>
                      <a:pt x="48" y="32"/>
                    </a:cubicBezTo>
                    <a:cubicBezTo>
                      <a:pt x="48" y="16"/>
                      <a:pt x="48" y="16"/>
                      <a:pt x="48" y="16"/>
                    </a:cubicBezTo>
                    <a:cubicBezTo>
                      <a:pt x="240" y="16"/>
                      <a:pt x="240" y="16"/>
                      <a:pt x="240" y="16"/>
                    </a:cubicBezTo>
                    <a:lnTo>
                      <a:pt x="240"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44" name="Freeform 43"/>
              <p:cNvSpPr>
                <a:spLocks noEditPoints="1"/>
              </p:cNvSpPr>
              <p:nvPr/>
            </p:nvSpPr>
            <p:spPr bwMode="auto">
              <a:xfrm>
                <a:off x="6481274" y="2531633"/>
                <a:ext cx="83858" cy="85169"/>
              </a:xfrm>
              <a:custGeom>
                <a:avLst/>
                <a:gdLst>
                  <a:gd name="T0" fmla="*/ 28 w 56"/>
                  <a:gd name="T1" fmla="*/ 56 h 56"/>
                  <a:gd name="T2" fmla="*/ 56 w 56"/>
                  <a:gd name="T3" fmla="*/ 28 h 56"/>
                  <a:gd name="T4" fmla="*/ 28 w 56"/>
                  <a:gd name="T5" fmla="*/ 0 h 56"/>
                  <a:gd name="T6" fmla="*/ 0 w 56"/>
                  <a:gd name="T7" fmla="*/ 28 h 56"/>
                  <a:gd name="T8" fmla="*/ 28 w 56"/>
                  <a:gd name="T9" fmla="*/ 56 h 56"/>
                  <a:gd name="T10" fmla="*/ 28 w 56"/>
                  <a:gd name="T11" fmla="*/ 16 h 56"/>
                  <a:gd name="T12" fmla="*/ 40 w 56"/>
                  <a:gd name="T13" fmla="*/ 28 h 56"/>
                  <a:gd name="T14" fmla="*/ 28 w 56"/>
                  <a:gd name="T15" fmla="*/ 40 h 56"/>
                  <a:gd name="T16" fmla="*/ 16 w 56"/>
                  <a:gd name="T17" fmla="*/ 28 h 56"/>
                  <a:gd name="T18" fmla="*/ 28 w 56"/>
                  <a:gd name="T19" fmla="*/ 1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56"/>
                    </a:moveTo>
                    <a:cubicBezTo>
                      <a:pt x="43" y="56"/>
                      <a:pt x="56" y="43"/>
                      <a:pt x="56" y="28"/>
                    </a:cubicBezTo>
                    <a:cubicBezTo>
                      <a:pt x="56" y="13"/>
                      <a:pt x="43" y="0"/>
                      <a:pt x="28" y="0"/>
                    </a:cubicBezTo>
                    <a:cubicBezTo>
                      <a:pt x="13" y="0"/>
                      <a:pt x="0" y="13"/>
                      <a:pt x="0" y="28"/>
                    </a:cubicBezTo>
                    <a:cubicBezTo>
                      <a:pt x="0" y="43"/>
                      <a:pt x="13" y="56"/>
                      <a:pt x="28" y="56"/>
                    </a:cubicBezTo>
                    <a:close/>
                    <a:moveTo>
                      <a:pt x="28" y="16"/>
                    </a:moveTo>
                    <a:cubicBezTo>
                      <a:pt x="35" y="16"/>
                      <a:pt x="40" y="21"/>
                      <a:pt x="40" y="28"/>
                    </a:cubicBezTo>
                    <a:cubicBezTo>
                      <a:pt x="40" y="35"/>
                      <a:pt x="35" y="40"/>
                      <a:pt x="28" y="40"/>
                    </a:cubicBezTo>
                    <a:cubicBezTo>
                      <a:pt x="21" y="40"/>
                      <a:pt x="16" y="35"/>
                      <a:pt x="16" y="28"/>
                    </a:cubicBezTo>
                    <a:cubicBezTo>
                      <a:pt x="16" y="21"/>
                      <a:pt x="21" y="16"/>
                      <a:pt x="2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grpSp>
      <p:grpSp>
        <p:nvGrpSpPr>
          <p:cNvPr id="45" name="Group 44"/>
          <p:cNvGrpSpPr/>
          <p:nvPr/>
        </p:nvGrpSpPr>
        <p:grpSpPr>
          <a:xfrm>
            <a:off x="4833035" y="3292713"/>
            <a:ext cx="823913" cy="823913"/>
            <a:chOff x="6114436" y="3954719"/>
            <a:chExt cx="823913" cy="823913"/>
          </a:xfrm>
        </p:grpSpPr>
        <p:sp>
          <p:nvSpPr>
            <p:cNvPr id="46" name="Oval 68"/>
            <p:cNvSpPr>
              <a:spLocks noChangeArrowheads="1"/>
            </p:cNvSpPr>
            <p:nvPr/>
          </p:nvSpPr>
          <p:spPr bwMode="auto">
            <a:xfrm>
              <a:off x="6114436" y="3954719"/>
              <a:ext cx="823913" cy="823913"/>
            </a:xfrm>
            <a:prstGeom prst="ellipse">
              <a:avLst/>
            </a:prstGeom>
            <a:solidFill>
              <a:schemeClr val="accent3"/>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nvGrpSpPr>
            <p:cNvPr id="47" name="Group 46"/>
            <p:cNvGrpSpPr/>
            <p:nvPr/>
          </p:nvGrpSpPr>
          <p:grpSpPr>
            <a:xfrm>
              <a:off x="6350454" y="4159239"/>
              <a:ext cx="386534" cy="386534"/>
              <a:chOff x="9753057" y="3268013"/>
              <a:chExt cx="386534" cy="386534"/>
            </a:xfrm>
            <a:solidFill>
              <a:schemeClr val="bg1"/>
            </a:solidFill>
          </p:grpSpPr>
          <p:sp>
            <p:nvSpPr>
              <p:cNvPr id="48" name="Freeform 94"/>
              <p:cNvSpPr>
                <a:spLocks noEditPoints="1"/>
              </p:cNvSpPr>
              <p:nvPr/>
            </p:nvSpPr>
            <p:spPr bwMode="auto">
              <a:xfrm>
                <a:off x="9753057" y="3268013"/>
                <a:ext cx="386534" cy="386534"/>
              </a:xfrm>
              <a:custGeom>
                <a:avLst/>
                <a:gdLst>
                  <a:gd name="T0" fmla="*/ 251 w 256"/>
                  <a:gd name="T1" fmla="*/ 97 h 256"/>
                  <a:gd name="T2" fmla="*/ 216 w 256"/>
                  <a:gd name="T3" fmla="*/ 83 h 256"/>
                  <a:gd name="T4" fmla="*/ 216 w 256"/>
                  <a:gd name="T5" fmla="*/ 8 h 256"/>
                  <a:gd name="T6" fmla="*/ 208 w 256"/>
                  <a:gd name="T7" fmla="*/ 0 h 256"/>
                  <a:gd name="T8" fmla="*/ 48 w 256"/>
                  <a:gd name="T9" fmla="*/ 0 h 256"/>
                  <a:gd name="T10" fmla="*/ 40 w 256"/>
                  <a:gd name="T11" fmla="*/ 8 h 256"/>
                  <a:gd name="T12" fmla="*/ 40 w 256"/>
                  <a:gd name="T13" fmla="*/ 83 h 256"/>
                  <a:gd name="T14" fmla="*/ 5 w 256"/>
                  <a:gd name="T15" fmla="*/ 97 h 256"/>
                  <a:gd name="T16" fmla="*/ 0 w 256"/>
                  <a:gd name="T17" fmla="*/ 104 h 256"/>
                  <a:gd name="T18" fmla="*/ 0 w 256"/>
                  <a:gd name="T19" fmla="*/ 104 h 256"/>
                  <a:gd name="T20" fmla="*/ 0 w 256"/>
                  <a:gd name="T21" fmla="*/ 248 h 256"/>
                  <a:gd name="T22" fmla="*/ 8 w 256"/>
                  <a:gd name="T23" fmla="*/ 256 h 256"/>
                  <a:gd name="T24" fmla="*/ 248 w 256"/>
                  <a:gd name="T25" fmla="*/ 256 h 256"/>
                  <a:gd name="T26" fmla="*/ 256 w 256"/>
                  <a:gd name="T27" fmla="*/ 248 h 256"/>
                  <a:gd name="T28" fmla="*/ 256 w 256"/>
                  <a:gd name="T29" fmla="*/ 104 h 256"/>
                  <a:gd name="T30" fmla="*/ 256 w 256"/>
                  <a:gd name="T31" fmla="*/ 104 h 256"/>
                  <a:gd name="T32" fmla="*/ 251 w 256"/>
                  <a:gd name="T33" fmla="*/ 97 h 256"/>
                  <a:gd name="T34" fmla="*/ 232 w 256"/>
                  <a:gd name="T35" fmla="*/ 106 h 256"/>
                  <a:gd name="T36" fmla="*/ 216 w 256"/>
                  <a:gd name="T37" fmla="*/ 116 h 256"/>
                  <a:gd name="T38" fmla="*/ 216 w 256"/>
                  <a:gd name="T39" fmla="*/ 100 h 256"/>
                  <a:gd name="T40" fmla="*/ 232 w 256"/>
                  <a:gd name="T41" fmla="*/ 106 h 256"/>
                  <a:gd name="T42" fmla="*/ 200 w 256"/>
                  <a:gd name="T43" fmla="*/ 16 h 256"/>
                  <a:gd name="T44" fmla="*/ 200 w 256"/>
                  <a:gd name="T45" fmla="*/ 88 h 256"/>
                  <a:gd name="T46" fmla="*/ 200 w 256"/>
                  <a:gd name="T47" fmla="*/ 88 h 256"/>
                  <a:gd name="T48" fmla="*/ 200 w 256"/>
                  <a:gd name="T49" fmla="*/ 126 h 256"/>
                  <a:gd name="T50" fmla="*/ 128 w 256"/>
                  <a:gd name="T51" fmla="*/ 171 h 256"/>
                  <a:gd name="T52" fmla="*/ 56 w 256"/>
                  <a:gd name="T53" fmla="*/ 126 h 256"/>
                  <a:gd name="T54" fmla="*/ 56 w 256"/>
                  <a:gd name="T55" fmla="*/ 88 h 256"/>
                  <a:gd name="T56" fmla="*/ 56 w 256"/>
                  <a:gd name="T57" fmla="*/ 88 h 256"/>
                  <a:gd name="T58" fmla="*/ 56 w 256"/>
                  <a:gd name="T59" fmla="*/ 16 h 256"/>
                  <a:gd name="T60" fmla="*/ 200 w 256"/>
                  <a:gd name="T61" fmla="*/ 16 h 256"/>
                  <a:gd name="T62" fmla="*/ 40 w 256"/>
                  <a:gd name="T63" fmla="*/ 116 h 256"/>
                  <a:gd name="T64" fmla="*/ 24 w 256"/>
                  <a:gd name="T65" fmla="*/ 106 h 256"/>
                  <a:gd name="T66" fmla="*/ 40 w 256"/>
                  <a:gd name="T67" fmla="*/ 100 h 256"/>
                  <a:gd name="T68" fmla="*/ 40 w 256"/>
                  <a:gd name="T69" fmla="*/ 116 h 256"/>
                  <a:gd name="T70" fmla="*/ 16 w 256"/>
                  <a:gd name="T71" fmla="*/ 240 h 256"/>
                  <a:gd name="T72" fmla="*/ 16 w 256"/>
                  <a:gd name="T73" fmla="*/ 120 h 256"/>
                  <a:gd name="T74" fmla="*/ 124 w 256"/>
                  <a:gd name="T75" fmla="*/ 187 h 256"/>
                  <a:gd name="T76" fmla="*/ 128 w 256"/>
                  <a:gd name="T77" fmla="*/ 188 h 256"/>
                  <a:gd name="T78" fmla="*/ 132 w 256"/>
                  <a:gd name="T79" fmla="*/ 187 h 256"/>
                  <a:gd name="T80" fmla="*/ 240 w 256"/>
                  <a:gd name="T81" fmla="*/ 120 h 256"/>
                  <a:gd name="T82" fmla="*/ 240 w 256"/>
                  <a:gd name="T83" fmla="*/ 240 h 256"/>
                  <a:gd name="T84" fmla="*/ 16 w 256"/>
                  <a:gd name="T85" fmla="*/ 24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6" h="256">
                    <a:moveTo>
                      <a:pt x="251" y="97"/>
                    </a:moveTo>
                    <a:cubicBezTo>
                      <a:pt x="216" y="83"/>
                      <a:pt x="216" y="83"/>
                      <a:pt x="216" y="83"/>
                    </a:cubicBezTo>
                    <a:cubicBezTo>
                      <a:pt x="216" y="8"/>
                      <a:pt x="216" y="8"/>
                      <a:pt x="216" y="8"/>
                    </a:cubicBezTo>
                    <a:cubicBezTo>
                      <a:pt x="216" y="4"/>
                      <a:pt x="212" y="0"/>
                      <a:pt x="208" y="0"/>
                    </a:cubicBezTo>
                    <a:cubicBezTo>
                      <a:pt x="48" y="0"/>
                      <a:pt x="48" y="0"/>
                      <a:pt x="48" y="0"/>
                    </a:cubicBezTo>
                    <a:cubicBezTo>
                      <a:pt x="44" y="0"/>
                      <a:pt x="40" y="4"/>
                      <a:pt x="40" y="8"/>
                    </a:cubicBezTo>
                    <a:cubicBezTo>
                      <a:pt x="40" y="83"/>
                      <a:pt x="40" y="83"/>
                      <a:pt x="40" y="83"/>
                    </a:cubicBezTo>
                    <a:cubicBezTo>
                      <a:pt x="5" y="97"/>
                      <a:pt x="5" y="97"/>
                      <a:pt x="5" y="97"/>
                    </a:cubicBezTo>
                    <a:cubicBezTo>
                      <a:pt x="2" y="98"/>
                      <a:pt x="0" y="101"/>
                      <a:pt x="0" y="104"/>
                    </a:cubicBezTo>
                    <a:cubicBezTo>
                      <a:pt x="0" y="104"/>
                      <a:pt x="0" y="104"/>
                      <a:pt x="0" y="104"/>
                    </a:cubicBezTo>
                    <a:cubicBezTo>
                      <a:pt x="0" y="248"/>
                      <a:pt x="0" y="248"/>
                      <a:pt x="0" y="248"/>
                    </a:cubicBezTo>
                    <a:cubicBezTo>
                      <a:pt x="0" y="252"/>
                      <a:pt x="4" y="256"/>
                      <a:pt x="8" y="256"/>
                    </a:cubicBezTo>
                    <a:cubicBezTo>
                      <a:pt x="248" y="256"/>
                      <a:pt x="248" y="256"/>
                      <a:pt x="248" y="256"/>
                    </a:cubicBezTo>
                    <a:cubicBezTo>
                      <a:pt x="252" y="256"/>
                      <a:pt x="256" y="252"/>
                      <a:pt x="256" y="248"/>
                    </a:cubicBezTo>
                    <a:cubicBezTo>
                      <a:pt x="256" y="104"/>
                      <a:pt x="256" y="104"/>
                      <a:pt x="256" y="104"/>
                    </a:cubicBezTo>
                    <a:cubicBezTo>
                      <a:pt x="256" y="104"/>
                      <a:pt x="256" y="104"/>
                      <a:pt x="256" y="104"/>
                    </a:cubicBezTo>
                    <a:cubicBezTo>
                      <a:pt x="256" y="101"/>
                      <a:pt x="254" y="98"/>
                      <a:pt x="251" y="97"/>
                    </a:cubicBezTo>
                    <a:close/>
                    <a:moveTo>
                      <a:pt x="232" y="106"/>
                    </a:moveTo>
                    <a:cubicBezTo>
                      <a:pt x="216" y="116"/>
                      <a:pt x="216" y="116"/>
                      <a:pt x="216" y="116"/>
                    </a:cubicBezTo>
                    <a:cubicBezTo>
                      <a:pt x="216" y="100"/>
                      <a:pt x="216" y="100"/>
                      <a:pt x="216" y="100"/>
                    </a:cubicBezTo>
                    <a:lnTo>
                      <a:pt x="232" y="106"/>
                    </a:lnTo>
                    <a:close/>
                    <a:moveTo>
                      <a:pt x="200" y="16"/>
                    </a:moveTo>
                    <a:cubicBezTo>
                      <a:pt x="200" y="88"/>
                      <a:pt x="200" y="88"/>
                      <a:pt x="200" y="88"/>
                    </a:cubicBezTo>
                    <a:cubicBezTo>
                      <a:pt x="200" y="88"/>
                      <a:pt x="200" y="88"/>
                      <a:pt x="200" y="88"/>
                    </a:cubicBezTo>
                    <a:cubicBezTo>
                      <a:pt x="200" y="126"/>
                      <a:pt x="200" y="126"/>
                      <a:pt x="200" y="126"/>
                    </a:cubicBezTo>
                    <a:cubicBezTo>
                      <a:pt x="128" y="171"/>
                      <a:pt x="128" y="171"/>
                      <a:pt x="128" y="171"/>
                    </a:cubicBezTo>
                    <a:cubicBezTo>
                      <a:pt x="56" y="126"/>
                      <a:pt x="56" y="126"/>
                      <a:pt x="56" y="126"/>
                    </a:cubicBezTo>
                    <a:cubicBezTo>
                      <a:pt x="56" y="88"/>
                      <a:pt x="56" y="88"/>
                      <a:pt x="56" y="88"/>
                    </a:cubicBezTo>
                    <a:cubicBezTo>
                      <a:pt x="56" y="88"/>
                      <a:pt x="56" y="88"/>
                      <a:pt x="56" y="88"/>
                    </a:cubicBezTo>
                    <a:cubicBezTo>
                      <a:pt x="56" y="16"/>
                      <a:pt x="56" y="16"/>
                      <a:pt x="56" y="16"/>
                    </a:cubicBezTo>
                    <a:lnTo>
                      <a:pt x="200" y="16"/>
                    </a:lnTo>
                    <a:close/>
                    <a:moveTo>
                      <a:pt x="40" y="116"/>
                    </a:moveTo>
                    <a:cubicBezTo>
                      <a:pt x="24" y="106"/>
                      <a:pt x="24" y="106"/>
                      <a:pt x="24" y="106"/>
                    </a:cubicBezTo>
                    <a:cubicBezTo>
                      <a:pt x="40" y="100"/>
                      <a:pt x="40" y="100"/>
                      <a:pt x="40" y="100"/>
                    </a:cubicBezTo>
                    <a:lnTo>
                      <a:pt x="40" y="116"/>
                    </a:lnTo>
                    <a:close/>
                    <a:moveTo>
                      <a:pt x="16" y="240"/>
                    </a:moveTo>
                    <a:cubicBezTo>
                      <a:pt x="16" y="120"/>
                      <a:pt x="16" y="120"/>
                      <a:pt x="16" y="120"/>
                    </a:cubicBezTo>
                    <a:cubicBezTo>
                      <a:pt x="124" y="187"/>
                      <a:pt x="124" y="187"/>
                      <a:pt x="124" y="187"/>
                    </a:cubicBezTo>
                    <a:cubicBezTo>
                      <a:pt x="125" y="188"/>
                      <a:pt x="127" y="188"/>
                      <a:pt x="128" y="188"/>
                    </a:cubicBezTo>
                    <a:cubicBezTo>
                      <a:pt x="129" y="188"/>
                      <a:pt x="131" y="188"/>
                      <a:pt x="132" y="187"/>
                    </a:cubicBezTo>
                    <a:cubicBezTo>
                      <a:pt x="240" y="120"/>
                      <a:pt x="240" y="120"/>
                      <a:pt x="240" y="120"/>
                    </a:cubicBezTo>
                    <a:cubicBezTo>
                      <a:pt x="240" y="240"/>
                      <a:pt x="240" y="240"/>
                      <a:pt x="240" y="240"/>
                    </a:cubicBezTo>
                    <a:lnTo>
                      <a:pt x="16"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49" name="Freeform 95"/>
              <p:cNvSpPr>
                <a:spLocks/>
              </p:cNvSpPr>
              <p:nvPr/>
            </p:nvSpPr>
            <p:spPr bwMode="auto">
              <a:xfrm>
                <a:off x="9958772" y="3316494"/>
                <a:ext cx="72066" cy="24895"/>
              </a:xfrm>
              <a:custGeom>
                <a:avLst/>
                <a:gdLst>
                  <a:gd name="T0" fmla="*/ 8 w 48"/>
                  <a:gd name="T1" fmla="*/ 16 h 16"/>
                  <a:gd name="T2" fmla="*/ 40 w 48"/>
                  <a:gd name="T3" fmla="*/ 16 h 16"/>
                  <a:gd name="T4" fmla="*/ 48 w 48"/>
                  <a:gd name="T5" fmla="*/ 8 h 16"/>
                  <a:gd name="T6" fmla="*/ 40 w 48"/>
                  <a:gd name="T7" fmla="*/ 0 h 16"/>
                  <a:gd name="T8" fmla="*/ 8 w 48"/>
                  <a:gd name="T9" fmla="*/ 0 h 16"/>
                  <a:gd name="T10" fmla="*/ 0 w 48"/>
                  <a:gd name="T11" fmla="*/ 8 h 16"/>
                  <a:gd name="T12" fmla="*/ 8 w 48"/>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48" h="16">
                    <a:moveTo>
                      <a:pt x="8" y="16"/>
                    </a:moveTo>
                    <a:cubicBezTo>
                      <a:pt x="40" y="16"/>
                      <a:pt x="40" y="16"/>
                      <a:pt x="40" y="16"/>
                    </a:cubicBezTo>
                    <a:cubicBezTo>
                      <a:pt x="44" y="16"/>
                      <a:pt x="48" y="12"/>
                      <a:pt x="48" y="8"/>
                    </a:cubicBezTo>
                    <a:cubicBezTo>
                      <a:pt x="48" y="4"/>
                      <a:pt x="44" y="0"/>
                      <a:pt x="40"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50" name="Freeform 96"/>
              <p:cNvSpPr>
                <a:spLocks/>
              </p:cNvSpPr>
              <p:nvPr/>
            </p:nvSpPr>
            <p:spPr bwMode="auto">
              <a:xfrm>
                <a:off x="9861811" y="3364974"/>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51" name="Freeform 97"/>
              <p:cNvSpPr>
                <a:spLocks/>
              </p:cNvSpPr>
              <p:nvPr/>
            </p:nvSpPr>
            <p:spPr bwMode="auto">
              <a:xfrm>
                <a:off x="9861811" y="3413455"/>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grpSp>
      <p:sp>
        <p:nvSpPr>
          <p:cNvPr id="22" name="Title 1"/>
          <p:cNvSpPr txBox="1">
            <a:spLocks/>
          </p:cNvSpPr>
          <p:nvPr/>
        </p:nvSpPr>
        <p:spPr>
          <a:xfrm>
            <a:off x="907775" y="350891"/>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rtl="1"/>
            <a:r>
              <a:rPr lang="ar-SA" sz="4000" b="1" u="sng" dirty="0">
                <a:solidFill>
                  <a:schemeClr val="tx2"/>
                </a:solidFill>
              </a:rPr>
              <a:t>‌أ.	نشأة موقع تيد وتطوره</a:t>
            </a:r>
            <a:endParaRPr lang="en-US" sz="4000" u="sng" dirty="0">
              <a:solidFill>
                <a:schemeClr val="tx2"/>
              </a:solidFill>
            </a:endParaRPr>
          </a:p>
        </p:txBody>
      </p:sp>
      <p:sp>
        <p:nvSpPr>
          <p:cNvPr id="23" name="Footer Placeholder 1"/>
          <p:cNvSpPr txBox="1">
            <a:spLocks/>
          </p:cNvSpPr>
          <p:nvPr/>
        </p:nvSpPr>
        <p:spPr>
          <a:xfrm>
            <a:off x="4038600" y="6567364"/>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8253829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dissolve">
                                      <p:cBhvr>
                                        <p:cTn id="7" dur="17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942432" y="525826"/>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rtl="1"/>
            <a:r>
              <a:rPr lang="ar-SA" sz="4000" b="1" u="sng" dirty="0">
                <a:solidFill>
                  <a:schemeClr val="tx2"/>
                </a:solidFill>
              </a:rPr>
              <a:t>‌أ.	نشأة موقع تيد وتطوره</a:t>
            </a:r>
            <a:endParaRPr lang="en-US" sz="4000" u="sng" dirty="0">
              <a:solidFill>
                <a:schemeClr val="tx2"/>
              </a:solidFill>
            </a:endParaRPr>
          </a:p>
        </p:txBody>
      </p:sp>
      <p:graphicFrame>
        <p:nvGraphicFramePr>
          <p:cNvPr id="27" name="Diagram 26"/>
          <p:cNvGraphicFramePr/>
          <p:nvPr>
            <p:extLst/>
          </p:nvPr>
        </p:nvGraphicFramePr>
        <p:xfrm>
          <a:off x="2892897" y="902234"/>
          <a:ext cx="8530478" cy="396162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9" name="Content Placeholder 2"/>
          <p:cNvSpPr txBox="1">
            <a:spLocks/>
          </p:cNvSpPr>
          <p:nvPr/>
        </p:nvSpPr>
        <p:spPr>
          <a:xfrm>
            <a:off x="233916" y="2695475"/>
            <a:ext cx="5449894" cy="203253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a:buNone/>
            </a:pPr>
            <a:r>
              <a:rPr lang="ar-JO" sz="2800" b="1" dirty="0" smtClean="0">
                <a:solidFill>
                  <a:srgbClr val="C42A13"/>
                </a:solidFill>
                <a:cs typeface="Simplified Arabic" panose="02020603050405020304" pitchFamily="18" charset="-78"/>
              </a:rPr>
              <a:t>في </a:t>
            </a:r>
            <a:r>
              <a:rPr lang="ar-JO" sz="2800" b="1" dirty="0">
                <a:solidFill>
                  <a:srgbClr val="C42A13"/>
                </a:solidFill>
                <a:cs typeface="Simplified Arabic" panose="02020603050405020304" pitchFamily="18" charset="-78"/>
              </a:rPr>
              <a:t>شهر يونيو 2009م، بلغ عدد مشاهدات محاضرات تيد حوالي خمسين مليون مرة، وفي عام 2011م قفز هذا الرقم إلى خمسمائة مليون مرة</a:t>
            </a:r>
            <a:endParaRPr lang="en-US" sz="2800" b="1" dirty="0">
              <a:solidFill>
                <a:srgbClr val="C42A13"/>
              </a:solidFill>
            </a:endParaRPr>
          </a:p>
        </p:txBody>
      </p:sp>
      <p:sp>
        <p:nvSpPr>
          <p:cNvPr id="31" name="Content Placeholder 2"/>
          <p:cNvSpPr txBox="1">
            <a:spLocks/>
          </p:cNvSpPr>
          <p:nvPr/>
        </p:nvSpPr>
        <p:spPr>
          <a:xfrm>
            <a:off x="4465675" y="4576361"/>
            <a:ext cx="6122434" cy="169684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rtl="1">
              <a:buNone/>
            </a:pPr>
            <a:r>
              <a:rPr lang="ar-JO" sz="2800" b="1" dirty="0" smtClean="0">
                <a:solidFill>
                  <a:srgbClr val="002060"/>
                </a:solidFill>
                <a:cs typeface="Simplified Arabic" panose="02020603050405020304" pitchFamily="18" charset="-78"/>
              </a:rPr>
              <a:t>وفي </a:t>
            </a:r>
            <a:r>
              <a:rPr lang="ar-JO" sz="2800" b="1" dirty="0">
                <a:solidFill>
                  <a:srgbClr val="002060"/>
                </a:solidFill>
                <a:cs typeface="Simplified Arabic" panose="02020603050405020304" pitchFamily="18" charset="-78"/>
              </a:rPr>
              <a:t>شهر نوفمبر 2011م، بلغ عدد المحاضرات المتاحة على الإنترنت بواسطة موقع تيد أكثر من ألفٍ وخمسمائة محاضرة</a:t>
            </a:r>
            <a:endParaRPr lang="en-US" sz="2800" b="1" dirty="0">
              <a:solidFill>
                <a:srgbClr val="002060"/>
              </a:solidFill>
            </a:endParaRPr>
          </a:p>
        </p:txBody>
      </p:sp>
      <p:grpSp>
        <p:nvGrpSpPr>
          <p:cNvPr id="40" name="Group 39"/>
          <p:cNvGrpSpPr/>
          <p:nvPr/>
        </p:nvGrpSpPr>
        <p:grpSpPr>
          <a:xfrm>
            <a:off x="2554517" y="1871562"/>
            <a:ext cx="823913" cy="823913"/>
            <a:chOff x="6869481" y="3174886"/>
            <a:chExt cx="823913" cy="823913"/>
          </a:xfrm>
        </p:grpSpPr>
        <p:sp>
          <p:nvSpPr>
            <p:cNvPr id="41" name="Oval 40"/>
            <p:cNvSpPr>
              <a:spLocks noChangeArrowheads="1"/>
            </p:cNvSpPr>
            <p:nvPr/>
          </p:nvSpPr>
          <p:spPr bwMode="auto">
            <a:xfrm>
              <a:off x="6869481" y="3174886"/>
              <a:ext cx="823913" cy="823913"/>
            </a:xfrm>
            <a:prstGeom prst="ellipse">
              <a:avLst/>
            </a:prstGeom>
            <a:solidFill>
              <a:srgbClr val="C00000"/>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nvGrpSpPr>
            <p:cNvPr id="42" name="Group 41"/>
            <p:cNvGrpSpPr/>
            <p:nvPr/>
          </p:nvGrpSpPr>
          <p:grpSpPr>
            <a:xfrm>
              <a:off x="7099504" y="3437424"/>
              <a:ext cx="386534" cy="314469"/>
              <a:chOff x="6275559" y="2434671"/>
              <a:chExt cx="386534" cy="314469"/>
            </a:xfrm>
            <a:solidFill>
              <a:schemeClr val="bg1"/>
            </a:solidFill>
          </p:grpSpPr>
          <p:sp>
            <p:nvSpPr>
              <p:cNvPr id="43" name="Freeform 42"/>
              <p:cNvSpPr>
                <a:spLocks noEditPoints="1"/>
              </p:cNvSpPr>
              <p:nvPr/>
            </p:nvSpPr>
            <p:spPr bwMode="auto">
              <a:xfrm>
                <a:off x="6275559" y="2434671"/>
                <a:ext cx="386534" cy="314469"/>
              </a:xfrm>
              <a:custGeom>
                <a:avLst/>
                <a:gdLst>
                  <a:gd name="T0" fmla="*/ 248 w 256"/>
                  <a:gd name="T1" fmla="*/ 0 h 208"/>
                  <a:gd name="T2" fmla="*/ 40 w 256"/>
                  <a:gd name="T3" fmla="*/ 0 h 208"/>
                  <a:gd name="T4" fmla="*/ 32 w 256"/>
                  <a:gd name="T5" fmla="*/ 8 h 208"/>
                  <a:gd name="T6" fmla="*/ 32 w 256"/>
                  <a:gd name="T7" fmla="*/ 32 h 208"/>
                  <a:gd name="T8" fmla="*/ 8 w 256"/>
                  <a:gd name="T9" fmla="*/ 32 h 208"/>
                  <a:gd name="T10" fmla="*/ 0 w 256"/>
                  <a:gd name="T11" fmla="*/ 40 h 208"/>
                  <a:gd name="T12" fmla="*/ 0 w 256"/>
                  <a:gd name="T13" fmla="*/ 200 h 208"/>
                  <a:gd name="T14" fmla="*/ 8 w 256"/>
                  <a:gd name="T15" fmla="*/ 208 h 208"/>
                  <a:gd name="T16" fmla="*/ 216 w 256"/>
                  <a:gd name="T17" fmla="*/ 208 h 208"/>
                  <a:gd name="T18" fmla="*/ 224 w 256"/>
                  <a:gd name="T19" fmla="*/ 200 h 208"/>
                  <a:gd name="T20" fmla="*/ 224 w 256"/>
                  <a:gd name="T21" fmla="*/ 176 h 208"/>
                  <a:gd name="T22" fmla="*/ 248 w 256"/>
                  <a:gd name="T23" fmla="*/ 176 h 208"/>
                  <a:gd name="T24" fmla="*/ 256 w 256"/>
                  <a:gd name="T25" fmla="*/ 168 h 208"/>
                  <a:gd name="T26" fmla="*/ 256 w 256"/>
                  <a:gd name="T27" fmla="*/ 8 h 208"/>
                  <a:gd name="T28" fmla="*/ 248 w 256"/>
                  <a:gd name="T29" fmla="*/ 0 h 208"/>
                  <a:gd name="T30" fmla="*/ 208 w 256"/>
                  <a:gd name="T31" fmla="*/ 48 h 208"/>
                  <a:gd name="T32" fmla="*/ 208 w 256"/>
                  <a:gd name="T33" fmla="*/ 175 h 208"/>
                  <a:gd name="T34" fmla="*/ 165 w 256"/>
                  <a:gd name="T35" fmla="*/ 138 h 208"/>
                  <a:gd name="T36" fmla="*/ 156 w 256"/>
                  <a:gd name="T37" fmla="*/ 137 h 208"/>
                  <a:gd name="T38" fmla="*/ 122 w 256"/>
                  <a:gd name="T39" fmla="*/ 158 h 208"/>
                  <a:gd name="T40" fmla="*/ 70 w 256"/>
                  <a:gd name="T41" fmla="*/ 99 h 208"/>
                  <a:gd name="T42" fmla="*/ 64 w 256"/>
                  <a:gd name="T43" fmla="*/ 96 h 208"/>
                  <a:gd name="T44" fmla="*/ 58 w 256"/>
                  <a:gd name="T45" fmla="*/ 98 h 208"/>
                  <a:gd name="T46" fmla="*/ 16 w 256"/>
                  <a:gd name="T47" fmla="*/ 141 h 208"/>
                  <a:gd name="T48" fmla="*/ 16 w 256"/>
                  <a:gd name="T49" fmla="*/ 48 h 208"/>
                  <a:gd name="T50" fmla="*/ 208 w 256"/>
                  <a:gd name="T51" fmla="*/ 48 h 208"/>
                  <a:gd name="T52" fmla="*/ 16 w 256"/>
                  <a:gd name="T53" fmla="*/ 163 h 208"/>
                  <a:gd name="T54" fmla="*/ 64 w 256"/>
                  <a:gd name="T55" fmla="*/ 116 h 208"/>
                  <a:gd name="T56" fmla="*/ 114 w 256"/>
                  <a:gd name="T57" fmla="*/ 173 h 208"/>
                  <a:gd name="T58" fmla="*/ 124 w 256"/>
                  <a:gd name="T59" fmla="*/ 175 h 208"/>
                  <a:gd name="T60" fmla="*/ 159 w 256"/>
                  <a:gd name="T61" fmla="*/ 154 h 208"/>
                  <a:gd name="T62" fmla="*/ 204 w 256"/>
                  <a:gd name="T63" fmla="*/ 192 h 208"/>
                  <a:gd name="T64" fmla="*/ 16 w 256"/>
                  <a:gd name="T65" fmla="*/ 192 h 208"/>
                  <a:gd name="T66" fmla="*/ 16 w 256"/>
                  <a:gd name="T67" fmla="*/ 163 h 208"/>
                  <a:gd name="T68" fmla="*/ 240 w 256"/>
                  <a:gd name="T69" fmla="*/ 160 h 208"/>
                  <a:gd name="T70" fmla="*/ 224 w 256"/>
                  <a:gd name="T71" fmla="*/ 160 h 208"/>
                  <a:gd name="T72" fmla="*/ 224 w 256"/>
                  <a:gd name="T73" fmla="*/ 40 h 208"/>
                  <a:gd name="T74" fmla="*/ 216 w 256"/>
                  <a:gd name="T75" fmla="*/ 32 h 208"/>
                  <a:gd name="T76" fmla="*/ 48 w 256"/>
                  <a:gd name="T77" fmla="*/ 32 h 208"/>
                  <a:gd name="T78" fmla="*/ 48 w 256"/>
                  <a:gd name="T79" fmla="*/ 16 h 208"/>
                  <a:gd name="T80" fmla="*/ 240 w 256"/>
                  <a:gd name="T81" fmla="*/ 16 h 208"/>
                  <a:gd name="T82" fmla="*/ 240 w 256"/>
                  <a:gd name="T83" fmla="*/ 16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208">
                    <a:moveTo>
                      <a:pt x="248" y="0"/>
                    </a:moveTo>
                    <a:cubicBezTo>
                      <a:pt x="40" y="0"/>
                      <a:pt x="40" y="0"/>
                      <a:pt x="40" y="0"/>
                    </a:cubicBezTo>
                    <a:cubicBezTo>
                      <a:pt x="36" y="0"/>
                      <a:pt x="32" y="4"/>
                      <a:pt x="32" y="8"/>
                    </a:cubicBezTo>
                    <a:cubicBezTo>
                      <a:pt x="32" y="32"/>
                      <a:pt x="32" y="32"/>
                      <a:pt x="32" y="32"/>
                    </a:cubicBezTo>
                    <a:cubicBezTo>
                      <a:pt x="8" y="32"/>
                      <a:pt x="8" y="32"/>
                      <a:pt x="8" y="32"/>
                    </a:cubicBezTo>
                    <a:cubicBezTo>
                      <a:pt x="4" y="32"/>
                      <a:pt x="0" y="36"/>
                      <a:pt x="0" y="40"/>
                    </a:cubicBezTo>
                    <a:cubicBezTo>
                      <a:pt x="0" y="200"/>
                      <a:pt x="0" y="200"/>
                      <a:pt x="0" y="200"/>
                    </a:cubicBezTo>
                    <a:cubicBezTo>
                      <a:pt x="0" y="204"/>
                      <a:pt x="4" y="208"/>
                      <a:pt x="8" y="208"/>
                    </a:cubicBezTo>
                    <a:cubicBezTo>
                      <a:pt x="216" y="208"/>
                      <a:pt x="216" y="208"/>
                      <a:pt x="216" y="208"/>
                    </a:cubicBezTo>
                    <a:cubicBezTo>
                      <a:pt x="220" y="208"/>
                      <a:pt x="224" y="204"/>
                      <a:pt x="224" y="200"/>
                    </a:cubicBezTo>
                    <a:cubicBezTo>
                      <a:pt x="224" y="176"/>
                      <a:pt x="224" y="176"/>
                      <a:pt x="224" y="176"/>
                    </a:cubicBezTo>
                    <a:cubicBezTo>
                      <a:pt x="248" y="176"/>
                      <a:pt x="248" y="176"/>
                      <a:pt x="248" y="176"/>
                    </a:cubicBezTo>
                    <a:cubicBezTo>
                      <a:pt x="252" y="176"/>
                      <a:pt x="256" y="172"/>
                      <a:pt x="256" y="168"/>
                    </a:cubicBezTo>
                    <a:cubicBezTo>
                      <a:pt x="256" y="8"/>
                      <a:pt x="256" y="8"/>
                      <a:pt x="256" y="8"/>
                    </a:cubicBezTo>
                    <a:cubicBezTo>
                      <a:pt x="256" y="4"/>
                      <a:pt x="252" y="0"/>
                      <a:pt x="248" y="0"/>
                    </a:cubicBezTo>
                    <a:close/>
                    <a:moveTo>
                      <a:pt x="208" y="48"/>
                    </a:moveTo>
                    <a:cubicBezTo>
                      <a:pt x="208" y="175"/>
                      <a:pt x="208" y="175"/>
                      <a:pt x="208" y="175"/>
                    </a:cubicBezTo>
                    <a:cubicBezTo>
                      <a:pt x="165" y="138"/>
                      <a:pt x="165" y="138"/>
                      <a:pt x="165" y="138"/>
                    </a:cubicBezTo>
                    <a:cubicBezTo>
                      <a:pt x="163" y="136"/>
                      <a:pt x="159" y="135"/>
                      <a:pt x="156" y="137"/>
                    </a:cubicBezTo>
                    <a:cubicBezTo>
                      <a:pt x="122" y="158"/>
                      <a:pt x="122" y="158"/>
                      <a:pt x="122" y="158"/>
                    </a:cubicBezTo>
                    <a:cubicBezTo>
                      <a:pt x="70" y="99"/>
                      <a:pt x="70" y="99"/>
                      <a:pt x="70" y="99"/>
                    </a:cubicBezTo>
                    <a:cubicBezTo>
                      <a:pt x="69" y="97"/>
                      <a:pt x="66" y="96"/>
                      <a:pt x="64" y="96"/>
                    </a:cubicBezTo>
                    <a:cubicBezTo>
                      <a:pt x="62" y="96"/>
                      <a:pt x="60" y="97"/>
                      <a:pt x="58" y="98"/>
                    </a:cubicBezTo>
                    <a:cubicBezTo>
                      <a:pt x="16" y="141"/>
                      <a:pt x="16" y="141"/>
                      <a:pt x="16" y="141"/>
                    </a:cubicBezTo>
                    <a:cubicBezTo>
                      <a:pt x="16" y="48"/>
                      <a:pt x="16" y="48"/>
                      <a:pt x="16" y="48"/>
                    </a:cubicBezTo>
                    <a:lnTo>
                      <a:pt x="208" y="48"/>
                    </a:lnTo>
                    <a:close/>
                    <a:moveTo>
                      <a:pt x="16" y="163"/>
                    </a:moveTo>
                    <a:cubicBezTo>
                      <a:pt x="64" y="116"/>
                      <a:pt x="64" y="116"/>
                      <a:pt x="64" y="116"/>
                    </a:cubicBezTo>
                    <a:cubicBezTo>
                      <a:pt x="114" y="173"/>
                      <a:pt x="114" y="173"/>
                      <a:pt x="114" y="173"/>
                    </a:cubicBezTo>
                    <a:cubicBezTo>
                      <a:pt x="117" y="176"/>
                      <a:pt x="121" y="177"/>
                      <a:pt x="124" y="175"/>
                    </a:cubicBezTo>
                    <a:cubicBezTo>
                      <a:pt x="159" y="154"/>
                      <a:pt x="159" y="154"/>
                      <a:pt x="159" y="154"/>
                    </a:cubicBezTo>
                    <a:cubicBezTo>
                      <a:pt x="204" y="192"/>
                      <a:pt x="204" y="192"/>
                      <a:pt x="204" y="192"/>
                    </a:cubicBezTo>
                    <a:cubicBezTo>
                      <a:pt x="16" y="192"/>
                      <a:pt x="16" y="192"/>
                      <a:pt x="16" y="192"/>
                    </a:cubicBezTo>
                    <a:lnTo>
                      <a:pt x="16" y="163"/>
                    </a:lnTo>
                    <a:close/>
                    <a:moveTo>
                      <a:pt x="240" y="160"/>
                    </a:moveTo>
                    <a:cubicBezTo>
                      <a:pt x="224" y="160"/>
                      <a:pt x="224" y="160"/>
                      <a:pt x="224" y="160"/>
                    </a:cubicBezTo>
                    <a:cubicBezTo>
                      <a:pt x="224" y="40"/>
                      <a:pt x="224" y="40"/>
                      <a:pt x="224" y="40"/>
                    </a:cubicBezTo>
                    <a:cubicBezTo>
                      <a:pt x="224" y="36"/>
                      <a:pt x="220" y="32"/>
                      <a:pt x="216" y="32"/>
                    </a:cubicBezTo>
                    <a:cubicBezTo>
                      <a:pt x="48" y="32"/>
                      <a:pt x="48" y="32"/>
                      <a:pt x="48" y="32"/>
                    </a:cubicBezTo>
                    <a:cubicBezTo>
                      <a:pt x="48" y="16"/>
                      <a:pt x="48" y="16"/>
                      <a:pt x="48" y="16"/>
                    </a:cubicBezTo>
                    <a:cubicBezTo>
                      <a:pt x="240" y="16"/>
                      <a:pt x="240" y="16"/>
                      <a:pt x="240" y="16"/>
                    </a:cubicBezTo>
                    <a:lnTo>
                      <a:pt x="240"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44" name="Freeform 43"/>
              <p:cNvSpPr>
                <a:spLocks noEditPoints="1"/>
              </p:cNvSpPr>
              <p:nvPr/>
            </p:nvSpPr>
            <p:spPr bwMode="auto">
              <a:xfrm>
                <a:off x="6481274" y="2531633"/>
                <a:ext cx="83858" cy="85169"/>
              </a:xfrm>
              <a:custGeom>
                <a:avLst/>
                <a:gdLst>
                  <a:gd name="T0" fmla="*/ 28 w 56"/>
                  <a:gd name="T1" fmla="*/ 56 h 56"/>
                  <a:gd name="T2" fmla="*/ 56 w 56"/>
                  <a:gd name="T3" fmla="*/ 28 h 56"/>
                  <a:gd name="T4" fmla="*/ 28 w 56"/>
                  <a:gd name="T5" fmla="*/ 0 h 56"/>
                  <a:gd name="T6" fmla="*/ 0 w 56"/>
                  <a:gd name="T7" fmla="*/ 28 h 56"/>
                  <a:gd name="T8" fmla="*/ 28 w 56"/>
                  <a:gd name="T9" fmla="*/ 56 h 56"/>
                  <a:gd name="T10" fmla="*/ 28 w 56"/>
                  <a:gd name="T11" fmla="*/ 16 h 56"/>
                  <a:gd name="T12" fmla="*/ 40 w 56"/>
                  <a:gd name="T13" fmla="*/ 28 h 56"/>
                  <a:gd name="T14" fmla="*/ 28 w 56"/>
                  <a:gd name="T15" fmla="*/ 40 h 56"/>
                  <a:gd name="T16" fmla="*/ 16 w 56"/>
                  <a:gd name="T17" fmla="*/ 28 h 56"/>
                  <a:gd name="T18" fmla="*/ 28 w 56"/>
                  <a:gd name="T19" fmla="*/ 1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56"/>
                    </a:moveTo>
                    <a:cubicBezTo>
                      <a:pt x="43" y="56"/>
                      <a:pt x="56" y="43"/>
                      <a:pt x="56" y="28"/>
                    </a:cubicBezTo>
                    <a:cubicBezTo>
                      <a:pt x="56" y="13"/>
                      <a:pt x="43" y="0"/>
                      <a:pt x="28" y="0"/>
                    </a:cubicBezTo>
                    <a:cubicBezTo>
                      <a:pt x="13" y="0"/>
                      <a:pt x="0" y="13"/>
                      <a:pt x="0" y="28"/>
                    </a:cubicBezTo>
                    <a:cubicBezTo>
                      <a:pt x="0" y="43"/>
                      <a:pt x="13" y="56"/>
                      <a:pt x="28" y="56"/>
                    </a:cubicBezTo>
                    <a:close/>
                    <a:moveTo>
                      <a:pt x="28" y="16"/>
                    </a:moveTo>
                    <a:cubicBezTo>
                      <a:pt x="35" y="16"/>
                      <a:pt x="40" y="21"/>
                      <a:pt x="40" y="28"/>
                    </a:cubicBezTo>
                    <a:cubicBezTo>
                      <a:pt x="40" y="35"/>
                      <a:pt x="35" y="40"/>
                      <a:pt x="28" y="40"/>
                    </a:cubicBezTo>
                    <a:cubicBezTo>
                      <a:pt x="21" y="40"/>
                      <a:pt x="16" y="35"/>
                      <a:pt x="16" y="28"/>
                    </a:cubicBezTo>
                    <a:cubicBezTo>
                      <a:pt x="16" y="21"/>
                      <a:pt x="21" y="16"/>
                      <a:pt x="2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grpSp>
      <p:grpSp>
        <p:nvGrpSpPr>
          <p:cNvPr id="45" name="Group 44"/>
          <p:cNvGrpSpPr/>
          <p:nvPr/>
        </p:nvGrpSpPr>
        <p:grpSpPr>
          <a:xfrm>
            <a:off x="6174809" y="3720269"/>
            <a:ext cx="823913" cy="823913"/>
            <a:chOff x="6114436" y="3954719"/>
            <a:chExt cx="823913" cy="823913"/>
          </a:xfrm>
        </p:grpSpPr>
        <p:sp>
          <p:nvSpPr>
            <p:cNvPr id="46" name="Oval 68"/>
            <p:cNvSpPr>
              <a:spLocks noChangeArrowheads="1"/>
            </p:cNvSpPr>
            <p:nvPr/>
          </p:nvSpPr>
          <p:spPr bwMode="auto">
            <a:xfrm>
              <a:off x="6114436" y="3954719"/>
              <a:ext cx="823913" cy="823913"/>
            </a:xfrm>
            <a:prstGeom prst="ellipse">
              <a:avLst/>
            </a:prstGeom>
            <a:solidFill>
              <a:schemeClr val="accent6"/>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nvGrpSpPr>
            <p:cNvPr id="47" name="Group 46"/>
            <p:cNvGrpSpPr/>
            <p:nvPr/>
          </p:nvGrpSpPr>
          <p:grpSpPr>
            <a:xfrm>
              <a:off x="6350454" y="4159239"/>
              <a:ext cx="386534" cy="386534"/>
              <a:chOff x="9753057" y="3268013"/>
              <a:chExt cx="386534" cy="386534"/>
            </a:xfrm>
            <a:solidFill>
              <a:schemeClr val="bg1"/>
            </a:solidFill>
          </p:grpSpPr>
          <p:sp>
            <p:nvSpPr>
              <p:cNvPr id="48" name="Freeform 94"/>
              <p:cNvSpPr>
                <a:spLocks noEditPoints="1"/>
              </p:cNvSpPr>
              <p:nvPr/>
            </p:nvSpPr>
            <p:spPr bwMode="auto">
              <a:xfrm>
                <a:off x="9753057" y="3268013"/>
                <a:ext cx="386534" cy="386534"/>
              </a:xfrm>
              <a:custGeom>
                <a:avLst/>
                <a:gdLst>
                  <a:gd name="T0" fmla="*/ 251 w 256"/>
                  <a:gd name="T1" fmla="*/ 97 h 256"/>
                  <a:gd name="T2" fmla="*/ 216 w 256"/>
                  <a:gd name="T3" fmla="*/ 83 h 256"/>
                  <a:gd name="T4" fmla="*/ 216 w 256"/>
                  <a:gd name="T5" fmla="*/ 8 h 256"/>
                  <a:gd name="T6" fmla="*/ 208 w 256"/>
                  <a:gd name="T7" fmla="*/ 0 h 256"/>
                  <a:gd name="T8" fmla="*/ 48 w 256"/>
                  <a:gd name="T9" fmla="*/ 0 h 256"/>
                  <a:gd name="T10" fmla="*/ 40 w 256"/>
                  <a:gd name="T11" fmla="*/ 8 h 256"/>
                  <a:gd name="T12" fmla="*/ 40 w 256"/>
                  <a:gd name="T13" fmla="*/ 83 h 256"/>
                  <a:gd name="T14" fmla="*/ 5 w 256"/>
                  <a:gd name="T15" fmla="*/ 97 h 256"/>
                  <a:gd name="T16" fmla="*/ 0 w 256"/>
                  <a:gd name="T17" fmla="*/ 104 h 256"/>
                  <a:gd name="T18" fmla="*/ 0 w 256"/>
                  <a:gd name="T19" fmla="*/ 104 h 256"/>
                  <a:gd name="T20" fmla="*/ 0 w 256"/>
                  <a:gd name="T21" fmla="*/ 248 h 256"/>
                  <a:gd name="T22" fmla="*/ 8 w 256"/>
                  <a:gd name="T23" fmla="*/ 256 h 256"/>
                  <a:gd name="T24" fmla="*/ 248 w 256"/>
                  <a:gd name="T25" fmla="*/ 256 h 256"/>
                  <a:gd name="T26" fmla="*/ 256 w 256"/>
                  <a:gd name="T27" fmla="*/ 248 h 256"/>
                  <a:gd name="T28" fmla="*/ 256 w 256"/>
                  <a:gd name="T29" fmla="*/ 104 h 256"/>
                  <a:gd name="T30" fmla="*/ 256 w 256"/>
                  <a:gd name="T31" fmla="*/ 104 h 256"/>
                  <a:gd name="T32" fmla="*/ 251 w 256"/>
                  <a:gd name="T33" fmla="*/ 97 h 256"/>
                  <a:gd name="T34" fmla="*/ 232 w 256"/>
                  <a:gd name="T35" fmla="*/ 106 h 256"/>
                  <a:gd name="T36" fmla="*/ 216 w 256"/>
                  <a:gd name="T37" fmla="*/ 116 h 256"/>
                  <a:gd name="T38" fmla="*/ 216 w 256"/>
                  <a:gd name="T39" fmla="*/ 100 h 256"/>
                  <a:gd name="T40" fmla="*/ 232 w 256"/>
                  <a:gd name="T41" fmla="*/ 106 h 256"/>
                  <a:gd name="T42" fmla="*/ 200 w 256"/>
                  <a:gd name="T43" fmla="*/ 16 h 256"/>
                  <a:gd name="T44" fmla="*/ 200 w 256"/>
                  <a:gd name="T45" fmla="*/ 88 h 256"/>
                  <a:gd name="T46" fmla="*/ 200 w 256"/>
                  <a:gd name="T47" fmla="*/ 88 h 256"/>
                  <a:gd name="T48" fmla="*/ 200 w 256"/>
                  <a:gd name="T49" fmla="*/ 126 h 256"/>
                  <a:gd name="T50" fmla="*/ 128 w 256"/>
                  <a:gd name="T51" fmla="*/ 171 h 256"/>
                  <a:gd name="T52" fmla="*/ 56 w 256"/>
                  <a:gd name="T53" fmla="*/ 126 h 256"/>
                  <a:gd name="T54" fmla="*/ 56 w 256"/>
                  <a:gd name="T55" fmla="*/ 88 h 256"/>
                  <a:gd name="T56" fmla="*/ 56 w 256"/>
                  <a:gd name="T57" fmla="*/ 88 h 256"/>
                  <a:gd name="T58" fmla="*/ 56 w 256"/>
                  <a:gd name="T59" fmla="*/ 16 h 256"/>
                  <a:gd name="T60" fmla="*/ 200 w 256"/>
                  <a:gd name="T61" fmla="*/ 16 h 256"/>
                  <a:gd name="T62" fmla="*/ 40 w 256"/>
                  <a:gd name="T63" fmla="*/ 116 h 256"/>
                  <a:gd name="T64" fmla="*/ 24 w 256"/>
                  <a:gd name="T65" fmla="*/ 106 h 256"/>
                  <a:gd name="T66" fmla="*/ 40 w 256"/>
                  <a:gd name="T67" fmla="*/ 100 h 256"/>
                  <a:gd name="T68" fmla="*/ 40 w 256"/>
                  <a:gd name="T69" fmla="*/ 116 h 256"/>
                  <a:gd name="T70" fmla="*/ 16 w 256"/>
                  <a:gd name="T71" fmla="*/ 240 h 256"/>
                  <a:gd name="T72" fmla="*/ 16 w 256"/>
                  <a:gd name="T73" fmla="*/ 120 h 256"/>
                  <a:gd name="T74" fmla="*/ 124 w 256"/>
                  <a:gd name="T75" fmla="*/ 187 h 256"/>
                  <a:gd name="T76" fmla="*/ 128 w 256"/>
                  <a:gd name="T77" fmla="*/ 188 h 256"/>
                  <a:gd name="T78" fmla="*/ 132 w 256"/>
                  <a:gd name="T79" fmla="*/ 187 h 256"/>
                  <a:gd name="T80" fmla="*/ 240 w 256"/>
                  <a:gd name="T81" fmla="*/ 120 h 256"/>
                  <a:gd name="T82" fmla="*/ 240 w 256"/>
                  <a:gd name="T83" fmla="*/ 240 h 256"/>
                  <a:gd name="T84" fmla="*/ 16 w 256"/>
                  <a:gd name="T85" fmla="*/ 24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6" h="256">
                    <a:moveTo>
                      <a:pt x="251" y="97"/>
                    </a:moveTo>
                    <a:cubicBezTo>
                      <a:pt x="216" y="83"/>
                      <a:pt x="216" y="83"/>
                      <a:pt x="216" y="83"/>
                    </a:cubicBezTo>
                    <a:cubicBezTo>
                      <a:pt x="216" y="8"/>
                      <a:pt x="216" y="8"/>
                      <a:pt x="216" y="8"/>
                    </a:cubicBezTo>
                    <a:cubicBezTo>
                      <a:pt x="216" y="4"/>
                      <a:pt x="212" y="0"/>
                      <a:pt x="208" y="0"/>
                    </a:cubicBezTo>
                    <a:cubicBezTo>
                      <a:pt x="48" y="0"/>
                      <a:pt x="48" y="0"/>
                      <a:pt x="48" y="0"/>
                    </a:cubicBezTo>
                    <a:cubicBezTo>
                      <a:pt x="44" y="0"/>
                      <a:pt x="40" y="4"/>
                      <a:pt x="40" y="8"/>
                    </a:cubicBezTo>
                    <a:cubicBezTo>
                      <a:pt x="40" y="83"/>
                      <a:pt x="40" y="83"/>
                      <a:pt x="40" y="83"/>
                    </a:cubicBezTo>
                    <a:cubicBezTo>
                      <a:pt x="5" y="97"/>
                      <a:pt x="5" y="97"/>
                      <a:pt x="5" y="97"/>
                    </a:cubicBezTo>
                    <a:cubicBezTo>
                      <a:pt x="2" y="98"/>
                      <a:pt x="0" y="101"/>
                      <a:pt x="0" y="104"/>
                    </a:cubicBezTo>
                    <a:cubicBezTo>
                      <a:pt x="0" y="104"/>
                      <a:pt x="0" y="104"/>
                      <a:pt x="0" y="104"/>
                    </a:cubicBezTo>
                    <a:cubicBezTo>
                      <a:pt x="0" y="248"/>
                      <a:pt x="0" y="248"/>
                      <a:pt x="0" y="248"/>
                    </a:cubicBezTo>
                    <a:cubicBezTo>
                      <a:pt x="0" y="252"/>
                      <a:pt x="4" y="256"/>
                      <a:pt x="8" y="256"/>
                    </a:cubicBezTo>
                    <a:cubicBezTo>
                      <a:pt x="248" y="256"/>
                      <a:pt x="248" y="256"/>
                      <a:pt x="248" y="256"/>
                    </a:cubicBezTo>
                    <a:cubicBezTo>
                      <a:pt x="252" y="256"/>
                      <a:pt x="256" y="252"/>
                      <a:pt x="256" y="248"/>
                    </a:cubicBezTo>
                    <a:cubicBezTo>
                      <a:pt x="256" y="104"/>
                      <a:pt x="256" y="104"/>
                      <a:pt x="256" y="104"/>
                    </a:cubicBezTo>
                    <a:cubicBezTo>
                      <a:pt x="256" y="104"/>
                      <a:pt x="256" y="104"/>
                      <a:pt x="256" y="104"/>
                    </a:cubicBezTo>
                    <a:cubicBezTo>
                      <a:pt x="256" y="101"/>
                      <a:pt x="254" y="98"/>
                      <a:pt x="251" y="97"/>
                    </a:cubicBezTo>
                    <a:close/>
                    <a:moveTo>
                      <a:pt x="232" y="106"/>
                    </a:moveTo>
                    <a:cubicBezTo>
                      <a:pt x="216" y="116"/>
                      <a:pt x="216" y="116"/>
                      <a:pt x="216" y="116"/>
                    </a:cubicBezTo>
                    <a:cubicBezTo>
                      <a:pt x="216" y="100"/>
                      <a:pt x="216" y="100"/>
                      <a:pt x="216" y="100"/>
                    </a:cubicBezTo>
                    <a:lnTo>
                      <a:pt x="232" y="106"/>
                    </a:lnTo>
                    <a:close/>
                    <a:moveTo>
                      <a:pt x="200" y="16"/>
                    </a:moveTo>
                    <a:cubicBezTo>
                      <a:pt x="200" y="88"/>
                      <a:pt x="200" y="88"/>
                      <a:pt x="200" y="88"/>
                    </a:cubicBezTo>
                    <a:cubicBezTo>
                      <a:pt x="200" y="88"/>
                      <a:pt x="200" y="88"/>
                      <a:pt x="200" y="88"/>
                    </a:cubicBezTo>
                    <a:cubicBezTo>
                      <a:pt x="200" y="126"/>
                      <a:pt x="200" y="126"/>
                      <a:pt x="200" y="126"/>
                    </a:cubicBezTo>
                    <a:cubicBezTo>
                      <a:pt x="128" y="171"/>
                      <a:pt x="128" y="171"/>
                      <a:pt x="128" y="171"/>
                    </a:cubicBezTo>
                    <a:cubicBezTo>
                      <a:pt x="56" y="126"/>
                      <a:pt x="56" y="126"/>
                      <a:pt x="56" y="126"/>
                    </a:cubicBezTo>
                    <a:cubicBezTo>
                      <a:pt x="56" y="88"/>
                      <a:pt x="56" y="88"/>
                      <a:pt x="56" y="88"/>
                    </a:cubicBezTo>
                    <a:cubicBezTo>
                      <a:pt x="56" y="88"/>
                      <a:pt x="56" y="88"/>
                      <a:pt x="56" y="88"/>
                    </a:cubicBezTo>
                    <a:cubicBezTo>
                      <a:pt x="56" y="16"/>
                      <a:pt x="56" y="16"/>
                      <a:pt x="56" y="16"/>
                    </a:cubicBezTo>
                    <a:lnTo>
                      <a:pt x="200" y="16"/>
                    </a:lnTo>
                    <a:close/>
                    <a:moveTo>
                      <a:pt x="40" y="116"/>
                    </a:moveTo>
                    <a:cubicBezTo>
                      <a:pt x="24" y="106"/>
                      <a:pt x="24" y="106"/>
                      <a:pt x="24" y="106"/>
                    </a:cubicBezTo>
                    <a:cubicBezTo>
                      <a:pt x="40" y="100"/>
                      <a:pt x="40" y="100"/>
                      <a:pt x="40" y="100"/>
                    </a:cubicBezTo>
                    <a:lnTo>
                      <a:pt x="40" y="116"/>
                    </a:lnTo>
                    <a:close/>
                    <a:moveTo>
                      <a:pt x="16" y="240"/>
                    </a:moveTo>
                    <a:cubicBezTo>
                      <a:pt x="16" y="120"/>
                      <a:pt x="16" y="120"/>
                      <a:pt x="16" y="120"/>
                    </a:cubicBezTo>
                    <a:cubicBezTo>
                      <a:pt x="124" y="187"/>
                      <a:pt x="124" y="187"/>
                      <a:pt x="124" y="187"/>
                    </a:cubicBezTo>
                    <a:cubicBezTo>
                      <a:pt x="125" y="188"/>
                      <a:pt x="127" y="188"/>
                      <a:pt x="128" y="188"/>
                    </a:cubicBezTo>
                    <a:cubicBezTo>
                      <a:pt x="129" y="188"/>
                      <a:pt x="131" y="188"/>
                      <a:pt x="132" y="187"/>
                    </a:cubicBezTo>
                    <a:cubicBezTo>
                      <a:pt x="240" y="120"/>
                      <a:pt x="240" y="120"/>
                      <a:pt x="240" y="120"/>
                    </a:cubicBezTo>
                    <a:cubicBezTo>
                      <a:pt x="240" y="240"/>
                      <a:pt x="240" y="240"/>
                      <a:pt x="240" y="240"/>
                    </a:cubicBezTo>
                    <a:lnTo>
                      <a:pt x="16"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49" name="Freeform 95"/>
              <p:cNvSpPr>
                <a:spLocks/>
              </p:cNvSpPr>
              <p:nvPr/>
            </p:nvSpPr>
            <p:spPr bwMode="auto">
              <a:xfrm>
                <a:off x="9958772" y="3316494"/>
                <a:ext cx="72066" cy="24895"/>
              </a:xfrm>
              <a:custGeom>
                <a:avLst/>
                <a:gdLst>
                  <a:gd name="T0" fmla="*/ 8 w 48"/>
                  <a:gd name="T1" fmla="*/ 16 h 16"/>
                  <a:gd name="T2" fmla="*/ 40 w 48"/>
                  <a:gd name="T3" fmla="*/ 16 h 16"/>
                  <a:gd name="T4" fmla="*/ 48 w 48"/>
                  <a:gd name="T5" fmla="*/ 8 h 16"/>
                  <a:gd name="T6" fmla="*/ 40 w 48"/>
                  <a:gd name="T7" fmla="*/ 0 h 16"/>
                  <a:gd name="T8" fmla="*/ 8 w 48"/>
                  <a:gd name="T9" fmla="*/ 0 h 16"/>
                  <a:gd name="T10" fmla="*/ 0 w 48"/>
                  <a:gd name="T11" fmla="*/ 8 h 16"/>
                  <a:gd name="T12" fmla="*/ 8 w 48"/>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48" h="16">
                    <a:moveTo>
                      <a:pt x="8" y="16"/>
                    </a:moveTo>
                    <a:cubicBezTo>
                      <a:pt x="40" y="16"/>
                      <a:pt x="40" y="16"/>
                      <a:pt x="40" y="16"/>
                    </a:cubicBezTo>
                    <a:cubicBezTo>
                      <a:pt x="44" y="16"/>
                      <a:pt x="48" y="12"/>
                      <a:pt x="48" y="8"/>
                    </a:cubicBezTo>
                    <a:cubicBezTo>
                      <a:pt x="48" y="4"/>
                      <a:pt x="44" y="0"/>
                      <a:pt x="40"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50" name="Freeform 96"/>
              <p:cNvSpPr>
                <a:spLocks/>
              </p:cNvSpPr>
              <p:nvPr/>
            </p:nvSpPr>
            <p:spPr bwMode="auto">
              <a:xfrm>
                <a:off x="9861811" y="3364974"/>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sp>
            <p:nvSpPr>
              <p:cNvPr id="51" name="Freeform 97"/>
              <p:cNvSpPr>
                <a:spLocks/>
              </p:cNvSpPr>
              <p:nvPr/>
            </p:nvSpPr>
            <p:spPr bwMode="auto">
              <a:xfrm>
                <a:off x="9861811" y="3413455"/>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7E7E7E"/>
                  </a:solidFill>
                  <a:latin typeface="Calibri" panose="020F0502020204030204"/>
                  <a:cs typeface="Simplified Arabic" panose="02020603050405020304" pitchFamily="18" charset="-78"/>
                </a:endParaRPr>
              </a:p>
            </p:txBody>
          </p:sp>
        </p:grpSp>
      </p:gr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1576753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17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644235" y="346366"/>
            <a:ext cx="11159837" cy="828098"/>
          </a:xfrm>
        </p:spPr>
        <p:txBody>
          <a:bodyPr>
            <a:normAutofit/>
          </a:bodyPr>
          <a:lstStyle/>
          <a:p>
            <a:pPr lvl="0" algn="r" rtl="1"/>
            <a:r>
              <a:rPr lang="ar-SA" u="sng" dirty="0">
                <a:solidFill>
                  <a:schemeClr val="tx1"/>
                </a:solidFill>
              </a:rPr>
              <a:t>‌ب.	موقع تيد </a:t>
            </a:r>
            <a:r>
              <a:rPr lang="en-US" u="sng" dirty="0">
                <a:solidFill>
                  <a:schemeClr val="tx1"/>
                </a:solidFill>
              </a:rPr>
              <a:t>TED </a:t>
            </a:r>
            <a:r>
              <a:rPr lang="ar-SA" u="sng" dirty="0">
                <a:solidFill>
                  <a:schemeClr val="tx1"/>
                </a:solidFill>
              </a:rPr>
              <a:t>والتعليم</a:t>
            </a:r>
            <a:endParaRPr lang="en-US" u="sng" dirty="0">
              <a:solidFill>
                <a:schemeClr val="tx1"/>
              </a:solidFill>
            </a:endParaRPr>
          </a:p>
        </p:txBody>
      </p:sp>
      <p:grpSp>
        <p:nvGrpSpPr>
          <p:cNvPr id="228" name="Group 227"/>
          <p:cNvGrpSpPr/>
          <p:nvPr/>
        </p:nvGrpSpPr>
        <p:grpSpPr>
          <a:xfrm>
            <a:off x="1881118" y="1679121"/>
            <a:ext cx="2089231" cy="4401642"/>
            <a:chOff x="2701175" y="2061936"/>
            <a:chExt cx="1772241" cy="3733800"/>
          </a:xfrm>
        </p:grpSpPr>
        <p:pic>
          <p:nvPicPr>
            <p:cNvPr id="6"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10996" y="5414736"/>
              <a:ext cx="16192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Freeform 130"/>
            <p:cNvSpPr>
              <a:spLocks/>
            </p:cNvSpPr>
            <p:nvPr/>
          </p:nvSpPr>
          <p:spPr bwMode="auto">
            <a:xfrm>
              <a:off x="3095171" y="5316311"/>
              <a:ext cx="431800" cy="203200"/>
            </a:xfrm>
            <a:custGeom>
              <a:avLst/>
              <a:gdLst>
                <a:gd name="T0" fmla="*/ 272 w 272"/>
                <a:gd name="T1" fmla="*/ 54 h 128"/>
                <a:gd name="T2" fmla="*/ 4 w 272"/>
                <a:gd name="T3" fmla="*/ 128 h 128"/>
                <a:gd name="T4" fmla="*/ 0 w 272"/>
                <a:gd name="T5" fmla="*/ 118 h 128"/>
                <a:gd name="T6" fmla="*/ 272 w 272"/>
                <a:gd name="T7" fmla="*/ 0 h 128"/>
                <a:gd name="T8" fmla="*/ 272 w 272"/>
                <a:gd name="T9" fmla="*/ 54 h 128"/>
              </a:gdLst>
              <a:ahLst/>
              <a:cxnLst>
                <a:cxn ang="0">
                  <a:pos x="T0" y="T1"/>
                </a:cxn>
                <a:cxn ang="0">
                  <a:pos x="T2" y="T3"/>
                </a:cxn>
                <a:cxn ang="0">
                  <a:pos x="T4" y="T5"/>
                </a:cxn>
                <a:cxn ang="0">
                  <a:pos x="T6" y="T7"/>
                </a:cxn>
                <a:cxn ang="0">
                  <a:pos x="T8" y="T9"/>
                </a:cxn>
              </a:cxnLst>
              <a:rect l="0" t="0" r="r" b="b"/>
              <a:pathLst>
                <a:path w="272" h="128">
                  <a:moveTo>
                    <a:pt x="272" y="54"/>
                  </a:moveTo>
                  <a:lnTo>
                    <a:pt x="4" y="128"/>
                  </a:lnTo>
                  <a:lnTo>
                    <a:pt x="0" y="118"/>
                  </a:lnTo>
                  <a:lnTo>
                    <a:pt x="272" y="0"/>
                  </a:lnTo>
                  <a:lnTo>
                    <a:pt x="272" y="54"/>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8" name="Freeform 131"/>
            <p:cNvSpPr>
              <a:spLocks/>
            </p:cNvSpPr>
            <p:nvPr/>
          </p:nvSpPr>
          <p:spPr bwMode="auto">
            <a:xfrm>
              <a:off x="3050721" y="5529036"/>
              <a:ext cx="117475" cy="114300"/>
            </a:xfrm>
            <a:custGeom>
              <a:avLst/>
              <a:gdLst>
                <a:gd name="T0" fmla="*/ 74 w 74"/>
                <a:gd name="T1" fmla="*/ 36 h 72"/>
                <a:gd name="T2" fmla="*/ 74 w 74"/>
                <a:gd name="T3" fmla="*/ 36 h 72"/>
                <a:gd name="T4" fmla="*/ 72 w 74"/>
                <a:gd name="T5" fmla="*/ 44 h 72"/>
                <a:gd name="T6" fmla="*/ 70 w 74"/>
                <a:gd name="T7" fmla="*/ 50 h 72"/>
                <a:gd name="T8" fmla="*/ 68 w 74"/>
                <a:gd name="T9" fmla="*/ 56 h 72"/>
                <a:gd name="T10" fmla="*/ 62 w 74"/>
                <a:gd name="T11" fmla="*/ 62 h 72"/>
                <a:gd name="T12" fmla="*/ 58 w 74"/>
                <a:gd name="T13" fmla="*/ 66 h 72"/>
                <a:gd name="T14" fmla="*/ 52 w 74"/>
                <a:gd name="T15" fmla="*/ 70 h 72"/>
                <a:gd name="T16" fmla="*/ 44 w 74"/>
                <a:gd name="T17" fmla="*/ 72 h 72"/>
                <a:gd name="T18" fmla="*/ 36 w 74"/>
                <a:gd name="T19" fmla="*/ 72 h 72"/>
                <a:gd name="T20" fmla="*/ 36 w 74"/>
                <a:gd name="T21" fmla="*/ 72 h 72"/>
                <a:gd name="T22" fmla="*/ 30 w 74"/>
                <a:gd name="T23" fmla="*/ 72 h 72"/>
                <a:gd name="T24" fmla="*/ 22 w 74"/>
                <a:gd name="T25" fmla="*/ 70 h 72"/>
                <a:gd name="T26" fmla="*/ 16 w 74"/>
                <a:gd name="T27" fmla="*/ 66 h 72"/>
                <a:gd name="T28" fmla="*/ 10 w 74"/>
                <a:gd name="T29" fmla="*/ 62 h 72"/>
                <a:gd name="T30" fmla="*/ 6 w 74"/>
                <a:gd name="T31" fmla="*/ 56 h 72"/>
                <a:gd name="T32" fmla="*/ 4 w 74"/>
                <a:gd name="T33" fmla="*/ 50 h 72"/>
                <a:gd name="T34" fmla="*/ 0 w 74"/>
                <a:gd name="T35" fmla="*/ 44 h 72"/>
                <a:gd name="T36" fmla="*/ 0 w 74"/>
                <a:gd name="T37" fmla="*/ 36 h 72"/>
                <a:gd name="T38" fmla="*/ 0 w 74"/>
                <a:gd name="T39" fmla="*/ 36 h 72"/>
                <a:gd name="T40" fmla="*/ 0 w 74"/>
                <a:gd name="T41" fmla="*/ 28 h 72"/>
                <a:gd name="T42" fmla="*/ 4 w 74"/>
                <a:gd name="T43" fmla="*/ 22 h 72"/>
                <a:gd name="T44" fmla="*/ 6 w 74"/>
                <a:gd name="T45" fmla="*/ 16 h 72"/>
                <a:gd name="T46" fmla="*/ 10 w 74"/>
                <a:gd name="T47" fmla="*/ 10 h 72"/>
                <a:gd name="T48" fmla="*/ 16 w 74"/>
                <a:gd name="T49" fmla="*/ 6 h 72"/>
                <a:gd name="T50" fmla="*/ 22 w 74"/>
                <a:gd name="T51" fmla="*/ 2 h 72"/>
                <a:gd name="T52" fmla="*/ 30 w 74"/>
                <a:gd name="T53" fmla="*/ 0 h 72"/>
                <a:gd name="T54" fmla="*/ 36 w 74"/>
                <a:gd name="T55" fmla="*/ 0 h 72"/>
                <a:gd name="T56" fmla="*/ 36 w 74"/>
                <a:gd name="T57" fmla="*/ 0 h 72"/>
                <a:gd name="T58" fmla="*/ 44 w 74"/>
                <a:gd name="T59" fmla="*/ 0 h 72"/>
                <a:gd name="T60" fmla="*/ 52 w 74"/>
                <a:gd name="T61" fmla="*/ 2 h 72"/>
                <a:gd name="T62" fmla="*/ 58 w 74"/>
                <a:gd name="T63" fmla="*/ 6 h 72"/>
                <a:gd name="T64" fmla="*/ 62 w 74"/>
                <a:gd name="T65" fmla="*/ 10 h 72"/>
                <a:gd name="T66" fmla="*/ 68 w 74"/>
                <a:gd name="T67" fmla="*/ 16 h 72"/>
                <a:gd name="T68" fmla="*/ 70 w 74"/>
                <a:gd name="T69" fmla="*/ 22 h 72"/>
                <a:gd name="T70" fmla="*/ 72 w 74"/>
                <a:gd name="T71" fmla="*/ 28 h 72"/>
                <a:gd name="T72" fmla="*/ 74 w 74"/>
                <a:gd name="T73" fmla="*/ 36 h 72"/>
                <a:gd name="T74" fmla="*/ 74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74" y="36"/>
                  </a:moveTo>
                  <a:lnTo>
                    <a:pt x="74" y="36"/>
                  </a:lnTo>
                  <a:lnTo>
                    <a:pt x="72" y="44"/>
                  </a:lnTo>
                  <a:lnTo>
                    <a:pt x="70" y="50"/>
                  </a:lnTo>
                  <a:lnTo>
                    <a:pt x="68" y="56"/>
                  </a:lnTo>
                  <a:lnTo>
                    <a:pt x="62" y="62"/>
                  </a:lnTo>
                  <a:lnTo>
                    <a:pt x="58" y="66"/>
                  </a:lnTo>
                  <a:lnTo>
                    <a:pt x="52" y="70"/>
                  </a:lnTo>
                  <a:lnTo>
                    <a:pt x="44" y="72"/>
                  </a:lnTo>
                  <a:lnTo>
                    <a:pt x="36" y="72"/>
                  </a:lnTo>
                  <a:lnTo>
                    <a:pt x="36" y="72"/>
                  </a:lnTo>
                  <a:lnTo>
                    <a:pt x="30" y="72"/>
                  </a:lnTo>
                  <a:lnTo>
                    <a:pt x="22" y="70"/>
                  </a:lnTo>
                  <a:lnTo>
                    <a:pt x="16" y="66"/>
                  </a:lnTo>
                  <a:lnTo>
                    <a:pt x="10" y="62"/>
                  </a:lnTo>
                  <a:lnTo>
                    <a:pt x="6" y="56"/>
                  </a:lnTo>
                  <a:lnTo>
                    <a:pt x="4" y="50"/>
                  </a:lnTo>
                  <a:lnTo>
                    <a:pt x="0" y="44"/>
                  </a:lnTo>
                  <a:lnTo>
                    <a:pt x="0" y="36"/>
                  </a:lnTo>
                  <a:lnTo>
                    <a:pt x="0" y="36"/>
                  </a:lnTo>
                  <a:lnTo>
                    <a:pt x="0" y="28"/>
                  </a:lnTo>
                  <a:lnTo>
                    <a:pt x="4" y="22"/>
                  </a:lnTo>
                  <a:lnTo>
                    <a:pt x="6" y="16"/>
                  </a:lnTo>
                  <a:lnTo>
                    <a:pt x="10" y="10"/>
                  </a:lnTo>
                  <a:lnTo>
                    <a:pt x="16" y="6"/>
                  </a:lnTo>
                  <a:lnTo>
                    <a:pt x="22" y="2"/>
                  </a:lnTo>
                  <a:lnTo>
                    <a:pt x="30" y="0"/>
                  </a:lnTo>
                  <a:lnTo>
                    <a:pt x="36" y="0"/>
                  </a:lnTo>
                  <a:lnTo>
                    <a:pt x="36" y="0"/>
                  </a:lnTo>
                  <a:lnTo>
                    <a:pt x="44" y="0"/>
                  </a:lnTo>
                  <a:lnTo>
                    <a:pt x="52" y="2"/>
                  </a:lnTo>
                  <a:lnTo>
                    <a:pt x="58" y="6"/>
                  </a:lnTo>
                  <a:lnTo>
                    <a:pt x="62" y="10"/>
                  </a:lnTo>
                  <a:lnTo>
                    <a:pt x="68" y="16"/>
                  </a:lnTo>
                  <a:lnTo>
                    <a:pt x="70" y="22"/>
                  </a:lnTo>
                  <a:lnTo>
                    <a:pt x="72" y="28"/>
                  </a:lnTo>
                  <a:lnTo>
                    <a:pt x="74" y="36"/>
                  </a:lnTo>
                  <a:lnTo>
                    <a:pt x="74"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9" name="Freeform 132"/>
            <p:cNvSpPr>
              <a:spLocks/>
            </p:cNvSpPr>
            <p:nvPr/>
          </p:nvSpPr>
          <p:spPr bwMode="auto">
            <a:xfrm>
              <a:off x="3063421" y="5541736"/>
              <a:ext cx="92075" cy="92075"/>
            </a:xfrm>
            <a:custGeom>
              <a:avLst/>
              <a:gdLst>
                <a:gd name="T0" fmla="*/ 58 w 58"/>
                <a:gd name="T1" fmla="*/ 28 h 58"/>
                <a:gd name="T2" fmla="*/ 58 w 58"/>
                <a:gd name="T3" fmla="*/ 28 h 58"/>
                <a:gd name="T4" fmla="*/ 56 w 58"/>
                <a:gd name="T5" fmla="*/ 40 h 58"/>
                <a:gd name="T6" fmla="*/ 50 w 58"/>
                <a:gd name="T7" fmla="*/ 48 h 58"/>
                <a:gd name="T8" fmla="*/ 40 w 58"/>
                <a:gd name="T9" fmla="*/ 54 h 58"/>
                <a:gd name="T10" fmla="*/ 28 w 58"/>
                <a:gd name="T11" fmla="*/ 58 h 58"/>
                <a:gd name="T12" fmla="*/ 28 w 58"/>
                <a:gd name="T13" fmla="*/ 58 h 58"/>
                <a:gd name="T14" fmla="*/ 18 w 58"/>
                <a:gd name="T15" fmla="*/ 54 h 58"/>
                <a:gd name="T16" fmla="*/ 8 w 58"/>
                <a:gd name="T17" fmla="*/ 48 h 58"/>
                <a:gd name="T18" fmla="*/ 2 w 58"/>
                <a:gd name="T19" fmla="*/ 40 h 58"/>
                <a:gd name="T20" fmla="*/ 0 w 58"/>
                <a:gd name="T21" fmla="*/ 28 h 58"/>
                <a:gd name="T22" fmla="*/ 0 w 58"/>
                <a:gd name="T23" fmla="*/ 28 h 58"/>
                <a:gd name="T24" fmla="*/ 2 w 58"/>
                <a:gd name="T25" fmla="*/ 18 h 58"/>
                <a:gd name="T26" fmla="*/ 8 w 58"/>
                <a:gd name="T27" fmla="*/ 8 h 58"/>
                <a:gd name="T28" fmla="*/ 18 w 58"/>
                <a:gd name="T29" fmla="*/ 2 h 58"/>
                <a:gd name="T30" fmla="*/ 28 w 58"/>
                <a:gd name="T31" fmla="*/ 0 h 58"/>
                <a:gd name="T32" fmla="*/ 28 w 58"/>
                <a:gd name="T33" fmla="*/ 0 h 58"/>
                <a:gd name="T34" fmla="*/ 40 w 58"/>
                <a:gd name="T35" fmla="*/ 2 h 58"/>
                <a:gd name="T36" fmla="*/ 50 w 58"/>
                <a:gd name="T37" fmla="*/ 8 h 58"/>
                <a:gd name="T38" fmla="*/ 56 w 58"/>
                <a:gd name="T39" fmla="*/ 18 h 58"/>
                <a:gd name="T40" fmla="*/ 58 w 58"/>
                <a:gd name="T41" fmla="*/ 28 h 58"/>
                <a:gd name="T42" fmla="*/ 58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58" y="28"/>
                  </a:moveTo>
                  <a:lnTo>
                    <a:pt x="58" y="28"/>
                  </a:lnTo>
                  <a:lnTo>
                    <a:pt x="56" y="40"/>
                  </a:lnTo>
                  <a:lnTo>
                    <a:pt x="50" y="48"/>
                  </a:lnTo>
                  <a:lnTo>
                    <a:pt x="40" y="54"/>
                  </a:lnTo>
                  <a:lnTo>
                    <a:pt x="28" y="58"/>
                  </a:lnTo>
                  <a:lnTo>
                    <a:pt x="28" y="58"/>
                  </a:lnTo>
                  <a:lnTo>
                    <a:pt x="18" y="54"/>
                  </a:lnTo>
                  <a:lnTo>
                    <a:pt x="8" y="48"/>
                  </a:lnTo>
                  <a:lnTo>
                    <a:pt x="2" y="40"/>
                  </a:lnTo>
                  <a:lnTo>
                    <a:pt x="0" y="28"/>
                  </a:lnTo>
                  <a:lnTo>
                    <a:pt x="0" y="28"/>
                  </a:lnTo>
                  <a:lnTo>
                    <a:pt x="2" y="18"/>
                  </a:lnTo>
                  <a:lnTo>
                    <a:pt x="8" y="8"/>
                  </a:lnTo>
                  <a:lnTo>
                    <a:pt x="18" y="2"/>
                  </a:lnTo>
                  <a:lnTo>
                    <a:pt x="28" y="0"/>
                  </a:lnTo>
                  <a:lnTo>
                    <a:pt x="28" y="0"/>
                  </a:lnTo>
                  <a:lnTo>
                    <a:pt x="40" y="2"/>
                  </a:lnTo>
                  <a:lnTo>
                    <a:pt x="50" y="8"/>
                  </a:lnTo>
                  <a:lnTo>
                    <a:pt x="56" y="18"/>
                  </a:lnTo>
                  <a:lnTo>
                    <a:pt x="58" y="28"/>
                  </a:lnTo>
                  <a:lnTo>
                    <a:pt x="58"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0" name="Freeform 133"/>
            <p:cNvSpPr>
              <a:spLocks/>
            </p:cNvSpPr>
            <p:nvPr/>
          </p:nvSpPr>
          <p:spPr bwMode="auto">
            <a:xfrm>
              <a:off x="3079296" y="5557611"/>
              <a:ext cx="60325" cy="57150"/>
            </a:xfrm>
            <a:custGeom>
              <a:avLst/>
              <a:gdLst>
                <a:gd name="T0" fmla="*/ 38 w 38"/>
                <a:gd name="T1" fmla="*/ 18 h 36"/>
                <a:gd name="T2" fmla="*/ 38 w 38"/>
                <a:gd name="T3" fmla="*/ 18 h 36"/>
                <a:gd name="T4" fmla="*/ 36 w 38"/>
                <a:gd name="T5" fmla="*/ 26 h 36"/>
                <a:gd name="T6" fmla="*/ 32 w 38"/>
                <a:gd name="T7" fmla="*/ 32 h 36"/>
                <a:gd name="T8" fmla="*/ 26 w 38"/>
                <a:gd name="T9" fmla="*/ 36 h 36"/>
                <a:gd name="T10" fmla="*/ 18 w 38"/>
                <a:gd name="T11" fmla="*/ 36 h 36"/>
                <a:gd name="T12" fmla="*/ 18 w 38"/>
                <a:gd name="T13" fmla="*/ 36 h 36"/>
                <a:gd name="T14" fmla="*/ 12 w 38"/>
                <a:gd name="T15" fmla="*/ 36 h 36"/>
                <a:gd name="T16" fmla="*/ 6 w 38"/>
                <a:gd name="T17" fmla="*/ 32 h 36"/>
                <a:gd name="T18" fmla="*/ 2 w 38"/>
                <a:gd name="T19" fmla="*/ 26 h 36"/>
                <a:gd name="T20" fmla="*/ 0 w 38"/>
                <a:gd name="T21" fmla="*/ 18 h 36"/>
                <a:gd name="T22" fmla="*/ 0 w 38"/>
                <a:gd name="T23" fmla="*/ 18 h 36"/>
                <a:gd name="T24" fmla="*/ 2 w 38"/>
                <a:gd name="T25" fmla="*/ 12 h 36"/>
                <a:gd name="T26" fmla="*/ 6 w 38"/>
                <a:gd name="T27" fmla="*/ 6 h 36"/>
                <a:gd name="T28" fmla="*/ 12 w 38"/>
                <a:gd name="T29" fmla="*/ 2 h 36"/>
                <a:gd name="T30" fmla="*/ 18 w 38"/>
                <a:gd name="T31" fmla="*/ 0 h 36"/>
                <a:gd name="T32" fmla="*/ 18 w 38"/>
                <a:gd name="T33" fmla="*/ 0 h 36"/>
                <a:gd name="T34" fmla="*/ 26 w 38"/>
                <a:gd name="T35" fmla="*/ 2 h 36"/>
                <a:gd name="T36" fmla="*/ 32 w 38"/>
                <a:gd name="T37" fmla="*/ 6 h 36"/>
                <a:gd name="T38" fmla="*/ 36 w 38"/>
                <a:gd name="T39" fmla="*/ 12 h 36"/>
                <a:gd name="T40" fmla="*/ 38 w 38"/>
                <a:gd name="T41" fmla="*/ 18 h 36"/>
                <a:gd name="T42" fmla="*/ 38 w 38"/>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36">
                  <a:moveTo>
                    <a:pt x="38" y="18"/>
                  </a:moveTo>
                  <a:lnTo>
                    <a:pt x="38" y="18"/>
                  </a:lnTo>
                  <a:lnTo>
                    <a:pt x="36" y="26"/>
                  </a:lnTo>
                  <a:lnTo>
                    <a:pt x="32" y="32"/>
                  </a:lnTo>
                  <a:lnTo>
                    <a:pt x="26" y="36"/>
                  </a:lnTo>
                  <a:lnTo>
                    <a:pt x="18" y="36"/>
                  </a:lnTo>
                  <a:lnTo>
                    <a:pt x="18" y="36"/>
                  </a:lnTo>
                  <a:lnTo>
                    <a:pt x="12" y="36"/>
                  </a:lnTo>
                  <a:lnTo>
                    <a:pt x="6" y="32"/>
                  </a:lnTo>
                  <a:lnTo>
                    <a:pt x="2" y="26"/>
                  </a:lnTo>
                  <a:lnTo>
                    <a:pt x="0" y="18"/>
                  </a:lnTo>
                  <a:lnTo>
                    <a:pt x="0" y="18"/>
                  </a:lnTo>
                  <a:lnTo>
                    <a:pt x="2" y="12"/>
                  </a:lnTo>
                  <a:lnTo>
                    <a:pt x="6" y="6"/>
                  </a:lnTo>
                  <a:lnTo>
                    <a:pt x="12" y="2"/>
                  </a:lnTo>
                  <a:lnTo>
                    <a:pt x="18" y="0"/>
                  </a:lnTo>
                  <a:lnTo>
                    <a:pt x="18" y="0"/>
                  </a:lnTo>
                  <a:lnTo>
                    <a:pt x="26" y="2"/>
                  </a:lnTo>
                  <a:lnTo>
                    <a:pt x="32" y="6"/>
                  </a:lnTo>
                  <a:lnTo>
                    <a:pt x="36" y="12"/>
                  </a:lnTo>
                  <a:lnTo>
                    <a:pt x="38" y="18"/>
                  </a:lnTo>
                  <a:lnTo>
                    <a:pt x="38"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1" name="Freeform 134"/>
            <p:cNvSpPr>
              <a:spLocks/>
            </p:cNvSpPr>
            <p:nvPr/>
          </p:nvSpPr>
          <p:spPr bwMode="auto">
            <a:xfrm>
              <a:off x="3034846" y="5500461"/>
              <a:ext cx="149225" cy="82550"/>
            </a:xfrm>
            <a:custGeom>
              <a:avLst/>
              <a:gdLst>
                <a:gd name="T0" fmla="*/ 46 w 94"/>
                <a:gd name="T1" fmla="*/ 12 h 52"/>
                <a:gd name="T2" fmla="*/ 46 w 94"/>
                <a:gd name="T3" fmla="*/ 12 h 52"/>
                <a:gd name="T4" fmla="*/ 56 w 94"/>
                <a:gd name="T5" fmla="*/ 12 h 52"/>
                <a:gd name="T6" fmla="*/ 64 w 94"/>
                <a:gd name="T7" fmla="*/ 14 h 52"/>
                <a:gd name="T8" fmla="*/ 72 w 94"/>
                <a:gd name="T9" fmla="*/ 18 h 52"/>
                <a:gd name="T10" fmla="*/ 78 w 94"/>
                <a:gd name="T11" fmla="*/ 22 h 52"/>
                <a:gd name="T12" fmla="*/ 84 w 94"/>
                <a:gd name="T13" fmla="*/ 28 h 52"/>
                <a:gd name="T14" fmla="*/ 88 w 94"/>
                <a:gd name="T15" fmla="*/ 36 h 52"/>
                <a:gd name="T16" fmla="*/ 92 w 94"/>
                <a:gd name="T17" fmla="*/ 44 h 52"/>
                <a:gd name="T18" fmla="*/ 94 w 94"/>
                <a:gd name="T19" fmla="*/ 52 h 52"/>
                <a:gd name="T20" fmla="*/ 94 w 94"/>
                <a:gd name="T21" fmla="*/ 52 h 52"/>
                <a:gd name="T22" fmla="*/ 94 w 94"/>
                <a:gd name="T23" fmla="*/ 46 h 52"/>
                <a:gd name="T24" fmla="*/ 94 w 94"/>
                <a:gd name="T25" fmla="*/ 46 h 52"/>
                <a:gd name="T26" fmla="*/ 92 w 94"/>
                <a:gd name="T27" fmla="*/ 36 h 52"/>
                <a:gd name="T28" fmla="*/ 90 w 94"/>
                <a:gd name="T29" fmla="*/ 28 h 52"/>
                <a:gd name="T30" fmla="*/ 86 w 94"/>
                <a:gd name="T31" fmla="*/ 20 h 52"/>
                <a:gd name="T32" fmla="*/ 80 w 94"/>
                <a:gd name="T33" fmla="*/ 14 h 52"/>
                <a:gd name="T34" fmla="*/ 74 w 94"/>
                <a:gd name="T35" fmla="*/ 8 h 52"/>
                <a:gd name="T36" fmla="*/ 66 w 94"/>
                <a:gd name="T37" fmla="*/ 4 h 52"/>
                <a:gd name="T38" fmla="*/ 56 w 94"/>
                <a:gd name="T39" fmla="*/ 0 h 52"/>
                <a:gd name="T40" fmla="*/ 46 w 94"/>
                <a:gd name="T41" fmla="*/ 0 h 52"/>
                <a:gd name="T42" fmla="*/ 46 w 94"/>
                <a:gd name="T43" fmla="*/ 0 h 52"/>
                <a:gd name="T44" fmla="*/ 38 w 94"/>
                <a:gd name="T45" fmla="*/ 0 h 52"/>
                <a:gd name="T46" fmla="*/ 28 w 94"/>
                <a:gd name="T47" fmla="*/ 4 h 52"/>
                <a:gd name="T48" fmla="*/ 20 w 94"/>
                <a:gd name="T49" fmla="*/ 8 h 52"/>
                <a:gd name="T50" fmla="*/ 14 w 94"/>
                <a:gd name="T51" fmla="*/ 14 h 52"/>
                <a:gd name="T52" fmla="*/ 8 w 94"/>
                <a:gd name="T53" fmla="*/ 20 h 52"/>
                <a:gd name="T54" fmla="*/ 4 w 94"/>
                <a:gd name="T55" fmla="*/ 28 h 52"/>
                <a:gd name="T56" fmla="*/ 0 w 94"/>
                <a:gd name="T57" fmla="*/ 36 h 52"/>
                <a:gd name="T58" fmla="*/ 0 w 94"/>
                <a:gd name="T59" fmla="*/ 46 h 52"/>
                <a:gd name="T60" fmla="*/ 0 w 94"/>
                <a:gd name="T61" fmla="*/ 46 h 52"/>
                <a:gd name="T62" fmla="*/ 0 w 94"/>
                <a:gd name="T63" fmla="*/ 52 h 52"/>
                <a:gd name="T64" fmla="*/ 0 w 94"/>
                <a:gd name="T65" fmla="*/ 52 h 52"/>
                <a:gd name="T66" fmla="*/ 2 w 94"/>
                <a:gd name="T67" fmla="*/ 44 h 52"/>
                <a:gd name="T68" fmla="*/ 6 w 94"/>
                <a:gd name="T69" fmla="*/ 36 h 52"/>
                <a:gd name="T70" fmla="*/ 10 w 94"/>
                <a:gd name="T71" fmla="*/ 28 h 52"/>
                <a:gd name="T72" fmla="*/ 16 w 94"/>
                <a:gd name="T73" fmla="*/ 22 h 52"/>
                <a:gd name="T74" fmla="*/ 22 w 94"/>
                <a:gd name="T75" fmla="*/ 18 h 52"/>
                <a:gd name="T76" fmla="*/ 30 w 94"/>
                <a:gd name="T77" fmla="*/ 14 h 52"/>
                <a:gd name="T78" fmla="*/ 38 w 94"/>
                <a:gd name="T79" fmla="*/ 12 h 52"/>
                <a:gd name="T80" fmla="*/ 46 w 94"/>
                <a:gd name="T81" fmla="*/ 12 h 52"/>
                <a:gd name="T82" fmla="*/ 46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6" y="12"/>
                  </a:moveTo>
                  <a:lnTo>
                    <a:pt x="46" y="12"/>
                  </a:lnTo>
                  <a:lnTo>
                    <a:pt x="56" y="12"/>
                  </a:lnTo>
                  <a:lnTo>
                    <a:pt x="64" y="14"/>
                  </a:lnTo>
                  <a:lnTo>
                    <a:pt x="72" y="18"/>
                  </a:lnTo>
                  <a:lnTo>
                    <a:pt x="78" y="22"/>
                  </a:lnTo>
                  <a:lnTo>
                    <a:pt x="84" y="28"/>
                  </a:lnTo>
                  <a:lnTo>
                    <a:pt x="88" y="36"/>
                  </a:lnTo>
                  <a:lnTo>
                    <a:pt x="92" y="44"/>
                  </a:lnTo>
                  <a:lnTo>
                    <a:pt x="94" y="52"/>
                  </a:lnTo>
                  <a:lnTo>
                    <a:pt x="94" y="52"/>
                  </a:lnTo>
                  <a:lnTo>
                    <a:pt x="94" y="46"/>
                  </a:lnTo>
                  <a:lnTo>
                    <a:pt x="94" y="46"/>
                  </a:lnTo>
                  <a:lnTo>
                    <a:pt x="92" y="36"/>
                  </a:lnTo>
                  <a:lnTo>
                    <a:pt x="90" y="28"/>
                  </a:lnTo>
                  <a:lnTo>
                    <a:pt x="86" y="20"/>
                  </a:lnTo>
                  <a:lnTo>
                    <a:pt x="80" y="14"/>
                  </a:lnTo>
                  <a:lnTo>
                    <a:pt x="74" y="8"/>
                  </a:lnTo>
                  <a:lnTo>
                    <a:pt x="66" y="4"/>
                  </a:lnTo>
                  <a:lnTo>
                    <a:pt x="56" y="0"/>
                  </a:lnTo>
                  <a:lnTo>
                    <a:pt x="46" y="0"/>
                  </a:lnTo>
                  <a:lnTo>
                    <a:pt x="46" y="0"/>
                  </a:lnTo>
                  <a:lnTo>
                    <a:pt x="38" y="0"/>
                  </a:lnTo>
                  <a:lnTo>
                    <a:pt x="28" y="4"/>
                  </a:lnTo>
                  <a:lnTo>
                    <a:pt x="20" y="8"/>
                  </a:lnTo>
                  <a:lnTo>
                    <a:pt x="14" y="14"/>
                  </a:lnTo>
                  <a:lnTo>
                    <a:pt x="8" y="20"/>
                  </a:lnTo>
                  <a:lnTo>
                    <a:pt x="4" y="28"/>
                  </a:lnTo>
                  <a:lnTo>
                    <a:pt x="0" y="36"/>
                  </a:lnTo>
                  <a:lnTo>
                    <a:pt x="0" y="46"/>
                  </a:lnTo>
                  <a:lnTo>
                    <a:pt x="0" y="46"/>
                  </a:lnTo>
                  <a:lnTo>
                    <a:pt x="0" y="52"/>
                  </a:lnTo>
                  <a:lnTo>
                    <a:pt x="0" y="52"/>
                  </a:lnTo>
                  <a:lnTo>
                    <a:pt x="2" y="44"/>
                  </a:lnTo>
                  <a:lnTo>
                    <a:pt x="6" y="36"/>
                  </a:lnTo>
                  <a:lnTo>
                    <a:pt x="10" y="28"/>
                  </a:lnTo>
                  <a:lnTo>
                    <a:pt x="16" y="22"/>
                  </a:lnTo>
                  <a:lnTo>
                    <a:pt x="22" y="18"/>
                  </a:lnTo>
                  <a:lnTo>
                    <a:pt x="30" y="14"/>
                  </a:lnTo>
                  <a:lnTo>
                    <a:pt x="38" y="12"/>
                  </a:lnTo>
                  <a:lnTo>
                    <a:pt x="46" y="12"/>
                  </a:lnTo>
                  <a:lnTo>
                    <a:pt x="46"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2" name="Freeform 135"/>
            <p:cNvSpPr>
              <a:spLocks/>
            </p:cNvSpPr>
            <p:nvPr/>
          </p:nvSpPr>
          <p:spPr bwMode="auto">
            <a:xfrm>
              <a:off x="3571421" y="5325836"/>
              <a:ext cx="431800" cy="193675"/>
            </a:xfrm>
            <a:custGeom>
              <a:avLst/>
              <a:gdLst>
                <a:gd name="T0" fmla="*/ 0 w 272"/>
                <a:gd name="T1" fmla="*/ 48 h 122"/>
                <a:gd name="T2" fmla="*/ 268 w 272"/>
                <a:gd name="T3" fmla="*/ 122 h 122"/>
                <a:gd name="T4" fmla="*/ 272 w 272"/>
                <a:gd name="T5" fmla="*/ 112 h 122"/>
                <a:gd name="T6" fmla="*/ 0 w 272"/>
                <a:gd name="T7" fmla="*/ 0 h 122"/>
                <a:gd name="T8" fmla="*/ 0 w 272"/>
                <a:gd name="T9" fmla="*/ 48 h 122"/>
              </a:gdLst>
              <a:ahLst/>
              <a:cxnLst>
                <a:cxn ang="0">
                  <a:pos x="T0" y="T1"/>
                </a:cxn>
                <a:cxn ang="0">
                  <a:pos x="T2" y="T3"/>
                </a:cxn>
                <a:cxn ang="0">
                  <a:pos x="T4" y="T5"/>
                </a:cxn>
                <a:cxn ang="0">
                  <a:pos x="T6" y="T7"/>
                </a:cxn>
                <a:cxn ang="0">
                  <a:pos x="T8" y="T9"/>
                </a:cxn>
              </a:cxnLst>
              <a:rect l="0" t="0" r="r" b="b"/>
              <a:pathLst>
                <a:path w="272" h="122">
                  <a:moveTo>
                    <a:pt x="0" y="48"/>
                  </a:moveTo>
                  <a:lnTo>
                    <a:pt x="268" y="122"/>
                  </a:lnTo>
                  <a:lnTo>
                    <a:pt x="272" y="112"/>
                  </a:lnTo>
                  <a:lnTo>
                    <a:pt x="0" y="0"/>
                  </a:lnTo>
                  <a:lnTo>
                    <a:pt x="0" y="48"/>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3" name="Freeform 136"/>
            <p:cNvSpPr>
              <a:spLocks/>
            </p:cNvSpPr>
            <p:nvPr/>
          </p:nvSpPr>
          <p:spPr bwMode="auto">
            <a:xfrm>
              <a:off x="3930196" y="5529036"/>
              <a:ext cx="117475" cy="114300"/>
            </a:xfrm>
            <a:custGeom>
              <a:avLst/>
              <a:gdLst>
                <a:gd name="T0" fmla="*/ 0 w 74"/>
                <a:gd name="T1" fmla="*/ 36 h 72"/>
                <a:gd name="T2" fmla="*/ 0 w 74"/>
                <a:gd name="T3" fmla="*/ 36 h 72"/>
                <a:gd name="T4" fmla="*/ 2 w 74"/>
                <a:gd name="T5" fmla="*/ 44 h 72"/>
                <a:gd name="T6" fmla="*/ 4 w 74"/>
                <a:gd name="T7" fmla="*/ 50 h 72"/>
                <a:gd name="T8" fmla="*/ 8 w 74"/>
                <a:gd name="T9" fmla="*/ 56 h 72"/>
                <a:gd name="T10" fmla="*/ 12 w 74"/>
                <a:gd name="T11" fmla="*/ 62 h 72"/>
                <a:gd name="T12" fmla="*/ 18 w 74"/>
                <a:gd name="T13" fmla="*/ 66 h 72"/>
                <a:gd name="T14" fmla="*/ 24 w 74"/>
                <a:gd name="T15" fmla="*/ 70 h 72"/>
                <a:gd name="T16" fmla="*/ 30 w 74"/>
                <a:gd name="T17" fmla="*/ 72 h 72"/>
                <a:gd name="T18" fmla="*/ 38 w 74"/>
                <a:gd name="T19" fmla="*/ 72 h 72"/>
                <a:gd name="T20" fmla="*/ 38 w 74"/>
                <a:gd name="T21" fmla="*/ 72 h 72"/>
                <a:gd name="T22" fmla="*/ 44 w 74"/>
                <a:gd name="T23" fmla="*/ 72 h 72"/>
                <a:gd name="T24" fmla="*/ 52 w 74"/>
                <a:gd name="T25" fmla="*/ 70 h 72"/>
                <a:gd name="T26" fmla="*/ 58 w 74"/>
                <a:gd name="T27" fmla="*/ 66 h 72"/>
                <a:gd name="T28" fmla="*/ 64 w 74"/>
                <a:gd name="T29" fmla="*/ 62 h 72"/>
                <a:gd name="T30" fmla="*/ 68 w 74"/>
                <a:gd name="T31" fmla="*/ 56 h 72"/>
                <a:gd name="T32" fmla="*/ 72 w 74"/>
                <a:gd name="T33" fmla="*/ 50 h 72"/>
                <a:gd name="T34" fmla="*/ 74 w 74"/>
                <a:gd name="T35" fmla="*/ 44 h 72"/>
                <a:gd name="T36" fmla="*/ 74 w 74"/>
                <a:gd name="T37" fmla="*/ 36 h 72"/>
                <a:gd name="T38" fmla="*/ 74 w 74"/>
                <a:gd name="T39" fmla="*/ 36 h 72"/>
                <a:gd name="T40" fmla="*/ 74 w 74"/>
                <a:gd name="T41" fmla="*/ 28 h 72"/>
                <a:gd name="T42" fmla="*/ 72 w 74"/>
                <a:gd name="T43" fmla="*/ 22 h 72"/>
                <a:gd name="T44" fmla="*/ 68 w 74"/>
                <a:gd name="T45" fmla="*/ 16 h 72"/>
                <a:gd name="T46" fmla="*/ 64 w 74"/>
                <a:gd name="T47" fmla="*/ 10 h 72"/>
                <a:gd name="T48" fmla="*/ 58 w 74"/>
                <a:gd name="T49" fmla="*/ 6 h 72"/>
                <a:gd name="T50" fmla="*/ 52 w 74"/>
                <a:gd name="T51" fmla="*/ 2 h 72"/>
                <a:gd name="T52" fmla="*/ 44 w 74"/>
                <a:gd name="T53" fmla="*/ 0 h 72"/>
                <a:gd name="T54" fmla="*/ 38 w 74"/>
                <a:gd name="T55" fmla="*/ 0 h 72"/>
                <a:gd name="T56" fmla="*/ 38 w 74"/>
                <a:gd name="T57" fmla="*/ 0 h 72"/>
                <a:gd name="T58" fmla="*/ 30 w 74"/>
                <a:gd name="T59" fmla="*/ 0 h 72"/>
                <a:gd name="T60" fmla="*/ 24 w 74"/>
                <a:gd name="T61" fmla="*/ 2 h 72"/>
                <a:gd name="T62" fmla="*/ 18 w 74"/>
                <a:gd name="T63" fmla="*/ 6 h 72"/>
                <a:gd name="T64" fmla="*/ 12 w 74"/>
                <a:gd name="T65" fmla="*/ 10 h 72"/>
                <a:gd name="T66" fmla="*/ 8 w 74"/>
                <a:gd name="T67" fmla="*/ 16 h 72"/>
                <a:gd name="T68" fmla="*/ 4 w 74"/>
                <a:gd name="T69" fmla="*/ 22 h 72"/>
                <a:gd name="T70" fmla="*/ 2 w 74"/>
                <a:gd name="T71" fmla="*/ 28 h 72"/>
                <a:gd name="T72" fmla="*/ 0 w 74"/>
                <a:gd name="T73" fmla="*/ 36 h 72"/>
                <a:gd name="T74" fmla="*/ 0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0" y="36"/>
                  </a:moveTo>
                  <a:lnTo>
                    <a:pt x="0" y="36"/>
                  </a:lnTo>
                  <a:lnTo>
                    <a:pt x="2" y="44"/>
                  </a:lnTo>
                  <a:lnTo>
                    <a:pt x="4" y="50"/>
                  </a:lnTo>
                  <a:lnTo>
                    <a:pt x="8" y="56"/>
                  </a:lnTo>
                  <a:lnTo>
                    <a:pt x="12" y="62"/>
                  </a:lnTo>
                  <a:lnTo>
                    <a:pt x="18" y="66"/>
                  </a:lnTo>
                  <a:lnTo>
                    <a:pt x="24" y="70"/>
                  </a:lnTo>
                  <a:lnTo>
                    <a:pt x="30" y="72"/>
                  </a:lnTo>
                  <a:lnTo>
                    <a:pt x="38" y="72"/>
                  </a:lnTo>
                  <a:lnTo>
                    <a:pt x="38" y="72"/>
                  </a:lnTo>
                  <a:lnTo>
                    <a:pt x="44" y="72"/>
                  </a:lnTo>
                  <a:lnTo>
                    <a:pt x="52" y="70"/>
                  </a:lnTo>
                  <a:lnTo>
                    <a:pt x="58" y="66"/>
                  </a:lnTo>
                  <a:lnTo>
                    <a:pt x="64" y="62"/>
                  </a:lnTo>
                  <a:lnTo>
                    <a:pt x="68" y="56"/>
                  </a:lnTo>
                  <a:lnTo>
                    <a:pt x="72" y="50"/>
                  </a:lnTo>
                  <a:lnTo>
                    <a:pt x="74" y="44"/>
                  </a:lnTo>
                  <a:lnTo>
                    <a:pt x="74" y="36"/>
                  </a:lnTo>
                  <a:lnTo>
                    <a:pt x="74" y="36"/>
                  </a:lnTo>
                  <a:lnTo>
                    <a:pt x="74" y="28"/>
                  </a:lnTo>
                  <a:lnTo>
                    <a:pt x="72" y="22"/>
                  </a:lnTo>
                  <a:lnTo>
                    <a:pt x="68" y="16"/>
                  </a:lnTo>
                  <a:lnTo>
                    <a:pt x="64" y="10"/>
                  </a:lnTo>
                  <a:lnTo>
                    <a:pt x="58" y="6"/>
                  </a:lnTo>
                  <a:lnTo>
                    <a:pt x="52" y="2"/>
                  </a:lnTo>
                  <a:lnTo>
                    <a:pt x="44" y="0"/>
                  </a:lnTo>
                  <a:lnTo>
                    <a:pt x="38" y="0"/>
                  </a:lnTo>
                  <a:lnTo>
                    <a:pt x="38" y="0"/>
                  </a:lnTo>
                  <a:lnTo>
                    <a:pt x="30" y="0"/>
                  </a:lnTo>
                  <a:lnTo>
                    <a:pt x="24" y="2"/>
                  </a:lnTo>
                  <a:lnTo>
                    <a:pt x="18" y="6"/>
                  </a:lnTo>
                  <a:lnTo>
                    <a:pt x="12" y="10"/>
                  </a:lnTo>
                  <a:lnTo>
                    <a:pt x="8" y="16"/>
                  </a:lnTo>
                  <a:lnTo>
                    <a:pt x="4" y="22"/>
                  </a:lnTo>
                  <a:lnTo>
                    <a:pt x="2" y="28"/>
                  </a:lnTo>
                  <a:lnTo>
                    <a:pt x="0" y="36"/>
                  </a:lnTo>
                  <a:lnTo>
                    <a:pt x="0"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4" name="Freeform 137"/>
            <p:cNvSpPr>
              <a:spLocks/>
            </p:cNvSpPr>
            <p:nvPr/>
          </p:nvSpPr>
          <p:spPr bwMode="auto">
            <a:xfrm>
              <a:off x="3942896" y="5541736"/>
              <a:ext cx="92075" cy="92075"/>
            </a:xfrm>
            <a:custGeom>
              <a:avLst/>
              <a:gdLst>
                <a:gd name="T0" fmla="*/ 0 w 58"/>
                <a:gd name="T1" fmla="*/ 28 h 58"/>
                <a:gd name="T2" fmla="*/ 0 w 58"/>
                <a:gd name="T3" fmla="*/ 28 h 58"/>
                <a:gd name="T4" fmla="*/ 4 w 58"/>
                <a:gd name="T5" fmla="*/ 40 h 58"/>
                <a:gd name="T6" fmla="*/ 10 w 58"/>
                <a:gd name="T7" fmla="*/ 48 h 58"/>
                <a:gd name="T8" fmla="*/ 18 w 58"/>
                <a:gd name="T9" fmla="*/ 54 h 58"/>
                <a:gd name="T10" fmla="*/ 30 w 58"/>
                <a:gd name="T11" fmla="*/ 58 h 58"/>
                <a:gd name="T12" fmla="*/ 30 w 58"/>
                <a:gd name="T13" fmla="*/ 58 h 58"/>
                <a:gd name="T14" fmla="*/ 40 w 58"/>
                <a:gd name="T15" fmla="*/ 54 h 58"/>
                <a:gd name="T16" fmla="*/ 50 w 58"/>
                <a:gd name="T17" fmla="*/ 48 h 58"/>
                <a:gd name="T18" fmla="*/ 56 w 58"/>
                <a:gd name="T19" fmla="*/ 40 h 58"/>
                <a:gd name="T20" fmla="*/ 58 w 58"/>
                <a:gd name="T21" fmla="*/ 28 h 58"/>
                <a:gd name="T22" fmla="*/ 58 w 58"/>
                <a:gd name="T23" fmla="*/ 28 h 58"/>
                <a:gd name="T24" fmla="*/ 56 w 58"/>
                <a:gd name="T25" fmla="*/ 18 h 58"/>
                <a:gd name="T26" fmla="*/ 50 w 58"/>
                <a:gd name="T27" fmla="*/ 8 h 58"/>
                <a:gd name="T28" fmla="*/ 40 w 58"/>
                <a:gd name="T29" fmla="*/ 2 h 58"/>
                <a:gd name="T30" fmla="*/ 30 w 58"/>
                <a:gd name="T31" fmla="*/ 0 h 58"/>
                <a:gd name="T32" fmla="*/ 30 w 58"/>
                <a:gd name="T33" fmla="*/ 0 h 58"/>
                <a:gd name="T34" fmla="*/ 18 w 58"/>
                <a:gd name="T35" fmla="*/ 2 h 58"/>
                <a:gd name="T36" fmla="*/ 10 w 58"/>
                <a:gd name="T37" fmla="*/ 8 h 58"/>
                <a:gd name="T38" fmla="*/ 4 w 58"/>
                <a:gd name="T39" fmla="*/ 18 h 58"/>
                <a:gd name="T40" fmla="*/ 0 w 58"/>
                <a:gd name="T41" fmla="*/ 28 h 58"/>
                <a:gd name="T42" fmla="*/ 0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0" y="28"/>
                  </a:moveTo>
                  <a:lnTo>
                    <a:pt x="0" y="28"/>
                  </a:lnTo>
                  <a:lnTo>
                    <a:pt x="4" y="40"/>
                  </a:lnTo>
                  <a:lnTo>
                    <a:pt x="10" y="48"/>
                  </a:lnTo>
                  <a:lnTo>
                    <a:pt x="18" y="54"/>
                  </a:lnTo>
                  <a:lnTo>
                    <a:pt x="30" y="58"/>
                  </a:lnTo>
                  <a:lnTo>
                    <a:pt x="30" y="58"/>
                  </a:lnTo>
                  <a:lnTo>
                    <a:pt x="40" y="54"/>
                  </a:lnTo>
                  <a:lnTo>
                    <a:pt x="50" y="48"/>
                  </a:lnTo>
                  <a:lnTo>
                    <a:pt x="56" y="40"/>
                  </a:lnTo>
                  <a:lnTo>
                    <a:pt x="58" y="28"/>
                  </a:lnTo>
                  <a:lnTo>
                    <a:pt x="58" y="28"/>
                  </a:lnTo>
                  <a:lnTo>
                    <a:pt x="56" y="18"/>
                  </a:lnTo>
                  <a:lnTo>
                    <a:pt x="50" y="8"/>
                  </a:lnTo>
                  <a:lnTo>
                    <a:pt x="40" y="2"/>
                  </a:lnTo>
                  <a:lnTo>
                    <a:pt x="30" y="0"/>
                  </a:lnTo>
                  <a:lnTo>
                    <a:pt x="30" y="0"/>
                  </a:lnTo>
                  <a:lnTo>
                    <a:pt x="18" y="2"/>
                  </a:lnTo>
                  <a:lnTo>
                    <a:pt x="10" y="8"/>
                  </a:lnTo>
                  <a:lnTo>
                    <a:pt x="4" y="18"/>
                  </a:lnTo>
                  <a:lnTo>
                    <a:pt x="0" y="28"/>
                  </a:lnTo>
                  <a:lnTo>
                    <a:pt x="0"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5" name="Freeform 138"/>
            <p:cNvSpPr>
              <a:spLocks/>
            </p:cNvSpPr>
            <p:nvPr/>
          </p:nvSpPr>
          <p:spPr bwMode="auto">
            <a:xfrm>
              <a:off x="3961946" y="5557611"/>
              <a:ext cx="57150" cy="57150"/>
            </a:xfrm>
            <a:custGeom>
              <a:avLst/>
              <a:gdLst>
                <a:gd name="T0" fmla="*/ 0 w 36"/>
                <a:gd name="T1" fmla="*/ 18 h 36"/>
                <a:gd name="T2" fmla="*/ 0 w 36"/>
                <a:gd name="T3" fmla="*/ 18 h 36"/>
                <a:gd name="T4" fmla="*/ 0 w 36"/>
                <a:gd name="T5" fmla="*/ 26 h 36"/>
                <a:gd name="T6" fmla="*/ 4 w 36"/>
                <a:gd name="T7" fmla="*/ 32 h 36"/>
                <a:gd name="T8" fmla="*/ 10 w 36"/>
                <a:gd name="T9" fmla="*/ 36 h 36"/>
                <a:gd name="T10" fmla="*/ 18 w 36"/>
                <a:gd name="T11" fmla="*/ 36 h 36"/>
                <a:gd name="T12" fmla="*/ 18 w 36"/>
                <a:gd name="T13" fmla="*/ 36 h 36"/>
                <a:gd name="T14" fmla="*/ 24 w 36"/>
                <a:gd name="T15" fmla="*/ 36 h 36"/>
                <a:gd name="T16" fmla="*/ 30 w 36"/>
                <a:gd name="T17" fmla="*/ 32 h 36"/>
                <a:gd name="T18" fmla="*/ 34 w 36"/>
                <a:gd name="T19" fmla="*/ 26 h 36"/>
                <a:gd name="T20" fmla="*/ 36 w 36"/>
                <a:gd name="T21" fmla="*/ 18 h 36"/>
                <a:gd name="T22" fmla="*/ 36 w 36"/>
                <a:gd name="T23" fmla="*/ 18 h 36"/>
                <a:gd name="T24" fmla="*/ 34 w 36"/>
                <a:gd name="T25" fmla="*/ 12 h 36"/>
                <a:gd name="T26" fmla="*/ 30 w 36"/>
                <a:gd name="T27" fmla="*/ 6 h 36"/>
                <a:gd name="T28" fmla="*/ 24 w 36"/>
                <a:gd name="T29" fmla="*/ 2 h 36"/>
                <a:gd name="T30" fmla="*/ 18 w 36"/>
                <a:gd name="T31" fmla="*/ 0 h 36"/>
                <a:gd name="T32" fmla="*/ 18 w 36"/>
                <a:gd name="T33" fmla="*/ 0 h 36"/>
                <a:gd name="T34" fmla="*/ 10 w 36"/>
                <a:gd name="T35" fmla="*/ 2 h 36"/>
                <a:gd name="T36" fmla="*/ 4 w 36"/>
                <a:gd name="T37" fmla="*/ 6 h 36"/>
                <a:gd name="T38" fmla="*/ 0 w 36"/>
                <a:gd name="T39" fmla="*/ 12 h 36"/>
                <a:gd name="T40" fmla="*/ 0 w 36"/>
                <a:gd name="T41" fmla="*/ 18 h 36"/>
                <a:gd name="T42" fmla="*/ 0 w 36"/>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0" y="18"/>
                  </a:moveTo>
                  <a:lnTo>
                    <a:pt x="0" y="18"/>
                  </a:lnTo>
                  <a:lnTo>
                    <a:pt x="0" y="26"/>
                  </a:lnTo>
                  <a:lnTo>
                    <a:pt x="4" y="32"/>
                  </a:lnTo>
                  <a:lnTo>
                    <a:pt x="10" y="36"/>
                  </a:lnTo>
                  <a:lnTo>
                    <a:pt x="18" y="36"/>
                  </a:lnTo>
                  <a:lnTo>
                    <a:pt x="18" y="36"/>
                  </a:lnTo>
                  <a:lnTo>
                    <a:pt x="24" y="36"/>
                  </a:lnTo>
                  <a:lnTo>
                    <a:pt x="30" y="32"/>
                  </a:lnTo>
                  <a:lnTo>
                    <a:pt x="34" y="26"/>
                  </a:lnTo>
                  <a:lnTo>
                    <a:pt x="36" y="18"/>
                  </a:lnTo>
                  <a:lnTo>
                    <a:pt x="36" y="18"/>
                  </a:lnTo>
                  <a:lnTo>
                    <a:pt x="34" y="12"/>
                  </a:lnTo>
                  <a:lnTo>
                    <a:pt x="30" y="6"/>
                  </a:lnTo>
                  <a:lnTo>
                    <a:pt x="24" y="2"/>
                  </a:lnTo>
                  <a:lnTo>
                    <a:pt x="18" y="0"/>
                  </a:lnTo>
                  <a:lnTo>
                    <a:pt x="18" y="0"/>
                  </a:lnTo>
                  <a:lnTo>
                    <a:pt x="10" y="2"/>
                  </a:lnTo>
                  <a:lnTo>
                    <a:pt x="4" y="6"/>
                  </a:lnTo>
                  <a:lnTo>
                    <a:pt x="0" y="12"/>
                  </a:lnTo>
                  <a:lnTo>
                    <a:pt x="0" y="18"/>
                  </a:lnTo>
                  <a:lnTo>
                    <a:pt x="0"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6" name="Freeform 139"/>
            <p:cNvSpPr>
              <a:spLocks/>
            </p:cNvSpPr>
            <p:nvPr/>
          </p:nvSpPr>
          <p:spPr bwMode="auto">
            <a:xfrm>
              <a:off x="3914321" y="5500461"/>
              <a:ext cx="149225" cy="82550"/>
            </a:xfrm>
            <a:custGeom>
              <a:avLst/>
              <a:gdLst>
                <a:gd name="T0" fmla="*/ 48 w 94"/>
                <a:gd name="T1" fmla="*/ 12 h 52"/>
                <a:gd name="T2" fmla="*/ 48 w 94"/>
                <a:gd name="T3" fmla="*/ 12 h 52"/>
                <a:gd name="T4" fmla="*/ 38 w 94"/>
                <a:gd name="T5" fmla="*/ 12 h 52"/>
                <a:gd name="T6" fmla="*/ 30 w 94"/>
                <a:gd name="T7" fmla="*/ 14 h 52"/>
                <a:gd name="T8" fmla="*/ 24 w 94"/>
                <a:gd name="T9" fmla="*/ 18 h 52"/>
                <a:gd name="T10" fmla="*/ 16 w 94"/>
                <a:gd name="T11" fmla="*/ 22 h 52"/>
                <a:gd name="T12" fmla="*/ 10 w 94"/>
                <a:gd name="T13" fmla="*/ 28 h 52"/>
                <a:gd name="T14" fmla="*/ 6 w 94"/>
                <a:gd name="T15" fmla="*/ 36 h 52"/>
                <a:gd name="T16" fmla="*/ 2 w 94"/>
                <a:gd name="T17" fmla="*/ 44 h 52"/>
                <a:gd name="T18" fmla="*/ 0 w 94"/>
                <a:gd name="T19" fmla="*/ 52 h 52"/>
                <a:gd name="T20" fmla="*/ 0 w 94"/>
                <a:gd name="T21" fmla="*/ 52 h 52"/>
                <a:gd name="T22" fmla="*/ 0 w 94"/>
                <a:gd name="T23" fmla="*/ 46 h 52"/>
                <a:gd name="T24" fmla="*/ 0 w 94"/>
                <a:gd name="T25" fmla="*/ 46 h 52"/>
                <a:gd name="T26" fmla="*/ 2 w 94"/>
                <a:gd name="T27" fmla="*/ 36 h 52"/>
                <a:gd name="T28" fmla="*/ 4 w 94"/>
                <a:gd name="T29" fmla="*/ 28 h 52"/>
                <a:gd name="T30" fmla="*/ 8 w 94"/>
                <a:gd name="T31" fmla="*/ 20 h 52"/>
                <a:gd name="T32" fmla="*/ 14 w 94"/>
                <a:gd name="T33" fmla="*/ 14 h 52"/>
                <a:gd name="T34" fmla="*/ 22 w 94"/>
                <a:gd name="T35" fmla="*/ 8 h 52"/>
                <a:gd name="T36" fmla="*/ 30 w 94"/>
                <a:gd name="T37" fmla="*/ 4 h 52"/>
                <a:gd name="T38" fmla="*/ 38 w 94"/>
                <a:gd name="T39" fmla="*/ 0 h 52"/>
                <a:gd name="T40" fmla="*/ 48 w 94"/>
                <a:gd name="T41" fmla="*/ 0 h 52"/>
                <a:gd name="T42" fmla="*/ 48 w 94"/>
                <a:gd name="T43" fmla="*/ 0 h 52"/>
                <a:gd name="T44" fmla="*/ 56 w 94"/>
                <a:gd name="T45" fmla="*/ 0 h 52"/>
                <a:gd name="T46" fmla="*/ 66 w 94"/>
                <a:gd name="T47" fmla="*/ 4 h 52"/>
                <a:gd name="T48" fmla="*/ 74 w 94"/>
                <a:gd name="T49" fmla="*/ 8 h 52"/>
                <a:gd name="T50" fmla="*/ 80 w 94"/>
                <a:gd name="T51" fmla="*/ 14 h 52"/>
                <a:gd name="T52" fmla="*/ 86 w 94"/>
                <a:gd name="T53" fmla="*/ 20 h 52"/>
                <a:gd name="T54" fmla="*/ 90 w 94"/>
                <a:gd name="T55" fmla="*/ 28 h 52"/>
                <a:gd name="T56" fmla="*/ 94 w 94"/>
                <a:gd name="T57" fmla="*/ 36 h 52"/>
                <a:gd name="T58" fmla="*/ 94 w 94"/>
                <a:gd name="T59" fmla="*/ 46 h 52"/>
                <a:gd name="T60" fmla="*/ 94 w 94"/>
                <a:gd name="T61" fmla="*/ 46 h 52"/>
                <a:gd name="T62" fmla="*/ 94 w 94"/>
                <a:gd name="T63" fmla="*/ 52 h 52"/>
                <a:gd name="T64" fmla="*/ 94 w 94"/>
                <a:gd name="T65" fmla="*/ 52 h 52"/>
                <a:gd name="T66" fmla="*/ 92 w 94"/>
                <a:gd name="T67" fmla="*/ 44 h 52"/>
                <a:gd name="T68" fmla="*/ 88 w 94"/>
                <a:gd name="T69" fmla="*/ 36 h 52"/>
                <a:gd name="T70" fmla="*/ 84 w 94"/>
                <a:gd name="T71" fmla="*/ 28 h 52"/>
                <a:gd name="T72" fmla="*/ 78 w 94"/>
                <a:gd name="T73" fmla="*/ 22 h 52"/>
                <a:gd name="T74" fmla="*/ 72 w 94"/>
                <a:gd name="T75" fmla="*/ 18 h 52"/>
                <a:gd name="T76" fmla="*/ 64 w 94"/>
                <a:gd name="T77" fmla="*/ 14 h 52"/>
                <a:gd name="T78" fmla="*/ 56 w 94"/>
                <a:gd name="T79" fmla="*/ 12 h 52"/>
                <a:gd name="T80" fmla="*/ 48 w 94"/>
                <a:gd name="T81" fmla="*/ 12 h 52"/>
                <a:gd name="T82" fmla="*/ 48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8" y="12"/>
                  </a:moveTo>
                  <a:lnTo>
                    <a:pt x="48" y="12"/>
                  </a:lnTo>
                  <a:lnTo>
                    <a:pt x="38" y="12"/>
                  </a:lnTo>
                  <a:lnTo>
                    <a:pt x="30" y="14"/>
                  </a:lnTo>
                  <a:lnTo>
                    <a:pt x="24" y="18"/>
                  </a:lnTo>
                  <a:lnTo>
                    <a:pt x="16" y="22"/>
                  </a:lnTo>
                  <a:lnTo>
                    <a:pt x="10" y="28"/>
                  </a:lnTo>
                  <a:lnTo>
                    <a:pt x="6" y="36"/>
                  </a:lnTo>
                  <a:lnTo>
                    <a:pt x="2" y="44"/>
                  </a:lnTo>
                  <a:lnTo>
                    <a:pt x="0" y="52"/>
                  </a:lnTo>
                  <a:lnTo>
                    <a:pt x="0" y="52"/>
                  </a:lnTo>
                  <a:lnTo>
                    <a:pt x="0" y="46"/>
                  </a:lnTo>
                  <a:lnTo>
                    <a:pt x="0" y="46"/>
                  </a:lnTo>
                  <a:lnTo>
                    <a:pt x="2" y="36"/>
                  </a:lnTo>
                  <a:lnTo>
                    <a:pt x="4" y="28"/>
                  </a:lnTo>
                  <a:lnTo>
                    <a:pt x="8" y="20"/>
                  </a:lnTo>
                  <a:lnTo>
                    <a:pt x="14" y="14"/>
                  </a:lnTo>
                  <a:lnTo>
                    <a:pt x="22" y="8"/>
                  </a:lnTo>
                  <a:lnTo>
                    <a:pt x="30" y="4"/>
                  </a:lnTo>
                  <a:lnTo>
                    <a:pt x="38" y="0"/>
                  </a:lnTo>
                  <a:lnTo>
                    <a:pt x="48" y="0"/>
                  </a:lnTo>
                  <a:lnTo>
                    <a:pt x="48" y="0"/>
                  </a:lnTo>
                  <a:lnTo>
                    <a:pt x="56" y="0"/>
                  </a:lnTo>
                  <a:lnTo>
                    <a:pt x="66" y="4"/>
                  </a:lnTo>
                  <a:lnTo>
                    <a:pt x="74" y="8"/>
                  </a:lnTo>
                  <a:lnTo>
                    <a:pt x="80" y="14"/>
                  </a:lnTo>
                  <a:lnTo>
                    <a:pt x="86" y="20"/>
                  </a:lnTo>
                  <a:lnTo>
                    <a:pt x="90" y="28"/>
                  </a:lnTo>
                  <a:lnTo>
                    <a:pt x="94" y="36"/>
                  </a:lnTo>
                  <a:lnTo>
                    <a:pt x="94" y="46"/>
                  </a:lnTo>
                  <a:lnTo>
                    <a:pt x="94" y="46"/>
                  </a:lnTo>
                  <a:lnTo>
                    <a:pt x="94" y="52"/>
                  </a:lnTo>
                  <a:lnTo>
                    <a:pt x="94" y="52"/>
                  </a:lnTo>
                  <a:lnTo>
                    <a:pt x="92" y="44"/>
                  </a:lnTo>
                  <a:lnTo>
                    <a:pt x="88" y="36"/>
                  </a:lnTo>
                  <a:lnTo>
                    <a:pt x="84" y="28"/>
                  </a:lnTo>
                  <a:lnTo>
                    <a:pt x="78" y="22"/>
                  </a:lnTo>
                  <a:lnTo>
                    <a:pt x="72" y="18"/>
                  </a:lnTo>
                  <a:lnTo>
                    <a:pt x="64" y="14"/>
                  </a:lnTo>
                  <a:lnTo>
                    <a:pt x="56" y="12"/>
                  </a:lnTo>
                  <a:lnTo>
                    <a:pt x="48" y="12"/>
                  </a:lnTo>
                  <a:lnTo>
                    <a:pt x="48"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7" name="Rectangle 140"/>
            <p:cNvSpPr>
              <a:spLocks noChangeArrowheads="1"/>
            </p:cNvSpPr>
            <p:nvPr/>
          </p:nvSpPr>
          <p:spPr bwMode="auto">
            <a:xfrm>
              <a:off x="3253921" y="4389211"/>
              <a:ext cx="590550" cy="107950"/>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8" name="Rectangle 141"/>
            <p:cNvSpPr>
              <a:spLocks noChangeArrowheads="1"/>
            </p:cNvSpPr>
            <p:nvPr/>
          </p:nvSpPr>
          <p:spPr bwMode="auto">
            <a:xfrm>
              <a:off x="3523796" y="4497161"/>
              <a:ext cx="41275" cy="860425"/>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9" name="Rectangle 142"/>
            <p:cNvSpPr>
              <a:spLocks noChangeArrowheads="1"/>
            </p:cNvSpPr>
            <p:nvPr/>
          </p:nvSpPr>
          <p:spPr bwMode="auto">
            <a:xfrm>
              <a:off x="3501571" y="4582886"/>
              <a:ext cx="85725" cy="29845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20" name="Rectangle 143"/>
            <p:cNvSpPr>
              <a:spLocks noChangeArrowheads="1"/>
            </p:cNvSpPr>
            <p:nvPr/>
          </p:nvSpPr>
          <p:spPr bwMode="auto">
            <a:xfrm>
              <a:off x="3517446" y="5027386"/>
              <a:ext cx="53975" cy="298450"/>
            </a:xfrm>
            <a:prstGeom prst="rect">
              <a:avLst/>
            </a:prstGeom>
            <a:solidFill>
              <a:srgbClr val="36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21" name="Rectangle 144"/>
            <p:cNvSpPr>
              <a:spLocks noChangeArrowheads="1"/>
            </p:cNvSpPr>
            <p:nvPr/>
          </p:nvSpPr>
          <p:spPr bwMode="auto">
            <a:xfrm>
              <a:off x="3501571" y="5113111"/>
              <a:ext cx="85725" cy="29845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22" name="Freeform 145"/>
            <p:cNvSpPr>
              <a:spLocks/>
            </p:cNvSpPr>
            <p:nvPr/>
          </p:nvSpPr>
          <p:spPr bwMode="auto">
            <a:xfrm>
              <a:off x="3076121" y="4271736"/>
              <a:ext cx="936625" cy="180975"/>
            </a:xfrm>
            <a:custGeom>
              <a:avLst/>
              <a:gdLst>
                <a:gd name="T0" fmla="*/ 2 w 590"/>
                <a:gd name="T1" fmla="*/ 4 h 114"/>
                <a:gd name="T2" fmla="*/ 2 w 590"/>
                <a:gd name="T3" fmla="*/ 4 h 114"/>
                <a:gd name="T4" fmla="*/ 0 w 590"/>
                <a:gd name="T5" fmla="*/ 12 h 114"/>
                <a:gd name="T6" fmla="*/ 0 w 590"/>
                <a:gd name="T7" fmla="*/ 24 h 114"/>
                <a:gd name="T8" fmla="*/ 2 w 590"/>
                <a:gd name="T9" fmla="*/ 46 h 114"/>
                <a:gd name="T10" fmla="*/ 2 w 590"/>
                <a:gd name="T11" fmla="*/ 46 h 114"/>
                <a:gd name="T12" fmla="*/ 2 w 590"/>
                <a:gd name="T13" fmla="*/ 52 h 114"/>
                <a:gd name="T14" fmla="*/ 8 w 590"/>
                <a:gd name="T15" fmla="*/ 60 h 114"/>
                <a:gd name="T16" fmla="*/ 14 w 590"/>
                <a:gd name="T17" fmla="*/ 66 h 114"/>
                <a:gd name="T18" fmla="*/ 24 w 590"/>
                <a:gd name="T19" fmla="*/ 72 h 114"/>
                <a:gd name="T20" fmla="*/ 36 w 590"/>
                <a:gd name="T21" fmla="*/ 78 h 114"/>
                <a:gd name="T22" fmla="*/ 52 w 590"/>
                <a:gd name="T23" fmla="*/ 84 h 114"/>
                <a:gd name="T24" fmla="*/ 88 w 590"/>
                <a:gd name="T25" fmla="*/ 94 h 114"/>
                <a:gd name="T26" fmla="*/ 130 w 590"/>
                <a:gd name="T27" fmla="*/ 102 h 114"/>
                <a:gd name="T28" fmla="*/ 180 w 590"/>
                <a:gd name="T29" fmla="*/ 110 h 114"/>
                <a:gd name="T30" fmla="*/ 236 w 590"/>
                <a:gd name="T31" fmla="*/ 114 h 114"/>
                <a:gd name="T32" fmla="*/ 296 w 590"/>
                <a:gd name="T33" fmla="*/ 114 h 114"/>
                <a:gd name="T34" fmla="*/ 296 w 590"/>
                <a:gd name="T35" fmla="*/ 114 h 114"/>
                <a:gd name="T36" fmla="*/ 354 w 590"/>
                <a:gd name="T37" fmla="*/ 114 h 114"/>
                <a:gd name="T38" fmla="*/ 410 w 590"/>
                <a:gd name="T39" fmla="*/ 110 h 114"/>
                <a:gd name="T40" fmla="*/ 460 w 590"/>
                <a:gd name="T41" fmla="*/ 102 h 114"/>
                <a:gd name="T42" fmla="*/ 502 w 590"/>
                <a:gd name="T43" fmla="*/ 94 h 114"/>
                <a:gd name="T44" fmla="*/ 538 w 590"/>
                <a:gd name="T45" fmla="*/ 84 h 114"/>
                <a:gd name="T46" fmla="*/ 554 w 590"/>
                <a:gd name="T47" fmla="*/ 78 h 114"/>
                <a:gd name="T48" fmla="*/ 566 w 590"/>
                <a:gd name="T49" fmla="*/ 72 h 114"/>
                <a:gd name="T50" fmla="*/ 576 w 590"/>
                <a:gd name="T51" fmla="*/ 66 h 114"/>
                <a:gd name="T52" fmla="*/ 582 w 590"/>
                <a:gd name="T53" fmla="*/ 60 h 114"/>
                <a:gd name="T54" fmla="*/ 588 w 590"/>
                <a:gd name="T55" fmla="*/ 52 h 114"/>
                <a:gd name="T56" fmla="*/ 588 w 590"/>
                <a:gd name="T57" fmla="*/ 46 h 114"/>
                <a:gd name="T58" fmla="*/ 588 w 590"/>
                <a:gd name="T59" fmla="*/ 46 h 114"/>
                <a:gd name="T60" fmla="*/ 590 w 590"/>
                <a:gd name="T61" fmla="*/ 22 h 114"/>
                <a:gd name="T62" fmla="*/ 590 w 590"/>
                <a:gd name="T63" fmla="*/ 8 h 114"/>
                <a:gd name="T64" fmla="*/ 588 w 590"/>
                <a:gd name="T65" fmla="*/ 0 h 114"/>
                <a:gd name="T66" fmla="*/ 2 w 590"/>
                <a:gd name="T67" fmla="*/ 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0" h="114">
                  <a:moveTo>
                    <a:pt x="2" y="4"/>
                  </a:moveTo>
                  <a:lnTo>
                    <a:pt x="2" y="4"/>
                  </a:lnTo>
                  <a:lnTo>
                    <a:pt x="0" y="12"/>
                  </a:lnTo>
                  <a:lnTo>
                    <a:pt x="0" y="24"/>
                  </a:lnTo>
                  <a:lnTo>
                    <a:pt x="2" y="46"/>
                  </a:lnTo>
                  <a:lnTo>
                    <a:pt x="2" y="46"/>
                  </a:lnTo>
                  <a:lnTo>
                    <a:pt x="2" y="52"/>
                  </a:lnTo>
                  <a:lnTo>
                    <a:pt x="8" y="60"/>
                  </a:lnTo>
                  <a:lnTo>
                    <a:pt x="14" y="66"/>
                  </a:lnTo>
                  <a:lnTo>
                    <a:pt x="24" y="72"/>
                  </a:lnTo>
                  <a:lnTo>
                    <a:pt x="36" y="78"/>
                  </a:lnTo>
                  <a:lnTo>
                    <a:pt x="52" y="84"/>
                  </a:lnTo>
                  <a:lnTo>
                    <a:pt x="88" y="94"/>
                  </a:lnTo>
                  <a:lnTo>
                    <a:pt x="130" y="102"/>
                  </a:lnTo>
                  <a:lnTo>
                    <a:pt x="180" y="110"/>
                  </a:lnTo>
                  <a:lnTo>
                    <a:pt x="236" y="114"/>
                  </a:lnTo>
                  <a:lnTo>
                    <a:pt x="296" y="114"/>
                  </a:lnTo>
                  <a:lnTo>
                    <a:pt x="296" y="114"/>
                  </a:lnTo>
                  <a:lnTo>
                    <a:pt x="354" y="114"/>
                  </a:lnTo>
                  <a:lnTo>
                    <a:pt x="410" y="110"/>
                  </a:lnTo>
                  <a:lnTo>
                    <a:pt x="460" y="102"/>
                  </a:lnTo>
                  <a:lnTo>
                    <a:pt x="502" y="94"/>
                  </a:lnTo>
                  <a:lnTo>
                    <a:pt x="538" y="84"/>
                  </a:lnTo>
                  <a:lnTo>
                    <a:pt x="554" y="78"/>
                  </a:lnTo>
                  <a:lnTo>
                    <a:pt x="566" y="72"/>
                  </a:lnTo>
                  <a:lnTo>
                    <a:pt x="576" y="66"/>
                  </a:lnTo>
                  <a:lnTo>
                    <a:pt x="582" y="60"/>
                  </a:lnTo>
                  <a:lnTo>
                    <a:pt x="588" y="52"/>
                  </a:lnTo>
                  <a:lnTo>
                    <a:pt x="588" y="46"/>
                  </a:lnTo>
                  <a:lnTo>
                    <a:pt x="588" y="46"/>
                  </a:lnTo>
                  <a:lnTo>
                    <a:pt x="590" y="22"/>
                  </a:lnTo>
                  <a:lnTo>
                    <a:pt x="590" y="8"/>
                  </a:lnTo>
                  <a:lnTo>
                    <a:pt x="588" y="0"/>
                  </a:lnTo>
                  <a:lnTo>
                    <a:pt x="2" y="4"/>
                  </a:lnTo>
                  <a:close/>
                </a:path>
              </a:pathLst>
            </a:custGeom>
            <a:solidFill>
              <a:srgbClr val="6E6F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23" name="Freeform 146"/>
            <p:cNvSpPr>
              <a:spLocks/>
            </p:cNvSpPr>
            <p:nvPr/>
          </p:nvSpPr>
          <p:spPr bwMode="auto">
            <a:xfrm>
              <a:off x="3079296" y="4166961"/>
              <a:ext cx="930275" cy="222250"/>
            </a:xfrm>
            <a:custGeom>
              <a:avLst/>
              <a:gdLst>
                <a:gd name="T0" fmla="*/ 586 w 586"/>
                <a:gd name="T1" fmla="*/ 70 h 140"/>
                <a:gd name="T2" fmla="*/ 586 w 586"/>
                <a:gd name="T3" fmla="*/ 70 h 140"/>
                <a:gd name="T4" fmla="*/ 586 w 586"/>
                <a:gd name="T5" fmla="*/ 76 h 140"/>
                <a:gd name="T6" fmla="*/ 580 w 586"/>
                <a:gd name="T7" fmla="*/ 84 h 140"/>
                <a:gd name="T8" fmla="*/ 574 w 586"/>
                <a:gd name="T9" fmla="*/ 90 h 140"/>
                <a:gd name="T10" fmla="*/ 564 w 586"/>
                <a:gd name="T11" fmla="*/ 96 h 140"/>
                <a:gd name="T12" fmla="*/ 552 w 586"/>
                <a:gd name="T13" fmla="*/ 102 h 140"/>
                <a:gd name="T14" fmla="*/ 536 w 586"/>
                <a:gd name="T15" fmla="*/ 108 h 140"/>
                <a:gd name="T16" fmla="*/ 500 w 586"/>
                <a:gd name="T17" fmla="*/ 118 h 140"/>
                <a:gd name="T18" fmla="*/ 458 w 586"/>
                <a:gd name="T19" fmla="*/ 128 h 140"/>
                <a:gd name="T20" fmla="*/ 408 w 586"/>
                <a:gd name="T21" fmla="*/ 134 h 140"/>
                <a:gd name="T22" fmla="*/ 352 w 586"/>
                <a:gd name="T23" fmla="*/ 138 h 140"/>
                <a:gd name="T24" fmla="*/ 294 w 586"/>
                <a:gd name="T25" fmla="*/ 140 h 140"/>
                <a:gd name="T26" fmla="*/ 294 w 586"/>
                <a:gd name="T27" fmla="*/ 140 h 140"/>
                <a:gd name="T28" fmla="*/ 234 w 586"/>
                <a:gd name="T29" fmla="*/ 138 h 140"/>
                <a:gd name="T30" fmla="*/ 178 w 586"/>
                <a:gd name="T31" fmla="*/ 134 h 140"/>
                <a:gd name="T32" fmla="*/ 128 w 586"/>
                <a:gd name="T33" fmla="*/ 128 h 140"/>
                <a:gd name="T34" fmla="*/ 86 w 586"/>
                <a:gd name="T35" fmla="*/ 118 h 140"/>
                <a:gd name="T36" fmla="*/ 50 w 586"/>
                <a:gd name="T37" fmla="*/ 108 h 140"/>
                <a:gd name="T38" fmla="*/ 34 w 586"/>
                <a:gd name="T39" fmla="*/ 102 h 140"/>
                <a:gd name="T40" fmla="*/ 22 w 586"/>
                <a:gd name="T41" fmla="*/ 96 h 140"/>
                <a:gd name="T42" fmla="*/ 12 w 586"/>
                <a:gd name="T43" fmla="*/ 90 h 140"/>
                <a:gd name="T44" fmla="*/ 6 w 586"/>
                <a:gd name="T45" fmla="*/ 84 h 140"/>
                <a:gd name="T46" fmla="*/ 0 w 586"/>
                <a:gd name="T47" fmla="*/ 76 h 140"/>
                <a:gd name="T48" fmla="*/ 0 w 586"/>
                <a:gd name="T49" fmla="*/ 70 h 140"/>
                <a:gd name="T50" fmla="*/ 0 w 586"/>
                <a:gd name="T51" fmla="*/ 70 h 140"/>
                <a:gd name="T52" fmla="*/ 0 w 586"/>
                <a:gd name="T53" fmla="*/ 62 h 140"/>
                <a:gd name="T54" fmla="*/ 6 w 586"/>
                <a:gd name="T55" fmla="*/ 56 h 140"/>
                <a:gd name="T56" fmla="*/ 12 w 586"/>
                <a:gd name="T57" fmla="*/ 50 h 140"/>
                <a:gd name="T58" fmla="*/ 22 w 586"/>
                <a:gd name="T59" fmla="*/ 42 h 140"/>
                <a:gd name="T60" fmla="*/ 34 w 586"/>
                <a:gd name="T61" fmla="*/ 36 h 140"/>
                <a:gd name="T62" fmla="*/ 50 w 586"/>
                <a:gd name="T63" fmla="*/ 30 h 140"/>
                <a:gd name="T64" fmla="*/ 86 w 586"/>
                <a:gd name="T65" fmla="*/ 20 h 140"/>
                <a:gd name="T66" fmla="*/ 128 w 586"/>
                <a:gd name="T67" fmla="*/ 12 h 140"/>
                <a:gd name="T68" fmla="*/ 178 w 586"/>
                <a:gd name="T69" fmla="*/ 6 h 140"/>
                <a:gd name="T70" fmla="*/ 234 w 586"/>
                <a:gd name="T71" fmla="*/ 2 h 140"/>
                <a:gd name="T72" fmla="*/ 294 w 586"/>
                <a:gd name="T73" fmla="*/ 0 h 140"/>
                <a:gd name="T74" fmla="*/ 294 w 586"/>
                <a:gd name="T75" fmla="*/ 0 h 140"/>
                <a:gd name="T76" fmla="*/ 352 w 586"/>
                <a:gd name="T77" fmla="*/ 2 h 140"/>
                <a:gd name="T78" fmla="*/ 408 w 586"/>
                <a:gd name="T79" fmla="*/ 6 h 140"/>
                <a:gd name="T80" fmla="*/ 458 w 586"/>
                <a:gd name="T81" fmla="*/ 12 h 140"/>
                <a:gd name="T82" fmla="*/ 500 w 586"/>
                <a:gd name="T83" fmla="*/ 20 h 140"/>
                <a:gd name="T84" fmla="*/ 536 w 586"/>
                <a:gd name="T85" fmla="*/ 30 h 140"/>
                <a:gd name="T86" fmla="*/ 552 w 586"/>
                <a:gd name="T87" fmla="*/ 36 h 140"/>
                <a:gd name="T88" fmla="*/ 564 w 586"/>
                <a:gd name="T89" fmla="*/ 42 h 140"/>
                <a:gd name="T90" fmla="*/ 574 w 586"/>
                <a:gd name="T91" fmla="*/ 50 h 140"/>
                <a:gd name="T92" fmla="*/ 580 w 586"/>
                <a:gd name="T93" fmla="*/ 56 h 140"/>
                <a:gd name="T94" fmla="*/ 586 w 586"/>
                <a:gd name="T95" fmla="*/ 62 h 140"/>
                <a:gd name="T96" fmla="*/ 586 w 586"/>
                <a:gd name="T97" fmla="*/ 70 h 140"/>
                <a:gd name="T98" fmla="*/ 586 w 586"/>
                <a:gd name="T99" fmla="*/ 7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6" h="140">
                  <a:moveTo>
                    <a:pt x="586" y="70"/>
                  </a:moveTo>
                  <a:lnTo>
                    <a:pt x="586" y="70"/>
                  </a:lnTo>
                  <a:lnTo>
                    <a:pt x="586" y="76"/>
                  </a:lnTo>
                  <a:lnTo>
                    <a:pt x="580" y="84"/>
                  </a:lnTo>
                  <a:lnTo>
                    <a:pt x="574" y="90"/>
                  </a:lnTo>
                  <a:lnTo>
                    <a:pt x="564" y="96"/>
                  </a:lnTo>
                  <a:lnTo>
                    <a:pt x="552" y="102"/>
                  </a:lnTo>
                  <a:lnTo>
                    <a:pt x="536" y="108"/>
                  </a:lnTo>
                  <a:lnTo>
                    <a:pt x="500" y="118"/>
                  </a:lnTo>
                  <a:lnTo>
                    <a:pt x="458" y="128"/>
                  </a:lnTo>
                  <a:lnTo>
                    <a:pt x="408" y="134"/>
                  </a:lnTo>
                  <a:lnTo>
                    <a:pt x="352" y="138"/>
                  </a:lnTo>
                  <a:lnTo>
                    <a:pt x="294" y="140"/>
                  </a:lnTo>
                  <a:lnTo>
                    <a:pt x="294" y="140"/>
                  </a:lnTo>
                  <a:lnTo>
                    <a:pt x="234" y="138"/>
                  </a:lnTo>
                  <a:lnTo>
                    <a:pt x="178" y="134"/>
                  </a:lnTo>
                  <a:lnTo>
                    <a:pt x="128" y="128"/>
                  </a:lnTo>
                  <a:lnTo>
                    <a:pt x="86" y="118"/>
                  </a:lnTo>
                  <a:lnTo>
                    <a:pt x="50" y="108"/>
                  </a:lnTo>
                  <a:lnTo>
                    <a:pt x="34" y="102"/>
                  </a:lnTo>
                  <a:lnTo>
                    <a:pt x="22" y="96"/>
                  </a:lnTo>
                  <a:lnTo>
                    <a:pt x="12" y="90"/>
                  </a:lnTo>
                  <a:lnTo>
                    <a:pt x="6" y="84"/>
                  </a:lnTo>
                  <a:lnTo>
                    <a:pt x="0" y="76"/>
                  </a:lnTo>
                  <a:lnTo>
                    <a:pt x="0" y="70"/>
                  </a:lnTo>
                  <a:lnTo>
                    <a:pt x="0" y="70"/>
                  </a:lnTo>
                  <a:lnTo>
                    <a:pt x="0" y="62"/>
                  </a:lnTo>
                  <a:lnTo>
                    <a:pt x="6" y="56"/>
                  </a:lnTo>
                  <a:lnTo>
                    <a:pt x="12" y="50"/>
                  </a:lnTo>
                  <a:lnTo>
                    <a:pt x="22" y="42"/>
                  </a:lnTo>
                  <a:lnTo>
                    <a:pt x="34" y="36"/>
                  </a:lnTo>
                  <a:lnTo>
                    <a:pt x="50" y="30"/>
                  </a:lnTo>
                  <a:lnTo>
                    <a:pt x="86" y="20"/>
                  </a:lnTo>
                  <a:lnTo>
                    <a:pt x="128" y="12"/>
                  </a:lnTo>
                  <a:lnTo>
                    <a:pt x="178" y="6"/>
                  </a:lnTo>
                  <a:lnTo>
                    <a:pt x="234" y="2"/>
                  </a:lnTo>
                  <a:lnTo>
                    <a:pt x="294" y="0"/>
                  </a:lnTo>
                  <a:lnTo>
                    <a:pt x="294" y="0"/>
                  </a:lnTo>
                  <a:lnTo>
                    <a:pt x="352" y="2"/>
                  </a:lnTo>
                  <a:lnTo>
                    <a:pt x="408" y="6"/>
                  </a:lnTo>
                  <a:lnTo>
                    <a:pt x="458" y="12"/>
                  </a:lnTo>
                  <a:lnTo>
                    <a:pt x="500" y="20"/>
                  </a:lnTo>
                  <a:lnTo>
                    <a:pt x="536" y="30"/>
                  </a:lnTo>
                  <a:lnTo>
                    <a:pt x="552" y="36"/>
                  </a:lnTo>
                  <a:lnTo>
                    <a:pt x="564" y="42"/>
                  </a:lnTo>
                  <a:lnTo>
                    <a:pt x="574" y="50"/>
                  </a:lnTo>
                  <a:lnTo>
                    <a:pt x="580" y="56"/>
                  </a:lnTo>
                  <a:lnTo>
                    <a:pt x="586" y="62"/>
                  </a:lnTo>
                  <a:lnTo>
                    <a:pt x="586" y="70"/>
                  </a:lnTo>
                  <a:lnTo>
                    <a:pt x="586" y="70"/>
                  </a:lnTo>
                  <a:close/>
                </a:path>
              </a:pathLst>
            </a:custGeom>
            <a:solidFill>
              <a:srgbClr val="A6A8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24" name="Freeform 147"/>
            <p:cNvSpPr>
              <a:spLocks/>
            </p:cNvSpPr>
            <p:nvPr/>
          </p:nvSpPr>
          <p:spPr bwMode="auto">
            <a:xfrm>
              <a:off x="3838121" y="3373211"/>
              <a:ext cx="438150" cy="409575"/>
            </a:xfrm>
            <a:custGeom>
              <a:avLst/>
              <a:gdLst>
                <a:gd name="T0" fmla="*/ 156 w 276"/>
                <a:gd name="T1" fmla="*/ 234 h 258"/>
                <a:gd name="T2" fmla="*/ 156 w 276"/>
                <a:gd name="T3" fmla="*/ 234 h 258"/>
                <a:gd name="T4" fmla="*/ 172 w 276"/>
                <a:gd name="T5" fmla="*/ 244 h 258"/>
                <a:gd name="T6" fmla="*/ 188 w 276"/>
                <a:gd name="T7" fmla="*/ 250 h 258"/>
                <a:gd name="T8" fmla="*/ 202 w 276"/>
                <a:gd name="T9" fmla="*/ 254 h 258"/>
                <a:gd name="T10" fmla="*/ 214 w 276"/>
                <a:gd name="T11" fmla="*/ 256 h 258"/>
                <a:gd name="T12" fmla="*/ 226 w 276"/>
                <a:gd name="T13" fmla="*/ 258 h 258"/>
                <a:gd name="T14" fmla="*/ 236 w 276"/>
                <a:gd name="T15" fmla="*/ 256 h 258"/>
                <a:gd name="T16" fmla="*/ 244 w 276"/>
                <a:gd name="T17" fmla="*/ 254 h 258"/>
                <a:gd name="T18" fmla="*/ 252 w 276"/>
                <a:gd name="T19" fmla="*/ 252 h 258"/>
                <a:gd name="T20" fmla="*/ 262 w 276"/>
                <a:gd name="T21" fmla="*/ 244 h 258"/>
                <a:gd name="T22" fmla="*/ 270 w 276"/>
                <a:gd name="T23" fmla="*/ 234 h 258"/>
                <a:gd name="T24" fmla="*/ 276 w 276"/>
                <a:gd name="T25" fmla="*/ 226 h 258"/>
                <a:gd name="T26" fmla="*/ 140 w 276"/>
                <a:gd name="T27" fmla="*/ 0 h 258"/>
                <a:gd name="T28" fmla="*/ 0 w 276"/>
                <a:gd name="T29" fmla="*/ 60 h 258"/>
                <a:gd name="T30" fmla="*/ 0 w 276"/>
                <a:gd name="T31" fmla="*/ 60 h 258"/>
                <a:gd name="T32" fmla="*/ 10 w 276"/>
                <a:gd name="T33" fmla="*/ 82 h 258"/>
                <a:gd name="T34" fmla="*/ 22 w 276"/>
                <a:gd name="T35" fmla="*/ 104 h 258"/>
                <a:gd name="T36" fmla="*/ 40 w 276"/>
                <a:gd name="T37" fmla="*/ 130 h 258"/>
                <a:gd name="T38" fmla="*/ 62 w 276"/>
                <a:gd name="T39" fmla="*/ 158 h 258"/>
                <a:gd name="T40" fmla="*/ 88 w 276"/>
                <a:gd name="T41" fmla="*/ 188 h 258"/>
                <a:gd name="T42" fmla="*/ 104 w 276"/>
                <a:gd name="T43" fmla="*/ 200 h 258"/>
                <a:gd name="T44" fmla="*/ 120 w 276"/>
                <a:gd name="T45" fmla="*/ 212 h 258"/>
                <a:gd name="T46" fmla="*/ 138 w 276"/>
                <a:gd name="T47" fmla="*/ 224 h 258"/>
                <a:gd name="T48" fmla="*/ 156 w 276"/>
                <a:gd name="T49" fmla="*/ 234 h 258"/>
                <a:gd name="T50" fmla="*/ 156 w 276"/>
                <a:gd name="T51"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6" h="258">
                  <a:moveTo>
                    <a:pt x="156" y="234"/>
                  </a:moveTo>
                  <a:lnTo>
                    <a:pt x="156" y="234"/>
                  </a:lnTo>
                  <a:lnTo>
                    <a:pt x="172" y="244"/>
                  </a:lnTo>
                  <a:lnTo>
                    <a:pt x="188" y="250"/>
                  </a:lnTo>
                  <a:lnTo>
                    <a:pt x="202" y="254"/>
                  </a:lnTo>
                  <a:lnTo>
                    <a:pt x="214" y="256"/>
                  </a:lnTo>
                  <a:lnTo>
                    <a:pt x="226" y="258"/>
                  </a:lnTo>
                  <a:lnTo>
                    <a:pt x="236" y="256"/>
                  </a:lnTo>
                  <a:lnTo>
                    <a:pt x="244" y="254"/>
                  </a:lnTo>
                  <a:lnTo>
                    <a:pt x="252" y="252"/>
                  </a:lnTo>
                  <a:lnTo>
                    <a:pt x="262" y="244"/>
                  </a:lnTo>
                  <a:lnTo>
                    <a:pt x="270" y="234"/>
                  </a:lnTo>
                  <a:lnTo>
                    <a:pt x="276" y="226"/>
                  </a:lnTo>
                  <a:lnTo>
                    <a:pt x="140" y="0"/>
                  </a:lnTo>
                  <a:lnTo>
                    <a:pt x="0" y="60"/>
                  </a:lnTo>
                  <a:lnTo>
                    <a:pt x="0" y="60"/>
                  </a:lnTo>
                  <a:lnTo>
                    <a:pt x="10" y="82"/>
                  </a:lnTo>
                  <a:lnTo>
                    <a:pt x="22" y="104"/>
                  </a:lnTo>
                  <a:lnTo>
                    <a:pt x="40" y="130"/>
                  </a:lnTo>
                  <a:lnTo>
                    <a:pt x="62" y="158"/>
                  </a:lnTo>
                  <a:lnTo>
                    <a:pt x="88" y="188"/>
                  </a:lnTo>
                  <a:lnTo>
                    <a:pt x="104" y="200"/>
                  </a:lnTo>
                  <a:lnTo>
                    <a:pt x="120" y="212"/>
                  </a:lnTo>
                  <a:lnTo>
                    <a:pt x="138" y="224"/>
                  </a:lnTo>
                  <a:lnTo>
                    <a:pt x="156" y="234"/>
                  </a:lnTo>
                  <a:lnTo>
                    <a:pt x="156" y="23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25" name="Freeform 148"/>
            <p:cNvSpPr>
              <a:spLocks/>
            </p:cNvSpPr>
            <p:nvPr/>
          </p:nvSpPr>
          <p:spPr bwMode="auto">
            <a:xfrm>
              <a:off x="3441246" y="2925536"/>
              <a:ext cx="190500" cy="155575"/>
            </a:xfrm>
            <a:custGeom>
              <a:avLst/>
              <a:gdLst>
                <a:gd name="T0" fmla="*/ 10 w 120"/>
                <a:gd name="T1" fmla="*/ 0 h 98"/>
                <a:gd name="T2" fmla="*/ 112 w 120"/>
                <a:gd name="T3" fmla="*/ 0 h 98"/>
                <a:gd name="T4" fmla="*/ 112 w 120"/>
                <a:gd name="T5" fmla="*/ 0 h 98"/>
                <a:gd name="T6" fmla="*/ 108 w 120"/>
                <a:gd name="T7" fmla="*/ 8 h 98"/>
                <a:gd name="T8" fmla="*/ 106 w 120"/>
                <a:gd name="T9" fmla="*/ 32 h 98"/>
                <a:gd name="T10" fmla="*/ 106 w 120"/>
                <a:gd name="T11" fmla="*/ 46 h 98"/>
                <a:gd name="T12" fmla="*/ 108 w 120"/>
                <a:gd name="T13" fmla="*/ 64 h 98"/>
                <a:gd name="T14" fmla="*/ 112 w 120"/>
                <a:gd name="T15" fmla="*/ 80 h 98"/>
                <a:gd name="T16" fmla="*/ 120 w 120"/>
                <a:gd name="T17" fmla="*/ 98 h 98"/>
                <a:gd name="T18" fmla="*/ 0 w 120"/>
                <a:gd name="T19" fmla="*/ 98 h 98"/>
                <a:gd name="T20" fmla="*/ 0 w 120"/>
                <a:gd name="T21" fmla="*/ 98 h 98"/>
                <a:gd name="T22" fmla="*/ 6 w 120"/>
                <a:gd name="T23" fmla="*/ 92 h 98"/>
                <a:gd name="T24" fmla="*/ 10 w 120"/>
                <a:gd name="T25" fmla="*/ 86 h 98"/>
                <a:gd name="T26" fmla="*/ 14 w 120"/>
                <a:gd name="T27" fmla="*/ 76 h 98"/>
                <a:gd name="T28" fmla="*/ 18 w 120"/>
                <a:gd name="T29" fmla="*/ 62 h 98"/>
                <a:gd name="T30" fmla="*/ 20 w 120"/>
                <a:gd name="T31" fmla="*/ 46 h 98"/>
                <a:gd name="T32" fmla="*/ 16 w 120"/>
                <a:gd name="T33" fmla="*/ 24 h 98"/>
                <a:gd name="T34" fmla="*/ 10 w 120"/>
                <a:gd name="T35" fmla="*/ 0 h 98"/>
                <a:gd name="T36" fmla="*/ 10 w 120"/>
                <a:gd name="T3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0" h="98">
                  <a:moveTo>
                    <a:pt x="10" y="0"/>
                  </a:moveTo>
                  <a:lnTo>
                    <a:pt x="112" y="0"/>
                  </a:lnTo>
                  <a:lnTo>
                    <a:pt x="112" y="0"/>
                  </a:lnTo>
                  <a:lnTo>
                    <a:pt x="108" y="8"/>
                  </a:lnTo>
                  <a:lnTo>
                    <a:pt x="106" y="32"/>
                  </a:lnTo>
                  <a:lnTo>
                    <a:pt x="106" y="46"/>
                  </a:lnTo>
                  <a:lnTo>
                    <a:pt x="108" y="64"/>
                  </a:lnTo>
                  <a:lnTo>
                    <a:pt x="112" y="80"/>
                  </a:lnTo>
                  <a:lnTo>
                    <a:pt x="120" y="98"/>
                  </a:lnTo>
                  <a:lnTo>
                    <a:pt x="0" y="98"/>
                  </a:lnTo>
                  <a:lnTo>
                    <a:pt x="0" y="98"/>
                  </a:lnTo>
                  <a:lnTo>
                    <a:pt x="6" y="92"/>
                  </a:lnTo>
                  <a:lnTo>
                    <a:pt x="10" y="86"/>
                  </a:lnTo>
                  <a:lnTo>
                    <a:pt x="14" y="76"/>
                  </a:lnTo>
                  <a:lnTo>
                    <a:pt x="18" y="62"/>
                  </a:lnTo>
                  <a:lnTo>
                    <a:pt x="20" y="46"/>
                  </a:lnTo>
                  <a:lnTo>
                    <a:pt x="16" y="24"/>
                  </a:lnTo>
                  <a:lnTo>
                    <a:pt x="10" y="0"/>
                  </a:lnTo>
                  <a:lnTo>
                    <a:pt x="10"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26" name="Freeform 149"/>
            <p:cNvSpPr>
              <a:spLocks/>
            </p:cNvSpPr>
            <p:nvPr/>
          </p:nvSpPr>
          <p:spPr bwMode="auto">
            <a:xfrm>
              <a:off x="3457121" y="2925536"/>
              <a:ext cx="161925" cy="98425"/>
            </a:xfrm>
            <a:custGeom>
              <a:avLst/>
              <a:gdLst>
                <a:gd name="T0" fmla="*/ 0 w 102"/>
                <a:gd name="T1" fmla="*/ 0 h 62"/>
                <a:gd name="T2" fmla="*/ 102 w 102"/>
                <a:gd name="T3" fmla="*/ 0 h 62"/>
                <a:gd name="T4" fmla="*/ 102 w 102"/>
                <a:gd name="T5" fmla="*/ 0 h 62"/>
                <a:gd name="T6" fmla="*/ 100 w 102"/>
                <a:gd name="T7" fmla="*/ 6 h 62"/>
                <a:gd name="T8" fmla="*/ 96 w 102"/>
                <a:gd name="T9" fmla="*/ 20 h 62"/>
                <a:gd name="T10" fmla="*/ 94 w 102"/>
                <a:gd name="T11" fmla="*/ 40 h 62"/>
                <a:gd name="T12" fmla="*/ 96 w 102"/>
                <a:gd name="T13" fmla="*/ 50 h 62"/>
                <a:gd name="T14" fmla="*/ 98 w 102"/>
                <a:gd name="T15" fmla="*/ 62 h 62"/>
                <a:gd name="T16" fmla="*/ 98 w 102"/>
                <a:gd name="T17" fmla="*/ 62 h 62"/>
                <a:gd name="T18" fmla="*/ 88 w 102"/>
                <a:gd name="T19" fmla="*/ 62 h 62"/>
                <a:gd name="T20" fmla="*/ 64 w 102"/>
                <a:gd name="T21" fmla="*/ 56 h 62"/>
                <a:gd name="T22" fmla="*/ 50 w 102"/>
                <a:gd name="T23" fmla="*/ 52 h 62"/>
                <a:gd name="T24" fmla="*/ 34 w 102"/>
                <a:gd name="T25" fmla="*/ 46 h 62"/>
                <a:gd name="T26" fmla="*/ 20 w 102"/>
                <a:gd name="T27" fmla="*/ 40 h 62"/>
                <a:gd name="T28" fmla="*/ 8 w 102"/>
                <a:gd name="T29" fmla="*/ 32 h 62"/>
                <a:gd name="T30" fmla="*/ 8 w 102"/>
                <a:gd name="T31" fmla="*/ 32 h 62"/>
                <a:gd name="T32" fmla="*/ 6 w 102"/>
                <a:gd name="T33" fmla="*/ 22 h 62"/>
                <a:gd name="T34" fmla="*/ 0 w 102"/>
                <a:gd name="T35" fmla="*/ 0 h 62"/>
                <a:gd name="T36" fmla="*/ 0 w 102"/>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62">
                  <a:moveTo>
                    <a:pt x="0" y="0"/>
                  </a:moveTo>
                  <a:lnTo>
                    <a:pt x="102" y="0"/>
                  </a:lnTo>
                  <a:lnTo>
                    <a:pt x="102" y="0"/>
                  </a:lnTo>
                  <a:lnTo>
                    <a:pt x="100" y="6"/>
                  </a:lnTo>
                  <a:lnTo>
                    <a:pt x="96" y="20"/>
                  </a:lnTo>
                  <a:lnTo>
                    <a:pt x="94" y="40"/>
                  </a:lnTo>
                  <a:lnTo>
                    <a:pt x="96" y="50"/>
                  </a:lnTo>
                  <a:lnTo>
                    <a:pt x="98" y="62"/>
                  </a:lnTo>
                  <a:lnTo>
                    <a:pt x="98" y="62"/>
                  </a:lnTo>
                  <a:lnTo>
                    <a:pt x="88" y="62"/>
                  </a:lnTo>
                  <a:lnTo>
                    <a:pt x="64" y="56"/>
                  </a:lnTo>
                  <a:lnTo>
                    <a:pt x="50" y="52"/>
                  </a:lnTo>
                  <a:lnTo>
                    <a:pt x="34" y="46"/>
                  </a:lnTo>
                  <a:lnTo>
                    <a:pt x="20" y="40"/>
                  </a:lnTo>
                  <a:lnTo>
                    <a:pt x="8" y="32"/>
                  </a:lnTo>
                  <a:lnTo>
                    <a:pt x="8" y="32"/>
                  </a:lnTo>
                  <a:lnTo>
                    <a:pt x="6" y="22"/>
                  </a:lnTo>
                  <a:lnTo>
                    <a:pt x="0" y="0"/>
                  </a:lnTo>
                  <a:lnTo>
                    <a:pt x="0" y="0"/>
                  </a:lnTo>
                  <a:close/>
                </a:path>
              </a:pathLst>
            </a:custGeom>
            <a:solidFill>
              <a:srgbClr val="D4A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27" name="Freeform 150"/>
            <p:cNvSpPr>
              <a:spLocks/>
            </p:cNvSpPr>
            <p:nvPr/>
          </p:nvSpPr>
          <p:spPr bwMode="auto">
            <a:xfrm>
              <a:off x="3787321" y="2582636"/>
              <a:ext cx="60325" cy="111125"/>
            </a:xfrm>
            <a:custGeom>
              <a:avLst/>
              <a:gdLst>
                <a:gd name="T0" fmla="*/ 36 w 38"/>
                <a:gd name="T1" fmla="*/ 38 h 70"/>
                <a:gd name="T2" fmla="*/ 36 w 38"/>
                <a:gd name="T3" fmla="*/ 38 h 70"/>
                <a:gd name="T4" fmla="*/ 32 w 38"/>
                <a:gd name="T5" fmla="*/ 52 h 70"/>
                <a:gd name="T6" fmla="*/ 26 w 38"/>
                <a:gd name="T7" fmla="*/ 62 h 70"/>
                <a:gd name="T8" fmla="*/ 18 w 38"/>
                <a:gd name="T9" fmla="*/ 68 h 70"/>
                <a:gd name="T10" fmla="*/ 14 w 38"/>
                <a:gd name="T11" fmla="*/ 70 h 70"/>
                <a:gd name="T12" fmla="*/ 12 w 38"/>
                <a:gd name="T13" fmla="*/ 70 h 70"/>
                <a:gd name="T14" fmla="*/ 12 w 38"/>
                <a:gd name="T15" fmla="*/ 70 h 70"/>
                <a:gd name="T16" fmla="*/ 8 w 38"/>
                <a:gd name="T17" fmla="*/ 68 h 70"/>
                <a:gd name="T18" fmla="*/ 6 w 38"/>
                <a:gd name="T19" fmla="*/ 66 h 70"/>
                <a:gd name="T20" fmla="*/ 2 w 38"/>
                <a:gd name="T21" fmla="*/ 58 h 70"/>
                <a:gd name="T22" fmla="*/ 0 w 38"/>
                <a:gd name="T23" fmla="*/ 46 h 70"/>
                <a:gd name="T24" fmla="*/ 2 w 38"/>
                <a:gd name="T25" fmla="*/ 32 h 70"/>
                <a:gd name="T26" fmla="*/ 2 w 38"/>
                <a:gd name="T27" fmla="*/ 32 h 70"/>
                <a:gd name="T28" fmla="*/ 6 w 38"/>
                <a:gd name="T29" fmla="*/ 18 h 70"/>
                <a:gd name="T30" fmla="*/ 12 w 38"/>
                <a:gd name="T31" fmla="*/ 8 h 70"/>
                <a:gd name="T32" fmla="*/ 18 w 38"/>
                <a:gd name="T33" fmla="*/ 0 h 70"/>
                <a:gd name="T34" fmla="*/ 22 w 38"/>
                <a:gd name="T35" fmla="*/ 0 h 70"/>
                <a:gd name="T36" fmla="*/ 26 w 38"/>
                <a:gd name="T37" fmla="*/ 0 h 70"/>
                <a:gd name="T38" fmla="*/ 26 w 38"/>
                <a:gd name="T39" fmla="*/ 0 h 70"/>
                <a:gd name="T40" fmla="*/ 30 w 38"/>
                <a:gd name="T41" fmla="*/ 0 h 70"/>
                <a:gd name="T42" fmla="*/ 32 w 38"/>
                <a:gd name="T43" fmla="*/ 4 h 70"/>
                <a:gd name="T44" fmla="*/ 36 w 38"/>
                <a:gd name="T45" fmla="*/ 12 h 70"/>
                <a:gd name="T46" fmla="*/ 38 w 38"/>
                <a:gd name="T47" fmla="*/ 24 h 70"/>
                <a:gd name="T48" fmla="*/ 36 w 38"/>
                <a:gd name="T49" fmla="*/ 38 h 70"/>
                <a:gd name="T50" fmla="*/ 36 w 38"/>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70">
                  <a:moveTo>
                    <a:pt x="36" y="38"/>
                  </a:moveTo>
                  <a:lnTo>
                    <a:pt x="36" y="38"/>
                  </a:lnTo>
                  <a:lnTo>
                    <a:pt x="32" y="52"/>
                  </a:lnTo>
                  <a:lnTo>
                    <a:pt x="26" y="62"/>
                  </a:lnTo>
                  <a:lnTo>
                    <a:pt x="18" y="68"/>
                  </a:lnTo>
                  <a:lnTo>
                    <a:pt x="14" y="70"/>
                  </a:lnTo>
                  <a:lnTo>
                    <a:pt x="12" y="70"/>
                  </a:lnTo>
                  <a:lnTo>
                    <a:pt x="12" y="70"/>
                  </a:lnTo>
                  <a:lnTo>
                    <a:pt x="8" y="68"/>
                  </a:lnTo>
                  <a:lnTo>
                    <a:pt x="6" y="66"/>
                  </a:lnTo>
                  <a:lnTo>
                    <a:pt x="2" y="58"/>
                  </a:lnTo>
                  <a:lnTo>
                    <a:pt x="0" y="46"/>
                  </a:lnTo>
                  <a:lnTo>
                    <a:pt x="2" y="32"/>
                  </a:lnTo>
                  <a:lnTo>
                    <a:pt x="2" y="32"/>
                  </a:lnTo>
                  <a:lnTo>
                    <a:pt x="6" y="18"/>
                  </a:lnTo>
                  <a:lnTo>
                    <a:pt x="12" y="8"/>
                  </a:lnTo>
                  <a:lnTo>
                    <a:pt x="18" y="0"/>
                  </a:lnTo>
                  <a:lnTo>
                    <a:pt x="22" y="0"/>
                  </a:lnTo>
                  <a:lnTo>
                    <a:pt x="26" y="0"/>
                  </a:lnTo>
                  <a:lnTo>
                    <a:pt x="26" y="0"/>
                  </a:lnTo>
                  <a:lnTo>
                    <a:pt x="30" y="0"/>
                  </a:lnTo>
                  <a:lnTo>
                    <a:pt x="32" y="4"/>
                  </a:lnTo>
                  <a:lnTo>
                    <a:pt x="36" y="12"/>
                  </a:lnTo>
                  <a:lnTo>
                    <a:pt x="38" y="24"/>
                  </a:lnTo>
                  <a:lnTo>
                    <a:pt x="36" y="38"/>
                  </a:lnTo>
                  <a:lnTo>
                    <a:pt x="36"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28" name="Freeform 151"/>
            <p:cNvSpPr>
              <a:spLocks/>
            </p:cNvSpPr>
            <p:nvPr/>
          </p:nvSpPr>
          <p:spPr bwMode="auto">
            <a:xfrm>
              <a:off x="3774621" y="2592161"/>
              <a:ext cx="57150" cy="92075"/>
            </a:xfrm>
            <a:custGeom>
              <a:avLst/>
              <a:gdLst>
                <a:gd name="T0" fmla="*/ 34 w 36"/>
                <a:gd name="T1" fmla="*/ 32 h 58"/>
                <a:gd name="T2" fmla="*/ 34 w 36"/>
                <a:gd name="T3" fmla="*/ 32 h 58"/>
                <a:gd name="T4" fmla="*/ 30 w 36"/>
                <a:gd name="T5" fmla="*/ 44 h 58"/>
                <a:gd name="T6" fmla="*/ 26 w 36"/>
                <a:gd name="T7" fmla="*/ 52 h 58"/>
                <a:gd name="T8" fmla="*/ 18 w 36"/>
                <a:gd name="T9" fmla="*/ 58 h 58"/>
                <a:gd name="T10" fmla="*/ 12 w 36"/>
                <a:gd name="T11" fmla="*/ 58 h 58"/>
                <a:gd name="T12" fmla="*/ 12 w 36"/>
                <a:gd name="T13" fmla="*/ 58 h 58"/>
                <a:gd name="T14" fmla="*/ 6 w 36"/>
                <a:gd name="T15" fmla="*/ 54 h 58"/>
                <a:gd name="T16" fmla="*/ 0 w 36"/>
                <a:gd name="T17" fmla="*/ 46 h 58"/>
                <a:gd name="T18" fmla="*/ 0 w 36"/>
                <a:gd name="T19" fmla="*/ 36 h 58"/>
                <a:gd name="T20" fmla="*/ 0 w 36"/>
                <a:gd name="T21" fmla="*/ 26 h 58"/>
                <a:gd name="T22" fmla="*/ 0 w 36"/>
                <a:gd name="T23" fmla="*/ 26 h 58"/>
                <a:gd name="T24" fmla="*/ 4 w 36"/>
                <a:gd name="T25" fmla="*/ 14 h 58"/>
                <a:gd name="T26" fmla="*/ 10 w 36"/>
                <a:gd name="T27" fmla="*/ 6 h 58"/>
                <a:gd name="T28" fmla="*/ 16 w 36"/>
                <a:gd name="T29" fmla="*/ 0 h 58"/>
                <a:gd name="T30" fmla="*/ 24 w 36"/>
                <a:gd name="T31" fmla="*/ 0 h 58"/>
                <a:gd name="T32" fmla="*/ 24 w 36"/>
                <a:gd name="T33" fmla="*/ 0 h 58"/>
                <a:gd name="T34" fmla="*/ 30 w 36"/>
                <a:gd name="T35" fmla="*/ 4 h 58"/>
                <a:gd name="T36" fmla="*/ 34 w 36"/>
                <a:gd name="T37" fmla="*/ 10 h 58"/>
                <a:gd name="T38" fmla="*/ 36 w 36"/>
                <a:gd name="T39" fmla="*/ 20 h 58"/>
                <a:gd name="T40" fmla="*/ 34 w 36"/>
                <a:gd name="T41" fmla="*/ 32 h 58"/>
                <a:gd name="T42" fmla="*/ 34 w 36"/>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58">
                  <a:moveTo>
                    <a:pt x="34" y="32"/>
                  </a:moveTo>
                  <a:lnTo>
                    <a:pt x="34" y="32"/>
                  </a:lnTo>
                  <a:lnTo>
                    <a:pt x="30" y="44"/>
                  </a:lnTo>
                  <a:lnTo>
                    <a:pt x="26" y="52"/>
                  </a:lnTo>
                  <a:lnTo>
                    <a:pt x="18" y="58"/>
                  </a:lnTo>
                  <a:lnTo>
                    <a:pt x="12" y="58"/>
                  </a:lnTo>
                  <a:lnTo>
                    <a:pt x="12" y="58"/>
                  </a:lnTo>
                  <a:lnTo>
                    <a:pt x="6" y="54"/>
                  </a:lnTo>
                  <a:lnTo>
                    <a:pt x="0" y="46"/>
                  </a:lnTo>
                  <a:lnTo>
                    <a:pt x="0" y="36"/>
                  </a:lnTo>
                  <a:lnTo>
                    <a:pt x="0" y="26"/>
                  </a:lnTo>
                  <a:lnTo>
                    <a:pt x="0" y="26"/>
                  </a:lnTo>
                  <a:lnTo>
                    <a:pt x="4" y="14"/>
                  </a:lnTo>
                  <a:lnTo>
                    <a:pt x="10" y="6"/>
                  </a:lnTo>
                  <a:lnTo>
                    <a:pt x="16" y="0"/>
                  </a:lnTo>
                  <a:lnTo>
                    <a:pt x="24" y="0"/>
                  </a:lnTo>
                  <a:lnTo>
                    <a:pt x="24" y="0"/>
                  </a:lnTo>
                  <a:lnTo>
                    <a:pt x="30" y="4"/>
                  </a:lnTo>
                  <a:lnTo>
                    <a:pt x="34" y="10"/>
                  </a:lnTo>
                  <a:lnTo>
                    <a:pt x="36" y="20"/>
                  </a:lnTo>
                  <a:lnTo>
                    <a:pt x="34" y="32"/>
                  </a:lnTo>
                  <a:lnTo>
                    <a:pt x="34"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29" name="Freeform 152"/>
            <p:cNvSpPr>
              <a:spLocks/>
            </p:cNvSpPr>
            <p:nvPr/>
          </p:nvSpPr>
          <p:spPr bwMode="auto">
            <a:xfrm>
              <a:off x="3244396" y="2592161"/>
              <a:ext cx="57150" cy="111125"/>
            </a:xfrm>
            <a:custGeom>
              <a:avLst/>
              <a:gdLst>
                <a:gd name="T0" fmla="*/ 0 w 36"/>
                <a:gd name="T1" fmla="*/ 38 h 70"/>
                <a:gd name="T2" fmla="*/ 0 w 36"/>
                <a:gd name="T3" fmla="*/ 38 h 70"/>
                <a:gd name="T4" fmla="*/ 4 w 36"/>
                <a:gd name="T5" fmla="*/ 52 h 70"/>
                <a:gd name="T6" fmla="*/ 10 w 36"/>
                <a:gd name="T7" fmla="*/ 62 h 70"/>
                <a:gd name="T8" fmla="*/ 18 w 36"/>
                <a:gd name="T9" fmla="*/ 68 h 70"/>
                <a:gd name="T10" fmla="*/ 22 w 36"/>
                <a:gd name="T11" fmla="*/ 70 h 70"/>
                <a:gd name="T12" fmla="*/ 26 w 36"/>
                <a:gd name="T13" fmla="*/ 70 h 70"/>
                <a:gd name="T14" fmla="*/ 26 w 36"/>
                <a:gd name="T15" fmla="*/ 70 h 70"/>
                <a:gd name="T16" fmla="*/ 28 w 36"/>
                <a:gd name="T17" fmla="*/ 68 h 70"/>
                <a:gd name="T18" fmla="*/ 32 w 36"/>
                <a:gd name="T19" fmla="*/ 66 h 70"/>
                <a:gd name="T20" fmla="*/ 36 w 36"/>
                <a:gd name="T21" fmla="*/ 58 h 70"/>
                <a:gd name="T22" fmla="*/ 36 w 36"/>
                <a:gd name="T23" fmla="*/ 46 h 70"/>
                <a:gd name="T24" fmla="*/ 34 w 36"/>
                <a:gd name="T25" fmla="*/ 32 h 70"/>
                <a:gd name="T26" fmla="*/ 34 w 36"/>
                <a:gd name="T27" fmla="*/ 32 h 70"/>
                <a:gd name="T28" fmla="*/ 30 w 36"/>
                <a:gd name="T29" fmla="*/ 18 h 70"/>
                <a:gd name="T30" fmla="*/ 24 w 36"/>
                <a:gd name="T31" fmla="*/ 8 h 70"/>
                <a:gd name="T32" fmla="*/ 18 w 36"/>
                <a:gd name="T33" fmla="*/ 2 h 70"/>
                <a:gd name="T34" fmla="*/ 14 w 36"/>
                <a:gd name="T35" fmla="*/ 0 h 70"/>
                <a:gd name="T36" fmla="*/ 10 w 36"/>
                <a:gd name="T37" fmla="*/ 0 h 70"/>
                <a:gd name="T38" fmla="*/ 10 w 36"/>
                <a:gd name="T39" fmla="*/ 0 h 70"/>
                <a:gd name="T40" fmla="*/ 8 w 36"/>
                <a:gd name="T41" fmla="*/ 2 h 70"/>
                <a:gd name="T42" fmla="*/ 4 w 36"/>
                <a:gd name="T43" fmla="*/ 4 h 70"/>
                <a:gd name="T44" fmla="*/ 0 w 36"/>
                <a:gd name="T45" fmla="*/ 12 h 70"/>
                <a:gd name="T46" fmla="*/ 0 w 36"/>
                <a:gd name="T47" fmla="*/ 24 h 70"/>
                <a:gd name="T48" fmla="*/ 0 w 36"/>
                <a:gd name="T49" fmla="*/ 38 h 70"/>
                <a:gd name="T50" fmla="*/ 0 w 36"/>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70">
                  <a:moveTo>
                    <a:pt x="0" y="38"/>
                  </a:moveTo>
                  <a:lnTo>
                    <a:pt x="0" y="38"/>
                  </a:lnTo>
                  <a:lnTo>
                    <a:pt x="4" y="52"/>
                  </a:lnTo>
                  <a:lnTo>
                    <a:pt x="10" y="62"/>
                  </a:lnTo>
                  <a:lnTo>
                    <a:pt x="18" y="68"/>
                  </a:lnTo>
                  <a:lnTo>
                    <a:pt x="22" y="70"/>
                  </a:lnTo>
                  <a:lnTo>
                    <a:pt x="26" y="70"/>
                  </a:lnTo>
                  <a:lnTo>
                    <a:pt x="26" y="70"/>
                  </a:lnTo>
                  <a:lnTo>
                    <a:pt x="28" y="68"/>
                  </a:lnTo>
                  <a:lnTo>
                    <a:pt x="32" y="66"/>
                  </a:lnTo>
                  <a:lnTo>
                    <a:pt x="36" y="58"/>
                  </a:lnTo>
                  <a:lnTo>
                    <a:pt x="36" y="46"/>
                  </a:lnTo>
                  <a:lnTo>
                    <a:pt x="34" y="32"/>
                  </a:lnTo>
                  <a:lnTo>
                    <a:pt x="34" y="32"/>
                  </a:lnTo>
                  <a:lnTo>
                    <a:pt x="30" y="18"/>
                  </a:lnTo>
                  <a:lnTo>
                    <a:pt x="24" y="8"/>
                  </a:lnTo>
                  <a:lnTo>
                    <a:pt x="18" y="2"/>
                  </a:lnTo>
                  <a:lnTo>
                    <a:pt x="14" y="0"/>
                  </a:lnTo>
                  <a:lnTo>
                    <a:pt x="10" y="0"/>
                  </a:lnTo>
                  <a:lnTo>
                    <a:pt x="10" y="0"/>
                  </a:lnTo>
                  <a:lnTo>
                    <a:pt x="8" y="2"/>
                  </a:lnTo>
                  <a:lnTo>
                    <a:pt x="4" y="4"/>
                  </a:lnTo>
                  <a:lnTo>
                    <a:pt x="0" y="12"/>
                  </a:lnTo>
                  <a:lnTo>
                    <a:pt x="0" y="24"/>
                  </a:lnTo>
                  <a:lnTo>
                    <a:pt x="0" y="38"/>
                  </a:lnTo>
                  <a:lnTo>
                    <a:pt x="0"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30" name="Freeform 153"/>
            <p:cNvSpPr>
              <a:spLocks/>
            </p:cNvSpPr>
            <p:nvPr/>
          </p:nvSpPr>
          <p:spPr bwMode="auto">
            <a:xfrm>
              <a:off x="3257096" y="2601686"/>
              <a:ext cx="60325" cy="92075"/>
            </a:xfrm>
            <a:custGeom>
              <a:avLst/>
              <a:gdLst>
                <a:gd name="T0" fmla="*/ 2 w 38"/>
                <a:gd name="T1" fmla="*/ 32 h 58"/>
                <a:gd name="T2" fmla="*/ 2 w 38"/>
                <a:gd name="T3" fmla="*/ 32 h 58"/>
                <a:gd name="T4" fmla="*/ 6 w 38"/>
                <a:gd name="T5" fmla="*/ 44 h 58"/>
                <a:gd name="T6" fmla="*/ 12 w 38"/>
                <a:gd name="T7" fmla="*/ 52 h 58"/>
                <a:gd name="T8" fmla="*/ 18 w 38"/>
                <a:gd name="T9" fmla="*/ 58 h 58"/>
                <a:gd name="T10" fmla="*/ 26 w 38"/>
                <a:gd name="T11" fmla="*/ 58 h 58"/>
                <a:gd name="T12" fmla="*/ 26 w 38"/>
                <a:gd name="T13" fmla="*/ 58 h 58"/>
                <a:gd name="T14" fmla="*/ 32 w 38"/>
                <a:gd name="T15" fmla="*/ 54 h 58"/>
                <a:gd name="T16" fmla="*/ 36 w 38"/>
                <a:gd name="T17" fmla="*/ 48 h 58"/>
                <a:gd name="T18" fmla="*/ 38 w 38"/>
                <a:gd name="T19" fmla="*/ 38 h 58"/>
                <a:gd name="T20" fmla="*/ 36 w 38"/>
                <a:gd name="T21" fmla="*/ 26 h 58"/>
                <a:gd name="T22" fmla="*/ 36 w 38"/>
                <a:gd name="T23" fmla="*/ 26 h 58"/>
                <a:gd name="T24" fmla="*/ 32 w 38"/>
                <a:gd name="T25" fmla="*/ 14 h 58"/>
                <a:gd name="T26" fmla="*/ 26 w 38"/>
                <a:gd name="T27" fmla="*/ 6 h 58"/>
                <a:gd name="T28" fmla="*/ 20 w 38"/>
                <a:gd name="T29" fmla="*/ 0 h 58"/>
                <a:gd name="T30" fmla="*/ 12 w 38"/>
                <a:gd name="T31" fmla="*/ 0 h 58"/>
                <a:gd name="T32" fmla="*/ 12 w 38"/>
                <a:gd name="T33" fmla="*/ 0 h 58"/>
                <a:gd name="T34" fmla="*/ 6 w 38"/>
                <a:gd name="T35" fmla="*/ 4 h 58"/>
                <a:gd name="T36" fmla="*/ 2 w 38"/>
                <a:gd name="T37" fmla="*/ 10 h 58"/>
                <a:gd name="T38" fmla="*/ 0 w 38"/>
                <a:gd name="T39" fmla="*/ 20 h 58"/>
                <a:gd name="T40" fmla="*/ 2 w 38"/>
                <a:gd name="T41" fmla="*/ 32 h 58"/>
                <a:gd name="T42" fmla="*/ 2 w 38"/>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58">
                  <a:moveTo>
                    <a:pt x="2" y="32"/>
                  </a:moveTo>
                  <a:lnTo>
                    <a:pt x="2" y="32"/>
                  </a:lnTo>
                  <a:lnTo>
                    <a:pt x="6" y="44"/>
                  </a:lnTo>
                  <a:lnTo>
                    <a:pt x="12" y="52"/>
                  </a:lnTo>
                  <a:lnTo>
                    <a:pt x="18" y="58"/>
                  </a:lnTo>
                  <a:lnTo>
                    <a:pt x="26" y="58"/>
                  </a:lnTo>
                  <a:lnTo>
                    <a:pt x="26" y="58"/>
                  </a:lnTo>
                  <a:lnTo>
                    <a:pt x="32" y="54"/>
                  </a:lnTo>
                  <a:lnTo>
                    <a:pt x="36" y="48"/>
                  </a:lnTo>
                  <a:lnTo>
                    <a:pt x="38" y="38"/>
                  </a:lnTo>
                  <a:lnTo>
                    <a:pt x="36" y="26"/>
                  </a:lnTo>
                  <a:lnTo>
                    <a:pt x="36" y="26"/>
                  </a:lnTo>
                  <a:lnTo>
                    <a:pt x="32" y="14"/>
                  </a:lnTo>
                  <a:lnTo>
                    <a:pt x="26" y="6"/>
                  </a:lnTo>
                  <a:lnTo>
                    <a:pt x="20" y="0"/>
                  </a:lnTo>
                  <a:lnTo>
                    <a:pt x="12" y="0"/>
                  </a:lnTo>
                  <a:lnTo>
                    <a:pt x="12" y="0"/>
                  </a:lnTo>
                  <a:lnTo>
                    <a:pt x="6" y="4"/>
                  </a:lnTo>
                  <a:lnTo>
                    <a:pt x="2" y="10"/>
                  </a:lnTo>
                  <a:lnTo>
                    <a:pt x="0" y="20"/>
                  </a:lnTo>
                  <a:lnTo>
                    <a:pt x="2" y="32"/>
                  </a:lnTo>
                  <a:lnTo>
                    <a:pt x="2"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31" name="Freeform 154"/>
            <p:cNvSpPr>
              <a:spLocks/>
            </p:cNvSpPr>
            <p:nvPr/>
          </p:nvSpPr>
          <p:spPr bwMode="auto">
            <a:xfrm>
              <a:off x="3269796" y="2214336"/>
              <a:ext cx="546100" cy="752475"/>
            </a:xfrm>
            <a:custGeom>
              <a:avLst/>
              <a:gdLst>
                <a:gd name="T0" fmla="*/ 340 w 344"/>
                <a:gd name="T1" fmla="*/ 248 h 474"/>
                <a:gd name="T2" fmla="*/ 330 w 344"/>
                <a:gd name="T3" fmla="*/ 310 h 474"/>
                <a:gd name="T4" fmla="*/ 308 w 344"/>
                <a:gd name="T5" fmla="*/ 368 h 474"/>
                <a:gd name="T6" fmla="*/ 300 w 344"/>
                <a:gd name="T7" fmla="*/ 382 h 474"/>
                <a:gd name="T8" fmla="*/ 274 w 344"/>
                <a:gd name="T9" fmla="*/ 414 h 474"/>
                <a:gd name="T10" fmla="*/ 242 w 344"/>
                <a:gd name="T11" fmla="*/ 442 h 474"/>
                <a:gd name="T12" fmla="*/ 210 w 344"/>
                <a:gd name="T13" fmla="*/ 464 h 474"/>
                <a:gd name="T14" fmla="*/ 194 w 344"/>
                <a:gd name="T15" fmla="*/ 470 h 474"/>
                <a:gd name="T16" fmla="*/ 174 w 344"/>
                <a:gd name="T17" fmla="*/ 474 h 474"/>
                <a:gd name="T18" fmla="*/ 172 w 344"/>
                <a:gd name="T19" fmla="*/ 474 h 474"/>
                <a:gd name="T20" fmla="*/ 164 w 344"/>
                <a:gd name="T21" fmla="*/ 474 h 474"/>
                <a:gd name="T22" fmla="*/ 154 w 344"/>
                <a:gd name="T23" fmla="*/ 470 h 474"/>
                <a:gd name="T24" fmla="*/ 120 w 344"/>
                <a:gd name="T25" fmla="*/ 454 h 474"/>
                <a:gd name="T26" fmla="*/ 88 w 344"/>
                <a:gd name="T27" fmla="*/ 428 h 474"/>
                <a:gd name="T28" fmla="*/ 58 w 344"/>
                <a:gd name="T29" fmla="*/ 398 h 474"/>
                <a:gd name="T30" fmla="*/ 38 w 344"/>
                <a:gd name="T31" fmla="*/ 368 h 474"/>
                <a:gd name="T32" fmla="*/ 26 w 344"/>
                <a:gd name="T33" fmla="*/ 338 h 474"/>
                <a:gd name="T34" fmla="*/ 12 w 344"/>
                <a:gd name="T35" fmla="*/ 278 h 474"/>
                <a:gd name="T36" fmla="*/ 6 w 344"/>
                <a:gd name="T37" fmla="*/ 248 h 474"/>
                <a:gd name="T38" fmla="*/ 2 w 344"/>
                <a:gd name="T39" fmla="*/ 208 h 474"/>
                <a:gd name="T40" fmla="*/ 2 w 344"/>
                <a:gd name="T41" fmla="*/ 166 h 474"/>
                <a:gd name="T42" fmla="*/ 8 w 344"/>
                <a:gd name="T43" fmla="*/ 120 h 474"/>
                <a:gd name="T44" fmla="*/ 26 w 344"/>
                <a:gd name="T45" fmla="*/ 74 h 474"/>
                <a:gd name="T46" fmla="*/ 48 w 344"/>
                <a:gd name="T47" fmla="*/ 44 h 474"/>
                <a:gd name="T48" fmla="*/ 68 w 344"/>
                <a:gd name="T49" fmla="*/ 26 h 474"/>
                <a:gd name="T50" fmla="*/ 92 w 344"/>
                <a:gd name="T51" fmla="*/ 14 h 474"/>
                <a:gd name="T52" fmla="*/ 122 w 344"/>
                <a:gd name="T53" fmla="*/ 4 h 474"/>
                <a:gd name="T54" fmla="*/ 160 w 344"/>
                <a:gd name="T55" fmla="*/ 0 h 474"/>
                <a:gd name="T56" fmla="*/ 180 w 344"/>
                <a:gd name="T57" fmla="*/ 0 h 474"/>
                <a:gd name="T58" fmla="*/ 208 w 344"/>
                <a:gd name="T59" fmla="*/ 4 h 474"/>
                <a:gd name="T60" fmla="*/ 238 w 344"/>
                <a:gd name="T61" fmla="*/ 12 h 474"/>
                <a:gd name="T62" fmla="*/ 270 w 344"/>
                <a:gd name="T63" fmla="*/ 28 h 474"/>
                <a:gd name="T64" fmla="*/ 302 w 344"/>
                <a:gd name="T65" fmla="*/ 56 h 474"/>
                <a:gd name="T66" fmla="*/ 326 w 344"/>
                <a:gd name="T67" fmla="*/ 100 h 474"/>
                <a:gd name="T68" fmla="*/ 342 w 344"/>
                <a:gd name="T69" fmla="*/ 164 h 474"/>
                <a:gd name="T70" fmla="*/ 340 w 344"/>
                <a:gd name="T71" fmla="*/ 248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474">
                  <a:moveTo>
                    <a:pt x="340" y="248"/>
                  </a:moveTo>
                  <a:lnTo>
                    <a:pt x="340" y="248"/>
                  </a:lnTo>
                  <a:lnTo>
                    <a:pt x="336" y="278"/>
                  </a:lnTo>
                  <a:lnTo>
                    <a:pt x="330" y="310"/>
                  </a:lnTo>
                  <a:lnTo>
                    <a:pt x="320" y="338"/>
                  </a:lnTo>
                  <a:lnTo>
                    <a:pt x="308" y="368"/>
                  </a:lnTo>
                  <a:lnTo>
                    <a:pt x="308" y="368"/>
                  </a:lnTo>
                  <a:lnTo>
                    <a:pt x="300" y="382"/>
                  </a:lnTo>
                  <a:lnTo>
                    <a:pt x="288" y="398"/>
                  </a:lnTo>
                  <a:lnTo>
                    <a:pt x="274" y="414"/>
                  </a:lnTo>
                  <a:lnTo>
                    <a:pt x="258" y="428"/>
                  </a:lnTo>
                  <a:lnTo>
                    <a:pt x="242" y="442"/>
                  </a:lnTo>
                  <a:lnTo>
                    <a:pt x="226" y="454"/>
                  </a:lnTo>
                  <a:lnTo>
                    <a:pt x="210" y="464"/>
                  </a:lnTo>
                  <a:lnTo>
                    <a:pt x="194" y="470"/>
                  </a:lnTo>
                  <a:lnTo>
                    <a:pt x="194" y="470"/>
                  </a:lnTo>
                  <a:lnTo>
                    <a:pt x="182" y="474"/>
                  </a:lnTo>
                  <a:lnTo>
                    <a:pt x="174" y="474"/>
                  </a:lnTo>
                  <a:lnTo>
                    <a:pt x="174" y="474"/>
                  </a:lnTo>
                  <a:lnTo>
                    <a:pt x="172" y="474"/>
                  </a:lnTo>
                  <a:lnTo>
                    <a:pt x="172" y="474"/>
                  </a:lnTo>
                  <a:lnTo>
                    <a:pt x="164" y="474"/>
                  </a:lnTo>
                  <a:lnTo>
                    <a:pt x="154" y="470"/>
                  </a:lnTo>
                  <a:lnTo>
                    <a:pt x="154" y="470"/>
                  </a:lnTo>
                  <a:lnTo>
                    <a:pt x="138" y="464"/>
                  </a:lnTo>
                  <a:lnTo>
                    <a:pt x="120" y="454"/>
                  </a:lnTo>
                  <a:lnTo>
                    <a:pt x="104" y="442"/>
                  </a:lnTo>
                  <a:lnTo>
                    <a:pt x="88" y="428"/>
                  </a:lnTo>
                  <a:lnTo>
                    <a:pt x="72" y="414"/>
                  </a:lnTo>
                  <a:lnTo>
                    <a:pt x="58" y="398"/>
                  </a:lnTo>
                  <a:lnTo>
                    <a:pt x="48" y="382"/>
                  </a:lnTo>
                  <a:lnTo>
                    <a:pt x="38" y="368"/>
                  </a:lnTo>
                  <a:lnTo>
                    <a:pt x="38" y="368"/>
                  </a:lnTo>
                  <a:lnTo>
                    <a:pt x="26" y="338"/>
                  </a:lnTo>
                  <a:lnTo>
                    <a:pt x="18" y="308"/>
                  </a:lnTo>
                  <a:lnTo>
                    <a:pt x="12" y="278"/>
                  </a:lnTo>
                  <a:lnTo>
                    <a:pt x="6" y="248"/>
                  </a:lnTo>
                  <a:lnTo>
                    <a:pt x="6" y="248"/>
                  </a:lnTo>
                  <a:lnTo>
                    <a:pt x="4" y="236"/>
                  </a:lnTo>
                  <a:lnTo>
                    <a:pt x="2" y="208"/>
                  </a:lnTo>
                  <a:lnTo>
                    <a:pt x="0" y="188"/>
                  </a:lnTo>
                  <a:lnTo>
                    <a:pt x="2" y="166"/>
                  </a:lnTo>
                  <a:lnTo>
                    <a:pt x="4" y="144"/>
                  </a:lnTo>
                  <a:lnTo>
                    <a:pt x="8" y="120"/>
                  </a:lnTo>
                  <a:lnTo>
                    <a:pt x="16" y="96"/>
                  </a:lnTo>
                  <a:lnTo>
                    <a:pt x="26" y="74"/>
                  </a:lnTo>
                  <a:lnTo>
                    <a:pt x="40" y="54"/>
                  </a:lnTo>
                  <a:lnTo>
                    <a:pt x="48" y="44"/>
                  </a:lnTo>
                  <a:lnTo>
                    <a:pt x="58" y="34"/>
                  </a:lnTo>
                  <a:lnTo>
                    <a:pt x="68" y="26"/>
                  </a:lnTo>
                  <a:lnTo>
                    <a:pt x="80" y="20"/>
                  </a:lnTo>
                  <a:lnTo>
                    <a:pt x="92" y="14"/>
                  </a:lnTo>
                  <a:lnTo>
                    <a:pt x="108" y="8"/>
                  </a:lnTo>
                  <a:lnTo>
                    <a:pt x="122" y="4"/>
                  </a:lnTo>
                  <a:lnTo>
                    <a:pt x="140" y="2"/>
                  </a:lnTo>
                  <a:lnTo>
                    <a:pt x="160" y="0"/>
                  </a:lnTo>
                  <a:lnTo>
                    <a:pt x="180" y="0"/>
                  </a:lnTo>
                  <a:lnTo>
                    <a:pt x="180" y="0"/>
                  </a:lnTo>
                  <a:lnTo>
                    <a:pt x="188" y="0"/>
                  </a:lnTo>
                  <a:lnTo>
                    <a:pt x="208" y="4"/>
                  </a:lnTo>
                  <a:lnTo>
                    <a:pt x="222" y="6"/>
                  </a:lnTo>
                  <a:lnTo>
                    <a:pt x="238" y="12"/>
                  </a:lnTo>
                  <a:lnTo>
                    <a:pt x="254" y="18"/>
                  </a:lnTo>
                  <a:lnTo>
                    <a:pt x="270" y="28"/>
                  </a:lnTo>
                  <a:lnTo>
                    <a:pt x="286" y="40"/>
                  </a:lnTo>
                  <a:lnTo>
                    <a:pt x="302" y="56"/>
                  </a:lnTo>
                  <a:lnTo>
                    <a:pt x="316" y="76"/>
                  </a:lnTo>
                  <a:lnTo>
                    <a:pt x="326" y="100"/>
                  </a:lnTo>
                  <a:lnTo>
                    <a:pt x="336" y="130"/>
                  </a:lnTo>
                  <a:lnTo>
                    <a:pt x="342" y="164"/>
                  </a:lnTo>
                  <a:lnTo>
                    <a:pt x="344" y="202"/>
                  </a:lnTo>
                  <a:lnTo>
                    <a:pt x="340" y="248"/>
                  </a:lnTo>
                  <a:lnTo>
                    <a:pt x="340" y="24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32" name="Freeform 155"/>
            <p:cNvSpPr>
              <a:spLocks/>
            </p:cNvSpPr>
            <p:nvPr/>
          </p:nvSpPr>
          <p:spPr bwMode="auto">
            <a:xfrm>
              <a:off x="3095171" y="3062061"/>
              <a:ext cx="892175" cy="263525"/>
            </a:xfrm>
            <a:custGeom>
              <a:avLst/>
              <a:gdLst>
                <a:gd name="T0" fmla="*/ 554 w 562"/>
                <a:gd name="T1" fmla="*/ 114 h 166"/>
                <a:gd name="T2" fmla="*/ 554 w 562"/>
                <a:gd name="T3" fmla="*/ 114 h 166"/>
                <a:gd name="T4" fmla="*/ 548 w 562"/>
                <a:gd name="T5" fmla="*/ 98 h 166"/>
                <a:gd name="T6" fmla="*/ 538 w 562"/>
                <a:gd name="T7" fmla="*/ 80 h 166"/>
                <a:gd name="T8" fmla="*/ 528 w 562"/>
                <a:gd name="T9" fmla="*/ 66 h 166"/>
                <a:gd name="T10" fmla="*/ 514 w 562"/>
                <a:gd name="T11" fmla="*/ 52 h 166"/>
                <a:gd name="T12" fmla="*/ 500 w 562"/>
                <a:gd name="T13" fmla="*/ 42 h 166"/>
                <a:gd name="T14" fmla="*/ 482 w 562"/>
                <a:gd name="T15" fmla="*/ 32 h 166"/>
                <a:gd name="T16" fmla="*/ 466 w 562"/>
                <a:gd name="T17" fmla="*/ 26 h 166"/>
                <a:gd name="T18" fmla="*/ 446 w 562"/>
                <a:gd name="T19" fmla="*/ 24 h 166"/>
                <a:gd name="T20" fmla="*/ 446 w 562"/>
                <a:gd name="T21" fmla="*/ 24 h 166"/>
                <a:gd name="T22" fmla="*/ 406 w 562"/>
                <a:gd name="T23" fmla="*/ 18 h 166"/>
                <a:gd name="T24" fmla="*/ 364 w 562"/>
                <a:gd name="T25" fmla="*/ 12 h 166"/>
                <a:gd name="T26" fmla="*/ 282 w 562"/>
                <a:gd name="T27" fmla="*/ 0 h 166"/>
                <a:gd name="T28" fmla="*/ 282 w 562"/>
                <a:gd name="T29" fmla="*/ 0 h 166"/>
                <a:gd name="T30" fmla="*/ 198 w 562"/>
                <a:gd name="T31" fmla="*/ 12 h 166"/>
                <a:gd name="T32" fmla="*/ 156 w 562"/>
                <a:gd name="T33" fmla="*/ 18 h 166"/>
                <a:gd name="T34" fmla="*/ 116 w 562"/>
                <a:gd name="T35" fmla="*/ 24 h 166"/>
                <a:gd name="T36" fmla="*/ 116 w 562"/>
                <a:gd name="T37" fmla="*/ 24 h 166"/>
                <a:gd name="T38" fmla="*/ 96 w 562"/>
                <a:gd name="T39" fmla="*/ 26 h 166"/>
                <a:gd name="T40" fmla="*/ 80 w 562"/>
                <a:gd name="T41" fmla="*/ 32 h 166"/>
                <a:gd name="T42" fmla="*/ 62 w 562"/>
                <a:gd name="T43" fmla="*/ 42 h 166"/>
                <a:gd name="T44" fmla="*/ 48 w 562"/>
                <a:gd name="T45" fmla="*/ 52 h 166"/>
                <a:gd name="T46" fmla="*/ 34 w 562"/>
                <a:gd name="T47" fmla="*/ 66 h 166"/>
                <a:gd name="T48" fmla="*/ 24 w 562"/>
                <a:gd name="T49" fmla="*/ 80 h 166"/>
                <a:gd name="T50" fmla="*/ 14 w 562"/>
                <a:gd name="T51" fmla="*/ 98 h 166"/>
                <a:gd name="T52" fmla="*/ 8 w 562"/>
                <a:gd name="T53" fmla="*/ 114 h 166"/>
                <a:gd name="T54" fmla="*/ 8 w 562"/>
                <a:gd name="T55" fmla="*/ 114 h 166"/>
                <a:gd name="T56" fmla="*/ 2 w 562"/>
                <a:gd name="T57" fmla="*/ 140 h 166"/>
                <a:gd name="T58" fmla="*/ 0 w 562"/>
                <a:gd name="T59" fmla="*/ 166 h 166"/>
                <a:gd name="T60" fmla="*/ 282 w 562"/>
                <a:gd name="T61" fmla="*/ 166 h 166"/>
                <a:gd name="T62" fmla="*/ 562 w 562"/>
                <a:gd name="T63" fmla="*/ 166 h 166"/>
                <a:gd name="T64" fmla="*/ 562 w 562"/>
                <a:gd name="T65" fmla="*/ 166 h 166"/>
                <a:gd name="T66" fmla="*/ 560 w 562"/>
                <a:gd name="T67" fmla="*/ 140 h 166"/>
                <a:gd name="T68" fmla="*/ 554 w 562"/>
                <a:gd name="T69" fmla="*/ 114 h 166"/>
                <a:gd name="T70" fmla="*/ 554 w 562"/>
                <a:gd name="T71" fmla="*/ 11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2" h="166">
                  <a:moveTo>
                    <a:pt x="554" y="114"/>
                  </a:moveTo>
                  <a:lnTo>
                    <a:pt x="554" y="114"/>
                  </a:lnTo>
                  <a:lnTo>
                    <a:pt x="548" y="98"/>
                  </a:lnTo>
                  <a:lnTo>
                    <a:pt x="538" y="80"/>
                  </a:lnTo>
                  <a:lnTo>
                    <a:pt x="528" y="66"/>
                  </a:lnTo>
                  <a:lnTo>
                    <a:pt x="514" y="52"/>
                  </a:lnTo>
                  <a:lnTo>
                    <a:pt x="500" y="42"/>
                  </a:lnTo>
                  <a:lnTo>
                    <a:pt x="482" y="32"/>
                  </a:lnTo>
                  <a:lnTo>
                    <a:pt x="466" y="26"/>
                  </a:lnTo>
                  <a:lnTo>
                    <a:pt x="446" y="24"/>
                  </a:lnTo>
                  <a:lnTo>
                    <a:pt x="446" y="24"/>
                  </a:lnTo>
                  <a:lnTo>
                    <a:pt x="406" y="18"/>
                  </a:lnTo>
                  <a:lnTo>
                    <a:pt x="364" y="12"/>
                  </a:lnTo>
                  <a:lnTo>
                    <a:pt x="282" y="0"/>
                  </a:lnTo>
                  <a:lnTo>
                    <a:pt x="282" y="0"/>
                  </a:lnTo>
                  <a:lnTo>
                    <a:pt x="198" y="12"/>
                  </a:lnTo>
                  <a:lnTo>
                    <a:pt x="156" y="18"/>
                  </a:lnTo>
                  <a:lnTo>
                    <a:pt x="116" y="24"/>
                  </a:lnTo>
                  <a:lnTo>
                    <a:pt x="116" y="24"/>
                  </a:lnTo>
                  <a:lnTo>
                    <a:pt x="96" y="26"/>
                  </a:lnTo>
                  <a:lnTo>
                    <a:pt x="80" y="32"/>
                  </a:lnTo>
                  <a:lnTo>
                    <a:pt x="62" y="42"/>
                  </a:lnTo>
                  <a:lnTo>
                    <a:pt x="48" y="52"/>
                  </a:lnTo>
                  <a:lnTo>
                    <a:pt x="34" y="66"/>
                  </a:lnTo>
                  <a:lnTo>
                    <a:pt x="24" y="80"/>
                  </a:lnTo>
                  <a:lnTo>
                    <a:pt x="14" y="98"/>
                  </a:lnTo>
                  <a:lnTo>
                    <a:pt x="8" y="114"/>
                  </a:lnTo>
                  <a:lnTo>
                    <a:pt x="8" y="114"/>
                  </a:lnTo>
                  <a:lnTo>
                    <a:pt x="2" y="140"/>
                  </a:lnTo>
                  <a:lnTo>
                    <a:pt x="0" y="166"/>
                  </a:lnTo>
                  <a:lnTo>
                    <a:pt x="282" y="166"/>
                  </a:lnTo>
                  <a:lnTo>
                    <a:pt x="562" y="166"/>
                  </a:lnTo>
                  <a:lnTo>
                    <a:pt x="562" y="166"/>
                  </a:lnTo>
                  <a:lnTo>
                    <a:pt x="560" y="140"/>
                  </a:lnTo>
                  <a:lnTo>
                    <a:pt x="554" y="114"/>
                  </a:lnTo>
                  <a:lnTo>
                    <a:pt x="554" y="11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33" name="Freeform 156"/>
            <p:cNvSpPr>
              <a:spLocks/>
            </p:cNvSpPr>
            <p:nvPr/>
          </p:nvSpPr>
          <p:spPr bwMode="auto">
            <a:xfrm>
              <a:off x="2834821" y="3331936"/>
              <a:ext cx="431800" cy="396875"/>
            </a:xfrm>
            <a:custGeom>
              <a:avLst/>
              <a:gdLst>
                <a:gd name="T0" fmla="*/ 116 w 272"/>
                <a:gd name="T1" fmla="*/ 224 h 250"/>
                <a:gd name="T2" fmla="*/ 116 w 272"/>
                <a:gd name="T3" fmla="*/ 224 h 250"/>
                <a:gd name="T4" fmla="*/ 98 w 272"/>
                <a:gd name="T5" fmla="*/ 234 h 250"/>
                <a:gd name="T6" fmla="*/ 84 w 272"/>
                <a:gd name="T7" fmla="*/ 242 h 250"/>
                <a:gd name="T8" fmla="*/ 70 w 272"/>
                <a:gd name="T9" fmla="*/ 246 h 250"/>
                <a:gd name="T10" fmla="*/ 58 w 272"/>
                <a:gd name="T11" fmla="*/ 250 h 250"/>
                <a:gd name="T12" fmla="*/ 46 w 272"/>
                <a:gd name="T13" fmla="*/ 250 h 250"/>
                <a:gd name="T14" fmla="*/ 38 w 272"/>
                <a:gd name="T15" fmla="*/ 250 h 250"/>
                <a:gd name="T16" fmla="*/ 30 w 272"/>
                <a:gd name="T17" fmla="*/ 250 h 250"/>
                <a:gd name="T18" fmla="*/ 22 w 272"/>
                <a:gd name="T19" fmla="*/ 248 h 250"/>
                <a:gd name="T20" fmla="*/ 12 w 272"/>
                <a:gd name="T21" fmla="*/ 242 h 250"/>
                <a:gd name="T22" fmla="*/ 4 w 272"/>
                <a:gd name="T23" fmla="*/ 234 h 250"/>
                <a:gd name="T24" fmla="*/ 0 w 272"/>
                <a:gd name="T25" fmla="*/ 226 h 250"/>
                <a:gd name="T26" fmla="*/ 136 w 272"/>
                <a:gd name="T27" fmla="*/ 0 h 250"/>
                <a:gd name="T28" fmla="*/ 272 w 272"/>
                <a:gd name="T29" fmla="*/ 52 h 250"/>
                <a:gd name="T30" fmla="*/ 272 w 272"/>
                <a:gd name="T31" fmla="*/ 52 h 250"/>
                <a:gd name="T32" fmla="*/ 262 w 272"/>
                <a:gd name="T33" fmla="*/ 72 h 250"/>
                <a:gd name="T34" fmla="*/ 250 w 272"/>
                <a:gd name="T35" fmla="*/ 94 h 250"/>
                <a:gd name="T36" fmla="*/ 232 w 272"/>
                <a:gd name="T37" fmla="*/ 120 h 250"/>
                <a:gd name="T38" fmla="*/ 210 w 272"/>
                <a:gd name="T39" fmla="*/ 150 h 250"/>
                <a:gd name="T40" fmla="*/ 182 w 272"/>
                <a:gd name="T41" fmla="*/ 178 h 250"/>
                <a:gd name="T42" fmla="*/ 168 w 272"/>
                <a:gd name="T43" fmla="*/ 192 h 250"/>
                <a:gd name="T44" fmla="*/ 152 w 272"/>
                <a:gd name="T45" fmla="*/ 204 h 250"/>
                <a:gd name="T46" fmla="*/ 134 w 272"/>
                <a:gd name="T47" fmla="*/ 216 h 250"/>
                <a:gd name="T48" fmla="*/ 116 w 272"/>
                <a:gd name="T49" fmla="*/ 224 h 250"/>
                <a:gd name="T50" fmla="*/ 116 w 272"/>
                <a:gd name="T51" fmla="*/ 22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2" h="250">
                  <a:moveTo>
                    <a:pt x="116" y="224"/>
                  </a:moveTo>
                  <a:lnTo>
                    <a:pt x="116" y="224"/>
                  </a:lnTo>
                  <a:lnTo>
                    <a:pt x="98" y="234"/>
                  </a:lnTo>
                  <a:lnTo>
                    <a:pt x="84" y="242"/>
                  </a:lnTo>
                  <a:lnTo>
                    <a:pt x="70" y="246"/>
                  </a:lnTo>
                  <a:lnTo>
                    <a:pt x="58" y="250"/>
                  </a:lnTo>
                  <a:lnTo>
                    <a:pt x="46" y="250"/>
                  </a:lnTo>
                  <a:lnTo>
                    <a:pt x="38" y="250"/>
                  </a:lnTo>
                  <a:lnTo>
                    <a:pt x="30" y="250"/>
                  </a:lnTo>
                  <a:lnTo>
                    <a:pt x="22" y="248"/>
                  </a:lnTo>
                  <a:lnTo>
                    <a:pt x="12" y="242"/>
                  </a:lnTo>
                  <a:lnTo>
                    <a:pt x="4" y="234"/>
                  </a:lnTo>
                  <a:lnTo>
                    <a:pt x="0" y="226"/>
                  </a:lnTo>
                  <a:lnTo>
                    <a:pt x="136" y="0"/>
                  </a:lnTo>
                  <a:lnTo>
                    <a:pt x="272" y="52"/>
                  </a:lnTo>
                  <a:lnTo>
                    <a:pt x="272" y="52"/>
                  </a:lnTo>
                  <a:lnTo>
                    <a:pt x="262" y="72"/>
                  </a:lnTo>
                  <a:lnTo>
                    <a:pt x="250" y="94"/>
                  </a:lnTo>
                  <a:lnTo>
                    <a:pt x="232" y="120"/>
                  </a:lnTo>
                  <a:lnTo>
                    <a:pt x="210" y="150"/>
                  </a:lnTo>
                  <a:lnTo>
                    <a:pt x="182" y="178"/>
                  </a:lnTo>
                  <a:lnTo>
                    <a:pt x="168" y="192"/>
                  </a:lnTo>
                  <a:lnTo>
                    <a:pt x="152" y="204"/>
                  </a:lnTo>
                  <a:lnTo>
                    <a:pt x="134" y="216"/>
                  </a:lnTo>
                  <a:lnTo>
                    <a:pt x="116" y="224"/>
                  </a:lnTo>
                  <a:lnTo>
                    <a:pt x="116" y="22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34" name="Freeform 157"/>
            <p:cNvSpPr>
              <a:spLocks/>
            </p:cNvSpPr>
            <p:nvPr/>
          </p:nvSpPr>
          <p:spPr bwMode="auto">
            <a:xfrm>
              <a:off x="3260271" y="3325586"/>
              <a:ext cx="561975" cy="682625"/>
            </a:xfrm>
            <a:custGeom>
              <a:avLst/>
              <a:gdLst>
                <a:gd name="T0" fmla="*/ 18 w 354"/>
                <a:gd name="T1" fmla="*/ 0 h 430"/>
                <a:gd name="T2" fmla="*/ 346 w 354"/>
                <a:gd name="T3" fmla="*/ 0 h 430"/>
                <a:gd name="T4" fmla="*/ 346 w 354"/>
                <a:gd name="T5" fmla="*/ 0 h 430"/>
                <a:gd name="T6" fmla="*/ 342 w 354"/>
                <a:gd name="T7" fmla="*/ 12 h 430"/>
                <a:gd name="T8" fmla="*/ 334 w 354"/>
                <a:gd name="T9" fmla="*/ 44 h 430"/>
                <a:gd name="T10" fmla="*/ 324 w 354"/>
                <a:gd name="T11" fmla="*/ 92 h 430"/>
                <a:gd name="T12" fmla="*/ 314 w 354"/>
                <a:gd name="T13" fmla="*/ 154 h 430"/>
                <a:gd name="T14" fmla="*/ 312 w 354"/>
                <a:gd name="T15" fmla="*/ 186 h 430"/>
                <a:gd name="T16" fmla="*/ 310 w 354"/>
                <a:gd name="T17" fmla="*/ 222 h 430"/>
                <a:gd name="T18" fmla="*/ 310 w 354"/>
                <a:gd name="T19" fmla="*/ 258 h 430"/>
                <a:gd name="T20" fmla="*/ 314 w 354"/>
                <a:gd name="T21" fmla="*/ 294 h 430"/>
                <a:gd name="T22" fmla="*/ 318 w 354"/>
                <a:gd name="T23" fmla="*/ 330 h 430"/>
                <a:gd name="T24" fmla="*/ 328 w 354"/>
                <a:gd name="T25" fmla="*/ 364 h 430"/>
                <a:gd name="T26" fmla="*/ 338 w 354"/>
                <a:gd name="T27" fmla="*/ 398 h 430"/>
                <a:gd name="T28" fmla="*/ 354 w 354"/>
                <a:gd name="T29" fmla="*/ 430 h 430"/>
                <a:gd name="T30" fmla="*/ 0 w 354"/>
                <a:gd name="T31" fmla="*/ 430 h 430"/>
                <a:gd name="T32" fmla="*/ 0 w 354"/>
                <a:gd name="T33" fmla="*/ 430 h 430"/>
                <a:gd name="T34" fmla="*/ 4 w 354"/>
                <a:gd name="T35" fmla="*/ 424 h 430"/>
                <a:gd name="T36" fmla="*/ 12 w 354"/>
                <a:gd name="T37" fmla="*/ 406 h 430"/>
                <a:gd name="T38" fmla="*/ 22 w 354"/>
                <a:gd name="T39" fmla="*/ 374 h 430"/>
                <a:gd name="T40" fmla="*/ 26 w 354"/>
                <a:gd name="T41" fmla="*/ 354 h 430"/>
                <a:gd name="T42" fmla="*/ 32 w 354"/>
                <a:gd name="T43" fmla="*/ 330 h 430"/>
                <a:gd name="T44" fmla="*/ 36 w 354"/>
                <a:gd name="T45" fmla="*/ 302 h 430"/>
                <a:gd name="T46" fmla="*/ 40 w 354"/>
                <a:gd name="T47" fmla="*/ 270 h 430"/>
                <a:gd name="T48" fmla="*/ 40 w 354"/>
                <a:gd name="T49" fmla="*/ 236 h 430"/>
                <a:gd name="T50" fmla="*/ 40 w 354"/>
                <a:gd name="T51" fmla="*/ 196 h 430"/>
                <a:gd name="T52" fmla="*/ 38 w 354"/>
                <a:gd name="T53" fmla="*/ 154 h 430"/>
                <a:gd name="T54" fmla="*/ 34 w 354"/>
                <a:gd name="T55" fmla="*/ 106 h 430"/>
                <a:gd name="T56" fmla="*/ 28 w 354"/>
                <a:gd name="T57" fmla="*/ 56 h 430"/>
                <a:gd name="T58" fmla="*/ 18 w 354"/>
                <a:gd name="T59" fmla="*/ 0 h 430"/>
                <a:gd name="T60" fmla="*/ 18 w 354"/>
                <a:gd name="T61" fmla="*/ 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4" h="430">
                  <a:moveTo>
                    <a:pt x="18" y="0"/>
                  </a:moveTo>
                  <a:lnTo>
                    <a:pt x="346" y="0"/>
                  </a:lnTo>
                  <a:lnTo>
                    <a:pt x="346" y="0"/>
                  </a:lnTo>
                  <a:lnTo>
                    <a:pt x="342" y="12"/>
                  </a:lnTo>
                  <a:lnTo>
                    <a:pt x="334" y="44"/>
                  </a:lnTo>
                  <a:lnTo>
                    <a:pt x="324" y="92"/>
                  </a:lnTo>
                  <a:lnTo>
                    <a:pt x="314" y="154"/>
                  </a:lnTo>
                  <a:lnTo>
                    <a:pt x="312" y="186"/>
                  </a:lnTo>
                  <a:lnTo>
                    <a:pt x="310" y="222"/>
                  </a:lnTo>
                  <a:lnTo>
                    <a:pt x="310" y="258"/>
                  </a:lnTo>
                  <a:lnTo>
                    <a:pt x="314" y="294"/>
                  </a:lnTo>
                  <a:lnTo>
                    <a:pt x="318" y="330"/>
                  </a:lnTo>
                  <a:lnTo>
                    <a:pt x="328" y="364"/>
                  </a:lnTo>
                  <a:lnTo>
                    <a:pt x="338" y="398"/>
                  </a:lnTo>
                  <a:lnTo>
                    <a:pt x="354" y="430"/>
                  </a:lnTo>
                  <a:lnTo>
                    <a:pt x="0" y="430"/>
                  </a:lnTo>
                  <a:lnTo>
                    <a:pt x="0" y="430"/>
                  </a:lnTo>
                  <a:lnTo>
                    <a:pt x="4" y="424"/>
                  </a:lnTo>
                  <a:lnTo>
                    <a:pt x="12" y="406"/>
                  </a:lnTo>
                  <a:lnTo>
                    <a:pt x="22" y="374"/>
                  </a:lnTo>
                  <a:lnTo>
                    <a:pt x="26" y="354"/>
                  </a:lnTo>
                  <a:lnTo>
                    <a:pt x="32" y="330"/>
                  </a:lnTo>
                  <a:lnTo>
                    <a:pt x="36" y="302"/>
                  </a:lnTo>
                  <a:lnTo>
                    <a:pt x="40" y="270"/>
                  </a:lnTo>
                  <a:lnTo>
                    <a:pt x="40" y="236"/>
                  </a:lnTo>
                  <a:lnTo>
                    <a:pt x="40" y="196"/>
                  </a:lnTo>
                  <a:lnTo>
                    <a:pt x="38" y="154"/>
                  </a:lnTo>
                  <a:lnTo>
                    <a:pt x="34" y="106"/>
                  </a:lnTo>
                  <a:lnTo>
                    <a:pt x="28" y="56"/>
                  </a:lnTo>
                  <a:lnTo>
                    <a:pt x="18" y="0"/>
                  </a:lnTo>
                  <a:lnTo>
                    <a:pt x="18"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35" name="Freeform 158"/>
            <p:cNvSpPr>
              <a:spLocks/>
            </p:cNvSpPr>
            <p:nvPr/>
          </p:nvSpPr>
          <p:spPr bwMode="auto">
            <a:xfrm>
              <a:off x="3107871" y="3887561"/>
              <a:ext cx="857250" cy="450850"/>
            </a:xfrm>
            <a:custGeom>
              <a:avLst/>
              <a:gdLst>
                <a:gd name="T0" fmla="*/ 100 w 540"/>
                <a:gd name="T1" fmla="*/ 0 h 284"/>
                <a:gd name="T2" fmla="*/ 436 w 540"/>
                <a:gd name="T3" fmla="*/ 0 h 284"/>
                <a:gd name="T4" fmla="*/ 436 w 540"/>
                <a:gd name="T5" fmla="*/ 0 h 284"/>
                <a:gd name="T6" fmla="*/ 450 w 540"/>
                <a:gd name="T7" fmla="*/ 16 h 284"/>
                <a:gd name="T8" fmla="*/ 478 w 540"/>
                <a:gd name="T9" fmla="*/ 54 h 284"/>
                <a:gd name="T10" fmla="*/ 496 w 540"/>
                <a:gd name="T11" fmla="*/ 80 h 284"/>
                <a:gd name="T12" fmla="*/ 512 w 540"/>
                <a:gd name="T13" fmla="*/ 106 h 284"/>
                <a:gd name="T14" fmla="*/ 526 w 540"/>
                <a:gd name="T15" fmla="*/ 136 h 284"/>
                <a:gd name="T16" fmla="*/ 536 w 540"/>
                <a:gd name="T17" fmla="*/ 164 h 284"/>
                <a:gd name="T18" fmla="*/ 538 w 540"/>
                <a:gd name="T19" fmla="*/ 180 h 284"/>
                <a:gd name="T20" fmla="*/ 540 w 540"/>
                <a:gd name="T21" fmla="*/ 194 h 284"/>
                <a:gd name="T22" fmla="*/ 538 w 540"/>
                <a:gd name="T23" fmla="*/ 206 h 284"/>
                <a:gd name="T24" fmla="*/ 536 w 540"/>
                <a:gd name="T25" fmla="*/ 220 h 284"/>
                <a:gd name="T26" fmla="*/ 530 w 540"/>
                <a:gd name="T27" fmla="*/ 232 h 284"/>
                <a:gd name="T28" fmla="*/ 524 w 540"/>
                <a:gd name="T29" fmla="*/ 242 h 284"/>
                <a:gd name="T30" fmla="*/ 514 w 540"/>
                <a:gd name="T31" fmla="*/ 252 h 284"/>
                <a:gd name="T32" fmla="*/ 500 w 540"/>
                <a:gd name="T33" fmla="*/ 260 h 284"/>
                <a:gd name="T34" fmla="*/ 484 w 540"/>
                <a:gd name="T35" fmla="*/ 268 h 284"/>
                <a:gd name="T36" fmla="*/ 466 w 540"/>
                <a:gd name="T37" fmla="*/ 274 h 284"/>
                <a:gd name="T38" fmla="*/ 442 w 540"/>
                <a:gd name="T39" fmla="*/ 278 h 284"/>
                <a:gd name="T40" fmla="*/ 416 w 540"/>
                <a:gd name="T41" fmla="*/ 280 h 284"/>
                <a:gd name="T42" fmla="*/ 386 w 540"/>
                <a:gd name="T43" fmla="*/ 280 h 284"/>
                <a:gd name="T44" fmla="*/ 352 w 540"/>
                <a:gd name="T45" fmla="*/ 280 h 284"/>
                <a:gd name="T46" fmla="*/ 314 w 540"/>
                <a:gd name="T47" fmla="*/ 276 h 284"/>
                <a:gd name="T48" fmla="*/ 270 w 540"/>
                <a:gd name="T49" fmla="*/ 268 h 284"/>
                <a:gd name="T50" fmla="*/ 270 w 540"/>
                <a:gd name="T51" fmla="*/ 268 h 284"/>
                <a:gd name="T52" fmla="*/ 250 w 540"/>
                <a:gd name="T53" fmla="*/ 274 h 284"/>
                <a:gd name="T54" fmla="*/ 202 w 540"/>
                <a:gd name="T55" fmla="*/ 280 h 284"/>
                <a:gd name="T56" fmla="*/ 170 w 540"/>
                <a:gd name="T57" fmla="*/ 284 h 284"/>
                <a:gd name="T58" fmla="*/ 138 w 540"/>
                <a:gd name="T59" fmla="*/ 284 h 284"/>
                <a:gd name="T60" fmla="*/ 104 w 540"/>
                <a:gd name="T61" fmla="*/ 284 h 284"/>
                <a:gd name="T62" fmla="*/ 74 w 540"/>
                <a:gd name="T63" fmla="*/ 278 h 284"/>
                <a:gd name="T64" fmla="*/ 58 w 540"/>
                <a:gd name="T65" fmla="*/ 274 h 284"/>
                <a:gd name="T66" fmla="*/ 46 w 540"/>
                <a:gd name="T67" fmla="*/ 268 h 284"/>
                <a:gd name="T68" fmla="*/ 34 w 540"/>
                <a:gd name="T69" fmla="*/ 262 h 284"/>
                <a:gd name="T70" fmla="*/ 22 w 540"/>
                <a:gd name="T71" fmla="*/ 254 h 284"/>
                <a:gd name="T72" fmla="*/ 14 w 540"/>
                <a:gd name="T73" fmla="*/ 244 h 284"/>
                <a:gd name="T74" fmla="*/ 8 w 540"/>
                <a:gd name="T75" fmla="*/ 232 h 284"/>
                <a:gd name="T76" fmla="*/ 2 w 540"/>
                <a:gd name="T77" fmla="*/ 220 h 284"/>
                <a:gd name="T78" fmla="*/ 0 w 540"/>
                <a:gd name="T79" fmla="*/ 204 h 284"/>
                <a:gd name="T80" fmla="*/ 2 w 540"/>
                <a:gd name="T81" fmla="*/ 186 h 284"/>
                <a:gd name="T82" fmla="*/ 6 w 540"/>
                <a:gd name="T83" fmla="*/ 168 h 284"/>
                <a:gd name="T84" fmla="*/ 12 w 540"/>
                <a:gd name="T85" fmla="*/ 146 h 284"/>
                <a:gd name="T86" fmla="*/ 22 w 540"/>
                <a:gd name="T87" fmla="*/ 122 h 284"/>
                <a:gd name="T88" fmla="*/ 36 w 540"/>
                <a:gd name="T89" fmla="*/ 96 h 284"/>
                <a:gd name="T90" fmla="*/ 54 w 540"/>
                <a:gd name="T91" fmla="*/ 66 h 284"/>
                <a:gd name="T92" fmla="*/ 74 w 540"/>
                <a:gd name="T93" fmla="*/ 36 h 284"/>
                <a:gd name="T94" fmla="*/ 100 w 540"/>
                <a:gd name="T95" fmla="*/ 0 h 284"/>
                <a:gd name="T96" fmla="*/ 100 w 540"/>
                <a:gd name="T97"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0" h="284">
                  <a:moveTo>
                    <a:pt x="100" y="0"/>
                  </a:moveTo>
                  <a:lnTo>
                    <a:pt x="436" y="0"/>
                  </a:lnTo>
                  <a:lnTo>
                    <a:pt x="436" y="0"/>
                  </a:lnTo>
                  <a:lnTo>
                    <a:pt x="450" y="16"/>
                  </a:lnTo>
                  <a:lnTo>
                    <a:pt x="478" y="54"/>
                  </a:lnTo>
                  <a:lnTo>
                    <a:pt x="496" y="80"/>
                  </a:lnTo>
                  <a:lnTo>
                    <a:pt x="512" y="106"/>
                  </a:lnTo>
                  <a:lnTo>
                    <a:pt x="526" y="136"/>
                  </a:lnTo>
                  <a:lnTo>
                    <a:pt x="536" y="164"/>
                  </a:lnTo>
                  <a:lnTo>
                    <a:pt x="538" y="180"/>
                  </a:lnTo>
                  <a:lnTo>
                    <a:pt x="540" y="194"/>
                  </a:lnTo>
                  <a:lnTo>
                    <a:pt x="538" y="206"/>
                  </a:lnTo>
                  <a:lnTo>
                    <a:pt x="536" y="220"/>
                  </a:lnTo>
                  <a:lnTo>
                    <a:pt x="530" y="232"/>
                  </a:lnTo>
                  <a:lnTo>
                    <a:pt x="524" y="242"/>
                  </a:lnTo>
                  <a:lnTo>
                    <a:pt x="514" y="252"/>
                  </a:lnTo>
                  <a:lnTo>
                    <a:pt x="500" y="260"/>
                  </a:lnTo>
                  <a:lnTo>
                    <a:pt x="484" y="268"/>
                  </a:lnTo>
                  <a:lnTo>
                    <a:pt x="466" y="274"/>
                  </a:lnTo>
                  <a:lnTo>
                    <a:pt x="442" y="278"/>
                  </a:lnTo>
                  <a:lnTo>
                    <a:pt x="416" y="280"/>
                  </a:lnTo>
                  <a:lnTo>
                    <a:pt x="386" y="280"/>
                  </a:lnTo>
                  <a:lnTo>
                    <a:pt x="352" y="280"/>
                  </a:lnTo>
                  <a:lnTo>
                    <a:pt x="314" y="276"/>
                  </a:lnTo>
                  <a:lnTo>
                    <a:pt x="270" y="268"/>
                  </a:lnTo>
                  <a:lnTo>
                    <a:pt x="270" y="268"/>
                  </a:lnTo>
                  <a:lnTo>
                    <a:pt x="250" y="274"/>
                  </a:lnTo>
                  <a:lnTo>
                    <a:pt x="202" y="280"/>
                  </a:lnTo>
                  <a:lnTo>
                    <a:pt x="170" y="284"/>
                  </a:lnTo>
                  <a:lnTo>
                    <a:pt x="138" y="284"/>
                  </a:lnTo>
                  <a:lnTo>
                    <a:pt x="104" y="284"/>
                  </a:lnTo>
                  <a:lnTo>
                    <a:pt x="74" y="278"/>
                  </a:lnTo>
                  <a:lnTo>
                    <a:pt x="58" y="274"/>
                  </a:lnTo>
                  <a:lnTo>
                    <a:pt x="46" y="268"/>
                  </a:lnTo>
                  <a:lnTo>
                    <a:pt x="34" y="262"/>
                  </a:lnTo>
                  <a:lnTo>
                    <a:pt x="22" y="254"/>
                  </a:lnTo>
                  <a:lnTo>
                    <a:pt x="14" y="244"/>
                  </a:lnTo>
                  <a:lnTo>
                    <a:pt x="8" y="232"/>
                  </a:lnTo>
                  <a:lnTo>
                    <a:pt x="2" y="220"/>
                  </a:lnTo>
                  <a:lnTo>
                    <a:pt x="0" y="204"/>
                  </a:lnTo>
                  <a:lnTo>
                    <a:pt x="2" y="186"/>
                  </a:lnTo>
                  <a:lnTo>
                    <a:pt x="6" y="168"/>
                  </a:lnTo>
                  <a:lnTo>
                    <a:pt x="12" y="146"/>
                  </a:lnTo>
                  <a:lnTo>
                    <a:pt x="22" y="122"/>
                  </a:lnTo>
                  <a:lnTo>
                    <a:pt x="36" y="96"/>
                  </a:lnTo>
                  <a:lnTo>
                    <a:pt x="54" y="66"/>
                  </a:lnTo>
                  <a:lnTo>
                    <a:pt x="74" y="36"/>
                  </a:lnTo>
                  <a:lnTo>
                    <a:pt x="100" y="0"/>
                  </a:lnTo>
                  <a:lnTo>
                    <a:pt x="100" y="0"/>
                  </a:lnTo>
                  <a:close/>
                </a:path>
              </a:pathLst>
            </a:custGeom>
            <a:solidFill>
              <a:srgbClr val="002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36" name="Freeform 159"/>
            <p:cNvSpPr>
              <a:spLocks/>
            </p:cNvSpPr>
            <p:nvPr/>
          </p:nvSpPr>
          <p:spPr bwMode="auto">
            <a:xfrm>
              <a:off x="3399971" y="5297261"/>
              <a:ext cx="161925" cy="336550"/>
            </a:xfrm>
            <a:custGeom>
              <a:avLst/>
              <a:gdLst>
                <a:gd name="T0" fmla="*/ 0 w 102"/>
                <a:gd name="T1" fmla="*/ 16 h 212"/>
                <a:gd name="T2" fmla="*/ 72 w 102"/>
                <a:gd name="T3" fmla="*/ 0 h 212"/>
                <a:gd name="T4" fmla="*/ 98 w 102"/>
                <a:gd name="T5" fmla="*/ 108 h 212"/>
                <a:gd name="T6" fmla="*/ 98 w 102"/>
                <a:gd name="T7" fmla="*/ 108 h 212"/>
                <a:gd name="T8" fmla="*/ 100 w 102"/>
                <a:gd name="T9" fmla="*/ 122 h 212"/>
                <a:gd name="T10" fmla="*/ 102 w 102"/>
                <a:gd name="T11" fmla="*/ 136 h 212"/>
                <a:gd name="T12" fmla="*/ 102 w 102"/>
                <a:gd name="T13" fmla="*/ 152 h 212"/>
                <a:gd name="T14" fmla="*/ 100 w 102"/>
                <a:gd name="T15" fmla="*/ 170 h 212"/>
                <a:gd name="T16" fmla="*/ 96 w 102"/>
                <a:gd name="T17" fmla="*/ 188 h 212"/>
                <a:gd name="T18" fmla="*/ 92 w 102"/>
                <a:gd name="T19" fmla="*/ 194 h 212"/>
                <a:gd name="T20" fmla="*/ 86 w 102"/>
                <a:gd name="T21" fmla="*/ 202 h 212"/>
                <a:gd name="T22" fmla="*/ 80 w 102"/>
                <a:gd name="T23" fmla="*/ 208 h 212"/>
                <a:gd name="T24" fmla="*/ 74 w 102"/>
                <a:gd name="T25" fmla="*/ 212 h 212"/>
                <a:gd name="T26" fmla="*/ 74 w 102"/>
                <a:gd name="T27" fmla="*/ 212 h 212"/>
                <a:gd name="T28" fmla="*/ 68 w 102"/>
                <a:gd name="T29" fmla="*/ 210 h 212"/>
                <a:gd name="T30" fmla="*/ 60 w 102"/>
                <a:gd name="T31" fmla="*/ 206 h 212"/>
                <a:gd name="T32" fmla="*/ 52 w 102"/>
                <a:gd name="T33" fmla="*/ 198 h 212"/>
                <a:gd name="T34" fmla="*/ 44 w 102"/>
                <a:gd name="T35" fmla="*/ 188 h 212"/>
                <a:gd name="T36" fmla="*/ 34 w 102"/>
                <a:gd name="T37" fmla="*/ 174 h 212"/>
                <a:gd name="T38" fmla="*/ 26 w 102"/>
                <a:gd name="T39" fmla="*/ 154 h 212"/>
                <a:gd name="T40" fmla="*/ 20 w 102"/>
                <a:gd name="T41" fmla="*/ 128 h 212"/>
                <a:gd name="T42" fmla="*/ 0 w 102"/>
                <a:gd name="T43" fmla="*/ 1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2" h="212">
                  <a:moveTo>
                    <a:pt x="0" y="16"/>
                  </a:moveTo>
                  <a:lnTo>
                    <a:pt x="72" y="0"/>
                  </a:lnTo>
                  <a:lnTo>
                    <a:pt x="98" y="108"/>
                  </a:lnTo>
                  <a:lnTo>
                    <a:pt x="98" y="108"/>
                  </a:lnTo>
                  <a:lnTo>
                    <a:pt x="100" y="122"/>
                  </a:lnTo>
                  <a:lnTo>
                    <a:pt x="102" y="136"/>
                  </a:lnTo>
                  <a:lnTo>
                    <a:pt x="102" y="152"/>
                  </a:lnTo>
                  <a:lnTo>
                    <a:pt x="100" y="170"/>
                  </a:lnTo>
                  <a:lnTo>
                    <a:pt x="96" y="188"/>
                  </a:lnTo>
                  <a:lnTo>
                    <a:pt x="92" y="194"/>
                  </a:lnTo>
                  <a:lnTo>
                    <a:pt x="86" y="202"/>
                  </a:lnTo>
                  <a:lnTo>
                    <a:pt x="80" y="208"/>
                  </a:lnTo>
                  <a:lnTo>
                    <a:pt x="74" y="212"/>
                  </a:lnTo>
                  <a:lnTo>
                    <a:pt x="74" y="212"/>
                  </a:lnTo>
                  <a:lnTo>
                    <a:pt x="68" y="210"/>
                  </a:lnTo>
                  <a:lnTo>
                    <a:pt x="60" y="206"/>
                  </a:lnTo>
                  <a:lnTo>
                    <a:pt x="52" y="198"/>
                  </a:lnTo>
                  <a:lnTo>
                    <a:pt x="44" y="188"/>
                  </a:lnTo>
                  <a:lnTo>
                    <a:pt x="34" y="174"/>
                  </a:lnTo>
                  <a:lnTo>
                    <a:pt x="26" y="154"/>
                  </a:lnTo>
                  <a:lnTo>
                    <a:pt x="20" y="128"/>
                  </a:lnTo>
                  <a:lnTo>
                    <a:pt x="0" y="1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37" name="Freeform 160"/>
            <p:cNvSpPr>
              <a:spLocks/>
            </p:cNvSpPr>
            <p:nvPr/>
          </p:nvSpPr>
          <p:spPr bwMode="auto">
            <a:xfrm>
              <a:off x="3431721" y="5465536"/>
              <a:ext cx="155575" cy="231775"/>
            </a:xfrm>
            <a:custGeom>
              <a:avLst/>
              <a:gdLst>
                <a:gd name="T0" fmla="*/ 0 w 98"/>
                <a:gd name="T1" fmla="*/ 16 h 146"/>
                <a:gd name="T2" fmla="*/ 0 w 98"/>
                <a:gd name="T3" fmla="*/ 16 h 146"/>
                <a:gd name="T4" fmla="*/ 6 w 98"/>
                <a:gd name="T5" fmla="*/ 16 h 146"/>
                <a:gd name="T6" fmla="*/ 24 w 98"/>
                <a:gd name="T7" fmla="*/ 14 h 146"/>
                <a:gd name="T8" fmla="*/ 50 w 98"/>
                <a:gd name="T9" fmla="*/ 8 h 146"/>
                <a:gd name="T10" fmla="*/ 62 w 98"/>
                <a:gd name="T11" fmla="*/ 4 h 146"/>
                <a:gd name="T12" fmla="*/ 78 w 98"/>
                <a:gd name="T13" fmla="*/ 0 h 146"/>
                <a:gd name="T14" fmla="*/ 78 w 98"/>
                <a:gd name="T15" fmla="*/ 0 h 146"/>
                <a:gd name="T16" fmla="*/ 84 w 98"/>
                <a:gd name="T17" fmla="*/ 20 h 146"/>
                <a:gd name="T18" fmla="*/ 92 w 98"/>
                <a:gd name="T19" fmla="*/ 42 h 146"/>
                <a:gd name="T20" fmla="*/ 96 w 98"/>
                <a:gd name="T21" fmla="*/ 68 h 146"/>
                <a:gd name="T22" fmla="*/ 98 w 98"/>
                <a:gd name="T23" fmla="*/ 94 h 146"/>
                <a:gd name="T24" fmla="*/ 98 w 98"/>
                <a:gd name="T25" fmla="*/ 106 h 146"/>
                <a:gd name="T26" fmla="*/ 96 w 98"/>
                <a:gd name="T27" fmla="*/ 118 h 146"/>
                <a:gd name="T28" fmla="*/ 92 w 98"/>
                <a:gd name="T29" fmla="*/ 128 h 146"/>
                <a:gd name="T30" fmla="*/ 84 w 98"/>
                <a:gd name="T31" fmla="*/ 136 h 146"/>
                <a:gd name="T32" fmla="*/ 76 w 98"/>
                <a:gd name="T33" fmla="*/ 142 h 146"/>
                <a:gd name="T34" fmla="*/ 64 w 98"/>
                <a:gd name="T35" fmla="*/ 146 h 146"/>
                <a:gd name="T36" fmla="*/ 64 w 98"/>
                <a:gd name="T37" fmla="*/ 146 h 146"/>
                <a:gd name="T38" fmla="*/ 62 w 98"/>
                <a:gd name="T39" fmla="*/ 146 h 146"/>
                <a:gd name="T40" fmla="*/ 54 w 98"/>
                <a:gd name="T41" fmla="*/ 144 h 146"/>
                <a:gd name="T42" fmla="*/ 44 w 98"/>
                <a:gd name="T43" fmla="*/ 140 h 146"/>
                <a:gd name="T44" fmla="*/ 34 w 98"/>
                <a:gd name="T45" fmla="*/ 132 h 146"/>
                <a:gd name="T46" fmla="*/ 28 w 98"/>
                <a:gd name="T47" fmla="*/ 126 h 146"/>
                <a:gd name="T48" fmla="*/ 22 w 98"/>
                <a:gd name="T49" fmla="*/ 118 h 146"/>
                <a:gd name="T50" fmla="*/ 16 w 98"/>
                <a:gd name="T51" fmla="*/ 106 h 146"/>
                <a:gd name="T52" fmla="*/ 12 w 98"/>
                <a:gd name="T53" fmla="*/ 94 h 146"/>
                <a:gd name="T54" fmla="*/ 6 w 98"/>
                <a:gd name="T55" fmla="*/ 78 h 146"/>
                <a:gd name="T56" fmla="*/ 4 w 98"/>
                <a:gd name="T57" fmla="*/ 60 h 146"/>
                <a:gd name="T58" fmla="*/ 0 w 98"/>
                <a:gd name="T59" fmla="*/ 40 h 146"/>
                <a:gd name="T60" fmla="*/ 0 w 98"/>
                <a:gd name="T61" fmla="*/ 16 h 146"/>
                <a:gd name="T62" fmla="*/ 0 w 98"/>
                <a:gd name="T63"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146">
                  <a:moveTo>
                    <a:pt x="0" y="16"/>
                  </a:moveTo>
                  <a:lnTo>
                    <a:pt x="0" y="16"/>
                  </a:lnTo>
                  <a:lnTo>
                    <a:pt x="6" y="16"/>
                  </a:lnTo>
                  <a:lnTo>
                    <a:pt x="24" y="14"/>
                  </a:lnTo>
                  <a:lnTo>
                    <a:pt x="50" y="8"/>
                  </a:lnTo>
                  <a:lnTo>
                    <a:pt x="62" y="4"/>
                  </a:lnTo>
                  <a:lnTo>
                    <a:pt x="78" y="0"/>
                  </a:lnTo>
                  <a:lnTo>
                    <a:pt x="78" y="0"/>
                  </a:lnTo>
                  <a:lnTo>
                    <a:pt x="84" y="20"/>
                  </a:lnTo>
                  <a:lnTo>
                    <a:pt x="92" y="42"/>
                  </a:lnTo>
                  <a:lnTo>
                    <a:pt x="96" y="68"/>
                  </a:lnTo>
                  <a:lnTo>
                    <a:pt x="98" y="94"/>
                  </a:lnTo>
                  <a:lnTo>
                    <a:pt x="98" y="106"/>
                  </a:lnTo>
                  <a:lnTo>
                    <a:pt x="96" y="118"/>
                  </a:lnTo>
                  <a:lnTo>
                    <a:pt x="92" y="128"/>
                  </a:lnTo>
                  <a:lnTo>
                    <a:pt x="84" y="136"/>
                  </a:lnTo>
                  <a:lnTo>
                    <a:pt x="76" y="142"/>
                  </a:lnTo>
                  <a:lnTo>
                    <a:pt x="64" y="146"/>
                  </a:lnTo>
                  <a:lnTo>
                    <a:pt x="64" y="146"/>
                  </a:lnTo>
                  <a:lnTo>
                    <a:pt x="62" y="146"/>
                  </a:lnTo>
                  <a:lnTo>
                    <a:pt x="54" y="144"/>
                  </a:lnTo>
                  <a:lnTo>
                    <a:pt x="44" y="140"/>
                  </a:lnTo>
                  <a:lnTo>
                    <a:pt x="34" y="132"/>
                  </a:lnTo>
                  <a:lnTo>
                    <a:pt x="28" y="126"/>
                  </a:lnTo>
                  <a:lnTo>
                    <a:pt x="22" y="118"/>
                  </a:lnTo>
                  <a:lnTo>
                    <a:pt x="16" y="106"/>
                  </a:lnTo>
                  <a:lnTo>
                    <a:pt x="12" y="94"/>
                  </a:lnTo>
                  <a:lnTo>
                    <a:pt x="6" y="78"/>
                  </a:lnTo>
                  <a:lnTo>
                    <a:pt x="4" y="60"/>
                  </a:lnTo>
                  <a:lnTo>
                    <a:pt x="0" y="40"/>
                  </a:lnTo>
                  <a:lnTo>
                    <a:pt x="0" y="16"/>
                  </a:lnTo>
                  <a:lnTo>
                    <a:pt x="0" y="16"/>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38" name="Freeform 161"/>
            <p:cNvSpPr>
              <a:spLocks/>
            </p:cNvSpPr>
            <p:nvPr/>
          </p:nvSpPr>
          <p:spPr bwMode="auto">
            <a:xfrm>
              <a:off x="3438071" y="5544911"/>
              <a:ext cx="149225" cy="155575"/>
            </a:xfrm>
            <a:custGeom>
              <a:avLst/>
              <a:gdLst>
                <a:gd name="T0" fmla="*/ 58 w 94"/>
                <a:gd name="T1" fmla="*/ 84 h 98"/>
                <a:gd name="T2" fmla="*/ 58 w 94"/>
                <a:gd name="T3" fmla="*/ 84 h 98"/>
                <a:gd name="T4" fmla="*/ 50 w 94"/>
                <a:gd name="T5" fmla="*/ 84 h 98"/>
                <a:gd name="T6" fmla="*/ 44 w 94"/>
                <a:gd name="T7" fmla="*/ 82 h 98"/>
                <a:gd name="T8" fmla="*/ 36 w 94"/>
                <a:gd name="T9" fmla="*/ 78 h 98"/>
                <a:gd name="T10" fmla="*/ 26 w 94"/>
                <a:gd name="T11" fmla="*/ 70 h 98"/>
                <a:gd name="T12" fmla="*/ 16 w 94"/>
                <a:gd name="T13" fmla="*/ 58 h 98"/>
                <a:gd name="T14" fmla="*/ 8 w 94"/>
                <a:gd name="T15" fmla="*/ 40 h 98"/>
                <a:gd name="T16" fmla="*/ 0 w 94"/>
                <a:gd name="T17" fmla="*/ 18 h 98"/>
                <a:gd name="T18" fmla="*/ 0 w 94"/>
                <a:gd name="T19" fmla="*/ 18 h 98"/>
                <a:gd name="T20" fmla="*/ 8 w 94"/>
                <a:gd name="T21" fmla="*/ 44 h 98"/>
                <a:gd name="T22" fmla="*/ 16 w 94"/>
                <a:gd name="T23" fmla="*/ 66 h 98"/>
                <a:gd name="T24" fmla="*/ 26 w 94"/>
                <a:gd name="T25" fmla="*/ 80 h 98"/>
                <a:gd name="T26" fmla="*/ 36 w 94"/>
                <a:gd name="T27" fmla="*/ 90 h 98"/>
                <a:gd name="T28" fmla="*/ 46 w 94"/>
                <a:gd name="T29" fmla="*/ 94 h 98"/>
                <a:gd name="T30" fmla="*/ 52 w 94"/>
                <a:gd name="T31" fmla="*/ 96 h 98"/>
                <a:gd name="T32" fmla="*/ 60 w 94"/>
                <a:gd name="T33" fmla="*/ 98 h 98"/>
                <a:gd name="T34" fmla="*/ 60 w 94"/>
                <a:gd name="T35" fmla="*/ 98 h 98"/>
                <a:gd name="T36" fmla="*/ 68 w 94"/>
                <a:gd name="T37" fmla="*/ 96 h 98"/>
                <a:gd name="T38" fmla="*/ 74 w 94"/>
                <a:gd name="T39" fmla="*/ 92 h 98"/>
                <a:gd name="T40" fmla="*/ 84 w 94"/>
                <a:gd name="T41" fmla="*/ 84 h 98"/>
                <a:gd name="T42" fmla="*/ 90 w 94"/>
                <a:gd name="T43" fmla="*/ 74 h 98"/>
                <a:gd name="T44" fmla="*/ 94 w 94"/>
                <a:gd name="T45" fmla="*/ 60 h 98"/>
                <a:gd name="T46" fmla="*/ 94 w 94"/>
                <a:gd name="T47" fmla="*/ 46 h 98"/>
                <a:gd name="T48" fmla="*/ 94 w 94"/>
                <a:gd name="T49" fmla="*/ 30 h 98"/>
                <a:gd name="T50" fmla="*/ 92 w 94"/>
                <a:gd name="T51" fmla="*/ 16 h 98"/>
                <a:gd name="T52" fmla="*/ 90 w 94"/>
                <a:gd name="T53" fmla="*/ 0 h 98"/>
                <a:gd name="T54" fmla="*/ 90 w 94"/>
                <a:gd name="T55" fmla="*/ 0 h 98"/>
                <a:gd name="T56" fmla="*/ 92 w 94"/>
                <a:gd name="T57" fmla="*/ 28 h 98"/>
                <a:gd name="T58" fmla="*/ 92 w 94"/>
                <a:gd name="T59" fmla="*/ 40 h 98"/>
                <a:gd name="T60" fmla="*/ 90 w 94"/>
                <a:gd name="T61" fmla="*/ 52 h 98"/>
                <a:gd name="T62" fmla="*/ 86 w 94"/>
                <a:gd name="T63" fmla="*/ 64 h 98"/>
                <a:gd name="T64" fmla="*/ 78 w 94"/>
                <a:gd name="T65" fmla="*/ 72 h 98"/>
                <a:gd name="T66" fmla="*/ 70 w 94"/>
                <a:gd name="T67" fmla="*/ 80 h 98"/>
                <a:gd name="T68" fmla="*/ 58 w 94"/>
                <a:gd name="T69" fmla="*/ 84 h 98"/>
                <a:gd name="T70" fmla="*/ 58 w 94"/>
                <a:gd name="T71" fmla="*/ 8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 h="98">
                  <a:moveTo>
                    <a:pt x="58" y="84"/>
                  </a:moveTo>
                  <a:lnTo>
                    <a:pt x="58" y="84"/>
                  </a:lnTo>
                  <a:lnTo>
                    <a:pt x="50" y="84"/>
                  </a:lnTo>
                  <a:lnTo>
                    <a:pt x="44" y="82"/>
                  </a:lnTo>
                  <a:lnTo>
                    <a:pt x="36" y="78"/>
                  </a:lnTo>
                  <a:lnTo>
                    <a:pt x="26" y="70"/>
                  </a:lnTo>
                  <a:lnTo>
                    <a:pt x="16" y="58"/>
                  </a:lnTo>
                  <a:lnTo>
                    <a:pt x="8" y="40"/>
                  </a:lnTo>
                  <a:lnTo>
                    <a:pt x="0" y="18"/>
                  </a:lnTo>
                  <a:lnTo>
                    <a:pt x="0" y="18"/>
                  </a:lnTo>
                  <a:lnTo>
                    <a:pt x="8" y="44"/>
                  </a:lnTo>
                  <a:lnTo>
                    <a:pt x="16" y="66"/>
                  </a:lnTo>
                  <a:lnTo>
                    <a:pt x="26" y="80"/>
                  </a:lnTo>
                  <a:lnTo>
                    <a:pt x="36" y="90"/>
                  </a:lnTo>
                  <a:lnTo>
                    <a:pt x="46" y="94"/>
                  </a:lnTo>
                  <a:lnTo>
                    <a:pt x="52" y="96"/>
                  </a:lnTo>
                  <a:lnTo>
                    <a:pt x="60" y="98"/>
                  </a:lnTo>
                  <a:lnTo>
                    <a:pt x="60" y="98"/>
                  </a:lnTo>
                  <a:lnTo>
                    <a:pt x="68" y="96"/>
                  </a:lnTo>
                  <a:lnTo>
                    <a:pt x="74" y="92"/>
                  </a:lnTo>
                  <a:lnTo>
                    <a:pt x="84" y="84"/>
                  </a:lnTo>
                  <a:lnTo>
                    <a:pt x="90" y="74"/>
                  </a:lnTo>
                  <a:lnTo>
                    <a:pt x="94" y="60"/>
                  </a:lnTo>
                  <a:lnTo>
                    <a:pt x="94" y="46"/>
                  </a:lnTo>
                  <a:lnTo>
                    <a:pt x="94" y="30"/>
                  </a:lnTo>
                  <a:lnTo>
                    <a:pt x="92" y="16"/>
                  </a:lnTo>
                  <a:lnTo>
                    <a:pt x="90" y="0"/>
                  </a:lnTo>
                  <a:lnTo>
                    <a:pt x="90" y="0"/>
                  </a:lnTo>
                  <a:lnTo>
                    <a:pt x="92" y="28"/>
                  </a:lnTo>
                  <a:lnTo>
                    <a:pt x="92" y="40"/>
                  </a:lnTo>
                  <a:lnTo>
                    <a:pt x="90" y="52"/>
                  </a:lnTo>
                  <a:lnTo>
                    <a:pt x="86" y="64"/>
                  </a:lnTo>
                  <a:lnTo>
                    <a:pt x="78" y="72"/>
                  </a:lnTo>
                  <a:lnTo>
                    <a:pt x="70" y="80"/>
                  </a:lnTo>
                  <a:lnTo>
                    <a:pt x="58" y="84"/>
                  </a:lnTo>
                  <a:lnTo>
                    <a:pt x="58" y="8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39" name="Freeform 162"/>
            <p:cNvSpPr>
              <a:spLocks/>
            </p:cNvSpPr>
            <p:nvPr/>
          </p:nvSpPr>
          <p:spPr bwMode="auto">
            <a:xfrm>
              <a:off x="3472996" y="5516336"/>
              <a:ext cx="12700" cy="12700"/>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4 w 8"/>
                <a:gd name="T19" fmla="*/ 0 h 8"/>
                <a:gd name="T20" fmla="*/ 4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4"/>
                  </a:lnTo>
                  <a:lnTo>
                    <a:pt x="0" y="4"/>
                  </a:lnTo>
                  <a:lnTo>
                    <a:pt x="0" y="2"/>
                  </a:lnTo>
                  <a:lnTo>
                    <a:pt x="4" y="0"/>
                  </a:lnTo>
                  <a:lnTo>
                    <a:pt x="4"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40" name="Freeform 163"/>
            <p:cNvSpPr>
              <a:spLocks/>
            </p:cNvSpPr>
            <p:nvPr/>
          </p:nvSpPr>
          <p:spPr bwMode="auto">
            <a:xfrm>
              <a:off x="3514271" y="5506811"/>
              <a:ext cx="15875" cy="12700"/>
            </a:xfrm>
            <a:custGeom>
              <a:avLst/>
              <a:gdLst>
                <a:gd name="T0" fmla="*/ 10 w 10"/>
                <a:gd name="T1" fmla="*/ 4 h 8"/>
                <a:gd name="T2" fmla="*/ 10 w 10"/>
                <a:gd name="T3" fmla="*/ 4 h 8"/>
                <a:gd name="T4" fmla="*/ 8 w 10"/>
                <a:gd name="T5" fmla="*/ 6 h 8"/>
                <a:gd name="T6" fmla="*/ 6 w 10"/>
                <a:gd name="T7" fmla="*/ 8 h 8"/>
                <a:gd name="T8" fmla="*/ 6 w 10"/>
                <a:gd name="T9" fmla="*/ 8 h 8"/>
                <a:gd name="T10" fmla="*/ 2 w 10"/>
                <a:gd name="T11" fmla="*/ 8 h 8"/>
                <a:gd name="T12" fmla="*/ 0 w 10"/>
                <a:gd name="T13" fmla="*/ 6 h 8"/>
                <a:gd name="T14" fmla="*/ 0 w 10"/>
                <a:gd name="T15" fmla="*/ 6 h 8"/>
                <a:gd name="T16" fmla="*/ 2 w 10"/>
                <a:gd name="T17" fmla="*/ 2 h 8"/>
                <a:gd name="T18" fmla="*/ 4 w 10"/>
                <a:gd name="T19" fmla="*/ 0 h 8"/>
                <a:gd name="T20" fmla="*/ 4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6"/>
                  </a:lnTo>
                  <a:lnTo>
                    <a:pt x="6" y="8"/>
                  </a:lnTo>
                  <a:lnTo>
                    <a:pt x="6" y="8"/>
                  </a:lnTo>
                  <a:lnTo>
                    <a:pt x="2" y="8"/>
                  </a:lnTo>
                  <a:lnTo>
                    <a:pt x="0" y="6"/>
                  </a:lnTo>
                  <a:lnTo>
                    <a:pt x="0" y="6"/>
                  </a:lnTo>
                  <a:lnTo>
                    <a:pt x="2" y="2"/>
                  </a:lnTo>
                  <a:lnTo>
                    <a:pt x="4" y="0"/>
                  </a:lnTo>
                  <a:lnTo>
                    <a:pt x="4"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41" name="Freeform 164"/>
            <p:cNvSpPr>
              <a:spLocks/>
            </p:cNvSpPr>
            <p:nvPr/>
          </p:nvSpPr>
          <p:spPr bwMode="auto">
            <a:xfrm>
              <a:off x="3479346" y="5544911"/>
              <a:ext cx="12700" cy="12700"/>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2 w 8"/>
                <a:gd name="T19" fmla="*/ 0 h 8"/>
                <a:gd name="T20" fmla="*/ 2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2"/>
                  </a:lnTo>
                  <a:lnTo>
                    <a:pt x="2" y="0"/>
                  </a:lnTo>
                  <a:lnTo>
                    <a:pt x="2"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42" name="Freeform 165"/>
            <p:cNvSpPr>
              <a:spLocks/>
            </p:cNvSpPr>
            <p:nvPr/>
          </p:nvSpPr>
          <p:spPr bwMode="auto">
            <a:xfrm>
              <a:off x="3520621" y="5535386"/>
              <a:ext cx="15875" cy="12700"/>
            </a:xfrm>
            <a:custGeom>
              <a:avLst/>
              <a:gdLst>
                <a:gd name="T0" fmla="*/ 10 w 10"/>
                <a:gd name="T1" fmla="*/ 2 h 8"/>
                <a:gd name="T2" fmla="*/ 10 w 10"/>
                <a:gd name="T3" fmla="*/ 2 h 8"/>
                <a:gd name="T4" fmla="*/ 8 w 10"/>
                <a:gd name="T5" fmla="*/ 6 h 8"/>
                <a:gd name="T6" fmla="*/ 6 w 10"/>
                <a:gd name="T7" fmla="*/ 8 h 8"/>
                <a:gd name="T8" fmla="*/ 6 w 10"/>
                <a:gd name="T9" fmla="*/ 8 h 8"/>
                <a:gd name="T10" fmla="*/ 2 w 10"/>
                <a:gd name="T11" fmla="*/ 8 h 8"/>
                <a:gd name="T12" fmla="*/ 0 w 10"/>
                <a:gd name="T13" fmla="*/ 4 h 8"/>
                <a:gd name="T14" fmla="*/ 0 w 10"/>
                <a:gd name="T15" fmla="*/ 4 h 8"/>
                <a:gd name="T16" fmla="*/ 0 w 10"/>
                <a:gd name="T17" fmla="*/ 2 h 8"/>
                <a:gd name="T18" fmla="*/ 4 w 10"/>
                <a:gd name="T19" fmla="*/ 0 h 8"/>
                <a:gd name="T20" fmla="*/ 4 w 10"/>
                <a:gd name="T21" fmla="*/ 0 h 8"/>
                <a:gd name="T22" fmla="*/ 8 w 10"/>
                <a:gd name="T23" fmla="*/ 0 h 8"/>
                <a:gd name="T24" fmla="*/ 10 w 10"/>
                <a:gd name="T25" fmla="*/ 2 h 8"/>
                <a:gd name="T26" fmla="*/ 10 w 10"/>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2"/>
                  </a:moveTo>
                  <a:lnTo>
                    <a:pt x="10" y="2"/>
                  </a:lnTo>
                  <a:lnTo>
                    <a:pt x="8" y="6"/>
                  </a:lnTo>
                  <a:lnTo>
                    <a:pt x="6" y="8"/>
                  </a:lnTo>
                  <a:lnTo>
                    <a:pt x="6" y="8"/>
                  </a:lnTo>
                  <a:lnTo>
                    <a:pt x="2" y="8"/>
                  </a:lnTo>
                  <a:lnTo>
                    <a:pt x="0" y="4"/>
                  </a:lnTo>
                  <a:lnTo>
                    <a:pt x="0" y="4"/>
                  </a:lnTo>
                  <a:lnTo>
                    <a:pt x="0" y="2"/>
                  </a:lnTo>
                  <a:lnTo>
                    <a:pt x="4" y="0"/>
                  </a:lnTo>
                  <a:lnTo>
                    <a:pt x="4" y="0"/>
                  </a:lnTo>
                  <a:lnTo>
                    <a:pt x="8" y="0"/>
                  </a:lnTo>
                  <a:lnTo>
                    <a:pt x="10" y="2"/>
                  </a:lnTo>
                  <a:lnTo>
                    <a:pt x="1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43" name="Freeform 166"/>
            <p:cNvSpPr>
              <a:spLocks/>
            </p:cNvSpPr>
            <p:nvPr/>
          </p:nvSpPr>
          <p:spPr bwMode="auto">
            <a:xfrm>
              <a:off x="3482521" y="5567136"/>
              <a:ext cx="15875" cy="15875"/>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0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0"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44" name="Freeform 167"/>
            <p:cNvSpPr>
              <a:spLocks/>
            </p:cNvSpPr>
            <p:nvPr/>
          </p:nvSpPr>
          <p:spPr bwMode="auto">
            <a:xfrm>
              <a:off x="3526971" y="5560786"/>
              <a:ext cx="12700" cy="12700"/>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0 h 8"/>
                <a:gd name="T18" fmla="*/ 4 w 8"/>
                <a:gd name="T19" fmla="*/ 0 h 8"/>
                <a:gd name="T20" fmla="*/ 4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0"/>
                  </a:lnTo>
                  <a:lnTo>
                    <a:pt x="4" y="0"/>
                  </a:lnTo>
                  <a:lnTo>
                    <a:pt x="4"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45" name="Freeform 168"/>
            <p:cNvSpPr>
              <a:spLocks/>
            </p:cNvSpPr>
            <p:nvPr/>
          </p:nvSpPr>
          <p:spPr bwMode="auto">
            <a:xfrm>
              <a:off x="3488871" y="5592536"/>
              <a:ext cx="12700" cy="12700"/>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6 h 8"/>
                <a:gd name="T14" fmla="*/ 0 w 8"/>
                <a:gd name="T15" fmla="*/ 6 h 8"/>
                <a:gd name="T16" fmla="*/ 0 w 8"/>
                <a:gd name="T17" fmla="*/ 2 h 8"/>
                <a:gd name="T18" fmla="*/ 2 w 8"/>
                <a:gd name="T19" fmla="*/ 0 h 8"/>
                <a:gd name="T20" fmla="*/ 2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6"/>
                  </a:lnTo>
                  <a:lnTo>
                    <a:pt x="0" y="6"/>
                  </a:lnTo>
                  <a:lnTo>
                    <a:pt x="0" y="2"/>
                  </a:lnTo>
                  <a:lnTo>
                    <a:pt x="2" y="0"/>
                  </a:lnTo>
                  <a:lnTo>
                    <a:pt x="2"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46" name="Freeform 169"/>
            <p:cNvSpPr>
              <a:spLocks/>
            </p:cNvSpPr>
            <p:nvPr/>
          </p:nvSpPr>
          <p:spPr bwMode="auto">
            <a:xfrm>
              <a:off x="3530146" y="5583011"/>
              <a:ext cx="15875" cy="15875"/>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2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2"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47" name="Freeform 170"/>
            <p:cNvSpPr>
              <a:spLocks/>
            </p:cNvSpPr>
            <p:nvPr/>
          </p:nvSpPr>
          <p:spPr bwMode="auto">
            <a:xfrm>
              <a:off x="3476171" y="5509986"/>
              <a:ext cx="47625" cy="15875"/>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48" name="Freeform 171"/>
            <p:cNvSpPr>
              <a:spLocks/>
            </p:cNvSpPr>
            <p:nvPr/>
          </p:nvSpPr>
          <p:spPr bwMode="auto">
            <a:xfrm>
              <a:off x="3482521" y="5538561"/>
              <a:ext cx="47625" cy="15875"/>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49" name="Freeform 172"/>
            <p:cNvSpPr>
              <a:spLocks/>
            </p:cNvSpPr>
            <p:nvPr/>
          </p:nvSpPr>
          <p:spPr bwMode="auto">
            <a:xfrm>
              <a:off x="3485696" y="5563961"/>
              <a:ext cx="50800" cy="12700"/>
            </a:xfrm>
            <a:custGeom>
              <a:avLst/>
              <a:gdLst>
                <a:gd name="T0" fmla="*/ 32 w 32"/>
                <a:gd name="T1" fmla="*/ 0 h 8"/>
                <a:gd name="T2" fmla="*/ 32 w 32"/>
                <a:gd name="T3" fmla="*/ 0 h 8"/>
                <a:gd name="T4" fmla="*/ 30 w 32"/>
                <a:gd name="T5" fmla="*/ 2 h 8"/>
                <a:gd name="T6" fmla="*/ 2 w 32"/>
                <a:gd name="T7" fmla="*/ 8 h 8"/>
                <a:gd name="T8" fmla="*/ 2 w 32"/>
                <a:gd name="T9" fmla="*/ 8 h 8"/>
                <a:gd name="T10" fmla="*/ 0 w 32"/>
                <a:gd name="T11" fmla="*/ 8 h 8"/>
                <a:gd name="T12" fmla="*/ 0 w 32"/>
                <a:gd name="T13" fmla="*/ 8 h 8"/>
                <a:gd name="T14" fmla="*/ 2 w 32"/>
                <a:gd name="T15" fmla="*/ 6 h 8"/>
                <a:gd name="T16" fmla="*/ 30 w 32"/>
                <a:gd name="T17" fmla="*/ 0 h 8"/>
                <a:gd name="T18" fmla="*/ 30 w 32"/>
                <a:gd name="T19" fmla="*/ 0 h 8"/>
                <a:gd name="T20" fmla="*/ 32 w 32"/>
                <a:gd name="T21" fmla="*/ 0 h 8"/>
                <a:gd name="T22" fmla="*/ 32 w 32"/>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0"/>
                  </a:moveTo>
                  <a:lnTo>
                    <a:pt x="32" y="0"/>
                  </a:lnTo>
                  <a:lnTo>
                    <a:pt x="30" y="2"/>
                  </a:lnTo>
                  <a:lnTo>
                    <a:pt x="2" y="8"/>
                  </a:lnTo>
                  <a:lnTo>
                    <a:pt x="2" y="8"/>
                  </a:lnTo>
                  <a:lnTo>
                    <a:pt x="0" y="8"/>
                  </a:lnTo>
                  <a:lnTo>
                    <a:pt x="0" y="8"/>
                  </a:lnTo>
                  <a:lnTo>
                    <a:pt x="2" y="6"/>
                  </a:lnTo>
                  <a:lnTo>
                    <a:pt x="30" y="0"/>
                  </a:lnTo>
                  <a:lnTo>
                    <a:pt x="30" y="0"/>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50" name="Freeform 173"/>
            <p:cNvSpPr>
              <a:spLocks/>
            </p:cNvSpPr>
            <p:nvPr/>
          </p:nvSpPr>
          <p:spPr bwMode="auto">
            <a:xfrm>
              <a:off x="3492046" y="5589361"/>
              <a:ext cx="47625" cy="12700"/>
            </a:xfrm>
            <a:custGeom>
              <a:avLst/>
              <a:gdLst>
                <a:gd name="T0" fmla="*/ 30 w 30"/>
                <a:gd name="T1" fmla="*/ 0 h 8"/>
                <a:gd name="T2" fmla="*/ 30 w 30"/>
                <a:gd name="T3" fmla="*/ 0 h 8"/>
                <a:gd name="T4" fmla="*/ 30 w 30"/>
                <a:gd name="T5" fmla="*/ 2 h 8"/>
                <a:gd name="T6" fmla="*/ 2 w 30"/>
                <a:gd name="T7" fmla="*/ 8 h 8"/>
                <a:gd name="T8" fmla="*/ 2 w 30"/>
                <a:gd name="T9" fmla="*/ 8 h 8"/>
                <a:gd name="T10" fmla="*/ 0 w 30"/>
                <a:gd name="T11" fmla="*/ 6 h 8"/>
                <a:gd name="T12" fmla="*/ 0 w 30"/>
                <a:gd name="T13" fmla="*/ 6 h 8"/>
                <a:gd name="T14" fmla="*/ 0 w 30"/>
                <a:gd name="T15" fmla="*/ 6 h 8"/>
                <a:gd name="T16" fmla="*/ 30 w 30"/>
                <a:gd name="T17" fmla="*/ 0 h 8"/>
                <a:gd name="T18" fmla="*/ 30 w 30"/>
                <a:gd name="T19" fmla="*/ 0 h 8"/>
                <a:gd name="T20" fmla="*/ 30 w 30"/>
                <a:gd name="T21" fmla="*/ 0 h 8"/>
                <a:gd name="T22" fmla="*/ 30 w 30"/>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8">
                  <a:moveTo>
                    <a:pt x="30" y="0"/>
                  </a:moveTo>
                  <a:lnTo>
                    <a:pt x="30" y="0"/>
                  </a:lnTo>
                  <a:lnTo>
                    <a:pt x="30" y="2"/>
                  </a:lnTo>
                  <a:lnTo>
                    <a:pt x="2" y="8"/>
                  </a:lnTo>
                  <a:lnTo>
                    <a:pt x="2" y="8"/>
                  </a:lnTo>
                  <a:lnTo>
                    <a:pt x="0" y="6"/>
                  </a:lnTo>
                  <a:lnTo>
                    <a:pt x="0" y="6"/>
                  </a:lnTo>
                  <a:lnTo>
                    <a:pt x="0" y="6"/>
                  </a:lnTo>
                  <a:lnTo>
                    <a:pt x="30" y="0"/>
                  </a:lnTo>
                  <a:lnTo>
                    <a:pt x="30" y="0"/>
                  </a:lnTo>
                  <a:lnTo>
                    <a:pt x="30" y="0"/>
                  </a:lnTo>
                  <a:lnTo>
                    <a:pt x="3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51" name="Freeform 174"/>
            <p:cNvSpPr>
              <a:spLocks/>
            </p:cNvSpPr>
            <p:nvPr/>
          </p:nvSpPr>
          <p:spPr bwMode="auto">
            <a:xfrm>
              <a:off x="3476171" y="5519511"/>
              <a:ext cx="53975" cy="25400"/>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52" name="Freeform 175"/>
            <p:cNvSpPr>
              <a:spLocks/>
            </p:cNvSpPr>
            <p:nvPr/>
          </p:nvSpPr>
          <p:spPr bwMode="auto">
            <a:xfrm>
              <a:off x="3482521" y="5509986"/>
              <a:ext cx="41275" cy="41275"/>
            </a:xfrm>
            <a:custGeom>
              <a:avLst/>
              <a:gdLst>
                <a:gd name="T0" fmla="*/ 0 w 26"/>
                <a:gd name="T1" fmla="*/ 26 h 26"/>
                <a:gd name="T2" fmla="*/ 0 w 26"/>
                <a:gd name="T3" fmla="*/ 24 h 26"/>
                <a:gd name="T4" fmla="*/ 24 w 26"/>
                <a:gd name="T5" fmla="*/ 0 h 26"/>
                <a:gd name="T6" fmla="*/ 26 w 26"/>
                <a:gd name="T7" fmla="*/ 0 h 26"/>
                <a:gd name="T8" fmla="*/ 26 w 26"/>
                <a:gd name="T9" fmla="*/ 4 h 26"/>
                <a:gd name="T10" fmla="*/ 2 w 26"/>
                <a:gd name="T11" fmla="*/ 26 h 26"/>
                <a:gd name="T12" fmla="*/ 0 w 26"/>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0" y="26"/>
                  </a:moveTo>
                  <a:lnTo>
                    <a:pt x="0" y="24"/>
                  </a:lnTo>
                  <a:lnTo>
                    <a:pt x="24" y="0"/>
                  </a:lnTo>
                  <a:lnTo>
                    <a:pt x="26" y="0"/>
                  </a:lnTo>
                  <a:lnTo>
                    <a:pt x="26" y="4"/>
                  </a:lnTo>
                  <a:lnTo>
                    <a:pt x="2" y="26"/>
                  </a:lnTo>
                  <a:lnTo>
                    <a:pt x="0" y="2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53" name="Freeform 176"/>
            <p:cNvSpPr>
              <a:spLocks/>
            </p:cNvSpPr>
            <p:nvPr/>
          </p:nvSpPr>
          <p:spPr bwMode="auto">
            <a:xfrm>
              <a:off x="3482521" y="5544911"/>
              <a:ext cx="53975" cy="25400"/>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54" name="Freeform 177"/>
            <p:cNvSpPr>
              <a:spLocks/>
            </p:cNvSpPr>
            <p:nvPr/>
          </p:nvSpPr>
          <p:spPr bwMode="auto">
            <a:xfrm>
              <a:off x="3485696" y="5538561"/>
              <a:ext cx="44450" cy="38100"/>
            </a:xfrm>
            <a:custGeom>
              <a:avLst/>
              <a:gdLst>
                <a:gd name="T0" fmla="*/ 0 w 28"/>
                <a:gd name="T1" fmla="*/ 24 h 24"/>
                <a:gd name="T2" fmla="*/ 0 w 28"/>
                <a:gd name="T3" fmla="*/ 22 h 24"/>
                <a:gd name="T4" fmla="*/ 24 w 28"/>
                <a:gd name="T5" fmla="*/ 0 h 24"/>
                <a:gd name="T6" fmla="*/ 28 w 28"/>
                <a:gd name="T7" fmla="*/ 0 h 24"/>
                <a:gd name="T8" fmla="*/ 28 w 28"/>
                <a:gd name="T9" fmla="*/ 2 h 24"/>
                <a:gd name="T10" fmla="*/ 4 w 28"/>
                <a:gd name="T11" fmla="*/ 24 h 24"/>
                <a:gd name="T12" fmla="*/ 0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0" y="24"/>
                  </a:moveTo>
                  <a:lnTo>
                    <a:pt x="0" y="22"/>
                  </a:lnTo>
                  <a:lnTo>
                    <a:pt x="24" y="0"/>
                  </a:lnTo>
                  <a:lnTo>
                    <a:pt x="28" y="0"/>
                  </a:lnTo>
                  <a:lnTo>
                    <a:pt x="28" y="2"/>
                  </a:lnTo>
                  <a:lnTo>
                    <a:pt x="4"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55" name="Freeform 178"/>
            <p:cNvSpPr>
              <a:spLocks/>
            </p:cNvSpPr>
            <p:nvPr/>
          </p:nvSpPr>
          <p:spPr bwMode="auto">
            <a:xfrm>
              <a:off x="3485696" y="5573486"/>
              <a:ext cx="53975" cy="19050"/>
            </a:xfrm>
            <a:custGeom>
              <a:avLst/>
              <a:gdLst>
                <a:gd name="T0" fmla="*/ 34 w 34"/>
                <a:gd name="T1" fmla="*/ 12 h 12"/>
                <a:gd name="T2" fmla="*/ 34 w 34"/>
                <a:gd name="T3" fmla="*/ 12 h 12"/>
                <a:gd name="T4" fmla="*/ 32 w 34"/>
                <a:gd name="T5" fmla="*/ 12 h 12"/>
                <a:gd name="T6" fmla="*/ 2 w 34"/>
                <a:gd name="T7" fmla="*/ 2 h 12"/>
                <a:gd name="T8" fmla="*/ 2 w 34"/>
                <a:gd name="T9" fmla="*/ 2 h 12"/>
                <a:gd name="T10" fmla="*/ 0 w 34"/>
                <a:gd name="T11" fmla="*/ 0 h 12"/>
                <a:gd name="T12" fmla="*/ 0 w 34"/>
                <a:gd name="T13" fmla="*/ 0 h 12"/>
                <a:gd name="T14" fmla="*/ 2 w 34"/>
                <a:gd name="T15" fmla="*/ 0 h 12"/>
                <a:gd name="T16" fmla="*/ 34 w 34"/>
                <a:gd name="T17" fmla="*/ 10 h 12"/>
                <a:gd name="T18" fmla="*/ 34 w 34"/>
                <a:gd name="T19" fmla="*/ 10 h 12"/>
                <a:gd name="T20" fmla="*/ 34 w 34"/>
                <a:gd name="T21" fmla="*/ 12 h 12"/>
                <a:gd name="T22" fmla="*/ 34 w 34"/>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
                  <a:moveTo>
                    <a:pt x="34" y="12"/>
                  </a:moveTo>
                  <a:lnTo>
                    <a:pt x="34" y="12"/>
                  </a:lnTo>
                  <a:lnTo>
                    <a:pt x="32" y="12"/>
                  </a:lnTo>
                  <a:lnTo>
                    <a:pt x="2" y="2"/>
                  </a:lnTo>
                  <a:lnTo>
                    <a:pt x="2" y="2"/>
                  </a:lnTo>
                  <a:lnTo>
                    <a:pt x="0" y="0"/>
                  </a:lnTo>
                  <a:lnTo>
                    <a:pt x="0" y="0"/>
                  </a:lnTo>
                  <a:lnTo>
                    <a:pt x="2" y="0"/>
                  </a:lnTo>
                  <a:lnTo>
                    <a:pt x="34" y="10"/>
                  </a:lnTo>
                  <a:lnTo>
                    <a:pt x="34" y="10"/>
                  </a:lnTo>
                  <a:lnTo>
                    <a:pt x="34" y="12"/>
                  </a:lnTo>
                  <a:lnTo>
                    <a:pt x="34"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56" name="Freeform 179"/>
            <p:cNvSpPr>
              <a:spLocks/>
            </p:cNvSpPr>
            <p:nvPr/>
          </p:nvSpPr>
          <p:spPr bwMode="auto">
            <a:xfrm>
              <a:off x="3492046" y="5563961"/>
              <a:ext cx="41275" cy="38100"/>
            </a:xfrm>
            <a:custGeom>
              <a:avLst/>
              <a:gdLst>
                <a:gd name="T0" fmla="*/ 0 w 26"/>
                <a:gd name="T1" fmla="*/ 24 h 24"/>
                <a:gd name="T2" fmla="*/ 0 w 26"/>
                <a:gd name="T3" fmla="*/ 22 h 24"/>
                <a:gd name="T4" fmla="*/ 24 w 26"/>
                <a:gd name="T5" fmla="*/ 0 h 24"/>
                <a:gd name="T6" fmla="*/ 26 w 26"/>
                <a:gd name="T7" fmla="*/ 0 h 24"/>
                <a:gd name="T8" fmla="*/ 26 w 26"/>
                <a:gd name="T9" fmla="*/ 2 h 24"/>
                <a:gd name="T10" fmla="*/ 2 w 26"/>
                <a:gd name="T11" fmla="*/ 24 h 24"/>
                <a:gd name="T12" fmla="*/ 0 w 2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6" h="24">
                  <a:moveTo>
                    <a:pt x="0" y="24"/>
                  </a:moveTo>
                  <a:lnTo>
                    <a:pt x="0" y="22"/>
                  </a:lnTo>
                  <a:lnTo>
                    <a:pt x="24" y="0"/>
                  </a:lnTo>
                  <a:lnTo>
                    <a:pt x="26" y="0"/>
                  </a:lnTo>
                  <a:lnTo>
                    <a:pt x="26" y="2"/>
                  </a:lnTo>
                  <a:lnTo>
                    <a:pt x="2"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57" name="Freeform 180"/>
            <p:cNvSpPr>
              <a:spLocks/>
            </p:cNvSpPr>
            <p:nvPr/>
          </p:nvSpPr>
          <p:spPr bwMode="auto">
            <a:xfrm>
              <a:off x="3072946" y="4103461"/>
              <a:ext cx="495300" cy="1393825"/>
            </a:xfrm>
            <a:custGeom>
              <a:avLst/>
              <a:gdLst>
                <a:gd name="T0" fmla="*/ 4 w 312"/>
                <a:gd name="T1" fmla="*/ 56 h 878"/>
                <a:gd name="T2" fmla="*/ 4 w 312"/>
                <a:gd name="T3" fmla="*/ 56 h 878"/>
                <a:gd name="T4" fmla="*/ 10 w 312"/>
                <a:gd name="T5" fmla="*/ 42 h 878"/>
                <a:gd name="T6" fmla="*/ 20 w 312"/>
                <a:gd name="T7" fmla="*/ 30 h 878"/>
                <a:gd name="T8" fmla="*/ 32 w 312"/>
                <a:gd name="T9" fmla="*/ 18 h 878"/>
                <a:gd name="T10" fmla="*/ 48 w 312"/>
                <a:gd name="T11" fmla="*/ 8 h 878"/>
                <a:gd name="T12" fmla="*/ 48 w 312"/>
                <a:gd name="T13" fmla="*/ 8 h 878"/>
                <a:gd name="T14" fmla="*/ 60 w 312"/>
                <a:gd name="T15" fmla="*/ 4 h 878"/>
                <a:gd name="T16" fmla="*/ 72 w 312"/>
                <a:gd name="T17" fmla="*/ 0 h 878"/>
                <a:gd name="T18" fmla="*/ 86 w 312"/>
                <a:gd name="T19" fmla="*/ 0 h 878"/>
                <a:gd name="T20" fmla="*/ 98 w 312"/>
                <a:gd name="T21" fmla="*/ 0 h 878"/>
                <a:gd name="T22" fmla="*/ 98 w 312"/>
                <a:gd name="T23" fmla="*/ 0 h 878"/>
                <a:gd name="T24" fmla="*/ 110 w 312"/>
                <a:gd name="T25" fmla="*/ 0 h 878"/>
                <a:gd name="T26" fmla="*/ 120 w 312"/>
                <a:gd name="T27" fmla="*/ 4 h 878"/>
                <a:gd name="T28" fmla="*/ 130 w 312"/>
                <a:gd name="T29" fmla="*/ 8 h 878"/>
                <a:gd name="T30" fmla="*/ 140 w 312"/>
                <a:gd name="T31" fmla="*/ 14 h 878"/>
                <a:gd name="T32" fmla="*/ 146 w 312"/>
                <a:gd name="T33" fmla="*/ 20 h 878"/>
                <a:gd name="T34" fmla="*/ 154 w 312"/>
                <a:gd name="T35" fmla="*/ 26 h 878"/>
                <a:gd name="T36" fmla="*/ 166 w 312"/>
                <a:gd name="T37" fmla="*/ 44 h 878"/>
                <a:gd name="T38" fmla="*/ 174 w 312"/>
                <a:gd name="T39" fmla="*/ 62 h 878"/>
                <a:gd name="T40" fmla="*/ 182 w 312"/>
                <a:gd name="T41" fmla="*/ 82 h 878"/>
                <a:gd name="T42" fmla="*/ 190 w 312"/>
                <a:gd name="T43" fmla="*/ 124 h 878"/>
                <a:gd name="T44" fmla="*/ 190 w 312"/>
                <a:gd name="T45" fmla="*/ 124 h 878"/>
                <a:gd name="T46" fmla="*/ 202 w 312"/>
                <a:gd name="T47" fmla="*/ 182 h 878"/>
                <a:gd name="T48" fmla="*/ 214 w 312"/>
                <a:gd name="T49" fmla="*/ 238 h 878"/>
                <a:gd name="T50" fmla="*/ 228 w 312"/>
                <a:gd name="T51" fmla="*/ 296 h 878"/>
                <a:gd name="T52" fmla="*/ 240 w 312"/>
                <a:gd name="T53" fmla="*/ 354 h 878"/>
                <a:gd name="T54" fmla="*/ 240 w 312"/>
                <a:gd name="T55" fmla="*/ 354 h 878"/>
                <a:gd name="T56" fmla="*/ 254 w 312"/>
                <a:gd name="T57" fmla="*/ 436 h 878"/>
                <a:gd name="T58" fmla="*/ 266 w 312"/>
                <a:gd name="T59" fmla="*/ 518 h 878"/>
                <a:gd name="T60" fmla="*/ 266 w 312"/>
                <a:gd name="T61" fmla="*/ 518 h 878"/>
                <a:gd name="T62" fmla="*/ 290 w 312"/>
                <a:gd name="T63" fmla="*/ 686 h 878"/>
                <a:gd name="T64" fmla="*/ 304 w 312"/>
                <a:gd name="T65" fmla="*/ 780 h 878"/>
                <a:gd name="T66" fmla="*/ 312 w 312"/>
                <a:gd name="T67" fmla="*/ 856 h 878"/>
                <a:gd name="T68" fmla="*/ 204 w 312"/>
                <a:gd name="T69" fmla="*/ 878 h 878"/>
                <a:gd name="T70" fmla="*/ 204 w 312"/>
                <a:gd name="T71" fmla="*/ 878 h 878"/>
                <a:gd name="T72" fmla="*/ 188 w 312"/>
                <a:gd name="T73" fmla="*/ 836 h 878"/>
                <a:gd name="T74" fmla="*/ 172 w 312"/>
                <a:gd name="T75" fmla="*/ 796 h 878"/>
                <a:gd name="T76" fmla="*/ 150 w 312"/>
                <a:gd name="T77" fmla="*/ 722 h 878"/>
                <a:gd name="T78" fmla="*/ 132 w 312"/>
                <a:gd name="T79" fmla="*/ 658 h 878"/>
                <a:gd name="T80" fmla="*/ 118 w 312"/>
                <a:gd name="T81" fmla="*/ 608 h 878"/>
                <a:gd name="T82" fmla="*/ 118 w 312"/>
                <a:gd name="T83" fmla="*/ 608 h 878"/>
                <a:gd name="T84" fmla="*/ 92 w 312"/>
                <a:gd name="T85" fmla="*/ 522 h 878"/>
                <a:gd name="T86" fmla="*/ 66 w 312"/>
                <a:gd name="T87" fmla="*/ 432 h 878"/>
                <a:gd name="T88" fmla="*/ 44 w 312"/>
                <a:gd name="T89" fmla="*/ 340 h 878"/>
                <a:gd name="T90" fmla="*/ 26 w 312"/>
                <a:gd name="T91" fmla="*/ 250 h 878"/>
                <a:gd name="T92" fmla="*/ 26 w 312"/>
                <a:gd name="T93" fmla="*/ 250 h 878"/>
                <a:gd name="T94" fmla="*/ 6 w 312"/>
                <a:gd name="T95" fmla="*/ 150 h 878"/>
                <a:gd name="T96" fmla="*/ 6 w 312"/>
                <a:gd name="T97" fmla="*/ 150 h 878"/>
                <a:gd name="T98" fmla="*/ 2 w 312"/>
                <a:gd name="T99" fmla="*/ 128 h 878"/>
                <a:gd name="T100" fmla="*/ 0 w 312"/>
                <a:gd name="T101" fmla="*/ 104 h 878"/>
                <a:gd name="T102" fmla="*/ 0 w 312"/>
                <a:gd name="T103" fmla="*/ 80 h 878"/>
                <a:gd name="T104" fmla="*/ 4 w 312"/>
                <a:gd name="T105" fmla="*/ 56 h 878"/>
                <a:gd name="T106" fmla="*/ 4 w 312"/>
                <a:gd name="T107" fmla="*/ 56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2" h="878">
                  <a:moveTo>
                    <a:pt x="4" y="56"/>
                  </a:moveTo>
                  <a:lnTo>
                    <a:pt x="4" y="56"/>
                  </a:lnTo>
                  <a:lnTo>
                    <a:pt x="10" y="42"/>
                  </a:lnTo>
                  <a:lnTo>
                    <a:pt x="20" y="30"/>
                  </a:lnTo>
                  <a:lnTo>
                    <a:pt x="32" y="18"/>
                  </a:lnTo>
                  <a:lnTo>
                    <a:pt x="48" y="8"/>
                  </a:lnTo>
                  <a:lnTo>
                    <a:pt x="48" y="8"/>
                  </a:lnTo>
                  <a:lnTo>
                    <a:pt x="60" y="4"/>
                  </a:lnTo>
                  <a:lnTo>
                    <a:pt x="72" y="0"/>
                  </a:lnTo>
                  <a:lnTo>
                    <a:pt x="86" y="0"/>
                  </a:lnTo>
                  <a:lnTo>
                    <a:pt x="98" y="0"/>
                  </a:lnTo>
                  <a:lnTo>
                    <a:pt x="98" y="0"/>
                  </a:lnTo>
                  <a:lnTo>
                    <a:pt x="110" y="0"/>
                  </a:lnTo>
                  <a:lnTo>
                    <a:pt x="120" y="4"/>
                  </a:lnTo>
                  <a:lnTo>
                    <a:pt x="130" y="8"/>
                  </a:lnTo>
                  <a:lnTo>
                    <a:pt x="140" y="14"/>
                  </a:lnTo>
                  <a:lnTo>
                    <a:pt x="146" y="20"/>
                  </a:lnTo>
                  <a:lnTo>
                    <a:pt x="154" y="26"/>
                  </a:lnTo>
                  <a:lnTo>
                    <a:pt x="166" y="44"/>
                  </a:lnTo>
                  <a:lnTo>
                    <a:pt x="174" y="62"/>
                  </a:lnTo>
                  <a:lnTo>
                    <a:pt x="182" y="82"/>
                  </a:lnTo>
                  <a:lnTo>
                    <a:pt x="190" y="124"/>
                  </a:lnTo>
                  <a:lnTo>
                    <a:pt x="190" y="124"/>
                  </a:lnTo>
                  <a:lnTo>
                    <a:pt x="202" y="182"/>
                  </a:lnTo>
                  <a:lnTo>
                    <a:pt x="214" y="238"/>
                  </a:lnTo>
                  <a:lnTo>
                    <a:pt x="228" y="296"/>
                  </a:lnTo>
                  <a:lnTo>
                    <a:pt x="240" y="354"/>
                  </a:lnTo>
                  <a:lnTo>
                    <a:pt x="240" y="354"/>
                  </a:lnTo>
                  <a:lnTo>
                    <a:pt x="254" y="436"/>
                  </a:lnTo>
                  <a:lnTo>
                    <a:pt x="266" y="518"/>
                  </a:lnTo>
                  <a:lnTo>
                    <a:pt x="266" y="518"/>
                  </a:lnTo>
                  <a:lnTo>
                    <a:pt x="290" y="686"/>
                  </a:lnTo>
                  <a:lnTo>
                    <a:pt x="304" y="780"/>
                  </a:lnTo>
                  <a:lnTo>
                    <a:pt x="312" y="856"/>
                  </a:lnTo>
                  <a:lnTo>
                    <a:pt x="204" y="878"/>
                  </a:lnTo>
                  <a:lnTo>
                    <a:pt x="204" y="878"/>
                  </a:lnTo>
                  <a:lnTo>
                    <a:pt x="188" y="836"/>
                  </a:lnTo>
                  <a:lnTo>
                    <a:pt x="172" y="796"/>
                  </a:lnTo>
                  <a:lnTo>
                    <a:pt x="150" y="722"/>
                  </a:lnTo>
                  <a:lnTo>
                    <a:pt x="132" y="658"/>
                  </a:lnTo>
                  <a:lnTo>
                    <a:pt x="118" y="608"/>
                  </a:lnTo>
                  <a:lnTo>
                    <a:pt x="118" y="608"/>
                  </a:lnTo>
                  <a:lnTo>
                    <a:pt x="92" y="522"/>
                  </a:lnTo>
                  <a:lnTo>
                    <a:pt x="66" y="432"/>
                  </a:lnTo>
                  <a:lnTo>
                    <a:pt x="44" y="340"/>
                  </a:lnTo>
                  <a:lnTo>
                    <a:pt x="26" y="250"/>
                  </a:lnTo>
                  <a:lnTo>
                    <a:pt x="26" y="250"/>
                  </a:lnTo>
                  <a:lnTo>
                    <a:pt x="6" y="150"/>
                  </a:lnTo>
                  <a:lnTo>
                    <a:pt x="6" y="150"/>
                  </a:lnTo>
                  <a:lnTo>
                    <a:pt x="2" y="128"/>
                  </a:lnTo>
                  <a:lnTo>
                    <a:pt x="0" y="104"/>
                  </a:lnTo>
                  <a:lnTo>
                    <a:pt x="0" y="80"/>
                  </a:lnTo>
                  <a:lnTo>
                    <a:pt x="4" y="56"/>
                  </a:lnTo>
                  <a:lnTo>
                    <a:pt x="4" y="56"/>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58" name="Freeform 181"/>
            <p:cNvSpPr>
              <a:spLocks/>
            </p:cNvSpPr>
            <p:nvPr/>
          </p:nvSpPr>
          <p:spPr bwMode="auto">
            <a:xfrm>
              <a:off x="3596821" y="5189311"/>
              <a:ext cx="155575" cy="333375"/>
            </a:xfrm>
            <a:custGeom>
              <a:avLst/>
              <a:gdLst>
                <a:gd name="T0" fmla="*/ 24 w 98"/>
                <a:gd name="T1" fmla="*/ 0 h 210"/>
                <a:gd name="T2" fmla="*/ 98 w 98"/>
                <a:gd name="T3" fmla="*/ 12 h 210"/>
                <a:gd name="T4" fmla="*/ 82 w 98"/>
                <a:gd name="T5" fmla="*/ 122 h 210"/>
                <a:gd name="T6" fmla="*/ 82 w 98"/>
                <a:gd name="T7" fmla="*/ 122 h 210"/>
                <a:gd name="T8" fmla="*/ 80 w 98"/>
                <a:gd name="T9" fmla="*/ 136 h 210"/>
                <a:gd name="T10" fmla="*/ 76 w 98"/>
                <a:gd name="T11" fmla="*/ 150 h 210"/>
                <a:gd name="T12" fmla="*/ 70 w 98"/>
                <a:gd name="T13" fmla="*/ 166 h 210"/>
                <a:gd name="T14" fmla="*/ 62 w 98"/>
                <a:gd name="T15" fmla="*/ 182 h 210"/>
                <a:gd name="T16" fmla="*/ 52 w 98"/>
                <a:gd name="T17" fmla="*/ 196 h 210"/>
                <a:gd name="T18" fmla="*/ 46 w 98"/>
                <a:gd name="T19" fmla="*/ 202 h 210"/>
                <a:gd name="T20" fmla="*/ 40 w 98"/>
                <a:gd name="T21" fmla="*/ 206 h 210"/>
                <a:gd name="T22" fmla="*/ 32 w 98"/>
                <a:gd name="T23" fmla="*/ 210 h 210"/>
                <a:gd name="T24" fmla="*/ 24 w 98"/>
                <a:gd name="T25" fmla="*/ 210 h 210"/>
                <a:gd name="T26" fmla="*/ 24 w 98"/>
                <a:gd name="T27" fmla="*/ 210 h 210"/>
                <a:gd name="T28" fmla="*/ 18 w 98"/>
                <a:gd name="T29" fmla="*/ 206 h 210"/>
                <a:gd name="T30" fmla="*/ 14 w 98"/>
                <a:gd name="T31" fmla="*/ 200 h 210"/>
                <a:gd name="T32" fmla="*/ 8 w 98"/>
                <a:gd name="T33" fmla="*/ 192 h 210"/>
                <a:gd name="T34" fmla="*/ 4 w 98"/>
                <a:gd name="T35" fmla="*/ 178 h 210"/>
                <a:gd name="T36" fmla="*/ 0 w 98"/>
                <a:gd name="T37" fmla="*/ 162 h 210"/>
                <a:gd name="T38" fmla="*/ 0 w 98"/>
                <a:gd name="T39" fmla="*/ 140 h 210"/>
                <a:gd name="T40" fmla="*/ 4 w 98"/>
                <a:gd name="T41" fmla="*/ 114 h 210"/>
                <a:gd name="T42" fmla="*/ 24 w 98"/>
                <a:gd name="T4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210">
                  <a:moveTo>
                    <a:pt x="24" y="0"/>
                  </a:moveTo>
                  <a:lnTo>
                    <a:pt x="98" y="12"/>
                  </a:lnTo>
                  <a:lnTo>
                    <a:pt x="82" y="122"/>
                  </a:lnTo>
                  <a:lnTo>
                    <a:pt x="82" y="122"/>
                  </a:lnTo>
                  <a:lnTo>
                    <a:pt x="80" y="136"/>
                  </a:lnTo>
                  <a:lnTo>
                    <a:pt x="76" y="150"/>
                  </a:lnTo>
                  <a:lnTo>
                    <a:pt x="70" y="166"/>
                  </a:lnTo>
                  <a:lnTo>
                    <a:pt x="62" y="182"/>
                  </a:lnTo>
                  <a:lnTo>
                    <a:pt x="52" y="196"/>
                  </a:lnTo>
                  <a:lnTo>
                    <a:pt x="46" y="202"/>
                  </a:lnTo>
                  <a:lnTo>
                    <a:pt x="40" y="206"/>
                  </a:lnTo>
                  <a:lnTo>
                    <a:pt x="32" y="210"/>
                  </a:lnTo>
                  <a:lnTo>
                    <a:pt x="24" y="210"/>
                  </a:lnTo>
                  <a:lnTo>
                    <a:pt x="24" y="210"/>
                  </a:lnTo>
                  <a:lnTo>
                    <a:pt x="18" y="206"/>
                  </a:lnTo>
                  <a:lnTo>
                    <a:pt x="14" y="200"/>
                  </a:lnTo>
                  <a:lnTo>
                    <a:pt x="8" y="192"/>
                  </a:lnTo>
                  <a:lnTo>
                    <a:pt x="4" y="178"/>
                  </a:lnTo>
                  <a:lnTo>
                    <a:pt x="0" y="162"/>
                  </a:lnTo>
                  <a:lnTo>
                    <a:pt x="0" y="140"/>
                  </a:lnTo>
                  <a:lnTo>
                    <a:pt x="4" y="114"/>
                  </a:lnTo>
                  <a:lnTo>
                    <a:pt x="24"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59" name="Freeform 182"/>
            <p:cNvSpPr>
              <a:spLocks/>
            </p:cNvSpPr>
            <p:nvPr/>
          </p:nvSpPr>
          <p:spPr bwMode="auto">
            <a:xfrm>
              <a:off x="3574596" y="5373461"/>
              <a:ext cx="152400" cy="231775"/>
            </a:xfrm>
            <a:custGeom>
              <a:avLst/>
              <a:gdLst>
                <a:gd name="T0" fmla="*/ 18 w 96"/>
                <a:gd name="T1" fmla="*/ 0 h 146"/>
                <a:gd name="T2" fmla="*/ 18 w 96"/>
                <a:gd name="T3" fmla="*/ 0 h 146"/>
                <a:gd name="T4" fmla="*/ 24 w 96"/>
                <a:gd name="T5" fmla="*/ 2 h 146"/>
                <a:gd name="T6" fmla="*/ 42 w 96"/>
                <a:gd name="T7" fmla="*/ 6 h 146"/>
                <a:gd name="T8" fmla="*/ 66 w 96"/>
                <a:gd name="T9" fmla="*/ 12 h 146"/>
                <a:gd name="T10" fmla="*/ 80 w 96"/>
                <a:gd name="T11" fmla="*/ 12 h 146"/>
                <a:gd name="T12" fmla="*/ 96 w 96"/>
                <a:gd name="T13" fmla="*/ 12 h 146"/>
                <a:gd name="T14" fmla="*/ 96 w 96"/>
                <a:gd name="T15" fmla="*/ 12 h 146"/>
                <a:gd name="T16" fmla="*/ 96 w 96"/>
                <a:gd name="T17" fmla="*/ 34 h 146"/>
                <a:gd name="T18" fmla="*/ 94 w 96"/>
                <a:gd name="T19" fmla="*/ 58 h 146"/>
                <a:gd name="T20" fmla="*/ 90 w 96"/>
                <a:gd name="T21" fmla="*/ 82 h 146"/>
                <a:gd name="T22" fmla="*/ 82 w 96"/>
                <a:gd name="T23" fmla="*/ 108 h 146"/>
                <a:gd name="T24" fmla="*/ 78 w 96"/>
                <a:gd name="T25" fmla="*/ 120 h 146"/>
                <a:gd name="T26" fmla="*/ 72 w 96"/>
                <a:gd name="T27" fmla="*/ 128 h 146"/>
                <a:gd name="T28" fmla="*/ 64 w 96"/>
                <a:gd name="T29" fmla="*/ 136 h 146"/>
                <a:gd name="T30" fmla="*/ 54 w 96"/>
                <a:gd name="T31" fmla="*/ 142 h 146"/>
                <a:gd name="T32" fmla="*/ 44 w 96"/>
                <a:gd name="T33" fmla="*/ 146 h 146"/>
                <a:gd name="T34" fmla="*/ 32 w 96"/>
                <a:gd name="T35" fmla="*/ 144 h 146"/>
                <a:gd name="T36" fmla="*/ 32 w 96"/>
                <a:gd name="T37" fmla="*/ 144 h 146"/>
                <a:gd name="T38" fmla="*/ 28 w 96"/>
                <a:gd name="T39" fmla="*/ 144 h 146"/>
                <a:gd name="T40" fmla="*/ 22 w 96"/>
                <a:gd name="T41" fmla="*/ 140 h 146"/>
                <a:gd name="T42" fmla="*/ 14 w 96"/>
                <a:gd name="T43" fmla="*/ 134 h 146"/>
                <a:gd name="T44" fmla="*/ 8 w 96"/>
                <a:gd name="T45" fmla="*/ 120 h 146"/>
                <a:gd name="T46" fmla="*/ 4 w 96"/>
                <a:gd name="T47" fmla="*/ 112 h 146"/>
                <a:gd name="T48" fmla="*/ 2 w 96"/>
                <a:gd name="T49" fmla="*/ 102 h 146"/>
                <a:gd name="T50" fmla="*/ 0 w 96"/>
                <a:gd name="T51" fmla="*/ 90 h 146"/>
                <a:gd name="T52" fmla="*/ 0 w 96"/>
                <a:gd name="T53" fmla="*/ 78 h 146"/>
                <a:gd name="T54" fmla="*/ 2 w 96"/>
                <a:gd name="T55" fmla="*/ 62 h 146"/>
                <a:gd name="T56" fmla="*/ 4 w 96"/>
                <a:gd name="T57" fmla="*/ 44 h 146"/>
                <a:gd name="T58" fmla="*/ 10 w 96"/>
                <a:gd name="T59" fmla="*/ 22 h 146"/>
                <a:gd name="T60" fmla="*/ 18 w 96"/>
                <a:gd name="T61" fmla="*/ 0 h 146"/>
                <a:gd name="T62" fmla="*/ 18 w 96"/>
                <a:gd name="T6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146">
                  <a:moveTo>
                    <a:pt x="18" y="0"/>
                  </a:moveTo>
                  <a:lnTo>
                    <a:pt x="18" y="0"/>
                  </a:lnTo>
                  <a:lnTo>
                    <a:pt x="24" y="2"/>
                  </a:lnTo>
                  <a:lnTo>
                    <a:pt x="42" y="6"/>
                  </a:lnTo>
                  <a:lnTo>
                    <a:pt x="66" y="12"/>
                  </a:lnTo>
                  <a:lnTo>
                    <a:pt x="80" y="12"/>
                  </a:lnTo>
                  <a:lnTo>
                    <a:pt x="96" y="12"/>
                  </a:lnTo>
                  <a:lnTo>
                    <a:pt x="96" y="12"/>
                  </a:lnTo>
                  <a:lnTo>
                    <a:pt x="96" y="34"/>
                  </a:lnTo>
                  <a:lnTo>
                    <a:pt x="94" y="58"/>
                  </a:lnTo>
                  <a:lnTo>
                    <a:pt x="90" y="82"/>
                  </a:lnTo>
                  <a:lnTo>
                    <a:pt x="82" y="108"/>
                  </a:lnTo>
                  <a:lnTo>
                    <a:pt x="78" y="120"/>
                  </a:lnTo>
                  <a:lnTo>
                    <a:pt x="72" y="128"/>
                  </a:lnTo>
                  <a:lnTo>
                    <a:pt x="64" y="136"/>
                  </a:lnTo>
                  <a:lnTo>
                    <a:pt x="54" y="142"/>
                  </a:lnTo>
                  <a:lnTo>
                    <a:pt x="44" y="146"/>
                  </a:lnTo>
                  <a:lnTo>
                    <a:pt x="32" y="144"/>
                  </a:lnTo>
                  <a:lnTo>
                    <a:pt x="32" y="144"/>
                  </a:lnTo>
                  <a:lnTo>
                    <a:pt x="28" y="144"/>
                  </a:lnTo>
                  <a:lnTo>
                    <a:pt x="22" y="140"/>
                  </a:lnTo>
                  <a:lnTo>
                    <a:pt x="14" y="134"/>
                  </a:lnTo>
                  <a:lnTo>
                    <a:pt x="8" y="120"/>
                  </a:lnTo>
                  <a:lnTo>
                    <a:pt x="4" y="112"/>
                  </a:lnTo>
                  <a:lnTo>
                    <a:pt x="2" y="102"/>
                  </a:lnTo>
                  <a:lnTo>
                    <a:pt x="0" y="90"/>
                  </a:lnTo>
                  <a:lnTo>
                    <a:pt x="0" y="78"/>
                  </a:lnTo>
                  <a:lnTo>
                    <a:pt x="2" y="62"/>
                  </a:lnTo>
                  <a:lnTo>
                    <a:pt x="4" y="44"/>
                  </a:lnTo>
                  <a:lnTo>
                    <a:pt x="10" y="22"/>
                  </a:lnTo>
                  <a:lnTo>
                    <a:pt x="18" y="0"/>
                  </a:lnTo>
                  <a:lnTo>
                    <a:pt x="18"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60" name="Freeform 183"/>
            <p:cNvSpPr>
              <a:spLocks/>
            </p:cNvSpPr>
            <p:nvPr/>
          </p:nvSpPr>
          <p:spPr bwMode="auto">
            <a:xfrm>
              <a:off x="3574596" y="5452836"/>
              <a:ext cx="146050" cy="152400"/>
            </a:xfrm>
            <a:custGeom>
              <a:avLst/>
              <a:gdLst>
                <a:gd name="T0" fmla="*/ 34 w 92"/>
                <a:gd name="T1" fmla="*/ 82 h 96"/>
                <a:gd name="T2" fmla="*/ 34 w 92"/>
                <a:gd name="T3" fmla="*/ 82 h 96"/>
                <a:gd name="T4" fmla="*/ 28 w 92"/>
                <a:gd name="T5" fmla="*/ 80 h 96"/>
                <a:gd name="T6" fmla="*/ 22 w 92"/>
                <a:gd name="T7" fmla="*/ 76 h 96"/>
                <a:gd name="T8" fmla="*/ 16 w 92"/>
                <a:gd name="T9" fmla="*/ 68 h 96"/>
                <a:gd name="T10" fmla="*/ 8 w 92"/>
                <a:gd name="T11" fmla="*/ 58 h 96"/>
                <a:gd name="T12" fmla="*/ 4 w 92"/>
                <a:gd name="T13" fmla="*/ 44 h 96"/>
                <a:gd name="T14" fmla="*/ 2 w 92"/>
                <a:gd name="T15" fmla="*/ 24 h 96"/>
                <a:gd name="T16" fmla="*/ 4 w 92"/>
                <a:gd name="T17" fmla="*/ 0 h 96"/>
                <a:gd name="T18" fmla="*/ 4 w 92"/>
                <a:gd name="T19" fmla="*/ 0 h 96"/>
                <a:gd name="T20" fmla="*/ 0 w 92"/>
                <a:gd name="T21" fmla="*/ 28 h 96"/>
                <a:gd name="T22" fmla="*/ 2 w 92"/>
                <a:gd name="T23" fmla="*/ 50 h 96"/>
                <a:gd name="T24" fmla="*/ 6 w 92"/>
                <a:gd name="T25" fmla="*/ 68 h 96"/>
                <a:gd name="T26" fmla="*/ 12 w 92"/>
                <a:gd name="T27" fmla="*/ 80 h 96"/>
                <a:gd name="T28" fmla="*/ 18 w 92"/>
                <a:gd name="T29" fmla="*/ 88 h 96"/>
                <a:gd name="T30" fmla="*/ 24 w 92"/>
                <a:gd name="T31" fmla="*/ 94 h 96"/>
                <a:gd name="T32" fmla="*/ 30 w 92"/>
                <a:gd name="T33" fmla="*/ 96 h 96"/>
                <a:gd name="T34" fmla="*/ 30 w 92"/>
                <a:gd name="T35" fmla="*/ 96 h 96"/>
                <a:gd name="T36" fmla="*/ 38 w 92"/>
                <a:gd name="T37" fmla="*/ 96 h 96"/>
                <a:gd name="T38" fmla="*/ 46 w 92"/>
                <a:gd name="T39" fmla="*/ 96 h 96"/>
                <a:gd name="T40" fmla="*/ 58 w 92"/>
                <a:gd name="T41" fmla="*/ 92 h 96"/>
                <a:gd name="T42" fmla="*/ 68 w 92"/>
                <a:gd name="T43" fmla="*/ 84 h 96"/>
                <a:gd name="T44" fmla="*/ 76 w 92"/>
                <a:gd name="T45" fmla="*/ 74 h 96"/>
                <a:gd name="T46" fmla="*/ 82 w 92"/>
                <a:gd name="T47" fmla="*/ 60 h 96"/>
                <a:gd name="T48" fmla="*/ 86 w 92"/>
                <a:gd name="T49" fmla="*/ 46 h 96"/>
                <a:gd name="T50" fmla="*/ 90 w 92"/>
                <a:gd name="T51" fmla="*/ 30 h 96"/>
                <a:gd name="T52" fmla="*/ 92 w 92"/>
                <a:gd name="T53" fmla="*/ 16 h 96"/>
                <a:gd name="T54" fmla="*/ 92 w 92"/>
                <a:gd name="T55" fmla="*/ 16 h 96"/>
                <a:gd name="T56" fmla="*/ 86 w 92"/>
                <a:gd name="T57" fmla="*/ 42 h 96"/>
                <a:gd name="T58" fmla="*/ 80 w 92"/>
                <a:gd name="T59" fmla="*/ 54 h 96"/>
                <a:gd name="T60" fmla="*/ 74 w 92"/>
                <a:gd name="T61" fmla="*/ 64 h 96"/>
                <a:gd name="T62" fmla="*/ 66 w 92"/>
                <a:gd name="T63" fmla="*/ 74 h 96"/>
                <a:gd name="T64" fmla="*/ 58 w 92"/>
                <a:gd name="T65" fmla="*/ 80 h 96"/>
                <a:gd name="T66" fmla="*/ 46 w 92"/>
                <a:gd name="T67" fmla="*/ 82 h 96"/>
                <a:gd name="T68" fmla="*/ 34 w 92"/>
                <a:gd name="T69" fmla="*/ 82 h 96"/>
                <a:gd name="T70" fmla="*/ 34 w 92"/>
                <a:gd name="T71"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2" h="96">
                  <a:moveTo>
                    <a:pt x="34" y="82"/>
                  </a:moveTo>
                  <a:lnTo>
                    <a:pt x="34" y="82"/>
                  </a:lnTo>
                  <a:lnTo>
                    <a:pt x="28" y="80"/>
                  </a:lnTo>
                  <a:lnTo>
                    <a:pt x="22" y="76"/>
                  </a:lnTo>
                  <a:lnTo>
                    <a:pt x="16" y="68"/>
                  </a:lnTo>
                  <a:lnTo>
                    <a:pt x="8" y="58"/>
                  </a:lnTo>
                  <a:lnTo>
                    <a:pt x="4" y="44"/>
                  </a:lnTo>
                  <a:lnTo>
                    <a:pt x="2" y="24"/>
                  </a:lnTo>
                  <a:lnTo>
                    <a:pt x="4" y="0"/>
                  </a:lnTo>
                  <a:lnTo>
                    <a:pt x="4" y="0"/>
                  </a:lnTo>
                  <a:lnTo>
                    <a:pt x="0" y="28"/>
                  </a:lnTo>
                  <a:lnTo>
                    <a:pt x="2" y="50"/>
                  </a:lnTo>
                  <a:lnTo>
                    <a:pt x="6" y="68"/>
                  </a:lnTo>
                  <a:lnTo>
                    <a:pt x="12" y="80"/>
                  </a:lnTo>
                  <a:lnTo>
                    <a:pt x="18" y="88"/>
                  </a:lnTo>
                  <a:lnTo>
                    <a:pt x="24" y="94"/>
                  </a:lnTo>
                  <a:lnTo>
                    <a:pt x="30" y="96"/>
                  </a:lnTo>
                  <a:lnTo>
                    <a:pt x="30" y="96"/>
                  </a:lnTo>
                  <a:lnTo>
                    <a:pt x="38" y="96"/>
                  </a:lnTo>
                  <a:lnTo>
                    <a:pt x="46" y="96"/>
                  </a:lnTo>
                  <a:lnTo>
                    <a:pt x="58" y="92"/>
                  </a:lnTo>
                  <a:lnTo>
                    <a:pt x="68" y="84"/>
                  </a:lnTo>
                  <a:lnTo>
                    <a:pt x="76" y="74"/>
                  </a:lnTo>
                  <a:lnTo>
                    <a:pt x="82" y="60"/>
                  </a:lnTo>
                  <a:lnTo>
                    <a:pt x="86" y="46"/>
                  </a:lnTo>
                  <a:lnTo>
                    <a:pt x="90" y="30"/>
                  </a:lnTo>
                  <a:lnTo>
                    <a:pt x="92" y="16"/>
                  </a:lnTo>
                  <a:lnTo>
                    <a:pt x="92" y="16"/>
                  </a:lnTo>
                  <a:lnTo>
                    <a:pt x="86" y="42"/>
                  </a:lnTo>
                  <a:lnTo>
                    <a:pt x="80" y="54"/>
                  </a:lnTo>
                  <a:lnTo>
                    <a:pt x="74" y="64"/>
                  </a:lnTo>
                  <a:lnTo>
                    <a:pt x="66" y="74"/>
                  </a:lnTo>
                  <a:lnTo>
                    <a:pt x="58" y="80"/>
                  </a:lnTo>
                  <a:lnTo>
                    <a:pt x="46" y="82"/>
                  </a:lnTo>
                  <a:lnTo>
                    <a:pt x="34" y="82"/>
                  </a:lnTo>
                  <a:lnTo>
                    <a:pt x="34" y="8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61" name="Freeform 184"/>
            <p:cNvSpPr>
              <a:spLocks/>
            </p:cNvSpPr>
            <p:nvPr/>
          </p:nvSpPr>
          <p:spPr bwMode="auto">
            <a:xfrm>
              <a:off x="3628571" y="5414736"/>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62" name="Freeform 185"/>
            <p:cNvSpPr>
              <a:spLocks/>
            </p:cNvSpPr>
            <p:nvPr/>
          </p:nvSpPr>
          <p:spPr bwMode="auto">
            <a:xfrm>
              <a:off x="3673021" y="5421086"/>
              <a:ext cx="12700" cy="12700"/>
            </a:xfrm>
            <a:custGeom>
              <a:avLst/>
              <a:gdLst>
                <a:gd name="T0" fmla="*/ 8 w 8"/>
                <a:gd name="T1" fmla="*/ 4 h 8"/>
                <a:gd name="T2" fmla="*/ 8 w 8"/>
                <a:gd name="T3" fmla="*/ 4 h 8"/>
                <a:gd name="T4" fmla="*/ 6 w 8"/>
                <a:gd name="T5" fmla="*/ 8 h 8"/>
                <a:gd name="T6" fmla="*/ 4 w 8"/>
                <a:gd name="T7" fmla="*/ 8 h 8"/>
                <a:gd name="T8" fmla="*/ 4 w 8"/>
                <a:gd name="T9" fmla="*/ 8 h 8"/>
                <a:gd name="T10" fmla="*/ 0 w 8"/>
                <a:gd name="T11" fmla="*/ 6 h 8"/>
                <a:gd name="T12" fmla="*/ 0 w 8"/>
                <a:gd name="T13" fmla="*/ 4 h 8"/>
                <a:gd name="T14" fmla="*/ 0 w 8"/>
                <a:gd name="T15" fmla="*/ 4 h 8"/>
                <a:gd name="T16" fmla="*/ 2 w 8"/>
                <a:gd name="T17" fmla="*/ 0 h 8"/>
                <a:gd name="T18" fmla="*/ 4 w 8"/>
                <a:gd name="T19" fmla="*/ 0 h 8"/>
                <a:gd name="T20" fmla="*/ 4 w 8"/>
                <a:gd name="T21" fmla="*/ 0 h 8"/>
                <a:gd name="T22" fmla="*/ 8 w 8"/>
                <a:gd name="T23" fmla="*/ 2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4" y="8"/>
                  </a:lnTo>
                  <a:lnTo>
                    <a:pt x="4" y="8"/>
                  </a:lnTo>
                  <a:lnTo>
                    <a:pt x="0" y="6"/>
                  </a:lnTo>
                  <a:lnTo>
                    <a:pt x="0" y="4"/>
                  </a:lnTo>
                  <a:lnTo>
                    <a:pt x="0" y="4"/>
                  </a:lnTo>
                  <a:lnTo>
                    <a:pt x="2" y="0"/>
                  </a:lnTo>
                  <a:lnTo>
                    <a:pt x="4" y="0"/>
                  </a:lnTo>
                  <a:lnTo>
                    <a:pt x="4" y="0"/>
                  </a:lnTo>
                  <a:lnTo>
                    <a:pt x="8" y="2"/>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63" name="Freeform 186"/>
            <p:cNvSpPr>
              <a:spLocks/>
            </p:cNvSpPr>
            <p:nvPr/>
          </p:nvSpPr>
          <p:spPr bwMode="auto">
            <a:xfrm>
              <a:off x="3625396" y="5443311"/>
              <a:ext cx="12700" cy="12700"/>
            </a:xfrm>
            <a:custGeom>
              <a:avLst/>
              <a:gdLst>
                <a:gd name="T0" fmla="*/ 8 w 8"/>
                <a:gd name="T1" fmla="*/ 4 h 8"/>
                <a:gd name="T2" fmla="*/ 8 w 8"/>
                <a:gd name="T3" fmla="*/ 4 h 8"/>
                <a:gd name="T4" fmla="*/ 6 w 8"/>
                <a:gd name="T5" fmla="*/ 8 h 8"/>
                <a:gd name="T6" fmla="*/ 2 w 8"/>
                <a:gd name="T7" fmla="*/ 8 h 8"/>
                <a:gd name="T8" fmla="*/ 2 w 8"/>
                <a:gd name="T9" fmla="*/ 8 h 8"/>
                <a:gd name="T10" fmla="*/ 0 w 8"/>
                <a:gd name="T11" fmla="*/ 6 h 8"/>
                <a:gd name="T12" fmla="*/ 0 w 8"/>
                <a:gd name="T13" fmla="*/ 2 h 8"/>
                <a:gd name="T14" fmla="*/ 0 w 8"/>
                <a:gd name="T15" fmla="*/ 2 h 8"/>
                <a:gd name="T16" fmla="*/ 0 w 8"/>
                <a:gd name="T17" fmla="*/ 0 h 8"/>
                <a:gd name="T18" fmla="*/ 4 w 8"/>
                <a:gd name="T19" fmla="*/ 0 h 8"/>
                <a:gd name="T20" fmla="*/ 4 w 8"/>
                <a:gd name="T21" fmla="*/ 0 h 8"/>
                <a:gd name="T22" fmla="*/ 8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2" y="8"/>
                  </a:lnTo>
                  <a:lnTo>
                    <a:pt x="2" y="8"/>
                  </a:lnTo>
                  <a:lnTo>
                    <a:pt x="0" y="6"/>
                  </a:lnTo>
                  <a:lnTo>
                    <a:pt x="0" y="2"/>
                  </a:lnTo>
                  <a:lnTo>
                    <a:pt x="0" y="2"/>
                  </a:lnTo>
                  <a:lnTo>
                    <a:pt x="0" y="0"/>
                  </a:lnTo>
                  <a:lnTo>
                    <a:pt x="4" y="0"/>
                  </a:lnTo>
                  <a:lnTo>
                    <a:pt x="4" y="0"/>
                  </a:lnTo>
                  <a:lnTo>
                    <a:pt x="8"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64" name="Freeform 187"/>
            <p:cNvSpPr>
              <a:spLocks/>
            </p:cNvSpPr>
            <p:nvPr/>
          </p:nvSpPr>
          <p:spPr bwMode="auto">
            <a:xfrm>
              <a:off x="3666671" y="5449661"/>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2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2"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65" name="Freeform 188"/>
            <p:cNvSpPr>
              <a:spLocks/>
            </p:cNvSpPr>
            <p:nvPr/>
          </p:nvSpPr>
          <p:spPr bwMode="auto">
            <a:xfrm>
              <a:off x="3619046" y="5465536"/>
              <a:ext cx="15875" cy="15875"/>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2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2"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66" name="Freeform 189"/>
            <p:cNvSpPr>
              <a:spLocks/>
            </p:cNvSpPr>
            <p:nvPr/>
          </p:nvSpPr>
          <p:spPr bwMode="auto">
            <a:xfrm>
              <a:off x="3663496" y="5475061"/>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2 h 8"/>
                <a:gd name="T14" fmla="*/ 0 w 10"/>
                <a:gd name="T15" fmla="*/ 2 h 8"/>
                <a:gd name="T16" fmla="*/ 2 w 10"/>
                <a:gd name="T17" fmla="*/ 0 h 8"/>
                <a:gd name="T18" fmla="*/ 6 w 10"/>
                <a:gd name="T19" fmla="*/ 0 h 8"/>
                <a:gd name="T20" fmla="*/ 6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2"/>
                  </a:lnTo>
                  <a:lnTo>
                    <a:pt x="0" y="2"/>
                  </a:lnTo>
                  <a:lnTo>
                    <a:pt x="2" y="0"/>
                  </a:lnTo>
                  <a:lnTo>
                    <a:pt x="6" y="0"/>
                  </a:lnTo>
                  <a:lnTo>
                    <a:pt x="6"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67" name="Freeform 190"/>
            <p:cNvSpPr>
              <a:spLocks/>
            </p:cNvSpPr>
            <p:nvPr/>
          </p:nvSpPr>
          <p:spPr bwMode="auto">
            <a:xfrm>
              <a:off x="3615871" y="5490936"/>
              <a:ext cx="15875" cy="15875"/>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0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0"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68" name="Freeform 191"/>
            <p:cNvSpPr>
              <a:spLocks/>
            </p:cNvSpPr>
            <p:nvPr/>
          </p:nvSpPr>
          <p:spPr bwMode="auto">
            <a:xfrm>
              <a:off x="3660321" y="5497286"/>
              <a:ext cx="12700" cy="15875"/>
            </a:xfrm>
            <a:custGeom>
              <a:avLst/>
              <a:gdLst>
                <a:gd name="T0" fmla="*/ 8 w 8"/>
                <a:gd name="T1" fmla="*/ 6 h 10"/>
                <a:gd name="T2" fmla="*/ 8 w 8"/>
                <a:gd name="T3" fmla="*/ 6 h 10"/>
                <a:gd name="T4" fmla="*/ 6 w 8"/>
                <a:gd name="T5" fmla="*/ 8 h 10"/>
                <a:gd name="T6" fmla="*/ 4 w 8"/>
                <a:gd name="T7" fmla="*/ 10 h 10"/>
                <a:gd name="T8" fmla="*/ 4 w 8"/>
                <a:gd name="T9" fmla="*/ 10 h 10"/>
                <a:gd name="T10" fmla="*/ 0 w 8"/>
                <a:gd name="T11" fmla="*/ 8 h 10"/>
                <a:gd name="T12" fmla="*/ 0 w 8"/>
                <a:gd name="T13" fmla="*/ 4 h 10"/>
                <a:gd name="T14" fmla="*/ 0 w 8"/>
                <a:gd name="T15" fmla="*/ 4 h 10"/>
                <a:gd name="T16" fmla="*/ 2 w 8"/>
                <a:gd name="T17" fmla="*/ 2 h 10"/>
                <a:gd name="T18" fmla="*/ 4 w 8"/>
                <a:gd name="T19" fmla="*/ 0 h 10"/>
                <a:gd name="T20" fmla="*/ 4 w 8"/>
                <a:gd name="T21" fmla="*/ 0 h 10"/>
                <a:gd name="T22" fmla="*/ 8 w 8"/>
                <a:gd name="T23" fmla="*/ 2 h 10"/>
                <a:gd name="T24" fmla="*/ 8 w 8"/>
                <a:gd name="T25" fmla="*/ 6 h 10"/>
                <a:gd name="T26" fmla="*/ 8 w 8"/>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8" y="6"/>
                  </a:moveTo>
                  <a:lnTo>
                    <a:pt x="8" y="6"/>
                  </a:lnTo>
                  <a:lnTo>
                    <a:pt x="6" y="8"/>
                  </a:lnTo>
                  <a:lnTo>
                    <a:pt x="4" y="10"/>
                  </a:lnTo>
                  <a:lnTo>
                    <a:pt x="4" y="10"/>
                  </a:lnTo>
                  <a:lnTo>
                    <a:pt x="0" y="8"/>
                  </a:lnTo>
                  <a:lnTo>
                    <a:pt x="0" y="4"/>
                  </a:lnTo>
                  <a:lnTo>
                    <a:pt x="0" y="4"/>
                  </a:lnTo>
                  <a:lnTo>
                    <a:pt x="2" y="2"/>
                  </a:lnTo>
                  <a:lnTo>
                    <a:pt x="4" y="0"/>
                  </a:lnTo>
                  <a:lnTo>
                    <a:pt x="4" y="0"/>
                  </a:lnTo>
                  <a:lnTo>
                    <a:pt x="8" y="2"/>
                  </a:lnTo>
                  <a:lnTo>
                    <a:pt x="8" y="6"/>
                  </a:lnTo>
                  <a:lnTo>
                    <a:pt x="8"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69" name="Freeform 192"/>
            <p:cNvSpPr>
              <a:spLocks/>
            </p:cNvSpPr>
            <p:nvPr/>
          </p:nvSpPr>
          <p:spPr bwMode="auto">
            <a:xfrm>
              <a:off x="3631746" y="5417911"/>
              <a:ext cx="50800" cy="12700"/>
            </a:xfrm>
            <a:custGeom>
              <a:avLst/>
              <a:gdLst>
                <a:gd name="T0" fmla="*/ 32 w 32"/>
                <a:gd name="T1" fmla="*/ 6 h 8"/>
                <a:gd name="T2" fmla="*/ 32 w 32"/>
                <a:gd name="T3" fmla="*/ 6 h 8"/>
                <a:gd name="T4" fmla="*/ 30 w 32"/>
                <a:gd name="T5" fmla="*/ 8 h 8"/>
                <a:gd name="T6" fmla="*/ 2 w 32"/>
                <a:gd name="T7" fmla="*/ 2 h 8"/>
                <a:gd name="T8" fmla="*/ 2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2" y="2"/>
                  </a:lnTo>
                  <a:lnTo>
                    <a:pt x="2"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70" name="Freeform 193"/>
            <p:cNvSpPr>
              <a:spLocks/>
            </p:cNvSpPr>
            <p:nvPr/>
          </p:nvSpPr>
          <p:spPr bwMode="auto">
            <a:xfrm>
              <a:off x="3628571" y="5446486"/>
              <a:ext cx="50800" cy="12700"/>
            </a:xfrm>
            <a:custGeom>
              <a:avLst/>
              <a:gdLst>
                <a:gd name="T0" fmla="*/ 32 w 32"/>
                <a:gd name="T1" fmla="*/ 6 h 8"/>
                <a:gd name="T2" fmla="*/ 32 w 32"/>
                <a:gd name="T3" fmla="*/ 6 h 8"/>
                <a:gd name="T4" fmla="*/ 30 w 32"/>
                <a:gd name="T5" fmla="*/ 8 h 8"/>
                <a:gd name="T6" fmla="*/ 0 w 32"/>
                <a:gd name="T7" fmla="*/ 2 h 8"/>
                <a:gd name="T8" fmla="*/ 0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0" y="2"/>
                  </a:lnTo>
                  <a:lnTo>
                    <a:pt x="0"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71" name="Freeform 194"/>
            <p:cNvSpPr>
              <a:spLocks/>
            </p:cNvSpPr>
            <p:nvPr/>
          </p:nvSpPr>
          <p:spPr bwMode="auto">
            <a:xfrm>
              <a:off x="3625396" y="5471886"/>
              <a:ext cx="47625" cy="9525"/>
            </a:xfrm>
            <a:custGeom>
              <a:avLst/>
              <a:gdLst>
                <a:gd name="T0" fmla="*/ 30 w 30"/>
                <a:gd name="T1" fmla="*/ 6 h 6"/>
                <a:gd name="T2" fmla="*/ 30 w 30"/>
                <a:gd name="T3" fmla="*/ 6 h 6"/>
                <a:gd name="T4" fmla="*/ 30 w 30"/>
                <a:gd name="T5" fmla="*/ 6 h 6"/>
                <a:gd name="T6" fmla="*/ 0 w 30"/>
                <a:gd name="T7" fmla="*/ 2 h 6"/>
                <a:gd name="T8" fmla="*/ 0 w 30"/>
                <a:gd name="T9" fmla="*/ 2 h 6"/>
                <a:gd name="T10" fmla="*/ 0 w 30"/>
                <a:gd name="T11" fmla="*/ 0 h 6"/>
                <a:gd name="T12" fmla="*/ 0 w 30"/>
                <a:gd name="T13" fmla="*/ 0 h 6"/>
                <a:gd name="T14" fmla="*/ 0 w 30"/>
                <a:gd name="T15" fmla="*/ 0 h 6"/>
                <a:gd name="T16" fmla="*/ 30 w 30"/>
                <a:gd name="T17" fmla="*/ 4 h 6"/>
                <a:gd name="T18" fmla="*/ 30 w 30"/>
                <a:gd name="T19" fmla="*/ 4 h 6"/>
                <a:gd name="T20" fmla="*/ 30 w 30"/>
                <a:gd name="T21" fmla="*/ 6 h 6"/>
                <a:gd name="T22" fmla="*/ 30 w 30"/>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6">
                  <a:moveTo>
                    <a:pt x="30" y="6"/>
                  </a:moveTo>
                  <a:lnTo>
                    <a:pt x="30" y="6"/>
                  </a:lnTo>
                  <a:lnTo>
                    <a:pt x="30" y="6"/>
                  </a:lnTo>
                  <a:lnTo>
                    <a:pt x="0" y="2"/>
                  </a:lnTo>
                  <a:lnTo>
                    <a:pt x="0" y="2"/>
                  </a:lnTo>
                  <a:lnTo>
                    <a:pt x="0" y="0"/>
                  </a:lnTo>
                  <a:lnTo>
                    <a:pt x="0" y="0"/>
                  </a:lnTo>
                  <a:lnTo>
                    <a:pt x="0" y="0"/>
                  </a:lnTo>
                  <a:lnTo>
                    <a:pt x="30" y="4"/>
                  </a:lnTo>
                  <a:lnTo>
                    <a:pt x="30" y="4"/>
                  </a:lnTo>
                  <a:lnTo>
                    <a:pt x="30" y="6"/>
                  </a:lnTo>
                  <a:lnTo>
                    <a:pt x="3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72" name="Freeform 195"/>
            <p:cNvSpPr>
              <a:spLocks/>
            </p:cNvSpPr>
            <p:nvPr/>
          </p:nvSpPr>
          <p:spPr bwMode="auto">
            <a:xfrm>
              <a:off x="3619046" y="5497286"/>
              <a:ext cx="50800" cy="9525"/>
            </a:xfrm>
            <a:custGeom>
              <a:avLst/>
              <a:gdLst>
                <a:gd name="T0" fmla="*/ 32 w 32"/>
                <a:gd name="T1" fmla="*/ 6 h 6"/>
                <a:gd name="T2" fmla="*/ 32 w 32"/>
                <a:gd name="T3" fmla="*/ 6 h 6"/>
                <a:gd name="T4" fmla="*/ 30 w 32"/>
                <a:gd name="T5" fmla="*/ 6 h 6"/>
                <a:gd name="T6" fmla="*/ 2 w 32"/>
                <a:gd name="T7" fmla="*/ 2 h 6"/>
                <a:gd name="T8" fmla="*/ 2 w 32"/>
                <a:gd name="T9" fmla="*/ 2 h 6"/>
                <a:gd name="T10" fmla="*/ 0 w 32"/>
                <a:gd name="T11" fmla="*/ 0 h 6"/>
                <a:gd name="T12" fmla="*/ 0 w 32"/>
                <a:gd name="T13" fmla="*/ 0 h 6"/>
                <a:gd name="T14" fmla="*/ 2 w 32"/>
                <a:gd name="T15" fmla="*/ 0 h 6"/>
                <a:gd name="T16" fmla="*/ 30 w 32"/>
                <a:gd name="T17" fmla="*/ 4 h 6"/>
                <a:gd name="T18" fmla="*/ 30 w 32"/>
                <a:gd name="T19" fmla="*/ 4 h 6"/>
                <a:gd name="T20" fmla="*/ 32 w 32"/>
                <a:gd name="T21" fmla="*/ 6 h 6"/>
                <a:gd name="T22" fmla="*/ 32 w 32"/>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6">
                  <a:moveTo>
                    <a:pt x="32" y="6"/>
                  </a:moveTo>
                  <a:lnTo>
                    <a:pt x="32" y="6"/>
                  </a:lnTo>
                  <a:lnTo>
                    <a:pt x="30" y="6"/>
                  </a:lnTo>
                  <a:lnTo>
                    <a:pt x="2" y="2"/>
                  </a:lnTo>
                  <a:lnTo>
                    <a:pt x="2" y="2"/>
                  </a:lnTo>
                  <a:lnTo>
                    <a:pt x="0" y="0"/>
                  </a:lnTo>
                  <a:lnTo>
                    <a:pt x="0" y="0"/>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73" name="Freeform 196"/>
            <p:cNvSpPr>
              <a:spLocks/>
            </p:cNvSpPr>
            <p:nvPr/>
          </p:nvSpPr>
          <p:spPr bwMode="auto">
            <a:xfrm>
              <a:off x="3631746" y="5417911"/>
              <a:ext cx="44450" cy="38100"/>
            </a:xfrm>
            <a:custGeom>
              <a:avLst/>
              <a:gdLst>
                <a:gd name="T0" fmla="*/ 28 w 28"/>
                <a:gd name="T1" fmla="*/ 24 h 24"/>
                <a:gd name="T2" fmla="*/ 26 w 28"/>
                <a:gd name="T3" fmla="*/ 24 h 24"/>
                <a:gd name="T4" fmla="*/ 0 w 28"/>
                <a:gd name="T5" fmla="*/ 2 h 24"/>
                <a:gd name="T6" fmla="*/ 0 w 28"/>
                <a:gd name="T7" fmla="*/ 0 h 24"/>
                <a:gd name="T8" fmla="*/ 2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2"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74" name="Freeform 197"/>
            <p:cNvSpPr>
              <a:spLocks/>
            </p:cNvSpPr>
            <p:nvPr/>
          </p:nvSpPr>
          <p:spPr bwMode="auto">
            <a:xfrm>
              <a:off x="3628571" y="5424261"/>
              <a:ext cx="53975" cy="25400"/>
            </a:xfrm>
            <a:custGeom>
              <a:avLst/>
              <a:gdLst>
                <a:gd name="T0" fmla="*/ 0 w 34"/>
                <a:gd name="T1" fmla="*/ 16 h 16"/>
                <a:gd name="T2" fmla="*/ 0 w 34"/>
                <a:gd name="T3" fmla="*/ 16 h 16"/>
                <a:gd name="T4" fmla="*/ 0 w 34"/>
                <a:gd name="T5" fmla="*/ 12 h 16"/>
                <a:gd name="T6" fmla="*/ 32 w 34"/>
                <a:gd name="T7" fmla="*/ 0 h 16"/>
                <a:gd name="T8" fmla="*/ 32 w 34"/>
                <a:gd name="T9" fmla="*/ 0 h 16"/>
                <a:gd name="T10" fmla="*/ 34 w 34"/>
                <a:gd name="T11" fmla="*/ 2 h 16"/>
                <a:gd name="T12" fmla="*/ 34 w 34"/>
                <a:gd name="T13" fmla="*/ 2 h 16"/>
                <a:gd name="T14" fmla="*/ 34 w 34"/>
                <a:gd name="T15" fmla="*/ 4 h 16"/>
                <a:gd name="T16" fmla="*/ 2 w 34"/>
                <a:gd name="T17" fmla="*/ 16 h 16"/>
                <a:gd name="T18" fmla="*/ 2 w 34"/>
                <a:gd name="T19" fmla="*/ 16 h 16"/>
                <a:gd name="T20" fmla="*/ 0 w 34"/>
                <a:gd name="T21" fmla="*/ 16 h 16"/>
                <a:gd name="T22" fmla="*/ 0 w 34"/>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0" y="16"/>
                  </a:moveTo>
                  <a:lnTo>
                    <a:pt x="0" y="16"/>
                  </a:lnTo>
                  <a:lnTo>
                    <a:pt x="0" y="12"/>
                  </a:lnTo>
                  <a:lnTo>
                    <a:pt x="32" y="0"/>
                  </a:lnTo>
                  <a:lnTo>
                    <a:pt x="32" y="0"/>
                  </a:lnTo>
                  <a:lnTo>
                    <a:pt x="34" y="2"/>
                  </a:lnTo>
                  <a:lnTo>
                    <a:pt x="34" y="2"/>
                  </a:lnTo>
                  <a:lnTo>
                    <a:pt x="34" y="4"/>
                  </a:lnTo>
                  <a:lnTo>
                    <a:pt x="2" y="16"/>
                  </a:lnTo>
                  <a:lnTo>
                    <a:pt x="2" y="16"/>
                  </a:lnTo>
                  <a:lnTo>
                    <a:pt x="0" y="16"/>
                  </a:lnTo>
                  <a:lnTo>
                    <a:pt x="0" y="1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75" name="Freeform 198"/>
            <p:cNvSpPr>
              <a:spLocks/>
            </p:cNvSpPr>
            <p:nvPr/>
          </p:nvSpPr>
          <p:spPr bwMode="auto">
            <a:xfrm>
              <a:off x="3628571" y="5446486"/>
              <a:ext cx="44450" cy="38100"/>
            </a:xfrm>
            <a:custGeom>
              <a:avLst/>
              <a:gdLst>
                <a:gd name="T0" fmla="*/ 28 w 28"/>
                <a:gd name="T1" fmla="*/ 24 h 24"/>
                <a:gd name="T2" fmla="*/ 26 w 28"/>
                <a:gd name="T3" fmla="*/ 24 h 24"/>
                <a:gd name="T4" fmla="*/ 0 w 28"/>
                <a:gd name="T5" fmla="*/ 2 h 24"/>
                <a:gd name="T6" fmla="*/ 0 w 28"/>
                <a:gd name="T7" fmla="*/ 0 h 24"/>
                <a:gd name="T8" fmla="*/ 4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4"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76" name="Freeform 199"/>
            <p:cNvSpPr>
              <a:spLocks/>
            </p:cNvSpPr>
            <p:nvPr/>
          </p:nvSpPr>
          <p:spPr bwMode="auto">
            <a:xfrm>
              <a:off x="3625396" y="5452836"/>
              <a:ext cx="50800" cy="22225"/>
            </a:xfrm>
            <a:custGeom>
              <a:avLst/>
              <a:gdLst>
                <a:gd name="T0" fmla="*/ 0 w 32"/>
                <a:gd name="T1" fmla="*/ 14 h 14"/>
                <a:gd name="T2" fmla="*/ 0 w 32"/>
                <a:gd name="T3" fmla="*/ 14 h 14"/>
                <a:gd name="T4" fmla="*/ 0 w 32"/>
                <a:gd name="T5" fmla="*/ 12 h 14"/>
                <a:gd name="T6" fmla="*/ 30 w 32"/>
                <a:gd name="T7" fmla="*/ 0 h 14"/>
                <a:gd name="T8" fmla="*/ 30 w 32"/>
                <a:gd name="T9" fmla="*/ 0 h 14"/>
                <a:gd name="T10" fmla="*/ 32 w 32"/>
                <a:gd name="T11" fmla="*/ 0 h 14"/>
                <a:gd name="T12" fmla="*/ 32 w 32"/>
                <a:gd name="T13" fmla="*/ 0 h 14"/>
                <a:gd name="T14" fmla="*/ 32 w 32"/>
                <a:gd name="T15" fmla="*/ 2 h 14"/>
                <a:gd name="T16" fmla="*/ 2 w 32"/>
                <a:gd name="T17" fmla="*/ 14 h 14"/>
                <a:gd name="T18" fmla="*/ 2 w 32"/>
                <a:gd name="T19" fmla="*/ 14 h 14"/>
                <a:gd name="T20" fmla="*/ 0 w 32"/>
                <a:gd name="T21" fmla="*/ 14 h 14"/>
                <a:gd name="T22" fmla="*/ 0 w 32"/>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4"/>
                  </a:moveTo>
                  <a:lnTo>
                    <a:pt x="0" y="14"/>
                  </a:lnTo>
                  <a:lnTo>
                    <a:pt x="0" y="12"/>
                  </a:lnTo>
                  <a:lnTo>
                    <a:pt x="30" y="0"/>
                  </a:lnTo>
                  <a:lnTo>
                    <a:pt x="30" y="0"/>
                  </a:lnTo>
                  <a:lnTo>
                    <a:pt x="32" y="0"/>
                  </a:lnTo>
                  <a:lnTo>
                    <a:pt x="32" y="0"/>
                  </a:lnTo>
                  <a:lnTo>
                    <a:pt x="32" y="2"/>
                  </a:lnTo>
                  <a:lnTo>
                    <a:pt x="2" y="14"/>
                  </a:lnTo>
                  <a:lnTo>
                    <a:pt x="2" y="14"/>
                  </a:lnTo>
                  <a:lnTo>
                    <a:pt x="0" y="14"/>
                  </a:lnTo>
                  <a:lnTo>
                    <a:pt x="0"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77" name="Freeform 200"/>
            <p:cNvSpPr>
              <a:spLocks/>
            </p:cNvSpPr>
            <p:nvPr/>
          </p:nvSpPr>
          <p:spPr bwMode="auto">
            <a:xfrm>
              <a:off x="3625396" y="5471886"/>
              <a:ext cx="44450" cy="34925"/>
            </a:xfrm>
            <a:custGeom>
              <a:avLst/>
              <a:gdLst>
                <a:gd name="T0" fmla="*/ 28 w 28"/>
                <a:gd name="T1" fmla="*/ 22 h 22"/>
                <a:gd name="T2" fmla="*/ 26 w 28"/>
                <a:gd name="T3" fmla="*/ 22 h 22"/>
                <a:gd name="T4" fmla="*/ 0 w 28"/>
                <a:gd name="T5" fmla="*/ 2 h 22"/>
                <a:gd name="T6" fmla="*/ 0 w 28"/>
                <a:gd name="T7" fmla="*/ 0 h 22"/>
                <a:gd name="T8" fmla="*/ 2 w 28"/>
                <a:gd name="T9" fmla="*/ 0 h 22"/>
                <a:gd name="T10" fmla="*/ 28 w 28"/>
                <a:gd name="T11" fmla="*/ 20 h 22"/>
                <a:gd name="T12" fmla="*/ 28 w 28"/>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8" y="22"/>
                  </a:moveTo>
                  <a:lnTo>
                    <a:pt x="26" y="22"/>
                  </a:lnTo>
                  <a:lnTo>
                    <a:pt x="0" y="2"/>
                  </a:lnTo>
                  <a:lnTo>
                    <a:pt x="0" y="0"/>
                  </a:lnTo>
                  <a:lnTo>
                    <a:pt x="2" y="0"/>
                  </a:lnTo>
                  <a:lnTo>
                    <a:pt x="28" y="20"/>
                  </a:lnTo>
                  <a:lnTo>
                    <a:pt x="28" y="2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78" name="Freeform 201"/>
            <p:cNvSpPr>
              <a:spLocks/>
            </p:cNvSpPr>
            <p:nvPr/>
          </p:nvSpPr>
          <p:spPr bwMode="auto">
            <a:xfrm>
              <a:off x="3619046" y="5478236"/>
              <a:ext cx="50800" cy="22225"/>
            </a:xfrm>
            <a:custGeom>
              <a:avLst/>
              <a:gdLst>
                <a:gd name="T0" fmla="*/ 0 w 32"/>
                <a:gd name="T1" fmla="*/ 12 h 14"/>
                <a:gd name="T2" fmla="*/ 0 w 32"/>
                <a:gd name="T3" fmla="*/ 12 h 14"/>
                <a:gd name="T4" fmla="*/ 0 w 32"/>
                <a:gd name="T5" fmla="*/ 10 h 14"/>
                <a:gd name="T6" fmla="*/ 30 w 32"/>
                <a:gd name="T7" fmla="*/ 0 h 14"/>
                <a:gd name="T8" fmla="*/ 30 w 32"/>
                <a:gd name="T9" fmla="*/ 0 h 14"/>
                <a:gd name="T10" fmla="*/ 32 w 32"/>
                <a:gd name="T11" fmla="*/ 2 h 14"/>
                <a:gd name="T12" fmla="*/ 32 w 32"/>
                <a:gd name="T13" fmla="*/ 2 h 14"/>
                <a:gd name="T14" fmla="*/ 32 w 32"/>
                <a:gd name="T15" fmla="*/ 2 h 14"/>
                <a:gd name="T16" fmla="*/ 2 w 32"/>
                <a:gd name="T17" fmla="*/ 14 h 14"/>
                <a:gd name="T18" fmla="*/ 2 w 32"/>
                <a:gd name="T19" fmla="*/ 14 h 14"/>
                <a:gd name="T20" fmla="*/ 0 w 32"/>
                <a:gd name="T21" fmla="*/ 12 h 14"/>
                <a:gd name="T22" fmla="*/ 0 w 32"/>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2"/>
                  </a:moveTo>
                  <a:lnTo>
                    <a:pt x="0" y="12"/>
                  </a:lnTo>
                  <a:lnTo>
                    <a:pt x="0" y="10"/>
                  </a:lnTo>
                  <a:lnTo>
                    <a:pt x="30" y="0"/>
                  </a:lnTo>
                  <a:lnTo>
                    <a:pt x="30" y="0"/>
                  </a:lnTo>
                  <a:lnTo>
                    <a:pt x="32" y="2"/>
                  </a:lnTo>
                  <a:lnTo>
                    <a:pt x="32" y="2"/>
                  </a:lnTo>
                  <a:lnTo>
                    <a:pt x="32" y="2"/>
                  </a:lnTo>
                  <a:lnTo>
                    <a:pt x="2" y="14"/>
                  </a:lnTo>
                  <a:lnTo>
                    <a:pt x="2" y="14"/>
                  </a:lnTo>
                  <a:lnTo>
                    <a:pt x="0" y="12"/>
                  </a:lnTo>
                  <a:lnTo>
                    <a:pt x="0"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79" name="Freeform 202"/>
            <p:cNvSpPr>
              <a:spLocks/>
            </p:cNvSpPr>
            <p:nvPr/>
          </p:nvSpPr>
          <p:spPr bwMode="auto">
            <a:xfrm>
              <a:off x="3587296" y="3995511"/>
              <a:ext cx="466725" cy="1393825"/>
            </a:xfrm>
            <a:custGeom>
              <a:avLst/>
              <a:gdLst>
                <a:gd name="T0" fmla="*/ 128 w 294"/>
                <a:gd name="T1" fmla="*/ 30 h 878"/>
                <a:gd name="T2" fmla="*/ 128 w 294"/>
                <a:gd name="T3" fmla="*/ 30 h 878"/>
                <a:gd name="T4" fmla="*/ 136 w 294"/>
                <a:gd name="T5" fmla="*/ 20 h 878"/>
                <a:gd name="T6" fmla="*/ 148 w 294"/>
                <a:gd name="T7" fmla="*/ 12 h 878"/>
                <a:gd name="T8" fmla="*/ 162 w 294"/>
                <a:gd name="T9" fmla="*/ 4 h 878"/>
                <a:gd name="T10" fmla="*/ 178 w 294"/>
                <a:gd name="T11" fmla="*/ 0 h 878"/>
                <a:gd name="T12" fmla="*/ 178 w 294"/>
                <a:gd name="T13" fmla="*/ 0 h 878"/>
                <a:gd name="T14" fmla="*/ 188 w 294"/>
                <a:gd name="T15" fmla="*/ 0 h 878"/>
                <a:gd name="T16" fmla="*/ 200 w 294"/>
                <a:gd name="T17" fmla="*/ 0 h 878"/>
                <a:gd name="T18" fmla="*/ 224 w 294"/>
                <a:gd name="T19" fmla="*/ 6 h 878"/>
                <a:gd name="T20" fmla="*/ 224 w 294"/>
                <a:gd name="T21" fmla="*/ 6 h 878"/>
                <a:gd name="T22" fmla="*/ 238 w 294"/>
                <a:gd name="T23" fmla="*/ 10 h 878"/>
                <a:gd name="T24" fmla="*/ 250 w 294"/>
                <a:gd name="T25" fmla="*/ 16 h 878"/>
                <a:gd name="T26" fmla="*/ 260 w 294"/>
                <a:gd name="T27" fmla="*/ 22 h 878"/>
                <a:gd name="T28" fmla="*/ 268 w 294"/>
                <a:gd name="T29" fmla="*/ 30 h 878"/>
                <a:gd name="T30" fmla="*/ 276 w 294"/>
                <a:gd name="T31" fmla="*/ 40 h 878"/>
                <a:gd name="T32" fmla="*/ 282 w 294"/>
                <a:gd name="T33" fmla="*/ 48 h 878"/>
                <a:gd name="T34" fmla="*/ 286 w 294"/>
                <a:gd name="T35" fmla="*/ 58 h 878"/>
                <a:gd name="T36" fmla="*/ 290 w 294"/>
                <a:gd name="T37" fmla="*/ 68 h 878"/>
                <a:gd name="T38" fmla="*/ 294 w 294"/>
                <a:gd name="T39" fmla="*/ 90 h 878"/>
                <a:gd name="T40" fmla="*/ 294 w 294"/>
                <a:gd name="T41" fmla="*/ 114 h 878"/>
                <a:gd name="T42" fmla="*/ 292 w 294"/>
                <a:gd name="T43" fmla="*/ 136 h 878"/>
                <a:gd name="T44" fmla="*/ 288 w 294"/>
                <a:gd name="T45" fmla="*/ 156 h 878"/>
                <a:gd name="T46" fmla="*/ 288 w 294"/>
                <a:gd name="T47" fmla="*/ 156 h 878"/>
                <a:gd name="T48" fmla="*/ 278 w 294"/>
                <a:gd name="T49" fmla="*/ 214 h 878"/>
                <a:gd name="T50" fmla="*/ 266 w 294"/>
                <a:gd name="T51" fmla="*/ 270 h 878"/>
                <a:gd name="T52" fmla="*/ 252 w 294"/>
                <a:gd name="T53" fmla="*/ 328 h 878"/>
                <a:gd name="T54" fmla="*/ 242 w 294"/>
                <a:gd name="T55" fmla="*/ 384 h 878"/>
                <a:gd name="T56" fmla="*/ 242 w 294"/>
                <a:gd name="T57" fmla="*/ 384 h 878"/>
                <a:gd name="T58" fmla="*/ 232 w 294"/>
                <a:gd name="T59" fmla="*/ 426 h 878"/>
                <a:gd name="T60" fmla="*/ 220 w 294"/>
                <a:gd name="T61" fmla="*/ 468 h 878"/>
                <a:gd name="T62" fmla="*/ 208 w 294"/>
                <a:gd name="T63" fmla="*/ 510 h 878"/>
                <a:gd name="T64" fmla="*/ 198 w 294"/>
                <a:gd name="T65" fmla="*/ 550 h 878"/>
                <a:gd name="T66" fmla="*/ 198 w 294"/>
                <a:gd name="T67" fmla="*/ 550 h 878"/>
                <a:gd name="T68" fmla="*/ 180 w 294"/>
                <a:gd name="T69" fmla="*/ 624 h 878"/>
                <a:gd name="T70" fmla="*/ 154 w 294"/>
                <a:gd name="T71" fmla="*/ 714 h 878"/>
                <a:gd name="T72" fmla="*/ 110 w 294"/>
                <a:gd name="T73" fmla="*/ 878 h 878"/>
                <a:gd name="T74" fmla="*/ 0 w 294"/>
                <a:gd name="T75" fmla="*/ 866 h 878"/>
                <a:gd name="T76" fmla="*/ 0 w 294"/>
                <a:gd name="T77" fmla="*/ 866 h 878"/>
                <a:gd name="T78" fmla="*/ 8 w 294"/>
                <a:gd name="T79" fmla="*/ 808 h 878"/>
                <a:gd name="T80" fmla="*/ 16 w 294"/>
                <a:gd name="T81" fmla="*/ 728 h 878"/>
                <a:gd name="T82" fmla="*/ 28 w 294"/>
                <a:gd name="T83" fmla="*/ 582 h 878"/>
                <a:gd name="T84" fmla="*/ 28 w 294"/>
                <a:gd name="T85" fmla="*/ 582 h 878"/>
                <a:gd name="T86" fmla="*/ 36 w 294"/>
                <a:gd name="T87" fmla="*/ 494 h 878"/>
                <a:gd name="T88" fmla="*/ 46 w 294"/>
                <a:gd name="T89" fmla="*/ 404 h 878"/>
                <a:gd name="T90" fmla="*/ 58 w 294"/>
                <a:gd name="T91" fmla="*/ 314 h 878"/>
                <a:gd name="T92" fmla="*/ 74 w 294"/>
                <a:gd name="T93" fmla="*/ 226 h 878"/>
                <a:gd name="T94" fmla="*/ 74 w 294"/>
                <a:gd name="T95" fmla="*/ 226 h 878"/>
                <a:gd name="T96" fmla="*/ 94 w 294"/>
                <a:gd name="T97" fmla="*/ 124 h 878"/>
                <a:gd name="T98" fmla="*/ 94 w 294"/>
                <a:gd name="T99" fmla="*/ 124 h 878"/>
                <a:gd name="T100" fmla="*/ 98 w 294"/>
                <a:gd name="T101" fmla="*/ 100 h 878"/>
                <a:gd name="T102" fmla="*/ 106 w 294"/>
                <a:gd name="T103" fmla="*/ 76 h 878"/>
                <a:gd name="T104" fmla="*/ 116 w 294"/>
                <a:gd name="T105" fmla="*/ 52 h 878"/>
                <a:gd name="T106" fmla="*/ 128 w 294"/>
                <a:gd name="T107" fmla="*/ 30 h 878"/>
                <a:gd name="T108" fmla="*/ 128 w 294"/>
                <a:gd name="T109" fmla="*/ 30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4" h="878">
                  <a:moveTo>
                    <a:pt x="128" y="30"/>
                  </a:moveTo>
                  <a:lnTo>
                    <a:pt x="128" y="30"/>
                  </a:lnTo>
                  <a:lnTo>
                    <a:pt x="136" y="20"/>
                  </a:lnTo>
                  <a:lnTo>
                    <a:pt x="148" y="12"/>
                  </a:lnTo>
                  <a:lnTo>
                    <a:pt x="162" y="4"/>
                  </a:lnTo>
                  <a:lnTo>
                    <a:pt x="178" y="0"/>
                  </a:lnTo>
                  <a:lnTo>
                    <a:pt x="178" y="0"/>
                  </a:lnTo>
                  <a:lnTo>
                    <a:pt x="188" y="0"/>
                  </a:lnTo>
                  <a:lnTo>
                    <a:pt x="200" y="0"/>
                  </a:lnTo>
                  <a:lnTo>
                    <a:pt x="224" y="6"/>
                  </a:lnTo>
                  <a:lnTo>
                    <a:pt x="224" y="6"/>
                  </a:lnTo>
                  <a:lnTo>
                    <a:pt x="238" y="10"/>
                  </a:lnTo>
                  <a:lnTo>
                    <a:pt x="250" y="16"/>
                  </a:lnTo>
                  <a:lnTo>
                    <a:pt x="260" y="22"/>
                  </a:lnTo>
                  <a:lnTo>
                    <a:pt x="268" y="30"/>
                  </a:lnTo>
                  <a:lnTo>
                    <a:pt x="276" y="40"/>
                  </a:lnTo>
                  <a:lnTo>
                    <a:pt x="282" y="48"/>
                  </a:lnTo>
                  <a:lnTo>
                    <a:pt x="286" y="58"/>
                  </a:lnTo>
                  <a:lnTo>
                    <a:pt x="290" y="68"/>
                  </a:lnTo>
                  <a:lnTo>
                    <a:pt x="294" y="90"/>
                  </a:lnTo>
                  <a:lnTo>
                    <a:pt x="294" y="114"/>
                  </a:lnTo>
                  <a:lnTo>
                    <a:pt x="292" y="136"/>
                  </a:lnTo>
                  <a:lnTo>
                    <a:pt x="288" y="156"/>
                  </a:lnTo>
                  <a:lnTo>
                    <a:pt x="288" y="156"/>
                  </a:lnTo>
                  <a:lnTo>
                    <a:pt x="278" y="214"/>
                  </a:lnTo>
                  <a:lnTo>
                    <a:pt x="266" y="270"/>
                  </a:lnTo>
                  <a:lnTo>
                    <a:pt x="252" y="328"/>
                  </a:lnTo>
                  <a:lnTo>
                    <a:pt x="242" y="384"/>
                  </a:lnTo>
                  <a:lnTo>
                    <a:pt x="242" y="384"/>
                  </a:lnTo>
                  <a:lnTo>
                    <a:pt x="232" y="426"/>
                  </a:lnTo>
                  <a:lnTo>
                    <a:pt x="220" y="468"/>
                  </a:lnTo>
                  <a:lnTo>
                    <a:pt x="208" y="510"/>
                  </a:lnTo>
                  <a:lnTo>
                    <a:pt x="198" y="550"/>
                  </a:lnTo>
                  <a:lnTo>
                    <a:pt x="198" y="550"/>
                  </a:lnTo>
                  <a:lnTo>
                    <a:pt x="180" y="624"/>
                  </a:lnTo>
                  <a:lnTo>
                    <a:pt x="154" y="714"/>
                  </a:lnTo>
                  <a:lnTo>
                    <a:pt x="110" y="878"/>
                  </a:lnTo>
                  <a:lnTo>
                    <a:pt x="0" y="866"/>
                  </a:lnTo>
                  <a:lnTo>
                    <a:pt x="0" y="866"/>
                  </a:lnTo>
                  <a:lnTo>
                    <a:pt x="8" y="808"/>
                  </a:lnTo>
                  <a:lnTo>
                    <a:pt x="16" y="728"/>
                  </a:lnTo>
                  <a:lnTo>
                    <a:pt x="28" y="582"/>
                  </a:lnTo>
                  <a:lnTo>
                    <a:pt x="28" y="582"/>
                  </a:lnTo>
                  <a:lnTo>
                    <a:pt x="36" y="494"/>
                  </a:lnTo>
                  <a:lnTo>
                    <a:pt x="46" y="404"/>
                  </a:lnTo>
                  <a:lnTo>
                    <a:pt x="58" y="314"/>
                  </a:lnTo>
                  <a:lnTo>
                    <a:pt x="74" y="226"/>
                  </a:lnTo>
                  <a:lnTo>
                    <a:pt x="74" y="226"/>
                  </a:lnTo>
                  <a:lnTo>
                    <a:pt x="94" y="124"/>
                  </a:lnTo>
                  <a:lnTo>
                    <a:pt x="94" y="124"/>
                  </a:lnTo>
                  <a:lnTo>
                    <a:pt x="98" y="100"/>
                  </a:lnTo>
                  <a:lnTo>
                    <a:pt x="106" y="76"/>
                  </a:lnTo>
                  <a:lnTo>
                    <a:pt x="116" y="52"/>
                  </a:lnTo>
                  <a:lnTo>
                    <a:pt x="128" y="30"/>
                  </a:lnTo>
                  <a:lnTo>
                    <a:pt x="128" y="30"/>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80" name="Freeform 203"/>
            <p:cNvSpPr>
              <a:spLocks/>
            </p:cNvSpPr>
            <p:nvPr/>
          </p:nvSpPr>
          <p:spPr bwMode="auto">
            <a:xfrm>
              <a:off x="3095171" y="3087461"/>
              <a:ext cx="892175" cy="368300"/>
            </a:xfrm>
            <a:custGeom>
              <a:avLst/>
              <a:gdLst>
                <a:gd name="T0" fmla="*/ 404 w 562"/>
                <a:gd name="T1" fmla="*/ 2 h 232"/>
                <a:gd name="T2" fmla="*/ 404 w 562"/>
                <a:gd name="T3" fmla="*/ 2 h 232"/>
                <a:gd name="T4" fmla="*/ 426 w 562"/>
                <a:gd name="T5" fmla="*/ 4 h 232"/>
                <a:gd name="T6" fmla="*/ 448 w 562"/>
                <a:gd name="T7" fmla="*/ 6 h 232"/>
                <a:gd name="T8" fmla="*/ 448 w 562"/>
                <a:gd name="T9" fmla="*/ 6 h 232"/>
                <a:gd name="T10" fmla="*/ 466 w 562"/>
                <a:gd name="T11" fmla="*/ 8 h 232"/>
                <a:gd name="T12" fmla="*/ 484 w 562"/>
                <a:gd name="T13" fmla="*/ 16 h 232"/>
                <a:gd name="T14" fmla="*/ 500 w 562"/>
                <a:gd name="T15" fmla="*/ 24 h 232"/>
                <a:gd name="T16" fmla="*/ 514 w 562"/>
                <a:gd name="T17" fmla="*/ 36 h 232"/>
                <a:gd name="T18" fmla="*/ 528 w 562"/>
                <a:gd name="T19" fmla="*/ 50 h 232"/>
                <a:gd name="T20" fmla="*/ 538 w 562"/>
                <a:gd name="T21" fmla="*/ 64 h 232"/>
                <a:gd name="T22" fmla="*/ 548 w 562"/>
                <a:gd name="T23" fmla="*/ 82 h 232"/>
                <a:gd name="T24" fmla="*/ 554 w 562"/>
                <a:gd name="T25" fmla="*/ 98 h 232"/>
                <a:gd name="T26" fmla="*/ 554 w 562"/>
                <a:gd name="T27" fmla="*/ 98 h 232"/>
                <a:gd name="T28" fmla="*/ 560 w 562"/>
                <a:gd name="T29" fmla="*/ 124 h 232"/>
                <a:gd name="T30" fmla="*/ 562 w 562"/>
                <a:gd name="T31" fmla="*/ 150 h 232"/>
                <a:gd name="T32" fmla="*/ 282 w 562"/>
                <a:gd name="T33" fmla="*/ 150 h 232"/>
                <a:gd name="T34" fmla="*/ 0 w 562"/>
                <a:gd name="T35" fmla="*/ 150 h 232"/>
                <a:gd name="T36" fmla="*/ 0 w 562"/>
                <a:gd name="T37" fmla="*/ 150 h 232"/>
                <a:gd name="T38" fmla="*/ 2 w 562"/>
                <a:gd name="T39" fmla="*/ 124 h 232"/>
                <a:gd name="T40" fmla="*/ 8 w 562"/>
                <a:gd name="T41" fmla="*/ 98 h 232"/>
                <a:gd name="T42" fmla="*/ 8 w 562"/>
                <a:gd name="T43" fmla="*/ 98 h 232"/>
                <a:gd name="T44" fmla="*/ 14 w 562"/>
                <a:gd name="T45" fmla="*/ 82 h 232"/>
                <a:gd name="T46" fmla="*/ 24 w 562"/>
                <a:gd name="T47" fmla="*/ 64 h 232"/>
                <a:gd name="T48" fmla="*/ 34 w 562"/>
                <a:gd name="T49" fmla="*/ 50 h 232"/>
                <a:gd name="T50" fmla="*/ 48 w 562"/>
                <a:gd name="T51" fmla="*/ 36 h 232"/>
                <a:gd name="T52" fmla="*/ 62 w 562"/>
                <a:gd name="T53" fmla="*/ 26 h 232"/>
                <a:gd name="T54" fmla="*/ 80 w 562"/>
                <a:gd name="T55" fmla="*/ 16 h 232"/>
                <a:gd name="T56" fmla="*/ 96 w 562"/>
                <a:gd name="T57" fmla="*/ 10 h 232"/>
                <a:gd name="T58" fmla="*/ 116 w 562"/>
                <a:gd name="T59" fmla="*/ 8 h 232"/>
                <a:gd name="T60" fmla="*/ 116 w 562"/>
                <a:gd name="T61" fmla="*/ 8 h 232"/>
                <a:gd name="T62" fmla="*/ 172 w 562"/>
                <a:gd name="T63" fmla="*/ 0 h 232"/>
                <a:gd name="T64" fmla="*/ 276 w 562"/>
                <a:gd name="T65" fmla="*/ 232 h 232"/>
                <a:gd name="T66" fmla="*/ 404 w 562"/>
                <a:gd name="T67" fmla="*/ 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62" h="232">
                  <a:moveTo>
                    <a:pt x="404" y="2"/>
                  </a:moveTo>
                  <a:lnTo>
                    <a:pt x="404" y="2"/>
                  </a:lnTo>
                  <a:lnTo>
                    <a:pt x="426" y="4"/>
                  </a:lnTo>
                  <a:lnTo>
                    <a:pt x="448" y="6"/>
                  </a:lnTo>
                  <a:lnTo>
                    <a:pt x="448" y="6"/>
                  </a:lnTo>
                  <a:lnTo>
                    <a:pt x="466" y="8"/>
                  </a:lnTo>
                  <a:lnTo>
                    <a:pt x="484" y="16"/>
                  </a:lnTo>
                  <a:lnTo>
                    <a:pt x="500" y="24"/>
                  </a:lnTo>
                  <a:lnTo>
                    <a:pt x="514" y="36"/>
                  </a:lnTo>
                  <a:lnTo>
                    <a:pt x="528" y="50"/>
                  </a:lnTo>
                  <a:lnTo>
                    <a:pt x="538" y="64"/>
                  </a:lnTo>
                  <a:lnTo>
                    <a:pt x="548" y="82"/>
                  </a:lnTo>
                  <a:lnTo>
                    <a:pt x="554" y="98"/>
                  </a:lnTo>
                  <a:lnTo>
                    <a:pt x="554" y="98"/>
                  </a:lnTo>
                  <a:lnTo>
                    <a:pt x="560" y="124"/>
                  </a:lnTo>
                  <a:lnTo>
                    <a:pt x="562" y="150"/>
                  </a:lnTo>
                  <a:lnTo>
                    <a:pt x="282" y="150"/>
                  </a:lnTo>
                  <a:lnTo>
                    <a:pt x="0" y="150"/>
                  </a:lnTo>
                  <a:lnTo>
                    <a:pt x="0" y="150"/>
                  </a:lnTo>
                  <a:lnTo>
                    <a:pt x="2" y="124"/>
                  </a:lnTo>
                  <a:lnTo>
                    <a:pt x="8" y="98"/>
                  </a:lnTo>
                  <a:lnTo>
                    <a:pt x="8" y="98"/>
                  </a:lnTo>
                  <a:lnTo>
                    <a:pt x="14" y="82"/>
                  </a:lnTo>
                  <a:lnTo>
                    <a:pt x="24" y="64"/>
                  </a:lnTo>
                  <a:lnTo>
                    <a:pt x="34" y="50"/>
                  </a:lnTo>
                  <a:lnTo>
                    <a:pt x="48" y="36"/>
                  </a:lnTo>
                  <a:lnTo>
                    <a:pt x="62" y="26"/>
                  </a:lnTo>
                  <a:lnTo>
                    <a:pt x="80" y="16"/>
                  </a:lnTo>
                  <a:lnTo>
                    <a:pt x="96" y="10"/>
                  </a:lnTo>
                  <a:lnTo>
                    <a:pt x="116" y="8"/>
                  </a:lnTo>
                  <a:lnTo>
                    <a:pt x="116" y="8"/>
                  </a:lnTo>
                  <a:lnTo>
                    <a:pt x="172" y="0"/>
                  </a:lnTo>
                  <a:lnTo>
                    <a:pt x="276" y="232"/>
                  </a:lnTo>
                  <a:lnTo>
                    <a:pt x="404" y="2"/>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81" name="Freeform 204"/>
            <p:cNvSpPr>
              <a:spLocks/>
            </p:cNvSpPr>
            <p:nvPr/>
          </p:nvSpPr>
          <p:spPr bwMode="auto">
            <a:xfrm>
              <a:off x="3241221" y="3312886"/>
              <a:ext cx="593725" cy="609600"/>
            </a:xfrm>
            <a:custGeom>
              <a:avLst/>
              <a:gdLst>
                <a:gd name="T0" fmla="*/ 362 w 374"/>
                <a:gd name="T1" fmla="*/ 0 h 384"/>
                <a:gd name="T2" fmla="*/ 16 w 374"/>
                <a:gd name="T3" fmla="*/ 0 h 384"/>
                <a:gd name="T4" fmla="*/ 16 w 374"/>
                <a:gd name="T5" fmla="*/ 0 h 384"/>
                <a:gd name="T6" fmla="*/ 16 w 374"/>
                <a:gd name="T7" fmla="*/ 146 h 384"/>
                <a:gd name="T8" fmla="*/ 16 w 374"/>
                <a:gd name="T9" fmla="*/ 146 h 384"/>
                <a:gd name="T10" fmla="*/ 16 w 374"/>
                <a:gd name="T11" fmla="*/ 190 h 384"/>
                <a:gd name="T12" fmla="*/ 14 w 374"/>
                <a:gd name="T13" fmla="*/ 232 h 384"/>
                <a:gd name="T14" fmla="*/ 8 w 374"/>
                <a:gd name="T15" fmla="*/ 308 h 384"/>
                <a:gd name="T16" fmla="*/ 0 w 374"/>
                <a:gd name="T17" fmla="*/ 384 h 384"/>
                <a:gd name="T18" fmla="*/ 374 w 374"/>
                <a:gd name="T19" fmla="*/ 384 h 384"/>
                <a:gd name="T20" fmla="*/ 374 w 374"/>
                <a:gd name="T21" fmla="*/ 384 h 384"/>
                <a:gd name="T22" fmla="*/ 370 w 374"/>
                <a:gd name="T23" fmla="*/ 276 h 384"/>
                <a:gd name="T24" fmla="*/ 366 w 374"/>
                <a:gd name="T25" fmla="*/ 186 h 384"/>
                <a:gd name="T26" fmla="*/ 366 w 374"/>
                <a:gd name="T27" fmla="*/ 134 h 384"/>
                <a:gd name="T28" fmla="*/ 366 w 374"/>
                <a:gd name="T29" fmla="*/ 148 h 384"/>
                <a:gd name="T30" fmla="*/ 366 w 374"/>
                <a:gd name="T31" fmla="*/ 148 h 384"/>
                <a:gd name="T32" fmla="*/ 366 w 374"/>
                <a:gd name="T33" fmla="*/ 102 h 384"/>
                <a:gd name="T34" fmla="*/ 362 w 374"/>
                <a:gd name="T35" fmla="*/ 0 h 384"/>
                <a:gd name="T36" fmla="*/ 362 w 374"/>
                <a:gd name="T37"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4" h="384">
                  <a:moveTo>
                    <a:pt x="362" y="0"/>
                  </a:moveTo>
                  <a:lnTo>
                    <a:pt x="16" y="0"/>
                  </a:lnTo>
                  <a:lnTo>
                    <a:pt x="16" y="0"/>
                  </a:lnTo>
                  <a:lnTo>
                    <a:pt x="16" y="146"/>
                  </a:lnTo>
                  <a:lnTo>
                    <a:pt x="16" y="146"/>
                  </a:lnTo>
                  <a:lnTo>
                    <a:pt x="16" y="190"/>
                  </a:lnTo>
                  <a:lnTo>
                    <a:pt x="14" y="232"/>
                  </a:lnTo>
                  <a:lnTo>
                    <a:pt x="8" y="308"/>
                  </a:lnTo>
                  <a:lnTo>
                    <a:pt x="0" y="384"/>
                  </a:lnTo>
                  <a:lnTo>
                    <a:pt x="374" y="384"/>
                  </a:lnTo>
                  <a:lnTo>
                    <a:pt x="374" y="384"/>
                  </a:lnTo>
                  <a:lnTo>
                    <a:pt x="370" y="276"/>
                  </a:lnTo>
                  <a:lnTo>
                    <a:pt x="366" y="186"/>
                  </a:lnTo>
                  <a:lnTo>
                    <a:pt x="366" y="134"/>
                  </a:lnTo>
                  <a:lnTo>
                    <a:pt x="366" y="148"/>
                  </a:lnTo>
                  <a:lnTo>
                    <a:pt x="366" y="148"/>
                  </a:lnTo>
                  <a:lnTo>
                    <a:pt x="366" y="102"/>
                  </a:lnTo>
                  <a:lnTo>
                    <a:pt x="362" y="0"/>
                  </a:lnTo>
                  <a:lnTo>
                    <a:pt x="36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82" name="Freeform 206"/>
            <p:cNvSpPr>
              <a:spLocks/>
            </p:cNvSpPr>
            <p:nvPr/>
          </p:nvSpPr>
          <p:spPr bwMode="auto">
            <a:xfrm>
              <a:off x="2904671" y="3185886"/>
              <a:ext cx="396875" cy="463550"/>
            </a:xfrm>
            <a:custGeom>
              <a:avLst/>
              <a:gdLst>
                <a:gd name="T0" fmla="*/ 146 w 250"/>
                <a:gd name="T1" fmla="*/ 0 h 292"/>
                <a:gd name="T2" fmla="*/ 146 w 250"/>
                <a:gd name="T3" fmla="*/ 0 h 292"/>
                <a:gd name="T4" fmla="*/ 134 w 250"/>
                <a:gd name="T5" fmla="*/ 14 h 292"/>
                <a:gd name="T6" fmla="*/ 118 w 250"/>
                <a:gd name="T7" fmla="*/ 34 h 292"/>
                <a:gd name="T8" fmla="*/ 100 w 250"/>
                <a:gd name="T9" fmla="*/ 60 h 292"/>
                <a:gd name="T10" fmla="*/ 78 w 250"/>
                <a:gd name="T11" fmla="*/ 94 h 292"/>
                <a:gd name="T12" fmla="*/ 52 w 250"/>
                <a:gd name="T13" fmla="*/ 138 h 292"/>
                <a:gd name="T14" fmla="*/ 26 w 250"/>
                <a:gd name="T15" fmla="*/ 188 h 292"/>
                <a:gd name="T16" fmla="*/ 0 w 250"/>
                <a:gd name="T17" fmla="*/ 244 h 292"/>
                <a:gd name="T18" fmla="*/ 146 w 250"/>
                <a:gd name="T19" fmla="*/ 292 h 292"/>
                <a:gd name="T20" fmla="*/ 250 w 250"/>
                <a:gd name="T21" fmla="*/ 118 h 292"/>
                <a:gd name="T22" fmla="*/ 250 w 250"/>
                <a:gd name="T23" fmla="*/ 118 h 292"/>
                <a:gd name="T24" fmla="*/ 250 w 250"/>
                <a:gd name="T25" fmla="*/ 100 h 292"/>
                <a:gd name="T26" fmla="*/ 250 w 250"/>
                <a:gd name="T27" fmla="*/ 84 h 292"/>
                <a:gd name="T28" fmla="*/ 246 w 250"/>
                <a:gd name="T29" fmla="*/ 64 h 292"/>
                <a:gd name="T30" fmla="*/ 240 w 250"/>
                <a:gd name="T31" fmla="*/ 52 h 292"/>
                <a:gd name="T32" fmla="*/ 234 w 250"/>
                <a:gd name="T33" fmla="*/ 42 h 292"/>
                <a:gd name="T34" fmla="*/ 226 w 250"/>
                <a:gd name="T35" fmla="*/ 32 h 292"/>
                <a:gd name="T36" fmla="*/ 216 w 250"/>
                <a:gd name="T37" fmla="*/ 24 h 292"/>
                <a:gd name="T38" fmla="*/ 202 w 250"/>
                <a:gd name="T39" fmla="*/ 16 h 292"/>
                <a:gd name="T40" fmla="*/ 186 w 250"/>
                <a:gd name="T41" fmla="*/ 8 h 292"/>
                <a:gd name="T42" fmla="*/ 168 w 250"/>
                <a:gd name="T43" fmla="*/ 2 h 292"/>
                <a:gd name="T44" fmla="*/ 146 w 250"/>
                <a:gd name="T45" fmla="*/ 0 h 292"/>
                <a:gd name="T46" fmla="*/ 146 w 250"/>
                <a:gd name="T4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0" h="292">
                  <a:moveTo>
                    <a:pt x="146" y="0"/>
                  </a:moveTo>
                  <a:lnTo>
                    <a:pt x="146" y="0"/>
                  </a:lnTo>
                  <a:lnTo>
                    <a:pt x="134" y="14"/>
                  </a:lnTo>
                  <a:lnTo>
                    <a:pt x="118" y="34"/>
                  </a:lnTo>
                  <a:lnTo>
                    <a:pt x="100" y="60"/>
                  </a:lnTo>
                  <a:lnTo>
                    <a:pt x="78" y="94"/>
                  </a:lnTo>
                  <a:lnTo>
                    <a:pt x="52" y="138"/>
                  </a:lnTo>
                  <a:lnTo>
                    <a:pt x="26" y="188"/>
                  </a:lnTo>
                  <a:lnTo>
                    <a:pt x="0" y="244"/>
                  </a:lnTo>
                  <a:lnTo>
                    <a:pt x="146" y="292"/>
                  </a:lnTo>
                  <a:lnTo>
                    <a:pt x="250" y="118"/>
                  </a:lnTo>
                  <a:lnTo>
                    <a:pt x="250" y="118"/>
                  </a:lnTo>
                  <a:lnTo>
                    <a:pt x="250" y="100"/>
                  </a:lnTo>
                  <a:lnTo>
                    <a:pt x="250" y="84"/>
                  </a:lnTo>
                  <a:lnTo>
                    <a:pt x="246" y="64"/>
                  </a:lnTo>
                  <a:lnTo>
                    <a:pt x="240" y="52"/>
                  </a:lnTo>
                  <a:lnTo>
                    <a:pt x="234" y="42"/>
                  </a:lnTo>
                  <a:lnTo>
                    <a:pt x="226" y="32"/>
                  </a:lnTo>
                  <a:lnTo>
                    <a:pt x="216" y="24"/>
                  </a:lnTo>
                  <a:lnTo>
                    <a:pt x="202" y="16"/>
                  </a:lnTo>
                  <a:lnTo>
                    <a:pt x="186" y="8"/>
                  </a:lnTo>
                  <a:lnTo>
                    <a:pt x="168" y="2"/>
                  </a:lnTo>
                  <a:lnTo>
                    <a:pt x="146" y="0"/>
                  </a:lnTo>
                  <a:lnTo>
                    <a:pt x="146"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83" name="Freeform 207"/>
            <p:cNvSpPr>
              <a:spLocks/>
            </p:cNvSpPr>
            <p:nvPr/>
          </p:nvSpPr>
          <p:spPr bwMode="auto">
            <a:xfrm>
              <a:off x="3777796" y="3195411"/>
              <a:ext cx="412750" cy="476250"/>
            </a:xfrm>
            <a:custGeom>
              <a:avLst/>
              <a:gdLst>
                <a:gd name="T0" fmla="*/ 112 w 260"/>
                <a:gd name="T1" fmla="*/ 0 h 300"/>
                <a:gd name="T2" fmla="*/ 112 w 260"/>
                <a:gd name="T3" fmla="*/ 0 h 300"/>
                <a:gd name="T4" fmla="*/ 124 w 260"/>
                <a:gd name="T5" fmla="*/ 14 h 300"/>
                <a:gd name="T6" fmla="*/ 140 w 260"/>
                <a:gd name="T7" fmla="*/ 34 h 300"/>
                <a:gd name="T8" fmla="*/ 160 w 260"/>
                <a:gd name="T9" fmla="*/ 58 h 300"/>
                <a:gd name="T10" fmla="*/ 182 w 260"/>
                <a:gd name="T11" fmla="*/ 92 h 300"/>
                <a:gd name="T12" fmla="*/ 208 w 260"/>
                <a:gd name="T13" fmla="*/ 134 h 300"/>
                <a:gd name="T14" fmla="*/ 234 w 260"/>
                <a:gd name="T15" fmla="*/ 182 h 300"/>
                <a:gd name="T16" fmla="*/ 260 w 260"/>
                <a:gd name="T17" fmla="*/ 240 h 300"/>
                <a:gd name="T18" fmla="*/ 106 w 260"/>
                <a:gd name="T19" fmla="*/ 300 h 300"/>
                <a:gd name="T20" fmla="*/ 0 w 260"/>
                <a:gd name="T21" fmla="*/ 118 h 300"/>
                <a:gd name="T22" fmla="*/ 0 w 260"/>
                <a:gd name="T23" fmla="*/ 118 h 300"/>
                <a:gd name="T24" fmla="*/ 0 w 260"/>
                <a:gd name="T25" fmla="*/ 102 h 300"/>
                <a:gd name="T26" fmla="*/ 2 w 260"/>
                <a:gd name="T27" fmla="*/ 84 h 300"/>
                <a:gd name="T28" fmla="*/ 8 w 260"/>
                <a:gd name="T29" fmla="*/ 64 h 300"/>
                <a:gd name="T30" fmla="*/ 14 w 260"/>
                <a:gd name="T31" fmla="*/ 54 h 300"/>
                <a:gd name="T32" fmla="*/ 20 w 260"/>
                <a:gd name="T33" fmla="*/ 44 h 300"/>
                <a:gd name="T34" fmla="*/ 30 w 260"/>
                <a:gd name="T35" fmla="*/ 34 h 300"/>
                <a:gd name="T36" fmla="*/ 40 w 260"/>
                <a:gd name="T37" fmla="*/ 24 h 300"/>
                <a:gd name="T38" fmla="*/ 54 w 260"/>
                <a:gd name="T39" fmla="*/ 16 h 300"/>
                <a:gd name="T40" fmla="*/ 70 w 260"/>
                <a:gd name="T41" fmla="*/ 10 h 300"/>
                <a:gd name="T42" fmla="*/ 88 w 260"/>
                <a:gd name="T43" fmla="*/ 4 h 300"/>
                <a:gd name="T44" fmla="*/ 112 w 260"/>
                <a:gd name="T45" fmla="*/ 0 h 300"/>
                <a:gd name="T46" fmla="*/ 112 w 260"/>
                <a:gd name="T47"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0" h="300">
                  <a:moveTo>
                    <a:pt x="112" y="0"/>
                  </a:moveTo>
                  <a:lnTo>
                    <a:pt x="112" y="0"/>
                  </a:lnTo>
                  <a:lnTo>
                    <a:pt x="124" y="14"/>
                  </a:lnTo>
                  <a:lnTo>
                    <a:pt x="140" y="34"/>
                  </a:lnTo>
                  <a:lnTo>
                    <a:pt x="160" y="58"/>
                  </a:lnTo>
                  <a:lnTo>
                    <a:pt x="182" y="92"/>
                  </a:lnTo>
                  <a:lnTo>
                    <a:pt x="208" y="134"/>
                  </a:lnTo>
                  <a:lnTo>
                    <a:pt x="234" y="182"/>
                  </a:lnTo>
                  <a:lnTo>
                    <a:pt x="260" y="240"/>
                  </a:lnTo>
                  <a:lnTo>
                    <a:pt x="106" y="300"/>
                  </a:lnTo>
                  <a:lnTo>
                    <a:pt x="0" y="118"/>
                  </a:lnTo>
                  <a:lnTo>
                    <a:pt x="0" y="118"/>
                  </a:lnTo>
                  <a:lnTo>
                    <a:pt x="0" y="102"/>
                  </a:lnTo>
                  <a:lnTo>
                    <a:pt x="2" y="84"/>
                  </a:lnTo>
                  <a:lnTo>
                    <a:pt x="8" y="64"/>
                  </a:lnTo>
                  <a:lnTo>
                    <a:pt x="14" y="54"/>
                  </a:lnTo>
                  <a:lnTo>
                    <a:pt x="20" y="44"/>
                  </a:lnTo>
                  <a:lnTo>
                    <a:pt x="30" y="34"/>
                  </a:lnTo>
                  <a:lnTo>
                    <a:pt x="40" y="24"/>
                  </a:lnTo>
                  <a:lnTo>
                    <a:pt x="54" y="16"/>
                  </a:lnTo>
                  <a:lnTo>
                    <a:pt x="70" y="10"/>
                  </a:lnTo>
                  <a:lnTo>
                    <a:pt x="88" y="4"/>
                  </a:lnTo>
                  <a:lnTo>
                    <a:pt x="112" y="0"/>
                  </a:lnTo>
                  <a:lnTo>
                    <a:pt x="11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84" name="Freeform 208"/>
            <p:cNvSpPr>
              <a:spLocks/>
            </p:cNvSpPr>
            <p:nvPr/>
          </p:nvSpPr>
          <p:spPr bwMode="auto">
            <a:xfrm>
              <a:off x="3263446" y="2233386"/>
              <a:ext cx="558800" cy="387350"/>
            </a:xfrm>
            <a:custGeom>
              <a:avLst/>
              <a:gdLst>
                <a:gd name="T0" fmla="*/ 174 w 352"/>
                <a:gd name="T1" fmla="*/ 134 h 244"/>
                <a:gd name="T2" fmla="*/ 154 w 352"/>
                <a:gd name="T3" fmla="*/ 124 h 244"/>
                <a:gd name="T4" fmla="*/ 120 w 352"/>
                <a:gd name="T5" fmla="*/ 116 h 244"/>
                <a:gd name="T6" fmla="*/ 94 w 352"/>
                <a:gd name="T7" fmla="*/ 116 h 244"/>
                <a:gd name="T8" fmla="*/ 66 w 352"/>
                <a:gd name="T9" fmla="*/ 128 h 244"/>
                <a:gd name="T10" fmla="*/ 38 w 352"/>
                <a:gd name="T11" fmla="*/ 152 h 244"/>
                <a:gd name="T12" fmla="*/ 16 w 352"/>
                <a:gd name="T13" fmla="*/ 196 h 244"/>
                <a:gd name="T14" fmla="*/ 6 w 352"/>
                <a:gd name="T15" fmla="*/ 226 h 244"/>
                <a:gd name="T16" fmla="*/ 2 w 352"/>
                <a:gd name="T17" fmla="*/ 198 h 244"/>
                <a:gd name="T18" fmla="*/ 0 w 352"/>
                <a:gd name="T19" fmla="*/ 148 h 244"/>
                <a:gd name="T20" fmla="*/ 8 w 352"/>
                <a:gd name="T21" fmla="*/ 110 h 244"/>
                <a:gd name="T22" fmla="*/ 26 w 352"/>
                <a:gd name="T23" fmla="*/ 72 h 244"/>
                <a:gd name="T24" fmla="*/ 58 w 352"/>
                <a:gd name="T25" fmla="*/ 38 h 244"/>
                <a:gd name="T26" fmla="*/ 108 w 352"/>
                <a:gd name="T27" fmla="*/ 12 h 244"/>
                <a:gd name="T28" fmla="*/ 142 w 352"/>
                <a:gd name="T29" fmla="*/ 2 h 244"/>
                <a:gd name="T30" fmla="*/ 174 w 352"/>
                <a:gd name="T31" fmla="*/ 0 h 244"/>
                <a:gd name="T32" fmla="*/ 228 w 352"/>
                <a:gd name="T33" fmla="*/ 4 h 244"/>
                <a:gd name="T34" fmla="*/ 268 w 352"/>
                <a:gd name="T35" fmla="*/ 14 h 244"/>
                <a:gd name="T36" fmla="*/ 304 w 352"/>
                <a:gd name="T37" fmla="*/ 34 h 244"/>
                <a:gd name="T38" fmla="*/ 334 w 352"/>
                <a:gd name="T39" fmla="*/ 68 h 244"/>
                <a:gd name="T40" fmla="*/ 344 w 352"/>
                <a:gd name="T41" fmla="*/ 90 h 244"/>
                <a:gd name="T42" fmla="*/ 350 w 352"/>
                <a:gd name="T43" fmla="*/ 114 h 244"/>
                <a:gd name="T44" fmla="*/ 352 w 352"/>
                <a:gd name="T45" fmla="*/ 146 h 244"/>
                <a:gd name="T46" fmla="*/ 352 w 352"/>
                <a:gd name="T47" fmla="*/ 178 h 244"/>
                <a:gd name="T48" fmla="*/ 342 w 352"/>
                <a:gd name="T49" fmla="*/ 244 h 244"/>
                <a:gd name="T50" fmla="*/ 340 w 352"/>
                <a:gd name="T51" fmla="*/ 236 h 244"/>
                <a:gd name="T52" fmla="*/ 324 w 352"/>
                <a:gd name="T53" fmla="*/ 186 h 244"/>
                <a:gd name="T54" fmla="*/ 308 w 352"/>
                <a:gd name="T55" fmla="*/ 158 h 244"/>
                <a:gd name="T56" fmla="*/ 286 w 352"/>
                <a:gd name="T57" fmla="*/ 132 h 244"/>
                <a:gd name="T58" fmla="*/ 256 w 352"/>
                <a:gd name="T59" fmla="*/ 116 h 244"/>
                <a:gd name="T60" fmla="*/ 220 w 352"/>
                <a:gd name="T61" fmla="*/ 114 h 244"/>
                <a:gd name="T62" fmla="*/ 174 w 352"/>
                <a:gd name="T63" fmla="*/ 13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2" h="244">
                  <a:moveTo>
                    <a:pt x="174" y="134"/>
                  </a:moveTo>
                  <a:lnTo>
                    <a:pt x="174" y="134"/>
                  </a:lnTo>
                  <a:lnTo>
                    <a:pt x="170" y="132"/>
                  </a:lnTo>
                  <a:lnTo>
                    <a:pt x="154" y="124"/>
                  </a:lnTo>
                  <a:lnTo>
                    <a:pt x="134" y="118"/>
                  </a:lnTo>
                  <a:lnTo>
                    <a:pt x="120" y="116"/>
                  </a:lnTo>
                  <a:lnTo>
                    <a:pt x="108" y="114"/>
                  </a:lnTo>
                  <a:lnTo>
                    <a:pt x="94" y="116"/>
                  </a:lnTo>
                  <a:lnTo>
                    <a:pt x="80" y="120"/>
                  </a:lnTo>
                  <a:lnTo>
                    <a:pt x="66" y="128"/>
                  </a:lnTo>
                  <a:lnTo>
                    <a:pt x="52" y="138"/>
                  </a:lnTo>
                  <a:lnTo>
                    <a:pt x="38" y="152"/>
                  </a:lnTo>
                  <a:lnTo>
                    <a:pt x="26" y="172"/>
                  </a:lnTo>
                  <a:lnTo>
                    <a:pt x="16" y="196"/>
                  </a:lnTo>
                  <a:lnTo>
                    <a:pt x="6" y="226"/>
                  </a:lnTo>
                  <a:lnTo>
                    <a:pt x="6" y="226"/>
                  </a:lnTo>
                  <a:lnTo>
                    <a:pt x="4" y="218"/>
                  </a:lnTo>
                  <a:lnTo>
                    <a:pt x="2" y="198"/>
                  </a:lnTo>
                  <a:lnTo>
                    <a:pt x="0" y="166"/>
                  </a:lnTo>
                  <a:lnTo>
                    <a:pt x="0" y="148"/>
                  </a:lnTo>
                  <a:lnTo>
                    <a:pt x="2" y="130"/>
                  </a:lnTo>
                  <a:lnTo>
                    <a:pt x="8" y="110"/>
                  </a:lnTo>
                  <a:lnTo>
                    <a:pt x="16" y="90"/>
                  </a:lnTo>
                  <a:lnTo>
                    <a:pt x="26" y="72"/>
                  </a:lnTo>
                  <a:lnTo>
                    <a:pt x="40" y="54"/>
                  </a:lnTo>
                  <a:lnTo>
                    <a:pt x="58" y="38"/>
                  </a:lnTo>
                  <a:lnTo>
                    <a:pt x="82" y="24"/>
                  </a:lnTo>
                  <a:lnTo>
                    <a:pt x="108" y="12"/>
                  </a:lnTo>
                  <a:lnTo>
                    <a:pt x="142" y="2"/>
                  </a:lnTo>
                  <a:lnTo>
                    <a:pt x="142" y="2"/>
                  </a:lnTo>
                  <a:lnTo>
                    <a:pt x="150" y="2"/>
                  </a:lnTo>
                  <a:lnTo>
                    <a:pt x="174" y="0"/>
                  </a:lnTo>
                  <a:lnTo>
                    <a:pt x="208" y="2"/>
                  </a:lnTo>
                  <a:lnTo>
                    <a:pt x="228" y="4"/>
                  </a:lnTo>
                  <a:lnTo>
                    <a:pt x="248" y="8"/>
                  </a:lnTo>
                  <a:lnTo>
                    <a:pt x="268" y="14"/>
                  </a:lnTo>
                  <a:lnTo>
                    <a:pt x="286" y="24"/>
                  </a:lnTo>
                  <a:lnTo>
                    <a:pt x="304" y="34"/>
                  </a:lnTo>
                  <a:lnTo>
                    <a:pt x="320" y="50"/>
                  </a:lnTo>
                  <a:lnTo>
                    <a:pt x="334" y="68"/>
                  </a:lnTo>
                  <a:lnTo>
                    <a:pt x="340" y="78"/>
                  </a:lnTo>
                  <a:lnTo>
                    <a:pt x="344" y="90"/>
                  </a:lnTo>
                  <a:lnTo>
                    <a:pt x="348" y="102"/>
                  </a:lnTo>
                  <a:lnTo>
                    <a:pt x="350" y="114"/>
                  </a:lnTo>
                  <a:lnTo>
                    <a:pt x="352" y="130"/>
                  </a:lnTo>
                  <a:lnTo>
                    <a:pt x="352" y="146"/>
                  </a:lnTo>
                  <a:lnTo>
                    <a:pt x="352" y="146"/>
                  </a:lnTo>
                  <a:lnTo>
                    <a:pt x="352" y="178"/>
                  </a:lnTo>
                  <a:lnTo>
                    <a:pt x="348" y="208"/>
                  </a:lnTo>
                  <a:lnTo>
                    <a:pt x="342" y="244"/>
                  </a:lnTo>
                  <a:lnTo>
                    <a:pt x="342" y="244"/>
                  </a:lnTo>
                  <a:lnTo>
                    <a:pt x="340" y="236"/>
                  </a:lnTo>
                  <a:lnTo>
                    <a:pt x="334" y="214"/>
                  </a:lnTo>
                  <a:lnTo>
                    <a:pt x="324" y="186"/>
                  </a:lnTo>
                  <a:lnTo>
                    <a:pt x="318" y="172"/>
                  </a:lnTo>
                  <a:lnTo>
                    <a:pt x="308" y="158"/>
                  </a:lnTo>
                  <a:lnTo>
                    <a:pt x="298" y="144"/>
                  </a:lnTo>
                  <a:lnTo>
                    <a:pt x="286" y="132"/>
                  </a:lnTo>
                  <a:lnTo>
                    <a:pt x="272" y="122"/>
                  </a:lnTo>
                  <a:lnTo>
                    <a:pt x="256" y="116"/>
                  </a:lnTo>
                  <a:lnTo>
                    <a:pt x="240" y="114"/>
                  </a:lnTo>
                  <a:lnTo>
                    <a:pt x="220" y="114"/>
                  </a:lnTo>
                  <a:lnTo>
                    <a:pt x="198" y="122"/>
                  </a:lnTo>
                  <a:lnTo>
                    <a:pt x="174" y="134"/>
                  </a:lnTo>
                  <a:lnTo>
                    <a:pt x="174" y="13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85" name="Freeform 209"/>
            <p:cNvSpPr>
              <a:spLocks/>
            </p:cNvSpPr>
            <p:nvPr/>
          </p:nvSpPr>
          <p:spPr bwMode="auto">
            <a:xfrm>
              <a:off x="3247571" y="2061936"/>
              <a:ext cx="650875" cy="609600"/>
            </a:xfrm>
            <a:custGeom>
              <a:avLst/>
              <a:gdLst>
                <a:gd name="T0" fmla="*/ 352 w 410"/>
                <a:gd name="T1" fmla="*/ 384 h 384"/>
                <a:gd name="T2" fmla="*/ 352 w 410"/>
                <a:gd name="T3" fmla="*/ 360 h 384"/>
                <a:gd name="T4" fmla="*/ 356 w 410"/>
                <a:gd name="T5" fmla="*/ 320 h 384"/>
                <a:gd name="T6" fmla="*/ 374 w 410"/>
                <a:gd name="T7" fmla="*/ 270 h 384"/>
                <a:gd name="T8" fmla="*/ 362 w 410"/>
                <a:gd name="T9" fmla="*/ 254 h 384"/>
                <a:gd name="T10" fmla="*/ 364 w 410"/>
                <a:gd name="T11" fmla="*/ 240 h 384"/>
                <a:gd name="T12" fmla="*/ 368 w 410"/>
                <a:gd name="T13" fmla="*/ 208 h 384"/>
                <a:gd name="T14" fmla="*/ 382 w 410"/>
                <a:gd name="T15" fmla="*/ 174 h 384"/>
                <a:gd name="T16" fmla="*/ 394 w 410"/>
                <a:gd name="T17" fmla="*/ 160 h 384"/>
                <a:gd name="T18" fmla="*/ 410 w 410"/>
                <a:gd name="T19" fmla="*/ 152 h 384"/>
                <a:gd name="T20" fmla="*/ 352 w 410"/>
                <a:gd name="T21" fmla="*/ 194 h 384"/>
                <a:gd name="T22" fmla="*/ 352 w 410"/>
                <a:gd name="T23" fmla="*/ 182 h 384"/>
                <a:gd name="T24" fmla="*/ 358 w 410"/>
                <a:gd name="T25" fmla="*/ 162 h 384"/>
                <a:gd name="T26" fmla="*/ 380 w 410"/>
                <a:gd name="T27" fmla="*/ 130 h 384"/>
                <a:gd name="T28" fmla="*/ 400 w 410"/>
                <a:gd name="T29" fmla="*/ 108 h 384"/>
                <a:gd name="T30" fmla="*/ 366 w 410"/>
                <a:gd name="T31" fmla="*/ 120 h 384"/>
                <a:gd name="T32" fmla="*/ 340 w 410"/>
                <a:gd name="T33" fmla="*/ 132 h 384"/>
                <a:gd name="T34" fmla="*/ 324 w 410"/>
                <a:gd name="T35" fmla="*/ 150 h 384"/>
                <a:gd name="T36" fmla="*/ 320 w 410"/>
                <a:gd name="T37" fmla="*/ 138 h 384"/>
                <a:gd name="T38" fmla="*/ 316 w 410"/>
                <a:gd name="T39" fmla="*/ 108 h 384"/>
                <a:gd name="T40" fmla="*/ 322 w 410"/>
                <a:gd name="T41" fmla="*/ 78 h 384"/>
                <a:gd name="T42" fmla="*/ 334 w 410"/>
                <a:gd name="T43" fmla="*/ 54 h 384"/>
                <a:gd name="T44" fmla="*/ 354 w 410"/>
                <a:gd name="T45" fmla="*/ 30 h 384"/>
                <a:gd name="T46" fmla="*/ 366 w 410"/>
                <a:gd name="T47" fmla="*/ 18 h 384"/>
                <a:gd name="T48" fmla="*/ 342 w 410"/>
                <a:gd name="T49" fmla="*/ 18 h 384"/>
                <a:gd name="T50" fmla="*/ 310 w 410"/>
                <a:gd name="T51" fmla="*/ 30 h 384"/>
                <a:gd name="T52" fmla="*/ 294 w 410"/>
                <a:gd name="T53" fmla="*/ 44 h 384"/>
                <a:gd name="T54" fmla="*/ 278 w 410"/>
                <a:gd name="T55" fmla="*/ 64 h 384"/>
                <a:gd name="T56" fmla="*/ 264 w 410"/>
                <a:gd name="T57" fmla="*/ 92 h 384"/>
                <a:gd name="T58" fmla="*/ 262 w 410"/>
                <a:gd name="T59" fmla="*/ 84 h 384"/>
                <a:gd name="T60" fmla="*/ 256 w 410"/>
                <a:gd name="T61" fmla="*/ 46 h 384"/>
                <a:gd name="T62" fmla="*/ 240 w 410"/>
                <a:gd name="T63" fmla="*/ 16 h 384"/>
                <a:gd name="T64" fmla="*/ 226 w 410"/>
                <a:gd name="T65" fmla="*/ 0 h 384"/>
                <a:gd name="T66" fmla="*/ 236 w 410"/>
                <a:gd name="T67" fmla="*/ 26 h 384"/>
                <a:gd name="T68" fmla="*/ 238 w 410"/>
                <a:gd name="T69" fmla="*/ 50 h 384"/>
                <a:gd name="T70" fmla="*/ 226 w 410"/>
                <a:gd name="T71" fmla="*/ 76 h 384"/>
                <a:gd name="T72" fmla="*/ 220 w 410"/>
                <a:gd name="T73" fmla="*/ 74 h 384"/>
                <a:gd name="T74" fmla="*/ 174 w 410"/>
                <a:gd name="T75" fmla="*/ 66 h 384"/>
                <a:gd name="T76" fmla="*/ 140 w 410"/>
                <a:gd name="T77" fmla="*/ 68 h 384"/>
                <a:gd name="T78" fmla="*/ 104 w 410"/>
                <a:gd name="T79" fmla="*/ 78 h 384"/>
                <a:gd name="T80" fmla="*/ 66 w 410"/>
                <a:gd name="T81" fmla="*/ 96 h 384"/>
                <a:gd name="T82" fmla="*/ 30 w 410"/>
                <a:gd name="T83" fmla="*/ 130 h 384"/>
                <a:gd name="T84" fmla="*/ 0 w 410"/>
                <a:gd name="T85" fmla="*/ 180 h 384"/>
                <a:gd name="T86" fmla="*/ 4 w 410"/>
                <a:gd name="T87" fmla="*/ 176 h 384"/>
                <a:gd name="T88" fmla="*/ 24 w 410"/>
                <a:gd name="T89" fmla="*/ 162 h 384"/>
                <a:gd name="T90" fmla="*/ 42 w 410"/>
                <a:gd name="T91" fmla="*/ 156 h 384"/>
                <a:gd name="T92" fmla="*/ 50 w 410"/>
                <a:gd name="T93" fmla="*/ 158 h 384"/>
                <a:gd name="T94" fmla="*/ 38 w 410"/>
                <a:gd name="T95" fmla="*/ 164 h 384"/>
                <a:gd name="T96" fmla="*/ 20 w 410"/>
                <a:gd name="T97" fmla="*/ 184 h 384"/>
                <a:gd name="T98" fmla="*/ 4 w 410"/>
                <a:gd name="T99" fmla="*/ 224 h 384"/>
                <a:gd name="T100" fmla="*/ 28 w 410"/>
                <a:gd name="T101" fmla="*/ 230 h 384"/>
                <a:gd name="T102" fmla="*/ 260 w 410"/>
                <a:gd name="T103" fmla="*/ 206 h 384"/>
                <a:gd name="T104" fmla="*/ 352 w 410"/>
                <a:gd name="T10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0" h="384">
                  <a:moveTo>
                    <a:pt x="352" y="384"/>
                  </a:moveTo>
                  <a:lnTo>
                    <a:pt x="352" y="384"/>
                  </a:lnTo>
                  <a:lnTo>
                    <a:pt x="352" y="372"/>
                  </a:lnTo>
                  <a:lnTo>
                    <a:pt x="352" y="360"/>
                  </a:lnTo>
                  <a:lnTo>
                    <a:pt x="352" y="342"/>
                  </a:lnTo>
                  <a:lnTo>
                    <a:pt x="356" y="320"/>
                  </a:lnTo>
                  <a:lnTo>
                    <a:pt x="364" y="298"/>
                  </a:lnTo>
                  <a:lnTo>
                    <a:pt x="374" y="270"/>
                  </a:lnTo>
                  <a:lnTo>
                    <a:pt x="392" y="242"/>
                  </a:lnTo>
                  <a:lnTo>
                    <a:pt x="362" y="254"/>
                  </a:lnTo>
                  <a:lnTo>
                    <a:pt x="362" y="254"/>
                  </a:lnTo>
                  <a:lnTo>
                    <a:pt x="364" y="240"/>
                  </a:lnTo>
                  <a:lnTo>
                    <a:pt x="366" y="224"/>
                  </a:lnTo>
                  <a:lnTo>
                    <a:pt x="368" y="208"/>
                  </a:lnTo>
                  <a:lnTo>
                    <a:pt x="374" y="190"/>
                  </a:lnTo>
                  <a:lnTo>
                    <a:pt x="382" y="174"/>
                  </a:lnTo>
                  <a:lnTo>
                    <a:pt x="388" y="166"/>
                  </a:lnTo>
                  <a:lnTo>
                    <a:pt x="394" y="160"/>
                  </a:lnTo>
                  <a:lnTo>
                    <a:pt x="402" y="156"/>
                  </a:lnTo>
                  <a:lnTo>
                    <a:pt x="410" y="152"/>
                  </a:lnTo>
                  <a:lnTo>
                    <a:pt x="352" y="194"/>
                  </a:lnTo>
                  <a:lnTo>
                    <a:pt x="352" y="194"/>
                  </a:lnTo>
                  <a:lnTo>
                    <a:pt x="352" y="188"/>
                  </a:lnTo>
                  <a:lnTo>
                    <a:pt x="352" y="182"/>
                  </a:lnTo>
                  <a:lnTo>
                    <a:pt x="352" y="174"/>
                  </a:lnTo>
                  <a:lnTo>
                    <a:pt x="358" y="162"/>
                  </a:lnTo>
                  <a:lnTo>
                    <a:pt x="366" y="148"/>
                  </a:lnTo>
                  <a:lnTo>
                    <a:pt x="380" y="130"/>
                  </a:lnTo>
                  <a:lnTo>
                    <a:pt x="400" y="108"/>
                  </a:lnTo>
                  <a:lnTo>
                    <a:pt x="400" y="108"/>
                  </a:lnTo>
                  <a:lnTo>
                    <a:pt x="390" y="112"/>
                  </a:lnTo>
                  <a:lnTo>
                    <a:pt x="366" y="120"/>
                  </a:lnTo>
                  <a:lnTo>
                    <a:pt x="352" y="126"/>
                  </a:lnTo>
                  <a:lnTo>
                    <a:pt x="340" y="132"/>
                  </a:lnTo>
                  <a:lnTo>
                    <a:pt x="330" y="140"/>
                  </a:lnTo>
                  <a:lnTo>
                    <a:pt x="324" y="150"/>
                  </a:lnTo>
                  <a:lnTo>
                    <a:pt x="324" y="150"/>
                  </a:lnTo>
                  <a:lnTo>
                    <a:pt x="320" y="138"/>
                  </a:lnTo>
                  <a:lnTo>
                    <a:pt x="316" y="126"/>
                  </a:lnTo>
                  <a:lnTo>
                    <a:pt x="316" y="108"/>
                  </a:lnTo>
                  <a:lnTo>
                    <a:pt x="320" y="88"/>
                  </a:lnTo>
                  <a:lnTo>
                    <a:pt x="322" y="78"/>
                  </a:lnTo>
                  <a:lnTo>
                    <a:pt x="328" y="66"/>
                  </a:lnTo>
                  <a:lnTo>
                    <a:pt x="334" y="54"/>
                  </a:lnTo>
                  <a:lnTo>
                    <a:pt x="342" y="42"/>
                  </a:lnTo>
                  <a:lnTo>
                    <a:pt x="354" y="30"/>
                  </a:lnTo>
                  <a:lnTo>
                    <a:pt x="366" y="18"/>
                  </a:lnTo>
                  <a:lnTo>
                    <a:pt x="366" y="18"/>
                  </a:lnTo>
                  <a:lnTo>
                    <a:pt x="356" y="18"/>
                  </a:lnTo>
                  <a:lnTo>
                    <a:pt x="342" y="18"/>
                  </a:lnTo>
                  <a:lnTo>
                    <a:pt x="328" y="22"/>
                  </a:lnTo>
                  <a:lnTo>
                    <a:pt x="310" y="30"/>
                  </a:lnTo>
                  <a:lnTo>
                    <a:pt x="302" y="36"/>
                  </a:lnTo>
                  <a:lnTo>
                    <a:pt x="294" y="44"/>
                  </a:lnTo>
                  <a:lnTo>
                    <a:pt x="286" y="54"/>
                  </a:lnTo>
                  <a:lnTo>
                    <a:pt x="278" y="64"/>
                  </a:lnTo>
                  <a:lnTo>
                    <a:pt x="270" y="78"/>
                  </a:lnTo>
                  <a:lnTo>
                    <a:pt x="264" y="92"/>
                  </a:lnTo>
                  <a:lnTo>
                    <a:pt x="264" y="92"/>
                  </a:lnTo>
                  <a:lnTo>
                    <a:pt x="262" y="84"/>
                  </a:lnTo>
                  <a:lnTo>
                    <a:pt x="260" y="62"/>
                  </a:lnTo>
                  <a:lnTo>
                    <a:pt x="256" y="46"/>
                  </a:lnTo>
                  <a:lnTo>
                    <a:pt x="248" y="32"/>
                  </a:lnTo>
                  <a:lnTo>
                    <a:pt x="240" y="16"/>
                  </a:lnTo>
                  <a:lnTo>
                    <a:pt x="226" y="0"/>
                  </a:lnTo>
                  <a:lnTo>
                    <a:pt x="226" y="0"/>
                  </a:lnTo>
                  <a:lnTo>
                    <a:pt x="230" y="6"/>
                  </a:lnTo>
                  <a:lnTo>
                    <a:pt x="236" y="26"/>
                  </a:lnTo>
                  <a:lnTo>
                    <a:pt x="238" y="38"/>
                  </a:lnTo>
                  <a:lnTo>
                    <a:pt x="238" y="50"/>
                  </a:lnTo>
                  <a:lnTo>
                    <a:pt x="234" y="64"/>
                  </a:lnTo>
                  <a:lnTo>
                    <a:pt x="226" y="76"/>
                  </a:lnTo>
                  <a:lnTo>
                    <a:pt x="226" y="76"/>
                  </a:lnTo>
                  <a:lnTo>
                    <a:pt x="220" y="74"/>
                  </a:lnTo>
                  <a:lnTo>
                    <a:pt x="202" y="70"/>
                  </a:lnTo>
                  <a:lnTo>
                    <a:pt x="174" y="66"/>
                  </a:lnTo>
                  <a:lnTo>
                    <a:pt x="158" y="66"/>
                  </a:lnTo>
                  <a:lnTo>
                    <a:pt x="140" y="68"/>
                  </a:lnTo>
                  <a:lnTo>
                    <a:pt x="122" y="72"/>
                  </a:lnTo>
                  <a:lnTo>
                    <a:pt x="104" y="78"/>
                  </a:lnTo>
                  <a:lnTo>
                    <a:pt x="84" y="86"/>
                  </a:lnTo>
                  <a:lnTo>
                    <a:pt x="66" y="96"/>
                  </a:lnTo>
                  <a:lnTo>
                    <a:pt x="48" y="112"/>
                  </a:lnTo>
                  <a:lnTo>
                    <a:pt x="30" y="130"/>
                  </a:lnTo>
                  <a:lnTo>
                    <a:pt x="14" y="154"/>
                  </a:lnTo>
                  <a:lnTo>
                    <a:pt x="0" y="180"/>
                  </a:lnTo>
                  <a:lnTo>
                    <a:pt x="0" y="180"/>
                  </a:lnTo>
                  <a:lnTo>
                    <a:pt x="4" y="176"/>
                  </a:lnTo>
                  <a:lnTo>
                    <a:pt x="16" y="168"/>
                  </a:lnTo>
                  <a:lnTo>
                    <a:pt x="24" y="162"/>
                  </a:lnTo>
                  <a:lnTo>
                    <a:pt x="34" y="160"/>
                  </a:lnTo>
                  <a:lnTo>
                    <a:pt x="42" y="156"/>
                  </a:lnTo>
                  <a:lnTo>
                    <a:pt x="50" y="158"/>
                  </a:lnTo>
                  <a:lnTo>
                    <a:pt x="50" y="158"/>
                  </a:lnTo>
                  <a:lnTo>
                    <a:pt x="44" y="160"/>
                  </a:lnTo>
                  <a:lnTo>
                    <a:pt x="38" y="164"/>
                  </a:lnTo>
                  <a:lnTo>
                    <a:pt x="28" y="172"/>
                  </a:lnTo>
                  <a:lnTo>
                    <a:pt x="20" y="184"/>
                  </a:lnTo>
                  <a:lnTo>
                    <a:pt x="12" y="200"/>
                  </a:lnTo>
                  <a:lnTo>
                    <a:pt x="4" y="224"/>
                  </a:lnTo>
                  <a:lnTo>
                    <a:pt x="0" y="256"/>
                  </a:lnTo>
                  <a:lnTo>
                    <a:pt x="28" y="230"/>
                  </a:lnTo>
                  <a:lnTo>
                    <a:pt x="166" y="180"/>
                  </a:lnTo>
                  <a:lnTo>
                    <a:pt x="260" y="206"/>
                  </a:lnTo>
                  <a:lnTo>
                    <a:pt x="308" y="208"/>
                  </a:lnTo>
                  <a:lnTo>
                    <a:pt x="352" y="38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86" name="Freeform 210"/>
            <p:cNvSpPr>
              <a:spLocks/>
            </p:cNvSpPr>
            <p:nvPr/>
          </p:nvSpPr>
          <p:spPr bwMode="auto">
            <a:xfrm>
              <a:off x="3752396" y="2471511"/>
              <a:ext cx="66675" cy="200025"/>
            </a:xfrm>
            <a:custGeom>
              <a:avLst/>
              <a:gdLst>
                <a:gd name="T0" fmla="*/ 0 w 42"/>
                <a:gd name="T1" fmla="*/ 0 h 126"/>
                <a:gd name="T2" fmla="*/ 0 w 42"/>
                <a:gd name="T3" fmla="*/ 0 h 126"/>
                <a:gd name="T4" fmla="*/ 2 w 42"/>
                <a:gd name="T5" fmla="*/ 8 h 126"/>
                <a:gd name="T6" fmla="*/ 6 w 42"/>
                <a:gd name="T7" fmla="*/ 14 h 126"/>
                <a:gd name="T8" fmla="*/ 8 w 42"/>
                <a:gd name="T9" fmla="*/ 24 h 126"/>
                <a:gd name="T10" fmla="*/ 10 w 42"/>
                <a:gd name="T11" fmla="*/ 38 h 126"/>
                <a:gd name="T12" fmla="*/ 10 w 42"/>
                <a:gd name="T13" fmla="*/ 52 h 126"/>
                <a:gd name="T14" fmla="*/ 6 w 42"/>
                <a:gd name="T15" fmla="*/ 68 h 126"/>
                <a:gd name="T16" fmla="*/ 0 w 42"/>
                <a:gd name="T17" fmla="*/ 84 h 126"/>
                <a:gd name="T18" fmla="*/ 0 w 42"/>
                <a:gd name="T19" fmla="*/ 84 h 126"/>
                <a:gd name="T20" fmla="*/ 0 w 42"/>
                <a:gd name="T21" fmla="*/ 88 h 126"/>
                <a:gd name="T22" fmla="*/ 6 w 42"/>
                <a:gd name="T23" fmla="*/ 100 h 126"/>
                <a:gd name="T24" fmla="*/ 18 w 42"/>
                <a:gd name="T25" fmla="*/ 114 h 126"/>
                <a:gd name="T26" fmla="*/ 26 w 42"/>
                <a:gd name="T27" fmla="*/ 120 h 126"/>
                <a:gd name="T28" fmla="*/ 34 w 42"/>
                <a:gd name="T29" fmla="*/ 126 h 126"/>
                <a:gd name="T30" fmla="*/ 42 w 42"/>
                <a:gd name="T31" fmla="*/ 54 h 126"/>
                <a:gd name="T32" fmla="*/ 0 w 42"/>
                <a:gd name="T3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126">
                  <a:moveTo>
                    <a:pt x="0" y="0"/>
                  </a:moveTo>
                  <a:lnTo>
                    <a:pt x="0" y="0"/>
                  </a:lnTo>
                  <a:lnTo>
                    <a:pt x="2" y="8"/>
                  </a:lnTo>
                  <a:lnTo>
                    <a:pt x="6" y="14"/>
                  </a:lnTo>
                  <a:lnTo>
                    <a:pt x="8" y="24"/>
                  </a:lnTo>
                  <a:lnTo>
                    <a:pt x="10" y="38"/>
                  </a:lnTo>
                  <a:lnTo>
                    <a:pt x="10" y="52"/>
                  </a:lnTo>
                  <a:lnTo>
                    <a:pt x="6" y="68"/>
                  </a:lnTo>
                  <a:lnTo>
                    <a:pt x="0" y="84"/>
                  </a:lnTo>
                  <a:lnTo>
                    <a:pt x="0" y="84"/>
                  </a:lnTo>
                  <a:lnTo>
                    <a:pt x="0" y="88"/>
                  </a:lnTo>
                  <a:lnTo>
                    <a:pt x="6" y="100"/>
                  </a:lnTo>
                  <a:lnTo>
                    <a:pt x="18" y="114"/>
                  </a:lnTo>
                  <a:lnTo>
                    <a:pt x="26" y="120"/>
                  </a:lnTo>
                  <a:lnTo>
                    <a:pt x="34" y="126"/>
                  </a:lnTo>
                  <a:lnTo>
                    <a:pt x="42" y="54"/>
                  </a:lnTo>
                  <a:lnTo>
                    <a:pt x="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87" name="Freeform 211"/>
            <p:cNvSpPr>
              <a:spLocks/>
            </p:cNvSpPr>
            <p:nvPr/>
          </p:nvSpPr>
          <p:spPr bwMode="auto">
            <a:xfrm>
              <a:off x="3266621" y="2468336"/>
              <a:ext cx="63500" cy="196850"/>
            </a:xfrm>
            <a:custGeom>
              <a:avLst/>
              <a:gdLst>
                <a:gd name="T0" fmla="*/ 40 w 40"/>
                <a:gd name="T1" fmla="*/ 0 h 124"/>
                <a:gd name="T2" fmla="*/ 40 w 40"/>
                <a:gd name="T3" fmla="*/ 0 h 124"/>
                <a:gd name="T4" fmla="*/ 38 w 40"/>
                <a:gd name="T5" fmla="*/ 6 h 124"/>
                <a:gd name="T6" fmla="*/ 34 w 40"/>
                <a:gd name="T7" fmla="*/ 14 h 124"/>
                <a:gd name="T8" fmla="*/ 32 w 40"/>
                <a:gd name="T9" fmla="*/ 24 h 124"/>
                <a:gd name="T10" fmla="*/ 30 w 40"/>
                <a:gd name="T11" fmla="*/ 36 h 124"/>
                <a:gd name="T12" fmla="*/ 30 w 40"/>
                <a:gd name="T13" fmla="*/ 50 h 124"/>
                <a:gd name="T14" fmla="*/ 34 w 40"/>
                <a:gd name="T15" fmla="*/ 66 h 124"/>
                <a:gd name="T16" fmla="*/ 40 w 40"/>
                <a:gd name="T17" fmla="*/ 82 h 124"/>
                <a:gd name="T18" fmla="*/ 40 w 40"/>
                <a:gd name="T19" fmla="*/ 82 h 124"/>
                <a:gd name="T20" fmla="*/ 38 w 40"/>
                <a:gd name="T21" fmla="*/ 88 h 124"/>
                <a:gd name="T22" fmla="*/ 32 w 40"/>
                <a:gd name="T23" fmla="*/ 98 h 124"/>
                <a:gd name="T24" fmla="*/ 22 w 40"/>
                <a:gd name="T25" fmla="*/ 112 h 124"/>
                <a:gd name="T26" fmla="*/ 14 w 40"/>
                <a:gd name="T27" fmla="*/ 118 h 124"/>
                <a:gd name="T28" fmla="*/ 4 w 40"/>
                <a:gd name="T29" fmla="*/ 124 h 124"/>
                <a:gd name="T30" fmla="*/ 0 w 40"/>
                <a:gd name="T31" fmla="*/ 46 h 124"/>
                <a:gd name="T32" fmla="*/ 40 w 40"/>
                <a:gd name="T3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124">
                  <a:moveTo>
                    <a:pt x="40" y="0"/>
                  </a:moveTo>
                  <a:lnTo>
                    <a:pt x="40" y="0"/>
                  </a:lnTo>
                  <a:lnTo>
                    <a:pt x="38" y="6"/>
                  </a:lnTo>
                  <a:lnTo>
                    <a:pt x="34" y="14"/>
                  </a:lnTo>
                  <a:lnTo>
                    <a:pt x="32" y="24"/>
                  </a:lnTo>
                  <a:lnTo>
                    <a:pt x="30" y="36"/>
                  </a:lnTo>
                  <a:lnTo>
                    <a:pt x="30" y="50"/>
                  </a:lnTo>
                  <a:lnTo>
                    <a:pt x="34" y="66"/>
                  </a:lnTo>
                  <a:lnTo>
                    <a:pt x="40" y="82"/>
                  </a:lnTo>
                  <a:lnTo>
                    <a:pt x="40" y="82"/>
                  </a:lnTo>
                  <a:lnTo>
                    <a:pt x="38" y="88"/>
                  </a:lnTo>
                  <a:lnTo>
                    <a:pt x="32" y="98"/>
                  </a:lnTo>
                  <a:lnTo>
                    <a:pt x="22" y="112"/>
                  </a:lnTo>
                  <a:lnTo>
                    <a:pt x="14" y="118"/>
                  </a:lnTo>
                  <a:lnTo>
                    <a:pt x="4" y="124"/>
                  </a:lnTo>
                  <a:lnTo>
                    <a:pt x="0" y="46"/>
                  </a:lnTo>
                  <a:lnTo>
                    <a:pt x="4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88" name="Freeform 212"/>
            <p:cNvSpPr>
              <a:spLocks/>
            </p:cNvSpPr>
            <p:nvPr/>
          </p:nvSpPr>
          <p:spPr bwMode="auto">
            <a:xfrm>
              <a:off x="3438071" y="3173186"/>
              <a:ext cx="196850" cy="257175"/>
            </a:xfrm>
            <a:custGeom>
              <a:avLst/>
              <a:gdLst>
                <a:gd name="T0" fmla="*/ 0 w 124"/>
                <a:gd name="T1" fmla="*/ 48 h 162"/>
                <a:gd name="T2" fmla="*/ 60 w 124"/>
                <a:gd name="T3" fmla="*/ 162 h 162"/>
                <a:gd name="T4" fmla="*/ 124 w 124"/>
                <a:gd name="T5" fmla="*/ 40 h 162"/>
                <a:gd name="T6" fmla="*/ 68 w 124"/>
                <a:gd name="T7" fmla="*/ 0 h 162"/>
                <a:gd name="T8" fmla="*/ 0 w 124"/>
                <a:gd name="T9" fmla="*/ 48 h 162"/>
              </a:gdLst>
              <a:ahLst/>
              <a:cxnLst>
                <a:cxn ang="0">
                  <a:pos x="T0" y="T1"/>
                </a:cxn>
                <a:cxn ang="0">
                  <a:pos x="T2" y="T3"/>
                </a:cxn>
                <a:cxn ang="0">
                  <a:pos x="T4" y="T5"/>
                </a:cxn>
                <a:cxn ang="0">
                  <a:pos x="T6" y="T7"/>
                </a:cxn>
                <a:cxn ang="0">
                  <a:pos x="T8" y="T9"/>
                </a:cxn>
              </a:cxnLst>
              <a:rect l="0" t="0" r="r" b="b"/>
              <a:pathLst>
                <a:path w="124" h="162">
                  <a:moveTo>
                    <a:pt x="0" y="48"/>
                  </a:moveTo>
                  <a:lnTo>
                    <a:pt x="60" y="162"/>
                  </a:lnTo>
                  <a:lnTo>
                    <a:pt x="124" y="40"/>
                  </a:lnTo>
                  <a:lnTo>
                    <a:pt x="68" y="0"/>
                  </a:lnTo>
                  <a:lnTo>
                    <a:pt x="0" y="48"/>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89" name="Freeform 213"/>
            <p:cNvSpPr>
              <a:spLocks/>
            </p:cNvSpPr>
            <p:nvPr/>
          </p:nvSpPr>
          <p:spPr bwMode="auto">
            <a:xfrm>
              <a:off x="3336471" y="3087461"/>
              <a:ext cx="196850" cy="406400"/>
            </a:xfrm>
            <a:custGeom>
              <a:avLst/>
              <a:gdLst>
                <a:gd name="T0" fmla="*/ 20 w 124"/>
                <a:gd name="T1" fmla="*/ 0 h 256"/>
                <a:gd name="T2" fmla="*/ 124 w 124"/>
                <a:gd name="T3" fmla="*/ 216 h 256"/>
                <a:gd name="T4" fmla="*/ 124 w 124"/>
                <a:gd name="T5" fmla="*/ 256 h 256"/>
                <a:gd name="T6" fmla="*/ 0 w 124"/>
                <a:gd name="T7" fmla="*/ 4 h 256"/>
                <a:gd name="T8" fmla="*/ 20 w 124"/>
                <a:gd name="T9" fmla="*/ 0 h 256"/>
              </a:gdLst>
              <a:ahLst/>
              <a:cxnLst>
                <a:cxn ang="0">
                  <a:pos x="T0" y="T1"/>
                </a:cxn>
                <a:cxn ang="0">
                  <a:pos x="T2" y="T3"/>
                </a:cxn>
                <a:cxn ang="0">
                  <a:pos x="T4" y="T5"/>
                </a:cxn>
                <a:cxn ang="0">
                  <a:pos x="T6" y="T7"/>
                </a:cxn>
                <a:cxn ang="0">
                  <a:pos x="T8" y="T9"/>
                </a:cxn>
              </a:cxnLst>
              <a:rect l="0" t="0" r="r" b="b"/>
              <a:pathLst>
                <a:path w="124" h="256">
                  <a:moveTo>
                    <a:pt x="20" y="0"/>
                  </a:moveTo>
                  <a:lnTo>
                    <a:pt x="124" y="216"/>
                  </a:lnTo>
                  <a:lnTo>
                    <a:pt x="124" y="256"/>
                  </a:lnTo>
                  <a:lnTo>
                    <a:pt x="0" y="4"/>
                  </a:lnTo>
                  <a:lnTo>
                    <a:pt x="2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90" name="Freeform 214"/>
            <p:cNvSpPr>
              <a:spLocks/>
            </p:cNvSpPr>
            <p:nvPr/>
          </p:nvSpPr>
          <p:spPr bwMode="auto">
            <a:xfrm>
              <a:off x="3533321" y="3087461"/>
              <a:ext cx="200025" cy="406400"/>
            </a:xfrm>
            <a:custGeom>
              <a:avLst/>
              <a:gdLst>
                <a:gd name="T0" fmla="*/ 106 w 126"/>
                <a:gd name="T1" fmla="*/ 0 h 256"/>
                <a:gd name="T2" fmla="*/ 0 w 126"/>
                <a:gd name="T3" fmla="*/ 216 h 256"/>
                <a:gd name="T4" fmla="*/ 0 w 126"/>
                <a:gd name="T5" fmla="*/ 256 h 256"/>
                <a:gd name="T6" fmla="*/ 126 w 126"/>
                <a:gd name="T7" fmla="*/ 4 h 256"/>
                <a:gd name="T8" fmla="*/ 106 w 126"/>
                <a:gd name="T9" fmla="*/ 0 h 256"/>
              </a:gdLst>
              <a:ahLst/>
              <a:cxnLst>
                <a:cxn ang="0">
                  <a:pos x="T0" y="T1"/>
                </a:cxn>
                <a:cxn ang="0">
                  <a:pos x="T2" y="T3"/>
                </a:cxn>
                <a:cxn ang="0">
                  <a:pos x="T4" y="T5"/>
                </a:cxn>
                <a:cxn ang="0">
                  <a:pos x="T6" y="T7"/>
                </a:cxn>
                <a:cxn ang="0">
                  <a:pos x="T8" y="T9"/>
                </a:cxn>
              </a:cxnLst>
              <a:rect l="0" t="0" r="r" b="b"/>
              <a:pathLst>
                <a:path w="126" h="256">
                  <a:moveTo>
                    <a:pt x="106" y="0"/>
                  </a:moveTo>
                  <a:lnTo>
                    <a:pt x="0" y="216"/>
                  </a:lnTo>
                  <a:lnTo>
                    <a:pt x="0" y="256"/>
                  </a:lnTo>
                  <a:lnTo>
                    <a:pt x="126" y="4"/>
                  </a:lnTo>
                  <a:lnTo>
                    <a:pt x="106"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91" name="Freeform 215"/>
            <p:cNvSpPr>
              <a:spLocks/>
            </p:cNvSpPr>
            <p:nvPr/>
          </p:nvSpPr>
          <p:spPr bwMode="auto">
            <a:xfrm>
              <a:off x="3345996" y="3055711"/>
              <a:ext cx="200025" cy="234950"/>
            </a:xfrm>
            <a:custGeom>
              <a:avLst/>
              <a:gdLst>
                <a:gd name="T0" fmla="*/ 0 w 126"/>
                <a:gd name="T1" fmla="*/ 16 h 148"/>
                <a:gd name="T2" fmla="*/ 72 w 126"/>
                <a:gd name="T3" fmla="*/ 0 h 148"/>
                <a:gd name="T4" fmla="*/ 126 w 126"/>
                <a:gd name="T5" fmla="*/ 74 h 148"/>
                <a:gd name="T6" fmla="*/ 22 w 126"/>
                <a:gd name="T7" fmla="*/ 148 h 148"/>
                <a:gd name="T8" fmla="*/ 0 w 126"/>
                <a:gd name="T9" fmla="*/ 16 h 148"/>
              </a:gdLst>
              <a:ahLst/>
              <a:cxnLst>
                <a:cxn ang="0">
                  <a:pos x="T0" y="T1"/>
                </a:cxn>
                <a:cxn ang="0">
                  <a:pos x="T2" y="T3"/>
                </a:cxn>
                <a:cxn ang="0">
                  <a:pos x="T4" y="T5"/>
                </a:cxn>
                <a:cxn ang="0">
                  <a:pos x="T6" y="T7"/>
                </a:cxn>
                <a:cxn ang="0">
                  <a:pos x="T8" y="T9"/>
                </a:cxn>
              </a:cxnLst>
              <a:rect l="0" t="0" r="r" b="b"/>
              <a:pathLst>
                <a:path w="126" h="148">
                  <a:moveTo>
                    <a:pt x="0" y="16"/>
                  </a:moveTo>
                  <a:lnTo>
                    <a:pt x="72" y="0"/>
                  </a:lnTo>
                  <a:lnTo>
                    <a:pt x="126" y="74"/>
                  </a:lnTo>
                  <a:lnTo>
                    <a:pt x="22" y="148"/>
                  </a:lnTo>
                  <a:lnTo>
                    <a:pt x="0"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92" name="Freeform 216"/>
            <p:cNvSpPr>
              <a:spLocks/>
            </p:cNvSpPr>
            <p:nvPr/>
          </p:nvSpPr>
          <p:spPr bwMode="auto">
            <a:xfrm>
              <a:off x="3546021" y="3055711"/>
              <a:ext cx="200025" cy="234950"/>
            </a:xfrm>
            <a:custGeom>
              <a:avLst/>
              <a:gdLst>
                <a:gd name="T0" fmla="*/ 126 w 126"/>
                <a:gd name="T1" fmla="*/ 16 h 148"/>
                <a:gd name="T2" fmla="*/ 46 w 126"/>
                <a:gd name="T3" fmla="*/ 0 h 148"/>
                <a:gd name="T4" fmla="*/ 0 w 126"/>
                <a:gd name="T5" fmla="*/ 74 h 148"/>
                <a:gd name="T6" fmla="*/ 102 w 126"/>
                <a:gd name="T7" fmla="*/ 148 h 148"/>
                <a:gd name="T8" fmla="*/ 126 w 126"/>
                <a:gd name="T9" fmla="*/ 16 h 148"/>
              </a:gdLst>
              <a:ahLst/>
              <a:cxnLst>
                <a:cxn ang="0">
                  <a:pos x="T0" y="T1"/>
                </a:cxn>
                <a:cxn ang="0">
                  <a:pos x="T2" y="T3"/>
                </a:cxn>
                <a:cxn ang="0">
                  <a:pos x="T4" y="T5"/>
                </a:cxn>
                <a:cxn ang="0">
                  <a:pos x="T6" y="T7"/>
                </a:cxn>
                <a:cxn ang="0">
                  <a:pos x="T8" y="T9"/>
                </a:cxn>
              </a:cxnLst>
              <a:rect l="0" t="0" r="r" b="b"/>
              <a:pathLst>
                <a:path w="126" h="148">
                  <a:moveTo>
                    <a:pt x="126" y="16"/>
                  </a:moveTo>
                  <a:lnTo>
                    <a:pt x="46" y="0"/>
                  </a:lnTo>
                  <a:lnTo>
                    <a:pt x="0" y="74"/>
                  </a:lnTo>
                  <a:lnTo>
                    <a:pt x="102" y="148"/>
                  </a:lnTo>
                  <a:lnTo>
                    <a:pt x="126"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93" name="Freeform 217"/>
            <p:cNvSpPr>
              <a:spLocks noEditPoints="1"/>
            </p:cNvSpPr>
            <p:nvPr/>
          </p:nvSpPr>
          <p:spPr bwMode="auto">
            <a:xfrm>
              <a:off x="3342821" y="2573111"/>
              <a:ext cx="177800" cy="149225"/>
            </a:xfrm>
            <a:custGeom>
              <a:avLst/>
              <a:gdLst>
                <a:gd name="T0" fmla="*/ 56 w 112"/>
                <a:gd name="T1" fmla="*/ 0 h 94"/>
                <a:gd name="T2" fmla="*/ 24 w 112"/>
                <a:gd name="T3" fmla="*/ 4 h 94"/>
                <a:gd name="T4" fmla="*/ 10 w 112"/>
                <a:gd name="T5" fmla="*/ 12 h 94"/>
                <a:gd name="T6" fmla="*/ 2 w 112"/>
                <a:gd name="T7" fmla="*/ 30 h 94"/>
                <a:gd name="T8" fmla="*/ 0 w 112"/>
                <a:gd name="T9" fmla="*/ 44 h 94"/>
                <a:gd name="T10" fmla="*/ 6 w 112"/>
                <a:gd name="T11" fmla="*/ 62 h 94"/>
                <a:gd name="T12" fmla="*/ 14 w 112"/>
                <a:gd name="T13" fmla="*/ 78 h 94"/>
                <a:gd name="T14" fmla="*/ 30 w 112"/>
                <a:gd name="T15" fmla="*/ 88 h 94"/>
                <a:gd name="T16" fmla="*/ 50 w 112"/>
                <a:gd name="T17" fmla="*/ 94 h 94"/>
                <a:gd name="T18" fmla="*/ 60 w 112"/>
                <a:gd name="T19" fmla="*/ 92 h 94"/>
                <a:gd name="T20" fmla="*/ 78 w 112"/>
                <a:gd name="T21" fmla="*/ 88 h 94"/>
                <a:gd name="T22" fmla="*/ 94 w 112"/>
                <a:gd name="T23" fmla="*/ 76 h 94"/>
                <a:gd name="T24" fmla="*/ 104 w 112"/>
                <a:gd name="T25" fmla="*/ 60 h 94"/>
                <a:gd name="T26" fmla="*/ 108 w 112"/>
                <a:gd name="T27" fmla="*/ 50 h 94"/>
                <a:gd name="T28" fmla="*/ 112 w 112"/>
                <a:gd name="T29" fmla="*/ 24 h 94"/>
                <a:gd name="T30" fmla="*/ 104 w 112"/>
                <a:gd name="T31" fmla="*/ 10 h 94"/>
                <a:gd name="T32" fmla="*/ 78 w 112"/>
                <a:gd name="T33" fmla="*/ 2 h 94"/>
                <a:gd name="T34" fmla="*/ 56 w 112"/>
                <a:gd name="T35" fmla="*/ 0 h 94"/>
                <a:gd name="T36" fmla="*/ 102 w 112"/>
                <a:gd name="T37" fmla="*/ 50 h 94"/>
                <a:gd name="T38" fmla="*/ 94 w 112"/>
                <a:gd name="T39" fmla="*/ 66 h 94"/>
                <a:gd name="T40" fmla="*/ 82 w 112"/>
                <a:gd name="T41" fmla="*/ 78 h 94"/>
                <a:gd name="T42" fmla="*/ 68 w 112"/>
                <a:gd name="T43" fmla="*/ 84 h 94"/>
                <a:gd name="T44" fmla="*/ 50 w 112"/>
                <a:gd name="T45" fmla="*/ 86 h 94"/>
                <a:gd name="T46" fmla="*/ 42 w 112"/>
                <a:gd name="T47" fmla="*/ 86 h 94"/>
                <a:gd name="T48" fmla="*/ 26 w 112"/>
                <a:gd name="T49" fmla="*/ 78 h 94"/>
                <a:gd name="T50" fmla="*/ 16 w 112"/>
                <a:gd name="T51" fmla="*/ 66 h 94"/>
                <a:gd name="T52" fmla="*/ 10 w 112"/>
                <a:gd name="T53" fmla="*/ 52 h 94"/>
                <a:gd name="T54" fmla="*/ 8 w 112"/>
                <a:gd name="T55" fmla="*/ 44 h 94"/>
                <a:gd name="T56" fmla="*/ 12 w 112"/>
                <a:gd name="T57" fmla="*/ 22 h 94"/>
                <a:gd name="T58" fmla="*/ 22 w 112"/>
                <a:gd name="T59" fmla="*/ 12 h 94"/>
                <a:gd name="T60" fmla="*/ 38 w 112"/>
                <a:gd name="T61" fmla="*/ 8 h 94"/>
                <a:gd name="T62" fmla="*/ 56 w 112"/>
                <a:gd name="T63" fmla="*/ 8 h 94"/>
                <a:gd name="T64" fmla="*/ 88 w 112"/>
                <a:gd name="T65" fmla="*/ 12 h 94"/>
                <a:gd name="T66" fmla="*/ 102 w 112"/>
                <a:gd name="T67" fmla="*/ 22 h 94"/>
                <a:gd name="T68" fmla="*/ 104 w 112"/>
                <a:gd name="T69" fmla="*/ 36 h 94"/>
                <a:gd name="T70" fmla="*/ 102 w 112"/>
                <a:gd name="T71" fmla="*/ 5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56" y="0"/>
                  </a:moveTo>
                  <a:lnTo>
                    <a:pt x="56" y="0"/>
                  </a:lnTo>
                  <a:lnTo>
                    <a:pt x="34" y="2"/>
                  </a:lnTo>
                  <a:lnTo>
                    <a:pt x="24" y="4"/>
                  </a:lnTo>
                  <a:lnTo>
                    <a:pt x="16" y="6"/>
                  </a:lnTo>
                  <a:lnTo>
                    <a:pt x="10" y="12"/>
                  </a:lnTo>
                  <a:lnTo>
                    <a:pt x="4" y="18"/>
                  </a:lnTo>
                  <a:lnTo>
                    <a:pt x="2" y="30"/>
                  </a:lnTo>
                  <a:lnTo>
                    <a:pt x="0" y="44"/>
                  </a:lnTo>
                  <a:lnTo>
                    <a:pt x="0" y="44"/>
                  </a:lnTo>
                  <a:lnTo>
                    <a:pt x="2" y="52"/>
                  </a:lnTo>
                  <a:lnTo>
                    <a:pt x="6" y="62"/>
                  </a:lnTo>
                  <a:lnTo>
                    <a:pt x="10" y="70"/>
                  </a:lnTo>
                  <a:lnTo>
                    <a:pt x="14" y="78"/>
                  </a:lnTo>
                  <a:lnTo>
                    <a:pt x="22" y="84"/>
                  </a:lnTo>
                  <a:lnTo>
                    <a:pt x="30" y="88"/>
                  </a:lnTo>
                  <a:lnTo>
                    <a:pt x="38" y="92"/>
                  </a:lnTo>
                  <a:lnTo>
                    <a:pt x="50" y="94"/>
                  </a:lnTo>
                  <a:lnTo>
                    <a:pt x="50" y="94"/>
                  </a:lnTo>
                  <a:lnTo>
                    <a:pt x="60" y="92"/>
                  </a:lnTo>
                  <a:lnTo>
                    <a:pt x="70" y="90"/>
                  </a:lnTo>
                  <a:lnTo>
                    <a:pt x="78" y="88"/>
                  </a:lnTo>
                  <a:lnTo>
                    <a:pt x="86" y="82"/>
                  </a:lnTo>
                  <a:lnTo>
                    <a:pt x="94" y="76"/>
                  </a:lnTo>
                  <a:lnTo>
                    <a:pt x="100" y="68"/>
                  </a:lnTo>
                  <a:lnTo>
                    <a:pt x="104" y="60"/>
                  </a:lnTo>
                  <a:lnTo>
                    <a:pt x="108" y="50"/>
                  </a:lnTo>
                  <a:lnTo>
                    <a:pt x="108" y="50"/>
                  </a:lnTo>
                  <a:lnTo>
                    <a:pt x="112" y="34"/>
                  </a:lnTo>
                  <a:lnTo>
                    <a:pt x="112" y="24"/>
                  </a:lnTo>
                  <a:lnTo>
                    <a:pt x="110" y="18"/>
                  </a:lnTo>
                  <a:lnTo>
                    <a:pt x="104" y="10"/>
                  </a:lnTo>
                  <a:lnTo>
                    <a:pt x="94" y="6"/>
                  </a:lnTo>
                  <a:lnTo>
                    <a:pt x="78" y="2"/>
                  </a:lnTo>
                  <a:lnTo>
                    <a:pt x="56" y="0"/>
                  </a:lnTo>
                  <a:lnTo>
                    <a:pt x="56" y="0"/>
                  </a:lnTo>
                  <a:close/>
                  <a:moveTo>
                    <a:pt x="102" y="50"/>
                  </a:moveTo>
                  <a:lnTo>
                    <a:pt x="102" y="50"/>
                  </a:lnTo>
                  <a:lnTo>
                    <a:pt x="98" y="58"/>
                  </a:lnTo>
                  <a:lnTo>
                    <a:pt x="94" y="66"/>
                  </a:lnTo>
                  <a:lnTo>
                    <a:pt x="88" y="72"/>
                  </a:lnTo>
                  <a:lnTo>
                    <a:pt x="82" y="78"/>
                  </a:lnTo>
                  <a:lnTo>
                    <a:pt x="74" y="82"/>
                  </a:lnTo>
                  <a:lnTo>
                    <a:pt x="68" y="84"/>
                  </a:lnTo>
                  <a:lnTo>
                    <a:pt x="58" y="86"/>
                  </a:lnTo>
                  <a:lnTo>
                    <a:pt x="50" y="86"/>
                  </a:lnTo>
                  <a:lnTo>
                    <a:pt x="50" y="86"/>
                  </a:lnTo>
                  <a:lnTo>
                    <a:pt x="42" y="86"/>
                  </a:lnTo>
                  <a:lnTo>
                    <a:pt x="34" y="82"/>
                  </a:lnTo>
                  <a:lnTo>
                    <a:pt x="26" y="78"/>
                  </a:lnTo>
                  <a:lnTo>
                    <a:pt x="20" y="74"/>
                  </a:lnTo>
                  <a:lnTo>
                    <a:pt x="16" y="66"/>
                  </a:lnTo>
                  <a:lnTo>
                    <a:pt x="12" y="60"/>
                  </a:lnTo>
                  <a:lnTo>
                    <a:pt x="10" y="52"/>
                  </a:lnTo>
                  <a:lnTo>
                    <a:pt x="8" y="44"/>
                  </a:lnTo>
                  <a:lnTo>
                    <a:pt x="8" y="44"/>
                  </a:lnTo>
                  <a:lnTo>
                    <a:pt x="8" y="32"/>
                  </a:lnTo>
                  <a:lnTo>
                    <a:pt x="12" y="22"/>
                  </a:lnTo>
                  <a:lnTo>
                    <a:pt x="16" y="16"/>
                  </a:lnTo>
                  <a:lnTo>
                    <a:pt x="22" y="12"/>
                  </a:lnTo>
                  <a:lnTo>
                    <a:pt x="30" y="10"/>
                  </a:lnTo>
                  <a:lnTo>
                    <a:pt x="38" y="8"/>
                  </a:lnTo>
                  <a:lnTo>
                    <a:pt x="56" y="8"/>
                  </a:lnTo>
                  <a:lnTo>
                    <a:pt x="56" y="8"/>
                  </a:lnTo>
                  <a:lnTo>
                    <a:pt x="74" y="8"/>
                  </a:lnTo>
                  <a:lnTo>
                    <a:pt x="88" y="12"/>
                  </a:lnTo>
                  <a:lnTo>
                    <a:pt x="98" y="16"/>
                  </a:lnTo>
                  <a:lnTo>
                    <a:pt x="102" y="22"/>
                  </a:lnTo>
                  <a:lnTo>
                    <a:pt x="104" y="28"/>
                  </a:lnTo>
                  <a:lnTo>
                    <a:pt x="104" y="36"/>
                  </a:lnTo>
                  <a:lnTo>
                    <a:pt x="102" y="50"/>
                  </a:lnTo>
                  <a:lnTo>
                    <a:pt x="102" y="5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94" name="Freeform 218"/>
            <p:cNvSpPr>
              <a:spLocks noEditPoints="1"/>
            </p:cNvSpPr>
            <p:nvPr/>
          </p:nvSpPr>
          <p:spPr bwMode="auto">
            <a:xfrm>
              <a:off x="3555546" y="2573111"/>
              <a:ext cx="177800" cy="149225"/>
            </a:xfrm>
            <a:custGeom>
              <a:avLst/>
              <a:gdLst>
                <a:gd name="T0" fmla="*/ 6 w 112"/>
                <a:gd name="T1" fmla="*/ 54 h 94"/>
                <a:gd name="T2" fmla="*/ 16 w 112"/>
                <a:gd name="T3" fmla="*/ 70 h 94"/>
                <a:gd name="T4" fmla="*/ 30 w 112"/>
                <a:gd name="T5" fmla="*/ 84 h 94"/>
                <a:gd name="T6" fmla="*/ 46 w 112"/>
                <a:gd name="T7" fmla="*/ 92 h 94"/>
                <a:gd name="T8" fmla="*/ 66 w 112"/>
                <a:gd name="T9" fmla="*/ 92 h 94"/>
                <a:gd name="T10" fmla="*/ 78 w 112"/>
                <a:gd name="T11" fmla="*/ 90 h 94"/>
                <a:gd name="T12" fmla="*/ 94 w 112"/>
                <a:gd name="T13" fmla="*/ 82 h 94"/>
                <a:gd name="T14" fmla="*/ 106 w 112"/>
                <a:gd name="T15" fmla="*/ 68 h 94"/>
                <a:gd name="T16" fmla="*/ 112 w 112"/>
                <a:gd name="T17" fmla="*/ 50 h 94"/>
                <a:gd name="T18" fmla="*/ 112 w 112"/>
                <a:gd name="T19" fmla="*/ 42 h 94"/>
                <a:gd name="T20" fmla="*/ 108 w 112"/>
                <a:gd name="T21" fmla="*/ 16 h 94"/>
                <a:gd name="T22" fmla="*/ 96 w 112"/>
                <a:gd name="T23" fmla="*/ 4 h 94"/>
                <a:gd name="T24" fmla="*/ 78 w 112"/>
                <a:gd name="T25" fmla="*/ 0 h 94"/>
                <a:gd name="T26" fmla="*/ 56 w 112"/>
                <a:gd name="T27" fmla="*/ 0 h 94"/>
                <a:gd name="T28" fmla="*/ 18 w 112"/>
                <a:gd name="T29" fmla="*/ 8 h 94"/>
                <a:gd name="T30" fmla="*/ 2 w 112"/>
                <a:gd name="T31" fmla="*/ 20 h 94"/>
                <a:gd name="T32" fmla="*/ 2 w 112"/>
                <a:gd name="T33" fmla="*/ 36 h 94"/>
                <a:gd name="T34" fmla="*/ 6 w 112"/>
                <a:gd name="T35" fmla="*/ 54 h 94"/>
                <a:gd name="T36" fmla="*/ 56 w 112"/>
                <a:gd name="T37" fmla="*/ 8 h 94"/>
                <a:gd name="T38" fmla="*/ 84 w 112"/>
                <a:gd name="T39" fmla="*/ 8 h 94"/>
                <a:gd name="T40" fmla="*/ 96 w 112"/>
                <a:gd name="T41" fmla="*/ 14 h 94"/>
                <a:gd name="T42" fmla="*/ 104 w 112"/>
                <a:gd name="T43" fmla="*/ 30 h 94"/>
                <a:gd name="T44" fmla="*/ 106 w 112"/>
                <a:gd name="T45" fmla="*/ 42 h 94"/>
                <a:gd name="T46" fmla="*/ 102 w 112"/>
                <a:gd name="T47" fmla="*/ 58 h 94"/>
                <a:gd name="T48" fmla="*/ 94 w 112"/>
                <a:gd name="T49" fmla="*/ 72 h 94"/>
                <a:gd name="T50" fmla="*/ 82 w 112"/>
                <a:gd name="T51" fmla="*/ 82 h 94"/>
                <a:gd name="T52" fmla="*/ 66 w 112"/>
                <a:gd name="T53" fmla="*/ 86 h 94"/>
                <a:gd name="T54" fmla="*/ 56 w 112"/>
                <a:gd name="T55" fmla="*/ 86 h 94"/>
                <a:gd name="T56" fmla="*/ 40 w 112"/>
                <a:gd name="T57" fmla="*/ 82 h 94"/>
                <a:gd name="T58" fmla="*/ 26 w 112"/>
                <a:gd name="T59" fmla="*/ 74 h 94"/>
                <a:gd name="T60" fmla="*/ 16 w 112"/>
                <a:gd name="T61" fmla="*/ 60 h 94"/>
                <a:gd name="T62" fmla="*/ 14 w 112"/>
                <a:gd name="T63" fmla="*/ 52 h 94"/>
                <a:gd name="T64" fmla="*/ 8 w 112"/>
                <a:gd name="T65" fmla="*/ 30 h 94"/>
                <a:gd name="T66" fmla="*/ 16 w 112"/>
                <a:gd name="T67" fmla="*/ 18 h 94"/>
                <a:gd name="T68" fmla="*/ 38 w 112"/>
                <a:gd name="T69" fmla="*/ 10 h 94"/>
                <a:gd name="T70" fmla="*/ 56 w 112"/>
                <a:gd name="T71" fmla="*/ 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6" y="54"/>
                  </a:moveTo>
                  <a:lnTo>
                    <a:pt x="6" y="54"/>
                  </a:lnTo>
                  <a:lnTo>
                    <a:pt x="10" y="62"/>
                  </a:lnTo>
                  <a:lnTo>
                    <a:pt x="16" y="70"/>
                  </a:lnTo>
                  <a:lnTo>
                    <a:pt x="22" y="78"/>
                  </a:lnTo>
                  <a:lnTo>
                    <a:pt x="30" y="84"/>
                  </a:lnTo>
                  <a:lnTo>
                    <a:pt x="38" y="88"/>
                  </a:lnTo>
                  <a:lnTo>
                    <a:pt x="46" y="92"/>
                  </a:lnTo>
                  <a:lnTo>
                    <a:pt x="56" y="94"/>
                  </a:lnTo>
                  <a:lnTo>
                    <a:pt x="66" y="92"/>
                  </a:lnTo>
                  <a:lnTo>
                    <a:pt x="66" y="92"/>
                  </a:lnTo>
                  <a:lnTo>
                    <a:pt x="78" y="90"/>
                  </a:lnTo>
                  <a:lnTo>
                    <a:pt x="86" y="88"/>
                  </a:lnTo>
                  <a:lnTo>
                    <a:pt x="94" y="82"/>
                  </a:lnTo>
                  <a:lnTo>
                    <a:pt x="100" y="76"/>
                  </a:lnTo>
                  <a:lnTo>
                    <a:pt x="106" y="68"/>
                  </a:lnTo>
                  <a:lnTo>
                    <a:pt x="110" y="60"/>
                  </a:lnTo>
                  <a:lnTo>
                    <a:pt x="112" y="50"/>
                  </a:lnTo>
                  <a:lnTo>
                    <a:pt x="112" y="42"/>
                  </a:lnTo>
                  <a:lnTo>
                    <a:pt x="112" y="42"/>
                  </a:lnTo>
                  <a:lnTo>
                    <a:pt x="112" y="26"/>
                  </a:lnTo>
                  <a:lnTo>
                    <a:pt x="108" y="16"/>
                  </a:lnTo>
                  <a:lnTo>
                    <a:pt x="102" y="10"/>
                  </a:lnTo>
                  <a:lnTo>
                    <a:pt x="96" y="4"/>
                  </a:lnTo>
                  <a:lnTo>
                    <a:pt x="88" y="2"/>
                  </a:lnTo>
                  <a:lnTo>
                    <a:pt x="78" y="0"/>
                  </a:lnTo>
                  <a:lnTo>
                    <a:pt x="56" y="0"/>
                  </a:lnTo>
                  <a:lnTo>
                    <a:pt x="56" y="0"/>
                  </a:lnTo>
                  <a:lnTo>
                    <a:pt x="34" y="4"/>
                  </a:lnTo>
                  <a:lnTo>
                    <a:pt x="18" y="8"/>
                  </a:lnTo>
                  <a:lnTo>
                    <a:pt x="8" y="12"/>
                  </a:lnTo>
                  <a:lnTo>
                    <a:pt x="2" y="20"/>
                  </a:lnTo>
                  <a:lnTo>
                    <a:pt x="0" y="28"/>
                  </a:lnTo>
                  <a:lnTo>
                    <a:pt x="2" y="36"/>
                  </a:lnTo>
                  <a:lnTo>
                    <a:pt x="6" y="54"/>
                  </a:lnTo>
                  <a:lnTo>
                    <a:pt x="6" y="54"/>
                  </a:lnTo>
                  <a:close/>
                  <a:moveTo>
                    <a:pt x="56" y="8"/>
                  </a:moveTo>
                  <a:lnTo>
                    <a:pt x="56" y="8"/>
                  </a:lnTo>
                  <a:lnTo>
                    <a:pt x="74" y="8"/>
                  </a:lnTo>
                  <a:lnTo>
                    <a:pt x="84" y="8"/>
                  </a:lnTo>
                  <a:lnTo>
                    <a:pt x="90" y="10"/>
                  </a:lnTo>
                  <a:lnTo>
                    <a:pt x="96" y="14"/>
                  </a:lnTo>
                  <a:lnTo>
                    <a:pt x="102" y="20"/>
                  </a:lnTo>
                  <a:lnTo>
                    <a:pt x="104" y="30"/>
                  </a:lnTo>
                  <a:lnTo>
                    <a:pt x="106" y="42"/>
                  </a:lnTo>
                  <a:lnTo>
                    <a:pt x="106" y="42"/>
                  </a:lnTo>
                  <a:lnTo>
                    <a:pt x="104" y="50"/>
                  </a:lnTo>
                  <a:lnTo>
                    <a:pt x="102" y="58"/>
                  </a:lnTo>
                  <a:lnTo>
                    <a:pt x="100" y="66"/>
                  </a:lnTo>
                  <a:lnTo>
                    <a:pt x="94" y="72"/>
                  </a:lnTo>
                  <a:lnTo>
                    <a:pt x="88" y="78"/>
                  </a:lnTo>
                  <a:lnTo>
                    <a:pt x="82" y="82"/>
                  </a:lnTo>
                  <a:lnTo>
                    <a:pt x="74" y="84"/>
                  </a:lnTo>
                  <a:lnTo>
                    <a:pt x="66" y="86"/>
                  </a:lnTo>
                  <a:lnTo>
                    <a:pt x="66" y="86"/>
                  </a:lnTo>
                  <a:lnTo>
                    <a:pt x="56" y="86"/>
                  </a:lnTo>
                  <a:lnTo>
                    <a:pt x="48" y="86"/>
                  </a:lnTo>
                  <a:lnTo>
                    <a:pt x="40" y="82"/>
                  </a:lnTo>
                  <a:lnTo>
                    <a:pt x="34" y="78"/>
                  </a:lnTo>
                  <a:lnTo>
                    <a:pt x="26" y="74"/>
                  </a:lnTo>
                  <a:lnTo>
                    <a:pt x="22" y="68"/>
                  </a:lnTo>
                  <a:lnTo>
                    <a:pt x="16" y="60"/>
                  </a:lnTo>
                  <a:lnTo>
                    <a:pt x="14" y="52"/>
                  </a:lnTo>
                  <a:lnTo>
                    <a:pt x="14" y="52"/>
                  </a:lnTo>
                  <a:lnTo>
                    <a:pt x="10" y="38"/>
                  </a:lnTo>
                  <a:lnTo>
                    <a:pt x="8" y="30"/>
                  </a:lnTo>
                  <a:lnTo>
                    <a:pt x="10" y="24"/>
                  </a:lnTo>
                  <a:lnTo>
                    <a:pt x="16" y="18"/>
                  </a:lnTo>
                  <a:lnTo>
                    <a:pt x="24" y="12"/>
                  </a:lnTo>
                  <a:lnTo>
                    <a:pt x="38" y="10"/>
                  </a:lnTo>
                  <a:lnTo>
                    <a:pt x="56" y="8"/>
                  </a:lnTo>
                  <a:lnTo>
                    <a:pt x="56" y="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95" name="Freeform 219"/>
            <p:cNvSpPr>
              <a:spLocks/>
            </p:cNvSpPr>
            <p:nvPr/>
          </p:nvSpPr>
          <p:spPr bwMode="auto">
            <a:xfrm>
              <a:off x="3514271" y="2588986"/>
              <a:ext cx="57150" cy="31750"/>
            </a:xfrm>
            <a:custGeom>
              <a:avLst/>
              <a:gdLst>
                <a:gd name="T0" fmla="*/ 4 w 36"/>
                <a:gd name="T1" fmla="*/ 20 h 20"/>
                <a:gd name="T2" fmla="*/ 4 w 36"/>
                <a:gd name="T3" fmla="*/ 20 h 20"/>
                <a:gd name="T4" fmla="*/ 6 w 36"/>
                <a:gd name="T5" fmla="*/ 18 h 20"/>
                <a:gd name="T6" fmla="*/ 12 w 36"/>
                <a:gd name="T7" fmla="*/ 16 h 20"/>
                <a:gd name="T8" fmla="*/ 22 w 36"/>
                <a:gd name="T9" fmla="*/ 16 h 20"/>
                <a:gd name="T10" fmla="*/ 28 w 36"/>
                <a:gd name="T11" fmla="*/ 16 h 20"/>
                <a:gd name="T12" fmla="*/ 32 w 36"/>
                <a:gd name="T13" fmla="*/ 20 h 20"/>
                <a:gd name="T14" fmla="*/ 32 w 36"/>
                <a:gd name="T15" fmla="*/ 20 h 20"/>
                <a:gd name="T16" fmla="*/ 32 w 36"/>
                <a:gd name="T17" fmla="*/ 14 h 20"/>
                <a:gd name="T18" fmla="*/ 32 w 36"/>
                <a:gd name="T19" fmla="*/ 8 h 20"/>
                <a:gd name="T20" fmla="*/ 36 w 36"/>
                <a:gd name="T21" fmla="*/ 4 h 20"/>
                <a:gd name="T22" fmla="*/ 36 w 36"/>
                <a:gd name="T23" fmla="*/ 4 h 20"/>
                <a:gd name="T24" fmla="*/ 24 w 36"/>
                <a:gd name="T25" fmla="*/ 0 h 20"/>
                <a:gd name="T26" fmla="*/ 14 w 36"/>
                <a:gd name="T27" fmla="*/ 0 h 20"/>
                <a:gd name="T28" fmla="*/ 0 w 36"/>
                <a:gd name="T29" fmla="*/ 4 h 20"/>
                <a:gd name="T30" fmla="*/ 0 w 36"/>
                <a:gd name="T31" fmla="*/ 4 h 20"/>
                <a:gd name="T32" fmla="*/ 2 w 36"/>
                <a:gd name="T33" fmla="*/ 10 h 20"/>
                <a:gd name="T34" fmla="*/ 2 w 36"/>
                <a:gd name="T35" fmla="*/ 14 h 20"/>
                <a:gd name="T36" fmla="*/ 4 w 36"/>
                <a:gd name="T37" fmla="*/ 20 h 20"/>
                <a:gd name="T38" fmla="*/ 4 w 36"/>
                <a:gd name="T3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 h="20">
                  <a:moveTo>
                    <a:pt x="4" y="20"/>
                  </a:moveTo>
                  <a:lnTo>
                    <a:pt x="4" y="20"/>
                  </a:lnTo>
                  <a:lnTo>
                    <a:pt x="6" y="18"/>
                  </a:lnTo>
                  <a:lnTo>
                    <a:pt x="12" y="16"/>
                  </a:lnTo>
                  <a:lnTo>
                    <a:pt x="22" y="16"/>
                  </a:lnTo>
                  <a:lnTo>
                    <a:pt x="28" y="16"/>
                  </a:lnTo>
                  <a:lnTo>
                    <a:pt x="32" y="20"/>
                  </a:lnTo>
                  <a:lnTo>
                    <a:pt x="32" y="20"/>
                  </a:lnTo>
                  <a:lnTo>
                    <a:pt x="32" y="14"/>
                  </a:lnTo>
                  <a:lnTo>
                    <a:pt x="32" y="8"/>
                  </a:lnTo>
                  <a:lnTo>
                    <a:pt x="36" y="4"/>
                  </a:lnTo>
                  <a:lnTo>
                    <a:pt x="36" y="4"/>
                  </a:lnTo>
                  <a:lnTo>
                    <a:pt x="24" y="0"/>
                  </a:lnTo>
                  <a:lnTo>
                    <a:pt x="14" y="0"/>
                  </a:lnTo>
                  <a:lnTo>
                    <a:pt x="0" y="4"/>
                  </a:lnTo>
                  <a:lnTo>
                    <a:pt x="0" y="4"/>
                  </a:lnTo>
                  <a:lnTo>
                    <a:pt x="2" y="10"/>
                  </a:lnTo>
                  <a:lnTo>
                    <a:pt x="2" y="14"/>
                  </a:lnTo>
                  <a:lnTo>
                    <a:pt x="4" y="20"/>
                  </a:lnTo>
                  <a:lnTo>
                    <a:pt x="4" y="2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96" name="Freeform 220"/>
            <p:cNvSpPr>
              <a:spLocks/>
            </p:cNvSpPr>
            <p:nvPr/>
          </p:nvSpPr>
          <p:spPr bwMode="auto">
            <a:xfrm>
              <a:off x="3317421" y="2582636"/>
              <a:ext cx="50800" cy="73025"/>
            </a:xfrm>
            <a:custGeom>
              <a:avLst/>
              <a:gdLst>
                <a:gd name="T0" fmla="*/ 32 w 32"/>
                <a:gd name="T1" fmla="*/ 0 h 46"/>
                <a:gd name="T2" fmla="*/ 2 w 32"/>
                <a:gd name="T3" fmla="*/ 4 h 46"/>
                <a:gd name="T4" fmla="*/ 0 w 32"/>
                <a:gd name="T5" fmla="*/ 32 h 46"/>
                <a:gd name="T6" fmla="*/ 22 w 32"/>
                <a:gd name="T7" fmla="*/ 46 h 46"/>
                <a:gd name="T8" fmla="*/ 22 w 32"/>
                <a:gd name="T9" fmla="*/ 46 h 46"/>
                <a:gd name="T10" fmla="*/ 20 w 32"/>
                <a:gd name="T11" fmla="*/ 42 h 46"/>
                <a:gd name="T12" fmla="*/ 20 w 32"/>
                <a:gd name="T13" fmla="*/ 30 h 46"/>
                <a:gd name="T14" fmla="*/ 24 w 32"/>
                <a:gd name="T15" fmla="*/ 16 h 46"/>
                <a:gd name="T16" fmla="*/ 26 w 32"/>
                <a:gd name="T17" fmla="*/ 8 h 46"/>
                <a:gd name="T18" fmla="*/ 32 w 32"/>
                <a:gd name="T19" fmla="*/ 0 h 46"/>
                <a:gd name="T20" fmla="*/ 32 w 32"/>
                <a:gd name="T2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6">
                  <a:moveTo>
                    <a:pt x="32" y="0"/>
                  </a:moveTo>
                  <a:lnTo>
                    <a:pt x="2" y="4"/>
                  </a:lnTo>
                  <a:lnTo>
                    <a:pt x="0" y="32"/>
                  </a:lnTo>
                  <a:lnTo>
                    <a:pt x="22" y="46"/>
                  </a:lnTo>
                  <a:lnTo>
                    <a:pt x="22" y="46"/>
                  </a:lnTo>
                  <a:lnTo>
                    <a:pt x="20" y="42"/>
                  </a:lnTo>
                  <a:lnTo>
                    <a:pt x="20" y="30"/>
                  </a:lnTo>
                  <a:lnTo>
                    <a:pt x="24" y="16"/>
                  </a:lnTo>
                  <a:lnTo>
                    <a:pt x="26" y="8"/>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97" name="Freeform 221"/>
            <p:cNvSpPr>
              <a:spLocks/>
            </p:cNvSpPr>
            <p:nvPr/>
          </p:nvSpPr>
          <p:spPr bwMode="auto">
            <a:xfrm>
              <a:off x="3714296" y="2585811"/>
              <a:ext cx="50800" cy="69850"/>
            </a:xfrm>
            <a:custGeom>
              <a:avLst/>
              <a:gdLst>
                <a:gd name="T0" fmla="*/ 0 w 32"/>
                <a:gd name="T1" fmla="*/ 0 h 44"/>
                <a:gd name="T2" fmla="*/ 30 w 32"/>
                <a:gd name="T3" fmla="*/ 2 h 44"/>
                <a:gd name="T4" fmla="*/ 32 w 32"/>
                <a:gd name="T5" fmla="*/ 30 h 44"/>
                <a:gd name="T6" fmla="*/ 12 w 32"/>
                <a:gd name="T7" fmla="*/ 44 h 44"/>
                <a:gd name="T8" fmla="*/ 12 w 32"/>
                <a:gd name="T9" fmla="*/ 44 h 44"/>
                <a:gd name="T10" fmla="*/ 12 w 32"/>
                <a:gd name="T11" fmla="*/ 40 h 44"/>
                <a:gd name="T12" fmla="*/ 12 w 32"/>
                <a:gd name="T13" fmla="*/ 28 h 44"/>
                <a:gd name="T14" fmla="*/ 8 w 32"/>
                <a:gd name="T15" fmla="*/ 14 h 44"/>
                <a:gd name="T16" fmla="*/ 6 w 32"/>
                <a:gd name="T17" fmla="*/ 6 h 44"/>
                <a:gd name="T18" fmla="*/ 0 w 32"/>
                <a:gd name="T19" fmla="*/ 0 h 44"/>
                <a:gd name="T20" fmla="*/ 0 w 32"/>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4">
                  <a:moveTo>
                    <a:pt x="0" y="0"/>
                  </a:moveTo>
                  <a:lnTo>
                    <a:pt x="30" y="2"/>
                  </a:lnTo>
                  <a:lnTo>
                    <a:pt x="32" y="30"/>
                  </a:lnTo>
                  <a:lnTo>
                    <a:pt x="12" y="44"/>
                  </a:lnTo>
                  <a:lnTo>
                    <a:pt x="12" y="44"/>
                  </a:lnTo>
                  <a:lnTo>
                    <a:pt x="12" y="40"/>
                  </a:lnTo>
                  <a:lnTo>
                    <a:pt x="12" y="28"/>
                  </a:lnTo>
                  <a:lnTo>
                    <a:pt x="8" y="14"/>
                  </a:lnTo>
                  <a:lnTo>
                    <a:pt x="6" y="6"/>
                  </a:lnTo>
                  <a:lnTo>
                    <a:pt x="0" y="0"/>
                  </a:lnTo>
                  <a:lnTo>
                    <a:pt x="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98" name="Freeform 222"/>
            <p:cNvSpPr>
              <a:spLocks/>
            </p:cNvSpPr>
            <p:nvPr/>
          </p:nvSpPr>
          <p:spPr bwMode="auto">
            <a:xfrm>
              <a:off x="2825296" y="3630386"/>
              <a:ext cx="695325" cy="225425"/>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99" name="Freeform 223"/>
            <p:cNvSpPr>
              <a:spLocks/>
            </p:cNvSpPr>
            <p:nvPr/>
          </p:nvSpPr>
          <p:spPr bwMode="auto">
            <a:xfrm>
              <a:off x="2825296" y="3630386"/>
              <a:ext cx="695325" cy="225425"/>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00" name="Freeform 224"/>
            <p:cNvSpPr>
              <a:spLocks/>
            </p:cNvSpPr>
            <p:nvPr/>
          </p:nvSpPr>
          <p:spPr bwMode="auto">
            <a:xfrm>
              <a:off x="2822121" y="3493861"/>
              <a:ext cx="727075" cy="374650"/>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01" name="Freeform 225"/>
            <p:cNvSpPr>
              <a:spLocks/>
            </p:cNvSpPr>
            <p:nvPr/>
          </p:nvSpPr>
          <p:spPr bwMode="auto">
            <a:xfrm>
              <a:off x="2822121" y="3493861"/>
              <a:ext cx="727075" cy="374650"/>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02" name="Freeform 226"/>
            <p:cNvSpPr>
              <a:spLocks/>
            </p:cNvSpPr>
            <p:nvPr/>
          </p:nvSpPr>
          <p:spPr bwMode="auto">
            <a:xfrm>
              <a:off x="3580946" y="3652611"/>
              <a:ext cx="695325" cy="225425"/>
            </a:xfrm>
            <a:custGeom>
              <a:avLst/>
              <a:gdLst>
                <a:gd name="T0" fmla="*/ 10 w 438"/>
                <a:gd name="T1" fmla="*/ 86 h 142"/>
                <a:gd name="T2" fmla="*/ 0 w 438"/>
                <a:gd name="T3" fmla="*/ 142 h 142"/>
                <a:gd name="T4" fmla="*/ 0 w 438"/>
                <a:gd name="T5" fmla="*/ 142 h 142"/>
                <a:gd name="T6" fmla="*/ 122 w 438"/>
                <a:gd name="T7" fmla="*/ 130 h 142"/>
                <a:gd name="T8" fmla="*/ 244 w 438"/>
                <a:gd name="T9" fmla="*/ 118 h 142"/>
                <a:gd name="T10" fmla="*/ 244 w 438"/>
                <a:gd name="T11" fmla="*/ 118 h 142"/>
                <a:gd name="T12" fmla="*/ 300 w 438"/>
                <a:gd name="T13" fmla="*/ 112 h 142"/>
                <a:gd name="T14" fmla="*/ 354 w 438"/>
                <a:gd name="T15" fmla="*/ 106 h 142"/>
                <a:gd name="T16" fmla="*/ 354 w 438"/>
                <a:gd name="T17" fmla="*/ 106 h 142"/>
                <a:gd name="T18" fmla="*/ 382 w 438"/>
                <a:gd name="T19" fmla="*/ 102 h 142"/>
                <a:gd name="T20" fmla="*/ 398 w 438"/>
                <a:gd name="T21" fmla="*/ 98 h 142"/>
                <a:gd name="T22" fmla="*/ 412 w 438"/>
                <a:gd name="T23" fmla="*/ 94 h 142"/>
                <a:gd name="T24" fmla="*/ 424 w 438"/>
                <a:gd name="T25" fmla="*/ 86 h 142"/>
                <a:gd name="T26" fmla="*/ 430 w 438"/>
                <a:gd name="T27" fmla="*/ 80 h 142"/>
                <a:gd name="T28" fmla="*/ 434 w 438"/>
                <a:gd name="T29" fmla="*/ 76 h 142"/>
                <a:gd name="T30" fmla="*/ 436 w 438"/>
                <a:gd name="T31" fmla="*/ 70 h 142"/>
                <a:gd name="T32" fmla="*/ 438 w 438"/>
                <a:gd name="T33" fmla="*/ 62 h 142"/>
                <a:gd name="T34" fmla="*/ 438 w 438"/>
                <a:gd name="T35" fmla="*/ 54 h 142"/>
                <a:gd name="T36" fmla="*/ 436 w 438"/>
                <a:gd name="T37" fmla="*/ 46 h 142"/>
                <a:gd name="T38" fmla="*/ 436 w 438"/>
                <a:gd name="T39" fmla="*/ 46 h 142"/>
                <a:gd name="T40" fmla="*/ 432 w 438"/>
                <a:gd name="T41" fmla="*/ 38 h 142"/>
                <a:gd name="T42" fmla="*/ 428 w 438"/>
                <a:gd name="T43" fmla="*/ 32 h 142"/>
                <a:gd name="T44" fmla="*/ 422 w 438"/>
                <a:gd name="T45" fmla="*/ 26 h 142"/>
                <a:gd name="T46" fmla="*/ 416 w 438"/>
                <a:gd name="T47" fmla="*/ 20 h 142"/>
                <a:gd name="T48" fmla="*/ 402 w 438"/>
                <a:gd name="T49" fmla="*/ 12 h 142"/>
                <a:gd name="T50" fmla="*/ 384 w 438"/>
                <a:gd name="T51" fmla="*/ 6 h 142"/>
                <a:gd name="T52" fmla="*/ 366 w 438"/>
                <a:gd name="T53" fmla="*/ 2 h 142"/>
                <a:gd name="T54" fmla="*/ 346 w 438"/>
                <a:gd name="T55" fmla="*/ 0 h 142"/>
                <a:gd name="T56" fmla="*/ 316 w 438"/>
                <a:gd name="T57" fmla="*/ 0 h 142"/>
                <a:gd name="T58" fmla="*/ 316 w 438"/>
                <a:gd name="T59" fmla="*/ 0 h 142"/>
                <a:gd name="T60" fmla="*/ 276 w 438"/>
                <a:gd name="T61" fmla="*/ 4 h 142"/>
                <a:gd name="T62" fmla="*/ 234 w 438"/>
                <a:gd name="T63" fmla="*/ 10 h 142"/>
                <a:gd name="T64" fmla="*/ 184 w 438"/>
                <a:gd name="T65" fmla="*/ 20 h 142"/>
                <a:gd name="T66" fmla="*/ 132 w 438"/>
                <a:gd name="T67" fmla="*/ 32 h 142"/>
                <a:gd name="T68" fmla="*/ 82 w 438"/>
                <a:gd name="T69" fmla="*/ 48 h 142"/>
                <a:gd name="T70" fmla="*/ 60 w 438"/>
                <a:gd name="T71" fmla="*/ 56 h 142"/>
                <a:gd name="T72" fmla="*/ 40 w 438"/>
                <a:gd name="T73" fmla="*/ 64 h 142"/>
                <a:gd name="T74" fmla="*/ 24 w 438"/>
                <a:gd name="T75" fmla="*/ 74 h 142"/>
                <a:gd name="T76" fmla="*/ 10 w 438"/>
                <a:gd name="T77" fmla="*/ 86 h 142"/>
                <a:gd name="T78" fmla="*/ 10 w 438"/>
                <a:gd name="T79"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8" h="142">
                  <a:moveTo>
                    <a:pt x="10" y="86"/>
                  </a:moveTo>
                  <a:lnTo>
                    <a:pt x="0" y="142"/>
                  </a:lnTo>
                  <a:lnTo>
                    <a:pt x="0" y="142"/>
                  </a:lnTo>
                  <a:lnTo>
                    <a:pt x="122" y="130"/>
                  </a:lnTo>
                  <a:lnTo>
                    <a:pt x="244" y="118"/>
                  </a:lnTo>
                  <a:lnTo>
                    <a:pt x="244" y="118"/>
                  </a:lnTo>
                  <a:lnTo>
                    <a:pt x="300" y="112"/>
                  </a:lnTo>
                  <a:lnTo>
                    <a:pt x="354" y="106"/>
                  </a:lnTo>
                  <a:lnTo>
                    <a:pt x="354" y="106"/>
                  </a:lnTo>
                  <a:lnTo>
                    <a:pt x="382" y="102"/>
                  </a:lnTo>
                  <a:lnTo>
                    <a:pt x="398" y="98"/>
                  </a:lnTo>
                  <a:lnTo>
                    <a:pt x="412" y="94"/>
                  </a:lnTo>
                  <a:lnTo>
                    <a:pt x="424" y="86"/>
                  </a:lnTo>
                  <a:lnTo>
                    <a:pt x="430" y="80"/>
                  </a:lnTo>
                  <a:lnTo>
                    <a:pt x="434" y="76"/>
                  </a:lnTo>
                  <a:lnTo>
                    <a:pt x="436" y="70"/>
                  </a:lnTo>
                  <a:lnTo>
                    <a:pt x="438" y="62"/>
                  </a:lnTo>
                  <a:lnTo>
                    <a:pt x="438" y="54"/>
                  </a:lnTo>
                  <a:lnTo>
                    <a:pt x="436" y="46"/>
                  </a:lnTo>
                  <a:lnTo>
                    <a:pt x="436" y="46"/>
                  </a:lnTo>
                  <a:lnTo>
                    <a:pt x="432" y="38"/>
                  </a:lnTo>
                  <a:lnTo>
                    <a:pt x="428" y="32"/>
                  </a:lnTo>
                  <a:lnTo>
                    <a:pt x="422" y="26"/>
                  </a:lnTo>
                  <a:lnTo>
                    <a:pt x="416" y="20"/>
                  </a:lnTo>
                  <a:lnTo>
                    <a:pt x="402" y="12"/>
                  </a:lnTo>
                  <a:lnTo>
                    <a:pt x="384" y="6"/>
                  </a:lnTo>
                  <a:lnTo>
                    <a:pt x="366" y="2"/>
                  </a:lnTo>
                  <a:lnTo>
                    <a:pt x="346" y="0"/>
                  </a:lnTo>
                  <a:lnTo>
                    <a:pt x="316" y="0"/>
                  </a:lnTo>
                  <a:lnTo>
                    <a:pt x="316" y="0"/>
                  </a:lnTo>
                  <a:lnTo>
                    <a:pt x="276" y="4"/>
                  </a:lnTo>
                  <a:lnTo>
                    <a:pt x="234" y="10"/>
                  </a:lnTo>
                  <a:lnTo>
                    <a:pt x="184" y="20"/>
                  </a:lnTo>
                  <a:lnTo>
                    <a:pt x="132" y="32"/>
                  </a:lnTo>
                  <a:lnTo>
                    <a:pt x="82" y="48"/>
                  </a:lnTo>
                  <a:lnTo>
                    <a:pt x="60" y="56"/>
                  </a:lnTo>
                  <a:lnTo>
                    <a:pt x="40" y="64"/>
                  </a:lnTo>
                  <a:lnTo>
                    <a:pt x="24" y="74"/>
                  </a:lnTo>
                  <a:lnTo>
                    <a:pt x="10" y="86"/>
                  </a:lnTo>
                  <a:lnTo>
                    <a:pt x="10"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03" name="Freeform 227"/>
            <p:cNvSpPr>
              <a:spLocks/>
            </p:cNvSpPr>
            <p:nvPr/>
          </p:nvSpPr>
          <p:spPr bwMode="auto">
            <a:xfrm>
              <a:off x="3552371" y="3516086"/>
              <a:ext cx="727075" cy="371475"/>
            </a:xfrm>
            <a:custGeom>
              <a:avLst/>
              <a:gdLst>
                <a:gd name="T0" fmla="*/ 384 w 458"/>
                <a:gd name="T1" fmla="*/ 0 h 234"/>
                <a:gd name="T2" fmla="*/ 0 w 458"/>
                <a:gd name="T3" fmla="*/ 158 h 234"/>
                <a:gd name="T4" fmla="*/ 10 w 458"/>
                <a:gd name="T5" fmla="*/ 234 h 234"/>
                <a:gd name="T6" fmla="*/ 430 w 458"/>
                <a:gd name="T7" fmla="*/ 190 h 234"/>
                <a:gd name="T8" fmla="*/ 430 w 458"/>
                <a:gd name="T9" fmla="*/ 190 h 234"/>
                <a:gd name="T10" fmla="*/ 438 w 458"/>
                <a:gd name="T11" fmla="*/ 186 h 234"/>
                <a:gd name="T12" fmla="*/ 444 w 458"/>
                <a:gd name="T13" fmla="*/ 180 h 234"/>
                <a:gd name="T14" fmla="*/ 452 w 458"/>
                <a:gd name="T15" fmla="*/ 172 h 234"/>
                <a:gd name="T16" fmla="*/ 456 w 458"/>
                <a:gd name="T17" fmla="*/ 160 h 234"/>
                <a:gd name="T18" fmla="*/ 458 w 458"/>
                <a:gd name="T19" fmla="*/ 152 h 234"/>
                <a:gd name="T20" fmla="*/ 458 w 458"/>
                <a:gd name="T21" fmla="*/ 144 h 234"/>
                <a:gd name="T22" fmla="*/ 458 w 458"/>
                <a:gd name="T23" fmla="*/ 134 h 234"/>
                <a:gd name="T24" fmla="*/ 454 w 458"/>
                <a:gd name="T25" fmla="*/ 122 h 234"/>
                <a:gd name="T26" fmla="*/ 450 w 458"/>
                <a:gd name="T27" fmla="*/ 110 h 234"/>
                <a:gd name="T28" fmla="*/ 444 w 458"/>
                <a:gd name="T29" fmla="*/ 98 h 234"/>
                <a:gd name="T30" fmla="*/ 384 w 458"/>
                <a:gd name="T3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4">
                  <a:moveTo>
                    <a:pt x="384" y="0"/>
                  </a:moveTo>
                  <a:lnTo>
                    <a:pt x="0" y="158"/>
                  </a:lnTo>
                  <a:lnTo>
                    <a:pt x="10" y="234"/>
                  </a:lnTo>
                  <a:lnTo>
                    <a:pt x="430" y="190"/>
                  </a:lnTo>
                  <a:lnTo>
                    <a:pt x="430" y="190"/>
                  </a:lnTo>
                  <a:lnTo>
                    <a:pt x="438" y="186"/>
                  </a:lnTo>
                  <a:lnTo>
                    <a:pt x="444" y="180"/>
                  </a:lnTo>
                  <a:lnTo>
                    <a:pt x="452" y="172"/>
                  </a:lnTo>
                  <a:lnTo>
                    <a:pt x="456" y="160"/>
                  </a:lnTo>
                  <a:lnTo>
                    <a:pt x="458" y="152"/>
                  </a:lnTo>
                  <a:lnTo>
                    <a:pt x="458" y="144"/>
                  </a:lnTo>
                  <a:lnTo>
                    <a:pt x="458" y="134"/>
                  </a:lnTo>
                  <a:lnTo>
                    <a:pt x="454" y="122"/>
                  </a:lnTo>
                  <a:lnTo>
                    <a:pt x="450" y="110"/>
                  </a:lnTo>
                  <a:lnTo>
                    <a:pt x="444" y="98"/>
                  </a:lnTo>
                  <a:lnTo>
                    <a:pt x="38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04" name="Freeform 228"/>
            <p:cNvSpPr>
              <a:spLocks/>
            </p:cNvSpPr>
            <p:nvPr/>
          </p:nvSpPr>
          <p:spPr bwMode="auto">
            <a:xfrm>
              <a:off x="3120571" y="3449411"/>
              <a:ext cx="831850" cy="498475"/>
            </a:xfrm>
            <a:custGeom>
              <a:avLst/>
              <a:gdLst>
                <a:gd name="T0" fmla="*/ 496 w 524"/>
                <a:gd name="T1" fmla="*/ 282 h 314"/>
                <a:gd name="T2" fmla="*/ 496 w 524"/>
                <a:gd name="T3" fmla="*/ 282 h 314"/>
                <a:gd name="T4" fmla="*/ 496 w 524"/>
                <a:gd name="T5" fmla="*/ 288 h 314"/>
                <a:gd name="T6" fmla="*/ 494 w 524"/>
                <a:gd name="T7" fmla="*/ 294 h 314"/>
                <a:gd name="T8" fmla="*/ 492 w 524"/>
                <a:gd name="T9" fmla="*/ 300 h 314"/>
                <a:gd name="T10" fmla="*/ 488 w 524"/>
                <a:gd name="T11" fmla="*/ 304 h 314"/>
                <a:gd name="T12" fmla="*/ 482 w 524"/>
                <a:gd name="T13" fmla="*/ 308 h 314"/>
                <a:gd name="T14" fmla="*/ 478 w 524"/>
                <a:gd name="T15" fmla="*/ 312 h 314"/>
                <a:gd name="T16" fmla="*/ 472 w 524"/>
                <a:gd name="T17" fmla="*/ 314 h 314"/>
                <a:gd name="T18" fmla="*/ 464 w 524"/>
                <a:gd name="T19" fmla="*/ 314 h 314"/>
                <a:gd name="T20" fmla="*/ 60 w 524"/>
                <a:gd name="T21" fmla="*/ 314 h 314"/>
                <a:gd name="T22" fmla="*/ 60 w 524"/>
                <a:gd name="T23" fmla="*/ 314 h 314"/>
                <a:gd name="T24" fmla="*/ 52 w 524"/>
                <a:gd name="T25" fmla="*/ 314 h 314"/>
                <a:gd name="T26" fmla="*/ 46 w 524"/>
                <a:gd name="T27" fmla="*/ 312 h 314"/>
                <a:gd name="T28" fmla="*/ 42 w 524"/>
                <a:gd name="T29" fmla="*/ 308 h 314"/>
                <a:gd name="T30" fmla="*/ 36 w 524"/>
                <a:gd name="T31" fmla="*/ 304 h 314"/>
                <a:gd name="T32" fmla="*/ 32 w 524"/>
                <a:gd name="T33" fmla="*/ 300 h 314"/>
                <a:gd name="T34" fmla="*/ 30 w 524"/>
                <a:gd name="T35" fmla="*/ 294 h 314"/>
                <a:gd name="T36" fmla="*/ 28 w 524"/>
                <a:gd name="T37" fmla="*/ 288 h 314"/>
                <a:gd name="T38" fmla="*/ 28 w 524"/>
                <a:gd name="T39" fmla="*/ 282 h 314"/>
                <a:gd name="T40" fmla="*/ 0 w 524"/>
                <a:gd name="T41" fmla="*/ 32 h 314"/>
                <a:gd name="T42" fmla="*/ 0 w 524"/>
                <a:gd name="T43" fmla="*/ 32 h 314"/>
                <a:gd name="T44" fmla="*/ 0 w 524"/>
                <a:gd name="T45" fmla="*/ 26 h 314"/>
                <a:gd name="T46" fmla="*/ 2 w 524"/>
                <a:gd name="T47" fmla="*/ 20 h 314"/>
                <a:gd name="T48" fmla="*/ 6 w 524"/>
                <a:gd name="T49" fmla="*/ 14 h 314"/>
                <a:gd name="T50" fmla="*/ 10 w 524"/>
                <a:gd name="T51" fmla="*/ 10 h 314"/>
                <a:gd name="T52" fmla="*/ 14 w 524"/>
                <a:gd name="T53" fmla="*/ 6 h 314"/>
                <a:gd name="T54" fmla="*/ 20 w 524"/>
                <a:gd name="T55" fmla="*/ 2 h 314"/>
                <a:gd name="T56" fmla="*/ 26 w 524"/>
                <a:gd name="T57" fmla="*/ 0 h 314"/>
                <a:gd name="T58" fmla="*/ 32 w 524"/>
                <a:gd name="T59" fmla="*/ 0 h 314"/>
                <a:gd name="T60" fmla="*/ 492 w 524"/>
                <a:gd name="T61" fmla="*/ 0 h 314"/>
                <a:gd name="T62" fmla="*/ 492 w 524"/>
                <a:gd name="T63" fmla="*/ 0 h 314"/>
                <a:gd name="T64" fmla="*/ 498 w 524"/>
                <a:gd name="T65" fmla="*/ 0 h 314"/>
                <a:gd name="T66" fmla="*/ 504 w 524"/>
                <a:gd name="T67" fmla="*/ 2 h 314"/>
                <a:gd name="T68" fmla="*/ 510 w 524"/>
                <a:gd name="T69" fmla="*/ 6 h 314"/>
                <a:gd name="T70" fmla="*/ 514 w 524"/>
                <a:gd name="T71" fmla="*/ 10 h 314"/>
                <a:gd name="T72" fmla="*/ 518 w 524"/>
                <a:gd name="T73" fmla="*/ 14 h 314"/>
                <a:gd name="T74" fmla="*/ 522 w 524"/>
                <a:gd name="T75" fmla="*/ 20 h 314"/>
                <a:gd name="T76" fmla="*/ 524 w 524"/>
                <a:gd name="T77" fmla="*/ 26 h 314"/>
                <a:gd name="T78" fmla="*/ 524 w 524"/>
                <a:gd name="T79" fmla="*/ 32 h 314"/>
                <a:gd name="T80" fmla="*/ 496 w 524"/>
                <a:gd name="T81" fmla="*/ 28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24" h="314">
                  <a:moveTo>
                    <a:pt x="496" y="282"/>
                  </a:moveTo>
                  <a:lnTo>
                    <a:pt x="496" y="282"/>
                  </a:lnTo>
                  <a:lnTo>
                    <a:pt x="496" y="288"/>
                  </a:lnTo>
                  <a:lnTo>
                    <a:pt x="494" y="294"/>
                  </a:lnTo>
                  <a:lnTo>
                    <a:pt x="492" y="300"/>
                  </a:lnTo>
                  <a:lnTo>
                    <a:pt x="488" y="304"/>
                  </a:lnTo>
                  <a:lnTo>
                    <a:pt x="482" y="308"/>
                  </a:lnTo>
                  <a:lnTo>
                    <a:pt x="478" y="312"/>
                  </a:lnTo>
                  <a:lnTo>
                    <a:pt x="472" y="314"/>
                  </a:lnTo>
                  <a:lnTo>
                    <a:pt x="464" y="314"/>
                  </a:lnTo>
                  <a:lnTo>
                    <a:pt x="60" y="314"/>
                  </a:lnTo>
                  <a:lnTo>
                    <a:pt x="60" y="314"/>
                  </a:lnTo>
                  <a:lnTo>
                    <a:pt x="52" y="314"/>
                  </a:lnTo>
                  <a:lnTo>
                    <a:pt x="46" y="312"/>
                  </a:lnTo>
                  <a:lnTo>
                    <a:pt x="42" y="308"/>
                  </a:lnTo>
                  <a:lnTo>
                    <a:pt x="36" y="304"/>
                  </a:lnTo>
                  <a:lnTo>
                    <a:pt x="32" y="300"/>
                  </a:lnTo>
                  <a:lnTo>
                    <a:pt x="30" y="294"/>
                  </a:lnTo>
                  <a:lnTo>
                    <a:pt x="28" y="288"/>
                  </a:lnTo>
                  <a:lnTo>
                    <a:pt x="28" y="282"/>
                  </a:lnTo>
                  <a:lnTo>
                    <a:pt x="0" y="32"/>
                  </a:lnTo>
                  <a:lnTo>
                    <a:pt x="0" y="32"/>
                  </a:lnTo>
                  <a:lnTo>
                    <a:pt x="0" y="26"/>
                  </a:lnTo>
                  <a:lnTo>
                    <a:pt x="2" y="20"/>
                  </a:lnTo>
                  <a:lnTo>
                    <a:pt x="6" y="14"/>
                  </a:lnTo>
                  <a:lnTo>
                    <a:pt x="10" y="10"/>
                  </a:lnTo>
                  <a:lnTo>
                    <a:pt x="14" y="6"/>
                  </a:lnTo>
                  <a:lnTo>
                    <a:pt x="20" y="2"/>
                  </a:lnTo>
                  <a:lnTo>
                    <a:pt x="26" y="0"/>
                  </a:lnTo>
                  <a:lnTo>
                    <a:pt x="32" y="0"/>
                  </a:lnTo>
                  <a:lnTo>
                    <a:pt x="492" y="0"/>
                  </a:lnTo>
                  <a:lnTo>
                    <a:pt x="492" y="0"/>
                  </a:lnTo>
                  <a:lnTo>
                    <a:pt x="498" y="0"/>
                  </a:lnTo>
                  <a:lnTo>
                    <a:pt x="504" y="2"/>
                  </a:lnTo>
                  <a:lnTo>
                    <a:pt x="510" y="6"/>
                  </a:lnTo>
                  <a:lnTo>
                    <a:pt x="514" y="10"/>
                  </a:lnTo>
                  <a:lnTo>
                    <a:pt x="518" y="14"/>
                  </a:lnTo>
                  <a:lnTo>
                    <a:pt x="522" y="20"/>
                  </a:lnTo>
                  <a:lnTo>
                    <a:pt x="524" y="26"/>
                  </a:lnTo>
                  <a:lnTo>
                    <a:pt x="524" y="32"/>
                  </a:lnTo>
                  <a:lnTo>
                    <a:pt x="496" y="282"/>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05" name="Freeform 229"/>
            <p:cNvSpPr>
              <a:spLocks/>
            </p:cNvSpPr>
            <p:nvPr/>
          </p:nvSpPr>
          <p:spPr bwMode="auto">
            <a:xfrm>
              <a:off x="3149146" y="3487511"/>
              <a:ext cx="774700" cy="460375"/>
            </a:xfrm>
            <a:custGeom>
              <a:avLst/>
              <a:gdLst>
                <a:gd name="T0" fmla="*/ 462 w 488"/>
                <a:gd name="T1" fmla="*/ 260 h 290"/>
                <a:gd name="T2" fmla="*/ 462 w 488"/>
                <a:gd name="T3" fmla="*/ 260 h 290"/>
                <a:gd name="T4" fmla="*/ 462 w 488"/>
                <a:gd name="T5" fmla="*/ 266 h 290"/>
                <a:gd name="T6" fmla="*/ 460 w 488"/>
                <a:gd name="T7" fmla="*/ 272 h 290"/>
                <a:gd name="T8" fmla="*/ 454 w 488"/>
                <a:gd name="T9" fmla="*/ 282 h 290"/>
                <a:gd name="T10" fmla="*/ 444 w 488"/>
                <a:gd name="T11" fmla="*/ 288 h 290"/>
                <a:gd name="T12" fmla="*/ 438 w 488"/>
                <a:gd name="T13" fmla="*/ 290 h 290"/>
                <a:gd name="T14" fmla="*/ 432 w 488"/>
                <a:gd name="T15" fmla="*/ 290 h 290"/>
                <a:gd name="T16" fmla="*/ 56 w 488"/>
                <a:gd name="T17" fmla="*/ 290 h 290"/>
                <a:gd name="T18" fmla="*/ 56 w 488"/>
                <a:gd name="T19" fmla="*/ 290 h 290"/>
                <a:gd name="T20" fmla="*/ 50 w 488"/>
                <a:gd name="T21" fmla="*/ 290 h 290"/>
                <a:gd name="T22" fmla="*/ 44 w 488"/>
                <a:gd name="T23" fmla="*/ 288 h 290"/>
                <a:gd name="T24" fmla="*/ 36 w 488"/>
                <a:gd name="T25" fmla="*/ 282 h 290"/>
                <a:gd name="T26" fmla="*/ 28 w 488"/>
                <a:gd name="T27" fmla="*/ 272 h 290"/>
                <a:gd name="T28" fmla="*/ 26 w 488"/>
                <a:gd name="T29" fmla="*/ 266 h 290"/>
                <a:gd name="T30" fmla="*/ 26 w 488"/>
                <a:gd name="T31" fmla="*/ 260 h 290"/>
                <a:gd name="T32" fmla="*/ 0 w 488"/>
                <a:gd name="T33" fmla="*/ 30 h 290"/>
                <a:gd name="T34" fmla="*/ 0 w 488"/>
                <a:gd name="T35" fmla="*/ 30 h 290"/>
                <a:gd name="T36" fmla="*/ 0 w 488"/>
                <a:gd name="T37" fmla="*/ 24 h 290"/>
                <a:gd name="T38" fmla="*/ 2 w 488"/>
                <a:gd name="T39" fmla="*/ 18 h 290"/>
                <a:gd name="T40" fmla="*/ 8 w 488"/>
                <a:gd name="T41" fmla="*/ 8 h 290"/>
                <a:gd name="T42" fmla="*/ 18 w 488"/>
                <a:gd name="T43" fmla="*/ 2 h 290"/>
                <a:gd name="T44" fmla="*/ 24 w 488"/>
                <a:gd name="T45" fmla="*/ 0 h 290"/>
                <a:gd name="T46" fmla="*/ 30 w 488"/>
                <a:gd name="T47" fmla="*/ 0 h 290"/>
                <a:gd name="T48" fmla="*/ 458 w 488"/>
                <a:gd name="T49" fmla="*/ 0 h 290"/>
                <a:gd name="T50" fmla="*/ 458 w 488"/>
                <a:gd name="T51" fmla="*/ 0 h 290"/>
                <a:gd name="T52" fmla="*/ 464 w 488"/>
                <a:gd name="T53" fmla="*/ 0 h 290"/>
                <a:gd name="T54" fmla="*/ 470 w 488"/>
                <a:gd name="T55" fmla="*/ 2 h 290"/>
                <a:gd name="T56" fmla="*/ 480 w 488"/>
                <a:gd name="T57" fmla="*/ 8 h 290"/>
                <a:gd name="T58" fmla="*/ 486 w 488"/>
                <a:gd name="T59" fmla="*/ 18 h 290"/>
                <a:gd name="T60" fmla="*/ 488 w 488"/>
                <a:gd name="T61" fmla="*/ 24 h 290"/>
                <a:gd name="T62" fmla="*/ 488 w 488"/>
                <a:gd name="T63" fmla="*/ 30 h 290"/>
                <a:gd name="T64" fmla="*/ 462 w 488"/>
                <a:gd name="T65" fmla="*/ 26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8" h="290">
                  <a:moveTo>
                    <a:pt x="462" y="260"/>
                  </a:moveTo>
                  <a:lnTo>
                    <a:pt x="462" y="260"/>
                  </a:lnTo>
                  <a:lnTo>
                    <a:pt x="462" y="266"/>
                  </a:lnTo>
                  <a:lnTo>
                    <a:pt x="460" y="272"/>
                  </a:lnTo>
                  <a:lnTo>
                    <a:pt x="454" y="282"/>
                  </a:lnTo>
                  <a:lnTo>
                    <a:pt x="444" y="288"/>
                  </a:lnTo>
                  <a:lnTo>
                    <a:pt x="438" y="290"/>
                  </a:lnTo>
                  <a:lnTo>
                    <a:pt x="432" y="290"/>
                  </a:lnTo>
                  <a:lnTo>
                    <a:pt x="56" y="290"/>
                  </a:lnTo>
                  <a:lnTo>
                    <a:pt x="56" y="290"/>
                  </a:lnTo>
                  <a:lnTo>
                    <a:pt x="50" y="290"/>
                  </a:lnTo>
                  <a:lnTo>
                    <a:pt x="44" y="288"/>
                  </a:lnTo>
                  <a:lnTo>
                    <a:pt x="36" y="282"/>
                  </a:lnTo>
                  <a:lnTo>
                    <a:pt x="28" y="272"/>
                  </a:lnTo>
                  <a:lnTo>
                    <a:pt x="26" y="266"/>
                  </a:lnTo>
                  <a:lnTo>
                    <a:pt x="26" y="260"/>
                  </a:lnTo>
                  <a:lnTo>
                    <a:pt x="0" y="30"/>
                  </a:lnTo>
                  <a:lnTo>
                    <a:pt x="0" y="30"/>
                  </a:lnTo>
                  <a:lnTo>
                    <a:pt x="0" y="24"/>
                  </a:lnTo>
                  <a:lnTo>
                    <a:pt x="2" y="18"/>
                  </a:lnTo>
                  <a:lnTo>
                    <a:pt x="8" y="8"/>
                  </a:lnTo>
                  <a:lnTo>
                    <a:pt x="18" y="2"/>
                  </a:lnTo>
                  <a:lnTo>
                    <a:pt x="24" y="0"/>
                  </a:lnTo>
                  <a:lnTo>
                    <a:pt x="30" y="0"/>
                  </a:lnTo>
                  <a:lnTo>
                    <a:pt x="458" y="0"/>
                  </a:lnTo>
                  <a:lnTo>
                    <a:pt x="458" y="0"/>
                  </a:lnTo>
                  <a:lnTo>
                    <a:pt x="464" y="0"/>
                  </a:lnTo>
                  <a:lnTo>
                    <a:pt x="470" y="2"/>
                  </a:lnTo>
                  <a:lnTo>
                    <a:pt x="480" y="8"/>
                  </a:lnTo>
                  <a:lnTo>
                    <a:pt x="486" y="18"/>
                  </a:lnTo>
                  <a:lnTo>
                    <a:pt x="488" y="24"/>
                  </a:lnTo>
                  <a:lnTo>
                    <a:pt x="488" y="30"/>
                  </a:lnTo>
                  <a:lnTo>
                    <a:pt x="462" y="26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06" name="Freeform 230"/>
            <p:cNvSpPr>
              <a:spLocks noEditPoints="1"/>
            </p:cNvSpPr>
            <p:nvPr/>
          </p:nvSpPr>
          <p:spPr bwMode="auto">
            <a:xfrm>
              <a:off x="3463471" y="3633561"/>
              <a:ext cx="174625" cy="177800"/>
            </a:xfrm>
            <a:custGeom>
              <a:avLst/>
              <a:gdLst>
                <a:gd name="T0" fmla="*/ 56 w 110"/>
                <a:gd name="T1" fmla="*/ 0 h 112"/>
                <a:gd name="T2" fmla="*/ 34 w 110"/>
                <a:gd name="T3" fmla="*/ 4 h 112"/>
                <a:gd name="T4" fmla="*/ 16 w 110"/>
                <a:gd name="T5" fmla="*/ 16 h 112"/>
                <a:gd name="T6" fmla="*/ 4 w 110"/>
                <a:gd name="T7" fmla="*/ 34 h 112"/>
                <a:gd name="T8" fmla="*/ 0 w 110"/>
                <a:gd name="T9" fmla="*/ 56 h 112"/>
                <a:gd name="T10" fmla="*/ 2 w 110"/>
                <a:gd name="T11" fmla="*/ 68 h 112"/>
                <a:gd name="T12" fmla="*/ 10 w 110"/>
                <a:gd name="T13" fmla="*/ 86 h 112"/>
                <a:gd name="T14" fmla="*/ 24 w 110"/>
                <a:gd name="T15" fmla="*/ 102 h 112"/>
                <a:gd name="T16" fmla="*/ 44 w 110"/>
                <a:gd name="T17" fmla="*/ 110 h 112"/>
                <a:gd name="T18" fmla="*/ 56 w 110"/>
                <a:gd name="T19" fmla="*/ 112 h 112"/>
                <a:gd name="T20" fmla="*/ 78 w 110"/>
                <a:gd name="T21" fmla="*/ 106 h 112"/>
                <a:gd name="T22" fmla="*/ 94 w 110"/>
                <a:gd name="T23" fmla="*/ 96 h 112"/>
                <a:gd name="T24" fmla="*/ 106 w 110"/>
                <a:gd name="T25" fmla="*/ 78 h 112"/>
                <a:gd name="T26" fmla="*/ 110 w 110"/>
                <a:gd name="T27" fmla="*/ 56 h 112"/>
                <a:gd name="T28" fmla="*/ 110 w 110"/>
                <a:gd name="T29" fmla="*/ 44 h 112"/>
                <a:gd name="T30" fmla="*/ 102 w 110"/>
                <a:gd name="T31" fmla="*/ 24 h 112"/>
                <a:gd name="T32" fmla="*/ 86 w 110"/>
                <a:gd name="T33" fmla="*/ 10 h 112"/>
                <a:gd name="T34" fmla="*/ 66 w 110"/>
                <a:gd name="T35" fmla="*/ 2 h 112"/>
                <a:gd name="T36" fmla="*/ 56 w 110"/>
                <a:gd name="T37" fmla="*/ 0 h 112"/>
                <a:gd name="T38" fmla="*/ 56 w 110"/>
                <a:gd name="T39" fmla="*/ 98 h 112"/>
                <a:gd name="T40" fmla="*/ 38 w 110"/>
                <a:gd name="T41" fmla="*/ 96 h 112"/>
                <a:gd name="T42" fmla="*/ 26 w 110"/>
                <a:gd name="T43" fmla="*/ 86 h 112"/>
                <a:gd name="T44" fmla="*/ 16 w 110"/>
                <a:gd name="T45" fmla="*/ 72 h 112"/>
                <a:gd name="T46" fmla="*/ 12 w 110"/>
                <a:gd name="T47" fmla="*/ 56 h 112"/>
                <a:gd name="T48" fmla="*/ 14 w 110"/>
                <a:gd name="T49" fmla="*/ 48 h 112"/>
                <a:gd name="T50" fmla="*/ 20 w 110"/>
                <a:gd name="T51" fmla="*/ 32 h 112"/>
                <a:gd name="T52" fmla="*/ 32 w 110"/>
                <a:gd name="T53" fmla="*/ 20 h 112"/>
                <a:gd name="T54" fmla="*/ 46 w 110"/>
                <a:gd name="T55" fmla="*/ 14 h 112"/>
                <a:gd name="T56" fmla="*/ 56 w 110"/>
                <a:gd name="T57" fmla="*/ 14 h 112"/>
                <a:gd name="T58" fmla="*/ 72 w 110"/>
                <a:gd name="T59" fmla="*/ 16 h 112"/>
                <a:gd name="T60" fmla="*/ 86 w 110"/>
                <a:gd name="T61" fmla="*/ 26 h 112"/>
                <a:gd name="T62" fmla="*/ 94 w 110"/>
                <a:gd name="T63" fmla="*/ 40 h 112"/>
                <a:gd name="T64" fmla="*/ 98 w 110"/>
                <a:gd name="T65" fmla="*/ 56 h 112"/>
                <a:gd name="T66" fmla="*/ 98 w 110"/>
                <a:gd name="T67" fmla="*/ 64 h 112"/>
                <a:gd name="T68" fmla="*/ 90 w 110"/>
                <a:gd name="T69" fmla="*/ 80 h 112"/>
                <a:gd name="T70" fmla="*/ 80 w 110"/>
                <a:gd name="T71" fmla="*/ 92 h 112"/>
                <a:gd name="T72" fmla="*/ 64 w 110"/>
                <a:gd name="T73" fmla="*/ 98 h 112"/>
                <a:gd name="T74" fmla="*/ 56 w 110"/>
                <a:gd name="T75" fmla="*/ 9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12">
                  <a:moveTo>
                    <a:pt x="56" y="0"/>
                  </a:moveTo>
                  <a:lnTo>
                    <a:pt x="56" y="0"/>
                  </a:lnTo>
                  <a:lnTo>
                    <a:pt x="44" y="2"/>
                  </a:lnTo>
                  <a:lnTo>
                    <a:pt x="34" y="4"/>
                  </a:lnTo>
                  <a:lnTo>
                    <a:pt x="24" y="10"/>
                  </a:lnTo>
                  <a:lnTo>
                    <a:pt x="16" y="16"/>
                  </a:lnTo>
                  <a:lnTo>
                    <a:pt x="10" y="24"/>
                  </a:lnTo>
                  <a:lnTo>
                    <a:pt x="4" y="34"/>
                  </a:lnTo>
                  <a:lnTo>
                    <a:pt x="2" y="44"/>
                  </a:lnTo>
                  <a:lnTo>
                    <a:pt x="0" y="56"/>
                  </a:lnTo>
                  <a:lnTo>
                    <a:pt x="0" y="56"/>
                  </a:lnTo>
                  <a:lnTo>
                    <a:pt x="2" y="68"/>
                  </a:lnTo>
                  <a:lnTo>
                    <a:pt x="4" y="78"/>
                  </a:lnTo>
                  <a:lnTo>
                    <a:pt x="10" y="86"/>
                  </a:lnTo>
                  <a:lnTo>
                    <a:pt x="16" y="96"/>
                  </a:lnTo>
                  <a:lnTo>
                    <a:pt x="24" y="102"/>
                  </a:lnTo>
                  <a:lnTo>
                    <a:pt x="34" y="106"/>
                  </a:lnTo>
                  <a:lnTo>
                    <a:pt x="44" y="110"/>
                  </a:lnTo>
                  <a:lnTo>
                    <a:pt x="56" y="112"/>
                  </a:lnTo>
                  <a:lnTo>
                    <a:pt x="56" y="112"/>
                  </a:lnTo>
                  <a:lnTo>
                    <a:pt x="66" y="110"/>
                  </a:lnTo>
                  <a:lnTo>
                    <a:pt x="78" y="106"/>
                  </a:lnTo>
                  <a:lnTo>
                    <a:pt x="86" y="102"/>
                  </a:lnTo>
                  <a:lnTo>
                    <a:pt x="94" y="96"/>
                  </a:lnTo>
                  <a:lnTo>
                    <a:pt x="102" y="86"/>
                  </a:lnTo>
                  <a:lnTo>
                    <a:pt x="106" y="78"/>
                  </a:lnTo>
                  <a:lnTo>
                    <a:pt x="110" y="68"/>
                  </a:lnTo>
                  <a:lnTo>
                    <a:pt x="110" y="56"/>
                  </a:lnTo>
                  <a:lnTo>
                    <a:pt x="110" y="56"/>
                  </a:lnTo>
                  <a:lnTo>
                    <a:pt x="110" y="44"/>
                  </a:lnTo>
                  <a:lnTo>
                    <a:pt x="106" y="34"/>
                  </a:lnTo>
                  <a:lnTo>
                    <a:pt x="102" y="24"/>
                  </a:lnTo>
                  <a:lnTo>
                    <a:pt x="94" y="16"/>
                  </a:lnTo>
                  <a:lnTo>
                    <a:pt x="86" y="10"/>
                  </a:lnTo>
                  <a:lnTo>
                    <a:pt x="78" y="4"/>
                  </a:lnTo>
                  <a:lnTo>
                    <a:pt x="66" y="2"/>
                  </a:lnTo>
                  <a:lnTo>
                    <a:pt x="56" y="0"/>
                  </a:lnTo>
                  <a:lnTo>
                    <a:pt x="56" y="0"/>
                  </a:lnTo>
                  <a:close/>
                  <a:moveTo>
                    <a:pt x="56" y="98"/>
                  </a:moveTo>
                  <a:lnTo>
                    <a:pt x="56" y="98"/>
                  </a:lnTo>
                  <a:lnTo>
                    <a:pt x="46" y="98"/>
                  </a:lnTo>
                  <a:lnTo>
                    <a:pt x="38" y="96"/>
                  </a:lnTo>
                  <a:lnTo>
                    <a:pt x="32" y="92"/>
                  </a:lnTo>
                  <a:lnTo>
                    <a:pt x="26" y="86"/>
                  </a:lnTo>
                  <a:lnTo>
                    <a:pt x="20" y="80"/>
                  </a:lnTo>
                  <a:lnTo>
                    <a:pt x="16" y="72"/>
                  </a:lnTo>
                  <a:lnTo>
                    <a:pt x="14" y="64"/>
                  </a:lnTo>
                  <a:lnTo>
                    <a:pt x="12" y="56"/>
                  </a:lnTo>
                  <a:lnTo>
                    <a:pt x="12" y="56"/>
                  </a:lnTo>
                  <a:lnTo>
                    <a:pt x="14" y="48"/>
                  </a:lnTo>
                  <a:lnTo>
                    <a:pt x="16" y="40"/>
                  </a:lnTo>
                  <a:lnTo>
                    <a:pt x="20" y="32"/>
                  </a:lnTo>
                  <a:lnTo>
                    <a:pt x="26" y="26"/>
                  </a:lnTo>
                  <a:lnTo>
                    <a:pt x="32" y="20"/>
                  </a:lnTo>
                  <a:lnTo>
                    <a:pt x="38" y="16"/>
                  </a:lnTo>
                  <a:lnTo>
                    <a:pt x="46" y="14"/>
                  </a:lnTo>
                  <a:lnTo>
                    <a:pt x="56" y="14"/>
                  </a:lnTo>
                  <a:lnTo>
                    <a:pt x="56" y="14"/>
                  </a:lnTo>
                  <a:lnTo>
                    <a:pt x="64" y="14"/>
                  </a:lnTo>
                  <a:lnTo>
                    <a:pt x="72" y="16"/>
                  </a:lnTo>
                  <a:lnTo>
                    <a:pt x="80" y="20"/>
                  </a:lnTo>
                  <a:lnTo>
                    <a:pt x="86" y="26"/>
                  </a:lnTo>
                  <a:lnTo>
                    <a:pt x="90" y="32"/>
                  </a:lnTo>
                  <a:lnTo>
                    <a:pt x="94" y="40"/>
                  </a:lnTo>
                  <a:lnTo>
                    <a:pt x="98" y="48"/>
                  </a:lnTo>
                  <a:lnTo>
                    <a:pt x="98" y="56"/>
                  </a:lnTo>
                  <a:lnTo>
                    <a:pt x="98" y="56"/>
                  </a:lnTo>
                  <a:lnTo>
                    <a:pt x="98" y="64"/>
                  </a:lnTo>
                  <a:lnTo>
                    <a:pt x="94" y="72"/>
                  </a:lnTo>
                  <a:lnTo>
                    <a:pt x="90" y="80"/>
                  </a:lnTo>
                  <a:lnTo>
                    <a:pt x="86" y="86"/>
                  </a:lnTo>
                  <a:lnTo>
                    <a:pt x="80" y="92"/>
                  </a:lnTo>
                  <a:lnTo>
                    <a:pt x="72" y="96"/>
                  </a:lnTo>
                  <a:lnTo>
                    <a:pt x="64" y="98"/>
                  </a:lnTo>
                  <a:lnTo>
                    <a:pt x="56" y="98"/>
                  </a:lnTo>
                  <a:lnTo>
                    <a:pt x="56" y="9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07" name="Freeform 231"/>
            <p:cNvSpPr>
              <a:spLocks noEditPoints="1"/>
            </p:cNvSpPr>
            <p:nvPr/>
          </p:nvSpPr>
          <p:spPr bwMode="auto">
            <a:xfrm>
              <a:off x="3501571" y="3697061"/>
              <a:ext cx="44450" cy="47625"/>
            </a:xfrm>
            <a:custGeom>
              <a:avLst/>
              <a:gdLst>
                <a:gd name="T0" fmla="*/ 20 w 28"/>
                <a:gd name="T1" fmla="*/ 0 h 30"/>
                <a:gd name="T2" fmla="*/ 20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0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0 w 28"/>
                <a:gd name="T37" fmla="*/ 0 h 30"/>
                <a:gd name="T38" fmla="*/ 4 w 28"/>
                <a:gd name="T39" fmla="*/ 18 h 30"/>
                <a:gd name="T40" fmla="*/ 20 w 28"/>
                <a:gd name="T41" fmla="*/ 18 h 30"/>
                <a:gd name="T42" fmla="*/ 20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0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0" y="0"/>
                  </a:moveTo>
                  <a:lnTo>
                    <a:pt x="20" y="0"/>
                  </a:lnTo>
                  <a:lnTo>
                    <a:pt x="26" y="2"/>
                  </a:lnTo>
                  <a:lnTo>
                    <a:pt x="28" y="6"/>
                  </a:lnTo>
                  <a:lnTo>
                    <a:pt x="28" y="16"/>
                  </a:lnTo>
                  <a:lnTo>
                    <a:pt x="28" y="16"/>
                  </a:lnTo>
                  <a:lnTo>
                    <a:pt x="26" y="20"/>
                  </a:lnTo>
                  <a:lnTo>
                    <a:pt x="20" y="22"/>
                  </a:lnTo>
                  <a:lnTo>
                    <a:pt x="4" y="22"/>
                  </a:lnTo>
                  <a:lnTo>
                    <a:pt x="4" y="28"/>
                  </a:lnTo>
                  <a:lnTo>
                    <a:pt x="4" y="28"/>
                  </a:lnTo>
                  <a:lnTo>
                    <a:pt x="2" y="30"/>
                  </a:lnTo>
                  <a:lnTo>
                    <a:pt x="2" y="30"/>
                  </a:lnTo>
                  <a:lnTo>
                    <a:pt x="0" y="28"/>
                  </a:lnTo>
                  <a:lnTo>
                    <a:pt x="0" y="6"/>
                  </a:lnTo>
                  <a:lnTo>
                    <a:pt x="0" y="6"/>
                  </a:lnTo>
                  <a:lnTo>
                    <a:pt x="2" y="2"/>
                  </a:lnTo>
                  <a:lnTo>
                    <a:pt x="6" y="0"/>
                  </a:lnTo>
                  <a:lnTo>
                    <a:pt x="20" y="0"/>
                  </a:lnTo>
                  <a:close/>
                  <a:moveTo>
                    <a:pt x="4" y="18"/>
                  </a:moveTo>
                  <a:lnTo>
                    <a:pt x="20" y="18"/>
                  </a:lnTo>
                  <a:lnTo>
                    <a:pt x="20" y="18"/>
                  </a:lnTo>
                  <a:lnTo>
                    <a:pt x="22" y="18"/>
                  </a:lnTo>
                  <a:lnTo>
                    <a:pt x="24" y="16"/>
                  </a:lnTo>
                  <a:lnTo>
                    <a:pt x="24" y="6"/>
                  </a:lnTo>
                  <a:lnTo>
                    <a:pt x="24" y="6"/>
                  </a:lnTo>
                  <a:lnTo>
                    <a:pt x="22" y="4"/>
                  </a:lnTo>
                  <a:lnTo>
                    <a:pt x="20" y="4"/>
                  </a:lnTo>
                  <a:lnTo>
                    <a:pt x="6" y="4"/>
                  </a:lnTo>
                  <a:lnTo>
                    <a:pt x="6" y="4"/>
                  </a:lnTo>
                  <a:lnTo>
                    <a:pt x="4" y="4"/>
                  </a:lnTo>
                  <a:lnTo>
                    <a:pt x="4" y="6"/>
                  </a:lnTo>
                  <a:lnTo>
                    <a:pt x="4" y="1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08" name="Freeform 232"/>
            <p:cNvSpPr>
              <a:spLocks/>
            </p:cNvSpPr>
            <p:nvPr/>
          </p:nvSpPr>
          <p:spPr bwMode="auto">
            <a:xfrm>
              <a:off x="3552371" y="3697061"/>
              <a:ext cx="41275" cy="47625"/>
            </a:xfrm>
            <a:custGeom>
              <a:avLst/>
              <a:gdLst>
                <a:gd name="T0" fmla="*/ 24 w 26"/>
                <a:gd name="T1" fmla="*/ 0 h 30"/>
                <a:gd name="T2" fmla="*/ 24 w 26"/>
                <a:gd name="T3" fmla="*/ 0 h 30"/>
                <a:gd name="T4" fmla="*/ 24 w 26"/>
                <a:gd name="T5" fmla="*/ 0 h 30"/>
                <a:gd name="T6" fmla="*/ 26 w 26"/>
                <a:gd name="T7" fmla="*/ 2 h 30"/>
                <a:gd name="T8" fmla="*/ 26 w 26"/>
                <a:gd name="T9" fmla="*/ 2 h 30"/>
                <a:gd name="T10" fmla="*/ 24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4 w 26"/>
                <a:gd name="T35" fmla="*/ 28 h 30"/>
                <a:gd name="T36" fmla="*/ 26 w 26"/>
                <a:gd name="T37" fmla="*/ 28 h 30"/>
                <a:gd name="T38" fmla="*/ 26 w 26"/>
                <a:gd name="T39" fmla="*/ 28 h 30"/>
                <a:gd name="T40" fmla="*/ 24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4" y="0"/>
                  </a:lnTo>
                  <a:lnTo>
                    <a:pt x="26" y="2"/>
                  </a:lnTo>
                  <a:lnTo>
                    <a:pt x="26" y="2"/>
                  </a:lnTo>
                  <a:lnTo>
                    <a:pt x="24" y="4"/>
                  </a:lnTo>
                  <a:lnTo>
                    <a:pt x="24" y="4"/>
                  </a:lnTo>
                  <a:lnTo>
                    <a:pt x="6" y="4"/>
                  </a:lnTo>
                  <a:lnTo>
                    <a:pt x="6" y="4"/>
                  </a:lnTo>
                  <a:lnTo>
                    <a:pt x="4" y="4"/>
                  </a:lnTo>
                  <a:lnTo>
                    <a:pt x="4" y="6"/>
                  </a:lnTo>
                  <a:lnTo>
                    <a:pt x="4" y="24"/>
                  </a:lnTo>
                  <a:lnTo>
                    <a:pt x="4" y="24"/>
                  </a:lnTo>
                  <a:lnTo>
                    <a:pt x="4" y="26"/>
                  </a:lnTo>
                  <a:lnTo>
                    <a:pt x="6" y="26"/>
                  </a:lnTo>
                  <a:lnTo>
                    <a:pt x="24" y="26"/>
                  </a:lnTo>
                  <a:lnTo>
                    <a:pt x="24" y="26"/>
                  </a:lnTo>
                  <a:lnTo>
                    <a:pt x="24" y="28"/>
                  </a:lnTo>
                  <a:lnTo>
                    <a:pt x="26" y="28"/>
                  </a:lnTo>
                  <a:lnTo>
                    <a:pt x="26" y="28"/>
                  </a:lnTo>
                  <a:lnTo>
                    <a:pt x="24"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09" name="Freeform 233"/>
            <p:cNvSpPr>
              <a:spLocks noEditPoints="1"/>
            </p:cNvSpPr>
            <p:nvPr/>
          </p:nvSpPr>
          <p:spPr bwMode="auto">
            <a:xfrm>
              <a:off x="3447596" y="3630386"/>
              <a:ext cx="177800" cy="174625"/>
            </a:xfrm>
            <a:custGeom>
              <a:avLst/>
              <a:gdLst>
                <a:gd name="T0" fmla="*/ 56 w 112"/>
                <a:gd name="T1" fmla="*/ 0 h 110"/>
                <a:gd name="T2" fmla="*/ 34 w 112"/>
                <a:gd name="T3" fmla="*/ 4 h 110"/>
                <a:gd name="T4" fmla="*/ 16 w 112"/>
                <a:gd name="T5" fmla="*/ 16 h 110"/>
                <a:gd name="T6" fmla="*/ 4 w 112"/>
                <a:gd name="T7" fmla="*/ 34 h 110"/>
                <a:gd name="T8" fmla="*/ 0 w 112"/>
                <a:gd name="T9" fmla="*/ 54 h 110"/>
                <a:gd name="T10" fmla="*/ 2 w 112"/>
                <a:gd name="T11" fmla="*/ 66 h 110"/>
                <a:gd name="T12" fmla="*/ 10 w 112"/>
                <a:gd name="T13" fmla="*/ 86 h 110"/>
                <a:gd name="T14" fmla="*/ 26 w 112"/>
                <a:gd name="T15" fmla="*/ 100 h 110"/>
                <a:gd name="T16" fmla="*/ 44 w 112"/>
                <a:gd name="T17" fmla="*/ 110 h 110"/>
                <a:gd name="T18" fmla="*/ 56 w 112"/>
                <a:gd name="T19" fmla="*/ 110 h 110"/>
                <a:gd name="T20" fmla="*/ 78 w 112"/>
                <a:gd name="T21" fmla="*/ 106 h 110"/>
                <a:gd name="T22" fmla="*/ 96 w 112"/>
                <a:gd name="T23" fmla="*/ 94 h 110"/>
                <a:gd name="T24" fmla="*/ 108 w 112"/>
                <a:gd name="T25" fmla="*/ 76 h 110"/>
                <a:gd name="T26" fmla="*/ 112 w 112"/>
                <a:gd name="T27" fmla="*/ 54 h 110"/>
                <a:gd name="T28" fmla="*/ 110 w 112"/>
                <a:gd name="T29" fmla="*/ 44 h 110"/>
                <a:gd name="T30" fmla="*/ 102 w 112"/>
                <a:gd name="T31" fmla="*/ 24 h 110"/>
                <a:gd name="T32" fmla="*/ 88 w 112"/>
                <a:gd name="T33" fmla="*/ 10 h 110"/>
                <a:gd name="T34" fmla="*/ 68 w 112"/>
                <a:gd name="T35" fmla="*/ 0 h 110"/>
                <a:gd name="T36" fmla="*/ 56 w 112"/>
                <a:gd name="T37" fmla="*/ 0 h 110"/>
                <a:gd name="T38" fmla="*/ 56 w 112"/>
                <a:gd name="T39" fmla="*/ 98 h 110"/>
                <a:gd name="T40" fmla="*/ 40 w 112"/>
                <a:gd name="T41" fmla="*/ 94 h 110"/>
                <a:gd name="T42" fmla="*/ 26 w 112"/>
                <a:gd name="T43" fmla="*/ 86 h 110"/>
                <a:gd name="T44" fmla="*/ 16 w 112"/>
                <a:gd name="T45" fmla="*/ 72 h 110"/>
                <a:gd name="T46" fmla="*/ 14 w 112"/>
                <a:gd name="T47" fmla="*/ 54 h 110"/>
                <a:gd name="T48" fmla="*/ 14 w 112"/>
                <a:gd name="T49" fmla="*/ 46 h 110"/>
                <a:gd name="T50" fmla="*/ 20 w 112"/>
                <a:gd name="T51" fmla="*/ 32 h 110"/>
                <a:gd name="T52" fmla="*/ 32 w 112"/>
                <a:gd name="T53" fmla="*/ 20 h 110"/>
                <a:gd name="T54" fmla="*/ 48 w 112"/>
                <a:gd name="T55" fmla="*/ 14 h 110"/>
                <a:gd name="T56" fmla="*/ 56 w 112"/>
                <a:gd name="T57" fmla="*/ 12 h 110"/>
                <a:gd name="T58" fmla="*/ 72 w 112"/>
                <a:gd name="T59" fmla="*/ 16 h 110"/>
                <a:gd name="T60" fmla="*/ 86 w 112"/>
                <a:gd name="T61" fmla="*/ 24 h 110"/>
                <a:gd name="T62" fmla="*/ 96 w 112"/>
                <a:gd name="T63" fmla="*/ 38 h 110"/>
                <a:gd name="T64" fmla="*/ 98 w 112"/>
                <a:gd name="T65" fmla="*/ 54 h 110"/>
                <a:gd name="T66" fmla="*/ 98 w 112"/>
                <a:gd name="T67" fmla="*/ 64 h 110"/>
                <a:gd name="T68" fmla="*/ 92 w 112"/>
                <a:gd name="T69" fmla="*/ 78 h 110"/>
                <a:gd name="T70" fmla="*/ 80 w 112"/>
                <a:gd name="T71" fmla="*/ 90 h 110"/>
                <a:gd name="T72" fmla="*/ 64 w 112"/>
                <a:gd name="T73" fmla="*/ 96 h 110"/>
                <a:gd name="T74" fmla="*/ 56 w 112"/>
                <a:gd name="T75" fmla="*/ 9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0">
                  <a:moveTo>
                    <a:pt x="56" y="0"/>
                  </a:moveTo>
                  <a:lnTo>
                    <a:pt x="56" y="0"/>
                  </a:lnTo>
                  <a:lnTo>
                    <a:pt x="44" y="0"/>
                  </a:lnTo>
                  <a:lnTo>
                    <a:pt x="34" y="4"/>
                  </a:lnTo>
                  <a:lnTo>
                    <a:pt x="26" y="10"/>
                  </a:lnTo>
                  <a:lnTo>
                    <a:pt x="16" y="16"/>
                  </a:lnTo>
                  <a:lnTo>
                    <a:pt x="10" y="24"/>
                  </a:lnTo>
                  <a:lnTo>
                    <a:pt x="4" y="34"/>
                  </a:lnTo>
                  <a:lnTo>
                    <a:pt x="2" y="44"/>
                  </a:lnTo>
                  <a:lnTo>
                    <a:pt x="0" y="54"/>
                  </a:lnTo>
                  <a:lnTo>
                    <a:pt x="0" y="54"/>
                  </a:lnTo>
                  <a:lnTo>
                    <a:pt x="2" y="66"/>
                  </a:lnTo>
                  <a:lnTo>
                    <a:pt x="4" y="76"/>
                  </a:lnTo>
                  <a:lnTo>
                    <a:pt x="10" y="86"/>
                  </a:lnTo>
                  <a:lnTo>
                    <a:pt x="16" y="94"/>
                  </a:lnTo>
                  <a:lnTo>
                    <a:pt x="26" y="100"/>
                  </a:lnTo>
                  <a:lnTo>
                    <a:pt x="34" y="106"/>
                  </a:lnTo>
                  <a:lnTo>
                    <a:pt x="44" y="110"/>
                  </a:lnTo>
                  <a:lnTo>
                    <a:pt x="56" y="110"/>
                  </a:lnTo>
                  <a:lnTo>
                    <a:pt x="56" y="110"/>
                  </a:lnTo>
                  <a:lnTo>
                    <a:pt x="68" y="110"/>
                  </a:lnTo>
                  <a:lnTo>
                    <a:pt x="78" y="106"/>
                  </a:lnTo>
                  <a:lnTo>
                    <a:pt x="88" y="100"/>
                  </a:lnTo>
                  <a:lnTo>
                    <a:pt x="96" y="94"/>
                  </a:lnTo>
                  <a:lnTo>
                    <a:pt x="102" y="86"/>
                  </a:lnTo>
                  <a:lnTo>
                    <a:pt x="108" y="76"/>
                  </a:lnTo>
                  <a:lnTo>
                    <a:pt x="110" y="66"/>
                  </a:lnTo>
                  <a:lnTo>
                    <a:pt x="112" y="54"/>
                  </a:lnTo>
                  <a:lnTo>
                    <a:pt x="112" y="54"/>
                  </a:lnTo>
                  <a:lnTo>
                    <a:pt x="110" y="44"/>
                  </a:lnTo>
                  <a:lnTo>
                    <a:pt x="108" y="34"/>
                  </a:lnTo>
                  <a:lnTo>
                    <a:pt x="102" y="24"/>
                  </a:lnTo>
                  <a:lnTo>
                    <a:pt x="96" y="16"/>
                  </a:lnTo>
                  <a:lnTo>
                    <a:pt x="88" y="10"/>
                  </a:lnTo>
                  <a:lnTo>
                    <a:pt x="78" y="4"/>
                  </a:lnTo>
                  <a:lnTo>
                    <a:pt x="68" y="0"/>
                  </a:lnTo>
                  <a:lnTo>
                    <a:pt x="56" y="0"/>
                  </a:lnTo>
                  <a:lnTo>
                    <a:pt x="56" y="0"/>
                  </a:lnTo>
                  <a:close/>
                  <a:moveTo>
                    <a:pt x="56" y="98"/>
                  </a:moveTo>
                  <a:lnTo>
                    <a:pt x="56" y="98"/>
                  </a:lnTo>
                  <a:lnTo>
                    <a:pt x="48" y="96"/>
                  </a:lnTo>
                  <a:lnTo>
                    <a:pt x="40" y="94"/>
                  </a:lnTo>
                  <a:lnTo>
                    <a:pt x="32" y="90"/>
                  </a:lnTo>
                  <a:lnTo>
                    <a:pt x="26" y="86"/>
                  </a:lnTo>
                  <a:lnTo>
                    <a:pt x="20" y="78"/>
                  </a:lnTo>
                  <a:lnTo>
                    <a:pt x="16" y="72"/>
                  </a:lnTo>
                  <a:lnTo>
                    <a:pt x="14" y="64"/>
                  </a:lnTo>
                  <a:lnTo>
                    <a:pt x="14" y="54"/>
                  </a:lnTo>
                  <a:lnTo>
                    <a:pt x="14" y="54"/>
                  </a:lnTo>
                  <a:lnTo>
                    <a:pt x="14" y="46"/>
                  </a:lnTo>
                  <a:lnTo>
                    <a:pt x="16" y="38"/>
                  </a:lnTo>
                  <a:lnTo>
                    <a:pt x="20" y="32"/>
                  </a:lnTo>
                  <a:lnTo>
                    <a:pt x="26" y="24"/>
                  </a:lnTo>
                  <a:lnTo>
                    <a:pt x="32" y="20"/>
                  </a:lnTo>
                  <a:lnTo>
                    <a:pt x="40" y="16"/>
                  </a:lnTo>
                  <a:lnTo>
                    <a:pt x="48" y="14"/>
                  </a:lnTo>
                  <a:lnTo>
                    <a:pt x="56" y="12"/>
                  </a:lnTo>
                  <a:lnTo>
                    <a:pt x="56" y="12"/>
                  </a:lnTo>
                  <a:lnTo>
                    <a:pt x="64" y="14"/>
                  </a:lnTo>
                  <a:lnTo>
                    <a:pt x="72" y="16"/>
                  </a:lnTo>
                  <a:lnTo>
                    <a:pt x="80" y="20"/>
                  </a:lnTo>
                  <a:lnTo>
                    <a:pt x="86" y="24"/>
                  </a:lnTo>
                  <a:lnTo>
                    <a:pt x="92" y="32"/>
                  </a:lnTo>
                  <a:lnTo>
                    <a:pt x="96" y="38"/>
                  </a:lnTo>
                  <a:lnTo>
                    <a:pt x="98" y="46"/>
                  </a:lnTo>
                  <a:lnTo>
                    <a:pt x="98" y="54"/>
                  </a:lnTo>
                  <a:lnTo>
                    <a:pt x="98" y="54"/>
                  </a:lnTo>
                  <a:lnTo>
                    <a:pt x="98" y="64"/>
                  </a:lnTo>
                  <a:lnTo>
                    <a:pt x="96" y="72"/>
                  </a:lnTo>
                  <a:lnTo>
                    <a:pt x="92" y="78"/>
                  </a:lnTo>
                  <a:lnTo>
                    <a:pt x="86" y="86"/>
                  </a:lnTo>
                  <a:lnTo>
                    <a:pt x="80" y="90"/>
                  </a:lnTo>
                  <a:lnTo>
                    <a:pt x="72" y="94"/>
                  </a:lnTo>
                  <a:lnTo>
                    <a:pt x="64" y="96"/>
                  </a:lnTo>
                  <a:lnTo>
                    <a:pt x="56" y="98"/>
                  </a:lnTo>
                  <a:lnTo>
                    <a:pt x="56" y="9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10" name="Freeform 234"/>
            <p:cNvSpPr>
              <a:spLocks noEditPoints="1"/>
            </p:cNvSpPr>
            <p:nvPr/>
          </p:nvSpPr>
          <p:spPr bwMode="auto">
            <a:xfrm>
              <a:off x="3495221" y="3693886"/>
              <a:ext cx="44450" cy="47625"/>
            </a:xfrm>
            <a:custGeom>
              <a:avLst/>
              <a:gdLst>
                <a:gd name="T0" fmla="*/ 22 w 28"/>
                <a:gd name="T1" fmla="*/ 0 h 30"/>
                <a:gd name="T2" fmla="*/ 22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2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2 w 28"/>
                <a:gd name="T37" fmla="*/ 0 h 30"/>
                <a:gd name="T38" fmla="*/ 4 w 28"/>
                <a:gd name="T39" fmla="*/ 18 h 30"/>
                <a:gd name="T40" fmla="*/ 22 w 28"/>
                <a:gd name="T41" fmla="*/ 18 h 30"/>
                <a:gd name="T42" fmla="*/ 22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2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2" y="0"/>
                  </a:moveTo>
                  <a:lnTo>
                    <a:pt x="22" y="0"/>
                  </a:lnTo>
                  <a:lnTo>
                    <a:pt x="26" y="2"/>
                  </a:lnTo>
                  <a:lnTo>
                    <a:pt x="28" y="6"/>
                  </a:lnTo>
                  <a:lnTo>
                    <a:pt x="28" y="16"/>
                  </a:lnTo>
                  <a:lnTo>
                    <a:pt x="28" y="16"/>
                  </a:lnTo>
                  <a:lnTo>
                    <a:pt x="26" y="20"/>
                  </a:lnTo>
                  <a:lnTo>
                    <a:pt x="22" y="22"/>
                  </a:lnTo>
                  <a:lnTo>
                    <a:pt x="4" y="22"/>
                  </a:lnTo>
                  <a:lnTo>
                    <a:pt x="4" y="28"/>
                  </a:lnTo>
                  <a:lnTo>
                    <a:pt x="4" y="28"/>
                  </a:lnTo>
                  <a:lnTo>
                    <a:pt x="2" y="30"/>
                  </a:lnTo>
                  <a:lnTo>
                    <a:pt x="2" y="30"/>
                  </a:lnTo>
                  <a:lnTo>
                    <a:pt x="0" y="28"/>
                  </a:lnTo>
                  <a:lnTo>
                    <a:pt x="0" y="6"/>
                  </a:lnTo>
                  <a:lnTo>
                    <a:pt x="0" y="6"/>
                  </a:lnTo>
                  <a:lnTo>
                    <a:pt x="2" y="2"/>
                  </a:lnTo>
                  <a:lnTo>
                    <a:pt x="6" y="0"/>
                  </a:lnTo>
                  <a:lnTo>
                    <a:pt x="22" y="0"/>
                  </a:lnTo>
                  <a:close/>
                  <a:moveTo>
                    <a:pt x="4" y="18"/>
                  </a:moveTo>
                  <a:lnTo>
                    <a:pt x="22" y="18"/>
                  </a:lnTo>
                  <a:lnTo>
                    <a:pt x="22" y="18"/>
                  </a:lnTo>
                  <a:lnTo>
                    <a:pt x="22" y="18"/>
                  </a:lnTo>
                  <a:lnTo>
                    <a:pt x="24" y="16"/>
                  </a:lnTo>
                  <a:lnTo>
                    <a:pt x="24" y="6"/>
                  </a:lnTo>
                  <a:lnTo>
                    <a:pt x="24" y="6"/>
                  </a:lnTo>
                  <a:lnTo>
                    <a:pt x="22" y="4"/>
                  </a:lnTo>
                  <a:lnTo>
                    <a:pt x="22" y="4"/>
                  </a:lnTo>
                  <a:lnTo>
                    <a:pt x="6" y="4"/>
                  </a:lnTo>
                  <a:lnTo>
                    <a:pt x="6" y="4"/>
                  </a:lnTo>
                  <a:lnTo>
                    <a:pt x="4" y="4"/>
                  </a:lnTo>
                  <a:lnTo>
                    <a:pt x="4" y="6"/>
                  </a:lnTo>
                  <a:lnTo>
                    <a:pt x="4" y="1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11" name="Freeform 235"/>
            <p:cNvSpPr>
              <a:spLocks/>
            </p:cNvSpPr>
            <p:nvPr/>
          </p:nvSpPr>
          <p:spPr bwMode="auto">
            <a:xfrm>
              <a:off x="3546021" y="3693886"/>
              <a:ext cx="41275" cy="47625"/>
            </a:xfrm>
            <a:custGeom>
              <a:avLst/>
              <a:gdLst>
                <a:gd name="T0" fmla="*/ 24 w 26"/>
                <a:gd name="T1" fmla="*/ 0 h 30"/>
                <a:gd name="T2" fmla="*/ 24 w 26"/>
                <a:gd name="T3" fmla="*/ 0 h 30"/>
                <a:gd name="T4" fmla="*/ 26 w 26"/>
                <a:gd name="T5" fmla="*/ 0 h 30"/>
                <a:gd name="T6" fmla="*/ 26 w 26"/>
                <a:gd name="T7" fmla="*/ 2 h 30"/>
                <a:gd name="T8" fmla="*/ 26 w 26"/>
                <a:gd name="T9" fmla="*/ 2 h 30"/>
                <a:gd name="T10" fmla="*/ 26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6 w 26"/>
                <a:gd name="T35" fmla="*/ 28 h 30"/>
                <a:gd name="T36" fmla="*/ 26 w 26"/>
                <a:gd name="T37" fmla="*/ 28 h 30"/>
                <a:gd name="T38" fmla="*/ 26 w 26"/>
                <a:gd name="T39" fmla="*/ 28 h 30"/>
                <a:gd name="T40" fmla="*/ 26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6" y="0"/>
                  </a:lnTo>
                  <a:lnTo>
                    <a:pt x="26" y="2"/>
                  </a:lnTo>
                  <a:lnTo>
                    <a:pt x="26" y="2"/>
                  </a:lnTo>
                  <a:lnTo>
                    <a:pt x="26" y="4"/>
                  </a:lnTo>
                  <a:lnTo>
                    <a:pt x="24" y="4"/>
                  </a:lnTo>
                  <a:lnTo>
                    <a:pt x="6" y="4"/>
                  </a:lnTo>
                  <a:lnTo>
                    <a:pt x="6" y="4"/>
                  </a:lnTo>
                  <a:lnTo>
                    <a:pt x="4" y="4"/>
                  </a:lnTo>
                  <a:lnTo>
                    <a:pt x="4" y="6"/>
                  </a:lnTo>
                  <a:lnTo>
                    <a:pt x="4" y="24"/>
                  </a:lnTo>
                  <a:lnTo>
                    <a:pt x="4" y="24"/>
                  </a:lnTo>
                  <a:lnTo>
                    <a:pt x="4" y="26"/>
                  </a:lnTo>
                  <a:lnTo>
                    <a:pt x="6" y="26"/>
                  </a:lnTo>
                  <a:lnTo>
                    <a:pt x="24" y="26"/>
                  </a:lnTo>
                  <a:lnTo>
                    <a:pt x="24" y="26"/>
                  </a:lnTo>
                  <a:lnTo>
                    <a:pt x="26" y="28"/>
                  </a:lnTo>
                  <a:lnTo>
                    <a:pt x="26" y="28"/>
                  </a:lnTo>
                  <a:lnTo>
                    <a:pt x="26" y="28"/>
                  </a:lnTo>
                  <a:lnTo>
                    <a:pt x="26"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12" name="Freeform 382"/>
            <p:cNvSpPr>
              <a:spLocks/>
            </p:cNvSpPr>
            <p:nvPr/>
          </p:nvSpPr>
          <p:spPr bwMode="auto">
            <a:xfrm>
              <a:off x="2920546" y="3751036"/>
              <a:ext cx="193675" cy="212725"/>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13" name="Freeform 383"/>
            <p:cNvSpPr>
              <a:spLocks/>
            </p:cNvSpPr>
            <p:nvPr/>
          </p:nvSpPr>
          <p:spPr bwMode="auto">
            <a:xfrm>
              <a:off x="2920546" y="3751036"/>
              <a:ext cx="193675" cy="212725"/>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14" name="Freeform 384"/>
            <p:cNvSpPr>
              <a:spLocks/>
            </p:cNvSpPr>
            <p:nvPr/>
          </p:nvSpPr>
          <p:spPr bwMode="auto">
            <a:xfrm>
              <a:off x="2911021" y="3754211"/>
              <a:ext cx="193675" cy="212725"/>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15" name="Freeform 385"/>
            <p:cNvSpPr>
              <a:spLocks/>
            </p:cNvSpPr>
            <p:nvPr/>
          </p:nvSpPr>
          <p:spPr bwMode="auto">
            <a:xfrm>
              <a:off x="2911021" y="3754211"/>
              <a:ext cx="193675" cy="212725"/>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16" name="Freeform 386"/>
            <p:cNvSpPr>
              <a:spLocks/>
            </p:cNvSpPr>
            <p:nvPr/>
          </p:nvSpPr>
          <p:spPr bwMode="auto">
            <a:xfrm>
              <a:off x="2898321" y="3763736"/>
              <a:ext cx="180975" cy="200025"/>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17" name="Freeform 387"/>
            <p:cNvSpPr>
              <a:spLocks/>
            </p:cNvSpPr>
            <p:nvPr/>
          </p:nvSpPr>
          <p:spPr bwMode="auto">
            <a:xfrm>
              <a:off x="2898321" y="3763736"/>
              <a:ext cx="180975" cy="200025"/>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18" name="Freeform 388"/>
            <p:cNvSpPr>
              <a:spLocks/>
            </p:cNvSpPr>
            <p:nvPr/>
          </p:nvSpPr>
          <p:spPr bwMode="auto">
            <a:xfrm>
              <a:off x="2920546" y="3776436"/>
              <a:ext cx="146050" cy="168275"/>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close/>
                </a:path>
              </a:pathLst>
            </a:custGeom>
            <a:solidFill>
              <a:srgbClr val="BD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19" name="Freeform 389"/>
            <p:cNvSpPr>
              <a:spLocks/>
            </p:cNvSpPr>
            <p:nvPr/>
          </p:nvSpPr>
          <p:spPr bwMode="auto">
            <a:xfrm>
              <a:off x="2920546" y="3776436"/>
              <a:ext cx="146050" cy="168275"/>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20" name="Freeform 390"/>
            <p:cNvSpPr>
              <a:spLocks/>
            </p:cNvSpPr>
            <p:nvPr/>
          </p:nvSpPr>
          <p:spPr bwMode="auto">
            <a:xfrm>
              <a:off x="2952296" y="3820886"/>
              <a:ext cx="73025" cy="82550"/>
            </a:xfrm>
            <a:custGeom>
              <a:avLst/>
              <a:gdLst>
                <a:gd name="T0" fmla="*/ 0 w 46"/>
                <a:gd name="T1" fmla="*/ 32 h 52"/>
                <a:gd name="T2" fmla="*/ 0 w 46"/>
                <a:gd name="T3" fmla="*/ 32 h 52"/>
                <a:gd name="T4" fmla="*/ 4 w 46"/>
                <a:gd name="T5" fmla="*/ 42 h 52"/>
                <a:gd name="T6" fmla="*/ 10 w 46"/>
                <a:gd name="T7" fmla="*/ 48 h 52"/>
                <a:gd name="T8" fmla="*/ 18 w 46"/>
                <a:gd name="T9" fmla="*/ 52 h 52"/>
                <a:gd name="T10" fmla="*/ 28 w 46"/>
                <a:gd name="T11" fmla="*/ 52 h 52"/>
                <a:gd name="T12" fmla="*/ 28 w 46"/>
                <a:gd name="T13" fmla="*/ 52 h 52"/>
                <a:gd name="T14" fmla="*/ 38 w 46"/>
                <a:gd name="T15" fmla="*/ 48 h 52"/>
                <a:gd name="T16" fmla="*/ 44 w 46"/>
                <a:gd name="T17" fmla="*/ 42 h 52"/>
                <a:gd name="T18" fmla="*/ 46 w 46"/>
                <a:gd name="T19" fmla="*/ 32 h 52"/>
                <a:gd name="T20" fmla="*/ 46 w 46"/>
                <a:gd name="T21" fmla="*/ 22 h 52"/>
                <a:gd name="T22" fmla="*/ 46 w 46"/>
                <a:gd name="T23" fmla="*/ 22 h 52"/>
                <a:gd name="T24" fmla="*/ 42 w 46"/>
                <a:gd name="T25" fmla="*/ 12 h 52"/>
                <a:gd name="T26" fmla="*/ 36 w 46"/>
                <a:gd name="T27" fmla="*/ 6 h 52"/>
                <a:gd name="T28" fmla="*/ 28 w 46"/>
                <a:gd name="T29" fmla="*/ 2 h 52"/>
                <a:gd name="T30" fmla="*/ 18 w 46"/>
                <a:gd name="T31" fmla="*/ 0 h 52"/>
                <a:gd name="T32" fmla="*/ 18 w 46"/>
                <a:gd name="T33" fmla="*/ 0 h 52"/>
                <a:gd name="T34" fmla="*/ 10 w 46"/>
                <a:gd name="T35" fmla="*/ 4 h 52"/>
                <a:gd name="T36" fmla="*/ 2 w 46"/>
                <a:gd name="T37" fmla="*/ 12 h 52"/>
                <a:gd name="T38" fmla="*/ 0 w 46"/>
                <a:gd name="T39" fmla="*/ 22 h 52"/>
                <a:gd name="T40" fmla="*/ 0 w 46"/>
                <a:gd name="T41" fmla="*/ 32 h 52"/>
                <a:gd name="T42" fmla="*/ 0 w 46"/>
                <a:gd name="T4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52">
                  <a:moveTo>
                    <a:pt x="0" y="32"/>
                  </a:moveTo>
                  <a:lnTo>
                    <a:pt x="0" y="32"/>
                  </a:lnTo>
                  <a:lnTo>
                    <a:pt x="4" y="42"/>
                  </a:lnTo>
                  <a:lnTo>
                    <a:pt x="10" y="48"/>
                  </a:lnTo>
                  <a:lnTo>
                    <a:pt x="18" y="52"/>
                  </a:lnTo>
                  <a:lnTo>
                    <a:pt x="28" y="52"/>
                  </a:lnTo>
                  <a:lnTo>
                    <a:pt x="28" y="52"/>
                  </a:lnTo>
                  <a:lnTo>
                    <a:pt x="38" y="48"/>
                  </a:lnTo>
                  <a:lnTo>
                    <a:pt x="44" y="42"/>
                  </a:lnTo>
                  <a:lnTo>
                    <a:pt x="46" y="32"/>
                  </a:lnTo>
                  <a:lnTo>
                    <a:pt x="46" y="22"/>
                  </a:lnTo>
                  <a:lnTo>
                    <a:pt x="46" y="22"/>
                  </a:lnTo>
                  <a:lnTo>
                    <a:pt x="42" y="12"/>
                  </a:lnTo>
                  <a:lnTo>
                    <a:pt x="36" y="6"/>
                  </a:lnTo>
                  <a:lnTo>
                    <a:pt x="28" y="2"/>
                  </a:lnTo>
                  <a:lnTo>
                    <a:pt x="18" y="0"/>
                  </a:lnTo>
                  <a:lnTo>
                    <a:pt x="18" y="0"/>
                  </a:lnTo>
                  <a:lnTo>
                    <a:pt x="10" y="4"/>
                  </a:lnTo>
                  <a:lnTo>
                    <a:pt x="2" y="12"/>
                  </a:lnTo>
                  <a:lnTo>
                    <a:pt x="0" y="22"/>
                  </a:lnTo>
                  <a:lnTo>
                    <a:pt x="0" y="32"/>
                  </a:lnTo>
                  <a:lnTo>
                    <a:pt x="0" y="32"/>
                  </a:lnTo>
                  <a:close/>
                </a:path>
              </a:pathLst>
            </a:custGeom>
            <a:solidFill>
              <a:srgbClr val="93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21" name="Freeform 391"/>
            <p:cNvSpPr>
              <a:spLocks/>
            </p:cNvSpPr>
            <p:nvPr/>
          </p:nvSpPr>
          <p:spPr bwMode="auto">
            <a:xfrm>
              <a:off x="2787196" y="3852636"/>
              <a:ext cx="38100" cy="53975"/>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22" name="Freeform 392"/>
            <p:cNvSpPr>
              <a:spLocks/>
            </p:cNvSpPr>
            <p:nvPr/>
          </p:nvSpPr>
          <p:spPr bwMode="auto">
            <a:xfrm>
              <a:off x="2787196" y="3852636"/>
              <a:ext cx="38100" cy="53975"/>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23" name="Freeform 393"/>
            <p:cNvSpPr>
              <a:spLocks/>
            </p:cNvSpPr>
            <p:nvPr/>
          </p:nvSpPr>
          <p:spPr bwMode="auto">
            <a:xfrm>
              <a:off x="2825296" y="3751036"/>
              <a:ext cx="193675" cy="212725"/>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24" name="Freeform 394"/>
            <p:cNvSpPr>
              <a:spLocks/>
            </p:cNvSpPr>
            <p:nvPr/>
          </p:nvSpPr>
          <p:spPr bwMode="auto">
            <a:xfrm>
              <a:off x="2825296" y="3751036"/>
              <a:ext cx="193675" cy="212725"/>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25" name="Freeform 395"/>
            <p:cNvSpPr>
              <a:spLocks/>
            </p:cNvSpPr>
            <p:nvPr/>
          </p:nvSpPr>
          <p:spPr bwMode="auto">
            <a:xfrm>
              <a:off x="2726871" y="3865336"/>
              <a:ext cx="41275" cy="53975"/>
            </a:xfrm>
            <a:custGeom>
              <a:avLst/>
              <a:gdLst>
                <a:gd name="T0" fmla="*/ 6 w 26"/>
                <a:gd name="T1" fmla="*/ 34 h 34"/>
                <a:gd name="T2" fmla="*/ 26 w 26"/>
                <a:gd name="T3" fmla="*/ 30 h 34"/>
                <a:gd name="T4" fmla="*/ 20 w 26"/>
                <a:gd name="T5" fmla="*/ 0 h 34"/>
                <a:gd name="T6" fmla="*/ 0 w 26"/>
                <a:gd name="T7" fmla="*/ 4 h 34"/>
                <a:gd name="T8" fmla="*/ 6 w 26"/>
                <a:gd name="T9" fmla="*/ 34 h 34"/>
              </a:gdLst>
              <a:ahLst/>
              <a:cxnLst>
                <a:cxn ang="0">
                  <a:pos x="T0" y="T1"/>
                </a:cxn>
                <a:cxn ang="0">
                  <a:pos x="T2" y="T3"/>
                </a:cxn>
                <a:cxn ang="0">
                  <a:pos x="T4" y="T5"/>
                </a:cxn>
                <a:cxn ang="0">
                  <a:pos x="T6" y="T7"/>
                </a:cxn>
                <a:cxn ang="0">
                  <a:pos x="T8" y="T9"/>
                </a:cxn>
              </a:cxnLst>
              <a:rect l="0" t="0" r="r" b="b"/>
              <a:pathLst>
                <a:path w="26" h="34">
                  <a:moveTo>
                    <a:pt x="6" y="34"/>
                  </a:moveTo>
                  <a:lnTo>
                    <a:pt x="26" y="30"/>
                  </a:lnTo>
                  <a:lnTo>
                    <a:pt x="20" y="0"/>
                  </a:lnTo>
                  <a:lnTo>
                    <a:pt x="0" y="4"/>
                  </a:lnTo>
                  <a:lnTo>
                    <a:pt x="6" y="3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26" name="Freeform 396"/>
            <p:cNvSpPr>
              <a:spLocks/>
            </p:cNvSpPr>
            <p:nvPr/>
          </p:nvSpPr>
          <p:spPr bwMode="auto">
            <a:xfrm>
              <a:off x="2745921" y="3846286"/>
              <a:ext cx="50800" cy="82550"/>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27" name="Freeform 397"/>
            <p:cNvSpPr>
              <a:spLocks/>
            </p:cNvSpPr>
            <p:nvPr/>
          </p:nvSpPr>
          <p:spPr bwMode="auto">
            <a:xfrm>
              <a:off x="2745921" y="3846286"/>
              <a:ext cx="50800" cy="82550"/>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28" name="Freeform 400"/>
            <p:cNvSpPr>
              <a:spLocks/>
            </p:cNvSpPr>
            <p:nvPr/>
          </p:nvSpPr>
          <p:spPr bwMode="auto">
            <a:xfrm>
              <a:off x="2799896" y="3754211"/>
              <a:ext cx="193675" cy="212725"/>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close/>
                </a:path>
              </a:pathLst>
            </a:custGeom>
            <a:solidFill>
              <a:srgbClr val="A8A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29" name="Freeform 401"/>
            <p:cNvSpPr>
              <a:spLocks/>
            </p:cNvSpPr>
            <p:nvPr/>
          </p:nvSpPr>
          <p:spPr bwMode="auto">
            <a:xfrm>
              <a:off x="2799896" y="3754211"/>
              <a:ext cx="193675" cy="212725"/>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30" name="Freeform 402"/>
            <p:cNvSpPr>
              <a:spLocks/>
            </p:cNvSpPr>
            <p:nvPr/>
          </p:nvSpPr>
          <p:spPr bwMode="auto">
            <a:xfrm>
              <a:off x="2806246" y="3763736"/>
              <a:ext cx="177800" cy="196850"/>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31" name="Freeform 403"/>
            <p:cNvSpPr>
              <a:spLocks/>
            </p:cNvSpPr>
            <p:nvPr/>
          </p:nvSpPr>
          <p:spPr bwMode="auto">
            <a:xfrm>
              <a:off x="2806246" y="3763736"/>
              <a:ext cx="177800" cy="196850"/>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32" name="Freeform 404"/>
            <p:cNvSpPr>
              <a:spLocks/>
            </p:cNvSpPr>
            <p:nvPr/>
          </p:nvSpPr>
          <p:spPr bwMode="auto">
            <a:xfrm>
              <a:off x="2812596" y="3766911"/>
              <a:ext cx="168275" cy="187325"/>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33" name="Freeform 405"/>
            <p:cNvSpPr>
              <a:spLocks/>
            </p:cNvSpPr>
            <p:nvPr/>
          </p:nvSpPr>
          <p:spPr bwMode="auto">
            <a:xfrm>
              <a:off x="2812596" y="3766911"/>
              <a:ext cx="168275" cy="187325"/>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34" name="Freeform 407"/>
            <p:cNvSpPr>
              <a:spLocks/>
            </p:cNvSpPr>
            <p:nvPr/>
          </p:nvSpPr>
          <p:spPr bwMode="auto">
            <a:xfrm>
              <a:off x="2822121" y="3779611"/>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close/>
                </a:path>
              </a:pathLst>
            </a:custGeom>
            <a:solidFill>
              <a:srgbClr val="F794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35" name="Freeform 408"/>
            <p:cNvSpPr>
              <a:spLocks/>
            </p:cNvSpPr>
            <p:nvPr/>
          </p:nvSpPr>
          <p:spPr bwMode="auto">
            <a:xfrm>
              <a:off x="2822121" y="3779611"/>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36" name="Freeform 409"/>
            <p:cNvSpPr>
              <a:spLocks/>
            </p:cNvSpPr>
            <p:nvPr/>
          </p:nvSpPr>
          <p:spPr bwMode="auto">
            <a:xfrm>
              <a:off x="2866571" y="3827236"/>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37" name="Freeform 410"/>
            <p:cNvSpPr>
              <a:spLocks/>
            </p:cNvSpPr>
            <p:nvPr/>
          </p:nvSpPr>
          <p:spPr bwMode="auto">
            <a:xfrm>
              <a:off x="2866571" y="3827236"/>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38" name="Freeform 411"/>
            <p:cNvSpPr>
              <a:spLocks/>
            </p:cNvSpPr>
            <p:nvPr/>
          </p:nvSpPr>
          <p:spPr bwMode="auto">
            <a:xfrm>
              <a:off x="2809421" y="3903436"/>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close/>
                </a:path>
              </a:pathLst>
            </a:custGeom>
            <a:solidFill>
              <a:srgbClr val="D4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39" name="Freeform 412"/>
            <p:cNvSpPr>
              <a:spLocks/>
            </p:cNvSpPr>
            <p:nvPr/>
          </p:nvSpPr>
          <p:spPr bwMode="auto">
            <a:xfrm>
              <a:off x="2809421" y="3903436"/>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40" name="Freeform 413"/>
            <p:cNvSpPr>
              <a:spLocks/>
            </p:cNvSpPr>
            <p:nvPr/>
          </p:nvSpPr>
          <p:spPr bwMode="auto">
            <a:xfrm>
              <a:off x="2850696" y="3954236"/>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close/>
                </a:path>
              </a:pathLst>
            </a:custGeom>
            <a:solidFill>
              <a:srgbClr val="CC8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41" name="Freeform 414"/>
            <p:cNvSpPr>
              <a:spLocks/>
            </p:cNvSpPr>
            <p:nvPr/>
          </p:nvSpPr>
          <p:spPr bwMode="auto">
            <a:xfrm>
              <a:off x="2850696" y="3954236"/>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42" name="Freeform 415"/>
            <p:cNvSpPr>
              <a:spLocks/>
            </p:cNvSpPr>
            <p:nvPr/>
          </p:nvSpPr>
          <p:spPr bwMode="auto">
            <a:xfrm>
              <a:off x="2799896" y="3858986"/>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43" name="Freeform 416"/>
            <p:cNvSpPr>
              <a:spLocks/>
            </p:cNvSpPr>
            <p:nvPr/>
          </p:nvSpPr>
          <p:spPr bwMode="auto">
            <a:xfrm>
              <a:off x="2799896" y="3858986"/>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44" name="Freeform 417"/>
            <p:cNvSpPr>
              <a:spLocks/>
            </p:cNvSpPr>
            <p:nvPr/>
          </p:nvSpPr>
          <p:spPr bwMode="auto">
            <a:xfrm>
              <a:off x="2930071" y="3912961"/>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45" name="Freeform 418"/>
            <p:cNvSpPr>
              <a:spLocks/>
            </p:cNvSpPr>
            <p:nvPr/>
          </p:nvSpPr>
          <p:spPr bwMode="auto">
            <a:xfrm>
              <a:off x="2930071" y="3912961"/>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46" name="Freeform 419"/>
            <p:cNvSpPr>
              <a:spLocks/>
            </p:cNvSpPr>
            <p:nvPr/>
          </p:nvSpPr>
          <p:spPr bwMode="auto">
            <a:xfrm>
              <a:off x="2799896" y="3760561"/>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close/>
                </a:path>
              </a:pathLst>
            </a:custGeom>
            <a:solidFill>
              <a:srgbClr val="939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47" name="Freeform 420"/>
            <p:cNvSpPr>
              <a:spLocks/>
            </p:cNvSpPr>
            <p:nvPr/>
          </p:nvSpPr>
          <p:spPr bwMode="auto">
            <a:xfrm>
              <a:off x="2799896" y="3760561"/>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48" name="Freeform 421"/>
            <p:cNvSpPr>
              <a:spLocks/>
            </p:cNvSpPr>
            <p:nvPr/>
          </p:nvSpPr>
          <p:spPr bwMode="auto">
            <a:xfrm>
              <a:off x="2806246" y="3770086"/>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49" name="Freeform 422"/>
            <p:cNvSpPr>
              <a:spLocks/>
            </p:cNvSpPr>
            <p:nvPr/>
          </p:nvSpPr>
          <p:spPr bwMode="auto">
            <a:xfrm>
              <a:off x="2806246" y="3770086"/>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50" name="Freeform 423"/>
            <p:cNvSpPr>
              <a:spLocks/>
            </p:cNvSpPr>
            <p:nvPr/>
          </p:nvSpPr>
          <p:spPr bwMode="auto">
            <a:xfrm>
              <a:off x="2812596" y="3776436"/>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51" name="Freeform 424"/>
            <p:cNvSpPr>
              <a:spLocks/>
            </p:cNvSpPr>
            <p:nvPr/>
          </p:nvSpPr>
          <p:spPr bwMode="auto">
            <a:xfrm>
              <a:off x="2812596" y="3776436"/>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52" name="Freeform 425"/>
            <p:cNvSpPr>
              <a:spLocks/>
            </p:cNvSpPr>
            <p:nvPr/>
          </p:nvSpPr>
          <p:spPr bwMode="auto">
            <a:xfrm>
              <a:off x="2822121" y="3792311"/>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close/>
                </a:path>
              </a:pathLst>
            </a:custGeom>
            <a:solidFill>
              <a:srgbClr val="D38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53" name="Freeform 426"/>
            <p:cNvSpPr>
              <a:spLocks/>
            </p:cNvSpPr>
            <p:nvPr/>
          </p:nvSpPr>
          <p:spPr bwMode="auto">
            <a:xfrm>
              <a:off x="2822121" y="3792311"/>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54" name="Freeform 427"/>
            <p:cNvSpPr>
              <a:spLocks/>
            </p:cNvSpPr>
            <p:nvPr/>
          </p:nvSpPr>
          <p:spPr bwMode="auto">
            <a:xfrm>
              <a:off x="2866571" y="3862161"/>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55" name="Freeform 428"/>
            <p:cNvSpPr>
              <a:spLocks/>
            </p:cNvSpPr>
            <p:nvPr/>
          </p:nvSpPr>
          <p:spPr bwMode="auto">
            <a:xfrm>
              <a:off x="2866571" y="3862161"/>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grpSp>
          <p:nvGrpSpPr>
            <p:cNvPr id="3" name="Group 2"/>
            <p:cNvGrpSpPr/>
            <p:nvPr/>
          </p:nvGrpSpPr>
          <p:grpSpPr>
            <a:xfrm>
              <a:off x="2701175" y="3947886"/>
              <a:ext cx="1772241" cy="1711325"/>
              <a:chOff x="3044825" y="3765550"/>
              <a:chExt cx="6988175" cy="1711325"/>
            </a:xfrm>
          </p:grpSpPr>
          <p:sp>
            <p:nvSpPr>
              <p:cNvPr id="158" name="Freeform 236"/>
              <p:cNvSpPr>
                <a:spLocks/>
              </p:cNvSpPr>
              <p:nvPr/>
            </p:nvSpPr>
            <p:spPr bwMode="auto">
              <a:xfrm>
                <a:off x="3044825" y="3765550"/>
                <a:ext cx="6988175" cy="117475"/>
              </a:xfrm>
              <a:custGeom>
                <a:avLst/>
                <a:gdLst>
                  <a:gd name="T0" fmla="*/ 4368 w 4402"/>
                  <a:gd name="T1" fmla="*/ 74 h 74"/>
                  <a:gd name="T2" fmla="*/ 32 w 4402"/>
                  <a:gd name="T3" fmla="*/ 74 h 74"/>
                  <a:gd name="T4" fmla="*/ 0 w 4402"/>
                  <a:gd name="T5" fmla="*/ 0 h 74"/>
                  <a:gd name="T6" fmla="*/ 4402 w 4402"/>
                  <a:gd name="T7" fmla="*/ 0 h 74"/>
                  <a:gd name="T8" fmla="*/ 4368 w 4402"/>
                  <a:gd name="T9" fmla="*/ 74 h 74"/>
                </a:gdLst>
                <a:ahLst/>
                <a:cxnLst>
                  <a:cxn ang="0">
                    <a:pos x="T0" y="T1"/>
                  </a:cxn>
                  <a:cxn ang="0">
                    <a:pos x="T2" y="T3"/>
                  </a:cxn>
                  <a:cxn ang="0">
                    <a:pos x="T4" y="T5"/>
                  </a:cxn>
                  <a:cxn ang="0">
                    <a:pos x="T6" y="T7"/>
                  </a:cxn>
                  <a:cxn ang="0">
                    <a:pos x="T8" y="T9"/>
                  </a:cxn>
                </a:cxnLst>
                <a:rect l="0" t="0" r="r" b="b"/>
                <a:pathLst>
                  <a:path w="4402" h="74">
                    <a:moveTo>
                      <a:pt x="4368" y="74"/>
                    </a:moveTo>
                    <a:lnTo>
                      <a:pt x="32" y="74"/>
                    </a:lnTo>
                    <a:lnTo>
                      <a:pt x="0" y="0"/>
                    </a:lnTo>
                    <a:lnTo>
                      <a:pt x="4402" y="0"/>
                    </a:lnTo>
                    <a:lnTo>
                      <a:pt x="4368" y="74"/>
                    </a:lnTo>
                    <a:close/>
                  </a:path>
                </a:pathLst>
              </a:custGeom>
              <a:solidFill>
                <a:srgbClr val="755B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59" name="Freeform 238"/>
              <p:cNvSpPr>
                <a:spLocks/>
              </p:cNvSpPr>
              <p:nvPr/>
            </p:nvSpPr>
            <p:spPr bwMode="auto">
              <a:xfrm>
                <a:off x="3044825" y="3765550"/>
                <a:ext cx="6988175" cy="44450"/>
              </a:xfrm>
              <a:custGeom>
                <a:avLst/>
                <a:gdLst>
                  <a:gd name="T0" fmla="*/ 4402 w 4402"/>
                  <a:gd name="T1" fmla="*/ 0 h 28"/>
                  <a:gd name="T2" fmla="*/ 0 w 4402"/>
                  <a:gd name="T3" fmla="*/ 0 h 28"/>
                  <a:gd name="T4" fmla="*/ 12 w 4402"/>
                  <a:gd name="T5" fmla="*/ 28 h 28"/>
                  <a:gd name="T6" fmla="*/ 4390 w 4402"/>
                  <a:gd name="T7" fmla="*/ 28 h 28"/>
                  <a:gd name="T8" fmla="*/ 4402 w 4402"/>
                  <a:gd name="T9" fmla="*/ 0 h 28"/>
                </a:gdLst>
                <a:ahLst/>
                <a:cxnLst>
                  <a:cxn ang="0">
                    <a:pos x="T0" y="T1"/>
                  </a:cxn>
                  <a:cxn ang="0">
                    <a:pos x="T2" y="T3"/>
                  </a:cxn>
                  <a:cxn ang="0">
                    <a:pos x="T4" y="T5"/>
                  </a:cxn>
                  <a:cxn ang="0">
                    <a:pos x="T6" y="T7"/>
                  </a:cxn>
                  <a:cxn ang="0">
                    <a:pos x="T8" y="T9"/>
                  </a:cxn>
                </a:cxnLst>
                <a:rect l="0" t="0" r="r" b="b"/>
                <a:pathLst>
                  <a:path w="4402" h="28">
                    <a:moveTo>
                      <a:pt x="4402" y="0"/>
                    </a:moveTo>
                    <a:lnTo>
                      <a:pt x="0" y="0"/>
                    </a:lnTo>
                    <a:lnTo>
                      <a:pt x="12" y="28"/>
                    </a:lnTo>
                    <a:lnTo>
                      <a:pt x="4390" y="28"/>
                    </a:lnTo>
                    <a:lnTo>
                      <a:pt x="4402" y="0"/>
                    </a:lnTo>
                    <a:close/>
                  </a:path>
                </a:pathLst>
              </a:custGeom>
              <a:solidFill>
                <a:srgbClr val="EEA2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60" name="Rectangle 240"/>
              <p:cNvSpPr>
                <a:spLocks noChangeArrowheads="1"/>
              </p:cNvSpPr>
              <p:nvPr/>
            </p:nvSpPr>
            <p:spPr bwMode="auto">
              <a:xfrm>
                <a:off x="9277130" y="3883025"/>
                <a:ext cx="244801" cy="1593850"/>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161" name="Rectangle 241"/>
              <p:cNvSpPr>
                <a:spLocks noChangeArrowheads="1"/>
              </p:cNvSpPr>
              <p:nvPr/>
            </p:nvSpPr>
            <p:spPr bwMode="auto">
              <a:xfrm>
                <a:off x="3533552" y="3883025"/>
                <a:ext cx="244801" cy="1593850"/>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grpSp>
        <p:sp>
          <p:nvSpPr>
            <p:cNvPr id="189" name="Freeform 188"/>
            <p:cNvSpPr>
              <a:spLocks/>
            </p:cNvSpPr>
            <p:nvPr/>
          </p:nvSpPr>
          <p:spPr bwMode="auto">
            <a:xfrm>
              <a:off x="3528358" y="2677622"/>
              <a:ext cx="43779" cy="65670"/>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Montserrat Light"/>
                <a:cs typeface="Simplified Arabic" panose="02020603050405020304" pitchFamily="18" charset="-78"/>
              </a:endParaRPr>
            </a:p>
          </p:txBody>
        </p:sp>
        <p:sp>
          <p:nvSpPr>
            <p:cNvPr id="191" name="Freeform 190"/>
            <p:cNvSpPr>
              <a:spLocks/>
            </p:cNvSpPr>
            <p:nvPr/>
          </p:nvSpPr>
          <p:spPr bwMode="auto">
            <a:xfrm>
              <a:off x="3357156" y="2529139"/>
              <a:ext cx="101231" cy="47084"/>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Montserrat Light"/>
                <a:cs typeface="Simplified Arabic" panose="02020603050405020304" pitchFamily="18" charset="-78"/>
              </a:endParaRPr>
            </a:p>
          </p:txBody>
        </p:sp>
        <p:sp>
          <p:nvSpPr>
            <p:cNvPr id="192" name="Freeform 191"/>
            <p:cNvSpPr>
              <a:spLocks/>
            </p:cNvSpPr>
            <p:nvPr/>
          </p:nvSpPr>
          <p:spPr bwMode="auto">
            <a:xfrm>
              <a:off x="3373635" y="2590643"/>
              <a:ext cx="108293" cy="94168"/>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Montserrat Light"/>
                <a:cs typeface="Simplified Arabic" panose="02020603050405020304" pitchFamily="18" charset="-78"/>
              </a:endParaRPr>
            </a:p>
          </p:txBody>
        </p:sp>
        <p:sp>
          <p:nvSpPr>
            <p:cNvPr id="193" name="Oval 192"/>
            <p:cNvSpPr>
              <a:spLocks noChangeArrowheads="1"/>
            </p:cNvSpPr>
            <p:nvPr/>
          </p:nvSpPr>
          <p:spPr bwMode="auto">
            <a:xfrm>
              <a:off x="3401885" y="2602413"/>
              <a:ext cx="68272" cy="65918"/>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Montserrat Light"/>
                <a:cs typeface="Simplified Arabic" panose="02020603050405020304" pitchFamily="18" charset="-78"/>
              </a:endParaRPr>
            </a:p>
          </p:txBody>
        </p:sp>
        <p:sp>
          <p:nvSpPr>
            <p:cNvPr id="194" name="Oval 193"/>
            <p:cNvSpPr>
              <a:spLocks noChangeArrowheads="1"/>
            </p:cNvSpPr>
            <p:nvPr/>
          </p:nvSpPr>
          <p:spPr bwMode="auto">
            <a:xfrm>
              <a:off x="3413657" y="2618893"/>
              <a:ext cx="16480" cy="1648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Montserrat Light"/>
                <a:cs typeface="Simplified Arabic" panose="02020603050405020304" pitchFamily="18" charset="-78"/>
              </a:endParaRPr>
            </a:p>
          </p:txBody>
        </p:sp>
        <p:sp>
          <p:nvSpPr>
            <p:cNvPr id="195" name="Freeform 194"/>
            <p:cNvSpPr>
              <a:spLocks/>
            </p:cNvSpPr>
            <p:nvPr/>
          </p:nvSpPr>
          <p:spPr bwMode="auto">
            <a:xfrm>
              <a:off x="3632596" y="2529139"/>
              <a:ext cx="98876" cy="47084"/>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Montserrat Light"/>
                <a:cs typeface="Simplified Arabic" panose="02020603050405020304" pitchFamily="18" charset="-78"/>
              </a:endParaRPr>
            </a:p>
          </p:txBody>
        </p:sp>
        <p:sp>
          <p:nvSpPr>
            <p:cNvPr id="196" name="Freeform 195"/>
            <p:cNvSpPr>
              <a:spLocks/>
            </p:cNvSpPr>
            <p:nvPr/>
          </p:nvSpPr>
          <p:spPr bwMode="auto">
            <a:xfrm>
              <a:off x="3604346" y="2590643"/>
              <a:ext cx="110648" cy="94168"/>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Montserrat Light"/>
                <a:cs typeface="Simplified Arabic" panose="02020603050405020304" pitchFamily="18" charset="-78"/>
              </a:endParaRPr>
            </a:p>
          </p:txBody>
        </p:sp>
        <p:sp>
          <p:nvSpPr>
            <p:cNvPr id="197" name="Oval 196"/>
            <p:cNvSpPr>
              <a:spLocks noChangeArrowheads="1"/>
            </p:cNvSpPr>
            <p:nvPr/>
          </p:nvSpPr>
          <p:spPr bwMode="auto">
            <a:xfrm>
              <a:off x="3620826" y="2602413"/>
              <a:ext cx="65918" cy="65918"/>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Montserrat Light"/>
                <a:cs typeface="Simplified Arabic" panose="02020603050405020304" pitchFamily="18" charset="-78"/>
              </a:endParaRPr>
            </a:p>
          </p:txBody>
        </p:sp>
        <p:sp>
          <p:nvSpPr>
            <p:cNvPr id="198" name="Oval 197"/>
            <p:cNvSpPr>
              <a:spLocks noChangeArrowheads="1"/>
            </p:cNvSpPr>
            <p:nvPr/>
          </p:nvSpPr>
          <p:spPr bwMode="auto">
            <a:xfrm>
              <a:off x="3660847" y="2618893"/>
              <a:ext cx="16480" cy="1648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Montserrat Light"/>
                <a:cs typeface="Simplified Arabic" panose="02020603050405020304" pitchFamily="18" charset="-78"/>
              </a:endParaRPr>
            </a:p>
          </p:txBody>
        </p:sp>
        <p:grpSp>
          <p:nvGrpSpPr>
            <p:cNvPr id="227" name="Group 226"/>
            <p:cNvGrpSpPr/>
            <p:nvPr/>
          </p:nvGrpSpPr>
          <p:grpSpPr>
            <a:xfrm>
              <a:off x="3467322" y="2770510"/>
              <a:ext cx="171945" cy="135505"/>
              <a:chOff x="3298711" y="2633973"/>
              <a:chExt cx="469203" cy="345002"/>
            </a:xfrm>
          </p:grpSpPr>
          <p:sp>
            <p:nvSpPr>
              <p:cNvPr id="225" name="Freeform 32"/>
              <p:cNvSpPr>
                <a:spLocks/>
              </p:cNvSpPr>
              <p:nvPr/>
            </p:nvSpPr>
            <p:spPr bwMode="auto">
              <a:xfrm>
                <a:off x="3376911" y="2850174"/>
                <a:ext cx="308202" cy="128801"/>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close/>
                  </a:path>
                </a:pathLst>
              </a:custGeom>
              <a:solidFill>
                <a:srgbClr val="DA9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sp>
            <p:nvSpPr>
              <p:cNvPr id="226" name="Freeform 34"/>
              <p:cNvSpPr>
                <a:spLocks/>
              </p:cNvSpPr>
              <p:nvPr/>
            </p:nvSpPr>
            <p:spPr bwMode="auto">
              <a:xfrm>
                <a:off x="3298711" y="2633973"/>
                <a:ext cx="469203" cy="305902"/>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close/>
                  </a:path>
                </a:pathLst>
              </a:custGeom>
              <a:solidFill>
                <a:srgbClr val="763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dirty="0">
                  <a:solidFill>
                    <a:prstClr val="black"/>
                  </a:solidFill>
                  <a:latin typeface="Montserrat Light"/>
                  <a:cs typeface="Simplified Arabic" panose="02020603050405020304" pitchFamily="18" charset="-78"/>
                </a:endParaRPr>
              </a:p>
            </p:txBody>
          </p:sp>
        </p:grpSp>
      </p:grpSp>
      <p:sp>
        <p:nvSpPr>
          <p:cNvPr id="301" name="TextBox 300"/>
          <p:cNvSpPr txBox="1"/>
          <p:nvPr/>
        </p:nvSpPr>
        <p:spPr>
          <a:xfrm>
            <a:off x="2192127" y="5998668"/>
            <a:ext cx="1497681" cy="200055"/>
          </a:xfrm>
          <a:prstGeom prst="rect">
            <a:avLst/>
          </a:prstGeom>
          <a:noFill/>
        </p:spPr>
        <p:txBody>
          <a:bodyPr wrap="square" rtlCol="0">
            <a:spAutoFit/>
          </a:bodyPr>
          <a:lstStyle/>
          <a:p>
            <a:pPr algn="ctr" fontAlgn="auto">
              <a:spcBef>
                <a:spcPts val="0"/>
              </a:spcBef>
              <a:spcAft>
                <a:spcPts val="0"/>
              </a:spcAft>
            </a:pPr>
            <a:r>
              <a:rPr lang="id-ID" sz="700" dirty="0" smtClean="0">
                <a:solidFill>
                  <a:prstClr val="black">
                    <a:lumMod val="50000"/>
                    <a:lumOff val="50000"/>
                  </a:prstClr>
                </a:solidFill>
                <a:latin typeface="Montserrat Light"/>
                <a:cs typeface="Simplified Arabic" panose="02020603050405020304" pitchFamily="18" charset="-78"/>
              </a:rPr>
              <a:t>Designed by freepik</a:t>
            </a:r>
            <a:endParaRPr lang="en-US" sz="700" b="1" dirty="0">
              <a:solidFill>
                <a:prstClr val="black">
                  <a:lumMod val="50000"/>
                  <a:lumOff val="50000"/>
                </a:prstClr>
              </a:solidFill>
              <a:latin typeface="Montserrat Light"/>
              <a:cs typeface="Simplified Arabic" panose="02020603050405020304" pitchFamily="18" charset="-78"/>
            </a:endParaRPr>
          </a:p>
        </p:txBody>
      </p:sp>
      <p:sp>
        <p:nvSpPr>
          <p:cNvPr id="307" name="TextBox 306"/>
          <p:cNvSpPr txBox="1"/>
          <p:nvPr/>
        </p:nvSpPr>
        <p:spPr>
          <a:xfrm>
            <a:off x="4788984" y="2736199"/>
            <a:ext cx="7062686" cy="1815882"/>
          </a:xfrm>
          <a:prstGeom prst="rect">
            <a:avLst/>
          </a:prstGeom>
          <a:noFill/>
        </p:spPr>
        <p:txBody>
          <a:bodyPr wrap="square" rtlCol="0">
            <a:spAutoFit/>
          </a:bodyPr>
          <a:lstStyle/>
          <a:p>
            <a:pPr algn="r" rtl="1" fontAlgn="auto">
              <a:spcBef>
                <a:spcPts val="0"/>
              </a:spcBef>
              <a:spcAft>
                <a:spcPts val="0"/>
              </a:spcAft>
            </a:pPr>
            <a:r>
              <a:rPr lang="ar-SA" sz="2800" b="1" dirty="0">
                <a:solidFill>
                  <a:srgbClr val="2980B9"/>
                </a:solidFill>
                <a:cs typeface="Simplified Arabic" panose="02020603050405020304" pitchFamily="18" charset="-78"/>
              </a:rPr>
              <a:t>يقدم موقع تيد التعليمي </a:t>
            </a:r>
            <a:r>
              <a:rPr lang="en-US" sz="2800" b="1" dirty="0">
                <a:solidFill>
                  <a:srgbClr val="2980B9"/>
                </a:solidFill>
                <a:cs typeface="Simplified Arabic" panose="02020603050405020304" pitchFamily="18" charset="-78"/>
              </a:rPr>
              <a:t> </a:t>
            </a:r>
            <a:r>
              <a:rPr lang="en-US" sz="2800" b="1" dirty="0" smtClean="0">
                <a:solidFill>
                  <a:srgbClr val="2980B9"/>
                </a:solidFill>
                <a:cs typeface="Simplified Arabic" panose="02020603050405020304" pitchFamily="18" charset="-78"/>
              </a:rPr>
              <a:t>(ED TED)</a:t>
            </a:r>
            <a:r>
              <a:rPr lang="ar-SA" sz="2800" b="1" dirty="0" smtClean="0">
                <a:solidFill>
                  <a:srgbClr val="2980B9"/>
                </a:solidFill>
                <a:cs typeface="Simplified Arabic" panose="02020603050405020304" pitchFamily="18" charset="-78"/>
              </a:rPr>
              <a:t>الذي </a:t>
            </a:r>
            <a:r>
              <a:rPr lang="ar-SA" sz="2800" b="1" dirty="0">
                <a:solidFill>
                  <a:srgbClr val="2980B9"/>
                </a:solidFill>
                <a:cs typeface="Simplified Arabic" panose="02020603050405020304" pitchFamily="18" charset="-78"/>
              </a:rPr>
              <a:t>تم إطلاقه بواسطة مؤسسة </a:t>
            </a:r>
            <a:r>
              <a:rPr lang="en-US" sz="2800" b="1" dirty="0">
                <a:solidFill>
                  <a:srgbClr val="2980B9"/>
                </a:solidFill>
                <a:cs typeface="Simplified Arabic" panose="02020603050405020304" pitchFamily="18" charset="-78"/>
              </a:rPr>
              <a:t>TED، </a:t>
            </a:r>
            <a:r>
              <a:rPr lang="ar-SA" sz="2800" b="1" dirty="0">
                <a:solidFill>
                  <a:srgbClr val="2980B9"/>
                </a:solidFill>
                <a:cs typeface="Simplified Arabic" panose="02020603050405020304" pitchFamily="18" charset="-78"/>
              </a:rPr>
              <a:t>المواد التعليمية والمحاضرات المبنية على الفيديو، كما يتيح إنشاء دروس تفاعلية مع المستخدم مبنية على الفيديوهات المرئية التي يطلقها الموقع</a:t>
            </a:r>
            <a:endParaRPr lang="en-US" sz="2800" b="1" dirty="0">
              <a:solidFill>
                <a:srgbClr val="2980B9"/>
              </a:solidFill>
              <a:latin typeface="Montserrat Light"/>
              <a:cs typeface="Simplified Arabic" panose="02020603050405020304" pitchFamily="18" charset="-78"/>
            </a:endParaRPr>
          </a:p>
        </p:txBody>
      </p:sp>
      <p:sp>
        <p:nvSpPr>
          <p:cNvPr id="17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0542633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28"/>
                                        </p:tgtEl>
                                        <p:attrNameLst>
                                          <p:attrName>style.visibility</p:attrName>
                                        </p:attrNameLst>
                                      </p:cBhvr>
                                      <p:to>
                                        <p:strVal val="visible"/>
                                      </p:to>
                                    </p:set>
                                    <p:anim calcmode="lin" valueType="num">
                                      <p:cBhvr>
                                        <p:cTn id="7" dur="500" fill="hold"/>
                                        <p:tgtEl>
                                          <p:spTgt spid="228"/>
                                        </p:tgtEl>
                                        <p:attrNameLst>
                                          <p:attrName>ppt_w</p:attrName>
                                        </p:attrNameLst>
                                      </p:cBhvr>
                                      <p:tavLst>
                                        <p:tav tm="0">
                                          <p:val>
                                            <p:fltVal val="0"/>
                                          </p:val>
                                        </p:tav>
                                        <p:tav tm="100000">
                                          <p:val>
                                            <p:strVal val="#ppt_w"/>
                                          </p:val>
                                        </p:tav>
                                      </p:tavLst>
                                    </p:anim>
                                    <p:anim calcmode="lin" valueType="num">
                                      <p:cBhvr>
                                        <p:cTn id="8" dur="500" fill="hold"/>
                                        <p:tgtEl>
                                          <p:spTgt spid="228"/>
                                        </p:tgtEl>
                                        <p:attrNameLst>
                                          <p:attrName>ppt_h</p:attrName>
                                        </p:attrNameLst>
                                      </p:cBhvr>
                                      <p:tavLst>
                                        <p:tav tm="0">
                                          <p:val>
                                            <p:fltVal val="0"/>
                                          </p:val>
                                        </p:tav>
                                        <p:tav tm="100000">
                                          <p:val>
                                            <p:strVal val="#ppt_h"/>
                                          </p:val>
                                        </p:tav>
                                      </p:tavLst>
                                    </p:anim>
                                    <p:animEffect transition="in" filter="fade">
                                      <p:cBhvr>
                                        <p:cTn id="9" dur="500"/>
                                        <p:tgtEl>
                                          <p:spTgt spid="228"/>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301"/>
                                        </p:tgtEl>
                                        <p:attrNameLst>
                                          <p:attrName>style.visibility</p:attrName>
                                        </p:attrNameLst>
                                      </p:cBhvr>
                                      <p:to>
                                        <p:strVal val="visible"/>
                                      </p:to>
                                    </p:set>
                                    <p:animEffect transition="in" filter="fade">
                                      <p:cBhvr>
                                        <p:cTn id="12" dur="500"/>
                                        <p:tgtEl>
                                          <p:spTgt spid="301"/>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07"/>
                                        </p:tgtEl>
                                        <p:attrNameLst>
                                          <p:attrName>style.visibility</p:attrName>
                                        </p:attrNameLst>
                                      </p:cBhvr>
                                      <p:to>
                                        <p:strVal val="visible"/>
                                      </p:to>
                                    </p:set>
                                    <p:animEffect transition="in" filter="fade">
                                      <p:cBhvr>
                                        <p:cTn id="15" dur="500"/>
                                        <p:tgtEl>
                                          <p:spTgt spid="3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1" grpId="0"/>
      <p:bldP spid="307" grpId="0"/>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495300" y="342866"/>
            <a:ext cx="12192000" cy="707886"/>
          </a:xfrm>
          <a:prstGeom prst="rect">
            <a:avLst/>
          </a:prstGeom>
          <a:noFill/>
        </p:spPr>
        <p:txBody>
          <a:bodyPr wrap="square" rtlCol="0">
            <a:spAutoFit/>
          </a:bodyPr>
          <a:lstStyle/>
          <a:p>
            <a:pPr algn="r" rtl="1"/>
            <a:r>
              <a:rPr lang="ar-SA" sz="4000" b="1" dirty="0">
                <a:solidFill>
                  <a:srgbClr val="000000"/>
                </a:solidFill>
                <a:cs typeface="Simplified Arabic" panose="02020603050405020304" pitchFamily="18" charset="-78"/>
              </a:rPr>
              <a:t>أهم مميزات موقع تيد التعليمي، في النقاط التالية: </a:t>
            </a:r>
            <a:endParaRPr lang="en-US" sz="4000" b="1" dirty="0">
              <a:solidFill>
                <a:srgbClr val="000000"/>
              </a:solidFill>
              <a:cs typeface="Simplified Arabic" panose="02020603050405020304" pitchFamily="18" charset="-78"/>
            </a:endParaRPr>
          </a:p>
        </p:txBody>
      </p:sp>
      <p:graphicFrame>
        <p:nvGraphicFramePr>
          <p:cNvPr id="2" name="Diagram 1"/>
          <p:cNvGraphicFramePr/>
          <p:nvPr>
            <p:extLst/>
          </p:nvPr>
        </p:nvGraphicFramePr>
        <p:xfrm>
          <a:off x="1181100" y="1485900"/>
          <a:ext cx="8972549" cy="46590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5997733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495300" y="342866"/>
            <a:ext cx="12192000" cy="707886"/>
          </a:xfrm>
          <a:prstGeom prst="rect">
            <a:avLst/>
          </a:prstGeom>
          <a:noFill/>
        </p:spPr>
        <p:txBody>
          <a:bodyPr wrap="square" rtlCol="0">
            <a:spAutoFit/>
          </a:bodyPr>
          <a:lstStyle/>
          <a:p>
            <a:pPr algn="r" rtl="1"/>
            <a:r>
              <a:rPr lang="ar-SA" sz="4000" b="1" dirty="0">
                <a:solidFill>
                  <a:srgbClr val="000000"/>
                </a:solidFill>
                <a:cs typeface="Simplified Arabic" panose="02020603050405020304" pitchFamily="18" charset="-78"/>
              </a:rPr>
              <a:t>أهم مميزات موقع تيد التعليمي، في النقاط التالية: </a:t>
            </a:r>
            <a:endParaRPr lang="en-US" sz="4000" b="1" dirty="0">
              <a:solidFill>
                <a:srgbClr val="000000"/>
              </a:solidFill>
              <a:cs typeface="Simplified Arabic" panose="02020603050405020304" pitchFamily="18" charset="-78"/>
            </a:endParaRPr>
          </a:p>
        </p:txBody>
      </p:sp>
      <p:graphicFrame>
        <p:nvGraphicFramePr>
          <p:cNvPr id="2" name="Diagram 1"/>
          <p:cNvGraphicFramePr/>
          <p:nvPr>
            <p:extLst/>
          </p:nvPr>
        </p:nvGraphicFramePr>
        <p:xfrm>
          <a:off x="1181100" y="1485900"/>
          <a:ext cx="8972549" cy="46590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8190549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253274"/>
            <a:ext cx="12192001" cy="4351453"/>
          </a:xfrm>
          <a:prstGeom prst="rect">
            <a:avLst/>
          </a:prstGeom>
          <a:solidFill>
            <a:schemeClr val="tx2">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0" name="Group 9"/>
          <p:cNvGrpSpPr/>
          <p:nvPr/>
        </p:nvGrpSpPr>
        <p:grpSpPr>
          <a:xfrm>
            <a:off x="1395423" y="1921972"/>
            <a:ext cx="9157770" cy="3191685"/>
            <a:chOff x="1395422" y="1131491"/>
            <a:chExt cx="9157770" cy="3191685"/>
          </a:xfrm>
        </p:grpSpPr>
        <p:sp>
          <p:nvSpPr>
            <p:cNvPr id="5" name="TextBox 4"/>
            <p:cNvSpPr txBox="1"/>
            <p:nvPr/>
          </p:nvSpPr>
          <p:spPr>
            <a:xfrm>
              <a:off x="1634555" y="1131491"/>
              <a:ext cx="8505855" cy="1569660"/>
            </a:xfrm>
            <a:prstGeom prst="rect">
              <a:avLst/>
            </a:prstGeom>
            <a:noFill/>
          </p:spPr>
          <p:txBody>
            <a:bodyPr wrap="none" rtlCol="0">
              <a:spAutoFit/>
            </a:bodyPr>
            <a:lstStyle/>
            <a:p>
              <a:pPr rtl="1"/>
              <a:r>
                <a:rPr lang="ar-SA" sz="4800" b="1" dirty="0">
                  <a:solidFill>
                    <a:prstClr val="white"/>
                  </a:solidFill>
                  <a:cs typeface="Simplified Arabic" panose="02020603050405020304" pitchFamily="18" charset="-78"/>
                </a:rPr>
                <a:t> </a:t>
              </a:r>
            </a:p>
            <a:p>
              <a:pPr rtl="1"/>
              <a:r>
                <a:rPr lang="ar-SA" sz="4800" b="1" u="sng" dirty="0" smtClean="0">
                  <a:solidFill>
                    <a:srgbClr val="FFFF00"/>
                  </a:solidFill>
                  <a:cs typeface="Simplified Arabic" panose="02020603050405020304" pitchFamily="18" charset="-78"/>
                </a:rPr>
                <a:t>2-</a:t>
              </a:r>
              <a:r>
                <a:rPr lang="en-US" sz="4800" b="1" u="sng" dirty="0" smtClean="0">
                  <a:solidFill>
                    <a:srgbClr val="FFFF00"/>
                  </a:solidFill>
                  <a:cs typeface="Simplified Arabic" panose="02020603050405020304" pitchFamily="18" charset="-78"/>
                </a:rPr>
                <a:t>  </a:t>
              </a:r>
              <a:r>
                <a:rPr lang="ar-SA" sz="4800" b="1" u="sng" dirty="0">
                  <a:solidFill>
                    <a:srgbClr val="FFFF00"/>
                  </a:solidFill>
                  <a:cs typeface="Simplified Arabic" panose="02020603050405020304" pitchFamily="18" charset="-78"/>
                </a:rPr>
                <a:t>	شبكات التواصل الاجتماعي في التعليم</a:t>
              </a:r>
            </a:p>
          </p:txBody>
        </p:sp>
        <p:sp>
          <p:nvSpPr>
            <p:cNvPr id="9" name="TextBox 8"/>
            <p:cNvSpPr txBox="1"/>
            <p:nvPr/>
          </p:nvSpPr>
          <p:spPr>
            <a:xfrm>
              <a:off x="1395422" y="3245958"/>
              <a:ext cx="9157770" cy="1077218"/>
            </a:xfrm>
            <a:prstGeom prst="rect">
              <a:avLst/>
            </a:prstGeom>
            <a:noFill/>
          </p:spPr>
          <p:txBody>
            <a:bodyPr wrap="square" rtlCol="0">
              <a:spAutoFit/>
            </a:bodyPr>
            <a:lstStyle/>
            <a:p>
              <a:pPr algn="ctr" rtl="1"/>
              <a:r>
                <a:rPr lang="ar-SA" sz="3200" b="1" dirty="0">
                  <a:solidFill>
                    <a:schemeClr val="bg1"/>
                  </a:solidFill>
                  <a:cs typeface="Simplified Arabic" panose="02020603050405020304" pitchFamily="18" charset="-78"/>
                </a:rPr>
                <a:t>وسائل إعلام للتواصل الاجتماعي كمجموعة شاملة وراء التواصل الاجتماعي. غيّرت وسائل الإعلام الاجتماعية طريقة تواصل المنظمات</a:t>
              </a:r>
              <a:endParaRPr lang="en-US" sz="3200" dirty="0">
                <a:solidFill>
                  <a:schemeClr val="bg1"/>
                </a:solidFill>
                <a:cs typeface="Simplified Arabic" panose="02020603050405020304" pitchFamily="18" charset="-78"/>
              </a:endParaRPr>
            </a:p>
          </p:txBody>
        </p:sp>
      </p:grpSp>
      <p:sp>
        <p:nvSpPr>
          <p:cNvPr id="11" name="Oval 10"/>
          <p:cNvSpPr>
            <a:spLocks noChangeAspect="1"/>
          </p:cNvSpPr>
          <p:nvPr/>
        </p:nvSpPr>
        <p:spPr>
          <a:xfrm>
            <a:off x="5502863" y="3625234"/>
            <a:ext cx="144000" cy="144000"/>
          </a:xfrm>
          <a:prstGeom prst="ellipse">
            <a:avLst/>
          </a:prstGeom>
          <a:solidFill>
            <a:srgbClr val="0070C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2" name="Oval 11"/>
          <p:cNvSpPr>
            <a:spLocks noChangeAspect="1"/>
          </p:cNvSpPr>
          <p:nvPr/>
        </p:nvSpPr>
        <p:spPr>
          <a:xfrm>
            <a:off x="5671348" y="3625234"/>
            <a:ext cx="144000" cy="144000"/>
          </a:xfrm>
          <a:prstGeom prst="ellipse">
            <a:avLst/>
          </a:prstGeom>
          <a:solidFill>
            <a:srgbClr val="FFC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3" name="Oval 12"/>
          <p:cNvSpPr>
            <a:spLocks noChangeAspect="1"/>
          </p:cNvSpPr>
          <p:nvPr/>
        </p:nvSpPr>
        <p:spPr>
          <a:xfrm>
            <a:off x="5830308" y="3625234"/>
            <a:ext cx="144000" cy="144000"/>
          </a:xfrm>
          <a:prstGeom prst="ellipse">
            <a:avLst/>
          </a:prstGeom>
          <a:solidFill>
            <a:srgbClr val="ED7D31">
              <a:lumMod val="75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4" name="Oval 13"/>
          <p:cNvSpPr>
            <a:spLocks noChangeAspect="1"/>
          </p:cNvSpPr>
          <p:nvPr/>
        </p:nvSpPr>
        <p:spPr>
          <a:xfrm>
            <a:off x="6008318" y="3625234"/>
            <a:ext cx="144000" cy="144000"/>
          </a:xfrm>
          <a:prstGeom prst="ellipse">
            <a:avLst/>
          </a:prstGeom>
          <a:solidFill>
            <a:srgbClr val="C0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5" name="Oval 14"/>
          <p:cNvSpPr>
            <a:spLocks noChangeAspect="1"/>
          </p:cNvSpPr>
          <p:nvPr/>
        </p:nvSpPr>
        <p:spPr>
          <a:xfrm>
            <a:off x="6176803" y="3625234"/>
            <a:ext cx="144000" cy="144000"/>
          </a:xfrm>
          <a:prstGeom prst="ellipse">
            <a:avLst/>
          </a:prstGeom>
          <a:solidFill>
            <a:srgbClr val="FF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6" name="Oval 15"/>
          <p:cNvSpPr>
            <a:spLocks noChangeAspect="1"/>
          </p:cNvSpPr>
          <p:nvPr/>
        </p:nvSpPr>
        <p:spPr>
          <a:xfrm>
            <a:off x="6345288" y="3625234"/>
            <a:ext cx="144000" cy="144000"/>
          </a:xfrm>
          <a:prstGeom prst="ellipse">
            <a:avLst/>
          </a:prstGeom>
          <a:solidFill>
            <a:srgbClr val="70AD47">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7" name="Oval 16"/>
          <p:cNvSpPr>
            <a:spLocks noChangeAspect="1"/>
          </p:cNvSpPr>
          <p:nvPr/>
        </p:nvSpPr>
        <p:spPr>
          <a:xfrm>
            <a:off x="6513773" y="3625234"/>
            <a:ext cx="144000" cy="144000"/>
          </a:xfrm>
          <a:prstGeom prst="ellipse">
            <a:avLst/>
          </a:prstGeom>
          <a:solidFill>
            <a:srgbClr val="7030A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4645102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outVertical)">
                                      <p:cBhvr>
                                        <p:cTn id="11" dur="500"/>
                                        <p:tgtEl>
                                          <p:spTgt spid="10"/>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250"/>
                                        <p:tgtEl>
                                          <p:spTgt spid="11"/>
                                        </p:tgtEl>
                                      </p:cBhvr>
                                    </p:animEffect>
                                    <p:anim calcmode="lin" valueType="num">
                                      <p:cBhvr>
                                        <p:cTn id="16" dur="250" fill="hold"/>
                                        <p:tgtEl>
                                          <p:spTgt spid="11"/>
                                        </p:tgtEl>
                                        <p:attrNameLst>
                                          <p:attrName>ppt_x</p:attrName>
                                        </p:attrNameLst>
                                      </p:cBhvr>
                                      <p:tavLst>
                                        <p:tav tm="0">
                                          <p:val>
                                            <p:strVal val="#ppt_x"/>
                                          </p:val>
                                        </p:tav>
                                        <p:tav tm="100000">
                                          <p:val>
                                            <p:strVal val="#ppt_x"/>
                                          </p:val>
                                        </p:tav>
                                      </p:tavLst>
                                    </p:anim>
                                    <p:anim calcmode="lin" valueType="num">
                                      <p:cBhvr>
                                        <p:cTn id="17" dur="250" fill="hold"/>
                                        <p:tgtEl>
                                          <p:spTgt spid="11"/>
                                        </p:tgtEl>
                                        <p:attrNameLst>
                                          <p:attrName>ppt_y</p:attrName>
                                        </p:attrNameLst>
                                      </p:cBhvr>
                                      <p:tavLst>
                                        <p:tav tm="0">
                                          <p:val>
                                            <p:strVal val="#ppt_y+.1"/>
                                          </p:val>
                                        </p:tav>
                                        <p:tav tm="100000">
                                          <p:val>
                                            <p:strVal val="#ppt_y"/>
                                          </p:val>
                                        </p:tav>
                                      </p:tavLst>
                                    </p:anim>
                                  </p:childTnLst>
                                </p:cTn>
                              </p:par>
                            </p:childTnLst>
                          </p:cTn>
                        </p:par>
                        <p:par>
                          <p:cTn id="18" fill="hold">
                            <p:stCondLst>
                              <p:cond delay="1250"/>
                            </p:stCondLst>
                            <p:childTnLst>
                              <p:par>
                                <p:cTn id="19" presetID="42" presetClass="entr" presetSubtype="0"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250"/>
                                        <p:tgtEl>
                                          <p:spTgt spid="12"/>
                                        </p:tgtEl>
                                      </p:cBhvr>
                                    </p:animEffect>
                                    <p:anim calcmode="lin" valueType="num">
                                      <p:cBhvr>
                                        <p:cTn id="22" dur="250" fill="hold"/>
                                        <p:tgtEl>
                                          <p:spTgt spid="12"/>
                                        </p:tgtEl>
                                        <p:attrNameLst>
                                          <p:attrName>ppt_x</p:attrName>
                                        </p:attrNameLst>
                                      </p:cBhvr>
                                      <p:tavLst>
                                        <p:tav tm="0">
                                          <p:val>
                                            <p:strVal val="#ppt_x"/>
                                          </p:val>
                                        </p:tav>
                                        <p:tav tm="100000">
                                          <p:val>
                                            <p:strVal val="#ppt_x"/>
                                          </p:val>
                                        </p:tav>
                                      </p:tavLst>
                                    </p:anim>
                                    <p:anim calcmode="lin" valueType="num">
                                      <p:cBhvr>
                                        <p:cTn id="23" dur="250" fill="hold"/>
                                        <p:tgtEl>
                                          <p:spTgt spid="12"/>
                                        </p:tgtEl>
                                        <p:attrNameLst>
                                          <p:attrName>ppt_y</p:attrName>
                                        </p:attrNameLst>
                                      </p:cBhvr>
                                      <p:tavLst>
                                        <p:tav tm="0">
                                          <p:val>
                                            <p:strVal val="#ppt_y+.1"/>
                                          </p:val>
                                        </p:tav>
                                        <p:tav tm="100000">
                                          <p:val>
                                            <p:strVal val="#ppt_y"/>
                                          </p:val>
                                        </p:tav>
                                      </p:tavLst>
                                    </p:anim>
                                  </p:childTnLst>
                                </p:cTn>
                              </p:par>
                            </p:childTnLst>
                          </p:cTn>
                        </p:par>
                        <p:par>
                          <p:cTn id="24" fill="hold">
                            <p:stCondLst>
                              <p:cond delay="1500"/>
                            </p:stCondLst>
                            <p:childTnLst>
                              <p:par>
                                <p:cTn id="25" presetID="42" presetClass="entr" presetSubtype="0"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250"/>
                                        <p:tgtEl>
                                          <p:spTgt spid="13"/>
                                        </p:tgtEl>
                                      </p:cBhvr>
                                    </p:animEffect>
                                    <p:anim calcmode="lin" valueType="num">
                                      <p:cBhvr>
                                        <p:cTn id="28" dur="250" fill="hold"/>
                                        <p:tgtEl>
                                          <p:spTgt spid="13"/>
                                        </p:tgtEl>
                                        <p:attrNameLst>
                                          <p:attrName>ppt_x</p:attrName>
                                        </p:attrNameLst>
                                      </p:cBhvr>
                                      <p:tavLst>
                                        <p:tav tm="0">
                                          <p:val>
                                            <p:strVal val="#ppt_x"/>
                                          </p:val>
                                        </p:tav>
                                        <p:tav tm="100000">
                                          <p:val>
                                            <p:strVal val="#ppt_x"/>
                                          </p:val>
                                        </p:tav>
                                      </p:tavLst>
                                    </p:anim>
                                    <p:anim calcmode="lin" valueType="num">
                                      <p:cBhvr>
                                        <p:cTn id="29" dur="250" fill="hold"/>
                                        <p:tgtEl>
                                          <p:spTgt spid="13"/>
                                        </p:tgtEl>
                                        <p:attrNameLst>
                                          <p:attrName>ppt_y</p:attrName>
                                        </p:attrNameLst>
                                      </p:cBhvr>
                                      <p:tavLst>
                                        <p:tav tm="0">
                                          <p:val>
                                            <p:strVal val="#ppt_y+.1"/>
                                          </p:val>
                                        </p:tav>
                                        <p:tav tm="100000">
                                          <p:val>
                                            <p:strVal val="#ppt_y"/>
                                          </p:val>
                                        </p:tav>
                                      </p:tavLst>
                                    </p:anim>
                                  </p:childTnLst>
                                </p:cTn>
                              </p:par>
                            </p:childTnLst>
                          </p:cTn>
                        </p:par>
                        <p:par>
                          <p:cTn id="30" fill="hold">
                            <p:stCondLst>
                              <p:cond delay="1750"/>
                            </p:stCondLst>
                            <p:childTnLst>
                              <p:par>
                                <p:cTn id="31" presetID="42" presetClass="entr" presetSubtype="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250"/>
                                        <p:tgtEl>
                                          <p:spTgt spid="14"/>
                                        </p:tgtEl>
                                      </p:cBhvr>
                                    </p:animEffect>
                                    <p:anim calcmode="lin" valueType="num">
                                      <p:cBhvr>
                                        <p:cTn id="34" dur="250" fill="hold"/>
                                        <p:tgtEl>
                                          <p:spTgt spid="14"/>
                                        </p:tgtEl>
                                        <p:attrNameLst>
                                          <p:attrName>ppt_x</p:attrName>
                                        </p:attrNameLst>
                                      </p:cBhvr>
                                      <p:tavLst>
                                        <p:tav tm="0">
                                          <p:val>
                                            <p:strVal val="#ppt_x"/>
                                          </p:val>
                                        </p:tav>
                                        <p:tav tm="100000">
                                          <p:val>
                                            <p:strVal val="#ppt_x"/>
                                          </p:val>
                                        </p:tav>
                                      </p:tavLst>
                                    </p:anim>
                                    <p:anim calcmode="lin" valueType="num">
                                      <p:cBhvr>
                                        <p:cTn id="35" dur="250" fill="hold"/>
                                        <p:tgtEl>
                                          <p:spTgt spid="14"/>
                                        </p:tgtEl>
                                        <p:attrNameLst>
                                          <p:attrName>ppt_y</p:attrName>
                                        </p:attrNameLst>
                                      </p:cBhvr>
                                      <p:tavLst>
                                        <p:tav tm="0">
                                          <p:val>
                                            <p:strVal val="#ppt_y+.1"/>
                                          </p:val>
                                        </p:tav>
                                        <p:tav tm="100000">
                                          <p:val>
                                            <p:strVal val="#ppt_y"/>
                                          </p:val>
                                        </p:tav>
                                      </p:tavLst>
                                    </p:anim>
                                  </p:childTnLst>
                                </p:cTn>
                              </p:par>
                            </p:childTnLst>
                          </p:cTn>
                        </p:par>
                        <p:par>
                          <p:cTn id="36" fill="hold">
                            <p:stCondLst>
                              <p:cond delay="2000"/>
                            </p:stCondLst>
                            <p:childTnLst>
                              <p:par>
                                <p:cTn id="37" presetID="42" presetClass="entr" presetSubtype="0" fill="hold" grpId="0" nodeType="after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250"/>
                                        <p:tgtEl>
                                          <p:spTgt spid="15"/>
                                        </p:tgtEl>
                                      </p:cBhvr>
                                    </p:animEffect>
                                    <p:anim calcmode="lin" valueType="num">
                                      <p:cBhvr>
                                        <p:cTn id="40" dur="250" fill="hold"/>
                                        <p:tgtEl>
                                          <p:spTgt spid="15"/>
                                        </p:tgtEl>
                                        <p:attrNameLst>
                                          <p:attrName>ppt_x</p:attrName>
                                        </p:attrNameLst>
                                      </p:cBhvr>
                                      <p:tavLst>
                                        <p:tav tm="0">
                                          <p:val>
                                            <p:strVal val="#ppt_x"/>
                                          </p:val>
                                        </p:tav>
                                        <p:tav tm="100000">
                                          <p:val>
                                            <p:strVal val="#ppt_x"/>
                                          </p:val>
                                        </p:tav>
                                      </p:tavLst>
                                    </p:anim>
                                    <p:anim calcmode="lin" valueType="num">
                                      <p:cBhvr>
                                        <p:cTn id="41" dur="250" fill="hold"/>
                                        <p:tgtEl>
                                          <p:spTgt spid="15"/>
                                        </p:tgtEl>
                                        <p:attrNameLst>
                                          <p:attrName>ppt_y</p:attrName>
                                        </p:attrNameLst>
                                      </p:cBhvr>
                                      <p:tavLst>
                                        <p:tav tm="0">
                                          <p:val>
                                            <p:strVal val="#ppt_y+.1"/>
                                          </p:val>
                                        </p:tav>
                                        <p:tav tm="100000">
                                          <p:val>
                                            <p:strVal val="#ppt_y"/>
                                          </p:val>
                                        </p:tav>
                                      </p:tavLst>
                                    </p:anim>
                                  </p:childTnLst>
                                </p:cTn>
                              </p:par>
                            </p:childTnLst>
                          </p:cTn>
                        </p:par>
                        <p:par>
                          <p:cTn id="42" fill="hold">
                            <p:stCondLst>
                              <p:cond delay="2250"/>
                            </p:stCondLst>
                            <p:childTnLst>
                              <p:par>
                                <p:cTn id="43" presetID="42" presetClass="entr" presetSubtype="0" fill="hold" grpId="0" nodeType="after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250"/>
                                        <p:tgtEl>
                                          <p:spTgt spid="16"/>
                                        </p:tgtEl>
                                      </p:cBhvr>
                                    </p:animEffect>
                                    <p:anim calcmode="lin" valueType="num">
                                      <p:cBhvr>
                                        <p:cTn id="46" dur="250" fill="hold"/>
                                        <p:tgtEl>
                                          <p:spTgt spid="16"/>
                                        </p:tgtEl>
                                        <p:attrNameLst>
                                          <p:attrName>ppt_x</p:attrName>
                                        </p:attrNameLst>
                                      </p:cBhvr>
                                      <p:tavLst>
                                        <p:tav tm="0">
                                          <p:val>
                                            <p:strVal val="#ppt_x"/>
                                          </p:val>
                                        </p:tav>
                                        <p:tav tm="100000">
                                          <p:val>
                                            <p:strVal val="#ppt_x"/>
                                          </p:val>
                                        </p:tav>
                                      </p:tavLst>
                                    </p:anim>
                                    <p:anim calcmode="lin" valueType="num">
                                      <p:cBhvr>
                                        <p:cTn id="47" dur="250" fill="hold"/>
                                        <p:tgtEl>
                                          <p:spTgt spid="16"/>
                                        </p:tgtEl>
                                        <p:attrNameLst>
                                          <p:attrName>ppt_y</p:attrName>
                                        </p:attrNameLst>
                                      </p:cBhvr>
                                      <p:tavLst>
                                        <p:tav tm="0">
                                          <p:val>
                                            <p:strVal val="#ppt_y+.1"/>
                                          </p:val>
                                        </p:tav>
                                        <p:tav tm="100000">
                                          <p:val>
                                            <p:strVal val="#ppt_y"/>
                                          </p:val>
                                        </p:tav>
                                      </p:tavLst>
                                    </p:anim>
                                  </p:childTnLst>
                                </p:cTn>
                              </p:par>
                            </p:childTnLst>
                          </p:cTn>
                        </p:par>
                        <p:par>
                          <p:cTn id="48" fill="hold">
                            <p:stCondLst>
                              <p:cond delay="2500"/>
                            </p:stCondLst>
                            <p:childTnLst>
                              <p:par>
                                <p:cTn id="49" presetID="42" presetClass="entr" presetSubtype="0" fill="hold" grpId="0" nodeType="after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250"/>
                                        <p:tgtEl>
                                          <p:spTgt spid="17"/>
                                        </p:tgtEl>
                                      </p:cBhvr>
                                    </p:animEffect>
                                    <p:anim calcmode="lin" valueType="num">
                                      <p:cBhvr>
                                        <p:cTn id="52" dur="250" fill="hold"/>
                                        <p:tgtEl>
                                          <p:spTgt spid="17"/>
                                        </p:tgtEl>
                                        <p:attrNameLst>
                                          <p:attrName>ppt_x</p:attrName>
                                        </p:attrNameLst>
                                      </p:cBhvr>
                                      <p:tavLst>
                                        <p:tav tm="0">
                                          <p:val>
                                            <p:strVal val="#ppt_x"/>
                                          </p:val>
                                        </p:tav>
                                        <p:tav tm="100000">
                                          <p:val>
                                            <p:strVal val="#ppt_x"/>
                                          </p:val>
                                        </p:tav>
                                      </p:tavLst>
                                    </p:anim>
                                    <p:anim calcmode="lin" valueType="num">
                                      <p:cBhvr>
                                        <p:cTn id="53" dur="25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P spid="12" grpId="0" animBg="1"/>
      <p:bldP spid="13" grpId="0" animBg="1"/>
      <p:bldP spid="14" grpId="0" animBg="1"/>
      <p:bldP spid="15" grpId="0" animBg="1"/>
      <p:bldP spid="16" grpId="0" animBg="1"/>
      <p:bldP spid="17" grpId="0" animBg="1"/>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629961" y="4895539"/>
            <a:ext cx="10423679" cy="1077218"/>
          </a:xfrm>
          <a:prstGeom prst="rect">
            <a:avLst/>
          </a:prstGeom>
          <a:noFill/>
        </p:spPr>
        <p:txBody>
          <a:bodyPr wrap="square" rtlCol="0">
            <a:spAutoFit/>
          </a:bodyPr>
          <a:lstStyle/>
          <a:p>
            <a:pPr algn="ctr" defTabSz="1375467" rtl="1" fontAlgn="auto">
              <a:spcBef>
                <a:spcPts val="0"/>
              </a:spcBef>
              <a:spcAft>
                <a:spcPts val="0"/>
              </a:spcAft>
            </a:pPr>
            <a:r>
              <a:rPr lang="ar-SA" sz="3200" b="1" i="1" dirty="0">
                <a:solidFill>
                  <a:srgbClr val="262626">
                    <a:lumMod val="65000"/>
                    <a:lumOff val="35000"/>
                  </a:srgbClr>
                </a:solidFill>
                <a:latin typeface="Roboto Condensed"/>
                <a:cs typeface="Simplified Arabic" panose="02020603050405020304" pitchFamily="18" charset="-78"/>
              </a:rPr>
              <a:t>موقع ويب للتواصل الاجتماعي، يقدم خدمة تدوين مصغر (أي رسائل قصيرة) بحد أقصي 140 حرف للرسالة الواحدة.</a:t>
            </a:r>
            <a:endParaRPr lang="en-US" sz="3200" b="1" i="1" dirty="0">
              <a:solidFill>
                <a:srgbClr val="262626">
                  <a:lumMod val="65000"/>
                  <a:lumOff val="35000"/>
                </a:srgbClr>
              </a:solidFill>
              <a:latin typeface="Roboto Condensed"/>
              <a:cs typeface="Simplified Arabic" panose="02020603050405020304" pitchFamily="18" charset="-78"/>
            </a:endParaRPr>
          </a:p>
        </p:txBody>
      </p:sp>
      <p:grpSp>
        <p:nvGrpSpPr>
          <p:cNvPr id="2" name="Group 24"/>
          <p:cNvGrpSpPr/>
          <p:nvPr/>
        </p:nvGrpSpPr>
        <p:grpSpPr>
          <a:xfrm>
            <a:off x="5522364" y="3918254"/>
            <a:ext cx="1350473" cy="203200"/>
            <a:chOff x="4168751" y="2495551"/>
            <a:chExt cx="1012854" cy="152400"/>
          </a:xfrm>
        </p:grpSpPr>
        <p:sp>
          <p:nvSpPr>
            <p:cNvPr id="16" name="Oval 15"/>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7" name="Oval 16"/>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8" name="Oval 17"/>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3" name="Oval 1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4" name="Oval 13"/>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5" name="Oval 14"/>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4" name="Oval 23"/>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9" name="Title 1"/>
          <p:cNvSpPr txBox="1">
            <a:spLocks/>
          </p:cNvSpPr>
          <p:nvPr/>
        </p:nvSpPr>
        <p:spPr>
          <a:xfrm>
            <a:off x="3016008" y="3189322"/>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dirty="0" smtClean="0">
                <a:latin typeface="Roboto Medium"/>
                <a:cs typeface="+mj-cs"/>
              </a:rPr>
              <a:t>‌أ-</a:t>
            </a:r>
            <a:r>
              <a:rPr lang="en-US" sz="4000" b="1" dirty="0" smtClean="0">
                <a:latin typeface="Roboto Medium"/>
                <a:cs typeface="+mj-cs"/>
              </a:rPr>
              <a:t> </a:t>
            </a:r>
            <a:r>
              <a:rPr lang="ar-SA" sz="4000" b="1" dirty="0" smtClean="0">
                <a:latin typeface="Roboto Medium"/>
                <a:cs typeface="+mj-cs"/>
              </a:rPr>
              <a:t>تويتر</a:t>
            </a:r>
            <a:r>
              <a:rPr lang="en-US" sz="4000" b="1" dirty="0" smtClean="0">
                <a:latin typeface="Roboto Medium"/>
                <a:cs typeface="+mj-cs"/>
              </a:rPr>
              <a:t> </a:t>
            </a:r>
            <a:r>
              <a:rPr lang="ar-SA" sz="4000" b="1" dirty="0" smtClean="0">
                <a:latin typeface="Roboto Medium"/>
                <a:cs typeface="+mj-cs"/>
              </a:rPr>
              <a:t> </a:t>
            </a:r>
            <a:r>
              <a:rPr lang="en-US" sz="4000" b="1" dirty="0" smtClean="0">
                <a:latin typeface="Roboto Medium"/>
                <a:cs typeface="+mj-cs"/>
              </a:rPr>
              <a:t> Twitter </a:t>
            </a:r>
            <a:r>
              <a:rPr lang="ar-SA" sz="4000" b="1" dirty="0" smtClean="0">
                <a:latin typeface="Roboto Medium"/>
                <a:cs typeface="+mj-cs"/>
              </a:rPr>
              <a:t>في </a:t>
            </a:r>
            <a:r>
              <a:rPr lang="ar-SA" sz="4000" b="1" dirty="0">
                <a:latin typeface="Roboto Medium"/>
                <a:cs typeface="+mj-cs"/>
              </a:rPr>
              <a:t>التعليم</a:t>
            </a:r>
            <a:endParaRPr lang="en-US" sz="4000" b="1" dirty="0">
              <a:latin typeface="Roboto Medium"/>
              <a:cs typeface="+mj-cs"/>
            </a:endParaRPr>
          </a:p>
        </p:txBody>
      </p:sp>
      <p:grpSp>
        <p:nvGrpSpPr>
          <p:cNvPr id="3" name="Group 24"/>
          <p:cNvGrpSpPr/>
          <p:nvPr/>
        </p:nvGrpSpPr>
        <p:grpSpPr>
          <a:xfrm>
            <a:off x="5420766" y="6045201"/>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pic>
        <p:nvPicPr>
          <p:cNvPr id="5" name="Picture Placeholder 4"/>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36" b="36"/>
          <a:stretch>
            <a:fillRect/>
          </a:stretch>
        </p:blipFill>
        <p:spPr/>
      </p:pic>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38446081"/>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childTnLst>
                                </p:cTn>
                              </p:par>
                            </p:childTnLst>
                          </p:cTn>
                        </p:par>
                        <p:par>
                          <p:cTn id="17" fill="hold">
                            <p:stCondLst>
                              <p:cond delay="2000"/>
                            </p:stCondLst>
                            <p:childTnLst>
                              <p:par>
                                <p:cTn id="18" presetID="23" presetClass="entr" presetSubtype="16"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9" grpId="0"/>
    </p:bld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270000" y="685684"/>
            <a:ext cx="9652000" cy="743494"/>
          </a:xfrm>
        </p:spPr>
        <p:txBody>
          <a:bodyPr/>
          <a:lstStyle/>
          <a:p>
            <a:pPr rtl="1"/>
            <a:r>
              <a:rPr lang="ar-SA" u="sng" dirty="0">
                <a:solidFill>
                  <a:schemeClr val="tx1"/>
                </a:solidFill>
              </a:rPr>
              <a:t>1-	 نشأة تويتر </a:t>
            </a:r>
            <a:r>
              <a:rPr lang="en-US" u="sng" dirty="0">
                <a:solidFill>
                  <a:schemeClr val="tx1"/>
                </a:solidFill>
              </a:rPr>
              <a:t>Twitter</a:t>
            </a:r>
          </a:p>
        </p:txBody>
      </p:sp>
      <p:grpSp>
        <p:nvGrpSpPr>
          <p:cNvPr id="25" name="Group 24"/>
          <p:cNvGrpSpPr/>
          <p:nvPr/>
        </p:nvGrpSpPr>
        <p:grpSpPr>
          <a:xfrm>
            <a:off x="1426101" y="2657402"/>
            <a:ext cx="1303792" cy="1303792"/>
            <a:chOff x="947582" y="1605917"/>
            <a:chExt cx="1209747" cy="1209747"/>
          </a:xfrm>
        </p:grpSpPr>
        <p:sp>
          <p:nvSpPr>
            <p:cNvPr id="26" name="Sev01"/>
            <p:cNvSpPr/>
            <p:nvPr/>
          </p:nvSpPr>
          <p:spPr>
            <a:xfrm>
              <a:off x="947582" y="1605917"/>
              <a:ext cx="1209747" cy="12097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29" name="Freeform 42"/>
            <p:cNvSpPr>
              <a:spLocks noEditPoints="1"/>
            </p:cNvSpPr>
            <p:nvPr/>
          </p:nvSpPr>
          <p:spPr bwMode="auto">
            <a:xfrm>
              <a:off x="1300095" y="1993569"/>
              <a:ext cx="504720" cy="434443"/>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76" name="Group 75"/>
          <p:cNvGrpSpPr/>
          <p:nvPr/>
        </p:nvGrpSpPr>
        <p:grpSpPr>
          <a:xfrm>
            <a:off x="1147723" y="2392784"/>
            <a:ext cx="1860549" cy="1833033"/>
            <a:chOff x="4783138" y="1916113"/>
            <a:chExt cx="1395412" cy="1374775"/>
          </a:xfrm>
          <a:solidFill>
            <a:schemeClr val="accent1"/>
          </a:solidFill>
        </p:grpSpPr>
        <p:sp>
          <p:nvSpPr>
            <p:cNvPr id="77"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8"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9"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0"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33" name="Group 32"/>
          <p:cNvGrpSpPr/>
          <p:nvPr/>
        </p:nvGrpSpPr>
        <p:grpSpPr>
          <a:xfrm>
            <a:off x="5161822" y="1846966"/>
            <a:ext cx="1303792" cy="1303792"/>
            <a:chOff x="2971937" y="1594694"/>
            <a:chExt cx="1209747" cy="1209747"/>
          </a:xfrm>
        </p:grpSpPr>
        <p:sp>
          <p:nvSpPr>
            <p:cNvPr id="34" name="Sev02"/>
            <p:cNvSpPr/>
            <p:nvPr/>
          </p:nvSpPr>
          <p:spPr>
            <a:xfrm>
              <a:off x="2971937" y="1594694"/>
              <a:ext cx="1209747" cy="12097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8000" dirty="0">
                <a:solidFill>
                  <a:srgbClr val="15AA96">
                    <a:lumMod val="50000"/>
                  </a:srgbClr>
                </a:solidFill>
                <a:latin typeface="FontAwesome" pitchFamily="2" charset="0"/>
              </a:endParaRPr>
            </a:p>
          </p:txBody>
        </p:sp>
        <p:sp>
          <p:nvSpPr>
            <p:cNvPr id="35" name="Freeform 86"/>
            <p:cNvSpPr>
              <a:spLocks noEditPoints="1"/>
            </p:cNvSpPr>
            <p:nvPr/>
          </p:nvSpPr>
          <p:spPr bwMode="auto">
            <a:xfrm>
              <a:off x="3403989" y="1920014"/>
              <a:ext cx="345642" cy="581553"/>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81" name="Group 80"/>
          <p:cNvGrpSpPr/>
          <p:nvPr/>
        </p:nvGrpSpPr>
        <p:grpSpPr>
          <a:xfrm>
            <a:off x="4882829" y="1573970"/>
            <a:ext cx="1860549" cy="1833033"/>
            <a:chOff x="4783138" y="1916113"/>
            <a:chExt cx="1395412" cy="1374775"/>
          </a:xfrm>
          <a:solidFill>
            <a:schemeClr val="accent2"/>
          </a:solidFill>
        </p:grpSpPr>
        <p:sp>
          <p:nvSpPr>
            <p:cNvPr id="82"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3"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4"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5"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30" name="Group 29"/>
          <p:cNvGrpSpPr/>
          <p:nvPr/>
        </p:nvGrpSpPr>
        <p:grpSpPr>
          <a:xfrm>
            <a:off x="8906763" y="2613284"/>
            <a:ext cx="1303792" cy="1303792"/>
            <a:chOff x="5008643" y="1605917"/>
            <a:chExt cx="1209747" cy="1209747"/>
          </a:xfrm>
        </p:grpSpPr>
        <p:sp>
          <p:nvSpPr>
            <p:cNvPr id="31" name="Sev03"/>
            <p:cNvSpPr/>
            <p:nvPr/>
          </p:nvSpPr>
          <p:spPr>
            <a:xfrm>
              <a:off x="5008643" y="1605917"/>
              <a:ext cx="1209747" cy="12097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endParaRPr>
            </a:p>
          </p:txBody>
        </p:sp>
        <p:sp>
          <p:nvSpPr>
            <p:cNvPr id="32" name="Freeform 178"/>
            <p:cNvSpPr>
              <a:spLocks noEditPoints="1"/>
            </p:cNvSpPr>
            <p:nvPr/>
          </p:nvSpPr>
          <p:spPr bwMode="auto">
            <a:xfrm>
              <a:off x="5361156" y="2020721"/>
              <a:ext cx="504720" cy="38013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86" name="Group 85"/>
          <p:cNvGrpSpPr/>
          <p:nvPr/>
        </p:nvGrpSpPr>
        <p:grpSpPr>
          <a:xfrm>
            <a:off x="8632751" y="2329892"/>
            <a:ext cx="1860549" cy="1833033"/>
            <a:chOff x="4783138" y="1916113"/>
            <a:chExt cx="1395412" cy="1374775"/>
          </a:xfrm>
          <a:solidFill>
            <a:schemeClr val="accent3"/>
          </a:solidFill>
        </p:grpSpPr>
        <p:sp>
          <p:nvSpPr>
            <p:cNvPr id="87"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8"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9"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90"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110" name="TextBox 109"/>
          <p:cNvSpPr txBox="1"/>
          <p:nvPr/>
        </p:nvSpPr>
        <p:spPr>
          <a:xfrm>
            <a:off x="749288" y="4424262"/>
            <a:ext cx="2803212" cy="1384995"/>
          </a:xfrm>
          <a:prstGeom prst="rect">
            <a:avLst/>
          </a:prstGeom>
          <a:noFill/>
        </p:spPr>
        <p:txBody>
          <a:bodyPr wrap="square" rtlCol="0">
            <a:spAutoFit/>
          </a:bodyPr>
          <a:lstStyle/>
          <a:p>
            <a:pPr algn="ctr" defTabSz="1375467" rtl="1" fontAlgn="auto">
              <a:spcBef>
                <a:spcPts val="0"/>
              </a:spcBef>
              <a:spcAft>
                <a:spcPts val="0"/>
              </a:spcAft>
            </a:pPr>
            <a:r>
              <a:rPr lang="ar-SA" sz="2800" b="1" dirty="0" smtClean="0">
                <a:solidFill>
                  <a:srgbClr val="237DB9"/>
                </a:solidFill>
                <a:latin typeface="Roboto Condensed"/>
                <a:cs typeface="Simplified Arabic" panose="02020603050405020304" pitchFamily="18" charset="-78"/>
              </a:rPr>
              <a:t>كانت </a:t>
            </a:r>
            <a:r>
              <a:rPr lang="ar-SA" sz="2800" b="1" dirty="0">
                <a:solidFill>
                  <a:srgbClr val="237DB9"/>
                </a:solidFill>
                <a:latin typeface="Roboto Condensed"/>
                <a:cs typeface="Simplified Arabic" panose="02020603050405020304" pitchFamily="18" charset="-78"/>
              </a:rPr>
              <a:t>بدايات الميلاد الأولى لهذه الخدمة عام 2006م</a:t>
            </a:r>
            <a:endParaRPr lang="en-US" dirty="0">
              <a:solidFill>
                <a:srgbClr val="FFFFFF">
                  <a:lumMod val="50000"/>
                </a:srgbClr>
              </a:solidFill>
              <a:latin typeface="Roboto Condensed"/>
              <a:cs typeface="Simplified Arabic" panose="02020603050405020304" pitchFamily="18" charset="-78"/>
            </a:endParaRPr>
          </a:p>
        </p:txBody>
      </p:sp>
      <p:sp>
        <p:nvSpPr>
          <p:cNvPr id="111" name="TextBox 110"/>
          <p:cNvSpPr txBox="1"/>
          <p:nvPr/>
        </p:nvSpPr>
        <p:spPr>
          <a:xfrm>
            <a:off x="4132711" y="3433462"/>
            <a:ext cx="3362012" cy="2246769"/>
          </a:xfrm>
          <a:prstGeom prst="rect">
            <a:avLst/>
          </a:prstGeom>
          <a:noFill/>
        </p:spPr>
        <p:txBody>
          <a:bodyPr wrap="square" rtlCol="0">
            <a:spAutoFit/>
          </a:bodyPr>
          <a:lstStyle/>
          <a:p>
            <a:pPr algn="ctr" defTabSz="1375467" rtl="1" fontAlgn="auto">
              <a:spcBef>
                <a:spcPts val="0"/>
              </a:spcBef>
              <a:spcAft>
                <a:spcPts val="0"/>
              </a:spcAft>
            </a:pPr>
            <a:r>
              <a:rPr lang="ar-SA" sz="2800" b="1" dirty="0">
                <a:solidFill>
                  <a:srgbClr val="15AA96"/>
                </a:solidFill>
                <a:latin typeface="Roboto Condensed"/>
                <a:cs typeface="Simplified Arabic" panose="02020603050405020304" pitchFamily="18" charset="-78"/>
              </a:rPr>
              <a:t>في أكتوبر </a:t>
            </a:r>
            <a:r>
              <a:rPr lang="ar-SA" sz="2800" b="1" dirty="0" smtClean="0">
                <a:solidFill>
                  <a:srgbClr val="15AA96"/>
                </a:solidFill>
                <a:latin typeface="Roboto Condensed"/>
                <a:cs typeface="Simplified Arabic" panose="02020603050405020304" pitchFamily="18" charset="-78"/>
              </a:rPr>
              <a:t>2006</a:t>
            </a:r>
            <a:r>
              <a:rPr lang="en-US" sz="2800" b="1" dirty="0" smtClean="0">
                <a:solidFill>
                  <a:srgbClr val="15AA96"/>
                </a:solidFill>
                <a:latin typeface="Roboto Condensed"/>
                <a:cs typeface="Simplified Arabic" panose="02020603050405020304" pitchFamily="18" charset="-78"/>
              </a:rPr>
              <a:t> </a:t>
            </a:r>
            <a:r>
              <a:rPr lang="ar-SA" sz="2800" b="1" dirty="0" smtClean="0">
                <a:solidFill>
                  <a:srgbClr val="15AA96"/>
                </a:solidFill>
                <a:latin typeface="Roboto Condensed"/>
                <a:cs typeface="Simplified Arabic" panose="02020603050405020304" pitchFamily="18" charset="-78"/>
              </a:rPr>
              <a:t>م</a:t>
            </a:r>
            <a:r>
              <a:rPr lang="ar-SA" sz="2800" b="1" dirty="0">
                <a:solidFill>
                  <a:srgbClr val="15AA96"/>
                </a:solidFill>
                <a:latin typeface="Roboto Condensed"/>
                <a:cs typeface="Simplified Arabic" panose="02020603050405020304" pitchFamily="18" charset="-78"/>
              </a:rPr>
              <a:t>، قامت شركة </a:t>
            </a:r>
            <a:r>
              <a:rPr lang="en-US" sz="2800" b="1" dirty="0">
                <a:solidFill>
                  <a:srgbClr val="15AA96"/>
                </a:solidFill>
                <a:latin typeface="Roboto Condensed"/>
                <a:cs typeface="Simplified Arabic" panose="02020603050405020304" pitchFamily="18" charset="-78"/>
              </a:rPr>
              <a:t>obvious </a:t>
            </a:r>
            <a:r>
              <a:rPr lang="ar-SA" sz="2800" b="1" dirty="0">
                <a:solidFill>
                  <a:srgbClr val="15AA96"/>
                </a:solidFill>
                <a:latin typeface="Roboto Condensed"/>
                <a:cs typeface="Simplified Arabic" panose="02020603050405020304" pitchFamily="18" charset="-78"/>
              </a:rPr>
              <a:t>بإطلاق الموقع رسمياً لكل المستخدمين في العالم وبشكل عام</a:t>
            </a:r>
            <a:endParaRPr lang="en-US" dirty="0">
              <a:solidFill>
                <a:srgbClr val="FFFFFF">
                  <a:lumMod val="50000"/>
                </a:srgbClr>
              </a:solidFill>
              <a:latin typeface="Roboto Condensed"/>
              <a:cs typeface="Simplified Arabic" panose="02020603050405020304" pitchFamily="18" charset="-78"/>
            </a:endParaRPr>
          </a:p>
        </p:txBody>
      </p:sp>
      <p:sp>
        <p:nvSpPr>
          <p:cNvPr id="112" name="TextBox 111"/>
          <p:cNvSpPr txBox="1"/>
          <p:nvPr/>
        </p:nvSpPr>
        <p:spPr>
          <a:xfrm>
            <a:off x="7344157" y="4436540"/>
            <a:ext cx="4117782" cy="1815882"/>
          </a:xfrm>
          <a:prstGeom prst="rect">
            <a:avLst/>
          </a:prstGeom>
          <a:noFill/>
        </p:spPr>
        <p:txBody>
          <a:bodyPr wrap="square" rtlCol="0">
            <a:spAutoFit/>
          </a:bodyPr>
          <a:lstStyle/>
          <a:p>
            <a:pPr algn="ctr" defTabSz="1375467" rtl="1" fontAlgn="auto">
              <a:spcBef>
                <a:spcPts val="0"/>
              </a:spcBef>
              <a:spcAft>
                <a:spcPts val="0"/>
              </a:spcAft>
            </a:pPr>
            <a:r>
              <a:rPr lang="ar-SA" sz="2800" b="1" dirty="0" smtClean="0">
                <a:solidFill>
                  <a:srgbClr val="9BB955"/>
                </a:solidFill>
                <a:latin typeface="Roboto Condensed"/>
                <a:cs typeface="Simplified Arabic" panose="02020603050405020304" pitchFamily="18" charset="-78"/>
              </a:rPr>
              <a:t>في </a:t>
            </a:r>
            <a:r>
              <a:rPr lang="ar-SA" sz="2800" b="1" dirty="0">
                <a:solidFill>
                  <a:srgbClr val="9BB955"/>
                </a:solidFill>
                <a:latin typeface="Roboto Condensed"/>
                <a:cs typeface="Simplified Arabic" panose="02020603050405020304" pitchFamily="18" charset="-78"/>
              </a:rPr>
              <a:t>أبريل 2007م، قامت شركة </a:t>
            </a:r>
            <a:r>
              <a:rPr lang="en-US" sz="2800" b="1" dirty="0">
                <a:solidFill>
                  <a:srgbClr val="9BB955"/>
                </a:solidFill>
                <a:latin typeface="Roboto Condensed"/>
                <a:cs typeface="Simplified Arabic" panose="02020603050405020304" pitchFamily="18" charset="-78"/>
              </a:rPr>
              <a:t>obvious </a:t>
            </a:r>
            <a:r>
              <a:rPr lang="ar-SA" sz="2800" b="1" dirty="0">
                <a:solidFill>
                  <a:srgbClr val="9BB955"/>
                </a:solidFill>
                <a:latin typeface="Roboto Condensed"/>
                <a:cs typeface="Simplified Arabic" panose="02020603050405020304" pitchFamily="18" charset="-78"/>
              </a:rPr>
              <a:t>بفصل هذه الخدمة عن الشركة الأم، واستحدثت له اسماً خاصاً وهو (تويتر)</a:t>
            </a:r>
            <a:endParaRPr lang="en-US" dirty="0">
              <a:solidFill>
                <a:srgbClr val="FFFFFF">
                  <a:lumMod val="50000"/>
                </a:srgbClr>
              </a:solidFill>
              <a:latin typeface="Roboto Condensed"/>
              <a:cs typeface="Simplified Arabic" panose="02020603050405020304" pitchFamily="18" charset="-78"/>
            </a:endParaRPr>
          </a:p>
        </p:txBody>
      </p:sp>
      <p:sp>
        <p:nvSpPr>
          <p:cNvPr id="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72081042"/>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p:cTn id="7" dur="500" fill="hold"/>
                                        <p:tgtEl>
                                          <p:spTgt spid="76"/>
                                        </p:tgtEl>
                                        <p:attrNameLst>
                                          <p:attrName>ppt_w</p:attrName>
                                        </p:attrNameLst>
                                      </p:cBhvr>
                                      <p:tavLst>
                                        <p:tav tm="0">
                                          <p:val>
                                            <p:fltVal val="0"/>
                                          </p:val>
                                        </p:tav>
                                        <p:tav tm="100000">
                                          <p:val>
                                            <p:strVal val="#ppt_w"/>
                                          </p:val>
                                        </p:tav>
                                      </p:tavLst>
                                    </p:anim>
                                    <p:anim calcmode="lin" valueType="num">
                                      <p:cBhvr>
                                        <p:cTn id="8" dur="500" fill="hold"/>
                                        <p:tgtEl>
                                          <p:spTgt spid="76"/>
                                        </p:tgtEl>
                                        <p:attrNameLst>
                                          <p:attrName>ppt_h</p:attrName>
                                        </p:attrNameLst>
                                      </p:cBhvr>
                                      <p:tavLst>
                                        <p:tav tm="0">
                                          <p:val>
                                            <p:fltVal val="0"/>
                                          </p:val>
                                        </p:tav>
                                        <p:tav tm="100000">
                                          <p:val>
                                            <p:strVal val="#ppt_h"/>
                                          </p:val>
                                        </p:tav>
                                      </p:tavLst>
                                    </p:anim>
                                    <p:anim calcmode="lin" valueType="num">
                                      <p:cBhvr>
                                        <p:cTn id="9" dur="500" fill="hold"/>
                                        <p:tgtEl>
                                          <p:spTgt spid="76"/>
                                        </p:tgtEl>
                                        <p:attrNameLst>
                                          <p:attrName>style.rotation</p:attrName>
                                        </p:attrNameLst>
                                      </p:cBhvr>
                                      <p:tavLst>
                                        <p:tav tm="0">
                                          <p:val>
                                            <p:fltVal val="360"/>
                                          </p:val>
                                        </p:tav>
                                        <p:tav tm="100000">
                                          <p:val>
                                            <p:fltVal val="0"/>
                                          </p:val>
                                        </p:tav>
                                      </p:tavLst>
                                    </p:anim>
                                    <p:animEffect transition="in" filter="fade">
                                      <p:cBhvr>
                                        <p:cTn id="10" dur="500"/>
                                        <p:tgtEl>
                                          <p:spTgt spid="76"/>
                                        </p:tgtEl>
                                      </p:cBhvr>
                                    </p:animEffect>
                                  </p:childTnLst>
                                </p:cTn>
                              </p:par>
                            </p:childTnLst>
                          </p:cTn>
                        </p:par>
                        <p:par>
                          <p:cTn id="11" fill="hold">
                            <p:stCondLst>
                              <p:cond delay="500"/>
                            </p:stCondLst>
                            <p:childTnLst>
                              <p:par>
                                <p:cTn id="12" presetID="53" presetClass="entr" presetSubtype="0" fill="hold" nodeType="after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p:cTn id="14" dur="500" fill="hold"/>
                                        <p:tgtEl>
                                          <p:spTgt spid="25"/>
                                        </p:tgtEl>
                                        <p:attrNameLst>
                                          <p:attrName>ppt_w</p:attrName>
                                        </p:attrNameLst>
                                      </p:cBhvr>
                                      <p:tavLst>
                                        <p:tav tm="0">
                                          <p:val>
                                            <p:fltVal val="0"/>
                                          </p:val>
                                        </p:tav>
                                        <p:tav tm="100000">
                                          <p:val>
                                            <p:strVal val="#ppt_w"/>
                                          </p:val>
                                        </p:tav>
                                      </p:tavLst>
                                    </p:anim>
                                    <p:anim calcmode="lin" valueType="num">
                                      <p:cBhvr>
                                        <p:cTn id="15" dur="500" fill="hold"/>
                                        <p:tgtEl>
                                          <p:spTgt spid="25"/>
                                        </p:tgtEl>
                                        <p:attrNameLst>
                                          <p:attrName>ppt_h</p:attrName>
                                        </p:attrNameLst>
                                      </p:cBhvr>
                                      <p:tavLst>
                                        <p:tav tm="0">
                                          <p:val>
                                            <p:fltVal val="0"/>
                                          </p:val>
                                        </p:tav>
                                        <p:tav tm="100000">
                                          <p:val>
                                            <p:strVal val="#ppt_h"/>
                                          </p:val>
                                        </p:tav>
                                      </p:tavLst>
                                    </p:anim>
                                    <p:animEffect transition="in" filter="fade">
                                      <p:cBhvr>
                                        <p:cTn id="16" dur="500"/>
                                        <p:tgtEl>
                                          <p:spTgt spid="25"/>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110"/>
                                        </p:tgtEl>
                                        <p:attrNameLst>
                                          <p:attrName>style.visibility</p:attrName>
                                        </p:attrNameLst>
                                      </p:cBhvr>
                                      <p:to>
                                        <p:strVal val="visible"/>
                                      </p:to>
                                    </p:set>
                                    <p:animEffect transition="in" filter="wipe(down)">
                                      <p:cBhvr>
                                        <p:cTn id="20" dur="500"/>
                                        <p:tgtEl>
                                          <p:spTgt spid="110"/>
                                        </p:tgtEl>
                                      </p:cBhvr>
                                    </p:animEffect>
                                  </p:childTnLst>
                                </p:cTn>
                              </p:par>
                            </p:childTnLst>
                          </p:cTn>
                        </p:par>
                        <p:par>
                          <p:cTn id="21" fill="hold">
                            <p:stCondLst>
                              <p:cond delay="1500"/>
                            </p:stCondLst>
                            <p:childTnLst>
                              <p:par>
                                <p:cTn id="22" presetID="49" presetClass="entr" presetSubtype="0" decel="100000" fill="hold" nodeType="afterEffect">
                                  <p:stCondLst>
                                    <p:cond delay="0"/>
                                  </p:stCondLst>
                                  <p:childTnLst>
                                    <p:set>
                                      <p:cBhvr>
                                        <p:cTn id="23" dur="1" fill="hold">
                                          <p:stCondLst>
                                            <p:cond delay="0"/>
                                          </p:stCondLst>
                                        </p:cTn>
                                        <p:tgtEl>
                                          <p:spTgt spid="81"/>
                                        </p:tgtEl>
                                        <p:attrNameLst>
                                          <p:attrName>style.visibility</p:attrName>
                                        </p:attrNameLst>
                                      </p:cBhvr>
                                      <p:to>
                                        <p:strVal val="visible"/>
                                      </p:to>
                                    </p:set>
                                    <p:anim calcmode="lin" valueType="num">
                                      <p:cBhvr>
                                        <p:cTn id="24" dur="500" fill="hold"/>
                                        <p:tgtEl>
                                          <p:spTgt spid="81"/>
                                        </p:tgtEl>
                                        <p:attrNameLst>
                                          <p:attrName>ppt_w</p:attrName>
                                        </p:attrNameLst>
                                      </p:cBhvr>
                                      <p:tavLst>
                                        <p:tav tm="0">
                                          <p:val>
                                            <p:fltVal val="0"/>
                                          </p:val>
                                        </p:tav>
                                        <p:tav tm="100000">
                                          <p:val>
                                            <p:strVal val="#ppt_w"/>
                                          </p:val>
                                        </p:tav>
                                      </p:tavLst>
                                    </p:anim>
                                    <p:anim calcmode="lin" valueType="num">
                                      <p:cBhvr>
                                        <p:cTn id="25" dur="500" fill="hold"/>
                                        <p:tgtEl>
                                          <p:spTgt spid="81"/>
                                        </p:tgtEl>
                                        <p:attrNameLst>
                                          <p:attrName>ppt_h</p:attrName>
                                        </p:attrNameLst>
                                      </p:cBhvr>
                                      <p:tavLst>
                                        <p:tav tm="0">
                                          <p:val>
                                            <p:fltVal val="0"/>
                                          </p:val>
                                        </p:tav>
                                        <p:tav tm="100000">
                                          <p:val>
                                            <p:strVal val="#ppt_h"/>
                                          </p:val>
                                        </p:tav>
                                      </p:tavLst>
                                    </p:anim>
                                    <p:anim calcmode="lin" valueType="num">
                                      <p:cBhvr>
                                        <p:cTn id="26" dur="500" fill="hold"/>
                                        <p:tgtEl>
                                          <p:spTgt spid="81"/>
                                        </p:tgtEl>
                                        <p:attrNameLst>
                                          <p:attrName>style.rotation</p:attrName>
                                        </p:attrNameLst>
                                      </p:cBhvr>
                                      <p:tavLst>
                                        <p:tav tm="0">
                                          <p:val>
                                            <p:fltVal val="360"/>
                                          </p:val>
                                        </p:tav>
                                        <p:tav tm="100000">
                                          <p:val>
                                            <p:fltVal val="0"/>
                                          </p:val>
                                        </p:tav>
                                      </p:tavLst>
                                    </p:anim>
                                    <p:animEffect transition="in" filter="fade">
                                      <p:cBhvr>
                                        <p:cTn id="27" dur="500"/>
                                        <p:tgtEl>
                                          <p:spTgt spid="81"/>
                                        </p:tgtEl>
                                      </p:cBhvr>
                                    </p:animEffect>
                                  </p:childTnLst>
                                </p:cTn>
                              </p:par>
                            </p:childTnLst>
                          </p:cTn>
                        </p:par>
                        <p:par>
                          <p:cTn id="28" fill="hold">
                            <p:stCondLst>
                              <p:cond delay="2000"/>
                            </p:stCondLst>
                            <p:childTnLst>
                              <p:par>
                                <p:cTn id="29" presetID="53" presetClass="entr" presetSubtype="0" fill="hold" nodeType="afterEffect">
                                  <p:stCondLst>
                                    <p:cond delay="0"/>
                                  </p:stCondLst>
                                  <p:childTnLst>
                                    <p:set>
                                      <p:cBhvr>
                                        <p:cTn id="30" dur="1" fill="hold">
                                          <p:stCondLst>
                                            <p:cond delay="0"/>
                                          </p:stCondLst>
                                        </p:cTn>
                                        <p:tgtEl>
                                          <p:spTgt spid="33"/>
                                        </p:tgtEl>
                                        <p:attrNameLst>
                                          <p:attrName>style.visibility</p:attrName>
                                        </p:attrNameLst>
                                      </p:cBhvr>
                                      <p:to>
                                        <p:strVal val="visible"/>
                                      </p:to>
                                    </p:set>
                                    <p:anim calcmode="lin" valueType="num">
                                      <p:cBhvr>
                                        <p:cTn id="31" dur="500" fill="hold"/>
                                        <p:tgtEl>
                                          <p:spTgt spid="33"/>
                                        </p:tgtEl>
                                        <p:attrNameLst>
                                          <p:attrName>ppt_w</p:attrName>
                                        </p:attrNameLst>
                                      </p:cBhvr>
                                      <p:tavLst>
                                        <p:tav tm="0">
                                          <p:val>
                                            <p:fltVal val="0"/>
                                          </p:val>
                                        </p:tav>
                                        <p:tav tm="100000">
                                          <p:val>
                                            <p:strVal val="#ppt_w"/>
                                          </p:val>
                                        </p:tav>
                                      </p:tavLst>
                                    </p:anim>
                                    <p:anim calcmode="lin" valueType="num">
                                      <p:cBhvr>
                                        <p:cTn id="32" dur="500" fill="hold"/>
                                        <p:tgtEl>
                                          <p:spTgt spid="33"/>
                                        </p:tgtEl>
                                        <p:attrNameLst>
                                          <p:attrName>ppt_h</p:attrName>
                                        </p:attrNameLst>
                                      </p:cBhvr>
                                      <p:tavLst>
                                        <p:tav tm="0">
                                          <p:val>
                                            <p:fltVal val="0"/>
                                          </p:val>
                                        </p:tav>
                                        <p:tav tm="100000">
                                          <p:val>
                                            <p:strVal val="#ppt_h"/>
                                          </p:val>
                                        </p:tav>
                                      </p:tavLst>
                                    </p:anim>
                                    <p:animEffect transition="in" filter="fade">
                                      <p:cBhvr>
                                        <p:cTn id="33" dur="500"/>
                                        <p:tgtEl>
                                          <p:spTgt spid="33"/>
                                        </p:tgtEl>
                                      </p:cBhvr>
                                    </p:animEffect>
                                  </p:childTnLst>
                                </p:cTn>
                              </p:par>
                            </p:childTnLst>
                          </p:cTn>
                        </p:par>
                        <p:par>
                          <p:cTn id="34" fill="hold">
                            <p:stCondLst>
                              <p:cond delay="2500"/>
                            </p:stCondLst>
                            <p:childTnLst>
                              <p:par>
                                <p:cTn id="35" presetID="22" presetClass="entr" presetSubtype="4" fill="hold" grpId="0" nodeType="afterEffect">
                                  <p:stCondLst>
                                    <p:cond delay="0"/>
                                  </p:stCondLst>
                                  <p:childTnLst>
                                    <p:set>
                                      <p:cBhvr>
                                        <p:cTn id="36" dur="1" fill="hold">
                                          <p:stCondLst>
                                            <p:cond delay="0"/>
                                          </p:stCondLst>
                                        </p:cTn>
                                        <p:tgtEl>
                                          <p:spTgt spid="111"/>
                                        </p:tgtEl>
                                        <p:attrNameLst>
                                          <p:attrName>style.visibility</p:attrName>
                                        </p:attrNameLst>
                                      </p:cBhvr>
                                      <p:to>
                                        <p:strVal val="visible"/>
                                      </p:to>
                                    </p:set>
                                    <p:animEffect transition="in" filter="wipe(down)">
                                      <p:cBhvr>
                                        <p:cTn id="37" dur="500"/>
                                        <p:tgtEl>
                                          <p:spTgt spid="111"/>
                                        </p:tgtEl>
                                      </p:cBhvr>
                                    </p:animEffect>
                                  </p:childTnLst>
                                </p:cTn>
                              </p:par>
                            </p:childTnLst>
                          </p:cTn>
                        </p:par>
                        <p:par>
                          <p:cTn id="38" fill="hold">
                            <p:stCondLst>
                              <p:cond delay="3000"/>
                            </p:stCondLst>
                            <p:childTnLst>
                              <p:par>
                                <p:cTn id="39" presetID="49" presetClass="entr" presetSubtype="0" decel="100000" fill="hold" nodeType="afterEffect">
                                  <p:stCondLst>
                                    <p:cond delay="0"/>
                                  </p:stCondLst>
                                  <p:childTnLst>
                                    <p:set>
                                      <p:cBhvr>
                                        <p:cTn id="40" dur="1" fill="hold">
                                          <p:stCondLst>
                                            <p:cond delay="0"/>
                                          </p:stCondLst>
                                        </p:cTn>
                                        <p:tgtEl>
                                          <p:spTgt spid="86"/>
                                        </p:tgtEl>
                                        <p:attrNameLst>
                                          <p:attrName>style.visibility</p:attrName>
                                        </p:attrNameLst>
                                      </p:cBhvr>
                                      <p:to>
                                        <p:strVal val="visible"/>
                                      </p:to>
                                    </p:set>
                                    <p:anim calcmode="lin" valueType="num">
                                      <p:cBhvr>
                                        <p:cTn id="41" dur="500" fill="hold"/>
                                        <p:tgtEl>
                                          <p:spTgt spid="86"/>
                                        </p:tgtEl>
                                        <p:attrNameLst>
                                          <p:attrName>ppt_w</p:attrName>
                                        </p:attrNameLst>
                                      </p:cBhvr>
                                      <p:tavLst>
                                        <p:tav tm="0">
                                          <p:val>
                                            <p:fltVal val="0"/>
                                          </p:val>
                                        </p:tav>
                                        <p:tav tm="100000">
                                          <p:val>
                                            <p:strVal val="#ppt_w"/>
                                          </p:val>
                                        </p:tav>
                                      </p:tavLst>
                                    </p:anim>
                                    <p:anim calcmode="lin" valueType="num">
                                      <p:cBhvr>
                                        <p:cTn id="42" dur="500" fill="hold"/>
                                        <p:tgtEl>
                                          <p:spTgt spid="86"/>
                                        </p:tgtEl>
                                        <p:attrNameLst>
                                          <p:attrName>ppt_h</p:attrName>
                                        </p:attrNameLst>
                                      </p:cBhvr>
                                      <p:tavLst>
                                        <p:tav tm="0">
                                          <p:val>
                                            <p:fltVal val="0"/>
                                          </p:val>
                                        </p:tav>
                                        <p:tav tm="100000">
                                          <p:val>
                                            <p:strVal val="#ppt_h"/>
                                          </p:val>
                                        </p:tav>
                                      </p:tavLst>
                                    </p:anim>
                                    <p:anim calcmode="lin" valueType="num">
                                      <p:cBhvr>
                                        <p:cTn id="43" dur="500" fill="hold"/>
                                        <p:tgtEl>
                                          <p:spTgt spid="86"/>
                                        </p:tgtEl>
                                        <p:attrNameLst>
                                          <p:attrName>style.rotation</p:attrName>
                                        </p:attrNameLst>
                                      </p:cBhvr>
                                      <p:tavLst>
                                        <p:tav tm="0">
                                          <p:val>
                                            <p:fltVal val="360"/>
                                          </p:val>
                                        </p:tav>
                                        <p:tav tm="100000">
                                          <p:val>
                                            <p:fltVal val="0"/>
                                          </p:val>
                                        </p:tav>
                                      </p:tavLst>
                                    </p:anim>
                                    <p:animEffect transition="in" filter="fade">
                                      <p:cBhvr>
                                        <p:cTn id="44" dur="500"/>
                                        <p:tgtEl>
                                          <p:spTgt spid="86"/>
                                        </p:tgtEl>
                                      </p:cBhvr>
                                    </p:animEffect>
                                  </p:childTnLst>
                                </p:cTn>
                              </p:par>
                            </p:childTnLst>
                          </p:cTn>
                        </p:par>
                        <p:par>
                          <p:cTn id="45" fill="hold">
                            <p:stCondLst>
                              <p:cond delay="3500"/>
                            </p:stCondLst>
                            <p:childTnLst>
                              <p:par>
                                <p:cTn id="46" presetID="53" presetClass="entr" presetSubtype="0" fill="hold" nodeType="afterEffect">
                                  <p:stCondLst>
                                    <p:cond delay="0"/>
                                  </p:stCondLst>
                                  <p:childTnLst>
                                    <p:set>
                                      <p:cBhvr>
                                        <p:cTn id="47" dur="1" fill="hold">
                                          <p:stCondLst>
                                            <p:cond delay="0"/>
                                          </p:stCondLst>
                                        </p:cTn>
                                        <p:tgtEl>
                                          <p:spTgt spid="30"/>
                                        </p:tgtEl>
                                        <p:attrNameLst>
                                          <p:attrName>style.visibility</p:attrName>
                                        </p:attrNameLst>
                                      </p:cBhvr>
                                      <p:to>
                                        <p:strVal val="visible"/>
                                      </p:to>
                                    </p:set>
                                    <p:anim calcmode="lin" valueType="num">
                                      <p:cBhvr>
                                        <p:cTn id="48" dur="500" fill="hold"/>
                                        <p:tgtEl>
                                          <p:spTgt spid="30"/>
                                        </p:tgtEl>
                                        <p:attrNameLst>
                                          <p:attrName>ppt_w</p:attrName>
                                        </p:attrNameLst>
                                      </p:cBhvr>
                                      <p:tavLst>
                                        <p:tav tm="0">
                                          <p:val>
                                            <p:fltVal val="0"/>
                                          </p:val>
                                        </p:tav>
                                        <p:tav tm="100000">
                                          <p:val>
                                            <p:strVal val="#ppt_w"/>
                                          </p:val>
                                        </p:tav>
                                      </p:tavLst>
                                    </p:anim>
                                    <p:anim calcmode="lin" valueType="num">
                                      <p:cBhvr>
                                        <p:cTn id="49" dur="500" fill="hold"/>
                                        <p:tgtEl>
                                          <p:spTgt spid="30"/>
                                        </p:tgtEl>
                                        <p:attrNameLst>
                                          <p:attrName>ppt_h</p:attrName>
                                        </p:attrNameLst>
                                      </p:cBhvr>
                                      <p:tavLst>
                                        <p:tav tm="0">
                                          <p:val>
                                            <p:fltVal val="0"/>
                                          </p:val>
                                        </p:tav>
                                        <p:tav tm="100000">
                                          <p:val>
                                            <p:strVal val="#ppt_h"/>
                                          </p:val>
                                        </p:tav>
                                      </p:tavLst>
                                    </p:anim>
                                    <p:animEffect transition="in" filter="fade">
                                      <p:cBhvr>
                                        <p:cTn id="50" dur="500"/>
                                        <p:tgtEl>
                                          <p:spTgt spid="30"/>
                                        </p:tgtEl>
                                      </p:cBhvr>
                                    </p:animEffect>
                                  </p:childTnLst>
                                </p:cTn>
                              </p:par>
                            </p:childTnLst>
                          </p:cTn>
                        </p:par>
                        <p:par>
                          <p:cTn id="51" fill="hold">
                            <p:stCondLst>
                              <p:cond delay="4000"/>
                            </p:stCondLst>
                            <p:childTnLst>
                              <p:par>
                                <p:cTn id="52" presetID="22" presetClass="entr" presetSubtype="4" fill="hold" grpId="0" nodeType="afterEffect">
                                  <p:stCondLst>
                                    <p:cond delay="0"/>
                                  </p:stCondLst>
                                  <p:childTnLst>
                                    <p:set>
                                      <p:cBhvr>
                                        <p:cTn id="53" dur="1" fill="hold">
                                          <p:stCondLst>
                                            <p:cond delay="0"/>
                                          </p:stCondLst>
                                        </p:cTn>
                                        <p:tgtEl>
                                          <p:spTgt spid="112"/>
                                        </p:tgtEl>
                                        <p:attrNameLst>
                                          <p:attrName>style.visibility</p:attrName>
                                        </p:attrNameLst>
                                      </p:cBhvr>
                                      <p:to>
                                        <p:strVal val="visible"/>
                                      </p:to>
                                    </p:set>
                                    <p:animEffect transition="in" filter="wipe(down)">
                                      <p:cBhvr>
                                        <p:cTn id="54"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1" grpId="0"/>
      <p:bldP spid="112" grpId="0"/>
    </p:bld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Sev01"/>
          <p:cNvSpPr/>
          <p:nvPr/>
        </p:nvSpPr>
        <p:spPr>
          <a:xfrm>
            <a:off x="4132120" y="4095936"/>
            <a:ext cx="913513" cy="913513"/>
          </a:xfrm>
          <a:prstGeom prst="ellipse">
            <a:avLst/>
          </a:prstGeom>
          <a:solidFill>
            <a:schemeClr val="accent1"/>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24" name="Sev02"/>
          <p:cNvSpPr/>
          <p:nvPr/>
        </p:nvSpPr>
        <p:spPr>
          <a:xfrm>
            <a:off x="5153001" y="4095936"/>
            <a:ext cx="913513" cy="913513"/>
          </a:xfrm>
          <a:prstGeom prst="ellipse">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8000" dirty="0">
              <a:solidFill>
                <a:srgbClr val="15AA96">
                  <a:lumMod val="50000"/>
                </a:srgbClr>
              </a:solidFill>
              <a:latin typeface="FontAwesome" pitchFamily="2" charset="0"/>
            </a:endParaRPr>
          </a:p>
        </p:txBody>
      </p:sp>
      <p:sp>
        <p:nvSpPr>
          <p:cNvPr id="36" name="Sev03"/>
          <p:cNvSpPr/>
          <p:nvPr/>
        </p:nvSpPr>
        <p:spPr>
          <a:xfrm>
            <a:off x="6159758" y="4095936"/>
            <a:ext cx="913513" cy="913513"/>
          </a:xfrm>
          <a:prstGeom prst="ellipse">
            <a:avLst/>
          </a:prstGeom>
          <a:solidFill>
            <a:schemeClr val="accent3"/>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cs typeface="+mj-cs"/>
            </a:endParaRPr>
          </a:p>
        </p:txBody>
      </p:sp>
      <p:sp>
        <p:nvSpPr>
          <p:cNvPr id="37" name="Sev04"/>
          <p:cNvSpPr/>
          <p:nvPr/>
        </p:nvSpPr>
        <p:spPr>
          <a:xfrm>
            <a:off x="7159433" y="4095936"/>
            <a:ext cx="913513" cy="913513"/>
          </a:xfrm>
          <a:prstGeom prst="ellipse">
            <a:avLst/>
          </a:prstGeom>
          <a:solidFill>
            <a:schemeClr val="accent4"/>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38" name="Freeform 52"/>
          <p:cNvSpPr>
            <a:spLocks noEditPoints="1"/>
          </p:cNvSpPr>
          <p:nvPr/>
        </p:nvSpPr>
        <p:spPr bwMode="auto">
          <a:xfrm>
            <a:off x="7441305" y="4364539"/>
            <a:ext cx="349769" cy="376303"/>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9" name="Freeform 42"/>
          <p:cNvSpPr>
            <a:spLocks noEditPoints="1"/>
          </p:cNvSpPr>
          <p:nvPr/>
        </p:nvSpPr>
        <p:spPr bwMode="auto">
          <a:xfrm>
            <a:off x="4398312" y="4388661"/>
            <a:ext cx="381129" cy="328059"/>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0" name="Freeform 178"/>
          <p:cNvSpPr>
            <a:spLocks noEditPoints="1"/>
          </p:cNvSpPr>
          <p:nvPr/>
        </p:nvSpPr>
        <p:spPr bwMode="auto">
          <a:xfrm>
            <a:off x="6425952" y="4409165"/>
            <a:ext cx="381129" cy="287051"/>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1" name="Freeform 86"/>
          <p:cNvSpPr>
            <a:spLocks noEditPoints="1"/>
          </p:cNvSpPr>
          <p:nvPr/>
        </p:nvSpPr>
        <p:spPr bwMode="auto">
          <a:xfrm>
            <a:off x="5479253" y="4333120"/>
            <a:ext cx="261003" cy="439145"/>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5" name="TextBox 34"/>
          <p:cNvSpPr txBox="1"/>
          <p:nvPr/>
        </p:nvSpPr>
        <p:spPr>
          <a:xfrm>
            <a:off x="3659501" y="1845937"/>
            <a:ext cx="4580725" cy="2246769"/>
          </a:xfrm>
          <a:prstGeom prst="rect">
            <a:avLst/>
          </a:prstGeom>
          <a:noFill/>
        </p:spPr>
        <p:txBody>
          <a:bodyPr wrap="square" rtlCol="0">
            <a:spAutoFit/>
          </a:bodyPr>
          <a:lstStyle/>
          <a:p>
            <a:pPr algn="ctr" defTabSz="1375467" fontAlgn="auto">
              <a:spcBef>
                <a:spcPts val="0"/>
              </a:spcBef>
              <a:spcAft>
                <a:spcPts val="0"/>
              </a:spcAft>
            </a:pPr>
            <a:r>
              <a:rPr lang="ar-SA" sz="2800" b="1" dirty="0">
                <a:solidFill>
                  <a:srgbClr val="FFFFFF"/>
                </a:solidFill>
                <a:latin typeface="Roboto Condensed"/>
                <a:cs typeface="Simplified Arabic" panose="02020603050405020304" pitchFamily="18" charset="-78"/>
              </a:rPr>
              <a:t>والآن أصبح تويتر أداة من أدوات العصر في مجال الدعاية والإعلام، إلى جانب كونه وسيلة للتواصل الإجتماعي في أنحاء العالم كله، وبين المتعلمين والمعلمين والجامعات</a:t>
            </a:r>
            <a:endParaRPr lang="en-US" dirty="0">
              <a:solidFill>
                <a:srgbClr val="FFFFFF"/>
              </a:solidFill>
              <a:latin typeface="Roboto Condensed"/>
              <a:cs typeface="Simplified Arabic" panose="02020603050405020304" pitchFamily="18" charset="-78"/>
            </a:endParaRPr>
          </a:p>
        </p:txBody>
      </p:sp>
      <p:pic>
        <p:nvPicPr>
          <p:cNvPr id="4" name="Picture Placeholder 3"/>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11588" b="11588"/>
          <a:stretch>
            <a:fillRect/>
          </a:stretch>
        </p:blipFill>
        <p:spPr/>
      </p:pic>
      <p:pic>
        <p:nvPicPr>
          <p:cNvPr id="5" name="Picture Placeholder 4"/>
          <p:cNvPicPr>
            <a:picLocks noGrp="1" noChangeAspect="1"/>
          </p:cNvPicPr>
          <p:nvPr>
            <p:ph type="pic" sz="quarter" idx="15"/>
          </p:nvPr>
        </p:nvPicPr>
        <p:blipFill>
          <a:blip r:embed="rId2">
            <a:extLst>
              <a:ext uri="{28A0092B-C50C-407E-A947-70E740481C1C}">
                <a14:useLocalDpi xmlns:a14="http://schemas.microsoft.com/office/drawing/2010/main" val="0"/>
              </a:ext>
            </a:extLst>
          </a:blip>
          <a:srcRect t="11687" b="11687"/>
          <a:stretch>
            <a:fillRect/>
          </a:stretch>
        </p:blipFill>
        <p:spPr/>
      </p:pic>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38040561"/>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1000"/>
                                        <p:tgtEl>
                                          <p:spTgt spid="35"/>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250" fill="hold"/>
                                        <p:tgtEl>
                                          <p:spTgt spid="23"/>
                                        </p:tgtEl>
                                        <p:attrNameLst>
                                          <p:attrName>ppt_w</p:attrName>
                                        </p:attrNameLst>
                                      </p:cBhvr>
                                      <p:tavLst>
                                        <p:tav tm="0">
                                          <p:val>
                                            <p:fltVal val="0"/>
                                          </p:val>
                                        </p:tav>
                                        <p:tav tm="100000">
                                          <p:val>
                                            <p:strVal val="#ppt_w"/>
                                          </p:val>
                                        </p:tav>
                                      </p:tavLst>
                                    </p:anim>
                                    <p:anim calcmode="lin" valueType="num">
                                      <p:cBhvr>
                                        <p:cTn id="12" dur="250" fill="hold"/>
                                        <p:tgtEl>
                                          <p:spTgt spid="23"/>
                                        </p:tgtEl>
                                        <p:attrNameLst>
                                          <p:attrName>ppt_h</p:attrName>
                                        </p:attrNameLst>
                                      </p:cBhvr>
                                      <p:tavLst>
                                        <p:tav tm="0">
                                          <p:val>
                                            <p:fltVal val="0"/>
                                          </p:val>
                                        </p:tav>
                                        <p:tav tm="100000">
                                          <p:val>
                                            <p:strVal val="#ppt_h"/>
                                          </p:val>
                                        </p:tav>
                                      </p:tavLst>
                                    </p:anim>
                                    <p:animEffect transition="in" filter="fade">
                                      <p:cBhvr>
                                        <p:cTn id="13" dur="250"/>
                                        <p:tgtEl>
                                          <p:spTgt spid="23"/>
                                        </p:tgtEl>
                                      </p:cBhvr>
                                    </p:animEffect>
                                  </p:childTnLst>
                                </p:cTn>
                              </p:par>
                            </p:childTnLst>
                          </p:cTn>
                        </p:par>
                        <p:par>
                          <p:cTn id="14" fill="hold">
                            <p:stCondLst>
                              <p:cond delay="1250"/>
                            </p:stCondLst>
                            <p:childTnLst>
                              <p:par>
                                <p:cTn id="15" presetID="53" presetClass="entr" presetSubtype="0" fill="hold" grpId="0" nodeType="afterEffect">
                                  <p:stCondLst>
                                    <p:cond delay="0"/>
                                  </p:stCondLst>
                                  <p:childTnLst>
                                    <p:set>
                                      <p:cBhvr>
                                        <p:cTn id="16" dur="1" fill="hold">
                                          <p:stCondLst>
                                            <p:cond delay="0"/>
                                          </p:stCondLst>
                                        </p:cTn>
                                        <p:tgtEl>
                                          <p:spTgt spid="39"/>
                                        </p:tgtEl>
                                        <p:attrNameLst>
                                          <p:attrName>style.visibility</p:attrName>
                                        </p:attrNameLst>
                                      </p:cBhvr>
                                      <p:to>
                                        <p:strVal val="visible"/>
                                      </p:to>
                                    </p:set>
                                    <p:anim calcmode="lin" valueType="num">
                                      <p:cBhvr>
                                        <p:cTn id="17" dur="250" fill="hold"/>
                                        <p:tgtEl>
                                          <p:spTgt spid="39"/>
                                        </p:tgtEl>
                                        <p:attrNameLst>
                                          <p:attrName>ppt_w</p:attrName>
                                        </p:attrNameLst>
                                      </p:cBhvr>
                                      <p:tavLst>
                                        <p:tav tm="0">
                                          <p:val>
                                            <p:fltVal val="0"/>
                                          </p:val>
                                        </p:tav>
                                        <p:tav tm="100000">
                                          <p:val>
                                            <p:strVal val="#ppt_w"/>
                                          </p:val>
                                        </p:tav>
                                      </p:tavLst>
                                    </p:anim>
                                    <p:anim calcmode="lin" valueType="num">
                                      <p:cBhvr>
                                        <p:cTn id="18" dur="250" fill="hold"/>
                                        <p:tgtEl>
                                          <p:spTgt spid="39"/>
                                        </p:tgtEl>
                                        <p:attrNameLst>
                                          <p:attrName>ppt_h</p:attrName>
                                        </p:attrNameLst>
                                      </p:cBhvr>
                                      <p:tavLst>
                                        <p:tav tm="0">
                                          <p:val>
                                            <p:fltVal val="0"/>
                                          </p:val>
                                        </p:tav>
                                        <p:tav tm="100000">
                                          <p:val>
                                            <p:strVal val="#ppt_h"/>
                                          </p:val>
                                        </p:tav>
                                      </p:tavLst>
                                    </p:anim>
                                    <p:animEffect transition="in" filter="fade">
                                      <p:cBhvr>
                                        <p:cTn id="19" dur="250"/>
                                        <p:tgtEl>
                                          <p:spTgt spid="39"/>
                                        </p:tgtEl>
                                      </p:cBhvr>
                                    </p:animEffect>
                                  </p:childTnLst>
                                </p:cTn>
                              </p:par>
                            </p:childTnLst>
                          </p:cTn>
                        </p:par>
                        <p:par>
                          <p:cTn id="20" fill="hold">
                            <p:stCondLst>
                              <p:cond delay="1500"/>
                            </p:stCondLst>
                            <p:childTnLst>
                              <p:par>
                                <p:cTn id="21" presetID="53" presetClass="entr" presetSubtype="0"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 calcmode="lin" valueType="num">
                                      <p:cBhvr>
                                        <p:cTn id="23" dur="250" fill="hold"/>
                                        <p:tgtEl>
                                          <p:spTgt spid="24"/>
                                        </p:tgtEl>
                                        <p:attrNameLst>
                                          <p:attrName>ppt_w</p:attrName>
                                        </p:attrNameLst>
                                      </p:cBhvr>
                                      <p:tavLst>
                                        <p:tav tm="0">
                                          <p:val>
                                            <p:fltVal val="0"/>
                                          </p:val>
                                        </p:tav>
                                        <p:tav tm="100000">
                                          <p:val>
                                            <p:strVal val="#ppt_w"/>
                                          </p:val>
                                        </p:tav>
                                      </p:tavLst>
                                    </p:anim>
                                    <p:anim calcmode="lin" valueType="num">
                                      <p:cBhvr>
                                        <p:cTn id="24" dur="250" fill="hold"/>
                                        <p:tgtEl>
                                          <p:spTgt spid="24"/>
                                        </p:tgtEl>
                                        <p:attrNameLst>
                                          <p:attrName>ppt_h</p:attrName>
                                        </p:attrNameLst>
                                      </p:cBhvr>
                                      <p:tavLst>
                                        <p:tav tm="0">
                                          <p:val>
                                            <p:fltVal val="0"/>
                                          </p:val>
                                        </p:tav>
                                        <p:tav tm="100000">
                                          <p:val>
                                            <p:strVal val="#ppt_h"/>
                                          </p:val>
                                        </p:tav>
                                      </p:tavLst>
                                    </p:anim>
                                    <p:animEffect transition="in" filter="fade">
                                      <p:cBhvr>
                                        <p:cTn id="25" dur="250"/>
                                        <p:tgtEl>
                                          <p:spTgt spid="24"/>
                                        </p:tgtEl>
                                      </p:cBhvr>
                                    </p:animEffect>
                                  </p:childTnLst>
                                </p:cTn>
                              </p:par>
                            </p:childTnLst>
                          </p:cTn>
                        </p:par>
                        <p:par>
                          <p:cTn id="26" fill="hold">
                            <p:stCondLst>
                              <p:cond delay="1750"/>
                            </p:stCondLst>
                            <p:childTnLst>
                              <p:par>
                                <p:cTn id="27" presetID="53" presetClass="entr" presetSubtype="0" fill="hold" grpId="0" nodeType="after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p:cTn id="29" dur="250" fill="hold"/>
                                        <p:tgtEl>
                                          <p:spTgt spid="41"/>
                                        </p:tgtEl>
                                        <p:attrNameLst>
                                          <p:attrName>ppt_w</p:attrName>
                                        </p:attrNameLst>
                                      </p:cBhvr>
                                      <p:tavLst>
                                        <p:tav tm="0">
                                          <p:val>
                                            <p:fltVal val="0"/>
                                          </p:val>
                                        </p:tav>
                                        <p:tav tm="100000">
                                          <p:val>
                                            <p:strVal val="#ppt_w"/>
                                          </p:val>
                                        </p:tav>
                                      </p:tavLst>
                                    </p:anim>
                                    <p:anim calcmode="lin" valueType="num">
                                      <p:cBhvr>
                                        <p:cTn id="30" dur="250" fill="hold"/>
                                        <p:tgtEl>
                                          <p:spTgt spid="41"/>
                                        </p:tgtEl>
                                        <p:attrNameLst>
                                          <p:attrName>ppt_h</p:attrName>
                                        </p:attrNameLst>
                                      </p:cBhvr>
                                      <p:tavLst>
                                        <p:tav tm="0">
                                          <p:val>
                                            <p:fltVal val="0"/>
                                          </p:val>
                                        </p:tav>
                                        <p:tav tm="100000">
                                          <p:val>
                                            <p:strVal val="#ppt_h"/>
                                          </p:val>
                                        </p:tav>
                                      </p:tavLst>
                                    </p:anim>
                                    <p:animEffect transition="in" filter="fade">
                                      <p:cBhvr>
                                        <p:cTn id="31" dur="250"/>
                                        <p:tgtEl>
                                          <p:spTgt spid="41"/>
                                        </p:tgtEl>
                                      </p:cBhvr>
                                    </p:animEffect>
                                  </p:childTnLst>
                                </p:cTn>
                              </p:par>
                            </p:childTnLst>
                          </p:cTn>
                        </p:par>
                        <p:par>
                          <p:cTn id="32" fill="hold">
                            <p:stCondLst>
                              <p:cond delay="2000"/>
                            </p:stCondLst>
                            <p:childTnLst>
                              <p:par>
                                <p:cTn id="33" presetID="53" presetClass="entr" presetSubtype="0" fill="hold" grpId="0" nodeType="afterEffect">
                                  <p:stCondLst>
                                    <p:cond delay="0"/>
                                  </p:stCondLst>
                                  <p:childTnLst>
                                    <p:set>
                                      <p:cBhvr>
                                        <p:cTn id="34" dur="1" fill="hold">
                                          <p:stCondLst>
                                            <p:cond delay="0"/>
                                          </p:stCondLst>
                                        </p:cTn>
                                        <p:tgtEl>
                                          <p:spTgt spid="36"/>
                                        </p:tgtEl>
                                        <p:attrNameLst>
                                          <p:attrName>style.visibility</p:attrName>
                                        </p:attrNameLst>
                                      </p:cBhvr>
                                      <p:to>
                                        <p:strVal val="visible"/>
                                      </p:to>
                                    </p:set>
                                    <p:anim calcmode="lin" valueType="num">
                                      <p:cBhvr>
                                        <p:cTn id="35" dur="250" fill="hold"/>
                                        <p:tgtEl>
                                          <p:spTgt spid="36"/>
                                        </p:tgtEl>
                                        <p:attrNameLst>
                                          <p:attrName>ppt_w</p:attrName>
                                        </p:attrNameLst>
                                      </p:cBhvr>
                                      <p:tavLst>
                                        <p:tav tm="0">
                                          <p:val>
                                            <p:fltVal val="0"/>
                                          </p:val>
                                        </p:tav>
                                        <p:tav tm="100000">
                                          <p:val>
                                            <p:strVal val="#ppt_w"/>
                                          </p:val>
                                        </p:tav>
                                      </p:tavLst>
                                    </p:anim>
                                    <p:anim calcmode="lin" valueType="num">
                                      <p:cBhvr>
                                        <p:cTn id="36" dur="250" fill="hold"/>
                                        <p:tgtEl>
                                          <p:spTgt spid="36"/>
                                        </p:tgtEl>
                                        <p:attrNameLst>
                                          <p:attrName>ppt_h</p:attrName>
                                        </p:attrNameLst>
                                      </p:cBhvr>
                                      <p:tavLst>
                                        <p:tav tm="0">
                                          <p:val>
                                            <p:fltVal val="0"/>
                                          </p:val>
                                        </p:tav>
                                        <p:tav tm="100000">
                                          <p:val>
                                            <p:strVal val="#ppt_h"/>
                                          </p:val>
                                        </p:tav>
                                      </p:tavLst>
                                    </p:anim>
                                    <p:animEffect transition="in" filter="fade">
                                      <p:cBhvr>
                                        <p:cTn id="37" dur="250"/>
                                        <p:tgtEl>
                                          <p:spTgt spid="36"/>
                                        </p:tgtEl>
                                      </p:cBhvr>
                                    </p:animEffect>
                                  </p:childTnLst>
                                </p:cTn>
                              </p:par>
                            </p:childTnLst>
                          </p:cTn>
                        </p:par>
                        <p:par>
                          <p:cTn id="38" fill="hold">
                            <p:stCondLst>
                              <p:cond delay="2250"/>
                            </p:stCondLst>
                            <p:childTnLst>
                              <p:par>
                                <p:cTn id="39" presetID="53" presetClass="entr" presetSubtype="0" fill="hold" grpId="0" nodeType="afterEffect">
                                  <p:stCondLst>
                                    <p:cond delay="0"/>
                                  </p:stCondLst>
                                  <p:childTnLst>
                                    <p:set>
                                      <p:cBhvr>
                                        <p:cTn id="40" dur="1" fill="hold">
                                          <p:stCondLst>
                                            <p:cond delay="0"/>
                                          </p:stCondLst>
                                        </p:cTn>
                                        <p:tgtEl>
                                          <p:spTgt spid="40"/>
                                        </p:tgtEl>
                                        <p:attrNameLst>
                                          <p:attrName>style.visibility</p:attrName>
                                        </p:attrNameLst>
                                      </p:cBhvr>
                                      <p:to>
                                        <p:strVal val="visible"/>
                                      </p:to>
                                    </p:set>
                                    <p:anim calcmode="lin" valueType="num">
                                      <p:cBhvr>
                                        <p:cTn id="41" dur="250" fill="hold"/>
                                        <p:tgtEl>
                                          <p:spTgt spid="40"/>
                                        </p:tgtEl>
                                        <p:attrNameLst>
                                          <p:attrName>ppt_w</p:attrName>
                                        </p:attrNameLst>
                                      </p:cBhvr>
                                      <p:tavLst>
                                        <p:tav tm="0">
                                          <p:val>
                                            <p:fltVal val="0"/>
                                          </p:val>
                                        </p:tav>
                                        <p:tav tm="100000">
                                          <p:val>
                                            <p:strVal val="#ppt_w"/>
                                          </p:val>
                                        </p:tav>
                                      </p:tavLst>
                                    </p:anim>
                                    <p:anim calcmode="lin" valueType="num">
                                      <p:cBhvr>
                                        <p:cTn id="42" dur="250" fill="hold"/>
                                        <p:tgtEl>
                                          <p:spTgt spid="40"/>
                                        </p:tgtEl>
                                        <p:attrNameLst>
                                          <p:attrName>ppt_h</p:attrName>
                                        </p:attrNameLst>
                                      </p:cBhvr>
                                      <p:tavLst>
                                        <p:tav tm="0">
                                          <p:val>
                                            <p:fltVal val="0"/>
                                          </p:val>
                                        </p:tav>
                                        <p:tav tm="100000">
                                          <p:val>
                                            <p:strVal val="#ppt_h"/>
                                          </p:val>
                                        </p:tav>
                                      </p:tavLst>
                                    </p:anim>
                                    <p:animEffect transition="in" filter="fade">
                                      <p:cBhvr>
                                        <p:cTn id="43" dur="250"/>
                                        <p:tgtEl>
                                          <p:spTgt spid="40"/>
                                        </p:tgtEl>
                                      </p:cBhvr>
                                    </p:animEffect>
                                  </p:childTnLst>
                                </p:cTn>
                              </p:par>
                            </p:childTnLst>
                          </p:cTn>
                        </p:par>
                        <p:par>
                          <p:cTn id="44" fill="hold">
                            <p:stCondLst>
                              <p:cond delay="2500"/>
                            </p:stCondLst>
                            <p:childTnLst>
                              <p:par>
                                <p:cTn id="45" presetID="53" presetClass="entr" presetSubtype="0" fill="hold" grpId="0" nodeType="afterEffect">
                                  <p:stCondLst>
                                    <p:cond delay="0"/>
                                  </p:stCondLst>
                                  <p:childTnLst>
                                    <p:set>
                                      <p:cBhvr>
                                        <p:cTn id="46" dur="1" fill="hold">
                                          <p:stCondLst>
                                            <p:cond delay="0"/>
                                          </p:stCondLst>
                                        </p:cTn>
                                        <p:tgtEl>
                                          <p:spTgt spid="37"/>
                                        </p:tgtEl>
                                        <p:attrNameLst>
                                          <p:attrName>style.visibility</p:attrName>
                                        </p:attrNameLst>
                                      </p:cBhvr>
                                      <p:to>
                                        <p:strVal val="visible"/>
                                      </p:to>
                                    </p:set>
                                    <p:anim calcmode="lin" valueType="num">
                                      <p:cBhvr>
                                        <p:cTn id="47" dur="250" fill="hold"/>
                                        <p:tgtEl>
                                          <p:spTgt spid="37"/>
                                        </p:tgtEl>
                                        <p:attrNameLst>
                                          <p:attrName>ppt_w</p:attrName>
                                        </p:attrNameLst>
                                      </p:cBhvr>
                                      <p:tavLst>
                                        <p:tav tm="0">
                                          <p:val>
                                            <p:fltVal val="0"/>
                                          </p:val>
                                        </p:tav>
                                        <p:tav tm="100000">
                                          <p:val>
                                            <p:strVal val="#ppt_w"/>
                                          </p:val>
                                        </p:tav>
                                      </p:tavLst>
                                    </p:anim>
                                    <p:anim calcmode="lin" valueType="num">
                                      <p:cBhvr>
                                        <p:cTn id="48" dur="250" fill="hold"/>
                                        <p:tgtEl>
                                          <p:spTgt spid="37"/>
                                        </p:tgtEl>
                                        <p:attrNameLst>
                                          <p:attrName>ppt_h</p:attrName>
                                        </p:attrNameLst>
                                      </p:cBhvr>
                                      <p:tavLst>
                                        <p:tav tm="0">
                                          <p:val>
                                            <p:fltVal val="0"/>
                                          </p:val>
                                        </p:tav>
                                        <p:tav tm="100000">
                                          <p:val>
                                            <p:strVal val="#ppt_h"/>
                                          </p:val>
                                        </p:tav>
                                      </p:tavLst>
                                    </p:anim>
                                    <p:animEffect transition="in" filter="fade">
                                      <p:cBhvr>
                                        <p:cTn id="49" dur="250"/>
                                        <p:tgtEl>
                                          <p:spTgt spid="37"/>
                                        </p:tgtEl>
                                      </p:cBhvr>
                                    </p:animEffect>
                                  </p:childTnLst>
                                </p:cTn>
                              </p:par>
                            </p:childTnLst>
                          </p:cTn>
                        </p:par>
                        <p:par>
                          <p:cTn id="50" fill="hold">
                            <p:stCondLst>
                              <p:cond delay="2750"/>
                            </p:stCondLst>
                            <p:childTnLst>
                              <p:par>
                                <p:cTn id="51" presetID="53" presetClass="entr" presetSubtype="0" fill="hold" grpId="0" nodeType="afterEffect">
                                  <p:stCondLst>
                                    <p:cond delay="0"/>
                                  </p:stCondLst>
                                  <p:childTnLst>
                                    <p:set>
                                      <p:cBhvr>
                                        <p:cTn id="52" dur="1" fill="hold">
                                          <p:stCondLst>
                                            <p:cond delay="0"/>
                                          </p:stCondLst>
                                        </p:cTn>
                                        <p:tgtEl>
                                          <p:spTgt spid="38"/>
                                        </p:tgtEl>
                                        <p:attrNameLst>
                                          <p:attrName>style.visibility</p:attrName>
                                        </p:attrNameLst>
                                      </p:cBhvr>
                                      <p:to>
                                        <p:strVal val="visible"/>
                                      </p:to>
                                    </p:set>
                                    <p:anim calcmode="lin" valueType="num">
                                      <p:cBhvr>
                                        <p:cTn id="53" dur="250" fill="hold"/>
                                        <p:tgtEl>
                                          <p:spTgt spid="38"/>
                                        </p:tgtEl>
                                        <p:attrNameLst>
                                          <p:attrName>ppt_w</p:attrName>
                                        </p:attrNameLst>
                                      </p:cBhvr>
                                      <p:tavLst>
                                        <p:tav tm="0">
                                          <p:val>
                                            <p:fltVal val="0"/>
                                          </p:val>
                                        </p:tav>
                                        <p:tav tm="100000">
                                          <p:val>
                                            <p:strVal val="#ppt_w"/>
                                          </p:val>
                                        </p:tav>
                                      </p:tavLst>
                                    </p:anim>
                                    <p:anim calcmode="lin" valueType="num">
                                      <p:cBhvr>
                                        <p:cTn id="54" dur="250" fill="hold"/>
                                        <p:tgtEl>
                                          <p:spTgt spid="38"/>
                                        </p:tgtEl>
                                        <p:attrNameLst>
                                          <p:attrName>ppt_h</p:attrName>
                                        </p:attrNameLst>
                                      </p:cBhvr>
                                      <p:tavLst>
                                        <p:tav tm="0">
                                          <p:val>
                                            <p:fltVal val="0"/>
                                          </p:val>
                                        </p:tav>
                                        <p:tav tm="100000">
                                          <p:val>
                                            <p:strVal val="#ppt_h"/>
                                          </p:val>
                                        </p:tav>
                                      </p:tavLst>
                                    </p:anim>
                                    <p:animEffect transition="in" filter="fade">
                                      <p:cBhvr>
                                        <p:cTn id="55" dur="25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36" grpId="0" animBg="1"/>
      <p:bldP spid="37" grpId="0" animBg="1"/>
      <p:bldP spid="38" grpId="0" animBg="1"/>
      <p:bldP spid="39" grpId="0" animBg="1"/>
      <p:bldP spid="40" grpId="0" animBg="1"/>
      <p:bldP spid="41" grpId="0" animBg="1"/>
      <p:bldP spid="35" grpId="0"/>
    </p:bld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Sev01"/>
          <p:cNvSpPr/>
          <p:nvPr/>
        </p:nvSpPr>
        <p:spPr>
          <a:xfrm>
            <a:off x="4132120" y="4095936"/>
            <a:ext cx="913513" cy="913513"/>
          </a:xfrm>
          <a:prstGeom prst="ellipse">
            <a:avLst/>
          </a:prstGeom>
          <a:solidFill>
            <a:schemeClr val="accent1"/>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24" name="Sev02"/>
          <p:cNvSpPr/>
          <p:nvPr/>
        </p:nvSpPr>
        <p:spPr>
          <a:xfrm>
            <a:off x="5153001" y="4095936"/>
            <a:ext cx="913513" cy="913513"/>
          </a:xfrm>
          <a:prstGeom prst="ellipse">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8000" dirty="0">
              <a:solidFill>
                <a:srgbClr val="15AA96">
                  <a:lumMod val="50000"/>
                </a:srgbClr>
              </a:solidFill>
              <a:latin typeface="FontAwesome" pitchFamily="2" charset="0"/>
            </a:endParaRPr>
          </a:p>
        </p:txBody>
      </p:sp>
      <p:sp>
        <p:nvSpPr>
          <p:cNvPr id="36" name="Sev03"/>
          <p:cNvSpPr/>
          <p:nvPr/>
        </p:nvSpPr>
        <p:spPr>
          <a:xfrm>
            <a:off x="6159758" y="4095936"/>
            <a:ext cx="913513" cy="913513"/>
          </a:xfrm>
          <a:prstGeom prst="ellipse">
            <a:avLst/>
          </a:prstGeom>
          <a:solidFill>
            <a:schemeClr val="accent3"/>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cs typeface="+mj-cs"/>
            </a:endParaRPr>
          </a:p>
        </p:txBody>
      </p:sp>
      <p:sp>
        <p:nvSpPr>
          <p:cNvPr id="37" name="Sev04"/>
          <p:cNvSpPr/>
          <p:nvPr/>
        </p:nvSpPr>
        <p:spPr>
          <a:xfrm>
            <a:off x="7159433" y="4095936"/>
            <a:ext cx="913513" cy="913513"/>
          </a:xfrm>
          <a:prstGeom prst="ellipse">
            <a:avLst/>
          </a:prstGeom>
          <a:solidFill>
            <a:schemeClr val="accent4"/>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38" name="Freeform 52"/>
          <p:cNvSpPr>
            <a:spLocks noEditPoints="1"/>
          </p:cNvSpPr>
          <p:nvPr/>
        </p:nvSpPr>
        <p:spPr bwMode="auto">
          <a:xfrm>
            <a:off x="7441305" y="4364539"/>
            <a:ext cx="349769" cy="376303"/>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9" name="Freeform 42"/>
          <p:cNvSpPr>
            <a:spLocks noEditPoints="1"/>
          </p:cNvSpPr>
          <p:nvPr/>
        </p:nvSpPr>
        <p:spPr bwMode="auto">
          <a:xfrm>
            <a:off x="4398312" y="4388661"/>
            <a:ext cx="381129" cy="328059"/>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0" name="Freeform 178"/>
          <p:cNvSpPr>
            <a:spLocks noEditPoints="1"/>
          </p:cNvSpPr>
          <p:nvPr/>
        </p:nvSpPr>
        <p:spPr bwMode="auto">
          <a:xfrm>
            <a:off x="6425952" y="4409165"/>
            <a:ext cx="381129" cy="287051"/>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1" name="Freeform 86"/>
          <p:cNvSpPr>
            <a:spLocks noEditPoints="1"/>
          </p:cNvSpPr>
          <p:nvPr/>
        </p:nvSpPr>
        <p:spPr bwMode="auto">
          <a:xfrm>
            <a:off x="5479253" y="4333120"/>
            <a:ext cx="261003" cy="439145"/>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5" name="TextBox 34"/>
          <p:cNvSpPr txBox="1"/>
          <p:nvPr/>
        </p:nvSpPr>
        <p:spPr>
          <a:xfrm>
            <a:off x="3659501" y="1845937"/>
            <a:ext cx="4580725" cy="2246769"/>
          </a:xfrm>
          <a:prstGeom prst="rect">
            <a:avLst/>
          </a:prstGeom>
          <a:noFill/>
        </p:spPr>
        <p:txBody>
          <a:bodyPr wrap="square" rtlCol="0">
            <a:spAutoFit/>
          </a:bodyPr>
          <a:lstStyle/>
          <a:p>
            <a:pPr algn="ctr" defTabSz="1375467" fontAlgn="auto">
              <a:spcBef>
                <a:spcPts val="0"/>
              </a:spcBef>
              <a:spcAft>
                <a:spcPts val="0"/>
              </a:spcAft>
            </a:pPr>
            <a:r>
              <a:rPr lang="ar-SA" sz="2800" b="1" dirty="0">
                <a:solidFill>
                  <a:srgbClr val="FFFFFF"/>
                </a:solidFill>
                <a:latin typeface="Roboto Condensed"/>
                <a:cs typeface="Simplified Arabic" panose="02020603050405020304" pitchFamily="18" charset="-78"/>
              </a:rPr>
              <a:t>تمكن المعلمون من التواصل مع بعضهم بعضاً ومناقشة كل ما يمكنه إفادتهم من أدوات ونصائح وحلول، ومنحهم فرصة لتبادل بعض الأفكار المفيدة والخبرات</a:t>
            </a:r>
            <a:endParaRPr lang="en-US" dirty="0">
              <a:solidFill>
                <a:srgbClr val="FFFFFF"/>
              </a:solidFill>
              <a:latin typeface="Roboto Condensed"/>
              <a:cs typeface="Simplified Arabic" panose="02020603050405020304" pitchFamily="18" charset="-78"/>
            </a:endParaRPr>
          </a:p>
        </p:txBody>
      </p:sp>
      <p:pic>
        <p:nvPicPr>
          <p:cNvPr id="4" name="Picture Placeholder 3"/>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11588" b="11588"/>
          <a:stretch>
            <a:fillRect/>
          </a:stretch>
        </p:blipFill>
        <p:spPr/>
      </p:pic>
      <p:pic>
        <p:nvPicPr>
          <p:cNvPr id="5" name="Picture Placeholder 4"/>
          <p:cNvPicPr>
            <a:picLocks noGrp="1" noChangeAspect="1"/>
          </p:cNvPicPr>
          <p:nvPr>
            <p:ph type="pic" sz="quarter" idx="15"/>
          </p:nvPr>
        </p:nvPicPr>
        <p:blipFill>
          <a:blip r:embed="rId2">
            <a:extLst>
              <a:ext uri="{28A0092B-C50C-407E-A947-70E740481C1C}">
                <a14:useLocalDpi xmlns:a14="http://schemas.microsoft.com/office/drawing/2010/main" val="0"/>
              </a:ext>
            </a:extLst>
          </a:blip>
          <a:srcRect t="11687" b="11687"/>
          <a:stretch>
            <a:fillRect/>
          </a:stretch>
        </p:blipFill>
        <p:spPr/>
      </p:pic>
      <p:sp>
        <p:nvSpPr>
          <p:cNvPr id="13" name="Title 22"/>
          <p:cNvSpPr>
            <a:spLocks noGrp="1"/>
          </p:cNvSpPr>
          <p:nvPr>
            <p:ph type="title"/>
          </p:nvPr>
        </p:nvSpPr>
        <p:spPr>
          <a:xfrm>
            <a:off x="1270000" y="685684"/>
            <a:ext cx="9652000" cy="471365"/>
          </a:xfrm>
        </p:spPr>
        <p:txBody>
          <a:bodyPr/>
          <a:lstStyle/>
          <a:p>
            <a:r>
              <a:rPr lang="ar-SA" dirty="0">
                <a:solidFill>
                  <a:schemeClr val="tx1"/>
                </a:solidFill>
              </a:rPr>
              <a:t>ما هي أهمية تويتر في التعليم؟</a:t>
            </a:r>
            <a:endParaRPr lang="en-US" dirty="0">
              <a:solidFill>
                <a:schemeClr val="tx1"/>
              </a:solidFill>
            </a:endParaRPr>
          </a:p>
        </p:txBody>
      </p:sp>
      <p:sp>
        <p:nvSpPr>
          <p:cNvPr id="1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146440990"/>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1000"/>
                                        <p:tgtEl>
                                          <p:spTgt spid="35"/>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250" fill="hold"/>
                                        <p:tgtEl>
                                          <p:spTgt spid="23"/>
                                        </p:tgtEl>
                                        <p:attrNameLst>
                                          <p:attrName>ppt_w</p:attrName>
                                        </p:attrNameLst>
                                      </p:cBhvr>
                                      <p:tavLst>
                                        <p:tav tm="0">
                                          <p:val>
                                            <p:fltVal val="0"/>
                                          </p:val>
                                        </p:tav>
                                        <p:tav tm="100000">
                                          <p:val>
                                            <p:strVal val="#ppt_w"/>
                                          </p:val>
                                        </p:tav>
                                      </p:tavLst>
                                    </p:anim>
                                    <p:anim calcmode="lin" valueType="num">
                                      <p:cBhvr>
                                        <p:cTn id="12" dur="250" fill="hold"/>
                                        <p:tgtEl>
                                          <p:spTgt spid="23"/>
                                        </p:tgtEl>
                                        <p:attrNameLst>
                                          <p:attrName>ppt_h</p:attrName>
                                        </p:attrNameLst>
                                      </p:cBhvr>
                                      <p:tavLst>
                                        <p:tav tm="0">
                                          <p:val>
                                            <p:fltVal val="0"/>
                                          </p:val>
                                        </p:tav>
                                        <p:tav tm="100000">
                                          <p:val>
                                            <p:strVal val="#ppt_h"/>
                                          </p:val>
                                        </p:tav>
                                      </p:tavLst>
                                    </p:anim>
                                    <p:animEffect transition="in" filter="fade">
                                      <p:cBhvr>
                                        <p:cTn id="13" dur="250"/>
                                        <p:tgtEl>
                                          <p:spTgt spid="23"/>
                                        </p:tgtEl>
                                      </p:cBhvr>
                                    </p:animEffect>
                                  </p:childTnLst>
                                </p:cTn>
                              </p:par>
                            </p:childTnLst>
                          </p:cTn>
                        </p:par>
                        <p:par>
                          <p:cTn id="14" fill="hold">
                            <p:stCondLst>
                              <p:cond delay="1250"/>
                            </p:stCondLst>
                            <p:childTnLst>
                              <p:par>
                                <p:cTn id="15" presetID="53" presetClass="entr" presetSubtype="0" fill="hold" grpId="0" nodeType="afterEffect">
                                  <p:stCondLst>
                                    <p:cond delay="0"/>
                                  </p:stCondLst>
                                  <p:childTnLst>
                                    <p:set>
                                      <p:cBhvr>
                                        <p:cTn id="16" dur="1" fill="hold">
                                          <p:stCondLst>
                                            <p:cond delay="0"/>
                                          </p:stCondLst>
                                        </p:cTn>
                                        <p:tgtEl>
                                          <p:spTgt spid="39"/>
                                        </p:tgtEl>
                                        <p:attrNameLst>
                                          <p:attrName>style.visibility</p:attrName>
                                        </p:attrNameLst>
                                      </p:cBhvr>
                                      <p:to>
                                        <p:strVal val="visible"/>
                                      </p:to>
                                    </p:set>
                                    <p:anim calcmode="lin" valueType="num">
                                      <p:cBhvr>
                                        <p:cTn id="17" dur="250" fill="hold"/>
                                        <p:tgtEl>
                                          <p:spTgt spid="39"/>
                                        </p:tgtEl>
                                        <p:attrNameLst>
                                          <p:attrName>ppt_w</p:attrName>
                                        </p:attrNameLst>
                                      </p:cBhvr>
                                      <p:tavLst>
                                        <p:tav tm="0">
                                          <p:val>
                                            <p:fltVal val="0"/>
                                          </p:val>
                                        </p:tav>
                                        <p:tav tm="100000">
                                          <p:val>
                                            <p:strVal val="#ppt_w"/>
                                          </p:val>
                                        </p:tav>
                                      </p:tavLst>
                                    </p:anim>
                                    <p:anim calcmode="lin" valueType="num">
                                      <p:cBhvr>
                                        <p:cTn id="18" dur="250" fill="hold"/>
                                        <p:tgtEl>
                                          <p:spTgt spid="39"/>
                                        </p:tgtEl>
                                        <p:attrNameLst>
                                          <p:attrName>ppt_h</p:attrName>
                                        </p:attrNameLst>
                                      </p:cBhvr>
                                      <p:tavLst>
                                        <p:tav tm="0">
                                          <p:val>
                                            <p:fltVal val="0"/>
                                          </p:val>
                                        </p:tav>
                                        <p:tav tm="100000">
                                          <p:val>
                                            <p:strVal val="#ppt_h"/>
                                          </p:val>
                                        </p:tav>
                                      </p:tavLst>
                                    </p:anim>
                                    <p:animEffect transition="in" filter="fade">
                                      <p:cBhvr>
                                        <p:cTn id="19" dur="250"/>
                                        <p:tgtEl>
                                          <p:spTgt spid="39"/>
                                        </p:tgtEl>
                                      </p:cBhvr>
                                    </p:animEffect>
                                  </p:childTnLst>
                                </p:cTn>
                              </p:par>
                            </p:childTnLst>
                          </p:cTn>
                        </p:par>
                        <p:par>
                          <p:cTn id="20" fill="hold">
                            <p:stCondLst>
                              <p:cond delay="1500"/>
                            </p:stCondLst>
                            <p:childTnLst>
                              <p:par>
                                <p:cTn id="21" presetID="53" presetClass="entr" presetSubtype="0"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 calcmode="lin" valueType="num">
                                      <p:cBhvr>
                                        <p:cTn id="23" dur="250" fill="hold"/>
                                        <p:tgtEl>
                                          <p:spTgt spid="24"/>
                                        </p:tgtEl>
                                        <p:attrNameLst>
                                          <p:attrName>ppt_w</p:attrName>
                                        </p:attrNameLst>
                                      </p:cBhvr>
                                      <p:tavLst>
                                        <p:tav tm="0">
                                          <p:val>
                                            <p:fltVal val="0"/>
                                          </p:val>
                                        </p:tav>
                                        <p:tav tm="100000">
                                          <p:val>
                                            <p:strVal val="#ppt_w"/>
                                          </p:val>
                                        </p:tav>
                                      </p:tavLst>
                                    </p:anim>
                                    <p:anim calcmode="lin" valueType="num">
                                      <p:cBhvr>
                                        <p:cTn id="24" dur="250" fill="hold"/>
                                        <p:tgtEl>
                                          <p:spTgt spid="24"/>
                                        </p:tgtEl>
                                        <p:attrNameLst>
                                          <p:attrName>ppt_h</p:attrName>
                                        </p:attrNameLst>
                                      </p:cBhvr>
                                      <p:tavLst>
                                        <p:tav tm="0">
                                          <p:val>
                                            <p:fltVal val="0"/>
                                          </p:val>
                                        </p:tav>
                                        <p:tav tm="100000">
                                          <p:val>
                                            <p:strVal val="#ppt_h"/>
                                          </p:val>
                                        </p:tav>
                                      </p:tavLst>
                                    </p:anim>
                                    <p:animEffect transition="in" filter="fade">
                                      <p:cBhvr>
                                        <p:cTn id="25" dur="250"/>
                                        <p:tgtEl>
                                          <p:spTgt spid="24"/>
                                        </p:tgtEl>
                                      </p:cBhvr>
                                    </p:animEffect>
                                  </p:childTnLst>
                                </p:cTn>
                              </p:par>
                            </p:childTnLst>
                          </p:cTn>
                        </p:par>
                        <p:par>
                          <p:cTn id="26" fill="hold">
                            <p:stCondLst>
                              <p:cond delay="1750"/>
                            </p:stCondLst>
                            <p:childTnLst>
                              <p:par>
                                <p:cTn id="27" presetID="53" presetClass="entr" presetSubtype="0" fill="hold" grpId="0" nodeType="after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p:cTn id="29" dur="250" fill="hold"/>
                                        <p:tgtEl>
                                          <p:spTgt spid="41"/>
                                        </p:tgtEl>
                                        <p:attrNameLst>
                                          <p:attrName>ppt_w</p:attrName>
                                        </p:attrNameLst>
                                      </p:cBhvr>
                                      <p:tavLst>
                                        <p:tav tm="0">
                                          <p:val>
                                            <p:fltVal val="0"/>
                                          </p:val>
                                        </p:tav>
                                        <p:tav tm="100000">
                                          <p:val>
                                            <p:strVal val="#ppt_w"/>
                                          </p:val>
                                        </p:tav>
                                      </p:tavLst>
                                    </p:anim>
                                    <p:anim calcmode="lin" valueType="num">
                                      <p:cBhvr>
                                        <p:cTn id="30" dur="250" fill="hold"/>
                                        <p:tgtEl>
                                          <p:spTgt spid="41"/>
                                        </p:tgtEl>
                                        <p:attrNameLst>
                                          <p:attrName>ppt_h</p:attrName>
                                        </p:attrNameLst>
                                      </p:cBhvr>
                                      <p:tavLst>
                                        <p:tav tm="0">
                                          <p:val>
                                            <p:fltVal val="0"/>
                                          </p:val>
                                        </p:tav>
                                        <p:tav tm="100000">
                                          <p:val>
                                            <p:strVal val="#ppt_h"/>
                                          </p:val>
                                        </p:tav>
                                      </p:tavLst>
                                    </p:anim>
                                    <p:animEffect transition="in" filter="fade">
                                      <p:cBhvr>
                                        <p:cTn id="31" dur="250"/>
                                        <p:tgtEl>
                                          <p:spTgt spid="41"/>
                                        </p:tgtEl>
                                      </p:cBhvr>
                                    </p:animEffect>
                                  </p:childTnLst>
                                </p:cTn>
                              </p:par>
                            </p:childTnLst>
                          </p:cTn>
                        </p:par>
                        <p:par>
                          <p:cTn id="32" fill="hold">
                            <p:stCondLst>
                              <p:cond delay="2000"/>
                            </p:stCondLst>
                            <p:childTnLst>
                              <p:par>
                                <p:cTn id="33" presetID="53" presetClass="entr" presetSubtype="0" fill="hold" grpId="0" nodeType="afterEffect">
                                  <p:stCondLst>
                                    <p:cond delay="0"/>
                                  </p:stCondLst>
                                  <p:childTnLst>
                                    <p:set>
                                      <p:cBhvr>
                                        <p:cTn id="34" dur="1" fill="hold">
                                          <p:stCondLst>
                                            <p:cond delay="0"/>
                                          </p:stCondLst>
                                        </p:cTn>
                                        <p:tgtEl>
                                          <p:spTgt spid="36"/>
                                        </p:tgtEl>
                                        <p:attrNameLst>
                                          <p:attrName>style.visibility</p:attrName>
                                        </p:attrNameLst>
                                      </p:cBhvr>
                                      <p:to>
                                        <p:strVal val="visible"/>
                                      </p:to>
                                    </p:set>
                                    <p:anim calcmode="lin" valueType="num">
                                      <p:cBhvr>
                                        <p:cTn id="35" dur="250" fill="hold"/>
                                        <p:tgtEl>
                                          <p:spTgt spid="36"/>
                                        </p:tgtEl>
                                        <p:attrNameLst>
                                          <p:attrName>ppt_w</p:attrName>
                                        </p:attrNameLst>
                                      </p:cBhvr>
                                      <p:tavLst>
                                        <p:tav tm="0">
                                          <p:val>
                                            <p:fltVal val="0"/>
                                          </p:val>
                                        </p:tav>
                                        <p:tav tm="100000">
                                          <p:val>
                                            <p:strVal val="#ppt_w"/>
                                          </p:val>
                                        </p:tav>
                                      </p:tavLst>
                                    </p:anim>
                                    <p:anim calcmode="lin" valueType="num">
                                      <p:cBhvr>
                                        <p:cTn id="36" dur="250" fill="hold"/>
                                        <p:tgtEl>
                                          <p:spTgt spid="36"/>
                                        </p:tgtEl>
                                        <p:attrNameLst>
                                          <p:attrName>ppt_h</p:attrName>
                                        </p:attrNameLst>
                                      </p:cBhvr>
                                      <p:tavLst>
                                        <p:tav tm="0">
                                          <p:val>
                                            <p:fltVal val="0"/>
                                          </p:val>
                                        </p:tav>
                                        <p:tav tm="100000">
                                          <p:val>
                                            <p:strVal val="#ppt_h"/>
                                          </p:val>
                                        </p:tav>
                                      </p:tavLst>
                                    </p:anim>
                                    <p:animEffect transition="in" filter="fade">
                                      <p:cBhvr>
                                        <p:cTn id="37" dur="250"/>
                                        <p:tgtEl>
                                          <p:spTgt spid="36"/>
                                        </p:tgtEl>
                                      </p:cBhvr>
                                    </p:animEffect>
                                  </p:childTnLst>
                                </p:cTn>
                              </p:par>
                            </p:childTnLst>
                          </p:cTn>
                        </p:par>
                        <p:par>
                          <p:cTn id="38" fill="hold">
                            <p:stCondLst>
                              <p:cond delay="2250"/>
                            </p:stCondLst>
                            <p:childTnLst>
                              <p:par>
                                <p:cTn id="39" presetID="53" presetClass="entr" presetSubtype="0" fill="hold" grpId="0" nodeType="afterEffect">
                                  <p:stCondLst>
                                    <p:cond delay="0"/>
                                  </p:stCondLst>
                                  <p:childTnLst>
                                    <p:set>
                                      <p:cBhvr>
                                        <p:cTn id="40" dur="1" fill="hold">
                                          <p:stCondLst>
                                            <p:cond delay="0"/>
                                          </p:stCondLst>
                                        </p:cTn>
                                        <p:tgtEl>
                                          <p:spTgt spid="40"/>
                                        </p:tgtEl>
                                        <p:attrNameLst>
                                          <p:attrName>style.visibility</p:attrName>
                                        </p:attrNameLst>
                                      </p:cBhvr>
                                      <p:to>
                                        <p:strVal val="visible"/>
                                      </p:to>
                                    </p:set>
                                    <p:anim calcmode="lin" valueType="num">
                                      <p:cBhvr>
                                        <p:cTn id="41" dur="250" fill="hold"/>
                                        <p:tgtEl>
                                          <p:spTgt spid="40"/>
                                        </p:tgtEl>
                                        <p:attrNameLst>
                                          <p:attrName>ppt_w</p:attrName>
                                        </p:attrNameLst>
                                      </p:cBhvr>
                                      <p:tavLst>
                                        <p:tav tm="0">
                                          <p:val>
                                            <p:fltVal val="0"/>
                                          </p:val>
                                        </p:tav>
                                        <p:tav tm="100000">
                                          <p:val>
                                            <p:strVal val="#ppt_w"/>
                                          </p:val>
                                        </p:tav>
                                      </p:tavLst>
                                    </p:anim>
                                    <p:anim calcmode="lin" valueType="num">
                                      <p:cBhvr>
                                        <p:cTn id="42" dur="250" fill="hold"/>
                                        <p:tgtEl>
                                          <p:spTgt spid="40"/>
                                        </p:tgtEl>
                                        <p:attrNameLst>
                                          <p:attrName>ppt_h</p:attrName>
                                        </p:attrNameLst>
                                      </p:cBhvr>
                                      <p:tavLst>
                                        <p:tav tm="0">
                                          <p:val>
                                            <p:fltVal val="0"/>
                                          </p:val>
                                        </p:tav>
                                        <p:tav tm="100000">
                                          <p:val>
                                            <p:strVal val="#ppt_h"/>
                                          </p:val>
                                        </p:tav>
                                      </p:tavLst>
                                    </p:anim>
                                    <p:animEffect transition="in" filter="fade">
                                      <p:cBhvr>
                                        <p:cTn id="43" dur="250"/>
                                        <p:tgtEl>
                                          <p:spTgt spid="40"/>
                                        </p:tgtEl>
                                      </p:cBhvr>
                                    </p:animEffect>
                                  </p:childTnLst>
                                </p:cTn>
                              </p:par>
                            </p:childTnLst>
                          </p:cTn>
                        </p:par>
                        <p:par>
                          <p:cTn id="44" fill="hold">
                            <p:stCondLst>
                              <p:cond delay="2500"/>
                            </p:stCondLst>
                            <p:childTnLst>
                              <p:par>
                                <p:cTn id="45" presetID="53" presetClass="entr" presetSubtype="0" fill="hold" grpId="0" nodeType="afterEffect">
                                  <p:stCondLst>
                                    <p:cond delay="0"/>
                                  </p:stCondLst>
                                  <p:childTnLst>
                                    <p:set>
                                      <p:cBhvr>
                                        <p:cTn id="46" dur="1" fill="hold">
                                          <p:stCondLst>
                                            <p:cond delay="0"/>
                                          </p:stCondLst>
                                        </p:cTn>
                                        <p:tgtEl>
                                          <p:spTgt spid="37"/>
                                        </p:tgtEl>
                                        <p:attrNameLst>
                                          <p:attrName>style.visibility</p:attrName>
                                        </p:attrNameLst>
                                      </p:cBhvr>
                                      <p:to>
                                        <p:strVal val="visible"/>
                                      </p:to>
                                    </p:set>
                                    <p:anim calcmode="lin" valueType="num">
                                      <p:cBhvr>
                                        <p:cTn id="47" dur="250" fill="hold"/>
                                        <p:tgtEl>
                                          <p:spTgt spid="37"/>
                                        </p:tgtEl>
                                        <p:attrNameLst>
                                          <p:attrName>ppt_w</p:attrName>
                                        </p:attrNameLst>
                                      </p:cBhvr>
                                      <p:tavLst>
                                        <p:tav tm="0">
                                          <p:val>
                                            <p:fltVal val="0"/>
                                          </p:val>
                                        </p:tav>
                                        <p:tav tm="100000">
                                          <p:val>
                                            <p:strVal val="#ppt_w"/>
                                          </p:val>
                                        </p:tav>
                                      </p:tavLst>
                                    </p:anim>
                                    <p:anim calcmode="lin" valueType="num">
                                      <p:cBhvr>
                                        <p:cTn id="48" dur="250" fill="hold"/>
                                        <p:tgtEl>
                                          <p:spTgt spid="37"/>
                                        </p:tgtEl>
                                        <p:attrNameLst>
                                          <p:attrName>ppt_h</p:attrName>
                                        </p:attrNameLst>
                                      </p:cBhvr>
                                      <p:tavLst>
                                        <p:tav tm="0">
                                          <p:val>
                                            <p:fltVal val="0"/>
                                          </p:val>
                                        </p:tav>
                                        <p:tav tm="100000">
                                          <p:val>
                                            <p:strVal val="#ppt_h"/>
                                          </p:val>
                                        </p:tav>
                                      </p:tavLst>
                                    </p:anim>
                                    <p:animEffect transition="in" filter="fade">
                                      <p:cBhvr>
                                        <p:cTn id="49" dur="250"/>
                                        <p:tgtEl>
                                          <p:spTgt spid="37"/>
                                        </p:tgtEl>
                                      </p:cBhvr>
                                    </p:animEffect>
                                  </p:childTnLst>
                                </p:cTn>
                              </p:par>
                            </p:childTnLst>
                          </p:cTn>
                        </p:par>
                        <p:par>
                          <p:cTn id="50" fill="hold">
                            <p:stCondLst>
                              <p:cond delay="2750"/>
                            </p:stCondLst>
                            <p:childTnLst>
                              <p:par>
                                <p:cTn id="51" presetID="53" presetClass="entr" presetSubtype="0" fill="hold" grpId="0" nodeType="afterEffect">
                                  <p:stCondLst>
                                    <p:cond delay="0"/>
                                  </p:stCondLst>
                                  <p:childTnLst>
                                    <p:set>
                                      <p:cBhvr>
                                        <p:cTn id="52" dur="1" fill="hold">
                                          <p:stCondLst>
                                            <p:cond delay="0"/>
                                          </p:stCondLst>
                                        </p:cTn>
                                        <p:tgtEl>
                                          <p:spTgt spid="38"/>
                                        </p:tgtEl>
                                        <p:attrNameLst>
                                          <p:attrName>style.visibility</p:attrName>
                                        </p:attrNameLst>
                                      </p:cBhvr>
                                      <p:to>
                                        <p:strVal val="visible"/>
                                      </p:to>
                                    </p:set>
                                    <p:anim calcmode="lin" valueType="num">
                                      <p:cBhvr>
                                        <p:cTn id="53" dur="250" fill="hold"/>
                                        <p:tgtEl>
                                          <p:spTgt spid="38"/>
                                        </p:tgtEl>
                                        <p:attrNameLst>
                                          <p:attrName>ppt_w</p:attrName>
                                        </p:attrNameLst>
                                      </p:cBhvr>
                                      <p:tavLst>
                                        <p:tav tm="0">
                                          <p:val>
                                            <p:fltVal val="0"/>
                                          </p:val>
                                        </p:tav>
                                        <p:tav tm="100000">
                                          <p:val>
                                            <p:strVal val="#ppt_w"/>
                                          </p:val>
                                        </p:tav>
                                      </p:tavLst>
                                    </p:anim>
                                    <p:anim calcmode="lin" valueType="num">
                                      <p:cBhvr>
                                        <p:cTn id="54" dur="250" fill="hold"/>
                                        <p:tgtEl>
                                          <p:spTgt spid="38"/>
                                        </p:tgtEl>
                                        <p:attrNameLst>
                                          <p:attrName>ppt_h</p:attrName>
                                        </p:attrNameLst>
                                      </p:cBhvr>
                                      <p:tavLst>
                                        <p:tav tm="0">
                                          <p:val>
                                            <p:fltVal val="0"/>
                                          </p:val>
                                        </p:tav>
                                        <p:tav tm="100000">
                                          <p:val>
                                            <p:strVal val="#ppt_h"/>
                                          </p:val>
                                        </p:tav>
                                      </p:tavLst>
                                    </p:anim>
                                    <p:animEffect transition="in" filter="fade">
                                      <p:cBhvr>
                                        <p:cTn id="55" dur="25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36" grpId="0" animBg="1"/>
      <p:bldP spid="37" grpId="0" animBg="1"/>
      <p:bldP spid="38" grpId="0" animBg="1"/>
      <p:bldP spid="39" grpId="0" animBg="1"/>
      <p:bldP spid="40" grpId="0" animBg="1"/>
      <p:bldP spid="41" grpId="0" animBg="1"/>
      <p:bldP spid="35" grpId="0"/>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Sev01"/>
          <p:cNvSpPr/>
          <p:nvPr/>
        </p:nvSpPr>
        <p:spPr>
          <a:xfrm>
            <a:off x="4132120" y="4095936"/>
            <a:ext cx="913513" cy="913513"/>
          </a:xfrm>
          <a:prstGeom prst="ellipse">
            <a:avLst/>
          </a:prstGeom>
          <a:solidFill>
            <a:schemeClr val="accent1"/>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24" name="Sev02"/>
          <p:cNvSpPr/>
          <p:nvPr/>
        </p:nvSpPr>
        <p:spPr>
          <a:xfrm>
            <a:off x="5153001" y="4095936"/>
            <a:ext cx="913513" cy="913513"/>
          </a:xfrm>
          <a:prstGeom prst="ellipse">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8000" dirty="0">
              <a:solidFill>
                <a:srgbClr val="15AA96">
                  <a:lumMod val="50000"/>
                </a:srgbClr>
              </a:solidFill>
              <a:latin typeface="FontAwesome" pitchFamily="2" charset="0"/>
            </a:endParaRPr>
          </a:p>
        </p:txBody>
      </p:sp>
      <p:sp>
        <p:nvSpPr>
          <p:cNvPr id="36" name="Sev03"/>
          <p:cNvSpPr/>
          <p:nvPr/>
        </p:nvSpPr>
        <p:spPr>
          <a:xfrm>
            <a:off x="6159758" y="4095936"/>
            <a:ext cx="913513" cy="913513"/>
          </a:xfrm>
          <a:prstGeom prst="ellipse">
            <a:avLst/>
          </a:prstGeom>
          <a:solidFill>
            <a:schemeClr val="accent3"/>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cs typeface="+mj-cs"/>
            </a:endParaRPr>
          </a:p>
        </p:txBody>
      </p:sp>
      <p:sp>
        <p:nvSpPr>
          <p:cNvPr id="37" name="Sev04"/>
          <p:cNvSpPr/>
          <p:nvPr/>
        </p:nvSpPr>
        <p:spPr>
          <a:xfrm>
            <a:off x="7159433" y="4095936"/>
            <a:ext cx="913513" cy="913513"/>
          </a:xfrm>
          <a:prstGeom prst="ellipse">
            <a:avLst/>
          </a:prstGeom>
          <a:solidFill>
            <a:schemeClr val="accent4"/>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38" name="Freeform 52"/>
          <p:cNvSpPr>
            <a:spLocks noEditPoints="1"/>
          </p:cNvSpPr>
          <p:nvPr/>
        </p:nvSpPr>
        <p:spPr bwMode="auto">
          <a:xfrm>
            <a:off x="7441305" y="4364539"/>
            <a:ext cx="349769" cy="376303"/>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9" name="Freeform 42"/>
          <p:cNvSpPr>
            <a:spLocks noEditPoints="1"/>
          </p:cNvSpPr>
          <p:nvPr/>
        </p:nvSpPr>
        <p:spPr bwMode="auto">
          <a:xfrm>
            <a:off x="4398312" y="4388661"/>
            <a:ext cx="381129" cy="328059"/>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0" name="Freeform 178"/>
          <p:cNvSpPr>
            <a:spLocks noEditPoints="1"/>
          </p:cNvSpPr>
          <p:nvPr/>
        </p:nvSpPr>
        <p:spPr bwMode="auto">
          <a:xfrm>
            <a:off x="6425952" y="4409165"/>
            <a:ext cx="381129" cy="287051"/>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1" name="Freeform 86"/>
          <p:cNvSpPr>
            <a:spLocks noEditPoints="1"/>
          </p:cNvSpPr>
          <p:nvPr/>
        </p:nvSpPr>
        <p:spPr bwMode="auto">
          <a:xfrm>
            <a:off x="5479253" y="4333120"/>
            <a:ext cx="261003" cy="439145"/>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5" name="TextBox 34"/>
          <p:cNvSpPr txBox="1"/>
          <p:nvPr/>
        </p:nvSpPr>
        <p:spPr>
          <a:xfrm>
            <a:off x="3659501" y="1845937"/>
            <a:ext cx="4580725" cy="2246769"/>
          </a:xfrm>
          <a:prstGeom prst="rect">
            <a:avLst/>
          </a:prstGeom>
          <a:noFill/>
        </p:spPr>
        <p:txBody>
          <a:bodyPr wrap="square" rtlCol="0">
            <a:spAutoFit/>
          </a:bodyPr>
          <a:lstStyle/>
          <a:p>
            <a:pPr algn="ctr" defTabSz="1375467" fontAlgn="auto">
              <a:spcBef>
                <a:spcPts val="0"/>
              </a:spcBef>
              <a:spcAft>
                <a:spcPts val="0"/>
              </a:spcAft>
            </a:pPr>
            <a:r>
              <a:rPr lang="ar-SA" sz="2800" b="1" dirty="0">
                <a:solidFill>
                  <a:srgbClr val="FFFFFF"/>
                </a:solidFill>
                <a:latin typeface="Roboto Condensed"/>
                <a:cs typeface="Simplified Arabic" panose="02020603050405020304" pitchFamily="18" charset="-78"/>
              </a:rPr>
              <a:t>دعم تويتر مشاركة الطلاب في العملية التعليمية، فقد استخدم في عرض المحتوى، ومناقشة المواد الدراسية، وتنظيم مجموعات الدراسة، ونشر إعلانات الصف، والتواصل مع الزملاء</a:t>
            </a:r>
            <a:endParaRPr lang="en-US" dirty="0">
              <a:solidFill>
                <a:srgbClr val="FFFFFF"/>
              </a:solidFill>
              <a:latin typeface="Roboto Condensed"/>
              <a:cs typeface="Simplified Arabic" panose="02020603050405020304" pitchFamily="18" charset="-78"/>
            </a:endParaRPr>
          </a:p>
        </p:txBody>
      </p:sp>
      <p:pic>
        <p:nvPicPr>
          <p:cNvPr id="4" name="Picture Placeholder 3"/>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11588" b="11588"/>
          <a:stretch>
            <a:fillRect/>
          </a:stretch>
        </p:blipFill>
        <p:spPr/>
      </p:pic>
      <p:pic>
        <p:nvPicPr>
          <p:cNvPr id="5" name="Picture Placeholder 4"/>
          <p:cNvPicPr>
            <a:picLocks noGrp="1" noChangeAspect="1"/>
          </p:cNvPicPr>
          <p:nvPr>
            <p:ph type="pic" sz="quarter" idx="15"/>
          </p:nvPr>
        </p:nvPicPr>
        <p:blipFill>
          <a:blip r:embed="rId2">
            <a:extLst>
              <a:ext uri="{28A0092B-C50C-407E-A947-70E740481C1C}">
                <a14:useLocalDpi xmlns:a14="http://schemas.microsoft.com/office/drawing/2010/main" val="0"/>
              </a:ext>
            </a:extLst>
          </a:blip>
          <a:srcRect t="11687" b="11687"/>
          <a:stretch>
            <a:fillRect/>
          </a:stretch>
        </p:blipFill>
        <p:spPr/>
      </p:pic>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03416624"/>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1000"/>
                                        <p:tgtEl>
                                          <p:spTgt spid="35"/>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250" fill="hold"/>
                                        <p:tgtEl>
                                          <p:spTgt spid="23"/>
                                        </p:tgtEl>
                                        <p:attrNameLst>
                                          <p:attrName>ppt_w</p:attrName>
                                        </p:attrNameLst>
                                      </p:cBhvr>
                                      <p:tavLst>
                                        <p:tav tm="0">
                                          <p:val>
                                            <p:fltVal val="0"/>
                                          </p:val>
                                        </p:tav>
                                        <p:tav tm="100000">
                                          <p:val>
                                            <p:strVal val="#ppt_w"/>
                                          </p:val>
                                        </p:tav>
                                      </p:tavLst>
                                    </p:anim>
                                    <p:anim calcmode="lin" valueType="num">
                                      <p:cBhvr>
                                        <p:cTn id="12" dur="250" fill="hold"/>
                                        <p:tgtEl>
                                          <p:spTgt spid="23"/>
                                        </p:tgtEl>
                                        <p:attrNameLst>
                                          <p:attrName>ppt_h</p:attrName>
                                        </p:attrNameLst>
                                      </p:cBhvr>
                                      <p:tavLst>
                                        <p:tav tm="0">
                                          <p:val>
                                            <p:fltVal val="0"/>
                                          </p:val>
                                        </p:tav>
                                        <p:tav tm="100000">
                                          <p:val>
                                            <p:strVal val="#ppt_h"/>
                                          </p:val>
                                        </p:tav>
                                      </p:tavLst>
                                    </p:anim>
                                    <p:animEffect transition="in" filter="fade">
                                      <p:cBhvr>
                                        <p:cTn id="13" dur="250"/>
                                        <p:tgtEl>
                                          <p:spTgt spid="23"/>
                                        </p:tgtEl>
                                      </p:cBhvr>
                                    </p:animEffect>
                                  </p:childTnLst>
                                </p:cTn>
                              </p:par>
                            </p:childTnLst>
                          </p:cTn>
                        </p:par>
                        <p:par>
                          <p:cTn id="14" fill="hold">
                            <p:stCondLst>
                              <p:cond delay="1250"/>
                            </p:stCondLst>
                            <p:childTnLst>
                              <p:par>
                                <p:cTn id="15" presetID="53" presetClass="entr" presetSubtype="0" fill="hold" grpId="0" nodeType="afterEffect">
                                  <p:stCondLst>
                                    <p:cond delay="0"/>
                                  </p:stCondLst>
                                  <p:childTnLst>
                                    <p:set>
                                      <p:cBhvr>
                                        <p:cTn id="16" dur="1" fill="hold">
                                          <p:stCondLst>
                                            <p:cond delay="0"/>
                                          </p:stCondLst>
                                        </p:cTn>
                                        <p:tgtEl>
                                          <p:spTgt spid="39"/>
                                        </p:tgtEl>
                                        <p:attrNameLst>
                                          <p:attrName>style.visibility</p:attrName>
                                        </p:attrNameLst>
                                      </p:cBhvr>
                                      <p:to>
                                        <p:strVal val="visible"/>
                                      </p:to>
                                    </p:set>
                                    <p:anim calcmode="lin" valueType="num">
                                      <p:cBhvr>
                                        <p:cTn id="17" dur="250" fill="hold"/>
                                        <p:tgtEl>
                                          <p:spTgt spid="39"/>
                                        </p:tgtEl>
                                        <p:attrNameLst>
                                          <p:attrName>ppt_w</p:attrName>
                                        </p:attrNameLst>
                                      </p:cBhvr>
                                      <p:tavLst>
                                        <p:tav tm="0">
                                          <p:val>
                                            <p:fltVal val="0"/>
                                          </p:val>
                                        </p:tav>
                                        <p:tav tm="100000">
                                          <p:val>
                                            <p:strVal val="#ppt_w"/>
                                          </p:val>
                                        </p:tav>
                                      </p:tavLst>
                                    </p:anim>
                                    <p:anim calcmode="lin" valueType="num">
                                      <p:cBhvr>
                                        <p:cTn id="18" dur="250" fill="hold"/>
                                        <p:tgtEl>
                                          <p:spTgt spid="39"/>
                                        </p:tgtEl>
                                        <p:attrNameLst>
                                          <p:attrName>ppt_h</p:attrName>
                                        </p:attrNameLst>
                                      </p:cBhvr>
                                      <p:tavLst>
                                        <p:tav tm="0">
                                          <p:val>
                                            <p:fltVal val="0"/>
                                          </p:val>
                                        </p:tav>
                                        <p:tav tm="100000">
                                          <p:val>
                                            <p:strVal val="#ppt_h"/>
                                          </p:val>
                                        </p:tav>
                                      </p:tavLst>
                                    </p:anim>
                                    <p:animEffect transition="in" filter="fade">
                                      <p:cBhvr>
                                        <p:cTn id="19" dur="250"/>
                                        <p:tgtEl>
                                          <p:spTgt spid="39"/>
                                        </p:tgtEl>
                                      </p:cBhvr>
                                    </p:animEffect>
                                  </p:childTnLst>
                                </p:cTn>
                              </p:par>
                            </p:childTnLst>
                          </p:cTn>
                        </p:par>
                        <p:par>
                          <p:cTn id="20" fill="hold">
                            <p:stCondLst>
                              <p:cond delay="1500"/>
                            </p:stCondLst>
                            <p:childTnLst>
                              <p:par>
                                <p:cTn id="21" presetID="53" presetClass="entr" presetSubtype="0"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 calcmode="lin" valueType="num">
                                      <p:cBhvr>
                                        <p:cTn id="23" dur="250" fill="hold"/>
                                        <p:tgtEl>
                                          <p:spTgt spid="24"/>
                                        </p:tgtEl>
                                        <p:attrNameLst>
                                          <p:attrName>ppt_w</p:attrName>
                                        </p:attrNameLst>
                                      </p:cBhvr>
                                      <p:tavLst>
                                        <p:tav tm="0">
                                          <p:val>
                                            <p:fltVal val="0"/>
                                          </p:val>
                                        </p:tav>
                                        <p:tav tm="100000">
                                          <p:val>
                                            <p:strVal val="#ppt_w"/>
                                          </p:val>
                                        </p:tav>
                                      </p:tavLst>
                                    </p:anim>
                                    <p:anim calcmode="lin" valueType="num">
                                      <p:cBhvr>
                                        <p:cTn id="24" dur="250" fill="hold"/>
                                        <p:tgtEl>
                                          <p:spTgt spid="24"/>
                                        </p:tgtEl>
                                        <p:attrNameLst>
                                          <p:attrName>ppt_h</p:attrName>
                                        </p:attrNameLst>
                                      </p:cBhvr>
                                      <p:tavLst>
                                        <p:tav tm="0">
                                          <p:val>
                                            <p:fltVal val="0"/>
                                          </p:val>
                                        </p:tav>
                                        <p:tav tm="100000">
                                          <p:val>
                                            <p:strVal val="#ppt_h"/>
                                          </p:val>
                                        </p:tav>
                                      </p:tavLst>
                                    </p:anim>
                                    <p:animEffect transition="in" filter="fade">
                                      <p:cBhvr>
                                        <p:cTn id="25" dur="250"/>
                                        <p:tgtEl>
                                          <p:spTgt spid="24"/>
                                        </p:tgtEl>
                                      </p:cBhvr>
                                    </p:animEffect>
                                  </p:childTnLst>
                                </p:cTn>
                              </p:par>
                            </p:childTnLst>
                          </p:cTn>
                        </p:par>
                        <p:par>
                          <p:cTn id="26" fill="hold">
                            <p:stCondLst>
                              <p:cond delay="1750"/>
                            </p:stCondLst>
                            <p:childTnLst>
                              <p:par>
                                <p:cTn id="27" presetID="53" presetClass="entr" presetSubtype="0" fill="hold" grpId="0" nodeType="after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p:cTn id="29" dur="250" fill="hold"/>
                                        <p:tgtEl>
                                          <p:spTgt spid="41"/>
                                        </p:tgtEl>
                                        <p:attrNameLst>
                                          <p:attrName>ppt_w</p:attrName>
                                        </p:attrNameLst>
                                      </p:cBhvr>
                                      <p:tavLst>
                                        <p:tav tm="0">
                                          <p:val>
                                            <p:fltVal val="0"/>
                                          </p:val>
                                        </p:tav>
                                        <p:tav tm="100000">
                                          <p:val>
                                            <p:strVal val="#ppt_w"/>
                                          </p:val>
                                        </p:tav>
                                      </p:tavLst>
                                    </p:anim>
                                    <p:anim calcmode="lin" valueType="num">
                                      <p:cBhvr>
                                        <p:cTn id="30" dur="250" fill="hold"/>
                                        <p:tgtEl>
                                          <p:spTgt spid="41"/>
                                        </p:tgtEl>
                                        <p:attrNameLst>
                                          <p:attrName>ppt_h</p:attrName>
                                        </p:attrNameLst>
                                      </p:cBhvr>
                                      <p:tavLst>
                                        <p:tav tm="0">
                                          <p:val>
                                            <p:fltVal val="0"/>
                                          </p:val>
                                        </p:tav>
                                        <p:tav tm="100000">
                                          <p:val>
                                            <p:strVal val="#ppt_h"/>
                                          </p:val>
                                        </p:tav>
                                      </p:tavLst>
                                    </p:anim>
                                    <p:animEffect transition="in" filter="fade">
                                      <p:cBhvr>
                                        <p:cTn id="31" dur="250"/>
                                        <p:tgtEl>
                                          <p:spTgt spid="41"/>
                                        </p:tgtEl>
                                      </p:cBhvr>
                                    </p:animEffect>
                                  </p:childTnLst>
                                </p:cTn>
                              </p:par>
                            </p:childTnLst>
                          </p:cTn>
                        </p:par>
                        <p:par>
                          <p:cTn id="32" fill="hold">
                            <p:stCondLst>
                              <p:cond delay="2000"/>
                            </p:stCondLst>
                            <p:childTnLst>
                              <p:par>
                                <p:cTn id="33" presetID="53" presetClass="entr" presetSubtype="0" fill="hold" grpId="0" nodeType="afterEffect">
                                  <p:stCondLst>
                                    <p:cond delay="0"/>
                                  </p:stCondLst>
                                  <p:childTnLst>
                                    <p:set>
                                      <p:cBhvr>
                                        <p:cTn id="34" dur="1" fill="hold">
                                          <p:stCondLst>
                                            <p:cond delay="0"/>
                                          </p:stCondLst>
                                        </p:cTn>
                                        <p:tgtEl>
                                          <p:spTgt spid="36"/>
                                        </p:tgtEl>
                                        <p:attrNameLst>
                                          <p:attrName>style.visibility</p:attrName>
                                        </p:attrNameLst>
                                      </p:cBhvr>
                                      <p:to>
                                        <p:strVal val="visible"/>
                                      </p:to>
                                    </p:set>
                                    <p:anim calcmode="lin" valueType="num">
                                      <p:cBhvr>
                                        <p:cTn id="35" dur="250" fill="hold"/>
                                        <p:tgtEl>
                                          <p:spTgt spid="36"/>
                                        </p:tgtEl>
                                        <p:attrNameLst>
                                          <p:attrName>ppt_w</p:attrName>
                                        </p:attrNameLst>
                                      </p:cBhvr>
                                      <p:tavLst>
                                        <p:tav tm="0">
                                          <p:val>
                                            <p:fltVal val="0"/>
                                          </p:val>
                                        </p:tav>
                                        <p:tav tm="100000">
                                          <p:val>
                                            <p:strVal val="#ppt_w"/>
                                          </p:val>
                                        </p:tav>
                                      </p:tavLst>
                                    </p:anim>
                                    <p:anim calcmode="lin" valueType="num">
                                      <p:cBhvr>
                                        <p:cTn id="36" dur="250" fill="hold"/>
                                        <p:tgtEl>
                                          <p:spTgt spid="36"/>
                                        </p:tgtEl>
                                        <p:attrNameLst>
                                          <p:attrName>ppt_h</p:attrName>
                                        </p:attrNameLst>
                                      </p:cBhvr>
                                      <p:tavLst>
                                        <p:tav tm="0">
                                          <p:val>
                                            <p:fltVal val="0"/>
                                          </p:val>
                                        </p:tav>
                                        <p:tav tm="100000">
                                          <p:val>
                                            <p:strVal val="#ppt_h"/>
                                          </p:val>
                                        </p:tav>
                                      </p:tavLst>
                                    </p:anim>
                                    <p:animEffect transition="in" filter="fade">
                                      <p:cBhvr>
                                        <p:cTn id="37" dur="250"/>
                                        <p:tgtEl>
                                          <p:spTgt spid="36"/>
                                        </p:tgtEl>
                                      </p:cBhvr>
                                    </p:animEffect>
                                  </p:childTnLst>
                                </p:cTn>
                              </p:par>
                            </p:childTnLst>
                          </p:cTn>
                        </p:par>
                        <p:par>
                          <p:cTn id="38" fill="hold">
                            <p:stCondLst>
                              <p:cond delay="2250"/>
                            </p:stCondLst>
                            <p:childTnLst>
                              <p:par>
                                <p:cTn id="39" presetID="53" presetClass="entr" presetSubtype="0" fill="hold" grpId="0" nodeType="afterEffect">
                                  <p:stCondLst>
                                    <p:cond delay="0"/>
                                  </p:stCondLst>
                                  <p:childTnLst>
                                    <p:set>
                                      <p:cBhvr>
                                        <p:cTn id="40" dur="1" fill="hold">
                                          <p:stCondLst>
                                            <p:cond delay="0"/>
                                          </p:stCondLst>
                                        </p:cTn>
                                        <p:tgtEl>
                                          <p:spTgt spid="40"/>
                                        </p:tgtEl>
                                        <p:attrNameLst>
                                          <p:attrName>style.visibility</p:attrName>
                                        </p:attrNameLst>
                                      </p:cBhvr>
                                      <p:to>
                                        <p:strVal val="visible"/>
                                      </p:to>
                                    </p:set>
                                    <p:anim calcmode="lin" valueType="num">
                                      <p:cBhvr>
                                        <p:cTn id="41" dur="250" fill="hold"/>
                                        <p:tgtEl>
                                          <p:spTgt spid="40"/>
                                        </p:tgtEl>
                                        <p:attrNameLst>
                                          <p:attrName>ppt_w</p:attrName>
                                        </p:attrNameLst>
                                      </p:cBhvr>
                                      <p:tavLst>
                                        <p:tav tm="0">
                                          <p:val>
                                            <p:fltVal val="0"/>
                                          </p:val>
                                        </p:tav>
                                        <p:tav tm="100000">
                                          <p:val>
                                            <p:strVal val="#ppt_w"/>
                                          </p:val>
                                        </p:tav>
                                      </p:tavLst>
                                    </p:anim>
                                    <p:anim calcmode="lin" valueType="num">
                                      <p:cBhvr>
                                        <p:cTn id="42" dur="250" fill="hold"/>
                                        <p:tgtEl>
                                          <p:spTgt spid="40"/>
                                        </p:tgtEl>
                                        <p:attrNameLst>
                                          <p:attrName>ppt_h</p:attrName>
                                        </p:attrNameLst>
                                      </p:cBhvr>
                                      <p:tavLst>
                                        <p:tav tm="0">
                                          <p:val>
                                            <p:fltVal val="0"/>
                                          </p:val>
                                        </p:tav>
                                        <p:tav tm="100000">
                                          <p:val>
                                            <p:strVal val="#ppt_h"/>
                                          </p:val>
                                        </p:tav>
                                      </p:tavLst>
                                    </p:anim>
                                    <p:animEffect transition="in" filter="fade">
                                      <p:cBhvr>
                                        <p:cTn id="43" dur="250"/>
                                        <p:tgtEl>
                                          <p:spTgt spid="40"/>
                                        </p:tgtEl>
                                      </p:cBhvr>
                                    </p:animEffect>
                                  </p:childTnLst>
                                </p:cTn>
                              </p:par>
                            </p:childTnLst>
                          </p:cTn>
                        </p:par>
                        <p:par>
                          <p:cTn id="44" fill="hold">
                            <p:stCondLst>
                              <p:cond delay="2500"/>
                            </p:stCondLst>
                            <p:childTnLst>
                              <p:par>
                                <p:cTn id="45" presetID="53" presetClass="entr" presetSubtype="0" fill="hold" grpId="0" nodeType="afterEffect">
                                  <p:stCondLst>
                                    <p:cond delay="0"/>
                                  </p:stCondLst>
                                  <p:childTnLst>
                                    <p:set>
                                      <p:cBhvr>
                                        <p:cTn id="46" dur="1" fill="hold">
                                          <p:stCondLst>
                                            <p:cond delay="0"/>
                                          </p:stCondLst>
                                        </p:cTn>
                                        <p:tgtEl>
                                          <p:spTgt spid="37"/>
                                        </p:tgtEl>
                                        <p:attrNameLst>
                                          <p:attrName>style.visibility</p:attrName>
                                        </p:attrNameLst>
                                      </p:cBhvr>
                                      <p:to>
                                        <p:strVal val="visible"/>
                                      </p:to>
                                    </p:set>
                                    <p:anim calcmode="lin" valueType="num">
                                      <p:cBhvr>
                                        <p:cTn id="47" dur="250" fill="hold"/>
                                        <p:tgtEl>
                                          <p:spTgt spid="37"/>
                                        </p:tgtEl>
                                        <p:attrNameLst>
                                          <p:attrName>ppt_w</p:attrName>
                                        </p:attrNameLst>
                                      </p:cBhvr>
                                      <p:tavLst>
                                        <p:tav tm="0">
                                          <p:val>
                                            <p:fltVal val="0"/>
                                          </p:val>
                                        </p:tav>
                                        <p:tav tm="100000">
                                          <p:val>
                                            <p:strVal val="#ppt_w"/>
                                          </p:val>
                                        </p:tav>
                                      </p:tavLst>
                                    </p:anim>
                                    <p:anim calcmode="lin" valueType="num">
                                      <p:cBhvr>
                                        <p:cTn id="48" dur="250" fill="hold"/>
                                        <p:tgtEl>
                                          <p:spTgt spid="37"/>
                                        </p:tgtEl>
                                        <p:attrNameLst>
                                          <p:attrName>ppt_h</p:attrName>
                                        </p:attrNameLst>
                                      </p:cBhvr>
                                      <p:tavLst>
                                        <p:tav tm="0">
                                          <p:val>
                                            <p:fltVal val="0"/>
                                          </p:val>
                                        </p:tav>
                                        <p:tav tm="100000">
                                          <p:val>
                                            <p:strVal val="#ppt_h"/>
                                          </p:val>
                                        </p:tav>
                                      </p:tavLst>
                                    </p:anim>
                                    <p:animEffect transition="in" filter="fade">
                                      <p:cBhvr>
                                        <p:cTn id="49" dur="250"/>
                                        <p:tgtEl>
                                          <p:spTgt spid="37"/>
                                        </p:tgtEl>
                                      </p:cBhvr>
                                    </p:animEffect>
                                  </p:childTnLst>
                                </p:cTn>
                              </p:par>
                            </p:childTnLst>
                          </p:cTn>
                        </p:par>
                        <p:par>
                          <p:cTn id="50" fill="hold">
                            <p:stCondLst>
                              <p:cond delay="2750"/>
                            </p:stCondLst>
                            <p:childTnLst>
                              <p:par>
                                <p:cTn id="51" presetID="53" presetClass="entr" presetSubtype="0" fill="hold" grpId="0" nodeType="afterEffect">
                                  <p:stCondLst>
                                    <p:cond delay="0"/>
                                  </p:stCondLst>
                                  <p:childTnLst>
                                    <p:set>
                                      <p:cBhvr>
                                        <p:cTn id="52" dur="1" fill="hold">
                                          <p:stCondLst>
                                            <p:cond delay="0"/>
                                          </p:stCondLst>
                                        </p:cTn>
                                        <p:tgtEl>
                                          <p:spTgt spid="38"/>
                                        </p:tgtEl>
                                        <p:attrNameLst>
                                          <p:attrName>style.visibility</p:attrName>
                                        </p:attrNameLst>
                                      </p:cBhvr>
                                      <p:to>
                                        <p:strVal val="visible"/>
                                      </p:to>
                                    </p:set>
                                    <p:anim calcmode="lin" valueType="num">
                                      <p:cBhvr>
                                        <p:cTn id="53" dur="250" fill="hold"/>
                                        <p:tgtEl>
                                          <p:spTgt spid="38"/>
                                        </p:tgtEl>
                                        <p:attrNameLst>
                                          <p:attrName>ppt_w</p:attrName>
                                        </p:attrNameLst>
                                      </p:cBhvr>
                                      <p:tavLst>
                                        <p:tav tm="0">
                                          <p:val>
                                            <p:fltVal val="0"/>
                                          </p:val>
                                        </p:tav>
                                        <p:tav tm="100000">
                                          <p:val>
                                            <p:strVal val="#ppt_w"/>
                                          </p:val>
                                        </p:tav>
                                      </p:tavLst>
                                    </p:anim>
                                    <p:anim calcmode="lin" valueType="num">
                                      <p:cBhvr>
                                        <p:cTn id="54" dur="250" fill="hold"/>
                                        <p:tgtEl>
                                          <p:spTgt spid="38"/>
                                        </p:tgtEl>
                                        <p:attrNameLst>
                                          <p:attrName>ppt_h</p:attrName>
                                        </p:attrNameLst>
                                      </p:cBhvr>
                                      <p:tavLst>
                                        <p:tav tm="0">
                                          <p:val>
                                            <p:fltVal val="0"/>
                                          </p:val>
                                        </p:tav>
                                        <p:tav tm="100000">
                                          <p:val>
                                            <p:strVal val="#ppt_h"/>
                                          </p:val>
                                        </p:tav>
                                      </p:tavLst>
                                    </p:anim>
                                    <p:animEffect transition="in" filter="fade">
                                      <p:cBhvr>
                                        <p:cTn id="55" dur="25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36" grpId="0" animBg="1"/>
      <p:bldP spid="37" grpId="0" animBg="1"/>
      <p:bldP spid="38" grpId="0" animBg="1"/>
      <p:bldP spid="39" grpId="0" animBg="1"/>
      <p:bldP spid="40" grpId="0" animBg="1"/>
      <p:bldP spid="41" grpId="0" animBg="1"/>
      <p:bldP spid="35" grpId="0"/>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rtl="1"/>
            <a:r>
              <a:rPr lang="ar-SA" u="sng" dirty="0">
                <a:solidFill>
                  <a:schemeClr val="tx1"/>
                </a:solidFill>
              </a:rPr>
              <a:t>2-	استخدامات تويتر </a:t>
            </a:r>
            <a:r>
              <a:rPr lang="en-US" u="sng" dirty="0">
                <a:solidFill>
                  <a:schemeClr val="tx1"/>
                </a:solidFill>
              </a:rPr>
              <a:t>Twitter </a:t>
            </a:r>
            <a:r>
              <a:rPr lang="ar-SA" u="sng" dirty="0">
                <a:solidFill>
                  <a:schemeClr val="tx1"/>
                </a:solidFill>
              </a:rPr>
              <a:t>في التعليم</a:t>
            </a:r>
            <a:endParaRPr lang="en-US" u="sng" dirty="0">
              <a:solidFill>
                <a:schemeClr val="tx1"/>
              </a:solidFill>
            </a:endParaRPr>
          </a:p>
        </p:txBody>
      </p:sp>
      <p:sp>
        <p:nvSpPr>
          <p:cNvPr id="17" name="TextBox 16"/>
          <p:cNvSpPr txBox="1"/>
          <p:nvPr/>
        </p:nvSpPr>
        <p:spPr>
          <a:xfrm>
            <a:off x="2360086" y="4418587"/>
            <a:ext cx="1948217" cy="984885"/>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smtClean="0">
                <a:solidFill>
                  <a:srgbClr val="237DB9"/>
                </a:solidFill>
                <a:latin typeface="Roboto Condensed"/>
                <a:cs typeface="Simplified Arabic" panose="02020603050405020304" pitchFamily="18" charset="-78"/>
              </a:rPr>
              <a:t>تويتر </a:t>
            </a:r>
            <a:r>
              <a:rPr lang="ar-SA" sz="3200" b="1" dirty="0">
                <a:solidFill>
                  <a:srgbClr val="237DB9"/>
                </a:solidFill>
                <a:latin typeface="Roboto Condensed"/>
                <a:cs typeface="Simplified Arabic" panose="02020603050405020304" pitchFamily="18" charset="-78"/>
              </a:rPr>
              <a:t>لنشر الإعلانات</a:t>
            </a:r>
            <a:endParaRPr lang="en-US" sz="3200" b="1" dirty="0">
              <a:solidFill>
                <a:srgbClr val="237DB9"/>
              </a:solidFill>
              <a:latin typeface="Roboto Condensed"/>
              <a:cs typeface="Simplified Arabic" panose="02020603050405020304" pitchFamily="18" charset="-78"/>
            </a:endParaRPr>
          </a:p>
        </p:txBody>
      </p:sp>
      <p:sp>
        <p:nvSpPr>
          <p:cNvPr id="20" name="TextBox 19"/>
          <p:cNvSpPr txBox="1"/>
          <p:nvPr/>
        </p:nvSpPr>
        <p:spPr>
          <a:xfrm>
            <a:off x="4905115" y="4325822"/>
            <a:ext cx="2428254" cy="1477328"/>
          </a:xfrm>
          <a:prstGeom prst="rect">
            <a:avLst/>
          </a:prstGeom>
          <a:noFill/>
        </p:spPr>
        <p:txBody>
          <a:bodyPr wrap="square" lIns="0" tIns="0" rIns="0" bIns="0" rtlCol="0" anchor="ctr">
            <a:spAutoFit/>
          </a:bodyPr>
          <a:lstStyle/>
          <a:p>
            <a:pPr algn="ctr" defTabSz="1375467" fontAlgn="auto">
              <a:spcBef>
                <a:spcPts val="0"/>
              </a:spcBef>
              <a:spcAft>
                <a:spcPts val="0"/>
              </a:spcAft>
            </a:pPr>
            <a:r>
              <a:rPr lang="ar-SA" sz="3200" b="1" dirty="0">
                <a:solidFill>
                  <a:srgbClr val="15AA96"/>
                </a:solidFill>
                <a:latin typeface="Roboto Condensed"/>
                <a:cs typeface="Simplified Arabic" panose="02020603050405020304" pitchFamily="18" charset="-78"/>
              </a:rPr>
              <a:t>تويتر كأداة للمراجعة والعمل المنزلي</a:t>
            </a:r>
            <a:endParaRPr lang="en-US" sz="3200" b="1" dirty="0">
              <a:solidFill>
                <a:srgbClr val="15AA96"/>
              </a:solidFill>
              <a:latin typeface="Roboto Condensed"/>
              <a:cs typeface="Simplified Arabic" panose="02020603050405020304" pitchFamily="18" charset="-78"/>
            </a:endParaRPr>
          </a:p>
        </p:txBody>
      </p:sp>
      <p:sp>
        <p:nvSpPr>
          <p:cNvPr id="28" name="TextBox 27"/>
          <p:cNvSpPr txBox="1"/>
          <p:nvPr/>
        </p:nvSpPr>
        <p:spPr>
          <a:xfrm>
            <a:off x="7709106" y="4418587"/>
            <a:ext cx="2120523" cy="984885"/>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smtClean="0">
                <a:solidFill>
                  <a:srgbClr val="9BB955"/>
                </a:solidFill>
                <a:latin typeface="Roboto Condensed"/>
                <a:cs typeface="Simplified Arabic" panose="02020603050405020304" pitchFamily="18" charset="-78"/>
              </a:rPr>
              <a:t>تويتر </a:t>
            </a:r>
            <a:r>
              <a:rPr lang="ar-SA" sz="3200" b="1" dirty="0">
                <a:solidFill>
                  <a:srgbClr val="9BB955"/>
                </a:solidFill>
                <a:latin typeface="Roboto Condensed"/>
                <a:cs typeface="Simplified Arabic" panose="02020603050405020304" pitchFamily="18" charset="-78"/>
              </a:rPr>
              <a:t>كأداة لكسر الحواجز</a:t>
            </a:r>
            <a:endParaRPr lang="en-US" sz="3200" b="1" dirty="0">
              <a:solidFill>
                <a:srgbClr val="9BB955"/>
              </a:solidFill>
              <a:latin typeface="Roboto Condensed"/>
              <a:cs typeface="Simplified Arabic" panose="02020603050405020304" pitchFamily="18" charset="-78"/>
            </a:endParaRPr>
          </a:p>
        </p:txBody>
      </p:sp>
      <p:pic>
        <p:nvPicPr>
          <p:cNvPr id="4" name="Picture Placeholder 3"/>
          <p:cNvPicPr>
            <a:picLocks noGrp="1" noChangeAspect="1"/>
          </p:cNvPicPr>
          <p:nvPr>
            <p:ph type="pic" sz="quarter" idx="18"/>
          </p:nvPr>
        </p:nvPicPr>
        <p:blipFill>
          <a:blip r:embed="rId3">
            <a:extLst>
              <a:ext uri="{28A0092B-C50C-407E-A947-70E740481C1C}">
                <a14:useLocalDpi xmlns:a14="http://schemas.microsoft.com/office/drawing/2010/main" val="0"/>
              </a:ext>
            </a:extLst>
          </a:blip>
          <a:srcRect/>
          <a:stretch>
            <a:fillRect/>
          </a:stretch>
        </p:blipFill>
        <p:spPr>
          <a:xfrm>
            <a:off x="5163582" y="2245411"/>
            <a:ext cx="1895355" cy="1894789"/>
          </a:xfrm>
        </p:spPr>
      </p:pic>
      <p:pic>
        <p:nvPicPr>
          <p:cNvPr id="5" name="Picture Placeholder 4"/>
          <p:cNvPicPr>
            <a:picLocks noGrp="1" noChangeAspect="1"/>
          </p:cNvPicPr>
          <p:nvPr>
            <p:ph type="pic" sz="quarter" idx="21"/>
          </p:nvPr>
        </p:nvPicPr>
        <p:blipFill>
          <a:blip r:embed="rId3">
            <a:extLst>
              <a:ext uri="{28A0092B-C50C-407E-A947-70E740481C1C}">
                <a14:useLocalDpi xmlns:a14="http://schemas.microsoft.com/office/drawing/2010/main" val="0"/>
              </a:ext>
            </a:extLst>
          </a:blip>
          <a:srcRect/>
          <a:stretch>
            <a:fillRect/>
          </a:stretch>
        </p:blipFill>
        <p:spPr>
          <a:xfrm>
            <a:off x="7838849" y="2245411"/>
            <a:ext cx="1895355" cy="1894789"/>
          </a:xfrm>
        </p:spPr>
      </p:pic>
      <p:pic>
        <p:nvPicPr>
          <p:cNvPr id="3" name="Picture Placeholder 2"/>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a:stretch>
            <a:fillRect/>
          </a:stretch>
        </p:blipFill>
        <p:spPr>
          <a:xfrm>
            <a:off x="2557379" y="2245411"/>
            <a:ext cx="1895355" cy="1894789"/>
          </a:xfrm>
        </p:spPr>
      </p:pic>
      <p:sp>
        <p:nvSpPr>
          <p:cNvPr id="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764321225"/>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anim calcmode="lin" valueType="num">
                                      <p:cBhvr>
                                        <p:cTn id="8" dur="500" fill="hold"/>
                                        <p:tgtEl>
                                          <p:spTgt spid="17"/>
                                        </p:tgtEl>
                                        <p:attrNameLst>
                                          <p:attrName>ppt_x</p:attrName>
                                        </p:attrNameLst>
                                      </p:cBhvr>
                                      <p:tavLst>
                                        <p:tav tm="0">
                                          <p:val>
                                            <p:strVal val="#ppt_x"/>
                                          </p:val>
                                        </p:tav>
                                        <p:tav tm="100000">
                                          <p:val>
                                            <p:strVal val="#ppt_x"/>
                                          </p:val>
                                        </p:tav>
                                      </p:tavLst>
                                    </p:anim>
                                    <p:anim calcmode="lin" valueType="num">
                                      <p:cBhvr>
                                        <p:cTn id="9" dur="500" fill="hold"/>
                                        <p:tgtEl>
                                          <p:spTgt spid="1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fade">
                                      <p:cBhvr>
                                        <p:cTn id="13" dur="500"/>
                                        <p:tgtEl>
                                          <p:spTgt spid="20"/>
                                        </p:tgtEl>
                                      </p:cBhvr>
                                    </p:animEffect>
                                    <p:anim calcmode="lin" valueType="num">
                                      <p:cBhvr>
                                        <p:cTn id="14" dur="500" fill="hold"/>
                                        <p:tgtEl>
                                          <p:spTgt spid="20"/>
                                        </p:tgtEl>
                                        <p:attrNameLst>
                                          <p:attrName>ppt_x</p:attrName>
                                        </p:attrNameLst>
                                      </p:cBhvr>
                                      <p:tavLst>
                                        <p:tav tm="0">
                                          <p:val>
                                            <p:strVal val="#ppt_x"/>
                                          </p:val>
                                        </p:tav>
                                        <p:tav tm="100000">
                                          <p:val>
                                            <p:strVal val="#ppt_x"/>
                                          </p:val>
                                        </p:tav>
                                      </p:tavLst>
                                    </p:anim>
                                    <p:anim calcmode="lin" valueType="num">
                                      <p:cBhvr>
                                        <p:cTn id="15" dur="500" fill="hold"/>
                                        <p:tgtEl>
                                          <p:spTgt spid="20"/>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28"/>
                                        </p:tgtEl>
                                        <p:attrNameLst>
                                          <p:attrName>style.visibility</p:attrName>
                                        </p:attrNameLst>
                                      </p:cBhvr>
                                      <p:to>
                                        <p:strVal val="visible"/>
                                      </p:to>
                                    </p:set>
                                    <p:animEffect transition="in" filter="fade">
                                      <p:cBhvr>
                                        <p:cTn id="19" dur="500"/>
                                        <p:tgtEl>
                                          <p:spTgt spid="28"/>
                                        </p:tgtEl>
                                      </p:cBhvr>
                                    </p:animEffect>
                                    <p:anim calcmode="lin" valueType="num">
                                      <p:cBhvr>
                                        <p:cTn id="20" dur="500" fill="hold"/>
                                        <p:tgtEl>
                                          <p:spTgt spid="28"/>
                                        </p:tgtEl>
                                        <p:attrNameLst>
                                          <p:attrName>ppt_x</p:attrName>
                                        </p:attrNameLst>
                                      </p:cBhvr>
                                      <p:tavLst>
                                        <p:tav tm="0">
                                          <p:val>
                                            <p:strVal val="#ppt_x"/>
                                          </p:val>
                                        </p:tav>
                                        <p:tav tm="100000">
                                          <p:val>
                                            <p:strVal val="#ppt_x"/>
                                          </p:val>
                                        </p:tav>
                                      </p:tavLst>
                                    </p:anim>
                                    <p:anim calcmode="lin" valueType="num">
                                      <p:cBhvr>
                                        <p:cTn id="21" dur="5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8" grpId="0"/>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rtl="1"/>
            <a:r>
              <a:rPr lang="ar-SA" u="sng" dirty="0">
                <a:solidFill>
                  <a:schemeClr val="tx1"/>
                </a:solidFill>
              </a:rPr>
              <a:t>2-	استخدامات تويتر </a:t>
            </a:r>
            <a:r>
              <a:rPr lang="en-US" u="sng" dirty="0">
                <a:solidFill>
                  <a:schemeClr val="tx1"/>
                </a:solidFill>
              </a:rPr>
              <a:t>Twitter </a:t>
            </a:r>
            <a:r>
              <a:rPr lang="ar-SA" u="sng" dirty="0">
                <a:solidFill>
                  <a:schemeClr val="tx1"/>
                </a:solidFill>
              </a:rPr>
              <a:t>في التعليم</a:t>
            </a:r>
            <a:endParaRPr lang="en-US" u="sng" dirty="0">
              <a:solidFill>
                <a:schemeClr val="tx1"/>
              </a:solidFill>
            </a:endParaRPr>
          </a:p>
        </p:txBody>
      </p:sp>
      <p:sp>
        <p:nvSpPr>
          <p:cNvPr id="20" name="TextBox 19"/>
          <p:cNvSpPr txBox="1"/>
          <p:nvPr/>
        </p:nvSpPr>
        <p:spPr>
          <a:xfrm>
            <a:off x="2082085" y="4572043"/>
            <a:ext cx="2428254" cy="984885"/>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smtClean="0">
                <a:solidFill>
                  <a:srgbClr val="15AA96"/>
                </a:solidFill>
                <a:latin typeface="Roboto Condensed"/>
                <a:cs typeface="Simplified Arabic" panose="02020603050405020304" pitchFamily="18" charset="-78"/>
              </a:rPr>
              <a:t>تويتر </a:t>
            </a:r>
            <a:r>
              <a:rPr lang="ar-SA" sz="3200" b="1" dirty="0">
                <a:solidFill>
                  <a:srgbClr val="15AA96"/>
                </a:solidFill>
                <a:latin typeface="Roboto Condensed"/>
                <a:cs typeface="Simplified Arabic" panose="02020603050405020304" pitchFamily="18" charset="-78"/>
              </a:rPr>
              <a:t>لتحقيق تواصل أفضل</a:t>
            </a:r>
            <a:endParaRPr lang="en-US" sz="3200" b="1" dirty="0">
              <a:solidFill>
                <a:srgbClr val="15AA96"/>
              </a:solidFill>
              <a:latin typeface="Roboto Condensed"/>
              <a:cs typeface="Simplified Arabic" panose="02020603050405020304" pitchFamily="18" charset="-78"/>
            </a:endParaRPr>
          </a:p>
        </p:txBody>
      </p:sp>
      <p:sp>
        <p:nvSpPr>
          <p:cNvPr id="28" name="TextBox 27"/>
          <p:cNvSpPr txBox="1"/>
          <p:nvPr/>
        </p:nvSpPr>
        <p:spPr>
          <a:xfrm>
            <a:off x="4860173" y="4572042"/>
            <a:ext cx="2471654" cy="984885"/>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smtClean="0">
                <a:solidFill>
                  <a:srgbClr val="9BB955"/>
                </a:solidFill>
                <a:latin typeface="Roboto Condensed"/>
                <a:cs typeface="Simplified Arabic" panose="02020603050405020304" pitchFamily="18" charset="-78"/>
              </a:rPr>
              <a:t>امكانية </a:t>
            </a:r>
            <a:r>
              <a:rPr lang="ar-SA" sz="3200" b="1" dirty="0">
                <a:solidFill>
                  <a:srgbClr val="9BB955"/>
                </a:solidFill>
                <a:latin typeface="Roboto Condensed"/>
                <a:cs typeface="Simplified Arabic" panose="02020603050405020304" pitchFamily="18" charset="-78"/>
              </a:rPr>
              <a:t>إنشاء استبيان أو تصويت</a:t>
            </a:r>
            <a:endParaRPr lang="en-US" sz="3200" b="1" dirty="0">
              <a:solidFill>
                <a:srgbClr val="9BB955"/>
              </a:solidFill>
              <a:latin typeface="Roboto Condensed"/>
              <a:cs typeface="Simplified Arabic" panose="02020603050405020304" pitchFamily="18" charset="-78"/>
            </a:endParaRPr>
          </a:p>
        </p:txBody>
      </p:sp>
      <p:sp>
        <p:nvSpPr>
          <p:cNvPr id="31" name="TextBox 30"/>
          <p:cNvSpPr txBox="1"/>
          <p:nvPr/>
        </p:nvSpPr>
        <p:spPr>
          <a:xfrm>
            <a:off x="7690829" y="4593349"/>
            <a:ext cx="2092778" cy="984885"/>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smtClean="0">
                <a:solidFill>
                  <a:srgbClr val="F19B14"/>
                </a:solidFill>
                <a:latin typeface="Roboto Condensed"/>
                <a:cs typeface="Simplified Arabic" panose="02020603050405020304" pitchFamily="18" charset="-78"/>
              </a:rPr>
              <a:t>تويتر </a:t>
            </a:r>
            <a:r>
              <a:rPr lang="ar-SA" sz="3200" b="1" dirty="0">
                <a:solidFill>
                  <a:srgbClr val="F19B14"/>
                </a:solidFill>
                <a:latin typeface="Roboto Condensed"/>
                <a:cs typeface="Simplified Arabic" panose="02020603050405020304" pitchFamily="18" charset="-78"/>
              </a:rPr>
              <a:t>كصالة رقمية</a:t>
            </a:r>
            <a:endParaRPr lang="en-US" sz="3200" b="1" dirty="0">
              <a:solidFill>
                <a:srgbClr val="F19B14"/>
              </a:solidFill>
              <a:latin typeface="Roboto Condensed"/>
              <a:cs typeface="Simplified Arabic" panose="02020603050405020304" pitchFamily="18" charset="-78"/>
            </a:endParaRPr>
          </a:p>
        </p:txBody>
      </p:sp>
      <p:pic>
        <p:nvPicPr>
          <p:cNvPr id="4" name="Picture Placeholder 3"/>
          <p:cNvPicPr>
            <a:picLocks noGrp="1" noChangeAspect="1"/>
          </p:cNvPicPr>
          <p:nvPr>
            <p:ph type="pic" sz="quarter" idx="18"/>
          </p:nvPr>
        </p:nvPicPr>
        <p:blipFill>
          <a:blip r:embed="rId3">
            <a:extLst>
              <a:ext uri="{28A0092B-C50C-407E-A947-70E740481C1C}">
                <a14:useLocalDpi xmlns:a14="http://schemas.microsoft.com/office/drawing/2010/main" val="0"/>
              </a:ext>
            </a:extLst>
          </a:blip>
          <a:srcRect/>
          <a:stretch>
            <a:fillRect/>
          </a:stretch>
        </p:blipFill>
        <p:spPr>
          <a:xfrm>
            <a:off x="2340552" y="2245411"/>
            <a:ext cx="1895355" cy="1894789"/>
          </a:xfrm>
        </p:spPr>
      </p:pic>
      <p:pic>
        <p:nvPicPr>
          <p:cNvPr id="5" name="Picture Placeholder 4"/>
          <p:cNvPicPr>
            <a:picLocks noGrp="1" noChangeAspect="1"/>
          </p:cNvPicPr>
          <p:nvPr>
            <p:ph type="pic" sz="quarter" idx="21"/>
          </p:nvPr>
        </p:nvPicPr>
        <p:blipFill>
          <a:blip r:embed="rId3">
            <a:extLst>
              <a:ext uri="{28A0092B-C50C-407E-A947-70E740481C1C}">
                <a14:useLocalDpi xmlns:a14="http://schemas.microsoft.com/office/drawing/2010/main" val="0"/>
              </a:ext>
            </a:extLst>
          </a:blip>
          <a:srcRect/>
          <a:stretch>
            <a:fillRect/>
          </a:stretch>
        </p:blipFill>
        <p:spPr>
          <a:xfrm>
            <a:off x="5015819" y="2245411"/>
            <a:ext cx="1895355" cy="1894789"/>
          </a:xfrm>
        </p:spPr>
      </p:pic>
      <p:pic>
        <p:nvPicPr>
          <p:cNvPr id="7" name="Picture Placeholder 6"/>
          <p:cNvPicPr>
            <a:picLocks noGrp="1" noChangeAspect="1"/>
          </p:cNvPicPr>
          <p:nvPr>
            <p:ph type="pic" sz="quarter" idx="24"/>
          </p:nvPr>
        </p:nvPicPr>
        <p:blipFill>
          <a:blip r:embed="rId3">
            <a:extLst>
              <a:ext uri="{28A0092B-C50C-407E-A947-70E740481C1C}">
                <a14:useLocalDpi xmlns:a14="http://schemas.microsoft.com/office/drawing/2010/main" val="0"/>
              </a:ext>
            </a:extLst>
          </a:blip>
          <a:srcRect/>
          <a:stretch>
            <a:fillRect/>
          </a:stretch>
        </p:blipFill>
        <p:spPr>
          <a:xfrm>
            <a:off x="7690829" y="2245411"/>
            <a:ext cx="1895355" cy="1894789"/>
          </a:xfrm>
        </p:spPr>
      </p:pic>
      <p:sp>
        <p:nvSpPr>
          <p:cNvPr id="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96379608"/>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anim calcmode="lin" valueType="num">
                                      <p:cBhvr>
                                        <p:cTn id="8" dur="500" fill="hold"/>
                                        <p:tgtEl>
                                          <p:spTgt spid="20"/>
                                        </p:tgtEl>
                                        <p:attrNameLst>
                                          <p:attrName>ppt_x</p:attrName>
                                        </p:attrNameLst>
                                      </p:cBhvr>
                                      <p:tavLst>
                                        <p:tav tm="0">
                                          <p:val>
                                            <p:strVal val="#ppt_x"/>
                                          </p:val>
                                        </p:tav>
                                        <p:tav tm="100000">
                                          <p:val>
                                            <p:strVal val="#ppt_x"/>
                                          </p:val>
                                        </p:tav>
                                      </p:tavLst>
                                    </p:anim>
                                    <p:anim calcmode="lin" valueType="num">
                                      <p:cBhvr>
                                        <p:cTn id="9" dur="500" fill="hold"/>
                                        <p:tgtEl>
                                          <p:spTgt spid="20"/>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fade">
                                      <p:cBhvr>
                                        <p:cTn id="12" dur="500"/>
                                        <p:tgtEl>
                                          <p:spTgt spid="28"/>
                                        </p:tgtEl>
                                      </p:cBhvr>
                                    </p:animEffect>
                                    <p:anim calcmode="lin" valueType="num">
                                      <p:cBhvr>
                                        <p:cTn id="13" dur="500" fill="hold"/>
                                        <p:tgtEl>
                                          <p:spTgt spid="28"/>
                                        </p:tgtEl>
                                        <p:attrNameLst>
                                          <p:attrName>ppt_x</p:attrName>
                                        </p:attrNameLst>
                                      </p:cBhvr>
                                      <p:tavLst>
                                        <p:tav tm="0">
                                          <p:val>
                                            <p:strVal val="#ppt_x"/>
                                          </p:val>
                                        </p:tav>
                                        <p:tav tm="100000">
                                          <p:val>
                                            <p:strVal val="#ppt_x"/>
                                          </p:val>
                                        </p:tav>
                                      </p:tavLst>
                                    </p:anim>
                                    <p:anim calcmode="lin" valueType="num">
                                      <p:cBhvr>
                                        <p:cTn id="14" dur="500" fill="hold"/>
                                        <p:tgtEl>
                                          <p:spTgt spid="28"/>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fade">
                                      <p:cBhvr>
                                        <p:cTn id="17" dur="500"/>
                                        <p:tgtEl>
                                          <p:spTgt spid="31"/>
                                        </p:tgtEl>
                                      </p:cBhvr>
                                    </p:animEffect>
                                    <p:anim calcmode="lin" valueType="num">
                                      <p:cBhvr>
                                        <p:cTn id="18" dur="500" fill="hold"/>
                                        <p:tgtEl>
                                          <p:spTgt spid="31"/>
                                        </p:tgtEl>
                                        <p:attrNameLst>
                                          <p:attrName>ppt_x</p:attrName>
                                        </p:attrNameLst>
                                      </p:cBhvr>
                                      <p:tavLst>
                                        <p:tav tm="0">
                                          <p:val>
                                            <p:strVal val="#ppt_x"/>
                                          </p:val>
                                        </p:tav>
                                        <p:tav tm="100000">
                                          <p:val>
                                            <p:strVal val="#ppt_x"/>
                                          </p:val>
                                        </p:tav>
                                      </p:tavLst>
                                    </p:anim>
                                    <p:anim calcmode="lin" valueType="num">
                                      <p:cBhvr>
                                        <p:cTn id="19" dur="5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8" grpId="0"/>
      <p:bldP spid="31" grpId="0"/>
    </p:bld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rtl="1"/>
            <a:r>
              <a:rPr lang="ar-SA" u="sng" dirty="0">
                <a:solidFill>
                  <a:schemeClr val="tx1"/>
                </a:solidFill>
              </a:rPr>
              <a:t>2-	استخدامات تويتر </a:t>
            </a:r>
            <a:r>
              <a:rPr lang="en-US" u="sng" dirty="0">
                <a:solidFill>
                  <a:schemeClr val="tx1"/>
                </a:solidFill>
              </a:rPr>
              <a:t>Twitter </a:t>
            </a:r>
            <a:r>
              <a:rPr lang="ar-SA" u="sng" dirty="0">
                <a:solidFill>
                  <a:schemeClr val="tx1"/>
                </a:solidFill>
              </a:rPr>
              <a:t>في التعليم</a:t>
            </a:r>
            <a:endParaRPr lang="en-US" u="sng" dirty="0">
              <a:solidFill>
                <a:schemeClr val="tx1"/>
              </a:solidFill>
            </a:endParaRPr>
          </a:p>
        </p:txBody>
      </p:sp>
      <p:sp>
        <p:nvSpPr>
          <p:cNvPr id="17" name="TextBox 16"/>
          <p:cNvSpPr txBox="1"/>
          <p:nvPr/>
        </p:nvSpPr>
        <p:spPr>
          <a:xfrm>
            <a:off x="2360086" y="4418587"/>
            <a:ext cx="1948217" cy="984885"/>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smtClean="0">
                <a:solidFill>
                  <a:srgbClr val="237DB9"/>
                </a:solidFill>
                <a:latin typeface="Roboto Condensed"/>
                <a:cs typeface="Simplified Arabic" panose="02020603050405020304" pitchFamily="18" charset="-78"/>
              </a:rPr>
              <a:t>تويتر </a:t>
            </a:r>
            <a:r>
              <a:rPr lang="ar-SA" sz="3200" b="1" dirty="0">
                <a:solidFill>
                  <a:srgbClr val="237DB9"/>
                </a:solidFill>
                <a:latin typeface="Roboto Condensed"/>
                <a:cs typeface="Simplified Arabic" panose="02020603050405020304" pitchFamily="18" charset="-78"/>
              </a:rPr>
              <a:t>كأداة للعصف الذهني</a:t>
            </a:r>
            <a:endParaRPr lang="en-US" sz="3200" b="1" dirty="0">
              <a:solidFill>
                <a:srgbClr val="237DB9"/>
              </a:solidFill>
              <a:latin typeface="Roboto Condensed"/>
              <a:cs typeface="Simplified Arabic" panose="02020603050405020304" pitchFamily="18" charset="-78"/>
            </a:endParaRPr>
          </a:p>
        </p:txBody>
      </p:sp>
      <p:sp>
        <p:nvSpPr>
          <p:cNvPr id="20" name="TextBox 19"/>
          <p:cNvSpPr txBox="1"/>
          <p:nvPr/>
        </p:nvSpPr>
        <p:spPr>
          <a:xfrm>
            <a:off x="4881873" y="4664807"/>
            <a:ext cx="2428254" cy="492443"/>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smtClean="0">
                <a:solidFill>
                  <a:srgbClr val="15AA96"/>
                </a:solidFill>
                <a:latin typeface="Roboto Condensed"/>
                <a:cs typeface="Simplified Arabic" panose="02020603050405020304" pitchFamily="18" charset="-78"/>
              </a:rPr>
              <a:t>تويتر </a:t>
            </a:r>
            <a:r>
              <a:rPr lang="ar-SA" sz="3200" b="1" dirty="0">
                <a:solidFill>
                  <a:srgbClr val="15AA96"/>
                </a:solidFill>
                <a:latin typeface="Roboto Condensed"/>
                <a:cs typeface="Simplified Arabic" panose="02020603050405020304" pitchFamily="18" charset="-78"/>
              </a:rPr>
              <a:t>كأداة للتقويم</a:t>
            </a:r>
            <a:endParaRPr lang="en-US" sz="3200" b="1" dirty="0">
              <a:solidFill>
                <a:srgbClr val="15AA96"/>
              </a:solidFill>
              <a:latin typeface="Roboto Condensed"/>
              <a:cs typeface="Simplified Arabic" panose="02020603050405020304" pitchFamily="18" charset="-78"/>
            </a:endParaRPr>
          </a:p>
        </p:txBody>
      </p:sp>
      <p:sp>
        <p:nvSpPr>
          <p:cNvPr id="28" name="TextBox 27"/>
          <p:cNvSpPr txBox="1"/>
          <p:nvPr/>
        </p:nvSpPr>
        <p:spPr>
          <a:xfrm>
            <a:off x="7726264" y="4430738"/>
            <a:ext cx="2417196" cy="984885"/>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smtClean="0">
                <a:solidFill>
                  <a:srgbClr val="9BB955"/>
                </a:solidFill>
                <a:latin typeface="Roboto Condensed"/>
                <a:cs typeface="Simplified Arabic" panose="02020603050405020304" pitchFamily="18" charset="-78"/>
              </a:rPr>
              <a:t>تويتر </a:t>
            </a:r>
            <a:r>
              <a:rPr lang="ar-SA" sz="3200" b="1" dirty="0">
                <a:solidFill>
                  <a:srgbClr val="9BB955"/>
                </a:solidFill>
                <a:latin typeface="Roboto Condensed"/>
                <a:cs typeface="Simplified Arabic" panose="02020603050405020304" pitchFamily="18" charset="-78"/>
              </a:rPr>
              <a:t>كأداة لجمع ومشاركة المصادر</a:t>
            </a:r>
            <a:endParaRPr lang="en-US" sz="3200" b="1" dirty="0">
              <a:solidFill>
                <a:srgbClr val="9BB955"/>
              </a:solidFill>
              <a:latin typeface="Roboto Condensed"/>
              <a:cs typeface="Simplified Arabic" panose="02020603050405020304" pitchFamily="18" charset="-78"/>
            </a:endParaRPr>
          </a:p>
        </p:txBody>
      </p:sp>
      <p:pic>
        <p:nvPicPr>
          <p:cNvPr id="4" name="Picture Placeholder 3"/>
          <p:cNvPicPr>
            <a:picLocks noGrp="1" noChangeAspect="1"/>
          </p:cNvPicPr>
          <p:nvPr>
            <p:ph type="pic" sz="quarter" idx="18"/>
          </p:nvPr>
        </p:nvPicPr>
        <p:blipFill>
          <a:blip r:embed="rId3">
            <a:extLst>
              <a:ext uri="{28A0092B-C50C-407E-A947-70E740481C1C}">
                <a14:useLocalDpi xmlns:a14="http://schemas.microsoft.com/office/drawing/2010/main" val="0"/>
              </a:ext>
            </a:extLst>
          </a:blip>
          <a:srcRect/>
          <a:stretch>
            <a:fillRect/>
          </a:stretch>
        </p:blipFill>
        <p:spPr>
          <a:xfrm>
            <a:off x="5163582" y="2245411"/>
            <a:ext cx="1895355" cy="1894789"/>
          </a:xfrm>
        </p:spPr>
      </p:pic>
      <p:pic>
        <p:nvPicPr>
          <p:cNvPr id="5" name="Picture Placeholder 4"/>
          <p:cNvPicPr>
            <a:picLocks noGrp="1" noChangeAspect="1"/>
          </p:cNvPicPr>
          <p:nvPr>
            <p:ph type="pic" sz="quarter" idx="21"/>
          </p:nvPr>
        </p:nvPicPr>
        <p:blipFill>
          <a:blip r:embed="rId3">
            <a:extLst>
              <a:ext uri="{28A0092B-C50C-407E-A947-70E740481C1C}">
                <a14:useLocalDpi xmlns:a14="http://schemas.microsoft.com/office/drawing/2010/main" val="0"/>
              </a:ext>
            </a:extLst>
          </a:blip>
          <a:srcRect/>
          <a:stretch>
            <a:fillRect/>
          </a:stretch>
        </p:blipFill>
        <p:spPr>
          <a:xfrm>
            <a:off x="7838849" y="2245411"/>
            <a:ext cx="1895355" cy="1894789"/>
          </a:xfrm>
        </p:spPr>
      </p:pic>
      <p:pic>
        <p:nvPicPr>
          <p:cNvPr id="3" name="Picture Placeholder 2"/>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a:stretch>
            <a:fillRect/>
          </a:stretch>
        </p:blipFill>
        <p:spPr>
          <a:xfrm>
            <a:off x="2557379" y="2245411"/>
            <a:ext cx="1895355" cy="1894789"/>
          </a:xfrm>
        </p:spPr>
      </p:pic>
      <p:sp>
        <p:nvSpPr>
          <p:cNvPr id="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91908236"/>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anim calcmode="lin" valueType="num">
                                      <p:cBhvr>
                                        <p:cTn id="8" dur="500" fill="hold"/>
                                        <p:tgtEl>
                                          <p:spTgt spid="17"/>
                                        </p:tgtEl>
                                        <p:attrNameLst>
                                          <p:attrName>ppt_x</p:attrName>
                                        </p:attrNameLst>
                                      </p:cBhvr>
                                      <p:tavLst>
                                        <p:tav tm="0">
                                          <p:val>
                                            <p:strVal val="#ppt_x"/>
                                          </p:val>
                                        </p:tav>
                                        <p:tav tm="100000">
                                          <p:val>
                                            <p:strVal val="#ppt_x"/>
                                          </p:val>
                                        </p:tav>
                                      </p:tavLst>
                                    </p:anim>
                                    <p:anim calcmode="lin" valueType="num">
                                      <p:cBhvr>
                                        <p:cTn id="9" dur="500" fill="hold"/>
                                        <p:tgtEl>
                                          <p:spTgt spid="17"/>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fade">
                                      <p:cBhvr>
                                        <p:cTn id="12" dur="500"/>
                                        <p:tgtEl>
                                          <p:spTgt spid="20"/>
                                        </p:tgtEl>
                                      </p:cBhvr>
                                    </p:animEffect>
                                    <p:anim calcmode="lin" valueType="num">
                                      <p:cBhvr>
                                        <p:cTn id="13" dur="500" fill="hold"/>
                                        <p:tgtEl>
                                          <p:spTgt spid="20"/>
                                        </p:tgtEl>
                                        <p:attrNameLst>
                                          <p:attrName>ppt_x</p:attrName>
                                        </p:attrNameLst>
                                      </p:cBhvr>
                                      <p:tavLst>
                                        <p:tav tm="0">
                                          <p:val>
                                            <p:strVal val="#ppt_x"/>
                                          </p:val>
                                        </p:tav>
                                        <p:tav tm="100000">
                                          <p:val>
                                            <p:strVal val="#ppt_x"/>
                                          </p:val>
                                        </p:tav>
                                      </p:tavLst>
                                    </p:anim>
                                    <p:anim calcmode="lin" valueType="num">
                                      <p:cBhvr>
                                        <p:cTn id="14" dur="500" fill="hold"/>
                                        <p:tgtEl>
                                          <p:spTgt spid="20"/>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anim calcmode="lin" valueType="num">
                                      <p:cBhvr>
                                        <p:cTn id="18" dur="500" fill="hold"/>
                                        <p:tgtEl>
                                          <p:spTgt spid="28"/>
                                        </p:tgtEl>
                                        <p:attrNameLst>
                                          <p:attrName>ppt_x</p:attrName>
                                        </p:attrNameLst>
                                      </p:cBhvr>
                                      <p:tavLst>
                                        <p:tav tm="0">
                                          <p:val>
                                            <p:strVal val="#ppt_x"/>
                                          </p:val>
                                        </p:tav>
                                        <p:tav tm="100000">
                                          <p:val>
                                            <p:strVal val="#ppt_x"/>
                                          </p:val>
                                        </p:tav>
                                      </p:tavLst>
                                    </p:anim>
                                    <p:anim calcmode="lin" valueType="num">
                                      <p:cBhvr>
                                        <p:cTn id="19" dur="5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8" grpId="0"/>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Placeholder 5"/>
          <p:cNvPicPr>
            <a:picLocks noGrp="1" noChangeAspect="1"/>
          </p:cNvPicPr>
          <p:nvPr>
            <p:ph type="pic" sz="quarter" idx="15"/>
          </p:nvPr>
        </p:nvPicPr>
        <p:blipFill>
          <a:blip r:embed="rId2">
            <a:extLst>
              <a:ext uri="{28A0092B-C50C-407E-A947-70E740481C1C}">
                <a14:useLocalDpi xmlns:a14="http://schemas.microsoft.com/office/drawing/2010/main" val="0"/>
              </a:ext>
            </a:extLst>
          </a:blip>
          <a:srcRect t="24334" b="24334"/>
          <a:stretch>
            <a:fillRect/>
          </a:stretch>
        </p:blipFill>
        <p:spPr>
          <a:xfrm>
            <a:off x="1675020" y="2082612"/>
            <a:ext cx="7988300" cy="2721935"/>
          </a:xfrm>
        </p:spPr>
      </p:pic>
      <p:sp>
        <p:nvSpPr>
          <p:cNvPr id="23" name="Title 22"/>
          <p:cNvSpPr>
            <a:spLocks noGrp="1"/>
          </p:cNvSpPr>
          <p:nvPr>
            <p:ph type="title"/>
          </p:nvPr>
        </p:nvSpPr>
        <p:spPr>
          <a:xfrm>
            <a:off x="460022" y="856410"/>
            <a:ext cx="10922001" cy="913041"/>
          </a:xfrm>
        </p:spPr>
        <p:txBody>
          <a:bodyPr/>
          <a:lstStyle/>
          <a:p>
            <a:pPr rtl="1"/>
            <a:r>
              <a:rPr lang="ar-SA" u="sng" dirty="0" smtClean="0">
                <a:solidFill>
                  <a:schemeClr val="tx1"/>
                </a:solidFill>
                <a:latin typeface="Adobe Gothic Std B" panose="020B0800000000000000" pitchFamily="34" charset="-128"/>
                <a:ea typeface="Adobe Gothic Std B" panose="020B0800000000000000" pitchFamily="34" charset="-128"/>
              </a:rPr>
              <a:t>3-</a:t>
            </a:r>
            <a:r>
              <a:rPr lang="en-US" u="sng" dirty="0" smtClean="0">
                <a:solidFill>
                  <a:schemeClr val="tx1"/>
                </a:solidFill>
                <a:latin typeface="Adobe Gothic Std B" panose="020B0800000000000000" pitchFamily="34" charset="-128"/>
                <a:ea typeface="Adobe Gothic Std B" panose="020B0800000000000000" pitchFamily="34" charset="-128"/>
              </a:rPr>
              <a:t> </a:t>
            </a:r>
            <a:r>
              <a:rPr lang="ar-SA" u="sng" dirty="0">
                <a:solidFill>
                  <a:schemeClr val="tx1"/>
                </a:solidFill>
                <a:latin typeface="Adobe Gothic Std B" panose="020B0800000000000000" pitchFamily="34" charset="-128"/>
                <a:ea typeface="Adobe Gothic Std B" panose="020B0800000000000000" pitchFamily="34" charset="-128"/>
              </a:rPr>
              <a:t>	تحديات تواجه المدرس عند استخدام تويتر </a:t>
            </a:r>
            <a:r>
              <a:rPr lang="en-US" u="sng" dirty="0">
                <a:solidFill>
                  <a:schemeClr val="tx1"/>
                </a:solidFill>
                <a:latin typeface="Adobe Gothic Std B" panose="020B0800000000000000" pitchFamily="34" charset="-128"/>
                <a:ea typeface="Adobe Gothic Std B" panose="020B0800000000000000" pitchFamily="34" charset="-128"/>
              </a:rPr>
              <a:t>Twitter </a:t>
            </a:r>
            <a:r>
              <a:rPr lang="ar-SA" u="sng" dirty="0">
                <a:solidFill>
                  <a:schemeClr val="tx1"/>
                </a:solidFill>
                <a:latin typeface="Adobe Gothic Std B" panose="020B0800000000000000" pitchFamily="34" charset="-128"/>
                <a:ea typeface="Adobe Gothic Std B" panose="020B0800000000000000" pitchFamily="34" charset="-128"/>
              </a:rPr>
              <a:t>في التعليم</a:t>
            </a:r>
            <a:endParaRPr lang="en-US" u="sng" dirty="0">
              <a:solidFill>
                <a:schemeClr val="tx1"/>
              </a:solidFill>
              <a:latin typeface="Adobe Gothic Std B" panose="020B0800000000000000" pitchFamily="34" charset="-128"/>
              <a:ea typeface="Adobe Gothic Std B" panose="020B0800000000000000" pitchFamily="34" charset="-128"/>
            </a:endParaRPr>
          </a:p>
        </p:txBody>
      </p:sp>
      <p:sp>
        <p:nvSpPr>
          <p:cNvPr id="25" name="Sev01"/>
          <p:cNvSpPr/>
          <p:nvPr/>
        </p:nvSpPr>
        <p:spPr>
          <a:xfrm>
            <a:off x="2816779" y="4836952"/>
            <a:ext cx="1227381" cy="1227381"/>
          </a:xfrm>
          <a:prstGeom prst="ellipse">
            <a:avLst/>
          </a:prstGeom>
          <a:solidFill>
            <a:schemeClr val="accent1"/>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26" name="Sev02"/>
          <p:cNvSpPr/>
          <p:nvPr/>
        </p:nvSpPr>
        <p:spPr>
          <a:xfrm>
            <a:off x="4156816" y="4836952"/>
            <a:ext cx="1227381" cy="1227381"/>
          </a:xfrm>
          <a:prstGeom prst="ellipse">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8000" dirty="0">
              <a:solidFill>
                <a:srgbClr val="15AA96">
                  <a:lumMod val="50000"/>
                </a:srgbClr>
              </a:solidFill>
              <a:latin typeface="FontAwesome" pitchFamily="2" charset="0"/>
            </a:endParaRPr>
          </a:p>
        </p:txBody>
      </p:sp>
      <p:sp>
        <p:nvSpPr>
          <p:cNvPr id="27" name="Sev03"/>
          <p:cNvSpPr/>
          <p:nvPr/>
        </p:nvSpPr>
        <p:spPr>
          <a:xfrm>
            <a:off x="5497959" y="4836952"/>
            <a:ext cx="1227381" cy="1227381"/>
          </a:xfrm>
          <a:prstGeom prst="ellipse">
            <a:avLst/>
          </a:prstGeom>
          <a:solidFill>
            <a:schemeClr val="accent3"/>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cs typeface="+mj-cs"/>
            </a:endParaRPr>
          </a:p>
        </p:txBody>
      </p:sp>
      <p:sp>
        <p:nvSpPr>
          <p:cNvPr id="28" name="Sev04"/>
          <p:cNvSpPr/>
          <p:nvPr/>
        </p:nvSpPr>
        <p:spPr>
          <a:xfrm>
            <a:off x="6822710" y="4836952"/>
            <a:ext cx="1227381" cy="1227381"/>
          </a:xfrm>
          <a:prstGeom prst="ellipse">
            <a:avLst/>
          </a:prstGeom>
          <a:solidFill>
            <a:schemeClr val="accent4"/>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29" name="Freeform 52"/>
          <p:cNvSpPr>
            <a:spLocks noEditPoints="1"/>
          </p:cNvSpPr>
          <p:nvPr/>
        </p:nvSpPr>
        <p:spPr bwMode="auto">
          <a:xfrm>
            <a:off x="7201428" y="5197846"/>
            <a:ext cx="469945" cy="505595"/>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0" name="Freeform 42"/>
          <p:cNvSpPr>
            <a:spLocks noEditPoints="1"/>
          </p:cNvSpPr>
          <p:nvPr/>
        </p:nvSpPr>
        <p:spPr bwMode="auto">
          <a:xfrm>
            <a:off x="3174430" y="5230257"/>
            <a:ext cx="512079" cy="440777"/>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1" name="Freeform 178"/>
          <p:cNvSpPr>
            <a:spLocks noEditPoints="1"/>
          </p:cNvSpPr>
          <p:nvPr/>
        </p:nvSpPr>
        <p:spPr bwMode="auto">
          <a:xfrm>
            <a:off x="5855614" y="5257806"/>
            <a:ext cx="512076" cy="385679"/>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2" name="Freeform 86"/>
          <p:cNvSpPr>
            <a:spLocks noEditPoints="1"/>
          </p:cNvSpPr>
          <p:nvPr/>
        </p:nvSpPr>
        <p:spPr bwMode="auto">
          <a:xfrm>
            <a:off x="4595166" y="5155630"/>
            <a:ext cx="350681" cy="590031"/>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52485742"/>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animEffect transition="in" filter="fade">
                                      <p:cBhvr>
                                        <p:cTn id="9" dur="500"/>
                                        <p:tgtEl>
                                          <p:spTgt spid="25"/>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30"/>
                                        </p:tgtEl>
                                        <p:attrNameLst>
                                          <p:attrName>style.visibility</p:attrName>
                                        </p:attrNameLst>
                                      </p:cBhvr>
                                      <p:to>
                                        <p:strVal val="visible"/>
                                      </p:to>
                                    </p:set>
                                    <p:anim calcmode="lin" valueType="num">
                                      <p:cBhvr>
                                        <p:cTn id="13" dur="500" fill="hold"/>
                                        <p:tgtEl>
                                          <p:spTgt spid="30"/>
                                        </p:tgtEl>
                                        <p:attrNameLst>
                                          <p:attrName>ppt_w</p:attrName>
                                        </p:attrNameLst>
                                      </p:cBhvr>
                                      <p:tavLst>
                                        <p:tav tm="0">
                                          <p:val>
                                            <p:fltVal val="0"/>
                                          </p:val>
                                        </p:tav>
                                        <p:tav tm="100000">
                                          <p:val>
                                            <p:strVal val="#ppt_w"/>
                                          </p:val>
                                        </p:tav>
                                      </p:tavLst>
                                    </p:anim>
                                    <p:anim calcmode="lin" valueType="num">
                                      <p:cBhvr>
                                        <p:cTn id="14" dur="500" fill="hold"/>
                                        <p:tgtEl>
                                          <p:spTgt spid="30"/>
                                        </p:tgtEl>
                                        <p:attrNameLst>
                                          <p:attrName>ppt_h</p:attrName>
                                        </p:attrNameLst>
                                      </p:cBhvr>
                                      <p:tavLst>
                                        <p:tav tm="0">
                                          <p:val>
                                            <p:fltVal val="0"/>
                                          </p:val>
                                        </p:tav>
                                        <p:tav tm="100000">
                                          <p:val>
                                            <p:strVal val="#ppt_h"/>
                                          </p:val>
                                        </p:tav>
                                      </p:tavLst>
                                    </p:anim>
                                    <p:animEffect transition="in" filter="fade">
                                      <p:cBhvr>
                                        <p:cTn id="15" dur="500"/>
                                        <p:tgtEl>
                                          <p:spTgt spid="30"/>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p:cTn id="19" dur="500" fill="hold"/>
                                        <p:tgtEl>
                                          <p:spTgt spid="26"/>
                                        </p:tgtEl>
                                        <p:attrNameLst>
                                          <p:attrName>ppt_w</p:attrName>
                                        </p:attrNameLst>
                                      </p:cBhvr>
                                      <p:tavLst>
                                        <p:tav tm="0">
                                          <p:val>
                                            <p:fltVal val="0"/>
                                          </p:val>
                                        </p:tav>
                                        <p:tav tm="100000">
                                          <p:val>
                                            <p:strVal val="#ppt_w"/>
                                          </p:val>
                                        </p:tav>
                                      </p:tavLst>
                                    </p:anim>
                                    <p:anim calcmode="lin" valueType="num">
                                      <p:cBhvr>
                                        <p:cTn id="20" dur="500" fill="hold"/>
                                        <p:tgtEl>
                                          <p:spTgt spid="26"/>
                                        </p:tgtEl>
                                        <p:attrNameLst>
                                          <p:attrName>ppt_h</p:attrName>
                                        </p:attrNameLst>
                                      </p:cBhvr>
                                      <p:tavLst>
                                        <p:tav tm="0">
                                          <p:val>
                                            <p:fltVal val="0"/>
                                          </p:val>
                                        </p:tav>
                                        <p:tav tm="100000">
                                          <p:val>
                                            <p:strVal val="#ppt_h"/>
                                          </p:val>
                                        </p:tav>
                                      </p:tavLst>
                                    </p:anim>
                                    <p:animEffect transition="in" filter="fade">
                                      <p:cBhvr>
                                        <p:cTn id="21" dur="500"/>
                                        <p:tgtEl>
                                          <p:spTgt spid="26"/>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32"/>
                                        </p:tgtEl>
                                        <p:attrNameLst>
                                          <p:attrName>style.visibility</p:attrName>
                                        </p:attrNameLst>
                                      </p:cBhvr>
                                      <p:to>
                                        <p:strVal val="visible"/>
                                      </p:to>
                                    </p:set>
                                    <p:anim calcmode="lin" valueType="num">
                                      <p:cBhvr>
                                        <p:cTn id="25" dur="500" fill="hold"/>
                                        <p:tgtEl>
                                          <p:spTgt spid="32"/>
                                        </p:tgtEl>
                                        <p:attrNameLst>
                                          <p:attrName>ppt_w</p:attrName>
                                        </p:attrNameLst>
                                      </p:cBhvr>
                                      <p:tavLst>
                                        <p:tav tm="0">
                                          <p:val>
                                            <p:fltVal val="0"/>
                                          </p:val>
                                        </p:tav>
                                        <p:tav tm="100000">
                                          <p:val>
                                            <p:strVal val="#ppt_w"/>
                                          </p:val>
                                        </p:tav>
                                      </p:tavLst>
                                    </p:anim>
                                    <p:anim calcmode="lin" valueType="num">
                                      <p:cBhvr>
                                        <p:cTn id="26" dur="500" fill="hold"/>
                                        <p:tgtEl>
                                          <p:spTgt spid="32"/>
                                        </p:tgtEl>
                                        <p:attrNameLst>
                                          <p:attrName>ppt_h</p:attrName>
                                        </p:attrNameLst>
                                      </p:cBhvr>
                                      <p:tavLst>
                                        <p:tav tm="0">
                                          <p:val>
                                            <p:fltVal val="0"/>
                                          </p:val>
                                        </p:tav>
                                        <p:tav tm="100000">
                                          <p:val>
                                            <p:strVal val="#ppt_h"/>
                                          </p:val>
                                        </p:tav>
                                      </p:tavLst>
                                    </p:anim>
                                    <p:animEffect transition="in" filter="fade">
                                      <p:cBhvr>
                                        <p:cTn id="27" dur="500"/>
                                        <p:tgtEl>
                                          <p:spTgt spid="32"/>
                                        </p:tgtEl>
                                      </p:cBhvr>
                                    </p:animEffect>
                                  </p:childTnLst>
                                </p:cTn>
                              </p:par>
                            </p:childTnLst>
                          </p:cTn>
                        </p:par>
                        <p:par>
                          <p:cTn id="28" fill="hold">
                            <p:stCondLst>
                              <p:cond delay="2000"/>
                            </p:stCondLst>
                            <p:childTnLst>
                              <p:par>
                                <p:cTn id="29" presetID="53" presetClass="entr" presetSubtype="0" fill="hold" grpId="0" nodeType="afterEffect">
                                  <p:stCondLst>
                                    <p:cond delay="0"/>
                                  </p:stCondLst>
                                  <p:childTnLst>
                                    <p:set>
                                      <p:cBhvr>
                                        <p:cTn id="30" dur="1" fill="hold">
                                          <p:stCondLst>
                                            <p:cond delay="0"/>
                                          </p:stCondLst>
                                        </p:cTn>
                                        <p:tgtEl>
                                          <p:spTgt spid="27"/>
                                        </p:tgtEl>
                                        <p:attrNameLst>
                                          <p:attrName>style.visibility</p:attrName>
                                        </p:attrNameLst>
                                      </p:cBhvr>
                                      <p:to>
                                        <p:strVal val="visible"/>
                                      </p:to>
                                    </p:set>
                                    <p:anim calcmode="lin" valueType="num">
                                      <p:cBhvr>
                                        <p:cTn id="31" dur="500" fill="hold"/>
                                        <p:tgtEl>
                                          <p:spTgt spid="27"/>
                                        </p:tgtEl>
                                        <p:attrNameLst>
                                          <p:attrName>ppt_w</p:attrName>
                                        </p:attrNameLst>
                                      </p:cBhvr>
                                      <p:tavLst>
                                        <p:tav tm="0">
                                          <p:val>
                                            <p:fltVal val="0"/>
                                          </p:val>
                                        </p:tav>
                                        <p:tav tm="100000">
                                          <p:val>
                                            <p:strVal val="#ppt_w"/>
                                          </p:val>
                                        </p:tav>
                                      </p:tavLst>
                                    </p:anim>
                                    <p:anim calcmode="lin" valueType="num">
                                      <p:cBhvr>
                                        <p:cTn id="32" dur="500" fill="hold"/>
                                        <p:tgtEl>
                                          <p:spTgt spid="27"/>
                                        </p:tgtEl>
                                        <p:attrNameLst>
                                          <p:attrName>ppt_h</p:attrName>
                                        </p:attrNameLst>
                                      </p:cBhvr>
                                      <p:tavLst>
                                        <p:tav tm="0">
                                          <p:val>
                                            <p:fltVal val="0"/>
                                          </p:val>
                                        </p:tav>
                                        <p:tav tm="100000">
                                          <p:val>
                                            <p:strVal val="#ppt_h"/>
                                          </p:val>
                                        </p:tav>
                                      </p:tavLst>
                                    </p:anim>
                                    <p:animEffect transition="in" filter="fade">
                                      <p:cBhvr>
                                        <p:cTn id="33" dur="500"/>
                                        <p:tgtEl>
                                          <p:spTgt spid="27"/>
                                        </p:tgtEl>
                                      </p:cBhvr>
                                    </p:animEffect>
                                  </p:childTnLst>
                                </p:cTn>
                              </p:par>
                            </p:childTnLst>
                          </p:cTn>
                        </p:par>
                        <p:par>
                          <p:cTn id="34" fill="hold">
                            <p:stCondLst>
                              <p:cond delay="2500"/>
                            </p:stCondLst>
                            <p:childTnLst>
                              <p:par>
                                <p:cTn id="35" presetID="53" presetClass="entr" presetSubtype="0" fill="hold" grpId="0" nodeType="afterEffect">
                                  <p:stCondLst>
                                    <p:cond delay="0"/>
                                  </p:stCondLst>
                                  <p:childTnLst>
                                    <p:set>
                                      <p:cBhvr>
                                        <p:cTn id="36" dur="1" fill="hold">
                                          <p:stCondLst>
                                            <p:cond delay="0"/>
                                          </p:stCondLst>
                                        </p:cTn>
                                        <p:tgtEl>
                                          <p:spTgt spid="31"/>
                                        </p:tgtEl>
                                        <p:attrNameLst>
                                          <p:attrName>style.visibility</p:attrName>
                                        </p:attrNameLst>
                                      </p:cBhvr>
                                      <p:to>
                                        <p:strVal val="visible"/>
                                      </p:to>
                                    </p:set>
                                    <p:anim calcmode="lin" valueType="num">
                                      <p:cBhvr>
                                        <p:cTn id="37" dur="500" fill="hold"/>
                                        <p:tgtEl>
                                          <p:spTgt spid="31"/>
                                        </p:tgtEl>
                                        <p:attrNameLst>
                                          <p:attrName>ppt_w</p:attrName>
                                        </p:attrNameLst>
                                      </p:cBhvr>
                                      <p:tavLst>
                                        <p:tav tm="0">
                                          <p:val>
                                            <p:fltVal val="0"/>
                                          </p:val>
                                        </p:tav>
                                        <p:tav tm="100000">
                                          <p:val>
                                            <p:strVal val="#ppt_w"/>
                                          </p:val>
                                        </p:tav>
                                      </p:tavLst>
                                    </p:anim>
                                    <p:anim calcmode="lin" valueType="num">
                                      <p:cBhvr>
                                        <p:cTn id="38" dur="500" fill="hold"/>
                                        <p:tgtEl>
                                          <p:spTgt spid="31"/>
                                        </p:tgtEl>
                                        <p:attrNameLst>
                                          <p:attrName>ppt_h</p:attrName>
                                        </p:attrNameLst>
                                      </p:cBhvr>
                                      <p:tavLst>
                                        <p:tav tm="0">
                                          <p:val>
                                            <p:fltVal val="0"/>
                                          </p:val>
                                        </p:tav>
                                        <p:tav tm="100000">
                                          <p:val>
                                            <p:strVal val="#ppt_h"/>
                                          </p:val>
                                        </p:tav>
                                      </p:tavLst>
                                    </p:anim>
                                    <p:animEffect transition="in" filter="fade">
                                      <p:cBhvr>
                                        <p:cTn id="39" dur="500"/>
                                        <p:tgtEl>
                                          <p:spTgt spid="31"/>
                                        </p:tgtEl>
                                      </p:cBhvr>
                                    </p:animEffect>
                                  </p:childTnLst>
                                </p:cTn>
                              </p:par>
                            </p:childTnLst>
                          </p:cTn>
                        </p:par>
                        <p:par>
                          <p:cTn id="40" fill="hold">
                            <p:stCondLst>
                              <p:cond delay="3000"/>
                            </p:stCondLst>
                            <p:childTnLst>
                              <p:par>
                                <p:cTn id="41" presetID="53" presetClass="entr" presetSubtype="0" fill="hold" grpId="0" nodeType="afterEffect">
                                  <p:stCondLst>
                                    <p:cond delay="0"/>
                                  </p:stCondLst>
                                  <p:childTnLst>
                                    <p:set>
                                      <p:cBhvr>
                                        <p:cTn id="42" dur="1" fill="hold">
                                          <p:stCondLst>
                                            <p:cond delay="0"/>
                                          </p:stCondLst>
                                        </p:cTn>
                                        <p:tgtEl>
                                          <p:spTgt spid="28"/>
                                        </p:tgtEl>
                                        <p:attrNameLst>
                                          <p:attrName>style.visibility</p:attrName>
                                        </p:attrNameLst>
                                      </p:cBhvr>
                                      <p:to>
                                        <p:strVal val="visible"/>
                                      </p:to>
                                    </p:set>
                                    <p:anim calcmode="lin" valueType="num">
                                      <p:cBhvr>
                                        <p:cTn id="43" dur="500" fill="hold"/>
                                        <p:tgtEl>
                                          <p:spTgt spid="28"/>
                                        </p:tgtEl>
                                        <p:attrNameLst>
                                          <p:attrName>ppt_w</p:attrName>
                                        </p:attrNameLst>
                                      </p:cBhvr>
                                      <p:tavLst>
                                        <p:tav tm="0">
                                          <p:val>
                                            <p:fltVal val="0"/>
                                          </p:val>
                                        </p:tav>
                                        <p:tav tm="100000">
                                          <p:val>
                                            <p:strVal val="#ppt_w"/>
                                          </p:val>
                                        </p:tav>
                                      </p:tavLst>
                                    </p:anim>
                                    <p:anim calcmode="lin" valueType="num">
                                      <p:cBhvr>
                                        <p:cTn id="44" dur="500" fill="hold"/>
                                        <p:tgtEl>
                                          <p:spTgt spid="28"/>
                                        </p:tgtEl>
                                        <p:attrNameLst>
                                          <p:attrName>ppt_h</p:attrName>
                                        </p:attrNameLst>
                                      </p:cBhvr>
                                      <p:tavLst>
                                        <p:tav tm="0">
                                          <p:val>
                                            <p:fltVal val="0"/>
                                          </p:val>
                                        </p:tav>
                                        <p:tav tm="100000">
                                          <p:val>
                                            <p:strVal val="#ppt_h"/>
                                          </p:val>
                                        </p:tav>
                                      </p:tavLst>
                                    </p:anim>
                                    <p:animEffect transition="in" filter="fade">
                                      <p:cBhvr>
                                        <p:cTn id="45" dur="500"/>
                                        <p:tgtEl>
                                          <p:spTgt spid="28"/>
                                        </p:tgtEl>
                                      </p:cBhvr>
                                    </p:animEffect>
                                  </p:childTnLst>
                                </p:cTn>
                              </p:par>
                            </p:childTnLst>
                          </p:cTn>
                        </p:par>
                        <p:par>
                          <p:cTn id="46" fill="hold">
                            <p:stCondLst>
                              <p:cond delay="3500"/>
                            </p:stCondLst>
                            <p:childTnLst>
                              <p:par>
                                <p:cTn id="47" presetID="53" presetClass="entr" presetSubtype="0" fill="hold" grpId="0" nodeType="afterEffect">
                                  <p:stCondLst>
                                    <p:cond delay="0"/>
                                  </p:stCondLst>
                                  <p:childTnLst>
                                    <p:set>
                                      <p:cBhvr>
                                        <p:cTn id="48" dur="1" fill="hold">
                                          <p:stCondLst>
                                            <p:cond delay="0"/>
                                          </p:stCondLst>
                                        </p:cTn>
                                        <p:tgtEl>
                                          <p:spTgt spid="29"/>
                                        </p:tgtEl>
                                        <p:attrNameLst>
                                          <p:attrName>style.visibility</p:attrName>
                                        </p:attrNameLst>
                                      </p:cBhvr>
                                      <p:to>
                                        <p:strVal val="visible"/>
                                      </p:to>
                                    </p:set>
                                    <p:anim calcmode="lin" valueType="num">
                                      <p:cBhvr>
                                        <p:cTn id="49" dur="500" fill="hold"/>
                                        <p:tgtEl>
                                          <p:spTgt spid="29"/>
                                        </p:tgtEl>
                                        <p:attrNameLst>
                                          <p:attrName>ppt_w</p:attrName>
                                        </p:attrNameLst>
                                      </p:cBhvr>
                                      <p:tavLst>
                                        <p:tav tm="0">
                                          <p:val>
                                            <p:fltVal val="0"/>
                                          </p:val>
                                        </p:tav>
                                        <p:tav tm="100000">
                                          <p:val>
                                            <p:strVal val="#ppt_w"/>
                                          </p:val>
                                        </p:tav>
                                      </p:tavLst>
                                    </p:anim>
                                    <p:anim calcmode="lin" valueType="num">
                                      <p:cBhvr>
                                        <p:cTn id="50" dur="500" fill="hold"/>
                                        <p:tgtEl>
                                          <p:spTgt spid="29"/>
                                        </p:tgtEl>
                                        <p:attrNameLst>
                                          <p:attrName>ppt_h</p:attrName>
                                        </p:attrNameLst>
                                      </p:cBhvr>
                                      <p:tavLst>
                                        <p:tav tm="0">
                                          <p:val>
                                            <p:fltVal val="0"/>
                                          </p:val>
                                        </p:tav>
                                        <p:tav tm="100000">
                                          <p:val>
                                            <p:strVal val="#ppt_h"/>
                                          </p:val>
                                        </p:tav>
                                      </p:tavLst>
                                    </p:anim>
                                    <p:animEffect transition="in" filter="fade">
                                      <p:cBhvr>
                                        <p:cTn id="51"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P spid="28" grpId="0" animBg="1"/>
      <p:bldP spid="29" grpId="0" animBg="1"/>
      <p:bldP spid="30" grpId="0" animBg="1"/>
      <p:bldP spid="31" grpId="0" animBg="1"/>
      <p:bldP spid="32" grpId="0" animBg="1"/>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270000" y="685684"/>
            <a:ext cx="9652000" cy="739042"/>
          </a:xfrm>
        </p:spPr>
        <p:txBody>
          <a:bodyPr/>
          <a:lstStyle/>
          <a:p>
            <a:pPr rtl="1"/>
            <a:r>
              <a:rPr lang="ar-SA" u="sng" dirty="0">
                <a:solidFill>
                  <a:schemeClr val="tx1"/>
                </a:solidFill>
              </a:rPr>
              <a:t>4-	نقاط الضعف في استخدام تويتر التعليمية</a:t>
            </a:r>
            <a:endParaRPr lang="en-US" u="sng" dirty="0">
              <a:solidFill>
                <a:schemeClr val="tx1"/>
              </a:solidFill>
            </a:endParaRPr>
          </a:p>
        </p:txBody>
      </p:sp>
      <p:sp>
        <p:nvSpPr>
          <p:cNvPr id="7" name="TextBox 6"/>
          <p:cNvSpPr txBox="1"/>
          <p:nvPr/>
        </p:nvSpPr>
        <p:spPr>
          <a:xfrm>
            <a:off x="386016" y="2102143"/>
            <a:ext cx="4105712" cy="1477328"/>
          </a:xfrm>
          <a:prstGeom prst="rect">
            <a:avLst/>
          </a:prstGeom>
          <a:noFill/>
        </p:spPr>
        <p:txBody>
          <a:bodyPr wrap="square" lIns="0" tIns="0" rIns="0" bIns="0" rtlCol="0" anchor="ctr">
            <a:spAutoFit/>
          </a:bodyPr>
          <a:lstStyle/>
          <a:p>
            <a:pPr defTabSz="1375467" rtl="1" fontAlgn="auto">
              <a:spcBef>
                <a:spcPts val="0"/>
              </a:spcBef>
              <a:spcAft>
                <a:spcPts val="0"/>
              </a:spcAft>
            </a:pPr>
            <a:r>
              <a:rPr lang="ar-SA" sz="3200" b="1" dirty="0" smtClean="0">
                <a:solidFill>
                  <a:srgbClr val="237DB9"/>
                </a:solidFill>
                <a:latin typeface="Roboto Condensed"/>
                <a:cs typeface="Simplified Arabic" panose="02020603050405020304" pitchFamily="18" charset="-78"/>
              </a:rPr>
              <a:t>إن </a:t>
            </a:r>
            <a:r>
              <a:rPr lang="ar-SA" sz="3200" b="1" dirty="0">
                <a:solidFill>
                  <a:srgbClr val="237DB9"/>
                </a:solidFill>
                <a:latin typeface="Roboto Condensed"/>
                <a:cs typeface="Simplified Arabic" panose="02020603050405020304" pitchFamily="18" charset="-78"/>
              </a:rPr>
              <a:t>المناقشات الكثيرة في بعض الأحيان تسبب تشتتاً لبعض الطلاب.</a:t>
            </a:r>
            <a:endParaRPr lang="en-US" sz="3200" b="1" dirty="0">
              <a:solidFill>
                <a:srgbClr val="237DB9"/>
              </a:solidFill>
              <a:latin typeface="Roboto Condensed"/>
              <a:cs typeface="Simplified Arabic" panose="02020603050405020304" pitchFamily="18" charset="-78"/>
            </a:endParaRPr>
          </a:p>
        </p:txBody>
      </p:sp>
      <p:sp>
        <p:nvSpPr>
          <p:cNvPr id="25" name="Oval 24"/>
          <p:cNvSpPr/>
          <p:nvPr/>
        </p:nvSpPr>
        <p:spPr>
          <a:xfrm>
            <a:off x="4617779" y="2129122"/>
            <a:ext cx="965063" cy="93743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3733" b="1" dirty="0">
              <a:solidFill>
                <a:srgbClr val="237DB9">
                  <a:lumMod val="50000"/>
                </a:srgbClr>
              </a:solidFill>
              <a:latin typeface="FontAwesome" pitchFamily="2" charset="0"/>
            </a:endParaRPr>
          </a:p>
        </p:txBody>
      </p:sp>
      <p:sp>
        <p:nvSpPr>
          <p:cNvPr id="34" name="TextBox 33"/>
          <p:cNvSpPr txBox="1"/>
          <p:nvPr/>
        </p:nvSpPr>
        <p:spPr>
          <a:xfrm>
            <a:off x="1105786" y="4566938"/>
            <a:ext cx="3068663" cy="1477328"/>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a:solidFill>
                  <a:srgbClr val="9BB955"/>
                </a:solidFill>
                <a:latin typeface="Roboto Condensed"/>
                <a:cs typeface="Simplified Arabic" panose="02020603050405020304" pitchFamily="18" charset="-78"/>
              </a:rPr>
              <a:t>سوء الفهم أحياناً بسبب عد المواجهة وجهاً لوجه</a:t>
            </a:r>
            <a:endParaRPr lang="en-US" sz="3200" b="1" dirty="0">
              <a:solidFill>
                <a:srgbClr val="9BB955"/>
              </a:solidFill>
              <a:latin typeface="Roboto Condensed"/>
              <a:cs typeface="Simplified Arabic" panose="02020603050405020304" pitchFamily="18" charset="-78"/>
            </a:endParaRPr>
          </a:p>
        </p:txBody>
      </p:sp>
      <p:sp>
        <p:nvSpPr>
          <p:cNvPr id="36" name="Oval 35"/>
          <p:cNvSpPr/>
          <p:nvPr/>
        </p:nvSpPr>
        <p:spPr>
          <a:xfrm>
            <a:off x="4617779" y="4815537"/>
            <a:ext cx="965063" cy="9374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4267" dirty="0">
              <a:solidFill>
                <a:srgbClr val="BE382C">
                  <a:lumMod val="50000"/>
                </a:srgbClr>
              </a:solidFill>
            </a:endParaRPr>
          </a:p>
        </p:txBody>
      </p:sp>
      <p:sp>
        <p:nvSpPr>
          <p:cNvPr id="61" name="TextBox 60"/>
          <p:cNvSpPr txBox="1"/>
          <p:nvPr/>
        </p:nvSpPr>
        <p:spPr>
          <a:xfrm>
            <a:off x="7521919" y="3471374"/>
            <a:ext cx="3645343" cy="984885"/>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a:solidFill>
                  <a:srgbClr val="BE382C"/>
                </a:solidFill>
                <a:latin typeface="Roboto Condensed"/>
                <a:cs typeface="Simplified Arabic" panose="02020603050405020304" pitchFamily="18" charset="-78"/>
              </a:rPr>
              <a:t>إن المناقشات المتعمقة قد تستغرق وقتاً طويلاً</a:t>
            </a:r>
            <a:endParaRPr lang="en-US" sz="3200" b="1" dirty="0">
              <a:solidFill>
                <a:srgbClr val="BE382C"/>
              </a:solidFill>
              <a:latin typeface="Roboto Condensed"/>
              <a:cs typeface="Simplified Arabic" panose="02020603050405020304" pitchFamily="18" charset="-78"/>
            </a:endParaRPr>
          </a:p>
        </p:txBody>
      </p:sp>
      <p:sp>
        <p:nvSpPr>
          <p:cNvPr id="63" name="Oval 62"/>
          <p:cNvSpPr/>
          <p:nvPr/>
        </p:nvSpPr>
        <p:spPr>
          <a:xfrm>
            <a:off x="6556858" y="3471374"/>
            <a:ext cx="965063" cy="93743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3733" dirty="0">
              <a:solidFill>
                <a:srgbClr val="F19B14">
                  <a:lumMod val="50000"/>
                </a:srgbClr>
              </a:solidFill>
              <a:latin typeface="FontAwesome" pitchFamily="2" charset="0"/>
            </a:endParaRPr>
          </a:p>
        </p:txBody>
      </p:sp>
      <p:cxnSp>
        <p:nvCxnSpPr>
          <p:cNvPr id="68" name="Straight Connector 67"/>
          <p:cNvCxnSpPr/>
          <p:nvPr/>
        </p:nvCxnSpPr>
        <p:spPr>
          <a:xfrm flipV="1">
            <a:off x="6096000" y="2062147"/>
            <a:ext cx="0" cy="3661543"/>
          </a:xfrm>
          <a:prstGeom prst="line">
            <a:avLst/>
          </a:prstGeom>
          <a:ln w="19050">
            <a:solidFill>
              <a:schemeClr val="bg1">
                <a:lumMod val="7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sp>
        <p:nvSpPr>
          <p:cNvPr id="42" name="Freeform 56"/>
          <p:cNvSpPr>
            <a:spLocks noEditPoints="1"/>
          </p:cNvSpPr>
          <p:nvPr/>
        </p:nvSpPr>
        <p:spPr bwMode="auto">
          <a:xfrm>
            <a:off x="6808960" y="3709664"/>
            <a:ext cx="460857" cy="460857"/>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3" name="Freeform 5"/>
          <p:cNvSpPr>
            <a:spLocks noEditPoints="1"/>
          </p:cNvSpPr>
          <p:nvPr/>
        </p:nvSpPr>
        <p:spPr bwMode="auto">
          <a:xfrm>
            <a:off x="4853394" y="2350922"/>
            <a:ext cx="493828" cy="493828"/>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4" name="Freeform 245"/>
          <p:cNvSpPr>
            <a:spLocks/>
          </p:cNvSpPr>
          <p:nvPr/>
        </p:nvSpPr>
        <p:spPr bwMode="auto">
          <a:xfrm>
            <a:off x="4879235" y="3719015"/>
            <a:ext cx="442149" cy="442149"/>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5" name="Freeform 44"/>
          <p:cNvSpPr>
            <a:spLocks noEditPoints="1"/>
          </p:cNvSpPr>
          <p:nvPr/>
        </p:nvSpPr>
        <p:spPr bwMode="auto">
          <a:xfrm>
            <a:off x="4902548" y="4995338"/>
            <a:ext cx="395520" cy="577833"/>
          </a:xfrm>
          <a:custGeom>
            <a:avLst/>
            <a:gdLst/>
            <a:ahLst/>
            <a:cxnLst>
              <a:cxn ang="0">
                <a:pos x="35" y="0"/>
              </a:cxn>
              <a:cxn ang="0">
                <a:pos x="0" y="35"/>
              </a:cxn>
              <a:cxn ang="0">
                <a:pos x="16" y="74"/>
              </a:cxn>
              <a:cxn ang="0">
                <a:pos x="35" y="102"/>
              </a:cxn>
              <a:cxn ang="0">
                <a:pos x="54" y="74"/>
              </a:cxn>
              <a:cxn ang="0">
                <a:pos x="70" y="35"/>
              </a:cxn>
              <a:cxn ang="0">
                <a:pos x="35" y="0"/>
              </a:cxn>
              <a:cxn ang="0">
                <a:pos x="43" y="87"/>
              </a:cxn>
              <a:cxn ang="0">
                <a:pos x="27" y="89"/>
              </a:cxn>
              <a:cxn ang="0">
                <a:pos x="26" y="83"/>
              </a:cxn>
              <a:cxn ang="0">
                <a:pos x="26" y="83"/>
              </a:cxn>
              <a:cxn ang="0">
                <a:pos x="45" y="80"/>
              </a:cxn>
              <a:cxn ang="0">
                <a:pos x="44" y="83"/>
              </a:cxn>
              <a:cxn ang="0">
                <a:pos x="43" y="87"/>
              </a:cxn>
              <a:cxn ang="0">
                <a:pos x="25" y="79"/>
              </a:cxn>
              <a:cxn ang="0">
                <a:pos x="23" y="73"/>
              </a:cxn>
              <a:cxn ang="0">
                <a:pos x="47" y="73"/>
              </a:cxn>
              <a:cxn ang="0">
                <a:pos x="46" y="77"/>
              </a:cxn>
              <a:cxn ang="0">
                <a:pos x="25" y="79"/>
              </a:cxn>
              <a:cxn ang="0">
                <a:pos x="35" y="96"/>
              </a:cxn>
              <a:cxn ang="0">
                <a:pos x="29" y="92"/>
              </a:cxn>
              <a:cxn ang="0">
                <a:pos x="42" y="90"/>
              </a:cxn>
              <a:cxn ang="0">
                <a:pos x="35" y="96"/>
              </a:cxn>
              <a:cxn ang="0">
                <a:pos x="50" y="67"/>
              </a:cxn>
              <a:cxn ang="0">
                <a:pos x="20" y="67"/>
              </a:cxn>
              <a:cxn ang="0">
                <a:pos x="15" y="57"/>
              </a:cxn>
              <a:cxn ang="0">
                <a:pos x="6" y="35"/>
              </a:cxn>
              <a:cxn ang="0">
                <a:pos x="35" y="6"/>
              </a:cxn>
              <a:cxn ang="0">
                <a:pos x="64" y="35"/>
              </a:cxn>
              <a:cxn ang="0">
                <a:pos x="55" y="57"/>
              </a:cxn>
              <a:cxn ang="0">
                <a:pos x="50" y="67"/>
              </a:cxn>
              <a:cxn ang="0">
                <a:pos x="50" y="67"/>
              </a:cxn>
              <a:cxn ang="0">
                <a:pos x="50" y="67"/>
              </a:cxn>
            </a:cxnLst>
            <a:rect l="0" t="0" r="r" b="b"/>
            <a:pathLst>
              <a:path w="70" h="102">
                <a:moveTo>
                  <a:pt x="35" y="0"/>
                </a:moveTo>
                <a:cubicBezTo>
                  <a:pt x="16" y="0"/>
                  <a:pt x="0" y="16"/>
                  <a:pt x="0" y="35"/>
                </a:cubicBezTo>
                <a:cubicBezTo>
                  <a:pt x="0" y="48"/>
                  <a:pt x="12" y="62"/>
                  <a:pt x="16" y="74"/>
                </a:cubicBezTo>
                <a:cubicBezTo>
                  <a:pt x="22" y="91"/>
                  <a:pt x="22" y="102"/>
                  <a:pt x="35" y="102"/>
                </a:cubicBezTo>
                <a:cubicBezTo>
                  <a:pt x="49" y="102"/>
                  <a:pt x="48" y="92"/>
                  <a:pt x="54" y="74"/>
                </a:cubicBezTo>
                <a:cubicBezTo>
                  <a:pt x="58" y="62"/>
                  <a:pt x="70" y="48"/>
                  <a:pt x="70" y="35"/>
                </a:cubicBezTo>
                <a:cubicBezTo>
                  <a:pt x="70" y="16"/>
                  <a:pt x="54" y="0"/>
                  <a:pt x="35" y="0"/>
                </a:cubicBezTo>
                <a:close/>
                <a:moveTo>
                  <a:pt x="43" y="87"/>
                </a:moveTo>
                <a:cubicBezTo>
                  <a:pt x="27" y="89"/>
                  <a:pt x="27" y="89"/>
                  <a:pt x="27" y="89"/>
                </a:cubicBezTo>
                <a:cubicBezTo>
                  <a:pt x="27" y="87"/>
                  <a:pt x="26" y="85"/>
                  <a:pt x="26" y="83"/>
                </a:cubicBezTo>
                <a:cubicBezTo>
                  <a:pt x="26" y="83"/>
                  <a:pt x="26" y="83"/>
                  <a:pt x="26" y="83"/>
                </a:cubicBezTo>
                <a:cubicBezTo>
                  <a:pt x="45" y="80"/>
                  <a:pt x="45" y="80"/>
                  <a:pt x="45" y="80"/>
                </a:cubicBezTo>
                <a:cubicBezTo>
                  <a:pt x="45" y="81"/>
                  <a:pt x="45" y="82"/>
                  <a:pt x="44" y="83"/>
                </a:cubicBezTo>
                <a:cubicBezTo>
                  <a:pt x="44" y="84"/>
                  <a:pt x="44" y="86"/>
                  <a:pt x="43" y="87"/>
                </a:cubicBezTo>
                <a:close/>
                <a:moveTo>
                  <a:pt x="25" y="79"/>
                </a:moveTo>
                <a:cubicBezTo>
                  <a:pt x="24" y="78"/>
                  <a:pt x="23" y="76"/>
                  <a:pt x="23" y="73"/>
                </a:cubicBezTo>
                <a:cubicBezTo>
                  <a:pt x="47" y="73"/>
                  <a:pt x="47" y="73"/>
                  <a:pt x="47" y="73"/>
                </a:cubicBezTo>
                <a:cubicBezTo>
                  <a:pt x="47" y="75"/>
                  <a:pt x="47" y="76"/>
                  <a:pt x="46" y="77"/>
                </a:cubicBezTo>
                <a:lnTo>
                  <a:pt x="25" y="79"/>
                </a:lnTo>
                <a:close/>
                <a:moveTo>
                  <a:pt x="35" y="96"/>
                </a:moveTo>
                <a:cubicBezTo>
                  <a:pt x="32" y="96"/>
                  <a:pt x="30" y="95"/>
                  <a:pt x="29" y="92"/>
                </a:cubicBezTo>
                <a:cubicBezTo>
                  <a:pt x="42" y="90"/>
                  <a:pt x="42" y="90"/>
                  <a:pt x="42" y="90"/>
                </a:cubicBezTo>
                <a:cubicBezTo>
                  <a:pt x="40" y="95"/>
                  <a:pt x="39" y="96"/>
                  <a:pt x="35" y="96"/>
                </a:cubicBezTo>
                <a:close/>
                <a:moveTo>
                  <a:pt x="50" y="67"/>
                </a:moveTo>
                <a:cubicBezTo>
                  <a:pt x="20" y="67"/>
                  <a:pt x="20" y="67"/>
                  <a:pt x="20" y="67"/>
                </a:cubicBezTo>
                <a:cubicBezTo>
                  <a:pt x="19" y="64"/>
                  <a:pt x="17" y="60"/>
                  <a:pt x="15" y="57"/>
                </a:cubicBezTo>
                <a:cubicBezTo>
                  <a:pt x="11" y="49"/>
                  <a:pt x="6" y="41"/>
                  <a:pt x="6" y="35"/>
                </a:cubicBezTo>
                <a:cubicBezTo>
                  <a:pt x="6" y="19"/>
                  <a:pt x="19" y="6"/>
                  <a:pt x="35" y="6"/>
                </a:cubicBezTo>
                <a:cubicBezTo>
                  <a:pt x="51" y="6"/>
                  <a:pt x="64" y="19"/>
                  <a:pt x="64" y="35"/>
                </a:cubicBezTo>
                <a:cubicBezTo>
                  <a:pt x="64" y="41"/>
                  <a:pt x="60" y="49"/>
                  <a:pt x="55" y="57"/>
                </a:cubicBezTo>
                <a:cubicBezTo>
                  <a:pt x="53" y="60"/>
                  <a:pt x="52" y="64"/>
                  <a:pt x="50" y="67"/>
                </a:cubicBezTo>
                <a:close/>
                <a:moveTo>
                  <a:pt x="50" y="67"/>
                </a:moveTo>
                <a:cubicBezTo>
                  <a:pt x="50" y="67"/>
                  <a:pt x="50" y="67"/>
                  <a:pt x="50" y="67"/>
                </a:cubicBezTo>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6" name="Freeform 217"/>
          <p:cNvSpPr>
            <a:spLocks noEditPoints="1"/>
          </p:cNvSpPr>
          <p:nvPr/>
        </p:nvSpPr>
        <p:spPr bwMode="auto">
          <a:xfrm>
            <a:off x="6786800" y="2406489"/>
            <a:ext cx="505173" cy="378881"/>
          </a:xfrm>
          <a:custGeom>
            <a:avLst/>
            <a:gdLst/>
            <a:ahLst/>
            <a:cxnLst>
              <a:cxn ang="0">
                <a:pos x="78" y="58"/>
              </a:cxn>
              <a:cxn ang="0">
                <a:pos x="0" y="58"/>
              </a:cxn>
              <a:cxn ang="0">
                <a:pos x="0" y="0"/>
              </a:cxn>
              <a:cxn ang="0">
                <a:pos x="5" y="0"/>
              </a:cxn>
              <a:cxn ang="0">
                <a:pos x="5" y="53"/>
              </a:cxn>
              <a:cxn ang="0">
                <a:pos x="78" y="53"/>
              </a:cxn>
              <a:cxn ang="0">
                <a:pos x="78" y="58"/>
              </a:cxn>
              <a:cxn ang="0">
                <a:pos x="73" y="22"/>
              </a:cxn>
              <a:cxn ang="0">
                <a:pos x="71" y="23"/>
              </a:cxn>
              <a:cxn ang="0">
                <a:pos x="66" y="18"/>
              </a:cxn>
              <a:cxn ang="0">
                <a:pos x="42" y="42"/>
              </a:cxn>
              <a:cxn ang="0">
                <a:pos x="40" y="42"/>
              </a:cxn>
              <a:cxn ang="0">
                <a:pos x="31" y="34"/>
              </a:cxn>
              <a:cxn ang="0">
                <a:pos x="16" y="49"/>
              </a:cxn>
              <a:cxn ang="0">
                <a:pos x="8" y="42"/>
              </a:cxn>
              <a:cxn ang="0">
                <a:pos x="30" y="20"/>
              </a:cxn>
              <a:cxn ang="0">
                <a:pos x="32" y="20"/>
              </a:cxn>
              <a:cxn ang="0">
                <a:pos x="41" y="29"/>
              </a:cxn>
              <a:cxn ang="0">
                <a:pos x="59" y="11"/>
              </a:cxn>
              <a:cxn ang="0">
                <a:pos x="54" y="6"/>
              </a:cxn>
              <a:cxn ang="0">
                <a:pos x="55" y="4"/>
              </a:cxn>
              <a:cxn ang="0">
                <a:pos x="71" y="4"/>
              </a:cxn>
              <a:cxn ang="0">
                <a:pos x="73" y="6"/>
              </a:cxn>
              <a:cxn ang="0">
                <a:pos x="73" y="22"/>
              </a:cxn>
            </a:cxnLst>
            <a:rect l="0" t="0" r="r" b="b"/>
            <a:pathLst>
              <a:path w="78" h="58">
                <a:moveTo>
                  <a:pt x="78" y="58"/>
                </a:moveTo>
                <a:cubicBezTo>
                  <a:pt x="0" y="58"/>
                  <a:pt x="0" y="58"/>
                  <a:pt x="0" y="58"/>
                </a:cubicBezTo>
                <a:cubicBezTo>
                  <a:pt x="0" y="0"/>
                  <a:pt x="0" y="0"/>
                  <a:pt x="0" y="0"/>
                </a:cubicBezTo>
                <a:cubicBezTo>
                  <a:pt x="5" y="0"/>
                  <a:pt x="5" y="0"/>
                  <a:pt x="5" y="0"/>
                </a:cubicBezTo>
                <a:cubicBezTo>
                  <a:pt x="5" y="53"/>
                  <a:pt x="5" y="53"/>
                  <a:pt x="5" y="53"/>
                </a:cubicBezTo>
                <a:cubicBezTo>
                  <a:pt x="78" y="53"/>
                  <a:pt x="78" y="53"/>
                  <a:pt x="78" y="53"/>
                </a:cubicBezTo>
                <a:lnTo>
                  <a:pt x="78" y="58"/>
                </a:lnTo>
                <a:close/>
                <a:moveTo>
                  <a:pt x="73" y="22"/>
                </a:moveTo>
                <a:cubicBezTo>
                  <a:pt x="73" y="23"/>
                  <a:pt x="71" y="24"/>
                  <a:pt x="71" y="23"/>
                </a:cubicBezTo>
                <a:cubicBezTo>
                  <a:pt x="66" y="18"/>
                  <a:pt x="66" y="18"/>
                  <a:pt x="66" y="18"/>
                </a:cubicBezTo>
                <a:cubicBezTo>
                  <a:pt x="42" y="42"/>
                  <a:pt x="42" y="42"/>
                  <a:pt x="42" y="42"/>
                </a:cubicBezTo>
                <a:cubicBezTo>
                  <a:pt x="41" y="43"/>
                  <a:pt x="41" y="43"/>
                  <a:pt x="40" y="42"/>
                </a:cubicBezTo>
                <a:cubicBezTo>
                  <a:pt x="31" y="34"/>
                  <a:pt x="31" y="34"/>
                  <a:pt x="31" y="34"/>
                </a:cubicBezTo>
                <a:cubicBezTo>
                  <a:pt x="16" y="49"/>
                  <a:pt x="16" y="49"/>
                  <a:pt x="16" y="49"/>
                </a:cubicBezTo>
                <a:cubicBezTo>
                  <a:pt x="8" y="42"/>
                  <a:pt x="8" y="42"/>
                  <a:pt x="8" y="42"/>
                </a:cubicBezTo>
                <a:cubicBezTo>
                  <a:pt x="30" y="20"/>
                  <a:pt x="30" y="20"/>
                  <a:pt x="30" y="20"/>
                </a:cubicBezTo>
                <a:cubicBezTo>
                  <a:pt x="31" y="19"/>
                  <a:pt x="32" y="19"/>
                  <a:pt x="32" y="20"/>
                </a:cubicBezTo>
                <a:cubicBezTo>
                  <a:pt x="41" y="29"/>
                  <a:pt x="41" y="29"/>
                  <a:pt x="41" y="29"/>
                </a:cubicBezTo>
                <a:cubicBezTo>
                  <a:pt x="59" y="11"/>
                  <a:pt x="59" y="11"/>
                  <a:pt x="59" y="11"/>
                </a:cubicBezTo>
                <a:cubicBezTo>
                  <a:pt x="54" y="6"/>
                  <a:pt x="54" y="6"/>
                  <a:pt x="54" y="6"/>
                </a:cubicBezTo>
                <a:cubicBezTo>
                  <a:pt x="53" y="6"/>
                  <a:pt x="54" y="4"/>
                  <a:pt x="55" y="4"/>
                </a:cubicBezTo>
                <a:cubicBezTo>
                  <a:pt x="71" y="4"/>
                  <a:pt x="71" y="4"/>
                  <a:pt x="71" y="4"/>
                </a:cubicBezTo>
                <a:cubicBezTo>
                  <a:pt x="72" y="4"/>
                  <a:pt x="73" y="5"/>
                  <a:pt x="73" y="6"/>
                </a:cubicBezTo>
                <a:lnTo>
                  <a:pt x="73" y="2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7" name="Freeform 135"/>
          <p:cNvSpPr>
            <a:spLocks noEditPoints="1"/>
          </p:cNvSpPr>
          <p:nvPr/>
        </p:nvSpPr>
        <p:spPr bwMode="auto">
          <a:xfrm>
            <a:off x="6837149" y="5094816"/>
            <a:ext cx="404481" cy="378881"/>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77739634"/>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25"/>
                                        </p:tgtEl>
                                        <p:attrNameLst>
                                          <p:attrName>style.visibility</p:attrName>
                                        </p:attrNameLst>
                                      </p:cBhvr>
                                      <p:to>
                                        <p:strVal val="visible"/>
                                      </p:to>
                                    </p:set>
                                    <p:animEffect transition="in" filter="fade">
                                      <p:cBhvr>
                                        <p:cTn id="11" dur="500"/>
                                        <p:tgtEl>
                                          <p:spTgt spid="25"/>
                                        </p:tgtEl>
                                      </p:cBhvr>
                                    </p:animEffect>
                                  </p:childTnLst>
                                </p:cTn>
                              </p:par>
                            </p:childTnLst>
                          </p:cTn>
                        </p:par>
                        <p:par>
                          <p:cTn id="12" fill="hold">
                            <p:stCondLst>
                              <p:cond delay="1500"/>
                            </p:stCondLst>
                            <p:childTnLst>
                              <p:par>
                                <p:cTn id="13" presetID="10" presetClass="entr" presetSubtype="0" fill="hold" grpId="0" nodeType="afterEffect">
                                  <p:stCondLst>
                                    <p:cond delay="25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2250"/>
                            </p:stCondLst>
                            <p:childTnLst>
                              <p:par>
                                <p:cTn id="17" presetID="10" presetClass="entr" presetSubtype="0" fill="hold" grpId="0" nodeType="afterEffect">
                                  <p:stCondLst>
                                    <p:cond delay="250"/>
                                  </p:stCondLst>
                                  <p:childTnLst>
                                    <p:set>
                                      <p:cBhvr>
                                        <p:cTn id="18" dur="1" fill="hold">
                                          <p:stCondLst>
                                            <p:cond delay="0"/>
                                          </p:stCondLst>
                                        </p:cTn>
                                        <p:tgtEl>
                                          <p:spTgt spid="63"/>
                                        </p:tgtEl>
                                        <p:attrNameLst>
                                          <p:attrName>style.visibility</p:attrName>
                                        </p:attrNameLst>
                                      </p:cBhvr>
                                      <p:to>
                                        <p:strVal val="visible"/>
                                      </p:to>
                                    </p:set>
                                    <p:animEffect transition="in" filter="fade">
                                      <p:cBhvr>
                                        <p:cTn id="19" dur="500"/>
                                        <p:tgtEl>
                                          <p:spTgt spid="63"/>
                                        </p:tgtEl>
                                      </p:cBhvr>
                                    </p:animEffect>
                                  </p:childTnLst>
                                </p:cTn>
                              </p:par>
                            </p:childTnLst>
                          </p:cTn>
                        </p:par>
                        <p:par>
                          <p:cTn id="20" fill="hold">
                            <p:stCondLst>
                              <p:cond delay="3000"/>
                            </p:stCondLst>
                            <p:childTnLst>
                              <p:par>
                                <p:cTn id="21" presetID="10" presetClass="entr" presetSubtype="0" fill="hold" grpId="0" nodeType="afterEffect">
                                  <p:stCondLst>
                                    <p:cond delay="250"/>
                                  </p:stCondLst>
                                  <p:childTnLst>
                                    <p:set>
                                      <p:cBhvr>
                                        <p:cTn id="22" dur="1" fill="hold">
                                          <p:stCondLst>
                                            <p:cond delay="0"/>
                                          </p:stCondLst>
                                        </p:cTn>
                                        <p:tgtEl>
                                          <p:spTgt spid="61"/>
                                        </p:tgtEl>
                                        <p:attrNameLst>
                                          <p:attrName>style.visibility</p:attrName>
                                        </p:attrNameLst>
                                      </p:cBhvr>
                                      <p:to>
                                        <p:strVal val="visible"/>
                                      </p:to>
                                    </p:set>
                                    <p:animEffect transition="in" filter="fade">
                                      <p:cBhvr>
                                        <p:cTn id="23" dur="500"/>
                                        <p:tgtEl>
                                          <p:spTgt spid="61"/>
                                        </p:tgtEl>
                                      </p:cBhvr>
                                    </p:animEffect>
                                  </p:childTnLst>
                                </p:cTn>
                              </p:par>
                            </p:childTnLst>
                          </p:cTn>
                        </p:par>
                        <p:par>
                          <p:cTn id="24" fill="hold">
                            <p:stCondLst>
                              <p:cond delay="3750"/>
                            </p:stCondLst>
                            <p:childTnLst>
                              <p:par>
                                <p:cTn id="25" presetID="10" presetClass="entr" presetSubtype="0" fill="hold" grpId="0" nodeType="afterEffect">
                                  <p:stCondLst>
                                    <p:cond delay="25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500"/>
                                        <p:tgtEl>
                                          <p:spTgt spid="36"/>
                                        </p:tgtEl>
                                      </p:cBhvr>
                                    </p:animEffect>
                                  </p:childTnLst>
                                </p:cTn>
                              </p:par>
                            </p:childTnLst>
                          </p:cTn>
                        </p:par>
                        <p:par>
                          <p:cTn id="28" fill="hold">
                            <p:stCondLst>
                              <p:cond delay="4500"/>
                            </p:stCondLst>
                            <p:childTnLst>
                              <p:par>
                                <p:cTn id="29" presetID="10" presetClass="entr" presetSubtype="0" fill="hold" grpId="0" nodeType="afterEffect">
                                  <p:stCondLst>
                                    <p:cond delay="250"/>
                                  </p:stCondLst>
                                  <p:childTnLst>
                                    <p:set>
                                      <p:cBhvr>
                                        <p:cTn id="30" dur="1" fill="hold">
                                          <p:stCondLst>
                                            <p:cond delay="0"/>
                                          </p:stCondLst>
                                        </p:cTn>
                                        <p:tgtEl>
                                          <p:spTgt spid="34"/>
                                        </p:tgtEl>
                                        <p:attrNameLst>
                                          <p:attrName>style.visibility</p:attrName>
                                        </p:attrNameLst>
                                      </p:cBhvr>
                                      <p:to>
                                        <p:strVal val="visible"/>
                                      </p:to>
                                    </p:set>
                                    <p:animEffect transition="in" filter="fade">
                                      <p:cBhvr>
                                        <p:cTn id="31"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p:bldP spid="25" grpId="0" animBg="1"/>
      <p:bldP spid="34" grpId="0"/>
      <p:bldP spid="36" grpId="0" animBg="1"/>
      <p:bldP spid="61" grpId="0"/>
      <p:bldP spid="63" grpId="0" animBg="1"/>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270000" y="685684"/>
            <a:ext cx="9652000" cy="739042"/>
          </a:xfrm>
        </p:spPr>
        <p:txBody>
          <a:bodyPr/>
          <a:lstStyle/>
          <a:p>
            <a:pPr rtl="1"/>
            <a:r>
              <a:rPr lang="ar-SA" u="sng" dirty="0">
                <a:solidFill>
                  <a:schemeClr val="tx1"/>
                </a:solidFill>
              </a:rPr>
              <a:t>2-	استخدامات تويتر </a:t>
            </a:r>
            <a:r>
              <a:rPr lang="en-US" u="sng" dirty="0">
                <a:solidFill>
                  <a:schemeClr val="tx1"/>
                </a:solidFill>
              </a:rPr>
              <a:t>Twitter </a:t>
            </a:r>
            <a:r>
              <a:rPr lang="ar-SA" u="sng" dirty="0">
                <a:solidFill>
                  <a:schemeClr val="tx1"/>
                </a:solidFill>
              </a:rPr>
              <a:t>في التعليم</a:t>
            </a:r>
            <a:endParaRPr lang="en-US" u="sng" dirty="0">
              <a:solidFill>
                <a:schemeClr val="tx1"/>
              </a:solidFill>
            </a:endParaRPr>
          </a:p>
        </p:txBody>
      </p:sp>
      <p:sp>
        <p:nvSpPr>
          <p:cNvPr id="29" name="TextBox 28"/>
          <p:cNvSpPr txBox="1"/>
          <p:nvPr/>
        </p:nvSpPr>
        <p:spPr>
          <a:xfrm>
            <a:off x="533808" y="4186723"/>
            <a:ext cx="3884170" cy="984885"/>
          </a:xfrm>
          <a:prstGeom prst="rect">
            <a:avLst/>
          </a:prstGeom>
          <a:noFill/>
        </p:spPr>
        <p:txBody>
          <a:bodyPr wrap="square" lIns="0" tIns="0" rIns="0" bIns="0" rtlCol="0" anchor="ctr">
            <a:spAutoFit/>
          </a:bodyPr>
          <a:lstStyle/>
          <a:p>
            <a:pPr algn="r" defTabSz="1375467" rtl="1" fontAlgn="auto">
              <a:spcBef>
                <a:spcPts val="0"/>
              </a:spcBef>
              <a:spcAft>
                <a:spcPts val="0"/>
              </a:spcAft>
            </a:pPr>
            <a:r>
              <a:rPr lang="ar-SA" sz="3200" b="1" dirty="0" smtClean="0">
                <a:solidFill>
                  <a:srgbClr val="15AA96"/>
                </a:solidFill>
                <a:latin typeface="Roboto Condensed"/>
                <a:cs typeface="Simplified Arabic" panose="02020603050405020304" pitchFamily="18" charset="-78"/>
              </a:rPr>
              <a:t>الخصوصية </a:t>
            </a:r>
            <a:r>
              <a:rPr lang="ar-SA" sz="3200" b="1" dirty="0">
                <a:solidFill>
                  <a:srgbClr val="15AA96"/>
                </a:solidFill>
                <a:latin typeface="Roboto Condensed"/>
                <a:cs typeface="Simplified Arabic" panose="02020603050405020304" pitchFamily="18" charset="-78"/>
              </a:rPr>
              <a:t>الزائدة والكتابة في حدود 140 حرف فقط.</a:t>
            </a:r>
            <a:endParaRPr lang="en-US" sz="3200" b="1" dirty="0">
              <a:solidFill>
                <a:srgbClr val="15AA96"/>
              </a:solidFill>
              <a:latin typeface="Roboto Condensed"/>
              <a:cs typeface="Simplified Arabic" panose="02020603050405020304" pitchFamily="18" charset="-78"/>
            </a:endParaRPr>
          </a:p>
        </p:txBody>
      </p:sp>
      <p:sp>
        <p:nvSpPr>
          <p:cNvPr id="31" name="Oval 30"/>
          <p:cNvSpPr/>
          <p:nvPr/>
        </p:nvSpPr>
        <p:spPr>
          <a:xfrm>
            <a:off x="4617779" y="4129966"/>
            <a:ext cx="965063" cy="93743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3733" dirty="0">
              <a:solidFill>
                <a:srgbClr val="9BB955">
                  <a:lumMod val="50000"/>
                </a:srgbClr>
              </a:solidFill>
            </a:endParaRPr>
          </a:p>
        </p:txBody>
      </p:sp>
      <p:sp>
        <p:nvSpPr>
          <p:cNvPr id="57" name="TextBox 56"/>
          <p:cNvSpPr txBox="1"/>
          <p:nvPr/>
        </p:nvSpPr>
        <p:spPr>
          <a:xfrm>
            <a:off x="7751863" y="2145847"/>
            <a:ext cx="3564180" cy="984885"/>
          </a:xfrm>
          <a:prstGeom prst="rect">
            <a:avLst/>
          </a:prstGeom>
          <a:noFill/>
        </p:spPr>
        <p:txBody>
          <a:bodyPr wrap="square" lIns="0" tIns="0" rIns="0" bIns="0" rtlCol="0" anchor="ctr">
            <a:spAutoFit/>
          </a:bodyPr>
          <a:lstStyle/>
          <a:p>
            <a:pPr defTabSz="1375467" rtl="1" fontAlgn="auto">
              <a:spcBef>
                <a:spcPts val="0"/>
              </a:spcBef>
              <a:spcAft>
                <a:spcPts val="0"/>
              </a:spcAft>
            </a:pPr>
            <a:r>
              <a:rPr lang="ar-SA" sz="3200" b="1" dirty="0" smtClean="0">
                <a:solidFill>
                  <a:srgbClr val="F19B14"/>
                </a:solidFill>
                <a:latin typeface="Roboto Condensed"/>
                <a:cs typeface="Simplified Arabic" panose="02020603050405020304" pitchFamily="18" charset="-78"/>
              </a:rPr>
              <a:t>توفر </a:t>
            </a:r>
            <a:r>
              <a:rPr lang="ar-SA" sz="3200" b="1" dirty="0">
                <a:solidFill>
                  <a:srgbClr val="F19B14"/>
                </a:solidFill>
                <a:latin typeface="Roboto Condensed"/>
                <a:cs typeface="Simplified Arabic" panose="02020603050405020304" pitchFamily="18" charset="-78"/>
              </a:rPr>
              <a:t>جواً مناسباً لنشر الشائعات بسرعة كبيرة.</a:t>
            </a:r>
            <a:endParaRPr lang="en-US" sz="3200" b="1" dirty="0">
              <a:solidFill>
                <a:srgbClr val="F19B14"/>
              </a:solidFill>
              <a:latin typeface="Roboto Condensed"/>
              <a:cs typeface="Simplified Arabic" panose="02020603050405020304" pitchFamily="18" charset="-78"/>
            </a:endParaRPr>
          </a:p>
        </p:txBody>
      </p:sp>
      <p:sp>
        <p:nvSpPr>
          <p:cNvPr id="59" name="Oval 58"/>
          <p:cNvSpPr/>
          <p:nvPr/>
        </p:nvSpPr>
        <p:spPr>
          <a:xfrm>
            <a:off x="6556858" y="2359010"/>
            <a:ext cx="965063" cy="93743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3200" b="1" dirty="0">
              <a:solidFill>
                <a:srgbClr val="15AA96">
                  <a:lumMod val="50000"/>
                </a:srgbClr>
              </a:solidFill>
              <a:latin typeface="FontAwesome" pitchFamily="2" charset="0"/>
            </a:endParaRPr>
          </a:p>
        </p:txBody>
      </p:sp>
      <p:cxnSp>
        <p:nvCxnSpPr>
          <p:cNvPr id="68" name="Straight Connector 67"/>
          <p:cNvCxnSpPr/>
          <p:nvPr/>
        </p:nvCxnSpPr>
        <p:spPr>
          <a:xfrm flipV="1">
            <a:off x="6096000" y="2062147"/>
            <a:ext cx="0" cy="3661543"/>
          </a:xfrm>
          <a:prstGeom prst="line">
            <a:avLst/>
          </a:prstGeom>
          <a:ln w="19050">
            <a:solidFill>
              <a:schemeClr val="bg1">
                <a:lumMod val="7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sp>
        <p:nvSpPr>
          <p:cNvPr id="42" name="Freeform 56"/>
          <p:cNvSpPr>
            <a:spLocks noEditPoints="1"/>
          </p:cNvSpPr>
          <p:nvPr/>
        </p:nvSpPr>
        <p:spPr bwMode="auto">
          <a:xfrm>
            <a:off x="6808960" y="4368256"/>
            <a:ext cx="460857" cy="460857"/>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3" name="Freeform 5"/>
          <p:cNvSpPr>
            <a:spLocks noEditPoints="1"/>
          </p:cNvSpPr>
          <p:nvPr/>
        </p:nvSpPr>
        <p:spPr bwMode="auto">
          <a:xfrm>
            <a:off x="4853394" y="2582723"/>
            <a:ext cx="493828" cy="493828"/>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4" name="Freeform 245"/>
          <p:cNvSpPr>
            <a:spLocks/>
          </p:cNvSpPr>
          <p:nvPr/>
        </p:nvSpPr>
        <p:spPr bwMode="auto">
          <a:xfrm>
            <a:off x="4879235" y="4377607"/>
            <a:ext cx="442149" cy="442149"/>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6" name="Freeform 217"/>
          <p:cNvSpPr>
            <a:spLocks noEditPoints="1"/>
          </p:cNvSpPr>
          <p:nvPr/>
        </p:nvSpPr>
        <p:spPr bwMode="auto">
          <a:xfrm>
            <a:off x="6786800" y="2638290"/>
            <a:ext cx="505173" cy="378881"/>
          </a:xfrm>
          <a:custGeom>
            <a:avLst/>
            <a:gdLst/>
            <a:ahLst/>
            <a:cxnLst>
              <a:cxn ang="0">
                <a:pos x="78" y="58"/>
              </a:cxn>
              <a:cxn ang="0">
                <a:pos x="0" y="58"/>
              </a:cxn>
              <a:cxn ang="0">
                <a:pos x="0" y="0"/>
              </a:cxn>
              <a:cxn ang="0">
                <a:pos x="5" y="0"/>
              </a:cxn>
              <a:cxn ang="0">
                <a:pos x="5" y="53"/>
              </a:cxn>
              <a:cxn ang="0">
                <a:pos x="78" y="53"/>
              </a:cxn>
              <a:cxn ang="0">
                <a:pos x="78" y="58"/>
              </a:cxn>
              <a:cxn ang="0">
                <a:pos x="73" y="22"/>
              </a:cxn>
              <a:cxn ang="0">
                <a:pos x="71" y="23"/>
              </a:cxn>
              <a:cxn ang="0">
                <a:pos x="66" y="18"/>
              </a:cxn>
              <a:cxn ang="0">
                <a:pos x="42" y="42"/>
              </a:cxn>
              <a:cxn ang="0">
                <a:pos x="40" y="42"/>
              </a:cxn>
              <a:cxn ang="0">
                <a:pos x="31" y="34"/>
              </a:cxn>
              <a:cxn ang="0">
                <a:pos x="16" y="49"/>
              </a:cxn>
              <a:cxn ang="0">
                <a:pos x="8" y="42"/>
              </a:cxn>
              <a:cxn ang="0">
                <a:pos x="30" y="20"/>
              </a:cxn>
              <a:cxn ang="0">
                <a:pos x="32" y="20"/>
              </a:cxn>
              <a:cxn ang="0">
                <a:pos x="41" y="29"/>
              </a:cxn>
              <a:cxn ang="0">
                <a:pos x="59" y="11"/>
              </a:cxn>
              <a:cxn ang="0">
                <a:pos x="54" y="6"/>
              </a:cxn>
              <a:cxn ang="0">
                <a:pos x="55" y="4"/>
              </a:cxn>
              <a:cxn ang="0">
                <a:pos x="71" y="4"/>
              </a:cxn>
              <a:cxn ang="0">
                <a:pos x="73" y="6"/>
              </a:cxn>
              <a:cxn ang="0">
                <a:pos x="73" y="22"/>
              </a:cxn>
            </a:cxnLst>
            <a:rect l="0" t="0" r="r" b="b"/>
            <a:pathLst>
              <a:path w="78" h="58">
                <a:moveTo>
                  <a:pt x="78" y="58"/>
                </a:moveTo>
                <a:cubicBezTo>
                  <a:pt x="0" y="58"/>
                  <a:pt x="0" y="58"/>
                  <a:pt x="0" y="58"/>
                </a:cubicBezTo>
                <a:cubicBezTo>
                  <a:pt x="0" y="0"/>
                  <a:pt x="0" y="0"/>
                  <a:pt x="0" y="0"/>
                </a:cubicBezTo>
                <a:cubicBezTo>
                  <a:pt x="5" y="0"/>
                  <a:pt x="5" y="0"/>
                  <a:pt x="5" y="0"/>
                </a:cubicBezTo>
                <a:cubicBezTo>
                  <a:pt x="5" y="53"/>
                  <a:pt x="5" y="53"/>
                  <a:pt x="5" y="53"/>
                </a:cubicBezTo>
                <a:cubicBezTo>
                  <a:pt x="78" y="53"/>
                  <a:pt x="78" y="53"/>
                  <a:pt x="78" y="53"/>
                </a:cubicBezTo>
                <a:lnTo>
                  <a:pt x="78" y="58"/>
                </a:lnTo>
                <a:close/>
                <a:moveTo>
                  <a:pt x="73" y="22"/>
                </a:moveTo>
                <a:cubicBezTo>
                  <a:pt x="73" y="23"/>
                  <a:pt x="71" y="24"/>
                  <a:pt x="71" y="23"/>
                </a:cubicBezTo>
                <a:cubicBezTo>
                  <a:pt x="66" y="18"/>
                  <a:pt x="66" y="18"/>
                  <a:pt x="66" y="18"/>
                </a:cubicBezTo>
                <a:cubicBezTo>
                  <a:pt x="42" y="42"/>
                  <a:pt x="42" y="42"/>
                  <a:pt x="42" y="42"/>
                </a:cubicBezTo>
                <a:cubicBezTo>
                  <a:pt x="41" y="43"/>
                  <a:pt x="41" y="43"/>
                  <a:pt x="40" y="42"/>
                </a:cubicBezTo>
                <a:cubicBezTo>
                  <a:pt x="31" y="34"/>
                  <a:pt x="31" y="34"/>
                  <a:pt x="31" y="34"/>
                </a:cubicBezTo>
                <a:cubicBezTo>
                  <a:pt x="16" y="49"/>
                  <a:pt x="16" y="49"/>
                  <a:pt x="16" y="49"/>
                </a:cubicBezTo>
                <a:cubicBezTo>
                  <a:pt x="8" y="42"/>
                  <a:pt x="8" y="42"/>
                  <a:pt x="8" y="42"/>
                </a:cubicBezTo>
                <a:cubicBezTo>
                  <a:pt x="30" y="20"/>
                  <a:pt x="30" y="20"/>
                  <a:pt x="30" y="20"/>
                </a:cubicBezTo>
                <a:cubicBezTo>
                  <a:pt x="31" y="19"/>
                  <a:pt x="32" y="19"/>
                  <a:pt x="32" y="20"/>
                </a:cubicBezTo>
                <a:cubicBezTo>
                  <a:pt x="41" y="29"/>
                  <a:pt x="41" y="29"/>
                  <a:pt x="41" y="29"/>
                </a:cubicBezTo>
                <a:cubicBezTo>
                  <a:pt x="59" y="11"/>
                  <a:pt x="59" y="11"/>
                  <a:pt x="59" y="11"/>
                </a:cubicBezTo>
                <a:cubicBezTo>
                  <a:pt x="54" y="6"/>
                  <a:pt x="54" y="6"/>
                  <a:pt x="54" y="6"/>
                </a:cubicBezTo>
                <a:cubicBezTo>
                  <a:pt x="53" y="6"/>
                  <a:pt x="54" y="4"/>
                  <a:pt x="55" y="4"/>
                </a:cubicBezTo>
                <a:cubicBezTo>
                  <a:pt x="71" y="4"/>
                  <a:pt x="71" y="4"/>
                  <a:pt x="71" y="4"/>
                </a:cubicBezTo>
                <a:cubicBezTo>
                  <a:pt x="72" y="4"/>
                  <a:pt x="73" y="5"/>
                  <a:pt x="73" y="6"/>
                </a:cubicBezTo>
                <a:lnTo>
                  <a:pt x="73" y="2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7" name="TextBox 36"/>
          <p:cNvSpPr txBox="1"/>
          <p:nvPr/>
        </p:nvSpPr>
        <p:spPr>
          <a:xfrm>
            <a:off x="693415" y="2270062"/>
            <a:ext cx="4073560" cy="1477328"/>
          </a:xfrm>
          <a:prstGeom prst="rect">
            <a:avLst/>
          </a:prstGeom>
          <a:noFill/>
        </p:spPr>
        <p:txBody>
          <a:bodyPr wrap="square" lIns="0" tIns="0" rIns="0" bIns="0" rtlCol="0" anchor="ctr">
            <a:spAutoFit/>
          </a:bodyPr>
          <a:lstStyle/>
          <a:p>
            <a:pPr defTabSz="1375467" rtl="1" fontAlgn="auto">
              <a:spcBef>
                <a:spcPts val="0"/>
              </a:spcBef>
              <a:spcAft>
                <a:spcPts val="0"/>
              </a:spcAft>
            </a:pPr>
            <a:r>
              <a:rPr lang="ar-SA" sz="3200" b="1" dirty="0" smtClean="0">
                <a:solidFill>
                  <a:srgbClr val="237DB9"/>
                </a:solidFill>
                <a:latin typeface="Roboto Condensed"/>
                <a:cs typeface="Simplified Arabic" panose="02020603050405020304" pitchFamily="18" charset="-78"/>
              </a:rPr>
              <a:t>إن </a:t>
            </a:r>
            <a:r>
              <a:rPr lang="ar-SA" sz="3200" b="1" dirty="0">
                <a:solidFill>
                  <a:srgbClr val="237DB9"/>
                </a:solidFill>
                <a:latin typeface="Roboto Condensed"/>
                <a:cs typeface="Simplified Arabic" panose="02020603050405020304" pitchFamily="18" charset="-78"/>
              </a:rPr>
              <a:t>الاستخدام المتكرر لتويتر يساعد في حدوث إدمان الإنترنت.</a:t>
            </a:r>
            <a:endParaRPr lang="en-US" sz="3200" b="1" dirty="0">
              <a:solidFill>
                <a:srgbClr val="237DB9"/>
              </a:solidFill>
              <a:latin typeface="Roboto Condensed"/>
              <a:cs typeface="Simplified Arabic" panose="02020603050405020304" pitchFamily="18" charset="-78"/>
            </a:endParaRPr>
          </a:p>
        </p:txBody>
      </p:sp>
      <p:sp>
        <p:nvSpPr>
          <p:cNvPr id="38" name="Oval 37"/>
          <p:cNvSpPr/>
          <p:nvPr/>
        </p:nvSpPr>
        <p:spPr>
          <a:xfrm>
            <a:off x="4617776" y="2209259"/>
            <a:ext cx="965063" cy="93743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3733" b="1" dirty="0">
              <a:solidFill>
                <a:srgbClr val="237DB9">
                  <a:lumMod val="50000"/>
                </a:srgbClr>
              </a:solidFill>
              <a:latin typeface="FontAwesome" pitchFamily="2" charset="0"/>
            </a:endParaRPr>
          </a:p>
        </p:txBody>
      </p:sp>
      <p:sp>
        <p:nvSpPr>
          <p:cNvPr id="39" name="TextBox 38"/>
          <p:cNvSpPr txBox="1"/>
          <p:nvPr/>
        </p:nvSpPr>
        <p:spPr>
          <a:xfrm>
            <a:off x="7774023" y="3863882"/>
            <a:ext cx="4237690" cy="1477328"/>
          </a:xfrm>
          <a:prstGeom prst="rect">
            <a:avLst/>
          </a:prstGeom>
          <a:noFill/>
        </p:spPr>
        <p:txBody>
          <a:bodyPr wrap="square" lIns="0" tIns="0" rIns="0" bIns="0" rtlCol="0" anchor="ctr">
            <a:spAutoFit/>
          </a:bodyPr>
          <a:lstStyle/>
          <a:p>
            <a:pPr defTabSz="1375467" rtl="1" fontAlgn="auto">
              <a:spcBef>
                <a:spcPts val="0"/>
              </a:spcBef>
              <a:spcAft>
                <a:spcPts val="0"/>
              </a:spcAft>
            </a:pPr>
            <a:r>
              <a:rPr lang="ar-SA" sz="3200" b="1" dirty="0" smtClean="0">
                <a:solidFill>
                  <a:srgbClr val="BE382C"/>
                </a:solidFill>
                <a:latin typeface="Roboto Condensed"/>
                <a:cs typeface="Simplified Arabic" panose="02020603050405020304" pitchFamily="18" charset="-78"/>
              </a:rPr>
              <a:t>تؤدي </a:t>
            </a:r>
            <a:r>
              <a:rPr lang="ar-SA" sz="3200" b="1" dirty="0">
                <a:solidFill>
                  <a:srgbClr val="BE382C"/>
                </a:solidFill>
                <a:latin typeface="Roboto Condensed"/>
                <a:cs typeface="Simplified Arabic" panose="02020603050405020304" pitchFamily="18" charset="-78"/>
              </a:rPr>
              <a:t>إلى دخول الطلاب في مناقشات متعددة بعيداً عن الموضوع الرئيسي</a:t>
            </a:r>
            <a:endParaRPr lang="en-US" sz="3200" b="1" dirty="0">
              <a:solidFill>
                <a:srgbClr val="BE382C"/>
              </a:solidFill>
              <a:latin typeface="Roboto Condensed"/>
              <a:cs typeface="Simplified Arabic" panose="02020603050405020304" pitchFamily="18" charset="-78"/>
            </a:endParaRPr>
          </a:p>
        </p:txBody>
      </p:sp>
      <p:sp>
        <p:nvSpPr>
          <p:cNvPr id="40" name="Oval 39"/>
          <p:cNvSpPr/>
          <p:nvPr/>
        </p:nvSpPr>
        <p:spPr>
          <a:xfrm>
            <a:off x="6556858" y="4129966"/>
            <a:ext cx="965063" cy="93743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3733" dirty="0">
              <a:solidFill>
                <a:srgbClr val="F19B14">
                  <a:lumMod val="50000"/>
                </a:srgbClr>
              </a:solidFill>
              <a:latin typeface="FontAwesome" pitchFamily="2" charset="0"/>
            </a:endParaRPr>
          </a:p>
        </p:txBody>
      </p:sp>
      <p:sp>
        <p:nvSpPr>
          <p:cNvPr id="41" name="Freeform 5"/>
          <p:cNvSpPr>
            <a:spLocks noEditPoints="1"/>
          </p:cNvSpPr>
          <p:nvPr/>
        </p:nvSpPr>
        <p:spPr bwMode="auto">
          <a:xfrm>
            <a:off x="4870544" y="2408000"/>
            <a:ext cx="493828" cy="493828"/>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50" name="Freeform 56"/>
          <p:cNvSpPr>
            <a:spLocks noEditPoints="1"/>
          </p:cNvSpPr>
          <p:nvPr/>
        </p:nvSpPr>
        <p:spPr bwMode="auto">
          <a:xfrm>
            <a:off x="6808960" y="4368433"/>
            <a:ext cx="460857" cy="460857"/>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54589320"/>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38"/>
                                        </p:tgtEl>
                                        <p:attrNameLst>
                                          <p:attrName>style.visibility</p:attrName>
                                        </p:attrNameLst>
                                      </p:cBhvr>
                                      <p:to>
                                        <p:strVal val="visible"/>
                                      </p:to>
                                    </p:set>
                                    <p:animEffect transition="in" filter="fade">
                                      <p:cBhvr>
                                        <p:cTn id="11" dur="500"/>
                                        <p:tgtEl>
                                          <p:spTgt spid="38"/>
                                        </p:tgtEl>
                                      </p:cBhvr>
                                    </p:animEffect>
                                  </p:childTnLst>
                                </p:cTn>
                              </p:par>
                            </p:childTnLst>
                          </p:cTn>
                        </p:par>
                        <p:par>
                          <p:cTn id="12" fill="hold">
                            <p:stCondLst>
                              <p:cond delay="1500"/>
                            </p:stCondLst>
                            <p:childTnLst>
                              <p:par>
                                <p:cTn id="13" presetID="10" presetClass="entr" presetSubtype="0" fill="hold" grpId="0" nodeType="afterEffect">
                                  <p:stCondLst>
                                    <p:cond delay="250"/>
                                  </p:stCondLst>
                                  <p:childTnLst>
                                    <p:set>
                                      <p:cBhvr>
                                        <p:cTn id="14" dur="1" fill="hold">
                                          <p:stCondLst>
                                            <p:cond delay="0"/>
                                          </p:stCondLst>
                                        </p:cTn>
                                        <p:tgtEl>
                                          <p:spTgt spid="37"/>
                                        </p:tgtEl>
                                        <p:attrNameLst>
                                          <p:attrName>style.visibility</p:attrName>
                                        </p:attrNameLst>
                                      </p:cBhvr>
                                      <p:to>
                                        <p:strVal val="visible"/>
                                      </p:to>
                                    </p:set>
                                    <p:animEffect transition="in" filter="fade">
                                      <p:cBhvr>
                                        <p:cTn id="15" dur="500"/>
                                        <p:tgtEl>
                                          <p:spTgt spid="37"/>
                                        </p:tgtEl>
                                      </p:cBhvr>
                                    </p:animEffect>
                                  </p:childTnLst>
                                </p:cTn>
                              </p:par>
                            </p:childTnLst>
                          </p:cTn>
                        </p:par>
                        <p:par>
                          <p:cTn id="16" fill="hold">
                            <p:stCondLst>
                              <p:cond delay="2250"/>
                            </p:stCondLst>
                            <p:childTnLst>
                              <p:par>
                                <p:cTn id="17" presetID="10" presetClass="entr" presetSubtype="0" fill="hold" grpId="0" nodeType="afterEffect">
                                  <p:stCondLst>
                                    <p:cond delay="250"/>
                                  </p:stCondLst>
                                  <p:childTnLst>
                                    <p:set>
                                      <p:cBhvr>
                                        <p:cTn id="18" dur="1" fill="hold">
                                          <p:stCondLst>
                                            <p:cond delay="0"/>
                                          </p:stCondLst>
                                        </p:cTn>
                                        <p:tgtEl>
                                          <p:spTgt spid="59"/>
                                        </p:tgtEl>
                                        <p:attrNameLst>
                                          <p:attrName>style.visibility</p:attrName>
                                        </p:attrNameLst>
                                      </p:cBhvr>
                                      <p:to>
                                        <p:strVal val="visible"/>
                                      </p:to>
                                    </p:set>
                                    <p:animEffect transition="in" filter="fade">
                                      <p:cBhvr>
                                        <p:cTn id="19" dur="500"/>
                                        <p:tgtEl>
                                          <p:spTgt spid="59"/>
                                        </p:tgtEl>
                                      </p:cBhvr>
                                    </p:animEffect>
                                  </p:childTnLst>
                                </p:cTn>
                              </p:par>
                            </p:childTnLst>
                          </p:cTn>
                        </p:par>
                        <p:par>
                          <p:cTn id="20" fill="hold">
                            <p:stCondLst>
                              <p:cond delay="3000"/>
                            </p:stCondLst>
                            <p:childTnLst>
                              <p:par>
                                <p:cTn id="21" presetID="10" presetClass="entr" presetSubtype="0" fill="hold" grpId="0" nodeType="afterEffect">
                                  <p:stCondLst>
                                    <p:cond delay="250"/>
                                  </p:stCondLst>
                                  <p:childTnLst>
                                    <p:set>
                                      <p:cBhvr>
                                        <p:cTn id="22" dur="1" fill="hold">
                                          <p:stCondLst>
                                            <p:cond delay="0"/>
                                          </p:stCondLst>
                                        </p:cTn>
                                        <p:tgtEl>
                                          <p:spTgt spid="57"/>
                                        </p:tgtEl>
                                        <p:attrNameLst>
                                          <p:attrName>style.visibility</p:attrName>
                                        </p:attrNameLst>
                                      </p:cBhvr>
                                      <p:to>
                                        <p:strVal val="visible"/>
                                      </p:to>
                                    </p:set>
                                    <p:animEffect transition="in" filter="fade">
                                      <p:cBhvr>
                                        <p:cTn id="23" dur="500"/>
                                        <p:tgtEl>
                                          <p:spTgt spid="57"/>
                                        </p:tgtEl>
                                      </p:cBhvr>
                                    </p:animEffect>
                                  </p:childTnLst>
                                </p:cTn>
                              </p:par>
                            </p:childTnLst>
                          </p:cTn>
                        </p:par>
                        <p:par>
                          <p:cTn id="24" fill="hold">
                            <p:stCondLst>
                              <p:cond delay="3750"/>
                            </p:stCondLst>
                            <p:childTnLst>
                              <p:par>
                                <p:cTn id="25" presetID="10" presetClass="entr" presetSubtype="0" fill="hold" grpId="0" nodeType="afterEffect">
                                  <p:stCondLst>
                                    <p:cond delay="25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500"/>
                                        <p:tgtEl>
                                          <p:spTgt spid="31"/>
                                        </p:tgtEl>
                                      </p:cBhvr>
                                    </p:animEffect>
                                  </p:childTnLst>
                                </p:cTn>
                              </p:par>
                            </p:childTnLst>
                          </p:cTn>
                        </p:par>
                        <p:par>
                          <p:cTn id="28" fill="hold">
                            <p:stCondLst>
                              <p:cond delay="4500"/>
                            </p:stCondLst>
                            <p:childTnLst>
                              <p:par>
                                <p:cTn id="29" presetID="10" presetClass="entr" presetSubtype="0" fill="hold" grpId="0" nodeType="afterEffect">
                                  <p:stCondLst>
                                    <p:cond delay="25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500"/>
                                        <p:tgtEl>
                                          <p:spTgt spid="29"/>
                                        </p:tgtEl>
                                      </p:cBhvr>
                                    </p:animEffect>
                                  </p:childTnLst>
                                </p:cTn>
                              </p:par>
                            </p:childTnLst>
                          </p:cTn>
                        </p:par>
                        <p:par>
                          <p:cTn id="32" fill="hold">
                            <p:stCondLst>
                              <p:cond delay="5250"/>
                            </p:stCondLst>
                            <p:childTnLst>
                              <p:par>
                                <p:cTn id="33" presetID="10" presetClass="entr" presetSubtype="0" fill="hold" grpId="0" nodeType="afterEffect">
                                  <p:stCondLst>
                                    <p:cond delay="250"/>
                                  </p:stCondLst>
                                  <p:childTnLst>
                                    <p:set>
                                      <p:cBhvr>
                                        <p:cTn id="34" dur="1" fill="hold">
                                          <p:stCondLst>
                                            <p:cond delay="0"/>
                                          </p:stCondLst>
                                        </p:cTn>
                                        <p:tgtEl>
                                          <p:spTgt spid="40"/>
                                        </p:tgtEl>
                                        <p:attrNameLst>
                                          <p:attrName>style.visibility</p:attrName>
                                        </p:attrNameLst>
                                      </p:cBhvr>
                                      <p:to>
                                        <p:strVal val="visible"/>
                                      </p:to>
                                    </p:set>
                                    <p:animEffect transition="in" filter="fade">
                                      <p:cBhvr>
                                        <p:cTn id="35" dur="500"/>
                                        <p:tgtEl>
                                          <p:spTgt spid="40"/>
                                        </p:tgtEl>
                                      </p:cBhvr>
                                    </p:animEffect>
                                  </p:childTnLst>
                                </p:cTn>
                              </p:par>
                            </p:childTnLst>
                          </p:cTn>
                        </p:par>
                        <p:par>
                          <p:cTn id="36" fill="hold">
                            <p:stCondLst>
                              <p:cond delay="6000"/>
                            </p:stCondLst>
                            <p:childTnLst>
                              <p:par>
                                <p:cTn id="37" presetID="10" presetClass="entr" presetSubtype="0" fill="hold" grpId="0" nodeType="afterEffect">
                                  <p:stCondLst>
                                    <p:cond delay="250"/>
                                  </p:stCondLst>
                                  <p:childTnLst>
                                    <p:set>
                                      <p:cBhvr>
                                        <p:cTn id="38" dur="1" fill="hold">
                                          <p:stCondLst>
                                            <p:cond delay="0"/>
                                          </p:stCondLst>
                                        </p:cTn>
                                        <p:tgtEl>
                                          <p:spTgt spid="39"/>
                                        </p:tgtEl>
                                        <p:attrNameLst>
                                          <p:attrName>style.visibility</p:attrName>
                                        </p:attrNameLst>
                                      </p:cBhvr>
                                      <p:to>
                                        <p:strVal val="visible"/>
                                      </p:to>
                                    </p:set>
                                    <p:animEffect transition="in" filter="fade">
                                      <p:cBhvr>
                                        <p:cTn id="39"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9" grpId="0"/>
      <p:bldP spid="31" grpId="0" animBg="1"/>
      <p:bldP spid="57" grpId="0"/>
      <p:bldP spid="59" grpId="0" animBg="1"/>
      <p:bldP spid="37" grpId="0"/>
      <p:bldP spid="38" grpId="0" animBg="1"/>
      <p:bldP spid="39" grpId="0"/>
      <p:bldP spid="40" grpId="0" animBg="1"/>
    </p:bld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p:cNvSpPr>
            <a:spLocks noGrp="1"/>
          </p:cNvSpPr>
          <p:nvPr>
            <p:ph type="title"/>
          </p:nvPr>
        </p:nvSpPr>
        <p:spPr>
          <a:xfrm>
            <a:off x="757833" y="638558"/>
            <a:ext cx="10922001" cy="913041"/>
          </a:xfrm>
        </p:spPr>
        <p:txBody>
          <a:bodyPr/>
          <a:lstStyle/>
          <a:p>
            <a:pPr rtl="1"/>
            <a:r>
              <a:rPr lang="ar-SA" sz="3200" u="sng" dirty="0">
                <a:solidFill>
                  <a:schemeClr val="tx1"/>
                </a:solidFill>
                <a:latin typeface="Adobe Gothic Std B" panose="020B0800000000000000" pitchFamily="34" charset="-128"/>
                <a:ea typeface="Adobe Gothic Std B" panose="020B0800000000000000" pitchFamily="34" charset="-128"/>
              </a:rPr>
              <a:t>يوضح الشكل التالي نسبة مستخدمي تويتر </a:t>
            </a:r>
            <a:r>
              <a:rPr lang="en-US" sz="3200" u="sng" dirty="0">
                <a:solidFill>
                  <a:schemeClr val="tx1"/>
                </a:solidFill>
                <a:latin typeface="Adobe Gothic Std B" panose="020B0800000000000000" pitchFamily="34" charset="-128"/>
                <a:ea typeface="Adobe Gothic Std B" panose="020B0800000000000000" pitchFamily="34" charset="-128"/>
              </a:rPr>
              <a:t>Twitter </a:t>
            </a:r>
            <a:r>
              <a:rPr lang="ar-SA" sz="3200" u="sng" dirty="0">
                <a:solidFill>
                  <a:schemeClr val="tx1"/>
                </a:solidFill>
                <a:latin typeface="Adobe Gothic Std B" panose="020B0800000000000000" pitchFamily="34" charset="-128"/>
                <a:ea typeface="Adobe Gothic Std B" panose="020B0800000000000000" pitchFamily="34" charset="-128"/>
              </a:rPr>
              <a:t>في دول الخليج والدول العربية:</a:t>
            </a:r>
            <a:endParaRPr lang="en-US" sz="3200" u="sng" dirty="0">
              <a:solidFill>
                <a:schemeClr val="tx1"/>
              </a:solidFill>
              <a:latin typeface="Adobe Gothic Std B" panose="020B0800000000000000" pitchFamily="34" charset="-128"/>
              <a:ea typeface="Adobe Gothic Std B" panose="020B0800000000000000" pitchFamily="34" charset="-128"/>
            </a:endParaRPr>
          </a:p>
        </p:txBody>
      </p:sp>
      <p:pic>
        <p:nvPicPr>
          <p:cNvPr id="15" name="Picture 14" descr="Twitter_Arab_Users"/>
          <p:cNvPicPr/>
          <p:nvPr/>
        </p:nvPicPr>
        <p:blipFill>
          <a:blip r:embed="rId2">
            <a:extLst>
              <a:ext uri="{28A0092B-C50C-407E-A947-70E740481C1C}">
                <a14:useLocalDpi xmlns:a14="http://schemas.microsoft.com/office/drawing/2010/main" val="0"/>
              </a:ext>
            </a:extLst>
          </a:blip>
          <a:srcRect/>
          <a:stretch>
            <a:fillRect/>
          </a:stretch>
        </p:blipFill>
        <p:spPr bwMode="auto">
          <a:xfrm>
            <a:off x="2140681" y="1551599"/>
            <a:ext cx="7641272" cy="4852018"/>
          </a:xfrm>
          <a:prstGeom prst="rect">
            <a:avLst/>
          </a:prstGeom>
          <a:noFill/>
          <a:ln>
            <a:noFill/>
          </a:ln>
        </p:spPr>
      </p:pic>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29633262"/>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par>
                          <p:cTn id="8" fill="hold">
                            <p:stCondLst>
                              <p:cond delay="750"/>
                            </p:stCondLst>
                            <p:childTnLst>
                              <p:par>
                                <p:cTn id="9" presetID="10" presetClass="entr" presetSubtype="0" fill="hold" nodeType="afterEffect">
                                  <p:stCondLst>
                                    <p:cond delay="250"/>
                                  </p:stCondLst>
                                  <p:childTnLst>
                                    <p:set>
                                      <p:cBhvr>
                                        <p:cTn id="10" dur="1" fill="hold">
                                          <p:stCondLst>
                                            <p:cond delay="0"/>
                                          </p:stCondLst>
                                        </p:cTn>
                                        <p:tgtEl>
                                          <p:spTgt spid="15"/>
                                        </p:tgtEl>
                                        <p:attrNameLst>
                                          <p:attrName>style.visibility</p:attrName>
                                        </p:attrNameLst>
                                      </p:cBhvr>
                                      <p:to>
                                        <p:strVal val="visible"/>
                                      </p:to>
                                    </p:set>
                                    <p:animEffect transition="in" filter="fade">
                                      <p:cBhvr>
                                        <p:cTn id="1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p:cNvSpPr>
            <a:spLocks noGrp="1"/>
          </p:cNvSpPr>
          <p:nvPr>
            <p:ph type="title"/>
          </p:nvPr>
        </p:nvSpPr>
        <p:spPr>
          <a:xfrm>
            <a:off x="757833" y="638558"/>
            <a:ext cx="10922001" cy="913041"/>
          </a:xfrm>
        </p:spPr>
        <p:txBody>
          <a:bodyPr/>
          <a:lstStyle/>
          <a:p>
            <a:pPr rtl="1"/>
            <a:r>
              <a:rPr lang="ar-SA" sz="3200" u="sng" dirty="0">
                <a:solidFill>
                  <a:schemeClr val="tx1"/>
                </a:solidFill>
                <a:latin typeface="Adobe Gothic Std B" panose="020B0800000000000000" pitchFamily="34" charset="-128"/>
                <a:ea typeface="Adobe Gothic Std B" panose="020B0800000000000000" pitchFamily="34" charset="-128"/>
              </a:rPr>
              <a:t>والشكل التالي يوضح أعداد مستخدمي تويتر في العالم العربي لعام (2015):</a:t>
            </a:r>
            <a:endParaRPr lang="en-US" sz="3200" u="sng" dirty="0">
              <a:solidFill>
                <a:schemeClr val="tx1"/>
              </a:solidFill>
              <a:latin typeface="Adobe Gothic Std B" panose="020B0800000000000000" pitchFamily="34" charset="-128"/>
              <a:ea typeface="Adobe Gothic Std B" panose="020B0800000000000000" pitchFamily="34" charset="-128"/>
            </a:endParaRPr>
          </a:p>
        </p:txBody>
      </p:sp>
      <p:pic>
        <p:nvPicPr>
          <p:cNvPr id="4" name="Picture 3"/>
          <p:cNvPicPr/>
          <p:nvPr/>
        </p:nvPicPr>
        <p:blipFill>
          <a:blip r:embed="rId2">
            <a:extLst>
              <a:ext uri="{28A0092B-C50C-407E-A947-70E740481C1C}">
                <a14:useLocalDpi xmlns:a14="http://schemas.microsoft.com/office/drawing/2010/main" val="0"/>
              </a:ext>
            </a:extLst>
          </a:blip>
          <a:srcRect/>
          <a:stretch>
            <a:fillRect/>
          </a:stretch>
        </p:blipFill>
        <p:spPr bwMode="auto">
          <a:xfrm>
            <a:off x="1358805" y="1604642"/>
            <a:ext cx="9414345" cy="4837934"/>
          </a:xfrm>
          <a:prstGeom prst="rect">
            <a:avLst/>
          </a:prstGeom>
          <a:noFill/>
          <a:ln>
            <a:noFill/>
          </a:ln>
        </p:spPr>
      </p:pic>
      <p:sp>
        <p:nvSpPr>
          <p:cNvPr id="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27893041"/>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731559" y="4277235"/>
            <a:ext cx="10423679" cy="1569660"/>
          </a:xfrm>
          <a:prstGeom prst="rect">
            <a:avLst/>
          </a:prstGeom>
          <a:noFill/>
        </p:spPr>
        <p:txBody>
          <a:bodyPr wrap="square" rtlCol="0">
            <a:spAutoFit/>
          </a:bodyPr>
          <a:lstStyle/>
          <a:p>
            <a:pPr algn="ctr" defTabSz="1375467" rtl="1" fontAlgn="auto">
              <a:spcBef>
                <a:spcPts val="0"/>
              </a:spcBef>
              <a:spcAft>
                <a:spcPts val="0"/>
              </a:spcAft>
            </a:pPr>
            <a:r>
              <a:rPr lang="ar-SA" sz="3200" b="1" i="1" dirty="0">
                <a:solidFill>
                  <a:srgbClr val="262626">
                    <a:lumMod val="65000"/>
                    <a:lumOff val="35000"/>
                  </a:srgbClr>
                </a:solidFill>
                <a:latin typeface="Roboto Condensed"/>
                <a:cs typeface="Simplified Arabic" panose="02020603050405020304" pitchFamily="18" charset="-78"/>
              </a:rPr>
              <a:t>يسمح للطلاب الذين ليس لديهم محفزين لمراجعة معلميهم في أثناء ساعات الدوام الرسمي بالسؤال وطرح المزيد من الأسئلة البسيطة، كما أنه يسمح للطلاب بإدارة إعدادات الخصوصية الخاصة بهم.</a:t>
            </a:r>
            <a:endParaRPr lang="en-US" sz="3200" b="1" i="1" dirty="0">
              <a:solidFill>
                <a:srgbClr val="262626">
                  <a:lumMod val="65000"/>
                  <a:lumOff val="35000"/>
                </a:srgbClr>
              </a:solidFill>
              <a:latin typeface="Roboto Condensed"/>
              <a:cs typeface="Simplified Arabic" panose="02020603050405020304" pitchFamily="18" charset="-78"/>
            </a:endParaRPr>
          </a:p>
        </p:txBody>
      </p:sp>
      <p:grpSp>
        <p:nvGrpSpPr>
          <p:cNvPr id="2" name="Group 24"/>
          <p:cNvGrpSpPr/>
          <p:nvPr/>
        </p:nvGrpSpPr>
        <p:grpSpPr>
          <a:xfrm>
            <a:off x="5522364" y="3918254"/>
            <a:ext cx="1350473" cy="203200"/>
            <a:chOff x="4168751" y="2495551"/>
            <a:chExt cx="1012854" cy="152400"/>
          </a:xfrm>
        </p:grpSpPr>
        <p:sp>
          <p:nvSpPr>
            <p:cNvPr id="16" name="Oval 15"/>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7" name="Oval 16"/>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8" name="Oval 17"/>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3" name="Oval 1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4" name="Oval 13"/>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5" name="Oval 14"/>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4" name="Oval 23"/>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9" name="Title 1"/>
          <p:cNvSpPr txBox="1">
            <a:spLocks/>
          </p:cNvSpPr>
          <p:nvPr/>
        </p:nvSpPr>
        <p:spPr>
          <a:xfrm>
            <a:off x="3016008" y="3062360"/>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a:latin typeface="Roboto Medium"/>
                <a:cs typeface="+mj-cs"/>
              </a:rPr>
              <a:t>‌ب-	</a:t>
            </a:r>
            <a:r>
              <a:rPr lang="en-US" sz="4000" b="1" u="sng" dirty="0" smtClean="0">
                <a:latin typeface="Roboto Medium"/>
                <a:cs typeface="+mj-cs"/>
              </a:rPr>
              <a:t> </a:t>
            </a:r>
            <a:r>
              <a:rPr lang="ar-SA" sz="4000" b="1" u="sng" dirty="0" smtClean="0">
                <a:latin typeface="Roboto Medium"/>
                <a:cs typeface="+mj-cs"/>
              </a:rPr>
              <a:t>الفيسبوك </a:t>
            </a:r>
            <a:r>
              <a:rPr lang="en-US" sz="4000" b="1" u="sng" dirty="0" smtClean="0">
                <a:latin typeface="Roboto Medium"/>
                <a:cs typeface="+mj-cs"/>
              </a:rPr>
              <a:t> Facebook</a:t>
            </a:r>
            <a:r>
              <a:rPr lang="ar-SA" sz="4000" b="1" u="sng" dirty="0" smtClean="0">
                <a:latin typeface="Roboto Medium"/>
                <a:cs typeface="+mj-cs"/>
              </a:rPr>
              <a:t>في </a:t>
            </a:r>
            <a:r>
              <a:rPr lang="ar-SA" sz="4000" b="1" u="sng" dirty="0">
                <a:latin typeface="Roboto Medium"/>
                <a:cs typeface="+mj-cs"/>
              </a:rPr>
              <a:t>التعليم</a:t>
            </a:r>
            <a:endParaRPr lang="en-US" sz="4000" b="1" u="sng" dirty="0">
              <a:latin typeface="Roboto Medium"/>
              <a:cs typeface="+mj-cs"/>
            </a:endParaRPr>
          </a:p>
        </p:txBody>
      </p:sp>
      <p:grpSp>
        <p:nvGrpSpPr>
          <p:cNvPr id="3" name="Group 24"/>
          <p:cNvGrpSpPr/>
          <p:nvPr/>
        </p:nvGrpSpPr>
        <p:grpSpPr>
          <a:xfrm>
            <a:off x="5420766" y="6045201"/>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pic>
        <p:nvPicPr>
          <p:cNvPr id="5" name="Picture Placeholder 4"/>
          <p:cNvPicPr>
            <a:picLocks noGrp="1" noChangeAspect="1"/>
          </p:cNvPicPr>
          <p:nvPr>
            <p:ph type="pic" sz="quarter" idx="10"/>
          </p:nvPr>
        </p:nvPicPr>
        <p:blipFill>
          <a:blip r:embed="rId2">
            <a:extLst>
              <a:ext uri="{28A0092B-C50C-407E-A947-70E740481C1C}">
                <a14:useLocalDpi xmlns:a14="http://schemas.microsoft.com/office/drawing/2010/main" val="0"/>
              </a:ext>
            </a:extLst>
          </a:blip>
          <a:stretch>
            <a:fillRect/>
          </a:stretch>
        </p:blipFill>
        <p:spPr>
          <a:xfrm>
            <a:off x="4999166" y="889870"/>
            <a:ext cx="2193663" cy="1658001"/>
          </a:xfrm>
        </p:spPr>
      </p:pic>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51791174"/>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childTnLst>
                                </p:cTn>
                              </p:par>
                            </p:childTnLst>
                          </p:cTn>
                        </p:par>
                        <p:par>
                          <p:cTn id="17" fill="hold">
                            <p:stCondLst>
                              <p:cond delay="2000"/>
                            </p:stCondLst>
                            <p:childTnLst>
                              <p:par>
                                <p:cTn id="18" presetID="23" presetClass="entr" presetSubtype="16"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9" grpId="0"/>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270000" y="685684"/>
            <a:ext cx="9652000" cy="743494"/>
          </a:xfrm>
        </p:spPr>
        <p:txBody>
          <a:bodyPr/>
          <a:lstStyle/>
          <a:p>
            <a:pPr rtl="1"/>
            <a:r>
              <a:rPr lang="ar-SA" u="sng" dirty="0">
                <a:solidFill>
                  <a:schemeClr val="tx1"/>
                </a:solidFill>
              </a:rPr>
              <a:t>1-	نشأة الفيس بوك</a:t>
            </a:r>
            <a:endParaRPr lang="en-US" u="sng" dirty="0">
              <a:solidFill>
                <a:schemeClr val="tx1"/>
              </a:solidFill>
            </a:endParaRPr>
          </a:p>
        </p:txBody>
      </p:sp>
      <p:grpSp>
        <p:nvGrpSpPr>
          <p:cNvPr id="25" name="Group 24"/>
          <p:cNvGrpSpPr/>
          <p:nvPr/>
        </p:nvGrpSpPr>
        <p:grpSpPr>
          <a:xfrm>
            <a:off x="1426101" y="2657402"/>
            <a:ext cx="1303792" cy="1303792"/>
            <a:chOff x="947582" y="1605917"/>
            <a:chExt cx="1209747" cy="1209747"/>
          </a:xfrm>
        </p:grpSpPr>
        <p:sp>
          <p:nvSpPr>
            <p:cNvPr id="26" name="Sev01"/>
            <p:cNvSpPr/>
            <p:nvPr/>
          </p:nvSpPr>
          <p:spPr>
            <a:xfrm>
              <a:off x="947582" y="1605917"/>
              <a:ext cx="1209747" cy="12097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29" name="Freeform 42"/>
            <p:cNvSpPr>
              <a:spLocks noEditPoints="1"/>
            </p:cNvSpPr>
            <p:nvPr/>
          </p:nvSpPr>
          <p:spPr bwMode="auto">
            <a:xfrm>
              <a:off x="1300095" y="1993569"/>
              <a:ext cx="504720" cy="434443"/>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76" name="Group 75"/>
          <p:cNvGrpSpPr/>
          <p:nvPr/>
        </p:nvGrpSpPr>
        <p:grpSpPr>
          <a:xfrm>
            <a:off x="1147723" y="2392784"/>
            <a:ext cx="1860549" cy="1833033"/>
            <a:chOff x="4783138" y="1916113"/>
            <a:chExt cx="1395412" cy="1374775"/>
          </a:xfrm>
          <a:solidFill>
            <a:schemeClr val="accent1"/>
          </a:solidFill>
        </p:grpSpPr>
        <p:sp>
          <p:nvSpPr>
            <p:cNvPr id="77"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8"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9"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0"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33" name="Group 32"/>
          <p:cNvGrpSpPr/>
          <p:nvPr/>
        </p:nvGrpSpPr>
        <p:grpSpPr>
          <a:xfrm>
            <a:off x="5161822" y="1846966"/>
            <a:ext cx="1303792" cy="1303792"/>
            <a:chOff x="2971937" y="1594694"/>
            <a:chExt cx="1209747" cy="1209747"/>
          </a:xfrm>
        </p:grpSpPr>
        <p:sp>
          <p:nvSpPr>
            <p:cNvPr id="34" name="Sev02"/>
            <p:cNvSpPr/>
            <p:nvPr/>
          </p:nvSpPr>
          <p:spPr>
            <a:xfrm>
              <a:off x="2971937" y="1594694"/>
              <a:ext cx="1209747" cy="12097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8000" dirty="0">
                <a:solidFill>
                  <a:srgbClr val="15AA96">
                    <a:lumMod val="50000"/>
                  </a:srgbClr>
                </a:solidFill>
                <a:latin typeface="FontAwesome" pitchFamily="2" charset="0"/>
              </a:endParaRPr>
            </a:p>
          </p:txBody>
        </p:sp>
        <p:sp>
          <p:nvSpPr>
            <p:cNvPr id="35" name="Freeform 86"/>
            <p:cNvSpPr>
              <a:spLocks noEditPoints="1"/>
            </p:cNvSpPr>
            <p:nvPr/>
          </p:nvSpPr>
          <p:spPr bwMode="auto">
            <a:xfrm>
              <a:off x="3403989" y="1920014"/>
              <a:ext cx="345642" cy="581553"/>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81" name="Group 80"/>
          <p:cNvGrpSpPr/>
          <p:nvPr/>
        </p:nvGrpSpPr>
        <p:grpSpPr>
          <a:xfrm>
            <a:off x="4882829" y="1573970"/>
            <a:ext cx="1860549" cy="1833033"/>
            <a:chOff x="4783138" y="1916113"/>
            <a:chExt cx="1395412" cy="1374775"/>
          </a:xfrm>
          <a:solidFill>
            <a:schemeClr val="accent2"/>
          </a:solidFill>
        </p:grpSpPr>
        <p:sp>
          <p:nvSpPr>
            <p:cNvPr id="82"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3"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4"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5"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30" name="Group 29"/>
          <p:cNvGrpSpPr/>
          <p:nvPr/>
        </p:nvGrpSpPr>
        <p:grpSpPr>
          <a:xfrm>
            <a:off x="8906763" y="2613284"/>
            <a:ext cx="1303792" cy="1303792"/>
            <a:chOff x="5008643" y="1605917"/>
            <a:chExt cx="1209747" cy="1209747"/>
          </a:xfrm>
        </p:grpSpPr>
        <p:sp>
          <p:nvSpPr>
            <p:cNvPr id="31" name="Sev03"/>
            <p:cNvSpPr/>
            <p:nvPr/>
          </p:nvSpPr>
          <p:spPr>
            <a:xfrm>
              <a:off x="5008643" y="1605917"/>
              <a:ext cx="1209747" cy="12097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endParaRPr>
            </a:p>
          </p:txBody>
        </p:sp>
        <p:sp>
          <p:nvSpPr>
            <p:cNvPr id="32" name="Freeform 178"/>
            <p:cNvSpPr>
              <a:spLocks noEditPoints="1"/>
            </p:cNvSpPr>
            <p:nvPr/>
          </p:nvSpPr>
          <p:spPr bwMode="auto">
            <a:xfrm>
              <a:off x="5361156" y="2020721"/>
              <a:ext cx="504720" cy="38013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86" name="Group 85"/>
          <p:cNvGrpSpPr/>
          <p:nvPr/>
        </p:nvGrpSpPr>
        <p:grpSpPr>
          <a:xfrm>
            <a:off x="8632751" y="2329892"/>
            <a:ext cx="1860549" cy="1833033"/>
            <a:chOff x="4783138" y="1916113"/>
            <a:chExt cx="1395412" cy="1374775"/>
          </a:xfrm>
          <a:solidFill>
            <a:schemeClr val="accent3"/>
          </a:solidFill>
        </p:grpSpPr>
        <p:sp>
          <p:nvSpPr>
            <p:cNvPr id="87"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8"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9"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90"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110" name="TextBox 109"/>
          <p:cNvSpPr txBox="1"/>
          <p:nvPr/>
        </p:nvSpPr>
        <p:spPr>
          <a:xfrm>
            <a:off x="165495" y="4424262"/>
            <a:ext cx="3387005" cy="1815882"/>
          </a:xfrm>
          <a:prstGeom prst="rect">
            <a:avLst/>
          </a:prstGeom>
          <a:noFill/>
        </p:spPr>
        <p:txBody>
          <a:bodyPr wrap="square" rtlCol="0">
            <a:spAutoFit/>
          </a:bodyPr>
          <a:lstStyle/>
          <a:p>
            <a:pPr algn="ctr" defTabSz="1375467" rtl="1" fontAlgn="auto">
              <a:spcBef>
                <a:spcPts val="0"/>
              </a:spcBef>
              <a:spcAft>
                <a:spcPts val="0"/>
              </a:spcAft>
            </a:pPr>
            <a:r>
              <a:rPr lang="ar-SA" sz="2800" b="1" dirty="0" smtClean="0">
                <a:solidFill>
                  <a:srgbClr val="237DB9"/>
                </a:solidFill>
                <a:latin typeface="Roboto Condensed"/>
                <a:cs typeface="Simplified Arabic" panose="02020603050405020304" pitchFamily="18" charset="-78"/>
              </a:rPr>
              <a:t>ترجع </a:t>
            </a:r>
            <a:r>
              <a:rPr lang="ar-SA" sz="2800" b="1" dirty="0">
                <a:solidFill>
                  <a:srgbClr val="237DB9"/>
                </a:solidFill>
                <a:latin typeface="Roboto Condensed"/>
                <a:cs typeface="Simplified Arabic" panose="02020603050405020304" pitchFamily="18" charset="-78"/>
              </a:rPr>
              <a:t>البدايات الأولى لإنشاء موقع الفيسبوك إلى يوم 28 تشرين الأول / أكتوبر عام 2003م</a:t>
            </a:r>
            <a:endParaRPr lang="en-US" dirty="0">
              <a:solidFill>
                <a:srgbClr val="FFFFFF">
                  <a:lumMod val="50000"/>
                </a:srgbClr>
              </a:solidFill>
              <a:latin typeface="Roboto Condensed"/>
              <a:cs typeface="Simplified Arabic" panose="02020603050405020304" pitchFamily="18" charset="-78"/>
            </a:endParaRPr>
          </a:p>
        </p:txBody>
      </p:sp>
      <p:sp>
        <p:nvSpPr>
          <p:cNvPr id="111" name="TextBox 110"/>
          <p:cNvSpPr txBox="1"/>
          <p:nvPr/>
        </p:nvSpPr>
        <p:spPr>
          <a:xfrm>
            <a:off x="4139505" y="3572962"/>
            <a:ext cx="3362012" cy="1384995"/>
          </a:xfrm>
          <a:prstGeom prst="rect">
            <a:avLst/>
          </a:prstGeom>
          <a:noFill/>
        </p:spPr>
        <p:txBody>
          <a:bodyPr wrap="square" rtlCol="0">
            <a:spAutoFit/>
          </a:bodyPr>
          <a:lstStyle/>
          <a:p>
            <a:pPr algn="ctr" defTabSz="1375467" rtl="1" fontAlgn="auto">
              <a:spcBef>
                <a:spcPts val="0"/>
              </a:spcBef>
              <a:spcAft>
                <a:spcPts val="0"/>
              </a:spcAft>
            </a:pPr>
            <a:r>
              <a:rPr lang="ar-SA" sz="2800" b="1" dirty="0" smtClean="0">
                <a:solidFill>
                  <a:srgbClr val="15AA96"/>
                </a:solidFill>
                <a:latin typeface="Roboto Condensed"/>
                <a:cs typeface="Simplified Arabic" panose="02020603050405020304" pitchFamily="18" charset="-78"/>
              </a:rPr>
              <a:t>في </a:t>
            </a:r>
            <a:r>
              <a:rPr lang="ar-SA" sz="2800" b="1" dirty="0">
                <a:solidFill>
                  <a:srgbClr val="15AA96"/>
                </a:solidFill>
                <a:latin typeface="Roboto Condensed"/>
                <a:cs typeface="Simplified Arabic" panose="02020603050405020304" pitchFamily="18" charset="-78"/>
              </a:rPr>
              <a:t>4 يناير 2004م، قام زوكربيرغ بأطلاق الموقع بمسماه اليوم  "الفيس بوك"</a:t>
            </a:r>
            <a:endParaRPr lang="en-US" dirty="0">
              <a:solidFill>
                <a:srgbClr val="FFFFFF">
                  <a:lumMod val="50000"/>
                </a:srgbClr>
              </a:solidFill>
              <a:latin typeface="Roboto Condensed"/>
              <a:cs typeface="Simplified Arabic" panose="02020603050405020304" pitchFamily="18" charset="-78"/>
            </a:endParaRPr>
          </a:p>
        </p:txBody>
      </p:sp>
      <p:sp>
        <p:nvSpPr>
          <p:cNvPr id="112" name="TextBox 111"/>
          <p:cNvSpPr txBox="1"/>
          <p:nvPr/>
        </p:nvSpPr>
        <p:spPr>
          <a:xfrm>
            <a:off x="7771746" y="4366318"/>
            <a:ext cx="4117782" cy="1384995"/>
          </a:xfrm>
          <a:prstGeom prst="rect">
            <a:avLst/>
          </a:prstGeom>
          <a:noFill/>
        </p:spPr>
        <p:txBody>
          <a:bodyPr wrap="square" rtlCol="0">
            <a:spAutoFit/>
          </a:bodyPr>
          <a:lstStyle/>
          <a:p>
            <a:pPr algn="ctr" defTabSz="1375467" rtl="1" fontAlgn="auto">
              <a:spcBef>
                <a:spcPts val="0"/>
              </a:spcBef>
              <a:spcAft>
                <a:spcPts val="0"/>
              </a:spcAft>
            </a:pPr>
            <a:r>
              <a:rPr lang="ar-SA" sz="2800" b="1" dirty="0" smtClean="0">
                <a:solidFill>
                  <a:srgbClr val="9BB955"/>
                </a:solidFill>
                <a:latin typeface="Roboto Condensed"/>
                <a:cs typeface="Simplified Arabic" panose="02020603050405020304" pitchFamily="18" charset="-78"/>
              </a:rPr>
              <a:t>في </a:t>
            </a:r>
            <a:r>
              <a:rPr lang="ar-SA" sz="2800" b="1" dirty="0">
                <a:solidFill>
                  <a:srgbClr val="9BB955"/>
                </a:solidFill>
                <a:latin typeface="Roboto Condensed"/>
                <a:cs typeface="Simplified Arabic" panose="02020603050405020304" pitchFamily="18" charset="-78"/>
              </a:rPr>
              <a:t>شهر مارس 2004م، بدأ الموقع بفتح أبوابه أمام طلبة الجامعات</a:t>
            </a:r>
            <a:endParaRPr lang="en-US" dirty="0">
              <a:solidFill>
                <a:srgbClr val="FFFFFF">
                  <a:lumMod val="50000"/>
                </a:srgbClr>
              </a:solidFill>
              <a:latin typeface="Roboto Condensed"/>
              <a:cs typeface="Simplified Arabic" panose="02020603050405020304" pitchFamily="18" charset="-78"/>
            </a:endParaRPr>
          </a:p>
        </p:txBody>
      </p:sp>
      <p:sp>
        <p:nvSpPr>
          <p:cNvPr id="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28270516"/>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p:cTn id="7" dur="500" fill="hold"/>
                                        <p:tgtEl>
                                          <p:spTgt spid="76"/>
                                        </p:tgtEl>
                                        <p:attrNameLst>
                                          <p:attrName>ppt_w</p:attrName>
                                        </p:attrNameLst>
                                      </p:cBhvr>
                                      <p:tavLst>
                                        <p:tav tm="0">
                                          <p:val>
                                            <p:fltVal val="0"/>
                                          </p:val>
                                        </p:tav>
                                        <p:tav tm="100000">
                                          <p:val>
                                            <p:strVal val="#ppt_w"/>
                                          </p:val>
                                        </p:tav>
                                      </p:tavLst>
                                    </p:anim>
                                    <p:anim calcmode="lin" valueType="num">
                                      <p:cBhvr>
                                        <p:cTn id="8" dur="500" fill="hold"/>
                                        <p:tgtEl>
                                          <p:spTgt spid="76"/>
                                        </p:tgtEl>
                                        <p:attrNameLst>
                                          <p:attrName>ppt_h</p:attrName>
                                        </p:attrNameLst>
                                      </p:cBhvr>
                                      <p:tavLst>
                                        <p:tav tm="0">
                                          <p:val>
                                            <p:fltVal val="0"/>
                                          </p:val>
                                        </p:tav>
                                        <p:tav tm="100000">
                                          <p:val>
                                            <p:strVal val="#ppt_h"/>
                                          </p:val>
                                        </p:tav>
                                      </p:tavLst>
                                    </p:anim>
                                    <p:anim calcmode="lin" valueType="num">
                                      <p:cBhvr>
                                        <p:cTn id="9" dur="500" fill="hold"/>
                                        <p:tgtEl>
                                          <p:spTgt spid="76"/>
                                        </p:tgtEl>
                                        <p:attrNameLst>
                                          <p:attrName>style.rotation</p:attrName>
                                        </p:attrNameLst>
                                      </p:cBhvr>
                                      <p:tavLst>
                                        <p:tav tm="0">
                                          <p:val>
                                            <p:fltVal val="360"/>
                                          </p:val>
                                        </p:tav>
                                        <p:tav tm="100000">
                                          <p:val>
                                            <p:fltVal val="0"/>
                                          </p:val>
                                        </p:tav>
                                      </p:tavLst>
                                    </p:anim>
                                    <p:animEffect transition="in" filter="fade">
                                      <p:cBhvr>
                                        <p:cTn id="10" dur="500"/>
                                        <p:tgtEl>
                                          <p:spTgt spid="76"/>
                                        </p:tgtEl>
                                      </p:cBhvr>
                                    </p:animEffect>
                                  </p:childTnLst>
                                </p:cTn>
                              </p:par>
                            </p:childTnLst>
                          </p:cTn>
                        </p:par>
                        <p:par>
                          <p:cTn id="11" fill="hold">
                            <p:stCondLst>
                              <p:cond delay="500"/>
                            </p:stCondLst>
                            <p:childTnLst>
                              <p:par>
                                <p:cTn id="12" presetID="53" presetClass="entr" presetSubtype="0" fill="hold" nodeType="after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p:cTn id="14" dur="500" fill="hold"/>
                                        <p:tgtEl>
                                          <p:spTgt spid="25"/>
                                        </p:tgtEl>
                                        <p:attrNameLst>
                                          <p:attrName>ppt_w</p:attrName>
                                        </p:attrNameLst>
                                      </p:cBhvr>
                                      <p:tavLst>
                                        <p:tav tm="0">
                                          <p:val>
                                            <p:fltVal val="0"/>
                                          </p:val>
                                        </p:tav>
                                        <p:tav tm="100000">
                                          <p:val>
                                            <p:strVal val="#ppt_w"/>
                                          </p:val>
                                        </p:tav>
                                      </p:tavLst>
                                    </p:anim>
                                    <p:anim calcmode="lin" valueType="num">
                                      <p:cBhvr>
                                        <p:cTn id="15" dur="500" fill="hold"/>
                                        <p:tgtEl>
                                          <p:spTgt spid="25"/>
                                        </p:tgtEl>
                                        <p:attrNameLst>
                                          <p:attrName>ppt_h</p:attrName>
                                        </p:attrNameLst>
                                      </p:cBhvr>
                                      <p:tavLst>
                                        <p:tav tm="0">
                                          <p:val>
                                            <p:fltVal val="0"/>
                                          </p:val>
                                        </p:tav>
                                        <p:tav tm="100000">
                                          <p:val>
                                            <p:strVal val="#ppt_h"/>
                                          </p:val>
                                        </p:tav>
                                      </p:tavLst>
                                    </p:anim>
                                    <p:animEffect transition="in" filter="fade">
                                      <p:cBhvr>
                                        <p:cTn id="16" dur="500"/>
                                        <p:tgtEl>
                                          <p:spTgt spid="25"/>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110"/>
                                        </p:tgtEl>
                                        <p:attrNameLst>
                                          <p:attrName>style.visibility</p:attrName>
                                        </p:attrNameLst>
                                      </p:cBhvr>
                                      <p:to>
                                        <p:strVal val="visible"/>
                                      </p:to>
                                    </p:set>
                                    <p:animEffect transition="in" filter="wipe(down)">
                                      <p:cBhvr>
                                        <p:cTn id="20" dur="500"/>
                                        <p:tgtEl>
                                          <p:spTgt spid="110"/>
                                        </p:tgtEl>
                                      </p:cBhvr>
                                    </p:animEffect>
                                  </p:childTnLst>
                                </p:cTn>
                              </p:par>
                            </p:childTnLst>
                          </p:cTn>
                        </p:par>
                        <p:par>
                          <p:cTn id="21" fill="hold">
                            <p:stCondLst>
                              <p:cond delay="1500"/>
                            </p:stCondLst>
                            <p:childTnLst>
                              <p:par>
                                <p:cTn id="22" presetID="49" presetClass="entr" presetSubtype="0" decel="100000" fill="hold" nodeType="afterEffect">
                                  <p:stCondLst>
                                    <p:cond delay="0"/>
                                  </p:stCondLst>
                                  <p:childTnLst>
                                    <p:set>
                                      <p:cBhvr>
                                        <p:cTn id="23" dur="1" fill="hold">
                                          <p:stCondLst>
                                            <p:cond delay="0"/>
                                          </p:stCondLst>
                                        </p:cTn>
                                        <p:tgtEl>
                                          <p:spTgt spid="81"/>
                                        </p:tgtEl>
                                        <p:attrNameLst>
                                          <p:attrName>style.visibility</p:attrName>
                                        </p:attrNameLst>
                                      </p:cBhvr>
                                      <p:to>
                                        <p:strVal val="visible"/>
                                      </p:to>
                                    </p:set>
                                    <p:anim calcmode="lin" valueType="num">
                                      <p:cBhvr>
                                        <p:cTn id="24" dur="500" fill="hold"/>
                                        <p:tgtEl>
                                          <p:spTgt spid="81"/>
                                        </p:tgtEl>
                                        <p:attrNameLst>
                                          <p:attrName>ppt_w</p:attrName>
                                        </p:attrNameLst>
                                      </p:cBhvr>
                                      <p:tavLst>
                                        <p:tav tm="0">
                                          <p:val>
                                            <p:fltVal val="0"/>
                                          </p:val>
                                        </p:tav>
                                        <p:tav tm="100000">
                                          <p:val>
                                            <p:strVal val="#ppt_w"/>
                                          </p:val>
                                        </p:tav>
                                      </p:tavLst>
                                    </p:anim>
                                    <p:anim calcmode="lin" valueType="num">
                                      <p:cBhvr>
                                        <p:cTn id="25" dur="500" fill="hold"/>
                                        <p:tgtEl>
                                          <p:spTgt spid="81"/>
                                        </p:tgtEl>
                                        <p:attrNameLst>
                                          <p:attrName>ppt_h</p:attrName>
                                        </p:attrNameLst>
                                      </p:cBhvr>
                                      <p:tavLst>
                                        <p:tav tm="0">
                                          <p:val>
                                            <p:fltVal val="0"/>
                                          </p:val>
                                        </p:tav>
                                        <p:tav tm="100000">
                                          <p:val>
                                            <p:strVal val="#ppt_h"/>
                                          </p:val>
                                        </p:tav>
                                      </p:tavLst>
                                    </p:anim>
                                    <p:anim calcmode="lin" valueType="num">
                                      <p:cBhvr>
                                        <p:cTn id="26" dur="500" fill="hold"/>
                                        <p:tgtEl>
                                          <p:spTgt spid="81"/>
                                        </p:tgtEl>
                                        <p:attrNameLst>
                                          <p:attrName>style.rotation</p:attrName>
                                        </p:attrNameLst>
                                      </p:cBhvr>
                                      <p:tavLst>
                                        <p:tav tm="0">
                                          <p:val>
                                            <p:fltVal val="360"/>
                                          </p:val>
                                        </p:tav>
                                        <p:tav tm="100000">
                                          <p:val>
                                            <p:fltVal val="0"/>
                                          </p:val>
                                        </p:tav>
                                      </p:tavLst>
                                    </p:anim>
                                    <p:animEffect transition="in" filter="fade">
                                      <p:cBhvr>
                                        <p:cTn id="27" dur="500"/>
                                        <p:tgtEl>
                                          <p:spTgt spid="81"/>
                                        </p:tgtEl>
                                      </p:cBhvr>
                                    </p:animEffect>
                                  </p:childTnLst>
                                </p:cTn>
                              </p:par>
                            </p:childTnLst>
                          </p:cTn>
                        </p:par>
                        <p:par>
                          <p:cTn id="28" fill="hold">
                            <p:stCondLst>
                              <p:cond delay="2000"/>
                            </p:stCondLst>
                            <p:childTnLst>
                              <p:par>
                                <p:cTn id="29" presetID="53" presetClass="entr" presetSubtype="0" fill="hold" nodeType="afterEffect">
                                  <p:stCondLst>
                                    <p:cond delay="0"/>
                                  </p:stCondLst>
                                  <p:childTnLst>
                                    <p:set>
                                      <p:cBhvr>
                                        <p:cTn id="30" dur="1" fill="hold">
                                          <p:stCondLst>
                                            <p:cond delay="0"/>
                                          </p:stCondLst>
                                        </p:cTn>
                                        <p:tgtEl>
                                          <p:spTgt spid="33"/>
                                        </p:tgtEl>
                                        <p:attrNameLst>
                                          <p:attrName>style.visibility</p:attrName>
                                        </p:attrNameLst>
                                      </p:cBhvr>
                                      <p:to>
                                        <p:strVal val="visible"/>
                                      </p:to>
                                    </p:set>
                                    <p:anim calcmode="lin" valueType="num">
                                      <p:cBhvr>
                                        <p:cTn id="31" dur="500" fill="hold"/>
                                        <p:tgtEl>
                                          <p:spTgt spid="33"/>
                                        </p:tgtEl>
                                        <p:attrNameLst>
                                          <p:attrName>ppt_w</p:attrName>
                                        </p:attrNameLst>
                                      </p:cBhvr>
                                      <p:tavLst>
                                        <p:tav tm="0">
                                          <p:val>
                                            <p:fltVal val="0"/>
                                          </p:val>
                                        </p:tav>
                                        <p:tav tm="100000">
                                          <p:val>
                                            <p:strVal val="#ppt_w"/>
                                          </p:val>
                                        </p:tav>
                                      </p:tavLst>
                                    </p:anim>
                                    <p:anim calcmode="lin" valueType="num">
                                      <p:cBhvr>
                                        <p:cTn id="32" dur="500" fill="hold"/>
                                        <p:tgtEl>
                                          <p:spTgt spid="33"/>
                                        </p:tgtEl>
                                        <p:attrNameLst>
                                          <p:attrName>ppt_h</p:attrName>
                                        </p:attrNameLst>
                                      </p:cBhvr>
                                      <p:tavLst>
                                        <p:tav tm="0">
                                          <p:val>
                                            <p:fltVal val="0"/>
                                          </p:val>
                                        </p:tav>
                                        <p:tav tm="100000">
                                          <p:val>
                                            <p:strVal val="#ppt_h"/>
                                          </p:val>
                                        </p:tav>
                                      </p:tavLst>
                                    </p:anim>
                                    <p:animEffect transition="in" filter="fade">
                                      <p:cBhvr>
                                        <p:cTn id="33" dur="500"/>
                                        <p:tgtEl>
                                          <p:spTgt spid="33"/>
                                        </p:tgtEl>
                                      </p:cBhvr>
                                    </p:animEffect>
                                  </p:childTnLst>
                                </p:cTn>
                              </p:par>
                            </p:childTnLst>
                          </p:cTn>
                        </p:par>
                        <p:par>
                          <p:cTn id="34" fill="hold">
                            <p:stCondLst>
                              <p:cond delay="2500"/>
                            </p:stCondLst>
                            <p:childTnLst>
                              <p:par>
                                <p:cTn id="35" presetID="22" presetClass="entr" presetSubtype="4" fill="hold" grpId="0" nodeType="afterEffect">
                                  <p:stCondLst>
                                    <p:cond delay="0"/>
                                  </p:stCondLst>
                                  <p:childTnLst>
                                    <p:set>
                                      <p:cBhvr>
                                        <p:cTn id="36" dur="1" fill="hold">
                                          <p:stCondLst>
                                            <p:cond delay="0"/>
                                          </p:stCondLst>
                                        </p:cTn>
                                        <p:tgtEl>
                                          <p:spTgt spid="111"/>
                                        </p:tgtEl>
                                        <p:attrNameLst>
                                          <p:attrName>style.visibility</p:attrName>
                                        </p:attrNameLst>
                                      </p:cBhvr>
                                      <p:to>
                                        <p:strVal val="visible"/>
                                      </p:to>
                                    </p:set>
                                    <p:animEffect transition="in" filter="wipe(down)">
                                      <p:cBhvr>
                                        <p:cTn id="37" dur="500"/>
                                        <p:tgtEl>
                                          <p:spTgt spid="111"/>
                                        </p:tgtEl>
                                      </p:cBhvr>
                                    </p:animEffect>
                                  </p:childTnLst>
                                </p:cTn>
                              </p:par>
                            </p:childTnLst>
                          </p:cTn>
                        </p:par>
                        <p:par>
                          <p:cTn id="38" fill="hold">
                            <p:stCondLst>
                              <p:cond delay="3000"/>
                            </p:stCondLst>
                            <p:childTnLst>
                              <p:par>
                                <p:cTn id="39" presetID="49" presetClass="entr" presetSubtype="0" decel="100000" fill="hold" nodeType="afterEffect">
                                  <p:stCondLst>
                                    <p:cond delay="0"/>
                                  </p:stCondLst>
                                  <p:childTnLst>
                                    <p:set>
                                      <p:cBhvr>
                                        <p:cTn id="40" dur="1" fill="hold">
                                          <p:stCondLst>
                                            <p:cond delay="0"/>
                                          </p:stCondLst>
                                        </p:cTn>
                                        <p:tgtEl>
                                          <p:spTgt spid="86"/>
                                        </p:tgtEl>
                                        <p:attrNameLst>
                                          <p:attrName>style.visibility</p:attrName>
                                        </p:attrNameLst>
                                      </p:cBhvr>
                                      <p:to>
                                        <p:strVal val="visible"/>
                                      </p:to>
                                    </p:set>
                                    <p:anim calcmode="lin" valueType="num">
                                      <p:cBhvr>
                                        <p:cTn id="41" dur="500" fill="hold"/>
                                        <p:tgtEl>
                                          <p:spTgt spid="86"/>
                                        </p:tgtEl>
                                        <p:attrNameLst>
                                          <p:attrName>ppt_w</p:attrName>
                                        </p:attrNameLst>
                                      </p:cBhvr>
                                      <p:tavLst>
                                        <p:tav tm="0">
                                          <p:val>
                                            <p:fltVal val="0"/>
                                          </p:val>
                                        </p:tav>
                                        <p:tav tm="100000">
                                          <p:val>
                                            <p:strVal val="#ppt_w"/>
                                          </p:val>
                                        </p:tav>
                                      </p:tavLst>
                                    </p:anim>
                                    <p:anim calcmode="lin" valueType="num">
                                      <p:cBhvr>
                                        <p:cTn id="42" dur="500" fill="hold"/>
                                        <p:tgtEl>
                                          <p:spTgt spid="86"/>
                                        </p:tgtEl>
                                        <p:attrNameLst>
                                          <p:attrName>ppt_h</p:attrName>
                                        </p:attrNameLst>
                                      </p:cBhvr>
                                      <p:tavLst>
                                        <p:tav tm="0">
                                          <p:val>
                                            <p:fltVal val="0"/>
                                          </p:val>
                                        </p:tav>
                                        <p:tav tm="100000">
                                          <p:val>
                                            <p:strVal val="#ppt_h"/>
                                          </p:val>
                                        </p:tav>
                                      </p:tavLst>
                                    </p:anim>
                                    <p:anim calcmode="lin" valueType="num">
                                      <p:cBhvr>
                                        <p:cTn id="43" dur="500" fill="hold"/>
                                        <p:tgtEl>
                                          <p:spTgt spid="86"/>
                                        </p:tgtEl>
                                        <p:attrNameLst>
                                          <p:attrName>style.rotation</p:attrName>
                                        </p:attrNameLst>
                                      </p:cBhvr>
                                      <p:tavLst>
                                        <p:tav tm="0">
                                          <p:val>
                                            <p:fltVal val="360"/>
                                          </p:val>
                                        </p:tav>
                                        <p:tav tm="100000">
                                          <p:val>
                                            <p:fltVal val="0"/>
                                          </p:val>
                                        </p:tav>
                                      </p:tavLst>
                                    </p:anim>
                                    <p:animEffect transition="in" filter="fade">
                                      <p:cBhvr>
                                        <p:cTn id="44" dur="500"/>
                                        <p:tgtEl>
                                          <p:spTgt spid="86"/>
                                        </p:tgtEl>
                                      </p:cBhvr>
                                    </p:animEffect>
                                  </p:childTnLst>
                                </p:cTn>
                              </p:par>
                            </p:childTnLst>
                          </p:cTn>
                        </p:par>
                        <p:par>
                          <p:cTn id="45" fill="hold">
                            <p:stCondLst>
                              <p:cond delay="3500"/>
                            </p:stCondLst>
                            <p:childTnLst>
                              <p:par>
                                <p:cTn id="46" presetID="53" presetClass="entr" presetSubtype="0" fill="hold" nodeType="afterEffect">
                                  <p:stCondLst>
                                    <p:cond delay="0"/>
                                  </p:stCondLst>
                                  <p:childTnLst>
                                    <p:set>
                                      <p:cBhvr>
                                        <p:cTn id="47" dur="1" fill="hold">
                                          <p:stCondLst>
                                            <p:cond delay="0"/>
                                          </p:stCondLst>
                                        </p:cTn>
                                        <p:tgtEl>
                                          <p:spTgt spid="30"/>
                                        </p:tgtEl>
                                        <p:attrNameLst>
                                          <p:attrName>style.visibility</p:attrName>
                                        </p:attrNameLst>
                                      </p:cBhvr>
                                      <p:to>
                                        <p:strVal val="visible"/>
                                      </p:to>
                                    </p:set>
                                    <p:anim calcmode="lin" valueType="num">
                                      <p:cBhvr>
                                        <p:cTn id="48" dur="500" fill="hold"/>
                                        <p:tgtEl>
                                          <p:spTgt spid="30"/>
                                        </p:tgtEl>
                                        <p:attrNameLst>
                                          <p:attrName>ppt_w</p:attrName>
                                        </p:attrNameLst>
                                      </p:cBhvr>
                                      <p:tavLst>
                                        <p:tav tm="0">
                                          <p:val>
                                            <p:fltVal val="0"/>
                                          </p:val>
                                        </p:tav>
                                        <p:tav tm="100000">
                                          <p:val>
                                            <p:strVal val="#ppt_w"/>
                                          </p:val>
                                        </p:tav>
                                      </p:tavLst>
                                    </p:anim>
                                    <p:anim calcmode="lin" valueType="num">
                                      <p:cBhvr>
                                        <p:cTn id="49" dur="500" fill="hold"/>
                                        <p:tgtEl>
                                          <p:spTgt spid="30"/>
                                        </p:tgtEl>
                                        <p:attrNameLst>
                                          <p:attrName>ppt_h</p:attrName>
                                        </p:attrNameLst>
                                      </p:cBhvr>
                                      <p:tavLst>
                                        <p:tav tm="0">
                                          <p:val>
                                            <p:fltVal val="0"/>
                                          </p:val>
                                        </p:tav>
                                        <p:tav tm="100000">
                                          <p:val>
                                            <p:strVal val="#ppt_h"/>
                                          </p:val>
                                        </p:tav>
                                      </p:tavLst>
                                    </p:anim>
                                    <p:animEffect transition="in" filter="fade">
                                      <p:cBhvr>
                                        <p:cTn id="50" dur="500"/>
                                        <p:tgtEl>
                                          <p:spTgt spid="30"/>
                                        </p:tgtEl>
                                      </p:cBhvr>
                                    </p:animEffect>
                                  </p:childTnLst>
                                </p:cTn>
                              </p:par>
                            </p:childTnLst>
                          </p:cTn>
                        </p:par>
                        <p:par>
                          <p:cTn id="51" fill="hold">
                            <p:stCondLst>
                              <p:cond delay="4000"/>
                            </p:stCondLst>
                            <p:childTnLst>
                              <p:par>
                                <p:cTn id="52" presetID="22" presetClass="entr" presetSubtype="4" fill="hold" grpId="0" nodeType="afterEffect">
                                  <p:stCondLst>
                                    <p:cond delay="0"/>
                                  </p:stCondLst>
                                  <p:childTnLst>
                                    <p:set>
                                      <p:cBhvr>
                                        <p:cTn id="53" dur="1" fill="hold">
                                          <p:stCondLst>
                                            <p:cond delay="0"/>
                                          </p:stCondLst>
                                        </p:cTn>
                                        <p:tgtEl>
                                          <p:spTgt spid="112"/>
                                        </p:tgtEl>
                                        <p:attrNameLst>
                                          <p:attrName>style.visibility</p:attrName>
                                        </p:attrNameLst>
                                      </p:cBhvr>
                                      <p:to>
                                        <p:strVal val="visible"/>
                                      </p:to>
                                    </p:set>
                                    <p:animEffect transition="in" filter="wipe(down)">
                                      <p:cBhvr>
                                        <p:cTn id="54"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1" grpId="0"/>
      <p:bldP spid="112" grpId="0"/>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270000" y="685684"/>
            <a:ext cx="9652000" cy="743494"/>
          </a:xfrm>
        </p:spPr>
        <p:txBody>
          <a:bodyPr/>
          <a:lstStyle/>
          <a:p>
            <a:pPr rtl="1"/>
            <a:r>
              <a:rPr lang="ar-SA" u="sng" dirty="0">
                <a:solidFill>
                  <a:schemeClr val="tx1"/>
                </a:solidFill>
              </a:rPr>
              <a:t>1-	نشأة الفيس بوك</a:t>
            </a:r>
            <a:endParaRPr lang="en-US" u="sng" dirty="0">
              <a:solidFill>
                <a:schemeClr val="tx1"/>
              </a:solidFill>
            </a:endParaRPr>
          </a:p>
        </p:txBody>
      </p:sp>
      <p:grpSp>
        <p:nvGrpSpPr>
          <p:cNvPr id="25" name="Group 24"/>
          <p:cNvGrpSpPr/>
          <p:nvPr/>
        </p:nvGrpSpPr>
        <p:grpSpPr>
          <a:xfrm>
            <a:off x="1426101" y="2657402"/>
            <a:ext cx="1303792" cy="1303792"/>
            <a:chOff x="947582" y="1605917"/>
            <a:chExt cx="1209747" cy="1209747"/>
          </a:xfrm>
        </p:grpSpPr>
        <p:sp>
          <p:nvSpPr>
            <p:cNvPr id="26" name="Sev01"/>
            <p:cNvSpPr/>
            <p:nvPr/>
          </p:nvSpPr>
          <p:spPr>
            <a:xfrm>
              <a:off x="947582" y="1605917"/>
              <a:ext cx="1209747" cy="12097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29" name="Freeform 42"/>
            <p:cNvSpPr>
              <a:spLocks noEditPoints="1"/>
            </p:cNvSpPr>
            <p:nvPr/>
          </p:nvSpPr>
          <p:spPr bwMode="auto">
            <a:xfrm>
              <a:off x="1300095" y="1993569"/>
              <a:ext cx="504720" cy="434443"/>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76" name="Group 75"/>
          <p:cNvGrpSpPr/>
          <p:nvPr/>
        </p:nvGrpSpPr>
        <p:grpSpPr>
          <a:xfrm>
            <a:off x="1147723" y="2392784"/>
            <a:ext cx="1860549" cy="1833033"/>
            <a:chOff x="4783138" y="1916113"/>
            <a:chExt cx="1395412" cy="1374775"/>
          </a:xfrm>
          <a:solidFill>
            <a:schemeClr val="accent1"/>
          </a:solidFill>
        </p:grpSpPr>
        <p:sp>
          <p:nvSpPr>
            <p:cNvPr id="77"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8"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9"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0"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33" name="Group 32"/>
          <p:cNvGrpSpPr/>
          <p:nvPr/>
        </p:nvGrpSpPr>
        <p:grpSpPr>
          <a:xfrm>
            <a:off x="5161822" y="1846966"/>
            <a:ext cx="1303792" cy="1303792"/>
            <a:chOff x="2971937" y="1594694"/>
            <a:chExt cx="1209747" cy="1209747"/>
          </a:xfrm>
        </p:grpSpPr>
        <p:sp>
          <p:nvSpPr>
            <p:cNvPr id="34" name="Sev02"/>
            <p:cNvSpPr/>
            <p:nvPr/>
          </p:nvSpPr>
          <p:spPr>
            <a:xfrm>
              <a:off x="2971937" y="1594694"/>
              <a:ext cx="1209747" cy="12097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8000" dirty="0">
                <a:solidFill>
                  <a:srgbClr val="15AA96">
                    <a:lumMod val="50000"/>
                  </a:srgbClr>
                </a:solidFill>
                <a:latin typeface="FontAwesome" pitchFamily="2" charset="0"/>
              </a:endParaRPr>
            </a:p>
          </p:txBody>
        </p:sp>
        <p:sp>
          <p:nvSpPr>
            <p:cNvPr id="35" name="Freeform 86"/>
            <p:cNvSpPr>
              <a:spLocks noEditPoints="1"/>
            </p:cNvSpPr>
            <p:nvPr/>
          </p:nvSpPr>
          <p:spPr bwMode="auto">
            <a:xfrm>
              <a:off x="3403989" y="1920014"/>
              <a:ext cx="345642" cy="581553"/>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81" name="Group 80"/>
          <p:cNvGrpSpPr/>
          <p:nvPr/>
        </p:nvGrpSpPr>
        <p:grpSpPr>
          <a:xfrm>
            <a:off x="4882829" y="1573970"/>
            <a:ext cx="1860549" cy="1833033"/>
            <a:chOff x="4783138" y="1916113"/>
            <a:chExt cx="1395412" cy="1374775"/>
          </a:xfrm>
          <a:solidFill>
            <a:schemeClr val="accent2"/>
          </a:solidFill>
        </p:grpSpPr>
        <p:sp>
          <p:nvSpPr>
            <p:cNvPr id="82"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3"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4"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5"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30" name="Group 29"/>
          <p:cNvGrpSpPr/>
          <p:nvPr/>
        </p:nvGrpSpPr>
        <p:grpSpPr>
          <a:xfrm>
            <a:off x="8906763" y="2613284"/>
            <a:ext cx="1303792" cy="1303792"/>
            <a:chOff x="5008643" y="1605917"/>
            <a:chExt cx="1209747" cy="1209747"/>
          </a:xfrm>
        </p:grpSpPr>
        <p:sp>
          <p:nvSpPr>
            <p:cNvPr id="31" name="Sev03"/>
            <p:cNvSpPr/>
            <p:nvPr/>
          </p:nvSpPr>
          <p:spPr>
            <a:xfrm>
              <a:off x="5008643" y="1605917"/>
              <a:ext cx="1209747" cy="12097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endParaRPr>
            </a:p>
          </p:txBody>
        </p:sp>
        <p:sp>
          <p:nvSpPr>
            <p:cNvPr id="32" name="Freeform 178"/>
            <p:cNvSpPr>
              <a:spLocks noEditPoints="1"/>
            </p:cNvSpPr>
            <p:nvPr/>
          </p:nvSpPr>
          <p:spPr bwMode="auto">
            <a:xfrm>
              <a:off x="5361156" y="2020721"/>
              <a:ext cx="504720" cy="38013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86" name="Group 85"/>
          <p:cNvGrpSpPr/>
          <p:nvPr/>
        </p:nvGrpSpPr>
        <p:grpSpPr>
          <a:xfrm>
            <a:off x="8632751" y="2329892"/>
            <a:ext cx="1860549" cy="1833033"/>
            <a:chOff x="4783138" y="1916113"/>
            <a:chExt cx="1395412" cy="1374775"/>
          </a:xfrm>
          <a:solidFill>
            <a:schemeClr val="accent3"/>
          </a:solidFill>
        </p:grpSpPr>
        <p:sp>
          <p:nvSpPr>
            <p:cNvPr id="87"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8"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9"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90"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110" name="TextBox 109"/>
          <p:cNvSpPr txBox="1"/>
          <p:nvPr/>
        </p:nvSpPr>
        <p:spPr>
          <a:xfrm>
            <a:off x="165495" y="4424262"/>
            <a:ext cx="3387005" cy="1200329"/>
          </a:xfrm>
          <a:prstGeom prst="rect">
            <a:avLst/>
          </a:prstGeom>
          <a:noFill/>
        </p:spPr>
        <p:txBody>
          <a:bodyPr wrap="square" rtlCol="0">
            <a:spAutoFit/>
          </a:bodyPr>
          <a:lstStyle/>
          <a:p>
            <a:pPr algn="ctr" defTabSz="1375467" rtl="1" fontAlgn="auto">
              <a:spcBef>
                <a:spcPts val="0"/>
              </a:spcBef>
              <a:spcAft>
                <a:spcPts val="0"/>
              </a:spcAft>
            </a:pPr>
            <a:r>
              <a:rPr lang="ar-SA" sz="2400" b="1" dirty="0" smtClean="0">
                <a:solidFill>
                  <a:srgbClr val="237DB9"/>
                </a:solidFill>
                <a:latin typeface="Roboto Condensed"/>
                <a:cs typeface="Simplified Arabic" panose="02020603050405020304" pitchFamily="18" charset="-78"/>
              </a:rPr>
              <a:t>في </a:t>
            </a:r>
            <a:r>
              <a:rPr lang="ar-SA" sz="2400" b="1" dirty="0">
                <a:solidFill>
                  <a:srgbClr val="237DB9"/>
                </a:solidFill>
                <a:latin typeface="Roboto Condensed"/>
                <a:cs typeface="Simplified Arabic" panose="02020603050405020304" pitchFamily="18" charset="-78"/>
              </a:rPr>
              <a:t>شهر يونيو 2004م، تم نقل مقر الفيس بوك إلى مدينة بالو آلتو في ولاية كاليفورنيا</a:t>
            </a:r>
            <a:endParaRPr lang="en-US" sz="1600" dirty="0">
              <a:solidFill>
                <a:srgbClr val="FFFFFF">
                  <a:lumMod val="50000"/>
                </a:srgbClr>
              </a:solidFill>
              <a:latin typeface="Roboto Condensed"/>
              <a:cs typeface="Simplified Arabic" panose="02020603050405020304" pitchFamily="18" charset="-78"/>
            </a:endParaRPr>
          </a:p>
        </p:txBody>
      </p:sp>
      <p:sp>
        <p:nvSpPr>
          <p:cNvPr id="111" name="TextBox 110"/>
          <p:cNvSpPr txBox="1"/>
          <p:nvPr/>
        </p:nvSpPr>
        <p:spPr>
          <a:xfrm>
            <a:off x="3885753" y="3441696"/>
            <a:ext cx="3578529" cy="1200329"/>
          </a:xfrm>
          <a:prstGeom prst="rect">
            <a:avLst/>
          </a:prstGeom>
          <a:noFill/>
        </p:spPr>
        <p:txBody>
          <a:bodyPr wrap="square" rtlCol="0">
            <a:spAutoFit/>
          </a:bodyPr>
          <a:lstStyle/>
          <a:p>
            <a:pPr algn="ctr" defTabSz="1375467" rtl="1" fontAlgn="auto">
              <a:spcBef>
                <a:spcPts val="0"/>
              </a:spcBef>
              <a:spcAft>
                <a:spcPts val="0"/>
              </a:spcAft>
            </a:pPr>
            <a:r>
              <a:rPr lang="ar-SA" sz="2400" b="1" dirty="0" smtClean="0">
                <a:solidFill>
                  <a:srgbClr val="15AA96"/>
                </a:solidFill>
                <a:latin typeface="Roboto Condensed"/>
                <a:cs typeface="Simplified Arabic" panose="02020603050405020304" pitchFamily="18" charset="-78"/>
              </a:rPr>
              <a:t>في </a:t>
            </a:r>
            <a:r>
              <a:rPr lang="ar-SA" sz="2400" b="1" dirty="0">
                <a:solidFill>
                  <a:srgbClr val="15AA96"/>
                </a:solidFill>
                <a:latin typeface="Roboto Condensed"/>
                <a:cs typeface="Simplified Arabic" panose="02020603050405020304" pitchFamily="18" charset="-78"/>
              </a:rPr>
              <a:t>سبتمبر 2005م، قام الفيس بوك بفتح أبوابه ليشمل طلاب لمدارس الثانوية</a:t>
            </a:r>
            <a:endParaRPr lang="en-US" sz="1600" dirty="0">
              <a:solidFill>
                <a:srgbClr val="FFFFFF">
                  <a:lumMod val="50000"/>
                </a:srgbClr>
              </a:solidFill>
              <a:latin typeface="Roboto Condensed"/>
              <a:cs typeface="Simplified Arabic" panose="02020603050405020304" pitchFamily="18" charset="-78"/>
            </a:endParaRPr>
          </a:p>
        </p:txBody>
      </p:sp>
      <p:sp>
        <p:nvSpPr>
          <p:cNvPr id="112" name="TextBox 111"/>
          <p:cNvSpPr txBox="1"/>
          <p:nvPr/>
        </p:nvSpPr>
        <p:spPr>
          <a:xfrm>
            <a:off x="6806287" y="4120469"/>
            <a:ext cx="5071254" cy="2308324"/>
          </a:xfrm>
          <a:prstGeom prst="rect">
            <a:avLst/>
          </a:prstGeom>
          <a:noFill/>
        </p:spPr>
        <p:txBody>
          <a:bodyPr wrap="square" rtlCol="0">
            <a:spAutoFit/>
          </a:bodyPr>
          <a:lstStyle/>
          <a:p>
            <a:pPr algn="ctr" defTabSz="1375467" rtl="1" fontAlgn="auto">
              <a:spcBef>
                <a:spcPts val="0"/>
              </a:spcBef>
              <a:spcAft>
                <a:spcPts val="0"/>
              </a:spcAft>
            </a:pPr>
            <a:r>
              <a:rPr lang="ar-SA" sz="2400" b="1" dirty="0" smtClean="0">
                <a:solidFill>
                  <a:srgbClr val="9BB955"/>
                </a:solidFill>
                <a:latin typeface="Roboto Condensed"/>
                <a:cs typeface="Simplified Arabic" panose="02020603050405020304" pitchFamily="18" charset="-78"/>
              </a:rPr>
              <a:t>في </a:t>
            </a:r>
            <a:r>
              <a:rPr lang="ar-SA" sz="2400" b="1" dirty="0">
                <a:solidFill>
                  <a:srgbClr val="9BB955"/>
                </a:solidFill>
                <a:latin typeface="Roboto Condensed"/>
                <a:cs typeface="Simplified Arabic" panose="02020603050405020304" pitchFamily="18" charset="-78"/>
              </a:rPr>
              <a:t>سبتمبر 2006م، قرر زوكربيرغ أن يفتح أبواب موقعه أمام كل من يرغب في استخدامه، وكانت النتيجة طفرة في عدد مستخدمي الموقع؛ إذ ارتفع العدد من (12) مليون مستخدماً عام (2006) إلى أكثر من (40) مليون مستخدماً في بداية عام (2007)</a:t>
            </a:r>
            <a:endParaRPr lang="en-US" sz="1600" dirty="0">
              <a:solidFill>
                <a:srgbClr val="FFFFFF">
                  <a:lumMod val="50000"/>
                </a:srgbClr>
              </a:solidFill>
              <a:latin typeface="Roboto Condensed"/>
              <a:cs typeface="Simplified Arabic" panose="02020603050405020304" pitchFamily="18" charset="-78"/>
            </a:endParaRPr>
          </a:p>
        </p:txBody>
      </p:sp>
      <p:sp>
        <p:nvSpPr>
          <p:cNvPr id="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16093934"/>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p:cTn id="7" dur="500" fill="hold"/>
                                        <p:tgtEl>
                                          <p:spTgt spid="76"/>
                                        </p:tgtEl>
                                        <p:attrNameLst>
                                          <p:attrName>ppt_w</p:attrName>
                                        </p:attrNameLst>
                                      </p:cBhvr>
                                      <p:tavLst>
                                        <p:tav tm="0">
                                          <p:val>
                                            <p:fltVal val="0"/>
                                          </p:val>
                                        </p:tav>
                                        <p:tav tm="100000">
                                          <p:val>
                                            <p:strVal val="#ppt_w"/>
                                          </p:val>
                                        </p:tav>
                                      </p:tavLst>
                                    </p:anim>
                                    <p:anim calcmode="lin" valueType="num">
                                      <p:cBhvr>
                                        <p:cTn id="8" dur="500" fill="hold"/>
                                        <p:tgtEl>
                                          <p:spTgt spid="76"/>
                                        </p:tgtEl>
                                        <p:attrNameLst>
                                          <p:attrName>ppt_h</p:attrName>
                                        </p:attrNameLst>
                                      </p:cBhvr>
                                      <p:tavLst>
                                        <p:tav tm="0">
                                          <p:val>
                                            <p:fltVal val="0"/>
                                          </p:val>
                                        </p:tav>
                                        <p:tav tm="100000">
                                          <p:val>
                                            <p:strVal val="#ppt_h"/>
                                          </p:val>
                                        </p:tav>
                                      </p:tavLst>
                                    </p:anim>
                                    <p:anim calcmode="lin" valueType="num">
                                      <p:cBhvr>
                                        <p:cTn id="9" dur="500" fill="hold"/>
                                        <p:tgtEl>
                                          <p:spTgt spid="76"/>
                                        </p:tgtEl>
                                        <p:attrNameLst>
                                          <p:attrName>style.rotation</p:attrName>
                                        </p:attrNameLst>
                                      </p:cBhvr>
                                      <p:tavLst>
                                        <p:tav tm="0">
                                          <p:val>
                                            <p:fltVal val="360"/>
                                          </p:val>
                                        </p:tav>
                                        <p:tav tm="100000">
                                          <p:val>
                                            <p:fltVal val="0"/>
                                          </p:val>
                                        </p:tav>
                                      </p:tavLst>
                                    </p:anim>
                                    <p:animEffect transition="in" filter="fade">
                                      <p:cBhvr>
                                        <p:cTn id="10" dur="500"/>
                                        <p:tgtEl>
                                          <p:spTgt spid="76"/>
                                        </p:tgtEl>
                                      </p:cBhvr>
                                    </p:animEffect>
                                  </p:childTnLst>
                                </p:cTn>
                              </p:par>
                            </p:childTnLst>
                          </p:cTn>
                        </p:par>
                        <p:par>
                          <p:cTn id="11" fill="hold">
                            <p:stCondLst>
                              <p:cond delay="500"/>
                            </p:stCondLst>
                            <p:childTnLst>
                              <p:par>
                                <p:cTn id="12" presetID="53" presetClass="entr" presetSubtype="0" fill="hold" nodeType="after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p:cTn id="14" dur="500" fill="hold"/>
                                        <p:tgtEl>
                                          <p:spTgt spid="25"/>
                                        </p:tgtEl>
                                        <p:attrNameLst>
                                          <p:attrName>ppt_w</p:attrName>
                                        </p:attrNameLst>
                                      </p:cBhvr>
                                      <p:tavLst>
                                        <p:tav tm="0">
                                          <p:val>
                                            <p:fltVal val="0"/>
                                          </p:val>
                                        </p:tav>
                                        <p:tav tm="100000">
                                          <p:val>
                                            <p:strVal val="#ppt_w"/>
                                          </p:val>
                                        </p:tav>
                                      </p:tavLst>
                                    </p:anim>
                                    <p:anim calcmode="lin" valueType="num">
                                      <p:cBhvr>
                                        <p:cTn id="15" dur="500" fill="hold"/>
                                        <p:tgtEl>
                                          <p:spTgt spid="25"/>
                                        </p:tgtEl>
                                        <p:attrNameLst>
                                          <p:attrName>ppt_h</p:attrName>
                                        </p:attrNameLst>
                                      </p:cBhvr>
                                      <p:tavLst>
                                        <p:tav tm="0">
                                          <p:val>
                                            <p:fltVal val="0"/>
                                          </p:val>
                                        </p:tav>
                                        <p:tav tm="100000">
                                          <p:val>
                                            <p:strVal val="#ppt_h"/>
                                          </p:val>
                                        </p:tav>
                                      </p:tavLst>
                                    </p:anim>
                                    <p:animEffect transition="in" filter="fade">
                                      <p:cBhvr>
                                        <p:cTn id="16" dur="500"/>
                                        <p:tgtEl>
                                          <p:spTgt spid="25"/>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110"/>
                                        </p:tgtEl>
                                        <p:attrNameLst>
                                          <p:attrName>style.visibility</p:attrName>
                                        </p:attrNameLst>
                                      </p:cBhvr>
                                      <p:to>
                                        <p:strVal val="visible"/>
                                      </p:to>
                                    </p:set>
                                    <p:animEffect transition="in" filter="wipe(down)">
                                      <p:cBhvr>
                                        <p:cTn id="20" dur="500"/>
                                        <p:tgtEl>
                                          <p:spTgt spid="110"/>
                                        </p:tgtEl>
                                      </p:cBhvr>
                                    </p:animEffect>
                                  </p:childTnLst>
                                </p:cTn>
                              </p:par>
                            </p:childTnLst>
                          </p:cTn>
                        </p:par>
                        <p:par>
                          <p:cTn id="21" fill="hold">
                            <p:stCondLst>
                              <p:cond delay="1500"/>
                            </p:stCondLst>
                            <p:childTnLst>
                              <p:par>
                                <p:cTn id="22" presetID="49" presetClass="entr" presetSubtype="0" decel="100000" fill="hold" nodeType="afterEffect">
                                  <p:stCondLst>
                                    <p:cond delay="0"/>
                                  </p:stCondLst>
                                  <p:childTnLst>
                                    <p:set>
                                      <p:cBhvr>
                                        <p:cTn id="23" dur="1" fill="hold">
                                          <p:stCondLst>
                                            <p:cond delay="0"/>
                                          </p:stCondLst>
                                        </p:cTn>
                                        <p:tgtEl>
                                          <p:spTgt spid="81"/>
                                        </p:tgtEl>
                                        <p:attrNameLst>
                                          <p:attrName>style.visibility</p:attrName>
                                        </p:attrNameLst>
                                      </p:cBhvr>
                                      <p:to>
                                        <p:strVal val="visible"/>
                                      </p:to>
                                    </p:set>
                                    <p:anim calcmode="lin" valueType="num">
                                      <p:cBhvr>
                                        <p:cTn id="24" dur="500" fill="hold"/>
                                        <p:tgtEl>
                                          <p:spTgt spid="81"/>
                                        </p:tgtEl>
                                        <p:attrNameLst>
                                          <p:attrName>ppt_w</p:attrName>
                                        </p:attrNameLst>
                                      </p:cBhvr>
                                      <p:tavLst>
                                        <p:tav tm="0">
                                          <p:val>
                                            <p:fltVal val="0"/>
                                          </p:val>
                                        </p:tav>
                                        <p:tav tm="100000">
                                          <p:val>
                                            <p:strVal val="#ppt_w"/>
                                          </p:val>
                                        </p:tav>
                                      </p:tavLst>
                                    </p:anim>
                                    <p:anim calcmode="lin" valueType="num">
                                      <p:cBhvr>
                                        <p:cTn id="25" dur="500" fill="hold"/>
                                        <p:tgtEl>
                                          <p:spTgt spid="81"/>
                                        </p:tgtEl>
                                        <p:attrNameLst>
                                          <p:attrName>ppt_h</p:attrName>
                                        </p:attrNameLst>
                                      </p:cBhvr>
                                      <p:tavLst>
                                        <p:tav tm="0">
                                          <p:val>
                                            <p:fltVal val="0"/>
                                          </p:val>
                                        </p:tav>
                                        <p:tav tm="100000">
                                          <p:val>
                                            <p:strVal val="#ppt_h"/>
                                          </p:val>
                                        </p:tav>
                                      </p:tavLst>
                                    </p:anim>
                                    <p:anim calcmode="lin" valueType="num">
                                      <p:cBhvr>
                                        <p:cTn id="26" dur="500" fill="hold"/>
                                        <p:tgtEl>
                                          <p:spTgt spid="81"/>
                                        </p:tgtEl>
                                        <p:attrNameLst>
                                          <p:attrName>style.rotation</p:attrName>
                                        </p:attrNameLst>
                                      </p:cBhvr>
                                      <p:tavLst>
                                        <p:tav tm="0">
                                          <p:val>
                                            <p:fltVal val="360"/>
                                          </p:val>
                                        </p:tav>
                                        <p:tav tm="100000">
                                          <p:val>
                                            <p:fltVal val="0"/>
                                          </p:val>
                                        </p:tav>
                                      </p:tavLst>
                                    </p:anim>
                                    <p:animEffect transition="in" filter="fade">
                                      <p:cBhvr>
                                        <p:cTn id="27" dur="500"/>
                                        <p:tgtEl>
                                          <p:spTgt spid="81"/>
                                        </p:tgtEl>
                                      </p:cBhvr>
                                    </p:animEffect>
                                  </p:childTnLst>
                                </p:cTn>
                              </p:par>
                            </p:childTnLst>
                          </p:cTn>
                        </p:par>
                        <p:par>
                          <p:cTn id="28" fill="hold">
                            <p:stCondLst>
                              <p:cond delay="2000"/>
                            </p:stCondLst>
                            <p:childTnLst>
                              <p:par>
                                <p:cTn id="29" presetID="53" presetClass="entr" presetSubtype="0" fill="hold" nodeType="afterEffect">
                                  <p:stCondLst>
                                    <p:cond delay="0"/>
                                  </p:stCondLst>
                                  <p:childTnLst>
                                    <p:set>
                                      <p:cBhvr>
                                        <p:cTn id="30" dur="1" fill="hold">
                                          <p:stCondLst>
                                            <p:cond delay="0"/>
                                          </p:stCondLst>
                                        </p:cTn>
                                        <p:tgtEl>
                                          <p:spTgt spid="33"/>
                                        </p:tgtEl>
                                        <p:attrNameLst>
                                          <p:attrName>style.visibility</p:attrName>
                                        </p:attrNameLst>
                                      </p:cBhvr>
                                      <p:to>
                                        <p:strVal val="visible"/>
                                      </p:to>
                                    </p:set>
                                    <p:anim calcmode="lin" valueType="num">
                                      <p:cBhvr>
                                        <p:cTn id="31" dur="500" fill="hold"/>
                                        <p:tgtEl>
                                          <p:spTgt spid="33"/>
                                        </p:tgtEl>
                                        <p:attrNameLst>
                                          <p:attrName>ppt_w</p:attrName>
                                        </p:attrNameLst>
                                      </p:cBhvr>
                                      <p:tavLst>
                                        <p:tav tm="0">
                                          <p:val>
                                            <p:fltVal val="0"/>
                                          </p:val>
                                        </p:tav>
                                        <p:tav tm="100000">
                                          <p:val>
                                            <p:strVal val="#ppt_w"/>
                                          </p:val>
                                        </p:tav>
                                      </p:tavLst>
                                    </p:anim>
                                    <p:anim calcmode="lin" valueType="num">
                                      <p:cBhvr>
                                        <p:cTn id="32" dur="500" fill="hold"/>
                                        <p:tgtEl>
                                          <p:spTgt spid="33"/>
                                        </p:tgtEl>
                                        <p:attrNameLst>
                                          <p:attrName>ppt_h</p:attrName>
                                        </p:attrNameLst>
                                      </p:cBhvr>
                                      <p:tavLst>
                                        <p:tav tm="0">
                                          <p:val>
                                            <p:fltVal val="0"/>
                                          </p:val>
                                        </p:tav>
                                        <p:tav tm="100000">
                                          <p:val>
                                            <p:strVal val="#ppt_h"/>
                                          </p:val>
                                        </p:tav>
                                      </p:tavLst>
                                    </p:anim>
                                    <p:animEffect transition="in" filter="fade">
                                      <p:cBhvr>
                                        <p:cTn id="33" dur="500"/>
                                        <p:tgtEl>
                                          <p:spTgt spid="33"/>
                                        </p:tgtEl>
                                      </p:cBhvr>
                                    </p:animEffect>
                                  </p:childTnLst>
                                </p:cTn>
                              </p:par>
                            </p:childTnLst>
                          </p:cTn>
                        </p:par>
                        <p:par>
                          <p:cTn id="34" fill="hold">
                            <p:stCondLst>
                              <p:cond delay="2500"/>
                            </p:stCondLst>
                            <p:childTnLst>
                              <p:par>
                                <p:cTn id="35" presetID="22" presetClass="entr" presetSubtype="4" fill="hold" grpId="0" nodeType="afterEffect">
                                  <p:stCondLst>
                                    <p:cond delay="0"/>
                                  </p:stCondLst>
                                  <p:childTnLst>
                                    <p:set>
                                      <p:cBhvr>
                                        <p:cTn id="36" dur="1" fill="hold">
                                          <p:stCondLst>
                                            <p:cond delay="0"/>
                                          </p:stCondLst>
                                        </p:cTn>
                                        <p:tgtEl>
                                          <p:spTgt spid="111"/>
                                        </p:tgtEl>
                                        <p:attrNameLst>
                                          <p:attrName>style.visibility</p:attrName>
                                        </p:attrNameLst>
                                      </p:cBhvr>
                                      <p:to>
                                        <p:strVal val="visible"/>
                                      </p:to>
                                    </p:set>
                                    <p:animEffect transition="in" filter="wipe(down)">
                                      <p:cBhvr>
                                        <p:cTn id="37" dur="500"/>
                                        <p:tgtEl>
                                          <p:spTgt spid="111"/>
                                        </p:tgtEl>
                                      </p:cBhvr>
                                    </p:animEffect>
                                  </p:childTnLst>
                                </p:cTn>
                              </p:par>
                            </p:childTnLst>
                          </p:cTn>
                        </p:par>
                        <p:par>
                          <p:cTn id="38" fill="hold">
                            <p:stCondLst>
                              <p:cond delay="3000"/>
                            </p:stCondLst>
                            <p:childTnLst>
                              <p:par>
                                <p:cTn id="39" presetID="49" presetClass="entr" presetSubtype="0" decel="100000" fill="hold" nodeType="afterEffect">
                                  <p:stCondLst>
                                    <p:cond delay="0"/>
                                  </p:stCondLst>
                                  <p:childTnLst>
                                    <p:set>
                                      <p:cBhvr>
                                        <p:cTn id="40" dur="1" fill="hold">
                                          <p:stCondLst>
                                            <p:cond delay="0"/>
                                          </p:stCondLst>
                                        </p:cTn>
                                        <p:tgtEl>
                                          <p:spTgt spid="86"/>
                                        </p:tgtEl>
                                        <p:attrNameLst>
                                          <p:attrName>style.visibility</p:attrName>
                                        </p:attrNameLst>
                                      </p:cBhvr>
                                      <p:to>
                                        <p:strVal val="visible"/>
                                      </p:to>
                                    </p:set>
                                    <p:anim calcmode="lin" valueType="num">
                                      <p:cBhvr>
                                        <p:cTn id="41" dur="500" fill="hold"/>
                                        <p:tgtEl>
                                          <p:spTgt spid="86"/>
                                        </p:tgtEl>
                                        <p:attrNameLst>
                                          <p:attrName>ppt_w</p:attrName>
                                        </p:attrNameLst>
                                      </p:cBhvr>
                                      <p:tavLst>
                                        <p:tav tm="0">
                                          <p:val>
                                            <p:fltVal val="0"/>
                                          </p:val>
                                        </p:tav>
                                        <p:tav tm="100000">
                                          <p:val>
                                            <p:strVal val="#ppt_w"/>
                                          </p:val>
                                        </p:tav>
                                      </p:tavLst>
                                    </p:anim>
                                    <p:anim calcmode="lin" valueType="num">
                                      <p:cBhvr>
                                        <p:cTn id="42" dur="500" fill="hold"/>
                                        <p:tgtEl>
                                          <p:spTgt spid="86"/>
                                        </p:tgtEl>
                                        <p:attrNameLst>
                                          <p:attrName>ppt_h</p:attrName>
                                        </p:attrNameLst>
                                      </p:cBhvr>
                                      <p:tavLst>
                                        <p:tav tm="0">
                                          <p:val>
                                            <p:fltVal val="0"/>
                                          </p:val>
                                        </p:tav>
                                        <p:tav tm="100000">
                                          <p:val>
                                            <p:strVal val="#ppt_h"/>
                                          </p:val>
                                        </p:tav>
                                      </p:tavLst>
                                    </p:anim>
                                    <p:anim calcmode="lin" valueType="num">
                                      <p:cBhvr>
                                        <p:cTn id="43" dur="500" fill="hold"/>
                                        <p:tgtEl>
                                          <p:spTgt spid="86"/>
                                        </p:tgtEl>
                                        <p:attrNameLst>
                                          <p:attrName>style.rotation</p:attrName>
                                        </p:attrNameLst>
                                      </p:cBhvr>
                                      <p:tavLst>
                                        <p:tav tm="0">
                                          <p:val>
                                            <p:fltVal val="360"/>
                                          </p:val>
                                        </p:tav>
                                        <p:tav tm="100000">
                                          <p:val>
                                            <p:fltVal val="0"/>
                                          </p:val>
                                        </p:tav>
                                      </p:tavLst>
                                    </p:anim>
                                    <p:animEffect transition="in" filter="fade">
                                      <p:cBhvr>
                                        <p:cTn id="44" dur="500"/>
                                        <p:tgtEl>
                                          <p:spTgt spid="86"/>
                                        </p:tgtEl>
                                      </p:cBhvr>
                                    </p:animEffect>
                                  </p:childTnLst>
                                </p:cTn>
                              </p:par>
                            </p:childTnLst>
                          </p:cTn>
                        </p:par>
                        <p:par>
                          <p:cTn id="45" fill="hold">
                            <p:stCondLst>
                              <p:cond delay="3500"/>
                            </p:stCondLst>
                            <p:childTnLst>
                              <p:par>
                                <p:cTn id="46" presetID="53" presetClass="entr" presetSubtype="0" fill="hold" nodeType="afterEffect">
                                  <p:stCondLst>
                                    <p:cond delay="0"/>
                                  </p:stCondLst>
                                  <p:childTnLst>
                                    <p:set>
                                      <p:cBhvr>
                                        <p:cTn id="47" dur="1" fill="hold">
                                          <p:stCondLst>
                                            <p:cond delay="0"/>
                                          </p:stCondLst>
                                        </p:cTn>
                                        <p:tgtEl>
                                          <p:spTgt spid="30"/>
                                        </p:tgtEl>
                                        <p:attrNameLst>
                                          <p:attrName>style.visibility</p:attrName>
                                        </p:attrNameLst>
                                      </p:cBhvr>
                                      <p:to>
                                        <p:strVal val="visible"/>
                                      </p:to>
                                    </p:set>
                                    <p:anim calcmode="lin" valueType="num">
                                      <p:cBhvr>
                                        <p:cTn id="48" dur="500" fill="hold"/>
                                        <p:tgtEl>
                                          <p:spTgt spid="30"/>
                                        </p:tgtEl>
                                        <p:attrNameLst>
                                          <p:attrName>ppt_w</p:attrName>
                                        </p:attrNameLst>
                                      </p:cBhvr>
                                      <p:tavLst>
                                        <p:tav tm="0">
                                          <p:val>
                                            <p:fltVal val="0"/>
                                          </p:val>
                                        </p:tav>
                                        <p:tav tm="100000">
                                          <p:val>
                                            <p:strVal val="#ppt_w"/>
                                          </p:val>
                                        </p:tav>
                                      </p:tavLst>
                                    </p:anim>
                                    <p:anim calcmode="lin" valueType="num">
                                      <p:cBhvr>
                                        <p:cTn id="49" dur="500" fill="hold"/>
                                        <p:tgtEl>
                                          <p:spTgt spid="30"/>
                                        </p:tgtEl>
                                        <p:attrNameLst>
                                          <p:attrName>ppt_h</p:attrName>
                                        </p:attrNameLst>
                                      </p:cBhvr>
                                      <p:tavLst>
                                        <p:tav tm="0">
                                          <p:val>
                                            <p:fltVal val="0"/>
                                          </p:val>
                                        </p:tav>
                                        <p:tav tm="100000">
                                          <p:val>
                                            <p:strVal val="#ppt_h"/>
                                          </p:val>
                                        </p:tav>
                                      </p:tavLst>
                                    </p:anim>
                                    <p:animEffect transition="in" filter="fade">
                                      <p:cBhvr>
                                        <p:cTn id="50" dur="500"/>
                                        <p:tgtEl>
                                          <p:spTgt spid="30"/>
                                        </p:tgtEl>
                                      </p:cBhvr>
                                    </p:animEffect>
                                  </p:childTnLst>
                                </p:cTn>
                              </p:par>
                            </p:childTnLst>
                          </p:cTn>
                        </p:par>
                        <p:par>
                          <p:cTn id="51" fill="hold">
                            <p:stCondLst>
                              <p:cond delay="4000"/>
                            </p:stCondLst>
                            <p:childTnLst>
                              <p:par>
                                <p:cTn id="52" presetID="22" presetClass="entr" presetSubtype="4" fill="hold" grpId="0" nodeType="afterEffect">
                                  <p:stCondLst>
                                    <p:cond delay="0"/>
                                  </p:stCondLst>
                                  <p:childTnLst>
                                    <p:set>
                                      <p:cBhvr>
                                        <p:cTn id="53" dur="1" fill="hold">
                                          <p:stCondLst>
                                            <p:cond delay="0"/>
                                          </p:stCondLst>
                                        </p:cTn>
                                        <p:tgtEl>
                                          <p:spTgt spid="112"/>
                                        </p:tgtEl>
                                        <p:attrNameLst>
                                          <p:attrName>style.visibility</p:attrName>
                                        </p:attrNameLst>
                                      </p:cBhvr>
                                      <p:to>
                                        <p:strVal val="visible"/>
                                      </p:to>
                                    </p:set>
                                    <p:animEffect transition="in" filter="wipe(down)">
                                      <p:cBhvr>
                                        <p:cTn id="54"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1" grpId="0"/>
      <p:bldP spid="112" grpId="0"/>
    </p:bld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126971" y="480449"/>
            <a:ext cx="9652000" cy="743494"/>
          </a:xfrm>
        </p:spPr>
        <p:txBody>
          <a:bodyPr/>
          <a:lstStyle/>
          <a:p>
            <a:pPr rtl="1"/>
            <a:r>
              <a:rPr lang="ar-SA" u="sng" dirty="0">
                <a:solidFill>
                  <a:schemeClr val="tx1"/>
                </a:solidFill>
              </a:rPr>
              <a:t>1-	نشأة الفيس بوك</a:t>
            </a:r>
            <a:endParaRPr lang="en-US" u="sng" dirty="0">
              <a:solidFill>
                <a:schemeClr val="tx1"/>
              </a:solidFill>
            </a:endParaRPr>
          </a:p>
        </p:txBody>
      </p:sp>
      <p:grpSp>
        <p:nvGrpSpPr>
          <p:cNvPr id="25" name="Group 24"/>
          <p:cNvGrpSpPr/>
          <p:nvPr/>
        </p:nvGrpSpPr>
        <p:grpSpPr>
          <a:xfrm>
            <a:off x="2391512" y="2657402"/>
            <a:ext cx="1303792" cy="1303792"/>
            <a:chOff x="947582" y="1605917"/>
            <a:chExt cx="1209747" cy="1209747"/>
          </a:xfrm>
        </p:grpSpPr>
        <p:sp>
          <p:nvSpPr>
            <p:cNvPr id="26" name="Sev01"/>
            <p:cNvSpPr/>
            <p:nvPr/>
          </p:nvSpPr>
          <p:spPr>
            <a:xfrm>
              <a:off x="947582" y="1605917"/>
              <a:ext cx="1209747" cy="12097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29" name="Freeform 42"/>
            <p:cNvSpPr>
              <a:spLocks noEditPoints="1"/>
            </p:cNvSpPr>
            <p:nvPr/>
          </p:nvSpPr>
          <p:spPr bwMode="auto">
            <a:xfrm>
              <a:off x="1300095" y="1993569"/>
              <a:ext cx="504720" cy="434443"/>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76" name="Group 75"/>
          <p:cNvGrpSpPr/>
          <p:nvPr/>
        </p:nvGrpSpPr>
        <p:grpSpPr>
          <a:xfrm>
            <a:off x="2113134" y="2392784"/>
            <a:ext cx="1860549" cy="1833033"/>
            <a:chOff x="4783138" y="1916113"/>
            <a:chExt cx="1395412" cy="1374775"/>
          </a:xfrm>
          <a:solidFill>
            <a:schemeClr val="accent1"/>
          </a:solidFill>
        </p:grpSpPr>
        <p:sp>
          <p:nvSpPr>
            <p:cNvPr id="77"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8"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9"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0"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30" name="Group 29"/>
          <p:cNvGrpSpPr/>
          <p:nvPr/>
        </p:nvGrpSpPr>
        <p:grpSpPr>
          <a:xfrm>
            <a:off x="7958496" y="2669902"/>
            <a:ext cx="1303792" cy="1303792"/>
            <a:chOff x="5008643" y="1605917"/>
            <a:chExt cx="1209747" cy="1209747"/>
          </a:xfrm>
        </p:grpSpPr>
        <p:sp>
          <p:nvSpPr>
            <p:cNvPr id="31" name="Sev03"/>
            <p:cNvSpPr/>
            <p:nvPr/>
          </p:nvSpPr>
          <p:spPr>
            <a:xfrm>
              <a:off x="5008643" y="1605917"/>
              <a:ext cx="1209747" cy="12097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endParaRPr>
            </a:p>
          </p:txBody>
        </p:sp>
        <p:sp>
          <p:nvSpPr>
            <p:cNvPr id="32" name="Freeform 178"/>
            <p:cNvSpPr>
              <a:spLocks noEditPoints="1"/>
            </p:cNvSpPr>
            <p:nvPr/>
          </p:nvSpPr>
          <p:spPr bwMode="auto">
            <a:xfrm>
              <a:off x="5361156" y="2020721"/>
              <a:ext cx="504720" cy="38013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86" name="Group 85"/>
          <p:cNvGrpSpPr/>
          <p:nvPr/>
        </p:nvGrpSpPr>
        <p:grpSpPr>
          <a:xfrm>
            <a:off x="7684484" y="2386510"/>
            <a:ext cx="1860549" cy="1833033"/>
            <a:chOff x="4783138" y="1916113"/>
            <a:chExt cx="1395412" cy="1374775"/>
          </a:xfrm>
          <a:solidFill>
            <a:schemeClr val="accent3"/>
          </a:solidFill>
        </p:grpSpPr>
        <p:sp>
          <p:nvSpPr>
            <p:cNvPr id="87"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8"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9"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90"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110" name="TextBox 109"/>
          <p:cNvSpPr txBox="1"/>
          <p:nvPr/>
        </p:nvSpPr>
        <p:spPr>
          <a:xfrm>
            <a:off x="425302" y="4424262"/>
            <a:ext cx="4092609" cy="1815882"/>
          </a:xfrm>
          <a:prstGeom prst="rect">
            <a:avLst/>
          </a:prstGeom>
          <a:noFill/>
        </p:spPr>
        <p:txBody>
          <a:bodyPr wrap="square" rtlCol="0">
            <a:spAutoFit/>
          </a:bodyPr>
          <a:lstStyle/>
          <a:p>
            <a:pPr algn="ctr" defTabSz="1375467" rtl="1" fontAlgn="auto">
              <a:spcBef>
                <a:spcPts val="0"/>
              </a:spcBef>
              <a:spcAft>
                <a:spcPts val="0"/>
              </a:spcAft>
            </a:pPr>
            <a:r>
              <a:rPr lang="ar-SA" sz="2800" b="1" dirty="0" smtClean="0">
                <a:solidFill>
                  <a:srgbClr val="237DB9"/>
                </a:solidFill>
                <a:latin typeface="Roboto Condensed"/>
                <a:cs typeface="Simplified Arabic" panose="02020603050405020304" pitchFamily="18" charset="-78"/>
              </a:rPr>
              <a:t>في </a:t>
            </a:r>
            <a:r>
              <a:rPr lang="ar-SA" sz="2800" b="1" dirty="0">
                <a:solidFill>
                  <a:srgbClr val="237DB9"/>
                </a:solidFill>
                <a:latin typeface="Roboto Condensed"/>
                <a:cs typeface="Simplified Arabic" panose="02020603050405020304" pitchFamily="18" charset="-78"/>
              </a:rPr>
              <a:t>أكتوبر 2008م، نقلت إدارة الفيس بوك مقر الموقع إلى مدينة دبلين عاصمة إيرلندا لتكون مقرًا دوليًا له</a:t>
            </a:r>
            <a:endParaRPr lang="en-US" sz="2800" dirty="0">
              <a:solidFill>
                <a:srgbClr val="FFFFFF">
                  <a:lumMod val="50000"/>
                </a:srgbClr>
              </a:solidFill>
              <a:latin typeface="Roboto Condensed"/>
              <a:cs typeface="Simplified Arabic" panose="02020603050405020304" pitchFamily="18" charset="-78"/>
            </a:endParaRPr>
          </a:p>
        </p:txBody>
      </p:sp>
      <p:sp>
        <p:nvSpPr>
          <p:cNvPr id="112" name="TextBox 111"/>
          <p:cNvSpPr txBox="1"/>
          <p:nvPr/>
        </p:nvSpPr>
        <p:spPr>
          <a:xfrm>
            <a:off x="6450547" y="4641315"/>
            <a:ext cx="4328424" cy="830997"/>
          </a:xfrm>
          <a:prstGeom prst="rect">
            <a:avLst/>
          </a:prstGeom>
          <a:noFill/>
        </p:spPr>
        <p:txBody>
          <a:bodyPr wrap="square" rtlCol="0">
            <a:spAutoFit/>
          </a:bodyPr>
          <a:lstStyle/>
          <a:p>
            <a:pPr algn="ctr" defTabSz="1375467" rtl="1" fontAlgn="auto">
              <a:spcBef>
                <a:spcPts val="0"/>
              </a:spcBef>
              <a:spcAft>
                <a:spcPts val="0"/>
              </a:spcAft>
            </a:pPr>
            <a:r>
              <a:rPr lang="ar-SA" sz="2400" b="1" dirty="0" smtClean="0">
                <a:solidFill>
                  <a:srgbClr val="9BB955"/>
                </a:solidFill>
                <a:latin typeface="Roboto Condensed"/>
                <a:cs typeface="Simplified Arabic" panose="02020603050405020304" pitchFamily="18" charset="-78"/>
              </a:rPr>
              <a:t>في </a:t>
            </a:r>
            <a:r>
              <a:rPr lang="ar-SA" sz="2400" b="1" dirty="0">
                <a:solidFill>
                  <a:srgbClr val="9BB955"/>
                </a:solidFill>
                <a:latin typeface="Roboto Condensed"/>
                <a:cs typeface="Simplified Arabic" panose="02020603050405020304" pitchFamily="18" charset="-78"/>
              </a:rPr>
              <a:t>ديسمبر 2013م، أضافت الفيسبوك مجموعة جديدة من الأيقونات</a:t>
            </a:r>
            <a:endParaRPr lang="en-US" sz="1600" dirty="0">
              <a:solidFill>
                <a:srgbClr val="FFFFFF">
                  <a:lumMod val="50000"/>
                </a:srgbClr>
              </a:solidFill>
              <a:latin typeface="Roboto Condensed"/>
              <a:cs typeface="Simplified Arabic" panose="02020603050405020304" pitchFamily="18" charset="-78"/>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40133610"/>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p:cTn id="7" dur="500" fill="hold"/>
                                        <p:tgtEl>
                                          <p:spTgt spid="76"/>
                                        </p:tgtEl>
                                        <p:attrNameLst>
                                          <p:attrName>ppt_w</p:attrName>
                                        </p:attrNameLst>
                                      </p:cBhvr>
                                      <p:tavLst>
                                        <p:tav tm="0">
                                          <p:val>
                                            <p:fltVal val="0"/>
                                          </p:val>
                                        </p:tav>
                                        <p:tav tm="100000">
                                          <p:val>
                                            <p:strVal val="#ppt_w"/>
                                          </p:val>
                                        </p:tav>
                                      </p:tavLst>
                                    </p:anim>
                                    <p:anim calcmode="lin" valueType="num">
                                      <p:cBhvr>
                                        <p:cTn id="8" dur="500" fill="hold"/>
                                        <p:tgtEl>
                                          <p:spTgt spid="76"/>
                                        </p:tgtEl>
                                        <p:attrNameLst>
                                          <p:attrName>ppt_h</p:attrName>
                                        </p:attrNameLst>
                                      </p:cBhvr>
                                      <p:tavLst>
                                        <p:tav tm="0">
                                          <p:val>
                                            <p:fltVal val="0"/>
                                          </p:val>
                                        </p:tav>
                                        <p:tav tm="100000">
                                          <p:val>
                                            <p:strVal val="#ppt_h"/>
                                          </p:val>
                                        </p:tav>
                                      </p:tavLst>
                                    </p:anim>
                                    <p:anim calcmode="lin" valueType="num">
                                      <p:cBhvr>
                                        <p:cTn id="9" dur="500" fill="hold"/>
                                        <p:tgtEl>
                                          <p:spTgt spid="76"/>
                                        </p:tgtEl>
                                        <p:attrNameLst>
                                          <p:attrName>style.rotation</p:attrName>
                                        </p:attrNameLst>
                                      </p:cBhvr>
                                      <p:tavLst>
                                        <p:tav tm="0">
                                          <p:val>
                                            <p:fltVal val="360"/>
                                          </p:val>
                                        </p:tav>
                                        <p:tav tm="100000">
                                          <p:val>
                                            <p:fltVal val="0"/>
                                          </p:val>
                                        </p:tav>
                                      </p:tavLst>
                                    </p:anim>
                                    <p:animEffect transition="in" filter="fade">
                                      <p:cBhvr>
                                        <p:cTn id="10" dur="500"/>
                                        <p:tgtEl>
                                          <p:spTgt spid="76"/>
                                        </p:tgtEl>
                                      </p:cBhvr>
                                    </p:animEffect>
                                  </p:childTnLst>
                                </p:cTn>
                              </p:par>
                            </p:childTnLst>
                          </p:cTn>
                        </p:par>
                        <p:par>
                          <p:cTn id="11" fill="hold">
                            <p:stCondLst>
                              <p:cond delay="500"/>
                            </p:stCondLst>
                            <p:childTnLst>
                              <p:par>
                                <p:cTn id="12" presetID="53" presetClass="entr" presetSubtype="0" fill="hold" nodeType="after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p:cTn id="14" dur="500" fill="hold"/>
                                        <p:tgtEl>
                                          <p:spTgt spid="25"/>
                                        </p:tgtEl>
                                        <p:attrNameLst>
                                          <p:attrName>ppt_w</p:attrName>
                                        </p:attrNameLst>
                                      </p:cBhvr>
                                      <p:tavLst>
                                        <p:tav tm="0">
                                          <p:val>
                                            <p:fltVal val="0"/>
                                          </p:val>
                                        </p:tav>
                                        <p:tav tm="100000">
                                          <p:val>
                                            <p:strVal val="#ppt_w"/>
                                          </p:val>
                                        </p:tav>
                                      </p:tavLst>
                                    </p:anim>
                                    <p:anim calcmode="lin" valueType="num">
                                      <p:cBhvr>
                                        <p:cTn id="15" dur="500" fill="hold"/>
                                        <p:tgtEl>
                                          <p:spTgt spid="25"/>
                                        </p:tgtEl>
                                        <p:attrNameLst>
                                          <p:attrName>ppt_h</p:attrName>
                                        </p:attrNameLst>
                                      </p:cBhvr>
                                      <p:tavLst>
                                        <p:tav tm="0">
                                          <p:val>
                                            <p:fltVal val="0"/>
                                          </p:val>
                                        </p:tav>
                                        <p:tav tm="100000">
                                          <p:val>
                                            <p:strVal val="#ppt_h"/>
                                          </p:val>
                                        </p:tav>
                                      </p:tavLst>
                                    </p:anim>
                                    <p:animEffect transition="in" filter="fade">
                                      <p:cBhvr>
                                        <p:cTn id="16" dur="500"/>
                                        <p:tgtEl>
                                          <p:spTgt spid="25"/>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110"/>
                                        </p:tgtEl>
                                        <p:attrNameLst>
                                          <p:attrName>style.visibility</p:attrName>
                                        </p:attrNameLst>
                                      </p:cBhvr>
                                      <p:to>
                                        <p:strVal val="visible"/>
                                      </p:to>
                                    </p:set>
                                    <p:animEffect transition="in" filter="wipe(down)">
                                      <p:cBhvr>
                                        <p:cTn id="20" dur="500"/>
                                        <p:tgtEl>
                                          <p:spTgt spid="110"/>
                                        </p:tgtEl>
                                      </p:cBhvr>
                                    </p:animEffect>
                                  </p:childTnLst>
                                </p:cTn>
                              </p:par>
                            </p:childTnLst>
                          </p:cTn>
                        </p:par>
                        <p:par>
                          <p:cTn id="21" fill="hold">
                            <p:stCondLst>
                              <p:cond delay="1500"/>
                            </p:stCondLst>
                            <p:childTnLst>
                              <p:par>
                                <p:cTn id="22" presetID="49" presetClass="entr" presetSubtype="0" decel="100000" fill="hold" nodeType="afterEffect">
                                  <p:stCondLst>
                                    <p:cond delay="0"/>
                                  </p:stCondLst>
                                  <p:childTnLst>
                                    <p:set>
                                      <p:cBhvr>
                                        <p:cTn id="23" dur="1" fill="hold">
                                          <p:stCondLst>
                                            <p:cond delay="0"/>
                                          </p:stCondLst>
                                        </p:cTn>
                                        <p:tgtEl>
                                          <p:spTgt spid="86"/>
                                        </p:tgtEl>
                                        <p:attrNameLst>
                                          <p:attrName>style.visibility</p:attrName>
                                        </p:attrNameLst>
                                      </p:cBhvr>
                                      <p:to>
                                        <p:strVal val="visible"/>
                                      </p:to>
                                    </p:set>
                                    <p:anim calcmode="lin" valueType="num">
                                      <p:cBhvr>
                                        <p:cTn id="24" dur="500" fill="hold"/>
                                        <p:tgtEl>
                                          <p:spTgt spid="86"/>
                                        </p:tgtEl>
                                        <p:attrNameLst>
                                          <p:attrName>ppt_w</p:attrName>
                                        </p:attrNameLst>
                                      </p:cBhvr>
                                      <p:tavLst>
                                        <p:tav tm="0">
                                          <p:val>
                                            <p:fltVal val="0"/>
                                          </p:val>
                                        </p:tav>
                                        <p:tav tm="100000">
                                          <p:val>
                                            <p:strVal val="#ppt_w"/>
                                          </p:val>
                                        </p:tav>
                                      </p:tavLst>
                                    </p:anim>
                                    <p:anim calcmode="lin" valueType="num">
                                      <p:cBhvr>
                                        <p:cTn id="25" dur="500" fill="hold"/>
                                        <p:tgtEl>
                                          <p:spTgt spid="86"/>
                                        </p:tgtEl>
                                        <p:attrNameLst>
                                          <p:attrName>ppt_h</p:attrName>
                                        </p:attrNameLst>
                                      </p:cBhvr>
                                      <p:tavLst>
                                        <p:tav tm="0">
                                          <p:val>
                                            <p:fltVal val="0"/>
                                          </p:val>
                                        </p:tav>
                                        <p:tav tm="100000">
                                          <p:val>
                                            <p:strVal val="#ppt_h"/>
                                          </p:val>
                                        </p:tav>
                                      </p:tavLst>
                                    </p:anim>
                                    <p:anim calcmode="lin" valueType="num">
                                      <p:cBhvr>
                                        <p:cTn id="26" dur="500" fill="hold"/>
                                        <p:tgtEl>
                                          <p:spTgt spid="86"/>
                                        </p:tgtEl>
                                        <p:attrNameLst>
                                          <p:attrName>style.rotation</p:attrName>
                                        </p:attrNameLst>
                                      </p:cBhvr>
                                      <p:tavLst>
                                        <p:tav tm="0">
                                          <p:val>
                                            <p:fltVal val="360"/>
                                          </p:val>
                                        </p:tav>
                                        <p:tav tm="100000">
                                          <p:val>
                                            <p:fltVal val="0"/>
                                          </p:val>
                                        </p:tav>
                                      </p:tavLst>
                                    </p:anim>
                                    <p:animEffect transition="in" filter="fade">
                                      <p:cBhvr>
                                        <p:cTn id="27" dur="500"/>
                                        <p:tgtEl>
                                          <p:spTgt spid="86"/>
                                        </p:tgtEl>
                                      </p:cBhvr>
                                    </p:animEffect>
                                  </p:childTnLst>
                                </p:cTn>
                              </p:par>
                            </p:childTnLst>
                          </p:cTn>
                        </p:par>
                        <p:par>
                          <p:cTn id="28" fill="hold">
                            <p:stCondLst>
                              <p:cond delay="2000"/>
                            </p:stCondLst>
                            <p:childTnLst>
                              <p:par>
                                <p:cTn id="29" presetID="53" presetClass="entr" presetSubtype="0" fill="hold" nodeType="afterEffect">
                                  <p:stCondLst>
                                    <p:cond delay="0"/>
                                  </p:stCondLst>
                                  <p:childTnLst>
                                    <p:set>
                                      <p:cBhvr>
                                        <p:cTn id="30" dur="1" fill="hold">
                                          <p:stCondLst>
                                            <p:cond delay="0"/>
                                          </p:stCondLst>
                                        </p:cTn>
                                        <p:tgtEl>
                                          <p:spTgt spid="30"/>
                                        </p:tgtEl>
                                        <p:attrNameLst>
                                          <p:attrName>style.visibility</p:attrName>
                                        </p:attrNameLst>
                                      </p:cBhvr>
                                      <p:to>
                                        <p:strVal val="visible"/>
                                      </p:to>
                                    </p:set>
                                    <p:anim calcmode="lin" valueType="num">
                                      <p:cBhvr>
                                        <p:cTn id="31" dur="500" fill="hold"/>
                                        <p:tgtEl>
                                          <p:spTgt spid="30"/>
                                        </p:tgtEl>
                                        <p:attrNameLst>
                                          <p:attrName>ppt_w</p:attrName>
                                        </p:attrNameLst>
                                      </p:cBhvr>
                                      <p:tavLst>
                                        <p:tav tm="0">
                                          <p:val>
                                            <p:fltVal val="0"/>
                                          </p:val>
                                        </p:tav>
                                        <p:tav tm="100000">
                                          <p:val>
                                            <p:strVal val="#ppt_w"/>
                                          </p:val>
                                        </p:tav>
                                      </p:tavLst>
                                    </p:anim>
                                    <p:anim calcmode="lin" valueType="num">
                                      <p:cBhvr>
                                        <p:cTn id="32" dur="500" fill="hold"/>
                                        <p:tgtEl>
                                          <p:spTgt spid="30"/>
                                        </p:tgtEl>
                                        <p:attrNameLst>
                                          <p:attrName>ppt_h</p:attrName>
                                        </p:attrNameLst>
                                      </p:cBhvr>
                                      <p:tavLst>
                                        <p:tav tm="0">
                                          <p:val>
                                            <p:fltVal val="0"/>
                                          </p:val>
                                        </p:tav>
                                        <p:tav tm="100000">
                                          <p:val>
                                            <p:strVal val="#ppt_h"/>
                                          </p:val>
                                        </p:tav>
                                      </p:tavLst>
                                    </p:anim>
                                    <p:animEffect transition="in" filter="fade">
                                      <p:cBhvr>
                                        <p:cTn id="33" dur="500"/>
                                        <p:tgtEl>
                                          <p:spTgt spid="30"/>
                                        </p:tgtEl>
                                      </p:cBhvr>
                                    </p:animEffect>
                                  </p:childTnLst>
                                </p:cTn>
                              </p:par>
                            </p:childTnLst>
                          </p:cTn>
                        </p:par>
                        <p:par>
                          <p:cTn id="34" fill="hold">
                            <p:stCondLst>
                              <p:cond delay="2500"/>
                            </p:stCondLst>
                            <p:childTnLst>
                              <p:par>
                                <p:cTn id="35" presetID="22" presetClass="entr" presetSubtype="4" fill="hold" grpId="0" nodeType="afterEffect">
                                  <p:stCondLst>
                                    <p:cond delay="0"/>
                                  </p:stCondLst>
                                  <p:childTnLst>
                                    <p:set>
                                      <p:cBhvr>
                                        <p:cTn id="36" dur="1" fill="hold">
                                          <p:stCondLst>
                                            <p:cond delay="0"/>
                                          </p:stCondLst>
                                        </p:cTn>
                                        <p:tgtEl>
                                          <p:spTgt spid="112"/>
                                        </p:tgtEl>
                                        <p:attrNameLst>
                                          <p:attrName>style.visibility</p:attrName>
                                        </p:attrNameLst>
                                      </p:cBhvr>
                                      <p:to>
                                        <p:strVal val="visible"/>
                                      </p:to>
                                    </p:set>
                                    <p:animEffect transition="in" filter="wipe(down)">
                                      <p:cBhvr>
                                        <p:cTn id="37"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2" grpId="0"/>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495300" y="342866"/>
            <a:ext cx="12192000" cy="707886"/>
          </a:xfrm>
          <a:prstGeom prst="rect">
            <a:avLst/>
          </a:prstGeom>
          <a:noFill/>
        </p:spPr>
        <p:txBody>
          <a:bodyPr wrap="square" rtlCol="0">
            <a:spAutoFit/>
          </a:bodyPr>
          <a:lstStyle/>
          <a:p>
            <a:pPr algn="r" rtl="1"/>
            <a:r>
              <a:rPr lang="ar-SA" sz="4000" b="1" u="sng" dirty="0">
                <a:solidFill>
                  <a:srgbClr val="000000"/>
                </a:solidFill>
                <a:cs typeface="Simplified Arabic" panose="02020603050405020304" pitchFamily="18" charset="-78"/>
              </a:rPr>
              <a:t>2-	استخدامات الفيسبوك في التعليم والتعلم</a:t>
            </a:r>
            <a:endParaRPr lang="en-US" sz="4000" b="1" u="sng" dirty="0">
              <a:solidFill>
                <a:srgbClr val="000000"/>
              </a:solidFill>
              <a:cs typeface="Simplified Arabic" panose="02020603050405020304" pitchFamily="18" charset="-78"/>
            </a:endParaRPr>
          </a:p>
        </p:txBody>
      </p:sp>
      <p:graphicFrame>
        <p:nvGraphicFramePr>
          <p:cNvPr id="2" name="Diagram 1"/>
          <p:cNvGraphicFramePr/>
          <p:nvPr>
            <p:extLst/>
          </p:nvPr>
        </p:nvGraphicFramePr>
        <p:xfrm>
          <a:off x="1181100" y="1485900"/>
          <a:ext cx="8972549" cy="46590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617285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495300" y="342866"/>
            <a:ext cx="12192000" cy="707886"/>
          </a:xfrm>
          <a:prstGeom prst="rect">
            <a:avLst/>
          </a:prstGeom>
          <a:noFill/>
        </p:spPr>
        <p:txBody>
          <a:bodyPr wrap="square" rtlCol="0">
            <a:spAutoFit/>
          </a:bodyPr>
          <a:lstStyle/>
          <a:p>
            <a:pPr algn="r" rtl="1"/>
            <a:r>
              <a:rPr lang="ar-SA" sz="4000" b="1" u="sng" dirty="0">
                <a:solidFill>
                  <a:srgbClr val="000000"/>
                </a:solidFill>
                <a:cs typeface="Simplified Arabic" panose="02020603050405020304" pitchFamily="18" charset="-78"/>
              </a:rPr>
              <a:t>2-	استخدامات الفيسبوك في التعليم والتعلم</a:t>
            </a:r>
            <a:endParaRPr lang="en-US" sz="4000" b="1" u="sng" dirty="0">
              <a:solidFill>
                <a:srgbClr val="000000"/>
              </a:solidFill>
              <a:cs typeface="Simplified Arabic" panose="02020603050405020304" pitchFamily="18" charset="-78"/>
            </a:endParaRPr>
          </a:p>
        </p:txBody>
      </p:sp>
      <p:graphicFrame>
        <p:nvGraphicFramePr>
          <p:cNvPr id="2" name="Diagram 1"/>
          <p:cNvGraphicFramePr/>
          <p:nvPr>
            <p:extLst/>
          </p:nvPr>
        </p:nvGraphicFramePr>
        <p:xfrm>
          <a:off x="1181100" y="1485900"/>
          <a:ext cx="9749170" cy="46590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4981949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731559" y="4277235"/>
            <a:ext cx="10423679" cy="1077218"/>
          </a:xfrm>
          <a:prstGeom prst="rect">
            <a:avLst/>
          </a:prstGeom>
          <a:noFill/>
        </p:spPr>
        <p:txBody>
          <a:bodyPr wrap="square" rtlCol="0">
            <a:spAutoFit/>
          </a:bodyPr>
          <a:lstStyle/>
          <a:p>
            <a:pPr algn="ctr" defTabSz="1375467" rtl="1" fontAlgn="auto">
              <a:spcBef>
                <a:spcPts val="0"/>
              </a:spcBef>
              <a:spcAft>
                <a:spcPts val="0"/>
              </a:spcAft>
            </a:pPr>
            <a:r>
              <a:rPr lang="ar-SA" sz="3200" b="1" dirty="0">
                <a:solidFill>
                  <a:srgbClr val="262626">
                    <a:lumMod val="65000"/>
                    <a:lumOff val="35000"/>
                  </a:srgbClr>
                </a:solidFill>
                <a:latin typeface="Roboto Condensed"/>
                <a:cs typeface="Simplified Arabic" panose="02020603050405020304" pitchFamily="18" charset="-78"/>
              </a:rPr>
              <a:t>شركة أمريكية متخصصة في مجال الإعلانات المرتبطة بخدمات البحث على الإنترنت وإرسال رسائل البريد الإلكتروني</a:t>
            </a:r>
            <a:endParaRPr lang="en-US" sz="3200" b="1" dirty="0">
              <a:solidFill>
                <a:srgbClr val="262626">
                  <a:lumMod val="65000"/>
                  <a:lumOff val="35000"/>
                </a:srgbClr>
              </a:solidFill>
              <a:latin typeface="Roboto Condensed"/>
              <a:cs typeface="Simplified Arabic" panose="02020603050405020304" pitchFamily="18" charset="-78"/>
            </a:endParaRPr>
          </a:p>
        </p:txBody>
      </p:sp>
      <p:grpSp>
        <p:nvGrpSpPr>
          <p:cNvPr id="2" name="Group 24"/>
          <p:cNvGrpSpPr/>
          <p:nvPr/>
        </p:nvGrpSpPr>
        <p:grpSpPr>
          <a:xfrm>
            <a:off x="5522364" y="3918254"/>
            <a:ext cx="1350473" cy="203200"/>
            <a:chOff x="4168751" y="2495551"/>
            <a:chExt cx="1012854" cy="152400"/>
          </a:xfrm>
        </p:grpSpPr>
        <p:sp>
          <p:nvSpPr>
            <p:cNvPr id="16" name="Oval 15"/>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7" name="Oval 16"/>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8" name="Oval 17"/>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3" name="Oval 1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4" name="Oval 13"/>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5" name="Oval 14"/>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4" name="Oval 23"/>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9" name="Title 1"/>
          <p:cNvSpPr txBox="1">
            <a:spLocks/>
          </p:cNvSpPr>
          <p:nvPr/>
        </p:nvSpPr>
        <p:spPr>
          <a:xfrm>
            <a:off x="3016008" y="3062360"/>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smtClean="0">
                <a:latin typeface="Roboto Medium"/>
                <a:cs typeface="+mj-cs"/>
              </a:rPr>
              <a:t>‌ج-</a:t>
            </a:r>
            <a:r>
              <a:rPr lang="en-US" sz="4000" b="1" u="sng" dirty="0" smtClean="0">
                <a:latin typeface="Roboto Medium"/>
                <a:cs typeface="+mj-cs"/>
              </a:rPr>
              <a:t>   </a:t>
            </a:r>
            <a:r>
              <a:rPr lang="ar-SA" sz="4000" b="1" u="sng" dirty="0" smtClean="0">
                <a:latin typeface="Roboto Medium"/>
                <a:cs typeface="+mj-cs"/>
              </a:rPr>
              <a:t>قوقل  </a:t>
            </a:r>
            <a:r>
              <a:rPr lang="en-US" sz="4000" b="1" u="sng" dirty="0">
                <a:latin typeface="Roboto Medium"/>
                <a:cs typeface="+mj-cs"/>
              </a:rPr>
              <a:t>Google </a:t>
            </a:r>
          </a:p>
        </p:txBody>
      </p:sp>
      <p:grpSp>
        <p:nvGrpSpPr>
          <p:cNvPr id="3" name="Group 24"/>
          <p:cNvGrpSpPr/>
          <p:nvPr/>
        </p:nvGrpSpPr>
        <p:grpSpPr>
          <a:xfrm>
            <a:off x="5420766" y="6045201"/>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pic>
        <p:nvPicPr>
          <p:cNvPr id="5" name="Picture Placeholder 4"/>
          <p:cNvPicPr>
            <a:picLocks noGrp="1" noChangeAspect="1"/>
          </p:cNvPicPr>
          <p:nvPr>
            <p:ph type="pic" sz="quarter" idx="10"/>
          </p:nvPr>
        </p:nvPicPr>
        <p:blipFill>
          <a:blip r:embed="rId2">
            <a:extLst>
              <a:ext uri="{28A0092B-C50C-407E-A947-70E740481C1C}">
                <a14:useLocalDpi xmlns:a14="http://schemas.microsoft.com/office/drawing/2010/main" val="0"/>
              </a:ext>
            </a:extLst>
          </a:blip>
          <a:stretch>
            <a:fillRect/>
          </a:stretch>
        </p:blipFill>
        <p:spPr>
          <a:xfrm>
            <a:off x="5266997" y="889870"/>
            <a:ext cx="1658001" cy="1658001"/>
          </a:xfrm>
        </p:spPr>
      </p:pic>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753477012"/>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childTnLst>
                                </p:cTn>
                              </p:par>
                            </p:childTnLst>
                          </p:cTn>
                        </p:par>
                        <p:par>
                          <p:cTn id="17" fill="hold">
                            <p:stCondLst>
                              <p:cond delay="2000"/>
                            </p:stCondLst>
                            <p:childTnLst>
                              <p:par>
                                <p:cTn id="18" presetID="23" presetClass="entr" presetSubtype="16"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9" grpId="0"/>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rtl="1"/>
            <a:r>
              <a:rPr lang="ar-SA" u="sng" dirty="0">
                <a:solidFill>
                  <a:schemeClr val="tx1"/>
                </a:solidFill>
              </a:rPr>
              <a:t>1-	نشأة قوقل </a:t>
            </a:r>
            <a:r>
              <a:rPr lang="en-US" u="sng" dirty="0">
                <a:solidFill>
                  <a:schemeClr val="tx1"/>
                </a:solidFill>
              </a:rPr>
              <a:t>Google</a:t>
            </a:r>
          </a:p>
        </p:txBody>
      </p:sp>
      <p:sp>
        <p:nvSpPr>
          <p:cNvPr id="17" name="TextBox 16"/>
          <p:cNvSpPr txBox="1"/>
          <p:nvPr/>
        </p:nvSpPr>
        <p:spPr>
          <a:xfrm>
            <a:off x="1591206" y="4664808"/>
            <a:ext cx="3703807" cy="1477328"/>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smtClean="0">
                <a:solidFill>
                  <a:srgbClr val="237DB9"/>
                </a:solidFill>
                <a:latin typeface="Roboto Condensed"/>
                <a:cs typeface="Simplified Arabic" panose="02020603050405020304" pitchFamily="18" charset="-78"/>
              </a:rPr>
              <a:t>يعود </a:t>
            </a:r>
            <a:r>
              <a:rPr lang="ar-SA" sz="3200" b="1" dirty="0">
                <a:solidFill>
                  <a:srgbClr val="237DB9"/>
                </a:solidFill>
                <a:latin typeface="Roboto Condensed"/>
                <a:cs typeface="Simplified Arabic" panose="02020603050405020304" pitchFamily="18" charset="-78"/>
              </a:rPr>
              <a:t>تاريخ الانطلاقة لشركة قوقل إلى شهر يناير 1996م</a:t>
            </a:r>
            <a:endParaRPr lang="en-US" sz="3200" b="1" dirty="0">
              <a:solidFill>
                <a:srgbClr val="237DB9"/>
              </a:solidFill>
              <a:latin typeface="Roboto Condensed"/>
              <a:cs typeface="Simplified Arabic" panose="02020603050405020304" pitchFamily="18" charset="-78"/>
            </a:endParaRPr>
          </a:p>
        </p:txBody>
      </p:sp>
      <p:sp>
        <p:nvSpPr>
          <p:cNvPr id="20" name="TextBox 19"/>
          <p:cNvSpPr txBox="1"/>
          <p:nvPr/>
        </p:nvSpPr>
        <p:spPr>
          <a:xfrm>
            <a:off x="6096000" y="4490130"/>
            <a:ext cx="5465135" cy="1969770"/>
          </a:xfrm>
          <a:prstGeom prst="rect">
            <a:avLst/>
          </a:prstGeom>
          <a:noFill/>
        </p:spPr>
        <p:txBody>
          <a:bodyPr wrap="square" lIns="0" tIns="0" rIns="0" bIns="0" rtlCol="0" anchor="ctr">
            <a:spAutoFit/>
          </a:bodyPr>
          <a:lstStyle/>
          <a:p>
            <a:pPr algn="ctr" defTabSz="1375467" fontAlgn="auto">
              <a:spcBef>
                <a:spcPts val="0"/>
              </a:spcBef>
              <a:spcAft>
                <a:spcPts val="0"/>
              </a:spcAft>
            </a:pPr>
            <a:r>
              <a:rPr lang="ar-SA" sz="3200" b="1" dirty="0">
                <a:solidFill>
                  <a:srgbClr val="15AA96"/>
                </a:solidFill>
                <a:latin typeface="Roboto Condensed"/>
                <a:cs typeface="Simplified Arabic" panose="02020603050405020304" pitchFamily="18" charset="-78"/>
              </a:rPr>
              <a:t>في سبتمبر 1997م، تم الإعلان رسمياً عن ولادة الشركة وتسجيل ملكيتها تحت اسم "قوقل دوت كوم" </a:t>
            </a:r>
            <a:r>
              <a:rPr lang="en-US" sz="3200" b="1" dirty="0">
                <a:solidFill>
                  <a:srgbClr val="15AA96"/>
                </a:solidFill>
                <a:latin typeface="Roboto Condensed"/>
                <a:cs typeface="Simplified Arabic" panose="02020603050405020304" pitchFamily="18" charset="-78"/>
              </a:rPr>
              <a:t> </a:t>
            </a:r>
            <a:r>
              <a:rPr lang="en-US" sz="3200" b="1" dirty="0" smtClean="0">
                <a:solidFill>
                  <a:srgbClr val="15AA96"/>
                </a:solidFill>
                <a:latin typeface="Roboto Condensed"/>
                <a:cs typeface="Simplified Arabic" panose="02020603050405020304" pitchFamily="18" charset="-78"/>
              </a:rPr>
              <a:t>(Google.com)</a:t>
            </a:r>
            <a:endParaRPr lang="en-US" sz="3200" b="1" dirty="0">
              <a:solidFill>
                <a:srgbClr val="15AA96"/>
              </a:solidFill>
              <a:latin typeface="Roboto Condensed"/>
              <a:cs typeface="Simplified Arabic" panose="02020603050405020304" pitchFamily="18" charset="-78"/>
            </a:endParaRPr>
          </a:p>
        </p:txBody>
      </p:sp>
      <p:pic>
        <p:nvPicPr>
          <p:cNvPr id="4" name="Picture Placeholder 3"/>
          <p:cNvPicPr>
            <a:picLocks noGrp="1" noChangeAspect="1"/>
          </p:cNvPicPr>
          <p:nvPr>
            <p:ph type="pic" sz="quarter" idx="18"/>
          </p:nvPr>
        </p:nvPicPr>
        <p:blipFill>
          <a:blip r:embed="rId3">
            <a:extLst>
              <a:ext uri="{28A0092B-C50C-407E-A947-70E740481C1C}">
                <a14:useLocalDpi xmlns:a14="http://schemas.microsoft.com/office/drawing/2010/main" val="0"/>
              </a:ext>
            </a:extLst>
          </a:blip>
          <a:stretch>
            <a:fillRect/>
          </a:stretch>
        </p:blipFill>
        <p:spPr>
          <a:xfrm>
            <a:off x="7548639" y="1858731"/>
            <a:ext cx="2559855" cy="2559855"/>
          </a:xfrm>
        </p:spPr>
      </p:pic>
      <p:pic>
        <p:nvPicPr>
          <p:cNvPr id="3" name="Picture Placeholder 2"/>
          <p:cNvPicPr>
            <a:picLocks noGrp="1" noChangeAspect="1"/>
          </p:cNvPicPr>
          <p:nvPr>
            <p:ph type="pic" sz="quarter" idx="10"/>
          </p:nvPr>
        </p:nvPicPr>
        <p:blipFill>
          <a:blip r:embed="rId3">
            <a:extLst>
              <a:ext uri="{28A0092B-C50C-407E-A947-70E740481C1C}">
                <a14:useLocalDpi xmlns:a14="http://schemas.microsoft.com/office/drawing/2010/main" val="0"/>
              </a:ext>
            </a:extLst>
          </a:blip>
          <a:stretch>
            <a:fillRect/>
          </a:stretch>
        </p:blipFill>
        <p:spPr>
          <a:xfrm>
            <a:off x="2424223" y="1858732"/>
            <a:ext cx="2559855" cy="2559855"/>
          </a:xfrm>
        </p:spPr>
      </p:pic>
      <p:sp>
        <p:nvSpPr>
          <p:cNvPr id="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770052903"/>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anim calcmode="lin" valueType="num">
                                      <p:cBhvr>
                                        <p:cTn id="8" dur="500" fill="hold"/>
                                        <p:tgtEl>
                                          <p:spTgt spid="17"/>
                                        </p:tgtEl>
                                        <p:attrNameLst>
                                          <p:attrName>ppt_x</p:attrName>
                                        </p:attrNameLst>
                                      </p:cBhvr>
                                      <p:tavLst>
                                        <p:tav tm="0">
                                          <p:val>
                                            <p:strVal val="#ppt_x"/>
                                          </p:val>
                                        </p:tav>
                                        <p:tav tm="100000">
                                          <p:val>
                                            <p:strVal val="#ppt_x"/>
                                          </p:val>
                                        </p:tav>
                                      </p:tavLst>
                                    </p:anim>
                                    <p:anim calcmode="lin" valueType="num">
                                      <p:cBhvr>
                                        <p:cTn id="9" dur="500" fill="hold"/>
                                        <p:tgtEl>
                                          <p:spTgt spid="1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fade">
                                      <p:cBhvr>
                                        <p:cTn id="13" dur="500"/>
                                        <p:tgtEl>
                                          <p:spTgt spid="20"/>
                                        </p:tgtEl>
                                      </p:cBhvr>
                                    </p:animEffect>
                                    <p:anim calcmode="lin" valueType="num">
                                      <p:cBhvr>
                                        <p:cTn id="14" dur="500" fill="hold"/>
                                        <p:tgtEl>
                                          <p:spTgt spid="20"/>
                                        </p:tgtEl>
                                        <p:attrNameLst>
                                          <p:attrName>ppt_x</p:attrName>
                                        </p:attrNameLst>
                                      </p:cBhvr>
                                      <p:tavLst>
                                        <p:tav tm="0">
                                          <p:val>
                                            <p:strVal val="#ppt_x"/>
                                          </p:val>
                                        </p:tav>
                                        <p:tav tm="100000">
                                          <p:val>
                                            <p:strVal val="#ppt_x"/>
                                          </p:val>
                                        </p:tav>
                                      </p:tavLst>
                                    </p:anim>
                                    <p:anim calcmode="lin" valueType="num">
                                      <p:cBhvr>
                                        <p:cTn id="15" dur="500" fill="hold"/>
                                        <p:tgtEl>
                                          <p:spTgt spid="2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rtl="1"/>
            <a:r>
              <a:rPr lang="ar-SA" u="sng" dirty="0">
                <a:solidFill>
                  <a:schemeClr val="tx1"/>
                </a:solidFill>
              </a:rPr>
              <a:t>1-	نشأة قوقل </a:t>
            </a:r>
            <a:r>
              <a:rPr lang="en-US" u="sng" dirty="0">
                <a:solidFill>
                  <a:schemeClr val="tx1"/>
                </a:solidFill>
              </a:rPr>
              <a:t>Google</a:t>
            </a:r>
          </a:p>
        </p:txBody>
      </p:sp>
      <p:sp>
        <p:nvSpPr>
          <p:cNvPr id="17" name="TextBox 16"/>
          <p:cNvSpPr txBox="1"/>
          <p:nvPr/>
        </p:nvSpPr>
        <p:spPr>
          <a:xfrm>
            <a:off x="552893" y="4736350"/>
            <a:ext cx="5295013" cy="1477328"/>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smtClean="0">
                <a:solidFill>
                  <a:srgbClr val="237DB9"/>
                </a:solidFill>
                <a:latin typeface="Roboto Condensed"/>
                <a:cs typeface="Simplified Arabic" panose="02020603050405020304" pitchFamily="18" charset="-78"/>
              </a:rPr>
              <a:t>وبعد </a:t>
            </a:r>
            <a:r>
              <a:rPr lang="ar-SA" sz="3200" b="1" dirty="0">
                <a:solidFill>
                  <a:srgbClr val="237DB9"/>
                </a:solidFill>
                <a:latin typeface="Roboto Condensed"/>
                <a:cs typeface="Simplified Arabic" panose="02020603050405020304" pitchFamily="18" charset="-78"/>
              </a:rPr>
              <a:t>سنة تقريباً وتحديداً في سبتمبر 1998م، تم تسجيل الشركة باسم قوقل</a:t>
            </a:r>
            <a:r>
              <a:rPr lang="en-US" sz="3200" b="1" dirty="0">
                <a:solidFill>
                  <a:srgbClr val="237DB9"/>
                </a:solidFill>
                <a:latin typeface="Roboto Condensed"/>
                <a:cs typeface="Simplified Arabic" panose="02020603050405020304" pitchFamily="18" charset="-78"/>
              </a:rPr>
              <a:t>Google Inc. </a:t>
            </a:r>
          </a:p>
        </p:txBody>
      </p:sp>
      <p:sp>
        <p:nvSpPr>
          <p:cNvPr id="20" name="TextBox 19"/>
          <p:cNvSpPr txBox="1"/>
          <p:nvPr/>
        </p:nvSpPr>
        <p:spPr>
          <a:xfrm>
            <a:off x="6096000" y="4982572"/>
            <a:ext cx="5465135" cy="984885"/>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3200" b="1" dirty="0" smtClean="0">
                <a:solidFill>
                  <a:srgbClr val="15AA96"/>
                </a:solidFill>
                <a:latin typeface="Roboto Condensed"/>
                <a:cs typeface="Simplified Arabic" panose="02020603050405020304" pitchFamily="18" charset="-78"/>
              </a:rPr>
              <a:t>وفي </a:t>
            </a:r>
            <a:r>
              <a:rPr lang="ar-SA" sz="3200" b="1" dirty="0">
                <a:solidFill>
                  <a:srgbClr val="15AA96"/>
                </a:solidFill>
                <a:latin typeface="Roboto Condensed"/>
                <a:cs typeface="Simplified Arabic" panose="02020603050405020304" pitchFamily="18" charset="-78"/>
              </a:rPr>
              <a:t>مارس عام 1999م، تم نقل مقر الشركة إلى مدينة "بالو أولتو"</a:t>
            </a:r>
            <a:endParaRPr lang="en-US" sz="3200" b="1" dirty="0">
              <a:solidFill>
                <a:srgbClr val="15AA96"/>
              </a:solidFill>
              <a:latin typeface="Roboto Condensed"/>
              <a:cs typeface="Simplified Arabic" panose="02020603050405020304" pitchFamily="18" charset="-78"/>
            </a:endParaRPr>
          </a:p>
        </p:txBody>
      </p:sp>
      <p:pic>
        <p:nvPicPr>
          <p:cNvPr id="4" name="Picture Placeholder 3"/>
          <p:cNvPicPr>
            <a:picLocks noGrp="1" noChangeAspect="1"/>
          </p:cNvPicPr>
          <p:nvPr>
            <p:ph type="pic" sz="quarter" idx="18"/>
          </p:nvPr>
        </p:nvPicPr>
        <p:blipFill>
          <a:blip r:embed="rId3">
            <a:extLst>
              <a:ext uri="{28A0092B-C50C-407E-A947-70E740481C1C}">
                <a14:useLocalDpi xmlns:a14="http://schemas.microsoft.com/office/drawing/2010/main" val="0"/>
              </a:ext>
            </a:extLst>
          </a:blip>
          <a:stretch>
            <a:fillRect/>
          </a:stretch>
        </p:blipFill>
        <p:spPr>
          <a:xfrm>
            <a:off x="8059002" y="1858732"/>
            <a:ext cx="2559855" cy="2559855"/>
          </a:xfrm>
        </p:spPr>
      </p:pic>
      <p:pic>
        <p:nvPicPr>
          <p:cNvPr id="3" name="Picture Placeholder 2"/>
          <p:cNvPicPr>
            <a:picLocks noGrp="1" noChangeAspect="1"/>
          </p:cNvPicPr>
          <p:nvPr>
            <p:ph type="pic" sz="quarter" idx="10"/>
          </p:nvPr>
        </p:nvPicPr>
        <p:blipFill>
          <a:blip r:embed="rId3">
            <a:extLst>
              <a:ext uri="{28A0092B-C50C-407E-A947-70E740481C1C}">
                <a14:useLocalDpi xmlns:a14="http://schemas.microsoft.com/office/drawing/2010/main" val="0"/>
              </a:ext>
            </a:extLst>
          </a:blip>
          <a:stretch>
            <a:fillRect/>
          </a:stretch>
        </p:blipFill>
        <p:spPr>
          <a:xfrm>
            <a:off x="1488557" y="1858732"/>
            <a:ext cx="2559855" cy="2559855"/>
          </a:xfrm>
        </p:spPr>
      </p:pic>
      <p:sp>
        <p:nvSpPr>
          <p:cNvPr id="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18220262"/>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anim calcmode="lin" valueType="num">
                                      <p:cBhvr>
                                        <p:cTn id="8" dur="500" fill="hold"/>
                                        <p:tgtEl>
                                          <p:spTgt spid="17"/>
                                        </p:tgtEl>
                                        <p:attrNameLst>
                                          <p:attrName>ppt_x</p:attrName>
                                        </p:attrNameLst>
                                      </p:cBhvr>
                                      <p:tavLst>
                                        <p:tav tm="0">
                                          <p:val>
                                            <p:strVal val="#ppt_x"/>
                                          </p:val>
                                        </p:tav>
                                        <p:tav tm="100000">
                                          <p:val>
                                            <p:strVal val="#ppt_x"/>
                                          </p:val>
                                        </p:tav>
                                      </p:tavLst>
                                    </p:anim>
                                    <p:anim calcmode="lin" valueType="num">
                                      <p:cBhvr>
                                        <p:cTn id="9" dur="500" fill="hold"/>
                                        <p:tgtEl>
                                          <p:spTgt spid="1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fade">
                                      <p:cBhvr>
                                        <p:cTn id="13" dur="500"/>
                                        <p:tgtEl>
                                          <p:spTgt spid="20"/>
                                        </p:tgtEl>
                                      </p:cBhvr>
                                    </p:animEffect>
                                    <p:anim calcmode="lin" valueType="num">
                                      <p:cBhvr>
                                        <p:cTn id="14" dur="500" fill="hold"/>
                                        <p:tgtEl>
                                          <p:spTgt spid="20"/>
                                        </p:tgtEl>
                                        <p:attrNameLst>
                                          <p:attrName>ppt_x</p:attrName>
                                        </p:attrNameLst>
                                      </p:cBhvr>
                                      <p:tavLst>
                                        <p:tav tm="0">
                                          <p:val>
                                            <p:strVal val="#ppt_x"/>
                                          </p:val>
                                        </p:tav>
                                        <p:tav tm="100000">
                                          <p:val>
                                            <p:strVal val="#ppt_x"/>
                                          </p:val>
                                        </p:tav>
                                      </p:tavLst>
                                    </p:anim>
                                    <p:anim calcmode="lin" valueType="num">
                                      <p:cBhvr>
                                        <p:cTn id="15" dur="500" fill="hold"/>
                                        <p:tgtEl>
                                          <p:spTgt spid="2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val 4"/>
          <p:cNvSpPr/>
          <p:nvPr/>
        </p:nvSpPr>
        <p:spPr>
          <a:xfrm>
            <a:off x="5435600" y="2501900"/>
            <a:ext cx="1320800" cy="13208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7" name="Oval 6"/>
          <p:cNvSpPr/>
          <p:nvPr/>
        </p:nvSpPr>
        <p:spPr>
          <a:xfrm>
            <a:off x="2452915" y="1380490"/>
            <a:ext cx="1103086" cy="110308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8" name="Oval 7"/>
          <p:cNvSpPr/>
          <p:nvPr/>
        </p:nvSpPr>
        <p:spPr>
          <a:xfrm>
            <a:off x="2452915" y="3841707"/>
            <a:ext cx="1103086" cy="110308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9" name="Oval 8"/>
          <p:cNvSpPr/>
          <p:nvPr/>
        </p:nvSpPr>
        <p:spPr>
          <a:xfrm>
            <a:off x="8636000" y="3841707"/>
            <a:ext cx="1103086" cy="11030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0" name="Oval 9"/>
          <p:cNvSpPr/>
          <p:nvPr/>
        </p:nvSpPr>
        <p:spPr>
          <a:xfrm>
            <a:off x="8636000" y="1384224"/>
            <a:ext cx="1103086" cy="11030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cxnSp>
        <p:nvCxnSpPr>
          <p:cNvPr id="14" name="Straight Arrow Connector 13"/>
          <p:cNvCxnSpPr/>
          <p:nvPr/>
        </p:nvCxnSpPr>
        <p:spPr>
          <a:xfrm>
            <a:off x="3597953" y="2132520"/>
            <a:ext cx="1878922" cy="631755"/>
          </a:xfrm>
          <a:prstGeom prst="straightConnector1">
            <a:avLst/>
          </a:prstGeom>
          <a:ln w="1905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flipH="1">
            <a:off x="5635580" y="2899268"/>
            <a:ext cx="842212" cy="707886"/>
          </a:xfrm>
          <a:prstGeom prst="rect">
            <a:avLst/>
          </a:prstGeom>
          <a:noFill/>
          <a:ln>
            <a:noFill/>
          </a:ln>
        </p:spPr>
        <p:txBody>
          <a:bodyPr wrap="square" rtlCol="0">
            <a:spAutoFit/>
          </a:bodyPr>
          <a:lstStyle/>
          <a:p>
            <a:pPr algn="ctr" fontAlgn="auto">
              <a:spcBef>
                <a:spcPts val="0"/>
              </a:spcBef>
              <a:spcAft>
                <a:spcPts val="0"/>
              </a:spcAft>
            </a:pPr>
            <a:r>
              <a:rPr lang="en-US" sz="4000" b="1" dirty="0" smtClean="0">
                <a:solidFill>
                  <a:prstClr val="white"/>
                </a:solidFill>
                <a:latin typeface="FontAwesome" pitchFamily="2" charset="0"/>
                <a:cs typeface="Simplified Arabic" panose="02020603050405020304" pitchFamily="18" charset="-78"/>
              </a:rPr>
              <a:t>1</a:t>
            </a:r>
            <a:endParaRPr lang="en-US" sz="3000" b="1" dirty="0">
              <a:solidFill>
                <a:prstClr val="white"/>
              </a:solidFill>
              <a:latin typeface="Calibri Light" panose="020F0302020204030204"/>
              <a:cs typeface="Simplified Arabic" panose="02020603050405020304" pitchFamily="18" charset="-78"/>
            </a:endParaRPr>
          </a:p>
        </p:txBody>
      </p:sp>
      <p:sp>
        <p:nvSpPr>
          <p:cNvPr id="24" name="TextBox 23"/>
          <p:cNvSpPr txBox="1"/>
          <p:nvPr/>
        </p:nvSpPr>
        <p:spPr>
          <a:xfrm flipH="1">
            <a:off x="2581132" y="1487442"/>
            <a:ext cx="842212" cy="553998"/>
          </a:xfrm>
          <a:prstGeom prst="rect">
            <a:avLst/>
          </a:prstGeom>
          <a:noFill/>
          <a:ln>
            <a:noFill/>
          </a:ln>
        </p:spPr>
        <p:txBody>
          <a:bodyPr wrap="square" rtlCol="0">
            <a:spAutoFit/>
          </a:bodyPr>
          <a:lstStyle/>
          <a:p>
            <a:pPr algn="ctr" fontAlgn="auto">
              <a:spcBef>
                <a:spcPts val="0"/>
              </a:spcBef>
              <a:spcAft>
                <a:spcPts val="0"/>
              </a:spcAft>
            </a:pPr>
            <a:r>
              <a:rPr lang="en-US" sz="3000" dirty="0" smtClean="0">
                <a:solidFill>
                  <a:prstClr val="white"/>
                </a:solidFill>
                <a:latin typeface="FontAwesome" pitchFamily="2" charset="0"/>
                <a:cs typeface="Simplified Arabic" panose="02020603050405020304" pitchFamily="18" charset="-78"/>
              </a:rPr>
              <a:t></a:t>
            </a:r>
            <a:endParaRPr lang="en-US" sz="3000" dirty="0">
              <a:solidFill>
                <a:prstClr val="white"/>
              </a:solidFill>
              <a:latin typeface="Calibri Light" panose="020F0302020204030204"/>
              <a:cs typeface="Simplified Arabic" panose="02020603050405020304" pitchFamily="18" charset="-78"/>
            </a:endParaRPr>
          </a:p>
        </p:txBody>
      </p:sp>
      <p:sp>
        <p:nvSpPr>
          <p:cNvPr id="26" name="TextBox 25"/>
          <p:cNvSpPr txBox="1"/>
          <p:nvPr/>
        </p:nvSpPr>
        <p:spPr>
          <a:xfrm flipH="1">
            <a:off x="2581132" y="3976831"/>
            <a:ext cx="842212" cy="553998"/>
          </a:xfrm>
          <a:prstGeom prst="rect">
            <a:avLst/>
          </a:prstGeom>
          <a:noFill/>
          <a:ln>
            <a:noFill/>
          </a:ln>
        </p:spPr>
        <p:txBody>
          <a:bodyPr wrap="square" rtlCol="0">
            <a:spAutoFit/>
          </a:bodyPr>
          <a:lstStyle/>
          <a:p>
            <a:pPr algn="ctr" fontAlgn="auto">
              <a:spcBef>
                <a:spcPts val="0"/>
              </a:spcBef>
              <a:spcAft>
                <a:spcPts val="0"/>
              </a:spcAft>
            </a:pPr>
            <a:r>
              <a:rPr lang="en-US" sz="3000" dirty="0" smtClean="0">
                <a:solidFill>
                  <a:prstClr val="white"/>
                </a:solidFill>
                <a:latin typeface="FontAwesome" pitchFamily="2" charset="0"/>
                <a:cs typeface="Simplified Arabic" panose="02020603050405020304" pitchFamily="18" charset="-78"/>
              </a:rPr>
              <a:t></a:t>
            </a:r>
            <a:endParaRPr lang="en-US" sz="3000" dirty="0">
              <a:solidFill>
                <a:prstClr val="white"/>
              </a:solidFill>
              <a:latin typeface="Calibri Light" panose="020F0302020204030204"/>
              <a:cs typeface="Simplified Arabic" panose="02020603050405020304" pitchFamily="18" charset="-78"/>
            </a:endParaRPr>
          </a:p>
        </p:txBody>
      </p:sp>
      <p:sp>
        <p:nvSpPr>
          <p:cNvPr id="28" name="TextBox 27"/>
          <p:cNvSpPr txBox="1"/>
          <p:nvPr/>
        </p:nvSpPr>
        <p:spPr>
          <a:xfrm flipH="1">
            <a:off x="8763531" y="3976831"/>
            <a:ext cx="842212" cy="553998"/>
          </a:xfrm>
          <a:prstGeom prst="rect">
            <a:avLst/>
          </a:prstGeom>
          <a:noFill/>
          <a:ln>
            <a:noFill/>
          </a:ln>
        </p:spPr>
        <p:txBody>
          <a:bodyPr wrap="square" rtlCol="0">
            <a:spAutoFit/>
          </a:bodyPr>
          <a:lstStyle/>
          <a:p>
            <a:pPr algn="ctr" fontAlgn="auto">
              <a:spcBef>
                <a:spcPts val="0"/>
              </a:spcBef>
              <a:spcAft>
                <a:spcPts val="0"/>
              </a:spcAft>
            </a:pPr>
            <a:r>
              <a:rPr lang="en-US" sz="3000" dirty="0" smtClean="0">
                <a:solidFill>
                  <a:prstClr val="white"/>
                </a:solidFill>
                <a:latin typeface="FontAwesome" pitchFamily="2" charset="0"/>
                <a:cs typeface="Simplified Arabic" panose="02020603050405020304" pitchFamily="18" charset="-78"/>
              </a:rPr>
              <a:t></a:t>
            </a:r>
            <a:endParaRPr lang="en-US" sz="3000" dirty="0">
              <a:solidFill>
                <a:prstClr val="white"/>
              </a:solidFill>
              <a:latin typeface="Calibri Light" panose="020F0302020204030204"/>
              <a:cs typeface="Simplified Arabic" panose="02020603050405020304" pitchFamily="18" charset="-78"/>
            </a:endParaRPr>
          </a:p>
        </p:txBody>
      </p:sp>
      <p:sp>
        <p:nvSpPr>
          <p:cNvPr id="30" name="TextBox 29"/>
          <p:cNvSpPr txBox="1"/>
          <p:nvPr/>
        </p:nvSpPr>
        <p:spPr>
          <a:xfrm flipH="1">
            <a:off x="8763531" y="1491176"/>
            <a:ext cx="842212" cy="553998"/>
          </a:xfrm>
          <a:prstGeom prst="rect">
            <a:avLst/>
          </a:prstGeom>
          <a:noFill/>
          <a:ln>
            <a:noFill/>
          </a:ln>
        </p:spPr>
        <p:txBody>
          <a:bodyPr wrap="square" rtlCol="0">
            <a:spAutoFit/>
          </a:bodyPr>
          <a:lstStyle/>
          <a:p>
            <a:pPr algn="ctr" fontAlgn="auto">
              <a:spcBef>
                <a:spcPts val="0"/>
              </a:spcBef>
              <a:spcAft>
                <a:spcPts val="0"/>
              </a:spcAft>
            </a:pPr>
            <a:r>
              <a:rPr lang="en-US" sz="3000" dirty="0" smtClean="0">
                <a:solidFill>
                  <a:prstClr val="white"/>
                </a:solidFill>
                <a:latin typeface="FontAwesome" pitchFamily="2" charset="0"/>
                <a:cs typeface="Simplified Arabic" panose="02020603050405020304" pitchFamily="18" charset="-78"/>
              </a:rPr>
              <a:t></a:t>
            </a:r>
            <a:endParaRPr lang="en-US" sz="3000" dirty="0">
              <a:solidFill>
                <a:prstClr val="white"/>
              </a:solidFill>
              <a:latin typeface="Calibri Light" panose="020F0302020204030204"/>
              <a:cs typeface="Simplified Arabic" panose="02020603050405020304" pitchFamily="18" charset="-78"/>
            </a:endParaRPr>
          </a:p>
        </p:txBody>
      </p:sp>
      <p:grpSp>
        <p:nvGrpSpPr>
          <p:cNvPr id="32" name="Group 31"/>
          <p:cNvGrpSpPr/>
          <p:nvPr/>
        </p:nvGrpSpPr>
        <p:grpSpPr>
          <a:xfrm>
            <a:off x="8216438" y="2537439"/>
            <a:ext cx="2133352" cy="792900"/>
            <a:chOff x="8545362" y="1455858"/>
            <a:chExt cx="1922077" cy="792900"/>
          </a:xfrm>
        </p:grpSpPr>
        <p:sp>
          <p:nvSpPr>
            <p:cNvPr id="33" name="Content Placeholder 2"/>
            <p:cNvSpPr txBox="1">
              <a:spLocks/>
            </p:cNvSpPr>
            <p:nvPr/>
          </p:nvSpPr>
          <p:spPr>
            <a:xfrm>
              <a:off x="8562399" y="1682694"/>
              <a:ext cx="1905040" cy="566064"/>
            </a:xfrm>
            <a:prstGeom prst="rect">
              <a:avLst/>
            </a:prstGeom>
            <a:ln>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rtl="1">
                <a:buNone/>
              </a:pPr>
              <a:r>
                <a:rPr lang="ar-SA" sz="2800" b="1" dirty="0">
                  <a:solidFill>
                    <a:schemeClr val="tx1"/>
                  </a:solidFill>
                  <a:cs typeface="Simplified Arabic" panose="02020603050405020304" pitchFamily="18" charset="-78"/>
                </a:rPr>
                <a:t>التغذية الراجعة</a:t>
              </a:r>
              <a:endParaRPr lang="en-US" sz="2800" dirty="0">
                <a:solidFill>
                  <a:schemeClr val="tx1"/>
                </a:solidFill>
              </a:endParaRPr>
            </a:p>
          </p:txBody>
        </p:sp>
        <p:sp>
          <p:nvSpPr>
            <p:cNvPr id="34" name="Title 13"/>
            <p:cNvSpPr txBox="1">
              <a:spLocks/>
            </p:cNvSpPr>
            <p:nvPr/>
          </p:nvSpPr>
          <p:spPr>
            <a:xfrm>
              <a:off x="8545362" y="1455858"/>
              <a:ext cx="1747810" cy="274320"/>
            </a:xfrm>
            <a:prstGeom prst="rect">
              <a:avLst/>
            </a:prstGeom>
            <a:ln>
              <a:noFill/>
            </a:ln>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endParaRPr lang="en-US" sz="1100" b="1" dirty="0">
                <a:solidFill>
                  <a:srgbClr val="4EA6DC"/>
                </a:solidFill>
                <a:latin typeface="Raleway" panose="020B0503030101060003" pitchFamily="34" charset="0"/>
              </a:endParaRPr>
            </a:p>
          </p:txBody>
        </p:sp>
      </p:grpSp>
      <p:grpSp>
        <p:nvGrpSpPr>
          <p:cNvPr id="35" name="Group 34"/>
          <p:cNvGrpSpPr/>
          <p:nvPr/>
        </p:nvGrpSpPr>
        <p:grpSpPr>
          <a:xfrm>
            <a:off x="1573619" y="4984571"/>
            <a:ext cx="2485840" cy="784365"/>
            <a:chOff x="8135158" y="1455858"/>
            <a:chExt cx="2239657" cy="784365"/>
          </a:xfrm>
        </p:grpSpPr>
        <p:sp>
          <p:nvSpPr>
            <p:cNvPr id="36" name="Content Placeholder 2"/>
            <p:cNvSpPr txBox="1">
              <a:spLocks/>
            </p:cNvSpPr>
            <p:nvPr/>
          </p:nvSpPr>
          <p:spPr>
            <a:xfrm>
              <a:off x="8135158" y="1674159"/>
              <a:ext cx="2239657" cy="566064"/>
            </a:xfrm>
            <a:prstGeom prst="rect">
              <a:avLst/>
            </a:prstGeom>
            <a:ln>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smtClean="0">
                  <a:solidFill>
                    <a:schemeClr val="tx1"/>
                  </a:solidFill>
                  <a:latin typeface="Calibri Light" panose="020F0302020204030204"/>
                  <a:cs typeface="Simplified Arabic" panose="02020603050405020304" pitchFamily="18" charset="-78"/>
                </a:rPr>
                <a:t>‌إعطاء </a:t>
              </a:r>
              <a:r>
                <a:rPr lang="ar-SA" sz="2800" b="1" dirty="0">
                  <a:solidFill>
                    <a:schemeClr val="tx1"/>
                  </a:solidFill>
                  <a:latin typeface="Calibri Light" panose="020F0302020204030204"/>
                  <a:cs typeface="Simplified Arabic" panose="02020603050405020304" pitchFamily="18" charset="-78"/>
                </a:rPr>
                <a:t>مفهوم جديد للمسودات</a:t>
              </a:r>
              <a:endParaRPr lang="en-US" sz="2800" b="1" dirty="0">
                <a:solidFill>
                  <a:schemeClr val="tx1"/>
                </a:solidFill>
                <a:latin typeface="Calibri Light" panose="020F0302020204030204"/>
              </a:endParaRPr>
            </a:p>
          </p:txBody>
        </p:sp>
        <p:sp>
          <p:nvSpPr>
            <p:cNvPr id="37" name="Title 13"/>
            <p:cNvSpPr txBox="1">
              <a:spLocks/>
            </p:cNvSpPr>
            <p:nvPr/>
          </p:nvSpPr>
          <p:spPr>
            <a:xfrm>
              <a:off x="8545362" y="1455858"/>
              <a:ext cx="1747810" cy="274320"/>
            </a:xfrm>
            <a:prstGeom prst="rect">
              <a:avLst/>
            </a:prstGeom>
            <a:ln>
              <a:noFill/>
            </a:ln>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endParaRPr lang="en-US" sz="1100" b="1" dirty="0">
                <a:solidFill>
                  <a:srgbClr val="4775E7"/>
                </a:solidFill>
                <a:latin typeface="Raleway" panose="020B0503030101060003" pitchFamily="34" charset="0"/>
              </a:endParaRPr>
            </a:p>
          </p:txBody>
        </p:sp>
      </p:grpSp>
      <p:grpSp>
        <p:nvGrpSpPr>
          <p:cNvPr id="47" name="Group 46"/>
          <p:cNvGrpSpPr/>
          <p:nvPr/>
        </p:nvGrpSpPr>
        <p:grpSpPr>
          <a:xfrm>
            <a:off x="1360968" y="2510571"/>
            <a:ext cx="2607875" cy="979159"/>
            <a:chOff x="7943566" y="1455858"/>
            <a:chExt cx="2349606" cy="979159"/>
          </a:xfrm>
        </p:grpSpPr>
        <p:sp>
          <p:nvSpPr>
            <p:cNvPr id="48" name="Content Placeholder 2"/>
            <p:cNvSpPr txBox="1">
              <a:spLocks/>
            </p:cNvSpPr>
            <p:nvPr/>
          </p:nvSpPr>
          <p:spPr>
            <a:xfrm>
              <a:off x="7943566" y="1617958"/>
              <a:ext cx="2338624" cy="817059"/>
            </a:xfrm>
            <a:prstGeom prst="rect">
              <a:avLst/>
            </a:prstGeom>
            <a:ln>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ctr" rtl="1">
                <a:buNone/>
              </a:pPr>
              <a:r>
                <a:rPr lang="ar-SA" sz="2800" b="1" dirty="0">
                  <a:solidFill>
                    <a:schemeClr val="tx1"/>
                  </a:solidFill>
                  <a:cs typeface="Simplified Arabic" panose="02020603050405020304" pitchFamily="18" charset="-78"/>
                </a:rPr>
                <a:t>مشاركة المستندات</a:t>
              </a:r>
              <a:endParaRPr lang="en-US" sz="2800" dirty="0">
                <a:solidFill>
                  <a:schemeClr val="tx1"/>
                </a:solidFill>
              </a:endParaRPr>
            </a:p>
          </p:txBody>
        </p:sp>
        <p:sp>
          <p:nvSpPr>
            <p:cNvPr id="49" name="Title 13"/>
            <p:cNvSpPr txBox="1">
              <a:spLocks/>
            </p:cNvSpPr>
            <p:nvPr/>
          </p:nvSpPr>
          <p:spPr>
            <a:xfrm>
              <a:off x="8545362" y="1455858"/>
              <a:ext cx="1747810" cy="274320"/>
            </a:xfrm>
            <a:prstGeom prst="rect">
              <a:avLst/>
            </a:prstGeom>
            <a:ln>
              <a:noFill/>
            </a:ln>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endParaRPr lang="en-US" sz="1100" b="1" dirty="0">
                <a:solidFill>
                  <a:srgbClr val="E32D91"/>
                </a:solidFill>
                <a:latin typeface="Raleway" panose="020B0503030101060003" pitchFamily="34" charset="0"/>
              </a:endParaRPr>
            </a:p>
          </p:txBody>
        </p:sp>
      </p:grpSp>
      <p:grpSp>
        <p:nvGrpSpPr>
          <p:cNvPr id="50" name="Group 49"/>
          <p:cNvGrpSpPr/>
          <p:nvPr/>
        </p:nvGrpSpPr>
        <p:grpSpPr>
          <a:xfrm>
            <a:off x="8132541" y="4985050"/>
            <a:ext cx="2114442" cy="792900"/>
            <a:chOff x="8469775" y="1455858"/>
            <a:chExt cx="1905040" cy="792900"/>
          </a:xfrm>
        </p:grpSpPr>
        <p:sp>
          <p:nvSpPr>
            <p:cNvPr id="51" name="Content Placeholder 2"/>
            <p:cNvSpPr txBox="1">
              <a:spLocks/>
            </p:cNvSpPr>
            <p:nvPr/>
          </p:nvSpPr>
          <p:spPr>
            <a:xfrm>
              <a:off x="8469775" y="1682694"/>
              <a:ext cx="1905040" cy="566064"/>
            </a:xfrm>
            <a:prstGeom prst="rect">
              <a:avLst/>
            </a:prstGeom>
            <a:ln>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smtClean="0">
                  <a:solidFill>
                    <a:prstClr val="white">
                      <a:lumMod val="50000"/>
                    </a:prstClr>
                  </a:solidFill>
                  <a:latin typeface="Calibri Light" panose="020F0302020204030204"/>
                  <a:cs typeface="Simplified Arabic" panose="02020603050405020304" pitchFamily="18" charset="-78"/>
                </a:rPr>
                <a:t>‌مجلة </a:t>
              </a:r>
              <a:r>
                <a:rPr lang="ar-SA" sz="2800" b="1" dirty="0">
                  <a:solidFill>
                    <a:prstClr val="white">
                      <a:lumMod val="50000"/>
                    </a:prstClr>
                  </a:solidFill>
                  <a:latin typeface="Calibri Light" panose="020F0302020204030204"/>
                  <a:cs typeface="Simplified Arabic" panose="02020603050405020304" pitchFamily="18" charset="-78"/>
                </a:rPr>
                <a:t>الفصل</a:t>
              </a:r>
              <a:endParaRPr lang="en-US" sz="2800" b="1" dirty="0">
                <a:solidFill>
                  <a:prstClr val="white">
                    <a:lumMod val="50000"/>
                  </a:prstClr>
                </a:solidFill>
                <a:latin typeface="Calibri Light" panose="020F0302020204030204"/>
              </a:endParaRPr>
            </a:p>
          </p:txBody>
        </p:sp>
        <p:sp>
          <p:nvSpPr>
            <p:cNvPr id="52" name="Title 13"/>
            <p:cNvSpPr txBox="1">
              <a:spLocks/>
            </p:cNvSpPr>
            <p:nvPr/>
          </p:nvSpPr>
          <p:spPr>
            <a:xfrm>
              <a:off x="8545362" y="1455858"/>
              <a:ext cx="1747810" cy="274320"/>
            </a:xfrm>
            <a:prstGeom prst="rect">
              <a:avLst/>
            </a:prstGeom>
            <a:ln>
              <a:noFill/>
            </a:ln>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endParaRPr lang="en-US" sz="1100" b="1" dirty="0">
                <a:solidFill>
                  <a:srgbClr val="D54773"/>
                </a:solidFill>
                <a:latin typeface="Raleway" panose="020B0503030101060003" pitchFamily="34" charset="0"/>
              </a:endParaRPr>
            </a:p>
          </p:txBody>
        </p:sp>
      </p:grpSp>
      <p:cxnSp>
        <p:nvCxnSpPr>
          <p:cNvPr id="60" name="Straight Arrow Connector 59"/>
          <p:cNvCxnSpPr/>
          <p:nvPr/>
        </p:nvCxnSpPr>
        <p:spPr>
          <a:xfrm flipV="1">
            <a:off x="3597953" y="3610096"/>
            <a:ext cx="1878922" cy="631755"/>
          </a:xfrm>
          <a:prstGeom prst="straightConnector1">
            <a:avLst/>
          </a:prstGeom>
          <a:ln w="1905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1" name="Straight Arrow Connector 60"/>
          <p:cNvCxnSpPr/>
          <p:nvPr/>
        </p:nvCxnSpPr>
        <p:spPr>
          <a:xfrm flipH="1" flipV="1">
            <a:off x="6660234" y="3610096"/>
            <a:ext cx="1878922" cy="631755"/>
          </a:xfrm>
          <a:prstGeom prst="straightConnector1">
            <a:avLst/>
          </a:prstGeom>
          <a:ln w="1905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p:nvPr/>
        </p:nvCxnSpPr>
        <p:spPr>
          <a:xfrm flipH="1">
            <a:off x="6660234" y="2121309"/>
            <a:ext cx="1878922" cy="631755"/>
          </a:xfrm>
          <a:prstGeom prst="straightConnector1">
            <a:avLst/>
          </a:prstGeom>
          <a:ln w="1905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65" name="Title 13"/>
          <p:cNvSpPr txBox="1">
            <a:spLocks/>
          </p:cNvSpPr>
          <p:nvPr/>
        </p:nvSpPr>
        <p:spPr>
          <a:xfrm>
            <a:off x="4606703" y="4004522"/>
            <a:ext cx="3045821" cy="1573779"/>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fontAlgn="auto">
              <a:spcAft>
                <a:spcPts val="0"/>
              </a:spcAft>
            </a:pPr>
            <a:r>
              <a:rPr lang="ar-SA" b="1" dirty="0" smtClean="0">
                <a:solidFill>
                  <a:srgbClr val="44546A"/>
                </a:solidFill>
                <a:latin typeface="Raleway" panose="020B0503030101060003" pitchFamily="34" charset="0"/>
              </a:rPr>
              <a:t>مستندات </a:t>
            </a:r>
            <a:r>
              <a:rPr lang="ar-SA" b="1" dirty="0">
                <a:solidFill>
                  <a:srgbClr val="44546A"/>
                </a:solidFill>
                <a:latin typeface="Raleway" panose="020B0503030101060003" pitchFamily="34" charset="0"/>
              </a:rPr>
              <a:t>قوقل </a:t>
            </a:r>
            <a:r>
              <a:rPr lang="en-US" b="1" dirty="0">
                <a:solidFill>
                  <a:srgbClr val="44546A"/>
                </a:solidFill>
                <a:latin typeface="Raleway" panose="020B0503030101060003" pitchFamily="34" charset="0"/>
              </a:rPr>
              <a:t>Doc Google ، </a:t>
            </a:r>
            <a:r>
              <a:rPr lang="ar-SA" b="1" dirty="0">
                <a:solidFill>
                  <a:srgbClr val="44546A"/>
                </a:solidFill>
                <a:latin typeface="Raleway" panose="020B0503030101060003" pitchFamily="34" charset="0"/>
              </a:rPr>
              <a:t>وتتمثل في التالي:</a:t>
            </a:r>
            <a:endParaRPr lang="en-US" b="1" dirty="0">
              <a:solidFill>
                <a:srgbClr val="44546A"/>
              </a:solidFill>
              <a:latin typeface="Raleway" panose="020B0503030101060003" pitchFamily="34" charset="0"/>
            </a:endParaRPr>
          </a:p>
        </p:txBody>
      </p:sp>
      <p:sp>
        <p:nvSpPr>
          <p:cNvPr id="38" name="Title 2"/>
          <p:cNvSpPr txBox="1">
            <a:spLocks/>
          </p:cNvSpPr>
          <p:nvPr/>
        </p:nvSpPr>
        <p:spPr>
          <a:xfrm>
            <a:off x="2464759" y="163264"/>
            <a:ext cx="8145426" cy="963101"/>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r" rtl="1" fontAlgn="auto">
              <a:spcAft>
                <a:spcPts val="0"/>
              </a:spcAft>
              <a:defRPr/>
            </a:pPr>
            <a:r>
              <a:rPr lang="ar-SA" sz="4400" u="sng" dirty="0"/>
              <a:t>2-	قوقل </a:t>
            </a:r>
            <a:r>
              <a:rPr lang="en-US" sz="4400" u="sng" dirty="0"/>
              <a:t>Google </a:t>
            </a:r>
            <a:r>
              <a:rPr lang="ar-SA" sz="4400" u="sng" dirty="0"/>
              <a:t>في التعليم</a:t>
            </a:r>
            <a:endParaRPr lang="en-US" sz="4400" u="sng" dirty="0"/>
          </a:p>
        </p:txBody>
      </p:sp>
      <p:sp>
        <p:nvSpPr>
          <p:cNvPr id="3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7893651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fade">
                                      <p:cBhvr>
                                        <p:cTn id="10" dur="500"/>
                                        <p:tgtEl>
                                          <p:spTgt spid="22"/>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500"/>
                                        <p:tgtEl>
                                          <p:spTgt spid="7"/>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childTnLst>
                                </p:cTn>
                              </p:par>
                              <p:par>
                                <p:cTn id="18" presetID="10" presetClass="entr" presetSubtype="0" fill="hold" nodeType="withEffect">
                                  <p:stCondLst>
                                    <p:cond delay="0"/>
                                  </p:stCondLst>
                                  <p:childTnLst>
                                    <p:set>
                                      <p:cBhvr>
                                        <p:cTn id="19" dur="1" fill="hold">
                                          <p:stCondLst>
                                            <p:cond delay="0"/>
                                          </p:stCondLst>
                                        </p:cTn>
                                        <p:tgtEl>
                                          <p:spTgt spid="47"/>
                                        </p:tgtEl>
                                        <p:attrNameLst>
                                          <p:attrName>style.visibility</p:attrName>
                                        </p:attrNameLst>
                                      </p:cBhvr>
                                      <p:to>
                                        <p:strVal val="visible"/>
                                      </p:to>
                                    </p:set>
                                    <p:animEffect transition="in" filter="fade">
                                      <p:cBhvr>
                                        <p:cTn id="20" dur="500"/>
                                        <p:tgtEl>
                                          <p:spTgt spid="47"/>
                                        </p:tgtEl>
                                      </p:cBhvr>
                                    </p:animEffect>
                                  </p:childTnLst>
                                </p:cTn>
                              </p:par>
                            </p:childTnLst>
                          </p:cTn>
                        </p:par>
                        <p:par>
                          <p:cTn id="21" fill="hold">
                            <p:stCondLst>
                              <p:cond delay="1000"/>
                            </p:stCondLst>
                            <p:childTnLst>
                              <p:par>
                                <p:cTn id="22" presetID="22" presetClass="entr" presetSubtype="1" fill="hold" nodeType="after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wipe(up)">
                                      <p:cBhvr>
                                        <p:cTn id="24" dur="500"/>
                                        <p:tgtEl>
                                          <p:spTgt spid="14"/>
                                        </p:tgtEl>
                                      </p:cBhvr>
                                    </p:animEffect>
                                  </p:childTnLst>
                                </p:cTn>
                              </p:par>
                            </p:childTnLst>
                          </p:cTn>
                        </p:par>
                        <p:par>
                          <p:cTn id="25" fill="hold">
                            <p:stCondLst>
                              <p:cond delay="1500"/>
                            </p:stCondLst>
                            <p:childTnLst>
                              <p:par>
                                <p:cTn id="26" presetID="10" presetClass="entr" presetSubtype="0" fill="hold" grpId="0" nodeType="after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fade">
                                      <p:cBhvr>
                                        <p:cTn id="31" dur="500"/>
                                        <p:tgtEl>
                                          <p:spTgt spid="30"/>
                                        </p:tgtEl>
                                      </p:cBhvr>
                                    </p:animEffect>
                                  </p:childTnLst>
                                </p:cTn>
                              </p:par>
                              <p:par>
                                <p:cTn id="32" presetID="10" presetClass="entr" presetSubtype="0" fill="hold" nodeType="withEffect">
                                  <p:stCondLst>
                                    <p:cond delay="0"/>
                                  </p:stCondLst>
                                  <p:childTnLst>
                                    <p:set>
                                      <p:cBhvr>
                                        <p:cTn id="33" dur="1" fill="hold">
                                          <p:stCondLst>
                                            <p:cond delay="0"/>
                                          </p:stCondLst>
                                        </p:cTn>
                                        <p:tgtEl>
                                          <p:spTgt spid="32"/>
                                        </p:tgtEl>
                                        <p:attrNameLst>
                                          <p:attrName>style.visibility</p:attrName>
                                        </p:attrNameLst>
                                      </p:cBhvr>
                                      <p:to>
                                        <p:strVal val="visible"/>
                                      </p:to>
                                    </p:set>
                                    <p:animEffect transition="in" filter="fade">
                                      <p:cBhvr>
                                        <p:cTn id="34" dur="500"/>
                                        <p:tgtEl>
                                          <p:spTgt spid="32"/>
                                        </p:tgtEl>
                                      </p:cBhvr>
                                    </p:animEffect>
                                  </p:childTnLst>
                                </p:cTn>
                              </p:par>
                            </p:childTnLst>
                          </p:cTn>
                        </p:par>
                        <p:par>
                          <p:cTn id="35" fill="hold">
                            <p:stCondLst>
                              <p:cond delay="2000"/>
                            </p:stCondLst>
                            <p:childTnLst>
                              <p:par>
                                <p:cTn id="36" presetID="22" presetClass="entr" presetSubtype="1" fill="hold" nodeType="afterEffect">
                                  <p:stCondLst>
                                    <p:cond delay="0"/>
                                  </p:stCondLst>
                                  <p:childTnLst>
                                    <p:set>
                                      <p:cBhvr>
                                        <p:cTn id="37" dur="1" fill="hold">
                                          <p:stCondLst>
                                            <p:cond delay="0"/>
                                          </p:stCondLst>
                                        </p:cTn>
                                        <p:tgtEl>
                                          <p:spTgt spid="62"/>
                                        </p:tgtEl>
                                        <p:attrNameLst>
                                          <p:attrName>style.visibility</p:attrName>
                                        </p:attrNameLst>
                                      </p:cBhvr>
                                      <p:to>
                                        <p:strVal val="visible"/>
                                      </p:to>
                                    </p:set>
                                    <p:animEffect transition="in" filter="wipe(up)">
                                      <p:cBhvr>
                                        <p:cTn id="38" dur="500"/>
                                        <p:tgtEl>
                                          <p:spTgt spid="62"/>
                                        </p:tgtEl>
                                      </p:cBhvr>
                                    </p:animEffect>
                                  </p:childTnLst>
                                </p:cTn>
                              </p:par>
                            </p:childTnLst>
                          </p:cTn>
                        </p:par>
                        <p:par>
                          <p:cTn id="39" fill="hold">
                            <p:stCondLst>
                              <p:cond delay="2500"/>
                            </p:stCondLst>
                            <p:childTnLst>
                              <p:par>
                                <p:cTn id="40" presetID="10" presetClass="entr" presetSubtype="0" fill="hold" grpId="0" nodeType="after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fade">
                                      <p:cBhvr>
                                        <p:cTn id="42" dur="500"/>
                                        <p:tgtEl>
                                          <p:spTgt spid="8"/>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par>
                                <p:cTn id="46" presetID="10" presetClass="entr" presetSubtype="0" fill="hold" nodeType="withEffect">
                                  <p:stCondLst>
                                    <p:cond delay="0"/>
                                  </p:stCondLst>
                                  <p:childTnLst>
                                    <p:set>
                                      <p:cBhvr>
                                        <p:cTn id="47" dur="1" fill="hold">
                                          <p:stCondLst>
                                            <p:cond delay="0"/>
                                          </p:stCondLst>
                                        </p:cTn>
                                        <p:tgtEl>
                                          <p:spTgt spid="35"/>
                                        </p:tgtEl>
                                        <p:attrNameLst>
                                          <p:attrName>style.visibility</p:attrName>
                                        </p:attrNameLst>
                                      </p:cBhvr>
                                      <p:to>
                                        <p:strVal val="visible"/>
                                      </p:to>
                                    </p:set>
                                    <p:animEffect transition="in" filter="fade">
                                      <p:cBhvr>
                                        <p:cTn id="48" dur="500"/>
                                        <p:tgtEl>
                                          <p:spTgt spid="35"/>
                                        </p:tgtEl>
                                      </p:cBhvr>
                                    </p:animEffect>
                                  </p:childTnLst>
                                </p:cTn>
                              </p:par>
                            </p:childTnLst>
                          </p:cTn>
                        </p:par>
                        <p:par>
                          <p:cTn id="49" fill="hold">
                            <p:stCondLst>
                              <p:cond delay="3000"/>
                            </p:stCondLst>
                            <p:childTnLst>
                              <p:par>
                                <p:cTn id="50" presetID="22" presetClass="entr" presetSubtype="4" fill="hold" nodeType="afterEffect">
                                  <p:stCondLst>
                                    <p:cond delay="0"/>
                                  </p:stCondLst>
                                  <p:childTnLst>
                                    <p:set>
                                      <p:cBhvr>
                                        <p:cTn id="51" dur="1" fill="hold">
                                          <p:stCondLst>
                                            <p:cond delay="0"/>
                                          </p:stCondLst>
                                        </p:cTn>
                                        <p:tgtEl>
                                          <p:spTgt spid="60"/>
                                        </p:tgtEl>
                                        <p:attrNameLst>
                                          <p:attrName>style.visibility</p:attrName>
                                        </p:attrNameLst>
                                      </p:cBhvr>
                                      <p:to>
                                        <p:strVal val="visible"/>
                                      </p:to>
                                    </p:set>
                                    <p:animEffect transition="in" filter="wipe(down)">
                                      <p:cBhvr>
                                        <p:cTn id="52" dur="500"/>
                                        <p:tgtEl>
                                          <p:spTgt spid="60"/>
                                        </p:tgtEl>
                                      </p:cBhvr>
                                    </p:animEffect>
                                  </p:childTnLst>
                                </p:cTn>
                              </p:par>
                            </p:childTnLst>
                          </p:cTn>
                        </p:par>
                        <p:par>
                          <p:cTn id="53" fill="hold">
                            <p:stCondLst>
                              <p:cond delay="3500"/>
                            </p:stCondLst>
                            <p:childTnLst>
                              <p:par>
                                <p:cTn id="54" presetID="10" presetClass="entr" presetSubtype="0" fill="hold" grpId="0" nodeType="afterEffect">
                                  <p:stCondLst>
                                    <p:cond delay="0"/>
                                  </p:stCondLst>
                                  <p:childTnLst>
                                    <p:set>
                                      <p:cBhvr>
                                        <p:cTn id="55" dur="1" fill="hold">
                                          <p:stCondLst>
                                            <p:cond delay="0"/>
                                          </p:stCondLst>
                                        </p:cTn>
                                        <p:tgtEl>
                                          <p:spTgt spid="9"/>
                                        </p:tgtEl>
                                        <p:attrNameLst>
                                          <p:attrName>style.visibility</p:attrName>
                                        </p:attrNameLst>
                                      </p:cBhvr>
                                      <p:to>
                                        <p:strVal val="visible"/>
                                      </p:to>
                                    </p:set>
                                    <p:animEffect transition="in" filter="fade">
                                      <p:cBhvr>
                                        <p:cTn id="56" dur="500"/>
                                        <p:tgtEl>
                                          <p:spTgt spid="9"/>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28"/>
                                        </p:tgtEl>
                                        <p:attrNameLst>
                                          <p:attrName>style.visibility</p:attrName>
                                        </p:attrNameLst>
                                      </p:cBhvr>
                                      <p:to>
                                        <p:strVal val="visible"/>
                                      </p:to>
                                    </p:set>
                                    <p:animEffect transition="in" filter="fade">
                                      <p:cBhvr>
                                        <p:cTn id="59" dur="500"/>
                                        <p:tgtEl>
                                          <p:spTgt spid="28"/>
                                        </p:tgtEl>
                                      </p:cBhvr>
                                    </p:animEffect>
                                  </p:childTnLst>
                                </p:cTn>
                              </p:par>
                              <p:par>
                                <p:cTn id="60" presetID="10" presetClass="entr" presetSubtype="0" fill="hold" nodeType="withEffect">
                                  <p:stCondLst>
                                    <p:cond delay="0"/>
                                  </p:stCondLst>
                                  <p:childTnLst>
                                    <p:set>
                                      <p:cBhvr>
                                        <p:cTn id="61" dur="1" fill="hold">
                                          <p:stCondLst>
                                            <p:cond delay="0"/>
                                          </p:stCondLst>
                                        </p:cTn>
                                        <p:tgtEl>
                                          <p:spTgt spid="50"/>
                                        </p:tgtEl>
                                        <p:attrNameLst>
                                          <p:attrName>style.visibility</p:attrName>
                                        </p:attrNameLst>
                                      </p:cBhvr>
                                      <p:to>
                                        <p:strVal val="visible"/>
                                      </p:to>
                                    </p:set>
                                    <p:animEffect transition="in" filter="fade">
                                      <p:cBhvr>
                                        <p:cTn id="62" dur="500"/>
                                        <p:tgtEl>
                                          <p:spTgt spid="50"/>
                                        </p:tgtEl>
                                      </p:cBhvr>
                                    </p:animEffect>
                                  </p:childTnLst>
                                </p:cTn>
                              </p:par>
                            </p:childTnLst>
                          </p:cTn>
                        </p:par>
                        <p:par>
                          <p:cTn id="63" fill="hold">
                            <p:stCondLst>
                              <p:cond delay="4000"/>
                            </p:stCondLst>
                            <p:childTnLst>
                              <p:par>
                                <p:cTn id="64" presetID="22" presetClass="entr" presetSubtype="4" fill="hold" nodeType="afterEffect">
                                  <p:stCondLst>
                                    <p:cond delay="0"/>
                                  </p:stCondLst>
                                  <p:childTnLst>
                                    <p:set>
                                      <p:cBhvr>
                                        <p:cTn id="65" dur="1" fill="hold">
                                          <p:stCondLst>
                                            <p:cond delay="0"/>
                                          </p:stCondLst>
                                        </p:cTn>
                                        <p:tgtEl>
                                          <p:spTgt spid="61"/>
                                        </p:tgtEl>
                                        <p:attrNameLst>
                                          <p:attrName>style.visibility</p:attrName>
                                        </p:attrNameLst>
                                      </p:cBhvr>
                                      <p:to>
                                        <p:strVal val="visible"/>
                                      </p:to>
                                    </p:set>
                                    <p:animEffect transition="in" filter="wipe(down)">
                                      <p:cBhvr>
                                        <p:cTn id="66"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8" grpId="0" animBg="1"/>
      <p:bldP spid="9" grpId="0" animBg="1"/>
      <p:bldP spid="10" grpId="0" animBg="1"/>
      <p:bldP spid="22" grpId="0"/>
      <p:bldP spid="24" grpId="0"/>
      <p:bldP spid="26" grpId="0"/>
      <p:bldP spid="28" grpId="0"/>
      <p:bldP spid="30" grpId="0"/>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val 4"/>
          <p:cNvSpPr/>
          <p:nvPr/>
        </p:nvSpPr>
        <p:spPr>
          <a:xfrm>
            <a:off x="5435600" y="2501900"/>
            <a:ext cx="1320800" cy="13208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7" name="Oval 6"/>
          <p:cNvSpPr/>
          <p:nvPr/>
        </p:nvSpPr>
        <p:spPr>
          <a:xfrm>
            <a:off x="2452915" y="1380490"/>
            <a:ext cx="1103086" cy="110308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9" name="Oval 8"/>
          <p:cNvSpPr/>
          <p:nvPr/>
        </p:nvSpPr>
        <p:spPr>
          <a:xfrm>
            <a:off x="8636000" y="3841707"/>
            <a:ext cx="1103086" cy="11030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cxnSp>
        <p:nvCxnSpPr>
          <p:cNvPr id="14" name="Straight Arrow Connector 13"/>
          <p:cNvCxnSpPr/>
          <p:nvPr/>
        </p:nvCxnSpPr>
        <p:spPr>
          <a:xfrm>
            <a:off x="3597953" y="2132520"/>
            <a:ext cx="1878922" cy="631755"/>
          </a:xfrm>
          <a:prstGeom prst="straightConnector1">
            <a:avLst/>
          </a:prstGeom>
          <a:ln w="1905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flipH="1">
            <a:off x="5635580" y="2899268"/>
            <a:ext cx="842212" cy="707886"/>
          </a:xfrm>
          <a:prstGeom prst="rect">
            <a:avLst/>
          </a:prstGeom>
          <a:noFill/>
          <a:ln>
            <a:noFill/>
          </a:ln>
        </p:spPr>
        <p:txBody>
          <a:bodyPr wrap="square" rtlCol="0">
            <a:spAutoFit/>
          </a:bodyPr>
          <a:lstStyle/>
          <a:p>
            <a:pPr algn="ctr" fontAlgn="auto">
              <a:spcBef>
                <a:spcPts val="0"/>
              </a:spcBef>
              <a:spcAft>
                <a:spcPts val="0"/>
              </a:spcAft>
            </a:pPr>
            <a:r>
              <a:rPr lang="en-US" sz="4000" b="1" dirty="0">
                <a:solidFill>
                  <a:prstClr val="white"/>
                </a:solidFill>
                <a:latin typeface="FontAwesome" pitchFamily="2" charset="0"/>
                <a:cs typeface="Simplified Arabic" panose="02020603050405020304" pitchFamily="18" charset="-78"/>
              </a:rPr>
              <a:t>2</a:t>
            </a:r>
            <a:endParaRPr lang="en-US" sz="3000" b="1" dirty="0">
              <a:solidFill>
                <a:prstClr val="white"/>
              </a:solidFill>
              <a:latin typeface="Calibri Light" panose="020F0302020204030204"/>
              <a:cs typeface="Simplified Arabic" panose="02020603050405020304" pitchFamily="18" charset="-78"/>
            </a:endParaRPr>
          </a:p>
        </p:txBody>
      </p:sp>
      <p:sp>
        <p:nvSpPr>
          <p:cNvPr id="24" name="TextBox 23"/>
          <p:cNvSpPr txBox="1"/>
          <p:nvPr/>
        </p:nvSpPr>
        <p:spPr>
          <a:xfrm flipH="1">
            <a:off x="2581132" y="1487442"/>
            <a:ext cx="842212" cy="553998"/>
          </a:xfrm>
          <a:prstGeom prst="rect">
            <a:avLst/>
          </a:prstGeom>
          <a:noFill/>
          <a:ln>
            <a:noFill/>
          </a:ln>
        </p:spPr>
        <p:txBody>
          <a:bodyPr wrap="square" rtlCol="0">
            <a:spAutoFit/>
          </a:bodyPr>
          <a:lstStyle/>
          <a:p>
            <a:pPr algn="ctr" fontAlgn="auto">
              <a:spcBef>
                <a:spcPts val="0"/>
              </a:spcBef>
              <a:spcAft>
                <a:spcPts val="0"/>
              </a:spcAft>
            </a:pPr>
            <a:r>
              <a:rPr lang="en-US" sz="3000" dirty="0" smtClean="0">
                <a:solidFill>
                  <a:prstClr val="white"/>
                </a:solidFill>
                <a:latin typeface="FontAwesome" pitchFamily="2" charset="0"/>
                <a:cs typeface="Simplified Arabic" panose="02020603050405020304" pitchFamily="18" charset="-78"/>
              </a:rPr>
              <a:t></a:t>
            </a:r>
            <a:endParaRPr lang="en-US" sz="3000" dirty="0">
              <a:solidFill>
                <a:prstClr val="white"/>
              </a:solidFill>
              <a:latin typeface="Calibri Light" panose="020F0302020204030204"/>
              <a:cs typeface="Simplified Arabic" panose="02020603050405020304" pitchFamily="18" charset="-78"/>
            </a:endParaRPr>
          </a:p>
        </p:txBody>
      </p:sp>
      <p:sp>
        <p:nvSpPr>
          <p:cNvPr id="28" name="TextBox 27"/>
          <p:cNvSpPr txBox="1"/>
          <p:nvPr/>
        </p:nvSpPr>
        <p:spPr>
          <a:xfrm flipH="1">
            <a:off x="8763531" y="3976831"/>
            <a:ext cx="842212" cy="553998"/>
          </a:xfrm>
          <a:prstGeom prst="rect">
            <a:avLst/>
          </a:prstGeom>
          <a:noFill/>
          <a:ln>
            <a:noFill/>
          </a:ln>
        </p:spPr>
        <p:txBody>
          <a:bodyPr wrap="square" rtlCol="0">
            <a:spAutoFit/>
          </a:bodyPr>
          <a:lstStyle/>
          <a:p>
            <a:pPr algn="ctr" fontAlgn="auto">
              <a:spcBef>
                <a:spcPts val="0"/>
              </a:spcBef>
              <a:spcAft>
                <a:spcPts val="0"/>
              </a:spcAft>
            </a:pPr>
            <a:r>
              <a:rPr lang="en-US" sz="3000" dirty="0" smtClean="0">
                <a:solidFill>
                  <a:prstClr val="white"/>
                </a:solidFill>
                <a:latin typeface="FontAwesome" pitchFamily="2" charset="0"/>
                <a:cs typeface="Simplified Arabic" panose="02020603050405020304" pitchFamily="18" charset="-78"/>
              </a:rPr>
              <a:t></a:t>
            </a:r>
            <a:endParaRPr lang="en-US" sz="3000" dirty="0">
              <a:solidFill>
                <a:prstClr val="white"/>
              </a:solidFill>
              <a:latin typeface="Calibri Light" panose="020F0302020204030204"/>
              <a:cs typeface="Simplified Arabic" panose="02020603050405020304" pitchFamily="18" charset="-78"/>
            </a:endParaRPr>
          </a:p>
        </p:txBody>
      </p:sp>
      <p:grpSp>
        <p:nvGrpSpPr>
          <p:cNvPr id="47" name="Group 46"/>
          <p:cNvGrpSpPr/>
          <p:nvPr/>
        </p:nvGrpSpPr>
        <p:grpSpPr>
          <a:xfrm>
            <a:off x="1360968" y="2510571"/>
            <a:ext cx="2607875" cy="979159"/>
            <a:chOff x="7943566" y="1455858"/>
            <a:chExt cx="2349606" cy="979159"/>
          </a:xfrm>
        </p:grpSpPr>
        <p:sp>
          <p:nvSpPr>
            <p:cNvPr id="48" name="Content Placeholder 2"/>
            <p:cNvSpPr txBox="1">
              <a:spLocks/>
            </p:cNvSpPr>
            <p:nvPr/>
          </p:nvSpPr>
          <p:spPr>
            <a:xfrm>
              <a:off x="7943566" y="1617958"/>
              <a:ext cx="2338624" cy="817059"/>
            </a:xfrm>
            <a:prstGeom prst="rect">
              <a:avLst/>
            </a:prstGeom>
            <a:ln>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ctr" rtl="1">
                <a:buNone/>
              </a:pPr>
              <a:r>
                <a:rPr lang="ar-SA" sz="2800" b="1" dirty="0" smtClean="0">
                  <a:solidFill>
                    <a:schemeClr val="tx1"/>
                  </a:solidFill>
                  <a:cs typeface="Simplified Arabic" panose="02020603050405020304" pitchFamily="18" charset="-78"/>
                </a:rPr>
                <a:t>العروض </a:t>
              </a:r>
              <a:r>
                <a:rPr lang="ar-SA" sz="2800" b="1" dirty="0">
                  <a:solidFill>
                    <a:schemeClr val="tx1"/>
                  </a:solidFill>
                  <a:cs typeface="Simplified Arabic" panose="02020603050405020304" pitchFamily="18" charset="-78"/>
                </a:rPr>
                <a:t>المشتركة</a:t>
              </a:r>
              <a:endParaRPr lang="en-US" sz="2800" dirty="0">
                <a:solidFill>
                  <a:schemeClr val="tx1"/>
                </a:solidFill>
              </a:endParaRPr>
            </a:p>
          </p:txBody>
        </p:sp>
        <p:sp>
          <p:nvSpPr>
            <p:cNvPr id="49" name="Title 13"/>
            <p:cNvSpPr txBox="1">
              <a:spLocks/>
            </p:cNvSpPr>
            <p:nvPr/>
          </p:nvSpPr>
          <p:spPr>
            <a:xfrm>
              <a:off x="8545362" y="1455858"/>
              <a:ext cx="1747810" cy="274320"/>
            </a:xfrm>
            <a:prstGeom prst="rect">
              <a:avLst/>
            </a:prstGeom>
            <a:ln>
              <a:noFill/>
            </a:ln>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endParaRPr lang="en-US" sz="1100" b="1" dirty="0">
                <a:solidFill>
                  <a:srgbClr val="E32D91"/>
                </a:solidFill>
                <a:latin typeface="Raleway" panose="020B0503030101060003" pitchFamily="34" charset="0"/>
              </a:endParaRPr>
            </a:p>
          </p:txBody>
        </p:sp>
      </p:grpSp>
      <p:grpSp>
        <p:nvGrpSpPr>
          <p:cNvPr id="50" name="Group 49"/>
          <p:cNvGrpSpPr/>
          <p:nvPr/>
        </p:nvGrpSpPr>
        <p:grpSpPr>
          <a:xfrm>
            <a:off x="8539156" y="5079917"/>
            <a:ext cx="2989114" cy="792900"/>
            <a:chOff x="8469774" y="1455858"/>
            <a:chExt cx="2693090" cy="792900"/>
          </a:xfrm>
        </p:grpSpPr>
        <p:sp>
          <p:nvSpPr>
            <p:cNvPr id="51" name="Content Placeholder 2"/>
            <p:cNvSpPr txBox="1">
              <a:spLocks/>
            </p:cNvSpPr>
            <p:nvPr/>
          </p:nvSpPr>
          <p:spPr>
            <a:xfrm>
              <a:off x="8469774" y="1682694"/>
              <a:ext cx="2693090" cy="566064"/>
            </a:xfrm>
            <a:prstGeom prst="rect">
              <a:avLst/>
            </a:prstGeom>
            <a:ln>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smtClean="0">
                  <a:solidFill>
                    <a:schemeClr val="tx1"/>
                  </a:solidFill>
                  <a:latin typeface="Calibri Light" panose="020F0302020204030204"/>
                  <a:cs typeface="Simplified Arabic" panose="02020603050405020304" pitchFamily="18" charset="-78"/>
                </a:rPr>
                <a:t>المتحف </a:t>
              </a:r>
              <a:r>
                <a:rPr lang="ar-SA" sz="2800" b="1" dirty="0">
                  <a:solidFill>
                    <a:schemeClr val="tx1"/>
                  </a:solidFill>
                  <a:latin typeface="Calibri Light" panose="020F0302020204030204"/>
                  <a:cs typeface="Simplified Arabic" panose="02020603050405020304" pitchFamily="18" charset="-78"/>
                </a:rPr>
                <a:t>الافتراضي</a:t>
              </a:r>
              <a:endParaRPr lang="en-US" sz="2800" b="1" dirty="0">
                <a:solidFill>
                  <a:schemeClr val="tx1"/>
                </a:solidFill>
                <a:latin typeface="Calibri Light" panose="020F0302020204030204"/>
              </a:endParaRPr>
            </a:p>
          </p:txBody>
        </p:sp>
        <p:sp>
          <p:nvSpPr>
            <p:cNvPr id="52" name="Title 13"/>
            <p:cNvSpPr txBox="1">
              <a:spLocks/>
            </p:cNvSpPr>
            <p:nvPr/>
          </p:nvSpPr>
          <p:spPr>
            <a:xfrm>
              <a:off x="8545362" y="1455858"/>
              <a:ext cx="1747810" cy="274320"/>
            </a:xfrm>
            <a:prstGeom prst="rect">
              <a:avLst/>
            </a:prstGeom>
            <a:ln>
              <a:noFill/>
            </a:ln>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endParaRPr lang="en-US" sz="1100" b="1" dirty="0">
                <a:solidFill>
                  <a:srgbClr val="D54773"/>
                </a:solidFill>
                <a:latin typeface="Raleway" panose="020B0503030101060003" pitchFamily="34" charset="0"/>
              </a:endParaRPr>
            </a:p>
          </p:txBody>
        </p:sp>
      </p:grpSp>
      <p:cxnSp>
        <p:nvCxnSpPr>
          <p:cNvPr id="61" name="Straight Arrow Connector 60"/>
          <p:cNvCxnSpPr/>
          <p:nvPr/>
        </p:nvCxnSpPr>
        <p:spPr>
          <a:xfrm flipH="1" flipV="1">
            <a:off x="6660234" y="3610096"/>
            <a:ext cx="1878922" cy="631755"/>
          </a:xfrm>
          <a:prstGeom prst="straightConnector1">
            <a:avLst/>
          </a:prstGeom>
          <a:ln w="1905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65" name="Title 13"/>
          <p:cNvSpPr txBox="1">
            <a:spLocks/>
          </p:cNvSpPr>
          <p:nvPr/>
        </p:nvSpPr>
        <p:spPr>
          <a:xfrm>
            <a:off x="3968843" y="4004522"/>
            <a:ext cx="4247594" cy="2098566"/>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fontAlgn="auto">
              <a:spcAft>
                <a:spcPts val="0"/>
              </a:spcAft>
            </a:pPr>
            <a:r>
              <a:rPr lang="ar-SA" b="1" dirty="0" smtClean="0">
                <a:solidFill>
                  <a:srgbClr val="44546A"/>
                </a:solidFill>
                <a:latin typeface="Raleway" panose="020B0503030101060003" pitchFamily="34" charset="0"/>
              </a:rPr>
              <a:t>العروض </a:t>
            </a:r>
            <a:r>
              <a:rPr lang="ar-SA" b="1" dirty="0">
                <a:solidFill>
                  <a:srgbClr val="44546A"/>
                </a:solidFill>
                <a:latin typeface="Raleway" panose="020B0503030101060003" pitchFamily="34" charset="0"/>
              </a:rPr>
              <a:t>التقديمية </a:t>
            </a:r>
            <a:r>
              <a:rPr lang="en-US" b="1" dirty="0">
                <a:solidFill>
                  <a:srgbClr val="44546A"/>
                </a:solidFill>
                <a:latin typeface="Raleway" panose="020B0503030101060003" pitchFamily="34" charset="0"/>
              </a:rPr>
              <a:t>Google </a:t>
            </a:r>
            <a:r>
              <a:rPr lang="en-US" b="1" dirty="0" err="1">
                <a:solidFill>
                  <a:srgbClr val="44546A"/>
                </a:solidFill>
                <a:latin typeface="Raleway" panose="020B0503030101060003" pitchFamily="34" charset="0"/>
              </a:rPr>
              <a:t>Presntations</a:t>
            </a:r>
            <a:r>
              <a:rPr lang="en-US" b="1" dirty="0">
                <a:solidFill>
                  <a:srgbClr val="44546A"/>
                </a:solidFill>
                <a:latin typeface="Raleway" panose="020B0503030101060003" pitchFamily="34" charset="0"/>
              </a:rPr>
              <a:t> ، </a:t>
            </a:r>
            <a:r>
              <a:rPr lang="ar-SA" b="1" dirty="0">
                <a:solidFill>
                  <a:srgbClr val="44546A"/>
                </a:solidFill>
                <a:latin typeface="Raleway" panose="020B0503030101060003" pitchFamily="34" charset="0"/>
              </a:rPr>
              <a:t>وتشمل </a:t>
            </a:r>
            <a:r>
              <a:rPr lang="ar-SA" b="1" dirty="0" smtClean="0">
                <a:solidFill>
                  <a:srgbClr val="44546A"/>
                </a:solidFill>
                <a:latin typeface="Raleway" panose="020B0503030101060003" pitchFamily="34" charset="0"/>
              </a:rPr>
              <a:t>الآتي</a:t>
            </a:r>
            <a:endParaRPr lang="en-US" b="1" dirty="0">
              <a:solidFill>
                <a:srgbClr val="44546A"/>
              </a:solidFill>
              <a:latin typeface="Raleway" panose="020B0503030101060003" pitchFamily="34" charset="0"/>
            </a:endParaRPr>
          </a:p>
        </p:txBody>
      </p:sp>
      <p:sp>
        <p:nvSpPr>
          <p:cNvPr id="38" name="Title 2"/>
          <p:cNvSpPr txBox="1">
            <a:spLocks/>
          </p:cNvSpPr>
          <p:nvPr/>
        </p:nvSpPr>
        <p:spPr>
          <a:xfrm>
            <a:off x="2464759" y="163264"/>
            <a:ext cx="8145426" cy="963101"/>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r" rtl="1" fontAlgn="auto">
              <a:spcAft>
                <a:spcPts val="0"/>
              </a:spcAft>
              <a:defRPr/>
            </a:pPr>
            <a:r>
              <a:rPr lang="ar-SA" sz="4400" u="sng" dirty="0"/>
              <a:t>2-	قوقل </a:t>
            </a:r>
            <a:r>
              <a:rPr lang="en-US" sz="4400" u="sng" dirty="0" smtClean="0"/>
              <a:t> Google</a:t>
            </a:r>
            <a:r>
              <a:rPr lang="ar-SA" sz="4400" u="sng" dirty="0" smtClean="0"/>
              <a:t>في </a:t>
            </a:r>
            <a:r>
              <a:rPr lang="ar-SA" sz="4400" u="sng" dirty="0"/>
              <a:t>التعليم</a:t>
            </a:r>
            <a:endParaRPr lang="en-US" sz="4400" u="sng" dirty="0"/>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70194761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fade">
                                      <p:cBhvr>
                                        <p:cTn id="10" dur="500"/>
                                        <p:tgtEl>
                                          <p:spTgt spid="22"/>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500"/>
                                        <p:tgtEl>
                                          <p:spTgt spid="7"/>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childTnLst>
                                </p:cTn>
                              </p:par>
                              <p:par>
                                <p:cTn id="18" presetID="10" presetClass="entr" presetSubtype="0" fill="hold" nodeType="withEffect">
                                  <p:stCondLst>
                                    <p:cond delay="0"/>
                                  </p:stCondLst>
                                  <p:childTnLst>
                                    <p:set>
                                      <p:cBhvr>
                                        <p:cTn id="19" dur="1" fill="hold">
                                          <p:stCondLst>
                                            <p:cond delay="0"/>
                                          </p:stCondLst>
                                        </p:cTn>
                                        <p:tgtEl>
                                          <p:spTgt spid="47"/>
                                        </p:tgtEl>
                                        <p:attrNameLst>
                                          <p:attrName>style.visibility</p:attrName>
                                        </p:attrNameLst>
                                      </p:cBhvr>
                                      <p:to>
                                        <p:strVal val="visible"/>
                                      </p:to>
                                    </p:set>
                                    <p:animEffect transition="in" filter="fade">
                                      <p:cBhvr>
                                        <p:cTn id="20" dur="500"/>
                                        <p:tgtEl>
                                          <p:spTgt spid="47"/>
                                        </p:tgtEl>
                                      </p:cBhvr>
                                    </p:animEffect>
                                  </p:childTnLst>
                                </p:cTn>
                              </p:par>
                            </p:childTnLst>
                          </p:cTn>
                        </p:par>
                        <p:par>
                          <p:cTn id="21" fill="hold">
                            <p:stCondLst>
                              <p:cond delay="1000"/>
                            </p:stCondLst>
                            <p:childTnLst>
                              <p:par>
                                <p:cTn id="22" presetID="22" presetClass="entr" presetSubtype="1" fill="hold" nodeType="after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wipe(up)">
                                      <p:cBhvr>
                                        <p:cTn id="24" dur="500"/>
                                        <p:tgtEl>
                                          <p:spTgt spid="14"/>
                                        </p:tgtEl>
                                      </p:cBhvr>
                                    </p:animEffect>
                                  </p:childTnLst>
                                </p:cTn>
                              </p:par>
                            </p:childTnLst>
                          </p:cTn>
                        </p:par>
                        <p:par>
                          <p:cTn id="25" fill="hold">
                            <p:stCondLst>
                              <p:cond delay="1500"/>
                            </p:stCondLst>
                            <p:childTnLst>
                              <p:par>
                                <p:cTn id="26" presetID="10" presetClass="entr" presetSubtype="0" fill="hold" grpId="0" nodeType="after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8"/>
                                        </p:tgtEl>
                                        <p:attrNameLst>
                                          <p:attrName>style.visibility</p:attrName>
                                        </p:attrNameLst>
                                      </p:cBhvr>
                                      <p:to>
                                        <p:strVal val="visible"/>
                                      </p:to>
                                    </p:set>
                                    <p:animEffect transition="in" filter="fade">
                                      <p:cBhvr>
                                        <p:cTn id="31" dur="500"/>
                                        <p:tgtEl>
                                          <p:spTgt spid="28"/>
                                        </p:tgtEl>
                                      </p:cBhvr>
                                    </p:animEffect>
                                  </p:childTnLst>
                                </p:cTn>
                              </p:par>
                              <p:par>
                                <p:cTn id="32" presetID="10" presetClass="entr" presetSubtype="0" fill="hold" nodeType="withEffect">
                                  <p:stCondLst>
                                    <p:cond delay="0"/>
                                  </p:stCondLst>
                                  <p:childTnLst>
                                    <p:set>
                                      <p:cBhvr>
                                        <p:cTn id="33" dur="1" fill="hold">
                                          <p:stCondLst>
                                            <p:cond delay="0"/>
                                          </p:stCondLst>
                                        </p:cTn>
                                        <p:tgtEl>
                                          <p:spTgt spid="50"/>
                                        </p:tgtEl>
                                        <p:attrNameLst>
                                          <p:attrName>style.visibility</p:attrName>
                                        </p:attrNameLst>
                                      </p:cBhvr>
                                      <p:to>
                                        <p:strVal val="visible"/>
                                      </p:to>
                                    </p:set>
                                    <p:animEffect transition="in" filter="fade">
                                      <p:cBhvr>
                                        <p:cTn id="34" dur="500"/>
                                        <p:tgtEl>
                                          <p:spTgt spid="50"/>
                                        </p:tgtEl>
                                      </p:cBhvr>
                                    </p:animEffect>
                                  </p:childTnLst>
                                </p:cTn>
                              </p:par>
                            </p:childTnLst>
                          </p:cTn>
                        </p:par>
                        <p:par>
                          <p:cTn id="35" fill="hold">
                            <p:stCondLst>
                              <p:cond delay="2000"/>
                            </p:stCondLst>
                            <p:childTnLst>
                              <p:par>
                                <p:cTn id="36" presetID="22" presetClass="entr" presetSubtype="4" fill="hold" nodeType="afterEffect">
                                  <p:stCondLst>
                                    <p:cond delay="0"/>
                                  </p:stCondLst>
                                  <p:childTnLst>
                                    <p:set>
                                      <p:cBhvr>
                                        <p:cTn id="37" dur="1" fill="hold">
                                          <p:stCondLst>
                                            <p:cond delay="0"/>
                                          </p:stCondLst>
                                        </p:cTn>
                                        <p:tgtEl>
                                          <p:spTgt spid="61"/>
                                        </p:tgtEl>
                                        <p:attrNameLst>
                                          <p:attrName>style.visibility</p:attrName>
                                        </p:attrNameLst>
                                      </p:cBhvr>
                                      <p:to>
                                        <p:strVal val="visible"/>
                                      </p:to>
                                    </p:set>
                                    <p:animEffect transition="in" filter="wipe(down)">
                                      <p:cBhvr>
                                        <p:cTn id="38"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9" grpId="0" animBg="1"/>
      <p:bldP spid="22" grpId="0"/>
      <p:bldP spid="24" grpId="0"/>
      <p:bldP spid="28" grpId="0"/>
    </p:bld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126971" y="480449"/>
            <a:ext cx="9652000" cy="743494"/>
          </a:xfrm>
        </p:spPr>
        <p:txBody>
          <a:bodyPr/>
          <a:lstStyle/>
          <a:p>
            <a:pPr rtl="1"/>
            <a:r>
              <a:rPr lang="ar-SA" sz="3600" u="sng" dirty="0">
                <a:solidFill>
                  <a:schemeClr val="tx1"/>
                </a:solidFill>
              </a:rPr>
              <a:t>3-	</a:t>
            </a:r>
            <a:r>
              <a:rPr lang="en-US" sz="3600" u="sng" dirty="0" smtClean="0">
                <a:solidFill>
                  <a:schemeClr val="tx1"/>
                </a:solidFill>
              </a:rPr>
              <a:t> </a:t>
            </a:r>
            <a:r>
              <a:rPr lang="ar-SA" sz="3600" u="sng" dirty="0" smtClean="0">
                <a:solidFill>
                  <a:schemeClr val="tx1"/>
                </a:solidFill>
              </a:rPr>
              <a:t>جداول </a:t>
            </a:r>
            <a:r>
              <a:rPr lang="ar-SA" sz="3600" u="sng" dirty="0">
                <a:solidFill>
                  <a:schemeClr val="tx1"/>
                </a:solidFill>
              </a:rPr>
              <a:t>البيانات </a:t>
            </a:r>
            <a:r>
              <a:rPr lang="en-US" sz="3600" u="sng" dirty="0">
                <a:solidFill>
                  <a:schemeClr val="tx1"/>
                </a:solidFill>
              </a:rPr>
              <a:t>Spreadsheets  Google ، </a:t>
            </a:r>
            <a:r>
              <a:rPr lang="ar-SA" sz="3600" u="sng" dirty="0">
                <a:solidFill>
                  <a:schemeClr val="tx1"/>
                </a:solidFill>
              </a:rPr>
              <a:t>وتظهر أهميتها في الآتي:</a:t>
            </a:r>
            <a:endParaRPr lang="en-US" sz="3600" u="sng" dirty="0">
              <a:solidFill>
                <a:schemeClr val="tx1"/>
              </a:solidFill>
            </a:endParaRPr>
          </a:p>
        </p:txBody>
      </p:sp>
      <p:grpSp>
        <p:nvGrpSpPr>
          <p:cNvPr id="25" name="Group 24"/>
          <p:cNvGrpSpPr/>
          <p:nvPr/>
        </p:nvGrpSpPr>
        <p:grpSpPr>
          <a:xfrm>
            <a:off x="2361826" y="2687035"/>
            <a:ext cx="1303792" cy="1303792"/>
            <a:chOff x="947582" y="1605917"/>
            <a:chExt cx="1209747" cy="1209747"/>
          </a:xfrm>
        </p:grpSpPr>
        <p:sp>
          <p:nvSpPr>
            <p:cNvPr id="26" name="Sev01"/>
            <p:cNvSpPr/>
            <p:nvPr/>
          </p:nvSpPr>
          <p:spPr>
            <a:xfrm>
              <a:off x="947582" y="1605917"/>
              <a:ext cx="1209747" cy="12097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29" name="Freeform 42"/>
            <p:cNvSpPr>
              <a:spLocks noEditPoints="1"/>
            </p:cNvSpPr>
            <p:nvPr/>
          </p:nvSpPr>
          <p:spPr bwMode="auto">
            <a:xfrm>
              <a:off x="1300095" y="1993569"/>
              <a:ext cx="504720" cy="434443"/>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76" name="Group 75"/>
          <p:cNvGrpSpPr/>
          <p:nvPr/>
        </p:nvGrpSpPr>
        <p:grpSpPr>
          <a:xfrm>
            <a:off x="2083448" y="2422417"/>
            <a:ext cx="1860549" cy="1833033"/>
            <a:chOff x="4783138" y="1916113"/>
            <a:chExt cx="1395412" cy="1374775"/>
          </a:xfrm>
          <a:solidFill>
            <a:schemeClr val="accent1"/>
          </a:solidFill>
        </p:grpSpPr>
        <p:sp>
          <p:nvSpPr>
            <p:cNvPr id="77"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8"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9"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0"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30" name="Group 29"/>
          <p:cNvGrpSpPr/>
          <p:nvPr/>
        </p:nvGrpSpPr>
        <p:grpSpPr>
          <a:xfrm>
            <a:off x="7958496" y="2669902"/>
            <a:ext cx="1303792" cy="1303792"/>
            <a:chOff x="5008643" y="1605917"/>
            <a:chExt cx="1209747" cy="1209747"/>
          </a:xfrm>
        </p:grpSpPr>
        <p:sp>
          <p:nvSpPr>
            <p:cNvPr id="31" name="Sev03"/>
            <p:cNvSpPr/>
            <p:nvPr/>
          </p:nvSpPr>
          <p:spPr>
            <a:xfrm>
              <a:off x="5008643" y="1605917"/>
              <a:ext cx="1209747" cy="12097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endParaRPr>
            </a:p>
          </p:txBody>
        </p:sp>
        <p:sp>
          <p:nvSpPr>
            <p:cNvPr id="32" name="Freeform 178"/>
            <p:cNvSpPr>
              <a:spLocks noEditPoints="1"/>
            </p:cNvSpPr>
            <p:nvPr/>
          </p:nvSpPr>
          <p:spPr bwMode="auto">
            <a:xfrm>
              <a:off x="5361156" y="2020721"/>
              <a:ext cx="504720" cy="38013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86" name="Group 85"/>
          <p:cNvGrpSpPr/>
          <p:nvPr/>
        </p:nvGrpSpPr>
        <p:grpSpPr>
          <a:xfrm>
            <a:off x="7684484" y="2386510"/>
            <a:ext cx="1860549" cy="1833033"/>
            <a:chOff x="4783138" y="1916113"/>
            <a:chExt cx="1395412" cy="1374775"/>
          </a:xfrm>
          <a:solidFill>
            <a:schemeClr val="accent3"/>
          </a:solidFill>
        </p:grpSpPr>
        <p:sp>
          <p:nvSpPr>
            <p:cNvPr id="87"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8"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9"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90"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110" name="TextBox 109"/>
          <p:cNvSpPr txBox="1"/>
          <p:nvPr/>
        </p:nvSpPr>
        <p:spPr>
          <a:xfrm>
            <a:off x="564245" y="4641315"/>
            <a:ext cx="4092609" cy="584775"/>
          </a:xfrm>
          <a:prstGeom prst="rect">
            <a:avLst/>
          </a:prstGeom>
          <a:noFill/>
        </p:spPr>
        <p:txBody>
          <a:bodyPr wrap="square" rtlCol="0">
            <a:spAutoFit/>
          </a:bodyPr>
          <a:lstStyle/>
          <a:p>
            <a:pPr algn="ctr" defTabSz="1375467" rtl="1" fontAlgn="auto">
              <a:spcBef>
                <a:spcPts val="0"/>
              </a:spcBef>
              <a:spcAft>
                <a:spcPts val="0"/>
              </a:spcAft>
            </a:pPr>
            <a:r>
              <a:rPr lang="ar-SA" sz="3200" b="1" dirty="0" smtClean="0">
                <a:solidFill>
                  <a:srgbClr val="237DB9"/>
                </a:solidFill>
                <a:latin typeface="Roboto Condensed"/>
                <a:cs typeface="Simplified Arabic" panose="02020603050405020304" pitchFamily="18" charset="-78"/>
              </a:rPr>
              <a:t>التعرف </a:t>
            </a:r>
            <a:r>
              <a:rPr lang="ar-SA" sz="3200" b="1" dirty="0">
                <a:solidFill>
                  <a:srgbClr val="237DB9"/>
                </a:solidFill>
                <a:latin typeface="Roboto Condensed"/>
                <a:cs typeface="Simplified Arabic" panose="02020603050405020304" pitchFamily="18" charset="-78"/>
              </a:rPr>
              <a:t>عن المفاهيم الجديدة</a:t>
            </a:r>
            <a:endParaRPr lang="en-US" sz="3200" dirty="0">
              <a:solidFill>
                <a:srgbClr val="FFFFFF">
                  <a:lumMod val="50000"/>
                </a:srgbClr>
              </a:solidFill>
              <a:latin typeface="Roboto Condensed"/>
              <a:cs typeface="Simplified Arabic" panose="02020603050405020304" pitchFamily="18" charset="-78"/>
            </a:endParaRPr>
          </a:p>
        </p:txBody>
      </p:sp>
      <p:sp>
        <p:nvSpPr>
          <p:cNvPr id="112" name="TextBox 111"/>
          <p:cNvSpPr txBox="1"/>
          <p:nvPr/>
        </p:nvSpPr>
        <p:spPr>
          <a:xfrm>
            <a:off x="6450547" y="4641315"/>
            <a:ext cx="4328424" cy="584775"/>
          </a:xfrm>
          <a:prstGeom prst="rect">
            <a:avLst/>
          </a:prstGeom>
          <a:noFill/>
        </p:spPr>
        <p:txBody>
          <a:bodyPr wrap="square" rtlCol="0">
            <a:spAutoFit/>
          </a:bodyPr>
          <a:lstStyle/>
          <a:p>
            <a:pPr algn="ctr" defTabSz="1375467" rtl="1" fontAlgn="auto">
              <a:spcBef>
                <a:spcPts val="0"/>
              </a:spcBef>
              <a:spcAft>
                <a:spcPts val="0"/>
              </a:spcAft>
            </a:pPr>
            <a:r>
              <a:rPr lang="ar-SA" sz="3200" b="1" dirty="0" smtClean="0">
                <a:solidFill>
                  <a:srgbClr val="9BB955"/>
                </a:solidFill>
                <a:latin typeface="Roboto Condensed"/>
                <a:cs typeface="Simplified Arabic" panose="02020603050405020304" pitchFamily="18" charset="-78"/>
              </a:rPr>
              <a:t>المرصد </a:t>
            </a:r>
            <a:r>
              <a:rPr lang="ar-SA" sz="3200" b="1" dirty="0">
                <a:solidFill>
                  <a:srgbClr val="9BB955"/>
                </a:solidFill>
                <a:latin typeface="Roboto Condensed"/>
                <a:cs typeface="Simplified Arabic" panose="02020603050405020304" pitchFamily="18" charset="-78"/>
              </a:rPr>
              <a:t>الافتراضي</a:t>
            </a:r>
            <a:endParaRPr lang="en-US" sz="3200" dirty="0">
              <a:solidFill>
                <a:srgbClr val="FFFFFF">
                  <a:lumMod val="50000"/>
                </a:srgbClr>
              </a:solidFill>
              <a:latin typeface="Roboto Condensed"/>
              <a:cs typeface="Simplified Arabic" panose="02020603050405020304" pitchFamily="18" charset="-78"/>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1320037"/>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p:cTn id="7" dur="500" fill="hold"/>
                                        <p:tgtEl>
                                          <p:spTgt spid="76"/>
                                        </p:tgtEl>
                                        <p:attrNameLst>
                                          <p:attrName>ppt_w</p:attrName>
                                        </p:attrNameLst>
                                      </p:cBhvr>
                                      <p:tavLst>
                                        <p:tav tm="0">
                                          <p:val>
                                            <p:fltVal val="0"/>
                                          </p:val>
                                        </p:tav>
                                        <p:tav tm="100000">
                                          <p:val>
                                            <p:strVal val="#ppt_w"/>
                                          </p:val>
                                        </p:tav>
                                      </p:tavLst>
                                    </p:anim>
                                    <p:anim calcmode="lin" valueType="num">
                                      <p:cBhvr>
                                        <p:cTn id="8" dur="500" fill="hold"/>
                                        <p:tgtEl>
                                          <p:spTgt spid="76"/>
                                        </p:tgtEl>
                                        <p:attrNameLst>
                                          <p:attrName>ppt_h</p:attrName>
                                        </p:attrNameLst>
                                      </p:cBhvr>
                                      <p:tavLst>
                                        <p:tav tm="0">
                                          <p:val>
                                            <p:fltVal val="0"/>
                                          </p:val>
                                        </p:tav>
                                        <p:tav tm="100000">
                                          <p:val>
                                            <p:strVal val="#ppt_h"/>
                                          </p:val>
                                        </p:tav>
                                      </p:tavLst>
                                    </p:anim>
                                    <p:anim calcmode="lin" valueType="num">
                                      <p:cBhvr>
                                        <p:cTn id="9" dur="500" fill="hold"/>
                                        <p:tgtEl>
                                          <p:spTgt spid="76"/>
                                        </p:tgtEl>
                                        <p:attrNameLst>
                                          <p:attrName>style.rotation</p:attrName>
                                        </p:attrNameLst>
                                      </p:cBhvr>
                                      <p:tavLst>
                                        <p:tav tm="0">
                                          <p:val>
                                            <p:fltVal val="360"/>
                                          </p:val>
                                        </p:tav>
                                        <p:tav tm="100000">
                                          <p:val>
                                            <p:fltVal val="0"/>
                                          </p:val>
                                        </p:tav>
                                      </p:tavLst>
                                    </p:anim>
                                    <p:animEffect transition="in" filter="fade">
                                      <p:cBhvr>
                                        <p:cTn id="10" dur="500"/>
                                        <p:tgtEl>
                                          <p:spTgt spid="76"/>
                                        </p:tgtEl>
                                      </p:cBhvr>
                                    </p:animEffect>
                                  </p:childTnLst>
                                </p:cTn>
                              </p:par>
                            </p:childTnLst>
                          </p:cTn>
                        </p:par>
                        <p:par>
                          <p:cTn id="11" fill="hold">
                            <p:stCondLst>
                              <p:cond delay="500"/>
                            </p:stCondLst>
                            <p:childTnLst>
                              <p:par>
                                <p:cTn id="12" presetID="53" presetClass="entr" presetSubtype="0" fill="hold" nodeType="after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p:cTn id="14" dur="500" fill="hold"/>
                                        <p:tgtEl>
                                          <p:spTgt spid="25"/>
                                        </p:tgtEl>
                                        <p:attrNameLst>
                                          <p:attrName>ppt_w</p:attrName>
                                        </p:attrNameLst>
                                      </p:cBhvr>
                                      <p:tavLst>
                                        <p:tav tm="0">
                                          <p:val>
                                            <p:fltVal val="0"/>
                                          </p:val>
                                        </p:tav>
                                        <p:tav tm="100000">
                                          <p:val>
                                            <p:strVal val="#ppt_w"/>
                                          </p:val>
                                        </p:tav>
                                      </p:tavLst>
                                    </p:anim>
                                    <p:anim calcmode="lin" valueType="num">
                                      <p:cBhvr>
                                        <p:cTn id="15" dur="500" fill="hold"/>
                                        <p:tgtEl>
                                          <p:spTgt spid="25"/>
                                        </p:tgtEl>
                                        <p:attrNameLst>
                                          <p:attrName>ppt_h</p:attrName>
                                        </p:attrNameLst>
                                      </p:cBhvr>
                                      <p:tavLst>
                                        <p:tav tm="0">
                                          <p:val>
                                            <p:fltVal val="0"/>
                                          </p:val>
                                        </p:tav>
                                        <p:tav tm="100000">
                                          <p:val>
                                            <p:strVal val="#ppt_h"/>
                                          </p:val>
                                        </p:tav>
                                      </p:tavLst>
                                    </p:anim>
                                    <p:animEffect transition="in" filter="fade">
                                      <p:cBhvr>
                                        <p:cTn id="16" dur="500"/>
                                        <p:tgtEl>
                                          <p:spTgt spid="25"/>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110"/>
                                        </p:tgtEl>
                                        <p:attrNameLst>
                                          <p:attrName>style.visibility</p:attrName>
                                        </p:attrNameLst>
                                      </p:cBhvr>
                                      <p:to>
                                        <p:strVal val="visible"/>
                                      </p:to>
                                    </p:set>
                                    <p:animEffect transition="in" filter="wipe(down)">
                                      <p:cBhvr>
                                        <p:cTn id="20" dur="500"/>
                                        <p:tgtEl>
                                          <p:spTgt spid="110"/>
                                        </p:tgtEl>
                                      </p:cBhvr>
                                    </p:animEffect>
                                  </p:childTnLst>
                                </p:cTn>
                              </p:par>
                            </p:childTnLst>
                          </p:cTn>
                        </p:par>
                        <p:par>
                          <p:cTn id="21" fill="hold">
                            <p:stCondLst>
                              <p:cond delay="1500"/>
                            </p:stCondLst>
                            <p:childTnLst>
                              <p:par>
                                <p:cTn id="22" presetID="49" presetClass="entr" presetSubtype="0" decel="100000" fill="hold" nodeType="afterEffect">
                                  <p:stCondLst>
                                    <p:cond delay="0"/>
                                  </p:stCondLst>
                                  <p:childTnLst>
                                    <p:set>
                                      <p:cBhvr>
                                        <p:cTn id="23" dur="1" fill="hold">
                                          <p:stCondLst>
                                            <p:cond delay="0"/>
                                          </p:stCondLst>
                                        </p:cTn>
                                        <p:tgtEl>
                                          <p:spTgt spid="86"/>
                                        </p:tgtEl>
                                        <p:attrNameLst>
                                          <p:attrName>style.visibility</p:attrName>
                                        </p:attrNameLst>
                                      </p:cBhvr>
                                      <p:to>
                                        <p:strVal val="visible"/>
                                      </p:to>
                                    </p:set>
                                    <p:anim calcmode="lin" valueType="num">
                                      <p:cBhvr>
                                        <p:cTn id="24" dur="500" fill="hold"/>
                                        <p:tgtEl>
                                          <p:spTgt spid="86"/>
                                        </p:tgtEl>
                                        <p:attrNameLst>
                                          <p:attrName>ppt_w</p:attrName>
                                        </p:attrNameLst>
                                      </p:cBhvr>
                                      <p:tavLst>
                                        <p:tav tm="0">
                                          <p:val>
                                            <p:fltVal val="0"/>
                                          </p:val>
                                        </p:tav>
                                        <p:tav tm="100000">
                                          <p:val>
                                            <p:strVal val="#ppt_w"/>
                                          </p:val>
                                        </p:tav>
                                      </p:tavLst>
                                    </p:anim>
                                    <p:anim calcmode="lin" valueType="num">
                                      <p:cBhvr>
                                        <p:cTn id="25" dur="500" fill="hold"/>
                                        <p:tgtEl>
                                          <p:spTgt spid="86"/>
                                        </p:tgtEl>
                                        <p:attrNameLst>
                                          <p:attrName>ppt_h</p:attrName>
                                        </p:attrNameLst>
                                      </p:cBhvr>
                                      <p:tavLst>
                                        <p:tav tm="0">
                                          <p:val>
                                            <p:fltVal val="0"/>
                                          </p:val>
                                        </p:tav>
                                        <p:tav tm="100000">
                                          <p:val>
                                            <p:strVal val="#ppt_h"/>
                                          </p:val>
                                        </p:tav>
                                      </p:tavLst>
                                    </p:anim>
                                    <p:anim calcmode="lin" valueType="num">
                                      <p:cBhvr>
                                        <p:cTn id="26" dur="500" fill="hold"/>
                                        <p:tgtEl>
                                          <p:spTgt spid="86"/>
                                        </p:tgtEl>
                                        <p:attrNameLst>
                                          <p:attrName>style.rotation</p:attrName>
                                        </p:attrNameLst>
                                      </p:cBhvr>
                                      <p:tavLst>
                                        <p:tav tm="0">
                                          <p:val>
                                            <p:fltVal val="360"/>
                                          </p:val>
                                        </p:tav>
                                        <p:tav tm="100000">
                                          <p:val>
                                            <p:fltVal val="0"/>
                                          </p:val>
                                        </p:tav>
                                      </p:tavLst>
                                    </p:anim>
                                    <p:animEffect transition="in" filter="fade">
                                      <p:cBhvr>
                                        <p:cTn id="27" dur="500"/>
                                        <p:tgtEl>
                                          <p:spTgt spid="86"/>
                                        </p:tgtEl>
                                      </p:cBhvr>
                                    </p:animEffect>
                                  </p:childTnLst>
                                </p:cTn>
                              </p:par>
                            </p:childTnLst>
                          </p:cTn>
                        </p:par>
                        <p:par>
                          <p:cTn id="28" fill="hold">
                            <p:stCondLst>
                              <p:cond delay="2000"/>
                            </p:stCondLst>
                            <p:childTnLst>
                              <p:par>
                                <p:cTn id="29" presetID="53" presetClass="entr" presetSubtype="0" fill="hold" nodeType="afterEffect">
                                  <p:stCondLst>
                                    <p:cond delay="0"/>
                                  </p:stCondLst>
                                  <p:childTnLst>
                                    <p:set>
                                      <p:cBhvr>
                                        <p:cTn id="30" dur="1" fill="hold">
                                          <p:stCondLst>
                                            <p:cond delay="0"/>
                                          </p:stCondLst>
                                        </p:cTn>
                                        <p:tgtEl>
                                          <p:spTgt spid="30"/>
                                        </p:tgtEl>
                                        <p:attrNameLst>
                                          <p:attrName>style.visibility</p:attrName>
                                        </p:attrNameLst>
                                      </p:cBhvr>
                                      <p:to>
                                        <p:strVal val="visible"/>
                                      </p:to>
                                    </p:set>
                                    <p:anim calcmode="lin" valueType="num">
                                      <p:cBhvr>
                                        <p:cTn id="31" dur="500" fill="hold"/>
                                        <p:tgtEl>
                                          <p:spTgt spid="30"/>
                                        </p:tgtEl>
                                        <p:attrNameLst>
                                          <p:attrName>ppt_w</p:attrName>
                                        </p:attrNameLst>
                                      </p:cBhvr>
                                      <p:tavLst>
                                        <p:tav tm="0">
                                          <p:val>
                                            <p:fltVal val="0"/>
                                          </p:val>
                                        </p:tav>
                                        <p:tav tm="100000">
                                          <p:val>
                                            <p:strVal val="#ppt_w"/>
                                          </p:val>
                                        </p:tav>
                                      </p:tavLst>
                                    </p:anim>
                                    <p:anim calcmode="lin" valueType="num">
                                      <p:cBhvr>
                                        <p:cTn id="32" dur="500" fill="hold"/>
                                        <p:tgtEl>
                                          <p:spTgt spid="30"/>
                                        </p:tgtEl>
                                        <p:attrNameLst>
                                          <p:attrName>ppt_h</p:attrName>
                                        </p:attrNameLst>
                                      </p:cBhvr>
                                      <p:tavLst>
                                        <p:tav tm="0">
                                          <p:val>
                                            <p:fltVal val="0"/>
                                          </p:val>
                                        </p:tav>
                                        <p:tav tm="100000">
                                          <p:val>
                                            <p:strVal val="#ppt_h"/>
                                          </p:val>
                                        </p:tav>
                                      </p:tavLst>
                                    </p:anim>
                                    <p:animEffect transition="in" filter="fade">
                                      <p:cBhvr>
                                        <p:cTn id="33" dur="500"/>
                                        <p:tgtEl>
                                          <p:spTgt spid="30"/>
                                        </p:tgtEl>
                                      </p:cBhvr>
                                    </p:animEffect>
                                  </p:childTnLst>
                                </p:cTn>
                              </p:par>
                            </p:childTnLst>
                          </p:cTn>
                        </p:par>
                        <p:par>
                          <p:cTn id="34" fill="hold">
                            <p:stCondLst>
                              <p:cond delay="2500"/>
                            </p:stCondLst>
                            <p:childTnLst>
                              <p:par>
                                <p:cTn id="35" presetID="22" presetClass="entr" presetSubtype="4" fill="hold" grpId="0" nodeType="afterEffect">
                                  <p:stCondLst>
                                    <p:cond delay="0"/>
                                  </p:stCondLst>
                                  <p:childTnLst>
                                    <p:set>
                                      <p:cBhvr>
                                        <p:cTn id="36" dur="1" fill="hold">
                                          <p:stCondLst>
                                            <p:cond delay="0"/>
                                          </p:stCondLst>
                                        </p:cTn>
                                        <p:tgtEl>
                                          <p:spTgt spid="112"/>
                                        </p:tgtEl>
                                        <p:attrNameLst>
                                          <p:attrName>style.visibility</p:attrName>
                                        </p:attrNameLst>
                                      </p:cBhvr>
                                      <p:to>
                                        <p:strVal val="visible"/>
                                      </p:to>
                                    </p:set>
                                    <p:animEffect transition="in" filter="wipe(down)">
                                      <p:cBhvr>
                                        <p:cTn id="37"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2" grpId="0"/>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270000" y="685684"/>
            <a:ext cx="9652000" cy="743494"/>
          </a:xfrm>
        </p:spPr>
        <p:txBody>
          <a:bodyPr/>
          <a:lstStyle/>
          <a:p>
            <a:pPr rtl="1"/>
            <a:r>
              <a:rPr lang="ar-SA" u="sng" dirty="0">
                <a:solidFill>
                  <a:schemeClr val="tx1"/>
                </a:solidFill>
              </a:rPr>
              <a:t>4- أداة الرسم </a:t>
            </a:r>
            <a:r>
              <a:rPr lang="en-US" u="sng" dirty="0" err="1">
                <a:solidFill>
                  <a:schemeClr val="tx1"/>
                </a:solidFill>
              </a:rPr>
              <a:t>DrawingsGoogle</a:t>
            </a:r>
            <a:r>
              <a:rPr lang="en-US" u="sng" dirty="0">
                <a:solidFill>
                  <a:schemeClr val="tx1"/>
                </a:solidFill>
              </a:rPr>
              <a:t> ، </a:t>
            </a:r>
            <a:r>
              <a:rPr lang="ar-SA" u="sng" dirty="0">
                <a:solidFill>
                  <a:schemeClr val="tx1"/>
                </a:solidFill>
              </a:rPr>
              <a:t>وتتمثل في الآتي:</a:t>
            </a:r>
            <a:endParaRPr lang="en-US" u="sng" dirty="0">
              <a:solidFill>
                <a:schemeClr val="tx1"/>
              </a:solidFill>
            </a:endParaRPr>
          </a:p>
        </p:txBody>
      </p:sp>
      <p:grpSp>
        <p:nvGrpSpPr>
          <p:cNvPr id="25" name="Group 24"/>
          <p:cNvGrpSpPr/>
          <p:nvPr/>
        </p:nvGrpSpPr>
        <p:grpSpPr>
          <a:xfrm>
            <a:off x="1426101" y="2657402"/>
            <a:ext cx="1303792" cy="1303792"/>
            <a:chOff x="947582" y="1605917"/>
            <a:chExt cx="1209747" cy="1209747"/>
          </a:xfrm>
        </p:grpSpPr>
        <p:sp>
          <p:nvSpPr>
            <p:cNvPr id="26" name="Sev01"/>
            <p:cNvSpPr/>
            <p:nvPr/>
          </p:nvSpPr>
          <p:spPr>
            <a:xfrm>
              <a:off x="947582" y="1605917"/>
              <a:ext cx="1209747" cy="12097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29" name="Freeform 42"/>
            <p:cNvSpPr>
              <a:spLocks noEditPoints="1"/>
            </p:cNvSpPr>
            <p:nvPr/>
          </p:nvSpPr>
          <p:spPr bwMode="auto">
            <a:xfrm>
              <a:off x="1300095" y="1993569"/>
              <a:ext cx="504720" cy="434443"/>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76" name="Group 75"/>
          <p:cNvGrpSpPr/>
          <p:nvPr/>
        </p:nvGrpSpPr>
        <p:grpSpPr>
          <a:xfrm>
            <a:off x="1147723" y="2392784"/>
            <a:ext cx="1860549" cy="1833033"/>
            <a:chOff x="4783138" y="1916113"/>
            <a:chExt cx="1395412" cy="1374775"/>
          </a:xfrm>
          <a:solidFill>
            <a:schemeClr val="accent1"/>
          </a:solidFill>
        </p:grpSpPr>
        <p:sp>
          <p:nvSpPr>
            <p:cNvPr id="77"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8"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9"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0"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33" name="Group 32"/>
          <p:cNvGrpSpPr/>
          <p:nvPr/>
        </p:nvGrpSpPr>
        <p:grpSpPr>
          <a:xfrm>
            <a:off x="5161822" y="1846966"/>
            <a:ext cx="1303792" cy="1303792"/>
            <a:chOff x="2971937" y="1594694"/>
            <a:chExt cx="1209747" cy="1209747"/>
          </a:xfrm>
        </p:grpSpPr>
        <p:sp>
          <p:nvSpPr>
            <p:cNvPr id="34" name="Sev02"/>
            <p:cNvSpPr/>
            <p:nvPr/>
          </p:nvSpPr>
          <p:spPr>
            <a:xfrm>
              <a:off x="2971937" y="1594694"/>
              <a:ext cx="1209747" cy="12097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8000" dirty="0">
                <a:solidFill>
                  <a:srgbClr val="15AA96">
                    <a:lumMod val="50000"/>
                  </a:srgbClr>
                </a:solidFill>
                <a:latin typeface="FontAwesome" pitchFamily="2" charset="0"/>
              </a:endParaRPr>
            </a:p>
          </p:txBody>
        </p:sp>
        <p:sp>
          <p:nvSpPr>
            <p:cNvPr id="35" name="Freeform 86"/>
            <p:cNvSpPr>
              <a:spLocks noEditPoints="1"/>
            </p:cNvSpPr>
            <p:nvPr/>
          </p:nvSpPr>
          <p:spPr bwMode="auto">
            <a:xfrm>
              <a:off x="3403989" y="1920014"/>
              <a:ext cx="345642" cy="581553"/>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81" name="Group 80"/>
          <p:cNvGrpSpPr/>
          <p:nvPr/>
        </p:nvGrpSpPr>
        <p:grpSpPr>
          <a:xfrm>
            <a:off x="4882829" y="1573970"/>
            <a:ext cx="1860549" cy="1833033"/>
            <a:chOff x="4783138" y="1916113"/>
            <a:chExt cx="1395412" cy="1374775"/>
          </a:xfrm>
          <a:solidFill>
            <a:schemeClr val="accent2"/>
          </a:solidFill>
        </p:grpSpPr>
        <p:sp>
          <p:nvSpPr>
            <p:cNvPr id="82"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3"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4"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5"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30" name="Group 29"/>
          <p:cNvGrpSpPr/>
          <p:nvPr/>
        </p:nvGrpSpPr>
        <p:grpSpPr>
          <a:xfrm>
            <a:off x="8906763" y="2613284"/>
            <a:ext cx="1303792" cy="1303792"/>
            <a:chOff x="5008643" y="1605917"/>
            <a:chExt cx="1209747" cy="1209747"/>
          </a:xfrm>
        </p:grpSpPr>
        <p:sp>
          <p:nvSpPr>
            <p:cNvPr id="31" name="Sev03"/>
            <p:cNvSpPr/>
            <p:nvPr/>
          </p:nvSpPr>
          <p:spPr>
            <a:xfrm>
              <a:off x="5008643" y="1605917"/>
              <a:ext cx="1209747" cy="12097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endParaRPr>
            </a:p>
          </p:txBody>
        </p:sp>
        <p:sp>
          <p:nvSpPr>
            <p:cNvPr id="32" name="Freeform 178"/>
            <p:cNvSpPr>
              <a:spLocks noEditPoints="1"/>
            </p:cNvSpPr>
            <p:nvPr/>
          </p:nvSpPr>
          <p:spPr bwMode="auto">
            <a:xfrm>
              <a:off x="5361156" y="2020721"/>
              <a:ext cx="504720" cy="38013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86" name="Group 85"/>
          <p:cNvGrpSpPr/>
          <p:nvPr/>
        </p:nvGrpSpPr>
        <p:grpSpPr>
          <a:xfrm>
            <a:off x="8632751" y="2329892"/>
            <a:ext cx="1860549" cy="1833033"/>
            <a:chOff x="4783138" y="1916113"/>
            <a:chExt cx="1395412" cy="1374775"/>
          </a:xfrm>
          <a:solidFill>
            <a:schemeClr val="accent3"/>
          </a:solidFill>
        </p:grpSpPr>
        <p:sp>
          <p:nvSpPr>
            <p:cNvPr id="87"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8"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9"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90"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110" name="TextBox 109"/>
          <p:cNvSpPr txBox="1"/>
          <p:nvPr/>
        </p:nvSpPr>
        <p:spPr>
          <a:xfrm>
            <a:off x="165495" y="4424262"/>
            <a:ext cx="3387005" cy="584775"/>
          </a:xfrm>
          <a:prstGeom prst="rect">
            <a:avLst/>
          </a:prstGeom>
          <a:noFill/>
        </p:spPr>
        <p:txBody>
          <a:bodyPr wrap="square" rtlCol="0">
            <a:spAutoFit/>
          </a:bodyPr>
          <a:lstStyle/>
          <a:p>
            <a:pPr algn="ctr" defTabSz="1375467" rtl="1" fontAlgn="auto">
              <a:spcBef>
                <a:spcPts val="0"/>
              </a:spcBef>
              <a:spcAft>
                <a:spcPts val="0"/>
              </a:spcAft>
            </a:pPr>
            <a:r>
              <a:rPr lang="ar-SA" sz="3200" b="1" dirty="0" smtClean="0">
                <a:solidFill>
                  <a:srgbClr val="237DB9"/>
                </a:solidFill>
                <a:latin typeface="Roboto Condensed"/>
                <a:cs typeface="Simplified Arabic" panose="02020603050405020304" pitchFamily="18" charset="-78"/>
              </a:rPr>
              <a:t>السبورة </a:t>
            </a:r>
            <a:r>
              <a:rPr lang="ar-SA" sz="3200" b="1" dirty="0">
                <a:solidFill>
                  <a:srgbClr val="237DB9"/>
                </a:solidFill>
                <a:latin typeface="Roboto Condensed"/>
                <a:cs typeface="Simplified Arabic" panose="02020603050405020304" pitchFamily="18" charset="-78"/>
              </a:rPr>
              <a:t>التفاعلية</a:t>
            </a:r>
            <a:endParaRPr lang="en-US" sz="2000" dirty="0">
              <a:solidFill>
                <a:srgbClr val="FFFFFF">
                  <a:lumMod val="50000"/>
                </a:srgbClr>
              </a:solidFill>
              <a:latin typeface="Roboto Condensed"/>
              <a:cs typeface="Simplified Arabic" panose="02020603050405020304" pitchFamily="18" charset="-78"/>
            </a:endParaRPr>
          </a:p>
        </p:txBody>
      </p:sp>
      <p:sp>
        <p:nvSpPr>
          <p:cNvPr id="111" name="TextBox 110"/>
          <p:cNvSpPr txBox="1"/>
          <p:nvPr/>
        </p:nvSpPr>
        <p:spPr>
          <a:xfrm>
            <a:off x="4139505" y="3572962"/>
            <a:ext cx="3362012" cy="584775"/>
          </a:xfrm>
          <a:prstGeom prst="rect">
            <a:avLst/>
          </a:prstGeom>
          <a:noFill/>
        </p:spPr>
        <p:txBody>
          <a:bodyPr wrap="square" rtlCol="0">
            <a:spAutoFit/>
          </a:bodyPr>
          <a:lstStyle/>
          <a:p>
            <a:pPr algn="ctr" defTabSz="1375467" rtl="1" fontAlgn="auto">
              <a:spcBef>
                <a:spcPts val="0"/>
              </a:spcBef>
              <a:spcAft>
                <a:spcPts val="0"/>
              </a:spcAft>
            </a:pPr>
            <a:r>
              <a:rPr lang="ar-SA" sz="3200" b="1" dirty="0" smtClean="0">
                <a:solidFill>
                  <a:srgbClr val="15AA96"/>
                </a:solidFill>
                <a:latin typeface="Roboto Condensed"/>
                <a:cs typeface="Simplified Arabic" panose="02020603050405020304" pitchFamily="18" charset="-78"/>
              </a:rPr>
              <a:t>قطار </a:t>
            </a:r>
            <a:r>
              <a:rPr lang="ar-SA" sz="3200" b="1" dirty="0">
                <a:solidFill>
                  <a:srgbClr val="15AA96"/>
                </a:solidFill>
                <a:latin typeface="Roboto Condensed"/>
                <a:cs typeface="Simplified Arabic" panose="02020603050405020304" pitchFamily="18" charset="-78"/>
              </a:rPr>
              <a:t>التاريخ</a:t>
            </a:r>
            <a:endParaRPr lang="en-US" sz="2000" dirty="0">
              <a:solidFill>
                <a:srgbClr val="FFFFFF">
                  <a:lumMod val="50000"/>
                </a:srgbClr>
              </a:solidFill>
              <a:latin typeface="Roboto Condensed"/>
              <a:cs typeface="Simplified Arabic" panose="02020603050405020304" pitchFamily="18" charset="-78"/>
            </a:endParaRPr>
          </a:p>
        </p:txBody>
      </p:sp>
      <p:sp>
        <p:nvSpPr>
          <p:cNvPr id="112" name="TextBox 111"/>
          <p:cNvSpPr txBox="1"/>
          <p:nvPr/>
        </p:nvSpPr>
        <p:spPr>
          <a:xfrm>
            <a:off x="7771746" y="4366318"/>
            <a:ext cx="4117782" cy="584775"/>
          </a:xfrm>
          <a:prstGeom prst="rect">
            <a:avLst/>
          </a:prstGeom>
          <a:noFill/>
        </p:spPr>
        <p:txBody>
          <a:bodyPr wrap="square" rtlCol="0">
            <a:spAutoFit/>
          </a:bodyPr>
          <a:lstStyle/>
          <a:p>
            <a:pPr algn="ctr" defTabSz="1375467" rtl="1" fontAlgn="auto">
              <a:spcBef>
                <a:spcPts val="0"/>
              </a:spcBef>
              <a:spcAft>
                <a:spcPts val="0"/>
              </a:spcAft>
            </a:pPr>
            <a:r>
              <a:rPr lang="ar-SA" sz="3200" b="1" dirty="0" smtClean="0">
                <a:solidFill>
                  <a:srgbClr val="9BB955"/>
                </a:solidFill>
                <a:latin typeface="Roboto Condensed"/>
                <a:cs typeface="Simplified Arabic" panose="02020603050405020304" pitchFamily="18" charset="-78"/>
              </a:rPr>
              <a:t>نشاط </a:t>
            </a:r>
            <a:r>
              <a:rPr lang="ar-SA" sz="3200" b="1" dirty="0">
                <a:solidFill>
                  <a:srgbClr val="9BB955"/>
                </a:solidFill>
                <a:latin typeface="Roboto Condensed"/>
                <a:cs typeface="Simplified Arabic" panose="02020603050405020304" pitchFamily="18" charset="-78"/>
              </a:rPr>
              <a:t>إضافة وتمرير</a:t>
            </a:r>
            <a:endParaRPr lang="en-US" sz="2000" dirty="0">
              <a:solidFill>
                <a:srgbClr val="FFFFFF">
                  <a:lumMod val="50000"/>
                </a:srgbClr>
              </a:solidFill>
              <a:latin typeface="Roboto Condensed"/>
              <a:cs typeface="Simplified Arabic" panose="02020603050405020304" pitchFamily="18" charset="-78"/>
            </a:endParaRPr>
          </a:p>
        </p:txBody>
      </p:sp>
      <p:sp>
        <p:nvSpPr>
          <p:cNvPr id="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80314819"/>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p:cTn id="7" dur="500" fill="hold"/>
                                        <p:tgtEl>
                                          <p:spTgt spid="76"/>
                                        </p:tgtEl>
                                        <p:attrNameLst>
                                          <p:attrName>ppt_w</p:attrName>
                                        </p:attrNameLst>
                                      </p:cBhvr>
                                      <p:tavLst>
                                        <p:tav tm="0">
                                          <p:val>
                                            <p:fltVal val="0"/>
                                          </p:val>
                                        </p:tav>
                                        <p:tav tm="100000">
                                          <p:val>
                                            <p:strVal val="#ppt_w"/>
                                          </p:val>
                                        </p:tav>
                                      </p:tavLst>
                                    </p:anim>
                                    <p:anim calcmode="lin" valueType="num">
                                      <p:cBhvr>
                                        <p:cTn id="8" dur="500" fill="hold"/>
                                        <p:tgtEl>
                                          <p:spTgt spid="76"/>
                                        </p:tgtEl>
                                        <p:attrNameLst>
                                          <p:attrName>ppt_h</p:attrName>
                                        </p:attrNameLst>
                                      </p:cBhvr>
                                      <p:tavLst>
                                        <p:tav tm="0">
                                          <p:val>
                                            <p:fltVal val="0"/>
                                          </p:val>
                                        </p:tav>
                                        <p:tav tm="100000">
                                          <p:val>
                                            <p:strVal val="#ppt_h"/>
                                          </p:val>
                                        </p:tav>
                                      </p:tavLst>
                                    </p:anim>
                                    <p:anim calcmode="lin" valueType="num">
                                      <p:cBhvr>
                                        <p:cTn id="9" dur="500" fill="hold"/>
                                        <p:tgtEl>
                                          <p:spTgt spid="76"/>
                                        </p:tgtEl>
                                        <p:attrNameLst>
                                          <p:attrName>style.rotation</p:attrName>
                                        </p:attrNameLst>
                                      </p:cBhvr>
                                      <p:tavLst>
                                        <p:tav tm="0">
                                          <p:val>
                                            <p:fltVal val="360"/>
                                          </p:val>
                                        </p:tav>
                                        <p:tav tm="100000">
                                          <p:val>
                                            <p:fltVal val="0"/>
                                          </p:val>
                                        </p:tav>
                                      </p:tavLst>
                                    </p:anim>
                                    <p:animEffect transition="in" filter="fade">
                                      <p:cBhvr>
                                        <p:cTn id="10" dur="500"/>
                                        <p:tgtEl>
                                          <p:spTgt spid="76"/>
                                        </p:tgtEl>
                                      </p:cBhvr>
                                    </p:animEffect>
                                  </p:childTnLst>
                                </p:cTn>
                              </p:par>
                            </p:childTnLst>
                          </p:cTn>
                        </p:par>
                        <p:par>
                          <p:cTn id="11" fill="hold">
                            <p:stCondLst>
                              <p:cond delay="500"/>
                            </p:stCondLst>
                            <p:childTnLst>
                              <p:par>
                                <p:cTn id="12" presetID="53" presetClass="entr" presetSubtype="0" fill="hold" nodeType="after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p:cTn id="14" dur="500" fill="hold"/>
                                        <p:tgtEl>
                                          <p:spTgt spid="25"/>
                                        </p:tgtEl>
                                        <p:attrNameLst>
                                          <p:attrName>ppt_w</p:attrName>
                                        </p:attrNameLst>
                                      </p:cBhvr>
                                      <p:tavLst>
                                        <p:tav tm="0">
                                          <p:val>
                                            <p:fltVal val="0"/>
                                          </p:val>
                                        </p:tav>
                                        <p:tav tm="100000">
                                          <p:val>
                                            <p:strVal val="#ppt_w"/>
                                          </p:val>
                                        </p:tav>
                                      </p:tavLst>
                                    </p:anim>
                                    <p:anim calcmode="lin" valueType="num">
                                      <p:cBhvr>
                                        <p:cTn id="15" dur="500" fill="hold"/>
                                        <p:tgtEl>
                                          <p:spTgt spid="25"/>
                                        </p:tgtEl>
                                        <p:attrNameLst>
                                          <p:attrName>ppt_h</p:attrName>
                                        </p:attrNameLst>
                                      </p:cBhvr>
                                      <p:tavLst>
                                        <p:tav tm="0">
                                          <p:val>
                                            <p:fltVal val="0"/>
                                          </p:val>
                                        </p:tav>
                                        <p:tav tm="100000">
                                          <p:val>
                                            <p:strVal val="#ppt_h"/>
                                          </p:val>
                                        </p:tav>
                                      </p:tavLst>
                                    </p:anim>
                                    <p:animEffect transition="in" filter="fade">
                                      <p:cBhvr>
                                        <p:cTn id="16" dur="500"/>
                                        <p:tgtEl>
                                          <p:spTgt spid="25"/>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110"/>
                                        </p:tgtEl>
                                        <p:attrNameLst>
                                          <p:attrName>style.visibility</p:attrName>
                                        </p:attrNameLst>
                                      </p:cBhvr>
                                      <p:to>
                                        <p:strVal val="visible"/>
                                      </p:to>
                                    </p:set>
                                    <p:animEffect transition="in" filter="wipe(down)">
                                      <p:cBhvr>
                                        <p:cTn id="20" dur="500"/>
                                        <p:tgtEl>
                                          <p:spTgt spid="110"/>
                                        </p:tgtEl>
                                      </p:cBhvr>
                                    </p:animEffect>
                                  </p:childTnLst>
                                </p:cTn>
                              </p:par>
                            </p:childTnLst>
                          </p:cTn>
                        </p:par>
                        <p:par>
                          <p:cTn id="21" fill="hold">
                            <p:stCondLst>
                              <p:cond delay="1500"/>
                            </p:stCondLst>
                            <p:childTnLst>
                              <p:par>
                                <p:cTn id="22" presetID="49" presetClass="entr" presetSubtype="0" decel="100000" fill="hold" nodeType="afterEffect">
                                  <p:stCondLst>
                                    <p:cond delay="0"/>
                                  </p:stCondLst>
                                  <p:childTnLst>
                                    <p:set>
                                      <p:cBhvr>
                                        <p:cTn id="23" dur="1" fill="hold">
                                          <p:stCondLst>
                                            <p:cond delay="0"/>
                                          </p:stCondLst>
                                        </p:cTn>
                                        <p:tgtEl>
                                          <p:spTgt spid="81"/>
                                        </p:tgtEl>
                                        <p:attrNameLst>
                                          <p:attrName>style.visibility</p:attrName>
                                        </p:attrNameLst>
                                      </p:cBhvr>
                                      <p:to>
                                        <p:strVal val="visible"/>
                                      </p:to>
                                    </p:set>
                                    <p:anim calcmode="lin" valueType="num">
                                      <p:cBhvr>
                                        <p:cTn id="24" dur="500" fill="hold"/>
                                        <p:tgtEl>
                                          <p:spTgt spid="81"/>
                                        </p:tgtEl>
                                        <p:attrNameLst>
                                          <p:attrName>ppt_w</p:attrName>
                                        </p:attrNameLst>
                                      </p:cBhvr>
                                      <p:tavLst>
                                        <p:tav tm="0">
                                          <p:val>
                                            <p:fltVal val="0"/>
                                          </p:val>
                                        </p:tav>
                                        <p:tav tm="100000">
                                          <p:val>
                                            <p:strVal val="#ppt_w"/>
                                          </p:val>
                                        </p:tav>
                                      </p:tavLst>
                                    </p:anim>
                                    <p:anim calcmode="lin" valueType="num">
                                      <p:cBhvr>
                                        <p:cTn id="25" dur="500" fill="hold"/>
                                        <p:tgtEl>
                                          <p:spTgt spid="81"/>
                                        </p:tgtEl>
                                        <p:attrNameLst>
                                          <p:attrName>ppt_h</p:attrName>
                                        </p:attrNameLst>
                                      </p:cBhvr>
                                      <p:tavLst>
                                        <p:tav tm="0">
                                          <p:val>
                                            <p:fltVal val="0"/>
                                          </p:val>
                                        </p:tav>
                                        <p:tav tm="100000">
                                          <p:val>
                                            <p:strVal val="#ppt_h"/>
                                          </p:val>
                                        </p:tav>
                                      </p:tavLst>
                                    </p:anim>
                                    <p:anim calcmode="lin" valueType="num">
                                      <p:cBhvr>
                                        <p:cTn id="26" dur="500" fill="hold"/>
                                        <p:tgtEl>
                                          <p:spTgt spid="81"/>
                                        </p:tgtEl>
                                        <p:attrNameLst>
                                          <p:attrName>style.rotation</p:attrName>
                                        </p:attrNameLst>
                                      </p:cBhvr>
                                      <p:tavLst>
                                        <p:tav tm="0">
                                          <p:val>
                                            <p:fltVal val="360"/>
                                          </p:val>
                                        </p:tav>
                                        <p:tav tm="100000">
                                          <p:val>
                                            <p:fltVal val="0"/>
                                          </p:val>
                                        </p:tav>
                                      </p:tavLst>
                                    </p:anim>
                                    <p:animEffect transition="in" filter="fade">
                                      <p:cBhvr>
                                        <p:cTn id="27" dur="500"/>
                                        <p:tgtEl>
                                          <p:spTgt spid="81"/>
                                        </p:tgtEl>
                                      </p:cBhvr>
                                    </p:animEffect>
                                  </p:childTnLst>
                                </p:cTn>
                              </p:par>
                            </p:childTnLst>
                          </p:cTn>
                        </p:par>
                        <p:par>
                          <p:cTn id="28" fill="hold">
                            <p:stCondLst>
                              <p:cond delay="2000"/>
                            </p:stCondLst>
                            <p:childTnLst>
                              <p:par>
                                <p:cTn id="29" presetID="53" presetClass="entr" presetSubtype="0" fill="hold" nodeType="afterEffect">
                                  <p:stCondLst>
                                    <p:cond delay="0"/>
                                  </p:stCondLst>
                                  <p:childTnLst>
                                    <p:set>
                                      <p:cBhvr>
                                        <p:cTn id="30" dur="1" fill="hold">
                                          <p:stCondLst>
                                            <p:cond delay="0"/>
                                          </p:stCondLst>
                                        </p:cTn>
                                        <p:tgtEl>
                                          <p:spTgt spid="33"/>
                                        </p:tgtEl>
                                        <p:attrNameLst>
                                          <p:attrName>style.visibility</p:attrName>
                                        </p:attrNameLst>
                                      </p:cBhvr>
                                      <p:to>
                                        <p:strVal val="visible"/>
                                      </p:to>
                                    </p:set>
                                    <p:anim calcmode="lin" valueType="num">
                                      <p:cBhvr>
                                        <p:cTn id="31" dur="500" fill="hold"/>
                                        <p:tgtEl>
                                          <p:spTgt spid="33"/>
                                        </p:tgtEl>
                                        <p:attrNameLst>
                                          <p:attrName>ppt_w</p:attrName>
                                        </p:attrNameLst>
                                      </p:cBhvr>
                                      <p:tavLst>
                                        <p:tav tm="0">
                                          <p:val>
                                            <p:fltVal val="0"/>
                                          </p:val>
                                        </p:tav>
                                        <p:tav tm="100000">
                                          <p:val>
                                            <p:strVal val="#ppt_w"/>
                                          </p:val>
                                        </p:tav>
                                      </p:tavLst>
                                    </p:anim>
                                    <p:anim calcmode="lin" valueType="num">
                                      <p:cBhvr>
                                        <p:cTn id="32" dur="500" fill="hold"/>
                                        <p:tgtEl>
                                          <p:spTgt spid="33"/>
                                        </p:tgtEl>
                                        <p:attrNameLst>
                                          <p:attrName>ppt_h</p:attrName>
                                        </p:attrNameLst>
                                      </p:cBhvr>
                                      <p:tavLst>
                                        <p:tav tm="0">
                                          <p:val>
                                            <p:fltVal val="0"/>
                                          </p:val>
                                        </p:tav>
                                        <p:tav tm="100000">
                                          <p:val>
                                            <p:strVal val="#ppt_h"/>
                                          </p:val>
                                        </p:tav>
                                      </p:tavLst>
                                    </p:anim>
                                    <p:animEffect transition="in" filter="fade">
                                      <p:cBhvr>
                                        <p:cTn id="33" dur="500"/>
                                        <p:tgtEl>
                                          <p:spTgt spid="33"/>
                                        </p:tgtEl>
                                      </p:cBhvr>
                                    </p:animEffect>
                                  </p:childTnLst>
                                </p:cTn>
                              </p:par>
                            </p:childTnLst>
                          </p:cTn>
                        </p:par>
                        <p:par>
                          <p:cTn id="34" fill="hold">
                            <p:stCondLst>
                              <p:cond delay="2500"/>
                            </p:stCondLst>
                            <p:childTnLst>
                              <p:par>
                                <p:cTn id="35" presetID="22" presetClass="entr" presetSubtype="4" fill="hold" grpId="0" nodeType="afterEffect">
                                  <p:stCondLst>
                                    <p:cond delay="0"/>
                                  </p:stCondLst>
                                  <p:childTnLst>
                                    <p:set>
                                      <p:cBhvr>
                                        <p:cTn id="36" dur="1" fill="hold">
                                          <p:stCondLst>
                                            <p:cond delay="0"/>
                                          </p:stCondLst>
                                        </p:cTn>
                                        <p:tgtEl>
                                          <p:spTgt spid="111"/>
                                        </p:tgtEl>
                                        <p:attrNameLst>
                                          <p:attrName>style.visibility</p:attrName>
                                        </p:attrNameLst>
                                      </p:cBhvr>
                                      <p:to>
                                        <p:strVal val="visible"/>
                                      </p:to>
                                    </p:set>
                                    <p:animEffect transition="in" filter="wipe(down)">
                                      <p:cBhvr>
                                        <p:cTn id="37" dur="500"/>
                                        <p:tgtEl>
                                          <p:spTgt spid="111"/>
                                        </p:tgtEl>
                                      </p:cBhvr>
                                    </p:animEffect>
                                  </p:childTnLst>
                                </p:cTn>
                              </p:par>
                            </p:childTnLst>
                          </p:cTn>
                        </p:par>
                        <p:par>
                          <p:cTn id="38" fill="hold">
                            <p:stCondLst>
                              <p:cond delay="3000"/>
                            </p:stCondLst>
                            <p:childTnLst>
                              <p:par>
                                <p:cTn id="39" presetID="49" presetClass="entr" presetSubtype="0" decel="100000" fill="hold" nodeType="afterEffect">
                                  <p:stCondLst>
                                    <p:cond delay="0"/>
                                  </p:stCondLst>
                                  <p:childTnLst>
                                    <p:set>
                                      <p:cBhvr>
                                        <p:cTn id="40" dur="1" fill="hold">
                                          <p:stCondLst>
                                            <p:cond delay="0"/>
                                          </p:stCondLst>
                                        </p:cTn>
                                        <p:tgtEl>
                                          <p:spTgt spid="86"/>
                                        </p:tgtEl>
                                        <p:attrNameLst>
                                          <p:attrName>style.visibility</p:attrName>
                                        </p:attrNameLst>
                                      </p:cBhvr>
                                      <p:to>
                                        <p:strVal val="visible"/>
                                      </p:to>
                                    </p:set>
                                    <p:anim calcmode="lin" valueType="num">
                                      <p:cBhvr>
                                        <p:cTn id="41" dur="500" fill="hold"/>
                                        <p:tgtEl>
                                          <p:spTgt spid="86"/>
                                        </p:tgtEl>
                                        <p:attrNameLst>
                                          <p:attrName>ppt_w</p:attrName>
                                        </p:attrNameLst>
                                      </p:cBhvr>
                                      <p:tavLst>
                                        <p:tav tm="0">
                                          <p:val>
                                            <p:fltVal val="0"/>
                                          </p:val>
                                        </p:tav>
                                        <p:tav tm="100000">
                                          <p:val>
                                            <p:strVal val="#ppt_w"/>
                                          </p:val>
                                        </p:tav>
                                      </p:tavLst>
                                    </p:anim>
                                    <p:anim calcmode="lin" valueType="num">
                                      <p:cBhvr>
                                        <p:cTn id="42" dur="500" fill="hold"/>
                                        <p:tgtEl>
                                          <p:spTgt spid="86"/>
                                        </p:tgtEl>
                                        <p:attrNameLst>
                                          <p:attrName>ppt_h</p:attrName>
                                        </p:attrNameLst>
                                      </p:cBhvr>
                                      <p:tavLst>
                                        <p:tav tm="0">
                                          <p:val>
                                            <p:fltVal val="0"/>
                                          </p:val>
                                        </p:tav>
                                        <p:tav tm="100000">
                                          <p:val>
                                            <p:strVal val="#ppt_h"/>
                                          </p:val>
                                        </p:tav>
                                      </p:tavLst>
                                    </p:anim>
                                    <p:anim calcmode="lin" valueType="num">
                                      <p:cBhvr>
                                        <p:cTn id="43" dur="500" fill="hold"/>
                                        <p:tgtEl>
                                          <p:spTgt spid="86"/>
                                        </p:tgtEl>
                                        <p:attrNameLst>
                                          <p:attrName>style.rotation</p:attrName>
                                        </p:attrNameLst>
                                      </p:cBhvr>
                                      <p:tavLst>
                                        <p:tav tm="0">
                                          <p:val>
                                            <p:fltVal val="360"/>
                                          </p:val>
                                        </p:tav>
                                        <p:tav tm="100000">
                                          <p:val>
                                            <p:fltVal val="0"/>
                                          </p:val>
                                        </p:tav>
                                      </p:tavLst>
                                    </p:anim>
                                    <p:animEffect transition="in" filter="fade">
                                      <p:cBhvr>
                                        <p:cTn id="44" dur="500"/>
                                        <p:tgtEl>
                                          <p:spTgt spid="86"/>
                                        </p:tgtEl>
                                      </p:cBhvr>
                                    </p:animEffect>
                                  </p:childTnLst>
                                </p:cTn>
                              </p:par>
                            </p:childTnLst>
                          </p:cTn>
                        </p:par>
                        <p:par>
                          <p:cTn id="45" fill="hold">
                            <p:stCondLst>
                              <p:cond delay="3500"/>
                            </p:stCondLst>
                            <p:childTnLst>
                              <p:par>
                                <p:cTn id="46" presetID="53" presetClass="entr" presetSubtype="0" fill="hold" nodeType="afterEffect">
                                  <p:stCondLst>
                                    <p:cond delay="0"/>
                                  </p:stCondLst>
                                  <p:childTnLst>
                                    <p:set>
                                      <p:cBhvr>
                                        <p:cTn id="47" dur="1" fill="hold">
                                          <p:stCondLst>
                                            <p:cond delay="0"/>
                                          </p:stCondLst>
                                        </p:cTn>
                                        <p:tgtEl>
                                          <p:spTgt spid="30"/>
                                        </p:tgtEl>
                                        <p:attrNameLst>
                                          <p:attrName>style.visibility</p:attrName>
                                        </p:attrNameLst>
                                      </p:cBhvr>
                                      <p:to>
                                        <p:strVal val="visible"/>
                                      </p:to>
                                    </p:set>
                                    <p:anim calcmode="lin" valueType="num">
                                      <p:cBhvr>
                                        <p:cTn id="48" dur="500" fill="hold"/>
                                        <p:tgtEl>
                                          <p:spTgt spid="30"/>
                                        </p:tgtEl>
                                        <p:attrNameLst>
                                          <p:attrName>ppt_w</p:attrName>
                                        </p:attrNameLst>
                                      </p:cBhvr>
                                      <p:tavLst>
                                        <p:tav tm="0">
                                          <p:val>
                                            <p:fltVal val="0"/>
                                          </p:val>
                                        </p:tav>
                                        <p:tav tm="100000">
                                          <p:val>
                                            <p:strVal val="#ppt_w"/>
                                          </p:val>
                                        </p:tav>
                                      </p:tavLst>
                                    </p:anim>
                                    <p:anim calcmode="lin" valueType="num">
                                      <p:cBhvr>
                                        <p:cTn id="49" dur="500" fill="hold"/>
                                        <p:tgtEl>
                                          <p:spTgt spid="30"/>
                                        </p:tgtEl>
                                        <p:attrNameLst>
                                          <p:attrName>ppt_h</p:attrName>
                                        </p:attrNameLst>
                                      </p:cBhvr>
                                      <p:tavLst>
                                        <p:tav tm="0">
                                          <p:val>
                                            <p:fltVal val="0"/>
                                          </p:val>
                                        </p:tav>
                                        <p:tav tm="100000">
                                          <p:val>
                                            <p:strVal val="#ppt_h"/>
                                          </p:val>
                                        </p:tav>
                                      </p:tavLst>
                                    </p:anim>
                                    <p:animEffect transition="in" filter="fade">
                                      <p:cBhvr>
                                        <p:cTn id="50" dur="500"/>
                                        <p:tgtEl>
                                          <p:spTgt spid="30"/>
                                        </p:tgtEl>
                                      </p:cBhvr>
                                    </p:animEffect>
                                  </p:childTnLst>
                                </p:cTn>
                              </p:par>
                            </p:childTnLst>
                          </p:cTn>
                        </p:par>
                        <p:par>
                          <p:cTn id="51" fill="hold">
                            <p:stCondLst>
                              <p:cond delay="4000"/>
                            </p:stCondLst>
                            <p:childTnLst>
                              <p:par>
                                <p:cTn id="52" presetID="22" presetClass="entr" presetSubtype="4" fill="hold" grpId="0" nodeType="afterEffect">
                                  <p:stCondLst>
                                    <p:cond delay="0"/>
                                  </p:stCondLst>
                                  <p:childTnLst>
                                    <p:set>
                                      <p:cBhvr>
                                        <p:cTn id="53" dur="1" fill="hold">
                                          <p:stCondLst>
                                            <p:cond delay="0"/>
                                          </p:stCondLst>
                                        </p:cTn>
                                        <p:tgtEl>
                                          <p:spTgt spid="112"/>
                                        </p:tgtEl>
                                        <p:attrNameLst>
                                          <p:attrName>style.visibility</p:attrName>
                                        </p:attrNameLst>
                                      </p:cBhvr>
                                      <p:to>
                                        <p:strVal val="visible"/>
                                      </p:to>
                                    </p:set>
                                    <p:animEffect transition="in" filter="wipe(down)">
                                      <p:cBhvr>
                                        <p:cTn id="54"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1" grpId="0"/>
      <p:bldP spid="112" grpId="0"/>
    </p:bld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a:stCxn id="10" idx="6"/>
          </p:cNvCxnSpPr>
          <p:nvPr/>
        </p:nvCxnSpPr>
        <p:spPr>
          <a:xfrm>
            <a:off x="1270000" y="5538404"/>
            <a:ext cx="9548605" cy="2117"/>
          </a:xfrm>
          <a:prstGeom prst="line">
            <a:avLst/>
          </a:prstGeom>
          <a:ln w="12700" cap="flat">
            <a:solidFill>
              <a:schemeClr val="bg1">
                <a:lumMod val="75000"/>
              </a:schemeClr>
            </a:solidFill>
            <a:prstDash val="sysDash"/>
            <a:round/>
          </a:ln>
        </p:spPr>
        <p:style>
          <a:lnRef idx="1">
            <a:schemeClr val="accent1"/>
          </a:lnRef>
          <a:fillRef idx="0">
            <a:schemeClr val="accent1"/>
          </a:fillRef>
          <a:effectRef idx="0">
            <a:schemeClr val="accent1"/>
          </a:effectRef>
          <a:fontRef idx="minor">
            <a:schemeClr val="tx1"/>
          </a:fontRef>
        </p:style>
      </p:cxnSp>
      <p:grpSp>
        <p:nvGrpSpPr>
          <p:cNvPr id="7" name="Group 69"/>
          <p:cNvGrpSpPr/>
          <p:nvPr/>
        </p:nvGrpSpPr>
        <p:grpSpPr>
          <a:xfrm>
            <a:off x="341032" y="5073920"/>
            <a:ext cx="928968" cy="928968"/>
            <a:chOff x="255774" y="3805440"/>
            <a:chExt cx="696726" cy="696726"/>
          </a:xfrm>
        </p:grpSpPr>
        <p:sp>
          <p:nvSpPr>
            <p:cNvPr id="10" name="Oval 9"/>
            <p:cNvSpPr/>
            <p:nvPr/>
          </p:nvSpPr>
          <p:spPr>
            <a:xfrm>
              <a:off x="25577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1" name="Isosceles Triangle 40"/>
            <p:cNvSpPr/>
            <p:nvPr/>
          </p:nvSpPr>
          <p:spPr>
            <a:xfrm rot="5400000">
              <a:off x="493716" y="4019782"/>
              <a:ext cx="279448" cy="240904"/>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46" name="Rectangle 45"/>
          <p:cNvSpPr/>
          <p:nvPr/>
        </p:nvSpPr>
        <p:spPr>
          <a:xfrm>
            <a:off x="1333467" y="5619766"/>
            <a:ext cx="619080" cy="338554"/>
          </a:xfrm>
          <a:prstGeom prst="rect">
            <a:avLst/>
          </a:prstGeom>
        </p:spPr>
        <p:txBody>
          <a:bodyPr wrap="none">
            <a:spAutoFit/>
          </a:bodyPr>
          <a:lstStyle/>
          <a:p>
            <a:r>
              <a:rPr lang="en-US" sz="1600" dirty="0">
                <a:solidFill>
                  <a:prstClr val="white">
                    <a:lumMod val="65000"/>
                  </a:prstClr>
                </a:solidFill>
                <a:latin typeface="Open Sans" pitchFamily="34" charset="0"/>
                <a:ea typeface="Open Sans" pitchFamily="34" charset="0"/>
                <a:cs typeface="Open Sans" pitchFamily="34" charset="0"/>
              </a:rPr>
              <a:t>Start</a:t>
            </a:r>
          </a:p>
        </p:txBody>
      </p:sp>
      <p:grpSp>
        <p:nvGrpSpPr>
          <p:cNvPr id="11" name="Group 61"/>
          <p:cNvGrpSpPr/>
          <p:nvPr/>
        </p:nvGrpSpPr>
        <p:grpSpPr>
          <a:xfrm>
            <a:off x="1828451" y="2126041"/>
            <a:ext cx="4473419" cy="3493725"/>
            <a:chOff x="2005914" y="1637612"/>
            <a:chExt cx="3355065" cy="2620294"/>
          </a:xfrm>
        </p:grpSpPr>
        <p:sp>
          <p:nvSpPr>
            <p:cNvPr id="13" name="Oval 12"/>
            <p:cNvSpPr/>
            <p:nvPr/>
          </p:nvSpPr>
          <p:spPr>
            <a:xfrm>
              <a:off x="211128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66"/>
            <p:cNvGrpSpPr/>
            <p:nvPr/>
          </p:nvGrpSpPr>
          <p:grpSpPr>
            <a:xfrm>
              <a:off x="2315321" y="2408192"/>
              <a:ext cx="3045658" cy="612842"/>
              <a:chOff x="2315321" y="2408192"/>
              <a:chExt cx="3045658" cy="612842"/>
            </a:xfrm>
          </p:grpSpPr>
          <p:sp>
            <p:nvSpPr>
              <p:cNvPr id="44" name="Rectangle 43"/>
              <p:cNvSpPr/>
              <p:nvPr/>
            </p:nvSpPr>
            <p:spPr>
              <a:xfrm>
                <a:off x="2315321" y="2408192"/>
                <a:ext cx="3045658" cy="392415"/>
              </a:xfrm>
              <a:prstGeom prst="rect">
                <a:avLst/>
              </a:prstGeom>
            </p:spPr>
            <p:txBody>
              <a:bodyPr wrap="square">
                <a:spAutoFit/>
              </a:bodyPr>
              <a:lstStyle/>
              <a:p>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5" name="Rectangle 44"/>
              <p:cNvSpPr/>
              <p:nvPr/>
            </p:nvSpPr>
            <p:spPr>
              <a:xfrm>
                <a:off x="2669052" y="2582453"/>
                <a:ext cx="1913024" cy="438581"/>
              </a:xfrm>
              <a:prstGeom prst="rect">
                <a:avLst/>
              </a:prstGeom>
            </p:spPr>
            <p:txBody>
              <a:bodyPr wrap="none">
                <a:spAutoFit/>
              </a:bodyPr>
              <a:lstStyle/>
              <a:p>
                <a:pPr algn="r" rtl="1"/>
                <a:r>
                  <a:rPr lang="ar-JO" sz="3200" b="1" u="sng" dirty="0" smtClean="0">
                    <a:solidFill>
                      <a:srgbClr val="7CC8EC">
                        <a:lumMod val="50000"/>
                      </a:srgbClr>
                    </a:solidFill>
                    <a:cs typeface="Simplified Arabic" panose="02020603050405020304" pitchFamily="18" charset="-78"/>
                  </a:rPr>
                  <a:t>التحفيز </a:t>
                </a:r>
                <a:r>
                  <a:rPr lang="ar-JO" sz="3200" b="1" u="sng" dirty="0">
                    <a:solidFill>
                      <a:srgbClr val="7CC8EC">
                        <a:lumMod val="50000"/>
                      </a:srgbClr>
                    </a:solidFill>
                    <a:cs typeface="Simplified Arabic" panose="02020603050405020304" pitchFamily="18" charset="-78"/>
                  </a:rPr>
                  <a:t>بالمشاركة</a:t>
                </a:r>
                <a:endParaRPr lang="en-US" sz="3200" b="1" u="sng" dirty="0">
                  <a:solidFill>
                    <a:srgbClr val="7CC8EC">
                      <a:lumMod val="50000"/>
                    </a:srgbClr>
                  </a:solidFill>
                  <a:latin typeface="Open Sans" pitchFamily="34" charset="0"/>
                  <a:ea typeface="Open Sans" pitchFamily="34" charset="0"/>
                  <a:cs typeface="Open Sans" pitchFamily="34" charset="0"/>
                </a:endParaRPr>
              </a:p>
            </p:txBody>
          </p:sp>
        </p:grpSp>
        <p:cxnSp>
          <p:nvCxnSpPr>
            <p:cNvPr id="27" name="Straight Connector 26"/>
            <p:cNvCxnSpPr/>
            <p:nvPr/>
          </p:nvCxnSpPr>
          <p:spPr>
            <a:xfrm rot="16200000" flipH="1">
              <a:off x="1337273"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4" name="Group 59"/>
            <p:cNvGrpSpPr/>
            <p:nvPr/>
          </p:nvGrpSpPr>
          <p:grpSpPr>
            <a:xfrm>
              <a:off x="2005914" y="1637612"/>
              <a:ext cx="418280" cy="418280"/>
              <a:chOff x="2005914" y="1637612"/>
              <a:chExt cx="418280" cy="418280"/>
            </a:xfrm>
          </p:grpSpPr>
          <p:sp>
            <p:nvSpPr>
              <p:cNvPr id="26" name="Teardrop 25"/>
              <p:cNvSpPr/>
              <p:nvPr/>
            </p:nvSpPr>
            <p:spPr>
              <a:xfrm rot="8100000">
                <a:off x="2005914" y="1637612"/>
                <a:ext cx="418280" cy="418280"/>
              </a:xfrm>
              <a:prstGeom prst="teardrop">
                <a:avLst>
                  <a:gd name="adj" fmla="val 131619"/>
                </a:avLst>
              </a:prstGeom>
              <a:solidFill>
                <a:srgbClr val="1772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4" name="Freeform 63"/>
              <p:cNvSpPr>
                <a:spLocks noEditPoints="1"/>
              </p:cNvSpPr>
              <p:nvPr/>
            </p:nvSpPr>
            <p:spPr bwMode="auto">
              <a:xfrm>
                <a:off x="2115407" y="1762183"/>
                <a:ext cx="199914" cy="171356"/>
              </a:xfrm>
              <a:custGeom>
                <a:avLst/>
                <a:gdLst/>
                <a:ahLst/>
                <a:cxnLst>
                  <a:cxn ang="0">
                    <a:pos x="15" y="2"/>
                  </a:cxn>
                  <a:cxn ang="0">
                    <a:pos x="0" y="4"/>
                  </a:cxn>
                  <a:cxn ang="0">
                    <a:pos x="0" y="62"/>
                  </a:cxn>
                  <a:cxn ang="0">
                    <a:pos x="9" y="71"/>
                  </a:cxn>
                  <a:cxn ang="0">
                    <a:pos x="53" y="45"/>
                  </a:cxn>
                  <a:cxn ang="0">
                    <a:pos x="58" y="31"/>
                  </a:cxn>
                  <a:cxn ang="0">
                    <a:pos x="307" y="11"/>
                  </a:cxn>
                  <a:cxn ang="0">
                    <a:pos x="95" y="11"/>
                  </a:cxn>
                  <a:cxn ang="0">
                    <a:pos x="85" y="27"/>
                  </a:cxn>
                  <a:cxn ang="0">
                    <a:pos x="85" y="51"/>
                  </a:cxn>
                  <a:cxn ang="0">
                    <a:pos x="102" y="62"/>
                  </a:cxn>
                  <a:cxn ang="0">
                    <a:pos x="314" y="60"/>
                  </a:cxn>
                  <a:cxn ang="0">
                    <a:pos x="323" y="43"/>
                  </a:cxn>
                  <a:cxn ang="0">
                    <a:pos x="323" y="20"/>
                  </a:cxn>
                  <a:cxn ang="0">
                    <a:pos x="307" y="11"/>
                  </a:cxn>
                  <a:cxn ang="0">
                    <a:pos x="53" y="147"/>
                  </a:cxn>
                  <a:cxn ang="0">
                    <a:pos x="60" y="138"/>
                  </a:cxn>
                  <a:cxn ang="0">
                    <a:pos x="15" y="112"/>
                  </a:cxn>
                  <a:cxn ang="0">
                    <a:pos x="4" y="111"/>
                  </a:cxn>
                  <a:cxn ang="0">
                    <a:pos x="0" y="163"/>
                  </a:cxn>
                  <a:cxn ang="0">
                    <a:pos x="4" y="172"/>
                  </a:cxn>
                  <a:cxn ang="0">
                    <a:pos x="15" y="172"/>
                  </a:cxn>
                  <a:cxn ang="0">
                    <a:pos x="102" y="112"/>
                  </a:cxn>
                  <a:cxn ang="0">
                    <a:pos x="85" y="123"/>
                  </a:cxn>
                  <a:cxn ang="0">
                    <a:pos x="85" y="147"/>
                  </a:cxn>
                  <a:cxn ang="0">
                    <a:pos x="95" y="163"/>
                  </a:cxn>
                  <a:cxn ang="0">
                    <a:pos x="307" y="163"/>
                  </a:cxn>
                  <a:cxn ang="0">
                    <a:pos x="323" y="154"/>
                  </a:cxn>
                  <a:cxn ang="0">
                    <a:pos x="323" y="129"/>
                  </a:cxn>
                  <a:cxn ang="0">
                    <a:pos x="314" y="114"/>
                  </a:cxn>
                  <a:cxn ang="0">
                    <a:pos x="53" y="232"/>
                  </a:cxn>
                  <a:cxn ang="0">
                    <a:pos x="9" y="205"/>
                  </a:cxn>
                  <a:cxn ang="0">
                    <a:pos x="0" y="214"/>
                  </a:cxn>
                  <a:cxn ang="0">
                    <a:pos x="0" y="272"/>
                  </a:cxn>
                  <a:cxn ang="0">
                    <a:pos x="15" y="274"/>
                  </a:cxn>
                  <a:cxn ang="0">
                    <a:pos x="58" y="245"/>
                  </a:cxn>
                  <a:cxn ang="0">
                    <a:pos x="53" y="232"/>
                  </a:cxn>
                  <a:cxn ang="0">
                    <a:pos x="102" y="214"/>
                  </a:cxn>
                  <a:cxn ang="0">
                    <a:pos x="91" y="219"/>
                  </a:cxn>
                  <a:cxn ang="0">
                    <a:pos x="85" y="248"/>
                  </a:cxn>
                  <a:cxn ang="0">
                    <a:pos x="91" y="261"/>
                  </a:cxn>
                  <a:cxn ang="0">
                    <a:pos x="307" y="266"/>
                  </a:cxn>
                  <a:cxn ang="0">
                    <a:pos x="319" y="261"/>
                  </a:cxn>
                  <a:cxn ang="0">
                    <a:pos x="323" y="232"/>
                  </a:cxn>
                  <a:cxn ang="0">
                    <a:pos x="319" y="219"/>
                  </a:cxn>
                  <a:cxn ang="0">
                    <a:pos x="307" y="214"/>
                  </a:cxn>
                </a:cxnLst>
                <a:rect l="0" t="0" r="r" b="b"/>
                <a:pathLst>
                  <a:path w="323" h="275">
                    <a:moveTo>
                      <a:pt x="53" y="27"/>
                    </a:moveTo>
                    <a:lnTo>
                      <a:pt x="15" y="2"/>
                    </a:lnTo>
                    <a:lnTo>
                      <a:pt x="15" y="2"/>
                    </a:lnTo>
                    <a:lnTo>
                      <a:pt x="9" y="0"/>
                    </a:lnTo>
                    <a:lnTo>
                      <a:pt x="4" y="0"/>
                    </a:lnTo>
                    <a:lnTo>
                      <a:pt x="0" y="4"/>
                    </a:lnTo>
                    <a:lnTo>
                      <a:pt x="0" y="11"/>
                    </a:lnTo>
                    <a:lnTo>
                      <a:pt x="0" y="62"/>
                    </a:lnTo>
                    <a:lnTo>
                      <a:pt x="0" y="62"/>
                    </a:lnTo>
                    <a:lnTo>
                      <a:pt x="0" y="67"/>
                    </a:lnTo>
                    <a:lnTo>
                      <a:pt x="4" y="71"/>
                    </a:lnTo>
                    <a:lnTo>
                      <a:pt x="9" y="71"/>
                    </a:lnTo>
                    <a:lnTo>
                      <a:pt x="15" y="69"/>
                    </a:lnTo>
                    <a:lnTo>
                      <a:pt x="53" y="45"/>
                    </a:lnTo>
                    <a:lnTo>
                      <a:pt x="53" y="45"/>
                    </a:lnTo>
                    <a:lnTo>
                      <a:pt x="58" y="40"/>
                    </a:lnTo>
                    <a:lnTo>
                      <a:pt x="60" y="36"/>
                    </a:lnTo>
                    <a:lnTo>
                      <a:pt x="58" y="31"/>
                    </a:lnTo>
                    <a:lnTo>
                      <a:pt x="53" y="27"/>
                    </a:lnTo>
                    <a:lnTo>
                      <a:pt x="53" y="27"/>
                    </a:lnTo>
                    <a:close/>
                    <a:moveTo>
                      <a:pt x="307" y="11"/>
                    </a:moveTo>
                    <a:lnTo>
                      <a:pt x="102" y="11"/>
                    </a:lnTo>
                    <a:lnTo>
                      <a:pt x="102" y="11"/>
                    </a:lnTo>
                    <a:lnTo>
                      <a:pt x="95" y="11"/>
                    </a:lnTo>
                    <a:lnTo>
                      <a:pt x="91" y="14"/>
                    </a:lnTo>
                    <a:lnTo>
                      <a:pt x="85" y="20"/>
                    </a:lnTo>
                    <a:lnTo>
                      <a:pt x="85" y="27"/>
                    </a:lnTo>
                    <a:lnTo>
                      <a:pt x="85" y="43"/>
                    </a:lnTo>
                    <a:lnTo>
                      <a:pt x="85" y="43"/>
                    </a:lnTo>
                    <a:lnTo>
                      <a:pt x="85" y="51"/>
                    </a:lnTo>
                    <a:lnTo>
                      <a:pt x="91" y="56"/>
                    </a:lnTo>
                    <a:lnTo>
                      <a:pt x="95" y="60"/>
                    </a:lnTo>
                    <a:lnTo>
                      <a:pt x="102" y="62"/>
                    </a:lnTo>
                    <a:lnTo>
                      <a:pt x="307" y="62"/>
                    </a:lnTo>
                    <a:lnTo>
                      <a:pt x="307" y="62"/>
                    </a:lnTo>
                    <a:lnTo>
                      <a:pt x="314" y="60"/>
                    </a:lnTo>
                    <a:lnTo>
                      <a:pt x="319" y="56"/>
                    </a:lnTo>
                    <a:lnTo>
                      <a:pt x="323" y="51"/>
                    </a:lnTo>
                    <a:lnTo>
                      <a:pt x="323" y="43"/>
                    </a:lnTo>
                    <a:lnTo>
                      <a:pt x="323" y="27"/>
                    </a:lnTo>
                    <a:lnTo>
                      <a:pt x="323" y="27"/>
                    </a:lnTo>
                    <a:lnTo>
                      <a:pt x="323" y="20"/>
                    </a:lnTo>
                    <a:lnTo>
                      <a:pt x="319" y="14"/>
                    </a:lnTo>
                    <a:lnTo>
                      <a:pt x="314" y="11"/>
                    </a:lnTo>
                    <a:lnTo>
                      <a:pt x="307" y="11"/>
                    </a:lnTo>
                    <a:lnTo>
                      <a:pt x="307" y="11"/>
                    </a:lnTo>
                    <a:close/>
                    <a:moveTo>
                      <a:pt x="15" y="172"/>
                    </a:moveTo>
                    <a:lnTo>
                      <a:pt x="53" y="147"/>
                    </a:lnTo>
                    <a:lnTo>
                      <a:pt x="53" y="147"/>
                    </a:lnTo>
                    <a:lnTo>
                      <a:pt x="58" y="143"/>
                    </a:lnTo>
                    <a:lnTo>
                      <a:pt x="60" y="138"/>
                    </a:lnTo>
                    <a:lnTo>
                      <a:pt x="58" y="134"/>
                    </a:lnTo>
                    <a:lnTo>
                      <a:pt x="53" y="130"/>
                    </a:lnTo>
                    <a:lnTo>
                      <a:pt x="15" y="112"/>
                    </a:lnTo>
                    <a:lnTo>
                      <a:pt x="15" y="112"/>
                    </a:lnTo>
                    <a:lnTo>
                      <a:pt x="9" y="111"/>
                    </a:lnTo>
                    <a:lnTo>
                      <a:pt x="4" y="111"/>
                    </a:lnTo>
                    <a:lnTo>
                      <a:pt x="0" y="114"/>
                    </a:lnTo>
                    <a:lnTo>
                      <a:pt x="0" y="121"/>
                    </a:lnTo>
                    <a:lnTo>
                      <a:pt x="0" y="163"/>
                    </a:lnTo>
                    <a:lnTo>
                      <a:pt x="0" y="163"/>
                    </a:lnTo>
                    <a:lnTo>
                      <a:pt x="0" y="170"/>
                    </a:lnTo>
                    <a:lnTo>
                      <a:pt x="4" y="172"/>
                    </a:lnTo>
                    <a:lnTo>
                      <a:pt x="9" y="174"/>
                    </a:lnTo>
                    <a:lnTo>
                      <a:pt x="15" y="172"/>
                    </a:lnTo>
                    <a:lnTo>
                      <a:pt x="15" y="172"/>
                    </a:lnTo>
                    <a:close/>
                    <a:moveTo>
                      <a:pt x="307" y="112"/>
                    </a:moveTo>
                    <a:lnTo>
                      <a:pt x="102" y="112"/>
                    </a:lnTo>
                    <a:lnTo>
                      <a:pt x="102" y="112"/>
                    </a:lnTo>
                    <a:lnTo>
                      <a:pt x="95" y="114"/>
                    </a:lnTo>
                    <a:lnTo>
                      <a:pt x="91" y="118"/>
                    </a:lnTo>
                    <a:lnTo>
                      <a:pt x="85" y="123"/>
                    </a:lnTo>
                    <a:lnTo>
                      <a:pt x="85" y="129"/>
                    </a:lnTo>
                    <a:lnTo>
                      <a:pt x="85" y="147"/>
                    </a:lnTo>
                    <a:lnTo>
                      <a:pt x="85" y="147"/>
                    </a:lnTo>
                    <a:lnTo>
                      <a:pt x="85" y="154"/>
                    </a:lnTo>
                    <a:lnTo>
                      <a:pt x="91" y="159"/>
                    </a:lnTo>
                    <a:lnTo>
                      <a:pt x="95" y="163"/>
                    </a:lnTo>
                    <a:lnTo>
                      <a:pt x="102" y="163"/>
                    </a:lnTo>
                    <a:lnTo>
                      <a:pt x="307" y="163"/>
                    </a:lnTo>
                    <a:lnTo>
                      <a:pt x="307" y="163"/>
                    </a:lnTo>
                    <a:lnTo>
                      <a:pt x="314" y="163"/>
                    </a:lnTo>
                    <a:lnTo>
                      <a:pt x="319" y="159"/>
                    </a:lnTo>
                    <a:lnTo>
                      <a:pt x="323" y="154"/>
                    </a:lnTo>
                    <a:lnTo>
                      <a:pt x="323" y="147"/>
                    </a:lnTo>
                    <a:lnTo>
                      <a:pt x="323" y="129"/>
                    </a:lnTo>
                    <a:lnTo>
                      <a:pt x="323" y="129"/>
                    </a:lnTo>
                    <a:lnTo>
                      <a:pt x="323" y="123"/>
                    </a:lnTo>
                    <a:lnTo>
                      <a:pt x="319" y="118"/>
                    </a:lnTo>
                    <a:lnTo>
                      <a:pt x="314" y="114"/>
                    </a:lnTo>
                    <a:lnTo>
                      <a:pt x="307" y="112"/>
                    </a:lnTo>
                    <a:lnTo>
                      <a:pt x="307" y="112"/>
                    </a:lnTo>
                    <a:close/>
                    <a:moveTo>
                      <a:pt x="53" y="232"/>
                    </a:moveTo>
                    <a:lnTo>
                      <a:pt x="15" y="207"/>
                    </a:lnTo>
                    <a:lnTo>
                      <a:pt x="15" y="207"/>
                    </a:lnTo>
                    <a:lnTo>
                      <a:pt x="9" y="205"/>
                    </a:lnTo>
                    <a:lnTo>
                      <a:pt x="4" y="205"/>
                    </a:lnTo>
                    <a:lnTo>
                      <a:pt x="0" y="208"/>
                    </a:lnTo>
                    <a:lnTo>
                      <a:pt x="0" y="214"/>
                    </a:lnTo>
                    <a:lnTo>
                      <a:pt x="0" y="266"/>
                    </a:lnTo>
                    <a:lnTo>
                      <a:pt x="0" y="266"/>
                    </a:lnTo>
                    <a:lnTo>
                      <a:pt x="0" y="272"/>
                    </a:lnTo>
                    <a:lnTo>
                      <a:pt x="4" y="275"/>
                    </a:lnTo>
                    <a:lnTo>
                      <a:pt x="9" y="275"/>
                    </a:lnTo>
                    <a:lnTo>
                      <a:pt x="15" y="274"/>
                    </a:lnTo>
                    <a:lnTo>
                      <a:pt x="53" y="250"/>
                    </a:lnTo>
                    <a:lnTo>
                      <a:pt x="53" y="250"/>
                    </a:lnTo>
                    <a:lnTo>
                      <a:pt x="58" y="245"/>
                    </a:lnTo>
                    <a:lnTo>
                      <a:pt x="60" y="241"/>
                    </a:lnTo>
                    <a:lnTo>
                      <a:pt x="58" y="236"/>
                    </a:lnTo>
                    <a:lnTo>
                      <a:pt x="53" y="232"/>
                    </a:lnTo>
                    <a:lnTo>
                      <a:pt x="53" y="232"/>
                    </a:lnTo>
                    <a:close/>
                    <a:moveTo>
                      <a:pt x="307" y="214"/>
                    </a:moveTo>
                    <a:lnTo>
                      <a:pt x="102" y="214"/>
                    </a:lnTo>
                    <a:lnTo>
                      <a:pt x="102" y="214"/>
                    </a:lnTo>
                    <a:lnTo>
                      <a:pt x="95" y="216"/>
                    </a:lnTo>
                    <a:lnTo>
                      <a:pt x="91" y="219"/>
                    </a:lnTo>
                    <a:lnTo>
                      <a:pt x="85" y="225"/>
                    </a:lnTo>
                    <a:lnTo>
                      <a:pt x="85" y="232"/>
                    </a:lnTo>
                    <a:lnTo>
                      <a:pt x="85" y="248"/>
                    </a:lnTo>
                    <a:lnTo>
                      <a:pt x="85" y="248"/>
                    </a:lnTo>
                    <a:lnTo>
                      <a:pt x="85" y="256"/>
                    </a:lnTo>
                    <a:lnTo>
                      <a:pt x="91" y="261"/>
                    </a:lnTo>
                    <a:lnTo>
                      <a:pt x="95" y="265"/>
                    </a:lnTo>
                    <a:lnTo>
                      <a:pt x="102" y="266"/>
                    </a:lnTo>
                    <a:lnTo>
                      <a:pt x="307" y="266"/>
                    </a:lnTo>
                    <a:lnTo>
                      <a:pt x="307" y="266"/>
                    </a:lnTo>
                    <a:lnTo>
                      <a:pt x="314" y="265"/>
                    </a:lnTo>
                    <a:lnTo>
                      <a:pt x="319" y="261"/>
                    </a:lnTo>
                    <a:lnTo>
                      <a:pt x="323" y="256"/>
                    </a:lnTo>
                    <a:lnTo>
                      <a:pt x="323" y="248"/>
                    </a:lnTo>
                    <a:lnTo>
                      <a:pt x="323" y="232"/>
                    </a:lnTo>
                    <a:lnTo>
                      <a:pt x="323" y="232"/>
                    </a:lnTo>
                    <a:lnTo>
                      <a:pt x="323" y="225"/>
                    </a:lnTo>
                    <a:lnTo>
                      <a:pt x="319" y="219"/>
                    </a:lnTo>
                    <a:lnTo>
                      <a:pt x="314" y="216"/>
                    </a:lnTo>
                    <a:lnTo>
                      <a:pt x="307" y="214"/>
                    </a:lnTo>
                    <a:lnTo>
                      <a:pt x="307" y="214"/>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000000"/>
                  </a:solidFill>
                  <a:cs typeface="Simplified Arabic" panose="02020603050405020304" pitchFamily="18" charset="-78"/>
                </a:endParaRPr>
              </a:p>
            </p:txBody>
          </p:sp>
        </p:grpSp>
      </p:grpSp>
      <p:grpSp>
        <p:nvGrpSpPr>
          <p:cNvPr id="16" name="Group 72"/>
          <p:cNvGrpSpPr/>
          <p:nvPr/>
        </p:nvGrpSpPr>
        <p:grpSpPr>
          <a:xfrm>
            <a:off x="6624941" y="2126507"/>
            <a:ext cx="5298871" cy="3493725"/>
            <a:chOff x="4494398" y="1651440"/>
            <a:chExt cx="3974153" cy="2620294"/>
          </a:xfrm>
        </p:grpSpPr>
        <p:sp>
          <p:nvSpPr>
            <p:cNvPr id="17" name="Oval 16"/>
            <p:cNvSpPr/>
            <p:nvPr/>
          </p:nvSpPr>
          <p:spPr>
            <a:xfrm>
              <a:off x="4599770" y="4063528"/>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39" name="Straight Connector 38"/>
            <p:cNvCxnSpPr/>
            <p:nvPr/>
          </p:nvCxnSpPr>
          <p:spPr>
            <a:xfrm rot="16200000" flipH="1">
              <a:off x="3825757" y="3177097"/>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8" name="Group 67"/>
            <p:cNvGrpSpPr/>
            <p:nvPr/>
          </p:nvGrpSpPr>
          <p:grpSpPr>
            <a:xfrm>
              <a:off x="4697791" y="2304859"/>
              <a:ext cx="3770760" cy="728517"/>
              <a:chOff x="4697791" y="2304859"/>
              <a:chExt cx="3770760" cy="728517"/>
            </a:xfrm>
          </p:grpSpPr>
          <p:sp>
            <p:nvSpPr>
              <p:cNvPr id="50" name="Rectangle 49"/>
              <p:cNvSpPr/>
              <p:nvPr/>
            </p:nvSpPr>
            <p:spPr>
              <a:xfrm>
                <a:off x="4697791" y="2304859"/>
                <a:ext cx="3770760" cy="392415"/>
              </a:xfrm>
              <a:prstGeom prst="rect">
                <a:avLst/>
              </a:prstGeom>
            </p:spPr>
            <p:txBody>
              <a:bodyPr wrap="square">
                <a:spAutoFit/>
              </a:bodyPr>
              <a:lstStyle/>
              <a:p>
                <a:pPr algn="ct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51" name="Rectangle 50"/>
              <p:cNvSpPr/>
              <p:nvPr/>
            </p:nvSpPr>
            <p:spPr>
              <a:xfrm>
                <a:off x="5439096" y="2594795"/>
                <a:ext cx="1911821" cy="438581"/>
              </a:xfrm>
              <a:prstGeom prst="rect">
                <a:avLst/>
              </a:prstGeom>
            </p:spPr>
            <p:txBody>
              <a:bodyPr wrap="none">
                <a:spAutoFit/>
              </a:bodyPr>
              <a:lstStyle/>
              <a:p>
                <a:pPr algn="r" rtl="1"/>
                <a:r>
                  <a:rPr lang="ar-JO" sz="3200" b="1" u="sng" dirty="0" smtClean="0">
                    <a:solidFill>
                      <a:srgbClr val="C00000"/>
                    </a:solidFill>
                    <a:cs typeface="Simplified Arabic" panose="02020603050405020304" pitchFamily="18" charset="-78"/>
                  </a:rPr>
                  <a:t>البورتفوليو </a:t>
                </a:r>
                <a:r>
                  <a:rPr lang="ar-JO" sz="3200" b="1" u="sng" dirty="0">
                    <a:solidFill>
                      <a:srgbClr val="C00000"/>
                    </a:solidFill>
                    <a:cs typeface="Simplified Arabic" panose="02020603050405020304" pitchFamily="18" charset="-78"/>
                  </a:rPr>
                  <a:t>الرقمي</a:t>
                </a:r>
                <a:endParaRPr lang="en-US" sz="3200" b="1" u="sng" dirty="0">
                  <a:solidFill>
                    <a:srgbClr val="C00000"/>
                  </a:solidFill>
                  <a:latin typeface="Open Sans" pitchFamily="34" charset="0"/>
                  <a:ea typeface="Open Sans" pitchFamily="34" charset="0"/>
                  <a:cs typeface="Open Sans" pitchFamily="34" charset="0"/>
                </a:endParaRPr>
              </a:p>
            </p:txBody>
          </p:sp>
        </p:grpSp>
        <p:grpSp>
          <p:nvGrpSpPr>
            <p:cNvPr id="20" name="Group 63"/>
            <p:cNvGrpSpPr/>
            <p:nvPr/>
          </p:nvGrpSpPr>
          <p:grpSpPr>
            <a:xfrm>
              <a:off x="4494398" y="1651440"/>
              <a:ext cx="418280" cy="418280"/>
              <a:chOff x="4494398" y="1651440"/>
              <a:chExt cx="418280" cy="418280"/>
            </a:xfrm>
          </p:grpSpPr>
          <p:sp>
            <p:nvSpPr>
              <p:cNvPr id="38" name="Teardrop 37"/>
              <p:cNvSpPr/>
              <p:nvPr/>
            </p:nvSpPr>
            <p:spPr>
              <a:xfrm rot="8100000">
                <a:off x="4494398" y="1651440"/>
                <a:ext cx="418280" cy="418280"/>
              </a:xfrm>
              <a:prstGeom prst="teardrop">
                <a:avLst>
                  <a:gd name="adj" fmla="val 131619"/>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5" name="Freeform 100"/>
              <p:cNvSpPr>
                <a:spLocks/>
              </p:cNvSpPr>
              <p:nvPr/>
            </p:nvSpPr>
            <p:spPr bwMode="auto">
              <a:xfrm>
                <a:off x="4566601" y="1824937"/>
                <a:ext cx="176324" cy="198674"/>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000000"/>
                  </a:solidFill>
                  <a:cs typeface="Simplified Arabic" panose="02020603050405020304" pitchFamily="18" charset="-78"/>
                </a:endParaRPr>
              </a:p>
            </p:txBody>
          </p:sp>
        </p:grpSp>
      </p:grpSp>
      <p:sp>
        <p:nvSpPr>
          <p:cNvPr id="28" name="Title 1"/>
          <p:cNvSpPr txBox="1">
            <a:spLocks/>
          </p:cNvSpPr>
          <p:nvPr/>
        </p:nvSpPr>
        <p:spPr>
          <a:xfrm>
            <a:off x="907775" y="177009"/>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rtl="1"/>
            <a:r>
              <a:rPr lang="ar-SA" sz="4000" b="1" u="sng" dirty="0">
                <a:solidFill>
                  <a:srgbClr val="000000"/>
                </a:solidFill>
              </a:rPr>
              <a:t>5-	خدمة مواقع قوقل  </a:t>
            </a:r>
            <a:r>
              <a:rPr lang="en-US" sz="4000" b="1" u="sng" dirty="0" err="1">
                <a:solidFill>
                  <a:srgbClr val="000000"/>
                </a:solidFill>
              </a:rPr>
              <a:t>SiteGoogle</a:t>
            </a:r>
            <a:r>
              <a:rPr lang="en-US" sz="4000" b="1" u="sng" dirty="0">
                <a:solidFill>
                  <a:srgbClr val="000000"/>
                </a:solidFill>
              </a:rPr>
              <a:t>، </a:t>
            </a:r>
            <a:r>
              <a:rPr lang="ar-SA" sz="4000" b="1" u="sng" dirty="0">
                <a:solidFill>
                  <a:srgbClr val="000000"/>
                </a:solidFill>
              </a:rPr>
              <a:t>وتتمثل في :</a:t>
            </a:r>
            <a:endParaRPr lang="en-US" sz="4000" u="sng" dirty="0">
              <a:solidFill>
                <a:srgbClr val="000000"/>
              </a:solidFill>
            </a:endParaRPr>
          </a:p>
        </p:txBody>
      </p:sp>
      <p:sp>
        <p:nvSpPr>
          <p:cNvPr id="2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0298210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lide(fromLeft)">
                                      <p:cBhvr>
                                        <p:cTn id="7" dur="500"/>
                                        <p:tgtEl>
                                          <p:spTgt spid="7"/>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slide(fromLeft)">
                                      <p:cBhvr>
                                        <p:cTn id="10" dur="500"/>
                                        <p:tgtEl>
                                          <p:spTgt spid="46"/>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Left)">
                                      <p:cBhvr>
                                        <p:cTn id="14" dur="500"/>
                                        <p:tgtEl>
                                          <p:spTgt spid="8"/>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slide(fromBottom)">
                                      <p:cBhvr>
                                        <p:cTn id="18" dur="500"/>
                                        <p:tgtEl>
                                          <p:spTgt spid="11"/>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slide(fromBottom)">
                                      <p:cBhvr>
                                        <p:cTn id="22" dur="500"/>
                                        <p:tgtEl>
                                          <p:spTgt spid="1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dissolve">
                                      <p:cBhvr>
                                        <p:cTn id="25" dur="17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28" grpId="0"/>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a:stCxn id="10" idx="6"/>
          </p:cNvCxnSpPr>
          <p:nvPr/>
        </p:nvCxnSpPr>
        <p:spPr>
          <a:xfrm>
            <a:off x="1270000" y="5538404"/>
            <a:ext cx="9548605" cy="2117"/>
          </a:xfrm>
          <a:prstGeom prst="line">
            <a:avLst/>
          </a:prstGeom>
          <a:ln w="12700" cap="flat">
            <a:solidFill>
              <a:schemeClr val="bg1">
                <a:lumMod val="75000"/>
              </a:schemeClr>
            </a:solidFill>
            <a:prstDash val="sysDash"/>
            <a:round/>
          </a:ln>
        </p:spPr>
        <p:style>
          <a:lnRef idx="1">
            <a:schemeClr val="accent1"/>
          </a:lnRef>
          <a:fillRef idx="0">
            <a:schemeClr val="accent1"/>
          </a:fillRef>
          <a:effectRef idx="0">
            <a:schemeClr val="accent1"/>
          </a:effectRef>
          <a:fontRef idx="minor">
            <a:schemeClr val="tx1"/>
          </a:fontRef>
        </p:style>
      </p:cxnSp>
      <p:grpSp>
        <p:nvGrpSpPr>
          <p:cNvPr id="7" name="Group 69"/>
          <p:cNvGrpSpPr/>
          <p:nvPr/>
        </p:nvGrpSpPr>
        <p:grpSpPr>
          <a:xfrm>
            <a:off x="341032" y="5073920"/>
            <a:ext cx="928968" cy="928968"/>
            <a:chOff x="255774" y="3805440"/>
            <a:chExt cx="696726" cy="696726"/>
          </a:xfrm>
        </p:grpSpPr>
        <p:sp>
          <p:nvSpPr>
            <p:cNvPr id="10" name="Oval 9"/>
            <p:cNvSpPr/>
            <p:nvPr/>
          </p:nvSpPr>
          <p:spPr>
            <a:xfrm>
              <a:off x="25577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1" name="Isosceles Triangle 40"/>
            <p:cNvSpPr/>
            <p:nvPr/>
          </p:nvSpPr>
          <p:spPr>
            <a:xfrm rot="5400000">
              <a:off x="493716" y="4019782"/>
              <a:ext cx="279448" cy="240904"/>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46" name="Rectangle 45"/>
          <p:cNvSpPr/>
          <p:nvPr/>
        </p:nvSpPr>
        <p:spPr>
          <a:xfrm>
            <a:off x="1333467" y="5619766"/>
            <a:ext cx="619080" cy="338554"/>
          </a:xfrm>
          <a:prstGeom prst="rect">
            <a:avLst/>
          </a:prstGeom>
        </p:spPr>
        <p:txBody>
          <a:bodyPr wrap="none">
            <a:spAutoFit/>
          </a:bodyPr>
          <a:lstStyle/>
          <a:p>
            <a:r>
              <a:rPr lang="en-US" sz="1600" dirty="0">
                <a:solidFill>
                  <a:prstClr val="white">
                    <a:lumMod val="65000"/>
                  </a:prstClr>
                </a:solidFill>
                <a:latin typeface="Open Sans" pitchFamily="34" charset="0"/>
                <a:ea typeface="Open Sans" pitchFamily="34" charset="0"/>
                <a:cs typeface="Open Sans" pitchFamily="34" charset="0"/>
              </a:rPr>
              <a:t>Start</a:t>
            </a:r>
          </a:p>
        </p:txBody>
      </p:sp>
      <p:grpSp>
        <p:nvGrpSpPr>
          <p:cNvPr id="11" name="Group 61"/>
          <p:cNvGrpSpPr/>
          <p:nvPr/>
        </p:nvGrpSpPr>
        <p:grpSpPr>
          <a:xfrm>
            <a:off x="1828452" y="2126041"/>
            <a:ext cx="4473419" cy="3493725"/>
            <a:chOff x="2005914" y="1637612"/>
            <a:chExt cx="3355065" cy="2620294"/>
          </a:xfrm>
        </p:grpSpPr>
        <p:sp>
          <p:nvSpPr>
            <p:cNvPr id="13" name="Oval 12"/>
            <p:cNvSpPr/>
            <p:nvPr/>
          </p:nvSpPr>
          <p:spPr>
            <a:xfrm>
              <a:off x="211128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66"/>
            <p:cNvGrpSpPr/>
            <p:nvPr/>
          </p:nvGrpSpPr>
          <p:grpSpPr>
            <a:xfrm>
              <a:off x="2283967" y="2408192"/>
              <a:ext cx="3077012" cy="1053014"/>
              <a:chOff x="2283967" y="2408192"/>
              <a:chExt cx="3077012" cy="1053014"/>
            </a:xfrm>
          </p:grpSpPr>
          <p:sp>
            <p:nvSpPr>
              <p:cNvPr id="44" name="Rectangle 43"/>
              <p:cNvSpPr/>
              <p:nvPr/>
            </p:nvSpPr>
            <p:spPr>
              <a:xfrm>
                <a:off x="2315321" y="2408192"/>
                <a:ext cx="3045658" cy="392415"/>
              </a:xfrm>
              <a:prstGeom prst="rect">
                <a:avLst/>
              </a:prstGeom>
            </p:spPr>
            <p:txBody>
              <a:bodyPr wrap="square">
                <a:spAutoFit/>
              </a:bodyPr>
              <a:lstStyle/>
              <a:p>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5" name="Rectangle 44"/>
              <p:cNvSpPr/>
              <p:nvPr/>
            </p:nvSpPr>
            <p:spPr>
              <a:xfrm>
                <a:off x="2283967" y="2653292"/>
                <a:ext cx="2730382" cy="807914"/>
              </a:xfrm>
              <a:prstGeom prst="rect">
                <a:avLst/>
              </a:prstGeom>
            </p:spPr>
            <p:txBody>
              <a:bodyPr wrap="square">
                <a:spAutoFit/>
              </a:bodyPr>
              <a:lstStyle/>
              <a:p>
                <a:pPr algn="ctr" rtl="1"/>
                <a:r>
                  <a:rPr lang="ar-JO" sz="3200" b="1" u="sng" dirty="0" smtClean="0">
                    <a:solidFill>
                      <a:srgbClr val="7CC8EC">
                        <a:lumMod val="50000"/>
                      </a:srgbClr>
                    </a:solidFill>
                    <a:cs typeface="Simplified Arabic" panose="02020603050405020304" pitchFamily="18" charset="-78"/>
                  </a:rPr>
                  <a:t>أفكار </a:t>
                </a:r>
                <a:r>
                  <a:rPr lang="ar-JO" sz="3200" b="1" u="sng" dirty="0">
                    <a:solidFill>
                      <a:srgbClr val="7CC8EC">
                        <a:lumMod val="50000"/>
                      </a:srgbClr>
                    </a:solidFill>
                    <a:cs typeface="Simplified Arabic" panose="02020603050405020304" pitchFamily="18" charset="-78"/>
                  </a:rPr>
                  <a:t>وموارد لمشروعك الخاص</a:t>
                </a:r>
                <a:endParaRPr lang="en-US" sz="3200" b="1" u="sng" dirty="0">
                  <a:solidFill>
                    <a:srgbClr val="7CC8EC">
                      <a:lumMod val="50000"/>
                    </a:srgbClr>
                  </a:solidFill>
                  <a:latin typeface="Open Sans" pitchFamily="34" charset="0"/>
                  <a:ea typeface="Open Sans" pitchFamily="34" charset="0"/>
                  <a:cs typeface="Open Sans" pitchFamily="34" charset="0"/>
                </a:endParaRPr>
              </a:p>
            </p:txBody>
          </p:sp>
        </p:grpSp>
        <p:cxnSp>
          <p:nvCxnSpPr>
            <p:cNvPr id="27" name="Straight Connector 26"/>
            <p:cNvCxnSpPr/>
            <p:nvPr/>
          </p:nvCxnSpPr>
          <p:spPr>
            <a:xfrm rot="16200000" flipH="1">
              <a:off x="1337273"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4" name="Group 59"/>
            <p:cNvGrpSpPr/>
            <p:nvPr/>
          </p:nvGrpSpPr>
          <p:grpSpPr>
            <a:xfrm>
              <a:off x="2005914" y="1637612"/>
              <a:ext cx="418280" cy="418280"/>
              <a:chOff x="2005914" y="1637612"/>
              <a:chExt cx="418280" cy="418280"/>
            </a:xfrm>
          </p:grpSpPr>
          <p:sp>
            <p:nvSpPr>
              <p:cNvPr id="26" name="Teardrop 25"/>
              <p:cNvSpPr/>
              <p:nvPr/>
            </p:nvSpPr>
            <p:spPr>
              <a:xfrm rot="8100000">
                <a:off x="2005914" y="1637612"/>
                <a:ext cx="418280" cy="418280"/>
              </a:xfrm>
              <a:prstGeom prst="teardrop">
                <a:avLst>
                  <a:gd name="adj" fmla="val 131619"/>
                </a:avLst>
              </a:prstGeom>
              <a:solidFill>
                <a:srgbClr val="1772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4" name="Freeform 63"/>
              <p:cNvSpPr>
                <a:spLocks noEditPoints="1"/>
              </p:cNvSpPr>
              <p:nvPr/>
            </p:nvSpPr>
            <p:spPr bwMode="auto">
              <a:xfrm>
                <a:off x="2115407" y="1762183"/>
                <a:ext cx="199914" cy="171356"/>
              </a:xfrm>
              <a:custGeom>
                <a:avLst/>
                <a:gdLst/>
                <a:ahLst/>
                <a:cxnLst>
                  <a:cxn ang="0">
                    <a:pos x="15" y="2"/>
                  </a:cxn>
                  <a:cxn ang="0">
                    <a:pos x="0" y="4"/>
                  </a:cxn>
                  <a:cxn ang="0">
                    <a:pos x="0" y="62"/>
                  </a:cxn>
                  <a:cxn ang="0">
                    <a:pos x="9" y="71"/>
                  </a:cxn>
                  <a:cxn ang="0">
                    <a:pos x="53" y="45"/>
                  </a:cxn>
                  <a:cxn ang="0">
                    <a:pos x="58" y="31"/>
                  </a:cxn>
                  <a:cxn ang="0">
                    <a:pos x="307" y="11"/>
                  </a:cxn>
                  <a:cxn ang="0">
                    <a:pos x="95" y="11"/>
                  </a:cxn>
                  <a:cxn ang="0">
                    <a:pos x="85" y="27"/>
                  </a:cxn>
                  <a:cxn ang="0">
                    <a:pos x="85" y="51"/>
                  </a:cxn>
                  <a:cxn ang="0">
                    <a:pos x="102" y="62"/>
                  </a:cxn>
                  <a:cxn ang="0">
                    <a:pos x="314" y="60"/>
                  </a:cxn>
                  <a:cxn ang="0">
                    <a:pos x="323" y="43"/>
                  </a:cxn>
                  <a:cxn ang="0">
                    <a:pos x="323" y="20"/>
                  </a:cxn>
                  <a:cxn ang="0">
                    <a:pos x="307" y="11"/>
                  </a:cxn>
                  <a:cxn ang="0">
                    <a:pos x="53" y="147"/>
                  </a:cxn>
                  <a:cxn ang="0">
                    <a:pos x="60" y="138"/>
                  </a:cxn>
                  <a:cxn ang="0">
                    <a:pos x="15" y="112"/>
                  </a:cxn>
                  <a:cxn ang="0">
                    <a:pos x="4" y="111"/>
                  </a:cxn>
                  <a:cxn ang="0">
                    <a:pos x="0" y="163"/>
                  </a:cxn>
                  <a:cxn ang="0">
                    <a:pos x="4" y="172"/>
                  </a:cxn>
                  <a:cxn ang="0">
                    <a:pos x="15" y="172"/>
                  </a:cxn>
                  <a:cxn ang="0">
                    <a:pos x="102" y="112"/>
                  </a:cxn>
                  <a:cxn ang="0">
                    <a:pos x="85" y="123"/>
                  </a:cxn>
                  <a:cxn ang="0">
                    <a:pos x="85" y="147"/>
                  </a:cxn>
                  <a:cxn ang="0">
                    <a:pos x="95" y="163"/>
                  </a:cxn>
                  <a:cxn ang="0">
                    <a:pos x="307" y="163"/>
                  </a:cxn>
                  <a:cxn ang="0">
                    <a:pos x="323" y="154"/>
                  </a:cxn>
                  <a:cxn ang="0">
                    <a:pos x="323" y="129"/>
                  </a:cxn>
                  <a:cxn ang="0">
                    <a:pos x="314" y="114"/>
                  </a:cxn>
                  <a:cxn ang="0">
                    <a:pos x="53" y="232"/>
                  </a:cxn>
                  <a:cxn ang="0">
                    <a:pos x="9" y="205"/>
                  </a:cxn>
                  <a:cxn ang="0">
                    <a:pos x="0" y="214"/>
                  </a:cxn>
                  <a:cxn ang="0">
                    <a:pos x="0" y="272"/>
                  </a:cxn>
                  <a:cxn ang="0">
                    <a:pos x="15" y="274"/>
                  </a:cxn>
                  <a:cxn ang="0">
                    <a:pos x="58" y="245"/>
                  </a:cxn>
                  <a:cxn ang="0">
                    <a:pos x="53" y="232"/>
                  </a:cxn>
                  <a:cxn ang="0">
                    <a:pos x="102" y="214"/>
                  </a:cxn>
                  <a:cxn ang="0">
                    <a:pos x="91" y="219"/>
                  </a:cxn>
                  <a:cxn ang="0">
                    <a:pos x="85" y="248"/>
                  </a:cxn>
                  <a:cxn ang="0">
                    <a:pos x="91" y="261"/>
                  </a:cxn>
                  <a:cxn ang="0">
                    <a:pos x="307" y="266"/>
                  </a:cxn>
                  <a:cxn ang="0">
                    <a:pos x="319" y="261"/>
                  </a:cxn>
                  <a:cxn ang="0">
                    <a:pos x="323" y="232"/>
                  </a:cxn>
                  <a:cxn ang="0">
                    <a:pos x="319" y="219"/>
                  </a:cxn>
                  <a:cxn ang="0">
                    <a:pos x="307" y="214"/>
                  </a:cxn>
                </a:cxnLst>
                <a:rect l="0" t="0" r="r" b="b"/>
                <a:pathLst>
                  <a:path w="323" h="275">
                    <a:moveTo>
                      <a:pt x="53" y="27"/>
                    </a:moveTo>
                    <a:lnTo>
                      <a:pt x="15" y="2"/>
                    </a:lnTo>
                    <a:lnTo>
                      <a:pt x="15" y="2"/>
                    </a:lnTo>
                    <a:lnTo>
                      <a:pt x="9" y="0"/>
                    </a:lnTo>
                    <a:lnTo>
                      <a:pt x="4" y="0"/>
                    </a:lnTo>
                    <a:lnTo>
                      <a:pt x="0" y="4"/>
                    </a:lnTo>
                    <a:lnTo>
                      <a:pt x="0" y="11"/>
                    </a:lnTo>
                    <a:lnTo>
                      <a:pt x="0" y="62"/>
                    </a:lnTo>
                    <a:lnTo>
                      <a:pt x="0" y="62"/>
                    </a:lnTo>
                    <a:lnTo>
                      <a:pt x="0" y="67"/>
                    </a:lnTo>
                    <a:lnTo>
                      <a:pt x="4" y="71"/>
                    </a:lnTo>
                    <a:lnTo>
                      <a:pt x="9" y="71"/>
                    </a:lnTo>
                    <a:lnTo>
                      <a:pt x="15" y="69"/>
                    </a:lnTo>
                    <a:lnTo>
                      <a:pt x="53" y="45"/>
                    </a:lnTo>
                    <a:lnTo>
                      <a:pt x="53" y="45"/>
                    </a:lnTo>
                    <a:lnTo>
                      <a:pt x="58" y="40"/>
                    </a:lnTo>
                    <a:lnTo>
                      <a:pt x="60" y="36"/>
                    </a:lnTo>
                    <a:lnTo>
                      <a:pt x="58" y="31"/>
                    </a:lnTo>
                    <a:lnTo>
                      <a:pt x="53" y="27"/>
                    </a:lnTo>
                    <a:lnTo>
                      <a:pt x="53" y="27"/>
                    </a:lnTo>
                    <a:close/>
                    <a:moveTo>
                      <a:pt x="307" y="11"/>
                    </a:moveTo>
                    <a:lnTo>
                      <a:pt x="102" y="11"/>
                    </a:lnTo>
                    <a:lnTo>
                      <a:pt x="102" y="11"/>
                    </a:lnTo>
                    <a:lnTo>
                      <a:pt x="95" y="11"/>
                    </a:lnTo>
                    <a:lnTo>
                      <a:pt x="91" y="14"/>
                    </a:lnTo>
                    <a:lnTo>
                      <a:pt x="85" y="20"/>
                    </a:lnTo>
                    <a:lnTo>
                      <a:pt x="85" y="27"/>
                    </a:lnTo>
                    <a:lnTo>
                      <a:pt x="85" y="43"/>
                    </a:lnTo>
                    <a:lnTo>
                      <a:pt x="85" y="43"/>
                    </a:lnTo>
                    <a:lnTo>
                      <a:pt x="85" y="51"/>
                    </a:lnTo>
                    <a:lnTo>
                      <a:pt x="91" y="56"/>
                    </a:lnTo>
                    <a:lnTo>
                      <a:pt x="95" y="60"/>
                    </a:lnTo>
                    <a:lnTo>
                      <a:pt x="102" y="62"/>
                    </a:lnTo>
                    <a:lnTo>
                      <a:pt x="307" y="62"/>
                    </a:lnTo>
                    <a:lnTo>
                      <a:pt x="307" y="62"/>
                    </a:lnTo>
                    <a:lnTo>
                      <a:pt x="314" y="60"/>
                    </a:lnTo>
                    <a:lnTo>
                      <a:pt x="319" y="56"/>
                    </a:lnTo>
                    <a:lnTo>
                      <a:pt x="323" y="51"/>
                    </a:lnTo>
                    <a:lnTo>
                      <a:pt x="323" y="43"/>
                    </a:lnTo>
                    <a:lnTo>
                      <a:pt x="323" y="27"/>
                    </a:lnTo>
                    <a:lnTo>
                      <a:pt x="323" y="27"/>
                    </a:lnTo>
                    <a:lnTo>
                      <a:pt x="323" y="20"/>
                    </a:lnTo>
                    <a:lnTo>
                      <a:pt x="319" y="14"/>
                    </a:lnTo>
                    <a:lnTo>
                      <a:pt x="314" y="11"/>
                    </a:lnTo>
                    <a:lnTo>
                      <a:pt x="307" y="11"/>
                    </a:lnTo>
                    <a:lnTo>
                      <a:pt x="307" y="11"/>
                    </a:lnTo>
                    <a:close/>
                    <a:moveTo>
                      <a:pt x="15" y="172"/>
                    </a:moveTo>
                    <a:lnTo>
                      <a:pt x="53" y="147"/>
                    </a:lnTo>
                    <a:lnTo>
                      <a:pt x="53" y="147"/>
                    </a:lnTo>
                    <a:lnTo>
                      <a:pt x="58" y="143"/>
                    </a:lnTo>
                    <a:lnTo>
                      <a:pt x="60" y="138"/>
                    </a:lnTo>
                    <a:lnTo>
                      <a:pt x="58" y="134"/>
                    </a:lnTo>
                    <a:lnTo>
                      <a:pt x="53" y="130"/>
                    </a:lnTo>
                    <a:lnTo>
                      <a:pt x="15" y="112"/>
                    </a:lnTo>
                    <a:lnTo>
                      <a:pt x="15" y="112"/>
                    </a:lnTo>
                    <a:lnTo>
                      <a:pt x="9" y="111"/>
                    </a:lnTo>
                    <a:lnTo>
                      <a:pt x="4" y="111"/>
                    </a:lnTo>
                    <a:lnTo>
                      <a:pt x="0" y="114"/>
                    </a:lnTo>
                    <a:lnTo>
                      <a:pt x="0" y="121"/>
                    </a:lnTo>
                    <a:lnTo>
                      <a:pt x="0" y="163"/>
                    </a:lnTo>
                    <a:lnTo>
                      <a:pt x="0" y="163"/>
                    </a:lnTo>
                    <a:lnTo>
                      <a:pt x="0" y="170"/>
                    </a:lnTo>
                    <a:lnTo>
                      <a:pt x="4" y="172"/>
                    </a:lnTo>
                    <a:lnTo>
                      <a:pt x="9" y="174"/>
                    </a:lnTo>
                    <a:lnTo>
                      <a:pt x="15" y="172"/>
                    </a:lnTo>
                    <a:lnTo>
                      <a:pt x="15" y="172"/>
                    </a:lnTo>
                    <a:close/>
                    <a:moveTo>
                      <a:pt x="307" y="112"/>
                    </a:moveTo>
                    <a:lnTo>
                      <a:pt x="102" y="112"/>
                    </a:lnTo>
                    <a:lnTo>
                      <a:pt x="102" y="112"/>
                    </a:lnTo>
                    <a:lnTo>
                      <a:pt x="95" y="114"/>
                    </a:lnTo>
                    <a:lnTo>
                      <a:pt x="91" y="118"/>
                    </a:lnTo>
                    <a:lnTo>
                      <a:pt x="85" y="123"/>
                    </a:lnTo>
                    <a:lnTo>
                      <a:pt x="85" y="129"/>
                    </a:lnTo>
                    <a:lnTo>
                      <a:pt x="85" y="147"/>
                    </a:lnTo>
                    <a:lnTo>
                      <a:pt x="85" y="147"/>
                    </a:lnTo>
                    <a:lnTo>
                      <a:pt x="85" y="154"/>
                    </a:lnTo>
                    <a:lnTo>
                      <a:pt x="91" y="159"/>
                    </a:lnTo>
                    <a:lnTo>
                      <a:pt x="95" y="163"/>
                    </a:lnTo>
                    <a:lnTo>
                      <a:pt x="102" y="163"/>
                    </a:lnTo>
                    <a:lnTo>
                      <a:pt x="307" y="163"/>
                    </a:lnTo>
                    <a:lnTo>
                      <a:pt x="307" y="163"/>
                    </a:lnTo>
                    <a:lnTo>
                      <a:pt x="314" y="163"/>
                    </a:lnTo>
                    <a:lnTo>
                      <a:pt x="319" y="159"/>
                    </a:lnTo>
                    <a:lnTo>
                      <a:pt x="323" y="154"/>
                    </a:lnTo>
                    <a:lnTo>
                      <a:pt x="323" y="147"/>
                    </a:lnTo>
                    <a:lnTo>
                      <a:pt x="323" y="129"/>
                    </a:lnTo>
                    <a:lnTo>
                      <a:pt x="323" y="129"/>
                    </a:lnTo>
                    <a:lnTo>
                      <a:pt x="323" y="123"/>
                    </a:lnTo>
                    <a:lnTo>
                      <a:pt x="319" y="118"/>
                    </a:lnTo>
                    <a:lnTo>
                      <a:pt x="314" y="114"/>
                    </a:lnTo>
                    <a:lnTo>
                      <a:pt x="307" y="112"/>
                    </a:lnTo>
                    <a:lnTo>
                      <a:pt x="307" y="112"/>
                    </a:lnTo>
                    <a:close/>
                    <a:moveTo>
                      <a:pt x="53" y="232"/>
                    </a:moveTo>
                    <a:lnTo>
                      <a:pt x="15" y="207"/>
                    </a:lnTo>
                    <a:lnTo>
                      <a:pt x="15" y="207"/>
                    </a:lnTo>
                    <a:lnTo>
                      <a:pt x="9" y="205"/>
                    </a:lnTo>
                    <a:lnTo>
                      <a:pt x="4" y="205"/>
                    </a:lnTo>
                    <a:lnTo>
                      <a:pt x="0" y="208"/>
                    </a:lnTo>
                    <a:lnTo>
                      <a:pt x="0" y="214"/>
                    </a:lnTo>
                    <a:lnTo>
                      <a:pt x="0" y="266"/>
                    </a:lnTo>
                    <a:lnTo>
                      <a:pt x="0" y="266"/>
                    </a:lnTo>
                    <a:lnTo>
                      <a:pt x="0" y="272"/>
                    </a:lnTo>
                    <a:lnTo>
                      <a:pt x="4" y="275"/>
                    </a:lnTo>
                    <a:lnTo>
                      <a:pt x="9" y="275"/>
                    </a:lnTo>
                    <a:lnTo>
                      <a:pt x="15" y="274"/>
                    </a:lnTo>
                    <a:lnTo>
                      <a:pt x="53" y="250"/>
                    </a:lnTo>
                    <a:lnTo>
                      <a:pt x="53" y="250"/>
                    </a:lnTo>
                    <a:lnTo>
                      <a:pt x="58" y="245"/>
                    </a:lnTo>
                    <a:lnTo>
                      <a:pt x="60" y="241"/>
                    </a:lnTo>
                    <a:lnTo>
                      <a:pt x="58" y="236"/>
                    </a:lnTo>
                    <a:lnTo>
                      <a:pt x="53" y="232"/>
                    </a:lnTo>
                    <a:lnTo>
                      <a:pt x="53" y="232"/>
                    </a:lnTo>
                    <a:close/>
                    <a:moveTo>
                      <a:pt x="307" y="214"/>
                    </a:moveTo>
                    <a:lnTo>
                      <a:pt x="102" y="214"/>
                    </a:lnTo>
                    <a:lnTo>
                      <a:pt x="102" y="214"/>
                    </a:lnTo>
                    <a:lnTo>
                      <a:pt x="95" y="216"/>
                    </a:lnTo>
                    <a:lnTo>
                      <a:pt x="91" y="219"/>
                    </a:lnTo>
                    <a:lnTo>
                      <a:pt x="85" y="225"/>
                    </a:lnTo>
                    <a:lnTo>
                      <a:pt x="85" y="232"/>
                    </a:lnTo>
                    <a:lnTo>
                      <a:pt x="85" y="248"/>
                    </a:lnTo>
                    <a:lnTo>
                      <a:pt x="85" y="248"/>
                    </a:lnTo>
                    <a:lnTo>
                      <a:pt x="85" y="256"/>
                    </a:lnTo>
                    <a:lnTo>
                      <a:pt x="91" y="261"/>
                    </a:lnTo>
                    <a:lnTo>
                      <a:pt x="95" y="265"/>
                    </a:lnTo>
                    <a:lnTo>
                      <a:pt x="102" y="266"/>
                    </a:lnTo>
                    <a:lnTo>
                      <a:pt x="307" y="266"/>
                    </a:lnTo>
                    <a:lnTo>
                      <a:pt x="307" y="266"/>
                    </a:lnTo>
                    <a:lnTo>
                      <a:pt x="314" y="265"/>
                    </a:lnTo>
                    <a:lnTo>
                      <a:pt x="319" y="261"/>
                    </a:lnTo>
                    <a:lnTo>
                      <a:pt x="323" y="256"/>
                    </a:lnTo>
                    <a:lnTo>
                      <a:pt x="323" y="248"/>
                    </a:lnTo>
                    <a:lnTo>
                      <a:pt x="323" y="232"/>
                    </a:lnTo>
                    <a:lnTo>
                      <a:pt x="323" y="232"/>
                    </a:lnTo>
                    <a:lnTo>
                      <a:pt x="323" y="225"/>
                    </a:lnTo>
                    <a:lnTo>
                      <a:pt x="319" y="219"/>
                    </a:lnTo>
                    <a:lnTo>
                      <a:pt x="314" y="216"/>
                    </a:lnTo>
                    <a:lnTo>
                      <a:pt x="307" y="214"/>
                    </a:lnTo>
                    <a:lnTo>
                      <a:pt x="307" y="214"/>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000000"/>
                  </a:solidFill>
                  <a:cs typeface="Simplified Arabic" panose="02020603050405020304" pitchFamily="18" charset="-78"/>
                </a:endParaRPr>
              </a:p>
            </p:txBody>
          </p:sp>
        </p:grpSp>
      </p:grpSp>
      <p:grpSp>
        <p:nvGrpSpPr>
          <p:cNvPr id="16" name="Group 72"/>
          <p:cNvGrpSpPr/>
          <p:nvPr/>
        </p:nvGrpSpPr>
        <p:grpSpPr>
          <a:xfrm>
            <a:off x="6624941" y="2126507"/>
            <a:ext cx="5298871" cy="3493725"/>
            <a:chOff x="4494398" y="1651440"/>
            <a:chExt cx="3974153" cy="2620294"/>
          </a:xfrm>
        </p:grpSpPr>
        <p:sp>
          <p:nvSpPr>
            <p:cNvPr id="17" name="Oval 16"/>
            <p:cNvSpPr/>
            <p:nvPr/>
          </p:nvSpPr>
          <p:spPr>
            <a:xfrm>
              <a:off x="4599770" y="4063528"/>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39" name="Straight Connector 38"/>
            <p:cNvCxnSpPr/>
            <p:nvPr/>
          </p:nvCxnSpPr>
          <p:spPr>
            <a:xfrm rot="16200000" flipH="1">
              <a:off x="3825757" y="3177097"/>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8" name="Group 67"/>
            <p:cNvGrpSpPr/>
            <p:nvPr/>
          </p:nvGrpSpPr>
          <p:grpSpPr>
            <a:xfrm>
              <a:off x="4697791" y="2304859"/>
              <a:ext cx="3770760" cy="809997"/>
              <a:chOff x="4697791" y="2304859"/>
              <a:chExt cx="3770760" cy="809997"/>
            </a:xfrm>
          </p:grpSpPr>
          <p:sp>
            <p:nvSpPr>
              <p:cNvPr id="50" name="Rectangle 49"/>
              <p:cNvSpPr/>
              <p:nvPr/>
            </p:nvSpPr>
            <p:spPr>
              <a:xfrm>
                <a:off x="4697791" y="2304859"/>
                <a:ext cx="3770760" cy="392415"/>
              </a:xfrm>
              <a:prstGeom prst="rect">
                <a:avLst/>
              </a:prstGeom>
            </p:spPr>
            <p:txBody>
              <a:bodyPr wrap="square">
                <a:spAutoFit/>
              </a:bodyPr>
              <a:lstStyle/>
              <a:p>
                <a:pPr algn="ct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51" name="Rectangle 50"/>
              <p:cNvSpPr/>
              <p:nvPr/>
            </p:nvSpPr>
            <p:spPr>
              <a:xfrm>
                <a:off x="5162774" y="2676275"/>
                <a:ext cx="1596832" cy="438581"/>
              </a:xfrm>
              <a:prstGeom prst="rect">
                <a:avLst/>
              </a:prstGeom>
            </p:spPr>
            <p:txBody>
              <a:bodyPr wrap="none">
                <a:spAutoFit/>
              </a:bodyPr>
              <a:lstStyle/>
              <a:p>
                <a:pPr algn="r" rtl="1"/>
                <a:r>
                  <a:rPr lang="ar-JO" sz="3200" b="1" u="sng" dirty="0" smtClean="0">
                    <a:solidFill>
                      <a:srgbClr val="C00000"/>
                    </a:solidFill>
                    <a:cs typeface="Simplified Arabic" panose="02020603050405020304" pitchFamily="18" charset="-78"/>
                  </a:rPr>
                  <a:t>استطلاع </a:t>
                </a:r>
                <a:r>
                  <a:rPr lang="ar-JO" sz="3200" b="1" u="sng" dirty="0">
                    <a:solidFill>
                      <a:srgbClr val="C00000"/>
                    </a:solidFill>
                    <a:cs typeface="Simplified Arabic" panose="02020603050405020304" pitchFamily="18" charset="-78"/>
                  </a:rPr>
                  <a:t>الرأي</a:t>
                </a:r>
                <a:endParaRPr lang="en-US" sz="3200" b="1" u="sng" dirty="0">
                  <a:solidFill>
                    <a:srgbClr val="C00000"/>
                  </a:solidFill>
                  <a:latin typeface="Open Sans" pitchFamily="34" charset="0"/>
                  <a:ea typeface="Open Sans" pitchFamily="34" charset="0"/>
                  <a:cs typeface="Open Sans" pitchFamily="34" charset="0"/>
                </a:endParaRPr>
              </a:p>
            </p:txBody>
          </p:sp>
        </p:grpSp>
        <p:grpSp>
          <p:nvGrpSpPr>
            <p:cNvPr id="20" name="Group 63"/>
            <p:cNvGrpSpPr/>
            <p:nvPr/>
          </p:nvGrpSpPr>
          <p:grpSpPr>
            <a:xfrm>
              <a:off x="4494398" y="1651440"/>
              <a:ext cx="418280" cy="418280"/>
              <a:chOff x="4494398" y="1651440"/>
              <a:chExt cx="418280" cy="418280"/>
            </a:xfrm>
          </p:grpSpPr>
          <p:sp>
            <p:nvSpPr>
              <p:cNvPr id="38" name="Teardrop 37"/>
              <p:cNvSpPr/>
              <p:nvPr/>
            </p:nvSpPr>
            <p:spPr>
              <a:xfrm rot="8100000">
                <a:off x="4494398" y="1651440"/>
                <a:ext cx="418280" cy="418280"/>
              </a:xfrm>
              <a:prstGeom prst="teardrop">
                <a:avLst>
                  <a:gd name="adj" fmla="val 131619"/>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5" name="Freeform 100"/>
              <p:cNvSpPr>
                <a:spLocks/>
              </p:cNvSpPr>
              <p:nvPr/>
            </p:nvSpPr>
            <p:spPr bwMode="auto">
              <a:xfrm>
                <a:off x="4566601" y="1824937"/>
                <a:ext cx="176324" cy="198674"/>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000000"/>
                  </a:solidFill>
                  <a:cs typeface="Simplified Arabic" panose="02020603050405020304" pitchFamily="18" charset="-78"/>
                </a:endParaRPr>
              </a:p>
            </p:txBody>
          </p:sp>
        </p:grpSp>
      </p:grpSp>
      <p:sp>
        <p:nvSpPr>
          <p:cNvPr id="28" name="Title 1"/>
          <p:cNvSpPr txBox="1">
            <a:spLocks/>
          </p:cNvSpPr>
          <p:nvPr/>
        </p:nvSpPr>
        <p:spPr>
          <a:xfrm>
            <a:off x="341032" y="430433"/>
            <a:ext cx="11850967" cy="745627"/>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rtl="1"/>
            <a:r>
              <a:rPr lang="ar-SA" sz="3200" b="1" u="sng" dirty="0">
                <a:solidFill>
                  <a:srgbClr val="000000"/>
                </a:solidFill>
              </a:rPr>
              <a:t>6-	منسق حوارات قوقل</a:t>
            </a:r>
            <a:r>
              <a:rPr lang="en-US" sz="3200" b="1" u="sng" dirty="0">
                <a:solidFill>
                  <a:srgbClr val="000000"/>
                </a:solidFill>
              </a:rPr>
              <a:t>Moderator Google، </a:t>
            </a:r>
            <a:r>
              <a:rPr lang="ar-SA" sz="3200" b="1" u="sng" dirty="0">
                <a:solidFill>
                  <a:srgbClr val="000000"/>
                </a:solidFill>
              </a:rPr>
              <a:t>وتبرز أهميته في الآتي:</a:t>
            </a:r>
            <a:endParaRPr lang="en-US" sz="3200" u="sng" dirty="0">
              <a:solidFill>
                <a:srgbClr val="000000"/>
              </a:solidFill>
            </a:endParaRPr>
          </a:p>
        </p:txBody>
      </p:sp>
      <p:sp>
        <p:nvSpPr>
          <p:cNvPr id="2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663878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lide(fromLeft)">
                                      <p:cBhvr>
                                        <p:cTn id="7" dur="500"/>
                                        <p:tgtEl>
                                          <p:spTgt spid="7"/>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slide(fromLeft)">
                                      <p:cBhvr>
                                        <p:cTn id="10" dur="500"/>
                                        <p:tgtEl>
                                          <p:spTgt spid="46"/>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Left)">
                                      <p:cBhvr>
                                        <p:cTn id="14" dur="500"/>
                                        <p:tgtEl>
                                          <p:spTgt spid="8"/>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slide(fromBottom)">
                                      <p:cBhvr>
                                        <p:cTn id="18" dur="500"/>
                                        <p:tgtEl>
                                          <p:spTgt spid="11"/>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slide(fromBottom)">
                                      <p:cBhvr>
                                        <p:cTn id="22" dur="500"/>
                                        <p:tgtEl>
                                          <p:spTgt spid="1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dissolve">
                                      <p:cBhvr>
                                        <p:cTn id="25" dur="17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28" grpId="0"/>
    </p:bld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253274"/>
            <a:ext cx="12192001" cy="4351453"/>
          </a:xfrm>
          <a:prstGeom prst="rect">
            <a:avLst/>
          </a:prstGeom>
          <a:solidFill>
            <a:schemeClr val="tx2">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0" name="Group 9"/>
          <p:cNvGrpSpPr/>
          <p:nvPr/>
        </p:nvGrpSpPr>
        <p:grpSpPr>
          <a:xfrm>
            <a:off x="1429433" y="1726424"/>
            <a:ext cx="9157770" cy="3612470"/>
            <a:chOff x="1429432" y="935943"/>
            <a:chExt cx="9157770" cy="3612470"/>
          </a:xfrm>
        </p:grpSpPr>
        <p:sp>
          <p:nvSpPr>
            <p:cNvPr id="5" name="TextBox 4"/>
            <p:cNvSpPr txBox="1"/>
            <p:nvPr/>
          </p:nvSpPr>
          <p:spPr>
            <a:xfrm>
              <a:off x="2559465" y="935943"/>
              <a:ext cx="7234673" cy="1569660"/>
            </a:xfrm>
            <a:prstGeom prst="rect">
              <a:avLst/>
            </a:prstGeom>
            <a:noFill/>
          </p:spPr>
          <p:txBody>
            <a:bodyPr wrap="none" rtlCol="0">
              <a:spAutoFit/>
            </a:bodyPr>
            <a:lstStyle/>
            <a:p>
              <a:pPr rtl="1"/>
              <a:r>
                <a:rPr lang="ar-SA" sz="4800" b="1" dirty="0">
                  <a:solidFill>
                    <a:prstClr val="white"/>
                  </a:solidFill>
                  <a:cs typeface="Simplified Arabic" panose="02020603050405020304" pitchFamily="18" charset="-78"/>
                </a:rPr>
                <a:t> </a:t>
              </a:r>
            </a:p>
            <a:p>
              <a:pPr rtl="1"/>
              <a:r>
                <a:rPr lang="ar-SA" sz="4800" b="1" u="sng" dirty="0">
                  <a:solidFill>
                    <a:srgbClr val="FFFF00"/>
                  </a:solidFill>
                  <a:cs typeface="Simplified Arabic" panose="02020603050405020304" pitchFamily="18" charset="-78"/>
                </a:rPr>
                <a:t>3-	نظارات قوقل </a:t>
              </a:r>
              <a:r>
                <a:rPr lang="en-US" sz="4800" b="1" u="sng" dirty="0">
                  <a:solidFill>
                    <a:srgbClr val="FFFF00"/>
                  </a:solidFill>
                  <a:cs typeface="Simplified Arabic" panose="02020603050405020304" pitchFamily="18" charset="-78"/>
                </a:rPr>
                <a:t>Glass Google </a:t>
              </a:r>
              <a:endParaRPr lang="ar-SA" sz="4800" b="1" u="sng" dirty="0">
                <a:solidFill>
                  <a:srgbClr val="FFFF00"/>
                </a:solidFill>
                <a:cs typeface="Simplified Arabic" panose="02020603050405020304" pitchFamily="18" charset="-78"/>
              </a:endParaRPr>
            </a:p>
          </p:txBody>
        </p:sp>
        <p:sp>
          <p:nvSpPr>
            <p:cNvPr id="9" name="TextBox 8"/>
            <p:cNvSpPr txBox="1"/>
            <p:nvPr/>
          </p:nvSpPr>
          <p:spPr>
            <a:xfrm>
              <a:off x="1429432" y="2978753"/>
              <a:ext cx="9157770" cy="1569660"/>
            </a:xfrm>
            <a:prstGeom prst="rect">
              <a:avLst/>
            </a:prstGeom>
            <a:noFill/>
          </p:spPr>
          <p:txBody>
            <a:bodyPr wrap="square" rtlCol="0">
              <a:spAutoFit/>
            </a:bodyPr>
            <a:lstStyle/>
            <a:p>
              <a:pPr algn="ctr" rtl="1"/>
              <a:r>
                <a:rPr lang="ar-SA" sz="3200" b="1" dirty="0">
                  <a:solidFill>
                    <a:prstClr val="white"/>
                  </a:solidFill>
                  <a:cs typeface="Simplified Arabic" panose="02020603050405020304" pitchFamily="18" charset="-78"/>
                </a:rPr>
                <a:t>هي عبارة عن نظارات تشبه أي نظارة عادية لكنها لا تمتلك عدسات، بل تحتوي بداخلها على معالج وذاكرة واتصال لاسلكي، وغير ذلك من الأجزاء التي تجعل منها أشبه ما يكون بجهاز كمبيوتر متنقل.</a:t>
              </a:r>
              <a:endParaRPr lang="en-US" sz="3200" dirty="0">
                <a:solidFill>
                  <a:prstClr val="white"/>
                </a:solidFill>
                <a:cs typeface="Simplified Arabic" panose="02020603050405020304" pitchFamily="18" charset="-78"/>
              </a:endParaRPr>
            </a:p>
          </p:txBody>
        </p:sp>
      </p:grpSp>
      <p:sp>
        <p:nvSpPr>
          <p:cNvPr id="11" name="Oval 10"/>
          <p:cNvSpPr>
            <a:spLocks noChangeAspect="1"/>
          </p:cNvSpPr>
          <p:nvPr/>
        </p:nvSpPr>
        <p:spPr>
          <a:xfrm>
            <a:off x="5502863" y="3625234"/>
            <a:ext cx="144000" cy="144000"/>
          </a:xfrm>
          <a:prstGeom prst="ellipse">
            <a:avLst/>
          </a:prstGeom>
          <a:solidFill>
            <a:srgbClr val="0070C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2" name="Oval 11"/>
          <p:cNvSpPr>
            <a:spLocks noChangeAspect="1"/>
          </p:cNvSpPr>
          <p:nvPr/>
        </p:nvSpPr>
        <p:spPr>
          <a:xfrm>
            <a:off x="5671348" y="3625234"/>
            <a:ext cx="144000" cy="144000"/>
          </a:xfrm>
          <a:prstGeom prst="ellipse">
            <a:avLst/>
          </a:prstGeom>
          <a:solidFill>
            <a:srgbClr val="FFC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3" name="Oval 12"/>
          <p:cNvSpPr>
            <a:spLocks noChangeAspect="1"/>
          </p:cNvSpPr>
          <p:nvPr/>
        </p:nvSpPr>
        <p:spPr>
          <a:xfrm>
            <a:off x="5830308" y="3625234"/>
            <a:ext cx="144000" cy="144000"/>
          </a:xfrm>
          <a:prstGeom prst="ellipse">
            <a:avLst/>
          </a:prstGeom>
          <a:solidFill>
            <a:srgbClr val="ED7D31">
              <a:lumMod val="75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4" name="Oval 13"/>
          <p:cNvSpPr>
            <a:spLocks noChangeAspect="1"/>
          </p:cNvSpPr>
          <p:nvPr/>
        </p:nvSpPr>
        <p:spPr>
          <a:xfrm>
            <a:off x="6008318" y="3625234"/>
            <a:ext cx="144000" cy="144000"/>
          </a:xfrm>
          <a:prstGeom prst="ellipse">
            <a:avLst/>
          </a:prstGeom>
          <a:solidFill>
            <a:srgbClr val="C0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5" name="Oval 14"/>
          <p:cNvSpPr>
            <a:spLocks noChangeAspect="1"/>
          </p:cNvSpPr>
          <p:nvPr/>
        </p:nvSpPr>
        <p:spPr>
          <a:xfrm>
            <a:off x="6176803" y="3625234"/>
            <a:ext cx="144000" cy="144000"/>
          </a:xfrm>
          <a:prstGeom prst="ellipse">
            <a:avLst/>
          </a:prstGeom>
          <a:solidFill>
            <a:srgbClr val="FF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6" name="Oval 15"/>
          <p:cNvSpPr>
            <a:spLocks noChangeAspect="1"/>
          </p:cNvSpPr>
          <p:nvPr/>
        </p:nvSpPr>
        <p:spPr>
          <a:xfrm>
            <a:off x="6345288" y="3625234"/>
            <a:ext cx="144000" cy="144000"/>
          </a:xfrm>
          <a:prstGeom prst="ellipse">
            <a:avLst/>
          </a:prstGeom>
          <a:solidFill>
            <a:srgbClr val="70AD47">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7" name="Oval 16"/>
          <p:cNvSpPr>
            <a:spLocks noChangeAspect="1"/>
          </p:cNvSpPr>
          <p:nvPr/>
        </p:nvSpPr>
        <p:spPr>
          <a:xfrm>
            <a:off x="6513773" y="3625234"/>
            <a:ext cx="144000" cy="144000"/>
          </a:xfrm>
          <a:prstGeom prst="ellipse">
            <a:avLst/>
          </a:prstGeom>
          <a:solidFill>
            <a:srgbClr val="7030A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793670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outVertical)">
                                      <p:cBhvr>
                                        <p:cTn id="11" dur="500"/>
                                        <p:tgtEl>
                                          <p:spTgt spid="10"/>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250"/>
                                        <p:tgtEl>
                                          <p:spTgt spid="11"/>
                                        </p:tgtEl>
                                      </p:cBhvr>
                                    </p:animEffect>
                                    <p:anim calcmode="lin" valueType="num">
                                      <p:cBhvr>
                                        <p:cTn id="16" dur="250" fill="hold"/>
                                        <p:tgtEl>
                                          <p:spTgt spid="11"/>
                                        </p:tgtEl>
                                        <p:attrNameLst>
                                          <p:attrName>ppt_x</p:attrName>
                                        </p:attrNameLst>
                                      </p:cBhvr>
                                      <p:tavLst>
                                        <p:tav tm="0">
                                          <p:val>
                                            <p:strVal val="#ppt_x"/>
                                          </p:val>
                                        </p:tav>
                                        <p:tav tm="100000">
                                          <p:val>
                                            <p:strVal val="#ppt_x"/>
                                          </p:val>
                                        </p:tav>
                                      </p:tavLst>
                                    </p:anim>
                                    <p:anim calcmode="lin" valueType="num">
                                      <p:cBhvr>
                                        <p:cTn id="17" dur="250" fill="hold"/>
                                        <p:tgtEl>
                                          <p:spTgt spid="11"/>
                                        </p:tgtEl>
                                        <p:attrNameLst>
                                          <p:attrName>ppt_y</p:attrName>
                                        </p:attrNameLst>
                                      </p:cBhvr>
                                      <p:tavLst>
                                        <p:tav tm="0">
                                          <p:val>
                                            <p:strVal val="#ppt_y+.1"/>
                                          </p:val>
                                        </p:tav>
                                        <p:tav tm="100000">
                                          <p:val>
                                            <p:strVal val="#ppt_y"/>
                                          </p:val>
                                        </p:tav>
                                      </p:tavLst>
                                    </p:anim>
                                  </p:childTnLst>
                                </p:cTn>
                              </p:par>
                            </p:childTnLst>
                          </p:cTn>
                        </p:par>
                        <p:par>
                          <p:cTn id="18" fill="hold">
                            <p:stCondLst>
                              <p:cond delay="1250"/>
                            </p:stCondLst>
                            <p:childTnLst>
                              <p:par>
                                <p:cTn id="19" presetID="42" presetClass="entr" presetSubtype="0"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250"/>
                                        <p:tgtEl>
                                          <p:spTgt spid="12"/>
                                        </p:tgtEl>
                                      </p:cBhvr>
                                    </p:animEffect>
                                    <p:anim calcmode="lin" valueType="num">
                                      <p:cBhvr>
                                        <p:cTn id="22" dur="250" fill="hold"/>
                                        <p:tgtEl>
                                          <p:spTgt spid="12"/>
                                        </p:tgtEl>
                                        <p:attrNameLst>
                                          <p:attrName>ppt_x</p:attrName>
                                        </p:attrNameLst>
                                      </p:cBhvr>
                                      <p:tavLst>
                                        <p:tav tm="0">
                                          <p:val>
                                            <p:strVal val="#ppt_x"/>
                                          </p:val>
                                        </p:tav>
                                        <p:tav tm="100000">
                                          <p:val>
                                            <p:strVal val="#ppt_x"/>
                                          </p:val>
                                        </p:tav>
                                      </p:tavLst>
                                    </p:anim>
                                    <p:anim calcmode="lin" valueType="num">
                                      <p:cBhvr>
                                        <p:cTn id="23" dur="250" fill="hold"/>
                                        <p:tgtEl>
                                          <p:spTgt spid="12"/>
                                        </p:tgtEl>
                                        <p:attrNameLst>
                                          <p:attrName>ppt_y</p:attrName>
                                        </p:attrNameLst>
                                      </p:cBhvr>
                                      <p:tavLst>
                                        <p:tav tm="0">
                                          <p:val>
                                            <p:strVal val="#ppt_y+.1"/>
                                          </p:val>
                                        </p:tav>
                                        <p:tav tm="100000">
                                          <p:val>
                                            <p:strVal val="#ppt_y"/>
                                          </p:val>
                                        </p:tav>
                                      </p:tavLst>
                                    </p:anim>
                                  </p:childTnLst>
                                </p:cTn>
                              </p:par>
                            </p:childTnLst>
                          </p:cTn>
                        </p:par>
                        <p:par>
                          <p:cTn id="24" fill="hold">
                            <p:stCondLst>
                              <p:cond delay="1500"/>
                            </p:stCondLst>
                            <p:childTnLst>
                              <p:par>
                                <p:cTn id="25" presetID="42" presetClass="entr" presetSubtype="0"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250"/>
                                        <p:tgtEl>
                                          <p:spTgt spid="13"/>
                                        </p:tgtEl>
                                      </p:cBhvr>
                                    </p:animEffect>
                                    <p:anim calcmode="lin" valueType="num">
                                      <p:cBhvr>
                                        <p:cTn id="28" dur="250" fill="hold"/>
                                        <p:tgtEl>
                                          <p:spTgt spid="13"/>
                                        </p:tgtEl>
                                        <p:attrNameLst>
                                          <p:attrName>ppt_x</p:attrName>
                                        </p:attrNameLst>
                                      </p:cBhvr>
                                      <p:tavLst>
                                        <p:tav tm="0">
                                          <p:val>
                                            <p:strVal val="#ppt_x"/>
                                          </p:val>
                                        </p:tav>
                                        <p:tav tm="100000">
                                          <p:val>
                                            <p:strVal val="#ppt_x"/>
                                          </p:val>
                                        </p:tav>
                                      </p:tavLst>
                                    </p:anim>
                                    <p:anim calcmode="lin" valueType="num">
                                      <p:cBhvr>
                                        <p:cTn id="29" dur="250" fill="hold"/>
                                        <p:tgtEl>
                                          <p:spTgt spid="13"/>
                                        </p:tgtEl>
                                        <p:attrNameLst>
                                          <p:attrName>ppt_y</p:attrName>
                                        </p:attrNameLst>
                                      </p:cBhvr>
                                      <p:tavLst>
                                        <p:tav tm="0">
                                          <p:val>
                                            <p:strVal val="#ppt_y+.1"/>
                                          </p:val>
                                        </p:tav>
                                        <p:tav tm="100000">
                                          <p:val>
                                            <p:strVal val="#ppt_y"/>
                                          </p:val>
                                        </p:tav>
                                      </p:tavLst>
                                    </p:anim>
                                  </p:childTnLst>
                                </p:cTn>
                              </p:par>
                            </p:childTnLst>
                          </p:cTn>
                        </p:par>
                        <p:par>
                          <p:cTn id="30" fill="hold">
                            <p:stCondLst>
                              <p:cond delay="1750"/>
                            </p:stCondLst>
                            <p:childTnLst>
                              <p:par>
                                <p:cTn id="31" presetID="42" presetClass="entr" presetSubtype="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250"/>
                                        <p:tgtEl>
                                          <p:spTgt spid="14"/>
                                        </p:tgtEl>
                                      </p:cBhvr>
                                    </p:animEffect>
                                    <p:anim calcmode="lin" valueType="num">
                                      <p:cBhvr>
                                        <p:cTn id="34" dur="250" fill="hold"/>
                                        <p:tgtEl>
                                          <p:spTgt spid="14"/>
                                        </p:tgtEl>
                                        <p:attrNameLst>
                                          <p:attrName>ppt_x</p:attrName>
                                        </p:attrNameLst>
                                      </p:cBhvr>
                                      <p:tavLst>
                                        <p:tav tm="0">
                                          <p:val>
                                            <p:strVal val="#ppt_x"/>
                                          </p:val>
                                        </p:tav>
                                        <p:tav tm="100000">
                                          <p:val>
                                            <p:strVal val="#ppt_x"/>
                                          </p:val>
                                        </p:tav>
                                      </p:tavLst>
                                    </p:anim>
                                    <p:anim calcmode="lin" valueType="num">
                                      <p:cBhvr>
                                        <p:cTn id="35" dur="250" fill="hold"/>
                                        <p:tgtEl>
                                          <p:spTgt spid="14"/>
                                        </p:tgtEl>
                                        <p:attrNameLst>
                                          <p:attrName>ppt_y</p:attrName>
                                        </p:attrNameLst>
                                      </p:cBhvr>
                                      <p:tavLst>
                                        <p:tav tm="0">
                                          <p:val>
                                            <p:strVal val="#ppt_y+.1"/>
                                          </p:val>
                                        </p:tav>
                                        <p:tav tm="100000">
                                          <p:val>
                                            <p:strVal val="#ppt_y"/>
                                          </p:val>
                                        </p:tav>
                                      </p:tavLst>
                                    </p:anim>
                                  </p:childTnLst>
                                </p:cTn>
                              </p:par>
                            </p:childTnLst>
                          </p:cTn>
                        </p:par>
                        <p:par>
                          <p:cTn id="36" fill="hold">
                            <p:stCondLst>
                              <p:cond delay="2000"/>
                            </p:stCondLst>
                            <p:childTnLst>
                              <p:par>
                                <p:cTn id="37" presetID="42" presetClass="entr" presetSubtype="0" fill="hold" grpId="0" nodeType="after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250"/>
                                        <p:tgtEl>
                                          <p:spTgt spid="15"/>
                                        </p:tgtEl>
                                      </p:cBhvr>
                                    </p:animEffect>
                                    <p:anim calcmode="lin" valueType="num">
                                      <p:cBhvr>
                                        <p:cTn id="40" dur="250" fill="hold"/>
                                        <p:tgtEl>
                                          <p:spTgt spid="15"/>
                                        </p:tgtEl>
                                        <p:attrNameLst>
                                          <p:attrName>ppt_x</p:attrName>
                                        </p:attrNameLst>
                                      </p:cBhvr>
                                      <p:tavLst>
                                        <p:tav tm="0">
                                          <p:val>
                                            <p:strVal val="#ppt_x"/>
                                          </p:val>
                                        </p:tav>
                                        <p:tav tm="100000">
                                          <p:val>
                                            <p:strVal val="#ppt_x"/>
                                          </p:val>
                                        </p:tav>
                                      </p:tavLst>
                                    </p:anim>
                                    <p:anim calcmode="lin" valueType="num">
                                      <p:cBhvr>
                                        <p:cTn id="41" dur="250" fill="hold"/>
                                        <p:tgtEl>
                                          <p:spTgt spid="15"/>
                                        </p:tgtEl>
                                        <p:attrNameLst>
                                          <p:attrName>ppt_y</p:attrName>
                                        </p:attrNameLst>
                                      </p:cBhvr>
                                      <p:tavLst>
                                        <p:tav tm="0">
                                          <p:val>
                                            <p:strVal val="#ppt_y+.1"/>
                                          </p:val>
                                        </p:tav>
                                        <p:tav tm="100000">
                                          <p:val>
                                            <p:strVal val="#ppt_y"/>
                                          </p:val>
                                        </p:tav>
                                      </p:tavLst>
                                    </p:anim>
                                  </p:childTnLst>
                                </p:cTn>
                              </p:par>
                            </p:childTnLst>
                          </p:cTn>
                        </p:par>
                        <p:par>
                          <p:cTn id="42" fill="hold">
                            <p:stCondLst>
                              <p:cond delay="2250"/>
                            </p:stCondLst>
                            <p:childTnLst>
                              <p:par>
                                <p:cTn id="43" presetID="42" presetClass="entr" presetSubtype="0" fill="hold" grpId="0" nodeType="after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250"/>
                                        <p:tgtEl>
                                          <p:spTgt spid="16"/>
                                        </p:tgtEl>
                                      </p:cBhvr>
                                    </p:animEffect>
                                    <p:anim calcmode="lin" valueType="num">
                                      <p:cBhvr>
                                        <p:cTn id="46" dur="250" fill="hold"/>
                                        <p:tgtEl>
                                          <p:spTgt spid="16"/>
                                        </p:tgtEl>
                                        <p:attrNameLst>
                                          <p:attrName>ppt_x</p:attrName>
                                        </p:attrNameLst>
                                      </p:cBhvr>
                                      <p:tavLst>
                                        <p:tav tm="0">
                                          <p:val>
                                            <p:strVal val="#ppt_x"/>
                                          </p:val>
                                        </p:tav>
                                        <p:tav tm="100000">
                                          <p:val>
                                            <p:strVal val="#ppt_x"/>
                                          </p:val>
                                        </p:tav>
                                      </p:tavLst>
                                    </p:anim>
                                    <p:anim calcmode="lin" valueType="num">
                                      <p:cBhvr>
                                        <p:cTn id="47" dur="250" fill="hold"/>
                                        <p:tgtEl>
                                          <p:spTgt spid="16"/>
                                        </p:tgtEl>
                                        <p:attrNameLst>
                                          <p:attrName>ppt_y</p:attrName>
                                        </p:attrNameLst>
                                      </p:cBhvr>
                                      <p:tavLst>
                                        <p:tav tm="0">
                                          <p:val>
                                            <p:strVal val="#ppt_y+.1"/>
                                          </p:val>
                                        </p:tav>
                                        <p:tav tm="100000">
                                          <p:val>
                                            <p:strVal val="#ppt_y"/>
                                          </p:val>
                                        </p:tav>
                                      </p:tavLst>
                                    </p:anim>
                                  </p:childTnLst>
                                </p:cTn>
                              </p:par>
                            </p:childTnLst>
                          </p:cTn>
                        </p:par>
                        <p:par>
                          <p:cTn id="48" fill="hold">
                            <p:stCondLst>
                              <p:cond delay="2500"/>
                            </p:stCondLst>
                            <p:childTnLst>
                              <p:par>
                                <p:cTn id="49" presetID="42" presetClass="entr" presetSubtype="0" fill="hold" grpId="0" nodeType="after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250"/>
                                        <p:tgtEl>
                                          <p:spTgt spid="17"/>
                                        </p:tgtEl>
                                      </p:cBhvr>
                                    </p:animEffect>
                                    <p:anim calcmode="lin" valueType="num">
                                      <p:cBhvr>
                                        <p:cTn id="52" dur="250" fill="hold"/>
                                        <p:tgtEl>
                                          <p:spTgt spid="17"/>
                                        </p:tgtEl>
                                        <p:attrNameLst>
                                          <p:attrName>ppt_x</p:attrName>
                                        </p:attrNameLst>
                                      </p:cBhvr>
                                      <p:tavLst>
                                        <p:tav tm="0">
                                          <p:val>
                                            <p:strVal val="#ppt_x"/>
                                          </p:val>
                                        </p:tav>
                                        <p:tav tm="100000">
                                          <p:val>
                                            <p:strVal val="#ppt_x"/>
                                          </p:val>
                                        </p:tav>
                                      </p:tavLst>
                                    </p:anim>
                                    <p:anim calcmode="lin" valueType="num">
                                      <p:cBhvr>
                                        <p:cTn id="53" dur="25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P spid="12" grpId="0" animBg="1"/>
      <p:bldP spid="13" grpId="0" animBg="1"/>
      <p:bldP spid="14" grpId="0" animBg="1"/>
      <p:bldP spid="15" grpId="0" animBg="1"/>
      <p:bldP spid="16" grpId="0" animBg="1"/>
      <p:bldP spid="17" grpId="0" animBg="1"/>
    </p:bld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527311" y="4411386"/>
            <a:ext cx="10964255" cy="1569660"/>
          </a:xfrm>
          <a:prstGeom prst="rect">
            <a:avLst/>
          </a:prstGeom>
          <a:noFill/>
        </p:spPr>
        <p:txBody>
          <a:bodyPr wrap="square" rtlCol="0">
            <a:spAutoFit/>
          </a:bodyPr>
          <a:lstStyle/>
          <a:p>
            <a:pPr algn="ctr" defTabSz="1375467" rtl="1" fontAlgn="auto">
              <a:spcBef>
                <a:spcPts val="0"/>
              </a:spcBef>
              <a:spcAft>
                <a:spcPts val="0"/>
              </a:spcAft>
            </a:pPr>
            <a:r>
              <a:rPr lang="ar-SA" sz="3200" b="1" dirty="0">
                <a:solidFill>
                  <a:srgbClr val="262626">
                    <a:lumMod val="65000"/>
                    <a:lumOff val="35000"/>
                  </a:srgbClr>
                </a:solidFill>
                <a:latin typeface="Roboto Condensed"/>
                <a:cs typeface="Simplified Arabic" panose="02020603050405020304" pitchFamily="18" charset="-78"/>
              </a:rPr>
              <a:t>تساعد نظارة قوقل على صنع وفعل الكثير، فهي قادرة على البحث، والترجمة، وإظهار المعلومات حول الأشياء المحيطة بها، وعرض الاتجاهات والخرائط، والتقاط الصور، ودردشة الفيديو، وإرسال الرسائل، وقراءة البريد الإلكتروني.</a:t>
            </a:r>
            <a:endParaRPr lang="en-US" sz="3200" b="1" dirty="0">
              <a:solidFill>
                <a:srgbClr val="262626">
                  <a:lumMod val="65000"/>
                  <a:lumOff val="35000"/>
                </a:srgbClr>
              </a:solidFill>
              <a:latin typeface="Roboto Condensed"/>
              <a:cs typeface="Simplified Arabic" panose="02020603050405020304" pitchFamily="18" charset="-78"/>
            </a:endParaRPr>
          </a:p>
        </p:txBody>
      </p:sp>
      <p:grpSp>
        <p:nvGrpSpPr>
          <p:cNvPr id="2" name="Group 24"/>
          <p:cNvGrpSpPr/>
          <p:nvPr/>
        </p:nvGrpSpPr>
        <p:grpSpPr>
          <a:xfrm>
            <a:off x="5522364" y="3918254"/>
            <a:ext cx="1350473" cy="203200"/>
            <a:chOff x="4168751" y="2495551"/>
            <a:chExt cx="1012854" cy="152400"/>
          </a:xfrm>
        </p:grpSpPr>
        <p:sp>
          <p:nvSpPr>
            <p:cNvPr id="16" name="Oval 15"/>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7" name="Oval 16"/>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8" name="Oval 17"/>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3" name="Oval 1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4" name="Oval 13"/>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5" name="Oval 14"/>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4" name="Oval 23"/>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9" name="Title 1"/>
          <p:cNvSpPr txBox="1">
            <a:spLocks/>
          </p:cNvSpPr>
          <p:nvPr/>
        </p:nvSpPr>
        <p:spPr>
          <a:xfrm>
            <a:off x="3016008" y="3062360"/>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a:solidFill>
                  <a:srgbClr val="262626"/>
                </a:solidFill>
                <a:latin typeface="Roboto Medium"/>
                <a:cs typeface="+mj-cs"/>
              </a:rPr>
              <a:t>ما الذي تفعله نظارة قوقل؟</a:t>
            </a:r>
            <a:endParaRPr lang="en-US" sz="4000" b="1" u="sng" dirty="0">
              <a:solidFill>
                <a:srgbClr val="262626"/>
              </a:solidFill>
              <a:latin typeface="Roboto Medium"/>
              <a:cs typeface="+mj-cs"/>
            </a:endParaRPr>
          </a:p>
        </p:txBody>
      </p:sp>
      <p:grpSp>
        <p:nvGrpSpPr>
          <p:cNvPr id="3" name="Group 24"/>
          <p:cNvGrpSpPr/>
          <p:nvPr/>
        </p:nvGrpSpPr>
        <p:grpSpPr>
          <a:xfrm>
            <a:off x="5420766" y="6045201"/>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pic>
        <p:nvPicPr>
          <p:cNvPr id="5" name="Picture Placeholder 4"/>
          <p:cNvPicPr>
            <a:picLocks noGrp="1" noChangeAspect="1"/>
          </p:cNvPicPr>
          <p:nvPr>
            <p:ph type="pic" sz="quarter" idx="10"/>
          </p:nvPr>
        </p:nvPicPr>
        <p:blipFill>
          <a:blip r:embed="rId2">
            <a:extLst>
              <a:ext uri="{28A0092B-C50C-407E-A947-70E740481C1C}">
                <a14:useLocalDpi xmlns:a14="http://schemas.microsoft.com/office/drawing/2010/main" val="0"/>
              </a:ext>
            </a:extLst>
          </a:blip>
          <a:stretch>
            <a:fillRect/>
          </a:stretch>
        </p:blipFill>
        <p:spPr>
          <a:xfrm>
            <a:off x="5266997" y="889870"/>
            <a:ext cx="1658001" cy="1658001"/>
          </a:xfrm>
        </p:spPr>
      </p:pic>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2221057"/>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childTnLst>
                                </p:cTn>
                              </p:par>
                            </p:childTnLst>
                          </p:cTn>
                        </p:par>
                        <p:par>
                          <p:cTn id="17" fill="hold">
                            <p:stCondLst>
                              <p:cond delay="2000"/>
                            </p:stCondLst>
                            <p:childTnLst>
                              <p:par>
                                <p:cTn id="18" presetID="23" presetClass="entr" presetSubtype="16"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9" grpId="0"/>
    </p:bld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253274"/>
            <a:ext cx="12192001" cy="4351453"/>
          </a:xfrm>
          <a:prstGeom prst="rect">
            <a:avLst/>
          </a:prstGeom>
          <a:solidFill>
            <a:schemeClr val="tx2">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0" name="Group 9"/>
          <p:cNvGrpSpPr/>
          <p:nvPr/>
        </p:nvGrpSpPr>
        <p:grpSpPr>
          <a:xfrm>
            <a:off x="1429433" y="2429169"/>
            <a:ext cx="9157770" cy="2909725"/>
            <a:chOff x="1429432" y="1638688"/>
            <a:chExt cx="9157770" cy="2909725"/>
          </a:xfrm>
        </p:grpSpPr>
        <p:sp>
          <p:nvSpPr>
            <p:cNvPr id="5" name="TextBox 4"/>
            <p:cNvSpPr txBox="1"/>
            <p:nvPr/>
          </p:nvSpPr>
          <p:spPr>
            <a:xfrm>
              <a:off x="1817806" y="1638688"/>
              <a:ext cx="8642622" cy="830997"/>
            </a:xfrm>
            <a:prstGeom prst="rect">
              <a:avLst/>
            </a:prstGeom>
            <a:noFill/>
          </p:spPr>
          <p:txBody>
            <a:bodyPr wrap="none" rtlCol="0">
              <a:spAutoFit/>
            </a:bodyPr>
            <a:lstStyle/>
            <a:p>
              <a:pPr rtl="1"/>
              <a:r>
                <a:rPr lang="ar-SA" sz="4800" b="1" u="sng" dirty="0" smtClean="0">
                  <a:solidFill>
                    <a:srgbClr val="FFFF00"/>
                  </a:solidFill>
                  <a:cs typeface="Simplified Arabic" panose="02020603050405020304" pitchFamily="18" charset="-78"/>
                </a:rPr>
                <a:t>4-</a:t>
              </a:r>
              <a:r>
                <a:rPr lang="ar-SA" sz="4800" b="1" u="sng" dirty="0">
                  <a:solidFill>
                    <a:srgbClr val="FFFF00"/>
                  </a:solidFill>
                  <a:cs typeface="Simplified Arabic" panose="02020603050405020304" pitchFamily="18" charset="-78"/>
                </a:rPr>
                <a:t>	مشروع لوون </a:t>
              </a:r>
              <a:r>
                <a:rPr lang="en-US" sz="4800" b="1" u="sng" dirty="0" smtClean="0">
                  <a:solidFill>
                    <a:srgbClr val="FFFF00"/>
                  </a:solidFill>
                  <a:cs typeface="Simplified Arabic" panose="02020603050405020304" pitchFamily="18" charset="-78"/>
                </a:rPr>
                <a:t> Loon Project</a:t>
              </a:r>
              <a:r>
                <a:rPr lang="ar-SA" sz="4800" b="1" u="sng" dirty="0" smtClean="0">
                  <a:solidFill>
                    <a:srgbClr val="FFFF00"/>
                  </a:solidFill>
                  <a:cs typeface="Simplified Arabic" panose="02020603050405020304" pitchFamily="18" charset="-78"/>
                </a:rPr>
                <a:t>من </a:t>
              </a:r>
              <a:r>
                <a:rPr lang="ar-SA" sz="4800" b="1" u="sng" dirty="0">
                  <a:solidFill>
                    <a:srgbClr val="FFFF00"/>
                  </a:solidFill>
                  <a:cs typeface="Simplified Arabic" panose="02020603050405020304" pitchFamily="18" charset="-78"/>
                </a:rPr>
                <a:t>قوقل</a:t>
              </a:r>
            </a:p>
          </p:txBody>
        </p:sp>
        <p:sp>
          <p:nvSpPr>
            <p:cNvPr id="9" name="TextBox 8"/>
            <p:cNvSpPr txBox="1"/>
            <p:nvPr/>
          </p:nvSpPr>
          <p:spPr>
            <a:xfrm>
              <a:off x="1429432" y="2978753"/>
              <a:ext cx="9157770" cy="1569660"/>
            </a:xfrm>
            <a:prstGeom prst="rect">
              <a:avLst/>
            </a:prstGeom>
            <a:noFill/>
          </p:spPr>
          <p:txBody>
            <a:bodyPr wrap="square" rtlCol="0">
              <a:spAutoFit/>
            </a:bodyPr>
            <a:lstStyle/>
            <a:p>
              <a:pPr algn="ctr" rtl="1"/>
              <a:r>
                <a:rPr lang="ar-SA" sz="3200" b="1" dirty="0">
                  <a:solidFill>
                    <a:prstClr val="white"/>
                  </a:solidFill>
                  <a:cs typeface="Simplified Arabic" panose="02020603050405020304" pitchFamily="18" charset="-78"/>
                </a:rPr>
                <a:t>يهدف مشروع لوون إلى توصيل شبكة الإنترنت إلى المناطق النائية والريفية التي تفتقر إلى لمثل هذه الخدمات، وتحسين الاتصالات أثناء الكوارث الطبيعية في المناطق المتضررة</a:t>
              </a:r>
              <a:endParaRPr lang="en-US" sz="3200" dirty="0">
                <a:solidFill>
                  <a:prstClr val="white"/>
                </a:solidFill>
                <a:cs typeface="Simplified Arabic" panose="02020603050405020304" pitchFamily="18" charset="-78"/>
              </a:endParaRPr>
            </a:p>
          </p:txBody>
        </p:sp>
      </p:grpSp>
      <p:sp>
        <p:nvSpPr>
          <p:cNvPr id="11" name="Oval 10"/>
          <p:cNvSpPr>
            <a:spLocks noChangeAspect="1"/>
          </p:cNvSpPr>
          <p:nvPr/>
        </p:nvSpPr>
        <p:spPr>
          <a:xfrm>
            <a:off x="5502863" y="3625234"/>
            <a:ext cx="144000" cy="144000"/>
          </a:xfrm>
          <a:prstGeom prst="ellipse">
            <a:avLst/>
          </a:prstGeom>
          <a:solidFill>
            <a:srgbClr val="0070C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2" name="Oval 11"/>
          <p:cNvSpPr>
            <a:spLocks noChangeAspect="1"/>
          </p:cNvSpPr>
          <p:nvPr/>
        </p:nvSpPr>
        <p:spPr>
          <a:xfrm>
            <a:off x="5671348" y="3625234"/>
            <a:ext cx="144000" cy="144000"/>
          </a:xfrm>
          <a:prstGeom prst="ellipse">
            <a:avLst/>
          </a:prstGeom>
          <a:solidFill>
            <a:srgbClr val="FFC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3" name="Oval 12"/>
          <p:cNvSpPr>
            <a:spLocks noChangeAspect="1"/>
          </p:cNvSpPr>
          <p:nvPr/>
        </p:nvSpPr>
        <p:spPr>
          <a:xfrm>
            <a:off x="5830308" y="3625234"/>
            <a:ext cx="144000" cy="144000"/>
          </a:xfrm>
          <a:prstGeom prst="ellipse">
            <a:avLst/>
          </a:prstGeom>
          <a:solidFill>
            <a:srgbClr val="ED7D31">
              <a:lumMod val="75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4" name="Oval 13"/>
          <p:cNvSpPr>
            <a:spLocks noChangeAspect="1"/>
          </p:cNvSpPr>
          <p:nvPr/>
        </p:nvSpPr>
        <p:spPr>
          <a:xfrm>
            <a:off x="6008318" y="3625234"/>
            <a:ext cx="144000" cy="144000"/>
          </a:xfrm>
          <a:prstGeom prst="ellipse">
            <a:avLst/>
          </a:prstGeom>
          <a:solidFill>
            <a:srgbClr val="C0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5" name="Oval 14"/>
          <p:cNvSpPr>
            <a:spLocks noChangeAspect="1"/>
          </p:cNvSpPr>
          <p:nvPr/>
        </p:nvSpPr>
        <p:spPr>
          <a:xfrm>
            <a:off x="6176803" y="3625234"/>
            <a:ext cx="144000" cy="144000"/>
          </a:xfrm>
          <a:prstGeom prst="ellipse">
            <a:avLst/>
          </a:prstGeom>
          <a:solidFill>
            <a:srgbClr val="FF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6" name="Oval 15"/>
          <p:cNvSpPr>
            <a:spLocks noChangeAspect="1"/>
          </p:cNvSpPr>
          <p:nvPr/>
        </p:nvSpPr>
        <p:spPr>
          <a:xfrm>
            <a:off x="6345288" y="3625234"/>
            <a:ext cx="144000" cy="144000"/>
          </a:xfrm>
          <a:prstGeom prst="ellipse">
            <a:avLst/>
          </a:prstGeom>
          <a:solidFill>
            <a:srgbClr val="70AD47">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7" name="Oval 16"/>
          <p:cNvSpPr>
            <a:spLocks noChangeAspect="1"/>
          </p:cNvSpPr>
          <p:nvPr/>
        </p:nvSpPr>
        <p:spPr>
          <a:xfrm>
            <a:off x="6513773" y="3625234"/>
            <a:ext cx="144000" cy="144000"/>
          </a:xfrm>
          <a:prstGeom prst="ellipse">
            <a:avLst/>
          </a:prstGeom>
          <a:solidFill>
            <a:srgbClr val="7030A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000588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outVertical)">
                                      <p:cBhvr>
                                        <p:cTn id="11" dur="500"/>
                                        <p:tgtEl>
                                          <p:spTgt spid="10"/>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250"/>
                                        <p:tgtEl>
                                          <p:spTgt spid="11"/>
                                        </p:tgtEl>
                                      </p:cBhvr>
                                    </p:animEffect>
                                    <p:anim calcmode="lin" valueType="num">
                                      <p:cBhvr>
                                        <p:cTn id="16" dur="250" fill="hold"/>
                                        <p:tgtEl>
                                          <p:spTgt spid="11"/>
                                        </p:tgtEl>
                                        <p:attrNameLst>
                                          <p:attrName>ppt_x</p:attrName>
                                        </p:attrNameLst>
                                      </p:cBhvr>
                                      <p:tavLst>
                                        <p:tav tm="0">
                                          <p:val>
                                            <p:strVal val="#ppt_x"/>
                                          </p:val>
                                        </p:tav>
                                        <p:tav tm="100000">
                                          <p:val>
                                            <p:strVal val="#ppt_x"/>
                                          </p:val>
                                        </p:tav>
                                      </p:tavLst>
                                    </p:anim>
                                    <p:anim calcmode="lin" valueType="num">
                                      <p:cBhvr>
                                        <p:cTn id="17" dur="250" fill="hold"/>
                                        <p:tgtEl>
                                          <p:spTgt spid="11"/>
                                        </p:tgtEl>
                                        <p:attrNameLst>
                                          <p:attrName>ppt_y</p:attrName>
                                        </p:attrNameLst>
                                      </p:cBhvr>
                                      <p:tavLst>
                                        <p:tav tm="0">
                                          <p:val>
                                            <p:strVal val="#ppt_y+.1"/>
                                          </p:val>
                                        </p:tav>
                                        <p:tav tm="100000">
                                          <p:val>
                                            <p:strVal val="#ppt_y"/>
                                          </p:val>
                                        </p:tav>
                                      </p:tavLst>
                                    </p:anim>
                                  </p:childTnLst>
                                </p:cTn>
                              </p:par>
                            </p:childTnLst>
                          </p:cTn>
                        </p:par>
                        <p:par>
                          <p:cTn id="18" fill="hold">
                            <p:stCondLst>
                              <p:cond delay="1250"/>
                            </p:stCondLst>
                            <p:childTnLst>
                              <p:par>
                                <p:cTn id="19" presetID="42" presetClass="entr" presetSubtype="0"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250"/>
                                        <p:tgtEl>
                                          <p:spTgt spid="12"/>
                                        </p:tgtEl>
                                      </p:cBhvr>
                                    </p:animEffect>
                                    <p:anim calcmode="lin" valueType="num">
                                      <p:cBhvr>
                                        <p:cTn id="22" dur="250" fill="hold"/>
                                        <p:tgtEl>
                                          <p:spTgt spid="12"/>
                                        </p:tgtEl>
                                        <p:attrNameLst>
                                          <p:attrName>ppt_x</p:attrName>
                                        </p:attrNameLst>
                                      </p:cBhvr>
                                      <p:tavLst>
                                        <p:tav tm="0">
                                          <p:val>
                                            <p:strVal val="#ppt_x"/>
                                          </p:val>
                                        </p:tav>
                                        <p:tav tm="100000">
                                          <p:val>
                                            <p:strVal val="#ppt_x"/>
                                          </p:val>
                                        </p:tav>
                                      </p:tavLst>
                                    </p:anim>
                                    <p:anim calcmode="lin" valueType="num">
                                      <p:cBhvr>
                                        <p:cTn id="23" dur="250" fill="hold"/>
                                        <p:tgtEl>
                                          <p:spTgt spid="12"/>
                                        </p:tgtEl>
                                        <p:attrNameLst>
                                          <p:attrName>ppt_y</p:attrName>
                                        </p:attrNameLst>
                                      </p:cBhvr>
                                      <p:tavLst>
                                        <p:tav tm="0">
                                          <p:val>
                                            <p:strVal val="#ppt_y+.1"/>
                                          </p:val>
                                        </p:tav>
                                        <p:tav tm="100000">
                                          <p:val>
                                            <p:strVal val="#ppt_y"/>
                                          </p:val>
                                        </p:tav>
                                      </p:tavLst>
                                    </p:anim>
                                  </p:childTnLst>
                                </p:cTn>
                              </p:par>
                            </p:childTnLst>
                          </p:cTn>
                        </p:par>
                        <p:par>
                          <p:cTn id="24" fill="hold">
                            <p:stCondLst>
                              <p:cond delay="1500"/>
                            </p:stCondLst>
                            <p:childTnLst>
                              <p:par>
                                <p:cTn id="25" presetID="42" presetClass="entr" presetSubtype="0"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250"/>
                                        <p:tgtEl>
                                          <p:spTgt spid="13"/>
                                        </p:tgtEl>
                                      </p:cBhvr>
                                    </p:animEffect>
                                    <p:anim calcmode="lin" valueType="num">
                                      <p:cBhvr>
                                        <p:cTn id="28" dur="250" fill="hold"/>
                                        <p:tgtEl>
                                          <p:spTgt spid="13"/>
                                        </p:tgtEl>
                                        <p:attrNameLst>
                                          <p:attrName>ppt_x</p:attrName>
                                        </p:attrNameLst>
                                      </p:cBhvr>
                                      <p:tavLst>
                                        <p:tav tm="0">
                                          <p:val>
                                            <p:strVal val="#ppt_x"/>
                                          </p:val>
                                        </p:tav>
                                        <p:tav tm="100000">
                                          <p:val>
                                            <p:strVal val="#ppt_x"/>
                                          </p:val>
                                        </p:tav>
                                      </p:tavLst>
                                    </p:anim>
                                    <p:anim calcmode="lin" valueType="num">
                                      <p:cBhvr>
                                        <p:cTn id="29" dur="250" fill="hold"/>
                                        <p:tgtEl>
                                          <p:spTgt spid="13"/>
                                        </p:tgtEl>
                                        <p:attrNameLst>
                                          <p:attrName>ppt_y</p:attrName>
                                        </p:attrNameLst>
                                      </p:cBhvr>
                                      <p:tavLst>
                                        <p:tav tm="0">
                                          <p:val>
                                            <p:strVal val="#ppt_y+.1"/>
                                          </p:val>
                                        </p:tav>
                                        <p:tav tm="100000">
                                          <p:val>
                                            <p:strVal val="#ppt_y"/>
                                          </p:val>
                                        </p:tav>
                                      </p:tavLst>
                                    </p:anim>
                                  </p:childTnLst>
                                </p:cTn>
                              </p:par>
                            </p:childTnLst>
                          </p:cTn>
                        </p:par>
                        <p:par>
                          <p:cTn id="30" fill="hold">
                            <p:stCondLst>
                              <p:cond delay="1750"/>
                            </p:stCondLst>
                            <p:childTnLst>
                              <p:par>
                                <p:cTn id="31" presetID="42" presetClass="entr" presetSubtype="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250"/>
                                        <p:tgtEl>
                                          <p:spTgt spid="14"/>
                                        </p:tgtEl>
                                      </p:cBhvr>
                                    </p:animEffect>
                                    <p:anim calcmode="lin" valueType="num">
                                      <p:cBhvr>
                                        <p:cTn id="34" dur="250" fill="hold"/>
                                        <p:tgtEl>
                                          <p:spTgt spid="14"/>
                                        </p:tgtEl>
                                        <p:attrNameLst>
                                          <p:attrName>ppt_x</p:attrName>
                                        </p:attrNameLst>
                                      </p:cBhvr>
                                      <p:tavLst>
                                        <p:tav tm="0">
                                          <p:val>
                                            <p:strVal val="#ppt_x"/>
                                          </p:val>
                                        </p:tav>
                                        <p:tav tm="100000">
                                          <p:val>
                                            <p:strVal val="#ppt_x"/>
                                          </p:val>
                                        </p:tav>
                                      </p:tavLst>
                                    </p:anim>
                                    <p:anim calcmode="lin" valueType="num">
                                      <p:cBhvr>
                                        <p:cTn id="35" dur="250" fill="hold"/>
                                        <p:tgtEl>
                                          <p:spTgt spid="14"/>
                                        </p:tgtEl>
                                        <p:attrNameLst>
                                          <p:attrName>ppt_y</p:attrName>
                                        </p:attrNameLst>
                                      </p:cBhvr>
                                      <p:tavLst>
                                        <p:tav tm="0">
                                          <p:val>
                                            <p:strVal val="#ppt_y+.1"/>
                                          </p:val>
                                        </p:tav>
                                        <p:tav tm="100000">
                                          <p:val>
                                            <p:strVal val="#ppt_y"/>
                                          </p:val>
                                        </p:tav>
                                      </p:tavLst>
                                    </p:anim>
                                  </p:childTnLst>
                                </p:cTn>
                              </p:par>
                            </p:childTnLst>
                          </p:cTn>
                        </p:par>
                        <p:par>
                          <p:cTn id="36" fill="hold">
                            <p:stCondLst>
                              <p:cond delay="2000"/>
                            </p:stCondLst>
                            <p:childTnLst>
                              <p:par>
                                <p:cTn id="37" presetID="42" presetClass="entr" presetSubtype="0" fill="hold" grpId="0" nodeType="after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250"/>
                                        <p:tgtEl>
                                          <p:spTgt spid="15"/>
                                        </p:tgtEl>
                                      </p:cBhvr>
                                    </p:animEffect>
                                    <p:anim calcmode="lin" valueType="num">
                                      <p:cBhvr>
                                        <p:cTn id="40" dur="250" fill="hold"/>
                                        <p:tgtEl>
                                          <p:spTgt spid="15"/>
                                        </p:tgtEl>
                                        <p:attrNameLst>
                                          <p:attrName>ppt_x</p:attrName>
                                        </p:attrNameLst>
                                      </p:cBhvr>
                                      <p:tavLst>
                                        <p:tav tm="0">
                                          <p:val>
                                            <p:strVal val="#ppt_x"/>
                                          </p:val>
                                        </p:tav>
                                        <p:tav tm="100000">
                                          <p:val>
                                            <p:strVal val="#ppt_x"/>
                                          </p:val>
                                        </p:tav>
                                      </p:tavLst>
                                    </p:anim>
                                    <p:anim calcmode="lin" valueType="num">
                                      <p:cBhvr>
                                        <p:cTn id="41" dur="250" fill="hold"/>
                                        <p:tgtEl>
                                          <p:spTgt spid="15"/>
                                        </p:tgtEl>
                                        <p:attrNameLst>
                                          <p:attrName>ppt_y</p:attrName>
                                        </p:attrNameLst>
                                      </p:cBhvr>
                                      <p:tavLst>
                                        <p:tav tm="0">
                                          <p:val>
                                            <p:strVal val="#ppt_y+.1"/>
                                          </p:val>
                                        </p:tav>
                                        <p:tav tm="100000">
                                          <p:val>
                                            <p:strVal val="#ppt_y"/>
                                          </p:val>
                                        </p:tav>
                                      </p:tavLst>
                                    </p:anim>
                                  </p:childTnLst>
                                </p:cTn>
                              </p:par>
                            </p:childTnLst>
                          </p:cTn>
                        </p:par>
                        <p:par>
                          <p:cTn id="42" fill="hold">
                            <p:stCondLst>
                              <p:cond delay="2250"/>
                            </p:stCondLst>
                            <p:childTnLst>
                              <p:par>
                                <p:cTn id="43" presetID="42" presetClass="entr" presetSubtype="0" fill="hold" grpId="0" nodeType="after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250"/>
                                        <p:tgtEl>
                                          <p:spTgt spid="16"/>
                                        </p:tgtEl>
                                      </p:cBhvr>
                                    </p:animEffect>
                                    <p:anim calcmode="lin" valueType="num">
                                      <p:cBhvr>
                                        <p:cTn id="46" dur="250" fill="hold"/>
                                        <p:tgtEl>
                                          <p:spTgt spid="16"/>
                                        </p:tgtEl>
                                        <p:attrNameLst>
                                          <p:attrName>ppt_x</p:attrName>
                                        </p:attrNameLst>
                                      </p:cBhvr>
                                      <p:tavLst>
                                        <p:tav tm="0">
                                          <p:val>
                                            <p:strVal val="#ppt_x"/>
                                          </p:val>
                                        </p:tav>
                                        <p:tav tm="100000">
                                          <p:val>
                                            <p:strVal val="#ppt_x"/>
                                          </p:val>
                                        </p:tav>
                                      </p:tavLst>
                                    </p:anim>
                                    <p:anim calcmode="lin" valueType="num">
                                      <p:cBhvr>
                                        <p:cTn id="47" dur="250" fill="hold"/>
                                        <p:tgtEl>
                                          <p:spTgt spid="16"/>
                                        </p:tgtEl>
                                        <p:attrNameLst>
                                          <p:attrName>ppt_y</p:attrName>
                                        </p:attrNameLst>
                                      </p:cBhvr>
                                      <p:tavLst>
                                        <p:tav tm="0">
                                          <p:val>
                                            <p:strVal val="#ppt_y+.1"/>
                                          </p:val>
                                        </p:tav>
                                        <p:tav tm="100000">
                                          <p:val>
                                            <p:strVal val="#ppt_y"/>
                                          </p:val>
                                        </p:tav>
                                      </p:tavLst>
                                    </p:anim>
                                  </p:childTnLst>
                                </p:cTn>
                              </p:par>
                            </p:childTnLst>
                          </p:cTn>
                        </p:par>
                        <p:par>
                          <p:cTn id="48" fill="hold">
                            <p:stCondLst>
                              <p:cond delay="2500"/>
                            </p:stCondLst>
                            <p:childTnLst>
                              <p:par>
                                <p:cTn id="49" presetID="42" presetClass="entr" presetSubtype="0" fill="hold" grpId="0" nodeType="after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250"/>
                                        <p:tgtEl>
                                          <p:spTgt spid="17"/>
                                        </p:tgtEl>
                                      </p:cBhvr>
                                    </p:animEffect>
                                    <p:anim calcmode="lin" valueType="num">
                                      <p:cBhvr>
                                        <p:cTn id="52" dur="250" fill="hold"/>
                                        <p:tgtEl>
                                          <p:spTgt spid="17"/>
                                        </p:tgtEl>
                                        <p:attrNameLst>
                                          <p:attrName>ppt_x</p:attrName>
                                        </p:attrNameLst>
                                      </p:cBhvr>
                                      <p:tavLst>
                                        <p:tav tm="0">
                                          <p:val>
                                            <p:strVal val="#ppt_x"/>
                                          </p:val>
                                        </p:tav>
                                        <p:tav tm="100000">
                                          <p:val>
                                            <p:strVal val="#ppt_x"/>
                                          </p:val>
                                        </p:tav>
                                      </p:tavLst>
                                    </p:anim>
                                    <p:anim calcmode="lin" valueType="num">
                                      <p:cBhvr>
                                        <p:cTn id="53" dur="25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P spid="12" grpId="0" animBg="1"/>
      <p:bldP spid="13" grpId="0" animBg="1"/>
      <p:bldP spid="14" grpId="0" animBg="1"/>
      <p:bldP spid="15" grpId="0" animBg="1"/>
      <p:bldP spid="16" grpId="0" animBg="1"/>
      <p:bldP spid="17" grpId="0" animBg="1"/>
    </p:bld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a:stCxn id="10" idx="6"/>
            <a:endCxn id="21" idx="2"/>
          </p:cNvCxnSpPr>
          <p:nvPr/>
        </p:nvCxnSpPr>
        <p:spPr>
          <a:xfrm>
            <a:off x="1270000" y="5538404"/>
            <a:ext cx="9548605" cy="2117"/>
          </a:xfrm>
          <a:prstGeom prst="line">
            <a:avLst/>
          </a:prstGeom>
          <a:ln w="12700" cap="flat">
            <a:solidFill>
              <a:schemeClr val="bg1">
                <a:lumMod val="75000"/>
              </a:schemeClr>
            </a:solidFill>
            <a:prstDash val="sysDash"/>
            <a:round/>
          </a:ln>
        </p:spPr>
        <p:style>
          <a:lnRef idx="1">
            <a:schemeClr val="accent1"/>
          </a:lnRef>
          <a:fillRef idx="0">
            <a:schemeClr val="accent1"/>
          </a:fillRef>
          <a:effectRef idx="0">
            <a:schemeClr val="accent1"/>
          </a:effectRef>
          <a:fontRef idx="minor">
            <a:schemeClr val="tx1"/>
          </a:fontRef>
        </p:style>
      </p:cxnSp>
      <p:grpSp>
        <p:nvGrpSpPr>
          <p:cNvPr id="7" name="Group 69"/>
          <p:cNvGrpSpPr/>
          <p:nvPr/>
        </p:nvGrpSpPr>
        <p:grpSpPr>
          <a:xfrm>
            <a:off x="341032" y="5073920"/>
            <a:ext cx="928968" cy="928968"/>
            <a:chOff x="255774" y="3805440"/>
            <a:chExt cx="696726" cy="696726"/>
          </a:xfrm>
        </p:grpSpPr>
        <p:sp>
          <p:nvSpPr>
            <p:cNvPr id="10" name="Oval 9"/>
            <p:cNvSpPr/>
            <p:nvPr/>
          </p:nvSpPr>
          <p:spPr>
            <a:xfrm>
              <a:off x="25577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1" name="Isosceles Triangle 40"/>
            <p:cNvSpPr/>
            <p:nvPr/>
          </p:nvSpPr>
          <p:spPr>
            <a:xfrm rot="5400000">
              <a:off x="493716" y="4019782"/>
              <a:ext cx="279448" cy="240904"/>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9" name="Group 70"/>
          <p:cNvGrpSpPr/>
          <p:nvPr/>
        </p:nvGrpSpPr>
        <p:grpSpPr>
          <a:xfrm>
            <a:off x="10818605" y="5073920"/>
            <a:ext cx="928968" cy="928968"/>
            <a:chOff x="8113954" y="3805440"/>
            <a:chExt cx="696726" cy="696726"/>
          </a:xfrm>
        </p:grpSpPr>
        <p:sp>
          <p:nvSpPr>
            <p:cNvPr id="21" name="Oval 20"/>
            <p:cNvSpPr/>
            <p:nvPr/>
          </p:nvSpPr>
          <p:spPr>
            <a:xfrm>
              <a:off x="811395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3" name="Rectangle 42"/>
            <p:cNvSpPr/>
            <p:nvPr/>
          </p:nvSpPr>
          <p:spPr>
            <a:xfrm>
              <a:off x="8358214" y="4048124"/>
              <a:ext cx="238120" cy="23812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46" name="Rectangle 45"/>
          <p:cNvSpPr/>
          <p:nvPr/>
        </p:nvSpPr>
        <p:spPr>
          <a:xfrm>
            <a:off x="1613487" y="5553910"/>
            <a:ext cx="619080" cy="338554"/>
          </a:xfrm>
          <a:prstGeom prst="rect">
            <a:avLst/>
          </a:prstGeom>
        </p:spPr>
        <p:txBody>
          <a:bodyPr wrap="none">
            <a:spAutoFit/>
          </a:bodyPr>
          <a:lstStyle/>
          <a:p>
            <a:pPr fontAlgn="auto">
              <a:spcBef>
                <a:spcPts val="0"/>
              </a:spcBef>
              <a:spcAft>
                <a:spcPts val="0"/>
              </a:spcAft>
            </a:pPr>
            <a:r>
              <a:rPr lang="en-US" sz="1600" dirty="0">
                <a:solidFill>
                  <a:prstClr val="white">
                    <a:lumMod val="65000"/>
                  </a:prstClr>
                </a:solidFill>
                <a:latin typeface="Open Sans" pitchFamily="34" charset="0"/>
                <a:ea typeface="Open Sans" pitchFamily="34" charset="0"/>
                <a:cs typeface="Open Sans" pitchFamily="34" charset="0"/>
              </a:rPr>
              <a:t>Start</a:t>
            </a:r>
          </a:p>
        </p:txBody>
      </p:sp>
      <p:sp>
        <p:nvSpPr>
          <p:cNvPr id="47" name="Rectangle 46"/>
          <p:cNvSpPr/>
          <p:nvPr/>
        </p:nvSpPr>
        <p:spPr>
          <a:xfrm>
            <a:off x="9598652" y="5611352"/>
            <a:ext cx="729687" cy="338554"/>
          </a:xfrm>
          <a:prstGeom prst="rect">
            <a:avLst/>
          </a:prstGeom>
        </p:spPr>
        <p:txBody>
          <a:bodyPr wrap="none">
            <a:spAutoFit/>
          </a:bodyPr>
          <a:lstStyle/>
          <a:p>
            <a:pPr fontAlgn="auto">
              <a:spcBef>
                <a:spcPts val="0"/>
              </a:spcBef>
              <a:spcAft>
                <a:spcPts val="0"/>
              </a:spcAft>
            </a:pPr>
            <a:r>
              <a:rPr lang="en-US" sz="1600" dirty="0">
                <a:solidFill>
                  <a:prstClr val="white">
                    <a:lumMod val="65000"/>
                  </a:prstClr>
                </a:solidFill>
                <a:latin typeface="Open Sans" pitchFamily="34" charset="0"/>
                <a:ea typeface="Open Sans" pitchFamily="34" charset="0"/>
                <a:cs typeface="Open Sans" pitchFamily="34" charset="0"/>
              </a:rPr>
              <a:t>Finish</a:t>
            </a:r>
          </a:p>
        </p:txBody>
      </p:sp>
      <p:grpSp>
        <p:nvGrpSpPr>
          <p:cNvPr id="11" name="Group 61"/>
          <p:cNvGrpSpPr/>
          <p:nvPr/>
        </p:nvGrpSpPr>
        <p:grpSpPr>
          <a:xfrm>
            <a:off x="1799361" y="2133997"/>
            <a:ext cx="3032868" cy="3493725"/>
            <a:chOff x="2005914" y="1637612"/>
            <a:chExt cx="2274651" cy="2620294"/>
          </a:xfrm>
        </p:grpSpPr>
        <p:sp>
          <p:nvSpPr>
            <p:cNvPr id="13" name="Oval 12"/>
            <p:cNvSpPr/>
            <p:nvPr/>
          </p:nvSpPr>
          <p:spPr>
            <a:xfrm>
              <a:off x="211128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Rectangle 43"/>
            <p:cNvSpPr/>
            <p:nvPr/>
          </p:nvSpPr>
          <p:spPr>
            <a:xfrm>
              <a:off x="2178080" y="2423549"/>
              <a:ext cx="2102485" cy="1038746"/>
            </a:xfrm>
            <a:prstGeom prst="rect">
              <a:avLst/>
            </a:prstGeom>
          </p:spPr>
          <p:txBody>
            <a:bodyPr wrap="square">
              <a:spAutoFit/>
            </a:bodyPr>
            <a:lstStyle/>
            <a:p>
              <a:pPr algn="r" rtl="1" fontAlgn="auto">
                <a:spcBef>
                  <a:spcPts val="0"/>
                </a:spcBef>
                <a:spcAft>
                  <a:spcPts val="0"/>
                </a:spcAft>
              </a:pPr>
              <a:r>
                <a:rPr lang="en-US" sz="2800" b="1" u="sng" dirty="0" smtClean="0">
                  <a:solidFill>
                    <a:srgbClr val="000000"/>
                  </a:solidFill>
                  <a:cs typeface="Simplified Arabic" panose="02020603050405020304" pitchFamily="18" charset="-78"/>
                </a:rPr>
                <a:t>Translate </a:t>
              </a:r>
              <a:r>
                <a:rPr lang="en-US" sz="2800" b="1" u="sng" dirty="0">
                  <a:solidFill>
                    <a:srgbClr val="000000"/>
                  </a:solidFill>
                  <a:cs typeface="Simplified Arabic" panose="02020603050405020304" pitchFamily="18" charset="-78"/>
                </a:rPr>
                <a:t>Google</a:t>
              </a:r>
              <a:r>
                <a:rPr lang="en-US" sz="2800" b="1" u="sng" dirty="0" smtClean="0">
                  <a:solidFill>
                    <a:srgbClr val="000000"/>
                  </a:solidFill>
                  <a:cs typeface="Simplified Arabic" panose="02020603050405020304" pitchFamily="18" charset="-78"/>
                </a:rPr>
                <a:t>:</a:t>
              </a:r>
            </a:p>
            <a:p>
              <a:pPr algn="ctr" rtl="1" fontAlgn="auto">
                <a:spcBef>
                  <a:spcPts val="0"/>
                </a:spcBef>
                <a:spcAft>
                  <a:spcPts val="0"/>
                </a:spcAft>
              </a:pPr>
              <a:r>
                <a:rPr lang="en-US" sz="2800" b="1" dirty="0" smtClean="0">
                  <a:solidFill>
                    <a:srgbClr val="000000"/>
                  </a:solidFill>
                  <a:cs typeface="Simplified Arabic" panose="02020603050405020304" pitchFamily="18" charset="-78"/>
                </a:rPr>
                <a:t> </a:t>
              </a:r>
              <a:r>
                <a:rPr lang="ar-SA" sz="2800" b="1" dirty="0">
                  <a:solidFill>
                    <a:srgbClr val="000000"/>
                  </a:solidFill>
                  <a:cs typeface="Simplified Arabic" panose="02020603050405020304" pitchFamily="18" charset="-78"/>
                </a:rPr>
                <a:t>هو وسيلة مثالية لترجمة المواد التعليمية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cxnSp>
          <p:nvCxnSpPr>
            <p:cNvPr id="27" name="Straight Connector 26"/>
            <p:cNvCxnSpPr/>
            <p:nvPr/>
          </p:nvCxnSpPr>
          <p:spPr>
            <a:xfrm rot="16200000" flipH="1">
              <a:off x="1337273"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4" name="Group 59"/>
            <p:cNvGrpSpPr/>
            <p:nvPr/>
          </p:nvGrpSpPr>
          <p:grpSpPr>
            <a:xfrm>
              <a:off x="2005914" y="1637612"/>
              <a:ext cx="418280" cy="418280"/>
              <a:chOff x="2005914" y="1637612"/>
              <a:chExt cx="418280" cy="418280"/>
            </a:xfrm>
          </p:grpSpPr>
          <p:sp>
            <p:nvSpPr>
              <p:cNvPr id="26" name="Teardrop 25"/>
              <p:cNvSpPr/>
              <p:nvPr/>
            </p:nvSpPr>
            <p:spPr>
              <a:xfrm rot="8100000">
                <a:off x="2005914" y="1637612"/>
                <a:ext cx="418280" cy="418280"/>
              </a:xfrm>
              <a:prstGeom prst="teardrop">
                <a:avLst>
                  <a:gd name="adj" fmla="val 13161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4" name="Freeform 63"/>
              <p:cNvSpPr>
                <a:spLocks noEditPoints="1"/>
              </p:cNvSpPr>
              <p:nvPr/>
            </p:nvSpPr>
            <p:spPr bwMode="auto">
              <a:xfrm>
                <a:off x="2115407" y="1762183"/>
                <a:ext cx="199914" cy="171356"/>
              </a:xfrm>
              <a:custGeom>
                <a:avLst/>
                <a:gdLst/>
                <a:ahLst/>
                <a:cxnLst>
                  <a:cxn ang="0">
                    <a:pos x="15" y="2"/>
                  </a:cxn>
                  <a:cxn ang="0">
                    <a:pos x="0" y="4"/>
                  </a:cxn>
                  <a:cxn ang="0">
                    <a:pos x="0" y="62"/>
                  </a:cxn>
                  <a:cxn ang="0">
                    <a:pos x="9" y="71"/>
                  </a:cxn>
                  <a:cxn ang="0">
                    <a:pos x="53" y="45"/>
                  </a:cxn>
                  <a:cxn ang="0">
                    <a:pos x="58" y="31"/>
                  </a:cxn>
                  <a:cxn ang="0">
                    <a:pos x="307" y="11"/>
                  </a:cxn>
                  <a:cxn ang="0">
                    <a:pos x="95" y="11"/>
                  </a:cxn>
                  <a:cxn ang="0">
                    <a:pos x="85" y="27"/>
                  </a:cxn>
                  <a:cxn ang="0">
                    <a:pos x="85" y="51"/>
                  </a:cxn>
                  <a:cxn ang="0">
                    <a:pos x="102" y="62"/>
                  </a:cxn>
                  <a:cxn ang="0">
                    <a:pos x="314" y="60"/>
                  </a:cxn>
                  <a:cxn ang="0">
                    <a:pos x="323" y="43"/>
                  </a:cxn>
                  <a:cxn ang="0">
                    <a:pos x="323" y="20"/>
                  </a:cxn>
                  <a:cxn ang="0">
                    <a:pos x="307" y="11"/>
                  </a:cxn>
                  <a:cxn ang="0">
                    <a:pos x="53" y="147"/>
                  </a:cxn>
                  <a:cxn ang="0">
                    <a:pos x="60" y="138"/>
                  </a:cxn>
                  <a:cxn ang="0">
                    <a:pos x="15" y="112"/>
                  </a:cxn>
                  <a:cxn ang="0">
                    <a:pos x="4" y="111"/>
                  </a:cxn>
                  <a:cxn ang="0">
                    <a:pos x="0" y="163"/>
                  </a:cxn>
                  <a:cxn ang="0">
                    <a:pos x="4" y="172"/>
                  </a:cxn>
                  <a:cxn ang="0">
                    <a:pos x="15" y="172"/>
                  </a:cxn>
                  <a:cxn ang="0">
                    <a:pos x="102" y="112"/>
                  </a:cxn>
                  <a:cxn ang="0">
                    <a:pos x="85" y="123"/>
                  </a:cxn>
                  <a:cxn ang="0">
                    <a:pos x="85" y="147"/>
                  </a:cxn>
                  <a:cxn ang="0">
                    <a:pos x="95" y="163"/>
                  </a:cxn>
                  <a:cxn ang="0">
                    <a:pos x="307" y="163"/>
                  </a:cxn>
                  <a:cxn ang="0">
                    <a:pos x="323" y="154"/>
                  </a:cxn>
                  <a:cxn ang="0">
                    <a:pos x="323" y="129"/>
                  </a:cxn>
                  <a:cxn ang="0">
                    <a:pos x="314" y="114"/>
                  </a:cxn>
                  <a:cxn ang="0">
                    <a:pos x="53" y="232"/>
                  </a:cxn>
                  <a:cxn ang="0">
                    <a:pos x="9" y="205"/>
                  </a:cxn>
                  <a:cxn ang="0">
                    <a:pos x="0" y="214"/>
                  </a:cxn>
                  <a:cxn ang="0">
                    <a:pos x="0" y="272"/>
                  </a:cxn>
                  <a:cxn ang="0">
                    <a:pos x="15" y="274"/>
                  </a:cxn>
                  <a:cxn ang="0">
                    <a:pos x="58" y="245"/>
                  </a:cxn>
                  <a:cxn ang="0">
                    <a:pos x="53" y="232"/>
                  </a:cxn>
                  <a:cxn ang="0">
                    <a:pos x="102" y="214"/>
                  </a:cxn>
                  <a:cxn ang="0">
                    <a:pos x="91" y="219"/>
                  </a:cxn>
                  <a:cxn ang="0">
                    <a:pos x="85" y="248"/>
                  </a:cxn>
                  <a:cxn ang="0">
                    <a:pos x="91" y="261"/>
                  </a:cxn>
                  <a:cxn ang="0">
                    <a:pos x="307" y="266"/>
                  </a:cxn>
                  <a:cxn ang="0">
                    <a:pos x="319" y="261"/>
                  </a:cxn>
                  <a:cxn ang="0">
                    <a:pos x="323" y="232"/>
                  </a:cxn>
                  <a:cxn ang="0">
                    <a:pos x="319" y="219"/>
                  </a:cxn>
                  <a:cxn ang="0">
                    <a:pos x="307" y="214"/>
                  </a:cxn>
                </a:cxnLst>
                <a:rect l="0" t="0" r="r" b="b"/>
                <a:pathLst>
                  <a:path w="323" h="275">
                    <a:moveTo>
                      <a:pt x="53" y="27"/>
                    </a:moveTo>
                    <a:lnTo>
                      <a:pt x="15" y="2"/>
                    </a:lnTo>
                    <a:lnTo>
                      <a:pt x="15" y="2"/>
                    </a:lnTo>
                    <a:lnTo>
                      <a:pt x="9" y="0"/>
                    </a:lnTo>
                    <a:lnTo>
                      <a:pt x="4" y="0"/>
                    </a:lnTo>
                    <a:lnTo>
                      <a:pt x="0" y="4"/>
                    </a:lnTo>
                    <a:lnTo>
                      <a:pt x="0" y="11"/>
                    </a:lnTo>
                    <a:lnTo>
                      <a:pt x="0" y="62"/>
                    </a:lnTo>
                    <a:lnTo>
                      <a:pt x="0" y="62"/>
                    </a:lnTo>
                    <a:lnTo>
                      <a:pt x="0" y="67"/>
                    </a:lnTo>
                    <a:lnTo>
                      <a:pt x="4" y="71"/>
                    </a:lnTo>
                    <a:lnTo>
                      <a:pt x="9" y="71"/>
                    </a:lnTo>
                    <a:lnTo>
                      <a:pt x="15" y="69"/>
                    </a:lnTo>
                    <a:lnTo>
                      <a:pt x="53" y="45"/>
                    </a:lnTo>
                    <a:lnTo>
                      <a:pt x="53" y="45"/>
                    </a:lnTo>
                    <a:lnTo>
                      <a:pt x="58" y="40"/>
                    </a:lnTo>
                    <a:lnTo>
                      <a:pt x="60" y="36"/>
                    </a:lnTo>
                    <a:lnTo>
                      <a:pt x="58" y="31"/>
                    </a:lnTo>
                    <a:lnTo>
                      <a:pt x="53" y="27"/>
                    </a:lnTo>
                    <a:lnTo>
                      <a:pt x="53" y="27"/>
                    </a:lnTo>
                    <a:close/>
                    <a:moveTo>
                      <a:pt x="307" y="11"/>
                    </a:moveTo>
                    <a:lnTo>
                      <a:pt x="102" y="11"/>
                    </a:lnTo>
                    <a:lnTo>
                      <a:pt x="102" y="11"/>
                    </a:lnTo>
                    <a:lnTo>
                      <a:pt x="95" y="11"/>
                    </a:lnTo>
                    <a:lnTo>
                      <a:pt x="91" y="14"/>
                    </a:lnTo>
                    <a:lnTo>
                      <a:pt x="85" y="20"/>
                    </a:lnTo>
                    <a:lnTo>
                      <a:pt x="85" y="27"/>
                    </a:lnTo>
                    <a:lnTo>
                      <a:pt x="85" y="43"/>
                    </a:lnTo>
                    <a:lnTo>
                      <a:pt x="85" y="43"/>
                    </a:lnTo>
                    <a:lnTo>
                      <a:pt x="85" y="51"/>
                    </a:lnTo>
                    <a:lnTo>
                      <a:pt x="91" y="56"/>
                    </a:lnTo>
                    <a:lnTo>
                      <a:pt x="95" y="60"/>
                    </a:lnTo>
                    <a:lnTo>
                      <a:pt x="102" y="62"/>
                    </a:lnTo>
                    <a:lnTo>
                      <a:pt x="307" y="62"/>
                    </a:lnTo>
                    <a:lnTo>
                      <a:pt x="307" y="62"/>
                    </a:lnTo>
                    <a:lnTo>
                      <a:pt x="314" y="60"/>
                    </a:lnTo>
                    <a:lnTo>
                      <a:pt x="319" y="56"/>
                    </a:lnTo>
                    <a:lnTo>
                      <a:pt x="323" y="51"/>
                    </a:lnTo>
                    <a:lnTo>
                      <a:pt x="323" y="43"/>
                    </a:lnTo>
                    <a:lnTo>
                      <a:pt x="323" y="27"/>
                    </a:lnTo>
                    <a:lnTo>
                      <a:pt x="323" y="27"/>
                    </a:lnTo>
                    <a:lnTo>
                      <a:pt x="323" y="20"/>
                    </a:lnTo>
                    <a:lnTo>
                      <a:pt x="319" y="14"/>
                    </a:lnTo>
                    <a:lnTo>
                      <a:pt x="314" y="11"/>
                    </a:lnTo>
                    <a:lnTo>
                      <a:pt x="307" y="11"/>
                    </a:lnTo>
                    <a:lnTo>
                      <a:pt x="307" y="11"/>
                    </a:lnTo>
                    <a:close/>
                    <a:moveTo>
                      <a:pt x="15" y="172"/>
                    </a:moveTo>
                    <a:lnTo>
                      <a:pt x="53" y="147"/>
                    </a:lnTo>
                    <a:lnTo>
                      <a:pt x="53" y="147"/>
                    </a:lnTo>
                    <a:lnTo>
                      <a:pt x="58" y="143"/>
                    </a:lnTo>
                    <a:lnTo>
                      <a:pt x="60" y="138"/>
                    </a:lnTo>
                    <a:lnTo>
                      <a:pt x="58" y="134"/>
                    </a:lnTo>
                    <a:lnTo>
                      <a:pt x="53" y="130"/>
                    </a:lnTo>
                    <a:lnTo>
                      <a:pt x="15" y="112"/>
                    </a:lnTo>
                    <a:lnTo>
                      <a:pt x="15" y="112"/>
                    </a:lnTo>
                    <a:lnTo>
                      <a:pt x="9" y="111"/>
                    </a:lnTo>
                    <a:lnTo>
                      <a:pt x="4" y="111"/>
                    </a:lnTo>
                    <a:lnTo>
                      <a:pt x="0" y="114"/>
                    </a:lnTo>
                    <a:lnTo>
                      <a:pt x="0" y="121"/>
                    </a:lnTo>
                    <a:lnTo>
                      <a:pt x="0" y="163"/>
                    </a:lnTo>
                    <a:lnTo>
                      <a:pt x="0" y="163"/>
                    </a:lnTo>
                    <a:lnTo>
                      <a:pt x="0" y="170"/>
                    </a:lnTo>
                    <a:lnTo>
                      <a:pt x="4" y="172"/>
                    </a:lnTo>
                    <a:lnTo>
                      <a:pt x="9" y="174"/>
                    </a:lnTo>
                    <a:lnTo>
                      <a:pt x="15" y="172"/>
                    </a:lnTo>
                    <a:lnTo>
                      <a:pt x="15" y="172"/>
                    </a:lnTo>
                    <a:close/>
                    <a:moveTo>
                      <a:pt x="307" y="112"/>
                    </a:moveTo>
                    <a:lnTo>
                      <a:pt x="102" y="112"/>
                    </a:lnTo>
                    <a:lnTo>
                      <a:pt x="102" y="112"/>
                    </a:lnTo>
                    <a:lnTo>
                      <a:pt x="95" y="114"/>
                    </a:lnTo>
                    <a:lnTo>
                      <a:pt x="91" y="118"/>
                    </a:lnTo>
                    <a:lnTo>
                      <a:pt x="85" y="123"/>
                    </a:lnTo>
                    <a:lnTo>
                      <a:pt x="85" y="129"/>
                    </a:lnTo>
                    <a:lnTo>
                      <a:pt x="85" y="147"/>
                    </a:lnTo>
                    <a:lnTo>
                      <a:pt x="85" y="147"/>
                    </a:lnTo>
                    <a:lnTo>
                      <a:pt x="85" y="154"/>
                    </a:lnTo>
                    <a:lnTo>
                      <a:pt x="91" y="159"/>
                    </a:lnTo>
                    <a:lnTo>
                      <a:pt x="95" y="163"/>
                    </a:lnTo>
                    <a:lnTo>
                      <a:pt x="102" y="163"/>
                    </a:lnTo>
                    <a:lnTo>
                      <a:pt x="307" y="163"/>
                    </a:lnTo>
                    <a:lnTo>
                      <a:pt x="307" y="163"/>
                    </a:lnTo>
                    <a:lnTo>
                      <a:pt x="314" y="163"/>
                    </a:lnTo>
                    <a:lnTo>
                      <a:pt x="319" y="159"/>
                    </a:lnTo>
                    <a:lnTo>
                      <a:pt x="323" y="154"/>
                    </a:lnTo>
                    <a:lnTo>
                      <a:pt x="323" y="147"/>
                    </a:lnTo>
                    <a:lnTo>
                      <a:pt x="323" y="129"/>
                    </a:lnTo>
                    <a:lnTo>
                      <a:pt x="323" y="129"/>
                    </a:lnTo>
                    <a:lnTo>
                      <a:pt x="323" y="123"/>
                    </a:lnTo>
                    <a:lnTo>
                      <a:pt x="319" y="118"/>
                    </a:lnTo>
                    <a:lnTo>
                      <a:pt x="314" y="114"/>
                    </a:lnTo>
                    <a:lnTo>
                      <a:pt x="307" y="112"/>
                    </a:lnTo>
                    <a:lnTo>
                      <a:pt x="307" y="112"/>
                    </a:lnTo>
                    <a:close/>
                    <a:moveTo>
                      <a:pt x="53" y="232"/>
                    </a:moveTo>
                    <a:lnTo>
                      <a:pt x="15" y="207"/>
                    </a:lnTo>
                    <a:lnTo>
                      <a:pt x="15" y="207"/>
                    </a:lnTo>
                    <a:lnTo>
                      <a:pt x="9" y="205"/>
                    </a:lnTo>
                    <a:lnTo>
                      <a:pt x="4" y="205"/>
                    </a:lnTo>
                    <a:lnTo>
                      <a:pt x="0" y="208"/>
                    </a:lnTo>
                    <a:lnTo>
                      <a:pt x="0" y="214"/>
                    </a:lnTo>
                    <a:lnTo>
                      <a:pt x="0" y="266"/>
                    </a:lnTo>
                    <a:lnTo>
                      <a:pt x="0" y="266"/>
                    </a:lnTo>
                    <a:lnTo>
                      <a:pt x="0" y="272"/>
                    </a:lnTo>
                    <a:lnTo>
                      <a:pt x="4" y="275"/>
                    </a:lnTo>
                    <a:lnTo>
                      <a:pt x="9" y="275"/>
                    </a:lnTo>
                    <a:lnTo>
                      <a:pt x="15" y="274"/>
                    </a:lnTo>
                    <a:lnTo>
                      <a:pt x="53" y="250"/>
                    </a:lnTo>
                    <a:lnTo>
                      <a:pt x="53" y="250"/>
                    </a:lnTo>
                    <a:lnTo>
                      <a:pt x="58" y="245"/>
                    </a:lnTo>
                    <a:lnTo>
                      <a:pt x="60" y="241"/>
                    </a:lnTo>
                    <a:lnTo>
                      <a:pt x="58" y="236"/>
                    </a:lnTo>
                    <a:lnTo>
                      <a:pt x="53" y="232"/>
                    </a:lnTo>
                    <a:lnTo>
                      <a:pt x="53" y="232"/>
                    </a:lnTo>
                    <a:close/>
                    <a:moveTo>
                      <a:pt x="307" y="214"/>
                    </a:moveTo>
                    <a:lnTo>
                      <a:pt x="102" y="214"/>
                    </a:lnTo>
                    <a:lnTo>
                      <a:pt x="102" y="214"/>
                    </a:lnTo>
                    <a:lnTo>
                      <a:pt x="95" y="216"/>
                    </a:lnTo>
                    <a:lnTo>
                      <a:pt x="91" y="219"/>
                    </a:lnTo>
                    <a:lnTo>
                      <a:pt x="85" y="225"/>
                    </a:lnTo>
                    <a:lnTo>
                      <a:pt x="85" y="232"/>
                    </a:lnTo>
                    <a:lnTo>
                      <a:pt x="85" y="248"/>
                    </a:lnTo>
                    <a:lnTo>
                      <a:pt x="85" y="248"/>
                    </a:lnTo>
                    <a:lnTo>
                      <a:pt x="85" y="256"/>
                    </a:lnTo>
                    <a:lnTo>
                      <a:pt x="91" y="261"/>
                    </a:lnTo>
                    <a:lnTo>
                      <a:pt x="95" y="265"/>
                    </a:lnTo>
                    <a:lnTo>
                      <a:pt x="102" y="266"/>
                    </a:lnTo>
                    <a:lnTo>
                      <a:pt x="307" y="266"/>
                    </a:lnTo>
                    <a:lnTo>
                      <a:pt x="307" y="266"/>
                    </a:lnTo>
                    <a:lnTo>
                      <a:pt x="314" y="265"/>
                    </a:lnTo>
                    <a:lnTo>
                      <a:pt x="319" y="261"/>
                    </a:lnTo>
                    <a:lnTo>
                      <a:pt x="323" y="256"/>
                    </a:lnTo>
                    <a:lnTo>
                      <a:pt x="323" y="248"/>
                    </a:lnTo>
                    <a:lnTo>
                      <a:pt x="323" y="232"/>
                    </a:lnTo>
                    <a:lnTo>
                      <a:pt x="323" y="232"/>
                    </a:lnTo>
                    <a:lnTo>
                      <a:pt x="323" y="225"/>
                    </a:lnTo>
                    <a:lnTo>
                      <a:pt x="319" y="219"/>
                    </a:lnTo>
                    <a:lnTo>
                      <a:pt x="314" y="216"/>
                    </a:lnTo>
                    <a:lnTo>
                      <a:pt x="307" y="214"/>
                    </a:lnTo>
                    <a:lnTo>
                      <a:pt x="307" y="214"/>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dirty="0">
                  <a:solidFill>
                    <a:srgbClr val="000000"/>
                  </a:solidFill>
                  <a:latin typeface="Calibri"/>
                  <a:cs typeface="Simplified Arabic" panose="02020603050405020304" pitchFamily="18" charset="-78"/>
                </a:endParaRPr>
              </a:p>
            </p:txBody>
          </p:sp>
        </p:grpSp>
      </p:grpSp>
      <p:grpSp>
        <p:nvGrpSpPr>
          <p:cNvPr id="16" name="Group 72"/>
          <p:cNvGrpSpPr/>
          <p:nvPr/>
        </p:nvGrpSpPr>
        <p:grpSpPr>
          <a:xfrm>
            <a:off x="8119262" y="2168734"/>
            <a:ext cx="3640286" cy="3493725"/>
            <a:chOff x="5077748" y="1637612"/>
            <a:chExt cx="2730213" cy="2620294"/>
          </a:xfrm>
        </p:grpSpPr>
        <p:sp>
          <p:nvSpPr>
            <p:cNvPr id="17" name="Oval 16"/>
            <p:cNvSpPr/>
            <p:nvPr/>
          </p:nvSpPr>
          <p:spPr>
            <a:xfrm>
              <a:off x="5183120"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9" name="Straight Connector 38"/>
            <p:cNvCxnSpPr/>
            <p:nvPr/>
          </p:nvCxnSpPr>
          <p:spPr>
            <a:xfrm rot="16200000" flipH="1">
              <a:off x="4409107"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0" name="Rectangle 49"/>
            <p:cNvSpPr/>
            <p:nvPr/>
          </p:nvSpPr>
          <p:spPr>
            <a:xfrm>
              <a:off x="5429316" y="1974196"/>
              <a:ext cx="2378645" cy="2008242"/>
            </a:xfrm>
            <a:prstGeom prst="rect">
              <a:avLst/>
            </a:prstGeom>
          </p:spPr>
          <p:txBody>
            <a:bodyPr wrap="square">
              <a:spAutoFit/>
            </a:bodyPr>
            <a:lstStyle/>
            <a:p>
              <a:pPr algn="ctr" rtl="1" fontAlgn="auto">
                <a:spcBef>
                  <a:spcPts val="0"/>
                </a:spcBef>
                <a:spcAft>
                  <a:spcPts val="0"/>
                </a:spcAft>
              </a:pPr>
              <a:r>
                <a:rPr lang="en-US" sz="2800" b="1" u="sng" dirty="0" smtClean="0">
                  <a:solidFill>
                    <a:srgbClr val="000000"/>
                  </a:solidFill>
                  <a:cs typeface="Simplified Arabic" panose="02020603050405020304" pitchFamily="18" charset="-78"/>
                </a:rPr>
                <a:t> Earth </a:t>
              </a:r>
              <a:r>
                <a:rPr lang="en-US" sz="2800" b="1" u="sng" dirty="0">
                  <a:solidFill>
                    <a:srgbClr val="000000"/>
                  </a:solidFill>
                  <a:cs typeface="Simplified Arabic" panose="02020603050405020304" pitchFamily="18" charset="-78"/>
                </a:rPr>
                <a:t>Google</a:t>
              </a:r>
              <a:r>
                <a:rPr lang="en-US" sz="2800" b="1" u="sng" dirty="0" smtClean="0">
                  <a:solidFill>
                    <a:srgbClr val="000000"/>
                  </a:solidFill>
                  <a:cs typeface="Simplified Arabic" panose="02020603050405020304" pitchFamily="18" charset="-78"/>
                </a:rPr>
                <a:t>:</a:t>
              </a:r>
            </a:p>
            <a:p>
              <a:pPr algn="ctr" rtl="1" fontAlgn="auto">
                <a:spcBef>
                  <a:spcPts val="0"/>
                </a:spcBef>
                <a:spcAft>
                  <a:spcPts val="0"/>
                </a:spcAft>
              </a:pPr>
              <a:r>
                <a:rPr lang="en-US" sz="2800" b="1" dirty="0" smtClean="0">
                  <a:solidFill>
                    <a:srgbClr val="000000"/>
                  </a:solidFill>
                  <a:cs typeface="Simplified Arabic" panose="02020603050405020304" pitchFamily="18" charset="-78"/>
                </a:rPr>
                <a:t> </a:t>
              </a:r>
              <a:r>
                <a:rPr lang="ar-SA" sz="2800" b="1" dirty="0">
                  <a:solidFill>
                    <a:srgbClr val="000000"/>
                  </a:solidFill>
                  <a:cs typeface="Simplified Arabic" panose="02020603050405020304" pitchFamily="18" charset="-78"/>
                </a:rPr>
                <a:t>تعد قوقل إيرث من أكثر أدوات قوقل تشويقا، فهي تتيح للمدرس اصطحاب طلابه في جولة بصرية لمختلف أنحاء العالم.</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0" name="Group 63"/>
            <p:cNvGrpSpPr/>
            <p:nvPr/>
          </p:nvGrpSpPr>
          <p:grpSpPr>
            <a:xfrm>
              <a:off x="5077748" y="1637612"/>
              <a:ext cx="418280" cy="418280"/>
              <a:chOff x="5077748" y="1637612"/>
              <a:chExt cx="418280" cy="418280"/>
            </a:xfrm>
          </p:grpSpPr>
          <p:sp>
            <p:nvSpPr>
              <p:cNvPr id="38" name="Teardrop 37"/>
              <p:cNvSpPr/>
              <p:nvPr/>
            </p:nvSpPr>
            <p:spPr>
              <a:xfrm rot="8100000">
                <a:off x="5077748" y="1637612"/>
                <a:ext cx="418280" cy="418280"/>
              </a:xfrm>
              <a:prstGeom prst="teardrop">
                <a:avLst>
                  <a:gd name="adj" fmla="val 13161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5" name="Freeform 100"/>
              <p:cNvSpPr>
                <a:spLocks/>
              </p:cNvSpPr>
              <p:nvPr/>
            </p:nvSpPr>
            <p:spPr bwMode="auto">
              <a:xfrm>
                <a:off x="5169641" y="1770740"/>
                <a:ext cx="176324" cy="198674"/>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dirty="0">
                  <a:solidFill>
                    <a:srgbClr val="000000"/>
                  </a:solidFill>
                  <a:latin typeface="Calibri"/>
                  <a:cs typeface="Simplified Arabic" panose="02020603050405020304" pitchFamily="18" charset="-78"/>
                </a:endParaRPr>
              </a:p>
            </p:txBody>
          </p:sp>
        </p:grpSp>
      </p:grpSp>
      <p:grpSp>
        <p:nvGrpSpPr>
          <p:cNvPr id="23" name="Group 71"/>
          <p:cNvGrpSpPr/>
          <p:nvPr/>
        </p:nvGrpSpPr>
        <p:grpSpPr>
          <a:xfrm>
            <a:off x="4892118" y="2769279"/>
            <a:ext cx="3111640" cy="2842072"/>
            <a:chOff x="3459073" y="2126352"/>
            <a:chExt cx="2333730" cy="2131554"/>
          </a:xfrm>
        </p:grpSpPr>
        <p:sp>
          <p:nvSpPr>
            <p:cNvPr id="15" name="Oval 14"/>
            <p:cNvSpPr/>
            <p:nvPr/>
          </p:nvSpPr>
          <p:spPr>
            <a:xfrm>
              <a:off x="3611484"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5" name="Straight Connector 34"/>
            <p:cNvCxnSpPr>
              <a:stCxn id="34" idx="7"/>
            </p:cNvCxnSpPr>
            <p:nvPr/>
          </p:nvCxnSpPr>
          <p:spPr>
            <a:xfrm flipH="1">
              <a:off x="3673287" y="2827190"/>
              <a:ext cx="14608" cy="122216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8" name="Rectangle 47"/>
            <p:cNvSpPr/>
            <p:nvPr/>
          </p:nvSpPr>
          <p:spPr>
            <a:xfrm>
              <a:off x="3750513" y="2756022"/>
              <a:ext cx="2042290" cy="1361912"/>
            </a:xfrm>
            <a:prstGeom prst="rect">
              <a:avLst/>
            </a:prstGeom>
          </p:spPr>
          <p:txBody>
            <a:bodyPr wrap="square">
              <a:spAutoFit/>
            </a:bodyPr>
            <a:lstStyle/>
            <a:p>
              <a:pPr algn="ctr" rtl="1" fontAlgn="auto">
                <a:spcBef>
                  <a:spcPts val="0"/>
                </a:spcBef>
                <a:spcAft>
                  <a:spcPts val="0"/>
                </a:spcAft>
              </a:pPr>
              <a:r>
                <a:rPr lang="en-US" sz="2800" b="1" u="sng" dirty="0" smtClean="0">
                  <a:solidFill>
                    <a:srgbClr val="000000"/>
                  </a:solidFill>
                  <a:cs typeface="Simplified Arabic" panose="02020603050405020304" pitchFamily="18" charset="-78"/>
                </a:rPr>
                <a:t> Images </a:t>
              </a:r>
              <a:r>
                <a:rPr lang="en-US" sz="2800" b="1" u="sng" dirty="0">
                  <a:solidFill>
                    <a:srgbClr val="000000"/>
                  </a:solidFill>
                  <a:cs typeface="Simplified Arabic" panose="02020603050405020304" pitchFamily="18" charset="-78"/>
                </a:rPr>
                <a:t>Google</a:t>
              </a:r>
              <a:r>
                <a:rPr lang="en-US" sz="2800" b="1" u="sng" dirty="0" smtClean="0">
                  <a:solidFill>
                    <a:srgbClr val="000000"/>
                  </a:solidFill>
                  <a:cs typeface="Simplified Arabic" panose="02020603050405020304" pitchFamily="18" charset="-78"/>
                </a:rPr>
                <a:t>:</a:t>
              </a:r>
            </a:p>
            <a:p>
              <a:pPr algn="ctr" rtl="1" fontAlgn="auto">
                <a:spcBef>
                  <a:spcPts val="0"/>
                </a:spcBef>
                <a:spcAft>
                  <a:spcPts val="0"/>
                </a:spcAft>
              </a:pPr>
              <a:r>
                <a:rPr lang="en-US" sz="2800" b="1" dirty="0" smtClean="0">
                  <a:solidFill>
                    <a:srgbClr val="000000"/>
                  </a:solidFill>
                  <a:cs typeface="Simplified Arabic" panose="02020603050405020304" pitchFamily="18" charset="-78"/>
                </a:rPr>
                <a:t> </a:t>
              </a:r>
              <a:r>
                <a:rPr lang="ar-SA" sz="2800" b="1" dirty="0">
                  <a:solidFill>
                    <a:srgbClr val="000000"/>
                  </a:solidFill>
                  <a:cs typeface="Simplified Arabic" panose="02020603050405020304" pitchFamily="18" charset="-78"/>
                </a:rPr>
                <a:t>البحث عن الصور باستخدام الاسم أو الموضوع</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8" name="Group 62"/>
            <p:cNvGrpSpPr/>
            <p:nvPr/>
          </p:nvGrpSpPr>
          <p:grpSpPr>
            <a:xfrm>
              <a:off x="3459073" y="2126352"/>
              <a:ext cx="488802" cy="457569"/>
              <a:chOff x="3459073" y="2126352"/>
              <a:chExt cx="488802" cy="457569"/>
            </a:xfrm>
          </p:grpSpPr>
          <p:sp>
            <p:nvSpPr>
              <p:cNvPr id="34" name="Teardrop 33"/>
              <p:cNvSpPr/>
              <p:nvPr/>
            </p:nvSpPr>
            <p:spPr>
              <a:xfrm rot="8100000">
                <a:off x="3459073" y="2126352"/>
                <a:ext cx="488802" cy="457569"/>
              </a:xfrm>
              <a:prstGeom prst="teardrop">
                <a:avLst>
                  <a:gd name="adj" fmla="val 14108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Freeform 103"/>
              <p:cNvSpPr>
                <a:spLocks/>
              </p:cNvSpPr>
              <p:nvPr/>
            </p:nvSpPr>
            <p:spPr bwMode="auto">
              <a:xfrm>
                <a:off x="3692432" y="2268956"/>
                <a:ext cx="187500" cy="166390"/>
              </a:xfrm>
              <a:custGeom>
                <a:avLst/>
                <a:gdLst/>
                <a:ahLst/>
                <a:cxnLst>
                  <a:cxn ang="0">
                    <a:pos x="300" y="79"/>
                  </a:cxn>
                  <a:cxn ang="0">
                    <a:pos x="220" y="1"/>
                  </a:cxn>
                  <a:cxn ang="0">
                    <a:pos x="220" y="1"/>
                  </a:cxn>
                  <a:cxn ang="0">
                    <a:pos x="218" y="0"/>
                  </a:cxn>
                  <a:cxn ang="0">
                    <a:pos x="218" y="0"/>
                  </a:cxn>
                  <a:cxn ang="0">
                    <a:pos x="216" y="3"/>
                  </a:cxn>
                  <a:cxn ang="0">
                    <a:pos x="216" y="47"/>
                  </a:cxn>
                  <a:cxn ang="0">
                    <a:pos x="216" y="47"/>
                  </a:cxn>
                  <a:cxn ang="0">
                    <a:pos x="200" y="49"/>
                  </a:cxn>
                  <a:cxn ang="0">
                    <a:pos x="185" y="50"/>
                  </a:cxn>
                  <a:cxn ang="0">
                    <a:pos x="155" y="56"/>
                  </a:cxn>
                  <a:cxn ang="0">
                    <a:pos x="127" y="67"/>
                  </a:cxn>
                  <a:cxn ang="0">
                    <a:pos x="102" y="81"/>
                  </a:cxn>
                  <a:cxn ang="0">
                    <a:pos x="102" y="81"/>
                  </a:cxn>
                  <a:cxn ang="0">
                    <a:pos x="87" y="90"/>
                  </a:cxn>
                  <a:cxn ang="0">
                    <a:pos x="75" y="101"/>
                  </a:cxn>
                  <a:cxn ang="0">
                    <a:pos x="62" y="114"/>
                  </a:cxn>
                  <a:cxn ang="0">
                    <a:pos x="49" y="127"/>
                  </a:cxn>
                  <a:cxn ang="0">
                    <a:pos x="49" y="127"/>
                  </a:cxn>
                  <a:cxn ang="0">
                    <a:pos x="39" y="141"/>
                  </a:cxn>
                  <a:cxn ang="0">
                    <a:pos x="29" y="157"/>
                  </a:cxn>
                  <a:cxn ang="0">
                    <a:pos x="20" y="172"/>
                  </a:cxn>
                  <a:cxn ang="0">
                    <a:pos x="15" y="190"/>
                  </a:cxn>
                  <a:cxn ang="0">
                    <a:pos x="10" y="206"/>
                  </a:cxn>
                  <a:cxn ang="0">
                    <a:pos x="4" y="224"/>
                  </a:cxn>
                  <a:cxn ang="0">
                    <a:pos x="2" y="244"/>
                  </a:cxn>
                  <a:cxn ang="0">
                    <a:pos x="0" y="263"/>
                  </a:cxn>
                  <a:cxn ang="0">
                    <a:pos x="0" y="263"/>
                  </a:cxn>
                  <a:cxn ang="0">
                    <a:pos x="2" y="266"/>
                  </a:cxn>
                  <a:cxn ang="0">
                    <a:pos x="4" y="266"/>
                  </a:cxn>
                  <a:cxn ang="0">
                    <a:pos x="64" y="266"/>
                  </a:cxn>
                  <a:cxn ang="0">
                    <a:pos x="64" y="266"/>
                  </a:cxn>
                  <a:cxn ang="0">
                    <a:pos x="66" y="266"/>
                  </a:cxn>
                  <a:cxn ang="0">
                    <a:pos x="66" y="266"/>
                  </a:cxn>
                  <a:cxn ang="0">
                    <a:pos x="66" y="263"/>
                  </a:cxn>
                  <a:cxn ang="0">
                    <a:pos x="66" y="263"/>
                  </a:cxn>
                  <a:cxn ang="0">
                    <a:pos x="68" y="250"/>
                  </a:cxn>
                  <a:cxn ang="0">
                    <a:pos x="69" y="237"/>
                  </a:cxn>
                  <a:cxn ang="0">
                    <a:pos x="71" y="223"/>
                  </a:cxn>
                  <a:cxn ang="0">
                    <a:pos x="77" y="212"/>
                  </a:cxn>
                  <a:cxn ang="0">
                    <a:pos x="80" y="199"/>
                  </a:cxn>
                  <a:cxn ang="0">
                    <a:pos x="87" y="188"/>
                  </a:cxn>
                  <a:cxn ang="0">
                    <a:pos x="102" y="166"/>
                  </a:cxn>
                  <a:cxn ang="0">
                    <a:pos x="102" y="166"/>
                  </a:cxn>
                  <a:cxn ang="0">
                    <a:pos x="113" y="154"/>
                  </a:cxn>
                  <a:cxn ang="0">
                    <a:pos x="126" y="145"/>
                  </a:cxn>
                  <a:cxn ang="0">
                    <a:pos x="138" y="134"/>
                  </a:cxn>
                  <a:cxn ang="0">
                    <a:pos x="153" y="127"/>
                  </a:cxn>
                  <a:cxn ang="0">
                    <a:pos x="153" y="127"/>
                  </a:cxn>
                  <a:cxn ang="0">
                    <a:pos x="167" y="121"/>
                  </a:cxn>
                  <a:cxn ang="0">
                    <a:pos x="184" y="116"/>
                  </a:cxn>
                  <a:cxn ang="0">
                    <a:pos x="198" y="114"/>
                  </a:cxn>
                  <a:cxn ang="0">
                    <a:pos x="216" y="112"/>
                  </a:cxn>
                  <a:cxn ang="0">
                    <a:pos x="216" y="161"/>
                  </a:cxn>
                  <a:cxn ang="0">
                    <a:pos x="216" y="161"/>
                  </a:cxn>
                  <a:cxn ang="0">
                    <a:pos x="218" y="165"/>
                  </a:cxn>
                  <a:cxn ang="0">
                    <a:pos x="218" y="165"/>
                  </a:cxn>
                  <a:cxn ang="0">
                    <a:pos x="220" y="165"/>
                  </a:cxn>
                  <a:cxn ang="0">
                    <a:pos x="300" y="85"/>
                  </a:cxn>
                  <a:cxn ang="0">
                    <a:pos x="300" y="85"/>
                  </a:cxn>
                  <a:cxn ang="0">
                    <a:pos x="301" y="83"/>
                  </a:cxn>
                  <a:cxn ang="0">
                    <a:pos x="300" y="79"/>
                  </a:cxn>
                  <a:cxn ang="0">
                    <a:pos x="300" y="79"/>
                  </a:cxn>
                </a:cxnLst>
                <a:rect l="0" t="0" r="r" b="b"/>
                <a:pathLst>
                  <a:path w="301" h="266">
                    <a:moveTo>
                      <a:pt x="300" y="79"/>
                    </a:moveTo>
                    <a:lnTo>
                      <a:pt x="220" y="1"/>
                    </a:lnTo>
                    <a:lnTo>
                      <a:pt x="220" y="1"/>
                    </a:lnTo>
                    <a:lnTo>
                      <a:pt x="218" y="0"/>
                    </a:lnTo>
                    <a:lnTo>
                      <a:pt x="218" y="0"/>
                    </a:lnTo>
                    <a:lnTo>
                      <a:pt x="216" y="3"/>
                    </a:lnTo>
                    <a:lnTo>
                      <a:pt x="216" y="47"/>
                    </a:lnTo>
                    <a:lnTo>
                      <a:pt x="216" y="47"/>
                    </a:lnTo>
                    <a:lnTo>
                      <a:pt x="200" y="49"/>
                    </a:lnTo>
                    <a:lnTo>
                      <a:pt x="185" y="50"/>
                    </a:lnTo>
                    <a:lnTo>
                      <a:pt x="155" y="56"/>
                    </a:lnTo>
                    <a:lnTo>
                      <a:pt x="127" y="67"/>
                    </a:lnTo>
                    <a:lnTo>
                      <a:pt x="102" y="81"/>
                    </a:lnTo>
                    <a:lnTo>
                      <a:pt x="102" y="81"/>
                    </a:lnTo>
                    <a:lnTo>
                      <a:pt x="87" y="90"/>
                    </a:lnTo>
                    <a:lnTo>
                      <a:pt x="75" y="101"/>
                    </a:lnTo>
                    <a:lnTo>
                      <a:pt x="62" y="114"/>
                    </a:lnTo>
                    <a:lnTo>
                      <a:pt x="49" y="127"/>
                    </a:lnTo>
                    <a:lnTo>
                      <a:pt x="49" y="127"/>
                    </a:lnTo>
                    <a:lnTo>
                      <a:pt x="39" y="141"/>
                    </a:lnTo>
                    <a:lnTo>
                      <a:pt x="29" y="157"/>
                    </a:lnTo>
                    <a:lnTo>
                      <a:pt x="20" y="172"/>
                    </a:lnTo>
                    <a:lnTo>
                      <a:pt x="15" y="190"/>
                    </a:lnTo>
                    <a:lnTo>
                      <a:pt x="10" y="206"/>
                    </a:lnTo>
                    <a:lnTo>
                      <a:pt x="4" y="224"/>
                    </a:lnTo>
                    <a:lnTo>
                      <a:pt x="2" y="244"/>
                    </a:lnTo>
                    <a:lnTo>
                      <a:pt x="0" y="263"/>
                    </a:lnTo>
                    <a:lnTo>
                      <a:pt x="0" y="263"/>
                    </a:lnTo>
                    <a:lnTo>
                      <a:pt x="2" y="266"/>
                    </a:lnTo>
                    <a:lnTo>
                      <a:pt x="4" y="266"/>
                    </a:lnTo>
                    <a:lnTo>
                      <a:pt x="64" y="266"/>
                    </a:lnTo>
                    <a:lnTo>
                      <a:pt x="64" y="266"/>
                    </a:lnTo>
                    <a:lnTo>
                      <a:pt x="66" y="266"/>
                    </a:lnTo>
                    <a:lnTo>
                      <a:pt x="66" y="266"/>
                    </a:lnTo>
                    <a:lnTo>
                      <a:pt x="66" y="263"/>
                    </a:lnTo>
                    <a:lnTo>
                      <a:pt x="66" y="263"/>
                    </a:lnTo>
                    <a:lnTo>
                      <a:pt x="68" y="250"/>
                    </a:lnTo>
                    <a:lnTo>
                      <a:pt x="69" y="237"/>
                    </a:lnTo>
                    <a:lnTo>
                      <a:pt x="71" y="223"/>
                    </a:lnTo>
                    <a:lnTo>
                      <a:pt x="77" y="212"/>
                    </a:lnTo>
                    <a:lnTo>
                      <a:pt x="80" y="199"/>
                    </a:lnTo>
                    <a:lnTo>
                      <a:pt x="87" y="188"/>
                    </a:lnTo>
                    <a:lnTo>
                      <a:pt x="102" y="166"/>
                    </a:lnTo>
                    <a:lnTo>
                      <a:pt x="102" y="166"/>
                    </a:lnTo>
                    <a:lnTo>
                      <a:pt x="113" y="154"/>
                    </a:lnTo>
                    <a:lnTo>
                      <a:pt x="126" y="145"/>
                    </a:lnTo>
                    <a:lnTo>
                      <a:pt x="138" y="134"/>
                    </a:lnTo>
                    <a:lnTo>
                      <a:pt x="153" y="127"/>
                    </a:lnTo>
                    <a:lnTo>
                      <a:pt x="153" y="127"/>
                    </a:lnTo>
                    <a:lnTo>
                      <a:pt x="167" y="121"/>
                    </a:lnTo>
                    <a:lnTo>
                      <a:pt x="184" y="116"/>
                    </a:lnTo>
                    <a:lnTo>
                      <a:pt x="198" y="114"/>
                    </a:lnTo>
                    <a:lnTo>
                      <a:pt x="216" y="112"/>
                    </a:lnTo>
                    <a:lnTo>
                      <a:pt x="216" y="161"/>
                    </a:lnTo>
                    <a:lnTo>
                      <a:pt x="216" y="161"/>
                    </a:lnTo>
                    <a:lnTo>
                      <a:pt x="218" y="165"/>
                    </a:lnTo>
                    <a:lnTo>
                      <a:pt x="218" y="165"/>
                    </a:lnTo>
                    <a:lnTo>
                      <a:pt x="220" y="165"/>
                    </a:lnTo>
                    <a:lnTo>
                      <a:pt x="300" y="85"/>
                    </a:lnTo>
                    <a:lnTo>
                      <a:pt x="300" y="85"/>
                    </a:lnTo>
                    <a:lnTo>
                      <a:pt x="301" y="83"/>
                    </a:lnTo>
                    <a:lnTo>
                      <a:pt x="300" y="79"/>
                    </a:lnTo>
                    <a:lnTo>
                      <a:pt x="300" y="7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dirty="0">
                  <a:solidFill>
                    <a:srgbClr val="000000"/>
                  </a:solidFill>
                  <a:latin typeface="Calibri"/>
                  <a:cs typeface="Simplified Arabic" panose="02020603050405020304" pitchFamily="18" charset="-78"/>
                </a:endParaRPr>
              </a:p>
            </p:txBody>
          </p:sp>
        </p:grpSp>
      </p:grpSp>
      <p:sp>
        <p:nvSpPr>
          <p:cNvPr id="33" name="Rectangle 32"/>
          <p:cNvSpPr/>
          <p:nvPr/>
        </p:nvSpPr>
        <p:spPr>
          <a:xfrm>
            <a:off x="0" y="74608"/>
            <a:ext cx="12192000" cy="1864939"/>
          </a:xfrm>
          <a:prstGeom prst="rect">
            <a:avLst/>
          </a:prstGeom>
          <a:solidFill>
            <a:schemeClr val="tx2">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7" name="TextBox 36"/>
          <p:cNvSpPr txBox="1"/>
          <p:nvPr/>
        </p:nvSpPr>
        <p:spPr>
          <a:xfrm>
            <a:off x="3430572" y="532944"/>
            <a:ext cx="5187639" cy="830997"/>
          </a:xfrm>
          <a:prstGeom prst="rect">
            <a:avLst/>
          </a:prstGeom>
          <a:noFill/>
        </p:spPr>
        <p:txBody>
          <a:bodyPr wrap="none" rtlCol="0">
            <a:spAutoFit/>
          </a:bodyPr>
          <a:lstStyle/>
          <a:p>
            <a:pPr rtl="1"/>
            <a:r>
              <a:rPr lang="ar-SA" sz="4800" b="1" u="sng" dirty="0">
                <a:solidFill>
                  <a:srgbClr val="FFFF00"/>
                </a:solidFill>
                <a:cs typeface="Simplified Arabic" panose="02020603050405020304" pitchFamily="18" charset="-78"/>
              </a:rPr>
              <a:t>5-	أدوات قوقل التعليمية</a:t>
            </a:r>
          </a:p>
        </p:txBody>
      </p:sp>
      <p:sp>
        <p:nvSpPr>
          <p:cNvPr id="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694335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wipe(left)">
                                      <p:cBhvr>
                                        <p:cTn id="7" dur="500"/>
                                        <p:tgtEl>
                                          <p:spTgt spid="33"/>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37"/>
                                        </p:tgtEl>
                                        <p:attrNameLst>
                                          <p:attrName>style.visibility</p:attrName>
                                        </p:attrNameLst>
                                      </p:cBhvr>
                                      <p:to>
                                        <p:strVal val="visible"/>
                                      </p:to>
                                    </p:se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Left)">
                                      <p:cBhvr>
                                        <p:cTn id="14" dur="500"/>
                                        <p:tgtEl>
                                          <p:spTgt spid="7"/>
                                        </p:tgtEl>
                                      </p:cBhvr>
                                    </p:animEffect>
                                  </p:childTnLst>
                                </p:cTn>
                              </p:par>
                              <p:par>
                                <p:cTn id="15" presetID="12" presetClass="entr" presetSubtype="8" fill="hold" grpId="0" nodeType="withEffect">
                                  <p:stCondLst>
                                    <p:cond delay="0"/>
                                  </p:stCondLst>
                                  <p:childTnLst>
                                    <p:set>
                                      <p:cBhvr>
                                        <p:cTn id="16" dur="1" fill="hold">
                                          <p:stCondLst>
                                            <p:cond delay="0"/>
                                          </p:stCondLst>
                                        </p:cTn>
                                        <p:tgtEl>
                                          <p:spTgt spid="46"/>
                                        </p:tgtEl>
                                        <p:attrNameLst>
                                          <p:attrName>style.visibility</p:attrName>
                                        </p:attrNameLst>
                                      </p:cBhvr>
                                      <p:to>
                                        <p:strVal val="visible"/>
                                      </p:to>
                                    </p:set>
                                    <p:animEffect transition="in" filter="slide(fromLeft)">
                                      <p:cBhvr>
                                        <p:cTn id="17" dur="500"/>
                                        <p:tgtEl>
                                          <p:spTgt spid="46"/>
                                        </p:tgtEl>
                                      </p:cBhvr>
                                    </p:animEffect>
                                  </p:childTnLst>
                                </p:cTn>
                              </p:par>
                            </p:childTnLst>
                          </p:cTn>
                        </p:par>
                        <p:par>
                          <p:cTn id="18" fill="hold">
                            <p:stCondLst>
                              <p:cond delay="1000"/>
                            </p:stCondLst>
                            <p:childTnLst>
                              <p:par>
                                <p:cTn id="19" presetID="12" presetClass="entr" presetSubtype="8" fill="hold"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slide(fromLeft)">
                                      <p:cBhvr>
                                        <p:cTn id="21" dur="500"/>
                                        <p:tgtEl>
                                          <p:spTgt spid="8"/>
                                        </p:tgtEl>
                                      </p:cBhvr>
                                    </p:animEffect>
                                  </p:childTnLst>
                                </p:cTn>
                              </p:par>
                            </p:childTnLst>
                          </p:cTn>
                        </p:par>
                        <p:par>
                          <p:cTn id="22" fill="hold">
                            <p:stCondLst>
                              <p:cond delay="1500"/>
                            </p:stCondLst>
                            <p:childTnLst>
                              <p:par>
                                <p:cTn id="23" presetID="12" presetClass="entr" presetSubtype="4" fill="hold" nodeType="after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slide(fromBottom)">
                                      <p:cBhvr>
                                        <p:cTn id="25" dur="500"/>
                                        <p:tgtEl>
                                          <p:spTgt spid="11"/>
                                        </p:tgtEl>
                                      </p:cBhvr>
                                    </p:animEffect>
                                  </p:childTnLst>
                                </p:cTn>
                              </p:par>
                            </p:childTnLst>
                          </p:cTn>
                        </p:par>
                        <p:par>
                          <p:cTn id="26" fill="hold">
                            <p:stCondLst>
                              <p:cond delay="2000"/>
                            </p:stCondLst>
                            <p:childTnLst>
                              <p:par>
                                <p:cTn id="27" presetID="12" presetClass="entr" presetSubtype="4" fill="hold" nodeType="after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slide(fromBottom)">
                                      <p:cBhvr>
                                        <p:cTn id="29" dur="500"/>
                                        <p:tgtEl>
                                          <p:spTgt spid="23"/>
                                        </p:tgtEl>
                                      </p:cBhvr>
                                    </p:animEffect>
                                  </p:childTnLst>
                                </p:cTn>
                              </p:par>
                            </p:childTnLst>
                          </p:cTn>
                        </p:par>
                        <p:par>
                          <p:cTn id="30" fill="hold">
                            <p:stCondLst>
                              <p:cond delay="2500"/>
                            </p:stCondLst>
                            <p:childTnLst>
                              <p:par>
                                <p:cTn id="31" presetID="12" presetClass="entr" presetSubtype="4"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slide(fromBottom)">
                                      <p:cBhvr>
                                        <p:cTn id="33" dur="500"/>
                                        <p:tgtEl>
                                          <p:spTgt spid="16"/>
                                        </p:tgtEl>
                                      </p:cBhvr>
                                    </p:animEffect>
                                  </p:childTnLst>
                                </p:cTn>
                              </p:par>
                            </p:childTnLst>
                          </p:cTn>
                        </p:par>
                        <p:par>
                          <p:cTn id="34" fill="hold">
                            <p:stCondLst>
                              <p:cond delay="3000"/>
                            </p:stCondLst>
                            <p:childTnLst>
                              <p:par>
                                <p:cTn id="35" presetID="12" presetClass="entr" presetSubtype="8" fill="hold" nodeType="after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slide(fromLeft)">
                                      <p:cBhvr>
                                        <p:cTn id="37" dur="500"/>
                                        <p:tgtEl>
                                          <p:spTgt spid="9"/>
                                        </p:tgtEl>
                                      </p:cBhvr>
                                    </p:animEffect>
                                  </p:childTnLst>
                                </p:cTn>
                              </p:par>
                              <p:par>
                                <p:cTn id="38" presetID="12" presetClass="entr" presetSubtype="8" fill="hold" grpId="0" nodeType="withEffect">
                                  <p:stCondLst>
                                    <p:cond delay="0"/>
                                  </p:stCondLst>
                                  <p:childTnLst>
                                    <p:set>
                                      <p:cBhvr>
                                        <p:cTn id="39" dur="1" fill="hold">
                                          <p:stCondLst>
                                            <p:cond delay="0"/>
                                          </p:stCondLst>
                                        </p:cTn>
                                        <p:tgtEl>
                                          <p:spTgt spid="47"/>
                                        </p:tgtEl>
                                        <p:attrNameLst>
                                          <p:attrName>style.visibility</p:attrName>
                                        </p:attrNameLst>
                                      </p:cBhvr>
                                      <p:to>
                                        <p:strVal val="visible"/>
                                      </p:to>
                                    </p:set>
                                    <p:animEffect transition="in" filter="slide(fromLeft)">
                                      <p:cBhvr>
                                        <p:cTn id="40"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P spid="33" grpId="0" animBg="1"/>
      <p:bldP spid="37" grpId="0"/>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a:stCxn id="10" idx="6"/>
            <a:endCxn id="21" idx="2"/>
          </p:cNvCxnSpPr>
          <p:nvPr/>
        </p:nvCxnSpPr>
        <p:spPr>
          <a:xfrm>
            <a:off x="1270000" y="5538404"/>
            <a:ext cx="9548605" cy="2117"/>
          </a:xfrm>
          <a:prstGeom prst="line">
            <a:avLst/>
          </a:prstGeom>
          <a:ln w="12700" cap="flat">
            <a:solidFill>
              <a:schemeClr val="bg1">
                <a:lumMod val="75000"/>
              </a:schemeClr>
            </a:solidFill>
            <a:prstDash val="sysDash"/>
            <a:round/>
          </a:ln>
        </p:spPr>
        <p:style>
          <a:lnRef idx="1">
            <a:schemeClr val="accent1"/>
          </a:lnRef>
          <a:fillRef idx="0">
            <a:schemeClr val="accent1"/>
          </a:fillRef>
          <a:effectRef idx="0">
            <a:schemeClr val="accent1"/>
          </a:effectRef>
          <a:fontRef idx="minor">
            <a:schemeClr val="tx1"/>
          </a:fontRef>
        </p:style>
      </p:cxnSp>
      <p:grpSp>
        <p:nvGrpSpPr>
          <p:cNvPr id="7" name="Group 69"/>
          <p:cNvGrpSpPr/>
          <p:nvPr/>
        </p:nvGrpSpPr>
        <p:grpSpPr>
          <a:xfrm>
            <a:off x="341032" y="5073920"/>
            <a:ext cx="928968" cy="928968"/>
            <a:chOff x="255774" y="3805440"/>
            <a:chExt cx="696726" cy="696726"/>
          </a:xfrm>
        </p:grpSpPr>
        <p:sp>
          <p:nvSpPr>
            <p:cNvPr id="10" name="Oval 9"/>
            <p:cNvSpPr/>
            <p:nvPr/>
          </p:nvSpPr>
          <p:spPr>
            <a:xfrm>
              <a:off x="25577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1" name="Isosceles Triangle 40"/>
            <p:cNvSpPr/>
            <p:nvPr/>
          </p:nvSpPr>
          <p:spPr>
            <a:xfrm rot="5400000">
              <a:off x="493716" y="4019782"/>
              <a:ext cx="279448" cy="240904"/>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9" name="Group 70"/>
          <p:cNvGrpSpPr/>
          <p:nvPr/>
        </p:nvGrpSpPr>
        <p:grpSpPr>
          <a:xfrm>
            <a:off x="10818605" y="5073920"/>
            <a:ext cx="928968" cy="928968"/>
            <a:chOff x="8113954" y="3805440"/>
            <a:chExt cx="696726" cy="696726"/>
          </a:xfrm>
        </p:grpSpPr>
        <p:sp>
          <p:nvSpPr>
            <p:cNvPr id="21" name="Oval 20"/>
            <p:cNvSpPr/>
            <p:nvPr/>
          </p:nvSpPr>
          <p:spPr>
            <a:xfrm>
              <a:off x="811395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3" name="Rectangle 42"/>
            <p:cNvSpPr/>
            <p:nvPr/>
          </p:nvSpPr>
          <p:spPr>
            <a:xfrm>
              <a:off x="8358214" y="4048124"/>
              <a:ext cx="238120" cy="23812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46" name="Rectangle 45"/>
          <p:cNvSpPr/>
          <p:nvPr/>
        </p:nvSpPr>
        <p:spPr>
          <a:xfrm>
            <a:off x="1613487" y="5553910"/>
            <a:ext cx="619080" cy="338554"/>
          </a:xfrm>
          <a:prstGeom prst="rect">
            <a:avLst/>
          </a:prstGeom>
        </p:spPr>
        <p:txBody>
          <a:bodyPr wrap="none">
            <a:spAutoFit/>
          </a:bodyPr>
          <a:lstStyle/>
          <a:p>
            <a:pPr fontAlgn="auto">
              <a:spcBef>
                <a:spcPts val="0"/>
              </a:spcBef>
              <a:spcAft>
                <a:spcPts val="0"/>
              </a:spcAft>
            </a:pPr>
            <a:r>
              <a:rPr lang="en-US" sz="1600" dirty="0">
                <a:solidFill>
                  <a:prstClr val="white">
                    <a:lumMod val="65000"/>
                  </a:prstClr>
                </a:solidFill>
                <a:latin typeface="Open Sans" pitchFamily="34" charset="0"/>
                <a:ea typeface="Open Sans" pitchFamily="34" charset="0"/>
                <a:cs typeface="Open Sans" pitchFamily="34" charset="0"/>
              </a:rPr>
              <a:t>Start</a:t>
            </a:r>
          </a:p>
        </p:txBody>
      </p:sp>
      <p:sp>
        <p:nvSpPr>
          <p:cNvPr id="47" name="Rectangle 46"/>
          <p:cNvSpPr/>
          <p:nvPr/>
        </p:nvSpPr>
        <p:spPr>
          <a:xfrm>
            <a:off x="9598652" y="5611352"/>
            <a:ext cx="729687" cy="338554"/>
          </a:xfrm>
          <a:prstGeom prst="rect">
            <a:avLst/>
          </a:prstGeom>
        </p:spPr>
        <p:txBody>
          <a:bodyPr wrap="none">
            <a:spAutoFit/>
          </a:bodyPr>
          <a:lstStyle/>
          <a:p>
            <a:pPr fontAlgn="auto">
              <a:spcBef>
                <a:spcPts val="0"/>
              </a:spcBef>
              <a:spcAft>
                <a:spcPts val="0"/>
              </a:spcAft>
            </a:pPr>
            <a:r>
              <a:rPr lang="en-US" sz="1600" dirty="0">
                <a:solidFill>
                  <a:prstClr val="white">
                    <a:lumMod val="65000"/>
                  </a:prstClr>
                </a:solidFill>
                <a:latin typeface="Open Sans" pitchFamily="34" charset="0"/>
                <a:ea typeface="Open Sans" pitchFamily="34" charset="0"/>
                <a:cs typeface="Open Sans" pitchFamily="34" charset="0"/>
              </a:rPr>
              <a:t>Finish</a:t>
            </a:r>
          </a:p>
        </p:txBody>
      </p:sp>
      <p:grpSp>
        <p:nvGrpSpPr>
          <p:cNvPr id="11" name="Group 61"/>
          <p:cNvGrpSpPr/>
          <p:nvPr/>
        </p:nvGrpSpPr>
        <p:grpSpPr>
          <a:xfrm>
            <a:off x="1799361" y="2133997"/>
            <a:ext cx="3032868" cy="3493725"/>
            <a:chOff x="2005914" y="1637612"/>
            <a:chExt cx="2274651" cy="2620294"/>
          </a:xfrm>
        </p:grpSpPr>
        <p:sp>
          <p:nvSpPr>
            <p:cNvPr id="13" name="Oval 12"/>
            <p:cNvSpPr/>
            <p:nvPr/>
          </p:nvSpPr>
          <p:spPr>
            <a:xfrm>
              <a:off x="211128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Rectangle 43"/>
            <p:cNvSpPr/>
            <p:nvPr/>
          </p:nvSpPr>
          <p:spPr>
            <a:xfrm>
              <a:off x="2178080" y="2423549"/>
              <a:ext cx="2102485" cy="1685077"/>
            </a:xfrm>
            <a:prstGeom prst="rect">
              <a:avLst/>
            </a:prstGeom>
          </p:spPr>
          <p:txBody>
            <a:bodyPr wrap="square">
              <a:spAutoFit/>
            </a:bodyPr>
            <a:lstStyle/>
            <a:p>
              <a:pPr algn="ctr" rtl="1" fontAlgn="auto">
                <a:spcBef>
                  <a:spcPts val="0"/>
                </a:spcBef>
                <a:spcAft>
                  <a:spcPts val="0"/>
                </a:spcAft>
              </a:pPr>
              <a:r>
                <a:rPr lang="en-US" sz="2800" b="1" dirty="0" smtClean="0">
                  <a:solidFill>
                    <a:srgbClr val="000000"/>
                  </a:solidFill>
                  <a:cs typeface="Simplified Arabic" panose="02020603050405020304" pitchFamily="18" charset="-78"/>
                </a:rPr>
                <a:t> </a:t>
              </a:r>
              <a:r>
                <a:rPr lang="en-US" sz="2800" b="1" u="sng" dirty="0" smtClean="0">
                  <a:solidFill>
                    <a:srgbClr val="000000"/>
                  </a:solidFill>
                  <a:cs typeface="Simplified Arabic" panose="02020603050405020304" pitchFamily="18" charset="-78"/>
                </a:rPr>
                <a:t>News </a:t>
              </a:r>
              <a:r>
                <a:rPr lang="en-US" sz="2800" b="1" u="sng" dirty="0">
                  <a:solidFill>
                    <a:srgbClr val="000000"/>
                  </a:solidFill>
                  <a:cs typeface="Simplified Arabic" panose="02020603050405020304" pitchFamily="18" charset="-78"/>
                </a:rPr>
                <a:t>Google</a:t>
              </a:r>
              <a:r>
                <a:rPr lang="en-US" sz="2800" b="1" u="sng" dirty="0" smtClean="0">
                  <a:solidFill>
                    <a:srgbClr val="000000"/>
                  </a:solidFill>
                  <a:cs typeface="Simplified Arabic" panose="02020603050405020304" pitchFamily="18" charset="-78"/>
                </a:rPr>
                <a:t>:</a:t>
              </a:r>
            </a:p>
            <a:p>
              <a:pPr algn="ctr" rtl="1" fontAlgn="auto">
                <a:spcBef>
                  <a:spcPts val="0"/>
                </a:spcBef>
                <a:spcAft>
                  <a:spcPts val="0"/>
                </a:spcAft>
              </a:pPr>
              <a:r>
                <a:rPr lang="en-US" sz="2800" b="1" dirty="0" smtClean="0">
                  <a:solidFill>
                    <a:srgbClr val="000000"/>
                  </a:solidFill>
                  <a:cs typeface="Simplified Arabic" panose="02020603050405020304" pitchFamily="18" charset="-78"/>
                </a:rPr>
                <a:t> </a:t>
              </a:r>
              <a:r>
                <a:rPr lang="ar-SA" sz="2800" b="1" dirty="0">
                  <a:solidFill>
                    <a:srgbClr val="000000"/>
                  </a:solidFill>
                  <a:cs typeface="Simplified Arabic" panose="02020603050405020304" pitchFamily="18" charset="-78"/>
                </a:rPr>
                <a:t>يستقى موقع أخبار قوقل، أخباره من مصادر الأخبار الرئيسية </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cxnSp>
          <p:nvCxnSpPr>
            <p:cNvPr id="27" name="Straight Connector 26"/>
            <p:cNvCxnSpPr/>
            <p:nvPr/>
          </p:nvCxnSpPr>
          <p:spPr>
            <a:xfrm rot="16200000" flipH="1">
              <a:off x="1337273"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4" name="Group 59"/>
            <p:cNvGrpSpPr/>
            <p:nvPr/>
          </p:nvGrpSpPr>
          <p:grpSpPr>
            <a:xfrm>
              <a:off x="2005914" y="1637612"/>
              <a:ext cx="418280" cy="418280"/>
              <a:chOff x="2005914" y="1637612"/>
              <a:chExt cx="418280" cy="418280"/>
            </a:xfrm>
          </p:grpSpPr>
          <p:sp>
            <p:nvSpPr>
              <p:cNvPr id="26" name="Teardrop 25"/>
              <p:cNvSpPr/>
              <p:nvPr/>
            </p:nvSpPr>
            <p:spPr>
              <a:xfrm rot="8100000">
                <a:off x="2005914" y="1637612"/>
                <a:ext cx="418280" cy="418280"/>
              </a:xfrm>
              <a:prstGeom prst="teardrop">
                <a:avLst>
                  <a:gd name="adj" fmla="val 13161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4" name="Freeform 63"/>
              <p:cNvSpPr>
                <a:spLocks noEditPoints="1"/>
              </p:cNvSpPr>
              <p:nvPr/>
            </p:nvSpPr>
            <p:spPr bwMode="auto">
              <a:xfrm>
                <a:off x="2115407" y="1762183"/>
                <a:ext cx="199914" cy="171356"/>
              </a:xfrm>
              <a:custGeom>
                <a:avLst/>
                <a:gdLst/>
                <a:ahLst/>
                <a:cxnLst>
                  <a:cxn ang="0">
                    <a:pos x="15" y="2"/>
                  </a:cxn>
                  <a:cxn ang="0">
                    <a:pos x="0" y="4"/>
                  </a:cxn>
                  <a:cxn ang="0">
                    <a:pos x="0" y="62"/>
                  </a:cxn>
                  <a:cxn ang="0">
                    <a:pos x="9" y="71"/>
                  </a:cxn>
                  <a:cxn ang="0">
                    <a:pos x="53" y="45"/>
                  </a:cxn>
                  <a:cxn ang="0">
                    <a:pos x="58" y="31"/>
                  </a:cxn>
                  <a:cxn ang="0">
                    <a:pos x="307" y="11"/>
                  </a:cxn>
                  <a:cxn ang="0">
                    <a:pos x="95" y="11"/>
                  </a:cxn>
                  <a:cxn ang="0">
                    <a:pos x="85" y="27"/>
                  </a:cxn>
                  <a:cxn ang="0">
                    <a:pos x="85" y="51"/>
                  </a:cxn>
                  <a:cxn ang="0">
                    <a:pos x="102" y="62"/>
                  </a:cxn>
                  <a:cxn ang="0">
                    <a:pos x="314" y="60"/>
                  </a:cxn>
                  <a:cxn ang="0">
                    <a:pos x="323" y="43"/>
                  </a:cxn>
                  <a:cxn ang="0">
                    <a:pos x="323" y="20"/>
                  </a:cxn>
                  <a:cxn ang="0">
                    <a:pos x="307" y="11"/>
                  </a:cxn>
                  <a:cxn ang="0">
                    <a:pos x="53" y="147"/>
                  </a:cxn>
                  <a:cxn ang="0">
                    <a:pos x="60" y="138"/>
                  </a:cxn>
                  <a:cxn ang="0">
                    <a:pos x="15" y="112"/>
                  </a:cxn>
                  <a:cxn ang="0">
                    <a:pos x="4" y="111"/>
                  </a:cxn>
                  <a:cxn ang="0">
                    <a:pos x="0" y="163"/>
                  </a:cxn>
                  <a:cxn ang="0">
                    <a:pos x="4" y="172"/>
                  </a:cxn>
                  <a:cxn ang="0">
                    <a:pos x="15" y="172"/>
                  </a:cxn>
                  <a:cxn ang="0">
                    <a:pos x="102" y="112"/>
                  </a:cxn>
                  <a:cxn ang="0">
                    <a:pos x="85" y="123"/>
                  </a:cxn>
                  <a:cxn ang="0">
                    <a:pos x="85" y="147"/>
                  </a:cxn>
                  <a:cxn ang="0">
                    <a:pos x="95" y="163"/>
                  </a:cxn>
                  <a:cxn ang="0">
                    <a:pos x="307" y="163"/>
                  </a:cxn>
                  <a:cxn ang="0">
                    <a:pos x="323" y="154"/>
                  </a:cxn>
                  <a:cxn ang="0">
                    <a:pos x="323" y="129"/>
                  </a:cxn>
                  <a:cxn ang="0">
                    <a:pos x="314" y="114"/>
                  </a:cxn>
                  <a:cxn ang="0">
                    <a:pos x="53" y="232"/>
                  </a:cxn>
                  <a:cxn ang="0">
                    <a:pos x="9" y="205"/>
                  </a:cxn>
                  <a:cxn ang="0">
                    <a:pos x="0" y="214"/>
                  </a:cxn>
                  <a:cxn ang="0">
                    <a:pos x="0" y="272"/>
                  </a:cxn>
                  <a:cxn ang="0">
                    <a:pos x="15" y="274"/>
                  </a:cxn>
                  <a:cxn ang="0">
                    <a:pos x="58" y="245"/>
                  </a:cxn>
                  <a:cxn ang="0">
                    <a:pos x="53" y="232"/>
                  </a:cxn>
                  <a:cxn ang="0">
                    <a:pos x="102" y="214"/>
                  </a:cxn>
                  <a:cxn ang="0">
                    <a:pos x="91" y="219"/>
                  </a:cxn>
                  <a:cxn ang="0">
                    <a:pos x="85" y="248"/>
                  </a:cxn>
                  <a:cxn ang="0">
                    <a:pos x="91" y="261"/>
                  </a:cxn>
                  <a:cxn ang="0">
                    <a:pos x="307" y="266"/>
                  </a:cxn>
                  <a:cxn ang="0">
                    <a:pos x="319" y="261"/>
                  </a:cxn>
                  <a:cxn ang="0">
                    <a:pos x="323" y="232"/>
                  </a:cxn>
                  <a:cxn ang="0">
                    <a:pos x="319" y="219"/>
                  </a:cxn>
                  <a:cxn ang="0">
                    <a:pos x="307" y="214"/>
                  </a:cxn>
                </a:cxnLst>
                <a:rect l="0" t="0" r="r" b="b"/>
                <a:pathLst>
                  <a:path w="323" h="275">
                    <a:moveTo>
                      <a:pt x="53" y="27"/>
                    </a:moveTo>
                    <a:lnTo>
                      <a:pt x="15" y="2"/>
                    </a:lnTo>
                    <a:lnTo>
                      <a:pt x="15" y="2"/>
                    </a:lnTo>
                    <a:lnTo>
                      <a:pt x="9" y="0"/>
                    </a:lnTo>
                    <a:lnTo>
                      <a:pt x="4" y="0"/>
                    </a:lnTo>
                    <a:lnTo>
                      <a:pt x="0" y="4"/>
                    </a:lnTo>
                    <a:lnTo>
                      <a:pt x="0" y="11"/>
                    </a:lnTo>
                    <a:lnTo>
                      <a:pt x="0" y="62"/>
                    </a:lnTo>
                    <a:lnTo>
                      <a:pt x="0" y="62"/>
                    </a:lnTo>
                    <a:lnTo>
                      <a:pt x="0" y="67"/>
                    </a:lnTo>
                    <a:lnTo>
                      <a:pt x="4" y="71"/>
                    </a:lnTo>
                    <a:lnTo>
                      <a:pt x="9" y="71"/>
                    </a:lnTo>
                    <a:lnTo>
                      <a:pt x="15" y="69"/>
                    </a:lnTo>
                    <a:lnTo>
                      <a:pt x="53" y="45"/>
                    </a:lnTo>
                    <a:lnTo>
                      <a:pt x="53" y="45"/>
                    </a:lnTo>
                    <a:lnTo>
                      <a:pt x="58" y="40"/>
                    </a:lnTo>
                    <a:lnTo>
                      <a:pt x="60" y="36"/>
                    </a:lnTo>
                    <a:lnTo>
                      <a:pt x="58" y="31"/>
                    </a:lnTo>
                    <a:lnTo>
                      <a:pt x="53" y="27"/>
                    </a:lnTo>
                    <a:lnTo>
                      <a:pt x="53" y="27"/>
                    </a:lnTo>
                    <a:close/>
                    <a:moveTo>
                      <a:pt x="307" y="11"/>
                    </a:moveTo>
                    <a:lnTo>
                      <a:pt x="102" y="11"/>
                    </a:lnTo>
                    <a:lnTo>
                      <a:pt x="102" y="11"/>
                    </a:lnTo>
                    <a:lnTo>
                      <a:pt x="95" y="11"/>
                    </a:lnTo>
                    <a:lnTo>
                      <a:pt x="91" y="14"/>
                    </a:lnTo>
                    <a:lnTo>
                      <a:pt x="85" y="20"/>
                    </a:lnTo>
                    <a:lnTo>
                      <a:pt x="85" y="27"/>
                    </a:lnTo>
                    <a:lnTo>
                      <a:pt x="85" y="43"/>
                    </a:lnTo>
                    <a:lnTo>
                      <a:pt x="85" y="43"/>
                    </a:lnTo>
                    <a:lnTo>
                      <a:pt x="85" y="51"/>
                    </a:lnTo>
                    <a:lnTo>
                      <a:pt x="91" y="56"/>
                    </a:lnTo>
                    <a:lnTo>
                      <a:pt x="95" y="60"/>
                    </a:lnTo>
                    <a:lnTo>
                      <a:pt x="102" y="62"/>
                    </a:lnTo>
                    <a:lnTo>
                      <a:pt x="307" y="62"/>
                    </a:lnTo>
                    <a:lnTo>
                      <a:pt x="307" y="62"/>
                    </a:lnTo>
                    <a:lnTo>
                      <a:pt x="314" y="60"/>
                    </a:lnTo>
                    <a:lnTo>
                      <a:pt x="319" y="56"/>
                    </a:lnTo>
                    <a:lnTo>
                      <a:pt x="323" y="51"/>
                    </a:lnTo>
                    <a:lnTo>
                      <a:pt x="323" y="43"/>
                    </a:lnTo>
                    <a:lnTo>
                      <a:pt x="323" y="27"/>
                    </a:lnTo>
                    <a:lnTo>
                      <a:pt x="323" y="27"/>
                    </a:lnTo>
                    <a:lnTo>
                      <a:pt x="323" y="20"/>
                    </a:lnTo>
                    <a:lnTo>
                      <a:pt x="319" y="14"/>
                    </a:lnTo>
                    <a:lnTo>
                      <a:pt x="314" y="11"/>
                    </a:lnTo>
                    <a:lnTo>
                      <a:pt x="307" y="11"/>
                    </a:lnTo>
                    <a:lnTo>
                      <a:pt x="307" y="11"/>
                    </a:lnTo>
                    <a:close/>
                    <a:moveTo>
                      <a:pt x="15" y="172"/>
                    </a:moveTo>
                    <a:lnTo>
                      <a:pt x="53" y="147"/>
                    </a:lnTo>
                    <a:lnTo>
                      <a:pt x="53" y="147"/>
                    </a:lnTo>
                    <a:lnTo>
                      <a:pt x="58" y="143"/>
                    </a:lnTo>
                    <a:lnTo>
                      <a:pt x="60" y="138"/>
                    </a:lnTo>
                    <a:lnTo>
                      <a:pt x="58" y="134"/>
                    </a:lnTo>
                    <a:lnTo>
                      <a:pt x="53" y="130"/>
                    </a:lnTo>
                    <a:lnTo>
                      <a:pt x="15" y="112"/>
                    </a:lnTo>
                    <a:lnTo>
                      <a:pt x="15" y="112"/>
                    </a:lnTo>
                    <a:lnTo>
                      <a:pt x="9" y="111"/>
                    </a:lnTo>
                    <a:lnTo>
                      <a:pt x="4" y="111"/>
                    </a:lnTo>
                    <a:lnTo>
                      <a:pt x="0" y="114"/>
                    </a:lnTo>
                    <a:lnTo>
                      <a:pt x="0" y="121"/>
                    </a:lnTo>
                    <a:lnTo>
                      <a:pt x="0" y="163"/>
                    </a:lnTo>
                    <a:lnTo>
                      <a:pt x="0" y="163"/>
                    </a:lnTo>
                    <a:lnTo>
                      <a:pt x="0" y="170"/>
                    </a:lnTo>
                    <a:lnTo>
                      <a:pt x="4" y="172"/>
                    </a:lnTo>
                    <a:lnTo>
                      <a:pt x="9" y="174"/>
                    </a:lnTo>
                    <a:lnTo>
                      <a:pt x="15" y="172"/>
                    </a:lnTo>
                    <a:lnTo>
                      <a:pt x="15" y="172"/>
                    </a:lnTo>
                    <a:close/>
                    <a:moveTo>
                      <a:pt x="307" y="112"/>
                    </a:moveTo>
                    <a:lnTo>
                      <a:pt x="102" y="112"/>
                    </a:lnTo>
                    <a:lnTo>
                      <a:pt x="102" y="112"/>
                    </a:lnTo>
                    <a:lnTo>
                      <a:pt x="95" y="114"/>
                    </a:lnTo>
                    <a:lnTo>
                      <a:pt x="91" y="118"/>
                    </a:lnTo>
                    <a:lnTo>
                      <a:pt x="85" y="123"/>
                    </a:lnTo>
                    <a:lnTo>
                      <a:pt x="85" y="129"/>
                    </a:lnTo>
                    <a:lnTo>
                      <a:pt x="85" y="147"/>
                    </a:lnTo>
                    <a:lnTo>
                      <a:pt x="85" y="147"/>
                    </a:lnTo>
                    <a:lnTo>
                      <a:pt x="85" y="154"/>
                    </a:lnTo>
                    <a:lnTo>
                      <a:pt x="91" y="159"/>
                    </a:lnTo>
                    <a:lnTo>
                      <a:pt x="95" y="163"/>
                    </a:lnTo>
                    <a:lnTo>
                      <a:pt x="102" y="163"/>
                    </a:lnTo>
                    <a:lnTo>
                      <a:pt x="307" y="163"/>
                    </a:lnTo>
                    <a:lnTo>
                      <a:pt x="307" y="163"/>
                    </a:lnTo>
                    <a:lnTo>
                      <a:pt x="314" y="163"/>
                    </a:lnTo>
                    <a:lnTo>
                      <a:pt x="319" y="159"/>
                    </a:lnTo>
                    <a:lnTo>
                      <a:pt x="323" y="154"/>
                    </a:lnTo>
                    <a:lnTo>
                      <a:pt x="323" y="147"/>
                    </a:lnTo>
                    <a:lnTo>
                      <a:pt x="323" y="129"/>
                    </a:lnTo>
                    <a:lnTo>
                      <a:pt x="323" y="129"/>
                    </a:lnTo>
                    <a:lnTo>
                      <a:pt x="323" y="123"/>
                    </a:lnTo>
                    <a:lnTo>
                      <a:pt x="319" y="118"/>
                    </a:lnTo>
                    <a:lnTo>
                      <a:pt x="314" y="114"/>
                    </a:lnTo>
                    <a:lnTo>
                      <a:pt x="307" y="112"/>
                    </a:lnTo>
                    <a:lnTo>
                      <a:pt x="307" y="112"/>
                    </a:lnTo>
                    <a:close/>
                    <a:moveTo>
                      <a:pt x="53" y="232"/>
                    </a:moveTo>
                    <a:lnTo>
                      <a:pt x="15" y="207"/>
                    </a:lnTo>
                    <a:lnTo>
                      <a:pt x="15" y="207"/>
                    </a:lnTo>
                    <a:lnTo>
                      <a:pt x="9" y="205"/>
                    </a:lnTo>
                    <a:lnTo>
                      <a:pt x="4" y="205"/>
                    </a:lnTo>
                    <a:lnTo>
                      <a:pt x="0" y="208"/>
                    </a:lnTo>
                    <a:lnTo>
                      <a:pt x="0" y="214"/>
                    </a:lnTo>
                    <a:lnTo>
                      <a:pt x="0" y="266"/>
                    </a:lnTo>
                    <a:lnTo>
                      <a:pt x="0" y="266"/>
                    </a:lnTo>
                    <a:lnTo>
                      <a:pt x="0" y="272"/>
                    </a:lnTo>
                    <a:lnTo>
                      <a:pt x="4" y="275"/>
                    </a:lnTo>
                    <a:lnTo>
                      <a:pt x="9" y="275"/>
                    </a:lnTo>
                    <a:lnTo>
                      <a:pt x="15" y="274"/>
                    </a:lnTo>
                    <a:lnTo>
                      <a:pt x="53" y="250"/>
                    </a:lnTo>
                    <a:lnTo>
                      <a:pt x="53" y="250"/>
                    </a:lnTo>
                    <a:lnTo>
                      <a:pt x="58" y="245"/>
                    </a:lnTo>
                    <a:lnTo>
                      <a:pt x="60" y="241"/>
                    </a:lnTo>
                    <a:lnTo>
                      <a:pt x="58" y="236"/>
                    </a:lnTo>
                    <a:lnTo>
                      <a:pt x="53" y="232"/>
                    </a:lnTo>
                    <a:lnTo>
                      <a:pt x="53" y="232"/>
                    </a:lnTo>
                    <a:close/>
                    <a:moveTo>
                      <a:pt x="307" y="214"/>
                    </a:moveTo>
                    <a:lnTo>
                      <a:pt x="102" y="214"/>
                    </a:lnTo>
                    <a:lnTo>
                      <a:pt x="102" y="214"/>
                    </a:lnTo>
                    <a:lnTo>
                      <a:pt x="95" y="216"/>
                    </a:lnTo>
                    <a:lnTo>
                      <a:pt x="91" y="219"/>
                    </a:lnTo>
                    <a:lnTo>
                      <a:pt x="85" y="225"/>
                    </a:lnTo>
                    <a:lnTo>
                      <a:pt x="85" y="232"/>
                    </a:lnTo>
                    <a:lnTo>
                      <a:pt x="85" y="248"/>
                    </a:lnTo>
                    <a:lnTo>
                      <a:pt x="85" y="248"/>
                    </a:lnTo>
                    <a:lnTo>
                      <a:pt x="85" y="256"/>
                    </a:lnTo>
                    <a:lnTo>
                      <a:pt x="91" y="261"/>
                    </a:lnTo>
                    <a:lnTo>
                      <a:pt x="95" y="265"/>
                    </a:lnTo>
                    <a:lnTo>
                      <a:pt x="102" y="266"/>
                    </a:lnTo>
                    <a:lnTo>
                      <a:pt x="307" y="266"/>
                    </a:lnTo>
                    <a:lnTo>
                      <a:pt x="307" y="266"/>
                    </a:lnTo>
                    <a:lnTo>
                      <a:pt x="314" y="265"/>
                    </a:lnTo>
                    <a:lnTo>
                      <a:pt x="319" y="261"/>
                    </a:lnTo>
                    <a:lnTo>
                      <a:pt x="323" y="256"/>
                    </a:lnTo>
                    <a:lnTo>
                      <a:pt x="323" y="248"/>
                    </a:lnTo>
                    <a:lnTo>
                      <a:pt x="323" y="232"/>
                    </a:lnTo>
                    <a:lnTo>
                      <a:pt x="323" y="232"/>
                    </a:lnTo>
                    <a:lnTo>
                      <a:pt x="323" y="225"/>
                    </a:lnTo>
                    <a:lnTo>
                      <a:pt x="319" y="219"/>
                    </a:lnTo>
                    <a:lnTo>
                      <a:pt x="314" y="216"/>
                    </a:lnTo>
                    <a:lnTo>
                      <a:pt x="307" y="214"/>
                    </a:lnTo>
                    <a:lnTo>
                      <a:pt x="307" y="214"/>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dirty="0">
                  <a:solidFill>
                    <a:srgbClr val="000000"/>
                  </a:solidFill>
                  <a:latin typeface="Calibri"/>
                  <a:cs typeface="Simplified Arabic" panose="02020603050405020304" pitchFamily="18" charset="-78"/>
                </a:endParaRPr>
              </a:p>
            </p:txBody>
          </p:sp>
        </p:grpSp>
      </p:grpSp>
      <p:grpSp>
        <p:nvGrpSpPr>
          <p:cNvPr id="16" name="Group 72"/>
          <p:cNvGrpSpPr/>
          <p:nvPr/>
        </p:nvGrpSpPr>
        <p:grpSpPr>
          <a:xfrm>
            <a:off x="8119262" y="2168734"/>
            <a:ext cx="3642226" cy="3493725"/>
            <a:chOff x="5077748" y="1637612"/>
            <a:chExt cx="2731668" cy="2620294"/>
          </a:xfrm>
        </p:grpSpPr>
        <p:sp>
          <p:nvSpPr>
            <p:cNvPr id="17" name="Oval 16"/>
            <p:cNvSpPr/>
            <p:nvPr/>
          </p:nvSpPr>
          <p:spPr>
            <a:xfrm>
              <a:off x="5183120"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9" name="Straight Connector 38"/>
            <p:cNvCxnSpPr/>
            <p:nvPr/>
          </p:nvCxnSpPr>
          <p:spPr>
            <a:xfrm rot="16200000" flipH="1">
              <a:off x="4409107"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0" name="Rectangle 49"/>
            <p:cNvSpPr/>
            <p:nvPr/>
          </p:nvSpPr>
          <p:spPr>
            <a:xfrm>
              <a:off x="5430771" y="2656413"/>
              <a:ext cx="2378645" cy="1038746"/>
            </a:xfrm>
            <a:prstGeom prst="rect">
              <a:avLst/>
            </a:prstGeom>
          </p:spPr>
          <p:txBody>
            <a:bodyPr wrap="square">
              <a:spAutoFit/>
            </a:bodyPr>
            <a:lstStyle/>
            <a:p>
              <a:pPr algn="ctr" rtl="1" fontAlgn="auto">
                <a:spcBef>
                  <a:spcPts val="0"/>
                </a:spcBef>
                <a:spcAft>
                  <a:spcPts val="0"/>
                </a:spcAft>
              </a:pPr>
              <a:r>
                <a:rPr lang="en-US" sz="2800" b="1" u="sng" dirty="0" smtClean="0">
                  <a:solidFill>
                    <a:srgbClr val="000000"/>
                  </a:solidFill>
                  <a:cs typeface="Simplified Arabic" panose="02020603050405020304" pitchFamily="18" charset="-78"/>
                </a:rPr>
                <a:t> Books </a:t>
              </a:r>
              <a:r>
                <a:rPr lang="en-US" sz="2800" b="1" u="sng" dirty="0">
                  <a:solidFill>
                    <a:srgbClr val="000000"/>
                  </a:solidFill>
                  <a:cs typeface="Simplified Arabic" panose="02020603050405020304" pitchFamily="18" charset="-78"/>
                </a:rPr>
                <a:t>Google: </a:t>
              </a:r>
              <a:endParaRPr lang="en-US" sz="2800" b="1" u="sng" dirty="0" smtClean="0">
                <a:solidFill>
                  <a:srgbClr val="000000"/>
                </a:solidFill>
                <a:cs typeface="Simplified Arabic" panose="02020603050405020304" pitchFamily="18" charset="-78"/>
              </a:endParaRPr>
            </a:p>
            <a:p>
              <a:pPr algn="ctr" rtl="1" fontAlgn="auto">
                <a:spcBef>
                  <a:spcPts val="0"/>
                </a:spcBef>
                <a:spcAft>
                  <a:spcPts val="0"/>
                </a:spcAft>
              </a:pPr>
              <a:r>
                <a:rPr lang="ar-SA" sz="2800" b="1" dirty="0" smtClean="0">
                  <a:solidFill>
                    <a:srgbClr val="000000"/>
                  </a:solidFill>
                  <a:cs typeface="Simplified Arabic" panose="02020603050405020304" pitchFamily="18" charset="-78"/>
                </a:rPr>
                <a:t>تقدم </a:t>
              </a:r>
              <a:r>
                <a:rPr lang="ar-SA" sz="2800" b="1" dirty="0">
                  <a:solidFill>
                    <a:srgbClr val="000000"/>
                  </a:solidFill>
                  <a:cs typeface="Simplified Arabic" panose="02020603050405020304" pitchFamily="18" charset="-78"/>
                </a:rPr>
                <a:t>كتب قوقل فهرس بأحدث الكتب في العالم</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0" name="Group 63"/>
            <p:cNvGrpSpPr/>
            <p:nvPr/>
          </p:nvGrpSpPr>
          <p:grpSpPr>
            <a:xfrm>
              <a:off x="5077748" y="1637612"/>
              <a:ext cx="418280" cy="418280"/>
              <a:chOff x="5077748" y="1637612"/>
              <a:chExt cx="418280" cy="418280"/>
            </a:xfrm>
          </p:grpSpPr>
          <p:sp>
            <p:nvSpPr>
              <p:cNvPr id="38" name="Teardrop 37"/>
              <p:cNvSpPr/>
              <p:nvPr/>
            </p:nvSpPr>
            <p:spPr>
              <a:xfrm rot="8100000">
                <a:off x="5077748" y="1637612"/>
                <a:ext cx="418280" cy="418280"/>
              </a:xfrm>
              <a:prstGeom prst="teardrop">
                <a:avLst>
                  <a:gd name="adj" fmla="val 13161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5" name="Freeform 100"/>
              <p:cNvSpPr>
                <a:spLocks/>
              </p:cNvSpPr>
              <p:nvPr/>
            </p:nvSpPr>
            <p:spPr bwMode="auto">
              <a:xfrm>
                <a:off x="5169641" y="1770740"/>
                <a:ext cx="176324" cy="198674"/>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dirty="0">
                  <a:solidFill>
                    <a:srgbClr val="000000"/>
                  </a:solidFill>
                  <a:latin typeface="Calibri"/>
                  <a:cs typeface="Simplified Arabic" panose="02020603050405020304" pitchFamily="18" charset="-78"/>
                </a:endParaRPr>
              </a:p>
            </p:txBody>
          </p:sp>
        </p:grpSp>
      </p:grpSp>
      <p:grpSp>
        <p:nvGrpSpPr>
          <p:cNvPr id="23" name="Group 71"/>
          <p:cNvGrpSpPr/>
          <p:nvPr/>
        </p:nvGrpSpPr>
        <p:grpSpPr>
          <a:xfrm>
            <a:off x="4892118" y="2769279"/>
            <a:ext cx="3324544" cy="2842072"/>
            <a:chOff x="3459073" y="2126352"/>
            <a:chExt cx="2493408" cy="2131554"/>
          </a:xfrm>
        </p:grpSpPr>
        <p:sp>
          <p:nvSpPr>
            <p:cNvPr id="15" name="Oval 14"/>
            <p:cNvSpPr/>
            <p:nvPr/>
          </p:nvSpPr>
          <p:spPr>
            <a:xfrm>
              <a:off x="3611484"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5" name="Straight Connector 34"/>
            <p:cNvCxnSpPr>
              <a:stCxn id="34" idx="7"/>
            </p:cNvCxnSpPr>
            <p:nvPr/>
          </p:nvCxnSpPr>
          <p:spPr>
            <a:xfrm flipH="1">
              <a:off x="3673287" y="2827190"/>
              <a:ext cx="14608" cy="122216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8" name="Rectangle 47"/>
            <p:cNvSpPr/>
            <p:nvPr/>
          </p:nvSpPr>
          <p:spPr>
            <a:xfrm>
              <a:off x="3910191" y="2181384"/>
              <a:ext cx="2042290" cy="2008242"/>
            </a:xfrm>
            <a:prstGeom prst="rect">
              <a:avLst/>
            </a:prstGeom>
          </p:spPr>
          <p:txBody>
            <a:bodyPr wrap="square">
              <a:spAutoFit/>
            </a:bodyPr>
            <a:lstStyle/>
            <a:p>
              <a:pPr algn="ctr" rtl="1" fontAlgn="auto">
                <a:spcBef>
                  <a:spcPts val="0"/>
                </a:spcBef>
                <a:spcAft>
                  <a:spcPts val="0"/>
                </a:spcAft>
              </a:pPr>
              <a:r>
                <a:rPr lang="en-US" sz="2800" b="1" u="sng" dirty="0" smtClean="0">
                  <a:solidFill>
                    <a:srgbClr val="000000"/>
                  </a:solidFill>
                  <a:cs typeface="Simplified Arabic" panose="02020603050405020304" pitchFamily="18" charset="-78"/>
                </a:rPr>
                <a:t> Goggles </a:t>
              </a:r>
              <a:r>
                <a:rPr lang="en-US" sz="2800" b="1" u="sng" dirty="0">
                  <a:solidFill>
                    <a:srgbClr val="000000"/>
                  </a:solidFill>
                  <a:cs typeface="Simplified Arabic" panose="02020603050405020304" pitchFamily="18" charset="-78"/>
                </a:rPr>
                <a:t>Google</a:t>
              </a:r>
              <a:r>
                <a:rPr lang="en-US" sz="2800" b="1" u="sng" dirty="0" smtClean="0">
                  <a:solidFill>
                    <a:srgbClr val="000000"/>
                  </a:solidFill>
                  <a:cs typeface="Simplified Arabic" panose="02020603050405020304" pitchFamily="18" charset="-78"/>
                </a:rPr>
                <a:t>:</a:t>
              </a:r>
            </a:p>
            <a:p>
              <a:pPr algn="ctr" rtl="1" fontAlgn="auto">
                <a:spcBef>
                  <a:spcPts val="0"/>
                </a:spcBef>
                <a:spcAft>
                  <a:spcPts val="0"/>
                </a:spcAft>
              </a:pPr>
              <a:r>
                <a:rPr lang="en-US" sz="2800" b="1" dirty="0" smtClean="0">
                  <a:solidFill>
                    <a:srgbClr val="000000"/>
                  </a:solidFill>
                  <a:cs typeface="Simplified Arabic" panose="02020603050405020304" pitchFamily="18" charset="-78"/>
                </a:rPr>
                <a:t> </a:t>
              </a:r>
              <a:r>
                <a:rPr lang="ar-SA" sz="2800" b="1" dirty="0">
                  <a:solidFill>
                    <a:srgbClr val="000000"/>
                  </a:solidFill>
                  <a:cs typeface="Simplified Arabic" panose="02020603050405020304" pitchFamily="18" charset="-78"/>
                </a:rPr>
                <a:t>تساعد خدمة البحث المرئي من قوقل، المدرسين والطلاب في البحث عن طريق التصوير</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8" name="Group 62"/>
            <p:cNvGrpSpPr/>
            <p:nvPr/>
          </p:nvGrpSpPr>
          <p:grpSpPr>
            <a:xfrm>
              <a:off x="3459073" y="2126352"/>
              <a:ext cx="488802" cy="457569"/>
              <a:chOff x="3459073" y="2126352"/>
              <a:chExt cx="488802" cy="457569"/>
            </a:xfrm>
          </p:grpSpPr>
          <p:sp>
            <p:nvSpPr>
              <p:cNvPr id="34" name="Teardrop 33"/>
              <p:cNvSpPr/>
              <p:nvPr/>
            </p:nvSpPr>
            <p:spPr>
              <a:xfrm rot="8100000">
                <a:off x="3459073" y="2126352"/>
                <a:ext cx="488802" cy="457569"/>
              </a:xfrm>
              <a:prstGeom prst="teardrop">
                <a:avLst>
                  <a:gd name="adj" fmla="val 14108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Freeform 103"/>
              <p:cNvSpPr>
                <a:spLocks/>
              </p:cNvSpPr>
              <p:nvPr/>
            </p:nvSpPr>
            <p:spPr bwMode="auto">
              <a:xfrm>
                <a:off x="3692432" y="2268956"/>
                <a:ext cx="187500" cy="166390"/>
              </a:xfrm>
              <a:custGeom>
                <a:avLst/>
                <a:gdLst/>
                <a:ahLst/>
                <a:cxnLst>
                  <a:cxn ang="0">
                    <a:pos x="300" y="79"/>
                  </a:cxn>
                  <a:cxn ang="0">
                    <a:pos x="220" y="1"/>
                  </a:cxn>
                  <a:cxn ang="0">
                    <a:pos x="220" y="1"/>
                  </a:cxn>
                  <a:cxn ang="0">
                    <a:pos x="218" y="0"/>
                  </a:cxn>
                  <a:cxn ang="0">
                    <a:pos x="218" y="0"/>
                  </a:cxn>
                  <a:cxn ang="0">
                    <a:pos x="216" y="3"/>
                  </a:cxn>
                  <a:cxn ang="0">
                    <a:pos x="216" y="47"/>
                  </a:cxn>
                  <a:cxn ang="0">
                    <a:pos x="216" y="47"/>
                  </a:cxn>
                  <a:cxn ang="0">
                    <a:pos x="200" y="49"/>
                  </a:cxn>
                  <a:cxn ang="0">
                    <a:pos x="185" y="50"/>
                  </a:cxn>
                  <a:cxn ang="0">
                    <a:pos x="155" y="56"/>
                  </a:cxn>
                  <a:cxn ang="0">
                    <a:pos x="127" y="67"/>
                  </a:cxn>
                  <a:cxn ang="0">
                    <a:pos x="102" y="81"/>
                  </a:cxn>
                  <a:cxn ang="0">
                    <a:pos x="102" y="81"/>
                  </a:cxn>
                  <a:cxn ang="0">
                    <a:pos x="87" y="90"/>
                  </a:cxn>
                  <a:cxn ang="0">
                    <a:pos x="75" y="101"/>
                  </a:cxn>
                  <a:cxn ang="0">
                    <a:pos x="62" y="114"/>
                  </a:cxn>
                  <a:cxn ang="0">
                    <a:pos x="49" y="127"/>
                  </a:cxn>
                  <a:cxn ang="0">
                    <a:pos x="49" y="127"/>
                  </a:cxn>
                  <a:cxn ang="0">
                    <a:pos x="39" y="141"/>
                  </a:cxn>
                  <a:cxn ang="0">
                    <a:pos x="29" y="157"/>
                  </a:cxn>
                  <a:cxn ang="0">
                    <a:pos x="20" y="172"/>
                  </a:cxn>
                  <a:cxn ang="0">
                    <a:pos x="15" y="190"/>
                  </a:cxn>
                  <a:cxn ang="0">
                    <a:pos x="10" y="206"/>
                  </a:cxn>
                  <a:cxn ang="0">
                    <a:pos x="4" y="224"/>
                  </a:cxn>
                  <a:cxn ang="0">
                    <a:pos x="2" y="244"/>
                  </a:cxn>
                  <a:cxn ang="0">
                    <a:pos x="0" y="263"/>
                  </a:cxn>
                  <a:cxn ang="0">
                    <a:pos x="0" y="263"/>
                  </a:cxn>
                  <a:cxn ang="0">
                    <a:pos x="2" y="266"/>
                  </a:cxn>
                  <a:cxn ang="0">
                    <a:pos x="4" y="266"/>
                  </a:cxn>
                  <a:cxn ang="0">
                    <a:pos x="64" y="266"/>
                  </a:cxn>
                  <a:cxn ang="0">
                    <a:pos x="64" y="266"/>
                  </a:cxn>
                  <a:cxn ang="0">
                    <a:pos x="66" y="266"/>
                  </a:cxn>
                  <a:cxn ang="0">
                    <a:pos x="66" y="266"/>
                  </a:cxn>
                  <a:cxn ang="0">
                    <a:pos x="66" y="263"/>
                  </a:cxn>
                  <a:cxn ang="0">
                    <a:pos x="66" y="263"/>
                  </a:cxn>
                  <a:cxn ang="0">
                    <a:pos x="68" y="250"/>
                  </a:cxn>
                  <a:cxn ang="0">
                    <a:pos x="69" y="237"/>
                  </a:cxn>
                  <a:cxn ang="0">
                    <a:pos x="71" y="223"/>
                  </a:cxn>
                  <a:cxn ang="0">
                    <a:pos x="77" y="212"/>
                  </a:cxn>
                  <a:cxn ang="0">
                    <a:pos x="80" y="199"/>
                  </a:cxn>
                  <a:cxn ang="0">
                    <a:pos x="87" y="188"/>
                  </a:cxn>
                  <a:cxn ang="0">
                    <a:pos x="102" y="166"/>
                  </a:cxn>
                  <a:cxn ang="0">
                    <a:pos x="102" y="166"/>
                  </a:cxn>
                  <a:cxn ang="0">
                    <a:pos x="113" y="154"/>
                  </a:cxn>
                  <a:cxn ang="0">
                    <a:pos x="126" y="145"/>
                  </a:cxn>
                  <a:cxn ang="0">
                    <a:pos x="138" y="134"/>
                  </a:cxn>
                  <a:cxn ang="0">
                    <a:pos x="153" y="127"/>
                  </a:cxn>
                  <a:cxn ang="0">
                    <a:pos x="153" y="127"/>
                  </a:cxn>
                  <a:cxn ang="0">
                    <a:pos x="167" y="121"/>
                  </a:cxn>
                  <a:cxn ang="0">
                    <a:pos x="184" y="116"/>
                  </a:cxn>
                  <a:cxn ang="0">
                    <a:pos x="198" y="114"/>
                  </a:cxn>
                  <a:cxn ang="0">
                    <a:pos x="216" y="112"/>
                  </a:cxn>
                  <a:cxn ang="0">
                    <a:pos x="216" y="161"/>
                  </a:cxn>
                  <a:cxn ang="0">
                    <a:pos x="216" y="161"/>
                  </a:cxn>
                  <a:cxn ang="0">
                    <a:pos x="218" y="165"/>
                  </a:cxn>
                  <a:cxn ang="0">
                    <a:pos x="218" y="165"/>
                  </a:cxn>
                  <a:cxn ang="0">
                    <a:pos x="220" y="165"/>
                  </a:cxn>
                  <a:cxn ang="0">
                    <a:pos x="300" y="85"/>
                  </a:cxn>
                  <a:cxn ang="0">
                    <a:pos x="300" y="85"/>
                  </a:cxn>
                  <a:cxn ang="0">
                    <a:pos x="301" y="83"/>
                  </a:cxn>
                  <a:cxn ang="0">
                    <a:pos x="300" y="79"/>
                  </a:cxn>
                  <a:cxn ang="0">
                    <a:pos x="300" y="79"/>
                  </a:cxn>
                </a:cxnLst>
                <a:rect l="0" t="0" r="r" b="b"/>
                <a:pathLst>
                  <a:path w="301" h="266">
                    <a:moveTo>
                      <a:pt x="300" y="79"/>
                    </a:moveTo>
                    <a:lnTo>
                      <a:pt x="220" y="1"/>
                    </a:lnTo>
                    <a:lnTo>
                      <a:pt x="220" y="1"/>
                    </a:lnTo>
                    <a:lnTo>
                      <a:pt x="218" y="0"/>
                    </a:lnTo>
                    <a:lnTo>
                      <a:pt x="218" y="0"/>
                    </a:lnTo>
                    <a:lnTo>
                      <a:pt x="216" y="3"/>
                    </a:lnTo>
                    <a:lnTo>
                      <a:pt x="216" y="47"/>
                    </a:lnTo>
                    <a:lnTo>
                      <a:pt x="216" y="47"/>
                    </a:lnTo>
                    <a:lnTo>
                      <a:pt x="200" y="49"/>
                    </a:lnTo>
                    <a:lnTo>
                      <a:pt x="185" y="50"/>
                    </a:lnTo>
                    <a:lnTo>
                      <a:pt x="155" y="56"/>
                    </a:lnTo>
                    <a:lnTo>
                      <a:pt x="127" y="67"/>
                    </a:lnTo>
                    <a:lnTo>
                      <a:pt x="102" y="81"/>
                    </a:lnTo>
                    <a:lnTo>
                      <a:pt x="102" y="81"/>
                    </a:lnTo>
                    <a:lnTo>
                      <a:pt x="87" y="90"/>
                    </a:lnTo>
                    <a:lnTo>
                      <a:pt x="75" y="101"/>
                    </a:lnTo>
                    <a:lnTo>
                      <a:pt x="62" y="114"/>
                    </a:lnTo>
                    <a:lnTo>
                      <a:pt x="49" y="127"/>
                    </a:lnTo>
                    <a:lnTo>
                      <a:pt x="49" y="127"/>
                    </a:lnTo>
                    <a:lnTo>
                      <a:pt x="39" y="141"/>
                    </a:lnTo>
                    <a:lnTo>
                      <a:pt x="29" y="157"/>
                    </a:lnTo>
                    <a:lnTo>
                      <a:pt x="20" y="172"/>
                    </a:lnTo>
                    <a:lnTo>
                      <a:pt x="15" y="190"/>
                    </a:lnTo>
                    <a:lnTo>
                      <a:pt x="10" y="206"/>
                    </a:lnTo>
                    <a:lnTo>
                      <a:pt x="4" y="224"/>
                    </a:lnTo>
                    <a:lnTo>
                      <a:pt x="2" y="244"/>
                    </a:lnTo>
                    <a:lnTo>
                      <a:pt x="0" y="263"/>
                    </a:lnTo>
                    <a:lnTo>
                      <a:pt x="0" y="263"/>
                    </a:lnTo>
                    <a:lnTo>
                      <a:pt x="2" y="266"/>
                    </a:lnTo>
                    <a:lnTo>
                      <a:pt x="4" y="266"/>
                    </a:lnTo>
                    <a:lnTo>
                      <a:pt x="64" y="266"/>
                    </a:lnTo>
                    <a:lnTo>
                      <a:pt x="64" y="266"/>
                    </a:lnTo>
                    <a:lnTo>
                      <a:pt x="66" y="266"/>
                    </a:lnTo>
                    <a:lnTo>
                      <a:pt x="66" y="266"/>
                    </a:lnTo>
                    <a:lnTo>
                      <a:pt x="66" y="263"/>
                    </a:lnTo>
                    <a:lnTo>
                      <a:pt x="66" y="263"/>
                    </a:lnTo>
                    <a:lnTo>
                      <a:pt x="68" y="250"/>
                    </a:lnTo>
                    <a:lnTo>
                      <a:pt x="69" y="237"/>
                    </a:lnTo>
                    <a:lnTo>
                      <a:pt x="71" y="223"/>
                    </a:lnTo>
                    <a:lnTo>
                      <a:pt x="77" y="212"/>
                    </a:lnTo>
                    <a:lnTo>
                      <a:pt x="80" y="199"/>
                    </a:lnTo>
                    <a:lnTo>
                      <a:pt x="87" y="188"/>
                    </a:lnTo>
                    <a:lnTo>
                      <a:pt x="102" y="166"/>
                    </a:lnTo>
                    <a:lnTo>
                      <a:pt x="102" y="166"/>
                    </a:lnTo>
                    <a:lnTo>
                      <a:pt x="113" y="154"/>
                    </a:lnTo>
                    <a:lnTo>
                      <a:pt x="126" y="145"/>
                    </a:lnTo>
                    <a:lnTo>
                      <a:pt x="138" y="134"/>
                    </a:lnTo>
                    <a:lnTo>
                      <a:pt x="153" y="127"/>
                    </a:lnTo>
                    <a:lnTo>
                      <a:pt x="153" y="127"/>
                    </a:lnTo>
                    <a:lnTo>
                      <a:pt x="167" y="121"/>
                    </a:lnTo>
                    <a:lnTo>
                      <a:pt x="184" y="116"/>
                    </a:lnTo>
                    <a:lnTo>
                      <a:pt x="198" y="114"/>
                    </a:lnTo>
                    <a:lnTo>
                      <a:pt x="216" y="112"/>
                    </a:lnTo>
                    <a:lnTo>
                      <a:pt x="216" y="161"/>
                    </a:lnTo>
                    <a:lnTo>
                      <a:pt x="216" y="161"/>
                    </a:lnTo>
                    <a:lnTo>
                      <a:pt x="218" y="165"/>
                    </a:lnTo>
                    <a:lnTo>
                      <a:pt x="218" y="165"/>
                    </a:lnTo>
                    <a:lnTo>
                      <a:pt x="220" y="165"/>
                    </a:lnTo>
                    <a:lnTo>
                      <a:pt x="300" y="85"/>
                    </a:lnTo>
                    <a:lnTo>
                      <a:pt x="300" y="85"/>
                    </a:lnTo>
                    <a:lnTo>
                      <a:pt x="301" y="83"/>
                    </a:lnTo>
                    <a:lnTo>
                      <a:pt x="300" y="79"/>
                    </a:lnTo>
                    <a:lnTo>
                      <a:pt x="300" y="7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dirty="0">
                  <a:solidFill>
                    <a:srgbClr val="000000"/>
                  </a:solidFill>
                  <a:latin typeface="Calibri"/>
                  <a:cs typeface="Simplified Arabic" panose="02020603050405020304" pitchFamily="18" charset="-78"/>
                </a:endParaRPr>
              </a:p>
            </p:txBody>
          </p:sp>
        </p:grpSp>
      </p:grpSp>
      <p:sp>
        <p:nvSpPr>
          <p:cNvPr id="33" name="Rectangle 32"/>
          <p:cNvSpPr/>
          <p:nvPr/>
        </p:nvSpPr>
        <p:spPr>
          <a:xfrm>
            <a:off x="0" y="74608"/>
            <a:ext cx="12192000" cy="1864939"/>
          </a:xfrm>
          <a:prstGeom prst="rect">
            <a:avLst/>
          </a:prstGeom>
          <a:solidFill>
            <a:schemeClr val="tx2">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TextBox 35"/>
          <p:cNvSpPr txBox="1"/>
          <p:nvPr/>
        </p:nvSpPr>
        <p:spPr>
          <a:xfrm>
            <a:off x="3430572" y="532944"/>
            <a:ext cx="5187639" cy="830997"/>
          </a:xfrm>
          <a:prstGeom prst="rect">
            <a:avLst/>
          </a:prstGeom>
          <a:noFill/>
        </p:spPr>
        <p:txBody>
          <a:bodyPr wrap="none" rtlCol="0">
            <a:spAutoFit/>
          </a:bodyPr>
          <a:lstStyle/>
          <a:p>
            <a:pPr rtl="1"/>
            <a:r>
              <a:rPr lang="ar-SA" sz="4800" b="1" u="sng" dirty="0">
                <a:solidFill>
                  <a:srgbClr val="FFFF00"/>
                </a:solidFill>
                <a:cs typeface="Simplified Arabic" panose="02020603050405020304" pitchFamily="18" charset="-78"/>
              </a:rPr>
              <a:t>5-	أدوات قوقل التعليمية</a:t>
            </a:r>
          </a:p>
        </p:txBody>
      </p:sp>
      <p:sp>
        <p:nvSpPr>
          <p:cNvPr id="3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829135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wipe(left)">
                                      <p:cBhvr>
                                        <p:cTn id="7" dur="500"/>
                                        <p:tgtEl>
                                          <p:spTgt spid="33"/>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36"/>
                                        </p:tgtEl>
                                        <p:attrNameLst>
                                          <p:attrName>style.visibility</p:attrName>
                                        </p:attrNameLst>
                                      </p:cBhvr>
                                      <p:to>
                                        <p:strVal val="visible"/>
                                      </p:to>
                                    </p:se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Left)">
                                      <p:cBhvr>
                                        <p:cTn id="14" dur="500"/>
                                        <p:tgtEl>
                                          <p:spTgt spid="7"/>
                                        </p:tgtEl>
                                      </p:cBhvr>
                                    </p:animEffect>
                                  </p:childTnLst>
                                </p:cTn>
                              </p:par>
                              <p:par>
                                <p:cTn id="15" presetID="12" presetClass="entr" presetSubtype="8" fill="hold" grpId="0" nodeType="withEffect">
                                  <p:stCondLst>
                                    <p:cond delay="0"/>
                                  </p:stCondLst>
                                  <p:childTnLst>
                                    <p:set>
                                      <p:cBhvr>
                                        <p:cTn id="16" dur="1" fill="hold">
                                          <p:stCondLst>
                                            <p:cond delay="0"/>
                                          </p:stCondLst>
                                        </p:cTn>
                                        <p:tgtEl>
                                          <p:spTgt spid="46"/>
                                        </p:tgtEl>
                                        <p:attrNameLst>
                                          <p:attrName>style.visibility</p:attrName>
                                        </p:attrNameLst>
                                      </p:cBhvr>
                                      <p:to>
                                        <p:strVal val="visible"/>
                                      </p:to>
                                    </p:set>
                                    <p:animEffect transition="in" filter="slide(fromLeft)">
                                      <p:cBhvr>
                                        <p:cTn id="17" dur="500"/>
                                        <p:tgtEl>
                                          <p:spTgt spid="46"/>
                                        </p:tgtEl>
                                      </p:cBhvr>
                                    </p:animEffect>
                                  </p:childTnLst>
                                </p:cTn>
                              </p:par>
                            </p:childTnLst>
                          </p:cTn>
                        </p:par>
                        <p:par>
                          <p:cTn id="18" fill="hold">
                            <p:stCondLst>
                              <p:cond delay="1000"/>
                            </p:stCondLst>
                            <p:childTnLst>
                              <p:par>
                                <p:cTn id="19" presetID="12" presetClass="entr" presetSubtype="8" fill="hold"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slide(fromLeft)">
                                      <p:cBhvr>
                                        <p:cTn id="21" dur="500"/>
                                        <p:tgtEl>
                                          <p:spTgt spid="8"/>
                                        </p:tgtEl>
                                      </p:cBhvr>
                                    </p:animEffect>
                                  </p:childTnLst>
                                </p:cTn>
                              </p:par>
                            </p:childTnLst>
                          </p:cTn>
                        </p:par>
                        <p:par>
                          <p:cTn id="22" fill="hold">
                            <p:stCondLst>
                              <p:cond delay="1500"/>
                            </p:stCondLst>
                            <p:childTnLst>
                              <p:par>
                                <p:cTn id="23" presetID="12" presetClass="entr" presetSubtype="4" fill="hold" nodeType="after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slide(fromBottom)">
                                      <p:cBhvr>
                                        <p:cTn id="25" dur="500"/>
                                        <p:tgtEl>
                                          <p:spTgt spid="11"/>
                                        </p:tgtEl>
                                      </p:cBhvr>
                                    </p:animEffect>
                                  </p:childTnLst>
                                </p:cTn>
                              </p:par>
                            </p:childTnLst>
                          </p:cTn>
                        </p:par>
                        <p:par>
                          <p:cTn id="26" fill="hold">
                            <p:stCondLst>
                              <p:cond delay="2000"/>
                            </p:stCondLst>
                            <p:childTnLst>
                              <p:par>
                                <p:cTn id="27" presetID="12" presetClass="entr" presetSubtype="4" fill="hold" nodeType="after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slide(fromBottom)">
                                      <p:cBhvr>
                                        <p:cTn id="29" dur="500"/>
                                        <p:tgtEl>
                                          <p:spTgt spid="23"/>
                                        </p:tgtEl>
                                      </p:cBhvr>
                                    </p:animEffect>
                                  </p:childTnLst>
                                </p:cTn>
                              </p:par>
                            </p:childTnLst>
                          </p:cTn>
                        </p:par>
                        <p:par>
                          <p:cTn id="30" fill="hold">
                            <p:stCondLst>
                              <p:cond delay="2500"/>
                            </p:stCondLst>
                            <p:childTnLst>
                              <p:par>
                                <p:cTn id="31" presetID="12" presetClass="entr" presetSubtype="4"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slide(fromBottom)">
                                      <p:cBhvr>
                                        <p:cTn id="33" dur="500"/>
                                        <p:tgtEl>
                                          <p:spTgt spid="16"/>
                                        </p:tgtEl>
                                      </p:cBhvr>
                                    </p:animEffect>
                                  </p:childTnLst>
                                </p:cTn>
                              </p:par>
                            </p:childTnLst>
                          </p:cTn>
                        </p:par>
                        <p:par>
                          <p:cTn id="34" fill="hold">
                            <p:stCondLst>
                              <p:cond delay="3000"/>
                            </p:stCondLst>
                            <p:childTnLst>
                              <p:par>
                                <p:cTn id="35" presetID="12" presetClass="entr" presetSubtype="8" fill="hold" nodeType="after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slide(fromLeft)">
                                      <p:cBhvr>
                                        <p:cTn id="37" dur="500"/>
                                        <p:tgtEl>
                                          <p:spTgt spid="9"/>
                                        </p:tgtEl>
                                      </p:cBhvr>
                                    </p:animEffect>
                                  </p:childTnLst>
                                </p:cTn>
                              </p:par>
                              <p:par>
                                <p:cTn id="38" presetID="12" presetClass="entr" presetSubtype="8" fill="hold" grpId="0" nodeType="withEffect">
                                  <p:stCondLst>
                                    <p:cond delay="0"/>
                                  </p:stCondLst>
                                  <p:childTnLst>
                                    <p:set>
                                      <p:cBhvr>
                                        <p:cTn id="39" dur="1" fill="hold">
                                          <p:stCondLst>
                                            <p:cond delay="0"/>
                                          </p:stCondLst>
                                        </p:cTn>
                                        <p:tgtEl>
                                          <p:spTgt spid="47"/>
                                        </p:tgtEl>
                                        <p:attrNameLst>
                                          <p:attrName>style.visibility</p:attrName>
                                        </p:attrNameLst>
                                      </p:cBhvr>
                                      <p:to>
                                        <p:strVal val="visible"/>
                                      </p:to>
                                    </p:set>
                                    <p:animEffect transition="in" filter="slide(fromLeft)">
                                      <p:cBhvr>
                                        <p:cTn id="40"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P spid="33" grpId="0" animBg="1"/>
      <p:bldP spid="36" grpId="0"/>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a:stCxn id="10" idx="6"/>
            <a:endCxn id="21" idx="2"/>
          </p:cNvCxnSpPr>
          <p:nvPr/>
        </p:nvCxnSpPr>
        <p:spPr>
          <a:xfrm>
            <a:off x="1270000" y="5538404"/>
            <a:ext cx="9548605" cy="2117"/>
          </a:xfrm>
          <a:prstGeom prst="line">
            <a:avLst/>
          </a:prstGeom>
          <a:ln w="12700" cap="flat">
            <a:solidFill>
              <a:schemeClr val="bg1">
                <a:lumMod val="75000"/>
              </a:schemeClr>
            </a:solidFill>
            <a:prstDash val="sysDash"/>
            <a:round/>
          </a:ln>
        </p:spPr>
        <p:style>
          <a:lnRef idx="1">
            <a:schemeClr val="accent1"/>
          </a:lnRef>
          <a:fillRef idx="0">
            <a:schemeClr val="accent1"/>
          </a:fillRef>
          <a:effectRef idx="0">
            <a:schemeClr val="accent1"/>
          </a:effectRef>
          <a:fontRef idx="minor">
            <a:schemeClr val="tx1"/>
          </a:fontRef>
        </p:style>
      </p:cxnSp>
      <p:grpSp>
        <p:nvGrpSpPr>
          <p:cNvPr id="7" name="Group 69"/>
          <p:cNvGrpSpPr/>
          <p:nvPr/>
        </p:nvGrpSpPr>
        <p:grpSpPr>
          <a:xfrm>
            <a:off x="341032" y="5073920"/>
            <a:ext cx="928968" cy="928968"/>
            <a:chOff x="255774" y="3805440"/>
            <a:chExt cx="696726" cy="696726"/>
          </a:xfrm>
        </p:grpSpPr>
        <p:sp>
          <p:nvSpPr>
            <p:cNvPr id="10" name="Oval 9"/>
            <p:cNvSpPr/>
            <p:nvPr/>
          </p:nvSpPr>
          <p:spPr>
            <a:xfrm>
              <a:off x="25577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1" name="Isosceles Triangle 40"/>
            <p:cNvSpPr/>
            <p:nvPr/>
          </p:nvSpPr>
          <p:spPr>
            <a:xfrm rot="5400000">
              <a:off x="493716" y="4019782"/>
              <a:ext cx="279448" cy="240904"/>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9" name="Group 70"/>
          <p:cNvGrpSpPr/>
          <p:nvPr/>
        </p:nvGrpSpPr>
        <p:grpSpPr>
          <a:xfrm>
            <a:off x="10818605" y="5073920"/>
            <a:ext cx="928968" cy="928968"/>
            <a:chOff x="8113954" y="3805440"/>
            <a:chExt cx="696726" cy="696726"/>
          </a:xfrm>
        </p:grpSpPr>
        <p:sp>
          <p:nvSpPr>
            <p:cNvPr id="21" name="Oval 20"/>
            <p:cNvSpPr/>
            <p:nvPr/>
          </p:nvSpPr>
          <p:spPr>
            <a:xfrm>
              <a:off x="811395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Rectangle 42"/>
            <p:cNvSpPr/>
            <p:nvPr/>
          </p:nvSpPr>
          <p:spPr>
            <a:xfrm>
              <a:off x="8358214" y="4048124"/>
              <a:ext cx="238120" cy="23812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46" name="Rectangle 45"/>
          <p:cNvSpPr/>
          <p:nvPr/>
        </p:nvSpPr>
        <p:spPr>
          <a:xfrm>
            <a:off x="1333467" y="5619766"/>
            <a:ext cx="619080" cy="338554"/>
          </a:xfrm>
          <a:prstGeom prst="rect">
            <a:avLst/>
          </a:prstGeom>
        </p:spPr>
        <p:txBody>
          <a:bodyPr wrap="none">
            <a:spAutoFit/>
          </a:bodyPr>
          <a:lstStyle/>
          <a:p>
            <a:r>
              <a:rPr lang="en-US" sz="1600" dirty="0">
                <a:solidFill>
                  <a:prstClr val="white">
                    <a:lumMod val="65000"/>
                  </a:prstClr>
                </a:solidFill>
                <a:latin typeface="Open Sans" pitchFamily="34" charset="0"/>
                <a:ea typeface="Open Sans" pitchFamily="34" charset="0"/>
                <a:cs typeface="Open Sans" pitchFamily="34" charset="0"/>
              </a:rPr>
              <a:t>Start</a:t>
            </a:r>
          </a:p>
        </p:txBody>
      </p:sp>
      <p:grpSp>
        <p:nvGrpSpPr>
          <p:cNvPr id="11" name="Group 61"/>
          <p:cNvGrpSpPr/>
          <p:nvPr/>
        </p:nvGrpSpPr>
        <p:grpSpPr>
          <a:xfrm>
            <a:off x="2674552" y="2183483"/>
            <a:ext cx="3798380" cy="3493725"/>
            <a:chOff x="2005914" y="1637612"/>
            <a:chExt cx="2848786" cy="2620294"/>
          </a:xfrm>
        </p:grpSpPr>
        <p:sp>
          <p:nvSpPr>
            <p:cNvPr id="13" name="Oval 12"/>
            <p:cNvSpPr/>
            <p:nvPr/>
          </p:nvSpPr>
          <p:spPr>
            <a:xfrm>
              <a:off x="211128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4" name="Rectangle 43"/>
            <p:cNvSpPr/>
            <p:nvPr/>
          </p:nvSpPr>
          <p:spPr>
            <a:xfrm>
              <a:off x="2231160" y="1926498"/>
              <a:ext cx="2623540" cy="2331408"/>
            </a:xfrm>
            <a:prstGeom prst="rect">
              <a:avLst/>
            </a:prstGeom>
          </p:spPr>
          <p:txBody>
            <a:bodyPr wrap="square">
              <a:spAutoFit/>
            </a:bodyPr>
            <a:lstStyle/>
            <a:p>
              <a:pPr algn="ctr" rtl="1"/>
              <a:r>
                <a:rPr lang="en-US" sz="2800" b="1" u="sng" dirty="0" smtClean="0">
                  <a:solidFill>
                    <a:srgbClr val="000000"/>
                  </a:solidFill>
                  <a:cs typeface="Simplified Arabic" panose="02020603050405020304" pitchFamily="18" charset="-78"/>
                </a:rPr>
                <a:t> Scholar </a:t>
              </a:r>
              <a:r>
                <a:rPr lang="en-US" sz="2800" b="1" u="sng" dirty="0">
                  <a:solidFill>
                    <a:srgbClr val="000000"/>
                  </a:solidFill>
                  <a:cs typeface="Simplified Arabic" panose="02020603050405020304" pitchFamily="18" charset="-78"/>
                </a:rPr>
                <a:t>Google</a:t>
              </a:r>
              <a:r>
                <a:rPr lang="en-US" sz="2800" b="1" u="sng" dirty="0" smtClean="0">
                  <a:solidFill>
                    <a:srgbClr val="000000"/>
                  </a:solidFill>
                  <a:cs typeface="Simplified Arabic" panose="02020603050405020304" pitchFamily="18" charset="-78"/>
                </a:rPr>
                <a:t>:</a:t>
              </a:r>
            </a:p>
            <a:p>
              <a:pPr algn="ctr" rtl="1"/>
              <a:r>
                <a:rPr lang="en-US" sz="2800" b="1" dirty="0" smtClean="0">
                  <a:solidFill>
                    <a:srgbClr val="000000"/>
                  </a:solidFill>
                  <a:cs typeface="Simplified Arabic" panose="02020603050405020304" pitchFamily="18" charset="-78"/>
                </a:rPr>
                <a:t> </a:t>
              </a:r>
              <a:r>
                <a:rPr lang="ar-SA" sz="2800" b="1" dirty="0">
                  <a:solidFill>
                    <a:srgbClr val="000000"/>
                  </a:solidFill>
                  <a:cs typeface="Simplified Arabic" panose="02020603050405020304" pitchFamily="18" charset="-78"/>
                </a:rPr>
                <a:t>يعتبر الباحث العلمي من قوقل هو الدليل الأفضل لوصول المعلم وطلابه إلى الدراسات والأبحاث العلمية الرقمية الصحيحة على الإنترنت. </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cxnSp>
          <p:nvCxnSpPr>
            <p:cNvPr id="27" name="Straight Connector 26"/>
            <p:cNvCxnSpPr/>
            <p:nvPr/>
          </p:nvCxnSpPr>
          <p:spPr>
            <a:xfrm rot="16200000" flipH="1">
              <a:off x="1337273"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4" name="Group 59"/>
            <p:cNvGrpSpPr/>
            <p:nvPr/>
          </p:nvGrpSpPr>
          <p:grpSpPr>
            <a:xfrm>
              <a:off x="2005914" y="1637612"/>
              <a:ext cx="418280" cy="418280"/>
              <a:chOff x="2005914" y="1637612"/>
              <a:chExt cx="418280" cy="418280"/>
            </a:xfrm>
          </p:grpSpPr>
          <p:sp>
            <p:nvSpPr>
              <p:cNvPr id="26" name="Teardrop 25"/>
              <p:cNvSpPr/>
              <p:nvPr/>
            </p:nvSpPr>
            <p:spPr>
              <a:xfrm rot="8100000">
                <a:off x="2005914" y="1637612"/>
                <a:ext cx="418280" cy="418280"/>
              </a:xfrm>
              <a:prstGeom prst="teardrop">
                <a:avLst>
                  <a:gd name="adj" fmla="val 13161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4" name="Freeform 63"/>
              <p:cNvSpPr>
                <a:spLocks noEditPoints="1"/>
              </p:cNvSpPr>
              <p:nvPr/>
            </p:nvSpPr>
            <p:spPr bwMode="auto">
              <a:xfrm>
                <a:off x="2115407" y="1762183"/>
                <a:ext cx="199914" cy="171356"/>
              </a:xfrm>
              <a:custGeom>
                <a:avLst/>
                <a:gdLst/>
                <a:ahLst/>
                <a:cxnLst>
                  <a:cxn ang="0">
                    <a:pos x="15" y="2"/>
                  </a:cxn>
                  <a:cxn ang="0">
                    <a:pos x="0" y="4"/>
                  </a:cxn>
                  <a:cxn ang="0">
                    <a:pos x="0" y="62"/>
                  </a:cxn>
                  <a:cxn ang="0">
                    <a:pos x="9" y="71"/>
                  </a:cxn>
                  <a:cxn ang="0">
                    <a:pos x="53" y="45"/>
                  </a:cxn>
                  <a:cxn ang="0">
                    <a:pos x="58" y="31"/>
                  </a:cxn>
                  <a:cxn ang="0">
                    <a:pos x="307" y="11"/>
                  </a:cxn>
                  <a:cxn ang="0">
                    <a:pos x="95" y="11"/>
                  </a:cxn>
                  <a:cxn ang="0">
                    <a:pos x="85" y="27"/>
                  </a:cxn>
                  <a:cxn ang="0">
                    <a:pos x="85" y="51"/>
                  </a:cxn>
                  <a:cxn ang="0">
                    <a:pos x="102" y="62"/>
                  </a:cxn>
                  <a:cxn ang="0">
                    <a:pos x="314" y="60"/>
                  </a:cxn>
                  <a:cxn ang="0">
                    <a:pos x="323" y="43"/>
                  </a:cxn>
                  <a:cxn ang="0">
                    <a:pos x="323" y="20"/>
                  </a:cxn>
                  <a:cxn ang="0">
                    <a:pos x="307" y="11"/>
                  </a:cxn>
                  <a:cxn ang="0">
                    <a:pos x="53" y="147"/>
                  </a:cxn>
                  <a:cxn ang="0">
                    <a:pos x="60" y="138"/>
                  </a:cxn>
                  <a:cxn ang="0">
                    <a:pos x="15" y="112"/>
                  </a:cxn>
                  <a:cxn ang="0">
                    <a:pos x="4" y="111"/>
                  </a:cxn>
                  <a:cxn ang="0">
                    <a:pos x="0" y="163"/>
                  </a:cxn>
                  <a:cxn ang="0">
                    <a:pos x="4" y="172"/>
                  </a:cxn>
                  <a:cxn ang="0">
                    <a:pos x="15" y="172"/>
                  </a:cxn>
                  <a:cxn ang="0">
                    <a:pos x="102" y="112"/>
                  </a:cxn>
                  <a:cxn ang="0">
                    <a:pos x="85" y="123"/>
                  </a:cxn>
                  <a:cxn ang="0">
                    <a:pos x="85" y="147"/>
                  </a:cxn>
                  <a:cxn ang="0">
                    <a:pos x="95" y="163"/>
                  </a:cxn>
                  <a:cxn ang="0">
                    <a:pos x="307" y="163"/>
                  </a:cxn>
                  <a:cxn ang="0">
                    <a:pos x="323" y="154"/>
                  </a:cxn>
                  <a:cxn ang="0">
                    <a:pos x="323" y="129"/>
                  </a:cxn>
                  <a:cxn ang="0">
                    <a:pos x="314" y="114"/>
                  </a:cxn>
                  <a:cxn ang="0">
                    <a:pos x="53" y="232"/>
                  </a:cxn>
                  <a:cxn ang="0">
                    <a:pos x="9" y="205"/>
                  </a:cxn>
                  <a:cxn ang="0">
                    <a:pos x="0" y="214"/>
                  </a:cxn>
                  <a:cxn ang="0">
                    <a:pos x="0" y="272"/>
                  </a:cxn>
                  <a:cxn ang="0">
                    <a:pos x="15" y="274"/>
                  </a:cxn>
                  <a:cxn ang="0">
                    <a:pos x="58" y="245"/>
                  </a:cxn>
                  <a:cxn ang="0">
                    <a:pos x="53" y="232"/>
                  </a:cxn>
                  <a:cxn ang="0">
                    <a:pos x="102" y="214"/>
                  </a:cxn>
                  <a:cxn ang="0">
                    <a:pos x="91" y="219"/>
                  </a:cxn>
                  <a:cxn ang="0">
                    <a:pos x="85" y="248"/>
                  </a:cxn>
                  <a:cxn ang="0">
                    <a:pos x="91" y="261"/>
                  </a:cxn>
                  <a:cxn ang="0">
                    <a:pos x="307" y="266"/>
                  </a:cxn>
                  <a:cxn ang="0">
                    <a:pos x="319" y="261"/>
                  </a:cxn>
                  <a:cxn ang="0">
                    <a:pos x="323" y="232"/>
                  </a:cxn>
                  <a:cxn ang="0">
                    <a:pos x="319" y="219"/>
                  </a:cxn>
                  <a:cxn ang="0">
                    <a:pos x="307" y="214"/>
                  </a:cxn>
                </a:cxnLst>
                <a:rect l="0" t="0" r="r" b="b"/>
                <a:pathLst>
                  <a:path w="323" h="275">
                    <a:moveTo>
                      <a:pt x="53" y="27"/>
                    </a:moveTo>
                    <a:lnTo>
                      <a:pt x="15" y="2"/>
                    </a:lnTo>
                    <a:lnTo>
                      <a:pt x="15" y="2"/>
                    </a:lnTo>
                    <a:lnTo>
                      <a:pt x="9" y="0"/>
                    </a:lnTo>
                    <a:lnTo>
                      <a:pt x="4" y="0"/>
                    </a:lnTo>
                    <a:lnTo>
                      <a:pt x="0" y="4"/>
                    </a:lnTo>
                    <a:lnTo>
                      <a:pt x="0" y="11"/>
                    </a:lnTo>
                    <a:lnTo>
                      <a:pt x="0" y="62"/>
                    </a:lnTo>
                    <a:lnTo>
                      <a:pt x="0" y="62"/>
                    </a:lnTo>
                    <a:lnTo>
                      <a:pt x="0" y="67"/>
                    </a:lnTo>
                    <a:lnTo>
                      <a:pt x="4" y="71"/>
                    </a:lnTo>
                    <a:lnTo>
                      <a:pt x="9" y="71"/>
                    </a:lnTo>
                    <a:lnTo>
                      <a:pt x="15" y="69"/>
                    </a:lnTo>
                    <a:lnTo>
                      <a:pt x="53" y="45"/>
                    </a:lnTo>
                    <a:lnTo>
                      <a:pt x="53" y="45"/>
                    </a:lnTo>
                    <a:lnTo>
                      <a:pt x="58" y="40"/>
                    </a:lnTo>
                    <a:lnTo>
                      <a:pt x="60" y="36"/>
                    </a:lnTo>
                    <a:lnTo>
                      <a:pt x="58" y="31"/>
                    </a:lnTo>
                    <a:lnTo>
                      <a:pt x="53" y="27"/>
                    </a:lnTo>
                    <a:lnTo>
                      <a:pt x="53" y="27"/>
                    </a:lnTo>
                    <a:close/>
                    <a:moveTo>
                      <a:pt x="307" y="11"/>
                    </a:moveTo>
                    <a:lnTo>
                      <a:pt x="102" y="11"/>
                    </a:lnTo>
                    <a:lnTo>
                      <a:pt x="102" y="11"/>
                    </a:lnTo>
                    <a:lnTo>
                      <a:pt x="95" y="11"/>
                    </a:lnTo>
                    <a:lnTo>
                      <a:pt x="91" y="14"/>
                    </a:lnTo>
                    <a:lnTo>
                      <a:pt x="85" y="20"/>
                    </a:lnTo>
                    <a:lnTo>
                      <a:pt x="85" y="27"/>
                    </a:lnTo>
                    <a:lnTo>
                      <a:pt x="85" y="43"/>
                    </a:lnTo>
                    <a:lnTo>
                      <a:pt x="85" y="43"/>
                    </a:lnTo>
                    <a:lnTo>
                      <a:pt x="85" y="51"/>
                    </a:lnTo>
                    <a:lnTo>
                      <a:pt x="91" y="56"/>
                    </a:lnTo>
                    <a:lnTo>
                      <a:pt x="95" y="60"/>
                    </a:lnTo>
                    <a:lnTo>
                      <a:pt x="102" y="62"/>
                    </a:lnTo>
                    <a:lnTo>
                      <a:pt x="307" y="62"/>
                    </a:lnTo>
                    <a:lnTo>
                      <a:pt x="307" y="62"/>
                    </a:lnTo>
                    <a:lnTo>
                      <a:pt x="314" y="60"/>
                    </a:lnTo>
                    <a:lnTo>
                      <a:pt x="319" y="56"/>
                    </a:lnTo>
                    <a:lnTo>
                      <a:pt x="323" y="51"/>
                    </a:lnTo>
                    <a:lnTo>
                      <a:pt x="323" y="43"/>
                    </a:lnTo>
                    <a:lnTo>
                      <a:pt x="323" y="27"/>
                    </a:lnTo>
                    <a:lnTo>
                      <a:pt x="323" y="27"/>
                    </a:lnTo>
                    <a:lnTo>
                      <a:pt x="323" y="20"/>
                    </a:lnTo>
                    <a:lnTo>
                      <a:pt x="319" y="14"/>
                    </a:lnTo>
                    <a:lnTo>
                      <a:pt x="314" y="11"/>
                    </a:lnTo>
                    <a:lnTo>
                      <a:pt x="307" y="11"/>
                    </a:lnTo>
                    <a:lnTo>
                      <a:pt x="307" y="11"/>
                    </a:lnTo>
                    <a:close/>
                    <a:moveTo>
                      <a:pt x="15" y="172"/>
                    </a:moveTo>
                    <a:lnTo>
                      <a:pt x="53" y="147"/>
                    </a:lnTo>
                    <a:lnTo>
                      <a:pt x="53" y="147"/>
                    </a:lnTo>
                    <a:lnTo>
                      <a:pt x="58" y="143"/>
                    </a:lnTo>
                    <a:lnTo>
                      <a:pt x="60" y="138"/>
                    </a:lnTo>
                    <a:lnTo>
                      <a:pt x="58" y="134"/>
                    </a:lnTo>
                    <a:lnTo>
                      <a:pt x="53" y="130"/>
                    </a:lnTo>
                    <a:lnTo>
                      <a:pt x="15" y="112"/>
                    </a:lnTo>
                    <a:lnTo>
                      <a:pt x="15" y="112"/>
                    </a:lnTo>
                    <a:lnTo>
                      <a:pt x="9" y="111"/>
                    </a:lnTo>
                    <a:lnTo>
                      <a:pt x="4" y="111"/>
                    </a:lnTo>
                    <a:lnTo>
                      <a:pt x="0" y="114"/>
                    </a:lnTo>
                    <a:lnTo>
                      <a:pt x="0" y="121"/>
                    </a:lnTo>
                    <a:lnTo>
                      <a:pt x="0" y="163"/>
                    </a:lnTo>
                    <a:lnTo>
                      <a:pt x="0" y="163"/>
                    </a:lnTo>
                    <a:lnTo>
                      <a:pt x="0" y="170"/>
                    </a:lnTo>
                    <a:lnTo>
                      <a:pt x="4" y="172"/>
                    </a:lnTo>
                    <a:lnTo>
                      <a:pt x="9" y="174"/>
                    </a:lnTo>
                    <a:lnTo>
                      <a:pt x="15" y="172"/>
                    </a:lnTo>
                    <a:lnTo>
                      <a:pt x="15" y="172"/>
                    </a:lnTo>
                    <a:close/>
                    <a:moveTo>
                      <a:pt x="307" y="112"/>
                    </a:moveTo>
                    <a:lnTo>
                      <a:pt x="102" y="112"/>
                    </a:lnTo>
                    <a:lnTo>
                      <a:pt x="102" y="112"/>
                    </a:lnTo>
                    <a:lnTo>
                      <a:pt x="95" y="114"/>
                    </a:lnTo>
                    <a:lnTo>
                      <a:pt x="91" y="118"/>
                    </a:lnTo>
                    <a:lnTo>
                      <a:pt x="85" y="123"/>
                    </a:lnTo>
                    <a:lnTo>
                      <a:pt x="85" y="129"/>
                    </a:lnTo>
                    <a:lnTo>
                      <a:pt x="85" y="147"/>
                    </a:lnTo>
                    <a:lnTo>
                      <a:pt x="85" y="147"/>
                    </a:lnTo>
                    <a:lnTo>
                      <a:pt x="85" y="154"/>
                    </a:lnTo>
                    <a:lnTo>
                      <a:pt x="91" y="159"/>
                    </a:lnTo>
                    <a:lnTo>
                      <a:pt x="95" y="163"/>
                    </a:lnTo>
                    <a:lnTo>
                      <a:pt x="102" y="163"/>
                    </a:lnTo>
                    <a:lnTo>
                      <a:pt x="307" y="163"/>
                    </a:lnTo>
                    <a:lnTo>
                      <a:pt x="307" y="163"/>
                    </a:lnTo>
                    <a:lnTo>
                      <a:pt x="314" y="163"/>
                    </a:lnTo>
                    <a:lnTo>
                      <a:pt x="319" y="159"/>
                    </a:lnTo>
                    <a:lnTo>
                      <a:pt x="323" y="154"/>
                    </a:lnTo>
                    <a:lnTo>
                      <a:pt x="323" y="147"/>
                    </a:lnTo>
                    <a:lnTo>
                      <a:pt x="323" y="129"/>
                    </a:lnTo>
                    <a:lnTo>
                      <a:pt x="323" y="129"/>
                    </a:lnTo>
                    <a:lnTo>
                      <a:pt x="323" y="123"/>
                    </a:lnTo>
                    <a:lnTo>
                      <a:pt x="319" y="118"/>
                    </a:lnTo>
                    <a:lnTo>
                      <a:pt x="314" y="114"/>
                    </a:lnTo>
                    <a:lnTo>
                      <a:pt x="307" y="112"/>
                    </a:lnTo>
                    <a:lnTo>
                      <a:pt x="307" y="112"/>
                    </a:lnTo>
                    <a:close/>
                    <a:moveTo>
                      <a:pt x="53" y="232"/>
                    </a:moveTo>
                    <a:lnTo>
                      <a:pt x="15" y="207"/>
                    </a:lnTo>
                    <a:lnTo>
                      <a:pt x="15" y="207"/>
                    </a:lnTo>
                    <a:lnTo>
                      <a:pt x="9" y="205"/>
                    </a:lnTo>
                    <a:lnTo>
                      <a:pt x="4" y="205"/>
                    </a:lnTo>
                    <a:lnTo>
                      <a:pt x="0" y="208"/>
                    </a:lnTo>
                    <a:lnTo>
                      <a:pt x="0" y="214"/>
                    </a:lnTo>
                    <a:lnTo>
                      <a:pt x="0" y="266"/>
                    </a:lnTo>
                    <a:lnTo>
                      <a:pt x="0" y="266"/>
                    </a:lnTo>
                    <a:lnTo>
                      <a:pt x="0" y="272"/>
                    </a:lnTo>
                    <a:lnTo>
                      <a:pt x="4" y="275"/>
                    </a:lnTo>
                    <a:lnTo>
                      <a:pt x="9" y="275"/>
                    </a:lnTo>
                    <a:lnTo>
                      <a:pt x="15" y="274"/>
                    </a:lnTo>
                    <a:lnTo>
                      <a:pt x="53" y="250"/>
                    </a:lnTo>
                    <a:lnTo>
                      <a:pt x="53" y="250"/>
                    </a:lnTo>
                    <a:lnTo>
                      <a:pt x="58" y="245"/>
                    </a:lnTo>
                    <a:lnTo>
                      <a:pt x="60" y="241"/>
                    </a:lnTo>
                    <a:lnTo>
                      <a:pt x="58" y="236"/>
                    </a:lnTo>
                    <a:lnTo>
                      <a:pt x="53" y="232"/>
                    </a:lnTo>
                    <a:lnTo>
                      <a:pt x="53" y="232"/>
                    </a:lnTo>
                    <a:close/>
                    <a:moveTo>
                      <a:pt x="307" y="214"/>
                    </a:moveTo>
                    <a:lnTo>
                      <a:pt x="102" y="214"/>
                    </a:lnTo>
                    <a:lnTo>
                      <a:pt x="102" y="214"/>
                    </a:lnTo>
                    <a:lnTo>
                      <a:pt x="95" y="216"/>
                    </a:lnTo>
                    <a:lnTo>
                      <a:pt x="91" y="219"/>
                    </a:lnTo>
                    <a:lnTo>
                      <a:pt x="85" y="225"/>
                    </a:lnTo>
                    <a:lnTo>
                      <a:pt x="85" y="232"/>
                    </a:lnTo>
                    <a:lnTo>
                      <a:pt x="85" y="248"/>
                    </a:lnTo>
                    <a:lnTo>
                      <a:pt x="85" y="248"/>
                    </a:lnTo>
                    <a:lnTo>
                      <a:pt x="85" y="256"/>
                    </a:lnTo>
                    <a:lnTo>
                      <a:pt x="91" y="261"/>
                    </a:lnTo>
                    <a:lnTo>
                      <a:pt x="95" y="265"/>
                    </a:lnTo>
                    <a:lnTo>
                      <a:pt x="102" y="266"/>
                    </a:lnTo>
                    <a:lnTo>
                      <a:pt x="307" y="266"/>
                    </a:lnTo>
                    <a:lnTo>
                      <a:pt x="307" y="266"/>
                    </a:lnTo>
                    <a:lnTo>
                      <a:pt x="314" y="265"/>
                    </a:lnTo>
                    <a:lnTo>
                      <a:pt x="319" y="261"/>
                    </a:lnTo>
                    <a:lnTo>
                      <a:pt x="323" y="256"/>
                    </a:lnTo>
                    <a:lnTo>
                      <a:pt x="323" y="248"/>
                    </a:lnTo>
                    <a:lnTo>
                      <a:pt x="323" y="232"/>
                    </a:lnTo>
                    <a:lnTo>
                      <a:pt x="323" y="232"/>
                    </a:lnTo>
                    <a:lnTo>
                      <a:pt x="323" y="225"/>
                    </a:lnTo>
                    <a:lnTo>
                      <a:pt x="319" y="219"/>
                    </a:lnTo>
                    <a:lnTo>
                      <a:pt x="314" y="216"/>
                    </a:lnTo>
                    <a:lnTo>
                      <a:pt x="307" y="214"/>
                    </a:lnTo>
                    <a:lnTo>
                      <a:pt x="307" y="214"/>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000000"/>
                  </a:solidFill>
                  <a:cs typeface="Simplified Arabic" panose="02020603050405020304" pitchFamily="18" charset="-78"/>
                </a:endParaRPr>
              </a:p>
            </p:txBody>
          </p:sp>
        </p:grpSp>
      </p:grpSp>
      <p:grpSp>
        <p:nvGrpSpPr>
          <p:cNvPr id="16" name="Group 72"/>
          <p:cNvGrpSpPr/>
          <p:nvPr/>
        </p:nvGrpSpPr>
        <p:grpSpPr>
          <a:xfrm>
            <a:off x="6770331" y="2183483"/>
            <a:ext cx="3885434" cy="3493725"/>
            <a:chOff x="5077748" y="1637612"/>
            <a:chExt cx="2914075" cy="2620294"/>
          </a:xfrm>
        </p:grpSpPr>
        <p:sp>
          <p:nvSpPr>
            <p:cNvPr id="17" name="Oval 16"/>
            <p:cNvSpPr/>
            <p:nvPr/>
          </p:nvSpPr>
          <p:spPr>
            <a:xfrm>
              <a:off x="5183120"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39" name="Straight Connector 38"/>
            <p:cNvCxnSpPr/>
            <p:nvPr/>
          </p:nvCxnSpPr>
          <p:spPr>
            <a:xfrm rot="16200000" flipH="1">
              <a:off x="4409107"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0" name="Rectangle 49"/>
            <p:cNvSpPr/>
            <p:nvPr/>
          </p:nvSpPr>
          <p:spPr>
            <a:xfrm>
              <a:off x="5389008" y="2103939"/>
              <a:ext cx="2602815" cy="2008242"/>
            </a:xfrm>
            <a:prstGeom prst="rect">
              <a:avLst/>
            </a:prstGeom>
          </p:spPr>
          <p:txBody>
            <a:bodyPr wrap="square">
              <a:spAutoFit/>
            </a:bodyPr>
            <a:lstStyle/>
            <a:p>
              <a:pPr algn="ctr" rtl="1"/>
              <a:r>
                <a:rPr lang="en-US" sz="2800" b="1" u="sng" dirty="0" smtClean="0">
                  <a:solidFill>
                    <a:srgbClr val="000000"/>
                  </a:solidFill>
                  <a:cs typeface="Simplified Arabic" panose="02020603050405020304" pitchFamily="18" charset="-78"/>
                </a:rPr>
                <a:t> Alerts </a:t>
              </a:r>
              <a:r>
                <a:rPr lang="en-US" sz="2800" b="1" u="sng" dirty="0">
                  <a:solidFill>
                    <a:srgbClr val="000000"/>
                  </a:solidFill>
                  <a:cs typeface="Simplified Arabic" panose="02020603050405020304" pitchFamily="18" charset="-78"/>
                </a:rPr>
                <a:t>Google</a:t>
              </a:r>
              <a:r>
                <a:rPr lang="en-US" sz="2800" b="1" u="sng" dirty="0" smtClean="0">
                  <a:solidFill>
                    <a:srgbClr val="000000"/>
                  </a:solidFill>
                  <a:cs typeface="Simplified Arabic" panose="02020603050405020304" pitchFamily="18" charset="-78"/>
                </a:rPr>
                <a:t>:</a:t>
              </a:r>
            </a:p>
            <a:p>
              <a:pPr algn="ctr" rtl="1"/>
              <a:r>
                <a:rPr lang="en-US" sz="2800" b="1" dirty="0" smtClean="0">
                  <a:solidFill>
                    <a:srgbClr val="000000"/>
                  </a:solidFill>
                  <a:cs typeface="Simplified Arabic" panose="02020603050405020304" pitchFamily="18" charset="-78"/>
                </a:rPr>
                <a:t> </a:t>
              </a:r>
              <a:r>
                <a:rPr lang="ar-SA" sz="2800" b="1" dirty="0">
                  <a:solidFill>
                    <a:srgbClr val="000000"/>
                  </a:solidFill>
                  <a:cs typeface="Simplified Arabic" panose="02020603050405020304" pitchFamily="18" charset="-78"/>
                </a:rPr>
                <a:t>تعد تنبيهات قوقل من الخدمات الرائعة التي تساعد المدرسين والطلاب في وضع كلمات مفتاحية للبحث، حيث من خلال هذه الخدمة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0" name="Group 63"/>
            <p:cNvGrpSpPr/>
            <p:nvPr/>
          </p:nvGrpSpPr>
          <p:grpSpPr>
            <a:xfrm>
              <a:off x="5077748" y="1637612"/>
              <a:ext cx="418280" cy="418280"/>
              <a:chOff x="5077748" y="1637612"/>
              <a:chExt cx="418280" cy="418280"/>
            </a:xfrm>
          </p:grpSpPr>
          <p:sp>
            <p:nvSpPr>
              <p:cNvPr id="38" name="Teardrop 37"/>
              <p:cNvSpPr/>
              <p:nvPr/>
            </p:nvSpPr>
            <p:spPr>
              <a:xfrm rot="8100000">
                <a:off x="5077748" y="1637612"/>
                <a:ext cx="418280" cy="418280"/>
              </a:xfrm>
              <a:prstGeom prst="teardrop">
                <a:avLst>
                  <a:gd name="adj" fmla="val 13161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5" name="Freeform 100"/>
              <p:cNvSpPr>
                <a:spLocks/>
              </p:cNvSpPr>
              <p:nvPr/>
            </p:nvSpPr>
            <p:spPr bwMode="auto">
              <a:xfrm>
                <a:off x="5169641" y="1770740"/>
                <a:ext cx="176324" cy="198674"/>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dirty="0">
                  <a:solidFill>
                    <a:srgbClr val="000000"/>
                  </a:solidFill>
                  <a:cs typeface="Simplified Arabic" panose="02020603050405020304" pitchFamily="18" charset="-78"/>
                </a:endParaRPr>
              </a:p>
            </p:txBody>
          </p:sp>
        </p:grpSp>
      </p:grpSp>
      <p:sp>
        <p:nvSpPr>
          <p:cNvPr id="29" name="Rectangle 28"/>
          <p:cNvSpPr/>
          <p:nvPr/>
        </p:nvSpPr>
        <p:spPr>
          <a:xfrm>
            <a:off x="0" y="74608"/>
            <a:ext cx="12192000" cy="1864939"/>
          </a:xfrm>
          <a:prstGeom prst="rect">
            <a:avLst/>
          </a:prstGeom>
          <a:solidFill>
            <a:schemeClr val="tx2">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0" name="TextBox 29"/>
          <p:cNvSpPr txBox="1"/>
          <p:nvPr/>
        </p:nvSpPr>
        <p:spPr>
          <a:xfrm>
            <a:off x="3430572" y="532944"/>
            <a:ext cx="5187639" cy="830997"/>
          </a:xfrm>
          <a:prstGeom prst="rect">
            <a:avLst/>
          </a:prstGeom>
          <a:noFill/>
        </p:spPr>
        <p:txBody>
          <a:bodyPr wrap="none" rtlCol="0">
            <a:spAutoFit/>
          </a:bodyPr>
          <a:lstStyle/>
          <a:p>
            <a:pPr rtl="1"/>
            <a:r>
              <a:rPr lang="ar-SA" sz="4800" b="1" u="sng" dirty="0">
                <a:solidFill>
                  <a:srgbClr val="FFFF00"/>
                </a:solidFill>
                <a:cs typeface="Simplified Arabic" panose="02020603050405020304" pitchFamily="18" charset="-78"/>
              </a:rPr>
              <a:t>5-	أدوات قوقل التعليمية</a:t>
            </a:r>
          </a:p>
        </p:txBody>
      </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9258872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left)">
                                      <p:cBhvr>
                                        <p:cTn id="7" dur="500"/>
                                        <p:tgtEl>
                                          <p:spTgt spid="29"/>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30"/>
                                        </p:tgtEl>
                                        <p:attrNameLst>
                                          <p:attrName>style.visibility</p:attrName>
                                        </p:attrNameLst>
                                      </p:cBhvr>
                                      <p:to>
                                        <p:strVal val="visible"/>
                                      </p:to>
                                    </p:se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Left)">
                                      <p:cBhvr>
                                        <p:cTn id="14" dur="500"/>
                                        <p:tgtEl>
                                          <p:spTgt spid="7"/>
                                        </p:tgtEl>
                                      </p:cBhvr>
                                    </p:animEffect>
                                  </p:childTnLst>
                                </p:cTn>
                              </p:par>
                              <p:par>
                                <p:cTn id="15" presetID="12" presetClass="entr" presetSubtype="8" fill="hold" grpId="0" nodeType="withEffect">
                                  <p:stCondLst>
                                    <p:cond delay="0"/>
                                  </p:stCondLst>
                                  <p:childTnLst>
                                    <p:set>
                                      <p:cBhvr>
                                        <p:cTn id="16" dur="1" fill="hold">
                                          <p:stCondLst>
                                            <p:cond delay="0"/>
                                          </p:stCondLst>
                                        </p:cTn>
                                        <p:tgtEl>
                                          <p:spTgt spid="46"/>
                                        </p:tgtEl>
                                        <p:attrNameLst>
                                          <p:attrName>style.visibility</p:attrName>
                                        </p:attrNameLst>
                                      </p:cBhvr>
                                      <p:to>
                                        <p:strVal val="visible"/>
                                      </p:to>
                                    </p:set>
                                    <p:animEffect transition="in" filter="slide(fromLeft)">
                                      <p:cBhvr>
                                        <p:cTn id="17" dur="500"/>
                                        <p:tgtEl>
                                          <p:spTgt spid="46"/>
                                        </p:tgtEl>
                                      </p:cBhvr>
                                    </p:animEffect>
                                  </p:childTnLst>
                                </p:cTn>
                              </p:par>
                            </p:childTnLst>
                          </p:cTn>
                        </p:par>
                        <p:par>
                          <p:cTn id="18" fill="hold">
                            <p:stCondLst>
                              <p:cond delay="1000"/>
                            </p:stCondLst>
                            <p:childTnLst>
                              <p:par>
                                <p:cTn id="19" presetID="12" presetClass="entr" presetSubtype="8" fill="hold"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slide(fromLeft)">
                                      <p:cBhvr>
                                        <p:cTn id="21" dur="500"/>
                                        <p:tgtEl>
                                          <p:spTgt spid="8"/>
                                        </p:tgtEl>
                                      </p:cBhvr>
                                    </p:animEffect>
                                  </p:childTnLst>
                                </p:cTn>
                              </p:par>
                            </p:childTnLst>
                          </p:cTn>
                        </p:par>
                        <p:par>
                          <p:cTn id="22" fill="hold">
                            <p:stCondLst>
                              <p:cond delay="1500"/>
                            </p:stCondLst>
                            <p:childTnLst>
                              <p:par>
                                <p:cTn id="23" presetID="12" presetClass="entr" presetSubtype="4" fill="hold" nodeType="after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slide(fromBottom)">
                                      <p:cBhvr>
                                        <p:cTn id="25" dur="500"/>
                                        <p:tgtEl>
                                          <p:spTgt spid="11"/>
                                        </p:tgtEl>
                                      </p:cBhvr>
                                    </p:animEffect>
                                  </p:childTnLst>
                                </p:cTn>
                              </p:par>
                            </p:childTnLst>
                          </p:cTn>
                        </p:par>
                        <p:par>
                          <p:cTn id="26" fill="hold">
                            <p:stCondLst>
                              <p:cond delay="2000"/>
                            </p:stCondLst>
                            <p:childTnLst>
                              <p:par>
                                <p:cTn id="27" presetID="12" presetClass="entr" presetSubtype="4" fill="hold" nodeType="after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slide(fromBottom)">
                                      <p:cBhvr>
                                        <p:cTn id="29" dur="500"/>
                                        <p:tgtEl>
                                          <p:spTgt spid="16"/>
                                        </p:tgtEl>
                                      </p:cBhvr>
                                    </p:animEffect>
                                  </p:childTnLst>
                                </p:cTn>
                              </p:par>
                            </p:childTnLst>
                          </p:cTn>
                        </p:par>
                        <p:par>
                          <p:cTn id="30" fill="hold">
                            <p:stCondLst>
                              <p:cond delay="2500"/>
                            </p:stCondLst>
                            <p:childTnLst>
                              <p:par>
                                <p:cTn id="31" presetID="12" presetClass="entr" presetSubtype="8" fill="hold" nodeType="after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slide(fromLeft)">
                                      <p:cBhvr>
                                        <p:cTn id="3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29" grpId="0" animBg="1"/>
      <p:bldP spid="30" grpId="0"/>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253274"/>
            <a:ext cx="12192001" cy="4351453"/>
          </a:xfrm>
          <a:prstGeom prst="rect">
            <a:avLst/>
          </a:prstGeom>
          <a:solidFill>
            <a:schemeClr val="tx2">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0" name="Group 9"/>
          <p:cNvGrpSpPr/>
          <p:nvPr/>
        </p:nvGrpSpPr>
        <p:grpSpPr>
          <a:xfrm>
            <a:off x="1251423" y="2429169"/>
            <a:ext cx="9157770" cy="2782351"/>
            <a:chOff x="1251422" y="1638688"/>
            <a:chExt cx="9157770" cy="2782351"/>
          </a:xfrm>
        </p:grpSpPr>
        <p:sp>
          <p:nvSpPr>
            <p:cNvPr id="5" name="TextBox 4"/>
            <p:cNvSpPr txBox="1"/>
            <p:nvPr/>
          </p:nvSpPr>
          <p:spPr>
            <a:xfrm>
              <a:off x="1817806" y="1638688"/>
              <a:ext cx="7937301" cy="830997"/>
            </a:xfrm>
            <a:prstGeom prst="rect">
              <a:avLst/>
            </a:prstGeom>
            <a:noFill/>
          </p:spPr>
          <p:txBody>
            <a:bodyPr wrap="none" rtlCol="0">
              <a:spAutoFit/>
            </a:bodyPr>
            <a:lstStyle/>
            <a:p>
              <a:pPr rtl="1"/>
              <a:r>
                <a:rPr lang="ar-SA" sz="4800" b="1" u="sng" dirty="0">
                  <a:solidFill>
                    <a:srgbClr val="FFFF00"/>
                  </a:solidFill>
                  <a:cs typeface="Simplified Arabic" panose="02020603050405020304" pitchFamily="18" charset="-78"/>
                </a:rPr>
                <a:t>6-	متصفح كروم </a:t>
              </a:r>
              <a:r>
                <a:rPr lang="en-US" sz="4800" b="1" u="sng" dirty="0" smtClean="0">
                  <a:solidFill>
                    <a:srgbClr val="FFFF00"/>
                  </a:solidFill>
                  <a:cs typeface="Simplified Arabic" panose="02020603050405020304" pitchFamily="18" charset="-78"/>
                </a:rPr>
                <a:t> Chrome </a:t>
              </a:r>
              <a:r>
                <a:rPr lang="ar-SA" sz="4800" b="1" u="sng" dirty="0">
                  <a:solidFill>
                    <a:srgbClr val="FFFF00"/>
                  </a:solidFill>
                  <a:cs typeface="Simplified Arabic" panose="02020603050405020304" pitchFamily="18" charset="-78"/>
                </a:rPr>
                <a:t>في التعليم</a:t>
              </a:r>
            </a:p>
          </p:txBody>
        </p:sp>
        <p:sp>
          <p:nvSpPr>
            <p:cNvPr id="9" name="TextBox 8"/>
            <p:cNvSpPr txBox="1"/>
            <p:nvPr/>
          </p:nvSpPr>
          <p:spPr>
            <a:xfrm>
              <a:off x="1251422" y="3343821"/>
              <a:ext cx="9157770" cy="1077218"/>
            </a:xfrm>
            <a:prstGeom prst="rect">
              <a:avLst/>
            </a:prstGeom>
            <a:noFill/>
          </p:spPr>
          <p:txBody>
            <a:bodyPr wrap="square" rtlCol="0">
              <a:spAutoFit/>
            </a:bodyPr>
            <a:lstStyle/>
            <a:p>
              <a:pPr algn="ctr" rtl="1"/>
              <a:r>
                <a:rPr lang="ar-SA" sz="3200" b="1" dirty="0">
                  <a:solidFill>
                    <a:prstClr val="white"/>
                  </a:solidFill>
                  <a:cs typeface="Simplified Arabic" panose="02020603050405020304" pitchFamily="18" charset="-78"/>
                </a:rPr>
                <a:t>متصفح ويب سريع وبسيط وآمن تم إنشاؤه ليتوافق مع تقنيات الويب الحديثة.</a:t>
              </a:r>
              <a:endParaRPr lang="en-US" sz="3200" dirty="0">
                <a:solidFill>
                  <a:prstClr val="white"/>
                </a:solidFill>
                <a:cs typeface="Simplified Arabic" panose="02020603050405020304" pitchFamily="18" charset="-78"/>
              </a:endParaRPr>
            </a:p>
          </p:txBody>
        </p:sp>
      </p:grpSp>
      <p:sp>
        <p:nvSpPr>
          <p:cNvPr id="11" name="Oval 10"/>
          <p:cNvSpPr>
            <a:spLocks noChangeAspect="1"/>
          </p:cNvSpPr>
          <p:nvPr/>
        </p:nvSpPr>
        <p:spPr>
          <a:xfrm>
            <a:off x="5502863" y="3625234"/>
            <a:ext cx="144000" cy="144000"/>
          </a:xfrm>
          <a:prstGeom prst="ellipse">
            <a:avLst/>
          </a:prstGeom>
          <a:solidFill>
            <a:srgbClr val="0070C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2" name="Oval 11"/>
          <p:cNvSpPr>
            <a:spLocks noChangeAspect="1"/>
          </p:cNvSpPr>
          <p:nvPr/>
        </p:nvSpPr>
        <p:spPr>
          <a:xfrm>
            <a:off x="5671348" y="3625234"/>
            <a:ext cx="144000" cy="144000"/>
          </a:xfrm>
          <a:prstGeom prst="ellipse">
            <a:avLst/>
          </a:prstGeom>
          <a:solidFill>
            <a:srgbClr val="FFC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3" name="Oval 12"/>
          <p:cNvSpPr>
            <a:spLocks noChangeAspect="1"/>
          </p:cNvSpPr>
          <p:nvPr/>
        </p:nvSpPr>
        <p:spPr>
          <a:xfrm>
            <a:off x="5830308" y="3625234"/>
            <a:ext cx="144000" cy="144000"/>
          </a:xfrm>
          <a:prstGeom prst="ellipse">
            <a:avLst/>
          </a:prstGeom>
          <a:solidFill>
            <a:srgbClr val="ED7D31">
              <a:lumMod val="75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4" name="Oval 13"/>
          <p:cNvSpPr>
            <a:spLocks noChangeAspect="1"/>
          </p:cNvSpPr>
          <p:nvPr/>
        </p:nvSpPr>
        <p:spPr>
          <a:xfrm>
            <a:off x="6008318" y="3625234"/>
            <a:ext cx="144000" cy="144000"/>
          </a:xfrm>
          <a:prstGeom prst="ellipse">
            <a:avLst/>
          </a:prstGeom>
          <a:solidFill>
            <a:srgbClr val="C0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5" name="Oval 14"/>
          <p:cNvSpPr>
            <a:spLocks noChangeAspect="1"/>
          </p:cNvSpPr>
          <p:nvPr/>
        </p:nvSpPr>
        <p:spPr>
          <a:xfrm>
            <a:off x="6176803" y="3625234"/>
            <a:ext cx="144000" cy="144000"/>
          </a:xfrm>
          <a:prstGeom prst="ellipse">
            <a:avLst/>
          </a:prstGeom>
          <a:solidFill>
            <a:srgbClr val="FF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6" name="Oval 15"/>
          <p:cNvSpPr>
            <a:spLocks noChangeAspect="1"/>
          </p:cNvSpPr>
          <p:nvPr/>
        </p:nvSpPr>
        <p:spPr>
          <a:xfrm>
            <a:off x="6345288" y="3625234"/>
            <a:ext cx="144000" cy="144000"/>
          </a:xfrm>
          <a:prstGeom prst="ellipse">
            <a:avLst/>
          </a:prstGeom>
          <a:solidFill>
            <a:srgbClr val="70AD47">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7" name="Oval 16"/>
          <p:cNvSpPr>
            <a:spLocks noChangeAspect="1"/>
          </p:cNvSpPr>
          <p:nvPr/>
        </p:nvSpPr>
        <p:spPr>
          <a:xfrm>
            <a:off x="6513773" y="3625234"/>
            <a:ext cx="144000" cy="144000"/>
          </a:xfrm>
          <a:prstGeom prst="ellipse">
            <a:avLst/>
          </a:prstGeom>
          <a:solidFill>
            <a:srgbClr val="7030A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7380681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outVertical)">
                                      <p:cBhvr>
                                        <p:cTn id="11" dur="500"/>
                                        <p:tgtEl>
                                          <p:spTgt spid="10"/>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250"/>
                                        <p:tgtEl>
                                          <p:spTgt spid="11"/>
                                        </p:tgtEl>
                                      </p:cBhvr>
                                    </p:animEffect>
                                    <p:anim calcmode="lin" valueType="num">
                                      <p:cBhvr>
                                        <p:cTn id="16" dur="250" fill="hold"/>
                                        <p:tgtEl>
                                          <p:spTgt spid="11"/>
                                        </p:tgtEl>
                                        <p:attrNameLst>
                                          <p:attrName>ppt_x</p:attrName>
                                        </p:attrNameLst>
                                      </p:cBhvr>
                                      <p:tavLst>
                                        <p:tav tm="0">
                                          <p:val>
                                            <p:strVal val="#ppt_x"/>
                                          </p:val>
                                        </p:tav>
                                        <p:tav tm="100000">
                                          <p:val>
                                            <p:strVal val="#ppt_x"/>
                                          </p:val>
                                        </p:tav>
                                      </p:tavLst>
                                    </p:anim>
                                    <p:anim calcmode="lin" valueType="num">
                                      <p:cBhvr>
                                        <p:cTn id="17" dur="250" fill="hold"/>
                                        <p:tgtEl>
                                          <p:spTgt spid="11"/>
                                        </p:tgtEl>
                                        <p:attrNameLst>
                                          <p:attrName>ppt_y</p:attrName>
                                        </p:attrNameLst>
                                      </p:cBhvr>
                                      <p:tavLst>
                                        <p:tav tm="0">
                                          <p:val>
                                            <p:strVal val="#ppt_y+.1"/>
                                          </p:val>
                                        </p:tav>
                                        <p:tav tm="100000">
                                          <p:val>
                                            <p:strVal val="#ppt_y"/>
                                          </p:val>
                                        </p:tav>
                                      </p:tavLst>
                                    </p:anim>
                                  </p:childTnLst>
                                </p:cTn>
                              </p:par>
                            </p:childTnLst>
                          </p:cTn>
                        </p:par>
                        <p:par>
                          <p:cTn id="18" fill="hold">
                            <p:stCondLst>
                              <p:cond delay="1250"/>
                            </p:stCondLst>
                            <p:childTnLst>
                              <p:par>
                                <p:cTn id="19" presetID="42" presetClass="entr" presetSubtype="0"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250"/>
                                        <p:tgtEl>
                                          <p:spTgt spid="12"/>
                                        </p:tgtEl>
                                      </p:cBhvr>
                                    </p:animEffect>
                                    <p:anim calcmode="lin" valueType="num">
                                      <p:cBhvr>
                                        <p:cTn id="22" dur="250" fill="hold"/>
                                        <p:tgtEl>
                                          <p:spTgt spid="12"/>
                                        </p:tgtEl>
                                        <p:attrNameLst>
                                          <p:attrName>ppt_x</p:attrName>
                                        </p:attrNameLst>
                                      </p:cBhvr>
                                      <p:tavLst>
                                        <p:tav tm="0">
                                          <p:val>
                                            <p:strVal val="#ppt_x"/>
                                          </p:val>
                                        </p:tav>
                                        <p:tav tm="100000">
                                          <p:val>
                                            <p:strVal val="#ppt_x"/>
                                          </p:val>
                                        </p:tav>
                                      </p:tavLst>
                                    </p:anim>
                                    <p:anim calcmode="lin" valueType="num">
                                      <p:cBhvr>
                                        <p:cTn id="23" dur="250" fill="hold"/>
                                        <p:tgtEl>
                                          <p:spTgt spid="12"/>
                                        </p:tgtEl>
                                        <p:attrNameLst>
                                          <p:attrName>ppt_y</p:attrName>
                                        </p:attrNameLst>
                                      </p:cBhvr>
                                      <p:tavLst>
                                        <p:tav tm="0">
                                          <p:val>
                                            <p:strVal val="#ppt_y+.1"/>
                                          </p:val>
                                        </p:tav>
                                        <p:tav tm="100000">
                                          <p:val>
                                            <p:strVal val="#ppt_y"/>
                                          </p:val>
                                        </p:tav>
                                      </p:tavLst>
                                    </p:anim>
                                  </p:childTnLst>
                                </p:cTn>
                              </p:par>
                            </p:childTnLst>
                          </p:cTn>
                        </p:par>
                        <p:par>
                          <p:cTn id="24" fill="hold">
                            <p:stCondLst>
                              <p:cond delay="1500"/>
                            </p:stCondLst>
                            <p:childTnLst>
                              <p:par>
                                <p:cTn id="25" presetID="42" presetClass="entr" presetSubtype="0"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250"/>
                                        <p:tgtEl>
                                          <p:spTgt spid="13"/>
                                        </p:tgtEl>
                                      </p:cBhvr>
                                    </p:animEffect>
                                    <p:anim calcmode="lin" valueType="num">
                                      <p:cBhvr>
                                        <p:cTn id="28" dur="250" fill="hold"/>
                                        <p:tgtEl>
                                          <p:spTgt spid="13"/>
                                        </p:tgtEl>
                                        <p:attrNameLst>
                                          <p:attrName>ppt_x</p:attrName>
                                        </p:attrNameLst>
                                      </p:cBhvr>
                                      <p:tavLst>
                                        <p:tav tm="0">
                                          <p:val>
                                            <p:strVal val="#ppt_x"/>
                                          </p:val>
                                        </p:tav>
                                        <p:tav tm="100000">
                                          <p:val>
                                            <p:strVal val="#ppt_x"/>
                                          </p:val>
                                        </p:tav>
                                      </p:tavLst>
                                    </p:anim>
                                    <p:anim calcmode="lin" valueType="num">
                                      <p:cBhvr>
                                        <p:cTn id="29" dur="250" fill="hold"/>
                                        <p:tgtEl>
                                          <p:spTgt spid="13"/>
                                        </p:tgtEl>
                                        <p:attrNameLst>
                                          <p:attrName>ppt_y</p:attrName>
                                        </p:attrNameLst>
                                      </p:cBhvr>
                                      <p:tavLst>
                                        <p:tav tm="0">
                                          <p:val>
                                            <p:strVal val="#ppt_y+.1"/>
                                          </p:val>
                                        </p:tav>
                                        <p:tav tm="100000">
                                          <p:val>
                                            <p:strVal val="#ppt_y"/>
                                          </p:val>
                                        </p:tav>
                                      </p:tavLst>
                                    </p:anim>
                                  </p:childTnLst>
                                </p:cTn>
                              </p:par>
                            </p:childTnLst>
                          </p:cTn>
                        </p:par>
                        <p:par>
                          <p:cTn id="30" fill="hold">
                            <p:stCondLst>
                              <p:cond delay="1750"/>
                            </p:stCondLst>
                            <p:childTnLst>
                              <p:par>
                                <p:cTn id="31" presetID="42" presetClass="entr" presetSubtype="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250"/>
                                        <p:tgtEl>
                                          <p:spTgt spid="14"/>
                                        </p:tgtEl>
                                      </p:cBhvr>
                                    </p:animEffect>
                                    <p:anim calcmode="lin" valueType="num">
                                      <p:cBhvr>
                                        <p:cTn id="34" dur="250" fill="hold"/>
                                        <p:tgtEl>
                                          <p:spTgt spid="14"/>
                                        </p:tgtEl>
                                        <p:attrNameLst>
                                          <p:attrName>ppt_x</p:attrName>
                                        </p:attrNameLst>
                                      </p:cBhvr>
                                      <p:tavLst>
                                        <p:tav tm="0">
                                          <p:val>
                                            <p:strVal val="#ppt_x"/>
                                          </p:val>
                                        </p:tav>
                                        <p:tav tm="100000">
                                          <p:val>
                                            <p:strVal val="#ppt_x"/>
                                          </p:val>
                                        </p:tav>
                                      </p:tavLst>
                                    </p:anim>
                                    <p:anim calcmode="lin" valueType="num">
                                      <p:cBhvr>
                                        <p:cTn id="35" dur="250" fill="hold"/>
                                        <p:tgtEl>
                                          <p:spTgt spid="14"/>
                                        </p:tgtEl>
                                        <p:attrNameLst>
                                          <p:attrName>ppt_y</p:attrName>
                                        </p:attrNameLst>
                                      </p:cBhvr>
                                      <p:tavLst>
                                        <p:tav tm="0">
                                          <p:val>
                                            <p:strVal val="#ppt_y+.1"/>
                                          </p:val>
                                        </p:tav>
                                        <p:tav tm="100000">
                                          <p:val>
                                            <p:strVal val="#ppt_y"/>
                                          </p:val>
                                        </p:tav>
                                      </p:tavLst>
                                    </p:anim>
                                  </p:childTnLst>
                                </p:cTn>
                              </p:par>
                            </p:childTnLst>
                          </p:cTn>
                        </p:par>
                        <p:par>
                          <p:cTn id="36" fill="hold">
                            <p:stCondLst>
                              <p:cond delay="2000"/>
                            </p:stCondLst>
                            <p:childTnLst>
                              <p:par>
                                <p:cTn id="37" presetID="42" presetClass="entr" presetSubtype="0" fill="hold" grpId="0" nodeType="after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250"/>
                                        <p:tgtEl>
                                          <p:spTgt spid="15"/>
                                        </p:tgtEl>
                                      </p:cBhvr>
                                    </p:animEffect>
                                    <p:anim calcmode="lin" valueType="num">
                                      <p:cBhvr>
                                        <p:cTn id="40" dur="250" fill="hold"/>
                                        <p:tgtEl>
                                          <p:spTgt spid="15"/>
                                        </p:tgtEl>
                                        <p:attrNameLst>
                                          <p:attrName>ppt_x</p:attrName>
                                        </p:attrNameLst>
                                      </p:cBhvr>
                                      <p:tavLst>
                                        <p:tav tm="0">
                                          <p:val>
                                            <p:strVal val="#ppt_x"/>
                                          </p:val>
                                        </p:tav>
                                        <p:tav tm="100000">
                                          <p:val>
                                            <p:strVal val="#ppt_x"/>
                                          </p:val>
                                        </p:tav>
                                      </p:tavLst>
                                    </p:anim>
                                    <p:anim calcmode="lin" valueType="num">
                                      <p:cBhvr>
                                        <p:cTn id="41" dur="250" fill="hold"/>
                                        <p:tgtEl>
                                          <p:spTgt spid="15"/>
                                        </p:tgtEl>
                                        <p:attrNameLst>
                                          <p:attrName>ppt_y</p:attrName>
                                        </p:attrNameLst>
                                      </p:cBhvr>
                                      <p:tavLst>
                                        <p:tav tm="0">
                                          <p:val>
                                            <p:strVal val="#ppt_y+.1"/>
                                          </p:val>
                                        </p:tav>
                                        <p:tav tm="100000">
                                          <p:val>
                                            <p:strVal val="#ppt_y"/>
                                          </p:val>
                                        </p:tav>
                                      </p:tavLst>
                                    </p:anim>
                                  </p:childTnLst>
                                </p:cTn>
                              </p:par>
                            </p:childTnLst>
                          </p:cTn>
                        </p:par>
                        <p:par>
                          <p:cTn id="42" fill="hold">
                            <p:stCondLst>
                              <p:cond delay="2250"/>
                            </p:stCondLst>
                            <p:childTnLst>
                              <p:par>
                                <p:cTn id="43" presetID="42" presetClass="entr" presetSubtype="0" fill="hold" grpId="0" nodeType="after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250"/>
                                        <p:tgtEl>
                                          <p:spTgt spid="16"/>
                                        </p:tgtEl>
                                      </p:cBhvr>
                                    </p:animEffect>
                                    <p:anim calcmode="lin" valueType="num">
                                      <p:cBhvr>
                                        <p:cTn id="46" dur="250" fill="hold"/>
                                        <p:tgtEl>
                                          <p:spTgt spid="16"/>
                                        </p:tgtEl>
                                        <p:attrNameLst>
                                          <p:attrName>ppt_x</p:attrName>
                                        </p:attrNameLst>
                                      </p:cBhvr>
                                      <p:tavLst>
                                        <p:tav tm="0">
                                          <p:val>
                                            <p:strVal val="#ppt_x"/>
                                          </p:val>
                                        </p:tav>
                                        <p:tav tm="100000">
                                          <p:val>
                                            <p:strVal val="#ppt_x"/>
                                          </p:val>
                                        </p:tav>
                                      </p:tavLst>
                                    </p:anim>
                                    <p:anim calcmode="lin" valueType="num">
                                      <p:cBhvr>
                                        <p:cTn id="47" dur="250" fill="hold"/>
                                        <p:tgtEl>
                                          <p:spTgt spid="16"/>
                                        </p:tgtEl>
                                        <p:attrNameLst>
                                          <p:attrName>ppt_y</p:attrName>
                                        </p:attrNameLst>
                                      </p:cBhvr>
                                      <p:tavLst>
                                        <p:tav tm="0">
                                          <p:val>
                                            <p:strVal val="#ppt_y+.1"/>
                                          </p:val>
                                        </p:tav>
                                        <p:tav tm="100000">
                                          <p:val>
                                            <p:strVal val="#ppt_y"/>
                                          </p:val>
                                        </p:tav>
                                      </p:tavLst>
                                    </p:anim>
                                  </p:childTnLst>
                                </p:cTn>
                              </p:par>
                            </p:childTnLst>
                          </p:cTn>
                        </p:par>
                        <p:par>
                          <p:cTn id="48" fill="hold">
                            <p:stCondLst>
                              <p:cond delay="2500"/>
                            </p:stCondLst>
                            <p:childTnLst>
                              <p:par>
                                <p:cTn id="49" presetID="42" presetClass="entr" presetSubtype="0" fill="hold" grpId="0" nodeType="after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250"/>
                                        <p:tgtEl>
                                          <p:spTgt spid="17"/>
                                        </p:tgtEl>
                                      </p:cBhvr>
                                    </p:animEffect>
                                    <p:anim calcmode="lin" valueType="num">
                                      <p:cBhvr>
                                        <p:cTn id="52" dur="250" fill="hold"/>
                                        <p:tgtEl>
                                          <p:spTgt spid="17"/>
                                        </p:tgtEl>
                                        <p:attrNameLst>
                                          <p:attrName>ppt_x</p:attrName>
                                        </p:attrNameLst>
                                      </p:cBhvr>
                                      <p:tavLst>
                                        <p:tav tm="0">
                                          <p:val>
                                            <p:strVal val="#ppt_x"/>
                                          </p:val>
                                        </p:tav>
                                        <p:tav tm="100000">
                                          <p:val>
                                            <p:strVal val="#ppt_x"/>
                                          </p:val>
                                        </p:tav>
                                      </p:tavLst>
                                    </p:anim>
                                    <p:anim calcmode="lin" valueType="num">
                                      <p:cBhvr>
                                        <p:cTn id="53" dur="25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P spid="12" grpId="0" animBg="1"/>
      <p:bldP spid="13" grpId="0" animBg="1"/>
      <p:bldP spid="14" grpId="0" animBg="1"/>
      <p:bldP spid="15" grpId="0" animBg="1"/>
      <p:bldP spid="16" grpId="0" animBg="1"/>
      <p:bldP spid="17" grpId="0" animBg="1"/>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527311" y="3984742"/>
            <a:ext cx="10964255" cy="2062103"/>
          </a:xfrm>
          <a:prstGeom prst="rect">
            <a:avLst/>
          </a:prstGeom>
          <a:noFill/>
        </p:spPr>
        <p:txBody>
          <a:bodyPr wrap="square" rtlCol="0">
            <a:spAutoFit/>
          </a:bodyPr>
          <a:lstStyle/>
          <a:p>
            <a:pPr algn="ctr" defTabSz="1375467" rtl="1" fontAlgn="auto">
              <a:spcBef>
                <a:spcPts val="0"/>
              </a:spcBef>
              <a:spcAft>
                <a:spcPts val="0"/>
              </a:spcAft>
            </a:pPr>
            <a:r>
              <a:rPr lang="ar-SA" sz="3200" b="1" dirty="0">
                <a:solidFill>
                  <a:srgbClr val="262626">
                    <a:lumMod val="65000"/>
                    <a:lumOff val="35000"/>
                  </a:srgbClr>
                </a:solidFill>
                <a:latin typeface="Roboto Condensed"/>
                <a:cs typeface="Simplified Arabic" panose="02020603050405020304" pitchFamily="18" charset="-78"/>
              </a:rPr>
              <a:t>يتصف متصفح كروم بالعديد من الميزات التي جعلت منه أكثر متصفحات الويب انتشارا واستخداماً، ولعل من أهمها سرعة تشغيله من سطح المكتب، وسرعة تحميله لصفحات الويب، وتشغيله لتطبيقات الويب المعقدة بسرعة البرق، علاوةً على اتصافه بالسلاسة والبساطة وسهولة الاستخدام. </a:t>
            </a:r>
            <a:endParaRPr lang="en-US" sz="3200" b="1" dirty="0">
              <a:solidFill>
                <a:srgbClr val="262626">
                  <a:lumMod val="65000"/>
                  <a:lumOff val="35000"/>
                </a:srgbClr>
              </a:solidFill>
              <a:latin typeface="Roboto Condensed"/>
              <a:cs typeface="Simplified Arabic" panose="02020603050405020304" pitchFamily="18" charset="-78"/>
            </a:endParaRPr>
          </a:p>
        </p:txBody>
      </p:sp>
      <p:grpSp>
        <p:nvGrpSpPr>
          <p:cNvPr id="2" name="Group 24"/>
          <p:cNvGrpSpPr/>
          <p:nvPr/>
        </p:nvGrpSpPr>
        <p:grpSpPr>
          <a:xfrm>
            <a:off x="5522364" y="3715054"/>
            <a:ext cx="1350473" cy="203200"/>
            <a:chOff x="4168751" y="2495551"/>
            <a:chExt cx="1012854" cy="152400"/>
          </a:xfrm>
        </p:grpSpPr>
        <p:sp>
          <p:nvSpPr>
            <p:cNvPr id="16" name="Oval 15"/>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7" name="Oval 16"/>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8" name="Oval 17"/>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3" name="Oval 1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4" name="Oval 13"/>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5" name="Oval 14"/>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4" name="Oval 23"/>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grpSp>
        <p:nvGrpSpPr>
          <p:cNvPr id="3" name="Group 24"/>
          <p:cNvGrpSpPr/>
          <p:nvPr/>
        </p:nvGrpSpPr>
        <p:grpSpPr>
          <a:xfrm>
            <a:off x="5420766" y="6045201"/>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pic>
        <p:nvPicPr>
          <p:cNvPr id="5" name="Picture Placeholder 4"/>
          <p:cNvPicPr>
            <a:picLocks noGrp="1" noChangeAspect="1"/>
          </p:cNvPicPr>
          <p:nvPr>
            <p:ph type="pic" sz="quarter" idx="10"/>
          </p:nvPr>
        </p:nvPicPr>
        <p:blipFill>
          <a:blip r:embed="rId2">
            <a:extLst>
              <a:ext uri="{28A0092B-C50C-407E-A947-70E740481C1C}">
                <a14:useLocalDpi xmlns:a14="http://schemas.microsoft.com/office/drawing/2010/main" val="0"/>
              </a:ext>
            </a:extLst>
          </a:blip>
          <a:stretch>
            <a:fillRect/>
          </a:stretch>
        </p:blipFill>
        <p:spPr>
          <a:xfrm>
            <a:off x="5266997" y="889870"/>
            <a:ext cx="1658001" cy="1658001"/>
          </a:xfrm>
        </p:spPr>
      </p:pic>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74484422"/>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1000"/>
                                        <p:tgtEl>
                                          <p:spTgt spid="12"/>
                                        </p:tgtEl>
                                      </p:cBhvr>
                                    </p:animEffect>
                                  </p:childTnLst>
                                </p:cTn>
                              </p:par>
                            </p:childTnLst>
                          </p:cTn>
                        </p:par>
                        <p:par>
                          <p:cTn id="13" fill="hold">
                            <p:stCondLst>
                              <p:cond delay="1500"/>
                            </p:stCondLst>
                            <p:childTnLst>
                              <p:par>
                                <p:cTn id="14" presetID="23" presetClass="entr" presetSubtype="16"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p:cTn id="16" dur="500" fill="hold"/>
                                        <p:tgtEl>
                                          <p:spTgt spid="3"/>
                                        </p:tgtEl>
                                        <p:attrNameLst>
                                          <p:attrName>ppt_w</p:attrName>
                                        </p:attrNameLst>
                                      </p:cBhvr>
                                      <p:tavLst>
                                        <p:tav tm="0">
                                          <p:val>
                                            <p:fltVal val="0"/>
                                          </p:val>
                                        </p:tav>
                                        <p:tav tm="100000">
                                          <p:val>
                                            <p:strVal val="#ppt_w"/>
                                          </p:val>
                                        </p:tav>
                                      </p:tavLst>
                                    </p:anim>
                                    <p:anim calcmode="lin" valueType="num">
                                      <p:cBhvr>
                                        <p:cTn id="17"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731559" y="4554683"/>
            <a:ext cx="10423679" cy="584775"/>
          </a:xfrm>
          <a:prstGeom prst="rect">
            <a:avLst/>
          </a:prstGeom>
          <a:noFill/>
        </p:spPr>
        <p:txBody>
          <a:bodyPr wrap="square" rtlCol="0">
            <a:spAutoFit/>
          </a:bodyPr>
          <a:lstStyle/>
          <a:p>
            <a:pPr algn="ctr" defTabSz="1375467" rtl="1" fontAlgn="auto">
              <a:spcBef>
                <a:spcPts val="0"/>
              </a:spcBef>
              <a:spcAft>
                <a:spcPts val="0"/>
              </a:spcAft>
            </a:pPr>
            <a:r>
              <a:rPr lang="ar-SA" sz="3200" b="1" i="1" dirty="0">
                <a:solidFill>
                  <a:srgbClr val="262626">
                    <a:lumMod val="65000"/>
                    <a:lumOff val="35000"/>
                  </a:srgbClr>
                </a:solidFill>
                <a:latin typeface="Roboto Condensed"/>
                <a:cs typeface="Simplified Arabic" panose="02020603050405020304" pitchFamily="18" charset="-78"/>
              </a:rPr>
              <a:t>تعتبر الآيتونز هي احدى الخدمات الخاصة بالتعليم الجامعي</a:t>
            </a:r>
            <a:endParaRPr lang="en-US" sz="3200" b="1" i="1" dirty="0">
              <a:solidFill>
                <a:srgbClr val="262626">
                  <a:lumMod val="65000"/>
                  <a:lumOff val="35000"/>
                </a:srgbClr>
              </a:solidFill>
              <a:latin typeface="Roboto Condensed"/>
              <a:cs typeface="Simplified Arabic" panose="02020603050405020304" pitchFamily="18" charset="-78"/>
            </a:endParaRPr>
          </a:p>
        </p:txBody>
      </p:sp>
      <p:grpSp>
        <p:nvGrpSpPr>
          <p:cNvPr id="2" name="Group 24"/>
          <p:cNvGrpSpPr/>
          <p:nvPr/>
        </p:nvGrpSpPr>
        <p:grpSpPr>
          <a:xfrm>
            <a:off x="5522364" y="3918254"/>
            <a:ext cx="1350473" cy="203200"/>
            <a:chOff x="4168751" y="2495551"/>
            <a:chExt cx="1012854" cy="152400"/>
          </a:xfrm>
        </p:grpSpPr>
        <p:sp>
          <p:nvSpPr>
            <p:cNvPr id="16" name="Oval 15"/>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7" name="Oval 16"/>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8" name="Oval 17"/>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3" name="Oval 1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4" name="Oval 13"/>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5" name="Oval 14"/>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4" name="Oval 23"/>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9" name="Title 1"/>
          <p:cNvSpPr txBox="1">
            <a:spLocks/>
          </p:cNvSpPr>
          <p:nvPr/>
        </p:nvSpPr>
        <p:spPr>
          <a:xfrm>
            <a:off x="3016008" y="3062360"/>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smtClean="0">
                <a:solidFill>
                  <a:srgbClr val="262626"/>
                </a:solidFill>
                <a:latin typeface="Roboto Medium"/>
                <a:cs typeface="+mj-cs"/>
              </a:rPr>
              <a:t>‌د-</a:t>
            </a:r>
            <a:r>
              <a:rPr lang="en-US" sz="4000" b="1" u="sng" dirty="0" smtClean="0">
                <a:solidFill>
                  <a:srgbClr val="262626"/>
                </a:solidFill>
                <a:latin typeface="Roboto Medium"/>
                <a:cs typeface="+mj-cs"/>
              </a:rPr>
              <a:t> </a:t>
            </a:r>
            <a:r>
              <a:rPr lang="ar-SA" sz="4000" b="1" u="sng" dirty="0">
                <a:solidFill>
                  <a:srgbClr val="262626"/>
                </a:solidFill>
                <a:latin typeface="Roboto Medium"/>
                <a:cs typeface="+mj-cs"/>
              </a:rPr>
              <a:t>	الآيتونز </a:t>
            </a:r>
            <a:r>
              <a:rPr lang="en-US" sz="4000" b="1" u="sng" dirty="0" smtClean="0">
                <a:solidFill>
                  <a:srgbClr val="262626"/>
                </a:solidFill>
                <a:latin typeface="Roboto Medium"/>
                <a:cs typeface="+mj-cs"/>
              </a:rPr>
              <a:t> iTunes </a:t>
            </a:r>
            <a:r>
              <a:rPr lang="ar-SA" sz="4000" b="1" u="sng" dirty="0">
                <a:solidFill>
                  <a:srgbClr val="262626"/>
                </a:solidFill>
                <a:latin typeface="Roboto Medium"/>
                <a:cs typeface="+mj-cs"/>
              </a:rPr>
              <a:t>في التعليم</a:t>
            </a:r>
            <a:endParaRPr lang="en-US" sz="4000" b="1" u="sng" dirty="0">
              <a:solidFill>
                <a:srgbClr val="262626"/>
              </a:solidFill>
              <a:latin typeface="Roboto Medium"/>
              <a:cs typeface="+mj-cs"/>
            </a:endParaRPr>
          </a:p>
        </p:txBody>
      </p:sp>
      <p:grpSp>
        <p:nvGrpSpPr>
          <p:cNvPr id="3" name="Group 24"/>
          <p:cNvGrpSpPr/>
          <p:nvPr/>
        </p:nvGrpSpPr>
        <p:grpSpPr>
          <a:xfrm>
            <a:off x="5420766" y="6045201"/>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pic>
        <p:nvPicPr>
          <p:cNvPr id="5" name="Picture Placeholder 4"/>
          <p:cNvPicPr>
            <a:picLocks noGrp="1" noChangeAspect="1"/>
          </p:cNvPicPr>
          <p:nvPr>
            <p:ph type="pic" sz="quarter" idx="10"/>
          </p:nvPr>
        </p:nvPicPr>
        <p:blipFill>
          <a:blip r:embed="rId2">
            <a:extLst>
              <a:ext uri="{28A0092B-C50C-407E-A947-70E740481C1C}">
                <a14:useLocalDpi xmlns:a14="http://schemas.microsoft.com/office/drawing/2010/main" val="0"/>
              </a:ext>
            </a:extLst>
          </a:blip>
          <a:stretch>
            <a:fillRect/>
          </a:stretch>
        </p:blipFill>
        <p:spPr>
          <a:xfrm>
            <a:off x="5266997" y="889870"/>
            <a:ext cx="1658001" cy="1658001"/>
          </a:xfrm>
        </p:spPr>
      </p:pic>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4883463"/>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childTnLst>
                                </p:cTn>
                              </p:par>
                            </p:childTnLst>
                          </p:cTn>
                        </p:par>
                        <p:par>
                          <p:cTn id="17" fill="hold">
                            <p:stCondLst>
                              <p:cond delay="2000"/>
                            </p:stCondLst>
                            <p:childTnLst>
                              <p:par>
                                <p:cTn id="18" presetID="23" presetClass="entr" presetSubtype="16"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9" grpId="0"/>
    </p:bld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731559" y="4554683"/>
            <a:ext cx="10423679" cy="1077218"/>
          </a:xfrm>
          <a:prstGeom prst="rect">
            <a:avLst/>
          </a:prstGeom>
          <a:noFill/>
        </p:spPr>
        <p:txBody>
          <a:bodyPr wrap="square" rtlCol="0">
            <a:spAutoFit/>
          </a:bodyPr>
          <a:lstStyle/>
          <a:p>
            <a:pPr algn="ctr" defTabSz="1375467" rtl="1" fontAlgn="auto">
              <a:spcBef>
                <a:spcPts val="0"/>
              </a:spcBef>
              <a:spcAft>
                <a:spcPts val="0"/>
              </a:spcAft>
            </a:pPr>
            <a:r>
              <a:rPr lang="ar-SA" sz="3200" b="1" i="1" dirty="0">
                <a:solidFill>
                  <a:srgbClr val="262626">
                    <a:lumMod val="65000"/>
                    <a:lumOff val="35000"/>
                  </a:srgbClr>
                </a:solidFill>
                <a:latin typeface="Roboto Condensed"/>
                <a:cs typeface="Simplified Arabic" panose="02020603050405020304" pitchFamily="18" charset="-78"/>
              </a:rPr>
              <a:t>شفرة مختزلة من صورة مربعة مكونة من نقاط أو خطوط مرتبة رقمياً يمكن قراءتها لاحقاً بواسطة جهاز معد لقراءة تلك الرموز.</a:t>
            </a:r>
            <a:endParaRPr lang="en-US" sz="3200" b="1" i="1" dirty="0">
              <a:solidFill>
                <a:srgbClr val="262626">
                  <a:lumMod val="65000"/>
                  <a:lumOff val="35000"/>
                </a:srgbClr>
              </a:solidFill>
              <a:latin typeface="Roboto Condensed"/>
              <a:cs typeface="Simplified Arabic" panose="02020603050405020304" pitchFamily="18" charset="-78"/>
            </a:endParaRPr>
          </a:p>
        </p:txBody>
      </p:sp>
      <p:grpSp>
        <p:nvGrpSpPr>
          <p:cNvPr id="2" name="Group 24"/>
          <p:cNvGrpSpPr/>
          <p:nvPr/>
        </p:nvGrpSpPr>
        <p:grpSpPr>
          <a:xfrm>
            <a:off x="5522364" y="3918254"/>
            <a:ext cx="1350473" cy="203200"/>
            <a:chOff x="4168751" y="2495551"/>
            <a:chExt cx="1012854" cy="152400"/>
          </a:xfrm>
        </p:grpSpPr>
        <p:sp>
          <p:nvSpPr>
            <p:cNvPr id="16" name="Oval 15"/>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7" name="Oval 16"/>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8" name="Oval 17"/>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3" name="Oval 1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4" name="Oval 13"/>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5" name="Oval 14"/>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4" name="Oval 23"/>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9" name="Title 1"/>
          <p:cNvSpPr txBox="1">
            <a:spLocks/>
          </p:cNvSpPr>
          <p:nvPr/>
        </p:nvSpPr>
        <p:spPr>
          <a:xfrm>
            <a:off x="3016008" y="3062360"/>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smtClean="0">
                <a:solidFill>
                  <a:srgbClr val="262626"/>
                </a:solidFill>
                <a:latin typeface="Roboto Medium"/>
                <a:cs typeface="+mj-cs"/>
              </a:rPr>
              <a:t>‌ه-</a:t>
            </a:r>
            <a:r>
              <a:rPr lang="en-US" sz="4000" b="1" u="sng" dirty="0" smtClean="0">
                <a:solidFill>
                  <a:srgbClr val="262626"/>
                </a:solidFill>
                <a:latin typeface="Roboto Medium"/>
                <a:cs typeface="+mj-cs"/>
              </a:rPr>
              <a:t> QR  </a:t>
            </a:r>
            <a:r>
              <a:rPr lang="ar-SA" sz="4000" b="1" u="sng" dirty="0" smtClean="0">
                <a:solidFill>
                  <a:srgbClr val="262626"/>
                </a:solidFill>
                <a:latin typeface="Roboto Medium"/>
                <a:cs typeface="+mj-cs"/>
              </a:rPr>
              <a:t>في </a:t>
            </a:r>
            <a:r>
              <a:rPr lang="ar-SA" sz="4000" b="1" u="sng" dirty="0">
                <a:solidFill>
                  <a:srgbClr val="262626"/>
                </a:solidFill>
                <a:latin typeface="Roboto Medium"/>
                <a:cs typeface="+mj-cs"/>
              </a:rPr>
              <a:t>التعليم</a:t>
            </a:r>
            <a:endParaRPr lang="en-US" sz="4000" b="1" u="sng" dirty="0">
              <a:solidFill>
                <a:srgbClr val="262626"/>
              </a:solidFill>
              <a:latin typeface="Roboto Medium"/>
              <a:cs typeface="+mj-cs"/>
            </a:endParaRPr>
          </a:p>
        </p:txBody>
      </p:sp>
      <p:grpSp>
        <p:nvGrpSpPr>
          <p:cNvPr id="3" name="Group 24"/>
          <p:cNvGrpSpPr/>
          <p:nvPr/>
        </p:nvGrpSpPr>
        <p:grpSpPr>
          <a:xfrm>
            <a:off x="5420766" y="6045201"/>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pic>
        <p:nvPicPr>
          <p:cNvPr id="5" name="Picture Placeholder 4"/>
          <p:cNvPicPr>
            <a:picLocks noGrp="1" noChangeAspect="1"/>
          </p:cNvPicPr>
          <p:nvPr>
            <p:ph type="pic" sz="quarter" idx="10"/>
          </p:nvPr>
        </p:nvPicPr>
        <p:blipFill>
          <a:blip r:embed="rId2">
            <a:extLst>
              <a:ext uri="{28A0092B-C50C-407E-A947-70E740481C1C}">
                <a14:useLocalDpi xmlns:a14="http://schemas.microsoft.com/office/drawing/2010/main" val="0"/>
              </a:ext>
            </a:extLst>
          </a:blip>
          <a:stretch>
            <a:fillRect/>
          </a:stretch>
        </p:blipFill>
        <p:spPr>
          <a:xfrm>
            <a:off x="5266997" y="889870"/>
            <a:ext cx="1658001" cy="1658001"/>
          </a:xfrm>
        </p:spPr>
      </p:pic>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73496567"/>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childTnLst>
                                </p:cTn>
                              </p:par>
                            </p:childTnLst>
                          </p:cTn>
                        </p:par>
                        <p:par>
                          <p:cTn id="17" fill="hold">
                            <p:stCondLst>
                              <p:cond delay="2000"/>
                            </p:stCondLst>
                            <p:childTnLst>
                              <p:par>
                                <p:cTn id="18" presetID="23" presetClass="entr" presetSubtype="16"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9" grpId="0"/>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algn="ctr" rtl="1"/>
            <a:r>
              <a:rPr lang="ar-SA" u="sng" dirty="0"/>
              <a:t>كيف يمكن توظيف </a:t>
            </a:r>
            <a:r>
              <a:rPr lang="en-US" u="sng" dirty="0" smtClean="0"/>
              <a:t> </a:t>
            </a:r>
            <a:r>
              <a:rPr lang="id-ID" u="sng" dirty="0" smtClean="0"/>
              <a:t>QR </a:t>
            </a:r>
            <a:r>
              <a:rPr lang="id-ID" u="sng" dirty="0"/>
              <a:t>code </a:t>
            </a:r>
            <a:r>
              <a:rPr lang="ar-SA" u="sng" dirty="0"/>
              <a:t>في التعليم؟</a:t>
            </a:r>
            <a:endParaRPr lang="en-AU" u="sng" dirty="0"/>
          </a:p>
        </p:txBody>
      </p:sp>
      <p:sp>
        <p:nvSpPr>
          <p:cNvPr id="20" name="TextBox 19"/>
          <p:cNvSpPr txBox="1"/>
          <p:nvPr/>
        </p:nvSpPr>
        <p:spPr>
          <a:xfrm>
            <a:off x="7824708" y="2205068"/>
            <a:ext cx="3752880" cy="1723549"/>
          </a:xfrm>
          <a:prstGeom prst="rect">
            <a:avLst/>
          </a:prstGeom>
          <a:noFill/>
        </p:spPr>
        <p:txBody>
          <a:bodyPr wrap="square" lIns="0" tIns="0" rIns="0" bIns="0" rtlCol="0">
            <a:spAutoFit/>
          </a:bodyPr>
          <a:lstStyle/>
          <a:p>
            <a:pPr algn="ctr" rtl="1" fontAlgn="auto">
              <a:spcBef>
                <a:spcPts val="0"/>
              </a:spcBef>
              <a:spcAft>
                <a:spcPts val="0"/>
              </a:spcAft>
            </a:pPr>
            <a:r>
              <a:rPr lang="ar-SA" sz="2800" b="1" dirty="0" smtClean="0">
                <a:latin typeface="Roboto Lt"/>
                <a:cs typeface="Simplified Arabic" panose="02020603050405020304" pitchFamily="18" charset="-78"/>
              </a:rPr>
              <a:t>إضافته </a:t>
            </a:r>
            <a:r>
              <a:rPr lang="ar-SA" sz="2800" b="1" dirty="0">
                <a:latin typeface="Roboto Lt"/>
                <a:cs typeface="Simplified Arabic" panose="02020603050405020304" pitchFamily="18" charset="-78"/>
              </a:rPr>
              <a:t>للكتب المدرسية محل الصور الفوتوغرافية لتسهيل الوصول إلى المصادر التعليمية المتنوعة</a:t>
            </a:r>
            <a:endParaRPr lang="en-AU" sz="2800" b="1" dirty="0">
              <a:latin typeface="Roboto Lt"/>
              <a:cs typeface="Simplified Arabic" panose="02020603050405020304" pitchFamily="18" charset="-78"/>
            </a:endParaRPr>
          </a:p>
        </p:txBody>
      </p:sp>
      <p:sp>
        <p:nvSpPr>
          <p:cNvPr id="21" name="TextBox 20"/>
          <p:cNvSpPr txBox="1"/>
          <p:nvPr/>
        </p:nvSpPr>
        <p:spPr>
          <a:xfrm>
            <a:off x="533400" y="3245999"/>
            <a:ext cx="3270313" cy="1292662"/>
          </a:xfrm>
          <a:prstGeom prst="rect">
            <a:avLst/>
          </a:prstGeom>
          <a:noFill/>
        </p:spPr>
        <p:txBody>
          <a:bodyPr wrap="square" lIns="0" tIns="0" rIns="0" bIns="0" rtlCol="0">
            <a:spAutoFit/>
          </a:bodyPr>
          <a:lstStyle/>
          <a:p>
            <a:pPr algn="ctr" rtl="1" fontAlgn="auto">
              <a:spcBef>
                <a:spcPts val="0"/>
              </a:spcBef>
              <a:spcAft>
                <a:spcPts val="0"/>
              </a:spcAft>
            </a:pPr>
            <a:r>
              <a:rPr lang="ar-SA" sz="2800" b="1" dirty="0">
                <a:latin typeface="Roboto Lt"/>
                <a:cs typeface="Simplified Arabic" panose="02020603050405020304" pitchFamily="18" charset="-78"/>
              </a:rPr>
              <a:t>تصميم سجل لإنجازات الطلاب بإنشاء كود </a:t>
            </a:r>
            <a:r>
              <a:rPr lang="id-ID" sz="2800" b="1" dirty="0">
                <a:latin typeface="Roboto Lt"/>
                <a:cs typeface="Simplified Arabic" panose="02020603050405020304" pitchFamily="18" charset="-78"/>
              </a:rPr>
              <a:t>QR </a:t>
            </a:r>
            <a:r>
              <a:rPr lang="ar-SA" sz="2800" b="1" dirty="0">
                <a:latin typeface="Roboto Lt"/>
                <a:cs typeface="Simplified Arabic" panose="02020603050405020304" pitchFamily="18" charset="-78"/>
              </a:rPr>
              <a:t>خاص بكل طالب</a:t>
            </a:r>
            <a:endParaRPr lang="en-AU" sz="2800" b="1" dirty="0">
              <a:latin typeface="Roboto Lt"/>
              <a:cs typeface="Simplified Arabic" panose="02020603050405020304" pitchFamily="18" charset="-78"/>
            </a:endParaRPr>
          </a:p>
        </p:txBody>
      </p:sp>
      <p:sp>
        <p:nvSpPr>
          <p:cNvPr id="23" name="TextBox 22"/>
          <p:cNvSpPr txBox="1"/>
          <p:nvPr/>
        </p:nvSpPr>
        <p:spPr>
          <a:xfrm>
            <a:off x="7824708" y="4809804"/>
            <a:ext cx="3443268" cy="861774"/>
          </a:xfrm>
          <a:prstGeom prst="rect">
            <a:avLst/>
          </a:prstGeom>
          <a:noFill/>
        </p:spPr>
        <p:txBody>
          <a:bodyPr wrap="square" lIns="0" tIns="0" rIns="0" bIns="0" rtlCol="0">
            <a:spAutoFit/>
          </a:bodyPr>
          <a:lstStyle/>
          <a:p>
            <a:pPr algn="ctr" rtl="1" fontAlgn="auto">
              <a:spcBef>
                <a:spcPts val="0"/>
              </a:spcBef>
              <a:spcAft>
                <a:spcPts val="0"/>
              </a:spcAft>
            </a:pPr>
            <a:r>
              <a:rPr lang="ar-SA" sz="2800" b="1" dirty="0" smtClean="0">
                <a:latin typeface="Roboto Lt"/>
                <a:cs typeface="Simplified Arabic" panose="02020603050405020304" pitchFamily="18" charset="-78"/>
              </a:rPr>
              <a:t>إنشاء </a:t>
            </a:r>
            <a:r>
              <a:rPr lang="ar-SA" sz="2800" b="1" dirty="0">
                <a:latin typeface="Roboto Lt"/>
                <a:cs typeface="Simplified Arabic" panose="02020603050405020304" pitchFamily="18" charset="-78"/>
              </a:rPr>
              <a:t>المعامل الافتراضية وبرمجيات الواقع المعزز</a:t>
            </a:r>
            <a:endParaRPr lang="en-AU" sz="2800" b="1" dirty="0">
              <a:latin typeface="Roboto Lt"/>
              <a:cs typeface="Simplified Arabic" panose="02020603050405020304" pitchFamily="18" charset="-78"/>
            </a:endParaRPr>
          </a:p>
        </p:txBody>
      </p:sp>
      <p:grpSp>
        <p:nvGrpSpPr>
          <p:cNvPr id="6" name="Group 5"/>
          <p:cNvGrpSpPr/>
          <p:nvPr/>
        </p:nvGrpSpPr>
        <p:grpSpPr>
          <a:xfrm>
            <a:off x="5421850" y="2367142"/>
            <a:ext cx="2189480" cy="878857"/>
            <a:chOff x="5693611" y="1927714"/>
            <a:chExt cx="2189480" cy="878857"/>
          </a:xfrm>
        </p:grpSpPr>
        <p:sp>
          <p:nvSpPr>
            <p:cNvPr id="5" name="Freeform 4"/>
            <p:cNvSpPr/>
            <p:nvPr/>
          </p:nvSpPr>
          <p:spPr>
            <a:xfrm>
              <a:off x="5693611" y="1927714"/>
              <a:ext cx="2189480" cy="878857"/>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grpSp>
        <p:nvGrpSpPr>
          <p:cNvPr id="10" name="Group 9"/>
          <p:cNvGrpSpPr/>
          <p:nvPr/>
        </p:nvGrpSpPr>
        <p:grpSpPr>
          <a:xfrm>
            <a:off x="4055349" y="3477896"/>
            <a:ext cx="2189480" cy="878857"/>
            <a:chOff x="4327110" y="3038468"/>
            <a:chExt cx="2189480" cy="878857"/>
          </a:xfrm>
        </p:grpSpPr>
        <p:sp>
          <p:nvSpPr>
            <p:cNvPr id="9" name="Freeform 8"/>
            <p:cNvSpPr/>
            <p:nvPr/>
          </p:nvSpPr>
          <p:spPr>
            <a:xfrm flipH="1">
              <a:off x="4327110" y="3038468"/>
              <a:ext cx="2189480" cy="878857"/>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grpSp>
        <p:nvGrpSpPr>
          <p:cNvPr id="14" name="Group 13"/>
          <p:cNvGrpSpPr/>
          <p:nvPr/>
        </p:nvGrpSpPr>
        <p:grpSpPr>
          <a:xfrm>
            <a:off x="5421850" y="4602968"/>
            <a:ext cx="2189480" cy="878857"/>
            <a:chOff x="5693611" y="4163540"/>
            <a:chExt cx="2189480" cy="878857"/>
          </a:xfrm>
        </p:grpSpPr>
        <p:sp>
          <p:nvSpPr>
            <p:cNvPr id="17" name="Freeform 16"/>
            <p:cNvSpPr/>
            <p:nvPr/>
          </p:nvSpPr>
          <p:spPr>
            <a:xfrm>
              <a:off x="5693611" y="4163540"/>
              <a:ext cx="2189480" cy="878857"/>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nvGrpSpPr>
            <p:cNvPr id="34" name="Group 33"/>
            <p:cNvGrpSpPr/>
            <p:nvPr/>
          </p:nvGrpSpPr>
          <p:grpSpPr>
            <a:xfrm>
              <a:off x="5908295" y="4404673"/>
              <a:ext cx="423319" cy="396590"/>
              <a:chOff x="5368132" y="3540125"/>
              <a:chExt cx="465138" cy="435769"/>
            </a:xfrm>
            <a:solidFill>
              <a:schemeClr val="bg1"/>
            </a:solidFill>
          </p:grpSpPr>
          <p:sp>
            <p:nvSpPr>
              <p:cNvPr id="3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sp>
        <p:nvSpPr>
          <p:cNvPr id="3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3477556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left)">
                                      <p:cBhvr>
                                        <p:cTn id="23" dur="500"/>
                                        <p:tgtEl>
                                          <p:spTgt spid="14"/>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strips(downRight)">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algn="ctr" rtl="1"/>
            <a:r>
              <a:rPr lang="ar-SA" u="sng" dirty="0"/>
              <a:t>كيف يمكن توظيف </a:t>
            </a:r>
            <a:r>
              <a:rPr lang="en-US" u="sng" dirty="0" smtClean="0"/>
              <a:t> </a:t>
            </a:r>
            <a:r>
              <a:rPr lang="id-ID" u="sng" dirty="0" smtClean="0"/>
              <a:t>QR </a:t>
            </a:r>
            <a:r>
              <a:rPr lang="id-ID" u="sng" dirty="0"/>
              <a:t>code </a:t>
            </a:r>
            <a:r>
              <a:rPr lang="ar-SA" u="sng" dirty="0"/>
              <a:t>في التعليم؟</a:t>
            </a:r>
            <a:endParaRPr lang="en-AU" u="sng" dirty="0"/>
          </a:p>
        </p:txBody>
      </p:sp>
      <p:sp>
        <p:nvSpPr>
          <p:cNvPr id="20" name="TextBox 19"/>
          <p:cNvSpPr txBox="1"/>
          <p:nvPr/>
        </p:nvSpPr>
        <p:spPr>
          <a:xfrm>
            <a:off x="7824708" y="2205068"/>
            <a:ext cx="3752880" cy="861774"/>
          </a:xfrm>
          <a:prstGeom prst="rect">
            <a:avLst/>
          </a:prstGeom>
          <a:noFill/>
        </p:spPr>
        <p:txBody>
          <a:bodyPr wrap="square" lIns="0" tIns="0" rIns="0" bIns="0" rtlCol="0">
            <a:spAutoFit/>
          </a:bodyPr>
          <a:lstStyle/>
          <a:p>
            <a:pPr algn="ctr" rtl="1" fontAlgn="auto">
              <a:spcBef>
                <a:spcPts val="0"/>
              </a:spcBef>
              <a:spcAft>
                <a:spcPts val="0"/>
              </a:spcAft>
            </a:pPr>
            <a:r>
              <a:rPr lang="ar-SA" sz="2800" b="1" dirty="0" smtClean="0">
                <a:latin typeface="Roboto Lt"/>
                <a:cs typeface="Simplified Arabic" panose="02020603050405020304" pitchFamily="18" charset="-78"/>
              </a:rPr>
              <a:t>استخدامها </a:t>
            </a:r>
            <a:r>
              <a:rPr lang="ar-SA" sz="2800" b="1" dirty="0">
                <a:latin typeface="Roboto Lt"/>
                <a:cs typeface="Simplified Arabic" panose="02020603050405020304" pitchFamily="18" charset="-78"/>
              </a:rPr>
              <a:t>في تعزيز استراتيجيات التعلم التعاوني والفصل المقلوب.</a:t>
            </a:r>
            <a:endParaRPr lang="en-AU" sz="2800" b="1" dirty="0">
              <a:latin typeface="Roboto Lt"/>
              <a:cs typeface="Simplified Arabic" panose="02020603050405020304" pitchFamily="18" charset="-78"/>
            </a:endParaRPr>
          </a:p>
        </p:txBody>
      </p:sp>
      <p:sp>
        <p:nvSpPr>
          <p:cNvPr id="21" name="TextBox 20"/>
          <p:cNvSpPr txBox="1"/>
          <p:nvPr/>
        </p:nvSpPr>
        <p:spPr>
          <a:xfrm>
            <a:off x="212652" y="3245999"/>
            <a:ext cx="3591062" cy="1723549"/>
          </a:xfrm>
          <a:prstGeom prst="rect">
            <a:avLst/>
          </a:prstGeom>
          <a:noFill/>
        </p:spPr>
        <p:txBody>
          <a:bodyPr wrap="square" lIns="0" tIns="0" rIns="0" bIns="0" rtlCol="0">
            <a:spAutoFit/>
          </a:bodyPr>
          <a:lstStyle/>
          <a:p>
            <a:pPr algn="ctr" rtl="1" fontAlgn="auto">
              <a:spcBef>
                <a:spcPts val="0"/>
              </a:spcBef>
              <a:spcAft>
                <a:spcPts val="0"/>
              </a:spcAft>
            </a:pPr>
            <a:r>
              <a:rPr lang="ar-SA" sz="2800" b="1" dirty="0">
                <a:latin typeface="Roboto Lt"/>
                <a:cs typeface="Simplified Arabic" panose="02020603050405020304" pitchFamily="18" charset="-78"/>
              </a:rPr>
              <a:t>تسجيل حضور الطلاب للمدرسة أو الحصة عن طريق إنشاء بطاقات الـ </a:t>
            </a:r>
            <a:r>
              <a:rPr lang="en-US" sz="2800" b="1" dirty="0">
                <a:latin typeface="Roboto Lt"/>
                <a:cs typeface="Simplified Arabic" panose="02020603050405020304" pitchFamily="18" charset="-78"/>
              </a:rPr>
              <a:t>QR </a:t>
            </a:r>
            <a:r>
              <a:rPr lang="ar-SA" sz="2800" b="1" dirty="0">
                <a:latin typeface="Roboto Lt"/>
                <a:cs typeface="Simplified Arabic" panose="02020603050405020304" pitchFamily="18" charset="-78"/>
              </a:rPr>
              <a:t>الخاصة بكل طالب</a:t>
            </a:r>
            <a:endParaRPr lang="en-AU" sz="2800" b="1" dirty="0">
              <a:latin typeface="Roboto Lt"/>
              <a:cs typeface="Simplified Arabic" panose="02020603050405020304" pitchFamily="18" charset="-78"/>
            </a:endParaRPr>
          </a:p>
        </p:txBody>
      </p:sp>
      <p:sp>
        <p:nvSpPr>
          <p:cNvPr id="23" name="TextBox 22"/>
          <p:cNvSpPr txBox="1"/>
          <p:nvPr/>
        </p:nvSpPr>
        <p:spPr>
          <a:xfrm>
            <a:off x="7824708" y="4594360"/>
            <a:ext cx="3443268" cy="1292662"/>
          </a:xfrm>
          <a:prstGeom prst="rect">
            <a:avLst/>
          </a:prstGeom>
          <a:noFill/>
        </p:spPr>
        <p:txBody>
          <a:bodyPr wrap="square" lIns="0" tIns="0" rIns="0" bIns="0" rtlCol="0">
            <a:spAutoFit/>
          </a:bodyPr>
          <a:lstStyle/>
          <a:p>
            <a:pPr algn="ctr" rtl="1" fontAlgn="auto">
              <a:spcBef>
                <a:spcPts val="0"/>
              </a:spcBef>
              <a:spcAft>
                <a:spcPts val="0"/>
              </a:spcAft>
            </a:pPr>
            <a:r>
              <a:rPr lang="ar-SA" sz="2800" b="1" dirty="0" smtClean="0">
                <a:latin typeface="Roboto Lt"/>
                <a:cs typeface="Simplified Arabic" panose="02020603050405020304" pitchFamily="18" charset="-78"/>
              </a:rPr>
              <a:t>تحفيز </a:t>
            </a:r>
            <a:r>
              <a:rPr lang="ar-SA" sz="2800" b="1" dirty="0">
                <a:latin typeface="Roboto Lt"/>
                <a:cs typeface="Simplified Arabic" panose="02020603050405020304" pitchFamily="18" charset="-78"/>
              </a:rPr>
              <a:t>المتعلمين على البحث والاستكشاف وإثارة دافعيتهم للتعلم في الفصول الدراسية</a:t>
            </a:r>
            <a:endParaRPr lang="en-AU" sz="2800" b="1" dirty="0">
              <a:latin typeface="Roboto Lt"/>
              <a:cs typeface="Simplified Arabic" panose="02020603050405020304" pitchFamily="18" charset="-78"/>
            </a:endParaRPr>
          </a:p>
        </p:txBody>
      </p:sp>
      <p:grpSp>
        <p:nvGrpSpPr>
          <p:cNvPr id="6" name="Group 5"/>
          <p:cNvGrpSpPr/>
          <p:nvPr/>
        </p:nvGrpSpPr>
        <p:grpSpPr>
          <a:xfrm>
            <a:off x="5421850" y="2367142"/>
            <a:ext cx="2189480" cy="878857"/>
            <a:chOff x="5693611" y="1927714"/>
            <a:chExt cx="2189480" cy="878857"/>
          </a:xfrm>
        </p:grpSpPr>
        <p:sp>
          <p:nvSpPr>
            <p:cNvPr id="5" name="Freeform 4"/>
            <p:cNvSpPr/>
            <p:nvPr/>
          </p:nvSpPr>
          <p:spPr>
            <a:xfrm>
              <a:off x="5693611" y="1927714"/>
              <a:ext cx="2189480" cy="878857"/>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grpSp>
        <p:nvGrpSpPr>
          <p:cNvPr id="10" name="Group 9"/>
          <p:cNvGrpSpPr/>
          <p:nvPr/>
        </p:nvGrpSpPr>
        <p:grpSpPr>
          <a:xfrm>
            <a:off x="4055349" y="3477896"/>
            <a:ext cx="2189480" cy="878857"/>
            <a:chOff x="4327110" y="3038468"/>
            <a:chExt cx="2189480" cy="878857"/>
          </a:xfrm>
        </p:grpSpPr>
        <p:sp>
          <p:nvSpPr>
            <p:cNvPr id="9" name="Freeform 8"/>
            <p:cNvSpPr/>
            <p:nvPr/>
          </p:nvSpPr>
          <p:spPr>
            <a:xfrm flipH="1">
              <a:off x="4327110" y="3038468"/>
              <a:ext cx="2189480" cy="878857"/>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grpSp>
        <p:nvGrpSpPr>
          <p:cNvPr id="14" name="Group 13"/>
          <p:cNvGrpSpPr/>
          <p:nvPr/>
        </p:nvGrpSpPr>
        <p:grpSpPr>
          <a:xfrm>
            <a:off x="5421850" y="4602968"/>
            <a:ext cx="2189480" cy="878857"/>
            <a:chOff x="5693611" y="4163540"/>
            <a:chExt cx="2189480" cy="878857"/>
          </a:xfrm>
        </p:grpSpPr>
        <p:sp>
          <p:nvSpPr>
            <p:cNvPr id="17" name="Freeform 16"/>
            <p:cNvSpPr/>
            <p:nvPr/>
          </p:nvSpPr>
          <p:spPr>
            <a:xfrm>
              <a:off x="5693611" y="4163540"/>
              <a:ext cx="2189480" cy="878857"/>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nvGrpSpPr>
            <p:cNvPr id="34" name="Group 33"/>
            <p:cNvGrpSpPr/>
            <p:nvPr/>
          </p:nvGrpSpPr>
          <p:grpSpPr>
            <a:xfrm>
              <a:off x="5908295" y="4404673"/>
              <a:ext cx="423319" cy="396590"/>
              <a:chOff x="5368132" y="3540125"/>
              <a:chExt cx="465138" cy="435769"/>
            </a:xfrm>
            <a:solidFill>
              <a:schemeClr val="bg1"/>
            </a:solidFill>
          </p:grpSpPr>
          <p:sp>
            <p:nvSpPr>
              <p:cNvPr id="3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sp>
        <p:nvSpPr>
          <p:cNvPr id="3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5526729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left)">
                                      <p:cBhvr>
                                        <p:cTn id="23" dur="500"/>
                                        <p:tgtEl>
                                          <p:spTgt spid="14"/>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strips(downRight)">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algn="ctr" rtl="1"/>
            <a:r>
              <a:rPr lang="ar-SA" u="sng" dirty="0"/>
              <a:t>كيف يمكن توظيف </a:t>
            </a:r>
            <a:r>
              <a:rPr lang="en-US" u="sng" dirty="0" smtClean="0"/>
              <a:t> </a:t>
            </a:r>
            <a:r>
              <a:rPr lang="id-ID" u="sng" dirty="0" smtClean="0"/>
              <a:t>QR </a:t>
            </a:r>
            <a:r>
              <a:rPr lang="id-ID" u="sng" dirty="0"/>
              <a:t>code </a:t>
            </a:r>
            <a:r>
              <a:rPr lang="ar-SA" u="sng" dirty="0"/>
              <a:t>في التعليم؟</a:t>
            </a:r>
            <a:endParaRPr lang="en-AU" u="sng" dirty="0"/>
          </a:p>
        </p:txBody>
      </p:sp>
      <p:sp>
        <p:nvSpPr>
          <p:cNvPr id="20" name="TextBox 19"/>
          <p:cNvSpPr txBox="1"/>
          <p:nvPr/>
        </p:nvSpPr>
        <p:spPr>
          <a:xfrm>
            <a:off x="7611330" y="1786909"/>
            <a:ext cx="3752880" cy="861774"/>
          </a:xfrm>
          <a:prstGeom prst="rect">
            <a:avLst/>
          </a:prstGeom>
          <a:noFill/>
        </p:spPr>
        <p:txBody>
          <a:bodyPr wrap="square" lIns="0" tIns="0" rIns="0" bIns="0" rtlCol="0">
            <a:spAutoFit/>
          </a:bodyPr>
          <a:lstStyle/>
          <a:p>
            <a:pPr algn="ctr" rtl="1" fontAlgn="auto">
              <a:spcBef>
                <a:spcPts val="0"/>
              </a:spcBef>
              <a:spcAft>
                <a:spcPts val="0"/>
              </a:spcAft>
            </a:pPr>
            <a:r>
              <a:rPr lang="ar-SA" sz="2800" b="1" dirty="0" smtClean="0">
                <a:latin typeface="Roboto Lt"/>
                <a:cs typeface="Simplified Arabic" panose="02020603050405020304" pitchFamily="18" charset="-78"/>
              </a:rPr>
              <a:t>استخدام </a:t>
            </a:r>
            <a:r>
              <a:rPr lang="ar-SA" sz="2800" b="1" dirty="0">
                <a:latin typeface="Roboto Lt"/>
                <a:cs typeface="Simplified Arabic" panose="02020603050405020304" pitchFamily="18" charset="-78"/>
              </a:rPr>
              <a:t>تطبيقات تقييم إجابات الطلاب</a:t>
            </a:r>
            <a:endParaRPr lang="en-AU" sz="2800" b="1" dirty="0">
              <a:latin typeface="Roboto Lt"/>
              <a:cs typeface="Simplified Arabic" panose="02020603050405020304" pitchFamily="18" charset="-78"/>
            </a:endParaRPr>
          </a:p>
        </p:txBody>
      </p:sp>
      <p:sp>
        <p:nvSpPr>
          <p:cNvPr id="21" name="TextBox 20"/>
          <p:cNvSpPr txBox="1"/>
          <p:nvPr/>
        </p:nvSpPr>
        <p:spPr>
          <a:xfrm>
            <a:off x="381463" y="3069221"/>
            <a:ext cx="3591062" cy="430887"/>
          </a:xfrm>
          <a:prstGeom prst="rect">
            <a:avLst/>
          </a:prstGeom>
          <a:noFill/>
        </p:spPr>
        <p:txBody>
          <a:bodyPr wrap="square" lIns="0" tIns="0" rIns="0" bIns="0" rtlCol="0">
            <a:spAutoFit/>
          </a:bodyPr>
          <a:lstStyle/>
          <a:p>
            <a:pPr algn="ctr" rtl="1" fontAlgn="auto">
              <a:spcBef>
                <a:spcPts val="0"/>
              </a:spcBef>
              <a:spcAft>
                <a:spcPts val="0"/>
              </a:spcAft>
            </a:pPr>
            <a:r>
              <a:rPr lang="ar-SA" sz="2800" b="1" dirty="0" smtClean="0">
                <a:latin typeface="Roboto Lt"/>
                <a:cs typeface="Simplified Arabic" panose="02020603050405020304" pitchFamily="18" charset="-78"/>
              </a:rPr>
              <a:t>كتابة </a:t>
            </a:r>
            <a:r>
              <a:rPr lang="ar-SA" sz="2800" b="1" dirty="0">
                <a:latin typeface="Roboto Lt"/>
                <a:cs typeface="Simplified Arabic" panose="02020603050405020304" pitchFamily="18" charset="-78"/>
              </a:rPr>
              <a:t>التقارير</a:t>
            </a:r>
            <a:endParaRPr lang="en-AU" sz="2800" b="1" dirty="0">
              <a:latin typeface="Roboto Lt"/>
              <a:cs typeface="Simplified Arabic" panose="02020603050405020304" pitchFamily="18" charset="-78"/>
            </a:endParaRPr>
          </a:p>
        </p:txBody>
      </p:sp>
      <p:sp>
        <p:nvSpPr>
          <p:cNvPr id="23" name="TextBox 22"/>
          <p:cNvSpPr txBox="1"/>
          <p:nvPr/>
        </p:nvSpPr>
        <p:spPr>
          <a:xfrm>
            <a:off x="7920942" y="3815832"/>
            <a:ext cx="3443268" cy="1292662"/>
          </a:xfrm>
          <a:prstGeom prst="rect">
            <a:avLst/>
          </a:prstGeom>
          <a:noFill/>
        </p:spPr>
        <p:txBody>
          <a:bodyPr wrap="square" lIns="0" tIns="0" rIns="0" bIns="0" rtlCol="0">
            <a:spAutoFit/>
          </a:bodyPr>
          <a:lstStyle/>
          <a:p>
            <a:pPr algn="ctr" rtl="1" fontAlgn="auto">
              <a:spcBef>
                <a:spcPts val="0"/>
              </a:spcBef>
              <a:spcAft>
                <a:spcPts val="0"/>
              </a:spcAft>
            </a:pPr>
            <a:r>
              <a:rPr lang="ar-SA" sz="2800" b="1" dirty="0" smtClean="0">
                <a:latin typeface="Roboto Lt"/>
                <a:cs typeface="Simplified Arabic" panose="02020603050405020304" pitchFamily="18" charset="-78"/>
              </a:rPr>
              <a:t>إضافة </a:t>
            </a:r>
            <a:r>
              <a:rPr lang="ar-SA" sz="2800" b="1" dirty="0">
                <a:latin typeface="Roboto Lt"/>
                <a:cs typeface="Simplified Arabic" panose="02020603050405020304" pitchFamily="18" charset="-78"/>
              </a:rPr>
              <a:t>كود الـ </a:t>
            </a:r>
            <a:r>
              <a:rPr lang="en-US" sz="2800" b="1" dirty="0">
                <a:latin typeface="Roboto Lt"/>
                <a:cs typeface="Simplified Arabic" panose="02020603050405020304" pitchFamily="18" charset="-78"/>
              </a:rPr>
              <a:t>QR </a:t>
            </a:r>
            <a:r>
              <a:rPr lang="ar-SA" sz="2800" b="1" dirty="0">
                <a:latin typeface="Roboto Lt"/>
                <a:cs typeface="Simplified Arabic" panose="02020603050405020304" pitchFamily="18" charset="-78"/>
              </a:rPr>
              <a:t>على شهادات الطلاب لضمان عدم فقدان الأصل الورقي أو تزييفه</a:t>
            </a:r>
            <a:endParaRPr lang="en-AU" sz="2800" b="1" dirty="0">
              <a:latin typeface="Roboto Lt"/>
              <a:cs typeface="Simplified Arabic" panose="02020603050405020304" pitchFamily="18" charset="-78"/>
            </a:endParaRPr>
          </a:p>
        </p:txBody>
      </p:sp>
      <p:grpSp>
        <p:nvGrpSpPr>
          <p:cNvPr id="6" name="Group 5"/>
          <p:cNvGrpSpPr/>
          <p:nvPr/>
        </p:nvGrpSpPr>
        <p:grpSpPr>
          <a:xfrm>
            <a:off x="5421850" y="1786909"/>
            <a:ext cx="2189480" cy="878857"/>
            <a:chOff x="5693611" y="1927714"/>
            <a:chExt cx="2189480" cy="878857"/>
          </a:xfrm>
        </p:grpSpPr>
        <p:sp>
          <p:nvSpPr>
            <p:cNvPr id="5" name="Freeform 4"/>
            <p:cNvSpPr/>
            <p:nvPr/>
          </p:nvSpPr>
          <p:spPr>
            <a:xfrm>
              <a:off x="5693611" y="1927714"/>
              <a:ext cx="2189480" cy="878857"/>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dirty="0">
                  <a:solidFill>
                    <a:srgbClr val="FFFFFF"/>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grpSp>
        <p:nvGrpSpPr>
          <p:cNvPr id="10" name="Group 9"/>
          <p:cNvGrpSpPr/>
          <p:nvPr/>
        </p:nvGrpSpPr>
        <p:grpSpPr>
          <a:xfrm>
            <a:off x="4055349" y="2897663"/>
            <a:ext cx="2189480" cy="878857"/>
            <a:chOff x="4327110" y="3038468"/>
            <a:chExt cx="2189480" cy="878857"/>
          </a:xfrm>
        </p:grpSpPr>
        <p:sp>
          <p:nvSpPr>
            <p:cNvPr id="9" name="Freeform 8"/>
            <p:cNvSpPr/>
            <p:nvPr/>
          </p:nvSpPr>
          <p:spPr>
            <a:xfrm flipH="1">
              <a:off x="4327110" y="3038468"/>
              <a:ext cx="2189480" cy="878857"/>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grpSp>
        <p:nvGrpSpPr>
          <p:cNvPr id="14" name="Group 13"/>
          <p:cNvGrpSpPr/>
          <p:nvPr/>
        </p:nvGrpSpPr>
        <p:grpSpPr>
          <a:xfrm>
            <a:off x="5421850" y="4022735"/>
            <a:ext cx="2189480" cy="878857"/>
            <a:chOff x="5693611" y="4163540"/>
            <a:chExt cx="2189480" cy="878857"/>
          </a:xfrm>
        </p:grpSpPr>
        <p:sp>
          <p:nvSpPr>
            <p:cNvPr id="17" name="Freeform 16"/>
            <p:cNvSpPr/>
            <p:nvPr/>
          </p:nvSpPr>
          <p:spPr>
            <a:xfrm>
              <a:off x="5693611" y="4163540"/>
              <a:ext cx="2189480" cy="878857"/>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nvGrpSpPr>
            <p:cNvPr id="34" name="Group 33"/>
            <p:cNvGrpSpPr/>
            <p:nvPr/>
          </p:nvGrpSpPr>
          <p:grpSpPr>
            <a:xfrm>
              <a:off x="5908295" y="4404673"/>
              <a:ext cx="423319" cy="396590"/>
              <a:chOff x="5368132" y="3540125"/>
              <a:chExt cx="465138" cy="435769"/>
            </a:xfrm>
            <a:solidFill>
              <a:schemeClr val="bg1"/>
            </a:solidFill>
          </p:grpSpPr>
          <p:sp>
            <p:nvSpPr>
              <p:cNvPr id="3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3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dirty="0">
                  <a:solidFill>
                    <a:prstClr val="white"/>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sp>
        <p:nvSpPr>
          <p:cNvPr id="37" name="TextBox 36"/>
          <p:cNvSpPr txBox="1"/>
          <p:nvPr/>
        </p:nvSpPr>
        <p:spPr>
          <a:xfrm>
            <a:off x="479426" y="4964447"/>
            <a:ext cx="3651386" cy="1292662"/>
          </a:xfrm>
          <a:prstGeom prst="rect">
            <a:avLst/>
          </a:prstGeom>
          <a:noFill/>
        </p:spPr>
        <p:txBody>
          <a:bodyPr wrap="square" lIns="0" tIns="0" rIns="0" bIns="0" rtlCol="0">
            <a:spAutoFit/>
          </a:bodyPr>
          <a:lstStyle/>
          <a:p>
            <a:pPr algn="ctr" rtl="1" fontAlgn="auto">
              <a:spcBef>
                <a:spcPts val="0"/>
              </a:spcBef>
              <a:spcAft>
                <a:spcPts val="0"/>
              </a:spcAft>
            </a:pPr>
            <a:r>
              <a:rPr lang="ar-SA" sz="2800" b="1" dirty="0" smtClean="0">
                <a:latin typeface="Roboto Lt"/>
                <a:cs typeface="Simplified Arabic" panose="02020603050405020304" pitchFamily="18" charset="-78"/>
              </a:rPr>
              <a:t>الحفاظ </a:t>
            </a:r>
            <a:r>
              <a:rPr lang="ar-SA" sz="2800" b="1" dirty="0">
                <a:latin typeface="Roboto Lt"/>
                <a:cs typeface="Simplified Arabic" panose="02020603050405020304" pitchFamily="18" charset="-78"/>
              </a:rPr>
              <a:t>على البيئة من خلال استبدال الأوراق المطبوعة في شكل رمز </a:t>
            </a:r>
            <a:r>
              <a:rPr lang="id-ID" sz="2800" b="1" dirty="0">
                <a:latin typeface="Roboto Lt"/>
                <a:cs typeface="Simplified Arabic" panose="02020603050405020304" pitchFamily="18" charset="-78"/>
              </a:rPr>
              <a:t>QR.</a:t>
            </a:r>
            <a:endParaRPr lang="en-AU" sz="2800" b="1" dirty="0">
              <a:latin typeface="Roboto Lt"/>
              <a:cs typeface="Simplified Arabic" panose="02020603050405020304" pitchFamily="18" charset="-78"/>
            </a:endParaRPr>
          </a:p>
        </p:txBody>
      </p:sp>
      <p:grpSp>
        <p:nvGrpSpPr>
          <p:cNvPr id="38" name="Group 37"/>
          <p:cNvGrpSpPr/>
          <p:nvPr/>
        </p:nvGrpSpPr>
        <p:grpSpPr>
          <a:xfrm>
            <a:off x="4130812" y="5210662"/>
            <a:ext cx="2189480" cy="878857"/>
            <a:chOff x="4327110" y="5288612"/>
            <a:chExt cx="2189480" cy="878857"/>
          </a:xfrm>
        </p:grpSpPr>
        <p:sp>
          <p:nvSpPr>
            <p:cNvPr id="45" name="Freeform 44"/>
            <p:cNvSpPr/>
            <p:nvPr/>
          </p:nvSpPr>
          <p:spPr>
            <a:xfrm flipH="1">
              <a:off x="4327110" y="5288612"/>
              <a:ext cx="2189480" cy="878857"/>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nvGrpSpPr>
            <p:cNvPr id="40" name="Group 39"/>
            <p:cNvGrpSpPr/>
            <p:nvPr/>
          </p:nvGrpSpPr>
          <p:grpSpPr>
            <a:xfrm>
              <a:off x="5928501" y="5550950"/>
              <a:ext cx="309982" cy="354179"/>
              <a:chOff x="9162373" y="3045147"/>
              <a:chExt cx="406400" cy="464344"/>
            </a:xfrm>
            <a:solidFill>
              <a:schemeClr val="bg1"/>
            </a:solidFill>
          </p:grpSpPr>
          <p:sp>
            <p:nvSpPr>
              <p:cNvPr id="41" name="AutoShape 48"/>
              <p:cNvSpPr>
                <a:spLocks/>
              </p:cNvSpPr>
              <p:nvPr/>
            </p:nvSpPr>
            <p:spPr bwMode="auto">
              <a:xfrm>
                <a:off x="9162373" y="3045147"/>
                <a:ext cx="406400"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425"/>
                    </a:moveTo>
                    <a:cubicBezTo>
                      <a:pt x="5687" y="7425"/>
                      <a:pt x="1542" y="6064"/>
                      <a:pt x="1542" y="4387"/>
                    </a:cubicBezTo>
                    <a:cubicBezTo>
                      <a:pt x="1542" y="2709"/>
                      <a:pt x="5687" y="1350"/>
                      <a:pt x="10800" y="1350"/>
                    </a:cubicBezTo>
                    <a:cubicBezTo>
                      <a:pt x="15912" y="1350"/>
                      <a:pt x="20057" y="2709"/>
                      <a:pt x="20057" y="4387"/>
                    </a:cubicBezTo>
                    <a:cubicBezTo>
                      <a:pt x="20057" y="6064"/>
                      <a:pt x="15912" y="7425"/>
                      <a:pt x="10800" y="7425"/>
                    </a:cubicBezTo>
                    <a:moveTo>
                      <a:pt x="20057" y="9112"/>
                    </a:moveTo>
                    <a:lnTo>
                      <a:pt x="20054" y="9112"/>
                    </a:lnTo>
                    <a:cubicBezTo>
                      <a:pt x="20054" y="9119"/>
                      <a:pt x="20057" y="9127"/>
                      <a:pt x="20057" y="9133"/>
                    </a:cubicBezTo>
                    <a:cubicBezTo>
                      <a:pt x="20057" y="10800"/>
                      <a:pt x="15912" y="12150"/>
                      <a:pt x="10800" y="12150"/>
                    </a:cubicBezTo>
                    <a:cubicBezTo>
                      <a:pt x="5687" y="12150"/>
                      <a:pt x="1542" y="10800"/>
                      <a:pt x="1542" y="9133"/>
                    </a:cubicBezTo>
                    <a:cubicBezTo>
                      <a:pt x="1542" y="9127"/>
                      <a:pt x="1545" y="9119"/>
                      <a:pt x="1545" y="9112"/>
                    </a:cubicBezTo>
                    <a:lnTo>
                      <a:pt x="1542" y="9112"/>
                    </a:lnTo>
                    <a:lnTo>
                      <a:pt x="1542" y="6793"/>
                    </a:lnTo>
                    <a:cubicBezTo>
                      <a:pt x="3564" y="8140"/>
                      <a:pt x="7271" y="8774"/>
                      <a:pt x="10800" y="8774"/>
                    </a:cubicBezTo>
                    <a:cubicBezTo>
                      <a:pt x="14328" y="8774"/>
                      <a:pt x="18035" y="8140"/>
                      <a:pt x="20057" y="6793"/>
                    </a:cubicBezTo>
                    <a:cubicBezTo>
                      <a:pt x="20057" y="6793"/>
                      <a:pt x="20057" y="9112"/>
                      <a:pt x="20057" y="9112"/>
                    </a:cubicBezTo>
                    <a:close/>
                    <a:moveTo>
                      <a:pt x="20057" y="13162"/>
                    </a:moveTo>
                    <a:lnTo>
                      <a:pt x="20054" y="13162"/>
                    </a:lnTo>
                    <a:cubicBezTo>
                      <a:pt x="20054" y="13169"/>
                      <a:pt x="20057" y="13177"/>
                      <a:pt x="20057" y="13183"/>
                    </a:cubicBezTo>
                    <a:cubicBezTo>
                      <a:pt x="20057" y="14850"/>
                      <a:pt x="15912" y="16200"/>
                      <a:pt x="10800" y="16200"/>
                    </a:cubicBezTo>
                    <a:cubicBezTo>
                      <a:pt x="5687" y="16200"/>
                      <a:pt x="1542" y="14850"/>
                      <a:pt x="1542" y="13183"/>
                    </a:cubicBezTo>
                    <a:cubicBezTo>
                      <a:pt x="1542" y="13177"/>
                      <a:pt x="1545" y="13169"/>
                      <a:pt x="1545" y="13162"/>
                    </a:cubicBezTo>
                    <a:lnTo>
                      <a:pt x="1542" y="13162"/>
                    </a:lnTo>
                    <a:lnTo>
                      <a:pt x="1542" y="10640"/>
                    </a:lnTo>
                    <a:cubicBezTo>
                      <a:pt x="3136" y="12077"/>
                      <a:pt x="6982" y="12825"/>
                      <a:pt x="10800" y="12825"/>
                    </a:cubicBezTo>
                    <a:cubicBezTo>
                      <a:pt x="14617" y="12825"/>
                      <a:pt x="18463" y="12077"/>
                      <a:pt x="20057" y="10640"/>
                    </a:cubicBezTo>
                    <a:cubicBezTo>
                      <a:pt x="20057" y="10640"/>
                      <a:pt x="20057" y="13162"/>
                      <a:pt x="20057" y="13162"/>
                    </a:cubicBezTo>
                    <a:close/>
                    <a:moveTo>
                      <a:pt x="20057" y="17212"/>
                    </a:moveTo>
                    <a:cubicBezTo>
                      <a:pt x="20057" y="18889"/>
                      <a:pt x="15912" y="20249"/>
                      <a:pt x="10800" y="20249"/>
                    </a:cubicBezTo>
                    <a:cubicBezTo>
                      <a:pt x="5687" y="20249"/>
                      <a:pt x="1542" y="18889"/>
                      <a:pt x="1542" y="17212"/>
                    </a:cubicBezTo>
                    <a:lnTo>
                      <a:pt x="1542" y="14690"/>
                    </a:lnTo>
                    <a:cubicBezTo>
                      <a:pt x="3136" y="16127"/>
                      <a:pt x="6982" y="16875"/>
                      <a:pt x="10800" y="16875"/>
                    </a:cubicBezTo>
                    <a:cubicBezTo>
                      <a:pt x="14617" y="16875"/>
                      <a:pt x="18463" y="16127"/>
                      <a:pt x="20057" y="14690"/>
                    </a:cubicBezTo>
                    <a:cubicBezTo>
                      <a:pt x="20057" y="14690"/>
                      <a:pt x="20057" y="17212"/>
                      <a:pt x="20057" y="17212"/>
                    </a:cubicBezTo>
                    <a:close/>
                    <a:moveTo>
                      <a:pt x="10800" y="0"/>
                    </a:moveTo>
                    <a:cubicBezTo>
                      <a:pt x="5598" y="0"/>
                      <a:pt x="0" y="1372"/>
                      <a:pt x="0" y="4387"/>
                    </a:cubicBezTo>
                    <a:lnTo>
                      <a:pt x="0" y="17212"/>
                    </a:lnTo>
                    <a:cubicBezTo>
                      <a:pt x="0" y="20226"/>
                      <a:pt x="5598" y="21599"/>
                      <a:pt x="10800" y="21599"/>
                    </a:cubicBezTo>
                    <a:cubicBezTo>
                      <a:pt x="16001" y="21599"/>
                      <a:pt x="21599" y="20226"/>
                      <a:pt x="21599" y="17212"/>
                    </a:cubicBezTo>
                    <a:lnTo>
                      <a:pt x="21599" y="4387"/>
                    </a:lnTo>
                    <a:cubicBezTo>
                      <a:pt x="21599" y="1372"/>
                      <a:pt x="1600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42" name="AutoShape 49"/>
              <p:cNvSpPr>
                <a:spLocks/>
              </p:cNvSpPr>
              <p:nvPr/>
            </p:nvSpPr>
            <p:spPr bwMode="auto">
              <a:xfrm>
                <a:off x="9481460" y="3407890"/>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43" name="AutoShape 50"/>
              <p:cNvSpPr>
                <a:spLocks/>
              </p:cNvSpPr>
              <p:nvPr/>
            </p:nvSpPr>
            <p:spPr bwMode="auto">
              <a:xfrm>
                <a:off x="9481460" y="3320578"/>
                <a:ext cx="29369"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sp>
            <p:nvSpPr>
              <p:cNvPr id="44" name="AutoShape 51"/>
              <p:cNvSpPr>
                <a:spLocks/>
              </p:cNvSpPr>
              <p:nvPr/>
            </p:nvSpPr>
            <p:spPr bwMode="auto">
              <a:xfrm>
                <a:off x="9481460" y="3233265"/>
                <a:ext cx="29369"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dirty="0">
                  <a:solidFill>
                    <a:srgbClr val="44546A">
                      <a:lumMod val="60000"/>
                      <a:lumOff val="40000"/>
                    </a:srgbClr>
                  </a:solidFill>
                  <a:effectLst>
                    <a:outerShdw blurRad="38100" dist="38100" dir="2700000" algn="tl">
                      <a:srgbClr val="000000"/>
                    </a:outerShdw>
                  </a:effectLst>
                  <a:latin typeface="Gill Sans" charset="0"/>
                  <a:cs typeface="Simplified Arabic" panose="02020603050405020304" pitchFamily="18" charset="-78"/>
                  <a:sym typeface="Gill Sans" charset="0"/>
                </a:endParaRPr>
              </a:p>
            </p:txBody>
          </p:sp>
        </p:grpSp>
      </p:grpSp>
      <p:sp>
        <p:nvSpPr>
          <p:cNvPr id="3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76588379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left)">
                                      <p:cBhvr>
                                        <p:cTn id="23" dur="500"/>
                                        <p:tgtEl>
                                          <p:spTgt spid="14"/>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strips(downRight)">
                                      <p:cBhvr>
                                        <p:cTn id="27" dur="500"/>
                                        <p:tgtEl>
                                          <p:spTgt spid="23"/>
                                        </p:tgtEl>
                                      </p:cBhvr>
                                    </p:animEffect>
                                  </p:childTnLst>
                                </p:cTn>
                              </p:par>
                            </p:childTnLst>
                          </p:cTn>
                        </p:par>
                        <p:par>
                          <p:cTn id="28" fill="hold">
                            <p:stCondLst>
                              <p:cond delay="3000"/>
                            </p:stCondLst>
                            <p:childTnLst>
                              <p:par>
                                <p:cTn id="29" presetID="22" presetClass="entr" presetSubtype="2" fill="hold" nodeType="afterEffect">
                                  <p:stCondLst>
                                    <p:cond delay="0"/>
                                  </p:stCondLst>
                                  <p:childTnLst>
                                    <p:set>
                                      <p:cBhvr>
                                        <p:cTn id="30" dur="1" fill="hold">
                                          <p:stCondLst>
                                            <p:cond delay="0"/>
                                          </p:stCondLst>
                                        </p:cTn>
                                        <p:tgtEl>
                                          <p:spTgt spid="38"/>
                                        </p:tgtEl>
                                        <p:attrNameLst>
                                          <p:attrName>style.visibility</p:attrName>
                                        </p:attrNameLst>
                                      </p:cBhvr>
                                      <p:to>
                                        <p:strVal val="visible"/>
                                      </p:to>
                                    </p:set>
                                    <p:animEffect transition="in" filter="wipe(right)">
                                      <p:cBhvr>
                                        <p:cTn id="31" dur="500"/>
                                        <p:tgtEl>
                                          <p:spTgt spid="38"/>
                                        </p:tgtEl>
                                      </p:cBhvr>
                                    </p:animEffect>
                                  </p:childTnLst>
                                </p:cTn>
                              </p:par>
                            </p:childTnLst>
                          </p:cTn>
                        </p:par>
                        <p:par>
                          <p:cTn id="32" fill="hold">
                            <p:stCondLst>
                              <p:cond delay="3500"/>
                            </p:stCondLst>
                            <p:childTnLst>
                              <p:par>
                                <p:cTn id="33" presetID="18" presetClass="entr" presetSubtype="12" fill="hold" grpId="0" nodeType="afterEffect">
                                  <p:stCondLst>
                                    <p:cond delay="0"/>
                                  </p:stCondLst>
                                  <p:childTnLst>
                                    <p:set>
                                      <p:cBhvr>
                                        <p:cTn id="34" dur="1" fill="hold">
                                          <p:stCondLst>
                                            <p:cond delay="0"/>
                                          </p:stCondLst>
                                        </p:cTn>
                                        <p:tgtEl>
                                          <p:spTgt spid="37"/>
                                        </p:tgtEl>
                                        <p:attrNameLst>
                                          <p:attrName>style.visibility</p:attrName>
                                        </p:attrNameLst>
                                      </p:cBhvr>
                                      <p:to>
                                        <p:strVal val="visible"/>
                                      </p:to>
                                    </p:set>
                                    <p:animEffect transition="in" filter="strips(downLeft)">
                                      <p:cBhvr>
                                        <p:cTn id="35"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P spid="37" grpId="0"/>
    </p:bld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598515" y="4043871"/>
            <a:ext cx="11198171" cy="1938992"/>
          </a:xfrm>
          <a:prstGeom prst="rect">
            <a:avLst/>
          </a:prstGeom>
          <a:noFill/>
        </p:spPr>
        <p:txBody>
          <a:bodyPr wrap="square" rtlCol="0">
            <a:spAutoFit/>
          </a:bodyPr>
          <a:lstStyle/>
          <a:p>
            <a:pPr algn="ctr" defTabSz="1375467" rtl="1" fontAlgn="auto">
              <a:spcBef>
                <a:spcPts val="0"/>
              </a:spcBef>
              <a:spcAft>
                <a:spcPts val="0"/>
              </a:spcAft>
            </a:pPr>
            <a:r>
              <a:rPr lang="ar-SA" sz="2400" b="1" i="1" dirty="0">
                <a:latin typeface="Roboto Condensed"/>
                <a:cs typeface="Simplified Arabic" panose="02020603050405020304" pitchFamily="18" charset="-78"/>
              </a:rPr>
              <a:t>إدمودو هي أول وأكبر منصة تعلم اجتماعي بالعالم، توفر للمعلمين والطلاب بيئة آمنة للاتصال والتعاون، وتبادل المحتوى التعليمي وتطبيقاته الرقمية، إضافة إلى الواجبات المنزلية والمناقشات. بلغ عدد مستخدمي هذه المنصة في الوقت الحالي أكثر من 47 مليون عضو من المعلمين والطلاب ومديري المدارس وأولياء الأمو</a:t>
            </a:r>
            <a:endParaRPr lang="en-US" sz="2400" b="1" i="1" dirty="0">
              <a:latin typeface="Roboto Condensed"/>
              <a:cs typeface="Simplified Arabic" panose="02020603050405020304" pitchFamily="18" charset="-78"/>
            </a:endParaRPr>
          </a:p>
        </p:txBody>
      </p:sp>
      <p:grpSp>
        <p:nvGrpSpPr>
          <p:cNvPr id="2" name="Group 24"/>
          <p:cNvGrpSpPr/>
          <p:nvPr/>
        </p:nvGrpSpPr>
        <p:grpSpPr>
          <a:xfrm>
            <a:off x="5522364" y="3918254"/>
            <a:ext cx="1350473" cy="203200"/>
            <a:chOff x="4168751" y="2495551"/>
            <a:chExt cx="1012854" cy="152400"/>
          </a:xfrm>
        </p:grpSpPr>
        <p:sp>
          <p:nvSpPr>
            <p:cNvPr id="16" name="Oval 15"/>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7" name="Oval 16"/>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8" name="Oval 17"/>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3" name="Oval 1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4" name="Oval 13"/>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5" name="Oval 14"/>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4" name="Oval 23"/>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9" name="Title 1"/>
          <p:cNvSpPr txBox="1">
            <a:spLocks/>
          </p:cNvSpPr>
          <p:nvPr/>
        </p:nvSpPr>
        <p:spPr>
          <a:xfrm>
            <a:off x="2695770" y="310861"/>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smtClean="0">
                <a:latin typeface="Roboto Medium"/>
                <a:cs typeface="+mj-cs"/>
              </a:rPr>
              <a:t>‌و-</a:t>
            </a:r>
            <a:r>
              <a:rPr lang="en-US" sz="4000" b="1" u="sng" dirty="0" smtClean="0">
                <a:latin typeface="Roboto Medium"/>
                <a:cs typeface="+mj-cs"/>
              </a:rPr>
              <a:t> </a:t>
            </a:r>
            <a:r>
              <a:rPr lang="ar-SA" sz="4000" b="1" u="sng" dirty="0" smtClean="0">
                <a:latin typeface="Roboto Medium"/>
                <a:cs typeface="+mj-cs"/>
              </a:rPr>
              <a:t>المنصات </a:t>
            </a:r>
            <a:r>
              <a:rPr lang="ar-SA" sz="4000" b="1" u="sng" dirty="0">
                <a:latin typeface="Roboto Medium"/>
                <a:cs typeface="+mj-cs"/>
              </a:rPr>
              <a:t>التعليمية</a:t>
            </a:r>
            <a:endParaRPr lang="en-US" sz="4000" b="1" u="sng" dirty="0">
              <a:latin typeface="Roboto Medium"/>
              <a:cs typeface="+mj-cs"/>
            </a:endParaRPr>
          </a:p>
        </p:txBody>
      </p:sp>
      <p:grpSp>
        <p:nvGrpSpPr>
          <p:cNvPr id="3" name="Group 24"/>
          <p:cNvGrpSpPr/>
          <p:nvPr/>
        </p:nvGrpSpPr>
        <p:grpSpPr>
          <a:xfrm>
            <a:off x="5420766" y="6045201"/>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5" name="Title 1"/>
          <p:cNvSpPr txBox="1">
            <a:spLocks/>
          </p:cNvSpPr>
          <p:nvPr/>
        </p:nvSpPr>
        <p:spPr>
          <a:xfrm>
            <a:off x="3336250" y="3126091"/>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a:solidFill>
                  <a:srgbClr val="237DB9"/>
                </a:solidFill>
                <a:latin typeface="Roboto Medium"/>
                <a:cs typeface="+mj-cs"/>
              </a:rPr>
              <a:t>1-	إدمودو </a:t>
            </a:r>
            <a:r>
              <a:rPr lang="en-US" sz="4000" b="1" u="sng" dirty="0">
                <a:solidFill>
                  <a:srgbClr val="237DB9"/>
                </a:solidFill>
                <a:latin typeface="Roboto Medium"/>
                <a:cs typeface="+mj-cs"/>
              </a:rPr>
              <a:t>Edmodo</a:t>
            </a:r>
          </a:p>
        </p:txBody>
      </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84856990"/>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12" presetClass="entr" presetSubtype="4"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slide(fromBottom)">
                                      <p:cBhvr>
                                        <p:cTn id="11" dur="500"/>
                                        <p:tgtEl>
                                          <p:spTgt spid="25"/>
                                        </p:tgtEl>
                                      </p:cBhvr>
                                    </p:animEffect>
                                  </p:childTnLst>
                                </p:cTn>
                              </p:par>
                            </p:childTnLst>
                          </p:cTn>
                        </p:par>
                        <p:par>
                          <p:cTn id="12" fill="hold">
                            <p:stCondLst>
                              <p:cond delay="1000"/>
                            </p:stCondLst>
                            <p:childTnLst>
                              <p:par>
                                <p:cTn id="13" presetID="23" presetClass="entr" presetSubtype="16"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1000"/>
                                        <p:tgtEl>
                                          <p:spTgt spid="12"/>
                                        </p:tgtEl>
                                      </p:cBhvr>
                                    </p:animEffect>
                                  </p:childTnLst>
                                </p:cTn>
                              </p:par>
                            </p:childTnLst>
                          </p:cTn>
                        </p:par>
                        <p:par>
                          <p:cTn id="21" fill="hold">
                            <p:stCondLst>
                              <p:cond delay="2500"/>
                            </p:stCondLst>
                            <p:childTnLst>
                              <p:par>
                                <p:cTn id="22" presetID="23" presetClass="entr" presetSubtype="16"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p:cTn id="24" dur="500" fill="hold"/>
                                        <p:tgtEl>
                                          <p:spTgt spid="3"/>
                                        </p:tgtEl>
                                        <p:attrNameLst>
                                          <p:attrName>ppt_w</p:attrName>
                                        </p:attrNameLst>
                                      </p:cBhvr>
                                      <p:tavLst>
                                        <p:tav tm="0">
                                          <p:val>
                                            <p:fltVal val="0"/>
                                          </p:val>
                                        </p:tav>
                                        <p:tav tm="100000">
                                          <p:val>
                                            <p:strVal val="#ppt_w"/>
                                          </p:val>
                                        </p:tav>
                                      </p:tavLst>
                                    </p:anim>
                                    <p:anim calcmode="lin" valueType="num">
                                      <p:cBhvr>
                                        <p:cTn id="25"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9" grpId="0"/>
      <p:bldP spid="25" grpId="0"/>
    </p:bld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38"/>
          <p:cNvGrpSpPr/>
          <p:nvPr/>
        </p:nvGrpSpPr>
        <p:grpSpPr>
          <a:xfrm>
            <a:off x="858813" y="1985339"/>
            <a:ext cx="5166071" cy="1088295"/>
            <a:chOff x="644107" y="1330751"/>
            <a:chExt cx="3874553" cy="816221"/>
          </a:xfrm>
        </p:grpSpPr>
        <p:sp>
          <p:nvSpPr>
            <p:cNvPr id="38" name="Rounded Rectangle 37"/>
            <p:cNvSpPr/>
            <p:nvPr/>
          </p:nvSpPr>
          <p:spPr>
            <a:xfrm>
              <a:off x="644107" y="1384863"/>
              <a:ext cx="3725972" cy="762109"/>
            </a:xfrm>
            <a:prstGeom prst="round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3" name="Rounded Rectangle 32"/>
            <p:cNvSpPr/>
            <p:nvPr/>
          </p:nvSpPr>
          <p:spPr>
            <a:xfrm>
              <a:off x="644107" y="1330751"/>
              <a:ext cx="3725972" cy="76210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7" name="Isosceles Triangle 36"/>
            <p:cNvSpPr/>
            <p:nvPr/>
          </p:nvSpPr>
          <p:spPr>
            <a:xfrm rot="5400000">
              <a:off x="4322531" y="1607670"/>
              <a:ext cx="183987" cy="20827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2" name="Title 1"/>
          <p:cNvSpPr>
            <a:spLocks noGrp="1"/>
          </p:cNvSpPr>
          <p:nvPr>
            <p:ph type="title"/>
          </p:nvPr>
        </p:nvSpPr>
        <p:spPr>
          <a:xfrm>
            <a:off x="1270000" y="685684"/>
            <a:ext cx="9652000" cy="842091"/>
          </a:xfrm>
        </p:spPr>
        <p:txBody>
          <a:bodyPr/>
          <a:lstStyle/>
          <a:p>
            <a:pPr rtl="1"/>
            <a:r>
              <a:rPr lang="ar-SA" u="sng" dirty="0">
                <a:solidFill>
                  <a:schemeClr val="tx1"/>
                </a:solidFill>
              </a:rPr>
              <a:t>ما هي فوائد إدمودو </a:t>
            </a:r>
            <a:r>
              <a:rPr lang="en-US" u="sng" dirty="0">
                <a:solidFill>
                  <a:schemeClr val="tx1"/>
                </a:solidFill>
              </a:rPr>
              <a:t>Edmodo </a:t>
            </a:r>
            <a:r>
              <a:rPr lang="ar-SA" u="sng" dirty="0">
                <a:solidFill>
                  <a:schemeClr val="tx1"/>
                </a:solidFill>
              </a:rPr>
              <a:t>على الطالب؟</a:t>
            </a:r>
            <a:endParaRPr lang="en-US" u="sng" dirty="0">
              <a:solidFill>
                <a:schemeClr val="tx1"/>
              </a:solidFill>
            </a:endParaRPr>
          </a:p>
        </p:txBody>
      </p:sp>
      <p:sp>
        <p:nvSpPr>
          <p:cNvPr id="7" name="TextBox 6"/>
          <p:cNvSpPr txBox="1"/>
          <p:nvPr/>
        </p:nvSpPr>
        <p:spPr>
          <a:xfrm>
            <a:off x="1432756" y="2076455"/>
            <a:ext cx="4212882" cy="861774"/>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800" b="1" dirty="0" smtClean="0">
                <a:solidFill>
                  <a:srgbClr val="FFFFFF"/>
                </a:solidFill>
                <a:latin typeface="Roboto Condensed"/>
                <a:cs typeface="Simplified Arabic" panose="02020603050405020304" pitchFamily="18" charset="-78"/>
              </a:rPr>
              <a:t>الوصول </a:t>
            </a:r>
            <a:r>
              <a:rPr lang="ar-SA" sz="2800" b="1" dirty="0">
                <a:solidFill>
                  <a:srgbClr val="FFFFFF"/>
                </a:solidFill>
                <a:latin typeface="Roboto Condensed"/>
                <a:cs typeface="Simplified Arabic" panose="02020603050405020304" pitchFamily="18" charset="-78"/>
              </a:rPr>
              <a:t>السريع والفوري للواجبات المنزلية وإشعارات المدرسة.</a:t>
            </a:r>
            <a:endParaRPr lang="en-US" sz="2800" b="1" dirty="0">
              <a:solidFill>
                <a:srgbClr val="FFFFFF"/>
              </a:solidFill>
              <a:latin typeface="Roboto Condensed"/>
              <a:cs typeface="Simplified Arabic" panose="02020603050405020304" pitchFamily="18" charset="-78"/>
            </a:endParaRPr>
          </a:p>
        </p:txBody>
      </p:sp>
      <p:cxnSp>
        <p:nvCxnSpPr>
          <p:cNvPr id="68" name="Straight Connector 67"/>
          <p:cNvCxnSpPr/>
          <p:nvPr/>
        </p:nvCxnSpPr>
        <p:spPr>
          <a:xfrm flipV="1">
            <a:off x="6096000" y="2097289"/>
            <a:ext cx="0" cy="3661543"/>
          </a:xfrm>
          <a:prstGeom prst="line">
            <a:avLst/>
          </a:prstGeom>
          <a:ln w="19050">
            <a:solidFill>
              <a:schemeClr val="bg1">
                <a:lumMod val="7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grpSp>
        <p:nvGrpSpPr>
          <p:cNvPr id="10" name="Group 55"/>
          <p:cNvGrpSpPr/>
          <p:nvPr/>
        </p:nvGrpSpPr>
        <p:grpSpPr>
          <a:xfrm>
            <a:off x="936366" y="4202884"/>
            <a:ext cx="5166071" cy="1088295"/>
            <a:chOff x="644107" y="1330751"/>
            <a:chExt cx="3874553" cy="816221"/>
          </a:xfrm>
        </p:grpSpPr>
        <p:sp>
          <p:nvSpPr>
            <p:cNvPr id="60" name="Rounded Rectangle 59"/>
            <p:cNvSpPr/>
            <p:nvPr/>
          </p:nvSpPr>
          <p:spPr>
            <a:xfrm>
              <a:off x="644107" y="1384863"/>
              <a:ext cx="3725972" cy="762109"/>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4" name="Rounded Rectangle 63"/>
            <p:cNvSpPr/>
            <p:nvPr/>
          </p:nvSpPr>
          <p:spPr>
            <a:xfrm>
              <a:off x="644107" y="1330751"/>
              <a:ext cx="3725972" cy="76210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Isosceles Triangle 68"/>
            <p:cNvSpPr/>
            <p:nvPr/>
          </p:nvSpPr>
          <p:spPr>
            <a:xfrm rot="5400000">
              <a:off x="4322531" y="1607670"/>
              <a:ext cx="183987" cy="20827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71" name="TextBox 70"/>
          <p:cNvSpPr txBox="1"/>
          <p:nvPr/>
        </p:nvSpPr>
        <p:spPr>
          <a:xfrm>
            <a:off x="1132211" y="4349903"/>
            <a:ext cx="4763385" cy="861774"/>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800" b="1" dirty="0" smtClean="0">
                <a:solidFill>
                  <a:srgbClr val="FFFFFF"/>
                </a:solidFill>
                <a:latin typeface="Roboto Condensed"/>
                <a:cs typeface="Simplified Arabic" panose="02020603050405020304" pitchFamily="18" charset="-78"/>
              </a:rPr>
              <a:t>تواصل </a:t>
            </a:r>
            <a:r>
              <a:rPr lang="ar-SA" sz="2800" b="1" dirty="0">
                <a:solidFill>
                  <a:srgbClr val="FFFFFF"/>
                </a:solidFill>
                <a:latin typeface="Roboto Condensed"/>
                <a:cs typeface="Simplified Arabic" panose="02020603050405020304" pitchFamily="18" charset="-78"/>
              </a:rPr>
              <a:t>الطلبة وتفاعلهم معاً لحل المشكلات.</a:t>
            </a:r>
            <a:endParaRPr lang="en-US" sz="2800" b="1" dirty="0">
              <a:solidFill>
                <a:srgbClr val="FFFFFF"/>
              </a:solidFill>
              <a:latin typeface="Roboto Condensed"/>
              <a:cs typeface="Simplified Arabic" panose="02020603050405020304" pitchFamily="18" charset="-78"/>
            </a:endParaRPr>
          </a:p>
        </p:txBody>
      </p:sp>
      <p:grpSp>
        <p:nvGrpSpPr>
          <p:cNvPr id="14" name="Group 81"/>
          <p:cNvGrpSpPr/>
          <p:nvPr/>
        </p:nvGrpSpPr>
        <p:grpSpPr>
          <a:xfrm flipH="1">
            <a:off x="6166275" y="3279718"/>
            <a:ext cx="5166071" cy="1088295"/>
            <a:chOff x="644107" y="1330751"/>
            <a:chExt cx="3874553" cy="816221"/>
          </a:xfrm>
        </p:grpSpPr>
        <p:sp>
          <p:nvSpPr>
            <p:cNvPr id="83" name="Rounded Rectangle 82"/>
            <p:cNvSpPr/>
            <p:nvPr/>
          </p:nvSpPr>
          <p:spPr>
            <a:xfrm>
              <a:off x="644107" y="1384863"/>
              <a:ext cx="3725972" cy="762109"/>
            </a:xfrm>
            <a:prstGeom prst="roundRect">
              <a:avLst>
                <a:gd name="adj" fmla="val 5000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4" name="Rounded Rectangle 83"/>
            <p:cNvSpPr/>
            <p:nvPr/>
          </p:nvSpPr>
          <p:spPr>
            <a:xfrm>
              <a:off x="644107" y="1330751"/>
              <a:ext cx="3725972" cy="762109"/>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5" name="Isosceles Triangle 84"/>
            <p:cNvSpPr/>
            <p:nvPr/>
          </p:nvSpPr>
          <p:spPr>
            <a:xfrm rot="5400000">
              <a:off x="4322531" y="1607670"/>
              <a:ext cx="183987" cy="20827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87" name="TextBox 86"/>
          <p:cNvSpPr txBox="1"/>
          <p:nvPr/>
        </p:nvSpPr>
        <p:spPr>
          <a:xfrm flipH="1">
            <a:off x="6678654" y="3345651"/>
            <a:ext cx="3940145" cy="861774"/>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800" b="1" dirty="0" smtClean="0">
                <a:solidFill>
                  <a:srgbClr val="FFFFFF"/>
                </a:solidFill>
                <a:latin typeface="Roboto Condensed"/>
                <a:cs typeface="Simplified Arabic" panose="02020603050405020304" pitchFamily="18" charset="-78"/>
              </a:rPr>
              <a:t>يساعد </a:t>
            </a:r>
            <a:r>
              <a:rPr lang="ar-SA" sz="2800" b="1" dirty="0">
                <a:solidFill>
                  <a:srgbClr val="FFFFFF"/>
                </a:solidFill>
                <a:latin typeface="Roboto Condensed"/>
                <a:cs typeface="Simplified Arabic" panose="02020603050405020304" pitchFamily="18" charset="-78"/>
              </a:rPr>
              <a:t>الطلبة على إكمال واجباتهم وخصوصا الطلبة المتغيبين.</a:t>
            </a:r>
            <a:endParaRPr lang="en-US" sz="2800" b="1" dirty="0">
              <a:solidFill>
                <a:srgbClr val="FFFFFF"/>
              </a:solidFill>
              <a:latin typeface="Roboto Condensed"/>
              <a:cs typeface="Simplified Arabic" panose="02020603050405020304" pitchFamily="18" charset="-78"/>
            </a:endParaRPr>
          </a:p>
        </p:txBody>
      </p:sp>
      <p:grpSp>
        <p:nvGrpSpPr>
          <p:cNvPr id="19" name="Group 66"/>
          <p:cNvGrpSpPr/>
          <p:nvPr/>
        </p:nvGrpSpPr>
        <p:grpSpPr>
          <a:xfrm>
            <a:off x="738257" y="4335982"/>
            <a:ext cx="772052" cy="749947"/>
            <a:chOff x="735191" y="3583563"/>
            <a:chExt cx="579038" cy="562460"/>
          </a:xfrm>
        </p:grpSpPr>
        <p:sp>
          <p:nvSpPr>
            <p:cNvPr id="73" name="Oval 72"/>
            <p:cNvSpPr>
              <a:spLocks noChangeAspect="1"/>
            </p:cNvSpPr>
            <p:nvPr/>
          </p:nvSpPr>
          <p:spPr>
            <a:xfrm>
              <a:off x="735191" y="3583563"/>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9BB955"/>
                </a:solidFill>
                <a:latin typeface="FontAwesome" pitchFamily="2" charset="0"/>
              </a:endParaRPr>
            </a:p>
          </p:txBody>
        </p:sp>
        <p:sp>
          <p:nvSpPr>
            <p:cNvPr id="66" name="Freeform 103"/>
            <p:cNvSpPr>
              <a:spLocks noEditPoints="1"/>
            </p:cNvSpPr>
            <p:nvPr/>
          </p:nvSpPr>
          <p:spPr bwMode="auto">
            <a:xfrm>
              <a:off x="899027" y="3685335"/>
              <a:ext cx="250504" cy="368872"/>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0" name="Group 73"/>
          <p:cNvGrpSpPr/>
          <p:nvPr/>
        </p:nvGrpSpPr>
        <p:grpSpPr>
          <a:xfrm>
            <a:off x="10799141" y="3451378"/>
            <a:ext cx="772052" cy="749947"/>
            <a:chOff x="7840715" y="2518747"/>
            <a:chExt cx="579038" cy="562460"/>
          </a:xfrm>
        </p:grpSpPr>
        <p:sp>
          <p:nvSpPr>
            <p:cNvPr id="89" name="Oval 88"/>
            <p:cNvSpPr>
              <a:spLocks noChangeAspect="1"/>
            </p:cNvSpPr>
            <p:nvPr/>
          </p:nvSpPr>
          <p:spPr>
            <a:xfrm flipH="1">
              <a:off x="7840715" y="251874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BE382C"/>
                </a:solidFill>
                <a:latin typeface="FontAwesome" pitchFamily="2" charset="0"/>
              </a:endParaRPr>
            </a:p>
          </p:txBody>
        </p:sp>
        <p:sp>
          <p:nvSpPr>
            <p:cNvPr id="70" name="Freeform 5"/>
            <p:cNvSpPr>
              <a:spLocks noEditPoints="1"/>
            </p:cNvSpPr>
            <p:nvPr/>
          </p:nvSpPr>
          <p:spPr bwMode="auto">
            <a:xfrm>
              <a:off x="7990534" y="2660277"/>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1" name="Group 81"/>
          <p:cNvGrpSpPr/>
          <p:nvPr/>
        </p:nvGrpSpPr>
        <p:grpSpPr>
          <a:xfrm>
            <a:off x="691141" y="2118437"/>
            <a:ext cx="772052" cy="749947"/>
            <a:chOff x="735191" y="1461827"/>
            <a:chExt cx="579038" cy="562460"/>
          </a:xfrm>
        </p:grpSpPr>
        <p:sp>
          <p:nvSpPr>
            <p:cNvPr id="25" name="Oval 24"/>
            <p:cNvSpPr>
              <a:spLocks noChangeAspect="1"/>
            </p:cNvSpPr>
            <p:nvPr/>
          </p:nvSpPr>
          <p:spPr>
            <a:xfrm>
              <a:off x="735191" y="146182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237DB9"/>
                </a:solidFill>
                <a:latin typeface="FontAwesome" pitchFamily="2" charset="0"/>
              </a:endParaRPr>
            </a:p>
          </p:txBody>
        </p:sp>
        <p:sp>
          <p:nvSpPr>
            <p:cNvPr id="78" name="Freeform 245"/>
            <p:cNvSpPr>
              <a:spLocks/>
            </p:cNvSpPr>
            <p:nvPr/>
          </p:nvSpPr>
          <p:spPr bwMode="auto">
            <a:xfrm>
              <a:off x="908029" y="1626376"/>
              <a:ext cx="233363" cy="233363"/>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34963501"/>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3" fill="hold"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strips(upRight)">
                                      <p:cBhvr>
                                        <p:cTn id="7" dur="500"/>
                                        <p:tgtEl>
                                          <p:spTgt spid="68"/>
                                        </p:tgtEl>
                                      </p:cBhvr>
                                    </p:animEffect>
                                  </p:childTnLst>
                                </p:cTn>
                              </p:par>
                            </p:childTnLst>
                          </p:cTn>
                        </p:par>
                        <p:par>
                          <p:cTn id="8" fill="hold">
                            <p:stCondLst>
                              <p:cond delay="500"/>
                            </p:stCondLst>
                            <p:childTnLst>
                              <p:par>
                                <p:cTn id="9" presetID="2" presetClass="entr" presetSubtype="8" accel="50000" decel="5000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53" presetClass="entr" presetSubtype="0" fill="hold" nodeType="after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fltVal val="0"/>
                                          </p:val>
                                        </p:tav>
                                        <p:tav tm="100000">
                                          <p:val>
                                            <p:strVal val="#ppt_h"/>
                                          </p:val>
                                        </p:tav>
                                      </p:tavLst>
                                    </p:anim>
                                    <p:animEffect transition="in" filter="fade">
                                      <p:cBhvr>
                                        <p:cTn id="18" dur="500"/>
                                        <p:tgtEl>
                                          <p:spTgt spid="21"/>
                                        </p:tgtEl>
                                      </p:cBhvr>
                                    </p:animEffect>
                                  </p:childTnLst>
                                </p:cTn>
                              </p:par>
                            </p:childTnLst>
                          </p:cTn>
                        </p:par>
                        <p:par>
                          <p:cTn id="19" fill="hold">
                            <p:stCondLst>
                              <p:cond delay="1500"/>
                            </p:stCondLst>
                            <p:childTnLst>
                              <p:par>
                                <p:cTn id="20" presetID="2" presetClass="entr" presetSubtype="8" accel="50000" decel="50000" fill="hold" nodeType="after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 fill="hold"/>
                                        <p:tgtEl>
                                          <p:spTgt spid="10"/>
                                        </p:tgtEl>
                                        <p:attrNameLst>
                                          <p:attrName>ppt_x</p:attrName>
                                        </p:attrNameLst>
                                      </p:cBhvr>
                                      <p:tavLst>
                                        <p:tav tm="0">
                                          <p:val>
                                            <p:strVal val="0-#ppt_w/2"/>
                                          </p:val>
                                        </p:tav>
                                        <p:tav tm="100000">
                                          <p:val>
                                            <p:strVal val="#ppt_x"/>
                                          </p:val>
                                        </p:tav>
                                      </p:tavLst>
                                    </p:anim>
                                    <p:anim calcmode="lin" valueType="num">
                                      <p:cBhvr additive="base">
                                        <p:cTn id="23" dur="500" fill="hold"/>
                                        <p:tgtEl>
                                          <p:spTgt spid="10"/>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53" presetClass="entr" presetSubtype="0"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childTnLst>
                          </p:cTn>
                        </p:par>
                        <p:par>
                          <p:cTn id="30" fill="hold">
                            <p:stCondLst>
                              <p:cond delay="2500"/>
                            </p:stCondLst>
                            <p:childTnLst>
                              <p:par>
                                <p:cTn id="31" presetID="2" presetClass="entr" presetSubtype="2" accel="50000" decel="50000" fill="hold" nodeType="afterEffect">
                                  <p:stCondLst>
                                    <p:cond delay="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500" fill="hold"/>
                                        <p:tgtEl>
                                          <p:spTgt spid="14"/>
                                        </p:tgtEl>
                                        <p:attrNameLst>
                                          <p:attrName>ppt_x</p:attrName>
                                        </p:attrNameLst>
                                      </p:cBhvr>
                                      <p:tavLst>
                                        <p:tav tm="0">
                                          <p:val>
                                            <p:strVal val="1+#ppt_w/2"/>
                                          </p:val>
                                        </p:tav>
                                        <p:tav tm="100000">
                                          <p:val>
                                            <p:strVal val="#ppt_x"/>
                                          </p:val>
                                        </p:tav>
                                      </p:tavLst>
                                    </p:anim>
                                    <p:anim calcmode="lin" valueType="num">
                                      <p:cBhvr additive="base">
                                        <p:cTn id="34" dur="500" fill="hold"/>
                                        <p:tgtEl>
                                          <p:spTgt spid="14"/>
                                        </p:tgtEl>
                                        <p:attrNameLst>
                                          <p:attrName>ppt_y</p:attrName>
                                        </p:attrNameLst>
                                      </p:cBhvr>
                                      <p:tavLst>
                                        <p:tav tm="0">
                                          <p:val>
                                            <p:strVal val="#ppt_y"/>
                                          </p:val>
                                        </p:tav>
                                        <p:tav tm="100000">
                                          <p:val>
                                            <p:strVal val="#ppt_y"/>
                                          </p:val>
                                        </p:tav>
                                      </p:tavLst>
                                    </p:anim>
                                  </p:childTnLst>
                                </p:cTn>
                              </p:par>
                            </p:childTnLst>
                          </p:cTn>
                        </p:par>
                        <p:par>
                          <p:cTn id="35" fill="hold">
                            <p:stCondLst>
                              <p:cond delay="3000"/>
                            </p:stCondLst>
                            <p:childTnLst>
                              <p:par>
                                <p:cTn id="36" presetID="53" presetClass="entr" presetSubtype="0" fill="hold" nodeType="afterEffect">
                                  <p:stCondLst>
                                    <p:cond delay="0"/>
                                  </p:stCondLst>
                                  <p:childTnLst>
                                    <p:set>
                                      <p:cBhvr>
                                        <p:cTn id="37" dur="1" fill="hold">
                                          <p:stCondLst>
                                            <p:cond delay="0"/>
                                          </p:stCondLst>
                                        </p:cTn>
                                        <p:tgtEl>
                                          <p:spTgt spid="20"/>
                                        </p:tgtEl>
                                        <p:attrNameLst>
                                          <p:attrName>style.visibility</p:attrName>
                                        </p:attrNameLst>
                                      </p:cBhvr>
                                      <p:to>
                                        <p:strVal val="visible"/>
                                      </p:to>
                                    </p:set>
                                    <p:anim calcmode="lin" valueType="num">
                                      <p:cBhvr>
                                        <p:cTn id="38" dur="500" fill="hold"/>
                                        <p:tgtEl>
                                          <p:spTgt spid="20"/>
                                        </p:tgtEl>
                                        <p:attrNameLst>
                                          <p:attrName>ppt_w</p:attrName>
                                        </p:attrNameLst>
                                      </p:cBhvr>
                                      <p:tavLst>
                                        <p:tav tm="0">
                                          <p:val>
                                            <p:fltVal val="0"/>
                                          </p:val>
                                        </p:tav>
                                        <p:tav tm="100000">
                                          <p:val>
                                            <p:strVal val="#ppt_w"/>
                                          </p:val>
                                        </p:tav>
                                      </p:tavLst>
                                    </p:anim>
                                    <p:anim calcmode="lin" valueType="num">
                                      <p:cBhvr>
                                        <p:cTn id="39" dur="500" fill="hold"/>
                                        <p:tgtEl>
                                          <p:spTgt spid="20"/>
                                        </p:tgtEl>
                                        <p:attrNameLst>
                                          <p:attrName>ppt_h</p:attrName>
                                        </p:attrNameLst>
                                      </p:cBhvr>
                                      <p:tavLst>
                                        <p:tav tm="0">
                                          <p:val>
                                            <p:fltVal val="0"/>
                                          </p:val>
                                        </p:tav>
                                        <p:tav tm="100000">
                                          <p:val>
                                            <p:strVal val="#ppt_h"/>
                                          </p:val>
                                        </p:tav>
                                      </p:tavLst>
                                    </p:anim>
                                    <p:animEffect transition="in" filter="fade">
                                      <p:cBhvr>
                                        <p:cTn id="4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38"/>
          <p:cNvGrpSpPr/>
          <p:nvPr/>
        </p:nvGrpSpPr>
        <p:grpSpPr>
          <a:xfrm>
            <a:off x="858813" y="1985339"/>
            <a:ext cx="5166071" cy="1088295"/>
            <a:chOff x="644107" y="1330751"/>
            <a:chExt cx="3874553" cy="816221"/>
          </a:xfrm>
        </p:grpSpPr>
        <p:sp>
          <p:nvSpPr>
            <p:cNvPr id="38" name="Rounded Rectangle 37"/>
            <p:cNvSpPr/>
            <p:nvPr/>
          </p:nvSpPr>
          <p:spPr>
            <a:xfrm>
              <a:off x="644107" y="1384863"/>
              <a:ext cx="3725972" cy="762109"/>
            </a:xfrm>
            <a:prstGeom prst="round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3" name="Rounded Rectangle 32"/>
            <p:cNvSpPr/>
            <p:nvPr/>
          </p:nvSpPr>
          <p:spPr>
            <a:xfrm>
              <a:off x="644107" y="1330751"/>
              <a:ext cx="3725972" cy="76210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7" name="Isosceles Triangle 36"/>
            <p:cNvSpPr/>
            <p:nvPr/>
          </p:nvSpPr>
          <p:spPr>
            <a:xfrm rot="5400000">
              <a:off x="4322531" y="1607670"/>
              <a:ext cx="183987" cy="20827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2" name="Title 1"/>
          <p:cNvSpPr>
            <a:spLocks noGrp="1"/>
          </p:cNvSpPr>
          <p:nvPr>
            <p:ph type="title"/>
          </p:nvPr>
        </p:nvSpPr>
        <p:spPr>
          <a:xfrm>
            <a:off x="1270000" y="685684"/>
            <a:ext cx="9652000" cy="842091"/>
          </a:xfrm>
        </p:spPr>
        <p:txBody>
          <a:bodyPr/>
          <a:lstStyle/>
          <a:p>
            <a:pPr rtl="1"/>
            <a:r>
              <a:rPr lang="ar-SA" u="sng" dirty="0">
                <a:solidFill>
                  <a:schemeClr val="tx1"/>
                </a:solidFill>
              </a:rPr>
              <a:t>ما هي فوائد إدمودو </a:t>
            </a:r>
            <a:r>
              <a:rPr lang="en-US" u="sng" dirty="0">
                <a:solidFill>
                  <a:schemeClr val="tx1"/>
                </a:solidFill>
              </a:rPr>
              <a:t>Edmodo </a:t>
            </a:r>
            <a:r>
              <a:rPr lang="ar-SA" u="sng" dirty="0">
                <a:solidFill>
                  <a:schemeClr val="tx1"/>
                </a:solidFill>
              </a:rPr>
              <a:t>على الطالب؟</a:t>
            </a:r>
            <a:endParaRPr lang="en-US" u="sng" dirty="0">
              <a:solidFill>
                <a:schemeClr val="tx1"/>
              </a:solidFill>
            </a:endParaRPr>
          </a:p>
        </p:txBody>
      </p:sp>
      <p:sp>
        <p:nvSpPr>
          <p:cNvPr id="7" name="TextBox 6"/>
          <p:cNvSpPr txBox="1"/>
          <p:nvPr/>
        </p:nvSpPr>
        <p:spPr>
          <a:xfrm>
            <a:off x="1463193" y="2076455"/>
            <a:ext cx="4212882" cy="861774"/>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800" b="1" dirty="0" smtClean="0">
                <a:solidFill>
                  <a:srgbClr val="FFFFFF"/>
                </a:solidFill>
                <a:latin typeface="Roboto Condensed"/>
                <a:cs typeface="Simplified Arabic" panose="02020603050405020304" pitchFamily="18" charset="-78"/>
              </a:rPr>
              <a:t>تسهل </a:t>
            </a:r>
            <a:r>
              <a:rPr lang="ar-SA" sz="2800" b="1" dirty="0">
                <a:solidFill>
                  <a:srgbClr val="FFFFFF"/>
                </a:solidFill>
                <a:latin typeface="Roboto Condensed"/>
                <a:cs typeface="Simplified Arabic" panose="02020603050405020304" pitchFamily="18" charset="-78"/>
              </a:rPr>
              <a:t>على الطلاب الاتصال بمعلميهم وبجميع الطلبة في الفصل </a:t>
            </a:r>
            <a:r>
              <a:rPr lang="ar-SA" sz="2800" b="1" dirty="0" smtClean="0">
                <a:solidFill>
                  <a:srgbClr val="FFFFFF"/>
                </a:solidFill>
                <a:latin typeface="Roboto Condensed"/>
                <a:cs typeface="Simplified Arabic" panose="02020603050405020304" pitchFamily="18" charset="-78"/>
              </a:rPr>
              <a:t>الدراسي.</a:t>
            </a:r>
            <a:endParaRPr lang="en-US" sz="2800" b="1" dirty="0">
              <a:solidFill>
                <a:srgbClr val="FFFFFF"/>
              </a:solidFill>
              <a:latin typeface="Roboto Condensed"/>
              <a:cs typeface="Simplified Arabic" panose="02020603050405020304" pitchFamily="18" charset="-78"/>
            </a:endParaRPr>
          </a:p>
        </p:txBody>
      </p:sp>
      <p:cxnSp>
        <p:nvCxnSpPr>
          <p:cNvPr id="68" name="Straight Connector 67"/>
          <p:cNvCxnSpPr/>
          <p:nvPr/>
        </p:nvCxnSpPr>
        <p:spPr>
          <a:xfrm flipV="1">
            <a:off x="6096000" y="2097289"/>
            <a:ext cx="0" cy="3661543"/>
          </a:xfrm>
          <a:prstGeom prst="line">
            <a:avLst/>
          </a:prstGeom>
          <a:ln w="19050">
            <a:solidFill>
              <a:schemeClr val="bg1">
                <a:lumMod val="7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grpSp>
        <p:nvGrpSpPr>
          <p:cNvPr id="10" name="Group 55"/>
          <p:cNvGrpSpPr/>
          <p:nvPr/>
        </p:nvGrpSpPr>
        <p:grpSpPr>
          <a:xfrm>
            <a:off x="936366" y="4202884"/>
            <a:ext cx="5166071" cy="1088295"/>
            <a:chOff x="644107" y="1330751"/>
            <a:chExt cx="3874553" cy="816221"/>
          </a:xfrm>
        </p:grpSpPr>
        <p:sp>
          <p:nvSpPr>
            <p:cNvPr id="60" name="Rounded Rectangle 59"/>
            <p:cNvSpPr/>
            <p:nvPr/>
          </p:nvSpPr>
          <p:spPr>
            <a:xfrm>
              <a:off x="644107" y="1384863"/>
              <a:ext cx="3725972" cy="762109"/>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4" name="Rounded Rectangle 63"/>
            <p:cNvSpPr/>
            <p:nvPr/>
          </p:nvSpPr>
          <p:spPr>
            <a:xfrm>
              <a:off x="644107" y="1330751"/>
              <a:ext cx="3725972" cy="76210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Isosceles Triangle 68"/>
            <p:cNvSpPr/>
            <p:nvPr/>
          </p:nvSpPr>
          <p:spPr>
            <a:xfrm rot="5400000">
              <a:off x="4322531" y="1607670"/>
              <a:ext cx="183987" cy="20827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71" name="TextBox 70"/>
          <p:cNvSpPr txBox="1"/>
          <p:nvPr/>
        </p:nvSpPr>
        <p:spPr>
          <a:xfrm>
            <a:off x="1132211" y="4349903"/>
            <a:ext cx="4763385" cy="861774"/>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800" b="1" dirty="0" smtClean="0">
                <a:solidFill>
                  <a:srgbClr val="FFFFFF"/>
                </a:solidFill>
                <a:latin typeface="Roboto Condensed"/>
                <a:cs typeface="Simplified Arabic" panose="02020603050405020304" pitchFamily="18" charset="-78"/>
              </a:rPr>
              <a:t>تتيح </a:t>
            </a:r>
            <a:r>
              <a:rPr lang="ar-SA" sz="2800" b="1" dirty="0">
                <a:solidFill>
                  <a:srgbClr val="FFFFFF"/>
                </a:solidFill>
                <a:latin typeface="Roboto Condensed"/>
                <a:cs typeface="Simplified Arabic" panose="02020603050405020304" pitchFamily="18" charset="-78"/>
              </a:rPr>
              <a:t>الفرصة للطلاب الخجولين في المشاركة بآرائهم ونشرها.</a:t>
            </a:r>
            <a:endParaRPr lang="en-US" sz="2800" b="1" dirty="0">
              <a:solidFill>
                <a:srgbClr val="FFFFFF"/>
              </a:solidFill>
              <a:latin typeface="Roboto Condensed"/>
              <a:cs typeface="Simplified Arabic" panose="02020603050405020304" pitchFamily="18" charset="-78"/>
            </a:endParaRPr>
          </a:p>
        </p:txBody>
      </p:sp>
      <p:grpSp>
        <p:nvGrpSpPr>
          <p:cNvPr id="14" name="Group 81"/>
          <p:cNvGrpSpPr/>
          <p:nvPr/>
        </p:nvGrpSpPr>
        <p:grpSpPr>
          <a:xfrm flipH="1">
            <a:off x="6166275" y="2648987"/>
            <a:ext cx="5166071" cy="1088295"/>
            <a:chOff x="644107" y="1330751"/>
            <a:chExt cx="3874553" cy="816221"/>
          </a:xfrm>
        </p:grpSpPr>
        <p:sp>
          <p:nvSpPr>
            <p:cNvPr id="83" name="Rounded Rectangle 82"/>
            <p:cNvSpPr/>
            <p:nvPr/>
          </p:nvSpPr>
          <p:spPr>
            <a:xfrm>
              <a:off x="644107" y="1384863"/>
              <a:ext cx="3725972" cy="762109"/>
            </a:xfrm>
            <a:prstGeom prst="roundRect">
              <a:avLst>
                <a:gd name="adj" fmla="val 5000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4" name="Rounded Rectangle 83"/>
            <p:cNvSpPr/>
            <p:nvPr/>
          </p:nvSpPr>
          <p:spPr>
            <a:xfrm>
              <a:off x="644107" y="1330751"/>
              <a:ext cx="3725972" cy="762109"/>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5" name="Isosceles Triangle 84"/>
            <p:cNvSpPr/>
            <p:nvPr/>
          </p:nvSpPr>
          <p:spPr>
            <a:xfrm rot="5400000">
              <a:off x="4322531" y="1607670"/>
              <a:ext cx="183987" cy="20827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87" name="TextBox 86"/>
          <p:cNvSpPr txBox="1"/>
          <p:nvPr/>
        </p:nvSpPr>
        <p:spPr>
          <a:xfrm flipH="1">
            <a:off x="6480976" y="2756053"/>
            <a:ext cx="4281158" cy="861774"/>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800" b="1" dirty="0" smtClean="0">
                <a:solidFill>
                  <a:srgbClr val="FFFFFF"/>
                </a:solidFill>
                <a:latin typeface="Roboto Condensed"/>
                <a:cs typeface="Simplified Arabic" panose="02020603050405020304" pitchFamily="18" charset="-78"/>
              </a:rPr>
              <a:t>توسيع </a:t>
            </a:r>
            <a:r>
              <a:rPr lang="ar-SA" sz="2800" b="1" dirty="0">
                <a:solidFill>
                  <a:srgbClr val="FFFFFF"/>
                </a:solidFill>
                <a:latin typeface="Roboto Condensed"/>
                <a:cs typeface="Simplified Arabic" panose="02020603050405020304" pitchFamily="18" charset="-78"/>
              </a:rPr>
              <a:t>دائرة المتعلمين نظراً لسهولة التواصل بينهم وبين المدرس</a:t>
            </a:r>
            <a:endParaRPr lang="en-US" sz="2800" b="1" dirty="0">
              <a:solidFill>
                <a:srgbClr val="FFFFFF"/>
              </a:solidFill>
              <a:latin typeface="Roboto Condensed"/>
              <a:cs typeface="Simplified Arabic" panose="02020603050405020304" pitchFamily="18" charset="-78"/>
            </a:endParaRPr>
          </a:p>
        </p:txBody>
      </p:sp>
      <p:grpSp>
        <p:nvGrpSpPr>
          <p:cNvPr id="19" name="Group 66"/>
          <p:cNvGrpSpPr/>
          <p:nvPr/>
        </p:nvGrpSpPr>
        <p:grpSpPr>
          <a:xfrm>
            <a:off x="738257" y="4335982"/>
            <a:ext cx="772052" cy="749947"/>
            <a:chOff x="735191" y="3583563"/>
            <a:chExt cx="579038" cy="562460"/>
          </a:xfrm>
        </p:grpSpPr>
        <p:sp>
          <p:nvSpPr>
            <p:cNvPr id="73" name="Oval 72"/>
            <p:cNvSpPr>
              <a:spLocks noChangeAspect="1"/>
            </p:cNvSpPr>
            <p:nvPr/>
          </p:nvSpPr>
          <p:spPr>
            <a:xfrm>
              <a:off x="735191" y="3583563"/>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9BB955"/>
                </a:solidFill>
                <a:latin typeface="FontAwesome" pitchFamily="2" charset="0"/>
              </a:endParaRPr>
            </a:p>
          </p:txBody>
        </p:sp>
        <p:sp>
          <p:nvSpPr>
            <p:cNvPr id="66" name="Freeform 103"/>
            <p:cNvSpPr>
              <a:spLocks noEditPoints="1"/>
            </p:cNvSpPr>
            <p:nvPr/>
          </p:nvSpPr>
          <p:spPr bwMode="auto">
            <a:xfrm>
              <a:off x="899027" y="3685335"/>
              <a:ext cx="250504" cy="368872"/>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0" name="Group 73"/>
          <p:cNvGrpSpPr/>
          <p:nvPr/>
        </p:nvGrpSpPr>
        <p:grpSpPr>
          <a:xfrm>
            <a:off x="10799141" y="2820647"/>
            <a:ext cx="772052" cy="749947"/>
            <a:chOff x="7840715" y="2518747"/>
            <a:chExt cx="579038" cy="562460"/>
          </a:xfrm>
        </p:grpSpPr>
        <p:sp>
          <p:nvSpPr>
            <p:cNvPr id="89" name="Oval 88"/>
            <p:cNvSpPr>
              <a:spLocks noChangeAspect="1"/>
            </p:cNvSpPr>
            <p:nvPr/>
          </p:nvSpPr>
          <p:spPr>
            <a:xfrm flipH="1">
              <a:off x="7840715" y="251874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BE382C"/>
                </a:solidFill>
                <a:latin typeface="FontAwesome" pitchFamily="2" charset="0"/>
              </a:endParaRPr>
            </a:p>
          </p:txBody>
        </p:sp>
        <p:sp>
          <p:nvSpPr>
            <p:cNvPr id="70" name="Freeform 5"/>
            <p:cNvSpPr>
              <a:spLocks noEditPoints="1"/>
            </p:cNvSpPr>
            <p:nvPr/>
          </p:nvSpPr>
          <p:spPr bwMode="auto">
            <a:xfrm>
              <a:off x="7990534" y="2660277"/>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1" name="Group 81"/>
          <p:cNvGrpSpPr/>
          <p:nvPr/>
        </p:nvGrpSpPr>
        <p:grpSpPr>
          <a:xfrm>
            <a:off x="691141" y="2118437"/>
            <a:ext cx="772052" cy="749947"/>
            <a:chOff x="735191" y="1461827"/>
            <a:chExt cx="579038" cy="562460"/>
          </a:xfrm>
        </p:grpSpPr>
        <p:sp>
          <p:nvSpPr>
            <p:cNvPr id="25" name="Oval 24"/>
            <p:cNvSpPr>
              <a:spLocks noChangeAspect="1"/>
            </p:cNvSpPr>
            <p:nvPr/>
          </p:nvSpPr>
          <p:spPr>
            <a:xfrm>
              <a:off x="735191" y="146182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237DB9"/>
                </a:solidFill>
                <a:latin typeface="FontAwesome" pitchFamily="2" charset="0"/>
              </a:endParaRPr>
            </a:p>
          </p:txBody>
        </p:sp>
        <p:sp>
          <p:nvSpPr>
            <p:cNvPr id="78" name="Freeform 245"/>
            <p:cNvSpPr>
              <a:spLocks/>
            </p:cNvSpPr>
            <p:nvPr/>
          </p:nvSpPr>
          <p:spPr bwMode="auto">
            <a:xfrm>
              <a:off x="908029" y="1626376"/>
              <a:ext cx="233363" cy="233363"/>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90" name="Group 89"/>
          <p:cNvGrpSpPr/>
          <p:nvPr/>
        </p:nvGrpSpPr>
        <p:grpSpPr>
          <a:xfrm flipH="1">
            <a:off x="6166275" y="4814321"/>
            <a:ext cx="5166071" cy="1088295"/>
            <a:chOff x="644107" y="1330751"/>
            <a:chExt cx="3874553" cy="816221"/>
          </a:xfrm>
        </p:grpSpPr>
        <p:sp>
          <p:nvSpPr>
            <p:cNvPr id="98" name="Rounded Rectangle 97"/>
            <p:cNvSpPr/>
            <p:nvPr/>
          </p:nvSpPr>
          <p:spPr>
            <a:xfrm>
              <a:off x="644107" y="1384863"/>
              <a:ext cx="3725972" cy="762109"/>
            </a:xfrm>
            <a:prstGeom prst="roundRect">
              <a:avLst>
                <a:gd name="adj" fmla="val 50000"/>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99" name="Rounded Rectangle 98"/>
            <p:cNvSpPr/>
            <p:nvPr/>
          </p:nvSpPr>
          <p:spPr>
            <a:xfrm>
              <a:off x="644107" y="1330751"/>
              <a:ext cx="3725972" cy="762109"/>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00" name="Isosceles Triangle 99"/>
            <p:cNvSpPr/>
            <p:nvPr/>
          </p:nvSpPr>
          <p:spPr>
            <a:xfrm rot="5400000">
              <a:off x="4322531" y="1607670"/>
              <a:ext cx="183987" cy="208271"/>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102" name="TextBox 101"/>
          <p:cNvSpPr txBox="1"/>
          <p:nvPr/>
        </p:nvSpPr>
        <p:spPr>
          <a:xfrm flipH="1">
            <a:off x="6642078" y="4910787"/>
            <a:ext cx="4193389" cy="861774"/>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800" b="1" dirty="0" smtClean="0">
                <a:solidFill>
                  <a:srgbClr val="FFFFFF"/>
                </a:solidFill>
                <a:latin typeface="Roboto Condensed"/>
                <a:cs typeface="Simplified Arabic" panose="02020603050405020304" pitchFamily="18" charset="-78"/>
              </a:rPr>
              <a:t>إطلاع </a:t>
            </a:r>
            <a:r>
              <a:rPr lang="ar-SA" sz="2800" b="1" dirty="0">
                <a:solidFill>
                  <a:srgbClr val="FFFFFF"/>
                </a:solidFill>
                <a:latin typeface="Roboto Condensed"/>
                <a:cs typeface="Simplified Arabic" panose="02020603050405020304" pitchFamily="18" charset="-78"/>
              </a:rPr>
              <a:t>الطلاب على أحدث المستجدات في مجال دراستهم</a:t>
            </a:r>
            <a:endParaRPr lang="en-US" sz="2800" b="1" dirty="0">
              <a:solidFill>
                <a:srgbClr val="FFFFFF"/>
              </a:solidFill>
              <a:latin typeface="Roboto Condensed"/>
              <a:cs typeface="Simplified Arabic" panose="02020603050405020304" pitchFamily="18" charset="-78"/>
            </a:endParaRPr>
          </a:p>
        </p:txBody>
      </p:sp>
      <p:grpSp>
        <p:nvGrpSpPr>
          <p:cNvPr id="104" name="Group 89"/>
          <p:cNvGrpSpPr/>
          <p:nvPr/>
        </p:nvGrpSpPr>
        <p:grpSpPr>
          <a:xfrm>
            <a:off x="10835469" y="4966700"/>
            <a:ext cx="772052" cy="749947"/>
            <a:chOff x="7840715" y="3583563"/>
            <a:chExt cx="579038" cy="562460"/>
          </a:xfrm>
        </p:grpSpPr>
        <p:sp>
          <p:nvSpPr>
            <p:cNvPr id="105" name="Oval 104"/>
            <p:cNvSpPr>
              <a:spLocks noChangeAspect="1"/>
            </p:cNvSpPr>
            <p:nvPr/>
          </p:nvSpPr>
          <p:spPr>
            <a:xfrm flipH="1">
              <a:off x="7840715" y="3583563"/>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133" b="1" dirty="0">
                <a:solidFill>
                  <a:srgbClr val="633247"/>
                </a:solidFill>
                <a:latin typeface="FontAwesome" pitchFamily="2" charset="0"/>
              </a:endParaRPr>
            </a:p>
          </p:txBody>
        </p:sp>
        <p:sp>
          <p:nvSpPr>
            <p:cNvPr id="106" name="Freeform 66"/>
            <p:cNvSpPr>
              <a:spLocks noEditPoints="1"/>
            </p:cNvSpPr>
            <p:nvPr/>
          </p:nvSpPr>
          <p:spPr bwMode="auto">
            <a:xfrm>
              <a:off x="8004822" y="3748112"/>
              <a:ext cx="250825" cy="233363"/>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accent6"/>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26091869"/>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3" fill="hold"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strips(upRight)">
                                      <p:cBhvr>
                                        <p:cTn id="7" dur="500"/>
                                        <p:tgtEl>
                                          <p:spTgt spid="68"/>
                                        </p:tgtEl>
                                      </p:cBhvr>
                                    </p:animEffect>
                                  </p:childTnLst>
                                </p:cTn>
                              </p:par>
                            </p:childTnLst>
                          </p:cTn>
                        </p:par>
                        <p:par>
                          <p:cTn id="8" fill="hold">
                            <p:stCondLst>
                              <p:cond delay="500"/>
                            </p:stCondLst>
                            <p:childTnLst>
                              <p:par>
                                <p:cTn id="9" presetID="2" presetClass="entr" presetSubtype="8" accel="50000" decel="5000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53" presetClass="entr" presetSubtype="0" fill="hold" nodeType="after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fltVal val="0"/>
                                          </p:val>
                                        </p:tav>
                                        <p:tav tm="100000">
                                          <p:val>
                                            <p:strVal val="#ppt_h"/>
                                          </p:val>
                                        </p:tav>
                                      </p:tavLst>
                                    </p:anim>
                                    <p:animEffect transition="in" filter="fade">
                                      <p:cBhvr>
                                        <p:cTn id="18" dur="500"/>
                                        <p:tgtEl>
                                          <p:spTgt spid="21"/>
                                        </p:tgtEl>
                                      </p:cBhvr>
                                    </p:animEffect>
                                  </p:childTnLst>
                                </p:cTn>
                              </p:par>
                            </p:childTnLst>
                          </p:cTn>
                        </p:par>
                        <p:par>
                          <p:cTn id="19" fill="hold">
                            <p:stCondLst>
                              <p:cond delay="1500"/>
                            </p:stCondLst>
                            <p:childTnLst>
                              <p:par>
                                <p:cTn id="20" presetID="2" presetClass="entr" presetSubtype="8" accel="50000" decel="50000" fill="hold" nodeType="after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 fill="hold"/>
                                        <p:tgtEl>
                                          <p:spTgt spid="10"/>
                                        </p:tgtEl>
                                        <p:attrNameLst>
                                          <p:attrName>ppt_x</p:attrName>
                                        </p:attrNameLst>
                                      </p:cBhvr>
                                      <p:tavLst>
                                        <p:tav tm="0">
                                          <p:val>
                                            <p:strVal val="0-#ppt_w/2"/>
                                          </p:val>
                                        </p:tav>
                                        <p:tav tm="100000">
                                          <p:val>
                                            <p:strVal val="#ppt_x"/>
                                          </p:val>
                                        </p:tav>
                                      </p:tavLst>
                                    </p:anim>
                                    <p:anim calcmode="lin" valueType="num">
                                      <p:cBhvr additive="base">
                                        <p:cTn id="23" dur="500" fill="hold"/>
                                        <p:tgtEl>
                                          <p:spTgt spid="10"/>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53" presetClass="entr" presetSubtype="0"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childTnLst>
                          </p:cTn>
                        </p:par>
                        <p:par>
                          <p:cTn id="30" fill="hold">
                            <p:stCondLst>
                              <p:cond delay="2500"/>
                            </p:stCondLst>
                            <p:childTnLst>
                              <p:par>
                                <p:cTn id="31" presetID="2" presetClass="entr" presetSubtype="2" accel="50000" decel="50000" fill="hold" nodeType="afterEffect">
                                  <p:stCondLst>
                                    <p:cond delay="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500" fill="hold"/>
                                        <p:tgtEl>
                                          <p:spTgt spid="14"/>
                                        </p:tgtEl>
                                        <p:attrNameLst>
                                          <p:attrName>ppt_x</p:attrName>
                                        </p:attrNameLst>
                                      </p:cBhvr>
                                      <p:tavLst>
                                        <p:tav tm="0">
                                          <p:val>
                                            <p:strVal val="1+#ppt_w/2"/>
                                          </p:val>
                                        </p:tav>
                                        <p:tav tm="100000">
                                          <p:val>
                                            <p:strVal val="#ppt_x"/>
                                          </p:val>
                                        </p:tav>
                                      </p:tavLst>
                                    </p:anim>
                                    <p:anim calcmode="lin" valueType="num">
                                      <p:cBhvr additive="base">
                                        <p:cTn id="34" dur="500" fill="hold"/>
                                        <p:tgtEl>
                                          <p:spTgt spid="14"/>
                                        </p:tgtEl>
                                        <p:attrNameLst>
                                          <p:attrName>ppt_y</p:attrName>
                                        </p:attrNameLst>
                                      </p:cBhvr>
                                      <p:tavLst>
                                        <p:tav tm="0">
                                          <p:val>
                                            <p:strVal val="#ppt_y"/>
                                          </p:val>
                                        </p:tav>
                                        <p:tav tm="100000">
                                          <p:val>
                                            <p:strVal val="#ppt_y"/>
                                          </p:val>
                                        </p:tav>
                                      </p:tavLst>
                                    </p:anim>
                                  </p:childTnLst>
                                </p:cTn>
                              </p:par>
                            </p:childTnLst>
                          </p:cTn>
                        </p:par>
                        <p:par>
                          <p:cTn id="35" fill="hold">
                            <p:stCondLst>
                              <p:cond delay="3000"/>
                            </p:stCondLst>
                            <p:childTnLst>
                              <p:par>
                                <p:cTn id="36" presetID="53" presetClass="entr" presetSubtype="0" fill="hold" nodeType="afterEffect">
                                  <p:stCondLst>
                                    <p:cond delay="0"/>
                                  </p:stCondLst>
                                  <p:childTnLst>
                                    <p:set>
                                      <p:cBhvr>
                                        <p:cTn id="37" dur="1" fill="hold">
                                          <p:stCondLst>
                                            <p:cond delay="0"/>
                                          </p:stCondLst>
                                        </p:cTn>
                                        <p:tgtEl>
                                          <p:spTgt spid="20"/>
                                        </p:tgtEl>
                                        <p:attrNameLst>
                                          <p:attrName>style.visibility</p:attrName>
                                        </p:attrNameLst>
                                      </p:cBhvr>
                                      <p:to>
                                        <p:strVal val="visible"/>
                                      </p:to>
                                    </p:set>
                                    <p:anim calcmode="lin" valueType="num">
                                      <p:cBhvr>
                                        <p:cTn id="38" dur="500" fill="hold"/>
                                        <p:tgtEl>
                                          <p:spTgt spid="20"/>
                                        </p:tgtEl>
                                        <p:attrNameLst>
                                          <p:attrName>ppt_w</p:attrName>
                                        </p:attrNameLst>
                                      </p:cBhvr>
                                      <p:tavLst>
                                        <p:tav tm="0">
                                          <p:val>
                                            <p:fltVal val="0"/>
                                          </p:val>
                                        </p:tav>
                                        <p:tav tm="100000">
                                          <p:val>
                                            <p:strVal val="#ppt_w"/>
                                          </p:val>
                                        </p:tav>
                                      </p:tavLst>
                                    </p:anim>
                                    <p:anim calcmode="lin" valueType="num">
                                      <p:cBhvr>
                                        <p:cTn id="39" dur="500" fill="hold"/>
                                        <p:tgtEl>
                                          <p:spTgt spid="20"/>
                                        </p:tgtEl>
                                        <p:attrNameLst>
                                          <p:attrName>ppt_h</p:attrName>
                                        </p:attrNameLst>
                                      </p:cBhvr>
                                      <p:tavLst>
                                        <p:tav tm="0">
                                          <p:val>
                                            <p:fltVal val="0"/>
                                          </p:val>
                                        </p:tav>
                                        <p:tav tm="100000">
                                          <p:val>
                                            <p:strVal val="#ppt_h"/>
                                          </p:val>
                                        </p:tav>
                                      </p:tavLst>
                                    </p:anim>
                                    <p:animEffect transition="in" filter="fade">
                                      <p:cBhvr>
                                        <p:cTn id="40" dur="500"/>
                                        <p:tgtEl>
                                          <p:spTgt spid="20"/>
                                        </p:tgtEl>
                                      </p:cBhvr>
                                    </p:animEffect>
                                  </p:childTnLst>
                                </p:cTn>
                              </p:par>
                            </p:childTnLst>
                          </p:cTn>
                        </p:par>
                        <p:par>
                          <p:cTn id="41" fill="hold">
                            <p:stCondLst>
                              <p:cond delay="3500"/>
                            </p:stCondLst>
                            <p:childTnLst>
                              <p:par>
                                <p:cTn id="42" presetID="2" presetClass="entr" presetSubtype="2" accel="50000" decel="50000" fill="hold" nodeType="afterEffect">
                                  <p:stCondLst>
                                    <p:cond delay="0"/>
                                  </p:stCondLst>
                                  <p:childTnLst>
                                    <p:set>
                                      <p:cBhvr>
                                        <p:cTn id="43" dur="1" fill="hold">
                                          <p:stCondLst>
                                            <p:cond delay="0"/>
                                          </p:stCondLst>
                                        </p:cTn>
                                        <p:tgtEl>
                                          <p:spTgt spid="90"/>
                                        </p:tgtEl>
                                        <p:attrNameLst>
                                          <p:attrName>style.visibility</p:attrName>
                                        </p:attrNameLst>
                                      </p:cBhvr>
                                      <p:to>
                                        <p:strVal val="visible"/>
                                      </p:to>
                                    </p:set>
                                    <p:anim calcmode="lin" valueType="num">
                                      <p:cBhvr additive="base">
                                        <p:cTn id="44" dur="500" fill="hold"/>
                                        <p:tgtEl>
                                          <p:spTgt spid="90"/>
                                        </p:tgtEl>
                                        <p:attrNameLst>
                                          <p:attrName>ppt_x</p:attrName>
                                        </p:attrNameLst>
                                      </p:cBhvr>
                                      <p:tavLst>
                                        <p:tav tm="0">
                                          <p:val>
                                            <p:strVal val="1+#ppt_w/2"/>
                                          </p:val>
                                        </p:tav>
                                        <p:tav tm="100000">
                                          <p:val>
                                            <p:strVal val="#ppt_x"/>
                                          </p:val>
                                        </p:tav>
                                      </p:tavLst>
                                    </p:anim>
                                    <p:anim calcmode="lin" valueType="num">
                                      <p:cBhvr additive="base">
                                        <p:cTn id="45" dur="500" fill="hold"/>
                                        <p:tgtEl>
                                          <p:spTgt spid="90"/>
                                        </p:tgtEl>
                                        <p:attrNameLst>
                                          <p:attrName>ppt_y</p:attrName>
                                        </p:attrNameLst>
                                      </p:cBhvr>
                                      <p:tavLst>
                                        <p:tav tm="0">
                                          <p:val>
                                            <p:strVal val="#ppt_y"/>
                                          </p:val>
                                        </p:tav>
                                        <p:tav tm="100000">
                                          <p:val>
                                            <p:strVal val="#ppt_y"/>
                                          </p:val>
                                        </p:tav>
                                      </p:tavLst>
                                    </p:anim>
                                  </p:childTnLst>
                                </p:cTn>
                              </p:par>
                            </p:childTnLst>
                          </p:cTn>
                        </p:par>
                        <p:par>
                          <p:cTn id="46" fill="hold">
                            <p:stCondLst>
                              <p:cond delay="4000"/>
                            </p:stCondLst>
                            <p:childTnLst>
                              <p:par>
                                <p:cTn id="47" presetID="53" presetClass="entr" presetSubtype="0" fill="hold" nodeType="afterEffect">
                                  <p:stCondLst>
                                    <p:cond delay="0"/>
                                  </p:stCondLst>
                                  <p:childTnLst>
                                    <p:set>
                                      <p:cBhvr>
                                        <p:cTn id="48" dur="1" fill="hold">
                                          <p:stCondLst>
                                            <p:cond delay="0"/>
                                          </p:stCondLst>
                                        </p:cTn>
                                        <p:tgtEl>
                                          <p:spTgt spid="104"/>
                                        </p:tgtEl>
                                        <p:attrNameLst>
                                          <p:attrName>style.visibility</p:attrName>
                                        </p:attrNameLst>
                                      </p:cBhvr>
                                      <p:to>
                                        <p:strVal val="visible"/>
                                      </p:to>
                                    </p:set>
                                    <p:anim calcmode="lin" valueType="num">
                                      <p:cBhvr>
                                        <p:cTn id="49" dur="500" fill="hold"/>
                                        <p:tgtEl>
                                          <p:spTgt spid="104"/>
                                        </p:tgtEl>
                                        <p:attrNameLst>
                                          <p:attrName>ppt_w</p:attrName>
                                        </p:attrNameLst>
                                      </p:cBhvr>
                                      <p:tavLst>
                                        <p:tav tm="0">
                                          <p:val>
                                            <p:fltVal val="0"/>
                                          </p:val>
                                        </p:tav>
                                        <p:tav tm="100000">
                                          <p:val>
                                            <p:strVal val="#ppt_w"/>
                                          </p:val>
                                        </p:tav>
                                      </p:tavLst>
                                    </p:anim>
                                    <p:anim calcmode="lin" valueType="num">
                                      <p:cBhvr>
                                        <p:cTn id="50" dur="500" fill="hold"/>
                                        <p:tgtEl>
                                          <p:spTgt spid="104"/>
                                        </p:tgtEl>
                                        <p:attrNameLst>
                                          <p:attrName>ppt_h</p:attrName>
                                        </p:attrNameLst>
                                      </p:cBhvr>
                                      <p:tavLst>
                                        <p:tav tm="0">
                                          <p:val>
                                            <p:fltVal val="0"/>
                                          </p:val>
                                        </p:tav>
                                        <p:tav tm="100000">
                                          <p:val>
                                            <p:strVal val="#ppt_h"/>
                                          </p:val>
                                        </p:tav>
                                      </p:tavLst>
                                    </p:anim>
                                    <p:animEffect transition="in" filter="fade">
                                      <p:cBhvr>
                                        <p:cTn id="51"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663581" y="363674"/>
            <a:ext cx="12192000" cy="707886"/>
          </a:xfrm>
          <a:prstGeom prst="rect">
            <a:avLst/>
          </a:prstGeom>
          <a:noFill/>
        </p:spPr>
        <p:txBody>
          <a:bodyPr wrap="square" rtlCol="0">
            <a:spAutoFit/>
          </a:bodyPr>
          <a:lstStyle/>
          <a:p>
            <a:pPr algn="r" rtl="1" fontAlgn="auto">
              <a:spcAft>
                <a:spcPts val="0"/>
              </a:spcAft>
            </a:pPr>
            <a:r>
              <a:rPr lang="ar-SA" sz="4000" b="1" u="sng" dirty="0">
                <a:solidFill>
                  <a:srgbClr val="000000"/>
                </a:solidFill>
                <a:cs typeface="Simplified Arabic" panose="02020603050405020304" pitchFamily="18" charset="-78"/>
              </a:rPr>
              <a:t>ما فوائد </a:t>
            </a:r>
            <a:r>
              <a:rPr lang="ar-SA" sz="4000" b="1" u="sng" dirty="0" smtClean="0">
                <a:solidFill>
                  <a:srgbClr val="000000"/>
                </a:solidFill>
                <a:cs typeface="Simplified Arabic" panose="02020603050405020304" pitchFamily="18" charset="-78"/>
              </a:rPr>
              <a:t>إدمودو</a:t>
            </a:r>
            <a:r>
              <a:rPr lang="en-US" sz="4000" b="1" u="sng" dirty="0" smtClean="0">
                <a:solidFill>
                  <a:srgbClr val="000000"/>
                </a:solidFill>
                <a:cs typeface="Simplified Arabic" panose="02020603050405020304" pitchFamily="18" charset="-78"/>
              </a:rPr>
              <a:t> Edmodo  </a:t>
            </a:r>
            <a:r>
              <a:rPr lang="ar-SA" sz="4000" b="1" u="sng" dirty="0" smtClean="0">
                <a:solidFill>
                  <a:srgbClr val="000000"/>
                </a:solidFill>
                <a:cs typeface="Simplified Arabic" panose="02020603050405020304" pitchFamily="18" charset="-78"/>
              </a:rPr>
              <a:t>على </a:t>
            </a:r>
            <a:r>
              <a:rPr lang="ar-SA" sz="4000" b="1" u="sng" dirty="0">
                <a:solidFill>
                  <a:srgbClr val="000000"/>
                </a:solidFill>
                <a:cs typeface="Simplified Arabic" panose="02020603050405020304" pitchFamily="18" charset="-78"/>
              </a:rPr>
              <a:t>المدرس؟</a:t>
            </a:r>
            <a:endParaRPr lang="en-US" sz="4000" b="1" u="sng" dirty="0">
              <a:solidFill>
                <a:srgbClr val="000000"/>
              </a:solidFill>
              <a:latin typeface="Raleway" panose="020B0503030101060003" pitchFamily="34" charset="0"/>
              <a:cs typeface="Simplified Arabic" panose="02020603050405020304" pitchFamily="18" charset="-78"/>
            </a:endParaRPr>
          </a:p>
        </p:txBody>
      </p:sp>
      <p:sp>
        <p:nvSpPr>
          <p:cNvPr id="31" name="TextBox 30"/>
          <p:cNvSpPr txBox="1"/>
          <p:nvPr/>
        </p:nvSpPr>
        <p:spPr>
          <a:xfrm>
            <a:off x="3353225" y="2364724"/>
            <a:ext cx="6535053" cy="584775"/>
          </a:xfrm>
          <a:prstGeom prst="rect">
            <a:avLst/>
          </a:prstGeom>
          <a:noFill/>
        </p:spPr>
        <p:txBody>
          <a:bodyPr wrap="square" rtlCol="0">
            <a:spAutoFit/>
          </a:bodyPr>
          <a:lstStyle/>
          <a:p>
            <a:pPr rtl="1" fontAlgn="auto">
              <a:spcAft>
                <a:spcPts val="0"/>
              </a:spcAft>
            </a:pPr>
            <a:r>
              <a:rPr lang="ar-SA" sz="3200" b="1" dirty="0" smtClean="0">
                <a:cs typeface="Simplified Arabic" panose="02020603050405020304" pitchFamily="18" charset="-78"/>
              </a:rPr>
              <a:t>تتيح </a:t>
            </a:r>
            <a:r>
              <a:rPr lang="ar-SA" sz="3200" b="1" dirty="0">
                <a:cs typeface="Simplified Arabic" panose="02020603050405020304" pitchFamily="18" charset="-78"/>
              </a:rPr>
              <a:t>للمدرس الاتصال بطلبته في الفصل الدراسي</a:t>
            </a:r>
            <a:endParaRPr lang="en-US" sz="3200" dirty="0">
              <a:latin typeface="Calibri Light" panose="020F0302020204030204"/>
              <a:cs typeface="Simplified Arabic" panose="02020603050405020304" pitchFamily="18" charset="-78"/>
            </a:endParaRPr>
          </a:p>
        </p:txBody>
      </p:sp>
      <p:grpSp>
        <p:nvGrpSpPr>
          <p:cNvPr id="5" name="Group 4"/>
          <p:cNvGrpSpPr/>
          <p:nvPr/>
        </p:nvGrpSpPr>
        <p:grpSpPr>
          <a:xfrm>
            <a:off x="2427899" y="2364724"/>
            <a:ext cx="731520" cy="731520"/>
            <a:chOff x="2427899" y="2364724"/>
            <a:chExt cx="731520" cy="731520"/>
          </a:xfrm>
        </p:grpSpPr>
        <p:sp>
          <p:nvSpPr>
            <p:cNvPr id="36" name="Oval 35"/>
            <p:cNvSpPr/>
            <p:nvPr/>
          </p:nvSpPr>
          <p:spPr>
            <a:xfrm>
              <a:off x="2427899" y="2364724"/>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1" name="Picture 4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649070" y="2578084"/>
              <a:ext cx="304800" cy="304800"/>
            </a:xfrm>
            <a:prstGeom prst="rect">
              <a:avLst/>
            </a:prstGeom>
          </p:spPr>
        </p:pic>
      </p:grpSp>
      <p:sp>
        <p:nvSpPr>
          <p:cNvPr id="46" name="TextBox 45"/>
          <p:cNvSpPr txBox="1"/>
          <p:nvPr/>
        </p:nvSpPr>
        <p:spPr>
          <a:xfrm>
            <a:off x="5168578" y="3515701"/>
            <a:ext cx="6101934" cy="1077218"/>
          </a:xfrm>
          <a:prstGeom prst="rect">
            <a:avLst/>
          </a:prstGeom>
          <a:noFill/>
        </p:spPr>
        <p:txBody>
          <a:bodyPr wrap="square" rtlCol="0">
            <a:spAutoFit/>
          </a:bodyPr>
          <a:lstStyle/>
          <a:p>
            <a:pPr rtl="1" fontAlgn="auto">
              <a:spcAft>
                <a:spcPts val="0"/>
              </a:spcAft>
            </a:pPr>
            <a:r>
              <a:rPr lang="ar-SA" sz="3200" b="1" dirty="0" smtClean="0">
                <a:cs typeface="Simplified Arabic" panose="02020603050405020304" pitchFamily="18" charset="-78"/>
              </a:rPr>
              <a:t>تساعد </a:t>
            </a:r>
            <a:r>
              <a:rPr lang="ar-SA" sz="3200" b="1" dirty="0">
                <a:cs typeface="Simplified Arabic" panose="02020603050405020304" pitchFamily="18" charset="-78"/>
              </a:rPr>
              <a:t>المدرس في تقييم أعمال الطلاب والاطلاع على واجباتهم ودرجاتهم.</a:t>
            </a:r>
            <a:endParaRPr lang="en-US" sz="3200" dirty="0">
              <a:latin typeface="Calibri Light" panose="020F0302020204030204"/>
              <a:cs typeface="Simplified Arabic" panose="02020603050405020304" pitchFamily="18" charset="-78"/>
            </a:endParaRPr>
          </a:p>
        </p:txBody>
      </p:sp>
      <p:grpSp>
        <p:nvGrpSpPr>
          <p:cNvPr id="6" name="Group 5"/>
          <p:cNvGrpSpPr/>
          <p:nvPr/>
        </p:nvGrpSpPr>
        <p:grpSpPr>
          <a:xfrm>
            <a:off x="4243251" y="3515701"/>
            <a:ext cx="731520" cy="731520"/>
            <a:chOff x="4243251" y="3515701"/>
            <a:chExt cx="731520" cy="731520"/>
          </a:xfrm>
        </p:grpSpPr>
        <p:sp>
          <p:nvSpPr>
            <p:cNvPr id="47" name="Oval 46"/>
            <p:cNvSpPr/>
            <p:nvPr/>
          </p:nvSpPr>
          <p:spPr>
            <a:xfrm>
              <a:off x="4243251" y="3515701"/>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56611" y="3733086"/>
              <a:ext cx="304800" cy="304800"/>
            </a:xfrm>
            <a:prstGeom prst="rect">
              <a:avLst/>
            </a:prstGeom>
          </p:spPr>
        </p:pic>
      </p:grpSp>
      <p:sp>
        <p:nvSpPr>
          <p:cNvPr id="1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8640148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fade">
                                      <p:cBhvr>
                                        <p:cTn id="11" dur="500"/>
                                        <p:tgtEl>
                                          <p:spTgt spid="31"/>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fade">
                                      <p:cBhvr>
                                        <p:cTn id="1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46" grpId="0"/>
    </p:bld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1134675" y="330384"/>
            <a:ext cx="12192000" cy="707886"/>
          </a:xfrm>
          <a:prstGeom prst="rect">
            <a:avLst/>
          </a:prstGeom>
          <a:noFill/>
        </p:spPr>
        <p:txBody>
          <a:bodyPr wrap="square" rtlCol="0">
            <a:spAutoFit/>
          </a:bodyPr>
          <a:lstStyle/>
          <a:p>
            <a:pPr algn="r" rtl="1" fontAlgn="auto">
              <a:spcAft>
                <a:spcPts val="0"/>
              </a:spcAft>
            </a:pPr>
            <a:r>
              <a:rPr lang="ar-SA" sz="4000" b="1" u="sng" dirty="0">
                <a:solidFill>
                  <a:srgbClr val="000000"/>
                </a:solidFill>
                <a:cs typeface="Simplified Arabic" panose="02020603050405020304" pitchFamily="18" charset="-78"/>
              </a:rPr>
              <a:t>ما فوائد </a:t>
            </a:r>
            <a:r>
              <a:rPr lang="ar-SA" sz="4000" b="1" u="sng" dirty="0" smtClean="0">
                <a:solidFill>
                  <a:srgbClr val="000000"/>
                </a:solidFill>
                <a:cs typeface="Simplified Arabic" panose="02020603050405020304" pitchFamily="18" charset="-78"/>
              </a:rPr>
              <a:t>إدمودو </a:t>
            </a:r>
            <a:r>
              <a:rPr lang="en-US" sz="4000" b="1" u="sng" dirty="0">
                <a:solidFill>
                  <a:srgbClr val="000000"/>
                </a:solidFill>
                <a:cs typeface="Simplified Arabic" panose="02020603050405020304" pitchFamily="18" charset="-78"/>
              </a:rPr>
              <a:t>Edmodo </a:t>
            </a:r>
            <a:r>
              <a:rPr lang="ar-SA" sz="4000" b="1" u="sng" dirty="0" smtClean="0">
                <a:solidFill>
                  <a:srgbClr val="000000"/>
                </a:solidFill>
                <a:cs typeface="Simplified Arabic" panose="02020603050405020304" pitchFamily="18" charset="-78"/>
              </a:rPr>
              <a:t>على </a:t>
            </a:r>
            <a:r>
              <a:rPr lang="ar-SA" sz="4000" b="1" u="sng" dirty="0">
                <a:solidFill>
                  <a:srgbClr val="000000"/>
                </a:solidFill>
                <a:cs typeface="Simplified Arabic" panose="02020603050405020304" pitchFamily="18" charset="-78"/>
              </a:rPr>
              <a:t>المدرس؟</a:t>
            </a:r>
          </a:p>
        </p:txBody>
      </p:sp>
      <p:sp>
        <p:nvSpPr>
          <p:cNvPr id="31" name="TextBox 30"/>
          <p:cNvSpPr txBox="1"/>
          <p:nvPr/>
        </p:nvSpPr>
        <p:spPr>
          <a:xfrm>
            <a:off x="2427899" y="1611324"/>
            <a:ext cx="8508122" cy="954107"/>
          </a:xfrm>
          <a:prstGeom prst="rect">
            <a:avLst/>
          </a:prstGeom>
          <a:noFill/>
        </p:spPr>
        <p:txBody>
          <a:bodyPr wrap="square" rtlCol="0">
            <a:spAutoFit/>
          </a:bodyPr>
          <a:lstStyle/>
          <a:p>
            <a:pPr fontAlgn="auto">
              <a:spcBef>
                <a:spcPts val="0"/>
              </a:spcBef>
              <a:spcAft>
                <a:spcPts val="0"/>
              </a:spcAft>
            </a:pPr>
            <a:r>
              <a:rPr lang="ar-SA" sz="2800" b="1" dirty="0">
                <a:solidFill>
                  <a:srgbClr val="000000"/>
                </a:solidFill>
                <a:cs typeface="Simplified Arabic" panose="02020603050405020304" pitchFamily="18" charset="-78"/>
              </a:rPr>
              <a:t>تسهل على المدرسين الاتصال بأهالي الطلبة، واطلاعهم على مستوى أبنائهم</a:t>
            </a:r>
            <a:endParaRPr lang="en-US" sz="2800" b="1" dirty="0">
              <a:solidFill>
                <a:srgbClr val="17406D">
                  <a:lumMod val="50000"/>
                </a:srgbClr>
              </a:solidFill>
              <a:latin typeface="Bebas Neue" panose="020B0606020202050201" pitchFamily="34" charset="0"/>
              <a:cs typeface="Simplified Arabic" panose="02020603050405020304" pitchFamily="18" charset="-78"/>
            </a:endParaRPr>
          </a:p>
        </p:txBody>
      </p:sp>
      <p:grpSp>
        <p:nvGrpSpPr>
          <p:cNvPr id="5" name="Group 4"/>
          <p:cNvGrpSpPr/>
          <p:nvPr/>
        </p:nvGrpSpPr>
        <p:grpSpPr>
          <a:xfrm>
            <a:off x="1344067" y="1722617"/>
            <a:ext cx="731520" cy="731520"/>
            <a:chOff x="612547" y="1581137"/>
            <a:chExt cx="731520" cy="731520"/>
          </a:xfrm>
        </p:grpSpPr>
        <p:sp>
          <p:nvSpPr>
            <p:cNvPr id="36" name="Oval 35"/>
            <p:cNvSpPr/>
            <p:nvPr/>
          </p:nvSpPr>
          <p:spPr>
            <a:xfrm>
              <a:off x="612547" y="1581137"/>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1" name="Picture 4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33718" y="1794497"/>
              <a:ext cx="304800" cy="304800"/>
            </a:xfrm>
            <a:prstGeom prst="rect">
              <a:avLst/>
            </a:prstGeom>
          </p:spPr>
        </p:pic>
      </p:grpSp>
      <p:sp>
        <p:nvSpPr>
          <p:cNvPr id="46" name="TextBox 45"/>
          <p:cNvSpPr txBox="1"/>
          <p:nvPr/>
        </p:nvSpPr>
        <p:spPr>
          <a:xfrm>
            <a:off x="3353225" y="2732114"/>
            <a:ext cx="7582795" cy="954107"/>
          </a:xfrm>
          <a:prstGeom prst="rect">
            <a:avLst/>
          </a:prstGeom>
          <a:noFill/>
        </p:spPr>
        <p:txBody>
          <a:bodyPr wrap="square" rtlCol="0">
            <a:spAutoFit/>
          </a:bodyPr>
          <a:lstStyle/>
          <a:p>
            <a:pPr rtl="1"/>
            <a:r>
              <a:rPr lang="ar-SA" sz="2800" b="1" dirty="0" smtClean="0">
                <a:solidFill>
                  <a:srgbClr val="000000"/>
                </a:solidFill>
                <a:cs typeface="Simplified Arabic" panose="02020603050405020304" pitchFamily="18" charset="-78"/>
              </a:rPr>
              <a:t>توفر </a:t>
            </a:r>
            <a:r>
              <a:rPr lang="ar-SA" sz="2800" b="1" dirty="0">
                <a:solidFill>
                  <a:srgbClr val="000000"/>
                </a:solidFill>
                <a:cs typeface="Simplified Arabic" panose="02020603050405020304" pitchFamily="18" charset="-78"/>
              </a:rPr>
              <a:t>وسيلة اتصال مناسبة بين المدرسين سواء من نفس أو من خارج المدرسة لتبادل المواد والأفكار.</a:t>
            </a:r>
            <a:endParaRPr lang="en-US" sz="2800" b="1" dirty="0">
              <a:solidFill>
                <a:srgbClr val="000000"/>
              </a:solidFill>
              <a:cs typeface="Simplified Arabic" panose="02020603050405020304" pitchFamily="18" charset="-78"/>
            </a:endParaRPr>
          </a:p>
        </p:txBody>
      </p:sp>
      <p:sp>
        <p:nvSpPr>
          <p:cNvPr id="50" name="TextBox 49"/>
          <p:cNvSpPr txBox="1"/>
          <p:nvPr/>
        </p:nvSpPr>
        <p:spPr>
          <a:xfrm>
            <a:off x="4582022" y="3945983"/>
            <a:ext cx="6825374" cy="954107"/>
          </a:xfrm>
          <a:prstGeom prst="rect">
            <a:avLst/>
          </a:prstGeom>
          <a:noFill/>
        </p:spPr>
        <p:txBody>
          <a:bodyPr wrap="square" rtlCol="0">
            <a:spAutoFit/>
          </a:bodyPr>
          <a:lstStyle/>
          <a:p>
            <a:pPr rtl="1" fontAlgn="auto">
              <a:spcBef>
                <a:spcPts val="0"/>
              </a:spcBef>
              <a:spcAft>
                <a:spcPts val="0"/>
              </a:spcAft>
            </a:pPr>
            <a:r>
              <a:rPr lang="ar-SA" sz="2800" b="1" dirty="0" smtClean="0">
                <a:solidFill>
                  <a:srgbClr val="000000"/>
                </a:solidFill>
                <a:cs typeface="Simplified Arabic" panose="02020603050405020304" pitchFamily="18" charset="-78"/>
              </a:rPr>
              <a:t>اختصار </a:t>
            </a:r>
            <a:r>
              <a:rPr lang="ar-SA" sz="2800" b="1" dirty="0">
                <a:solidFill>
                  <a:srgbClr val="000000"/>
                </a:solidFill>
                <a:cs typeface="Simplified Arabic" panose="02020603050405020304" pitchFamily="18" charset="-78"/>
              </a:rPr>
              <a:t>الوقت بوضع موضوع معين على المنصة ثم مناقشته مع الطلبة. </a:t>
            </a:r>
            <a:endParaRPr lang="en-US" sz="2800" b="1" dirty="0">
              <a:solidFill>
                <a:srgbClr val="17406D">
                  <a:lumMod val="50000"/>
                </a:srgbClr>
              </a:solidFill>
              <a:latin typeface="Bebas Neue" panose="020B0606020202050201" pitchFamily="34" charset="0"/>
              <a:cs typeface="Simplified Arabic" panose="02020603050405020304" pitchFamily="18" charset="-78"/>
            </a:endParaRPr>
          </a:p>
        </p:txBody>
      </p:sp>
      <p:grpSp>
        <p:nvGrpSpPr>
          <p:cNvPr id="6" name="Group 5"/>
          <p:cNvGrpSpPr/>
          <p:nvPr/>
        </p:nvGrpSpPr>
        <p:grpSpPr>
          <a:xfrm>
            <a:off x="2427899" y="2732114"/>
            <a:ext cx="731520" cy="731520"/>
            <a:chOff x="2427899" y="2732114"/>
            <a:chExt cx="731520" cy="731520"/>
          </a:xfrm>
        </p:grpSpPr>
        <p:sp>
          <p:nvSpPr>
            <p:cNvPr id="47" name="Oval 46"/>
            <p:cNvSpPr/>
            <p:nvPr/>
          </p:nvSpPr>
          <p:spPr>
            <a:xfrm>
              <a:off x="2427899" y="2732114"/>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41259" y="2949499"/>
              <a:ext cx="304800" cy="304800"/>
            </a:xfrm>
            <a:prstGeom prst="rect">
              <a:avLst/>
            </a:prstGeom>
          </p:spPr>
        </p:pic>
      </p:grpSp>
      <p:grpSp>
        <p:nvGrpSpPr>
          <p:cNvPr id="7" name="Group 6"/>
          <p:cNvGrpSpPr/>
          <p:nvPr/>
        </p:nvGrpSpPr>
        <p:grpSpPr>
          <a:xfrm>
            <a:off x="3653694" y="4057276"/>
            <a:ext cx="731520" cy="731520"/>
            <a:chOff x="4229805" y="3904877"/>
            <a:chExt cx="731520" cy="731520"/>
          </a:xfrm>
        </p:grpSpPr>
        <p:sp>
          <p:nvSpPr>
            <p:cNvPr id="51" name="Oval 50"/>
            <p:cNvSpPr/>
            <p:nvPr/>
          </p:nvSpPr>
          <p:spPr>
            <a:xfrm>
              <a:off x="4229805" y="3904877"/>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3" name="Picture 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43165" y="4118237"/>
              <a:ext cx="304800" cy="304800"/>
            </a:xfrm>
            <a:prstGeom prst="rect">
              <a:avLst/>
            </a:prstGeom>
          </p:spPr>
        </p:pic>
      </p:gr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433985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nodeType="after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31"/>
                                        </p:tgtEl>
                                        <p:attrNameLst>
                                          <p:attrName>style.visibility</p:attrName>
                                        </p:attrNameLst>
                                      </p:cBhvr>
                                      <p:to>
                                        <p:strVal val="visible"/>
                                      </p:to>
                                    </p:set>
                                    <p:animEffect transition="in" filter="fade">
                                      <p:cBhvr>
                                        <p:cTn id="14" dur="500"/>
                                        <p:tgtEl>
                                          <p:spTgt spid="31"/>
                                        </p:tgtEl>
                                      </p:cBhvr>
                                    </p:animEffect>
                                  </p:childTnLst>
                                </p:cTn>
                              </p:par>
                            </p:childTnLst>
                          </p:cTn>
                        </p:par>
                        <p:par>
                          <p:cTn id="15" fill="hold">
                            <p:stCondLst>
                              <p:cond delay="1000"/>
                            </p:stCondLst>
                            <p:childTnLst>
                              <p:par>
                                <p:cTn id="16" presetID="10" presetClass="entr" presetSubtype="0" fill="hold"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46"/>
                                        </p:tgtEl>
                                        <p:attrNameLst>
                                          <p:attrName>style.visibility</p:attrName>
                                        </p:attrNameLst>
                                      </p:cBhvr>
                                      <p:to>
                                        <p:strVal val="visible"/>
                                      </p:to>
                                    </p:set>
                                    <p:animEffect transition="in" filter="fade">
                                      <p:cBhvr>
                                        <p:cTn id="22" dur="500"/>
                                        <p:tgtEl>
                                          <p:spTgt spid="46"/>
                                        </p:tgtEl>
                                      </p:cBhvr>
                                    </p:animEffect>
                                  </p:childTnLst>
                                </p:cTn>
                              </p:par>
                            </p:childTnLst>
                          </p:cTn>
                        </p:par>
                        <p:par>
                          <p:cTn id="23" fill="hold">
                            <p:stCondLst>
                              <p:cond delay="2000"/>
                            </p:stCondLst>
                            <p:childTnLst>
                              <p:par>
                                <p:cTn id="24" presetID="10" presetClass="entr" presetSubtype="0" fill="hold"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fade">
                                      <p:cBhvr>
                                        <p:cTn id="26" dur="500"/>
                                        <p:tgtEl>
                                          <p:spTgt spid="7"/>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50"/>
                                        </p:tgtEl>
                                        <p:attrNameLst>
                                          <p:attrName>style.visibility</p:attrName>
                                        </p:attrNameLst>
                                      </p:cBhvr>
                                      <p:to>
                                        <p:strVal val="visible"/>
                                      </p:to>
                                    </p:set>
                                    <p:animEffect transition="in" filter="fade">
                                      <p:cBhvr>
                                        <p:cTn id="30"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1" grpId="0"/>
      <p:bldP spid="46" grpId="0"/>
      <p:bldP spid="50" grpId="0"/>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410353" y="4582480"/>
            <a:ext cx="11198171" cy="1077218"/>
          </a:xfrm>
          <a:prstGeom prst="rect">
            <a:avLst/>
          </a:prstGeom>
          <a:noFill/>
        </p:spPr>
        <p:txBody>
          <a:bodyPr wrap="square" rtlCol="0">
            <a:spAutoFit/>
          </a:bodyPr>
          <a:lstStyle/>
          <a:p>
            <a:pPr algn="ctr" defTabSz="1375467" rtl="1" fontAlgn="auto">
              <a:spcBef>
                <a:spcPts val="0"/>
              </a:spcBef>
              <a:spcAft>
                <a:spcPts val="0"/>
              </a:spcAft>
            </a:pPr>
            <a:r>
              <a:rPr lang="ar-SA" sz="3200" b="1" i="1" dirty="0">
                <a:latin typeface="Roboto Condensed"/>
                <a:cs typeface="Simplified Arabic" panose="02020603050405020304" pitchFamily="18" charset="-78"/>
              </a:rPr>
              <a:t>نظام لإدارة المدرسة علي الشبكة العالمية يلبي متطلبات مديري المدارس والمعلمين وأولياء الأمور والطلاب.</a:t>
            </a:r>
            <a:endParaRPr lang="en-US" sz="3200" b="1" i="1" dirty="0">
              <a:latin typeface="Roboto Condensed"/>
              <a:cs typeface="Simplified Arabic" panose="02020603050405020304" pitchFamily="18" charset="-78"/>
            </a:endParaRPr>
          </a:p>
        </p:txBody>
      </p:sp>
      <p:grpSp>
        <p:nvGrpSpPr>
          <p:cNvPr id="2" name="Group 24"/>
          <p:cNvGrpSpPr/>
          <p:nvPr/>
        </p:nvGrpSpPr>
        <p:grpSpPr>
          <a:xfrm>
            <a:off x="5522364" y="3918254"/>
            <a:ext cx="1350473" cy="203200"/>
            <a:chOff x="4168751" y="2495551"/>
            <a:chExt cx="1012854" cy="152400"/>
          </a:xfrm>
        </p:grpSpPr>
        <p:sp>
          <p:nvSpPr>
            <p:cNvPr id="16" name="Oval 15"/>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7" name="Oval 16"/>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8" name="Oval 17"/>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3" name="Oval 1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4" name="Oval 13"/>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5" name="Oval 14"/>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4" name="Oval 23"/>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9" name="Title 1"/>
          <p:cNvSpPr txBox="1">
            <a:spLocks/>
          </p:cNvSpPr>
          <p:nvPr/>
        </p:nvSpPr>
        <p:spPr>
          <a:xfrm>
            <a:off x="3016008" y="353392"/>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smtClean="0">
                <a:latin typeface="Roboto Medium"/>
                <a:cs typeface="+mj-cs"/>
              </a:rPr>
              <a:t>‌و-</a:t>
            </a:r>
            <a:r>
              <a:rPr lang="en-US" sz="4000" b="1" u="sng" dirty="0" smtClean="0">
                <a:latin typeface="Roboto Medium"/>
                <a:cs typeface="+mj-cs"/>
              </a:rPr>
              <a:t> </a:t>
            </a:r>
            <a:r>
              <a:rPr lang="ar-SA" sz="4000" b="1" u="sng" dirty="0" smtClean="0">
                <a:latin typeface="Roboto Medium"/>
                <a:cs typeface="+mj-cs"/>
              </a:rPr>
              <a:t>المنصات </a:t>
            </a:r>
            <a:r>
              <a:rPr lang="ar-SA" sz="4000" b="1" u="sng" dirty="0">
                <a:latin typeface="Roboto Medium"/>
                <a:cs typeface="+mj-cs"/>
              </a:rPr>
              <a:t>التعليمية</a:t>
            </a:r>
            <a:endParaRPr lang="en-US" sz="4000" b="1" u="sng" dirty="0">
              <a:latin typeface="Roboto Medium"/>
              <a:cs typeface="+mj-cs"/>
            </a:endParaRPr>
          </a:p>
        </p:txBody>
      </p:sp>
      <p:grpSp>
        <p:nvGrpSpPr>
          <p:cNvPr id="3" name="Group 24"/>
          <p:cNvGrpSpPr/>
          <p:nvPr/>
        </p:nvGrpSpPr>
        <p:grpSpPr>
          <a:xfrm>
            <a:off x="5420766" y="6045201"/>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5" name="Title 1"/>
          <p:cNvSpPr txBox="1">
            <a:spLocks/>
          </p:cNvSpPr>
          <p:nvPr/>
        </p:nvSpPr>
        <p:spPr>
          <a:xfrm>
            <a:off x="3336250" y="3126091"/>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smtClean="0">
                <a:solidFill>
                  <a:srgbClr val="237DB9"/>
                </a:solidFill>
                <a:latin typeface="Roboto Medium"/>
                <a:cs typeface="+mj-cs"/>
              </a:rPr>
              <a:t>2-</a:t>
            </a:r>
            <a:r>
              <a:rPr lang="en-US" sz="4000" b="1" u="sng" dirty="0" smtClean="0">
                <a:solidFill>
                  <a:srgbClr val="237DB9"/>
                </a:solidFill>
                <a:latin typeface="Roboto Medium"/>
                <a:cs typeface="+mj-cs"/>
              </a:rPr>
              <a:t>  </a:t>
            </a:r>
            <a:r>
              <a:rPr lang="ar-SA" sz="4000" b="1" u="sng" dirty="0">
                <a:solidFill>
                  <a:srgbClr val="237DB9"/>
                </a:solidFill>
                <a:latin typeface="Roboto Medium"/>
                <a:cs typeface="+mj-cs"/>
              </a:rPr>
              <a:t>	سكولوجي </a:t>
            </a:r>
            <a:r>
              <a:rPr lang="en-US" sz="4000" b="1" u="sng" dirty="0" err="1">
                <a:solidFill>
                  <a:srgbClr val="237DB9"/>
                </a:solidFill>
                <a:latin typeface="Roboto Medium"/>
                <a:cs typeface="+mj-cs"/>
              </a:rPr>
              <a:t>Schoology</a:t>
            </a:r>
            <a:endParaRPr lang="en-US" sz="4000" b="1" u="sng" dirty="0">
              <a:solidFill>
                <a:srgbClr val="237DB9"/>
              </a:solidFill>
              <a:latin typeface="Roboto Medium"/>
              <a:cs typeface="+mj-cs"/>
            </a:endParaRPr>
          </a:p>
        </p:txBody>
      </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24203759"/>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12" presetClass="entr" presetSubtype="4"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slide(fromBottom)">
                                      <p:cBhvr>
                                        <p:cTn id="11" dur="500"/>
                                        <p:tgtEl>
                                          <p:spTgt spid="25"/>
                                        </p:tgtEl>
                                      </p:cBhvr>
                                    </p:animEffect>
                                  </p:childTnLst>
                                </p:cTn>
                              </p:par>
                            </p:childTnLst>
                          </p:cTn>
                        </p:par>
                        <p:par>
                          <p:cTn id="12" fill="hold">
                            <p:stCondLst>
                              <p:cond delay="1000"/>
                            </p:stCondLst>
                            <p:childTnLst>
                              <p:par>
                                <p:cTn id="13" presetID="23" presetClass="entr" presetSubtype="16"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1000"/>
                                        <p:tgtEl>
                                          <p:spTgt spid="12"/>
                                        </p:tgtEl>
                                      </p:cBhvr>
                                    </p:animEffect>
                                  </p:childTnLst>
                                </p:cTn>
                              </p:par>
                            </p:childTnLst>
                          </p:cTn>
                        </p:par>
                        <p:par>
                          <p:cTn id="21" fill="hold">
                            <p:stCondLst>
                              <p:cond delay="2500"/>
                            </p:stCondLst>
                            <p:childTnLst>
                              <p:par>
                                <p:cTn id="22" presetID="23" presetClass="entr" presetSubtype="16"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p:cTn id="24" dur="500" fill="hold"/>
                                        <p:tgtEl>
                                          <p:spTgt spid="3"/>
                                        </p:tgtEl>
                                        <p:attrNameLst>
                                          <p:attrName>ppt_w</p:attrName>
                                        </p:attrNameLst>
                                      </p:cBhvr>
                                      <p:tavLst>
                                        <p:tav tm="0">
                                          <p:val>
                                            <p:fltVal val="0"/>
                                          </p:val>
                                        </p:tav>
                                        <p:tav tm="100000">
                                          <p:val>
                                            <p:strVal val="#ppt_w"/>
                                          </p:val>
                                        </p:tav>
                                      </p:tavLst>
                                    </p:anim>
                                    <p:anim calcmode="lin" valueType="num">
                                      <p:cBhvr>
                                        <p:cTn id="25"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9" grpId="0"/>
      <p:bldP spid="25" grpId="0"/>
    </p:bld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410353" y="4347661"/>
            <a:ext cx="11198171" cy="1077218"/>
          </a:xfrm>
          <a:prstGeom prst="rect">
            <a:avLst/>
          </a:prstGeom>
          <a:noFill/>
        </p:spPr>
        <p:txBody>
          <a:bodyPr wrap="square" rtlCol="0">
            <a:spAutoFit/>
          </a:bodyPr>
          <a:lstStyle/>
          <a:p>
            <a:pPr algn="ctr" defTabSz="1375467" rtl="1" fontAlgn="auto">
              <a:spcBef>
                <a:spcPts val="0"/>
              </a:spcBef>
              <a:spcAft>
                <a:spcPts val="0"/>
              </a:spcAft>
            </a:pPr>
            <a:r>
              <a:rPr lang="ar-SA" sz="3200" b="1" i="1" dirty="0">
                <a:latin typeface="Roboto Condensed"/>
                <a:cs typeface="Simplified Arabic" panose="02020603050405020304" pitchFamily="18" charset="-78"/>
              </a:rPr>
              <a:t>الموودل هو عبارة عن نظام إدارة تعلم مفتوح المصدر صمم على أسس تعليمية ليساعد المعلمين على توفير بيئة تعليمية إلكترونية</a:t>
            </a:r>
            <a:endParaRPr lang="en-US" sz="3200" b="1" i="1" dirty="0">
              <a:latin typeface="Roboto Condensed"/>
              <a:cs typeface="Simplified Arabic" panose="02020603050405020304" pitchFamily="18" charset="-78"/>
            </a:endParaRPr>
          </a:p>
        </p:txBody>
      </p:sp>
      <p:grpSp>
        <p:nvGrpSpPr>
          <p:cNvPr id="2" name="Group 24"/>
          <p:cNvGrpSpPr/>
          <p:nvPr/>
        </p:nvGrpSpPr>
        <p:grpSpPr>
          <a:xfrm>
            <a:off x="5522364" y="3918254"/>
            <a:ext cx="1350473" cy="203200"/>
            <a:chOff x="4168751" y="2495551"/>
            <a:chExt cx="1012854" cy="152400"/>
          </a:xfrm>
        </p:grpSpPr>
        <p:sp>
          <p:nvSpPr>
            <p:cNvPr id="16" name="Oval 15"/>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7" name="Oval 16"/>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8" name="Oval 17"/>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3" name="Oval 1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4" name="Oval 13"/>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5" name="Oval 14"/>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4" name="Oval 23"/>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9" name="Title 1"/>
          <p:cNvSpPr txBox="1">
            <a:spLocks/>
          </p:cNvSpPr>
          <p:nvPr/>
        </p:nvSpPr>
        <p:spPr>
          <a:xfrm>
            <a:off x="3016008" y="353392"/>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smtClean="0">
                <a:latin typeface="Roboto Medium"/>
                <a:cs typeface="+mj-cs"/>
              </a:rPr>
              <a:t>‌و-</a:t>
            </a:r>
            <a:r>
              <a:rPr lang="en-US" sz="4000" b="1" u="sng" dirty="0" smtClean="0">
                <a:latin typeface="Roboto Medium"/>
                <a:cs typeface="+mj-cs"/>
              </a:rPr>
              <a:t> </a:t>
            </a:r>
            <a:r>
              <a:rPr lang="ar-SA" sz="4000" b="1" u="sng" dirty="0" smtClean="0">
                <a:latin typeface="Roboto Medium"/>
                <a:cs typeface="+mj-cs"/>
              </a:rPr>
              <a:t>المنصات </a:t>
            </a:r>
            <a:r>
              <a:rPr lang="ar-SA" sz="4000" b="1" u="sng" dirty="0">
                <a:latin typeface="Roboto Medium"/>
                <a:cs typeface="+mj-cs"/>
              </a:rPr>
              <a:t>التعليمية</a:t>
            </a:r>
            <a:endParaRPr lang="en-US" sz="4000" b="1" u="sng" dirty="0">
              <a:latin typeface="Roboto Medium"/>
              <a:cs typeface="+mj-cs"/>
            </a:endParaRPr>
          </a:p>
        </p:txBody>
      </p:sp>
      <p:grpSp>
        <p:nvGrpSpPr>
          <p:cNvPr id="3" name="Group 24"/>
          <p:cNvGrpSpPr/>
          <p:nvPr/>
        </p:nvGrpSpPr>
        <p:grpSpPr>
          <a:xfrm>
            <a:off x="5420766" y="6045201"/>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5" name="Title 1"/>
          <p:cNvSpPr txBox="1">
            <a:spLocks/>
          </p:cNvSpPr>
          <p:nvPr/>
        </p:nvSpPr>
        <p:spPr>
          <a:xfrm>
            <a:off x="3336250" y="3126091"/>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smtClean="0">
                <a:solidFill>
                  <a:srgbClr val="237DB9"/>
                </a:solidFill>
                <a:latin typeface="Roboto Medium"/>
                <a:cs typeface="+mj-cs"/>
              </a:rPr>
              <a:t>3-</a:t>
            </a:r>
            <a:r>
              <a:rPr lang="en-US" sz="4000" b="1" u="sng" dirty="0" smtClean="0">
                <a:solidFill>
                  <a:srgbClr val="237DB9"/>
                </a:solidFill>
                <a:latin typeface="Roboto Medium"/>
                <a:cs typeface="+mj-cs"/>
              </a:rPr>
              <a:t>  </a:t>
            </a:r>
            <a:r>
              <a:rPr lang="ar-SA" sz="4000" b="1" u="sng" dirty="0" smtClean="0">
                <a:solidFill>
                  <a:srgbClr val="237DB9"/>
                </a:solidFill>
                <a:latin typeface="Roboto Medium"/>
                <a:cs typeface="+mj-cs"/>
              </a:rPr>
              <a:t>موودل </a:t>
            </a:r>
            <a:r>
              <a:rPr lang="en-US" sz="4000" b="1" u="sng" dirty="0">
                <a:solidFill>
                  <a:srgbClr val="237DB9"/>
                </a:solidFill>
                <a:latin typeface="Roboto Medium"/>
                <a:cs typeface="+mj-cs"/>
              </a:rPr>
              <a:t>Moodle</a:t>
            </a:r>
          </a:p>
        </p:txBody>
      </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1755606"/>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12" presetClass="entr" presetSubtype="4"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slide(fromBottom)">
                                      <p:cBhvr>
                                        <p:cTn id="11" dur="500"/>
                                        <p:tgtEl>
                                          <p:spTgt spid="25"/>
                                        </p:tgtEl>
                                      </p:cBhvr>
                                    </p:animEffect>
                                  </p:childTnLst>
                                </p:cTn>
                              </p:par>
                            </p:childTnLst>
                          </p:cTn>
                        </p:par>
                        <p:par>
                          <p:cTn id="12" fill="hold">
                            <p:stCondLst>
                              <p:cond delay="1000"/>
                            </p:stCondLst>
                            <p:childTnLst>
                              <p:par>
                                <p:cTn id="13" presetID="23" presetClass="entr" presetSubtype="16"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1000"/>
                                        <p:tgtEl>
                                          <p:spTgt spid="12"/>
                                        </p:tgtEl>
                                      </p:cBhvr>
                                    </p:animEffect>
                                  </p:childTnLst>
                                </p:cTn>
                              </p:par>
                            </p:childTnLst>
                          </p:cTn>
                        </p:par>
                        <p:par>
                          <p:cTn id="21" fill="hold">
                            <p:stCondLst>
                              <p:cond delay="2500"/>
                            </p:stCondLst>
                            <p:childTnLst>
                              <p:par>
                                <p:cTn id="22" presetID="23" presetClass="entr" presetSubtype="16"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p:cTn id="24" dur="500" fill="hold"/>
                                        <p:tgtEl>
                                          <p:spTgt spid="3"/>
                                        </p:tgtEl>
                                        <p:attrNameLst>
                                          <p:attrName>ppt_w</p:attrName>
                                        </p:attrNameLst>
                                      </p:cBhvr>
                                      <p:tavLst>
                                        <p:tav tm="0">
                                          <p:val>
                                            <p:fltVal val="0"/>
                                          </p:val>
                                        </p:tav>
                                        <p:tav tm="100000">
                                          <p:val>
                                            <p:strVal val="#ppt_w"/>
                                          </p:val>
                                        </p:tav>
                                      </p:tavLst>
                                    </p:anim>
                                    <p:anim calcmode="lin" valueType="num">
                                      <p:cBhvr>
                                        <p:cTn id="25"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9" grpId="0"/>
      <p:bldP spid="25" grpId="0"/>
    </p:bld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410353" y="4347661"/>
            <a:ext cx="11198171" cy="1077218"/>
          </a:xfrm>
          <a:prstGeom prst="rect">
            <a:avLst/>
          </a:prstGeom>
          <a:noFill/>
        </p:spPr>
        <p:txBody>
          <a:bodyPr wrap="square" rtlCol="0">
            <a:spAutoFit/>
          </a:bodyPr>
          <a:lstStyle/>
          <a:p>
            <a:pPr algn="ctr" defTabSz="1375467" rtl="1" fontAlgn="auto">
              <a:spcBef>
                <a:spcPts val="0"/>
              </a:spcBef>
              <a:spcAft>
                <a:spcPts val="0"/>
              </a:spcAft>
            </a:pPr>
            <a:r>
              <a:rPr lang="ar-SA" sz="3200" b="1" i="1" dirty="0">
                <a:latin typeface="Roboto Condensed"/>
                <a:cs typeface="Simplified Arabic" panose="02020603050405020304" pitchFamily="18" charset="-78"/>
              </a:rPr>
              <a:t>بيئة تعليمية على الانترنت والتي من خلالها يختار الشخص ما يتوافق مع نمط التعليم الشخصي الخاص به وكذلك المنهاج واحتياجات الطلبة. </a:t>
            </a:r>
            <a:endParaRPr lang="en-US" sz="3200" b="1" i="1" dirty="0">
              <a:latin typeface="Roboto Condensed"/>
              <a:cs typeface="Simplified Arabic" panose="02020603050405020304" pitchFamily="18" charset="-78"/>
            </a:endParaRPr>
          </a:p>
        </p:txBody>
      </p:sp>
      <p:grpSp>
        <p:nvGrpSpPr>
          <p:cNvPr id="2" name="Group 24"/>
          <p:cNvGrpSpPr/>
          <p:nvPr/>
        </p:nvGrpSpPr>
        <p:grpSpPr>
          <a:xfrm>
            <a:off x="5522364" y="3918254"/>
            <a:ext cx="1350473" cy="203200"/>
            <a:chOff x="4168751" y="2495551"/>
            <a:chExt cx="1012854" cy="152400"/>
          </a:xfrm>
        </p:grpSpPr>
        <p:sp>
          <p:nvSpPr>
            <p:cNvPr id="16" name="Oval 15"/>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7" name="Oval 16"/>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8" name="Oval 17"/>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3" name="Oval 1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4" name="Oval 13"/>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5" name="Oval 14"/>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4" name="Oval 23"/>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9" name="Title 1"/>
          <p:cNvSpPr txBox="1">
            <a:spLocks/>
          </p:cNvSpPr>
          <p:nvPr/>
        </p:nvSpPr>
        <p:spPr>
          <a:xfrm>
            <a:off x="3016008" y="353392"/>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smtClean="0">
                <a:latin typeface="Roboto Medium"/>
                <a:cs typeface="+mj-cs"/>
              </a:rPr>
              <a:t>‌و-</a:t>
            </a:r>
            <a:r>
              <a:rPr lang="en-US" sz="4000" b="1" u="sng" dirty="0" smtClean="0">
                <a:latin typeface="Roboto Medium"/>
                <a:cs typeface="+mj-cs"/>
              </a:rPr>
              <a:t> </a:t>
            </a:r>
            <a:r>
              <a:rPr lang="ar-SA" sz="4000" b="1" u="sng" dirty="0" smtClean="0">
                <a:latin typeface="Roboto Medium"/>
                <a:cs typeface="+mj-cs"/>
              </a:rPr>
              <a:t>المنصات </a:t>
            </a:r>
            <a:r>
              <a:rPr lang="ar-SA" sz="4000" b="1" u="sng" dirty="0">
                <a:latin typeface="Roboto Medium"/>
                <a:cs typeface="+mj-cs"/>
              </a:rPr>
              <a:t>التعليمية</a:t>
            </a:r>
            <a:endParaRPr lang="en-US" sz="4000" b="1" u="sng" dirty="0">
              <a:latin typeface="Roboto Medium"/>
              <a:cs typeface="+mj-cs"/>
            </a:endParaRPr>
          </a:p>
        </p:txBody>
      </p:sp>
      <p:grpSp>
        <p:nvGrpSpPr>
          <p:cNvPr id="3" name="Group 24"/>
          <p:cNvGrpSpPr/>
          <p:nvPr/>
        </p:nvGrpSpPr>
        <p:grpSpPr>
          <a:xfrm>
            <a:off x="5420766" y="6045201"/>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5" name="Title 1"/>
          <p:cNvSpPr txBox="1">
            <a:spLocks/>
          </p:cNvSpPr>
          <p:nvPr/>
        </p:nvSpPr>
        <p:spPr>
          <a:xfrm>
            <a:off x="3336250" y="3126091"/>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smtClean="0">
                <a:solidFill>
                  <a:srgbClr val="237DB9"/>
                </a:solidFill>
                <a:latin typeface="Roboto Medium"/>
                <a:cs typeface="+mj-cs"/>
              </a:rPr>
              <a:t>4-</a:t>
            </a:r>
            <a:r>
              <a:rPr lang="en-US" sz="4000" b="1" u="sng" dirty="0" smtClean="0">
                <a:solidFill>
                  <a:srgbClr val="237DB9"/>
                </a:solidFill>
                <a:latin typeface="Roboto Medium"/>
                <a:cs typeface="+mj-cs"/>
              </a:rPr>
              <a:t>   </a:t>
            </a:r>
            <a:r>
              <a:rPr lang="ar-SA" sz="4000" b="1" u="sng" dirty="0">
                <a:solidFill>
                  <a:srgbClr val="237DB9"/>
                </a:solidFill>
                <a:latin typeface="Roboto Medium"/>
                <a:cs typeface="+mj-cs"/>
              </a:rPr>
              <a:t>	كورس سايت </a:t>
            </a:r>
            <a:r>
              <a:rPr lang="en-US" sz="4000" b="1" u="sng" dirty="0" err="1">
                <a:solidFill>
                  <a:srgbClr val="237DB9"/>
                </a:solidFill>
                <a:latin typeface="Roboto Medium"/>
                <a:cs typeface="+mj-cs"/>
              </a:rPr>
              <a:t>Coursesites</a:t>
            </a:r>
            <a:endParaRPr lang="en-US" sz="4000" b="1" u="sng" dirty="0">
              <a:solidFill>
                <a:srgbClr val="237DB9"/>
              </a:solidFill>
              <a:latin typeface="Roboto Medium"/>
              <a:cs typeface="+mj-cs"/>
            </a:endParaRPr>
          </a:p>
        </p:txBody>
      </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93381053"/>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12" presetClass="entr" presetSubtype="4"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slide(fromBottom)">
                                      <p:cBhvr>
                                        <p:cTn id="11" dur="500"/>
                                        <p:tgtEl>
                                          <p:spTgt spid="25"/>
                                        </p:tgtEl>
                                      </p:cBhvr>
                                    </p:animEffect>
                                  </p:childTnLst>
                                </p:cTn>
                              </p:par>
                            </p:childTnLst>
                          </p:cTn>
                        </p:par>
                        <p:par>
                          <p:cTn id="12" fill="hold">
                            <p:stCondLst>
                              <p:cond delay="1000"/>
                            </p:stCondLst>
                            <p:childTnLst>
                              <p:par>
                                <p:cTn id="13" presetID="23" presetClass="entr" presetSubtype="16"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1000"/>
                                        <p:tgtEl>
                                          <p:spTgt spid="12"/>
                                        </p:tgtEl>
                                      </p:cBhvr>
                                    </p:animEffect>
                                  </p:childTnLst>
                                </p:cTn>
                              </p:par>
                            </p:childTnLst>
                          </p:cTn>
                        </p:par>
                        <p:par>
                          <p:cTn id="21" fill="hold">
                            <p:stCondLst>
                              <p:cond delay="2500"/>
                            </p:stCondLst>
                            <p:childTnLst>
                              <p:par>
                                <p:cTn id="22" presetID="23" presetClass="entr" presetSubtype="16"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p:cTn id="24" dur="500" fill="hold"/>
                                        <p:tgtEl>
                                          <p:spTgt spid="3"/>
                                        </p:tgtEl>
                                        <p:attrNameLst>
                                          <p:attrName>ppt_w</p:attrName>
                                        </p:attrNameLst>
                                      </p:cBhvr>
                                      <p:tavLst>
                                        <p:tav tm="0">
                                          <p:val>
                                            <p:fltVal val="0"/>
                                          </p:val>
                                        </p:tav>
                                        <p:tav tm="100000">
                                          <p:val>
                                            <p:strVal val="#ppt_w"/>
                                          </p:val>
                                        </p:tav>
                                      </p:tavLst>
                                    </p:anim>
                                    <p:anim calcmode="lin" valueType="num">
                                      <p:cBhvr>
                                        <p:cTn id="25"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9" grpId="0"/>
      <p:bldP spid="25" grpId="0"/>
    </p:bld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395315" y="4593882"/>
            <a:ext cx="11198171" cy="584775"/>
          </a:xfrm>
          <a:prstGeom prst="rect">
            <a:avLst/>
          </a:prstGeom>
          <a:noFill/>
        </p:spPr>
        <p:txBody>
          <a:bodyPr wrap="square" rtlCol="0">
            <a:spAutoFit/>
          </a:bodyPr>
          <a:lstStyle/>
          <a:p>
            <a:pPr algn="ctr" defTabSz="1375467" rtl="1" fontAlgn="auto">
              <a:spcBef>
                <a:spcPts val="0"/>
              </a:spcBef>
              <a:spcAft>
                <a:spcPts val="0"/>
              </a:spcAft>
            </a:pPr>
            <a:r>
              <a:rPr lang="ar-SA" sz="3200" b="1" i="1" dirty="0">
                <a:latin typeface="Roboto Condensed"/>
                <a:cs typeface="Simplified Arabic" panose="02020603050405020304" pitchFamily="18" charset="-78"/>
              </a:rPr>
              <a:t>الويكي هو موقع إلكتروني يسمح للزوار بإضافة المحتويات وتعديلها بدون أي قيود</a:t>
            </a:r>
            <a:endParaRPr lang="en-US" sz="3200" b="1" i="1" dirty="0">
              <a:latin typeface="Roboto Condensed"/>
              <a:cs typeface="Simplified Arabic" panose="02020603050405020304" pitchFamily="18" charset="-78"/>
            </a:endParaRPr>
          </a:p>
        </p:txBody>
      </p:sp>
      <p:grpSp>
        <p:nvGrpSpPr>
          <p:cNvPr id="2" name="Group 24"/>
          <p:cNvGrpSpPr/>
          <p:nvPr/>
        </p:nvGrpSpPr>
        <p:grpSpPr>
          <a:xfrm>
            <a:off x="5522364" y="3918254"/>
            <a:ext cx="1350473" cy="203200"/>
            <a:chOff x="4168751" y="2495551"/>
            <a:chExt cx="1012854" cy="152400"/>
          </a:xfrm>
        </p:grpSpPr>
        <p:sp>
          <p:nvSpPr>
            <p:cNvPr id="16" name="Oval 15"/>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7" name="Oval 16"/>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8" name="Oval 17"/>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3" name="Oval 1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4" name="Oval 13"/>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5" name="Oval 14"/>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4" name="Oval 23"/>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9" name="Title 1"/>
          <p:cNvSpPr txBox="1">
            <a:spLocks/>
          </p:cNvSpPr>
          <p:nvPr/>
        </p:nvSpPr>
        <p:spPr>
          <a:xfrm>
            <a:off x="3016008" y="353392"/>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smtClean="0">
                <a:latin typeface="Roboto Medium"/>
                <a:cs typeface="+mj-cs"/>
              </a:rPr>
              <a:t>‌و-</a:t>
            </a:r>
            <a:r>
              <a:rPr lang="en-US" sz="4000" b="1" u="sng" dirty="0" smtClean="0">
                <a:latin typeface="Roboto Medium"/>
                <a:cs typeface="+mj-cs"/>
              </a:rPr>
              <a:t> </a:t>
            </a:r>
            <a:r>
              <a:rPr lang="ar-SA" sz="4000" b="1" u="sng" dirty="0" smtClean="0">
                <a:latin typeface="Roboto Medium"/>
                <a:cs typeface="+mj-cs"/>
              </a:rPr>
              <a:t>المنصات </a:t>
            </a:r>
            <a:r>
              <a:rPr lang="ar-SA" sz="4000" b="1" u="sng" dirty="0">
                <a:latin typeface="Roboto Medium"/>
                <a:cs typeface="+mj-cs"/>
              </a:rPr>
              <a:t>التعليمية</a:t>
            </a:r>
            <a:endParaRPr lang="en-US" sz="4000" b="1" u="sng" dirty="0">
              <a:latin typeface="Roboto Medium"/>
              <a:cs typeface="+mj-cs"/>
            </a:endParaRPr>
          </a:p>
        </p:txBody>
      </p:sp>
      <p:grpSp>
        <p:nvGrpSpPr>
          <p:cNvPr id="3" name="Group 24"/>
          <p:cNvGrpSpPr/>
          <p:nvPr/>
        </p:nvGrpSpPr>
        <p:grpSpPr>
          <a:xfrm>
            <a:off x="5420766" y="6045201"/>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5" name="Title 1"/>
          <p:cNvSpPr txBox="1">
            <a:spLocks/>
          </p:cNvSpPr>
          <p:nvPr/>
        </p:nvSpPr>
        <p:spPr>
          <a:xfrm>
            <a:off x="3336250" y="3126091"/>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smtClean="0">
                <a:solidFill>
                  <a:srgbClr val="237DB9"/>
                </a:solidFill>
                <a:latin typeface="Roboto Medium"/>
                <a:cs typeface="+mj-cs"/>
              </a:rPr>
              <a:t>5-</a:t>
            </a:r>
            <a:r>
              <a:rPr lang="en-US" sz="4000" b="1" u="sng" dirty="0" smtClean="0">
                <a:solidFill>
                  <a:srgbClr val="237DB9"/>
                </a:solidFill>
                <a:latin typeface="Roboto Medium"/>
                <a:cs typeface="+mj-cs"/>
              </a:rPr>
              <a:t>    </a:t>
            </a:r>
            <a:r>
              <a:rPr lang="ar-SA" sz="4000" b="1" u="sng" dirty="0" smtClean="0">
                <a:solidFill>
                  <a:srgbClr val="237DB9"/>
                </a:solidFill>
                <a:latin typeface="Roboto Medium"/>
                <a:cs typeface="+mj-cs"/>
              </a:rPr>
              <a:t>ويكي</a:t>
            </a:r>
            <a:r>
              <a:rPr lang="en-US" sz="4000" b="1" u="sng" dirty="0" smtClean="0">
                <a:solidFill>
                  <a:srgbClr val="237DB9"/>
                </a:solidFill>
                <a:latin typeface="Roboto Medium"/>
                <a:cs typeface="+mj-cs"/>
              </a:rPr>
              <a:t>  </a:t>
            </a:r>
            <a:r>
              <a:rPr lang="ar-SA" sz="4000" b="1" u="sng" dirty="0" smtClean="0">
                <a:solidFill>
                  <a:srgbClr val="237DB9"/>
                </a:solidFill>
                <a:latin typeface="Roboto Medium"/>
                <a:cs typeface="+mj-cs"/>
              </a:rPr>
              <a:t> </a:t>
            </a:r>
            <a:r>
              <a:rPr lang="en-US" sz="4000" b="1" u="sng" dirty="0">
                <a:solidFill>
                  <a:srgbClr val="237DB9"/>
                </a:solidFill>
                <a:latin typeface="Roboto Medium"/>
                <a:cs typeface="+mj-cs"/>
              </a:rPr>
              <a:t>wiki</a:t>
            </a:r>
          </a:p>
        </p:txBody>
      </p:sp>
      <p:sp>
        <p:nvSpPr>
          <p:cNvPr id="2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13975282"/>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12" presetClass="entr" presetSubtype="4"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slide(fromBottom)">
                                      <p:cBhvr>
                                        <p:cTn id="11" dur="500"/>
                                        <p:tgtEl>
                                          <p:spTgt spid="25"/>
                                        </p:tgtEl>
                                      </p:cBhvr>
                                    </p:animEffect>
                                  </p:childTnLst>
                                </p:cTn>
                              </p:par>
                            </p:childTnLst>
                          </p:cTn>
                        </p:par>
                        <p:par>
                          <p:cTn id="12" fill="hold">
                            <p:stCondLst>
                              <p:cond delay="1000"/>
                            </p:stCondLst>
                            <p:childTnLst>
                              <p:par>
                                <p:cTn id="13" presetID="23" presetClass="entr" presetSubtype="16"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1000"/>
                                        <p:tgtEl>
                                          <p:spTgt spid="12"/>
                                        </p:tgtEl>
                                      </p:cBhvr>
                                    </p:animEffect>
                                  </p:childTnLst>
                                </p:cTn>
                              </p:par>
                            </p:childTnLst>
                          </p:cTn>
                        </p:par>
                        <p:par>
                          <p:cTn id="21" fill="hold">
                            <p:stCondLst>
                              <p:cond delay="2500"/>
                            </p:stCondLst>
                            <p:childTnLst>
                              <p:par>
                                <p:cTn id="22" presetID="23" presetClass="entr" presetSubtype="16"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p:cTn id="24" dur="500" fill="hold"/>
                                        <p:tgtEl>
                                          <p:spTgt spid="3"/>
                                        </p:tgtEl>
                                        <p:attrNameLst>
                                          <p:attrName>ppt_w</p:attrName>
                                        </p:attrNameLst>
                                      </p:cBhvr>
                                      <p:tavLst>
                                        <p:tav tm="0">
                                          <p:val>
                                            <p:fltVal val="0"/>
                                          </p:val>
                                        </p:tav>
                                        <p:tav tm="100000">
                                          <p:val>
                                            <p:strVal val="#ppt_w"/>
                                          </p:val>
                                        </p:tav>
                                      </p:tavLst>
                                    </p:anim>
                                    <p:anim calcmode="lin" valueType="num">
                                      <p:cBhvr>
                                        <p:cTn id="25"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9" grpId="0"/>
      <p:bldP spid="25" grpId="0"/>
    </p:bld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itle 28"/>
          <p:cNvSpPr>
            <a:spLocks noGrp="1"/>
          </p:cNvSpPr>
          <p:nvPr>
            <p:ph type="title"/>
          </p:nvPr>
        </p:nvSpPr>
        <p:spPr>
          <a:xfrm>
            <a:off x="1270000" y="685684"/>
            <a:ext cx="9652000" cy="726241"/>
          </a:xfrm>
        </p:spPr>
        <p:txBody>
          <a:bodyPr/>
          <a:lstStyle/>
          <a:p>
            <a:pPr rtl="1"/>
            <a:r>
              <a:rPr lang="ar-SA" u="sng" dirty="0" smtClean="0">
                <a:solidFill>
                  <a:schemeClr val="tx1"/>
                </a:solidFill>
              </a:rPr>
              <a:t>‌نشأة </a:t>
            </a:r>
            <a:r>
              <a:rPr lang="ar-SA" u="sng" dirty="0">
                <a:solidFill>
                  <a:schemeClr val="tx1"/>
                </a:solidFill>
              </a:rPr>
              <a:t>ويكي </a:t>
            </a:r>
            <a:r>
              <a:rPr lang="en-US" u="sng" dirty="0" smtClean="0">
                <a:solidFill>
                  <a:schemeClr val="tx1"/>
                </a:solidFill>
              </a:rPr>
              <a:t>WIKI</a:t>
            </a:r>
            <a:endParaRPr lang="en-US" u="sng" dirty="0">
              <a:solidFill>
                <a:schemeClr val="tx1"/>
              </a:solidFill>
            </a:endParaRPr>
          </a:p>
        </p:txBody>
      </p:sp>
      <p:sp>
        <p:nvSpPr>
          <p:cNvPr id="23" name="Sev01"/>
          <p:cNvSpPr/>
          <p:nvPr/>
        </p:nvSpPr>
        <p:spPr>
          <a:xfrm>
            <a:off x="4132120" y="4095936"/>
            <a:ext cx="913513" cy="913513"/>
          </a:xfrm>
          <a:prstGeom prst="ellipse">
            <a:avLst/>
          </a:prstGeom>
          <a:solidFill>
            <a:schemeClr val="accent1"/>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24" name="Sev02"/>
          <p:cNvSpPr/>
          <p:nvPr/>
        </p:nvSpPr>
        <p:spPr>
          <a:xfrm>
            <a:off x="5153001" y="4095936"/>
            <a:ext cx="913513" cy="913513"/>
          </a:xfrm>
          <a:prstGeom prst="ellipse">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8000" dirty="0">
              <a:solidFill>
                <a:srgbClr val="15AA96">
                  <a:lumMod val="50000"/>
                </a:srgbClr>
              </a:solidFill>
              <a:latin typeface="FontAwesome" pitchFamily="2" charset="0"/>
            </a:endParaRPr>
          </a:p>
        </p:txBody>
      </p:sp>
      <p:sp>
        <p:nvSpPr>
          <p:cNvPr id="36" name="Sev03"/>
          <p:cNvSpPr/>
          <p:nvPr/>
        </p:nvSpPr>
        <p:spPr>
          <a:xfrm>
            <a:off x="6159758" y="4095936"/>
            <a:ext cx="913513" cy="913513"/>
          </a:xfrm>
          <a:prstGeom prst="ellipse">
            <a:avLst/>
          </a:prstGeom>
          <a:solidFill>
            <a:schemeClr val="accent3"/>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cs typeface="+mj-cs"/>
            </a:endParaRPr>
          </a:p>
        </p:txBody>
      </p:sp>
      <p:sp>
        <p:nvSpPr>
          <p:cNvPr id="37" name="Sev04"/>
          <p:cNvSpPr/>
          <p:nvPr/>
        </p:nvSpPr>
        <p:spPr>
          <a:xfrm>
            <a:off x="7159433" y="4095936"/>
            <a:ext cx="913513" cy="913513"/>
          </a:xfrm>
          <a:prstGeom prst="ellipse">
            <a:avLst/>
          </a:prstGeom>
          <a:solidFill>
            <a:schemeClr val="accent4"/>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38" name="Freeform 52"/>
          <p:cNvSpPr>
            <a:spLocks noEditPoints="1"/>
          </p:cNvSpPr>
          <p:nvPr/>
        </p:nvSpPr>
        <p:spPr bwMode="auto">
          <a:xfrm>
            <a:off x="7441305" y="4364539"/>
            <a:ext cx="349769" cy="376303"/>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9" name="Freeform 42"/>
          <p:cNvSpPr>
            <a:spLocks noEditPoints="1"/>
          </p:cNvSpPr>
          <p:nvPr/>
        </p:nvSpPr>
        <p:spPr bwMode="auto">
          <a:xfrm>
            <a:off x="4398312" y="4388661"/>
            <a:ext cx="381129" cy="328059"/>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0" name="Freeform 178"/>
          <p:cNvSpPr>
            <a:spLocks noEditPoints="1"/>
          </p:cNvSpPr>
          <p:nvPr/>
        </p:nvSpPr>
        <p:spPr bwMode="auto">
          <a:xfrm>
            <a:off x="6425952" y="4409165"/>
            <a:ext cx="381129" cy="287051"/>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1" name="Freeform 86"/>
          <p:cNvSpPr>
            <a:spLocks noEditPoints="1"/>
          </p:cNvSpPr>
          <p:nvPr/>
        </p:nvSpPr>
        <p:spPr bwMode="auto">
          <a:xfrm>
            <a:off x="5479253" y="4333120"/>
            <a:ext cx="261003" cy="439145"/>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5" name="TextBox 34"/>
          <p:cNvSpPr txBox="1"/>
          <p:nvPr/>
        </p:nvSpPr>
        <p:spPr>
          <a:xfrm>
            <a:off x="3842744" y="1890732"/>
            <a:ext cx="4435349" cy="2246769"/>
          </a:xfrm>
          <a:prstGeom prst="rect">
            <a:avLst/>
          </a:prstGeom>
          <a:noFill/>
        </p:spPr>
        <p:txBody>
          <a:bodyPr wrap="square" rtlCol="0">
            <a:spAutoFit/>
          </a:bodyPr>
          <a:lstStyle/>
          <a:p>
            <a:pPr algn="ctr" defTabSz="1375467" rtl="1" fontAlgn="auto">
              <a:spcBef>
                <a:spcPts val="0"/>
              </a:spcBef>
              <a:spcAft>
                <a:spcPts val="0"/>
              </a:spcAft>
            </a:pPr>
            <a:r>
              <a:rPr lang="ar-SA" sz="2800" b="1" dirty="0">
                <a:solidFill>
                  <a:srgbClr val="FFFFFF"/>
                </a:solidFill>
                <a:latin typeface="Roboto Condensed"/>
                <a:cs typeface="Simplified Arabic" panose="02020603050405020304" pitchFamily="18" charset="-78"/>
              </a:rPr>
              <a:t>ترجع البدايات الأولى لظهور لفظ "ويكي" إلى تاريخ 25 مارس 1995م، عندما قام العالم "وورد كانينغهام"، بإطلاق هذا الاسم على الموقع الذي أنشأه</a:t>
            </a:r>
            <a:endParaRPr lang="en-US" sz="2800" b="1" dirty="0">
              <a:solidFill>
                <a:srgbClr val="FFFFFF"/>
              </a:solidFill>
              <a:latin typeface="Roboto Condensed"/>
              <a:cs typeface="Simplified Arabic" panose="02020603050405020304" pitchFamily="18" charset="-78"/>
            </a:endParaRPr>
          </a:p>
        </p:txBody>
      </p:sp>
      <p:pic>
        <p:nvPicPr>
          <p:cNvPr id="3" name="Picture Placeholder 2"/>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11588" b="11588"/>
          <a:stretch>
            <a:fillRect/>
          </a:stretch>
        </p:blipFill>
        <p:spPr/>
      </p:pic>
      <p:pic>
        <p:nvPicPr>
          <p:cNvPr id="4" name="Picture Placeholder 3"/>
          <p:cNvPicPr>
            <a:picLocks noGrp="1" noChangeAspect="1"/>
          </p:cNvPicPr>
          <p:nvPr>
            <p:ph type="pic" sz="quarter" idx="15"/>
          </p:nvPr>
        </p:nvPicPr>
        <p:blipFill>
          <a:blip r:embed="rId2">
            <a:extLst>
              <a:ext uri="{28A0092B-C50C-407E-A947-70E740481C1C}">
                <a14:useLocalDpi xmlns:a14="http://schemas.microsoft.com/office/drawing/2010/main" val="0"/>
              </a:ext>
            </a:extLst>
          </a:blip>
          <a:srcRect t="11687" b="11687"/>
          <a:stretch>
            <a:fillRect/>
          </a:stretch>
        </p:blipFill>
        <p:spPr/>
      </p:pic>
      <p:sp>
        <p:nvSpPr>
          <p:cNvPr id="1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16619317"/>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1000"/>
                                        <p:tgtEl>
                                          <p:spTgt spid="35"/>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animEffect transition="in" filter="fade">
                                      <p:cBhvr>
                                        <p:cTn id="13" dur="500"/>
                                        <p:tgtEl>
                                          <p:spTgt spid="23"/>
                                        </p:tgtEl>
                                      </p:cBhvr>
                                    </p:animEffect>
                                  </p:childTnLst>
                                </p:cTn>
                              </p:par>
                            </p:childTnLst>
                          </p:cTn>
                        </p:par>
                        <p:par>
                          <p:cTn id="14" fill="hold">
                            <p:stCondLst>
                              <p:cond delay="1500"/>
                            </p:stCondLst>
                            <p:childTnLst>
                              <p:par>
                                <p:cTn id="15" presetID="53" presetClass="entr" presetSubtype="0" fill="hold" grpId="0" nodeType="afterEffect">
                                  <p:stCondLst>
                                    <p:cond delay="0"/>
                                  </p:stCondLst>
                                  <p:childTnLst>
                                    <p:set>
                                      <p:cBhvr>
                                        <p:cTn id="16" dur="1" fill="hold">
                                          <p:stCondLst>
                                            <p:cond delay="0"/>
                                          </p:stCondLst>
                                        </p:cTn>
                                        <p:tgtEl>
                                          <p:spTgt spid="39"/>
                                        </p:tgtEl>
                                        <p:attrNameLst>
                                          <p:attrName>style.visibility</p:attrName>
                                        </p:attrNameLst>
                                      </p:cBhvr>
                                      <p:to>
                                        <p:strVal val="visible"/>
                                      </p:to>
                                    </p:set>
                                    <p:anim calcmode="lin" valueType="num">
                                      <p:cBhvr>
                                        <p:cTn id="17" dur="500" fill="hold"/>
                                        <p:tgtEl>
                                          <p:spTgt spid="39"/>
                                        </p:tgtEl>
                                        <p:attrNameLst>
                                          <p:attrName>ppt_w</p:attrName>
                                        </p:attrNameLst>
                                      </p:cBhvr>
                                      <p:tavLst>
                                        <p:tav tm="0">
                                          <p:val>
                                            <p:fltVal val="0"/>
                                          </p:val>
                                        </p:tav>
                                        <p:tav tm="100000">
                                          <p:val>
                                            <p:strVal val="#ppt_w"/>
                                          </p:val>
                                        </p:tav>
                                      </p:tavLst>
                                    </p:anim>
                                    <p:anim calcmode="lin" valueType="num">
                                      <p:cBhvr>
                                        <p:cTn id="18" dur="500" fill="hold"/>
                                        <p:tgtEl>
                                          <p:spTgt spid="39"/>
                                        </p:tgtEl>
                                        <p:attrNameLst>
                                          <p:attrName>ppt_h</p:attrName>
                                        </p:attrNameLst>
                                      </p:cBhvr>
                                      <p:tavLst>
                                        <p:tav tm="0">
                                          <p:val>
                                            <p:fltVal val="0"/>
                                          </p:val>
                                        </p:tav>
                                        <p:tav tm="100000">
                                          <p:val>
                                            <p:strVal val="#ppt_h"/>
                                          </p:val>
                                        </p:tav>
                                      </p:tavLst>
                                    </p:anim>
                                    <p:animEffect transition="in" filter="fade">
                                      <p:cBhvr>
                                        <p:cTn id="19" dur="500"/>
                                        <p:tgtEl>
                                          <p:spTgt spid="39"/>
                                        </p:tgtEl>
                                      </p:cBhvr>
                                    </p:animEffect>
                                  </p:childTnLst>
                                </p:cTn>
                              </p:par>
                            </p:childTnLst>
                          </p:cTn>
                        </p:par>
                        <p:par>
                          <p:cTn id="20" fill="hold">
                            <p:stCondLst>
                              <p:cond delay="2000"/>
                            </p:stCondLst>
                            <p:childTnLst>
                              <p:par>
                                <p:cTn id="21" presetID="53" presetClass="entr" presetSubtype="0"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 calcmode="lin" valueType="num">
                                      <p:cBhvr>
                                        <p:cTn id="23" dur="500" fill="hold"/>
                                        <p:tgtEl>
                                          <p:spTgt spid="24"/>
                                        </p:tgtEl>
                                        <p:attrNameLst>
                                          <p:attrName>ppt_w</p:attrName>
                                        </p:attrNameLst>
                                      </p:cBhvr>
                                      <p:tavLst>
                                        <p:tav tm="0">
                                          <p:val>
                                            <p:fltVal val="0"/>
                                          </p:val>
                                        </p:tav>
                                        <p:tav tm="100000">
                                          <p:val>
                                            <p:strVal val="#ppt_w"/>
                                          </p:val>
                                        </p:tav>
                                      </p:tavLst>
                                    </p:anim>
                                    <p:anim calcmode="lin" valueType="num">
                                      <p:cBhvr>
                                        <p:cTn id="24" dur="500" fill="hold"/>
                                        <p:tgtEl>
                                          <p:spTgt spid="24"/>
                                        </p:tgtEl>
                                        <p:attrNameLst>
                                          <p:attrName>ppt_h</p:attrName>
                                        </p:attrNameLst>
                                      </p:cBhvr>
                                      <p:tavLst>
                                        <p:tav tm="0">
                                          <p:val>
                                            <p:fltVal val="0"/>
                                          </p:val>
                                        </p:tav>
                                        <p:tav tm="100000">
                                          <p:val>
                                            <p:strVal val="#ppt_h"/>
                                          </p:val>
                                        </p:tav>
                                      </p:tavLst>
                                    </p:anim>
                                    <p:animEffect transition="in" filter="fade">
                                      <p:cBhvr>
                                        <p:cTn id="25" dur="500"/>
                                        <p:tgtEl>
                                          <p:spTgt spid="24"/>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p:cTn id="29" dur="500" fill="hold"/>
                                        <p:tgtEl>
                                          <p:spTgt spid="41"/>
                                        </p:tgtEl>
                                        <p:attrNameLst>
                                          <p:attrName>ppt_w</p:attrName>
                                        </p:attrNameLst>
                                      </p:cBhvr>
                                      <p:tavLst>
                                        <p:tav tm="0">
                                          <p:val>
                                            <p:fltVal val="0"/>
                                          </p:val>
                                        </p:tav>
                                        <p:tav tm="100000">
                                          <p:val>
                                            <p:strVal val="#ppt_w"/>
                                          </p:val>
                                        </p:tav>
                                      </p:tavLst>
                                    </p:anim>
                                    <p:anim calcmode="lin" valueType="num">
                                      <p:cBhvr>
                                        <p:cTn id="30" dur="500" fill="hold"/>
                                        <p:tgtEl>
                                          <p:spTgt spid="41"/>
                                        </p:tgtEl>
                                        <p:attrNameLst>
                                          <p:attrName>ppt_h</p:attrName>
                                        </p:attrNameLst>
                                      </p:cBhvr>
                                      <p:tavLst>
                                        <p:tav tm="0">
                                          <p:val>
                                            <p:fltVal val="0"/>
                                          </p:val>
                                        </p:tav>
                                        <p:tav tm="100000">
                                          <p:val>
                                            <p:strVal val="#ppt_h"/>
                                          </p:val>
                                        </p:tav>
                                      </p:tavLst>
                                    </p:anim>
                                    <p:animEffect transition="in" filter="fade">
                                      <p:cBhvr>
                                        <p:cTn id="31" dur="500"/>
                                        <p:tgtEl>
                                          <p:spTgt spid="41"/>
                                        </p:tgtEl>
                                      </p:cBhvr>
                                    </p:animEffect>
                                  </p:childTnLst>
                                </p:cTn>
                              </p:par>
                            </p:childTnLst>
                          </p:cTn>
                        </p:par>
                        <p:par>
                          <p:cTn id="32" fill="hold">
                            <p:stCondLst>
                              <p:cond delay="3000"/>
                            </p:stCondLst>
                            <p:childTnLst>
                              <p:par>
                                <p:cTn id="33" presetID="53" presetClass="entr" presetSubtype="0" fill="hold" grpId="0" nodeType="afterEffect">
                                  <p:stCondLst>
                                    <p:cond delay="0"/>
                                  </p:stCondLst>
                                  <p:childTnLst>
                                    <p:set>
                                      <p:cBhvr>
                                        <p:cTn id="34" dur="1" fill="hold">
                                          <p:stCondLst>
                                            <p:cond delay="0"/>
                                          </p:stCondLst>
                                        </p:cTn>
                                        <p:tgtEl>
                                          <p:spTgt spid="36"/>
                                        </p:tgtEl>
                                        <p:attrNameLst>
                                          <p:attrName>style.visibility</p:attrName>
                                        </p:attrNameLst>
                                      </p:cBhvr>
                                      <p:to>
                                        <p:strVal val="visible"/>
                                      </p:to>
                                    </p:set>
                                    <p:anim calcmode="lin" valueType="num">
                                      <p:cBhvr>
                                        <p:cTn id="35" dur="500" fill="hold"/>
                                        <p:tgtEl>
                                          <p:spTgt spid="36"/>
                                        </p:tgtEl>
                                        <p:attrNameLst>
                                          <p:attrName>ppt_w</p:attrName>
                                        </p:attrNameLst>
                                      </p:cBhvr>
                                      <p:tavLst>
                                        <p:tav tm="0">
                                          <p:val>
                                            <p:fltVal val="0"/>
                                          </p:val>
                                        </p:tav>
                                        <p:tav tm="100000">
                                          <p:val>
                                            <p:strVal val="#ppt_w"/>
                                          </p:val>
                                        </p:tav>
                                      </p:tavLst>
                                    </p:anim>
                                    <p:anim calcmode="lin" valueType="num">
                                      <p:cBhvr>
                                        <p:cTn id="36" dur="500" fill="hold"/>
                                        <p:tgtEl>
                                          <p:spTgt spid="36"/>
                                        </p:tgtEl>
                                        <p:attrNameLst>
                                          <p:attrName>ppt_h</p:attrName>
                                        </p:attrNameLst>
                                      </p:cBhvr>
                                      <p:tavLst>
                                        <p:tav tm="0">
                                          <p:val>
                                            <p:fltVal val="0"/>
                                          </p:val>
                                        </p:tav>
                                        <p:tav tm="100000">
                                          <p:val>
                                            <p:strVal val="#ppt_h"/>
                                          </p:val>
                                        </p:tav>
                                      </p:tavLst>
                                    </p:anim>
                                    <p:animEffect transition="in" filter="fade">
                                      <p:cBhvr>
                                        <p:cTn id="37" dur="500"/>
                                        <p:tgtEl>
                                          <p:spTgt spid="36"/>
                                        </p:tgtEl>
                                      </p:cBhvr>
                                    </p:animEffect>
                                  </p:childTnLst>
                                </p:cTn>
                              </p:par>
                            </p:childTnLst>
                          </p:cTn>
                        </p:par>
                        <p:par>
                          <p:cTn id="38" fill="hold">
                            <p:stCondLst>
                              <p:cond delay="3500"/>
                            </p:stCondLst>
                            <p:childTnLst>
                              <p:par>
                                <p:cTn id="39" presetID="53" presetClass="entr" presetSubtype="0" fill="hold" grpId="0" nodeType="afterEffect">
                                  <p:stCondLst>
                                    <p:cond delay="0"/>
                                  </p:stCondLst>
                                  <p:childTnLst>
                                    <p:set>
                                      <p:cBhvr>
                                        <p:cTn id="40" dur="1" fill="hold">
                                          <p:stCondLst>
                                            <p:cond delay="0"/>
                                          </p:stCondLst>
                                        </p:cTn>
                                        <p:tgtEl>
                                          <p:spTgt spid="40"/>
                                        </p:tgtEl>
                                        <p:attrNameLst>
                                          <p:attrName>style.visibility</p:attrName>
                                        </p:attrNameLst>
                                      </p:cBhvr>
                                      <p:to>
                                        <p:strVal val="visible"/>
                                      </p:to>
                                    </p:set>
                                    <p:anim calcmode="lin" valueType="num">
                                      <p:cBhvr>
                                        <p:cTn id="41" dur="500" fill="hold"/>
                                        <p:tgtEl>
                                          <p:spTgt spid="40"/>
                                        </p:tgtEl>
                                        <p:attrNameLst>
                                          <p:attrName>ppt_w</p:attrName>
                                        </p:attrNameLst>
                                      </p:cBhvr>
                                      <p:tavLst>
                                        <p:tav tm="0">
                                          <p:val>
                                            <p:fltVal val="0"/>
                                          </p:val>
                                        </p:tav>
                                        <p:tav tm="100000">
                                          <p:val>
                                            <p:strVal val="#ppt_w"/>
                                          </p:val>
                                        </p:tav>
                                      </p:tavLst>
                                    </p:anim>
                                    <p:anim calcmode="lin" valueType="num">
                                      <p:cBhvr>
                                        <p:cTn id="42" dur="500" fill="hold"/>
                                        <p:tgtEl>
                                          <p:spTgt spid="40"/>
                                        </p:tgtEl>
                                        <p:attrNameLst>
                                          <p:attrName>ppt_h</p:attrName>
                                        </p:attrNameLst>
                                      </p:cBhvr>
                                      <p:tavLst>
                                        <p:tav tm="0">
                                          <p:val>
                                            <p:fltVal val="0"/>
                                          </p:val>
                                        </p:tav>
                                        <p:tav tm="100000">
                                          <p:val>
                                            <p:strVal val="#ppt_h"/>
                                          </p:val>
                                        </p:tav>
                                      </p:tavLst>
                                    </p:anim>
                                    <p:animEffect transition="in" filter="fade">
                                      <p:cBhvr>
                                        <p:cTn id="43" dur="500"/>
                                        <p:tgtEl>
                                          <p:spTgt spid="40"/>
                                        </p:tgtEl>
                                      </p:cBhvr>
                                    </p:animEffect>
                                  </p:childTnLst>
                                </p:cTn>
                              </p:par>
                            </p:childTnLst>
                          </p:cTn>
                        </p:par>
                        <p:par>
                          <p:cTn id="44" fill="hold">
                            <p:stCondLst>
                              <p:cond delay="4000"/>
                            </p:stCondLst>
                            <p:childTnLst>
                              <p:par>
                                <p:cTn id="45" presetID="53" presetClass="entr" presetSubtype="0" fill="hold" grpId="0" nodeType="afterEffect">
                                  <p:stCondLst>
                                    <p:cond delay="0"/>
                                  </p:stCondLst>
                                  <p:childTnLst>
                                    <p:set>
                                      <p:cBhvr>
                                        <p:cTn id="46" dur="1" fill="hold">
                                          <p:stCondLst>
                                            <p:cond delay="0"/>
                                          </p:stCondLst>
                                        </p:cTn>
                                        <p:tgtEl>
                                          <p:spTgt spid="37"/>
                                        </p:tgtEl>
                                        <p:attrNameLst>
                                          <p:attrName>style.visibility</p:attrName>
                                        </p:attrNameLst>
                                      </p:cBhvr>
                                      <p:to>
                                        <p:strVal val="visible"/>
                                      </p:to>
                                    </p:set>
                                    <p:anim calcmode="lin" valueType="num">
                                      <p:cBhvr>
                                        <p:cTn id="47" dur="500" fill="hold"/>
                                        <p:tgtEl>
                                          <p:spTgt spid="37"/>
                                        </p:tgtEl>
                                        <p:attrNameLst>
                                          <p:attrName>ppt_w</p:attrName>
                                        </p:attrNameLst>
                                      </p:cBhvr>
                                      <p:tavLst>
                                        <p:tav tm="0">
                                          <p:val>
                                            <p:fltVal val="0"/>
                                          </p:val>
                                        </p:tav>
                                        <p:tav tm="100000">
                                          <p:val>
                                            <p:strVal val="#ppt_w"/>
                                          </p:val>
                                        </p:tav>
                                      </p:tavLst>
                                    </p:anim>
                                    <p:anim calcmode="lin" valueType="num">
                                      <p:cBhvr>
                                        <p:cTn id="48" dur="500" fill="hold"/>
                                        <p:tgtEl>
                                          <p:spTgt spid="37"/>
                                        </p:tgtEl>
                                        <p:attrNameLst>
                                          <p:attrName>ppt_h</p:attrName>
                                        </p:attrNameLst>
                                      </p:cBhvr>
                                      <p:tavLst>
                                        <p:tav tm="0">
                                          <p:val>
                                            <p:fltVal val="0"/>
                                          </p:val>
                                        </p:tav>
                                        <p:tav tm="100000">
                                          <p:val>
                                            <p:strVal val="#ppt_h"/>
                                          </p:val>
                                        </p:tav>
                                      </p:tavLst>
                                    </p:anim>
                                    <p:animEffect transition="in" filter="fade">
                                      <p:cBhvr>
                                        <p:cTn id="49" dur="500"/>
                                        <p:tgtEl>
                                          <p:spTgt spid="37"/>
                                        </p:tgtEl>
                                      </p:cBhvr>
                                    </p:animEffect>
                                  </p:childTnLst>
                                </p:cTn>
                              </p:par>
                            </p:childTnLst>
                          </p:cTn>
                        </p:par>
                        <p:par>
                          <p:cTn id="50" fill="hold">
                            <p:stCondLst>
                              <p:cond delay="4500"/>
                            </p:stCondLst>
                            <p:childTnLst>
                              <p:par>
                                <p:cTn id="51" presetID="53" presetClass="entr" presetSubtype="0" fill="hold" grpId="0" nodeType="afterEffect">
                                  <p:stCondLst>
                                    <p:cond delay="0"/>
                                  </p:stCondLst>
                                  <p:childTnLst>
                                    <p:set>
                                      <p:cBhvr>
                                        <p:cTn id="52" dur="1" fill="hold">
                                          <p:stCondLst>
                                            <p:cond delay="0"/>
                                          </p:stCondLst>
                                        </p:cTn>
                                        <p:tgtEl>
                                          <p:spTgt spid="38"/>
                                        </p:tgtEl>
                                        <p:attrNameLst>
                                          <p:attrName>style.visibility</p:attrName>
                                        </p:attrNameLst>
                                      </p:cBhvr>
                                      <p:to>
                                        <p:strVal val="visible"/>
                                      </p:to>
                                    </p:set>
                                    <p:anim calcmode="lin" valueType="num">
                                      <p:cBhvr>
                                        <p:cTn id="53" dur="500" fill="hold"/>
                                        <p:tgtEl>
                                          <p:spTgt spid="38"/>
                                        </p:tgtEl>
                                        <p:attrNameLst>
                                          <p:attrName>ppt_w</p:attrName>
                                        </p:attrNameLst>
                                      </p:cBhvr>
                                      <p:tavLst>
                                        <p:tav tm="0">
                                          <p:val>
                                            <p:fltVal val="0"/>
                                          </p:val>
                                        </p:tav>
                                        <p:tav tm="100000">
                                          <p:val>
                                            <p:strVal val="#ppt_w"/>
                                          </p:val>
                                        </p:tav>
                                      </p:tavLst>
                                    </p:anim>
                                    <p:anim calcmode="lin" valueType="num">
                                      <p:cBhvr>
                                        <p:cTn id="54" dur="500" fill="hold"/>
                                        <p:tgtEl>
                                          <p:spTgt spid="38"/>
                                        </p:tgtEl>
                                        <p:attrNameLst>
                                          <p:attrName>ppt_h</p:attrName>
                                        </p:attrNameLst>
                                      </p:cBhvr>
                                      <p:tavLst>
                                        <p:tav tm="0">
                                          <p:val>
                                            <p:fltVal val="0"/>
                                          </p:val>
                                        </p:tav>
                                        <p:tav tm="100000">
                                          <p:val>
                                            <p:strVal val="#ppt_h"/>
                                          </p:val>
                                        </p:tav>
                                      </p:tavLst>
                                    </p:anim>
                                    <p:animEffect transition="in" filter="fade">
                                      <p:cBhvr>
                                        <p:cTn id="55"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36" grpId="0" animBg="1"/>
      <p:bldP spid="37" grpId="0" animBg="1"/>
      <p:bldP spid="38" grpId="0" animBg="1"/>
      <p:bldP spid="39" grpId="0" animBg="1"/>
      <p:bldP spid="40" grpId="0" animBg="1"/>
      <p:bldP spid="41" grpId="0" animBg="1"/>
      <p:bldP spid="35" grpId="0"/>
    </p:bld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38"/>
          <p:cNvGrpSpPr/>
          <p:nvPr/>
        </p:nvGrpSpPr>
        <p:grpSpPr>
          <a:xfrm>
            <a:off x="858813" y="1985339"/>
            <a:ext cx="5166071" cy="1088295"/>
            <a:chOff x="644107" y="1330751"/>
            <a:chExt cx="3874553" cy="816221"/>
          </a:xfrm>
        </p:grpSpPr>
        <p:sp>
          <p:nvSpPr>
            <p:cNvPr id="38" name="Rounded Rectangle 37"/>
            <p:cNvSpPr/>
            <p:nvPr/>
          </p:nvSpPr>
          <p:spPr>
            <a:xfrm>
              <a:off x="644107" y="1384863"/>
              <a:ext cx="3725972" cy="762109"/>
            </a:xfrm>
            <a:prstGeom prst="round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3" name="Rounded Rectangle 32"/>
            <p:cNvSpPr/>
            <p:nvPr/>
          </p:nvSpPr>
          <p:spPr>
            <a:xfrm>
              <a:off x="644107" y="1330751"/>
              <a:ext cx="3725972" cy="76210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7" name="Isosceles Triangle 36"/>
            <p:cNvSpPr/>
            <p:nvPr/>
          </p:nvSpPr>
          <p:spPr>
            <a:xfrm rot="5400000">
              <a:off x="4322531" y="1607670"/>
              <a:ext cx="183987" cy="20827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2" name="Title 1"/>
          <p:cNvSpPr>
            <a:spLocks noGrp="1"/>
          </p:cNvSpPr>
          <p:nvPr>
            <p:ph type="title"/>
          </p:nvPr>
        </p:nvSpPr>
        <p:spPr>
          <a:xfrm>
            <a:off x="1270000" y="685684"/>
            <a:ext cx="9652000" cy="842091"/>
          </a:xfrm>
        </p:spPr>
        <p:txBody>
          <a:bodyPr/>
          <a:lstStyle/>
          <a:p>
            <a:pPr rtl="1"/>
            <a:r>
              <a:rPr lang="ar-SA" u="sng" dirty="0">
                <a:solidFill>
                  <a:schemeClr val="tx1"/>
                </a:solidFill>
              </a:rPr>
              <a:t>‌ب.	ويكي </a:t>
            </a:r>
            <a:r>
              <a:rPr lang="en-US" u="sng" dirty="0" smtClean="0">
                <a:solidFill>
                  <a:schemeClr val="tx1"/>
                </a:solidFill>
              </a:rPr>
              <a:t> WIKI </a:t>
            </a:r>
            <a:r>
              <a:rPr lang="ar-SA" u="sng" dirty="0" smtClean="0">
                <a:solidFill>
                  <a:schemeClr val="tx1"/>
                </a:solidFill>
              </a:rPr>
              <a:t>في </a:t>
            </a:r>
            <a:r>
              <a:rPr lang="ar-SA" u="sng" dirty="0">
                <a:solidFill>
                  <a:schemeClr val="tx1"/>
                </a:solidFill>
              </a:rPr>
              <a:t>التعليم</a:t>
            </a:r>
            <a:endParaRPr lang="en-US" u="sng" dirty="0">
              <a:solidFill>
                <a:schemeClr val="tx1"/>
              </a:solidFill>
            </a:endParaRPr>
          </a:p>
        </p:txBody>
      </p:sp>
      <p:sp>
        <p:nvSpPr>
          <p:cNvPr id="7" name="TextBox 6"/>
          <p:cNvSpPr txBox="1"/>
          <p:nvPr/>
        </p:nvSpPr>
        <p:spPr>
          <a:xfrm>
            <a:off x="1501967" y="2179992"/>
            <a:ext cx="4182445" cy="738664"/>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400" b="1" dirty="0" smtClean="0">
                <a:solidFill>
                  <a:srgbClr val="FFFFFF"/>
                </a:solidFill>
                <a:latin typeface="Roboto Condensed"/>
                <a:cs typeface="Simplified Arabic" panose="02020603050405020304" pitchFamily="18" charset="-78"/>
              </a:rPr>
              <a:t>معظم </a:t>
            </a:r>
            <a:r>
              <a:rPr lang="ar-SA" sz="2400" b="1" dirty="0">
                <a:solidFill>
                  <a:srgbClr val="FFFFFF"/>
                </a:solidFill>
                <a:latin typeface="Roboto Condensed"/>
                <a:cs typeface="Simplified Arabic" panose="02020603050405020304" pitchFamily="18" charset="-78"/>
              </a:rPr>
              <a:t>المنصات التي تستضيف مواقع الويكي مجانية.</a:t>
            </a:r>
            <a:endParaRPr lang="en-US" sz="2400" b="1" dirty="0">
              <a:solidFill>
                <a:srgbClr val="FFFFFF"/>
              </a:solidFill>
              <a:latin typeface="Roboto Condensed"/>
              <a:cs typeface="Simplified Arabic" panose="02020603050405020304" pitchFamily="18" charset="-78"/>
            </a:endParaRPr>
          </a:p>
        </p:txBody>
      </p:sp>
      <p:cxnSp>
        <p:nvCxnSpPr>
          <p:cNvPr id="68" name="Straight Connector 67"/>
          <p:cNvCxnSpPr/>
          <p:nvPr/>
        </p:nvCxnSpPr>
        <p:spPr>
          <a:xfrm flipV="1">
            <a:off x="6096000" y="2097289"/>
            <a:ext cx="0" cy="3661543"/>
          </a:xfrm>
          <a:prstGeom prst="line">
            <a:avLst/>
          </a:prstGeom>
          <a:ln w="19050">
            <a:solidFill>
              <a:schemeClr val="bg1">
                <a:lumMod val="7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grpSp>
        <p:nvGrpSpPr>
          <p:cNvPr id="10" name="Group 55"/>
          <p:cNvGrpSpPr/>
          <p:nvPr/>
        </p:nvGrpSpPr>
        <p:grpSpPr>
          <a:xfrm>
            <a:off x="936366" y="4202884"/>
            <a:ext cx="5166071" cy="1088295"/>
            <a:chOff x="644107" y="1330751"/>
            <a:chExt cx="3874553" cy="816221"/>
          </a:xfrm>
        </p:grpSpPr>
        <p:sp>
          <p:nvSpPr>
            <p:cNvPr id="60" name="Rounded Rectangle 59"/>
            <p:cNvSpPr/>
            <p:nvPr/>
          </p:nvSpPr>
          <p:spPr>
            <a:xfrm>
              <a:off x="644107" y="1384863"/>
              <a:ext cx="3725972" cy="762109"/>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4" name="Rounded Rectangle 63"/>
            <p:cNvSpPr/>
            <p:nvPr/>
          </p:nvSpPr>
          <p:spPr>
            <a:xfrm>
              <a:off x="644107" y="1330751"/>
              <a:ext cx="3725972" cy="76210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Isosceles Triangle 68"/>
            <p:cNvSpPr/>
            <p:nvPr/>
          </p:nvSpPr>
          <p:spPr>
            <a:xfrm rot="5400000">
              <a:off x="4322531" y="1607670"/>
              <a:ext cx="183987" cy="20827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71" name="TextBox 70"/>
          <p:cNvSpPr txBox="1"/>
          <p:nvPr/>
        </p:nvSpPr>
        <p:spPr>
          <a:xfrm>
            <a:off x="1285833" y="4384936"/>
            <a:ext cx="4763385" cy="738664"/>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400" b="1" dirty="0" smtClean="0">
                <a:solidFill>
                  <a:srgbClr val="FFFFFF"/>
                </a:solidFill>
                <a:latin typeface="Roboto Condensed"/>
                <a:cs typeface="Simplified Arabic" panose="02020603050405020304" pitchFamily="18" charset="-78"/>
              </a:rPr>
              <a:t>صفحات </a:t>
            </a:r>
            <a:r>
              <a:rPr lang="ar-SA" sz="2400" b="1" dirty="0">
                <a:solidFill>
                  <a:srgbClr val="FFFFFF"/>
                </a:solidFill>
                <a:latin typeface="Roboto Condensed"/>
                <a:cs typeface="Simplified Arabic" panose="02020603050405020304" pitchFamily="18" charset="-78"/>
              </a:rPr>
              <a:t>الويكي ذات واجهات محببة بالنسبة للطلاب</a:t>
            </a:r>
            <a:endParaRPr lang="en-US" sz="2400" b="1" dirty="0">
              <a:solidFill>
                <a:srgbClr val="FFFFFF"/>
              </a:solidFill>
              <a:latin typeface="Roboto Condensed"/>
              <a:cs typeface="Simplified Arabic" panose="02020603050405020304" pitchFamily="18" charset="-78"/>
            </a:endParaRPr>
          </a:p>
        </p:txBody>
      </p:sp>
      <p:grpSp>
        <p:nvGrpSpPr>
          <p:cNvPr id="14" name="Group 81"/>
          <p:cNvGrpSpPr/>
          <p:nvPr/>
        </p:nvGrpSpPr>
        <p:grpSpPr>
          <a:xfrm flipH="1">
            <a:off x="6166275" y="3279718"/>
            <a:ext cx="5166071" cy="1088295"/>
            <a:chOff x="644107" y="1330751"/>
            <a:chExt cx="3874553" cy="816221"/>
          </a:xfrm>
        </p:grpSpPr>
        <p:sp>
          <p:nvSpPr>
            <p:cNvPr id="83" name="Rounded Rectangle 82"/>
            <p:cNvSpPr/>
            <p:nvPr/>
          </p:nvSpPr>
          <p:spPr>
            <a:xfrm>
              <a:off x="644107" y="1384863"/>
              <a:ext cx="3725972" cy="762109"/>
            </a:xfrm>
            <a:prstGeom prst="roundRect">
              <a:avLst>
                <a:gd name="adj" fmla="val 5000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4" name="Rounded Rectangle 83"/>
            <p:cNvSpPr/>
            <p:nvPr/>
          </p:nvSpPr>
          <p:spPr>
            <a:xfrm>
              <a:off x="644107" y="1330751"/>
              <a:ext cx="3725972" cy="762109"/>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5" name="Isosceles Triangle 84"/>
            <p:cNvSpPr/>
            <p:nvPr/>
          </p:nvSpPr>
          <p:spPr>
            <a:xfrm rot="5400000">
              <a:off x="4322531" y="1607670"/>
              <a:ext cx="183987" cy="20827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87" name="TextBox 86"/>
          <p:cNvSpPr txBox="1"/>
          <p:nvPr/>
        </p:nvSpPr>
        <p:spPr>
          <a:xfrm flipH="1">
            <a:off x="6504056" y="3451378"/>
            <a:ext cx="4234999" cy="738664"/>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400" b="1" dirty="0" smtClean="0">
                <a:solidFill>
                  <a:srgbClr val="FFFFFF"/>
                </a:solidFill>
                <a:latin typeface="Roboto Condensed"/>
                <a:cs typeface="Simplified Arabic" panose="02020603050405020304" pitchFamily="18" charset="-78"/>
              </a:rPr>
              <a:t>صفحات </a:t>
            </a:r>
            <a:r>
              <a:rPr lang="ar-SA" sz="2400" b="1" dirty="0">
                <a:solidFill>
                  <a:srgbClr val="FFFFFF"/>
                </a:solidFill>
                <a:latin typeface="Roboto Condensed"/>
                <a:cs typeface="Simplified Arabic" panose="02020603050405020304" pitchFamily="18" charset="-78"/>
              </a:rPr>
              <a:t>الويكي سهلة الإنشاء، ولا تتطلب أية مساعدات تقنية لتشغيلها أو صيانتها</a:t>
            </a:r>
            <a:endParaRPr lang="en-US" sz="2400" b="1" dirty="0">
              <a:solidFill>
                <a:srgbClr val="FFFFFF"/>
              </a:solidFill>
              <a:latin typeface="Roboto Condensed"/>
              <a:cs typeface="Simplified Arabic" panose="02020603050405020304" pitchFamily="18" charset="-78"/>
            </a:endParaRPr>
          </a:p>
        </p:txBody>
      </p:sp>
      <p:grpSp>
        <p:nvGrpSpPr>
          <p:cNvPr id="19" name="Group 66"/>
          <p:cNvGrpSpPr/>
          <p:nvPr/>
        </p:nvGrpSpPr>
        <p:grpSpPr>
          <a:xfrm>
            <a:off x="738257" y="4335982"/>
            <a:ext cx="772052" cy="749947"/>
            <a:chOff x="735191" y="3583563"/>
            <a:chExt cx="579038" cy="562460"/>
          </a:xfrm>
        </p:grpSpPr>
        <p:sp>
          <p:nvSpPr>
            <p:cNvPr id="73" name="Oval 72"/>
            <p:cNvSpPr>
              <a:spLocks noChangeAspect="1"/>
            </p:cNvSpPr>
            <p:nvPr/>
          </p:nvSpPr>
          <p:spPr>
            <a:xfrm>
              <a:off x="735191" y="3583563"/>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9BB955"/>
                </a:solidFill>
                <a:latin typeface="FontAwesome" pitchFamily="2" charset="0"/>
              </a:endParaRPr>
            </a:p>
          </p:txBody>
        </p:sp>
        <p:sp>
          <p:nvSpPr>
            <p:cNvPr id="66" name="Freeform 103"/>
            <p:cNvSpPr>
              <a:spLocks noEditPoints="1"/>
            </p:cNvSpPr>
            <p:nvPr/>
          </p:nvSpPr>
          <p:spPr bwMode="auto">
            <a:xfrm>
              <a:off x="899027" y="3685335"/>
              <a:ext cx="250504" cy="368872"/>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0" name="Group 73"/>
          <p:cNvGrpSpPr/>
          <p:nvPr/>
        </p:nvGrpSpPr>
        <p:grpSpPr>
          <a:xfrm>
            <a:off x="10799141" y="3451378"/>
            <a:ext cx="772052" cy="749947"/>
            <a:chOff x="7840715" y="2518747"/>
            <a:chExt cx="579038" cy="562460"/>
          </a:xfrm>
        </p:grpSpPr>
        <p:sp>
          <p:nvSpPr>
            <p:cNvPr id="89" name="Oval 88"/>
            <p:cNvSpPr>
              <a:spLocks noChangeAspect="1"/>
            </p:cNvSpPr>
            <p:nvPr/>
          </p:nvSpPr>
          <p:spPr>
            <a:xfrm flipH="1">
              <a:off x="7840715" y="251874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BE382C"/>
                </a:solidFill>
                <a:latin typeface="FontAwesome" pitchFamily="2" charset="0"/>
              </a:endParaRPr>
            </a:p>
          </p:txBody>
        </p:sp>
        <p:sp>
          <p:nvSpPr>
            <p:cNvPr id="70" name="Freeform 5"/>
            <p:cNvSpPr>
              <a:spLocks noEditPoints="1"/>
            </p:cNvSpPr>
            <p:nvPr/>
          </p:nvSpPr>
          <p:spPr bwMode="auto">
            <a:xfrm>
              <a:off x="7990534" y="2660277"/>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1" name="Group 81"/>
          <p:cNvGrpSpPr/>
          <p:nvPr/>
        </p:nvGrpSpPr>
        <p:grpSpPr>
          <a:xfrm>
            <a:off x="691141" y="2118437"/>
            <a:ext cx="772052" cy="749947"/>
            <a:chOff x="735191" y="1461827"/>
            <a:chExt cx="579038" cy="562460"/>
          </a:xfrm>
        </p:grpSpPr>
        <p:sp>
          <p:nvSpPr>
            <p:cNvPr id="25" name="Oval 24"/>
            <p:cNvSpPr>
              <a:spLocks noChangeAspect="1"/>
            </p:cNvSpPr>
            <p:nvPr/>
          </p:nvSpPr>
          <p:spPr>
            <a:xfrm>
              <a:off x="735191" y="146182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237DB9"/>
                </a:solidFill>
                <a:latin typeface="FontAwesome" pitchFamily="2" charset="0"/>
              </a:endParaRPr>
            </a:p>
          </p:txBody>
        </p:sp>
        <p:sp>
          <p:nvSpPr>
            <p:cNvPr id="78" name="Freeform 245"/>
            <p:cNvSpPr>
              <a:spLocks/>
            </p:cNvSpPr>
            <p:nvPr/>
          </p:nvSpPr>
          <p:spPr bwMode="auto">
            <a:xfrm>
              <a:off x="908029" y="1626376"/>
              <a:ext cx="233363" cy="233363"/>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29057732"/>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3" fill="hold"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strips(upRight)">
                                      <p:cBhvr>
                                        <p:cTn id="7" dur="500"/>
                                        <p:tgtEl>
                                          <p:spTgt spid="68"/>
                                        </p:tgtEl>
                                      </p:cBhvr>
                                    </p:animEffect>
                                  </p:childTnLst>
                                </p:cTn>
                              </p:par>
                            </p:childTnLst>
                          </p:cTn>
                        </p:par>
                        <p:par>
                          <p:cTn id="8" fill="hold">
                            <p:stCondLst>
                              <p:cond delay="500"/>
                            </p:stCondLst>
                            <p:childTnLst>
                              <p:par>
                                <p:cTn id="9" presetID="2" presetClass="entr" presetSubtype="8" accel="50000" decel="5000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53" presetClass="entr" presetSubtype="0" fill="hold" nodeType="after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fltVal val="0"/>
                                          </p:val>
                                        </p:tav>
                                        <p:tav tm="100000">
                                          <p:val>
                                            <p:strVal val="#ppt_h"/>
                                          </p:val>
                                        </p:tav>
                                      </p:tavLst>
                                    </p:anim>
                                    <p:animEffect transition="in" filter="fade">
                                      <p:cBhvr>
                                        <p:cTn id="18" dur="500"/>
                                        <p:tgtEl>
                                          <p:spTgt spid="21"/>
                                        </p:tgtEl>
                                      </p:cBhvr>
                                    </p:animEffect>
                                  </p:childTnLst>
                                </p:cTn>
                              </p:par>
                            </p:childTnLst>
                          </p:cTn>
                        </p:par>
                        <p:par>
                          <p:cTn id="19" fill="hold">
                            <p:stCondLst>
                              <p:cond delay="1500"/>
                            </p:stCondLst>
                            <p:childTnLst>
                              <p:par>
                                <p:cTn id="20" presetID="2" presetClass="entr" presetSubtype="8" accel="50000" decel="50000" fill="hold" nodeType="after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 fill="hold"/>
                                        <p:tgtEl>
                                          <p:spTgt spid="10"/>
                                        </p:tgtEl>
                                        <p:attrNameLst>
                                          <p:attrName>ppt_x</p:attrName>
                                        </p:attrNameLst>
                                      </p:cBhvr>
                                      <p:tavLst>
                                        <p:tav tm="0">
                                          <p:val>
                                            <p:strVal val="0-#ppt_w/2"/>
                                          </p:val>
                                        </p:tav>
                                        <p:tav tm="100000">
                                          <p:val>
                                            <p:strVal val="#ppt_x"/>
                                          </p:val>
                                        </p:tav>
                                      </p:tavLst>
                                    </p:anim>
                                    <p:anim calcmode="lin" valueType="num">
                                      <p:cBhvr additive="base">
                                        <p:cTn id="23" dur="500" fill="hold"/>
                                        <p:tgtEl>
                                          <p:spTgt spid="10"/>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53" presetClass="entr" presetSubtype="0"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childTnLst>
                          </p:cTn>
                        </p:par>
                        <p:par>
                          <p:cTn id="30" fill="hold">
                            <p:stCondLst>
                              <p:cond delay="2500"/>
                            </p:stCondLst>
                            <p:childTnLst>
                              <p:par>
                                <p:cTn id="31" presetID="2" presetClass="entr" presetSubtype="2" accel="50000" decel="50000" fill="hold" nodeType="afterEffect">
                                  <p:stCondLst>
                                    <p:cond delay="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500" fill="hold"/>
                                        <p:tgtEl>
                                          <p:spTgt spid="14"/>
                                        </p:tgtEl>
                                        <p:attrNameLst>
                                          <p:attrName>ppt_x</p:attrName>
                                        </p:attrNameLst>
                                      </p:cBhvr>
                                      <p:tavLst>
                                        <p:tav tm="0">
                                          <p:val>
                                            <p:strVal val="1+#ppt_w/2"/>
                                          </p:val>
                                        </p:tav>
                                        <p:tav tm="100000">
                                          <p:val>
                                            <p:strVal val="#ppt_x"/>
                                          </p:val>
                                        </p:tav>
                                      </p:tavLst>
                                    </p:anim>
                                    <p:anim calcmode="lin" valueType="num">
                                      <p:cBhvr additive="base">
                                        <p:cTn id="34" dur="500" fill="hold"/>
                                        <p:tgtEl>
                                          <p:spTgt spid="14"/>
                                        </p:tgtEl>
                                        <p:attrNameLst>
                                          <p:attrName>ppt_y</p:attrName>
                                        </p:attrNameLst>
                                      </p:cBhvr>
                                      <p:tavLst>
                                        <p:tav tm="0">
                                          <p:val>
                                            <p:strVal val="#ppt_y"/>
                                          </p:val>
                                        </p:tav>
                                        <p:tav tm="100000">
                                          <p:val>
                                            <p:strVal val="#ppt_y"/>
                                          </p:val>
                                        </p:tav>
                                      </p:tavLst>
                                    </p:anim>
                                  </p:childTnLst>
                                </p:cTn>
                              </p:par>
                            </p:childTnLst>
                          </p:cTn>
                        </p:par>
                        <p:par>
                          <p:cTn id="35" fill="hold">
                            <p:stCondLst>
                              <p:cond delay="3000"/>
                            </p:stCondLst>
                            <p:childTnLst>
                              <p:par>
                                <p:cTn id="36" presetID="53" presetClass="entr" presetSubtype="0" fill="hold" nodeType="afterEffect">
                                  <p:stCondLst>
                                    <p:cond delay="0"/>
                                  </p:stCondLst>
                                  <p:childTnLst>
                                    <p:set>
                                      <p:cBhvr>
                                        <p:cTn id="37" dur="1" fill="hold">
                                          <p:stCondLst>
                                            <p:cond delay="0"/>
                                          </p:stCondLst>
                                        </p:cTn>
                                        <p:tgtEl>
                                          <p:spTgt spid="20"/>
                                        </p:tgtEl>
                                        <p:attrNameLst>
                                          <p:attrName>style.visibility</p:attrName>
                                        </p:attrNameLst>
                                      </p:cBhvr>
                                      <p:to>
                                        <p:strVal val="visible"/>
                                      </p:to>
                                    </p:set>
                                    <p:anim calcmode="lin" valueType="num">
                                      <p:cBhvr>
                                        <p:cTn id="38" dur="500" fill="hold"/>
                                        <p:tgtEl>
                                          <p:spTgt spid="20"/>
                                        </p:tgtEl>
                                        <p:attrNameLst>
                                          <p:attrName>ppt_w</p:attrName>
                                        </p:attrNameLst>
                                      </p:cBhvr>
                                      <p:tavLst>
                                        <p:tav tm="0">
                                          <p:val>
                                            <p:fltVal val="0"/>
                                          </p:val>
                                        </p:tav>
                                        <p:tav tm="100000">
                                          <p:val>
                                            <p:strVal val="#ppt_w"/>
                                          </p:val>
                                        </p:tav>
                                      </p:tavLst>
                                    </p:anim>
                                    <p:anim calcmode="lin" valueType="num">
                                      <p:cBhvr>
                                        <p:cTn id="39" dur="500" fill="hold"/>
                                        <p:tgtEl>
                                          <p:spTgt spid="20"/>
                                        </p:tgtEl>
                                        <p:attrNameLst>
                                          <p:attrName>ppt_h</p:attrName>
                                        </p:attrNameLst>
                                      </p:cBhvr>
                                      <p:tavLst>
                                        <p:tav tm="0">
                                          <p:val>
                                            <p:fltVal val="0"/>
                                          </p:val>
                                        </p:tav>
                                        <p:tav tm="100000">
                                          <p:val>
                                            <p:strVal val="#ppt_h"/>
                                          </p:val>
                                        </p:tav>
                                      </p:tavLst>
                                    </p:anim>
                                    <p:animEffect transition="in" filter="fade">
                                      <p:cBhvr>
                                        <p:cTn id="4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270000" y="685684"/>
            <a:ext cx="9652000" cy="842091"/>
          </a:xfrm>
        </p:spPr>
        <p:txBody>
          <a:bodyPr/>
          <a:lstStyle/>
          <a:p>
            <a:pPr rtl="1"/>
            <a:r>
              <a:rPr lang="ar-SA" u="sng" dirty="0">
                <a:solidFill>
                  <a:schemeClr val="tx1"/>
                </a:solidFill>
              </a:rPr>
              <a:t>‌ب.	ويكي  </a:t>
            </a:r>
            <a:r>
              <a:rPr lang="en-US" u="sng" dirty="0" smtClean="0">
                <a:solidFill>
                  <a:schemeClr val="tx1"/>
                </a:solidFill>
              </a:rPr>
              <a:t> WIKI </a:t>
            </a:r>
            <a:r>
              <a:rPr lang="ar-SA" u="sng" dirty="0">
                <a:solidFill>
                  <a:schemeClr val="tx1"/>
                </a:solidFill>
              </a:rPr>
              <a:t>في التعليم</a:t>
            </a:r>
            <a:endParaRPr lang="en-US" u="sng" dirty="0">
              <a:solidFill>
                <a:schemeClr val="tx1"/>
              </a:solidFill>
            </a:endParaRPr>
          </a:p>
        </p:txBody>
      </p:sp>
      <p:cxnSp>
        <p:nvCxnSpPr>
          <p:cNvPr id="68" name="Straight Connector 67"/>
          <p:cNvCxnSpPr/>
          <p:nvPr/>
        </p:nvCxnSpPr>
        <p:spPr>
          <a:xfrm flipV="1">
            <a:off x="6096000" y="2097289"/>
            <a:ext cx="0" cy="3661543"/>
          </a:xfrm>
          <a:prstGeom prst="line">
            <a:avLst/>
          </a:prstGeom>
          <a:ln w="19050">
            <a:solidFill>
              <a:schemeClr val="bg1">
                <a:lumMod val="7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grpSp>
        <p:nvGrpSpPr>
          <p:cNvPr id="90" name="Group 89"/>
          <p:cNvGrpSpPr/>
          <p:nvPr/>
        </p:nvGrpSpPr>
        <p:grpSpPr>
          <a:xfrm flipH="1">
            <a:off x="6166275" y="4814321"/>
            <a:ext cx="5166071" cy="1088295"/>
            <a:chOff x="644107" y="1330751"/>
            <a:chExt cx="3874553" cy="816221"/>
          </a:xfrm>
        </p:grpSpPr>
        <p:sp>
          <p:nvSpPr>
            <p:cNvPr id="98" name="Rounded Rectangle 97"/>
            <p:cNvSpPr/>
            <p:nvPr/>
          </p:nvSpPr>
          <p:spPr>
            <a:xfrm>
              <a:off x="644107" y="1384863"/>
              <a:ext cx="3725972" cy="762109"/>
            </a:xfrm>
            <a:prstGeom prst="roundRect">
              <a:avLst>
                <a:gd name="adj" fmla="val 50000"/>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99" name="Rounded Rectangle 98"/>
            <p:cNvSpPr/>
            <p:nvPr/>
          </p:nvSpPr>
          <p:spPr>
            <a:xfrm>
              <a:off x="644107" y="1330751"/>
              <a:ext cx="3725972" cy="762109"/>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100" name="Isosceles Triangle 99"/>
            <p:cNvSpPr/>
            <p:nvPr/>
          </p:nvSpPr>
          <p:spPr>
            <a:xfrm rot="5400000">
              <a:off x="4322531" y="1607670"/>
              <a:ext cx="183987" cy="208271"/>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102" name="TextBox 101"/>
          <p:cNvSpPr txBox="1"/>
          <p:nvPr/>
        </p:nvSpPr>
        <p:spPr>
          <a:xfrm flipH="1">
            <a:off x="6553618" y="4768357"/>
            <a:ext cx="4264859" cy="1107996"/>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400" b="1" dirty="0" smtClean="0">
                <a:solidFill>
                  <a:srgbClr val="FFFFFF"/>
                </a:solidFill>
                <a:latin typeface="Roboto Condensed"/>
                <a:cs typeface="Simplified Arabic" panose="02020603050405020304" pitchFamily="18" charset="-78"/>
              </a:rPr>
              <a:t>يتيح </a:t>
            </a:r>
            <a:r>
              <a:rPr lang="ar-SA" sz="2400" b="1" dirty="0">
                <a:solidFill>
                  <a:srgbClr val="FFFFFF"/>
                </a:solidFill>
                <a:latin typeface="Roboto Condensed"/>
                <a:cs typeface="Simplified Arabic" panose="02020603050405020304" pitchFamily="18" charset="-78"/>
              </a:rPr>
              <a:t>الويكي للطلاب من مختلف أنحاء العالم المشاركة به، والعمل على صفحات واحدة</a:t>
            </a:r>
            <a:endParaRPr lang="en-US" sz="2400" b="1" dirty="0">
              <a:solidFill>
                <a:srgbClr val="FFFFFF"/>
              </a:solidFill>
              <a:latin typeface="Roboto Condensed"/>
              <a:cs typeface="Simplified Arabic" panose="02020603050405020304" pitchFamily="18" charset="-78"/>
            </a:endParaRPr>
          </a:p>
        </p:txBody>
      </p:sp>
      <p:grpSp>
        <p:nvGrpSpPr>
          <p:cNvPr id="104" name="Group 89"/>
          <p:cNvGrpSpPr/>
          <p:nvPr/>
        </p:nvGrpSpPr>
        <p:grpSpPr>
          <a:xfrm>
            <a:off x="10835469" y="4966700"/>
            <a:ext cx="772052" cy="749947"/>
            <a:chOff x="7840715" y="3583563"/>
            <a:chExt cx="579038" cy="562460"/>
          </a:xfrm>
        </p:grpSpPr>
        <p:sp>
          <p:nvSpPr>
            <p:cNvPr id="105" name="Oval 104"/>
            <p:cNvSpPr>
              <a:spLocks noChangeAspect="1"/>
            </p:cNvSpPr>
            <p:nvPr/>
          </p:nvSpPr>
          <p:spPr>
            <a:xfrm flipH="1">
              <a:off x="7840715" y="3583563"/>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133" b="1" dirty="0">
                <a:solidFill>
                  <a:srgbClr val="633247"/>
                </a:solidFill>
                <a:latin typeface="FontAwesome" pitchFamily="2" charset="0"/>
              </a:endParaRPr>
            </a:p>
          </p:txBody>
        </p:sp>
        <p:sp>
          <p:nvSpPr>
            <p:cNvPr id="106" name="Freeform 66"/>
            <p:cNvSpPr>
              <a:spLocks noEditPoints="1"/>
            </p:cNvSpPr>
            <p:nvPr/>
          </p:nvSpPr>
          <p:spPr bwMode="auto">
            <a:xfrm>
              <a:off x="8004822" y="3748112"/>
              <a:ext cx="250825" cy="233363"/>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accent6"/>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36" name="Group 47"/>
          <p:cNvGrpSpPr/>
          <p:nvPr/>
        </p:nvGrpSpPr>
        <p:grpSpPr>
          <a:xfrm>
            <a:off x="858813" y="3394566"/>
            <a:ext cx="5166071" cy="1088295"/>
            <a:chOff x="644107" y="1330751"/>
            <a:chExt cx="3874553" cy="816221"/>
          </a:xfrm>
        </p:grpSpPr>
        <p:sp>
          <p:nvSpPr>
            <p:cNvPr id="39" name="Rounded Rectangle 38"/>
            <p:cNvSpPr/>
            <p:nvPr/>
          </p:nvSpPr>
          <p:spPr>
            <a:xfrm>
              <a:off x="644107" y="1384863"/>
              <a:ext cx="3725972" cy="762109"/>
            </a:xfrm>
            <a:prstGeom prst="roundRect">
              <a:avLst>
                <a:gd name="adj" fmla="val 50000"/>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40" name="Rounded Rectangle 39"/>
            <p:cNvSpPr/>
            <p:nvPr/>
          </p:nvSpPr>
          <p:spPr>
            <a:xfrm>
              <a:off x="644107" y="1330751"/>
              <a:ext cx="3725972" cy="762109"/>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41" name="Isosceles Triangle 40"/>
            <p:cNvSpPr/>
            <p:nvPr/>
          </p:nvSpPr>
          <p:spPr>
            <a:xfrm rot="5400000">
              <a:off x="4322531" y="1607670"/>
              <a:ext cx="183987" cy="20827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44" name="TextBox 43"/>
          <p:cNvSpPr txBox="1"/>
          <p:nvPr/>
        </p:nvSpPr>
        <p:spPr>
          <a:xfrm>
            <a:off x="1659550" y="3527664"/>
            <a:ext cx="3953027" cy="861774"/>
          </a:xfrm>
          <a:prstGeom prst="rect">
            <a:avLst/>
          </a:prstGeom>
          <a:noFill/>
        </p:spPr>
        <p:txBody>
          <a:bodyPr wrap="square" lIns="0" tIns="0" rIns="0" bIns="0" rtlCol="0" anchor="t">
            <a:spAutoFit/>
          </a:bodyPr>
          <a:lstStyle/>
          <a:p>
            <a:pPr algn="ctr" defTabSz="1219139" rtl="1" fontAlgn="auto">
              <a:spcBef>
                <a:spcPct val="20000"/>
              </a:spcBef>
              <a:spcAft>
                <a:spcPts val="0"/>
              </a:spcAft>
              <a:defRPr/>
            </a:pPr>
            <a:r>
              <a:rPr lang="ar-SA" sz="2800" b="1" dirty="0" smtClean="0">
                <a:solidFill>
                  <a:srgbClr val="FFFFFF"/>
                </a:solidFill>
                <a:latin typeface="Roboto Condensed"/>
                <a:cs typeface="Simplified Arabic" panose="02020603050405020304" pitchFamily="18" charset="-78"/>
              </a:rPr>
              <a:t>يمكن </a:t>
            </a:r>
            <a:r>
              <a:rPr lang="ar-SA" sz="2800" b="1" dirty="0">
                <a:solidFill>
                  <a:srgbClr val="FFFFFF"/>
                </a:solidFill>
                <a:latin typeface="Roboto Condensed"/>
                <a:cs typeface="Simplified Arabic" panose="02020603050405020304" pitchFamily="18" charset="-78"/>
              </a:rPr>
              <a:t>لأي شخص تعديل صفحات الويكي</a:t>
            </a:r>
            <a:endParaRPr lang="en-US" sz="2800" b="1" dirty="0">
              <a:solidFill>
                <a:srgbClr val="FFFFFF"/>
              </a:solidFill>
              <a:latin typeface="Roboto Condensed"/>
              <a:cs typeface="Simplified Arabic" panose="02020603050405020304" pitchFamily="18" charset="-78"/>
            </a:endParaRPr>
          </a:p>
        </p:txBody>
      </p:sp>
      <p:grpSp>
        <p:nvGrpSpPr>
          <p:cNvPr id="45" name="Group 73"/>
          <p:cNvGrpSpPr/>
          <p:nvPr/>
        </p:nvGrpSpPr>
        <p:grpSpPr>
          <a:xfrm flipH="1">
            <a:off x="6166275" y="1985339"/>
            <a:ext cx="5166071" cy="1088295"/>
            <a:chOff x="644107" y="1330751"/>
            <a:chExt cx="3874553" cy="816221"/>
          </a:xfrm>
        </p:grpSpPr>
        <p:sp>
          <p:nvSpPr>
            <p:cNvPr id="46" name="Rounded Rectangle 45"/>
            <p:cNvSpPr/>
            <p:nvPr/>
          </p:nvSpPr>
          <p:spPr>
            <a:xfrm>
              <a:off x="644107" y="1384863"/>
              <a:ext cx="3725972" cy="762109"/>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47" name="Rounded Rectangle 46"/>
            <p:cNvSpPr/>
            <p:nvPr/>
          </p:nvSpPr>
          <p:spPr>
            <a:xfrm>
              <a:off x="644107" y="1330751"/>
              <a:ext cx="3725972" cy="762109"/>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48" name="Isosceles Triangle 47"/>
            <p:cNvSpPr/>
            <p:nvPr/>
          </p:nvSpPr>
          <p:spPr>
            <a:xfrm rot="5400000">
              <a:off x="4322531" y="1607670"/>
              <a:ext cx="183987" cy="208271"/>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51" name="TextBox 50"/>
          <p:cNvSpPr txBox="1"/>
          <p:nvPr/>
        </p:nvSpPr>
        <p:spPr>
          <a:xfrm flipH="1">
            <a:off x="6760700" y="2041375"/>
            <a:ext cx="3936306" cy="861774"/>
          </a:xfrm>
          <a:prstGeom prst="rect">
            <a:avLst/>
          </a:prstGeom>
          <a:noFill/>
        </p:spPr>
        <p:txBody>
          <a:bodyPr wrap="square" lIns="0" tIns="0" rIns="0" bIns="0" rtlCol="0" anchor="t">
            <a:spAutoFit/>
          </a:bodyPr>
          <a:lstStyle/>
          <a:p>
            <a:pPr algn="ctr" defTabSz="1219139" rtl="1" fontAlgn="auto">
              <a:spcBef>
                <a:spcPct val="20000"/>
              </a:spcBef>
              <a:spcAft>
                <a:spcPts val="0"/>
              </a:spcAft>
              <a:defRPr/>
            </a:pPr>
            <a:r>
              <a:rPr lang="ar-SA" sz="2800" b="1" dirty="0" smtClean="0">
                <a:solidFill>
                  <a:srgbClr val="FFFFFF"/>
                </a:solidFill>
                <a:latin typeface="Roboto Condensed"/>
                <a:cs typeface="Simplified Arabic" panose="02020603050405020304" pitchFamily="18" charset="-78"/>
              </a:rPr>
              <a:t>يمكن </a:t>
            </a:r>
            <a:r>
              <a:rPr lang="ar-SA" sz="2800" b="1" dirty="0">
                <a:solidFill>
                  <a:srgbClr val="FFFFFF"/>
                </a:solidFill>
                <a:latin typeface="Roboto Condensed"/>
                <a:cs typeface="Simplified Arabic" panose="02020603050405020304" pitchFamily="18" charset="-78"/>
              </a:rPr>
              <a:t>الوصول إلى صفحات الويكي من أي مكان متصل بالإنترنت</a:t>
            </a:r>
            <a:endParaRPr lang="en-US" sz="2800" b="1" dirty="0">
              <a:solidFill>
                <a:srgbClr val="FFFFFF"/>
              </a:solidFill>
              <a:latin typeface="Roboto Condensed"/>
              <a:cs typeface="Simplified Arabic" panose="02020603050405020304" pitchFamily="18" charset="-78"/>
            </a:endParaRPr>
          </a:p>
        </p:txBody>
      </p:sp>
      <p:grpSp>
        <p:nvGrpSpPr>
          <p:cNvPr id="52" name="Group 64"/>
          <p:cNvGrpSpPr/>
          <p:nvPr/>
        </p:nvGrpSpPr>
        <p:grpSpPr>
          <a:xfrm>
            <a:off x="980255" y="3527664"/>
            <a:ext cx="772052" cy="749947"/>
            <a:chOff x="735191" y="2518747"/>
            <a:chExt cx="579038" cy="562460"/>
          </a:xfrm>
        </p:grpSpPr>
        <p:sp>
          <p:nvSpPr>
            <p:cNvPr id="53" name="Oval 52"/>
            <p:cNvSpPr>
              <a:spLocks noChangeAspect="1"/>
            </p:cNvSpPr>
            <p:nvPr/>
          </p:nvSpPr>
          <p:spPr>
            <a:xfrm>
              <a:off x="735191" y="251874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15AA96"/>
                </a:solidFill>
                <a:latin typeface="FontAwesome" pitchFamily="2" charset="0"/>
              </a:endParaRPr>
            </a:p>
          </p:txBody>
        </p:sp>
        <p:sp>
          <p:nvSpPr>
            <p:cNvPr id="54" name="Freeform 52"/>
            <p:cNvSpPr>
              <a:spLocks noEditPoints="1"/>
            </p:cNvSpPr>
            <p:nvPr/>
          </p:nvSpPr>
          <p:spPr bwMode="auto">
            <a:xfrm>
              <a:off x="899027" y="2664760"/>
              <a:ext cx="251367" cy="270435"/>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accent2"/>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55" name="Group 97"/>
          <p:cNvGrpSpPr/>
          <p:nvPr/>
        </p:nvGrpSpPr>
        <p:grpSpPr>
          <a:xfrm>
            <a:off x="10828676" y="2097289"/>
            <a:ext cx="772052" cy="749947"/>
            <a:chOff x="7840715" y="1461827"/>
            <a:chExt cx="579038" cy="562460"/>
          </a:xfrm>
        </p:grpSpPr>
        <p:sp>
          <p:nvSpPr>
            <p:cNvPr id="56" name="Oval 55"/>
            <p:cNvSpPr>
              <a:spLocks noChangeAspect="1"/>
            </p:cNvSpPr>
            <p:nvPr/>
          </p:nvSpPr>
          <p:spPr>
            <a:xfrm flipH="1">
              <a:off x="7840715" y="146182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F19B14"/>
                </a:solidFill>
                <a:latin typeface="FontAwesome" pitchFamily="2" charset="0"/>
              </a:endParaRPr>
            </a:p>
          </p:txBody>
        </p:sp>
        <p:sp>
          <p:nvSpPr>
            <p:cNvPr id="57" name="Freeform 15"/>
            <p:cNvSpPr>
              <a:spLocks noEditPoints="1"/>
            </p:cNvSpPr>
            <p:nvPr/>
          </p:nvSpPr>
          <p:spPr bwMode="auto">
            <a:xfrm>
              <a:off x="7996884" y="1643045"/>
              <a:ext cx="266700" cy="200025"/>
            </a:xfrm>
            <a:custGeom>
              <a:avLst/>
              <a:gdLst/>
              <a:ahLst/>
              <a:cxnLst>
                <a:cxn ang="0">
                  <a:pos x="168" y="126"/>
                </a:cxn>
                <a:cxn ang="0">
                  <a:pos x="0" y="126"/>
                </a:cxn>
                <a:cxn ang="0">
                  <a:pos x="0" y="0"/>
                </a:cxn>
                <a:cxn ang="0">
                  <a:pos x="10" y="0"/>
                </a:cxn>
                <a:cxn ang="0">
                  <a:pos x="10" y="115"/>
                </a:cxn>
                <a:cxn ang="0">
                  <a:pos x="168" y="115"/>
                </a:cxn>
                <a:cxn ang="0">
                  <a:pos x="168" y="126"/>
                </a:cxn>
                <a:cxn ang="0">
                  <a:pos x="54" y="104"/>
                </a:cxn>
                <a:cxn ang="0">
                  <a:pos x="32" y="104"/>
                </a:cxn>
                <a:cxn ang="0">
                  <a:pos x="32" y="63"/>
                </a:cxn>
                <a:cxn ang="0">
                  <a:pos x="54" y="63"/>
                </a:cxn>
                <a:cxn ang="0">
                  <a:pos x="54" y="104"/>
                </a:cxn>
                <a:cxn ang="0">
                  <a:pos x="84" y="104"/>
                </a:cxn>
                <a:cxn ang="0">
                  <a:pos x="64" y="104"/>
                </a:cxn>
                <a:cxn ang="0">
                  <a:pos x="64" y="19"/>
                </a:cxn>
                <a:cxn ang="0">
                  <a:pos x="84" y="19"/>
                </a:cxn>
                <a:cxn ang="0">
                  <a:pos x="84" y="104"/>
                </a:cxn>
                <a:cxn ang="0">
                  <a:pos x="116" y="104"/>
                </a:cxn>
                <a:cxn ang="0">
                  <a:pos x="95" y="104"/>
                </a:cxn>
                <a:cxn ang="0">
                  <a:pos x="95" y="41"/>
                </a:cxn>
                <a:cxn ang="0">
                  <a:pos x="116" y="41"/>
                </a:cxn>
                <a:cxn ang="0">
                  <a:pos x="116" y="104"/>
                </a:cxn>
                <a:cxn ang="0">
                  <a:pos x="147" y="104"/>
                </a:cxn>
                <a:cxn ang="0">
                  <a:pos x="127" y="104"/>
                </a:cxn>
                <a:cxn ang="0">
                  <a:pos x="127" y="9"/>
                </a:cxn>
                <a:cxn ang="0">
                  <a:pos x="147" y="9"/>
                </a:cxn>
                <a:cxn ang="0">
                  <a:pos x="147" y="104"/>
                </a:cxn>
              </a:cxnLst>
              <a:rect l="0" t="0" r="r" b="b"/>
              <a:pathLst>
                <a:path w="168" h="126">
                  <a:moveTo>
                    <a:pt x="168" y="126"/>
                  </a:moveTo>
                  <a:lnTo>
                    <a:pt x="0" y="126"/>
                  </a:lnTo>
                  <a:lnTo>
                    <a:pt x="0" y="0"/>
                  </a:lnTo>
                  <a:lnTo>
                    <a:pt x="10" y="0"/>
                  </a:lnTo>
                  <a:lnTo>
                    <a:pt x="10" y="115"/>
                  </a:lnTo>
                  <a:lnTo>
                    <a:pt x="168" y="115"/>
                  </a:lnTo>
                  <a:lnTo>
                    <a:pt x="168" y="126"/>
                  </a:lnTo>
                  <a:close/>
                  <a:moveTo>
                    <a:pt x="54" y="104"/>
                  </a:moveTo>
                  <a:lnTo>
                    <a:pt x="32" y="104"/>
                  </a:lnTo>
                  <a:lnTo>
                    <a:pt x="32" y="63"/>
                  </a:lnTo>
                  <a:lnTo>
                    <a:pt x="54" y="63"/>
                  </a:lnTo>
                  <a:lnTo>
                    <a:pt x="54" y="104"/>
                  </a:lnTo>
                  <a:close/>
                  <a:moveTo>
                    <a:pt x="84" y="104"/>
                  </a:moveTo>
                  <a:lnTo>
                    <a:pt x="64" y="104"/>
                  </a:lnTo>
                  <a:lnTo>
                    <a:pt x="64" y="19"/>
                  </a:lnTo>
                  <a:lnTo>
                    <a:pt x="84" y="19"/>
                  </a:lnTo>
                  <a:lnTo>
                    <a:pt x="84" y="104"/>
                  </a:lnTo>
                  <a:close/>
                  <a:moveTo>
                    <a:pt x="116" y="104"/>
                  </a:moveTo>
                  <a:lnTo>
                    <a:pt x="95" y="104"/>
                  </a:lnTo>
                  <a:lnTo>
                    <a:pt x="95" y="41"/>
                  </a:lnTo>
                  <a:lnTo>
                    <a:pt x="116" y="41"/>
                  </a:lnTo>
                  <a:lnTo>
                    <a:pt x="116" y="104"/>
                  </a:lnTo>
                  <a:close/>
                  <a:moveTo>
                    <a:pt x="147" y="104"/>
                  </a:moveTo>
                  <a:lnTo>
                    <a:pt x="127" y="104"/>
                  </a:lnTo>
                  <a:lnTo>
                    <a:pt x="127" y="9"/>
                  </a:lnTo>
                  <a:lnTo>
                    <a:pt x="147" y="9"/>
                  </a:lnTo>
                  <a:lnTo>
                    <a:pt x="147" y="104"/>
                  </a:lnTo>
                  <a:close/>
                </a:path>
              </a:pathLst>
            </a:custGeom>
            <a:solidFill>
              <a:schemeClr val="accent4"/>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2519084"/>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8" presetClass="entr" presetSubtype="3" fill="hold" nodeType="withEffect">
                                  <p:stCondLst>
                                    <p:cond delay="0"/>
                                  </p:stCondLst>
                                  <p:childTnLst>
                                    <p:set>
                                      <p:cBhvr>
                                        <p:cTn id="9" dur="1" fill="hold">
                                          <p:stCondLst>
                                            <p:cond delay="0"/>
                                          </p:stCondLst>
                                        </p:cTn>
                                        <p:tgtEl>
                                          <p:spTgt spid="68"/>
                                        </p:tgtEl>
                                        <p:attrNameLst>
                                          <p:attrName>style.visibility</p:attrName>
                                        </p:attrNameLst>
                                      </p:cBhvr>
                                      <p:to>
                                        <p:strVal val="visible"/>
                                      </p:to>
                                    </p:set>
                                    <p:animEffect transition="in" filter="strips(upRight)">
                                      <p:cBhvr>
                                        <p:cTn id="10" dur="500"/>
                                        <p:tgtEl>
                                          <p:spTgt spid="68"/>
                                        </p:tgtEl>
                                      </p:cBhvr>
                                    </p:animEffect>
                                  </p:childTnLst>
                                </p:cTn>
                              </p:par>
                            </p:childTnLst>
                          </p:cTn>
                        </p:par>
                        <p:par>
                          <p:cTn id="11" fill="hold">
                            <p:stCondLst>
                              <p:cond delay="750"/>
                            </p:stCondLst>
                            <p:childTnLst>
                              <p:par>
                                <p:cTn id="12" presetID="2" presetClass="entr" presetSubtype="2" accel="50000" decel="50000" fill="hold" nodeType="afterEffect">
                                  <p:stCondLst>
                                    <p:cond delay="0"/>
                                  </p:stCondLst>
                                  <p:childTnLst>
                                    <p:set>
                                      <p:cBhvr>
                                        <p:cTn id="13" dur="1" fill="hold">
                                          <p:stCondLst>
                                            <p:cond delay="0"/>
                                          </p:stCondLst>
                                        </p:cTn>
                                        <p:tgtEl>
                                          <p:spTgt spid="45"/>
                                        </p:tgtEl>
                                        <p:attrNameLst>
                                          <p:attrName>style.visibility</p:attrName>
                                        </p:attrNameLst>
                                      </p:cBhvr>
                                      <p:to>
                                        <p:strVal val="visible"/>
                                      </p:to>
                                    </p:set>
                                    <p:anim calcmode="lin" valueType="num">
                                      <p:cBhvr additive="base">
                                        <p:cTn id="14" dur="500" fill="hold"/>
                                        <p:tgtEl>
                                          <p:spTgt spid="45"/>
                                        </p:tgtEl>
                                        <p:attrNameLst>
                                          <p:attrName>ppt_x</p:attrName>
                                        </p:attrNameLst>
                                      </p:cBhvr>
                                      <p:tavLst>
                                        <p:tav tm="0">
                                          <p:val>
                                            <p:strVal val="1+#ppt_w/2"/>
                                          </p:val>
                                        </p:tav>
                                        <p:tav tm="100000">
                                          <p:val>
                                            <p:strVal val="#ppt_x"/>
                                          </p:val>
                                        </p:tav>
                                      </p:tavLst>
                                    </p:anim>
                                    <p:anim calcmode="lin" valueType="num">
                                      <p:cBhvr additive="base">
                                        <p:cTn id="15" dur="500" fill="hold"/>
                                        <p:tgtEl>
                                          <p:spTgt spid="45"/>
                                        </p:tgtEl>
                                        <p:attrNameLst>
                                          <p:attrName>ppt_y</p:attrName>
                                        </p:attrNameLst>
                                      </p:cBhvr>
                                      <p:tavLst>
                                        <p:tav tm="0">
                                          <p:val>
                                            <p:strVal val="#ppt_y"/>
                                          </p:val>
                                        </p:tav>
                                        <p:tav tm="100000">
                                          <p:val>
                                            <p:strVal val="#ppt_y"/>
                                          </p:val>
                                        </p:tav>
                                      </p:tavLst>
                                    </p:anim>
                                  </p:childTnLst>
                                </p:cTn>
                              </p:par>
                            </p:childTnLst>
                          </p:cTn>
                        </p:par>
                        <p:par>
                          <p:cTn id="16" fill="hold">
                            <p:stCondLst>
                              <p:cond delay="1250"/>
                            </p:stCondLst>
                            <p:childTnLst>
                              <p:par>
                                <p:cTn id="17" presetID="53" presetClass="entr" presetSubtype="0" fill="hold" nodeType="afterEffect">
                                  <p:stCondLst>
                                    <p:cond delay="0"/>
                                  </p:stCondLst>
                                  <p:childTnLst>
                                    <p:set>
                                      <p:cBhvr>
                                        <p:cTn id="18" dur="1" fill="hold">
                                          <p:stCondLst>
                                            <p:cond delay="0"/>
                                          </p:stCondLst>
                                        </p:cTn>
                                        <p:tgtEl>
                                          <p:spTgt spid="55"/>
                                        </p:tgtEl>
                                        <p:attrNameLst>
                                          <p:attrName>style.visibility</p:attrName>
                                        </p:attrNameLst>
                                      </p:cBhvr>
                                      <p:to>
                                        <p:strVal val="visible"/>
                                      </p:to>
                                    </p:set>
                                    <p:anim calcmode="lin" valueType="num">
                                      <p:cBhvr>
                                        <p:cTn id="19" dur="500" fill="hold"/>
                                        <p:tgtEl>
                                          <p:spTgt spid="55"/>
                                        </p:tgtEl>
                                        <p:attrNameLst>
                                          <p:attrName>ppt_w</p:attrName>
                                        </p:attrNameLst>
                                      </p:cBhvr>
                                      <p:tavLst>
                                        <p:tav tm="0">
                                          <p:val>
                                            <p:fltVal val="0"/>
                                          </p:val>
                                        </p:tav>
                                        <p:tav tm="100000">
                                          <p:val>
                                            <p:strVal val="#ppt_w"/>
                                          </p:val>
                                        </p:tav>
                                      </p:tavLst>
                                    </p:anim>
                                    <p:anim calcmode="lin" valueType="num">
                                      <p:cBhvr>
                                        <p:cTn id="20" dur="500" fill="hold"/>
                                        <p:tgtEl>
                                          <p:spTgt spid="55"/>
                                        </p:tgtEl>
                                        <p:attrNameLst>
                                          <p:attrName>ppt_h</p:attrName>
                                        </p:attrNameLst>
                                      </p:cBhvr>
                                      <p:tavLst>
                                        <p:tav tm="0">
                                          <p:val>
                                            <p:fltVal val="0"/>
                                          </p:val>
                                        </p:tav>
                                        <p:tav tm="100000">
                                          <p:val>
                                            <p:strVal val="#ppt_h"/>
                                          </p:val>
                                        </p:tav>
                                      </p:tavLst>
                                    </p:anim>
                                    <p:animEffect transition="in" filter="fade">
                                      <p:cBhvr>
                                        <p:cTn id="21" dur="500"/>
                                        <p:tgtEl>
                                          <p:spTgt spid="55"/>
                                        </p:tgtEl>
                                      </p:cBhvr>
                                    </p:animEffect>
                                  </p:childTnLst>
                                </p:cTn>
                              </p:par>
                            </p:childTnLst>
                          </p:cTn>
                        </p:par>
                        <p:par>
                          <p:cTn id="22" fill="hold">
                            <p:stCondLst>
                              <p:cond delay="1750"/>
                            </p:stCondLst>
                            <p:childTnLst>
                              <p:par>
                                <p:cTn id="23" presetID="2" presetClass="entr" presetSubtype="8" accel="50000" decel="50000" fill="hold" nodeType="afterEffect">
                                  <p:stCondLst>
                                    <p:cond delay="0"/>
                                  </p:stCondLst>
                                  <p:childTnLst>
                                    <p:set>
                                      <p:cBhvr>
                                        <p:cTn id="24" dur="1" fill="hold">
                                          <p:stCondLst>
                                            <p:cond delay="0"/>
                                          </p:stCondLst>
                                        </p:cTn>
                                        <p:tgtEl>
                                          <p:spTgt spid="36"/>
                                        </p:tgtEl>
                                        <p:attrNameLst>
                                          <p:attrName>style.visibility</p:attrName>
                                        </p:attrNameLst>
                                      </p:cBhvr>
                                      <p:to>
                                        <p:strVal val="visible"/>
                                      </p:to>
                                    </p:set>
                                    <p:anim calcmode="lin" valueType="num">
                                      <p:cBhvr additive="base">
                                        <p:cTn id="25" dur="500" fill="hold"/>
                                        <p:tgtEl>
                                          <p:spTgt spid="36"/>
                                        </p:tgtEl>
                                        <p:attrNameLst>
                                          <p:attrName>ppt_x</p:attrName>
                                        </p:attrNameLst>
                                      </p:cBhvr>
                                      <p:tavLst>
                                        <p:tav tm="0">
                                          <p:val>
                                            <p:strVal val="0-#ppt_w/2"/>
                                          </p:val>
                                        </p:tav>
                                        <p:tav tm="100000">
                                          <p:val>
                                            <p:strVal val="#ppt_x"/>
                                          </p:val>
                                        </p:tav>
                                      </p:tavLst>
                                    </p:anim>
                                    <p:anim calcmode="lin" valueType="num">
                                      <p:cBhvr additive="base">
                                        <p:cTn id="26" dur="500" fill="hold"/>
                                        <p:tgtEl>
                                          <p:spTgt spid="36"/>
                                        </p:tgtEl>
                                        <p:attrNameLst>
                                          <p:attrName>ppt_y</p:attrName>
                                        </p:attrNameLst>
                                      </p:cBhvr>
                                      <p:tavLst>
                                        <p:tav tm="0">
                                          <p:val>
                                            <p:strVal val="#ppt_y"/>
                                          </p:val>
                                        </p:tav>
                                        <p:tav tm="100000">
                                          <p:val>
                                            <p:strVal val="#ppt_y"/>
                                          </p:val>
                                        </p:tav>
                                      </p:tavLst>
                                    </p:anim>
                                  </p:childTnLst>
                                </p:cTn>
                              </p:par>
                            </p:childTnLst>
                          </p:cTn>
                        </p:par>
                        <p:par>
                          <p:cTn id="27" fill="hold">
                            <p:stCondLst>
                              <p:cond delay="2250"/>
                            </p:stCondLst>
                            <p:childTnLst>
                              <p:par>
                                <p:cTn id="28" presetID="53" presetClass="entr" presetSubtype="0" fill="hold" nodeType="afterEffect">
                                  <p:stCondLst>
                                    <p:cond delay="0"/>
                                  </p:stCondLst>
                                  <p:childTnLst>
                                    <p:set>
                                      <p:cBhvr>
                                        <p:cTn id="29" dur="1" fill="hold">
                                          <p:stCondLst>
                                            <p:cond delay="0"/>
                                          </p:stCondLst>
                                        </p:cTn>
                                        <p:tgtEl>
                                          <p:spTgt spid="52"/>
                                        </p:tgtEl>
                                        <p:attrNameLst>
                                          <p:attrName>style.visibility</p:attrName>
                                        </p:attrNameLst>
                                      </p:cBhvr>
                                      <p:to>
                                        <p:strVal val="visible"/>
                                      </p:to>
                                    </p:set>
                                    <p:anim calcmode="lin" valueType="num">
                                      <p:cBhvr>
                                        <p:cTn id="30" dur="500" fill="hold"/>
                                        <p:tgtEl>
                                          <p:spTgt spid="52"/>
                                        </p:tgtEl>
                                        <p:attrNameLst>
                                          <p:attrName>ppt_w</p:attrName>
                                        </p:attrNameLst>
                                      </p:cBhvr>
                                      <p:tavLst>
                                        <p:tav tm="0">
                                          <p:val>
                                            <p:fltVal val="0"/>
                                          </p:val>
                                        </p:tav>
                                        <p:tav tm="100000">
                                          <p:val>
                                            <p:strVal val="#ppt_w"/>
                                          </p:val>
                                        </p:tav>
                                      </p:tavLst>
                                    </p:anim>
                                    <p:anim calcmode="lin" valueType="num">
                                      <p:cBhvr>
                                        <p:cTn id="31" dur="500" fill="hold"/>
                                        <p:tgtEl>
                                          <p:spTgt spid="52"/>
                                        </p:tgtEl>
                                        <p:attrNameLst>
                                          <p:attrName>ppt_h</p:attrName>
                                        </p:attrNameLst>
                                      </p:cBhvr>
                                      <p:tavLst>
                                        <p:tav tm="0">
                                          <p:val>
                                            <p:fltVal val="0"/>
                                          </p:val>
                                        </p:tav>
                                        <p:tav tm="100000">
                                          <p:val>
                                            <p:strVal val="#ppt_h"/>
                                          </p:val>
                                        </p:tav>
                                      </p:tavLst>
                                    </p:anim>
                                    <p:animEffect transition="in" filter="fade">
                                      <p:cBhvr>
                                        <p:cTn id="32" dur="500"/>
                                        <p:tgtEl>
                                          <p:spTgt spid="52"/>
                                        </p:tgtEl>
                                      </p:cBhvr>
                                    </p:animEffect>
                                  </p:childTnLst>
                                </p:cTn>
                              </p:par>
                            </p:childTnLst>
                          </p:cTn>
                        </p:par>
                        <p:par>
                          <p:cTn id="33" fill="hold">
                            <p:stCondLst>
                              <p:cond delay="2750"/>
                            </p:stCondLst>
                            <p:childTnLst>
                              <p:par>
                                <p:cTn id="34" presetID="2" presetClass="entr" presetSubtype="2" accel="50000" decel="50000" fill="hold" nodeType="afterEffect">
                                  <p:stCondLst>
                                    <p:cond delay="0"/>
                                  </p:stCondLst>
                                  <p:childTnLst>
                                    <p:set>
                                      <p:cBhvr>
                                        <p:cTn id="35" dur="1" fill="hold">
                                          <p:stCondLst>
                                            <p:cond delay="0"/>
                                          </p:stCondLst>
                                        </p:cTn>
                                        <p:tgtEl>
                                          <p:spTgt spid="90"/>
                                        </p:tgtEl>
                                        <p:attrNameLst>
                                          <p:attrName>style.visibility</p:attrName>
                                        </p:attrNameLst>
                                      </p:cBhvr>
                                      <p:to>
                                        <p:strVal val="visible"/>
                                      </p:to>
                                    </p:set>
                                    <p:anim calcmode="lin" valueType="num">
                                      <p:cBhvr additive="base">
                                        <p:cTn id="36" dur="500" fill="hold"/>
                                        <p:tgtEl>
                                          <p:spTgt spid="90"/>
                                        </p:tgtEl>
                                        <p:attrNameLst>
                                          <p:attrName>ppt_x</p:attrName>
                                        </p:attrNameLst>
                                      </p:cBhvr>
                                      <p:tavLst>
                                        <p:tav tm="0">
                                          <p:val>
                                            <p:strVal val="1+#ppt_w/2"/>
                                          </p:val>
                                        </p:tav>
                                        <p:tav tm="100000">
                                          <p:val>
                                            <p:strVal val="#ppt_x"/>
                                          </p:val>
                                        </p:tav>
                                      </p:tavLst>
                                    </p:anim>
                                    <p:anim calcmode="lin" valueType="num">
                                      <p:cBhvr additive="base">
                                        <p:cTn id="37" dur="500" fill="hold"/>
                                        <p:tgtEl>
                                          <p:spTgt spid="90"/>
                                        </p:tgtEl>
                                        <p:attrNameLst>
                                          <p:attrName>ppt_y</p:attrName>
                                        </p:attrNameLst>
                                      </p:cBhvr>
                                      <p:tavLst>
                                        <p:tav tm="0">
                                          <p:val>
                                            <p:strVal val="#ppt_y"/>
                                          </p:val>
                                        </p:tav>
                                        <p:tav tm="100000">
                                          <p:val>
                                            <p:strVal val="#ppt_y"/>
                                          </p:val>
                                        </p:tav>
                                      </p:tavLst>
                                    </p:anim>
                                  </p:childTnLst>
                                </p:cTn>
                              </p:par>
                            </p:childTnLst>
                          </p:cTn>
                        </p:par>
                        <p:par>
                          <p:cTn id="38" fill="hold">
                            <p:stCondLst>
                              <p:cond delay="3250"/>
                            </p:stCondLst>
                            <p:childTnLst>
                              <p:par>
                                <p:cTn id="39" presetID="53" presetClass="entr" presetSubtype="0" fill="hold" nodeType="afterEffect">
                                  <p:stCondLst>
                                    <p:cond delay="0"/>
                                  </p:stCondLst>
                                  <p:childTnLst>
                                    <p:set>
                                      <p:cBhvr>
                                        <p:cTn id="40" dur="1" fill="hold">
                                          <p:stCondLst>
                                            <p:cond delay="0"/>
                                          </p:stCondLst>
                                        </p:cTn>
                                        <p:tgtEl>
                                          <p:spTgt spid="104"/>
                                        </p:tgtEl>
                                        <p:attrNameLst>
                                          <p:attrName>style.visibility</p:attrName>
                                        </p:attrNameLst>
                                      </p:cBhvr>
                                      <p:to>
                                        <p:strVal val="visible"/>
                                      </p:to>
                                    </p:set>
                                    <p:anim calcmode="lin" valueType="num">
                                      <p:cBhvr>
                                        <p:cTn id="41" dur="500" fill="hold"/>
                                        <p:tgtEl>
                                          <p:spTgt spid="104"/>
                                        </p:tgtEl>
                                        <p:attrNameLst>
                                          <p:attrName>ppt_w</p:attrName>
                                        </p:attrNameLst>
                                      </p:cBhvr>
                                      <p:tavLst>
                                        <p:tav tm="0">
                                          <p:val>
                                            <p:fltVal val="0"/>
                                          </p:val>
                                        </p:tav>
                                        <p:tav tm="100000">
                                          <p:val>
                                            <p:strVal val="#ppt_w"/>
                                          </p:val>
                                        </p:tav>
                                      </p:tavLst>
                                    </p:anim>
                                    <p:anim calcmode="lin" valueType="num">
                                      <p:cBhvr>
                                        <p:cTn id="42" dur="500" fill="hold"/>
                                        <p:tgtEl>
                                          <p:spTgt spid="104"/>
                                        </p:tgtEl>
                                        <p:attrNameLst>
                                          <p:attrName>ppt_h</p:attrName>
                                        </p:attrNameLst>
                                      </p:cBhvr>
                                      <p:tavLst>
                                        <p:tav tm="0">
                                          <p:val>
                                            <p:fltVal val="0"/>
                                          </p:val>
                                        </p:tav>
                                        <p:tav tm="100000">
                                          <p:val>
                                            <p:strVal val="#ppt_h"/>
                                          </p:val>
                                        </p:tav>
                                      </p:tavLst>
                                    </p:anim>
                                    <p:animEffect transition="in" filter="fade">
                                      <p:cBhvr>
                                        <p:cTn id="43"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38"/>
          <p:cNvGrpSpPr/>
          <p:nvPr/>
        </p:nvGrpSpPr>
        <p:grpSpPr>
          <a:xfrm>
            <a:off x="158090" y="1985339"/>
            <a:ext cx="5947771" cy="1088295"/>
            <a:chOff x="644107" y="1330751"/>
            <a:chExt cx="3874553" cy="816221"/>
          </a:xfrm>
        </p:grpSpPr>
        <p:sp>
          <p:nvSpPr>
            <p:cNvPr id="38" name="Rounded Rectangle 37"/>
            <p:cNvSpPr/>
            <p:nvPr/>
          </p:nvSpPr>
          <p:spPr>
            <a:xfrm>
              <a:off x="644107" y="1384863"/>
              <a:ext cx="3725972" cy="762109"/>
            </a:xfrm>
            <a:prstGeom prst="round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3" name="Rounded Rectangle 32"/>
            <p:cNvSpPr/>
            <p:nvPr/>
          </p:nvSpPr>
          <p:spPr>
            <a:xfrm>
              <a:off x="644107" y="1330751"/>
              <a:ext cx="3725972" cy="76210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37" name="Isosceles Triangle 36"/>
            <p:cNvSpPr/>
            <p:nvPr/>
          </p:nvSpPr>
          <p:spPr>
            <a:xfrm rot="5400000">
              <a:off x="4322531" y="1607670"/>
              <a:ext cx="183987" cy="20827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2" name="Title 1"/>
          <p:cNvSpPr>
            <a:spLocks noGrp="1"/>
          </p:cNvSpPr>
          <p:nvPr>
            <p:ph type="title"/>
          </p:nvPr>
        </p:nvSpPr>
        <p:spPr>
          <a:xfrm>
            <a:off x="1270000" y="685684"/>
            <a:ext cx="9652000" cy="842091"/>
          </a:xfrm>
        </p:spPr>
        <p:txBody>
          <a:bodyPr/>
          <a:lstStyle/>
          <a:p>
            <a:pPr rtl="1"/>
            <a:r>
              <a:rPr lang="ar-SA" u="sng" dirty="0">
                <a:solidFill>
                  <a:schemeClr val="tx1"/>
                </a:solidFill>
              </a:rPr>
              <a:t>‌ب.	ويكي </a:t>
            </a:r>
            <a:r>
              <a:rPr lang="en-US" u="sng" dirty="0" smtClean="0">
                <a:solidFill>
                  <a:schemeClr val="tx1"/>
                </a:solidFill>
              </a:rPr>
              <a:t> WIKI </a:t>
            </a:r>
            <a:r>
              <a:rPr lang="ar-SA" u="sng" dirty="0" smtClean="0">
                <a:solidFill>
                  <a:schemeClr val="tx1"/>
                </a:solidFill>
              </a:rPr>
              <a:t>في </a:t>
            </a:r>
            <a:r>
              <a:rPr lang="ar-SA" u="sng" dirty="0">
                <a:solidFill>
                  <a:schemeClr val="tx1"/>
                </a:solidFill>
              </a:rPr>
              <a:t>التعليم</a:t>
            </a:r>
            <a:endParaRPr lang="en-US" u="sng" dirty="0">
              <a:solidFill>
                <a:schemeClr val="tx1"/>
              </a:solidFill>
            </a:endParaRPr>
          </a:p>
        </p:txBody>
      </p:sp>
      <p:sp>
        <p:nvSpPr>
          <p:cNvPr id="7" name="TextBox 6"/>
          <p:cNvSpPr txBox="1"/>
          <p:nvPr/>
        </p:nvSpPr>
        <p:spPr>
          <a:xfrm>
            <a:off x="952755" y="2138264"/>
            <a:ext cx="4824365" cy="738664"/>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400" b="1" dirty="0" smtClean="0">
                <a:solidFill>
                  <a:srgbClr val="FFFFFF"/>
                </a:solidFill>
                <a:latin typeface="Roboto Condensed"/>
                <a:cs typeface="Simplified Arabic" panose="02020603050405020304" pitchFamily="18" charset="-78"/>
              </a:rPr>
              <a:t>صفحات </a:t>
            </a:r>
            <a:r>
              <a:rPr lang="ar-SA" sz="2400" b="1" dirty="0">
                <a:solidFill>
                  <a:srgbClr val="FFFFFF"/>
                </a:solidFill>
                <a:latin typeface="Roboto Condensed"/>
                <a:cs typeface="Simplified Arabic" panose="02020603050405020304" pitchFamily="18" charset="-78"/>
              </a:rPr>
              <a:t>الويكي فورية التأثير، وبالتالي فهي لا تحتاج للانتظار للنشر لإنشاء إصدار جديد</a:t>
            </a:r>
            <a:endParaRPr lang="en-US" sz="2400" b="1" dirty="0">
              <a:solidFill>
                <a:srgbClr val="FFFFFF"/>
              </a:solidFill>
              <a:latin typeface="Roboto Condensed"/>
              <a:cs typeface="Simplified Arabic" panose="02020603050405020304" pitchFamily="18" charset="-78"/>
            </a:endParaRPr>
          </a:p>
        </p:txBody>
      </p:sp>
      <p:cxnSp>
        <p:nvCxnSpPr>
          <p:cNvPr id="68" name="Straight Connector 67"/>
          <p:cNvCxnSpPr/>
          <p:nvPr/>
        </p:nvCxnSpPr>
        <p:spPr>
          <a:xfrm flipV="1">
            <a:off x="6096000" y="2097289"/>
            <a:ext cx="0" cy="3661543"/>
          </a:xfrm>
          <a:prstGeom prst="line">
            <a:avLst/>
          </a:prstGeom>
          <a:ln w="19050">
            <a:solidFill>
              <a:schemeClr val="bg1">
                <a:lumMod val="7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grpSp>
        <p:nvGrpSpPr>
          <p:cNvPr id="10" name="Group 55"/>
          <p:cNvGrpSpPr/>
          <p:nvPr/>
        </p:nvGrpSpPr>
        <p:grpSpPr>
          <a:xfrm>
            <a:off x="244824" y="4202884"/>
            <a:ext cx="5857613" cy="1088295"/>
            <a:chOff x="644107" y="1330751"/>
            <a:chExt cx="3874553" cy="816221"/>
          </a:xfrm>
        </p:grpSpPr>
        <p:sp>
          <p:nvSpPr>
            <p:cNvPr id="60" name="Rounded Rectangle 59"/>
            <p:cNvSpPr/>
            <p:nvPr/>
          </p:nvSpPr>
          <p:spPr>
            <a:xfrm>
              <a:off x="644107" y="1384863"/>
              <a:ext cx="3725972" cy="762109"/>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4" name="Rounded Rectangle 63"/>
            <p:cNvSpPr/>
            <p:nvPr/>
          </p:nvSpPr>
          <p:spPr>
            <a:xfrm>
              <a:off x="644107" y="1330751"/>
              <a:ext cx="3725972" cy="76210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69" name="Isosceles Triangle 68"/>
            <p:cNvSpPr/>
            <p:nvPr/>
          </p:nvSpPr>
          <p:spPr>
            <a:xfrm rot="5400000">
              <a:off x="4322531" y="1607670"/>
              <a:ext cx="183987" cy="20827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71" name="TextBox 70"/>
          <p:cNvSpPr txBox="1"/>
          <p:nvPr/>
        </p:nvSpPr>
        <p:spPr>
          <a:xfrm>
            <a:off x="642579" y="4489030"/>
            <a:ext cx="5144990" cy="738664"/>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400" b="1" dirty="0" smtClean="0">
                <a:solidFill>
                  <a:srgbClr val="FFFFFF"/>
                </a:solidFill>
                <a:latin typeface="Roboto Condensed"/>
                <a:cs typeface="Simplified Arabic" panose="02020603050405020304" pitchFamily="18" charset="-78"/>
              </a:rPr>
              <a:t>توسع </a:t>
            </a:r>
            <a:r>
              <a:rPr lang="ar-SA" sz="2400" b="1" dirty="0">
                <a:solidFill>
                  <a:srgbClr val="FFFFFF"/>
                </a:solidFill>
                <a:latin typeface="Roboto Condensed"/>
                <a:cs typeface="Simplified Arabic" panose="02020603050405020304" pitchFamily="18" charset="-78"/>
              </a:rPr>
              <a:t>برمجيات الويكي من الوصول إلى القوة الكاملة للنشر على الويب للمستخدمين غير التقنيين.</a:t>
            </a:r>
            <a:endParaRPr lang="en-US" sz="2400" b="1" dirty="0">
              <a:solidFill>
                <a:srgbClr val="FFFFFF"/>
              </a:solidFill>
              <a:latin typeface="Roboto Condensed"/>
              <a:cs typeface="Simplified Arabic" panose="02020603050405020304" pitchFamily="18" charset="-78"/>
            </a:endParaRPr>
          </a:p>
        </p:txBody>
      </p:sp>
      <p:grpSp>
        <p:nvGrpSpPr>
          <p:cNvPr id="14" name="Group 81"/>
          <p:cNvGrpSpPr/>
          <p:nvPr/>
        </p:nvGrpSpPr>
        <p:grpSpPr>
          <a:xfrm flipH="1">
            <a:off x="6166275" y="3279718"/>
            <a:ext cx="5166071" cy="1088295"/>
            <a:chOff x="644107" y="1330751"/>
            <a:chExt cx="3874553" cy="816221"/>
          </a:xfrm>
        </p:grpSpPr>
        <p:sp>
          <p:nvSpPr>
            <p:cNvPr id="83" name="Rounded Rectangle 82"/>
            <p:cNvSpPr/>
            <p:nvPr/>
          </p:nvSpPr>
          <p:spPr>
            <a:xfrm>
              <a:off x="644107" y="1384863"/>
              <a:ext cx="3725972" cy="762109"/>
            </a:xfrm>
            <a:prstGeom prst="roundRect">
              <a:avLst>
                <a:gd name="adj" fmla="val 5000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4" name="Rounded Rectangle 83"/>
            <p:cNvSpPr/>
            <p:nvPr/>
          </p:nvSpPr>
          <p:spPr>
            <a:xfrm>
              <a:off x="644107" y="1330751"/>
              <a:ext cx="3725972" cy="762109"/>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sp>
          <p:nvSpPr>
            <p:cNvPr id="85" name="Isosceles Triangle 84"/>
            <p:cNvSpPr/>
            <p:nvPr/>
          </p:nvSpPr>
          <p:spPr>
            <a:xfrm rot="5400000">
              <a:off x="4322531" y="1607670"/>
              <a:ext cx="183987" cy="20827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endParaRPr>
            </a:p>
          </p:txBody>
        </p:sp>
      </p:grpSp>
      <p:sp>
        <p:nvSpPr>
          <p:cNvPr id="87" name="TextBox 86"/>
          <p:cNvSpPr txBox="1"/>
          <p:nvPr/>
        </p:nvSpPr>
        <p:spPr>
          <a:xfrm flipH="1">
            <a:off x="6583748" y="3451378"/>
            <a:ext cx="4234999" cy="738664"/>
          </a:xfrm>
          <a:prstGeom prst="rect">
            <a:avLst/>
          </a:prstGeom>
          <a:noFill/>
        </p:spPr>
        <p:txBody>
          <a:bodyPr wrap="square" lIns="0" tIns="0" rIns="0" bIns="0" rtlCol="0" anchor="ctr">
            <a:spAutoFit/>
          </a:bodyPr>
          <a:lstStyle/>
          <a:p>
            <a:pPr algn="ctr" defTabSz="1375467" rtl="1" fontAlgn="auto">
              <a:spcBef>
                <a:spcPts val="0"/>
              </a:spcBef>
              <a:spcAft>
                <a:spcPts val="0"/>
              </a:spcAft>
            </a:pPr>
            <a:r>
              <a:rPr lang="ar-SA" sz="2400" b="1" dirty="0" smtClean="0">
                <a:solidFill>
                  <a:srgbClr val="FFFFFF"/>
                </a:solidFill>
                <a:latin typeface="Roboto Condensed"/>
                <a:cs typeface="Simplified Arabic" panose="02020603050405020304" pitchFamily="18" charset="-78"/>
              </a:rPr>
              <a:t>صفحات </a:t>
            </a:r>
            <a:r>
              <a:rPr lang="ar-SA" sz="2400" b="1" dirty="0">
                <a:solidFill>
                  <a:srgbClr val="FFFFFF"/>
                </a:solidFill>
                <a:latin typeface="Roboto Condensed"/>
                <a:cs typeface="Simplified Arabic" panose="02020603050405020304" pitchFamily="18" charset="-78"/>
              </a:rPr>
              <a:t>الويكي مرنة للغاية وليس لها بنية سابقة التحديد</a:t>
            </a:r>
            <a:endParaRPr lang="en-US" sz="2400" b="1" dirty="0">
              <a:solidFill>
                <a:srgbClr val="FFFFFF"/>
              </a:solidFill>
              <a:latin typeface="Roboto Condensed"/>
              <a:cs typeface="Simplified Arabic" panose="02020603050405020304" pitchFamily="18" charset="-78"/>
            </a:endParaRPr>
          </a:p>
        </p:txBody>
      </p:sp>
      <p:grpSp>
        <p:nvGrpSpPr>
          <p:cNvPr id="19" name="Group 66"/>
          <p:cNvGrpSpPr/>
          <p:nvPr/>
        </p:nvGrpSpPr>
        <p:grpSpPr>
          <a:xfrm>
            <a:off x="158090" y="4335982"/>
            <a:ext cx="772052" cy="749947"/>
            <a:chOff x="735191" y="3583563"/>
            <a:chExt cx="579038" cy="562460"/>
          </a:xfrm>
        </p:grpSpPr>
        <p:sp>
          <p:nvSpPr>
            <p:cNvPr id="73" name="Oval 72"/>
            <p:cNvSpPr>
              <a:spLocks noChangeAspect="1"/>
            </p:cNvSpPr>
            <p:nvPr/>
          </p:nvSpPr>
          <p:spPr>
            <a:xfrm>
              <a:off x="735191" y="3583563"/>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9BB955"/>
                </a:solidFill>
                <a:latin typeface="FontAwesome" pitchFamily="2" charset="0"/>
              </a:endParaRPr>
            </a:p>
          </p:txBody>
        </p:sp>
        <p:sp>
          <p:nvSpPr>
            <p:cNvPr id="66" name="Freeform 103"/>
            <p:cNvSpPr>
              <a:spLocks noEditPoints="1"/>
            </p:cNvSpPr>
            <p:nvPr/>
          </p:nvSpPr>
          <p:spPr bwMode="auto">
            <a:xfrm>
              <a:off x="899027" y="3685335"/>
              <a:ext cx="250504" cy="368872"/>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0" name="Group 73"/>
          <p:cNvGrpSpPr/>
          <p:nvPr/>
        </p:nvGrpSpPr>
        <p:grpSpPr>
          <a:xfrm>
            <a:off x="10799141" y="3451378"/>
            <a:ext cx="772052" cy="749947"/>
            <a:chOff x="7840715" y="2518747"/>
            <a:chExt cx="579038" cy="562460"/>
          </a:xfrm>
        </p:grpSpPr>
        <p:sp>
          <p:nvSpPr>
            <p:cNvPr id="89" name="Oval 88"/>
            <p:cNvSpPr>
              <a:spLocks noChangeAspect="1"/>
            </p:cNvSpPr>
            <p:nvPr/>
          </p:nvSpPr>
          <p:spPr>
            <a:xfrm flipH="1">
              <a:off x="7840715" y="251874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BE382C"/>
                </a:solidFill>
                <a:latin typeface="FontAwesome" pitchFamily="2" charset="0"/>
              </a:endParaRPr>
            </a:p>
          </p:txBody>
        </p:sp>
        <p:sp>
          <p:nvSpPr>
            <p:cNvPr id="70" name="Freeform 5"/>
            <p:cNvSpPr>
              <a:spLocks noEditPoints="1"/>
            </p:cNvSpPr>
            <p:nvPr/>
          </p:nvSpPr>
          <p:spPr bwMode="auto">
            <a:xfrm>
              <a:off x="7990534" y="2660277"/>
              <a:ext cx="279400" cy="27940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1" name="Group 81"/>
          <p:cNvGrpSpPr/>
          <p:nvPr/>
        </p:nvGrpSpPr>
        <p:grpSpPr>
          <a:xfrm>
            <a:off x="71591" y="2118437"/>
            <a:ext cx="772052" cy="749947"/>
            <a:chOff x="735191" y="1461827"/>
            <a:chExt cx="579038" cy="562460"/>
          </a:xfrm>
        </p:grpSpPr>
        <p:sp>
          <p:nvSpPr>
            <p:cNvPr id="25" name="Oval 24"/>
            <p:cNvSpPr>
              <a:spLocks noChangeAspect="1"/>
            </p:cNvSpPr>
            <p:nvPr/>
          </p:nvSpPr>
          <p:spPr>
            <a:xfrm>
              <a:off x="735191" y="1461827"/>
              <a:ext cx="579038" cy="5624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237DB9"/>
                </a:solidFill>
                <a:latin typeface="FontAwesome" pitchFamily="2" charset="0"/>
              </a:endParaRPr>
            </a:p>
          </p:txBody>
        </p:sp>
        <p:sp>
          <p:nvSpPr>
            <p:cNvPr id="78" name="Freeform 245"/>
            <p:cNvSpPr>
              <a:spLocks/>
            </p:cNvSpPr>
            <p:nvPr/>
          </p:nvSpPr>
          <p:spPr bwMode="auto">
            <a:xfrm>
              <a:off x="908029" y="1626376"/>
              <a:ext cx="233363" cy="233363"/>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74536746"/>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3" fill="hold"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strips(upRight)">
                                      <p:cBhvr>
                                        <p:cTn id="7" dur="500"/>
                                        <p:tgtEl>
                                          <p:spTgt spid="68"/>
                                        </p:tgtEl>
                                      </p:cBhvr>
                                    </p:animEffect>
                                  </p:childTnLst>
                                </p:cTn>
                              </p:par>
                            </p:childTnLst>
                          </p:cTn>
                        </p:par>
                        <p:par>
                          <p:cTn id="8" fill="hold">
                            <p:stCondLst>
                              <p:cond delay="500"/>
                            </p:stCondLst>
                            <p:childTnLst>
                              <p:par>
                                <p:cTn id="9" presetID="2" presetClass="entr" presetSubtype="8" accel="50000" decel="5000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53" presetClass="entr" presetSubtype="0" fill="hold" nodeType="after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fltVal val="0"/>
                                          </p:val>
                                        </p:tav>
                                        <p:tav tm="100000">
                                          <p:val>
                                            <p:strVal val="#ppt_h"/>
                                          </p:val>
                                        </p:tav>
                                      </p:tavLst>
                                    </p:anim>
                                    <p:animEffect transition="in" filter="fade">
                                      <p:cBhvr>
                                        <p:cTn id="18" dur="500"/>
                                        <p:tgtEl>
                                          <p:spTgt spid="21"/>
                                        </p:tgtEl>
                                      </p:cBhvr>
                                    </p:animEffect>
                                  </p:childTnLst>
                                </p:cTn>
                              </p:par>
                            </p:childTnLst>
                          </p:cTn>
                        </p:par>
                        <p:par>
                          <p:cTn id="19" fill="hold">
                            <p:stCondLst>
                              <p:cond delay="1500"/>
                            </p:stCondLst>
                            <p:childTnLst>
                              <p:par>
                                <p:cTn id="20" presetID="2" presetClass="entr" presetSubtype="8" accel="50000" decel="50000" fill="hold" nodeType="after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 fill="hold"/>
                                        <p:tgtEl>
                                          <p:spTgt spid="10"/>
                                        </p:tgtEl>
                                        <p:attrNameLst>
                                          <p:attrName>ppt_x</p:attrName>
                                        </p:attrNameLst>
                                      </p:cBhvr>
                                      <p:tavLst>
                                        <p:tav tm="0">
                                          <p:val>
                                            <p:strVal val="0-#ppt_w/2"/>
                                          </p:val>
                                        </p:tav>
                                        <p:tav tm="100000">
                                          <p:val>
                                            <p:strVal val="#ppt_x"/>
                                          </p:val>
                                        </p:tav>
                                      </p:tavLst>
                                    </p:anim>
                                    <p:anim calcmode="lin" valueType="num">
                                      <p:cBhvr additive="base">
                                        <p:cTn id="23" dur="500" fill="hold"/>
                                        <p:tgtEl>
                                          <p:spTgt spid="10"/>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53" presetClass="entr" presetSubtype="0"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childTnLst>
                          </p:cTn>
                        </p:par>
                        <p:par>
                          <p:cTn id="30" fill="hold">
                            <p:stCondLst>
                              <p:cond delay="2500"/>
                            </p:stCondLst>
                            <p:childTnLst>
                              <p:par>
                                <p:cTn id="31" presetID="2" presetClass="entr" presetSubtype="2" accel="50000" decel="50000" fill="hold" nodeType="afterEffect">
                                  <p:stCondLst>
                                    <p:cond delay="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500" fill="hold"/>
                                        <p:tgtEl>
                                          <p:spTgt spid="14"/>
                                        </p:tgtEl>
                                        <p:attrNameLst>
                                          <p:attrName>ppt_x</p:attrName>
                                        </p:attrNameLst>
                                      </p:cBhvr>
                                      <p:tavLst>
                                        <p:tav tm="0">
                                          <p:val>
                                            <p:strVal val="1+#ppt_w/2"/>
                                          </p:val>
                                        </p:tav>
                                        <p:tav tm="100000">
                                          <p:val>
                                            <p:strVal val="#ppt_x"/>
                                          </p:val>
                                        </p:tav>
                                      </p:tavLst>
                                    </p:anim>
                                    <p:anim calcmode="lin" valueType="num">
                                      <p:cBhvr additive="base">
                                        <p:cTn id="34" dur="500" fill="hold"/>
                                        <p:tgtEl>
                                          <p:spTgt spid="14"/>
                                        </p:tgtEl>
                                        <p:attrNameLst>
                                          <p:attrName>ppt_y</p:attrName>
                                        </p:attrNameLst>
                                      </p:cBhvr>
                                      <p:tavLst>
                                        <p:tav tm="0">
                                          <p:val>
                                            <p:strVal val="#ppt_y"/>
                                          </p:val>
                                        </p:tav>
                                        <p:tav tm="100000">
                                          <p:val>
                                            <p:strVal val="#ppt_y"/>
                                          </p:val>
                                        </p:tav>
                                      </p:tavLst>
                                    </p:anim>
                                  </p:childTnLst>
                                </p:cTn>
                              </p:par>
                            </p:childTnLst>
                          </p:cTn>
                        </p:par>
                        <p:par>
                          <p:cTn id="35" fill="hold">
                            <p:stCondLst>
                              <p:cond delay="3000"/>
                            </p:stCondLst>
                            <p:childTnLst>
                              <p:par>
                                <p:cTn id="36" presetID="53" presetClass="entr" presetSubtype="0" fill="hold" nodeType="afterEffect">
                                  <p:stCondLst>
                                    <p:cond delay="0"/>
                                  </p:stCondLst>
                                  <p:childTnLst>
                                    <p:set>
                                      <p:cBhvr>
                                        <p:cTn id="37" dur="1" fill="hold">
                                          <p:stCondLst>
                                            <p:cond delay="0"/>
                                          </p:stCondLst>
                                        </p:cTn>
                                        <p:tgtEl>
                                          <p:spTgt spid="20"/>
                                        </p:tgtEl>
                                        <p:attrNameLst>
                                          <p:attrName>style.visibility</p:attrName>
                                        </p:attrNameLst>
                                      </p:cBhvr>
                                      <p:to>
                                        <p:strVal val="visible"/>
                                      </p:to>
                                    </p:set>
                                    <p:anim calcmode="lin" valueType="num">
                                      <p:cBhvr>
                                        <p:cTn id="38" dur="500" fill="hold"/>
                                        <p:tgtEl>
                                          <p:spTgt spid="20"/>
                                        </p:tgtEl>
                                        <p:attrNameLst>
                                          <p:attrName>ppt_w</p:attrName>
                                        </p:attrNameLst>
                                      </p:cBhvr>
                                      <p:tavLst>
                                        <p:tav tm="0">
                                          <p:val>
                                            <p:fltVal val="0"/>
                                          </p:val>
                                        </p:tav>
                                        <p:tav tm="100000">
                                          <p:val>
                                            <p:strVal val="#ppt_w"/>
                                          </p:val>
                                        </p:tav>
                                      </p:tavLst>
                                    </p:anim>
                                    <p:anim calcmode="lin" valueType="num">
                                      <p:cBhvr>
                                        <p:cTn id="39" dur="500" fill="hold"/>
                                        <p:tgtEl>
                                          <p:spTgt spid="20"/>
                                        </p:tgtEl>
                                        <p:attrNameLst>
                                          <p:attrName>ppt_h</p:attrName>
                                        </p:attrNameLst>
                                      </p:cBhvr>
                                      <p:tavLst>
                                        <p:tav tm="0">
                                          <p:val>
                                            <p:fltVal val="0"/>
                                          </p:val>
                                        </p:tav>
                                        <p:tav tm="100000">
                                          <p:val>
                                            <p:strVal val="#ppt_h"/>
                                          </p:val>
                                        </p:tav>
                                      </p:tavLst>
                                    </p:anim>
                                    <p:animEffect transition="in" filter="fade">
                                      <p:cBhvr>
                                        <p:cTn id="4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5"/>
          </p:nvPr>
        </p:nvPicPr>
        <p:blipFill>
          <a:blip r:embed="rId2">
            <a:extLst>
              <a:ext uri="{28A0092B-C50C-407E-A947-70E740481C1C}">
                <a14:useLocalDpi xmlns:a14="http://schemas.microsoft.com/office/drawing/2010/main" val="0"/>
              </a:ext>
            </a:extLst>
          </a:blip>
          <a:srcRect t="20585" b="20585"/>
          <a:stretch>
            <a:fillRect/>
          </a:stretch>
        </p:blipFill>
        <p:spPr>
          <a:xfrm>
            <a:off x="3884613" y="1268413"/>
            <a:ext cx="4422775" cy="2601912"/>
          </a:xfrm>
        </p:spPr>
      </p:pic>
      <p:sp>
        <p:nvSpPr>
          <p:cNvPr id="27" name="Title 26"/>
          <p:cNvSpPr>
            <a:spLocks noGrp="1"/>
          </p:cNvSpPr>
          <p:nvPr>
            <p:ph type="title"/>
          </p:nvPr>
        </p:nvSpPr>
        <p:spPr/>
        <p:txBody>
          <a:bodyPr/>
          <a:lstStyle/>
          <a:p>
            <a:r>
              <a:rPr lang="ar-SA" u="sng" dirty="0">
                <a:solidFill>
                  <a:schemeClr val="tx1"/>
                </a:solidFill>
              </a:rPr>
              <a:t>ما هي فلسفة الويكي وفوائده التعليمية؟</a:t>
            </a:r>
            <a:endParaRPr lang="en-US" u="sng" dirty="0">
              <a:solidFill>
                <a:schemeClr val="tx1"/>
              </a:solidFill>
            </a:endParaRPr>
          </a:p>
        </p:txBody>
      </p:sp>
      <p:sp>
        <p:nvSpPr>
          <p:cNvPr id="41" name="Sev04"/>
          <p:cNvSpPr/>
          <p:nvPr/>
        </p:nvSpPr>
        <p:spPr>
          <a:xfrm>
            <a:off x="6280501" y="3393962"/>
            <a:ext cx="1370325" cy="1370324"/>
          </a:xfrm>
          <a:prstGeom prst="rect">
            <a:avLst/>
          </a:prstGeom>
          <a:solidFill>
            <a:schemeClr val="accent4"/>
          </a:solidFill>
          <a:ln w="190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42" name="Freeform 52"/>
          <p:cNvSpPr>
            <a:spLocks noEditPoints="1"/>
          </p:cNvSpPr>
          <p:nvPr/>
        </p:nvSpPr>
        <p:spPr bwMode="auto">
          <a:xfrm>
            <a:off x="6656871" y="3746903"/>
            <a:ext cx="617591" cy="664441"/>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8" name="Sev01"/>
          <p:cNvSpPr/>
          <p:nvPr/>
        </p:nvSpPr>
        <p:spPr>
          <a:xfrm>
            <a:off x="852311" y="3393962"/>
            <a:ext cx="1370325" cy="1370324"/>
          </a:xfrm>
          <a:prstGeom prst="rect">
            <a:avLst/>
          </a:prstGeom>
          <a:solidFill>
            <a:schemeClr val="accent1"/>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43" name="Freeform 42"/>
          <p:cNvSpPr>
            <a:spLocks noEditPoints="1"/>
          </p:cNvSpPr>
          <p:nvPr/>
        </p:nvSpPr>
        <p:spPr bwMode="auto">
          <a:xfrm>
            <a:off x="1200992" y="3789495"/>
            <a:ext cx="672960" cy="579257"/>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0" name="Sev03"/>
          <p:cNvSpPr/>
          <p:nvPr/>
        </p:nvSpPr>
        <p:spPr>
          <a:xfrm>
            <a:off x="4494955" y="3393962"/>
            <a:ext cx="1370325" cy="1370324"/>
          </a:xfrm>
          <a:prstGeom prst="rect">
            <a:avLst/>
          </a:prstGeom>
          <a:solidFill>
            <a:schemeClr val="accent3"/>
          </a:solidFill>
          <a:ln w="1905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cs typeface="+mj-cs"/>
            </a:endParaRPr>
          </a:p>
        </p:txBody>
      </p:sp>
      <p:sp>
        <p:nvSpPr>
          <p:cNvPr id="44" name="Freeform 178"/>
          <p:cNvSpPr>
            <a:spLocks noEditPoints="1"/>
          </p:cNvSpPr>
          <p:nvPr/>
        </p:nvSpPr>
        <p:spPr bwMode="auto">
          <a:xfrm>
            <a:off x="4843634" y="3825694"/>
            <a:ext cx="672960" cy="506852"/>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9" name="Sev02"/>
          <p:cNvSpPr/>
          <p:nvPr/>
        </p:nvSpPr>
        <p:spPr>
          <a:xfrm>
            <a:off x="2709405" y="3393962"/>
            <a:ext cx="1370325" cy="1370324"/>
          </a:xfrm>
          <a:prstGeom prst="rect">
            <a:avLst/>
          </a:prstGeom>
          <a:solidFill>
            <a:schemeClr val="accent2"/>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8000" dirty="0">
              <a:solidFill>
                <a:srgbClr val="15AA96">
                  <a:lumMod val="50000"/>
                </a:srgbClr>
              </a:solidFill>
              <a:latin typeface="FontAwesome" pitchFamily="2" charset="0"/>
            </a:endParaRPr>
          </a:p>
        </p:txBody>
      </p:sp>
      <p:sp>
        <p:nvSpPr>
          <p:cNvPr id="45" name="Freeform 86"/>
          <p:cNvSpPr>
            <a:spLocks noEditPoints="1"/>
          </p:cNvSpPr>
          <p:nvPr/>
        </p:nvSpPr>
        <p:spPr bwMode="auto">
          <a:xfrm>
            <a:off x="3164139" y="3691422"/>
            <a:ext cx="460857" cy="775404"/>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51" name="Sev04"/>
          <p:cNvSpPr/>
          <p:nvPr/>
        </p:nvSpPr>
        <p:spPr>
          <a:xfrm>
            <a:off x="8066049" y="3393962"/>
            <a:ext cx="1370325" cy="1370324"/>
          </a:xfrm>
          <a:prstGeom prst="rect">
            <a:avLst/>
          </a:prstGeom>
          <a:solidFill>
            <a:schemeClr val="accent5"/>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54" name="Sev04"/>
          <p:cNvSpPr/>
          <p:nvPr/>
        </p:nvSpPr>
        <p:spPr>
          <a:xfrm>
            <a:off x="9928055" y="3393962"/>
            <a:ext cx="1370325" cy="1370324"/>
          </a:xfrm>
          <a:prstGeom prst="rect">
            <a:avLst/>
          </a:prstGeom>
          <a:solidFill>
            <a:schemeClr val="accent6"/>
          </a:solidFill>
          <a:ln w="190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56" name="Freeform 22"/>
          <p:cNvSpPr>
            <a:spLocks noEditPoints="1"/>
          </p:cNvSpPr>
          <p:nvPr/>
        </p:nvSpPr>
        <p:spPr bwMode="auto">
          <a:xfrm>
            <a:off x="8399739" y="3773078"/>
            <a:ext cx="702951" cy="612092"/>
          </a:xfrm>
          <a:custGeom>
            <a:avLst/>
            <a:gdLst/>
            <a:ahLst/>
            <a:cxnLst>
              <a:cxn ang="0">
                <a:pos x="68" y="24"/>
              </a:cxn>
              <a:cxn ang="0">
                <a:pos x="64" y="29"/>
              </a:cxn>
              <a:cxn ang="0">
                <a:pos x="64" y="43"/>
              </a:cxn>
              <a:cxn ang="0">
                <a:pos x="59" y="48"/>
              </a:cxn>
              <a:cxn ang="0">
                <a:pos x="28" y="34"/>
              </a:cxn>
              <a:cxn ang="0">
                <a:pos x="25" y="44"/>
              </a:cxn>
              <a:cxn ang="0">
                <a:pos x="30" y="54"/>
              </a:cxn>
              <a:cxn ang="0">
                <a:pos x="14" y="56"/>
              </a:cxn>
              <a:cxn ang="0">
                <a:pos x="11" y="34"/>
              </a:cxn>
              <a:cxn ang="0">
                <a:pos x="7" y="34"/>
              </a:cxn>
              <a:cxn ang="0">
                <a:pos x="0" y="27"/>
              </a:cxn>
              <a:cxn ang="0">
                <a:pos x="0" y="20"/>
              </a:cxn>
              <a:cxn ang="0">
                <a:pos x="7" y="14"/>
              </a:cxn>
              <a:cxn ang="0">
                <a:pos x="25" y="14"/>
              </a:cxn>
              <a:cxn ang="0">
                <a:pos x="59" y="0"/>
              </a:cxn>
              <a:cxn ang="0">
                <a:pos x="64" y="4"/>
              </a:cxn>
              <a:cxn ang="0">
                <a:pos x="64" y="19"/>
              </a:cxn>
              <a:cxn ang="0">
                <a:pos x="68" y="24"/>
              </a:cxn>
              <a:cxn ang="0">
                <a:pos x="59" y="6"/>
              </a:cxn>
              <a:cxn ang="0">
                <a:pos x="30" y="19"/>
              </a:cxn>
              <a:cxn ang="0">
                <a:pos x="30" y="29"/>
              </a:cxn>
              <a:cxn ang="0">
                <a:pos x="59" y="42"/>
              </a:cxn>
              <a:cxn ang="0">
                <a:pos x="59" y="6"/>
              </a:cxn>
            </a:cxnLst>
            <a:rect l="0" t="0" r="r" b="b"/>
            <a:pathLst>
              <a:path w="68" h="59">
                <a:moveTo>
                  <a:pt x="68" y="24"/>
                </a:moveTo>
                <a:cubicBezTo>
                  <a:pt x="68" y="27"/>
                  <a:pt x="66" y="29"/>
                  <a:pt x="64" y="29"/>
                </a:cubicBezTo>
                <a:cubicBezTo>
                  <a:pt x="64" y="43"/>
                  <a:pt x="64" y="43"/>
                  <a:pt x="64" y="43"/>
                </a:cubicBezTo>
                <a:cubicBezTo>
                  <a:pt x="64" y="46"/>
                  <a:pt x="61" y="48"/>
                  <a:pt x="59" y="48"/>
                </a:cubicBezTo>
                <a:cubicBezTo>
                  <a:pt x="52" y="43"/>
                  <a:pt x="41" y="35"/>
                  <a:pt x="28" y="34"/>
                </a:cubicBezTo>
                <a:cubicBezTo>
                  <a:pt x="23" y="35"/>
                  <a:pt x="22" y="41"/>
                  <a:pt x="25" y="44"/>
                </a:cubicBezTo>
                <a:cubicBezTo>
                  <a:pt x="22" y="48"/>
                  <a:pt x="26" y="51"/>
                  <a:pt x="30" y="54"/>
                </a:cubicBezTo>
                <a:cubicBezTo>
                  <a:pt x="27" y="59"/>
                  <a:pt x="17" y="59"/>
                  <a:pt x="14" y="56"/>
                </a:cubicBezTo>
                <a:cubicBezTo>
                  <a:pt x="12" y="49"/>
                  <a:pt x="8" y="42"/>
                  <a:pt x="11" y="34"/>
                </a:cubicBezTo>
                <a:cubicBezTo>
                  <a:pt x="7" y="34"/>
                  <a:pt x="7" y="34"/>
                  <a:pt x="7" y="34"/>
                </a:cubicBezTo>
                <a:cubicBezTo>
                  <a:pt x="3" y="34"/>
                  <a:pt x="0" y="31"/>
                  <a:pt x="0" y="27"/>
                </a:cubicBezTo>
                <a:cubicBezTo>
                  <a:pt x="0" y="20"/>
                  <a:pt x="0" y="20"/>
                  <a:pt x="0" y="20"/>
                </a:cubicBezTo>
                <a:cubicBezTo>
                  <a:pt x="0" y="17"/>
                  <a:pt x="3" y="14"/>
                  <a:pt x="7" y="14"/>
                </a:cubicBezTo>
                <a:cubicBezTo>
                  <a:pt x="25" y="14"/>
                  <a:pt x="25" y="14"/>
                  <a:pt x="25" y="14"/>
                </a:cubicBezTo>
                <a:cubicBezTo>
                  <a:pt x="39" y="14"/>
                  <a:pt x="51" y="6"/>
                  <a:pt x="59" y="0"/>
                </a:cubicBezTo>
                <a:cubicBezTo>
                  <a:pt x="61" y="0"/>
                  <a:pt x="64" y="2"/>
                  <a:pt x="64" y="4"/>
                </a:cubicBezTo>
                <a:cubicBezTo>
                  <a:pt x="64" y="19"/>
                  <a:pt x="64" y="19"/>
                  <a:pt x="64" y="19"/>
                </a:cubicBezTo>
                <a:cubicBezTo>
                  <a:pt x="66" y="19"/>
                  <a:pt x="68" y="21"/>
                  <a:pt x="68" y="24"/>
                </a:cubicBezTo>
                <a:close/>
                <a:moveTo>
                  <a:pt x="59" y="6"/>
                </a:moveTo>
                <a:cubicBezTo>
                  <a:pt x="49" y="13"/>
                  <a:pt x="39" y="18"/>
                  <a:pt x="30" y="19"/>
                </a:cubicBezTo>
                <a:cubicBezTo>
                  <a:pt x="30" y="29"/>
                  <a:pt x="30" y="29"/>
                  <a:pt x="30" y="29"/>
                </a:cubicBezTo>
                <a:cubicBezTo>
                  <a:pt x="39" y="30"/>
                  <a:pt x="49" y="34"/>
                  <a:pt x="59" y="42"/>
                </a:cubicBezTo>
                <a:lnTo>
                  <a:pt x="59"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57" name="Freeform 135"/>
          <p:cNvSpPr>
            <a:spLocks noEditPoints="1"/>
          </p:cNvSpPr>
          <p:nvPr/>
        </p:nvSpPr>
        <p:spPr bwMode="auto">
          <a:xfrm>
            <a:off x="10314582" y="3799388"/>
            <a:ext cx="597276" cy="559473"/>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9" name="Footer Text"/>
          <p:cNvSpPr txBox="1"/>
          <p:nvPr/>
        </p:nvSpPr>
        <p:spPr>
          <a:xfrm>
            <a:off x="782642" y="4851133"/>
            <a:ext cx="10626721" cy="1477328"/>
          </a:xfrm>
          <a:prstGeom prst="rect">
            <a:avLst/>
          </a:prstGeom>
          <a:noFill/>
        </p:spPr>
        <p:txBody>
          <a:bodyPr wrap="square" lIns="0" tIns="0" rIns="0" bIns="0" rtlCol="0">
            <a:spAutoFit/>
          </a:bodyPr>
          <a:lstStyle/>
          <a:p>
            <a:pPr algn="ctr" defTabSz="1375467" fontAlgn="auto">
              <a:spcBef>
                <a:spcPts val="0"/>
              </a:spcBef>
              <a:spcAft>
                <a:spcPts val="0"/>
              </a:spcAft>
            </a:pPr>
            <a:r>
              <a:rPr lang="ar-SA" sz="2400" b="1" dirty="0">
                <a:solidFill>
                  <a:srgbClr val="262626">
                    <a:lumMod val="50000"/>
                    <a:lumOff val="50000"/>
                  </a:srgbClr>
                </a:solidFill>
                <a:latin typeface="Roboto Condensed"/>
                <a:cs typeface="Simplified Arabic" panose="02020603050405020304" pitchFamily="18" charset="-78"/>
              </a:rPr>
              <a:t>للويكي فلسفة تعليمية واضحة المعلم، تقوم على أساس مفاده أن العملية التعليمية التي يمر بها الطلاب هي الهدف والمنتج، بمعنى أن تعزيز عملية التعاون والعمل الجماعي والتفاعل بين الطلاب وتنمية مهارات التبادل الفكري والمعرفي وتوزيع الأدوار، هي الهدف من وراء استخدام الويكي وليس المشروع المطلوب إتمامه بحد ذاته</a:t>
            </a:r>
            <a:endParaRPr lang="en-US" sz="2400" b="1" dirty="0">
              <a:solidFill>
                <a:srgbClr val="262626">
                  <a:lumMod val="50000"/>
                  <a:lumOff val="50000"/>
                </a:srgbClr>
              </a:solidFill>
              <a:latin typeface="Roboto Condensed"/>
              <a:cs typeface="Simplified Arabic" panose="02020603050405020304" pitchFamily="18" charset="-78"/>
            </a:endParaRPr>
          </a:p>
        </p:txBody>
      </p: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19767412"/>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slide(fromBottom)">
                                      <p:cBhvr>
                                        <p:cTn id="7" dur="10"/>
                                        <p:tgtEl>
                                          <p:spTgt spid="38"/>
                                        </p:tgtEl>
                                      </p:cBhvr>
                                    </p:animEffect>
                                  </p:childTnLst>
                                </p:cTn>
                              </p:par>
                            </p:childTnLst>
                          </p:cTn>
                        </p:par>
                        <p:par>
                          <p:cTn id="8" fill="hold">
                            <p:stCondLst>
                              <p:cond delay="10"/>
                            </p:stCondLst>
                            <p:childTnLst>
                              <p:par>
                                <p:cTn id="9" presetID="53" presetClass="entr" presetSubtype="0" fill="hold" grpId="0" nodeType="afterEffect">
                                  <p:stCondLst>
                                    <p:cond delay="0"/>
                                  </p:stCondLst>
                                  <p:childTnLst>
                                    <p:set>
                                      <p:cBhvr>
                                        <p:cTn id="10" dur="1" fill="hold">
                                          <p:stCondLst>
                                            <p:cond delay="0"/>
                                          </p:stCondLst>
                                        </p:cTn>
                                        <p:tgtEl>
                                          <p:spTgt spid="43"/>
                                        </p:tgtEl>
                                        <p:attrNameLst>
                                          <p:attrName>style.visibility</p:attrName>
                                        </p:attrNameLst>
                                      </p:cBhvr>
                                      <p:to>
                                        <p:strVal val="visible"/>
                                      </p:to>
                                    </p:set>
                                    <p:anim calcmode="lin" valueType="num">
                                      <p:cBhvr>
                                        <p:cTn id="11" dur="10" fill="hold"/>
                                        <p:tgtEl>
                                          <p:spTgt spid="43"/>
                                        </p:tgtEl>
                                        <p:attrNameLst>
                                          <p:attrName>ppt_w</p:attrName>
                                        </p:attrNameLst>
                                      </p:cBhvr>
                                      <p:tavLst>
                                        <p:tav tm="0">
                                          <p:val>
                                            <p:fltVal val="0"/>
                                          </p:val>
                                        </p:tav>
                                        <p:tav tm="100000">
                                          <p:val>
                                            <p:strVal val="#ppt_w"/>
                                          </p:val>
                                        </p:tav>
                                      </p:tavLst>
                                    </p:anim>
                                    <p:anim calcmode="lin" valueType="num">
                                      <p:cBhvr>
                                        <p:cTn id="12" dur="10" fill="hold"/>
                                        <p:tgtEl>
                                          <p:spTgt spid="43"/>
                                        </p:tgtEl>
                                        <p:attrNameLst>
                                          <p:attrName>ppt_h</p:attrName>
                                        </p:attrNameLst>
                                      </p:cBhvr>
                                      <p:tavLst>
                                        <p:tav tm="0">
                                          <p:val>
                                            <p:fltVal val="0"/>
                                          </p:val>
                                        </p:tav>
                                        <p:tav tm="100000">
                                          <p:val>
                                            <p:strVal val="#ppt_h"/>
                                          </p:val>
                                        </p:tav>
                                      </p:tavLst>
                                    </p:anim>
                                    <p:animEffect transition="in" filter="fade">
                                      <p:cBhvr>
                                        <p:cTn id="13" dur="10"/>
                                        <p:tgtEl>
                                          <p:spTgt spid="43"/>
                                        </p:tgtEl>
                                      </p:cBhvr>
                                    </p:animEffect>
                                  </p:childTnLst>
                                </p:cTn>
                              </p:par>
                            </p:childTnLst>
                          </p:cTn>
                        </p:par>
                        <p:par>
                          <p:cTn id="14" fill="hold">
                            <p:stCondLst>
                              <p:cond delay="20"/>
                            </p:stCondLst>
                            <p:childTnLst>
                              <p:par>
                                <p:cTn id="15" presetID="12" presetClass="entr" presetSubtype="4" fill="hold" grpId="0" nodeType="afterEffect">
                                  <p:stCondLst>
                                    <p:cond delay="0"/>
                                  </p:stCondLst>
                                  <p:childTnLst>
                                    <p:set>
                                      <p:cBhvr>
                                        <p:cTn id="16" dur="1" fill="hold">
                                          <p:stCondLst>
                                            <p:cond delay="0"/>
                                          </p:stCondLst>
                                        </p:cTn>
                                        <p:tgtEl>
                                          <p:spTgt spid="39"/>
                                        </p:tgtEl>
                                        <p:attrNameLst>
                                          <p:attrName>style.visibility</p:attrName>
                                        </p:attrNameLst>
                                      </p:cBhvr>
                                      <p:to>
                                        <p:strVal val="visible"/>
                                      </p:to>
                                    </p:set>
                                    <p:animEffect transition="in" filter="slide(fromBottom)">
                                      <p:cBhvr>
                                        <p:cTn id="17" dur="10"/>
                                        <p:tgtEl>
                                          <p:spTgt spid="39"/>
                                        </p:tgtEl>
                                      </p:cBhvr>
                                    </p:animEffect>
                                  </p:childTnLst>
                                </p:cTn>
                              </p:par>
                            </p:childTnLst>
                          </p:cTn>
                        </p:par>
                        <p:par>
                          <p:cTn id="18" fill="hold">
                            <p:stCondLst>
                              <p:cond delay="30"/>
                            </p:stCondLst>
                            <p:childTnLst>
                              <p:par>
                                <p:cTn id="19" presetID="53" presetClass="entr" presetSubtype="0" fill="hold" grpId="0" nodeType="afterEffect">
                                  <p:stCondLst>
                                    <p:cond delay="0"/>
                                  </p:stCondLst>
                                  <p:childTnLst>
                                    <p:set>
                                      <p:cBhvr>
                                        <p:cTn id="20" dur="1" fill="hold">
                                          <p:stCondLst>
                                            <p:cond delay="0"/>
                                          </p:stCondLst>
                                        </p:cTn>
                                        <p:tgtEl>
                                          <p:spTgt spid="45"/>
                                        </p:tgtEl>
                                        <p:attrNameLst>
                                          <p:attrName>style.visibility</p:attrName>
                                        </p:attrNameLst>
                                      </p:cBhvr>
                                      <p:to>
                                        <p:strVal val="visible"/>
                                      </p:to>
                                    </p:set>
                                    <p:anim calcmode="lin" valueType="num">
                                      <p:cBhvr>
                                        <p:cTn id="21" dur="10" fill="hold"/>
                                        <p:tgtEl>
                                          <p:spTgt spid="45"/>
                                        </p:tgtEl>
                                        <p:attrNameLst>
                                          <p:attrName>ppt_w</p:attrName>
                                        </p:attrNameLst>
                                      </p:cBhvr>
                                      <p:tavLst>
                                        <p:tav tm="0">
                                          <p:val>
                                            <p:fltVal val="0"/>
                                          </p:val>
                                        </p:tav>
                                        <p:tav tm="100000">
                                          <p:val>
                                            <p:strVal val="#ppt_w"/>
                                          </p:val>
                                        </p:tav>
                                      </p:tavLst>
                                    </p:anim>
                                    <p:anim calcmode="lin" valueType="num">
                                      <p:cBhvr>
                                        <p:cTn id="22" dur="10" fill="hold"/>
                                        <p:tgtEl>
                                          <p:spTgt spid="45"/>
                                        </p:tgtEl>
                                        <p:attrNameLst>
                                          <p:attrName>ppt_h</p:attrName>
                                        </p:attrNameLst>
                                      </p:cBhvr>
                                      <p:tavLst>
                                        <p:tav tm="0">
                                          <p:val>
                                            <p:fltVal val="0"/>
                                          </p:val>
                                        </p:tav>
                                        <p:tav tm="100000">
                                          <p:val>
                                            <p:strVal val="#ppt_h"/>
                                          </p:val>
                                        </p:tav>
                                      </p:tavLst>
                                    </p:anim>
                                    <p:animEffect transition="in" filter="fade">
                                      <p:cBhvr>
                                        <p:cTn id="23" dur="10"/>
                                        <p:tgtEl>
                                          <p:spTgt spid="45"/>
                                        </p:tgtEl>
                                      </p:cBhvr>
                                    </p:animEffect>
                                  </p:childTnLst>
                                </p:cTn>
                              </p:par>
                            </p:childTnLst>
                          </p:cTn>
                        </p:par>
                        <p:par>
                          <p:cTn id="24" fill="hold">
                            <p:stCondLst>
                              <p:cond delay="40"/>
                            </p:stCondLst>
                            <p:childTnLst>
                              <p:par>
                                <p:cTn id="25" presetID="12" presetClass="entr" presetSubtype="4" fill="hold" grpId="0" nodeType="afterEffect">
                                  <p:stCondLst>
                                    <p:cond delay="0"/>
                                  </p:stCondLst>
                                  <p:childTnLst>
                                    <p:set>
                                      <p:cBhvr>
                                        <p:cTn id="26" dur="1" fill="hold">
                                          <p:stCondLst>
                                            <p:cond delay="0"/>
                                          </p:stCondLst>
                                        </p:cTn>
                                        <p:tgtEl>
                                          <p:spTgt spid="40"/>
                                        </p:tgtEl>
                                        <p:attrNameLst>
                                          <p:attrName>style.visibility</p:attrName>
                                        </p:attrNameLst>
                                      </p:cBhvr>
                                      <p:to>
                                        <p:strVal val="visible"/>
                                      </p:to>
                                    </p:set>
                                    <p:animEffect transition="in" filter="slide(fromBottom)">
                                      <p:cBhvr>
                                        <p:cTn id="27" dur="10"/>
                                        <p:tgtEl>
                                          <p:spTgt spid="40"/>
                                        </p:tgtEl>
                                      </p:cBhvr>
                                    </p:animEffect>
                                  </p:childTnLst>
                                </p:cTn>
                              </p:par>
                            </p:childTnLst>
                          </p:cTn>
                        </p:par>
                        <p:par>
                          <p:cTn id="28" fill="hold">
                            <p:stCondLst>
                              <p:cond delay="50"/>
                            </p:stCondLst>
                            <p:childTnLst>
                              <p:par>
                                <p:cTn id="29" presetID="53" presetClass="entr" presetSubtype="0" fill="hold" grpId="0" nodeType="afterEffect">
                                  <p:stCondLst>
                                    <p:cond delay="0"/>
                                  </p:stCondLst>
                                  <p:childTnLst>
                                    <p:set>
                                      <p:cBhvr>
                                        <p:cTn id="30" dur="1" fill="hold">
                                          <p:stCondLst>
                                            <p:cond delay="0"/>
                                          </p:stCondLst>
                                        </p:cTn>
                                        <p:tgtEl>
                                          <p:spTgt spid="44"/>
                                        </p:tgtEl>
                                        <p:attrNameLst>
                                          <p:attrName>style.visibility</p:attrName>
                                        </p:attrNameLst>
                                      </p:cBhvr>
                                      <p:to>
                                        <p:strVal val="visible"/>
                                      </p:to>
                                    </p:set>
                                    <p:anim calcmode="lin" valueType="num">
                                      <p:cBhvr>
                                        <p:cTn id="31" dur="10" fill="hold"/>
                                        <p:tgtEl>
                                          <p:spTgt spid="44"/>
                                        </p:tgtEl>
                                        <p:attrNameLst>
                                          <p:attrName>ppt_w</p:attrName>
                                        </p:attrNameLst>
                                      </p:cBhvr>
                                      <p:tavLst>
                                        <p:tav tm="0">
                                          <p:val>
                                            <p:fltVal val="0"/>
                                          </p:val>
                                        </p:tav>
                                        <p:tav tm="100000">
                                          <p:val>
                                            <p:strVal val="#ppt_w"/>
                                          </p:val>
                                        </p:tav>
                                      </p:tavLst>
                                    </p:anim>
                                    <p:anim calcmode="lin" valueType="num">
                                      <p:cBhvr>
                                        <p:cTn id="32" dur="10" fill="hold"/>
                                        <p:tgtEl>
                                          <p:spTgt spid="44"/>
                                        </p:tgtEl>
                                        <p:attrNameLst>
                                          <p:attrName>ppt_h</p:attrName>
                                        </p:attrNameLst>
                                      </p:cBhvr>
                                      <p:tavLst>
                                        <p:tav tm="0">
                                          <p:val>
                                            <p:fltVal val="0"/>
                                          </p:val>
                                        </p:tav>
                                        <p:tav tm="100000">
                                          <p:val>
                                            <p:strVal val="#ppt_h"/>
                                          </p:val>
                                        </p:tav>
                                      </p:tavLst>
                                    </p:anim>
                                    <p:animEffect transition="in" filter="fade">
                                      <p:cBhvr>
                                        <p:cTn id="33" dur="10"/>
                                        <p:tgtEl>
                                          <p:spTgt spid="44"/>
                                        </p:tgtEl>
                                      </p:cBhvr>
                                    </p:animEffect>
                                  </p:childTnLst>
                                </p:cTn>
                              </p:par>
                            </p:childTnLst>
                          </p:cTn>
                        </p:par>
                        <p:par>
                          <p:cTn id="34" fill="hold">
                            <p:stCondLst>
                              <p:cond delay="60"/>
                            </p:stCondLst>
                            <p:childTnLst>
                              <p:par>
                                <p:cTn id="35" presetID="12" presetClass="entr" presetSubtype="4" fill="hold" grpId="0" nodeType="afterEffect">
                                  <p:stCondLst>
                                    <p:cond delay="0"/>
                                  </p:stCondLst>
                                  <p:childTnLst>
                                    <p:set>
                                      <p:cBhvr>
                                        <p:cTn id="36" dur="1" fill="hold">
                                          <p:stCondLst>
                                            <p:cond delay="0"/>
                                          </p:stCondLst>
                                        </p:cTn>
                                        <p:tgtEl>
                                          <p:spTgt spid="41"/>
                                        </p:tgtEl>
                                        <p:attrNameLst>
                                          <p:attrName>style.visibility</p:attrName>
                                        </p:attrNameLst>
                                      </p:cBhvr>
                                      <p:to>
                                        <p:strVal val="visible"/>
                                      </p:to>
                                    </p:set>
                                    <p:animEffect transition="in" filter="slide(fromBottom)">
                                      <p:cBhvr>
                                        <p:cTn id="37" dur="10"/>
                                        <p:tgtEl>
                                          <p:spTgt spid="41"/>
                                        </p:tgtEl>
                                      </p:cBhvr>
                                    </p:animEffect>
                                  </p:childTnLst>
                                </p:cTn>
                              </p:par>
                            </p:childTnLst>
                          </p:cTn>
                        </p:par>
                        <p:par>
                          <p:cTn id="38" fill="hold">
                            <p:stCondLst>
                              <p:cond delay="70"/>
                            </p:stCondLst>
                            <p:childTnLst>
                              <p:par>
                                <p:cTn id="39" presetID="53" presetClass="entr" presetSubtype="0" fill="hold" grpId="0" nodeType="afterEffect">
                                  <p:stCondLst>
                                    <p:cond delay="0"/>
                                  </p:stCondLst>
                                  <p:childTnLst>
                                    <p:set>
                                      <p:cBhvr>
                                        <p:cTn id="40" dur="1" fill="hold">
                                          <p:stCondLst>
                                            <p:cond delay="0"/>
                                          </p:stCondLst>
                                        </p:cTn>
                                        <p:tgtEl>
                                          <p:spTgt spid="42"/>
                                        </p:tgtEl>
                                        <p:attrNameLst>
                                          <p:attrName>style.visibility</p:attrName>
                                        </p:attrNameLst>
                                      </p:cBhvr>
                                      <p:to>
                                        <p:strVal val="visible"/>
                                      </p:to>
                                    </p:set>
                                    <p:anim calcmode="lin" valueType="num">
                                      <p:cBhvr>
                                        <p:cTn id="41" dur="10" fill="hold"/>
                                        <p:tgtEl>
                                          <p:spTgt spid="42"/>
                                        </p:tgtEl>
                                        <p:attrNameLst>
                                          <p:attrName>ppt_w</p:attrName>
                                        </p:attrNameLst>
                                      </p:cBhvr>
                                      <p:tavLst>
                                        <p:tav tm="0">
                                          <p:val>
                                            <p:fltVal val="0"/>
                                          </p:val>
                                        </p:tav>
                                        <p:tav tm="100000">
                                          <p:val>
                                            <p:strVal val="#ppt_w"/>
                                          </p:val>
                                        </p:tav>
                                      </p:tavLst>
                                    </p:anim>
                                    <p:anim calcmode="lin" valueType="num">
                                      <p:cBhvr>
                                        <p:cTn id="42" dur="10" fill="hold"/>
                                        <p:tgtEl>
                                          <p:spTgt spid="42"/>
                                        </p:tgtEl>
                                        <p:attrNameLst>
                                          <p:attrName>ppt_h</p:attrName>
                                        </p:attrNameLst>
                                      </p:cBhvr>
                                      <p:tavLst>
                                        <p:tav tm="0">
                                          <p:val>
                                            <p:fltVal val="0"/>
                                          </p:val>
                                        </p:tav>
                                        <p:tav tm="100000">
                                          <p:val>
                                            <p:strVal val="#ppt_h"/>
                                          </p:val>
                                        </p:tav>
                                      </p:tavLst>
                                    </p:anim>
                                    <p:animEffect transition="in" filter="fade">
                                      <p:cBhvr>
                                        <p:cTn id="43" dur="10"/>
                                        <p:tgtEl>
                                          <p:spTgt spid="42"/>
                                        </p:tgtEl>
                                      </p:cBhvr>
                                    </p:animEffect>
                                  </p:childTnLst>
                                </p:cTn>
                              </p:par>
                            </p:childTnLst>
                          </p:cTn>
                        </p:par>
                        <p:par>
                          <p:cTn id="44" fill="hold">
                            <p:stCondLst>
                              <p:cond delay="80"/>
                            </p:stCondLst>
                            <p:childTnLst>
                              <p:par>
                                <p:cTn id="45" presetID="12" presetClass="entr" presetSubtype="4" fill="hold" grpId="0" nodeType="afterEffect">
                                  <p:stCondLst>
                                    <p:cond delay="0"/>
                                  </p:stCondLst>
                                  <p:childTnLst>
                                    <p:set>
                                      <p:cBhvr>
                                        <p:cTn id="46" dur="1" fill="hold">
                                          <p:stCondLst>
                                            <p:cond delay="0"/>
                                          </p:stCondLst>
                                        </p:cTn>
                                        <p:tgtEl>
                                          <p:spTgt spid="51"/>
                                        </p:tgtEl>
                                        <p:attrNameLst>
                                          <p:attrName>style.visibility</p:attrName>
                                        </p:attrNameLst>
                                      </p:cBhvr>
                                      <p:to>
                                        <p:strVal val="visible"/>
                                      </p:to>
                                    </p:set>
                                    <p:animEffect transition="in" filter="slide(fromBottom)">
                                      <p:cBhvr>
                                        <p:cTn id="47" dur="10"/>
                                        <p:tgtEl>
                                          <p:spTgt spid="51"/>
                                        </p:tgtEl>
                                      </p:cBhvr>
                                    </p:animEffect>
                                  </p:childTnLst>
                                </p:cTn>
                              </p:par>
                            </p:childTnLst>
                          </p:cTn>
                        </p:par>
                        <p:par>
                          <p:cTn id="48" fill="hold">
                            <p:stCondLst>
                              <p:cond delay="90"/>
                            </p:stCondLst>
                            <p:childTnLst>
                              <p:par>
                                <p:cTn id="49" presetID="53" presetClass="entr" presetSubtype="0" fill="hold" grpId="0" nodeType="afterEffect">
                                  <p:stCondLst>
                                    <p:cond delay="0"/>
                                  </p:stCondLst>
                                  <p:childTnLst>
                                    <p:set>
                                      <p:cBhvr>
                                        <p:cTn id="50" dur="1" fill="hold">
                                          <p:stCondLst>
                                            <p:cond delay="0"/>
                                          </p:stCondLst>
                                        </p:cTn>
                                        <p:tgtEl>
                                          <p:spTgt spid="56"/>
                                        </p:tgtEl>
                                        <p:attrNameLst>
                                          <p:attrName>style.visibility</p:attrName>
                                        </p:attrNameLst>
                                      </p:cBhvr>
                                      <p:to>
                                        <p:strVal val="visible"/>
                                      </p:to>
                                    </p:set>
                                    <p:anim calcmode="lin" valueType="num">
                                      <p:cBhvr>
                                        <p:cTn id="51" dur="10" fill="hold"/>
                                        <p:tgtEl>
                                          <p:spTgt spid="56"/>
                                        </p:tgtEl>
                                        <p:attrNameLst>
                                          <p:attrName>ppt_w</p:attrName>
                                        </p:attrNameLst>
                                      </p:cBhvr>
                                      <p:tavLst>
                                        <p:tav tm="0">
                                          <p:val>
                                            <p:fltVal val="0"/>
                                          </p:val>
                                        </p:tav>
                                        <p:tav tm="100000">
                                          <p:val>
                                            <p:strVal val="#ppt_w"/>
                                          </p:val>
                                        </p:tav>
                                      </p:tavLst>
                                    </p:anim>
                                    <p:anim calcmode="lin" valueType="num">
                                      <p:cBhvr>
                                        <p:cTn id="52" dur="10" fill="hold"/>
                                        <p:tgtEl>
                                          <p:spTgt spid="56"/>
                                        </p:tgtEl>
                                        <p:attrNameLst>
                                          <p:attrName>ppt_h</p:attrName>
                                        </p:attrNameLst>
                                      </p:cBhvr>
                                      <p:tavLst>
                                        <p:tav tm="0">
                                          <p:val>
                                            <p:fltVal val="0"/>
                                          </p:val>
                                        </p:tav>
                                        <p:tav tm="100000">
                                          <p:val>
                                            <p:strVal val="#ppt_h"/>
                                          </p:val>
                                        </p:tav>
                                      </p:tavLst>
                                    </p:anim>
                                    <p:animEffect transition="in" filter="fade">
                                      <p:cBhvr>
                                        <p:cTn id="53" dur="10"/>
                                        <p:tgtEl>
                                          <p:spTgt spid="56"/>
                                        </p:tgtEl>
                                      </p:cBhvr>
                                    </p:animEffect>
                                  </p:childTnLst>
                                </p:cTn>
                              </p:par>
                            </p:childTnLst>
                          </p:cTn>
                        </p:par>
                        <p:par>
                          <p:cTn id="54" fill="hold">
                            <p:stCondLst>
                              <p:cond delay="100"/>
                            </p:stCondLst>
                            <p:childTnLst>
                              <p:par>
                                <p:cTn id="55" presetID="12" presetClass="entr" presetSubtype="4" fill="hold" grpId="0" nodeType="afterEffect">
                                  <p:stCondLst>
                                    <p:cond delay="0"/>
                                  </p:stCondLst>
                                  <p:childTnLst>
                                    <p:set>
                                      <p:cBhvr>
                                        <p:cTn id="56" dur="1" fill="hold">
                                          <p:stCondLst>
                                            <p:cond delay="0"/>
                                          </p:stCondLst>
                                        </p:cTn>
                                        <p:tgtEl>
                                          <p:spTgt spid="54"/>
                                        </p:tgtEl>
                                        <p:attrNameLst>
                                          <p:attrName>style.visibility</p:attrName>
                                        </p:attrNameLst>
                                      </p:cBhvr>
                                      <p:to>
                                        <p:strVal val="visible"/>
                                      </p:to>
                                    </p:set>
                                    <p:animEffect transition="in" filter="slide(fromBottom)">
                                      <p:cBhvr>
                                        <p:cTn id="57" dur="10"/>
                                        <p:tgtEl>
                                          <p:spTgt spid="54"/>
                                        </p:tgtEl>
                                      </p:cBhvr>
                                    </p:animEffect>
                                  </p:childTnLst>
                                </p:cTn>
                              </p:par>
                            </p:childTnLst>
                          </p:cTn>
                        </p:par>
                        <p:par>
                          <p:cTn id="58" fill="hold">
                            <p:stCondLst>
                              <p:cond delay="110"/>
                            </p:stCondLst>
                            <p:childTnLst>
                              <p:par>
                                <p:cTn id="59" presetID="53" presetClass="entr" presetSubtype="0" fill="hold" grpId="0" nodeType="afterEffect">
                                  <p:stCondLst>
                                    <p:cond delay="0"/>
                                  </p:stCondLst>
                                  <p:childTnLst>
                                    <p:set>
                                      <p:cBhvr>
                                        <p:cTn id="60" dur="1" fill="hold">
                                          <p:stCondLst>
                                            <p:cond delay="0"/>
                                          </p:stCondLst>
                                        </p:cTn>
                                        <p:tgtEl>
                                          <p:spTgt spid="57"/>
                                        </p:tgtEl>
                                        <p:attrNameLst>
                                          <p:attrName>style.visibility</p:attrName>
                                        </p:attrNameLst>
                                      </p:cBhvr>
                                      <p:to>
                                        <p:strVal val="visible"/>
                                      </p:to>
                                    </p:set>
                                    <p:anim calcmode="lin" valueType="num">
                                      <p:cBhvr>
                                        <p:cTn id="61" dur="10" fill="hold"/>
                                        <p:tgtEl>
                                          <p:spTgt spid="57"/>
                                        </p:tgtEl>
                                        <p:attrNameLst>
                                          <p:attrName>ppt_w</p:attrName>
                                        </p:attrNameLst>
                                      </p:cBhvr>
                                      <p:tavLst>
                                        <p:tav tm="0">
                                          <p:val>
                                            <p:fltVal val="0"/>
                                          </p:val>
                                        </p:tav>
                                        <p:tav tm="100000">
                                          <p:val>
                                            <p:strVal val="#ppt_w"/>
                                          </p:val>
                                        </p:tav>
                                      </p:tavLst>
                                    </p:anim>
                                    <p:anim calcmode="lin" valueType="num">
                                      <p:cBhvr>
                                        <p:cTn id="62" dur="10" fill="hold"/>
                                        <p:tgtEl>
                                          <p:spTgt spid="57"/>
                                        </p:tgtEl>
                                        <p:attrNameLst>
                                          <p:attrName>ppt_h</p:attrName>
                                        </p:attrNameLst>
                                      </p:cBhvr>
                                      <p:tavLst>
                                        <p:tav tm="0">
                                          <p:val>
                                            <p:fltVal val="0"/>
                                          </p:val>
                                        </p:tav>
                                        <p:tav tm="100000">
                                          <p:val>
                                            <p:strVal val="#ppt_h"/>
                                          </p:val>
                                        </p:tav>
                                      </p:tavLst>
                                    </p:anim>
                                    <p:animEffect transition="in" filter="fade">
                                      <p:cBhvr>
                                        <p:cTn id="63" dur="10"/>
                                        <p:tgtEl>
                                          <p:spTgt spid="57"/>
                                        </p:tgtEl>
                                      </p:cBhvr>
                                    </p:animEffect>
                                  </p:childTnLst>
                                </p:cTn>
                              </p:par>
                            </p:childTnLst>
                          </p:cTn>
                        </p:par>
                        <p:par>
                          <p:cTn id="64" fill="hold">
                            <p:stCondLst>
                              <p:cond delay="120"/>
                            </p:stCondLst>
                            <p:childTnLst>
                              <p:par>
                                <p:cTn id="65" presetID="10" presetClass="entr" presetSubtype="0" fill="hold" grpId="0" nodeType="afterEffect">
                                  <p:stCondLst>
                                    <p:cond delay="0"/>
                                  </p:stCondLst>
                                  <p:childTnLst>
                                    <p:set>
                                      <p:cBhvr>
                                        <p:cTn id="66" dur="1" fill="hold">
                                          <p:stCondLst>
                                            <p:cond delay="0"/>
                                          </p:stCondLst>
                                        </p:cTn>
                                        <p:tgtEl>
                                          <p:spTgt spid="29"/>
                                        </p:tgtEl>
                                        <p:attrNameLst>
                                          <p:attrName>style.visibility</p:attrName>
                                        </p:attrNameLst>
                                      </p:cBhvr>
                                      <p:to>
                                        <p:strVal val="visible"/>
                                      </p:to>
                                    </p:set>
                                    <p:animEffect transition="in" filter="fade">
                                      <p:cBhvr>
                                        <p:cTn id="6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38" grpId="0" animBg="1"/>
      <p:bldP spid="43" grpId="0" animBg="1"/>
      <p:bldP spid="40" grpId="0" animBg="1"/>
      <p:bldP spid="44" grpId="0" animBg="1"/>
      <p:bldP spid="39" grpId="0" animBg="1"/>
      <p:bldP spid="45" grpId="0" animBg="1"/>
      <p:bldP spid="51" grpId="0" animBg="1"/>
      <p:bldP spid="54" grpId="0" animBg="1"/>
      <p:bldP spid="56" grpId="0" animBg="1"/>
      <p:bldP spid="57" grpId="0" animBg="1"/>
      <p:bldP spid="29" grpId="0"/>
    </p:bld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ar-SA" u="sng" dirty="0">
                <a:solidFill>
                  <a:schemeClr val="tx1"/>
                </a:solidFill>
              </a:rPr>
              <a:t>أما عن فوائد الويكي التعليمية، فيمكن إيجازها في الآتي:</a:t>
            </a:r>
            <a:endParaRPr lang="en-US" u="sng" dirty="0">
              <a:solidFill>
                <a:schemeClr val="tx1"/>
              </a:solidFill>
            </a:endParaRPr>
          </a:p>
        </p:txBody>
      </p:sp>
      <p:sp>
        <p:nvSpPr>
          <p:cNvPr id="27" name="Text Placeholder 3"/>
          <p:cNvSpPr txBox="1">
            <a:spLocks/>
          </p:cNvSpPr>
          <p:nvPr/>
        </p:nvSpPr>
        <p:spPr>
          <a:xfrm>
            <a:off x="7092732" y="2785747"/>
            <a:ext cx="4497236"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375467" rtl="1" fontAlgn="auto">
              <a:spcBef>
                <a:spcPts val="0"/>
              </a:spcBef>
              <a:spcAft>
                <a:spcPts val="0"/>
              </a:spcAft>
            </a:pPr>
            <a:r>
              <a:rPr lang="ar-SA" sz="2800" b="1" dirty="0" smtClean="0">
                <a:solidFill>
                  <a:schemeClr val="tx1"/>
                </a:solidFill>
                <a:latin typeface="Roboto Condensed"/>
                <a:cs typeface="Simplified Arabic" panose="02020603050405020304" pitchFamily="18" charset="-78"/>
              </a:rPr>
              <a:t>إثراء </a:t>
            </a:r>
            <a:r>
              <a:rPr lang="ar-SA" sz="2800" b="1" dirty="0">
                <a:solidFill>
                  <a:schemeClr val="tx1"/>
                </a:solidFill>
                <a:latin typeface="Roboto Condensed"/>
                <a:cs typeface="Simplified Arabic" panose="02020603050405020304" pitchFamily="18" charset="-78"/>
              </a:rPr>
              <a:t>معرفة الطلاب، وتحفيزهم للسعي خلفها بنشاط.</a:t>
            </a:r>
            <a:endParaRPr lang="en-US" sz="2800" b="1" dirty="0">
              <a:solidFill>
                <a:schemeClr val="tx1"/>
              </a:solidFill>
              <a:latin typeface="Roboto Condensed"/>
              <a:cs typeface="Simplified Arabic" panose="02020603050405020304" pitchFamily="18" charset="-78"/>
            </a:endParaRPr>
          </a:p>
        </p:txBody>
      </p:sp>
      <p:sp>
        <p:nvSpPr>
          <p:cNvPr id="31" name="Text Placeholder 3"/>
          <p:cNvSpPr txBox="1">
            <a:spLocks/>
          </p:cNvSpPr>
          <p:nvPr/>
        </p:nvSpPr>
        <p:spPr>
          <a:xfrm>
            <a:off x="7092732" y="4114485"/>
            <a:ext cx="4943324" cy="129266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375467" rtl="1" fontAlgn="auto">
              <a:spcBef>
                <a:spcPts val="0"/>
              </a:spcBef>
              <a:spcAft>
                <a:spcPts val="0"/>
              </a:spcAft>
            </a:pPr>
            <a:r>
              <a:rPr lang="ar-SA" sz="2800" b="1" dirty="0" smtClean="0">
                <a:solidFill>
                  <a:schemeClr val="tx1"/>
                </a:solidFill>
                <a:latin typeface="Roboto Condensed"/>
                <a:cs typeface="Simplified Arabic" panose="02020603050405020304" pitchFamily="18" charset="-78"/>
              </a:rPr>
              <a:t>تنمية </a:t>
            </a:r>
            <a:r>
              <a:rPr lang="ar-SA" sz="2800" b="1" dirty="0">
                <a:solidFill>
                  <a:schemeClr val="tx1"/>
                </a:solidFill>
                <a:latin typeface="Roboto Condensed"/>
                <a:cs typeface="Simplified Arabic" panose="02020603050405020304" pitchFamily="18" charset="-78"/>
              </a:rPr>
              <a:t>حس المسؤولية لدى الطلاب عن طريق توليتهم مسؤولية الاعتناء بمنشور أو موقع له جمهور عالمي</a:t>
            </a:r>
            <a:endParaRPr lang="en-US" sz="2800" b="1" dirty="0">
              <a:solidFill>
                <a:schemeClr val="tx1"/>
              </a:solidFill>
              <a:latin typeface="Roboto Condensed"/>
              <a:cs typeface="Simplified Arabic" panose="02020603050405020304" pitchFamily="18" charset="-78"/>
            </a:endParaRPr>
          </a:p>
        </p:txBody>
      </p:sp>
      <p:grpSp>
        <p:nvGrpSpPr>
          <p:cNvPr id="6" name="Group 43"/>
          <p:cNvGrpSpPr/>
          <p:nvPr/>
        </p:nvGrpSpPr>
        <p:grpSpPr>
          <a:xfrm>
            <a:off x="6138414" y="2849559"/>
            <a:ext cx="772052" cy="749947"/>
            <a:chOff x="4519259" y="1576399"/>
            <a:chExt cx="579038" cy="562460"/>
          </a:xfrm>
        </p:grpSpPr>
        <p:sp>
          <p:nvSpPr>
            <p:cNvPr id="36" name="Oval 35"/>
            <p:cNvSpPr>
              <a:spLocks noChangeAspect="1"/>
            </p:cNvSpPr>
            <p:nvPr/>
          </p:nvSpPr>
          <p:spPr>
            <a:xfrm>
              <a:off x="4519259" y="1576399"/>
              <a:ext cx="579038" cy="5624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FFFFFF"/>
                </a:solidFill>
                <a:latin typeface="FontAwesome" pitchFamily="2" charset="0"/>
              </a:endParaRPr>
            </a:p>
          </p:txBody>
        </p:sp>
        <p:sp>
          <p:nvSpPr>
            <p:cNvPr id="42" name="Freeform 5"/>
            <p:cNvSpPr>
              <a:spLocks noEditPoints="1"/>
            </p:cNvSpPr>
            <p:nvPr/>
          </p:nvSpPr>
          <p:spPr bwMode="auto">
            <a:xfrm>
              <a:off x="4623593" y="1672444"/>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9" name="Group 46"/>
          <p:cNvGrpSpPr/>
          <p:nvPr/>
        </p:nvGrpSpPr>
        <p:grpSpPr>
          <a:xfrm>
            <a:off x="6155728" y="4385841"/>
            <a:ext cx="772052" cy="749951"/>
            <a:chOff x="4519259" y="2475853"/>
            <a:chExt cx="579038" cy="562462"/>
          </a:xfrm>
        </p:grpSpPr>
        <p:sp>
          <p:nvSpPr>
            <p:cNvPr id="37" name="Oval 36"/>
            <p:cNvSpPr>
              <a:spLocks noChangeAspect="1"/>
            </p:cNvSpPr>
            <p:nvPr/>
          </p:nvSpPr>
          <p:spPr>
            <a:xfrm>
              <a:off x="4519259" y="2475853"/>
              <a:ext cx="579038" cy="5624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latin typeface="FontAwesome" pitchFamily="2" charset="0"/>
              </a:endParaRPr>
            </a:p>
          </p:txBody>
        </p:sp>
        <p:sp>
          <p:nvSpPr>
            <p:cNvPr id="43" name="Freeform 245"/>
            <p:cNvSpPr>
              <a:spLocks/>
            </p:cNvSpPr>
            <p:nvPr/>
          </p:nvSpPr>
          <p:spPr bwMode="auto">
            <a:xfrm>
              <a:off x="4642972" y="2591278"/>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pic>
        <p:nvPicPr>
          <p:cNvPr id="12" name="Picture Placeholder 11"/>
          <p:cNvPicPr>
            <a:picLocks noGrp="1" noChangeAspect="1"/>
          </p:cNvPicPr>
          <p:nvPr>
            <p:ph type="pic" sz="quarter" idx="15"/>
          </p:nvPr>
        </p:nvPicPr>
        <p:blipFill>
          <a:blip r:embed="rId3">
            <a:extLst>
              <a:ext uri="{28A0092B-C50C-407E-A947-70E740481C1C}">
                <a14:useLocalDpi xmlns:a14="http://schemas.microsoft.com/office/drawing/2010/main" val="0"/>
              </a:ext>
            </a:extLst>
          </a:blip>
          <a:srcRect t="6179" b="6179"/>
          <a:stretch>
            <a:fillRect/>
          </a:stretch>
        </p:blipFill>
        <p:spPr/>
      </p:pic>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68792910"/>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Effect transition="in" filter="fade">
                                      <p:cBhvr>
                                        <p:cTn id="1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p:cNvPicPr>
            <a:picLocks noGrp="1" noChangeAspect="1"/>
          </p:cNvPicPr>
          <p:nvPr>
            <p:ph type="pic" sz="quarter" idx="15"/>
          </p:nvPr>
        </p:nvPicPr>
        <p:blipFill>
          <a:blip r:embed="rId3">
            <a:extLst>
              <a:ext uri="{28A0092B-C50C-407E-A947-70E740481C1C}">
                <a14:useLocalDpi xmlns:a14="http://schemas.microsoft.com/office/drawing/2010/main" val="0"/>
              </a:ext>
            </a:extLst>
          </a:blip>
          <a:srcRect t="6193" b="6193"/>
          <a:stretch>
            <a:fillRect/>
          </a:stretch>
        </p:blipFill>
        <p:spPr/>
      </p:pic>
      <p:sp>
        <p:nvSpPr>
          <p:cNvPr id="7" name="Title 6"/>
          <p:cNvSpPr>
            <a:spLocks noGrp="1"/>
          </p:cNvSpPr>
          <p:nvPr>
            <p:ph type="title"/>
          </p:nvPr>
        </p:nvSpPr>
        <p:spPr/>
        <p:txBody>
          <a:bodyPr/>
          <a:lstStyle/>
          <a:p>
            <a:r>
              <a:rPr lang="ar-SA" dirty="0">
                <a:solidFill>
                  <a:schemeClr val="tx1"/>
                </a:solidFill>
              </a:rPr>
              <a:t>أما عن فوائد الويكي التعليمية، فيمكن إيجازها في الآتي:</a:t>
            </a:r>
            <a:endParaRPr lang="en-US" dirty="0">
              <a:solidFill>
                <a:schemeClr val="tx1"/>
              </a:solidFill>
            </a:endParaRPr>
          </a:p>
        </p:txBody>
      </p:sp>
      <p:sp>
        <p:nvSpPr>
          <p:cNvPr id="41" name="Text Placeholder 3"/>
          <p:cNvSpPr txBox="1">
            <a:spLocks/>
          </p:cNvSpPr>
          <p:nvPr/>
        </p:nvSpPr>
        <p:spPr>
          <a:xfrm>
            <a:off x="1349904" y="1813415"/>
            <a:ext cx="5284812" cy="129266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219139" rtl="1" fontAlgn="auto">
              <a:spcBef>
                <a:spcPct val="20000"/>
              </a:spcBef>
              <a:spcAft>
                <a:spcPts val="0"/>
              </a:spcAft>
              <a:defRPr/>
            </a:pPr>
            <a:r>
              <a:rPr lang="ar-SA" sz="2800" b="1" dirty="0" smtClean="0">
                <a:solidFill>
                  <a:schemeClr val="tx1"/>
                </a:solidFill>
                <a:latin typeface="Adobe Arabic" panose="02040503050201020203" pitchFamily="18" charset="-78"/>
                <a:cs typeface="Adobe Arabic" panose="02040503050201020203" pitchFamily="18" charset="-78"/>
              </a:rPr>
              <a:t>تنمية </a:t>
            </a:r>
            <a:r>
              <a:rPr lang="ar-SA" sz="2800" b="1" dirty="0">
                <a:solidFill>
                  <a:schemeClr val="tx1"/>
                </a:solidFill>
                <a:latin typeface="Adobe Arabic" panose="02040503050201020203" pitchFamily="18" charset="-78"/>
                <a:cs typeface="Adobe Arabic" panose="02040503050201020203" pitchFamily="18" charset="-78"/>
              </a:rPr>
              <a:t>مستوى التفكير النقدي للطلاب من خلال حرصهم على دقة المعلومات الموجودة على صفحات الويكي الخاصة بهم، وكذلك نقد ما يطرحه زملاؤهم من معلومات.</a:t>
            </a:r>
            <a:endParaRPr lang="en-US" sz="2800" b="1" dirty="0">
              <a:solidFill>
                <a:schemeClr val="tx1"/>
              </a:solidFill>
              <a:latin typeface="Adobe Arabic" panose="02040503050201020203" pitchFamily="18" charset="-78"/>
              <a:cs typeface="Adobe Arabic" panose="02040503050201020203" pitchFamily="18" charset="-78"/>
            </a:endParaRPr>
          </a:p>
        </p:txBody>
      </p:sp>
      <p:sp>
        <p:nvSpPr>
          <p:cNvPr id="46" name="Text Placeholder 3"/>
          <p:cNvSpPr txBox="1">
            <a:spLocks/>
          </p:cNvSpPr>
          <p:nvPr/>
        </p:nvSpPr>
        <p:spPr>
          <a:xfrm>
            <a:off x="1406692" y="3545924"/>
            <a:ext cx="4921646"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219139" rtl="1" fontAlgn="auto">
              <a:spcBef>
                <a:spcPct val="20000"/>
              </a:spcBef>
              <a:spcAft>
                <a:spcPts val="0"/>
              </a:spcAft>
              <a:defRPr/>
            </a:pPr>
            <a:r>
              <a:rPr lang="ar-SA" sz="2800" b="1" dirty="0" smtClean="0">
                <a:solidFill>
                  <a:schemeClr val="tx1"/>
                </a:solidFill>
                <a:latin typeface="Adobe Arabic" panose="02040503050201020203" pitchFamily="18" charset="-78"/>
                <a:cs typeface="Adobe Arabic" panose="02040503050201020203" pitchFamily="18" charset="-78"/>
              </a:rPr>
              <a:t>تطوير </a:t>
            </a:r>
            <a:r>
              <a:rPr lang="ar-SA" sz="2800" b="1" dirty="0">
                <a:solidFill>
                  <a:schemeClr val="tx1"/>
                </a:solidFill>
                <a:latin typeface="Adobe Arabic" panose="02040503050201020203" pitchFamily="18" charset="-78"/>
                <a:cs typeface="Adobe Arabic" panose="02040503050201020203" pitchFamily="18" charset="-78"/>
              </a:rPr>
              <a:t>مهارات القراءة والكتابة والفهم للمعلومات التي يحصل عليها الطلاب.</a:t>
            </a:r>
            <a:endParaRPr lang="en-US" sz="2800" b="1" dirty="0">
              <a:solidFill>
                <a:schemeClr val="tx1"/>
              </a:solidFill>
              <a:latin typeface="Adobe Arabic" panose="02040503050201020203" pitchFamily="18" charset="-78"/>
              <a:cs typeface="Adobe Arabic" panose="02040503050201020203" pitchFamily="18" charset="-78"/>
            </a:endParaRPr>
          </a:p>
        </p:txBody>
      </p:sp>
      <p:sp>
        <p:nvSpPr>
          <p:cNvPr id="53" name="Text Placeholder 3"/>
          <p:cNvSpPr txBox="1">
            <a:spLocks/>
          </p:cNvSpPr>
          <p:nvPr/>
        </p:nvSpPr>
        <p:spPr>
          <a:xfrm>
            <a:off x="1531487" y="4847545"/>
            <a:ext cx="4921646"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219139" rtl="1" fontAlgn="auto">
              <a:spcBef>
                <a:spcPct val="20000"/>
              </a:spcBef>
              <a:spcAft>
                <a:spcPts val="0"/>
              </a:spcAft>
              <a:defRPr/>
            </a:pPr>
            <a:r>
              <a:rPr lang="ar-SA" sz="2800" b="1" dirty="0" smtClean="0">
                <a:solidFill>
                  <a:schemeClr val="tx1"/>
                </a:solidFill>
                <a:latin typeface="Adobe Arabic" panose="02040503050201020203" pitchFamily="18" charset="-78"/>
                <a:cs typeface="Adobe Arabic" panose="02040503050201020203" pitchFamily="18" charset="-78"/>
              </a:rPr>
              <a:t>مساعدة </a:t>
            </a:r>
            <a:r>
              <a:rPr lang="ar-SA" sz="2800" b="1" dirty="0">
                <a:solidFill>
                  <a:schemeClr val="tx1"/>
                </a:solidFill>
                <a:latin typeface="Adobe Arabic" panose="02040503050201020203" pitchFamily="18" charset="-78"/>
                <a:cs typeface="Adobe Arabic" panose="02040503050201020203" pitchFamily="18" charset="-78"/>
              </a:rPr>
              <a:t>الطلاب على تنمية مهاراتهم الذهنية عن طريق العمل التعاوني</a:t>
            </a:r>
            <a:endParaRPr lang="en-US" sz="2800" b="1" dirty="0">
              <a:solidFill>
                <a:schemeClr val="tx1"/>
              </a:solidFill>
              <a:latin typeface="Adobe Arabic" panose="02040503050201020203" pitchFamily="18" charset="-78"/>
              <a:cs typeface="Adobe Arabic" panose="02040503050201020203" pitchFamily="18" charset="-78"/>
            </a:endParaRPr>
          </a:p>
        </p:txBody>
      </p:sp>
      <p:sp>
        <p:nvSpPr>
          <p:cNvPr id="63" name="Freeform 45"/>
          <p:cNvSpPr>
            <a:spLocks noEditPoints="1"/>
          </p:cNvSpPr>
          <p:nvPr/>
        </p:nvSpPr>
        <p:spPr bwMode="auto">
          <a:xfrm>
            <a:off x="821705" y="1896460"/>
            <a:ext cx="414624" cy="414624"/>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64" name="Freeform 45"/>
          <p:cNvSpPr>
            <a:spLocks noEditPoints="1"/>
          </p:cNvSpPr>
          <p:nvPr/>
        </p:nvSpPr>
        <p:spPr bwMode="auto">
          <a:xfrm>
            <a:off x="821705" y="3661171"/>
            <a:ext cx="414624" cy="414624"/>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65" name="Freeform 45"/>
          <p:cNvSpPr>
            <a:spLocks noEditPoints="1"/>
          </p:cNvSpPr>
          <p:nvPr/>
        </p:nvSpPr>
        <p:spPr bwMode="auto">
          <a:xfrm>
            <a:off x="821705" y="5056618"/>
            <a:ext cx="414624" cy="414624"/>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26534249"/>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p:cTn id="7" dur="500" fill="hold"/>
                                        <p:tgtEl>
                                          <p:spTgt spid="63"/>
                                        </p:tgtEl>
                                        <p:attrNameLst>
                                          <p:attrName>ppt_w</p:attrName>
                                        </p:attrNameLst>
                                      </p:cBhvr>
                                      <p:tavLst>
                                        <p:tav tm="0">
                                          <p:val>
                                            <p:fltVal val="0"/>
                                          </p:val>
                                        </p:tav>
                                        <p:tav tm="100000">
                                          <p:val>
                                            <p:strVal val="#ppt_w"/>
                                          </p:val>
                                        </p:tav>
                                      </p:tavLst>
                                    </p:anim>
                                    <p:anim calcmode="lin" valueType="num">
                                      <p:cBhvr>
                                        <p:cTn id="8" dur="500" fill="hold"/>
                                        <p:tgtEl>
                                          <p:spTgt spid="63"/>
                                        </p:tgtEl>
                                        <p:attrNameLst>
                                          <p:attrName>ppt_h</p:attrName>
                                        </p:attrNameLst>
                                      </p:cBhvr>
                                      <p:tavLst>
                                        <p:tav tm="0">
                                          <p:val>
                                            <p:fltVal val="0"/>
                                          </p:val>
                                        </p:tav>
                                        <p:tav tm="100000">
                                          <p:val>
                                            <p:strVal val="#ppt_h"/>
                                          </p:val>
                                        </p:tav>
                                      </p:tavLst>
                                    </p:anim>
                                    <p:animEffect transition="in" filter="fade">
                                      <p:cBhvr>
                                        <p:cTn id="9" dur="500"/>
                                        <p:tgtEl>
                                          <p:spTgt spid="63"/>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64"/>
                                        </p:tgtEl>
                                        <p:attrNameLst>
                                          <p:attrName>style.visibility</p:attrName>
                                        </p:attrNameLst>
                                      </p:cBhvr>
                                      <p:to>
                                        <p:strVal val="visible"/>
                                      </p:to>
                                    </p:set>
                                    <p:anim calcmode="lin" valueType="num">
                                      <p:cBhvr>
                                        <p:cTn id="13" dur="500" fill="hold"/>
                                        <p:tgtEl>
                                          <p:spTgt spid="64"/>
                                        </p:tgtEl>
                                        <p:attrNameLst>
                                          <p:attrName>ppt_w</p:attrName>
                                        </p:attrNameLst>
                                      </p:cBhvr>
                                      <p:tavLst>
                                        <p:tav tm="0">
                                          <p:val>
                                            <p:fltVal val="0"/>
                                          </p:val>
                                        </p:tav>
                                        <p:tav tm="100000">
                                          <p:val>
                                            <p:strVal val="#ppt_w"/>
                                          </p:val>
                                        </p:tav>
                                      </p:tavLst>
                                    </p:anim>
                                    <p:anim calcmode="lin" valueType="num">
                                      <p:cBhvr>
                                        <p:cTn id="14" dur="500" fill="hold"/>
                                        <p:tgtEl>
                                          <p:spTgt spid="64"/>
                                        </p:tgtEl>
                                        <p:attrNameLst>
                                          <p:attrName>ppt_h</p:attrName>
                                        </p:attrNameLst>
                                      </p:cBhvr>
                                      <p:tavLst>
                                        <p:tav tm="0">
                                          <p:val>
                                            <p:fltVal val="0"/>
                                          </p:val>
                                        </p:tav>
                                        <p:tav tm="100000">
                                          <p:val>
                                            <p:strVal val="#ppt_h"/>
                                          </p:val>
                                        </p:tav>
                                      </p:tavLst>
                                    </p:anim>
                                    <p:animEffect transition="in" filter="fade">
                                      <p:cBhvr>
                                        <p:cTn id="15" dur="500"/>
                                        <p:tgtEl>
                                          <p:spTgt spid="64"/>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64" grpId="0" animBg="1"/>
      <p:bldP spid="65" grpId="0" animBg="1"/>
    </p:bld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ar-SA" u="sng" dirty="0">
                <a:solidFill>
                  <a:schemeClr val="tx1"/>
                </a:solidFill>
              </a:rPr>
              <a:t>أما عن فوائد الويكي التعليمية، فيمكن إيجازها في الآتي:</a:t>
            </a:r>
            <a:endParaRPr lang="en-US" u="sng" dirty="0">
              <a:solidFill>
                <a:schemeClr val="tx1"/>
              </a:solidFill>
            </a:endParaRPr>
          </a:p>
        </p:txBody>
      </p:sp>
      <p:sp>
        <p:nvSpPr>
          <p:cNvPr id="27" name="Text Placeholder 3"/>
          <p:cNvSpPr txBox="1">
            <a:spLocks/>
          </p:cNvSpPr>
          <p:nvPr/>
        </p:nvSpPr>
        <p:spPr>
          <a:xfrm>
            <a:off x="7176611" y="1774515"/>
            <a:ext cx="5081954" cy="129266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375467" rtl="1" fontAlgn="auto">
              <a:spcBef>
                <a:spcPts val="0"/>
              </a:spcBef>
              <a:spcAft>
                <a:spcPts val="0"/>
              </a:spcAft>
            </a:pPr>
            <a:r>
              <a:rPr lang="ar-SA" sz="2800" b="1" dirty="0" smtClean="0">
                <a:solidFill>
                  <a:schemeClr val="tx1"/>
                </a:solidFill>
                <a:latin typeface="Roboto Condensed"/>
                <a:cs typeface="Simplified Arabic" panose="02020603050405020304" pitchFamily="18" charset="-78"/>
              </a:rPr>
              <a:t>تنمية </a:t>
            </a:r>
            <a:r>
              <a:rPr lang="ar-SA" sz="2800" b="1" dirty="0">
                <a:solidFill>
                  <a:schemeClr val="tx1"/>
                </a:solidFill>
                <a:latin typeface="Roboto Condensed"/>
                <a:cs typeface="Simplified Arabic" panose="02020603050405020304" pitchFamily="18" charset="-78"/>
              </a:rPr>
              <a:t>وتطوير طرق التعبير والتواصل مع الآخرين عن طريق النص والصورة والمقاطع المرئية والصوتية وغيرها.</a:t>
            </a:r>
            <a:endParaRPr lang="en-US" sz="2800" b="1" dirty="0">
              <a:solidFill>
                <a:schemeClr val="tx1"/>
              </a:solidFill>
              <a:latin typeface="Roboto Condensed"/>
              <a:cs typeface="Simplified Arabic" panose="02020603050405020304" pitchFamily="18" charset="-78"/>
            </a:endParaRPr>
          </a:p>
        </p:txBody>
      </p:sp>
      <p:sp>
        <p:nvSpPr>
          <p:cNvPr id="31" name="Text Placeholder 3"/>
          <p:cNvSpPr txBox="1">
            <a:spLocks/>
          </p:cNvSpPr>
          <p:nvPr/>
        </p:nvSpPr>
        <p:spPr>
          <a:xfrm>
            <a:off x="7176611" y="3518435"/>
            <a:ext cx="4943324"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375467" rtl="1" fontAlgn="auto">
              <a:spcBef>
                <a:spcPts val="0"/>
              </a:spcBef>
              <a:spcAft>
                <a:spcPts val="0"/>
              </a:spcAft>
            </a:pPr>
            <a:r>
              <a:rPr lang="ar-SA" sz="2800" b="1" dirty="0" smtClean="0">
                <a:solidFill>
                  <a:schemeClr val="tx1"/>
                </a:solidFill>
                <a:latin typeface="Roboto Condensed"/>
                <a:cs typeface="Simplified Arabic" panose="02020603050405020304" pitchFamily="18" charset="-78"/>
              </a:rPr>
              <a:t>تنمية </a:t>
            </a:r>
            <a:r>
              <a:rPr lang="ar-SA" sz="2800" b="1" dirty="0">
                <a:solidFill>
                  <a:schemeClr val="tx1"/>
                </a:solidFill>
                <a:latin typeface="Roboto Condensed"/>
                <a:cs typeface="Simplified Arabic" panose="02020603050405020304" pitchFamily="18" charset="-78"/>
              </a:rPr>
              <a:t>المهارات اللازمة لإنجاح العمل الجماعي التعاوني</a:t>
            </a:r>
            <a:endParaRPr lang="en-US" sz="2800" b="1" dirty="0">
              <a:solidFill>
                <a:schemeClr val="tx1"/>
              </a:solidFill>
              <a:latin typeface="Roboto Condensed"/>
              <a:cs typeface="Simplified Arabic" panose="02020603050405020304" pitchFamily="18" charset="-78"/>
            </a:endParaRPr>
          </a:p>
        </p:txBody>
      </p:sp>
      <p:grpSp>
        <p:nvGrpSpPr>
          <p:cNvPr id="6" name="Group 43"/>
          <p:cNvGrpSpPr/>
          <p:nvPr/>
        </p:nvGrpSpPr>
        <p:grpSpPr>
          <a:xfrm>
            <a:off x="6155728" y="1982153"/>
            <a:ext cx="772052" cy="749947"/>
            <a:chOff x="4519259" y="1576399"/>
            <a:chExt cx="579038" cy="562460"/>
          </a:xfrm>
        </p:grpSpPr>
        <p:sp>
          <p:nvSpPr>
            <p:cNvPr id="36" name="Oval 35"/>
            <p:cNvSpPr>
              <a:spLocks noChangeAspect="1"/>
            </p:cNvSpPr>
            <p:nvPr/>
          </p:nvSpPr>
          <p:spPr>
            <a:xfrm>
              <a:off x="4519259" y="1576399"/>
              <a:ext cx="579038" cy="5624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FFFFFF"/>
                </a:solidFill>
                <a:latin typeface="FontAwesome" pitchFamily="2" charset="0"/>
              </a:endParaRPr>
            </a:p>
          </p:txBody>
        </p:sp>
        <p:sp>
          <p:nvSpPr>
            <p:cNvPr id="42" name="Freeform 5"/>
            <p:cNvSpPr>
              <a:spLocks noEditPoints="1"/>
            </p:cNvSpPr>
            <p:nvPr/>
          </p:nvSpPr>
          <p:spPr bwMode="auto">
            <a:xfrm>
              <a:off x="4623593" y="1672444"/>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9" name="Group 46"/>
          <p:cNvGrpSpPr/>
          <p:nvPr/>
        </p:nvGrpSpPr>
        <p:grpSpPr>
          <a:xfrm>
            <a:off x="6173042" y="3518435"/>
            <a:ext cx="772052" cy="749951"/>
            <a:chOff x="4519259" y="2475853"/>
            <a:chExt cx="579038" cy="562462"/>
          </a:xfrm>
        </p:grpSpPr>
        <p:sp>
          <p:nvSpPr>
            <p:cNvPr id="37" name="Oval 36"/>
            <p:cNvSpPr>
              <a:spLocks noChangeAspect="1"/>
            </p:cNvSpPr>
            <p:nvPr/>
          </p:nvSpPr>
          <p:spPr>
            <a:xfrm>
              <a:off x="4519259" y="2475853"/>
              <a:ext cx="579038" cy="5624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latin typeface="FontAwesome" pitchFamily="2" charset="0"/>
              </a:endParaRPr>
            </a:p>
          </p:txBody>
        </p:sp>
        <p:sp>
          <p:nvSpPr>
            <p:cNvPr id="43" name="Freeform 245"/>
            <p:cNvSpPr>
              <a:spLocks/>
            </p:cNvSpPr>
            <p:nvPr/>
          </p:nvSpPr>
          <p:spPr bwMode="auto">
            <a:xfrm>
              <a:off x="4642972" y="2591278"/>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pic>
        <p:nvPicPr>
          <p:cNvPr id="12" name="Picture Placeholder 11"/>
          <p:cNvPicPr>
            <a:picLocks noGrp="1" noChangeAspect="1"/>
          </p:cNvPicPr>
          <p:nvPr>
            <p:ph type="pic" sz="quarter" idx="15"/>
          </p:nvPr>
        </p:nvPicPr>
        <p:blipFill>
          <a:blip r:embed="rId3">
            <a:extLst>
              <a:ext uri="{28A0092B-C50C-407E-A947-70E740481C1C}">
                <a14:useLocalDpi xmlns:a14="http://schemas.microsoft.com/office/drawing/2010/main" val="0"/>
              </a:ext>
            </a:extLst>
          </a:blip>
          <a:srcRect t="6179" b="6179"/>
          <a:stretch>
            <a:fillRect/>
          </a:stretch>
        </p:blipFill>
        <p:spPr/>
      </p:pic>
      <p:sp>
        <p:nvSpPr>
          <p:cNvPr id="21" name="Text Placeholder 3"/>
          <p:cNvSpPr txBox="1">
            <a:spLocks/>
          </p:cNvSpPr>
          <p:nvPr/>
        </p:nvSpPr>
        <p:spPr>
          <a:xfrm>
            <a:off x="7176611" y="4981663"/>
            <a:ext cx="4646794"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375467" rtl="1" fontAlgn="auto">
              <a:spcBef>
                <a:spcPts val="0"/>
              </a:spcBef>
              <a:spcAft>
                <a:spcPts val="0"/>
              </a:spcAft>
            </a:pPr>
            <a:r>
              <a:rPr lang="ar-SA" sz="2800" b="1" dirty="0" smtClean="0">
                <a:solidFill>
                  <a:schemeClr val="tx1"/>
                </a:solidFill>
                <a:latin typeface="Roboto Condensed"/>
                <a:cs typeface="Simplified Arabic" panose="02020603050405020304" pitchFamily="18" charset="-78"/>
              </a:rPr>
              <a:t>تنمية </a:t>
            </a:r>
            <a:r>
              <a:rPr lang="ar-SA" sz="2800" b="1" dirty="0">
                <a:solidFill>
                  <a:schemeClr val="tx1"/>
                </a:solidFill>
                <a:latin typeface="Roboto Condensed"/>
                <a:cs typeface="Simplified Arabic" panose="02020603050405020304" pitchFamily="18" charset="-78"/>
              </a:rPr>
              <a:t>وتطوير القدرة على تقييم مصداقية وموثوقية مصادر المعلومات المختلفة.</a:t>
            </a:r>
            <a:endParaRPr lang="en-US" sz="2800" b="1" dirty="0">
              <a:solidFill>
                <a:schemeClr val="tx1"/>
              </a:solidFill>
              <a:latin typeface="Roboto Condensed"/>
              <a:cs typeface="Simplified Arabic" panose="02020603050405020304" pitchFamily="18" charset="-78"/>
            </a:endParaRPr>
          </a:p>
        </p:txBody>
      </p:sp>
      <p:grpSp>
        <p:nvGrpSpPr>
          <p:cNvPr id="22" name="Group 47"/>
          <p:cNvGrpSpPr/>
          <p:nvPr/>
        </p:nvGrpSpPr>
        <p:grpSpPr>
          <a:xfrm>
            <a:off x="6173042" y="5093486"/>
            <a:ext cx="772052" cy="749951"/>
            <a:chOff x="4519259" y="3375310"/>
            <a:chExt cx="579038" cy="562462"/>
          </a:xfrm>
        </p:grpSpPr>
        <p:sp>
          <p:nvSpPr>
            <p:cNvPr id="23" name="Oval 22"/>
            <p:cNvSpPr>
              <a:spLocks noChangeAspect="1"/>
            </p:cNvSpPr>
            <p:nvPr/>
          </p:nvSpPr>
          <p:spPr>
            <a:xfrm>
              <a:off x="4519259" y="3375310"/>
              <a:ext cx="579038" cy="5624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3200" dirty="0">
                <a:solidFill>
                  <a:srgbClr val="FFFFFF"/>
                </a:solidFill>
                <a:latin typeface="FontAwesome" pitchFamily="2" charset="0"/>
              </a:endParaRPr>
            </a:p>
          </p:txBody>
        </p:sp>
        <p:sp>
          <p:nvSpPr>
            <p:cNvPr id="24" name="Freeform 56"/>
            <p:cNvSpPr>
              <a:spLocks noEditPoints="1"/>
            </p:cNvSpPr>
            <p:nvPr/>
          </p:nvSpPr>
          <p:spPr bwMode="auto">
            <a:xfrm>
              <a:off x="4635957" y="3483720"/>
              <a:ext cx="345642" cy="34564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769382128"/>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Effect transition="in" filter="fade">
                                      <p:cBhvr>
                                        <p:cTn id="15" dur="500"/>
                                        <p:tgtEl>
                                          <p:spTgt spid="9"/>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p:cTn id="19" dur="500" fill="hold"/>
                                        <p:tgtEl>
                                          <p:spTgt spid="22"/>
                                        </p:tgtEl>
                                        <p:attrNameLst>
                                          <p:attrName>ppt_w</p:attrName>
                                        </p:attrNameLst>
                                      </p:cBhvr>
                                      <p:tavLst>
                                        <p:tav tm="0">
                                          <p:val>
                                            <p:fltVal val="0"/>
                                          </p:val>
                                        </p:tav>
                                        <p:tav tm="100000">
                                          <p:val>
                                            <p:strVal val="#ppt_w"/>
                                          </p:val>
                                        </p:tav>
                                      </p:tavLst>
                                    </p:anim>
                                    <p:anim calcmode="lin" valueType="num">
                                      <p:cBhvr>
                                        <p:cTn id="20" dur="500" fill="hold"/>
                                        <p:tgtEl>
                                          <p:spTgt spid="22"/>
                                        </p:tgtEl>
                                        <p:attrNameLst>
                                          <p:attrName>ppt_h</p:attrName>
                                        </p:attrNameLst>
                                      </p:cBhvr>
                                      <p:tavLst>
                                        <p:tav tm="0">
                                          <p:val>
                                            <p:fltVal val="0"/>
                                          </p:val>
                                        </p:tav>
                                        <p:tav tm="100000">
                                          <p:val>
                                            <p:strVal val="#ppt_h"/>
                                          </p:val>
                                        </p:tav>
                                      </p:tavLst>
                                    </p:anim>
                                    <p:animEffect transition="in" filter="fade">
                                      <p:cBhvr>
                                        <p:cTn id="2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p:cNvSpPr>
            <a:spLocks noGrp="1"/>
          </p:cNvSpPr>
          <p:nvPr>
            <p:ph type="title"/>
          </p:nvPr>
        </p:nvSpPr>
        <p:spPr/>
        <p:txBody>
          <a:bodyPr/>
          <a:lstStyle/>
          <a:p>
            <a:pPr rtl="1"/>
            <a:r>
              <a:rPr lang="ar-SA" u="sng" dirty="0">
                <a:solidFill>
                  <a:schemeClr val="tx1"/>
                </a:solidFill>
              </a:rPr>
              <a:t>‌ج.	أهم منصات الويكي </a:t>
            </a:r>
            <a:r>
              <a:rPr lang="en-US" u="sng" dirty="0">
                <a:solidFill>
                  <a:schemeClr val="tx1"/>
                </a:solidFill>
              </a:rPr>
              <a:t>wiki</a:t>
            </a:r>
          </a:p>
        </p:txBody>
      </p:sp>
      <p:sp>
        <p:nvSpPr>
          <p:cNvPr id="24" name="Text Placeholder 23"/>
          <p:cNvSpPr>
            <a:spLocks noGrp="1"/>
          </p:cNvSpPr>
          <p:nvPr>
            <p:ph type="body" sz="half" idx="2"/>
          </p:nvPr>
        </p:nvSpPr>
        <p:spPr>
          <a:xfrm>
            <a:off x="3286542" y="1285363"/>
            <a:ext cx="5486400" cy="469952"/>
          </a:xfrm>
        </p:spPr>
        <p:txBody>
          <a:bodyPr/>
          <a:lstStyle/>
          <a:p>
            <a:r>
              <a:rPr lang="ar-SA" sz="2800" b="1" dirty="0">
                <a:solidFill>
                  <a:srgbClr val="15AA96"/>
                </a:solidFill>
              </a:rPr>
              <a:t>لعل من أهم وأفضل منصات الويكي، ما يلي:</a:t>
            </a:r>
            <a:endParaRPr lang="en-US" sz="2800" b="1" dirty="0">
              <a:solidFill>
                <a:srgbClr val="15AA96"/>
              </a:solidFill>
            </a:endParaRPr>
          </a:p>
        </p:txBody>
      </p:sp>
      <p:grpSp>
        <p:nvGrpSpPr>
          <p:cNvPr id="2" name="Group 10"/>
          <p:cNvGrpSpPr/>
          <p:nvPr/>
        </p:nvGrpSpPr>
        <p:grpSpPr>
          <a:xfrm>
            <a:off x="618729" y="3098983"/>
            <a:ext cx="648512" cy="595061"/>
            <a:chOff x="647700" y="1295400"/>
            <a:chExt cx="838200" cy="670560"/>
          </a:xfrm>
        </p:grpSpPr>
        <p:sp>
          <p:nvSpPr>
            <p:cNvPr id="53" name="Rectangle 52"/>
            <p:cNvSpPr/>
            <p:nvPr/>
          </p:nvSpPr>
          <p:spPr>
            <a:xfrm>
              <a:off x="647700" y="1356360"/>
              <a:ext cx="838200" cy="6096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133" dirty="0">
                <a:solidFill>
                  <a:srgbClr val="FFFFFF"/>
                </a:solidFill>
              </a:endParaRPr>
            </a:p>
          </p:txBody>
        </p:sp>
        <p:sp>
          <p:nvSpPr>
            <p:cNvPr id="54" name="Rectangle 53"/>
            <p:cNvSpPr/>
            <p:nvPr/>
          </p:nvSpPr>
          <p:spPr>
            <a:xfrm>
              <a:off x="647700" y="1295400"/>
              <a:ext cx="838200" cy="6096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r>
                <a:rPr lang="en-US" sz="2133" b="1" dirty="0">
                  <a:solidFill>
                    <a:srgbClr val="FFFFFF"/>
                  </a:solidFill>
                </a:rPr>
                <a:t>01</a:t>
              </a:r>
            </a:p>
          </p:txBody>
        </p:sp>
      </p:grpSp>
      <p:sp>
        <p:nvSpPr>
          <p:cNvPr id="61" name="Text Placeholder 3"/>
          <p:cNvSpPr txBox="1">
            <a:spLocks/>
          </p:cNvSpPr>
          <p:nvPr/>
        </p:nvSpPr>
        <p:spPr>
          <a:xfrm>
            <a:off x="1420080" y="3201228"/>
            <a:ext cx="5057807" cy="1957459"/>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219139" rtl="1" fontAlgn="auto">
              <a:spcBef>
                <a:spcPct val="20000"/>
              </a:spcBef>
              <a:spcAft>
                <a:spcPts val="0"/>
              </a:spcAft>
              <a:defRPr/>
            </a:pPr>
            <a:r>
              <a:rPr lang="ar-SA" sz="3200" b="1" u="sng" dirty="0" smtClean="0">
                <a:solidFill>
                  <a:srgbClr val="237DB9"/>
                </a:solidFill>
                <a:latin typeface="Roboto Condensed"/>
                <a:cs typeface="+mj-cs"/>
              </a:rPr>
              <a:t>ويكيبيديا </a:t>
            </a:r>
            <a:r>
              <a:rPr lang="en-US" sz="3200" b="1" u="sng" dirty="0" smtClean="0">
                <a:solidFill>
                  <a:srgbClr val="237DB9"/>
                </a:solidFill>
                <a:latin typeface="Roboto Condensed"/>
                <a:cs typeface="+mj-cs"/>
              </a:rPr>
              <a:t>Wikipedia</a:t>
            </a:r>
          </a:p>
          <a:p>
            <a:pPr defTabSz="1219139" fontAlgn="auto">
              <a:spcBef>
                <a:spcPct val="20000"/>
              </a:spcBef>
              <a:spcAft>
                <a:spcPts val="0"/>
              </a:spcAft>
              <a:defRPr/>
            </a:pPr>
            <a:endParaRPr lang="en-US" sz="2800" b="1" dirty="0" smtClean="0">
              <a:solidFill>
                <a:schemeClr val="tx1"/>
              </a:solidFill>
              <a:latin typeface="Roboto Condensed"/>
              <a:cs typeface="+mj-cs"/>
            </a:endParaRPr>
          </a:p>
          <a:p>
            <a:pPr algn="l" defTabSz="1219139" fontAlgn="auto">
              <a:spcBef>
                <a:spcPct val="20000"/>
              </a:spcBef>
              <a:spcAft>
                <a:spcPts val="0"/>
              </a:spcAft>
              <a:defRPr/>
            </a:pPr>
            <a:r>
              <a:rPr lang="ar-SA" sz="2800" b="1" dirty="0" smtClean="0">
                <a:solidFill>
                  <a:schemeClr val="tx1"/>
                </a:solidFill>
                <a:latin typeface="Roboto Condensed"/>
                <a:cs typeface="+mj-cs"/>
              </a:rPr>
              <a:t>موسوعة </a:t>
            </a:r>
            <a:r>
              <a:rPr lang="ar-SA" sz="2800" b="1" dirty="0">
                <a:solidFill>
                  <a:schemeClr val="tx1"/>
                </a:solidFill>
                <a:latin typeface="Roboto Condensed"/>
                <a:cs typeface="+mj-cs"/>
              </a:rPr>
              <a:t>حرة على الإنترنت تعمل اعتماداً على برنامج ويكي.</a:t>
            </a:r>
            <a:endParaRPr lang="en-US" sz="2800" b="1" dirty="0">
              <a:solidFill>
                <a:schemeClr val="tx1"/>
              </a:solidFill>
              <a:latin typeface="Roboto Condensed"/>
              <a:cs typeface="+mj-cs"/>
            </a:endParaRPr>
          </a:p>
        </p:txBody>
      </p:sp>
      <p:sp>
        <p:nvSpPr>
          <p:cNvPr id="78" name="Freeform 66"/>
          <p:cNvSpPr>
            <a:spLocks noEditPoints="1"/>
          </p:cNvSpPr>
          <p:nvPr/>
        </p:nvSpPr>
        <p:spPr bwMode="auto">
          <a:xfrm>
            <a:off x="7460314" y="3658037"/>
            <a:ext cx="446820" cy="521921"/>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9" name="Freeform 78"/>
          <p:cNvSpPr>
            <a:spLocks noEditPoints="1"/>
          </p:cNvSpPr>
          <p:nvPr/>
        </p:nvSpPr>
        <p:spPr bwMode="auto">
          <a:xfrm>
            <a:off x="10072295" y="2262809"/>
            <a:ext cx="458767" cy="433799"/>
          </a:xfrm>
          <a:custGeom>
            <a:avLst/>
            <a:gdLst/>
            <a:ahLst/>
            <a:cxnLst>
              <a:cxn ang="0">
                <a:pos x="68" y="14"/>
              </a:cxn>
              <a:cxn ang="0">
                <a:pos x="68" y="18"/>
              </a:cxn>
              <a:cxn ang="0">
                <a:pos x="64" y="18"/>
              </a:cxn>
              <a:cxn ang="0">
                <a:pos x="61" y="21"/>
              </a:cxn>
              <a:cxn ang="0">
                <a:pos x="7" y="21"/>
              </a:cxn>
              <a:cxn ang="0">
                <a:pos x="4" y="18"/>
              </a:cxn>
              <a:cxn ang="0">
                <a:pos x="0" y="18"/>
              </a:cxn>
              <a:cxn ang="0">
                <a:pos x="0" y="14"/>
              </a:cxn>
              <a:cxn ang="0">
                <a:pos x="34" y="0"/>
              </a:cxn>
              <a:cxn ang="0">
                <a:pos x="68" y="14"/>
              </a:cxn>
              <a:cxn ang="0">
                <a:pos x="68" y="60"/>
              </a:cxn>
              <a:cxn ang="0">
                <a:pos x="68" y="64"/>
              </a:cxn>
              <a:cxn ang="0">
                <a:pos x="0" y="64"/>
              </a:cxn>
              <a:cxn ang="0">
                <a:pos x="0" y="60"/>
              </a:cxn>
              <a:cxn ang="0">
                <a:pos x="2" y="57"/>
              </a:cxn>
              <a:cxn ang="0">
                <a:pos x="66" y="57"/>
              </a:cxn>
              <a:cxn ang="0">
                <a:pos x="68" y="60"/>
              </a:cxn>
              <a:cxn ang="0">
                <a:pos x="18" y="23"/>
              </a:cxn>
              <a:cxn ang="0">
                <a:pos x="18" y="50"/>
              </a:cxn>
              <a:cxn ang="0">
                <a:pos x="23" y="50"/>
              </a:cxn>
              <a:cxn ang="0">
                <a:pos x="23" y="23"/>
              </a:cxn>
              <a:cxn ang="0">
                <a:pos x="32" y="23"/>
              </a:cxn>
              <a:cxn ang="0">
                <a:pos x="32" y="50"/>
              </a:cxn>
              <a:cxn ang="0">
                <a:pos x="36" y="50"/>
              </a:cxn>
              <a:cxn ang="0">
                <a:pos x="36" y="23"/>
              </a:cxn>
              <a:cxn ang="0">
                <a:pos x="45" y="23"/>
              </a:cxn>
              <a:cxn ang="0">
                <a:pos x="45" y="50"/>
              </a:cxn>
              <a:cxn ang="0">
                <a:pos x="50" y="50"/>
              </a:cxn>
              <a:cxn ang="0">
                <a:pos x="50" y="23"/>
              </a:cxn>
              <a:cxn ang="0">
                <a:pos x="59" y="23"/>
              </a:cxn>
              <a:cxn ang="0">
                <a:pos x="59" y="50"/>
              </a:cxn>
              <a:cxn ang="0">
                <a:pos x="61" y="50"/>
              </a:cxn>
              <a:cxn ang="0">
                <a:pos x="64" y="53"/>
              </a:cxn>
              <a:cxn ang="0">
                <a:pos x="64" y="55"/>
              </a:cxn>
              <a:cxn ang="0">
                <a:pos x="4" y="55"/>
              </a:cxn>
              <a:cxn ang="0">
                <a:pos x="4" y="53"/>
              </a:cxn>
              <a:cxn ang="0">
                <a:pos x="7" y="50"/>
              </a:cxn>
              <a:cxn ang="0">
                <a:pos x="9" y="50"/>
              </a:cxn>
              <a:cxn ang="0">
                <a:pos x="9" y="23"/>
              </a:cxn>
              <a:cxn ang="0">
                <a:pos x="18" y="23"/>
              </a:cxn>
            </a:cxnLst>
            <a:rect l="0" t="0" r="r" b="b"/>
            <a:pathLst>
              <a:path w="68" h="64">
                <a:moveTo>
                  <a:pt x="68" y="14"/>
                </a:moveTo>
                <a:cubicBezTo>
                  <a:pt x="68" y="18"/>
                  <a:pt x="68" y="18"/>
                  <a:pt x="68" y="18"/>
                </a:cubicBezTo>
                <a:cubicBezTo>
                  <a:pt x="64" y="18"/>
                  <a:pt x="64" y="18"/>
                  <a:pt x="64" y="18"/>
                </a:cubicBezTo>
                <a:cubicBezTo>
                  <a:pt x="64" y="20"/>
                  <a:pt x="63" y="21"/>
                  <a:pt x="61" y="21"/>
                </a:cubicBezTo>
                <a:cubicBezTo>
                  <a:pt x="7" y="21"/>
                  <a:pt x="7" y="21"/>
                  <a:pt x="7" y="21"/>
                </a:cubicBezTo>
                <a:cubicBezTo>
                  <a:pt x="5" y="21"/>
                  <a:pt x="4" y="20"/>
                  <a:pt x="4" y="18"/>
                </a:cubicBezTo>
                <a:cubicBezTo>
                  <a:pt x="0" y="18"/>
                  <a:pt x="0" y="18"/>
                  <a:pt x="0" y="18"/>
                </a:cubicBezTo>
                <a:cubicBezTo>
                  <a:pt x="0" y="14"/>
                  <a:pt x="0" y="14"/>
                  <a:pt x="0" y="14"/>
                </a:cubicBezTo>
                <a:cubicBezTo>
                  <a:pt x="34" y="0"/>
                  <a:pt x="34" y="0"/>
                  <a:pt x="34" y="0"/>
                </a:cubicBezTo>
                <a:lnTo>
                  <a:pt x="68" y="14"/>
                </a:lnTo>
                <a:close/>
                <a:moveTo>
                  <a:pt x="68" y="60"/>
                </a:moveTo>
                <a:cubicBezTo>
                  <a:pt x="68" y="64"/>
                  <a:pt x="68" y="64"/>
                  <a:pt x="68" y="64"/>
                </a:cubicBezTo>
                <a:cubicBezTo>
                  <a:pt x="0" y="64"/>
                  <a:pt x="0" y="64"/>
                  <a:pt x="0" y="64"/>
                </a:cubicBezTo>
                <a:cubicBezTo>
                  <a:pt x="0" y="60"/>
                  <a:pt x="0" y="60"/>
                  <a:pt x="0" y="60"/>
                </a:cubicBezTo>
                <a:cubicBezTo>
                  <a:pt x="0" y="58"/>
                  <a:pt x="1" y="57"/>
                  <a:pt x="2" y="57"/>
                </a:cubicBezTo>
                <a:cubicBezTo>
                  <a:pt x="66" y="57"/>
                  <a:pt x="66" y="57"/>
                  <a:pt x="66" y="57"/>
                </a:cubicBezTo>
                <a:cubicBezTo>
                  <a:pt x="67" y="57"/>
                  <a:pt x="68" y="58"/>
                  <a:pt x="68" y="60"/>
                </a:cubicBezTo>
                <a:close/>
                <a:moveTo>
                  <a:pt x="18" y="23"/>
                </a:moveTo>
                <a:cubicBezTo>
                  <a:pt x="18" y="50"/>
                  <a:pt x="18" y="50"/>
                  <a:pt x="18" y="50"/>
                </a:cubicBezTo>
                <a:cubicBezTo>
                  <a:pt x="23" y="50"/>
                  <a:pt x="23" y="50"/>
                  <a:pt x="23" y="50"/>
                </a:cubicBezTo>
                <a:cubicBezTo>
                  <a:pt x="23" y="23"/>
                  <a:pt x="23" y="23"/>
                  <a:pt x="23" y="23"/>
                </a:cubicBezTo>
                <a:cubicBezTo>
                  <a:pt x="32" y="23"/>
                  <a:pt x="32" y="23"/>
                  <a:pt x="32" y="23"/>
                </a:cubicBezTo>
                <a:cubicBezTo>
                  <a:pt x="32" y="50"/>
                  <a:pt x="32" y="50"/>
                  <a:pt x="32" y="50"/>
                </a:cubicBezTo>
                <a:cubicBezTo>
                  <a:pt x="36" y="50"/>
                  <a:pt x="36" y="50"/>
                  <a:pt x="36" y="50"/>
                </a:cubicBezTo>
                <a:cubicBezTo>
                  <a:pt x="36" y="23"/>
                  <a:pt x="36" y="23"/>
                  <a:pt x="36" y="23"/>
                </a:cubicBezTo>
                <a:cubicBezTo>
                  <a:pt x="45" y="23"/>
                  <a:pt x="45" y="23"/>
                  <a:pt x="45" y="23"/>
                </a:cubicBezTo>
                <a:cubicBezTo>
                  <a:pt x="45" y="50"/>
                  <a:pt x="45" y="50"/>
                  <a:pt x="45" y="50"/>
                </a:cubicBezTo>
                <a:cubicBezTo>
                  <a:pt x="50" y="50"/>
                  <a:pt x="50" y="50"/>
                  <a:pt x="50" y="50"/>
                </a:cubicBezTo>
                <a:cubicBezTo>
                  <a:pt x="50" y="23"/>
                  <a:pt x="50" y="23"/>
                  <a:pt x="50" y="23"/>
                </a:cubicBezTo>
                <a:cubicBezTo>
                  <a:pt x="59" y="23"/>
                  <a:pt x="59" y="23"/>
                  <a:pt x="59" y="23"/>
                </a:cubicBezTo>
                <a:cubicBezTo>
                  <a:pt x="59" y="50"/>
                  <a:pt x="59" y="50"/>
                  <a:pt x="59" y="50"/>
                </a:cubicBezTo>
                <a:cubicBezTo>
                  <a:pt x="61" y="50"/>
                  <a:pt x="61" y="50"/>
                  <a:pt x="61" y="50"/>
                </a:cubicBezTo>
                <a:cubicBezTo>
                  <a:pt x="63" y="50"/>
                  <a:pt x="64" y="51"/>
                  <a:pt x="64" y="53"/>
                </a:cubicBezTo>
                <a:cubicBezTo>
                  <a:pt x="64" y="55"/>
                  <a:pt x="64" y="55"/>
                  <a:pt x="64" y="55"/>
                </a:cubicBezTo>
                <a:cubicBezTo>
                  <a:pt x="4" y="55"/>
                  <a:pt x="4" y="55"/>
                  <a:pt x="4" y="55"/>
                </a:cubicBezTo>
                <a:cubicBezTo>
                  <a:pt x="4" y="53"/>
                  <a:pt x="4" y="53"/>
                  <a:pt x="4" y="53"/>
                </a:cubicBezTo>
                <a:cubicBezTo>
                  <a:pt x="4" y="51"/>
                  <a:pt x="5" y="50"/>
                  <a:pt x="7" y="50"/>
                </a:cubicBezTo>
                <a:cubicBezTo>
                  <a:pt x="9" y="50"/>
                  <a:pt x="9" y="50"/>
                  <a:pt x="9" y="50"/>
                </a:cubicBezTo>
                <a:cubicBezTo>
                  <a:pt x="9" y="23"/>
                  <a:pt x="9" y="23"/>
                  <a:pt x="9" y="23"/>
                </a:cubicBezTo>
                <a:lnTo>
                  <a:pt x="18" y="23"/>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0" name="Freeform 135"/>
          <p:cNvSpPr>
            <a:spLocks noEditPoints="1"/>
          </p:cNvSpPr>
          <p:nvPr/>
        </p:nvSpPr>
        <p:spPr bwMode="auto">
          <a:xfrm>
            <a:off x="9970695" y="5101782"/>
            <a:ext cx="595707" cy="558004"/>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pic>
        <p:nvPicPr>
          <p:cNvPr id="8" name="Picture Placeholder 7"/>
          <p:cNvPicPr>
            <a:picLocks noGrp="1" noChangeAspect="1"/>
          </p:cNvPicPr>
          <p:nvPr>
            <p:ph type="pic" sz="quarter" idx="15"/>
          </p:nvPr>
        </p:nvPicPr>
        <p:blipFill>
          <a:blip r:embed="rId2">
            <a:extLst>
              <a:ext uri="{28A0092B-C50C-407E-A947-70E740481C1C}">
                <a14:useLocalDpi xmlns:a14="http://schemas.microsoft.com/office/drawing/2010/main" val="0"/>
              </a:ext>
            </a:extLst>
          </a:blip>
          <a:srcRect t="23594" b="23594"/>
          <a:stretch>
            <a:fillRect/>
          </a:stretch>
        </p:blipFill>
        <p:spPr/>
      </p:pic>
      <p:pic>
        <p:nvPicPr>
          <p:cNvPr id="10" name="Picture Placeholder 9"/>
          <p:cNvPicPr>
            <a:picLocks noGrp="1" noChangeAspect="1"/>
          </p:cNvPicPr>
          <p:nvPr>
            <p:ph type="pic" sz="quarter" idx="17"/>
          </p:nvPr>
        </p:nvPicPr>
        <p:blipFill>
          <a:blip r:embed="rId2">
            <a:extLst>
              <a:ext uri="{28A0092B-C50C-407E-A947-70E740481C1C}">
                <a14:useLocalDpi xmlns:a14="http://schemas.microsoft.com/office/drawing/2010/main" val="0"/>
              </a:ext>
            </a:extLst>
          </a:blip>
          <a:srcRect t="23625" b="23625"/>
          <a:stretch>
            <a:fillRect/>
          </a:stretch>
        </p:blipFill>
        <p:spPr/>
      </p:pic>
      <p:pic>
        <p:nvPicPr>
          <p:cNvPr id="9" name="Picture Placeholder 8"/>
          <p:cNvPicPr>
            <a:picLocks noGrp="1" noChangeAspect="1"/>
          </p:cNvPicPr>
          <p:nvPr>
            <p:ph type="pic" sz="quarter" idx="16"/>
          </p:nvPr>
        </p:nvPicPr>
        <p:blipFill>
          <a:blip r:embed="rId3">
            <a:extLst>
              <a:ext uri="{28A0092B-C50C-407E-A947-70E740481C1C}">
                <a14:useLocalDpi xmlns:a14="http://schemas.microsoft.com/office/drawing/2010/main" val="0"/>
              </a:ext>
            </a:extLst>
          </a:blip>
          <a:srcRect t="23594" b="23594"/>
          <a:stretch>
            <a:fillRect/>
          </a:stretch>
        </p:blipFill>
        <p:spPr/>
      </p:pic>
      <p:sp>
        <p:nvSpPr>
          <p:cNvPr id="1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61884200"/>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2" presetClass="entr" presetSubtype="4" accel="50000" decel="50000" fill="hold" grpId="0" nodeType="afterEffect">
                                  <p:stCondLst>
                                    <p:cond delay="0"/>
                                  </p:stCondLst>
                                  <p:childTnLst>
                                    <p:set>
                                      <p:cBhvr>
                                        <p:cTn id="12" dur="1" fill="hold">
                                          <p:stCondLst>
                                            <p:cond delay="0"/>
                                          </p:stCondLst>
                                        </p:cTn>
                                        <p:tgtEl>
                                          <p:spTgt spid="61"/>
                                        </p:tgtEl>
                                        <p:attrNameLst>
                                          <p:attrName>style.visibility</p:attrName>
                                        </p:attrNameLst>
                                      </p:cBhvr>
                                      <p:to>
                                        <p:strVal val="visible"/>
                                      </p:to>
                                    </p:set>
                                    <p:anim calcmode="lin" valueType="num">
                                      <p:cBhvr additive="base">
                                        <p:cTn id="13" dur="500" fill="hold"/>
                                        <p:tgtEl>
                                          <p:spTgt spid="61"/>
                                        </p:tgtEl>
                                        <p:attrNameLst>
                                          <p:attrName>ppt_x</p:attrName>
                                        </p:attrNameLst>
                                      </p:cBhvr>
                                      <p:tavLst>
                                        <p:tav tm="0">
                                          <p:val>
                                            <p:strVal val="#ppt_x"/>
                                          </p:val>
                                        </p:tav>
                                        <p:tav tm="100000">
                                          <p:val>
                                            <p:strVal val="#ppt_x"/>
                                          </p:val>
                                        </p:tav>
                                      </p:tavLst>
                                    </p:anim>
                                    <p:anim calcmode="lin" valueType="num">
                                      <p:cBhvr additive="base">
                                        <p:cTn id="14" dur="500" fill="hold"/>
                                        <p:tgtEl>
                                          <p:spTgt spid="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Sev01"/>
          <p:cNvSpPr/>
          <p:nvPr/>
        </p:nvSpPr>
        <p:spPr>
          <a:xfrm>
            <a:off x="4132120" y="4095936"/>
            <a:ext cx="913513" cy="913513"/>
          </a:xfrm>
          <a:prstGeom prst="ellipse">
            <a:avLst/>
          </a:prstGeom>
          <a:solidFill>
            <a:schemeClr val="accent1"/>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24" name="Sev02"/>
          <p:cNvSpPr/>
          <p:nvPr/>
        </p:nvSpPr>
        <p:spPr>
          <a:xfrm>
            <a:off x="5153001" y="4095936"/>
            <a:ext cx="913513" cy="913513"/>
          </a:xfrm>
          <a:prstGeom prst="ellipse">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8000" dirty="0">
              <a:solidFill>
                <a:srgbClr val="15AA96">
                  <a:lumMod val="50000"/>
                </a:srgbClr>
              </a:solidFill>
              <a:latin typeface="FontAwesome" pitchFamily="2" charset="0"/>
            </a:endParaRPr>
          </a:p>
        </p:txBody>
      </p:sp>
      <p:sp>
        <p:nvSpPr>
          <p:cNvPr id="36" name="Sev03"/>
          <p:cNvSpPr/>
          <p:nvPr/>
        </p:nvSpPr>
        <p:spPr>
          <a:xfrm>
            <a:off x="6159758" y="4095936"/>
            <a:ext cx="913513" cy="913513"/>
          </a:xfrm>
          <a:prstGeom prst="ellipse">
            <a:avLst/>
          </a:prstGeom>
          <a:solidFill>
            <a:schemeClr val="accent3"/>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cs typeface="+mj-cs"/>
            </a:endParaRPr>
          </a:p>
        </p:txBody>
      </p:sp>
      <p:sp>
        <p:nvSpPr>
          <p:cNvPr id="37" name="Sev04"/>
          <p:cNvSpPr/>
          <p:nvPr/>
        </p:nvSpPr>
        <p:spPr>
          <a:xfrm>
            <a:off x="7159433" y="4095936"/>
            <a:ext cx="913513" cy="913513"/>
          </a:xfrm>
          <a:prstGeom prst="ellipse">
            <a:avLst/>
          </a:prstGeom>
          <a:solidFill>
            <a:schemeClr val="accent4"/>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38" name="Freeform 52"/>
          <p:cNvSpPr>
            <a:spLocks noEditPoints="1"/>
          </p:cNvSpPr>
          <p:nvPr/>
        </p:nvSpPr>
        <p:spPr bwMode="auto">
          <a:xfrm>
            <a:off x="7441305" y="4364539"/>
            <a:ext cx="349769" cy="376303"/>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9" name="Freeform 42"/>
          <p:cNvSpPr>
            <a:spLocks noEditPoints="1"/>
          </p:cNvSpPr>
          <p:nvPr/>
        </p:nvSpPr>
        <p:spPr bwMode="auto">
          <a:xfrm>
            <a:off x="4398312" y="4388661"/>
            <a:ext cx="381129" cy="328059"/>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0" name="Freeform 178"/>
          <p:cNvSpPr>
            <a:spLocks noEditPoints="1"/>
          </p:cNvSpPr>
          <p:nvPr/>
        </p:nvSpPr>
        <p:spPr bwMode="auto">
          <a:xfrm>
            <a:off x="6425952" y="4409165"/>
            <a:ext cx="381129" cy="287051"/>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1" name="Freeform 86"/>
          <p:cNvSpPr>
            <a:spLocks noEditPoints="1"/>
          </p:cNvSpPr>
          <p:nvPr/>
        </p:nvSpPr>
        <p:spPr bwMode="auto">
          <a:xfrm>
            <a:off x="5479253" y="4333120"/>
            <a:ext cx="261003" cy="439145"/>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5" name="TextBox 34"/>
          <p:cNvSpPr txBox="1"/>
          <p:nvPr/>
        </p:nvSpPr>
        <p:spPr>
          <a:xfrm>
            <a:off x="3842744" y="1732651"/>
            <a:ext cx="4435349" cy="2308324"/>
          </a:xfrm>
          <a:prstGeom prst="rect">
            <a:avLst/>
          </a:prstGeom>
          <a:noFill/>
        </p:spPr>
        <p:txBody>
          <a:bodyPr wrap="square" rtlCol="0">
            <a:spAutoFit/>
          </a:bodyPr>
          <a:lstStyle/>
          <a:p>
            <a:pPr algn="ctr" defTabSz="1375467" rtl="1" fontAlgn="auto">
              <a:spcBef>
                <a:spcPts val="0"/>
              </a:spcBef>
              <a:spcAft>
                <a:spcPts val="0"/>
              </a:spcAft>
            </a:pPr>
            <a:r>
              <a:rPr lang="ar-SA" sz="2400" b="1" dirty="0">
                <a:solidFill>
                  <a:srgbClr val="FFFFFF"/>
                </a:solidFill>
                <a:latin typeface="Roboto Condensed"/>
                <a:cs typeface="Simplified Arabic" panose="02020603050405020304" pitchFamily="18" charset="-78"/>
              </a:rPr>
              <a:t>ويكيبيديا مشروع متعدد اللغات يضم مشاريعَ بأكثر من 292 لغة لإعداد موسوعات حرة ودقيقة ومتكاملة ومتنوعة ومحايدة، يستطيع الجميع المساهمة في تحريرها. بدأت النسخة العربية في يوليو/ تموز  2003 (ويكيبيديا، 2016).</a:t>
            </a:r>
            <a:endParaRPr lang="en-US" sz="2400" b="1" dirty="0">
              <a:solidFill>
                <a:srgbClr val="FFFFFF"/>
              </a:solidFill>
              <a:latin typeface="Roboto Condensed"/>
              <a:cs typeface="Simplified Arabic" panose="02020603050405020304" pitchFamily="18" charset="-78"/>
            </a:endParaRPr>
          </a:p>
        </p:txBody>
      </p:sp>
      <p:pic>
        <p:nvPicPr>
          <p:cNvPr id="3" name="Picture Placeholder 2"/>
          <p:cNvPicPr>
            <a:picLocks noGrp="1" noChangeAspect="1"/>
          </p:cNvPicPr>
          <p:nvPr>
            <p:ph type="pic" sz="quarter" idx="10"/>
          </p:nvPr>
        </p:nvPicPr>
        <p:blipFill>
          <a:blip r:embed="rId2">
            <a:extLst>
              <a:ext uri="{28A0092B-C50C-407E-A947-70E740481C1C}">
                <a14:useLocalDpi xmlns:a14="http://schemas.microsoft.com/office/drawing/2010/main" val="0"/>
              </a:ext>
            </a:extLst>
          </a:blip>
          <a:stretch>
            <a:fillRect/>
          </a:stretch>
        </p:blipFill>
        <p:spPr>
          <a:xfrm>
            <a:off x="2" y="1732652"/>
            <a:ext cx="3698113" cy="2594862"/>
          </a:xfrm>
        </p:spPr>
      </p:pic>
      <p:pic>
        <p:nvPicPr>
          <p:cNvPr id="4" name="Picture Placeholder 3"/>
          <p:cNvPicPr>
            <a:picLocks noGrp="1" noChangeAspect="1"/>
          </p:cNvPicPr>
          <p:nvPr>
            <p:ph type="pic" sz="quarter" idx="15"/>
          </p:nvPr>
        </p:nvPicPr>
        <p:blipFill>
          <a:blip r:embed="rId2">
            <a:extLst>
              <a:ext uri="{28A0092B-C50C-407E-A947-70E740481C1C}">
                <a14:useLocalDpi xmlns:a14="http://schemas.microsoft.com/office/drawing/2010/main" val="0"/>
              </a:ext>
            </a:extLst>
          </a:blip>
          <a:stretch>
            <a:fillRect/>
          </a:stretch>
        </p:blipFill>
        <p:spPr>
          <a:xfrm>
            <a:off x="8483240" y="1732651"/>
            <a:ext cx="3708763" cy="2598323"/>
          </a:xfrm>
        </p:spPr>
      </p:pic>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23833362"/>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1000"/>
                                        <p:tgtEl>
                                          <p:spTgt spid="35"/>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animEffect transition="in" filter="fade">
                                      <p:cBhvr>
                                        <p:cTn id="13" dur="500"/>
                                        <p:tgtEl>
                                          <p:spTgt spid="23"/>
                                        </p:tgtEl>
                                      </p:cBhvr>
                                    </p:animEffect>
                                  </p:childTnLst>
                                </p:cTn>
                              </p:par>
                            </p:childTnLst>
                          </p:cTn>
                        </p:par>
                        <p:par>
                          <p:cTn id="14" fill="hold">
                            <p:stCondLst>
                              <p:cond delay="1500"/>
                            </p:stCondLst>
                            <p:childTnLst>
                              <p:par>
                                <p:cTn id="15" presetID="53" presetClass="entr" presetSubtype="0" fill="hold" grpId="0" nodeType="afterEffect">
                                  <p:stCondLst>
                                    <p:cond delay="0"/>
                                  </p:stCondLst>
                                  <p:childTnLst>
                                    <p:set>
                                      <p:cBhvr>
                                        <p:cTn id="16" dur="1" fill="hold">
                                          <p:stCondLst>
                                            <p:cond delay="0"/>
                                          </p:stCondLst>
                                        </p:cTn>
                                        <p:tgtEl>
                                          <p:spTgt spid="39"/>
                                        </p:tgtEl>
                                        <p:attrNameLst>
                                          <p:attrName>style.visibility</p:attrName>
                                        </p:attrNameLst>
                                      </p:cBhvr>
                                      <p:to>
                                        <p:strVal val="visible"/>
                                      </p:to>
                                    </p:set>
                                    <p:anim calcmode="lin" valueType="num">
                                      <p:cBhvr>
                                        <p:cTn id="17" dur="500" fill="hold"/>
                                        <p:tgtEl>
                                          <p:spTgt spid="39"/>
                                        </p:tgtEl>
                                        <p:attrNameLst>
                                          <p:attrName>ppt_w</p:attrName>
                                        </p:attrNameLst>
                                      </p:cBhvr>
                                      <p:tavLst>
                                        <p:tav tm="0">
                                          <p:val>
                                            <p:fltVal val="0"/>
                                          </p:val>
                                        </p:tav>
                                        <p:tav tm="100000">
                                          <p:val>
                                            <p:strVal val="#ppt_w"/>
                                          </p:val>
                                        </p:tav>
                                      </p:tavLst>
                                    </p:anim>
                                    <p:anim calcmode="lin" valueType="num">
                                      <p:cBhvr>
                                        <p:cTn id="18" dur="500" fill="hold"/>
                                        <p:tgtEl>
                                          <p:spTgt spid="39"/>
                                        </p:tgtEl>
                                        <p:attrNameLst>
                                          <p:attrName>ppt_h</p:attrName>
                                        </p:attrNameLst>
                                      </p:cBhvr>
                                      <p:tavLst>
                                        <p:tav tm="0">
                                          <p:val>
                                            <p:fltVal val="0"/>
                                          </p:val>
                                        </p:tav>
                                        <p:tav tm="100000">
                                          <p:val>
                                            <p:strVal val="#ppt_h"/>
                                          </p:val>
                                        </p:tav>
                                      </p:tavLst>
                                    </p:anim>
                                    <p:animEffect transition="in" filter="fade">
                                      <p:cBhvr>
                                        <p:cTn id="19" dur="500"/>
                                        <p:tgtEl>
                                          <p:spTgt spid="39"/>
                                        </p:tgtEl>
                                      </p:cBhvr>
                                    </p:animEffect>
                                  </p:childTnLst>
                                </p:cTn>
                              </p:par>
                            </p:childTnLst>
                          </p:cTn>
                        </p:par>
                        <p:par>
                          <p:cTn id="20" fill="hold">
                            <p:stCondLst>
                              <p:cond delay="2000"/>
                            </p:stCondLst>
                            <p:childTnLst>
                              <p:par>
                                <p:cTn id="21" presetID="53" presetClass="entr" presetSubtype="0"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 calcmode="lin" valueType="num">
                                      <p:cBhvr>
                                        <p:cTn id="23" dur="500" fill="hold"/>
                                        <p:tgtEl>
                                          <p:spTgt spid="24"/>
                                        </p:tgtEl>
                                        <p:attrNameLst>
                                          <p:attrName>ppt_w</p:attrName>
                                        </p:attrNameLst>
                                      </p:cBhvr>
                                      <p:tavLst>
                                        <p:tav tm="0">
                                          <p:val>
                                            <p:fltVal val="0"/>
                                          </p:val>
                                        </p:tav>
                                        <p:tav tm="100000">
                                          <p:val>
                                            <p:strVal val="#ppt_w"/>
                                          </p:val>
                                        </p:tav>
                                      </p:tavLst>
                                    </p:anim>
                                    <p:anim calcmode="lin" valueType="num">
                                      <p:cBhvr>
                                        <p:cTn id="24" dur="500" fill="hold"/>
                                        <p:tgtEl>
                                          <p:spTgt spid="24"/>
                                        </p:tgtEl>
                                        <p:attrNameLst>
                                          <p:attrName>ppt_h</p:attrName>
                                        </p:attrNameLst>
                                      </p:cBhvr>
                                      <p:tavLst>
                                        <p:tav tm="0">
                                          <p:val>
                                            <p:fltVal val="0"/>
                                          </p:val>
                                        </p:tav>
                                        <p:tav tm="100000">
                                          <p:val>
                                            <p:strVal val="#ppt_h"/>
                                          </p:val>
                                        </p:tav>
                                      </p:tavLst>
                                    </p:anim>
                                    <p:animEffect transition="in" filter="fade">
                                      <p:cBhvr>
                                        <p:cTn id="25" dur="500"/>
                                        <p:tgtEl>
                                          <p:spTgt spid="24"/>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p:cTn id="29" dur="500" fill="hold"/>
                                        <p:tgtEl>
                                          <p:spTgt spid="41"/>
                                        </p:tgtEl>
                                        <p:attrNameLst>
                                          <p:attrName>ppt_w</p:attrName>
                                        </p:attrNameLst>
                                      </p:cBhvr>
                                      <p:tavLst>
                                        <p:tav tm="0">
                                          <p:val>
                                            <p:fltVal val="0"/>
                                          </p:val>
                                        </p:tav>
                                        <p:tav tm="100000">
                                          <p:val>
                                            <p:strVal val="#ppt_w"/>
                                          </p:val>
                                        </p:tav>
                                      </p:tavLst>
                                    </p:anim>
                                    <p:anim calcmode="lin" valueType="num">
                                      <p:cBhvr>
                                        <p:cTn id="30" dur="500" fill="hold"/>
                                        <p:tgtEl>
                                          <p:spTgt spid="41"/>
                                        </p:tgtEl>
                                        <p:attrNameLst>
                                          <p:attrName>ppt_h</p:attrName>
                                        </p:attrNameLst>
                                      </p:cBhvr>
                                      <p:tavLst>
                                        <p:tav tm="0">
                                          <p:val>
                                            <p:fltVal val="0"/>
                                          </p:val>
                                        </p:tav>
                                        <p:tav tm="100000">
                                          <p:val>
                                            <p:strVal val="#ppt_h"/>
                                          </p:val>
                                        </p:tav>
                                      </p:tavLst>
                                    </p:anim>
                                    <p:animEffect transition="in" filter="fade">
                                      <p:cBhvr>
                                        <p:cTn id="31" dur="500"/>
                                        <p:tgtEl>
                                          <p:spTgt spid="41"/>
                                        </p:tgtEl>
                                      </p:cBhvr>
                                    </p:animEffect>
                                  </p:childTnLst>
                                </p:cTn>
                              </p:par>
                            </p:childTnLst>
                          </p:cTn>
                        </p:par>
                        <p:par>
                          <p:cTn id="32" fill="hold">
                            <p:stCondLst>
                              <p:cond delay="3000"/>
                            </p:stCondLst>
                            <p:childTnLst>
                              <p:par>
                                <p:cTn id="33" presetID="53" presetClass="entr" presetSubtype="0" fill="hold" grpId="0" nodeType="afterEffect">
                                  <p:stCondLst>
                                    <p:cond delay="0"/>
                                  </p:stCondLst>
                                  <p:childTnLst>
                                    <p:set>
                                      <p:cBhvr>
                                        <p:cTn id="34" dur="1" fill="hold">
                                          <p:stCondLst>
                                            <p:cond delay="0"/>
                                          </p:stCondLst>
                                        </p:cTn>
                                        <p:tgtEl>
                                          <p:spTgt spid="36"/>
                                        </p:tgtEl>
                                        <p:attrNameLst>
                                          <p:attrName>style.visibility</p:attrName>
                                        </p:attrNameLst>
                                      </p:cBhvr>
                                      <p:to>
                                        <p:strVal val="visible"/>
                                      </p:to>
                                    </p:set>
                                    <p:anim calcmode="lin" valueType="num">
                                      <p:cBhvr>
                                        <p:cTn id="35" dur="500" fill="hold"/>
                                        <p:tgtEl>
                                          <p:spTgt spid="36"/>
                                        </p:tgtEl>
                                        <p:attrNameLst>
                                          <p:attrName>ppt_w</p:attrName>
                                        </p:attrNameLst>
                                      </p:cBhvr>
                                      <p:tavLst>
                                        <p:tav tm="0">
                                          <p:val>
                                            <p:fltVal val="0"/>
                                          </p:val>
                                        </p:tav>
                                        <p:tav tm="100000">
                                          <p:val>
                                            <p:strVal val="#ppt_w"/>
                                          </p:val>
                                        </p:tav>
                                      </p:tavLst>
                                    </p:anim>
                                    <p:anim calcmode="lin" valueType="num">
                                      <p:cBhvr>
                                        <p:cTn id="36" dur="500" fill="hold"/>
                                        <p:tgtEl>
                                          <p:spTgt spid="36"/>
                                        </p:tgtEl>
                                        <p:attrNameLst>
                                          <p:attrName>ppt_h</p:attrName>
                                        </p:attrNameLst>
                                      </p:cBhvr>
                                      <p:tavLst>
                                        <p:tav tm="0">
                                          <p:val>
                                            <p:fltVal val="0"/>
                                          </p:val>
                                        </p:tav>
                                        <p:tav tm="100000">
                                          <p:val>
                                            <p:strVal val="#ppt_h"/>
                                          </p:val>
                                        </p:tav>
                                      </p:tavLst>
                                    </p:anim>
                                    <p:animEffect transition="in" filter="fade">
                                      <p:cBhvr>
                                        <p:cTn id="37" dur="500"/>
                                        <p:tgtEl>
                                          <p:spTgt spid="36"/>
                                        </p:tgtEl>
                                      </p:cBhvr>
                                    </p:animEffect>
                                  </p:childTnLst>
                                </p:cTn>
                              </p:par>
                            </p:childTnLst>
                          </p:cTn>
                        </p:par>
                        <p:par>
                          <p:cTn id="38" fill="hold">
                            <p:stCondLst>
                              <p:cond delay="3500"/>
                            </p:stCondLst>
                            <p:childTnLst>
                              <p:par>
                                <p:cTn id="39" presetID="53" presetClass="entr" presetSubtype="0" fill="hold" grpId="0" nodeType="afterEffect">
                                  <p:stCondLst>
                                    <p:cond delay="0"/>
                                  </p:stCondLst>
                                  <p:childTnLst>
                                    <p:set>
                                      <p:cBhvr>
                                        <p:cTn id="40" dur="1" fill="hold">
                                          <p:stCondLst>
                                            <p:cond delay="0"/>
                                          </p:stCondLst>
                                        </p:cTn>
                                        <p:tgtEl>
                                          <p:spTgt spid="40"/>
                                        </p:tgtEl>
                                        <p:attrNameLst>
                                          <p:attrName>style.visibility</p:attrName>
                                        </p:attrNameLst>
                                      </p:cBhvr>
                                      <p:to>
                                        <p:strVal val="visible"/>
                                      </p:to>
                                    </p:set>
                                    <p:anim calcmode="lin" valueType="num">
                                      <p:cBhvr>
                                        <p:cTn id="41" dur="500" fill="hold"/>
                                        <p:tgtEl>
                                          <p:spTgt spid="40"/>
                                        </p:tgtEl>
                                        <p:attrNameLst>
                                          <p:attrName>ppt_w</p:attrName>
                                        </p:attrNameLst>
                                      </p:cBhvr>
                                      <p:tavLst>
                                        <p:tav tm="0">
                                          <p:val>
                                            <p:fltVal val="0"/>
                                          </p:val>
                                        </p:tav>
                                        <p:tav tm="100000">
                                          <p:val>
                                            <p:strVal val="#ppt_w"/>
                                          </p:val>
                                        </p:tav>
                                      </p:tavLst>
                                    </p:anim>
                                    <p:anim calcmode="lin" valueType="num">
                                      <p:cBhvr>
                                        <p:cTn id="42" dur="500" fill="hold"/>
                                        <p:tgtEl>
                                          <p:spTgt spid="40"/>
                                        </p:tgtEl>
                                        <p:attrNameLst>
                                          <p:attrName>ppt_h</p:attrName>
                                        </p:attrNameLst>
                                      </p:cBhvr>
                                      <p:tavLst>
                                        <p:tav tm="0">
                                          <p:val>
                                            <p:fltVal val="0"/>
                                          </p:val>
                                        </p:tav>
                                        <p:tav tm="100000">
                                          <p:val>
                                            <p:strVal val="#ppt_h"/>
                                          </p:val>
                                        </p:tav>
                                      </p:tavLst>
                                    </p:anim>
                                    <p:animEffect transition="in" filter="fade">
                                      <p:cBhvr>
                                        <p:cTn id="43" dur="500"/>
                                        <p:tgtEl>
                                          <p:spTgt spid="40"/>
                                        </p:tgtEl>
                                      </p:cBhvr>
                                    </p:animEffect>
                                  </p:childTnLst>
                                </p:cTn>
                              </p:par>
                            </p:childTnLst>
                          </p:cTn>
                        </p:par>
                        <p:par>
                          <p:cTn id="44" fill="hold">
                            <p:stCondLst>
                              <p:cond delay="4000"/>
                            </p:stCondLst>
                            <p:childTnLst>
                              <p:par>
                                <p:cTn id="45" presetID="53" presetClass="entr" presetSubtype="0" fill="hold" grpId="0" nodeType="afterEffect">
                                  <p:stCondLst>
                                    <p:cond delay="0"/>
                                  </p:stCondLst>
                                  <p:childTnLst>
                                    <p:set>
                                      <p:cBhvr>
                                        <p:cTn id="46" dur="1" fill="hold">
                                          <p:stCondLst>
                                            <p:cond delay="0"/>
                                          </p:stCondLst>
                                        </p:cTn>
                                        <p:tgtEl>
                                          <p:spTgt spid="37"/>
                                        </p:tgtEl>
                                        <p:attrNameLst>
                                          <p:attrName>style.visibility</p:attrName>
                                        </p:attrNameLst>
                                      </p:cBhvr>
                                      <p:to>
                                        <p:strVal val="visible"/>
                                      </p:to>
                                    </p:set>
                                    <p:anim calcmode="lin" valueType="num">
                                      <p:cBhvr>
                                        <p:cTn id="47" dur="500" fill="hold"/>
                                        <p:tgtEl>
                                          <p:spTgt spid="37"/>
                                        </p:tgtEl>
                                        <p:attrNameLst>
                                          <p:attrName>ppt_w</p:attrName>
                                        </p:attrNameLst>
                                      </p:cBhvr>
                                      <p:tavLst>
                                        <p:tav tm="0">
                                          <p:val>
                                            <p:fltVal val="0"/>
                                          </p:val>
                                        </p:tav>
                                        <p:tav tm="100000">
                                          <p:val>
                                            <p:strVal val="#ppt_w"/>
                                          </p:val>
                                        </p:tav>
                                      </p:tavLst>
                                    </p:anim>
                                    <p:anim calcmode="lin" valueType="num">
                                      <p:cBhvr>
                                        <p:cTn id="48" dur="500" fill="hold"/>
                                        <p:tgtEl>
                                          <p:spTgt spid="37"/>
                                        </p:tgtEl>
                                        <p:attrNameLst>
                                          <p:attrName>ppt_h</p:attrName>
                                        </p:attrNameLst>
                                      </p:cBhvr>
                                      <p:tavLst>
                                        <p:tav tm="0">
                                          <p:val>
                                            <p:fltVal val="0"/>
                                          </p:val>
                                        </p:tav>
                                        <p:tav tm="100000">
                                          <p:val>
                                            <p:strVal val="#ppt_h"/>
                                          </p:val>
                                        </p:tav>
                                      </p:tavLst>
                                    </p:anim>
                                    <p:animEffect transition="in" filter="fade">
                                      <p:cBhvr>
                                        <p:cTn id="49" dur="500"/>
                                        <p:tgtEl>
                                          <p:spTgt spid="37"/>
                                        </p:tgtEl>
                                      </p:cBhvr>
                                    </p:animEffect>
                                  </p:childTnLst>
                                </p:cTn>
                              </p:par>
                            </p:childTnLst>
                          </p:cTn>
                        </p:par>
                        <p:par>
                          <p:cTn id="50" fill="hold">
                            <p:stCondLst>
                              <p:cond delay="4500"/>
                            </p:stCondLst>
                            <p:childTnLst>
                              <p:par>
                                <p:cTn id="51" presetID="53" presetClass="entr" presetSubtype="0" fill="hold" grpId="0" nodeType="afterEffect">
                                  <p:stCondLst>
                                    <p:cond delay="0"/>
                                  </p:stCondLst>
                                  <p:childTnLst>
                                    <p:set>
                                      <p:cBhvr>
                                        <p:cTn id="52" dur="1" fill="hold">
                                          <p:stCondLst>
                                            <p:cond delay="0"/>
                                          </p:stCondLst>
                                        </p:cTn>
                                        <p:tgtEl>
                                          <p:spTgt spid="38"/>
                                        </p:tgtEl>
                                        <p:attrNameLst>
                                          <p:attrName>style.visibility</p:attrName>
                                        </p:attrNameLst>
                                      </p:cBhvr>
                                      <p:to>
                                        <p:strVal val="visible"/>
                                      </p:to>
                                    </p:set>
                                    <p:anim calcmode="lin" valueType="num">
                                      <p:cBhvr>
                                        <p:cTn id="53" dur="500" fill="hold"/>
                                        <p:tgtEl>
                                          <p:spTgt spid="38"/>
                                        </p:tgtEl>
                                        <p:attrNameLst>
                                          <p:attrName>ppt_w</p:attrName>
                                        </p:attrNameLst>
                                      </p:cBhvr>
                                      <p:tavLst>
                                        <p:tav tm="0">
                                          <p:val>
                                            <p:fltVal val="0"/>
                                          </p:val>
                                        </p:tav>
                                        <p:tav tm="100000">
                                          <p:val>
                                            <p:strVal val="#ppt_w"/>
                                          </p:val>
                                        </p:tav>
                                      </p:tavLst>
                                    </p:anim>
                                    <p:anim calcmode="lin" valueType="num">
                                      <p:cBhvr>
                                        <p:cTn id="54" dur="500" fill="hold"/>
                                        <p:tgtEl>
                                          <p:spTgt spid="38"/>
                                        </p:tgtEl>
                                        <p:attrNameLst>
                                          <p:attrName>ppt_h</p:attrName>
                                        </p:attrNameLst>
                                      </p:cBhvr>
                                      <p:tavLst>
                                        <p:tav tm="0">
                                          <p:val>
                                            <p:fltVal val="0"/>
                                          </p:val>
                                        </p:tav>
                                        <p:tav tm="100000">
                                          <p:val>
                                            <p:strVal val="#ppt_h"/>
                                          </p:val>
                                        </p:tav>
                                      </p:tavLst>
                                    </p:anim>
                                    <p:animEffect transition="in" filter="fade">
                                      <p:cBhvr>
                                        <p:cTn id="55"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36" grpId="0" animBg="1"/>
      <p:bldP spid="37" grpId="0" animBg="1"/>
      <p:bldP spid="38" grpId="0" animBg="1"/>
      <p:bldP spid="39" grpId="0" animBg="1"/>
      <p:bldP spid="40" grpId="0" animBg="1"/>
      <p:bldP spid="41" grpId="0" animBg="1"/>
      <p:bldP spid="35" grpId="0"/>
    </p:bld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5"/>
          </p:nvPr>
        </p:nvPicPr>
        <p:blipFill>
          <a:blip r:embed="rId2">
            <a:extLst>
              <a:ext uri="{28A0092B-C50C-407E-A947-70E740481C1C}">
                <a14:useLocalDpi xmlns:a14="http://schemas.microsoft.com/office/drawing/2010/main" val="0"/>
              </a:ext>
            </a:extLst>
          </a:blip>
          <a:stretch>
            <a:fillRect/>
          </a:stretch>
        </p:blipFill>
        <p:spPr>
          <a:xfrm>
            <a:off x="4141012" y="1268413"/>
            <a:ext cx="3909977" cy="2601912"/>
          </a:xfrm>
        </p:spPr>
      </p:pic>
      <p:sp>
        <p:nvSpPr>
          <p:cNvPr id="27" name="Title 26"/>
          <p:cNvSpPr>
            <a:spLocks noGrp="1"/>
          </p:cNvSpPr>
          <p:nvPr>
            <p:ph type="title"/>
          </p:nvPr>
        </p:nvSpPr>
        <p:spPr/>
        <p:txBody>
          <a:bodyPr/>
          <a:lstStyle/>
          <a:p>
            <a:pPr rtl="1"/>
            <a:r>
              <a:rPr lang="ar-SA" u="sng" dirty="0">
                <a:solidFill>
                  <a:schemeClr val="tx1"/>
                </a:solidFill>
              </a:rPr>
              <a:t>2-	تسريبات ويكيليس </a:t>
            </a:r>
            <a:r>
              <a:rPr lang="en-US" u="sng" dirty="0" err="1">
                <a:solidFill>
                  <a:schemeClr val="tx1"/>
                </a:solidFill>
              </a:rPr>
              <a:t>Wikileaks</a:t>
            </a:r>
            <a:endParaRPr lang="en-US" u="sng" dirty="0">
              <a:solidFill>
                <a:schemeClr val="tx1"/>
              </a:solidFill>
            </a:endParaRPr>
          </a:p>
        </p:txBody>
      </p:sp>
      <p:sp>
        <p:nvSpPr>
          <p:cNvPr id="41" name="Sev04"/>
          <p:cNvSpPr/>
          <p:nvPr/>
        </p:nvSpPr>
        <p:spPr>
          <a:xfrm>
            <a:off x="6280501" y="3393962"/>
            <a:ext cx="1370325" cy="1370324"/>
          </a:xfrm>
          <a:prstGeom prst="rect">
            <a:avLst/>
          </a:prstGeom>
          <a:solidFill>
            <a:schemeClr val="accent4"/>
          </a:solidFill>
          <a:ln w="190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42" name="Freeform 52"/>
          <p:cNvSpPr>
            <a:spLocks noEditPoints="1"/>
          </p:cNvSpPr>
          <p:nvPr/>
        </p:nvSpPr>
        <p:spPr bwMode="auto">
          <a:xfrm>
            <a:off x="6656871" y="3746903"/>
            <a:ext cx="617591" cy="664441"/>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8" name="Sev01"/>
          <p:cNvSpPr/>
          <p:nvPr/>
        </p:nvSpPr>
        <p:spPr>
          <a:xfrm>
            <a:off x="852311" y="3393962"/>
            <a:ext cx="1370325" cy="1370324"/>
          </a:xfrm>
          <a:prstGeom prst="rect">
            <a:avLst/>
          </a:prstGeom>
          <a:solidFill>
            <a:schemeClr val="accent1"/>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43" name="Freeform 42"/>
          <p:cNvSpPr>
            <a:spLocks noEditPoints="1"/>
          </p:cNvSpPr>
          <p:nvPr/>
        </p:nvSpPr>
        <p:spPr bwMode="auto">
          <a:xfrm>
            <a:off x="1200992" y="3789495"/>
            <a:ext cx="672960" cy="579257"/>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0" name="Sev03"/>
          <p:cNvSpPr/>
          <p:nvPr/>
        </p:nvSpPr>
        <p:spPr>
          <a:xfrm>
            <a:off x="4494955" y="3393962"/>
            <a:ext cx="1370325" cy="1370324"/>
          </a:xfrm>
          <a:prstGeom prst="rect">
            <a:avLst/>
          </a:prstGeom>
          <a:solidFill>
            <a:schemeClr val="accent3"/>
          </a:solidFill>
          <a:ln w="1905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cs typeface="+mj-cs"/>
            </a:endParaRPr>
          </a:p>
        </p:txBody>
      </p:sp>
      <p:sp>
        <p:nvSpPr>
          <p:cNvPr id="44" name="Freeform 178"/>
          <p:cNvSpPr>
            <a:spLocks noEditPoints="1"/>
          </p:cNvSpPr>
          <p:nvPr/>
        </p:nvSpPr>
        <p:spPr bwMode="auto">
          <a:xfrm>
            <a:off x="4843634" y="3825694"/>
            <a:ext cx="672960" cy="506852"/>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9" name="Sev02"/>
          <p:cNvSpPr/>
          <p:nvPr/>
        </p:nvSpPr>
        <p:spPr>
          <a:xfrm>
            <a:off x="2709405" y="3393962"/>
            <a:ext cx="1370325" cy="1370324"/>
          </a:xfrm>
          <a:prstGeom prst="rect">
            <a:avLst/>
          </a:prstGeom>
          <a:solidFill>
            <a:schemeClr val="accent2"/>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8000" dirty="0">
              <a:solidFill>
                <a:srgbClr val="15AA96">
                  <a:lumMod val="50000"/>
                </a:srgbClr>
              </a:solidFill>
              <a:latin typeface="FontAwesome" pitchFamily="2" charset="0"/>
            </a:endParaRPr>
          </a:p>
        </p:txBody>
      </p:sp>
      <p:sp>
        <p:nvSpPr>
          <p:cNvPr id="45" name="Freeform 86"/>
          <p:cNvSpPr>
            <a:spLocks noEditPoints="1"/>
          </p:cNvSpPr>
          <p:nvPr/>
        </p:nvSpPr>
        <p:spPr bwMode="auto">
          <a:xfrm>
            <a:off x="3164139" y="3691422"/>
            <a:ext cx="460857" cy="775404"/>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51" name="Sev04"/>
          <p:cNvSpPr/>
          <p:nvPr/>
        </p:nvSpPr>
        <p:spPr>
          <a:xfrm>
            <a:off x="8066049" y="3393962"/>
            <a:ext cx="1370325" cy="1370324"/>
          </a:xfrm>
          <a:prstGeom prst="rect">
            <a:avLst/>
          </a:prstGeom>
          <a:solidFill>
            <a:schemeClr val="accent5"/>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54" name="Sev04"/>
          <p:cNvSpPr/>
          <p:nvPr/>
        </p:nvSpPr>
        <p:spPr>
          <a:xfrm>
            <a:off x="9928055" y="3393962"/>
            <a:ext cx="1370325" cy="1370324"/>
          </a:xfrm>
          <a:prstGeom prst="rect">
            <a:avLst/>
          </a:prstGeom>
          <a:solidFill>
            <a:schemeClr val="accent6"/>
          </a:solidFill>
          <a:ln w="190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56" name="Freeform 22"/>
          <p:cNvSpPr>
            <a:spLocks noEditPoints="1"/>
          </p:cNvSpPr>
          <p:nvPr/>
        </p:nvSpPr>
        <p:spPr bwMode="auto">
          <a:xfrm>
            <a:off x="8399739" y="3773078"/>
            <a:ext cx="702951" cy="612092"/>
          </a:xfrm>
          <a:custGeom>
            <a:avLst/>
            <a:gdLst/>
            <a:ahLst/>
            <a:cxnLst>
              <a:cxn ang="0">
                <a:pos x="68" y="24"/>
              </a:cxn>
              <a:cxn ang="0">
                <a:pos x="64" y="29"/>
              </a:cxn>
              <a:cxn ang="0">
                <a:pos x="64" y="43"/>
              </a:cxn>
              <a:cxn ang="0">
                <a:pos x="59" y="48"/>
              </a:cxn>
              <a:cxn ang="0">
                <a:pos x="28" y="34"/>
              </a:cxn>
              <a:cxn ang="0">
                <a:pos x="25" y="44"/>
              </a:cxn>
              <a:cxn ang="0">
                <a:pos x="30" y="54"/>
              </a:cxn>
              <a:cxn ang="0">
                <a:pos x="14" y="56"/>
              </a:cxn>
              <a:cxn ang="0">
                <a:pos x="11" y="34"/>
              </a:cxn>
              <a:cxn ang="0">
                <a:pos x="7" y="34"/>
              </a:cxn>
              <a:cxn ang="0">
                <a:pos x="0" y="27"/>
              </a:cxn>
              <a:cxn ang="0">
                <a:pos x="0" y="20"/>
              </a:cxn>
              <a:cxn ang="0">
                <a:pos x="7" y="14"/>
              </a:cxn>
              <a:cxn ang="0">
                <a:pos x="25" y="14"/>
              </a:cxn>
              <a:cxn ang="0">
                <a:pos x="59" y="0"/>
              </a:cxn>
              <a:cxn ang="0">
                <a:pos x="64" y="4"/>
              </a:cxn>
              <a:cxn ang="0">
                <a:pos x="64" y="19"/>
              </a:cxn>
              <a:cxn ang="0">
                <a:pos x="68" y="24"/>
              </a:cxn>
              <a:cxn ang="0">
                <a:pos x="59" y="6"/>
              </a:cxn>
              <a:cxn ang="0">
                <a:pos x="30" y="19"/>
              </a:cxn>
              <a:cxn ang="0">
                <a:pos x="30" y="29"/>
              </a:cxn>
              <a:cxn ang="0">
                <a:pos x="59" y="42"/>
              </a:cxn>
              <a:cxn ang="0">
                <a:pos x="59" y="6"/>
              </a:cxn>
            </a:cxnLst>
            <a:rect l="0" t="0" r="r" b="b"/>
            <a:pathLst>
              <a:path w="68" h="59">
                <a:moveTo>
                  <a:pt x="68" y="24"/>
                </a:moveTo>
                <a:cubicBezTo>
                  <a:pt x="68" y="27"/>
                  <a:pt x="66" y="29"/>
                  <a:pt x="64" y="29"/>
                </a:cubicBezTo>
                <a:cubicBezTo>
                  <a:pt x="64" y="43"/>
                  <a:pt x="64" y="43"/>
                  <a:pt x="64" y="43"/>
                </a:cubicBezTo>
                <a:cubicBezTo>
                  <a:pt x="64" y="46"/>
                  <a:pt x="61" y="48"/>
                  <a:pt x="59" y="48"/>
                </a:cubicBezTo>
                <a:cubicBezTo>
                  <a:pt x="52" y="43"/>
                  <a:pt x="41" y="35"/>
                  <a:pt x="28" y="34"/>
                </a:cubicBezTo>
                <a:cubicBezTo>
                  <a:pt x="23" y="35"/>
                  <a:pt x="22" y="41"/>
                  <a:pt x="25" y="44"/>
                </a:cubicBezTo>
                <a:cubicBezTo>
                  <a:pt x="22" y="48"/>
                  <a:pt x="26" y="51"/>
                  <a:pt x="30" y="54"/>
                </a:cubicBezTo>
                <a:cubicBezTo>
                  <a:pt x="27" y="59"/>
                  <a:pt x="17" y="59"/>
                  <a:pt x="14" y="56"/>
                </a:cubicBezTo>
                <a:cubicBezTo>
                  <a:pt x="12" y="49"/>
                  <a:pt x="8" y="42"/>
                  <a:pt x="11" y="34"/>
                </a:cubicBezTo>
                <a:cubicBezTo>
                  <a:pt x="7" y="34"/>
                  <a:pt x="7" y="34"/>
                  <a:pt x="7" y="34"/>
                </a:cubicBezTo>
                <a:cubicBezTo>
                  <a:pt x="3" y="34"/>
                  <a:pt x="0" y="31"/>
                  <a:pt x="0" y="27"/>
                </a:cubicBezTo>
                <a:cubicBezTo>
                  <a:pt x="0" y="20"/>
                  <a:pt x="0" y="20"/>
                  <a:pt x="0" y="20"/>
                </a:cubicBezTo>
                <a:cubicBezTo>
                  <a:pt x="0" y="17"/>
                  <a:pt x="3" y="14"/>
                  <a:pt x="7" y="14"/>
                </a:cubicBezTo>
                <a:cubicBezTo>
                  <a:pt x="25" y="14"/>
                  <a:pt x="25" y="14"/>
                  <a:pt x="25" y="14"/>
                </a:cubicBezTo>
                <a:cubicBezTo>
                  <a:pt x="39" y="14"/>
                  <a:pt x="51" y="6"/>
                  <a:pt x="59" y="0"/>
                </a:cubicBezTo>
                <a:cubicBezTo>
                  <a:pt x="61" y="0"/>
                  <a:pt x="64" y="2"/>
                  <a:pt x="64" y="4"/>
                </a:cubicBezTo>
                <a:cubicBezTo>
                  <a:pt x="64" y="19"/>
                  <a:pt x="64" y="19"/>
                  <a:pt x="64" y="19"/>
                </a:cubicBezTo>
                <a:cubicBezTo>
                  <a:pt x="66" y="19"/>
                  <a:pt x="68" y="21"/>
                  <a:pt x="68" y="24"/>
                </a:cubicBezTo>
                <a:close/>
                <a:moveTo>
                  <a:pt x="59" y="6"/>
                </a:moveTo>
                <a:cubicBezTo>
                  <a:pt x="49" y="13"/>
                  <a:pt x="39" y="18"/>
                  <a:pt x="30" y="19"/>
                </a:cubicBezTo>
                <a:cubicBezTo>
                  <a:pt x="30" y="29"/>
                  <a:pt x="30" y="29"/>
                  <a:pt x="30" y="29"/>
                </a:cubicBezTo>
                <a:cubicBezTo>
                  <a:pt x="39" y="30"/>
                  <a:pt x="49" y="34"/>
                  <a:pt x="59" y="42"/>
                </a:cubicBezTo>
                <a:lnTo>
                  <a:pt x="59"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57" name="Freeform 135"/>
          <p:cNvSpPr>
            <a:spLocks noEditPoints="1"/>
          </p:cNvSpPr>
          <p:nvPr/>
        </p:nvSpPr>
        <p:spPr bwMode="auto">
          <a:xfrm>
            <a:off x="10314582" y="3799388"/>
            <a:ext cx="597276" cy="559473"/>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9" name="Footer Text"/>
          <p:cNvSpPr txBox="1"/>
          <p:nvPr/>
        </p:nvSpPr>
        <p:spPr>
          <a:xfrm>
            <a:off x="782639" y="5245464"/>
            <a:ext cx="10626721" cy="861774"/>
          </a:xfrm>
          <a:prstGeom prst="rect">
            <a:avLst/>
          </a:prstGeom>
          <a:noFill/>
        </p:spPr>
        <p:txBody>
          <a:bodyPr wrap="square" lIns="0" tIns="0" rIns="0" bIns="0" rtlCol="0">
            <a:spAutoFit/>
          </a:bodyPr>
          <a:lstStyle/>
          <a:p>
            <a:pPr algn="ctr" defTabSz="1375467" fontAlgn="auto">
              <a:spcBef>
                <a:spcPts val="0"/>
              </a:spcBef>
              <a:spcAft>
                <a:spcPts val="0"/>
              </a:spcAft>
            </a:pPr>
            <a:r>
              <a:rPr lang="ar-SA" sz="2800" b="1" dirty="0">
                <a:solidFill>
                  <a:srgbClr val="262626">
                    <a:lumMod val="50000"/>
                    <a:lumOff val="50000"/>
                  </a:srgbClr>
                </a:solidFill>
                <a:latin typeface="Roboto Condensed"/>
                <a:cs typeface="Simplified Arabic" panose="02020603050405020304" pitchFamily="18" charset="-78"/>
              </a:rPr>
              <a:t>هي منظمة دولية غير ربحية تنشر تقارير وسائل الإعلام الخاصة والسرية من مصادر صحفية وتسريبات أخباريه مجهولة. </a:t>
            </a:r>
            <a:endParaRPr lang="en-US" sz="2800" b="1" dirty="0">
              <a:solidFill>
                <a:srgbClr val="262626">
                  <a:lumMod val="50000"/>
                  <a:lumOff val="50000"/>
                </a:srgbClr>
              </a:solidFill>
              <a:latin typeface="Roboto Condensed"/>
              <a:cs typeface="Simplified Arabic" panose="02020603050405020304" pitchFamily="18" charset="-78"/>
            </a:endParaRPr>
          </a:p>
        </p:txBody>
      </p: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60547324"/>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slide(fromBottom)">
                                      <p:cBhvr>
                                        <p:cTn id="7" dur="10"/>
                                        <p:tgtEl>
                                          <p:spTgt spid="38"/>
                                        </p:tgtEl>
                                      </p:cBhvr>
                                    </p:animEffect>
                                  </p:childTnLst>
                                </p:cTn>
                              </p:par>
                            </p:childTnLst>
                          </p:cTn>
                        </p:par>
                        <p:par>
                          <p:cTn id="8" fill="hold">
                            <p:stCondLst>
                              <p:cond delay="10"/>
                            </p:stCondLst>
                            <p:childTnLst>
                              <p:par>
                                <p:cTn id="9" presetID="53" presetClass="entr" presetSubtype="0" fill="hold" grpId="0" nodeType="afterEffect">
                                  <p:stCondLst>
                                    <p:cond delay="0"/>
                                  </p:stCondLst>
                                  <p:childTnLst>
                                    <p:set>
                                      <p:cBhvr>
                                        <p:cTn id="10" dur="1" fill="hold">
                                          <p:stCondLst>
                                            <p:cond delay="0"/>
                                          </p:stCondLst>
                                        </p:cTn>
                                        <p:tgtEl>
                                          <p:spTgt spid="43"/>
                                        </p:tgtEl>
                                        <p:attrNameLst>
                                          <p:attrName>style.visibility</p:attrName>
                                        </p:attrNameLst>
                                      </p:cBhvr>
                                      <p:to>
                                        <p:strVal val="visible"/>
                                      </p:to>
                                    </p:set>
                                    <p:anim calcmode="lin" valueType="num">
                                      <p:cBhvr>
                                        <p:cTn id="11" dur="10" fill="hold"/>
                                        <p:tgtEl>
                                          <p:spTgt spid="43"/>
                                        </p:tgtEl>
                                        <p:attrNameLst>
                                          <p:attrName>ppt_w</p:attrName>
                                        </p:attrNameLst>
                                      </p:cBhvr>
                                      <p:tavLst>
                                        <p:tav tm="0">
                                          <p:val>
                                            <p:fltVal val="0"/>
                                          </p:val>
                                        </p:tav>
                                        <p:tav tm="100000">
                                          <p:val>
                                            <p:strVal val="#ppt_w"/>
                                          </p:val>
                                        </p:tav>
                                      </p:tavLst>
                                    </p:anim>
                                    <p:anim calcmode="lin" valueType="num">
                                      <p:cBhvr>
                                        <p:cTn id="12" dur="10" fill="hold"/>
                                        <p:tgtEl>
                                          <p:spTgt spid="43"/>
                                        </p:tgtEl>
                                        <p:attrNameLst>
                                          <p:attrName>ppt_h</p:attrName>
                                        </p:attrNameLst>
                                      </p:cBhvr>
                                      <p:tavLst>
                                        <p:tav tm="0">
                                          <p:val>
                                            <p:fltVal val="0"/>
                                          </p:val>
                                        </p:tav>
                                        <p:tav tm="100000">
                                          <p:val>
                                            <p:strVal val="#ppt_h"/>
                                          </p:val>
                                        </p:tav>
                                      </p:tavLst>
                                    </p:anim>
                                    <p:animEffect transition="in" filter="fade">
                                      <p:cBhvr>
                                        <p:cTn id="13" dur="10"/>
                                        <p:tgtEl>
                                          <p:spTgt spid="43"/>
                                        </p:tgtEl>
                                      </p:cBhvr>
                                    </p:animEffect>
                                  </p:childTnLst>
                                </p:cTn>
                              </p:par>
                            </p:childTnLst>
                          </p:cTn>
                        </p:par>
                        <p:par>
                          <p:cTn id="14" fill="hold">
                            <p:stCondLst>
                              <p:cond delay="20"/>
                            </p:stCondLst>
                            <p:childTnLst>
                              <p:par>
                                <p:cTn id="15" presetID="12" presetClass="entr" presetSubtype="4" fill="hold" grpId="0" nodeType="afterEffect">
                                  <p:stCondLst>
                                    <p:cond delay="0"/>
                                  </p:stCondLst>
                                  <p:childTnLst>
                                    <p:set>
                                      <p:cBhvr>
                                        <p:cTn id="16" dur="1" fill="hold">
                                          <p:stCondLst>
                                            <p:cond delay="0"/>
                                          </p:stCondLst>
                                        </p:cTn>
                                        <p:tgtEl>
                                          <p:spTgt spid="39"/>
                                        </p:tgtEl>
                                        <p:attrNameLst>
                                          <p:attrName>style.visibility</p:attrName>
                                        </p:attrNameLst>
                                      </p:cBhvr>
                                      <p:to>
                                        <p:strVal val="visible"/>
                                      </p:to>
                                    </p:set>
                                    <p:animEffect transition="in" filter="slide(fromBottom)">
                                      <p:cBhvr>
                                        <p:cTn id="17" dur="10"/>
                                        <p:tgtEl>
                                          <p:spTgt spid="39"/>
                                        </p:tgtEl>
                                      </p:cBhvr>
                                    </p:animEffect>
                                  </p:childTnLst>
                                </p:cTn>
                              </p:par>
                            </p:childTnLst>
                          </p:cTn>
                        </p:par>
                        <p:par>
                          <p:cTn id="18" fill="hold">
                            <p:stCondLst>
                              <p:cond delay="30"/>
                            </p:stCondLst>
                            <p:childTnLst>
                              <p:par>
                                <p:cTn id="19" presetID="53" presetClass="entr" presetSubtype="0" fill="hold" grpId="0" nodeType="afterEffect">
                                  <p:stCondLst>
                                    <p:cond delay="0"/>
                                  </p:stCondLst>
                                  <p:childTnLst>
                                    <p:set>
                                      <p:cBhvr>
                                        <p:cTn id="20" dur="1" fill="hold">
                                          <p:stCondLst>
                                            <p:cond delay="0"/>
                                          </p:stCondLst>
                                        </p:cTn>
                                        <p:tgtEl>
                                          <p:spTgt spid="45"/>
                                        </p:tgtEl>
                                        <p:attrNameLst>
                                          <p:attrName>style.visibility</p:attrName>
                                        </p:attrNameLst>
                                      </p:cBhvr>
                                      <p:to>
                                        <p:strVal val="visible"/>
                                      </p:to>
                                    </p:set>
                                    <p:anim calcmode="lin" valueType="num">
                                      <p:cBhvr>
                                        <p:cTn id="21" dur="10" fill="hold"/>
                                        <p:tgtEl>
                                          <p:spTgt spid="45"/>
                                        </p:tgtEl>
                                        <p:attrNameLst>
                                          <p:attrName>ppt_w</p:attrName>
                                        </p:attrNameLst>
                                      </p:cBhvr>
                                      <p:tavLst>
                                        <p:tav tm="0">
                                          <p:val>
                                            <p:fltVal val="0"/>
                                          </p:val>
                                        </p:tav>
                                        <p:tav tm="100000">
                                          <p:val>
                                            <p:strVal val="#ppt_w"/>
                                          </p:val>
                                        </p:tav>
                                      </p:tavLst>
                                    </p:anim>
                                    <p:anim calcmode="lin" valueType="num">
                                      <p:cBhvr>
                                        <p:cTn id="22" dur="10" fill="hold"/>
                                        <p:tgtEl>
                                          <p:spTgt spid="45"/>
                                        </p:tgtEl>
                                        <p:attrNameLst>
                                          <p:attrName>ppt_h</p:attrName>
                                        </p:attrNameLst>
                                      </p:cBhvr>
                                      <p:tavLst>
                                        <p:tav tm="0">
                                          <p:val>
                                            <p:fltVal val="0"/>
                                          </p:val>
                                        </p:tav>
                                        <p:tav tm="100000">
                                          <p:val>
                                            <p:strVal val="#ppt_h"/>
                                          </p:val>
                                        </p:tav>
                                      </p:tavLst>
                                    </p:anim>
                                    <p:animEffect transition="in" filter="fade">
                                      <p:cBhvr>
                                        <p:cTn id="23" dur="10"/>
                                        <p:tgtEl>
                                          <p:spTgt spid="45"/>
                                        </p:tgtEl>
                                      </p:cBhvr>
                                    </p:animEffect>
                                  </p:childTnLst>
                                </p:cTn>
                              </p:par>
                            </p:childTnLst>
                          </p:cTn>
                        </p:par>
                        <p:par>
                          <p:cTn id="24" fill="hold">
                            <p:stCondLst>
                              <p:cond delay="40"/>
                            </p:stCondLst>
                            <p:childTnLst>
                              <p:par>
                                <p:cTn id="25" presetID="12" presetClass="entr" presetSubtype="4" fill="hold" grpId="0" nodeType="afterEffect">
                                  <p:stCondLst>
                                    <p:cond delay="0"/>
                                  </p:stCondLst>
                                  <p:childTnLst>
                                    <p:set>
                                      <p:cBhvr>
                                        <p:cTn id="26" dur="1" fill="hold">
                                          <p:stCondLst>
                                            <p:cond delay="0"/>
                                          </p:stCondLst>
                                        </p:cTn>
                                        <p:tgtEl>
                                          <p:spTgt spid="40"/>
                                        </p:tgtEl>
                                        <p:attrNameLst>
                                          <p:attrName>style.visibility</p:attrName>
                                        </p:attrNameLst>
                                      </p:cBhvr>
                                      <p:to>
                                        <p:strVal val="visible"/>
                                      </p:to>
                                    </p:set>
                                    <p:animEffect transition="in" filter="slide(fromBottom)">
                                      <p:cBhvr>
                                        <p:cTn id="27" dur="10"/>
                                        <p:tgtEl>
                                          <p:spTgt spid="40"/>
                                        </p:tgtEl>
                                      </p:cBhvr>
                                    </p:animEffect>
                                  </p:childTnLst>
                                </p:cTn>
                              </p:par>
                            </p:childTnLst>
                          </p:cTn>
                        </p:par>
                        <p:par>
                          <p:cTn id="28" fill="hold">
                            <p:stCondLst>
                              <p:cond delay="50"/>
                            </p:stCondLst>
                            <p:childTnLst>
                              <p:par>
                                <p:cTn id="29" presetID="53" presetClass="entr" presetSubtype="0" fill="hold" grpId="0" nodeType="afterEffect">
                                  <p:stCondLst>
                                    <p:cond delay="0"/>
                                  </p:stCondLst>
                                  <p:childTnLst>
                                    <p:set>
                                      <p:cBhvr>
                                        <p:cTn id="30" dur="1" fill="hold">
                                          <p:stCondLst>
                                            <p:cond delay="0"/>
                                          </p:stCondLst>
                                        </p:cTn>
                                        <p:tgtEl>
                                          <p:spTgt spid="44"/>
                                        </p:tgtEl>
                                        <p:attrNameLst>
                                          <p:attrName>style.visibility</p:attrName>
                                        </p:attrNameLst>
                                      </p:cBhvr>
                                      <p:to>
                                        <p:strVal val="visible"/>
                                      </p:to>
                                    </p:set>
                                    <p:anim calcmode="lin" valueType="num">
                                      <p:cBhvr>
                                        <p:cTn id="31" dur="10" fill="hold"/>
                                        <p:tgtEl>
                                          <p:spTgt spid="44"/>
                                        </p:tgtEl>
                                        <p:attrNameLst>
                                          <p:attrName>ppt_w</p:attrName>
                                        </p:attrNameLst>
                                      </p:cBhvr>
                                      <p:tavLst>
                                        <p:tav tm="0">
                                          <p:val>
                                            <p:fltVal val="0"/>
                                          </p:val>
                                        </p:tav>
                                        <p:tav tm="100000">
                                          <p:val>
                                            <p:strVal val="#ppt_w"/>
                                          </p:val>
                                        </p:tav>
                                      </p:tavLst>
                                    </p:anim>
                                    <p:anim calcmode="lin" valueType="num">
                                      <p:cBhvr>
                                        <p:cTn id="32" dur="10" fill="hold"/>
                                        <p:tgtEl>
                                          <p:spTgt spid="44"/>
                                        </p:tgtEl>
                                        <p:attrNameLst>
                                          <p:attrName>ppt_h</p:attrName>
                                        </p:attrNameLst>
                                      </p:cBhvr>
                                      <p:tavLst>
                                        <p:tav tm="0">
                                          <p:val>
                                            <p:fltVal val="0"/>
                                          </p:val>
                                        </p:tav>
                                        <p:tav tm="100000">
                                          <p:val>
                                            <p:strVal val="#ppt_h"/>
                                          </p:val>
                                        </p:tav>
                                      </p:tavLst>
                                    </p:anim>
                                    <p:animEffect transition="in" filter="fade">
                                      <p:cBhvr>
                                        <p:cTn id="33" dur="10"/>
                                        <p:tgtEl>
                                          <p:spTgt spid="44"/>
                                        </p:tgtEl>
                                      </p:cBhvr>
                                    </p:animEffect>
                                  </p:childTnLst>
                                </p:cTn>
                              </p:par>
                            </p:childTnLst>
                          </p:cTn>
                        </p:par>
                        <p:par>
                          <p:cTn id="34" fill="hold">
                            <p:stCondLst>
                              <p:cond delay="60"/>
                            </p:stCondLst>
                            <p:childTnLst>
                              <p:par>
                                <p:cTn id="35" presetID="12" presetClass="entr" presetSubtype="4" fill="hold" grpId="0" nodeType="afterEffect">
                                  <p:stCondLst>
                                    <p:cond delay="0"/>
                                  </p:stCondLst>
                                  <p:childTnLst>
                                    <p:set>
                                      <p:cBhvr>
                                        <p:cTn id="36" dur="1" fill="hold">
                                          <p:stCondLst>
                                            <p:cond delay="0"/>
                                          </p:stCondLst>
                                        </p:cTn>
                                        <p:tgtEl>
                                          <p:spTgt spid="41"/>
                                        </p:tgtEl>
                                        <p:attrNameLst>
                                          <p:attrName>style.visibility</p:attrName>
                                        </p:attrNameLst>
                                      </p:cBhvr>
                                      <p:to>
                                        <p:strVal val="visible"/>
                                      </p:to>
                                    </p:set>
                                    <p:animEffect transition="in" filter="slide(fromBottom)">
                                      <p:cBhvr>
                                        <p:cTn id="37" dur="10"/>
                                        <p:tgtEl>
                                          <p:spTgt spid="41"/>
                                        </p:tgtEl>
                                      </p:cBhvr>
                                    </p:animEffect>
                                  </p:childTnLst>
                                </p:cTn>
                              </p:par>
                            </p:childTnLst>
                          </p:cTn>
                        </p:par>
                        <p:par>
                          <p:cTn id="38" fill="hold">
                            <p:stCondLst>
                              <p:cond delay="70"/>
                            </p:stCondLst>
                            <p:childTnLst>
                              <p:par>
                                <p:cTn id="39" presetID="53" presetClass="entr" presetSubtype="0" fill="hold" grpId="0" nodeType="afterEffect">
                                  <p:stCondLst>
                                    <p:cond delay="0"/>
                                  </p:stCondLst>
                                  <p:childTnLst>
                                    <p:set>
                                      <p:cBhvr>
                                        <p:cTn id="40" dur="1" fill="hold">
                                          <p:stCondLst>
                                            <p:cond delay="0"/>
                                          </p:stCondLst>
                                        </p:cTn>
                                        <p:tgtEl>
                                          <p:spTgt spid="42"/>
                                        </p:tgtEl>
                                        <p:attrNameLst>
                                          <p:attrName>style.visibility</p:attrName>
                                        </p:attrNameLst>
                                      </p:cBhvr>
                                      <p:to>
                                        <p:strVal val="visible"/>
                                      </p:to>
                                    </p:set>
                                    <p:anim calcmode="lin" valueType="num">
                                      <p:cBhvr>
                                        <p:cTn id="41" dur="10" fill="hold"/>
                                        <p:tgtEl>
                                          <p:spTgt spid="42"/>
                                        </p:tgtEl>
                                        <p:attrNameLst>
                                          <p:attrName>ppt_w</p:attrName>
                                        </p:attrNameLst>
                                      </p:cBhvr>
                                      <p:tavLst>
                                        <p:tav tm="0">
                                          <p:val>
                                            <p:fltVal val="0"/>
                                          </p:val>
                                        </p:tav>
                                        <p:tav tm="100000">
                                          <p:val>
                                            <p:strVal val="#ppt_w"/>
                                          </p:val>
                                        </p:tav>
                                      </p:tavLst>
                                    </p:anim>
                                    <p:anim calcmode="lin" valueType="num">
                                      <p:cBhvr>
                                        <p:cTn id="42" dur="10" fill="hold"/>
                                        <p:tgtEl>
                                          <p:spTgt spid="42"/>
                                        </p:tgtEl>
                                        <p:attrNameLst>
                                          <p:attrName>ppt_h</p:attrName>
                                        </p:attrNameLst>
                                      </p:cBhvr>
                                      <p:tavLst>
                                        <p:tav tm="0">
                                          <p:val>
                                            <p:fltVal val="0"/>
                                          </p:val>
                                        </p:tav>
                                        <p:tav tm="100000">
                                          <p:val>
                                            <p:strVal val="#ppt_h"/>
                                          </p:val>
                                        </p:tav>
                                      </p:tavLst>
                                    </p:anim>
                                    <p:animEffect transition="in" filter="fade">
                                      <p:cBhvr>
                                        <p:cTn id="43" dur="10"/>
                                        <p:tgtEl>
                                          <p:spTgt spid="42"/>
                                        </p:tgtEl>
                                      </p:cBhvr>
                                    </p:animEffect>
                                  </p:childTnLst>
                                </p:cTn>
                              </p:par>
                            </p:childTnLst>
                          </p:cTn>
                        </p:par>
                        <p:par>
                          <p:cTn id="44" fill="hold">
                            <p:stCondLst>
                              <p:cond delay="80"/>
                            </p:stCondLst>
                            <p:childTnLst>
                              <p:par>
                                <p:cTn id="45" presetID="12" presetClass="entr" presetSubtype="4" fill="hold" grpId="0" nodeType="afterEffect">
                                  <p:stCondLst>
                                    <p:cond delay="0"/>
                                  </p:stCondLst>
                                  <p:childTnLst>
                                    <p:set>
                                      <p:cBhvr>
                                        <p:cTn id="46" dur="1" fill="hold">
                                          <p:stCondLst>
                                            <p:cond delay="0"/>
                                          </p:stCondLst>
                                        </p:cTn>
                                        <p:tgtEl>
                                          <p:spTgt spid="51"/>
                                        </p:tgtEl>
                                        <p:attrNameLst>
                                          <p:attrName>style.visibility</p:attrName>
                                        </p:attrNameLst>
                                      </p:cBhvr>
                                      <p:to>
                                        <p:strVal val="visible"/>
                                      </p:to>
                                    </p:set>
                                    <p:animEffect transition="in" filter="slide(fromBottom)">
                                      <p:cBhvr>
                                        <p:cTn id="47" dur="10"/>
                                        <p:tgtEl>
                                          <p:spTgt spid="51"/>
                                        </p:tgtEl>
                                      </p:cBhvr>
                                    </p:animEffect>
                                  </p:childTnLst>
                                </p:cTn>
                              </p:par>
                            </p:childTnLst>
                          </p:cTn>
                        </p:par>
                        <p:par>
                          <p:cTn id="48" fill="hold">
                            <p:stCondLst>
                              <p:cond delay="90"/>
                            </p:stCondLst>
                            <p:childTnLst>
                              <p:par>
                                <p:cTn id="49" presetID="53" presetClass="entr" presetSubtype="0" fill="hold" grpId="0" nodeType="afterEffect">
                                  <p:stCondLst>
                                    <p:cond delay="0"/>
                                  </p:stCondLst>
                                  <p:childTnLst>
                                    <p:set>
                                      <p:cBhvr>
                                        <p:cTn id="50" dur="1" fill="hold">
                                          <p:stCondLst>
                                            <p:cond delay="0"/>
                                          </p:stCondLst>
                                        </p:cTn>
                                        <p:tgtEl>
                                          <p:spTgt spid="56"/>
                                        </p:tgtEl>
                                        <p:attrNameLst>
                                          <p:attrName>style.visibility</p:attrName>
                                        </p:attrNameLst>
                                      </p:cBhvr>
                                      <p:to>
                                        <p:strVal val="visible"/>
                                      </p:to>
                                    </p:set>
                                    <p:anim calcmode="lin" valueType="num">
                                      <p:cBhvr>
                                        <p:cTn id="51" dur="10" fill="hold"/>
                                        <p:tgtEl>
                                          <p:spTgt spid="56"/>
                                        </p:tgtEl>
                                        <p:attrNameLst>
                                          <p:attrName>ppt_w</p:attrName>
                                        </p:attrNameLst>
                                      </p:cBhvr>
                                      <p:tavLst>
                                        <p:tav tm="0">
                                          <p:val>
                                            <p:fltVal val="0"/>
                                          </p:val>
                                        </p:tav>
                                        <p:tav tm="100000">
                                          <p:val>
                                            <p:strVal val="#ppt_w"/>
                                          </p:val>
                                        </p:tav>
                                      </p:tavLst>
                                    </p:anim>
                                    <p:anim calcmode="lin" valueType="num">
                                      <p:cBhvr>
                                        <p:cTn id="52" dur="10" fill="hold"/>
                                        <p:tgtEl>
                                          <p:spTgt spid="56"/>
                                        </p:tgtEl>
                                        <p:attrNameLst>
                                          <p:attrName>ppt_h</p:attrName>
                                        </p:attrNameLst>
                                      </p:cBhvr>
                                      <p:tavLst>
                                        <p:tav tm="0">
                                          <p:val>
                                            <p:fltVal val="0"/>
                                          </p:val>
                                        </p:tav>
                                        <p:tav tm="100000">
                                          <p:val>
                                            <p:strVal val="#ppt_h"/>
                                          </p:val>
                                        </p:tav>
                                      </p:tavLst>
                                    </p:anim>
                                    <p:animEffect transition="in" filter="fade">
                                      <p:cBhvr>
                                        <p:cTn id="53" dur="10"/>
                                        <p:tgtEl>
                                          <p:spTgt spid="56"/>
                                        </p:tgtEl>
                                      </p:cBhvr>
                                    </p:animEffect>
                                  </p:childTnLst>
                                </p:cTn>
                              </p:par>
                            </p:childTnLst>
                          </p:cTn>
                        </p:par>
                        <p:par>
                          <p:cTn id="54" fill="hold">
                            <p:stCondLst>
                              <p:cond delay="100"/>
                            </p:stCondLst>
                            <p:childTnLst>
                              <p:par>
                                <p:cTn id="55" presetID="12" presetClass="entr" presetSubtype="4" fill="hold" grpId="0" nodeType="afterEffect">
                                  <p:stCondLst>
                                    <p:cond delay="0"/>
                                  </p:stCondLst>
                                  <p:childTnLst>
                                    <p:set>
                                      <p:cBhvr>
                                        <p:cTn id="56" dur="1" fill="hold">
                                          <p:stCondLst>
                                            <p:cond delay="0"/>
                                          </p:stCondLst>
                                        </p:cTn>
                                        <p:tgtEl>
                                          <p:spTgt spid="54"/>
                                        </p:tgtEl>
                                        <p:attrNameLst>
                                          <p:attrName>style.visibility</p:attrName>
                                        </p:attrNameLst>
                                      </p:cBhvr>
                                      <p:to>
                                        <p:strVal val="visible"/>
                                      </p:to>
                                    </p:set>
                                    <p:animEffect transition="in" filter="slide(fromBottom)">
                                      <p:cBhvr>
                                        <p:cTn id="57" dur="10"/>
                                        <p:tgtEl>
                                          <p:spTgt spid="54"/>
                                        </p:tgtEl>
                                      </p:cBhvr>
                                    </p:animEffect>
                                  </p:childTnLst>
                                </p:cTn>
                              </p:par>
                            </p:childTnLst>
                          </p:cTn>
                        </p:par>
                        <p:par>
                          <p:cTn id="58" fill="hold">
                            <p:stCondLst>
                              <p:cond delay="110"/>
                            </p:stCondLst>
                            <p:childTnLst>
                              <p:par>
                                <p:cTn id="59" presetID="53" presetClass="entr" presetSubtype="0" fill="hold" grpId="0" nodeType="afterEffect">
                                  <p:stCondLst>
                                    <p:cond delay="0"/>
                                  </p:stCondLst>
                                  <p:childTnLst>
                                    <p:set>
                                      <p:cBhvr>
                                        <p:cTn id="60" dur="1" fill="hold">
                                          <p:stCondLst>
                                            <p:cond delay="0"/>
                                          </p:stCondLst>
                                        </p:cTn>
                                        <p:tgtEl>
                                          <p:spTgt spid="57"/>
                                        </p:tgtEl>
                                        <p:attrNameLst>
                                          <p:attrName>style.visibility</p:attrName>
                                        </p:attrNameLst>
                                      </p:cBhvr>
                                      <p:to>
                                        <p:strVal val="visible"/>
                                      </p:to>
                                    </p:set>
                                    <p:anim calcmode="lin" valueType="num">
                                      <p:cBhvr>
                                        <p:cTn id="61" dur="10" fill="hold"/>
                                        <p:tgtEl>
                                          <p:spTgt spid="57"/>
                                        </p:tgtEl>
                                        <p:attrNameLst>
                                          <p:attrName>ppt_w</p:attrName>
                                        </p:attrNameLst>
                                      </p:cBhvr>
                                      <p:tavLst>
                                        <p:tav tm="0">
                                          <p:val>
                                            <p:fltVal val="0"/>
                                          </p:val>
                                        </p:tav>
                                        <p:tav tm="100000">
                                          <p:val>
                                            <p:strVal val="#ppt_w"/>
                                          </p:val>
                                        </p:tav>
                                      </p:tavLst>
                                    </p:anim>
                                    <p:anim calcmode="lin" valueType="num">
                                      <p:cBhvr>
                                        <p:cTn id="62" dur="10" fill="hold"/>
                                        <p:tgtEl>
                                          <p:spTgt spid="57"/>
                                        </p:tgtEl>
                                        <p:attrNameLst>
                                          <p:attrName>ppt_h</p:attrName>
                                        </p:attrNameLst>
                                      </p:cBhvr>
                                      <p:tavLst>
                                        <p:tav tm="0">
                                          <p:val>
                                            <p:fltVal val="0"/>
                                          </p:val>
                                        </p:tav>
                                        <p:tav tm="100000">
                                          <p:val>
                                            <p:strVal val="#ppt_h"/>
                                          </p:val>
                                        </p:tav>
                                      </p:tavLst>
                                    </p:anim>
                                    <p:animEffect transition="in" filter="fade">
                                      <p:cBhvr>
                                        <p:cTn id="63" dur="10"/>
                                        <p:tgtEl>
                                          <p:spTgt spid="57"/>
                                        </p:tgtEl>
                                      </p:cBhvr>
                                    </p:animEffect>
                                  </p:childTnLst>
                                </p:cTn>
                              </p:par>
                            </p:childTnLst>
                          </p:cTn>
                        </p:par>
                        <p:par>
                          <p:cTn id="64" fill="hold">
                            <p:stCondLst>
                              <p:cond delay="120"/>
                            </p:stCondLst>
                            <p:childTnLst>
                              <p:par>
                                <p:cTn id="65" presetID="10" presetClass="entr" presetSubtype="0" fill="hold" grpId="0" nodeType="afterEffect">
                                  <p:stCondLst>
                                    <p:cond delay="0"/>
                                  </p:stCondLst>
                                  <p:childTnLst>
                                    <p:set>
                                      <p:cBhvr>
                                        <p:cTn id="66" dur="1" fill="hold">
                                          <p:stCondLst>
                                            <p:cond delay="0"/>
                                          </p:stCondLst>
                                        </p:cTn>
                                        <p:tgtEl>
                                          <p:spTgt spid="29"/>
                                        </p:tgtEl>
                                        <p:attrNameLst>
                                          <p:attrName>style.visibility</p:attrName>
                                        </p:attrNameLst>
                                      </p:cBhvr>
                                      <p:to>
                                        <p:strVal val="visible"/>
                                      </p:to>
                                    </p:set>
                                    <p:animEffect transition="in" filter="fade">
                                      <p:cBhvr>
                                        <p:cTn id="6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38" grpId="0" animBg="1"/>
      <p:bldP spid="43" grpId="0" animBg="1"/>
      <p:bldP spid="40" grpId="0" animBg="1"/>
      <p:bldP spid="44" grpId="0" animBg="1"/>
      <p:bldP spid="39" grpId="0" animBg="1"/>
      <p:bldP spid="45" grpId="0" animBg="1"/>
      <p:bldP spid="51" grpId="0" animBg="1"/>
      <p:bldP spid="54" grpId="0" animBg="1"/>
      <p:bldP spid="56" grpId="0" animBg="1"/>
      <p:bldP spid="57" grpId="0" animBg="1"/>
      <p:bldP spid="29" grpId="0"/>
    </p:bld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5"/>
          </p:nvPr>
        </p:nvPicPr>
        <p:blipFill>
          <a:blip r:embed="rId2">
            <a:extLst>
              <a:ext uri="{28A0092B-C50C-407E-A947-70E740481C1C}">
                <a14:useLocalDpi xmlns:a14="http://schemas.microsoft.com/office/drawing/2010/main" val="0"/>
              </a:ext>
            </a:extLst>
          </a:blip>
          <a:stretch>
            <a:fillRect/>
          </a:stretch>
        </p:blipFill>
        <p:spPr>
          <a:xfrm>
            <a:off x="3142772" y="1776837"/>
            <a:ext cx="5959918" cy="1698719"/>
          </a:xfrm>
        </p:spPr>
      </p:pic>
      <p:sp>
        <p:nvSpPr>
          <p:cNvPr id="27" name="Title 26"/>
          <p:cNvSpPr>
            <a:spLocks noGrp="1"/>
          </p:cNvSpPr>
          <p:nvPr>
            <p:ph type="title"/>
          </p:nvPr>
        </p:nvSpPr>
        <p:spPr/>
        <p:txBody>
          <a:bodyPr/>
          <a:lstStyle/>
          <a:p>
            <a:pPr rtl="1"/>
            <a:r>
              <a:rPr lang="ar-SA" u="sng" dirty="0">
                <a:solidFill>
                  <a:schemeClr val="tx1"/>
                </a:solidFill>
              </a:rPr>
              <a:t>3-	ويكي سبيس </a:t>
            </a:r>
            <a:r>
              <a:rPr lang="en-US" u="sng" dirty="0" err="1">
                <a:solidFill>
                  <a:schemeClr val="tx1"/>
                </a:solidFill>
              </a:rPr>
              <a:t>Wikispaces</a:t>
            </a:r>
            <a:endParaRPr lang="en-US" u="sng" dirty="0">
              <a:solidFill>
                <a:schemeClr val="tx1"/>
              </a:solidFill>
            </a:endParaRPr>
          </a:p>
        </p:txBody>
      </p:sp>
      <p:sp>
        <p:nvSpPr>
          <p:cNvPr id="41" name="Sev04"/>
          <p:cNvSpPr/>
          <p:nvPr/>
        </p:nvSpPr>
        <p:spPr>
          <a:xfrm>
            <a:off x="6280501" y="3393962"/>
            <a:ext cx="1370325" cy="1370324"/>
          </a:xfrm>
          <a:prstGeom prst="rect">
            <a:avLst/>
          </a:prstGeom>
          <a:solidFill>
            <a:schemeClr val="accent4"/>
          </a:solidFill>
          <a:ln w="190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42" name="Freeform 52"/>
          <p:cNvSpPr>
            <a:spLocks noEditPoints="1"/>
          </p:cNvSpPr>
          <p:nvPr/>
        </p:nvSpPr>
        <p:spPr bwMode="auto">
          <a:xfrm>
            <a:off x="6656871" y="3746903"/>
            <a:ext cx="617591" cy="664441"/>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8" name="Sev01"/>
          <p:cNvSpPr/>
          <p:nvPr/>
        </p:nvSpPr>
        <p:spPr>
          <a:xfrm>
            <a:off x="852311" y="3393962"/>
            <a:ext cx="1370325" cy="1370324"/>
          </a:xfrm>
          <a:prstGeom prst="rect">
            <a:avLst/>
          </a:prstGeom>
          <a:solidFill>
            <a:schemeClr val="accent1"/>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43" name="Freeform 42"/>
          <p:cNvSpPr>
            <a:spLocks noEditPoints="1"/>
          </p:cNvSpPr>
          <p:nvPr/>
        </p:nvSpPr>
        <p:spPr bwMode="auto">
          <a:xfrm>
            <a:off x="1200992" y="3789495"/>
            <a:ext cx="672960" cy="579257"/>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0" name="Sev03"/>
          <p:cNvSpPr/>
          <p:nvPr/>
        </p:nvSpPr>
        <p:spPr>
          <a:xfrm>
            <a:off x="4494955" y="3393962"/>
            <a:ext cx="1370325" cy="1370324"/>
          </a:xfrm>
          <a:prstGeom prst="rect">
            <a:avLst/>
          </a:prstGeom>
          <a:solidFill>
            <a:schemeClr val="accent3"/>
          </a:solidFill>
          <a:ln w="1905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cs typeface="+mj-cs"/>
            </a:endParaRPr>
          </a:p>
        </p:txBody>
      </p:sp>
      <p:sp>
        <p:nvSpPr>
          <p:cNvPr id="44" name="Freeform 178"/>
          <p:cNvSpPr>
            <a:spLocks noEditPoints="1"/>
          </p:cNvSpPr>
          <p:nvPr/>
        </p:nvSpPr>
        <p:spPr bwMode="auto">
          <a:xfrm>
            <a:off x="4843634" y="3825694"/>
            <a:ext cx="672960" cy="506852"/>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39" name="Sev02"/>
          <p:cNvSpPr/>
          <p:nvPr/>
        </p:nvSpPr>
        <p:spPr>
          <a:xfrm>
            <a:off x="2709405" y="3393962"/>
            <a:ext cx="1370325" cy="1370324"/>
          </a:xfrm>
          <a:prstGeom prst="rect">
            <a:avLst/>
          </a:prstGeom>
          <a:solidFill>
            <a:schemeClr val="accent2"/>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8000" dirty="0">
              <a:solidFill>
                <a:srgbClr val="15AA96">
                  <a:lumMod val="50000"/>
                </a:srgbClr>
              </a:solidFill>
              <a:latin typeface="FontAwesome" pitchFamily="2" charset="0"/>
            </a:endParaRPr>
          </a:p>
        </p:txBody>
      </p:sp>
      <p:sp>
        <p:nvSpPr>
          <p:cNvPr id="45" name="Freeform 86"/>
          <p:cNvSpPr>
            <a:spLocks noEditPoints="1"/>
          </p:cNvSpPr>
          <p:nvPr/>
        </p:nvSpPr>
        <p:spPr bwMode="auto">
          <a:xfrm>
            <a:off x="3164139" y="3691422"/>
            <a:ext cx="460857" cy="775404"/>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51" name="Sev04"/>
          <p:cNvSpPr/>
          <p:nvPr/>
        </p:nvSpPr>
        <p:spPr>
          <a:xfrm>
            <a:off x="8066049" y="3393962"/>
            <a:ext cx="1370325" cy="1370324"/>
          </a:xfrm>
          <a:prstGeom prst="rect">
            <a:avLst/>
          </a:prstGeom>
          <a:solidFill>
            <a:schemeClr val="accent5"/>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54" name="Sev04"/>
          <p:cNvSpPr/>
          <p:nvPr/>
        </p:nvSpPr>
        <p:spPr>
          <a:xfrm>
            <a:off x="9928055" y="3393962"/>
            <a:ext cx="1370325" cy="1370324"/>
          </a:xfrm>
          <a:prstGeom prst="rect">
            <a:avLst/>
          </a:prstGeom>
          <a:solidFill>
            <a:schemeClr val="accent6"/>
          </a:solidFill>
          <a:ln w="190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56" name="Freeform 22"/>
          <p:cNvSpPr>
            <a:spLocks noEditPoints="1"/>
          </p:cNvSpPr>
          <p:nvPr/>
        </p:nvSpPr>
        <p:spPr bwMode="auto">
          <a:xfrm>
            <a:off x="8399739" y="3773078"/>
            <a:ext cx="702951" cy="612092"/>
          </a:xfrm>
          <a:custGeom>
            <a:avLst/>
            <a:gdLst/>
            <a:ahLst/>
            <a:cxnLst>
              <a:cxn ang="0">
                <a:pos x="68" y="24"/>
              </a:cxn>
              <a:cxn ang="0">
                <a:pos x="64" y="29"/>
              </a:cxn>
              <a:cxn ang="0">
                <a:pos x="64" y="43"/>
              </a:cxn>
              <a:cxn ang="0">
                <a:pos x="59" y="48"/>
              </a:cxn>
              <a:cxn ang="0">
                <a:pos x="28" y="34"/>
              </a:cxn>
              <a:cxn ang="0">
                <a:pos x="25" y="44"/>
              </a:cxn>
              <a:cxn ang="0">
                <a:pos x="30" y="54"/>
              </a:cxn>
              <a:cxn ang="0">
                <a:pos x="14" y="56"/>
              </a:cxn>
              <a:cxn ang="0">
                <a:pos x="11" y="34"/>
              </a:cxn>
              <a:cxn ang="0">
                <a:pos x="7" y="34"/>
              </a:cxn>
              <a:cxn ang="0">
                <a:pos x="0" y="27"/>
              </a:cxn>
              <a:cxn ang="0">
                <a:pos x="0" y="20"/>
              </a:cxn>
              <a:cxn ang="0">
                <a:pos x="7" y="14"/>
              </a:cxn>
              <a:cxn ang="0">
                <a:pos x="25" y="14"/>
              </a:cxn>
              <a:cxn ang="0">
                <a:pos x="59" y="0"/>
              </a:cxn>
              <a:cxn ang="0">
                <a:pos x="64" y="4"/>
              </a:cxn>
              <a:cxn ang="0">
                <a:pos x="64" y="19"/>
              </a:cxn>
              <a:cxn ang="0">
                <a:pos x="68" y="24"/>
              </a:cxn>
              <a:cxn ang="0">
                <a:pos x="59" y="6"/>
              </a:cxn>
              <a:cxn ang="0">
                <a:pos x="30" y="19"/>
              </a:cxn>
              <a:cxn ang="0">
                <a:pos x="30" y="29"/>
              </a:cxn>
              <a:cxn ang="0">
                <a:pos x="59" y="42"/>
              </a:cxn>
              <a:cxn ang="0">
                <a:pos x="59" y="6"/>
              </a:cxn>
            </a:cxnLst>
            <a:rect l="0" t="0" r="r" b="b"/>
            <a:pathLst>
              <a:path w="68" h="59">
                <a:moveTo>
                  <a:pt x="68" y="24"/>
                </a:moveTo>
                <a:cubicBezTo>
                  <a:pt x="68" y="27"/>
                  <a:pt x="66" y="29"/>
                  <a:pt x="64" y="29"/>
                </a:cubicBezTo>
                <a:cubicBezTo>
                  <a:pt x="64" y="43"/>
                  <a:pt x="64" y="43"/>
                  <a:pt x="64" y="43"/>
                </a:cubicBezTo>
                <a:cubicBezTo>
                  <a:pt x="64" y="46"/>
                  <a:pt x="61" y="48"/>
                  <a:pt x="59" y="48"/>
                </a:cubicBezTo>
                <a:cubicBezTo>
                  <a:pt x="52" y="43"/>
                  <a:pt x="41" y="35"/>
                  <a:pt x="28" y="34"/>
                </a:cubicBezTo>
                <a:cubicBezTo>
                  <a:pt x="23" y="35"/>
                  <a:pt x="22" y="41"/>
                  <a:pt x="25" y="44"/>
                </a:cubicBezTo>
                <a:cubicBezTo>
                  <a:pt x="22" y="48"/>
                  <a:pt x="26" y="51"/>
                  <a:pt x="30" y="54"/>
                </a:cubicBezTo>
                <a:cubicBezTo>
                  <a:pt x="27" y="59"/>
                  <a:pt x="17" y="59"/>
                  <a:pt x="14" y="56"/>
                </a:cubicBezTo>
                <a:cubicBezTo>
                  <a:pt x="12" y="49"/>
                  <a:pt x="8" y="42"/>
                  <a:pt x="11" y="34"/>
                </a:cubicBezTo>
                <a:cubicBezTo>
                  <a:pt x="7" y="34"/>
                  <a:pt x="7" y="34"/>
                  <a:pt x="7" y="34"/>
                </a:cubicBezTo>
                <a:cubicBezTo>
                  <a:pt x="3" y="34"/>
                  <a:pt x="0" y="31"/>
                  <a:pt x="0" y="27"/>
                </a:cubicBezTo>
                <a:cubicBezTo>
                  <a:pt x="0" y="20"/>
                  <a:pt x="0" y="20"/>
                  <a:pt x="0" y="20"/>
                </a:cubicBezTo>
                <a:cubicBezTo>
                  <a:pt x="0" y="17"/>
                  <a:pt x="3" y="14"/>
                  <a:pt x="7" y="14"/>
                </a:cubicBezTo>
                <a:cubicBezTo>
                  <a:pt x="25" y="14"/>
                  <a:pt x="25" y="14"/>
                  <a:pt x="25" y="14"/>
                </a:cubicBezTo>
                <a:cubicBezTo>
                  <a:pt x="39" y="14"/>
                  <a:pt x="51" y="6"/>
                  <a:pt x="59" y="0"/>
                </a:cubicBezTo>
                <a:cubicBezTo>
                  <a:pt x="61" y="0"/>
                  <a:pt x="64" y="2"/>
                  <a:pt x="64" y="4"/>
                </a:cubicBezTo>
                <a:cubicBezTo>
                  <a:pt x="64" y="19"/>
                  <a:pt x="64" y="19"/>
                  <a:pt x="64" y="19"/>
                </a:cubicBezTo>
                <a:cubicBezTo>
                  <a:pt x="66" y="19"/>
                  <a:pt x="68" y="21"/>
                  <a:pt x="68" y="24"/>
                </a:cubicBezTo>
                <a:close/>
                <a:moveTo>
                  <a:pt x="59" y="6"/>
                </a:moveTo>
                <a:cubicBezTo>
                  <a:pt x="49" y="13"/>
                  <a:pt x="39" y="18"/>
                  <a:pt x="30" y="19"/>
                </a:cubicBezTo>
                <a:cubicBezTo>
                  <a:pt x="30" y="29"/>
                  <a:pt x="30" y="29"/>
                  <a:pt x="30" y="29"/>
                </a:cubicBezTo>
                <a:cubicBezTo>
                  <a:pt x="39" y="30"/>
                  <a:pt x="49" y="34"/>
                  <a:pt x="59" y="42"/>
                </a:cubicBezTo>
                <a:lnTo>
                  <a:pt x="59"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57" name="Freeform 135"/>
          <p:cNvSpPr>
            <a:spLocks noEditPoints="1"/>
          </p:cNvSpPr>
          <p:nvPr/>
        </p:nvSpPr>
        <p:spPr bwMode="auto">
          <a:xfrm>
            <a:off x="10314582" y="3799388"/>
            <a:ext cx="597276" cy="559473"/>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9" name="Footer Text"/>
          <p:cNvSpPr txBox="1"/>
          <p:nvPr/>
        </p:nvSpPr>
        <p:spPr>
          <a:xfrm>
            <a:off x="809370" y="5015663"/>
            <a:ext cx="10626721" cy="1292662"/>
          </a:xfrm>
          <a:prstGeom prst="rect">
            <a:avLst/>
          </a:prstGeom>
          <a:noFill/>
        </p:spPr>
        <p:txBody>
          <a:bodyPr wrap="square" lIns="0" tIns="0" rIns="0" bIns="0" rtlCol="0">
            <a:spAutoFit/>
          </a:bodyPr>
          <a:lstStyle/>
          <a:p>
            <a:pPr algn="ctr" defTabSz="1375467" fontAlgn="auto">
              <a:spcBef>
                <a:spcPts val="0"/>
              </a:spcBef>
              <a:spcAft>
                <a:spcPts val="0"/>
              </a:spcAft>
            </a:pPr>
            <a:r>
              <a:rPr lang="ar-SA" sz="2800" b="1" dirty="0">
                <a:solidFill>
                  <a:srgbClr val="262626">
                    <a:lumMod val="50000"/>
                    <a:lumOff val="50000"/>
                  </a:srgbClr>
                </a:solidFill>
                <a:latin typeface="Roboto Condensed"/>
                <a:cs typeface="Simplified Arabic" panose="02020603050405020304" pitchFamily="18" charset="-78"/>
              </a:rPr>
              <a:t>الويكي سبيس هو أحد منصات الويكي التعليمية المشهورة في تقديم الخدمات والمعلومات المجانية للمستخدمين حول العالم، حيث يتميز بتقديم خدمات فريدة للمعلمين ضمن برنامجه المخصص للويكيات التعليمية لمراحل التعليم العام والعالي</a:t>
            </a:r>
            <a:endParaRPr lang="en-US" sz="2800" b="1" dirty="0">
              <a:solidFill>
                <a:srgbClr val="262626">
                  <a:lumMod val="50000"/>
                  <a:lumOff val="50000"/>
                </a:srgbClr>
              </a:solidFill>
              <a:latin typeface="Roboto Condensed"/>
              <a:cs typeface="Simplified Arabic" panose="02020603050405020304" pitchFamily="18" charset="-78"/>
            </a:endParaRPr>
          </a:p>
        </p:txBody>
      </p: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8115079"/>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slide(fromBottom)">
                                      <p:cBhvr>
                                        <p:cTn id="7" dur="10"/>
                                        <p:tgtEl>
                                          <p:spTgt spid="38"/>
                                        </p:tgtEl>
                                      </p:cBhvr>
                                    </p:animEffect>
                                  </p:childTnLst>
                                </p:cTn>
                              </p:par>
                            </p:childTnLst>
                          </p:cTn>
                        </p:par>
                        <p:par>
                          <p:cTn id="8" fill="hold">
                            <p:stCondLst>
                              <p:cond delay="10"/>
                            </p:stCondLst>
                            <p:childTnLst>
                              <p:par>
                                <p:cTn id="9" presetID="53" presetClass="entr" presetSubtype="0" fill="hold" grpId="0" nodeType="afterEffect">
                                  <p:stCondLst>
                                    <p:cond delay="0"/>
                                  </p:stCondLst>
                                  <p:childTnLst>
                                    <p:set>
                                      <p:cBhvr>
                                        <p:cTn id="10" dur="1" fill="hold">
                                          <p:stCondLst>
                                            <p:cond delay="0"/>
                                          </p:stCondLst>
                                        </p:cTn>
                                        <p:tgtEl>
                                          <p:spTgt spid="43"/>
                                        </p:tgtEl>
                                        <p:attrNameLst>
                                          <p:attrName>style.visibility</p:attrName>
                                        </p:attrNameLst>
                                      </p:cBhvr>
                                      <p:to>
                                        <p:strVal val="visible"/>
                                      </p:to>
                                    </p:set>
                                    <p:anim calcmode="lin" valueType="num">
                                      <p:cBhvr>
                                        <p:cTn id="11" dur="10" fill="hold"/>
                                        <p:tgtEl>
                                          <p:spTgt spid="43"/>
                                        </p:tgtEl>
                                        <p:attrNameLst>
                                          <p:attrName>ppt_w</p:attrName>
                                        </p:attrNameLst>
                                      </p:cBhvr>
                                      <p:tavLst>
                                        <p:tav tm="0">
                                          <p:val>
                                            <p:fltVal val="0"/>
                                          </p:val>
                                        </p:tav>
                                        <p:tav tm="100000">
                                          <p:val>
                                            <p:strVal val="#ppt_w"/>
                                          </p:val>
                                        </p:tav>
                                      </p:tavLst>
                                    </p:anim>
                                    <p:anim calcmode="lin" valueType="num">
                                      <p:cBhvr>
                                        <p:cTn id="12" dur="10" fill="hold"/>
                                        <p:tgtEl>
                                          <p:spTgt spid="43"/>
                                        </p:tgtEl>
                                        <p:attrNameLst>
                                          <p:attrName>ppt_h</p:attrName>
                                        </p:attrNameLst>
                                      </p:cBhvr>
                                      <p:tavLst>
                                        <p:tav tm="0">
                                          <p:val>
                                            <p:fltVal val="0"/>
                                          </p:val>
                                        </p:tav>
                                        <p:tav tm="100000">
                                          <p:val>
                                            <p:strVal val="#ppt_h"/>
                                          </p:val>
                                        </p:tav>
                                      </p:tavLst>
                                    </p:anim>
                                    <p:animEffect transition="in" filter="fade">
                                      <p:cBhvr>
                                        <p:cTn id="13" dur="10"/>
                                        <p:tgtEl>
                                          <p:spTgt spid="43"/>
                                        </p:tgtEl>
                                      </p:cBhvr>
                                    </p:animEffect>
                                  </p:childTnLst>
                                </p:cTn>
                              </p:par>
                            </p:childTnLst>
                          </p:cTn>
                        </p:par>
                        <p:par>
                          <p:cTn id="14" fill="hold">
                            <p:stCondLst>
                              <p:cond delay="20"/>
                            </p:stCondLst>
                            <p:childTnLst>
                              <p:par>
                                <p:cTn id="15" presetID="12" presetClass="entr" presetSubtype="4" fill="hold" grpId="0" nodeType="afterEffect">
                                  <p:stCondLst>
                                    <p:cond delay="0"/>
                                  </p:stCondLst>
                                  <p:childTnLst>
                                    <p:set>
                                      <p:cBhvr>
                                        <p:cTn id="16" dur="1" fill="hold">
                                          <p:stCondLst>
                                            <p:cond delay="0"/>
                                          </p:stCondLst>
                                        </p:cTn>
                                        <p:tgtEl>
                                          <p:spTgt spid="39"/>
                                        </p:tgtEl>
                                        <p:attrNameLst>
                                          <p:attrName>style.visibility</p:attrName>
                                        </p:attrNameLst>
                                      </p:cBhvr>
                                      <p:to>
                                        <p:strVal val="visible"/>
                                      </p:to>
                                    </p:set>
                                    <p:animEffect transition="in" filter="slide(fromBottom)">
                                      <p:cBhvr>
                                        <p:cTn id="17" dur="10"/>
                                        <p:tgtEl>
                                          <p:spTgt spid="39"/>
                                        </p:tgtEl>
                                      </p:cBhvr>
                                    </p:animEffect>
                                  </p:childTnLst>
                                </p:cTn>
                              </p:par>
                            </p:childTnLst>
                          </p:cTn>
                        </p:par>
                        <p:par>
                          <p:cTn id="18" fill="hold">
                            <p:stCondLst>
                              <p:cond delay="30"/>
                            </p:stCondLst>
                            <p:childTnLst>
                              <p:par>
                                <p:cTn id="19" presetID="53" presetClass="entr" presetSubtype="0" fill="hold" grpId="0" nodeType="afterEffect">
                                  <p:stCondLst>
                                    <p:cond delay="0"/>
                                  </p:stCondLst>
                                  <p:childTnLst>
                                    <p:set>
                                      <p:cBhvr>
                                        <p:cTn id="20" dur="1" fill="hold">
                                          <p:stCondLst>
                                            <p:cond delay="0"/>
                                          </p:stCondLst>
                                        </p:cTn>
                                        <p:tgtEl>
                                          <p:spTgt spid="45"/>
                                        </p:tgtEl>
                                        <p:attrNameLst>
                                          <p:attrName>style.visibility</p:attrName>
                                        </p:attrNameLst>
                                      </p:cBhvr>
                                      <p:to>
                                        <p:strVal val="visible"/>
                                      </p:to>
                                    </p:set>
                                    <p:anim calcmode="lin" valueType="num">
                                      <p:cBhvr>
                                        <p:cTn id="21" dur="10" fill="hold"/>
                                        <p:tgtEl>
                                          <p:spTgt spid="45"/>
                                        </p:tgtEl>
                                        <p:attrNameLst>
                                          <p:attrName>ppt_w</p:attrName>
                                        </p:attrNameLst>
                                      </p:cBhvr>
                                      <p:tavLst>
                                        <p:tav tm="0">
                                          <p:val>
                                            <p:fltVal val="0"/>
                                          </p:val>
                                        </p:tav>
                                        <p:tav tm="100000">
                                          <p:val>
                                            <p:strVal val="#ppt_w"/>
                                          </p:val>
                                        </p:tav>
                                      </p:tavLst>
                                    </p:anim>
                                    <p:anim calcmode="lin" valueType="num">
                                      <p:cBhvr>
                                        <p:cTn id="22" dur="10" fill="hold"/>
                                        <p:tgtEl>
                                          <p:spTgt spid="45"/>
                                        </p:tgtEl>
                                        <p:attrNameLst>
                                          <p:attrName>ppt_h</p:attrName>
                                        </p:attrNameLst>
                                      </p:cBhvr>
                                      <p:tavLst>
                                        <p:tav tm="0">
                                          <p:val>
                                            <p:fltVal val="0"/>
                                          </p:val>
                                        </p:tav>
                                        <p:tav tm="100000">
                                          <p:val>
                                            <p:strVal val="#ppt_h"/>
                                          </p:val>
                                        </p:tav>
                                      </p:tavLst>
                                    </p:anim>
                                    <p:animEffect transition="in" filter="fade">
                                      <p:cBhvr>
                                        <p:cTn id="23" dur="10"/>
                                        <p:tgtEl>
                                          <p:spTgt spid="45"/>
                                        </p:tgtEl>
                                      </p:cBhvr>
                                    </p:animEffect>
                                  </p:childTnLst>
                                </p:cTn>
                              </p:par>
                            </p:childTnLst>
                          </p:cTn>
                        </p:par>
                        <p:par>
                          <p:cTn id="24" fill="hold">
                            <p:stCondLst>
                              <p:cond delay="40"/>
                            </p:stCondLst>
                            <p:childTnLst>
                              <p:par>
                                <p:cTn id="25" presetID="12" presetClass="entr" presetSubtype="4" fill="hold" grpId="0" nodeType="afterEffect">
                                  <p:stCondLst>
                                    <p:cond delay="0"/>
                                  </p:stCondLst>
                                  <p:childTnLst>
                                    <p:set>
                                      <p:cBhvr>
                                        <p:cTn id="26" dur="1" fill="hold">
                                          <p:stCondLst>
                                            <p:cond delay="0"/>
                                          </p:stCondLst>
                                        </p:cTn>
                                        <p:tgtEl>
                                          <p:spTgt spid="40"/>
                                        </p:tgtEl>
                                        <p:attrNameLst>
                                          <p:attrName>style.visibility</p:attrName>
                                        </p:attrNameLst>
                                      </p:cBhvr>
                                      <p:to>
                                        <p:strVal val="visible"/>
                                      </p:to>
                                    </p:set>
                                    <p:animEffect transition="in" filter="slide(fromBottom)">
                                      <p:cBhvr>
                                        <p:cTn id="27" dur="10"/>
                                        <p:tgtEl>
                                          <p:spTgt spid="40"/>
                                        </p:tgtEl>
                                      </p:cBhvr>
                                    </p:animEffect>
                                  </p:childTnLst>
                                </p:cTn>
                              </p:par>
                            </p:childTnLst>
                          </p:cTn>
                        </p:par>
                        <p:par>
                          <p:cTn id="28" fill="hold">
                            <p:stCondLst>
                              <p:cond delay="50"/>
                            </p:stCondLst>
                            <p:childTnLst>
                              <p:par>
                                <p:cTn id="29" presetID="53" presetClass="entr" presetSubtype="0" fill="hold" grpId="0" nodeType="afterEffect">
                                  <p:stCondLst>
                                    <p:cond delay="0"/>
                                  </p:stCondLst>
                                  <p:childTnLst>
                                    <p:set>
                                      <p:cBhvr>
                                        <p:cTn id="30" dur="1" fill="hold">
                                          <p:stCondLst>
                                            <p:cond delay="0"/>
                                          </p:stCondLst>
                                        </p:cTn>
                                        <p:tgtEl>
                                          <p:spTgt spid="44"/>
                                        </p:tgtEl>
                                        <p:attrNameLst>
                                          <p:attrName>style.visibility</p:attrName>
                                        </p:attrNameLst>
                                      </p:cBhvr>
                                      <p:to>
                                        <p:strVal val="visible"/>
                                      </p:to>
                                    </p:set>
                                    <p:anim calcmode="lin" valueType="num">
                                      <p:cBhvr>
                                        <p:cTn id="31" dur="10" fill="hold"/>
                                        <p:tgtEl>
                                          <p:spTgt spid="44"/>
                                        </p:tgtEl>
                                        <p:attrNameLst>
                                          <p:attrName>ppt_w</p:attrName>
                                        </p:attrNameLst>
                                      </p:cBhvr>
                                      <p:tavLst>
                                        <p:tav tm="0">
                                          <p:val>
                                            <p:fltVal val="0"/>
                                          </p:val>
                                        </p:tav>
                                        <p:tav tm="100000">
                                          <p:val>
                                            <p:strVal val="#ppt_w"/>
                                          </p:val>
                                        </p:tav>
                                      </p:tavLst>
                                    </p:anim>
                                    <p:anim calcmode="lin" valueType="num">
                                      <p:cBhvr>
                                        <p:cTn id="32" dur="10" fill="hold"/>
                                        <p:tgtEl>
                                          <p:spTgt spid="44"/>
                                        </p:tgtEl>
                                        <p:attrNameLst>
                                          <p:attrName>ppt_h</p:attrName>
                                        </p:attrNameLst>
                                      </p:cBhvr>
                                      <p:tavLst>
                                        <p:tav tm="0">
                                          <p:val>
                                            <p:fltVal val="0"/>
                                          </p:val>
                                        </p:tav>
                                        <p:tav tm="100000">
                                          <p:val>
                                            <p:strVal val="#ppt_h"/>
                                          </p:val>
                                        </p:tav>
                                      </p:tavLst>
                                    </p:anim>
                                    <p:animEffect transition="in" filter="fade">
                                      <p:cBhvr>
                                        <p:cTn id="33" dur="10"/>
                                        <p:tgtEl>
                                          <p:spTgt spid="44"/>
                                        </p:tgtEl>
                                      </p:cBhvr>
                                    </p:animEffect>
                                  </p:childTnLst>
                                </p:cTn>
                              </p:par>
                            </p:childTnLst>
                          </p:cTn>
                        </p:par>
                        <p:par>
                          <p:cTn id="34" fill="hold">
                            <p:stCondLst>
                              <p:cond delay="60"/>
                            </p:stCondLst>
                            <p:childTnLst>
                              <p:par>
                                <p:cTn id="35" presetID="12" presetClass="entr" presetSubtype="4" fill="hold" grpId="0" nodeType="afterEffect">
                                  <p:stCondLst>
                                    <p:cond delay="0"/>
                                  </p:stCondLst>
                                  <p:childTnLst>
                                    <p:set>
                                      <p:cBhvr>
                                        <p:cTn id="36" dur="1" fill="hold">
                                          <p:stCondLst>
                                            <p:cond delay="0"/>
                                          </p:stCondLst>
                                        </p:cTn>
                                        <p:tgtEl>
                                          <p:spTgt spid="41"/>
                                        </p:tgtEl>
                                        <p:attrNameLst>
                                          <p:attrName>style.visibility</p:attrName>
                                        </p:attrNameLst>
                                      </p:cBhvr>
                                      <p:to>
                                        <p:strVal val="visible"/>
                                      </p:to>
                                    </p:set>
                                    <p:animEffect transition="in" filter="slide(fromBottom)">
                                      <p:cBhvr>
                                        <p:cTn id="37" dur="10"/>
                                        <p:tgtEl>
                                          <p:spTgt spid="41"/>
                                        </p:tgtEl>
                                      </p:cBhvr>
                                    </p:animEffect>
                                  </p:childTnLst>
                                </p:cTn>
                              </p:par>
                            </p:childTnLst>
                          </p:cTn>
                        </p:par>
                        <p:par>
                          <p:cTn id="38" fill="hold">
                            <p:stCondLst>
                              <p:cond delay="70"/>
                            </p:stCondLst>
                            <p:childTnLst>
                              <p:par>
                                <p:cTn id="39" presetID="53" presetClass="entr" presetSubtype="0" fill="hold" grpId="0" nodeType="afterEffect">
                                  <p:stCondLst>
                                    <p:cond delay="0"/>
                                  </p:stCondLst>
                                  <p:childTnLst>
                                    <p:set>
                                      <p:cBhvr>
                                        <p:cTn id="40" dur="1" fill="hold">
                                          <p:stCondLst>
                                            <p:cond delay="0"/>
                                          </p:stCondLst>
                                        </p:cTn>
                                        <p:tgtEl>
                                          <p:spTgt spid="42"/>
                                        </p:tgtEl>
                                        <p:attrNameLst>
                                          <p:attrName>style.visibility</p:attrName>
                                        </p:attrNameLst>
                                      </p:cBhvr>
                                      <p:to>
                                        <p:strVal val="visible"/>
                                      </p:to>
                                    </p:set>
                                    <p:anim calcmode="lin" valueType="num">
                                      <p:cBhvr>
                                        <p:cTn id="41" dur="10" fill="hold"/>
                                        <p:tgtEl>
                                          <p:spTgt spid="42"/>
                                        </p:tgtEl>
                                        <p:attrNameLst>
                                          <p:attrName>ppt_w</p:attrName>
                                        </p:attrNameLst>
                                      </p:cBhvr>
                                      <p:tavLst>
                                        <p:tav tm="0">
                                          <p:val>
                                            <p:fltVal val="0"/>
                                          </p:val>
                                        </p:tav>
                                        <p:tav tm="100000">
                                          <p:val>
                                            <p:strVal val="#ppt_w"/>
                                          </p:val>
                                        </p:tav>
                                      </p:tavLst>
                                    </p:anim>
                                    <p:anim calcmode="lin" valueType="num">
                                      <p:cBhvr>
                                        <p:cTn id="42" dur="10" fill="hold"/>
                                        <p:tgtEl>
                                          <p:spTgt spid="42"/>
                                        </p:tgtEl>
                                        <p:attrNameLst>
                                          <p:attrName>ppt_h</p:attrName>
                                        </p:attrNameLst>
                                      </p:cBhvr>
                                      <p:tavLst>
                                        <p:tav tm="0">
                                          <p:val>
                                            <p:fltVal val="0"/>
                                          </p:val>
                                        </p:tav>
                                        <p:tav tm="100000">
                                          <p:val>
                                            <p:strVal val="#ppt_h"/>
                                          </p:val>
                                        </p:tav>
                                      </p:tavLst>
                                    </p:anim>
                                    <p:animEffect transition="in" filter="fade">
                                      <p:cBhvr>
                                        <p:cTn id="43" dur="10"/>
                                        <p:tgtEl>
                                          <p:spTgt spid="42"/>
                                        </p:tgtEl>
                                      </p:cBhvr>
                                    </p:animEffect>
                                  </p:childTnLst>
                                </p:cTn>
                              </p:par>
                            </p:childTnLst>
                          </p:cTn>
                        </p:par>
                        <p:par>
                          <p:cTn id="44" fill="hold">
                            <p:stCondLst>
                              <p:cond delay="80"/>
                            </p:stCondLst>
                            <p:childTnLst>
                              <p:par>
                                <p:cTn id="45" presetID="12" presetClass="entr" presetSubtype="4" fill="hold" grpId="0" nodeType="afterEffect">
                                  <p:stCondLst>
                                    <p:cond delay="0"/>
                                  </p:stCondLst>
                                  <p:childTnLst>
                                    <p:set>
                                      <p:cBhvr>
                                        <p:cTn id="46" dur="1" fill="hold">
                                          <p:stCondLst>
                                            <p:cond delay="0"/>
                                          </p:stCondLst>
                                        </p:cTn>
                                        <p:tgtEl>
                                          <p:spTgt spid="51"/>
                                        </p:tgtEl>
                                        <p:attrNameLst>
                                          <p:attrName>style.visibility</p:attrName>
                                        </p:attrNameLst>
                                      </p:cBhvr>
                                      <p:to>
                                        <p:strVal val="visible"/>
                                      </p:to>
                                    </p:set>
                                    <p:animEffect transition="in" filter="slide(fromBottom)">
                                      <p:cBhvr>
                                        <p:cTn id="47" dur="10"/>
                                        <p:tgtEl>
                                          <p:spTgt spid="51"/>
                                        </p:tgtEl>
                                      </p:cBhvr>
                                    </p:animEffect>
                                  </p:childTnLst>
                                </p:cTn>
                              </p:par>
                            </p:childTnLst>
                          </p:cTn>
                        </p:par>
                        <p:par>
                          <p:cTn id="48" fill="hold">
                            <p:stCondLst>
                              <p:cond delay="90"/>
                            </p:stCondLst>
                            <p:childTnLst>
                              <p:par>
                                <p:cTn id="49" presetID="53" presetClass="entr" presetSubtype="0" fill="hold" grpId="0" nodeType="afterEffect">
                                  <p:stCondLst>
                                    <p:cond delay="0"/>
                                  </p:stCondLst>
                                  <p:childTnLst>
                                    <p:set>
                                      <p:cBhvr>
                                        <p:cTn id="50" dur="1" fill="hold">
                                          <p:stCondLst>
                                            <p:cond delay="0"/>
                                          </p:stCondLst>
                                        </p:cTn>
                                        <p:tgtEl>
                                          <p:spTgt spid="56"/>
                                        </p:tgtEl>
                                        <p:attrNameLst>
                                          <p:attrName>style.visibility</p:attrName>
                                        </p:attrNameLst>
                                      </p:cBhvr>
                                      <p:to>
                                        <p:strVal val="visible"/>
                                      </p:to>
                                    </p:set>
                                    <p:anim calcmode="lin" valueType="num">
                                      <p:cBhvr>
                                        <p:cTn id="51" dur="10" fill="hold"/>
                                        <p:tgtEl>
                                          <p:spTgt spid="56"/>
                                        </p:tgtEl>
                                        <p:attrNameLst>
                                          <p:attrName>ppt_w</p:attrName>
                                        </p:attrNameLst>
                                      </p:cBhvr>
                                      <p:tavLst>
                                        <p:tav tm="0">
                                          <p:val>
                                            <p:fltVal val="0"/>
                                          </p:val>
                                        </p:tav>
                                        <p:tav tm="100000">
                                          <p:val>
                                            <p:strVal val="#ppt_w"/>
                                          </p:val>
                                        </p:tav>
                                      </p:tavLst>
                                    </p:anim>
                                    <p:anim calcmode="lin" valueType="num">
                                      <p:cBhvr>
                                        <p:cTn id="52" dur="10" fill="hold"/>
                                        <p:tgtEl>
                                          <p:spTgt spid="56"/>
                                        </p:tgtEl>
                                        <p:attrNameLst>
                                          <p:attrName>ppt_h</p:attrName>
                                        </p:attrNameLst>
                                      </p:cBhvr>
                                      <p:tavLst>
                                        <p:tav tm="0">
                                          <p:val>
                                            <p:fltVal val="0"/>
                                          </p:val>
                                        </p:tav>
                                        <p:tav tm="100000">
                                          <p:val>
                                            <p:strVal val="#ppt_h"/>
                                          </p:val>
                                        </p:tav>
                                      </p:tavLst>
                                    </p:anim>
                                    <p:animEffect transition="in" filter="fade">
                                      <p:cBhvr>
                                        <p:cTn id="53" dur="10"/>
                                        <p:tgtEl>
                                          <p:spTgt spid="56"/>
                                        </p:tgtEl>
                                      </p:cBhvr>
                                    </p:animEffect>
                                  </p:childTnLst>
                                </p:cTn>
                              </p:par>
                            </p:childTnLst>
                          </p:cTn>
                        </p:par>
                        <p:par>
                          <p:cTn id="54" fill="hold">
                            <p:stCondLst>
                              <p:cond delay="100"/>
                            </p:stCondLst>
                            <p:childTnLst>
                              <p:par>
                                <p:cTn id="55" presetID="12" presetClass="entr" presetSubtype="4" fill="hold" grpId="0" nodeType="afterEffect">
                                  <p:stCondLst>
                                    <p:cond delay="0"/>
                                  </p:stCondLst>
                                  <p:childTnLst>
                                    <p:set>
                                      <p:cBhvr>
                                        <p:cTn id="56" dur="1" fill="hold">
                                          <p:stCondLst>
                                            <p:cond delay="0"/>
                                          </p:stCondLst>
                                        </p:cTn>
                                        <p:tgtEl>
                                          <p:spTgt spid="54"/>
                                        </p:tgtEl>
                                        <p:attrNameLst>
                                          <p:attrName>style.visibility</p:attrName>
                                        </p:attrNameLst>
                                      </p:cBhvr>
                                      <p:to>
                                        <p:strVal val="visible"/>
                                      </p:to>
                                    </p:set>
                                    <p:animEffect transition="in" filter="slide(fromBottom)">
                                      <p:cBhvr>
                                        <p:cTn id="57" dur="10"/>
                                        <p:tgtEl>
                                          <p:spTgt spid="54"/>
                                        </p:tgtEl>
                                      </p:cBhvr>
                                    </p:animEffect>
                                  </p:childTnLst>
                                </p:cTn>
                              </p:par>
                            </p:childTnLst>
                          </p:cTn>
                        </p:par>
                        <p:par>
                          <p:cTn id="58" fill="hold">
                            <p:stCondLst>
                              <p:cond delay="110"/>
                            </p:stCondLst>
                            <p:childTnLst>
                              <p:par>
                                <p:cTn id="59" presetID="53" presetClass="entr" presetSubtype="0" fill="hold" grpId="0" nodeType="afterEffect">
                                  <p:stCondLst>
                                    <p:cond delay="0"/>
                                  </p:stCondLst>
                                  <p:childTnLst>
                                    <p:set>
                                      <p:cBhvr>
                                        <p:cTn id="60" dur="1" fill="hold">
                                          <p:stCondLst>
                                            <p:cond delay="0"/>
                                          </p:stCondLst>
                                        </p:cTn>
                                        <p:tgtEl>
                                          <p:spTgt spid="57"/>
                                        </p:tgtEl>
                                        <p:attrNameLst>
                                          <p:attrName>style.visibility</p:attrName>
                                        </p:attrNameLst>
                                      </p:cBhvr>
                                      <p:to>
                                        <p:strVal val="visible"/>
                                      </p:to>
                                    </p:set>
                                    <p:anim calcmode="lin" valueType="num">
                                      <p:cBhvr>
                                        <p:cTn id="61" dur="10" fill="hold"/>
                                        <p:tgtEl>
                                          <p:spTgt spid="57"/>
                                        </p:tgtEl>
                                        <p:attrNameLst>
                                          <p:attrName>ppt_w</p:attrName>
                                        </p:attrNameLst>
                                      </p:cBhvr>
                                      <p:tavLst>
                                        <p:tav tm="0">
                                          <p:val>
                                            <p:fltVal val="0"/>
                                          </p:val>
                                        </p:tav>
                                        <p:tav tm="100000">
                                          <p:val>
                                            <p:strVal val="#ppt_w"/>
                                          </p:val>
                                        </p:tav>
                                      </p:tavLst>
                                    </p:anim>
                                    <p:anim calcmode="lin" valueType="num">
                                      <p:cBhvr>
                                        <p:cTn id="62" dur="10" fill="hold"/>
                                        <p:tgtEl>
                                          <p:spTgt spid="57"/>
                                        </p:tgtEl>
                                        <p:attrNameLst>
                                          <p:attrName>ppt_h</p:attrName>
                                        </p:attrNameLst>
                                      </p:cBhvr>
                                      <p:tavLst>
                                        <p:tav tm="0">
                                          <p:val>
                                            <p:fltVal val="0"/>
                                          </p:val>
                                        </p:tav>
                                        <p:tav tm="100000">
                                          <p:val>
                                            <p:strVal val="#ppt_h"/>
                                          </p:val>
                                        </p:tav>
                                      </p:tavLst>
                                    </p:anim>
                                    <p:animEffect transition="in" filter="fade">
                                      <p:cBhvr>
                                        <p:cTn id="63" dur="10"/>
                                        <p:tgtEl>
                                          <p:spTgt spid="57"/>
                                        </p:tgtEl>
                                      </p:cBhvr>
                                    </p:animEffect>
                                  </p:childTnLst>
                                </p:cTn>
                              </p:par>
                            </p:childTnLst>
                          </p:cTn>
                        </p:par>
                        <p:par>
                          <p:cTn id="64" fill="hold">
                            <p:stCondLst>
                              <p:cond delay="120"/>
                            </p:stCondLst>
                            <p:childTnLst>
                              <p:par>
                                <p:cTn id="65" presetID="10" presetClass="entr" presetSubtype="0" fill="hold" grpId="0" nodeType="afterEffect">
                                  <p:stCondLst>
                                    <p:cond delay="0"/>
                                  </p:stCondLst>
                                  <p:childTnLst>
                                    <p:set>
                                      <p:cBhvr>
                                        <p:cTn id="66" dur="1" fill="hold">
                                          <p:stCondLst>
                                            <p:cond delay="0"/>
                                          </p:stCondLst>
                                        </p:cTn>
                                        <p:tgtEl>
                                          <p:spTgt spid="29"/>
                                        </p:tgtEl>
                                        <p:attrNameLst>
                                          <p:attrName>style.visibility</p:attrName>
                                        </p:attrNameLst>
                                      </p:cBhvr>
                                      <p:to>
                                        <p:strVal val="visible"/>
                                      </p:to>
                                    </p:set>
                                    <p:animEffect transition="in" filter="fade">
                                      <p:cBhvr>
                                        <p:cTn id="6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38" grpId="0" animBg="1"/>
      <p:bldP spid="43" grpId="0" animBg="1"/>
      <p:bldP spid="40" grpId="0" animBg="1"/>
      <p:bldP spid="44" grpId="0" animBg="1"/>
      <p:bldP spid="39" grpId="0" animBg="1"/>
      <p:bldP spid="45" grpId="0" animBg="1"/>
      <p:bldP spid="51" grpId="0" animBg="1"/>
      <p:bldP spid="54" grpId="0" animBg="1"/>
      <p:bldP spid="56" grpId="0" animBg="1"/>
      <p:bldP spid="57" grpId="0" animBg="1"/>
      <p:bldP spid="29" grpId="0"/>
    </p:bld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395315" y="4593882"/>
            <a:ext cx="11198171" cy="584775"/>
          </a:xfrm>
          <a:prstGeom prst="rect">
            <a:avLst/>
          </a:prstGeom>
          <a:noFill/>
        </p:spPr>
        <p:txBody>
          <a:bodyPr wrap="square" rtlCol="0">
            <a:spAutoFit/>
          </a:bodyPr>
          <a:lstStyle/>
          <a:p>
            <a:pPr algn="ctr" defTabSz="1375467" rtl="1" fontAlgn="auto">
              <a:spcBef>
                <a:spcPts val="0"/>
              </a:spcBef>
              <a:spcAft>
                <a:spcPts val="0"/>
              </a:spcAft>
            </a:pPr>
            <a:r>
              <a:rPr lang="ar-SA" sz="3200" b="1" i="1" dirty="0">
                <a:solidFill>
                  <a:srgbClr val="262626"/>
                </a:solidFill>
                <a:latin typeface="Roboto Condensed"/>
                <a:cs typeface="Simplified Arabic" panose="02020603050405020304" pitchFamily="18" charset="-78"/>
              </a:rPr>
              <a:t>الووردبرس هو نظام مفتوح المصدر لإدارة المواقع بشكل عام، والمدونات بشكل خاص</a:t>
            </a:r>
            <a:endParaRPr lang="en-US" sz="3200" b="1" i="1" dirty="0">
              <a:solidFill>
                <a:srgbClr val="262626"/>
              </a:solidFill>
              <a:latin typeface="Roboto Condensed"/>
              <a:cs typeface="Simplified Arabic" panose="02020603050405020304" pitchFamily="18" charset="-78"/>
            </a:endParaRPr>
          </a:p>
        </p:txBody>
      </p:sp>
      <p:grpSp>
        <p:nvGrpSpPr>
          <p:cNvPr id="2" name="Group 24"/>
          <p:cNvGrpSpPr/>
          <p:nvPr/>
        </p:nvGrpSpPr>
        <p:grpSpPr>
          <a:xfrm>
            <a:off x="5522364" y="3918254"/>
            <a:ext cx="1350473" cy="203200"/>
            <a:chOff x="4168751" y="2495551"/>
            <a:chExt cx="1012854" cy="152400"/>
          </a:xfrm>
        </p:grpSpPr>
        <p:sp>
          <p:nvSpPr>
            <p:cNvPr id="16" name="Oval 15"/>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7" name="Oval 16"/>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8" name="Oval 17"/>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3" name="Oval 1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4" name="Oval 13"/>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5" name="Oval 14"/>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4" name="Oval 23"/>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9" name="Title 1"/>
          <p:cNvSpPr txBox="1">
            <a:spLocks/>
          </p:cNvSpPr>
          <p:nvPr/>
        </p:nvSpPr>
        <p:spPr>
          <a:xfrm>
            <a:off x="2863408" y="353392"/>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000" b="1" u="sng" dirty="0">
                <a:solidFill>
                  <a:srgbClr val="262626"/>
                </a:solidFill>
                <a:latin typeface="Roboto Medium"/>
                <a:cs typeface="+mj-cs"/>
              </a:rPr>
              <a:t>‌د</a:t>
            </a:r>
            <a:r>
              <a:rPr lang="ar-SA" sz="4000" b="1" u="sng" dirty="0" smtClean="0">
                <a:solidFill>
                  <a:srgbClr val="262626"/>
                </a:solidFill>
                <a:latin typeface="Roboto Medium"/>
                <a:cs typeface="+mj-cs"/>
              </a:rPr>
              <a:t>.</a:t>
            </a:r>
            <a:r>
              <a:rPr lang="en-US" sz="4000" b="1" u="sng" dirty="0" smtClean="0">
                <a:solidFill>
                  <a:srgbClr val="262626"/>
                </a:solidFill>
                <a:latin typeface="Roboto Medium"/>
                <a:cs typeface="+mj-cs"/>
              </a:rPr>
              <a:t> </a:t>
            </a:r>
            <a:r>
              <a:rPr lang="ar-SA" sz="4000" b="1" u="sng" dirty="0">
                <a:solidFill>
                  <a:srgbClr val="262626"/>
                </a:solidFill>
                <a:latin typeface="Roboto Medium"/>
                <a:cs typeface="+mj-cs"/>
              </a:rPr>
              <a:t>	ووردبرس </a:t>
            </a:r>
            <a:r>
              <a:rPr lang="en-US" sz="4000" b="1" u="sng" dirty="0" err="1">
                <a:solidFill>
                  <a:srgbClr val="262626"/>
                </a:solidFill>
                <a:latin typeface="Roboto Medium"/>
                <a:cs typeface="+mj-cs"/>
              </a:rPr>
              <a:t>Wordpress</a:t>
            </a:r>
            <a:endParaRPr lang="en-US" sz="4000" b="1" u="sng" dirty="0">
              <a:solidFill>
                <a:srgbClr val="262626"/>
              </a:solidFill>
              <a:latin typeface="Roboto Medium"/>
              <a:cs typeface="+mj-cs"/>
            </a:endParaRPr>
          </a:p>
        </p:txBody>
      </p:sp>
      <p:grpSp>
        <p:nvGrpSpPr>
          <p:cNvPr id="3" name="Group 24"/>
          <p:cNvGrpSpPr/>
          <p:nvPr/>
        </p:nvGrpSpPr>
        <p:grpSpPr>
          <a:xfrm>
            <a:off x="5420766" y="6045201"/>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18967391"/>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childTnLst>
                                </p:cTn>
                              </p:par>
                            </p:childTnLst>
                          </p:cTn>
                        </p:par>
                        <p:par>
                          <p:cTn id="17" fill="hold">
                            <p:stCondLst>
                              <p:cond delay="2000"/>
                            </p:stCondLst>
                            <p:childTnLst>
                              <p:par>
                                <p:cTn id="18" presetID="23" presetClass="entr" presetSubtype="16"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9" grpId="0"/>
    </p:bld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pPr rtl="1"/>
            <a:r>
              <a:rPr lang="ar-SA" u="sng" dirty="0">
                <a:solidFill>
                  <a:schemeClr val="tx1"/>
                </a:solidFill>
              </a:rPr>
              <a:t>ما هي الخصائص والمميزات للـووردبرس </a:t>
            </a:r>
            <a:r>
              <a:rPr lang="en-US" u="sng" dirty="0">
                <a:solidFill>
                  <a:schemeClr val="tx1"/>
                </a:solidFill>
              </a:rPr>
              <a:t>WordPress ؟ </a:t>
            </a:r>
          </a:p>
        </p:txBody>
      </p:sp>
      <p:sp>
        <p:nvSpPr>
          <p:cNvPr id="27" name="Text Placeholder 3"/>
          <p:cNvSpPr txBox="1">
            <a:spLocks/>
          </p:cNvSpPr>
          <p:nvPr/>
        </p:nvSpPr>
        <p:spPr>
          <a:xfrm>
            <a:off x="7107296" y="2131808"/>
            <a:ext cx="5081954" cy="43088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إمكانية </a:t>
            </a:r>
            <a:r>
              <a:rPr lang="ar-SA" sz="2800" b="1" dirty="0">
                <a:solidFill>
                  <a:srgbClr val="262626"/>
                </a:solidFill>
                <a:latin typeface="Roboto Condensed"/>
                <a:cs typeface="Simplified Arabic" panose="02020603050405020304" pitchFamily="18" charset="-78"/>
              </a:rPr>
              <a:t>تغيير تصميم القوالب بسهولة</a:t>
            </a:r>
            <a:endParaRPr lang="en-US" sz="2800" b="1" dirty="0">
              <a:solidFill>
                <a:srgbClr val="262626"/>
              </a:solidFill>
              <a:latin typeface="Roboto Condensed"/>
              <a:cs typeface="Simplified Arabic" panose="02020603050405020304" pitchFamily="18" charset="-78"/>
            </a:endParaRPr>
          </a:p>
        </p:txBody>
      </p:sp>
      <p:sp>
        <p:nvSpPr>
          <p:cNvPr id="31" name="Text Placeholder 3"/>
          <p:cNvSpPr txBox="1">
            <a:spLocks/>
          </p:cNvSpPr>
          <p:nvPr/>
        </p:nvSpPr>
        <p:spPr>
          <a:xfrm>
            <a:off x="7176611" y="3518435"/>
            <a:ext cx="4943324"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توفر </a:t>
            </a:r>
            <a:r>
              <a:rPr lang="ar-SA" sz="2800" b="1" dirty="0">
                <a:solidFill>
                  <a:srgbClr val="262626"/>
                </a:solidFill>
                <a:latin typeface="Roboto Condensed"/>
                <a:cs typeface="Simplified Arabic" panose="02020603050405020304" pitchFamily="18" charset="-78"/>
              </a:rPr>
              <a:t>لوحة تحكم لإدارة النظام بشكل متكامل.</a:t>
            </a:r>
            <a:endParaRPr lang="en-US" sz="2800" b="1" dirty="0">
              <a:solidFill>
                <a:srgbClr val="262626"/>
              </a:solidFill>
              <a:latin typeface="Roboto Condensed"/>
              <a:cs typeface="Simplified Arabic" panose="02020603050405020304" pitchFamily="18" charset="-78"/>
            </a:endParaRPr>
          </a:p>
        </p:txBody>
      </p:sp>
      <p:grpSp>
        <p:nvGrpSpPr>
          <p:cNvPr id="6" name="Group 43"/>
          <p:cNvGrpSpPr/>
          <p:nvPr/>
        </p:nvGrpSpPr>
        <p:grpSpPr>
          <a:xfrm>
            <a:off x="6155728" y="1982153"/>
            <a:ext cx="772052" cy="749947"/>
            <a:chOff x="4519259" y="1576399"/>
            <a:chExt cx="579038" cy="562460"/>
          </a:xfrm>
        </p:grpSpPr>
        <p:sp>
          <p:nvSpPr>
            <p:cNvPr id="36" name="Oval 35"/>
            <p:cNvSpPr>
              <a:spLocks noChangeAspect="1"/>
            </p:cNvSpPr>
            <p:nvPr/>
          </p:nvSpPr>
          <p:spPr>
            <a:xfrm>
              <a:off x="4519259" y="1576399"/>
              <a:ext cx="579038" cy="5624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FFFFFF"/>
                </a:solidFill>
                <a:latin typeface="FontAwesome" pitchFamily="2" charset="0"/>
              </a:endParaRPr>
            </a:p>
          </p:txBody>
        </p:sp>
        <p:sp>
          <p:nvSpPr>
            <p:cNvPr id="42" name="Freeform 5"/>
            <p:cNvSpPr>
              <a:spLocks noEditPoints="1"/>
            </p:cNvSpPr>
            <p:nvPr/>
          </p:nvSpPr>
          <p:spPr bwMode="auto">
            <a:xfrm>
              <a:off x="4623593" y="1672444"/>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9" name="Group 46"/>
          <p:cNvGrpSpPr/>
          <p:nvPr/>
        </p:nvGrpSpPr>
        <p:grpSpPr>
          <a:xfrm>
            <a:off x="6173042" y="3518435"/>
            <a:ext cx="772052" cy="749951"/>
            <a:chOff x="4519259" y="2475853"/>
            <a:chExt cx="579038" cy="562462"/>
          </a:xfrm>
        </p:grpSpPr>
        <p:sp>
          <p:nvSpPr>
            <p:cNvPr id="37" name="Oval 36"/>
            <p:cNvSpPr>
              <a:spLocks noChangeAspect="1"/>
            </p:cNvSpPr>
            <p:nvPr/>
          </p:nvSpPr>
          <p:spPr>
            <a:xfrm>
              <a:off x="4519259" y="2475853"/>
              <a:ext cx="579038" cy="5624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latin typeface="FontAwesome" pitchFamily="2" charset="0"/>
              </a:endParaRPr>
            </a:p>
          </p:txBody>
        </p:sp>
        <p:sp>
          <p:nvSpPr>
            <p:cNvPr id="43" name="Freeform 245"/>
            <p:cNvSpPr>
              <a:spLocks/>
            </p:cNvSpPr>
            <p:nvPr/>
          </p:nvSpPr>
          <p:spPr bwMode="auto">
            <a:xfrm>
              <a:off x="4642972" y="2591278"/>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pic>
        <p:nvPicPr>
          <p:cNvPr id="12" name="Picture Placeholder 11"/>
          <p:cNvPicPr>
            <a:picLocks noGrp="1" noChangeAspect="1"/>
          </p:cNvPicPr>
          <p:nvPr>
            <p:ph type="pic" sz="quarter" idx="15"/>
          </p:nvPr>
        </p:nvPicPr>
        <p:blipFill>
          <a:blip r:embed="rId3">
            <a:extLst>
              <a:ext uri="{28A0092B-C50C-407E-A947-70E740481C1C}">
                <a14:useLocalDpi xmlns:a14="http://schemas.microsoft.com/office/drawing/2010/main" val="0"/>
              </a:ext>
            </a:extLst>
          </a:blip>
          <a:stretch>
            <a:fillRect/>
          </a:stretch>
        </p:blipFill>
        <p:spPr>
          <a:xfrm>
            <a:off x="1184025" y="1870880"/>
            <a:ext cx="4301321" cy="4301321"/>
          </a:xfrm>
        </p:spPr>
      </p:pic>
      <p:sp>
        <p:nvSpPr>
          <p:cNvPr id="21" name="Text Placeholder 3"/>
          <p:cNvSpPr txBox="1">
            <a:spLocks/>
          </p:cNvSpPr>
          <p:nvPr/>
        </p:nvSpPr>
        <p:spPr>
          <a:xfrm>
            <a:off x="6945094" y="5238033"/>
            <a:ext cx="4646794" cy="43088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rtl="1"/>
            <a:r>
              <a:rPr lang="ar-SA" sz="2800" b="1" dirty="0">
                <a:cs typeface="Simplified Arabic" panose="02020603050405020304" pitchFamily="18" charset="-78"/>
              </a:rPr>
              <a:t>وجود روابط صديقة لمحركات البحث.</a:t>
            </a:r>
            <a:endParaRPr lang="en-US" sz="2800" b="1" dirty="0">
              <a:cs typeface="Simplified Arabic" panose="02020603050405020304" pitchFamily="18" charset="-78"/>
            </a:endParaRPr>
          </a:p>
        </p:txBody>
      </p:sp>
      <p:grpSp>
        <p:nvGrpSpPr>
          <p:cNvPr id="22" name="Group 47"/>
          <p:cNvGrpSpPr/>
          <p:nvPr/>
        </p:nvGrpSpPr>
        <p:grpSpPr>
          <a:xfrm>
            <a:off x="6173042" y="5093486"/>
            <a:ext cx="772052" cy="749951"/>
            <a:chOff x="4519259" y="3375310"/>
            <a:chExt cx="579038" cy="562462"/>
          </a:xfrm>
        </p:grpSpPr>
        <p:sp>
          <p:nvSpPr>
            <p:cNvPr id="23" name="Oval 22"/>
            <p:cNvSpPr>
              <a:spLocks noChangeAspect="1"/>
            </p:cNvSpPr>
            <p:nvPr/>
          </p:nvSpPr>
          <p:spPr>
            <a:xfrm>
              <a:off x="4519259" y="3375310"/>
              <a:ext cx="579038" cy="5624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3200" dirty="0">
                <a:solidFill>
                  <a:srgbClr val="FFFFFF"/>
                </a:solidFill>
                <a:latin typeface="FontAwesome" pitchFamily="2" charset="0"/>
              </a:endParaRPr>
            </a:p>
          </p:txBody>
        </p:sp>
        <p:sp>
          <p:nvSpPr>
            <p:cNvPr id="24" name="Freeform 56"/>
            <p:cNvSpPr>
              <a:spLocks noEditPoints="1"/>
            </p:cNvSpPr>
            <p:nvPr/>
          </p:nvSpPr>
          <p:spPr bwMode="auto">
            <a:xfrm>
              <a:off x="4635957" y="3483720"/>
              <a:ext cx="345642" cy="34564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765757625"/>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Effect transition="in" filter="fade">
                                      <p:cBhvr>
                                        <p:cTn id="15" dur="500"/>
                                        <p:tgtEl>
                                          <p:spTgt spid="9"/>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p:cTn id="19" dur="500" fill="hold"/>
                                        <p:tgtEl>
                                          <p:spTgt spid="22"/>
                                        </p:tgtEl>
                                        <p:attrNameLst>
                                          <p:attrName>ppt_w</p:attrName>
                                        </p:attrNameLst>
                                      </p:cBhvr>
                                      <p:tavLst>
                                        <p:tav tm="0">
                                          <p:val>
                                            <p:fltVal val="0"/>
                                          </p:val>
                                        </p:tav>
                                        <p:tav tm="100000">
                                          <p:val>
                                            <p:strVal val="#ppt_w"/>
                                          </p:val>
                                        </p:tav>
                                      </p:tavLst>
                                    </p:anim>
                                    <p:anim calcmode="lin" valueType="num">
                                      <p:cBhvr>
                                        <p:cTn id="20" dur="500" fill="hold"/>
                                        <p:tgtEl>
                                          <p:spTgt spid="22"/>
                                        </p:tgtEl>
                                        <p:attrNameLst>
                                          <p:attrName>ppt_h</p:attrName>
                                        </p:attrNameLst>
                                      </p:cBhvr>
                                      <p:tavLst>
                                        <p:tav tm="0">
                                          <p:val>
                                            <p:fltVal val="0"/>
                                          </p:val>
                                        </p:tav>
                                        <p:tav tm="100000">
                                          <p:val>
                                            <p:strVal val="#ppt_h"/>
                                          </p:val>
                                        </p:tav>
                                      </p:tavLst>
                                    </p:anim>
                                    <p:animEffect transition="in" filter="fade">
                                      <p:cBhvr>
                                        <p:cTn id="2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p:cNvPicPr>
            <a:picLocks noGrp="1" noChangeAspect="1"/>
          </p:cNvPicPr>
          <p:nvPr>
            <p:ph type="pic" sz="quarter" idx="15"/>
          </p:nvPr>
        </p:nvPicPr>
        <p:blipFill>
          <a:blip r:embed="rId3">
            <a:extLst>
              <a:ext uri="{28A0092B-C50C-407E-A947-70E740481C1C}">
                <a14:useLocalDpi xmlns:a14="http://schemas.microsoft.com/office/drawing/2010/main" val="0"/>
              </a:ext>
            </a:extLst>
          </a:blip>
          <a:stretch>
            <a:fillRect/>
          </a:stretch>
        </p:blipFill>
        <p:spPr>
          <a:xfrm>
            <a:off x="6688541" y="1870880"/>
            <a:ext cx="4301321" cy="4301321"/>
          </a:xfrm>
        </p:spPr>
      </p:pic>
      <p:sp>
        <p:nvSpPr>
          <p:cNvPr id="7" name="Title 6"/>
          <p:cNvSpPr>
            <a:spLocks noGrp="1"/>
          </p:cNvSpPr>
          <p:nvPr>
            <p:ph type="title"/>
          </p:nvPr>
        </p:nvSpPr>
        <p:spPr/>
        <p:txBody>
          <a:bodyPr/>
          <a:lstStyle/>
          <a:p>
            <a:pPr rtl="1"/>
            <a:r>
              <a:rPr lang="ar-SA" dirty="0">
                <a:solidFill>
                  <a:schemeClr val="tx1"/>
                </a:solidFill>
              </a:rPr>
              <a:t>ما هي الخصائص والمميزات للـووردبرس </a:t>
            </a:r>
            <a:r>
              <a:rPr lang="en-US" dirty="0">
                <a:solidFill>
                  <a:schemeClr val="tx1"/>
                </a:solidFill>
              </a:rPr>
              <a:t>WordPress ؟ </a:t>
            </a:r>
          </a:p>
        </p:txBody>
      </p:sp>
      <p:sp>
        <p:nvSpPr>
          <p:cNvPr id="41" name="Text Placeholder 3"/>
          <p:cNvSpPr txBox="1">
            <a:spLocks/>
          </p:cNvSpPr>
          <p:nvPr/>
        </p:nvSpPr>
        <p:spPr>
          <a:xfrm>
            <a:off x="247546" y="2891389"/>
            <a:ext cx="5284812" cy="43088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219139" rtl="1" fontAlgn="auto">
              <a:spcBef>
                <a:spcPct val="20000"/>
              </a:spcBef>
              <a:spcAft>
                <a:spcPts val="0"/>
              </a:spcAft>
              <a:defRPr/>
            </a:pPr>
            <a:r>
              <a:rPr lang="ar-SA" sz="2800" b="1" dirty="0" smtClean="0">
                <a:solidFill>
                  <a:srgbClr val="262626"/>
                </a:solidFill>
                <a:latin typeface="Adobe Arabic" panose="02040503050201020203" pitchFamily="18" charset="-78"/>
                <a:cs typeface="Adobe Arabic" panose="02040503050201020203" pitchFamily="18" charset="-78"/>
              </a:rPr>
              <a:t>تدعم </a:t>
            </a:r>
            <a:r>
              <a:rPr lang="ar-SA" sz="2800" b="1" dirty="0">
                <a:solidFill>
                  <a:srgbClr val="262626"/>
                </a:solidFill>
                <a:latin typeface="Adobe Arabic" panose="02040503050201020203" pitchFamily="18" charset="-78"/>
                <a:cs typeface="Adobe Arabic" panose="02040503050201020203" pitchFamily="18" charset="-78"/>
              </a:rPr>
              <a:t>الإضافات </a:t>
            </a:r>
            <a:r>
              <a:rPr lang="en-US" sz="2800" b="1" dirty="0">
                <a:solidFill>
                  <a:srgbClr val="262626"/>
                </a:solidFill>
                <a:latin typeface="Adobe Arabic" panose="02040503050201020203" pitchFamily="18" charset="-78"/>
                <a:cs typeface="Adobe Arabic" panose="02040503050201020203" pitchFamily="18" charset="-78"/>
              </a:rPr>
              <a:t>Plugins</a:t>
            </a:r>
          </a:p>
        </p:txBody>
      </p:sp>
      <p:sp>
        <p:nvSpPr>
          <p:cNvPr id="46" name="Text Placeholder 3"/>
          <p:cNvSpPr txBox="1">
            <a:spLocks/>
          </p:cNvSpPr>
          <p:nvPr/>
        </p:nvSpPr>
        <p:spPr>
          <a:xfrm>
            <a:off x="1500923" y="3677244"/>
            <a:ext cx="4921646" cy="43088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219139" rtl="1" fontAlgn="auto">
              <a:spcBef>
                <a:spcPct val="20000"/>
              </a:spcBef>
              <a:spcAft>
                <a:spcPts val="0"/>
              </a:spcAft>
              <a:defRPr/>
            </a:pPr>
            <a:r>
              <a:rPr lang="ar-SA" sz="2800" b="1" dirty="0" smtClean="0">
                <a:solidFill>
                  <a:srgbClr val="262626"/>
                </a:solidFill>
                <a:latin typeface="Adobe Arabic" panose="02040503050201020203" pitchFamily="18" charset="-78"/>
                <a:cs typeface="Adobe Arabic" panose="02040503050201020203" pitchFamily="18" charset="-78"/>
              </a:rPr>
              <a:t>إمكانية </a:t>
            </a:r>
            <a:r>
              <a:rPr lang="ar-SA" sz="2800" b="1" dirty="0">
                <a:solidFill>
                  <a:srgbClr val="262626"/>
                </a:solidFill>
                <a:latin typeface="Adobe Arabic" panose="02040503050201020203" pitchFamily="18" charset="-78"/>
                <a:cs typeface="Adobe Arabic" panose="02040503050201020203" pitchFamily="18" charset="-78"/>
              </a:rPr>
              <a:t>إنشاء التصنيفات بشكل </a:t>
            </a:r>
            <a:r>
              <a:rPr lang="ar-SA" sz="2800" b="1" dirty="0" smtClean="0">
                <a:solidFill>
                  <a:srgbClr val="262626"/>
                </a:solidFill>
                <a:latin typeface="Adobe Arabic" panose="02040503050201020203" pitchFamily="18" charset="-78"/>
                <a:cs typeface="Adobe Arabic" panose="02040503050201020203" pitchFamily="18" charset="-78"/>
              </a:rPr>
              <a:t>متداخل</a:t>
            </a:r>
            <a:endParaRPr lang="en-US" sz="2800" b="1" dirty="0">
              <a:solidFill>
                <a:srgbClr val="262626"/>
              </a:solidFill>
              <a:latin typeface="Adobe Arabic" panose="02040503050201020203" pitchFamily="18" charset="-78"/>
              <a:cs typeface="Adobe Arabic" panose="02040503050201020203" pitchFamily="18" charset="-78"/>
            </a:endParaRPr>
          </a:p>
        </p:txBody>
      </p:sp>
      <p:sp>
        <p:nvSpPr>
          <p:cNvPr id="53" name="Text Placeholder 3"/>
          <p:cNvSpPr txBox="1">
            <a:spLocks/>
          </p:cNvSpPr>
          <p:nvPr/>
        </p:nvSpPr>
        <p:spPr>
          <a:xfrm>
            <a:off x="1573253" y="4463099"/>
            <a:ext cx="4921646"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219139" rtl="1" fontAlgn="auto">
              <a:spcBef>
                <a:spcPct val="20000"/>
              </a:spcBef>
              <a:spcAft>
                <a:spcPts val="0"/>
              </a:spcAft>
              <a:defRPr/>
            </a:pPr>
            <a:r>
              <a:rPr lang="ar-SA" sz="2800" b="1" dirty="0" smtClean="0">
                <a:solidFill>
                  <a:srgbClr val="262626"/>
                </a:solidFill>
                <a:latin typeface="Adobe Arabic" panose="02040503050201020203" pitchFamily="18" charset="-78"/>
                <a:cs typeface="Adobe Arabic" panose="02040503050201020203" pitchFamily="18" charset="-78"/>
              </a:rPr>
              <a:t>ميزة </a:t>
            </a:r>
            <a:r>
              <a:rPr lang="ar-SA" sz="2800" b="1" dirty="0">
                <a:solidFill>
                  <a:srgbClr val="262626"/>
                </a:solidFill>
                <a:latin typeface="Adobe Arabic" panose="02040503050201020203" pitchFamily="18" charset="-78"/>
                <a:cs typeface="Adobe Arabic" panose="02040503050201020203" pitchFamily="18" charset="-78"/>
              </a:rPr>
              <a:t>التنبيهات والتعقيبات، التي تنبه المستخدم في حال تم ربط موضوع مع موقع </a:t>
            </a:r>
            <a:r>
              <a:rPr lang="ar-SA" sz="2800" b="1" dirty="0" smtClean="0">
                <a:solidFill>
                  <a:srgbClr val="262626"/>
                </a:solidFill>
                <a:latin typeface="Adobe Arabic" panose="02040503050201020203" pitchFamily="18" charset="-78"/>
                <a:cs typeface="Adobe Arabic" panose="02040503050201020203" pitchFamily="18" charset="-78"/>
              </a:rPr>
              <a:t>آخر</a:t>
            </a:r>
            <a:endParaRPr lang="en-US" sz="2800" b="1" dirty="0">
              <a:solidFill>
                <a:srgbClr val="262626"/>
              </a:solidFill>
              <a:latin typeface="Adobe Arabic" panose="02040503050201020203" pitchFamily="18" charset="-78"/>
              <a:cs typeface="Adobe Arabic" panose="02040503050201020203" pitchFamily="18" charset="-78"/>
            </a:endParaRPr>
          </a:p>
        </p:txBody>
      </p:sp>
      <p:sp>
        <p:nvSpPr>
          <p:cNvPr id="63" name="Freeform 45"/>
          <p:cNvSpPr>
            <a:spLocks noEditPoints="1"/>
          </p:cNvSpPr>
          <p:nvPr/>
        </p:nvSpPr>
        <p:spPr bwMode="auto">
          <a:xfrm>
            <a:off x="892657" y="2833557"/>
            <a:ext cx="414624" cy="414624"/>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64" name="Freeform 45"/>
          <p:cNvSpPr>
            <a:spLocks noEditPoints="1"/>
          </p:cNvSpPr>
          <p:nvPr/>
        </p:nvSpPr>
        <p:spPr bwMode="auto">
          <a:xfrm>
            <a:off x="906198" y="3661171"/>
            <a:ext cx="414624" cy="414624"/>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65" name="Freeform 45"/>
          <p:cNvSpPr>
            <a:spLocks noEditPoints="1"/>
          </p:cNvSpPr>
          <p:nvPr/>
        </p:nvSpPr>
        <p:spPr bwMode="auto">
          <a:xfrm>
            <a:off x="892657" y="4653241"/>
            <a:ext cx="414624" cy="414624"/>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28848217"/>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p:cTn id="7" dur="500" fill="hold"/>
                                        <p:tgtEl>
                                          <p:spTgt spid="63"/>
                                        </p:tgtEl>
                                        <p:attrNameLst>
                                          <p:attrName>ppt_w</p:attrName>
                                        </p:attrNameLst>
                                      </p:cBhvr>
                                      <p:tavLst>
                                        <p:tav tm="0">
                                          <p:val>
                                            <p:fltVal val="0"/>
                                          </p:val>
                                        </p:tav>
                                        <p:tav tm="100000">
                                          <p:val>
                                            <p:strVal val="#ppt_w"/>
                                          </p:val>
                                        </p:tav>
                                      </p:tavLst>
                                    </p:anim>
                                    <p:anim calcmode="lin" valueType="num">
                                      <p:cBhvr>
                                        <p:cTn id="8" dur="500" fill="hold"/>
                                        <p:tgtEl>
                                          <p:spTgt spid="63"/>
                                        </p:tgtEl>
                                        <p:attrNameLst>
                                          <p:attrName>ppt_h</p:attrName>
                                        </p:attrNameLst>
                                      </p:cBhvr>
                                      <p:tavLst>
                                        <p:tav tm="0">
                                          <p:val>
                                            <p:fltVal val="0"/>
                                          </p:val>
                                        </p:tav>
                                        <p:tav tm="100000">
                                          <p:val>
                                            <p:strVal val="#ppt_h"/>
                                          </p:val>
                                        </p:tav>
                                      </p:tavLst>
                                    </p:anim>
                                    <p:animEffect transition="in" filter="fade">
                                      <p:cBhvr>
                                        <p:cTn id="9" dur="500"/>
                                        <p:tgtEl>
                                          <p:spTgt spid="63"/>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64"/>
                                        </p:tgtEl>
                                        <p:attrNameLst>
                                          <p:attrName>style.visibility</p:attrName>
                                        </p:attrNameLst>
                                      </p:cBhvr>
                                      <p:to>
                                        <p:strVal val="visible"/>
                                      </p:to>
                                    </p:set>
                                    <p:anim calcmode="lin" valueType="num">
                                      <p:cBhvr>
                                        <p:cTn id="13" dur="500" fill="hold"/>
                                        <p:tgtEl>
                                          <p:spTgt spid="64"/>
                                        </p:tgtEl>
                                        <p:attrNameLst>
                                          <p:attrName>ppt_w</p:attrName>
                                        </p:attrNameLst>
                                      </p:cBhvr>
                                      <p:tavLst>
                                        <p:tav tm="0">
                                          <p:val>
                                            <p:fltVal val="0"/>
                                          </p:val>
                                        </p:tav>
                                        <p:tav tm="100000">
                                          <p:val>
                                            <p:strVal val="#ppt_w"/>
                                          </p:val>
                                        </p:tav>
                                      </p:tavLst>
                                    </p:anim>
                                    <p:anim calcmode="lin" valueType="num">
                                      <p:cBhvr>
                                        <p:cTn id="14" dur="500" fill="hold"/>
                                        <p:tgtEl>
                                          <p:spTgt spid="64"/>
                                        </p:tgtEl>
                                        <p:attrNameLst>
                                          <p:attrName>ppt_h</p:attrName>
                                        </p:attrNameLst>
                                      </p:cBhvr>
                                      <p:tavLst>
                                        <p:tav tm="0">
                                          <p:val>
                                            <p:fltVal val="0"/>
                                          </p:val>
                                        </p:tav>
                                        <p:tav tm="100000">
                                          <p:val>
                                            <p:strVal val="#ppt_h"/>
                                          </p:val>
                                        </p:tav>
                                      </p:tavLst>
                                    </p:anim>
                                    <p:animEffect transition="in" filter="fade">
                                      <p:cBhvr>
                                        <p:cTn id="15" dur="500"/>
                                        <p:tgtEl>
                                          <p:spTgt spid="64"/>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64" grpId="0" animBg="1"/>
      <p:bldP spid="65" grpId="0" animBg="1"/>
    </p:bld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pPr rtl="1"/>
            <a:r>
              <a:rPr lang="ar-SA" u="sng" dirty="0">
                <a:solidFill>
                  <a:schemeClr val="tx1"/>
                </a:solidFill>
              </a:rPr>
              <a:t>ما هي الخصائص والمميزات للـووردبرس </a:t>
            </a:r>
            <a:r>
              <a:rPr lang="en-US" u="sng" dirty="0">
                <a:solidFill>
                  <a:schemeClr val="tx1"/>
                </a:solidFill>
              </a:rPr>
              <a:t>WordPress ؟ </a:t>
            </a:r>
          </a:p>
        </p:txBody>
      </p:sp>
      <p:sp>
        <p:nvSpPr>
          <p:cNvPr id="27" name="Text Placeholder 3"/>
          <p:cNvSpPr txBox="1">
            <a:spLocks/>
          </p:cNvSpPr>
          <p:nvPr/>
        </p:nvSpPr>
        <p:spPr>
          <a:xfrm>
            <a:off x="7107296" y="2131808"/>
            <a:ext cx="5081954" cy="43088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إمكانية </a:t>
            </a:r>
            <a:r>
              <a:rPr lang="ar-SA" sz="2800" b="1" dirty="0">
                <a:solidFill>
                  <a:srgbClr val="262626"/>
                </a:solidFill>
                <a:latin typeface="Roboto Condensed"/>
                <a:cs typeface="Simplified Arabic" panose="02020603050405020304" pitchFamily="18" charset="-78"/>
              </a:rPr>
              <a:t>إنشاء صفحات ثابتة.</a:t>
            </a:r>
            <a:endParaRPr lang="en-US" sz="2800" b="1" dirty="0">
              <a:solidFill>
                <a:srgbClr val="262626"/>
              </a:solidFill>
              <a:latin typeface="Roboto Condensed"/>
              <a:cs typeface="Simplified Arabic" panose="02020603050405020304" pitchFamily="18" charset="-78"/>
            </a:endParaRPr>
          </a:p>
        </p:txBody>
      </p:sp>
      <p:sp>
        <p:nvSpPr>
          <p:cNvPr id="31" name="Text Placeholder 3"/>
          <p:cNvSpPr txBox="1">
            <a:spLocks/>
          </p:cNvSpPr>
          <p:nvPr/>
        </p:nvSpPr>
        <p:spPr>
          <a:xfrm>
            <a:off x="7176611" y="3518435"/>
            <a:ext cx="4943324"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إمكانية </a:t>
            </a:r>
            <a:r>
              <a:rPr lang="ar-SA" sz="2800" b="1" dirty="0">
                <a:solidFill>
                  <a:srgbClr val="262626"/>
                </a:solidFill>
                <a:latin typeface="Roboto Condensed"/>
                <a:cs typeface="Simplified Arabic" panose="02020603050405020304" pitchFamily="18" charset="-78"/>
              </a:rPr>
              <a:t>مشاركة الكتابة مع عدد من الأشخاص.</a:t>
            </a:r>
            <a:endParaRPr lang="en-US" sz="2800" b="1" dirty="0">
              <a:solidFill>
                <a:srgbClr val="262626"/>
              </a:solidFill>
              <a:latin typeface="Roboto Condensed"/>
              <a:cs typeface="Simplified Arabic" panose="02020603050405020304" pitchFamily="18" charset="-78"/>
            </a:endParaRPr>
          </a:p>
        </p:txBody>
      </p:sp>
      <p:grpSp>
        <p:nvGrpSpPr>
          <p:cNvPr id="6" name="Group 43"/>
          <p:cNvGrpSpPr/>
          <p:nvPr/>
        </p:nvGrpSpPr>
        <p:grpSpPr>
          <a:xfrm>
            <a:off x="6155728" y="1982153"/>
            <a:ext cx="772052" cy="749947"/>
            <a:chOff x="4519259" y="1576399"/>
            <a:chExt cx="579038" cy="562460"/>
          </a:xfrm>
        </p:grpSpPr>
        <p:sp>
          <p:nvSpPr>
            <p:cNvPr id="36" name="Oval 35"/>
            <p:cNvSpPr>
              <a:spLocks noChangeAspect="1"/>
            </p:cNvSpPr>
            <p:nvPr/>
          </p:nvSpPr>
          <p:spPr>
            <a:xfrm>
              <a:off x="4519259" y="1576399"/>
              <a:ext cx="579038" cy="5624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FFFFFF"/>
                </a:solidFill>
                <a:latin typeface="FontAwesome" pitchFamily="2" charset="0"/>
              </a:endParaRPr>
            </a:p>
          </p:txBody>
        </p:sp>
        <p:sp>
          <p:nvSpPr>
            <p:cNvPr id="42" name="Freeform 5"/>
            <p:cNvSpPr>
              <a:spLocks noEditPoints="1"/>
            </p:cNvSpPr>
            <p:nvPr/>
          </p:nvSpPr>
          <p:spPr bwMode="auto">
            <a:xfrm>
              <a:off x="4623593" y="1672444"/>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9" name="Group 46"/>
          <p:cNvGrpSpPr/>
          <p:nvPr/>
        </p:nvGrpSpPr>
        <p:grpSpPr>
          <a:xfrm>
            <a:off x="6173042" y="3518435"/>
            <a:ext cx="772052" cy="749951"/>
            <a:chOff x="4519259" y="2475853"/>
            <a:chExt cx="579038" cy="562462"/>
          </a:xfrm>
        </p:grpSpPr>
        <p:sp>
          <p:nvSpPr>
            <p:cNvPr id="37" name="Oval 36"/>
            <p:cNvSpPr>
              <a:spLocks noChangeAspect="1"/>
            </p:cNvSpPr>
            <p:nvPr/>
          </p:nvSpPr>
          <p:spPr>
            <a:xfrm>
              <a:off x="4519259" y="2475853"/>
              <a:ext cx="579038" cy="5624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latin typeface="FontAwesome" pitchFamily="2" charset="0"/>
              </a:endParaRPr>
            </a:p>
          </p:txBody>
        </p:sp>
        <p:sp>
          <p:nvSpPr>
            <p:cNvPr id="43" name="Freeform 245"/>
            <p:cNvSpPr>
              <a:spLocks/>
            </p:cNvSpPr>
            <p:nvPr/>
          </p:nvSpPr>
          <p:spPr bwMode="auto">
            <a:xfrm>
              <a:off x="4642972" y="2591278"/>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pic>
        <p:nvPicPr>
          <p:cNvPr id="12" name="Picture Placeholder 11"/>
          <p:cNvPicPr>
            <a:picLocks noGrp="1" noChangeAspect="1"/>
          </p:cNvPicPr>
          <p:nvPr>
            <p:ph type="pic" sz="quarter" idx="15"/>
          </p:nvPr>
        </p:nvPicPr>
        <p:blipFill>
          <a:blip r:embed="rId3">
            <a:extLst>
              <a:ext uri="{28A0092B-C50C-407E-A947-70E740481C1C}">
                <a14:useLocalDpi xmlns:a14="http://schemas.microsoft.com/office/drawing/2010/main" val="0"/>
              </a:ext>
            </a:extLst>
          </a:blip>
          <a:stretch>
            <a:fillRect/>
          </a:stretch>
        </p:blipFill>
        <p:spPr>
          <a:xfrm>
            <a:off x="1184025" y="1870880"/>
            <a:ext cx="4301321" cy="4301321"/>
          </a:xfrm>
        </p:spPr>
      </p:pic>
      <p:sp>
        <p:nvSpPr>
          <p:cNvPr id="21" name="Text Placeholder 3"/>
          <p:cNvSpPr txBox="1">
            <a:spLocks/>
          </p:cNvSpPr>
          <p:nvPr/>
        </p:nvSpPr>
        <p:spPr>
          <a:xfrm>
            <a:off x="6945094" y="5238033"/>
            <a:ext cx="4646794"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rtl="1"/>
            <a:r>
              <a:rPr lang="ar-SA" sz="2800" b="1" dirty="0" smtClean="0">
                <a:cs typeface="Simplified Arabic" panose="02020603050405020304" pitchFamily="18" charset="-78"/>
              </a:rPr>
              <a:t>إنشاء </a:t>
            </a:r>
            <a:r>
              <a:rPr lang="ar-SA" sz="2800" b="1" dirty="0">
                <a:cs typeface="Simplified Arabic" panose="02020603050405020304" pitchFamily="18" charset="-78"/>
              </a:rPr>
              <a:t>قائمة بالزوار الذين كتبوا تعليقات في المدونة.</a:t>
            </a:r>
            <a:endParaRPr lang="en-US" sz="2800" b="1" dirty="0">
              <a:cs typeface="Simplified Arabic" panose="02020603050405020304" pitchFamily="18" charset="-78"/>
            </a:endParaRPr>
          </a:p>
        </p:txBody>
      </p:sp>
      <p:grpSp>
        <p:nvGrpSpPr>
          <p:cNvPr id="22" name="Group 47"/>
          <p:cNvGrpSpPr/>
          <p:nvPr/>
        </p:nvGrpSpPr>
        <p:grpSpPr>
          <a:xfrm>
            <a:off x="6173042" y="5093486"/>
            <a:ext cx="772052" cy="749951"/>
            <a:chOff x="4519259" y="3375310"/>
            <a:chExt cx="579038" cy="562462"/>
          </a:xfrm>
        </p:grpSpPr>
        <p:sp>
          <p:nvSpPr>
            <p:cNvPr id="23" name="Oval 22"/>
            <p:cNvSpPr>
              <a:spLocks noChangeAspect="1"/>
            </p:cNvSpPr>
            <p:nvPr/>
          </p:nvSpPr>
          <p:spPr>
            <a:xfrm>
              <a:off x="4519259" y="3375310"/>
              <a:ext cx="579038" cy="5624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3200" dirty="0">
                <a:solidFill>
                  <a:srgbClr val="FFFFFF"/>
                </a:solidFill>
                <a:latin typeface="FontAwesome" pitchFamily="2" charset="0"/>
              </a:endParaRPr>
            </a:p>
          </p:txBody>
        </p:sp>
        <p:sp>
          <p:nvSpPr>
            <p:cNvPr id="24" name="Freeform 56"/>
            <p:cNvSpPr>
              <a:spLocks noEditPoints="1"/>
            </p:cNvSpPr>
            <p:nvPr/>
          </p:nvSpPr>
          <p:spPr bwMode="auto">
            <a:xfrm>
              <a:off x="4635957" y="3483720"/>
              <a:ext cx="345642" cy="34564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62589005"/>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Effect transition="in" filter="fade">
                                      <p:cBhvr>
                                        <p:cTn id="15" dur="500"/>
                                        <p:tgtEl>
                                          <p:spTgt spid="9"/>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p:cTn id="19" dur="500" fill="hold"/>
                                        <p:tgtEl>
                                          <p:spTgt spid="22"/>
                                        </p:tgtEl>
                                        <p:attrNameLst>
                                          <p:attrName>ppt_w</p:attrName>
                                        </p:attrNameLst>
                                      </p:cBhvr>
                                      <p:tavLst>
                                        <p:tav tm="0">
                                          <p:val>
                                            <p:fltVal val="0"/>
                                          </p:val>
                                        </p:tav>
                                        <p:tav tm="100000">
                                          <p:val>
                                            <p:strVal val="#ppt_w"/>
                                          </p:val>
                                        </p:tav>
                                      </p:tavLst>
                                    </p:anim>
                                    <p:anim calcmode="lin" valueType="num">
                                      <p:cBhvr>
                                        <p:cTn id="20" dur="500" fill="hold"/>
                                        <p:tgtEl>
                                          <p:spTgt spid="22"/>
                                        </p:tgtEl>
                                        <p:attrNameLst>
                                          <p:attrName>ppt_h</p:attrName>
                                        </p:attrNameLst>
                                      </p:cBhvr>
                                      <p:tavLst>
                                        <p:tav tm="0">
                                          <p:val>
                                            <p:fltVal val="0"/>
                                          </p:val>
                                        </p:tav>
                                        <p:tav tm="100000">
                                          <p:val>
                                            <p:strVal val="#ppt_h"/>
                                          </p:val>
                                        </p:tav>
                                      </p:tavLst>
                                    </p:anim>
                                    <p:animEffect transition="in" filter="fade">
                                      <p:cBhvr>
                                        <p:cTn id="2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p:cNvSpPr>
            <a:spLocks noGrp="1"/>
          </p:cNvSpPr>
          <p:nvPr>
            <p:ph type="title"/>
          </p:nvPr>
        </p:nvSpPr>
        <p:spPr/>
        <p:txBody>
          <a:bodyPr/>
          <a:lstStyle/>
          <a:p>
            <a:pPr rtl="1"/>
            <a:r>
              <a:rPr lang="ar-SA" u="sng" dirty="0">
                <a:solidFill>
                  <a:schemeClr val="tx1"/>
                </a:solidFill>
              </a:rPr>
              <a:t>ما هي الخصائص والمميزات للـووردبرس </a:t>
            </a:r>
            <a:r>
              <a:rPr lang="en-US" u="sng" dirty="0">
                <a:solidFill>
                  <a:schemeClr val="tx1"/>
                </a:solidFill>
              </a:rPr>
              <a:t>WordPress ؟ </a:t>
            </a:r>
          </a:p>
        </p:txBody>
      </p:sp>
      <p:sp>
        <p:nvSpPr>
          <p:cNvPr id="78" name="Freeform 66"/>
          <p:cNvSpPr>
            <a:spLocks noEditPoints="1"/>
          </p:cNvSpPr>
          <p:nvPr/>
        </p:nvSpPr>
        <p:spPr bwMode="auto">
          <a:xfrm>
            <a:off x="7460314" y="3658037"/>
            <a:ext cx="446820" cy="521921"/>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9" name="Freeform 78"/>
          <p:cNvSpPr>
            <a:spLocks noEditPoints="1"/>
          </p:cNvSpPr>
          <p:nvPr/>
        </p:nvSpPr>
        <p:spPr bwMode="auto">
          <a:xfrm>
            <a:off x="10072295" y="2262809"/>
            <a:ext cx="458767" cy="433799"/>
          </a:xfrm>
          <a:custGeom>
            <a:avLst/>
            <a:gdLst/>
            <a:ahLst/>
            <a:cxnLst>
              <a:cxn ang="0">
                <a:pos x="68" y="14"/>
              </a:cxn>
              <a:cxn ang="0">
                <a:pos x="68" y="18"/>
              </a:cxn>
              <a:cxn ang="0">
                <a:pos x="64" y="18"/>
              </a:cxn>
              <a:cxn ang="0">
                <a:pos x="61" y="21"/>
              </a:cxn>
              <a:cxn ang="0">
                <a:pos x="7" y="21"/>
              </a:cxn>
              <a:cxn ang="0">
                <a:pos x="4" y="18"/>
              </a:cxn>
              <a:cxn ang="0">
                <a:pos x="0" y="18"/>
              </a:cxn>
              <a:cxn ang="0">
                <a:pos x="0" y="14"/>
              </a:cxn>
              <a:cxn ang="0">
                <a:pos x="34" y="0"/>
              </a:cxn>
              <a:cxn ang="0">
                <a:pos x="68" y="14"/>
              </a:cxn>
              <a:cxn ang="0">
                <a:pos x="68" y="60"/>
              </a:cxn>
              <a:cxn ang="0">
                <a:pos x="68" y="64"/>
              </a:cxn>
              <a:cxn ang="0">
                <a:pos x="0" y="64"/>
              </a:cxn>
              <a:cxn ang="0">
                <a:pos x="0" y="60"/>
              </a:cxn>
              <a:cxn ang="0">
                <a:pos x="2" y="57"/>
              </a:cxn>
              <a:cxn ang="0">
                <a:pos x="66" y="57"/>
              </a:cxn>
              <a:cxn ang="0">
                <a:pos x="68" y="60"/>
              </a:cxn>
              <a:cxn ang="0">
                <a:pos x="18" y="23"/>
              </a:cxn>
              <a:cxn ang="0">
                <a:pos x="18" y="50"/>
              </a:cxn>
              <a:cxn ang="0">
                <a:pos x="23" y="50"/>
              </a:cxn>
              <a:cxn ang="0">
                <a:pos x="23" y="23"/>
              </a:cxn>
              <a:cxn ang="0">
                <a:pos x="32" y="23"/>
              </a:cxn>
              <a:cxn ang="0">
                <a:pos x="32" y="50"/>
              </a:cxn>
              <a:cxn ang="0">
                <a:pos x="36" y="50"/>
              </a:cxn>
              <a:cxn ang="0">
                <a:pos x="36" y="23"/>
              </a:cxn>
              <a:cxn ang="0">
                <a:pos x="45" y="23"/>
              </a:cxn>
              <a:cxn ang="0">
                <a:pos x="45" y="50"/>
              </a:cxn>
              <a:cxn ang="0">
                <a:pos x="50" y="50"/>
              </a:cxn>
              <a:cxn ang="0">
                <a:pos x="50" y="23"/>
              </a:cxn>
              <a:cxn ang="0">
                <a:pos x="59" y="23"/>
              </a:cxn>
              <a:cxn ang="0">
                <a:pos x="59" y="50"/>
              </a:cxn>
              <a:cxn ang="0">
                <a:pos x="61" y="50"/>
              </a:cxn>
              <a:cxn ang="0">
                <a:pos x="64" y="53"/>
              </a:cxn>
              <a:cxn ang="0">
                <a:pos x="64" y="55"/>
              </a:cxn>
              <a:cxn ang="0">
                <a:pos x="4" y="55"/>
              </a:cxn>
              <a:cxn ang="0">
                <a:pos x="4" y="53"/>
              </a:cxn>
              <a:cxn ang="0">
                <a:pos x="7" y="50"/>
              </a:cxn>
              <a:cxn ang="0">
                <a:pos x="9" y="50"/>
              </a:cxn>
              <a:cxn ang="0">
                <a:pos x="9" y="23"/>
              </a:cxn>
              <a:cxn ang="0">
                <a:pos x="18" y="23"/>
              </a:cxn>
            </a:cxnLst>
            <a:rect l="0" t="0" r="r" b="b"/>
            <a:pathLst>
              <a:path w="68" h="64">
                <a:moveTo>
                  <a:pt x="68" y="14"/>
                </a:moveTo>
                <a:cubicBezTo>
                  <a:pt x="68" y="18"/>
                  <a:pt x="68" y="18"/>
                  <a:pt x="68" y="18"/>
                </a:cubicBezTo>
                <a:cubicBezTo>
                  <a:pt x="64" y="18"/>
                  <a:pt x="64" y="18"/>
                  <a:pt x="64" y="18"/>
                </a:cubicBezTo>
                <a:cubicBezTo>
                  <a:pt x="64" y="20"/>
                  <a:pt x="63" y="21"/>
                  <a:pt x="61" y="21"/>
                </a:cubicBezTo>
                <a:cubicBezTo>
                  <a:pt x="7" y="21"/>
                  <a:pt x="7" y="21"/>
                  <a:pt x="7" y="21"/>
                </a:cubicBezTo>
                <a:cubicBezTo>
                  <a:pt x="5" y="21"/>
                  <a:pt x="4" y="20"/>
                  <a:pt x="4" y="18"/>
                </a:cubicBezTo>
                <a:cubicBezTo>
                  <a:pt x="0" y="18"/>
                  <a:pt x="0" y="18"/>
                  <a:pt x="0" y="18"/>
                </a:cubicBezTo>
                <a:cubicBezTo>
                  <a:pt x="0" y="14"/>
                  <a:pt x="0" y="14"/>
                  <a:pt x="0" y="14"/>
                </a:cubicBezTo>
                <a:cubicBezTo>
                  <a:pt x="34" y="0"/>
                  <a:pt x="34" y="0"/>
                  <a:pt x="34" y="0"/>
                </a:cubicBezTo>
                <a:lnTo>
                  <a:pt x="68" y="14"/>
                </a:lnTo>
                <a:close/>
                <a:moveTo>
                  <a:pt x="68" y="60"/>
                </a:moveTo>
                <a:cubicBezTo>
                  <a:pt x="68" y="64"/>
                  <a:pt x="68" y="64"/>
                  <a:pt x="68" y="64"/>
                </a:cubicBezTo>
                <a:cubicBezTo>
                  <a:pt x="0" y="64"/>
                  <a:pt x="0" y="64"/>
                  <a:pt x="0" y="64"/>
                </a:cubicBezTo>
                <a:cubicBezTo>
                  <a:pt x="0" y="60"/>
                  <a:pt x="0" y="60"/>
                  <a:pt x="0" y="60"/>
                </a:cubicBezTo>
                <a:cubicBezTo>
                  <a:pt x="0" y="58"/>
                  <a:pt x="1" y="57"/>
                  <a:pt x="2" y="57"/>
                </a:cubicBezTo>
                <a:cubicBezTo>
                  <a:pt x="66" y="57"/>
                  <a:pt x="66" y="57"/>
                  <a:pt x="66" y="57"/>
                </a:cubicBezTo>
                <a:cubicBezTo>
                  <a:pt x="67" y="57"/>
                  <a:pt x="68" y="58"/>
                  <a:pt x="68" y="60"/>
                </a:cubicBezTo>
                <a:close/>
                <a:moveTo>
                  <a:pt x="18" y="23"/>
                </a:moveTo>
                <a:cubicBezTo>
                  <a:pt x="18" y="50"/>
                  <a:pt x="18" y="50"/>
                  <a:pt x="18" y="50"/>
                </a:cubicBezTo>
                <a:cubicBezTo>
                  <a:pt x="23" y="50"/>
                  <a:pt x="23" y="50"/>
                  <a:pt x="23" y="50"/>
                </a:cubicBezTo>
                <a:cubicBezTo>
                  <a:pt x="23" y="23"/>
                  <a:pt x="23" y="23"/>
                  <a:pt x="23" y="23"/>
                </a:cubicBezTo>
                <a:cubicBezTo>
                  <a:pt x="32" y="23"/>
                  <a:pt x="32" y="23"/>
                  <a:pt x="32" y="23"/>
                </a:cubicBezTo>
                <a:cubicBezTo>
                  <a:pt x="32" y="50"/>
                  <a:pt x="32" y="50"/>
                  <a:pt x="32" y="50"/>
                </a:cubicBezTo>
                <a:cubicBezTo>
                  <a:pt x="36" y="50"/>
                  <a:pt x="36" y="50"/>
                  <a:pt x="36" y="50"/>
                </a:cubicBezTo>
                <a:cubicBezTo>
                  <a:pt x="36" y="23"/>
                  <a:pt x="36" y="23"/>
                  <a:pt x="36" y="23"/>
                </a:cubicBezTo>
                <a:cubicBezTo>
                  <a:pt x="45" y="23"/>
                  <a:pt x="45" y="23"/>
                  <a:pt x="45" y="23"/>
                </a:cubicBezTo>
                <a:cubicBezTo>
                  <a:pt x="45" y="50"/>
                  <a:pt x="45" y="50"/>
                  <a:pt x="45" y="50"/>
                </a:cubicBezTo>
                <a:cubicBezTo>
                  <a:pt x="50" y="50"/>
                  <a:pt x="50" y="50"/>
                  <a:pt x="50" y="50"/>
                </a:cubicBezTo>
                <a:cubicBezTo>
                  <a:pt x="50" y="23"/>
                  <a:pt x="50" y="23"/>
                  <a:pt x="50" y="23"/>
                </a:cubicBezTo>
                <a:cubicBezTo>
                  <a:pt x="59" y="23"/>
                  <a:pt x="59" y="23"/>
                  <a:pt x="59" y="23"/>
                </a:cubicBezTo>
                <a:cubicBezTo>
                  <a:pt x="59" y="50"/>
                  <a:pt x="59" y="50"/>
                  <a:pt x="59" y="50"/>
                </a:cubicBezTo>
                <a:cubicBezTo>
                  <a:pt x="61" y="50"/>
                  <a:pt x="61" y="50"/>
                  <a:pt x="61" y="50"/>
                </a:cubicBezTo>
                <a:cubicBezTo>
                  <a:pt x="63" y="50"/>
                  <a:pt x="64" y="51"/>
                  <a:pt x="64" y="53"/>
                </a:cubicBezTo>
                <a:cubicBezTo>
                  <a:pt x="64" y="55"/>
                  <a:pt x="64" y="55"/>
                  <a:pt x="64" y="55"/>
                </a:cubicBezTo>
                <a:cubicBezTo>
                  <a:pt x="4" y="55"/>
                  <a:pt x="4" y="55"/>
                  <a:pt x="4" y="55"/>
                </a:cubicBezTo>
                <a:cubicBezTo>
                  <a:pt x="4" y="53"/>
                  <a:pt x="4" y="53"/>
                  <a:pt x="4" y="53"/>
                </a:cubicBezTo>
                <a:cubicBezTo>
                  <a:pt x="4" y="51"/>
                  <a:pt x="5" y="50"/>
                  <a:pt x="7" y="50"/>
                </a:cubicBezTo>
                <a:cubicBezTo>
                  <a:pt x="9" y="50"/>
                  <a:pt x="9" y="50"/>
                  <a:pt x="9" y="50"/>
                </a:cubicBezTo>
                <a:cubicBezTo>
                  <a:pt x="9" y="23"/>
                  <a:pt x="9" y="23"/>
                  <a:pt x="9" y="23"/>
                </a:cubicBezTo>
                <a:lnTo>
                  <a:pt x="18" y="23"/>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0" name="Freeform 135"/>
          <p:cNvSpPr>
            <a:spLocks noEditPoints="1"/>
          </p:cNvSpPr>
          <p:nvPr/>
        </p:nvSpPr>
        <p:spPr bwMode="auto">
          <a:xfrm>
            <a:off x="9970695" y="5101782"/>
            <a:ext cx="595707" cy="558004"/>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pic>
        <p:nvPicPr>
          <p:cNvPr id="8" name="Picture Placeholder 7"/>
          <p:cNvPicPr>
            <a:picLocks noGrp="1" noChangeAspect="1"/>
          </p:cNvPicPr>
          <p:nvPr>
            <p:ph type="pic" sz="quarter" idx="15"/>
          </p:nvPr>
        </p:nvPicPr>
        <p:blipFill>
          <a:blip r:embed="rId2">
            <a:extLst>
              <a:ext uri="{28A0092B-C50C-407E-A947-70E740481C1C}">
                <a14:useLocalDpi xmlns:a14="http://schemas.microsoft.com/office/drawing/2010/main" val="0"/>
              </a:ext>
            </a:extLst>
          </a:blip>
          <a:stretch>
            <a:fillRect/>
          </a:stretch>
        </p:blipFill>
        <p:spPr>
          <a:xfrm>
            <a:off x="7047671" y="1817965"/>
            <a:ext cx="1341193" cy="1341193"/>
          </a:xfrm>
        </p:spPr>
      </p:pic>
      <p:pic>
        <p:nvPicPr>
          <p:cNvPr id="10" name="Picture Placeholder 9"/>
          <p:cNvPicPr>
            <a:picLocks noGrp="1" noChangeAspect="1"/>
          </p:cNvPicPr>
          <p:nvPr>
            <p:ph type="pic" sz="quarter" idx="17"/>
          </p:nvPr>
        </p:nvPicPr>
        <p:blipFill>
          <a:blip r:embed="rId2">
            <a:extLst>
              <a:ext uri="{28A0092B-C50C-407E-A947-70E740481C1C}">
                <a14:useLocalDpi xmlns:a14="http://schemas.microsoft.com/office/drawing/2010/main" val="0"/>
              </a:ext>
            </a:extLst>
          </a:blip>
          <a:stretch>
            <a:fillRect/>
          </a:stretch>
        </p:blipFill>
        <p:spPr>
          <a:xfrm>
            <a:off x="7047671" y="4703209"/>
            <a:ext cx="1341193" cy="1341193"/>
          </a:xfrm>
        </p:spPr>
      </p:pic>
      <p:pic>
        <p:nvPicPr>
          <p:cNvPr id="9" name="Picture Placeholder 8"/>
          <p:cNvPicPr>
            <a:picLocks noGrp="1" noChangeAspect="1"/>
          </p:cNvPicPr>
          <p:nvPr>
            <p:ph type="pic" sz="quarter" idx="16"/>
          </p:nvPr>
        </p:nvPicPr>
        <p:blipFill>
          <a:blip r:embed="rId2">
            <a:extLst>
              <a:ext uri="{28A0092B-C50C-407E-A947-70E740481C1C}">
                <a14:useLocalDpi xmlns:a14="http://schemas.microsoft.com/office/drawing/2010/main" val="0"/>
              </a:ext>
            </a:extLst>
          </a:blip>
          <a:stretch>
            <a:fillRect/>
          </a:stretch>
        </p:blipFill>
        <p:spPr>
          <a:xfrm>
            <a:off x="9641803" y="3251204"/>
            <a:ext cx="1341193" cy="1341193"/>
          </a:xfrm>
        </p:spPr>
      </p:pic>
      <p:grpSp>
        <p:nvGrpSpPr>
          <p:cNvPr id="14" name="Group 10"/>
          <p:cNvGrpSpPr/>
          <p:nvPr/>
        </p:nvGrpSpPr>
        <p:grpSpPr>
          <a:xfrm>
            <a:off x="442366" y="2459209"/>
            <a:ext cx="486384" cy="446296"/>
            <a:chOff x="647700" y="1295400"/>
            <a:chExt cx="838200" cy="670560"/>
          </a:xfrm>
        </p:grpSpPr>
        <p:sp>
          <p:nvSpPr>
            <p:cNvPr id="15" name="Rectangle 14"/>
            <p:cNvSpPr/>
            <p:nvPr/>
          </p:nvSpPr>
          <p:spPr>
            <a:xfrm>
              <a:off x="647700" y="1356360"/>
              <a:ext cx="838200" cy="6096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6" name="Rectangle 15"/>
            <p:cNvSpPr/>
            <p:nvPr/>
          </p:nvSpPr>
          <p:spPr>
            <a:xfrm>
              <a:off x="647700" y="1295400"/>
              <a:ext cx="838200" cy="6096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01</a:t>
              </a:r>
            </a:p>
          </p:txBody>
        </p:sp>
      </p:grpSp>
      <p:grpSp>
        <p:nvGrpSpPr>
          <p:cNvPr id="17" name="Group 15"/>
          <p:cNvGrpSpPr/>
          <p:nvPr/>
        </p:nvGrpSpPr>
        <p:grpSpPr>
          <a:xfrm>
            <a:off x="622325" y="4369249"/>
            <a:ext cx="486384" cy="446296"/>
            <a:chOff x="647700" y="1295400"/>
            <a:chExt cx="838200" cy="670560"/>
          </a:xfrm>
        </p:grpSpPr>
        <p:sp>
          <p:nvSpPr>
            <p:cNvPr id="18" name="Rectangle 17"/>
            <p:cNvSpPr/>
            <p:nvPr/>
          </p:nvSpPr>
          <p:spPr>
            <a:xfrm>
              <a:off x="647700" y="1356360"/>
              <a:ext cx="838200" cy="6096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9" name="Rectangle 18"/>
            <p:cNvSpPr/>
            <p:nvPr/>
          </p:nvSpPr>
          <p:spPr>
            <a:xfrm>
              <a:off x="647700" y="1295400"/>
              <a:ext cx="838200" cy="609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02</a:t>
              </a:r>
            </a:p>
          </p:txBody>
        </p:sp>
      </p:grpSp>
      <p:sp>
        <p:nvSpPr>
          <p:cNvPr id="20" name="Text Placeholder 3"/>
          <p:cNvSpPr txBox="1">
            <a:spLocks/>
          </p:cNvSpPr>
          <p:nvPr/>
        </p:nvSpPr>
        <p:spPr>
          <a:xfrm>
            <a:off x="1037016" y="2444074"/>
            <a:ext cx="4327224" cy="36933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377" rtl="1">
              <a:spcBef>
                <a:spcPct val="20000"/>
              </a:spcBef>
              <a:defRPr/>
            </a:pPr>
            <a:r>
              <a:rPr lang="ar-SA" sz="2400" b="1" dirty="0" smtClean="0">
                <a:solidFill>
                  <a:schemeClr val="bg1">
                    <a:lumMod val="50000"/>
                  </a:schemeClr>
                </a:solidFill>
                <a:cs typeface="+mj-cs"/>
              </a:rPr>
              <a:t>يمكن </a:t>
            </a:r>
            <a:r>
              <a:rPr lang="ar-SA" sz="2400" b="1" dirty="0">
                <a:solidFill>
                  <a:schemeClr val="bg1">
                    <a:lumMod val="50000"/>
                  </a:schemeClr>
                </a:solidFill>
                <a:cs typeface="+mj-cs"/>
              </a:rPr>
              <a:t>إيقاف </a:t>
            </a:r>
            <a:r>
              <a:rPr lang="en-US" sz="2400" b="1" dirty="0">
                <a:solidFill>
                  <a:schemeClr val="bg1">
                    <a:lumMod val="50000"/>
                  </a:schemeClr>
                </a:solidFill>
                <a:cs typeface="+mj-cs"/>
              </a:rPr>
              <a:t>IP </a:t>
            </a:r>
            <a:r>
              <a:rPr lang="ar-SA" sz="2400" b="1" dirty="0">
                <a:solidFill>
                  <a:schemeClr val="bg1">
                    <a:lumMod val="50000"/>
                  </a:schemeClr>
                </a:solidFill>
                <a:cs typeface="+mj-cs"/>
              </a:rPr>
              <a:t>محدد من كتابة أي تعليق.</a:t>
            </a:r>
            <a:endParaRPr lang="en-US" sz="2000" dirty="0">
              <a:solidFill>
                <a:schemeClr val="bg1">
                  <a:lumMod val="50000"/>
                </a:schemeClr>
              </a:solidFill>
              <a:cs typeface="+mj-cs"/>
            </a:endParaRPr>
          </a:p>
        </p:txBody>
      </p:sp>
      <p:grpSp>
        <p:nvGrpSpPr>
          <p:cNvPr id="21" name="Group 10"/>
          <p:cNvGrpSpPr/>
          <p:nvPr/>
        </p:nvGrpSpPr>
        <p:grpSpPr>
          <a:xfrm>
            <a:off x="4814892" y="3457709"/>
            <a:ext cx="486384" cy="446296"/>
            <a:chOff x="647700" y="1295400"/>
            <a:chExt cx="838200" cy="670560"/>
          </a:xfrm>
        </p:grpSpPr>
        <p:sp>
          <p:nvSpPr>
            <p:cNvPr id="22" name="Rectangle 21"/>
            <p:cNvSpPr/>
            <p:nvPr/>
          </p:nvSpPr>
          <p:spPr>
            <a:xfrm>
              <a:off x="647700" y="1356360"/>
              <a:ext cx="838200" cy="6096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5" name="Rectangle 24"/>
            <p:cNvSpPr/>
            <p:nvPr/>
          </p:nvSpPr>
          <p:spPr>
            <a:xfrm>
              <a:off x="647700" y="1295400"/>
              <a:ext cx="838200" cy="6096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04</a:t>
              </a:r>
            </a:p>
          </p:txBody>
        </p:sp>
      </p:grpSp>
      <p:grpSp>
        <p:nvGrpSpPr>
          <p:cNvPr id="26" name="Group 15"/>
          <p:cNvGrpSpPr/>
          <p:nvPr/>
        </p:nvGrpSpPr>
        <p:grpSpPr>
          <a:xfrm>
            <a:off x="4814892" y="5433156"/>
            <a:ext cx="486384" cy="446296"/>
            <a:chOff x="647700" y="1295400"/>
            <a:chExt cx="838200" cy="670560"/>
          </a:xfrm>
        </p:grpSpPr>
        <p:sp>
          <p:nvSpPr>
            <p:cNvPr id="27" name="Rectangle 26"/>
            <p:cNvSpPr/>
            <p:nvPr/>
          </p:nvSpPr>
          <p:spPr>
            <a:xfrm>
              <a:off x="647700" y="1356360"/>
              <a:ext cx="838200" cy="6096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8" name="Rectangle 27"/>
            <p:cNvSpPr/>
            <p:nvPr/>
          </p:nvSpPr>
          <p:spPr>
            <a:xfrm>
              <a:off x="647700" y="1295400"/>
              <a:ext cx="838200" cy="6096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05</a:t>
              </a:r>
            </a:p>
          </p:txBody>
        </p:sp>
      </p:grpSp>
      <p:sp>
        <p:nvSpPr>
          <p:cNvPr id="29" name="Text Placeholder 3"/>
          <p:cNvSpPr txBox="1">
            <a:spLocks/>
          </p:cNvSpPr>
          <p:nvPr/>
        </p:nvSpPr>
        <p:spPr>
          <a:xfrm>
            <a:off x="516467" y="3350675"/>
            <a:ext cx="4034267" cy="73866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defTabSz="914377" rtl="1">
              <a:spcBef>
                <a:spcPct val="20000"/>
              </a:spcBef>
              <a:defRPr/>
            </a:pPr>
            <a:r>
              <a:rPr lang="ar-SA" sz="2400" b="1" dirty="0" smtClean="0">
                <a:solidFill>
                  <a:schemeClr val="bg1">
                    <a:lumMod val="50000"/>
                  </a:schemeClr>
                </a:solidFill>
                <a:cs typeface="Simplified Arabic" panose="02020603050405020304" pitchFamily="18" charset="-78"/>
              </a:rPr>
              <a:t>إمكانية </a:t>
            </a:r>
            <a:r>
              <a:rPr lang="ar-SA" sz="2400" b="1" dirty="0">
                <a:solidFill>
                  <a:schemeClr val="bg1">
                    <a:lumMod val="50000"/>
                  </a:schemeClr>
                </a:solidFill>
                <a:cs typeface="Simplified Arabic" panose="02020603050405020304" pitchFamily="18" charset="-78"/>
              </a:rPr>
              <a:t>إنشاء مربعات في القائمة الجانبية بسهولة.</a:t>
            </a:r>
            <a:endParaRPr lang="en-US" sz="2400" dirty="0">
              <a:solidFill>
                <a:schemeClr val="bg1">
                  <a:lumMod val="50000"/>
                </a:schemeClr>
              </a:solidFill>
              <a:cs typeface="+mj-cs"/>
            </a:endParaRPr>
          </a:p>
        </p:txBody>
      </p:sp>
      <p:sp>
        <p:nvSpPr>
          <p:cNvPr id="30" name="Text Placeholder 3"/>
          <p:cNvSpPr txBox="1">
            <a:spLocks/>
          </p:cNvSpPr>
          <p:nvPr/>
        </p:nvSpPr>
        <p:spPr>
          <a:xfrm>
            <a:off x="1092197" y="4407731"/>
            <a:ext cx="3458537" cy="36933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914377" rtl="1">
              <a:spcBef>
                <a:spcPct val="20000"/>
              </a:spcBef>
              <a:defRPr/>
            </a:pPr>
            <a:r>
              <a:rPr lang="ar-SA" sz="2400" b="1" dirty="0" smtClean="0">
                <a:solidFill>
                  <a:schemeClr val="bg1">
                    <a:lumMod val="50000"/>
                  </a:schemeClr>
                </a:solidFill>
                <a:cs typeface="Simplified Arabic" panose="02020603050405020304" pitchFamily="18" charset="-78"/>
              </a:rPr>
              <a:t>دعم </a:t>
            </a:r>
            <a:r>
              <a:rPr lang="ar-SA" sz="2400" b="1" dirty="0">
                <a:solidFill>
                  <a:schemeClr val="bg1">
                    <a:lumMod val="50000"/>
                  </a:schemeClr>
                </a:solidFill>
                <a:cs typeface="Simplified Arabic" panose="02020603050405020304" pitchFamily="18" charset="-78"/>
              </a:rPr>
              <a:t>للوسوم </a:t>
            </a:r>
            <a:r>
              <a:rPr lang="en-US" sz="2400" b="1" dirty="0" smtClean="0">
                <a:solidFill>
                  <a:schemeClr val="bg1">
                    <a:lumMod val="50000"/>
                  </a:schemeClr>
                </a:solidFill>
                <a:cs typeface="Simplified Arabic" panose="02020603050405020304" pitchFamily="18" charset="-78"/>
              </a:rPr>
              <a:t>(Tags) </a:t>
            </a:r>
            <a:endParaRPr lang="en-US" sz="2400" dirty="0">
              <a:solidFill>
                <a:schemeClr val="bg1">
                  <a:lumMod val="50000"/>
                </a:schemeClr>
              </a:solidFill>
              <a:cs typeface="+mj-cs"/>
            </a:endParaRPr>
          </a:p>
        </p:txBody>
      </p:sp>
      <p:sp>
        <p:nvSpPr>
          <p:cNvPr id="31" name="Text Placeholder 3"/>
          <p:cNvSpPr txBox="1">
            <a:spLocks/>
          </p:cNvSpPr>
          <p:nvPr/>
        </p:nvSpPr>
        <p:spPr>
          <a:xfrm>
            <a:off x="516467" y="5286972"/>
            <a:ext cx="4034267" cy="73866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defTabSz="914377" rtl="1">
              <a:spcBef>
                <a:spcPct val="20000"/>
              </a:spcBef>
              <a:defRPr/>
            </a:pPr>
            <a:r>
              <a:rPr lang="ar-SA" sz="2400" b="1" dirty="0" smtClean="0">
                <a:solidFill>
                  <a:schemeClr val="bg1">
                    <a:lumMod val="50000"/>
                  </a:schemeClr>
                </a:solidFill>
                <a:cs typeface="Simplified Arabic" panose="02020603050405020304" pitchFamily="18" charset="-78"/>
              </a:rPr>
              <a:t>توفر </a:t>
            </a:r>
            <a:r>
              <a:rPr lang="ar-SA" sz="2400" b="1" dirty="0">
                <a:solidFill>
                  <a:schemeClr val="bg1">
                    <a:lumMod val="50000"/>
                  </a:schemeClr>
                </a:solidFill>
                <a:cs typeface="Simplified Arabic" panose="02020603050405020304" pitchFamily="18" charset="-78"/>
              </a:rPr>
              <a:t>تطبيقات خاصة لأنظمة الجوالات والأجهزة اللوحية.</a:t>
            </a:r>
            <a:endParaRPr lang="en-US" sz="2400" dirty="0">
              <a:solidFill>
                <a:schemeClr val="bg1">
                  <a:lumMod val="50000"/>
                </a:schemeClr>
              </a:solidFill>
              <a:cs typeface="+mj-cs"/>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61997098"/>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Effect transition="in" filter="fade">
                                      <p:cBhvr>
                                        <p:cTn id="9" dur="500"/>
                                        <p:tgtEl>
                                          <p:spTgt spid="14"/>
                                        </p:tgtEl>
                                      </p:cBhvr>
                                    </p:animEffect>
                                  </p:childTnLst>
                                </p:cTn>
                              </p:par>
                            </p:childTnLst>
                          </p:cTn>
                        </p:par>
                        <p:par>
                          <p:cTn id="10" fill="hold">
                            <p:stCondLst>
                              <p:cond delay="500"/>
                            </p:stCondLst>
                            <p:childTnLst>
                              <p:par>
                                <p:cTn id="11" presetID="2" presetClass="entr" presetSubtype="4" accel="50000" decel="50000" fill="hold" grpId="0" nodeType="afterEffect">
                                  <p:stCondLst>
                                    <p:cond delay="0"/>
                                  </p:stCondLst>
                                  <p:childTnLst>
                                    <p:set>
                                      <p:cBhvr>
                                        <p:cTn id="12" dur="1" fill="hold">
                                          <p:stCondLst>
                                            <p:cond delay="0"/>
                                          </p:stCondLst>
                                        </p:cTn>
                                        <p:tgtEl>
                                          <p:spTgt spid="20"/>
                                        </p:tgtEl>
                                        <p:attrNameLst>
                                          <p:attrName>style.visibility</p:attrName>
                                        </p:attrNameLst>
                                      </p:cBhvr>
                                      <p:to>
                                        <p:strVal val="visible"/>
                                      </p:to>
                                    </p:set>
                                    <p:anim calcmode="lin" valueType="num">
                                      <p:cBhvr additive="base">
                                        <p:cTn id="13" dur="500" fill="hold"/>
                                        <p:tgtEl>
                                          <p:spTgt spid="20"/>
                                        </p:tgtEl>
                                        <p:attrNameLst>
                                          <p:attrName>ppt_x</p:attrName>
                                        </p:attrNameLst>
                                      </p:cBhvr>
                                      <p:tavLst>
                                        <p:tav tm="0">
                                          <p:val>
                                            <p:strVal val="#ppt_x"/>
                                          </p:val>
                                        </p:tav>
                                        <p:tav tm="100000">
                                          <p:val>
                                            <p:strVal val="#ppt_x"/>
                                          </p:val>
                                        </p:tav>
                                      </p:tavLst>
                                    </p:anim>
                                    <p:anim calcmode="lin" valueType="num">
                                      <p:cBhvr additive="base">
                                        <p:cTn id="14" dur="500" fill="hold"/>
                                        <p:tgtEl>
                                          <p:spTgt spid="20"/>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53" presetClass="entr" presetSubtype="0" fill="hold" nodeType="afterEffect">
                                  <p:stCondLst>
                                    <p:cond delay="0"/>
                                  </p:stCondLst>
                                  <p:childTnLst>
                                    <p:set>
                                      <p:cBhvr>
                                        <p:cTn id="17" dur="1" fill="hold">
                                          <p:stCondLst>
                                            <p:cond delay="0"/>
                                          </p:stCondLst>
                                        </p:cTn>
                                        <p:tgtEl>
                                          <p:spTgt spid="17"/>
                                        </p:tgtEl>
                                        <p:attrNameLst>
                                          <p:attrName>style.visibility</p:attrName>
                                        </p:attrNameLst>
                                      </p:cBhvr>
                                      <p:to>
                                        <p:strVal val="visible"/>
                                      </p:to>
                                    </p:set>
                                    <p:anim calcmode="lin" valueType="num">
                                      <p:cBhvr>
                                        <p:cTn id="18" dur="500" fill="hold"/>
                                        <p:tgtEl>
                                          <p:spTgt spid="17"/>
                                        </p:tgtEl>
                                        <p:attrNameLst>
                                          <p:attrName>ppt_w</p:attrName>
                                        </p:attrNameLst>
                                      </p:cBhvr>
                                      <p:tavLst>
                                        <p:tav tm="0">
                                          <p:val>
                                            <p:fltVal val="0"/>
                                          </p:val>
                                        </p:tav>
                                        <p:tav tm="100000">
                                          <p:val>
                                            <p:strVal val="#ppt_w"/>
                                          </p:val>
                                        </p:tav>
                                      </p:tavLst>
                                    </p:anim>
                                    <p:anim calcmode="lin" valueType="num">
                                      <p:cBhvr>
                                        <p:cTn id="19" dur="500" fill="hold"/>
                                        <p:tgtEl>
                                          <p:spTgt spid="17"/>
                                        </p:tgtEl>
                                        <p:attrNameLst>
                                          <p:attrName>ppt_h</p:attrName>
                                        </p:attrNameLst>
                                      </p:cBhvr>
                                      <p:tavLst>
                                        <p:tav tm="0">
                                          <p:val>
                                            <p:fltVal val="0"/>
                                          </p:val>
                                        </p:tav>
                                        <p:tav tm="100000">
                                          <p:val>
                                            <p:strVal val="#ppt_h"/>
                                          </p:val>
                                        </p:tav>
                                      </p:tavLst>
                                    </p:anim>
                                    <p:animEffect transition="in" filter="fade">
                                      <p:cBhvr>
                                        <p:cTn id="20" dur="500"/>
                                        <p:tgtEl>
                                          <p:spTgt spid="17"/>
                                        </p:tgtEl>
                                      </p:cBhvr>
                                    </p:animEffect>
                                  </p:childTnLst>
                                </p:cTn>
                              </p:par>
                            </p:childTnLst>
                          </p:cTn>
                        </p:par>
                        <p:par>
                          <p:cTn id="21" fill="hold">
                            <p:stCondLst>
                              <p:cond delay="1500"/>
                            </p:stCondLst>
                            <p:childTnLst>
                              <p:par>
                                <p:cTn id="22" presetID="2" presetClass="entr" presetSubtype="4" accel="50000" decel="50000" fill="hold" grpId="0" nodeType="afterEffect">
                                  <p:stCondLst>
                                    <p:cond delay="0"/>
                                  </p:stCondLst>
                                  <p:childTnLst>
                                    <p:set>
                                      <p:cBhvr>
                                        <p:cTn id="23" dur="1" fill="hold">
                                          <p:stCondLst>
                                            <p:cond delay="0"/>
                                          </p:stCondLst>
                                        </p:cTn>
                                        <p:tgtEl>
                                          <p:spTgt spid="30"/>
                                        </p:tgtEl>
                                        <p:attrNameLst>
                                          <p:attrName>style.visibility</p:attrName>
                                        </p:attrNameLst>
                                      </p:cBhvr>
                                      <p:to>
                                        <p:strVal val="visible"/>
                                      </p:to>
                                    </p:set>
                                    <p:anim calcmode="lin" valueType="num">
                                      <p:cBhvr additive="base">
                                        <p:cTn id="24" dur="500" fill="hold"/>
                                        <p:tgtEl>
                                          <p:spTgt spid="30"/>
                                        </p:tgtEl>
                                        <p:attrNameLst>
                                          <p:attrName>ppt_x</p:attrName>
                                        </p:attrNameLst>
                                      </p:cBhvr>
                                      <p:tavLst>
                                        <p:tav tm="0">
                                          <p:val>
                                            <p:strVal val="#ppt_x"/>
                                          </p:val>
                                        </p:tav>
                                        <p:tav tm="100000">
                                          <p:val>
                                            <p:strVal val="#ppt_x"/>
                                          </p:val>
                                        </p:tav>
                                      </p:tavLst>
                                    </p:anim>
                                    <p:anim calcmode="lin" valueType="num">
                                      <p:cBhvr additive="base">
                                        <p:cTn id="25" dur="500" fill="hold"/>
                                        <p:tgtEl>
                                          <p:spTgt spid="30"/>
                                        </p:tgtEl>
                                        <p:attrNameLst>
                                          <p:attrName>ppt_y</p:attrName>
                                        </p:attrNameLst>
                                      </p:cBhvr>
                                      <p:tavLst>
                                        <p:tav tm="0">
                                          <p:val>
                                            <p:strVal val="1+#ppt_h/2"/>
                                          </p:val>
                                        </p:tav>
                                        <p:tav tm="100000">
                                          <p:val>
                                            <p:strVal val="#ppt_y"/>
                                          </p:val>
                                        </p:tav>
                                      </p:tavLst>
                                    </p:anim>
                                  </p:childTnLst>
                                </p:cTn>
                              </p:par>
                            </p:childTnLst>
                          </p:cTn>
                        </p:par>
                        <p:par>
                          <p:cTn id="26" fill="hold">
                            <p:stCondLst>
                              <p:cond delay="2000"/>
                            </p:stCondLst>
                            <p:childTnLst>
                              <p:par>
                                <p:cTn id="27" presetID="53" presetClass="entr" presetSubtype="0" fill="hold" nodeType="after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p:cTn id="29" dur="500" fill="hold"/>
                                        <p:tgtEl>
                                          <p:spTgt spid="21"/>
                                        </p:tgtEl>
                                        <p:attrNameLst>
                                          <p:attrName>ppt_w</p:attrName>
                                        </p:attrNameLst>
                                      </p:cBhvr>
                                      <p:tavLst>
                                        <p:tav tm="0">
                                          <p:val>
                                            <p:fltVal val="0"/>
                                          </p:val>
                                        </p:tav>
                                        <p:tav tm="100000">
                                          <p:val>
                                            <p:strVal val="#ppt_w"/>
                                          </p:val>
                                        </p:tav>
                                      </p:tavLst>
                                    </p:anim>
                                    <p:anim calcmode="lin" valueType="num">
                                      <p:cBhvr>
                                        <p:cTn id="30" dur="500" fill="hold"/>
                                        <p:tgtEl>
                                          <p:spTgt spid="21"/>
                                        </p:tgtEl>
                                        <p:attrNameLst>
                                          <p:attrName>ppt_h</p:attrName>
                                        </p:attrNameLst>
                                      </p:cBhvr>
                                      <p:tavLst>
                                        <p:tav tm="0">
                                          <p:val>
                                            <p:fltVal val="0"/>
                                          </p:val>
                                        </p:tav>
                                        <p:tav tm="100000">
                                          <p:val>
                                            <p:strVal val="#ppt_h"/>
                                          </p:val>
                                        </p:tav>
                                      </p:tavLst>
                                    </p:anim>
                                    <p:animEffect transition="in" filter="fade">
                                      <p:cBhvr>
                                        <p:cTn id="31" dur="500"/>
                                        <p:tgtEl>
                                          <p:spTgt spid="21"/>
                                        </p:tgtEl>
                                      </p:cBhvr>
                                    </p:animEffect>
                                  </p:childTnLst>
                                </p:cTn>
                              </p:par>
                            </p:childTnLst>
                          </p:cTn>
                        </p:par>
                        <p:par>
                          <p:cTn id="32" fill="hold">
                            <p:stCondLst>
                              <p:cond delay="2500"/>
                            </p:stCondLst>
                            <p:childTnLst>
                              <p:par>
                                <p:cTn id="33" presetID="2" presetClass="entr" presetSubtype="4" accel="50000" decel="50000" fill="hold" grpId="0" nodeType="afterEffect">
                                  <p:stCondLst>
                                    <p:cond delay="0"/>
                                  </p:stCondLst>
                                  <p:childTnLst>
                                    <p:set>
                                      <p:cBhvr>
                                        <p:cTn id="34" dur="1" fill="hold">
                                          <p:stCondLst>
                                            <p:cond delay="0"/>
                                          </p:stCondLst>
                                        </p:cTn>
                                        <p:tgtEl>
                                          <p:spTgt spid="29"/>
                                        </p:tgtEl>
                                        <p:attrNameLst>
                                          <p:attrName>style.visibility</p:attrName>
                                        </p:attrNameLst>
                                      </p:cBhvr>
                                      <p:to>
                                        <p:strVal val="visible"/>
                                      </p:to>
                                    </p:set>
                                    <p:anim calcmode="lin" valueType="num">
                                      <p:cBhvr additive="base">
                                        <p:cTn id="35" dur="500" fill="hold"/>
                                        <p:tgtEl>
                                          <p:spTgt spid="29"/>
                                        </p:tgtEl>
                                        <p:attrNameLst>
                                          <p:attrName>ppt_x</p:attrName>
                                        </p:attrNameLst>
                                      </p:cBhvr>
                                      <p:tavLst>
                                        <p:tav tm="0">
                                          <p:val>
                                            <p:strVal val="#ppt_x"/>
                                          </p:val>
                                        </p:tav>
                                        <p:tav tm="100000">
                                          <p:val>
                                            <p:strVal val="#ppt_x"/>
                                          </p:val>
                                        </p:tav>
                                      </p:tavLst>
                                    </p:anim>
                                    <p:anim calcmode="lin" valueType="num">
                                      <p:cBhvr additive="base">
                                        <p:cTn id="36" dur="500" fill="hold"/>
                                        <p:tgtEl>
                                          <p:spTgt spid="29"/>
                                        </p:tgtEl>
                                        <p:attrNameLst>
                                          <p:attrName>ppt_y</p:attrName>
                                        </p:attrNameLst>
                                      </p:cBhvr>
                                      <p:tavLst>
                                        <p:tav tm="0">
                                          <p:val>
                                            <p:strVal val="1+#ppt_h/2"/>
                                          </p:val>
                                        </p:tav>
                                        <p:tav tm="100000">
                                          <p:val>
                                            <p:strVal val="#ppt_y"/>
                                          </p:val>
                                        </p:tav>
                                      </p:tavLst>
                                    </p:anim>
                                  </p:childTnLst>
                                </p:cTn>
                              </p:par>
                            </p:childTnLst>
                          </p:cTn>
                        </p:par>
                        <p:par>
                          <p:cTn id="37" fill="hold">
                            <p:stCondLst>
                              <p:cond delay="3000"/>
                            </p:stCondLst>
                            <p:childTnLst>
                              <p:par>
                                <p:cTn id="38" presetID="53" presetClass="entr" presetSubtype="0" fill="hold" nodeType="afterEffect">
                                  <p:stCondLst>
                                    <p:cond delay="0"/>
                                  </p:stCondLst>
                                  <p:childTnLst>
                                    <p:set>
                                      <p:cBhvr>
                                        <p:cTn id="39" dur="1" fill="hold">
                                          <p:stCondLst>
                                            <p:cond delay="0"/>
                                          </p:stCondLst>
                                        </p:cTn>
                                        <p:tgtEl>
                                          <p:spTgt spid="26"/>
                                        </p:tgtEl>
                                        <p:attrNameLst>
                                          <p:attrName>style.visibility</p:attrName>
                                        </p:attrNameLst>
                                      </p:cBhvr>
                                      <p:to>
                                        <p:strVal val="visible"/>
                                      </p:to>
                                    </p:set>
                                    <p:anim calcmode="lin" valueType="num">
                                      <p:cBhvr>
                                        <p:cTn id="40" dur="500" fill="hold"/>
                                        <p:tgtEl>
                                          <p:spTgt spid="26"/>
                                        </p:tgtEl>
                                        <p:attrNameLst>
                                          <p:attrName>ppt_w</p:attrName>
                                        </p:attrNameLst>
                                      </p:cBhvr>
                                      <p:tavLst>
                                        <p:tav tm="0">
                                          <p:val>
                                            <p:fltVal val="0"/>
                                          </p:val>
                                        </p:tav>
                                        <p:tav tm="100000">
                                          <p:val>
                                            <p:strVal val="#ppt_w"/>
                                          </p:val>
                                        </p:tav>
                                      </p:tavLst>
                                    </p:anim>
                                    <p:anim calcmode="lin" valueType="num">
                                      <p:cBhvr>
                                        <p:cTn id="41" dur="500" fill="hold"/>
                                        <p:tgtEl>
                                          <p:spTgt spid="26"/>
                                        </p:tgtEl>
                                        <p:attrNameLst>
                                          <p:attrName>ppt_h</p:attrName>
                                        </p:attrNameLst>
                                      </p:cBhvr>
                                      <p:tavLst>
                                        <p:tav tm="0">
                                          <p:val>
                                            <p:fltVal val="0"/>
                                          </p:val>
                                        </p:tav>
                                        <p:tav tm="100000">
                                          <p:val>
                                            <p:strVal val="#ppt_h"/>
                                          </p:val>
                                        </p:tav>
                                      </p:tavLst>
                                    </p:anim>
                                    <p:animEffect transition="in" filter="fade">
                                      <p:cBhvr>
                                        <p:cTn id="42" dur="500"/>
                                        <p:tgtEl>
                                          <p:spTgt spid="26"/>
                                        </p:tgtEl>
                                      </p:cBhvr>
                                    </p:animEffect>
                                  </p:childTnLst>
                                </p:cTn>
                              </p:par>
                            </p:childTnLst>
                          </p:cTn>
                        </p:par>
                        <p:par>
                          <p:cTn id="43" fill="hold">
                            <p:stCondLst>
                              <p:cond delay="3500"/>
                            </p:stCondLst>
                            <p:childTnLst>
                              <p:par>
                                <p:cTn id="44" presetID="2" presetClass="entr" presetSubtype="4" accel="50000" decel="50000" fill="hold" grpId="0" nodeType="afterEffect">
                                  <p:stCondLst>
                                    <p:cond delay="0"/>
                                  </p:stCondLst>
                                  <p:childTnLst>
                                    <p:set>
                                      <p:cBhvr>
                                        <p:cTn id="45" dur="1" fill="hold">
                                          <p:stCondLst>
                                            <p:cond delay="0"/>
                                          </p:stCondLst>
                                        </p:cTn>
                                        <p:tgtEl>
                                          <p:spTgt spid="31"/>
                                        </p:tgtEl>
                                        <p:attrNameLst>
                                          <p:attrName>style.visibility</p:attrName>
                                        </p:attrNameLst>
                                      </p:cBhvr>
                                      <p:to>
                                        <p:strVal val="visible"/>
                                      </p:to>
                                    </p:set>
                                    <p:anim calcmode="lin" valueType="num">
                                      <p:cBhvr additive="base">
                                        <p:cTn id="46" dur="500" fill="hold"/>
                                        <p:tgtEl>
                                          <p:spTgt spid="31"/>
                                        </p:tgtEl>
                                        <p:attrNameLst>
                                          <p:attrName>ppt_x</p:attrName>
                                        </p:attrNameLst>
                                      </p:cBhvr>
                                      <p:tavLst>
                                        <p:tav tm="0">
                                          <p:val>
                                            <p:strVal val="#ppt_x"/>
                                          </p:val>
                                        </p:tav>
                                        <p:tav tm="100000">
                                          <p:val>
                                            <p:strVal val="#ppt_x"/>
                                          </p:val>
                                        </p:tav>
                                      </p:tavLst>
                                    </p:anim>
                                    <p:anim calcmode="lin" valueType="num">
                                      <p:cBhvr additive="base">
                                        <p:cTn id="47"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9" grpId="0"/>
      <p:bldP spid="30" grpId="0"/>
      <p:bldP spid="31" grpId="0"/>
    </p:bld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395315" y="4488587"/>
            <a:ext cx="11198171" cy="1077218"/>
          </a:xfrm>
          <a:prstGeom prst="rect">
            <a:avLst/>
          </a:prstGeom>
          <a:noFill/>
        </p:spPr>
        <p:txBody>
          <a:bodyPr wrap="square" rtlCol="0">
            <a:spAutoFit/>
          </a:bodyPr>
          <a:lstStyle/>
          <a:p>
            <a:pPr algn="ctr" defTabSz="1375467" rtl="1" fontAlgn="auto">
              <a:spcBef>
                <a:spcPts val="0"/>
              </a:spcBef>
              <a:spcAft>
                <a:spcPts val="0"/>
              </a:spcAft>
            </a:pPr>
            <a:r>
              <a:rPr lang="ar-SA" sz="3200" b="1" i="1" dirty="0">
                <a:solidFill>
                  <a:srgbClr val="262626"/>
                </a:solidFill>
                <a:latin typeface="Roboto Condensed"/>
                <a:cs typeface="Simplified Arabic" panose="02020603050405020304" pitchFamily="18" charset="-78"/>
              </a:rPr>
              <a:t>صفحات انترنت تسمح للمعلم كتابة مواضيع ومفردات المقرر، وللمتعلمين إضافة تعليقات مع إمكانية حفظ وأرشفة وتصنيف المحتويات</a:t>
            </a:r>
            <a:endParaRPr lang="en-US" sz="3200" b="1" i="1" dirty="0">
              <a:solidFill>
                <a:srgbClr val="262626"/>
              </a:solidFill>
              <a:latin typeface="Roboto Condensed"/>
              <a:cs typeface="Simplified Arabic" panose="02020603050405020304" pitchFamily="18" charset="-78"/>
            </a:endParaRPr>
          </a:p>
        </p:txBody>
      </p:sp>
      <p:grpSp>
        <p:nvGrpSpPr>
          <p:cNvPr id="2" name="Group 24"/>
          <p:cNvGrpSpPr/>
          <p:nvPr/>
        </p:nvGrpSpPr>
        <p:grpSpPr>
          <a:xfrm>
            <a:off x="5522364" y="3918254"/>
            <a:ext cx="1350473" cy="203200"/>
            <a:chOff x="4168751" y="2495551"/>
            <a:chExt cx="1012854" cy="152400"/>
          </a:xfrm>
        </p:grpSpPr>
        <p:sp>
          <p:nvSpPr>
            <p:cNvPr id="16" name="Oval 15"/>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7" name="Oval 16"/>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8" name="Oval 17"/>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3" name="Oval 1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4" name="Oval 13"/>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15" name="Oval 14"/>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4" name="Oval 23"/>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9" name="Title 1"/>
          <p:cNvSpPr txBox="1">
            <a:spLocks/>
          </p:cNvSpPr>
          <p:nvPr/>
        </p:nvSpPr>
        <p:spPr>
          <a:xfrm>
            <a:off x="3056176" y="353392"/>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400" b="1" u="sng" dirty="0">
                <a:solidFill>
                  <a:srgbClr val="262626"/>
                </a:solidFill>
                <a:latin typeface="Roboto Medium"/>
                <a:cs typeface="+mj-cs"/>
              </a:rPr>
              <a:t>‌ه</a:t>
            </a:r>
            <a:r>
              <a:rPr lang="ar-SA" sz="4400" b="1" u="sng" dirty="0" smtClean="0">
                <a:solidFill>
                  <a:srgbClr val="262626"/>
                </a:solidFill>
                <a:latin typeface="Roboto Medium"/>
                <a:cs typeface="+mj-cs"/>
              </a:rPr>
              <a:t>.</a:t>
            </a:r>
            <a:r>
              <a:rPr lang="en-US" sz="4400" b="1" u="sng" dirty="0" smtClean="0">
                <a:solidFill>
                  <a:srgbClr val="262626"/>
                </a:solidFill>
                <a:latin typeface="Roboto Medium"/>
                <a:cs typeface="+mj-cs"/>
              </a:rPr>
              <a:t>   </a:t>
            </a:r>
            <a:r>
              <a:rPr lang="ar-SA" sz="4400" b="1" u="sng" dirty="0" smtClean="0">
                <a:solidFill>
                  <a:srgbClr val="262626"/>
                </a:solidFill>
                <a:latin typeface="Roboto Medium"/>
                <a:cs typeface="+mj-cs"/>
              </a:rPr>
              <a:t>بلوق </a:t>
            </a:r>
            <a:r>
              <a:rPr lang="en-US" sz="4400" b="1" u="sng" dirty="0">
                <a:solidFill>
                  <a:srgbClr val="262626"/>
                </a:solidFill>
                <a:latin typeface="Roboto Medium"/>
                <a:cs typeface="+mj-cs"/>
              </a:rPr>
              <a:t>Blog</a:t>
            </a:r>
          </a:p>
        </p:txBody>
      </p:sp>
      <p:grpSp>
        <p:nvGrpSpPr>
          <p:cNvPr id="3" name="Group 24"/>
          <p:cNvGrpSpPr/>
          <p:nvPr/>
        </p:nvGrpSpPr>
        <p:grpSpPr>
          <a:xfrm>
            <a:off x="5420766" y="6045201"/>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48635869"/>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childTnLst>
                                </p:cTn>
                              </p:par>
                            </p:childTnLst>
                          </p:cTn>
                        </p:par>
                        <p:par>
                          <p:cTn id="17" fill="hold">
                            <p:stCondLst>
                              <p:cond delay="2000"/>
                            </p:stCondLst>
                            <p:childTnLst>
                              <p:par>
                                <p:cTn id="18" presetID="23" presetClass="entr" presetSubtype="16"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9" grpId="0"/>
    </p:bld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253274"/>
            <a:ext cx="12192001" cy="4351453"/>
          </a:xfrm>
          <a:prstGeom prst="rect">
            <a:avLst/>
          </a:prstGeom>
          <a:solidFill>
            <a:schemeClr val="tx2">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0" name="Group 9"/>
          <p:cNvGrpSpPr/>
          <p:nvPr/>
        </p:nvGrpSpPr>
        <p:grpSpPr>
          <a:xfrm>
            <a:off x="2516779" y="2766296"/>
            <a:ext cx="7475543" cy="1834713"/>
            <a:chOff x="2516778" y="1975815"/>
            <a:chExt cx="7475543" cy="1834713"/>
          </a:xfrm>
        </p:grpSpPr>
        <p:sp>
          <p:nvSpPr>
            <p:cNvPr id="5" name="TextBox 4"/>
            <p:cNvSpPr txBox="1"/>
            <p:nvPr/>
          </p:nvSpPr>
          <p:spPr>
            <a:xfrm>
              <a:off x="4809429" y="1975815"/>
              <a:ext cx="3147015" cy="830997"/>
            </a:xfrm>
            <a:prstGeom prst="rect">
              <a:avLst/>
            </a:prstGeom>
            <a:noFill/>
          </p:spPr>
          <p:txBody>
            <a:bodyPr wrap="none" rtlCol="0">
              <a:spAutoFit/>
            </a:bodyPr>
            <a:lstStyle/>
            <a:p>
              <a:pPr rtl="1"/>
              <a:r>
                <a:rPr lang="ar-SA" sz="4800" b="1" dirty="0">
                  <a:solidFill>
                    <a:prstClr val="white"/>
                  </a:solidFill>
                  <a:cs typeface="Simplified Arabic" panose="02020603050405020304" pitchFamily="18" charset="-78"/>
                </a:rPr>
                <a:t>الفصل السادس</a:t>
              </a:r>
              <a:endParaRPr lang="en-US" sz="4800" dirty="0">
                <a:solidFill>
                  <a:prstClr val="white"/>
                </a:solidFill>
                <a:cs typeface="Simplified Arabic" panose="02020603050405020304" pitchFamily="18" charset="-78"/>
              </a:endParaRPr>
            </a:p>
          </p:txBody>
        </p:sp>
        <p:sp>
          <p:nvSpPr>
            <p:cNvPr id="9" name="TextBox 8"/>
            <p:cNvSpPr txBox="1"/>
            <p:nvPr/>
          </p:nvSpPr>
          <p:spPr>
            <a:xfrm>
              <a:off x="2516778" y="3102642"/>
              <a:ext cx="7475543" cy="707886"/>
            </a:xfrm>
            <a:prstGeom prst="rect">
              <a:avLst/>
            </a:prstGeom>
            <a:noFill/>
          </p:spPr>
          <p:txBody>
            <a:bodyPr wrap="square" rtlCol="0">
              <a:spAutoFit/>
            </a:bodyPr>
            <a:lstStyle/>
            <a:p>
              <a:pPr algn="ctr" rtl="1"/>
              <a:r>
                <a:rPr lang="ar-SA" sz="4000" b="1" u="sng" dirty="0">
                  <a:solidFill>
                    <a:srgbClr val="FF0000"/>
                  </a:solidFill>
                  <a:cs typeface="Simplified Arabic" panose="02020603050405020304" pitchFamily="18" charset="-78"/>
                </a:rPr>
                <a:t>الأجهزة الذكية في التعليم</a:t>
              </a:r>
              <a:endParaRPr lang="en-US" sz="4000" u="sng" dirty="0">
                <a:solidFill>
                  <a:srgbClr val="FF0000"/>
                </a:solidFill>
                <a:cs typeface="Simplified Arabic" panose="02020603050405020304" pitchFamily="18" charset="-78"/>
              </a:endParaRPr>
            </a:p>
          </p:txBody>
        </p:sp>
      </p:grpSp>
      <p:sp>
        <p:nvSpPr>
          <p:cNvPr id="11" name="Oval 10"/>
          <p:cNvSpPr>
            <a:spLocks noChangeAspect="1"/>
          </p:cNvSpPr>
          <p:nvPr/>
        </p:nvSpPr>
        <p:spPr>
          <a:xfrm>
            <a:off x="5502863" y="3625234"/>
            <a:ext cx="144000" cy="144000"/>
          </a:xfrm>
          <a:prstGeom prst="ellipse">
            <a:avLst/>
          </a:prstGeom>
          <a:solidFill>
            <a:srgbClr val="0070C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2" name="Oval 11"/>
          <p:cNvSpPr>
            <a:spLocks noChangeAspect="1"/>
          </p:cNvSpPr>
          <p:nvPr/>
        </p:nvSpPr>
        <p:spPr>
          <a:xfrm>
            <a:off x="5671348" y="3625234"/>
            <a:ext cx="144000" cy="144000"/>
          </a:xfrm>
          <a:prstGeom prst="ellipse">
            <a:avLst/>
          </a:prstGeom>
          <a:solidFill>
            <a:srgbClr val="FFC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3" name="Oval 12"/>
          <p:cNvSpPr>
            <a:spLocks noChangeAspect="1"/>
          </p:cNvSpPr>
          <p:nvPr/>
        </p:nvSpPr>
        <p:spPr>
          <a:xfrm>
            <a:off x="5830308" y="3625234"/>
            <a:ext cx="144000" cy="144000"/>
          </a:xfrm>
          <a:prstGeom prst="ellipse">
            <a:avLst/>
          </a:prstGeom>
          <a:solidFill>
            <a:srgbClr val="ED7D31">
              <a:lumMod val="75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4" name="Oval 13"/>
          <p:cNvSpPr>
            <a:spLocks noChangeAspect="1"/>
          </p:cNvSpPr>
          <p:nvPr/>
        </p:nvSpPr>
        <p:spPr>
          <a:xfrm>
            <a:off x="6008318" y="3625234"/>
            <a:ext cx="144000" cy="144000"/>
          </a:xfrm>
          <a:prstGeom prst="ellipse">
            <a:avLst/>
          </a:prstGeom>
          <a:solidFill>
            <a:srgbClr val="C0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5" name="Oval 14"/>
          <p:cNvSpPr>
            <a:spLocks noChangeAspect="1"/>
          </p:cNvSpPr>
          <p:nvPr/>
        </p:nvSpPr>
        <p:spPr>
          <a:xfrm>
            <a:off x="6176803" y="3625234"/>
            <a:ext cx="144000" cy="144000"/>
          </a:xfrm>
          <a:prstGeom prst="ellipse">
            <a:avLst/>
          </a:prstGeom>
          <a:solidFill>
            <a:srgbClr val="FF000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6" name="Oval 15"/>
          <p:cNvSpPr>
            <a:spLocks noChangeAspect="1"/>
          </p:cNvSpPr>
          <p:nvPr/>
        </p:nvSpPr>
        <p:spPr>
          <a:xfrm>
            <a:off x="6345288" y="3625234"/>
            <a:ext cx="144000" cy="144000"/>
          </a:xfrm>
          <a:prstGeom prst="ellipse">
            <a:avLst/>
          </a:prstGeom>
          <a:solidFill>
            <a:srgbClr val="70AD47">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7" name="Oval 16"/>
          <p:cNvSpPr>
            <a:spLocks noChangeAspect="1"/>
          </p:cNvSpPr>
          <p:nvPr/>
        </p:nvSpPr>
        <p:spPr>
          <a:xfrm>
            <a:off x="6513773" y="3625234"/>
            <a:ext cx="144000" cy="144000"/>
          </a:xfrm>
          <a:prstGeom prst="ellipse">
            <a:avLst/>
          </a:prstGeom>
          <a:solidFill>
            <a:srgbClr val="7030A0">
              <a:alpha val="90000"/>
            </a:srgbClr>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100" b="1" kern="0" dirty="0" smtClean="0">
              <a:solidFill>
                <a:prstClr val="white"/>
              </a:solidFill>
              <a:latin typeface="Calibri" panose="020F0502020204030204"/>
              <a:cs typeface="Simplified Arabic" panose="02020603050405020304" pitchFamily="18" charset="-78"/>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1285179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outVertical)">
                                      <p:cBhvr>
                                        <p:cTn id="11" dur="500"/>
                                        <p:tgtEl>
                                          <p:spTgt spid="10"/>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250"/>
                                        <p:tgtEl>
                                          <p:spTgt spid="11"/>
                                        </p:tgtEl>
                                      </p:cBhvr>
                                    </p:animEffect>
                                    <p:anim calcmode="lin" valueType="num">
                                      <p:cBhvr>
                                        <p:cTn id="16" dur="250" fill="hold"/>
                                        <p:tgtEl>
                                          <p:spTgt spid="11"/>
                                        </p:tgtEl>
                                        <p:attrNameLst>
                                          <p:attrName>ppt_x</p:attrName>
                                        </p:attrNameLst>
                                      </p:cBhvr>
                                      <p:tavLst>
                                        <p:tav tm="0">
                                          <p:val>
                                            <p:strVal val="#ppt_x"/>
                                          </p:val>
                                        </p:tav>
                                        <p:tav tm="100000">
                                          <p:val>
                                            <p:strVal val="#ppt_x"/>
                                          </p:val>
                                        </p:tav>
                                      </p:tavLst>
                                    </p:anim>
                                    <p:anim calcmode="lin" valueType="num">
                                      <p:cBhvr>
                                        <p:cTn id="17" dur="250" fill="hold"/>
                                        <p:tgtEl>
                                          <p:spTgt spid="11"/>
                                        </p:tgtEl>
                                        <p:attrNameLst>
                                          <p:attrName>ppt_y</p:attrName>
                                        </p:attrNameLst>
                                      </p:cBhvr>
                                      <p:tavLst>
                                        <p:tav tm="0">
                                          <p:val>
                                            <p:strVal val="#ppt_y+.1"/>
                                          </p:val>
                                        </p:tav>
                                        <p:tav tm="100000">
                                          <p:val>
                                            <p:strVal val="#ppt_y"/>
                                          </p:val>
                                        </p:tav>
                                      </p:tavLst>
                                    </p:anim>
                                  </p:childTnLst>
                                </p:cTn>
                              </p:par>
                            </p:childTnLst>
                          </p:cTn>
                        </p:par>
                        <p:par>
                          <p:cTn id="18" fill="hold">
                            <p:stCondLst>
                              <p:cond delay="1250"/>
                            </p:stCondLst>
                            <p:childTnLst>
                              <p:par>
                                <p:cTn id="19" presetID="42" presetClass="entr" presetSubtype="0"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250"/>
                                        <p:tgtEl>
                                          <p:spTgt spid="12"/>
                                        </p:tgtEl>
                                      </p:cBhvr>
                                    </p:animEffect>
                                    <p:anim calcmode="lin" valueType="num">
                                      <p:cBhvr>
                                        <p:cTn id="22" dur="250" fill="hold"/>
                                        <p:tgtEl>
                                          <p:spTgt spid="12"/>
                                        </p:tgtEl>
                                        <p:attrNameLst>
                                          <p:attrName>ppt_x</p:attrName>
                                        </p:attrNameLst>
                                      </p:cBhvr>
                                      <p:tavLst>
                                        <p:tav tm="0">
                                          <p:val>
                                            <p:strVal val="#ppt_x"/>
                                          </p:val>
                                        </p:tav>
                                        <p:tav tm="100000">
                                          <p:val>
                                            <p:strVal val="#ppt_x"/>
                                          </p:val>
                                        </p:tav>
                                      </p:tavLst>
                                    </p:anim>
                                    <p:anim calcmode="lin" valueType="num">
                                      <p:cBhvr>
                                        <p:cTn id="23" dur="250" fill="hold"/>
                                        <p:tgtEl>
                                          <p:spTgt spid="12"/>
                                        </p:tgtEl>
                                        <p:attrNameLst>
                                          <p:attrName>ppt_y</p:attrName>
                                        </p:attrNameLst>
                                      </p:cBhvr>
                                      <p:tavLst>
                                        <p:tav tm="0">
                                          <p:val>
                                            <p:strVal val="#ppt_y+.1"/>
                                          </p:val>
                                        </p:tav>
                                        <p:tav tm="100000">
                                          <p:val>
                                            <p:strVal val="#ppt_y"/>
                                          </p:val>
                                        </p:tav>
                                      </p:tavLst>
                                    </p:anim>
                                  </p:childTnLst>
                                </p:cTn>
                              </p:par>
                            </p:childTnLst>
                          </p:cTn>
                        </p:par>
                        <p:par>
                          <p:cTn id="24" fill="hold">
                            <p:stCondLst>
                              <p:cond delay="1500"/>
                            </p:stCondLst>
                            <p:childTnLst>
                              <p:par>
                                <p:cTn id="25" presetID="42" presetClass="entr" presetSubtype="0"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250"/>
                                        <p:tgtEl>
                                          <p:spTgt spid="13"/>
                                        </p:tgtEl>
                                      </p:cBhvr>
                                    </p:animEffect>
                                    <p:anim calcmode="lin" valueType="num">
                                      <p:cBhvr>
                                        <p:cTn id="28" dur="250" fill="hold"/>
                                        <p:tgtEl>
                                          <p:spTgt spid="13"/>
                                        </p:tgtEl>
                                        <p:attrNameLst>
                                          <p:attrName>ppt_x</p:attrName>
                                        </p:attrNameLst>
                                      </p:cBhvr>
                                      <p:tavLst>
                                        <p:tav tm="0">
                                          <p:val>
                                            <p:strVal val="#ppt_x"/>
                                          </p:val>
                                        </p:tav>
                                        <p:tav tm="100000">
                                          <p:val>
                                            <p:strVal val="#ppt_x"/>
                                          </p:val>
                                        </p:tav>
                                      </p:tavLst>
                                    </p:anim>
                                    <p:anim calcmode="lin" valueType="num">
                                      <p:cBhvr>
                                        <p:cTn id="29" dur="250" fill="hold"/>
                                        <p:tgtEl>
                                          <p:spTgt spid="13"/>
                                        </p:tgtEl>
                                        <p:attrNameLst>
                                          <p:attrName>ppt_y</p:attrName>
                                        </p:attrNameLst>
                                      </p:cBhvr>
                                      <p:tavLst>
                                        <p:tav tm="0">
                                          <p:val>
                                            <p:strVal val="#ppt_y+.1"/>
                                          </p:val>
                                        </p:tav>
                                        <p:tav tm="100000">
                                          <p:val>
                                            <p:strVal val="#ppt_y"/>
                                          </p:val>
                                        </p:tav>
                                      </p:tavLst>
                                    </p:anim>
                                  </p:childTnLst>
                                </p:cTn>
                              </p:par>
                            </p:childTnLst>
                          </p:cTn>
                        </p:par>
                        <p:par>
                          <p:cTn id="30" fill="hold">
                            <p:stCondLst>
                              <p:cond delay="1750"/>
                            </p:stCondLst>
                            <p:childTnLst>
                              <p:par>
                                <p:cTn id="31" presetID="42" presetClass="entr" presetSubtype="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250"/>
                                        <p:tgtEl>
                                          <p:spTgt spid="14"/>
                                        </p:tgtEl>
                                      </p:cBhvr>
                                    </p:animEffect>
                                    <p:anim calcmode="lin" valueType="num">
                                      <p:cBhvr>
                                        <p:cTn id="34" dur="250" fill="hold"/>
                                        <p:tgtEl>
                                          <p:spTgt spid="14"/>
                                        </p:tgtEl>
                                        <p:attrNameLst>
                                          <p:attrName>ppt_x</p:attrName>
                                        </p:attrNameLst>
                                      </p:cBhvr>
                                      <p:tavLst>
                                        <p:tav tm="0">
                                          <p:val>
                                            <p:strVal val="#ppt_x"/>
                                          </p:val>
                                        </p:tav>
                                        <p:tav tm="100000">
                                          <p:val>
                                            <p:strVal val="#ppt_x"/>
                                          </p:val>
                                        </p:tav>
                                      </p:tavLst>
                                    </p:anim>
                                    <p:anim calcmode="lin" valueType="num">
                                      <p:cBhvr>
                                        <p:cTn id="35" dur="250" fill="hold"/>
                                        <p:tgtEl>
                                          <p:spTgt spid="14"/>
                                        </p:tgtEl>
                                        <p:attrNameLst>
                                          <p:attrName>ppt_y</p:attrName>
                                        </p:attrNameLst>
                                      </p:cBhvr>
                                      <p:tavLst>
                                        <p:tav tm="0">
                                          <p:val>
                                            <p:strVal val="#ppt_y+.1"/>
                                          </p:val>
                                        </p:tav>
                                        <p:tav tm="100000">
                                          <p:val>
                                            <p:strVal val="#ppt_y"/>
                                          </p:val>
                                        </p:tav>
                                      </p:tavLst>
                                    </p:anim>
                                  </p:childTnLst>
                                </p:cTn>
                              </p:par>
                            </p:childTnLst>
                          </p:cTn>
                        </p:par>
                        <p:par>
                          <p:cTn id="36" fill="hold">
                            <p:stCondLst>
                              <p:cond delay="2000"/>
                            </p:stCondLst>
                            <p:childTnLst>
                              <p:par>
                                <p:cTn id="37" presetID="42" presetClass="entr" presetSubtype="0" fill="hold" grpId="0" nodeType="after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250"/>
                                        <p:tgtEl>
                                          <p:spTgt spid="15"/>
                                        </p:tgtEl>
                                      </p:cBhvr>
                                    </p:animEffect>
                                    <p:anim calcmode="lin" valueType="num">
                                      <p:cBhvr>
                                        <p:cTn id="40" dur="250" fill="hold"/>
                                        <p:tgtEl>
                                          <p:spTgt spid="15"/>
                                        </p:tgtEl>
                                        <p:attrNameLst>
                                          <p:attrName>ppt_x</p:attrName>
                                        </p:attrNameLst>
                                      </p:cBhvr>
                                      <p:tavLst>
                                        <p:tav tm="0">
                                          <p:val>
                                            <p:strVal val="#ppt_x"/>
                                          </p:val>
                                        </p:tav>
                                        <p:tav tm="100000">
                                          <p:val>
                                            <p:strVal val="#ppt_x"/>
                                          </p:val>
                                        </p:tav>
                                      </p:tavLst>
                                    </p:anim>
                                    <p:anim calcmode="lin" valueType="num">
                                      <p:cBhvr>
                                        <p:cTn id="41" dur="250" fill="hold"/>
                                        <p:tgtEl>
                                          <p:spTgt spid="15"/>
                                        </p:tgtEl>
                                        <p:attrNameLst>
                                          <p:attrName>ppt_y</p:attrName>
                                        </p:attrNameLst>
                                      </p:cBhvr>
                                      <p:tavLst>
                                        <p:tav tm="0">
                                          <p:val>
                                            <p:strVal val="#ppt_y+.1"/>
                                          </p:val>
                                        </p:tav>
                                        <p:tav tm="100000">
                                          <p:val>
                                            <p:strVal val="#ppt_y"/>
                                          </p:val>
                                        </p:tav>
                                      </p:tavLst>
                                    </p:anim>
                                  </p:childTnLst>
                                </p:cTn>
                              </p:par>
                            </p:childTnLst>
                          </p:cTn>
                        </p:par>
                        <p:par>
                          <p:cTn id="42" fill="hold">
                            <p:stCondLst>
                              <p:cond delay="2250"/>
                            </p:stCondLst>
                            <p:childTnLst>
                              <p:par>
                                <p:cTn id="43" presetID="42" presetClass="entr" presetSubtype="0" fill="hold" grpId="0" nodeType="after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250"/>
                                        <p:tgtEl>
                                          <p:spTgt spid="16"/>
                                        </p:tgtEl>
                                      </p:cBhvr>
                                    </p:animEffect>
                                    <p:anim calcmode="lin" valueType="num">
                                      <p:cBhvr>
                                        <p:cTn id="46" dur="250" fill="hold"/>
                                        <p:tgtEl>
                                          <p:spTgt spid="16"/>
                                        </p:tgtEl>
                                        <p:attrNameLst>
                                          <p:attrName>ppt_x</p:attrName>
                                        </p:attrNameLst>
                                      </p:cBhvr>
                                      <p:tavLst>
                                        <p:tav tm="0">
                                          <p:val>
                                            <p:strVal val="#ppt_x"/>
                                          </p:val>
                                        </p:tav>
                                        <p:tav tm="100000">
                                          <p:val>
                                            <p:strVal val="#ppt_x"/>
                                          </p:val>
                                        </p:tav>
                                      </p:tavLst>
                                    </p:anim>
                                    <p:anim calcmode="lin" valueType="num">
                                      <p:cBhvr>
                                        <p:cTn id="47" dur="250" fill="hold"/>
                                        <p:tgtEl>
                                          <p:spTgt spid="16"/>
                                        </p:tgtEl>
                                        <p:attrNameLst>
                                          <p:attrName>ppt_y</p:attrName>
                                        </p:attrNameLst>
                                      </p:cBhvr>
                                      <p:tavLst>
                                        <p:tav tm="0">
                                          <p:val>
                                            <p:strVal val="#ppt_y+.1"/>
                                          </p:val>
                                        </p:tav>
                                        <p:tav tm="100000">
                                          <p:val>
                                            <p:strVal val="#ppt_y"/>
                                          </p:val>
                                        </p:tav>
                                      </p:tavLst>
                                    </p:anim>
                                  </p:childTnLst>
                                </p:cTn>
                              </p:par>
                            </p:childTnLst>
                          </p:cTn>
                        </p:par>
                        <p:par>
                          <p:cTn id="48" fill="hold">
                            <p:stCondLst>
                              <p:cond delay="2500"/>
                            </p:stCondLst>
                            <p:childTnLst>
                              <p:par>
                                <p:cTn id="49" presetID="42" presetClass="entr" presetSubtype="0" fill="hold" grpId="0" nodeType="after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250"/>
                                        <p:tgtEl>
                                          <p:spTgt spid="17"/>
                                        </p:tgtEl>
                                      </p:cBhvr>
                                    </p:animEffect>
                                    <p:anim calcmode="lin" valueType="num">
                                      <p:cBhvr>
                                        <p:cTn id="52" dur="250" fill="hold"/>
                                        <p:tgtEl>
                                          <p:spTgt spid="17"/>
                                        </p:tgtEl>
                                        <p:attrNameLst>
                                          <p:attrName>ppt_x</p:attrName>
                                        </p:attrNameLst>
                                      </p:cBhvr>
                                      <p:tavLst>
                                        <p:tav tm="0">
                                          <p:val>
                                            <p:strVal val="#ppt_x"/>
                                          </p:val>
                                        </p:tav>
                                        <p:tav tm="100000">
                                          <p:val>
                                            <p:strVal val="#ppt_x"/>
                                          </p:val>
                                        </p:tav>
                                      </p:tavLst>
                                    </p:anim>
                                    <p:anim calcmode="lin" valueType="num">
                                      <p:cBhvr>
                                        <p:cTn id="53" dur="25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P spid="12" grpId="0" animBg="1"/>
      <p:bldP spid="13" grpId="0" animBg="1"/>
      <p:bldP spid="14" grpId="0" animBg="1"/>
      <p:bldP spid="15" grpId="0" animBg="1"/>
      <p:bldP spid="16" grpId="0" animBg="1"/>
      <p:bldP spid="17" grpId="0" animBg="1"/>
    </p:bld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sp>
      <p:sp>
        <p:nvSpPr>
          <p:cNvPr id="5" name="Hexagon 4"/>
          <p:cNvSpPr/>
          <p:nvPr/>
        </p:nvSpPr>
        <p:spPr>
          <a:xfrm rot="16200000">
            <a:off x="2616665" y="-1781738"/>
            <a:ext cx="6956970" cy="7008718"/>
          </a:xfrm>
          <a:prstGeom prst="hexagon">
            <a:avLst/>
          </a:prstGeom>
          <a:solidFill>
            <a:srgbClr val="00ABF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 name="TextBox 6"/>
          <p:cNvSpPr txBox="1"/>
          <p:nvPr/>
        </p:nvSpPr>
        <p:spPr>
          <a:xfrm>
            <a:off x="1658471" y="-457200"/>
            <a:ext cx="184731" cy="369332"/>
          </a:xfrm>
          <a:prstGeom prst="rect">
            <a:avLst/>
          </a:prstGeom>
          <a:noFill/>
        </p:spPr>
        <p:txBody>
          <a:bodyPr wrap="none" rtlCol="0">
            <a:spAutoFit/>
          </a:bodyPr>
          <a:lstStyle/>
          <a:p>
            <a:pPr fontAlgn="auto">
              <a:spcBef>
                <a:spcPts val="0"/>
              </a:spcBef>
              <a:spcAft>
                <a:spcPts val="0"/>
              </a:spcAft>
            </a:pPr>
            <a:endParaRPr lang="en-US" dirty="0">
              <a:solidFill>
                <a:prstClr val="black"/>
              </a:solidFill>
              <a:latin typeface="Calibri" panose="020F0502020204030204"/>
              <a:cs typeface="Simplified Arabic" panose="02020603050405020304" pitchFamily="18" charset="-78"/>
            </a:endParaRPr>
          </a:p>
        </p:txBody>
      </p:sp>
      <p:sp>
        <p:nvSpPr>
          <p:cNvPr id="8" name="TextBox 7"/>
          <p:cNvSpPr txBox="1"/>
          <p:nvPr/>
        </p:nvSpPr>
        <p:spPr>
          <a:xfrm>
            <a:off x="2779180" y="1938748"/>
            <a:ext cx="6820329" cy="707886"/>
          </a:xfrm>
          <a:prstGeom prst="rect">
            <a:avLst/>
          </a:prstGeom>
          <a:noFill/>
        </p:spPr>
        <p:txBody>
          <a:bodyPr wrap="square" rtlCol="0">
            <a:spAutoFit/>
          </a:bodyPr>
          <a:lstStyle/>
          <a:p>
            <a:pPr algn="ctr" rtl="1" fontAlgn="auto">
              <a:spcBef>
                <a:spcPts val="0"/>
              </a:spcBef>
              <a:spcAft>
                <a:spcPts val="0"/>
              </a:spcAft>
            </a:pPr>
            <a:r>
              <a:rPr lang="ar-SA" sz="4000" b="1" u="sng" dirty="0">
                <a:solidFill>
                  <a:prstClr val="white"/>
                </a:solidFill>
                <a:cs typeface="Simplified Arabic" panose="02020603050405020304" pitchFamily="18" charset="-78"/>
              </a:rPr>
              <a:t>1.	الأجهزة الذكية</a:t>
            </a:r>
            <a:endParaRPr lang="en-US" sz="4000" u="sng"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9" name="Group 8"/>
          <p:cNvGrpSpPr/>
          <p:nvPr/>
        </p:nvGrpSpPr>
        <p:grpSpPr>
          <a:xfrm>
            <a:off x="5667371" y="380412"/>
            <a:ext cx="857251" cy="1172633"/>
            <a:chOff x="3595689" y="4262437"/>
            <a:chExt cx="642938" cy="879475"/>
          </a:xfrm>
        </p:grpSpPr>
        <p:sp>
          <p:nvSpPr>
            <p:cNvPr id="11" name="Freeform 1930"/>
            <p:cNvSpPr>
              <a:spLocks noEditPoints="1"/>
            </p:cNvSpPr>
            <p:nvPr/>
          </p:nvSpPr>
          <p:spPr bwMode="auto">
            <a:xfrm>
              <a:off x="3595689" y="4262437"/>
              <a:ext cx="642938" cy="879475"/>
            </a:xfrm>
            <a:custGeom>
              <a:avLst/>
              <a:gdLst>
                <a:gd name="T0" fmla="*/ 272 w 358"/>
                <a:gd name="T1" fmla="*/ 283 h 490"/>
                <a:gd name="T2" fmla="*/ 235 w 358"/>
                <a:gd name="T3" fmla="*/ 274 h 490"/>
                <a:gd name="T4" fmla="*/ 272 w 358"/>
                <a:gd name="T5" fmla="*/ 219 h 490"/>
                <a:gd name="T6" fmla="*/ 297 w 358"/>
                <a:gd name="T7" fmla="*/ 185 h 490"/>
                <a:gd name="T8" fmla="*/ 284 w 358"/>
                <a:gd name="T9" fmla="*/ 151 h 490"/>
                <a:gd name="T10" fmla="*/ 247 w 358"/>
                <a:gd name="T11" fmla="*/ 60 h 490"/>
                <a:gd name="T12" fmla="*/ 134 w 358"/>
                <a:gd name="T13" fmla="*/ 42 h 490"/>
                <a:gd name="T14" fmla="*/ 99 w 358"/>
                <a:gd name="T15" fmla="*/ 73 h 490"/>
                <a:gd name="T16" fmla="*/ 77 w 358"/>
                <a:gd name="T17" fmla="*/ 150 h 490"/>
                <a:gd name="T18" fmla="*/ 62 w 358"/>
                <a:gd name="T19" fmla="*/ 185 h 490"/>
                <a:gd name="T20" fmla="*/ 88 w 358"/>
                <a:gd name="T21" fmla="*/ 220 h 490"/>
                <a:gd name="T22" fmla="*/ 125 w 358"/>
                <a:gd name="T23" fmla="*/ 273 h 490"/>
                <a:gd name="T24" fmla="*/ 87 w 358"/>
                <a:gd name="T25" fmla="*/ 283 h 490"/>
                <a:gd name="T26" fmla="*/ 0 w 358"/>
                <a:gd name="T27" fmla="*/ 394 h 490"/>
                <a:gd name="T28" fmla="*/ 0 w 358"/>
                <a:gd name="T29" fmla="*/ 456 h 490"/>
                <a:gd name="T30" fmla="*/ 33 w 358"/>
                <a:gd name="T31" fmla="*/ 490 h 490"/>
                <a:gd name="T32" fmla="*/ 327 w 358"/>
                <a:gd name="T33" fmla="*/ 490 h 490"/>
                <a:gd name="T34" fmla="*/ 358 w 358"/>
                <a:gd name="T35" fmla="*/ 456 h 490"/>
                <a:gd name="T36" fmla="*/ 358 w 358"/>
                <a:gd name="T37" fmla="*/ 394 h 490"/>
                <a:gd name="T38" fmla="*/ 272 w 358"/>
                <a:gd name="T39" fmla="*/ 283 h 490"/>
                <a:gd name="T40" fmla="*/ 97 w 358"/>
                <a:gd name="T41" fmla="*/ 161 h 490"/>
                <a:gd name="T42" fmla="*/ 97 w 358"/>
                <a:gd name="T43" fmla="*/ 142 h 490"/>
                <a:gd name="T44" fmla="*/ 223 w 358"/>
                <a:gd name="T45" fmla="*/ 95 h 490"/>
                <a:gd name="T46" fmla="*/ 263 w 358"/>
                <a:gd name="T47" fmla="*/ 177 h 490"/>
                <a:gd name="T48" fmla="*/ 180 w 358"/>
                <a:gd name="T49" fmla="*/ 276 h 490"/>
                <a:gd name="T50" fmla="*/ 97 w 358"/>
                <a:gd name="T51" fmla="*/ 161 h 490"/>
                <a:gd name="T52" fmla="*/ 338 w 358"/>
                <a:gd name="T53" fmla="*/ 456 h 490"/>
                <a:gd name="T54" fmla="*/ 327 w 358"/>
                <a:gd name="T55" fmla="*/ 469 h 490"/>
                <a:gd name="T56" fmla="*/ 298 w 358"/>
                <a:gd name="T57" fmla="*/ 469 h 490"/>
                <a:gd name="T58" fmla="*/ 298 w 358"/>
                <a:gd name="T59" fmla="*/ 443 h 490"/>
                <a:gd name="T60" fmla="*/ 293 w 358"/>
                <a:gd name="T61" fmla="*/ 438 h 490"/>
                <a:gd name="T62" fmla="*/ 287 w 358"/>
                <a:gd name="T63" fmla="*/ 443 h 490"/>
                <a:gd name="T64" fmla="*/ 287 w 358"/>
                <a:gd name="T65" fmla="*/ 469 h 490"/>
                <a:gd name="T66" fmla="*/ 220 w 358"/>
                <a:gd name="T67" fmla="*/ 469 h 490"/>
                <a:gd name="T68" fmla="*/ 192 w 358"/>
                <a:gd name="T69" fmla="*/ 357 h 490"/>
                <a:gd name="T70" fmla="*/ 205 w 358"/>
                <a:gd name="T71" fmla="*/ 340 h 490"/>
                <a:gd name="T72" fmla="*/ 199 w 358"/>
                <a:gd name="T73" fmla="*/ 318 h 490"/>
                <a:gd name="T74" fmla="*/ 186 w 358"/>
                <a:gd name="T75" fmla="*/ 308 h 490"/>
                <a:gd name="T76" fmla="*/ 174 w 358"/>
                <a:gd name="T77" fmla="*/ 308 h 490"/>
                <a:gd name="T78" fmla="*/ 161 w 358"/>
                <a:gd name="T79" fmla="*/ 318 h 490"/>
                <a:gd name="T80" fmla="*/ 155 w 358"/>
                <a:gd name="T81" fmla="*/ 340 h 490"/>
                <a:gd name="T82" fmla="*/ 168 w 358"/>
                <a:gd name="T83" fmla="*/ 357 h 490"/>
                <a:gd name="T84" fmla="*/ 140 w 358"/>
                <a:gd name="T85" fmla="*/ 469 h 490"/>
                <a:gd name="T86" fmla="*/ 71 w 358"/>
                <a:gd name="T87" fmla="*/ 469 h 490"/>
                <a:gd name="T88" fmla="*/ 71 w 358"/>
                <a:gd name="T89" fmla="*/ 443 h 490"/>
                <a:gd name="T90" fmla="*/ 66 w 358"/>
                <a:gd name="T91" fmla="*/ 438 h 490"/>
                <a:gd name="T92" fmla="*/ 61 w 358"/>
                <a:gd name="T93" fmla="*/ 443 h 490"/>
                <a:gd name="T94" fmla="*/ 61 w 358"/>
                <a:gd name="T95" fmla="*/ 469 h 490"/>
                <a:gd name="T96" fmla="*/ 33 w 358"/>
                <a:gd name="T97" fmla="*/ 469 h 490"/>
                <a:gd name="T98" fmla="*/ 21 w 358"/>
                <a:gd name="T99" fmla="*/ 456 h 490"/>
                <a:gd name="T100" fmla="*/ 21 w 358"/>
                <a:gd name="T101" fmla="*/ 394 h 490"/>
                <a:gd name="T102" fmla="*/ 92 w 358"/>
                <a:gd name="T103" fmla="*/ 302 h 490"/>
                <a:gd name="T104" fmla="*/ 147 w 358"/>
                <a:gd name="T105" fmla="*/ 288 h 490"/>
                <a:gd name="T106" fmla="*/ 180 w 358"/>
                <a:gd name="T107" fmla="*/ 296 h 490"/>
                <a:gd name="T108" fmla="*/ 213 w 358"/>
                <a:gd name="T109" fmla="*/ 288 h 490"/>
                <a:gd name="T110" fmla="*/ 267 w 358"/>
                <a:gd name="T111" fmla="*/ 302 h 490"/>
                <a:gd name="T112" fmla="*/ 338 w 358"/>
                <a:gd name="T113" fmla="*/ 394 h 490"/>
                <a:gd name="T114" fmla="*/ 338 w 358"/>
                <a:gd name="T115" fmla="*/ 45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8" h="490">
                  <a:moveTo>
                    <a:pt x="272" y="283"/>
                  </a:moveTo>
                  <a:cubicBezTo>
                    <a:pt x="235" y="274"/>
                    <a:pt x="235" y="274"/>
                    <a:pt x="235" y="274"/>
                  </a:cubicBezTo>
                  <a:cubicBezTo>
                    <a:pt x="250" y="260"/>
                    <a:pt x="263" y="240"/>
                    <a:pt x="272" y="219"/>
                  </a:cubicBezTo>
                  <a:cubicBezTo>
                    <a:pt x="284" y="217"/>
                    <a:pt x="295" y="207"/>
                    <a:pt x="297" y="185"/>
                  </a:cubicBezTo>
                  <a:cubicBezTo>
                    <a:pt x="298" y="164"/>
                    <a:pt x="292" y="155"/>
                    <a:pt x="284" y="151"/>
                  </a:cubicBezTo>
                  <a:cubicBezTo>
                    <a:pt x="284" y="148"/>
                    <a:pt x="297" y="78"/>
                    <a:pt x="247" y="60"/>
                  </a:cubicBezTo>
                  <a:cubicBezTo>
                    <a:pt x="242" y="52"/>
                    <a:pt x="204" y="0"/>
                    <a:pt x="134" y="42"/>
                  </a:cubicBezTo>
                  <a:cubicBezTo>
                    <a:pt x="124" y="48"/>
                    <a:pt x="108" y="60"/>
                    <a:pt x="99" y="73"/>
                  </a:cubicBezTo>
                  <a:cubicBezTo>
                    <a:pt x="87" y="88"/>
                    <a:pt x="78" y="113"/>
                    <a:pt x="77" y="150"/>
                  </a:cubicBezTo>
                  <a:cubicBezTo>
                    <a:pt x="68" y="153"/>
                    <a:pt x="61" y="163"/>
                    <a:pt x="62" y="185"/>
                  </a:cubicBezTo>
                  <a:cubicBezTo>
                    <a:pt x="64" y="207"/>
                    <a:pt x="76" y="217"/>
                    <a:pt x="88" y="220"/>
                  </a:cubicBezTo>
                  <a:cubicBezTo>
                    <a:pt x="97" y="241"/>
                    <a:pt x="109" y="260"/>
                    <a:pt x="125" y="273"/>
                  </a:cubicBezTo>
                  <a:cubicBezTo>
                    <a:pt x="87" y="283"/>
                    <a:pt x="87" y="283"/>
                    <a:pt x="87" y="283"/>
                  </a:cubicBezTo>
                  <a:cubicBezTo>
                    <a:pt x="36" y="296"/>
                    <a:pt x="0" y="341"/>
                    <a:pt x="0" y="394"/>
                  </a:cubicBezTo>
                  <a:cubicBezTo>
                    <a:pt x="0" y="456"/>
                    <a:pt x="0" y="456"/>
                    <a:pt x="0" y="456"/>
                  </a:cubicBezTo>
                  <a:cubicBezTo>
                    <a:pt x="0" y="474"/>
                    <a:pt x="15" y="490"/>
                    <a:pt x="33" y="490"/>
                  </a:cubicBezTo>
                  <a:cubicBezTo>
                    <a:pt x="327" y="490"/>
                    <a:pt x="327" y="490"/>
                    <a:pt x="327" y="490"/>
                  </a:cubicBezTo>
                  <a:cubicBezTo>
                    <a:pt x="345" y="490"/>
                    <a:pt x="358" y="474"/>
                    <a:pt x="358" y="456"/>
                  </a:cubicBezTo>
                  <a:cubicBezTo>
                    <a:pt x="358" y="394"/>
                    <a:pt x="358" y="394"/>
                    <a:pt x="358" y="394"/>
                  </a:cubicBezTo>
                  <a:cubicBezTo>
                    <a:pt x="358" y="341"/>
                    <a:pt x="323" y="296"/>
                    <a:pt x="272" y="283"/>
                  </a:cubicBezTo>
                  <a:moveTo>
                    <a:pt x="97" y="161"/>
                  </a:moveTo>
                  <a:cubicBezTo>
                    <a:pt x="97" y="154"/>
                    <a:pt x="97" y="148"/>
                    <a:pt x="97" y="142"/>
                  </a:cubicBezTo>
                  <a:cubicBezTo>
                    <a:pt x="163" y="144"/>
                    <a:pt x="201" y="118"/>
                    <a:pt x="223" y="95"/>
                  </a:cubicBezTo>
                  <a:cubicBezTo>
                    <a:pt x="250" y="122"/>
                    <a:pt x="260" y="159"/>
                    <a:pt x="263" y="177"/>
                  </a:cubicBezTo>
                  <a:cubicBezTo>
                    <a:pt x="257" y="225"/>
                    <a:pt x="222" y="276"/>
                    <a:pt x="180" y="276"/>
                  </a:cubicBezTo>
                  <a:cubicBezTo>
                    <a:pt x="134" y="276"/>
                    <a:pt x="97" y="213"/>
                    <a:pt x="97" y="161"/>
                  </a:cubicBezTo>
                  <a:moveTo>
                    <a:pt x="338" y="456"/>
                  </a:moveTo>
                  <a:cubicBezTo>
                    <a:pt x="338" y="463"/>
                    <a:pt x="334" y="469"/>
                    <a:pt x="327" y="469"/>
                  </a:cubicBezTo>
                  <a:cubicBezTo>
                    <a:pt x="298" y="469"/>
                    <a:pt x="298" y="469"/>
                    <a:pt x="298" y="469"/>
                  </a:cubicBezTo>
                  <a:cubicBezTo>
                    <a:pt x="298" y="443"/>
                    <a:pt x="298" y="443"/>
                    <a:pt x="298" y="443"/>
                  </a:cubicBezTo>
                  <a:cubicBezTo>
                    <a:pt x="298" y="440"/>
                    <a:pt x="295" y="438"/>
                    <a:pt x="293" y="438"/>
                  </a:cubicBezTo>
                  <a:cubicBezTo>
                    <a:pt x="290" y="438"/>
                    <a:pt x="287" y="440"/>
                    <a:pt x="287" y="443"/>
                  </a:cubicBezTo>
                  <a:cubicBezTo>
                    <a:pt x="287" y="469"/>
                    <a:pt x="287" y="469"/>
                    <a:pt x="287" y="469"/>
                  </a:cubicBezTo>
                  <a:cubicBezTo>
                    <a:pt x="220" y="469"/>
                    <a:pt x="220" y="469"/>
                    <a:pt x="220" y="469"/>
                  </a:cubicBezTo>
                  <a:cubicBezTo>
                    <a:pt x="192" y="357"/>
                    <a:pt x="192" y="357"/>
                    <a:pt x="192" y="357"/>
                  </a:cubicBezTo>
                  <a:cubicBezTo>
                    <a:pt x="200" y="356"/>
                    <a:pt x="207" y="349"/>
                    <a:pt x="205" y="340"/>
                  </a:cubicBezTo>
                  <a:cubicBezTo>
                    <a:pt x="199" y="318"/>
                    <a:pt x="199" y="318"/>
                    <a:pt x="199" y="318"/>
                  </a:cubicBezTo>
                  <a:cubicBezTo>
                    <a:pt x="198" y="312"/>
                    <a:pt x="192" y="308"/>
                    <a:pt x="186" y="308"/>
                  </a:cubicBezTo>
                  <a:cubicBezTo>
                    <a:pt x="174" y="308"/>
                    <a:pt x="174" y="308"/>
                    <a:pt x="174" y="308"/>
                  </a:cubicBezTo>
                  <a:cubicBezTo>
                    <a:pt x="167" y="308"/>
                    <a:pt x="162" y="312"/>
                    <a:pt x="161" y="318"/>
                  </a:cubicBezTo>
                  <a:cubicBezTo>
                    <a:pt x="155" y="340"/>
                    <a:pt x="155" y="340"/>
                    <a:pt x="155" y="340"/>
                  </a:cubicBezTo>
                  <a:cubicBezTo>
                    <a:pt x="153" y="349"/>
                    <a:pt x="159" y="356"/>
                    <a:pt x="168" y="357"/>
                  </a:cubicBezTo>
                  <a:cubicBezTo>
                    <a:pt x="140" y="469"/>
                    <a:pt x="140" y="469"/>
                    <a:pt x="140" y="469"/>
                  </a:cubicBezTo>
                  <a:cubicBezTo>
                    <a:pt x="71" y="469"/>
                    <a:pt x="71" y="469"/>
                    <a:pt x="71" y="469"/>
                  </a:cubicBezTo>
                  <a:cubicBezTo>
                    <a:pt x="71" y="443"/>
                    <a:pt x="71" y="443"/>
                    <a:pt x="71" y="443"/>
                  </a:cubicBezTo>
                  <a:cubicBezTo>
                    <a:pt x="71" y="440"/>
                    <a:pt x="69" y="438"/>
                    <a:pt x="66" y="438"/>
                  </a:cubicBezTo>
                  <a:cubicBezTo>
                    <a:pt x="63" y="438"/>
                    <a:pt x="61" y="440"/>
                    <a:pt x="61" y="443"/>
                  </a:cubicBezTo>
                  <a:cubicBezTo>
                    <a:pt x="61" y="469"/>
                    <a:pt x="61" y="469"/>
                    <a:pt x="61" y="469"/>
                  </a:cubicBezTo>
                  <a:cubicBezTo>
                    <a:pt x="33" y="469"/>
                    <a:pt x="33" y="469"/>
                    <a:pt x="33" y="469"/>
                  </a:cubicBezTo>
                  <a:cubicBezTo>
                    <a:pt x="26" y="469"/>
                    <a:pt x="21" y="463"/>
                    <a:pt x="21" y="456"/>
                  </a:cubicBezTo>
                  <a:cubicBezTo>
                    <a:pt x="21" y="394"/>
                    <a:pt x="21" y="394"/>
                    <a:pt x="21" y="394"/>
                  </a:cubicBezTo>
                  <a:cubicBezTo>
                    <a:pt x="21" y="350"/>
                    <a:pt x="50" y="313"/>
                    <a:pt x="92" y="302"/>
                  </a:cubicBezTo>
                  <a:cubicBezTo>
                    <a:pt x="147" y="288"/>
                    <a:pt x="147" y="288"/>
                    <a:pt x="147" y="288"/>
                  </a:cubicBezTo>
                  <a:cubicBezTo>
                    <a:pt x="157" y="293"/>
                    <a:pt x="169" y="296"/>
                    <a:pt x="180" y="296"/>
                  </a:cubicBezTo>
                  <a:cubicBezTo>
                    <a:pt x="192" y="296"/>
                    <a:pt x="203" y="293"/>
                    <a:pt x="213" y="288"/>
                  </a:cubicBezTo>
                  <a:cubicBezTo>
                    <a:pt x="267" y="302"/>
                    <a:pt x="267" y="302"/>
                    <a:pt x="267" y="302"/>
                  </a:cubicBezTo>
                  <a:cubicBezTo>
                    <a:pt x="309" y="313"/>
                    <a:pt x="338" y="350"/>
                    <a:pt x="338" y="394"/>
                  </a:cubicBezTo>
                  <a:lnTo>
                    <a:pt x="338" y="45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sp>
          <p:nvSpPr>
            <p:cNvPr id="12" name="Freeform 1931"/>
            <p:cNvSpPr>
              <a:spLocks/>
            </p:cNvSpPr>
            <p:nvPr/>
          </p:nvSpPr>
          <p:spPr bwMode="auto">
            <a:xfrm>
              <a:off x="3711576" y="4954587"/>
              <a:ext cx="95250" cy="53975"/>
            </a:xfrm>
            <a:custGeom>
              <a:avLst/>
              <a:gdLst>
                <a:gd name="T0" fmla="*/ 36 w 53"/>
                <a:gd name="T1" fmla="*/ 6 h 30"/>
                <a:gd name="T2" fmla="*/ 17 w 53"/>
                <a:gd name="T3" fmla="*/ 6 h 30"/>
                <a:gd name="T4" fmla="*/ 4 w 53"/>
                <a:gd name="T5" fmla="*/ 20 h 30"/>
                <a:gd name="T6" fmla="*/ 8 w 53"/>
                <a:gd name="T7" fmla="*/ 30 h 30"/>
                <a:gd name="T8" fmla="*/ 46 w 53"/>
                <a:gd name="T9" fmla="*/ 30 h 30"/>
                <a:gd name="T10" fmla="*/ 50 w 53"/>
                <a:gd name="T11" fmla="*/ 20 h 30"/>
                <a:gd name="T12" fmla="*/ 36 w 53"/>
                <a:gd name="T13" fmla="*/ 6 h 30"/>
              </a:gdLst>
              <a:ahLst/>
              <a:cxnLst>
                <a:cxn ang="0">
                  <a:pos x="T0" y="T1"/>
                </a:cxn>
                <a:cxn ang="0">
                  <a:pos x="T2" y="T3"/>
                </a:cxn>
                <a:cxn ang="0">
                  <a:pos x="T4" y="T5"/>
                </a:cxn>
                <a:cxn ang="0">
                  <a:pos x="T6" y="T7"/>
                </a:cxn>
                <a:cxn ang="0">
                  <a:pos x="T8" y="T9"/>
                </a:cxn>
                <a:cxn ang="0">
                  <a:pos x="T10" y="T11"/>
                </a:cxn>
                <a:cxn ang="0">
                  <a:pos x="T12" y="T13"/>
                </a:cxn>
              </a:cxnLst>
              <a:rect l="0" t="0" r="r" b="b"/>
              <a:pathLst>
                <a:path w="53" h="30">
                  <a:moveTo>
                    <a:pt x="36" y="6"/>
                  </a:moveTo>
                  <a:cubicBezTo>
                    <a:pt x="31" y="0"/>
                    <a:pt x="22" y="0"/>
                    <a:pt x="17" y="6"/>
                  </a:cubicBezTo>
                  <a:cubicBezTo>
                    <a:pt x="4" y="20"/>
                    <a:pt x="4" y="20"/>
                    <a:pt x="4" y="20"/>
                  </a:cubicBezTo>
                  <a:cubicBezTo>
                    <a:pt x="0" y="24"/>
                    <a:pt x="3" y="30"/>
                    <a:pt x="8" y="30"/>
                  </a:cubicBezTo>
                  <a:cubicBezTo>
                    <a:pt x="46" y="30"/>
                    <a:pt x="46" y="30"/>
                    <a:pt x="46" y="30"/>
                  </a:cubicBezTo>
                  <a:cubicBezTo>
                    <a:pt x="51" y="30"/>
                    <a:pt x="53" y="24"/>
                    <a:pt x="50" y="20"/>
                  </a:cubicBezTo>
                  <a:lnTo>
                    <a:pt x="36" y="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sp>
          <p:nvSpPr>
            <p:cNvPr id="13" name="Freeform 1932"/>
            <p:cNvSpPr>
              <a:spLocks noEditPoints="1"/>
            </p:cNvSpPr>
            <p:nvPr/>
          </p:nvSpPr>
          <p:spPr bwMode="auto">
            <a:xfrm>
              <a:off x="3802064" y="4556125"/>
              <a:ext cx="231775" cy="88900"/>
            </a:xfrm>
            <a:custGeom>
              <a:avLst/>
              <a:gdLst>
                <a:gd name="T0" fmla="*/ 60 w 129"/>
                <a:gd name="T1" fmla="*/ 23 h 49"/>
                <a:gd name="T2" fmla="*/ 70 w 129"/>
                <a:gd name="T3" fmla="*/ 23 h 49"/>
                <a:gd name="T4" fmla="*/ 99 w 129"/>
                <a:gd name="T5" fmla="*/ 49 h 49"/>
                <a:gd name="T6" fmla="*/ 129 w 129"/>
                <a:gd name="T7" fmla="*/ 19 h 49"/>
                <a:gd name="T8" fmla="*/ 99 w 129"/>
                <a:gd name="T9" fmla="*/ 0 h 49"/>
                <a:gd name="T10" fmla="*/ 70 w 129"/>
                <a:gd name="T11" fmla="*/ 13 h 49"/>
                <a:gd name="T12" fmla="*/ 59 w 129"/>
                <a:gd name="T13" fmla="*/ 13 h 49"/>
                <a:gd name="T14" fmla="*/ 30 w 129"/>
                <a:gd name="T15" fmla="*/ 0 h 49"/>
                <a:gd name="T16" fmla="*/ 0 w 129"/>
                <a:gd name="T17" fmla="*/ 19 h 49"/>
                <a:gd name="T18" fmla="*/ 30 w 129"/>
                <a:gd name="T19" fmla="*/ 49 h 49"/>
                <a:gd name="T20" fmla="*/ 60 w 129"/>
                <a:gd name="T21" fmla="*/ 23 h 49"/>
                <a:gd name="T22" fmla="*/ 99 w 129"/>
                <a:gd name="T23" fmla="*/ 10 h 49"/>
                <a:gd name="T24" fmla="*/ 119 w 129"/>
                <a:gd name="T25" fmla="*/ 19 h 49"/>
                <a:gd name="T26" fmla="*/ 99 w 129"/>
                <a:gd name="T27" fmla="*/ 39 h 49"/>
                <a:gd name="T28" fmla="*/ 79 w 129"/>
                <a:gd name="T29" fmla="*/ 19 h 49"/>
                <a:gd name="T30" fmla="*/ 99 w 129"/>
                <a:gd name="T31" fmla="*/ 10 h 49"/>
                <a:gd name="T32" fmla="*/ 10 w 129"/>
                <a:gd name="T33" fmla="*/ 19 h 49"/>
                <a:gd name="T34" fmla="*/ 30 w 129"/>
                <a:gd name="T35" fmla="*/ 10 h 49"/>
                <a:gd name="T36" fmla="*/ 50 w 129"/>
                <a:gd name="T37" fmla="*/ 19 h 49"/>
                <a:gd name="T38" fmla="*/ 30 w 129"/>
                <a:gd name="T39" fmla="*/ 39 h 49"/>
                <a:gd name="T40" fmla="*/ 10 w 129"/>
                <a:gd name="T4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 h="49">
                  <a:moveTo>
                    <a:pt x="60" y="23"/>
                  </a:moveTo>
                  <a:cubicBezTo>
                    <a:pt x="70" y="23"/>
                    <a:pt x="70" y="23"/>
                    <a:pt x="70" y="23"/>
                  </a:cubicBezTo>
                  <a:cubicBezTo>
                    <a:pt x="71" y="38"/>
                    <a:pt x="84" y="49"/>
                    <a:pt x="99" y="49"/>
                  </a:cubicBezTo>
                  <a:cubicBezTo>
                    <a:pt x="116" y="49"/>
                    <a:pt x="129" y="36"/>
                    <a:pt x="129" y="19"/>
                  </a:cubicBezTo>
                  <a:cubicBezTo>
                    <a:pt x="129" y="0"/>
                    <a:pt x="112" y="0"/>
                    <a:pt x="99" y="0"/>
                  </a:cubicBezTo>
                  <a:cubicBezTo>
                    <a:pt x="88" y="0"/>
                    <a:pt x="74" y="0"/>
                    <a:pt x="70" y="13"/>
                  </a:cubicBezTo>
                  <a:cubicBezTo>
                    <a:pt x="59" y="13"/>
                    <a:pt x="59" y="13"/>
                    <a:pt x="59" y="13"/>
                  </a:cubicBezTo>
                  <a:cubicBezTo>
                    <a:pt x="55" y="0"/>
                    <a:pt x="41" y="0"/>
                    <a:pt x="30" y="0"/>
                  </a:cubicBezTo>
                  <a:cubicBezTo>
                    <a:pt x="17" y="0"/>
                    <a:pt x="0" y="0"/>
                    <a:pt x="0" y="19"/>
                  </a:cubicBezTo>
                  <a:cubicBezTo>
                    <a:pt x="0" y="36"/>
                    <a:pt x="14" y="49"/>
                    <a:pt x="30" y="49"/>
                  </a:cubicBezTo>
                  <a:cubicBezTo>
                    <a:pt x="45" y="49"/>
                    <a:pt x="58" y="38"/>
                    <a:pt x="60" y="23"/>
                  </a:cubicBezTo>
                  <a:moveTo>
                    <a:pt x="99" y="10"/>
                  </a:moveTo>
                  <a:cubicBezTo>
                    <a:pt x="116" y="10"/>
                    <a:pt x="119" y="12"/>
                    <a:pt x="119" y="19"/>
                  </a:cubicBezTo>
                  <a:cubicBezTo>
                    <a:pt x="119" y="30"/>
                    <a:pt x="110" y="39"/>
                    <a:pt x="99" y="39"/>
                  </a:cubicBezTo>
                  <a:cubicBezTo>
                    <a:pt x="88" y="39"/>
                    <a:pt x="79" y="30"/>
                    <a:pt x="79" y="19"/>
                  </a:cubicBezTo>
                  <a:cubicBezTo>
                    <a:pt x="79" y="12"/>
                    <a:pt x="83" y="10"/>
                    <a:pt x="99" y="10"/>
                  </a:cubicBezTo>
                  <a:moveTo>
                    <a:pt x="10" y="19"/>
                  </a:moveTo>
                  <a:cubicBezTo>
                    <a:pt x="10" y="12"/>
                    <a:pt x="13" y="10"/>
                    <a:pt x="30" y="10"/>
                  </a:cubicBezTo>
                  <a:cubicBezTo>
                    <a:pt x="46" y="10"/>
                    <a:pt x="50" y="12"/>
                    <a:pt x="50" y="19"/>
                  </a:cubicBezTo>
                  <a:cubicBezTo>
                    <a:pt x="50" y="30"/>
                    <a:pt x="41" y="39"/>
                    <a:pt x="30" y="39"/>
                  </a:cubicBezTo>
                  <a:cubicBezTo>
                    <a:pt x="19" y="39"/>
                    <a:pt x="10" y="30"/>
                    <a:pt x="10" y="19"/>
                  </a:cubicBezTo>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gr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6861478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p:bld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272714" y="1869571"/>
            <a:ext cx="11646570" cy="1938992"/>
          </a:xfrm>
          <a:prstGeom prst="rect">
            <a:avLst/>
          </a:prstGeom>
          <a:noFill/>
        </p:spPr>
        <p:txBody>
          <a:bodyPr wrap="square" rtlCol="0">
            <a:spAutoFit/>
          </a:bodyPr>
          <a:lstStyle/>
          <a:p>
            <a:pPr algn="ctr" rtl="1" fontAlgn="auto">
              <a:spcBef>
                <a:spcPts val="0"/>
              </a:spcBef>
              <a:spcAft>
                <a:spcPts val="0"/>
              </a:spcAft>
            </a:pPr>
            <a:r>
              <a:rPr lang="ar-SA" sz="4000" b="1" u="sng" dirty="0">
                <a:solidFill>
                  <a:srgbClr val="D43E01"/>
                </a:solidFill>
                <a:cs typeface="Simplified Arabic" panose="02020603050405020304" pitchFamily="18" charset="-78"/>
              </a:rPr>
              <a:t>ما هي الأجهزة الذكية؟</a:t>
            </a:r>
          </a:p>
          <a:p>
            <a:pPr algn="ctr" rtl="1" fontAlgn="auto">
              <a:spcBef>
                <a:spcPts val="0"/>
              </a:spcBef>
              <a:spcAft>
                <a:spcPts val="0"/>
              </a:spcAft>
            </a:pPr>
            <a:r>
              <a:rPr lang="ar-SA" sz="4000" b="1" dirty="0">
                <a:solidFill>
                  <a:prstClr val="white"/>
                </a:solidFill>
                <a:cs typeface="Simplified Arabic" panose="02020603050405020304" pitchFamily="18" charset="-78"/>
              </a:rPr>
              <a:t>أجهزة رقمية تفاعلية تتصل بالشبكات يمكن للمستخدم إعادة تهيئتها نوعا ما لتلائم احتياجاته وتعمل بشكل مستقل إلى حد ما.</a:t>
            </a: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1479196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p:cNvPicPr>
            <a:picLocks noGrp="1" noChangeAspect="1"/>
          </p:cNvPicPr>
          <p:nvPr>
            <p:ph type="pic" sz="quarter" idx="15"/>
          </p:nvPr>
        </p:nvPicPr>
        <p:blipFill rotWithShape="1">
          <a:blip r:embed="rId3">
            <a:extLst>
              <a:ext uri="{28A0092B-C50C-407E-A947-70E740481C1C}">
                <a14:useLocalDpi xmlns:a14="http://schemas.microsoft.com/office/drawing/2010/main" val="0"/>
              </a:ext>
            </a:extLst>
          </a:blip>
          <a:srcRect t="1790" b="5648"/>
          <a:stretch/>
        </p:blipFill>
        <p:spPr>
          <a:xfrm>
            <a:off x="6980548" y="1382233"/>
            <a:ext cx="4388339" cy="5209552"/>
          </a:xfrm>
        </p:spPr>
      </p:pic>
      <p:sp>
        <p:nvSpPr>
          <p:cNvPr id="7" name="Title 6"/>
          <p:cNvSpPr>
            <a:spLocks noGrp="1"/>
          </p:cNvSpPr>
          <p:nvPr>
            <p:ph type="title"/>
          </p:nvPr>
        </p:nvSpPr>
        <p:spPr/>
        <p:txBody>
          <a:bodyPr/>
          <a:lstStyle/>
          <a:p>
            <a:pPr rtl="1"/>
            <a:r>
              <a:rPr lang="ar-SA" u="sng" dirty="0" smtClean="0">
                <a:solidFill>
                  <a:schemeClr val="tx1"/>
                </a:solidFill>
              </a:rPr>
              <a:t>‌أ-</a:t>
            </a:r>
            <a:r>
              <a:rPr lang="en-US" u="sng" dirty="0" smtClean="0">
                <a:solidFill>
                  <a:schemeClr val="tx1"/>
                </a:solidFill>
              </a:rPr>
              <a:t> </a:t>
            </a:r>
            <a:r>
              <a:rPr lang="ar-SA" u="sng" dirty="0" smtClean="0">
                <a:solidFill>
                  <a:schemeClr val="tx1"/>
                </a:solidFill>
              </a:rPr>
              <a:t>أهمية </a:t>
            </a:r>
            <a:r>
              <a:rPr lang="ar-SA" u="sng" dirty="0">
                <a:solidFill>
                  <a:schemeClr val="tx1"/>
                </a:solidFill>
              </a:rPr>
              <a:t>الأجهزة الذكية ومميزات استخدامها في التعليم </a:t>
            </a:r>
            <a:endParaRPr lang="en-US" u="sng" dirty="0">
              <a:solidFill>
                <a:schemeClr val="tx1"/>
              </a:solidFill>
            </a:endParaRPr>
          </a:p>
        </p:txBody>
      </p:sp>
      <p:sp>
        <p:nvSpPr>
          <p:cNvPr id="41" name="Text Placeholder 3"/>
          <p:cNvSpPr txBox="1">
            <a:spLocks/>
          </p:cNvSpPr>
          <p:nvPr/>
        </p:nvSpPr>
        <p:spPr>
          <a:xfrm>
            <a:off x="1719332" y="2207937"/>
            <a:ext cx="5958047" cy="73866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219139" rtl="1" fontAlgn="auto">
              <a:spcBef>
                <a:spcPct val="20000"/>
              </a:spcBef>
              <a:spcAft>
                <a:spcPts val="0"/>
              </a:spcAft>
              <a:defRPr/>
            </a:pPr>
            <a:r>
              <a:rPr lang="ar-SA" sz="2400" b="1" dirty="0" smtClean="0">
                <a:solidFill>
                  <a:schemeClr val="tx1"/>
                </a:solidFill>
                <a:latin typeface="Roboto Condensed"/>
                <a:cs typeface="+mj-cs"/>
              </a:rPr>
              <a:t>ساعدت </a:t>
            </a:r>
            <a:r>
              <a:rPr lang="ar-SA" sz="2400" b="1" dirty="0">
                <a:solidFill>
                  <a:schemeClr val="tx1"/>
                </a:solidFill>
                <a:latin typeface="Roboto Condensed"/>
                <a:cs typeface="+mj-cs"/>
              </a:rPr>
              <a:t>الأجهزة الذكية الناس في التواصل مع بعضهم البعض بطريقة سهلة واقتصادية</a:t>
            </a:r>
            <a:endParaRPr lang="en-US" sz="2400" b="1" dirty="0">
              <a:solidFill>
                <a:schemeClr val="tx1"/>
              </a:solidFill>
              <a:latin typeface="Roboto Condensed"/>
              <a:cs typeface="+mj-cs"/>
            </a:endParaRPr>
          </a:p>
        </p:txBody>
      </p:sp>
      <p:sp>
        <p:nvSpPr>
          <p:cNvPr id="46" name="Text Placeholder 3"/>
          <p:cNvSpPr txBox="1">
            <a:spLocks/>
          </p:cNvSpPr>
          <p:nvPr/>
        </p:nvSpPr>
        <p:spPr>
          <a:xfrm>
            <a:off x="1719333" y="3435480"/>
            <a:ext cx="4274043" cy="36933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219139" rtl="1" fontAlgn="auto">
              <a:spcBef>
                <a:spcPct val="20000"/>
              </a:spcBef>
              <a:spcAft>
                <a:spcPts val="0"/>
              </a:spcAft>
              <a:defRPr/>
            </a:pPr>
            <a:r>
              <a:rPr lang="ar-SA" sz="2400" b="1" dirty="0" smtClean="0">
                <a:solidFill>
                  <a:schemeClr val="tx1"/>
                </a:solidFill>
                <a:latin typeface="Roboto Condensed"/>
                <a:cs typeface="Simplified Arabic" panose="02020603050405020304" pitchFamily="18" charset="-78"/>
              </a:rPr>
              <a:t>تقريب </a:t>
            </a:r>
            <a:r>
              <a:rPr lang="ar-SA" sz="2400" b="1" dirty="0">
                <a:solidFill>
                  <a:schemeClr val="tx1"/>
                </a:solidFill>
                <a:latin typeface="Roboto Condensed"/>
                <a:cs typeface="Simplified Arabic" panose="02020603050405020304" pitchFamily="18" charset="-78"/>
              </a:rPr>
              <a:t>المسافات من بعضهم البعض</a:t>
            </a:r>
            <a:endParaRPr lang="en-US" sz="2400" b="1" dirty="0">
              <a:solidFill>
                <a:schemeClr val="tx1"/>
              </a:solidFill>
              <a:latin typeface="Roboto Condensed"/>
              <a:cs typeface="Simplified Arabic" panose="02020603050405020304" pitchFamily="18" charset="-78"/>
            </a:endParaRPr>
          </a:p>
        </p:txBody>
      </p:sp>
      <p:sp>
        <p:nvSpPr>
          <p:cNvPr id="53" name="Text Placeholder 3"/>
          <p:cNvSpPr txBox="1">
            <a:spLocks/>
          </p:cNvSpPr>
          <p:nvPr/>
        </p:nvSpPr>
        <p:spPr>
          <a:xfrm>
            <a:off x="1719333" y="4125464"/>
            <a:ext cx="5702865" cy="1107996"/>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219139" rtl="1" fontAlgn="auto">
              <a:spcBef>
                <a:spcPct val="20000"/>
              </a:spcBef>
              <a:spcAft>
                <a:spcPts val="0"/>
              </a:spcAft>
              <a:defRPr/>
            </a:pPr>
            <a:r>
              <a:rPr lang="ar-SA" sz="2400" b="1" dirty="0" smtClean="0">
                <a:solidFill>
                  <a:schemeClr val="tx1"/>
                </a:solidFill>
                <a:latin typeface="Roboto Condensed"/>
                <a:cs typeface="Simplified Arabic" panose="02020603050405020304" pitchFamily="18" charset="-78"/>
              </a:rPr>
              <a:t>أتاحت </a:t>
            </a:r>
            <a:r>
              <a:rPr lang="ar-SA" sz="2400" b="1" dirty="0">
                <a:solidFill>
                  <a:schemeClr val="tx1"/>
                </a:solidFill>
                <a:latin typeface="Roboto Condensed"/>
                <a:cs typeface="Simplified Arabic" panose="02020603050405020304" pitchFamily="18" charset="-78"/>
              </a:rPr>
              <a:t>إمكانية التعرف على أشخاص جدد ومن أماكن مختلفة في العالم من خلال التواصل على المواقع الاجتماعية المختلفة</a:t>
            </a:r>
            <a:endParaRPr lang="en-US" sz="2400" b="1" dirty="0">
              <a:solidFill>
                <a:schemeClr val="tx1"/>
              </a:solidFill>
              <a:latin typeface="Roboto Condensed"/>
              <a:cs typeface="Simplified Arabic" panose="02020603050405020304" pitchFamily="18" charset="-78"/>
            </a:endParaRPr>
          </a:p>
        </p:txBody>
      </p:sp>
      <p:sp>
        <p:nvSpPr>
          <p:cNvPr id="60" name="Text Placeholder 3"/>
          <p:cNvSpPr txBox="1">
            <a:spLocks/>
          </p:cNvSpPr>
          <p:nvPr/>
        </p:nvSpPr>
        <p:spPr>
          <a:xfrm>
            <a:off x="1719333" y="5365264"/>
            <a:ext cx="5057847" cy="73866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219139" rtl="1" fontAlgn="auto">
              <a:spcBef>
                <a:spcPct val="20000"/>
              </a:spcBef>
              <a:spcAft>
                <a:spcPts val="0"/>
              </a:spcAft>
              <a:defRPr/>
            </a:pPr>
            <a:r>
              <a:rPr lang="ar-SA" sz="2400" b="1" dirty="0" smtClean="0">
                <a:solidFill>
                  <a:schemeClr val="tx1"/>
                </a:solidFill>
                <a:latin typeface="Roboto Condensed"/>
                <a:cs typeface="Simplified Arabic" panose="02020603050405020304" pitchFamily="18" charset="-78"/>
              </a:rPr>
              <a:t>الحصول </a:t>
            </a:r>
            <a:r>
              <a:rPr lang="ar-SA" sz="2400" b="1" dirty="0">
                <a:solidFill>
                  <a:schemeClr val="tx1"/>
                </a:solidFill>
                <a:latin typeface="Roboto Condensed"/>
                <a:cs typeface="Simplified Arabic" panose="02020603050405020304" pitchFamily="18" charset="-78"/>
              </a:rPr>
              <a:t>على المعلومات المختلفة باستخدام بعض التطبيقات كالطقس والأخبار والخرائط</a:t>
            </a:r>
            <a:endParaRPr lang="en-US" sz="2400" b="1" dirty="0">
              <a:solidFill>
                <a:schemeClr val="tx1"/>
              </a:solidFill>
              <a:latin typeface="Roboto Condensed"/>
              <a:cs typeface="Simplified Arabic" panose="02020603050405020304" pitchFamily="18" charset="-78"/>
            </a:endParaRPr>
          </a:p>
        </p:txBody>
      </p:sp>
      <p:sp>
        <p:nvSpPr>
          <p:cNvPr id="63" name="Freeform 45"/>
          <p:cNvSpPr>
            <a:spLocks noEditPoints="1"/>
          </p:cNvSpPr>
          <p:nvPr/>
        </p:nvSpPr>
        <p:spPr bwMode="auto">
          <a:xfrm>
            <a:off x="935280" y="2275951"/>
            <a:ext cx="414624" cy="414624"/>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64" name="Freeform 45"/>
          <p:cNvSpPr>
            <a:spLocks noEditPoints="1"/>
          </p:cNvSpPr>
          <p:nvPr/>
        </p:nvSpPr>
        <p:spPr bwMode="auto">
          <a:xfrm>
            <a:off x="935280" y="3359728"/>
            <a:ext cx="414624" cy="414624"/>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65" name="Freeform 45"/>
          <p:cNvSpPr>
            <a:spLocks noEditPoints="1"/>
          </p:cNvSpPr>
          <p:nvPr/>
        </p:nvSpPr>
        <p:spPr bwMode="auto">
          <a:xfrm>
            <a:off x="935280" y="4443508"/>
            <a:ext cx="414624" cy="414624"/>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66" name="Freeform 45"/>
          <p:cNvSpPr>
            <a:spLocks noEditPoints="1"/>
          </p:cNvSpPr>
          <p:nvPr/>
        </p:nvSpPr>
        <p:spPr bwMode="auto">
          <a:xfrm>
            <a:off x="935280" y="5527284"/>
            <a:ext cx="414624" cy="414624"/>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8477920"/>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p:cTn id="7" dur="500" fill="hold"/>
                                        <p:tgtEl>
                                          <p:spTgt spid="63"/>
                                        </p:tgtEl>
                                        <p:attrNameLst>
                                          <p:attrName>ppt_w</p:attrName>
                                        </p:attrNameLst>
                                      </p:cBhvr>
                                      <p:tavLst>
                                        <p:tav tm="0">
                                          <p:val>
                                            <p:fltVal val="0"/>
                                          </p:val>
                                        </p:tav>
                                        <p:tav tm="100000">
                                          <p:val>
                                            <p:strVal val="#ppt_w"/>
                                          </p:val>
                                        </p:tav>
                                      </p:tavLst>
                                    </p:anim>
                                    <p:anim calcmode="lin" valueType="num">
                                      <p:cBhvr>
                                        <p:cTn id="8" dur="500" fill="hold"/>
                                        <p:tgtEl>
                                          <p:spTgt spid="63"/>
                                        </p:tgtEl>
                                        <p:attrNameLst>
                                          <p:attrName>ppt_h</p:attrName>
                                        </p:attrNameLst>
                                      </p:cBhvr>
                                      <p:tavLst>
                                        <p:tav tm="0">
                                          <p:val>
                                            <p:fltVal val="0"/>
                                          </p:val>
                                        </p:tav>
                                        <p:tav tm="100000">
                                          <p:val>
                                            <p:strVal val="#ppt_h"/>
                                          </p:val>
                                        </p:tav>
                                      </p:tavLst>
                                    </p:anim>
                                    <p:animEffect transition="in" filter="fade">
                                      <p:cBhvr>
                                        <p:cTn id="9" dur="500"/>
                                        <p:tgtEl>
                                          <p:spTgt spid="63"/>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64"/>
                                        </p:tgtEl>
                                        <p:attrNameLst>
                                          <p:attrName>style.visibility</p:attrName>
                                        </p:attrNameLst>
                                      </p:cBhvr>
                                      <p:to>
                                        <p:strVal val="visible"/>
                                      </p:to>
                                    </p:set>
                                    <p:anim calcmode="lin" valueType="num">
                                      <p:cBhvr>
                                        <p:cTn id="13" dur="500" fill="hold"/>
                                        <p:tgtEl>
                                          <p:spTgt spid="64"/>
                                        </p:tgtEl>
                                        <p:attrNameLst>
                                          <p:attrName>ppt_w</p:attrName>
                                        </p:attrNameLst>
                                      </p:cBhvr>
                                      <p:tavLst>
                                        <p:tav tm="0">
                                          <p:val>
                                            <p:fltVal val="0"/>
                                          </p:val>
                                        </p:tav>
                                        <p:tav tm="100000">
                                          <p:val>
                                            <p:strVal val="#ppt_w"/>
                                          </p:val>
                                        </p:tav>
                                      </p:tavLst>
                                    </p:anim>
                                    <p:anim calcmode="lin" valueType="num">
                                      <p:cBhvr>
                                        <p:cTn id="14" dur="500" fill="hold"/>
                                        <p:tgtEl>
                                          <p:spTgt spid="64"/>
                                        </p:tgtEl>
                                        <p:attrNameLst>
                                          <p:attrName>ppt_h</p:attrName>
                                        </p:attrNameLst>
                                      </p:cBhvr>
                                      <p:tavLst>
                                        <p:tav tm="0">
                                          <p:val>
                                            <p:fltVal val="0"/>
                                          </p:val>
                                        </p:tav>
                                        <p:tav tm="100000">
                                          <p:val>
                                            <p:strVal val="#ppt_h"/>
                                          </p:val>
                                        </p:tav>
                                      </p:tavLst>
                                    </p:anim>
                                    <p:animEffect transition="in" filter="fade">
                                      <p:cBhvr>
                                        <p:cTn id="15" dur="500"/>
                                        <p:tgtEl>
                                          <p:spTgt spid="64"/>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66"/>
                                        </p:tgtEl>
                                        <p:attrNameLst>
                                          <p:attrName>style.visibility</p:attrName>
                                        </p:attrNameLst>
                                      </p:cBhvr>
                                      <p:to>
                                        <p:strVal val="visible"/>
                                      </p:to>
                                    </p:set>
                                    <p:anim calcmode="lin" valueType="num">
                                      <p:cBhvr>
                                        <p:cTn id="25" dur="500" fill="hold"/>
                                        <p:tgtEl>
                                          <p:spTgt spid="66"/>
                                        </p:tgtEl>
                                        <p:attrNameLst>
                                          <p:attrName>ppt_w</p:attrName>
                                        </p:attrNameLst>
                                      </p:cBhvr>
                                      <p:tavLst>
                                        <p:tav tm="0">
                                          <p:val>
                                            <p:fltVal val="0"/>
                                          </p:val>
                                        </p:tav>
                                        <p:tav tm="100000">
                                          <p:val>
                                            <p:strVal val="#ppt_w"/>
                                          </p:val>
                                        </p:tav>
                                      </p:tavLst>
                                    </p:anim>
                                    <p:anim calcmode="lin" valueType="num">
                                      <p:cBhvr>
                                        <p:cTn id="26" dur="500" fill="hold"/>
                                        <p:tgtEl>
                                          <p:spTgt spid="66"/>
                                        </p:tgtEl>
                                        <p:attrNameLst>
                                          <p:attrName>ppt_h</p:attrName>
                                        </p:attrNameLst>
                                      </p:cBhvr>
                                      <p:tavLst>
                                        <p:tav tm="0">
                                          <p:val>
                                            <p:fltVal val="0"/>
                                          </p:val>
                                        </p:tav>
                                        <p:tav tm="100000">
                                          <p:val>
                                            <p:strVal val="#ppt_h"/>
                                          </p:val>
                                        </p:tav>
                                      </p:tavLst>
                                    </p:anim>
                                    <p:animEffect transition="in" filter="fade">
                                      <p:cBhvr>
                                        <p:cTn id="27"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64" grpId="0" animBg="1"/>
      <p:bldP spid="65" grpId="0" animBg="1"/>
      <p:bldP spid="66" grpId="0" animBg="1"/>
    </p:bld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8026959" y="4198287"/>
            <a:ext cx="88012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Simplified Arabic" panose="02020603050405020304" pitchFamily="18" charset="-78"/>
              </a:rPr>
              <a:t></a:t>
            </a:r>
            <a:endParaRPr lang="en-US" sz="3500" dirty="0">
              <a:solidFill>
                <a:prstClr val="white"/>
              </a:solidFill>
              <a:latin typeface="Calibri Light" panose="020F0302020204030204"/>
              <a:cs typeface="Simplified Arabic" panose="02020603050405020304" pitchFamily="18" charset="-78"/>
            </a:endParaRPr>
          </a:p>
        </p:txBody>
      </p:sp>
      <p:sp>
        <p:nvSpPr>
          <p:cNvPr id="14" name="TextBox 13"/>
          <p:cNvSpPr txBox="1"/>
          <p:nvPr/>
        </p:nvSpPr>
        <p:spPr>
          <a:xfrm>
            <a:off x="8017293"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Simplified Arabic" panose="02020603050405020304" pitchFamily="18" charset="-78"/>
              </a:rPr>
              <a:t></a:t>
            </a:r>
            <a:endParaRPr lang="en-US" sz="3500" dirty="0">
              <a:solidFill>
                <a:prstClr val="white"/>
              </a:solidFill>
              <a:latin typeface="Calibri Light" panose="020F0302020204030204"/>
              <a:cs typeface="Simplified Arabic" panose="02020603050405020304" pitchFamily="18" charset="-78"/>
            </a:endParaRPr>
          </a:p>
        </p:txBody>
      </p:sp>
      <p:sp>
        <p:nvSpPr>
          <p:cNvPr id="16" name="TextBox 15"/>
          <p:cNvSpPr txBox="1"/>
          <p:nvPr/>
        </p:nvSpPr>
        <p:spPr>
          <a:xfrm>
            <a:off x="8691980"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Simplified Arabic" panose="02020603050405020304" pitchFamily="18" charset="-78"/>
              </a:rPr>
              <a:t></a:t>
            </a:r>
            <a:endParaRPr lang="en-US" sz="3500" dirty="0">
              <a:solidFill>
                <a:prstClr val="white"/>
              </a:solidFill>
              <a:latin typeface="Calibri Light" panose="020F0302020204030204"/>
              <a:cs typeface="Simplified Arabic" panose="02020603050405020304" pitchFamily="18" charset="-78"/>
            </a:endParaRPr>
          </a:p>
        </p:txBody>
      </p:sp>
      <p:sp>
        <p:nvSpPr>
          <p:cNvPr id="17" name="TextBox 16"/>
          <p:cNvSpPr txBox="1"/>
          <p:nvPr/>
        </p:nvSpPr>
        <p:spPr>
          <a:xfrm>
            <a:off x="8691980"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Simplified Arabic" panose="02020603050405020304" pitchFamily="18" charset="-78"/>
              </a:rPr>
              <a:t></a:t>
            </a:r>
            <a:endParaRPr lang="en-US" sz="3500" dirty="0">
              <a:solidFill>
                <a:prstClr val="white"/>
              </a:solidFill>
              <a:latin typeface="Calibri Light" panose="020F0302020204030204"/>
              <a:cs typeface="Simplified Arabic" panose="02020603050405020304" pitchFamily="18" charset="-78"/>
            </a:endParaRPr>
          </a:p>
        </p:txBody>
      </p:sp>
      <p:sp>
        <p:nvSpPr>
          <p:cNvPr id="18" name="TextBox 17"/>
          <p:cNvSpPr txBox="1"/>
          <p:nvPr/>
        </p:nvSpPr>
        <p:spPr>
          <a:xfrm>
            <a:off x="7906501"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Simplified Arabic" panose="02020603050405020304" pitchFamily="18" charset="-78"/>
              </a:rPr>
              <a:t></a:t>
            </a:r>
            <a:endParaRPr lang="en-US" sz="3500" dirty="0">
              <a:solidFill>
                <a:prstClr val="white"/>
              </a:solidFill>
              <a:latin typeface="Calibri Light" panose="020F0302020204030204"/>
              <a:cs typeface="Simplified Arabic" panose="02020603050405020304" pitchFamily="18" charset="-78"/>
            </a:endParaRPr>
          </a:p>
        </p:txBody>
      </p:sp>
      <p:sp>
        <p:nvSpPr>
          <p:cNvPr id="19" name="TextBox 18"/>
          <p:cNvSpPr txBox="1"/>
          <p:nvPr/>
        </p:nvSpPr>
        <p:spPr>
          <a:xfrm>
            <a:off x="7906501" y="1316975"/>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Simplified Arabic" panose="02020603050405020304" pitchFamily="18" charset="-78"/>
              </a:rPr>
              <a:t></a:t>
            </a:r>
            <a:endParaRPr lang="en-US" sz="3500" dirty="0">
              <a:solidFill>
                <a:prstClr val="white"/>
              </a:solidFill>
              <a:latin typeface="Calibri Light" panose="020F0302020204030204"/>
              <a:cs typeface="Simplified Arabic" panose="02020603050405020304" pitchFamily="18" charset="-78"/>
            </a:endParaRPr>
          </a:p>
        </p:txBody>
      </p:sp>
      <p:sp>
        <p:nvSpPr>
          <p:cNvPr id="20" name="TextBox 19"/>
          <p:cNvSpPr txBox="1"/>
          <p:nvPr/>
        </p:nvSpPr>
        <p:spPr>
          <a:xfrm>
            <a:off x="7093702" y="2230671"/>
            <a:ext cx="623888" cy="477054"/>
          </a:xfrm>
          <a:prstGeom prst="rect">
            <a:avLst/>
          </a:prstGeom>
          <a:noFill/>
          <a:ln>
            <a:noFill/>
          </a:ln>
        </p:spPr>
        <p:txBody>
          <a:bodyPr wrap="square" rtlCol="0">
            <a:spAutoFit/>
          </a:bodyPr>
          <a:lstStyle/>
          <a:p>
            <a:pPr algn="ctr" fontAlgn="auto">
              <a:spcBef>
                <a:spcPts val="0"/>
              </a:spcBef>
              <a:spcAft>
                <a:spcPts val="0"/>
              </a:spcAft>
            </a:pPr>
            <a:r>
              <a:rPr lang="en-US" sz="2500" dirty="0" smtClean="0">
                <a:solidFill>
                  <a:prstClr val="white"/>
                </a:solidFill>
                <a:latin typeface="FontAwesome" pitchFamily="2" charset="0"/>
                <a:cs typeface="Simplified Arabic" panose="02020603050405020304" pitchFamily="18" charset="-78"/>
              </a:rPr>
              <a:t></a:t>
            </a:r>
            <a:endParaRPr lang="en-US" sz="2500" dirty="0">
              <a:solidFill>
                <a:prstClr val="white"/>
              </a:solidFill>
              <a:latin typeface="Calibri Light" panose="020F0302020204030204"/>
              <a:cs typeface="Simplified Arabic" panose="02020603050405020304" pitchFamily="18" charset="-78"/>
            </a:endParaRPr>
          </a:p>
        </p:txBody>
      </p:sp>
      <p:sp>
        <p:nvSpPr>
          <p:cNvPr id="23" name="TextBox 22"/>
          <p:cNvSpPr txBox="1"/>
          <p:nvPr/>
        </p:nvSpPr>
        <p:spPr>
          <a:xfrm>
            <a:off x="5239662" y="1755887"/>
            <a:ext cx="6328561" cy="4031873"/>
          </a:xfrm>
          <a:prstGeom prst="rect">
            <a:avLst/>
          </a:prstGeom>
          <a:noFill/>
        </p:spPr>
        <p:txBody>
          <a:bodyPr wrap="square" rtlCol="0">
            <a:spAutoFit/>
          </a:bodyPr>
          <a:lstStyle/>
          <a:p>
            <a:pPr algn="ctr" rtl="1"/>
            <a:r>
              <a:rPr lang="ar-SA" sz="3200" b="1" dirty="0">
                <a:solidFill>
                  <a:prstClr val="black"/>
                </a:solidFill>
                <a:cs typeface="Simplified Arabic" panose="02020603050405020304" pitchFamily="18" charset="-78"/>
              </a:rPr>
              <a:t>وتظهر الميزات المباشرة لتوظيف الأجهزة الذكية في عملية التعليم، بما تتيحه من فرص أكبر للطلبة في عملية تعلمهم لاحتوائها على العديد من التطبيقات المفيدة في التعلم الالكتروني، واحتوائها كذلك على المقررات الدراسية، هذا فضلاً عن دورها في تنمية العديد من المهارات, مثل: مهارة القراءة والاستماع وحل المشكلات والتفكير</a:t>
            </a:r>
            <a:endParaRPr lang="en-US" sz="3200" b="1" dirty="0">
              <a:solidFill>
                <a:prstClr val="black"/>
              </a:solidFill>
              <a:cs typeface="Simplified Arabic" panose="02020603050405020304" pitchFamily="18" charset="-78"/>
            </a:endParaRPr>
          </a:p>
        </p:txBody>
      </p:sp>
      <p:sp>
        <p:nvSpPr>
          <p:cNvPr id="30" name="Title 2"/>
          <p:cNvSpPr txBox="1">
            <a:spLocks/>
          </p:cNvSpPr>
          <p:nvPr/>
        </p:nvSpPr>
        <p:spPr>
          <a:xfrm>
            <a:off x="1104900" y="455206"/>
            <a:ext cx="10670333" cy="830923"/>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r" rtl="1"/>
            <a:r>
              <a:rPr lang="ar-JO" sz="4000" u="sng" dirty="0">
                <a:solidFill>
                  <a:srgbClr val="237DB9"/>
                </a:solidFill>
                <a:cs typeface="Simplified Arabic" panose="02020603050405020304" pitchFamily="18" charset="-78"/>
              </a:rPr>
              <a:t>ما الذي يميز استخدامها في التعليم؟</a:t>
            </a:r>
            <a:endParaRPr lang="en-US" sz="4000" u="sng" dirty="0">
              <a:solidFill>
                <a:srgbClr val="237DB9"/>
              </a:solidFill>
              <a:cs typeface="+mn-cs"/>
            </a:endParaRPr>
          </a:p>
        </p:txBody>
      </p:sp>
      <p:grpSp>
        <p:nvGrpSpPr>
          <p:cNvPr id="22" name="Group 21"/>
          <p:cNvGrpSpPr/>
          <p:nvPr/>
        </p:nvGrpSpPr>
        <p:grpSpPr>
          <a:xfrm>
            <a:off x="963330" y="1140872"/>
            <a:ext cx="3692649" cy="5267406"/>
            <a:chOff x="1435666" y="1230239"/>
            <a:chExt cx="3692649" cy="5267406"/>
          </a:xfrm>
        </p:grpSpPr>
        <p:grpSp>
          <p:nvGrpSpPr>
            <p:cNvPr id="24" name="Group 23"/>
            <p:cNvGrpSpPr/>
            <p:nvPr/>
          </p:nvGrpSpPr>
          <p:grpSpPr>
            <a:xfrm>
              <a:off x="1435666" y="1230239"/>
              <a:ext cx="2509842" cy="5170509"/>
              <a:chOff x="2282831" y="946155"/>
              <a:chExt cx="2509842" cy="5170509"/>
            </a:xfrm>
          </p:grpSpPr>
          <p:pic>
            <p:nvPicPr>
              <p:cNvPr id="77" name="Picture 35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82831" y="946155"/>
                <a:ext cx="2054228" cy="5135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Freeform 352"/>
              <p:cNvSpPr>
                <a:spLocks/>
              </p:cNvSpPr>
              <p:nvPr/>
            </p:nvSpPr>
            <p:spPr bwMode="auto">
              <a:xfrm>
                <a:off x="2493969" y="1082681"/>
                <a:ext cx="1895478" cy="5033983"/>
              </a:xfrm>
              <a:custGeom>
                <a:avLst/>
                <a:gdLst>
                  <a:gd name="T0" fmla="*/ 858 w 858"/>
                  <a:gd name="T1" fmla="*/ 1828 h 2279"/>
                  <a:gd name="T2" fmla="*/ 774 w 858"/>
                  <a:gd name="T3" fmla="*/ 1957 h 2279"/>
                  <a:gd name="T4" fmla="*/ 84 w 858"/>
                  <a:gd name="T5" fmla="*/ 2259 h 2279"/>
                  <a:gd name="T6" fmla="*/ 0 w 858"/>
                  <a:gd name="T7" fmla="*/ 2203 h 2279"/>
                  <a:gd name="T8" fmla="*/ 0 w 858"/>
                  <a:gd name="T9" fmla="*/ 451 h 2279"/>
                  <a:gd name="T10" fmla="*/ 84 w 858"/>
                  <a:gd name="T11" fmla="*/ 322 h 2279"/>
                  <a:gd name="T12" fmla="*/ 774 w 858"/>
                  <a:gd name="T13" fmla="*/ 21 h 2279"/>
                  <a:gd name="T14" fmla="*/ 858 w 858"/>
                  <a:gd name="T15" fmla="*/ 76 h 2279"/>
                  <a:gd name="T16" fmla="*/ 858 w 858"/>
                  <a:gd name="T17" fmla="*/ 1828 h 2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8" h="2279">
                    <a:moveTo>
                      <a:pt x="858" y="1828"/>
                    </a:moveTo>
                    <a:cubicBezTo>
                      <a:pt x="858" y="1879"/>
                      <a:pt x="820" y="1937"/>
                      <a:pt x="774" y="1957"/>
                    </a:cubicBezTo>
                    <a:cubicBezTo>
                      <a:pt x="84" y="2259"/>
                      <a:pt x="84" y="2259"/>
                      <a:pt x="84" y="2259"/>
                    </a:cubicBezTo>
                    <a:cubicBezTo>
                      <a:pt x="38" y="2279"/>
                      <a:pt x="0" y="2254"/>
                      <a:pt x="0" y="2203"/>
                    </a:cubicBezTo>
                    <a:cubicBezTo>
                      <a:pt x="0" y="451"/>
                      <a:pt x="0" y="451"/>
                      <a:pt x="0" y="451"/>
                    </a:cubicBezTo>
                    <a:cubicBezTo>
                      <a:pt x="0" y="401"/>
                      <a:pt x="38" y="343"/>
                      <a:pt x="84" y="322"/>
                    </a:cubicBezTo>
                    <a:cubicBezTo>
                      <a:pt x="774" y="21"/>
                      <a:pt x="774" y="21"/>
                      <a:pt x="774" y="21"/>
                    </a:cubicBezTo>
                    <a:cubicBezTo>
                      <a:pt x="820" y="0"/>
                      <a:pt x="858" y="25"/>
                      <a:pt x="858" y="76"/>
                    </a:cubicBezTo>
                    <a:cubicBezTo>
                      <a:pt x="858" y="1828"/>
                      <a:pt x="858" y="1828"/>
                      <a:pt x="858" y="1828"/>
                    </a:cubicBezTo>
                  </a:path>
                </a:pathLst>
              </a:custGeom>
              <a:solidFill>
                <a:srgbClr val="C7C9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79" name="Freeform 353"/>
              <p:cNvSpPr>
                <a:spLocks/>
              </p:cNvSpPr>
              <p:nvPr/>
            </p:nvSpPr>
            <p:spPr bwMode="auto">
              <a:xfrm>
                <a:off x="2493969" y="1617670"/>
                <a:ext cx="1895478" cy="3994167"/>
              </a:xfrm>
              <a:custGeom>
                <a:avLst/>
                <a:gdLst>
                  <a:gd name="T0" fmla="*/ 0 w 1194"/>
                  <a:gd name="T1" fmla="*/ 523 h 2516"/>
                  <a:gd name="T2" fmla="*/ 0 w 1194"/>
                  <a:gd name="T3" fmla="*/ 2516 h 2516"/>
                  <a:gd name="T4" fmla="*/ 1194 w 1194"/>
                  <a:gd name="T5" fmla="*/ 1994 h 2516"/>
                  <a:gd name="T6" fmla="*/ 1194 w 1194"/>
                  <a:gd name="T7" fmla="*/ 0 h 2516"/>
                  <a:gd name="T8" fmla="*/ 0 w 1194"/>
                  <a:gd name="T9" fmla="*/ 523 h 2516"/>
                </a:gdLst>
                <a:ahLst/>
                <a:cxnLst>
                  <a:cxn ang="0">
                    <a:pos x="T0" y="T1"/>
                  </a:cxn>
                  <a:cxn ang="0">
                    <a:pos x="T2" y="T3"/>
                  </a:cxn>
                  <a:cxn ang="0">
                    <a:pos x="T4" y="T5"/>
                  </a:cxn>
                  <a:cxn ang="0">
                    <a:pos x="T6" y="T7"/>
                  </a:cxn>
                  <a:cxn ang="0">
                    <a:pos x="T8" y="T9"/>
                  </a:cxn>
                </a:cxnLst>
                <a:rect l="0" t="0" r="r" b="b"/>
                <a:pathLst>
                  <a:path w="1194" h="2516">
                    <a:moveTo>
                      <a:pt x="0" y="523"/>
                    </a:moveTo>
                    <a:lnTo>
                      <a:pt x="0" y="2516"/>
                    </a:lnTo>
                    <a:lnTo>
                      <a:pt x="1194" y="1994"/>
                    </a:lnTo>
                    <a:lnTo>
                      <a:pt x="1194" y="0"/>
                    </a:lnTo>
                    <a:lnTo>
                      <a:pt x="0" y="523"/>
                    </a:lnTo>
                    <a:close/>
                  </a:path>
                </a:pathLst>
              </a:custGeom>
              <a:solidFill>
                <a:srgbClr val="2D2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0" name="Freeform 354"/>
              <p:cNvSpPr>
                <a:spLocks/>
              </p:cNvSpPr>
              <p:nvPr/>
            </p:nvSpPr>
            <p:spPr bwMode="auto">
              <a:xfrm>
                <a:off x="2493969" y="1617670"/>
                <a:ext cx="1895478" cy="3994167"/>
              </a:xfrm>
              <a:custGeom>
                <a:avLst/>
                <a:gdLst>
                  <a:gd name="T0" fmla="*/ 0 w 1194"/>
                  <a:gd name="T1" fmla="*/ 523 h 2516"/>
                  <a:gd name="T2" fmla="*/ 0 w 1194"/>
                  <a:gd name="T3" fmla="*/ 2516 h 2516"/>
                  <a:gd name="T4" fmla="*/ 1194 w 1194"/>
                  <a:gd name="T5" fmla="*/ 1994 h 2516"/>
                  <a:gd name="T6" fmla="*/ 1194 w 1194"/>
                  <a:gd name="T7" fmla="*/ 0 h 2516"/>
                  <a:gd name="T8" fmla="*/ 0 w 1194"/>
                  <a:gd name="T9" fmla="*/ 523 h 2516"/>
                </a:gdLst>
                <a:ahLst/>
                <a:cxnLst>
                  <a:cxn ang="0">
                    <a:pos x="T0" y="T1"/>
                  </a:cxn>
                  <a:cxn ang="0">
                    <a:pos x="T2" y="T3"/>
                  </a:cxn>
                  <a:cxn ang="0">
                    <a:pos x="T4" y="T5"/>
                  </a:cxn>
                  <a:cxn ang="0">
                    <a:pos x="T6" y="T7"/>
                  </a:cxn>
                  <a:cxn ang="0">
                    <a:pos x="T8" y="T9"/>
                  </a:cxn>
                </a:cxnLst>
                <a:rect l="0" t="0" r="r" b="b"/>
                <a:pathLst>
                  <a:path w="1194" h="2516">
                    <a:moveTo>
                      <a:pt x="0" y="523"/>
                    </a:moveTo>
                    <a:lnTo>
                      <a:pt x="0" y="2516"/>
                    </a:lnTo>
                    <a:lnTo>
                      <a:pt x="1194" y="1994"/>
                    </a:lnTo>
                    <a:lnTo>
                      <a:pt x="1194" y="0"/>
                    </a:lnTo>
                    <a:lnTo>
                      <a:pt x="0" y="5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pic>
            <p:nvPicPr>
              <p:cNvPr id="81" name="Picture 35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82831" y="2306648"/>
                <a:ext cx="217488" cy="33147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Freeform 356"/>
              <p:cNvSpPr>
                <a:spLocks/>
              </p:cNvSpPr>
              <p:nvPr/>
            </p:nvSpPr>
            <p:spPr bwMode="auto">
              <a:xfrm>
                <a:off x="3259145" y="1811346"/>
                <a:ext cx="82550" cy="101600"/>
              </a:xfrm>
              <a:custGeom>
                <a:avLst/>
                <a:gdLst>
                  <a:gd name="T0" fmla="*/ 37 w 37"/>
                  <a:gd name="T1" fmla="*/ 19 h 46"/>
                  <a:gd name="T2" fmla="*/ 18 w 37"/>
                  <a:gd name="T3" fmla="*/ 44 h 46"/>
                  <a:gd name="T4" fmla="*/ 0 w 37"/>
                  <a:gd name="T5" fmla="*/ 27 h 46"/>
                  <a:gd name="T6" fmla="*/ 18 w 37"/>
                  <a:gd name="T7" fmla="*/ 2 h 46"/>
                  <a:gd name="T8" fmla="*/ 37 w 37"/>
                  <a:gd name="T9" fmla="*/ 19 h 46"/>
                </a:gdLst>
                <a:ahLst/>
                <a:cxnLst>
                  <a:cxn ang="0">
                    <a:pos x="T0" y="T1"/>
                  </a:cxn>
                  <a:cxn ang="0">
                    <a:pos x="T2" y="T3"/>
                  </a:cxn>
                  <a:cxn ang="0">
                    <a:pos x="T4" y="T5"/>
                  </a:cxn>
                  <a:cxn ang="0">
                    <a:pos x="T6" y="T7"/>
                  </a:cxn>
                  <a:cxn ang="0">
                    <a:pos x="T8" y="T9"/>
                  </a:cxn>
                </a:cxnLst>
                <a:rect l="0" t="0" r="r" b="b"/>
                <a:pathLst>
                  <a:path w="37" h="46">
                    <a:moveTo>
                      <a:pt x="37" y="19"/>
                    </a:moveTo>
                    <a:cubicBezTo>
                      <a:pt x="37" y="30"/>
                      <a:pt x="28" y="41"/>
                      <a:pt x="18" y="44"/>
                    </a:cubicBezTo>
                    <a:cubicBezTo>
                      <a:pt x="8" y="46"/>
                      <a:pt x="0" y="39"/>
                      <a:pt x="0" y="27"/>
                    </a:cubicBezTo>
                    <a:cubicBezTo>
                      <a:pt x="0" y="16"/>
                      <a:pt x="8" y="5"/>
                      <a:pt x="18" y="2"/>
                    </a:cubicBezTo>
                    <a:cubicBezTo>
                      <a:pt x="28" y="0"/>
                      <a:pt x="37" y="7"/>
                      <a:pt x="37" y="19"/>
                    </a:cubicBezTo>
                    <a:close/>
                  </a:path>
                </a:pathLst>
              </a:custGeom>
              <a:solidFill>
                <a:srgbClr val="313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3" name="Freeform 357"/>
              <p:cNvSpPr>
                <a:spLocks/>
              </p:cNvSpPr>
              <p:nvPr/>
            </p:nvSpPr>
            <p:spPr bwMode="auto">
              <a:xfrm>
                <a:off x="3382970" y="1755783"/>
                <a:ext cx="82550" cy="104775"/>
              </a:xfrm>
              <a:custGeom>
                <a:avLst/>
                <a:gdLst>
                  <a:gd name="T0" fmla="*/ 37 w 37"/>
                  <a:gd name="T1" fmla="*/ 19 h 47"/>
                  <a:gd name="T2" fmla="*/ 18 w 37"/>
                  <a:gd name="T3" fmla="*/ 44 h 47"/>
                  <a:gd name="T4" fmla="*/ 0 w 37"/>
                  <a:gd name="T5" fmla="*/ 28 h 47"/>
                  <a:gd name="T6" fmla="*/ 18 w 37"/>
                  <a:gd name="T7" fmla="*/ 3 h 47"/>
                  <a:gd name="T8" fmla="*/ 37 w 37"/>
                  <a:gd name="T9" fmla="*/ 19 h 47"/>
                </a:gdLst>
                <a:ahLst/>
                <a:cxnLst>
                  <a:cxn ang="0">
                    <a:pos x="T0" y="T1"/>
                  </a:cxn>
                  <a:cxn ang="0">
                    <a:pos x="T2" y="T3"/>
                  </a:cxn>
                  <a:cxn ang="0">
                    <a:pos x="T4" y="T5"/>
                  </a:cxn>
                  <a:cxn ang="0">
                    <a:pos x="T6" y="T7"/>
                  </a:cxn>
                  <a:cxn ang="0">
                    <a:pos x="T8" y="T9"/>
                  </a:cxn>
                </a:cxnLst>
                <a:rect l="0" t="0" r="r" b="b"/>
                <a:pathLst>
                  <a:path w="37" h="47">
                    <a:moveTo>
                      <a:pt x="37" y="19"/>
                    </a:moveTo>
                    <a:cubicBezTo>
                      <a:pt x="37" y="30"/>
                      <a:pt x="28" y="42"/>
                      <a:pt x="18" y="44"/>
                    </a:cubicBezTo>
                    <a:cubicBezTo>
                      <a:pt x="8" y="47"/>
                      <a:pt x="0" y="39"/>
                      <a:pt x="0" y="28"/>
                    </a:cubicBezTo>
                    <a:cubicBezTo>
                      <a:pt x="0" y="16"/>
                      <a:pt x="8" y="5"/>
                      <a:pt x="18" y="3"/>
                    </a:cubicBezTo>
                    <a:cubicBezTo>
                      <a:pt x="28" y="0"/>
                      <a:pt x="37" y="7"/>
                      <a:pt x="37" y="19"/>
                    </a:cubicBezTo>
                    <a:close/>
                  </a:path>
                </a:pathLst>
              </a:custGeom>
              <a:solidFill>
                <a:srgbClr val="313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4" name="Freeform 358"/>
              <p:cNvSpPr>
                <a:spLocks/>
              </p:cNvSpPr>
              <p:nvPr/>
            </p:nvSpPr>
            <p:spPr bwMode="auto">
              <a:xfrm>
                <a:off x="3506796" y="1703396"/>
                <a:ext cx="82550" cy="101600"/>
              </a:xfrm>
              <a:custGeom>
                <a:avLst/>
                <a:gdLst>
                  <a:gd name="T0" fmla="*/ 37 w 37"/>
                  <a:gd name="T1" fmla="*/ 18 h 46"/>
                  <a:gd name="T2" fmla="*/ 18 w 37"/>
                  <a:gd name="T3" fmla="*/ 44 h 46"/>
                  <a:gd name="T4" fmla="*/ 0 w 37"/>
                  <a:gd name="T5" fmla="*/ 27 h 46"/>
                  <a:gd name="T6" fmla="*/ 18 w 37"/>
                  <a:gd name="T7" fmla="*/ 2 h 46"/>
                  <a:gd name="T8" fmla="*/ 37 w 37"/>
                  <a:gd name="T9" fmla="*/ 18 h 46"/>
                </a:gdLst>
                <a:ahLst/>
                <a:cxnLst>
                  <a:cxn ang="0">
                    <a:pos x="T0" y="T1"/>
                  </a:cxn>
                  <a:cxn ang="0">
                    <a:pos x="T2" y="T3"/>
                  </a:cxn>
                  <a:cxn ang="0">
                    <a:pos x="T4" y="T5"/>
                  </a:cxn>
                  <a:cxn ang="0">
                    <a:pos x="T6" y="T7"/>
                  </a:cxn>
                  <a:cxn ang="0">
                    <a:pos x="T8" y="T9"/>
                  </a:cxn>
                </a:cxnLst>
                <a:rect l="0" t="0" r="r" b="b"/>
                <a:pathLst>
                  <a:path w="37" h="46">
                    <a:moveTo>
                      <a:pt x="37" y="18"/>
                    </a:moveTo>
                    <a:cubicBezTo>
                      <a:pt x="37" y="30"/>
                      <a:pt x="28" y="41"/>
                      <a:pt x="18" y="44"/>
                    </a:cubicBezTo>
                    <a:cubicBezTo>
                      <a:pt x="8" y="46"/>
                      <a:pt x="0" y="39"/>
                      <a:pt x="0" y="27"/>
                    </a:cubicBezTo>
                    <a:cubicBezTo>
                      <a:pt x="0" y="16"/>
                      <a:pt x="8" y="4"/>
                      <a:pt x="18" y="2"/>
                    </a:cubicBezTo>
                    <a:cubicBezTo>
                      <a:pt x="28" y="0"/>
                      <a:pt x="37" y="7"/>
                      <a:pt x="37" y="18"/>
                    </a:cubicBezTo>
                    <a:close/>
                  </a:path>
                </a:pathLst>
              </a:custGeom>
              <a:solidFill>
                <a:srgbClr val="313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5" name="Freeform 359"/>
              <p:cNvSpPr>
                <a:spLocks/>
              </p:cNvSpPr>
              <p:nvPr/>
            </p:nvSpPr>
            <p:spPr bwMode="auto">
              <a:xfrm>
                <a:off x="3630621" y="1647833"/>
                <a:ext cx="82550" cy="104775"/>
              </a:xfrm>
              <a:custGeom>
                <a:avLst/>
                <a:gdLst>
                  <a:gd name="T0" fmla="*/ 37 w 37"/>
                  <a:gd name="T1" fmla="*/ 19 h 47"/>
                  <a:gd name="T2" fmla="*/ 18 w 37"/>
                  <a:gd name="T3" fmla="*/ 44 h 47"/>
                  <a:gd name="T4" fmla="*/ 0 w 37"/>
                  <a:gd name="T5" fmla="*/ 28 h 47"/>
                  <a:gd name="T6" fmla="*/ 18 w 37"/>
                  <a:gd name="T7" fmla="*/ 2 h 47"/>
                  <a:gd name="T8" fmla="*/ 37 w 37"/>
                  <a:gd name="T9" fmla="*/ 19 h 47"/>
                </a:gdLst>
                <a:ahLst/>
                <a:cxnLst>
                  <a:cxn ang="0">
                    <a:pos x="T0" y="T1"/>
                  </a:cxn>
                  <a:cxn ang="0">
                    <a:pos x="T2" y="T3"/>
                  </a:cxn>
                  <a:cxn ang="0">
                    <a:pos x="T4" y="T5"/>
                  </a:cxn>
                  <a:cxn ang="0">
                    <a:pos x="T6" y="T7"/>
                  </a:cxn>
                  <a:cxn ang="0">
                    <a:pos x="T8" y="T9"/>
                  </a:cxn>
                </a:cxnLst>
                <a:rect l="0" t="0" r="r" b="b"/>
                <a:pathLst>
                  <a:path w="37" h="47">
                    <a:moveTo>
                      <a:pt x="37" y="19"/>
                    </a:moveTo>
                    <a:cubicBezTo>
                      <a:pt x="37" y="30"/>
                      <a:pt x="28" y="42"/>
                      <a:pt x="18" y="44"/>
                    </a:cubicBezTo>
                    <a:cubicBezTo>
                      <a:pt x="8" y="47"/>
                      <a:pt x="0" y="39"/>
                      <a:pt x="0" y="28"/>
                    </a:cubicBezTo>
                    <a:cubicBezTo>
                      <a:pt x="0" y="16"/>
                      <a:pt x="8" y="5"/>
                      <a:pt x="18" y="2"/>
                    </a:cubicBezTo>
                    <a:cubicBezTo>
                      <a:pt x="28" y="0"/>
                      <a:pt x="37" y="7"/>
                      <a:pt x="37" y="19"/>
                    </a:cubicBezTo>
                    <a:close/>
                  </a:path>
                </a:pathLst>
              </a:custGeom>
              <a:solidFill>
                <a:srgbClr val="313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6" name="Freeform 360"/>
              <p:cNvSpPr>
                <a:spLocks noEditPoints="1"/>
              </p:cNvSpPr>
              <p:nvPr/>
            </p:nvSpPr>
            <p:spPr bwMode="auto">
              <a:xfrm>
                <a:off x="2609857" y="5534049"/>
                <a:ext cx="1296990" cy="554040"/>
              </a:xfrm>
              <a:custGeom>
                <a:avLst/>
                <a:gdLst>
                  <a:gd name="T0" fmla="*/ 0 w 587"/>
                  <a:gd name="T1" fmla="*/ 251 h 251"/>
                  <a:gd name="T2" fmla="*/ 0 w 587"/>
                  <a:gd name="T3" fmla="*/ 251 h 251"/>
                  <a:gd name="T4" fmla="*/ 0 w 587"/>
                  <a:gd name="T5" fmla="*/ 251 h 251"/>
                  <a:gd name="T6" fmla="*/ 0 w 587"/>
                  <a:gd name="T7" fmla="*/ 251 h 251"/>
                  <a:gd name="T8" fmla="*/ 30 w 587"/>
                  <a:gd name="T9" fmla="*/ 244 h 251"/>
                  <a:gd name="T10" fmla="*/ 0 w 587"/>
                  <a:gd name="T11" fmla="*/ 251 h 251"/>
                  <a:gd name="T12" fmla="*/ 30 w 587"/>
                  <a:gd name="T13" fmla="*/ 244 h 251"/>
                  <a:gd name="T14" fmla="*/ 31 w 587"/>
                  <a:gd name="T15" fmla="*/ 244 h 251"/>
                  <a:gd name="T16" fmla="*/ 31 w 587"/>
                  <a:gd name="T17" fmla="*/ 244 h 251"/>
                  <a:gd name="T18" fmla="*/ 31 w 587"/>
                  <a:gd name="T19" fmla="*/ 244 h 251"/>
                  <a:gd name="T20" fmla="*/ 587 w 587"/>
                  <a:gd name="T21" fmla="*/ 0 h 251"/>
                  <a:gd name="T22" fmla="*/ 31 w 587"/>
                  <a:gd name="T23" fmla="*/ 244 h 251"/>
                  <a:gd name="T24" fmla="*/ 587 w 587"/>
                  <a:gd name="T25"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7" h="251">
                    <a:moveTo>
                      <a:pt x="0" y="251"/>
                    </a:moveTo>
                    <a:cubicBezTo>
                      <a:pt x="0" y="251"/>
                      <a:pt x="0" y="251"/>
                      <a:pt x="0" y="251"/>
                    </a:cubicBezTo>
                    <a:cubicBezTo>
                      <a:pt x="0" y="251"/>
                      <a:pt x="0" y="251"/>
                      <a:pt x="0" y="251"/>
                    </a:cubicBezTo>
                    <a:cubicBezTo>
                      <a:pt x="0" y="251"/>
                      <a:pt x="0" y="251"/>
                      <a:pt x="0" y="251"/>
                    </a:cubicBezTo>
                    <a:moveTo>
                      <a:pt x="30" y="244"/>
                    </a:moveTo>
                    <a:cubicBezTo>
                      <a:pt x="20" y="249"/>
                      <a:pt x="10" y="251"/>
                      <a:pt x="0" y="251"/>
                    </a:cubicBezTo>
                    <a:cubicBezTo>
                      <a:pt x="10" y="251"/>
                      <a:pt x="20" y="249"/>
                      <a:pt x="30" y="244"/>
                    </a:cubicBezTo>
                    <a:moveTo>
                      <a:pt x="31" y="244"/>
                    </a:moveTo>
                    <a:cubicBezTo>
                      <a:pt x="31" y="244"/>
                      <a:pt x="31" y="244"/>
                      <a:pt x="31" y="244"/>
                    </a:cubicBezTo>
                    <a:cubicBezTo>
                      <a:pt x="31" y="244"/>
                      <a:pt x="31" y="244"/>
                      <a:pt x="31" y="244"/>
                    </a:cubicBezTo>
                    <a:moveTo>
                      <a:pt x="587" y="0"/>
                    </a:moveTo>
                    <a:cubicBezTo>
                      <a:pt x="31" y="244"/>
                      <a:pt x="31" y="244"/>
                      <a:pt x="31" y="244"/>
                    </a:cubicBezTo>
                    <a:cubicBezTo>
                      <a:pt x="587" y="0"/>
                      <a:pt x="587" y="0"/>
                      <a:pt x="587"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7" name="Freeform 361"/>
              <p:cNvSpPr>
                <a:spLocks noEditPoints="1"/>
              </p:cNvSpPr>
              <p:nvPr/>
            </p:nvSpPr>
            <p:spPr bwMode="auto">
              <a:xfrm>
                <a:off x="2493969" y="1727208"/>
                <a:ext cx="1412877" cy="4360881"/>
              </a:xfrm>
              <a:custGeom>
                <a:avLst/>
                <a:gdLst>
                  <a:gd name="T0" fmla="*/ 625 w 640"/>
                  <a:gd name="T1" fmla="*/ 1670 h 1974"/>
                  <a:gd name="T2" fmla="*/ 183 w 640"/>
                  <a:gd name="T3" fmla="*/ 1863 h 1974"/>
                  <a:gd name="T4" fmla="*/ 171 w 640"/>
                  <a:gd name="T5" fmla="*/ 1855 h 1974"/>
                  <a:gd name="T6" fmla="*/ 171 w 640"/>
                  <a:gd name="T7" fmla="*/ 1684 h 1974"/>
                  <a:gd name="T8" fmla="*/ 0 w 640"/>
                  <a:gd name="T9" fmla="*/ 1758 h 1974"/>
                  <a:gd name="T10" fmla="*/ 0 w 640"/>
                  <a:gd name="T11" fmla="*/ 1911 h 1974"/>
                  <a:gd name="T12" fmla="*/ 53 w 640"/>
                  <a:gd name="T13" fmla="*/ 1974 h 1974"/>
                  <a:gd name="T14" fmla="*/ 53 w 640"/>
                  <a:gd name="T15" fmla="*/ 1974 h 1974"/>
                  <a:gd name="T16" fmla="*/ 53 w 640"/>
                  <a:gd name="T17" fmla="*/ 1974 h 1974"/>
                  <a:gd name="T18" fmla="*/ 83 w 640"/>
                  <a:gd name="T19" fmla="*/ 1967 h 1974"/>
                  <a:gd name="T20" fmla="*/ 84 w 640"/>
                  <a:gd name="T21" fmla="*/ 1967 h 1974"/>
                  <a:gd name="T22" fmla="*/ 84 w 640"/>
                  <a:gd name="T23" fmla="*/ 1967 h 1974"/>
                  <a:gd name="T24" fmla="*/ 84 w 640"/>
                  <a:gd name="T25" fmla="*/ 1967 h 1974"/>
                  <a:gd name="T26" fmla="*/ 84 w 640"/>
                  <a:gd name="T27" fmla="*/ 1967 h 1974"/>
                  <a:gd name="T28" fmla="*/ 640 w 640"/>
                  <a:gd name="T29" fmla="*/ 1723 h 1974"/>
                  <a:gd name="T30" fmla="*/ 625 w 640"/>
                  <a:gd name="T31" fmla="*/ 1670 h 1974"/>
                  <a:gd name="T32" fmla="*/ 154 w 640"/>
                  <a:gd name="T33" fmla="*/ 0 h 1974"/>
                  <a:gd name="T34" fmla="*/ 84 w 640"/>
                  <a:gd name="T35" fmla="*/ 30 h 1974"/>
                  <a:gd name="T36" fmla="*/ 0 w 640"/>
                  <a:gd name="T37" fmla="*/ 159 h 1974"/>
                  <a:gd name="T38" fmla="*/ 0 w 640"/>
                  <a:gd name="T39" fmla="*/ 326 h 1974"/>
                  <a:gd name="T40" fmla="*/ 219 w 640"/>
                  <a:gd name="T41" fmla="*/ 230 h 1974"/>
                  <a:gd name="T42" fmla="*/ 154 w 640"/>
                  <a:gd name="T43" fmla="*/ 0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0" h="1974">
                    <a:moveTo>
                      <a:pt x="625" y="1670"/>
                    </a:moveTo>
                    <a:cubicBezTo>
                      <a:pt x="183" y="1863"/>
                      <a:pt x="183" y="1863"/>
                      <a:pt x="183" y="1863"/>
                    </a:cubicBezTo>
                    <a:cubicBezTo>
                      <a:pt x="171" y="1855"/>
                      <a:pt x="171" y="1855"/>
                      <a:pt x="171" y="1855"/>
                    </a:cubicBezTo>
                    <a:cubicBezTo>
                      <a:pt x="171" y="1684"/>
                      <a:pt x="171" y="1684"/>
                      <a:pt x="171" y="1684"/>
                    </a:cubicBezTo>
                    <a:cubicBezTo>
                      <a:pt x="0" y="1758"/>
                      <a:pt x="0" y="1758"/>
                      <a:pt x="0" y="1758"/>
                    </a:cubicBezTo>
                    <a:cubicBezTo>
                      <a:pt x="0" y="1911"/>
                      <a:pt x="0" y="1911"/>
                      <a:pt x="0" y="1911"/>
                    </a:cubicBezTo>
                    <a:cubicBezTo>
                      <a:pt x="0" y="1950"/>
                      <a:pt x="22" y="1974"/>
                      <a:pt x="53" y="1974"/>
                    </a:cubicBezTo>
                    <a:cubicBezTo>
                      <a:pt x="53" y="1974"/>
                      <a:pt x="53" y="1974"/>
                      <a:pt x="53" y="1974"/>
                    </a:cubicBezTo>
                    <a:cubicBezTo>
                      <a:pt x="53" y="1974"/>
                      <a:pt x="53" y="1974"/>
                      <a:pt x="53" y="1974"/>
                    </a:cubicBezTo>
                    <a:cubicBezTo>
                      <a:pt x="63" y="1974"/>
                      <a:pt x="73" y="1972"/>
                      <a:pt x="83" y="1967"/>
                    </a:cubicBezTo>
                    <a:cubicBezTo>
                      <a:pt x="84" y="1967"/>
                      <a:pt x="84" y="1967"/>
                      <a:pt x="84" y="1967"/>
                    </a:cubicBezTo>
                    <a:cubicBezTo>
                      <a:pt x="84" y="1967"/>
                      <a:pt x="84" y="1967"/>
                      <a:pt x="84" y="1967"/>
                    </a:cubicBezTo>
                    <a:cubicBezTo>
                      <a:pt x="84" y="1967"/>
                      <a:pt x="84" y="1967"/>
                      <a:pt x="84" y="1967"/>
                    </a:cubicBezTo>
                    <a:cubicBezTo>
                      <a:pt x="84" y="1967"/>
                      <a:pt x="84" y="1967"/>
                      <a:pt x="84" y="1967"/>
                    </a:cubicBezTo>
                    <a:cubicBezTo>
                      <a:pt x="640" y="1723"/>
                      <a:pt x="640" y="1723"/>
                      <a:pt x="640" y="1723"/>
                    </a:cubicBezTo>
                    <a:cubicBezTo>
                      <a:pt x="625" y="1670"/>
                      <a:pt x="625" y="1670"/>
                      <a:pt x="625" y="1670"/>
                    </a:cubicBezTo>
                    <a:moveTo>
                      <a:pt x="154" y="0"/>
                    </a:moveTo>
                    <a:cubicBezTo>
                      <a:pt x="84" y="30"/>
                      <a:pt x="84" y="30"/>
                      <a:pt x="84" y="30"/>
                    </a:cubicBezTo>
                    <a:cubicBezTo>
                      <a:pt x="38" y="51"/>
                      <a:pt x="0" y="109"/>
                      <a:pt x="0" y="159"/>
                    </a:cubicBezTo>
                    <a:cubicBezTo>
                      <a:pt x="0" y="326"/>
                      <a:pt x="0" y="326"/>
                      <a:pt x="0" y="326"/>
                    </a:cubicBezTo>
                    <a:cubicBezTo>
                      <a:pt x="219" y="230"/>
                      <a:pt x="219" y="230"/>
                      <a:pt x="219" y="230"/>
                    </a:cubicBezTo>
                    <a:cubicBezTo>
                      <a:pt x="154" y="0"/>
                      <a:pt x="154" y="0"/>
                      <a:pt x="154" y="0"/>
                    </a:cubicBezTo>
                  </a:path>
                </a:pathLst>
              </a:custGeom>
              <a:solidFill>
                <a:srgbClr val="CE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8" name="Freeform 362"/>
              <p:cNvSpPr>
                <a:spLocks/>
              </p:cNvSpPr>
              <p:nvPr/>
            </p:nvSpPr>
            <p:spPr bwMode="auto">
              <a:xfrm>
                <a:off x="2493969" y="2235210"/>
                <a:ext cx="577851" cy="3376626"/>
              </a:xfrm>
              <a:custGeom>
                <a:avLst/>
                <a:gdLst>
                  <a:gd name="T0" fmla="*/ 304 w 364"/>
                  <a:gd name="T1" fmla="*/ 0 h 2127"/>
                  <a:gd name="T2" fmla="*/ 0 w 364"/>
                  <a:gd name="T3" fmla="*/ 134 h 2127"/>
                  <a:gd name="T4" fmla="*/ 0 w 364"/>
                  <a:gd name="T5" fmla="*/ 2127 h 2127"/>
                  <a:gd name="T6" fmla="*/ 238 w 364"/>
                  <a:gd name="T7" fmla="*/ 2024 h 2127"/>
                  <a:gd name="T8" fmla="*/ 238 w 364"/>
                  <a:gd name="T9" fmla="*/ 269 h 2127"/>
                  <a:gd name="T10" fmla="*/ 254 w 364"/>
                  <a:gd name="T11" fmla="*/ 279 h 2127"/>
                  <a:gd name="T12" fmla="*/ 238 w 364"/>
                  <a:gd name="T13" fmla="*/ 267 h 2127"/>
                  <a:gd name="T14" fmla="*/ 364 w 364"/>
                  <a:gd name="T15" fmla="*/ 212 h 2127"/>
                  <a:gd name="T16" fmla="*/ 304 w 364"/>
                  <a:gd name="T17" fmla="*/ 0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4" h="2127">
                    <a:moveTo>
                      <a:pt x="304" y="0"/>
                    </a:moveTo>
                    <a:lnTo>
                      <a:pt x="0" y="134"/>
                    </a:lnTo>
                    <a:lnTo>
                      <a:pt x="0" y="2127"/>
                    </a:lnTo>
                    <a:lnTo>
                      <a:pt x="238" y="2024"/>
                    </a:lnTo>
                    <a:lnTo>
                      <a:pt x="238" y="269"/>
                    </a:lnTo>
                    <a:lnTo>
                      <a:pt x="254" y="279"/>
                    </a:lnTo>
                    <a:lnTo>
                      <a:pt x="238" y="267"/>
                    </a:lnTo>
                    <a:lnTo>
                      <a:pt x="364" y="212"/>
                    </a:lnTo>
                    <a:lnTo>
                      <a:pt x="304" y="0"/>
                    </a:lnTo>
                    <a:close/>
                  </a:path>
                </a:pathLst>
              </a:custGeom>
              <a:solidFill>
                <a:srgbClr val="48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89" name="Freeform 363"/>
              <p:cNvSpPr>
                <a:spLocks/>
              </p:cNvSpPr>
              <p:nvPr/>
            </p:nvSpPr>
            <p:spPr bwMode="auto">
              <a:xfrm>
                <a:off x="2493969" y="2235210"/>
                <a:ext cx="577851" cy="3376626"/>
              </a:xfrm>
              <a:custGeom>
                <a:avLst/>
                <a:gdLst>
                  <a:gd name="T0" fmla="*/ 304 w 364"/>
                  <a:gd name="T1" fmla="*/ 0 h 2127"/>
                  <a:gd name="T2" fmla="*/ 0 w 364"/>
                  <a:gd name="T3" fmla="*/ 134 h 2127"/>
                  <a:gd name="T4" fmla="*/ 0 w 364"/>
                  <a:gd name="T5" fmla="*/ 2127 h 2127"/>
                  <a:gd name="T6" fmla="*/ 238 w 364"/>
                  <a:gd name="T7" fmla="*/ 2024 h 2127"/>
                  <a:gd name="T8" fmla="*/ 238 w 364"/>
                  <a:gd name="T9" fmla="*/ 269 h 2127"/>
                  <a:gd name="T10" fmla="*/ 254 w 364"/>
                  <a:gd name="T11" fmla="*/ 279 h 2127"/>
                  <a:gd name="T12" fmla="*/ 238 w 364"/>
                  <a:gd name="T13" fmla="*/ 267 h 2127"/>
                  <a:gd name="T14" fmla="*/ 364 w 364"/>
                  <a:gd name="T15" fmla="*/ 212 h 2127"/>
                  <a:gd name="T16" fmla="*/ 304 w 364"/>
                  <a:gd name="T17" fmla="*/ 0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4" h="2127">
                    <a:moveTo>
                      <a:pt x="304" y="0"/>
                    </a:moveTo>
                    <a:lnTo>
                      <a:pt x="0" y="134"/>
                    </a:lnTo>
                    <a:lnTo>
                      <a:pt x="0" y="2127"/>
                    </a:lnTo>
                    <a:lnTo>
                      <a:pt x="238" y="2024"/>
                    </a:lnTo>
                    <a:lnTo>
                      <a:pt x="238" y="269"/>
                    </a:lnTo>
                    <a:lnTo>
                      <a:pt x="254" y="279"/>
                    </a:lnTo>
                    <a:lnTo>
                      <a:pt x="238" y="267"/>
                    </a:lnTo>
                    <a:lnTo>
                      <a:pt x="364" y="212"/>
                    </a:lnTo>
                    <a:lnTo>
                      <a:pt x="3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0" name="Freeform 364"/>
              <p:cNvSpPr>
                <a:spLocks/>
              </p:cNvSpPr>
              <p:nvPr/>
            </p:nvSpPr>
            <p:spPr bwMode="auto">
              <a:xfrm>
                <a:off x="2897195" y="1849446"/>
                <a:ext cx="1895478" cy="3994167"/>
              </a:xfrm>
              <a:custGeom>
                <a:avLst/>
                <a:gdLst>
                  <a:gd name="T0" fmla="*/ 0 w 1194"/>
                  <a:gd name="T1" fmla="*/ 522 h 2516"/>
                  <a:gd name="T2" fmla="*/ 0 w 1194"/>
                  <a:gd name="T3" fmla="*/ 2516 h 2516"/>
                  <a:gd name="T4" fmla="*/ 1194 w 1194"/>
                  <a:gd name="T5" fmla="*/ 1994 h 2516"/>
                  <a:gd name="T6" fmla="*/ 1194 w 1194"/>
                  <a:gd name="T7" fmla="*/ 0 h 2516"/>
                  <a:gd name="T8" fmla="*/ 0 w 1194"/>
                  <a:gd name="T9" fmla="*/ 522 h 2516"/>
                </a:gdLst>
                <a:ahLst/>
                <a:cxnLst>
                  <a:cxn ang="0">
                    <a:pos x="T0" y="T1"/>
                  </a:cxn>
                  <a:cxn ang="0">
                    <a:pos x="T2" y="T3"/>
                  </a:cxn>
                  <a:cxn ang="0">
                    <a:pos x="T4" y="T5"/>
                  </a:cxn>
                  <a:cxn ang="0">
                    <a:pos x="T6" y="T7"/>
                  </a:cxn>
                  <a:cxn ang="0">
                    <a:pos x="T8" y="T9"/>
                  </a:cxn>
                </a:cxnLst>
                <a:rect l="0" t="0" r="r" b="b"/>
                <a:pathLst>
                  <a:path w="1194" h="2516">
                    <a:moveTo>
                      <a:pt x="0" y="522"/>
                    </a:moveTo>
                    <a:lnTo>
                      <a:pt x="0" y="2516"/>
                    </a:lnTo>
                    <a:lnTo>
                      <a:pt x="1194" y="1994"/>
                    </a:lnTo>
                    <a:lnTo>
                      <a:pt x="1194" y="0"/>
                    </a:lnTo>
                    <a:lnTo>
                      <a:pt x="0" y="522"/>
                    </a:lnTo>
                    <a:close/>
                  </a:path>
                </a:pathLst>
              </a:custGeom>
              <a:solidFill>
                <a:srgbClr val="40B2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1" name="Freeform 365"/>
              <p:cNvSpPr>
                <a:spLocks/>
              </p:cNvSpPr>
              <p:nvPr/>
            </p:nvSpPr>
            <p:spPr bwMode="auto">
              <a:xfrm>
                <a:off x="2897195" y="1849446"/>
                <a:ext cx="1895478" cy="3994167"/>
              </a:xfrm>
              <a:custGeom>
                <a:avLst/>
                <a:gdLst>
                  <a:gd name="T0" fmla="*/ 0 w 1194"/>
                  <a:gd name="T1" fmla="*/ 522 h 2516"/>
                  <a:gd name="T2" fmla="*/ 0 w 1194"/>
                  <a:gd name="T3" fmla="*/ 2516 h 2516"/>
                  <a:gd name="T4" fmla="*/ 1194 w 1194"/>
                  <a:gd name="T5" fmla="*/ 1994 h 2516"/>
                  <a:gd name="T6" fmla="*/ 1194 w 1194"/>
                  <a:gd name="T7" fmla="*/ 0 h 2516"/>
                  <a:gd name="T8" fmla="*/ 0 w 1194"/>
                  <a:gd name="T9" fmla="*/ 522 h 2516"/>
                </a:gdLst>
                <a:ahLst/>
                <a:cxnLst>
                  <a:cxn ang="0">
                    <a:pos x="T0" y="T1"/>
                  </a:cxn>
                  <a:cxn ang="0">
                    <a:pos x="T2" y="T3"/>
                  </a:cxn>
                  <a:cxn ang="0">
                    <a:pos x="T4" y="T5"/>
                  </a:cxn>
                  <a:cxn ang="0">
                    <a:pos x="T6" y="T7"/>
                  </a:cxn>
                  <a:cxn ang="0">
                    <a:pos x="T8" y="T9"/>
                  </a:cxn>
                </a:cxnLst>
                <a:rect l="0" t="0" r="r" b="b"/>
                <a:pathLst>
                  <a:path w="1194" h="2516">
                    <a:moveTo>
                      <a:pt x="0" y="522"/>
                    </a:moveTo>
                    <a:lnTo>
                      <a:pt x="0" y="2516"/>
                    </a:lnTo>
                    <a:lnTo>
                      <a:pt x="1194" y="1994"/>
                    </a:lnTo>
                    <a:lnTo>
                      <a:pt x="1194" y="0"/>
                    </a:lnTo>
                    <a:lnTo>
                      <a:pt x="0" y="5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2" name="Freeform 371"/>
              <p:cNvSpPr>
                <a:spLocks/>
              </p:cNvSpPr>
              <p:nvPr/>
            </p:nvSpPr>
            <p:spPr bwMode="auto">
              <a:xfrm>
                <a:off x="2871794" y="2662250"/>
                <a:ext cx="25400" cy="3181363"/>
              </a:xfrm>
              <a:custGeom>
                <a:avLst/>
                <a:gdLst>
                  <a:gd name="T0" fmla="*/ 16 w 16"/>
                  <a:gd name="T1" fmla="*/ 10 h 2004"/>
                  <a:gd name="T2" fmla="*/ 16 w 16"/>
                  <a:gd name="T3" fmla="*/ 2004 h 2004"/>
                  <a:gd name="T4" fmla="*/ 0 w 16"/>
                  <a:gd name="T5" fmla="*/ 1993 h 2004"/>
                  <a:gd name="T6" fmla="*/ 0 w 16"/>
                  <a:gd name="T7" fmla="*/ 0 h 2004"/>
                  <a:gd name="T8" fmla="*/ 16 w 16"/>
                  <a:gd name="T9" fmla="*/ 10 h 2004"/>
                </a:gdLst>
                <a:ahLst/>
                <a:cxnLst>
                  <a:cxn ang="0">
                    <a:pos x="T0" y="T1"/>
                  </a:cxn>
                  <a:cxn ang="0">
                    <a:pos x="T2" y="T3"/>
                  </a:cxn>
                  <a:cxn ang="0">
                    <a:pos x="T4" y="T5"/>
                  </a:cxn>
                  <a:cxn ang="0">
                    <a:pos x="T6" y="T7"/>
                  </a:cxn>
                  <a:cxn ang="0">
                    <a:pos x="T8" y="T9"/>
                  </a:cxn>
                </a:cxnLst>
                <a:rect l="0" t="0" r="r" b="b"/>
                <a:pathLst>
                  <a:path w="16" h="2004">
                    <a:moveTo>
                      <a:pt x="16" y="10"/>
                    </a:moveTo>
                    <a:lnTo>
                      <a:pt x="16" y="2004"/>
                    </a:lnTo>
                    <a:lnTo>
                      <a:pt x="0" y="1993"/>
                    </a:lnTo>
                    <a:lnTo>
                      <a:pt x="0" y="0"/>
                    </a:lnTo>
                    <a:lnTo>
                      <a:pt x="16" y="10"/>
                    </a:lnTo>
                    <a:close/>
                  </a:path>
                </a:pathLst>
              </a:custGeom>
              <a:solidFill>
                <a:srgbClr val="2A8E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3" name="Freeform 372"/>
              <p:cNvSpPr>
                <a:spLocks/>
              </p:cNvSpPr>
              <p:nvPr/>
            </p:nvSpPr>
            <p:spPr bwMode="auto">
              <a:xfrm>
                <a:off x="2871794" y="2662250"/>
                <a:ext cx="25400" cy="3181363"/>
              </a:xfrm>
              <a:custGeom>
                <a:avLst/>
                <a:gdLst>
                  <a:gd name="T0" fmla="*/ 16 w 16"/>
                  <a:gd name="T1" fmla="*/ 10 h 2004"/>
                  <a:gd name="T2" fmla="*/ 16 w 16"/>
                  <a:gd name="T3" fmla="*/ 2004 h 2004"/>
                  <a:gd name="T4" fmla="*/ 0 w 16"/>
                  <a:gd name="T5" fmla="*/ 1993 h 2004"/>
                  <a:gd name="T6" fmla="*/ 0 w 16"/>
                  <a:gd name="T7" fmla="*/ 0 h 2004"/>
                  <a:gd name="T8" fmla="*/ 16 w 16"/>
                  <a:gd name="T9" fmla="*/ 10 h 2004"/>
                </a:gdLst>
                <a:ahLst/>
                <a:cxnLst>
                  <a:cxn ang="0">
                    <a:pos x="T0" y="T1"/>
                  </a:cxn>
                  <a:cxn ang="0">
                    <a:pos x="T2" y="T3"/>
                  </a:cxn>
                  <a:cxn ang="0">
                    <a:pos x="T4" y="T5"/>
                  </a:cxn>
                  <a:cxn ang="0">
                    <a:pos x="T6" y="T7"/>
                  </a:cxn>
                  <a:cxn ang="0">
                    <a:pos x="T8" y="T9"/>
                  </a:cxn>
                </a:cxnLst>
                <a:rect l="0" t="0" r="r" b="b"/>
                <a:pathLst>
                  <a:path w="16" h="2004">
                    <a:moveTo>
                      <a:pt x="16" y="10"/>
                    </a:moveTo>
                    <a:lnTo>
                      <a:pt x="16" y="2004"/>
                    </a:lnTo>
                    <a:lnTo>
                      <a:pt x="0" y="1993"/>
                    </a:lnTo>
                    <a:lnTo>
                      <a:pt x="0" y="0"/>
                    </a:lnTo>
                    <a:lnTo>
                      <a:pt x="16"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4" name="Freeform 373"/>
              <p:cNvSpPr>
                <a:spLocks/>
              </p:cNvSpPr>
              <p:nvPr/>
            </p:nvSpPr>
            <p:spPr bwMode="auto">
              <a:xfrm>
                <a:off x="2871794" y="1831984"/>
                <a:ext cx="1920878" cy="846141"/>
              </a:xfrm>
              <a:custGeom>
                <a:avLst/>
                <a:gdLst>
                  <a:gd name="T0" fmla="*/ 16 w 1210"/>
                  <a:gd name="T1" fmla="*/ 533 h 533"/>
                  <a:gd name="T2" fmla="*/ 0 w 1210"/>
                  <a:gd name="T3" fmla="*/ 521 h 533"/>
                  <a:gd name="T4" fmla="*/ 1194 w 1210"/>
                  <a:gd name="T5" fmla="*/ 0 h 533"/>
                  <a:gd name="T6" fmla="*/ 1210 w 1210"/>
                  <a:gd name="T7" fmla="*/ 11 h 533"/>
                  <a:gd name="T8" fmla="*/ 16 w 1210"/>
                  <a:gd name="T9" fmla="*/ 533 h 533"/>
                </a:gdLst>
                <a:ahLst/>
                <a:cxnLst>
                  <a:cxn ang="0">
                    <a:pos x="T0" y="T1"/>
                  </a:cxn>
                  <a:cxn ang="0">
                    <a:pos x="T2" y="T3"/>
                  </a:cxn>
                  <a:cxn ang="0">
                    <a:pos x="T4" y="T5"/>
                  </a:cxn>
                  <a:cxn ang="0">
                    <a:pos x="T6" y="T7"/>
                  </a:cxn>
                  <a:cxn ang="0">
                    <a:pos x="T8" y="T9"/>
                  </a:cxn>
                </a:cxnLst>
                <a:rect l="0" t="0" r="r" b="b"/>
                <a:pathLst>
                  <a:path w="1210" h="533">
                    <a:moveTo>
                      <a:pt x="16" y="533"/>
                    </a:moveTo>
                    <a:lnTo>
                      <a:pt x="0" y="521"/>
                    </a:lnTo>
                    <a:lnTo>
                      <a:pt x="1194" y="0"/>
                    </a:lnTo>
                    <a:lnTo>
                      <a:pt x="1210" y="11"/>
                    </a:lnTo>
                    <a:lnTo>
                      <a:pt x="16" y="533"/>
                    </a:lnTo>
                    <a:close/>
                  </a:path>
                </a:pathLst>
              </a:custGeom>
              <a:solidFill>
                <a:srgbClr val="66D1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5" name="Freeform 374"/>
              <p:cNvSpPr>
                <a:spLocks/>
              </p:cNvSpPr>
              <p:nvPr/>
            </p:nvSpPr>
            <p:spPr bwMode="auto">
              <a:xfrm>
                <a:off x="2871794" y="1831984"/>
                <a:ext cx="1920878" cy="846141"/>
              </a:xfrm>
              <a:custGeom>
                <a:avLst/>
                <a:gdLst>
                  <a:gd name="T0" fmla="*/ 16 w 1210"/>
                  <a:gd name="T1" fmla="*/ 533 h 533"/>
                  <a:gd name="T2" fmla="*/ 0 w 1210"/>
                  <a:gd name="T3" fmla="*/ 521 h 533"/>
                  <a:gd name="T4" fmla="*/ 1194 w 1210"/>
                  <a:gd name="T5" fmla="*/ 0 h 533"/>
                  <a:gd name="T6" fmla="*/ 1210 w 1210"/>
                  <a:gd name="T7" fmla="*/ 11 h 533"/>
                  <a:gd name="T8" fmla="*/ 16 w 1210"/>
                  <a:gd name="T9" fmla="*/ 533 h 533"/>
                </a:gdLst>
                <a:ahLst/>
                <a:cxnLst>
                  <a:cxn ang="0">
                    <a:pos x="T0" y="T1"/>
                  </a:cxn>
                  <a:cxn ang="0">
                    <a:pos x="T2" y="T3"/>
                  </a:cxn>
                  <a:cxn ang="0">
                    <a:pos x="T4" y="T5"/>
                  </a:cxn>
                  <a:cxn ang="0">
                    <a:pos x="T6" y="T7"/>
                  </a:cxn>
                  <a:cxn ang="0">
                    <a:pos x="T8" y="T9"/>
                  </a:cxn>
                </a:cxnLst>
                <a:rect l="0" t="0" r="r" b="b"/>
                <a:pathLst>
                  <a:path w="1210" h="533">
                    <a:moveTo>
                      <a:pt x="16" y="533"/>
                    </a:moveTo>
                    <a:lnTo>
                      <a:pt x="0" y="521"/>
                    </a:lnTo>
                    <a:lnTo>
                      <a:pt x="1194" y="0"/>
                    </a:lnTo>
                    <a:lnTo>
                      <a:pt x="1210" y="11"/>
                    </a:lnTo>
                    <a:lnTo>
                      <a:pt x="16" y="53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6" name="Freeform 375"/>
              <p:cNvSpPr>
                <a:spLocks/>
              </p:cNvSpPr>
              <p:nvPr/>
            </p:nvSpPr>
            <p:spPr bwMode="auto">
              <a:xfrm>
                <a:off x="2897195" y="1849446"/>
                <a:ext cx="1895478" cy="1039817"/>
              </a:xfrm>
              <a:custGeom>
                <a:avLst/>
                <a:gdLst>
                  <a:gd name="T0" fmla="*/ 1194 w 1194"/>
                  <a:gd name="T1" fmla="*/ 0 h 655"/>
                  <a:gd name="T2" fmla="*/ 0 w 1194"/>
                  <a:gd name="T3" fmla="*/ 522 h 655"/>
                  <a:gd name="T4" fmla="*/ 0 w 1194"/>
                  <a:gd name="T5" fmla="*/ 655 h 655"/>
                  <a:gd name="T6" fmla="*/ 1194 w 1194"/>
                  <a:gd name="T7" fmla="*/ 132 h 655"/>
                  <a:gd name="T8" fmla="*/ 1194 w 1194"/>
                  <a:gd name="T9" fmla="*/ 0 h 655"/>
                </a:gdLst>
                <a:ahLst/>
                <a:cxnLst>
                  <a:cxn ang="0">
                    <a:pos x="T0" y="T1"/>
                  </a:cxn>
                  <a:cxn ang="0">
                    <a:pos x="T2" y="T3"/>
                  </a:cxn>
                  <a:cxn ang="0">
                    <a:pos x="T4" y="T5"/>
                  </a:cxn>
                  <a:cxn ang="0">
                    <a:pos x="T6" y="T7"/>
                  </a:cxn>
                  <a:cxn ang="0">
                    <a:pos x="T8" y="T9"/>
                  </a:cxn>
                </a:cxnLst>
                <a:rect l="0" t="0" r="r" b="b"/>
                <a:pathLst>
                  <a:path w="1194" h="655">
                    <a:moveTo>
                      <a:pt x="1194" y="0"/>
                    </a:moveTo>
                    <a:lnTo>
                      <a:pt x="0" y="522"/>
                    </a:lnTo>
                    <a:lnTo>
                      <a:pt x="0" y="655"/>
                    </a:lnTo>
                    <a:lnTo>
                      <a:pt x="1194" y="132"/>
                    </a:lnTo>
                    <a:lnTo>
                      <a:pt x="1194" y="0"/>
                    </a:lnTo>
                    <a:close/>
                  </a:path>
                </a:pathLst>
              </a:custGeom>
              <a:solidFill>
                <a:srgbClr val="B0DF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7" name="Freeform 376"/>
              <p:cNvSpPr>
                <a:spLocks/>
              </p:cNvSpPr>
              <p:nvPr/>
            </p:nvSpPr>
            <p:spPr bwMode="auto">
              <a:xfrm>
                <a:off x="2897195" y="1849446"/>
                <a:ext cx="1895478" cy="1039817"/>
              </a:xfrm>
              <a:custGeom>
                <a:avLst/>
                <a:gdLst>
                  <a:gd name="T0" fmla="*/ 1194 w 1194"/>
                  <a:gd name="T1" fmla="*/ 0 h 655"/>
                  <a:gd name="T2" fmla="*/ 0 w 1194"/>
                  <a:gd name="T3" fmla="*/ 522 h 655"/>
                  <a:gd name="T4" fmla="*/ 0 w 1194"/>
                  <a:gd name="T5" fmla="*/ 655 h 655"/>
                  <a:gd name="T6" fmla="*/ 1194 w 1194"/>
                  <a:gd name="T7" fmla="*/ 132 h 655"/>
                  <a:gd name="T8" fmla="*/ 1194 w 1194"/>
                  <a:gd name="T9" fmla="*/ 0 h 655"/>
                </a:gdLst>
                <a:ahLst/>
                <a:cxnLst>
                  <a:cxn ang="0">
                    <a:pos x="T0" y="T1"/>
                  </a:cxn>
                  <a:cxn ang="0">
                    <a:pos x="T2" y="T3"/>
                  </a:cxn>
                  <a:cxn ang="0">
                    <a:pos x="T4" y="T5"/>
                  </a:cxn>
                  <a:cxn ang="0">
                    <a:pos x="T6" y="T7"/>
                  </a:cxn>
                  <a:cxn ang="0">
                    <a:pos x="T8" y="T9"/>
                  </a:cxn>
                </a:cxnLst>
                <a:rect l="0" t="0" r="r" b="b"/>
                <a:pathLst>
                  <a:path w="1194" h="655">
                    <a:moveTo>
                      <a:pt x="1194" y="0"/>
                    </a:moveTo>
                    <a:lnTo>
                      <a:pt x="0" y="522"/>
                    </a:lnTo>
                    <a:lnTo>
                      <a:pt x="0" y="655"/>
                    </a:lnTo>
                    <a:lnTo>
                      <a:pt x="1194" y="132"/>
                    </a:lnTo>
                    <a:lnTo>
                      <a:pt x="11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8" name="Freeform 377"/>
              <p:cNvSpPr>
                <a:spLocks/>
              </p:cNvSpPr>
              <p:nvPr/>
            </p:nvSpPr>
            <p:spPr bwMode="auto">
              <a:xfrm>
                <a:off x="4503747" y="2043122"/>
                <a:ext cx="30163" cy="55563"/>
              </a:xfrm>
              <a:custGeom>
                <a:avLst/>
                <a:gdLst>
                  <a:gd name="T0" fmla="*/ 0 w 19"/>
                  <a:gd name="T1" fmla="*/ 35 h 35"/>
                  <a:gd name="T2" fmla="*/ 19 w 19"/>
                  <a:gd name="T3" fmla="*/ 25 h 35"/>
                  <a:gd name="T4" fmla="*/ 19 w 19"/>
                  <a:gd name="T5" fmla="*/ 0 h 35"/>
                  <a:gd name="T6" fmla="*/ 0 w 19"/>
                  <a:gd name="T7" fmla="*/ 9 h 35"/>
                  <a:gd name="T8" fmla="*/ 0 w 19"/>
                  <a:gd name="T9" fmla="*/ 35 h 35"/>
                </a:gdLst>
                <a:ahLst/>
                <a:cxnLst>
                  <a:cxn ang="0">
                    <a:pos x="T0" y="T1"/>
                  </a:cxn>
                  <a:cxn ang="0">
                    <a:pos x="T2" y="T3"/>
                  </a:cxn>
                  <a:cxn ang="0">
                    <a:pos x="T4" y="T5"/>
                  </a:cxn>
                  <a:cxn ang="0">
                    <a:pos x="T6" y="T7"/>
                  </a:cxn>
                  <a:cxn ang="0">
                    <a:pos x="T8" y="T9"/>
                  </a:cxn>
                </a:cxnLst>
                <a:rect l="0" t="0" r="r" b="b"/>
                <a:pathLst>
                  <a:path w="19" h="35">
                    <a:moveTo>
                      <a:pt x="0" y="35"/>
                    </a:moveTo>
                    <a:lnTo>
                      <a:pt x="19" y="25"/>
                    </a:lnTo>
                    <a:lnTo>
                      <a:pt x="19" y="0"/>
                    </a:lnTo>
                    <a:lnTo>
                      <a:pt x="0" y="9"/>
                    </a:lnTo>
                    <a:lnTo>
                      <a:pt x="0" y="35"/>
                    </a:lnTo>
                    <a:close/>
                  </a:path>
                </a:pathLst>
              </a:custGeom>
              <a:solidFill>
                <a:srgbClr val="40B2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99" name="Freeform 378"/>
              <p:cNvSpPr>
                <a:spLocks noEditPoints="1"/>
              </p:cNvSpPr>
              <p:nvPr/>
            </p:nvSpPr>
            <p:spPr bwMode="auto">
              <a:xfrm>
                <a:off x="4243397" y="2019310"/>
                <a:ext cx="269875" cy="231776"/>
              </a:xfrm>
              <a:custGeom>
                <a:avLst/>
                <a:gdLst>
                  <a:gd name="T0" fmla="*/ 0 w 170"/>
                  <a:gd name="T1" fmla="*/ 76 h 146"/>
                  <a:gd name="T2" fmla="*/ 0 w 170"/>
                  <a:gd name="T3" fmla="*/ 146 h 146"/>
                  <a:gd name="T4" fmla="*/ 170 w 170"/>
                  <a:gd name="T5" fmla="*/ 69 h 146"/>
                  <a:gd name="T6" fmla="*/ 170 w 170"/>
                  <a:gd name="T7" fmla="*/ 0 h 146"/>
                  <a:gd name="T8" fmla="*/ 0 w 170"/>
                  <a:gd name="T9" fmla="*/ 76 h 146"/>
                  <a:gd name="T10" fmla="*/ 157 w 170"/>
                  <a:gd name="T11" fmla="*/ 63 h 146"/>
                  <a:gd name="T12" fmla="*/ 12 w 170"/>
                  <a:gd name="T13" fmla="*/ 128 h 146"/>
                  <a:gd name="T14" fmla="*/ 12 w 170"/>
                  <a:gd name="T15" fmla="*/ 83 h 146"/>
                  <a:gd name="T16" fmla="*/ 157 w 170"/>
                  <a:gd name="T17" fmla="*/ 18 h 146"/>
                  <a:gd name="T18" fmla="*/ 157 w 170"/>
                  <a:gd name="T19" fmla="*/ 63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0" h="146">
                    <a:moveTo>
                      <a:pt x="0" y="76"/>
                    </a:moveTo>
                    <a:lnTo>
                      <a:pt x="0" y="146"/>
                    </a:lnTo>
                    <a:lnTo>
                      <a:pt x="170" y="69"/>
                    </a:lnTo>
                    <a:lnTo>
                      <a:pt x="170" y="0"/>
                    </a:lnTo>
                    <a:lnTo>
                      <a:pt x="0" y="76"/>
                    </a:lnTo>
                    <a:close/>
                    <a:moveTo>
                      <a:pt x="157" y="63"/>
                    </a:moveTo>
                    <a:lnTo>
                      <a:pt x="12" y="128"/>
                    </a:lnTo>
                    <a:lnTo>
                      <a:pt x="12" y="83"/>
                    </a:lnTo>
                    <a:lnTo>
                      <a:pt x="157" y="18"/>
                    </a:lnTo>
                    <a:lnTo>
                      <a:pt x="157" y="63"/>
                    </a:lnTo>
                    <a:close/>
                  </a:path>
                </a:pathLst>
              </a:custGeom>
              <a:solidFill>
                <a:srgbClr val="40B2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0" name="Freeform 379"/>
              <p:cNvSpPr>
                <a:spLocks/>
              </p:cNvSpPr>
              <p:nvPr/>
            </p:nvSpPr>
            <p:spPr bwMode="auto">
              <a:xfrm>
                <a:off x="4276734" y="2087572"/>
                <a:ext cx="153988" cy="119063"/>
              </a:xfrm>
              <a:custGeom>
                <a:avLst/>
                <a:gdLst>
                  <a:gd name="T0" fmla="*/ 97 w 97"/>
                  <a:gd name="T1" fmla="*/ 31 h 75"/>
                  <a:gd name="T2" fmla="*/ 0 w 97"/>
                  <a:gd name="T3" fmla="*/ 75 h 75"/>
                  <a:gd name="T4" fmla="*/ 0 w 97"/>
                  <a:gd name="T5" fmla="*/ 45 h 75"/>
                  <a:gd name="T6" fmla="*/ 97 w 97"/>
                  <a:gd name="T7" fmla="*/ 0 h 75"/>
                  <a:gd name="T8" fmla="*/ 97 w 97"/>
                  <a:gd name="T9" fmla="*/ 31 h 75"/>
                </a:gdLst>
                <a:ahLst/>
                <a:cxnLst>
                  <a:cxn ang="0">
                    <a:pos x="T0" y="T1"/>
                  </a:cxn>
                  <a:cxn ang="0">
                    <a:pos x="T2" y="T3"/>
                  </a:cxn>
                  <a:cxn ang="0">
                    <a:pos x="T4" y="T5"/>
                  </a:cxn>
                  <a:cxn ang="0">
                    <a:pos x="T6" y="T7"/>
                  </a:cxn>
                  <a:cxn ang="0">
                    <a:pos x="T8" y="T9"/>
                  </a:cxn>
                </a:cxnLst>
                <a:rect l="0" t="0" r="r" b="b"/>
                <a:pathLst>
                  <a:path w="97" h="75">
                    <a:moveTo>
                      <a:pt x="97" y="31"/>
                    </a:moveTo>
                    <a:lnTo>
                      <a:pt x="0" y="75"/>
                    </a:lnTo>
                    <a:lnTo>
                      <a:pt x="0" y="45"/>
                    </a:lnTo>
                    <a:lnTo>
                      <a:pt x="97" y="0"/>
                    </a:lnTo>
                    <a:lnTo>
                      <a:pt x="97" y="31"/>
                    </a:lnTo>
                    <a:close/>
                  </a:path>
                </a:pathLst>
              </a:custGeom>
              <a:solidFill>
                <a:srgbClr val="40B2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1" name="Freeform 380"/>
              <p:cNvSpPr>
                <a:spLocks/>
              </p:cNvSpPr>
              <p:nvPr/>
            </p:nvSpPr>
            <p:spPr bwMode="auto">
              <a:xfrm>
                <a:off x="4646622" y="2025660"/>
                <a:ext cx="50800" cy="63500"/>
              </a:xfrm>
              <a:custGeom>
                <a:avLst/>
                <a:gdLst>
                  <a:gd name="T0" fmla="*/ 23 w 23"/>
                  <a:gd name="T1" fmla="*/ 10 h 29"/>
                  <a:gd name="T2" fmla="*/ 11 w 23"/>
                  <a:gd name="T3" fmla="*/ 26 h 29"/>
                  <a:gd name="T4" fmla="*/ 0 w 23"/>
                  <a:gd name="T5" fmla="*/ 19 h 29"/>
                  <a:gd name="T6" fmla="*/ 11 w 23"/>
                  <a:gd name="T7" fmla="*/ 3 h 29"/>
                  <a:gd name="T8" fmla="*/ 23 w 23"/>
                  <a:gd name="T9" fmla="*/ 10 h 29"/>
                </a:gdLst>
                <a:ahLst/>
                <a:cxnLst>
                  <a:cxn ang="0">
                    <a:pos x="T0" y="T1"/>
                  </a:cxn>
                  <a:cxn ang="0">
                    <a:pos x="T2" y="T3"/>
                  </a:cxn>
                  <a:cxn ang="0">
                    <a:pos x="T4" y="T5"/>
                  </a:cxn>
                  <a:cxn ang="0">
                    <a:pos x="T6" y="T7"/>
                  </a:cxn>
                  <a:cxn ang="0">
                    <a:pos x="T8" y="T9"/>
                  </a:cxn>
                </a:cxnLst>
                <a:rect l="0" t="0" r="r" b="b"/>
                <a:pathLst>
                  <a:path w="23" h="29">
                    <a:moveTo>
                      <a:pt x="23" y="10"/>
                    </a:moveTo>
                    <a:cubicBezTo>
                      <a:pt x="23" y="17"/>
                      <a:pt x="18" y="24"/>
                      <a:pt x="11" y="26"/>
                    </a:cubicBezTo>
                    <a:cubicBezTo>
                      <a:pt x="5" y="29"/>
                      <a:pt x="0" y="25"/>
                      <a:pt x="0" y="19"/>
                    </a:cubicBezTo>
                    <a:cubicBezTo>
                      <a:pt x="0" y="12"/>
                      <a:pt x="5" y="5"/>
                      <a:pt x="11" y="3"/>
                    </a:cubicBezTo>
                    <a:cubicBezTo>
                      <a:pt x="18" y="0"/>
                      <a:pt x="23" y="4"/>
                      <a:pt x="23" y="10"/>
                    </a:cubicBezTo>
                    <a:close/>
                  </a:path>
                </a:pathLst>
              </a:custGeom>
              <a:solidFill>
                <a:srgbClr val="40B2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2" name="Freeform 381"/>
              <p:cNvSpPr>
                <a:spLocks/>
              </p:cNvSpPr>
              <p:nvPr/>
            </p:nvSpPr>
            <p:spPr bwMode="auto">
              <a:xfrm>
                <a:off x="4633922" y="2001847"/>
                <a:ext cx="77788" cy="46038"/>
              </a:xfrm>
              <a:custGeom>
                <a:avLst/>
                <a:gdLst>
                  <a:gd name="T0" fmla="*/ 17 w 35"/>
                  <a:gd name="T1" fmla="*/ 2 h 21"/>
                  <a:gd name="T2" fmla="*/ 0 w 35"/>
                  <a:gd name="T3" fmla="*/ 19 h 21"/>
                  <a:gd name="T4" fmla="*/ 4 w 35"/>
                  <a:gd name="T5" fmla="*/ 21 h 21"/>
                  <a:gd name="T6" fmla="*/ 17 w 35"/>
                  <a:gd name="T7" fmla="*/ 8 h 21"/>
                  <a:gd name="T8" fmla="*/ 31 w 35"/>
                  <a:gd name="T9" fmla="*/ 11 h 21"/>
                  <a:gd name="T10" fmla="*/ 35 w 35"/>
                  <a:gd name="T11" fmla="*/ 5 h 21"/>
                  <a:gd name="T12" fmla="*/ 17 w 35"/>
                  <a:gd name="T13" fmla="*/ 2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7" y="2"/>
                    </a:moveTo>
                    <a:cubicBezTo>
                      <a:pt x="10" y="5"/>
                      <a:pt x="3" y="11"/>
                      <a:pt x="0" y="19"/>
                    </a:cubicBezTo>
                    <a:cubicBezTo>
                      <a:pt x="4" y="21"/>
                      <a:pt x="4" y="21"/>
                      <a:pt x="4" y="21"/>
                    </a:cubicBezTo>
                    <a:cubicBezTo>
                      <a:pt x="6" y="15"/>
                      <a:pt x="12" y="10"/>
                      <a:pt x="17" y="8"/>
                    </a:cubicBezTo>
                    <a:cubicBezTo>
                      <a:pt x="23" y="6"/>
                      <a:pt x="28" y="7"/>
                      <a:pt x="31" y="11"/>
                    </a:cubicBezTo>
                    <a:cubicBezTo>
                      <a:pt x="35" y="5"/>
                      <a:pt x="35" y="5"/>
                      <a:pt x="35" y="5"/>
                    </a:cubicBezTo>
                    <a:cubicBezTo>
                      <a:pt x="31" y="1"/>
                      <a:pt x="25" y="0"/>
                      <a:pt x="17" y="2"/>
                    </a:cubicBezTo>
                    <a:close/>
                  </a:path>
                </a:pathLst>
              </a:custGeom>
              <a:solidFill>
                <a:srgbClr val="40B2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3" name="Freeform 382"/>
              <p:cNvSpPr>
                <a:spLocks/>
              </p:cNvSpPr>
              <p:nvPr/>
            </p:nvSpPr>
            <p:spPr bwMode="auto">
              <a:xfrm>
                <a:off x="4618047" y="1973272"/>
                <a:ext cx="109538" cy="61913"/>
              </a:xfrm>
              <a:custGeom>
                <a:avLst/>
                <a:gdLst>
                  <a:gd name="T0" fmla="*/ 24 w 49"/>
                  <a:gd name="T1" fmla="*/ 4 h 28"/>
                  <a:gd name="T2" fmla="*/ 0 w 49"/>
                  <a:gd name="T3" fmla="*/ 25 h 28"/>
                  <a:gd name="T4" fmla="*/ 4 w 49"/>
                  <a:gd name="T5" fmla="*/ 28 h 28"/>
                  <a:gd name="T6" fmla="*/ 24 w 49"/>
                  <a:gd name="T7" fmla="*/ 10 h 28"/>
                  <a:gd name="T8" fmla="*/ 45 w 49"/>
                  <a:gd name="T9" fmla="*/ 13 h 28"/>
                  <a:gd name="T10" fmla="*/ 49 w 49"/>
                  <a:gd name="T11" fmla="*/ 7 h 28"/>
                  <a:gd name="T12" fmla="*/ 24 w 49"/>
                  <a:gd name="T13" fmla="*/ 4 h 28"/>
                </a:gdLst>
                <a:ahLst/>
                <a:cxnLst>
                  <a:cxn ang="0">
                    <a:pos x="T0" y="T1"/>
                  </a:cxn>
                  <a:cxn ang="0">
                    <a:pos x="T2" y="T3"/>
                  </a:cxn>
                  <a:cxn ang="0">
                    <a:pos x="T4" y="T5"/>
                  </a:cxn>
                  <a:cxn ang="0">
                    <a:pos x="T6" y="T7"/>
                  </a:cxn>
                  <a:cxn ang="0">
                    <a:pos x="T8" y="T9"/>
                  </a:cxn>
                  <a:cxn ang="0">
                    <a:pos x="T10" y="T11"/>
                  </a:cxn>
                  <a:cxn ang="0">
                    <a:pos x="T12" y="T13"/>
                  </a:cxn>
                </a:cxnLst>
                <a:rect l="0" t="0" r="r" b="b"/>
                <a:pathLst>
                  <a:path w="49" h="28">
                    <a:moveTo>
                      <a:pt x="24" y="4"/>
                    </a:moveTo>
                    <a:cubicBezTo>
                      <a:pt x="14" y="8"/>
                      <a:pt x="5" y="16"/>
                      <a:pt x="0" y="25"/>
                    </a:cubicBezTo>
                    <a:cubicBezTo>
                      <a:pt x="4" y="28"/>
                      <a:pt x="4" y="28"/>
                      <a:pt x="4" y="28"/>
                    </a:cubicBezTo>
                    <a:cubicBezTo>
                      <a:pt x="9" y="20"/>
                      <a:pt x="16" y="13"/>
                      <a:pt x="24" y="10"/>
                    </a:cubicBezTo>
                    <a:cubicBezTo>
                      <a:pt x="33" y="7"/>
                      <a:pt x="40" y="8"/>
                      <a:pt x="45" y="13"/>
                    </a:cubicBezTo>
                    <a:cubicBezTo>
                      <a:pt x="49" y="7"/>
                      <a:pt x="49" y="7"/>
                      <a:pt x="49" y="7"/>
                    </a:cubicBezTo>
                    <a:cubicBezTo>
                      <a:pt x="43" y="2"/>
                      <a:pt x="34" y="0"/>
                      <a:pt x="24" y="4"/>
                    </a:cubicBezTo>
                    <a:close/>
                  </a:path>
                </a:pathLst>
              </a:custGeom>
              <a:solidFill>
                <a:srgbClr val="40B2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4" name="Freeform 383"/>
              <p:cNvSpPr>
                <a:spLocks/>
              </p:cNvSpPr>
              <p:nvPr/>
            </p:nvSpPr>
            <p:spPr bwMode="auto">
              <a:xfrm>
                <a:off x="4587885" y="1919297"/>
                <a:ext cx="168275" cy="88900"/>
              </a:xfrm>
              <a:custGeom>
                <a:avLst/>
                <a:gdLst>
                  <a:gd name="T0" fmla="*/ 38 w 76"/>
                  <a:gd name="T1" fmla="*/ 5 h 40"/>
                  <a:gd name="T2" fmla="*/ 0 w 76"/>
                  <a:gd name="T3" fmla="*/ 37 h 40"/>
                  <a:gd name="T4" fmla="*/ 5 w 76"/>
                  <a:gd name="T5" fmla="*/ 40 h 40"/>
                  <a:gd name="T6" fmla="*/ 38 w 76"/>
                  <a:gd name="T7" fmla="*/ 11 h 40"/>
                  <a:gd name="T8" fmla="*/ 72 w 76"/>
                  <a:gd name="T9" fmla="*/ 15 h 40"/>
                  <a:gd name="T10" fmla="*/ 76 w 76"/>
                  <a:gd name="T11" fmla="*/ 9 h 40"/>
                  <a:gd name="T12" fmla="*/ 38 w 76"/>
                  <a:gd name="T13" fmla="*/ 5 h 40"/>
                </a:gdLst>
                <a:ahLst/>
                <a:cxnLst>
                  <a:cxn ang="0">
                    <a:pos x="T0" y="T1"/>
                  </a:cxn>
                  <a:cxn ang="0">
                    <a:pos x="T2" y="T3"/>
                  </a:cxn>
                  <a:cxn ang="0">
                    <a:pos x="T4" y="T5"/>
                  </a:cxn>
                  <a:cxn ang="0">
                    <a:pos x="T6" y="T7"/>
                  </a:cxn>
                  <a:cxn ang="0">
                    <a:pos x="T8" y="T9"/>
                  </a:cxn>
                  <a:cxn ang="0">
                    <a:pos x="T10" y="T11"/>
                  </a:cxn>
                  <a:cxn ang="0">
                    <a:pos x="T12" y="T13"/>
                  </a:cxn>
                </a:cxnLst>
                <a:rect l="0" t="0" r="r" b="b"/>
                <a:pathLst>
                  <a:path w="76" h="40">
                    <a:moveTo>
                      <a:pt x="38" y="5"/>
                    </a:moveTo>
                    <a:cubicBezTo>
                      <a:pt x="23" y="11"/>
                      <a:pt x="10" y="23"/>
                      <a:pt x="0" y="37"/>
                    </a:cubicBezTo>
                    <a:cubicBezTo>
                      <a:pt x="5" y="40"/>
                      <a:pt x="5" y="40"/>
                      <a:pt x="5" y="40"/>
                    </a:cubicBezTo>
                    <a:cubicBezTo>
                      <a:pt x="13" y="27"/>
                      <a:pt x="25" y="16"/>
                      <a:pt x="38" y="11"/>
                    </a:cubicBezTo>
                    <a:cubicBezTo>
                      <a:pt x="52" y="6"/>
                      <a:pt x="64" y="8"/>
                      <a:pt x="72" y="15"/>
                    </a:cubicBezTo>
                    <a:cubicBezTo>
                      <a:pt x="76" y="9"/>
                      <a:pt x="76" y="9"/>
                      <a:pt x="76" y="9"/>
                    </a:cubicBezTo>
                    <a:cubicBezTo>
                      <a:pt x="67" y="1"/>
                      <a:pt x="54" y="0"/>
                      <a:pt x="38" y="5"/>
                    </a:cubicBezTo>
                    <a:close/>
                  </a:path>
                </a:pathLst>
              </a:custGeom>
              <a:solidFill>
                <a:srgbClr val="40B2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105" name="Freeform 384"/>
              <p:cNvSpPr>
                <a:spLocks/>
              </p:cNvSpPr>
              <p:nvPr/>
            </p:nvSpPr>
            <p:spPr bwMode="auto">
              <a:xfrm>
                <a:off x="4603760" y="1946284"/>
                <a:ext cx="138113" cy="74613"/>
              </a:xfrm>
              <a:custGeom>
                <a:avLst/>
                <a:gdLst>
                  <a:gd name="T0" fmla="*/ 31 w 63"/>
                  <a:gd name="T1" fmla="*/ 5 h 34"/>
                  <a:gd name="T2" fmla="*/ 0 w 63"/>
                  <a:gd name="T3" fmla="*/ 31 h 34"/>
                  <a:gd name="T4" fmla="*/ 4 w 63"/>
                  <a:gd name="T5" fmla="*/ 34 h 34"/>
                  <a:gd name="T6" fmla="*/ 31 w 63"/>
                  <a:gd name="T7" fmla="*/ 10 h 34"/>
                  <a:gd name="T8" fmla="*/ 58 w 63"/>
                  <a:gd name="T9" fmla="*/ 14 h 34"/>
                  <a:gd name="T10" fmla="*/ 63 w 63"/>
                  <a:gd name="T11" fmla="*/ 8 h 34"/>
                  <a:gd name="T12" fmla="*/ 31 w 63"/>
                  <a:gd name="T13" fmla="*/ 5 h 34"/>
                </a:gdLst>
                <a:ahLst/>
                <a:cxnLst>
                  <a:cxn ang="0">
                    <a:pos x="T0" y="T1"/>
                  </a:cxn>
                  <a:cxn ang="0">
                    <a:pos x="T2" y="T3"/>
                  </a:cxn>
                  <a:cxn ang="0">
                    <a:pos x="T4" y="T5"/>
                  </a:cxn>
                  <a:cxn ang="0">
                    <a:pos x="T6" y="T7"/>
                  </a:cxn>
                  <a:cxn ang="0">
                    <a:pos x="T8" y="T9"/>
                  </a:cxn>
                  <a:cxn ang="0">
                    <a:pos x="T10" y="T11"/>
                  </a:cxn>
                  <a:cxn ang="0">
                    <a:pos x="T12" y="T13"/>
                  </a:cxn>
                </a:cxnLst>
                <a:rect l="0" t="0" r="r" b="b"/>
                <a:pathLst>
                  <a:path w="63" h="34">
                    <a:moveTo>
                      <a:pt x="31" y="5"/>
                    </a:moveTo>
                    <a:cubicBezTo>
                      <a:pt x="19" y="9"/>
                      <a:pt x="8" y="19"/>
                      <a:pt x="0" y="31"/>
                    </a:cubicBezTo>
                    <a:cubicBezTo>
                      <a:pt x="4" y="34"/>
                      <a:pt x="4" y="34"/>
                      <a:pt x="4" y="34"/>
                    </a:cubicBezTo>
                    <a:cubicBezTo>
                      <a:pt x="11" y="23"/>
                      <a:pt x="20" y="14"/>
                      <a:pt x="31" y="10"/>
                    </a:cubicBezTo>
                    <a:cubicBezTo>
                      <a:pt x="42" y="6"/>
                      <a:pt x="52" y="8"/>
                      <a:pt x="58" y="14"/>
                    </a:cubicBezTo>
                    <a:cubicBezTo>
                      <a:pt x="63" y="8"/>
                      <a:pt x="63" y="8"/>
                      <a:pt x="63" y="8"/>
                    </a:cubicBezTo>
                    <a:cubicBezTo>
                      <a:pt x="55" y="2"/>
                      <a:pt x="44" y="0"/>
                      <a:pt x="31" y="5"/>
                    </a:cubicBezTo>
                    <a:close/>
                  </a:path>
                </a:pathLst>
              </a:custGeom>
              <a:solidFill>
                <a:srgbClr val="40B2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grpSp>
          <p:nvGrpSpPr>
            <p:cNvPr id="25" name="Group 24"/>
            <p:cNvGrpSpPr/>
            <p:nvPr/>
          </p:nvGrpSpPr>
          <p:grpSpPr>
            <a:xfrm>
              <a:off x="4529191" y="3857211"/>
              <a:ext cx="586742" cy="819154"/>
              <a:chOff x="5078580" y="3489260"/>
              <a:chExt cx="586742" cy="819154"/>
            </a:xfrm>
          </p:grpSpPr>
          <p:grpSp>
            <p:nvGrpSpPr>
              <p:cNvPr id="72" name="Group 71"/>
              <p:cNvGrpSpPr>
                <a:grpSpLocks noChangeAspect="1"/>
              </p:cNvGrpSpPr>
              <p:nvPr/>
            </p:nvGrpSpPr>
            <p:grpSpPr>
              <a:xfrm>
                <a:off x="5078580" y="3489260"/>
                <a:ext cx="586742" cy="819154"/>
                <a:chOff x="3702058" y="3254390"/>
                <a:chExt cx="977904" cy="1365256"/>
              </a:xfrm>
              <a:effectLst/>
            </p:grpSpPr>
            <p:sp>
              <p:nvSpPr>
                <p:cNvPr id="74" name="Freeform 421"/>
                <p:cNvSpPr>
                  <a:spLocks/>
                </p:cNvSpPr>
                <p:nvPr/>
              </p:nvSpPr>
              <p:spPr bwMode="auto">
                <a:xfrm>
                  <a:off x="3743335" y="3273440"/>
                  <a:ext cx="936627" cy="1346206"/>
                </a:xfrm>
                <a:custGeom>
                  <a:avLst/>
                  <a:gdLst>
                    <a:gd name="T0" fmla="*/ 590 w 590"/>
                    <a:gd name="T1" fmla="*/ 0 h 848"/>
                    <a:gd name="T2" fmla="*/ 0 w 590"/>
                    <a:gd name="T3" fmla="*/ 258 h 848"/>
                    <a:gd name="T4" fmla="*/ 0 w 590"/>
                    <a:gd name="T5" fmla="*/ 848 h 848"/>
                    <a:gd name="T6" fmla="*/ 590 w 590"/>
                    <a:gd name="T7" fmla="*/ 590 h 848"/>
                    <a:gd name="T8" fmla="*/ 590 w 590"/>
                    <a:gd name="T9" fmla="*/ 0 h 848"/>
                  </a:gdLst>
                  <a:ahLst/>
                  <a:cxnLst>
                    <a:cxn ang="0">
                      <a:pos x="T0" y="T1"/>
                    </a:cxn>
                    <a:cxn ang="0">
                      <a:pos x="T2" y="T3"/>
                    </a:cxn>
                    <a:cxn ang="0">
                      <a:pos x="T4" y="T5"/>
                    </a:cxn>
                    <a:cxn ang="0">
                      <a:pos x="T6" y="T7"/>
                    </a:cxn>
                    <a:cxn ang="0">
                      <a:pos x="T8" y="T9"/>
                    </a:cxn>
                  </a:cxnLst>
                  <a:rect l="0" t="0" r="r" b="b"/>
                  <a:pathLst>
                    <a:path w="590" h="848">
                      <a:moveTo>
                        <a:pt x="590" y="0"/>
                      </a:moveTo>
                      <a:lnTo>
                        <a:pt x="0" y="258"/>
                      </a:lnTo>
                      <a:lnTo>
                        <a:pt x="0" y="848"/>
                      </a:lnTo>
                      <a:lnTo>
                        <a:pt x="590" y="590"/>
                      </a:lnTo>
                      <a:lnTo>
                        <a:pt x="590" y="0"/>
                      </a:lnTo>
                      <a:close/>
                    </a:path>
                  </a:pathLst>
                </a:custGeom>
                <a:solidFill>
                  <a:srgbClr val="E0E1E2"/>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75" name="Freeform 422"/>
                <p:cNvSpPr>
                  <a:spLocks/>
                </p:cNvSpPr>
                <p:nvPr/>
              </p:nvSpPr>
              <p:spPr bwMode="auto">
                <a:xfrm>
                  <a:off x="3702058" y="3668729"/>
                  <a:ext cx="41275" cy="950916"/>
                </a:xfrm>
                <a:custGeom>
                  <a:avLst/>
                  <a:gdLst>
                    <a:gd name="T0" fmla="*/ 26 w 26"/>
                    <a:gd name="T1" fmla="*/ 9 h 599"/>
                    <a:gd name="T2" fmla="*/ 26 w 26"/>
                    <a:gd name="T3" fmla="*/ 599 h 599"/>
                    <a:gd name="T4" fmla="*/ 0 w 26"/>
                    <a:gd name="T5" fmla="*/ 590 h 599"/>
                    <a:gd name="T6" fmla="*/ 0 w 26"/>
                    <a:gd name="T7" fmla="*/ 0 h 599"/>
                    <a:gd name="T8" fmla="*/ 26 w 26"/>
                    <a:gd name="T9" fmla="*/ 9 h 599"/>
                  </a:gdLst>
                  <a:ahLst/>
                  <a:cxnLst>
                    <a:cxn ang="0">
                      <a:pos x="T0" y="T1"/>
                    </a:cxn>
                    <a:cxn ang="0">
                      <a:pos x="T2" y="T3"/>
                    </a:cxn>
                    <a:cxn ang="0">
                      <a:pos x="T4" y="T5"/>
                    </a:cxn>
                    <a:cxn ang="0">
                      <a:pos x="T6" y="T7"/>
                    </a:cxn>
                    <a:cxn ang="0">
                      <a:pos x="T8" y="T9"/>
                    </a:cxn>
                  </a:cxnLst>
                  <a:rect l="0" t="0" r="r" b="b"/>
                  <a:pathLst>
                    <a:path w="26" h="599">
                      <a:moveTo>
                        <a:pt x="26" y="9"/>
                      </a:moveTo>
                      <a:lnTo>
                        <a:pt x="26" y="599"/>
                      </a:lnTo>
                      <a:lnTo>
                        <a:pt x="0" y="590"/>
                      </a:lnTo>
                      <a:lnTo>
                        <a:pt x="0" y="0"/>
                      </a:lnTo>
                      <a:lnTo>
                        <a:pt x="26" y="9"/>
                      </a:lnTo>
                      <a:close/>
                    </a:path>
                  </a:pathLst>
                </a:custGeom>
                <a:solidFill>
                  <a:srgbClr val="97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76" name="Freeform 423"/>
                <p:cNvSpPr>
                  <a:spLocks/>
                </p:cNvSpPr>
                <p:nvPr/>
              </p:nvSpPr>
              <p:spPr bwMode="auto">
                <a:xfrm>
                  <a:off x="3702058" y="3254390"/>
                  <a:ext cx="977902" cy="428627"/>
                </a:xfrm>
                <a:custGeom>
                  <a:avLst/>
                  <a:gdLst>
                    <a:gd name="T0" fmla="*/ 597 w 616"/>
                    <a:gd name="T1" fmla="*/ 0 h 270"/>
                    <a:gd name="T2" fmla="*/ 0 w 616"/>
                    <a:gd name="T3" fmla="*/ 261 h 270"/>
                    <a:gd name="T4" fmla="*/ 26 w 616"/>
                    <a:gd name="T5" fmla="*/ 270 h 270"/>
                    <a:gd name="T6" fmla="*/ 616 w 616"/>
                    <a:gd name="T7" fmla="*/ 12 h 270"/>
                    <a:gd name="T8" fmla="*/ 597 w 616"/>
                    <a:gd name="T9" fmla="*/ 0 h 270"/>
                  </a:gdLst>
                  <a:ahLst/>
                  <a:cxnLst>
                    <a:cxn ang="0">
                      <a:pos x="T0" y="T1"/>
                    </a:cxn>
                    <a:cxn ang="0">
                      <a:pos x="T2" y="T3"/>
                    </a:cxn>
                    <a:cxn ang="0">
                      <a:pos x="T4" y="T5"/>
                    </a:cxn>
                    <a:cxn ang="0">
                      <a:pos x="T6" y="T7"/>
                    </a:cxn>
                    <a:cxn ang="0">
                      <a:pos x="T8" y="T9"/>
                    </a:cxn>
                  </a:cxnLst>
                  <a:rect l="0" t="0" r="r" b="b"/>
                  <a:pathLst>
                    <a:path w="616" h="270">
                      <a:moveTo>
                        <a:pt x="597" y="0"/>
                      </a:moveTo>
                      <a:lnTo>
                        <a:pt x="0" y="261"/>
                      </a:lnTo>
                      <a:lnTo>
                        <a:pt x="26" y="270"/>
                      </a:lnTo>
                      <a:lnTo>
                        <a:pt x="616" y="12"/>
                      </a:lnTo>
                      <a:lnTo>
                        <a:pt x="597" y="0"/>
                      </a:lnTo>
                      <a:close/>
                    </a:path>
                  </a:pathLst>
                </a:custGeom>
                <a:solidFill>
                  <a:sysClr val="window" lastClr="FFFFFF">
                    <a:lumMod val="65000"/>
                  </a:sys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sp>
            <p:nvSpPr>
              <p:cNvPr id="73" name="Freeform 72"/>
              <p:cNvSpPr>
                <a:spLocks noEditPoints="1"/>
              </p:cNvSpPr>
              <p:nvPr/>
            </p:nvSpPr>
            <p:spPr bwMode="auto">
              <a:xfrm>
                <a:off x="5231515" y="3704878"/>
                <a:ext cx="334963" cy="390525"/>
              </a:xfrm>
              <a:custGeom>
                <a:avLst/>
                <a:gdLst>
                  <a:gd name="T0" fmla="*/ 78 w 88"/>
                  <a:gd name="T1" fmla="*/ 20 h 103"/>
                  <a:gd name="T2" fmla="*/ 71 w 88"/>
                  <a:gd name="T3" fmla="*/ 37 h 103"/>
                  <a:gd name="T4" fmla="*/ 72 w 88"/>
                  <a:gd name="T5" fmla="*/ 21 h 103"/>
                  <a:gd name="T6" fmla="*/ 68 w 88"/>
                  <a:gd name="T7" fmla="*/ 21 h 103"/>
                  <a:gd name="T8" fmla="*/ 71 w 88"/>
                  <a:gd name="T9" fmla="*/ 12 h 103"/>
                  <a:gd name="T10" fmla="*/ 44 w 88"/>
                  <a:gd name="T11" fmla="*/ 6 h 103"/>
                  <a:gd name="T12" fmla="*/ 44 w 88"/>
                  <a:gd name="T13" fmla="*/ 93 h 103"/>
                  <a:gd name="T14" fmla="*/ 83 w 88"/>
                  <a:gd name="T15" fmla="*/ 14 h 103"/>
                  <a:gd name="T16" fmla="*/ 65 w 88"/>
                  <a:gd name="T17" fmla="*/ 23 h 103"/>
                  <a:gd name="T18" fmla="*/ 50 w 88"/>
                  <a:gd name="T19" fmla="*/ 10 h 103"/>
                  <a:gd name="T20" fmla="*/ 44 w 88"/>
                  <a:gd name="T21" fmla="*/ 12 h 103"/>
                  <a:gd name="T22" fmla="*/ 53 w 88"/>
                  <a:gd name="T23" fmla="*/ 30 h 103"/>
                  <a:gd name="T24" fmla="*/ 36 w 88"/>
                  <a:gd name="T25" fmla="*/ 37 h 103"/>
                  <a:gd name="T26" fmla="*/ 44 w 88"/>
                  <a:gd name="T27" fmla="*/ 12 h 103"/>
                  <a:gd name="T28" fmla="*/ 14 w 88"/>
                  <a:gd name="T29" fmla="*/ 43 h 103"/>
                  <a:gd name="T30" fmla="*/ 13 w 88"/>
                  <a:gd name="T31" fmla="*/ 40 h 103"/>
                  <a:gd name="T32" fmla="*/ 23 w 88"/>
                  <a:gd name="T33" fmla="*/ 33 h 103"/>
                  <a:gd name="T34" fmla="*/ 36 w 88"/>
                  <a:gd name="T35" fmla="*/ 16 h 103"/>
                  <a:gd name="T36" fmla="*/ 33 w 88"/>
                  <a:gd name="T37" fmla="*/ 37 h 103"/>
                  <a:gd name="T38" fmla="*/ 27 w 88"/>
                  <a:gd name="T39" fmla="*/ 42 h 103"/>
                  <a:gd name="T40" fmla="*/ 32 w 88"/>
                  <a:gd name="T41" fmla="*/ 53 h 103"/>
                  <a:gd name="T42" fmla="*/ 21 w 88"/>
                  <a:gd name="T43" fmla="*/ 47 h 103"/>
                  <a:gd name="T44" fmla="*/ 18 w 88"/>
                  <a:gd name="T45" fmla="*/ 48 h 103"/>
                  <a:gd name="T46" fmla="*/ 6 w 88"/>
                  <a:gd name="T47" fmla="*/ 63 h 103"/>
                  <a:gd name="T48" fmla="*/ 12 w 88"/>
                  <a:gd name="T49" fmla="*/ 82 h 103"/>
                  <a:gd name="T50" fmla="*/ 17 w 88"/>
                  <a:gd name="T51" fmla="*/ 61 h 103"/>
                  <a:gd name="T52" fmla="*/ 12 w 88"/>
                  <a:gd name="T53" fmla="*/ 82 h 103"/>
                  <a:gd name="T54" fmla="*/ 21 w 88"/>
                  <a:gd name="T55" fmla="*/ 78 h 103"/>
                  <a:gd name="T56" fmla="*/ 14 w 88"/>
                  <a:gd name="T57" fmla="*/ 84 h 103"/>
                  <a:gd name="T58" fmla="*/ 42 w 88"/>
                  <a:gd name="T59" fmla="*/ 88 h 103"/>
                  <a:gd name="T60" fmla="*/ 34 w 88"/>
                  <a:gd name="T61" fmla="*/ 77 h 103"/>
                  <a:gd name="T62" fmla="*/ 38 w 88"/>
                  <a:gd name="T63" fmla="*/ 89 h 103"/>
                  <a:gd name="T64" fmla="*/ 23 w 88"/>
                  <a:gd name="T65" fmla="*/ 76 h 103"/>
                  <a:gd name="T66" fmla="*/ 27 w 88"/>
                  <a:gd name="T67" fmla="*/ 73 h 103"/>
                  <a:gd name="T68" fmla="*/ 23 w 88"/>
                  <a:gd name="T69" fmla="*/ 74 h 103"/>
                  <a:gd name="T70" fmla="*/ 32 w 88"/>
                  <a:gd name="T71" fmla="*/ 56 h 103"/>
                  <a:gd name="T72" fmla="*/ 34 w 88"/>
                  <a:gd name="T73" fmla="*/ 63 h 103"/>
                  <a:gd name="T74" fmla="*/ 35 w 88"/>
                  <a:gd name="T75" fmla="*/ 54 h 103"/>
                  <a:gd name="T76" fmla="*/ 47 w 88"/>
                  <a:gd name="T77" fmla="*/ 48 h 103"/>
                  <a:gd name="T78" fmla="*/ 35 w 88"/>
                  <a:gd name="T79" fmla="*/ 52 h 103"/>
                  <a:gd name="T80" fmla="*/ 44 w 88"/>
                  <a:gd name="T81" fmla="*/ 37 h 103"/>
                  <a:gd name="T82" fmla="*/ 53 w 88"/>
                  <a:gd name="T83" fmla="*/ 38 h 103"/>
                  <a:gd name="T84" fmla="*/ 56 w 88"/>
                  <a:gd name="T85" fmla="*/ 37 h 103"/>
                  <a:gd name="T86" fmla="*/ 66 w 88"/>
                  <a:gd name="T87" fmla="*/ 25 h 103"/>
                  <a:gd name="T88" fmla="*/ 61 w 88"/>
                  <a:gd name="T89" fmla="*/ 41 h 103"/>
                  <a:gd name="T90" fmla="*/ 61 w 88"/>
                  <a:gd name="T91" fmla="*/ 44 h 103"/>
                  <a:gd name="T92" fmla="*/ 66 w 88"/>
                  <a:gd name="T93" fmla="*/ 57 h 103"/>
                  <a:gd name="T94" fmla="*/ 56 w 88"/>
                  <a:gd name="T95" fmla="*/ 51 h 103"/>
                  <a:gd name="T96" fmla="*/ 53 w 88"/>
                  <a:gd name="T97" fmla="*/ 52 h 103"/>
                  <a:gd name="T98" fmla="*/ 44 w 88"/>
                  <a:gd name="T99" fmla="*/ 63 h 103"/>
                  <a:gd name="T100" fmla="*/ 41 w 88"/>
                  <a:gd name="T101" fmla="*/ 67 h 103"/>
                  <a:gd name="T102" fmla="*/ 44 w 88"/>
                  <a:gd name="T103" fmla="*/ 66 h 103"/>
                  <a:gd name="T104" fmla="*/ 46 w 88"/>
                  <a:gd name="T105" fmla="*/ 86 h 103"/>
                  <a:gd name="T106" fmla="*/ 52 w 88"/>
                  <a:gd name="T107" fmla="*/ 83 h 103"/>
                  <a:gd name="T108" fmla="*/ 55 w 88"/>
                  <a:gd name="T109" fmla="*/ 62 h 103"/>
                  <a:gd name="T110" fmla="*/ 52 w 88"/>
                  <a:gd name="T111" fmla="*/ 83 h 103"/>
                  <a:gd name="T112" fmla="*/ 68 w 88"/>
                  <a:gd name="T113" fmla="*/ 59 h 103"/>
                  <a:gd name="T114" fmla="*/ 59 w 88"/>
                  <a:gd name="T115" fmla="*/ 78 h 103"/>
                  <a:gd name="T116" fmla="*/ 69 w 88"/>
                  <a:gd name="T117" fmla="*/ 56 h 103"/>
                  <a:gd name="T118" fmla="*/ 82 w 88"/>
                  <a:gd name="T119" fmla="*/ 3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8" h="103">
                    <a:moveTo>
                      <a:pt x="83" y="14"/>
                    </a:moveTo>
                    <a:cubicBezTo>
                      <a:pt x="82" y="17"/>
                      <a:pt x="81" y="19"/>
                      <a:pt x="78" y="20"/>
                    </a:cubicBezTo>
                    <a:cubicBezTo>
                      <a:pt x="80" y="24"/>
                      <a:pt x="82" y="28"/>
                      <a:pt x="82" y="33"/>
                    </a:cubicBezTo>
                    <a:cubicBezTo>
                      <a:pt x="71" y="37"/>
                      <a:pt x="71" y="37"/>
                      <a:pt x="71" y="37"/>
                    </a:cubicBezTo>
                    <a:cubicBezTo>
                      <a:pt x="71" y="32"/>
                      <a:pt x="70" y="27"/>
                      <a:pt x="69" y="23"/>
                    </a:cubicBezTo>
                    <a:cubicBezTo>
                      <a:pt x="70" y="23"/>
                      <a:pt x="71" y="22"/>
                      <a:pt x="72" y="21"/>
                    </a:cubicBezTo>
                    <a:cubicBezTo>
                      <a:pt x="72" y="20"/>
                      <a:pt x="71" y="20"/>
                      <a:pt x="71" y="19"/>
                    </a:cubicBezTo>
                    <a:cubicBezTo>
                      <a:pt x="70" y="20"/>
                      <a:pt x="69" y="20"/>
                      <a:pt x="68" y="21"/>
                    </a:cubicBezTo>
                    <a:cubicBezTo>
                      <a:pt x="66" y="15"/>
                      <a:pt x="63" y="11"/>
                      <a:pt x="59" y="9"/>
                    </a:cubicBezTo>
                    <a:cubicBezTo>
                      <a:pt x="64" y="9"/>
                      <a:pt x="68" y="10"/>
                      <a:pt x="71" y="12"/>
                    </a:cubicBezTo>
                    <a:cubicBezTo>
                      <a:pt x="72" y="10"/>
                      <a:pt x="74" y="8"/>
                      <a:pt x="76" y="7"/>
                    </a:cubicBezTo>
                    <a:cubicBezTo>
                      <a:pt x="68" y="1"/>
                      <a:pt x="57" y="0"/>
                      <a:pt x="44" y="6"/>
                    </a:cubicBezTo>
                    <a:cubicBezTo>
                      <a:pt x="20" y="15"/>
                      <a:pt x="0" y="43"/>
                      <a:pt x="0" y="67"/>
                    </a:cubicBezTo>
                    <a:cubicBezTo>
                      <a:pt x="0" y="91"/>
                      <a:pt x="20" y="103"/>
                      <a:pt x="44" y="93"/>
                    </a:cubicBezTo>
                    <a:cubicBezTo>
                      <a:pt x="68" y="83"/>
                      <a:pt x="88" y="56"/>
                      <a:pt x="88" y="32"/>
                    </a:cubicBezTo>
                    <a:cubicBezTo>
                      <a:pt x="88" y="25"/>
                      <a:pt x="86" y="19"/>
                      <a:pt x="83" y="14"/>
                    </a:cubicBezTo>
                    <a:close/>
                    <a:moveTo>
                      <a:pt x="52" y="9"/>
                    </a:moveTo>
                    <a:cubicBezTo>
                      <a:pt x="58" y="10"/>
                      <a:pt x="62" y="15"/>
                      <a:pt x="65" y="23"/>
                    </a:cubicBezTo>
                    <a:cubicBezTo>
                      <a:pt x="62" y="25"/>
                      <a:pt x="59" y="27"/>
                      <a:pt x="56" y="28"/>
                    </a:cubicBezTo>
                    <a:cubicBezTo>
                      <a:pt x="55" y="20"/>
                      <a:pt x="53" y="13"/>
                      <a:pt x="50" y="10"/>
                    </a:cubicBezTo>
                    <a:cubicBezTo>
                      <a:pt x="51" y="9"/>
                      <a:pt x="52" y="9"/>
                      <a:pt x="52" y="9"/>
                    </a:cubicBezTo>
                    <a:close/>
                    <a:moveTo>
                      <a:pt x="44" y="12"/>
                    </a:moveTo>
                    <a:cubicBezTo>
                      <a:pt x="45" y="11"/>
                      <a:pt x="46" y="11"/>
                      <a:pt x="46" y="11"/>
                    </a:cubicBezTo>
                    <a:cubicBezTo>
                      <a:pt x="49" y="13"/>
                      <a:pt x="51" y="19"/>
                      <a:pt x="53" y="30"/>
                    </a:cubicBezTo>
                    <a:cubicBezTo>
                      <a:pt x="50" y="31"/>
                      <a:pt x="47" y="32"/>
                      <a:pt x="44" y="34"/>
                    </a:cubicBezTo>
                    <a:cubicBezTo>
                      <a:pt x="41" y="35"/>
                      <a:pt x="38" y="36"/>
                      <a:pt x="36" y="37"/>
                    </a:cubicBezTo>
                    <a:cubicBezTo>
                      <a:pt x="37" y="25"/>
                      <a:pt x="39" y="17"/>
                      <a:pt x="42" y="13"/>
                    </a:cubicBezTo>
                    <a:cubicBezTo>
                      <a:pt x="43" y="12"/>
                      <a:pt x="43" y="12"/>
                      <a:pt x="44" y="12"/>
                    </a:cubicBezTo>
                    <a:close/>
                    <a:moveTo>
                      <a:pt x="12" y="43"/>
                    </a:moveTo>
                    <a:cubicBezTo>
                      <a:pt x="12" y="43"/>
                      <a:pt x="13" y="43"/>
                      <a:pt x="14" y="43"/>
                    </a:cubicBezTo>
                    <a:cubicBezTo>
                      <a:pt x="14" y="42"/>
                      <a:pt x="14" y="41"/>
                      <a:pt x="15" y="40"/>
                    </a:cubicBezTo>
                    <a:cubicBezTo>
                      <a:pt x="14" y="40"/>
                      <a:pt x="14" y="40"/>
                      <a:pt x="13" y="40"/>
                    </a:cubicBezTo>
                    <a:cubicBezTo>
                      <a:pt x="17" y="33"/>
                      <a:pt x="22" y="26"/>
                      <a:pt x="29" y="21"/>
                    </a:cubicBezTo>
                    <a:cubicBezTo>
                      <a:pt x="26" y="25"/>
                      <a:pt x="24" y="29"/>
                      <a:pt x="23" y="33"/>
                    </a:cubicBezTo>
                    <a:cubicBezTo>
                      <a:pt x="24" y="33"/>
                      <a:pt x="24" y="33"/>
                      <a:pt x="25" y="33"/>
                    </a:cubicBezTo>
                    <a:cubicBezTo>
                      <a:pt x="28" y="26"/>
                      <a:pt x="32" y="20"/>
                      <a:pt x="36" y="16"/>
                    </a:cubicBezTo>
                    <a:cubicBezTo>
                      <a:pt x="37" y="15"/>
                      <a:pt x="37" y="15"/>
                      <a:pt x="38" y="14"/>
                    </a:cubicBezTo>
                    <a:cubicBezTo>
                      <a:pt x="35" y="20"/>
                      <a:pt x="34" y="28"/>
                      <a:pt x="33" y="37"/>
                    </a:cubicBezTo>
                    <a:cubicBezTo>
                      <a:pt x="31" y="38"/>
                      <a:pt x="29" y="38"/>
                      <a:pt x="28" y="39"/>
                    </a:cubicBezTo>
                    <a:cubicBezTo>
                      <a:pt x="28" y="40"/>
                      <a:pt x="27" y="41"/>
                      <a:pt x="27" y="42"/>
                    </a:cubicBezTo>
                    <a:cubicBezTo>
                      <a:pt x="29" y="41"/>
                      <a:pt x="31" y="41"/>
                      <a:pt x="32" y="41"/>
                    </a:cubicBezTo>
                    <a:cubicBezTo>
                      <a:pt x="32" y="45"/>
                      <a:pt x="32" y="49"/>
                      <a:pt x="32" y="53"/>
                    </a:cubicBezTo>
                    <a:cubicBezTo>
                      <a:pt x="20" y="57"/>
                      <a:pt x="20" y="57"/>
                      <a:pt x="20" y="57"/>
                    </a:cubicBezTo>
                    <a:cubicBezTo>
                      <a:pt x="21" y="54"/>
                      <a:pt x="21" y="51"/>
                      <a:pt x="21" y="47"/>
                    </a:cubicBezTo>
                    <a:cubicBezTo>
                      <a:pt x="21" y="48"/>
                      <a:pt x="21" y="48"/>
                      <a:pt x="21" y="48"/>
                    </a:cubicBezTo>
                    <a:cubicBezTo>
                      <a:pt x="20" y="48"/>
                      <a:pt x="19" y="48"/>
                      <a:pt x="18" y="48"/>
                    </a:cubicBezTo>
                    <a:cubicBezTo>
                      <a:pt x="18" y="52"/>
                      <a:pt x="18" y="55"/>
                      <a:pt x="17" y="58"/>
                    </a:cubicBezTo>
                    <a:cubicBezTo>
                      <a:pt x="6" y="63"/>
                      <a:pt x="6" y="63"/>
                      <a:pt x="6" y="63"/>
                    </a:cubicBezTo>
                    <a:cubicBezTo>
                      <a:pt x="7" y="56"/>
                      <a:pt x="9" y="50"/>
                      <a:pt x="12" y="43"/>
                    </a:cubicBezTo>
                    <a:close/>
                    <a:moveTo>
                      <a:pt x="12" y="82"/>
                    </a:moveTo>
                    <a:cubicBezTo>
                      <a:pt x="9" y="78"/>
                      <a:pt x="7" y="72"/>
                      <a:pt x="6" y="66"/>
                    </a:cubicBezTo>
                    <a:cubicBezTo>
                      <a:pt x="17" y="61"/>
                      <a:pt x="17" y="61"/>
                      <a:pt x="17" y="61"/>
                    </a:cubicBezTo>
                    <a:cubicBezTo>
                      <a:pt x="18" y="67"/>
                      <a:pt x="18" y="72"/>
                      <a:pt x="20" y="76"/>
                    </a:cubicBezTo>
                    <a:cubicBezTo>
                      <a:pt x="17" y="78"/>
                      <a:pt x="14" y="80"/>
                      <a:pt x="12" y="82"/>
                    </a:cubicBezTo>
                    <a:close/>
                    <a:moveTo>
                      <a:pt x="14" y="84"/>
                    </a:moveTo>
                    <a:cubicBezTo>
                      <a:pt x="16" y="82"/>
                      <a:pt x="18" y="80"/>
                      <a:pt x="21" y="78"/>
                    </a:cubicBezTo>
                    <a:cubicBezTo>
                      <a:pt x="23" y="83"/>
                      <a:pt x="25" y="87"/>
                      <a:pt x="29" y="90"/>
                    </a:cubicBezTo>
                    <a:cubicBezTo>
                      <a:pt x="23" y="90"/>
                      <a:pt x="18" y="87"/>
                      <a:pt x="14" y="84"/>
                    </a:cubicBezTo>
                    <a:close/>
                    <a:moveTo>
                      <a:pt x="44" y="87"/>
                    </a:moveTo>
                    <a:cubicBezTo>
                      <a:pt x="43" y="87"/>
                      <a:pt x="43" y="88"/>
                      <a:pt x="42" y="88"/>
                    </a:cubicBezTo>
                    <a:cubicBezTo>
                      <a:pt x="40" y="86"/>
                      <a:pt x="38" y="82"/>
                      <a:pt x="37" y="75"/>
                    </a:cubicBezTo>
                    <a:cubicBezTo>
                      <a:pt x="36" y="76"/>
                      <a:pt x="35" y="77"/>
                      <a:pt x="34" y="77"/>
                    </a:cubicBezTo>
                    <a:cubicBezTo>
                      <a:pt x="34" y="77"/>
                      <a:pt x="34" y="77"/>
                      <a:pt x="34" y="77"/>
                    </a:cubicBezTo>
                    <a:cubicBezTo>
                      <a:pt x="35" y="82"/>
                      <a:pt x="36" y="86"/>
                      <a:pt x="38" y="89"/>
                    </a:cubicBezTo>
                    <a:cubicBezTo>
                      <a:pt x="37" y="89"/>
                      <a:pt x="37" y="89"/>
                      <a:pt x="36" y="89"/>
                    </a:cubicBezTo>
                    <a:cubicBezTo>
                      <a:pt x="31" y="88"/>
                      <a:pt x="26" y="84"/>
                      <a:pt x="23" y="76"/>
                    </a:cubicBezTo>
                    <a:cubicBezTo>
                      <a:pt x="25" y="76"/>
                      <a:pt x="26" y="75"/>
                      <a:pt x="27" y="74"/>
                    </a:cubicBezTo>
                    <a:cubicBezTo>
                      <a:pt x="27" y="74"/>
                      <a:pt x="27" y="73"/>
                      <a:pt x="27" y="73"/>
                    </a:cubicBezTo>
                    <a:cubicBezTo>
                      <a:pt x="27" y="72"/>
                      <a:pt x="27" y="72"/>
                      <a:pt x="27" y="71"/>
                    </a:cubicBezTo>
                    <a:cubicBezTo>
                      <a:pt x="25" y="72"/>
                      <a:pt x="24" y="73"/>
                      <a:pt x="23" y="74"/>
                    </a:cubicBezTo>
                    <a:cubicBezTo>
                      <a:pt x="21" y="70"/>
                      <a:pt x="21" y="65"/>
                      <a:pt x="20" y="60"/>
                    </a:cubicBezTo>
                    <a:cubicBezTo>
                      <a:pt x="32" y="56"/>
                      <a:pt x="32" y="56"/>
                      <a:pt x="32" y="56"/>
                    </a:cubicBezTo>
                    <a:cubicBezTo>
                      <a:pt x="32" y="58"/>
                      <a:pt x="32" y="61"/>
                      <a:pt x="32" y="64"/>
                    </a:cubicBezTo>
                    <a:cubicBezTo>
                      <a:pt x="33" y="64"/>
                      <a:pt x="33" y="63"/>
                      <a:pt x="34" y="63"/>
                    </a:cubicBezTo>
                    <a:cubicBezTo>
                      <a:pt x="34" y="63"/>
                      <a:pt x="35" y="63"/>
                      <a:pt x="35" y="63"/>
                    </a:cubicBezTo>
                    <a:cubicBezTo>
                      <a:pt x="35" y="60"/>
                      <a:pt x="35" y="57"/>
                      <a:pt x="35" y="54"/>
                    </a:cubicBezTo>
                    <a:cubicBezTo>
                      <a:pt x="48" y="49"/>
                      <a:pt x="48" y="49"/>
                      <a:pt x="48" y="49"/>
                    </a:cubicBezTo>
                    <a:cubicBezTo>
                      <a:pt x="47" y="49"/>
                      <a:pt x="47" y="48"/>
                      <a:pt x="47" y="48"/>
                    </a:cubicBezTo>
                    <a:cubicBezTo>
                      <a:pt x="47" y="47"/>
                      <a:pt x="47" y="47"/>
                      <a:pt x="47" y="46"/>
                    </a:cubicBezTo>
                    <a:cubicBezTo>
                      <a:pt x="35" y="52"/>
                      <a:pt x="35" y="52"/>
                      <a:pt x="35" y="52"/>
                    </a:cubicBezTo>
                    <a:cubicBezTo>
                      <a:pt x="35" y="47"/>
                      <a:pt x="35" y="43"/>
                      <a:pt x="35" y="40"/>
                    </a:cubicBezTo>
                    <a:cubicBezTo>
                      <a:pt x="38" y="39"/>
                      <a:pt x="41" y="38"/>
                      <a:pt x="44" y="37"/>
                    </a:cubicBezTo>
                    <a:cubicBezTo>
                      <a:pt x="47" y="35"/>
                      <a:pt x="50" y="34"/>
                      <a:pt x="53" y="33"/>
                    </a:cubicBezTo>
                    <a:cubicBezTo>
                      <a:pt x="53" y="34"/>
                      <a:pt x="53" y="36"/>
                      <a:pt x="53" y="38"/>
                    </a:cubicBezTo>
                    <a:cubicBezTo>
                      <a:pt x="54" y="38"/>
                      <a:pt x="54" y="38"/>
                      <a:pt x="54" y="38"/>
                    </a:cubicBezTo>
                    <a:cubicBezTo>
                      <a:pt x="55" y="38"/>
                      <a:pt x="56" y="37"/>
                      <a:pt x="56" y="37"/>
                    </a:cubicBezTo>
                    <a:cubicBezTo>
                      <a:pt x="56" y="35"/>
                      <a:pt x="56" y="33"/>
                      <a:pt x="56" y="31"/>
                    </a:cubicBezTo>
                    <a:cubicBezTo>
                      <a:pt x="59" y="29"/>
                      <a:pt x="63" y="27"/>
                      <a:pt x="66" y="25"/>
                    </a:cubicBezTo>
                    <a:cubicBezTo>
                      <a:pt x="67" y="29"/>
                      <a:pt x="68" y="34"/>
                      <a:pt x="68" y="38"/>
                    </a:cubicBezTo>
                    <a:cubicBezTo>
                      <a:pt x="61" y="41"/>
                      <a:pt x="61" y="41"/>
                      <a:pt x="61" y="41"/>
                    </a:cubicBezTo>
                    <a:cubicBezTo>
                      <a:pt x="61" y="41"/>
                      <a:pt x="61" y="42"/>
                      <a:pt x="61" y="42"/>
                    </a:cubicBezTo>
                    <a:cubicBezTo>
                      <a:pt x="61" y="43"/>
                      <a:pt x="61" y="43"/>
                      <a:pt x="61" y="44"/>
                    </a:cubicBezTo>
                    <a:cubicBezTo>
                      <a:pt x="68" y="41"/>
                      <a:pt x="68" y="41"/>
                      <a:pt x="68" y="41"/>
                    </a:cubicBezTo>
                    <a:cubicBezTo>
                      <a:pt x="68" y="47"/>
                      <a:pt x="67" y="52"/>
                      <a:pt x="66" y="57"/>
                    </a:cubicBezTo>
                    <a:cubicBezTo>
                      <a:pt x="63" y="57"/>
                      <a:pt x="59" y="58"/>
                      <a:pt x="56" y="59"/>
                    </a:cubicBezTo>
                    <a:cubicBezTo>
                      <a:pt x="56" y="56"/>
                      <a:pt x="56" y="54"/>
                      <a:pt x="56" y="51"/>
                    </a:cubicBezTo>
                    <a:cubicBezTo>
                      <a:pt x="56" y="51"/>
                      <a:pt x="55" y="52"/>
                      <a:pt x="54" y="52"/>
                    </a:cubicBezTo>
                    <a:cubicBezTo>
                      <a:pt x="54" y="52"/>
                      <a:pt x="54" y="52"/>
                      <a:pt x="53" y="52"/>
                    </a:cubicBezTo>
                    <a:cubicBezTo>
                      <a:pt x="53" y="55"/>
                      <a:pt x="53" y="57"/>
                      <a:pt x="53" y="60"/>
                    </a:cubicBezTo>
                    <a:cubicBezTo>
                      <a:pt x="50" y="61"/>
                      <a:pt x="47" y="62"/>
                      <a:pt x="44" y="63"/>
                    </a:cubicBezTo>
                    <a:cubicBezTo>
                      <a:pt x="43" y="63"/>
                      <a:pt x="41" y="64"/>
                      <a:pt x="40" y="65"/>
                    </a:cubicBezTo>
                    <a:cubicBezTo>
                      <a:pt x="41" y="65"/>
                      <a:pt x="41" y="66"/>
                      <a:pt x="41" y="67"/>
                    </a:cubicBezTo>
                    <a:cubicBezTo>
                      <a:pt x="41" y="67"/>
                      <a:pt x="41" y="67"/>
                      <a:pt x="41" y="67"/>
                    </a:cubicBezTo>
                    <a:cubicBezTo>
                      <a:pt x="42" y="67"/>
                      <a:pt x="43" y="66"/>
                      <a:pt x="44" y="66"/>
                    </a:cubicBezTo>
                    <a:cubicBezTo>
                      <a:pt x="47" y="65"/>
                      <a:pt x="50" y="64"/>
                      <a:pt x="52" y="63"/>
                    </a:cubicBezTo>
                    <a:cubicBezTo>
                      <a:pt x="51" y="74"/>
                      <a:pt x="49" y="82"/>
                      <a:pt x="46" y="86"/>
                    </a:cubicBezTo>
                    <a:cubicBezTo>
                      <a:pt x="46" y="86"/>
                      <a:pt x="45" y="87"/>
                      <a:pt x="44" y="87"/>
                    </a:cubicBezTo>
                    <a:close/>
                    <a:moveTo>
                      <a:pt x="52" y="83"/>
                    </a:moveTo>
                    <a:cubicBezTo>
                      <a:pt x="52" y="83"/>
                      <a:pt x="51" y="84"/>
                      <a:pt x="50" y="84"/>
                    </a:cubicBezTo>
                    <a:cubicBezTo>
                      <a:pt x="53" y="79"/>
                      <a:pt x="54" y="71"/>
                      <a:pt x="55" y="62"/>
                    </a:cubicBezTo>
                    <a:cubicBezTo>
                      <a:pt x="59" y="61"/>
                      <a:pt x="62" y="60"/>
                      <a:pt x="65" y="60"/>
                    </a:cubicBezTo>
                    <a:cubicBezTo>
                      <a:pt x="62" y="69"/>
                      <a:pt x="58" y="77"/>
                      <a:pt x="52" y="83"/>
                    </a:cubicBezTo>
                    <a:close/>
                    <a:moveTo>
                      <a:pt x="59" y="78"/>
                    </a:moveTo>
                    <a:cubicBezTo>
                      <a:pt x="63" y="72"/>
                      <a:pt x="66" y="66"/>
                      <a:pt x="68" y="59"/>
                    </a:cubicBezTo>
                    <a:cubicBezTo>
                      <a:pt x="70" y="59"/>
                      <a:pt x="73" y="59"/>
                      <a:pt x="75" y="59"/>
                    </a:cubicBezTo>
                    <a:cubicBezTo>
                      <a:pt x="71" y="66"/>
                      <a:pt x="66" y="72"/>
                      <a:pt x="59" y="78"/>
                    </a:cubicBezTo>
                    <a:close/>
                    <a:moveTo>
                      <a:pt x="76" y="56"/>
                    </a:moveTo>
                    <a:cubicBezTo>
                      <a:pt x="74" y="56"/>
                      <a:pt x="71" y="56"/>
                      <a:pt x="69" y="56"/>
                    </a:cubicBezTo>
                    <a:cubicBezTo>
                      <a:pt x="70" y="51"/>
                      <a:pt x="71" y="46"/>
                      <a:pt x="71" y="40"/>
                    </a:cubicBezTo>
                    <a:cubicBezTo>
                      <a:pt x="82" y="36"/>
                      <a:pt x="82" y="36"/>
                      <a:pt x="82" y="36"/>
                    </a:cubicBezTo>
                    <a:cubicBezTo>
                      <a:pt x="82" y="42"/>
                      <a:pt x="80" y="50"/>
                      <a:pt x="76" y="56"/>
                    </a:cubicBezTo>
                    <a:close/>
                  </a:path>
                </a:pathLst>
              </a:custGeom>
              <a:solidFill>
                <a:srgbClr val="C0392B"/>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grpSp>
          <p:nvGrpSpPr>
            <p:cNvPr id="26" name="Group 25"/>
            <p:cNvGrpSpPr/>
            <p:nvPr/>
          </p:nvGrpSpPr>
          <p:grpSpPr>
            <a:xfrm>
              <a:off x="4541574" y="2686893"/>
              <a:ext cx="586741" cy="819154"/>
              <a:chOff x="4323332" y="2763770"/>
              <a:chExt cx="586741" cy="819154"/>
            </a:xfrm>
          </p:grpSpPr>
          <p:grpSp>
            <p:nvGrpSpPr>
              <p:cNvPr id="60" name="Group 59"/>
              <p:cNvGrpSpPr>
                <a:grpSpLocks noChangeAspect="1"/>
              </p:cNvGrpSpPr>
              <p:nvPr/>
            </p:nvGrpSpPr>
            <p:grpSpPr>
              <a:xfrm>
                <a:off x="4323332" y="2763770"/>
                <a:ext cx="586741" cy="819154"/>
                <a:chOff x="3702058" y="3254390"/>
                <a:chExt cx="977902" cy="1365256"/>
              </a:xfrm>
              <a:effectLst/>
            </p:grpSpPr>
            <p:sp>
              <p:nvSpPr>
                <p:cNvPr id="69" name="Freeform 421"/>
                <p:cNvSpPr>
                  <a:spLocks/>
                </p:cNvSpPr>
                <p:nvPr/>
              </p:nvSpPr>
              <p:spPr bwMode="auto">
                <a:xfrm>
                  <a:off x="3743333" y="3273440"/>
                  <a:ext cx="936627" cy="1346206"/>
                </a:xfrm>
                <a:custGeom>
                  <a:avLst/>
                  <a:gdLst>
                    <a:gd name="T0" fmla="*/ 590 w 590"/>
                    <a:gd name="T1" fmla="*/ 0 h 848"/>
                    <a:gd name="T2" fmla="*/ 0 w 590"/>
                    <a:gd name="T3" fmla="*/ 258 h 848"/>
                    <a:gd name="T4" fmla="*/ 0 w 590"/>
                    <a:gd name="T5" fmla="*/ 848 h 848"/>
                    <a:gd name="T6" fmla="*/ 590 w 590"/>
                    <a:gd name="T7" fmla="*/ 590 h 848"/>
                    <a:gd name="T8" fmla="*/ 590 w 590"/>
                    <a:gd name="T9" fmla="*/ 0 h 848"/>
                  </a:gdLst>
                  <a:ahLst/>
                  <a:cxnLst>
                    <a:cxn ang="0">
                      <a:pos x="T0" y="T1"/>
                    </a:cxn>
                    <a:cxn ang="0">
                      <a:pos x="T2" y="T3"/>
                    </a:cxn>
                    <a:cxn ang="0">
                      <a:pos x="T4" y="T5"/>
                    </a:cxn>
                    <a:cxn ang="0">
                      <a:pos x="T6" y="T7"/>
                    </a:cxn>
                    <a:cxn ang="0">
                      <a:pos x="T8" y="T9"/>
                    </a:cxn>
                  </a:cxnLst>
                  <a:rect l="0" t="0" r="r" b="b"/>
                  <a:pathLst>
                    <a:path w="590" h="848">
                      <a:moveTo>
                        <a:pt x="590" y="0"/>
                      </a:moveTo>
                      <a:lnTo>
                        <a:pt x="0" y="258"/>
                      </a:lnTo>
                      <a:lnTo>
                        <a:pt x="0" y="848"/>
                      </a:lnTo>
                      <a:lnTo>
                        <a:pt x="590" y="590"/>
                      </a:lnTo>
                      <a:lnTo>
                        <a:pt x="590" y="0"/>
                      </a:lnTo>
                      <a:close/>
                    </a:path>
                  </a:pathLst>
                </a:custGeom>
                <a:solidFill>
                  <a:srgbClr val="E0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70" name="Freeform 422"/>
                <p:cNvSpPr>
                  <a:spLocks/>
                </p:cNvSpPr>
                <p:nvPr/>
              </p:nvSpPr>
              <p:spPr bwMode="auto">
                <a:xfrm>
                  <a:off x="3702058" y="3668729"/>
                  <a:ext cx="41275" cy="950916"/>
                </a:xfrm>
                <a:custGeom>
                  <a:avLst/>
                  <a:gdLst>
                    <a:gd name="T0" fmla="*/ 26 w 26"/>
                    <a:gd name="T1" fmla="*/ 9 h 599"/>
                    <a:gd name="T2" fmla="*/ 26 w 26"/>
                    <a:gd name="T3" fmla="*/ 599 h 599"/>
                    <a:gd name="T4" fmla="*/ 0 w 26"/>
                    <a:gd name="T5" fmla="*/ 590 h 599"/>
                    <a:gd name="T6" fmla="*/ 0 w 26"/>
                    <a:gd name="T7" fmla="*/ 0 h 599"/>
                    <a:gd name="T8" fmla="*/ 26 w 26"/>
                    <a:gd name="T9" fmla="*/ 9 h 599"/>
                  </a:gdLst>
                  <a:ahLst/>
                  <a:cxnLst>
                    <a:cxn ang="0">
                      <a:pos x="T0" y="T1"/>
                    </a:cxn>
                    <a:cxn ang="0">
                      <a:pos x="T2" y="T3"/>
                    </a:cxn>
                    <a:cxn ang="0">
                      <a:pos x="T4" y="T5"/>
                    </a:cxn>
                    <a:cxn ang="0">
                      <a:pos x="T6" y="T7"/>
                    </a:cxn>
                    <a:cxn ang="0">
                      <a:pos x="T8" y="T9"/>
                    </a:cxn>
                  </a:cxnLst>
                  <a:rect l="0" t="0" r="r" b="b"/>
                  <a:pathLst>
                    <a:path w="26" h="599">
                      <a:moveTo>
                        <a:pt x="26" y="9"/>
                      </a:moveTo>
                      <a:lnTo>
                        <a:pt x="26" y="599"/>
                      </a:lnTo>
                      <a:lnTo>
                        <a:pt x="0" y="590"/>
                      </a:lnTo>
                      <a:lnTo>
                        <a:pt x="0" y="0"/>
                      </a:lnTo>
                      <a:lnTo>
                        <a:pt x="26" y="9"/>
                      </a:lnTo>
                      <a:close/>
                    </a:path>
                  </a:pathLst>
                </a:custGeom>
                <a:solidFill>
                  <a:srgbClr val="97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71" name="Freeform 423"/>
                <p:cNvSpPr>
                  <a:spLocks/>
                </p:cNvSpPr>
                <p:nvPr/>
              </p:nvSpPr>
              <p:spPr bwMode="auto">
                <a:xfrm>
                  <a:off x="3702058" y="3254390"/>
                  <a:ext cx="977902" cy="428627"/>
                </a:xfrm>
                <a:custGeom>
                  <a:avLst/>
                  <a:gdLst>
                    <a:gd name="T0" fmla="*/ 597 w 616"/>
                    <a:gd name="T1" fmla="*/ 0 h 270"/>
                    <a:gd name="T2" fmla="*/ 0 w 616"/>
                    <a:gd name="T3" fmla="*/ 261 h 270"/>
                    <a:gd name="T4" fmla="*/ 26 w 616"/>
                    <a:gd name="T5" fmla="*/ 270 h 270"/>
                    <a:gd name="T6" fmla="*/ 616 w 616"/>
                    <a:gd name="T7" fmla="*/ 12 h 270"/>
                    <a:gd name="T8" fmla="*/ 597 w 616"/>
                    <a:gd name="T9" fmla="*/ 0 h 270"/>
                  </a:gdLst>
                  <a:ahLst/>
                  <a:cxnLst>
                    <a:cxn ang="0">
                      <a:pos x="T0" y="T1"/>
                    </a:cxn>
                    <a:cxn ang="0">
                      <a:pos x="T2" y="T3"/>
                    </a:cxn>
                    <a:cxn ang="0">
                      <a:pos x="T4" y="T5"/>
                    </a:cxn>
                    <a:cxn ang="0">
                      <a:pos x="T6" y="T7"/>
                    </a:cxn>
                    <a:cxn ang="0">
                      <a:pos x="T8" y="T9"/>
                    </a:cxn>
                  </a:cxnLst>
                  <a:rect l="0" t="0" r="r" b="b"/>
                  <a:pathLst>
                    <a:path w="616" h="270">
                      <a:moveTo>
                        <a:pt x="597" y="0"/>
                      </a:moveTo>
                      <a:lnTo>
                        <a:pt x="0" y="261"/>
                      </a:lnTo>
                      <a:lnTo>
                        <a:pt x="26" y="270"/>
                      </a:lnTo>
                      <a:lnTo>
                        <a:pt x="616" y="12"/>
                      </a:lnTo>
                      <a:lnTo>
                        <a:pt x="597" y="0"/>
                      </a:lnTo>
                      <a:close/>
                    </a:path>
                  </a:pathLst>
                </a:custGeom>
                <a:solidFill>
                  <a:sysClr val="window" lastClr="FFFFFF">
                    <a:lumMod val="65000"/>
                  </a:sys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grpSp>
            <p:nvGrpSpPr>
              <p:cNvPr id="61" name="Group 60"/>
              <p:cNvGrpSpPr/>
              <p:nvPr/>
            </p:nvGrpSpPr>
            <p:grpSpPr>
              <a:xfrm>
                <a:off x="4446477" y="2973277"/>
                <a:ext cx="376238" cy="438150"/>
                <a:chOff x="4592364" y="4757741"/>
                <a:chExt cx="376238" cy="438150"/>
              </a:xfrm>
              <a:solidFill>
                <a:srgbClr val="2C3E50"/>
              </a:solidFill>
            </p:grpSpPr>
            <p:sp>
              <p:nvSpPr>
                <p:cNvPr id="62" name="Freeform 61"/>
                <p:cNvSpPr>
                  <a:spLocks/>
                </p:cNvSpPr>
                <p:nvPr/>
              </p:nvSpPr>
              <p:spPr bwMode="auto">
                <a:xfrm>
                  <a:off x="4592364" y="4913316"/>
                  <a:ext cx="333375" cy="282575"/>
                </a:xfrm>
                <a:custGeom>
                  <a:avLst/>
                  <a:gdLst>
                    <a:gd name="T0" fmla="*/ 80 w 87"/>
                    <a:gd name="T1" fmla="*/ 38 h 74"/>
                    <a:gd name="T2" fmla="*/ 7 w 87"/>
                    <a:gd name="T3" fmla="*/ 68 h 74"/>
                    <a:gd name="T4" fmla="*/ 4 w 87"/>
                    <a:gd name="T5" fmla="*/ 67 h 74"/>
                    <a:gd name="T6" fmla="*/ 4 w 87"/>
                    <a:gd name="T7" fmla="*/ 14 h 74"/>
                    <a:gd name="T8" fmla="*/ 7 w 87"/>
                    <a:gd name="T9" fmla="*/ 10 h 74"/>
                    <a:gd name="T10" fmla="*/ 21 w 87"/>
                    <a:gd name="T11" fmla="*/ 4 h 74"/>
                    <a:gd name="T12" fmla="*/ 21 w 87"/>
                    <a:gd name="T13" fmla="*/ 0 h 74"/>
                    <a:gd name="T14" fmla="*/ 7 w 87"/>
                    <a:gd name="T15" fmla="*/ 6 h 74"/>
                    <a:gd name="T16" fmla="*/ 0 w 87"/>
                    <a:gd name="T17" fmla="*/ 16 h 74"/>
                    <a:gd name="T18" fmla="*/ 0 w 87"/>
                    <a:gd name="T19" fmla="*/ 68 h 74"/>
                    <a:gd name="T20" fmla="*/ 7 w 87"/>
                    <a:gd name="T21" fmla="*/ 72 h 74"/>
                    <a:gd name="T22" fmla="*/ 80 w 87"/>
                    <a:gd name="T23" fmla="*/ 42 h 74"/>
                    <a:gd name="T24" fmla="*/ 87 w 87"/>
                    <a:gd name="T25" fmla="*/ 32 h 74"/>
                    <a:gd name="T26" fmla="*/ 83 w 87"/>
                    <a:gd name="T27" fmla="*/ 34 h 74"/>
                    <a:gd name="T28" fmla="*/ 80 w 87"/>
                    <a:gd name="T29"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 h="74">
                      <a:moveTo>
                        <a:pt x="80" y="38"/>
                      </a:moveTo>
                      <a:cubicBezTo>
                        <a:pt x="7" y="68"/>
                        <a:pt x="7" y="68"/>
                        <a:pt x="7" y="68"/>
                      </a:cubicBezTo>
                      <a:cubicBezTo>
                        <a:pt x="5" y="69"/>
                        <a:pt x="4" y="68"/>
                        <a:pt x="4" y="67"/>
                      </a:cubicBezTo>
                      <a:cubicBezTo>
                        <a:pt x="4" y="14"/>
                        <a:pt x="4" y="14"/>
                        <a:pt x="4" y="14"/>
                      </a:cubicBezTo>
                      <a:cubicBezTo>
                        <a:pt x="4" y="13"/>
                        <a:pt x="5" y="11"/>
                        <a:pt x="7" y="10"/>
                      </a:cubicBezTo>
                      <a:cubicBezTo>
                        <a:pt x="21" y="4"/>
                        <a:pt x="21" y="4"/>
                        <a:pt x="21" y="4"/>
                      </a:cubicBezTo>
                      <a:cubicBezTo>
                        <a:pt x="21" y="0"/>
                        <a:pt x="21" y="0"/>
                        <a:pt x="21" y="0"/>
                      </a:cubicBezTo>
                      <a:cubicBezTo>
                        <a:pt x="7" y="6"/>
                        <a:pt x="7" y="6"/>
                        <a:pt x="7" y="6"/>
                      </a:cubicBezTo>
                      <a:cubicBezTo>
                        <a:pt x="3" y="8"/>
                        <a:pt x="0" y="12"/>
                        <a:pt x="0" y="16"/>
                      </a:cubicBezTo>
                      <a:cubicBezTo>
                        <a:pt x="0" y="68"/>
                        <a:pt x="0" y="68"/>
                        <a:pt x="0" y="68"/>
                      </a:cubicBezTo>
                      <a:cubicBezTo>
                        <a:pt x="0" y="72"/>
                        <a:pt x="3" y="74"/>
                        <a:pt x="7" y="72"/>
                      </a:cubicBezTo>
                      <a:cubicBezTo>
                        <a:pt x="80" y="42"/>
                        <a:pt x="80" y="42"/>
                        <a:pt x="80" y="42"/>
                      </a:cubicBezTo>
                      <a:cubicBezTo>
                        <a:pt x="84" y="40"/>
                        <a:pt x="87" y="36"/>
                        <a:pt x="87" y="32"/>
                      </a:cubicBezTo>
                      <a:cubicBezTo>
                        <a:pt x="83" y="34"/>
                        <a:pt x="83" y="34"/>
                        <a:pt x="83" y="34"/>
                      </a:cubicBezTo>
                      <a:cubicBezTo>
                        <a:pt x="83" y="35"/>
                        <a:pt x="82" y="37"/>
                        <a:pt x="8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3" name="Freeform 62"/>
                <p:cNvSpPr>
                  <a:spLocks/>
                </p:cNvSpPr>
                <p:nvPr/>
              </p:nvSpPr>
              <p:spPr bwMode="auto">
                <a:xfrm>
                  <a:off x="4863827" y="4852991"/>
                  <a:ext cx="61913" cy="49213"/>
                </a:xfrm>
                <a:custGeom>
                  <a:avLst/>
                  <a:gdLst>
                    <a:gd name="T0" fmla="*/ 9 w 16"/>
                    <a:gd name="T1" fmla="*/ 1 h 13"/>
                    <a:gd name="T2" fmla="*/ 0 w 16"/>
                    <a:gd name="T3" fmla="*/ 5 h 13"/>
                    <a:gd name="T4" fmla="*/ 0 w 16"/>
                    <a:gd name="T5" fmla="*/ 9 h 13"/>
                    <a:gd name="T6" fmla="*/ 9 w 16"/>
                    <a:gd name="T7" fmla="*/ 5 h 13"/>
                    <a:gd name="T8" fmla="*/ 12 w 16"/>
                    <a:gd name="T9" fmla="*/ 7 h 13"/>
                    <a:gd name="T10" fmla="*/ 12 w 16"/>
                    <a:gd name="T11" fmla="*/ 13 h 13"/>
                    <a:gd name="T12" fmla="*/ 16 w 16"/>
                    <a:gd name="T13" fmla="*/ 11 h 13"/>
                    <a:gd name="T14" fmla="*/ 16 w 16"/>
                    <a:gd name="T15" fmla="*/ 5 h 13"/>
                    <a:gd name="T16" fmla="*/ 9 w 16"/>
                    <a:gd name="T1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3">
                      <a:moveTo>
                        <a:pt x="9" y="1"/>
                      </a:moveTo>
                      <a:cubicBezTo>
                        <a:pt x="0" y="5"/>
                        <a:pt x="0" y="5"/>
                        <a:pt x="0" y="5"/>
                      </a:cubicBezTo>
                      <a:cubicBezTo>
                        <a:pt x="0" y="9"/>
                        <a:pt x="0" y="9"/>
                        <a:pt x="0" y="9"/>
                      </a:cubicBezTo>
                      <a:cubicBezTo>
                        <a:pt x="9" y="5"/>
                        <a:pt x="9" y="5"/>
                        <a:pt x="9" y="5"/>
                      </a:cubicBezTo>
                      <a:cubicBezTo>
                        <a:pt x="11" y="5"/>
                        <a:pt x="12" y="6"/>
                        <a:pt x="12" y="7"/>
                      </a:cubicBezTo>
                      <a:cubicBezTo>
                        <a:pt x="12" y="13"/>
                        <a:pt x="12" y="13"/>
                        <a:pt x="12" y="13"/>
                      </a:cubicBezTo>
                      <a:cubicBezTo>
                        <a:pt x="16" y="11"/>
                        <a:pt x="16" y="11"/>
                        <a:pt x="16" y="11"/>
                      </a:cubicBezTo>
                      <a:cubicBezTo>
                        <a:pt x="16" y="5"/>
                        <a:pt x="16" y="5"/>
                        <a:pt x="16" y="5"/>
                      </a:cubicBezTo>
                      <a:cubicBezTo>
                        <a:pt x="16" y="2"/>
                        <a:pt x="13" y="0"/>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4" name="Freeform 63"/>
                <p:cNvSpPr>
                  <a:spLocks noEditPoints="1"/>
                </p:cNvSpPr>
                <p:nvPr/>
              </p:nvSpPr>
              <p:spPr bwMode="auto">
                <a:xfrm>
                  <a:off x="4665389" y="4806954"/>
                  <a:ext cx="84138" cy="111125"/>
                </a:xfrm>
                <a:custGeom>
                  <a:avLst/>
                  <a:gdLst>
                    <a:gd name="T0" fmla="*/ 20 w 22"/>
                    <a:gd name="T1" fmla="*/ 22 h 29"/>
                    <a:gd name="T2" fmla="*/ 2 w 22"/>
                    <a:gd name="T3" fmla="*/ 29 h 29"/>
                    <a:gd name="T4" fmla="*/ 0 w 22"/>
                    <a:gd name="T5" fmla="*/ 29 h 29"/>
                    <a:gd name="T6" fmla="*/ 0 w 22"/>
                    <a:gd name="T7" fmla="*/ 26 h 29"/>
                    <a:gd name="T8" fmla="*/ 18 w 22"/>
                    <a:gd name="T9" fmla="*/ 1 h 29"/>
                    <a:gd name="T10" fmla="*/ 20 w 22"/>
                    <a:gd name="T11" fmla="*/ 0 h 29"/>
                    <a:gd name="T12" fmla="*/ 22 w 22"/>
                    <a:gd name="T13" fmla="*/ 1 h 29"/>
                    <a:gd name="T14" fmla="*/ 22 w 22"/>
                    <a:gd name="T15" fmla="*/ 19 h 29"/>
                    <a:gd name="T16" fmla="*/ 20 w 22"/>
                    <a:gd name="T17" fmla="*/ 22 h 29"/>
                    <a:gd name="T18" fmla="*/ 7 w 22"/>
                    <a:gd name="T19" fmla="*/ 23 h 29"/>
                    <a:gd name="T20" fmla="*/ 18 w 22"/>
                    <a:gd name="T21" fmla="*/ 18 h 29"/>
                    <a:gd name="T22" fmla="*/ 18 w 22"/>
                    <a:gd name="T23" fmla="*/ 7 h 29"/>
                    <a:gd name="T24" fmla="*/ 7 w 22"/>
                    <a:gd name="T25"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9">
                      <a:moveTo>
                        <a:pt x="20" y="22"/>
                      </a:moveTo>
                      <a:cubicBezTo>
                        <a:pt x="2" y="29"/>
                        <a:pt x="2" y="29"/>
                        <a:pt x="2" y="29"/>
                      </a:cubicBezTo>
                      <a:cubicBezTo>
                        <a:pt x="1" y="29"/>
                        <a:pt x="0" y="29"/>
                        <a:pt x="0" y="29"/>
                      </a:cubicBezTo>
                      <a:cubicBezTo>
                        <a:pt x="0" y="28"/>
                        <a:pt x="0" y="27"/>
                        <a:pt x="0" y="26"/>
                      </a:cubicBezTo>
                      <a:cubicBezTo>
                        <a:pt x="18" y="1"/>
                        <a:pt x="18" y="1"/>
                        <a:pt x="18" y="1"/>
                      </a:cubicBezTo>
                      <a:cubicBezTo>
                        <a:pt x="19" y="0"/>
                        <a:pt x="20" y="0"/>
                        <a:pt x="20" y="0"/>
                      </a:cubicBezTo>
                      <a:cubicBezTo>
                        <a:pt x="21" y="0"/>
                        <a:pt x="22" y="0"/>
                        <a:pt x="22" y="1"/>
                      </a:cubicBezTo>
                      <a:cubicBezTo>
                        <a:pt x="22" y="19"/>
                        <a:pt x="22" y="19"/>
                        <a:pt x="22" y="19"/>
                      </a:cubicBezTo>
                      <a:cubicBezTo>
                        <a:pt x="22" y="20"/>
                        <a:pt x="21" y="21"/>
                        <a:pt x="20" y="22"/>
                      </a:cubicBezTo>
                      <a:close/>
                      <a:moveTo>
                        <a:pt x="7" y="23"/>
                      </a:moveTo>
                      <a:cubicBezTo>
                        <a:pt x="18" y="18"/>
                        <a:pt x="18" y="18"/>
                        <a:pt x="18" y="18"/>
                      </a:cubicBezTo>
                      <a:cubicBezTo>
                        <a:pt x="18" y="7"/>
                        <a:pt x="18" y="7"/>
                        <a:pt x="18" y="7"/>
                      </a:cubicBezTo>
                      <a:lnTo>
                        <a:pt x="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5" name="Freeform 64"/>
                <p:cNvSpPr>
                  <a:spLocks/>
                </p:cNvSpPr>
                <p:nvPr/>
              </p:nvSpPr>
              <p:spPr bwMode="auto">
                <a:xfrm>
                  <a:off x="4706664" y="4910141"/>
                  <a:ext cx="123825" cy="57150"/>
                </a:xfrm>
                <a:custGeom>
                  <a:avLst/>
                  <a:gdLst>
                    <a:gd name="T0" fmla="*/ 30 w 32"/>
                    <a:gd name="T1" fmla="*/ 3 h 15"/>
                    <a:gd name="T2" fmla="*/ 2 w 32"/>
                    <a:gd name="T3" fmla="*/ 15 h 15"/>
                    <a:gd name="T4" fmla="*/ 0 w 32"/>
                    <a:gd name="T5" fmla="*/ 14 h 15"/>
                    <a:gd name="T6" fmla="*/ 2 w 32"/>
                    <a:gd name="T7" fmla="*/ 12 h 15"/>
                    <a:gd name="T8" fmla="*/ 30 w 32"/>
                    <a:gd name="T9" fmla="*/ 0 h 15"/>
                    <a:gd name="T10" fmla="*/ 32 w 32"/>
                    <a:gd name="T11" fmla="*/ 1 h 15"/>
                    <a:gd name="T12" fmla="*/ 30 w 32"/>
                    <a:gd name="T13" fmla="*/ 3 h 15"/>
                  </a:gdLst>
                  <a:ahLst/>
                  <a:cxnLst>
                    <a:cxn ang="0">
                      <a:pos x="T0" y="T1"/>
                    </a:cxn>
                    <a:cxn ang="0">
                      <a:pos x="T2" y="T3"/>
                    </a:cxn>
                    <a:cxn ang="0">
                      <a:pos x="T4" y="T5"/>
                    </a:cxn>
                    <a:cxn ang="0">
                      <a:pos x="T6" y="T7"/>
                    </a:cxn>
                    <a:cxn ang="0">
                      <a:pos x="T8" y="T9"/>
                    </a:cxn>
                    <a:cxn ang="0">
                      <a:pos x="T10" y="T11"/>
                    </a:cxn>
                    <a:cxn ang="0">
                      <a:pos x="T12" y="T13"/>
                    </a:cxn>
                  </a:cxnLst>
                  <a:rect l="0" t="0" r="r" b="b"/>
                  <a:pathLst>
                    <a:path w="32" h="15">
                      <a:moveTo>
                        <a:pt x="30" y="3"/>
                      </a:moveTo>
                      <a:cubicBezTo>
                        <a:pt x="2" y="15"/>
                        <a:pt x="2" y="15"/>
                        <a:pt x="2" y="15"/>
                      </a:cubicBezTo>
                      <a:cubicBezTo>
                        <a:pt x="1" y="15"/>
                        <a:pt x="0" y="15"/>
                        <a:pt x="0" y="14"/>
                      </a:cubicBezTo>
                      <a:cubicBezTo>
                        <a:pt x="0" y="13"/>
                        <a:pt x="1" y="12"/>
                        <a:pt x="2" y="12"/>
                      </a:cubicBezTo>
                      <a:cubicBezTo>
                        <a:pt x="30" y="0"/>
                        <a:pt x="30" y="0"/>
                        <a:pt x="30" y="0"/>
                      </a:cubicBezTo>
                      <a:cubicBezTo>
                        <a:pt x="31" y="0"/>
                        <a:pt x="32" y="0"/>
                        <a:pt x="32" y="1"/>
                      </a:cubicBezTo>
                      <a:cubicBezTo>
                        <a:pt x="32" y="2"/>
                        <a:pt x="31" y="3"/>
                        <a:pt x="3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6" name="Freeform 65"/>
                <p:cNvSpPr>
                  <a:spLocks/>
                </p:cNvSpPr>
                <p:nvPr/>
              </p:nvSpPr>
              <p:spPr bwMode="auto">
                <a:xfrm>
                  <a:off x="4706664" y="4883154"/>
                  <a:ext cx="123825" cy="57150"/>
                </a:xfrm>
                <a:custGeom>
                  <a:avLst/>
                  <a:gdLst>
                    <a:gd name="T0" fmla="*/ 30 w 32"/>
                    <a:gd name="T1" fmla="*/ 3 h 15"/>
                    <a:gd name="T2" fmla="*/ 2 w 32"/>
                    <a:gd name="T3" fmla="*/ 15 h 15"/>
                    <a:gd name="T4" fmla="*/ 0 w 32"/>
                    <a:gd name="T5" fmla="*/ 14 h 15"/>
                    <a:gd name="T6" fmla="*/ 2 w 32"/>
                    <a:gd name="T7" fmla="*/ 12 h 15"/>
                    <a:gd name="T8" fmla="*/ 30 w 32"/>
                    <a:gd name="T9" fmla="*/ 0 h 15"/>
                    <a:gd name="T10" fmla="*/ 32 w 32"/>
                    <a:gd name="T11" fmla="*/ 1 h 15"/>
                    <a:gd name="T12" fmla="*/ 30 w 32"/>
                    <a:gd name="T13" fmla="*/ 3 h 15"/>
                  </a:gdLst>
                  <a:ahLst/>
                  <a:cxnLst>
                    <a:cxn ang="0">
                      <a:pos x="T0" y="T1"/>
                    </a:cxn>
                    <a:cxn ang="0">
                      <a:pos x="T2" y="T3"/>
                    </a:cxn>
                    <a:cxn ang="0">
                      <a:pos x="T4" y="T5"/>
                    </a:cxn>
                    <a:cxn ang="0">
                      <a:pos x="T6" y="T7"/>
                    </a:cxn>
                    <a:cxn ang="0">
                      <a:pos x="T8" y="T9"/>
                    </a:cxn>
                    <a:cxn ang="0">
                      <a:pos x="T10" y="T11"/>
                    </a:cxn>
                    <a:cxn ang="0">
                      <a:pos x="T12" y="T13"/>
                    </a:cxn>
                  </a:cxnLst>
                  <a:rect l="0" t="0" r="r" b="b"/>
                  <a:pathLst>
                    <a:path w="32" h="15">
                      <a:moveTo>
                        <a:pt x="30" y="3"/>
                      </a:moveTo>
                      <a:cubicBezTo>
                        <a:pt x="2" y="15"/>
                        <a:pt x="2" y="15"/>
                        <a:pt x="2" y="15"/>
                      </a:cubicBezTo>
                      <a:cubicBezTo>
                        <a:pt x="1" y="15"/>
                        <a:pt x="0" y="15"/>
                        <a:pt x="0" y="14"/>
                      </a:cubicBezTo>
                      <a:cubicBezTo>
                        <a:pt x="0" y="13"/>
                        <a:pt x="1" y="12"/>
                        <a:pt x="2" y="12"/>
                      </a:cubicBezTo>
                      <a:cubicBezTo>
                        <a:pt x="30" y="0"/>
                        <a:pt x="30" y="0"/>
                        <a:pt x="30" y="0"/>
                      </a:cubicBezTo>
                      <a:cubicBezTo>
                        <a:pt x="31" y="0"/>
                        <a:pt x="32" y="0"/>
                        <a:pt x="32" y="1"/>
                      </a:cubicBezTo>
                      <a:cubicBezTo>
                        <a:pt x="32" y="2"/>
                        <a:pt x="31" y="3"/>
                        <a:pt x="3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7" name="Freeform 66"/>
                <p:cNvSpPr>
                  <a:spLocks/>
                </p:cNvSpPr>
                <p:nvPr/>
              </p:nvSpPr>
              <p:spPr bwMode="auto">
                <a:xfrm>
                  <a:off x="4665389" y="4757741"/>
                  <a:ext cx="206375" cy="244475"/>
                </a:xfrm>
                <a:custGeom>
                  <a:avLst/>
                  <a:gdLst>
                    <a:gd name="T0" fmla="*/ 0 w 54"/>
                    <a:gd name="T1" fmla="*/ 64 h 64"/>
                    <a:gd name="T2" fmla="*/ 4 w 54"/>
                    <a:gd name="T3" fmla="*/ 62 h 64"/>
                    <a:gd name="T4" fmla="*/ 4 w 54"/>
                    <a:gd name="T5" fmla="*/ 40 h 64"/>
                    <a:gd name="T6" fmla="*/ 21 w 54"/>
                    <a:gd name="T7" fmla="*/ 16 h 64"/>
                    <a:gd name="T8" fmla="*/ 45 w 54"/>
                    <a:gd name="T9" fmla="*/ 6 h 64"/>
                    <a:gd name="T10" fmla="*/ 50 w 54"/>
                    <a:gd name="T11" fmla="*/ 9 h 64"/>
                    <a:gd name="T12" fmla="*/ 50 w 54"/>
                    <a:gd name="T13" fmla="*/ 43 h 64"/>
                    <a:gd name="T14" fmla="*/ 54 w 54"/>
                    <a:gd name="T15" fmla="*/ 42 h 64"/>
                    <a:gd name="T16" fmla="*/ 54 w 54"/>
                    <a:gd name="T17" fmla="*/ 8 h 64"/>
                    <a:gd name="T18" fmla="*/ 45 w 54"/>
                    <a:gd name="T19" fmla="*/ 2 h 64"/>
                    <a:gd name="T20" fmla="*/ 20 w 54"/>
                    <a:gd name="T21" fmla="*/ 13 h 64"/>
                    <a:gd name="T22" fmla="*/ 18 w 54"/>
                    <a:gd name="T23" fmla="*/ 14 h 64"/>
                    <a:gd name="T24" fmla="*/ 0 w 54"/>
                    <a:gd name="T25" fmla="*/ 39 h 64"/>
                    <a:gd name="T26" fmla="*/ 0 w 54"/>
                    <a:gd name="T27" fmla="*/ 41 h 64"/>
                    <a:gd name="T28" fmla="*/ 0 w 54"/>
                    <a:gd name="T29" fmla="*/ 64 h 64"/>
                    <a:gd name="T30" fmla="*/ 0 w 54"/>
                    <a:gd name="T3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64">
                      <a:moveTo>
                        <a:pt x="0" y="64"/>
                      </a:moveTo>
                      <a:cubicBezTo>
                        <a:pt x="4" y="62"/>
                        <a:pt x="4" y="62"/>
                        <a:pt x="4" y="62"/>
                      </a:cubicBezTo>
                      <a:cubicBezTo>
                        <a:pt x="4" y="40"/>
                        <a:pt x="4" y="40"/>
                        <a:pt x="4" y="40"/>
                      </a:cubicBezTo>
                      <a:cubicBezTo>
                        <a:pt x="21" y="16"/>
                        <a:pt x="21" y="16"/>
                        <a:pt x="21" y="16"/>
                      </a:cubicBezTo>
                      <a:cubicBezTo>
                        <a:pt x="45" y="6"/>
                        <a:pt x="45" y="6"/>
                        <a:pt x="45" y="6"/>
                      </a:cubicBezTo>
                      <a:cubicBezTo>
                        <a:pt x="48" y="5"/>
                        <a:pt x="50" y="6"/>
                        <a:pt x="50" y="9"/>
                      </a:cubicBezTo>
                      <a:cubicBezTo>
                        <a:pt x="50" y="43"/>
                        <a:pt x="50" y="43"/>
                        <a:pt x="50" y="43"/>
                      </a:cubicBezTo>
                      <a:cubicBezTo>
                        <a:pt x="54" y="42"/>
                        <a:pt x="54" y="42"/>
                        <a:pt x="54" y="42"/>
                      </a:cubicBezTo>
                      <a:cubicBezTo>
                        <a:pt x="54" y="8"/>
                        <a:pt x="54" y="8"/>
                        <a:pt x="54" y="8"/>
                      </a:cubicBezTo>
                      <a:cubicBezTo>
                        <a:pt x="54" y="3"/>
                        <a:pt x="50" y="0"/>
                        <a:pt x="45" y="2"/>
                      </a:cubicBezTo>
                      <a:cubicBezTo>
                        <a:pt x="20" y="13"/>
                        <a:pt x="20" y="13"/>
                        <a:pt x="20" y="13"/>
                      </a:cubicBezTo>
                      <a:cubicBezTo>
                        <a:pt x="19" y="13"/>
                        <a:pt x="19" y="13"/>
                        <a:pt x="18" y="14"/>
                      </a:cubicBezTo>
                      <a:cubicBezTo>
                        <a:pt x="0" y="39"/>
                        <a:pt x="0" y="39"/>
                        <a:pt x="0" y="39"/>
                      </a:cubicBezTo>
                      <a:cubicBezTo>
                        <a:pt x="0" y="40"/>
                        <a:pt x="0" y="40"/>
                        <a:pt x="0" y="41"/>
                      </a:cubicBezTo>
                      <a:cubicBezTo>
                        <a:pt x="0" y="64"/>
                        <a:pt x="0" y="64"/>
                        <a:pt x="0" y="64"/>
                      </a:cubicBezTo>
                      <a:cubicBezTo>
                        <a:pt x="0" y="64"/>
                        <a:pt x="0" y="64"/>
                        <a:pt x="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68" name="Freeform 31"/>
                <p:cNvSpPr>
                  <a:spLocks noEditPoints="1"/>
                </p:cNvSpPr>
                <p:nvPr/>
              </p:nvSpPr>
              <p:spPr bwMode="auto">
                <a:xfrm>
                  <a:off x="4592364" y="4875216"/>
                  <a:ext cx="376238" cy="320675"/>
                </a:xfrm>
                <a:custGeom>
                  <a:avLst/>
                  <a:gdLst>
                    <a:gd name="T0" fmla="*/ 79 w 98"/>
                    <a:gd name="T1" fmla="*/ 53 h 84"/>
                    <a:gd name="T2" fmla="*/ 6 w 98"/>
                    <a:gd name="T3" fmla="*/ 83 h 84"/>
                    <a:gd name="T4" fmla="*/ 1 w 98"/>
                    <a:gd name="T5" fmla="*/ 83 h 84"/>
                    <a:gd name="T6" fmla="*/ 0 w 98"/>
                    <a:gd name="T7" fmla="*/ 78 h 84"/>
                    <a:gd name="T8" fmla="*/ 10 w 98"/>
                    <a:gd name="T9" fmla="*/ 41 h 84"/>
                    <a:gd name="T10" fmla="*/ 19 w 98"/>
                    <a:gd name="T11" fmla="*/ 31 h 84"/>
                    <a:gd name="T12" fmla="*/ 92 w 98"/>
                    <a:gd name="T13" fmla="*/ 1 h 84"/>
                    <a:gd name="T14" fmla="*/ 97 w 98"/>
                    <a:gd name="T15" fmla="*/ 1 h 84"/>
                    <a:gd name="T16" fmla="*/ 98 w 98"/>
                    <a:gd name="T17" fmla="*/ 6 h 84"/>
                    <a:gd name="T18" fmla="*/ 87 w 98"/>
                    <a:gd name="T19" fmla="*/ 43 h 84"/>
                    <a:gd name="T20" fmla="*/ 79 w 98"/>
                    <a:gd name="T21" fmla="*/ 53 h 84"/>
                    <a:gd name="T22" fmla="*/ 19 w 98"/>
                    <a:gd name="T23" fmla="*/ 35 h 84"/>
                    <a:gd name="T24" fmla="*/ 14 w 98"/>
                    <a:gd name="T25" fmla="*/ 40 h 84"/>
                    <a:gd name="T26" fmla="*/ 4 w 98"/>
                    <a:gd name="T27" fmla="*/ 77 h 84"/>
                    <a:gd name="T28" fmla="*/ 4 w 98"/>
                    <a:gd name="T29" fmla="*/ 79 h 84"/>
                    <a:gd name="T30" fmla="*/ 6 w 98"/>
                    <a:gd name="T31" fmla="*/ 79 h 84"/>
                    <a:gd name="T32" fmla="*/ 79 w 98"/>
                    <a:gd name="T33" fmla="*/ 49 h 84"/>
                    <a:gd name="T34" fmla="*/ 84 w 98"/>
                    <a:gd name="T35" fmla="*/ 43 h 84"/>
                    <a:gd name="T36" fmla="*/ 94 w 98"/>
                    <a:gd name="T37" fmla="*/ 6 h 84"/>
                    <a:gd name="T38" fmla="*/ 94 w 98"/>
                    <a:gd name="T39" fmla="*/ 5 h 84"/>
                    <a:gd name="T40" fmla="*/ 92 w 98"/>
                    <a:gd name="T41" fmla="*/ 5 h 84"/>
                    <a:gd name="T42" fmla="*/ 19 w 98"/>
                    <a:gd name="T43" fmla="*/ 3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84">
                      <a:moveTo>
                        <a:pt x="79" y="53"/>
                      </a:moveTo>
                      <a:cubicBezTo>
                        <a:pt x="6" y="83"/>
                        <a:pt x="6" y="83"/>
                        <a:pt x="6" y="83"/>
                      </a:cubicBezTo>
                      <a:cubicBezTo>
                        <a:pt x="4" y="84"/>
                        <a:pt x="2" y="84"/>
                        <a:pt x="1" y="83"/>
                      </a:cubicBezTo>
                      <a:cubicBezTo>
                        <a:pt x="0" y="82"/>
                        <a:pt x="0" y="80"/>
                        <a:pt x="0" y="78"/>
                      </a:cubicBezTo>
                      <a:cubicBezTo>
                        <a:pt x="10" y="41"/>
                        <a:pt x="10" y="41"/>
                        <a:pt x="10" y="41"/>
                      </a:cubicBezTo>
                      <a:cubicBezTo>
                        <a:pt x="12" y="37"/>
                        <a:pt x="15" y="32"/>
                        <a:pt x="19" y="31"/>
                      </a:cubicBezTo>
                      <a:cubicBezTo>
                        <a:pt x="92" y="1"/>
                        <a:pt x="92" y="1"/>
                        <a:pt x="92" y="1"/>
                      </a:cubicBezTo>
                      <a:cubicBezTo>
                        <a:pt x="94" y="0"/>
                        <a:pt x="96" y="0"/>
                        <a:pt x="97" y="1"/>
                      </a:cubicBezTo>
                      <a:cubicBezTo>
                        <a:pt x="98" y="2"/>
                        <a:pt x="98" y="4"/>
                        <a:pt x="98" y="6"/>
                      </a:cubicBezTo>
                      <a:cubicBezTo>
                        <a:pt x="87" y="43"/>
                        <a:pt x="87" y="43"/>
                        <a:pt x="87" y="43"/>
                      </a:cubicBezTo>
                      <a:cubicBezTo>
                        <a:pt x="86" y="47"/>
                        <a:pt x="83" y="51"/>
                        <a:pt x="79" y="53"/>
                      </a:cubicBezTo>
                      <a:close/>
                      <a:moveTo>
                        <a:pt x="19" y="35"/>
                      </a:moveTo>
                      <a:cubicBezTo>
                        <a:pt x="17" y="36"/>
                        <a:pt x="15" y="38"/>
                        <a:pt x="14" y="40"/>
                      </a:cubicBezTo>
                      <a:cubicBezTo>
                        <a:pt x="4" y="77"/>
                        <a:pt x="4" y="77"/>
                        <a:pt x="4" y="77"/>
                      </a:cubicBezTo>
                      <a:cubicBezTo>
                        <a:pt x="4" y="78"/>
                        <a:pt x="4" y="79"/>
                        <a:pt x="4" y="79"/>
                      </a:cubicBezTo>
                      <a:cubicBezTo>
                        <a:pt x="5" y="79"/>
                        <a:pt x="5" y="79"/>
                        <a:pt x="6" y="79"/>
                      </a:cubicBezTo>
                      <a:cubicBezTo>
                        <a:pt x="79" y="49"/>
                        <a:pt x="79" y="49"/>
                        <a:pt x="79" y="49"/>
                      </a:cubicBezTo>
                      <a:cubicBezTo>
                        <a:pt x="81" y="48"/>
                        <a:pt x="83" y="45"/>
                        <a:pt x="84" y="43"/>
                      </a:cubicBezTo>
                      <a:cubicBezTo>
                        <a:pt x="94" y="6"/>
                        <a:pt x="94" y="6"/>
                        <a:pt x="94" y="6"/>
                      </a:cubicBezTo>
                      <a:cubicBezTo>
                        <a:pt x="94" y="6"/>
                        <a:pt x="94" y="5"/>
                        <a:pt x="94" y="5"/>
                      </a:cubicBezTo>
                      <a:cubicBezTo>
                        <a:pt x="93" y="4"/>
                        <a:pt x="93" y="4"/>
                        <a:pt x="92" y="5"/>
                      </a:cubicBezTo>
                      <a:lnTo>
                        <a:pt x="19"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grpSp>
        <p:grpSp>
          <p:nvGrpSpPr>
            <p:cNvPr id="27" name="Group 26"/>
            <p:cNvGrpSpPr/>
            <p:nvPr/>
          </p:nvGrpSpPr>
          <p:grpSpPr>
            <a:xfrm>
              <a:off x="3636288" y="2954802"/>
              <a:ext cx="586741" cy="819154"/>
              <a:chOff x="3286771" y="3411427"/>
              <a:chExt cx="586741" cy="819154"/>
            </a:xfrm>
          </p:grpSpPr>
          <p:grpSp>
            <p:nvGrpSpPr>
              <p:cNvPr id="50" name="Group 49"/>
              <p:cNvGrpSpPr>
                <a:grpSpLocks noChangeAspect="1"/>
              </p:cNvGrpSpPr>
              <p:nvPr/>
            </p:nvGrpSpPr>
            <p:grpSpPr>
              <a:xfrm>
                <a:off x="3286771" y="3411427"/>
                <a:ext cx="586741" cy="819154"/>
                <a:chOff x="3702058" y="3254390"/>
                <a:chExt cx="977902" cy="1365256"/>
              </a:xfrm>
              <a:effectLst>
                <a:outerShdw blurRad="292100" sx="102000" sy="102000" algn="ctr" rotWithShape="0">
                  <a:prstClr val="black">
                    <a:alpha val="40000"/>
                  </a:prstClr>
                </a:outerShdw>
              </a:effectLst>
            </p:grpSpPr>
            <p:sp>
              <p:nvSpPr>
                <p:cNvPr id="57" name="Freeform 421"/>
                <p:cNvSpPr>
                  <a:spLocks/>
                </p:cNvSpPr>
                <p:nvPr/>
              </p:nvSpPr>
              <p:spPr bwMode="auto">
                <a:xfrm>
                  <a:off x="3743333" y="3273440"/>
                  <a:ext cx="936627" cy="1346206"/>
                </a:xfrm>
                <a:custGeom>
                  <a:avLst/>
                  <a:gdLst>
                    <a:gd name="T0" fmla="*/ 590 w 590"/>
                    <a:gd name="T1" fmla="*/ 0 h 848"/>
                    <a:gd name="T2" fmla="*/ 0 w 590"/>
                    <a:gd name="T3" fmla="*/ 258 h 848"/>
                    <a:gd name="T4" fmla="*/ 0 w 590"/>
                    <a:gd name="T5" fmla="*/ 848 h 848"/>
                    <a:gd name="T6" fmla="*/ 590 w 590"/>
                    <a:gd name="T7" fmla="*/ 590 h 848"/>
                    <a:gd name="T8" fmla="*/ 590 w 590"/>
                    <a:gd name="T9" fmla="*/ 0 h 848"/>
                  </a:gdLst>
                  <a:ahLst/>
                  <a:cxnLst>
                    <a:cxn ang="0">
                      <a:pos x="T0" y="T1"/>
                    </a:cxn>
                    <a:cxn ang="0">
                      <a:pos x="T2" y="T3"/>
                    </a:cxn>
                    <a:cxn ang="0">
                      <a:pos x="T4" y="T5"/>
                    </a:cxn>
                    <a:cxn ang="0">
                      <a:pos x="T6" y="T7"/>
                    </a:cxn>
                    <a:cxn ang="0">
                      <a:pos x="T8" y="T9"/>
                    </a:cxn>
                  </a:cxnLst>
                  <a:rect l="0" t="0" r="r" b="b"/>
                  <a:pathLst>
                    <a:path w="590" h="848">
                      <a:moveTo>
                        <a:pt x="590" y="0"/>
                      </a:moveTo>
                      <a:lnTo>
                        <a:pt x="0" y="258"/>
                      </a:lnTo>
                      <a:lnTo>
                        <a:pt x="0" y="848"/>
                      </a:lnTo>
                      <a:lnTo>
                        <a:pt x="590" y="590"/>
                      </a:lnTo>
                      <a:lnTo>
                        <a:pt x="590" y="0"/>
                      </a:lnTo>
                      <a:close/>
                    </a:path>
                  </a:pathLst>
                </a:custGeom>
                <a:solidFill>
                  <a:srgbClr val="E0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8" name="Freeform 422"/>
                <p:cNvSpPr>
                  <a:spLocks/>
                </p:cNvSpPr>
                <p:nvPr/>
              </p:nvSpPr>
              <p:spPr bwMode="auto">
                <a:xfrm>
                  <a:off x="3702058" y="3668729"/>
                  <a:ext cx="41275" cy="950916"/>
                </a:xfrm>
                <a:custGeom>
                  <a:avLst/>
                  <a:gdLst>
                    <a:gd name="T0" fmla="*/ 26 w 26"/>
                    <a:gd name="T1" fmla="*/ 9 h 599"/>
                    <a:gd name="T2" fmla="*/ 26 w 26"/>
                    <a:gd name="T3" fmla="*/ 599 h 599"/>
                    <a:gd name="T4" fmla="*/ 0 w 26"/>
                    <a:gd name="T5" fmla="*/ 590 h 599"/>
                    <a:gd name="T6" fmla="*/ 0 w 26"/>
                    <a:gd name="T7" fmla="*/ 0 h 599"/>
                    <a:gd name="T8" fmla="*/ 26 w 26"/>
                    <a:gd name="T9" fmla="*/ 9 h 599"/>
                  </a:gdLst>
                  <a:ahLst/>
                  <a:cxnLst>
                    <a:cxn ang="0">
                      <a:pos x="T0" y="T1"/>
                    </a:cxn>
                    <a:cxn ang="0">
                      <a:pos x="T2" y="T3"/>
                    </a:cxn>
                    <a:cxn ang="0">
                      <a:pos x="T4" y="T5"/>
                    </a:cxn>
                    <a:cxn ang="0">
                      <a:pos x="T6" y="T7"/>
                    </a:cxn>
                    <a:cxn ang="0">
                      <a:pos x="T8" y="T9"/>
                    </a:cxn>
                  </a:cxnLst>
                  <a:rect l="0" t="0" r="r" b="b"/>
                  <a:pathLst>
                    <a:path w="26" h="599">
                      <a:moveTo>
                        <a:pt x="26" y="9"/>
                      </a:moveTo>
                      <a:lnTo>
                        <a:pt x="26" y="599"/>
                      </a:lnTo>
                      <a:lnTo>
                        <a:pt x="0" y="590"/>
                      </a:lnTo>
                      <a:lnTo>
                        <a:pt x="0" y="0"/>
                      </a:lnTo>
                      <a:lnTo>
                        <a:pt x="26" y="9"/>
                      </a:lnTo>
                      <a:close/>
                    </a:path>
                  </a:pathLst>
                </a:custGeom>
                <a:solidFill>
                  <a:srgbClr val="97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9" name="Freeform 423"/>
                <p:cNvSpPr>
                  <a:spLocks/>
                </p:cNvSpPr>
                <p:nvPr/>
              </p:nvSpPr>
              <p:spPr bwMode="auto">
                <a:xfrm>
                  <a:off x="3702058" y="3254390"/>
                  <a:ext cx="977902" cy="428627"/>
                </a:xfrm>
                <a:custGeom>
                  <a:avLst/>
                  <a:gdLst>
                    <a:gd name="T0" fmla="*/ 597 w 616"/>
                    <a:gd name="T1" fmla="*/ 0 h 270"/>
                    <a:gd name="T2" fmla="*/ 0 w 616"/>
                    <a:gd name="T3" fmla="*/ 261 h 270"/>
                    <a:gd name="T4" fmla="*/ 26 w 616"/>
                    <a:gd name="T5" fmla="*/ 270 h 270"/>
                    <a:gd name="T6" fmla="*/ 616 w 616"/>
                    <a:gd name="T7" fmla="*/ 12 h 270"/>
                    <a:gd name="T8" fmla="*/ 597 w 616"/>
                    <a:gd name="T9" fmla="*/ 0 h 270"/>
                  </a:gdLst>
                  <a:ahLst/>
                  <a:cxnLst>
                    <a:cxn ang="0">
                      <a:pos x="T0" y="T1"/>
                    </a:cxn>
                    <a:cxn ang="0">
                      <a:pos x="T2" y="T3"/>
                    </a:cxn>
                    <a:cxn ang="0">
                      <a:pos x="T4" y="T5"/>
                    </a:cxn>
                    <a:cxn ang="0">
                      <a:pos x="T6" y="T7"/>
                    </a:cxn>
                    <a:cxn ang="0">
                      <a:pos x="T8" y="T9"/>
                    </a:cxn>
                  </a:cxnLst>
                  <a:rect l="0" t="0" r="r" b="b"/>
                  <a:pathLst>
                    <a:path w="616" h="270">
                      <a:moveTo>
                        <a:pt x="597" y="0"/>
                      </a:moveTo>
                      <a:lnTo>
                        <a:pt x="0" y="261"/>
                      </a:lnTo>
                      <a:lnTo>
                        <a:pt x="26" y="270"/>
                      </a:lnTo>
                      <a:lnTo>
                        <a:pt x="616" y="12"/>
                      </a:lnTo>
                      <a:lnTo>
                        <a:pt x="597" y="0"/>
                      </a:lnTo>
                      <a:close/>
                    </a:path>
                  </a:pathLst>
                </a:custGeom>
                <a:solidFill>
                  <a:sysClr val="window" lastClr="FFFFFF">
                    <a:lumMod val="65000"/>
                  </a:sys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grpSp>
            <p:nvGrpSpPr>
              <p:cNvPr id="51" name="Group 34"/>
              <p:cNvGrpSpPr>
                <a:grpSpLocks noChangeAspect="1"/>
              </p:cNvGrpSpPr>
              <p:nvPr/>
            </p:nvGrpSpPr>
            <p:grpSpPr bwMode="auto">
              <a:xfrm>
                <a:off x="3437182" y="3687699"/>
                <a:ext cx="381000" cy="325438"/>
                <a:chOff x="3165" y="610"/>
                <a:chExt cx="240" cy="205"/>
              </a:xfrm>
              <a:solidFill>
                <a:srgbClr val="2980B9"/>
              </a:solidFill>
            </p:grpSpPr>
            <p:sp>
              <p:nvSpPr>
                <p:cNvPr id="52" name="Freeform 38"/>
                <p:cNvSpPr>
                  <a:spLocks noEditPoints="1"/>
                </p:cNvSpPr>
                <p:nvPr/>
              </p:nvSpPr>
              <p:spPr bwMode="auto">
                <a:xfrm>
                  <a:off x="3257" y="610"/>
                  <a:ext cx="148" cy="143"/>
                </a:xfrm>
                <a:custGeom>
                  <a:avLst/>
                  <a:gdLst>
                    <a:gd name="T0" fmla="*/ 51 w 62"/>
                    <a:gd name="T1" fmla="*/ 54 h 60"/>
                    <a:gd name="T2" fmla="*/ 37 w 62"/>
                    <a:gd name="T3" fmla="*/ 51 h 60"/>
                    <a:gd name="T4" fmla="*/ 31 w 62"/>
                    <a:gd name="T5" fmla="*/ 53 h 60"/>
                    <a:gd name="T6" fmla="*/ 0 w 62"/>
                    <a:gd name="T7" fmla="*/ 43 h 60"/>
                    <a:gd name="T8" fmla="*/ 31 w 62"/>
                    <a:gd name="T9" fmla="*/ 7 h 60"/>
                    <a:gd name="T10" fmla="*/ 62 w 62"/>
                    <a:gd name="T11" fmla="*/ 18 h 60"/>
                    <a:gd name="T12" fmla="*/ 50 w 62"/>
                    <a:gd name="T13" fmla="*/ 41 h 60"/>
                    <a:gd name="T14" fmla="*/ 54 w 62"/>
                    <a:gd name="T15" fmla="*/ 48 h 60"/>
                    <a:gd name="T16" fmla="*/ 54 w 62"/>
                    <a:gd name="T17" fmla="*/ 51 h 60"/>
                    <a:gd name="T18" fmla="*/ 52 w 62"/>
                    <a:gd name="T19" fmla="*/ 53 h 60"/>
                    <a:gd name="T20" fmla="*/ 51 w 62"/>
                    <a:gd name="T21" fmla="*/ 54 h 60"/>
                    <a:gd name="T22" fmla="*/ 6 w 62"/>
                    <a:gd name="T23" fmla="*/ 40 h 60"/>
                    <a:gd name="T24" fmla="*/ 31 w 62"/>
                    <a:gd name="T25" fmla="*/ 48 h 60"/>
                    <a:gd name="T26" fmla="*/ 37 w 62"/>
                    <a:gd name="T27" fmla="*/ 45 h 60"/>
                    <a:gd name="T28" fmla="*/ 40 w 62"/>
                    <a:gd name="T29" fmla="*/ 45 h 60"/>
                    <a:gd name="T30" fmla="*/ 46 w 62"/>
                    <a:gd name="T31" fmla="*/ 48 h 60"/>
                    <a:gd name="T32" fmla="*/ 45 w 62"/>
                    <a:gd name="T33" fmla="*/ 41 h 60"/>
                    <a:gd name="T34" fmla="*/ 46 w 62"/>
                    <a:gd name="T35" fmla="*/ 38 h 60"/>
                    <a:gd name="T36" fmla="*/ 56 w 62"/>
                    <a:gd name="T37" fmla="*/ 20 h 60"/>
                    <a:gd name="T38" fmla="*/ 31 w 62"/>
                    <a:gd name="T39" fmla="*/ 12 h 60"/>
                    <a:gd name="T40" fmla="*/ 6 w 62"/>
                    <a:gd name="T41" fmla="*/ 4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0">
                      <a:moveTo>
                        <a:pt x="51" y="54"/>
                      </a:moveTo>
                      <a:cubicBezTo>
                        <a:pt x="44" y="55"/>
                        <a:pt x="39" y="53"/>
                        <a:pt x="37" y="51"/>
                      </a:cubicBezTo>
                      <a:cubicBezTo>
                        <a:pt x="35" y="52"/>
                        <a:pt x="33" y="53"/>
                        <a:pt x="31" y="53"/>
                      </a:cubicBezTo>
                      <a:cubicBezTo>
                        <a:pt x="14" y="60"/>
                        <a:pt x="0" y="55"/>
                        <a:pt x="0" y="43"/>
                      </a:cubicBezTo>
                      <a:cubicBezTo>
                        <a:pt x="0" y="30"/>
                        <a:pt x="14" y="14"/>
                        <a:pt x="31" y="7"/>
                      </a:cubicBezTo>
                      <a:cubicBezTo>
                        <a:pt x="48" y="0"/>
                        <a:pt x="62" y="5"/>
                        <a:pt x="62" y="18"/>
                      </a:cubicBezTo>
                      <a:cubicBezTo>
                        <a:pt x="62" y="25"/>
                        <a:pt x="58" y="33"/>
                        <a:pt x="50" y="41"/>
                      </a:cubicBezTo>
                      <a:cubicBezTo>
                        <a:pt x="51" y="46"/>
                        <a:pt x="54" y="48"/>
                        <a:pt x="54" y="48"/>
                      </a:cubicBezTo>
                      <a:cubicBezTo>
                        <a:pt x="55" y="49"/>
                        <a:pt x="55" y="50"/>
                        <a:pt x="54" y="51"/>
                      </a:cubicBezTo>
                      <a:cubicBezTo>
                        <a:pt x="54" y="52"/>
                        <a:pt x="53" y="53"/>
                        <a:pt x="52" y="53"/>
                      </a:cubicBezTo>
                      <a:cubicBezTo>
                        <a:pt x="52" y="54"/>
                        <a:pt x="51" y="54"/>
                        <a:pt x="51" y="54"/>
                      </a:cubicBezTo>
                      <a:close/>
                      <a:moveTo>
                        <a:pt x="6" y="40"/>
                      </a:moveTo>
                      <a:cubicBezTo>
                        <a:pt x="6" y="50"/>
                        <a:pt x="17" y="54"/>
                        <a:pt x="31" y="48"/>
                      </a:cubicBezTo>
                      <a:cubicBezTo>
                        <a:pt x="33" y="47"/>
                        <a:pt x="35" y="46"/>
                        <a:pt x="37" y="45"/>
                      </a:cubicBezTo>
                      <a:cubicBezTo>
                        <a:pt x="38" y="44"/>
                        <a:pt x="40" y="44"/>
                        <a:pt x="40" y="45"/>
                      </a:cubicBezTo>
                      <a:cubicBezTo>
                        <a:pt x="42" y="47"/>
                        <a:pt x="44" y="48"/>
                        <a:pt x="46" y="48"/>
                      </a:cubicBezTo>
                      <a:cubicBezTo>
                        <a:pt x="45" y="46"/>
                        <a:pt x="45" y="44"/>
                        <a:pt x="45" y="41"/>
                      </a:cubicBezTo>
                      <a:cubicBezTo>
                        <a:pt x="45" y="40"/>
                        <a:pt x="45" y="39"/>
                        <a:pt x="46" y="38"/>
                      </a:cubicBezTo>
                      <a:cubicBezTo>
                        <a:pt x="53" y="32"/>
                        <a:pt x="56" y="25"/>
                        <a:pt x="56" y="20"/>
                      </a:cubicBezTo>
                      <a:cubicBezTo>
                        <a:pt x="56" y="10"/>
                        <a:pt x="45" y="7"/>
                        <a:pt x="31" y="12"/>
                      </a:cubicBezTo>
                      <a:cubicBezTo>
                        <a:pt x="17" y="18"/>
                        <a:pt x="6" y="31"/>
                        <a:pt x="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3" name="Freeform 39"/>
                <p:cNvSpPr>
                  <a:spLocks/>
                </p:cNvSpPr>
                <p:nvPr/>
              </p:nvSpPr>
              <p:spPr bwMode="auto">
                <a:xfrm>
                  <a:off x="3165" y="655"/>
                  <a:ext cx="113" cy="160"/>
                </a:xfrm>
                <a:custGeom>
                  <a:avLst/>
                  <a:gdLst>
                    <a:gd name="T0" fmla="*/ 42 w 47"/>
                    <a:gd name="T1" fmla="*/ 38 h 67"/>
                    <a:gd name="T2" fmla="*/ 31 w 47"/>
                    <a:gd name="T3" fmla="*/ 45 h 67"/>
                    <a:gd name="T4" fmla="*/ 24 w 47"/>
                    <a:gd name="T5" fmla="*/ 47 h 67"/>
                    <a:gd name="T6" fmla="*/ 22 w 47"/>
                    <a:gd name="T7" fmla="*/ 49 h 67"/>
                    <a:gd name="T8" fmla="*/ 16 w 47"/>
                    <a:gd name="T9" fmla="*/ 57 h 67"/>
                    <a:gd name="T10" fmla="*/ 17 w 47"/>
                    <a:gd name="T11" fmla="*/ 49 h 67"/>
                    <a:gd name="T12" fmla="*/ 15 w 47"/>
                    <a:gd name="T13" fmla="*/ 47 h 67"/>
                    <a:gd name="T14" fmla="*/ 5 w 47"/>
                    <a:gd name="T15" fmla="*/ 37 h 67"/>
                    <a:gd name="T16" fmla="*/ 31 w 47"/>
                    <a:gd name="T17" fmla="*/ 9 h 67"/>
                    <a:gd name="T18" fmla="*/ 42 w 47"/>
                    <a:gd name="T19" fmla="*/ 6 h 67"/>
                    <a:gd name="T20" fmla="*/ 47 w 47"/>
                    <a:gd name="T21" fmla="*/ 0 h 67"/>
                    <a:gd name="T22" fmla="*/ 31 w 47"/>
                    <a:gd name="T23" fmla="*/ 4 h 67"/>
                    <a:gd name="T24" fmla="*/ 0 w 47"/>
                    <a:gd name="T25" fmla="*/ 39 h 67"/>
                    <a:gd name="T26" fmla="*/ 11 w 47"/>
                    <a:gd name="T27" fmla="*/ 53 h 67"/>
                    <a:gd name="T28" fmla="*/ 8 w 47"/>
                    <a:gd name="T29" fmla="*/ 63 h 67"/>
                    <a:gd name="T30" fmla="*/ 8 w 47"/>
                    <a:gd name="T31" fmla="*/ 66 h 67"/>
                    <a:gd name="T32" fmla="*/ 10 w 47"/>
                    <a:gd name="T33" fmla="*/ 67 h 67"/>
                    <a:gd name="T34" fmla="*/ 10 w 47"/>
                    <a:gd name="T35" fmla="*/ 66 h 67"/>
                    <a:gd name="T36" fmla="*/ 25 w 47"/>
                    <a:gd name="T37" fmla="*/ 52 h 67"/>
                    <a:gd name="T38" fmla="*/ 31 w 47"/>
                    <a:gd name="T39" fmla="*/ 50 h 67"/>
                    <a:gd name="T40" fmla="*/ 47 w 47"/>
                    <a:gd name="T41" fmla="*/ 40 h 67"/>
                    <a:gd name="T42" fmla="*/ 42 w 47"/>
                    <a:gd name="T43" fmla="*/ 3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67">
                      <a:moveTo>
                        <a:pt x="42" y="38"/>
                      </a:moveTo>
                      <a:cubicBezTo>
                        <a:pt x="39" y="41"/>
                        <a:pt x="35" y="43"/>
                        <a:pt x="31" y="45"/>
                      </a:cubicBezTo>
                      <a:cubicBezTo>
                        <a:pt x="29" y="45"/>
                        <a:pt x="27" y="46"/>
                        <a:pt x="24" y="47"/>
                      </a:cubicBezTo>
                      <a:cubicBezTo>
                        <a:pt x="23" y="47"/>
                        <a:pt x="22" y="48"/>
                        <a:pt x="22" y="49"/>
                      </a:cubicBezTo>
                      <a:cubicBezTo>
                        <a:pt x="20" y="52"/>
                        <a:pt x="18" y="55"/>
                        <a:pt x="16" y="57"/>
                      </a:cubicBezTo>
                      <a:cubicBezTo>
                        <a:pt x="16" y="54"/>
                        <a:pt x="17" y="52"/>
                        <a:pt x="17" y="49"/>
                      </a:cubicBezTo>
                      <a:cubicBezTo>
                        <a:pt x="17" y="48"/>
                        <a:pt x="16" y="47"/>
                        <a:pt x="15" y="47"/>
                      </a:cubicBezTo>
                      <a:cubicBezTo>
                        <a:pt x="9" y="46"/>
                        <a:pt x="5" y="43"/>
                        <a:pt x="5" y="37"/>
                      </a:cubicBezTo>
                      <a:cubicBezTo>
                        <a:pt x="5" y="27"/>
                        <a:pt x="17" y="15"/>
                        <a:pt x="31" y="9"/>
                      </a:cubicBezTo>
                      <a:cubicBezTo>
                        <a:pt x="35" y="7"/>
                        <a:pt x="39" y="6"/>
                        <a:pt x="42" y="6"/>
                      </a:cubicBezTo>
                      <a:cubicBezTo>
                        <a:pt x="43" y="4"/>
                        <a:pt x="45" y="2"/>
                        <a:pt x="47" y="0"/>
                      </a:cubicBezTo>
                      <a:cubicBezTo>
                        <a:pt x="42" y="0"/>
                        <a:pt x="36" y="1"/>
                        <a:pt x="31" y="4"/>
                      </a:cubicBezTo>
                      <a:cubicBezTo>
                        <a:pt x="14" y="10"/>
                        <a:pt x="0" y="26"/>
                        <a:pt x="0" y="39"/>
                      </a:cubicBezTo>
                      <a:cubicBezTo>
                        <a:pt x="0" y="46"/>
                        <a:pt x="4" y="51"/>
                        <a:pt x="11" y="53"/>
                      </a:cubicBezTo>
                      <a:cubicBezTo>
                        <a:pt x="11" y="58"/>
                        <a:pt x="8" y="63"/>
                        <a:pt x="8" y="63"/>
                      </a:cubicBezTo>
                      <a:cubicBezTo>
                        <a:pt x="7" y="64"/>
                        <a:pt x="7" y="66"/>
                        <a:pt x="8" y="66"/>
                      </a:cubicBezTo>
                      <a:cubicBezTo>
                        <a:pt x="8" y="67"/>
                        <a:pt x="9" y="67"/>
                        <a:pt x="10" y="67"/>
                      </a:cubicBezTo>
                      <a:cubicBezTo>
                        <a:pt x="10" y="67"/>
                        <a:pt x="10" y="67"/>
                        <a:pt x="10" y="66"/>
                      </a:cubicBezTo>
                      <a:cubicBezTo>
                        <a:pt x="18" y="62"/>
                        <a:pt x="22" y="56"/>
                        <a:pt x="25" y="52"/>
                      </a:cubicBezTo>
                      <a:cubicBezTo>
                        <a:pt x="27" y="51"/>
                        <a:pt x="29" y="51"/>
                        <a:pt x="31" y="50"/>
                      </a:cubicBezTo>
                      <a:cubicBezTo>
                        <a:pt x="36" y="48"/>
                        <a:pt x="42" y="44"/>
                        <a:pt x="47" y="40"/>
                      </a:cubicBezTo>
                      <a:cubicBezTo>
                        <a:pt x="45" y="40"/>
                        <a:pt x="43" y="39"/>
                        <a:pt x="4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4" name="Freeform 40"/>
                <p:cNvSpPr>
                  <a:spLocks/>
                </p:cNvSpPr>
                <p:nvPr/>
              </p:nvSpPr>
              <p:spPr bwMode="auto">
                <a:xfrm>
                  <a:off x="3290" y="686"/>
                  <a:ext cx="17" cy="19"/>
                </a:xfrm>
                <a:custGeom>
                  <a:avLst/>
                  <a:gdLst>
                    <a:gd name="T0" fmla="*/ 7 w 7"/>
                    <a:gd name="T1" fmla="*/ 3 h 8"/>
                    <a:gd name="T2" fmla="*/ 4 w 7"/>
                    <a:gd name="T3" fmla="*/ 8 h 8"/>
                    <a:gd name="T4" fmla="*/ 0 w 7"/>
                    <a:gd name="T5" fmla="*/ 6 h 8"/>
                    <a:gd name="T6" fmla="*/ 4 w 7"/>
                    <a:gd name="T7" fmla="*/ 1 h 8"/>
                    <a:gd name="T8" fmla="*/ 7 w 7"/>
                    <a:gd name="T9" fmla="*/ 3 h 8"/>
                  </a:gdLst>
                  <a:ahLst/>
                  <a:cxnLst>
                    <a:cxn ang="0">
                      <a:pos x="T0" y="T1"/>
                    </a:cxn>
                    <a:cxn ang="0">
                      <a:pos x="T2" y="T3"/>
                    </a:cxn>
                    <a:cxn ang="0">
                      <a:pos x="T4" y="T5"/>
                    </a:cxn>
                    <a:cxn ang="0">
                      <a:pos x="T6" y="T7"/>
                    </a:cxn>
                    <a:cxn ang="0">
                      <a:pos x="T8" y="T9"/>
                    </a:cxn>
                  </a:cxnLst>
                  <a:rect l="0" t="0" r="r" b="b"/>
                  <a:pathLst>
                    <a:path w="7" h="8">
                      <a:moveTo>
                        <a:pt x="7" y="3"/>
                      </a:moveTo>
                      <a:cubicBezTo>
                        <a:pt x="7" y="5"/>
                        <a:pt x="5" y="7"/>
                        <a:pt x="4" y="8"/>
                      </a:cubicBezTo>
                      <a:cubicBezTo>
                        <a:pt x="2" y="8"/>
                        <a:pt x="0" y="7"/>
                        <a:pt x="0" y="6"/>
                      </a:cubicBezTo>
                      <a:cubicBezTo>
                        <a:pt x="0" y="4"/>
                        <a:pt x="2" y="2"/>
                        <a:pt x="4" y="1"/>
                      </a:cubicBezTo>
                      <a:cubicBezTo>
                        <a:pt x="5" y="0"/>
                        <a:pt x="7" y="1"/>
                        <a:pt x="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5" name="Freeform 41"/>
                <p:cNvSpPr>
                  <a:spLocks/>
                </p:cNvSpPr>
                <p:nvPr/>
              </p:nvSpPr>
              <p:spPr bwMode="auto">
                <a:xfrm>
                  <a:off x="3319" y="674"/>
                  <a:ext cx="17" cy="22"/>
                </a:xfrm>
                <a:custGeom>
                  <a:avLst/>
                  <a:gdLst>
                    <a:gd name="T0" fmla="*/ 7 w 7"/>
                    <a:gd name="T1" fmla="*/ 3 h 9"/>
                    <a:gd name="T2" fmla="*/ 3 w 7"/>
                    <a:gd name="T3" fmla="*/ 8 h 9"/>
                    <a:gd name="T4" fmla="*/ 0 w 7"/>
                    <a:gd name="T5" fmla="*/ 6 h 9"/>
                    <a:gd name="T6" fmla="*/ 3 w 7"/>
                    <a:gd name="T7" fmla="*/ 1 h 9"/>
                    <a:gd name="T8" fmla="*/ 7 w 7"/>
                    <a:gd name="T9" fmla="*/ 3 h 9"/>
                  </a:gdLst>
                  <a:ahLst/>
                  <a:cxnLst>
                    <a:cxn ang="0">
                      <a:pos x="T0" y="T1"/>
                    </a:cxn>
                    <a:cxn ang="0">
                      <a:pos x="T2" y="T3"/>
                    </a:cxn>
                    <a:cxn ang="0">
                      <a:pos x="T4" y="T5"/>
                    </a:cxn>
                    <a:cxn ang="0">
                      <a:pos x="T6" y="T7"/>
                    </a:cxn>
                    <a:cxn ang="0">
                      <a:pos x="T8" y="T9"/>
                    </a:cxn>
                  </a:cxnLst>
                  <a:rect l="0" t="0" r="r" b="b"/>
                  <a:pathLst>
                    <a:path w="7" h="9">
                      <a:moveTo>
                        <a:pt x="7" y="3"/>
                      </a:moveTo>
                      <a:cubicBezTo>
                        <a:pt x="7" y="5"/>
                        <a:pt x="5" y="7"/>
                        <a:pt x="3" y="8"/>
                      </a:cubicBezTo>
                      <a:cubicBezTo>
                        <a:pt x="2" y="9"/>
                        <a:pt x="0" y="8"/>
                        <a:pt x="0" y="6"/>
                      </a:cubicBezTo>
                      <a:cubicBezTo>
                        <a:pt x="0" y="4"/>
                        <a:pt x="2" y="2"/>
                        <a:pt x="3" y="1"/>
                      </a:cubicBezTo>
                      <a:cubicBezTo>
                        <a:pt x="5" y="0"/>
                        <a:pt x="7" y="1"/>
                        <a:pt x="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56" name="Freeform 42"/>
                <p:cNvSpPr>
                  <a:spLocks/>
                </p:cNvSpPr>
                <p:nvPr/>
              </p:nvSpPr>
              <p:spPr bwMode="auto">
                <a:xfrm>
                  <a:off x="3348" y="664"/>
                  <a:ext cx="14" cy="20"/>
                </a:xfrm>
                <a:custGeom>
                  <a:avLst/>
                  <a:gdLst>
                    <a:gd name="T0" fmla="*/ 6 w 6"/>
                    <a:gd name="T1" fmla="*/ 2 h 8"/>
                    <a:gd name="T2" fmla="*/ 3 w 6"/>
                    <a:gd name="T3" fmla="*/ 7 h 8"/>
                    <a:gd name="T4" fmla="*/ 0 w 6"/>
                    <a:gd name="T5" fmla="*/ 5 h 8"/>
                    <a:gd name="T6" fmla="*/ 3 w 6"/>
                    <a:gd name="T7" fmla="*/ 0 h 8"/>
                    <a:gd name="T8" fmla="*/ 6 w 6"/>
                    <a:gd name="T9" fmla="*/ 2 h 8"/>
                  </a:gdLst>
                  <a:ahLst/>
                  <a:cxnLst>
                    <a:cxn ang="0">
                      <a:pos x="T0" y="T1"/>
                    </a:cxn>
                    <a:cxn ang="0">
                      <a:pos x="T2" y="T3"/>
                    </a:cxn>
                    <a:cxn ang="0">
                      <a:pos x="T4" y="T5"/>
                    </a:cxn>
                    <a:cxn ang="0">
                      <a:pos x="T6" y="T7"/>
                    </a:cxn>
                    <a:cxn ang="0">
                      <a:pos x="T8" y="T9"/>
                    </a:cxn>
                  </a:cxnLst>
                  <a:rect l="0" t="0" r="r" b="b"/>
                  <a:pathLst>
                    <a:path w="6" h="8">
                      <a:moveTo>
                        <a:pt x="6" y="2"/>
                      </a:moveTo>
                      <a:cubicBezTo>
                        <a:pt x="6" y="4"/>
                        <a:pt x="5" y="6"/>
                        <a:pt x="3" y="7"/>
                      </a:cubicBezTo>
                      <a:cubicBezTo>
                        <a:pt x="1" y="8"/>
                        <a:pt x="0" y="7"/>
                        <a:pt x="0" y="5"/>
                      </a:cubicBezTo>
                      <a:cubicBezTo>
                        <a:pt x="0" y="3"/>
                        <a:pt x="1" y="1"/>
                        <a:pt x="3" y="0"/>
                      </a:cubicBezTo>
                      <a:cubicBezTo>
                        <a:pt x="5" y="0"/>
                        <a:pt x="6" y="1"/>
                        <a:pt x="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grpSp>
        <p:sp>
          <p:nvSpPr>
            <p:cNvPr id="28" name="Freeform 57"/>
            <p:cNvSpPr>
              <a:spLocks/>
            </p:cNvSpPr>
            <p:nvPr/>
          </p:nvSpPr>
          <p:spPr bwMode="auto">
            <a:xfrm rot="18064636">
              <a:off x="1868347" y="4617331"/>
              <a:ext cx="2225921" cy="1534707"/>
            </a:xfrm>
            <a:custGeom>
              <a:avLst/>
              <a:gdLst>
                <a:gd name="T0" fmla="*/ 508 w 2171"/>
                <a:gd name="T1" fmla="*/ 0 h 1037"/>
                <a:gd name="T2" fmla="*/ 0 w 2171"/>
                <a:gd name="T3" fmla="*/ 243 h 1037"/>
                <a:gd name="T4" fmla="*/ 1663 w 2171"/>
                <a:gd name="T5" fmla="*/ 1037 h 1037"/>
                <a:gd name="T6" fmla="*/ 2171 w 2171"/>
                <a:gd name="T7" fmla="*/ 795 h 1037"/>
                <a:gd name="T8" fmla="*/ 508 w 2171"/>
                <a:gd name="T9" fmla="*/ 0 h 1037"/>
                <a:gd name="connsiteX0" fmla="*/ 2618 w 10278"/>
                <a:gd name="connsiteY0" fmla="*/ 0 h 10000"/>
                <a:gd name="connsiteX1" fmla="*/ 0 w 10278"/>
                <a:gd name="connsiteY1" fmla="*/ 2187 h 10000"/>
                <a:gd name="connsiteX2" fmla="*/ 7938 w 10278"/>
                <a:gd name="connsiteY2" fmla="*/ 10000 h 10000"/>
                <a:gd name="connsiteX3" fmla="*/ 10278 w 10278"/>
                <a:gd name="connsiteY3" fmla="*/ 7666 h 10000"/>
                <a:gd name="connsiteX4" fmla="*/ 2618 w 10278"/>
                <a:gd name="connsiteY4" fmla="*/ 0 h 10000"/>
                <a:gd name="connsiteX0" fmla="*/ 2618 w 10278"/>
                <a:gd name="connsiteY0" fmla="*/ 0 h 9673"/>
                <a:gd name="connsiteX1" fmla="*/ 0 w 10278"/>
                <a:gd name="connsiteY1" fmla="*/ 2187 h 9673"/>
                <a:gd name="connsiteX2" fmla="*/ 7516 w 10278"/>
                <a:gd name="connsiteY2" fmla="*/ 9673 h 9673"/>
                <a:gd name="connsiteX3" fmla="*/ 10278 w 10278"/>
                <a:gd name="connsiteY3" fmla="*/ 7666 h 9673"/>
                <a:gd name="connsiteX4" fmla="*/ 2618 w 10278"/>
                <a:gd name="connsiteY4" fmla="*/ 0 h 9673"/>
                <a:gd name="connsiteX0" fmla="*/ 2547 w 10170"/>
                <a:gd name="connsiteY0" fmla="*/ 0 h 10000"/>
                <a:gd name="connsiteX1" fmla="*/ 0 w 10170"/>
                <a:gd name="connsiteY1" fmla="*/ 2261 h 10000"/>
                <a:gd name="connsiteX2" fmla="*/ 7313 w 10170"/>
                <a:gd name="connsiteY2" fmla="*/ 10000 h 10000"/>
                <a:gd name="connsiteX3" fmla="*/ 10170 w 10170"/>
                <a:gd name="connsiteY3" fmla="*/ 7674 h 10000"/>
                <a:gd name="connsiteX4" fmla="*/ 2547 w 10170"/>
                <a:gd name="connsiteY4" fmla="*/ 0 h 10000"/>
                <a:gd name="connsiteX0" fmla="*/ 2547 w 9834"/>
                <a:gd name="connsiteY0" fmla="*/ 0 h 10000"/>
                <a:gd name="connsiteX1" fmla="*/ 0 w 9834"/>
                <a:gd name="connsiteY1" fmla="*/ 2261 h 10000"/>
                <a:gd name="connsiteX2" fmla="*/ 7313 w 9834"/>
                <a:gd name="connsiteY2" fmla="*/ 10000 h 10000"/>
                <a:gd name="connsiteX3" fmla="*/ 9834 w 9834"/>
                <a:gd name="connsiteY3" fmla="*/ 7871 h 10000"/>
                <a:gd name="connsiteX4" fmla="*/ 2547 w 9834"/>
                <a:gd name="connsiteY4" fmla="*/ 0 h 10000"/>
                <a:gd name="connsiteX0" fmla="*/ 2590 w 10000"/>
                <a:gd name="connsiteY0" fmla="*/ 0 h 10030"/>
                <a:gd name="connsiteX1" fmla="*/ 0 w 10000"/>
                <a:gd name="connsiteY1" fmla="*/ 2261 h 10030"/>
                <a:gd name="connsiteX2" fmla="*/ 7519 w 10000"/>
                <a:gd name="connsiteY2" fmla="*/ 10030 h 10030"/>
                <a:gd name="connsiteX3" fmla="*/ 10000 w 10000"/>
                <a:gd name="connsiteY3" fmla="*/ 7871 h 10030"/>
                <a:gd name="connsiteX4" fmla="*/ 2590 w 10000"/>
                <a:gd name="connsiteY4" fmla="*/ 0 h 10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30">
                  <a:moveTo>
                    <a:pt x="2590" y="0"/>
                  </a:moveTo>
                  <a:lnTo>
                    <a:pt x="0" y="2261"/>
                  </a:lnTo>
                  <a:lnTo>
                    <a:pt x="7519" y="10030"/>
                  </a:lnTo>
                  <a:lnTo>
                    <a:pt x="10000" y="7871"/>
                  </a:lnTo>
                  <a:lnTo>
                    <a:pt x="2590" y="0"/>
                  </a:lnTo>
                  <a:close/>
                </a:path>
              </a:pathLst>
            </a:custGeom>
            <a:solidFill>
              <a:srgbClr val="F39C12"/>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29" name="Freeform 57"/>
            <p:cNvSpPr>
              <a:spLocks/>
            </p:cNvSpPr>
            <p:nvPr/>
          </p:nvSpPr>
          <p:spPr bwMode="auto">
            <a:xfrm rot="18064636">
              <a:off x="1868701" y="3963278"/>
              <a:ext cx="2225921" cy="1534707"/>
            </a:xfrm>
            <a:custGeom>
              <a:avLst/>
              <a:gdLst>
                <a:gd name="T0" fmla="*/ 508 w 2171"/>
                <a:gd name="T1" fmla="*/ 0 h 1037"/>
                <a:gd name="T2" fmla="*/ 0 w 2171"/>
                <a:gd name="T3" fmla="*/ 243 h 1037"/>
                <a:gd name="T4" fmla="*/ 1663 w 2171"/>
                <a:gd name="T5" fmla="*/ 1037 h 1037"/>
                <a:gd name="T6" fmla="*/ 2171 w 2171"/>
                <a:gd name="T7" fmla="*/ 795 h 1037"/>
                <a:gd name="T8" fmla="*/ 508 w 2171"/>
                <a:gd name="T9" fmla="*/ 0 h 1037"/>
                <a:gd name="connsiteX0" fmla="*/ 2618 w 10278"/>
                <a:gd name="connsiteY0" fmla="*/ 0 h 10000"/>
                <a:gd name="connsiteX1" fmla="*/ 0 w 10278"/>
                <a:gd name="connsiteY1" fmla="*/ 2187 h 10000"/>
                <a:gd name="connsiteX2" fmla="*/ 7938 w 10278"/>
                <a:gd name="connsiteY2" fmla="*/ 10000 h 10000"/>
                <a:gd name="connsiteX3" fmla="*/ 10278 w 10278"/>
                <a:gd name="connsiteY3" fmla="*/ 7666 h 10000"/>
                <a:gd name="connsiteX4" fmla="*/ 2618 w 10278"/>
                <a:gd name="connsiteY4" fmla="*/ 0 h 10000"/>
                <a:gd name="connsiteX0" fmla="*/ 2618 w 10278"/>
                <a:gd name="connsiteY0" fmla="*/ 0 h 9673"/>
                <a:gd name="connsiteX1" fmla="*/ 0 w 10278"/>
                <a:gd name="connsiteY1" fmla="*/ 2187 h 9673"/>
                <a:gd name="connsiteX2" fmla="*/ 7516 w 10278"/>
                <a:gd name="connsiteY2" fmla="*/ 9673 h 9673"/>
                <a:gd name="connsiteX3" fmla="*/ 10278 w 10278"/>
                <a:gd name="connsiteY3" fmla="*/ 7666 h 9673"/>
                <a:gd name="connsiteX4" fmla="*/ 2618 w 10278"/>
                <a:gd name="connsiteY4" fmla="*/ 0 h 9673"/>
                <a:gd name="connsiteX0" fmla="*/ 2547 w 10170"/>
                <a:gd name="connsiteY0" fmla="*/ 0 h 10000"/>
                <a:gd name="connsiteX1" fmla="*/ 0 w 10170"/>
                <a:gd name="connsiteY1" fmla="*/ 2261 h 10000"/>
                <a:gd name="connsiteX2" fmla="*/ 7313 w 10170"/>
                <a:gd name="connsiteY2" fmla="*/ 10000 h 10000"/>
                <a:gd name="connsiteX3" fmla="*/ 10170 w 10170"/>
                <a:gd name="connsiteY3" fmla="*/ 7674 h 10000"/>
                <a:gd name="connsiteX4" fmla="*/ 2547 w 10170"/>
                <a:gd name="connsiteY4" fmla="*/ 0 h 10000"/>
                <a:gd name="connsiteX0" fmla="*/ 2547 w 9834"/>
                <a:gd name="connsiteY0" fmla="*/ 0 h 10000"/>
                <a:gd name="connsiteX1" fmla="*/ 0 w 9834"/>
                <a:gd name="connsiteY1" fmla="*/ 2261 h 10000"/>
                <a:gd name="connsiteX2" fmla="*/ 7313 w 9834"/>
                <a:gd name="connsiteY2" fmla="*/ 10000 h 10000"/>
                <a:gd name="connsiteX3" fmla="*/ 9834 w 9834"/>
                <a:gd name="connsiteY3" fmla="*/ 7871 h 10000"/>
                <a:gd name="connsiteX4" fmla="*/ 2547 w 9834"/>
                <a:gd name="connsiteY4" fmla="*/ 0 h 10000"/>
                <a:gd name="connsiteX0" fmla="*/ 2590 w 10000"/>
                <a:gd name="connsiteY0" fmla="*/ 0 h 10030"/>
                <a:gd name="connsiteX1" fmla="*/ 0 w 10000"/>
                <a:gd name="connsiteY1" fmla="*/ 2261 h 10030"/>
                <a:gd name="connsiteX2" fmla="*/ 7519 w 10000"/>
                <a:gd name="connsiteY2" fmla="*/ 10030 h 10030"/>
                <a:gd name="connsiteX3" fmla="*/ 10000 w 10000"/>
                <a:gd name="connsiteY3" fmla="*/ 7871 h 10030"/>
                <a:gd name="connsiteX4" fmla="*/ 2590 w 10000"/>
                <a:gd name="connsiteY4" fmla="*/ 0 h 10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30">
                  <a:moveTo>
                    <a:pt x="2590" y="0"/>
                  </a:moveTo>
                  <a:lnTo>
                    <a:pt x="0" y="2261"/>
                  </a:lnTo>
                  <a:lnTo>
                    <a:pt x="7519" y="10030"/>
                  </a:lnTo>
                  <a:lnTo>
                    <a:pt x="10000" y="7871"/>
                  </a:lnTo>
                  <a:lnTo>
                    <a:pt x="2590" y="0"/>
                  </a:lnTo>
                  <a:close/>
                </a:path>
              </a:pathLst>
            </a:custGeom>
            <a:solidFill>
              <a:srgbClr val="2980B9"/>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nvGrpSpPr>
            <p:cNvPr id="31" name="Group 30"/>
            <p:cNvGrpSpPr/>
            <p:nvPr/>
          </p:nvGrpSpPr>
          <p:grpSpPr>
            <a:xfrm>
              <a:off x="3601129" y="3940387"/>
              <a:ext cx="586741" cy="819154"/>
              <a:chOff x="3763166" y="4384858"/>
              <a:chExt cx="586741" cy="819154"/>
            </a:xfrm>
          </p:grpSpPr>
          <p:grpSp>
            <p:nvGrpSpPr>
              <p:cNvPr id="45" name="Group 44"/>
              <p:cNvGrpSpPr>
                <a:grpSpLocks noChangeAspect="1"/>
              </p:cNvGrpSpPr>
              <p:nvPr/>
            </p:nvGrpSpPr>
            <p:grpSpPr>
              <a:xfrm>
                <a:off x="3763166" y="4384858"/>
                <a:ext cx="586741" cy="819154"/>
                <a:chOff x="3702058" y="3254390"/>
                <a:chExt cx="977902" cy="1365256"/>
              </a:xfrm>
              <a:effectLst>
                <a:outerShdw blurRad="292100" sx="102000" sy="102000" algn="ctr" rotWithShape="0">
                  <a:prstClr val="black">
                    <a:alpha val="40000"/>
                  </a:prstClr>
                </a:outerShdw>
              </a:effectLst>
            </p:grpSpPr>
            <p:sp>
              <p:nvSpPr>
                <p:cNvPr id="47" name="Freeform 421"/>
                <p:cNvSpPr>
                  <a:spLocks/>
                </p:cNvSpPr>
                <p:nvPr/>
              </p:nvSpPr>
              <p:spPr bwMode="auto">
                <a:xfrm>
                  <a:off x="3743333" y="3273440"/>
                  <a:ext cx="936627" cy="1346206"/>
                </a:xfrm>
                <a:custGeom>
                  <a:avLst/>
                  <a:gdLst>
                    <a:gd name="T0" fmla="*/ 590 w 590"/>
                    <a:gd name="T1" fmla="*/ 0 h 848"/>
                    <a:gd name="T2" fmla="*/ 0 w 590"/>
                    <a:gd name="T3" fmla="*/ 258 h 848"/>
                    <a:gd name="T4" fmla="*/ 0 w 590"/>
                    <a:gd name="T5" fmla="*/ 848 h 848"/>
                    <a:gd name="T6" fmla="*/ 590 w 590"/>
                    <a:gd name="T7" fmla="*/ 590 h 848"/>
                    <a:gd name="T8" fmla="*/ 590 w 590"/>
                    <a:gd name="T9" fmla="*/ 0 h 848"/>
                  </a:gdLst>
                  <a:ahLst/>
                  <a:cxnLst>
                    <a:cxn ang="0">
                      <a:pos x="T0" y="T1"/>
                    </a:cxn>
                    <a:cxn ang="0">
                      <a:pos x="T2" y="T3"/>
                    </a:cxn>
                    <a:cxn ang="0">
                      <a:pos x="T4" y="T5"/>
                    </a:cxn>
                    <a:cxn ang="0">
                      <a:pos x="T6" y="T7"/>
                    </a:cxn>
                    <a:cxn ang="0">
                      <a:pos x="T8" y="T9"/>
                    </a:cxn>
                  </a:cxnLst>
                  <a:rect l="0" t="0" r="r" b="b"/>
                  <a:pathLst>
                    <a:path w="590" h="848">
                      <a:moveTo>
                        <a:pt x="590" y="0"/>
                      </a:moveTo>
                      <a:lnTo>
                        <a:pt x="0" y="258"/>
                      </a:lnTo>
                      <a:lnTo>
                        <a:pt x="0" y="848"/>
                      </a:lnTo>
                      <a:lnTo>
                        <a:pt x="590" y="590"/>
                      </a:lnTo>
                      <a:lnTo>
                        <a:pt x="590" y="0"/>
                      </a:lnTo>
                      <a:close/>
                    </a:path>
                  </a:pathLst>
                </a:custGeom>
                <a:solidFill>
                  <a:srgbClr val="E0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8" name="Freeform 422"/>
                <p:cNvSpPr>
                  <a:spLocks/>
                </p:cNvSpPr>
                <p:nvPr/>
              </p:nvSpPr>
              <p:spPr bwMode="auto">
                <a:xfrm>
                  <a:off x="3702058" y="3668729"/>
                  <a:ext cx="41275" cy="950916"/>
                </a:xfrm>
                <a:custGeom>
                  <a:avLst/>
                  <a:gdLst>
                    <a:gd name="T0" fmla="*/ 26 w 26"/>
                    <a:gd name="T1" fmla="*/ 9 h 599"/>
                    <a:gd name="T2" fmla="*/ 26 w 26"/>
                    <a:gd name="T3" fmla="*/ 599 h 599"/>
                    <a:gd name="T4" fmla="*/ 0 w 26"/>
                    <a:gd name="T5" fmla="*/ 590 h 599"/>
                    <a:gd name="T6" fmla="*/ 0 w 26"/>
                    <a:gd name="T7" fmla="*/ 0 h 599"/>
                    <a:gd name="T8" fmla="*/ 26 w 26"/>
                    <a:gd name="T9" fmla="*/ 9 h 599"/>
                  </a:gdLst>
                  <a:ahLst/>
                  <a:cxnLst>
                    <a:cxn ang="0">
                      <a:pos x="T0" y="T1"/>
                    </a:cxn>
                    <a:cxn ang="0">
                      <a:pos x="T2" y="T3"/>
                    </a:cxn>
                    <a:cxn ang="0">
                      <a:pos x="T4" y="T5"/>
                    </a:cxn>
                    <a:cxn ang="0">
                      <a:pos x="T6" y="T7"/>
                    </a:cxn>
                    <a:cxn ang="0">
                      <a:pos x="T8" y="T9"/>
                    </a:cxn>
                  </a:cxnLst>
                  <a:rect l="0" t="0" r="r" b="b"/>
                  <a:pathLst>
                    <a:path w="26" h="599">
                      <a:moveTo>
                        <a:pt x="26" y="9"/>
                      </a:moveTo>
                      <a:lnTo>
                        <a:pt x="26" y="599"/>
                      </a:lnTo>
                      <a:lnTo>
                        <a:pt x="0" y="590"/>
                      </a:lnTo>
                      <a:lnTo>
                        <a:pt x="0" y="0"/>
                      </a:lnTo>
                      <a:lnTo>
                        <a:pt x="26" y="9"/>
                      </a:lnTo>
                      <a:close/>
                    </a:path>
                  </a:pathLst>
                </a:custGeom>
                <a:solidFill>
                  <a:srgbClr val="97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9" name="Freeform 423"/>
                <p:cNvSpPr>
                  <a:spLocks/>
                </p:cNvSpPr>
                <p:nvPr/>
              </p:nvSpPr>
              <p:spPr bwMode="auto">
                <a:xfrm>
                  <a:off x="3702058" y="3254390"/>
                  <a:ext cx="977902" cy="428627"/>
                </a:xfrm>
                <a:custGeom>
                  <a:avLst/>
                  <a:gdLst>
                    <a:gd name="T0" fmla="*/ 597 w 616"/>
                    <a:gd name="T1" fmla="*/ 0 h 270"/>
                    <a:gd name="T2" fmla="*/ 0 w 616"/>
                    <a:gd name="T3" fmla="*/ 261 h 270"/>
                    <a:gd name="T4" fmla="*/ 26 w 616"/>
                    <a:gd name="T5" fmla="*/ 270 h 270"/>
                    <a:gd name="T6" fmla="*/ 616 w 616"/>
                    <a:gd name="T7" fmla="*/ 12 h 270"/>
                    <a:gd name="T8" fmla="*/ 597 w 616"/>
                    <a:gd name="T9" fmla="*/ 0 h 270"/>
                  </a:gdLst>
                  <a:ahLst/>
                  <a:cxnLst>
                    <a:cxn ang="0">
                      <a:pos x="T0" y="T1"/>
                    </a:cxn>
                    <a:cxn ang="0">
                      <a:pos x="T2" y="T3"/>
                    </a:cxn>
                    <a:cxn ang="0">
                      <a:pos x="T4" y="T5"/>
                    </a:cxn>
                    <a:cxn ang="0">
                      <a:pos x="T6" y="T7"/>
                    </a:cxn>
                    <a:cxn ang="0">
                      <a:pos x="T8" y="T9"/>
                    </a:cxn>
                  </a:cxnLst>
                  <a:rect l="0" t="0" r="r" b="b"/>
                  <a:pathLst>
                    <a:path w="616" h="270">
                      <a:moveTo>
                        <a:pt x="597" y="0"/>
                      </a:moveTo>
                      <a:lnTo>
                        <a:pt x="0" y="261"/>
                      </a:lnTo>
                      <a:lnTo>
                        <a:pt x="26" y="270"/>
                      </a:lnTo>
                      <a:lnTo>
                        <a:pt x="616" y="12"/>
                      </a:lnTo>
                      <a:lnTo>
                        <a:pt x="597" y="0"/>
                      </a:lnTo>
                      <a:close/>
                    </a:path>
                  </a:pathLst>
                </a:custGeom>
                <a:solidFill>
                  <a:sysClr val="window" lastClr="FFFFFF">
                    <a:lumMod val="65000"/>
                  </a:sys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sp>
            <p:nvSpPr>
              <p:cNvPr id="46" name="Freeform 595"/>
              <p:cNvSpPr>
                <a:spLocks noChangeAspect="1" noEditPoints="1"/>
              </p:cNvSpPr>
              <p:nvPr/>
            </p:nvSpPr>
            <p:spPr bwMode="auto">
              <a:xfrm>
                <a:off x="3931073" y="4587971"/>
                <a:ext cx="339399" cy="409577"/>
              </a:xfrm>
              <a:custGeom>
                <a:avLst/>
                <a:gdLst>
                  <a:gd name="T0" fmla="*/ 188 w 191"/>
                  <a:gd name="T1" fmla="*/ 30 h 230"/>
                  <a:gd name="T2" fmla="*/ 187 w 191"/>
                  <a:gd name="T3" fmla="*/ 28 h 230"/>
                  <a:gd name="T4" fmla="*/ 186 w 191"/>
                  <a:gd name="T5" fmla="*/ 28 h 230"/>
                  <a:gd name="T6" fmla="*/ 182 w 191"/>
                  <a:gd name="T7" fmla="*/ 27 h 230"/>
                  <a:gd name="T8" fmla="*/ 112 w 191"/>
                  <a:gd name="T9" fmla="*/ 3 h 230"/>
                  <a:gd name="T10" fmla="*/ 78 w 191"/>
                  <a:gd name="T11" fmla="*/ 17 h 230"/>
                  <a:gd name="T12" fmla="*/ 9 w 191"/>
                  <a:gd name="T13" fmla="*/ 99 h 230"/>
                  <a:gd name="T14" fmla="*/ 4 w 191"/>
                  <a:gd name="T15" fmla="*/ 104 h 230"/>
                  <a:gd name="T16" fmla="*/ 4 w 191"/>
                  <a:gd name="T17" fmla="*/ 105 h 230"/>
                  <a:gd name="T18" fmla="*/ 2 w 191"/>
                  <a:gd name="T19" fmla="*/ 108 h 230"/>
                  <a:gd name="T20" fmla="*/ 0 w 191"/>
                  <a:gd name="T21" fmla="*/ 116 h 230"/>
                  <a:gd name="T22" fmla="*/ 0 w 191"/>
                  <a:gd name="T23" fmla="*/ 217 h 230"/>
                  <a:gd name="T24" fmla="*/ 15 w 191"/>
                  <a:gd name="T25" fmla="*/ 226 h 230"/>
                  <a:gd name="T26" fmla="*/ 175 w 191"/>
                  <a:gd name="T27" fmla="*/ 159 h 230"/>
                  <a:gd name="T28" fmla="*/ 191 w 191"/>
                  <a:gd name="T29" fmla="*/ 138 h 230"/>
                  <a:gd name="T30" fmla="*/ 191 w 191"/>
                  <a:gd name="T31" fmla="*/ 37 h 230"/>
                  <a:gd name="T32" fmla="*/ 188 w 191"/>
                  <a:gd name="T33" fmla="*/ 30 h 230"/>
                  <a:gd name="T34" fmla="*/ 123 w 191"/>
                  <a:gd name="T35" fmla="*/ 118 h 230"/>
                  <a:gd name="T36" fmla="*/ 182 w 191"/>
                  <a:gd name="T37" fmla="*/ 50 h 230"/>
                  <a:gd name="T38" fmla="*/ 182 w 191"/>
                  <a:gd name="T39" fmla="*/ 138 h 230"/>
                  <a:gd name="T40" fmla="*/ 123 w 191"/>
                  <a:gd name="T41" fmla="*/ 118 h 230"/>
                  <a:gd name="T42" fmla="*/ 9 w 191"/>
                  <a:gd name="T43" fmla="*/ 210 h 230"/>
                  <a:gd name="T44" fmla="*/ 9 w 191"/>
                  <a:gd name="T45" fmla="*/ 124 h 230"/>
                  <a:gd name="T46" fmla="*/ 67 w 191"/>
                  <a:gd name="T47" fmla="*/ 142 h 230"/>
                  <a:gd name="T48" fmla="*/ 9 w 191"/>
                  <a:gd name="T49" fmla="*/ 210 h 230"/>
                  <a:gd name="T50" fmla="*/ 73 w 191"/>
                  <a:gd name="T51" fmla="*/ 135 h 230"/>
                  <a:gd name="T52" fmla="*/ 9 w 191"/>
                  <a:gd name="T53" fmla="*/ 115 h 230"/>
                  <a:gd name="T54" fmla="*/ 9 w 191"/>
                  <a:gd name="T55" fmla="*/ 112 h 230"/>
                  <a:gd name="T56" fmla="*/ 11 w 191"/>
                  <a:gd name="T57" fmla="*/ 108 h 230"/>
                  <a:gd name="T58" fmla="*/ 13 w 191"/>
                  <a:gd name="T59" fmla="*/ 105 h 230"/>
                  <a:gd name="T60" fmla="*/ 15 w 191"/>
                  <a:gd name="T61" fmla="*/ 104 h 230"/>
                  <a:gd name="T62" fmla="*/ 175 w 191"/>
                  <a:gd name="T63" fmla="*/ 37 h 230"/>
                  <a:gd name="T64" fmla="*/ 178 w 191"/>
                  <a:gd name="T65" fmla="*/ 36 h 230"/>
                  <a:gd name="T66" fmla="*/ 180 w 191"/>
                  <a:gd name="T67" fmla="*/ 37 h 230"/>
                  <a:gd name="T68" fmla="*/ 182 w 191"/>
                  <a:gd name="T69" fmla="*/ 40 h 230"/>
                  <a:gd name="T70" fmla="*/ 182 w 191"/>
                  <a:gd name="T71" fmla="*/ 42 h 230"/>
                  <a:gd name="T72" fmla="*/ 181 w 191"/>
                  <a:gd name="T73" fmla="*/ 42 h 230"/>
                  <a:gd name="T74" fmla="*/ 117 w 191"/>
                  <a:gd name="T75" fmla="*/ 116 h 230"/>
                  <a:gd name="T76" fmla="*/ 112 w 191"/>
                  <a:gd name="T77" fmla="*/ 114 h 230"/>
                  <a:gd name="T78" fmla="*/ 78 w 191"/>
                  <a:gd name="T79" fmla="*/ 128 h 230"/>
                  <a:gd name="T80" fmla="*/ 73 w 191"/>
                  <a:gd name="T81" fmla="*/ 135 h 230"/>
                  <a:gd name="T82" fmla="*/ 84 w 191"/>
                  <a:gd name="T83" fmla="*/ 22 h 230"/>
                  <a:gd name="T84" fmla="*/ 107 w 191"/>
                  <a:gd name="T85" fmla="*/ 12 h 230"/>
                  <a:gd name="T86" fmla="*/ 165 w 191"/>
                  <a:gd name="T87" fmla="*/ 32 h 230"/>
                  <a:gd name="T88" fmla="*/ 26 w 191"/>
                  <a:gd name="T89" fmla="*/ 91 h 230"/>
                  <a:gd name="T90" fmla="*/ 84 w 191"/>
                  <a:gd name="T91" fmla="*/ 22 h 230"/>
                  <a:gd name="T92" fmla="*/ 15 w 191"/>
                  <a:gd name="T93" fmla="*/ 217 h 230"/>
                  <a:gd name="T94" fmla="*/ 12 w 191"/>
                  <a:gd name="T95" fmla="*/ 217 h 230"/>
                  <a:gd name="T96" fmla="*/ 84 w 191"/>
                  <a:gd name="T97" fmla="*/ 133 h 230"/>
                  <a:gd name="T98" fmla="*/ 107 w 191"/>
                  <a:gd name="T99" fmla="*/ 124 h 230"/>
                  <a:gd name="T100" fmla="*/ 179 w 191"/>
                  <a:gd name="T101" fmla="*/ 148 h 230"/>
                  <a:gd name="T102" fmla="*/ 175 w 191"/>
                  <a:gd name="T103" fmla="*/ 150 h 230"/>
                  <a:gd name="T104" fmla="*/ 15 w 191"/>
                  <a:gd name="T105" fmla="*/ 217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1" h="230">
                    <a:moveTo>
                      <a:pt x="188" y="30"/>
                    </a:moveTo>
                    <a:cubicBezTo>
                      <a:pt x="188" y="29"/>
                      <a:pt x="188" y="29"/>
                      <a:pt x="187" y="28"/>
                    </a:cubicBezTo>
                    <a:cubicBezTo>
                      <a:pt x="186" y="28"/>
                      <a:pt x="186" y="28"/>
                      <a:pt x="186" y="28"/>
                    </a:cubicBezTo>
                    <a:cubicBezTo>
                      <a:pt x="185" y="27"/>
                      <a:pt x="184" y="27"/>
                      <a:pt x="182" y="27"/>
                    </a:cubicBezTo>
                    <a:cubicBezTo>
                      <a:pt x="112" y="3"/>
                      <a:pt x="112" y="3"/>
                      <a:pt x="112" y="3"/>
                    </a:cubicBezTo>
                    <a:cubicBezTo>
                      <a:pt x="103" y="0"/>
                      <a:pt x="88" y="6"/>
                      <a:pt x="78" y="17"/>
                    </a:cubicBezTo>
                    <a:cubicBezTo>
                      <a:pt x="9" y="99"/>
                      <a:pt x="9" y="99"/>
                      <a:pt x="9" y="99"/>
                    </a:cubicBezTo>
                    <a:cubicBezTo>
                      <a:pt x="7" y="101"/>
                      <a:pt x="6" y="102"/>
                      <a:pt x="4" y="104"/>
                    </a:cubicBezTo>
                    <a:cubicBezTo>
                      <a:pt x="4" y="105"/>
                      <a:pt x="4" y="105"/>
                      <a:pt x="4" y="105"/>
                    </a:cubicBezTo>
                    <a:cubicBezTo>
                      <a:pt x="3" y="106"/>
                      <a:pt x="3" y="107"/>
                      <a:pt x="2" y="108"/>
                    </a:cubicBezTo>
                    <a:cubicBezTo>
                      <a:pt x="1" y="111"/>
                      <a:pt x="0" y="113"/>
                      <a:pt x="0" y="116"/>
                    </a:cubicBezTo>
                    <a:cubicBezTo>
                      <a:pt x="0" y="217"/>
                      <a:pt x="0" y="217"/>
                      <a:pt x="0" y="217"/>
                    </a:cubicBezTo>
                    <a:cubicBezTo>
                      <a:pt x="0" y="226"/>
                      <a:pt x="7" y="230"/>
                      <a:pt x="15" y="226"/>
                    </a:cubicBezTo>
                    <a:cubicBezTo>
                      <a:pt x="175" y="159"/>
                      <a:pt x="175" y="159"/>
                      <a:pt x="175" y="159"/>
                    </a:cubicBezTo>
                    <a:cubicBezTo>
                      <a:pt x="184" y="156"/>
                      <a:pt x="191" y="146"/>
                      <a:pt x="191" y="138"/>
                    </a:cubicBezTo>
                    <a:cubicBezTo>
                      <a:pt x="191" y="37"/>
                      <a:pt x="191" y="37"/>
                      <a:pt x="191" y="37"/>
                    </a:cubicBezTo>
                    <a:cubicBezTo>
                      <a:pt x="191" y="34"/>
                      <a:pt x="190" y="32"/>
                      <a:pt x="188" y="30"/>
                    </a:cubicBezTo>
                    <a:close/>
                    <a:moveTo>
                      <a:pt x="123" y="118"/>
                    </a:moveTo>
                    <a:cubicBezTo>
                      <a:pt x="182" y="50"/>
                      <a:pt x="182" y="50"/>
                      <a:pt x="182" y="50"/>
                    </a:cubicBezTo>
                    <a:cubicBezTo>
                      <a:pt x="182" y="138"/>
                      <a:pt x="182" y="138"/>
                      <a:pt x="182" y="138"/>
                    </a:cubicBezTo>
                    <a:lnTo>
                      <a:pt x="123" y="118"/>
                    </a:lnTo>
                    <a:close/>
                    <a:moveTo>
                      <a:pt x="9" y="210"/>
                    </a:moveTo>
                    <a:cubicBezTo>
                      <a:pt x="9" y="124"/>
                      <a:pt x="9" y="124"/>
                      <a:pt x="9" y="124"/>
                    </a:cubicBezTo>
                    <a:cubicBezTo>
                      <a:pt x="67" y="142"/>
                      <a:pt x="67" y="142"/>
                      <a:pt x="67" y="142"/>
                    </a:cubicBezTo>
                    <a:lnTo>
                      <a:pt x="9" y="210"/>
                    </a:lnTo>
                    <a:close/>
                    <a:moveTo>
                      <a:pt x="73" y="135"/>
                    </a:moveTo>
                    <a:cubicBezTo>
                      <a:pt x="9" y="115"/>
                      <a:pt x="9" y="115"/>
                      <a:pt x="9" y="115"/>
                    </a:cubicBezTo>
                    <a:cubicBezTo>
                      <a:pt x="9" y="112"/>
                      <a:pt x="9" y="112"/>
                      <a:pt x="9" y="112"/>
                    </a:cubicBezTo>
                    <a:cubicBezTo>
                      <a:pt x="9" y="111"/>
                      <a:pt x="10" y="110"/>
                      <a:pt x="11" y="108"/>
                    </a:cubicBezTo>
                    <a:cubicBezTo>
                      <a:pt x="13" y="105"/>
                      <a:pt x="13" y="105"/>
                      <a:pt x="13" y="105"/>
                    </a:cubicBezTo>
                    <a:cubicBezTo>
                      <a:pt x="14" y="105"/>
                      <a:pt x="15" y="104"/>
                      <a:pt x="15" y="104"/>
                    </a:cubicBezTo>
                    <a:cubicBezTo>
                      <a:pt x="175" y="37"/>
                      <a:pt x="175" y="37"/>
                      <a:pt x="175" y="37"/>
                    </a:cubicBezTo>
                    <a:cubicBezTo>
                      <a:pt x="176" y="37"/>
                      <a:pt x="177" y="36"/>
                      <a:pt x="178" y="36"/>
                    </a:cubicBezTo>
                    <a:cubicBezTo>
                      <a:pt x="180" y="37"/>
                      <a:pt x="180" y="37"/>
                      <a:pt x="180" y="37"/>
                    </a:cubicBezTo>
                    <a:cubicBezTo>
                      <a:pt x="181" y="38"/>
                      <a:pt x="182" y="39"/>
                      <a:pt x="182" y="40"/>
                    </a:cubicBezTo>
                    <a:cubicBezTo>
                      <a:pt x="182" y="42"/>
                      <a:pt x="182" y="42"/>
                      <a:pt x="182" y="42"/>
                    </a:cubicBezTo>
                    <a:cubicBezTo>
                      <a:pt x="181" y="42"/>
                      <a:pt x="181" y="42"/>
                      <a:pt x="181" y="42"/>
                    </a:cubicBezTo>
                    <a:cubicBezTo>
                      <a:pt x="117" y="116"/>
                      <a:pt x="117" y="116"/>
                      <a:pt x="117" y="116"/>
                    </a:cubicBezTo>
                    <a:cubicBezTo>
                      <a:pt x="112" y="114"/>
                      <a:pt x="112" y="114"/>
                      <a:pt x="112" y="114"/>
                    </a:cubicBezTo>
                    <a:cubicBezTo>
                      <a:pt x="103" y="111"/>
                      <a:pt x="88" y="117"/>
                      <a:pt x="78" y="128"/>
                    </a:cubicBezTo>
                    <a:lnTo>
                      <a:pt x="73" y="135"/>
                    </a:lnTo>
                    <a:close/>
                    <a:moveTo>
                      <a:pt x="84" y="22"/>
                    </a:moveTo>
                    <a:cubicBezTo>
                      <a:pt x="90" y="15"/>
                      <a:pt x="101" y="10"/>
                      <a:pt x="107" y="12"/>
                    </a:cubicBezTo>
                    <a:cubicBezTo>
                      <a:pt x="165" y="32"/>
                      <a:pt x="165" y="32"/>
                      <a:pt x="165" y="32"/>
                    </a:cubicBezTo>
                    <a:cubicBezTo>
                      <a:pt x="26" y="91"/>
                      <a:pt x="26" y="91"/>
                      <a:pt x="26" y="91"/>
                    </a:cubicBezTo>
                    <a:lnTo>
                      <a:pt x="84" y="22"/>
                    </a:lnTo>
                    <a:close/>
                    <a:moveTo>
                      <a:pt x="15" y="217"/>
                    </a:moveTo>
                    <a:cubicBezTo>
                      <a:pt x="14" y="218"/>
                      <a:pt x="13" y="218"/>
                      <a:pt x="12" y="217"/>
                    </a:cubicBezTo>
                    <a:cubicBezTo>
                      <a:pt x="84" y="133"/>
                      <a:pt x="84" y="133"/>
                      <a:pt x="84" y="133"/>
                    </a:cubicBezTo>
                    <a:cubicBezTo>
                      <a:pt x="90" y="126"/>
                      <a:pt x="101" y="122"/>
                      <a:pt x="107" y="124"/>
                    </a:cubicBezTo>
                    <a:cubicBezTo>
                      <a:pt x="179" y="148"/>
                      <a:pt x="179" y="148"/>
                      <a:pt x="179" y="148"/>
                    </a:cubicBezTo>
                    <a:cubicBezTo>
                      <a:pt x="178" y="149"/>
                      <a:pt x="177" y="150"/>
                      <a:pt x="175" y="150"/>
                    </a:cubicBezTo>
                    <a:lnTo>
                      <a:pt x="15" y="217"/>
                    </a:lnTo>
                    <a:close/>
                  </a:path>
                </a:pathLst>
              </a:custGeom>
              <a:solidFill>
                <a:srgbClr val="16A085"/>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grpSp>
          <p:nvGrpSpPr>
            <p:cNvPr id="32" name="Group 31"/>
            <p:cNvGrpSpPr/>
            <p:nvPr/>
          </p:nvGrpSpPr>
          <p:grpSpPr>
            <a:xfrm>
              <a:off x="2837444" y="3691783"/>
              <a:ext cx="586741" cy="819154"/>
              <a:chOff x="2878073" y="4483039"/>
              <a:chExt cx="586741" cy="819154"/>
            </a:xfrm>
          </p:grpSpPr>
          <p:grpSp>
            <p:nvGrpSpPr>
              <p:cNvPr id="33" name="Group 32"/>
              <p:cNvGrpSpPr>
                <a:grpSpLocks noChangeAspect="1"/>
              </p:cNvGrpSpPr>
              <p:nvPr/>
            </p:nvGrpSpPr>
            <p:grpSpPr>
              <a:xfrm>
                <a:off x="2878073" y="4483039"/>
                <a:ext cx="586741" cy="819154"/>
                <a:chOff x="3702058" y="3254390"/>
                <a:chExt cx="977902" cy="1365256"/>
              </a:xfrm>
              <a:effectLst>
                <a:outerShdw blurRad="292100" sx="102000" sy="102000" algn="ctr" rotWithShape="0">
                  <a:prstClr val="black">
                    <a:alpha val="40000"/>
                  </a:prstClr>
                </a:outerShdw>
              </a:effectLst>
            </p:grpSpPr>
            <p:sp>
              <p:nvSpPr>
                <p:cNvPr id="42" name="Freeform 421"/>
                <p:cNvSpPr>
                  <a:spLocks/>
                </p:cNvSpPr>
                <p:nvPr/>
              </p:nvSpPr>
              <p:spPr bwMode="auto">
                <a:xfrm>
                  <a:off x="3743333" y="3273440"/>
                  <a:ext cx="936627" cy="1346206"/>
                </a:xfrm>
                <a:custGeom>
                  <a:avLst/>
                  <a:gdLst>
                    <a:gd name="T0" fmla="*/ 590 w 590"/>
                    <a:gd name="T1" fmla="*/ 0 h 848"/>
                    <a:gd name="T2" fmla="*/ 0 w 590"/>
                    <a:gd name="T3" fmla="*/ 258 h 848"/>
                    <a:gd name="T4" fmla="*/ 0 w 590"/>
                    <a:gd name="T5" fmla="*/ 848 h 848"/>
                    <a:gd name="T6" fmla="*/ 590 w 590"/>
                    <a:gd name="T7" fmla="*/ 590 h 848"/>
                    <a:gd name="T8" fmla="*/ 590 w 590"/>
                    <a:gd name="T9" fmla="*/ 0 h 848"/>
                  </a:gdLst>
                  <a:ahLst/>
                  <a:cxnLst>
                    <a:cxn ang="0">
                      <a:pos x="T0" y="T1"/>
                    </a:cxn>
                    <a:cxn ang="0">
                      <a:pos x="T2" y="T3"/>
                    </a:cxn>
                    <a:cxn ang="0">
                      <a:pos x="T4" y="T5"/>
                    </a:cxn>
                    <a:cxn ang="0">
                      <a:pos x="T6" y="T7"/>
                    </a:cxn>
                    <a:cxn ang="0">
                      <a:pos x="T8" y="T9"/>
                    </a:cxn>
                  </a:cxnLst>
                  <a:rect l="0" t="0" r="r" b="b"/>
                  <a:pathLst>
                    <a:path w="590" h="848">
                      <a:moveTo>
                        <a:pt x="590" y="0"/>
                      </a:moveTo>
                      <a:lnTo>
                        <a:pt x="0" y="258"/>
                      </a:lnTo>
                      <a:lnTo>
                        <a:pt x="0" y="848"/>
                      </a:lnTo>
                      <a:lnTo>
                        <a:pt x="590" y="590"/>
                      </a:lnTo>
                      <a:lnTo>
                        <a:pt x="590" y="0"/>
                      </a:lnTo>
                      <a:close/>
                    </a:path>
                  </a:pathLst>
                </a:custGeom>
                <a:solidFill>
                  <a:srgbClr val="E0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3" name="Freeform 422"/>
                <p:cNvSpPr>
                  <a:spLocks/>
                </p:cNvSpPr>
                <p:nvPr/>
              </p:nvSpPr>
              <p:spPr bwMode="auto">
                <a:xfrm>
                  <a:off x="3702058" y="3668729"/>
                  <a:ext cx="41275" cy="950916"/>
                </a:xfrm>
                <a:custGeom>
                  <a:avLst/>
                  <a:gdLst>
                    <a:gd name="T0" fmla="*/ 26 w 26"/>
                    <a:gd name="T1" fmla="*/ 9 h 599"/>
                    <a:gd name="T2" fmla="*/ 26 w 26"/>
                    <a:gd name="T3" fmla="*/ 599 h 599"/>
                    <a:gd name="T4" fmla="*/ 0 w 26"/>
                    <a:gd name="T5" fmla="*/ 590 h 599"/>
                    <a:gd name="T6" fmla="*/ 0 w 26"/>
                    <a:gd name="T7" fmla="*/ 0 h 599"/>
                    <a:gd name="T8" fmla="*/ 26 w 26"/>
                    <a:gd name="T9" fmla="*/ 9 h 599"/>
                  </a:gdLst>
                  <a:ahLst/>
                  <a:cxnLst>
                    <a:cxn ang="0">
                      <a:pos x="T0" y="T1"/>
                    </a:cxn>
                    <a:cxn ang="0">
                      <a:pos x="T2" y="T3"/>
                    </a:cxn>
                    <a:cxn ang="0">
                      <a:pos x="T4" y="T5"/>
                    </a:cxn>
                    <a:cxn ang="0">
                      <a:pos x="T6" y="T7"/>
                    </a:cxn>
                    <a:cxn ang="0">
                      <a:pos x="T8" y="T9"/>
                    </a:cxn>
                  </a:cxnLst>
                  <a:rect l="0" t="0" r="r" b="b"/>
                  <a:pathLst>
                    <a:path w="26" h="599">
                      <a:moveTo>
                        <a:pt x="26" y="9"/>
                      </a:moveTo>
                      <a:lnTo>
                        <a:pt x="26" y="599"/>
                      </a:lnTo>
                      <a:lnTo>
                        <a:pt x="0" y="590"/>
                      </a:lnTo>
                      <a:lnTo>
                        <a:pt x="0" y="0"/>
                      </a:lnTo>
                      <a:lnTo>
                        <a:pt x="26" y="9"/>
                      </a:lnTo>
                      <a:close/>
                    </a:path>
                  </a:pathLst>
                </a:custGeom>
                <a:solidFill>
                  <a:srgbClr val="97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4" name="Freeform 423"/>
                <p:cNvSpPr>
                  <a:spLocks/>
                </p:cNvSpPr>
                <p:nvPr/>
              </p:nvSpPr>
              <p:spPr bwMode="auto">
                <a:xfrm>
                  <a:off x="3702058" y="3254390"/>
                  <a:ext cx="977902" cy="428627"/>
                </a:xfrm>
                <a:custGeom>
                  <a:avLst/>
                  <a:gdLst>
                    <a:gd name="T0" fmla="*/ 597 w 616"/>
                    <a:gd name="T1" fmla="*/ 0 h 270"/>
                    <a:gd name="T2" fmla="*/ 0 w 616"/>
                    <a:gd name="T3" fmla="*/ 261 h 270"/>
                    <a:gd name="T4" fmla="*/ 26 w 616"/>
                    <a:gd name="T5" fmla="*/ 270 h 270"/>
                    <a:gd name="T6" fmla="*/ 616 w 616"/>
                    <a:gd name="T7" fmla="*/ 12 h 270"/>
                    <a:gd name="T8" fmla="*/ 597 w 616"/>
                    <a:gd name="T9" fmla="*/ 0 h 270"/>
                  </a:gdLst>
                  <a:ahLst/>
                  <a:cxnLst>
                    <a:cxn ang="0">
                      <a:pos x="T0" y="T1"/>
                    </a:cxn>
                    <a:cxn ang="0">
                      <a:pos x="T2" y="T3"/>
                    </a:cxn>
                    <a:cxn ang="0">
                      <a:pos x="T4" y="T5"/>
                    </a:cxn>
                    <a:cxn ang="0">
                      <a:pos x="T6" y="T7"/>
                    </a:cxn>
                    <a:cxn ang="0">
                      <a:pos x="T8" y="T9"/>
                    </a:cxn>
                  </a:cxnLst>
                  <a:rect l="0" t="0" r="r" b="b"/>
                  <a:pathLst>
                    <a:path w="616" h="270">
                      <a:moveTo>
                        <a:pt x="597" y="0"/>
                      </a:moveTo>
                      <a:lnTo>
                        <a:pt x="0" y="261"/>
                      </a:lnTo>
                      <a:lnTo>
                        <a:pt x="26" y="270"/>
                      </a:lnTo>
                      <a:lnTo>
                        <a:pt x="616" y="12"/>
                      </a:lnTo>
                      <a:lnTo>
                        <a:pt x="597" y="0"/>
                      </a:lnTo>
                      <a:close/>
                    </a:path>
                  </a:pathLst>
                </a:custGeom>
                <a:solidFill>
                  <a:sysClr val="window" lastClr="FFFFFF">
                    <a:lumMod val="65000"/>
                  </a:sys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grpSp>
            <p:nvGrpSpPr>
              <p:cNvPr id="34" name="Group 33"/>
              <p:cNvGrpSpPr>
                <a:grpSpLocks noChangeAspect="1"/>
              </p:cNvGrpSpPr>
              <p:nvPr/>
            </p:nvGrpSpPr>
            <p:grpSpPr>
              <a:xfrm>
                <a:off x="3031065" y="4652585"/>
                <a:ext cx="305522" cy="491492"/>
                <a:chOff x="3979871" y="3565541"/>
                <a:chExt cx="511176" cy="822328"/>
              </a:xfrm>
              <a:solidFill>
                <a:srgbClr val="2C3E50"/>
              </a:solidFill>
            </p:grpSpPr>
            <p:sp>
              <p:nvSpPr>
                <p:cNvPr id="35" name="Freeform 485"/>
                <p:cNvSpPr>
                  <a:spLocks/>
                </p:cNvSpPr>
                <p:nvPr/>
              </p:nvSpPr>
              <p:spPr bwMode="auto">
                <a:xfrm>
                  <a:off x="4194184" y="3960830"/>
                  <a:ext cx="82550" cy="88900"/>
                </a:xfrm>
                <a:custGeom>
                  <a:avLst/>
                  <a:gdLst>
                    <a:gd name="T0" fmla="*/ 18 w 37"/>
                    <a:gd name="T1" fmla="*/ 13 h 40"/>
                    <a:gd name="T2" fmla="*/ 1 w 37"/>
                    <a:gd name="T3" fmla="*/ 16 h 40"/>
                    <a:gd name="T4" fmla="*/ 3 w 37"/>
                    <a:gd name="T5" fmla="*/ 26 h 40"/>
                    <a:gd name="T6" fmla="*/ 8 w 37"/>
                    <a:gd name="T7" fmla="*/ 33 h 40"/>
                    <a:gd name="T8" fmla="*/ 29 w 37"/>
                    <a:gd name="T9" fmla="*/ 24 h 40"/>
                    <a:gd name="T10" fmla="*/ 34 w 37"/>
                    <a:gd name="T11" fmla="*/ 13 h 40"/>
                    <a:gd name="T12" fmla="*/ 36 w 37"/>
                    <a:gd name="T13" fmla="*/ 0 h 40"/>
                    <a:gd name="T14" fmla="*/ 18 w 37"/>
                    <a:gd name="T15" fmla="*/ 13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40">
                      <a:moveTo>
                        <a:pt x="18" y="13"/>
                      </a:moveTo>
                      <a:cubicBezTo>
                        <a:pt x="11" y="15"/>
                        <a:pt x="6" y="16"/>
                        <a:pt x="1" y="16"/>
                      </a:cubicBezTo>
                      <a:cubicBezTo>
                        <a:pt x="0" y="19"/>
                        <a:pt x="0" y="23"/>
                        <a:pt x="3" y="26"/>
                      </a:cubicBezTo>
                      <a:cubicBezTo>
                        <a:pt x="8" y="33"/>
                        <a:pt x="8" y="33"/>
                        <a:pt x="8" y="33"/>
                      </a:cubicBezTo>
                      <a:cubicBezTo>
                        <a:pt x="14" y="40"/>
                        <a:pt x="23" y="37"/>
                        <a:pt x="29" y="24"/>
                      </a:cubicBezTo>
                      <a:cubicBezTo>
                        <a:pt x="34" y="13"/>
                        <a:pt x="34" y="13"/>
                        <a:pt x="34" y="13"/>
                      </a:cubicBezTo>
                      <a:cubicBezTo>
                        <a:pt x="37" y="7"/>
                        <a:pt x="37" y="3"/>
                        <a:pt x="36" y="0"/>
                      </a:cubicBezTo>
                      <a:cubicBezTo>
                        <a:pt x="31" y="5"/>
                        <a:pt x="25" y="10"/>
                        <a:pt x="1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36" name="Freeform 486"/>
                <p:cNvSpPr>
                  <a:spLocks/>
                </p:cNvSpPr>
                <p:nvPr/>
              </p:nvSpPr>
              <p:spPr bwMode="auto">
                <a:xfrm>
                  <a:off x="4187834" y="4021155"/>
                  <a:ext cx="95250" cy="287339"/>
                </a:xfrm>
                <a:custGeom>
                  <a:avLst/>
                  <a:gdLst>
                    <a:gd name="T0" fmla="*/ 16 w 43"/>
                    <a:gd name="T1" fmla="*/ 126 h 130"/>
                    <a:gd name="T2" fmla="*/ 6 w 43"/>
                    <a:gd name="T3" fmla="*/ 71 h 130"/>
                    <a:gd name="T4" fmla="*/ 11 w 43"/>
                    <a:gd name="T5" fmla="*/ 39 h 130"/>
                    <a:gd name="T6" fmla="*/ 32 w 43"/>
                    <a:gd name="T7" fmla="*/ 30 h 130"/>
                    <a:gd name="T8" fmla="*/ 37 w 43"/>
                    <a:gd name="T9" fmla="*/ 58 h 130"/>
                    <a:gd name="T10" fmla="*/ 27 w 43"/>
                    <a:gd name="T11" fmla="*/ 121 h 130"/>
                    <a:gd name="T12" fmla="*/ 16 w 43"/>
                    <a:gd name="T13" fmla="*/ 126 h 130"/>
                  </a:gdLst>
                  <a:ahLst/>
                  <a:cxnLst>
                    <a:cxn ang="0">
                      <a:pos x="T0" y="T1"/>
                    </a:cxn>
                    <a:cxn ang="0">
                      <a:pos x="T2" y="T3"/>
                    </a:cxn>
                    <a:cxn ang="0">
                      <a:pos x="T4" y="T5"/>
                    </a:cxn>
                    <a:cxn ang="0">
                      <a:pos x="T6" y="T7"/>
                    </a:cxn>
                    <a:cxn ang="0">
                      <a:pos x="T8" y="T9"/>
                    </a:cxn>
                    <a:cxn ang="0">
                      <a:pos x="T10" y="T11"/>
                    </a:cxn>
                    <a:cxn ang="0">
                      <a:pos x="T12" y="T13"/>
                    </a:cxn>
                  </a:cxnLst>
                  <a:rect l="0" t="0" r="r" b="b"/>
                  <a:pathLst>
                    <a:path w="43" h="130">
                      <a:moveTo>
                        <a:pt x="16" y="126"/>
                      </a:moveTo>
                      <a:cubicBezTo>
                        <a:pt x="4" y="130"/>
                        <a:pt x="0" y="105"/>
                        <a:pt x="6" y="71"/>
                      </a:cubicBezTo>
                      <a:cubicBezTo>
                        <a:pt x="11" y="39"/>
                        <a:pt x="11" y="39"/>
                        <a:pt x="11" y="39"/>
                      </a:cubicBezTo>
                      <a:cubicBezTo>
                        <a:pt x="17" y="4"/>
                        <a:pt x="26" y="0"/>
                        <a:pt x="32" y="30"/>
                      </a:cubicBezTo>
                      <a:cubicBezTo>
                        <a:pt x="37" y="58"/>
                        <a:pt x="37" y="58"/>
                        <a:pt x="37" y="58"/>
                      </a:cubicBezTo>
                      <a:cubicBezTo>
                        <a:pt x="43" y="88"/>
                        <a:pt x="38" y="117"/>
                        <a:pt x="27" y="121"/>
                      </a:cubicBezTo>
                      <a:lnTo>
                        <a:pt x="16"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37" name="Freeform 487"/>
                <p:cNvSpPr>
                  <a:spLocks/>
                </p:cNvSpPr>
                <p:nvPr/>
              </p:nvSpPr>
              <p:spPr bwMode="auto">
                <a:xfrm>
                  <a:off x="4081472" y="3865580"/>
                  <a:ext cx="46038" cy="82550"/>
                </a:xfrm>
                <a:custGeom>
                  <a:avLst/>
                  <a:gdLst>
                    <a:gd name="T0" fmla="*/ 14 w 21"/>
                    <a:gd name="T1" fmla="*/ 1 h 37"/>
                    <a:gd name="T2" fmla="*/ 2 w 21"/>
                    <a:gd name="T3" fmla="*/ 9 h 37"/>
                    <a:gd name="T4" fmla="*/ 6 w 21"/>
                    <a:gd name="T5" fmla="*/ 26 h 37"/>
                    <a:gd name="T6" fmla="*/ 12 w 21"/>
                    <a:gd name="T7" fmla="*/ 32 h 37"/>
                    <a:gd name="T8" fmla="*/ 19 w 21"/>
                    <a:gd name="T9" fmla="*/ 31 h 37"/>
                    <a:gd name="T10" fmla="*/ 14 w 21"/>
                    <a:gd name="T11" fmla="*/ 1 h 37"/>
                  </a:gdLst>
                  <a:ahLst/>
                  <a:cxnLst>
                    <a:cxn ang="0">
                      <a:pos x="T0" y="T1"/>
                    </a:cxn>
                    <a:cxn ang="0">
                      <a:pos x="T2" y="T3"/>
                    </a:cxn>
                    <a:cxn ang="0">
                      <a:pos x="T4" y="T5"/>
                    </a:cxn>
                    <a:cxn ang="0">
                      <a:pos x="T6" y="T7"/>
                    </a:cxn>
                    <a:cxn ang="0">
                      <a:pos x="T8" y="T9"/>
                    </a:cxn>
                    <a:cxn ang="0">
                      <a:pos x="T10" y="T11"/>
                    </a:cxn>
                  </a:cxnLst>
                  <a:rect l="0" t="0" r="r" b="b"/>
                  <a:pathLst>
                    <a:path w="21" h="37">
                      <a:moveTo>
                        <a:pt x="14" y="1"/>
                      </a:moveTo>
                      <a:cubicBezTo>
                        <a:pt x="10" y="0"/>
                        <a:pt x="4" y="3"/>
                        <a:pt x="2" y="9"/>
                      </a:cubicBezTo>
                      <a:cubicBezTo>
                        <a:pt x="0" y="13"/>
                        <a:pt x="2" y="22"/>
                        <a:pt x="6" y="26"/>
                      </a:cubicBezTo>
                      <a:cubicBezTo>
                        <a:pt x="9" y="29"/>
                        <a:pt x="11" y="30"/>
                        <a:pt x="12" y="32"/>
                      </a:cubicBezTo>
                      <a:cubicBezTo>
                        <a:pt x="13" y="34"/>
                        <a:pt x="16" y="37"/>
                        <a:pt x="19" y="31"/>
                      </a:cubicBezTo>
                      <a:cubicBezTo>
                        <a:pt x="21" y="24"/>
                        <a:pt x="14" y="1"/>
                        <a:pt x="1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38" name="Freeform 488"/>
                <p:cNvSpPr>
                  <a:spLocks/>
                </p:cNvSpPr>
                <p:nvPr/>
              </p:nvSpPr>
              <p:spPr bwMode="auto">
                <a:xfrm>
                  <a:off x="4341822" y="3752867"/>
                  <a:ext cx="47625" cy="100013"/>
                </a:xfrm>
                <a:custGeom>
                  <a:avLst/>
                  <a:gdLst>
                    <a:gd name="T0" fmla="*/ 7 w 21"/>
                    <a:gd name="T1" fmla="*/ 7 h 45"/>
                    <a:gd name="T2" fmla="*/ 19 w 21"/>
                    <a:gd name="T3" fmla="*/ 4 h 45"/>
                    <a:gd name="T4" fmla="*/ 15 w 21"/>
                    <a:gd name="T5" fmla="*/ 25 h 45"/>
                    <a:gd name="T6" fmla="*/ 9 w 21"/>
                    <a:gd name="T7" fmla="*/ 36 h 45"/>
                    <a:gd name="T8" fmla="*/ 2 w 21"/>
                    <a:gd name="T9" fmla="*/ 40 h 45"/>
                    <a:gd name="T10" fmla="*/ 7 w 21"/>
                    <a:gd name="T11" fmla="*/ 7 h 45"/>
                  </a:gdLst>
                  <a:ahLst/>
                  <a:cxnLst>
                    <a:cxn ang="0">
                      <a:pos x="T0" y="T1"/>
                    </a:cxn>
                    <a:cxn ang="0">
                      <a:pos x="T2" y="T3"/>
                    </a:cxn>
                    <a:cxn ang="0">
                      <a:pos x="T4" y="T5"/>
                    </a:cxn>
                    <a:cxn ang="0">
                      <a:pos x="T6" y="T7"/>
                    </a:cxn>
                    <a:cxn ang="0">
                      <a:pos x="T8" y="T9"/>
                    </a:cxn>
                    <a:cxn ang="0">
                      <a:pos x="T10" y="T11"/>
                    </a:cxn>
                  </a:cxnLst>
                  <a:rect l="0" t="0" r="r" b="b"/>
                  <a:pathLst>
                    <a:path w="21" h="45">
                      <a:moveTo>
                        <a:pt x="7" y="7"/>
                      </a:moveTo>
                      <a:cubicBezTo>
                        <a:pt x="11" y="2"/>
                        <a:pt x="17" y="0"/>
                        <a:pt x="19" y="4"/>
                      </a:cubicBezTo>
                      <a:cubicBezTo>
                        <a:pt x="21" y="7"/>
                        <a:pt x="19" y="18"/>
                        <a:pt x="15" y="25"/>
                      </a:cubicBezTo>
                      <a:cubicBezTo>
                        <a:pt x="12" y="31"/>
                        <a:pt x="10" y="34"/>
                        <a:pt x="9" y="36"/>
                      </a:cubicBezTo>
                      <a:cubicBezTo>
                        <a:pt x="8" y="38"/>
                        <a:pt x="4" y="45"/>
                        <a:pt x="2" y="40"/>
                      </a:cubicBezTo>
                      <a:cubicBezTo>
                        <a:pt x="0" y="35"/>
                        <a:pt x="7"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39" name="Freeform 489"/>
                <p:cNvSpPr>
                  <a:spLocks noEditPoints="1"/>
                </p:cNvSpPr>
                <p:nvPr/>
              </p:nvSpPr>
              <p:spPr bwMode="auto">
                <a:xfrm>
                  <a:off x="4086234" y="3676666"/>
                  <a:ext cx="293688" cy="366714"/>
                </a:xfrm>
                <a:custGeom>
                  <a:avLst/>
                  <a:gdLst>
                    <a:gd name="T0" fmla="*/ 66 w 133"/>
                    <a:gd name="T1" fmla="*/ 148 h 166"/>
                    <a:gd name="T2" fmla="*/ 0 w 133"/>
                    <a:gd name="T3" fmla="*/ 57 h 166"/>
                    <a:gd name="T4" fmla="*/ 0 w 133"/>
                    <a:gd name="T5" fmla="*/ 53 h 166"/>
                    <a:gd name="T6" fmla="*/ 133 w 133"/>
                    <a:gd name="T7" fmla="*/ 0 h 166"/>
                    <a:gd name="T8" fmla="*/ 133 w 133"/>
                    <a:gd name="T9" fmla="*/ 4 h 166"/>
                    <a:gd name="T10" fmla="*/ 66 w 133"/>
                    <a:gd name="T11" fmla="*/ 148 h 166"/>
                    <a:gd name="T12" fmla="*/ 8 w 133"/>
                    <a:gd name="T13" fmla="*/ 58 h 166"/>
                    <a:gd name="T14" fmla="*/ 66 w 133"/>
                    <a:gd name="T15" fmla="*/ 140 h 166"/>
                    <a:gd name="T16" fmla="*/ 125 w 133"/>
                    <a:gd name="T17" fmla="*/ 11 h 166"/>
                    <a:gd name="T18" fmla="*/ 8 w 133"/>
                    <a:gd name="T19" fmla="*/ 5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66">
                      <a:moveTo>
                        <a:pt x="66" y="148"/>
                      </a:moveTo>
                      <a:cubicBezTo>
                        <a:pt x="21" y="166"/>
                        <a:pt x="0" y="104"/>
                        <a:pt x="0" y="57"/>
                      </a:cubicBezTo>
                      <a:cubicBezTo>
                        <a:pt x="0" y="53"/>
                        <a:pt x="0" y="53"/>
                        <a:pt x="0" y="53"/>
                      </a:cubicBezTo>
                      <a:cubicBezTo>
                        <a:pt x="133" y="0"/>
                        <a:pt x="133" y="0"/>
                        <a:pt x="133" y="0"/>
                      </a:cubicBezTo>
                      <a:cubicBezTo>
                        <a:pt x="133" y="4"/>
                        <a:pt x="133" y="4"/>
                        <a:pt x="133" y="4"/>
                      </a:cubicBezTo>
                      <a:cubicBezTo>
                        <a:pt x="133" y="51"/>
                        <a:pt x="112" y="130"/>
                        <a:pt x="66" y="148"/>
                      </a:cubicBezTo>
                      <a:close/>
                      <a:moveTo>
                        <a:pt x="8" y="58"/>
                      </a:moveTo>
                      <a:cubicBezTo>
                        <a:pt x="9" y="103"/>
                        <a:pt x="30" y="155"/>
                        <a:pt x="66" y="140"/>
                      </a:cubicBezTo>
                      <a:cubicBezTo>
                        <a:pt x="103" y="125"/>
                        <a:pt x="123" y="57"/>
                        <a:pt x="125" y="11"/>
                      </a:cubicBezTo>
                      <a:lnTo>
                        <a:pt x="8"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0" name="Freeform 490"/>
                <p:cNvSpPr>
                  <a:spLocks noEditPoints="1"/>
                </p:cNvSpPr>
                <p:nvPr/>
              </p:nvSpPr>
              <p:spPr bwMode="auto">
                <a:xfrm>
                  <a:off x="3979871" y="3932255"/>
                  <a:ext cx="511176" cy="455614"/>
                </a:xfrm>
                <a:custGeom>
                  <a:avLst/>
                  <a:gdLst>
                    <a:gd name="T0" fmla="*/ 227 w 231"/>
                    <a:gd name="T1" fmla="*/ 33 h 206"/>
                    <a:gd name="T2" fmla="*/ 199 w 231"/>
                    <a:gd name="T3" fmla="*/ 5 h 206"/>
                    <a:gd name="T4" fmla="*/ 165 w 231"/>
                    <a:gd name="T5" fmla="*/ 0 h 206"/>
                    <a:gd name="T6" fmla="*/ 115 w 231"/>
                    <a:gd name="T7" fmla="*/ 157 h 206"/>
                    <a:gd name="T8" fmla="*/ 66 w 231"/>
                    <a:gd name="T9" fmla="*/ 40 h 206"/>
                    <a:gd name="T10" fmla="*/ 32 w 231"/>
                    <a:gd name="T11" fmla="*/ 71 h 206"/>
                    <a:gd name="T12" fmla="*/ 4 w 231"/>
                    <a:gd name="T13" fmla="*/ 122 h 206"/>
                    <a:gd name="T14" fmla="*/ 0 w 231"/>
                    <a:gd name="T15" fmla="*/ 202 h 206"/>
                    <a:gd name="T16" fmla="*/ 114 w 231"/>
                    <a:gd name="T17" fmla="*/ 181 h 206"/>
                    <a:gd name="T18" fmla="*/ 231 w 231"/>
                    <a:gd name="T19" fmla="*/ 110 h 206"/>
                    <a:gd name="T20" fmla="*/ 227 w 231"/>
                    <a:gd name="T21" fmla="*/ 33 h 206"/>
                    <a:gd name="T22" fmla="*/ 194 w 231"/>
                    <a:gd name="T23" fmla="*/ 86 h 206"/>
                    <a:gd name="T24" fmla="*/ 173 w 231"/>
                    <a:gd name="T25" fmla="*/ 96 h 206"/>
                    <a:gd name="T26" fmla="*/ 156 w 231"/>
                    <a:gd name="T27" fmla="*/ 102 h 206"/>
                    <a:gd name="T28" fmla="*/ 153 w 231"/>
                    <a:gd name="T29" fmla="*/ 100 h 206"/>
                    <a:gd name="T30" fmla="*/ 157 w 231"/>
                    <a:gd name="T31" fmla="*/ 96 h 206"/>
                    <a:gd name="T32" fmla="*/ 192 w 231"/>
                    <a:gd name="T33" fmla="*/ 81 h 206"/>
                    <a:gd name="T34" fmla="*/ 196 w 231"/>
                    <a:gd name="T35" fmla="*/ 82 h 206"/>
                    <a:gd name="T36" fmla="*/ 194 w 231"/>
                    <a:gd name="T37" fmla="*/ 8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1" h="206">
                      <a:moveTo>
                        <a:pt x="227" y="33"/>
                      </a:moveTo>
                      <a:cubicBezTo>
                        <a:pt x="226" y="13"/>
                        <a:pt x="210" y="7"/>
                        <a:pt x="199" y="5"/>
                      </a:cubicBezTo>
                      <a:cubicBezTo>
                        <a:pt x="191" y="3"/>
                        <a:pt x="177" y="2"/>
                        <a:pt x="165" y="0"/>
                      </a:cubicBezTo>
                      <a:cubicBezTo>
                        <a:pt x="115" y="157"/>
                        <a:pt x="115" y="157"/>
                        <a:pt x="115" y="157"/>
                      </a:cubicBezTo>
                      <a:cubicBezTo>
                        <a:pt x="66" y="40"/>
                        <a:pt x="66" y="40"/>
                        <a:pt x="66" y="40"/>
                      </a:cubicBezTo>
                      <a:cubicBezTo>
                        <a:pt x="54" y="51"/>
                        <a:pt x="40" y="64"/>
                        <a:pt x="32" y="71"/>
                      </a:cubicBezTo>
                      <a:cubicBezTo>
                        <a:pt x="21" y="83"/>
                        <a:pt x="5" y="101"/>
                        <a:pt x="4" y="122"/>
                      </a:cubicBezTo>
                      <a:cubicBezTo>
                        <a:pt x="3" y="143"/>
                        <a:pt x="0" y="202"/>
                        <a:pt x="0" y="202"/>
                      </a:cubicBezTo>
                      <a:cubicBezTo>
                        <a:pt x="0" y="202"/>
                        <a:pt x="52" y="206"/>
                        <a:pt x="114" y="181"/>
                      </a:cubicBezTo>
                      <a:cubicBezTo>
                        <a:pt x="176" y="156"/>
                        <a:pt x="231" y="110"/>
                        <a:pt x="231" y="110"/>
                      </a:cubicBezTo>
                      <a:cubicBezTo>
                        <a:pt x="231" y="110"/>
                        <a:pt x="228" y="53"/>
                        <a:pt x="227" y="33"/>
                      </a:cubicBezTo>
                      <a:close/>
                      <a:moveTo>
                        <a:pt x="194" y="86"/>
                      </a:moveTo>
                      <a:cubicBezTo>
                        <a:pt x="186" y="91"/>
                        <a:pt x="179" y="94"/>
                        <a:pt x="173" y="96"/>
                      </a:cubicBezTo>
                      <a:cubicBezTo>
                        <a:pt x="163" y="100"/>
                        <a:pt x="156" y="102"/>
                        <a:pt x="156" y="102"/>
                      </a:cubicBezTo>
                      <a:cubicBezTo>
                        <a:pt x="154" y="102"/>
                        <a:pt x="153" y="101"/>
                        <a:pt x="153" y="100"/>
                      </a:cubicBezTo>
                      <a:cubicBezTo>
                        <a:pt x="153" y="98"/>
                        <a:pt x="155" y="96"/>
                        <a:pt x="157" y="96"/>
                      </a:cubicBezTo>
                      <a:cubicBezTo>
                        <a:pt x="157" y="95"/>
                        <a:pt x="174" y="91"/>
                        <a:pt x="192" y="81"/>
                      </a:cubicBezTo>
                      <a:cubicBezTo>
                        <a:pt x="194" y="80"/>
                        <a:pt x="196" y="80"/>
                        <a:pt x="196" y="82"/>
                      </a:cubicBezTo>
                      <a:cubicBezTo>
                        <a:pt x="196" y="83"/>
                        <a:pt x="195" y="85"/>
                        <a:pt x="194"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sp>
              <p:nvSpPr>
                <p:cNvPr id="41" name="Freeform 491"/>
                <p:cNvSpPr>
                  <a:spLocks/>
                </p:cNvSpPr>
                <p:nvPr/>
              </p:nvSpPr>
              <p:spPr bwMode="auto">
                <a:xfrm>
                  <a:off x="4065596" y="3565541"/>
                  <a:ext cx="342901" cy="311151"/>
                </a:xfrm>
                <a:custGeom>
                  <a:avLst/>
                  <a:gdLst>
                    <a:gd name="T0" fmla="*/ 46 w 155"/>
                    <a:gd name="T1" fmla="*/ 93 h 141"/>
                    <a:gd name="T2" fmla="*/ 152 w 155"/>
                    <a:gd name="T3" fmla="*/ 88 h 141"/>
                    <a:gd name="T4" fmla="*/ 141 w 155"/>
                    <a:gd name="T5" fmla="*/ 18 h 141"/>
                    <a:gd name="T6" fmla="*/ 65 w 155"/>
                    <a:gd name="T7" fmla="*/ 20 h 141"/>
                    <a:gd name="T8" fmla="*/ 78 w 155"/>
                    <a:gd name="T9" fmla="*/ 6 h 141"/>
                    <a:gd name="T10" fmla="*/ 55 w 155"/>
                    <a:gd name="T11" fmla="*/ 24 h 141"/>
                    <a:gd name="T12" fmla="*/ 23 w 155"/>
                    <a:gd name="T13" fmla="*/ 41 h 141"/>
                    <a:gd name="T14" fmla="*/ 49 w 155"/>
                    <a:gd name="T15" fmla="*/ 31 h 141"/>
                    <a:gd name="T16" fmla="*/ 0 w 155"/>
                    <a:gd name="T17" fmla="*/ 141 h 141"/>
                    <a:gd name="T18" fmla="*/ 46 w 155"/>
                    <a:gd name="T19" fmla="*/ 9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141">
                      <a:moveTo>
                        <a:pt x="46" y="93"/>
                      </a:moveTo>
                      <a:cubicBezTo>
                        <a:pt x="46" y="93"/>
                        <a:pt x="65" y="124"/>
                        <a:pt x="152" y="88"/>
                      </a:cubicBezTo>
                      <a:cubicBezTo>
                        <a:pt x="152" y="88"/>
                        <a:pt x="155" y="40"/>
                        <a:pt x="141" y="18"/>
                      </a:cubicBezTo>
                      <a:cubicBezTo>
                        <a:pt x="129" y="0"/>
                        <a:pt x="91" y="4"/>
                        <a:pt x="65" y="20"/>
                      </a:cubicBezTo>
                      <a:cubicBezTo>
                        <a:pt x="65" y="20"/>
                        <a:pt x="68" y="12"/>
                        <a:pt x="78" y="6"/>
                      </a:cubicBezTo>
                      <a:cubicBezTo>
                        <a:pt x="78" y="6"/>
                        <a:pt x="60" y="14"/>
                        <a:pt x="55" y="24"/>
                      </a:cubicBezTo>
                      <a:cubicBezTo>
                        <a:pt x="55" y="24"/>
                        <a:pt x="39" y="25"/>
                        <a:pt x="23" y="41"/>
                      </a:cubicBezTo>
                      <a:cubicBezTo>
                        <a:pt x="23" y="41"/>
                        <a:pt x="30" y="34"/>
                        <a:pt x="49" y="31"/>
                      </a:cubicBezTo>
                      <a:cubicBezTo>
                        <a:pt x="49" y="31"/>
                        <a:pt x="2" y="60"/>
                        <a:pt x="0" y="141"/>
                      </a:cubicBezTo>
                      <a:cubicBezTo>
                        <a:pt x="0" y="141"/>
                        <a:pt x="37" y="120"/>
                        <a:pt x="4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95A5A6"/>
                    </a:solidFill>
                    <a:effectLst/>
                    <a:uLnTx/>
                    <a:uFillTx/>
                    <a:latin typeface="Calibri" panose="020F0502020204030204"/>
                    <a:cs typeface="Simplified Arabic" panose="02020603050405020304" pitchFamily="18" charset="-78"/>
                  </a:endParaRPr>
                </a:p>
              </p:txBody>
            </p:sp>
          </p:grpSp>
        </p:grpSp>
      </p:grpSp>
      <p:sp>
        <p:nvSpPr>
          <p:cNvPr id="10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2480679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p:cNvGrpSpPr/>
          <p:nvPr/>
        </p:nvGrpSpPr>
        <p:grpSpPr>
          <a:xfrm>
            <a:off x="2425960" y="1995034"/>
            <a:ext cx="2868260" cy="3346775"/>
            <a:chOff x="850313" y="1400004"/>
            <a:chExt cx="2151195" cy="2510081"/>
          </a:xfrm>
        </p:grpSpPr>
        <p:grpSp>
          <p:nvGrpSpPr>
            <p:cNvPr id="3" name="Group 24"/>
            <p:cNvGrpSpPr/>
            <p:nvPr/>
          </p:nvGrpSpPr>
          <p:grpSpPr>
            <a:xfrm>
              <a:off x="850313" y="1400004"/>
              <a:ext cx="2151195" cy="2205117"/>
              <a:chOff x="850313" y="1400004"/>
              <a:chExt cx="2151195" cy="2205117"/>
            </a:xfrm>
          </p:grpSpPr>
          <p:sp>
            <p:nvSpPr>
              <p:cNvPr id="9" name="Rectangle 8"/>
              <p:cNvSpPr/>
              <p:nvPr/>
            </p:nvSpPr>
            <p:spPr>
              <a:xfrm>
                <a:off x="850313" y="1400004"/>
                <a:ext cx="2151195" cy="220511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1" name="Rectangle 20"/>
              <p:cNvSpPr/>
              <p:nvPr/>
            </p:nvSpPr>
            <p:spPr>
              <a:xfrm>
                <a:off x="895330" y="2056976"/>
                <a:ext cx="1736403" cy="807914"/>
              </a:xfrm>
              <a:prstGeom prst="rect">
                <a:avLst/>
              </a:prstGeom>
            </p:spPr>
            <p:txBody>
              <a:bodyPr wrap="square">
                <a:spAutoFit/>
              </a:bodyPr>
              <a:lstStyle/>
              <a:p>
                <a:pPr algn="ctr" rtl="1"/>
                <a:r>
                  <a:rPr lang="ar-JO" sz="3200" b="1" dirty="0" smtClean="0">
                    <a:solidFill>
                      <a:prstClr val="white"/>
                    </a:solidFill>
                    <a:cs typeface="Simplified Arabic" panose="02020603050405020304" pitchFamily="18" charset="-78"/>
                  </a:rPr>
                  <a:t>رفع </a:t>
                </a:r>
                <a:r>
                  <a:rPr lang="ar-JO" sz="3200" b="1" dirty="0">
                    <a:solidFill>
                      <a:prstClr val="white"/>
                    </a:solidFill>
                    <a:cs typeface="Simplified Arabic" panose="02020603050405020304" pitchFamily="18" charset="-78"/>
                  </a:rPr>
                  <a:t>مستوى التعلم والتعليم.</a:t>
                </a:r>
                <a:endParaRPr lang="id-ID" sz="3200" b="1" dirty="0">
                  <a:solidFill>
                    <a:prstClr val="white"/>
                  </a:solidFill>
                  <a:latin typeface="Open Sans Light" pitchFamily="34" charset="0"/>
                  <a:ea typeface="Open Sans Light" pitchFamily="34" charset="0"/>
                  <a:cs typeface="Open Sans Light" pitchFamily="34" charset="0"/>
                </a:endParaRPr>
              </a:p>
            </p:txBody>
          </p:sp>
        </p:grpSp>
        <p:cxnSp>
          <p:nvCxnSpPr>
            <p:cNvPr id="15" name="Straight Arrow Connector 14"/>
            <p:cNvCxnSpPr/>
            <p:nvPr/>
          </p:nvCxnSpPr>
          <p:spPr>
            <a:xfrm>
              <a:off x="1512699" y="3908630"/>
              <a:ext cx="829920" cy="1455"/>
            </a:xfrm>
            <a:prstGeom prst="straightConnector1">
              <a:avLst/>
            </a:prstGeom>
            <a:ln w="19050">
              <a:tailEnd type="arrow"/>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4818923" y="2635007"/>
            <a:ext cx="2777036" cy="3085464"/>
            <a:chOff x="2645035" y="1879984"/>
            <a:chExt cx="2082777" cy="2314099"/>
          </a:xfrm>
        </p:grpSpPr>
        <p:cxnSp>
          <p:nvCxnSpPr>
            <p:cNvPr id="13" name="Straight Arrow Connector 12"/>
            <p:cNvCxnSpPr/>
            <p:nvPr/>
          </p:nvCxnSpPr>
          <p:spPr>
            <a:xfrm>
              <a:off x="3364058" y="1879984"/>
              <a:ext cx="829920" cy="1455"/>
            </a:xfrm>
            <a:prstGeom prst="straightConnector1">
              <a:avLst/>
            </a:prstGeom>
            <a:ln w="19050">
              <a:solidFill>
                <a:schemeClr val="accent4"/>
              </a:solidFill>
              <a:tailEnd type="arrow"/>
            </a:ln>
          </p:spPr>
          <p:style>
            <a:lnRef idx="1">
              <a:schemeClr val="accent1"/>
            </a:lnRef>
            <a:fillRef idx="0">
              <a:schemeClr val="accent1"/>
            </a:fillRef>
            <a:effectRef idx="0">
              <a:schemeClr val="accent1"/>
            </a:effectRef>
            <a:fontRef idx="minor">
              <a:schemeClr val="tx1"/>
            </a:fontRef>
          </p:style>
        </p:cxnSp>
        <p:grpSp>
          <p:nvGrpSpPr>
            <p:cNvPr id="8" name="Group 25"/>
            <p:cNvGrpSpPr/>
            <p:nvPr/>
          </p:nvGrpSpPr>
          <p:grpSpPr>
            <a:xfrm>
              <a:off x="2645035" y="2059100"/>
              <a:ext cx="2082777" cy="2134983"/>
              <a:chOff x="2645035" y="2059100"/>
              <a:chExt cx="2082777" cy="2134983"/>
            </a:xfrm>
          </p:grpSpPr>
          <p:sp>
            <p:nvSpPr>
              <p:cNvPr id="10" name="Rectangle 9"/>
              <p:cNvSpPr/>
              <p:nvPr/>
            </p:nvSpPr>
            <p:spPr>
              <a:xfrm>
                <a:off x="2645035" y="2059100"/>
                <a:ext cx="2082777" cy="213498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2" name="Rectangle 21"/>
              <p:cNvSpPr/>
              <p:nvPr/>
            </p:nvSpPr>
            <p:spPr>
              <a:xfrm>
                <a:off x="2671639" y="2284052"/>
                <a:ext cx="1841891" cy="1685077"/>
              </a:xfrm>
              <a:prstGeom prst="rect">
                <a:avLst/>
              </a:prstGeom>
            </p:spPr>
            <p:txBody>
              <a:bodyPr wrap="square">
                <a:spAutoFit/>
              </a:bodyPr>
              <a:lstStyle/>
              <a:p>
                <a:pPr algn="ctr" rtl="1"/>
                <a:r>
                  <a:rPr lang="ar-JO" sz="2800" b="1" dirty="0" smtClean="0">
                    <a:solidFill>
                      <a:prstClr val="white"/>
                    </a:solidFill>
                    <a:cs typeface="Simplified Arabic" panose="02020603050405020304" pitchFamily="18" charset="-78"/>
                  </a:rPr>
                  <a:t>إحداث </a:t>
                </a:r>
                <a:r>
                  <a:rPr lang="ar-JO" sz="2800" b="1" dirty="0">
                    <a:solidFill>
                      <a:prstClr val="white"/>
                    </a:solidFill>
                    <a:cs typeface="Simplified Arabic" panose="02020603050405020304" pitchFamily="18" charset="-78"/>
                  </a:rPr>
                  <a:t>نقلة نوعية للعملية التربوية برمتها نحو العصر الرقمي المواكب للعالم الأول.</a:t>
                </a:r>
                <a:endParaRPr lang="id-ID" sz="2800" b="1" dirty="0">
                  <a:solidFill>
                    <a:prstClr val="white"/>
                  </a:solidFill>
                  <a:latin typeface="Open Sans Light" pitchFamily="34" charset="0"/>
                  <a:ea typeface="Open Sans Light" pitchFamily="34" charset="0"/>
                  <a:cs typeface="Open Sans Light" pitchFamily="34" charset="0"/>
                </a:endParaRPr>
              </a:p>
            </p:txBody>
          </p:sp>
        </p:grpSp>
      </p:grpSp>
      <p:grpSp>
        <p:nvGrpSpPr>
          <p:cNvPr id="31" name="Group 30"/>
          <p:cNvGrpSpPr/>
          <p:nvPr/>
        </p:nvGrpSpPr>
        <p:grpSpPr>
          <a:xfrm>
            <a:off x="7309780" y="1995034"/>
            <a:ext cx="2868261" cy="3346775"/>
            <a:chOff x="4513178" y="1400004"/>
            <a:chExt cx="2151196" cy="2510081"/>
          </a:xfrm>
        </p:grpSpPr>
        <p:cxnSp>
          <p:nvCxnSpPr>
            <p:cNvPr id="14" name="Straight Arrow Connector 13"/>
            <p:cNvCxnSpPr/>
            <p:nvPr/>
          </p:nvCxnSpPr>
          <p:spPr>
            <a:xfrm>
              <a:off x="5023898" y="3908630"/>
              <a:ext cx="829920" cy="1455"/>
            </a:xfrm>
            <a:prstGeom prst="straightConnector1">
              <a:avLst/>
            </a:prstGeom>
            <a:ln w="19050">
              <a:solidFill>
                <a:schemeClr val="accent3"/>
              </a:solidFill>
              <a:tailEnd type="arrow"/>
            </a:ln>
          </p:spPr>
          <p:style>
            <a:lnRef idx="1">
              <a:schemeClr val="accent1"/>
            </a:lnRef>
            <a:fillRef idx="0">
              <a:schemeClr val="accent1"/>
            </a:fillRef>
            <a:effectRef idx="0">
              <a:schemeClr val="accent1"/>
            </a:effectRef>
            <a:fontRef idx="minor">
              <a:schemeClr val="tx1"/>
            </a:fontRef>
          </p:style>
        </p:cxnSp>
        <p:grpSp>
          <p:nvGrpSpPr>
            <p:cNvPr id="25" name="Group 26"/>
            <p:cNvGrpSpPr/>
            <p:nvPr/>
          </p:nvGrpSpPr>
          <p:grpSpPr>
            <a:xfrm>
              <a:off x="4513178" y="1400004"/>
              <a:ext cx="2151196" cy="2205117"/>
              <a:chOff x="4513178" y="1400004"/>
              <a:chExt cx="2151196" cy="2205117"/>
            </a:xfrm>
          </p:grpSpPr>
          <p:sp>
            <p:nvSpPr>
              <p:cNvPr id="11" name="Rectangle 10"/>
              <p:cNvSpPr/>
              <p:nvPr/>
            </p:nvSpPr>
            <p:spPr>
              <a:xfrm>
                <a:off x="4513178" y="1400004"/>
                <a:ext cx="2151196" cy="220511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3" name="Rectangle 22"/>
              <p:cNvSpPr/>
              <p:nvPr/>
            </p:nvSpPr>
            <p:spPr>
              <a:xfrm>
                <a:off x="4686834" y="1821607"/>
                <a:ext cx="1921026" cy="1361911"/>
              </a:xfrm>
              <a:prstGeom prst="rect">
                <a:avLst/>
              </a:prstGeom>
            </p:spPr>
            <p:txBody>
              <a:bodyPr wrap="square">
                <a:spAutoFit/>
              </a:bodyPr>
              <a:lstStyle/>
              <a:p>
                <a:pPr algn="ctr" rtl="1"/>
                <a:r>
                  <a:rPr lang="ar-JO" sz="2800" b="1" dirty="0" smtClean="0">
                    <a:solidFill>
                      <a:prstClr val="white"/>
                    </a:solidFill>
                    <a:cs typeface="Simplified Arabic" panose="02020603050405020304" pitchFamily="18" charset="-78"/>
                  </a:rPr>
                  <a:t>خلق </a:t>
                </a:r>
                <a:r>
                  <a:rPr lang="ar-JO" sz="2800" b="1" dirty="0">
                    <a:solidFill>
                      <a:prstClr val="white"/>
                    </a:solidFill>
                    <a:cs typeface="Simplified Arabic" panose="02020603050405020304" pitchFamily="18" charset="-78"/>
                  </a:rPr>
                  <a:t>بيئة تعليمية تفاعلية، يسودها التشويق والإثارة والرغبة في التعليم.</a:t>
                </a:r>
                <a:endParaRPr lang="id-ID" sz="2800" b="1" dirty="0">
                  <a:solidFill>
                    <a:prstClr val="white"/>
                  </a:solidFill>
                  <a:latin typeface="Open Sans Light" pitchFamily="34" charset="0"/>
                  <a:ea typeface="Open Sans Light" pitchFamily="34" charset="0"/>
                  <a:cs typeface="Open Sans Light" pitchFamily="34" charset="0"/>
                </a:endParaRPr>
              </a:p>
            </p:txBody>
          </p:sp>
        </p:grpSp>
      </p:grpSp>
      <p:sp>
        <p:nvSpPr>
          <p:cNvPr id="17" name="Title 6"/>
          <p:cNvSpPr txBox="1">
            <a:spLocks/>
          </p:cNvSpPr>
          <p:nvPr/>
        </p:nvSpPr>
        <p:spPr>
          <a:xfrm>
            <a:off x="1270000" y="685684"/>
            <a:ext cx="9652000" cy="471365"/>
          </a:xfrm>
          <a:prstGeom prst="rect">
            <a:avLst/>
          </a:prstGeom>
        </p:spPr>
        <p:txBody>
          <a:bodyPr wrap="none" lIns="0" tIns="0" rIns="0" bIns="0" anchor="ctr">
            <a:noAutofit/>
          </a:bodyPr>
          <a:lstStyle>
            <a:lvl1pPr algn="ctr" defTabSz="1219139" rtl="0" eaLnBrk="1" latinLnBrk="0" hangingPunct="1">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lvl="0" rtl="1" fontAlgn="auto">
              <a:spcAft>
                <a:spcPts val="0"/>
              </a:spcAft>
            </a:pPr>
            <a:r>
              <a:rPr lang="ar-SA" u="sng" dirty="0">
                <a:solidFill>
                  <a:srgbClr val="262626"/>
                </a:solidFill>
              </a:rPr>
              <a:t>‌ب-	تأثير الأجهزة الذكية في التعليم </a:t>
            </a:r>
            <a:endParaRPr kumimoji="0" lang="en-US" sz="4000" b="1" i="0" u="sng" strike="noStrike" kern="1200" cap="none" spc="0" normalizeH="0" baseline="0" noProof="0" dirty="0">
              <a:ln>
                <a:noFill/>
              </a:ln>
              <a:solidFill>
                <a:srgbClr val="262626"/>
              </a:solidFill>
              <a:effectLst/>
              <a:uLnTx/>
              <a:uFillTx/>
              <a:latin typeface="Roboto" panose="02000000000000000000" pitchFamily="2" charset="0"/>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3417877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slide(fromLeft)">
                                      <p:cBhvr>
                                        <p:cTn id="7" dur="500"/>
                                        <p:tgtEl>
                                          <p:spTgt spid="2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slide(fromLeft)">
                                      <p:cBhvr>
                                        <p:cTn id="11" dur="500"/>
                                        <p:tgtEl>
                                          <p:spTgt spid="30"/>
                                        </p:tgtEl>
                                      </p:cBhvr>
                                    </p:animEffect>
                                  </p:childTnLst>
                                </p:cTn>
                              </p:par>
                            </p:childTnLst>
                          </p:cTn>
                        </p:par>
                        <p:par>
                          <p:cTn id="12" fill="hold">
                            <p:stCondLst>
                              <p:cond delay="1000"/>
                            </p:stCondLst>
                            <p:childTnLst>
                              <p:par>
                                <p:cTn id="13" presetID="12" presetClass="entr" presetSubtype="8" fill="hold"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slide(fromLeft)">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p:cNvGrpSpPr/>
          <p:nvPr/>
        </p:nvGrpSpPr>
        <p:grpSpPr>
          <a:xfrm>
            <a:off x="1862703" y="2008972"/>
            <a:ext cx="3335539" cy="3892011"/>
            <a:chOff x="850313" y="1400004"/>
            <a:chExt cx="2151195" cy="2510081"/>
          </a:xfrm>
        </p:grpSpPr>
        <p:grpSp>
          <p:nvGrpSpPr>
            <p:cNvPr id="3" name="Group 24"/>
            <p:cNvGrpSpPr/>
            <p:nvPr/>
          </p:nvGrpSpPr>
          <p:grpSpPr>
            <a:xfrm>
              <a:off x="850313" y="1400004"/>
              <a:ext cx="2151195" cy="2205117"/>
              <a:chOff x="850313" y="1400004"/>
              <a:chExt cx="2151195" cy="2205117"/>
            </a:xfrm>
          </p:grpSpPr>
          <p:sp>
            <p:nvSpPr>
              <p:cNvPr id="9" name="Rectangle 8"/>
              <p:cNvSpPr/>
              <p:nvPr/>
            </p:nvSpPr>
            <p:spPr>
              <a:xfrm>
                <a:off x="850313" y="1400004"/>
                <a:ext cx="2151195" cy="220511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1" name="Rectangle 20"/>
              <p:cNvSpPr/>
              <p:nvPr/>
            </p:nvSpPr>
            <p:spPr>
              <a:xfrm>
                <a:off x="897746" y="1970345"/>
                <a:ext cx="1736403" cy="1012324"/>
              </a:xfrm>
              <a:prstGeom prst="rect">
                <a:avLst/>
              </a:prstGeom>
            </p:spPr>
            <p:txBody>
              <a:bodyPr wrap="square">
                <a:spAutoFit/>
              </a:bodyPr>
              <a:lstStyle/>
              <a:p>
                <a:pPr algn="ctr" rtl="1"/>
                <a:r>
                  <a:rPr lang="ar-JO" sz="3200" b="1" dirty="0" smtClean="0">
                    <a:solidFill>
                      <a:prstClr val="white"/>
                    </a:solidFill>
                    <a:cs typeface="Simplified Arabic" panose="02020603050405020304" pitchFamily="18" charset="-78"/>
                  </a:rPr>
                  <a:t>تشجع </a:t>
                </a:r>
                <a:r>
                  <a:rPr lang="ar-JO" sz="3200" b="1" dirty="0">
                    <a:solidFill>
                      <a:prstClr val="white"/>
                    </a:solidFill>
                    <a:cs typeface="Simplified Arabic" panose="02020603050405020304" pitchFamily="18" charset="-78"/>
                  </a:rPr>
                  <a:t>الأجهزة الذكية على التعلم الذاتي.</a:t>
                </a:r>
                <a:endParaRPr lang="id-ID" sz="3200" b="1" dirty="0">
                  <a:solidFill>
                    <a:prstClr val="white"/>
                  </a:solidFill>
                  <a:latin typeface="Open Sans Light" pitchFamily="34" charset="0"/>
                  <a:ea typeface="Open Sans Light" pitchFamily="34" charset="0"/>
                  <a:cs typeface="Open Sans Light" pitchFamily="34" charset="0"/>
                </a:endParaRPr>
              </a:p>
            </p:txBody>
          </p:sp>
        </p:grpSp>
        <p:cxnSp>
          <p:nvCxnSpPr>
            <p:cNvPr id="15" name="Straight Arrow Connector 14"/>
            <p:cNvCxnSpPr/>
            <p:nvPr/>
          </p:nvCxnSpPr>
          <p:spPr>
            <a:xfrm>
              <a:off x="1512699" y="3908630"/>
              <a:ext cx="829920" cy="1455"/>
            </a:xfrm>
            <a:prstGeom prst="straightConnector1">
              <a:avLst/>
            </a:prstGeom>
            <a:ln w="19050">
              <a:tailEnd type="arrow"/>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4945097" y="2354277"/>
            <a:ext cx="3511990" cy="3855129"/>
            <a:chOff x="2645035" y="1879984"/>
            <a:chExt cx="2082777" cy="2314099"/>
          </a:xfrm>
        </p:grpSpPr>
        <p:cxnSp>
          <p:nvCxnSpPr>
            <p:cNvPr id="13" name="Straight Arrow Connector 12"/>
            <p:cNvCxnSpPr/>
            <p:nvPr/>
          </p:nvCxnSpPr>
          <p:spPr>
            <a:xfrm>
              <a:off x="3364058" y="1879984"/>
              <a:ext cx="829920" cy="1455"/>
            </a:xfrm>
            <a:prstGeom prst="straightConnector1">
              <a:avLst/>
            </a:prstGeom>
            <a:ln w="19050">
              <a:solidFill>
                <a:schemeClr val="accent4"/>
              </a:solidFill>
              <a:tailEnd type="arrow"/>
            </a:ln>
          </p:spPr>
          <p:style>
            <a:lnRef idx="1">
              <a:schemeClr val="accent1"/>
            </a:lnRef>
            <a:fillRef idx="0">
              <a:schemeClr val="accent1"/>
            </a:fillRef>
            <a:effectRef idx="0">
              <a:schemeClr val="accent1"/>
            </a:effectRef>
            <a:fontRef idx="minor">
              <a:schemeClr val="tx1"/>
            </a:fontRef>
          </p:style>
        </p:cxnSp>
        <p:grpSp>
          <p:nvGrpSpPr>
            <p:cNvPr id="8" name="Group 25"/>
            <p:cNvGrpSpPr/>
            <p:nvPr/>
          </p:nvGrpSpPr>
          <p:grpSpPr>
            <a:xfrm>
              <a:off x="2645035" y="2059100"/>
              <a:ext cx="2082777" cy="2134983"/>
              <a:chOff x="2645035" y="2059100"/>
              <a:chExt cx="2082777" cy="2134983"/>
            </a:xfrm>
          </p:grpSpPr>
          <p:sp>
            <p:nvSpPr>
              <p:cNvPr id="10" name="Rectangle 9"/>
              <p:cNvSpPr/>
              <p:nvPr/>
            </p:nvSpPr>
            <p:spPr>
              <a:xfrm>
                <a:off x="2645035" y="2059100"/>
                <a:ext cx="2082777" cy="213498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2" name="Rectangle 21"/>
              <p:cNvSpPr/>
              <p:nvPr/>
            </p:nvSpPr>
            <p:spPr>
              <a:xfrm>
                <a:off x="2671639" y="2454499"/>
                <a:ext cx="1841891" cy="1090010"/>
              </a:xfrm>
              <a:prstGeom prst="rect">
                <a:avLst/>
              </a:prstGeom>
            </p:spPr>
            <p:txBody>
              <a:bodyPr wrap="square">
                <a:spAutoFit/>
              </a:bodyPr>
              <a:lstStyle/>
              <a:p>
                <a:pPr algn="ctr" rtl="1"/>
                <a:r>
                  <a:rPr lang="ar-JO" sz="2800" b="1" dirty="0" smtClean="0">
                    <a:solidFill>
                      <a:prstClr val="white"/>
                    </a:solidFill>
                    <a:cs typeface="Simplified Arabic" panose="02020603050405020304" pitchFamily="18" charset="-78"/>
                  </a:rPr>
                  <a:t>تحول </a:t>
                </a:r>
                <a:r>
                  <a:rPr lang="ar-JO" sz="2800" b="1" dirty="0">
                    <a:solidFill>
                      <a:prstClr val="white"/>
                    </a:solidFill>
                    <a:cs typeface="Simplified Arabic" panose="02020603050405020304" pitchFamily="18" charset="-78"/>
                  </a:rPr>
                  <a:t>الأجهزة الذكية المهمة التعليمة إلى وظيفة دائمة لا ترتبط بزمان ومكان.</a:t>
                </a:r>
                <a:endParaRPr lang="id-ID" sz="2800" b="1" dirty="0">
                  <a:solidFill>
                    <a:prstClr val="white"/>
                  </a:solidFill>
                  <a:latin typeface="Open Sans Light" pitchFamily="34" charset="0"/>
                  <a:ea typeface="Open Sans Light" pitchFamily="34" charset="0"/>
                  <a:cs typeface="Open Sans Light" pitchFamily="34" charset="0"/>
                </a:endParaRPr>
              </a:p>
            </p:txBody>
          </p:sp>
        </p:grpSp>
      </p:grpSp>
      <p:grpSp>
        <p:nvGrpSpPr>
          <p:cNvPr id="31" name="Group 30"/>
          <p:cNvGrpSpPr/>
          <p:nvPr/>
        </p:nvGrpSpPr>
        <p:grpSpPr>
          <a:xfrm>
            <a:off x="7876143" y="1962190"/>
            <a:ext cx="3612220" cy="3702764"/>
            <a:chOff x="4937952" y="1375371"/>
            <a:chExt cx="2709166" cy="2777073"/>
          </a:xfrm>
        </p:grpSpPr>
        <p:cxnSp>
          <p:nvCxnSpPr>
            <p:cNvPr id="14" name="Straight Arrow Connector 13"/>
            <p:cNvCxnSpPr/>
            <p:nvPr/>
          </p:nvCxnSpPr>
          <p:spPr>
            <a:xfrm>
              <a:off x="5023898" y="3908630"/>
              <a:ext cx="829920" cy="1455"/>
            </a:xfrm>
            <a:prstGeom prst="straightConnector1">
              <a:avLst/>
            </a:prstGeom>
            <a:ln w="19050">
              <a:solidFill>
                <a:schemeClr val="accent3"/>
              </a:solidFill>
              <a:tailEnd type="arrow"/>
            </a:ln>
          </p:spPr>
          <p:style>
            <a:lnRef idx="1">
              <a:schemeClr val="accent1"/>
            </a:lnRef>
            <a:fillRef idx="0">
              <a:schemeClr val="accent1"/>
            </a:fillRef>
            <a:effectRef idx="0">
              <a:schemeClr val="accent1"/>
            </a:effectRef>
            <a:fontRef idx="minor">
              <a:schemeClr val="tx1"/>
            </a:fontRef>
          </p:style>
        </p:cxnSp>
        <p:grpSp>
          <p:nvGrpSpPr>
            <p:cNvPr id="25" name="Group 26"/>
            <p:cNvGrpSpPr/>
            <p:nvPr/>
          </p:nvGrpSpPr>
          <p:grpSpPr>
            <a:xfrm>
              <a:off x="4937952" y="1375371"/>
              <a:ext cx="2709166" cy="2777073"/>
              <a:chOff x="4937952" y="1375371"/>
              <a:chExt cx="2709166" cy="2777073"/>
            </a:xfrm>
          </p:grpSpPr>
          <p:sp>
            <p:nvSpPr>
              <p:cNvPr id="11" name="Rectangle 10"/>
              <p:cNvSpPr/>
              <p:nvPr/>
            </p:nvSpPr>
            <p:spPr>
              <a:xfrm>
                <a:off x="4937952" y="1375371"/>
                <a:ext cx="2709166" cy="277707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3" name="Rectangle 22"/>
              <p:cNvSpPr/>
              <p:nvPr/>
            </p:nvSpPr>
            <p:spPr>
              <a:xfrm>
                <a:off x="5136312" y="1497872"/>
                <a:ext cx="2401988" cy="2331407"/>
              </a:xfrm>
              <a:prstGeom prst="rect">
                <a:avLst/>
              </a:prstGeom>
            </p:spPr>
            <p:txBody>
              <a:bodyPr wrap="square">
                <a:spAutoFit/>
              </a:bodyPr>
              <a:lstStyle/>
              <a:p>
                <a:pPr algn="ctr" rtl="1"/>
                <a:r>
                  <a:rPr lang="ar-JO" sz="2800" b="1" dirty="0" smtClean="0">
                    <a:solidFill>
                      <a:prstClr val="white"/>
                    </a:solidFill>
                    <a:cs typeface="Simplified Arabic" panose="02020603050405020304" pitchFamily="18" charset="-78"/>
                  </a:rPr>
                  <a:t> </a:t>
                </a:r>
                <a:r>
                  <a:rPr lang="ar-JO" sz="2800" b="1" dirty="0">
                    <a:solidFill>
                      <a:prstClr val="white"/>
                    </a:solidFill>
                    <a:cs typeface="Simplified Arabic" panose="02020603050405020304" pitchFamily="18" charset="-78"/>
                  </a:rPr>
                  <a:t>إمكانية حفظ المقررات الدراسية بشكل إلكتروني، وهذا ما يسهل الوصول إلى أي جزء منها بلمسة واحدة على الجهاز، كما يساعد في الحفاظ عليها من أي تلف.</a:t>
                </a:r>
                <a:endParaRPr lang="id-ID" sz="2800" b="1" dirty="0">
                  <a:solidFill>
                    <a:prstClr val="white"/>
                  </a:solidFill>
                  <a:latin typeface="Open Sans Light" pitchFamily="34" charset="0"/>
                  <a:ea typeface="Open Sans Light" pitchFamily="34" charset="0"/>
                  <a:cs typeface="Open Sans Light" pitchFamily="34" charset="0"/>
                </a:endParaRPr>
              </a:p>
            </p:txBody>
          </p:sp>
        </p:grpSp>
      </p:grpSp>
      <p:sp>
        <p:nvSpPr>
          <p:cNvPr id="17" name="Title 6"/>
          <p:cNvSpPr txBox="1">
            <a:spLocks/>
          </p:cNvSpPr>
          <p:nvPr/>
        </p:nvSpPr>
        <p:spPr>
          <a:xfrm>
            <a:off x="1270000" y="685684"/>
            <a:ext cx="9652000" cy="471365"/>
          </a:xfrm>
          <a:prstGeom prst="rect">
            <a:avLst/>
          </a:prstGeom>
        </p:spPr>
        <p:txBody>
          <a:bodyPr wrap="none" lIns="0" tIns="0" rIns="0" bIns="0" anchor="ctr">
            <a:noAutofit/>
          </a:bodyPr>
          <a:lstStyle>
            <a:lvl1pPr algn="ctr" defTabSz="1219139" rtl="0" eaLnBrk="1" latinLnBrk="0" hangingPunct="1">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lvl="0" rtl="1" fontAlgn="auto">
              <a:spcAft>
                <a:spcPts val="0"/>
              </a:spcAft>
            </a:pPr>
            <a:r>
              <a:rPr lang="ar-SA" u="sng" dirty="0">
                <a:solidFill>
                  <a:srgbClr val="262626"/>
                </a:solidFill>
              </a:rPr>
              <a:t>‌ب-	تأثير الأجهزة الذكية في التعليم </a:t>
            </a:r>
            <a:endParaRPr kumimoji="0" lang="en-US" sz="4000" b="1" i="0" u="sng" strike="noStrike" kern="1200" cap="none" spc="0" normalizeH="0" baseline="0" noProof="0" dirty="0">
              <a:ln>
                <a:noFill/>
              </a:ln>
              <a:solidFill>
                <a:srgbClr val="262626"/>
              </a:solidFill>
              <a:effectLst/>
              <a:uLnTx/>
              <a:uFillTx/>
              <a:latin typeface="Roboto" panose="02000000000000000000" pitchFamily="2" charset="0"/>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6095973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slide(fromLeft)">
                                      <p:cBhvr>
                                        <p:cTn id="7" dur="500"/>
                                        <p:tgtEl>
                                          <p:spTgt spid="2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slide(fromLeft)">
                                      <p:cBhvr>
                                        <p:cTn id="11" dur="500"/>
                                        <p:tgtEl>
                                          <p:spTgt spid="30"/>
                                        </p:tgtEl>
                                      </p:cBhvr>
                                    </p:animEffect>
                                  </p:childTnLst>
                                </p:cTn>
                              </p:par>
                            </p:childTnLst>
                          </p:cTn>
                        </p:par>
                        <p:par>
                          <p:cTn id="12" fill="hold">
                            <p:stCondLst>
                              <p:cond delay="1000"/>
                            </p:stCondLst>
                            <p:childTnLst>
                              <p:par>
                                <p:cTn id="13" presetID="12" presetClass="entr" presetSubtype="8" fill="hold"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slide(fromLeft)">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p:cNvGrpSpPr/>
          <p:nvPr/>
        </p:nvGrpSpPr>
        <p:grpSpPr>
          <a:xfrm>
            <a:off x="1862703" y="2008972"/>
            <a:ext cx="3335539" cy="3892011"/>
            <a:chOff x="850313" y="1400004"/>
            <a:chExt cx="2151195" cy="2510081"/>
          </a:xfrm>
        </p:grpSpPr>
        <p:grpSp>
          <p:nvGrpSpPr>
            <p:cNvPr id="3" name="Group 24"/>
            <p:cNvGrpSpPr/>
            <p:nvPr/>
          </p:nvGrpSpPr>
          <p:grpSpPr>
            <a:xfrm>
              <a:off x="850313" y="1400004"/>
              <a:ext cx="2151195" cy="2205117"/>
              <a:chOff x="850313" y="1400004"/>
              <a:chExt cx="2151195" cy="2205117"/>
            </a:xfrm>
          </p:grpSpPr>
          <p:sp>
            <p:nvSpPr>
              <p:cNvPr id="9" name="Rectangle 8"/>
              <p:cNvSpPr/>
              <p:nvPr/>
            </p:nvSpPr>
            <p:spPr>
              <a:xfrm>
                <a:off x="850313" y="1400004"/>
                <a:ext cx="2151195" cy="220511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1" name="Rectangle 20"/>
              <p:cNvSpPr/>
              <p:nvPr/>
            </p:nvSpPr>
            <p:spPr>
              <a:xfrm>
                <a:off x="883281" y="1700395"/>
                <a:ext cx="1846927" cy="1726905"/>
              </a:xfrm>
              <a:prstGeom prst="rect">
                <a:avLst/>
              </a:prstGeom>
            </p:spPr>
            <p:txBody>
              <a:bodyPr wrap="square">
                <a:spAutoFit/>
              </a:bodyPr>
              <a:lstStyle/>
              <a:p>
                <a:pPr algn="ctr" rtl="1"/>
                <a:r>
                  <a:rPr lang="ar-JO" sz="2800" b="1" dirty="0" smtClean="0">
                    <a:solidFill>
                      <a:prstClr val="white"/>
                    </a:solidFill>
                    <a:cs typeface="Simplified Arabic" panose="02020603050405020304" pitchFamily="18" charset="-78"/>
                  </a:rPr>
                  <a:t>أصبحت </a:t>
                </a:r>
                <a:r>
                  <a:rPr lang="ar-JO" sz="2800" b="1" dirty="0">
                    <a:solidFill>
                      <a:prstClr val="white"/>
                    </a:solidFill>
                    <a:cs typeface="Simplified Arabic" panose="02020603050405020304" pitchFamily="18" charset="-78"/>
                  </a:rPr>
                  <a:t>الأجهزة الذكية بما تتيحه من تطبيقات من الأدوات اللازمة لدخول مرحلة التعليم التكنولوجي المتطور دائماً.</a:t>
                </a:r>
                <a:endParaRPr lang="id-ID" sz="2800" b="1" dirty="0">
                  <a:solidFill>
                    <a:prstClr val="white"/>
                  </a:solidFill>
                  <a:latin typeface="Open Sans Light" pitchFamily="34" charset="0"/>
                  <a:ea typeface="Open Sans Light" pitchFamily="34" charset="0"/>
                  <a:cs typeface="Open Sans Light" pitchFamily="34" charset="0"/>
                </a:endParaRPr>
              </a:p>
            </p:txBody>
          </p:sp>
        </p:grpSp>
        <p:cxnSp>
          <p:nvCxnSpPr>
            <p:cNvPr id="15" name="Straight Arrow Connector 14"/>
            <p:cNvCxnSpPr/>
            <p:nvPr/>
          </p:nvCxnSpPr>
          <p:spPr>
            <a:xfrm>
              <a:off x="1512699" y="3908630"/>
              <a:ext cx="829920" cy="1455"/>
            </a:xfrm>
            <a:prstGeom prst="straightConnector1">
              <a:avLst/>
            </a:prstGeom>
            <a:ln w="19050">
              <a:tailEnd type="arrow"/>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4945097" y="2354277"/>
            <a:ext cx="3511990" cy="3855129"/>
            <a:chOff x="2645035" y="1879984"/>
            <a:chExt cx="2082777" cy="2314099"/>
          </a:xfrm>
        </p:grpSpPr>
        <p:cxnSp>
          <p:nvCxnSpPr>
            <p:cNvPr id="13" name="Straight Arrow Connector 12"/>
            <p:cNvCxnSpPr/>
            <p:nvPr/>
          </p:nvCxnSpPr>
          <p:spPr>
            <a:xfrm>
              <a:off x="3364058" y="1879984"/>
              <a:ext cx="829920" cy="1455"/>
            </a:xfrm>
            <a:prstGeom prst="straightConnector1">
              <a:avLst/>
            </a:prstGeom>
            <a:ln w="19050">
              <a:solidFill>
                <a:schemeClr val="accent4"/>
              </a:solidFill>
              <a:tailEnd type="arrow"/>
            </a:ln>
          </p:spPr>
          <p:style>
            <a:lnRef idx="1">
              <a:schemeClr val="accent1"/>
            </a:lnRef>
            <a:fillRef idx="0">
              <a:schemeClr val="accent1"/>
            </a:fillRef>
            <a:effectRef idx="0">
              <a:schemeClr val="accent1"/>
            </a:effectRef>
            <a:fontRef idx="minor">
              <a:schemeClr val="tx1"/>
            </a:fontRef>
          </p:style>
        </p:cxnSp>
        <p:grpSp>
          <p:nvGrpSpPr>
            <p:cNvPr id="8" name="Group 25"/>
            <p:cNvGrpSpPr/>
            <p:nvPr/>
          </p:nvGrpSpPr>
          <p:grpSpPr>
            <a:xfrm>
              <a:off x="2645035" y="2059100"/>
              <a:ext cx="2082777" cy="2134983"/>
              <a:chOff x="2645035" y="2059100"/>
              <a:chExt cx="2082777" cy="2134983"/>
            </a:xfrm>
          </p:grpSpPr>
          <p:sp>
            <p:nvSpPr>
              <p:cNvPr id="10" name="Rectangle 9"/>
              <p:cNvSpPr/>
              <p:nvPr/>
            </p:nvSpPr>
            <p:spPr>
              <a:xfrm>
                <a:off x="2645035" y="2059100"/>
                <a:ext cx="2082777" cy="213498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2" name="Rectangle 21"/>
              <p:cNvSpPr/>
              <p:nvPr/>
            </p:nvSpPr>
            <p:spPr>
              <a:xfrm>
                <a:off x="2734994" y="2582121"/>
                <a:ext cx="1612299" cy="1090010"/>
              </a:xfrm>
              <a:prstGeom prst="rect">
                <a:avLst/>
              </a:prstGeom>
            </p:spPr>
            <p:txBody>
              <a:bodyPr wrap="square">
                <a:spAutoFit/>
              </a:bodyPr>
              <a:lstStyle/>
              <a:p>
                <a:pPr algn="ctr" rtl="1"/>
                <a:r>
                  <a:rPr lang="ar-JO" sz="2800" b="1" dirty="0" smtClean="0">
                    <a:solidFill>
                      <a:prstClr val="white"/>
                    </a:solidFill>
                    <a:cs typeface="Simplified Arabic" panose="02020603050405020304" pitchFamily="18" charset="-78"/>
                  </a:rPr>
                  <a:t>تنويع </a:t>
                </a:r>
                <a:r>
                  <a:rPr lang="ar-JO" sz="2800" b="1" dirty="0">
                    <a:solidFill>
                      <a:prstClr val="white"/>
                    </a:solidFill>
                    <a:cs typeface="Simplified Arabic" panose="02020603050405020304" pitchFamily="18" charset="-78"/>
                  </a:rPr>
                  <a:t>أساليب التعليم، كالتعلم بالترفيه والتعليم التعاوني والتعليم عن بعد.</a:t>
                </a:r>
                <a:endParaRPr lang="id-ID" sz="2800" b="1" dirty="0">
                  <a:solidFill>
                    <a:prstClr val="white"/>
                  </a:solidFill>
                  <a:latin typeface="Open Sans Light" pitchFamily="34" charset="0"/>
                  <a:ea typeface="Open Sans Light" pitchFamily="34" charset="0"/>
                  <a:cs typeface="Open Sans Light" pitchFamily="34" charset="0"/>
                </a:endParaRPr>
              </a:p>
            </p:txBody>
          </p:sp>
        </p:grpSp>
      </p:grpSp>
      <p:grpSp>
        <p:nvGrpSpPr>
          <p:cNvPr id="31" name="Group 30"/>
          <p:cNvGrpSpPr/>
          <p:nvPr/>
        </p:nvGrpSpPr>
        <p:grpSpPr>
          <a:xfrm>
            <a:off x="7876143" y="1962190"/>
            <a:ext cx="3612220" cy="3702764"/>
            <a:chOff x="4937952" y="1375371"/>
            <a:chExt cx="2709166" cy="2777073"/>
          </a:xfrm>
        </p:grpSpPr>
        <p:cxnSp>
          <p:nvCxnSpPr>
            <p:cNvPr id="14" name="Straight Arrow Connector 13"/>
            <p:cNvCxnSpPr/>
            <p:nvPr/>
          </p:nvCxnSpPr>
          <p:spPr>
            <a:xfrm>
              <a:off x="5023898" y="3908630"/>
              <a:ext cx="829920" cy="1455"/>
            </a:xfrm>
            <a:prstGeom prst="straightConnector1">
              <a:avLst/>
            </a:prstGeom>
            <a:ln w="19050">
              <a:solidFill>
                <a:schemeClr val="accent3"/>
              </a:solidFill>
              <a:tailEnd type="arrow"/>
            </a:ln>
          </p:spPr>
          <p:style>
            <a:lnRef idx="1">
              <a:schemeClr val="accent1"/>
            </a:lnRef>
            <a:fillRef idx="0">
              <a:schemeClr val="accent1"/>
            </a:fillRef>
            <a:effectRef idx="0">
              <a:schemeClr val="accent1"/>
            </a:effectRef>
            <a:fontRef idx="minor">
              <a:schemeClr val="tx1"/>
            </a:fontRef>
          </p:style>
        </p:cxnSp>
        <p:grpSp>
          <p:nvGrpSpPr>
            <p:cNvPr id="25" name="Group 26"/>
            <p:cNvGrpSpPr/>
            <p:nvPr/>
          </p:nvGrpSpPr>
          <p:grpSpPr>
            <a:xfrm>
              <a:off x="4937952" y="1375371"/>
              <a:ext cx="2709166" cy="2777073"/>
              <a:chOff x="4937952" y="1375371"/>
              <a:chExt cx="2709166" cy="2777073"/>
            </a:xfrm>
          </p:grpSpPr>
          <p:sp>
            <p:nvSpPr>
              <p:cNvPr id="11" name="Rectangle 10"/>
              <p:cNvSpPr/>
              <p:nvPr/>
            </p:nvSpPr>
            <p:spPr>
              <a:xfrm>
                <a:off x="4937952" y="1375371"/>
                <a:ext cx="2709166" cy="277707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3" name="Rectangle 22"/>
              <p:cNvSpPr/>
              <p:nvPr/>
            </p:nvSpPr>
            <p:spPr>
              <a:xfrm>
                <a:off x="5136312" y="1497872"/>
                <a:ext cx="2401988" cy="2331407"/>
              </a:xfrm>
              <a:prstGeom prst="rect">
                <a:avLst/>
              </a:prstGeom>
            </p:spPr>
            <p:txBody>
              <a:bodyPr wrap="square">
                <a:spAutoFit/>
              </a:bodyPr>
              <a:lstStyle/>
              <a:p>
                <a:pPr algn="ctr" rtl="1"/>
                <a:r>
                  <a:rPr lang="ar-JO" sz="2800" b="1" dirty="0" smtClean="0">
                    <a:solidFill>
                      <a:prstClr val="white"/>
                    </a:solidFill>
                    <a:cs typeface="Simplified Arabic" panose="02020603050405020304" pitchFamily="18" charset="-78"/>
                  </a:rPr>
                  <a:t>إنتاج </a:t>
                </a:r>
                <a:r>
                  <a:rPr lang="ar-JO" sz="2800" b="1" dirty="0">
                    <a:solidFill>
                      <a:prstClr val="white"/>
                    </a:solidFill>
                    <a:cs typeface="Simplified Arabic" panose="02020603050405020304" pitchFamily="18" charset="-78"/>
                  </a:rPr>
                  <a:t>واستخدام الوسائط المتعددة التي تثري الدروس التعليمية وتضيف لوقت الدرس متعة واستفادة، كالصور، والأفلام القصيرة، وتسجيل الصوتيات.</a:t>
                </a:r>
                <a:endParaRPr lang="id-ID" sz="2800" b="1" dirty="0">
                  <a:solidFill>
                    <a:prstClr val="white"/>
                  </a:solidFill>
                  <a:latin typeface="Open Sans Light" pitchFamily="34" charset="0"/>
                  <a:ea typeface="Open Sans Light" pitchFamily="34" charset="0"/>
                  <a:cs typeface="Open Sans Light" pitchFamily="34" charset="0"/>
                </a:endParaRPr>
              </a:p>
            </p:txBody>
          </p:sp>
        </p:grpSp>
      </p:grpSp>
      <p:sp>
        <p:nvSpPr>
          <p:cNvPr id="17" name="Title 6"/>
          <p:cNvSpPr txBox="1">
            <a:spLocks/>
          </p:cNvSpPr>
          <p:nvPr/>
        </p:nvSpPr>
        <p:spPr>
          <a:xfrm>
            <a:off x="1270000" y="685684"/>
            <a:ext cx="9652000" cy="471365"/>
          </a:xfrm>
          <a:prstGeom prst="rect">
            <a:avLst/>
          </a:prstGeom>
        </p:spPr>
        <p:txBody>
          <a:bodyPr wrap="none" lIns="0" tIns="0" rIns="0" bIns="0" anchor="ctr">
            <a:noAutofit/>
          </a:bodyPr>
          <a:lstStyle>
            <a:lvl1pPr algn="ctr" defTabSz="1219139" rtl="0" eaLnBrk="1" latinLnBrk="0" hangingPunct="1">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lvl="0" rtl="1" fontAlgn="auto">
              <a:spcAft>
                <a:spcPts val="0"/>
              </a:spcAft>
            </a:pPr>
            <a:r>
              <a:rPr lang="ar-SA" u="sng" dirty="0">
                <a:solidFill>
                  <a:srgbClr val="262626"/>
                </a:solidFill>
              </a:rPr>
              <a:t>‌ب-	تأثير الأجهزة الذكية في التعليم </a:t>
            </a:r>
            <a:endParaRPr kumimoji="0" lang="en-US" sz="4000" b="1" i="0" u="sng" strike="noStrike" kern="1200" cap="none" spc="0" normalizeH="0" baseline="0" noProof="0" dirty="0">
              <a:ln>
                <a:noFill/>
              </a:ln>
              <a:solidFill>
                <a:srgbClr val="262626"/>
              </a:solidFill>
              <a:effectLst/>
              <a:uLnTx/>
              <a:uFillTx/>
              <a:latin typeface="Roboto" panose="02000000000000000000" pitchFamily="2" charset="0"/>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227996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slide(fromLeft)">
                                      <p:cBhvr>
                                        <p:cTn id="7" dur="500"/>
                                        <p:tgtEl>
                                          <p:spTgt spid="2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slide(fromLeft)">
                                      <p:cBhvr>
                                        <p:cTn id="11" dur="500"/>
                                        <p:tgtEl>
                                          <p:spTgt spid="30"/>
                                        </p:tgtEl>
                                      </p:cBhvr>
                                    </p:animEffect>
                                  </p:childTnLst>
                                </p:cTn>
                              </p:par>
                            </p:childTnLst>
                          </p:cTn>
                        </p:par>
                        <p:par>
                          <p:cTn id="12" fill="hold">
                            <p:stCondLst>
                              <p:cond delay="1000"/>
                            </p:stCondLst>
                            <p:childTnLst>
                              <p:par>
                                <p:cTn id="13" presetID="12" presetClass="entr" presetSubtype="8" fill="hold"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slide(fromLeft)">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p:cNvGrpSpPr/>
          <p:nvPr/>
        </p:nvGrpSpPr>
        <p:grpSpPr>
          <a:xfrm>
            <a:off x="1862703" y="2008972"/>
            <a:ext cx="3335539" cy="3892011"/>
            <a:chOff x="850313" y="1400004"/>
            <a:chExt cx="2151195" cy="2510081"/>
          </a:xfrm>
        </p:grpSpPr>
        <p:grpSp>
          <p:nvGrpSpPr>
            <p:cNvPr id="3" name="Group 24"/>
            <p:cNvGrpSpPr/>
            <p:nvPr/>
          </p:nvGrpSpPr>
          <p:grpSpPr>
            <a:xfrm>
              <a:off x="850313" y="1400004"/>
              <a:ext cx="2151195" cy="2205117"/>
              <a:chOff x="850313" y="1400004"/>
              <a:chExt cx="2151195" cy="2205117"/>
            </a:xfrm>
          </p:grpSpPr>
          <p:sp>
            <p:nvSpPr>
              <p:cNvPr id="9" name="Rectangle 8"/>
              <p:cNvSpPr/>
              <p:nvPr/>
            </p:nvSpPr>
            <p:spPr>
              <a:xfrm>
                <a:off x="850313" y="1400004"/>
                <a:ext cx="2151195" cy="220511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1" name="Rectangle 20"/>
              <p:cNvSpPr/>
              <p:nvPr/>
            </p:nvSpPr>
            <p:spPr>
              <a:xfrm>
                <a:off x="883281" y="1700395"/>
                <a:ext cx="1846927" cy="1171120"/>
              </a:xfrm>
              <a:prstGeom prst="rect">
                <a:avLst/>
              </a:prstGeom>
            </p:spPr>
            <p:txBody>
              <a:bodyPr wrap="square">
                <a:spAutoFit/>
              </a:bodyPr>
              <a:lstStyle/>
              <a:p>
                <a:pPr algn="ctr" rtl="1"/>
                <a:r>
                  <a:rPr lang="ar-JO" sz="2800" b="1" dirty="0" smtClean="0">
                    <a:solidFill>
                      <a:prstClr val="white"/>
                    </a:solidFill>
                    <a:cs typeface="Simplified Arabic" panose="02020603050405020304" pitchFamily="18" charset="-78"/>
                  </a:rPr>
                  <a:t>تساهم </a:t>
                </a:r>
                <a:r>
                  <a:rPr lang="ar-JO" sz="2800" b="1" dirty="0">
                    <a:solidFill>
                      <a:prstClr val="white"/>
                    </a:solidFill>
                    <a:cs typeface="Simplified Arabic" panose="02020603050405020304" pitchFamily="18" charset="-78"/>
                  </a:rPr>
                  <a:t>الأجهزة الذكية في جعل الطالب هو محور عملية التعلم وليس المعلم.</a:t>
                </a:r>
                <a:endParaRPr lang="id-ID" sz="2800" b="1" dirty="0">
                  <a:solidFill>
                    <a:prstClr val="white"/>
                  </a:solidFill>
                  <a:latin typeface="Open Sans Light" pitchFamily="34" charset="0"/>
                  <a:ea typeface="Open Sans Light" pitchFamily="34" charset="0"/>
                  <a:cs typeface="Open Sans Light" pitchFamily="34" charset="0"/>
                </a:endParaRPr>
              </a:p>
            </p:txBody>
          </p:sp>
        </p:grpSp>
        <p:cxnSp>
          <p:nvCxnSpPr>
            <p:cNvPr id="15" name="Straight Arrow Connector 14"/>
            <p:cNvCxnSpPr/>
            <p:nvPr/>
          </p:nvCxnSpPr>
          <p:spPr>
            <a:xfrm>
              <a:off x="1512699" y="3908630"/>
              <a:ext cx="829920" cy="1455"/>
            </a:xfrm>
            <a:prstGeom prst="straightConnector1">
              <a:avLst/>
            </a:prstGeom>
            <a:ln w="19050">
              <a:tailEnd type="arrow"/>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4945097" y="2354277"/>
            <a:ext cx="3511990" cy="3855129"/>
            <a:chOff x="2645035" y="1879984"/>
            <a:chExt cx="2082777" cy="2314099"/>
          </a:xfrm>
        </p:grpSpPr>
        <p:cxnSp>
          <p:nvCxnSpPr>
            <p:cNvPr id="13" name="Straight Arrow Connector 12"/>
            <p:cNvCxnSpPr/>
            <p:nvPr/>
          </p:nvCxnSpPr>
          <p:spPr>
            <a:xfrm>
              <a:off x="3364058" y="1879984"/>
              <a:ext cx="829920" cy="1455"/>
            </a:xfrm>
            <a:prstGeom prst="straightConnector1">
              <a:avLst/>
            </a:prstGeom>
            <a:ln w="19050">
              <a:solidFill>
                <a:schemeClr val="accent4"/>
              </a:solidFill>
              <a:tailEnd type="arrow"/>
            </a:ln>
          </p:spPr>
          <p:style>
            <a:lnRef idx="1">
              <a:schemeClr val="accent1"/>
            </a:lnRef>
            <a:fillRef idx="0">
              <a:schemeClr val="accent1"/>
            </a:fillRef>
            <a:effectRef idx="0">
              <a:schemeClr val="accent1"/>
            </a:effectRef>
            <a:fontRef idx="minor">
              <a:schemeClr val="tx1"/>
            </a:fontRef>
          </p:style>
        </p:cxnSp>
        <p:grpSp>
          <p:nvGrpSpPr>
            <p:cNvPr id="8" name="Group 25"/>
            <p:cNvGrpSpPr/>
            <p:nvPr/>
          </p:nvGrpSpPr>
          <p:grpSpPr>
            <a:xfrm>
              <a:off x="2645035" y="2059100"/>
              <a:ext cx="2082777" cy="2134983"/>
              <a:chOff x="2645035" y="2059100"/>
              <a:chExt cx="2082777" cy="2134983"/>
            </a:xfrm>
          </p:grpSpPr>
          <p:sp>
            <p:nvSpPr>
              <p:cNvPr id="10" name="Rectangle 9"/>
              <p:cNvSpPr/>
              <p:nvPr/>
            </p:nvSpPr>
            <p:spPr>
              <a:xfrm>
                <a:off x="2645035" y="2059100"/>
                <a:ext cx="2082777" cy="213498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2" name="Rectangle 21"/>
              <p:cNvSpPr/>
              <p:nvPr/>
            </p:nvSpPr>
            <p:spPr>
              <a:xfrm>
                <a:off x="2734994" y="2582121"/>
                <a:ext cx="1612299" cy="1090010"/>
              </a:xfrm>
              <a:prstGeom prst="rect">
                <a:avLst/>
              </a:prstGeom>
            </p:spPr>
            <p:txBody>
              <a:bodyPr wrap="square">
                <a:spAutoFit/>
              </a:bodyPr>
              <a:lstStyle/>
              <a:p>
                <a:pPr algn="ctr" rtl="1"/>
                <a:r>
                  <a:rPr lang="ar-JO" sz="2800" b="1" dirty="0" smtClean="0">
                    <a:solidFill>
                      <a:prstClr val="white"/>
                    </a:solidFill>
                    <a:cs typeface="Simplified Arabic" panose="02020603050405020304" pitchFamily="18" charset="-78"/>
                  </a:rPr>
                  <a:t>تساعد </a:t>
                </a:r>
                <a:r>
                  <a:rPr lang="ar-JO" sz="2800" b="1" dirty="0">
                    <a:solidFill>
                      <a:prstClr val="white"/>
                    </a:solidFill>
                    <a:cs typeface="Simplified Arabic" panose="02020603050405020304" pitchFamily="18" charset="-78"/>
                  </a:rPr>
                  <a:t>الأجهزة الذكية في تحسين مهارة الكتابة اليدوية لدى الطلاب.</a:t>
                </a:r>
                <a:endParaRPr lang="id-ID" sz="2800" b="1" dirty="0">
                  <a:solidFill>
                    <a:prstClr val="white"/>
                  </a:solidFill>
                  <a:latin typeface="Open Sans Light" pitchFamily="34" charset="0"/>
                  <a:ea typeface="Open Sans Light" pitchFamily="34" charset="0"/>
                  <a:cs typeface="Open Sans Light" pitchFamily="34" charset="0"/>
                </a:endParaRPr>
              </a:p>
            </p:txBody>
          </p:sp>
        </p:grpSp>
      </p:grpSp>
      <p:grpSp>
        <p:nvGrpSpPr>
          <p:cNvPr id="31" name="Group 30"/>
          <p:cNvGrpSpPr/>
          <p:nvPr/>
        </p:nvGrpSpPr>
        <p:grpSpPr>
          <a:xfrm>
            <a:off x="7876143" y="1962190"/>
            <a:ext cx="3612220" cy="3702764"/>
            <a:chOff x="4937952" y="1375371"/>
            <a:chExt cx="2709166" cy="2777073"/>
          </a:xfrm>
        </p:grpSpPr>
        <p:cxnSp>
          <p:nvCxnSpPr>
            <p:cNvPr id="14" name="Straight Arrow Connector 13"/>
            <p:cNvCxnSpPr/>
            <p:nvPr/>
          </p:nvCxnSpPr>
          <p:spPr>
            <a:xfrm>
              <a:off x="5023898" y="3908630"/>
              <a:ext cx="829920" cy="1455"/>
            </a:xfrm>
            <a:prstGeom prst="straightConnector1">
              <a:avLst/>
            </a:prstGeom>
            <a:ln w="19050">
              <a:solidFill>
                <a:schemeClr val="accent3"/>
              </a:solidFill>
              <a:tailEnd type="arrow"/>
            </a:ln>
          </p:spPr>
          <p:style>
            <a:lnRef idx="1">
              <a:schemeClr val="accent1"/>
            </a:lnRef>
            <a:fillRef idx="0">
              <a:schemeClr val="accent1"/>
            </a:fillRef>
            <a:effectRef idx="0">
              <a:schemeClr val="accent1"/>
            </a:effectRef>
            <a:fontRef idx="minor">
              <a:schemeClr val="tx1"/>
            </a:fontRef>
          </p:style>
        </p:cxnSp>
        <p:grpSp>
          <p:nvGrpSpPr>
            <p:cNvPr id="25" name="Group 26"/>
            <p:cNvGrpSpPr/>
            <p:nvPr/>
          </p:nvGrpSpPr>
          <p:grpSpPr>
            <a:xfrm>
              <a:off x="4937952" y="1375371"/>
              <a:ext cx="2709166" cy="2777073"/>
              <a:chOff x="4937952" y="1375371"/>
              <a:chExt cx="2709166" cy="2777073"/>
            </a:xfrm>
          </p:grpSpPr>
          <p:sp>
            <p:nvSpPr>
              <p:cNvPr id="11" name="Rectangle 10"/>
              <p:cNvSpPr/>
              <p:nvPr/>
            </p:nvSpPr>
            <p:spPr>
              <a:xfrm>
                <a:off x="4937952" y="1375371"/>
                <a:ext cx="2709166" cy="277707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3" name="Rectangle 22"/>
              <p:cNvSpPr/>
              <p:nvPr/>
            </p:nvSpPr>
            <p:spPr>
              <a:xfrm>
                <a:off x="5136312" y="2071387"/>
                <a:ext cx="2401988" cy="1361912"/>
              </a:xfrm>
              <a:prstGeom prst="rect">
                <a:avLst/>
              </a:prstGeom>
            </p:spPr>
            <p:txBody>
              <a:bodyPr wrap="square">
                <a:spAutoFit/>
              </a:bodyPr>
              <a:lstStyle/>
              <a:p>
                <a:pPr algn="ctr" rtl="1"/>
                <a:r>
                  <a:rPr lang="ar-JO" sz="2800" b="1" dirty="0" smtClean="0">
                    <a:solidFill>
                      <a:prstClr val="white"/>
                    </a:solidFill>
                    <a:cs typeface="Simplified Arabic" panose="02020603050405020304" pitchFamily="18" charset="-78"/>
                  </a:rPr>
                  <a:t>تتيح </a:t>
                </a:r>
                <a:r>
                  <a:rPr lang="ar-JO" sz="2800" b="1" dirty="0">
                    <a:solidFill>
                      <a:prstClr val="white"/>
                    </a:solidFill>
                    <a:cs typeface="Simplified Arabic" panose="02020603050405020304" pitchFamily="18" charset="-78"/>
                  </a:rPr>
                  <a:t>الأجهزة الذكية تدوين ملاحظات باليد أو بالصوت مباشرة أثناء الدروس أو الرحلات الخارجية. </a:t>
                </a:r>
                <a:endParaRPr lang="id-ID" sz="2800" b="1" dirty="0">
                  <a:solidFill>
                    <a:prstClr val="white"/>
                  </a:solidFill>
                  <a:latin typeface="Open Sans Light" pitchFamily="34" charset="0"/>
                  <a:ea typeface="Open Sans Light" pitchFamily="34" charset="0"/>
                  <a:cs typeface="Open Sans Light" pitchFamily="34" charset="0"/>
                </a:endParaRPr>
              </a:p>
            </p:txBody>
          </p:sp>
        </p:grpSp>
      </p:grpSp>
      <p:sp>
        <p:nvSpPr>
          <p:cNvPr id="17" name="Title 6"/>
          <p:cNvSpPr txBox="1">
            <a:spLocks/>
          </p:cNvSpPr>
          <p:nvPr/>
        </p:nvSpPr>
        <p:spPr>
          <a:xfrm>
            <a:off x="1270000" y="685684"/>
            <a:ext cx="9652000" cy="471365"/>
          </a:xfrm>
          <a:prstGeom prst="rect">
            <a:avLst/>
          </a:prstGeom>
        </p:spPr>
        <p:txBody>
          <a:bodyPr wrap="none" lIns="0" tIns="0" rIns="0" bIns="0" anchor="ctr">
            <a:noAutofit/>
          </a:bodyPr>
          <a:lstStyle>
            <a:lvl1pPr algn="ctr" defTabSz="1219139" rtl="0" eaLnBrk="1" latinLnBrk="0" hangingPunct="1">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lvl="0" rtl="1" fontAlgn="auto">
              <a:spcAft>
                <a:spcPts val="0"/>
              </a:spcAft>
            </a:pPr>
            <a:r>
              <a:rPr lang="ar-SA" u="sng" dirty="0">
                <a:solidFill>
                  <a:srgbClr val="262626"/>
                </a:solidFill>
              </a:rPr>
              <a:t>‌ب-	تأثير الأجهزة الذكية في التعليم </a:t>
            </a:r>
            <a:endParaRPr kumimoji="0" lang="en-US" sz="4000" b="1" i="0" u="sng" strike="noStrike" kern="1200" cap="none" spc="0" normalizeH="0" baseline="0" noProof="0" dirty="0">
              <a:ln>
                <a:noFill/>
              </a:ln>
              <a:solidFill>
                <a:srgbClr val="262626"/>
              </a:solidFill>
              <a:effectLst/>
              <a:uLnTx/>
              <a:uFillTx/>
              <a:latin typeface="Roboto" panose="02000000000000000000" pitchFamily="2" charset="0"/>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79714994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slide(fromLeft)">
                                      <p:cBhvr>
                                        <p:cTn id="7" dur="500"/>
                                        <p:tgtEl>
                                          <p:spTgt spid="2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slide(fromLeft)">
                                      <p:cBhvr>
                                        <p:cTn id="11" dur="500"/>
                                        <p:tgtEl>
                                          <p:spTgt spid="30"/>
                                        </p:tgtEl>
                                      </p:cBhvr>
                                    </p:animEffect>
                                  </p:childTnLst>
                                </p:cTn>
                              </p:par>
                            </p:childTnLst>
                          </p:cTn>
                        </p:par>
                        <p:par>
                          <p:cTn id="12" fill="hold">
                            <p:stCondLst>
                              <p:cond delay="1000"/>
                            </p:stCondLst>
                            <p:childTnLst>
                              <p:par>
                                <p:cTn id="13" presetID="12" presetClass="entr" presetSubtype="8" fill="hold"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slide(fromLeft)">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p:cNvGrpSpPr/>
          <p:nvPr/>
        </p:nvGrpSpPr>
        <p:grpSpPr>
          <a:xfrm>
            <a:off x="2934870" y="2156502"/>
            <a:ext cx="3488901" cy="3639636"/>
            <a:chOff x="2292918" y="1905566"/>
            <a:chExt cx="2202477" cy="2424423"/>
          </a:xfrm>
        </p:grpSpPr>
        <p:cxnSp>
          <p:nvCxnSpPr>
            <p:cNvPr id="13" name="Straight Arrow Connector 12"/>
            <p:cNvCxnSpPr/>
            <p:nvPr/>
          </p:nvCxnSpPr>
          <p:spPr>
            <a:xfrm>
              <a:off x="2911549" y="1905566"/>
              <a:ext cx="829920" cy="1455"/>
            </a:xfrm>
            <a:prstGeom prst="straightConnector1">
              <a:avLst/>
            </a:prstGeom>
            <a:ln w="19050">
              <a:solidFill>
                <a:schemeClr val="accent4"/>
              </a:solidFill>
              <a:tailEnd type="arrow"/>
            </a:ln>
          </p:spPr>
          <p:style>
            <a:lnRef idx="1">
              <a:schemeClr val="accent1"/>
            </a:lnRef>
            <a:fillRef idx="0">
              <a:schemeClr val="accent1"/>
            </a:fillRef>
            <a:effectRef idx="0">
              <a:schemeClr val="accent1"/>
            </a:effectRef>
            <a:fontRef idx="minor">
              <a:schemeClr val="tx1"/>
            </a:fontRef>
          </p:style>
        </p:cxnSp>
        <p:grpSp>
          <p:nvGrpSpPr>
            <p:cNvPr id="8" name="Group 25"/>
            <p:cNvGrpSpPr/>
            <p:nvPr/>
          </p:nvGrpSpPr>
          <p:grpSpPr>
            <a:xfrm>
              <a:off x="2292918" y="2072307"/>
              <a:ext cx="2202477" cy="2257682"/>
              <a:chOff x="2292918" y="2072307"/>
              <a:chExt cx="2202477" cy="2257682"/>
            </a:xfrm>
          </p:grpSpPr>
          <p:sp>
            <p:nvSpPr>
              <p:cNvPr id="10" name="Rectangle 9"/>
              <p:cNvSpPr/>
              <p:nvPr/>
            </p:nvSpPr>
            <p:spPr>
              <a:xfrm>
                <a:off x="2292918" y="2072307"/>
                <a:ext cx="2202477" cy="22576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2" name="Rectangle 21"/>
              <p:cNvSpPr/>
              <p:nvPr/>
            </p:nvSpPr>
            <p:spPr>
              <a:xfrm>
                <a:off x="2493994" y="2186323"/>
                <a:ext cx="1714512" cy="2029650"/>
              </a:xfrm>
              <a:prstGeom prst="rect">
                <a:avLst/>
              </a:prstGeom>
            </p:spPr>
            <p:txBody>
              <a:bodyPr wrap="square">
                <a:spAutoFit/>
              </a:bodyPr>
              <a:lstStyle/>
              <a:p>
                <a:pPr algn="ctr" rtl="1"/>
                <a:r>
                  <a:rPr lang="ar-JO" sz="3200" b="1" dirty="0" smtClean="0">
                    <a:solidFill>
                      <a:prstClr val="white"/>
                    </a:solidFill>
                    <a:cs typeface="Simplified Arabic" panose="02020603050405020304" pitchFamily="18" charset="-78"/>
                  </a:rPr>
                  <a:t>تساعد </a:t>
                </a:r>
                <a:r>
                  <a:rPr lang="ar-JO" sz="3200" b="1" dirty="0">
                    <a:solidFill>
                      <a:prstClr val="white"/>
                    </a:solidFill>
                    <a:cs typeface="Simplified Arabic" panose="02020603050405020304" pitchFamily="18" charset="-78"/>
                  </a:rPr>
                  <a:t>الأجهزة الذكية في سد الفجوة الرقمية كونها أقل تكلفة من الحاسبات المكتبية والمحمولة.</a:t>
                </a:r>
                <a:endParaRPr lang="id-ID"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31" name="Group 30"/>
          <p:cNvGrpSpPr/>
          <p:nvPr/>
        </p:nvGrpSpPr>
        <p:grpSpPr>
          <a:xfrm>
            <a:off x="6209452" y="1597634"/>
            <a:ext cx="3345093" cy="3446186"/>
            <a:chOff x="4513178" y="1440496"/>
            <a:chExt cx="2111694" cy="2295562"/>
          </a:xfrm>
        </p:grpSpPr>
        <p:cxnSp>
          <p:nvCxnSpPr>
            <p:cNvPr id="14" name="Straight Arrow Connector 13"/>
            <p:cNvCxnSpPr/>
            <p:nvPr/>
          </p:nvCxnSpPr>
          <p:spPr>
            <a:xfrm>
              <a:off x="5023898" y="3734603"/>
              <a:ext cx="829920" cy="1455"/>
            </a:xfrm>
            <a:prstGeom prst="straightConnector1">
              <a:avLst/>
            </a:prstGeom>
            <a:ln w="19050">
              <a:solidFill>
                <a:schemeClr val="accent3"/>
              </a:solidFill>
              <a:tailEnd type="arrow"/>
            </a:ln>
          </p:spPr>
          <p:style>
            <a:lnRef idx="1">
              <a:schemeClr val="accent1"/>
            </a:lnRef>
            <a:fillRef idx="0">
              <a:schemeClr val="accent1"/>
            </a:fillRef>
            <a:effectRef idx="0">
              <a:schemeClr val="accent1"/>
            </a:effectRef>
            <a:fontRef idx="minor">
              <a:schemeClr val="tx1"/>
            </a:fontRef>
          </p:style>
        </p:cxnSp>
        <p:grpSp>
          <p:nvGrpSpPr>
            <p:cNvPr id="25" name="Group 26"/>
            <p:cNvGrpSpPr/>
            <p:nvPr/>
          </p:nvGrpSpPr>
          <p:grpSpPr>
            <a:xfrm>
              <a:off x="4513178" y="1440496"/>
              <a:ext cx="2111694" cy="2164625"/>
              <a:chOff x="4513178" y="1440496"/>
              <a:chExt cx="2111694" cy="2164625"/>
            </a:xfrm>
          </p:grpSpPr>
          <p:sp>
            <p:nvSpPr>
              <p:cNvPr id="11" name="Rectangle 10"/>
              <p:cNvSpPr/>
              <p:nvPr/>
            </p:nvSpPr>
            <p:spPr>
              <a:xfrm>
                <a:off x="4513178" y="1440496"/>
                <a:ext cx="2111694" cy="21646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3" name="Rectangle 22"/>
              <p:cNvSpPr/>
              <p:nvPr/>
            </p:nvSpPr>
            <p:spPr>
              <a:xfrm>
                <a:off x="4572635" y="1671996"/>
                <a:ext cx="1992778" cy="1373601"/>
              </a:xfrm>
              <a:prstGeom prst="rect">
                <a:avLst/>
              </a:prstGeom>
            </p:spPr>
            <p:txBody>
              <a:bodyPr wrap="square">
                <a:spAutoFit/>
              </a:bodyPr>
              <a:lstStyle/>
              <a:p>
                <a:pPr algn="ctr" rtl="1"/>
                <a:r>
                  <a:rPr lang="ar-JO" sz="3200" b="1" dirty="0" smtClean="0">
                    <a:solidFill>
                      <a:prstClr val="white"/>
                    </a:solidFill>
                    <a:cs typeface="Simplified Arabic" panose="02020603050405020304" pitchFamily="18" charset="-78"/>
                  </a:rPr>
                  <a:t>إمكانية </a:t>
                </a:r>
                <a:r>
                  <a:rPr lang="ar-JO" sz="3200" b="1" dirty="0">
                    <a:solidFill>
                      <a:prstClr val="white"/>
                    </a:solidFill>
                    <a:cs typeface="Simplified Arabic" panose="02020603050405020304" pitchFamily="18" charset="-78"/>
                  </a:rPr>
                  <a:t>بث المحاضرات والنقاشات إلى الطلاب مباشرة وإنشاء مكتبه خاصة بها.</a:t>
                </a:r>
                <a:endParaRPr lang="id-ID" sz="3200" b="1" dirty="0">
                  <a:solidFill>
                    <a:prstClr val="white"/>
                  </a:solidFill>
                  <a:latin typeface="Open Sans Light" pitchFamily="34" charset="0"/>
                  <a:ea typeface="Open Sans Light" pitchFamily="34" charset="0"/>
                  <a:cs typeface="Open Sans Light" pitchFamily="34" charset="0"/>
                </a:endParaRPr>
              </a:p>
            </p:txBody>
          </p:sp>
        </p:grpSp>
      </p:grpSp>
      <p:pic>
        <p:nvPicPr>
          <p:cNvPr id="2" name="Picture 1"/>
          <p:cNvPicPr>
            <a:picLocks noChangeAspect="1"/>
          </p:cNvPicPr>
          <p:nvPr/>
        </p:nvPicPr>
        <p:blipFill>
          <a:blip r:embed="rId2"/>
          <a:stretch>
            <a:fillRect/>
          </a:stretch>
        </p:blipFill>
        <p:spPr>
          <a:xfrm>
            <a:off x="1101673" y="316643"/>
            <a:ext cx="9656901" cy="1072989"/>
          </a:xfrm>
          <a:prstGeom prst="rect">
            <a:avLst/>
          </a:prstGeom>
        </p:spPr>
      </p:pic>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9620285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slide(fromLeft)">
                                      <p:cBhvr>
                                        <p:cTn id="7" dur="500"/>
                                        <p:tgtEl>
                                          <p:spTgt spid="30"/>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slide(fromLeft)">
                                      <p:cBhvr>
                                        <p:cTn id="11"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pPr rtl="1"/>
            <a:r>
              <a:rPr lang="ar-SA" u="sng" dirty="0">
                <a:solidFill>
                  <a:schemeClr val="tx1"/>
                </a:solidFill>
              </a:rPr>
              <a:t>‌ج-	فوائد استخدام الأجهزة الذكية في التعليم </a:t>
            </a:r>
            <a:endParaRPr lang="en-US" u="sng" dirty="0">
              <a:solidFill>
                <a:schemeClr val="tx1"/>
              </a:solidFill>
            </a:endParaRPr>
          </a:p>
        </p:txBody>
      </p:sp>
      <p:sp>
        <p:nvSpPr>
          <p:cNvPr id="27" name="Text Placeholder 3"/>
          <p:cNvSpPr txBox="1">
            <a:spLocks/>
          </p:cNvSpPr>
          <p:nvPr/>
        </p:nvSpPr>
        <p:spPr>
          <a:xfrm>
            <a:off x="6714666" y="2104118"/>
            <a:ext cx="5081954" cy="43088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إمكانية </a:t>
            </a:r>
            <a:r>
              <a:rPr lang="ar-SA" sz="2800" b="1" dirty="0">
                <a:solidFill>
                  <a:srgbClr val="262626"/>
                </a:solidFill>
                <a:latin typeface="Roboto Condensed"/>
                <a:cs typeface="Simplified Arabic" panose="02020603050405020304" pitchFamily="18" charset="-78"/>
              </a:rPr>
              <a:t>استخدامها في أي مكان وأي زمان.</a:t>
            </a:r>
            <a:endParaRPr lang="en-US" sz="2800" b="1" dirty="0">
              <a:solidFill>
                <a:srgbClr val="262626"/>
              </a:solidFill>
              <a:latin typeface="Roboto Condensed"/>
              <a:cs typeface="Simplified Arabic" panose="02020603050405020304" pitchFamily="18" charset="-78"/>
            </a:endParaRPr>
          </a:p>
        </p:txBody>
      </p:sp>
      <p:sp>
        <p:nvSpPr>
          <p:cNvPr id="31" name="Text Placeholder 3"/>
          <p:cNvSpPr txBox="1">
            <a:spLocks/>
          </p:cNvSpPr>
          <p:nvPr/>
        </p:nvSpPr>
        <p:spPr>
          <a:xfrm>
            <a:off x="6853296" y="3480871"/>
            <a:ext cx="4943324"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تنمي </a:t>
            </a:r>
            <a:r>
              <a:rPr lang="ar-SA" sz="2800" b="1" dirty="0">
                <a:solidFill>
                  <a:srgbClr val="262626"/>
                </a:solidFill>
                <a:latin typeface="Roboto Condensed"/>
                <a:cs typeface="Simplified Arabic" panose="02020603050405020304" pitchFamily="18" charset="-78"/>
              </a:rPr>
              <a:t>الإبداع لدى الطلبة وتزيد الدافع لديهم.</a:t>
            </a:r>
            <a:endParaRPr lang="en-US" sz="2800" b="1" dirty="0">
              <a:solidFill>
                <a:srgbClr val="262626"/>
              </a:solidFill>
              <a:latin typeface="Roboto Condensed"/>
              <a:cs typeface="Simplified Arabic" panose="02020603050405020304" pitchFamily="18" charset="-78"/>
            </a:endParaRPr>
          </a:p>
        </p:txBody>
      </p:sp>
      <p:grpSp>
        <p:nvGrpSpPr>
          <p:cNvPr id="6" name="Group 43"/>
          <p:cNvGrpSpPr/>
          <p:nvPr/>
        </p:nvGrpSpPr>
        <p:grpSpPr>
          <a:xfrm>
            <a:off x="5769702" y="1982153"/>
            <a:ext cx="772052" cy="749947"/>
            <a:chOff x="4519259" y="1576399"/>
            <a:chExt cx="579038" cy="562460"/>
          </a:xfrm>
        </p:grpSpPr>
        <p:sp>
          <p:nvSpPr>
            <p:cNvPr id="36" name="Oval 35"/>
            <p:cNvSpPr>
              <a:spLocks noChangeAspect="1"/>
            </p:cNvSpPr>
            <p:nvPr/>
          </p:nvSpPr>
          <p:spPr>
            <a:xfrm>
              <a:off x="4519259" y="1576399"/>
              <a:ext cx="579038" cy="5624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FFFFFF"/>
                </a:solidFill>
                <a:latin typeface="FontAwesome" pitchFamily="2" charset="0"/>
              </a:endParaRPr>
            </a:p>
          </p:txBody>
        </p:sp>
        <p:sp>
          <p:nvSpPr>
            <p:cNvPr id="42" name="Freeform 5"/>
            <p:cNvSpPr>
              <a:spLocks noEditPoints="1"/>
            </p:cNvSpPr>
            <p:nvPr/>
          </p:nvSpPr>
          <p:spPr bwMode="auto">
            <a:xfrm>
              <a:off x="4623593" y="1672444"/>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9" name="Group 46"/>
          <p:cNvGrpSpPr/>
          <p:nvPr/>
        </p:nvGrpSpPr>
        <p:grpSpPr>
          <a:xfrm>
            <a:off x="5787016" y="3518435"/>
            <a:ext cx="772052" cy="749951"/>
            <a:chOff x="4519259" y="2475853"/>
            <a:chExt cx="579038" cy="562462"/>
          </a:xfrm>
        </p:grpSpPr>
        <p:sp>
          <p:nvSpPr>
            <p:cNvPr id="37" name="Oval 36"/>
            <p:cNvSpPr>
              <a:spLocks noChangeAspect="1"/>
            </p:cNvSpPr>
            <p:nvPr/>
          </p:nvSpPr>
          <p:spPr>
            <a:xfrm>
              <a:off x="4519259" y="2475853"/>
              <a:ext cx="579038" cy="5624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latin typeface="FontAwesome" pitchFamily="2" charset="0"/>
              </a:endParaRPr>
            </a:p>
          </p:txBody>
        </p:sp>
        <p:sp>
          <p:nvSpPr>
            <p:cNvPr id="43" name="Freeform 245"/>
            <p:cNvSpPr>
              <a:spLocks/>
            </p:cNvSpPr>
            <p:nvPr/>
          </p:nvSpPr>
          <p:spPr bwMode="auto">
            <a:xfrm>
              <a:off x="4642972" y="2591278"/>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pic>
        <p:nvPicPr>
          <p:cNvPr id="12" name="Picture Placeholder 11"/>
          <p:cNvPicPr>
            <a:picLocks noGrp="1" noChangeAspect="1"/>
          </p:cNvPicPr>
          <p:nvPr>
            <p:ph type="pic" sz="quarter" idx="15"/>
          </p:nvPr>
        </p:nvPicPr>
        <p:blipFill>
          <a:blip r:embed="rId3">
            <a:extLst>
              <a:ext uri="{28A0092B-C50C-407E-A947-70E740481C1C}">
                <a14:useLocalDpi xmlns:a14="http://schemas.microsoft.com/office/drawing/2010/main" val="0"/>
              </a:ext>
            </a:extLst>
          </a:blip>
          <a:stretch>
            <a:fillRect/>
          </a:stretch>
        </p:blipFill>
        <p:spPr>
          <a:xfrm>
            <a:off x="604162" y="2230283"/>
            <a:ext cx="4908153" cy="3582514"/>
          </a:xfrm>
        </p:spPr>
      </p:pic>
      <p:sp>
        <p:nvSpPr>
          <p:cNvPr id="21" name="Text Placeholder 3"/>
          <p:cNvSpPr txBox="1">
            <a:spLocks/>
          </p:cNvSpPr>
          <p:nvPr/>
        </p:nvSpPr>
        <p:spPr>
          <a:xfrm>
            <a:off x="6853296" y="4944099"/>
            <a:ext cx="4943324"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سهولة </a:t>
            </a:r>
            <a:r>
              <a:rPr lang="ar-SA" sz="2800" b="1" dirty="0">
                <a:solidFill>
                  <a:srgbClr val="262626"/>
                </a:solidFill>
                <a:latin typeface="Roboto Condensed"/>
                <a:cs typeface="Simplified Arabic" panose="02020603050405020304" pitchFamily="18" charset="-78"/>
              </a:rPr>
              <a:t>الاستخدام، وتمكينها للتعلم التفاعلي والكثير من استراتيجيات التعلم والتواصل.</a:t>
            </a:r>
            <a:endParaRPr lang="en-US" sz="2800" b="1" dirty="0">
              <a:solidFill>
                <a:srgbClr val="262626"/>
              </a:solidFill>
              <a:latin typeface="Roboto Condensed"/>
              <a:cs typeface="Simplified Arabic" panose="02020603050405020304" pitchFamily="18" charset="-78"/>
            </a:endParaRPr>
          </a:p>
        </p:txBody>
      </p:sp>
      <p:grpSp>
        <p:nvGrpSpPr>
          <p:cNvPr id="22" name="Group 47"/>
          <p:cNvGrpSpPr/>
          <p:nvPr/>
        </p:nvGrpSpPr>
        <p:grpSpPr>
          <a:xfrm>
            <a:off x="5787016" y="5093486"/>
            <a:ext cx="772052" cy="749951"/>
            <a:chOff x="4519259" y="3375310"/>
            <a:chExt cx="579038" cy="562462"/>
          </a:xfrm>
        </p:grpSpPr>
        <p:sp>
          <p:nvSpPr>
            <p:cNvPr id="23" name="Oval 22"/>
            <p:cNvSpPr>
              <a:spLocks noChangeAspect="1"/>
            </p:cNvSpPr>
            <p:nvPr/>
          </p:nvSpPr>
          <p:spPr>
            <a:xfrm>
              <a:off x="4519259" y="3375310"/>
              <a:ext cx="579038" cy="5624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3200" dirty="0">
                <a:solidFill>
                  <a:srgbClr val="FFFFFF"/>
                </a:solidFill>
                <a:latin typeface="FontAwesome" pitchFamily="2" charset="0"/>
              </a:endParaRPr>
            </a:p>
          </p:txBody>
        </p:sp>
        <p:sp>
          <p:nvSpPr>
            <p:cNvPr id="24" name="Freeform 56"/>
            <p:cNvSpPr>
              <a:spLocks noEditPoints="1"/>
            </p:cNvSpPr>
            <p:nvPr/>
          </p:nvSpPr>
          <p:spPr bwMode="auto">
            <a:xfrm>
              <a:off x="4635957" y="3483720"/>
              <a:ext cx="345642" cy="34564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36003674"/>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Effect transition="in" filter="fade">
                                      <p:cBhvr>
                                        <p:cTn id="15" dur="500"/>
                                        <p:tgtEl>
                                          <p:spTgt spid="9"/>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p:cTn id="19" dur="500" fill="hold"/>
                                        <p:tgtEl>
                                          <p:spTgt spid="22"/>
                                        </p:tgtEl>
                                        <p:attrNameLst>
                                          <p:attrName>ppt_w</p:attrName>
                                        </p:attrNameLst>
                                      </p:cBhvr>
                                      <p:tavLst>
                                        <p:tav tm="0">
                                          <p:val>
                                            <p:fltVal val="0"/>
                                          </p:val>
                                        </p:tav>
                                        <p:tav tm="100000">
                                          <p:val>
                                            <p:strVal val="#ppt_w"/>
                                          </p:val>
                                        </p:tav>
                                      </p:tavLst>
                                    </p:anim>
                                    <p:anim calcmode="lin" valueType="num">
                                      <p:cBhvr>
                                        <p:cTn id="20" dur="500" fill="hold"/>
                                        <p:tgtEl>
                                          <p:spTgt spid="22"/>
                                        </p:tgtEl>
                                        <p:attrNameLst>
                                          <p:attrName>ppt_h</p:attrName>
                                        </p:attrNameLst>
                                      </p:cBhvr>
                                      <p:tavLst>
                                        <p:tav tm="0">
                                          <p:val>
                                            <p:fltVal val="0"/>
                                          </p:val>
                                        </p:tav>
                                        <p:tav tm="100000">
                                          <p:val>
                                            <p:strVal val="#ppt_h"/>
                                          </p:val>
                                        </p:tav>
                                      </p:tavLst>
                                    </p:anim>
                                    <p:animEffect transition="in" filter="fade">
                                      <p:cBhvr>
                                        <p:cTn id="2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p:cNvPicPr>
            <a:picLocks noGrp="1" noChangeAspect="1"/>
          </p:cNvPicPr>
          <p:nvPr>
            <p:ph type="pic" sz="quarter" idx="15"/>
          </p:nvPr>
        </p:nvPicPr>
        <p:blipFill>
          <a:blip r:embed="rId3">
            <a:extLst>
              <a:ext uri="{28A0092B-C50C-407E-A947-70E740481C1C}">
                <a14:useLocalDpi xmlns:a14="http://schemas.microsoft.com/office/drawing/2010/main" val="0"/>
              </a:ext>
            </a:extLst>
          </a:blip>
          <a:stretch>
            <a:fillRect/>
          </a:stretch>
        </p:blipFill>
        <p:spPr>
          <a:xfrm>
            <a:off x="7283847" y="2139489"/>
            <a:ext cx="4908153" cy="3582514"/>
          </a:xfrm>
        </p:spPr>
      </p:pic>
      <p:sp>
        <p:nvSpPr>
          <p:cNvPr id="7" name="Title 6"/>
          <p:cNvSpPr>
            <a:spLocks noGrp="1"/>
          </p:cNvSpPr>
          <p:nvPr>
            <p:ph type="title"/>
          </p:nvPr>
        </p:nvSpPr>
        <p:spPr/>
        <p:txBody>
          <a:bodyPr/>
          <a:lstStyle/>
          <a:p>
            <a:pPr rtl="1"/>
            <a:r>
              <a:rPr lang="ar-SA" dirty="0">
                <a:solidFill>
                  <a:schemeClr val="tx1"/>
                </a:solidFill>
              </a:rPr>
              <a:t>‌ج-	فوائد استخدام الأجهزة الذكية في التعليم </a:t>
            </a:r>
            <a:endParaRPr lang="en-US" dirty="0">
              <a:solidFill>
                <a:schemeClr val="tx1"/>
              </a:solidFill>
            </a:endParaRPr>
          </a:p>
        </p:txBody>
      </p:sp>
      <p:sp>
        <p:nvSpPr>
          <p:cNvPr id="41" name="Text Placeholder 3"/>
          <p:cNvSpPr txBox="1">
            <a:spLocks/>
          </p:cNvSpPr>
          <p:nvPr/>
        </p:nvSpPr>
        <p:spPr>
          <a:xfrm>
            <a:off x="1531487" y="1896460"/>
            <a:ext cx="5284812" cy="43088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219139" rtl="1" fontAlgn="auto">
              <a:spcBef>
                <a:spcPct val="20000"/>
              </a:spcBef>
              <a:spcAft>
                <a:spcPts val="0"/>
              </a:spcAft>
              <a:defRPr/>
            </a:pPr>
            <a:r>
              <a:rPr lang="ar-SA" sz="2800" b="1" dirty="0" smtClean="0">
                <a:solidFill>
                  <a:srgbClr val="262626"/>
                </a:solidFill>
                <a:latin typeface="Simplified Arabic" panose="02020603050405020304" pitchFamily="18" charset="-78"/>
                <a:cs typeface="Simplified Arabic" panose="02020603050405020304" pitchFamily="18" charset="-78"/>
              </a:rPr>
              <a:t>مساعدة </a:t>
            </a:r>
            <a:r>
              <a:rPr lang="ar-SA" sz="2800" b="1" dirty="0">
                <a:solidFill>
                  <a:srgbClr val="262626"/>
                </a:solidFill>
                <a:latin typeface="Simplified Arabic" panose="02020603050405020304" pitchFamily="18" charset="-78"/>
                <a:cs typeface="Simplified Arabic" panose="02020603050405020304" pitchFamily="18" charset="-78"/>
              </a:rPr>
              <a:t>ذوي صعوبات التعلم.</a:t>
            </a:r>
            <a:endParaRPr lang="en-US" sz="2800" b="1" dirty="0">
              <a:solidFill>
                <a:srgbClr val="262626"/>
              </a:solidFill>
              <a:latin typeface="Simplified Arabic" panose="02020603050405020304" pitchFamily="18" charset="-78"/>
              <a:cs typeface="Simplified Arabic" panose="02020603050405020304" pitchFamily="18" charset="-78"/>
            </a:endParaRPr>
          </a:p>
        </p:txBody>
      </p:sp>
      <p:sp>
        <p:nvSpPr>
          <p:cNvPr id="46" name="Text Placeholder 3"/>
          <p:cNvSpPr txBox="1">
            <a:spLocks/>
          </p:cNvSpPr>
          <p:nvPr/>
        </p:nvSpPr>
        <p:spPr>
          <a:xfrm>
            <a:off x="1406691" y="3545924"/>
            <a:ext cx="5409607"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219139" rtl="1" fontAlgn="auto">
              <a:spcBef>
                <a:spcPct val="20000"/>
              </a:spcBef>
              <a:spcAft>
                <a:spcPts val="0"/>
              </a:spcAft>
              <a:defRPr/>
            </a:pPr>
            <a:r>
              <a:rPr lang="ar-SA" sz="2800" b="1" dirty="0" smtClean="0">
                <a:solidFill>
                  <a:srgbClr val="262626"/>
                </a:solidFill>
                <a:latin typeface="Simplified Arabic" panose="02020603050405020304" pitchFamily="18" charset="-78"/>
                <a:cs typeface="Simplified Arabic" panose="02020603050405020304" pitchFamily="18" charset="-78"/>
              </a:rPr>
              <a:t>توفير </a:t>
            </a:r>
            <a:r>
              <a:rPr lang="ar-SA" sz="2800" b="1" dirty="0">
                <a:solidFill>
                  <a:srgbClr val="262626"/>
                </a:solidFill>
                <a:latin typeface="Simplified Arabic" panose="02020603050405020304" pitchFamily="18" charset="-78"/>
                <a:cs typeface="Simplified Arabic" panose="02020603050405020304" pitchFamily="18" charset="-78"/>
              </a:rPr>
              <a:t>المحتوى الالكتروني والاختبارات وهذا ما يشجع على التعلم الفردي.</a:t>
            </a:r>
            <a:endParaRPr lang="en-US" sz="2800" b="1" dirty="0">
              <a:solidFill>
                <a:srgbClr val="262626"/>
              </a:solidFill>
              <a:latin typeface="Simplified Arabic" panose="02020603050405020304" pitchFamily="18" charset="-78"/>
              <a:cs typeface="Simplified Arabic" panose="02020603050405020304" pitchFamily="18" charset="-78"/>
            </a:endParaRPr>
          </a:p>
        </p:txBody>
      </p:sp>
      <p:sp>
        <p:nvSpPr>
          <p:cNvPr id="53" name="Text Placeholder 3"/>
          <p:cNvSpPr txBox="1">
            <a:spLocks/>
          </p:cNvSpPr>
          <p:nvPr/>
        </p:nvSpPr>
        <p:spPr>
          <a:xfrm>
            <a:off x="1531486" y="4847545"/>
            <a:ext cx="5284811"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219139" rtl="1" fontAlgn="auto">
              <a:spcBef>
                <a:spcPct val="20000"/>
              </a:spcBef>
              <a:spcAft>
                <a:spcPts val="0"/>
              </a:spcAft>
              <a:defRPr/>
            </a:pPr>
            <a:r>
              <a:rPr lang="ar-SA" sz="2800" b="1" dirty="0" smtClean="0">
                <a:solidFill>
                  <a:srgbClr val="262626"/>
                </a:solidFill>
                <a:latin typeface="Simplified Arabic" panose="02020603050405020304" pitchFamily="18" charset="-78"/>
                <a:cs typeface="Simplified Arabic" panose="02020603050405020304" pitchFamily="18" charset="-78"/>
              </a:rPr>
              <a:t>تقليل </a:t>
            </a:r>
            <a:r>
              <a:rPr lang="ar-SA" sz="2800" b="1" dirty="0">
                <a:solidFill>
                  <a:srgbClr val="262626"/>
                </a:solidFill>
                <a:latin typeface="Simplified Arabic" panose="02020603050405020304" pitchFamily="18" charset="-78"/>
                <a:cs typeface="Simplified Arabic" panose="02020603050405020304" pitchFamily="18" charset="-78"/>
              </a:rPr>
              <a:t>العبء على المعلمين والطلبة وتمكينهم من تنظيم واجباتهم.</a:t>
            </a:r>
            <a:endParaRPr lang="en-US" sz="2800" b="1" dirty="0">
              <a:solidFill>
                <a:srgbClr val="262626"/>
              </a:solidFill>
              <a:latin typeface="Simplified Arabic" panose="02020603050405020304" pitchFamily="18" charset="-78"/>
              <a:cs typeface="Simplified Arabic" panose="02020603050405020304" pitchFamily="18" charset="-78"/>
            </a:endParaRPr>
          </a:p>
        </p:txBody>
      </p:sp>
      <p:sp>
        <p:nvSpPr>
          <p:cNvPr id="63" name="Freeform 45"/>
          <p:cNvSpPr>
            <a:spLocks noEditPoints="1"/>
          </p:cNvSpPr>
          <p:nvPr/>
        </p:nvSpPr>
        <p:spPr bwMode="auto">
          <a:xfrm>
            <a:off x="821705" y="1896460"/>
            <a:ext cx="414624" cy="414624"/>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64" name="Freeform 45"/>
          <p:cNvSpPr>
            <a:spLocks noEditPoints="1"/>
          </p:cNvSpPr>
          <p:nvPr/>
        </p:nvSpPr>
        <p:spPr bwMode="auto">
          <a:xfrm>
            <a:off x="821705" y="3661171"/>
            <a:ext cx="414624" cy="414624"/>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65" name="Freeform 45"/>
          <p:cNvSpPr>
            <a:spLocks noEditPoints="1"/>
          </p:cNvSpPr>
          <p:nvPr/>
        </p:nvSpPr>
        <p:spPr bwMode="auto">
          <a:xfrm>
            <a:off x="821705" y="5056618"/>
            <a:ext cx="414624" cy="414624"/>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83301379"/>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p:cTn id="7" dur="500" fill="hold"/>
                                        <p:tgtEl>
                                          <p:spTgt spid="63"/>
                                        </p:tgtEl>
                                        <p:attrNameLst>
                                          <p:attrName>ppt_w</p:attrName>
                                        </p:attrNameLst>
                                      </p:cBhvr>
                                      <p:tavLst>
                                        <p:tav tm="0">
                                          <p:val>
                                            <p:fltVal val="0"/>
                                          </p:val>
                                        </p:tav>
                                        <p:tav tm="100000">
                                          <p:val>
                                            <p:strVal val="#ppt_w"/>
                                          </p:val>
                                        </p:tav>
                                      </p:tavLst>
                                    </p:anim>
                                    <p:anim calcmode="lin" valueType="num">
                                      <p:cBhvr>
                                        <p:cTn id="8" dur="500" fill="hold"/>
                                        <p:tgtEl>
                                          <p:spTgt spid="63"/>
                                        </p:tgtEl>
                                        <p:attrNameLst>
                                          <p:attrName>ppt_h</p:attrName>
                                        </p:attrNameLst>
                                      </p:cBhvr>
                                      <p:tavLst>
                                        <p:tav tm="0">
                                          <p:val>
                                            <p:fltVal val="0"/>
                                          </p:val>
                                        </p:tav>
                                        <p:tav tm="100000">
                                          <p:val>
                                            <p:strVal val="#ppt_h"/>
                                          </p:val>
                                        </p:tav>
                                      </p:tavLst>
                                    </p:anim>
                                    <p:animEffect transition="in" filter="fade">
                                      <p:cBhvr>
                                        <p:cTn id="9" dur="500"/>
                                        <p:tgtEl>
                                          <p:spTgt spid="63"/>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64"/>
                                        </p:tgtEl>
                                        <p:attrNameLst>
                                          <p:attrName>style.visibility</p:attrName>
                                        </p:attrNameLst>
                                      </p:cBhvr>
                                      <p:to>
                                        <p:strVal val="visible"/>
                                      </p:to>
                                    </p:set>
                                    <p:anim calcmode="lin" valueType="num">
                                      <p:cBhvr>
                                        <p:cTn id="13" dur="500" fill="hold"/>
                                        <p:tgtEl>
                                          <p:spTgt spid="64"/>
                                        </p:tgtEl>
                                        <p:attrNameLst>
                                          <p:attrName>ppt_w</p:attrName>
                                        </p:attrNameLst>
                                      </p:cBhvr>
                                      <p:tavLst>
                                        <p:tav tm="0">
                                          <p:val>
                                            <p:fltVal val="0"/>
                                          </p:val>
                                        </p:tav>
                                        <p:tav tm="100000">
                                          <p:val>
                                            <p:strVal val="#ppt_w"/>
                                          </p:val>
                                        </p:tav>
                                      </p:tavLst>
                                    </p:anim>
                                    <p:anim calcmode="lin" valueType="num">
                                      <p:cBhvr>
                                        <p:cTn id="14" dur="500" fill="hold"/>
                                        <p:tgtEl>
                                          <p:spTgt spid="64"/>
                                        </p:tgtEl>
                                        <p:attrNameLst>
                                          <p:attrName>ppt_h</p:attrName>
                                        </p:attrNameLst>
                                      </p:cBhvr>
                                      <p:tavLst>
                                        <p:tav tm="0">
                                          <p:val>
                                            <p:fltVal val="0"/>
                                          </p:val>
                                        </p:tav>
                                        <p:tav tm="100000">
                                          <p:val>
                                            <p:strVal val="#ppt_h"/>
                                          </p:val>
                                        </p:tav>
                                      </p:tavLst>
                                    </p:anim>
                                    <p:animEffect transition="in" filter="fade">
                                      <p:cBhvr>
                                        <p:cTn id="15" dur="500"/>
                                        <p:tgtEl>
                                          <p:spTgt spid="64"/>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64" grpId="0" animBg="1"/>
      <p:bldP spid="65" grpId="0" animBg="1"/>
    </p:bld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sp>
      <p:sp>
        <p:nvSpPr>
          <p:cNvPr id="5" name="Hexagon 4"/>
          <p:cNvSpPr/>
          <p:nvPr/>
        </p:nvSpPr>
        <p:spPr>
          <a:xfrm rot="16200000">
            <a:off x="2616665" y="-1781738"/>
            <a:ext cx="6956970" cy="7008718"/>
          </a:xfrm>
          <a:prstGeom prst="hexagon">
            <a:avLst/>
          </a:prstGeom>
          <a:solidFill>
            <a:srgbClr val="00ABF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 name="TextBox 6"/>
          <p:cNvSpPr txBox="1"/>
          <p:nvPr/>
        </p:nvSpPr>
        <p:spPr>
          <a:xfrm>
            <a:off x="1658471" y="-457200"/>
            <a:ext cx="184731" cy="369332"/>
          </a:xfrm>
          <a:prstGeom prst="rect">
            <a:avLst/>
          </a:prstGeom>
          <a:noFill/>
        </p:spPr>
        <p:txBody>
          <a:bodyPr wrap="none" rtlCol="0">
            <a:spAutoFit/>
          </a:bodyPr>
          <a:lstStyle/>
          <a:p>
            <a:pPr fontAlgn="auto">
              <a:spcBef>
                <a:spcPts val="0"/>
              </a:spcBef>
              <a:spcAft>
                <a:spcPts val="0"/>
              </a:spcAft>
            </a:pPr>
            <a:endParaRPr lang="en-US" dirty="0">
              <a:solidFill>
                <a:prstClr val="black"/>
              </a:solidFill>
              <a:latin typeface="Calibri" panose="020F0502020204030204"/>
              <a:cs typeface="Simplified Arabic" panose="02020603050405020304" pitchFamily="18" charset="-78"/>
            </a:endParaRPr>
          </a:p>
        </p:txBody>
      </p:sp>
      <p:sp>
        <p:nvSpPr>
          <p:cNvPr id="8" name="TextBox 7"/>
          <p:cNvSpPr txBox="1"/>
          <p:nvPr/>
        </p:nvSpPr>
        <p:spPr>
          <a:xfrm>
            <a:off x="2779180" y="1938748"/>
            <a:ext cx="6820329" cy="707886"/>
          </a:xfrm>
          <a:prstGeom prst="rect">
            <a:avLst/>
          </a:prstGeom>
          <a:noFill/>
        </p:spPr>
        <p:txBody>
          <a:bodyPr wrap="square" rtlCol="0">
            <a:spAutoFit/>
          </a:bodyPr>
          <a:lstStyle/>
          <a:p>
            <a:pPr algn="ctr" rtl="1" fontAlgn="auto">
              <a:spcBef>
                <a:spcPts val="0"/>
              </a:spcBef>
              <a:spcAft>
                <a:spcPts val="0"/>
              </a:spcAft>
            </a:pPr>
            <a:r>
              <a:rPr lang="ar-SA" sz="4000" b="1" u="sng" dirty="0">
                <a:solidFill>
                  <a:prstClr val="white"/>
                </a:solidFill>
                <a:cs typeface="Simplified Arabic" panose="02020603050405020304" pitchFamily="18" charset="-78"/>
              </a:rPr>
              <a:t> </a:t>
            </a:r>
            <a:r>
              <a:rPr lang="ar-SA" sz="4000" b="1" u="sng" dirty="0" smtClean="0">
                <a:solidFill>
                  <a:prstClr val="white"/>
                </a:solidFill>
                <a:cs typeface="Simplified Arabic" panose="02020603050405020304" pitchFamily="18" charset="-78"/>
              </a:rPr>
              <a:t>2</a:t>
            </a:r>
            <a:r>
              <a:rPr lang="ar-SA" sz="4000" b="1" u="sng" dirty="0">
                <a:solidFill>
                  <a:prstClr val="white"/>
                </a:solidFill>
                <a:cs typeface="Simplified Arabic" panose="02020603050405020304" pitchFamily="18" charset="-78"/>
              </a:rPr>
              <a:t>. نماذج على الأجهزة الذكية	</a:t>
            </a:r>
          </a:p>
        </p:txBody>
      </p:sp>
      <p:grpSp>
        <p:nvGrpSpPr>
          <p:cNvPr id="9" name="Group 8"/>
          <p:cNvGrpSpPr/>
          <p:nvPr/>
        </p:nvGrpSpPr>
        <p:grpSpPr>
          <a:xfrm>
            <a:off x="5667371" y="380412"/>
            <a:ext cx="857251" cy="1172633"/>
            <a:chOff x="3595689" y="4262437"/>
            <a:chExt cx="642938" cy="879475"/>
          </a:xfrm>
        </p:grpSpPr>
        <p:sp>
          <p:nvSpPr>
            <p:cNvPr id="11" name="Freeform 1930"/>
            <p:cNvSpPr>
              <a:spLocks noEditPoints="1"/>
            </p:cNvSpPr>
            <p:nvPr/>
          </p:nvSpPr>
          <p:spPr bwMode="auto">
            <a:xfrm>
              <a:off x="3595689" y="4262437"/>
              <a:ext cx="642938" cy="879475"/>
            </a:xfrm>
            <a:custGeom>
              <a:avLst/>
              <a:gdLst>
                <a:gd name="T0" fmla="*/ 272 w 358"/>
                <a:gd name="T1" fmla="*/ 283 h 490"/>
                <a:gd name="T2" fmla="*/ 235 w 358"/>
                <a:gd name="T3" fmla="*/ 274 h 490"/>
                <a:gd name="T4" fmla="*/ 272 w 358"/>
                <a:gd name="T5" fmla="*/ 219 h 490"/>
                <a:gd name="T6" fmla="*/ 297 w 358"/>
                <a:gd name="T7" fmla="*/ 185 h 490"/>
                <a:gd name="T8" fmla="*/ 284 w 358"/>
                <a:gd name="T9" fmla="*/ 151 h 490"/>
                <a:gd name="T10" fmla="*/ 247 w 358"/>
                <a:gd name="T11" fmla="*/ 60 h 490"/>
                <a:gd name="T12" fmla="*/ 134 w 358"/>
                <a:gd name="T13" fmla="*/ 42 h 490"/>
                <a:gd name="T14" fmla="*/ 99 w 358"/>
                <a:gd name="T15" fmla="*/ 73 h 490"/>
                <a:gd name="T16" fmla="*/ 77 w 358"/>
                <a:gd name="T17" fmla="*/ 150 h 490"/>
                <a:gd name="T18" fmla="*/ 62 w 358"/>
                <a:gd name="T19" fmla="*/ 185 h 490"/>
                <a:gd name="T20" fmla="*/ 88 w 358"/>
                <a:gd name="T21" fmla="*/ 220 h 490"/>
                <a:gd name="T22" fmla="*/ 125 w 358"/>
                <a:gd name="T23" fmla="*/ 273 h 490"/>
                <a:gd name="T24" fmla="*/ 87 w 358"/>
                <a:gd name="T25" fmla="*/ 283 h 490"/>
                <a:gd name="T26" fmla="*/ 0 w 358"/>
                <a:gd name="T27" fmla="*/ 394 h 490"/>
                <a:gd name="T28" fmla="*/ 0 w 358"/>
                <a:gd name="T29" fmla="*/ 456 h 490"/>
                <a:gd name="T30" fmla="*/ 33 w 358"/>
                <a:gd name="T31" fmla="*/ 490 h 490"/>
                <a:gd name="T32" fmla="*/ 327 w 358"/>
                <a:gd name="T33" fmla="*/ 490 h 490"/>
                <a:gd name="T34" fmla="*/ 358 w 358"/>
                <a:gd name="T35" fmla="*/ 456 h 490"/>
                <a:gd name="T36" fmla="*/ 358 w 358"/>
                <a:gd name="T37" fmla="*/ 394 h 490"/>
                <a:gd name="T38" fmla="*/ 272 w 358"/>
                <a:gd name="T39" fmla="*/ 283 h 490"/>
                <a:gd name="T40" fmla="*/ 97 w 358"/>
                <a:gd name="T41" fmla="*/ 161 h 490"/>
                <a:gd name="T42" fmla="*/ 97 w 358"/>
                <a:gd name="T43" fmla="*/ 142 h 490"/>
                <a:gd name="T44" fmla="*/ 223 w 358"/>
                <a:gd name="T45" fmla="*/ 95 h 490"/>
                <a:gd name="T46" fmla="*/ 263 w 358"/>
                <a:gd name="T47" fmla="*/ 177 h 490"/>
                <a:gd name="T48" fmla="*/ 180 w 358"/>
                <a:gd name="T49" fmla="*/ 276 h 490"/>
                <a:gd name="T50" fmla="*/ 97 w 358"/>
                <a:gd name="T51" fmla="*/ 161 h 490"/>
                <a:gd name="T52" fmla="*/ 338 w 358"/>
                <a:gd name="T53" fmla="*/ 456 h 490"/>
                <a:gd name="T54" fmla="*/ 327 w 358"/>
                <a:gd name="T55" fmla="*/ 469 h 490"/>
                <a:gd name="T56" fmla="*/ 298 w 358"/>
                <a:gd name="T57" fmla="*/ 469 h 490"/>
                <a:gd name="T58" fmla="*/ 298 w 358"/>
                <a:gd name="T59" fmla="*/ 443 h 490"/>
                <a:gd name="T60" fmla="*/ 293 w 358"/>
                <a:gd name="T61" fmla="*/ 438 h 490"/>
                <a:gd name="T62" fmla="*/ 287 w 358"/>
                <a:gd name="T63" fmla="*/ 443 h 490"/>
                <a:gd name="T64" fmla="*/ 287 w 358"/>
                <a:gd name="T65" fmla="*/ 469 h 490"/>
                <a:gd name="T66" fmla="*/ 220 w 358"/>
                <a:gd name="T67" fmla="*/ 469 h 490"/>
                <a:gd name="T68" fmla="*/ 192 w 358"/>
                <a:gd name="T69" fmla="*/ 357 h 490"/>
                <a:gd name="T70" fmla="*/ 205 w 358"/>
                <a:gd name="T71" fmla="*/ 340 h 490"/>
                <a:gd name="T72" fmla="*/ 199 w 358"/>
                <a:gd name="T73" fmla="*/ 318 h 490"/>
                <a:gd name="T74" fmla="*/ 186 w 358"/>
                <a:gd name="T75" fmla="*/ 308 h 490"/>
                <a:gd name="T76" fmla="*/ 174 w 358"/>
                <a:gd name="T77" fmla="*/ 308 h 490"/>
                <a:gd name="T78" fmla="*/ 161 w 358"/>
                <a:gd name="T79" fmla="*/ 318 h 490"/>
                <a:gd name="T80" fmla="*/ 155 w 358"/>
                <a:gd name="T81" fmla="*/ 340 h 490"/>
                <a:gd name="T82" fmla="*/ 168 w 358"/>
                <a:gd name="T83" fmla="*/ 357 h 490"/>
                <a:gd name="T84" fmla="*/ 140 w 358"/>
                <a:gd name="T85" fmla="*/ 469 h 490"/>
                <a:gd name="T86" fmla="*/ 71 w 358"/>
                <a:gd name="T87" fmla="*/ 469 h 490"/>
                <a:gd name="T88" fmla="*/ 71 w 358"/>
                <a:gd name="T89" fmla="*/ 443 h 490"/>
                <a:gd name="T90" fmla="*/ 66 w 358"/>
                <a:gd name="T91" fmla="*/ 438 h 490"/>
                <a:gd name="T92" fmla="*/ 61 w 358"/>
                <a:gd name="T93" fmla="*/ 443 h 490"/>
                <a:gd name="T94" fmla="*/ 61 w 358"/>
                <a:gd name="T95" fmla="*/ 469 h 490"/>
                <a:gd name="T96" fmla="*/ 33 w 358"/>
                <a:gd name="T97" fmla="*/ 469 h 490"/>
                <a:gd name="T98" fmla="*/ 21 w 358"/>
                <a:gd name="T99" fmla="*/ 456 h 490"/>
                <a:gd name="T100" fmla="*/ 21 w 358"/>
                <a:gd name="T101" fmla="*/ 394 h 490"/>
                <a:gd name="T102" fmla="*/ 92 w 358"/>
                <a:gd name="T103" fmla="*/ 302 h 490"/>
                <a:gd name="T104" fmla="*/ 147 w 358"/>
                <a:gd name="T105" fmla="*/ 288 h 490"/>
                <a:gd name="T106" fmla="*/ 180 w 358"/>
                <a:gd name="T107" fmla="*/ 296 h 490"/>
                <a:gd name="T108" fmla="*/ 213 w 358"/>
                <a:gd name="T109" fmla="*/ 288 h 490"/>
                <a:gd name="T110" fmla="*/ 267 w 358"/>
                <a:gd name="T111" fmla="*/ 302 h 490"/>
                <a:gd name="T112" fmla="*/ 338 w 358"/>
                <a:gd name="T113" fmla="*/ 394 h 490"/>
                <a:gd name="T114" fmla="*/ 338 w 358"/>
                <a:gd name="T115" fmla="*/ 45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8" h="490">
                  <a:moveTo>
                    <a:pt x="272" y="283"/>
                  </a:moveTo>
                  <a:cubicBezTo>
                    <a:pt x="235" y="274"/>
                    <a:pt x="235" y="274"/>
                    <a:pt x="235" y="274"/>
                  </a:cubicBezTo>
                  <a:cubicBezTo>
                    <a:pt x="250" y="260"/>
                    <a:pt x="263" y="240"/>
                    <a:pt x="272" y="219"/>
                  </a:cubicBezTo>
                  <a:cubicBezTo>
                    <a:pt x="284" y="217"/>
                    <a:pt x="295" y="207"/>
                    <a:pt x="297" y="185"/>
                  </a:cubicBezTo>
                  <a:cubicBezTo>
                    <a:pt x="298" y="164"/>
                    <a:pt x="292" y="155"/>
                    <a:pt x="284" y="151"/>
                  </a:cubicBezTo>
                  <a:cubicBezTo>
                    <a:pt x="284" y="148"/>
                    <a:pt x="297" y="78"/>
                    <a:pt x="247" y="60"/>
                  </a:cubicBezTo>
                  <a:cubicBezTo>
                    <a:pt x="242" y="52"/>
                    <a:pt x="204" y="0"/>
                    <a:pt x="134" y="42"/>
                  </a:cubicBezTo>
                  <a:cubicBezTo>
                    <a:pt x="124" y="48"/>
                    <a:pt x="108" y="60"/>
                    <a:pt x="99" y="73"/>
                  </a:cubicBezTo>
                  <a:cubicBezTo>
                    <a:pt x="87" y="88"/>
                    <a:pt x="78" y="113"/>
                    <a:pt x="77" y="150"/>
                  </a:cubicBezTo>
                  <a:cubicBezTo>
                    <a:pt x="68" y="153"/>
                    <a:pt x="61" y="163"/>
                    <a:pt x="62" y="185"/>
                  </a:cubicBezTo>
                  <a:cubicBezTo>
                    <a:pt x="64" y="207"/>
                    <a:pt x="76" y="217"/>
                    <a:pt x="88" y="220"/>
                  </a:cubicBezTo>
                  <a:cubicBezTo>
                    <a:pt x="97" y="241"/>
                    <a:pt x="109" y="260"/>
                    <a:pt x="125" y="273"/>
                  </a:cubicBezTo>
                  <a:cubicBezTo>
                    <a:pt x="87" y="283"/>
                    <a:pt x="87" y="283"/>
                    <a:pt x="87" y="283"/>
                  </a:cubicBezTo>
                  <a:cubicBezTo>
                    <a:pt x="36" y="296"/>
                    <a:pt x="0" y="341"/>
                    <a:pt x="0" y="394"/>
                  </a:cubicBezTo>
                  <a:cubicBezTo>
                    <a:pt x="0" y="456"/>
                    <a:pt x="0" y="456"/>
                    <a:pt x="0" y="456"/>
                  </a:cubicBezTo>
                  <a:cubicBezTo>
                    <a:pt x="0" y="474"/>
                    <a:pt x="15" y="490"/>
                    <a:pt x="33" y="490"/>
                  </a:cubicBezTo>
                  <a:cubicBezTo>
                    <a:pt x="327" y="490"/>
                    <a:pt x="327" y="490"/>
                    <a:pt x="327" y="490"/>
                  </a:cubicBezTo>
                  <a:cubicBezTo>
                    <a:pt x="345" y="490"/>
                    <a:pt x="358" y="474"/>
                    <a:pt x="358" y="456"/>
                  </a:cubicBezTo>
                  <a:cubicBezTo>
                    <a:pt x="358" y="394"/>
                    <a:pt x="358" y="394"/>
                    <a:pt x="358" y="394"/>
                  </a:cubicBezTo>
                  <a:cubicBezTo>
                    <a:pt x="358" y="341"/>
                    <a:pt x="323" y="296"/>
                    <a:pt x="272" y="283"/>
                  </a:cubicBezTo>
                  <a:moveTo>
                    <a:pt x="97" y="161"/>
                  </a:moveTo>
                  <a:cubicBezTo>
                    <a:pt x="97" y="154"/>
                    <a:pt x="97" y="148"/>
                    <a:pt x="97" y="142"/>
                  </a:cubicBezTo>
                  <a:cubicBezTo>
                    <a:pt x="163" y="144"/>
                    <a:pt x="201" y="118"/>
                    <a:pt x="223" y="95"/>
                  </a:cubicBezTo>
                  <a:cubicBezTo>
                    <a:pt x="250" y="122"/>
                    <a:pt x="260" y="159"/>
                    <a:pt x="263" y="177"/>
                  </a:cubicBezTo>
                  <a:cubicBezTo>
                    <a:pt x="257" y="225"/>
                    <a:pt x="222" y="276"/>
                    <a:pt x="180" y="276"/>
                  </a:cubicBezTo>
                  <a:cubicBezTo>
                    <a:pt x="134" y="276"/>
                    <a:pt x="97" y="213"/>
                    <a:pt x="97" y="161"/>
                  </a:cubicBezTo>
                  <a:moveTo>
                    <a:pt x="338" y="456"/>
                  </a:moveTo>
                  <a:cubicBezTo>
                    <a:pt x="338" y="463"/>
                    <a:pt x="334" y="469"/>
                    <a:pt x="327" y="469"/>
                  </a:cubicBezTo>
                  <a:cubicBezTo>
                    <a:pt x="298" y="469"/>
                    <a:pt x="298" y="469"/>
                    <a:pt x="298" y="469"/>
                  </a:cubicBezTo>
                  <a:cubicBezTo>
                    <a:pt x="298" y="443"/>
                    <a:pt x="298" y="443"/>
                    <a:pt x="298" y="443"/>
                  </a:cubicBezTo>
                  <a:cubicBezTo>
                    <a:pt x="298" y="440"/>
                    <a:pt x="295" y="438"/>
                    <a:pt x="293" y="438"/>
                  </a:cubicBezTo>
                  <a:cubicBezTo>
                    <a:pt x="290" y="438"/>
                    <a:pt x="287" y="440"/>
                    <a:pt x="287" y="443"/>
                  </a:cubicBezTo>
                  <a:cubicBezTo>
                    <a:pt x="287" y="469"/>
                    <a:pt x="287" y="469"/>
                    <a:pt x="287" y="469"/>
                  </a:cubicBezTo>
                  <a:cubicBezTo>
                    <a:pt x="220" y="469"/>
                    <a:pt x="220" y="469"/>
                    <a:pt x="220" y="469"/>
                  </a:cubicBezTo>
                  <a:cubicBezTo>
                    <a:pt x="192" y="357"/>
                    <a:pt x="192" y="357"/>
                    <a:pt x="192" y="357"/>
                  </a:cubicBezTo>
                  <a:cubicBezTo>
                    <a:pt x="200" y="356"/>
                    <a:pt x="207" y="349"/>
                    <a:pt x="205" y="340"/>
                  </a:cubicBezTo>
                  <a:cubicBezTo>
                    <a:pt x="199" y="318"/>
                    <a:pt x="199" y="318"/>
                    <a:pt x="199" y="318"/>
                  </a:cubicBezTo>
                  <a:cubicBezTo>
                    <a:pt x="198" y="312"/>
                    <a:pt x="192" y="308"/>
                    <a:pt x="186" y="308"/>
                  </a:cubicBezTo>
                  <a:cubicBezTo>
                    <a:pt x="174" y="308"/>
                    <a:pt x="174" y="308"/>
                    <a:pt x="174" y="308"/>
                  </a:cubicBezTo>
                  <a:cubicBezTo>
                    <a:pt x="167" y="308"/>
                    <a:pt x="162" y="312"/>
                    <a:pt x="161" y="318"/>
                  </a:cubicBezTo>
                  <a:cubicBezTo>
                    <a:pt x="155" y="340"/>
                    <a:pt x="155" y="340"/>
                    <a:pt x="155" y="340"/>
                  </a:cubicBezTo>
                  <a:cubicBezTo>
                    <a:pt x="153" y="349"/>
                    <a:pt x="159" y="356"/>
                    <a:pt x="168" y="357"/>
                  </a:cubicBezTo>
                  <a:cubicBezTo>
                    <a:pt x="140" y="469"/>
                    <a:pt x="140" y="469"/>
                    <a:pt x="140" y="469"/>
                  </a:cubicBezTo>
                  <a:cubicBezTo>
                    <a:pt x="71" y="469"/>
                    <a:pt x="71" y="469"/>
                    <a:pt x="71" y="469"/>
                  </a:cubicBezTo>
                  <a:cubicBezTo>
                    <a:pt x="71" y="443"/>
                    <a:pt x="71" y="443"/>
                    <a:pt x="71" y="443"/>
                  </a:cubicBezTo>
                  <a:cubicBezTo>
                    <a:pt x="71" y="440"/>
                    <a:pt x="69" y="438"/>
                    <a:pt x="66" y="438"/>
                  </a:cubicBezTo>
                  <a:cubicBezTo>
                    <a:pt x="63" y="438"/>
                    <a:pt x="61" y="440"/>
                    <a:pt x="61" y="443"/>
                  </a:cubicBezTo>
                  <a:cubicBezTo>
                    <a:pt x="61" y="469"/>
                    <a:pt x="61" y="469"/>
                    <a:pt x="61" y="469"/>
                  </a:cubicBezTo>
                  <a:cubicBezTo>
                    <a:pt x="33" y="469"/>
                    <a:pt x="33" y="469"/>
                    <a:pt x="33" y="469"/>
                  </a:cubicBezTo>
                  <a:cubicBezTo>
                    <a:pt x="26" y="469"/>
                    <a:pt x="21" y="463"/>
                    <a:pt x="21" y="456"/>
                  </a:cubicBezTo>
                  <a:cubicBezTo>
                    <a:pt x="21" y="394"/>
                    <a:pt x="21" y="394"/>
                    <a:pt x="21" y="394"/>
                  </a:cubicBezTo>
                  <a:cubicBezTo>
                    <a:pt x="21" y="350"/>
                    <a:pt x="50" y="313"/>
                    <a:pt x="92" y="302"/>
                  </a:cubicBezTo>
                  <a:cubicBezTo>
                    <a:pt x="147" y="288"/>
                    <a:pt x="147" y="288"/>
                    <a:pt x="147" y="288"/>
                  </a:cubicBezTo>
                  <a:cubicBezTo>
                    <a:pt x="157" y="293"/>
                    <a:pt x="169" y="296"/>
                    <a:pt x="180" y="296"/>
                  </a:cubicBezTo>
                  <a:cubicBezTo>
                    <a:pt x="192" y="296"/>
                    <a:pt x="203" y="293"/>
                    <a:pt x="213" y="288"/>
                  </a:cubicBezTo>
                  <a:cubicBezTo>
                    <a:pt x="267" y="302"/>
                    <a:pt x="267" y="302"/>
                    <a:pt x="267" y="302"/>
                  </a:cubicBezTo>
                  <a:cubicBezTo>
                    <a:pt x="309" y="313"/>
                    <a:pt x="338" y="350"/>
                    <a:pt x="338" y="394"/>
                  </a:cubicBezTo>
                  <a:lnTo>
                    <a:pt x="338" y="45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sp>
          <p:nvSpPr>
            <p:cNvPr id="12" name="Freeform 1931"/>
            <p:cNvSpPr>
              <a:spLocks/>
            </p:cNvSpPr>
            <p:nvPr/>
          </p:nvSpPr>
          <p:spPr bwMode="auto">
            <a:xfrm>
              <a:off x="3711576" y="4954587"/>
              <a:ext cx="95250" cy="53975"/>
            </a:xfrm>
            <a:custGeom>
              <a:avLst/>
              <a:gdLst>
                <a:gd name="T0" fmla="*/ 36 w 53"/>
                <a:gd name="T1" fmla="*/ 6 h 30"/>
                <a:gd name="T2" fmla="*/ 17 w 53"/>
                <a:gd name="T3" fmla="*/ 6 h 30"/>
                <a:gd name="T4" fmla="*/ 4 w 53"/>
                <a:gd name="T5" fmla="*/ 20 h 30"/>
                <a:gd name="T6" fmla="*/ 8 w 53"/>
                <a:gd name="T7" fmla="*/ 30 h 30"/>
                <a:gd name="T8" fmla="*/ 46 w 53"/>
                <a:gd name="T9" fmla="*/ 30 h 30"/>
                <a:gd name="T10" fmla="*/ 50 w 53"/>
                <a:gd name="T11" fmla="*/ 20 h 30"/>
                <a:gd name="T12" fmla="*/ 36 w 53"/>
                <a:gd name="T13" fmla="*/ 6 h 30"/>
              </a:gdLst>
              <a:ahLst/>
              <a:cxnLst>
                <a:cxn ang="0">
                  <a:pos x="T0" y="T1"/>
                </a:cxn>
                <a:cxn ang="0">
                  <a:pos x="T2" y="T3"/>
                </a:cxn>
                <a:cxn ang="0">
                  <a:pos x="T4" y="T5"/>
                </a:cxn>
                <a:cxn ang="0">
                  <a:pos x="T6" y="T7"/>
                </a:cxn>
                <a:cxn ang="0">
                  <a:pos x="T8" y="T9"/>
                </a:cxn>
                <a:cxn ang="0">
                  <a:pos x="T10" y="T11"/>
                </a:cxn>
                <a:cxn ang="0">
                  <a:pos x="T12" y="T13"/>
                </a:cxn>
              </a:cxnLst>
              <a:rect l="0" t="0" r="r" b="b"/>
              <a:pathLst>
                <a:path w="53" h="30">
                  <a:moveTo>
                    <a:pt x="36" y="6"/>
                  </a:moveTo>
                  <a:cubicBezTo>
                    <a:pt x="31" y="0"/>
                    <a:pt x="22" y="0"/>
                    <a:pt x="17" y="6"/>
                  </a:cubicBezTo>
                  <a:cubicBezTo>
                    <a:pt x="4" y="20"/>
                    <a:pt x="4" y="20"/>
                    <a:pt x="4" y="20"/>
                  </a:cubicBezTo>
                  <a:cubicBezTo>
                    <a:pt x="0" y="24"/>
                    <a:pt x="3" y="30"/>
                    <a:pt x="8" y="30"/>
                  </a:cubicBezTo>
                  <a:cubicBezTo>
                    <a:pt x="46" y="30"/>
                    <a:pt x="46" y="30"/>
                    <a:pt x="46" y="30"/>
                  </a:cubicBezTo>
                  <a:cubicBezTo>
                    <a:pt x="51" y="30"/>
                    <a:pt x="53" y="24"/>
                    <a:pt x="50" y="20"/>
                  </a:cubicBezTo>
                  <a:lnTo>
                    <a:pt x="36" y="6"/>
                  </a:lnTo>
                  <a:close/>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sp>
          <p:nvSpPr>
            <p:cNvPr id="13" name="Freeform 1932"/>
            <p:cNvSpPr>
              <a:spLocks noEditPoints="1"/>
            </p:cNvSpPr>
            <p:nvPr/>
          </p:nvSpPr>
          <p:spPr bwMode="auto">
            <a:xfrm>
              <a:off x="3802064" y="4556125"/>
              <a:ext cx="231775" cy="88900"/>
            </a:xfrm>
            <a:custGeom>
              <a:avLst/>
              <a:gdLst>
                <a:gd name="T0" fmla="*/ 60 w 129"/>
                <a:gd name="T1" fmla="*/ 23 h 49"/>
                <a:gd name="T2" fmla="*/ 70 w 129"/>
                <a:gd name="T3" fmla="*/ 23 h 49"/>
                <a:gd name="T4" fmla="*/ 99 w 129"/>
                <a:gd name="T5" fmla="*/ 49 h 49"/>
                <a:gd name="T6" fmla="*/ 129 w 129"/>
                <a:gd name="T7" fmla="*/ 19 h 49"/>
                <a:gd name="T8" fmla="*/ 99 w 129"/>
                <a:gd name="T9" fmla="*/ 0 h 49"/>
                <a:gd name="T10" fmla="*/ 70 w 129"/>
                <a:gd name="T11" fmla="*/ 13 h 49"/>
                <a:gd name="T12" fmla="*/ 59 w 129"/>
                <a:gd name="T13" fmla="*/ 13 h 49"/>
                <a:gd name="T14" fmla="*/ 30 w 129"/>
                <a:gd name="T15" fmla="*/ 0 h 49"/>
                <a:gd name="T16" fmla="*/ 0 w 129"/>
                <a:gd name="T17" fmla="*/ 19 h 49"/>
                <a:gd name="T18" fmla="*/ 30 w 129"/>
                <a:gd name="T19" fmla="*/ 49 h 49"/>
                <a:gd name="T20" fmla="*/ 60 w 129"/>
                <a:gd name="T21" fmla="*/ 23 h 49"/>
                <a:gd name="T22" fmla="*/ 99 w 129"/>
                <a:gd name="T23" fmla="*/ 10 h 49"/>
                <a:gd name="T24" fmla="*/ 119 w 129"/>
                <a:gd name="T25" fmla="*/ 19 h 49"/>
                <a:gd name="T26" fmla="*/ 99 w 129"/>
                <a:gd name="T27" fmla="*/ 39 h 49"/>
                <a:gd name="T28" fmla="*/ 79 w 129"/>
                <a:gd name="T29" fmla="*/ 19 h 49"/>
                <a:gd name="T30" fmla="*/ 99 w 129"/>
                <a:gd name="T31" fmla="*/ 10 h 49"/>
                <a:gd name="T32" fmla="*/ 10 w 129"/>
                <a:gd name="T33" fmla="*/ 19 h 49"/>
                <a:gd name="T34" fmla="*/ 30 w 129"/>
                <a:gd name="T35" fmla="*/ 10 h 49"/>
                <a:gd name="T36" fmla="*/ 50 w 129"/>
                <a:gd name="T37" fmla="*/ 19 h 49"/>
                <a:gd name="T38" fmla="*/ 30 w 129"/>
                <a:gd name="T39" fmla="*/ 39 h 49"/>
                <a:gd name="T40" fmla="*/ 10 w 129"/>
                <a:gd name="T4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 h="49">
                  <a:moveTo>
                    <a:pt x="60" y="23"/>
                  </a:moveTo>
                  <a:cubicBezTo>
                    <a:pt x="70" y="23"/>
                    <a:pt x="70" y="23"/>
                    <a:pt x="70" y="23"/>
                  </a:cubicBezTo>
                  <a:cubicBezTo>
                    <a:pt x="71" y="38"/>
                    <a:pt x="84" y="49"/>
                    <a:pt x="99" y="49"/>
                  </a:cubicBezTo>
                  <a:cubicBezTo>
                    <a:pt x="116" y="49"/>
                    <a:pt x="129" y="36"/>
                    <a:pt x="129" y="19"/>
                  </a:cubicBezTo>
                  <a:cubicBezTo>
                    <a:pt x="129" y="0"/>
                    <a:pt x="112" y="0"/>
                    <a:pt x="99" y="0"/>
                  </a:cubicBezTo>
                  <a:cubicBezTo>
                    <a:pt x="88" y="0"/>
                    <a:pt x="74" y="0"/>
                    <a:pt x="70" y="13"/>
                  </a:cubicBezTo>
                  <a:cubicBezTo>
                    <a:pt x="59" y="13"/>
                    <a:pt x="59" y="13"/>
                    <a:pt x="59" y="13"/>
                  </a:cubicBezTo>
                  <a:cubicBezTo>
                    <a:pt x="55" y="0"/>
                    <a:pt x="41" y="0"/>
                    <a:pt x="30" y="0"/>
                  </a:cubicBezTo>
                  <a:cubicBezTo>
                    <a:pt x="17" y="0"/>
                    <a:pt x="0" y="0"/>
                    <a:pt x="0" y="19"/>
                  </a:cubicBezTo>
                  <a:cubicBezTo>
                    <a:pt x="0" y="36"/>
                    <a:pt x="14" y="49"/>
                    <a:pt x="30" y="49"/>
                  </a:cubicBezTo>
                  <a:cubicBezTo>
                    <a:pt x="45" y="49"/>
                    <a:pt x="58" y="38"/>
                    <a:pt x="60" y="23"/>
                  </a:cubicBezTo>
                  <a:moveTo>
                    <a:pt x="99" y="10"/>
                  </a:moveTo>
                  <a:cubicBezTo>
                    <a:pt x="116" y="10"/>
                    <a:pt x="119" y="12"/>
                    <a:pt x="119" y="19"/>
                  </a:cubicBezTo>
                  <a:cubicBezTo>
                    <a:pt x="119" y="30"/>
                    <a:pt x="110" y="39"/>
                    <a:pt x="99" y="39"/>
                  </a:cubicBezTo>
                  <a:cubicBezTo>
                    <a:pt x="88" y="39"/>
                    <a:pt x="79" y="30"/>
                    <a:pt x="79" y="19"/>
                  </a:cubicBezTo>
                  <a:cubicBezTo>
                    <a:pt x="79" y="12"/>
                    <a:pt x="83" y="10"/>
                    <a:pt x="99" y="10"/>
                  </a:cubicBezTo>
                  <a:moveTo>
                    <a:pt x="10" y="19"/>
                  </a:moveTo>
                  <a:cubicBezTo>
                    <a:pt x="10" y="12"/>
                    <a:pt x="13" y="10"/>
                    <a:pt x="30" y="10"/>
                  </a:cubicBezTo>
                  <a:cubicBezTo>
                    <a:pt x="46" y="10"/>
                    <a:pt x="50" y="12"/>
                    <a:pt x="50" y="19"/>
                  </a:cubicBezTo>
                  <a:cubicBezTo>
                    <a:pt x="50" y="30"/>
                    <a:pt x="41" y="39"/>
                    <a:pt x="30" y="39"/>
                  </a:cubicBezTo>
                  <a:cubicBezTo>
                    <a:pt x="19" y="39"/>
                    <a:pt x="10" y="30"/>
                    <a:pt x="10" y="19"/>
                  </a:cubicBezTo>
                </a:path>
              </a:pathLst>
            </a:custGeom>
            <a:solidFill>
              <a:srgbClr val="43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dirty="0">
                <a:solidFill>
                  <a:prstClr val="black"/>
                </a:solidFill>
                <a:cs typeface="Simplified Arabic" panose="02020603050405020304" pitchFamily="18" charset="-78"/>
              </a:endParaRPr>
            </a:p>
          </p:txBody>
        </p:sp>
      </p:gr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6067544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p:bld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272714" y="1845320"/>
            <a:ext cx="11646570" cy="2062103"/>
          </a:xfrm>
          <a:prstGeom prst="rect">
            <a:avLst/>
          </a:prstGeom>
          <a:noFill/>
        </p:spPr>
        <p:txBody>
          <a:bodyPr wrap="square" rtlCol="0">
            <a:spAutoFit/>
          </a:bodyPr>
          <a:lstStyle/>
          <a:p>
            <a:pPr algn="ctr" rtl="1" fontAlgn="auto">
              <a:spcBef>
                <a:spcPts val="0"/>
              </a:spcBef>
              <a:spcAft>
                <a:spcPts val="0"/>
              </a:spcAft>
            </a:pPr>
            <a:r>
              <a:rPr lang="ar-SA" sz="3200" b="1" dirty="0">
                <a:solidFill>
                  <a:prstClr val="white"/>
                </a:solidFill>
                <a:cs typeface="Simplified Arabic" panose="02020603050405020304" pitchFamily="18" charset="-78"/>
              </a:rPr>
              <a:t>يشير (التلواتي، 2015) إلى أن استخدام الآيباد كوسيلة تعليمية أصبح اليوم أمراً حتمياً ما دام استعماله منتشراً في الحياة الواقعية (المجتمع)، فالحياة تسير إلى أن تصبح رقمية يوماً بعد يوم، وتعتمد على التنقلية </a:t>
            </a:r>
            <a:r>
              <a:rPr lang="en-US" sz="3200" b="1" dirty="0">
                <a:solidFill>
                  <a:prstClr val="white"/>
                </a:solidFill>
                <a:cs typeface="Simplified Arabic" panose="02020603050405020304" pitchFamily="18" charset="-78"/>
              </a:rPr>
              <a:t>Mobility </a:t>
            </a:r>
            <a:r>
              <a:rPr lang="ar-SA" sz="3200" b="1" dirty="0">
                <a:solidFill>
                  <a:prstClr val="white"/>
                </a:solidFill>
                <a:cs typeface="Simplified Arabic" panose="02020603050405020304" pitchFamily="18" charset="-78"/>
              </a:rPr>
              <a:t>أكثر فأكثر، وهذا سبب كاف حسب رأيه لإدراج الآيباد في المناهج الدراسية </a:t>
            </a: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Title 6"/>
          <p:cNvSpPr txBox="1">
            <a:spLocks/>
          </p:cNvSpPr>
          <p:nvPr/>
        </p:nvSpPr>
        <p:spPr>
          <a:xfrm>
            <a:off x="1270000" y="595484"/>
            <a:ext cx="9652000" cy="471365"/>
          </a:xfrm>
          <a:prstGeom prst="rect">
            <a:avLst/>
          </a:prstGeom>
        </p:spPr>
        <p:txBody>
          <a:bodyPr wrap="none" lIns="0" tIns="0" rIns="0" bIns="0" anchor="ctr">
            <a:noAutofit/>
          </a:bodyPr>
          <a:lstStyle>
            <a:lvl1pPr algn="ctr" defTabSz="1219139" rtl="0" eaLnBrk="1" latinLnBrk="0" hangingPunct="1">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lvl="0" rtl="1" fontAlgn="auto">
              <a:spcAft>
                <a:spcPts val="0"/>
              </a:spcAft>
            </a:pPr>
            <a:r>
              <a:rPr lang="ar-SA" dirty="0">
                <a:solidFill>
                  <a:srgbClr val="262626"/>
                </a:solidFill>
              </a:rPr>
              <a:t>أ- الآيباد في التعليم وأهميته</a:t>
            </a:r>
            <a:endParaRPr kumimoji="0" lang="en-US" sz="4000" b="1" i="0" u="none" strike="noStrike" kern="1200" cap="none" spc="0" normalizeH="0" baseline="0" noProof="0" dirty="0">
              <a:ln>
                <a:noFill/>
              </a:ln>
              <a:solidFill>
                <a:srgbClr val="262626"/>
              </a:solidFill>
              <a:effectLst/>
              <a:uLnTx/>
              <a:uFillTx/>
              <a:latin typeface="Roboto" panose="02000000000000000000" pitchFamily="2" charset="0"/>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9357264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155958"/>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0" name="TextBox 9"/>
          <p:cNvSpPr txBox="1"/>
          <p:nvPr/>
        </p:nvSpPr>
        <p:spPr>
          <a:xfrm>
            <a:off x="907715" y="4304083"/>
            <a:ext cx="10376570" cy="1569660"/>
          </a:xfrm>
          <a:prstGeom prst="rect">
            <a:avLst/>
          </a:prstGeom>
          <a:noFill/>
        </p:spPr>
        <p:txBody>
          <a:bodyPr wrap="square" rtlCol="0">
            <a:spAutoFit/>
          </a:bodyPr>
          <a:lstStyle/>
          <a:p>
            <a:pPr algn="r" rtl="1" fontAlgn="auto">
              <a:spcBef>
                <a:spcPts val="0"/>
              </a:spcBef>
              <a:spcAft>
                <a:spcPts val="0"/>
              </a:spcAft>
            </a:pPr>
            <a:r>
              <a:rPr lang="ar-SA" sz="3200" b="1" dirty="0">
                <a:cs typeface="Simplified Arabic" panose="02020603050405020304" pitchFamily="18" charset="-78"/>
              </a:rPr>
              <a:t>ويعرف </a:t>
            </a:r>
            <a:r>
              <a:rPr lang="ar-SA" sz="3200" b="1" dirty="0" smtClean="0">
                <a:cs typeface="Simplified Arabic" panose="02020603050405020304" pitchFamily="18" charset="-78"/>
              </a:rPr>
              <a:t>باشلر</a:t>
            </a:r>
            <a:r>
              <a:rPr lang="en-US" sz="3200" b="1" dirty="0" smtClean="0">
                <a:cs typeface="Simplified Arabic" panose="02020603050405020304" pitchFamily="18" charset="-78"/>
              </a:rPr>
              <a:t> (</a:t>
            </a:r>
            <a:r>
              <a:rPr lang="en-US" sz="3200" b="1" dirty="0" err="1" smtClean="0">
                <a:cs typeface="Simplified Arabic" panose="02020603050405020304" pitchFamily="18" charset="-78"/>
              </a:rPr>
              <a:t>Pachler</a:t>
            </a:r>
            <a:r>
              <a:rPr lang="en-US" sz="3200" b="1" dirty="0">
                <a:cs typeface="Simplified Arabic" panose="02020603050405020304" pitchFamily="18" charset="-78"/>
              </a:rPr>
              <a:t>, </a:t>
            </a:r>
            <a:r>
              <a:rPr lang="en-US" sz="3200" b="1" dirty="0" smtClean="0">
                <a:cs typeface="Simplified Arabic" panose="02020603050405020304" pitchFamily="18" charset="-78"/>
              </a:rPr>
              <a:t>2007)  </a:t>
            </a:r>
            <a:r>
              <a:rPr lang="ar-SA" sz="3200" b="1" dirty="0" smtClean="0">
                <a:cs typeface="Simplified Arabic" panose="02020603050405020304" pitchFamily="18" charset="-78"/>
              </a:rPr>
              <a:t>الآيباد</a:t>
            </a:r>
            <a:r>
              <a:rPr lang="en-US" sz="3200" b="1" dirty="0">
                <a:cs typeface="Simplified Arabic" panose="02020603050405020304" pitchFamily="18" charset="-78"/>
              </a:rPr>
              <a:t> </a:t>
            </a:r>
            <a:r>
              <a:rPr lang="en-US" sz="3200" b="1" dirty="0" smtClean="0">
                <a:cs typeface="Simplified Arabic" panose="02020603050405020304" pitchFamily="18" charset="-78"/>
              </a:rPr>
              <a:t>(iPad)   </a:t>
            </a:r>
            <a:r>
              <a:rPr lang="ar-SA" sz="3200" b="1" dirty="0" smtClean="0">
                <a:cs typeface="Simplified Arabic" panose="02020603050405020304" pitchFamily="18" charset="-78"/>
              </a:rPr>
              <a:t>بأنه </a:t>
            </a:r>
            <a:r>
              <a:rPr lang="ar-SA" sz="3200" b="1" dirty="0">
                <a:cs typeface="Simplified Arabic" panose="02020603050405020304" pitchFamily="18" charset="-78"/>
              </a:rPr>
              <a:t>"جهاز لوحي غير بشكل كبير الطرق للدخول إلى المعلومات وإنشاء المعرفة والتواصل والتعاون والتعلم".</a:t>
            </a:r>
          </a:p>
        </p:txBody>
      </p:sp>
      <p:sp>
        <p:nvSpPr>
          <p:cNvPr id="20" name="Title 6"/>
          <p:cNvSpPr txBox="1">
            <a:spLocks/>
          </p:cNvSpPr>
          <p:nvPr/>
        </p:nvSpPr>
        <p:spPr>
          <a:xfrm>
            <a:off x="1270000" y="359801"/>
            <a:ext cx="9652000" cy="471365"/>
          </a:xfrm>
          <a:prstGeom prst="rect">
            <a:avLst/>
          </a:prstGeom>
        </p:spPr>
        <p:txBody>
          <a:bodyPr wrap="none" lIns="0" tIns="0" rIns="0" bIns="0" anchor="ctr">
            <a:noAutofit/>
          </a:bodyPr>
          <a:lstStyle>
            <a:lvl1pPr algn="ctr" defTabSz="1219139" rtl="0" eaLnBrk="1" latinLnBrk="0" hangingPunct="1">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lvl="0" rtl="1" fontAlgn="auto">
              <a:spcAft>
                <a:spcPts val="0"/>
              </a:spcAft>
            </a:pPr>
            <a:r>
              <a:rPr lang="ar-SA" dirty="0">
                <a:solidFill>
                  <a:srgbClr val="262626"/>
                </a:solidFill>
              </a:rPr>
              <a:t>ما هو الآيباد؟ </a:t>
            </a:r>
            <a:endParaRPr kumimoji="0" lang="en-US" sz="4000" b="1" i="0" u="none" strike="noStrike" kern="1200" cap="none" spc="0" normalizeH="0" baseline="0" noProof="0" dirty="0">
              <a:ln>
                <a:noFill/>
              </a:ln>
              <a:solidFill>
                <a:srgbClr val="262626"/>
              </a:solidFill>
              <a:effectLst/>
              <a:uLnTx/>
              <a:uFillTx/>
              <a:latin typeface="Roboto" panose="02000000000000000000" pitchFamily="2" charset="0"/>
            </a:endParaRPr>
          </a:p>
        </p:txBody>
      </p:sp>
      <p:sp>
        <p:nvSpPr>
          <p:cNvPr id="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2230104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10" grpId="0"/>
    </p:bld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rtl="1"/>
            <a:r>
              <a:rPr lang="ar-SA" u="sng" dirty="0">
                <a:solidFill>
                  <a:srgbClr val="237DB9"/>
                </a:solidFill>
              </a:rPr>
              <a:t>1- فوائد الآيباد</a:t>
            </a:r>
            <a:endParaRPr lang="en-US" u="sng" dirty="0">
              <a:solidFill>
                <a:srgbClr val="237DB9"/>
              </a:solidFill>
            </a:endParaRPr>
          </a:p>
        </p:txBody>
      </p:sp>
      <p:sp>
        <p:nvSpPr>
          <p:cNvPr id="51" name="Freeform 50"/>
          <p:cNvSpPr/>
          <p:nvPr/>
        </p:nvSpPr>
        <p:spPr>
          <a:xfrm>
            <a:off x="2340010" y="2410406"/>
            <a:ext cx="2095500" cy="1831732"/>
          </a:xfrm>
          <a:custGeom>
            <a:avLst/>
            <a:gdLst>
              <a:gd name="connsiteX0" fmla="*/ 0 w 1571625"/>
              <a:gd name="connsiteY0" fmla="*/ 206070 h 1373798"/>
              <a:gd name="connsiteX1" fmla="*/ 884726 w 1571625"/>
              <a:gd name="connsiteY1" fmla="*/ 206070 h 1373798"/>
              <a:gd name="connsiteX2" fmla="*/ 884726 w 1571625"/>
              <a:gd name="connsiteY2" fmla="*/ 0 h 1373798"/>
              <a:gd name="connsiteX3" fmla="*/ 1571625 w 1571625"/>
              <a:gd name="connsiteY3" fmla="*/ 686899 h 1373798"/>
              <a:gd name="connsiteX4" fmla="*/ 884726 w 1571625"/>
              <a:gd name="connsiteY4" fmla="*/ 1373798 h 1373798"/>
              <a:gd name="connsiteX5" fmla="*/ 884726 w 1571625"/>
              <a:gd name="connsiteY5" fmla="*/ 1167728 h 1373798"/>
              <a:gd name="connsiteX6" fmla="*/ 0 w 1571625"/>
              <a:gd name="connsiteY6" fmla="*/ 1167728 h 1373798"/>
              <a:gd name="connsiteX7" fmla="*/ 0 w 1571625"/>
              <a:gd name="connsiteY7" fmla="*/ 206070 h 137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1625" h="1373798">
                <a:moveTo>
                  <a:pt x="0" y="206070"/>
                </a:moveTo>
                <a:lnTo>
                  <a:pt x="884726" y="206070"/>
                </a:lnTo>
                <a:lnTo>
                  <a:pt x="884726" y="0"/>
                </a:lnTo>
                <a:lnTo>
                  <a:pt x="1571625" y="686899"/>
                </a:lnTo>
                <a:lnTo>
                  <a:pt x="884726" y="1373798"/>
                </a:lnTo>
                <a:lnTo>
                  <a:pt x="884726" y="1167728"/>
                </a:lnTo>
                <a:lnTo>
                  <a:pt x="0" y="1167728"/>
                </a:lnTo>
                <a:lnTo>
                  <a:pt x="0" y="206070"/>
                </a:lnTo>
                <a:close/>
              </a:path>
            </a:pathLst>
          </a:custGeom>
          <a:solidFill>
            <a:schemeClr val="accent1">
              <a:alpha val="90000"/>
            </a:schemeClr>
          </a:soli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584836" tIns="290000" rIns="580548" bIns="290000" numCol="1" spcCol="1270" anchor="ctr" anchorCtr="0">
            <a:noAutofit/>
          </a:bodyPr>
          <a:lstStyle/>
          <a:p>
            <a:pPr marL="228589" lvl="1" indent="-228589" defTabSz="1066747" fontAlgn="auto">
              <a:lnSpc>
                <a:spcPct val="90000"/>
              </a:lnSpc>
              <a:spcAft>
                <a:spcPct val="15000"/>
              </a:spcAft>
            </a:pPr>
            <a:r>
              <a:rPr lang="en-US" sz="6400" dirty="0">
                <a:solidFill>
                  <a:srgbClr val="FFFFFF"/>
                </a:solidFill>
                <a:latin typeface="FontAwesome" pitchFamily="2" charset="0"/>
              </a:rPr>
              <a:t> </a:t>
            </a:r>
            <a:endParaRPr lang="en-US" sz="6400" dirty="0">
              <a:solidFill>
                <a:srgbClr val="237DB9">
                  <a:lumMod val="75000"/>
                </a:srgbClr>
              </a:solidFill>
            </a:endParaRPr>
          </a:p>
        </p:txBody>
      </p:sp>
      <p:sp>
        <p:nvSpPr>
          <p:cNvPr id="53" name="Freeform 52"/>
          <p:cNvSpPr/>
          <p:nvPr/>
        </p:nvSpPr>
        <p:spPr>
          <a:xfrm>
            <a:off x="7462888" y="2410406"/>
            <a:ext cx="2095500" cy="1831732"/>
          </a:xfrm>
          <a:custGeom>
            <a:avLst/>
            <a:gdLst>
              <a:gd name="connsiteX0" fmla="*/ 0 w 1571625"/>
              <a:gd name="connsiteY0" fmla="*/ 206070 h 1373798"/>
              <a:gd name="connsiteX1" fmla="*/ 884726 w 1571625"/>
              <a:gd name="connsiteY1" fmla="*/ 206070 h 1373798"/>
              <a:gd name="connsiteX2" fmla="*/ 884726 w 1571625"/>
              <a:gd name="connsiteY2" fmla="*/ 0 h 1373798"/>
              <a:gd name="connsiteX3" fmla="*/ 1571625 w 1571625"/>
              <a:gd name="connsiteY3" fmla="*/ 686899 h 1373798"/>
              <a:gd name="connsiteX4" fmla="*/ 884726 w 1571625"/>
              <a:gd name="connsiteY4" fmla="*/ 1373798 h 1373798"/>
              <a:gd name="connsiteX5" fmla="*/ 884726 w 1571625"/>
              <a:gd name="connsiteY5" fmla="*/ 1167728 h 1373798"/>
              <a:gd name="connsiteX6" fmla="*/ 0 w 1571625"/>
              <a:gd name="connsiteY6" fmla="*/ 1167728 h 1373798"/>
              <a:gd name="connsiteX7" fmla="*/ 0 w 1571625"/>
              <a:gd name="connsiteY7" fmla="*/ 206070 h 137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1625" h="1373798">
                <a:moveTo>
                  <a:pt x="0" y="206070"/>
                </a:moveTo>
                <a:lnTo>
                  <a:pt x="884726" y="206070"/>
                </a:lnTo>
                <a:lnTo>
                  <a:pt x="884726" y="0"/>
                </a:lnTo>
                <a:lnTo>
                  <a:pt x="1571625" y="686899"/>
                </a:lnTo>
                <a:lnTo>
                  <a:pt x="884726" y="1373798"/>
                </a:lnTo>
                <a:lnTo>
                  <a:pt x="884726" y="1167728"/>
                </a:lnTo>
                <a:lnTo>
                  <a:pt x="0" y="1167728"/>
                </a:lnTo>
                <a:lnTo>
                  <a:pt x="0" y="206070"/>
                </a:lnTo>
                <a:close/>
              </a:path>
            </a:pathLst>
          </a:custGeom>
          <a:solidFill>
            <a:schemeClr val="accent2">
              <a:alpha val="90000"/>
            </a:schemeClr>
          </a:soli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584836" tIns="290000" rIns="580549" bIns="290000" numCol="1" spcCol="1270" anchor="ctr" anchorCtr="0">
            <a:noAutofit/>
          </a:bodyPr>
          <a:lstStyle/>
          <a:p>
            <a:pPr marL="228589" lvl="1" indent="-228589" defTabSz="1066747" fontAlgn="auto">
              <a:lnSpc>
                <a:spcPct val="90000"/>
              </a:lnSpc>
              <a:spcAft>
                <a:spcPct val="15000"/>
              </a:spcAft>
            </a:pPr>
            <a:r>
              <a:rPr lang="en-US" sz="4800" dirty="0">
                <a:solidFill>
                  <a:srgbClr val="FFFFFF"/>
                </a:solidFill>
                <a:latin typeface="FontAwesome" pitchFamily="2" charset="0"/>
              </a:rPr>
              <a:t> </a:t>
            </a:r>
            <a:endParaRPr lang="en-US" sz="4800" dirty="0">
              <a:solidFill>
                <a:srgbClr val="15AA96">
                  <a:lumMod val="50000"/>
                </a:srgbClr>
              </a:solidFill>
            </a:endParaRPr>
          </a:p>
        </p:txBody>
      </p:sp>
      <p:grpSp>
        <p:nvGrpSpPr>
          <p:cNvPr id="3" name="Group 134"/>
          <p:cNvGrpSpPr>
            <a:grpSpLocks noChangeAspect="1"/>
          </p:cNvGrpSpPr>
          <p:nvPr/>
        </p:nvGrpSpPr>
        <p:grpSpPr>
          <a:xfrm>
            <a:off x="1821210" y="2807037"/>
            <a:ext cx="1037599" cy="1038468"/>
            <a:chOff x="3287425" y="1417883"/>
            <a:chExt cx="648499" cy="649042"/>
          </a:xfrm>
        </p:grpSpPr>
        <p:sp>
          <p:nvSpPr>
            <p:cNvPr id="33" name="Oval 32"/>
            <p:cNvSpPr>
              <a:spLocks noChangeAspect="1"/>
            </p:cNvSpPr>
            <p:nvPr/>
          </p:nvSpPr>
          <p:spPr>
            <a:xfrm>
              <a:off x="3287425" y="1417883"/>
              <a:ext cx="648499" cy="649042"/>
            </a:xfrm>
            <a:prstGeom prst="ellipse">
              <a:avLst/>
            </a:prstGeom>
            <a:solidFill>
              <a:schemeClr val="accent1">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b="1" dirty="0">
                <a:solidFill>
                  <a:srgbClr val="FFFFFF"/>
                </a:solidFill>
              </a:endParaRPr>
            </a:p>
          </p:txBody>
        </p:sp>
        <p:sp>
          <p:nvSpPr>
            <p:cNvPr id="34" name="Oval 33"/>
            <p:cNvSpPr>
              <a:spLocks noChangeAspect="1"/>
            </p:cNvSpPr>
            <p:nvPr/>
          </p:nvSpPr>
          <p:spPr>
            <a:xfrm>
              <a:off x="3362252" y="1492773"/>
              <a:ext cx="498845" cy="499263"/>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r>
                <a:rPr lang="en-US" sz="2133" b="1" dirty="0">
                  <a:solidFill>
                    <a:srgbClr val="FFFFFF"/>
                  </a:solidFill>
                </a:rPr>
                <a:t>01</a:t>
              </a:r>
            </a:p>
          </p:txBody>
        </p:sp>
      </p:grpSp>
      <p:grpSp>
        <p:nvGrpSpPr>
          <p:cNvPr id="5" name="Group 129"/>
          <p:cNvGrpSpPr>
            <a:grpSpLocks noChangeAspect="1"/>
          </p:cNvGrpSpPr>
          <p:nvPr/>
        </p:nvGrpSpPr>
        <p:grpSpPr>
          <a:xfrm>
            <a:off x="6944088" y="2807037"/>
            <a:ext cx="1037599" cy="1038468"/>
            <a:chOff x="2779491" y="2517212"/>
            <a:chExt cx="648499" cy="649042"/>
          </a:xfrm>
        </p:grpSpPr>
        <p:sp>
          <p:nvSpPr>
            <p:cNvPr id="36" name="Oval 35"/>
            <p:cNvSpPr>
              <a:spLocks noChangeAspect="1"/>
            </p:cNvSpPr>
            <p:nvPr/>
          </p:nvSpPr>
          <p:spPr>
            <a:xfrm>
              <a:off x="2779491" y="2517212"/>
              <a:ext cx="648499" cy="649042"/>
            </a:xfrm>
            <a:prstGeom prst="ellipse">
              <a:avLst/>
            </a:prstGeom>
            <a:solidFill>
              <a:schemeClr val="accent2">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b="1" dirty="0">
                <a:solidFill>
                  <a:srgbClr val="FFFFFF"/>
                </a:solidFill>
              </a:endParaRPr>
            </a:p>
          </p:txBody>
        </p:sp>
        <p:sp>
          <p:nvSpPr>
            <p:cNvPr id="37" name="Oval 36"/>
            <p:cNvSpPr>
              <a:spLocks noChangeAspect="1"/>
            </p:cNvSpPr>
            <p:nvPr/>
          </p:nvSpPr>
          <p:spPr>
            <a:xfrm>
              <a:off x="2854318" y="2592102"/>
              <a:ext cx="498845" cy="499263"/>
            </a:xfrm>
            <a:prstGeom prst="ellipse">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r>
                <a:rPr lang="en-US" sz="2133" b="1" dirty="0">
                  <a:solidFill>
                    <a:srgbClr val="FFFFFF"/>
                  </a:solidFill>
                </a:rPr>
                <a:t>02</a:t>
              </a:r>
              <a:endParaRPr lang="en-US" b="1" dirty="0">
                <a:solidFill>
                  <a:srgbClr val="FFFFFF"/>
                </a:solidFill>
              </a:endParaRPr>
            </a:p>
          </p:txBody>
        </p:sp>
      </p:grpSp>
      <p:sp>
        <p:nvSpPr>
          <p:cNvPr id="67" name="Text Placeholder 3"/>
          <p:cNvSpPr txBox="1">
            <a:spLocks/>
          </p:cNvSpPr>
          <p:nvPr/>
        </p:nvSpPr>
        <p:spPr>
          <a:xfrm>
            <a:off x="1040421" y="4591006"/>
            <a:ext cx="4098658" cy="1477328"/>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219139" rtl="1" fontAlgn="auto">
              <a:spcBef>
                <a:spcPct val="20000"/>
              </a:spcBef>
              <a:spcAft>
                <a:spcPts val="0"/>
              </a:spcAft>
              <a:defRPr/>
            </a:pPr>
            <a:r>
              <a:rPr lang="ar-SA" sz="2400" b="1" dirty="0" smtClean="0">
                <a:solidFill>
                  <a:schemeClr val="tx1"/>
                </a:solidFill>
                <a:latin typeface="Roboto Condensed"/>
                <a:cs typeface="Simplified Arabic" panose="02020603050405020304" pitchFamily="18" charset="-78"/>
              </a:rPr>
              <a:t>يعد </a:t>
            </a:r>
            <a:r>
              <a:rPr lang="ar-SA" sz="2400" b="1" dirty="0">
                <a:solidFill>
                  <a:schemeClr val="tx1"/>
                </a:solidFill>
                <a:latin typeface="Roboto Condensed"/>
                <a:cs typeface="Simplified Arabic" panose="02020603050405020304" pitchFamily="18" charset="-78"/>
              </a:rPr>
              <a:t>حقيبة مدرسية للطالب، بدلاً من حقيبة الكتب المدرسية التي لطالما اشتكى منها الطلاب بسبب آثارها السلبية على العمود الفقري وخطرها على الأكتاف.</a:t>
            </a:r>
            <a:endParaRPr lang="en-US" sz="2400" b="1" dirty="0">
              <a:solidFill>
                <a:schemeClr val="tx1"/>
              </a:solidFill>
              <a:latin typeface="Roboto Condensed"/>
              <a:cs typeface="Simplified Arabic" panose="02020603050405020304" pitchFamily="18" charset="-78"/>
            </a:endParaRPr>
          </a:p>
        </p:txBody>
      </p:sp>
      <p:sp>
        <p:nvSpPr>
          <p:cNvPr id="73" name="Text Placeholder 3"/>
          <p:cNvSpPr txBox="1">
            <a:spLocks/>
          </p:cNvSpPr>
          <p:nvPr/>
        </p:nvSpPr>
        <p:spPr>
          <a:xfrm>
            <a:off x="7121098" y="4803247"/>
            <a:ext cx="2138473" cy="73866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219139" rtl="1" fontAlgn="auto">
              <a:spcBef>
                <a:spcPct val="20000"/>
              </a:spcBef>
              <a:spcAft>
                <a:spcPts val="0"/>
              </a:spcAft>
              <a:defRPr/>
            </a:pPr>
            <a:r>
              <a:rPr lang="ar-SA" sz="2400" b="1" dirty="0" smtClean="0">
                <a:solidFill>
                  <a:schemeClr val="tx1"/>
                </a:solidFill>
                <a:latin typeface="Roboto Condensed"/>
                <a:cs typeface="Simplified Arabic" panose="02020603050405020304" pitchFamily="18" charset="-78"/>
              </a:rPr>
              <a:t>يجعل </a:t>
            </a:r>
            <a:r>
              <a:rPr lang="ar-SA" sz="2400" b="1" dirty="0">
                <a:solidFill>
                  <a:schemeClr val="tx1"/>
                </a:solidFill>
                <a:latin typeface="Roboto Condensed"/>
                <a:cs typeface="Simplified Arabic" panose="02020603050405020304" pitchFamily="18" charset="-78"/>
              </a:rPr>
              <a:t>الكتب المدرسية متاحة إلكترونياً.</a:t>
            </a:r>
            <a:endParaRPr lang="en-US" sz="2400" b="1" dirty="0">
              <a:solidFill>
                <a:schemeClr val="tx1"/>
              </a:solidFill>
              <a:latin typeface="Roboto Condensed"/>
              <a:cs typeface="Simplified Arabic" panose="02020603050405020304" pitchFamily="18" charset="-78"/>
            </a:endParaRPr>
          </a:p>
        </p:txBody>
      </p:sp>
      <p:sp>
        <p:nvSpPr>
          <p:cNvPr id="41" name="Freeform 187"/>
          <p:cNvSpPr>
            <a:spLocks noEditPoints="1"/>
          </p:cNvSpPr>
          <p:nvPr/>
        </p:nvSpPr>
        <p:spPr bwMode="auto">
          <a:xfrm>
            <a:off x="3089750" y="3114704"/>
            <a:ext cx="708564" cy="457915"/>
          </a:xfrm>
          <a:custGeom>
            <a:avLst/>
            <a:gdLst/>
            <a:ahLst/>
            <a:cxnLst>
              <a:cxn ang="0">
                <a:pos x="68" y="25"/>
              </a:cxn>
              <a:cxn ang="0">
                <a:pos x="34" y="44"/>
              </a:cxn>
              <a:cxn ang="0">
                <a:pos x="1" y="25"/>
              </a:cxn>
              <a:cxn ang="0">
                <a:pos x="0" y="22"/>
              </a:cxn>
              <a:cxn ang="0">
                <a:pos x="1" y="20"/>
              </a:cxn>
              <a:cxn ang="0">
                <a:pos x="34" y="0"/>
              </a:cxn>
              <a:cxn ang="0">
                <a:pos x="68" y="20"/>
              </a:cxn>
              <a:cxn ang="0">
                <a:pos x="68" y="22"/>
              </a:cxn>
              <a:cxn ang="0">
                <a:pos x="68" y="25"/>
              </a:cxn>
              <a:cxn ang="0">
                <a:pos x="49" y="9"/>
              </a:cxn>
              <a:cxn ang="0">
                <a:pos x="51" y="17"/>
              </a:cxn>
              <a:cxn ang="0">
                <a:pos x="34" y="34"/>
              </a:cxn>
              <a:cxn ang="0">
                <a:pos x="17" y="17"/>
              </a:cxn>
              <a:cxn ang="0">
                <a:pos x="20" y="9"/>
              </a:cxn>
              <a:cxn ang="0">
                <a:pos x="5" y="22"/>
              </a:cxn>
              <a:cxn ang="0">
                <a:pos x="34" y="39"/>
              </a:cxn>
              <a:cxn ang="0">
                <a:pos x="64" y="22"/>
              </a:cxn>
              <a:cxn ang="0">
                <a:pos x="49" y="9"/>
              </a:cxn>
              <a:cxn ang="0">
                <a:pos x="34" y="6"/>
              </a:cxn>
              <a:cxn ang="0">
                <a:pos x="23" y="17"/>
              </a:cxn>
              <a:cxn ang="0">
                <a:pos x="25" y="19"/>
              </a:cxn>
              <a:cxn ang="0">
                <a:pos x="27" y="17"/>
              </a:cxn>
              <a:cxn ang="0">
                <a:pos x="34" y="9"/>
              </a:cxn>
              <a:cxn ang="0">
                <a:pos x="36" y="8"/>
              </a:cxn>
              <a:cxn ang="0">
                <a:pos x="34" y="6"/>
              </a:cxn>
            </a:cxnLst>
            <a:rect l="0" t="0" r="r" b="b"/>
            <a:pathLst>
              <a:path w="68" h="44">
                <a:moveTo>
                  <a:pt x="68" y="25"/>
                </a:moveTo>
                <a:cubicBezTo>
                  <a:pt x="61" y="36"/>
                  <a:pt x="48" y="44"/>
                  <a:pt x="34" y="44"/>
                </a:cubicBezTo>
                <a:cubicBezTo>
                  <a:pt x="21" y="44"/>
                  <a:pt x="8" y="36"/>
                  <a:pt x="1" y="25"/>
                </a:cubicBezTo>
                <a:cubicBezTo>
                  <a:pt x="1" y="24"/>
                  <a:pt x="0" y="23"/>
                  <a:pt x="0" y="22"/>
                </a:cubicBezTo>
                <a:cubicBezTo>
                  <a:pt x="0" y="21"/>
                  <a:pt x="1" y="20"/>
                  <a:pt x="1" y="20"/>
                </a:cubicBezTo>
                <a:cubicBezTo>
                  <a:pt x="8" y="8"/>
                  <a:pt x="21" y="0"/>
                  <a:pt x="34" y="0"/>
                </a:cubicBezTo>
                <a:cubicBezTo>
                  <a:pt x="48" y="0"/>
                  <a:pt x="61" y="8"/>
                  <a:pt x="68" y="20"/>
                </a:cubicBezTo>
                <a:cubicBezTo>
                  <a:pt x="68" y="20"/>
                  <a:pt x="68" y="21"/>
                  <a:pt x="68" y="22"/>
                </a:cubicBezTo>
                <a:cubicBezTo>
                  <a:pt x="68" y="23"/>
                  <a:pt x="68" y="24"/>
                  <a:pt x="68" y="25"/>
                </a:cubicBezTo>
                <a:close/>
                <a:moveTo>
                  <a:pt x="49" y="9"/>
                </a:moveTo>
                <a:cubicBezTo>
                  <a:pt x="51" y="11"/>
                  <a:pt x="51" y="14"/>
                  <a:pt x="51" y="17"/>
                </a:cubicBezTo>
                <a:cubicBezTo>
                  <a:pt x="51" y="27"/>
                  <a:pt x="44" y="34"/>
                  <a:pt x="34" y="34"/>
                </a:cubicBezTo>
                <a:cubicBezTo>
                  <a:pt x="25" y="34"/>
                  <a:pt x="17" y="27"/>
                  <a:pt x="17" y="17"/>
                </a:cubicBezTo>
                <a:cubicBezTo>
                  <a:pt x="17" y="14"/>
                  <a:pt x="18" y="11"/>
                  <a:pt x="20" y="9"/>
                </a:cubicBezTo>
                <a:cubicBezTo>
                  <a:pt x="14" y="12"/>
                  <a:pt x="9" y="17"/>
                  <a:pt x="5" y="22"/>
                </a:cubicBezTo>
                <a:cubicBezTo>
                  <a:pt x="12" y="32"/>
                  <a:pt x="22" y="39"/>
                  <a:pt x="34" y="39"/>
                </a:cubicBezTo>
                <a:cubicBezTo>
                  <a:pt x="47" y="39"/>
                  <a:pt x="57" y="32"/>
                  <a:pt x="64" y="22"/>
                </a:cubicBezTo>
                <a:cubicBezTo>
                  <a:pt x="60" y="17"/>
                  <a:pt x="55" y="12"/>
                  <a:pt x="49" y="9"/>
                </a:cubicBezTo>
                <a:close/>
                <a:moveTo>
                  <a:pt x="34" y="6"/>
                </a:moveTo>
                <a:cubicBezTo>
                  <a:pt x="28" y="6"/>
                  <a:pt x="23" y="11"/>
                  <a:pt x="23" y="17"/>
                </a:cubicBezTo>
                <a:cubicBezTo>
                  <a:pt x="23" y="18"/>
                  <a:pt x="24" y="19"/>
                  <a:pt x="25" y="19"/>
                </a:cubicBezTo>
                <a:cubicBezTo>
                  <a:pt x="26" y="19"/>
                  <a:pt x="27" y="18"/>
                  <a:pt x="27" y="17"/>
                </a:cubicBezTo>
                <a:cubicBezTo>
                  <a:pt x="27" y="13"/>
                  <a:pt x="30" y="9"/>
                  <a:pt x="34" y="9"/>
                </a:cubicBezTo>
                <a:cubicBezTo>
                  <a:pt x="35" y="9"/>
                  <a:pt x="36" y="9"/>
                  <a:pt x="36" y="8"/>
                </a:cubicBezTo>
                <a:cubicBezTo>
                  <a:pt x="36" y="7"/>
                  <a:pt x="35" y="6"/>
                  <a:pt x="34" y="6"/>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6" name="Freeform 52"/>
          <p:cNvSpPr>
            <a:spLocks noEditPoints="1"/>
          </p:cNvSpPr>
          <p:nvPr/>
        </p:nvSpPr>
        <p:spPr bwMode="auto">
          <a:xfrm>
            <a:off x="8347401" y="2954261"/>
            <a:ext cx="645759" cy="645759"/>
          </a:xfrm>
          <a:custGeom>
            <a:avLst/>
            <a:gdLst/>
            <a:ahLst/>
            <a:cxnLst>
              <a:cxn ang="0">
                <a:pos x="27" y="55"/>
              </a:cxn>
              <a:cxn ang="0">
                <a:pos x="0" y="27"/>
              </a:cxn>
              <a:cxn ang="0">
                <a:pos x="27" y="0"/>
              </a:cxn>
              <a:cxn ang="0">
                <a:pos x="55" y="27"/>
              </a:cxn>
              <a:cxn ang="0">
                <a:pos x="27" y="55"/>
              </a:cxn>
              <a:cxn ang="0">
                <a:pos x="27" y="8"/>
              </a:cxn>
              <a:cxn ang="0">
                <a:pos x="8" y="27"/>
              </a:cxn>
              <a:cxn ang="0">
                <a:pos x="27" y="47"/>
              </a:cxn>
              <a:cxn ang="0">
                <a:pos x="47" y="27"/>
              </a:cxn>
              <a:cxn ang="0">
                <a:pos x="27" y="8"/>
              </a:cxn>
              <a:cxn ang="0">
                <a:pos x="32" y="31"/>
              </a:cxn>
              <a:cxn ang="0">
                <a:pos x="31" y="32"/>
              </a:cxn>
              <a:cxn ang="0">
                <a:pos x="19" y="32"/>
              </a:cxn>
              <a:cxn ang="0">
                <a:pos x="18" y="31"/>
              </a:cxn>
              <a:cxn ang="0">
                <a:pos x="18" y="28"/>
              </a:cxn>
              <a:cxn ang="0">
                <a:pos x="19" y="27"/>
              </a:cxn>
              <a:cxn ang="0">
                <a:pos x="27" y="27"/>
              </a:cxn>
              <a:cxn ang="0">
                <a:pos x="27" y="15"/>
              </a:cxn>
              <a:cxn ang="0">
                <a:pos x="28" y="14"/>
              </a:cxn>
              <a:cxn ang="0">
                <a:pos x="31" y="14"/>
              </a:cxn>
              <a:cxn ang="0">
                <a:pos x="32" y="15"/>
              </a:cxn>
              <a:cxn ang="0">
                <a:pos x="32" y="31"/>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27" y="8"/>
                </a:moveTo>
                <a:cubicBezTo>
                  <a:pt x="16" y="8"/>
                  <a:pt x="8" y="17"/>
                  <a:pt x="8" y="27"/>
                </a:cubicBezTo>
                <a:cubicBezTo>
                  <a:pt x="8" y="38"/>
                  <a:pt x="16" y="47"/>
                  <a:pt x="27" y="47"/>
                </a:cubicBezTo>
                <a:cubicBezTo>
                  <a:pt x="38" y="47"/>
                  <a:pt x="47" y="38"/>
                  <a:pt x="47" y="27"/>
                </a:cubicBezTo>
                <a:cubicBezTo>
                  <a:pt x="47" y="17"/>
                  <a:pt x="38" y="8"/>
                  <a:pt x="27" y="8"/>
                </a:cubicBezTo>
                <a:close/>
                <a:moveTo>
                  <a:pt x="32" y="31"/>
                </a:moveTo>
                <a:cubicBezTo>
                  <a:pt x="32" y="31"/>
                  <a:pt x="31" y="32"/>
                  <a:pt x="31" y="32"/>
                </a:cubicBezTo>
                <a:cubicBezTo>
                  <a:pt x="19" y="32"/>
                  <a:pt x="19" y="32"/>
                  <a:pt x="19" y="32"/>
                </a:cubicBezTo>
                <a:cubicBezTo>
                  <a:pt x="19" y="32"/>
                  <a:pt x="18" y="31"/>
                  <a:pt x="18" y="31"/>
                </a:cubicBezTo>
                <a:cubicBezTo>
                  <a:pt x="18" y="28"/>
                  <a:pt x="18" y="28"/>
                  <a:pt x="18" y="28"/>
                </a:cubicBezTo>
                <a:cubicBezTo>
                  <a:pt x="18" y="28"/>
                  <a:pt x="19" y="27"/>
                  <a:pt x="19" y="27"/>
                </a:cubicBezTo>
                <a:cubicBezTo>
                  <a:pt x="27" y="27"/>
                  <a:pt x="27" y="27"/>
                  <a:pt x="27" y="27"/>
                </a:cubicBezTo>
                <a:cubicBezTo>
                  <a:pt x="27" y="15"/>
                  <a:pt x="27" y="15"/>
                  <a:pt x="27" y="15"/>
                </a:cubicBezTo>
                <a:cubicBezTo>
                  <a:pt x="27" y="14"/>
                  <a:pt x="28" y="14"/>
                  <a:pt x="28" y="14"/>
                </a:cubicBezTo>
                <a:cubicBezTo>
                  <a:pt x="31" y="14"/>
                  <a:pt x="31" y="14"/>
                  <a:pt x="31" y="14"/>
                </a:cubicBezTo>
                <a:cubicBezTo>
                  <a:pt x="31" y="14"/>
                  <a:pt x="32" y="14"/>
                  <a:pt x="32" y="15"/>
                </a:cubicBezTo>
                <a:lnTo>
                  <a:pt x="32" y="3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76682462"/>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grpId="0" nodeType="after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0-#ppt_w/2"/>
                                          </p:val>
                                        </p:tav>
                                        <p:tav tm="100000">
                                          <p:val>
                                            <p:strVal val="#ppt_x"/>
                                          </p:val>
                                        </p:tav>
                                      </p:tavLst>
                                    </p:anim>
                                    <p:anim calcmode="lin" valueType="num">
                                      <p:cBhvr additive="base">
                                        <p:cTn id="8" dur="500" fill="hold"/>
                                        <p:tgtEl>
                                          <p:spTgt spid="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41"/>
                                        </p:tgtEl>
                                        <p:attrNameLst>
                                          <p:attrName>style.visibility</p:attrName>
                                        </p:attrNameLst>
                                      </p:cBhvr>
                                      <p:to>
                                        <p:strVal val="visible"/>
                                      </p:to>
                                    </p:set>
                                    <p:anim calcmode="lin" valueType="num">
                                      <p:cBhvr>
                                        <p:cTn id="12" dur="500" fill="hold"/>
                                        <p:tgtEl>
                                          <p:spTgt spid="41"/>
                                        </p:tgtEl>
                                        <p:attrNameLst>
                                          <p:attrName>ppt_w</p:attrName>
                                        </p:attrNameLst>
                                      </p:cBhvr>
                                      <p:tavLst>
                                        <p:tav tm="0">
                                          <p:val>
                                            <p:fltVal val="0"/>
                                          </p:val>
                                        </p:tav>
                                        <p:tav tm="100000">
                                          <p:val>
                                            <p:strVal val="#ppt_w"/>
                                          </p:val>
                                        </p:tav>
                                      </p:tavLst>
                                    </p:anim>
                                    <p:anim calcmode="lin" valueType="num">
                                      <p:cBhvr>
                                        <p:cTn id="13" dur="500" fill="hold"/>
                                        <p:tgtEl>
                                          <p:spTgt spid="41"/>
                                        </p:tgtEl>
                                        <p:attrNameLst>
                                          <p:attrName>ppt_h</p:attrName>
                                        </p:attrNameLst>
                                      </p:cBhvr>
                                      <p:tavLst>
                                        <p:tav tm="0">
                                          <p:val>
                                            <p:fltVal val="0"/>
                                          </p:val>
                                        </p:tav>
                                        <p:tav tm="100000">
                                          <p:val>
                                            <p:strVal val="#ppt_h"/>
                                          </p:val>
                                        </p:tav>
                                      </p:tavLst>
                                    </p:anim>
                                    <p:animEffect transition="in" filter="fade">
                                      <p:cBhvr>
                                        <p:cTn id="14" dur="500"/>
                                        <p:tgtEl>
                                          <p:spTgt spid="41"/>
                                        </p:tgtEl>
                                      </p:cBhvr>
                                    </p:animEffect>
                                  </p:childTnLst>
                                </p:cTn>
                              </p:par>
                            </p:childTnLst>
                          </p:cTn>
                        </p:par>
                        <p:par>
                          <p:cTn id="15" fill="hold">
                            <p:stCondLst>
                              <p:cond delay="1000"/>
                            </p:stCondLst>
                            <p:childTnLst>
                              <p:par>
                                <p:cTn id="16" presetID="53" presetClass="entr" presetSubtype="0"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500" fill="hold"/>
                                        <p:tgtEl>
                                          <p:spTgt spid="3"/>
                                        </p:tgtEl>
                                        <p:attrNameLst>
                                          <p:attrName>ppt_w</p:attrName>
                                        </p:attrNameLst>
                                      </p:cBhvr>
                                      <p:tavLst>
                                        <p:tav tm="0">
                                          <p:val>
                                            <p:fltVal val="0"/>
                                          </p:val>
                                        </p:tav>
                                        <p:tav tm="100000">
                                          <p:val>
                                            <p:strVal val="#ppt_w"/>
                                          </p:val>
                                        </p:tav>
                                      </p:tavLst>
                                    </p:anim>
                                    <p:anim calcmode="lin" valueType="num">
                                      <p:cBhvr>
                                        <p:cTn id="19" dur="500" fill="hold"/>
                                        <p:tgtEl>
                                          <p:spTgt spid="3"/>
                                        </p:tgtEl>
                                        <p:attrNameLst>
                                          <p:attrName>ppt_h</p:attrName>
                                        </p:attrNameLst>
                                      </p:cBhvr>
                                      <p:tavLst>
                                        <p:tav tm="0">
                                          <p:val>
                                            <p:fltVal val="0"/>
                                          </p:val>
                                        </p:tav>
                                        <p:tav tm="100000">
                                          <p:val>
                                            <p:strVal val="#ppt_h"/>
                                          </p:val>
                                        </p:tav>
                                      </p:tavLst>
                                    </p:anim>
                                    <p:animEffect transition="in" filter="fade">
                                      <p:cBhvr>
                                        <p:cTn id="20" dur="500"/>
                                        <p:tgtEl>
                                          <p:spTgt spid="3"/>
                                        </p:tgtEl>
                                      </p:cBhvr>
                                    </p:animEffect>
                                  </p:childTnLst>
                                </p:cTn>
                              </p:par>
                            </p:childTnLst>
                          </p:cTn>
                        </p:par>
                        <p:par>
                          <p:cTn id="21" fill="hold">
                            <p:stCondLst>
                              <p:cond delay="1500"/>
                            </p:stCondLst>
                            <p:childTnLst>
                              <p:par>
                                <p:cTn id="22" presetID="2" presetClass="entr" presetSubtype="8" accel="50000" decel="50000" fill="hold" grpId="0" nodeType="afterEffect">
                                  <p:stCondLst>
                                    <p:cond delay="0"/>
                                  </p:stCondLst>
                                  <p:childTnLst>
                                    <p:set>
                                      <p:cBhvr>
                                        <p:cTn id="23" dur="1" fill="hold">
                                          <p:stCondLst>
                                            <p:cond delay="0"/>
                                          </p:stCondLst>
                                        </p:cTn>
                                        <p:tgtEl>
                                          <p:spTgt spid="53"/>
                                        </p:tgtEl>
                                        <p:attrNameLst>
                                          <p:attrName>style.visibility</p:attrName>
                                        </p:attrNameLst>
                                      </p:cBhvr>
                                      <p:to>
                                        <p:strVal val="visible"/>
                                      </p:to>
                                    </p:set>
                                    <p:anim calcmode="lin" valueType="num">
                                      <p:cBhvr additive="base">
                                        <p:cTn id="24" dur="500" fill="hold"/>
                                        <p:tgtEl>
                                          <p:spTgt spid="53"/>
                                        </p:tgtEl>
                                        <p:attrNameLst>
                                          <p:attrName>ppt_x</p:attrName>
                                        </p:attrNameLst>
                                      </p:cBhvr>
                                      <p:tavLst>
                                        <p:tav tm="0">
                                          <p:val>
                                            <p:strVal val="0-#ppt_w/2"/>
                                          </p:val>
                                        </p:tav>
                                        <p:tav tm="100000">
                                          <p:val>
                                            <p:strVal val="#ppt_x"/>
                                          </p:val>
                                        </p:tav>
                                      </p:tavLst>
                                    </p:anim>
                                    <p:anim calcmode="lin" valueType="num">
                                      <p:cBhvr additive="base">
                                        <p:cTn id="25" dur="500" fill="hold"/>
                                        <p:tgtEl>
                                          <p:spTgt spid="53"/>
                                        </p:tgtEl>
                                        <p:attrNameLst>
                                          <p:attrName>ppt_y</p:attrName>
                                        </p:attrNameLst>
                                      </p:cBhvr>
                                      <p:tavLst>
                                        <p:tav tm="0">
                                          <p:val>
                                            <p:strVal val="#ppt_y"/>
                                          </p:val>
                                        </p:tav>
                                        <p:tav tm="100000">
                                          <p:val>
                                            <p:strVal val="#ppt_y"/>
                                          </p:val>
                                        </p:tav>
                                      </p:tavLst>
                                    </p:anim>
                                  </p:childTnLst>
                                </p:cTn>
                              </p:par>
                            </p:childTnLst>
                          </p:cTn>
                        </p:par>
                        <p:par>
                          <p:cTn id="26" fill="hold">
                            <p:stCondLst>
                              <p:cond delay="2000"/>
                            </p:stCondLst>
                            <p:childTnLst>
                              <p:par>
                                <p:cTn id="27" presetID="53" presetClass="entr" presetSubtype="0" fill="hold" grpId="0" nodeType="afterEffect">
                                  <p:stCondLst>
                                    <p:cond delay="0"/>
                                  </p:stCondLst>
                                  <p:childTnLst>
                                    <p:set>
                                      <p:cBhvr>
                                        <p:cTn id="28" dur="1" fill="hold">
                                          <p:stCondLst>
                                            <p:cond delay="0"/>
                                          </p:stCondLst>
                                        </p:cTn>
                                        <p:tgtEl>
                                          <p:spTgt spid="46"/>
                                        </p:tgtEl>
                                        <p:attrNameLst>
                                          <p:attrName>style.visibility</p:attrName>
                                        </p:attrNameLst>
                                      </p:cBhvr>
                                      <p:to>
                                        <p:strVal val="visible"/>
                                      </p:to>
                                    </p:set>
                                    <p:anim calcmode="lin" valueType="num">
                                      <p:cBhvr>
                                        <p:cTn id="29" dur="500" fill="hold"/>
                                        <p:tgtEl>
                                          <p:spTgt spid="46"/>
                                        </p:tgtEl>
                                        <p:attrNameLst>
                                          <p:attrName>ppt_w</p:attrName>
                                        </p:attrNameLst>
                                      </p:cBhvr>
                                      <p:tavLst>
                                        <p:tav tm="0">
                                          <p:val>
                                            <p:fltVal val="0"/>
                                          </p:val>
                                        </p:tav>
                                        <p:tav tm="100000">
                                          <p:val>
                                            <p:strVal val="#ppt_w"/>
                                          </p:val>
                                        </p:tav>
                                      </p:tavLst>
                                    </p:anim>
                                    <p:anim calcmode="lin" valueType="num">
                                      <p:cBhvr>
                                        <p:cTn id="30" dur="500" fill="hold"/>
                                        <p:tgtEl>
                                          <p:spTgt spid="46"/>
                                        </p:tgtEl>
                                        <p:attrNameLst>
                                          <p:attrName>ppt_h</p:attrName>
                                        </p:attrNameLst>
                                      </p:cBhvr>
                                      <p:tavLst>
                                        <p:tav tm="0">
                                          <p:val>
                                            <p:fltVal val="0"/>
                                          </p:val>
                                        </p:tav>
                                        <p:tav tm="100000">
                                          <p:val>
                                            <p:strVal val="#ppt_h"/>
                                          </p:val>
                                        </p:tav>
                                      </p:tavLst>
                                    </p:anim>
                                    <p:animEffect transition="in" filter="fade">
                                      <p:cBhvr>
                                        <p:cTn id="31" dur="500"/>
                                        <p:tgtEl>
                                          <p:spTgt spid="46"/>
                                        </p:tgtEl>
                                      </p:cBhvr>
                                    </p:animEffect>
                                  </p:childTnLst>
                                </p:cTn>
                              </p:par>
                            </p:childTnLst>
                          </p:cTn>
                        </p:par>
                        <p:par>
                          <p:cTn id="32" fill="hold">
                            <p:stCondLst>
                              <p:cond delay="2500"/>
                            </p:stCondLst>
                            <p:childTnLst>
                              <p:par>
                                <p:cTn id="33" presetID="53" presetClass="entr" presetSubtype="0"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 calcmode="lin" valueType="num">
                                      <p:cBhvr>
                                        <p:cTn id="35" dur="500" fill="hold"/>
                                        <p:tgtEl>
                                          <p:spTgt spid="5"/>
                                        </p:tgtEl>
                                        <p:attrNameLst>
                                          <p:attrName>ppt_w</p:attrName>
                                        </p:attrNameLst>
                                      </p:cBhvr>
                                      <p:tavLst>
                                        <p:tav tm="0">
                                          <p:val>
                                            <p:fltVal val="0"/>
                                          </p:val>
                                        </p:tav>
                                        <p:tav tm="100000">
                                          <p:val>
                                            <p:strVal val="#ppt_w"/>
                                          </p:val>
                                        </p:tav>
                                      </p:tavLst>
                                    </p:anim>
                                    <p:anim calcmode="lin" valueType="num">
                                      <p:cBhvr>
                                        <p:cTn id="36" dur="500" fill="hold"/>
                                        <p:tgtEl>
                                          <p:spTgt spid="5"/>
                                        </p:tgtEl>
                                        <p:attrNameLst>
                                          <p:attrName>ppt_h</p:attrName>
                                        </p:attrNameLst>
                                      </p:cBhvr>
                                      <p:tavLst>
                                        <p:tav tm="0">
                                          <p:val>
                                            <p:fltVal val="0"/>
                                          </p:val>
                                        </p:tav>
                                        <p:tav tm="100000">
                                          <p:val>
                                            <p:strVal val="#ppt_h"/>
                                          </p:val>
                                        </p:tav>
                                      </p:tavLst>
                                    </p:anim>
                                    <p:animEffect transition="in" filter="fade">
                                      <p:cBhvr>
                                        <p:cTn id="3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3" grpId="0" animBg="1"/>
      <p:bldP spid="41" grpId="0" animBg="1"/>
      <p:bldP spid="46" grpId="0" animBg="1"/>
    </p:bld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rtl="1"/>
            <a:r>
              <a:rPr lang="ar-SA" u="sng" dirty="0">
                <a:solidFill>
                  <a:srgbClr val="237DB9"/>
                </a:solidFill>
              </a:rPr>
              <a:t>1- فوائد الآيباد</a:t>
            </a:r>
            <a:endParaRPr lang="en-US" u="sng" dirty="0">
              <a:solidFill>
                <a:srgbClr val="237DB9"/>
              </a:solidFill>
            </a:endParaRPr>
          </a:p>
        </p:txBody>
      </p:sp>
      <p:sp>
        <p:nvSpPr>
          <p:cNvPr id="51" name="Freeform 50"/>
          <p:cNvSpPr/>
          <p:nvPr/>
        </p:nvSpPr>
        <p:spPr>
          <a:xfrm>
            <a:off x="2051384" y="2198838"/>
            <a:ext cx="2095500" cy="1831732"/>
          </a:xfrm>
          <a:custGeom>
            <a:avLst/>
            <a:gdLst>
              <a:gd name="connsiteX0" fmla="*/ 0 w 1571625"/>
              <a:gd name="connsiteY0" fmla="*/ 206070 h 1373798"/>
              <a:gd name="connsiteX1" fmla="*/ 884726 w 1571625"/>
              <a:gd name="connsiteY1" fmla="*/ 206070 h 1373798"/>
              <a:gd name="connsiteX2" fmla="*/ 884726 w 1571625"/>
              <a:gd name="connsiteY2" fmla="*/ 0 h 1373798"/>
              <a:gd name="connsiteX3" fmla="*/ 1571625 w 1571625"/>
              <a:gd name="connsiteY3" fmla="*/ 686899 h 1373798"/>
              <a:gd name="connsiteX4" fmla="*/ 884726 w 1571625"/>
              <a:gd name="connsiteY4" fmla="*/ 1373798 h 1373798"/>
              <a:gd name="connsiteX5" fmla="*/ 884726 w 1571625"/>
              <a:gd name="connsiteY5" fmla="*/ 1167728 h 1373798"/>
              <a:gd name="connsiteX6" fmla="*/ 0 w 1571625"/>
              <a:gd name="connsiteY6" fmla="*/ 1167728 h 1373798"/>
              <a:gd name="connsiteX7" fmla="*/ 0 w 1571625"/>
              <a:gd name="connsiteY7" fmla="*/ 206070 h 137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1625" h="1373798">
                <a:moveTo>
                  <a:pt x="0" y="206070"/>
                </a:moveTo>
                <a:lnTo>
                  <a:pt x="884726" y="206070"/>
                </a:lnTo>
                <a:lnTo>
                  <a:pt x="884726" y="0"/>
                </a:lnTo>
                <a:lnTo>
                  <a:pt x="1571625" y="686899"/>
                </a:lnTo>
                <a:lnTo>
                  <a:pt x="884726" y="1373798"/>
                </a:lnTo>
                <a:lnTo>
                  <a:pt x="884726" y="1167728"/>
                </a:lnTo>
                <a:lnTo>
                  <a:pt x="0" y="1167728"/>
                </a:lnTo>
                <a:lnTo>
                  <a:pt x="0" y="206070"/>
                </a:lnTo>
                <a:close/>
              </a:path>
            </a:pathLst>
          </a:custGeom>
          <a:solidFill>
            <a:schemeClr val="accent1">
              <a:alpha val="90000"/>
            </a:schemeClr>
          </a:soli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584836" tIns="290000" rIns="580548" bIns="290000" numCol="1" spcCol="1270" anchor="ctr" anchorCtr="0">
            <a:noAutofit/>
          </a:bodyPr>
          <a:lstStyle/>
          <a:p>
            <a:pPr marL="228589" lvl="1" indent="-228589" defTabSz="1066747" fontAlgn="auto">
              <a:lnSpc>
                <a:spcPct val="90000"/>
              </a:lnSpc>
              <a:spcAft>
                <a:spcPct val="15000"/>
              </a:spcAft>
            </a:pPr>
            <a:r>
              <a:rPr lang="en-US" sz="6400" dirty="0">
                <a:solidFill>
                  <a:srgbClr val="FFFFFF"/>
                </a:solidFill>
                <a:latin typeface="FontAwesome" pitchFamily="2" charset="0"/>
              </a:rPr>
              <a:t> </a:t>
            </a:r>
            <a:endParaRPr lang="en-US" sz="6400" dirty="0">
              <a:solidFill>
                <a:srgbClr val="237DB9">
                  <a:lumMod val="75000"/>
                </a:srgbClr>
              </a:solidFill>
            </a:endParaRPr>
          </a:p>
        </p:txBody>
      </p:sp>
      <p:sp>
        <p:nvSpPr>
          <p:cNvPr id="53" name="Freeform 52"/>
          <p:cNvSpPr/>
          <p:nvPr/>
        </p:nvSpPr>
        <p:spPr>
          <a:xfrm>
            <a:off x="5784722" y="2198838"/>
            <a:ext cx="2095500" cy="1831732"/>
          </a:xfrm>
          <a:custGeom>
            <a:avLst/>
            <a:gdLst>
              <a:gd name="connsiteX0" fmla="*/ 0 w 1571625"/>
              <a:gd name="connsiteY0" fmla="*/ 206070 h 1373798"/>
              <a:gd name="connsiteX1" fmla="*/ 884726 w 1571625"/>
              <a:gd name="connsiteY1" fmla="*/ 206070 h 1373798"/>
              <a:gd name="connsiteX2" fmla="*/ 884726 w 1571625"/>
              <a:gd name="connsiteY2" fmla="*/ 0 h 1373798"/>
              <a:gd name="connsiteX3" fmla="*/ 1571625 w 1571625"/>
              <a:gd name="connsiteY3" fmla="*/ 686899 h 1373798"/>
              <a:gd name="connsiteX4" fmla="*/ 884726 w 1571625"/>
              <a:gd name="connsiteY4" fmla="*/ 1373798 h 1373798"/>
              <a:gd name="connsiteX5" fmla="*/ 884726 w 1571625"/>
              <a:gd name="connsiteY5" fmla="*/ 1167728 h 1373798"/>
              <a:gd name="connsiteX6" fmla="*/ 0 w 1571625"/>
              <a:gd name="connsiteY6" fmla="*/ 1167728 h 1373798"/>
              <a:gd name="connsiteX7" fmla="*/ 0 w 1571625"/>
              <a:gd name="connsiteY7" fmla="*/ 206070 h 137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1625" h="1373798">
                <a:moveTo>
                  <a:pt x="0" y="206070"/>
                </a:moveTo>
                <a:lnTo>
                  <a:pt x="884726" y="206070"/>
                </a:lnTo>
                <a:lnTo>
                  <a:pt x="884726" y="0"/>
                </a:lnTo>
                <a:lnTo>
                  <a:pt x="1571625" y="686899"/>
                </a:lnTo>
                <a:lnTo>
                  <a:pt x="884726" y="1373798"/>
                </a:lnTo>
                <a:lnTo>
                  <a:pt x="884726" y="1167728"/>
                </a:lnTo>
                <a:lnTo>
                  <a:pt x="0" y="1167728"/>
                </a:lnTo>
                <a:lnTo>
                  <a:pt x="0" y="206070"/>
                </a:lnTo>
                <a:close/>
              </a:path>
            </a:pathLst>
          </a:custGeom>
          <a:solidFill>
            <a:schemeClr val="accent2">
              <a:alpha val="90000"/>
            </a:schemeClr>
          </a:soli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584836" tIns="290000" rIns="580549" bIns="290000" numCol="1" spcCol="1270" anchor="ctr" anchorCtr="0">
            <a:noAutofit/>
          </a:bodyPr>
          <a:lstStyle/>
          <a:p>
            <a:pPr marL="228589" lvl="1" indent="-228589" defTabSz="1066747" fontAlgn="auto">
              <a:lnSpc>
                <a:spcPct val="90000"/>
              </a:lnSpc>
              <a:spcAft>
                <a:spcPct val="15000"/>
              </a:spcAft>
            </a:pPr>
            <a:r>
              <a:rPr lang="en-US" sz="4800" dirty="0">
                <a:solidFill>
                  <a:srgbClr val="FFFFFF"/>
                </a:solidFill>
                <a:latin typeface="FontAwesome" pitchFamily="2" charset="0"/>
              </a:rPr>
              <a:t> </a:t>
            </a:r>
            <a:endParaRPr lang="en-US" sz="4800" dirty="0">
              <a:solidFill>
                <a:srgbClr val="15AA96">
                  <a:lumMod val="50000"/>
                </a:srgbClr>
              </a:solidFill>
            </a:endParaRPr>
          </a:p>
        </p:txBody>
      </p:sp>
      <p:grpSp>
        <p:nvGrpSpPr>
          <p:cNvPr id="3" name="Group 134"/>
          <p:cNvGrpSpPr>
            <a:grpSpLocks noChangeAspect="1"/>
          </p:cNvGrpSpPr>
          <p:nvPr/>
        </p:nvGrpSpPr>
        <p:grpSpPr>
          <a:xfrm>
            <a:off x="1532584" y="2595469"/>
            <a:ext cx="1037599" cy="1038468"/>
            <a:chOff x="3287425" y="1417883"/>
            <a:chExt cx="648499" cy="649042"/>
          </a:xfrm>
        </p:grpSpPr>
        <p:sp>
          <p:nvSpPr>
            <p:cNvPr id="33" name="Oval 32"/>
            <p:cNvSpPr>
              <a:spLocks noChangeAspect="1"/>
            </p:cNvSpPr>
            <p:nvPr/>
          </p:nvSpPr>
          <p:spPr>
            <a:xfrm>
              <a:off x="3287425" y="1417883"/>
              <a:ext cx="648499" cy="649042"/>
            </a:xfrm>
            <a:prstGeom prst="ellipse">
              <a:avLst/>
            </a:prstGeom>
            <a:solidFill>
              <a:schemeClr val="accent1">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b="1" dirty="0">
                <a:solidFill>
                  <a:srgbClr val="FFFFFF"/>
                </a:solidFill>
              </a:endParaRPr>
            </a:p>
          </p:txBody>
        </p:sp>
        <p:sp>
          <p:nvSpPr>
            <p:cNvPr id="34" name="Oval 33"/>
            <p:cNvSpPr>
              <a:spLocks noChangeAspect="1"/>
            </p:cNvSpPr>
            <p:nvPr/>
          </p:nvSpPr>
          <p:spPr>
            <a:xfrm>
              <a:off x="3362252" y="1492773"/>
              <a:ext cx="498845" cy="499263"/>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r>
                <a:rPr lang="en-US" sz="2133" b="1" dirty="0">
                  <a:solidFill>
                    <a:srgbClr val="FFFFFF"/>
                  </a:solidFill>
                </a:rPr>
                <a:t>01</a:t>
              </a:r>
            </a:p>
          </p:txBody>
        </p:sp>
      </p:grpSp>
      <p:grpSp>
        <p:nvGrpSpPr>
          <p:cNvPr id="5" name="Group 129"/>
          <p:cNvGrpSpPr>
            <a:grpSpLocks noChangeAspect="1"/>
          </p:cNvGrpSpPr>
          <p:nvPr/>
        </p:nvGrpSpPr>
        <p:grpSpPr>
          <a:xfrm>
            <a:off x="5265922" y="2595469"/>
            <a:ext cx="1037599" cy="1038468"/>
            <a:chOff x="2779491" y="2517212"/>
            <a:chExt cx="648499" cy="649042"/>
          </a:xfrm>
        </p:grpSpPr>
        <p:sp>
          <p:nvSpPr>
            <p:cNvPr id="36" name="Oval 35"/>
            <p:cNvSpPr>
              <a:spLocks noChangeAspect="1"/>
            </p:cNvSpPr>
            <p:nvPr/>
          </p:nvSpPr>
          <p:spPr>
            <a:xfrm>
              <a:off x="2779491" y="2517212"/>
              <a:ext cx="648499" cy="649042"/>
            </a:xfrm>
            <a:prstGeom prst="ellipse">
              <a:avLst/>
            </a:prstGeom>
            <a:solidFill>
              <a:schemeClr val="accent2">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b="1" dirty="0">
                <a:solidFill>
                  <a:srgbClr val="FFFFFF"/>
                </a:solidFill>
              </a:endParaRPr>
            </a:p>
          </p:txBody>
        </p:sp>
        <p:sp>
          <p:nvSpPr>
            <p:cNvPr id="37" name="Oval 36"/>
            <p:cNvSpPr>
              <a:spLocks noChangeAspect="1"/>
            </p:cNvSpPr>
            <p:nvPr/>
          </p:nvSpPr>
          <p:spPr>
            <a:xfrm>
              <a:off x="2854318" y="2592102"/>
              <a:ext cx="498845" cy="499263"/>
            </a:xfrm>
            <a:prstGeom prst="ellipse">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r>
                <a:rPr lang="en-US" sz="2133" b="1" dirty="0">
                  <a:solidFill>
                    <a:srgbClr val="FFFFFF"/>
                  </a:solidFill>
                </a:rPr>
                <a:t>02</a:t>
              </a:r>
              <a:endParaRPr lang="en-US" b="1" dirty="0">
                <a:solidFill>
                  <a:srgbClr val="FFFFFF"/>
                </a:solidFill>
              </a:endParaRPr>
            </a:p>
          </p:txBody>
        </p:sp>
      </p:grpSp>
      <p:sp>
        <p:nvSpPr>
          <p:cNvPr id="67" name="Text Placeholder 3"/>
          <p:cNvSpPr txBox="1">
            <a:spLocks/>
          </p:cNvSpPr>
          <p:nvPr/>
        </p:nvSpPr>
        <p:spPr>
          <a:xfrm>
            <a:off x="751795" y="4379438"/>
            <a:ext cx="4098658" cy="1477328"/>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219139" rtl="1" fontAlgn="auto">
              <a:spcBef>
                <a:spcPct val="20000"/>
              </a:spcBef>
              <a:spcAft>
                <a:spcPts val="0"/>
              </a:spcAft>
              <a:defRPr/>
            </a:pPr>
            <a:r>
              <a:rPr lang="ar-SA" sz="2400" b="1" dirty="0" smtClean="0">
                <a:solidFill>
                  <a:schemeClr val="tx1"/>
                </a:solidFill>
                <a:latin typeface="Simplified Arabic" panose="02020603050405020304" pitchFamily="18" charset="-78"/>
                <a:cs typeface="Simplified Arabic" panose="02020603050405020304" pitchFamily="18" charset="-78"/>
              </a:rPr>
              <a:t>يحتوي </a:t>
            </a:r>
            <a:r>
              <a:rPr lang="ar-SA" sz="2400" b="1" dirty="0">
                <a:solidFill>
                  <a:schemeClr val="tx1"/>
                </a:solidFill>
                <a:latin typeface="Simplified Arabic" panose="02020603050405020304" pitchFamily="18" charset="-78"/>
                <a:cs typeface="Simplified Arabic" panose="02020603050405020304" pitchFamily="18" charset="-78"/>
              </a:rPr>
              <a:t>على الكثير من التطبيقات والخدمات التي تفيد الطالب؛ حيث يمكنهم من تصفح الإنترنت، وتشغيل الوسائط المتعددة، وقراءة الكتب الإلكترونية.</a:t>
            </a:r>
            <a:endParaRPr lang="en-US" sz="2400" b="1" dirty="0">
              <a:solidFill>
                <a:schemeClr val="tx1"/>
              </a:solidFill>
              <a:latin typeface="Simplified Arabic" panose="02020603050405020304" pitchFamily="18" charset="-78"/>
              <a:cs typeface="Simplified Arabic" panose="02020603050405020304" pitchFamily="18" charset="-78"/>
            </a:endParaRPr>
          </a:p>
        </p:txBody>
      </p:sp>
      <p:sp>
        <p:nvSpPr>
          <p:cNvPr id="73" name="Text Placeholder 3"/>
          <p:cNvSpPr txBox="1">
            <a:spLocks/>
          </p:cNvSpPr>
          <p:nvPr/>
        </p:nvSpPr>
        <p:spPr>
          <a:xfrm>
            <a:off x="4998408" y="4272706"/>
            <a:ext cx="2881814" cy="1477328"/>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219139" rtl="1" fontAlgn="auto">
              <a:spcBef>
                <a:spcPct val="20000"/>
              </a:spcBef>
              <a:spcAft>
                <a:spcPts val="0"/>
              </a:spcAft>
              <a:defRPr/>
            </a:pPr>
            <a:r>
              <a:rPr lang="ar-SA" sz="2400" b="1" dirty="0" smtClean="0">
                <a:solidFill>
                  <a:schemeClr val="tx1"/>
                </a:solidFill>
                <a:latin typeface="Simplified Arabic" panose="02020603050405020304" pitchFamily="18" charset="-78"/>
                <a:cs typeface="Simplified Arabic" panose="02020603050405020304" pitchFamily="18" charset="-78"/>
              </a:rPr>
              <a:t>يتيح </a:t>
            </a:r>
            <a:r>
              <a:rPr lang="ar-SA" sz="2400" b="1" dirty="0">
                <a:solidFill>
                  <a:schemeClr val="tx1"/>
                </a:solidFill>
                <a:latin typeface="Simplified Arabic" panose="02020603050405020304" pitchFamily="18" charset="-78"/>
                <a:cs typeface="Simplified Arabic" panose="02020603050405020304" pitchFamily="18" charset="-78"/>
              </a:rPr>
              <a:t>استخدام برامج الاتصال والشبكات الاجتماعية للتواصل مع المتعلمين وغيرهم مثل برنامج   </a:t>
            </a:r>
            <a:r>
              <a:rPr lang="en-US" sz="2400" b="1" dirty="0" err="1">
                <a:solidFill>
                  <a:schemeClr val="tx1"/>
                </a:solidFill>
                <a:latin typeface="Simplified Arabic" panose="02020603050405020304" pitchFamily="18" charset="-78"/>
                <a:cs typeface="Simplified Arabic" panose="02020603050405020304" pitchFamily="18" charset="-78"/>
              </a:rPr>
              <a:t>TeacherKit</a:t>
            </a:r>
            <a:r>
              <a:rPr lang="en-US" sz="2400" b="1" dirty="0">
                <a:solidFill>
                  <a:schemeClr val="tx1"/>
                </a:solidFill>
                <a:latin typeface="Simplified Arabic" panose="02020603050405020304" pitchFamily="18" charset="-78"/>
                <a:cs typeface="Simplified Arabic" panose="02020603050405020304" pitchFamily="18" charset="-78"/>
              </a:rPr>
              <a:t>.</a:t>
            </a:r>
          </a:p>
        </p:txBody>
      </p:sp>
      <p:sp>
        <p:nvSpPr>
          <p:cNvPr id="41" name="Freeform 187"/>
          <p:cNvSpPr>
            <a:spLocks noEditPoints="1"/>
          </p:cNvSpPr>
          <p:nvPr/>
        </p:nvSpPr>
        <p:spPr bwMode="auto">
          <a:xfrm>
            <a:off x="2801124" y="2903136"/>
            <a:ext cx="708564" cy="457915"/>
          </a:xfrm>
          <a:custGeom>
            <a:avLst/>
            <a:gdLst/>
            <a:ahLst/>
            <a:cxnLst>
              <a:cxn ang="0">
                <a:pos x="68" y="25"/>
              </a:cxn>
              <a:cxn ang="0">
                <a:pos x="34" y="44"/>
              </a:cxn>
              <a:cxn ang="0">
                <a:pos x="1" y="25"/>
              </a:cxn>
              <a:cxn ang="0">
                <a:pos x="0" y="22"/>
              </a:cxn>
              <a:cxn ang="0">
                <a:pos x="1" y="20"/>
              </a:cxn>
              <a:cxn ang="0">
                <a:pos x="34" y="0"/>
              </a:cxn>
              <a:cxn ang="0">
                <a:pos x="68" y="20"/>
              </a:cxn>
              <a:cxn ang="0">
                <a:pos x="68" y="22"/>
              </a:cxn>
              <a:cxn ang="0">
                <a:pos x="68" y="25"/>
              </a:cxn>
              <a:cxn ang="0">
                <a:pos x="49" y="9"/>
              </a:cxn>
              <a:cxn ang="0">
                <a:pos x="51" y="17"/>
              </a:cxn>
              <a:cxn ang="0">
                <a:pos x="34" y="34"/>
              </a:cxn>
              <a:cxn ang="0">
                <a:pos x="17" y="17"/>
              </a:cxn>
              <a:cxn ang="0">
                <a:pos x="20" y="9"/>
              </a:cxn>
              <a:cxn ang="0">
                <a:pos x="5" y="22"/>
              </a:cxn>
              <a:cxn ang="0">
                <a:pos x="34" y="39"/>
              </a:cxn>
              <a:cxn ang="0">
                <a:pos x="64" y="22"/>
              </a:cxn>
              <a:cxn ang="0">
                <a:pos x="49" y="9"/>
              </a:cxn>
              <a:cxn ang="0">
                <a:pos x="34" y="6"/>
              </a:cxn>
              <a:cxn ang="0">
                <a:pos x="23" y="17"/>
              </a:cxn>
              <a:cxn ang="0">
                <a:pos x="25" y="19"/>
              </a:cxn>
              <a:cxn ang="0">
                <a:pos x="27" y="17"/>
              </a:cxn>
              <a:cxn ang="0">
                <a:pos x="34" y="9"/>
              </a:cxn>
              <a:cxn ang="0">
                <a:pos x="36" y="8"/>
              </a:cxn>
              <a:cxn ang="0">
                <a:pos x="34" y="6"/>
              </a:cxn>
            </a:cxnLst>
            <a:rect l="0" t="0" r="r" b="b"/>
            <a:pathLst>
              <a:path w="68" h="44">
                <a:moveTo>
                  <a:pt x="68" y="25"/>
                </a:moveTo>
                <a:cubicBezTo>
                  <a:pt x="61" y="36"/>
                  <a:pt x="48" y="44"/>
                  <a:pt x="34" y="44"/>
                </a:cubicBezTo>
                <a:cubicBezTo>
                  <a:pt x="21" y="44"/>
                  <a:pt x="8" y="36"/>
                  <a:pt x="1" y="25"/>
                </a:cubicBezTo>
                <a:cubicBezTo>
                  <a:pt x="1" y="24"/>
                  <a:pt x="0" y="23"/>
                  <a:pt x="0" y="22"/>
                </a:cubicBezTo>
                <a:cubicBezTo>
                  <a:pt x="0" y="21"/>
                  <a:pt x="1" y="20"/>
                  <a:pt x="1" y="20"/>
                </a:cubicBezTo>
                <a:cubicBezTo>
                  <a:pt x="8" y="8"/>
                  <a:pt x="21" y="0"/>
                  <a:pt x="34" y="0"/>
                </a:cubicBezTo>
                <a:cubicBezTo>
                  <a:pt x="48" y="0"/>
                  <a:pt x="61" y="8"/>
                  <a:pt x="68" y="20"/>
                </a:cubicBezTo>
                <a:cubicBezTo>
                  <a:pt x="68" y="20"/>
                  <a:pt x="68" y="21"/>
                  <a:pt x="68" y="22"/>
                </a:cubicBezTo>
                <a:cubicBezTo>
                  <a:pt x="68" y="23"/>
                  <a:pt x="68" y="24"/>
                  <a:pt x="68" y="25"/>
                </a:cubicBezTo>
                <a:close/>
                <a:moveTo>
                  <a:pt x="49" y="9"/>
                </a:moveTo>
                <a:cubicBezTo>
                  <a:pt x="51" y="11"/>
                  <a:pt x="51" y="14"/>
                  <a:pt x="51" y="17"/>
                </a:cubicBezTo>
                <a:cubicBezTo>
                  <a:pt x="51" y="27"/>
                  <a:pt x="44" y="34"/>
                  <a:pt x="34" y="34"/>
                </a:cubicBezTo>
                <a:cubicBezTo>
                  <a:pt x="25" y="34"/>
                  <a:pt x="17" y="27"/>
                  <a:pt x="17" y="17"/>
                </a:cubicBezTo>
                <a:cubicBezTo>
                  <a:pt x="17" y="14"/>
                  <a:pt x="18" y="11"/>
                  <a:pt x="20" y="9"/>
                </a:cubicBezTo>
                <a:cubicBezTo>
                  <a:pt x="14" y="12"/>
                  <a:pt x="9" y="17"/>
                  <a:pt x="5" y="22"/>
                </a:cubicBezTo>
                <a:cubicBezTo>
                  <a:pt x="12" y="32"/>
                  <a:pt x="22" y="39"/>
                  <a:pt x="34" y="39"/>
                </a:cubicBezTo>
                <a:cubicBezTo>
                  <a:pt x="47" y="39"/>
                  <a:pt x="57" y="32"/>
                  <a:pt x="64" y="22"/>
                </a:cubicBezTo>
                <a:cubicBezTo>
                  <a:pt x="60" y="17"/>
                  <a:pt x="55" y="12"/>
                  <a:pt x="49" y="9"/>
                </a:cubicBezTo>
                <a:close/>
                <a:moveTo>
                  <a:pt x="34" y="6"/>
                </a:moveTo>
                <a:cubicBezTo>
                  <a:pt x="28" y="6"/>
                  <a:pt x="23" y="11"/>
                  <a:pt x="23" y="17"/>
                </a:cubicBezTo>
                <a:cubicBezTo>
                  <a:pt x="23" y="18"/>
                  <a:pt x="24" y="19"/>
                  <a:pt x="25" y="19"/>
                </a:cubicBezTo>
                <a:cubicBezTo>
                  <a:pt x="26" y="19"/>
                  <a:pt x="27" y="18"/>
                  <a:pt x="27" y="17"/>
                </a:cubicBezTo>
                <a:cubicBezTo>
                  <a:pt x="27" y="13"/>
                  <a:pt x="30" y="9"/>
                  <a:pt x="34" y="9"/>
                </a:cubicBezTo>
                <a:cubicBezTo>
                  <a:pt x="35" y="9"/>
                  <a:pt x="36" y="9"/>
                  <a:pt x="36" y="8"/>
                </a:cubicBezTo>
                <a:cubicBezTo>
                  <a:pt x="36" y="7"/>
                  <a:pt x="35" y="6"/>
                  <a:pt x="34" y="6"/>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46" name="Freeform 52"/>
          <p:cNvSpPr>
            <a:spLocks noEditPoints="1"/>
          </p:cNvSpPr>
          <p:nvPr/>
        </p:nvSpPr>
        <p:spPr bwMode="auto">
          <a:xfrm>
            <a:off x="6669235" y="2742693"/>
            <a:ext cx="645759" cy="645759"/>
          </a:xfrm>
          <a:custGeom>
            <a:avLst/>
            <a:gdLst/>
            <a:ahLst/>
            <a:cxnLst>
              <a:cxn ang="0">
                <a:pos x="27" y="55"/>
              </a:cxn>
              <a:cxn ang="0">
                <a:pos x="0" y="27"/>
              </a:cxn>
              <a:cxn ang="0">
                <a:pos x="27" y="0"/>
              </a:cxn>
              <a:cxn ang="0">
                <a:pos x="55" y="27"/>
              </a:cxn>
              <a:cxn ang="0">
                <a:pos x="27" y="55"/>
              </a:cxn>
              <a:cxn ang="0">
                <a:pos x="27" y="8"/>
              </a:cxn>
              <a:cxn ang="0">
                <a:pos x="8" y="27"/>
              </a:cxn>
              <a:cxn ang="0">
                <a:pos x="27" y="47"/>
              </a:cxn>
              <a:cxn ang="0">
                <a:pos x="47" y="27"/>
              </a:cxn>
              <a:cxn ang="0">
                <a:pos x="27" y="8"/>
              </a:cxn>
              <a:cxn ang="0">
                <a:pos x="32" y="31"/>
              </a:cxn>
              <a:cxn ang="0">
                <a:pos x="31" y="32"/>
              </a:cxn>
              <a:cxn ang="0">
                <a:pos x="19" y="32"/>
              </a:cxn>
              <a:cxn ang="0">
                <a:pos x="18" y="31"/>
              </a:cxn>
              <a:cxn ang="0">
                <a:pos x="18" y="28"/>
              </a:cxn>
              <a:cxn ang="0">
                <a:pos x="19" y="27"/>
              </a:cxn>
              <a:cxn ang="0">
                <a:pos x="27" y="27"/>
              </a:cxn>
              <a:cxn ang="0">
                <a:pos x="27" y="15"/>
              </a:cxn>
              <a:cxn ang="0">
                <a:pos x="28" y="14"/>
              </a:cxn>
              <a:cxn ang="0">
                <a:pos x="31" y="14"/>
              </a:cxn>
              <a:cxn ang="0">
                <a:pos x="32" y="15"/>
              </a:cxn>
              <a:cxn ang="0">
                <a:pos x="32" y="31"/>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27" y="8"/>
                </a:moveTo>
                <a:cubicBezTo>
                  <a:pt x="16" y="8"/>
                  <a:pt x="8" y="17"/>
                  <a:pt x="8" y="27"/>
                </a:cubicBezTo>
                <a:cubicBezTo>
                  <a:pt x="8" y="38"/>
                  <a:pt x="16" y="47"/>
                  <a:pt x="27" y="47"/>
                </a:cubicBezTo>
                <a:cubicBezTo>
                  <a:pt x="38" y="47"/>
                  <a:pt x="47" y="38"/>
                  <a:pt x="47" y="27"/>
                </a:cubicBezTo>
                <a:cubicBezTo>
                  <a:pt x="47" y="17"/>
                  <a:pt x="38" y="8"/>
                  <a:pt x="27" y="8"/>
                </a:cubicBezTo>
                <a:close/>
                <a:moveTo>
                  <a:pt x="32" y="31"/>
                </a:moveTo>
                <a:cubicBezTo>
                  <a:pt x="32" y="31"/>
                  <a:pt x="31" y="32"/>
                  <a:pt x="31" y="32"/>
                </a:cubicBezTo>
                <a:cubicBezTo>
                  <a:pt x="19" y="32"/>
                  <a:pt x="19" y="32"/>
                  <a:pt x="19" y="32"/>
                </a:cubicBezTo>
                <a:cubicBezTo>
                  <a:pt x="19" y="32"/>
                  <a:pt x="18" y="31"/>
                  <a:pt x="18" y="31"/>
                </a:cubicBezTo>
                <a:cubicBezTo>
                  <a:pt x="18" y="28"/>
                  <a:pt x="18" y="28"/>
                  <a:pt x="18" y="28"/>
                </a:cubicBezTo>
                <a:cubicBezTo>
                  <a:pt x="18" y="28"/>
                  <a:pt x="19" y="27"/>
                  <a:pt x="19" y="27"/>
                </a:cubicBezTo>
                <a:cubicBezTo>
                  <a:pt x="27" y="27"/>
                  <a:pt x="27" y="27"/>
                  <a:pt x="27" y="27"/>
                </a:cubicBezTo>
                <a:cubicBezTo>
                  <a:pt x="27" y="15"/>
                  <a:pt x="27" y="15"/>
                  <a:pt x="27" y="15"/>
                </a:cubicBezTo>
                <a:cubicBezTo>
                  <a:pt x="27" y="14"/>
                  <a:pt x="28" y="14"/>
                  <a:pt x="28" y="14"/>
                </a:cubicBezTo>
                <a:cubicBezTo>
                  <a:pt x="31" y="14"/>
                  <a:pt x="31" y="14"/>
                  <a:pt x="31" y="14"/>
                </a:cubicBezTo>
                <a:cubicBezTo>
                  <a:pt x="31" y="14"/>
                  <a:pt x="32" y="14"/>
                  <a:pt x="32" y="15"/>
                </a:cubicBezTo>
                <a:lnTo>
                  <a:pt x="32" y="3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3" name="Freeform 22"/>
          <p:cNvSpPr/>
          <p:nvPr/>
        </p:nvSpPr>
        <p:spPr>
          <a:xfrm>
            <a:off x="8818358" y="2198838"/>
            <a:ext cx="2095500" cy="1831732"/>
          </a:xfrm>
          <a:custGeom>
            <a:avLst/>
            <a:gdLst>
              <a:gd name="connsiteX0" fmla="*/ 0 w 1571625"/>
              <a:gd name="connsiteY0" fmla="*/ 206070 h 1373798"/>
              <a:gd name="connsiteX1" fmla="*/ 884726 w 1571625"/>
              <a:gd name="connsiteY1" fmla="*/ 206070 h 1373798"/>
              <a:gd name="connsiteX2" fmla="*/ 884726 w 1571625"/>
              <a:gd name="connsiteY2" fmla="*/ 0 h 1373798"/>
              <a:gd name="connsiteX3" fmla="*/ 1571625 w 1571625"/>
              <a:gd name="connsiteY3" fmla="*/ 686899 h 1373798"/>
              <a:gd name="connsiteX4" fmla="*/ 884726 w 1571625"/>
              <a:gd name="connsiteY4" fmla="*/ 1373798 h 1373798"/>
              <a:gd name="connsiteX5" fmla="*/ 884726 w 1571625"/>
              <a:gd name="connsiteY5" fmla="*/ 1167728 h 1373798"/>
              <a:gd name="connsiteX6" fmla="*/ 0 w 1571625"/>
              <a:gd name="connsiteY6" fmla="*/ 1167728 h 1373798"/>
              <a:gd name="connsiteX7" fmla="*/ 0 w 1571625"/>
              <a:gd name="connsiteY7" fmla="*/ 206070 h 137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1625" h="1373798">
                <a:moveTo>
                  <a:pt x="0" y="206070"/>
                </a:moveTo>
                <a:lnTo>
                  <a:pt x="884726" y="206070"/>
                </a:lnTo>
                <a:lnTo>
                  <a:pt x="884726" y="0"/>
                </a:lnTo>
                <a:lnTo>
                  <a:pt x="1571625" y="686899"/>
                </a:lnTo>
                <a:lnTo>
                  <a:pt x="884726" y="1373798"/>
                </a:lnTo>
                <a:lnTo>
                  <a:pt x="884726" y="1167728"/>
                </a:lnTo>
                <a:lnTo>
                  <a:pt x="0" y="1167728"/>
                </a:lnTo>
                <a:lnTo>
                  <a:pt x="0" y="206070"/>
                </a:lnTo>
                <a:close/>
              </a:path>
            </a:pathLst>
          </a:custGeom>
          <a:solidFill>
            <a:schemeClr val="accent3">
              <a:alpha val="90000"/>
            </a:schemeClr>
          </a:soli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584836" tIns="290000" rIns="580549" bIns="290000" numCol="1" spcCol="1270" anchor="ctr" anchorCtr="0">
            <a:noAutofit/>
          </a:bodyPr>
          <a:lstStyle/>
          <a:p>
            <a:pPr marL="228589" lvl="1" indent="-228589" defTabSz="1066747" fontAlgn="auto">
              <a:lnSpc>
                <a:spcPct val="90000"/>
              </a:lnSpc>
              <a:spcAft>
                <a:spcPct val="15000"/>
              </a:spcAft>
            </a:pPr>
            <a:r>
              <a:rPr lang="en-US" sz="4800" dirty="0">
                <a:solidFill>
                  <a:srgbClr val="FFFFFF"/>
                </a:solidFill>
                <a:latin typeface="FontAwesome" pitchFamily="2" charset="0"/>
              </a:rPr>
              <a:t> </a:t>
            </a:r>
            <a:endParaRPr lang="en-US" sz="4800" dirty="0">
              <a:solidFill>
                <a:srgbClr val="9BB955">
                  <a:lumMod val="75000"/>
                </a:srgbClr>
              </a:solidFill>
            </a:endParaRPr>
          </a:p>
        </p:txBody>
      </p:sp>
      <p:grpSp>
        <p:nvGrpSpPr>
          <p:cNvPr id="24" name="Group 130"/>
          <p:cNvGrpSpPr>
            <a:grpSpLocks noChangeAspect="1"/>
          </p:cNvGrpSpPr>
          <p:nvPr/>
        </p:nvGrpSpPr>
        <p:grpSpPr>
          <a:xfrm>
            <a:off x="8299558" y="2595469"/>
            <a:ext cx="1037599" cy="1038468"/>
            <a:chOff x="3287425" y="3613920"/>
            <a:chExt cx="648499" cy="649042"/>
          </a:xfrm>
        </p:grpSpPr>
        <p:sp>
          <p:nvSpPr>
            <p:cNvPr id="25" name="Oval 24"/>
            <p:cNvSpPr>
              <a:spLocks noChangeAspect="1"/>
            </p:cNvSpPr>
            <p:nvPr/>
          </p:nvSpPr>
          <p:spPr>
            <a:xfrm>
              <a:off x="3287425" y="3613920"/>
              <a:ext cx="648499" cy="649042"/>
            </a:xfrm>
            <a:prstGeom prst="ellipse">
              <a:avLst/>
            </a:prstGeom>
            <a:solidFill>
              <a:schemeClr val="accent3">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b="1" dirty="0">
                <a:solidFill>
                  <a:srgbClr val="FFFFFF"/>
                </a:solidFill>
              </a:endParaRPr>
            </a:p>
          </p:txBody>
        </p:sp>
        <p:sp>
          <p:nvSpPr>
            <p:cNvPr id="26" name="Oval 25"/>
            <p:cNvSpPr>
              <a:spLocks noChangeAspect="1"/>
            </p:cNvSpPr>
            <p:nvPr/>
          </p:nvSpPr>
          <p:spPr>
            <a:xfrm>
              <a:off x="3362252" y="3688810"/>
              <a:ext cx="498845" cy="499263"/>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r>
                <a:rPr lang="en-US" sz="2133" b="1" dirty="0">
                  <a:solidFill>
                    <a:srgbClr val="FFFFFF"/>
                  </a:solidFill>
                </a:rPr>
                <a:t>03</a:t>
              </a:r>
              <a:endParaRPr lang="en-US" b="1" dirty="0">
                <a:solidFill>
                  <a:srgbClr val="FFFFFF"/>
                </a:solidFill>
              </a:endParaRPr>
            </a:p>
          </p:txBody>
        </p:sp>
      </p:grpSp>
      <p:sp>
        <p:nvSpPr>
          <p:cNvPr id="29" name="Text Placeholder 3"/>
          <p:cNvSpPr txBox="1">
            <a:spLocks/>
          </p:cNvSpPr>
          <p:nvPr/>
        </p:nvSpPr>
        <p:spPr>
          <a:xfrm>
            <a:off x="8474881" y="4375554"/>
            <a:ext cx="2944486" cy="1477328"/>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219139" rtl="1" fontAlgn="auto">
              <a:spcBef>
                <a:spcPct val="20000"/>
              </a:spcBef>
              <a:spcAft>
                <a:spcPts val="0"/>
              </a:spcAft>
              <a:defRPr/>
            </a:pPr>
            <a:r>
              <a:rPr lang="ar-SA" sz="2400" b="1" dirty="0" smtClean="0">
                <a:solidFill>
                  <a:schemeClr val="tx1"/>
                </a:solidFill>
                <a:latin typeface="Roboto Condensed"/>
                <a:cs typeface="Simplified Arabic" panose="02020603050405020304" pitchFamily="18" charset="-78"/>
              </a:rPr>
              <a:t>أكثر </a:t>
            </a:r>
            <a:r>
              <a:rPr lang="ar-SA" sz="2400" b="1" dirty="0">
                <a:solidFill>
                  <a:schemeClr val="tx1"/>
                </a:solidFill>
                <a:latin typeface="Roboto Condensed"/>
                <a:cs typeface="Simplified Arabic" panose="02020603050405020304" pitchFamily="18" charset="-78"/>
              </a:rPr>
              <a:t>فائدة للبيئة من النفايات المخلفة من الكتب المدرسية والأوراق والأشجار التي تقطع سنوياً.</a:t>
            </a:r>
            <a:endParaRPr lang="en-US" sz="2400" b="1" dirty="0">
              <a:solidFill>
                <a:schemeClr val="tx1"/>
              </a:solidFill>
              <a:latin typeface="Roboto Condensed"/>
              <a:cs typeface="Simplified Arabic" panose="02020603050405020304" pitchFamily="18" charset="-78"/>
            </a:endParaRPr>
          </a:p>
        </p:txBody>
      </p:sp>
      <p:sp>
        <p:nvSpPr>
          <p:cNvPr id="30" name="Freeform 56"/>
          <p:cNvSpPr>
            <a:spLocks noEditPoints="1"/>
          </p:cNvSpPr>
          <p:nvPr/>
        </p:nvSpPr>
        <p:spPr bwMode="auto">
          <a:xfrm>
            <a:off x="9708170" y="2755393"/>
            <a:ext cx="618359" cy="618359"/>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00446893"/>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grpId="0" nodeType="after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0-#ppt_w/2"/>
                                          </p:val>
                                        </p:tav>
                                        <p:tav tm="100000">
                                          <p:val>
                                            <p:strVal val="#ppt_x"/>
                                          </p:val>
                                        </p:tav>
                                      </p:tavLst>
                                    </p:anim>
                                    <p:anim calcmode="lin" valueType="num">
                                      <p:cBhvr additive="base">
                                        <p:cTn id="8" dur="500" fill="hold"/>
                                        <p:tgtEl>
                                          <p:spTgt spid="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0" fill="hold" grpId="0" nodeType="afterEffect">
                                  <p:stCondLst>
                                    <p:cond delay="0"/>
                                  </p:stCondLst>
                                  <p:childTnLst>
                                    <p:set>
                                      <p:cBhvr>
                                        <p:cTn id="11" dur="1" fill="hold">
                                          <p:stCondLst>
                                            <p:cond delay="0"/>
                                          </p:stCondLst>
                                        </p:cTn>
                                        <p:tgtEl>
                                          <p:spTgt spid="41"/>
                                        </p:tgtEl>
                                        <p:attrNameLst>
                                          <p:attrName>style.visibility</p:attrName>
                                        </p:attrNameLst>
                                      </p:cBhvr>
                                      <p:to>
                                        <p:strVal val="visible"/>
                                      </p:to>
                                    </p:set>
                                    <p:anim calcmode="lin" valueType="num">
                                      <p:cBhvr>
                                        <p:cTn id="12" dur="500" fill="hold"/>
                                        <p:tgtEl>
                                          <p:spTgt spid="41"/>
                                        </p:tgtEl>
                                        <p:attrNameLst>
                                          <p:attrName>ppt_w</p:attrName>
                                        </p:attrNameLst>
                                      </p:cBhvr>
                                      <p:tavLst>
                                        <p:tav tm="0">
                                          <p:val>
                                            <p:fltVal val="0"/>
                                          </p:val>
                                        </p:tav>
                                        <p:tav tm="100000">
                                          <p:val>
                                            <p:strVal val="#ppt_w"/>
                                          </p:val>
                                        </p:tav>
                                      </p:tavLst>
                                    </p:anim>
                                    <p:anim calcmode="lin" valueType="num">
                                      <p:cBhvr>
                                        <p:cTn id="13" dur="500" fill="hold"/>
                                        <p:tgtEl>
                                          <p:spTgt spid="41"/>
                                        </p:tgtEl>
                                        <p:attrNameLst>
                                          <p:attrName>ppt_h</p:attrName>
                                        </p:attrNameLst>
                                      </p:cBhvr>
                                      <p:tavLst>
                                        <p:tav tm="0">
                                          <p:val>
                                            <p:fltVal val="0"/>
                                          </p:val>
                                        </p:tav>
                                        <p:tav tm="100000">
                                          <p:val>
                                            <p:strVal val="#ppt_h"/>
                                          </p:val>
                                        </p:tav>
                                      </p:tavLst>
                                    </p:anim>
                                    <p:animEffect transition="in" filter="fade">
                                      <p:cBhvr>
                                        <p:cTn id="14" dur="500"/>
                                        <p:tgtEl>
                                          <p:spTgt spid="41"/>
                                        </p:tgtEl>
                                      </p:cBhvr>
                                    </p:animEffect>
                                  </p:childTnLst>
                                </p:cTn>
                              </p:par>
                            </p:childTnLst>
                          </p:cTn>
                        </p:par>
                        <p:par>
                          <p:cTn id="15" fill="hold">
                            <p:stCondLst>
                              <p:cond delay="1000"/>
                            </p:stCondLst>
                            <p:childTnLst>
                              <p:par>
                                <p:cTn id="16" presetID="53" presetClass="entr" presetSubtype="0"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500" fill="hold"/>
                                        <p:tgtEl>
                                          <p:spTgt spid="3"/>
                                        </p:tgtEl>
                                        <p:attrNameLst>
                                          <p:attrName>ppt_w</p:attrName>
                                        </p:attrNameLst>
                                      </p:cBhvr>
                                      <p:tavLst>
                                        <p:tav tm="0">
                                          <p:val>
                                            <p:fltVal val="0"/>
                                          </p:val>
                                        </p:tav>
                                        <p:tav tm="100000">
                                          <p:val>
                                            <p:strVal val="#ppt_w"/>
                                          </p:val>
                                        </p:tav>
                                      </p:tavLst>
                                    </p:anim>
                                    <p:anim calcmode="lin" valueType="num">
                                      <p:cBhvr>
                                        <p:cTn id="19" dur="500" fill="hold"/>
                                        <p:tgtEl>
                                          <p:spTgt spid="3"/>
                                        </p:tgtEl>
                                        <p:attrNameLst>
                                          <p:attrName>ppt_h</p:attrName>
                                        </p:attrNameLst>
                                      </p:cBhvr>
                                      <p:tavLst>
                                        <p:tav tm="0">
                                          <p:val>
                                            <p:fltVal val="0"/>
                                          </p:val>
                                        </p:tav>
                                        <p:tav tm="100000">
                                          <p:val>
                                            <p:strVal val="#ppt_h"/>
                                          </p:val>
                                        </p:tav>
                                      </p:tavLst>
                                    </p:anim>
                                    <p:animEffect transition="in" filter="fade">
                                      <p:cBhvr>
                                        <p:cTn id="20" dur="500"/>
                                        <p:tgtEl>
                                          <p:spTgt spid="3"/>
                                        </p:tgtEl>
                                      </p:cBhvr>
                                    </p:animEffect>
                                  </p:childTnLst>
                                </p:cTn>
                              </p:par>
                            </p:childTnLst>
                          </p:cTn>
                        </p:par>
                        <p:par>
                          <p:cTn id="21" fill="hold">
                            <p:stCondLst>
                              <p:cond delay="1500"/>
                            </p:stCondLst>
                            <p:childTnLst>
                              <p:par>
                                <p:cTn id="22" presetID="2" presetClass="entr" presetSubtype="8" accel="50000" decel="50000" fill="hold" grpId="0" nodeType="afterEffect">
                                  <p:stCondLst>
                                    <p:cond delay="0"/>
                                  </p:stCondLst>
                                  <p:childTnLst>
                                    <p:set>
                                      <p:cBhvr>
                                        <p:cTn id="23" dur="1" fill="hold">
                                          <p:stCondLst>
                                            <p:cond delay="0"/>
                                          </p:stCondLst>
                                        </p:cTn>
                                        <p:tgtEl>
                                          <p:spTgt spid="53"/>
                                        </p:tgtEl>
                                        <p:attrNameLst>
                                          <p:attrName>style.visibility</p:attrName>
                                        </p:attrNameLst>
                                      </p:cBhvr>
                                      <p:to>
                                        <p:strVal val="visible"/>
                                      </p:to>
                                    </p:set>
                                    <p:anim calcmode="lin" valueType="num">
                                      <p:cBhvr additive="base">
                                        <p:cTn id="24" dur="500" fill="hold"/>
                                        <p:tgtEl>
                                          <p:spTgt spid="53"/>
                                        </p:tgtEl>
                                        <p:attrNameLst>
                                          <p:attrName>ppt_x</p:attrName>
                                        </p:attrNameLst>
                                      </p:cBhvr>
                                      <p:tavLst>
                                        <p:tav tm="0">
                                          <p:val>
                                            <p:strVal val="0-#ppt_w/2"/>
                                          </p:val>
                                        </p:tav>
                                        <p:tav tm="100000">
                                          <p:val>
                                            <p:strVal val="#ppt_x"/>
                                          </p:val>
                                        </p:tav>
                                      </p:tavLst>
                                    </p:anim>
                                    <p:anim calcmode="lin" valueType="num">
                                      <p:cBhvr additive="base">
                                        <p:cTn id="25" dur="500" fill="hold"/>
                                        <p:tgtEl>
                                          <p:spTgt spid="53"/>
                                        </p:tgtEl>
                                        <p:attrNameLst>
                                          <p:attrName>ppt_y</p:attrName>
                                        </p:attrNameLst>
                                      </p:cBhvr>
                                      <p:tavLst>
                                        <p:tav tm="0">
                                          <p:val>
                                            <p:strVal val="#ppt_y"/>
                                          </p:val>
                                        </p:tav>
                                        <p:tav tm="100000">
                                          <p:val>
                                            <p:strVal val="#ppt_y"/>
                                          </p:val>
                                        </p:tav>
                                      </p:tavLst>
                                    </p:anim>
                                  </p:childTnLst>
                                </p:cTn>
                              </p:par>
                            </p:childTnLst>
                          </p:cTn>
                        </p:par>
                        <p:par>
                          <p:cTn id="26" fill="hold">
                            <p:stCondLst>
                              <p:cond delay="2000"/>
                            </p:stCondLst>
                            <p:childTnLst>
                              <p:par>
                                <p:cTn id="27" presetID="53" presetClass="entr" presetSubtype="0" fill="hold" grpId="0" nodeType="afterEffect">
                                  <p:stCondLst>
                                    <p:cond delay="0"/>
                                  </p:stCondLst>
                                  <p:childTnLst>
                                    <p:set>
                                      <p:cBhvr>
                                        <p:cTn id="28" dur="1" fill="hold">
                                          <p:stCondLst>
                                            <p:cond delay="0"/>
                                          </p:stCondLst>
                                        </p:cTn>
                                        <p:tgtEl>
                                          <p:spTgt spid="46"/>
                                        </p:tgtEl>
                                        <p:attrNameLst>
                                          <p:attrName>style.visibility</p:attrName>
                                        </p:attrNameLst>
                                      </p:cBhvr>
                                      <p:to>
                                        <p:strVal val="visible"/>
                                      </p:to>
                                    </p:set>
                                    <p:anim calcmode="lin" valueType="num">
                                      <p:cBhvr>
                                        <p:cTn id="29" dur="500" fill="hold"/>
                                        <p:tgtEl>
                                          <p:spTgt spid="46"/>
                                        </p:tgtEl>
                                        <p:attrNameLst>
                                          <p:attrName>ppt_w</p:attrName>
                                        </p:attrNameLst>
                                      </p:cBhvr>
                                      <p:tavLst>
                                        <p:tav tm="0">
                                          <p:val>
                                            <p:fltVal val="0"/>
                                          </p:val>
                                        </p:tav>
                                        <p:tav tm="100000">
                                          <p:val>
                                            <p:strVal val="#ppt_w"/>
                                          </p:val>
                                        </p:tav>
                                      </p:tavLst>
                                    </p:anim>
                                    <p:anim calcmode="lin" valueType="num">
                                      <p:cBhvr>
                                        <p:cTn id="30" dur="500" fill="hold"/>
                                        <p:tgtEl>
                                          <p:spTgt spid="46"/>
                                        </p:tgtEl>
                                        <p:attrNameLst>
                                          <p:attrName>ppt_h</p:attrName>
                                        </p:attrNameLst>
                                      </p:cBhvr>
                                      <p:tavLst>
                                        <p:tav tm="0">
                                          <p:val>
                                            <p:fltVal val="0"/>
                                          </p:val>
                                        </p:tav>
                                        <p:tav tm="100000">
                                          <p:val>
                                            <p:strVal val="#ppt_h"/>
                                          </p:val>
                                        </p:tav>
                                      </p:tavLst>
                                    </p:anim>
                                    <p:animEffect transition="in" filter="fade">
                                      <p:cBhvr>
                                        <p:cTn id="31" dur="500"/>
                                        <p:tgtEl>
                                          <p:spTgt spid="46"/>
                                        </p:tgtEl>
                                      </p:cBhvr>
                                    </p:animEffect>
                                  </p:childTnLst>
                                </p:cTn>
                              </p:par>
                            </p:childTnLst>
                          </p:cTn>
                        </p:par>
                        <p:par>
                          <p:cTn id="32" fill="hold">
                            <p:stCondLst>
                              <p:cond delay="2500"/>
                            </p:stCondLst>
                            <p:childTnLst>
                              <p:par>
                                <p:cTn id="33" presetID="53" presetClass="entr" presetSubtype="0"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 calcmode="lin" valueType="num">
                                      <p:cBhvr>
                                        <p:cTn id="35" dur="500" fill="hold"/>
                                        <p:tgtEl>
                                          <p:spTgt spid="5"/>
                                        </p:tgtEl>
                                        <p:attrNameLst>
                                          <p:attrName>ppt_w</p:attrName>
                                        </p:attrNameLst>
                                      </p:cBhvr>
                                      <p:tavLst>
                                        <p:tav tm="0">
                                          <p:val>
                                            <p:fltVal val="0"/>
                                          </p:val>
                                        </p:tav>
                                        <p:tav tm="100000">
                                          <p:val>
                                            <p:strVal val="#ppt_w"/>
                                          </p:val>
                                        </p:tav>
                                      </p:tavLst>
                                    </p:anim>
                                    <p:anim calcmode="lin" valueType="num">
                                      <p:cBhvr>
                                        <p:cTn id="36" dur="500" fill="hold"/>
                                        <p:tgtEl>
                                          <p:spTgt spid="5"/>
                                        </p:tgtEl>
                                        <p:attrNameLst>
                                          <p:attrName>ppt_h</p:attrName>
                                        </p:attrNameLst>
                                      </p:cBhvr>
                                      <p:tavLst>
                                        <p:tav tm="0">
                                          <p:val>
                                            <p:fltVal val="0"/>
                                          </p:val>
                                        </p:tav>
                                        <p:tav tm="100000">
                                          <p:val>
                                            <p:strVal val="#ppt_h"/>
                                          </p:val>
                                        </p:tav>
                                      </p:tavLst>
                                    </p:anim>
                                    <p:animEffect transition="in" filter="fade">
                                      <p:cBhvr>
                                        <p:cTn id="37" dur="500"/>
                                        <p:tgtEl>
                                          <p:spTgt spid="5"/>
                                        </p:tgtEl>
                                      </p:cBhvr>
                                    </p:animEffect>
                                  </p:childTnLst>
                                </p:cTn>
                              </p:par>
                            </p:childTnLst>
                          </p:cTn>
                        </p:par>
                        <p:par>
                          <p:cTn id="38" fill="hold">
                            <p:stCondLst>
                              <p:cond delay="3000"/>
                            </p:stCondLst>
                            <p:childTnLst>
                              <p:par>
                                <p:cTn id="39" presetID="2" presetClass="entr" presetSubtype="8" accel="50000" decel="50000" fill="hold" grpId="0" nodeType="afterEffect">
                                  <p:stCondLst>
                                    <p:cond delay="0"/>
                                  </p:stCondLst>
                                  <p:childTnLst>
                                    <p:set>
                                      <p:cBhvr>
                                        <p:cTn id="40" dur="1" fill="hold">
                                          <p:stCondLst>
                                            <p:cond delay="0"/>
                                          </p:stCondLst>
                                        </p:cTn>
                                        <p:tgtEl>
                                          <p:spTgt spid="23"/>
                                        </p:tgtEl>
                                        <p:attrNameLst>
                                          <p:attrName>style.visibility</p:attrName>
                                        </p:attrNameLst>
                                      </p:cBhvr>
                                      <p:to>
                                        <p:strVal val="visible"/>
                                      </p:to>
                                    </p:set>
                                    <p:anim calcmode="lin" valueType="num">
                                      <p:cBhvr additive="base">
                                        <p:cTn id="41" dur="500" fill="hold"/>
                                        <p:tgtEl>
                                          <p:spTgt spid="23"/>
                                        </p:tgtEl>
                                        <p:attrNameLst>
                                          <p:attrName>ppt_x</p:attrName>
                                        </p:attrNameLst>
                                      </p:cBhvr>
                                      <p:tavLst>
                                        <p:tav tm="0">
                                          <p:val>
                                            <p:strVal val="0-#ppt_w/2"/>
                                          </p:val>
                                        </p:tav>
                                        <p:tav tm="100000">
                                          <p:val>
                                            <p:strVal val="#ppt_x"/>
                                          </p:val>
                                        </p:tav>
                                      </p:tavLst>
                                    </p:anim>
                                    <p:anim calcmode="lin" valueType="num">
                                      <p:cBhvr additive="base">
                                        <p:cTn id="42" dur="500" fill="hold"/>
                                        <p:tgtEl>
                                          <p:spTgt spid="23"/>
                                        </p:tgtEl>
                                        <p:attrNameLst>
                                          <p:attrName>ppt_y</p:attrName>
                                        </p:attrNameLst>
                                      </p:cBhvr>
                                      <p:tavLst>
                                        <p:tav tm="0">
                                          <p:val>
                                            <p:strVal val="#ppt_y"/>
                                          </p:val>
                                        </p:tav>
                                        <p:tav tm="100000">
                                          <p:val>
                                            <p:strVal val="#ppt_y"/>
                                          </p:val>
                                        </p:tav>
                                      </p:tavLst>
                                    </p:anim>
                                  </p:childTnLst>
                                </p:cTn>
                              </p:par>
                            </p:childTnLst>
                          </p:cTn>
                        </p:par>
                        <p:par>
                          <p:cTn id="43" fill="hold">
                            <p:stCondLst>
                              <p:cond delay="3500"/>
                            </p:stCondLst>
                            <p:childTnLst>
                              <p:par>
                                <p:cTn id="44" presetID="53" presetClass="entr" presetSubtype="0" fill="hold" grpId="0" nodeType="afterEffect">
                                  <p:stCondLst>
                                    <p:cond delay="0"/>
                                  </p:stCondLst>
                                  <p:childTnLst>
                                    <p:set>
                                      <p:cBhvr>
                                        <p:cTn id="45" dur="1" fill="hold">
                                          <p:stCondLst>
                                            <p:cond delay="0"/>
                                          </p:stCondLst>
                                        </p:cTn>
                                        <p:tgtEl>
                                          <p:spTgt spid="30"/>
                                        </p:tgtEl>
                                        <p:attrNameLst>
                                          <p:attrName>style.visibility</p:attrName>
                                        </p:attrNameLst>
                                      </p:cBhvr>
                                      <p:to>
                                        <p:strVal val="visible"/>
                                      </p:to>
                                    </p:set>
                                    <p:anim calcmode="lin" valueType="num">
                                      <p:cBhvr>
                                        <p:cTn id="46" dur="500" fill="hold"/>
                                        <p:tgtEl>
                                          <p:spTgt spid="30"/>
                                        </p:tgtEl>
                                        <p:attrNameLst>
                                          <p:attrName>ppt_w</p:attrName>
                                        </p:attrNameLst>
                                      </p:cBhvr>
                                      <p:tavLst>
                                        <p:tav tm="0">
                                          <p:val>
                                            <p:fltVal val="0"/>
                                          </p:val>
                                        </p:tav>
                                        <p:tav tm="100000">
                                          <p:val>
                                            <p:strVal val="#ppt_w"/>
                                          </p:val>
                                        </p:tav>
                                      </p:tavLst>
                                    </p:anim>
                                    <p:anim calcmode="lin" valueType="num">
                                      <p:cBhvr>
                                        <p:cTn id="47" dur="500" fill="hold"/>
                                        <p:tgtEl>
                                          <p:spTgt spid="30"/>
                                        </p:tgtEl>
                                        <p:attrNameLst>
                                          <p:attrName>ppt_h</p:attrName>
                                        </p:attrNameLst>
                                      </p:cBhvr>
                                      <p:tavLst>
                                        <p:tav tm="0">
                                          <p:val>
                                            <p:fltVal val="0"/>
                                          </p:val>
                                        </p:tav>
                                        <p:tav tm="100000">
                                          <p:val>
                                            <p:strVal val="#ppt_h"/>
                                          </p:val>
                                        </p:tav>
                                      </p:tavLst>
                                    </p:anim>
                                    <p:animEffect transition="in" filter="fade">
                                      <p:cBhvr>
                                        <p:cTn id="48" dur="500"/>
                                        <p:tgtEl>
                                          <p:spTgt spid="30"/>
                                        </p:tgtEl>
                                      </p:cBhvr>
                                    </p:animEffect>
                                  </p:childTnLst>
                                </p:cTn>
                              </p:par>
                            </p:childTnLst>
                          </p:cTn>
                        </p:par>
                        <p:par>
                          <p:cTn id="49" fill="hold">
                            <p:stCondLst>
                              <p:cond delay="4000"/>
                            </p:stCondLst>
                            <p:childTnLst>
                              <p:par>
                                <p:cTn id="50" presetID="53" presetClass="entr" presetSubtype="0" fill="hold" nodeType="afterEffect">
                                  <p:stCondLst>
                                    <p:cond delay="0"/>
                                  </p:stCondLst>
                                  <p:childTnLst>
                                    <p:set>
                                      <p:cBhvr>
                                        <p:cTn id="51" dur="1" fill="hold">
                                          <p:stCondLst>
                                            <p:cond delay="0"/>
                                          </p:stCondLst>
                                        </p:cTn>
                                        <p:tgtEl>
                                          <p:spTgt spid="24"/>
                                        </p:tgtEl>
                                        <p:attrNameLst>
                                          <p:attrName>style.visibility</p:attrName>
                                        </p:attrNameLst>
                                      </p:cBhvr>
                                      <p:to>
                                        <p:strVal val="visible"/>
                                      </p:to>
                                    </p:set>
                                    <p:anim calcmode="lin" valueType="num">
                                      <p:cBhvr>
                                        <p:cTn id="52" dur="500" fill="hold"/>
                                        <p:tgtEl>
                                          <p:spTgt spid="24"/>
                                        </p:tgtEl>
                                        <p:attrNameLst>
                                          <p:attrName>ppt_w</p:attrName>
                                        </p:attrNameLst>
                                      </p:cBhvr>
                                      <p:tavLst>
                                        <p:tav tm="0">
                                          <p:val>
                                            <p:fltVal val="0"/>
                                          </p:val>
                                        </p:tav>
                                        <p:tav tm="100000">
                                          <p:val>
                                            <p:strVal val="#ppt_w"/>
                                          </p:val>
                                        </p:tav>
                                      </p:tavLst>
                                    </p:anim>
                                    <p:anim calcmode="lin" valueType="num">
                                      <p:cBhvr>
                                        <p:cTn id="53" dur="500" fill="hold"/>
                                        <p:tgtEl>
                                          <p:spTgt spid="24"/>
                                        </p:tgtEl>
                                        <p:attrNameLst>
                                          <p:attrName>ppt_h</p:attrName>
                                        </p:attrNameLst>
                                      </p:cBhvr>
                                      <p:tavLst>
                                        <p:tav tm="0">
                                          <p:val>
                                            <p:fltVal val="0"/>
                                          </p:val>
                                        </p:tav>
                                        <p:tav tm="100000">
                                          <p:val>
                                            <p:strVal val="#ppt_h"/>
                                          </p:val>
                                        </p:tav>
                                      </p:tavLst>
                                    </p:anim>
                                    <p:animEffect transition="in" filter="fade">
                                      <p:cBhvr>
                                        <p:cTn id="5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3" grpId="0" animBg="1"/>
      <p:bldP spid="41" grpId="0" animBg="1"/>
      <p:bldP spid="46" grpId="0" animBg="1"/>
      <p:bldP spid="23" grpId="0" animBg="1"/>
      <p:bldP spid="30" grpId="0" animBg="1"/>
    </p:bld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30"/>
          <p:cNvSpPr/>
          <p:nvPr/>
        </p:nvSpPr>
        <p:spPr>
          <a:xfrm>
            <a:off x="2250141" y="0"/>
            <a:ext cx="45719" cy="301752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Rectangle 35"/>
          <p:cNvSpPr/>
          <p:nvPr/>
        </p:nvSpPr>
        <p:spPr>
          <a:xfrm>
            <a:off x="3782703" y="0"/>
            <a:ext cx="45719" cy="35661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1" name="Rectangle 40"/>
          <p:cNvSpPr/>
          <p:nvPr/>
        </p:nvSpPr>
        <p:spPr>
          <a:xfrm>
            <a:off x="5315265" y="0"/>
            <a:ext cx="45719" cy="301752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Rectangle 43"/>
          <p:cNvSpPr/>
          <p:nvPr/>
        </p:nvSpPr>
        <p:spPr>
          <a:xfrm>
            <a:off x="6847827" y="0"/>
            <a:ext cx="45719" cy="356616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5" name="Rectangle 44"/>
          <p:cNvSpPr/>
          <p:nvPr/>
        </p:nvSpPr>
        <p:spPr>
          <a:xfrm>
            <a:off x="9912951" y="0"/>
            <a:ext cx="45719" cy="356616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6" name="Rectangle 45"/>
          <p:cNvSpPr/>
          <p:nvPr/>
        </p:nvSpPr>
        <p:spPr>
          <a:xfrm>
            <a:off x="8380389" y="0"/>
            <a:ext cx="45719" cy="30175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7" name="Oval 46"/>
          <p:cNvSpPr/>
          <p:nvPr/>
        </p:nvSpPr>
        <p:spPr>
          <a:xfrm>
            <a:off x="1884381" y="2651760"/>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8" name="Oval 47"/>
          <p:cNvSpPr/>
          <p:nvPr/>
        </p:nvSpPr>
        <p:spPr>
          <a:xfrm>
            <a:off x="3439802" y="3063240"/>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9" name="Oval 48"/>
          <p:cNvSpPr/>
          <p:nvPr/>
        </p:nvSpPr>
        <p:spPr>
          <a:xfrm>
            <a:off x="4972364" y="2651760"/>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0" name="Oval 49"/>
          <p:cNvSpPr/>
          <p:nvPr/>
        </p:nvSpPr>
        <p:spPr>
          <a:xfrm>
            <a:off x="6504926" y="3017520"/>
            <a:ext cx="731520" cy="73152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1" name="Oval 50"/>
          <p:cNvSpPr/>
          <p:nvPr/>
        </p:nvSpPr>
        <p:spPr>
          <a:xfrm>
            <a:off x="8037488" y="2651760"/>
            <a:ext cx="731520" cy="7315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2" name="Oval 51"/>
          <p:cNvSpPr/>
          <p:nvPr/>
        </p:nvSpPr>
        <p:spPr>
          <a:xfrm>
            <a:off x="9592910" y="3063240"/>
            <a:ext cx="731520" cy="73152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3" name="TextBox 52"/>
          <p:cNvSpPr txBox="1"/>
          <p:nvPr/>
        </p:nvSpPr>
        <p:spPr>
          <a:xfrm>
            <a:off x="0" y="4082634"/>
            <a:ext cx="12192000" cy="707886"/>
          </a:xfrm>
          <a:prstGeom prst="rect">
            <a:avLst/>
          </a:prstGeom>
          <a:noFill/>
        </p:spPr>
        <p:txBody>
          <a:bodyPr wrap="square" rtlCol="0">
            <a:spAutoFit/>
          </a:bodyPr>
          <a:lstStyle/>
          <a:p>
            <a:pPr algn="r" fontAlgn="auto">
              <a:spcBef>
                <a:spcPts val="0"/>
              </a:spcBef>
              <a:spcAft>
                <a:spcPts val="0"/>
              </a:spcAft>
            </a:pPr>
            <a:r>
              <a:rPr lang="ar-SA" sz="4000" b="1" u="sng" dirty="0">
                <a:solidFill>
                  <a:schemeClr val="bg2">
                    <a:lumMod val="50000"/>
                  </a:schemeClr>
                </a:solidFill>
                <a:latin typeface="Bebas Neue" panose="020B0606020202050201" pitchFamily="34" charset="0"/>
                <a:cs typeface="Simplified Arabic" panose="02020603050405020304" pitchFamily="18" charset="-78"/>
              </a:rPr>
              <a:t>2- استخدامات الآيباد في الفصول الدراسية</a:t>
            </a:r>
            <a:endParaRPr lang="en-US" sz="4000" b="1" u="sng" dirty="0">
              <a:solidFill>
                <a:schemeClr val="bg2">
                  <a:lumMod val="50000"/>
                </a:schemeClr>
              </a:solidFill>
              <a:latin typeface="Bebas Neue" panose="020B0606020202050201" pitchFamily="34" charset="0"/>
              <a:cs typeface="Simplified Arabic" panose="02020603050405020304" pitchFamily="18" charset="-78"/>
            </a:endParaRPr>
          </a:p>
        </p:txBody>
      </p:sp>
      <p:sp>
        <p:nvSpPr>
          <p:cNvPr id="2" name="Rectangle 1"/>
          <p:cNvSpPr/>
          <p:nvPr/>
        </p:nvSpPr>
        <p:spPr>
          <a:xfrm>
            <a:off x="609600" y="4808342"/>
            <a:ext cx="10972799" cy="1446550"/>
          </a:xfrm>
          <a:prstGeom prst="rect">
            <a:avLst/>
          </a:prstGeom>
        </p:spPr>
        <p:txBody>
          <a:bodyPr wrap="square">
            <a:spAutoFit/>
          </a:bodyPr>
          <a:lstStyle/>
          <a:p>
            <a:pPr algn="ctr" rtl="1" fontAlgn="auto">
              <a:spcBef>
                <a:spcPts val="0"/>
              </a:spcBef>
              <a:spcAft>
                <a:spcPts val="0"/>
              </a:spcAft>
            </a:pPr>
            <a:r>
              <a:rPr lang="ar-SA" sz="3200" b="1" u="sng" dirty="0">
                <a:solidFill>
                  <a:schemeClr val="accent1"/>
                </a:solidFill>
                <a:latin typeface="Calibri" panose="020F0502020204030204"/>
                <a:cs typeface="Simplified Arabic" panose="02020603050405020304" pitchFamily="18" charset="-78"/>
              </a:rPr>
              <a:t>أ. العمل مع مجموعات صغيرة: </a:t>
            </a:r>
            <a:endParaRPr lang="en-US" sz="3200" b="1" u="sng" dirty="0" smtClean="0">
              <a:solidFill>
                <a:schemeClr val="accent1"/>
              </a:solidFill>
              <a:latin typeface="Calibri" panose="020F0502020204030204"/>
              <a:cs typeface="Simplified Arabic" panose="02020603050405020304" pitchFamily="18" charset="-78"/>
            </a:endParaRPr>
          </a:p>
          <a:p>
            <a:pPr algn="ct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إذ </a:t>
            </a:r>
            <a:r>
              <a:rPr lang="ar-SA" sz="2800" b="1" dirty="0">
                <a:solidFill>
                  <a:srgbClr val="17406D">
                    <a:lumMod val="50000"/>
                  </a:srgbClr>
                </a:solidFill>
                <a:latin typeface="Calibri" panose="020F0502020204030204"/>
                <a:cs typeface="Simplified Arabic" panose="02020603050405020304" pitchFamily="18" charset="-78"/>
              </a:rPr>
              <a:t>يمكن من خلال استخدام الآيباد تقسيم الطلاب في الفصل إلى مجموعات صغيرة؛ بحيث يتم تكليف كل مجموعة بإنجاز جزءًا مختلفًا من مشروع جماعي</a:t>
            </a:r>
          </a:p>
        </p:txBody>
      </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0878292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100" fill="hold"/>
                                        <p:tgtEl>
                                          <p:spTgt spid="47"/>
                                        </p:tgtEl>
                                        <p:attrNameLst>
                                          <p:attrName>ppt_x</p:attrName>
                                        </p:attrNameLst>
                                      </p:cBhvr>
                                      <p:tavLst>
                                        <p:tav tm="0">
                                          <p:val>
                                            <p:strVal val="#ppt_x"/>
                                          </p:val>
                                        </p:tav>
                                        <p:tav tm="100000">
                                          <p:val>
                                            <p:strVal val="#ppt_x"/>
                                          </p:val>
                                        </p:tav>
                                      </p:tavLst>
                                    </p:anim>
                                    <p:anim calcmode="lin" valueType="num">
                                      <p:cBhvr additive="base">
                                        <p:cTn id="8" dur="100" fill="hold"/>
                                        <p:tgtEl>
                                          <p:spTgt spid="47"/>
                                        </p:tgtEl>
                                        <p:attrNameLst>
                                          <p:attrName>ppt_y</p:attrName>
                                        </p:attrNameLst>
                                      </p:cBhvr>
                                      <p:tavLst>
                                        <p:tav tm="0">
                                          <p:val>
                                            <p:strVal val="0-#ppt_h/2"/>
                                          </p:val>
                                        </p:tav>
                                        <p:tav tm="100000">
                                          <p:val>
                                            <p:strVal val="#ppt_y"/>
                                          </p:val>
                                        </p:tav>
                                      </p:tavLst>
                                    </p:anim>
                                  </p:childTnLst>
                                </p:cTn>
                              </p:par>
                            </p:childTnLst>
                          </p:cTn>
                        </p:par>
                        <p:par>
                          <p:cTn id="9" fill="hold">
                            <p:stCondLst>
                              <p:cond delay="100"/>
                            </p:stCondLst>
                            <p:childTnLst>
                              <p:par>
                                <p:cTn id="10" presetID="2" presetClass="entr" presetSubtype="1" fill="hold" grpId="0" nodeType="afterEffect">
                                  <p:stCondLst>
                                    <p:cond delay="0"/>
                                  </p:stCondLst>
                                  <p:childTnLst>
                                    <p:set>
                                      <p:cBhvr>
                                        <p:cTn id="11" dur="1" fill="hold">
                                          <p:stCondLst>
                                            <p:cond delay="0"/>
                                          </p:stCondLst>
                                        </p:cTn>
                                        <p:tgtEl>
                                          <p:spTgt spid="31"/>
                                        </p:tgtEl>
                                        <p:attrNameLst>
                                          <p:attrName>style.visibility</p:attrName>
                                        </p:attrNameLst>
                                      </p:cBhvr>
                                      <p:to>
                                        <p:strVal val="visible"/>
                                      </p:to>
                                    </p:set>
                                    <p:anim calcmode="lin" valueType="num">
                                      <p:cBhvr additive="base">
                                        <p:cTn id="12" dur="100" fill="hold"/>
                                        <p:tgtEl>
                                          <p:spTgt spid="31"/>
                                        </p:tgtEl>
                                        <p:attrNameLst>
                                          <p:attrName>ppt_x</p:attrName>
                                        </p:attrNameLst>
                                      </p:cBhvr>
                                      <p:tavLst>
                                        <p:tav tm="0">
                                          <p:val>
                                            <p:strVal val="#ppt_x"/>
                                          </p:val>
                                        </p:tav>
                                        <p:tav tm="100000">
                                          <p:val>
                                            <p:strVal val="#ppt_x"/>
                                          </p:val>
                                        </p:tav>
                                      </p:tavLst>
                                    </p:anim>
                                    <p:anim calcmode="lin" valueType="num">
                                      <p:cBhvr additive="base">
                                        <p:cTn id="13" dur="100" fill="hold"/>
                                        <p:tgtEl>
                                          <p:spTgt spid="31"/>
                                        </p:tgtEl>
                                        <p:attrNameLst>
                                          <p:attrName>ppt_y</p:attrName>
                                        </p:attrNameLst>
                                      </p:cBhvr>
                                      <p:tavLst>
                                        <p:tav tm="0">
                                          <p:val>
                                            <p:strVal val="0-#ppt_h/2"/>
                                          </p:val>
                                        </p:tav>
                                        <p:tav tm="100000">
                                          <p:val>
                                            <p:strVal val="#ppt_y"/>
                                          </p:val>
                                        </p:tav>
                                      </p:tavLst>
                                    </p:anim>
                                  </p:childTnLst>
                                </p:cTn>
                              </p:par>
                            </p:childTnLst>
                          </p:cTn>
                        </p:par>
                        <p:par>
                          <p:cTn id="14" fill="hold">
                            <p:stCondLst>
                              <p:cond delay="200"/>
                            </p:stCondLst>
                            <p:childTnLst>
                              <p:par>
                                <p:cTn id="15" presetID="2" presetClass="entr" presetSubtype="1" fill="hold" grpId="0" nodeType="afterEffect">
                                  <p:stCondLst>
                                    <p:cond delay="0"/>
                                  </p:stCondLst>
                                  <p:childTnLst>
                                    <p:set>
                                      <p:cBhvr>
                                        <p:cTn id="16" dur="1" fill="hold">
                                          <p:stCondLst>
                                            <p:cond delay="0"/>
                                          </p:stCondLst>
                                        </p:cTn>
                                        <p:tgtEl>
                                          <p:spTgt spid="48"/>
                                        </p:tgtEl>
                                        <p:attrNameLst>
                                          <p:attrName>style.visibility</p:attrName>
                                        </p:attrNameLst>
                                      </p:cBhvr>
                                      <p:to>
                                        <p:strVal val="visible"/>
                                      </p:to>
                                    </p:set>
                                    <p:anim calcmode="lin" valueType="num">
                                      <p:cBhvr additive="base">
                                        <p:cTn id="17" dur="100" fill="hold"/>
                                        <p:tgtEl>
                                          <p:spTgt spid="48"/>
                                        </p:tgtEl>
                                        <p:attrNameLst>
                                          <p:attrName>ppt_x</p:attrName>
                                        </p:attrNameLst>
                                      </p:cBhvr>
                                      <p:tavLst>
                                        <p:tav tm="0">
                                          <p:val>
                                            <p:strVal val="#ppt_x"/>
                                          </p:val>
                                        </p:tav>
                                        <p:tav tm="100000">
                                          <p:val>
                                            <p:strVal val="#ppt_x"/>
                                          </p:val>
                                        </p:tav>
                                      </p:tavLst>
                                    </p:anim>
                                    <p:anim calcmode="lin" valueType="num">
                                      <p:cBhvr additive="base">
                                        <p:cTn id="18" dur="100" fill="hold"/>
                                        <p:tgtEl>
                                          <p:spTgt spid="48"/>
                                        </p:tgtEl>
                                        <p:attrNameLst>
                                          <p:attrName>ppt_y</p:attrName>
                                        </p:attrNameLst>
                                      </p:cBhvr>
                                      <p:tavLst>
                                        <p:tav tm="0">
                                          <p:val>
                                            <p:strVal val="0-#ppt_h/2"/>
                                          </p:val>
                                        </p:tav>
                                        <p:tav tm="100000">
                                          <p:val>
                                            <p:strVal val="#ppt_y"/>
                                          </p:val>
                                        </p:tav>
                                      </p:tavLst>
                                    </p:anim>
                                  </p:childTnLst>
                                </p:cTn>
                              </p:par>
                            </p:childTnLst>
                          </p:cTn>
                        </p:par>
                        <p:par>
                          <p:cTn id="19" fill="hold">
                            <p:stCondLst>
                              <p:cond delay="300"/>
                            </p:stCondLst>
                            <p:childTnLst>
                              <p:par>
                                <p:cTn id="20" presetID="2" presetClass="entr" presetSubtype="1" fill="hold" grpId="0" nodeType="afterEffect">
                                  <p:stCondLst>
                                    <p:cond delay="0"/>
                                  </p:stCondLst>
                                  <p:childTnLst>
                                    <p:set>
                                      <p:cBhvr>
                                        <p:cTn id="21" dur="1" fill="hold">
                                          <p:stCondLst>
                                            <p:cond delay="0"/>
                                          </p:stCondLst>
                                        </p:cTn>
                                        <p:tgtEl>
                                          <p:spTgt spid="36"/>
                                        </p:tgtEl>
                                        <p:attrNameLst>
                                          <p:attrName>style.visibility</p:attrName>
                                        </p:attrNameLst>
                                      </p:cBhvr>
                                      <p:to>
                                        <p:strVal val="visible"/>
                                      </p:to>
                                    </p:set>
                                    <p:anim calcmode="lin" valueType="num">
                                      <p:cBhvr additive="base">
                                        <p:cTn id="22" dur="100" fill="hold"/>
                                        <p:tgtEl>
                                          <p:spTgt spid="36"/>
                                        </p:tgtEl>
                                        <p:attrNameLst>
                                          <p:attrName>ppt_x</p:attrName>
                                        </p:attrNameLst>
                                      </p:cBhvr>
                                      <p:tavLst>
                                        <p:tav tm="0">
                                          <p:val>
                                            <p:strVal val="#ppt_x"/>
                                          </p:val>
                                        </p:tav>
                                        <p:tav tm="100000">
                                          <p:val>
                                            <p:strVal val="#ppt_x"/>
                                          </p:val>
                                        </p:tav>
                                      </p:tavLst>
                                    </p:anim>
                                    <p:anim calcmode="lin" valueType="num">
                                      <p:cBhvr additive="base">
                                        <p:cTn id="23" dur="100" fill="hold"/>
                                        <p:tgtEl>
                                          <p:spTgt spid="36"/>
                                        </p:tgtEl>
                                        <p:attrNameLst>
                                          <p:attrName>ppt_y</p:attrName>
                                        </p:attrNameLst>
                                      </p:cBhvr>
                                      <p:tavLst>
                                        <p:tav tm="0">
                                          <p:val>
                                            <p:strVal val="0-#ppt_h/2"/>
                                          </p:val>
                                        </p:tav>
                                        <p:tav tm="100000">
                                          <p:val>
                                            <p:strVal val="#ppt_y"/>
                                          </p:val>
                                        </p:tav>
                                      </p:tavLst>
                                    </p:anim>
                                  </p:childTnLst>
                                </p:cTn>
                              </p:par>
                            </p:childTnLst>
                          </p:cTn>
                        </p:par>
                        <p:par>
                          <p:cTn id="24" fill="hold">
                            <p:stCondLst>
                              <p:cond delay="400"/>
                            </p:stCondLst>
                            <p:childTnLst>
                              <p:par>
                                <p:cTn id="25" presetID="2" presetClass="entr" presetSubtype="1" fill="hold" grpId="0" nodeType="afterEffect">
                                  <p:stCondLst>
                                    <p:cond delay="0"/>
                                  </p:stCondLst>
                                  <p:childTnLst>
                                    <p:set>
                                      <p:cBhvr>
                                        <p:cTn id="26" dur="1" fill="hold">
                                          <p:stCondLst>
                                            <p:cond delay="0"/>
                                          </p:stCondLst>
                                        </p:cTn>
                                        <p:tgtEl>
                                          <p:spTgt spid="49"/>
                                        </p:tgtEl>
                                        <p:attrNameLst>
                                          <p:attrName>style.visibility</p:attrName>
                                        </p:attrNameLst>
                                      </p:cBhvr>
                                      <p:to>
                                        <p:strVal val="visible"/>
                                      </p:to>
                                    </p:set>
                                    <p:anim calcmode="lin" valueType="num">
                                      <p:cBhvr additive="base">
                                        <p:cTn id="27" dur="100" fill="hold"/>
                                        <p:tgtEl>
                                          <p:spTgt spid="49"/>
                                        </p:tgtEl>
                                        <p:attrNameLst>
                                          <p:attrName>ppt_x</p:attrName>
                                        </p:attrNameLst>
                                      </p:cBhvr>
                                      <p:tavLst>
                                        <p:tav tm="0">
                                          <p:val>
                                            <p:strVal val="#ppt_x"/>
                                          </p:val>
                                        </p:tav>
                                        <p:tav tm="100000">
                                          <p:val>
                                            <p:strVal val="#ppt_x"/>
                                          </p:val>
                                        </p:tav>
                                      </p:tavLst>
                                    </p:anim>
                                    <p:anim calcmode="lin" valueType="num">
                                      <p:cBhvr additive="base">
                                        <p:cTn id="28" dur="100" fill="hold"/>
                                        <p:tgtEl>
                                          <p:spTgt spid="49"/>
                                        </p:tgtEl>
                                        <p:attrNameLst>
                                          <p:attrName>ppt_y</p:attrName>
                                        </p:attrNameLst>
                                      </p:cBhvr>
                                      <p:tavLst>
                                        <p:tav tm="0">
                                          <p:val>
                                            <p:strVal val="0-#ppt_h/2"/>
                                          </p:val>
                                        </p:tav>
                                        <p:tav tm="100000">
                                          <p:val>
                                            <p:strVal val="#ppt_y"/>
                                          </p:val>
                                        </p:tav>
                                      </p:tavLst>
                                    </p:anim>
                                  </p:childTnLst>
                                </p:cTn>
                              </p:par>
                            </p:childTnLst>
                          </p:cTn>
                        </p:par>
                        <p:par>
                          <p:cTn id="29" fill="hold">
                            <p:stCondLst>
                              <p:cond delay="500"/>
                            </p:stCondLst>
                            <p:childTnLst>
                              <p:par>
                                <p:cTn id="30" presetID="2" presetClass="entr" presetSubtype="1" fill="hold" grpId="0" nodeType="afterEffect">
                                  <p:stCondLst>
                                    <p:cond delay="0"/>
                                  </p:stCondLst>
                                  <p:childTnLst>
                                    <p:set>
                                      <p:cBhvr>
                                        <p:cTn id="31" dur="1" fill="hold">
                                          <p:stCondLst>
                                            <p:cond delay="0"/>
                                          </p:stCondLst>
                                        </p:cTn>
                                        <p:tgtEl>
                                          <p:spTgt spid="41"/>
                                        </p:tgtEl>
                                        <p:attrNameLst>
                                          <p:attrName>style.visibility</p:attrName>
                                        </p:attrNameLst>
                                      </p:cBhvr>
                                      <p:to>
                                        <p:strVal val="visible"/>
                                      </p:to>
                                    </p:set>
                                    <p:anim calcmode="lin" valueType="num">
                                      <p:cBhvr additive="base">
                                        <p:cTn id="32" dur="100" fill="hold"/>
                                        <p:tgtEl>
                                          <p:spTgt spid="41"/>
                                        </p:tgtEl>
                                        <p:attrNameLst>
                                          <p:attrName>ppt_x</p:attrName>
                                        </p:attrNameLst>
                                      </p:cBhvr>
                                      <p:tavLst>
                                        <p:tav tm="0">
                                          <p:val>
                                            <p:strVal val="#ppt_x"/>
                                          </p:val>
                                        </p:tav>
                                        <p:tav tm="100000">
                                          <p:val>
                                            <p:strVal val="#ppt_x"/>
                                          </p:val>
                                        </p:tav>
                                      </p:tavLst>
                                    </p:anim>
                                    <p:anim calcmode="lin" valueType="num">
                                      <p:cBhvr additive="base">
                                        <p:cTn id="33" dur="100" fill="hold"/>
                                        <p:tgtEl>
                                          <p:spTgt spid="41"/>
                                        </p:tgtEl>
                                        <p:attrNameLst>
                                          <p:attrName>ppt_y</p:attrName>
                                        </p:attrNameLst>
                                      </p:cBhvr>
                                      <p:tavLst>
                                        <p:tav tm="0">
                                          <p:val>
                                            <p:strVal val="0-#ppt_h/2"/>
                                          </p:val>
                                        </p:tav>
                                        <p:tav tm="100000">
                                          <p:val>
                                            <p:strVal val="#ppt_y"/>
                                          </p:val>
                                        </p:tav>
                                      </p:tavLst>
                                    </p:anim>
                                  </p:childTnLst>
                                </p:cTn>
                              </p:par>
                            </p:childTnLst>
                          </p:cTn>
                        </p:par>
                        <p:par>
                          <p:cTn id="34" fill="hold">
                            <p:stCondLst>
                              <p:cond delay="600"/>
                            </p:stCondLst>
                            <p:childTnLst>
                              <p:par>
                                <p:cTn id="35" presetID="2" presetClass="entr" presetSubtype="1" fill="hold" grpId="0" nodeType="afterEffect">
                                  <p:stCondLst>
                                    <p:cond delay="0"/>
                                  </p:stCondLst>
                                  <p:childTnLst>
                                    <p:set>
                                      <p:cBhvr>
                                        <p:cTn id="36" dur="1" fill="hold">
                                          <p:stCondLst>
                                            <p:cond delay="0"/>
                                          </p:stCondLst>
                                        </p:cTn>
                                        <p:tgtEl>
                                          <p:spTgt spid="50"/>
                                        </p:tgtEl>
                                        <p:attrNameLst>
                                          <p:attrName>style.visibility</p:attrName>
                                        </p:attrNameLst>
                                      </p:cBhvr>
                                      <p:to>
                                        <p:strVal val="visible"/>
                                      </p:to>
                                    </p:set>
                                    <p:anim calcmode="lin" valueType="num">
                                      <p:cBhvr additive="base">
                                        <p:cTn id="37" dur="100" fill="hold"/>
                                        <p:tgtEl>
                                          <p:spTgt spid="50"/>
                                        </p:tgtEl>
                                        <p:attrNameLst>
                                          <p:attrName>ppt_x</p:attrName>
                                        </p:attrNameLst>
                                      </p:cBhvr>
                                      <p:tavLst>
                                        <p:tav tm="0">
                                          <p:val>
                                            <p:strVal val="#ppt_x"/>
                                          </p:val>
                                        </p:tav>
                                        <p:tav tm="100000">
                                          <p:val>
                                            <p:strVal val="#ppt_x"/>
                                          </p:val>
                                        </p:tav>
                                      </p:tavLst>
                                    </p:anim>
                                    <p:anim calcmode="lin" valueType="num">
                                      <p:cBhvr additive="base">
                                        <p:cTn id="38" dur="100" fill="hold"/>
                                        <p:tgtEl>
                                          <p:spTgt spid="50"/>
                                        </p:tgtEl>
                                        <p:attrNameLst>
                                          <p:attrName>ppt_y</p:attrName>
                                        </p:attrNameLst>
                                      </p:cBhvr>
                                      <p:tavLst>
                                        <p:tav tm="0">
                                          <p:val>
                                            <p:strVal val="0-#ppt_h/2"/>
                                          </p:val>
                                        </p:tav>
                                        <p:tav tm="100000">
                                          <p:val>
                                            <p:strVal val="#ppt_y"/>
                                          </p:val>
                                        </p:tav>
                                      </p:tavLst>
                                    </p:anim>
                                  </p:childTnLst>
                                </p:cTn>
                              </p:par>
                            </p:childTnLst>
                          </p:cTn>
                        </p:par>
                        <p:par>
                          <p:cTn id="39" fill="hold">
                            <p:stCondLst>
                              <p:cond delay="700"/>
                            </p:stCondLst>
                            <p:childTnLst>
                              <p:par>
                                <p:cTn id="40" presetID="2" presetClass="entr" presetSubtype="1" fill="hold" grpId="0" nodeType="afterEffect">
                                  <p:stCondLst>
                                    <p:cond delay="0"/>
                                  </p:stCondLst>
                                  <p:childTnLst>
                                    <p:set>
                                      <p:cBhvr>
                                        <p:cTn id="41" dur="1" fill="hold">
                                          <p:stCondLst>
                                            <p:cond delay="0"/>
                                          </p:stCondLst>
                                        </p:cTn>
                                        <p:tgtEl>
                                          <p:spTgt spid="44"/>
                                        </p:tgtEl>
                                        <p:attrNameLst>
                                          <p:attrName>style.visibility</p:attrName>
                                        </p:attrNameLst>
                                      </p:cBhvr>
                                      <p:to>
                                        <p:strVal val="visible"/>
                                      </p:to>
                                    </p:set>
                                    <p:anim calcmode="lin" valueType="num">
                                      <p:cBhvr additive="base">
                                        <p:cTn id="42" dur="100" fill="hold"/>
                                        <p:tgtEl>
                                          <p:spTgt spid="44"/>
                                        </p:tgtEl>
                                        <p:attrNameLst>
                                          <p:attrName>ppt_x</p:attrName>
                                        </p:attrNameLst>
                                      </p:cBhvr>
                                      <p:tavLst>
                                        <p:tav tm="0">
                                          <p:val>
                                            <p:strVal val="#ppt_x"/>
                                          </p:val>
                                        </p:tav>
                                        <p:tav tm="100000">
                                          <p:val>
                                            <p:strVal val="#ppt_x"/>
                                          </p:val>
                                        </p:tav>
                                      </p:tavLst>
                                    </p:anim>
                                    <p:anim calcmode="lin" valueType="num">
                                      <p:cBhvr additive="base">
                                        <p:cTn id="43" dur="100" fill="hold"/>
                                        <p:tgtEl>
                                          <p:spTgt spid="44"/>
                                        </p:tgtEl>
                                        <p:attrNameLst>
                                          <p:attrName>ppt_y</p:attrName>
                                        </p:attrNameLst>
                                      </p:cBhvr>
                                      <p:tavLst>
                                        <p:tav tm="0">
                                          <p:val>
                                            <p:strVal val="0-#ppt_h/2"/>
                                          </p:val>
                                        </p:tav>
                                        <p:tav tm="100000">
                                          <p:val>
                                            <p:strVal val="#ppt_y"/>
                                          </p:val>
                                        </p:tav>
                                      </p:tavLst>
                                    </p:anim>
                                  </p:childTnLst>
                                </p:cTn>
                              </p:par>
                            </p:childTnLst>
                          </p:cTn>
                        </p:par>
                        <p:par>
                          <p:cTn id="44" fill="hold">
                            <p:stCondLst>
                              <p:cond delay="800"/>
                            </p:stCondLst>
                            <p:childTnLst>
                              <p:par>
                                <p:cTn id="45" presetID="2" presetClass="entr" presetSubtype="1" fill="hold" grpId="0" nodeType="afterEffect">
                                  <p:stCondLst>
                                    <p:cond delay="0"/>
                                  </p:stCondLst>
                                  <p:childTnLst>
                                    <p:set>
                                      <p:cBhvr>
                                        <p:cTn id="46" dur="1" fill="hold">
                                          <p:stCondLst>
                                            <p:cond delay="0"/>
                                          </p:stCondLst>
                                        </p:cTn>
                                        <p:tgtEl>
                                          <p:spTgt spid="51"/>
                                        </p:tgtEl>
                                        <p:attrNameLst>
                                          <p:attrName>style.visibility</p:attrName>
                                        </p:attrNameLst>
                                      </p:cBhvr>
                                      <p:to>
                                        <p:strVal val="visible"/>
                                      </p:to>
                                    </p:set>
                                    <p:anim calcmode="lin" valueType="num">
                                      <p:cBhvr additive="base">
                                        <p:cTn id="47" dur="100" fill="hold"/>
                                        <p:tgtEl>
                                          <p:spTgt spid="51"/>
                                        </p:tgtEl>
                                        <p:attrNameLst>
                                          <p:attrName>ppt_x</p:attrName>
                                        </p:attrNameLst>
                                      </p:cBhvr>
                                      <p:tavLst>
                                        <p:tav tm="0">
                                          <p:val>
                                            <p:strVal val="#ppt_x"/>
                                          </p:val>
                                        </p:tav>
                                        <p:tav tm="100000">
                                          <p:val>
                                            <p:strVal val="#ppt_x"/>
                                          </p:val>
                                        </p:tav>
                                      </p:tavLst>
                                    </p:anim>
                                    <p:anim calcmode="lin" valueType="num">
                                      <p:cBhvr additive="base">
                                        <p:cTn id="48" dur="100" fill="hold"/>
                                        <p:tgtEl>
                                          <p:spTgt spid="51"/>
                                        </p:tgtEl>
                                        <p:attrNameLst>
                                          <p:attrName>ppt_y</p:attrName>
                                        </p:attrNameLst>
                                      </p:cBhvr>
                                      <p:tavLst>
                                        <p:tav tm="0">
                                          <p:val>
                                            <p:strVal val="0-#ppt_h/2"/>
                                          </p:val>
                                        </p:tav>
                                        <p:tav tm="100000">
                                          <p:val>
                                            <p:strVal val="#ppt_y"/>
                                          </p:val>
                                        </p:tav>
                                      </p:tavLst>
                                    </p:anim>
                                  </p:childTnLst>
                                </p:cTn>
                              </p:par>
                            </p:childTnLst>
                          </p:cTn>
                        </p:par>
                        <p:par>
                          <p:cTn id="49" fill="hold">
                            <p:stCondLst>
                              <p:cond delay="900"/>
                            </p:stCondLst>
                            <p:childTnLst>
                              <p:par>
                                <p:cTn id="50" presetID="2" presetClass="entr" presetSubtype="1" fill="hold" grpId="0" nodeType="afterEffect">
                                  <p:stCondLst>
                                    <p:cond delay="0"/>
                                  </p:stCondLst>
                                  <p:childTnLst>
                                    <p:set>
                                      <p:cBhvr>
                                        <p:cTn id="51" dur="1" fill="hold">
                                          <p:stCondLst>
                                            <p:cond delay="0"/>
                                          </p:stCondLst>
                                        </p:cTn>
                                        <p:tgtEl>
                                          <p:spTgt spid="46"/>
                                        </p:tgtEl>
                                        <p:attrNameLst>
                                          <p:attrName>style.visibility</p:attrName>
                                        </p:attrNameLst>
                                      </p:cBhvr>
                                      <p:to>
                                        <p:strVal val="visible"/>
                                      </p:to>
                                    </p:set>
                                    <p:anim calcmode="lin" valueType="num">
                                      <p:cBhvr additive="base">
                                        <p:cTn id="52" dur="100" fill="hold"/>
                                        <p:tgtEl>
                                          <p:spTgt spid="46"/>
                                        </p:tgtEl>
                                        <p:attrNameLst>
                                          <p:attrName>ppt_x</p:attrName>
                                        </p:attrNameLst>
                                      </p:cBhvr>
                                      <p:tavLst>
                                        <p:tav tm="0">
                                          <p:val>
                                            <p:strVal val="#ppt_x"/>
                                          </p:val>
                                        </p:tav>
                                        <p:tav tm="100000">
                                          <p:val>
                                            <p:strVal val="#ppt_x"/>
                                          </p:val>
                                        </p:tav>
                                      </p:tavLst>
                                    </p:anim>
                                    <p:anim calcmode="lin" valueType="num">
                                      <p:cBhvr additive="base">
                                        <p:cTn id="53" dur="100" fill="hold"/>
                                        <p:tgtEl>
                                          <p:spTgt spid="46"/>
                                        </p:tgtEl>
                                        <p:attrNameLst>
                                          <p:attrName>ppt_y</p:attrName>
                                        </p:attrNameLst>
                                      </p:cBhvr>
                                      <p:tavLst>
                                        <p:tav tm="0">
                                          <p:val>
                                            <p:strVal val="0-#ppt_h/2"/>
                                          </p:val>
                                        </p:tav>
                                        <p:tav tm="100000">
                                          <p:val>
                                            <p:strVal val="#ppt_y"/>
                                          </p:val>
                                        </p:tav>
                                      </p:tavLst>
                                    </p:anim>
                                  </p:childTnLst>
                                </p:cTn>
                              </p:par>
                            </p:childTnLst>
                          </p:cTn>
                        </p:par>
                        <p:par>
                          <p:cTn id="54" fill="hold">
                            <p:stCondLst>
                              <p:cond delay="1000"/>
                            </p:stCondLst>
                            <p:childTnLst>
                              <p:par>
                                <p:cTn id="55" presetID="2" presetClass="entr" presetSubtype="1" fill="hold" grpId="0" nodeType="afterEffect">
                                  <p:stCondLst>
                                    <p:cond delay="0"/>
                                  </p:stCondLst>
                                  <p:childTnLst>
                                    <p:set>
                                      <p:cBhvr>
                                        <p:cTn id="56" dur="1" fill="hold">
                                          <p:stCondLst>
                                            <p:cond delay="0"/>
                                          </p:stCondLst>
                                        </p:cTn>
                                        <p:tgtEl>
                                          <p:spTgt spid="52"/>
                                        </p:tgtEl>
                                        <p:attrNameLst>
                                          <p:attrName>style.visibility</p:attrName>
                                        </p:attrNameLst>
                                      </p:cBhvr>
                                      <p:to>
                                        <p:strVal val="visible"/>
                                      </p:to>
                                    </p:set>
                                    <p:anim calcmode="lin" valueType="num">
                                      <p:cBhvr additive="base">
                                        <p:cTn id="57" dur="100" fill="hold"/>
                                        <p:tgtEl>
                                          <p:spTgt spid="52"/>
                                        </p:tgtEl>
                                        <p:attrNameLst>
                                          <p:attrName>ppt_x</p:attrName>
                                        </p:attrNameLst>
                                      </p:cBhvr>
                                      <p:tavLst>
                                        <p:tav tm="0">
                                          <p:val>
                                            <p:strVal val="#ppt_x"/>
                                          </p:val>
                                        </p:tav>
                                        <p:tav tm="100000">
                                          <p:val>
                                            <p:strVal val="#ppt_x"/>
                                          </p:val>
                                        </p:tav>
                                      </p:tavLst>
                                    </p:anim>
                                    <p:anim calcmode="lin" valueType="num">
                                      <p:cBhvr additive="base">
                                        <p:cTn id="58" dur="100" fill="hold"/>
                                        <p:tgtEl>
                                          <p:spTgt spid="52"/>
                                        </p:tgtEl>
                                        <p:attrNameLst>
                                          <p:attrName>ppt_y</p:attrName>
                                        </p:attrNameLst>
                                      </p:cBhvr>
                                      <p:tavLst>
                                        <p:tav tm="0">
                                          <p:val>
                                            <p:strVal val="0-#ppt_h/2"/>
                                          </p:val>
                                        </p:tav>
                                        <p:tav tm="100000">
                                          <p:val>
                                            <p:strVal val="#ppt_y"/>
                                          </p:val>
                                        </p:tav>
                                      </p:tavLst>
                                    </p:anim>
                                  </p:childTnLst>
                                </p:cTn>
                              </p:par>
                            </p:childTnLst>
                          </p:cTn>
                        </p:par>
                        <p:par>
                          <p:cTn id="59" fill="hold">
                            <p:stCondLst>
                              <p:cond delay="1100"/>
                            </p:stCondLst>
                            <p:childTnLst>
                              <p:par>
                                <p:cTn id="60" presetID="2" presetClass="entr" presetSubtype="1" fill="hold" grpId="0" nodeType="afterEffect">
                                  <p:stCondLst>
                                    <p:cond delay="0"/>
                                  </p:stCondLst>
                                  <p:childTnLst>
                                    <p:set>
                                      <p:cBhvr>
                                        <p:cTn id="61" dur="1" fill="hold">
                                          <p:stCondLst>
                                            <p:cond delay="0"/>
                                          </p:stCondLst>
                                        </p:cTn>
                                        <p:tgtEl>
                                          <p:spTgt spid="45"/>
                                        </p:tgtEl>
                                        <p:attrNameLst>
                                          <p:attrName>style.visibility</p:attrName>
                                        </p:attrNameLst>
                                      </p:cBhvr>
                                      <p:to>
                                        <p:strVal val="visible"/>
                                      </p:to>
                                    </p:set>
                                    <p:anim calcmode="lin" valueType="num">
                                      <p:cBhvr additive="base">
                                        <p:cTn id="62" dur="100" fill="hold"/>
                                        <p:tgtEl>
                                          <p:spTgt spid="45"/>
                                        </p:tgtEl>
                                        <p:attrNameLst>
                                          <p:attrName>ppt_x</p:attrName>
                                        </p:attrNameLst>
                                      </p:cBhvr>
                                      <p:tavLst>
                                        <p:tav tm="0">
                                          <p:val>
                                            <p:strVal val="#ppt_x"/>
                                          </p:val>
                                        </p:tav>
                                        <p:tav tm="100000">
                                          <p:val>
                                            <p:strVal val="#ppt_x"/>
                                          </p:val>
                                        </p:tav>
                                      </p:tavLst>
                                    </p:anim>
                                    <p:anim calcmode="lin" valueType="num">
                                      <p:cBhvr additive="base">
                                        <p:cTn id="63" dur="100" fill="hold"/>
                                        <p:tgtEl>
                                          <p:spTgt spid="45"/>
                                        </p:tgtEl>
                                        <p:attrNameLst>
                                          <p:attrName>ppt_y</p:attrName>
                                        </p:attrNameLst>
                                      </p:cBhvr>
                                      <p:tavLst>
                                        <p:tav tm="0">
                                          <p:val>
                                            <p:strVal val="0-#ppt_h/2"/>
                                          </p:val>
                                        </p:tav>
                                        <p:tav tm="100000">
                                          <p:val>
                                            <p:strVal val="#ppt_y"/>
                                          </p:val>
                                        </p:tav>
                                      </p:tavLst>
                                    </p:anim>
                                  </p:childTnLst>
                                </p:cTn>
                              </p:par>
                            </p:childTnLst>
                          </p:cTn>
                        </p:par>
                        <p:par>
                          <p:cTn id="64" fill="hold">
                            <p:stCondLst>
                              <p:cond delay="1200"/>
                            </p:stCondLst>
                            <p:childTnLst>
                              <p:par>
                                <p:cTn id="65" presetID="10" presetClass="entr" presetSubtype="0" fill="hold" grpId="0" nodeType="afterEffect">
                                  <p:stCondLst>
                                    <p:cond delay="250"/>
                                  </p:stCondLst>
                                  <p:childTnLst>
                                    <p:set>
                                      <p:cBhvr>
                                        <p:cTn id="66" dur="1" fill="hold">
                                          <p:stCondLst>
                                            <p:cond delay="0"/>
                                          </p:stCondLst>
                                        </p:cTn>
                                        <p:tgtEl>
                                          <p:spTgt spid="53"/>
                                        </p:tgtEl>
                                        <p:attrNameLst>
                                          <p:attrName>style.visibility</p:attrName>
                                        </p:attrNameLst>
                                      </p:cBhvr>
                                      <p:to>
                                        <p:strVal val="visible"/>
                                      </p:to>
                                    </p:set>
                                    <p:animEffect transition="in" filter="fade">
                                      <p:cBhvr>
                                        <p:cTn id="67" dur="500"/>
                                        <p:tgtEl>
                                          <p:spTgt spid="53"/>
                                        </p:tgtEl>
                                      </p:cBhvr>
                                    </p:animEffect>
                                  </p:childTnLst>
                                </p:cTn>
                              </p:par>
                            </p:childTnLst>
                          </p:cTn>
                        </p:par>
                        <p:par>
                          <p:cTn id="68" fill="hold">
                            <p:stCondLst>
                              <p:cond delay="1950"/>
                            </p:stCondLst>
                            <p:childTnLst>
                              <p:par>
                                <p:cTn id="69" presetID="10" presetClass="entr" presetSubtype="0" fill="hold" grpId="0" nodeType="afterEffect">
                                  <p:stCondLst>
                                    <p:cond delay="250"/>
                                  </p:stCondLst>
                                  <p:childTnLst>
                                    <p:set>
                                      <p:cBhvr>
                                        <p:cTn id="70" dur="1" fill="hold">
                                          <p:stCondLst>
                                            <p:cond delay="0"/>
                                          </p:stCondLst>
                                        </p:cTn>
                                        <p:tgtEl>
                                          <p:spTgt spid="2"/>
                                        </p:tgtEl>
                                        <p:attrNameLst>
                                          <p:attrName>style.visibility</p:attrName>
                                        </p:attrNameLst>
                                      </p:cBhvr>
                                      <p:to>
                                        <p:strVal val="visible"/>
                                      </p:to>
                                    </p:set>
                                    <p:animEffect transition="in" filter="fade">
                                      <p:cBhvr>
                                        <p:cTn id="7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6" grpId="0" animBg="1"/>
      <p:bldP spid="41"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p:bldP spid="2" grpId="0"/>
    </p:bld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155958"/>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0" name="TextBox 9"/>
          <p:cNvSpPr txBox="1"/>
          <p:nvPr/>
        </p:nvSpPr>
        <p:spPr>
          <a:xfrm>
            <a:off x="907715" y="4304083"/>
            <a:ext cx="10376570" cy="1815882"/>
          </a:xfrm>
          <a:prstGeom prst="rect">
            <a:avLst/>
          </a:prstGeom>
          <a:noFill/>
        </p:spPr>
        <p:txBody>
          <a:bodyPr wrap="square" rtlCol="0">
            <a:spAutoFit/>
          </a:bodyPr>
          <a:lstStyle/>
          <a:p>
            <a:pPr algn="ctr" rtl="1" fontAlgn="auto">
              <a:spcBef>
                <a:spcPts val="0"/>
              </a:spcBef>
              <a:spcAft>
                <a:spcPts val="0"/>
              </a:spcAft>
            </a:pPr>
            <a:r>
              <a:rPr lang="ar-SA" sz="2800" b="1" dirty="0">
                <a:solidFill>
                  <a:prstClr val="black"/>
                </a:solidFill>
                <a:cs typeface="Simplified Arabic" panose="02020603050405020304" pitchFamily="18" charset="-78"/>
              </a:rPr>
              <a:t>من خلال ربط جهاز الآيباد بالسبورة التفاعلية أو بجهاز تلفاز أبل، وهذا ما يمكّن المعلم من الحصول على شاشة أكبر وبالتالي إشراك عدد كبير من طلبة الفصل في مشاهدة فيلم وثائقي، ويمكن الطلاب في الوقت ذاته من الاستفسار عن تساؤلاتهم عن الدرس بعد انتهاء العرض، والمشاركة الجماعة في حل مسائل حسابية أو إتمام مراحل ألعاب تعليمية.</a:t>
            </a:r>
          </a:p>
        </p:txBody>
      </p:sp>
      <p:sp>
        <p:nvSpPr>
          <p:cNvPr id="20" name="Title 6"/>
          <p:cNvSpPr txBox="1">
            <a:spLocks/>
          </p:cNvSpPr>
          <p:nvPr/>
        </p:nvSpPr>
        <p:spPr>
          <a:xfrm>
            <a:off x="1270000" y="359801"/>
            <a:ext cx="9652000" cy="471365"/>
          </a:xfrm>
          <a:prstGeom prst="rect">
            <a:avLst/>
          </a:prstGeom>
        </p:spPr>
        <p:txBody>
          <a:bodyPr wrap="none" lIns="0" tIns="0" rIns="0" bIns="0" anchor="ctr">
            <a:noAutofit/>
          </a:bodyPr>
          <a:lstStyle>
            <a:lvl1pPr algn="ctr" defTabSz="1219139" rtl="0" eaLnBrk="1" latinLnBrk="0" hangingPunct="1">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rtl="1" fontAlgn="auto">
              <a:spcAft>
                <a:spcPts val="0"/>
              </a:spcAft>
            </a:pPr>
            <a:r>
              <a:rPr lang="ar-SA" sz="3600" u="sng" dirty="0">
                <a:solidFill>
                  <a:srgbClr val="C00000"/>
                </a:solidFill>
              </a:rPr>
              <a:t>ب. تحويل الآيباد لسبورة تفاعلية أو تلفاز أبل: </a:t>
            </a:r>
            <a:endParaRPr lang="en-US" sz="3600" u="sng" dirty="0">
              <a:solidFill>
                <a:srgbClr val="C00000"/>
              </a:solidFill>
            </a:endParaRPr>
          </a:p>
        </p:txBody>
      </p:sp>
      <p:sp>
        <p:nvSpPr>
          <p:cNvPr id="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9414613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10" grpId="0"/>
    </p:bld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Diagram 1"/>
          <p:cNvGraphicFramePr/>
          <p:nvPr>
            <p:extLst/>
          </p:nvPr>
        </p:nvGraphicFramePr>
        <p:xfrm>
          <a:off x="2062717" y="2451977"/>
          <a:ext cx="8591106" cy="408145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3" name="Rectangle 12"/>
          <p:cNvSpPr/>
          <p:nvPr/>
        </p:nvSpPr>
        <p:spPr>
          <a:xfrm>
            <a:off x="492642" y="1041407"/>
            <a:ext cx="11206716" cy="1200329"/>
          </a:xfrm>
          <a:prstGeom prst="rect">
            <a:avLst/>
          </a:prstGeom>
        </p:spPr>
        <p:txBody>
          <a:bodyPr wrap="square">
            <a:spAutoFit/>
          </a:bodyPr>
          <a:lstStyle/>
          <a:p>
            <a:pPr algn="ctr" fontAlgn="auto">
              <a:lnSpc>
                <a:spcPct val="150000"/>
              </a:lnSpc>
              <a:spcBef>
                <a:spcPts val="0"/>
              </a:spcBef>
              <a:spcAft>
                <a:spcPts val="0"/>
              </a:spcAft>
            </a:pPr>
            <a:r>
              <a:rPr lang="ar-SA" sz="2400" b="1" dirty="0">
                <a:solidFill>
                  <a:srgbClr val="17406D">
                    <a:lumMod val="50000"/>
                  </a:srgbClr>
                </a:solidFill>
                <a:latin typeface="Calibri" panose="020F0502020204030204"/>
                <a:cs typeface="+mn-cs"/>
              </a:rPr>
              <a:t>وعلى ذلك يمكن استخدام الآيباد كدفتر متابعة وجدول ودفتر للتحضير للمعلمين، وهذا ما يجعل هذا البرنامج ينفرد بالعديد من الميزات في التعليم، يمكن ملاحظتها في الآتي:</a:t>
            </a:r>
            <a:endParaRPr lang="en-US" sz="2400" b="1" dirty="0">
              <a:solidFill>
                <a:srgbClr val="17406D">
                  <a:lumMod val="50000"/>
                </a:srgbClr>
              </a:solidFill>
              <a:latin typeface="Calibri" panose="020F0502020204030204"/>
              <a:cs typeface="+mn-cs"/>
            </a:endParaRPr>
          </a:p>
        </p:txBody>
      </p:sp>
      <p:sp>
        <p:nvSpPr>
          <p:cNvPr id="5" name="Rectangle 4"/>
          <p:cNvSpPr/>
          <p:nvPr/>
        </p:nvSpPr>
        <p:spPr>
          <a:xfrm>
            <a:off x="6478771" y="2845502"/>
            <a:ext cx="4026196" cy="3108543"/>
          </a:xfrm>
          <a:prstGeom prst="rect">
            <a:avLst/>
          </a:prstGeom>
        </p:spPr>
        <p:txBody>
          <a:bodyPr wrap="square">
            <a:spAutoFit/>
          </a:bodyPr>
          <a:lstStyle/>
          <a:p>
            <a:pPr algn="ctr" rtl="1" fontAlgn="auto">
              <a:spcBef>
                <a:spcPts val="0"/>
              </a:spcBef>
              <a:spcAft>
                <a:spcPts val="0"/>
              </a:spcAft>
            </a:pPr>
            <a:r>
              <a:rPr lang="ar-SA" sz="2800" b="1" dirty="0" smtClean="0">
                <a:latin typeface="Calibri" panose="020F0502020204030204"/>
                <a:cs typeface="+mn-cs"/>
              </a:rPr>
              <a:t>استخدامه </a:t>
            </a:r>
            <a:r>
              <a:rPr lang="ar-SA" sz="2800" b="1" dirty="0">
                <a:latin typeface="Calibri" panose="020F0502020204030204"/>
                <a:cs typeface="+mn-cs"/>
              </a:rPr>
              <a:t>في إدخال درجات الطلاب، ومعرفة حالة كل طالب من حيث المخالفات والإيجابيات من خلال سجل يومي (إثارة فوضى, مشاركة, أحضر الواجب, لم يحضر، وغيرها)، حيث يمكن الإضافة كما يريد المعلم.</a:t>
            </a:r>
            <a:endParaRPr lang="en-US" sz="2800" b="1" dirty="0">
              <a:latin typeface="Calibri" panose="020F0502020204030204"/>
              <a:cs typeface="+mn-cs"/>
            </a:endParaRPr>
          </a:p>
        </p:txBody>
      </p:sp>
      <p:sp>
        <p:nvSpPr>
          <p:cNvPr id="8" name="Rectangle 7"/>
          <p:cNvSpPr/>
          <p:nvPr/>
        </p:nvSpPr>
        <p:spPr>
          <a:xfrm>
            <a:off x="2594344" y="3484529"/>
            <a:ext cx="2946266" cy="1384995"/>
          </a:xfrm>
          <a:prstGeom prst="rect">
            <a:avLst/>
          </a:prstGeom>
        </p:spPr>
        <p:txBody>
          <a:bodyPr wrap="square">
            <a:spAutoFit/>
          </a:bodyPr>
          <a:lstStyle/>
          <a:p>
            <a:pPr algn="ctr" rtl="1" fontAlgn="auto">
              <a:spcBef>
                <a:spcPts val="0"/>
              </a:spcBef>
              <a:spcAft>
                <a:spcPts val="0"/>
              </a:spcAft>
            </a:pPr>
            <a:r>
              <a:rPr lang="ar-SA" sz="2800" b="1" dirty="0" smtClean="0">
                <a:latin typeface="Calibri" panose="020F0502020204030204"/>
                <a:cs typeface="+mn-cs"/>
              </a:rPr>
              <a:t>يسهل </a:t>
            </a:r>
            <a:r>
              <a:rPr lang="ar-SA" sz="2800" b="1" dirty="0">
                <a:latin typeface="Calibri" panose="020F0502020204030204"/>
                <a:cs typeface="+mn-cs"/>
              </a:rPr>
              <a:t>على المعلم معرفة مستوى الطالب بشكل أفضل وأدق.</a:t>
            </a:r>
            <a:endParaRPr lang="en-US" sz="2800" b="1" dirty="0">
              <a:latin typeface="Calibri" panose="020F0502020204030204"/>
              <a:cs typeface="+mn-cs"/>
            </a:endParaRPr>
          </a:p>
        </p:txBody>
      </p:sp>
      <p:sp>
        <p:nvSpPr>
          <p:cNvPr id="15" name="Title 6"/>
          <p:cNvSpPr txBox="1">
            <a:spLocks/>
          </p:cNvSpPr>
          <p:nvPr/>
        </p:nvSpPr>
        <p:spPr>
          <a:xfrm>
            <a:off x="1270000" y="359801"/>
            <a:ext cx="9652000" cy="471365"/>
          </a:xfrm>
          <a:prstGeom prst="rect">
            <a:avLst/>
          </a:prstGeom>
        </p:spPr>
        <p:txBody>
          <a:bodyPr wrap="none" lIns="0" tIns="0" rIns="0" bIns="0" anchor="ctr">
            <a:noAutofit/>
          </a:bodyPr>
          <a:lstStyle>
            <a:lvl1pPr algn="ctr" defTabSz="1219139" rtl="0" eaLnBrk="1" latinLnBrk="0" hangingPunct="1">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lvl="0" rtl="1" fontAlgn="auto">
              <a:spcAft>
                <a:spcPts val="0"/>
              </a:spcAft>
            </a:pPr>
            <a:r>
              <a:rPr lang="ar-SA" sz="3600" u="sng" dirty="0">
                <a:solidFill>
                  <a:srgbClr val="C00000"/>
                </a:solidFill>
              </a:rPr>
              <a:t>ج. توصيل الآيباد بالبروجكتر والحاسوب</a:t>
            </a:r>
            <a:endParaRPr kumimoji="0" lang="en-US" sz="3600" b="1" i="0" u="sng" strike="noStrike" kern="1200" cap="none" spc="0" normalizeH="0" baseline="0" noProof="0" dirty="0">
              <a:ln>
                <a:noFill/>
              </a:ln>
              <a:solidFill>
                <a:srgbClr val="C00000"/>
              </a:solidFill>
              <a:effectLst/>
              <a:uLnTx/>
              <a:uFillTx/>
              <a:latin typeface="Roboto" panose="02000000000000000000" pitchFamily="2" charset="0"/>
              <a:cs typeface="+mj-cs"/>
            </a:endParaRPr>
          </a:p>
        </p:txBody>
      </p:sp>
      <p:sp>
        <p:nvSpPr>
          <p:cNvPr id="7" name="Footer Placeholder 1"/>
          <p:cNvSpPr txBox="1">
            <a:spLocks/>
          </p:cNvSpPr>
          <p:nvPr/>
        </p:nvSpPr>
        <p:spPr>
          <a:xfrm>
            <a:off x="4026877" y="6543918"/>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1966736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0" y="2053704"/>
            <a:ext cx="3051048" cy="1955868"/>
            <a:chOff x="0" y="2053704"/>
            <a:chExt cx="3051048" cy="1955868"/>
          </a:xfrm>
        </p:grpSpPr>
        <p:sp>
          <p:nvSpPr>
            <p:cNvPr id="3" name="Rectangle 2"/>
            <p:cNvSpPr/>
            <p:nvPr/>
          </p:nvSpPr>
          <p:spPr>
            <a:xfrm>
              <a:off x="0" y="2053704"/>
              <a:ext cx="3051048" cy="195586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9" name="Rectangle 48"/>
            <p:cNvSpPr/>
            <p:nvPr/>
          </p:nvSpPr>
          <p:spPr>
            <a:xfrm>
              <a:off x="247650" y="2298427"/>
              <a:ext cx="2544826" cy="1569660"/>
            </a:xfrm>
            <a:prstGeom prst="rect">
              <a:avLst/>
            </a:prstGeom>
          </p:spPr>
          <p:txBody>
            <a:bodyPr wrap="square">
              <a:spAutoFit/>
            </a:bodyPr>
            <a:lstStyle/>
            <a:p>
              <a:pPr algn="ctr" rtl="1"/>
              <a:r>
                <a:rPr lang="ar-SA" sz="2400" b="1" dirty="0"/>
                <a:t> طباعة درجات الطلاب للفصل الدراسي الأول والفصل الدراسي الثاني.</a:t>
              </a:r>
              <a:endParaRPr lang="en-US" b="1" dirty="0"/>
            </a:p>
          </p:txBody>
        </p:sp>
      </p:grpSp>
      <p:grpSp>
        <p:nvGrpSpPr>
          <p:cNvPr id="11" name="Group 10"/>
          <p:cNvGrpSpPr/>
          <p:nvPr/>
        </p:nvGrpSpPr>
        <p:grpSpPr>
          <a:xfrm>
            <a:off x="3051048" y="2053704"/>
            <a:ext cx="3044952" cy="1955868"/>
            <a:chOff x="3051048" y="2053704"/>
            <a:chExt cx="3044952" cy="1955868"/>
          </a:xfrm>
        </p:grpSpPr>
        <p:sp>
          <p:nvSpPr>
            <p:cNvPr id="43" name="Rectangle 42"/>
            <p:cNvSpPr/>
            <p:nvPr/>
          </p:nvSpPr>
          <p:spPr>
            <a:xfrm>
              <a:off x="3051048" y="2053704"/>
              <a:ext cx="3044952" cy="19558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0" name="Rectangle 59"/>
            <p:cNvSpPr/>
            <p:nvPr/>
          </p:nvSpPr>
          <p:spPr>
            <a:xfrm>
              <a:off x="3292602" y="2540980"/>
              <a:ext cx="2544826" cy="830997"/>
            </a:xfrm>
            <a:prstGeom prst="rect">
              <a:avLst/>
            </a:prstGeom>
          </p:spPr>
          <p:txBody>
            <a:bodyPr wrap="square">
              <a:spAutoFit/>
            </a:bodyPr>
            <a:lstStyle/>
            <a:p>
              <a:pPr algn="ctr" rtl="1" fontAlgn="auto">
                <a:spcBef>
                  <a:spcPts val="0"/>
                </a:spcBef>
                <a:spcAft>
                  <a:spcPts val="0"/>
                </a:spcAft>
              </a:pPr>
              <a:r>
                <a:rPr lang="ar-SA" sz="2400" b="1" dirty="0" smtClean="0">
                  <a:latin typeface="Calibri" panose="020F0502020204030204"/>
                  <a:cs typeface="+mn-cs"/>
                </a:rPr>
                <a:t> </a:t>
              </a:r>
              <a:r>
                <a:rPr lang="ar-SA" sz="2400" b="1" dirty="0">
                  <a:latin typeface="Calibri" panose="020F0502020204030204"/>
                  <a:cs typeface="+mn-cs"/>
                </a:rPr>
                <a:t>طباعة دفتر أعمال السنة.</a:t>
              </a:r>
              <a:endParaRPr lang="en-US" sz="2400" b="1" dirty="0">
                <a:latin typeface="Calibri" panose="020F0502020204030204"/>
                <a:cs typeface="+mn-cs"/>
              </a:endParaRPr>
            </a:p>
          </p:txBody>
        </p:sp>
      </p:grpSp>
      <p:grpSp>
        <p:nvGrpSpPr>
          <p:cNvPr id="12" name="Group 11"/>
          <p:cNvGrpSpPr/>
          <p:nvPr/>
        </p:nvGrpSpPr>
        <p:grpSpPr>
          <a:xfrm>
            <a:off x="6096000" y="2053704"/>
            <a:ext cx="3044952" cy="1955868"/>
            <a:chOff x="6096000" y="2053704"/>
            <a:chExt cx="3044952" cy="1955868"/>
          </a:xfrm>
        </p:grpSpPr>
        <p:sp>
          <p:nvSpPr>
            <p:cNvPr id="44" name="Rectangle 43"/>
            <p:cNvSpPr/>
            <p:nvPr/>
          </p:nvSpPr>
          <p:spPr>
            <a:xfrm>
              <a:off x="6096000" y="2053704"/>
              <a:ext cx="3044952" cy="195586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4" name="Rectangle 63"/>
            <p:cNvSpPr/>
            <p:nvPr/>
          </p:nvSpPr>
          <p:spPr>
            <a:xfrm>
              <a:off x="6213094" y="2246808"/>
              <a:ext cx="2792476" cy="1569660"/>
            </a:xfrm>
            <a:prstGeom prst="rect">
              <a:avLst/>
            </a:prstGeom>
          </p:spPr>
          <p:txBody>
            <a:bodyPr wrap="square">
              <a:spAutoFit/>
            </a:bodyPr>
            <a:lstStyle/>
            <a:p>
              <a:pPr algn="ctr" rtl="1" fontAlgn="auto">
                <a:spcBef>
                  <a:spcPts val="0"/>
                </a:spcBef>
                <a:spcAft>
                  <a:spcPts val="0"/>
                </a:spcAft>
              </a:pPr>
              <a:r>
                <a:rPr lang="ar-SA" sz="2400" b="1" dirty="0" smtClean="0">
                  <a:solidFill>
                    <a:srgbClr val="17406D">
                      <a:lumMod val="50000"/>
                    </a:srgbClr>
                  </a:solidFill>
                  <a:latin typeface="Calibri" panose="020F0502020204030204"/>
                  <a:cs typeface="+mn-cs"/>
                </a:rPr>
                <a:t>إمكانية </a:t>
              </a:r>
              <a:r>
                <a:rPr lang="ar-SA" sz="2400" b="1" dirty="0">
                  <a:solidFill>
                    <a:srgbClr val="17406D">
                      <a:lumMod val="50000"/>
                    </a:srgbClr>
                  </a:solidFill>
                  <a:latin typeface="Calibri" panose="020F0502020204030204"/>
                  <a:cs typeface="+mn-cs"/>
                </a:rPr>
                <a:t>ترحيل أسماء الطلاب ودرجاتهم إلى الورد </a:t>
              </a:r>
              <a:r>
                <a:rPr lang="en-US" sz="2400" b="1" dirty="0" smtClean="0">
                  <a:solidFill>
                    <a:srgbClr val="17406D">
                      <a:lumMod val="50000"/>
                    </a:srgbClr>
                  </a:solidFill>
                  <a:latin typeface="Calibri" panose="020F0502020204030204"/>
                  <a:cs typeface="+mn-cs"/>
                </a:rPr>
                <a:t> Word </a:t>
              </a:r>
              <a:r>
                <a:rPr lang="ar-SA" sz="2400" b="1" dirty="0">
                  <a:solidFill>
                    <a:srgbClr val="17406D">
                      <a:lumMod val="50000"/>
                    </a:srgbClr>
                  </a:solidFill>
                  <a:latin typeface="Calibri" panose="020F0502020204030204"/>
                  <a:cs typeface="+mn-cs"/>
                </a:rPr>
                <a:t>أو الاكسل </a:t>
              </a:r>
              <a:r>
                <a:rPr lang="en-US" sz="2400" b="1" dirty="0">
                  <a:solidFill>
                    <a:srgbClr val="17406D">
                      <a:lumMod val="50000"/>
                    </a:srgbClr>
                  </a:solidFill>
                  <a:latin typeface="Calibri" panose="020F0502020204030204"/>
                  <a:cs typeface="+mn-cs"/>
                </a:rPr>
                <a:t>Excel, </a:t>
              </a:r>
              <a:r>
                <a:rPr lang="ar-SA" sz="2400" b="1" dirty="0">
                  <a:solidFill>
                    <a:srgbClr val="17406D">
                      <a:lumMod val="50000"/>
                    </a:srgbClr>
                  </a:solidFill>
                  <a:latin typeface="Calibri" panose="020F0502020204030204"/>
                  <a:cs typeface="+mn-cs"/>
                </a:rPr>
                <a:t>أو </a:t>
              </a:r>
              <a:r>
                <a:rPr lang="en-US" sz="2400" b="1" dirty="0" err="1">
                  <a:solidFill>
                    <a:srgbClr val="17406D">
                      <a:lumMod val="50000"/>
                    </a:srgbClr>
                  </a:solidFill>
                  <a:latin typeface="Calibri" panose="020F0502020204030204"/>
                  <a:cs typeface="+mn-cs"/>
                </a:rPr>
                <a:t>edwave</a:t>
              </a:r>
              <a:r>
                <a:rPr lang="en-US" sz="2400" b="1" dirty="0">
                  <a:solidFill>
                    <a:srgbClr val="17406D">
                      <a:lumMod val="50000"/>
                    </a:srgbClr>
                  </a:solidFill>
                  <a:latin typeface="Calibri" panose="020F0502020204030204"/>
                  <a:cs typeface="+mn-cs"/>
                </a:rPr>
                <a:t>.</a:t>
              </a:r>
            </a:p>
          </p:txBody>
        </p:sp>
      </p:grpSp>
      <p:grpSp>
        <p:nvGrpSpPr>
          <p:cNvPr id="15" name="Group 14"/>
          <p:cNvGrpSpPr/>
          <p:nvPr/>
        </p:nvGrpSpPr>
        <p:grpSpPr>
          <a:xfrm>
            <a:off x="9134856" y="2053704"/>
            <a:ext cx="3057144" cy="1955868"/>
            <a:chOff x="9134856" y="2053704"/>
            <a:chExt cx="3057144" cy="1955868"/>
          </a:xfrm>
        </p:grpSpPr>
        <p:sp>
          <p:nvSpPr>
            <p:cNvPr id="45" name="Rectangle 44"/>
            <p:cNvSpPr/>
            <p:nvPr/>
          </p:nvSpPr>
          <p:spPr>
            <a:xfrm>
              <a:off x="9134856" y="2053704"/>
              <a:ext cx="3057144" cy="195586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2" name="Rectangle 71"/>
            <p:cNvSpPr/>
            <p:nvPr/>
          </p:nvSpPr>
          <p:spPr>
            <a:xfrm>
              <a:off x="9382506" y="2540980"/>
              <a:ext cx="2544826" cy="830997"/>
            </a:xfrm>
            <a:prstGeom prst="rect">
              <a:avLst/>
            </a:prstGeom>
          </p:spPr>
          <p:txBody>
            <a:bodyPr wrap="square">
              <a:spAutoFit/>
            </a:bodyPr>
            <a:lstStyle/>
            <a:p>
              <a:pPr algn="ctr" rtl="1" fontAlgn="auto">
                <a:spcBef>
                  <a:spcPts val="0"/>
                </a:spcBef>
                <a:spcAft>
                  <a:spcPts val="0"/>
                </a:spcAft>
              </a:pPr>
              <a:r>
                <a:rPr lang="ar-SA" sz="2400" b="1" dirty="0" smtClean="0">
                  <a:solidFill>
                    <a:srgbClr val="17406D">
                      <a:lumMod val="50000"/>
                    </a:srgbClr>
                  </a:solidFill>
                  <a:latin typeface="Calibri" panose="020F0502020204030204"/>
                  <a:cs typeface="+mn-cs"/>
                </a:rPr>
                <a:t>عمل </a:t>
              </a:r>
              <a:r>
                <a:rPr lang="ar-SA" sz="2400" b="1" dirty="0">
                  <a:solidFill>
                    <a:srgbClr val="17406D">
                      <a:lumMod val="50000"/>
                    </a:srgbClr>
                  </a:solidFill>
                  <a:latin typeface="Calibri" panose="020F0502020204030204"/>
                  <a:cs typeface="+mn-cs"/>
                </a:rPr>
                <a:t>احصائية لمستوى الطلاب وفرز درجاتهم</a:t>
              </a:r>
              <a:endParaRPr lang="en-US" sz="2400" b="1" dirty="0">
                <a:solidFill>
                  <a:srgbClr val="17406D">
                    <a:lumMod val="50000"/>
                  </a:srgbClr>
                </a:solidFill>
                <a:latin typeface="Calibri" panose="020F0502020204030204"/>
                <a:cs typeface="+mn-cs"/>
              </a:endParaRPr>
            </a:p>
          </p:txBody>
        </p:sp>
      </p:grpSp>
      <p:sp>
        <p:nvSpPr>
          <p:cNvPr id="23" name="Title 6"/>
          <p:cNvSpPr txBox="1">
            <a:spLocks/>
          </p:cNvSpPr>
          <p:nvPr/>
        </p:nvSpPr>
        <p:spPr>
          <a:xfrm>
            <a:off x="1270000" y="359801"/>
            <a:ext cx="9652000" cy="471365"/>
          </a:xfrm>
          <a:prstGeom prst="rect">
            <a:avLst/>
          </a:prstGeom>
        </p:spPr>
        <p:txBody>
          <a:bodyPr wrap="none" lIns="0" tIns="0" rIns="0" bIns="0" anchor="ctr">
            <a:noAutofit/>
          </a:bodyPr>
          <a:lstStyle>
            <a:lvl1pPr algn="ctr" defTabSz="1219139" rtl="0" eaLnBrk="1" latinLnBrk="0" hangingPunct="1">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lvl="0" rtl="1" fontAlgn="auto">
              <a:spcAft>
                <a:spcPts val="0"/>
              </a:spcAft>
            </a:pPr>
            <a:r>
              <a:rPr lang="ar-SA" sz="3600" u="sng" dirty="0">
                <a:solidFill>
                  <a:srgbClr val="C00000"/>
                </a:solidFill>
              </a:rPr>
              <a:t>ج. توصيل الآيباد بالبروجكتر والحاسوب</a:t>
            </a:r>
            <a:endParaRPr kumimoji="0" lang="en-US" sz="3600" b="1" i="0" u="sng" strike="noStrike" kern="1200" cap="none" spc="0" normalizeH="0" baseline="0" noProof="0" dirty="0">
              <a:ln>
                <a:noFill/>
              </a:ln>
              <a:solidFill>
                <a:srgbClr val="C00000"/>
              </a:solidFill>
              <a:effectLst/>
              <a:uLnTx/>
              <a:uFillTx/>
              <a:latin typeface="Roboto" panose="02000000000000000000" pitchFamily="2" charset="0"/>
              <a:cs typeface="+mj-cs"/>
            </a:endParaRPr>
          </a:p>
        </p:txBody>
      </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5577255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25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250"/>
                                        <p:tgtEl>
                                          <p:spTgt spid="8"/>
                                        </p:tgtEl>
                                      </p:cBhvr>
                                    </p:animEffect>
                                  </p:childTnLst>
                                </p:cTn>
                              </p:par>
                            </p:childTnLst>
                          </p:cTn>
                        </p:par>
                        <p:par>
                          <p:cTn id="8" fill="hold">
                            <p:stCondLst>
                              <p:cond delay="500"/>
                            </p:stCondLst>
                            <p:childTnLst>
                              <p:par>
                                <p:cTn id="9" presetID="10" presetClass="entr" presetSubtype="0" fill="hold" nodeType="afterEffect">
                                  <p:stCondLst>
                                    <p:cond delay="25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250"/>
                                        <p:tgtEl>
                                          <p:spTgt spid="11"/>
                                        </p:tgtEl>
                                      </p:cBhvr>
                                    </p:animEffect>
                                  </p:childTnLst>
                                </p:cTn>
                              </p:par>
                            </p:childTnLst>
                          </p:cTn>
                        </p:par>
                        <p:par>
                          <p:cTn id="12" fill="hold">
                            <p:stCondLst>
                              <p:cond delay="1000"/>
                            </p:stCondLst>
                            <p:childTnLst>
                              <p:par>
                                <p:cTn id="13" presetID="10" presetClass="entr" presetSubtype="0" fill="hold" nodeType="afterEffect">
                                  <p:stCondLst>
                                    <p:cond delay="25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250"/>
                                        <p:tgtEl>
                                          <p:spTgt spid="12"/>
                                        </p:tgtEl>
                                      </p:cBhvr>
                                    </p:animEffect>
                                  </p:childTnLst>
                                </p:cTn>
                              </p:par>
                            </p:childTnLst>
                          </p:cTn>
                        </p:par>
                        <p:par>
                          <p:cTn id="16" fill="hold">
                            <p:stCondLst>
                              <p:cond delay="1500"/>
                            </p:stCondLst>
                            <p:childTnLst>
                              <p:par>
                                <p:cTn id="17" presetID="10" presetClass="entr" presetSubtype="0" fill="hold" nodeType="afterEffect">
                                  <p:stCondLst>
                                    <p:cond delay="25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25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395315" y="4488587"/>
            <a:ext cx="11198171" cy="1077218"/>
          </a:xfrm>
          <a:prstGeom prst="rect">
            <a:avLst/>
          </a:prstGeom>
          <a:noFill/>
        </p:spPr>
        <p:txBody>
          <a:bodyPr wrap="square" rtlCol="0">
            <a:spAutoFit/>
          </a:bodyPr>
          <a:lstStyle/>
          <a:p>
            <a:pPr algn="ctr" defTabSz="1375467" rtl="1" fontAlgn="auto">
              <a:spcBef>
                <a:spcPts val="0"/>
              </a:spcBef>
              <a:spcAft>
                <a:spcPts val="0"/>
              </a:spcAft>
            </a:pPr>
            <a:r>
              <a:rPr lang="ar-SA" sz="3200" b="1" i="1" dirty="0">
                <a:solidFill>
                  <a:srgbClr val="262626"/>
                </a:solidFill>
                <a:latin typeface="Roboto Condensed"/>
                <a:cs typeface="Simplified Arabic" panose="02020603050405020304" pitchFamily="18" charset="-78"/>
              </a:rPr>
              <a:t>يتيح الآيباد إنتاج واستخدام الوسائط المتعددة كالصور، والأفلام القصيرة، وتسجيل الصوتيات التي تثري الدروس التعليمية</a:t>
            </a:r>
            <a:endParaRPr lang="en-US" sz="3200" b="1" i="1" dirty="0">
              <a:solidFill>
                <a:srgbClr val="262626"/>
              </a:solidFill>
              <a:latin typeface="Roboto Condensed"/>
              <a:cs typeface="Simplified Arabic" panose="02020603050405020304" pitchFamily="18" charset="-78"/>
            </a:endParaRPr>
          </a:p>
        </p:txBody>
      </p:sp>
      <p:sp>
        <p:nvSpPr>
          <p:cNvPr id="29" name="Title 1"/>
          <p:cNvSpPr txBox="1">
            <a:spLocks/>
          </p:cNvSpPr>
          <p:nvPr/>
        </p:nvSpPr>
        <p:spPr>
          <a:xfrm>
            <a:off x="3117610" y="3280873"/>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400" b="1" u="sng" dirty="0">
                <a:solidFill>
                  <a:srgbClr val="FF0000"/>
                </a:solidFill>
                <a:latin typeface="Roboto Medium"/>
                <a:cs typeface="+mj-cs"/>
              </a:rPr>
              <a:t>د. إنشاء وسائط تعليمية:</a:t>
            </a:r>
            <a:endParaRPr lang="en-US" sz="4400" b="1" u="sng" dirty="0">
              <a:solidFill>
                <a:srgbClr val="FF0000"/>
              </a:solidFill>
              <a:latin typeface="Roboto Medium"/>
              <a:cs typeface="+mj-cs"/>
            </a:endParaRPr>
          </a:p>
        </p:txBody>
      </p:sp>
      <p:grpSp>
        <p:nvGrpSpPr>
          <p:cNvPr id="3" name="Group 24"/>
          <p:cNvGrpSpPr/>
          <p:nvPr/>
        </p:nvGrpSpPr>
        <p:grpSpPr>
          <a:xfrm>
            <a:off x="5420766" y="6045201"/>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91702746"/>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1000"/>
                                        <p:tgtEl>
                                          <p:spTgt spid="12"/>
                                        </p:tgtEl>
                                      </p:cBhvr>
                                    </p:animEffect>
                                  </p:childTnLst>
                                </p:cTn>
                              </p:par>
                            </p:childTnLst>
                          </p:cTn>
                        </p:par>
                        <p:par>
                          <p:cTn id="12" fill="hold">
                            <p:stCondLst>
                              <p:cond delay="1500"/>
                            </p:stCondLst>
                            <p:childTnLst>
                              <p:par>
                                <p:cTn id="13" presetID="23" presetClass="entr" presetSubtype="16"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500" fill="hold"/>
                                        <p:tgtEl>
                                          <p:spTgt spid="3"/>
                                        </p:tgtEl>
                                        <p:attrNameLst>
                                          <p:attrName>ppt_w</p:attrName>
                                        </p:attrNameLst>
                                      </p:cBhvr>
                                      <p:tavLst>
                                        <p:tav tm="0">
                                          <p:val>
                                            <p:fltVal val="0"/>
                                          </p:val>
                                        </p:tav>
                                        <p:tav tm="100000">
                                          <p:val>
                                            <p:strVal val="#ppt_w"/>
                                          </p:val>
                                        </p:tav>
                                      </p:tavLst>
                                    </p:anim>
                                    <p:anim calcmode="lin" valueType="num">
                                      <p:cBhvr>
                                        <p:cTn id="16"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9" grpId="0"/>
    </p:bld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itle 1"/>
          <p:cNvSpPr txBox="1">
            <a:spLocks/>
          </p:cNvSpPr>
          <p:nvPr/>
        </p:nvSpPr>
        <p:spPr>
          <a:xfrm>
            <a:off x="3116805" y="3461036"/>
            <a:ext cx="6159981" cy="968016"/>
          </a:xfrm>
          <a:prstGeom prst="rect">
            <a:avLst/>
          </a:prstGeom>
        </p:spPr>
        <p:txBody>
          <a:bodyPr vert="horz" wrap="none" lIns="0" tIns="0" rIns="0" bIns="0" rtlCol="0" anchor="ctr">
            <a:noAutofit/>
          </a:bodyPr>
          <a:lstStyle/>
          <a:p>
            <a:pPr algn="ctr" defTabSz="1375434" rtl="1" fontAlgn="auto">
              <a:spcAft>
                <a:spcPts val="0"/>
              </a:spcAft>
              <a:tabLst>
                <a:tab pos="4794011" algn="l"/>
              </a:tabLst>
              <a:defRPr/>
            </a:pPr>
            <a:r>
              <a:rPr lang="ar-SA" sz="4400" b="1" u="sng" dirty="0">
                <a:solidFill>
                  <a:srgbClr val="FF0000"/>
                </a:solidFill>
                <a:latin typeface="Roboto Medium"/>
                <a:cs typeface="+mj-cs"/>
              </a:rPr>
              <a:t>ه. متابعة الملفات بسهولة ومشاركتها مع الآخرين</a:t>
            </a:r>
            <a:endParaRPr lang="en-US" sz="4400" b="1" u="sng" dirty="0">
              <a:solidFill>
                <a:srgbClr val="FF0000"/>
              </a:solidFill>
              <a:latin typeface="Roboto Medium"/>
              <a:cs typeface="+mj-cs"/>
            </a:endParaRPr>
          </a:p>
        </p:txBody>
      </p:sp>
      <p:grpSp>
        <p:nvGrpSpPr>
          <p:cNvPr id="3" name="Group 24"/>
          <p:cNvGrpSpPr/>
          <p:nvPr/>
        </p:nvGrpSpPr>
        <p:grpSpPr>
          <a:xfrm>
            <a:off x="5811060" y="4568097"/>
            <a:ext cx="1350473" cy="203200"/>
            <a:chOff x="4168751" y="2495551"/>
            <a:chExt cx="1012854" cy="152400"/>
          </a:xfrm>
        </p:grpSpPr>
        <p:sp>
          <p:nvSpPr>
            <p:cNvPr id="20" name="Oval 19"/>
            <p:cNvSpPr/>
            <p:nvPr/>
          </p:nvSpPr>
          <p:spPr>
            <a:xfrm>
              <a:off x="4598977" y="2495551"/>
              <a:ext cx="152400" cy="152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1" name="Oval 20"/>
            <p:cNvSpPr/>
            <p:nvPr/>
          </p:nvSpPr>
          <p:spPr>
            <a:xfrm flipV="1">
              <a:off x="48162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2" name="Oval 21"/>
            <p:cNvSpPr/>
            <p:nvPr/>
          </p:nvSpPr>
          <p:spPr>
            <a:xfrm flipV="1">
              <a:off x="4434997" y="2522221"/>
              <a:ext cx="99060" cy="9906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3" name="Oval 22"/>
            <p:cNvSpPr>
              <a:spLocks noChangeAspect="1"/>
            </p:cNvSpPr>
            <p:nvPr/>
          </p:nvSpPr>
          <p:spPr>
            <a:xfrm flipV="1">
              <a:off x="4980277"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27" name="Oval 26"/>
            <p:cNvSpPr>
              <a:spLocks noChangeAspect="1"/>
            </p:cNvSpPr>
            <p:nvPr/>
          </p:nvSpPr>
          <p:spPr>
            <a:xfrm flipV="1">
              <a:off x="4289838" y="2531632"/>
              <a:ext cx="80239" cy="80239"/>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0" name="Oval 29"/>
            <p:cNvSpPr>
              <a:spLocks noChangeAspect="1"/>
            </p:cNvSpPr>
            <p:nvPr/>
          </p:nvSpPr>
          <p:spPr>
            <a:xfrm flipV="1">
              <a:off x="5125438"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sp>
          <p:nvSpPr>
            <p:cNvPr id="31" name="Oval 30"/>
            <p:cNvSpPr>
              <a:spLocks noChangeAspect="1"/>
            </p:cNvSpPr>
            <p:nvPr/>
          </p:nvSpPr>
          <p:spPr>
            <a:xfrm flipV="1">
              <a:off x="4168751" y="2543668"/>
              <a:ext cx="56167" cy="5616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262626">
                    <a:lumMod val="40000"/>
                    <a:lumOff val="60000"/>
                  </a:srgbClr>
                </a:solidFill>
              </a:endParaRPr>
            </a:p>
          </p:txBody>
        </p:sp>
      </p:grpSp>
      <p:sp>
        <p:nvSpPr>
          <p:cNvPr id="1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30978366"/>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slide(fromBottom)">
                                      <p:cBhvr>
                                        <p:cTn id="7" dur="500"/>
                                        <p:tgtEl>
                                          <p:spTgt spid="29"/>
                                        </p:tgtEl>
                                      </p:cBhvr>
                                    </p:animEffect>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500" fill="hold"/>
                                        <p:tgtEl>
                                          <p:spTgt spid="3"/>
                                        </p:tgtEl>
                                        <p:attrNameLst>
                                          <p:attrName>ppt_w</p:attrName>
                                        </p:attrNameLst>
                                      </p:cBhvr>
                                      <p:tavLst>
                                        <p:tav tm="0">
                                          <p:val>
                                            <p:fltVal val="0"/>
                                          </p:val>
                                        </p:tav>
                                        <p:tav tm="100000">
                                          <p:val>
                                            <p:strVal val="#ppt_w"/>
                                          </p:val>
                                        </p:tav>
                                      </p:tavLst>
                                    </p:anim>
                                    <p:anim calcmode="lin" valueType="num">
                                      <p:cBhvr>
                                        <p:cTn id="12"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ar-SA" u="sng" dirty="0">
                <a:solidFill>
                  <a:srgbClr val="FF0000"/>
                </a:solidFill>
              </a:rPr>
              <a:t>و. إدارة الفصل الدراسي:</a:t>
            </a:r>
            <a:endParaRPr lang="en-US" u="sng" dirty="0">
              <a:solidFill>
                <a:srgbClr val="FF0000"/>
              </a:solidFill>
            </a:endParaRPr>
          </a:p>
        </p:txBody>
      </p:sp>
      <p:sp>
        <p:nvSpPr>
          <p:cNvPr id="4" name="Text Placeholder 3"/>
          <p:cNvSpPr>
            <a:spLocks noGrp="1"/>
          </p:cNvSpPr>
          <p:nvPr>
            <p:ph type="body" sz="half" idx="2"/>
          </p:nvPr>
        </p:nvSpPr>
        <p:spPr>
          <a:xfrm>
            <a:off x="977520" y="1631892"/>
            <a:ext cx="10645250" cy="603380"/>
          </a:xfrm>
        </p:spPr>
        <p:txBody>
          <a:bodyPr/>
          <a:lstStyle/>
          <a:p>
            <a:r>
              <a:rPr lang="ar-SA" sz="3200" b="1" dirty="0">
                <a:solidFill>
                  <a:schemeClr val="tx1"/>
                </a:solidFill>
              </a:rPr>
              <a:t>وهناك عدد من التطبيقات التي تساعد في التنظيم والتحكم في إدارة أمور الصف، منها:</a:t>
            </a:r>
            <a:endParaRPr lang="en-US" sz="3200" b="1" dirty="0">
              <a:solidFill>
                <a:schemeClr val="tx1"/>
              </a:solidFill>
            </a:endParaRPr>
          </a:p>
        </p:txBody>
      </p:sp>
      <p:grpSp>
        <p:nvGrpSpPr>
          <p:cNvPr id="25" name="Group 24"/>
          <p:cNvGrpSpPr/>
          <p:nvPr/>
        </p:nvGrpSpPr>
        <p:grpSpPr>
          <a:xfrm>
            <a:off x="1210628" y="3700486"/>
            <a:ext cx="1303792" cy="1303792"/>
            <a:chOff x="947582" y="1605917"/>
            <a:chExt cx="1209747" cy="1209747"/>
          </a:xfrm>
        </p:grpSpPr>
        <p:sp>
          <p:nvSpPr>
            <p:cNvPr id="26" name="Sev01"/>
            <p:cNvSpPr/>
            <p:nvPr/>
          </p:nvSpPr>
          <p:spPr>
            <a:xfrm>
              <a:off x="947582" y="1605917"/>
              <a:ext cx="1209747" cy="12097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237DB9">
                    <a:lumMod val="50000"/>
                  </a:srgbClr>
                </a:solidFill>
                <a:latin typeface="FontAwesome" pitchFamily="2" charset="0"/>
              </a:endParaRPr>
            </a:p>
          </p:txBody>
        </p:sp>
        <p:sp>
          <p:nvSpPr>
            <p:cNvPr id="29" name="Freeform 42"/>
            <p:cNvSpPr>
              <a:spLocks noEditPoints="1"/>
            </p:cNvSpPr>
            <p:nvPr/>
          </p:nvSpPr>
          <p:spPr bwMode="auto">
            <a:xfrm>
              <a:off x="1300095" y="1993569"/>
              <a:ext cx="504720" cy="434443"/>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76" name="Group 75"/>
          <p:cNvGrpSpPr/>
          <p:nvPr/>
        </p:nvGrpSpPr>
        <p:grpSpPr>
          <a:xfrm>
            <a:off x="932250" y="3435868"/>
            <a:ext cx="1860549" cy="1833033"/>
            <a:chOff x="4783138" y="1916113"/>
            <a:chExt cx="1395412" cy="1374775"/>
          </a:xfrm>
          <a:solidFill>
            <a:schemeClr val="accent1"/>
          </a:solidFill>
        </p:grpSpPr>
        <p:sp>
          <p:nvSpPr>
            <p:cNvPr id="77"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8"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79"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0"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33" name="Group 32"/>
          <p:cNvGrpSpPr/>
          <p:nvPr/>
        </p:nvGrpSpPr>
        <p:grpSpPr>
          <a:xfrm>
            <a:off x="3301273" y="2618335"/>
            <a:ext cx="1303792" cy="1303792"/>
            <a:chOff x="2971937" y="1594694"/>
            <a:chExt cx="1209747" cy="1209747"/>
          </a:xfrm>
        </p:grpSpPr>
        <p:sp>
          <p:nvSpPr>
            <p:cNvPr id="34" name="Sev02"/>
            <p:cNvSpPr/>
            <p:nvPr/>
          </p:nvSpPr>
          <p:spPr>
            <a:xfrm>
              <a:off x="2971937" y="1594694"/>
              <a:ext cx="1209747" cy="12097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8000" dirty="0">
                <a:solidFill>
                  <a:srgbClr val="15AA96">
                    <a:lumMod val="50000"/>
                  </a:srgbClr>
                </a:solidFill>
                <a:latin typeface="FontAwesome" pitchFamily="2" charset="0"/>
              </a:endParaRPr>
            </a:p>
          </p:txBody>
        </p:sp>
        <p:sp>
          <p:nvSpPr>
            <p:cNvPr id="35" name="Freeform 86"/>
            <p:cNvSpPr>
              <a:spLocks noEditPoints="1"/>
            </p:cNvSpPr>
            <p:nvPr/>
          </p:nvSpPr>
          <p:spPr bwMode="auto">
            <a:xfrm>
              <a:off x="3403989" y="1920014"/>
              <a:ext cx="345642" cy="581553"/>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81" name="Group 80"/>
          <p:cNvGrpSpPr/>
          <p:nvPr/>
        </p:nvGrpSpPr>
        <p:grpSpPr>
          <a:xfrm>
            <a:off x="3022280" y="2345339"/>
            <a:ext cx="1860549" cy="1833033"/>
            <a:chOff x="4783138" y="1916113"/>
            <a:chExt cx="1395412" cy="1374775"/>
          </a:xfrm>
          <a:solidFill>
            <a:schemeClr val="accent2"/>
          </a:solidFill>
        </p:grpSpPr>
        <p:sp>
          <p:nvSpPr>
            <p:cNvPr id="82"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3"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4"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5"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30" name="Group 29"/>
          <p:cNvGrpSpPr/>
          <p:nvPr/>
        </p:nvGrpSpPr>
        <p:grpSpPr>
          <a:xfrm>
            <a:off x="5376271" y="3719260"/>
            <a:ext cx="1303792" cy="1303792"/>
            <a:chOff x="5008643" y="1605917"/>
            <a:chExt cx="1209747" cy="1209747"/>
          </a:xfrm>
        </p:grpSpPr>
        <p:sp>
          <p:nvSpPr>
            <p:cNvPr id="31" name="Sev03"/>
            <p:cNvSpPr/>
            <p:nvPr/>
          </p:nvSpPr>
          <p:spPr>
            <a:xfrm>
              <a:off x="5008643" y="1605917"/>
              <a:ext cx="1209747" cy="12097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9BB955">
                    <a:lumMod val="50000"/>
                  </a:srgbClr>
                </a:solidFill>
                <a:latin typeface="FontAwesome" pitchFamily="2" charset="0"/>
              </a:endParaRPr>
            </a:p>
          </p:txBody>
        </p:sp>
        <p:sp>
          <p:nvSpPr>
            <p:cNvPr id="32" name="Freeform 178"/>
            <p:cNvSpPr>
              <a:spLocks noEditPoints="1"/>
            </p:cNvSpPr>
            <p:nvPr/>
          </p:nvSpPr>
          <p:spPr bwMode="auto">
            <a:xfrm>
              <a:off x="5361156" y="2020721"/>
              <a:ext cx="504720" cy="380138"/>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86" name="Group 85"/>
          <p:cNvGrpSpPr/>
          <p:nvPr/>
        </p:nvGrpSpPr>
        <p:grpSpPr>
          <a:xfrm>
            <a:off x="5102259" y="3435868"/>
            <a:ext cx="1860549" cy="1833033"/>
            <a:chOff x="4783138" y="1916113"/>
            <a:chExt cx="1395412" cy="1374775"/>
          </a:xfrm>
          <a:solidFill>
            <a:schemeClr val="accent3"/>
          </a:solidFill>
        </p:grpSpPr>
        <p:sp>
          <p:nvSpPr>
            <p:cNvPr id="87"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8"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89"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sp>
          <p:nvSpPr>
            <p:cNvPr id="90"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22" name="Group 21"/>
          <p:cNvGrpSpPr/>
          <p:nvPr/>
        </p:nvGrpSpPr>
        <p:grpSpPr>
          <a:xfrm>
            <a:off x="7477471" y="2620955"/>
            <a:ext cx="1303792" cy="1303792"/>
            <a:chOff x="6995968" y="1605917"/>
            <a:chExt cx="1209747" cy="1209747"/>
          </a:xfrm>
        </p:grpSpPr>
        <p:sp>
          <p:nvSpPr>
            <p:cNvPr id="23" name="Sev04"/>
            <p:cNvSpPr/>
            <p:nvPr/>
          </p:nvSpPr>
          <p:spPr>
            <a:xfrm>
              <a:off x="6995968" y="1605917"/>
              <a:ext cx="1209747" cy="120974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24" name="Freeform 52"/>
            <p:cNvSpPr>
              <a:spLocks noEditPoints="1"/>
            </p:cNvSpPr>
            <p:nvPr/>
          </p:nvSpPr>
          <p:spPr bwMode="auto">
            <a:xfrm>
              <a:off x="7369245" y="1961625"/>
              <a:ext cx="463193" cy="498331"/>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91" name="Group 90"/>
          <p:cNvGrpSpPr/>
          <p:nvPr/>
        </p:nvGrpSpPr>
        <p:grpSpPr>
          <a:xfrm>
            <a:off x="7213698" y="2345339"/>
            <a:ext cx="1860549" cy="1833033"/>
            <a:chOff x="4783138" y="1916113"/>
            <a:chExt cx="1395412" cy="1374775"/>
          </a:xfrm>
          <a:solidFill>
            <a:schemeClr val="accent4"/>
          </a:solidFill>
        </p:grpSpPr>
        <p:sp>
          <p:nvSpPr>
            <p:cNvPr id="92"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b="1" dirty="0">
                <a:ln w="12700">
                  <a:solidFill>
                    <a:srgbClr val="262626">
                      <a:satMod val="155000"/>
                    </a:srgbClr>
                  </a:solidFill>
                  <a:prstDash val="solid"/>
                </a:ln>
                <a:solidFill>
                  <a:srgbClr val="FFFFFF">
                    <a:tint val="85000"/>
                    <a:satMod val="155000"/>
                  </a:srgbClr>
                </a:solidFill>
                <a:effectLst>
                  <a:outerShdw blurRad="41275" dist="20320" dir="1800000" algn="tl" rotWithShape="0">
                    <a:srgbClr val="000000">
                      <a:alpha val="40000"/>
                    </a:srgbClr>
                  </a:outerShdw>
                </a:effectLst>
                <a:latin typeface="Roboto Condensed"/>
                <a:cs typeface="Simplified Arabic" panose="02020603050405020304" pitchFamily="18" charset="-78"/>
              </a:endParaRPr>
            </a:p>
          </p:txBody>
        </p:sp>
        <p:sp>
          <p:nvSpPr>
            <p:cNvPr id="93"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b="1" dirty="0">
                <a:ln w="12700">
                  <a:solidFill>
                    <a:srgbClr val="262626">
                      <a:satMod val="155000"/>
                    </a:srgbClr>
                  </a:solidFill>
                  <a:prstDash val="solid"/>
                </a:ln>
                <a:solidFill>
                  <a:srgbClr val="FFFFFF">
                    <a:tint val="85000"/>
                    <a:satMod val="155000"/>
                  </a:srgbClr>
                </a:solidFill>
                <a:effectLst>
                  <a:outerShdw blurRad="41275" dist="20320" dir="1800000" algn="tl" rotWithShape="0">
                    <a:srgbClr val="000000">
                      <a:alpha val="40000"/>
                    </a:srgbClr>
                  </a:outerShdw>
                </a:effectLst>
                <a:latin typeface="Roboto Condensed"/>
                <a:cs typeface="Simplified Arabic" panose="02020603050405020304" pitchFamily="18" charset="-78"/>
              </a:endParaRPr>
            </a:p>
          </p:txBody>
        </p:sp>
        <p:sp>
          <p:nvSpPr>
            <p:cNvPr id="94"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b="1" dirty="0">
                <a:ln w="12700">
                  <a:solidFill>
                    <a:srgbClr val="262626">
                      <a:satMod val="155000"/>
                    </a:srgbClr>
                  </a:solidFill>
                  <a:prstDash val="solid"/>
                </a:ln>
                <a:solidFill>
                  <a:srgbClr val="FFFFFF">
                    <a:tint val="85000"/>
                    <a:satMod val="155000"/>
                  </a:srgbClr>
                </a:solidFill>
                <a:effectLst>
                  <a:outerShdw blurRad="41275" dist="20320" dir="1800000" algn="tl" rotWithShape="0">
                    <a:srgbClr val="000000">
                      <a:alpha val="40000"/>
                    </a:srgbClr>
                  </a:outerShdw>
                </a:effectLst>
                <a:latin typeface="Roboto Condensed"/>
                <a:cs typeface="Simplified Arabic" panose="02020603050405020304" pitchFamily="18" charset="-78"/>
              </a:endParaRPr>
            </a:p>
          </p:txBody>
        </p:sp>
        <p:sp>
          <p:nvSpPr>
            <p:cNvPr id="95"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b="1" dirty="0">
                <a:ln w="12700">
                  <a:solidFill>
                    <a:srgbClr val="262626">
                      <a:satMod val="155000"/>
                    </a:srgbClr>
                  </a:solidFill>
                  <a:prstDash val="solid"/>
                </a:ln>
                <a:solidFill>
                  <a:srgbClr val="FFFFFF">
                    <a:tint val="85000"/>
                    <a:satMod val="155000"/>
                  </a:srgbClr>
                </a:solidFill>
                <a:effectLst>
                  <a:outerShdw blurRad="41275" dist="20320" dir="1800000" algn="tl" rotWithShape="0">
                    <a:srgbClr val="000000">
                      <a:alpha val="40000"/>
                    </a:srgbClr>
                  </a:outerShdw>
                </a:effectLst>
                <a:latin typeface="Roboto Condensed"/>
                <a:cs typeface="Simplified Arabic" panose="02020603050405020304" pitchFamily="18" charset="-78"/>
              </a:endParaRPr>
            </a:p>
          </p:txBody>
        </p:sp>
      </p:grpSp>
      <p:grpSp>
        <p:nvGrpSpPr>
          <p:cNvPr id="36" name="Group 35"/>
          <p:cNvGrpSpPr/>
          <p:nvPr/>
        </p:nvGrpSpPr>
        <p:grpSpPr>
          <a:xfrm>
            <a:off x="9628436" y="3700486"/>
            <a:ext cx="1303792" cy="1303792"/>
            <a:chOff x="7161603" y="1843482"/>
            <a:chExt cx="1026718" cy="1026718"/>
          </a:xfrm>
        </p:grpSpPr>
        <p:sp>
          <p:nvSpPr>
            <p:cNvPr id="37" name="Sev04"/>
            <p:cNvSpPr/>
            <p:nvPr/>
          </p:nvSpPr>
          <p:spPr>
            <a:xfrm>
              <a:off x="7161603" y="1843482"/>
              <a:ext cx="1026718" cy="102671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5333" dirty="0">
                <a:solidFill>
                  <a:srgbClr val="F19B14">
                    <a:lumMod val="50000"/>
                  </a:srgbClr>
                </a:solidFill>
                <a:latin typeface="FontAwesome" pitchFamily="2" charset="0"/>
              </a:endParaRPr>
            </a:p>
          </p:txBody>
        </p:sp>
        <p:sp>
          <p:nvSpPr>
            <p:cNvPr id="38" name="Freeform 135"/>
            <p:cNvSpPr>
              <a:spLocks noEditPoints="1"/>
            </p:cNvSpPr>
            <p:nvPr/>
          </p:nvSpPr>
          <p:spPr bwMode="auto">
            <a:xfrm>
              <a:off x="7452390" y="2148356"/>
              <a:ext cx="445144" cy="416970"/>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102" name="Group 101"/>
          <p:cNvGrpSpPr/>
          <p:nvPr/>
        </p:nvGrpSpPr>
        <p:grpSpPr>
          <a:xfrm>
            <a:off x="9350058" y="3435868"/>
            <a:ext cx="1860549" cy="1833033"/>
            <a:chOff x="4783138" y="1916113"/>
            <a:chExt cx="1395412" cy="1374775"/>
          </a:xfrm>
          <a:solidFill>
            <a:schemeClr val="accent5"/>
          </a:solidFill>
        </p:grpSpPr>
        <p:sp>
          <p:nvSpPr>
            <p:cNvPr id="103" name="Freeform 15"/>
            <p:cNvSpPr>
              <a:spLocks noEditPoints="1"/>
            </p:cNvSpPr>
            <p:nvPr/>
          </p:nvSpPr>
          <p:spPr bwMode="auto">
            <a:xfrm>
              <a:off x="4783138" y="1931988"/>
              <a:ext cx="1368425" cy="1358900"/>
            </a:xfrm>
            <a:custGeom>
              <a:avLst/>
              <a:gdLst/>
              <a:ahLst/>
              <a:cxnLst>
                <a:cxn ang="0">
                  <a:pos x="707" y="498"/>
                </a:cxn>
                <a:cxn ang="0">
                  <a:pos x="707" y="498"/>
                </a:cxn>
                <a:cxn ang="0">
                  <a:pos x="519" y="30"/>
                </a:cxn>
                <a:cxn ang="0">
                  <a:pos x="711" y="197"/>
                </a:cxn>
                <a:cxn ang="0">
                  <a:pos x="683" y="152"/>
                </a:cxn>
                <a:cxn ang="0">
                  <a:pos x="580" y="60"/>
                </a:cxn>
                <a:cxn ang="0">
                  <a:pos x="718" y="542"/>
                </a:cxn>
                <a:cxn ang="0">
                  <a:pos x="718" y="542"/>
                </a:cxn>
                <a:cxn ang="0">
                  <a:pos x="325" y="3"/>
                </a:cxn>
                <a:cxn ang="0">
                  <a:pos x="86" y="138"/>
                </a:cxn>
                <a:cxn ang="0">
                  <a:pos x="32" y="229"/>
                </a:cxn>
                <a:cxn ang="0">
                  <a:pos x="6" y="368"/>
                </a:cxn>
                <a:cxn ang="0">
                  <a:pos x="6" y="372"/>
                </a:cxn>
                <a:cxn ang="0">
                  <a:pos x="6" y="373"/>
                </a:cxn>
                <a:cxn ang="0">
                  <a:pos x="6" y="368"/>
                </a:cxn>
                <a:cxn ang="0">
                  <a:pos x="6" y="368"/>
                </a:cxn>
                <a:cxn ang="0">
                  <a:pos x="32" y="229"/>
                </a:cxn>
                <a:cxn ang="0">
                  <a:pos x="20" y="258"/>
                </a:cxn>
                <a:cxn ang="0">
                  <a:pos x="27" y="510"/>
                </a:cxn>
                <a:cxn ang="0">
                  <a:pos x="184" y="697"/>
                </a:cxn>
                <a:cxn ang="0">
                  <a:pos x="384" y="751"/>
                </a:cxn>
                <a:cxn ang="0">
                  <a:pos x="574" y="701"/>
                </a:cxn>
                <a:cxn ang="0">
                  <a:pos x="722" y="547"/>
                </a:cxn>
                <a:cxn ang="0">
                  <a:pos x="759" y="404"/>
                </a:cxn>
                <a:cxn ang="0">
                  <a:pos x="745" y="440"/>
                </a:cxn>
                <a:cxn ang="0">
                  <a:pos x="741" y="441"/>
                </a:cxn>
                <a:cxn ang="0">
                  <a:pos x="735" y="461"/>
                </a:cxn>
                <a:cxn ang="0">
                  <a:pos x="726" y="500"/>
                </a:cxn>
                <a:cxn ang="0">
                  <a:pos x="730" y="459"/>
                </a:cxn>
                <a:cxn ang="0">
                  <a:pos x="721" y="478"/>
                </a:cxn>
                <a:cxn ang="0">
                  <a:pos x="720" y="468"/>
                </a:cxn>
                <a:cxn ang="0">
                  <a:pos x="712" y="488"/>
                </a:cxn>
                <a:cxn ang="0">
                  <a:pos x="708" y="498"/>
                </a:cxn>
                <a:cxn ang="0">
                  <a:pos x="707" y="498"/>
                </a:cxn>
                <a:cxn ang="0">
                  <a:pos x="706" y="501"/>
                </a:cxn>
                <a:cxn ang="0">
                  <a:pos x="655" y="585"/>
                </a:cxn>
                <a:cxn ang="0">
                  <a:pos x="573" y="658"/>
                </a:cxn>
                <a:cxn ang="0">
                  <a:pos x="400" y="719"/>
                </a:cxn>
                <a:cxn ang="0">
                  <a:pos x="278" y="705"/>
                </a:cxn>
                <a:cxn ang="0">
                  <a:pos x="34" y="378"/>
                </a:cxn>
                <a:cxn ang="0">
                  <a:pos x="125" y="137"/>
                </a:cxn>
                <a:cxn ang="0">
                  <a:pos x="223" y="61"/>
                </a:cxn>
                <a:cxn ang="0">
                  <a:pos x="335" y="21"/>
                </a:cxn>
                <a:cxn ang="0">
                  <a:pos x="137" y="115"/>
                </a:cxn>
                <a:cxn ang="0">
                  <a:pos x="352" y="15"/>
                </a:cxn>
                <a:cxn ang="0">
                  <a:pos x="472" y="24"/>
                </a:cxn>
                <a:cxn ang="0">
                  <a:pos x="481" y="25"/>
                </a:cxn>
                <a:cxn ang="0">
                  <a:pos x="371" y="12"/>
                </a:cxn>
                <a:cxn ang="0">
                  <a:pos x="166" y="82"/>
                </a:cxn>
                <a:cxn ang="0">
                  <a:pos x="21" y="469"/>
                </a:cxn>
                <a:cxn ang="0">
                  <a:pos x="46" y="209"/>
                </a:cxn>
                <a:cxn ang="0">
                  <a:pos x="249" y="26"/>
                </a:cxn>
                <a:cxn ang="0">
                  <a:pos x="386" y="3"/>
                </a:cxn>
                <a:cxn ang="0">
                  <a:pos x="580" y="60"/>
                </a:cxn>
                <a:cxn ang="0">
                  <a:pos x="586" y="63"/>
                </a:cxn>
                <a:cxn ang="0">
                  <a:pos x="377" y="0"/>
                </a:cxn>
              </a:cxnLst>
              <a:rect l="0" t="0" r="r" b="b"/>
              <a:pathLst>
                <a:path w="759" h="751">
                  <a:moveTo>
                    <a:pt x="707" y="498"/>
                  </a:moveTo>
                  <a:cubicBezTo>
                    <a:pt x="707" y="498"/>
                    <a:pt x="707" y="498"/>
                    <a:pt x="707" y="498"/>
                  </a:cubicBezTo>
                  <a:cubicBezTo>
                    <a:pt x="707" y="498"/>
                    <a:pt x="707" y="498"/>
                    <a:pt x="707" y="498"/>
                  </a:cubicBezTo>
                  <a:cubicBezTo>
                    <a:pt x="707" y="498"/>
                    <a:pt x="707" y="498"/>
                    <a:pt x="707" y="498"/>
                  </a:cubicBezTo>
                  <a:moveTo>
                    <a:pt x="517" y="29"/>
                  </a:moveTo>
                  <a:cubicBezTo>
                    <a:pt x="518" y="29"/>
                    <a:pt x="518" y="29"/>
                    <a:pt x="519" y="30"/>
                  </a:cubicBezTo>
                  <a:cubicBezTo>
                    <a:pt x="561" y="46"/>
                    <a:pt x="599" y="70"/>
                    <a:pt x="631" y="99"/>
                  </a:cubicBezTo>
                  <a:cubicBezTo>
                    <a:pt x="664" y="128"/>
                    <a:pt x="691" y="161"/>
                    <a:pt x="711" y="197"/>
                  </a:cubicBezTo>
                  <a:cubicBezTo>
                    <a:pt x="724" y="218"/>
                    <a:pt x="736" y="244"/>
                    <a:pt x="744" y="264"/>
                  </a:cubicBezTo>
                  <a:cubicBezTo>
                    <a:pt x="730" y="225"/>
                    <a:pt x="709" y="187"/>
                    <a:pt x="683" y="152"/>
                  </a:cubicBezTo>
                  <a:cubicBezTo>
                    <a:pt x="664" y="128"/>
                    <a:pt x="642" y="105"/>
                    <a:pt x="617" y="85"/>
                  </a:cubicBezTo>
                  <a:cubicBezTo>
                    <a:pt x="605" y="76"/>
                    <a:pt x="593" y="67"/>
                    <a:pt x="580" y="60"/>
                  </a:cubicBezTo>
                  <a:cubicBezTo>
                    <a:pt x="560" y="47"/>
                    <a:pt x="539" y="37"/>
                    <a:pt x="517" y="29"/>
                  </a:cubicBezTo>
                  <a:moveTo>
                    <a:pt x="718" y="542"/>
                  </a:moveTo>
                  <a:cubicBezTo>
                    <a:pt x="742" y="489"/>
                    <a:pt x="742" y="489"/>
                    <a:pt x="742" y="489"/>
                  </a:cubicBezTo>
                  <a:cubicBezTo>
                    <a:pt x="736" y="506"/>
                    <a:pt x="726" y="529"/>
                    <a:pt x="718" y="542"/>
                  </a:cubicBezTo>
                  <a:moveTo>
                    <a:pt x="377" y="0"/>
                  </a:moveTo>
                  <a:cubicBezTo>
                    <a:pt x="359" y="0"/>
                    <a:pt x="342" y="1"/>
                    <a:pt x="325" y="3"/>
                  </a:cubicBezTo>
                  <a:cubicBezTo>
                    <a:pt x="278" y="10"/>
                    <a:pt x="233" y="25"/>
                    <a:pt x="193" y="48"/>
                  </a:cubicBezTo>
                  <a:cubicBezTo>
                    <a:pt x="152" y="71"/>
                    <a:pt x="115" y="101"/>
                    <a:pt x="86" y="138"/>
                  </a:cubicBezTo>
                  <a:cubicBezTo>
                    <a:pt x="76" y="150"/>
                    <a:pt x="67" y="163"/>
                    <a:pt x="58" y="176"/>
                  </a:cubicBezTo>
                  <a:cubicBezTo>
                    <a:pt x="48" y="194"/>
                    <a:pt x="39" y="212"/>
                    <a:pt x="32" y="229"/>
                  </a:cubicBezTo>
                  <a:cubicBezTo>
                    <a:pt x="16" y="271"/>
                    <a:pt x="10" y="308"/>
                    <a:pt x="7" y="333"/>
                  </a:cubicBezTo>
                  <a:cubicBezTo>
                    <a:pt x="6" y="350"/>
                    <a:pt x="6" y="362"/>
                    <a:pt x="6" y="368"/>
                  </a:cubicBezTo>
                  <a:cubicBezTo>
                    <a:pt x="6" y="370"/>
                    <a:pt x="6" y="372"/>
                    <a:pt x="6" y="372"/>
                  </a:cubicBezTo>
                  <a:cubicBezTo>
                    <a:pt x="6" y="372"/>
                    <a:pt x="6" y="372"/>
                    <a:pt x="6" y="372"/>
                  </a:cubicBezTo>
                  <a:cubicBezTo>
                    <a:pt x="6" y="372"/>
                    <a:pt x="6" y="372"/>
                    <a:pt x="6" y="372"/>
                  </a:cubicBezTo>
                  <a:cubicBezTo>
                    <a:pt x="6" y="373"/>
                    <a:pt x="6" y="373"/>
                    <a:pt x="6" y="373"/>
                  </a:cubicBezTo>
                  <a:cubicBezTo>
                    <a:pt x="6" y="372"/>
                    <a:pt x="6" y="372"/>
                    <a:pt x="6" y="372"/>
                  </a:cubicBezTo>
                  <a:cubicBezTo>
                    <a:pt x="6" y="372"/>
                    <a:pt x="6" y="370"/>
                    <a:pt x="6" y="368"/>
                  </a:cubicBezTo>
                  <a:cubicBezTo>
                    <a:pt x="6" y="368"/>
                    <a:pt x="6" y="368"/>
                    <a:pt x="6" y="368"/>
                  </a:cubicBezTo>
                  <a:cubicBezTo>
                    <a:pt x="6" y="368"/>
                    <a:pt x="6" y="368"/>
                    <a:pt x="6" y="368"/>
                  </a:cubicBezTo>
                  <a:cubicBezTo>
                    <a:pt x="6" y="362"/>
                    <a:pt x="6" y="350"/>
                    <a:pt x="7" y="333"/>
                  </a:cubicBezTo>
                  <a:cubicBezTo>
                    <a:pt x="10" y="308"/>
                    <a:pt x="16" y="271"/>
                    <a:pt x="32" y="229"/>
                  </a:cubicBezTo>
                  <a:cubicBezTo>
                    <a:pt x="39" y="212"/>
                    <a:pt x="48" y="194"/>
                    <a:pt x="58" y="176"/>
                  </a:cubicBezTo>
                  <a:cubicBezTo>
                    <a:pt x="42" y="202"/>
                    <a:pt x="29" y="230"/>
                    <a:pt x="20" y="258"/>
                  </a:cubicBezTo>
                  <a:cubicBezTo>
                    <a:pt x="6" y="302"/>
                    <a:pt x="0" y="347"/>
                    <a:pt x="2" y="391"/>
                  </a:cubicBezTo>
                  <a:cubicBezTo>
                    <a:pt x="4" y="431"/>
                    <a:pt x="12" y="472"/>
                    <a:pt x="27" y="510"/>
                  </a:cubicBezTo>
                  <a:cubicBezTo>
                    <a:pt x="42" y="548"/>
                    <a:pt x="63" y="584"/>
                    <a:pt x="90" y="616"/>
                  </a:cubicBezTo>
                  <a:cubicBezTo>
                    <a:pt x="116" y="647"/>
                    <a:pt x="148" y="675"/>
                    <a:pt x="184" y="697"/>
                  </a:cubicBezTo>
                  <a:cubicBezTo>
                    <a:pt x="220" y="718"/>
                    <a:pt x="260" y="734"/>
                    <a:pt x="302" y="742"/>
                  </a:cubicBezTo>
                  <a:cubicBezTo>
                    <a:pt x="329" y="748"/>
                    <a:pt x="356" y="751"/>
                    <a:pt x="384" y="751"/>
                  </a:cubicBezTo>
                  <a:cubicBezTo>
                    <a:pt x="403" y="751"/>
                    <a:pt x="421" y="750"/>
                    <a:pt x="440" y="747"/>
                  </a:cubicBezTo>
                  <a:cubicBezTo>
                    <a:pt x="487" y="740"/>
                    <a:pt x="533" y="724"/>
                    <a:pt x="574" y="701"/>
                  </a:cubicBezTo>
                  <a:cubicBezTo>
                    <a:pt x="616" y="677"/>
                    <a:pt x="652" y="645"/>
                    <a:pt x="682" y="608"/>
                  </a:cubicBezTo>
                  <a:cubicBezTo>
                    <a:pt x="695" y="591"/>
                    <a:pt x="709" y="571"/>
                    <a:pt x="722" y="547"/>
                  </a:cubicBezTo>
                  <a:cubicBezTo>
                    <a:pt x="734" y="524"/>
                    <a:pt x="744" y="498"/>
                    <a:pt x="750" y="473"/>
                  </a:cubicBezTo>
                  <a:cubicBezTo>
                    <a:pt x="757" y="448"/>
                    <a:pt x="759" y="424"/>
                    <a:pt x="759" y="404"/>
                  </a:cubicBezTo>
                  <a:cubicBezTo>
                    <a:pt x="759" y="384"/>
                    <a:pt x="756" y="369"/>
                    <a:pt x="753" y="362"/>
                  </a:cubicBezTo>
                  <a:cubicBezTo>
                    <a:pt x="752" y="387"/>
                    <a:pt x="751" y="416"/>
                    <a:pt x="745" y="440"/>
                  </a:cubicBezTo>
                  <a:cubicBezTo>
                    <a:pt x="745" y="431"/>
                    <a:pt x="745" y="420"/>
                    <a:pt x="746" y="409"/>
                  </a:cubicBezTo>
                  <a:cubicBezTo>
                    <a:pt x="745" y="420"/>
                    <a:pt x="742" y="431"/>
                    <a:pt x="741" y="441"/>
                  </a:cubicBezTo>
                  <a:cubicBezTo>
                    <a:pt x="742" y="433"/>
                    <a:pt x="742" y="424"/>
                    <a:pt x="741" y="421"/>
                  </a:cubicBezTo>
                  <a:cubicBezTo>
                    <a:pt x="739" y="433"/>
                    <a:pt x="737" y="451"/>
                    <a:pt x="735" y="461"/>
                  </a:cubicBezTo>
                  <a:cubicBezTo>
                    <a:pt x="735" y="464"/>
                    <a:pt x="734" y="472"/>
                    <a:pt x="732" y="480"/>
                  </a:cubicBezTo>
                  <a:cubicBezTo>
                    <a:pt x="730" y="488"/>
                    <a:pt x="728" y="497"/>
                    <a:pt x="726" y="500"/>
                  </a:cubicBezTo>
                  <a:cubicBezTo>
                    <a:pt x="731" y="481"/>
                    <a:pt x="735" y="456"/>
                    <a:pt x="735" y="439"/>
                  </a:cubicBezTo>
                  <a:cubicBezTo>
                    <a:pt x="733" y="446"/>
                    <a:pt x="732" y="453"/>
                    <a:pt x="730" y="459"/>
                  </a:cubicBezTo>
                  <a:cubicBezTo>
                    <a:pt x="731" y="451"/>
                    <a:pt x="734" y="435"/>
                    <a:pt x="733" y="431"/>
                  </a:cubicBezTo>
                  <a:cubicBezTo>
                    <a:pt x="730" y="447"/>
                    <a:pt x="727" y="462"/>
                    <a:pt x="721" y="478"/>
                  </a:cubicBezTo>
                  <a:cubicBezTo>
                    <a:pt x="717" y="491"/>
                    <a:pt x="712" y="503"/>
                    <a:pt x="707" y="515"/>
                  </a:cubicBezTo>
                  <a:cubicBezTo>
                    <a:pt x="713" y="500"/>
                    <a:pt x="719" y="480"/>
                    <a:pt x="720" y="468"/>
                  </a:cubicBezTo>
                  <a:cubicBezTo>
                    <a:pt x="717" y="475"/>
                    <a:pt x="715" y="483"/>
                    <a:pt x="713" y="490"/>
                  </a:cubicBezTo>
                  <a:cubicBezTo>
                    <a:pt x="713" y="489"/>
                    <a:pt x="713" y="488"/>
                    <a:pt x="712" y="488"/>
                  </a:cubicBezTo>
                  <a:cubicBezTo>
                    <a:pt x="711" y="491"/>
                    <a:pt x="709" y="495"/>
                    <a:pt x="708" y="498"/>
                  </a:cubicBezTo>
                  <a:cubicBezTo>
                    <a:pt x="708" y="498"/>
                    <a:pt x="708" y="498"/>
                    <a:pt x="708" y="498"/>
                  </a:cubicBezTo>
                  <a:cubicBezTo>
                    <a:pt x="708" y="498"/>
                    <a:pt x="708" y="498"/>
                    <a:pt x="708" y="498"/>
                  </a:cubicBezTo>
                  <a:cubicBezTo>
                    <a:pt x="708" y="498"/>
                    <a:pt x="708" y="498"/>
                    <a:pt x="707" y="498"/>
                  </a:cubicBezTo>
                  <a:cubicBezTo>
                    <a:pt x="708" y="498"/>
                    <a:pt x="708" y="498"/>
                    <a:pt x="708" y="498"/>
                  </a:cubicBezTo>
                  <a:cubicBezTo>
                    <a:pt x="706" y="501"/>
                    <a:pt x="706" y="501"/>
                    <a:pt x="706" y="501"/>
                  </a:cubicBezTo>
                  <a:cubicBezTo>
                    <a:pt x="699" y="516"/>
                    <a:pt x="692" y="532"/>
                    <a:pt x="684" y="546"/>
                  </a:cubicBezTo>
                  <a:cubicBezTo>
                    <a:pt x="676" y="561"/>
                    <a:pt x="666" y="573"/>
                    <a:pt x="655" y="585"/>
                  </a:cubicBezTo>
                  <a:cubicBezTo>
                    <a:pt x="645" y="596"/>
                    <a:pt x="633" y="607"/>
                    <a:pt x="622" y="619"/>
                  </a:cubicBezTo>
                  <a:cubicBezTo>
                    <a:pt x="608" y="634"/>
                    <a:pt x="591" y="647"/>
                    <a:pt x="573" y="658"/>
                  </a:cubicBezTo>
                  <a:cubicBezTo>
                    <a:pt x="555" y="669"/>
                    <a:pt x="536" y="678"/>
                    <a:pt x="517" y="687"/>
                  </a:cubicBezTo>
                  <a:cubicBezTo>
                    <a:pt x="481" y="704"/>
                    <a:pt x="441" y="715"/>
                    <a:pt x="400" y="719"/>
                  </a:cubicBezTo>
                  <a:cubicBezTo>
                    <a:pt x="391" y="719"/>
                    <a:pt x="382" y="720"/>
                    <a:pt x="372" y="720"/>
                  </a:cubicBezTo>
                  <a:cubicBezTo>
                    <a:pt x="340" y="720"/>
                    <a:pt x="308" y="715"/>
                    <a:pt x="278" y="705"/>
                  </a:cubicBezTo>
                  <a:cubicBezTo>
                    <a:pt x="205" y="681"/>
                    <a:pt x="143" y="635"/>
                    <a:pt x="100" y="578"/>
                  </a:cubicBezTo>
                  <a:cubicBezTo>
                    <a:pt x="58" y="520"/>
                    <a:pt x="34" y="450"/>
                    <a:pt x="34" y="378"/>
                  </a:cubicBezTo>
                  <a:cubicBezTo>
                    <a:pt x="35" y="336"/>
                    <a:pt x="42" y="292"/>
                    <a:pt x="58" y="250"/>
                  </a:cubicBezTo>
                  <a:cubicBezTo>
                    <a:pt x="73" y="208"/>
                    <a:pt x="97" y="170"/>
                    <a:pt x="125" y="137"/>
                  </a:cubicBezTo>
                  <a:cubicBezTo>
                    <a:pt x="135" y="125"/>
                    <a:pt x="149" y="111"/>
                    <a:pt x="166" y="98"/>
                  </a:cubicBezTo>
                  <a:cubicBezTo>
                    <a:pt x="183" y="84"/>
                    <a:pt x="202" y="71"/>
                    <a:pt x="223" y="61"/>
                  </a:cubicBezTo>
                  <a:cubicBezTo>
                    <a:pt x="243" y="50"/>
                    <a:pt x="265" y="41"/>
                    <a:pt x="284" y="35"/>
                  </a:cubicBezTo>
                  <a:cubicBezTo>
                    <a:pt x="304" y="29"/>
                    <a:pt x="321" y="25"/>
                    <a:pt x="335" y="21"/>
                  </a:cubicBezTo>
                  <a:cubicBezTo>
                    <a:pt x="299" y="27"/>
                    <a:pt x="263" y="38"/>
                    <a:pt x="229" y="54"/>
                  </a:cubicBezTo>
                  <a:cubicBezTo>
                    <a:pt x="195" y="69"/>
                    <a:pt x="164" y="90"/>
                    <a:pt x="137" y="115"/>
                  </a:cubicBezTo>
                  <a:cubicBezTo>
                    <a:pt x="165" y="87"/>
                    <a:pt x="198" y="63"/>
                    <a:pt x="235" y="46"/>
                  </a:cubicBezTo>
                  <a:cubicBezTo>
                    <a:pt x="271" y="29"/>
                    <a:pt x="311" y="18"/>
                    <a:pt x="352" y="15"/>
                  </a:cubicBezTo>
                  <a:cubicBezTo>
                    <a:pt x="363" y="14"/>
                    <a:pt x="374" y="13"/>
                    <a:pt x="385" y="13"/>
                  </a:cubicBezTo>
                  <a:cubicBezTo>
                    <a:pt x="414" y="13"/>
                    <a:pt x="444" y="17"/>
                    <a:pt x="472" y="24"/>
                  </a:cubicBezTo>
                  <a:cubicBezTo>
                    <a:pt x="511" y="34"/>
                    <a:pt x="548" y="50"/>
                    <a:pt x="582" y="71"/>
                  </a:cubicBezTo>
                  <a:cubicBezTo>
                    <a:pt x="551" y="51"/>
                    <a:pt x="517" y="35"/>
                    <a:pt x="481" y="25"/>
                  </a:cubicBezTo>
                  <a:cubicBezTo>
                    <a:pt x="448" y="16"/>
                    <a:pt x="415" y="12"/>
                    <a:pt x="381" y="12"/>
                  </a:cubicBezTo>
                  <a:cubicBezTo>
                    <a:pt x="378" y="12"/>
                    <a:pt x="375" y="12"/>
                    <a:pt x="371" y="12"/>
                  </a:cubicBezTo>
                  <a:cubicBezTo>
                    <a:pt x="334" y="13"/>
                    <a:pt x="298" y="19"/>
                    <a:pt x="263" y="31"/>
                  </a:cubicBezTo>
                  <a:cubicBezTo>
                    <a:pt x="228" y="43"/>
                    <a:pt x="195" y="60"/>
                    <a:pt x="166" y="82"/>
                  </a:cubicBezTo>
                  <a:cubicBezTo>
                    <a:pt x="106" y="125"/>
                    <a:pt x="61" y="186"/>
                    <a:pt x="35" y="254"/>
                  </a:cubicBezTo>
                  <a:cubicBezTo>
                    <a:pt x="10" y="323"/>
                    <a:pt x="5" y="398"/>
                    <a:pt x="21" y="469"/>
                  </a:cubicBezTo>
                  <a:cubicBezTo>
                    <a:pt x="10" y="428"/>
                    <a:pt x="6" y="384"/>
                    <a:pt x="10" y="339"/>
                  </a:cubicBezTo>
                  <a:cubicBezTo>
                    <a:pt x="14" y="295"/>
                    <a:pt x="26" y="250"/>
                    <a:pt x="46" y="209"/>
                  </a:cubicBezTo>
                  <a:cubicBezTo>
                    <a:pt x="67" y="167"/>
                    <a:pt x="95" y="130"/>
                    <a:pt x="130" y="98"/>
                  </a:cubicBezTo>
                  <a:cubicBezTo>
                    <a:pt x="165" y="67"/>
                    <a:pt x="206" y="42"/>
                    <a:pt x="249" y="26"/>
                  </a:cubicBezTo>
                  <a:cubicBezTo>
                    <a:pt x="291" y="10"/>
                    <a:pt x="335" y="3"/>
                    <a:pt x="379" y="3"/>
                  </a:cubicBezTo>
                  <a:cubicBezTo>
                    <a:pt x="381" y="3"/>
                    <a:pt x="383" y="3"/>
                    <a:pt x="386" y="3"/>
                  </a:cubicBezTo>
                  <a:cubicBezTo>
                    <a:pt x="431" y="3"/>
                    <a:pt x="476" y="13"/>
                    <a:pt x="517" y="29"/>
                  </a:cubicBezTo>
                  <a:cubicBezTo>
                    <a:pt x="539" y="37"/>
                    <a:pt x="560" y="47"/>
                    <a:pt x="580" y="60"/>
                  </a:cubicBezTo>
                  <a:cubicBezTo>
                    <a:pt x="593" y="67"/>
                    <a:pt x="605" y="76"/>
                    <a:pt x="617" y="85"/>
                  </a:cubicBezTo>
                  <a:cubicBezTo>
                    <a:pt x="607" y="77"/>
                    <a:pt x="597" y="70"/>
                    <a:pt x="586" y="63"/>
                  </a:cubicBezTo>
                  <a:cubicBezTo>
                    <a:pt x="549" y="38"/>
                    <a:pt x="507" y="20"/>
                    <a:pt x="462" y="9"/>
                  </a:cubicBezTo>
                  <a:cubicBezTo>
                    <a:pt x="434" y="3"/>
                    <a:pt x="406" y="0"/>
                    <a:pt x="377"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b="1" dirty="0">
                <a:ln w="12700">
                  <a:solidFill>
                    <a:srgbClr val="262626">
                      <a:satMod val="155000"/>
                    </a:srgbClr>
                  </a:solidFill>
                  <a:prstDash val="solid"/>
                </a:ln>
                <a:solidFill>
                  <a:srgbClr val="FFFFFF">
                    <a:tint val="85000"/>
                    <a:satMod val="155000"/>
                  </a:srgbClr>
                </a:solidFill>
                <a:effectLst>
                  <a:outerShdw blurRad="41275" dist="20320" dir="1800000" algn="tl" rotWithShape="0">
                    <a:srgbClr val="000000">
                      <a:alpha val="40000"/>
                    </a:srgbClr>
                  </a:outerShdw>
                </a:effectLst>
                <a:latin typeface="Roboto Condensed"/>
                <a:cs typeface="Simplified Arabic" panose="02020603050405020304" pitchFamily="18" charset="-78"/>
              </a:endParaRPr>
            </a:p>
          </p:txBody>
        </p:sp>
        <p:sp>
          <p:nvSpPr>
            <p:cNvPr id="104" name="Freeform 16"/>
            <p:cNvSpPr>
              <a:spLocks/>
            </p:cNvSpPr>
            <p:nvPr/>
          </p:nvSpPr>
          <p:spPr bwMode="auto">
            <a:xfrm>
              <a:off x="6078538" y="2816226"/>
              <a:ext cx="42863" cy="95250"/>
            </a:xfrm>
            <a:custGeom>
              <a:avLst/>
              <a:gdLst/>
              <a:ahLst/>
              <a:cxnLst>
                <a:cxn ang="0">
                  <a:pos x="24" y="0"/>
                </a:cxn>
                <a:cxn ang="0">
                  <a:pos x="0" y="53"/>
                </a:cxn>
                <a:cxn ang="0">
                  <a:pos x="24" y="0"/>
                </a:cxn>
              </a:cxnLst>
              <a:rect l="0" t="0" r="r" b="b"/>
              <a:pathLst>
                <a:path w="24" h="53">
                  <a:moveTo>
                    <a:pt x="24" y="0"/>
                  </a:moveTo>
                  <a:cubicBezTo>
                    <a:pt x="0" y="53"/>
                    <a:pt x="0" y="53"/>
                    <a:pt x="0" y="53"/>
                  </a:cubicBezTo>
                  <a:cubicBezTo>
                    <a:pt x="8" y="40"/>
                    <a:pt x="18" y="17"/>
                    <a:pt x="24"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b="1" dirty="0">
                <a:ln w="12700">
                  <a:solidFill>
                    <a:srgbClr val="262626">
                      <a:satMod val="155000"/>
                    </a:srgbClr>
                  </a:solidFill>
                  <a:prstDash val="solid"/>
                </a:ln>
                <a:solidFill>
                  <a:srgbClr val="FFFFFF">
                    <a:tint val="85000"/>
                    <a:satMod val="155000"/>
                  </a:srgbClr>
                </a:solidFill>
                <a:effectLst>
                  <a:outerShdw blurRad="41275" dist="20320" dir="1800000" algn="tl" rotWithShape="0">
                    <a:srgbClr val="000000">
                      <a:alpha val="40000"/>
                    </a:srgbClr>
                  </a:outerShdw>
                </a:effectLst>
                <a:latin typeface="Roboto Condensed"/>
                <a:cs typeface="Simplified Arabic" panose="02020603050405020304" pitchFamily="18" charset="-78"/>
              </a:endParaRPr>
            </a:p>
          </p:txBody>
        </p:sp>
        <p:sp>
          <p:nvSpPr>
            <p:cNvPr id="105" name="Freeform 17"/>
            <p:cNvSpPr>
              <a:spLocks noEditPoints="1"/>
            </p:cNvSpPr>
            <p:nvPr/>
          </p:nvSpPr>
          <p:spPr bwMode="auto">
            <a:xfrm>
              <a:off x="4794250" y="1916113"/>
              <a:ext cx="1384300" cy="690563"/>
            </a:xfrm>
            <a:custGeom>
              <a:avLst/>
              <a:gdLst/>
              <a:ahLst/>
              <a:cxnLst>
                <a:cxn ang="0">
                  <a:pos x="0" y="381"/>
                </a:cxn>
                <a:cxn ang="0">
                  <a:pos x="0" y="380"/>
                </a:cxn>
                <a:cxn ang="0">
                  <a:pos x="0" y="376"/>
                </a:cxn>
                <a:cxn ang="0">
                  <a:pos x="0" y="380"/>
                </a:cxn>
                <a:cxn ang="0">
                  <a:pos x="733" y="241"/>
                </a:cxn>
                <a:cxn ang="0">
                  <a:pos x="733" y="241"/>
                </a:cxn>
                <a:cxn ang="0">
                  <a:pos x="112" y="109"/>
                </a:cxn>
                <a:cxn ang="0">
                  <a:pos x="26" y="237"/>
                </a:cxn>
                <a:cxn ang="0">
                  <a:pos x="0" y="376"/>
                </a:cxn>
                <a:cxn ang="0">
                  <a:pos x="1" y="341"/>
                </a:cxn>
                <a:cxn ang="0">
                  <a:pos x="52" y="184"/>
                </a:cxn>
                <a:cxn ang="0">
                  <a:pos x="112" y="108"/>
                </a:cxn>
                <a:cxn ang="0">
                  <a:pos x="733" y="241"/>
                </a:cxn>
                <a:cxn ang="0">
                  <a:pos x="634" y="101"/>
                </a:cxn>
                <a:cxn ang="0">
                  <a:pos x="637" y="104"/>
                </a:cxn>
                <a:cxn ang="0">
                  <a:pos x="634" y="101"/>
                </a:cxn>
                <a:cxn ang="0">
                  <a:pos x="112" y="108"/>
                </a:cxn>
                <a:cxn ang="0">
                  <a:pos x="185" y="52"/>
                </a:cxn>
                <a:cxn ang="0">
                  <a:pos x="182" y="54"/>
                </a:cxn>
                <a:cxn ang="0">
                  <a:pos x="185" y="52"/>
                </a:cxn>
                <a:cxn ang="0">
                  <a:pos x="634" y="101"/>
                </a:cxn>
                <a:cxn ang="0">
                  <a:pos x="270" y="15"/>
                </a:cxn>
                <a:cxn ang="0">
                  <a:pos x="270" y="15"/>
                </a:cxn>
                <a:cxn ang="0">
                  <a:pos x="465" y="11"/>
                </a:cxn>
                <a:cxn ang="0">
                  <a:pos x="557" y="46"/>
                </a:cxn>
                <a:cxn ang="0">
                  <a:pos x="465" y="11"/>
                </a:cxn>
                <a:cxn ang="0">
                  <a:pos x="379" y="0"/>
                </a:cxn>
                <a:cxn ang="0">
                  <a:pos x="379" y="0"/>
                </a:cxn>
                <a:cxn ang="0">
                  <a:pos x="270" y="15"/>
                </a:cxn>
                <a:cxn ang="0">
                  <a:pos x="270" y="15"/>
                </a:cxn>
                <a:cxn ang="0">
                  <a:pos x="376" y="0"/>
                </a:cxn>
                <a:cxn ang="0">
                  <a:pos x="376" y="0"/>
                </a:cxn>
                <a:cxn ang="0">
                  <a:pos x="376" y="0"/>
                </a:cxn>
              </a:cxnLst>
              <a:rect l="0" t="0" r="r" b="b"/>
              <a:pathLst>
                <a:path w="768" h="381">
                  <a:moveTo>
                    <a:pt x="0" y="380"/>
                  </a:moveTo>
                  <a:cubicBezTo>
                    <a:pt x="0" y="381"/>
                    <a:pt x="0" y="381"/>
                    <a:pt x="0" y="381"/>
                  </a:cubicBezTo>
                  <a:cubicBezTo>
                    <a:pt x="0" y="380"/>
                    <a:pt x="0" y="380"/>
                    <a:pt x="0" y="380"/>
                  </a:cubicBezTo>
                  <a:cubicBezTo>
                    <a:pt x="0" y="380"/>
                    <a:pt x="0" y="380"/>
                    <a:pt x="0" y="380"/>
                  </a:cubicBezTo>
                  <a:moveTo>
                    <a:pt x="0" y="376"/>
                  </a:moveTo>
                  <a:cubicBezTo>
                    <a:pt x="0" y="376"/>
                    <a:pt x="0" y="376"/>
                    <a:pt x="0" y="376"/>
                  </a:cubicBezTo>
                  <a:cubicBezTo>
                    <a:pt x="0" y="378"/>
                    <a:pt x="0" y="380"/>
                    <a:pt x="0" y="380"/>
                  </a:cubicBezTo>
                  <a:cubicBezTo>
                    <a:pt x="0" y="380"/>
                    <a:pt x="0" y="380"/>
                    <a:pt x="0" y="380"/>
                  </a:cubicBezTo>
                  <a:cubicBezTo>
                    <a:pt x="0" y="380"/>
                    <a:pt x="0" y="378"/>
                    <a:pt x="0" y="376"/>
                  </a:cubicBezTo>
                  <a:moveTo>
                    <a:pt x="733" y="241"/>
                  </a:moveTo>
                  <a:cubicBezTo>
                    <a:pt x="754" y="289"/>
                    <a:pt x="763" y="334"/>
                    <a:pt x="768" y="370"/>
                  </a:cubicBezTo>
                  <a:cubicBezTo>
                    <a:pt x="763" y="334"/>
                    <a:pt x="754" y="289"/>
                    <a:pt x="733" y="241"/>
                  </a:cubicBezTo>
                  <a:moveTo>
                    <a:pt x="112" y="108"/>
                  </a:moveTo>
                  <a:cubicBezTo>
                    <a:pt x="112" y="108"/>
                    <a:pt x="112" y="108"/>
                    <a:pt x="112" y="109"/>
                  </a:cubicBezTo>
                  <a:cubicBezTo>
                    <a:pt x="87" y="133"/>
                    <a:pt x="68" y="158"/>
                    <a:pt x="52" y="184"/>
                  </a:cubicBezTo>
                  <a:cubicBezTo>
                    <a:pt x="42" y="202"/>
                    <a:pt x="33" y="220"/>
                    <a:pt x="26" y="237"/>
                  </a:cubicBezTo>
                  <a:cubicBezTo>
                    <a:pt x="10" y="279"/>
                    <a:pt x="4" y="316"/>
                    <a:pt x="1" y="341"/>
                  </a:cubicBezTo>
                  <a:cubicBezTo>
                    <a:pt x="0" y="358"/>
                    <a:pt x="0" y="370"/>
                    <a:pt x="0" y="376"/>
                  </a:cubicBezTo>
                  <a:cubicBezTo>
                    <a:pt x="0" y="376"/>
                    <a:pt x="0" y="376"/>
                    <a:pt x="0" y="376"/>
                  </a:cubicBezTo>
                  <a:cubicBezTo>
                    <a:pt x="0" y="370"/>
                    <a:pt x="0" y="358"/>
                    <a:pt x="1" y="341"/>
                  </a:cubicBezTo>
                  <a:cubicBezTo>
                    <a:pt x="4" y="316"/>
                    <a:pt x="10" y="279"/>
                    <a:pt x="26" y="237"/>
                  </a:cubicBezTo>
                  <a:cubicBezTo>
                    <a:pt x="33" y="220"/>
                    <a:pt x="42" y="202"/>
                    <a:pt x="52" y="184"/>
                  </a:cubicBezTo>
                  <a:cubicBezTo>
                    <a:pt x="68" y="158"/>
                    <a:pt x="87" y="133"/>
                    <a:pt x="112" y="109"/>
                  </a:cubicBezTo>
                  <a:cubicBezTo>
                    <a:pt x="112" y="108"/>
                    <a:pt x="112" y="108"/>
                    <a:pt x="112" y="108"/>
                  </a:cubicBezTo>
                  <a:moveTo>
                    <a:pt x="637" y="104"/>
                  </a:moveTo>
                  <a:cubicBezTo>
                    <a:pt x="682" y="145"/>
                    <a:pt x="713" y="194"/>
                    <a:pt x="733" y="241"/>
                  </a:cubicBezTo>
                  <a:cubicBezTo>
                    <a:pt x="713" y="194"/>
                    <a:pt x="682" y="145"/>
                    <a:pt x="637" y="104"/>
                  </a:cubicBezTo>
                  <a:moveTo>
                    <a:pt x="634" y="101"/>
                  </a:moveTo>
                  <a:cubicBezTo>
                    <a:pt x="634" y="101"/>
                    <a:pt x="634" y="101"/>
                    <a:pt x="634" y="101"/>
                  </a:cubicBezTo>
                  <a:cubicBezTo>
                    <a:pt x="635" y="102"/>
                    <a:pt x="636" y="103"/>
                    <a:pt x="637" y="104"/>
                  </a:cubicBezTo>
                  <a:cubicBezTo>
                    <a:pt x="636" y="103"/>
                    <a:pt x="635" y="102"/>
                    <a:pt x="634" y="101"/>
                  </a:cubicBezTo>
                  <a:cubicBezTo>
                    <a:pt x="634" y="101"/>
                    <a:pt x="634" y="101"/>
                    <a:pt x="634" y="101"/>
                  </a:cubicBezTo>
                  <a:moveTo>
                    <a:pt x="182" y="54"/>
                  </a:moveTo>
                  <a:cubicBezTo>
                    <a:pt x="156" y="69"/>
                    <a:pt x="133" y="88"/>
                    <a:pt x="112" y="108"/>
                  </a:cubicBezTo>
                  <a:cubicBezTo>
                    <a:pt x="133" y="88"/>
                    <a:pt x="156" y="69"/>
                    <a:pt x="182" y="54"/>
                  </a:cubicBezTo>
                  <a:moveTo>
                    <a:pt x="185" y="52"/>
                  </a:moveTo>
                  <a:cubicBezTo>
                    <a:pt x="184" y="53"/>
                    <a:pt x="183" y="53"/>
                    <a:pt x="182" y="54"/>
                  </a:cubicBezTo>
                  <a:cubicBezTo>
                    <a:pt x="182" y="54"/>
                    <a:pt x="182" y="54"/>
                    <a:pt x="182" y="54"/>
                  </a:cubicBezTo>
                  <a:cubicBezTo>
                    <a:pt x="182" y="54"/>
                    <a:pt x="182" y="54"/>
                    <a:pt x="182" y="54"/>
                  </a:cubicBezTo>
                  <a:cubicBezTo>
                    <a:pt x="183" y="53"/>
                    <a:pt x="184" y="53"/>
                    <a:pt x="185" y="52"/>
                  </a:cubicBezTo>
                  <a:moveTo>
                    <a:pt x="557" y="46"/>
                  </a:moveTo>
                  <a:cubicBezTo>
                    <a:pt x="585" y="61"/>
                    <a:pt x="611" y="80"/>
                    <a:pt x="634" y="101"/>
                  </a:cubicBezTo>
                  <a:cubicBezTo>
                    <a:pt x="611" y="80"/>
                    <a:pt x="585" y="61"/>
                    <a:pt x="557" y="46"/>
                  </a:cubicBezTo>
                  <a:moveTo>
                    <a:pt x="270" y="15"/>
                  </a:moveTo>
                  <a:cubicBezTo>
                    <a:pt x="240" y="24"/>
                    <a:pt x="211" y="37"/>
                    <a:pt x="185" y="52"/>
                  </a:cubicBezTo>
                  <a:cubicBezTo>
                    <a:pt x="211" y="37"/>
                    <a:pt x="240" y="24"/>
                    <a:pt x="270" y="15"/>
                  </a:cubicBezTo>
                  <a:moveTo>
                    <a:pt x="465" y="11"/>
                  </a:moveTo>
                  <a:cubicBezTo>
                    <a:pt x="465" y="11"/>
                    <a:pt x="465" y="11"/>
                    <a:pt x="465" y="11"/>
                  </a:cubicBezTo>
                  <a:cubicBezTo>
                    <a:pt x="497" y="19"/>
                    <a:pt x="528" y="31"/>
                    <a:pt x="557" y="46"/>
                  </a:cubicBezTo>
                  <a:cubicBezTo>
                    <a:pt x="557" y="46"/>
                    <a:pt x="557" y="46"/>
                    <a:pt x="557" y="46"/>
                  </a:cubicBezTo>
                  <a:cubicBezTo>
                    <a:pt x="557" y="46"/>
                    <a:pt x="557" y="46"/>
                    <a:pt x="557" y="46"/>
                  </a:cubicBezTo>
                  <a:cubicBezTo>
                    <a:pt x="528" y="31"/>
                    <a:pt x="497" y="19"/>
                    <a:pt x="465" y="11"/>
                  </a:cubicBezTo>
                  <a:cubicBezTo>
                    <a:pt x="465" y="11"/>
                    <a:pt x="465" y="11"/>
                    <a:pt x="465" y="11"/>
                  </a:cubicBezTo>
                  <a:moveTo>
                    <a:pt x="379" y="0"/>
                  </a:moveTo>
                  <a:cubicBezTo>
                    <a:pt x="408" y="1"/>
                    <a:pt x="437" y="4"/>
                    <a:pt x="465" y="11"/>
                  </a:cubicBezTo>
                  <a:cubicBezTo>
                    <a:pt x="437" y="4"/>
                    <a:pt x="408" y="1"/>
                    <a:pt x="379" y="0"/>
                  </a:cubicBezTo>
                  <a:moveTo>
                    <a:pt x="376" y="0"/>
                  </a:moveTo>
                  <a:cubicBezTo>
                    <a:pt x="340" y="0"/>
                    <a:pt x="304" y="5"/>
                    <a:pt x="270" y="15"/>
                  </a:cubicBezTo>
                  <a:cubicBezTo>
                    <a:pt x="270" y="15"/>
                    <a:pt x="270" y="15"/>
                    <a:pt x="270" y="15"/>
                  </a:cubicBezTo>
                  <a:cubicBezTo>
                    <a:pt x="270" y="15"/>
                    <a:pt x="270" y="15"/>
                    <a:pt x="270" y="15"/>
                  </a:cubicBezTo>
                  <a:cubicBezTo>
                    <a:pt x="304" y="5"/>
                    <a:pt x="340" y="0"/>
                    <a:pt x="376" y="0"/>
                  </a:cubicBezTo>
                  <a:moveTo>
                    <a:pt x="376" y="0"/>
                  </a:moveTo>
                  <a:cubicBezTo>
                    <a:pt x="376" y="0"/>
                    <a:pt x="376" y="0"/>
                    <a:pt x="376" y="0"/>
                  </a:cubicBezTo>
                  <a:cubicBezTo>
                    <a:pt x="376" y="0"/>
                    <a:pt x="376" y="0"/>
                    <a:pt x="376" y="0"/>
                  </a:cubicBezTo>
                  <a:cubicBezTo>
                    <a:pt x="377" y="0"/>
                    <a:pt x="378" y="0"/>
                    <a:pt x="379" y="0"/>
                  </a:cubicBezTo>
                  <a:cubicBezTo>
                    <a:pt x="378" y="0"/>
                    <a:pt x="377" y="0"/>
                    <a:pt x="3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b="1" dirty="0">
                <a:ln w="12700">
                  <a:solidFill>
                    <a:srgbClr val="262626">
                      <a:satMod val="155000"/>
                    </a:srgbClr>
                  </a:solidFill>
                  <a:prstDash val="solid"/>
                </a:ln>
                <a:solidFill>
                  <a:srgbClr val="FFFFFF">
                    <a:tint val="85000"/>
                    <a:satMod val="155000"/>
                  </a:srgbClr>
                </a:solidFill>
                <a:effectLst>
                  <a:outerShdw blurRad="41275" dist="20320" dir="1800000" algn="tl" rotWithShape="0">
                    <a:srgbClr val="000000">
                      <a:alpha val="40000"/>
                    </a:srgbClr>
                  </a:outerShdw>
                </a:effectLst>
                <a:latin typeface="Roboto Condensed"/>
                <a:cs typeface="Simplified Arabic" panose="02020603050405020304" pitchFamily="18" charset="-78"/>
              </a:endParaRPr>
            </a:p>
          </p:txBody>
        </p:sp>
        <p:sp>
          <p:nvSpPr>
            <p:cNvPr id="106" name="Freeform 18"/>
            <p:cNvSpPr>
              <a:spLocks noEditPoints="1"/>
            </p:cNvSpPr>
            <p:nvPr/>
          </p:nvSpPr>
          <p:spPr bwMode="auto">
            <a:xfrm>
              <a:off x="5156200" y="1938338"/>
              <a:ext cx="930275" cy="373063"/>
            </a:xfrm>
            <a:custGeom>
              <a:avLst/>
              <a:gdLst/>
              <a:ahLst/>
              <a:cxnLst>
                <a:cxn ang="0">
                  <a:pos x="514" y="203"/>
                </a:cxn>
                <a:cxn ang="0">
                  <a:pos x="516" y="206"/>
                </a:cxn>
                <a:cxn ang="0">
                  <a:pos x="514" y="203"/>
                </a:cxn>
                <a:cxn ang="0">
                  <a:pos x="454" y="121"/>
                </a:cxn>
                <a:cxn ang="0">
                  <a:pos x="514" y="203"/>
                </a:cxn>
                <a:cxn ang="0">
                  <a:pos x="454" y="121"/>
                </a:cxn>
                <a:cxn ang="0">
                  <a:pos x="51" y="22"/>
                </a:cxn>
                <a:cxn ang="0">
                  <a:pos x="51" y="22"/>
                </a:cxn>
                <a:cxn ang="0">
                  <a:pos x="13" y="38"/>
                </a:cxn>
                <a:cxn ang="0">
                  <a:pos x="0" y="44"/>
                </a:cxn>
                <a:cxn ang="0">
                  <a:pos x="13" y="38"/>
                </a:cxn>
                <a:cxn ang="0">
                  <a:pos x="51" y="22"/>
                </a:cxn>
                <a:cxn ang="0">
                  <a:pos x="51" y="22"/>
                </a:cxn>
                <a:cxn ang="0">
                  <a:pos x="280" y="15"/>
                </a:cxn>
                <a:cxn ang="0">
                  <a:pos x="282" y="15"/>
                </a:cxn>
                <a:cxn ang="0">
                  <a:pos x="310" y="25"/>
                </a:cxn>
                <a:cxn ang="0">
                  <a:pos x="373" y="56"/>
                </a:cxn>
                <a:cxn ang="0">
                  <a:pos x="410" y="81"/>
                </a:cxn>
                <a:cxn ang="0">
                  <a:pos x="454" y="121"/>
                </a:cxn>
                <a:cxn ang="0">
                  <a:pos x="454" y="121"/>
                </a:cxn>
                <a:cxn ang="0">
                  <a:pos x="454" y="121"/>
                </a:cxn>
                <a:cxn ang="0">
                  <a:pos x="410" y="81"/>
                </a:cxn>
                <a:cxn ang="0">
                  <a:pos x="373" y="56"/>
                </a:cxn>
                <a:cxn ang="0">
                  <a:pos x="310" y="25"/>
                </a:cxn>
                <a:cxn ang="0">
                  <a:pos x="282" y="15"/>
                </a:cxn>
                <a:cxn ang="0">
                  <a:pos x="280" y="15"/>
                </a:cxn>
                <a:cxn ang="0">
                  <a:pos x="191" y="1"/>
                </a:cxn>
                <a:cxn ang="0">
                  <a:pos x="280" y="15"/>
                </a:cxn>
                <a:cxn ang="0">
                  <a:pos x="191" y="1"/>
                </a:cxn>
                <a:cxn ang="0">
                  <a:pos x="175" y="0"/>
                </a:cxn>
                <a:cxn ang="0">
                  <a:pos x="51" y="22"/>
                </a:cxn>
                <a:cxn ang="0">
                  <a:pos x="175" y="0"/>
                </a:cxn>
                <a:cxn ang="0">
                  <a:pos x="176" y="0"/>
                </a:cxn>
                <a:cxn ang="0">
                  <a:pos x="175" y="0"/>
                </a:cxn>
                <a:cxn ang="0">
                  <a:pos x="176" y="0"/>
                </a:cxn>
                <a:cxn ang="0">
                  <a:pos x="176" y="0"/>
                </a:cxn>
                <a:cxn ang="0">
                  <a:pos x="176" y="0"/>
                </a:cxn>
                <a:cxn ang="0">
                  <a:pos x="176" y="0"/>
                </a:cxn>
                <a:cxn ang="0">
                  <a:pos x="191" y="1"/>
                </a:cxn>
                <a:cxn ang="0">
                  <a:pos x="191" y="1"/>
                </a:cxn>
                <a:cxn ang="0">
                  <a:pos x="191" y="1"/>
                </a:cxn>
                <a:cxn ang="0">
                  <a:pos x="176" y="0"/>
                </a:cxn>
              </a:cxnLst>
              <a:rect l="0" t="0" r="r" b="b"/>
              <a:pathLst>
                <a:path w="516" h="206">
                  <a:moveTo>
                    <a:pt x="514" y="203"/>
                  </a:moveTo>
                  <a:cubicBezTo>
                    <a:pt x="515" y="204"/>
                    <a:pt x="515" y="205"/>
                    <a:pt x="516" y="206"/>
                  </a:cubicBezTo>
                  <a:cubicBezTo>
                    <a:pt x="515" y="205"/>
                    <a:pt x="515" y="204"/>
                    <a:pt x="514" y="203"/>
                  </a:cubicBezTo>
                  <a:moveTo>
                    <a:pt x="454" y="121"/>
                  </a:moveTo>
                  <a:cubicBezTo>
                    <a:pt x="478" y="146"/>
                    <a:pt x="498" y="174"/>
                    <a:pt x="514" y="203"/>
                  </a:cubicBezTo>
                  <a:cubicBezTo>
                    <a:pt x="498" y="174"/>
                    <a:pt x="478" y="146"/>
                    <a:pt x="454" y="121"/>
                  </a:cubicBezTo>
                  <a:moveTo>
                    <a:pt x="51" y="22"/>
                  </a:moveTo>
                  <a:cubicBezTo>
                    <a:pt x="51" y="22"/>
                    <a:pt x="51" y="22"/>
                    <a:pt x="51" y="22"/>
                  </a:cubicBezTo>
                  <a:cubicBezTo>
                    <a:pt x="35" y="28"/>
                    <a:pt x="22" y="33"/>
                    <a:pt x="13" y="38"/>
                  </a:cubicBezTo>
                  <a:cubicBezTo>
                    <a:pt x="5" y="42"/>
                    <a:pt x="0" y="44"/>
                    <a:pt x="0" y="44"/>
                  </a:cubicBezTo>
                  <a:cubicBezTo>
                    <a:pt x="0" y="44"/>
                    <a:pt x="5" y="42"/>
                    <a:pt x="13" y="38"/>
                  </a:cubicBezTo>
                  <a:cubicBezTo>
                    <a:pt x="22" y="33"/>
                    <a:pt x="35" y="28"/>
                    <a:pt x="51" y="22"/>
                  </a:cubicBezTo>
                  <a:cubicBezTo>
                    <a:pt x="51" y="22"/>
                    <a:pt x="51" y="22"/>
                    <a:pt x="51" y="22"/>
                  </a:cubicBezTo>
                  <a:moveTo>
                    <a:pt x="280" y="15"/>
                  </a:moveTo>
                  <a:cubicBezTo>
                    <a:pt x="280" y="15"/>
                    <a:pt x="281" y="15"/>
                    <a:pt x="282" y="15"/>
                  </a:cubicBezTo>
                  <a:cubicBezTo>
                    <a:pt x="291" y="18"/>
                    <a:pt x="301" y="21"/>
                    <a:pt x="310" y="25"/>
                  </a:cubicBezTo>
                  <a:cubicBezTo>
                    <a:pt x="332" y="33"/>
                    <a:pt x="353" y="43"/>
                    <a:pt x="373" y="56"/>
                  </a:cubicBezTo>
                  <a:cubicBezTo>
                    <a:pt x="386" y="63"/>
                    <a:pt x="398" y="72"/>
                    <a:pt x="410" y="81"/>
                  </a:cubicBezTo>
                  <a:cubicBezTo>
                    <a:pt x="426" y="93"/>
                    <a:pt x="441" y="107"/>
                    <a:pt x="454" y="121"/>
                  </a:cubicBezTo>
                  <a:cubicBezTo>
                    <a:pt x="454" y="121"/>
                    <a:pt x="454" y="121"/>
                    <a:pt x="454" y="121"/>
                  </a:cubicBezTo>
                  <a:cubicBezTo>
                    <a:pt x="454" y="121"/>
                    <a:pt x="454" y="121"/>
                    <a:pt x="454" y="121"/>
                  </a:cubicBezTo>
                  <a:cubicBezTo>
                    <a:pt x="441" y="107"/>
                    <a:pt x="426" y="93"/>
                    <a:pt x="410" y="81"/>
                  </a:cubicBezTo>
                  <a:cubicBezTo>
                    <a:pt x="398" y="72"/>
                    <a:pt x="386" y="63"/>
                    <a:pt x="373" y="56"/>
                  </a:cubicBezTo>
                  <a:cubicBezTo>
                    <a:pt x="353" y="43"/>
                    <a:pt x="332" y="33"/>
                    <a:pt x="310" y="25"/>
                  </a:cubicBezTo>
                  <a:cubicBezTo>
                    <a:pt x="301" y="21"/>
                    <a:pt x="291" y="18"/>
                    <a:pt x="282" y="15"/>
                  </a:cubicBezTo>
                  <a:cubicBezTo>
                    <a:pt x="281" y="15"/>
                    <a:pt x="280" y="15"/>
                    <a:pt x="280" y="15"/>
                  </a:cubicBezTo>
                  <a:moveTo>
                    <a:pt x="191" y="1"/>
                  </a:moveTo>
                  <a:cubicBezTo>
                    <a:pt x="219" y="2"/>
                    <a:pt x="249" y="6"/>
                    <a:pt x="280" y="15"/>
                  </a:cubicBezTo>
                  <a:cubicBezTo>
                    <a:pt x="249" y="6"/>
                    <a:pt x="219" y="2"/>
                    <a:pt x="191" y="1"/>
                  </a:cubicBezTo>
                  <a:moveTo>
                    <a:pt x="175" y="0"/>
                  </a:moveTo>
                  <a:cubicBezTo>
                    <a:pt x="124" y="1"/>
                    <a:pt x="81" y="11"/>
                    <a:pt x="51" y="22"/>
                  </a:cubicBezTo>
                  <a:cubicBezTo>
                    <a:pt x="81" y="11"/>
                    <a:pt x="124" y="1"/>
                    <a:pt x="175" y="0"/>
                  </a:cubicBezTo>
                  <a:moveTo>
                    <a:pt x="176" y="0"/>
                  </a:moveTo>
                  <a:cubicBezTo>
                    <a:pt x="176" y="0"/>
                    <a:pt x="175" y="0"/>
                    <a:pt x="175" y="0"/>
                  </a:cubicBezTo>
                  <a:cubicBezTo>
                    <a:pt x="175" y="0"/>
                    <a:pt x="176" y="0"/>
                    <a:pt x="176" y="0"/>
                  </a:cubicBezTo>
                  <a:moveTo>
                    <a:pt x="176" y="0"/>
                  </a:moveTo>
                  <a:cubicBezTo>
                    <a:pt x="176" y="0"/>
                    <a:pt x="176" y="0"/>
                    <a:pt x="176" y="0"/>
                  </a:cubicBezTo>
                  <a:cubicBezTo>
                    <a:pt x="176" y="0"/>
                    <a:pt x="176" y="0"/>
                    <a:pt x="176" y="0"/>
                  </a:cubicBezTo>
                  <a:cubicBezTo>
                    <a:pt x="181" y="0"/>
                    <a:pt x="186" y="0"/>
                    <a:pt x="191" y="1"/>
                  </a:cubicBezTo>
                  <a:cubicBezTo>
                    <a:pt x="191" y="1"/>
                    <a:pt x="191" y="1"/>
                    <a:pt x="191" y="1"/>
                  </a:cubicBezTo>
                  <a:cubicBezTo>
                    <a:pt x="191" y="1"/>
                    <a:pt x="191" y="1"/>
                    <a:pt x="191" y="1"/>
                  </a:cubicBezTo>
                  <a:cubicBezTo>
                    <a:pt x="186" y="0"/>
                    <a:pt x="181" y="0"/>
                    <a:pt x="176" y="0"/>
                  </a:cubicBez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b="1" dirty="0">
                <a:ln w="12700">
                  <a:solidFill>
                    <a:srgbClr val="262626">
                      <a:satMod val="155000"/>
                    </a:srgbClr>
                  </a:solidFill>
                  <a:prstDash val="solid"/>
                </a:ln>
                <a:solidFill>
                  <a:srgbClr val="FFFFFF">
                    <a:tint val="85000"/>
                    <a:satMod val="155000"/>
                  </a:srgbClr>
                </a:solidFill>
                <a:effectLst>
                  <a:outerShdw blurRad="41275" dist="20320" dir="1800000" algn="tl" rotWithShape="0">
                    <a:srgbClr val="000000">
                      <a:alpha val="40000"/>
                    </a:srgbClr>
                  </a:outerShdw>
                </a:effectLst>
                <a:latin typeface="Roboto Condensed"/>
                <a:cs typeface="Simplified Arabic" panose="02020603050405020304" pitchFamily="18" charset="-78"/>
              </a:endParaRPr>
            </a:p>
          </p:txBody>
        </p:sp>
      </p:grpSp>
      <p:sp>
        <p:nvSpPr>
          <p:cNvPr id="110" name="TextBox 109"/>
          <p:cNvSpPr txBox="1"/>
          <p:nvPr/>
        </p:nvSpPr>
        <p:spPr>
          <a:xfrm>
            <a:off x="720586" y="5295491"/>
            <a:ext cx="2283877" cy="954107"/>
          </a:xfrm>
          <a:prstGeom prst="rect">
            <a:avLst/>
          </a:prstGeom>
          <a:noFill/>
        </p:spPr>
        <p:txBody>
          <a:bodyPr wrap="square" rtlCol="0">
            <a:spAutoFit/>
          </a:bodyPr>
          <a:lstStyle/>
          <a:p>
            <a:pPr algn="ctr" rtl="1"/>
            <a:r>
              <a:rPr lang="ar-SA" sz="2800" b="1" dirty="0" smtClean="0"/>
              <a:t>كلاس </a:t>
            </a:r>
            <a:r>
              <a:rPr lang="ar-SA" sz="2800" b="1" dirty="0"/>
              <a:t>دوجو (ClassDojo)</a:t>
            </a:r>
            <a:endParaRPr lang="en-US" sz="2800" dirty="0"/>
          </a:p>
        </p:txBody>
      </p:sp>
      <p:sp>
        <p:nvSpPr>
          <p:cNvPr id="111" name="TextBox 110"/>
          <p:cNvSpPr txBox="1"/>
          <p:nvPr/>
        </p:nvSpPr>
        <p:spPr>
          <a:xfrm>
            <a:off x="2829637" y="4218809"/>
            <a:ext cx="2260650" cy="954107"/>
          </a:xfrm>
          <a:prstGeom prst="rect">
            <a:avLst/>
          </a:prstGeom>
          <a:noFill/>
        </p:spPr>
        <p:txBody>
          <a:bodyPr wrap="square" rtlCol="0">
            <a:spAutoFit/>
          </a:bodyPr>
          <a:lstStyle/>
          <a:p>
            <a:pPr algn="ctr" defTabSz="1375467" rtl="1" fontAlgn="auto">
              <a:spcBef>
                <a:spcPts val="0"/>
              </a:spcBef>
              <a:spcAft>
                <a:spcPts val="0"/>
              </a:spcAft>
            </a:pPr>
            <a:r>
              <a:rPr lang="ar-SA" sz="2800" b="1" dirty="0" smtClean="0">
                <a:latin typeface="Roboto Condensed"/>
                <a:cs typeface="Simplified Arabic" panose="02020603050405020304" pitchFamily="18" charset="-78"/>
              </a:rPr>
              <a:t> </a:t>
            </a:r>
            <a:r>
              <a:rPr lang="ar-SA" sz="2800" b="1" dirty="0">
                <a:latin typeface="Roboto Condensed"/>
                <a:cs typeface="Simplified Arabic" panose="02020603050405020304" pitchFamily="18" charset="-78"/>
              </a:rPr>
              <a:t>أدوات المعلم </a:t>
            </a:r>
            <a:r>
              <a:rPr lang="en-US" sz="2800" b="1" dirty="0" smtClean="0">
                <a:latin typeface="Roboto Condensed"/>
                <a:cs typeface="Simplified Arabic" panose="02020603050405020304" pitchFamily="18" charset="-78"/>
              </a:rPr>
              <a:t>(</a:t>
            </a:r>
            <a:r>
              <a:rPr lang="en-US" sz="2800" b="1" dirty="0" err="1" smtClean="0">
                <a:latin typeface="Roboto Condensed"/>
                <a:cs typeface="Simplified Arabic" panose="02020603050405020304" pitchFamily="18" charset="-78"/>
              </a:rPr>
              <a:t>TeacherKit</a:t>
            </a:r>
            <a:r>
              <a:rPr lang="en-US" sz="2800" b="1" dirty="0">
                <a:latin typeface="Roboto Condensed"/>
                <a:cs typeface="Simplified Arabic" panose="02020603050405020304" pitchFamily="18" charset="-78"/>
              </a:rPr>
              <a:t>)</a:t>
            </a:r>
            <a:endParaRPr lang="en-US" dirty="0">
              <a:latin typeface="Roboto Condensed"/>
              <a:cs typeface="Simplified Arabic" panose="02020603050405020304" pitchFamily="18" charset="-78"/>
            </a:endParaRPr>
          </a:p>
        </p:txBody>
      </p:sp>
      <p:sp>
        <p:nvSpPr>
          <p:cNvPr id="112" name="TextBox 111"/>
          <p:cNvSpPr txBox="1"/>
          <p:nvPr/>
        </p:nvSpPr>
        <p:spPr>
          <a:xfrm>
            <a:off x="4876313" y="5295491"/>
            <a:ext cx="2086496" cy="954107"/>
          </a:xfrm>
          <a:prstGeom prst="rect">
            <a:avLst/>
          </a:prstGeom>
          <a:noFill/>
        </p:spPr>
        <p:txBody>
          <a:bodyPr wrap="square" rtlCol="0">
            <a:spAutoFit/>
          </a:bodyPr>
          <a:lstStyle/>
          <a:p>
            <a:pPr algn="ctr" defTabSz="1375467" rtl="1" fontAlgn="auto">
              <a:spcBef>
                <a:spcPts val="0"/>
              </a:spcBef>
              <a:spcAft>
                <a:spcPts val="0"/>
              </a:spcAft>
            </a:pPr>
            <a:r>
              <a:rPr lang="ar-SA" sz="2800" b="1" dirty="0" smtClean="0">
                <a:latin typeface="Roboto Condensed"/>
                <a:cs typeface="Simplified Arabic" panose="02020603050405020304" pitchFamily="18" charset="-78"/>
              </a:rPr>
              <a:t>نيربود</a:t>
            </a:r>
            <a:r>
              <a:rPr lang="en-US" sz="2800" b="1" dirty="0" smtClean="0">
                <a:latin typeface="Roboto Condensed"/>
                <a:cs typeface="Simplified Arabic" panose="02020603050405020304" pitchFamily="18" charset="-78"/>
              </a:rPr>
              <a:t> (</a:t>
            </a:r>
            <a:r>
              <a:rPr lang="en-US" sz="2800" b="1" dirty="0" err="1" smtClean="0">
                <a:latin typeface="Roboto Condensed"/>
                <a:cs typeface="Simplified Arabic" panose="02020603050405020304" pitchFamily="18" charset="-78"/>
              </a:rPr>
              <a:t>Nearpod</a:t>
            </a:r>
            <a:r>
              <a:rPr lang="en-US" sz="2800" b="1" dirty="0">
                <a:latin typeface="Roboto Condensed"/>
                <a:cs typeface="Simplified Arabic" panose="02020603050405020304" pitchFamily="18" charset="-78"/>
              </a:rPr>
              <a:t>)</a:t>
            </a:r>
            <a:endParaRPr lang="en-US" dirty="0">
              <a:latin typeface="Roboto Condensed"/>
              <a:cs typeface="Simplified Arabic" panose="02020603050405020304" pitchFamily="18" charset="-78"/>
            </a:endParaRPr>
          </a:p>
        </p:txBody>
      </p:sp>
      <p:sp>
        <p:nvSpPr>
          <p:cNvPr id="113" name="TextBox 112"/>
          <p:cNvSpPr txBox="1"/>
          <p:nvPr/>
        </p:nvSpPr>
        <p:spPr>
          <a:xfrm>
            <a:off x="6943503" y="4142548"/>
            <a:ext cx="2400939" cy="1384995"/>
          </a:xfrm>
          <a:prstGeom prst="rect">
            <a:avLst/>
          </a:prstGeom>
          <a:noFill/>
        </p:spPr>
        <p:txBody>
          <a:bodyPr wrap="square" rtlCol="0">
            <a:spAutoFit/>
          </a:bodyPr>
          <a:lstStyle/>
          <a:p>
            <a:pPr algn="ctr" defTabSz="1375467" rtl="1" fontAlgn="auto">
              <a:spcBef>
                <a:spcPts val="0"/>
              </a:spcBef>
              <a:spcAft>
                <a:spcPts val="0"/>
              </a:spcAft>
            </a:pPr>
            <a:r>
              <a:rPr lang="ar-SA" sz="2800" b="1" dirty="0" smtClean="0">
                <a:latin typeface="Roboto Condensed"/>
                <a:cs typeface="Simplified Arabic" panose="02020603050405020304" pitchFamily="18" charset="-78"/>
              </a:rPr>
              <a:t>ناقرة </a:t>
            </a:r>
            <a:r>
              <a:rPr lang="ar-SA" sz="2800" b="1" dirty="0">
                <a:latin typeface="Roboto Condensed"/>
                <a:cs typeface="Simplified Arabic" panose="02020603050405020304" pitchFamily="18" charset="-78"/>
              </a:rPr>
              <a:t>المعلم (</a:t>
            </a:r>
            <a:r>
              <a:rPr lang="en-US" sz="2800" b="1" dirty="0">
                <a:latin typeface="Roboto Condensed"/>
                <a:cs typeface="Simplified Arabic" panose="02020603050405020304" pitchFamily="18" charset="-78"/>
              </a:rPr>
              <a:t>Clicker Teacher)</a:t>
            </a:r>
            <a:endParaRPr lang="en-US" dirty="0">
              <a:latin typeface="Roboto Condensed"/>
              <a:cs typeface="Simplified Arabic" panose="02020603050405020304" pitchFamily="18" charset="-78"/>
            </a:endParaRPr>
          </a:p>
        </p:txBody>
      </p:sp>
      <p:sp>
        <p:nvSpPr>
          <p:cNvPr id="114" name="TextBox 113"/>
          <p:cNvSpPr txBox="1"/>
          <p:nvPr/>
        </p:nvSpPr>
        <p:spPr>
          <a:xfrm>
            <a:off x="9079861" y="5295492"/>
            <a:ext cx="2400939" cy="954107"/>
          </a:xfrm>
          <a:prstGeom prst="rect">
            <a:avLst/>
          </a:prstGeom>
          <a:noFill/>
        </p:spPr>
        <p:txBody>
          <a:bodyPr wrap="square" rtlCol="0">
            <a:spAutoFit/>
          </a:bodyPr>
          <a:lstStyle/>
          <a:p>
            <a:pPr algn="ctr" defTabSz="1375467" rtl="1" fontAlgn="auto">
              <a:spcBef>
                <a:spcPts val="0"/>
              </a:spcBef>
              <a:spcAft>
                <a:spcPts val="0"/>
              </a:spcAft>
            </a:pPr>
            <a:r>
              <a:rPr lang="ar-SA" sz="2800" b="1" dirty="0" smtClean="0">
                <a:latin typeface="Roboto Condensed"/>
                <a:cs typeface="Simplified Arabic" panose="02020603050405020304" pitchFamily="18" charset="-78"/>
              </a:rPr>
              <a:t> </a:t>
            </a:r>
            <a:r>
              <a:rPr lang="ar-SA" sz="2800" b="1" dirty="0">
                <a:latin typeface="Roboto Condensed"/>
                <a:cs typeface="Simplified Arabic" panose="02020603050405020304" pitchFamily="18" charset="-78"/>
              </a:rPr>
              <a:t>ستيك </a:t>
            </a:r>
            <a:r>
              <a:rPr lang="ar-SA" sz="2800" b="1" dirty="0" smtClean="0">
                <a:latin typeface="Roboto Condensed"/>
                <a:cs typeface="Simplified Arabic" panose="02020603050405020304" pitchFamily="18" charset="-78"/>
              </a:rPr>
              <a:t>بك</a:t>
            </a:r>
            <a:endParaRPr lang="en-US" sz="2800" b="1" dirty="0">
              <a:latin typeface="Roboto Condensed"/>
              <a:cs typeface="Simplified Arabic" panose="02020603050405020304" pitchFamily="18" charset="-78"/>
            </a:endParaRPr>
          </a:p>
          <a:p>
            <a:pPr algn="ctr" defTabSz="1375467" rtl="1" fontAlgn="auto">
              <a:spcBef>
                <a:spcPts val="0"/>
              </a:spcBef>
              <a:spcAft>
                <a:spcPts val="0"/>
              </a:spcAft>
            </a:pPr>
            <a:r>
              <a:rPr lang="en-US" sz="2800" b="1" dirty="0" smtClean="0">
                <a:latin typeface="Roboto Condensed"/>
                <a:cs typeface="Simplified Arabic" panose="02020603050405020304" pitchFamily="18" charset="-78"/>
              </a:rPr>
              <a:t>(Pick </a:t>
            </a:r>
            <a:r>
              <a:rPr lang="en-US" sz="2800" b="1" dirty="0">
                <a:latin typeface="Roboto Condensed"/>
                <a:cs typeface="Simplified Arabic" panose="02020603050405020304" pitchFamily="18" charset="-78"/>
              </a:rPr>
              <a:t>Stick)</a:t>
            </a:r>
            <a:endParaRPr lang="en-US" dirty="0">
              <a:latin typeface="Roboto Condensed"/>
              <a:cs typeface="Simplified Arabic" panose="02020603050405020304" pitchFamily="18" charset="-78"/>
            </a:endParaRPr>
          </a:p>
        </p:txBody>
      </p:sp>
      <p:sp>
        <p:nvSpPr>
          <p:cNvPr id="4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58844077"/>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p:cTn id="7" dur="500" fill="hold"/>
                                        <p:tgtEl>
                                          <p:spTgt spid="76"/>
                                        </p:tgtEl>
                                        <p:attrNameLst>
                                          <p:attrName>ppt_w</p:attrName>
                                        </p:attrNameLst>
                                      </p:cBhvr>
                                      <p:tavLst>
                                        <p:tav tm="0">
                                          <p:val>
                                            <p:fltVal val="0"/>
                                          </p:val>
                                        </p:tav>
                                        <p:tav tm="100000">
                                          <p:val>
                                            <p:strVal val="#ppt_w"/>
                                          </p:val>
                                        </p:tav>
                                      </p:tavLst>
                                    </p:anim>
                                    <p:anim calcmode="lin" valueType="num">
                                      <p:cBhvr>
                                        <p:cTn id="8" dur="500" fill="hold"/>
                                        <p:tgtEl>
                                          <p:spTgt spid="76"/>
                                        </p:tgtEl>
                                        <p:attrNameLst>
                                          <p:attrName>ppt_h</p:attrName>
                                        </p:attrNameLst>
                                      </p:cBhvr>
                                      <p:tavLst>
                                        <p:tav tm="0">
                                          <p:val>
                                            <p:fltVal val="0"/>
                                          </p:val>
                                        </p:tav>
                                        <p:tav tm="100000">
                                          <p:val>
                                            <p:strVal val="#ppt_h"/>
                                          </p:val>
                                        </p:tav>
                                      </p:tavLst>
                                    </p:anim>
                                    <p:anim calcmode="lin" valueType="num">
                                      <p:cBhvr>
                                        <p:cTn id="9" dur="500" fill="hold"/>
                                        <p:tgtEl>
                                          <p:spTgt spid="76"/>
                                        </p:tgtEl>
                                        <p:attrNameLst>
                                          <p:attrName>style.rotation</p:attrName>
                                        </p:attrNameLst>
                                      </p:cBhvr>
                                      <p:tavLst>
                                        <p:tav tm="0">
                                          <p:val>
                                            <p:fltVal val="360"/>
                                          </p:val>
                                        </p:tav>
                                        <p:tav tm="100000">
                                          <p:val>
                                            <p:fltVal val="0"/>
                                          </p:val>
                                        </p:tav>
                                      </p:tavLst>
                                    </p:anim>
                                    <p:animEffect transition="in" filter="fade">
                                      <p:cBhvr>
                                        <p:cTn id="10" dur="500"/>
                                        <p:tgtEl>
                                          <p:spTgt spid="76"/>
                                        </p:tgtEl>
                                      </p:cBhvr>
                                    </p:animEffect>
                                  </p:childTnLst>
                                </p:cTn>
                              </p:par>
                            </p:childTnLst>
                          </p:cTn>
                        </p:par>
                        <p:par>
                          <p:cTn id="11" fill="hold">
                            <p:stCondLst>
                              <p:cond delay="500"/>
                            </p:stCondLst>
                            <p:childTnLst>
                              <p:par>
                                <p:cTn id="12" presetID="53" presetClass="entr" presetSubtype="0" fill="hold" nodeType="after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p:cTn id="14" dur="500" fill="hold"/>
                                        <p:tgtEl>
                                          <p:spTgt spid="25"/>
                                        </p:tgtEl>
                                        <p:attrNameLst>
                                          <p:attrName>ppt_w</p:attrName>
                                        </p:attrNameLst>
                                      </p:cBhvr>
                                      <p:tavLst>
                                        <p:tav tm="0">
                                          <p:val>
                                            <p:fltVal val="0"/>
                                          </p:val>
                                        </p:tav>
                                        <p:tav tm="100000">
                                          <p:val>
                                            <p:strVal val="#ppt_w"/>
                                          </p:val>
                                        </p:tav>
                                      </p:tavLst>
                                    </p:anim>
                                    <p:anim calcmode="lin" valueType="num">
                                      <p:cBhvr>
                                        <p:cTn id="15" dur="500" fill="hold"/>
                                        <p:tgtEl>
                                          <p:spTgt spid="25"/>
                                        </p:tgtEl>
                                        <p:attrNameLst>
                                          <p:attrName>ppt_h</p:attrName>
                                        </p:attrNameLst>
                                      </p:cBhvr>
                                      <p:tavLst>
                                        <p:tav tm="0">
                                          <p:val>
                                            <p:fltVal val="0"/>
                                          </p:val>
                                        </p:tav>
                                        <p:tav tm="100000">
                                          <p:val>
                                            <p:strVal val="#ppt_h"/>
                                          </p:val>
                                        </p:tav>
                                      </p:tavLst>
                                    </p:anim>
                                    <p:animEffect transition="in" filter="fade">
                                      <p:cBhvr>
                                        <p:cTn id="16" dur="500"/>
                                        <p:tgtEl>
                                          <p:spTgt spid="25"/>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110"/>
                                        </p:tgtEl>
                                        <p:attrNameLst>
                                          <p:attrName>style.visibility</p:attrName>
                                        </p:attrNameLst>
                                      </p:cBhvr>
                                      <p:to>
                                        <p:strVal val="visible"/>
                                      </p:to>
                                    </p:set>
                                    <p:animEffect transition="in" filter="wipe(down)">
                                      <p:cBhvr>
                                        <p:cTn id="20" dur="500"/>
                                        <p:tgtEl>
                                          <p:spTgt spid="110"/>
                                        </p:tgtEl>
                                      </p:cBhvr>
                                    </p:animEffect>
                                  </p:childTnLst>
                                </p:cTn>
                              </p:par>
                            </p:childTnLst>
                          </p:cTn>
                        </p:par>
                        <p:par>
                          <p:cTn id="21" fill="hold">
                            <p:stCondLst>
                              <p:cond delay="1500"/>
                            </p:stCondLst>
                            <p:childTnLst>
                              <p:par>
                                <p:cTn id="22" presetID="49" presetClass="entr" presetSubtype="0" decel="100000" fill="hold" nodeType="afterEffect">
                                  <p:stCondLst>
                                    <p:cond delay="0"/>
                                  </p:stCondLst>
                                  <p:childTnLst>
                                    <p:set>
                                      <p:cBhvr>
                                        <p:cTn id="23" dur="1" fill="hold">
                                          <p:stCondLst>
                                            <p:cond delay="0"/>
                                          </p:stCondLst>
                                        </p:cTn>
                                        <p:tgtEl>
                                          <p:spTgt spid="81"/>
                                        </p:tgtEl>
                                        <p:attrNameLst>
                                          <p:attrName>style.visibility</p:attrName>
                                        </p:attrNameLst>
                                      </p:cBhvr>
                                      <p:to>
                                        <p:strVal val="visible"/>
                                      </p:to>
                                    </p:set>
                                    <p:anim calcmode="lin" valueType="num">
                                      <p:cBhvr>
                                        <p:cTn id="24" dur="500" fill="hold"/>
                                        <p:tgtEl>
                                          <p:spTgt spid="81"/>
                                        </p:tgtEl>
                                        <p:attrNameLst>
                                          <p:attrName>ppt_w</p:attrName>
                                        </p:attrNameLst>
                                      </p:cBhvr>
                                      <p:tavLst>
                                        <p:tav tm="0">
                                          <p:val>
                                            <p:fltVal val="0"/>
                                          </p:val>
                                        </p:tav>
                                        <p:tav tm="100000">
                                          <p:val>
                                            <p:strVal val="#ppt_w"/>
                                          </p:val>
                                        </p:tav>
                                      </p:tavLst>
                                    </p:anim>
                                    <p:anim calcmode="lin" valueType="num">
                                      <p:cBhvr>
                                        <p:cTn id="25" dur="500" fill="hold"/>
                                        <p:tgtEl>
                                          <p:spTgt spid="81"/>
                                        </p:tgtEl>
                                        <p:attrNameLst>
                                          <p:attrName>ppt_h</p:attrName>
                                        </p:attrNameLst>
                                      </p:cBhvr>
                                      <p:tavLst>
                                        <p:tav tm="0">
                                          <p:val>
                                            <p:fltVal val="0"/>
                                          </p:val>
                                        </p:tav>
                                        <p:tav tm="100000">
                                          <p:val>
                                            <p:strVal val="#ppt_h"/>
                                          </p:val>
                                        </p:tav>
                                      </p:tavLst>
                                    </p:anim>
                                    <p:anim calcmode="lin" valueType="num">
                                      <p:cBhvr>
                                        <p:cTn id="26" dur="500" fill="hold"/>
                                        <p:tgtEl>
                                          <p:spTgt spid="81"/>
                                        </p:tgtEl>
                                        <p:attrNameLst>
                                          <p:attrName>style.rotation</p:attrName>
                                        </p:attrNameLst>
                                      </p:cBhvr>
                                      <p:tavLst>
                                        <p:tav tm="0">
                                          <p:val>
                                            <p:fltVal val="360"/>
                                          </p:val>
                                        </p:tav>
                                        <p:tav tm="100000">
                                          <p:val>
                                            <p:fltVal val="0"/>
                                          </p:val>
                                        </p:tav>
                                      </p:tavLst>
                                    </p:anim>
                                    <p:animEffect transition="in" filter="fade">
                                      <p:cBhvr>
                                        <p:cTn id="27" dur="500"/>
                                        <p:tgtEl>
                                          <p:spTgt spid="81"/>
                                        </p:tgtEl>
                                      </p:cBhvr>
                                    </p:animEffect>
                                  </p:childTnLst>
                                </p:cTn>
                              </p:par>
                            </p:childTnLst>
                          </p:cTn>
                        </p:par>
                        <p:par>
                          <p:cTn id="28" fill="hold">
                            <p:stCondLst>
                              <p:cond delay="2000"/>
                            </p:stCondLst>
                            <p:childTnLst>
                              <p:par>
                                <p:cTn id="29" presetID="53" presetClass="entr" presetSubtype="0" fill="hold" nodeType="afterEffect">
                                  <p:stCondLst>
                                    <p:cond delay="0"/>
                                  </p:stCondLst>
                                  <p:childTnLst>
                                    <p:set>
                                      <p:cBhvr>
                                        <p:cTn id="30" dur="1" fill="hold">
                                          <p:stCondLst>
                                            <p:cond delay="0"/>
                                          </p:stCondLst>
                                        </p:cTn>
                                        <p:tgtEl>
                                          <p:spTgt spid="33"/>
                                        </p:tgtEl>
                                        <p:attrNameLst>
                                          <p:attrName>style.visibility</p:attrName>
                                        </p:attrNameLst>
                                      </p:cBhvr>
                                      <p:to>
                                        <p:strVal val="visible"/>
                                      </p:to>
                                    </p:set>
                                    <p:anim calcmode="lin" valueType="num">
                                      <p:cBhvr>
                                        <p:cTn id="31" dur="500" fill="hold"/>
                                        <p:tgtEl>
                                          <p:spTgt spid="33"/>
                                        </p:tgtEl>
                                        <p:attrNameLst>
                                          <p:attrName>ppt_w</p:attrName>
                                        </p:attrNameLst>
                                      </p:cBhvr>
                                      <p:tavLst>
                                        <p:tav tm="0">
                                          <p:val>
                                            <p:fltVal val="0"/>
                                          </p:val>
                                        </p:tav>
                                        <p:tav tm="100000">
                                          <p:val>
                                            <p:strVal val="#ppt_w"/>
                                          </p:val>
                                        </p:tav>
                                      </p:tavLst>
                                    </p:anim>
                                    <p:anim calcmode="lin" valueType="num">
                                      <p:cBhvr>
                                        <p:cTn id="32" dur="500" fill="hold"/>
                                        <p:tgtEl>
                                          <p:spTgt spid="33"/>
                                        </p:tgtEl>
                                        <p:attrNameLst>
                                          <p:attrName>ppt_h</p:attrName>
                                        </p:attrNameLst>
                                      </p:cBhvr>
                                      <p:tavLst>
                                        <p:tav tm="0">
                                          <p:val>
                                            <p:fltVal val="0"/>
                                          </p:val>
                                        </p:tav>
                                        <p:tav tm="100000">
                                          <p:val>
                                            <p:strVal val="#ppt_h"/>
                                          </p:val>
                                        </p:tav>
                                      </p:tavLst>
                                    </p:anim>
                                    <p:animEffect transition="in" filter="fade">
                                      <p:cBhvr>
                                        <p:cTn id="33" dur="500"/>
                                        <p:tgtEl>
                                          <p:spTgt spid="33"/>
                                        </p:tgtEl>
                                      </p:cBhvr>
                                    </p:animEffect>
                                  </p:childTnLst>
                                </p:cTn>
                              </p:par>
                            </p:childTnLst>
                          </p:cTn>
                        </p:par>
                        <p:par>
                          <p:cTn id="34" fill="hold">
                            <p:stCondLst>
                              <p:cond delay="2500"/>
                            </p:stCondLst>
                            <p:childTnLst>
                              <p:par>
                                <p:cTn id="35" presetID="22" presetClass="entr" presetSubtype="4" fill="hold" grpId="0" nodeType="afterEffect">
                                  <p:stCondLst>
                                    <p:cond delay="0"/>
                                  </p:stCondLst>
                                  <p:childTnLst>
                                    <p:set>
                                      <p:cBhvr>
                                        <p:cTn id="36" dur="1" fill="hold">
                                          <p:stCondLst>
                                            <p:cond delay="0"/>
                                          </p:stCondLst>
                                        </p:cTn>
                                        <p:tgtEl>
                                          <p:spTgt spid="111"/>
                                        </p:tgtEl>
                                        <p:attrNameLst>
                                          <p:attrName>style.visibility</p:attrName>
                                        </p:attrNameLst>
                                      </p:cBhvr>
                                      <p:to>
                                        <p:strVal val="visible"/>
                                      </p:to>
                                    </p:set>
                                    <p:animEffect transition="in" filter="wipe(down)">
                                      <p:cBhvr>
                                        <p:cTn id="37" dur="500"/>
                                        <p:tgtEl>
                                          <p:spTgt spid="111"/>
                                        </p:tgtEl>
                                      </p:cBhvr>
                                    </p:animEffect>
                                  </p:childTnLst>
                                </p:cTn>
                              </p:par>
                            </p:childTnLst>
                          </p:cTn>
                        </p:par>
                        <p:par>
                          <p:cTn id="38" fill="hold">
                            <p:stCondLst>
                              <p:cond delay="3000"/>
                            </p:stCondLst>
                            <p:childTnLst>
                              <p:par>
                                <p:cTn id="39" presetID="49" presetClass="entr" presetSubtype="0" decel="100000" fill="hold" nodeType="afterEffect">
                                  <p:stCondLst>
                                    <p:cond delay="0"/>
                                  </p:stCondLst>
                                  <p:childTnLst>
                                    <p:set>
                                      <p:cBhvr>
                                        <p:cTn id="40" dur="1" fill="hold">
                                          <p:stCondLst>
                                            <p:cond delay="0"/>
                                          </p:stCondLst>
                                        </p:cTn>
                                        <p:tgtEl>
                                          <p:spTgt spid="86"/>
                                        </p:tgtEl>
                                        <p:attrNameLst>
                                          <p:attrName>style.visibility</p:attrName>
                                        </p:attrNameLst>
                                      </p:cBhvr>
                                      <p:to>
                                        <p:strVal val="visible"/>
                                      </p:to>
                                    </p:set>
                                    <p:anim calcmode="lin" valueType="num">
                                      <p:cBhvr>
                                        <p:cTn id="41" dur="500" fill="hold"/>
                                        <p:tgtEl>
                                          <p:spTgt spid="86"/>
                                        </p:tgtEl>
                                        <p:attrNameLst>
                                          <p:attrName>ppt_w</p:attrName>
                                        </p:attrNameLst>
                                      </p:cBhvr>
                                      <p:tavLst>
                                        <p:tav tm="0">
                                          <p:val>
                                            <p:fltVal val="0"/>
                                          </p:val>
                                        </p:tav>
                                        <p:tav tm="100000">
                                          <p:val>
                                            <p:strVal val="#ppt_w"/>
                                          </p:val>
                                        </p:tav>
                                      </p:tavLst>
                                    </p:anim>
                                    <p:anim calcmode="lin" valueType="num">
                                      <p:cBhvr>
                                        <p:cTn id="42" dur="500" fill="hold"/>
                                        <p:tgtEl>
                                          <p:spTgt spid="86"/>
                                        </p:tgtEl>
                                        <p:attrNameLst>
                                          <p:attrName>ppt_h</p:attrName>
                                        </p:attrNameLst>
                                      </p:cBhvr>
                                      <p:tavLst>
                                        <p:tav tm="0">
                                          <p:val>
                                            <p:fltVal val="0"/>
                                          </p:val>
                                        </p:tav>
                                        <p:tav tm="100000">
                                          <p:val>
                                            <p:strVal val="#ppt_h"/>
                                          </p:val>
                                        </p:tav>
                                      </p:tavLst>
                                    </p:anim>
                                    <p:anim calcmode="lin" valueType="num">
                                      <p:cBhvr>
                                        <p:cTn id="43" dur="500" fill="hold"/>
                                        <p:tgtEl>
                                          <p:spTgt spid="86"/>
                                        </p:tgtEl>
                                        <p:attrNameLst>
                                          <p:attrName>style.rotation</p:attrName>
                                        </p:attrNameLst>
                                      </p:cBhvr>
                                      <p:tavLst>
                                        <p:tav tm="0">
                                          <p:val>
                                            <p:fltVal val="360"/>
                                          </p:val>
                                        </p:tav>
                                        <p:tav tm="100000">
                                          <p:val>
                                            <p:fltVal val="0"/>
                                          </p:val>
                                        </p:tav>
                                      </p:tavLst>
                                    </p:anim>
                                    <p:animEffect transition="in" filter="fade">
                                      <p:cBhvr>
                                        <p:cTn id="44" dur="500"/>
                                        <p:tgtEl>
                                          <p:spTgt spid="86"/>
                                        </p:tgtEl>
                                      </p:cBhvr>
                                    </p:animEffect>
                                  </p:childTnLst>
                                </p:cTn>
                              </p:par>
                            </p:childTnLst>
                          </p:cTn>
                        </p:par>
                        <p:par>
                          <p:cTn id="45" fill="hold">
                            <p:stCondLst>
                              <p:cond delay="3500"/>
                            </p:stCondLst>
                            <p:childTnLst>
                              <p:par>
                                <p:cTn id="46" presetID="53" presetClass="entr" presetSubtype="0" fill="hold" nodeType="afterEffect">
                                  <p:stCondLst>
                                    <p:cond delay="0"/>
                                  </p:stCondLst>
                                  <p:childTnLst>
                                    <p:set>
                                      <p:cBhvr>
                                        <p:cTn id="47" dur="1" fill="hold">
                                          <p:stCondLst>
                                            <p:cond delay="0"/>
                                          </p:stCondLst>
                                        </p:cTn>
                                        <p:tgtEl>
                                          <p:spTgt spid="30"/>
                                        </p:tgtEl>
                                        <p:attrNameLst>
                                          <p:attrName>style.visibility</p:attrName>
                                        </p:attrNameLst>
                                      </p:cBhvr>
                                      <p:to>
                                        <p:strVal val="visible"/>
                                      </p:to>
                                    </p:set>
                                    <p:anim calcmode="lin" valueType="num">
                                      <p:cBhvr>
                                        <p:cTn id="48" dur="500" fill="hold"/>
                                        <p:tgtEl>
                                          <p:spTgt spid="30"/>
                                        </p:tgtEl>
                                        <p:attrNameLst>
                                          <p:attrName>ppt_w</p:attrName>
                                        </p:attrNameLst>
                                      </p:cBhvr>
                                      <p:tavLst>
                                        <p:tav tm="0">
                                          <p:val>
                                            <p:fltVal val="0"/>
                                          </p:val>
                                        </p:tav>
                                        <p:tav tm="100000">
                                          <p:val>
                                            <p:strVal val="#ppt_w"/>
                                          </p:val>
                                        </p:tav>
                                      </p:tavLst>
                                    </p:anim>
                                    <p:anim calcmode="lin" valueType="num">
                                      <p:cBhvr>
                                        <p:cTn id="49" dur="500" fill="hold"/>
                                        <p:tgtEl>
                                          <p:spTgt spid="30"/>
                                        </p:tgtEl>
                                        <p:attrNameLst>
                                          <p:attrName>ppt_h</p:attrName>
                                        </p:attrNameLst>
                                      </p:cBhvr>
                                      <p:tavLst>
                                        <p:tav tm="0">
                                          <p:val>
                                            <p:fltVal val="0"/>
                                          </p:val>
                                        </p:tav>
                                        <p:tav tm="100000">
                                          <p:val>
                                            <p:strVal val="#ppt_h"/>
                                          </p:val>
                                        </p:tav>
                                      </p:tavLst>
                                    </p:anim>
                                    <p:animEffect transition="in" filter="fade">
                                      <p:cBhvr>
                                        <p:cTn id="50" dur="500"/>
                                        <p:tgtEl>
                                          <p:spTgt spid="30"/>
                                        </p:tgtEl>
                                      </p:cBhvr>
                                    </p:animEffect>
                                  </p:childTnLst>
                                </p:cTn>
                              </p:par>
                            </p:childTnLst>
                          </p:cTn>
                        </p:par>
                        <p:par>
                          <p:cTn id="51" fill="hold">
                            <p:stCondLst>
                              <p:cond delay="4000"/>
                            </p:stCondLst>
                            <p:childTnLst>
                              <p:par>
                                <p:cTn id="52" presetID="22" presetClass="entr" presetSubtype="4" fill="hold" grpId="0" nodeType="afterEffect">
                                  <p:stCondLst>
                                    <p:cond delay="0"/>
                                  </p:stCondLst>
                                  <p:childTnLst>
                                    <p:set>
                                      <p:cBhvr>
                                        <p:cTn id="53" dur="1" fill="hold">
                                          <p:stCondLst>
                                            <p:cond delay="0"/>
                                          </p:stCondLst>
                                        </p:cTn>
                                        <p:tgtEl>
                                          <p:spTgt spid="112"/>
                                        </p:tgtEl>
                                        <p:attrNameLst>
                                          <p:attrName>style.visibility</p:attrName>
                                        </p:attrNameLst>
                                      </p:cBhvr>
                                      <p:to>
                                        <p:strVal val="visible"/>
                                      </p:to>
                                    </p:set>
                                    <p:animEffect transition="in" filter="wipe(down)">
                                      <p:cBhvr>
                                        <p:cTn id="54" dur="500"/>
                                        <p:tgtEl>
                                          <p:spTgt spid="112"/>
                                        </p:tgtEl>
                                      </p:cBhvr>
                                    </p:animEffect>
                                  </p:childTnLst>
                                </p:cTn>
                              </p:par>
                            </p:childTnLst>
                          </p:cTn>
                        </p:par>
                        <p:par>
                          <p:cTn id="55" fill="hold">
                            <p:stCondLst>
                              <p:cond delay="4500"/>
                            </p:stCondLst>
                            <p:childTnLst>
                              <p:par>
                                <p:cTn id="56" presetID="49" presetClass="entr" presetSubtype="0" decel="100000" fill="hold" nodeType="afterEffect">
                                  <p:stCondLst>
                                    <p:cond delay="0"/>
                                  </p:stCondLst>
                                  <p:childTnLst>
                                    <p:set>
                                      <p:cBhvr>
                                        <p:cTn id="57" dur="1" fill="hold">
                                          <p:stCondLst>
                                            <p:cond delay="0"/>
                                          </p:stCondLst>
                                        </p:cTn>
                                        <p:tgtEl>
                                          <p:spTgt spid="91"/>
                                        </p:tgtEl>
                                        <p:attrNameLst>
                                          <p:attrName>style.visibility</p:attrName>
                                        </p:attrNameLst>
                                      </p:cBhvr>
                                      <p:to>
                                        <p:strVal val="visible"/>
                                      </p:to>
                                    </p:set>
                                    <p:anim calcmode="lin" valueType="num">
                                      <p:cBhvr>
                                        <p:cTn id="58" dur="500" fill="hold"/>
                                        <p:tgtEl>
                                          <p:spTgt spid="91"/>
                                        </p:tgtEl>
                                        <p:attrNameLst>
                                          <p:attrName>ppt_w</p:attrName>
                                        </p:attrNameLst>
                                      </p:cBhvr>
                                      <p:tavLst>
                                        <p:tav tm="0">
                                          <p:val>
                                            <p:fltVal val="0"/>
                                          </p:val>
                                        </p:tav>
                                        <p:tav tm="100000">
                                          <p:val>
                                            <p:strVal val="#ppt_w"/>
                                          </p:val>
                                        </p:tav>
                                      </p:tavLst>
                                    </p:anim>
                                    <p:anim calcmode="lin" valueType="num">
                                      <p:cBhvr>
                                        <p:cTn id="59" dur="500" fill="hold"/>
                                        <p:tgtEl>
                                          <p:spTgt spid="91"/>
                                        </p:tgtEl>
                                        <p:attrNameLst>
                                          <p:attrName>ppt_h</p:attrName>
                                        </p:attrNameLst>
                                      </p:cBhvr>
                                      <p:tavLst>
                                        <p:tav tm="0">
                                          <p:val>
                                            <p:fltVal val="0"/>
                                          </p:val>
                                        </p:tav>
                                        <p:tav tm="100000">
                                          <p:val>
                                            <p:strVal val="#ppt_h"/>
                                          </p:val>
                                        </p:tav>
                                      </p:tavLst>
                                    </p:anim>
                                    <p:anim calcmode="lin" valueType="num">
                                      <p:cBhvr>
                                        <p:cTn id="60" dur="500" fill="hold"/>
                                        <p:tgtEl>
                                          <p:spTgt spid="91"/>
                                        </p:tgtEl>
                                        <p:attrNameLst>
                                          <p:attrName>style.rotation</p:attrName>
                                        </p:attrNameLst>
                                      </p:cBhvr>
                                      <p:tavLst>
                                        <p:tav tm="0">
                                          <p:val>
                                            <p:fltVal val="360"/>
                                          </p:val>
                                        </p:tav>
                                        <p:tav tm="100000">
                                          <p:val>
                                            <p:fltVal val="0"/>
                                          </p:val>
                                        </p:tav>
                                      </p:tavLst>
                                    </p:anim>
                                    <p:animEffect transition="in" filter="fade">
                                      <p:cBhvr>
                                        <p:cTn id="61" dur="500"/>
                                        <p:tgtEl>
                                          <p:spTgt spid="91"/>
                                        </p:tgtEl>
                                      </p:cBhvr>
                                    </p:animEffect>
                                  </p:childTnLst>
                                </p:cTn>
                              </p:par>
                            </p:childTnLst>
                          </p:cTn>
                        </p:par>
                        <p:par>
                          <p:cTn id="62" fill="hold">
                            <p:stCondLst>
                              <p:cond delay="5000"/>
                            </p:stCondLst>
                            <p:childTnLst>
                              <p:par>
                                <p:cTn id="63" presetID="53" presetClass="entr" presetSubtype="0" fill="hold" nodeType="afterEffect">
                                  <p:stCondLst>
                                    <p:cond delay="0"/>
                                  </p:stCondLst>
                                  <p:childTnLst>
                                    <p:set>
                                      <p:cBhvr>
                                        <p:cTn id="64" dur="1" fill="hold">
                                          <p:stCondLst>
                                            <p:cond delay="0"/>
                                          </p:stCondLst>
                                        </p:cTn>
                                        <p:tgtEl>
                                          <p:spTgt spid="22"/>
                                        </p:tgtEl>
                                        <p:attrNameLst>
                                          <p:attrName>style.visibility</p:attrName>
                                        </p:attrNameLst>
                                      </p:cBhvr>
                                      <p:to>
                                        <p:strVal val="visible"/>
                                      </p:to>
                                    </p:set>
                                    <p:anim calcmode="lin" valueType="num">
                                      <p:cBhvr>
                                        <p:cTn id="65" dur="500" fill="hold"/>
                                        <p:tgtEl>
                                          <p:spTgt spid="22"/>
                                        </p:tgtEl>
                                        <p:attrNameLst>
                                          <p:attrName>ppt_w</p:attrName>
                                        </p:attrNameLst>
                                      </p:cBhvr>
                                      <p:tavLst>
                                        <p:tav tm="0">
                                          <p:val>
                                            <p:fltVal val="0"/>
                                          </p:val>
                                        </p:tav>
                                        <p:tav tm="100000">
                                          <p:val>
                                            <p:strVal val="#ppt_w"/>
                                          </p:val>
                                        </p:tav>
                                      </p:tavLst>
                                    </p:anim>
                                    <p:anim calcmode="lin" valueType="num">
                                      <p:cBhvr>
                                        <p:cTn id="66" dur="500" fill="hold"/>
                                        <p:tgtEl>
                                          <p:spTgt spid="22"/>
                                        </p:tgtEl>
                                        <p:attrNameLst>
                                          <p:attrName>ppt_h</p:attrName>
                                        </p:attrNameLst>
                                      </p:cBhvr>
                                      <p:tavLst>
                                        <p:tav tm="0">
                                          <p:val>
                                            <p:fltVal val="0"/>
                                          </p:val>
                                        </p:tav>
                                        <p:tav tm="100000">
                                          <p:val>
                                            <p:strVal val="#ppt_h"/>
                                          </p:val>
                                        </p:tav>
                                      </p:tavLst>
                                    </p:anim>
                                    <p:animEffect transition="in" filter="fade">
                                      <p:cBhvr>
                                        <p:cTn id="67" dur="500"/>
                                        <p:tgtEl>
                                          <p:spTgt spid="22"/>
                                        </p:tgtEl>
                                      </p:cBhvr>
                                    </p:animEffect>
                                  </p:childTnLst>
                                </p:cTn>
                              </p:par>
                            </p:childTnLst>
                          </p:cTn>
                        </p:par>
                        <p:par>
                          <p:cTn id="68" fill="hold">
                            <p:stCondLst>
                              <p:cond delay="5500"/>
                            </p:stCondLst>
                            <p:childTnLst>
                              <p:par>
                                <p:cTn id="69" presetID="22" presetClass="entr" presetSubtype="4" fill="hold" grpId="0" nodeType="afterEffect">
                                  <p:stCondLst>
                                    <p:cond delay="0"/>
                                  </p:stCondLst>
                                  <p:childTnLst>
                                    <p:set>
                                      <p:cBhvr>
                                        <p:cTn id="70" dur="1" fill="hold">
                                          <p:stCondLst>
                                            <p:cond delay="0"/>
                                          </p:stCondLst>
                                        </p:cTn>
                                        <p:tgtEl>
                                          <p:spTgt spid="113"/>
                                        </p:tgtEl>
                                        <p:attrNameLst>
                                          <p:attrName>style.visibility</p:attrName>
                                        </p:attrNameLst>
                                      </p:cBhvr>
                                      <p:to>
                                        <p:strVal val="visible"/>
                                      </p:to>
                                    </p:set>
                                    <p:animEffect transition="in" filter="wipe(down)">
                                      <p:cBhvr>
                                        <p:cTn id="71" dur="500"/>
                                        <p:tgtEl>
                                          <p:spTgt spid="113"/>
                                        </p:tgtEl>
                                      </p:cBhvr>
                                    </p:animEffect>
                                  </p:childTnLst>
                                </p:cTn>
                              </p:par>
                            </p:childTnLst>
                          </p:cTn>
                        </p:par>
                        <p:par>
                          <p:cTn id="72" fill="hold">
                            <p:stCondLst>
                              <p:cond delay="6000"/>
                            </p:stCondLst>
                            <p:childTnLst>
                              <p:par>
                                <p:cTn id="73" presetID="49" presetClass="entr" presetSubtype="0" decel="100000" fill="hold" nodeType="afterEffect">
                                  <p:stCondLst>
                                    <p:cond delay="0"/>
                                  </p:stCondLst>
                                  <p:childTnLst>
                                    <p:set>
                                      <p:cBhvr>
                                        <p:cTn id="74" dur="1" fill="hold">
                                          <p:stCondLst>
                                            <p:cond delay="0"/>
                                          </p:stCondLst>
                                        </p:cTn>
                                        <p:tgtEl>
                                          <p:spTgt spid="102"/>
                                        </p:tgtEl>
                                        <p:attrNameLst>
                                          <p:attrName>style.visibility</p:attrName>
                                        </p:attrNameLst>
                                      </p:cBhvr>
                                      <p:to>
                                        <p:strVal val="visible"/>
                                      </p:to>
                                    </p:set>
                                    <p:anim calcmode="lin" valueType="num">
                                      <p:cBhvr>
                                        <p:cTn id="75" dur="500" fill="hold"/>
                                        <p:tgtEl>
                                          <p:spTgt spid="102"/>
                                        </p:tgtEl>
                                        <p:attrNameLst>
                                          <p:attrName>ppt_w</p:attrName>
                                        </p:attrNameLst>
                                      </p:cBhvr>
                                      <p:tavLst>
                                        <p:tav tm="0">
                                          <p:val>
                                            <p:fltVal val="0"/>
                                          </p:val>
                                        </p:tav>
                                        <p:tav tm="100000">
                                          <p:val>
                                            <p:strVal val="#ppt_w"/>
                                          </p:val>
                                        </p:tav>
                                      </p:tavLst>
                                    </p:anim>
                                    <p:anim calcmode="lin" valueType="num">
                                      <p:cBhvr>
                                        <p:cTn id="76" dur="500" fill="hold"/>
                                        <p:tgtEl>
                                          <p:spTgt spid="102"/>
                                        </p:tgtEl>
                                        <p:attrNameLst>
                                          <p:attrName>ppt_h</p:attrName>
                                        </p:attrNameLst>
                                      </p:cBhvr>
                                      <p:tavLst>
                                        <p:tav tm="0">
                                          <p:val>
                                            <p:fltVal val="0"/>
                                          </p:val>
                                        </p:tav>
                                        <p:tav tm="100000">
                                          <p:val>
                                            <p:strVal val="#ppt_h"/>
                                          </p:val>
                                        </p:tav>
                                      </p:tavLst>
                                    </p:anim>
                                    <p:anim calcmode="lin" valueType="num">
                                      <p:cBhvr>
                                        <p:cTn id="77" dur="500" fill="hold"/>
                                        <p:tgtEl>
                                          <p:spTgt spid="102"/>
                                        </p:tgtEl>
                                        <p:attrNameLst>
                                          <p:attrName>style.rotation</p:attrName>
                                        </p:attrNameLst>
                                      </p:cBhvr>
                                      <p:tavLst>
                                        <p:tav tm="0">
                                          <p:val>
                                            <p:fltVal val="360"/>
                                          </p:val>
                                        </p:tav>
                                        <p:tav tm="100000">
                                          <p:val>
                                            <p:fltVal val="0"/>
                                          </p:val>
                                        </p:tav>
                                      </p:tavLst>
                                    </p:anim>
                                    <p:animEffect transition="in" filter="fade">
                                      <p:cBhvr>
                                        <p:cTn id="78" dur="500"/>
                                        <p:tgtEl>
                                          <p:spTgt spid="102"/>
                                        </p:tgtEl>
                                      </p:cBhvr>
                                    </p:animEffect>
                                  </p:childTnLst>
                                </p:cTn>
                              </p:par>
                            </p:childTnLst>
                          </p:cTn>
                        </p:par>
                        <p:par>
                          <p:cTn id="79" fill="hold">
                            <p:stCondLst>
                              <p:cond delay="6500"/>
                            </p:stCondLst>
                            <p:childTnLst>
                              <p:par>
                                <p:cTn id="80" presetID="53" presetClass="entr" presetSubtype="0" fill="hold" nodeType="afterEffect">
                                  <p:stCondLst>
                                    <p:cond delay="0"/>
                                  </p:stCondLst>
                                  <p:childTnLst>
                                    <p:set>
                                      <p:cBhvr>
                                        <p:cTn id="81" dur="1" fill="hold">
                                          <p:stCondLst>
                                            <p:cond delay="0"/>
                                          </p:stCondLst>
                                        </p:cTn>
                                        <p:tgtEl>
                                          <p:spTgt spid="36"/>
                                        </p:tgtEl>
                                        <p:attrNameLst>
                                          <p:attrName>style.visibility</p:attrName>
                                        </p:attrNameLst>
                                      </p:cBhvr>
                                      <p:to>
                                        <p:strVal val="visible"/>
                                      </p:to>
                                    </p:set>
                                    <p:anim calcmode="lin" valueType="num">
                                      <p:cBhvr>
                                        <p:cTn id="82" dur="500" fill="hold"/>
                                        <p:tgtEl>
                                          <p:spTgt spid="36"/>
                                        </p:tgtEl>
                                        <p:attrNameLst>
                                          <p:attrName>ppt_w</p:attrName>
                                        </p:attrNameLst>
                                      </p:cBhvr>
                                      <p:tavLst>
                                        <p:tav tm="0">
                                          <p:val>
                                            <p:fltVal val="0"/>
                                          </p:val>
                                        </p:tav>
                                        <p:tav tm="100000">
                                          <p:val>
                                            <p:strVal val="#ppt_w"/>
                                          </p:val>
                                        </p:tav>
                                      </p:tavLst>
                                    </p:anim>
                                    <p:anim calcmode="lin" valueType="num">
                                      <p:cBhvr>
                                        <p:cTn id="83" dur="500" fill="hold"/>
                                        <p:tgtEl>
                                          <p:spTgt spid="36"/>
                                        </p:tgtEl>
                                        <p:attrNameLst>
                                          <p:attrName>ppt_h</p:attrName>
                                        </p:attrNameLst>
                                      </p:cBhvr>
                                      <p:tavLst>
                                        <p:tav tm="0">
                                          <p:val>
                                            <p:fltVal val="0"/>
                                          </p:val>
                                        </p:tav>
                                        <p:tav tm="100000">
                                          <p:val>
                                            <p:strVal val="#ppt_h"/>
                                          </p:val>
                                        </p:tav>
                                      </p:tavLst>
                                    </p:anim>
                                    <p:animEffect transition="in" filter="fade">
                                      <p:cBhvr>
                                        <p:cTn id="84" dur="500"/>
                                        <p:tgtEl>
                                          <p:spTgt spid="36"/>
                                        </p:tgtEl>
                                      </p:cBhvr>
                                    </p:animEffect>
                                  </p:childTnLst>
                                </p:cTn>
                              </p:par>
                            </p:childTnLst>
                          </p:cTn>
                        </p:par>
                        <p:par>
                          <p:cTn id="85" fill="hold">
                            <p:stCondLst>
                              <p:cond delay="7000"/>
                            </p:stCondLst>
                            <p:childTnLst>
                              <p:par>
                                <p:cTn id="86" presetID="22" presetClass="entr" presetSubtype="4" fill="hold" grpId="0" nodeType="afterEffect">
                                  <p:stCondLst>
                                    <p:cond delay="0"/>
                                  </p:stCondLst>
                                  <p:childTnLst>
                                    <p:set>
                                      <p:cBhvr>
                                        <p:cTn id="87" dur="1" fill="hold">
                                          <p:stCondLst>
                                            <p:cond delay="0"/>
                                          </p:stCondLst>
                                        </p:cTn>
                                        <p:tgtEl>
                                          <p:spTgt spid="114"/>
                                        </p:tgtEl>
                                        <p:attrNameLst>
                                          <p:attrName>style.visibility</p:attrName>
                                        </p:attrNameLst>
                                      </p:cBhvr>
                                      <p:to>
                                        <p:strVal val="visible"/>
                                      </p:to>
                                    </p:set>
                                    <p:animEffect transition="in" filter="wipe(down)">
                                      <p:cBhvr>
                                        <p:cTn id="88"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1" grpId="0"/>
      <p:bldP spid="112" grpId="0"/>
      <p:bldP spid="113" grpId="0"/>
      <p:bldP spid="114" grpId="0"/>
    </p:bld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155958"/>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0" name="TextBox 9"/>
          <p:cNvSpPr txBox="1"/>
          <p:nvPr/>
        </p:nvSpPr>
        <p:spPr>
          <a:xfrm>
            <a:off x="397351" y="4304083"/>
            <a:ext cx="11064545" cy="2062103"/>
          </a:xfrm>
          <a:prstGeom prst="rect">
            <a:avLst/>
          </a:prstGeom>
          <a:noFill/>
        </p:spPr>
        <p:txBody>
          <a:bodyPr wrap="square" rtlCol="0">
            <a:spAutoFit/>
          </a:bodyPr>
          <a:lstStyle/>
          <a:p>
            <a:pPr algn="ctr" rtl="1" fontAlgn="auto">
              <a:spcBef>
                <a:spcPts val="0"/>
              </a:spcBef>
              <a:spcAft>
                <a:spcPts val="0"/>
              </a:spcAft>
            </a:pPr>
            <a:r>
              <a:rPr lang="ar-SA" sz="3200" b="1" dirty="0">
                <a:solidFill>
                  <a:prstClr val="black"/>
                </a:solidFill>
                <a:cs typeface="Simplified Arabic" panose="02020603050405020304" pitchFamily="18" charset="-78"/>
              </a:rPr>
              <a:t>يقول الخبير التربوي روب رينولدز، في كتابه عن "التعليم في القرن الحادي والعشرين": "تخيل حال العملية التعليمية عندما يصبح التلاميذ ومعلّموهم على تواصل دائم عن طريق الآيباد. لا شك أن هذا التطور سوف يمثّل نقلة نوعية للعملية التربوية برمتها نحو العصر الرقمي".</a:t>
            </a:r>
          </a:p>
        </p:txBody>
      </p:sp>
      <p:sp>
        <p:nvSpPr>
          <p:cNvPr id="20" name="Title 6"/>
          <p:cNvSpPr txBox="1">
            <a:spLocks/>
          </p:cNvSpPr>
          <p:nvPr/>
        </p:nvSpPr>
        <p:spPr>
          <a:xfrm>
            <a:off x="1270000" y="359801"/>
            <a:ext cx="9652000" cy="471365"/>
          </a:xfrm>
          <a:prstGeom prst="rect">
            <a:avLst/>
          </a:prstGeom>
        </p:spPr>
        <p:txBody>
          <a:bodyPr wrap="none" lIns="0" tIns="0" rIns="0" bIns="0" anchor="ctr">
            <a:noAutofit/>
          </a:bodyPr>
          <a:lstStyle>
            <a:lvl1pPr algn="ctr" defTabSz="1219139" rtl="0" eaLnBrk="1" latinLnBrk="0" hangingPunct="1">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rtl="1" fontAlgn="auto">
              <a:spcAft>
                <a:spcPts val="0"/>
              </a:spcAft>
            </a:pPr>
            <a:r>
              <a:rPr lang="ar-SA" u="sng" dirty="0">
                <a:solidFill>
                  <a:srgbClr val="237DB9"/>
                </a:solidFill>
              </a:rPr>
              <a:t>3- تأثير استخدام الآيباد في التعليم</a:t>
            </a:r>
            <a:endParaRPr lang="en-US" u="sng" dirty="0">
              <a:solidFill>
                <a:srgbClr val="237DB9"/>
              </a:solidFill>
            </a:endParaRPr>
          </a:p>
        </p:txBody>
      </p:sp>
      <p:sp>
        <p:nvSpPr>
          <p:cNvPr id="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8724260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10" grpId="0"/>
    </p:bld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0" y="351952"/>
            <a:ext cx="12192000" cy="707886"/>
          </a:xfrm>
          <a:prstGeom prst="rect">
            <a:avLst/>
          </a:prstGeom>
          <a:noFill/>
        </p:spPr>
        <p:txBody>
          <a:bodyPr wrap="square" rtlCol="0">
            <a:spAutoFit/>
          </a:bodyPr>
          <a:lstStyle/>
          <a:p>
            <a:pPr algn="ctr" fontAlgn="auto">
              <a:spcBef>
                <a:spcPts val="0"/>
              </a:spcBef>
              <a:spcAft>
                <a:spcPts val="0"/>
              </a:spcAft>
            </a:pPr>
            <a:r>
              <a:rPr lang="ar-SA" sz="4000" b="1" u="sng" dirty="0">
                <a:solidFill>
                  <a:srgbClr val="237DB9"/>
                </a:solidFill>
                <a:latin typeface="Bebas Neue" panose="020B0606020202050201" pitchFamily="34" charset="0"/>
                <a:cs typeface="Simplified Arabic" panose="02020603050405020304" pitchFamily="18" charset="-78"/>
              </a:rPr>
              <a:t>4- ما هي الإضافة التي أضافها الآيباد في التعليم؟</a:t>
            </a:r>
            <a:endParaRPr lang="en-US" sz="4000" b="1" u="sng" dirty="0">
              <a:solidFill>
                <a:srgbClr val="237DB9"/>
              </a:solidFill>
              <a:latin typeface="Bebas Neue" panose="020B0606020202050201" pitchFamily="34" charset="0"/>
              <a:cs typeface="Simplified Arabic" panose="02020603050405020304" pitchFamily="18" charset="-78"/>
            </a:endParaRPr>
          </a:p>
        </p:txBody>
      </p:sp>
      <p:sp>
        <p:nvSpPr>
          <p:cNvPr id="60" name="Rectangle 59"/>
          <p:cNvSpPr/>
          <p:nvPr/>
        </p:nvSpPr>
        <p:spPr>
          <a:xfrm>
            <a:off x="5081428" y="2002896"/>
            <a:ext cx="4477978" cy="954107"/>
          </a:xfrm>
          <a:prstGeom prst="rect">
            <a:avLst/>
          </a:prstGeom>
        </p:spPr>
        <p:txBody>
          <a:bodyPr wrap="square">
            <a:spAutoFit/>
          </a:bodyPr>
          <a:lstStyle/>
          <a:p>
            <a:pPr algn="r" fontAlgn="auto">
              <a:spcBef>
                <a:spcPts val="0"/>
              </a:spcBef>
              <a:spcAft>
                <a:spcPts val="0"/>
              </a:spcAft>
            </a:pPr>
            <a:r>
              <a:rPr lang="ar-SA" sz="2800" b="1" dirty="0">
                <a:solidFill>
                  <a:srgbClr val="17406D">
                    <a:lumMod val="50000"/>
                  </a:srgbClr>
                </a:solidFill>
                <a:latin typeface="Calibri" panose="020F0502020204030204"/>
                <a:cs typeface="Simplified Arabic" panose="02020603050405020304" pitchFamily="18" charset="-78"/>
              </a:rPr>
              <a:t>يزيد الآيباد من الدافعية و ينمي الإبداع لدى الطلبة</a:t>
            </a:r>
          </a:p>
        </p:txBody>
      </p:sp>
      <p:sp>
        <p:nvSpPr>
          <p:cNvPr id="62" name="Oval 61"/>
          <p:cNvSpPr/>
          <p:nvPr/>
        </p:nvSpPr>
        <p:spPr>
          <a:xfrm>
            <a:off x="9742819" y="1922320"/>
            <a:ext cx="731520" cy="73152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3" name="Rectangle 62"/>
          <p:cNvSpPr/>
          <p:nvPr/>
        </p:nvSpPr>
        <p:spPr>
          <a:xfrm>
            <a:off x="5294788" y="3167656"/>
            <a:ext cx="4264618" cy="954107"/>
          </a:xfrm>
          <a:prstGeom prst="rect">
            <a:avLst/>
          </a:prstGeom>
        </p:spPr>
        <p:txBody>
          <a:bodyPr wrap="square">
            <a:spAutoFit/>
          </a:bodyPr>
          <a:lstStyle/>
          <a:p>
            <a:pPr algn="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يساعد </a:t>
            </a:r>
            <a:r>
              <a:rPr lang="ar-SA" sz="2800" b="1" dirty="0">
                <a:solidFill>
                  <a:srgbClr val="17406D">
                    <a:lumMod val="50000"/>
                  </a:srgbClr>
                </a:solidFill>
                <a:latin typeface="Calibri" panose="020F0502020204030204"/>
                <a:cs typeface="Simplified Arabic" panose="02020603050405020304" pitchFamily="18" charset="-78"/>
              </a:rPr>
              <a:t>في إدارة المعلومات وتنظيم الأعمال المدرسية </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65" name="Oval 64"/>
          <p:cNvSpPr/>
          <p:nvPr/>
        </p:nvSpPr>
        <p:spPr>
          <a:xfrm>
            <a:off x="9742819" y="3113427"/>
            <a:ext cx="731520" cy="7315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6" name="Rectangle 65"/>
          <p:cNvSpPr/>
          <p:nvPr/>
        </p:nvSpPr>
        <p:spPr>
          <a:xfrm>
            <a:off x="6188149" y="4460389"/>
            <a:ext cx="3371256" cy="523220"/>
          </a:xfrm>
          <a:prstGeom prst="rect">
            <a:avLst/>
          </a:prstGeom>
        </p:spPr>
        <p:txBody>
          <a:bodyPr wrap="square">
            <a:spAutoFit/>
          </a:bodyPr>
          <a:lstStyle/>
          <a:p>
            <a:pPr algn="r"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 </a:t>
            </a:r>
            <a:r>
              <a:rPr lang="ar-SA" sz="2800" b="1" dirty="0">
                <a:solidFill>
                  <a:srgbClr val="17406D">
                    <a:lumMod val="50000"/>
                  </a:srgbClr>
                </a:solidFill>
                <a:latin typeface="Calibri" panose="020F0502020204030204"/>
                <a:cs typeface="Simplified Arabic" panose="02020603050405020304" pitchFamily="18" charset="-78"/>
              </a:rPr>
              <a:t>يزيد من تعلم وأداء الطلبة</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68" name="Oval 67"/>
          <p:cNvSpPr/>
          <p:nvPr/>
        </p:nvSpPr>
        <p:spPr>
          <a:xfrm>
            <a:off x="9742819" y="4304534"/>
            <a:ext cx="731520" cy="73152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69" name="Picture 6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956179" y="2133021"/>
            <a:ext cx="304800" cy="304800"/>
          </a:xfrm>
          <a:prstGeom prst="rect">
            <a:avLst/>
          </a:prstGeom>
        </p:spPr>
      </p:pic>
      <p:pic>
        <p:nvPicPr>
          <p:cNvPr id="70" name="Picture 6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956179" y="3318396"/>
            <a:ext cx="304800" cy="304800"/>
          </a:xfrm>
          <a:prstGeom prst="rect">
            <a:avLst/>
          </a:prstGeom>
        </p:spPr>
      </p:pic>
      <p:pic>
        <p:nvPicPr>
          <p:cNvPr id="71" name="Picture 7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956179" y="4517894"/>
            <a:ext cx="304800" cy="304800"/>
          </a:xfrm>
          <a:prstGeom prst="rect">
            <a:avLst/>
          </a:prstGeom>
        </p:spPr>
      </p:pic>
      <p:pic>
        <p:nvPicPr>
          <p:cNvPr id="2" name="Picture 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658679" y="1700719"/>
            <a:ext cx="3422748" cy="4288455"/>
          </a:xfrm>
          <a:prstGeom prst="rect">
            <a:avLst/>
          </a:prstGeom>
        </p:spPr>
      </p:pic>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8536096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additive="base">
                                        <p:cTn id="7" dur="500" fill="hold"/>
                                        <p:tgtEl>
                                          <p:spTgt spid="62"/>
                                        </p:tgtEl>
                                        <p:attrNameLst>
                                          <p:attrName>ppt_x</p:attrName>
                                        </p:attrNameLst>
                                      </p:cBhvr>
                                      <p:tavLst>
                                        <p:tav tm="0">
                                          <p:val>
                                            <p:strVal val="#ppt_x"/>
                                          </p:val>
                                        </p:tav>
                                        <p:tav tm="100000">
                                          <p:val>
                                            <p:strVal val="#ppt_x"/>
                                          </p:val>
                                        </p:tav>
                                      </p:tavLst>
                                    </p:anim>
                                    <p:anim calcmode="lin" valueType="num">
                                      <p:cBhvr additive="base">
                                        <p:cTn id="8" dur="500" fill="hold"/>
                                        <p:tgtEl>
                                          <p:spTgt spid="6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69"/>
                                        </p:tgtEl>
                                        <p:attrNameLst>
                                          <p:attrName>style.visibility</p:attrName>
                                        </p:attrNameLst>
                                      </p:cBhvr>
                                      <p:to>
                                        <p:strVal val="visible"/>
                                      </p:to>
                                    </p:set>
                                    <p:anim calcmode="lin" valueType="num">
                                      <p:cBhvr additive="base">
                                        <p:cTn id="12" dur="500" fill="hold"/>
                                        <p:tgtEl>
                                          <p:spTgt spid="69"/>
                                        </p:tgtEl>
                                        <p:attrNameLst>
                                          <p:attrName>ppt_x</p:attrName>
                                        </p:attrNameLst>
                                      </p:cBhvr>
                                      <p:tavLst>
                                        <p:tav tm="0">
                                          <p:val>
                                            <p:strVal val="#ppt_x"/>
                                          </p:val>
                                        </p:tav>
                                        <p:tav tm="100000">
                                          <p:val>
                                            <p:strVal val="#ppt_x"/>
                                          </p:val>
                                        </p:tav>
                                      </p:tavLst>
                                    </p:anim>
                                    <p:anim calcmode="lin" valueType="num">
                                      <p:cBhvr additive="base">
                                        <p:cTn id="13" dur="500" fill="hold"/>
                                        <p:tgtEl>
                                          <p:spTgt spid="69"/>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65"/>
                                        </p:tgtEl>
                                        <p:attrNameLst>
                                          <p:attrName>style.visibility</p:attrName>
                                        </p:attrNameLst>
                                      </p:cBhvr>
                                      <p:to>
                                        <p:strVal val="visible"/>
                                      </p:to>
                                    </p:set>
                                    <p:anim calcmode="lin" valueType="num">
                                      <p:cBhvr additive="base">
                                        <p:cTn id="17" dur="500" fill="hold"/>
                                        <p:tgtEl>
                                          <p:spTgt spid="65"/>
                                        </p:tgtEl>
                                        <p:attrNameLst>
                                          <p:attrName>ppt_x</p:attrName>
                                        </p:attrNameLst>
                                      </p:cBhvr>
                                      <p:tavLst>
                                        <p:tav tm="0">
                                          <p:val>
                                            <p:strVal val="#ppt_x"/>
                                          </p:val>
                                        </p:tav>
                                        <p:tav tm="100000">
                                          <p:val>
                                            <p:strVal val="#ppt_x"/>
                                          </p:val>
                                        </p:tav>
                                      </p:tavLst>
                                    </p:anim>
                                    <p:anim calcmode="lin" valueType="num">
                                      <p:cBhvr additive="base">
                                        <p:cTn id="18" dur="500" fill="hold"/>
                                        <p:tgtEl>
                                          <p:spTgt spid="65"/>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70"/>
                                        </p:tgtEl>
                                        <p:attrNameLst>
                                          <p:attrName>style.visibility</p:attrName>
                                        </p:attrNameLst>
                                      </p:cBhvr>
                                      <p:to>
                                        <p:strVal val="visible"/>
                                      </p:to>
                                    </p:set>
                                    <p:anim calcmode="lin" valueType="num">
                                      <p:cBhvr additive="base">
                                        <p:cTn id="22" dur="500" fill="hold"/>
                                        <p:tgtEl>
                                          <p:spTgt spid="70"/>
                                        </p:tgtEl>
                                        <p:attrNameLst>
                                          <p:attrName>ppt_x</p:attrName>
                                        </p:attrNameLst>
                                      </p:cBhvr>
                                      <p:tavLst>
                                        <p:tav tm="0">
                                          <p:val>
                                            <p:strVal val="#ppt_x"/>
                                          </p:val>
                                        </p:tav>
                                        <p:tav tm="100000">
                                          <p:val>
                                            <p:strVal val="#ppt_x"/>
                                          </p:val>
                                        </p:tav>
                                      </p:tavLst>
                                    </p:anim>
                                    <p:anim calcmode="lin" valueType="num">
                                      <p:cBhvr additive="base">
                                        <p:cTn id="23" dur="500" fill="hold"/>
                                        <p:tgtEl>
                                          <p:spTgt spid="70"/>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68"/>
                                        </p:tgtEl>
                                        <p:attrNameLst>
                                          <p:attrName>style.visibility</p:attrName>
                                        </p:attrNameLst>
                                      </p:cBhvr>
                                      <p:to>
                                        <p:strVal val="visible"/>
                                      </p:to>
                                    </p:set>
                                    <p:anim calcmode="lin" valueType="num">
                                      <p:cBhvr additive="base">
                                        <p:cTn id="27" dur="500" fill="hold"/>
                                        <p:tgtEl>
                                          <p:spTgt spid="68"/>
                                        </p:tgtEl>
                                        <p:attrNameLst>
                                          <p:attrName>ppt_x</p:attrName>
                                        </p:attrNameLst>
                                      </p:cBhvr>
                                      <p:tavLst>
                                        <p:tav tm="0">
                                          <p:val>
                                            <p:strVal val="#ppt_x"/>
                                          </p:val>
                                        </p:tav>
                                        <p:tav tm="100000">
                                          <p:val>
                                            <p:strVal val="#ppt_x"/>
                                          </p:val>
                                        </p:tav>
                                      </p:tavLst>
                                    </p:anim>
                                    <p:anim calcmode="lin" valueType="num">
                                      <p:cBhvr additive="base">
                                        <p:cTn id="28" dur="500" fill="hold"/>
                                        <p:tgtEl>
                                          <p:spTgt spid="68"/>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fill="hold" nodeType="afterEffect">
                                  <p:stCondLst>
                                    <p:cond delay="0"/>
                                  </p:stCondLst>
                                  <p:childTnLst>
                                    <p:set>
                                      <p:cBhvr>
                                        <p:cTn id="31" dur="1" fill="hold">
                                          <p:stCondLst>
                                            <p:cond delay="0"/>
                                          </p:stCondLst>
                                        </p:cTn>
                                        <p:tgtEl>
                                          <p:spTgt spid="71"/>
                                        </p:tgtEl>
                                        <p:attrNameLst>
                                          <p:attrName>style.visibility</p:attrName>
                                        </p:attrNameLst>
                                      </p:cBhvr>
                                      <p:to>
                                        <p:strVal val="visible"/>
                                      </p:to>
                                    </p:set>
                                    <p:anim calcmode="lin" valueType="num">
                                      <p:cBhvr additive="base">
                                        <p:cTn id="32" dur="500" fill="hold"/>
                                        <p:tgtEl>
                                          <p:spTgt spid="71"/>
                                        </p:tgtEl>
                                        <p:attrNameLst>
                                          <p:attrName>ppt_x</p:attrName>
                                        </p:attrNameLst>
                                      </p:cBhvr>
                                      <p:tavLst>
                                        <p:tav tm="0">
                                          <p:val>
                                            <p:strVal val="#ppt_x"/>
                                          </p:val>
                                        </p:tav>
                                        <p:tav tm="100000">
                                          <p:val>
                                            <p:strVal val="#ppt_x"/>
                                          </p:val>
                                        </p:tav>
                                      </p:tavLst>
                                    </p:anim>
                                    <p:anim calcmode="lin" valueType="num">
                                      <p:cBhvr additive="base">
                                        <p:cTn id="33" dur="500" fill="hold"/>
                                        <p:tgtEl>
                                          <p:spTgt spid="7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5" grpId="0" animBg="1"/>
      <p:bldP spid="68" grpId="0" animBg="1"/>
    </p:bld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0" y="351952"/>
            <a:ext cx="12192000" cy="707886"/>
          </a:xfrm>
          <a:prstGeom prst="rect">
            <a:avLst/>
          </a:prstGeom>
          <a:noFill/>
        </p:spPr>
        <p:txBody>
          <a:bodyPr wrap="square" rtlCol="0">
            <a:spAutoFit/>
          </a:bodyPr>
          <a:lstStyle/>
          <a:p>
            <a:pPr algn="ctr" fontAlgn="auto">
              <a:spcBef>
                <a:spcPts val="0"/>
              </a:spcBef>
              <a:spcAft>
                <a:spcPts val="0"/>
              </a:spcAft>
            </a:pPr>
            <a:r>
              <a:rPr lang="ar-SA" sz="4000" b="1" u="sng" dirty="0">
                <a:solidFill>
                  <a:srgbClr val="237DB9"/>
                </a:solidFill>
                <a:latin typeface="Bebas Neue" panose="020B0606020202050201" pitchFamily="34" charset="0"/>
                <a:cs typeface="Simplified Arabic" panose="02020603050405020304" pitchFamily="18" charset="-78"/>
              </a:rPr>
              <a:t>4- ما هي الإضافة التي أضافها الآيباد في التعليم؟</a:t>
            </a:r>
            <a:endParaRPr lang="en-US" sz="4000" b="1" u="sng" dirty="0">
              <a:solidFill>
                <a:srgbClr val="237DB9"/>
              </a:solidFill>
              <a:latin typeface="Bebas Neue" panose="020B0606020202050201" pitchFamily="34" charset="0"/>
              <a:cs typeface="Simplified Arabic" panose="02020603050405020304" pitchFamily="18" charset="-78"/>
            </a:endParaRPr>
          </a:p>
        </p:txBody>
      </p:sp>
      <p:sp>
        <p:nvSpPr>
          <p:cNvPr id="48" name="Rectangle 47"/>
          <p:cNvSpPr/>
          <p:nvPr/>
        </p:nvSpPr>
        <p:spPr>
          <a:xfrm>
            <a:off x="1979660" y="1974665"/>
            <a:ext cx="4208489" cy="954107"/>
          </a:xfrm>
          <a:prstGeom prst="rect">
            <a:avLst/>
          </a:prstGeom>
        </p:spPr>
        <p:txBody>
          <a:bodyPr wrap="square">
            <a:spAutoFit/>
          </a:bodyPr>
          <a:lstStyle/>
          <a:p>
            <a:pP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يوفر </a:t>
            </a:r>
            <a:r>
              <a:rPr lang="ar-SA" sz="2800" b="1" dirty="0">
                <a:solidFill>
                  <a:srgbClr val="17406D">
                    <a:lumMod val="50000"/>
                  </a:srgbClr>
                </a:solidFill>
                <a:latin typeface="Calibri" panose="020F0502020204030204"/>
                <a:cs typeface="Simplified Arabic" panose="02020603050405020304" pitchFamily="18" charset="-78"/>
              </a:rPr>
              <a:t>العديد من استراتيجيات التدريس</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50" name="Oval 49"/>
          <p:cNvSpPr/>
          <p:nvPr/>
        </p:nvSpPr>
        <p:spPr>
          <a:xfrm>
            <a:off x="1054334" y="1922320"/>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1" name="Rectangle 50"/>
          <p:cNvSpPr/>
          <p:nvPr/>
        </p:nvSpPr>
        <p:spPr>
          <a:xfrm>
            <a:off x="1979660" y="3266387"/>
            <a:ext cx="3868247" cy="523220"/>
          </a:xfrm>
          <a:prstGeom prst="rect">
            <a:avLst/>
          </a:prstGeom>
        </p:spPr>
        <p:txBody>
          <a:bodyPr wrap="square">
            <a:spAutoFit/>
          </a:bodyPr>
          <a:lstStyle/>
          <a:p>
            <a:pP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يحفز </a:t>
            </a:r>
            <a:r>
              <a:rPr lang="ar-SA" sz="2800" b="1" dirty="0">
                <a:solidFill>
                  <a:srgbClr val="17406D">
                    <a:lumMod val="50000"/>
                  </a:srgbClr>
                </a:solidFill>
                <a:latin typeface="Calibri" panose="020F0502020204030204"/>
                <a:cs typeface="Simplified Arabic" panose="02020603050405020304" pitchFamily="18" charset="-78"/>
              </a:rPr>
              <a:t>الطلاب على التعلم الفردي</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53" name="Oval 52"/>
          <p:cNvSpPr/>
          <p:nvPr/>
        </p:nvSpPr>
        <p:spPr>
          <a:xfrm>
            <a:off x="1054334" y="3113427"/>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4" name="Rectangle 53"/>
          <p:cNvSpPr/>
          <p:nvPr/>
        </p:nvSpPr>
        <p:spPr>
          <a:xfrm>
            <a:off x="1979660" y="4503666"/>
            <a:ext cx="4059633" cy="523220"/>
          </a:xfrm>
          <a:prstGeom prst="rect">
            <a:avLst/>
          </a:prstGeom>
        </p:spPr>
        <p:txBody>
          <a:bodyPr wrap="square">
            <a:spAutoFit/>
          </a:bodyPr>
          <a:lstStyle/>
          <a:p>
            <a:pP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يحسن </a:t>
            </a:r>
            <a:r>
              <a:rPr lang="ar-SA" sz="2800" b="1" dirty="0">
                <a:solidFill>
                  <a:srgbClr val="17406D">
                    <a:lumMod val="50000"/>
                  </a:srgbClr>
                </a:solidFill>
                <a:latin typeface="Calibri" panose="020F0502020204030204"/>
                <a:cs typeface="Simplified Arabic" panose="02020603050405020304" pitchFamily="18" charset="-78"/>
              </a:rPr>
              <a:t>القراءة  وطريقة تعلمها</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56" name="Oval 55"/>
          <p:cNvSpPr/>
          <p:nvPr/>
        </p:nvSpPr>
        <p:spPr>
          <a:xfrm>
            <a:off x="1054334" y="4304534"/>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57" name="Picture 5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67694" y="2131530"/>
            <a:ext cx="304800" cy="304800"/>
          </a:xfrm>
          <a:prstGeom prst="rect">
            <a:avLst/>
          </a:prstGeom>
        </p:spPr>
      </p:pic>
      <p:pic>
        <p:nvPicPr>
          <p:cNvPr id="58" name="Picture 5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69643" y="3318396"/>
            <a:ext cx="304800" cy="304800"/>
          </a:xfrm>
          <a:prstGeom prst="rect">
            <a:avLst/>
          </a:prstGeom>
        </p:spPr>
      </p:pic>
      <p:pic>
        <p:nvPicPr>
          <p:cNvPr id="59" name="Picture 5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67694" y="4538822"/>
            <a:ext cx="304800" cy="304800"/>
          </a:xfrm>
          <a:prstGeom prst="rect">
            <a:avLst/>
          </a:prstGeom>
        </p:spPr>
      </p:pic>
      <p:pic>
        <p:nvPicPr>
          <p:cNvPr id="2" name="Picture 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570921" y="1465309"/>
            <a:ext cx="4103233" cy="5141052"/>
          </a:xfrm>
          <a:prstGeom prst="rect">
            <a:avLst/>
          </a:prstGeom>
        </p:spPr>
      </p:pic>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5920567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ppt_x"/>
                                          </p:val>
                                        </p:tav>
                                        <p:tav tm="100000">
                                          <p:val>
                                            <p:strVal val="#ppt_x"/>
                                          </p:val>
                                        </p:tav>
                                      </p:tavLst>
                                    </p:anim>
                                    <p:anim calcmode="lin" valueType="num">
                                      <p:cBhvr additive="base">
                                        <p:cTn id="8" dur="500" fill="hold"/>
                                        <p:tgtEl>
                                          <p:spTgt spid="50"/>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57"/>
                                        </p:tgtEl>
                                        <p:attrNameLst>
                                          <p:attrName>style.visibility</p:attrName>
                                        </p:attrNameLst>
                                      </p:cBhvr>
                                      <p:to>
                                        <p:strVal val="visible"/>
                                      </p:to>
                                    </p:set>
                                    <p:anim calcmode="lin" valueType="num">
                                      <p:cBhvr additive="base">
                                        <p:cTn id="12" dur="500" fill="hold"/>
                                        <p:tgtEl>
                                          <p:spTgt spid="57"/>
                                        </p:tgtEl>
                                        <p:attrNameLst>
                                          <p:attrName>ppt_x</p:attrName>
                                        </p:attrNameLst>
                                      </p:cBhvr>
                                      <p:tavLst>
                                        <p:tav tm="0">
                                          <p:val>
                                            <p:strVal val="#ppt_x"/>
                                          </p:val>
                                        </p:tav>
                                        <p:tav tm="100000">
                                          <p:val>
                                            <p:strVal val="#ppt_x"/>
                                          </p:val>
                                        </p:tav>
                                      </p:tavLst>
                                    </p:anim>
                                    <p:anim calcmode="lin" valueType="num">
                                      <p:cBhvr additive="base">
                                        <p:cTn id="13" dur="500" fill="hold"/>
                                        <p:tgtEl>
                                          <p:spTgt spid="57"/>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53"/>
                                        </p:tgtEl>
                                        <p:attrNameLst>
                                          <p:attrName>style.visibility</p:attrName>
                                        </p:attrNameLst>
                                      </p:cBhvr>
                                      <p:to>
                                        <p:strVal val="visible"/>
                                      </p:to>
                                    </p:set>
                                    <p:anim calcmode="lin" valueType="num">
                                      <p:cBhvr additive="base">
                                        <p:cTn id="17" dur="500" fill="hold"/>
                                        <p:tgtEl>
                                          <p:spTgt spid="53"/>
                                        </p:tgtEl>
                                        <p:attrNameLst>
                                          <p:attrName>ppt_x</p:attrName>
                                        </p:attrNameLst>
                                      </p:cBhvr>
                                      <p:tavLst>
                                        <p:tav tm="0">
                                          <p:val>
                                            <p:strVal val="#ppt_x"/>
                                          </p:val>
                                        </p:tav>
                                        <p:tav tm="100000">
                                          <p:val>
                                            <p:strVal val="#ppt_x"/>
                                          </p:val>
                                        </p:tav>
                                      </p:tavLst>
                                    </p:anim>
                                    <p:anim calcmode="lin" valueType="num">
                                      <p:cBhvr additive="base">
                                        <p:cTn id="18" dur="500" fill="hold"/>
                                        <p:tgtEl>
                                          <p:spTgt spid="53"/>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58"/>
                                        </p:tgtEl>
                                        <p:attrNameLst>
                                          <p:attrName>style.visibility</p:attrName>
                                        </p:attrNameLst>
                                      </p:cBhvr>
                                      <p:to>
                                        <p:strVal val="visible"/>
                                      </p:to>
                                    </p:set>
                                    <p:anim calcmode="lin" valueType="num">
                                      <p:cBhvr additive="base">
                                        <p:cTn id="22" dur="500" fill="hold"/>
                                        <p:tgtEl>
                                          <p:spTgt spid="58"/>
                                        </p:tgtEl>
                                        <p:attrNameLst>
                                          <p:attrName>ppt_x</p:attrName>
                                        </p:attrNameLst>
                                      </p:cBhvr>
                                      <p:tavLst>
                                        <p:tav tm="0">
                                          <p:val>
                                            <p:strVal val="#ppt_x"/>
                                          </p:val>
                                        </p:tav>
                                        <p:tav tm="100000">
                                          <p:val>
                                            <p:strVal val="#ppt_x"/>
                                          </p:val>
                                        </p:tav>
                                      </p:tavLst>
                                    </p:anim>
                                    <p:anim calcmode="lin" valueType="num">
                                      <p:cBhvr additive="base">
                                        <p:cTn id="23" dur="500" fill="hold"/>
                                        <p:tgtEl>
                                          <p:spTgt spid="58"/>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56"/>
                                        </p:tgtEl>
                                        <p:attrNameLst>
                                          <p:attrName>style.visibility</p:attrName>
                                        </p:attrNameLst>
                                      </p:cBhvr>
                                      <p:to>
                                        <p:strVal val="visible"/>
                                      </p:to>
                                    </p:set>
                                    <p:anim calcmode="lin" valueType="num">
                                      <p:cBhvr additive="base">
                                        <p:cTn id="27" dur="500" fill="hold"/>
                                        <p:tgtEl>
                                          <p:spTgt spid="56"/>
                                        </p:tgtEl>
                                        <p:attrNameLst>
                                          <p:attrName>ppt_x</p:attrName>
                                        </p:attrNameLst>
                                      </p:cBhvr>
                                      <p:tavLst>
                                        <p:tav tm="0">
                                          <p:val>
                                            <p:strVal val="#ppt_x"/>
                                          </p:val>
                                        </p:tav>
                                        <p:tav tm="100000">
                                          <p:val>
                                            <p:strVal val="#ppt_x"/>
                                          </p:val>
                                        </p:tav>
                                      </p:tavLst>
                                    </p:anim>
                                    <p:anim calcmode="lin" valueType="num">
                                      <p:cBhvr additive="base">
                                        <p:cTn id="28" dur="500" fill="hold"/>
                                        <p:tgtEl>
                                          <p:spTgt spid="56"/>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fill="hold" nodeType="afterEffect">
                                  <p:stCondLst>
                                    <p:cond delay="0"/>
                                  </p:stCondLst>
                                  <p:childTnLst>
                                    <p:set>
                                      <p:cBhvr>
                                        <p:cTn id="31" dur="1" fill="hold">
                                          <p:stCondLst>
                                            <p:cond delay="0"/>
                                          </p:stCondLst>
                                        </p:cTn>
                                        <p:tgtEl>
                                          <p:spTgt spid="59"/>
                                        </p:tgtEl>
                                        <p:attrNameLst>
                                          <p:attrName>style.visibility</p:attrName>
                                        </p:attrNameLst>
                                      </p:cBhvr>
                                      <p:to>
                                        <p:strVal val="visible"/>
                                      </p:to>
                                    </p:set>
                                    <p:anim calcmode="lin" valueType="num">
                                      <p:cBhvr additive="base">
                                        <p:cTn id="32" dur="500" fill="hold"/>
                                        <p:tgtEl>
                                          <p:spTgt spid="59"/>
                                        </p:tgtEl>
                                        <p:attrNameLst>
                                          <p:attrName>ppt_x</p:attrName>
                                        </p:attrNameLst>
                                      </p:cBhvr>
                                      <p:tavLst>
                                        <p:tav tm="0">
                                          <p:val>
                                            <p:strVal val="#ppt_x"/>
                                          </p:val>
                                        </p:tav>
                                        <p:tav tm="100000">
                                          <p:val>
                                            <p:strVal val="#ppt_x"/>
                                          </p:val>
                                        </p:tav>
                                      </p:tavLst>
                                    </p:anim>
                                    <p:anim calcmode="lin" valueType="num">
                                      <p:cBhvr additive="base">
                                        <p:cTn id="33"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3" grpId="0" animBg="1"/>
      <p:bldP spid="56" grpId="0" animBg="1"/>
    </p:bld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0" y="351952"/>
            <a:ext cx="12192000" cy="707886"/>
          </a:xfrm>
          <a:prstGeom prst="rect">
            <a:avLst/>
          </a:prstGeom>
          <a:noFill/>
        </p:spPr>
        <p:txBody>
          <a:bodyPr wrap="square" rtlCol="0">
            <a:spAutoFit/>
          </a:bodyPr>
          <a:lstStyle/>
          <a:p>
            <a:pPr algn="ctr" fontAlgn="auto">
              <a:spcBef>
                <a:spcPts val="0"/>
              </a:spcBef>
              <a:spcAft>
                <a:spcPts val="0"/>
              </a:spcAft>
            </a:pPr>
            <a:r>
              <a:rPr lang="ar-SA" sz="4000" b="1" u="sng" dirty="0">
                <a:solidFill>
                  <a:srgbClr val="237DB9"/>
                </a:solidFill>
                <a:latin typeface="Bebas Neue" panose="020B0606020202050201" pitchFamily="34" charset="0"/>
                <a:cs typeface="Simplified Arabic" panose="02020603050405020304" pitchFamily="18" charset="-78"/>
              </a:rPr>
              <a:t>4- ما هي الإضافة التي أضافها الآيباد في التعليم؟</a:t>
            </a:r>
            <a:endParaRPr lang="en-US" sz="4000" b="1" u="sng" dirty="0">
              <a:solidFill>
                <a:srgbClr val="237DB9"/>
              </a:solidFill>
              <a:latin typeface="Bebas Neue" panose="020B0606020202050201" pitchFamily="34" charset="0"/>
              <a:cs typeface="Simplified Arabic" panose="02020603050405020304" pitchFamily="18" charset="-78"/>
            </a:endParaRPr>
          </a:p>
        </p:txBody>
      </p:sp>
      <p:sp>
        <p:nvSpPr>
          <p:cNvPr id="60" name="Rectangle 59"/>
          <p:cNvSpPr/>
          <p:nvPr/>
        </p:nvSpPr>
        <p:spPr>
          <a:xfrm>
            <a:off x="5081428" y="2002896"/>
            <a:ext cx="4477978" cy="954107"/>
          </a:xfrm>
          <a:prstGeom prst="rect">
            <a:avLst/>
          </a:prstGeom>
        </p:spPr>
        <p:txBody>
          <a:bodyPr wrap="square">
            <a:spAutoFit/>
          </a:bodyPr>
          <a:lstStyle/>
          <a:p>
            <a:pPr algn="r"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يشجع </a:t>
            </a:r>
            <a:r>
              <a:rPr lang="ar-SA" sz="2800" b="1" dirty="0">
                <a:solidFill>
                  <a:srgbClr val="17406D">
                    <a:lumMod val="50000"/>
                  </a:srgbClr>
                </a:solidFill>
                <a:latin typeface="Calibri" panose="020F0502020204030204"/>
                <a:cs typeface="Simplified Arabic" panose="02020603050405020304" pitchFamily="18" charset="-78"/>
              </a:rPr>
              <a:t>على التواصل والتعاون بين الطلبة وبين المعلمين والطلبة</a:t>
            </a:r>
          </a:p>
        </p:txBody>
      </p:sp>
      <p:sp>
        <p:nvSpPr>
          <p:cNvPr id="62" name="Oval 61"/>
          <p:cNvSpPr/>
          <p:nvPr/>
        </p:nvSpPr>
        <p:spPr>
          <a:xfrm>
            <a:off x="9742819" y="1922320"/>
            <a:ext cx="731520" cy="73152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3" name="Rectangle 62"/>
          <p:cNvSpPr/>
          <p:nvPr/>
        </p:nvSpPr>
        <p:spPr>
          <a:xfrm>
            <a:off x="5486400" y="3167656"/>
            <a:ext cx="4073005" cy="523220"/>
          </a:xfrm>
          <a:prstGeom prst="rect">
            <a:avLst/>
          </a:prstGeom>
        </p:spPr>
        <p:txBody>
          <a:bodyPr wrap="square">
            <a:spAutoFit/>
          </a:bodyPr>
          <a:lstStyle/>
          <a:p>
            <a:pPr algn="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 </a:t>
            </a:r>
            <a:r>
              <a:rPr lang="ar-SA" sz="2800" b="1" dirty="0">
                <a:solidFill>
                  <a:srgbClr val="17406D">
                    <a:lumMod val="50000"/>
                  </a:srgbClr>
                </a:solidFill>
                <a:latin typeface="Calibri" panose="020F0502020204030204"/>
                <a:cs typeface="Simplified Arabic" panose="02020603050405020304" pitchFamily="18" charset="-78"/>
              </a:rPr>
              <a:t>يحسن مهارات استخدام الحاسوب </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65" name="Oval 64"/>
          <p:cNvSpPr/>
          <p:nvPr/>
        </p:nvSpPr>
        <p:spPr>
          <a:xfrm>
            <a:off x="9742819" y="3113427"/>
            <a:ext cx="731520" cy="7315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6" name="Rectangle 65"/>
          <p:cNvSpPr/>
          <p:nvPr/>
        </p:nvSpPr>
        <p:spPr>
          <a:xfrm>
            <a:off x="6096000" y="4358321"/>
            <a:ext cx="3371256" cy="523220"/>
          </a:xfrm>
          <a:prstGeom prst="rect">
            <a:avLst/>
          </a:prstGeom>
        </p:spPr>
        <p:txBody>
          <a:bodyPr wrap="square">
            <a:spAutoFit/>
          </a:bodyPr>
          <a:lstStyle/>
          <a:p>
            <a:pPr algn="r"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 يسهل تقييم الطلبة</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68" name="Oval 67"/>
          <p:cNvSpPr/>
          <p:nvPr/>
        </p:nvSpPr>
        <p:spPr>
          <a:xfrm>
            <a:off x="9742819" y="4304534"/>
            <a:ext cx="731520" cy="73152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69" name="Picture 6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956179" y="2133021"/>
            <a:ext cx="304800" cy="304800"/>
          </a:xfrm>
          <a:prstGeom prst="rect">
            <a:avLst/>
          </a:prstGeom>
        </p:spPr>
      </p:pic>
      <p:pic>
        <p:nvPicPr>
          <p:cNvPr id="70" name="Picture 6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956179" y="3318396"/>
            <a:ext cx="304800" cy="304800"/>
          </a:xfrm>
          <a:prstGeom prst="rect">
            <a:avLst/>
          </a:prstGeom>
        </p:spPr>
      </p:pic>
      <p:pic>
        <p:nvPicPr>
          <p:cNvPr id="71" name="Picture 7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956179" y="4517894"/>
            <a:ext cx="304800" cy="304800"/>
          </a:xfrm>
          <a:prstGeom prst="rect">
            <a:avLst/>
          </a:prstGeom>
        </p:spPr>
      </p:pic>
      <p:pic>
        <p:nvPicPr>
          <p:cNvPr id="2" name="Picture 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658679" y="1700719"/>
            <a:ext cx="3422748" cy="4288455"/>
          </a:xfrm>
          <a:prstGeom prst="rect">
            <a:avLst/>
          </a:prstGeom>
        </p:spPr>
      </p:pic>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902021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additive="base">
                                        <p:cTn id="7" dur="500" fill="hold"/>
                                        <p:tgtEl>
                                          <p:spTgt spid="62"/>
                                        </p:tgtEl>
                                        <p:attrNameLst>
                                          <p:attrName>ppt_x</p:attrName>
                                        </p:attrNameLst>
                                      </p:cBhvr>
                                      <p:tavLst>
                                        <p:tav tm="0">
                                          <p:val>
                                            <p:strVal val="#ppt_x"/>
                                          </p:val>
                                        </p:tav>
                                        <p:tav tm="100000">
                                          <p:val>
                                            <p:strVal val="#ppt_x"/>
                                          </p:val>
                                        </p:tav>
                                      </p:tavLst>
                                    </p:anim>
                                    <p:anim calcmode="lin" valueType="num">
                                      <p:cBhvr additive="base">
                                        <p:cTn id="8" dur="500" fill="hold"/>
                                        <p:tgtEl>
                                          <p:spTgt spid="6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69"/>
                                        </p:tgtEl>
                                        <p:attrNameLst>
                                          <p:attrName>style.visibility</p:attrName>
                                        </p:attrNameLst>
                                      </p:cBhvr>
                                      <p:to>
                                        <p:strVal val="visible"/>
                                      </p:to>
                                    </p:set>
                                    <p:anim calcmode="lin" valueType="num">
                                      <p:cBhvr additive="base">
                                        <p:cTn id="12" dur="500" fill="hold"/>
                                        <p:tgtEl>
                                          <p:spTgt spid="69"/>
                                        </p:tgtEl>
                                        <p:attrNameLst>
                                          <p:attrName>ppt_x</p:attrName>
                                        </p:attrNameLst>
                                      </p:cBhvr>
                                      <p:tavLst>
                                        <p:tav tm="0">
                                          <p:val>
                                            <p:strVal val="#ppt_x"/>
                                          </p:val>
                                        </p:tav>
                                        <p:tav tm="100000">
                                          <p:val>
                                            <p:strVal val="#ppt_x"/>
                                          </p:val>
                                        </p:tav>
                                      </p:tavLst>
                                    </p:anim>
                                    <p:anim calcmode="lin" valueType="num">
                                      <p:cBhvr additive="base">
                                        <p:cTn id="13" dur="500" fill="hold"/>
                                        <p:tgtEl>
                                          <p:spTgt spid="69"/>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65"/>
                                        </p:tgtEl>
                                        <p:attrNameLst>
                                          <p:attrName>style.visibility</p:attrName>
                                        </p:attrNameLst>
                                      </p:cBhvr>
                                      <p:to>
                                        <p:strVal val="visible"/>
                                      </p:to>
                                    </p:set>
                                    <p:anim calcmode="lin" valueType="num">
                                      <p:cBhvr additive="base">
                                        <p:cTn id="17" dur="500" fill="hold"/>
                                        <p:tgtEl>
                                          <p:spTgt spid="65"/>
                                        </p:tgtEl>
                                        <p:attrNameLst>
                                          <p:attrName>ppt_x</p:attrName>
                                        </p:attrNameLst>
                                      </p:cBhvr>
                                      <p:tavLst>
                                        <p:tav tm="0">
                                          <p:val>
                                            <p:strVal val="#ppt_x"/>
                                          </p:val>
                                        </p:tav>
                                        <p:tav tm="100000">
                                          <p:val>
                                            <p:strVal val="#ppt_x"/>
                                          </p:val>
                                        </p:tav>
                                      </p:tavLst>
                                    </p:anim>
                                    <p:anim calcmode="lin" valueType="num">
                                      <p:cBhvr additive="base">
                                        <p:cTn id="18" dur="500" fill="hold"/>
                                        <p:tgtEl>
                                          <p:spTgt spid="65"/>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70"/>
                                        </p:tgtEl>
                                        <p:attrNameLst>
                                          <p:attrName>style.visibility</p:attrName>
                                        </p:attrNameLst>
                                      </p:cBhvr>
                                      <p:to>
                                        <p:strVal val="visible"/>
                                      </p:to>
                                    </p:set>
                                    <p:anim calcmode="lin" valueType="num">
                                      <p:cBhvr additive="base">
                                        <p:cTn id="22" dur="500" fill="hold"/>
                                        <p:tgtEl>
                                          <p:spTgt spid="70"/>
                                        </p:tgtEl>
                                        <p:attrNameLst>
                                          <p:attrName>ppt_x</p:attrName>
                                        </p:attrNameLst>
                                      </p:cBhvr>
                                      <p:tavLst>
                                        <p:tav tm="0">
                                          <p:val>
                                            <p:strVal val="#ppt_x"/>
                                          </p:val>
                                        </p:tav>
                                        <p:tav tm="100000">
                                          <p:val>
                                            <p:strVal val="#ppt_x"/>
                                          </p:val>
                                        </p:tav>
                                      </p:tavLst>
                                    </p:anim>
                                    <p:anim calcmode="lin" valueType="num">
                                      <p:cBhvr additive="base">
                                        <p:cTn id="23" dur="500" fill="hold"/>
                                        <p:tgtEl>
                                          <p:spTgt spid="70"/>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68"/>
                                        </p:tgtEl>
                                        <p:attrNameLst>
                                          <p:attrName>style.visibility</p:attrName>
                                        </p:attrNameLst>
                                      </p:cBhvr>
                                      <p:to>
                                        <p:strVal val="visible"/>
                                      </p:to>
                                    </p:set>
                                    <p:anim calcmode="lin" valueType="num">
                                      <p:cBhvr additive="base">
                                        <p:cTn id="27" dur="500" fill="hold"/>
                                        <p:tgtEl>
                                          <p:spTgt spid="68"/>
                                        </p:tgtEl>
                                        <p:attrNameLst>
                                          <p:attrName>ppt_x</p:attrName>
                                        </p:attrNameLst>
                                      </p:cBhvr>
                                      <p:tavLst>
                                        <p:tav tm="0">
                                          <p:val>
                                            <p:strVal val="#ppt_x"/>
                                          </p:val>
                                        </p:tav>
                                        <p:tav tm="100000">
                                          <p:val>
                                            <p:strVal val="#ppt_x"/>
                                          </p:val>
                                        </p:tav>
                                      </p:tavLst>
                                    </p:anim>
                                    <p:anim calcmode="lin" valueType="num">
                                      <p:cBhvr additive="base">
                                        <p:cTn id="28" dur="500" fill="hold"/>
                                        <p:tgtEl>
                                          <p:spTgt spid="68"/>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fill="hold" nodeType="afterEffect">
                                  <p:stCondLst>
                                    <p:cond delay="0"/>
                                  </p:stCondLst>
                                  <p:childTnLst>
                                    <p:set>
                                      <p:cBhvr>
                                        <p:cTn id="31" dur="1" fill="hold">
                                          <p:stCondLst>
                                            <p:cond delay="0"/>
                                          </p:stCondLst>
                                        </p:cTn>
                                        <p:tgtEl>
                                          <p:spTgt spid="71"/>
                                        </p:tgtEl>
                                        <p:attrNameLst>
                                          <p:attrName>style.visibility</p:attrName>
                                        </p:attrNameLst>
                                      </p:cBhvr>
                                      <p:to>
                                        <p:strVal val="visible"/>
                                      </p:to>
                                    </p:set>
                                    <p:anim calcmode="lin" valueType="num">
                                      <p:cBhvr additive="base">
                                        <p:cTn id="32" dur="500" fill="hold"/>
                                        <p:tgtEl>
                                          <p:spTgt spid="71"/>
                                        </p:tgtEl>
                                        <p:attrNameLst>
                                          <p:attrName>ppt_x</p:attrName>
                                        </p:attrNameLst>
                                      </p:cBhvr>
                                      <p:tavLst>
                                        <p:tav tm="0">
                                          <p:val>
                                            <p:strVal val="#ppt_x"/>
                                          </p:val>
                                        </p:tav>
                                        <p:tav tm="100000">
                                          <p:val>
                                            <p:strVal val="#ppt_x"/>
                                          </p:val>
                                        </p:tav>
                                      </p:tavLst>
                                    </p:anim>
                                    <p:anim calcmode="lin" valueType="num">
                                      <p:cBhvr additive="base">
                                        <p:cTn id="33" dur="500" fill="hold"/>
                                        <p:tgtEl>
                                          <p:spTgt spid="7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5" grpId="0" animBg="1"/>
      <p:bldP spid="68" grpId="0" animBg="1"/>
    </p:bld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0" y="351952"/>
            <a:ext cx="12192000" cy="707886"/>
          </a:xfrm>
          <a:prstGeom prst="rect">
            <a:avLst/>
          </a:prstGeom>
          <a:noFill/>
        </p:spPr>
        <p:txBody>
          <a:bodyPr wrap="square" rtlCol="0">
            <a:spAutoFit/>
          </a:bodyPr>
          <a:lstStyle/>
          <a:p>
            <a:pPr algn="ctr" fontAlgn="auto">
              <a:spcBef>
                <a:spcPts val="0"/>
              </a:spcBef>
              <a:spcAft>
                <a:spcPts val="0"/>
              </a:spcAft>
            </a:pPr>
            <a:r>
              <a:rPr lang="ar-SA" sz="4000" b="1" u="sng" dirty="0">
                <a:solidFill>
                  <a:srgbClr val="237DB9"/>
                </a:solidFill>
                <a:latin typeface="Bebas Neue" panose="020B0606020202050201" pitchFamily="34" charset="0"/>
                <a:cs typeface="Simplified Arabic" panose="02020603050405020304" pitchFamily="18" charset="-78"/>
              </a:rPr>
              <a:t>4- ما هي الإضافة التي أضافها الآيباد في التعليم؟</a:t>
            </a:r>
            <a:endParaRPr lang="en-US" sz="4000" b="1" u="sng" dirty="0">
              <a:solidFill>
                <a:srgbClr val="237DB9"/>
              </a:solidFill>
              <a:latin typeface="Bebas Neue" panose="020B0606020202050201" pitchFamily="34" charset="0"/>
              <a:cs typeface="Simplified Arabic" panose="02020603050405020304" pitchFamily="18" charset="-78"/>
            </a:endParaRPr>
          </a:p>
        </p:txBody>
      </p:sp>
      <p:sp>
        <p:nvSpPr>
          <p:cNvPr id="48" name="Rectangle 47"/>
          <p:cNvSpPr/>
          <p:nvPr/>
        </p:nvSpPr>
        <p:spPr>
          <a:xfrm>
            <a:off x="1979660" y="1974665"/>
            <a:ext cx="4208489" cy="523220"/>
          </a:xfrm>
          <a:prstGeom prst="rect">
            <a:avLst/>
          </a:prstGeom>
        </p:spPr>
        <p:txBody>
          <a:bodyPr wrap="square">
            <a:spAutoFit/>
          </a:bodyPr>
          <a:lstStyle/>
          <a:p>
            <a:pP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يحسن </a:t>
            </a:r>
            <a:r>
              <a:rPr lang="ar-SA" sz="2800" b="1" dirty="0">
                <a:solidFill>
                  <a:srgbClr val="17406D">
                    <a:lumMod val="50000"/>
                  </a:srgbClr>
                </a:solidFill>
                <a:latin typeface="Calibri" panose="020F0502020204030204"/>
                <a:cs typeface="Simplified Arabic" panose="02020603050405020304" pitchFamily="18" charset="-78"/>
              </a:rPr>
              <a:t>من نوعية الدعم التربوي</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50" name="Oval 49"/>
          <p:cNvSpPr/>
          <p:nvPr/>
        </p:nvSpPr>
        <p:spPr>
          <a:xfrm>
            <a:off x="1054334" y="1922320"/>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1" name="Rectangle 50"/>
          <p:cNvSpPr/>
          <p:nvPr/>
        </p:nvSpPr>
        <p:spPr>
          <a:xfrm>
            <a:off x="1979660" y="3266387"/>
            <a:ext cx="3868247" cy="523220"/>
          </a:xfrm>
          <a:prstGeom prst="rect">
            <a:avLst/>
          </a:prstGeom>
        </p:spPr>
        <p:txBody>
          <a:bodyPr wrap="square">
            <a:spAutoFit/>
          </a:bodyPr>
          <a:lstStyle/>
          <a:p>
            <a:pP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 </a:t>
            </a:r>
            <a:r>
              <a:rPr lang="ar-SA" sz="2800" b="1" dirty="0">
                <a:solidFill>
                  <a:srgbClr val="17406D">
                    <a:lumMod val="50000"/>
                  </a:srgbClr>
                </a:solidFill>
                <a:latin typeface="Calibri" panose="020F0502020204030204"/>
                <a:cs typeface="Simplified Arabic" panose="02020603050405020304" pitchFamily="18" charset="-78"/>
              </a:rPr>
              <a:t>تشغيل الوسائط المتعددة</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53" name="Oval 52"/>
          <p:cNvSpPr/>
          <p:nvPr/>
        </p:nvSpPr>
        <p:spPr>
          <a:xfrm>
            <a:off x="1054334" y="3113427"/>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4" name="Rectangle 53"/>
          <p:cNvSpPr/>
          <p:nvPr/>
        </p:nvSpPr>
        <p:spPr>
          <a:xfrm>
            <a:off x="1999214" y="4313886"/>
            <a:ext cx="4059633" cy="954107"/>
          </a:xfrm>
          <a:prstGeom prst="rect">
            <a:avLst/>
          </a:prstGeom>
        </p:spPr>
        <p:txBody>
          <a:bodyPr wrap="square">
            <a:spAutoFit/>
          </a:bodyPr>
          <a:lstStyle/>
          <a:p>
            <a:pP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يوفر </a:t>
            </a:r>
            <a:r>
              <a:rPr lang="ar-SA" sz="2800" b="1" dirty="0">
                <a:solidFill>
                  <a:srgbClr val="17406D">
                    <a:lumMod val="50000"/>
                  </a:srgbClr>
                </a:solidFill>
                <a:latin typeface="Calibri" panose="020F0502020204030204"/>
                <a:cs typeface="Simplified Arabic" panose="02020603050405020304" pitchFamily="18" charset="-78"/>
              </a:rPr>
              <a:t>خدمات عديدة للطلبة الذين يعانون صعوبات تعلم</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56" name="Oval 55"/>
          <p:cNvSpPr/>
          <p:nvPr/>
        </p:nvSpPr>
        <p:spPr>
          <a:xfrm>
            <a:off x="1054334" y="4304534"/>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57" name="Picture 5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67694" y="2131530"/>
            <a:ext cx="304800" cy="304800"/>
          </a:xfrm>
          <a:prstGeom prst="rect">
            <a:avLst/>
          </a:prstGeom>
        </p:spPr>
      </p:pic>
      <p:pic>
        <p:nvPicPr>
          <p:cNvPr id="58" name="Picture 5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69643" y="3318396"/>
            <a:ext cx="304800" cy="304800"/>
          </a:xfrm>
          <a:prstGeom prst="rect">
            <a:avLst/>
          </a:prstGeom>
        </p:spPr>
      </p:pic>
      <p:pic>
        <p:nvPicPr>
          <p:cNvPr id="59" name="Picture 5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67694" y="4538822"/>
            <a:ext cx="304800" cy="304800"/>
          </a:xfrm>
          <a:prstGeom prst="rect">
            <a:avLst/>
          </a:prstGeom>
        </p:spPr>
      </p:pic>
      <p:pic>
        <p:nvPicPr>
          <p:cNvPr id="2" name="Picture 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570921" y="1465309"/>
            <a:ext cx="4103233" cy="5141052"/>
          </a:xfrm>
          <a:prstGeom prst="rect">
            <a:avLst/>
          </a:prstGeom>
        </p:spPr>
      </p:pic>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9465205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ppt_x"/>
                                          </p:val>
                                        </p:tav>
                                        <p:tav tm="100000">
                                          <p:val>
                                            <p:strVal val="#ppt_x"/>
                                          </p:val>
                                        </p:tav>
                                      </p:tavLst>
                                    </p:anim>
                                    <p:anim calcmode="lin" valueType="num">
                                      <p:cBhvr additive="base">
                                        <p:cTn id="8" dur="500" fill="hold"/>
                                        <p:tgtEl>
                                          <p:spTgt spid="50"/>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57"/>
                                        </p:tgtEl>
                                        <p:attrNameLst>
                                          <p:attrName>style.visibility</p:attrName>
                                        </p:attrNameLst>
                                      </p:cBhvr>
                                      <p:to>
                                        <p:strVal val="visible"/>
                                      </p:to>
                                    </p:set>
                                    <p:anim calcmode="lin" valueType="num">
                                      <p:cBhvr additive="base">
                                        <p:cTn id="12" dur="500" fill="hold"/>
                                        <p:tgtEl>
                                          <p:spTgt spid="57"/>
                                        </p:tgtEl>
                                        <p:attrNameLst>
                                          <p:attrName>ppt_x</p:attrName>
                                        </p:attrNameLst>
                                      </p:cBhvr>
                                      <p:tavLst>
                                        <p:tav tm="0">
                                          <p:val>
                                            <p:strVal val="#ppt_x"/>
                                          </p:val>
                                        </p:tav>
                                        <p:tav tm="100000">
                                          <p:val>
                                            <p:strVal val="#ppt_x"/>
                                          </p:val>
                                        </p:tav>
                                      </p:tavLst>
                                    </p:anim>
                                    <p:anim calcmode="lin" valueType="num">
                                      <p:cBhvr additive="base">
                                        <p:cTn id="13" dur="500" fill="hold"/>
                                        <p:tgtEl>
                                          <p:spTgt spid="57"/>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53"/>
                                        </p:tgtEl>
                                        <p:attrNameLst>
                                          <p:attrName>style.visibility</p:attrName>
                                        </p:attrNameLst>
                                      </p:cBhvr>
                                      <p:to>
                                        <p:strVal val="visible"/>
                                      </p:to>
                                    </p:set>
                                    <p:anim calcmode="lin" valueType="num">
                                      <p:cBhvr additive="base">
                                        <p:cTn id="17" dur="500" fill="hold"/>
                                        <p:tgtEl>
                                          <p:spTgt spid="53"/>
                                        </p:tgtEl>
                                        <p:attrNameLst>
                                          <p:attrName>ppt_x</p:attrName>
                                        </p:attrNameLst>
                                      </p:cBhvr>
                                      <p:tavLst>
                                        <p:tav tm="0">
                                          <p:val>
                                            <p:strVal val="#ppt_x"/>
                                          </p:val>
                                        </p:tav>
                                        <p:tav tm="100000">
                                          <p:val>
                                            <p:strVal val="#ppt_x"/>
                                          </p:val>
                                        </p:tav>
                                      </p:tavLst>
                                    </p:anim>
                                    <p:anim calcmode="lin" valueType="num">
                                      <p:cBhvr additive="base">
                                        <p:cTn id="18" dur="500" fill="hold"/>
                                        <p:tgtEl>
                                          <p:spTgt spid="53"/>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58"/>
                                        </p:tgtEl>
                                        <p:attrNameLst>
                                          <p:attrName>style.visibility</p:attrName>
                                        </p:attrNameLst>
                                      </p:cBhvr>
                                      <p:to>
                                        <p:strVal val="visible"/>
                                      </p:to>
                                    </p:set>
                                    <p:anim calcmode="lin" valueType="num">
                                      <p:cBhvr additive="base">
                                        <p:cTn id="22" dur="500" fill="hold"/>
                                        <p:tgtEl>
                                          <p:spTgt spid="58"/>
                                        </p:tgtEl>
                                        <p:attrNameLst>
                                          <p:attrName>ppt_x</p:attrName>
                                        </p:attrNameLst>
                                      </p:cBhvr>
                                      <p:tavLst>
                                        <p:tav tm="0">
                                          <p:val>
                                            <p:strVal val="#ppt_x"/>
                                          </p:val>
                                        </p:tav>
                                        <p:tav tm="100000">
                                          <p:val>
                                            <p:strVal val="#ppt_x"/>
                                          </p:val>
                                        </p:tav>
                                      </p:tavLst>
                                    </p:anim>
                                    <p:anim calcmode="lin" valueType="num">
                                      <p:cBhvr additive="base">
                                        <p:cTn id="23" dur="500" fill="hold"/>
                                        <p:tgtEl>
                                          <p:spTgt spid="58"/>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56"/>
                                        </p:tgtEl>
                                        <p:attrNameLst>
                                          <p:attrName>style.visibility</p:attrName>
                                        </p:attrNameLst>
                                      </p:cBhvr>
                                      <p:to>
                                        <p:strVal val="visible"/>
                                      </p:to>
                                    </p:set>
                                    <p:anim calcmode="lin" valueType="num">
                                      <p:cBhvr additive="base">
                                        <p:cTn id="27" dur="500" fill="hold"/>
                                        <p:tgtEl>
                                          <p:spTgt spid="56"/>
                                        </p:tgtEl>
                                        <p:attrNameLst>
                                          <p:attrName>ppt_x</p:attrName>
                                        </p:attrNameLst>
                                      </p:cBhvr>
                                      <p:tavLst>
                                        <p:tav tm="0">
                                          <p:val>
                                            <p:strVal val="#ppt_x"/>
                                          </p:val>
                                        </p:tav>
                                        <p:tav tm="100000">
                                          <p:val>
                                            <p:strVal val="#ppt_x"/>
                                          </p:val>
                                        </p:tav>
                                      </p:tavLst>
                                    </p:anim>
                                    <p:anim calcmode="lin" valueType="num">
                                      <p:cBhvr additive="base">
                                        <p:cTn id="28" dur="500" fill="hold"/>
                                        <p:tgtEl>
                                          <p:spTgt spid="56"/>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fill="hold" nodeType="afterEffect">
                                  <p:stCondLst>
                                    <p:cond delay="0"/>
                                  </p:stCondLst>
                                  <p:childTnLst>
                                    <p:set>
                                      <p:cBhvr>
                                        <p:cTn id="31" dur="1" fill="hold">
                                          <p:stCondLst>
                                            <p:cond delay="0"/>
                                          </p:stCondLst>
                                        </p:cTn>
                                        <p:tgtEl>
                                          <p:spTgt spid="59"/>
                                        </p:tgtEl>
                                        <p:attrNameLst>
                                          <p:attrName>style.visibility</p:attrName>
                                        </p:attrNameLst>
                                      </p:cBhvr>
                                      <p:to>
                                        <p:strVal val="visible"/>
                                      </p:to>
                                    </p:set>
                                    <p:anim calcmode="lin" valueType="num">
                                      <p:cBhvr additive="base">
                                        <p:cTn id="32" dur="500" fill="hold"/>
                                        <p:tgtEl>
                                          <p:spTgt spid="59"/>
                                        </p:tgtEl>
                                        <p:attrNameLst>
                                          <p:attrName>ppt_x</p:attrName>
                                        </p:attrNameLst>
                                      </p:cBhvr>
                                      <p:tavLst>
                                        <p:tav tm="0">
                                          <p:val>
                                            <p:strVal val="#ppt_x"/>
                                          </p:val>
                                        </p:tav>
                                        <p:tav tm="100000">
                                          <p:val>
                                            <p:strVal val="#ppt_x"/>
                                          </p:val>
                                        </p:tav>
                                      </p:tavLst>
                                    </p:anim>
                                    <p:anim calcmode="lin" valueType="num">
                                      <p:cBhvr additive="base">
                                        <p:cTn id="33"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3" grpId="0" animBg="1"/>
      <p:bldP spid="56" grpId="0" animBg="1"/>
    </p:bld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0" y="351952"/>
            <a:ext cx="12192000" cy="707886"/>
          </a:xfrm>
          <a:prstGeom prst="rect">
            <a:avLst/>
          </a:prstGeom>
          <a:noFill/>
        </p:spPr>
        <p:txBody>
          <a:bodyPr wrap="square" rtlCol="0">
            <a:spAutoFit/>
          </a:bodyPr>
          <a:lstStyle/>
          <a:p>
            <a:pPr algn="ctr" fontAlgn="auto">
              <a:spcBef>
                <a:spcPts val="0"/>
              </a:spcBef>
              <a:spcAft>
                <a:spcPts val="0"/>
              </a:spcAft>
            </a:pPr>
            <a:r>
              <a:rPr lang="ar-SA" sz="4000" b="1" u="sng" dirty="0">
                <a:solidFill>
                  <a:srgbClr val="237DB9"/>
                </a:solidFill>
                <a:latin typeface="Bebas Neue" panose="020B0606020202050201" pitchFamily="34" charset="0"/>
                <a:cs typeface="Simplified Arabic" panose="02020603050405020304" pitchFamily="18" charset="-78"/>
              </a:rPr>
              <a:t>5- أهم التجارب الخليجية في استخدام الآيباد في التعليم</a:t>
            </a:r>
            <a:endParaRPr lang="en-US" sz="4000" b="1" u="sng" dirty="0">
              <a:solidFill>
                <a:srgbClr val="237DB9"/>
              </a:solidFill>
              <a:latin typeface="Bebas Neue" panose="020B0606020202050201" pitchFamily="34" charset="0"/>
              <a:cs typeface="Simplified Arabic" panose="02020603050405020304" pitchFamily="18" charset="-78"/>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041451" y="1591576"/>
            <a:ext cx="8632703" cy="5266424"/>
          </a:xfrm>
          <a:prstGeom prst="rect">
            <a:avLst/>
          </a:prstGeom>
        </p:spPr>
      </p:pic>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6322728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par>
    </p:tn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640130" y="2529002"/>
            <a:ext cx="10281870" cy="584775"/>
          </a:xfrm>
          <a:prstGeom prst="rect">
            <a:avLst/>
          </a:prstGeom>
          <a:noFill/>
        </p:spPr>
        <p:txBody>
          <a:bodyPr wrap="square" rtlCol="0">
            <a:spAutoFit/>
          </a:bodyPr>
          <a:lstStyle/>
          <a:p>
            <a:pPr algn="ctr" rtl="1" fontAlgn="auto">
              <a:spcBef>
                <a:spcPts val="0"/>
              </a:spcBef>
              <a:spcAft>
                <a:spcPts val="0"/>
              </a:spcAft>
            </a:pPr>
            <a:r>
              <a:rPr lang="ar-SA" sz="3200" b="1" dirty="0">
                <a:solidFill>
                  <a:prstClr val="white"/>
                </a:solidFill>
                <a:cs typeface="Simplified Arabic" panose="02020603050405020304" pitchFamily="18" charset="-78"/>
              </a:rPr>
              <a:t>هاتف ذكي تتوفر به مزايا ومواصفات وخصائص لا تتوفر في الهواتف العادية. </a:t>
            </a: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Title 6"/>
          <p:cNvSpPr txBox="1">
            <a:spLocks/>
          </p:cNvSpPr>
          <p:nvPr/>
        </p:nvSpPr>
        <p:spPr>
          <a:xfrm>
            <a:off x="1270000" y="595484"/>
            <a:ext cx="9652000" cy="471365"/>
          </a:xfrm>
          <a:prstGeom prst="rect">
            <a:avLst/>
          </a:prstGeom>
        </p:spPr>
        <p:txBody>
          <a:bodyPr wrap="none" lIns="0" tIns="0" rIns="0" bIns="0" anchor="ctr">
            <a:noAutofit/>
          </a:bodyPr>
          <a:lstStyle>
            <a:lvl1pPr algn="ctr" defTabSz="1219139" rtl="0" eaLnBrk="1" latinLnBrk="0" hangingPunct="1">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rtl="1" fontAlgn="auto">
              <a:spcAft>
                <a:spcPts val="0"/>
              </a:spcAft>
            </a:pPr>
            <a:r>
              <a:rPr lang="ar-SA" dirty="0">
                <a:solidFill>
                  <a:srgbClr val="262626"/>
                </a:solidFill>
              </a:rPr>
              <a:t>ب- الهواتف النقالة الذكية في التعليم</a:t>
            </a:r>
            <a:endParaRPr lang="en-US" dirty="0">
              <a:solidFill>
                <a:srgbClr val="262626"/>
              </a:solidFill>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2573719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858520" y="3429001"/>
            <a:ext cx="10449560" cy="6095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4" name="Oval 3"/>
          <p:cNvSpPr/>
          <p:nvPr/>
        </p:nvSpPr>
        <p:spPr>
          <a:xfrm>
            <a:off x="1377645" y="3342639"/>
            <a:ext cx="233680" cy="2336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1" name="TextBox 20"/>
          <p:cNvSpPr txBox="1"/>
          <p:nvPr/>
        </p:nvSpPr>
        <p:spPr>
          <a:xfrm>
            <a:off x="428723" y="2532933"/>
            <a:ext cx="925844" cy="502766"/>
          </a:xfrm>
          <a:prstGeom prst="rect">
            <a:avLst/>
          </a:prstGeom>
          <a:noFill/>
        </p:spPr>
        <p:txBody>
          <a:bodyPr wrap="square" rtlCol="0" anchor="ctr">
            <a:spAutoFit/>
          </a:bodyPr>
          <a:lstStyle/>
          <a:p>
            <a:pPr algn="r" defTabSz="1375467" fontAlgn="auto">
              <a:spcBef>
                <a:spcPts val="0"/>
              </a:spcBef>
              <a:spcAft>
                <a:spcPts val="0"/>
              </a:spcAft>
            </a:pPr>
            <a:r>
              <a:rPr lang="ar-SA" sz="2667" b="1" dirty="0" smtClean="0">
                <a:solidFill>
                  <a:srgbClr val="237DB9"/>
                </a:solidFill>
                <a:latin typeface="Roboto Medium"/>
                <a:cs typeface="Simplified Arabic" panose="02020603050405020304" pitchFamily="18" charset="-78"/>
              </a:rPr>
              <a:t>أ</a:t>
            </a:r>
            <a:endParaRPr lang="en-US" sz="2667" b="1" dirty="0">
              <a:solidFill>
                <a:srgbClr val="237DB9"/>
              </a:solidFill>
              <a:latin typeface="Roboto Medium"/>
              <a:cs typeface="Simplified Arabic" panose="02020603050405020304" pitchFamily="18" charset="-78"/>
            </a:endParaRPr>
          </a:p>
        </p:txBody>
      </p:sp>
      <p:sp>
        <p:nvSpPr>
          <p:cNvPr id="24" name="Right Brace 23"/>
          <p:cNvSpPr/>
          <p:nvPr/>
        </p:nvSpPr>
        <p:spPr>
          <a:xfrm>
            <a:off x="1435848" y="2312247"/>
            <a:ext cx="134837" cy="944139"/>
          </a:xfrm>
          <a:prstGeom prst="rightBrace">
            <a:avLst>
              <a:gd name="adj1" fmla="val 54159"/>
              <a:gd name="adj2" fmla="val 50000"/>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25" name="TextBox 24"/>
          <p:cNvSpPr txBox="1"/>
          <p:nvPr/>
        </p:nvSpPr>
        <p:spPr>
          <a:xfrm>
            <a:off x="1629954" y="1840469"/>
            <a:ext cx="3865350" cy="1200329"/>
          </a:xfrm>
          <a:prstGeom prst="rect">
            <a:avLst/>
          </a:prstGeom>
          <a:noFill/>
        </p:spPr>
        <p:txBody>
          <a:bodyPr wrap="square" rtlCol="0">
            <a:spAutoFit/>
          </a:bodyPr>
          <a:lstStyle/>
          <a:p>
            <a:pPr defTabSz="1375467" rtl="1" fontAlgn="auto">
              <a:spcBef>
                <a:spcPts val="0"/>
              </a:spcBef>
              <a:spcAft>
                <a:spcPts val="0"/>
              </a:spcAft>
            </a:pPr>
            <a:r>
              <a:rPr lang="ar-OM" sz="2400" b="1" dirty="0" smtClean="0">
                <a:solidFill>
                  <a:srgbClr val="262626"/>
                </a:solidFill>
                <a:cs typeface="Simplified Arabic" panose="02020603050405020304" pitchFamily="18" charset="-78"/>
              </a:rPr>
              <a:t>تعود </a:t>
            </a:r>
            <a:r>
              <a:rPr lang="ar-OM" sz="2400" b="1" dirty="0">
                <a:solidFill>
                  <a:srgbClr val="262626"/>
                </a:solidFill>
                <a:cs typeface="Simplified Arabic" panose="02020603050405020304" pitchFamily="18" charset="-78"/>
              </a:rPr>
              <a:t>البدايات الأولى لظهور الهواتف النقالة إلى أوائل الثمانينات من القرن العشرين</a:t>
            </a:r>
            <a:endParaRPr lang="en-US" b="1" dirty="0">
              <a:solidFill>
                <a:srgbClr val="FFFFFF">
                  <a:lumMod val="65000"/>
                </a:srgbClr>
              </a:solidFill>
              <a:latin typeface="Roboto Condensed"/>
              <a:cs typeface="Simplified Arabic" panose="02020603050405020304" pitchFamily="18" charset="-78"/>
            </a:endParaRPr>
          </a:p>
        </p:txBody>
      </p:sp>
      <p:sp>
        <p:nvSpPr>
          <p:cNvPr id="26" name="Oval 25"/>
          <p:cNvSpPr/>
          <p:nvPr/>
        </p:nvSpPr>
        <p:spPr>
          <a:xfrm>
            <a:off x="3361198" y="3361309"/>
            <a:ext cx="233680" cy="23368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27" name="TextBox 26"/>
          <p:cNvSpPr txBox="1"/>
          <p:nvPr/>
        </p:nvSpPr>
        <p:spPr>
          <a:xfrm>
            <a:off x="2290217" y="3993369"/>
            <a:ext cx="1047905" cy="502766"/>
          </a:xfrm>
          <a:prstGeom prst="rect">
            <a:avLst/>
          </a:prstGeom>
          <a:noFill/>
        </p:spPr>
        <p:txBody>
          <a:bodyPr wrap="square" rtlCol="0" anchor="ctr">
            <a:spAutoFit/>
          </a:bodyPr>
          <a:lstStyle/>
          <a:p>
            <a:pPr algn="r" defTabSz="1375467" fontAlgn="auto">
              <a:spcBef>
                <a:spcPts val="0"/>
              </a:spcBef>
              <a:spcAft>
                <a:spcPts val="0"/>
              </a:spcAft>
            </a:pPr>
            <a:r>
              <a:rPr lang="ar-SA" sz="2667" b="1" dirty="0" smtClean="0">
                <a:solidFill>
                  <a:srgbClr val="15AA96"/>
                </a:solidFill>
                <a:latin typeface="Roboto Medium"/>
                <a:cs typeface="Simplified Arabic" panose="02020603050405020304" pitchFamily="18" charset="-78"/>
              </a:rPr>
              <a:t>ب</a:t>
            </a:r>
            <a:endParaRPr lang="en-US" sz="2667" b="1" dirty="0">
              <a:solidFill>
                <a:srgbClr val="15AA96"/>
              </a:solidFill>
              <a:latin typeface="Roboto Medium"/>
              <a:cs typeface="Simplified Arabic" panose="02020603050405020304" pitchFamily="18" charset="-78"/>
            </a:endParaRPr>
          </a:p>
        </p:txBody>
      </p:sp>
      <p:sp>
        <p:nvSpPr>
          <p:cNvPr id="28" name="Right Brace 27"/>
          <p:cNvSpPr/>
          <p:nvPr/>
        </p:nvSpPr>
        <p:spPr>
          <a:xfrm>
            <a:off x="3419401" y="3772683"/>
            <a:ext cx="134837" cy="944139"/>
          </a:xfrm>
          <a:prstGeom prst="rightBrace">
            <a:avLst>
              <a:gd name="adj1" fmla="val 54159"/>
              <a:gd name="adj2" fmla="val 50000"/>
            </a:avLst>
          </a:prstGeom>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29" name="TextBox 28"/>
          <p:cNvSpPr txBox="1"/>
          <p:nvPr/>
        </p:nvSpPr>
        <p:spPr>
          <a:xfrm>
            <a:off x="3613505" y="3670237"/>
            <a:ext cx="3261891" cy="830997"/>
          </a:xfrm>
          <a:prstGeom prst="rect">
            <a:avLst/>
          </a:prstGeom>
          <a:noFill/>
        </p:spPr>
        <p:txBody>
          <a:bodyPr wrap="square" rtlCol="0">
            <a:spAutoFit/>
          </a:bodyPr>
          <a:lstStyle/>
          <a:p>
            <a:pPr defTabSz="1375467" rtl="1" fontAlgn="auto">
              <a:spcBef>
                <a:spcPts val="0"/>
              </a:spcBef>
              <a:spcAft>
                <a:spcPts val="0"/>
              </a:spcAft>
            </a:pPr>
            <a:r>
              <a:rPr lang="ar-OM" sz="2400" b="1" dirty="0" smtClean="0">
                <a:solidFill>
                  <a:srgbClr val="262626"/>
                </a:solidFill>
                <a:cs typeface="Simplified Arabic" panose="02020603050405020304" pitchFamily="18" charset="-78"/>
              </a:rPr>
              <a:t>‌ </a:t>
            </a:r>
            <a:r>
              <a:rPr lang="ar-OM" sz="2400" b="1" dirty="0">
                <a:solidFill>
                  <a:srgbClr val="262626"/>
                </a:solidFill>
                <a:cs typeface="Simplified Arabic" panose="02020603050405020304" pitchFamily="18" charset="-78"/>
              </a:rPr>
              <a:t>في عام 1985م كانت انطلاقة شركة "نوكيا" (</a:t>
            </a:r>
            <a:r>
              <a:rPr lang="en-US" sz="2400" b="1" dirty="0">
                <a:solidFill>
                  <a:srgbClr val="262626"/>
                </a:solidFill>
                <a:cs typeface="Simplified Arabic" panose="02020603050405020304" pitchFamily="18" charset="-78"/>
              </a:rPr>
              <a:t>Nokia)</a:t>
            </a:r>
            <a:endParaRPr lang="en-US" b="1" dirty="0">
              <a:solidFill>
                <a:srgbClr val="FFFFFF">
                  <a:lumMod val="65000"/>
                </a:srgbClr>
              </a:solidFill>
              <a:latin typeface="Roboto Condensed"/>
              <a:cs typeface="Simplified Arabic" panose="02020603050405020304" pitchFamily="18" charset="-78"/>
            </a:endParaRPr>
          </a:p>
        </p:txBody>
      </p:sp>
      <p:sp>
        <p:nvSpPr>
          <p:cNvPr id="73" name="Oval 72"/>
          <p:cNvSpPr/>
          <p:nvPr/>
        </p:nvSpPr>
        <p:spPr>
          <a:xfrm>
            <a:off x="6682356" y="3342639"/>
            <a:ext cx="233680" cy="23368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74" name="TextBox 73"/>
          <p:cNvSpPr txBox="1"/>
          <p:nvPr/>
        </p:nvSpPr>
        <p:spPr>
          <a:xfrm>
            <a:off x="5733434" y="2532933"/>
            <a:ext cx="925844" cy="502766"/>
          </a:xfrm>
          <a:prstGeom prst="rect">
            <a:avLst/>
          </a:prstGeom>
          <a:noFill/>
        </p:spPr>
        <p:txBody>
          <a:bodyPr wrap="square" rtlCol="0" anchor="ctr">
            <a:spAutoFit/>
          </a:bodyPr>
          <a:lstStyle/>
          <a:p>
            <a:pPr algn="r" defTabSz="1375467" fontAlgn="auto">
              <a:spcBef>
                <a:spcPts val="0"/>
              </a:spcBef>
              <a:spcAft>
                <a:spcPts val="0"/>
              </a:spcAft>
            </a:pPr>
            <a:r>
              <a:rPr lang="ar-SA" sz="2667" b="1" dirty="0" smtClean="0">
                <a:solidFill>
                  <a:srgbClr val="BE382C"/>
                </a:solidFill>
                <a:latin typeface="Roboto Medium"/>
                <a:cs typeface="Simplified Arabic" panose="02020603050405020304" pitchFamily="18" charset="-78"/>
              </a:rPr>
              <a:t>ج</a:t>
            </a:r>
            <a:endParaRPr lang="en-US" sz="2667" b="1" dirty="0">
              <a:solidFill>
                <a:srgbClr val="BE382C"/>
              </a:solidFill>
              <a:latin typeface="Roboto Medium"/>
              <a:cs typeface="Simplified Arabic" panose="02020603050405020304" pitchFamily="18" charset="-78"/>
            </a:endParaRPr>
          </a:p>
        </p:txBody>
      </p:sp>
      <p:sp>
        <p:nvSpPr>
          <p:cNvPr id="75" name="Right Brace 74"/>
          <p:cNvSpPr/>
          <p:nvPr/>
        </p:nvSpPr>
        <p:spPr>
          <a:xfrm>
            <a:off x="6740559" y="2312247"/>
            <a:ext cx="134837" cy="944139"/>
          </a:xfrm>
          <a:prstGeom prst="rightBrace">
            <a:avLst>
              <a:gd name="adj1" fmla="val 54159"/>
              <a:gd name="adj2" fmla="val 50000"/>
            </a:avLst>
          </a:prstGeom>
          <a:ln w="19050">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76" name="TextBox 75"/>
          <p:cNvSpPr txBox="1"/>
          <p:nvPr/>
        </p:nvSpPr>
        <p:spPr>
          <a:xfrm>
            <a:off x="6956677" y="1908489"/>
            <a:ext cx="4165726" cy="1569660"/>
          </a:xfrm>
          <a:prstGeom prst="rect">
            <a:avLst/>
          </a:prstGeom>
          <a:noFill/>
        </p:spPr>
        <p:txBody>
          <a:bodyPr wrap="square" rtlCol="0">
            <a:spAutoFit/>
          </a:bodyPr>
          <a:lstStyle/>
          <a:p>
            <a:pPr defTabSz="1375467" rtl="1" fontAlgn="auto">
              <a:spcBef>
                <a:spcPts val="0"/>
              </a:spcBef>
              <a:spcAft>
                <a:spcPts val="0"/>
              </a:spcAft>
            </a:pPr>
            <a:r>
              <a:rPr lang="ar-OM" sz="2400" b="1" dirty="0" smtClean="0">
                <a:solidFill>
                  <a:srgbClr val="262626"/>
                </a:solidFill>
                <a:cs typeface="Simplified Arabic" panose="02020603050405020304" pitchFamily="18" charset="-78"/>
              </a:rPr>
              <a:t>مع </a:t>
            </a:r>
            <a:r>
              <a:rPr lang="ar-OM" sz="2400" b="1" dirty="0">
                <a:solidFill>
                  <a:srgbClr val="262626"/>
                </a:solidFill>
                <a:cs typeface="Simplified Arabic" panose="02020603050405020304" pitchFamily="18" charset="-78"/>
              </a:rPr>
              <a:t>نهاية القرن العشرين وبداية القرن الحادي والعشرين أصبحت تكنولوجيا الاتصالات تحتل مكانة الصدارة بين العلوم الأخرى</a:t>
            </a:r>
            <a:endParaRPr lang="en-US" b="1" dirty="0">
              <a:solidFill>
                <a:srgbClr val="FFFFFF">
                  <a:lumMod val="65000"/>
                </a:srgbClr>
              </a:solidFill>
              <a:latin typeface="Roboto Condensed"/>
              <a:cs typeface="Simplified Arabic" panose="02020603050405020304" pitchFamily="18" charset="-78"/>
            </a:endParaRPr>
          </a:p>
        </p:txBody>
      </p:sp>
      <p:sp>
        <p:nvSpPr>
          <p:cNvPr id="77" name="Oval 76"/>
          <p:cNvSpPr/>
          <p:nvPr/>
        </p:nvSpPr>
        <p:spPr>
          <a:xfrm>
            <a:off x="8461430" y="3314306"/>
            <a:ext cx="233680" cy="23368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a:solidFill>
                <a:srgbClr val="FFFFFF"/>
              </a:solidFill>
            </a:endParaRPr>
          </a:p>
        </p:txBody>
      </p:sp>
      <p:sp>
        <p:nvSpPr>
          <p:cNvPr id="78" name="TextBox 77"/>
          <p:cNvSpPr txBox="1"/>
          <p:nvPr/>
        </p:nvSpPr>
        <p:spPr>
          <a:xfrm>
            <a:off x="7390449" y="3946366"/>
            <a:ext cx="1047905" cy="502766"/>
          </a:xfrm>
          <a:prstGeom prst="rect">
            <a:avLst/>
          </a:prstGeom>
          <a:noFill/>
        </p:spPr>
        <p:txBody>
          <a:bodyPr wrap="square" rtlCol="0" anchor="ctr">
            <a:spAutoFit/>
          </a:bodyPr>
          <a:lstStyle/>
          <a:p>
            <a:pPr algn="r" defTabSz="1375467" fontAlgn="auto">
              <a:spcBef>
                <a:spcPts val="0"/>
              </a:spcBef>
              <a:spcAft>
                <a:spcPts val="0"/>
              </a:spcAft>
            </a:pPr>
            <a:r>
              <a:rPr lang="ar-SA" sz="2667" b="1" dirty="0" smtClean="0">
                <a:solidFill>
                  <a:srgbClr val="633247"/>
                </a:solidFill>
                <a:latin typeface="Roboto Medium"/>
                <a:cs typeface="Simplified Arabic" panose="02020603050405020304" pitchFamily="18" charset="-78"/>
              </a:rPr>
              <a:t>‌د</a:t>
            </a:r>
            <a:endParaRPr lang="en-US" sz="2667" b="1" dirty="0">
              <a:solidFill>
                <a:srgbClr val="633247"/>
              </a:solidFill>
              <a:latin typeface="Roboto Medium"/>
              <a:cs typeface="Simplified Arabic" panose="02020603050405020304" pitchFamily="18" charset="-78"/>
            </a:endParaRPr>
          </a:p>
        </p:txBody>
      </p:sp>
      <p:sp>
        <p:nvSpPr>
          <p:cNvPr id="79" name="Right Brace 78"/>
          <p:cNvSpPr/>
          <p:nvPr/>
        </p:nvSpPr>
        <p:spPr>
          <a:xfrm>
            <a:off x="8519633" y="3725680"/>
            <a:ext cx="134837" cy="944139"/>
          </a:xfrm>
          <a:prstGeom prst="rightBrace">
            <a:avLst>
              <a:gd name="adj1" fmla="val 54159"/>
              <a:gd name="adj2" fmla="val 50000"/>
            </a:avLst>
          </a:prstGeom>
          <a:ln w="19050">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fontAlgn="auto">
              <a:spcBef>
                <a:spcPts val="0"/>
              </a:spcBef>
              <a:spcAft>
                <a:spcPts val="0"/>
              </a:spcAft>
            </a:pPr>
            <a:endParaRPr lang="en-US" sz="2667">
              <a:solidFill>
                <a:srgbClr val="262626"/>
              </a:solidFill>
            </a:endParaRPr>
          </a:p>
        </p:txBody>
      </p:sp>
      <p:sp>
        <p:nvSpPr>
          <p:cNvPr id="80" name="TextBox 79"/>
          <p:cNvSpPr txBox="1"/>
          <p:nvPr/>
        </p:nvSpPr>
        <p:spPr>
          <a:xfrm>
            <a:off x="8713738" y="3623234"/>
            <a:ext cx="2954370" cy="1938992"/>
          </a:xfrm>
          <a:prstGeom prst="rect">
            <a:avLst/>
          </a:prstGeom>
          <a:noFill/>
        </p:spPr>
        <p:txBody>
          <a:bodyPr wrap="square" rtlCol="0">
            <a:spAutoFit/>
          </a:bodyPr>
          <a:lstStyle/>
          <a:p>
            <a:pPr algn="r" defTabSz="1375467" rtl="1" fontAlgn="auto">
              <a:spcBef>
                <a:spcPts val="0"/>
              </a:spcBef>
              <a:spcAft>
                <a:spcPts val="0"/>
              </a:spcAft>
            </a:pPr>
            <a:r>
              <a:rPr lang="ar-OM" sz="2400" b="1" dirty="0" smtClean="0">
                <a:solidFill>
                  <a:srgbClr val="262626"/>
                </a:solidFill>
                <a:cs typeface="Simplified Arabic" panose="02020603050405020304" pitchFamily="18" charset="-78"/>
              </a:rPr>
              <a:t>وصولاً </a:t>
            </a:r>
            <a:r>
              <a:rPr lang="ar-OM" sz="2400" b="1" dirty="0">
                <a:solidFill>
                  <a:srgbClr val="262626"/>
                </a:solidFill>
                <a:cs typeface="Simplified Arabic" panose="02020603050405020304" pitchFamily="18" charset="-78"/>
              </a:rPr>
              <a:t>للقرن الحادي والعشرين، ظهرت الأجيال الحديثة من هذا الهاتف، وتعددت فيه الإمكانات والأنظمة التي فاقت الخيال</a:t>
            </a:r>
            <a:endParaRPr lang="en-US" b="1" dirty="0">
              <a:solidFill>
                <a:srgbClr val="FFFFFF">
                  <a:lumMod val="65000"/>
                </a:srgbClr>
              </a:solidFill>
              <a:latin typeface="Roboto Condensed"/>
              <a:cs typeface="Simplified Arabic" panose="02020603050405020304" pitchFamily="18" charset="-78"/>
            </a:endParaRPr>
          </a:p>
        </p:txBody>
      </p:sp>
      <p:sp>
        <p:nvSpPr>
          <p:cNvPr id="36" name="Rectangle 35"/>
          <p:cNvSpPr/>
          <p:nvPr/>
        </p:nvSpPr>
        <p:spPr>
          <a:xfrm>
            <a:off x="320688" y="676769"/>
            <a:ext cx="11347420" cy="707886"/>
          </a:xfrm>
          <a:prstGeom prst="rect">
            <a:avLst/>
          </a:prstGeom>
        </p:spPr>
        <p:txBody>
          <a:bodyPr wrap="square">
            <a:spAutoFit/>
          </a:bodyPr>
          <a:lstStyle/>
          <a:p>
            <a:pPr algn="ctr" rtl="1" fontAlgn="auto">
              <a:spcBef>
                <a:spcPts val="0"/>
              </a:spcBef>
              <a:spcAft>
                <a:spcPts val="0"/>
              </a:spcAft>
              <a:defRPr/>
            </a:pPr>
            <a:r>
              <a:rPr lang="ar-SA" sz="4000" b="1" u="sng" kern="0" dirty="0">
                <a:solidFill>
                  <a:srgbClr val="FF0000"/>
                </a:solidFill>
                <a:cs typeface="Simplified Arabic" panose="02020603050405020304" pitchFamily="18" charset="-78"/>
              </a:rPr>
              <a:t>1.	التطور التاريخي</a:t>
            </a:r>
            <a:endParaRPr lang="en-US" sz="4000" u="sng" kern="0" dirty="0" smtClean="0">
              <a:solidFill>
                <a:srgbClr val="FF0000"/>
              </a:solidFill>
              <a:cs typeface="Simplified Arabic" panose="02020603050405020304" pitchFamily="18" charset="-78"/>
            </a:endParaRPr>
          </a:p>
        </p:txBody>
      </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3064600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 calcmode="lin" valueType="num">
                                      <p:cBhvr>
                                        <p:cTn id="17" dur="500" fill="hold"/>
                                        <p:tgtEl>
                                          <p:spTgt spid="21"/>
                                        </p:tgtEl>
                                        <p:attrNameLst>
                                          <p:attrName>ppt_w</p:attrName>
                                        </p:attrNameLst>
                                      </p:cBhvr>
                                      <p:tavLst>
                                        <p:tav tm="0">
                                          <p:val>
                                            <p:fltVal val="0"/>
                                          </p:val>
                                        </p:tav>
                                        <p:tav tm="100000">
                                          <p:val>
                                            <p:strVal val="#ppt_w"/>
                                          </p:val>
                                        </p:tav>
                                      </p:tavLst>
                                    </p:anim>
                                    <p:anim calcmode="lin" valueType="num">
                                      <p:cBhvr>
                                        <p:cTn id="18" dur="500" fill="hold"/>
                                        <p:tgtEl>
                                          <p:spTgt spid="21"/>
                                        </p:tgtEl>
                                        <p:attrNameLst>
                                          <p:attrName>ppt_h</p:attrName>
                                        </p:attrNameLst>
                                      </p:cBhvr>
                                      <p:tavLst>
                                        <p:tav tm="0">
                                          <p:val>
                                            <p:fltVal val="0"/>
                                          </p:val>
                                        </p:tav>
                                        <p:tav tm="100000">
                                          <p:val>
                                            <p:strVal val="#ppt_h"/>
                                          </p:val>
                                        </p:tav>
                                      </p:tavLst>
                                    </p:anim>
                                    <p:animEffect transition="in" filter="fade">
                                      <p:cBhvr>
                                        <p:cTn id="19" dur="500"/>
                                        <p:tgtEl>
                                          <p:spTgt spid="21"/>
                                        </p:tgtEl>
                                      </p:cBhvr>
                                    </p:animEffect>
                                  </p:childTnLst>
                                </p:cTn>
                              </p:par>
                            </p:childTnLst>
                          </p:cTn>
                        </p:par>
                        <p:par>
                          <p:cTn id="20" fill="hold">
                            <p:stCondLst>
                              <p:cond delay="1500"/>
                            </p:stCondLst>
                            <p:childTnLst>
                              <p:par>
                                <p:cTn id="21" presetID="22" presetClass="entr" presetSubtype="8"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left)">
                                      <p:cBhvr>
                                        <p:cTn id="27" dur="500"/>
                                        <p:tgtEl>
                                          <p:spTgt spid="25"/>
                                        </p:tgtEl>
                                      </p:cBhvr>
                                    </p:animEffect>
                                  </p:childTnLst>
                                </p:cTn>
                              </p:par>
                            </p:childTnLst>
                          </p:cTn>
                        </p:par>
                        <p:par>
                          <p:cTn id="28" fill="hold">
                            <p:stCondLst>
                              <p:cond delay="2500"/>
                            </p:stCondLst>
                            <p:childTnLst>
                              <p:par>
                                <p:cTn id="29" presetID="53" presetClass="entr" presetSubtype="16" fill="hold" grpId="0" nodeType="afterEffect">
                                  <p:stCondLst>
                                    <p:cond delay="0"/>
                                  </p:stCondLst>
                                  <p:childTnLst>
                                    <p:set>
                                      <p:cBhvr>
                                        <p:cTn id="30" dur="1" fill="hold">
                                          <p:stCondLst>
                                            <p:cond delay="0"/>
                                          </p:stCondLst>
                                        </p:cTn>
                                        <p:tgtEl>
                                          <p:spTgt spid="26"/>
                                        </p:tgtEl>
                                        <p:attrNameLst>
                                          <p:attrName>style.visibility</p:attrName>
                                        </p:attrNameLst>
                                      </p:cBhvr>
                                      <p:to>
                                        <p:strVal val="visible"/>
                                      </p:to>
                                    </p:set>
                                    <p:anim calcmode="lin" valueType="num">
                                      <p:cBhvr>
                                        <p:cTn id="31" dur="500" fill="hold"/>
                                        <p:tgtEl>
                                          <p:spTgt spid="26"/>
                                        </p:tgtEl>
                                        <p:attrNameLst>
                                          <p:attrName>ppt_w</p:attrName>
                                        </p:attrNameLst>
                                      </p:cBhvr>
                                      <p:tavLst>
                                        <p:tav tm="0">
                                          <p:val>
                                            <p:fltVal val="0"/>
                                          </p:val>
                                        </p:tav>
                                        <p:tav tm="100000">
                                          <p:val>
                                            <p:strVal val="#ppt_w"/>
                                          </p:val>
                                        </p:tav>
                                      </p:tavLst>
                                    </p:anim>
                                    <p:anim calcmode="lin" valueType="num">
                                      <p:cBhvr>
                                        <p:cTn id="32" dur="500" fill="hold"/>
                                        <p:tgtEl>
                                          <p:spTgt spid="26"/>
                                        </p:tgtEl>
                                        <p:attrNameLst>
                                          <p:attrName>ppt_h</p:attrName>
                                        </p:attrNameLst>
                                      </p:cBhvr>
                                      <p:tavLst>
                                        <p:tav tm="0">
                                          <p:val>
                                            <p:fltVal val="0"/>
                                          </p:val>
                                        </p:tav>
                                        <p:tav tm="100000">
                                          <p:val>
                                            <p:strVal val="#ppt_h"/>
                                          </p:val>
                                        </p:tav>
                                      </p:tavLst>
                                    </p:anim>
                                    <p:animEffect transition="in" filter="fade">
                                      <p:cBhvr>
                                        <p:cTn id="33" dur="500"/>
                                        <p:tgtEl>
                                          <p:spTgt spid="26"/>
                                        </p:tgtEl>
                                      </p:cBhvr>
                                    </p:animEffect>
                                  </p:childTnLst>
                                </p:cTn>
                              </p:par>
                            </p:childTnLst>
                          </p:cTn>
                        </p:par>
                        <p:par>
                          <p:cTn id="34" fill="hold">
                            <p:stCondLst>
                              <p:cond delay="3000"/>
                            </p:stCondLst>
                            <p:childTnLst>
                              <p:par>
                                <p:cTn id="35" presetID="53" presetClass="entr" presetSubtype="16"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childTnLst>
                          </p:cTn>
                        </p:par>
                        <p:par>
                          <p:cTn id="40" fill="hold">
                            <p:stCondLst>
                              <p:cond delay="3500"/>
                            </p:stCondLst>
                            <p:childTnLst>
                              <p:par>
                                <p:cTn id="41" presetID="22" presetClass="entr" presetSubtype="8" fill="hold" grpId="0" nodeType="after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wipe(left)">
                                      <p:cBhvr>
                                        <p:cTn id="43" dur="500"/>
                                        <p:tgtEl>
                                          <p:spTgt spid="28"/>
                                        </p:tgtEl>
                                      </p:cBhvr>
                                    </p:animEffect>
                                  </p:childTnLst>
                                </p:cTn>
                              </p:par>
                            </p:childTnLst>
                          </p:cTn>
                        </p:par>
                        <p:par>
                          <p:cTn id="44" fill="hold">
                            <p:stCondLst>
                              <p:cond delay="4000"/>
                            </p:stCondLst>
                            <p:childTnLst>
                              <p:par>
                                <p:cTn id="45" presetID="22" presetClass="entr" presetSubtype="8" fill="hold" grpId="0" nodeType="after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wipe(left)">
                                      <p:cBhvr>
                                        <p:cTn id="47" dur="500"/>
                                        <p:tgtEl>
                                          <p:spTgt spid="29"/>
                                        </p:tgtEl>
                                      </p:cBhvr>
                                    </p:animEffect>
                                  </p:childTnLst>
                                </p:cTn>
                              </p:par>
                            </p:childTnLst>
                          </p:cTn>
                        </p:par>
                        <p:par>
                          <p:cTn id="48" fill="hold">
                            <p:stCondLst>
                              <p:cond delay="4500"/>
                            </p:stCondLst>
                            <p:childTnLst>
                              <p:par>
                                <p:cTn id="49" presetID="53" presetClass="entr" presetSubtype="16" fill="hold" grpId="0" nodeType="afterEffect">
                                  <p:stCondLst>
                                    <p:cond delay="0"/>
                                  </p:stCondLst>
                                  <p:childTnLst>
                                    <p:set>
                                      <p:cBhvr>
                                        <p:cTn id="50" dur="1" fill="hold">
                                          <p:stCondLst>
                                            <p:cond delay="0"/>
                                          </p:stCondLst>
                                        </p:cTn>
                                        <p:tgtEl>
                                          <p:spTgt spid="73"/>
                                        </p:tgtEl>
                                        <p:attrNameLst>
                                          <p:attrName>style.visibility</p:attrName>
                                        </p:attrNameLst>
                                      </p:cBhvr>
                                      <p:to>
                                        <p:strVal val="visible"/>
                                      </p:to>
                                    </p:set>
                                    <p:anim calcmode="lin" valueType="num">
                                      <p:cBhvr>
                                        <p:cTn id="51" dur="500" fill="hold"/>
                                        <p:tgtEl>
                                          <p:spTgt spid="73"/>
                                        </p:tgtEl>
                                        <p:attrNameLst>
                                          <p:attrName>ppt_w</p:attrName>
                                        </p:attrNameLst>
                                      </p:cBhvr>
                                      <p:tavLst>
                                        <p:tav tm="0">
                                          <p:val>
                                            <p:fltVal val="0"/>
                                          </p:val>
                                        </p:tav>
                                        <p:tav tm="100000">
                                          <p:val>
                                            <p:strVal val="#ppt_w"/>
                                          </p:val>
                                        </p:tav>
                                      </p:tavLst>
                                    </p:anim>
                                    <p:anim calcmode="lin" valueType="num">
                                      <p:cBhvr>
                                        <p:cTn id="52" dur="500" fill="hold"/>
                                        <p:tgtEl>
                                          <p:spTgt spid="73"/>
                                        </p:tgtEl>
                                        <p:attrNameLst>
                                          <p:attrName>ppt_h</p:attrName>
                                        </p:attrNameLst>
                                      </p:cBhvr>
                                      <p:tavLst>
                                        <p:tav tm="0">
                                          <p:val>
                                            <p:fltVal val="0"/>
                                          </p:val>
                                        </p:tav>
                                        <p:tav tm="100000">
                                          <p:val>
                                            <p:strVal val="#ppt_h"/>
                                          </p:val>
                                        </p:tav>
                                      </p:tavLst>
                                    </p:anim>
                                    <p:animEffect transition="in" filter="fade">
                                      <p:cBhvr>
                                        <p:cTn id="53" dur="500"/>
                                        <p:tgtEl>
                                          <p:spTgt spid="73"/>
                                        </p:tgtEl>
                                      </p:cBhvr>
                                    </p:animEffect>
                                  </p:childTnLst>
                                </p:cTn>
                              </p:par>
                            </p:childTnLst>
                          </p:cTn>
                        </p:par>
                        <p:par>
                          <p:cTn id="54" fill="hold">
                            <p:stCondLst>
                              <p:cond delay="5000"/>
                            </p:stCondLst>
                            <p:childTnLst>
                              <p:par>
                                <p:cTn id="55" presetID="53" presetClass="entr" presetSubtype="16" fill="hold" grpId="0" nodeType="afterEffect">
                                  <p:stCondLst>
                                    <p:cond delay="0"/>
                                  </p:stCondLst>
                                  <p:childTnLst>
                                    <p:set>
                                      <p:cBhvr>
                                        <p:cTn id="56" dur="1" fill="hold">
                                          <p:stCondLst>
                                            <p:cond delay="0"/>
                                          </p:stCondLst>
                                        </p:cTn>
                                        <p:tgtEl>
                                          <p:spTgt spid="74"/>
                                        </p:tgtEl>
                                        <p:attrNameLst>
                                          <p:attrName>style.visibility</p:attrName>
                                        </p:attrNameLst>
                                      </p:cBhvr>
                                      <p:to>
                                        <p:strVal val="visible"/>
                                      </p:to>
                                    </p:set>
                                    <p:anim calcmode="lin" valueType="num">
                                      <p:cBhvr>
                                        <p:cTn id="57" dur="500" fill="hold"/>
                                        <p:tgtEl>
                                          <p:spTgt spid="74"/>
                                        </p:tgtEl>
                                        <p:attrNameLst>
                                          <p:attrName>ppt_w</p:attrName>
                                        </p:attrNameLst>
                                      </p:cBhvr>
                                      <p:tavLst>
                                        <p:tav tm="0">
                                          <p:val>
                                            <p:fltVal val="0"/>
                                          </p:val>
                                        </p:tav>
                                        <p:tav tm="100000">
                                          <p:val>
                                            <p:strVal val="#ppt_w"/>
                                          </p:val>
                                        </p:tav>
                                      </p:tavLst>
                                    </p:anim>
                                    <p:anim calcmode="lin" valueType="num">
                                      <p:cBhvr>
                                        <p:cTn id="58" dur="500" fill="hold"/>
                                        <p:tgtEl>
                                          <p:spTgt spid="74"/>
                                        </p:tgtEl>
                                        <p:attrNameLst>
                                          <p:attrName>ppt_h</p:attrName>
                                        </p:attrNameLst>
                                      </p:cBhvr>
                                      <p:tavLst>
                                        <p:tav tm="0">
                                          <p:val>
                                            <p:fltVal val="0"/>
                                          </p:val>
                                        </p:tav>
                                        <p:tav tm="100000">
                                          <p:val>
                                            <p:strVal val="#ppt_h"/>
                                          </p:val>
                                        </p:tav>
                                      </p:tavLst>
                                    </p:anim>
                                    <p:animEffect transition="in" filter="fade">
                                      <p:cBhvr>
                                        <p:cTn id="59" dur="500"/>
                                        <p:tgtEl>
                                          <p:spTgt spid="74"/>
                                        </p:tgtEl>
                                      </p:cBhvr>
                                    </p:animEffect>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wipe(left)">
                                      <p:cBhvr>
                                        <p:cTn id="63" dur="500"/>
                                        <p:tgtEl>
                                          <p:spTgt spid="75"/>
                                        </p:tgtEl>
                                      </p:cBhvr>
                                    </p:animEffect>
                                  </p:childTnLst>
                                </p:cTn>
                              </p:par>
                            </p:childTnLst>
                          </p:cTn>
                        </p:par>
                        <p:par>
                          <p:cTn id="64" fill="hold">
                            <p:stCondLst>
                              <p:cond delay="6000"/>
                            </p:stCondLst>
                            <p:childTnLst>
                              <p:par>
                                <p:cTn id="65" presetID="22" presetClass="entr" presetSubtype="8" fill="hold" grpId="0" nodeType="afterEffect">
                                  <p:stCondLst>
                                    <p:cond delay="0"/>
                                  </p:stCondLst>
                                  <p:childTnLst>
                                    <p:set>
                                      <p:cBhvr>
                                        <p:cTn id="66" dur="1" fill="hold">
                                          <p:stCondLst>
                                            <p:cond delay="0"/>
                                          </p:stCondLst>
                                        </p:cTn>
                                        <p:tgtEl>
                                          <p:spTgt spid="76"/>
                                        </p:tgtEl>
                                        <p:attrNameLst>
                                          <p:attrName>style.visibility</p:attrName>
                                        </p:attrNameLst>
                                      </p:cBhvr>
                                      <p:to>
                                        <p:strVal val="visible"/>
                                      </p:to>
                                    </p:set>
                                    <p:animEffect transition="in" filter="wipe(left)">
                                      <p:cBhvr>
                                        <p:cTn id="67" dur="500"/>
                                        <p:tgtEl>
                                          <p:spTgt spid="76"/>
                                        </p:tgtEl>
                                      </p:cBhvr>
                                    </p:animEffect>
                                  </p:childTnLst>
                                </p:cTn>
                              </p:par>
                            </p:childTnLst>
                          </p:cTn>
                        </p:par>
                        <p:par>
                          <p:cTn id="68" fill="hold">
                            <p:stCondLst>
                              <p:cond delay="6500"/>
                            </p:stCondLst>
                            <p:childTnLst>
                              <p:par>
                                <p:cTn id="69" presetID="53" presetClass="entr" presetSubtype="16" fill="hold" grpId="0" nodeType="afterEffect">
                                  <p:stCondLst>
                                    <p:cond delay="0"/>
                                  </p:stCondLst>
                                  <p:childTnLst>
                                    <p:set>
                                      <p:cBhvr>
                                        <p:cTn id="70" dur="1" fill="hold">
                                          <p:stCondLst>
                                            <p:cond delay="0"/>
                                          </p:stCondLst>
                                        </p:cTn>
                                        <p:tgtEl>
                                          <p:spTgt spid="77"/>
                                        </p:tgtEl>
                                        <p:attrNameLst>
                                          <p:attrName>style.visibility</p:attrName>
                                        </p:attrNameLst>
                                      </p:cBhvr>
                                      <p:to>
                                        <p:strVal val="visible"/>
                                      </p:to>
                                    </p:set>
                                    <p:anim calcmode="lin" valueType="num">
                                      <p:cBhvr>
                                        <p:cTn id="71" dur="500" fill="hold"/>
                                        <p:tgtEl>
                                          <p:spTgt spid="77"/>
                                        </p:tgtEl>
                                        <p:attrNameLst>
                                          <p:attrName>ppt_w</p:attrName>
                                        </p:attrNameLst>
                                      </p:cBhvr>
                                      <p:tavLst>
                                        <p:tav tm="0">
                                          <p:val>
                                            <p:fltVal val="0"/>
                                          </p:val>
                                        </p:tav>
                                        <p:tav tm="100000">
                                          <p:val>
                                            <p:strVal val="#ppt_w"/>
                                          </p:val>
                                        </p:tav>
                                      </p:tavLst>
                                    </p:anim>
                                    <p:anim calcmode="lin" valueType="num">
                                      <p:cBhvr>
                                        <p:cTn id="72" dur="500" fill="hold"/>
                                        <p:tgtEl>
                                          <p:spTgt spid="77"/>
                                        </p:tgtEl>
                                        <p:attrNameLst>
                                          <p:attrName>ppt_h</p:attrName>
                                        </p:attrNameLst>
                                      </p:cBhvr>
                                      <p:tavLst>
                                        <p:tav tm="0">
                                          <p:val>
                                            <p:fltVal val="0"/>
                                          </p:val>
                                        </p:tav>
                                        <p:tav tm="100000">
                                          <p:val>
                                            <p:strVal val="#ppt_h"/>
                                          </p:val>
                                        </p:tav>
                                      </p:tavLst>
                                    </p:anim>
                                    <p:animEffect transition="in" filter="fade">
                                      <p:cBhvr>
                                        <p:cTn id="73" dur="500"/>
                                        <p:tgtEl>
                                          <p:spTgt spid="77"/>
                                        </p:tgtEl>
                                      </p:cBhvr>
                                    </p:animEffect>
                                  </p:childTnLst>
                                </p:cTn>
                              </p:par>
                            </p:childTnLst>
                          </p:cTn>
                        </p:par>
                        <p:par>
                          <p:cTn id="74" fill="hold">
                            <p:stCondLst>
                              <p:cond delay="7000"/>
                            </p:stCondLst>
                            <p:childTnLst>
                              <p:par>
                                <p:cTn id="75" presetID="53" presetClass="entr" presetSubtype="16" fill="hold" grpId="0" nodeType="afterEffect">
                                  <p:stCondLst>
                                    <p:cond delay="0"/>
                                  </p:stCondLst>
                                  <p:childTnLst>
                                    <p:set>
                                      <p:cBhvr>
                                        <p:cTn id="76" dur="1" fill="hold">
                                          <p:stCondLst>
                                            <p:cond delay="0"/>
                                          </p:stCondLst>
                                        </p:cTn>
                                        <p:tgtEl>
                                          <p:spTgt spid="78"/>
                                        </p:tgtEl>
                                        <p:attrNameLst>
                                          <p:attrName>style.visibility</p:attrName>
                                        </p:attrNameLst>
                                      </p:cBhvr>
                                      <p:to>
                                        <p:strVal val="visible"/>
                                      </p:to>
                                    </p:set>
                                    <p:anim calcmode="lin" valueType="num">
                                      <p:cBhvr>
                                        <p:cTn id="77" dur="500" fill="hold"/>
                                        <p:tgtEl>
                                          <p:spTgt spid="78"/>
                                        </p:tgtEl>
                                        <p:attrNameLst>
                                          <p:attrName>ppt_w</p:attrName>
                                        </p:attrNameLst>
                                      </p:cBhvr>
                                      <p:tavLst>
                                        <p:tav tm="0">
                                          <p:val>
                                            <p:fltVal val="0"/>
                                          </p:val>
                                        </p:tav>
                                        <p:tav tm="100000">
                                          <p:val>
                                            <p:strVal val="#ppt_w"/>
                                          </p:val>
                                        </p:tav>
                                      </p:tavLst>
                                    </p:anim>
                                    <p:anim calcmode="lin" valueType="num">
                                      <p:cBhvr>
                                        <p:cTn id="78" dur="500" fill="hold"/>
                                        <p:tgtEl>
                                          <p:spTgt spid="78"/>
                                        </p:tgtEl>
                                        <p:attrNameLst>
                                          <p:attrName>ppt_h</p:attrName>
                                        </p:attrNameLst>
                                      </p:cBhvr>
                                      <p:tavLst>
                                        <p:tav tm="0">
                                          <p:val>
                                            <p:fltVal val="0"/>
                                          </p:val>
                                        </p:tav>
                                        <p:tav tm="100000">
                                          <p:val>
                                            <p:strVal val="#ppt_h"/>
                                          </p:val>
                                        </p:tav>
                                      </p:tavLst>
                                    </p:anim>
                                    <p:animEffect transition="in" filter="fade">
                                      <p:cBhvr>
                                        <p:cTn id="79" dur="500"/>
                                        <p:tgtEl>
                                          <p:spTgt spid="78"/>
                                        </p:tgtEl>
                                      </p:cBhvr>
                                    </p:animEffect>
                                  </p:childTnLst>
                                </p:cTn>
                              </p:par>
                            </p:childTnLst>
                          </p:cTn>
                        </p:par>
                        <p:par>
                          <p:cTn id="80" fill="hold">
                            <p:stCondLst>
                              <p:cond delay="7500"/>
                            </p:stCondLst>
                            <p:childTnLst>
                              <p:par>
                                <p:cTn id="81" presetID="22" presetClass="entr" presetSubtype="8" fill="hold" grpId="0" nodeType="afterEffect">
                                  <p:stCondLst>
                                    <p:cond delay="0"/>
                                  </p:stCondLst>
                                  <p:childTnLst>
                                    <p:set>
                                      <p:cBhvr>
                                        <p:cTn id="82" dur="1" fill="hold">
                                          <p:stCondLst>
                                            <p:cond delay="0"/>
                                          </p:stCondLst>
                                        </p:cTn>
                                        <p:tgtEl>
                                          <p:spTgt spid="79"/>
                                        </p:tgtEl>
                                        <p:attrNameLst>
                                          <p:attrName>style.visibility</p:attrName>
                                        </p:attrNameLst>
                                      </p:cBhvr>
                                      <p:to>
                                        <p:strVal val="visible"/>
                                      </p:to>
                                    </p:set>
                                    <p:animEffect transition="in" filter="wipe(left)">
                                      <p:cBhvr>
                                        <p:cTn id="83" dur="500"/>
                                        <p:tgtEl>
                                          <p:spTgt spid="79"/>
                                        </p:tgtEl>
                                      </p:cBhvr>
                                    </p:animEffect>
                                  </p:childTnLst>
                                </p:cTn>
                              </p:par>
                            </p:childTnLst>
                          </p:cTn>
                        </p:par>
                        <p:par>
                          <p:cTn id="84" fill="hold">
                            <p:stCondLst>
                              <p:cond delay="8000"/>
                            </p:stCondLst>
                            <p:childTnLst>
                              <p:par>
                                <p:cTn id="85" presetID="22" presetClass="entr" presetSubtype="8" fill="hold" grpId="0" nodeType="afterEffect">
                                  <p:stCondLst>
                                    <p:cond delay="0"/>
                                  </p:stCondLst>
                                  <p:childTnLst>
                                    <p:set>
                                      <p:cBhvr>
                                        <p:cTn id="86" dur="1" fill="hold">
                                          <p:stCondLst>
                                            <p:cond delay="0"/>
                                          </p:stCondLst>
                                        </p:cTn>
                                        <p:tgtEl>
                                          <p:spTgt spid="80"/>
                                        </p:tgtEl>
                                        <p:attrNameLst>
                                          <p:attrName>style.visibility</p:attrName>
                                        </p:attrNameLst>
                                      </p:cBhvr>
                                      <p:to>
                                        <p:strVal val="visible"/>
                                      </p:to>
                                    </p:set>
                                    <p:animEffect transition="in" filter="wipe(left)">
                                      <p:cBhvr>
                                        <p:cTn id="87"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1" grpId="0"/>
      <p:bldP spid="24" grpId="0" animBg="1"/>
      <p:bldP spid="25" grpId="0"/>
      <p:bldP spid="26" grpId="0" animBg="1"/>
      <p:bldP spid="27" grpId="0"/>
      <p:bldP spid="28" grpId="0" animBg="1"/>
      <p:bldP spid="29" grpId="0"/>
      <p:bldP spid="73" grpId="0" animBg="1"/>
      <p:bldP spid="74" grpId="0"/>
      <p:bldP spid="75" grpId="0" animBg="1"/>
      <p:bldP spid="76" grpId="0"/>
      <p:bldP spid="77" grpId="0" animBg="1"/>
      <p:bldP spid="78" grpId="0"/>
      <p:bldP spid="79" grpId="0" animBg="1"/>
      <p:bldP spid="80" grpId="0"/>
    </p:bld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155958"/>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0" name="TextBox 9"/>
          <p:cNvSpPr txBox="1"/>
          <p:nvPr/>
        </p:nvSpPr>
        <p:spPr>
          <a:xfrm>
            <a:off x="382973" y="4106782"/>
            <a:ext cx="11426054" cy="1815882"/>
          </a:xfrm>
          <a:prstGeom prst="rect">
            <a:avLst/>
          </a:prstGeom>
          <a:noFill/>
        </p:spPr>
        <p:txBody>
          <a:bodyPr wrap="square" rtlCol="0">
            <a:spAutoFit/>
          </a:bodyPr>
          <a:lstStyle/>
          <a:p>
            <a:pPr algn="ctr" rtl="1" fontAlgn="auto">
              <a:spcBef>
                <a:spcPts val="0"/>
              </a:spcBef>
              <a:spcAft>
                <a:spcPts val="0"/>
              </a:spcAft>
            </a:pPr>
            <a:r>
              <a:rPr lang="ar-SA" sz="2800" b="1" dirty="0">
                <a:solidFill>
                  <a:prstClr val="black"/>
                </a:solidFill>
                <a:cs typeface="Simplified Arabic" panose="02020603050405020304" pitchFamily="18" charset="-78"/>
              </a:rPr>
              <a:t>كان لاستخدام الهواتف المحمولة تأثيراً كبيراً على العملية التربوية، فلم يعد النموذج التقليدي في التعليم الذى يعتمد على الحفظ والتلقين والاعتماد على المعلم كمحور للعملية التعليمية والكتاب كمصدر أساسي للمعرفة مع المعلم هو النموذج المناسب، بل كان للثورة الصناعية والتطور التقني الذى لازمها الفضل في ميلاد نموذج جديد هو أنظمة التعليم المتنقل</a:t>
            </a:r>
          </a:p>
        </p:txBody>
      </p:sp>
      <p:sp>
        <p:nvSpPr>
          <p:cNvPr id="20" name="Title 6"/>
          <p:cNvSpPr txBox="1">
            <a:spLocks/>
          </p:cNvSpPr>
          <p:nvPr/>
        </p:nvSpPr>
        <p:spPr>
          <a:xfrm>
            <a:off x="1270000" y="359801"/>
            <a:ext cx="9652000" cy="471365"/>
          </a:xfrm>
          <a:prstGeom prst="rect">
            <a:avLst/>
          </a:prstGeom>
        </p:spPr>
        <p:txBody>
          <a:bodyPr wrap="none" lIns="0" tIns="0" rIns="0" bIns="0" anchor="ctr">
            <a:noAutofit/>
          </a:bodyPr>
          <a:lstStyle>
            <a:lvl1pPr algn="ctr" defTabSz="1219139" rtl="0" eaLnBrk="1" latinLnBrk="0" hangingPunct="1">
              <a:spcBef>
                <a:spcPct val="0"/>
              </a:spcBef>
              <a:buNone/>
              <a:defRPr sz="4000" b="1" kern="1200" baseline="0">
                <a:solidFill>
                  <a:schemeClr val="tx1">
                    <a:lumMod val="50000"/>
                    <a:lumOff val="50000"/>
                  </a:schemeClr>
                </a:solidFill>
                <a:latin typeface="Roboto" panose="02000000000000000000" pitchFamily="2" charset="0"/>
                <a:ea typeface="Roboto" panose="02000000000000000000" pitchFamily="2" charset="0"/>
                <a:cs typeface="+mj-cs"/>
              </a:defRPr>
            </a:lvl1pPr>
          </a:lstStyle>
          <a:p>
            <a:pPr rtl="1" fontAlgn="auto">
              <a:spcAft>
                <a:spcPts val="0"/>
              </a:spcAft>
            </a:pPr>
            <a:r>
              <a:rPr lang="ar-SA" u="sng" dirty="0">
                <a:solidFill>
                  <a:srgbClr val="FF0000"/>
                </a:solidFill>
              </a:rPr>
              <a:t>2.	ما الغرض التعليمي للهواتف المحمولة؟</a:t>
            </a:r>
            <a:endParaRPr lang="en-US" u="sng" dirty="0">
              <a:solidFill>
                <a:srgbClr val="FF0000"/>
              </a:solidFill>
            </a:endParaRPr>
          </a:p>
        </p:txBody>
      </p:sp>
      <p:sp>
        <p:nvSpPr>
          <p:cNvPr id="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42614141"/>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10" grpId="0"/>
    </p:bld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pPr rtl="1"/>
            <a:r>
              <a:rPr lang="ar-SA" u="sng" dirty="0">
                <a:solidFill>
                  <a:srgbClr val="FF0000"/>
                </a:solidFill>
              </a:rPr>
              <a:t>3.	مزايا التعليم المتنقل (النقال)</a:t>
            </a:r>
            <a:endParaRPr lang="en-US" u="sng" dirty="0">
              <a:solidFill>
                <a:srgbClr val="FF0000"/>
              </a:solidFill>
            </a:endParaRPr>
          </a:p>
        </p:txBody>
      </p:sp>
      <p:sp>
        <p:nvSpPr>
          <p:cNvPr id="27" name="Text Placeholder 3"/>
          <p:cNvSpPr txBox="1">
            <a:spLocks/>
          </p:cNvSpPr>
          <p:nvPr/>
        </p:nvSpPr>
        <p:spPr>
          <a:xfrm>
            <a:off x="6714666" y="2104118"/>
            <a:ext cx="5081954"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‌إمكانية </a:t>
            </a:r>
            <a:r>
              <a:rPr lang="ar-SA" sz="2800" b="1" dirty="0">
                <a:solidFill>
                  <a:srgbClr val="262626"/>
                </a:solidFill>
                <a:latin typeface="Roboto Condensed"/>
                <a:cs typeface="Simplified Arabic" panose="02020603050405020304" pitchFamily="18" charset="-78"/>
              </a:rPr>
              <a:t>التعلم أثناء التنقل ودون الالتزام بالتواجد في أماكن محددة.</a:t>
            </a:r>
            <a:endParaRPr lang="en-US" sz="2800" b="1" dirty="0">
              <a:solidFill>
                <a:srgbClr val="262626"/>
              </a:solidFill>
              <a:latin typeface="Roboto Condensed"/>
              <a:cs typeface="Simplified Arabic" panose="02020603050405020304" pitchFamily="18" charset="-78"/>
            </a:endParaRPr>
          </a:p>
        </p:txBody>
      </p:sp>
      <p:sp>
        <p:nvSpPr>
          <p:cNvPr id="31" name="Text Placeholder 3"/>
          <p:cNvSpPr txBox="1">
            <a:spLocks/>
          </p:cNvSpPr>
          <p:nvPr/>
        </p:nvSpPr>
        <p:spPr>
          <a:xfrm>
            <a:off x="6853296" y="3480871"/>
            <a:ext cx="4943324" cy="129266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 </a:t>
            </a:r>
            <a:r>
              <a:rPr lang="ar-SA" sz="2800" b="1" dirty="0">
                <a:solidFill>
                  <a:srgbClr val="262626"/>
                </a:solidFill>
                <a:latin typeface="Roboto Condensed"/>
                <a:cs typeface="Simplified Arabic" panose="02020603050405020304" pitchFamily="18" charset="-78"/>
              </a:rPr>
              <a:t>إمكانية الوصول في أي وقت ومن أي مكان إلى المحتوى التعليمي لاسلكياً عبر الجوال والإنترنت.</a:t>
            </a:r>
            <a:endParaRPr lang="en-US" sz="2800" b="1" dirty="0">
              <a:solidFill>
                <a:srgbClr val="262626"/>
              </a:solidFill>
              <a:latin typeface="Roboto Condensed"/>
              <a:cs typeface="Simplified Arabic" panose="02020603050405020304" pitchFamily="18" charset="-78"/>
            </a:endParaRPr>
          </a:p>
        </p:txBody>
      </p:sp>
      <p:grpSp>
        <p:nvGrpSpPr>
          <p:cNvPr id="6" name="Group 43"/>
          <p:cNvGrpSpPr/>
          <p:nvPr/>
        </p:nvGrpSpPr>
        <p:grpSpPr>
          <a:xfrm>
            <a:off x="5769702" y="1982153"/>
            <a:ext cx="772052" cy="749947"/>
            <a:chOff x="4519259" y="1576399"/>
            <a:chExt cx="579038" cy="562460"/>
          </a:xfrm>
        </p:grpSpPr>
        <p:sp>
          <p:nvSpPr>
            <p:cNvPr id="36" name="Oval 35"/>
            <p:cNvSpPr>
              <a:spLocks noChangeAspect="1"/>
            </p:cNvSpPr>
            <p:nvPr/>
          </p:nvSpPr>
          <p:spPr>
            <a:xfrm>
              <a:off x="4519259" y="1576399"/>
              <a:ext cx="579038" cy="5624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FFFFFF"/>
                </a:solidFill>
                <a:latin typeface="FontAwesome" pitchFamily="2" charset="0"/>
              </a:endParaRPr>
            </a:p>
          </p:txBody>
        </p:sp>
        <p:sp>
          <p:nvSpPr>
            <p:cNvPr id="42" name="Freeform 5"/>
            <p:cNvSpPr>
              <a:spLocks noEditPoints="1"/>
            </p:cNvSpPr>
            <p:nvPr/>
          </p:nvSpPr>
          <p:spPr bwMode="auto">
            <a:xfrm>
              <a:off x="4623593" y="1672444"/>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9" name="Group 46"/>
          <p:cNvGrpSpPr/>
          <p:nvPr/>
        </p:nvGrpSpPr>
        <p:grpSpPr>
          <a:xfrm>
            <a:off x="5787016" y="3518435"/>
            <a:ext cx="772052" cy="749951"/>
            <a:chOff x="4519259" y="2475853"/>
            <a:chExt cx="579038" cy="562462"/>
          </a:xfrm>
        </p:grpSpPr>
        <p:sp>
          <p:nvSpPr>
            <p:cNvPr id="37" name="Oval 36"/>
            <p:cNvSpPr>
              <a:spLocks noChangeAspect="1"/>
            </p:cNvSpPr>
            <p:nvPr/>
          </p:nvSpPr>
          <p:spPr>
            <a:xfrm>
              <a:off x="4519259" y="2475853"/>
              <a:ext cx="579038" cy="5624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latin typeface="FontAwesome" pitchFamily="2" charset="0"/>
              </a:endParaRPr>
            </a:p>
          </p:txBody>
        </p:sp>
        <p:sp>
          <p:nvSpPr>
            <p:cNvPr id="43" name="Freeform 245"/>
            <p:cNvSpPr>
              <a:spLocks/>
            </p:cNvSpPr>
            <p:nvPr/>
          </p:nvSpPr>
          <p:spPr bwMode="auto">
            <a:xfrm>
              <a:off x="4642972" y="2591278"/>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pic>
        <p:nvPicPr>
          <p:cNvPr id="12" name="Picture Placeholder 11"/>
          <p:cNvPicPr>
            <a:picLocks noGrp="1" noChangeAspect="1"/>
          </p:cNvPicPr>
          <p:nvPr>
            <p:ph type="pic" sz="quarter" idx="15"/>
          </p:nvPr>
        </p:nvPicPr>
        <p:blipFill>
          <a:blip r:embed="rId3">
            <a:extLst>
              <a:ext uri="{28A0092B-C50C-407E-A947-70E740481C1C}">
                <a14:useLocalDpi xmlns:a14="http://schemas.microsoft.com/office/drawing/2010/main" val="0"/>
              </a:ext>
            </a:extLst>
          </a:blip>
          <a:stretch>
            <a:fillRect/>
          </a:stretch>
        </p:blipFill>
        <p:spPr>
          <a:xfrm>
            <a:off x="604162" y="2230283"/>
            <a:ext cx="4908153" cy="3582514"/>
          </a:xfrm>
        </p:spPr>
      </p:pic>
      <p:sp>
        <p:nvSpPr>
          <p:cNvPr id="21" name="Text Placeholder 3"/>
          <p:cNvSpPr txBox="1">
            <a:spLocks/>
          </p:cNvSpPr>
          <p:nvPr/>
        </p:nvSpPr>
        <p:spPr>
          <a:xfrm>
            <a:off x="6853296" y="5159542"/>
            <a:ext cx="4943324" cy="43088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 </a:t>
            </a:r>
            <a:r>
              <a:rPr lang="ar-SA" sz="2800" b="1" dirty="0">
                <a:solidFill>
                  <a:srgbClr val="262626"/>
                </a:solidFill>
                <a:latin typeface="Roboto Condensed"/>
                <a:cs typeface="Simplified Arabic" panose="02020603050405020304" pitchFamily="18" charset="-78"/>
              </a:rPr>
              <a:t>إتاحة فرصة التعلم لجميع الطلاب.</a:t>
            </a:r>
            <a:endParaRPr lang="en-US" sz="2800" b="1" dirty="0">
              <a:solidFill>
                <a:srgbClr val="262626"/>
              </a:solidFill>
              <a:latin typeface="Roboto Condensed"/>
              <a:cs typeface="Simplified Arabic" panose="02020603050405020304" pitchFamily="18" charset="-78"/>
            </a:endParaRPr>
          </a:p>
        </p:txBody>
      </p:sp>
      <p:grpSp>
        <p:nvGrpSpPr>
          <p:cNvPr id="22" name="Group 47"/>
          <p:cNvGrpSpPr/>
          <p:nvPr/>
        </p:nvGrpSpPr>
        <p:grpSpPr>
          <a:xfrm>
            <a:off x="5787016" y="5093486"/>
            <a:ext cx="772052" cy="749951"/>
            <a:chOff x="4519259" y="3375310"/>
            <a:chExt cx="579038" cy="562462"/>
          </a:xfrm>
        </p:grpSpPr>
        <p:sp>
          <p:nvSpPr>
            <p:cNvPr id="23" name="Oval 22"/>
            <p:cNvSpPr>
              <a:spLocks noChangeAspect="1"/>
            </p:cNvSpPr>
            <p:nvPr/>
          </p:nvSpPr>
          <p:spPr>
            <a:xfrm>
              <a:off x="4519259" y="3375310"/>
              <a:ext cx="579038" cy="5624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3200" dirty="0">
                <a:solidFill>
                  <a:srgbClr val="FFFFFF"/>
                </a:solidFill>
                <a:latin typeface="FontAwesome" pitchFamily="2" charset="0"/>
              </a:endParaRPr>
            </a:p>
          </p:txBody>
        </p:sp>
        <p:sp>
          <p:nvSpPr>
            <p:cNvPr id="24" name="Freeform 56"/>
            <p:cNvSpPr>
              <a:spLocks noEditPoints="1"/>
            </p:cNvSpPr>
            <p:nvPr/>
          </p:nvSpPr>
          <p:spPr bwMode="auto">
            <a:xfrm>
              <a:off x="4635957" y="3483720"/>
              <a:ext cx="345642" cy="34564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720607024"/>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Effect transition="in" filter="fade">
                                      <p:cBhvr>
                                        <p:cTn id="15" dur="500"/>
                                        <p:tgtEl>
                                          <p:spTgt spid="9"/>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p:cTn id="19" dur="500" fill="hold"/>
                                        <p:tgtEl>
                                          <p:spTgt spid="22"/>
                                        </p:tgtEl>
                                        <p:attrNameLst>
                                          <p:attrName>ppt_w</p:attrName>
                                        </p:attrNameLst>
                                      </p:cBhvr>
                                      <p:tavLst>
                                        <p:tav tm="0">
                                          <p:val>
                                            <p:fltVal val="0"/>
                                          </p:val>
                                        </p:tav>
                                        <p:tav tm="100000">
                                          <p:val>
                                            <p:strVal val="#ppt_w"/>
                                          </p:val>
                                        </p:tav>
                                      </p:tavLst>
                                    </p:anim>
                                    <p:anim calcmode="lin" valueType="num">
                                      <p:cBhvr>
                                        <p:cTn id="20" dur="500" fill="hold"/>
                                        <p:tgtEl>
                                          <p:spTgt spid="22"/>
                                        </p:tgtEl>
                                        <p:attrNameLst>
                                          <p:attrName>ppt_h</p:attrName>
                                        </p:attrNameLst>
                                      </p:cBhvr>
                                      <p:tavLst>
                                        <p:tav tm="0">
                                          <p:val>
                                            <p:fltVal val="0"/>
                                          </p:val>
                                        </p:tav>
                                        <p:tav tm="100000">
                                          <p:val>
                                            <p:strVal val="#ppt_h"/>
                                          </p:val>
                                        </p:tav>
                                      </p:tavLst>
                                    </p:anim>
                                    <p:animEffect transition="in" filter="fade">
                                      <p:cBhvr>
                                        <p:cTn id="2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pPr rtl="1"/>
            <a:r>
              <a:rPr lang="ar-SA" u="sng" dirty="0">
                <a:solidFill>
                  <a:srgbClr val="FF0000"/>
                </a:solidFill>
              </a:rPr>
              <a:t>3.	مزايا التعليم المتنقل (النقال)</a:t>
            </a:r>
            <a:endParaRPr lang="en-US" u="sng" dirty="0">
              <a:solidFill>
                <a:srgbClr val="FF0000"/>
              </a:solidFill>
            </a:endParaRPr>
          </a:p>
        </p:txBody>
      </p:sp>
      <p:sp>
        <p:nvSpPr>
          <p:cNvPr id="27" name="Text Placeholder 3"/>
          <p:cNvSpPr txBox="1">
            <a:spLocks/>
          </p:cNvSpPr>
          <p:nvPr/>
        </p:nvSpPr>
        <p:spPr>
          <a:xfrm>
            <a:off x="1596461" y="1995206"/>
            <a:ext cx="5081954" cy="43088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 </a:t>
            </a:r>
            <a:r>
              <a:rPr lang="ar-SA" sz="2800" b="1" dirty="0">
                <a:solidFill>
                  <a:srgbClr val="262626"/>
                </a:solidFill>
                <a:latin typeface="Roboto Condensed"/>
                <a:cs typeface="Simplified Arabic" panose="02020603050405020304" pitchFamily="18" charset="-78"/>
              </a:rPr>
              <a:t>إمكانية التحكم في بيئة التعلم.</a:t>
            </a:r>
            <a:endParaRPr lang="en-US" sz="2800" b="1" dirty="0">
              <a:solidFill>
                <a:srgbClr val="262626"/>
              </a:solidFill>
              <a:latin typeface="Roboto Condensed"/>
              <a:cs typeface="Simplified Arabic" panose="02020603050405020304" pitchFamily="18" charset="-78"/>
            </a:endParaRPr>
          </a:p>
        </p:txBody>
      </p:sp>
      <p:sp>
        <p:nvSpPr>
          <p:cNvPr id="31" name="Text Placeholder 3"/>
          <p:cNvSpPr txBox="1">
            <a:spLocks/>
          </p:cNvSpPr>
          <p:nvPr/>
        </p:nvSpPr>
        <p:spPr>
          <a:xfrm>
            <a:off x="1687756" y="3480871"/>
            <a:ext cx="4943324"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‌إمكانية </a:t>
            </a:r>
            <a:r>
              <a:rPr lang="ar-SA" sz="2800" b="1" dirty="0">
                <a:solidFill>
                  <a:srgbClr val="262626"/>
                </a:solidFill>
                <a:latin typeface="Roboto Condensed"/>
                <a:cs typeface="Simplified Arabic" panose="02020603050405020304" pitchFamily="18" charset="-78"/>
              </a:rPr>
              <a:t>التعلم المشترك والتعاون بين الطلاب بعضهم البعض وبين معلميهم.</a:t>
            </a:r>
            <a:endParaRPr lang="en-US" sz="2800" b="1" dirty="0">
              <a:solidFill>
                <a:srgbClr val="262626"/>
              </a:solidFill>
              <a:latin typeface="Roboto Condensed"/>
              <a:cs typeface="Simplified Arabic" panose="02020603050405020304" pitchFamily="18" charset="-78"/>
            </a:endParaRPr>
          </a:p>
        </p:txBody>
      </p:sp>
      <p:grpSp>
        <p:nvGrpSpPr>
          <p:cNvPr id="6" name="Group 43"/>
          <p:cNvGrpSpPr/>
          <p:nvPr/>
        </p:nvGrpSpPr>
        <p:grpSpPr>
          <a:xfrm>
            <a:off x="604162" y="1982153"/>
            <a:ext cx="772052" cy="749947"/>
            <a:chOff x="4519259" y="1576399"/>
            <a:chExt cx="579038" cy="562460"/>
          </a:xfrm>
        </p:grpSpPr>
        <p:sp>
          <p:nvSpPr>
            <p:cNvPr id="36" name="Oval 35"/>
            <p:cNvSpPr>
              <a:spLocks noChangeAspect="1"/>
            </p:cNvSpPr>
            <p:nvPr/>
          </p:nvSpPr>
          <p:spPr>
            <a:xfrm>
              <a:off x="4519259" y="1576399"/>
              <a:ext cx="579038" cy="5624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FFFFFF"/>
                </a:solidFill>
                <a:latin typeface="FontAwesome" pitchFamily="2" charset="0"/>
              </a:endParaRPr>
            </a:p>
          </p:txBody>
        </p:sp>
        <p:sp>
          <p:nvSpPr>
            <p:cNvPr id="42" name="Freeform 5"/>
            <p:cNvSpPr>
              <a:spLocks noEditPoints="1"/>
            </p:cNvSpPr>
            <p:nvPr/>
          </p:nvSpPr>
          <p:spPr bwMode="auto">
            <a:xfrm>
              <a:off x="4623593" y="1672444"/>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9" name="Group 46"/>
          <p:cNvGrpSpPr/>
          <p:nvPr/>
        </p:nvGrpSpPr>
        <p:grpSpPr>
          <a:xfrm>
            <a:off x="621476" y="3518435"/>
            <a:ext cx="772052" cy="749951"/>
            <a:chOff x="4519259" y="2475853"/>
            <a:chExt cx="579038" cy="562462"/>
          </a:xfrm>
        </p:grpSpPr>
        <p:sp>
          <p:nvSpPr>
            <p:cNvPr id="37" name="Oval 36"/>
            <p:cNvSpPr>
              <a:spLocks noChangeAspect="1"/>
            </p:cNvSpPr>
            <p:nvPr/>
          </p:nvSpPr>
          <p:spPr>
            <a:xfrm>
              <a:off x="4519259" y="2475853"/>
              <a:ext cx="579038" cy="5624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latin typeface="FontAwesome" pitchFamily="2" charset="0"/>
              </a:endParaRPr>
            </a:p>
          </p:txBody>
        </p:sp>
        <p:sp>
          <p:nvSpPr>
            <p:cNvPr id="43" name="Freeform 245"/>
            <p:cNvSpPr>
              <a:spLocks/>
            </p:cNvSpPr>
            <p:nvPr/>
          </p:nvSpPr>
          <p:spPr bwMode="auto">
            <a:xfrm>
              <a:off x="4642972" y="2591278"/>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pic>
        <p:nvPicPr>
          <p:cNvPr id="12" name="Picture Placeholder 11"/>
          <p:cNvPicPr>
            <a:picLocks noGrp="1" noChangeAspect="1"/>
          </p:cNvPicPr>
          <p:nvPr>
            <p:ph type="pic" sz="quarter" idx="15"/>
          </p:nvPr>
        </p:nvPicPr>
        <p:blipFill>
          <a:blip r:embed="rId3">
            <a:extLst>
              <a:ext uri="{28A0092B-C50C-407E-A947-70E740481C1C}">
                <a14:useLocalDpi xmlns:a14="http://schemas.microsoft.com/office/drawing/2010/main" val="0"/>
              </a:ext>
            </a:extLst>
          </a:blip>
          <a:stretch>
            <a:fillRect/>
          </a:stretch>
        </p:blipFill>
        <p:spPr>
          <a:xfrm>
            <a:off x="6834841" y="1935897"/>
            <a:ext cx="4908153" cy="3582514"/>
          </a:xfrm>
        </p:spPr>
      </p:pic>
      <p:sp>
        <p:nvSpPr>
          <p:cNvPr id="21" name="Text Placeholder 3"/>
          <p:cNvSpPr txBox="1">
            <a:spLocks/>
          </p:cNvSpPr>
          <p:nvPr/>
        </p:nvSpPr>
        <p:spPr>
          <a:xfrm>
            <a:off x="1596461" y="4850500"/>
            <a:ext cx="4943324"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‌يسهل </a:t>
            </a:r>
            <a:r>
              <a:rPr lang="ar-SA" sz="2800" b="1" dirty="0">
                <a:solidFill>
                  <a:srgbClr val="262626"/>
                </a:solidFill>
                <a:latin typeface="Roboto Condensed"/>
                <a:cs typeface="Simplified Arabic" panose="02020603050405020304" pitchFamily="18" charset="-78"/>
              </a:rPr>
              <a:t>تبادل الملفات والكتب الإلكترونية بين المتعلمين عن طريق تقنية البلوتوث.</a:t>
            </a:r>
            <a:endParaRPr lang="en-US" sz="2800" b="1" dirty="0">
              <a:solidFill>
                <a:srgbClr val="262626"/>
              </a:solidFill>
              <a:latin typeface="Roboto Condensed"/>
              <a:cs typeface="Simplified Arabic" panose="02020603050405020304" pitchFamily="18" charset="-78"/>
            </a:endParaRPr>
          </a:p>
        </p:txBody>
      </p:sp>
      <p:grpSp>
        <p:nvGrpSpPr>
          <p:cNvPr id="22" name="Group 47"/>
          <p:cNvGrpSpPr/>
          <p:nvPr/>
        </p:nvGrpSpPr>
        <p:grpSpPr>
          <a:xfrm>
            <a:off x="621476" y="5093486"/>
            <a:ext cx="772052" cy="749951"/>
            <a:chOff x="4519259" y="3375310"/>
            <a:chExt cx="579038" cy="562462"/>
          </a:xfrm>
        </p:grpSpPr>
        <p:sp>
          <p:nvSpPr>
            <p:cNvPr id="23" name="Oval 22"/>
            <p:cNvSpPr>
              <a:spLocks noChangeAspect="1"/>
            </p:cNvSpPr>
            <p:nvPr/>
          </p:nvSpPr>
          <p:spPr>
            <a:xfrm>
              <a:off x="4519259" y="3375310"/>
              <a:ext cx="579038" cy="5624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3200" dirty="0">
                <a:solidFill>
                  <a:srgbClr val="FFFFFF"/>
                </a:solidFill>
                <a:latin typeface="FontAwesome" pitchFamily="2" charset="0"/>
              </a:endParaRPr>
            </a:p>
          </p:txBody>
        </p:sp>
        <p:sp>
          <p:nvSpPr>
            <p:cNvPr id="24" name="Freeform 56"/>
            <p:cNvSpPr>
              <a:spLocks noEditPoints="1"/>
            </p:cNvSpPr>
            <p:nvPr/>
          </p:nvSpPr>
          <p:spPr bwMode="auto">
            <a:xfrm>
              <a:off x="4635957" y="3483720"/>
              <a:ext cx="345642" cy="34564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3243038"/>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Effect transition="in" filter="fade">
                                      <p:cBhvr>
                                        <p:cTn id="15" dur="500"/>
                                        <p:tgtEl>
                                          <p:spTgt spid="9"/>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p:cTn id="19" dur="500" fill="hold"/>
                                        <p:tgtEl>
                                          <p:spTgt spid="22"/>
                                        </p:tgtEl>
                                        <p:attrNameLst>
                                          <p:attrName>ppt_w</p:attrName>
                                        </p:attrNameLst>
                                      </p:cBhvr>
                                      <p:tavLst>
                                        <p:tav tm="0">
                                          <p:val>
                                            <p:fltVal val="0"/>
                                          </p:val>
                                        </p:tav>
                                        <p:tav tm="100000">
                                          <p:val>
                                            <p:strVal val="#ppt_w"/>
                                          </p:val>
                                        </p:tav>
                                      </p:tavLst>
                                    </p:anim>
                                    <p:anim calcmode="lin" valueType="num">
                                      <p:cBhvr>
                                        <p:cTn id="20" dur="500" fill="hold"/>
                                        <p:tgtEl>
                                          <p:spTgt spid="22"/>
                                        </p:tgtEl>
                                        <p:attrNameLst>
                                          <p:attrName>ppt_h</p:attrName>
                                        </p:attrNameLst>
                                      </p:cBhvr>
                                      <p:tavLst>
                                        <p:tav tm="0">
                                          <p:val>
                                            <p:fltVal val="0"/>
                                          </p:val>
                                        </p:tav>
                                        <p:tav tm="100000">
                                          <p:val>
                                            <p:strVal val="#ppt_h"/>
                                          </p:val>
                                        </p:tav>
                                      </p:tavLst>
                                    </p:anim>
                                    <p:animEffect transition="in" filter="fade">
                                      <p:cBhvr>
                                        <p:cTn id="2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pPr rtl="1"/>
            <a:r>
              <a:rPr lang="ar-SA" u="sng" dirty="0">
                <a:solidFill>
                  <a:srgbClr val="FF0000"/>
                </a:solidFill>
              </a:rPr>
              <a:t>3.	مزايا التعليم المتنقل (النقال)</a:t>
            </a:r>
            <a:endParaRPr lang="en-US" u="sng" dirty="0">
              <a:solidFill>
                <a:srgbClr val="FF0000"/>
              </a:solidFill>
            </a:endParaRPr>
          </a:p>
        </p:txBody>
      </p:sp>
      <p:sp>
        <p:nvSpPr>
          <p:cNvPr id="27" name="Text Placeholder 3"/>
          <p:cNvSpPr txBox="1">
            <a:spLocks/>
          </p:cNvSpPr>
          <p:nvPr/>
        </p:nvSpPr>
        <p:spPr>
          <a:xfrm>
            <a:off x="6714666" y="2104118"/>
            <a:ext cx="5081954" cy="430887"/>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‌دعم </a:t>
            </a:r>
            <a:r>
              <a:rPr lang="ar-SA" sz="2800" b="1" dirty="0">
                <a:solidFill>
                  <a:srgbClr val="262626"/>
                </a:solidFill>
                <a:latin typeface="Roboto Condensed"/>
                <a:cs typeface="Simplified Arabic" panose="02020603050405020304" pitchFamily="18" charset="-78"/>
              </a:rPr>
              <a:t>الطابع الشخصي وتحسين التعلم الذاتي.</a:t>
            </a:r>
            <a:endParaRPr lang="en-US" sz="2800" b="1" dirty="0">
              <a:solidFill>
                <a:srgbClr val="262626"/>
              </a:solidFill>
              <a:latin typeface="Roboto Condensed"/>
              <a:cs typeface="Simplified Arabic" panose="02020603050405020304" pitchFamily="18" charset="-78"/>
            </a:endParaRPr>
          </a:p>
        </p:txBody>
      </p:sp>
      <p:sp>
        <p:nvSpPr>
          <p:cNvPr id="31" name="Text Placeholder 3"/>
          <p:cNvSpPr txBox="1">
            <a:spLocks/>
          </p:cNvSpPr>
          <p:nvPr/>
        </p:nvSpPr>
        <p:spPr>
          <a:xfrm>
            <a:off x="6853296" y="3480871"/>
            <a:ext cx="4943324" cy="86177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‌إزالة </a:t>
            </a:r>
            <a:r>
              <a:rPr lang="ar-SA" sz="2800" b="1" dirty="0">
                <a:solidFill>
                  <a:srgbClr val="262626"/>
                </a:solidFill>
                <a:latin typeface="Roboto Condensed"/>
                <a:cs typeface="Simplified Arabic" panose="02020603050405020304" pitchFamily="18" charset="-78"/>
              </a:rPr>
              <a:t>الحواجز بين الطالب والمدرسة فيما يتعلق بالاتصال أو الثقافة.</a:t>
            </a:r>
            <a:endParaRPr lang="en-US" sz="2800" b="1" dirty="0">
              <a:solidFill>
                <a:srgbClr val="262626"/>
              </a:solidFill>
              <a:latin typeface="Roboto Condensed"/>
              <a:cs typeface="Simplified Arabic" panose="02020603050405020304" pitchFamily="18" charset="-78"/>
            </a:endParaRPr>
          </a:p>
        </p:txBody>
      </p:sp>
      <p:grpSp>
        <p:nvGrpSpPr>
          <p:cNvPr id="6" name="Group 43"/>
          <p:cNvGrpSpPr/>
          <p:nvPr/>
        </p:nvGrpSpPr>
        <p:grpSpPr>
          <a:xfrm>
            <a:off x="5769702" y="1982153"/>
            <a:ext cx="772052" cy="749947"/>
            <a:chOff x="4519259" y="1576399"/>
            <a:chExt cx="579038" cy="562460"/>
          </a:xfrm>
        </p:grpSpPr>
        <p:sp>
          <p:nvSpPr>
            <p:cNvPr id="36" name="Oval 35"/>
            <p:cNvSpPr>
              <a:spLocks noChangeAspect="1"/>
            </p:cNvSpPr>
            <p:nvPr/>
          </p:nvSpPr>
          <p:spPr>
            <a:xfrm>
              <a:off x="4519259" y="1576399"/>
              <a:ext cx="579038" cy="5624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fontAlgn="auto">
                <a:spcBef>
                  <a:spcPts val="0"/>
                </a:spcBef>
                <a:spcAft>
                  <a:spcPts val="0"/>
                </a:spcAft>
              </a:pPr>
              <a:endParaRPr lang="en-US" sz="2667" b="1" dirty="0">
                <a:solidFill>
                  <a:srgbClr val="FFFFFF"/>
                </a:solidFill>
                <a:latin typeface="FontAwesome" pitchFamily="2" charset="0"/>
              </a:endParaRPr>
            </a:p>
          </p:txBody>
        </p:sp>
        <p:sp>
          <p:nvSpPr>
            <p:cNvPr id="42" name="Freeform 5"/>
            <p:cNvSpPr>
              <a:spLocks noEditPoints="1"/>
            </p:cNvSpPr>
            <p:nvPr/>
          </p:nvSpPr>
          <p:spPr bwMode="auto">
            <a:xfrm>
              <a:off x="4623593" y="1672444"/>
              <a:ext cx="370370" cy="370370"/>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grpSp>
        <p:nvGrpSpPr>
          <p:cNvPr id="9" name="Group 46"/>
          <p:cNvGrpSpPr/>
          <p:nvPr/>
        </p:nvGrpSpPr>
        <p:grpSpPr>
          <a:xfrm>
            <a:off x="5787016" y="3518435"/>
            <a:ext cx="772052" cy="749951"/>
            <a:chOff x="4519259" y="2475853"/>
            <a:chExt cx="579038" cy="562462"/>
          </a:xfrm>
        </p:grpSpPr>
        <p:sp>
          <p:nvSpPr>
            <p:cNvPr id="37" name="Oval 36"/>
            <p:cNvSpPr>
              <a:spLocks noChangeAspect="1"/>
            </p:cNvSpPr>
            <p:nvPr/>
          </p:nvSpPr>
          <p:spPr>
            <a:xfrm>
              <a:off x="4519259" y="2475853"/>
              <a:ext cx="579038" cy="5624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2667" dirty="0">
                <a:solidFill>
                  <a:srgbClr val="FFFFFF"/>
                </a:solidFill>
                <a:latin typeface="FontAwesome" pitchFamily="2" charset="0"/>
              </a:endParaRPr>
            </a:p>
          </p:txBody>
        </p:sp>
        <p:sp>
          <p:nvSpPr>
            <p:cNvPr id="43" name="Freeform 245"/>
            <p:cNvSpPr>
              <a:spLocks/>
            </p:cNvSpPr>
            <p:nvPr/>
          </p:nvSpPr>
          <p:spPr bwMode="auto">
            <a:xfrm>
              <a:off x="4642972" y="2591278"/>
              <a:ext cx="331612" cy="331612"/>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pic>
        <p:nvPicPr>
          <p:cNvPr id="12" name="Picture Placeholder 11"/>
          <p:cNvPicPr>
            <a:picLocks noGrp="1" noChangeAspect="1"/>
          </p:cNvPicPr>
          <p:nvPr>
            <p:ph type="pic" sz="quarter" idx="15"/>
          </p:nvPr>
        </p:nvPicPr>
        <p:blipFill>
          <a:blip r:embed="rId3">
            <a:extLst>
              <a:ext uri="{28A0092B-C50C-407E-A947-70E740481C1C}">
                <a14:useLocalDpi xmlns:a14="http://schemas.microsoft.com/office/drawing/2010/main" val="0"/>
              </a:ext>
            </a:extLst>
          </a:blip>
          <a:stretch>
            <a:fillRect/>
          </a:stretch>
        </p:blipFill>
        <p:spPr>
          <a:xfrm>
            <a:off x="604162" y="2230283"/>
            <a:ext cx="4908153" cy="3582514"/>
          </a:xfrm>
        </p:spPr>
      </p:pic>
      <p:sp>
        <p:nvSpPr>
          <p:cNvPr id="21" name="Text Placeholder 3"/>
          <p:cNvSpPr txBox="1">
            <a:spLocks/>
          </p:cNvSpPr>
          <p:nvPr/>
        </p:nvSpPr>
        <p:spPr>
          <a:xfrm>
            <a:off x="6833769" y="4837115"/>
            <a:ext cx="4943324" cy="1723549"/>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375467" rtl="1" fontAlgn="auto">
              <a:spcBef>
                <a:spcPts val="0"/>
              </a:spcBef>
              <a:spcAft>
                <a:spcPts val="0"/>
              </a:spcAft>
            </a:pPr>
            <a:r>
              <a:rPr lang="ar-SA" sz="2800" b="1" dirty="0" smtClean="0">
                <a:solidFill>
                  <a:srgbClr val="262626"/>
                </a:solidFill>
                <a:latin typeface="Roboto Condensed"/>
                <a:cs typeface="Simplified Arabic" panose="02020603050405020304" pitchFamily="18" charset="-78"/>
              </a:rPr>
              <a:t>‌يساعد </a:t>
            </a:r>
            <a:r>
              <a:rPr lang="ar-SA" sz="2800" b="1" dirty="0">
                <a:solidFill>
                  <a:srgbClr val="262626"/>
                </a:solidFill>
                <a:latin typeface="Roboto Condensed"/>
                <a:cs typeface="Simplified Arabic" panose="02020603050405020304" pitchFamily="18" charset="-78"/>
              </a:rPr>
              <a:t>استخدام التعليم النقال في إضفاء المزيد من الأنشطة إلى الدروس التقليدية مما يحقق الحيوية والجذب للمادة العلمية وبيئة التعلم.</a:t>
            </a:r>
            <a:endParaRPr lang="en-US" sz="2800" b="1" dirty="0">
              <a:solidFill>
                <a:srgbClr val="262626"/>
              </a:solidFill>
              <a:latin typeface="Roboto Condensed"/>
              <a:cs typeface="Simplified Arabic" panose="02020603050405020304" pitchFamily="18" charset="-78"/>
            </a:endParaRPr>
          </a:p>
        </p:txBody>
      </p:sp>
      <p:grpSp>
        <p:nvGrpSpPr>
          <p:cNvPr id="22" name="Group 47"/>
          <p:cNvGrpSpPr/>
          <p:nvPr/>
        </p:nvGrpSpPr>
        <p:grpSpPr>
          <a:xfrm>
            <a:off x="5787016" y="5093486"/>
            <a:ext cx="772052" cy="749951"/>
            <a:chOff x="4519259" y="3375310"/>
            <a:chExt cx="579038" cy="562462"/>
          </a:xfrm>
        </p:grpSpPr>
        <p:sp>
          <p:nvSpPr>
            <p:cNvPr id="23" name="Oval 22"/>
            <p:cNvSpPr>
              <a:spLocks noChangeAspect="1"/>
            </p:cNvSpPr>
            <p:nvPr/>
          </p:nvSpPr>
          <p:spPr>
            <a:xfrm>
              <a:off x="4519259" y="3375310"/>
              <a:ext cx="579038" cy="5624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fontAlgn="auto">
                <a:spcBef>
                  <a:spcPts val="0"/>
                </a:spcBef>
                <a:spcAft>
                  <a:spcPts val="0"/>
                </a:spcAft>
              </a:pPr>
              <a:endParaRPr lang="en-US" sz="3200" dirty="0">
                <a:solidFill>
                  <a:srgbClr val="FFFFFF"/>
                </a:solidFill>
                <a:latin typeface="FontAwesome" pitchFamily="2" charset="0"/>
              </a:endParaRPr>
            </a:p>
          </p:txBody>
        </p:sp>
        <p:sp>
          <p:nvSpPr>
            <p:cNvPr id="24" name="Freeform 56"/>
            <p:cNvSpPr>
              <a:spLocks noEditPoints="1"/>
            </p:cNvSpPr>
            <p:nvPr/>
          </p:nvSpPr>
          <p:spPr bwMode="auto">
            <a:xfrm>
              <a:off x="4635957" y="3483720"/>
              <a:ext cx="345642" cy="345642"/>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fontAlgn="auto">
                <a:spcBef>
                  <a:spcPts val="0"/>
                </a:spcBef>
                <a:spcAft>
                  <a:spcPts val="0"/>
                </a:spcAft>
              </a:pPr>
              <a:endParaRPr lang="en-US" sz="2667" dirty="0">
                <a:solidFill>
                  <a:srgbClr val="262626"/>
                </a:solidFill>
                <a:latin typeface="Roboto Condensed"/>
                <a:cs typeface="Simplified Arabic" panose="02020603050405020304" pitchFamily="18" charset="-78"/>
              </a:endParaRPr>
            </a:p>
          </p:txBody>
        </p:sp>
      </p:gr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36946410"/>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Effect transition="in" filter="fade">
                                      <p:cBhvr>
                                        <p:cTn id="15" dur="500"/>
                                        <p:tgtEl>
                                          <p:spTgt spid="9"/>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p:cTn id="19" dur="500" fill="hold"/>
                                        <p:tgtEl>
                                          <p:spTgt spid="22"/>
                                        </p:tgtEl>
                                        <p:attrNameLst>
                                          <p:attrName>ppt_w</p:attrName>
                                        </p:attrNameLst>
                                      </p:cBhvr>
                                      <p:tavLst>
                                        <p:tav tm="0">
                                          <p:val>
                                            <p:fltVal val="0"/>
                                          </p:val>
                                        </p:tav>
                                        <p:tav tm="100000">
                                          <p:val>
                                            <p:strVal val="#ppt_w"/>
                                          </p:val>
                                        </p:tav>
                                      </p:tavLst>
                                    </p:anim>
                                    <p:anim calcmode="lin" valueType="num">
                                      <p:cBhvr>
                                        <p:cTn id="20" dur="500" fill="hold"/>
                                        <p:tgtEl>
                                          <p:spTgt spid="22"/>
                                        </p:tgtEl>
                                        <p:attrNameLst>
                                          <p:attrName>ppt_h</p:attrName>
                                        </p:attrNameLst>
                                      </p:cBhvr>
                                      <p:tavLst>
                                        <p:tav tm="0">
                                          <p:val>
                                            <p:fltVal val="0"/>
                                          </p:val>
                                        </p:tav>
                                        <p:tav tm="100000">
                                          <p:val>
                                            <p:strVal val="#ppt_h"/>
                                          </p:val>
                                        </p:tav>
                                      </p:tavLst>
                                    </p:anim>
                                    <p:animEffect transition="in" filter="fade">
                                      <p:cBhvr>
                                        <p:cTn id="2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0" y="351952"/>
            <a:ext cx="12192000" cy="707886"/>
          </a:xfrm>
          <a:prstGeom prst="rect">
            <a:avLst/>
          </a:prstGeom>
          <a:noFill/>
        </p:spPr>
        <p:txBody>
          <a:bodyPr wrap="square" rtlCol="0">
            <a:spAutoFit/>
          </a:bodyPr>
          <a:lstStyle/>
          <a:p>
            <a:pPr algn="ctr" rtl="1" fontAlgn="auto">
              <a:spcBef>
                <a:spcPts val="0"/>
              </a:spcBef>
              <a:spcAft>
                <a:spcPts val="0"/>
              </a:spcAft>
            </a:pPr>
            <a:r>
              <a:rPr lang="ar-SA" sz="4000" b="1" u="sng" dirty="0">
                <a:solidFill>
                  <a:srgbClr val="FF0000"/>
                </a:solidFill>
                <a:latin typeface="Bebas Neue" panose="020B0606020202050201" pitchFamily="34" charset="0"/>
                <a:cs typeface="Simplified Arabic" panose="02020603050405020304" pitchFamily="18" charset="-78"/>
              </a:rPr>
              <a:t>4.	فوائد التعليم المتنقل </a:t>
            </a:r>
            <a:endParaRPr lang="en-US" sz="4000" b="1" u="sng" dirty="0">
              <a:solidFill>
                <a:srgbClr val="FF0000"/>
              </a:solidFill>
              <a:latin typeface="Bebas Neue" panose="020B0606020202050201" pitchFamily="34" charset="0"/>
              <a:cs typeface="Simplified Arabic" panose="02020603050405020304" pitchFamily="18" charset="-78"/>
            </a:endParaRPr>
          </a:p>
        </p:txBody>
      </p:sp>
      <p:sp>
        <p:nvSpPr>
          <p:cNvPr id="60" name="Rectangle 59"/>
          <p:cNvSpPr/>
          <p:nvPr/>
        </p:nvSpPr>
        <p:spPr>
          <a:xfrm>
            <a:off x="4657060" y="2002896"/>
            <a:ext cx="4902346" cy="1815882"/>
          </a:xfrm>
          <a:prstGeom prst="rect">
            <a:avLst/>
          </a:prstGeom>
        </p:spPr>
        <p:txBody>
          <a:bodyPr wrap="square">
            <a:spAutoFit/>
          </a:bodyPr>
          <a:lstStyle/>
          <a:p>
            <a:pPr algn="l"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الاتصال </a:t>
            </a:r>
            <a:r>
              <a:rPr lang="ar-SA" sz="2800" b="1" dirty="0">
                <a:solidFill>
                  <a:srgbClr val="17406D">
                    <a:lumMod val="50000"/>
                  </a:srgbClr>
                </a:solidFill>
                <a:latin typeface="Calibri" panose="020F0502020204030204"/>
                <a:cs typeface="Simplified Arabic" panose="02020603050405020304" pitchFamily="18" charset="-78"/>
              </a:rPr>
              <a:t>والتفاعل بين أطراف المجتمع التعليمي دون الحاجة للجلوس في أماكن محددة وأوقات معينة أمام الشاشات الكبيرة.</a:t>
            </a:r>
          </a:p>
        </p:txBody>
      </p:sp>
      <p:sp>
        <p:nvSpPr>
          <p:cNvPr id="62" name="Oval 61"/>
          <p:cNvSpPr/>
          <p:nvPr/>
        </p:nvSpPr>
        <p:spPr>
          <a:xfrm>
            <a:off x="9742819" y="1922320"/>
            <a:ext cx="731520" cy="73152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3" name="Rectangle 62"/>
          <p:cNvSpPr/>
          <p:nvPr/>
        </p:nvSpPr>
        <p:spPr>
          <a:xfrm>
            <a:off x="4444409" y="4252684"/>
            <a:ext cx="4901637" cy="1815882"/>
          </a:xfrm>
          <a:prstGeom prst="rect">
            <a:avLst/>
          </a:prstGeom>
        </p:spPr>
        <p:txBody>
          <a:bodyPr wrap="square">
            <a:spAutoFit/>
          </a:bodyPr>
          <a:lstStyle/>
          <a:p>
            <a:pPr algn="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إمكانية </a:t>
            </a:r>
            <a:r>
              <a:rPr lang="ar-SA" sz="2800" b="1" dirty="0">
                <a:solidFill>
                  <a:srgbClr val="17406D">
                    <a:lumMod val="50000"/>
                  </a:srgbClr>
                </a:solidFill>
                <a:latin typeface="Calibri" panose="020F0502020204030204"/>
                <a:cs typeface="Simplified Arabic" panose="02020603050405020304" pitchFamily="18" charset="-78"/>
              </a:rPr>
              <a:t>استخدام الكثير من الأجهزة المتنقلة في الفصل الدراسي كونها أصغر حجماً من أجهزة الحواسيب المكتبية التي تتطلب مساحة كبيرة.</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65" name="Oval 64"/>
          <p:cNvSpPr/>
          <p:nvPr/>
        </p:nvSpPr>
        <p:spPr>
          <a:xfrm>
            <a:off x="9742819" y="4429105"/>
            <a:ext cx="731520" cy="7315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69" name="Picture 6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956179" y="2133021"/>
            <a:ext cx="304800" cy="304800"/>
          </a:xfrm>
          <a:prstGeom prst="rect">
            <a:avLst/>
          </a:prstGeom>
        </p:spPr>
      </p:pic>
      <p:pic>
        <p:nvPicPr>
          <p:cNvPr id="71" name="Picture 7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956179" y="4670294"/>
            <a:ext cx="304800" cy="304800"/>
          </a:xfrm>
          <a:prstGeom prst="rect">
            <a:avLst/>
          </a:prstGeom>
        </p:spPr>
      </p:pic>
      <p:pic>
        <p:nvPicPr>
          <p:cNvPr id="2" name="Picture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 y="2282394"/>
            <a:ext cx="5591790" cy="4437115"/>
          </a:xfrm>
          <a:prstGeom prst="rect">
            <a:avLst/>
          </a:prstGeom>
        </p:spPr>
      </p:pic>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0168909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additive="base">
                                        <p:cTn id="7" dur="500" fill="hold"/>
                                        <p:tgtEl>
                                          <p:spTgt spid="62"/>
                                        </p:tgtEl>
                                        <p:attrNameLst>
                                          <p:attrName>ppt_x</p:attrName>
                                        </p:attrNameLst>
                                      </p:cBhvr>
                                      <p:tavLst>
                                        <p:tav tm="0">
                                          <p:val>
                                            <p:strVal val="#ppt_x"/>
                                          </p:val>
                                        </p:tav>
                                        <p:tav tm="100000">
                                          <p:val>
                                            <p:strVal val="#ppt_x"/>
                                          </p:val>
                                        </p:tav>
                                      </p:tavLst>
                                    </p:anim>
                                    <p:anim calcmode="lin" valueType="num">
                                      <p:cBhvr additive="base">
                                        <p:cTn id="8" dur="500" fill="hold"/>
                                        <p:tgtEl>
                                          <p:spTgt spid="6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69"/>
                                        </p:tgtEl>
                                        <p:attrNameLst>
                                          <p:attrName>style.visibility</p:attrName>
                                        </p:attrNameLst>
                                      </p:cBhvr>
                                      <p:to>
                                        <p:strVal val="visible"/>
                                      </p:to>
                                    </p:set>
                                    <p:anim calcmode="lin" valueType="num">
                                      <p:cBhvr additive="base">
                                        <p:cTn id="12" dur="500" fill="hold"/>
                                        <p:tgtEl>
                                          <p:spTgt spid="69"/>
                                        </p:tgtEl>
                                        <p:attrNameLst>
                                          <p:attrName>ppt_x</p:attrName>
                                        </p:attrNameLst>
                                      </p:cBhvr>
                                      <p:tavLst>
                                        <p:tav tm="0">
                                          <p:val>
                                            <p:strVal val="#ppt_x"/>
                                          </p:val>
                                        </p:tav>
                                        <p:tav tm="100000">
                                          <p:val>
                                            <p:strVal val="#ppt_x"/>
                                          </p:val>
                                        </p:tav>
                                      </p:tavLst>
                                    </p:anim>
                                    <p:anim calcmode="lin" valueType="num">
                                      <p:cBhvr additive="base">
                                        <p:cTn id="13" dur="500" fill="hold"/>
                                        <p:tgtEl>
                                          <p:spTgt spid="69"/>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65"/>
                                        </p:tgtEl>
                                        <p:attrNameLst>
                                          <p:attrName>style.visibility</p:attrName>
                                        </p:attrNameLst>
                                      </p:cBhvr>
                                      <p:to>
                                        <p:strVal val="visible"/>
                                      </p:to>
                                    </p:set>
                                    <p:anim calcmode="lin" valueType="num">
                                      <p:cBhvr additive="base">
                                        <p:cTn id="17" dur="500" fill="hold"/>
                                        <p:tgtEl>
                                          <p:spTgt spid="65"/>
                                        </p:tgtEl>
                                        <p:attrNameLst>
                                          <p:attrName>ppt_x</p:attrName>
                                        </p:attrNameLst>
                                      </p:cBhvr>
                                      <p:tavLst>
                                        <p:tav tm="0">
                                          <p:val>
                                            <p:strVal val="#ppt_x"/>
                                          </p:val>
                                        </p:tav>
                                        <p:tav tm="100000">
                                          <p:val>
                                            <p:strVal val="#ppt_x"/>
                                          </p:val>
                                        </p:tav>
                                      </p:tavLst>
                                    </p:anim>
                                    <p:anim calcmode="lin" valueType="num">
                                      <p:cBhvr additive="base">
                                        <p:cTn id="18" dur="500" fill="hold"/>
                                        <p:tgtEl>
                                          <p:spTgt spid="65"/>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71"/>
                                        </p:tgtEl>
                                        <p:attrNameLst>
                                          <p:attrName>style.visibility</p:attrName>
                                        </p:attrNameLst>
                                      </p:cBhvr>
                                      <p:to>
                                        <p:strVal val="visible"/>
                                      </p:to>
                                    </p:set>
                                    <p:anim calcmode="lin" valueType="num">
                                      <p:cBhvr additive="base">
                                        <p:cTn id="22" dur="500" fill="hold"/>
                                        <p:tgtEl>
                                          <p:spTgt spid="71"/>
                                        </p:tgtEl>
                                        <p:attrNameLst>
                                          <p:attrName>ppt_x</p:attrName>
                                        </p:attrNameLst>
                                      </p:cBhvr>
                                      <p:tavLst>
                                        <p:tav tm="0">
                                          <p:val>
                                            <p:strVal val="#ppt_x"/>
                                          </p:val>
                                        </p:tav>
                                        <p:tav tm="100000">
                                          <p:val>
                                            <p:strVal val="#ppt_x"/>
                                          </p:val>
                                        </p:tav>
                                      </p:tavLst>
                                    </p:anim>
                                    <p:anim calcmode="lin" valueType="num">
                                      <p:cBhvr additive="base">
                                        <p:cTn id="23" dur="500" fill="hold"/>
                                        <p:tgtEl>
                                          <p:spTgt spid="7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5" grpId="0" animBg="1"/>
    </p:bld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0" y="351952"/>
            <a:ext cx="12192000" cy="707886"/>
          </a:xfrm>
          <a:prstGeom prst="rect">
            <a:avLst/>
          </a:prstGeom>
          <a:noFill/>
        </p:spPr>
        <p:txBody>
          <a:bodyPr wrap="square" rtlCol="0">
            <a:spAutoFit/>
          </a:bodyPr>
          <a:lstStyle/>
          <a:p>
            <a:pPr algn="ctr" rtl="1" fontAlgn="auto">
              <a:spcBef>
                <a:spcPts val="0"/>
              </a:spcBef>
              <a:spcAft>
                <a:spcPts val="0"/>
              </a:spcAft>
            </a:pPr>
            <a:r>
              <a:rPr lang="ar-SA" sz="4000" b="1" u="sng" dirty="0">
                <a:solidFill>
                  <a:srgbClr val="FF0000"/>
                </a:solidFill>
                <a:latin typeface="Bebas Neue" panose="020B0606020202050201" pitchFamily="34" charset="0"/>
                <a:cs typeface="Simplified Arabic" panose="02020603050405020304" pitchFamily="18" charset="-78"/>
              </a:rPr>
              <a:t>4.	فوائد التعليم المتنقل </a:t>
            </a:r>
          </a:p>
        </p:txBody>
      </p:sp>
      <p:sp>
        <p:nvSpPr>
          <p:cNvPr id="48" name="Rectangle 47"/>
          <p:cNvSpPr/>
          <p:nvPr/>
        </p:nvSpPr>
        <p:spPr>
          <a:xfrm>
            <a:off x="1492690" y="1909514"/>
            <a:ext cx="4886844" cy="954107"/>
          </a:xfrm>
          <a:prstGeom prst="rect">
            <a:avLst/>
          </a:prstGeom>
        </p:spPr>
        <p:txBody>
          <a:bodyPr wrap="square">
            <a:spAutoFit/>
          </a:bodyPr>
          <a:lstStyle/>
          <a:p>
            <a:pP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يعتمد </a:t>
            </a:r>
            <a:r>
              <a:rPr lang="ar-SA" sz="2800" b="1" dirty="0">
                <a:solidFill>
                  <a:srgbClr val="17406D">
                    <a:lumMod val="50000"/>
                  </a:srgbClr>
                </a:solidFill>
                <a:latin typeface="Calibri" panose="020F0502020204030204"/>
                <a:cs typeface="Simplified Arabic" panose="02020603050405020304" pitchFamily="18" charset="-78"/>
              </a:rPr>
              <a:t>التعليم المتنقل على تقنيات لاسلكية مثل الهواتف النقالة</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50" name="Oval 49"/>
          <p:cNvSpPr/>
          <p:nvPr/>
        </p:nvSpPr>
        <p:spPr>
          <a:xfrm>
            <a:off x="420927" y="1922320"/>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1" name="Rectangle 50"/>
          <p:cNvSpPr/>
          <p:nvPr/>
        </p:nvSpPr>
        <p:spPr>
          <a:xfrm>
            <a:off x="1537638" y="3020799"/>
            <a:ext cx="4670066" cy="1384995"/>
          </a:xfrm>
          <a:prstGeom prst="rect">
            <a:avLst/>
          </a:prstGeom>
        </p:spPr>
        <p:txBody>
          <a:bodyPr wrap="square">
            <a:spAutoFit/>
          </a:bodyPr>
          <a:lstStyle/>
          <a:p>
            <a:pP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سهولة </a:t>
            </a:r>
            <a:r>
              <a:rPr lang="ar-SA" sz="2800" b="1" dirty="0">
                <a:solidFill>
                  <a:srgbClr val="17406D">
                    <a:lumMod val="50000"/>
                  </a:srgbClr>
                </a:solidFill>
                <a:latin typeface="Calibri" panose="020F0502020204030204"/>
                <a:cs typeface="Simplified Arabic" panose="02020603050405020304" pitchFamily="18" charset="-78"/>
              </a:rPr>
              <a:t>حملها بالمقارنة مع الحقائب المليئة بالملفات والكتب أو من الحاسبات المحمولة أيضًا.</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53" name="Oval 52"/>
          <p:cNvSpPr/>
          <p:nvPr/>
        </p:nvSpPr>
        <p:spPr>
          <a:xfrm>
            <a:off x="420927" y="3387461"/>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4" name="Rectangle 53"/>
          <p:cNvSpPr/>
          <p:nvPr/>
        </p:nvSpPr>
        <p:spPr>
          <a:xfrm>
            <a:off x="1492689" y="4503666"/>
            <a:ext cx="4886845" cy="1384995"/>
          </a:xfrm>
          <a:prstGeom prst="rect">
            <a:avLst/>
          </a:prstGeom>
        </p:spPr>
        <p:txBody>
          <a:bodyPr wrap="square">
            <a:spAutoFit/>
          </a:bodyPr>
          <a:lstStyle/>
          <a:p>
            <a:pP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الكتابة </a:t>
            </a:r>
            <a:r>
              <a:rPr lang="ar-SA" sz="2800" b="1" dirty="0">
                <a:solidFill>
                  <a:srgbClr val="17406D">
                    <a:lumMod val="50000"/>
                  </a:srgbClr>
                </a:solidFill>
                <a:latin typeface="Calibri" panose="020F0502020204030204"/>
                <a:cs typeface="Simplified Arabic" panose="02020603050405020304" pitchFamily="18" charset="-78"/>
              </a:rPr>
              <a:t>اليدوية في الأجهزة الرقمية باستخدام القلم، هي أكثر سهولة من استخدام لوحة المفاتيح والفأرة.</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56" name="Oval 55"/>
          <p:cNvSpPr/>
          <p:nvPr/>
        </p:nvSpPr>
        <p:spPr>
          <a:xfrm>
            <a:off x="420927" y="4852603"/>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57" name="Picture 5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4287" y="2131530"/>
            <a:ext cx="304800" cy="304800"/>
          </a:xfrm>
          <a:prstGeom prst="rect">
            <a:avLst/>
          </a:prstGeom>
        </p:spPr>
      </p:pic>
      <p:pic>
        <p:nvPicPr>
          <p:cNvPr id="58" name="Picture 5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36236" y="3592430"/>
            <a:ext cx="304800" cy="304800"/>
          </a:xfrm>
          <a:prstGeom prst="rect">
            <a:avLst/>
          </a:prstGeom>
        </p:spPr>
      </p:pic>
      <p:pic>
        <p:nvPicPr>
          <p:cNvPr id="59" name="Picture 5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34287" y="5027569"/>
            <a:ext cx="304800" cy="304800"/>
          </a:xfrm>
          <a:prstGeom prst="rect">
            <a:avLst/>
          </a:prstGeom>
        </p:spPr>
      </p:pic>
      <p:pic>
        <p:nvPicPr>
          <p:cNvPr id="2" name="Picture 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592895" y="2131530"/>
            <a:ext cx="5606855" cy="4614452"/>
          </a:xfrm>
          <a:prstGeom prst="rect">
            <a:avLst/>
          </a:prstGeom>
        </p:spPr>
      </p:pic>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1014078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ppt_x"/>
                                          </p:val>
                                        </p:tav>
                                        <p:tav tm="100000">
                                          <p:val>
                                            <p:strVal val="#ppt_x"/>
                                          </p:val>
                                        </p:tav>
                                      </p:tavLst>
                                    </p:anim>
                                    <p:anim calcmode="lin" valueType="num">
                                      <p:cBhvr additive="base">
                                        <p:cTn id="8" dur="500" fill="hold"/>
                                        <p:tgtEl>
                                          <p:spTgt spid="50"/>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57"/>
                                        </p:tgtEl>
                                        <p:attrNameLst>
                                          <p:attrName>style.visibility</p:attrName>
                                        </p:attrNameLst>
                                      </p:cBhvr>
                                      <p:to>
                                        <p:strVal val="visible"/>
                                      </p:to>
                                    </p:set>
                                    <p:anim calcmode="lin" valueType="num">
                                      <p:cBhvr additive="base">
                                        <p:cTn id="12" dur="500" fill="hold"/>
                                        <p:tgtEl>
                                          <p:spTgt spid="57"/>
                                        </p:tgtEl>
                                        <p:attrNameLst>
                                          <p:attrName>ppt_x</p:attrName>
                                        </p:attrNameLst>
                                      </p:cBhvr>
                                      <p:tavLst>
                                        <p:tav tm="0">
                                          <p:val>
                                            <p:strVal val="#ppt_x"/>
                                          </p:val>
                                        </p:tav>
                                        <p:tav tm="100000">
                                          <p:val>
                                            <p:strVal val="#ppt_x"/>
                                          </p:val>
                                        </p:tav>
                                      </p:tavLst>
                                    </p:anim>
                                    <p:anim calcmode="lin" valueType="num">
                                      <p:cBhvr additive="base">
                                        <p:cTn id="13" dur="500" fill="hold"/>
                                        <p:tgtEl>
                                          <p:spTgt spid="57"/>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53"/>
                                        </p:tgtEl>
                                        <p:attrNameLst>
                                          <p:attrName>style.visibility</p:attrName>
                                        </p:attrNameLst>
                                      </p:cBhvr>
                                      <p:to>
                                        <p:strVal val="visible"/>
                                      </p:to>
                                    </p:set>
                                    <p:anim calcmode="lin" valueType="num">
                                      <p:cBhvr additive="base">
                                        <p:cTn id="17" dur="500" fill="hold"/>
                                        <p:tgtEl>
                                          <p:spTgt spid="53"/>
                                        </p:tgtEl>
                                        <p:attrNameLst>
                                          <p:attrName>ppt_x</p:attrName>
                                        </p:attrNameLst>
                                      </p:cBhvr>
                                      <p:tavLst>
                                        <p:tav tm="0">
                                          <p:val>
                                            <p:strVal val="#ppt_x"/>
                                          </p:val>
                                        </p:tav>
                                        <p:tav tm="100000">
                                          <p:val>
                                            <p:strVal val="#ppt_x"/>
                                          </p:val>
                                        </p:tav>
                                      </p:tavLst>
                                    </p:anim>
                                    <p:anim calcmode="lin" valueType="num">
                                      <p:cBhvr additive="base">
                                        <p:cTn id="18" dur="500" fill="hold"/>
                                        <p:tgtEl>
                                          <p:spTgt spid="53"/>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58"/>
                                        </p:tgtEl>
                                        <p:attrNameLst>
                                          <p:attrName>style.visibility</p:attrName>
                                        </p:attrNameLst>
                                      </p:cBhvr>
                                      <p:to>
                                        <p:strVal val="visible"/>
                                      </p:to>
                                    </p:set>
                                    <p:anim calcmode="lin" valueType="num">
                                      <p:cBhvr additive="base">
                                        <p:cTn id="22" dur="500" fill="hold"/>
                                        <p:tgtEl>
                                          <p:spTgt spid="58"/>
                                        </p:tgtEl>
                                        <p:attrNameLst>
                                          <p:attrName>ppt_x</p:attrName>
                                        </p:attrNameLst>
                                      </p:cBhvr>
                                      <p:tavLst>
                                        <p:tav tm="0">
                                          <p:val>
                                            <p:strVal val="#ppt_x"/>
                                          </p:val>
                                        </p:tav>
                                        <p:tav tm="100000">
                                          <p:val>
                                            <p:strVal val="#ppt_x"/>
                                          </p:val>
                                        </p:tav>
                                      </p:tavLst>
                                    </p:anim>
                                    <p:anim calcmode="lin" valueType="num">
                                      <p:cBhvr additive="base">
                                        <p:cTn id="23" dur="500" fill="hold"/>
                                        <p:tgtEl>
                                          <p:spTgt spid="58"/>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56"/>
                                        </p:tgtEl>
                                        <p:attrNameLst>
                                          <p:attrName>style.visibility</p:attrName>
                                        </p:attrNameLst>
                                      </p:cBhvr>
                                      <p:to>
                                        <p:strVal val="visible"/>
                                      </p:to>
                                    </p:set>
                                    <p:anim calcmode="lin" valueType="num">
                                      <p:cBhvr additive="base">
                                        <p:cTn id="27" dur="500" fill="hold"/>
                                        <p:tgtEl>
                                          <p:spTgt spid="56"/>
                                        </p:tgtEl>
                                        <p:attrNameLst>
                                          <p:attrName>ppt_x</p:attrName>
                                        </p:attrNameLst>
                                      </p:cBhvr>
                                      <p:tavLst>
                                        <p:tav tm="0">
                                          <p:val>
                                            <p:strVal val="#ppt_x"/>
                                          </p:val>
                                        </p:tav>
                                        <p:tav tm="100000">
                                          <p:val>
                                            <p:strVal val="#ppt_x"/>
                                          </p:val>
                                        </p:tav>
                                      </p:tavLst>
                                    </p:anim>
                                    <p:anim calcmode="lin" valueType="num">
                                      <p:cBhvr additive="base">
                                        <p:cTn id="28" dur="500" fill="hold"/>
                                        <p:tgtEl>
                                          <p:spTgt spid="56"/>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fill="hold" nodeType="afterEffect">
                                  <p:stCondLst>
                                    <p:cond delay="0"/>
                                  </p:stCondLst>
                                  <p:childTnLst>
                                    <p:set>
                                      <p:cBhvr>
                                        <p:cTn id="31" dur="1" fill="hold">
                                          <p:stCondLst>
                                            <p:cond delay="0"/>
                                          </p:stCondLst>
                                        </p:cTn>
                                        <p:tgtEl>
                                          <p:spTgt spid="59"/>
                                        </p:tgtEl>
                                        <p:attrNameLst>
                                          <p:attrName>style.visibility</p:attrName>
                                        </p:attrNameLst>
                                      </p:cBhvr>
                                      <p:to>
                                        <p:strVal val="visible"/>
                                      </p:to>
                                    </p:set>
                                    <p:anim calcmode="lin" valueType="num">
                                      <p:cBhvr additive="base">
                                        <p:cTn id="32" dur="500" fill="hold"/>
                                        <p:tgtEl>
                                          <p:spTgt spid="59"/>
                                        </p:tgtEl>
                                        <p:attrNameLst>
                                          <p:attrName>ppt_x</p:attrName>
                                        </p:attrNameLst>
                                      </p:cBhvr>
                                      <p:tavLst>
                                        <p:tav tm="0">
                                          <p:val>
                                            <p:strVal val="#ppt_x"/>
                                          </p:val>
                                        </p:tav>
                                        <p:tav tm="100000">
                                          <p:val>
                                            <p:strVal val="#ppt_x"/>
                                          </p:val>
                                        </p:tav>
                                      </p:tavLst>
                                    </p:anim>
                                    <p:anim calcmode="lin" valueType="num">
                                      <p:cBhvr additive="base">
                                        <p:cTn id="33"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3" grpId="0" animBg="1"/>
      <p:bldP spid="56" grpId="0" animBg="1"/>
    </p:bld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0" y="351952"/>
            <a:ext cx="12192000" cy="707886"/>
          </a:xfrm>
          <a:prstGeom prst="rect">
            <a:avLst/>
          </a:prstGeom>
          <a:noFill/>
        </p:spPr>
        <p:txBody>
          <a:bodyPr wrap="square" rtlCol="0">
            <a:spAutoFit/>
          </a:bodyPr>
          <a:lstStyle/>
          <a:p>
            <a:pPr algn="ctr" rtl="1" fontAlgn="auto">
              <a:spcBef>
                <a:spcPts val="0"/>
              </a:spcBef>
              <a:spcAft>
                <a:spcPts val="0"/>
              </a:spcAft>
            </a:pPr>
            <a:r>
              <a:rPr lang="ar-SA" sz="4000" b="1" u="sng" dirty="0">
                <a:solidFill>
                  <a:srgbClr val="FF0000"/>
                </a:solidFill>
                <a:latin typeface="Bebas Neue" panose="020B0606020202050201" pitchFamily="34" charset="0"/>
                <a:cs typeface="Simplified Arabic" panose="02020603050405020304" pitchFamily="18" charset="-78"/>
              </a:rPr>
              <a:t>4.	فوائد التعليم المتنقل </a:t>
            </a:r>
            <a:endParaRPr lang="en-US" sz="4000" b="1" u="sng" dirty="0">
              <a:solidFill>
                <a:srgbClr val="FF0000"/>
              </a:solidFill>
              <a:latin typeface="Bebas Neue" panose="020B0606020202050201" pitchFamily="34" charset="0"/>
              <a:cs typeface="Simplified Arabic" panose="02020603050405020304" pitchFamily="18" charset="-78"/>
            </a:endParaRPr>
          </a:p>
        </p:txBody>
      </p:sp>
      <p:sp>
        <p:nvSpPr>
          <p:cNvPr id="60" name="Rectangle 59"/>
          <p:cNvSpPr/>
          <p:nvPr/>
        </p:nvSpPr>
        <p:spPr>
          <a:xfrm>
            <a:off x="4657060" y="2002896"/>
            <a:ext cx="4902346" cy="1384995"/>
          </a:xfrm>
          <a:prstGeom prst="rect">
            <a:avLst/>
          </a:prstGeom>
        </p:spPr>
        <p:txBody>
          <a:bodyPr wrap="square">
            <a:spAutoFit/>
          </a:bodyPr>
          <a:lstStyle/>
          <a:p>
            <a:pPr algn="ct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من </a:t>
            </a:r>
            <a:r>
              <a:rPr lang="ar-SA" sz="2800" b="1" dirty="0">
                <a:solidFill>
                  <a:srgbClr val="17406D">
                    <a:lumMod val="50000"/>
                  </a:srgbClr>
                </a:solidFill>
                <a:latin typeface="Calibri" panose="020F0502020204030204"/>
                <a:cs typeface="Simplified Arabic" panose="02020603050405020304" pitchFamily="18" charset="-78"/>
              </a:rPr>
              <a:t>خلال تقنيات الأجهزة الذكية يمكن تدوين الملاحظات باليد أو بالصوت مباشرة</a:t>
            </a:r>
          </a:p>
        </p:txBody>
      </p:sp>
      <p:sp>
        <p:nvSpPr>
          <p:cNvPr id="62" name="Oval 61"/>
          <p:cNvSpPr/>
          <p:nvPr/>
        </p:nvSpPr>
        <p:spPr>
          <a:xfrm>
            <a:off x="9742819" y="1922320"/>
            <a:ext cx="731520" cy="73152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3" name="Rectangle 62"/>
          <p:cNvSpPr/>
          <p:nvPr/>
        </p:nvSpPr>
        <p:spPr>
          <a:xfrm>
            <a:off x="4444409" y="3474998"/>
            <a:ext cx="4901637" cy="954107"/>
          </a:xfrm>
          <a:prstGeom prst="rect">
            <a:avLst/>
          </a:prstGeom>
        </p:spPr>
        <p:txBody>
          <a:bodyPr wrap="square">
            <a:spAutoFit/>
          </a:bodyPr>
          <a:lstStyle/>
          <a:p>
            <a:pPr algn="ct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المشاركة </a:t>
            </a:r>
            <a:r>
              <a:rPr lang="ar-SA" sz="2800" b="1" dirty="0">
                <a:solidFill>
                  <a:srgbClr val="17406D">
                    <a:lumMod val="50000"/>
                  </a:srgbClr>
                </a:solidFill>
                <a:latin typeface="Calibri" panose="020F0502020204030204"/>
                <a:cs typeface="Simplified Arabic" panose="02020603050405020304" pitchFamily="18" charset="-78"/>
              </a:rPr>
              <a:t>في تنفيذ العمليات والمهام في العمل الجماعي التشاركي</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65" name="Oval 64"/>
          <p:cNvSpPr/>
          <p:nvPr/>
        </p:nvSpPr>
        <p:spPr>
          <a:xfrm>
            <a:off x="9742819" y="3457647"/>
            <a:ext cx="731520" cy="7315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69" name="Picture 6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956179" y="2133021"/>
            <a:ext cx="304800" cy="304800"/>
          </a:xfrm>
          <a:prstGeom prst="rect">
            <a:avLst/>
          </a:prstGeom>
        </p:spPr>
      </p:pic>
      <p:pic>
        <p:nvPicPr>
          <p:cNvPr id="71" name="Picture 7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956179" y="3698836"/>
            <a:ext cx="304800" cy="304800"/>
          </a:xfrm>
          <a:prstGeom prst="rect">
            <a:avLst/>
          </a:prstGeom>
        </p:spPr>
      </p:pic>
      <p:pic>
        <p:nvPicPr>
          <p:cNvPr id="2" name="Picture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 y="2282394"/>
            <a:ext cx="5591790" cy="4437115"/>
          </a:xfrm>
          <a:prstGeom prst="rect">
            <a:avLst/>
          </a:prstGeom>
        </p:spPr>
      </p:pic>
      <p:sp>
        <p:nvSpPr>
          <p:cNvPr id="12" name="Rectangle 11"/>
          <p:cNvSpPr/>
          <p:nvPr/>
        </p:nvSpPr>
        <p:spPr>
          <a:xfrm>
            <a:off x="4657060" y="4740484"/>
            <a:ext cx="4810196" cy="1384995"/>
          </a:xfrm>
          <a:prstGeom prst="rect">
            <a:avLst/>
          </a:prstGeom>
        </p:spPr>
        <p:txBody>
          <a:bodyPr wrap="square">
            <a:spAutoFit/>
          </a:bodyPr>
          <a:lstStyle/>
          <a:p>
            <a:pPr algn="ct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يمكن </a:t>
            </a:r>
            <a:r>
              <a:rPr lang="ar-SA" sz="2800" b="1" dirty="0">
                <a:solidFill>
                  <a:srgbClr val="17406D">
                    <a:lumMod val="50000"/>
                  </a:srgbClr>
                </a:solidFill>
                <a:latin typeface="Calibri" panose="020F0502020204030204"/>
                <a:cs typeface="Simplified Arabic" panose="02020603050405020304" pitchFamily="18" charset="-78"/>
              </a:rPr>
              <a:t>للمعلمين استخدامه في توزيع العمل على الطلاب بسهولة وبشكل طبيعي باستخدام القلم الرفيع.</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13" name="Oval 12"/>
          <p:cNvSpPr/>
          <p:nvPr/>
        </p:nvSpPr>
        <p:spPr>
          <a:xfrm>
            <a:off x="9742819" y="4914822"/>
            <a:ext cx="731520" cy="73152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15" name="Picture 1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956179" y="5128182"/>
            <a:ext cx="304800" cy="304800"/>
          </a:xfrm>
          <a:prstGeom prst="rect">
            <a:avLst/>
          </a:prstGeom>
        </p:spPr>
      </p:pic>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2733093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additive="base">
                                        <p:cTn id="7" dur="500" fill="hold"/>
                                        <p:tgtEl>
                                          <p:spTgt spid="62"/>
                                        </p:tgtEl>
                                        <p:attrNameLst>
                                          <p:attrName>ppt_x</p:attrName>
                                        </p:attrNameLst>
                                      </p:cBhvr>
                                      <p:tavLst>
                                        <p:tav tm="0">
                                          <p:val>
                                            <p:strVal val="#ppt_x"/>
                                          </p:val>
                                        </p:tav>
                                        <p:tav tm="100000">
                                          <p:val>
                                            <p:strVal val="#ppt_x"/>
                                          </p:val>
                                        </p:tav>
                                      </p:tavLst>
                                    </p:anim>
                                    <p:anim calcmode="lin" valueType="num">
                                      <p:cBhvr additive="base">
                                        <p:cTn id="8" dur="500" fill="hold"/>
                                        <p:tgtEl>
                                          <p:spTgt spid="6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69"/>
                                        </p:tgtEl>
                                        <p:attrNameLst>
                                          <p:attrName>style.visibility</p:attrName>
                                        </p:attrNameLst>
                                      </p:cBhvr>
                                      <p:to>
                                        <p:strVal val="visible"/>
                                      </p:to>
                                    </p:set>
                                    <p:anim calcmode="lin" valueType="num">
                                      <p:cBhvr additive="base">
                                        <p:cTn id="12" dur="500" fill="hold"/>
                                        <p:tgtEl>
                                          <p:spTgt spid="69"/>
                                        </p:tgtEl>
                                        <p:attrNameLst>
                                          <p:attrName>ppt_x</p:attrName>
                                        </p:attrNameLst>
                                      </p:cBhvr>
                                      <p:tavLst>
                                        <p:tav tm="0">
                                          <p:val>
                                            <p:strVal val="#ppt_x"/>
                                          </p:val>
                                        </p:tav>
                                        <p:tav tm="100000">
                                          <p:val>
                                            <p:strVal val="#ppt_x"/>
                                          </p:val>
                                        </p:tav>
                                      </p:tavLst>
                                    </p:anim>
                                    <p:anim calcmode="lin" valueType="num">
                                      <p:cBhvr additive="base">
                                        <p:cTn id="13" dur="500" fill="hold"/>
                                        <p:tgtEl>
                                          <p:spTgt spid="69"/>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65"/>
                                        </p:tgtEl>
                                        <p:attrNameLst>
                                          <p:attrName>style.visibility</p:attrName>
                                        </p:attrNameLst>
                                      </p:cBhvr>
                                      <p:to>
                                        <p:strVal val="visible"/>
                                      </p:to>
                                    </p:set>
                                    <p:anim calcmode="lin" valueType="num">
                                      <p:cBhvr additive="base">
                                        <p:cTn id="17" dur="500" fill="hold"/>
                                        <p:tgtEl>
                                          <p:spTgt spid="65"/>
                                        </p:tgtEl>
                                        <p:attrNameLst>
                                          <p:attrName>ppt_x</p:attrName>
                                        </p:attrNameLst>
                                      </p:cBhvr>
                                      <p:tavLst>
                                        <p:tav tm="0">
                                          <p:val>
                                            <p:strVal val="#ppt_x"/>
                                          </p:val>
                                        </p:tav>
                                        <p:tav tm="100000">
                                          <p:val>
                                            <p:strVal val="#ppt_x"/>
                                          </p:val>
                                        </p:tav>
                                      </p:tavLst>
                                    </p:anim>
                                    <p:anim calcmode="lin" valueType="num">
                                      <p:cBhvr additive="base">
                                        <p:cTn id="18" dur="500" fill="hold"/>
                                        <p:tgtEl>
                                          <p:spTgt spid="65"/>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71"/>
                                        </p:tgtEl>
                                        <p:attrNameLst>
                                          <p:attrName>style.visibility</p:attrName>
                                        </p:attrNameLst>
                                      </p:cBhvr>
                                      <p:to>
                                        <p:strVal val="visible"/>
                                      </p:to>
                                    </p:set>
                                    <p:anim calcmode="lin" valueType="num">
                                      <p:cBhvr additive="base">
                                        <p:cTn id="22" dur="500" fill="hold"/>
                                        <p:tgtEl>
                                          <p:spTgt spid="71"/>
                                        </p:tgtEl>
                                        <p:attrNameLst>
                                          <p:attrName>ppt_x</p:attrName>
                                        </p:attrNameLst>
                                      </p:cBhvr>
                                      <p:tavLst>
                                        <p:tav tm="0">
                                          <p:val>
                                            <p:strVal val="#ppt_x"/>
                                          </p:val>
                                        </p:tav>
                                        <p:tav tm="100000">
                                          <p:val>
                                            <p:strVal val="#ppt_x"/>
                                          </p:val>
                                        </p:tav>
                                      </p:tavLst>
                                    </p:anim>
                                    <p:anim calcmode="lin" valueType="num">
                                      <p:cBhvr additive="base">
                                        <p:cTn id="23" dur="500" fill="hold"/>
                                        <p:tgtEl>
                                          <p:spTgt spid="71"/>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additive="base">
                                        <p:cTn id="27" dur="500" fill="hold"/>
                                        <p:tgtEl>
                                          <p:spTgt spid="13"/>
                                        </p:tgtEl>
                                        <p:attrNameLst>
                                          <p:attrName>ppt_x</p:attrName>
                                        </p:attrNameLst>
                                      </p:cBhvr>
                                      <p:tavLst>
                                        <p:tav tm="0">
                                          <p:val>
                                            <p:strVal val="#ppt_x"/>
                                          </p:val>
                                        </p:tav>
                                        <p:tav tm="100000">
                                          <p:val>
                                            <p:strVal val="#ppt_x"/>
                                          </p:val>
                                        </p:tav>
                                      </p:tavLst>
                                    </p:anim>
                                    <p:anim calcmode="lin" valueType="num">
                                      <p:cBhvr additive="base">
                                        <p:cTn id="28" dur="500" fill="hold"/>
                                        <p:tgtEl>
                                          <p:spTgt spid="13"/>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fill="hold" nodeType="afterEffect">
                                  <p:stCondLst>
                                    <p:cond delay="0"/>
                                  </p:stCondLst>
                                  <p:childTnLst>
                                    <p:set>
                                      <p:cBhvr>
                                        <p:cTn id="31" dur="1" fill="hold">
                                          <p:stCondLst>
                                            <p:cond delay="0"/>
                                          </p:stCondLst>
                                        </p:cTn>
                                        <p:tgtEl>
                                          <p:spTgt spid="15"/>
                                        </p:tgtEl>
                                        <p:attrNameLst>
                                          <p:attrName>style.visibility</p:attrName>
                                        </p:attrNameLst>
                                      </p:cBhvr>
                                      <p:to>
                                        <p:strVal val="visible"/>
                                      </p:to>
                                    </p:set>
                                    <p:anim calcmode="lin" valueType="num">
                                      <p:cBhvr additive="base">
                                        <p:cTn id="32" dur="500" fill="hold"/>
                                        <p:tgtEl>
                                          <p:spTgt spid="15"/>
                                        </p:tgtEl>
                                        <p:attrNameLst>
                                          <p:attrName>ppt_x</p:attrName>
                                        </p:attrNameLst>
                                      </p:cBhvr>
                                      <p:tavLst>
                                        <p:tav tm="0">
                                          <p:val>
                                            <p:strVal val="#ppt_x"/>
                                          </p:val>
                                        </p:tav>
                                        <p:tav tm="100000">
                                          <p:val>
                                            <p:strVal val="#ppt_x"/>
                                          </p:val>
                                        </p:tav>
                                      </p:tavLst>
                                    </p:anim>
                                    <p:anim calcmode="lin" valueType="num">
                                      <p:cBhvr additive="base">
                                        <p:cTn id="33"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5" grpId="0" animBg="1"/>
      <p:bldP spid="13" grpId="0" animBg="1"/>
    </p:bld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0" y="351952"/>
            <a:ext cx="12192000" cy="707886"/>
          </a:xfrm>
          <a:prstGeom prst="rect">
            <a:avLst/>
          </a:prstGeom>
          <a:noFill/>
        </p:spPr>
        <p:txBody>
          <a:bodyPr wrap="square" rtlCol="0">
            <a:spAutoFit/>
          </a:bodyPr>
          <a:lstStyle/>
          <a:p>
            <a:pPr algn="ctr" rtl="1" fontAlgn="auto">
              <a:spcBef>
                <a:spcPts val="0"/>
              </a:spcBef>
              <a:spcAft>
                <a:spcPts val="0"/>
              </a:spcAft>
            </a:pPr>
            <a:r>
              <a:rPr lang="ar-SA" sz="4000" b="1" u="sng" dirty="0">
                <a:solidFill>
                  <a:srgbClr val="FF0000"/>
                </a:solidFill>
                <a:latin typeface="Bebas Neue" panose="020B0606020202050201" pitchFamily="34" charset="0"/>
                <a:cs typeface="Simplified Arabic" panose="02020603050405020304" pitchFamily="18" charset="-78"/>
              </a:rPr>
              <a:t>4.	فوائد التعليم المتنقل </a:t>
            </a:r>
          </a:p>
        </p:txBody>
      </p:sp>
      <p:sp>
        <p:nvSpPr>
          <p:cNvPr id="48" name="Rectangle 47"/>
          <p:cNvSpPr/>
          <p:nvPr/>
        </p:nvSpPr>
        <p:spPr>
          <a:xfrm>
            <a:off x="1599371" y="1223589"/>
            <a:ext cx="4886844" cy="1815882"/>
          </a:xfrm>
          <a:prstGeom prst="rect">
            <a:avLst/>
          </a:prstGeom>
        </p:spPr>
        <p:txBody>
          <a:bodyPr wrap="square">
            <a:spAutoFit/>
          </a:bodyPr>
          <a:lstStyle/>
          <a:p>
            <a:pP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للتعلم </a:t>
            </a:r>
            <a:r>
              <a:rPr lang="ar-SA" sz="2800" b="1" dirty="0">
                <a:solidFill>
                  <a:srgbClr val="17406D">
                    <a:lumMod val="50000"/>
                  </a:srgbClr>
                </a:solidFill>
                <a:latin typeface="Calibri" panose="020F0502020204030204"/>
                <a:cs typeface="Simplified Arabic" panose="02020603050405020304" pitchFamily="18" charset="-78"/>
              </a:rPr>
              <a:t>باستخدام الهاتف النقال متعة حقيقية يمكن استثمارها مع المتعلمين الذين فقدوا الرغبة في التعلم خاصة باعتماد الألعاب.</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50" name="Oval 49"/>
          <p:cNvSpPr/>
          <p:nvPr/>
        </p:nvSpPr>
        <p:spPr>
          <a:xfrm>
            <a:off x="395411" y="1492129"/>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1" name="Rectangle 50"/>
          <p:cNvSpPr/>
          <p:nvPr/>
        </p:nvSpPr>
        <p:spPr>
          <a:xfrm>
            <a:off x="1398382" y="3145543"/>
            <a:ext cx="4948577" cy="954107"/>
          </a:xfrm>
          <a:prstGeom prst="rect">
            <a:avLst/>
          </a:prstGeom>
        </p:spPr>
        <p:txBody>
          <a:bodyPr wrap="square">
            <a:spAutoFit/>
          </a:bodyPr>
          <a:lstStyle/>
          <a:p>
            <a:pP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يمكن </a:t>
            </a:r>
            <a:r>
              <a:rPr lang="ar-SA" sz="2800" b="1" dirty="0">
                <a:solidFill>
                  <a:srgbClr val="17406D">
                    <a:lumMod val="50000"/>
                  </a:srgbClr>
                </a:solidFill>
                <a:latin typeface="Calibri" panose="020F0502020204030204"/>
                <a:cs typeface="Simplified Arabic" panose="02020603050405020304" pitchFamily="18" charset="-78"/>
              </a:rPr>
              <a:t>للأجهزة الرقمية الشخصية والهواتف النقالة أن تساهم في سد الفجوة الرقمية</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53" name="Oval 52"/>
          <p:cNvSpPr/>
          <p:nvPr/>
        </p:nvSpPr>
        <p:spPr>
          <a:xfrm>
            <a:off x="420927" y="3226670"/>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4" name="Rectangle 53"/>
          <p:cNvSpPr/>
          <p:nvPr/>
        </p:nvSpPr>
        <p:spPr>
          <a:xfrm>
            <a:off x="1259127" y="4503666"/>
            <a:ext cx="5333768" cy="1815882"/>
          </a:xfrm>
          <a:prstGeom prst="rect">
            <a:avLst/>
          </a:prstGeom>
        </p:spPr>
        <p:txBody>
          <a:bodyPr wrap="square">
            <a:spAutoFit/>
          </a:bodyPr>
          <a:lstStyle/>
          <a:p>
            <a:pPr rtl="1" fontAlgn="auto">
              <a:spcBef>
                <a:spcPts val="0"/>
              </a:spcBef>
              <a:spcAft>
                <a:spcPts val="0"/>
              </a:spcAft>
            </a:pPr>
            <a:r>
              <a:rPr lang="ar-SA" sz="2800" b="1" dirty="0" smtClean="0">
                <a:solidFill>
                  <a:srgbClr val="17406D">
                    <a:lumMod val="50000"/>
                  </a:srgbClr>
                </a:solidFill>
                <a:latin typeface="Calibri" panose="020F0502020204030204"/>
                <a:cs typeface="Simplified Arabic" panose="02020603050405020304" pitchFamily="18" charset="-78"/>
              </a:rPr>
              <a:t>يساعد </a:t>
            </a:r>
            <a:r>
              <a:rPr lang="ar-SA" sz="2800" b="1" dirty="0">
                <a:solidFill>
                  <a:srgbClr val="17406D">
                    <a:lumMod val="50000"/>
                  </a:srgbClr>
                </a:solidFill>
                <a:latin typeface="Calibri" panose="020F0502020204030204"/>
                <a:cs typeface="Simplified Arabic" panose="02020603050405020304" pitchFamily="18" charset="-78"/>
              </a:rPr>
              <a:t>التعليم المتنقل المتعلمين الذي يعانون من صعوبات التعلم أو المتعلمين من ذوي الاحتياجات الخاصة في التغلب على الإعاقة التي تعيق تعلمهم.</a:t>
            </a:r>
            <a:endParaRPr lang="en-US" sz="2800" b="1" dirty="0">
              <a:solidFill>
                <a:srgbClr val="17406D">
                  <a:lumMod val="50000"/>
                </a:srgbClr>
              </a:solidFill>
              <a:latin typeface="Calibri" panose="020F0502020204030204"/>
              <a:cs typeface="Simplified Arabic" panose="02020603050405020304" pitchFamily="18" charset="-78"/>
            </a:endParaRPr>
          </a:p>
        </p:txBody>
      </p:sp>
      <p:sp>
        <p:nvSpPr>
          <p:cNvPr id="56" name="Oval 55"/>
          <p:cNvSpPr/>
          <p:nvPr/>
        </p:nvSpPr>
        <p:spPr>
          <a:xfrm>
            <a:off x="420927" y="4961211"/>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57" name="Picture 5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08771" y="1701339"/>
            <a:ext cx="304800" cy="304800"/>
          </a:xfrm>
          <a:prstGeom prst="rect">
            <a:avLst/>
          </a:prstGeom>
        </p:spPr>
      </p:pic>
      <p:pic>
        <p:nvPicPr>
          <p:cNvPr id="58" name="Picture 5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36236" y="3431639"/>
            <a:ext cx="304800" cy="304800"/>
          </a:xfrm>
          <a:prstGeom prst="rect">
            <a:avLst/>
          </a:prstGeom>
        </p:spPr>
      </p:pic>
      <p:pic>
        <p:nvPicPr>
          <p:cNvPr id="59" name="Picture 5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34287" y="5136177"/>
            <a:ext cx="304800" cy="304800"/>
          </a:xfrm>
          <a:prstGeom prst="rect">
            <a:avLst/>
          </a:prstGeom>
        </p:spPr>
      </p:pic>
      <p:pic>
        <p:nvPicPr>
          <p:cNvPr id="2" name="Picture 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592895" y="2131530"/>
            <a:ext cx="5606855" cy="4614452"/>
          </a:xfrm>
          <a:prstGeom prst="rect">
            <a:avLst/>
          </a:prstGeom>
        </p:spPr>
      </p:pic>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3442295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ppt_x"/>
                                          </p:val>
                                        </p:tav>
                                        <p:tav tm="100000">
                                          <p:val>
                                            <p:strVal val="#ppt_x"/>
                                          </p:val>
                                        </p:tav>
                                      </p:tavLst>
                                    </p:anim>
                                    <p:anim calcmode="lin" valueType="num">
                                      <p:cBhvr additive="base">
                                        <p:cTn id="8" dur="500" fill="hold"/>
                                        <p:tgtEl>
                                          <p:spTgt spid="50"/>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57"/>
                                        </p:tgtEl>
                                        <p:attrNameLst>
                                          <p:attrName>style.visibility</p:attrName>
                                        </p:attrNameLst>
                                      </p:cBhvr>
                                      <p:to>
                                        <p:strVal val="visible"/>
                                      </p:to>
                                    </p:set>
                                    <p:anim calcmode="lin" valueType="num">
                                      <p:cBhvr additive="base">
                                        <p:cTn id="12" dur="500" fill="hold"/>
                                        <p:tgtEl>
                                          <p:spTgt spid="57"/>
                                        </p:tgtEl>
                                        <p:attrNameLst>
                                          <p:attrName>ppt_x</p:attrName>
                                        </p:attrNameLst>
                                      </p:cBhvr>
                                      <p:tavLst>
                                        <p:tav tm="0">
                                          <p:val>
                                            <p:strVal val="#ppt_x"/>
                                          </p:val>
                                        </p:tav>
                                        <p:tav tm="100000">
                                          <p:val>
                                            <p:strVal val="#ppt_x"/>
                                          </p:val>
                                        </p:tav>
                                      </p:tavLst>
                                    </p:anim>
                                    <p:anim calcmode="lin" valueType="num">
                                      <p:cBhvr additive="base">
                                        <p:cTn id="13" dur="500" fill="hold"/>
                                        <p:tgtEl>
                                          <p:spTgt spid="57"/>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53"/>
                                        </p:tgtEl>
                                        <p:attrNameLst>
                                          <p:attrName>style.visibility</p:attrName>
                                        </p:attrNameLst>
                                      </p:cBhvr>
                                      <p:to>
                                        <p:strVal val="visible"/>
                                      </p:to>
                                    </p:set>
                                    <p:anim calcmode="lin" valueType="num">
                                      <p:cBhvr additive="base">
                                        <p:cTn id="17" dur="500" fill="hold"/>
                                        <p:tgtEl>
                                          <p:spTgt spid="53"/>
                                        </p:tgtEl>
                                        <p:attrNameLst>
                                          <p:attrName>ppt_x</p:attrName>
                                        </p:attrNameLst>
                                      </p:cBhvr>
                                      <p:tavLst>
                                        <p:tav tm="0">
                                          <p:val>
                                            <p:strVal val="#ppt_x"/>
                                          </p:val>
                                        </p:tav>
                                        <p:tav tm="100000">
                                          <p:val>
                                            <p:strVal val="#ppt_x"/>
                                          </p:val>
                                        </p:tav>
                                      </p:tavLst>
                                    </p:anim>
                                    <p:anim calcmode="lin" valueType="num">
                                      <p:cBhvr additive="base">
                                        <p:cTn id="18" dur="500" fill="hold"/>
                                        <p:tgtEl>
                                          <p:spTgt spid="53"/>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58"/>
                                        </p:tgtEl>
                                        <p:attrNameLst>
                                          <p:attrName>style.visibility</p:attrName>
                                        </p:attrNameLst>
                                      </p:cBhvr>
                                      <p:to>
                                        <p:strVal val="visible"/>
                                      </p:to>
                                    </p:set>
                                    <p:anim calcmode="lin" valueType="num">
                                      <p:cBhvr additive="base">
                                        <p:cTn id="22" dur="500" fill="hold"/>
                                        <p:tgtEl>
                                          <p:spTgt spid="58"/>
                                        </p:tgtEl>
                                        <p:attrNameLst>
                                          <p:attrName>ppt_x</p:attrName>
                                        </p:attrNameLst>
                                      </p:cBhvr>
                                      <p:tavLst>
                                        <p:tav tm="0">
                                          <p:val>
                                            <p:strVal val="#ppt_x"/>
                                          </p:val>
                                        </p:tav>
                                        <p:tav tm="100000">
                                          <p:val>
                                            <p:strVal val="#ppt_x"/>
                                          </p:val>
                                        </p:tav>
                                      </p:tavLst>
                                    </p:anim>
                                    <p:anim calcmode="lin" valueType="num">
                                      <p:cBhvr additive="base">
                                        <p:cTn id="23" dur="500" fill="hold"/>
                                        <p:tgtEl>
                                          <p:spTgt spid="58"/>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56"/>
                                        </p:tgtEl>
                                        <p:attrNameLst>
                                          <p:attrName>style.visibility</p:attrName>
                                        </p:attrNameLst>
                                      </p:cBhvr>
                                      <p:to>
                                        <p:strVal val="visible"/>
                                      </p:to>
                                    </p:set>
                                    <p:anim calcmode="lin" valueType="num">
                                      <p:cBhvr additive="base">
                                        <p:cTn id="27" dur="500" fill="hold"/>
                                        <p:tgtEl>
                                          <p:spTgt spid="56"/>
                                        </p:tgtEl>
                                        <p:attrNameLst>
                                          <p:attrName>ppt_x</p:attrName>
                                        </p:attrNameLst>
                                      </p:cBhvr>
                                      <p:tavLst>
                                        <p:tav tm="0">
                                          <p:val>
                                            <p:strVal val="#ppt_x"/>
                                          </p:val>
                                        </p:tav>
                                        <p:tav tm="100000">
                                          <p:val>
                                            <p:strVal val="#ppt_x"/>
                                          </p:val>
                                        </p:tav>
                                      </p:tavLst>
                                    </p:anim>
                                    <p:anim calcmode="lin" valueType="num">
                                      <p:cBhvr additive="base">
                                        <p:cTn id="28" dur="500" fill="hold"/>
                                        <p:tgtEl>
                                          <p:spTgt spid="56"/>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fill="hold" nodeType="afterEffect">
                                  <p:stCondLst>
                                    <p:cond delay="0"/>
                                  </p:stCondLst>
                                  <p:childTnLst>
                                    <p:set>
                                      <p:cBhvr>
                                        <p:cTn id="31" dur="1" fill="hold">
                                          <p:stCondLst>
                                            <p:cond delay="0"/>
                                          </p:stCondLst>
                                        </p:cTn>
                                        <p:tgtEl>
                                          <p:spTgt spid="59"/>
                                        </p:tgtEl>
                                        <p:attrNameLst>
                                          <p:attrName>style.visibility</p:attrName>
                                        </p:attrNameLst>
                                      </p:cBhvr>
                                      <p:to>
                                        <p:strVal val="visible"/>
                                      </p:to>
                                    </p:set>
                                    <p:anim calcmode="lin" valueType="num">
                                      <p:cBhvr additive="base">
                                        <p:cTn id="32" dur="500" fill="hold"/>
                                        <p:tgtEl>
                                          <p:spTgt spid="59"/>
                                        </p:tgtEl>
                                        <p:attrNameLst>
                                          <p:attrName>ppt_x</p:attrName>
                                        </p:attrNameLst>
                                      </p:cBhvr>
                                      <p:tavLst>
                                        <p:tav tm="0">
                                          <p:val>
                                            <p:strVal val="#ppt_x"/>
                                          </p:val>
                                        </p:tav>
                                        <p:tav tm="100000">
                                          <p:val>
                                            <p:strVal val="#ppt_x"/>
                                          </p:val>
                                        </p:tav>
                                      </p:tavLst>
                                    </p:anim>
                                    <p:anim calcmode="lin" valueType="num">
                                      <p:cBhvr additive="base">
                                        <p:cTn id="33"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3" grpId="0" animBg="1"/>
      <p:bldP spid="56" grpId="0" animBg="1"/>
    </p:bld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0" y="303582"/>
            <a:ext cx="12192000" cy="707886"/>
          </a:xfrm>
          <a:prstGeom prst="rect">
            <a:avLst/>
          </a:prstGeom>
          <a:noFill/>
        </p:spPr>
        <p:txBody>
          <a:bodyPr wrap="square" rtlCol="0">
            <a:spAutoFit/>
          </a:bodyPr>
          <a:lstStyle/>
          <a:p>
            <a:pPr algn="ctr" rtl="1" fontAlgn="auto">
              <a:spcBef>
                <a:spcPts val="0"/>
              </a:spcBef>
              <a:spcAft>
                <a:spcPts val="0"/>
              </a:spcAft>
            </a:pPr>
            <a:r>
              <a:rPr lang="ar-SA" sz="4000" b="1" u="sng" dirty="0" smtClean="0">
                <a:solidFill>
                  <a:srgbClr val="FF0000"/>
                </a:solidFill>
                <a:latin typeface="Bebas Neue" panose="020B0606020202050201" pitchFamily="34" charset="0"/>
                <a:cs typeface="+mn-cs"/>
              </a:rPr>
              <a:t>5</a:t>
            </a:r>
            <a:r>
              <a:rPr lang="ar-SA" sz="4000" b="1" u="sng" dirty="0">
                <a:solidFill>
                  <a:srgbClr val="FF0000"/>
                </a:solidFill>
                <a:latin typeface="Bebas Neue" panose="020B0606020202050201" pitchFamily="34" charset="0"/>
                <a:cs typeface="+mn-cs"/>
              </a:rPr>
              <a:t>.	أنواع الأجهزة النقالة</a:t>
            </a:r>
          </a:p>
        </p:txBody>
      </p:sp>
      <p:sp>
        <p:nvSpPr>
          <p:cNvPr id="2" name="Rounded Rectangle 1"/>
          <p:cNvSpPr/>
          <p:nvPr/>
        </p:nvSpPr>
        <p:spPr>
          <a:xfrm>
            <a:off x="887545" y="1473132"/>
            <a:ext cx="731520" cy="731520"/>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TextBox 17"/>
          <p:cNvSpPr txBox="1"/>
          <p:nvPr/>
        </p:nvSpPr>
        <p:spPr>
          <a:xfrm>
            <a:off x="1619065" y="1474177"/>
            <a:ext cx="2651760" cy="461665"/>
          </a:xfrm>
          <a:prstGeom prst="rect">
            <a:avLst/>
          </a:prstGeom>
          <a:noFill/>
        </p:spPr>
        <p:txBody>
          <a:bodyPr wrap="square" rtlCol="0">
            <a:spAutoFit/>
          </a:bodyPr>
          <a:lstStyle/>
          <a:p>
            <a:pPr algn="ctr" rtl="1" fontAlgn="auto">
              <a:spcBef>
                <a:spcPts val="0"/>
              </a:spcBef>
              <a:spcAft>
                <a:spcPts val="0"/>
              </a:spcAft>
            </a:pPr>
            <a:r>
              <a:rPr lang="ar-SA" sz="2400" b="1" dirty="0" smtClean="0">
                <a:solidFill>
                  <a:srgbClr val="17406D">
                    <a:lumMod val="50000"/>
                  </a:srgbClr>
                </a:solidFill>
                <a:latin typeface="Bebas Neue" panose="020B0606020202050201" pitchFamily="34" charset="0"/>
                <a:cs typeface="+mn-cs"/>
              </a:rPr>
              <a:t>‌أجهزة </a:t>
            </a:r>
            <a:r>
              <a:rPr lang="en-US" sz="2400" b="1" dirty="0">
                <a:solidFill>
                  <a:srgbClr val="17406D">
                    <a:lumMod val="50000"/>
                  </a:srgbClr>
                </a:solidFill>
                <a:latin typeface="Bebas Neue" panose="020B0606020202050201" pitchFamily="34" charset="0"/>
                <a:cs typeface="+mn-cs"/>
              </a:rPr>
              <a:t>iPad.</a:t>
            </a:r>
          </a:p>
        </p:txBody>
      </p:sp>
      <p:pic>
        <p:nvPicPr>
          <p:cNvPr id="8" name="Picture 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00905" y="1705010"/>
            <a:ext cx="304800" cy="304800"/>
          </a:xfrm>
          <a:prstGeom prst="rect">
            <a:avLst/>
          </a:prstGeom>
        </p:spPr>
      </p:pic>
      <p:sp>
        <p:nvSpPr>
          <p:cNvPr id="36" name="Rounded Rectangle 35"/>
          <p:cNvSpPr/>
          <p:nvPr/>
        </p:nvSpPr>
        <p:spPr>
          <a:xfrm>
            <a:off x="887545" y="3044722"/>
            <a:ext cx="731520" cy="731520"/>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2" name="TextBox 41"/>
          <p:cNvSpPr txBox="1"/>
          <p:nvPr/>
        </p:nvSpPr>
        <p:spPr>
          <a:xfrm>
            <a:off x="1619065" y="3045767"/>
            <a:ext cx="2651760" cy="461665"/>
          </a:xfrm>
          <a:prstGeom prst="rect">
            <a:avLst/>
          </a:prstGeom>
          <a:noFill/>
        </p:spPr>
        <p:txBody>
          <a:bodyPr wrap="square" rtlCol="0">
            <a:spAutoFit/>
          </a:bodyPr>
          <a:lstStyle/>
          <a:p>
            <a:pPr algn="ctr" rtl="1" fontAlgn="auto">
              <a:spcBef>
                <a:spcPts val="0"/>
              </a:spcBef>
              <a:spcAft>
                <a:spcPts val="0"/>
              </a:spcAft>
            </a:pPr>
            <a:r>
              <a:rPr lang="ar-SA" sz="2400" b="1" dirty="0" smtClean="0">
                <a:solidFill>
                  <a:srgbClr val="17406D">
                    <a:lumMod val="50000"/>
                  </a:srgbClr>
                </a:solidFill>
                <a:latin typeface="Bebas Neue" panose="020B0606020202050201" pitchFamily="34" charset="0"/>
                <a:cs typeface="+mn-cs"/>
              </a:rPr>
              <a:t>‌أجهزة </a:t>
            </a:r>
            <a:r>
              <a:rPr lang="en-US" sz="2400" b="1" dirty="0" err="1">
                <a:solidFill>
                  <a:srgbClr val="17406D">
                    <a:lumMod val="50000"/>
                  </a:srgbClr>
                </a:solidFill>
                <a:latin typeface="Bebas Neue" panose="020B0606020202050201" pitchFamily="34" charset="0"/>
                <a:cs typeface="+mn-cs"/>
              </a:rPr>
              <a:t>siPod</a:t>
            </a:r>
            <a:r>
              <a:rPr lang="en-US" sz="2400" b="1" dirty="0">
                <a:solidFill>
                  <a:srgbClr val="17406D">
                    <a:lumMod val="50000"/>
                  </a:srgbClr>
                </a:solidFill>
                <a:latin typeface="Bebas Neue" panose="020B0606020202050201" pitchFamily="34" charset="0"/>
                <a:cs typeface="+mn-cs"/>
              </a:rPr>
              <a:t>.</a:t>
            </a:r>
          </a:p>
        </p:txBody>
      </p:sp>
      <p:sp>
        <p:nvSpPr>
          <p:cNvPr id="48" name="Rounded Rectangle 47"/>
          <p:cNvSpPr/>
          <p:nvPr/>
        </p:nvSpPr>
        <p:spPr>
          <a:xfrm>
            <a:off x="887545" y="4591175"/>
            <a:ext cx="731520" cy="731520"/>
          </a:xfrm>
          <a:prstGeom prst="round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8" name="TextBox 57"/>
          <p:cNvSpPr txBox="1"/>
          <p:nvPr/>
        </p:nvSpPr>
        <p:spPr>
          <a:xfrm>
            <a:off x="1619065" y="4592220"/>
            <a:ext cx="2651760" cy="461665"/>
          </a:xfrm>
          <a:prstGeom prst="rect">
            <a:avLst/>
          </a:prstGeom>
          <a:noFill/>
        </p:spPr>
        <p:txBody>
          <a:bodyPr wrap="square" rtlCol="0">
            <a:spAutoFit/>
          </a:bodyPr>
          <a:lstStyle/>
          <a:p>
            <a:pPr algn="ctr" rtl="1" fontAlgn="auto">
              <a:spcBef>
                <a:spcPts val="0"/>
              </a:spcBef>
              <a:spcAft>
                <a:spcPts val="0"/>
              </a:spcAft>
            </a:pPr>
            <a:r>
              <a:rPr lang="ar-SA" sz="2400" b="1" dirty="0" smtClean="0">
                <a:solidFill>
                  <a:srgbClr val="17406D">
                    <a:lumMod val="50000"/>
                  </a:srgbClr>
                </a:solidFill>
                <a:latin typeface="Bebas Neue" panose="020B0606020202050201" pitchFamily="34" charset="0"/>
                <a:cs typeface="+mn-cs"/>
              </a:rPr>
              <a:t>‌أجهزة </a:t>
            </a:r>
            <a:r>
              <a:rPr lang="en-US" sz="2400" b="1" dirty="0">
                <a:solidFill>
                  <a:srgbClr val="17406D">
                    <a:lumMod val="50000"/>
                  </a:srgbClr>
                </a:solidFill>
                <a:latin typeface="Bebas Neue" panose="020B0606020202050201" pitchFamily="34" charset="0"/>
                <a:cs typeface="+mn-cs"/>
              </a:rPr>
              <a:t>iPhone.</a:t>
            </a:r>
          </a:p>
        </p:txBody>
      </p:sp>
      <p:sp>
        <p:nvSpPr>
          <p:cNvPr id="61" name="Rounded Rectangle 60"/>
          <p:cNvSpPr/>
          <p:nvPr/>
        </p:nvSpPr>
        <p:spPr>
          <a:xfrm>
            <a:off x="4506679" y="1473132"/>
            <a:ext cx="731520" cy="73152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3" name="TextBox 62"/>
          <p:cNvSpPr txBox="1"/>
          <p:nvPr/>
        </p:nvSpPr>
        <p:spPr>
          <a:xfrm>
            <a:off x="5238199" y="1474177"/>
            <a:ext cx="2651760" cy="461665"/>
          </a:xfrm>
          <a:prstGeom prst="rect">
            <a:avLst/>
          </a:prstGeom>
          <a:noFill/>
        </p:spPr>
        <p:txBody>
          <a:bodyPr wrap="square" rtlCol="0">
            <a:spAutoFit/>
          </a:bodyPr>
          <a:lstStyle/>
          <a:p>
            <a:pPr algn="ctr" rtl="1" fontAlgn="auto">
              <a:spcBef>
                <a:spcPts val="0"/>
              </a:spcBef>
              <a:spcAft>
                <a:spcPts val="0"/>
              </a:spcAft>
            </a:pPr>
            <a:r>
              <a:rPr lang="ar-SA" sz="2400" b="1" dirty="0" smtClean="0">
                <a:solidFill>
                  <a:srgbClr val="17406D">
                    <a:lumMod val="50000"/>
                  </a:srgbClr>
                </a:solidFill>
                <a:latin typeface="Bebas Neue" panose="020B0606020202050201" pitchFamily="34" charset="0"/>
                <a:cs typeface="+mn-cs"/>
              </a:rPr>
              <a:t>‌أجهزة </a:t>
            </a:r>
            <a:r>
              <a:rPr lang="en-US" sz="2400" b="1" dirty="0">
                <a:solidFill>
                  <a:srgbClr val="17406D">
                    <a:lumMod val="50000"/>
                  </a:srgbClr>
                </a:solidFill>
                <a:latin typeface="Bebas Neue" panose="020B0606020202050201" pitchFamily="34" charset="0"/>
                <a:cs typeface="+mn-cs"/>
              </a:rPr>
              <a:t>notebook.</a:t>
            </a:r>
          </a:p>
        </p:txBody>
      </p:sp>
      <p:sp>
        <p:nvSpPr>
          <p:cNvPr id="65" name="Rounded Rectangle 64"/>
          <p:cNvSpPr/>
          <p:nvPr/>
        </p:nvSpPr>
        <p:spPr>
          <a:xfrm>
            <a:off x="4506679" y="3044722"/>
            <a:ext cx="731520" cy="73152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7" name="TextBox 66"/>
          <p:cNvSpPr txBox="1"/>
          <p:nvPr/>
        </p:nvSpPr>
        <p:spPr>
          <a:xfrm>
            <a:off x="5238199" y="3045767"/>
            <a:ext cx="2651760" cy="461665"/>
          </a:xfrm>
          <a:prstGeom prst="rect">
            <a:avLst/>
          </a:prstGeom>
          <a:noFill/>
        </p:spPr>
        <p:txBody>
          <a:bodyPr wrap="square" rtlCol="0">
            <a:spAutoFit/>
          </a:bodyPr>
          <a:lstStyle/>
          <a:p>
            <a:pPr algn="ctr" rtl="1" fontAlgn="auto">
              <a:spcBef>
                <a:spcPts val="0"/>
              </a:spcBef>
              <a:spcAft>
                <a:spcPts val="0"/>
              </a:spcAft>
            </a:pPr>
            <a:r>
              <a:rPr lang="ar-SA" sz="2400" b="1" dirty="0" smtClean="0">
                <a:solidFill>
                  <a:srgbClr val="17406D">
                    <a:lumMod val="50000"/>
                  </a:srgbClr>
                </a:solidFill>
                <a:latin typeface="Bebas Neue" panose="020B0606020202050201" pitchFamily="34" charset="0"/>
                <a:cs typeface="+mn-cs"/>
              </a:rPr>
              <a:t>‌أجهزة </a:t>
            </a:r>
            <a:r>
              <a:rPr lang="en-US" sz="2400" b="1" dirty="0">
                <a:solidFill>
                  <a:srgbClr val="17406D">
                    <a:lumMod val="50000"/>
                  </a:srgbClr>
                </a:solidFill>
                <a:latin typeface="Bebas Neue" panose="020B0606020202050201" pitchFamily="34" charset="0"/>
                <a:cs typeface="+mn-cs"/>
              </a:rPr>
              <a:t>PCs Tablet. </a:t>
            </a:r>
          </a:p>
        </p:txBody>
      </p:sp>
      <p:sp>
        <p:nvSpPr>
          <p:cNvPr id="69" name="Rounded Rectangle 68"/>
          <p:cNvSpPr/>
          <p:nvPr/>
        </p:nvSpPr>
        <p:spPr>
          <a:xfrm>
            <a:off x="4506679" y="4591175"/>
            <a:ext cx="731520" cy="731520"/>
          </a:xfrm>
          <a:prstGeom prst="round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1" name="TextBox 70"/>
          <p:cNvSpPr txBox="1"/>
          <p:nvPr/>
        </p:nvSpPr>
        <p:spPr>
          <a:xfrm>
            <a:off x="5238199" y="4592220"/>
            <a:ext cx="2651760" cy="830997"/>
          </a:xfrm>
          <a:prstGeom prst="rect">
            <a:avLst/>
          </a:prstGeom>
          <a:noFill/>
        </p:spPr>
        <p:txBody>
          <a:bodyPr wrap="square" rtlCol="0">
            <a:spAutoFit/>
          </a:bodyPr>
          <a:lstStyle/>
          <a:p>
            <a:pPr algn="ctr" rtl="1" fontAlgn="auto">
              <a:spcBef>
                <a:spcPts val="0"/>
              </a:spcBef>
              <a:spcAft>
                <a:spcPts val="0"/>
              </a:spcAft>
            </a:pPr>
            <a:r>
              <a:rPr lang="ar-SA" sz="2400" b="1" dirty="0" smtClean="0">
                <a:solidFill>
                  <a:srgbClr val="17406D">
                    <a:lumMod val="50000"/>
                  </a:srgbClr>
                </a:solidFill>
                <a:latin typeface="Bebas Neue" panose="020B0606020202050201" pitchFamily="34" charset="0"/>
                <a:cs typeface="+mn-cs"/>
              </a:rPr>
              <a:t>‌المساعدات </a:t>
            </a:r>
            <a:r>
              <a:rPr lang="ar-SA" sz="2400" b="1" dirty="0">
                <a:solidFill>
                  <a:srgbClr val="17406D">
                    <a:lumMod val="50000"/>
                  </a:srgbClr>
                </a:solidFill>
                <a:latin typeface="Bebas Neue" panose="020B0606020202050201" pitchFamily="34" charset="0"/>
                <a:cs typeface="+mn-cs"/>
              </a:rPr>
              <a:t>الرقمية </a:t>
            </a:r>
            <a:r>
              <a:rPr lang="en-US" sz="2400" b="1" dirty="0">
                <a:solidFill>
                  <a:srgbClr val="17406D">
                    <a:lumMod val="50000"/>
                  </a:srgbClr>
                </a:solidFill>
                <a:latin typeface="Bebas Neue" panose="020B0606020202050201" pitchFamily="34" charset="0"/>
                <a:cs typeface="+mn-cs"/>
              </a:rPr>
              <a:t>PDA. </a:t>
            </a:r>
          </a:p>
        </p:txBody>
      </p:sp>
      <p:sp>
        <p:nvSpPr>
          <p:cNvPr id="74" name="Rounded Rectangle 73"/>
          <p:cNvSpPr/>
          <p:nvPr/>
        </p:nvSpPr>
        <p:spPr>
          <a:xfrm>
            <a:off x="8125813" y="1473132"/>
            <a:ext cx="731520" cy="73152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6" name="TextBox 75"/>
          <p:cNvSpPr txBox="1"/>
          <p:nvPr/>
        </p:nvSpPr>
        <p:spPr>
          <a:xfrm>
            <a:off x="8857333" y="1474177"/>
            <a:ext cx="2651760" cy="830997"/>
          </a:xfrm>
          <a:prstGeom prst="rect">
            <a:avLst/>
          </a:prstGeom>
          <a:noFill/>
        </p:spPr>
        <p:txBody>
          <a:bodyPr wrap="square" rtlCol="0">
            <a:spAutoFit/>
          </a:bodyPr>
          <a:lstStyle/>
          <a:p>
            <a:pPr algn="ctr" rtl="1" fontAlgn="auto">
              <a:spcBef>
                <a:spcPts val="0"/>
              </a:spcBef>
              <a:spcAft>
                <a:spcPts val="0"/>
              </a:spcAft>
            </a:pPr>
            <a:r>
              <a:rPr lang="ar-SA" sz="2400" b="1" dirty="0" smtClean="0">
                <a:solidFill>
                  <a:srgbClr val="17406D">
                    <a:lumMod val="50000"/>
                  </a:srgbClr>
                </a:solidFill>
                <a:latin typeface="Bebas Neue" panose="020B0606020202050201" pitchFamily="34" charset="0"/>
                <a:cs typeface="+mn-cs"/>
              </a:rPr>
              <a:t>‌الهواتف </a:t>
            </a:r>
            <a:r>
              <a:rPr lang="ar-SA" sz="2400" b="1" dirty="0">
                <a:solidFill>
                  <a:srgbClr val="17406D">
                    <a:lumMod val="50000"/>
                  </a:srgbClr>
                </a:solidFill>
                <a:latin typeface="Bebas Neue" panose="020B0606020202050201" pitchFamily="34" charset="0"/>
                <a:cs typeface="+mn-cs"/>
              </a:rPr>
              <a:t>الخلوية </a:t>
            </a:r>
            <a:r>
              <a:rPr lang="en-US" sz="2400" b="1" dirty="0">
                <a:solidFill>
                  <a:srgbClr val="17406D">
                    <a:lumMod val="50000"/>
                  </a:srgbClr>
                </a:solidFill>
                <a:latin typeface="Bebas Neue" panose="020B0606020202050201" pitchFamily="34" charset="0"/>
                <a:cs typeface="+mn-cs"/>
              </a:rPr>
              <a:t>Phones Cell.</a:t>
            </a:r>
          </a:p>
        </p:txBody>
      </p:sp>
      <p:sp>
        <p:nvSpPr>
          <p:cNvPr id="78" name="Rounded Rectangle 77"/>
          <p:cNvSpPr/>
          <p:nvPr/>
        </p:nvSpPr>
        <p:spPr>
          <a:xfrm>
            <a:off x="8125813" y="3044722"/>
            <a:ext cx="731520" cy="7315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0" name="TextBox 79"/>
          <p:cNvSpPr txBox="1"/>
          <p:nvPr/>
        </p:nvSpPr>
        <p:spPr>
          <a:xfrm>
            <a:off x="8857333" y="3045767"/>
            <a:ext cx="2651760" cy="830997"/>
          </a:xfrm>
          <a:prstGeom prst="rect">
            <a:avLst/>
          </a:prstGeom>
          <a:noFill/>
        </p:spPr>
        <p:txBody>
          <a:bodyPr wrap="square" rtlCol="0">
            <a:spAutoFit/>
          </a:bodyPr>
          <a:lstStyle/>
          <a:p>
            <a:pPr algn="ctr" rtl="1" fontAlgn="auto">
              <a:spcBef>
                <a:spcPts val="0"/>
              </a:spcBef>
              <a:spcAft>
                <a:spcPts val="0"/>
              </a:spcAft>
            </a:pPr>
            <a:r>
              <a:rPr lang="ar-SA" sz="2400" b="1" dirty="0" smtClean="0">
                <a:solidFill>
                  <a:srgbClr val="17406D">
                    <a:lumMod val="50000"/>
                  </a:srgbClr>
                </a:solidFill>
                <a:latin typeface="Bebas Neue" panose="020B0606020202050201" pitchFamily="34" charset="0"/>
                <a:cs typeface="+mn-cs"/>
              </a:rPr>
              <a:t>‌الهواتف </a:t>
            </a:r>
            <a:r>
              <a:rPr lang="ar-SA" sz="2400" b="1" dirty="0">
                <a:solidFill>
                  <a:srgbClr val="17406D">
                    <a:lumMod val="50000"/>
                  </a:srgbClr>
                </a:solidFill>
                <a:latin typeface="Bebas Neue" panose="020B0606020202050201" pitchFamily="34" charset="0"/>
                <a:cs typeface="+mn-cs"/>
              </a:rPr>
              <a:t>الذكية </a:t>
            </a:r>
            <a:r>
              <a:rPr lang="en-US" sz="2400" b="1" dirty="0">
                <a:solidFill>
                  <a:srgbClr val="17406D">
                    <a:lumMod val="50000"/>
                  </a:srgbClr>
                </a:solidFill>
                <a:latin typeface="Bebas Neue" panose="020B0606020202050201" pitchFamily="34" charset="0"/>
                <a:cs typeface="+mn-cs"/>
              </a:rPr>
              <a:t>Phones Smart.</a:t>
            </a:r>
          </a:p>
        </p:txBody>
      </p:sp>
      <p:sp>
        <p:nvSpPr>
          <p:cNvPr id="82" name="Rounded Rectangle 81"/>
          <p:cNvSpPr/>
          <p:nvPr/>
        </p:nvSpPr>
        <p:spPr>
          <a:xfrm>
            <a:off x="8125813" y="4591175"/>
            <a:ext cx="731520" cy="731520"/>
          </a:xfrm>
          <a:prstGeom prst="roundRect">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4" name="TextBox 83"/>
          <p:cNvSpPr txBox="1"/>
          <p:nvPr/>
        </p:nvSpPr>
        <p:spPr>
          <a:xfrm>
            <a:off x="8857333" y="4453720"/>
            <a:ext cx="2651760" cy="1200329"/>
          </a:xfrm>
          <a:prstGeom prst="rect">
            <a:avLst/>
          </a:prstGeom>
          <a:noFill/>
        </p:spPr>
        <p:txBody>
          <a:bodyPr wrap="square" rtlCol="0">
            <a:spAutoFit/>
          </a:bodyPr>
          <a:lstStyle/>
          <a:p>
            <a:pPr algn="ctr" rtl="1" fontAlgn="auto">
              <a:spcBef>
                <a:spcPts val="0"/>
              </a:spcBef>
              <a:spcAft>
                <a:spcPts val="0"/>
              </a:spcAft>
            </a:pPr>
            <a:r>
              <a:rPr lang="ar-SA" sz="2400" b="1" dirty="0" smtClean="0">
                <a:solidFill>
                  <a:srgbClr val="17406D">
                    <a:lumMod val="50000"/>
                  </a:srgbClr>
                </a:solidFill>
                <a:latin typeface="Bebas Neue" panose="020B0606020202050201" pitchFamily="34" charset="0"/>
                <a:cs typeface="+mn-cs"/>
              </a:rPr>
              <a:t>‌الحواسيب </a:t>
            </a:r>
            <a:r>
              <a:rPr lang="ar-SA" sz="2400" b="1" dirty="0">
                <a:solidFill>
                  <a:srgbClr val="17406D">
                    <a:lumMod val="50000"/>
                  </a:srgbClr>
                </a:solidFill>
                <a:latin typeface="Bebas Neue" panose="020B0606020202050201" pitchFamily="34" charset="0"/>
                <a:cs typeface="+mn-cs"/>
              </a:rPr>
              <a:t>المحمولة </a:t>
            </a:r>
            <a:r>
              <a:rPr lang="en-US" sz="2400" b="1" dirty="0">
                <a:solidFill>
                  <a:srgbClr val="17406D">
                    <a:lumMod val="50000"/>
                  </a:srgbClr>
                </a:solidFill>
                <a:latin typeface="Bebas Neue" panose="020B0606020202050201" pitchFamily="34" charset="0"/>
                <a:cs typeface="+mn-cs"/>
              </a:rPr>
              <a:t>Computers Portable. </a:t>
            </a: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26574" y="1686492"/>
            <a:ext cx="304800" cy="304800"/>
          </a:xfrm>
          <a:prstGeom prst="rect">
            <a:avLst/>
          </a:prstGeom>
        </p:spPr>
      </p:pic>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324659" y="1686492"/>
            <a:ext cx="304800" cy="304800"/>
          </a:xfrm>
          <a:prstGeom prst="rect">
            <a:avLst/>
          </a:prstGeom>
        </p:spPr>
      </p:pic>
      <p:pic>
        <p:nvPicPr>
          <p:cNvPr id="17" name="Picture 16"/>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726574" y="3276600"/>
            <a:ext cx="304800" cy="304800"/>
          </a:xfrm>
          <a:prstGeom prst="rect">
            <a:avLst/>
          </a:prstGeom>
        </p:spPr>
      </p:pic>
      <p:pic>
        <p:nvPicPr>
          <p:cNvPr id="19" name="Picture 1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92926" y="3276600"/>
            <a:ext cx="304800" cy="304800"/>
          </a:xfrm>
          <a:prstGeom prst="rect">
            <a:avLst/>
          </a:prstGeom>
        </p:spPr>
      </p:pic>
      <p:pic>
        <p:nvPicPr>
          <p:cNvPr id="20" name="Picture 19"/>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339173" y="3276600"/>
            <a:ext cx="304800" cy="304800"/>
          </a:xfrm>
          <a:prstGeom prst="rect">
            <a:avLst/>
          </a:prstGeom>
        </p:spPr>
      </p:pic>
      <p:pic>
        <p:nvPicPr>
          <p:cNvPr id="21" name="Picture 20"/>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726574" y="4817462"/>
            <a:ext cx="304800" cy="304800"/>
          </a:xfrm>
          <a:prstGeom prst="rect">
            <a:avLst/>
          </a:prstGeom>
        </p:spPr>
      </p:pic>
      <p:pic>
        <p:nvPicPr>
          <p:cNvPr id="22" name="Picture 21"/>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100905" y="4823052"/>
            <a:ext cx="304800" cy="304800"/>
          </a:xfrm>
          <a:prstGeom prst="rect">
            <a:avLst/>
          </a:prstGeom>
        </p:spPr>
      </p:pic>
      <p:pic>
        <p:nvPicPr>
          <p:cNvPr id="23" name="Picture 22"/>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343971" y="4817462"/>
            <a:ext cx="304800" cy="304800"/>
          </a:xfrm>
          <a:prstGeom prst="rect">
            <a:avLst/>
          </a:prstGeom>
        </p:spPr>
      </p:pic>
      <p:sp>
        <p:nvSpPr>
          <p:cNvPr id="3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6252932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500" fill="hold"/>
                                        <p:tgtEl>
                                          <p:spTgt spid="8"/>
                                        </p:tgtEl>
                                        <p:attrNameLst>
                                          <p:attrName>ppt_x</p:attrName>
                                        </p:attrNameLst>
                                      </p:cBhvr>
                                      <p:tavLst>
                                        <p:tav tm="0">
                                          <p:val>
                                            <p:strVal val="#ppt_x"/>
                                          </p:val>
                                        </p:tav>
                                        <p:tav tm="100000">
                                          <p:val>
                                            <p:strVal val="#ppt_x"/>
                                          </p:val>
                                        </p:tav>
                                      </p:tavLst>
                                    </p:anim>
                                    <p:anim calcmode="lin" valueType="num">
                                      <p:cBhvr additive="base">
                                        <p:cTn id="13" dur="5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36"/>
                                        </p:tgtEl>
                                        <p:attrNameLst>
                                          <p:attrName>style.visibility</p:attrName>
                                        </p:attrNameLst>
                                      </p:cBhvr>
                                      <p:to>
                                        <p:strVal val="visible"/>
                                      </p:to>
                                    </p:set>
                                    <p:anim calcmode="lin" valueType="num">
                                      <p:cBhvr additive="base">
                                        <p:cTn id="17" dur="500" fill="hold"/>
                                        <p:tgtEl>
                                          <p:spTgt spid="36"/>
                                        </p:tgtEl>
                                        <p:attrNameLst>
                                          <p:attrName>ppt_x</p:attrName>
                                        </p:attrNameLst>
                                      </p:cBhvr>
                                      <p:tavLst>
                                        <p:tav tm="0">
                                          <p:val>
                                            <p:strVal val="#ppt_x"/>
                                          </p:val>
                                        </p:tav>
                                        <p:tav tm="100000">
                                          <p:val>
                                            <p:strVal val="#ppt_x"/>
                                          </p:val>
                                        </p:tav>
                                      </p:tavLst>
                                    </p:anim>
                                    <p:anim calcmode="lin" valueType="num">
                                      <p:cBhvr additive="base">
                                        <p:cTn id="18" dur="500" fill="hold"/>
                                        <p:tgtEl>
                                          <p:spTgt spid="36"/>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additive="base">
                                        <p:cTn id="22" dur="500" fill="hold"/>
                                        <p:tgtEl>
                                          <p:spTgt spid="19"/>
                                        </p:tgtEl>
                                        <p:attrNameLst>
                                          <p:attrName>ppt_x</p:attrName>
                                        </p:attrNameLst>
                                      </p:cBhvr>
                                      <p:tavLst>
                                        <p:tav tm="0">
                                          <p:val>
                                            <p:strVal val="#ppt_x"/>
                                          </p:val>
                                        </p:tav>
                                        <p:tav tm="100000">
                                          <p:val>
                                            <p:strVal val="#ppt_x"/>
                                          </p:val>
                                        </p:tav>
                                      </p:tavLst>
                                    </p:anim>
                                    <p:anim calcmode="lin" valueType="num">
                                      <p:cBhvr additive="base">
                                        <p:cTn id="23" dur="500" fill="hold"/>
                                        <p:tgtEl>
                                          <p:spTgt spid="19"/>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48"/>
                                        </p:tgtEl>
                                        <p:attrNameLst>
                                          <p:attrName>style.visibility</p:attrName>
                                        </p:attrNameLst>
                                      </p:cBhvr>
                                      <p:to>
                                        <p:strVal val="visible"/>
                                      </p:to>
                                    </p:set>
                                    <p:anim calcmode="lin" valueType="num">
                                      <p:cBhvr additive="base">
                                        <p:cTn id="27" dur="500" fill="hold"/>
                                        <p:tgtEl>
                                          <p:spTgt spid="48"/>
                                        </p:tgtEl>
                                        <p:attrNameLst>
                                          <p:attrName>ppt_x</p:attrName>
                                        </p:attrNameLst>
                                      </p:cBhvr>
                                      <p:tavLst>
                                        <p:tav tm="0">
                                          <p:val>
                                            <p:strVal val="#ppt_x"/>
                                          </p:val>
                                        </p:tav>
                                        <p:tav tm="100000">
                                          <p:val>
                                            <p:strVal val="#ppt_x"/>
                                          </p:val>
                                        </p:tav>
                                      </p:tavLst>
                                    </p:anim>
                                    <p:anim calcmode="lin" valueType="num">
                                      <p:cBhvr additive="base">
                                        <p:cTn id="28" dur="500" fill="hold"/>
                                        <p:tgtEl>
                                          <p:spTgt spid="48"/>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fill="hold" nodeType="afterEffect">
                                  <p:stCondLst>
                                    <p:cond delay="0"/>
                                  </p:stCondLst>
                                  <p:childTnLst>
                                    <p:set>
                                      <p:cBhvr>
                                        <p:cTn id="31" dur="1" fill="hold">
                                          <p:stCondLst>
                                            <p:cond delay="0"/>
                                          </p:stCondLst>
                                        </p:cTn>
                                        <p:tgtEl>
                                          <p:spTgt spid="22"/>
                                        </p:tgtEl>
                                        <p:attrNameLst>
                                          <p:attrName>style.visibility</p:attrName>
                                        </p:attrNameLst>
                                      </p:cBhvr>
                                      <p:to>
                                        <p:strVal val="visible"/>
                                      </p:to>
                                    </p:set>
                                    <p:anim calcmode="lin" valueType="num">
                                      <p:cBhvr additive="base">
                                        <p:cTn id="32" dur="500" fill="hold"/>
                                        <p:tgtEl>
                                          <p:spTgt spid="22"/>
                                        </p:tgtEl>
                                        <p:attrNameLst>
                                          <p:attrName>ppt_x</p:attrName>
                                        </p:attrNameLst>
                                      </p:cBhvr>
                                      <p:tavLst>
                                        <p:tav tm="0">
                                          <p:val>
                                            <p:strVal val="#ppt_x"/>
                                          </p:val>
                                        </p:tav>
                                        <p:tav tm="100000">
                                          <p:val>
                                            <p:strVal val="#ppt_x"/>
                                          </p:val>
                                        </p:tav>
                                      </p:tavLst>
                                    </p:anim>
                                    <p:anim calcmode="lin" valueType="num">
                                      <p:cBhvr additive="base">
                                        <p:cTn id="33" dur="500" fill="hold"/>
                                        <p:tgtEl>
                                          <p:spTgt spid="22"/>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2" presetClass="entr" presetSubtype="4" fill="hold" grpId="0" nodeType="after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500" fill="hold"/>
                                        <p:tgtEl>
                                          <p:spTgt spid="69"/>
                                        </p:tgtEl>
                                        <p:attrNameLst>
                                          <p:attrName>ppt_x</p:attrName>
                                        </p:attrNameLst>
                                      </p:cBhvr>
                                      <p:tavLst>
                                        <p:tav tm="0">
                                          <p:val>
                                            <p:strVal val="#ppt_x"/>
                                          </p:val>
                                        </p:tav>
                                        <p:tav tm="100000">
                                          <p:val>
                                            <p:strVal val="#ppt_x"/>
                                          </p:val>
                                        </p:tav>
                                      </p:tavLst>
                                    </p:anim>
                                    <p:anim calcmode="lin" valueType="num">
                                      <p:cBhvr additive="base">
                                        <p:cTn id="38" dur="500" fill="hold"/>
                                        <p:tgtEl>
                                          <p:spTgt spid="69"/>
                                        </p:tgtEl>
                                        <p:attrNameLst>
                                          <p:attrName>ppt_y</p:attrName>
                                        </p:attrNameLst>
                                      </p:cBhvr>
                                      <p:tavLst>
                                        <p:tav tm="0">
                                          <p:val>
                                            <p:strVal val="1+#ppt_h/2"/>
                                          </p:val>
                                        </p:tav>
                                        <p:tav tm="100000">
                                          <p:val>
                                            <p:strVal val="#ppt_y"/>
                                          </p:val>
                                        </p:tav>
                                      </p:tavLst>
                                    </p:anim>
                                  </p:childTnLst>
                                </p:cTn>
                              </p:par>
                            </p:childTnLst>
                          </p:cTn>
                        </p:par>
                        <p:par>
                          <p:cTn id="39" fill="hold">
                            <p:stCondLst>
                              <p:cond delay="3500"/>
                            </p:stCondLst>
                            <p:childTnLst>
                              <p:par>
                                <p:cTn id="40" presetID="2" presetClass="entr" presetSubtype="4" fill="hold" nodeType="after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 fill="hold"/>
                                        <p:tgtEl>
                                          <p:spTgt spid="21"/>
                                        </p:tgtEl>
                                        <p:attrNameLst>
                                          <p:attrName>ppt_x</p:attrName>
                                        </p:attrNameLst>
                                      </p:cBhvr>
                                      <p:tavLst>
                                        <p:tav tm="0">
                                          <p:val>
                                            <p:strVal val="#ppt_x"/>
                                          </p:val>
                                        </p:tav>
                                        <p:tav tm="100000">
                                          <p:val>
                                            <p:strVal val="#ppt_x"/>
                                          </p:val>
                                        </p:tav>
                                      </p:tavLst>
                                    </p:anim>
                                    <p:anim calcmode="lin" valueType="num">
                                      <p:cBhvr additive="base">
                                        <p:cTn id="43" dur="500" fill="hold"/>
                                        <p:tgtEl>
                                          <p:spTgt spid="21"/>
                                        </p:tgtEl>
                                        <p:attrNameLst>
                                          <p:attrName>ppt_y</p:attrName>
                                        </p:attrNameLst>
                                      </p:cBhvr>
                                      <p:tavLst>
                                        <p:tav tm="0">
                                          <p:val>
                                            <p:strVal val="1+#ppt_h/2"/>
                                          </p:val>
                                        </p:tav>
                                        <p:tav tm="100000">
                                          <p:val>
                                            <p:strVal val="#ppt_y"/>
                                          </p:val>
                                        </p:tav>
                                      </p:tavLst>
                                    </p:anim>
                                  </p:childTnLst>
                                </p:cTn>
                              </p:par>
                            </p:childTnLst>
                          </p:cTn>
                        </p:par>
                        <p:par>
                          <p:cTn id="44" fill="hold">
                            <p:stCondLst>
                              <p:cond delay="4000"/>
                            </p:stCondLst>
                            <p:childTnLst>
                              <p:par>
                                <p:cTn id="45" presetID="2" presetClass="entr" presetSubtype="4" fill="hold" nodeType="after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additive="base">
                                        <p:cTn id="47" dur="500" fill="hold"/>
                                        <p:tgtEl>
                                          <p:spTgt spid="17"/>
                                        </p:tgtEl>
                                        <p:attrNameLst>
                                          <p:attrName>ppt_x</p:attrName>
                                        </p:attrNameLst>
                                      </p:cBhvr>
                                      <p:tavLst>
                                        <p:tav tm="0">
                                          <p:val>
                                            <p:strVal val="#ppt_x"/>
                                          </p:val>
                                        </p:tav>
                                        <p:tav tm="100000">
                                          <p:val>
                                            <p:strVal val="#ppt_x"/>
                                          </p:val>
                                        </p:tav>
                                      </p:tavLst>
                                    </p:anim>
                                    <p:anim calcmode="lin" valueType="num">
                                      <p:cBhvr additive="base">
                                        <p:cTn id="48" dur="500" fill="hold"/>
                                        <p:tgtEl>
                                          <p:spTgt spid="17"/>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2" presetClass="entr" presetSubtype="4" fill="hold" grpId="0" nodeType="afterEffect">
                                  <p:stCondLst>
                                    <p:cond delay="0"/>
                                  </p:stCondLst>
                                  <p:childTnLst>
                                    <p:set>
                                      <p:cBhvr>
                                        <p:cTn id="51" dur="1" fill="hold">
                                          <p:stCondLst>
                                            <p:cond delay="0"/>
                                          </p:stCondLst>
                                        </p:cTn>
                                        <p:tgtEl>
                                          <p:spTgt spid="65"/>
                                        </p:tgtEl>
                                        <p:attrNameLst>
                                          <p:attrName>style.visibility</p:attrName>
                                        </p:attrNameLst>
                                      </p:cBhvr>
                                      <p:to>
                                        <p:strVal val="visible"/>
                                      </p:to>
                                    </p:set>
                                    <p:anim calcmode="lin" valueType="num">
                                      <p:cBhvr additive="base">
                                        <p:cTn id="52" dur="500" fill="hold"/>
                                        <p:tgtEl>
                                          <p:spTgt spid="65"/>
                                        </p:tgtEl>
                                        <p:attrNameLst>
                                          <p:attrName>ppt_x</p:attrName>
                                        </p:attrNameLst>
                                      </p:cBhvr>
                                      <p:tavLst>
                                        <p:tav tm="0">
                                          <p:val>
                                            <p:strVal val="#ppt_x"/>
                                          </p:val>
                                        </p:tav>
                                        <p:tav tm="100000">
                                          <p:val>
                                            <p:strVal val="#ppt_x"/>
                                          </p:val>
                                        </p:tav>
                                      </p:tavLst>
                                    </p:anim>
                                    <p:anim calcmode="lin" valueType="num">
                                      <p:cBhvr additive="base">
                                        <p:cTn id="53" dur="500" fill="hold"/>
                                        <p:tgtEl>
                                          <p:spTgt spid="65"/>
                                        </p:tgtEl>
                                        <p:attrNameLst>
                                          <p:attrName>ppt_y</p:attrName>
                                        </p:attrNameLst>
                                      </p:cBhvr>
                                      <p:tavLst>
                                        <p:tav tm="0">
                                          <p:val>
                                            <p:strVal val="1+#ppt_h/2"/>
                                          </p:val>
                                        </p:tav>
                                        <p:tav tm="100000">
                                          <p:val>
                                            <p:strVal val="#ppt_y"/>
                                          </p:val>
                                        </p:tav>
                                      </p:tavLst>
                                    </p:anim>
                                  </p:childTnLst>
                                </p:cTn>
                              </p:par>
                            </p:childTnLst>
                          </p:cTn>
                        </p:par>
                        <p:par>
                          <p:cTn id="54" fill="hold">
                            <p:stCondLst>
                              <p:cond delay="5000"/>
                            </p:stCondLst>
                            <p:childTnLst>
                              <p:par>
                                <p:cTn id="55" presetID="2" presetClass="entr" presetSubtype="4" fill="hold" nodeType="afterEffect">
                                  <p:stCondLst>
                                    <p:cond delay="0"/>
                                  </p:stCondLst>
                                  <p:childTnLst>
                                    <p:set>
                                      <p:cBhvr>
                                        <p:cTn id="56" dur="1" fill="hold">
                                          <p:stCondLst>
                                            <p:cond delay="0"/>
                                          </p:stCondLst>
                                        </p:cTn>
                                        <p:tgtEl>
                                          <p:spTgt spid="5"/>
                                        </p:tgtEl>
                                        <p:attrNameLst>
                                          <p:attrName>style.visibility</p:attrName>
                                        </p:attrNameLst>
                                      </p:cBhvr>
                                      <p:to>
                                        <p:strVal val="visible"/>
                                      </p:to>
                                    </p:set>
                                    <p:anim calcmode="lin" valueType="num">
                                      <p:cBhvr additive="base">
                                        <p:cTn id="57" dur="500" fill="hold"/>
                                        <p:tgtEl>
                                          <p:spTgt spid="5"/>
                                        </p:tgtEl>
                                        <p:attrNameLst>
                                          <p:attrName>ppt_x</p:attrName>
                                        </p:attrNameLst>
                                      </p:cBhvr>
                                      <p:tavLst>
                                        <p:tav tm="0">
                                          <p:val>
                                            <p:strVal val="#ppt_x"/>
                                          </p:val>
                                        </p:tav>
                                        <p:tav tm="100000">
                                          <p:val>
                                            <p:strVal val="#ppt_x"/>
                                          </p:val>
                                        </p:tav>
                                      </p:tavLst>
                                    </p:anim>
                                    <p:anim calcmode="lin" valueType="num">
                                      <p:cBhvr additive="base">
                                        <p:cTn id="58" dur="500" fill="hold"/>
                                        <p:tgtEl>
                                          <p:spTgt spid="5"/>
                                        </p:tgtEl>
                                        <p:attrNameLst>
                                          <p:attrName>ppt_y</p:attrName>
                                        </p:attrNameLst>
                                      </p:cBhvr>
                                      <p:tavLst>
                                        <p:tav tm="0">
                                          <p:val>
                                            <p:strVal val="1+#ppt_h/2"/>
                                          </p:val>
                                        </p:tav>
                                        <p:tav tm="100000">
                                          <p:val>
                                            <p:strVal val="#ppt_y"/>
                                          </p:val>
                                        </p:tav>
                                      </p:tavLst>
                                    </p:anim>
                                  </p:childTnLst>
                                </p:cTn>
                              </p:par>
                            </p:childTnLst>
                          </p:cTn>
                        </p:par>
                        <p:par>
                          <p:cTn id="59" fill="hold">
                            <p:stCondLst>
                              <p:cond delay="5500"/>
                            </p:stCondLst>
                            <p:childTnLst>
                              <p:par>
                                <p:cTn id="60" presetID="2" presetClass="entr" presetSubtype="4" fill="hold" grpId="0" nodeType="afterEffect">
                                  <p:stCondLst>
                                    <p:cond delay="0"/>
                                  </p:stCondLst>
                                  <p:childTnLst>
                                    <p:set>
                                      <p:cBhvr>
                                        <p:cTn id="61" dur="1" fill="hold">
                                          <p:stCondLst>
                                            <p:cond delay="0"/>
                                          </p:stCondLst>
                                        </p:cTn>
                                        <p:tgtEl>
                                          <p:spTgt spid="61"/>
                                        </p:tgtEl>
                                        <p:attrNameLst>
                                          <p:attrName>style.visibility</p:attrName>
                                        </p:attrNameLst>
                                      </p:cBhvr>
                                      <p:to>
                                        <p:strVal val="visible"/>
                                      </p:to>
                                    </p:set>
                                    <p:anim calcmode="lin" valueType="num">
                                      <p:cBhvr additive="base">
                                        <p:cTn id="62" dur="500" fill="hold"/>
                                        <p:tgtEl>
                                          <p:spTgt spid="61"/>
                                        </p:tgtEl>
                                        <p:attrNameLst>
                                          <p:attrName>ppt_x</p:attrName>
                                        </p:attrNameLst>
                                      </p:cBhvr>
                                      <p:tavLst>
                                        <p:tav tm="0">
                                          <p:val>
                                            <p:strVal val="#ppt_x"/>
                                          </p:val>
                                        </p:tav>
                                        <p:tav tm="100000">
                                          <p:val>
                                            <p:strVal val="#ppt_x"/>
                                          </p:val>
                                        </p:tav>
                                      </p:tavLst>
                                    </p:anim>
                                    <p:anim calcmode="lin" valueType="num">
                                      <p:cBhvr additive="base">
                                        <p:cTn id="63" dur="500" fill="hold"/>
                                        <p:tgtEl>
                                          <p:spTgt spid="61"/>
                                        </p:tgtEl>
                                        <p:attrNameLst>
                                          <p:attrName>ppt_y</p:attrName>
                                        </p:attrNameLst>
                                      </p:cBhvr>
                                      <p:tavLst>
                                        <p:tav tm="0">
                                          <p:val>
                                            <p:strVal val="1+#ppt_h/2"/>
                                          </p:val>
                                        </p:tav>
                                        <p:tav tm="100000">
                                          <p:val>
                                            <p:strVal val="#ppt_y"/>
                                          </p:val>
                                        </p:tav>
                                      </p:tavLst>
                                    </p:anim>
                                  </p:childTnLst>
                                </p:cTn>
                              </p:par>
                            </p:childTnLst>
                          </p:cTn>
                        </p:par>
                        <p:par>
                          <p:cTn id="64" fill="hold">
                            <p:stCondLst>
                              <p:cond delay="6000"/>
                            </p:stCondLst>
                            <p:childTnLst>
                              <p:par>
                                <p:cTn id="65" presetID="2" presetClass="entr" presetSubtype="4" fill="hold" grpId="0" nodeType="afterEffect">
                                  <p:stCondLst>
                                    <p:cond delay="0"/>
                                  </p:stCondLst>
                                  <p:childTnLst>
                                    <p:set>
                                      <p:cBhvr>
                                        <p:cTn id="66" dur="1" fill="hold">
                                          <p:stCondLst>
                                            <p:cond delay="0"/>
                                          </p:stCondLst>
                                        </p:cTn>
                                        <p:tgtEl>
                                          <p:spTgt spid="74"/>
                                        </p:tgtEl>
                                        <p:attrNameLst>
                                          <p:attrName>style.visibility</p:attrName>
                                        </p:attrNameLst>
                                      </p:cBhvr>
                                      <p:to>
                                        <p:strVal val="visible"/>
                                      </p:to>
                                    </p:set>
                                    <p:anim calcmode="lin" valueType="num">
                                      <p:cBhvr additive="base">
                                        <p:cTn id="67" dur="500" fill="hold"/>
                                        <p:tgtEl>
                                          <p:spTgt spid="74"/>
                                        </p:tgtEl>
                                        <p:attrNameLst>
                                          <p:attrName>ppt_x</p:attrName>
                                        </p:attrNameLst>
                                      </p:cBhvr>
                                      <p:tavLst>
                                        <p:tav tm="0">
                                          <p:val>
                                            <p:strVal val="#ppt_x"/>
                                          </p:val>
                                        </p:tav>
                                        <p:tav tm="100000">
                                          <p:val>
                                            <p:strVal val="#ppt_x"/>
                                          </p:val>
                                        </p:tav>
                                      </p:tavLst>
                                    </p:anim>
                                    <p:anim calcmode="lin" valueType="num">
                                      <p:cBhvr additive="base">
                                        <p:cTn id="68" dur="500" fill="hold"/>
                                        <p:tgtEl>
                                          <p:spTgt spid="74"/>
                                        </p:tgtEl>
                                        <p:attrNameLst>
                                          <p:attrName>ppt_y</p:attrName>
                                        </p:attrNameLst>
                                      </p:cBhvr>
                                      <p:tavLst>
                                        <p:tav tm="0">
                                          <p:val>
                                            <p:strVal val="1+#ppt_h/2"/>
                                          </p:val>
                                        </p:tav>
                                        <p:tav tm="100000">
                                          <p:val>
                                            <p:strVal val="#ppt_y"/>
                                          </p:val>
                                        </p:tav>
                                      </p:tavLst>
                                    </p:anim>
                                  </p:childTnLst>
                                </p:cTn>
                              </p:par>
                            </p:childTnLst>
                          </p:cTn>
                        </p:par>
                        <p:par>
                          <p:cTn id="69" fill="hold">
                            <p:stCondLst>
                              <p:cond delay="6500"/>
                            </p:stCondLst>
                            <p:childTnLst>
                              <p:par>
                                <p:cTn id="70" presetID="2" presetClass="entr" presetSubtype="4" fill="hold" nodeType="afterEffect">
                                  <p:stCondLst>
                                    <p:cond delay="0"/>
                                  </p:stCondLst>
                                  <p:childTnLst>
                                    <p:set>
                                      <p:cBhvr>
                                        <p:cTn id="71" dur="1" fill="hold">
                                          <p:stCondLst>
                                            <p:cond delay="0"/>
                                          </p:stCondLst>
                                        </p:cTn>
                                        <p:tgtEl>
                                          <p:spTgt spid="6"/>
                                        </p:tgtEl>
                                        <p:attrNameLst>
                                          <p:attrName>style.visibility</p:attrName>
                                        </p:attrNameLst>
                                      </p:cBhvr>
                                      <p:to>
                                        <p:strVal val="visible"/>
                                      </p:to>
                                    </p:set>
                                    <p:anim calcmode="lin" valueType="num">
                                      <p:cBhvr additive="base">
                                        <p:cTn id="72" dur="500" fill="hold"/>
                                        <p:tgtEl>
                                          <p:spTgt spid="6"/>
                                        </p:tgtEl>
                                        <p:attrNameLst>
                                          <p:attrName>ppt_x</p:attrName>
                                        </p:attrNameLst>
                                      </p:cBhvr>
                                      <p:tavLst>
                                        <p:tav tm="0">
                                          <p:val>
                                            <p:strVal val="#ppt_x"/>
                                          </p:val>
                                        </p:tav>
                                        <p:tav tm="100000">
                                          <p:val>
                                            <p:strVal val="#ppt_x"/>
                                          </p:val>
                                        </p:tav>
                                      </p:tavLst>
                                    </p:anim>
                                    <p:anim calcmode="lin" valueType="num">
                                      <p:cBhvr additive="base">
                                        <p:cTn id="73" dur="500" fill="hold"/>
                                        <p:tgtEl>
                                          <p:spTgt spid="6"/>
                                        </p:tgtEl>
                                        <p:attrNameLst>
                                          <p:attrName>ppt_y</p:attrName>
                                        </p:attrNameLst>
                                      </p:cBhvr>
                                      <p:tavLst>
                                        <p:tav tm="0">
                                          <p:val>
                                            <p:strVal val="1+#ppt_h/2"/>
                                          </p:val>
                                        </p:tav>
                                        <p:tav tm="100000">
                                          <p:val>
                                            <p:strVal val="#ppt_y"/>
                                          </p:val>
                                        </p:tav>
                                      </p:tavLst>
                                    </p:anim>
                                  </p:childTnLst>
                                </p:cTn>
                              </p:par>
                            </p:childTnLst>
                          </p:cTn>
                        </p:par>
                        <p:par>
                          <p:cTn id="74" fill="hold">
                            <p:stCondLst>
                              <p:cond delay="7000"/>
                            </p:stCondLst>
                            <p:childTnLst>
                              <p:par>
                                <p:cTn id="75" presetID="2" presetClass="entr" presetSubtype="4" fill="hold" grpId="0" nodeType="afterEffect">
                                  <p:stCondLst>
                                    <p:cond delay="0"/>
                                  </p:stCondLst>
                                  <p:childTnLst>
                                    <p:set>
                                      <p:cBhvr>
                                        <p:cTn id="76" dur="1" fill="hold">
                                          <p:stCondLst>
                                            <p:cond delay="0"/>
                                          </p:stCondLst>
                                        </p:cTn>
                                        <p:tgtEl>
                                          <p:spTgt spid="78"/>
                                        </p:tgtEl>
                                        <p:attrNameLst>
                                          <p:attrName>style.visibility</p:attrName>
                                        </p:attrNameLst>
                                      </p:cBhvr>
                                      <p:to>
                                        <p:strVal val="visible"/>
                                      </p:to>
                                    </p:set>
                                    <p:anim calcmode="lin" valueType="num">
                                      <p:cBhvr additive="base">
                                        <p:cTn id="77" dur="500" fill="hold"/>
                                        <p:tgtEl>
                                          <p:spTgt spid="78"/>
                                        </p:tgtEl>
                                        <p:attrNameLst>
                                          <p:attrName>ppt_x</p:attrName>
                                        </p:attrNameLst>
                                      </p:cBhvr>
                                      <p:tavLst>
                                        <p:tav tm="0">
                                          <p:val>
                                            <p:strVal val="#ppt_x"/>
                                          </p:val>
                                        </p:tav>
                                        <p:tav tm="100000">
                                          <p:val>
                                            <p:strVal val="#ppt_x"/>
                                          </p:val>
                                        </p:tav>
                                      </p:tavLst>
                                    </p:anim>
                                    <p:anim calcmode="lin" valueType="num">
                                      <p:cBhvr additive="base">
                                        <p:cTn id="78" dur="500" fill="hold"/>
                                        <p:tgtEl>
                                          <p:spTgt spid="78"/>
                                        </p:tgtEl>
                                        <p:attrNameLst>
                                          <p:attrName>ppt_y</p:attrName>
                                        </p:attrNameLst>
                                      </p:cBhvr>
                                      <p:tavLst>
                                        <p:tav tm="0">
                                          <p:val>
                                            <p:strVal val="1+#ppt_h/2"/>
                                          </p:val>
                                        </p:tav>
                                        <p:tav tm="100000">
                                          <p:val>
                                            <p:strVal val="#ppt_y"/>
                                          </p:val>
                                        </p:tav>
                                      </p:tavLst>
                                    </p:anim>
                                  </p:childTnLst>
                                </p:cTn>
                              </p:par>
                            </p:childTnLst>
                          </p:cTn>
                        </p:par>
                        <p:par>
                          <p:cTn id="79" fill="hold">
                            <p:stCondLst>
                              <p:cond delay="7500"/>
                            </p:stCondLst>
                            <p:childTnLst>
                              <p:par>
                                <p:cTn id="80" presetID="2" presetClass="entr" presetSubtype="4" fill="hold" nodeType="afterEffect">
                                  <p:stCondLst>
                                    <p:cond delay="0"/>
                                  </p:stCondLst>
                                  <p:childTnLst>
                                    <p:set>
                                      <p:cBhvr>
                                        <p:cTn id="81" dur="1" fill="hold">
                                          <p:stCondLst>
                                            <p:cond delay="0"/>
                                          </p:stCondLst>
                                        </p:cTn>
                                        <p:tgtEl>
                                          <p:spTgt spid="20"/>
                                        </p:tgtEl>
                                        <p:attrNameLst>
                                          <p:attrName>style.visibility</p:attrName>
                                        </p:attrNameLst>
                                      </p:cBhvr>
                                      <p:to>
                                        <p:strVal val="visible"/>
                                      </p:to>
                                    </p:set>
                                    <p:anim calcmode="lin" valueType="num">
                                      <p:cBhvr additive="base">
                                        <p:cTn id="82" dur="500" fill="hold"/>
                                        <p:tgtEl>
                                          <p:spTgt spid="20"/>
                                        </p:tgtEl>
                                        <p:attrNameLst>
                                          <p:attrName>ppt_x</p:attrName>
                                        </p:attrNameLst>
                                      </p:cBhvr>
                                      <p:tavLst>
                                        <p:tav tm="0">
                                          <p:val>
                                            <p:strVal val="#ppt_x"/>
                                          </p:val>
                                        </p:tav>
                                        <p:tav tm="100000">
                                          <p:val>
                                            <p:strVal val="#ppt_x"/>
                                          </p:val>
                                        </p:tav>
                                      </p:tavLst>
                                    </p:anim>
                                    <p:anim calcmode="lin" valueType="num">
                                      <p:cBhvr additive="base">
                                        <p:cTn id="83" dur="500" fill="hold"/>
                                        <p:tgtEl>
                                          <p:spTgt spid="20"/>
                                        </p:tgtEl>
                                        <p:attrNameLst>
                                          <p:attrName>ppt_y</p:attrName>
                                        </p:attrNameLst>
                                      </p:cBhvr>
                                      <p:tavLst>
                                        <p:tav tm="0">
                                          <p:val>
                                            <p:strVal val="1+#ppt_h/2"/>
                                          </p:val>
                                        </p:tav>
                                        <p:tav tm="100000">
                                          <p:val>
                                            <p:strVal val="#ppt_y"/>
                                          </p:val>
                                        </p:tav>
                                      </p:tavLst>
                                    </p:anim>
                                  </p:childTnLst>
                                </p:cTn>
                              </p:par>
                            </p:childTnLst>
                          </p:cTn>
                        </p:par>
                        <p:par>
                          <p:cTn id="84" fill="hold">
                            <p:stCondLst>
                              <p:cond delay="8000"/>
                            </p:stCondLst>
                            <p:childTnLst>
                              <p:par>
                                <p:cTn id="85" presetID="2" presetClass="entr" presetSubtype="4" fill="hold" grpId="0" nodeType="afterEffect">
                                  <p:stCondLst>
                                    <p:cond delay="0"/>
                                  </p:stCondLst>
                                  <p:childTnLst>
                                    <p:set>
                                      <p:cBhvr>
                                        <p:cTn id="86" dur="1" fill="hold">
                                          <p:stCondLst>
                                            <p:cond delay="0"/>
                                          </p:stCondLst>
                                        </p:cTn>
                                        <p:tgtEl>
                                          <p:spTgt spid="82"/>
                                        </p:tgtEl>
                                        <p:attrNameLst>
                                          <p:attrName>style.visibility</p:attrName>
                                        </p:attrNameLst>
                                      </p:cBhvr>
                                      <p:to>
                                        <p:strVal val="visible"/>
                                      </p:to>
                                    </p:set>
                                    <p:anim calcmode="lin" valueType="num">
                                      <p:cBhvr additive="base">
                                        <p:cTn id="87" dur="500" fill="hold"/>
                                        <p:tgtEl>
                                          <p:spTgt spid="82"/>
                                        </p:tgtEl>
                                        <p:attrNameLst>
                                          <p:attrName>ppt_x</p:attrName>
                                        </p:attrNameLst>
                                      </p:cBhvr>
                                      <p:tavLst>
                                        <p:tav tm="0">
                                          <p:val>
                                            <p:strVal val="#ppt_x"/>
                                          </p:val>
                                        </p:tav>
                                        <p:tav tm="100000">
                                          <p:val>
                                            <p:strVal val="#ppt_x"/>
                                          </p:val>
                                        </p:tav>
                                      </p:tavLst>
                                    </p:anim>
                                    <p:anim calcmode="lin" valueType="num">
                                      <p:cBhvr additive="base">
                                        <p:cTn id="88" dur="500" fill="hold"/>
                                        <p:tgtEl>
                                          <p:spTgt spid="82"/>
                                        </p:tgtEl>
                                        <p:attrNameLst>
                                          <p:attrName>ppt_y</p:attrName>
                                        </p:attrNameLst>
                                      </p:cBhvr>
                                      <p:tavLst>
                                        <p:tav tm="0">
                                          <p:val>
                                            <p:strVal val="1+#ppt_h/2"/>
                                          </p:val>
                                        </p:tav>
                                        <p:tav tm="100000">
                                          <p:val>
                                            <p:strVal val="#ppt_y"/>
                                          </p:val>
                                        </p:tav>
                                      </p:tavLst>
                                    </p:anim>
                                  </p:childTnLst>
                                </p:cTn>
                              </p:par>
                            </p:childTnLst>
                          </p:cTn>
                        </p:par>
                        <p:par>
                          <p:cTn id="89" fill="hold">
                            <p:stCondLst>
                              <p:cond delay="8500"/>
                            </p:stCondLst>
                            <p:childTnLst>
                              <p:par>
                                <p:cTn id="90" presetID="2" presetClass="entr" presetSubtype="4" fill="hold" nodeType="afterEffect">
                                  <p:stCondLst>
                                    <p:cond delay="0"/>
                                  </p:stCondLst>
                                  <p:childTnLst>
                                    <p:set>
                                      <p:cBhvr>
                                        <p:cTn id="91" dur="1" fill="hold">
                                          <p:stCondLst>
                                            <p:cond delay="0"/>
                                          </p:stCondLst>
                                        </p:cTn>
                                        <p:tgtEl>
                                          <p:spTgt spid="23"/>
                                        </p:tgtEl>
                                        <p:attrNameLst>
                                          <p:attrName>style.visibility</p:attrName>
                                        </p:attrNameLst>
                                      </p:cBhvr>
                                      <p:to>
                                        <p:strVal val="visible"/>
                                      </p:to>
                                    </p:set>
                                    <p:anim calcmode="lin" valueType="num">
                                      <p:cBhvr additive="base">
                                        <p:cTn id="92" dur="500" fill="hold"/>
                                        <p:tgtEl>
                                          <p:spTgt spid="23"/>
                                        </p:tgtEl>
                                        <p:attrNameLst>
                                          <p:attrName>ppt_x</p:attrName>
                                        </p:attrNameLst>
                                      </p:cBhvr>
                                      <p:tavLst>
                                        <p:tav tm="0">
                                          <p:val>
                                            <p:strVal val="#ppt_x"/>
                                          </p:val>
                                        </p:tav>
                                        <p:tav tm="100000">
                                          <p:val>
                                            <p:strVal val="#ppt_x"/>
                                          </p:val>
                                        </p:tav>
                                      </p:tavLst>
                                    </p:anim>
                                    <p:anim calcmode="lin" valueType="num">
                                      <p:cBhvr additive="base">
                                        <p:cTn id="93"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6" grpId="0" animBg="1"/>
      <p:bldP spid="48" grpId="0" animBg="1"/>
      <p:bldP spid="61" grpId="0" animBg="1"/>
      <p:bldP spid="65" grpId="0" animBg="1"/>
      <p:bldP spid="69" grpId="0" animBg="1"/>
      <p:bldP spid="74" grpId="0" animBg="1"/>
      <p:bldP spid="78" grpId="0" animBg="1"/>
      <p:bldP spid="82" grpId="0" animBg="1"/>
    </p:bld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p:cNvPicPr>
            <a:picLocks noGrp="1" noChangeAspect="1"/>
          </p:cNvPicPr>
          <p:nvPr>
            <p:ph type="pic" sz="quarter" idx="15"/>
          </p:nvPr>
        </p:nvPicPr>
        <p:blipFill>
          <a:blip r:embed="rId3">
            <a:extLst>
              <a:ext uri="{28A0092B-C50C-407E-A947-70E740481C1C}">
                <a14:useLocalDpi xmlns:a14="http://schemas.microsoft.com/office/drawing/2010/main" val="0"/>
              </a:ext>
            </a:extLst>
          </a:blip>
          <a:stretch>
            <a:fillRect/>
          </a:stretch>
        </p:blipFill>
        <p:spPr>
          <a:xfrm>
            <a:off x="7283847" y="2139489"/>
            <a:ext cx="4908153" cy="3582514"/>
          </a:xfrm>
        </p:spPr>
      </p:pic>
      <p:sp>
        <p:nvSpPr>
          <p:cNvPr id="7" name="Title 6"/>
          <p:cNvSpPr>
            <a:spLocks noGrp="1"/>
          </p:cNvSpPr>
          <p:nvPr>
            <p:ph type="title"/>
          </p:nvPr>
        </p:nvSpPr>
        <p:spPr/>
        <p:txBody>
          <a:bodyPr/>
          <a:lstStyle/>
          <a:p>
            <a:pPr rtl="1"/>
            <a:r>
              <a:rPr lang="ar-SA" u="sng" dirty="0">
                <a:solidFill>
                  <a:srgbClr val="FF0000"/>
                </a:solidFill>
              </a:rPr>
              <a:t>6.	تأثير الهواتف النقالة في التعليم</a:t>
            </a:r>
            <a:endParaRPr lang="en-US" u="sng" dirty="0">
              <a:solidFill>
                <a:srgbClr val="FF0000"/>
              </a:solidFill>
            </a:endParaRPr>
          </a:p>
        </p:txBody>
      </p:sp>
      <p:sp>
        <p:nvSpPr>
          <p:cNvPr id="41" name="Text Placeholder 3"/>
          <p:cNvSpPr txBox="1">
            <a:spLocks/>
          </p:cNvSpPr>
          <p:nvPr/>
        </p:nvSpPr>
        <p:spPr>
          <a:xfrm>
            <a:off x="489096" y="2853528"/>
            <a:ext cx="6974960" cy="2154436"/>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219139" rtl="1" fontAlgn="auto">
              <a:spcBef>
                <a:spcPct val="20000"/>
              </a:spcBef>
              <a:spcAft>
                <a:spcPts val="0"/>
              </a:spcAft>
              <a:defRPr/>
            </a:pPr>
            <a:r>
              <a:rPr lang="ar-SA" sz="2800" b="1" dirty="0">
                <a:solidFill>
                  <a:srgbClr val="262626"/>
                </a:solidFill>
                <a:latin typeface="Simplified Arabic" panose="02020603050405020304" pitchFamily="18" charset="-78"/>
                <a:cs typeface="Simplified Arabic" panose="02020603050405020304" pitchFamily="18" charset="-78"/>
              </a:rPr>
              <a:t>أن مستقبل التعلم النقال واعد في النجاح والتأثير في العملية التربوية، وأن نتائج الدراسات السابقة الذكر تشكل حافزاً كبيراً للتربويين في العالم العربي خاصة بتبني هذا الاتجاه التعليمي التكنولوجي، والعمل بشكل جاد للانتفاع من هذه التكنولوجيا التي تتطور بخطى دائمة التسارع.</a:t>
            </a:r>
            <a:endParaRPr lang="en-US" sz="2800" b="1" dirty="0">
              <a:solidFill>
                <a:srgbClr val="262626"/>
              </a:solidFill>
              <a:latin typeface="Simplified Arabic" panose="02020603050405020304" pitchFamily="18" charset="-78"/>
              <a:cs typeface="Simplified Arabic" panose="02020603050405020304" pitchFamily="18" charset="-78"/>
            </a:endParaRPr>
          </a:p>
        </p:txBody>
      </p:sp>
      <p:sp>
        <p:nvSpPr>
          <p:cNvPr id="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00329759"/>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par>
    </p:tn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p:cNvPicPr>
            <a:picLocks noGrp="1" noChangeAspect="1"/>
          </p:cNvPicPr>
          <p:nvPr>
            <p:ph type="pic" sz="quarter" idx="15"/>
          </p:nvPr>
        </p:nvPicPr>
        <p:blipFill>
          <a:blip r:embed="rId3">
            <a:extLst>
              <a:ext uri="{28A0092B-C50C-407E-A947-70E740481C1C}">
                <a14:useLocalDpi xmlns:a14="http://schemas.microsoft.com/office/drawing/2010/main" val="0"/>
              </a:ext>
            </a:extLst>
          </a:blip>
          <a:stretch>
            <a:fillRect/>
          </a:stretch>
        </p:blipFill>
        <p:spPr>
          <a:xfrm>
            <a:off x="489098" y="1455587"/>
            <a:ext cx="3878982" cy="5402413"/>
          </a:xfrm>
        </p:spPr>
      </p:pic>
      <p:sp>
        <p:nvSpPr>
          <p:cNvPr id="7" name="Title 6"/>
          <p:cNvSpPr>
            <a:spLocks noGrp="1"/>
          </p:cNvSpPr>
          <p:nvPr>
            <p:ph type="title"/>
          </p:nvPr>
        </p:nvSpPr>
        <p:spPr/>
        <p:txBody>
          <a:bodyPr/>
          <a:lstStyle/>
          <a:p>
            <a:pPr rtl="1"/>
            <a:r>
              <a:rPr lang="ar-SA" u="sng" dirty="0">
                <a:solidFill>
                  <a:srgbClr val="FF0000"/>
                </a:solidFill>
              </a:rPr>
              <a:t>7.	مدى توظيف التعليم النقال في التعليم</a:t>
            </a:r>
            <a:endParaRPr lang="en-US" u="sng" dirty="0">
              <a:solidFill>
                <a:srgbClr val="FF0000"/>
              </a:solidFill>
            </a:endParaRPr>
          </a:p>
        </p:txBody>
      </p:sp>
      <p:sp>
        <p:nvSpPr>
          <p:cNvPr id="41" name="Text Placeholder 3"/>
          <p:cNvSpPr txBox="1">
            <a:spLocks/>
          </p:cNvSpPr>
          <p:nvPr/>
        </p:nvSpPr>
        <p:spPr>
          <a:xfrm>
            <a:off x="4657060" y="2533566"/>
            <a:ext cx="7208875" cy="2154436"/>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219139" rtl="1" fontAlgn="auto">
              <a:spcBef>
                <a:spcPct val="20000"/>
              </a:spcBef>
              <a:spcAft>
                <a:spcPts val="0"/>
              </a:spcAft>
              <a:defRPr/>
            </a:pPr>
            <a:r>
              <a:rPr lang="ar-SA" sz="2800" b="1" dirty="0">
                <a:solidFill>
                  <a:srgbClr val="262626"/>
                </a:solidFill>
                <a:latin typeface="Simplified Arabic" panose="02020603050405020304" pitchFamily="18" charset="-78"/>
                <a:cs typeface="Simplified Arabic" panose="02020603050405020304" pitchFamily="18" charset="-78"/>
              </a:rPr>
              <a:t>توظيف التعليم النقال في التعليم سواء العام أو الجامعي، سيمكن الطلبة والمعلمين التواصل صوت وصورة، واستخدام الوسائط المتعددة </a:t>
            </a:r>
            <a:r>
              <a:rPr lang="en-US" sz="2800" b="1" dirty="0">
                <a:solidFill>
                  <a:srgbClr val="262626"/>
                </a:solidFill>
                <a:latin typeface="Simplified Arabic" panose="02020603050405020304" pitchFamily="18" charset="-78"/>
                <a:cs typeface="Simplified Arabic" panose="02020603050405020304" pitchFamily="18" charset="-78"/>
              </a:rPr>
              <a:t>MMS، </a:t>
            </a:r>
            <a:r>
              <a:rPr lang="ar-SA" sz="2800" b="1" dirty="0">
                <a:solidFill>
                  <a:srgbClr val="262626"/>
                </a:solidFill>
                <a:latin typeface="Simplified Arabic" panose="02020603050405020304" pitchFamily="18" charset="-78"/>
                <a:cs typeface="Simplified Arabic" panose="02020603050405020304" pitchFamily="18" charset="-78"/>
              </a:rPr>
              <a:t>والرسائل </a:t>
            </a:r>
            <a:r>
              <a:rPr lang="en-US" sz="2800" b="1" dirty="0">
                <a:solidFill>
                  <a:srgbClr val="262626"/>
                </a:solidFill>
                <a:latin typeface="Simplified Arabic" panose="02020603050405020304" pitchFamily="18" charset="-78"/>
                <a:cs typeface="Simplified Arabic" panose="02020603050405020304" pitchFamily="18" charset="-78"/>
              </a:rPr>
              <a:t>SMS </a:t>
            </a:r>
            <a:r>
              <a:rPr lang="ar-SA" sz="2800" b="1" dirty="0">
                <a:solidFill>
                  <a:srgbClr val="262626"/>
                </a:solidFill>
                <a:latin typeface="Simplified Arabic" panose="02020603050405020304" pitchFamily="18" charset="-78"/>
                <a:cs typeface="Simplified Arabic" panose="02020603050405020304" pitchFamily="18" charset="-78"/>
              </a:rPr>
              <a:t>إلكترونياً عبر الويب لتبادل المحاضرات والواجبات، وخلق بيئة تعليمية تعلمية كما في الفصل الدراسي التقليدي.</a:t>
            </a:r>
            <a:endParaRPr lang="en-US" sz="2800" b="1" dirty="0">
              <a:solidFill>
                <a:srgbClr val="262626"/>
              </a:solidFill>
              <a:latin typeface="Simplified Arabic" panose="02020603050405020304" pitchFamily="18" charset="-78"/>
              <a:cs typeface="Simplified Arabic" panose="02020603050405020304" pitchFamily="18" charset="-78"/>
            </a:endParaRPr>
          </a:p>
        </p:txBody>
      </p:sp>
      <p:sp>
        <p:nvSpPr>
          <p:cNvPr id="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9857047"/>
      </p:ext>
    </p:extLst>
  </p:cSld>
  <p:clrMapOvr>
    <a:masterClrMapping/>
  </p:clrMapOvr>
  <mc:AlternateContent xmlns:mc="http://schemas.openxmlformats.org/markup-compatibility/2006" xmlns:p14="http://schemas.microsoft.com/office/powerpoint/2010/main">
    <mc:Choice Requires="p14">
      <p:transition p14:dur="10" advTm="6000"/>
    </mc:Choice>
    <mc:Fallback xmlns="">
      <p:transition advTm="6000"/>
    </mc:Fallback>
  </mc:AlternateContent>
  <p:timing>
    <p:tnLst>
      <p:par>
        <p:cTn id="1" dur="indefinite" restart="never" nodeType="tmRoot"/>
      </p:par>
    </p:tn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Text Placeholder 6"/>
          <p:cNvSpPr txBox="1">
            <a:spLocks/>
          </p:cNvSpPr>
          <p:nvPr/>
        </p:nvSpPr>
        <p:spPr>
          <a:xfrm>
            <a:off x="4359349" y="2272292"/>
            <a:ext cx="6535023" cy="614027"/>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a:r>
              <a:rPr lang="ar-SA" sz="4000" b="1" u="sng" dirty="0">
                <a:solidFill>
                  <a:srgbClr val="0070C0"/>
                </a:solidFill>
              </a:rPr>
              <a:t>هل نجح التعليم النقال في التعليم؟ </a:t>
            </a:r>
            <a:endParaRPr lang="en-US" sz="4000" u="sng" dirty="0">
              <a:solidFill>
                <a:srgbClr val="0070C0"/>
              </a:solidFill>
            </a:endParaRPr>
          </a:p>
        </p:txBody>
      </p:sp>
      <p:sp>
        <p:nvSpPr>
          <p:cNvPr id="66" name="Slide Number Placeholder 3"/>
          <p:cNvSpPr>
            <a:spLocks noGrp="1"/>
          </p:cNvSpPr>
          <p:nvPr>
            <p:ph type="sldNum" sz="quarter" idx="12"/>
          </p:nvPr>
        </p:nvSpPr>
        <p:spPr>
          <a:xfrm>
            <a:off x="11545106" y="6323008"/>
            <a:ext cx="604805" cy="365125"/>
          </a:xfrm>
        </p:spPr>
        <p:txBody>
          <a:bodyPr/>
          <a:lstStyle/>
          <a:p>
            <a:pPr algn="ctr"/>
            <a:fld id="{98C37ADA-FE03-4EF7-8F15-3521BBE76F4D}" type="slidenum">
              <a:rPr lang="en-US" smtClean="0">
                <a:solidFill>
                  <a:prstClr val="white"/>
                </a:solidFill>
                <a:latin typeface="Montserrat"/>
              </a:rPr>
              <a:pPr algn="ctr"/>
              <a:t>425</a:t>
            </a:fld>
            <a:endParaRPr lang="en-US" dirty="0">
              <a:solidFill>
                <a:prstClr val="white"/>
              </a:solidFill>
              <a:latin typeface="Montserrat"/>
            </a:endParaRPr>
          </a:p>
        </p:txBody>
      </p:sp>
      <p:grpSp>
        <p:nvGrpSpPr>
          <p:cNvPr id="35" name="Group 34"/>
          <p:cNvGrpSpPr/>
          <p:nvPr/>
        </p:nvGrpSpPr>
        <p:grpSpPr>
          <a:xfrm flipH="1">
            <a:off x="1100087" y="1653113"/>
            <a:ext cx="1430752" cy="4703392"/>
            <a:chOff x="7897842" y="1905789"/>
            <a:chExt cx="1293649" cy="4252686"/>
          </a:xfrm>
        </p:grpSpPr>
        <p:sp>
          <p:nvSpPr>
            <p:cNvPr id="36" name="Freeform 35"/>
            <p:cNvSpPr>
              <a:spLocks/>
            </p:cNvSpPr>
            <p:nvPr/>
          </p:nvSpPr>
          <p:spPr bwMode="auto">
            <a:xfrm>
              <a:off x="8544666" y="1920659"/>
              <a:ext cx="646825" cy="4237816"/>
            </a:xfrm>
            <a:custGeom>
              <a:avLst/>
              <a:gdLst>
                <a:gd name="connsiteX0" fmla="*/ 498130 w 646825"/>
                <a:gd name="connsiteY0" fmla="*/ 907041 h 4237816"/>
                <a:gd name="connsiteX1" fmla="*/ 483260 w 646825"/>
                <a:gd name="connsiteY1" fmla="*/ 936780 h 4237816"/>
                <a:gd name="connsiteX2" fmla="*/ 468391 w 646825"/>
                <a:gd name="connsiteY2" fmla="*/ 981389 h 4237816"/>
                <a:gd name="connsiteX3" fmla="*/ 455872 w 646825"/>
                <a:gd name="connsiteY3" fmla="*/ 1031477 h 4237816"/>
                <a:gd name="connsiteX4" fmla="*/ 453521 w 646825"/>
                <a:gd name="connsiteY4" fmla="*/ 1085476 h 4237816"/>
                <a:gd name="connsiteX5" fmla="*/ 438652 w 646825"/>
                <a:gd name="connsiteY5" fmla="*/ 1085476 h 4237816"/>
                <a:gd name="connsiteX6" fmla="*/ 423782 w 646825"/>
                <a:gd name="connsiteY6" fmla="*/ 1144954 h 4237816"/>
                <a:gd name="connsiteX7" fmla="*/ 394043 w 646825"/>
                <a:gd name="connsiteY7" fmla="*/ 1234171 h 4237816"/>
                <a:gd name="connsiteX8" fmla="*/ 364304 w 646825"/>
                <a:gd name="connsiteY8" fmla="*/ 1353127 h 4237816"/>
                <a:gd name="connsiteX9" fmla="*/ 394043 w 646825"/>
                <a:gd name="connsiteY9" fmla="*/ 1724865 h 4237816"/>
                <a:gd name="connsiteX10" fmla="*/ 394043 w 646825"/>
                <a:gd name="connsiteY10" fmla="*/ 2066865 h 4237816"/>
                <a:gd name="connsiteX11" fmla="*/ 408912 w 646825"/>
                <a:gd name="connsiteY11" fmla="*/ 2081734 h 4237816"/>
                <a:gd name="connsiteX12" fmla="*/ 423782 w 646825"/>
                <a:gd name="connsiteY12" fmla="*/ 2126343 h 4237816"/>
                <a:gd name="connsiteX13" fmla="*/ 438652 w 646825"/>
                <a:gd name="connsiteY13" fmla="*/ 1784343 h 4237816"/>
                <a:gd name="connsiteX14" fmla="*/ 319695 w 646825"/>
                <a:gd name="connsiteY14" fmla="*/ 728607 h 4237816"/>
                <a:gd name="connsiteX15" fmla="*/ 334565 w 646825"/>
                <a:gd name="connsiteY15" fmla="*/ 788085 h 4237816"/>
                <a:gd name="connsiteX16" fmla="*/ 349434 w 646825"/>
                <a:gd name="connsiteY16" fmla="*/ 788085 h 4237816"/>
                <a:gd name="connsiteX17" fmla="*/ 334565 w 646825"/>
                <a:gd name="connsiteY17" fmla="*/ 802954 h 4237816"/>
                <a:gd name="connsiteX18" fmla="*/ 289956 w 646825"/>
                <a:gd name="connsiteY18" fmla="*/ 802954 h 4237816"/>
                <a:gd name="connsiteX19" fmla="*/ 319695 w 646825"/>
                <a:gd name="connsiteY19" fmla="*/ 847563 h 4237816"/>
                <a:gd name="connsiteX20" fmla="*/ 364304 w 646825"/>
                <a:gd name="connsiteY20" fmla="*/ 892172 h 4237816"/>
                <a:gd name="connsiteX21" fmla="*/ 304826 w 646825"/>
                <a:gd name="connsiteY21" fmla="*/ 966519 h 4237816"/>
                <a:gd name="connsiteX22" fmla="*/ 141261 w 646825"/>
                <a:gd name="connsiteY22" fmla="*/ 1204432 h 4237816"/>
                <a:gd name="connsiteX23" fmla="*/ 185870 w 646825"/>
                <a:gd name="connsiteY23" fmla="*/ 1159823 h 4237816"/>
                <a:gd name="connsiteX24" fmla="*/ 275087 w 646825"/>
                <a:gd name="connsiteY24" fmla="*/ 1070606 h 4237816"/>
                <a:gd name="connsiteX25" fmla="*/ 394043 w 646825"/>
                <a:gd name="connsiteY25" fmla="*/ 921911 h 4237816"/>
                <a:gd name="connsiteX26" fmla="*/ 364304 w 646825"/>
                <a:gd name="connsiteY26" fmla="*/ 832693 h 4237816"/>
                <a:gd name="connsiteX27" fmla="*/ 394043 w 646825"/>
                <a:gd name="connsiteY27" fmla="*/ 788085 h 4237816"/>
                <a:gd name="connsiteX28" fmla="*/ 349434 w 646825"/>
                <a:gd name="connsiteY28" fmla="*/ 743476 h 4237816"/>
                <a:gd name="connsiteX29" fmla="*/ 141261 w 646825"/>
                <a:gd name="connsiteY29" fmla="*/ 594781 h 4237816"/>
                <a:gd name="connsiteX30" fmla="*/ 126392 w 646825"/>
                <a:gd name="connsiteY30" fmla="*/ 624520 h 4237816"/>
                <a:gd name="connsiteX31" fmla="*/ 81783 w 646825"/>
                <a:gd name="connsiteY31" fmla="*/ 654259 h 4237816"/>
                <a:gd name="connsiteX32" fmla="*/ 37174 w 646825"/>
                <a:gd name="connsiteY32" fmla="*/ 698868 h 4237816"/>
                <a:gd name="connsiteX33" fmla="*/ 96652 w 646825"/>
                <a:gd name="connsiteY33" fmla="*/ 788085 h 4237816"/>
                <a:gd name="connsiteX34" fmla="*/ 66913 w 646825"/>
                <a:gd name="connsiteY34" fmla="*/ 1293649 h 4237816"/>
                <a:gd name="connsiteX35" fmla="*/ 96652 w 646825"/>
                <a:gd name="connsiteY35" fmla="*/ 1501822 h 4237816"/>
                <a:gd name="connsiteX36" fmla="*/ 126392 w 646825"/>
                <a:gd name="connsiteY36" fmla="*/ 1739735 h 4237816"/>
                <a:gd name="connsiteX37" fmla="*/ 126392 w 646825"/>
                <a:gd name="connsiteY37" fmla="*/ 1799213 h 4237816"/>
                <a:gd name="connsiteX38" fmla="*/ 185870 w 646825"/>
                <a:gd name="connsiteY38" fmla="*/ 2215560 h 4237816"/>
                <a:gd name="connsiteX39" fmla="*/ 275087 w 646825"/>
                <a:gd name="connsiteY39" fmla="*/ 2334516 h 4237816"/>
                <a:gd name="connsiteX40" fmla="*/ 245348 w 646825"/>
                <a:gd name="connsiteY40" fmla="*/ 2230429 h 4237816"/>
                <a:gd name="connsiteX41" fmla="*/ 200739 w 646825"/>
                <a:gd name="connsiteY41" fmla="*/ 2037126 h 4237816"/>
                <a:gd name="connsiteX42" fmla="*/ 171000 w 646825"/>
                <a:gd name="connsiteY42" fmla="*/ 1769474 h 4237816"/>
                <a:gd name="connsiteX43" fmla="*/ 156131 w 646825"/>
                <a:gd name="connsiteY43" fmla="*/ 1650518 h 4237816"/>
                <a:gd name="connsiteX44" fmla="*/ 141261 w 646825"/>
                <a:gd name="connsiteY44" fmla="*/ 1472083 h 4237816"/>
                <a:gd name="connsiteX45" fmla="*/ 111522 w 646825"/>
                <a:gd name="connsiteY45" fmla="*/ 1308518 h 4237816"/>
                <a:gd name="connsiteX46" fmla="*/ 111522 w 646825"/>
                <a:gd name="connsiteY46" fmla="*/ 1144954 h 4237816"/>
                <a:gd name="connsiteX47" fmla="*/ 111522 w 646825"/>
                <a:gd name="connsiteY47" fmla="*/ 907041 h 4237816"/>
                <a:gd name="connsiteX48" fmla="*/ 0 w 646825"/>
                <a:gd name="connsiteY48" fmla="*/ 0 h 4237816"/>
                <a:gd name="connsiteX49" fmla="*/ 7435 w 646825"/>
                <a:gd name="connsiteY49" fmla="*/ 0 h 4237816"/>
                <a:gd name="connsiteX50" fmla="*/ 52044 w 646825"/>
                <a:gd name="connsiteY50" fmla="*/ 29739 h 4237816"/>
                <a:gd name="connsiteX51" fmla="*/ 111522 w 646825"/>
                <a:gd name="connsiteY51" fmla="*/ 89217 h 4237816"/>
                <a:gd name="connsiteX52" fmla="*/ 141261 w 646825"/>
                <a:gd name="connsiteY52" fmla="*/ 237912 h 4237816"/>
                <a:gd name="connsiteX53" fmla="*/ 141261 w 646825"/>
                <a:gd name="connsiteY53" fmla="*/ 282521 h 4237816"/>
                <a:gd name="connsiteX54" fmla="*/ 156131 w 646825"/>
                <a:gd name="connsiteY54" fmla="*/ 282521 h 4237816"/>
                <a:gd name="connsiteX55" fmla="*/ 156131 w 646825"/>
                <a:gd name="connsiteY55" fmla="*/ 297390 h 4237816"/>
                <a:gd name="connsiteX56" fmla="*/ 156131 w 646825"/>
                <a:gd name="connsiteY56" fmla="*/ 356868 h 4237816"/>
                <a:gd name="connsiteX57" fmla="*/ 156131 w 646825"/>
                <a:gd name="connsiteY57" fmla="*/ 401477 h 4237816"/>
                <a:gd name="connsiteX58" fmla="*/ 141261 w 646825"/>
                <a:gd name="connsiteY58" fmla="*/ 416347 h 4237816"/>
                <a:gd name="connsiteX59" fmla="*/ 111522 w 646825"/>
                <a:gd name="connsiteY59" fmla="*/ 431216 h 4237816"/>
                <a:gd name="connsiteX60" fmla="*/ 111522 w 646825"/>
                <a:gd name="connsiteY60" fmla="*/ 490694 h 4237816"/>
                <a:gd name="connsiteX61" fmla="*/ 111522 w 646825"/>
                <a:gd name="connsiteY61" fmla="*/ 550172 h 4237816"/>
                <a:gd name="connsiteX62" fmla="*/ 141261 w 646825"/>
                <a:gd name="connsiteY62" fmla="*/ 565042 h 4237816"/>
                <a:gd name="connsiteX63" fmla="*/ 275087 w 646825"/>
                <a:gd name="connsiteY63" fmla="*/ 669129 h 4237816"/>
                <a:gd name="connsiteX64" fmla="*/ 364304 w 646825"/>
                <a:gd name="connsiteY64" fmla="*/ 698868 h 4237816"/>
                <a:gd name="connsiteX65" fmla="*/ 468391 w 646825"/>
                <a:gd name="connsiteY65" fmla="*/ 743476 h 4237816"/>
                <a:gd name="connsiteX66" fmla="*/ 572477 w 646825"/>
                <a:gd name="connsiteY66" fmla="*/ 788085 h 4237816"/>
                <a:gd name="connsiteX67" fmla="*/ 572477 w 646825"/>
                <a:gd name="connsiteY67" fmla="*/ 1011128 h 4237816"/>
                <a:gd name="connsiteX68" fmla="*/ 602216 w 646825"/>
                <a:gd name="connsiteY68" fmla="*/ 1040867 h 4237816"/>
                <a:gd name="connsiteX69" fmla="*/ 617086 w 646825"/>
                <a:gd name="connsiteY69" fmla="*/ 1353127 h 4237816"/>
                <a:gd name="connsiteX70" fmla="*/ 646825 w 646825"/>
                <a:gd name="connsiteY70" fmla="*/ 1665387 h 4237816"/>
                <a:gd name="connsiteX71" fmla="*/ 646825 w 646825"/>
                <a:gd name="connsiteY71" fmla="*/ 2170951 h 4237816"/>
                <a:gd name="connsiteX72" fmla="*/ 602216 w 646825"/>
                <a:gd name="connsiteY72" fmla="*/ 2170951 h 4237816"/>
                <a:gd name="connsiteX73" fmla="*/ 557608 w 646825"/>
                <a:gd name="connsiteY73" fmla="*/ 2215560 h 4237816"/>
                <a:gd name="connsiteX74" fmla="*/ 557608 w 646825"/>
                <a:gd name="connsiteY74" fmla="*/ 2260168 h 4237816"/>
                <a:gd name="connsiteX75" fmla="*/ 542738 w 646825"/>
                <a:gd name="connsiteY75" fmla="*/ 2304777 h 4237816"/>
                <a:gd name="connsiteX76" fmla="*/ 527869 w 646825"/>
                <a:gd name="connsiteY76" fmla="*/ 2334516 h 4237816"/>
                <a:gd name="connsiteX77" fmla="*/ 498130 w 646825"/>
                <a:gd name="connsiteY77" fmla="*/ 2379125 h 4237816"/>
                <a:gd name="connsiteX78" fmla="*/ 468391 w 646825"/>
                <a:gd name="connsiteY78" fmla="*/ 2393994 h 4237816"/>
                <a:gd name="connsiteX79" fmla="*/ 438652 w 646825"/>
                <a:gd name="connsiteY79" fmla="*/ 2393994 h 4237816"/>
                <a:gd name="connsiteX80" fmla="*/ 394043 w 646825"/>
                <a:gd name="connsiteY80" fmla="*/ 2393994 h 4237816"/>
                <a:gd name="connsiteX81" fmla="*/ 349434 w 646825"/>
                <a:gd name="connsiteY81" fmla="*/ 2453472 h 4237816"/>
                <a:gd name="connsiteX82" fmla="*/ 349434 w 646825"/>
                <a:gd name="connsiteY82" fmla="*/ 2617037 h 4237816"/>
                <a:gd name="connsiteX83" fmla="*/ 304826 w 646825"/>
                <a:gd name="connsiteY83" fmla="*/ 2914428 h 4237816"/>
                <a:gd name="connsiteX84" fmla="*/ 260217 w 646825"/>
                <a:gd name="connsiteY84" fmla="*/ 3315905 h 4237816"/>
                <a:gd name="connsiteX85" fmla="*/ 245348 w 646825"/>
                <a:gd name="connsiteY85" fmla="*/ 3330775 h 4237816"/>
                <a:gd name="connsiteX86" fmla="*/ 230478 w 646825"/>
                <a:gd name="connsiteY86" fmla="*/ 3419992 h 4237816"/>
                <a:gd name="connsiteX87" fmla="*/ 215609 w 646825"/>
                <a:gd name="connsiteY87" fmla="*/ 3613296 h 4237816"/>
                <a:gd name="connsiteX88" fmla="*/ 200739 w 646825"/>
                <a:gd name="connsiteY88" fmla="*/ 3866078 h 4237816"/>
                <a:gd name="connsiteX89" fmla="*/ 141261 w 646825"/>
                <a:gd name="connsiteY89" fmla="*/ 4059382 h 4237816"/>
                <a:gd name="connsiteX90" fmla="*/ 96652 w 646825"/>
                <a:gd name="connsiteY90" fmla="*/ 4089121 h 4237816"/>
                <a:gd name="connsiteX91" fmla="*/ 126392 w 646825"/>
                <a:gd name="connsiteY91" fmla="*/ 4193208 h 4237816"/>
                <a:gd name="connsiteX92" fmla="*/ 66913 w 646825"/>
                <a:gd name="connsiteY92" fmla="*/ 4237816 h 4237816"/>
                <a:gd name="connsiteX93" fmla="*/ 0 w 646825"/>
                <a:gd name="connsiteY93" fmla="*/ 4237816 h 4237816"/>
                <a:gd name="connsiteX94" fmla="*/ 0 w 646825"/>
                <a:gd name="connsiteY94" fmla="*/ 2743429 h 4237816"/>
                <a:gd name="connsiteX95" fmla="*/ 7435 w 646825"/>
                <a:gd name="connsiteY95" fmla="*/ 2721124 h 4237816"/>
                <a:gd name="connsiteX96" fmla="*/ 22305 w 646825"/>
                <a:gd name="connsiteY96" fmla="*/ 2631907 h 4237816"/>
                <a:gd name="connsiteX97" fmla="*/ 22305 w 646825"/>
                <a:gd name="connsiteY97" fmla="*/ 2527820 h 4237816"/>
                <a:gd name="connsiteX98" fmla="*/ 7435 w 646825"/>
                <a:gd name="connsiteY98" fmla="*/ 2349386 h 4237816"/>
                <a:gd name="connsiteX99" fmla="*/ 7435 w 646825"/>
                <a:gd name="connsiteY99" fmla="*/ 2304777 h 4237816"/>
                <a:gd name="connsiteX100" fmla="*/ 22305 w 646825"/>
                <a:gd name="connsiteY100" fmla="*/ 2289908 h 4237816"/>
                <a:gd name="connsiteX101" fmla="*/ 52044 w 646825"/>
                <a:gd name="connsiteY101" fmla="*/ 2260168 h 4237816"/>
                <a:gd name="connsiteX102" fmla="*/ 81783 w 646825"/>
                <a:gd name="connsiteY102" fmla="*/ 2245299 h 4237816"/>
                <a:gd name="connsiteX103" fmla="*/ 96652 w 646825"/>
                <a:gd name="connsiteY103" fmla="*/ 2260168 h 4237816"/>
                <a:gd name="connsiteX104" fmla="*/ 171000 w 646825"/>
                <a:gd name="connsiteY104" fmla="*/ 2260168 h 4237816"/>
                <a:gd name="connsiteX105" fmla="*/ 171000 w 646825"/>
                <a:gd name="connsiteY105" fmla="*/ 2230429 h 4237816"/>
                <a:gd name="connsiteX106" fmla="*/ 156131 w 646825"/>
                <a:gd name="connsiteY106" fmla="*/ 2215560 h 4237816"/>
                <a:gd name="connsiteX107" fmla="*/ 126392 w 646825"/>
                <a:gd name="connsiteY107" fmla="*/ 2200690 h 4237816"/>
                <a:gd name="connsiteX108" fmla="*/ 37174 w 646825"/>
                <a:gd name="connsiteY108" fmla="*/ 2230429 h 4237816"/>
                <a:gd name="connsiteX109" fmla="*/ 0 w 646825"/>
                <a:gd name="connsiteY109" fmla="*/ 2249016 h 4237816"/>
                <a:gd name="connsiteX110" fmla="*/ 0 w 646825"/>
                <a:gd name="connsiteY110" fmla="*/ 669129 h 4237816"/>
                <a:gd name="connsiteX111" fmla="*/ 7435 w 646825"/>
                <a:gd name="connsiteY111" fmla="*/ 669129 h 4237816"/>
                <a:gd name="connsiteX112" fmla="*/ 37174 w 646825"/>
                <a:gd name="connsiteY112" fmla="*/ 639390 h 4237816"/>
                <a:gd name="connsiteX113" fmla="*/ 66913 w 646825"/>
                <a:gd name="connsiteY113" fmla="*/ 609650 h 4237816"/>
                <a:gd name="connsiteX114" fmla="*/ 96652 w 646825"/>
                <a:gd name="connsiteY114" fmla="*/ 579911 h 4237816"/>
                <a:gd name="connsiteX115" fmla="*/ 66913 w 646825"/>
                <a:gd name="connsiteY115" fmla="*/ 535303 h 4237816"/>
                <a:gd name="connsiteX116" fmla="*/ 52044 w 646825"/>
                <a:gd name="connsiteY116" fmla="*/ 565042 h 4237816"/>
                <a:gd name="connsiteX117" fmla="*/ 22305 w 646825"/>
                <a:gd name="connsiteY117" fmla="*/ 594781 h 4237816"/>
                <a:gd name="connsiteX118" fmla="*/ 0 w 646825"/>
                <a:gd name="connsiteY118" fmla="*/ 605933 h 423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646825" h="4237816">
                  <a:moveTo>
                    <a:pt x="498130" y="907041"/>
                  </a:moveTo>
                  <a:lnTo>
                    <a:pt x="483260" y="936780"/>
                  </a:lnTo>
                  <a:lnTo>
                    <a:pt x="468391" y="981389"/>
                  </a:lnTo>
                  <a:lnTo>
                    <a:pt x="455872" y="1031477"/>
                  </a:lnTo>
                  <a:lnTo>
                    <a:pt x="453521" y="1085476"/>
                  </a:lnTo>
                  <a:lnTo>
                    <a:pt x="438652" y="1085476"/>
                  </a:lnTo>
                  <a:lnTo>
                    <a:pt x="423782" y="1144954"/>
                  </a:lnTo>
                  <a:lnTo>
                    <a:pt x="394043" y="1234171"/>
                  </a:lnTo>
                  <a:lnTo>
                    <a:pt x="364304" y="1353127"/>
                  </a:lnTo>
                  <a:lnTo>
                    <a:pt x="394043" y="1724865"/>
                  </a:lnTo>
                  <a:lnTo>
                    <a:pt x="394043" y="2066865"/>
                  </a:lnTo>
                  <a:lnTo>
                    <a:pt x="408912" y="2081734"/>
                  </a:lnTo>
                  <a:lnTo>
                    <a:pt x="423782" y="2126343"/>
                  </a:lnTo>
                  <a:lnTo>
                    <a:pt x="438652" y="1784343"/>
                  </a:lnTo>
                  <a:close/>
                  <a:moveTo>
                    <a:pt x="319695" y="728607"/>
                  </a:moveTo>
                  <a:lnTo>
                    <a:pt x="334565" y="788085"/>
                  </a:lnTo>
                  <a:lnTo>
                    <a:pt x="349434" y="788085"/>
                  </a:lnTo>
                  <a:lnTo>
                    <a:pt x="334565" y="802954"/>
                  </a:lnTo>
                  <a:lnTo>
                    <a:pt x="289956" y="802954"/>
                  </a:lnTo>
                  <a:lnTo>
                    <a:pt x="319695" y="847563"/>
                  </a:lnTo>
                  <a:lnTo>
                    <a:pt x="364304" y="892172"/>
                  </a:lnTo>
                  <a:lnTo>
                    <a:pt x="304826" y="966519"/>
                  </a:lnTo>
                  <a:lnTo>
                    <a:pt x="141261" y="1204432"/>
                  </a:lnTo>
                  <a:lnTo>
                    <a:pt x="185870" y="1159823"/>
                  </a:lnTo>
                  <a:lnTo>
                    <a:pt x="275087" y="1070606"/>
                  </a:lnTo>
                  <a:lnTo>
                    <a:pt x="394043" y="921911"/>
                  </a:lnTo>
                  <a:lnTo>
                    <a:pt x="364304" y="832693"/>
                  </a:lnTo>
                  <a:lnTo>
                    <a:pt x="394043" y="788085"/>
                  </a:lnTo>
                  <a:lnTo>
                    <a:pt x="349434" y="743476"/>
                  </a:lnTo>
                  <a:close/>
                  <a:moveTo>
                    <a:pt x="141261" y="594781"/>
                  </a:moveTo>
                  <a:lnTo>
                    <a:pt x="126392" y="624520"/>
                  </a:lnTo>
                  <a:lnTo>
                    <a:pt x="81783" y="654259"/>
                  </a:lnTo>
                  <a:lnTo>
                    <a:pt x="37174" y="698868"/>
                  </a:lnTo>
                  <a:lnTo>
                    <a:pt x="96652" y="788085"/>
                  </a:lnTo>
                  <a:lnTo>
                    <a:pt x="66913" y="1293649"/>
                  </a:lnTo>
                  <a:lnTo>
                    <a:pt x="96652" y="1501822"/>
                  </a:lnTo>
                  <a:lnTo>
                    <a:pt x="126392" y="1739735"/>
                  </a:lnTo>
                  <a:lnTo>
                    <a:pt x="126392" y="1799213"/>
                  </a:lnTo>
                  <a:lnTo>
                    <a:pt x="185870" y="2215560"/>
                  </a:lnTo>
                  <a:lnTo>
                    <a:pt x="275087" y="2334516"/>
                  </a:lnTo>
                  <a:lnTo>
                    <a:pt x="245348" y="2230429"/>
                  </a:lnTo>
                  <a:lnTo>
                    <a:pt x="200739" y="2037126"/>
                  </a:lnTo>
                  <a:lnTo>
                    <a:pt x="171000" y="1769474"/>
                  </a:lnTo>
                  <a:lnTo>
                    <a:pt x="156131" y="1650518"/>
                  </a:lnTo>
                  <a:lnTo>
                    <a:pt x="141261" y="1472083"/>
                  </a:lnTo>
                  <a:lnTo>
                    <a:pt x="111522" y="1308518"/>
                  </a:lnTo>
                  <a:lnTo>
                    <a:pt x="111522" y="1144954"/>
                  </a:lnTo>
                  <a:lnTo>
                    <a:pt x="111522" y="907041"/>
                  </a:lnTo>
                  <a:close/>
                  <a:moveTo>
                    <a:pt x="0" y="0"/>
                  </a:moveTo>
                  <a:lnTo>
                    <a:pt x="7435" y="0"/>
                  </a:lnTo>
                  <a:lnTo>
                    <a:pt x="52044" y="29739"/>
                  </a:lnTo>
                  <a:lnTo>
                    <a:pt x="111522" y="89217"/>
                  </a:lnTo>
                  <a:lnTo>
                    <a:pt x="141261" y="237912"/>
                  </a:lnTo>
                  <a:lnTo>
                    <a:pt x="141261" y="282521"/>
                  </a:lnTo>
                  <a:lnTo>
                    <a:pt x="156131" y="282521"/>
                  </a:lnTo>
                  <a:lnTo>
                    <a:pt x="156131" y="297390"/>
                  </a:lnTo>
                  <a:lnTo>
                    <a:pt x="156131" y="356868"/>
                  </a:lnTo>
                  <a:lnTo>
                    <a:pt x="156131" y="401477"/>
                  </a:lnTo>
                  <a:lnTo>
                    <a:pt x="141261" y="416347"/>
                  </a:lnTo>
                  <a:lnTo>
                    <a:pt x="111522" y="431216"/>
                  </a:lnTo>
                  <a:lnTo>
                    <a:pt x="111522" y="490694"/>
                  </a:lnTo>
                  <a:lnTo>
                    <a:pt x="111522" y="550172"/>
                  </a:lnTo>
                  <a:lnTo>
                    <a:pt x="141261" y="565042"/>
                  </a:lnTo>
                  <a:lnTo>
                    <a:pt x="275087" y="669129"/>
                  </a:lnTo>
                  <a:lnTo>
                    <a:pt x="364304" y="698868"/>
                  </a:lnTo>
                  <a:lnTo>
                    <a:pt x="468391" y="743476"/>
                  </a:lnTo>
                  <a:lnTo>
                    <a:pt x="572477" y="788085"/>
                  </a:lnTo>
                  <a:lnTo>
                    <a:pt x="572477" y="1011128"/>
                  </a:lnTo>
                  <a:lnTo>
                    <a:pt x="602216" y="1040867"/>
                  </a:lnTo>
                  <a:lnTo>
                    <a:pt x="617086" y="1353127"/>
                  </a:lnTo>
                  <a:lnTo>
                    <a:pt x="646825" y="1665387"/>
                  </a:lnTo>
                  <a:lnTo>
                    <a:pt x="646825" y="2170951"/>
                  </a:lnTo>
                  <a:lnTo>
                    <a:pt x="602216" y="2170951"/>
                  </a:lnTo>
                  <a:lnTo>
                    <a:pt x="557608" y="2215560"/>
                  </a:lnTo>
                  <a:lnTo>
                    <a:pt x="557608" y="2260168"/>
                  </a:lnTo>
                  <a:lnTo>
                    <a:pt x="542738" y="2304777"/>
                  </a:lnTo>
                  <a:lnTo>
                    <a:pt x="527869" y="2334516"/>
                  </a:lnTo>
                  <a:lnTo>
                    <a:pt x="498130" y="2379125"/>
                  </a:lnTo>
                  <a:lnTo>
                    <a:pt x="468391" y="2393994"/>
                  </a:lnTo>
                  <a:lnTo>
                    <a:pt x="438652" y="2393994"/>
                  </a:lnTo>
                  <a:lnTo>
                    <a:pt x="394043" y="2393994"/>
                  </a:lnTo>
                  <a:lnTo>
                    <a:pt x="349434" y="2453472"/>
                  </a:lnTo>
                  <a:lnTo>
                    <a:pt x="349434" y="2617037"/>
                  </a:lnTo>
                  <a:lnTo>
                    <a:pt x="304826" y="2914428"/>
                  </a:lnTo>
                  <a:lnTo>
                    <a:pt x="260217" y="3315905"/>
                  </a:lnTo>
                  <a:lnTo>
                    <a:pt x="245348" y="3330775"/>
                  </a:lnTo>
                  <a:lnTo>
                    <a:pt x="230478" y="3419992"/>
                  </a:lnTo>
                  <a:lnTo>
                    <a:pt x="215609" y="3613296"/>
                  </a:lnTo>
                  <a:lnTo>
                    <a:pt x="200739" y="3866078"/>
                  </a:lnTo>
                  <a:lnTo>
                    <a:pt x="141261" y="4059382"/>
                  </a:lnTo>
                  <a:lnTo>
                    <a:pt x="96652" y="4089121"/>
                  </a:lnTo>
                  <a:lnTo>
                    <a:pt x="126392" y="4193208"/>
                  </a:lnTo>
                  <a:lnTo>
                    <a:pt x="66913" y="4237816"/>
                  </a:lnTo>
                  <a:lnTo>
                    <a:pt x="0" y="4237816"/>
                  </a:lnTo>
                  <a:lnTo>
                    <a:pt x="0" y="2743429"/>
                  </a:lnTo>
                  <a:lnTo>
                    <a:pt x="7435" y="2721124"/>
                  </a:lnTo>
                  <a:lnTo>
                    <a:pt x="22305" y="2631907"/>
                  </a:lnTo>
                  <a:lnTo>
                    <a:pt x="22305" y="2527820"/>
                  </a:lnTo>
                  <a:lnTo>
                    <a:pt x="7435" y="2349386"/>
                  </a:lnTo>
                  <a:lnTo>
                    <a:pt x="7435" y="2304777"/>
                  </a:lnTo>
                  <a:lnTo>
                    <a:pt x="22305" y="2289908"/>
                  </a:lnTo>
                  <a:lnTo>
                    <a:pt x="52044" y="2260168"/>
                  </a:lnTo>
                  <a:lnTo>
                    <a:pt x="81783" y="2245299"/>
                  </a:lnTo>
                  <a:lnTo>
                    <a:pt x="96652" y="2260168"/>
                  </a:lnTo>
                  <a:lnTo>
                    <a:pt x="171000" y="2260168"/>
                  </a:lnTo>
                  <a:lnTo>
                    <a:pt x="171000" y="2230429"/>
                  </a:lnTo>
                  <a:lnTo>
                    <a:pt x="156131" y="2215560"/>
                  </a:lnTo>
                  <a:lnTo>
                    <a:pt x="126392" y="2200690"/>
                  </a:lnTo>
                  <a:lnTo>
                    <a:pt x="37174" y="2230429"/>
                  </a:lnTo>
                  <a:lnTo>
                    <a:pt x="0" y="2249016"/>
                  </a:lnTo>
                  <a:lnTo>
                    <a:pt x="0" y="669129"/>
                  </a:lnTo>
                  <a:lnTo>
                    <a:pt x="7435" y="669129"/>
                  </a:lnTo>
                  <a:lnTo>
                    <a:pt x="37174" y="639390"/>
                  </a:lnTo>
                  <a:lnTo>
                    <a:pt x="66913" y="609650"/>
                  </a:lnTo>
                  <a:lnTo>
                    <a:pt x="96652" y="579911"/>
                  </a:lnTo>
                  <a:lnTo>
                    <a:pt x="66913" y="535303"/>
                  </a:lnTo>
                  <a:lnTo>
                    <a:pt x="52044" y="565042"/>
                  </a:lnTo>
                  <a:lnTo>
                    <a:pt x="22305" y="594781"/>
                  </a:lnTo>
                  <a:lnTo>
                    <a:pt x="0" y="605933"/>
                  </a:lnTo>
                  <a:close/>
                </a:path>
              </a:pathLst>
            </a:custGeom>
            <a:solidFill>
              <a:srgbClr val="E7E6E6">
                <a:lumMod val="25000"/>
              </a:srgbClr>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Roboto Lt"/>
                <a:cs typeface="+mn-cs"/>
              </a:endParaRPr>
            </a:p>
          </p:txBody>
        </p:sp>
        <p:sp>
          <p:nvSpPr>
            <p:cNvPr id="37" name="Freeform 36"/>
            <p:cNvSpPr>
              <a:spLocks/>
            </p:cNvSpPr>
            <p:nvPr/>
          </p:nvSpPr>
          <p:spPr bwMode="auto">
            <a:xfrm>
              <a:off x="7897842" y="1905789"/>
              <a:ext cx="646824" cy="4252686"/>
            </a:xfrm>
            <a:custGeom>
              <a:avLst/>
              <a:gdLst>
                <a:gd name="connsiteX0" fmla="*/ 208174 w 646824"/>
                <a:gd name="connsiteY0" fmla="*/ 1070606 h 4252686"/>
                <a:gd name="connsiteX1" fmla="*/ 193304 w 646824"/>
                <a:gd name="connsiteY1" fmla="*/ 1427475 h 4252686"/>
                <a:gd name="connsiteX2" fmla="*/ 133826 w 646824"/>
                <a:gd name="connsiteY2" fmla="*/ 1486953 h 4252686"/>
                <a:gd name="connsiteX3" fmla="*/ 193304 w 646824"/>
                <a:gd name="connsiteY3" fmla="*/ 1561301 h 4252686"/>
                <a:gd name="connsiteX4" fmla="*/ 208174 w 646824"/>
                <a:gd name="connsiteY4" fmla="*/ 1605910 h 4252686"/>
                <a:gd name="connsiteX5" fmla="*/ 223043 w 646824"/>
                <a:gd name="connsiteY5" fmla="*/ 1620779 h 4252686"/>
                <a:gd name="connsiteX6" fmla="*/ 223043 w 646824"/>
                <a:gd name="connsiteY6" fmla="*/ 1605910 h 4252686"/>
                <a:gd name="connsiteX7" fmla="*/ 237913 w 646824"/>
                <a:gd name="connsiteY7" fmla="*/ 1546431 h 4252686"/>
                <a:gd name="connsiteX8" fmla="*/ 237913 w 646824"/>
                <a:gd name="connsiteY8" fmla="*/ 1472084 h 4252686"/>
                <a:gd name="connsiteX9" fmla="*/ 223043 w 646824"/>
                <a:gd name="connsiteY9" fmla="*/ 1204432 h 4252686"/>
                <a:gd name="connsiteX10" fmla="*/ 446086 w 646824"/>
                <a:gd name="connsiteY10" fmla="*/ 654260 h 4252686"/>
                <a:gd name="connsiteX11" fmla="*/ 297391 w 646824"/>
                <a:gd name="connsiteY11" fmla="*/ 802955 h 4252686"/>
                <a:gd name="connsiteX12" fmla="*/ 371738 w 646824"/>
                <a:gd name="connsiteY12" fmla="*/ 847563 h 4252686"/>
                <a:gd name="connsiteX13" fmla="*/ 297391 w 646824"/>
                <a:gd name="connsiteY13" fmla="*/ 907042 h 4252686"/>
                <a:gd name="connsiteX14" fmla="*/ 401478 w 646824"/>
                <a:gd name="connsiteY14" fmla="*/ 1115215 h 4252686"/>
                <a:gd name="connsiteX15" fmla="*/ 505564 w 646824"/>
                <a:gd name="connsiteY15" fmla="*/ 1308519 h 4252686"/>
                <a:gd name="connsiteX16" fmla="*/ 490695 w 646824"/>
                <a:gd name="connsiteY16" fmla="*/ 1412606 h 4252686"/>
                <a:gd name="connsiteX17" fmla="*/ 475825 w 646824"/>
                <a:gd name="connsiteY17" fmla="*/ 1472084 h 4252686"/>
                <a:gd name="connsiteX18" fmla="*/ 446086 w 646824"/>
                <a:gd name="connsiteY18" fmla="*/ 1516692 h 4252686"/>
                <a:gd name="connsiteX19" fmla="*/ 446086 w 646824"/>
                <a:gd name="connsiteY19" fmla="*/ 1576171 h 4252686"/>
                <a:gd name="connsiteX20" fmla="*/ 446086 w 646824"/>
                <a:gd name="connsiteY20" fmla="*/ 1695127 h 4252686"/>
                <a:gd name="connsiteX21" fmla="*/ 446086 w 646824"/>
                <a:gd name="connsiteY21" fmla="*/ 1873561 h 4252686"/>
                <a:gd name="connsiteX22" fmla="*/ 416347 w 646824"/>
                <a:gd name="connsiteY22" fmla="*/ 1947909 h 4252686"/>
                <a:gd name="connsiteX23" fmla="*/ 401478 w 646824"/>
                <a:gd name="connsiteY23" fmla="*/ 2037126 h 4252686"/>
                <a:gd name="connsiteX24" fmla="*/ 401478 w 646824"/>
                <a:gd name="connsiteY24" fmla="*/ 2141213 h 4252686"/>
                <a:gd name="connsiteX25" fmla="*/ 386608 w 646824"/>
                <a:gd name="connsiteY25" fmla="*/ 2245299 h 4252686"/>
                <a:gd name="connsiteX26" fmla="*/ 297391 w 646824"/>
                <a:gd name="connsiteY26" fmla="*/ 2438603 h 4252686"/>
                <a:gd name="connsiteX27" fmla="*/ 356869 w 646824"/>
                <a:gd name="connsiteY27" fmla="*/ 2408864 h 4252686"/>
                <a:gd name="connsiteX28" fmla="*/ 371738 w 646824"/>
                <a:gd name="connsiteY28" fmla="*/ 2393995 h 4252686"/>
                <a:gd name="connsiteX29" fmla="*/ 386608 w 646824"/>
                <a:gd name="connsiteY29" fmla="*/ 2364256 h 4252686"/>
                <a:gd name="connsiteX30" fmla="*/ 416347 w 646824"/>
                <a:gd name="connsiteY30" fmla="*/ 2245299 h 4252686"/>
                <a:gd name="connsiteX31" fmla="*/ 475825 w 646824"/>
                <a:gd name="connsiteY31" fmla="*/ 1888431 h 4252686"/>
                <a:gd name="connsiteX32" fmla="*/ 520434 w 646824"/>
                <a:gd name="connsiteY32" fmla="*/ 1397736 h 4252686"/>
                <a:gd name="connsiteX33" fmla="*/ 565042 w 646824"/>
                <a:gd name="connsiteY33" fmla="*/ 817824 h 4252686"/>
                <a:gd name="connsiteX34" fmla="*/ 594781 w 646824"/>
                <a:gd name="connsiteY34" fmla="*/ 713738 h 4252686"/>
                <a:gd name="connsiteX35" fmla="*/ 520434 w 646824"/>
                <a:gd name="connsiteY35" fmla="*/ 669129 h 4252686"/>
                <a:gd name="connsiteX36" fmla="*/ 550173 w 646824"/>
                <a:gd name="connsiteY36" fmla="*/ 758346 h 4252686"/>
                <a:gd name="connsiteX37" fmla="*/ 535303 w 646824"/>
                <a:gd name="connsiteY37" fmla="*/ 847563 h 4252686"/>
                <a:gd name="connsiteX38" fmla="*/ 520434 w 646824"/>
                <a:gd name="connsiteY38" fmla="*/ 981389 h 4252686"/>
                <a:gd name="connsiteX39" fmla="*/ 520434 w 646824"/>
                <a:gd name="connsiteY39" fmla="*/ 1040867 h 4252686"/>
                <a:gd name="connsiteX40" fmla="*/ 520434 w 646824"/>
                <a:gd name="connsiteY40" fmla="*/ 1115215 h 4252686"/>
                <a:gd name="connsiteX41" fmla="*/ 505564 w 646824"/>
                <a:gd name="connsiteY41" fmla="*/ 1219302 h 4252686"/>
                <a:gd name="connsiteX42" fmla="*/ 431217 w 646824"/>
                <a:gd name="connsiteY42" fmla="*/ 1070606 h 4252686"/>
                <a:gd name="connsiteX43" fmla="*/ 356869 w 646824"/>
                <a:gd name="connsiteY43" fmla="*/ 921911 h 4252686"/>
                <a:gd name="connsiteX44" fmla="*/ 386608 w 646824"/>
                <a:gd name="connsiteY44" fmla="*/ 877303 h 4252686"/>
                <a:gd name="connsiteX45" fmla="*/ 416347 w 646824"/>
                <a:gd name="connsiteY45" fmla="*/ 847563 h 4252686"/>
                <a:gd name="connsiteX46" fmla="*/ 416347 w 646824"/>
                <a:gd name="connsiteY46" fmla="*/ 832694 h 4252686"/>
                <a:gd name="connsiteX47" fmla="*/ 386608 w 646824"/>
                <a:gd name="connsiteY47" fmla="*/ 802955 h 4252686"/>
                <a:gd name="connsiteX48" fmla="*/ 371738 w 646824"/>
                <a:gd name="connsiteY48" fmla="*/ 773216 h 4252686"/>
                <a:gd name="connsiteX49" fmla="*/ 520434 w 646824"/>
                <a:gd name="connsiteY49" fmla="*/ 0 h 4252686"/>
                <a:gd name="connsiteX50" fmla="*/ 550173 w 646824"/>
                <a:gd name="connsiteY50" fmla="*/ 0 h 4252686"/>
                <a:gd name="connsiteX51" fmla="*/ 609651 w 646824"/>
                <a:gd name="connsiteY51" fmla="*/ 14870 h 4252686"/>
                <a:gd name="connsiteX52" fmla="*/ 646824 w 646824"/>
                <a:gd name="connsiteY52" fmla="*/ 14870 h 4252686"/>
                <a:gd name="connsiteX53" fmla="*/ 646824 w 646824"/>
                <a:gd name="connsiteY53" fmla="*/ 620803 h 4252686"/>
                <a:gd name="connsiteX54" fmla="*/ 639390 w 646824"/>
                <a:gd name="connsiteY54" fmla="*/ 624520 h 4252686"/>
                <a:gd name="connsiteX55" fmla="*/ 579912 w 646824"/>
                <a:gd name="connsiteY55" fmla="*/ 639390 h 4252686"/>
                <a:gd name="connsiteX56" fmla="*/ 550173 w 646824"/>
                <a:gd name="connsiteY56" fmla="*/ 639390 h 4252686"/>
                <a:gd name="connsiteX57" fmla="*/ 505564 w 646824"/>
                <a:gd name="connsiteY57" fmla="*/ 609651 h 4252686"/>
                <a:gd name="connsiteX58" fmla="*/ 550173 w 646824"/>
                <a:gd name="connsiteY58" fmla="*/ 654260 h 4252686"/>
                <a:gd name="connsiteX59" fmla="*/ 579912 w 646824"/>
                <a:gd name="connsiteY59" fmla="*/ 669129 h 4252686"/>
                <a:gd name="connsiteX60" fmla="*/ 609651 w 646824"/>
                <a:gd name="connsiteY60" fmla="*/ 683999 h 4252686"/>
                <a:gd name="connsiteX61" fmla="*/ 646824 w 646824"/>
                <a:gd name="connsiteY61" fmla="*/ 683999 h 4252686"/>
                <a:gd name="connsiteX62" fmla="*/ 646824 w 646824"/>
                <a:gd name="connsiteY62" fmla="*/ 2263886 h 4252686"/>
                <a:gd name="connsiteX63" fmla="*/ 624520 w 646824"/>
                <a:gd name="connsiteY63" fmla="*/ 2275038 h 4252686"/>
                <a:gd name="connsiteX64" fmla="*/ 550173 w 646824"/>
                <a:gd name="connsiteY64" fmla="*/ 2230430 h 4252686"/>
                <a:gd name="connsiteX65" fmla="*/ 609651 w 646824"/>
                <a:gd name="connsiteY65" fmla="*/ 2334517 h 4252686"/>
                <a:gd name="connsiteX66" fmla="*/ 609651 w 646824"/>
                <a:gd name="connsiteY66" fmla="*/ 2572429 h 4252686"/>
                <a:gd name="connsiteX67" fmla="*/ 609651 w 646824"/>
                <a:gd name="connsiteY67" fmla="*/ 2587299 h 4252686"/>
                <a:gd name="connsiteX68" fmla="*/ 609651 w 646824"/>
                <a:gd name="connsiteY68" fmla="*/ 2631907 h 4252686"/>
                <a:gd name="connsiteX69" fmla="*/ 594781 w 646824"/>
                <a:gd name="connsiteY69" fmla="*/ 2691385 h 4252686"/>
                <a:gd name="connsiteX70" fmla="*/ 565042 w 646824"/>
                <a:gd name="connsiteY70" fmla="*/ 2750863 h 4252686"/>
                <a:gd name="connsiteX71" fmla="*/ 535303 w 646824"/>
                <a:gd name="connsiteY71" fmla="*/ 2780603 h 4252686"/>
                <a:gd name="connsiteX72" fmla="*/ 535303 w 646824"/>
                <a:gd name="connsiteY72" fmla="*/ 2825211 h 4252686"/>
                <a:gd name="connsiteX73" fmla="*/ 535303 w 646824"/>
                <a:gd name="connsiteY73" fmla="*/ 2884689 h 4252686"/>
                <a:gd name="connsiteX74" fmla="*/ 535303 w 646824"/>
                <a:gd name="connsiteY74" fmla="*/ 2914428 h 4252686"/>
                <a:gd name="connsiteX75" fmla="*/ 579912 w 646824"/>
                <a:gd name="connsiteY75" fmla="*/ 3048254 h 4252686"/>
                <a:gd name="connsiteX76" fmla="*/ 579912 w 646824"/>
                <a:gd name="connsiteY76" fmla="*/ 3137471 h 4252686"/>
                <a:gd name="connsiteX77" fmla="*/ 579912 w 646824"/>
                <a:gd name="connsiteY77" fmla="*/ 3286167 h 4252686"/>
                <a:gd name="connsiteX78" fmla="*/ 550173 w 646824"/>
                <a:gd name="connsiteY78" fmla="*/ 3449731 h 4252686"/>
                <a:gd name="connsiteX79" fmla="*/ 639390 w 646824"/>
                <a:gd name="connsiteY79" fmla="*/ 3196949 h 4252686"/>
                <a:gd name="connsiteX80" fmla="*/ 624520 w 646824"/>
                <a:gd name="connsiteY80" fmla="*/ 3018515 h 4252686"/>
                <a:gd name="connsiteX81" fmla="*/ 624520 w 646824"/>
                <a:gd name="connsiteY81" fmla="*/ 2914428 h 4252686"/>
                <a:gd name="connsiteX82" fmla="*/ 624520 w 646824"/>
                <a:gd name="connsiteY82" fmla="*/ 2825211 h 4252686"/>
                <a:gd name="connsiteX83" fmla="*/ 646824 w 646824"/>
                <a:gd name="connsiteY83" fmla="*/ 2758299 h 4252686"/>
                <a:gd name="connsiteX84" fmla="*/ 646824 w 646824"/>
                <a:gd name="connsiteY84" fmla="*/ 4252686 h 4252686"/>
                <a:gd name="connsiteX85" fmla="*/ 624520 w 646824"/>
                <a:gd name="connsiteY85" fmla="*/ 4252686 h 4252686"/>
                <a:gd name="connsiteX86" fmla="*/ 565042 w 646824"/>
                <a:gd name="connsiteY86" fmla="*/ 4237817 h 4252686"/>
                <a:gd name="connsiteX87" fmla="*/ 520434 w 646824"/>
                <a:gd name="connsiteY87" fmla="*/ 4222947 h 4252686"/>
                <a:gd name="connsiteX88" fmla="*/ 505564 w 646824"/>
                <a:gd name="connsiteY88" fmla="*/ 4208078 h 4252686"/>
                <a:gd name="connsiteX89" fmla="*/ 535303 w 646824"/>
                <a:gd name="connsiteY89" fmla="*/ 4133730 h 4252686"/>
                <a:gd name="connsiteX90" fmla="*/ 535303 w 646824"/>
                <a:gd name="connsiteY90" fmla="*/ 4089121 h 4252686"/>
                <a:gd name="connsiteX91" fmla="*/ 535303 w 646824"/>
                <a:gd name="connsiteY91" fmla="*/ 4074252 h 4252686"/>
                <a:gd name="connsiteX92" fmla="*/ 520434 w 646824"/>
                <a:gd name="connsiteY92" fmla="*/ 4044513 h 4252686"/>
                <a:gd name="connsiteX93" fmla="*/ 490695 w 646824"/>
                <a:gd name="connsiteY93" fmla="*/ 3970165 h 4252686"/>
                <a:gd name="connsiteX94" fmla="*/ 475825 w 646824"/>
                <a:gd name="connsiteY94" fmla="*/ 3895817 h 4252686"/>
                <a:gd name="connsiteX95" fmla="*/ 520434 w 646824"/>
                <a:gd name="connsiteY95" fmla="*/ 3643035 h 4252686"/>
                <a:gd name="connsiteX96" fmla="*/ 490695 w 646824"/>
                <a:gd name="connsiteY96" fmla="*/ 3568688 h 4252686"/>
                <a:gd name="connsiteX97" fmla="*/ 475825 w 646824"/>
                <a:gd name="connsiteY97" fmla="*/ 3449731 h 4252686"/>
                <a:gd name="connsiteX98" fmla="*/ 446086 w 646824"/>
                <a:gd name="connsiteY98" fmla="*/ 3390253 h 4252686"/>
                <a:gd name="connsiteX99" fmla="*/ 401478 w 646824"/>
                <a:gd name="connsiteY99" fmla="*/ 3286167 h 4252686"/>
                <a:gd name="connsiteX100" fmla="*/ 371738 w 646824"/>
                <a:gd name="connsiteY100" fmla="*/ 3167210 h 4252686"/>
                <a:gd name="connsiteX101" fmla="*/ 341999 w 646824"/>
                <a:gd name="connsiteY101" fmla="*/ 3063124 h 4252686"/>
                <a:gd name="connsiteX102" fmla="*/ 312260 w 646824"/>
                <a:gd name="connsiteY102" fmla="*/ 3003645 h 4252686"/>
                <a:gd name="connsiteX103" fmla="*/ 297391 w 646824"/>
                <a:gd name="connsiteY103" fmla="*/ 2988776 h 4252686"/>
                <a:gd name="connsiteX104" fmla="*/ 282521 w 646824"/>
                <a:gd name="connsiteY104" fmla="*/ 2944167 h 4252686"/>
                <a:gd name="connsiteX105" fmla="*/ 267652 w 646824"/>
                <a:gd name="connsiteY105" fmla="*/ 2825211 h 4252686"/>
                <a:gd name="connsiteX106" fmla="*/ 267652 w 646824"/>
                <a:gd name="connsiteY106" fmla="*/ 2676516 h 4252686"/>
                <a:gd name="connsiteX107" fmla="*/ 223043 w 646824"/>
                <a:gd name="connsiteY107" fmla="*/ 2423734 h 4252686"/>
                <a:gd name="connsiteX108" fmla="*/ 223043 w 646824"/>
                <a:gd name="connsiteY108" fmla="*/ 2408864 h 4252686"/>
                <a:gd name="connsiteX109" fmla="*/ 148696 w 646824"/>
                <a:gd name="connsiteY109" fmla="*/ 2364256 h 4252686"/>
                <a:gd name="connsiteX110" fmla="*/ 118956 w 646824"/>
                <a:gd name="connsiteY110" fmla="*/ 2319647 h 4252686"/>
                <a:gd name="connsiteX111" fmla="*/ 89217 w 646824"/>
                <a:gd name="connsiteY111" fmla="*/ 2275038 h 4252686"/>
                <a:gd name="connsiteX112" fmla="*/ 89217 w 646824"/>
                <a:gd name="connsiteY112" fmla="*/ 2200691 h 4252686"/>
                <a:gd name="connsiteX113" fmla="*/ 44609 w 646824"/>
                <a:gd name="connsiteY113" fmla="*/ 2200691 h 4252686"/>
                <a:gd name="connsiteX114" fmla="*/ 29739 w 646824"/>
                <a:gd name="connsiteY114" fmla="*/ 1918170 h 4252686"/>
                <a:gd name="connsiteX115" fmla="*/ 0 w 646824"/>
                <a:gd name="connsiteY115" fmla="*/ 1680257 h 4252686"/>
                <a:gd name="connsiteX116" fmla="*/ 14870 w 646824"/>
                <a:gd name="connsiteY116" fmla="*/ 1620779 h 4252686"/>
                <a:gd name="connsiteX117" fmla="*/ 29739 w 646824"/>
                <a:gd name="connsiteY117" fmla="*/ 1531562 h 4252686"/>
                <a:gd name="connsiteX118" fmla="*/ 14870 w 646824"/>
                <a:gd name="connsiteY118" fmla="*/ 1412606 h 4252686"/>
                <a:gd name="connsiteX119" fmla="*/ 14870 w 646824"/>
                <a:gd name="connsiteY119" fmla="*/ 1338258 h 4252686"/>
                <a:gd name="connsiteX120" fmla="*/ 14870 w 646824"/>
                <a:gd name="connsiteY120" fmla="*/ 1249041 h 4252686"/>
                <a:gd name="connsiteX121" fmla="*/ 44609 w 646824"/>
                <a:gd name="connsiteY121" fmla="*/ 1040867 h 4252686"/>
                <a:gd name="connsiteX122" fmla="*/ 74348 w 646824"/>
                <a:gd name="connsiteY122" fmla="*/ 788085 h 4252686"/>
                <a:gd name="connsiteX123" fmla="*/ 386608 w 646824"/>
                <a:gd name="connsiteY123" fmla="*/ 669129 h 4252686"/>
                <a:gd name="connsiteX124" fmla="*/ 490695 w 646824"/>
                <a:gd name="connsiteY124" fmla="*/ 594781 h 4252686"/>
                <a:gd name="connsiteX125" fmla="*/ 490695 w 646824"/>
                <a:gd name="connsiteY125" fmla="*/ 579912 h 4252686"/>
                <a:gd name="connsiteX126" fmla="*/ 490695 w 646824"/>
                <a:gd name="connsiteY126" fmla="*/ 565042 h 4252686"/>
                <a:gd name="connsiteX127" fmla="*/ 460956 w 646824"/>
                <a:gd name="connsiteY127" fmla="*/ 520434 h 4252686"/>
                <a:gd name="connsiteX128" fmla="*/ 431217 w 646824"/>
                <a:gd name="connsiteY128" fmla="*/ 475825 h 4252686"/>
                <a:gd name="connsiteX129" fmla="*/ 416347 w 646824"/>
                <a:gd name="connsiteY129" fmla="*/ 460956 h 4252686"/>
                <a:gd name="connsiteX130" fmla="*/ 401478 w 646824"/>
                <a:gd name="connsiteY130" fmla="*/ 460956 h 4252686"/>
                <a:gd name="connsiteX131" fmla="*/ 386608 w 646824"/>
                <a:gd name="connsiteY131" fmla="*/ 416347 h 4252686"/>
                <a:gd name="connsiteX132" fmla="*/ 356869 w 646824"/>
                <a:gd name="connsiteY132" fmla="*/ 356869 h 4252686"/>
                <a:gd name="connsiteX133" fmla="*/ 386608 w 646824"/>
                <a:gd name="connsiteY133" fmla="*/ 341999 h 4252686"/>
                <a:gd name="connsiteX134" fmla="*/ 401478 w 646824"/>
                <a:gd name="connsiteY134" fmla="*/ 341999 h 4252686"/>
                <a:gd name="connsiteX135" fmla="*/ 386608 w 646824"/>
                <a:gd name="connsiteY135" fmla="*/ 327130 h 4252686"/>
                <a:gd name="connsiteX136" fmla="*/ 371738 w 646824"/>
                <a:gd name="connsiteY136" fmla="*/ 327130 h 4252686"/>
                <a:gd name="connsiteX137" fmla="*/ 371738 w 646824"/>
                <a:gd name="connsiteY137" fmla="*/ 297391 h 4252686"/>
                <a:gd name="connsiteX138" fmla="*/ 371738 w 646824"/>
                <a:gd name="connsiteY138" fmla="*/ 223043 h 4252686"/>
                <a:gd name="connsiteX139" fmla="*/ 371738 w 646824"/>
                <a:gd name="connsiteY139" fmla="*/ 133826 h 4252686"/>
                <a:gd name="connsiteX140" fmla="*/ 416347 w 646824"/>
                <a:gd name="connsiteY140" fmla="*/ 74348 h 4252686"/>
                <a:gd name="connsiteX141" fmla="*/ 490695 w 646824"/>
                <a:gd name="connsiteY141" fmla="*/ 14870 h 425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646824" h="4252686">
                  <a:moveTo>
                    <a:pt x="208174" y="1070606"/>
                  </a:moveTo>
                  <a:lnTo>
                    <a:pt x="193304" y="1427475"/>
                  </a:lnTo>
                  <a:lnTo>
                    <a:pt x="133826" y="1486953"/>
                  </a:lnTo>
                  <a:lnTo>
                    <a:pt x="193304" y="1561301"/>
                  </a:lnTo>
                  <a:lnTo>
                    <a:pt x="208174" y="1605910"/>
                  </a:lnTo>
                  <a:lnTo>
                    <a:pt x="223043" y="1620779"/>
                  </a:lnTo>
                  <a:lnTo>
                    <a:pt x="223043" y="1605910"/>
                  </a:lnTo>
                  <a:lnTo>
                    <a:pt x="237913" y="1546431"/>
                  </a:lnTo>
                  <a:lnTo>
                    <a:pt x="237913" y="1472084"/>
                  </a:lnTo>
                  <a:lnTo>
                    <a:pt x="223043" y="1204432"/>
                  </a:lnTo>
                  <a:close/>
                  <a:moveTo>
                    <a:pt x="446086" y="654260"/>
                  </a:moveTo>
                  <a:lnTo>
                    <a:pt x="297391" y="802955"/>
                  </a:lnTo>
                  <a:lnTo>
                    <a:pt x="371738" y="847563"/>
                  </a:lnTo>
                  <a:lnTo>
                    <a:pt x="297391" y="907042"/>
                  </a:lnTo>
                  <a:lnTo>
                    <a:pt x="401478" y="1115215"/>
                  </a:lnTo>
                  <a:lnTo>
                    <a:pt x="505564" y="1308519"/>
                  </a:lnTo>
                  <a:lnTo>
                    <a:pt x="490695" y="1412606"/>
                  </a:lnTo>
                  <a:lnTo>
                    <a:pt x="475825" y="1472084"/>
                  </a:lnTo>
                  <a:lnTo>
                    <a:pt x="446086" y="1516692"/>
                  </a:lnTo>
                  <a:lnTo>
                    <a:pt x="446086" y="1576171"/>
                  </a:lnTo>
                  <a:lnTo>
                    <a:pt x="446086" y="1695127"/>
                  </a:lnTo>
                  <a:lnTo>
                    <a:pt x="446086" y="1873561"/>
                  </a:lnTo>
                  <a:lnTo>
                    <a:pt x="416347" y="1947909"/>
                  </a:lnTo>
                  <a:lnTo>
                    <a:pt x="401478" y="2037126"/>
                  </a:lnTo>
                  <a:lnTo>
                    <a:pt x="401478" y="2141213"/>
                  </a:lnTo>
                  <a:lnTo>
                    <a:pt x="386608" y="2245299"/>
                  </a:lnTo>
                  <a:lnTo>
                    <a:pt x="297391" y="2438603"/>
                  </a:lnTo>
                  <a:lnTo>
                    <a:pt x="356869" y="2408864"/>
                  </a:lnTo>
                  <a:lnTo>
                    <a:pt x="371738" y="2393995"/>
                  </a:lnTo>
                  <a:lnTo>
                    <a:pt x="386608" y="2364256"/>
                  </a:lnTo>
                  <a:lnTo>
                    <a:pt x="416347" y="2245299"/>
                  </a:lnTo>
                  <a:lnTo>
                    <a:pt x="475825" y="1888431"/>
                  </a:lnTo>
                  <a:lnTo>
                    <a:pt x="520434" y="1397736"/>
                  </a:lnTo>
                  <a:lnTo>
                    <a:pt x="565042" y="817824"/>
                  </a:lnTo>
                  <a:lnTo>
                    <a:pt x="594781" y="713738"/>
                  </a:lnTo>
                  <a:lnTo>
                    <a:pt x="520434" y="669129"/>
                  </a:lnTo>
                  <a:lnTo>
                    <a:pt x="550173" y="758346"/>
                  </a:lnTo>
                  <a:lnTo>
                    <a:pt x="535303" y="847563"/>
                  </a:lnTo>
                  <a:lnTo>
                    <a:pt x="520434" y="981389"/>
                  </a:lnTo>
                  <a:lnTo>
                    <a:pt x="520434" y="1040867"/>
                  </a:lnTo>
                  <a:lnTo>
                    <a:pt x="520434" y="1115215"/>
                  </a:lnTo>
                  <a:lnTo>
                    <a:pt x="505564" y="1219302"/>
                  </a:lnTo>
                  <a:lnTo>
                    <a:pt x="431217" y="1070606"/>
                  </a:lnTo>
                  <a:lnTo>
                    <a:pt x="356869" y="921911"/>
                  </a:lnTo>
                  <a:lnTo>
                    <a:pt x="386608" y="877303"/>
                  </a:lnTo>
                  <a:lnTo>
                    <a:pt x="416347" y="847563"/>
                  </a:lnTo>
                  <a:lnTo>
                    <a:pt x="416347" y="832694"/>
                  </a:lnTo>
                  <a:lnTo>
                    <a:pt x="386608" y="802955"/>
                  </a:lnTo>
                  <a:lnTo>
                    <a:pt x="371738" y="773216"/>
                  </a:lnTo>
                  <a:close/>
                  <a:moveTo>
                    <a:pt x="520434" y="0"/>
                  </a:moveTo>
                  <a:lnTo>
                    <a:pt x="550173" y="0"/>
                  </a:lnTo>
                  <a:lnTo>
                    <a:pt x="609651" y="14870"/>
                  </a:lnTo>
                  <a:lnTo>
                    <a:pt x="646824" y="14870"/>
                  </a:lnTo>
                  <a:lnTo>
                    <a:pt x="646824" y="620803"/>
                  </a:lnTo>
                  <a:lnTo>
                    <a:pt x="639390" y="624520"/>
                  </a:lnTo>
                  <a:lnTo>
                    <a:pt x="579912" y="639390"/>
                  </a:lnTo>
                  <a:lnTo>
                    <a:pt x="550173" y="639390"/>
                  </a:lnTo>
                  <a:lnTo>
                    <a:pt x="505564" y="609651"/>
                  </a:lnTo>
                  <a:lnTo>
                    <a:pt x="550173" y="654260"/>
                  </a:lnTo>
                  <a:lnTo>
                    <a:pt x="579912" y="669129"/>
                  </a:lnTo>
                  <a:lnTo>
                    <a:pt x="609651" y="683999"/>
                  </a:lnTo>
                  <a:lnTo>
                    <a:pt x="646824" y="683999"/>
                  </a:lnTo>
                  <a:lnTo>
                    <a:pt x="646824" y="2263886"/>
                  </a:lnTo>
                  <a:lnTo>
                    <a:pt x="624520" y="2275038"/>
                  </a:lnTo>
                  <a:lnTo>
                    <a:pt x="550173" y="2230430"/>
                  </a:lnTo>
                  <a:lnTo>
                    <a:pt x="609651" y="2334517"/>
                  </a:lnTo>
                  <a:lnTo>
                    <a:pt x="609651" y="2572429"/>
                  </a:lnTo>
                  <a:lnTo>
                    <a:pt x="609651" y="2587299"/>
                  </a:lnTo>
                  <a:lnTo>
                    <a:pt x="609651" y="2631907"/>
                  </a:lnTo>
                  <a:lnTo>
                    <a:pt x="594781" y="2691385"/>
                  </a:lnTo>
                  <a:lnTo>
                    <a:pt x="565042" y="2750863"/>
                  </a:lnTo>
                  <a:lnTo>
                    <a:pt x="535303" y="2780603"/>
                  </a:lnTo>
                  <a:lnTo>
                    <a:pt x="535303" y="2825211"/>
                  </a:lnTo>
                  <a:lnTo>
                    <a:pt x="535303" y="2884689"/>
                  </a:lnTo>
                  <a:lnTo>
                    <a:pt x="535303" y="2914428"/>
                  </a:lnTo>
                  <a:lnTo>
                    <a:pt x="579912" y="3048254"/>
                  </a:lnTo>
                  <a:lnTo>
                    <a:pt x="579912" y="3137471"/>
                  </a:lnTo>
                  <a:lnTo>
                    <a:pt x="579912" y="3286167"/>
                  </a:lnTo>
                  <a:lnTo>
                    <a:pt x="550173" y="3449731"/>
                  </a:lnTo>
                  <a:lnTo>
                    <a:pt x="639390" y="3196949"/>
                  </a:lnTo>
                  <a:lnTo>
                    <a:pt x="624520" y="3018515"/>
                  </a:lnTo>
                  <a:lnTo>
                    <a:pt x="624520" y="2914428"/>
                  </a:lnTo>
                  <a:lnTo>
                    <a:pt x="624520" y="2825211"/>
                  </a:lnTo>
                  <a:lnTo>
                    <a:pt x="646824" y="2758299"/>
                  </a:lnTo>
                  <a:lnTo>
                    <a:pt x="646824" y="4252686"/>
                  </a:lnTo>
                  <a:lnTo>
                    <a:pt x="624520" y="4252686"/>
                  </a:lnTo>
                  <a:lnTo>
                    <a:pt x="565042" y="4237817"/>
                  </a:lnTo>
                  <a:lnTo>
                    <a:pt x="520434" y="4222947"/>
                  </a:lnTo>
                  <a:lnTo>
                    <a:pt x="505564" y="4208078"/>
                  </a:lnTo>
                  <a:lnTo>
                    <a:pt x="535303" y="4133730"/>
                  </a:lnTo>
                  <a:lnTo>
                    <a:pt x="535303" y="4089121"/>
                  </a:lnTo>
                  <a:lnTo>
                    <a:pt x="535303" y="4074252"/>
                  </a:lnTo>
                  <a:lnTo>
                    <a:pt x="520434" y="4044513"/>
                  </a:lnTo>
                  <a:lnTo>
                    <a:pt x="490695" y="3970165"/>
                  </a:lnTo>
                  <a:lnTo>
                    <a:pt x="475825" y="3895817"/>
                  </a:lnTo>
                  <a:lnTo>
                    <a:pt x="520434" y="3643035"/>
                  </a:lnTo>
                  <a:lnTo>
                    <a:pt x="490695" y="3568688"/>
                  </a:lnTo>
                  <a:lnTo>
                    <a:pt x="475825" y="3449731"/>
                  </a:lnTo>
                  <a:lnTo>
                    <a:pt x="446086" y="3390253"/>
                  </a:lnTo>
                  <a:lnTo>
                    <a:pt x="401478" y="3286167"/>
                  </a:lnTo>
                  <a:lnTo>
                    <a:pt x="371738" y="3167210"/>
                  </a:lnTo>
                  <a:lnTo>
                    <a:pt x="341999" y="3063124"/>
                  </a:lnTo>
                  <a:lnTo>
                    <a:pt x="312260" y="3003645"/>
                  </a:lnTo>
                  <a:lnTo>
                    <a:pt x="297391" y="2988776"/>
                  </a:lnTo>
                  <a:lnTo>
                    <a:pt x="282521" y="2944167"/>
                  </a:lnTo>
                  <a:lnTo>
                    <a:pt x="267652" y="2825211"/>
                  </a:lnTo>
                  <a:lnTo>
                    <a:pt x="267652" y="2676516"/>
                  </a:lnTo>
                  <a:lnTo>
                    <a:pt x="223043" y="2423734"/>
                  </a:lnTo>
                  <a:lnTo>
                    <a:pt x="223043" y="2408864"/>
                  </a:lnTo>
                  <a:lnTo>
                    <a:pt x="148696" y="2364256"/>
                  </a:lnTo>
                  <a:lnTo>
                    <a:pt x="118956" y="2319647"/>
                  </a:lnTo>
                  <a:lnTo>
                    <a:pt x="89217" y="2275038"/>
                  </a:lnTo>
                  <a:lnTo>
                    <a:pt x="89217" y="2200691"/>
                  </a:lnTo>
                  <a:lnTo>
                    <a:pt x="44609" y="2200691"/>
                  </a:lnTo>
                  <a:lnTo>
                    <a:pt x="29739" y="1918170"/>
                  </a:lnTo>
                  <a:lnTo>
                    <a:pt x="0" y="1680257"/>
                  </a:lnTo>
                  <a:lnTo>
                    <a:pt x="14870" y="1620779"/>
                  </a:lnTo>
                  <a:lnTo>
                    <a:pt x="29739" y="1531562"/>
                  </a:lnTo>
                  <a:lnTo>
                    <a:pt x="14870" y="1412606"/>
                  </a:lnTo>
                  <a:lnTo>
                    <a:pt x="14870" y="1338258"/>
                  </a:lnTo>
                  <a:lnTo>
                    <a:pt x="14870" y="1249041"/>
                  </a:lnTo>
                  <a:lnTo>
                    <a:pt x="44609" y="1040867"/>
                  </a:lnTo>
                  <a:lnTo>
                    <a:pt x="74348" y="788085"/>
                  </a:lnTo>
                  <a:lnTo>
                    <a:pt x="386608" y="669129"/>
                  </a:lnTo>
                  <a:lnTo>
                    <a:pt x="490695" y="594781"/>
                  </a:lnTo>
                  <a:lnTo>
                    <a:pt x="490695" y="579912"/>
                  </a:lnTo>
                  <a:lnTo>
                    <a:pt x="490695" y="565042"/>
                  </a:lnTo>
                  <a:lnTo>
                    <a:pt x="460956" y="520434"/>
                  </a:lnTo>
                  <a:lnTo>
                    <a:pt x="431217" y="475825"/>
                  </a:lnTo>
                  <a:lnTo>
                    <a:pt x="416347" y="460956"/>
                  </a:lnTo>
                  <a:lnTo>
                    <a:pt x="401478" y="460956"/>
                  </a:lnTo>
                  <a:lnTo>
                    <a:pt x="386608" y="416347"/>
                  </a:lnTo>
                  <a:lnTo>
                    <a:pt x="356869" y="356869"/>
                  </a:lnTo>
                  <a:lnTo>
                    <a:pt x="386608" y="341999"/>
                  </a:lnTo>
                  <a:lnTo>
                    <a:pt x="401478" y="341999"/>
                  </a:lnTo>
                  <a:lnTo>
                    <a:pt x="386608" y="327130"/>
                  </a:lnTo>
                  <a:lnTo>
                    <a:pt x="371738" y="327130"/>
                  </a:lnTo>
                  <a:lnTo>
                    <a:pt x="371738" y="297391"/>
                  </a:lnTo>
                  <a:lnTo>
                    <a:pt x="371738" y="223043"/>
                  </a:lnTo>
                  <a:lnTo>
                    <a:pt x="371738" y="133826"/>
                  </a:lnTo>
                  <a:lnTo>
                    <a:pt x="416347" y="74348"/>
                  </a:lnTo>
                  <a:lnTo>
                    <a:pt x="490695" y="14870"/>
                  </a:lnTo>
                  <a:close/>
                </a:path>
              </a:pathLst>
            </a:custGeom>
            <a:solidFill>
              <a:srgbClr val="E7E6E6">
                <a:lumMod val="50000"/>
              </a:srgbClr>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Roboto Lt"/>
                <a:cs typeface="+mn-cs"/>
              </a:endParaRPr>
            </a:p>
          </p:txBody>
        </p:sp>
      </p:grpSp>
      <p:grpSp>
        <p:nvGrpSpPr>
          <p:cNvPr id="38" name="Group 37"/>
          <p:cNvGrpSpPr/>
          <p:nvPr/>
        </p:nvGrpSpPr>
        <p:grpSpPr>
          <a:xfrm>
            <a:off x="1541042" y="2580142"/>
            <a:ext cx="2632515" cy="4293386"/>
            <a:chOff x="262677" y="3281664"/>
            <a:chExt cx="2632515" cy="4293386"/>
          </a:xfrm>
        </p:grpSpPr>
        <p:grpSp>
          <p:nvGrpSpPr>
            <p:cNvPr id="39" name="Group 38"/>
            <p:cNvGrpSpPr/>
            <p:nvPr/>
          </p:nvGrpSpPr>
          <p:grpSpPr>
            <a:xfrm>
              <a:off x="1705752" y="3281664"/>
              <a:ext cx="574343" cy="1040675"/>
              <a:chOff x="1978458" y="3265888"/>
              <a:chExt cx="574343" cy="1040675"/>
            </a:xfrm>
          </p:grpSpPr>
          <p:sp>
            <p:nvSpPr>
              <p:cNvPr id="47" name="Arc 46"/>
              <p:cNvSpPr/>
              <p:nvPr/>
            </p:nvSpPr>
            <p:spPr>
              <a:xfrm>
                <a:off x="2076551" y="3424051"/>
                <a:ext cx="476250" cy="882512"/>
              </a:xfrm>
              <a:prstGeom prst="arc">
                <a:avLst>
                  <a:gd name="adj1" fmla="val 16164794"/>
                  <a:gd name="adj2" fmla="val 0"/>
                </a:avLst>
              </a:prstGeom>
              <a:noFill/>
              <a:ln w="38100" cap="flat" cmpd="sng" algn="ctr">
                <a:solidFill>
                  <a:srgbClr val="44546A">
                    <a:lumMod val="7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Roboto Lt"/>
                  <a:ea typeface="+mn-ea"/>
                  <a:cs typeface="+mn-cs"/>
                </a:endParaRPr>
              </a:p>
            </p:txBody>
          </p:sp>
          <p:sp>
            <p:nvSpPr>
              <p:cNvPr id="48" name="Rounded Rectangle 47"/>
              <p:cNvSpPr/>
              <p:nvPr/>
            </p:nvSpPr>
            <p:spPr>
              <a:xfrm rot="1257214">
                <a:off x="1978458" y="3265888"/>
                <a:ext cx="432179" cy="204423"/>
              </a:xfrm>
              <a:prstGeom prst="roundRect">
                <a:avLst>
                  <a:gd name="adj" fmla="val 33895"/>
                </a:avLst>
              </a:prstGeom>
              <a:solidFill>
                <a:srgbClr val="44546A">
                  <a:lumMod val="7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grpSp>
        <p:grpSp>
          <p:nvGrpSpPr>
            <p:cNvPr id="40" name="Group 39"/>
            <p:cNvGrpSpPr/>
            <p:nvPr/>
          </p:nvGrpSpPr>
          <p:grpSpPr>
            <a:xfrm>
              <a:off x="262677" y="3847108"/>
              <a:ext cx="2632515" cy="3727942"/>
              <a:chOff x="4762257" y="2643361"/>
              <a:chExt cx="1321745" cy="1871742"/>
            </a:xfrm>
          </p:grpSpPr>
          <p:sp>
            <p:nvSpPr>
              <p:cNvPr id="41" name="Freeform 40"/>
              <p:cNvSpPr/>
              <p:nvPr/>
            </p:nvSpPr>
            <p:spPr>
              <a:xfrm>
                <a:off x="4997999" y="2833491"/>
                <a:ext cx="976179" cy="1681612"/>
              </a:xfrm>
              <a:custGeom>
                <a:avLst/>
                <a:gdLst>
                  <a:gd name="connsiteX0" fmla="*/ 976179 w 976179"/>
                  <a:gd name="connsiteY0" fmla="*/ 0 h 1681612"/>
                  <a:gd name="connsiteX1" fmla="*/ 976179 w 976179"/>
                  <a:gd name="connsiteY1" fmla="*/ 1627927 h 1681612"/>
                  <a:gd name="connsiteX2" fmla="*/ 0 w 976179"/>
                  <a:gd name="connsiteY2" fmla="*/ 1681612 h 1681612"/>
                  <a:gd name="connsiteX3" fmla="*/ 0 w 976179"/>
                  <a:gd name="connsiteY3" fmla="*/ 76907 h 1681612"/>
                </a:gdLst>
                <a:ahLst/>
                <a:cxnLst>
                  <a:cxn ang="0">
                    <a:pos x="connsiteX0" y="connsiteY0"/>
                  </a:cxn>
                  <a:cxn ang="0">
                    <a:pos x="connsiteX1" y="connsiteY1"/>
                  </a:cxn>
                  <a:cxn ang="0">
                    <a:pos x="connsiteX2" y="connsiteY2"/>
                  </a:cxn>
                  <a:cxn ang="0">
                    <a:pos x="connsiteX3" y="connsiteY3"/>
                  </a:cxn>
                </a:cxnLst>
                <a:rect l="l" t="t" r="r" b="b"/>
                <a:pathLst>
                  <a:path w="976179" h="1681612">
                    <a:moveTo>
                      <a:pt x="976179" y="0"/>
                    </a:moveTo>
                    <a:lnTo>
                      <a:pt x="976179" y="1627927"/>
                    </a:lnTo>
                    <a:lnTo>
                      <a:pt x="0" y="1681612"/>
                    </a:lnTo>
                    <a:lnTo>
                      <a:pt x="0" y="76907"/>
                    </a:lnTo>
                    <a:close/>
                  </a:path>
                </a:pathLst>
              </a:custGeom>
              <a:solidFill>
                <a:srgbClr val="B4511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sp>
            <p:nvSpPr>
              <p:cNvPr id="42" name="Freeform 41"/>
              <p:cNvSpPr/>
              <p:nvPr/>
            </p:nvSpPr>
            <p:spPr>
              <a:xfrm rot="21411133">
                <a:off x="4996589" y="2870424"/>
                <a:ext cx="976990" cy="73083"/>
              </a:xfrm>
              <a:custGeom>
                <a:avLst/>
                <a:gdLst>
                  <a:gd name="connsiteX0" fmla="*/ 1478504 w 1478504"/>
                  <a:gd name="connsiteY0" fmla="*/ 0 h 60872"/>
                  <a:gd name="connsiteX1" fmla="*/ 1476233 w 1478504"/>
                  <a:gd name="connsiteY1" fmla="*/ 43543 h 60872"/>
                  <a:gd name="connsiteX2" fmla="*/ 0 w 1478504"/>
                  <a:gd name="connsiteY2" fmla="*/ 60872 h 60872"/>
                  <a:gd name="connsiteX3" fmla="*/ 3723 w 1478504"/>
                  <a:gd name="connsiteY3" fmla="*/ 10977 h 60872"/>
                </a:gdLst>
                <a:ahLst/>
                <a:cxnLst>
                  <a:cxn ang="0">
                    <a:pos x="connsiteX0" y="connsiteY0"/>
                  </a:cxn>
                  <a:cxn ang="0">
                    <a:pos x="connsiteX1" y="connsiteY1"/>
                  </a:cxn>
                  <a:cxn ang="0">
                    <a:pos x="connsiteX2" y="connsiteY2"/>
                  </a:cxn>
                  <a:cxn ang="0">
                    <a:pos x="connsiteX3" y="connsiteY3"/>
                  </a:cxn>
                </a:cxnLst>
                <a:rect l="l" t="t" r="r" b="b"/>
                <a:pathLst>
                  <a:path w="1478504" h="60872">
                    <a:moveTo>
                      <a:pt x="1478504" y="0"/>
                    </a:moveTo>
                    <a:lnTo>
                      <a:pt x="1476233" y="43543"/>
                    </a:lnTo>
                    <a:lnTo>
                      <a:pt x="0" y="60872"/>
                    </a:lnTo>
                    <a:lnTo>
                      <a:pt x="3723" y="10977"/>
                    </a:lnTo>
                    <a:close/>
                  </a:path>
                </a:pathLst>
              </a:custGeom>
              <a:solidFill>
                <a:sysClr val="windowText" lastClr="000000">
                  <a:alpha val="30000"/>
                </a:sys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sp>
            <p:nvSpPr>
              <p:cNvPr id="43" name="Freeform 42"/>
              <p:cNvSpPr/>
              <p:nvPr/>
            </p:nvSpPr>
            <p:spPr>
              <a:xfrm>
                <a:off x="4874613" y="2833490"/>
                <a:ext cx="128951" cy="1681613"/>
              </a:xfrm>
              <a:custGeom>
                <a:avLst/>
                <a:gdLst>
                  <a:gd name="connsiteX0" fmla="*/ 0 w 128951"/>
                  <a:gd name="connsiteY0" fmla="*/ 0 h 1696750"/>
                  <a:gd name="connsiteX1" fmla="*/ 128951 w 128951"/>
                  <a:gd name="connsiteY1" fmla="*/ 0 h 1696750"/>
                  <a:gd name="connsiteX2" fmla="*/ 128951 w 128951"/>
                  <a:gd name="connsiteY2" fmla="*/ 1696750 h 1696750"/>
                  <a:gd name="connsiteX3" fmla="*/ 0 w 128951"/>
                  <a:gd name="connsiteY3" fmla="*/ 1672631 h 1696750"/>
                </a:gdLst>
                <a:ahLst/>
                <a:cxnLst>
                  <a:cxn ang="0">
                    <a:pos x="connsiteX0" y="connsiteY0"/>
                  </a:cxn>
                  <a:cxn ang="0">
                    <a:pos x="connsiteX1" y="connsiteY1"/>
                  </a:cxn>
                  <a:cxn ang="0">
                    <a:pos x="connsiteX2" y="connsiteY2"/>
                  </a:cxn>
                  <a:cxn ang="0">
                    <a:pos x="connsiteX3" y="connsiteY3"/>
                  </a:cxn>
                </a:cxnLst>
                <a:rect l="l" t="t" r="r" b="b"/>
                <a:pathLst>
                  <a:path w="128951" h="1696750">
                    <a:moveTo>
                      <a:pt x="0" y="0"/>
                    </a:moveTo>
                    <a:lnTo>
                      <a:pt x="128951" y="0"/>
                    </a:lnTo>
                    <a:lnTo>
                      <a:pt x="128951" y="1696750"/>
                    </a:lnTo>
                    <a:lnTo>
                      <a:pt x="0" y="1672631"/>
                    </a:lnTo>
                    <a:close/>
                  </a:path>
                </a:pathLst>
              </a:custGeom>
              <a:solidFill>
                <a:srgbClr val="AA3F1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sp>
            <p:nvSpPr>
              <p:cNvPr id="44" name="Freeform 43"/>
              <p:cNvSpPr/>
              <p:nvPr/>
            </p:nvSpPr>
            <p:spPr>
              <a:xfrm rot="21411133">
                <a:off x="4993850" y="2643361"/>
                <a:ext cx="1090152" cy="240983"/>
              </a:xfrm>
              <a:custGeom>
                <a:avLst/>
                <a:gdLst>
                  <a:gd name="connsiteX0" fmla="*/ 1096690 w 1105024"/>
                  <a:gd name="connsiteY0" fmla="*/ 0 h 262743"/>
                  <a:gd name="connsiteX1" fmla="*/ 1105024 w 1105024"/>
                  <a:gd name="connsiteY1" fmla="*/ 262743 h 262743"/>
                  <a:gd name="connsiteX2" fmla="*/ 0 w 1105024"/>
                  <a:gd name="connsiteY2" fmla="*/ 240983 h 262743"/>
                  <a:gd name="connsiteX3" fmla="*/ 13252 w 1105024"/>
                  <a:gd name="connsiteY3" fmla="*/ 0 h 262743"/>
                  <a:gd name="connsiteX0" fmla="*/ 1096690 w 1096690"/>
                  <a:gd name="connsiteY0" fmla="*/ 0 h 240983"/>
                  <a:gd name="connsiteX1" fmla="*/ 1088095 w 1096690"/>
                  <a:gd name="connsiteY1" fmla="*/ 223654 h 240983"/>
                  <a:gd name="connsiteX2" fmla="*/ 0 w 1096690"/>
                  <a:gd name="connsiteY2" fmla="*/ 240983 h 240983"/>
                  <a:gd name="connsiteX3" fmla="*/ 13252 w 1096690"/>
                  <a:gd name="connsiteY3" fmla="*/ 0 h 240983"/>
                  <a:gd name="connsiteX4" fmla="*/ 1096690 w 1096690"/>
                  <a:gd name="connsiteY4" fmla="*/ 0 h 240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6690" h="240983">
                    <a:moveTo>
                      <a:pt x="1096690" y="0"/>
                    </a:moveTo>
                    <a:lnTo>
                      <a:pt x="1088095" y="223654"/>
                    </a:lnTo>
                    <a:lnTo>
                      <a:pt x="0" y="240983"/>
                    </a:lnTo>
                    <a:lnTo>
                      <a:pt x="13252" y="0"/>
                    </a:lnTo>
                    <a:lnTo>
                      <a:pt x="1096690" y="0"/>
                    </a:lnTo>
                    <a:close/>
                  </a:path>
                </a:pathLst>
              </a:custGeom>
              <a:solidFill>
                <a:srgbClr val="E8C7A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sp>
            <p:nvSpPr>
              <p:cNvPr id="45" name="Freeform 44"/>
              <p:cNvSpPr/>
              <p:nvPr/>
            </p:nvSpPr>
            <p:spPr>
              <a:xfrm>
                <a:off x="4873942" y="2914453"/>
                <a:ext cx="126738" cy="55824"/>
              </a:xfrm>
              <a:custGeom>
                <a:avLst/>
                <a:gdLst>
                  <a:gd name="connsiteX0" fmla="*/ 0 w 128951"/>
                  <a:gd name="connsiteY0" fmla="*/ 0 h 1696750"/>
                  <a:gd name="connsiteX1" fmla="*/ 128951 w 128951"/>
                  <a:gd name="connsiteY1" fmla="*/ 0 h 1696750"/>
                  <a:gd name="connsiteX2" fmla="*/ 128951 w 128951"/>
                  <a:gd name="connsiteY2" fmla="*/ 1696750 h 1696750"/>
                  <a:gd name="connsiteX3" fmla="*/ 0 w 128951"/>
                  <a:gd name="connsiteY3" fmla="*/ 1672631 h 1696750"/>
                </a:gdLst>
                <a:ahLst/>
                <a:cxnLst>
                  <a:cxn ang="0">
                    <a:pos x="connsiteX0" y="connsiteY0"/>
                  </a:cxn>
                  <a:cxn ang="0">
                    <a:pos x="connsiteX1" y="connsiteY1"/>
                  </a:cxn>
                  <a:cxn ang="0">
                    <a:pos x="connsiteX2" y="connsiteY2"/>
                  </a:cxn>
                  <a:cxn ang="0">
                    <a:pos x="connsiteX3" y="connsiteY3"/>
                  </a:cxn>
                </a:cxnLst>
                <a:rect l="l" t="t" r="r" b="b"/>
                <a:pathLst>
                  <a:path w="128951" h="1696750">
                    <a:moveTo>
                      <a:pt x="0" y="0"/>
                    </a:moveTo>
                    <a:lnTo>
                      <a:pt x="128951" y="0"/>
                    </a:lnTo>
                    <a:lnTo>
                      <a:pt x="128951" y="1696750"/>
                    </a:lnTo>
                    <a:lnTo>
                      <a:pt x="0" y="1672631"/>
                    </a:lnTo>
                    <a:close/>
                  </a:path>
                </a:pathLst>
              </a:custGeom>
              <a:solidFill>
                <a:sysClr val="windowText" lastClr="000000">
                  <a:alpha val="35000"/>
                </a:sys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sp>
            <p:nvSpPr>
              <p:cNvPr id="46" name="Freeform 45"/>
              <p:cNvSpPr/>
              <p:nvPr/>
            </p:nvSpPr>
            <p:spPr>
              <a:xfrm>
                <a:off x="4762257" y="2674002"/>
                <a:ext cx="241307" cy="240822"/>
              </a:xfrm>
              <a:custGeom>
                <a:avLst/>
                <a:gdLst>
                  <a:gd name="connsiteX0" fmla="*/ 339446 w 409575"/>
                  <a:gd name="connsiteY0" fmla="*/ 0 h 240822"/>
                  <a:gd name="connsiteX1" fmla="*/ 409575 w 409575"/>
                  <a:gd name="connsiteY1" fmla="*/ 0 h 240822"/>
                  <a:gd name="connsiteX2" fmla="*/ 409575 w 409575"/>
                  <a:gd name="connsiteY2" fmla="*/ 240822 h 240822"/>
                  <a:gd name="connsiteX3" fmla="*/ 0 w 409575"/>
                  <a:gd name="connsiteY3" fmla="*/ 240822 h 240822"/>
                  <a:gd name="connsiteX4" fmla="*/ 0 w 409575"/>
                  <a:gd name="connsiteY4" fmla="*/ 149711 h 240822"/>
                  <a:gd name="connsiteX0" fmla="*/ 0 w 409575"/>
                  <a:gd name="connsiteY0" fmla="*/ 149711 h 240822"/>
                  <a:gd name="connsiteX1" fmla="*/ 409575 w 409575"/>
                  <a:gd name="connsiteY1" fmla="*/ 0 h 240822"/>
                  <a:gd name="connsiteX2" fmla="*/ 409575 w 409575"/>
                  <a:gd name="connsiteY2" fmla="*/ 240822 h 240822"/>
                  <a:gd name="connsiteX3" fmla="*/ 0 w 409575"/>
                  <a:gd name="connsiteY3" fmla="*/ 240822 h 240822"/>
                  <a:gd name="connsiteX4" fmla="*/ 0 w 409575"/>
                  <a:gd name="connsiteY4" fmla="*/ 149711 h 24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575" h="240822">
                    <a:moveTo>
                      <a:pt x="0" y="149711"/>
                    </a:moveTo>
                    <a:lnTo>
                      <a:pt x="409575" y="0"/>
                    </a:lnTo>
                    <a:lnTo>
                      <a:pt x="409575" y="240822"/>
                    </a:lnTo>
                    <a:lnTo>
                      <a:pt x="0" y="240822"/>
                    </a:lnTo>
                    <a:lnTo>
                      <a:pt x="0" y="149711"/>
                    </a:lnTo>
                    <a:close/>
                  </a:path>
                </a:pathLst>
              </a:custGeom>
              <a:solidFill>
                <a:srgbClr val="B4937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Roboto Lt"/>
                  <a:ea typeface="+mn-ea"/>
                  <a:cs typeface="+mn-cs"/>
                </a:endParaRPr>
              </a:p>
            </p:txBody>
          </p:sp>
        </p:grpSp>
      </p:grpSp>
      <p:sp>
        <p:nvSpPr>
          <p:cNvPr id="49" name="Text Placeholder 3"/>
          <p:cNvSpPr txBox="1">
            <a:spLocks/>
          </p:cNvSpPr>
          <p:nvPr/>
        </p:nvSpPr>
        <p:spPr>
          <a:xfrm>
            <a:off x="4638633" y="3365790"/>
            <a:ext cx="7208875" cy="1723549"/>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219139" rtl="1" fontAlgn="auto">
              <a:spcBef>
                <a:spcPct val="20000"/>
              </a:spcBef>
              <a:spcAft>
                <a:spcPts val="0"/>
              </a:spcAft>
              <a:defRPr/>
            </a:pPr>
            <a:r>
              <a:rPr lang="ar-SA" sz="2800" b="1" dirty="0">
                <a:solidFill>
                  <a:srgbClr val="262626"/>
                </a:solidFill>
                <a:latin typeface="Simplified Arabic" panose="02020603050405020304" pitchFamily="18" charset="-78"/>
                <a:cs typeface="Simplified Arabic" panose="02020603050405020304" pitchFamily="18" charset="-78"/>
              </a:rPr>
              <a:t>أثبت التعليم النقال نجاحه في العديد من المجالات، فقد أظهر نجاحاً نسبياً في محو الأمية الحديثة وهي أمية التعامل مع التكنولوجيا، ومحو الأمية المعرفية في الحساب وتعلم اللغة وغيرها.</a:t>
            </a:r>
            <a:endParaRPr lang="en-US" sz="2800" b="1" dirty="0">
              <a:solidFill>
                <a:srgbClr val="262626"/>
              </a:solidFill>
              <a:latin typeface="Simplified Arabic" panose="02020603050405020304" pitchFamily="18" charset="-78"/>
              <a:cs typeface="Simplified Arabic" panose="02020603050405020304" pitchFamily="18" charset="-78"/>
            </a:endParaRPr>
          </a:p>
        </p:txBody>
      </p:sp>
      <p:sp>
        <p:nvSpPr>
          <p:cNvPr id="1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2237799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fade">
                                      <p:cBhvr>
                                        <p:cTn id="7" dur="500"/>
                                        <p:tgtEl>
                                          <p:spTgt spid="6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wipe(down)">
                                      <p:cBhvr>
                                        <p:cTn id="11" dur="500"/>
                                        <p:tgtEl>
                                          <p:spTgt spid="38"/>
                                        </p:tgtEl>
                                      </p:cBhvr>
                                    </p:animEffect>
                                  </p:childTnLst>
                                </p:cTn>
                              </p:par>
                            </p:childTnLst>
                          </p:cTn>
                        </p:par>
                        <p:par>
                          <p:cTn id="12" fill="hold">
                            <p:stCondLst>
                              <p:cond delay="1000"/>
                            </p:stCondLst>
                            <p:childTnLst>
                              <p:par>
                                <p:cTn id="13" presetID="42" presetClass="entr" presetSubtype="0" fill="hold" nodeType="afterEffect">
                                  <p:stCondLst>
                                    <p:cond delay="0"/>
                                  </p:stCondLst>
                                  <p:childTnLst>
                                    <p:set>
                                      <p:cBhvr>
                                        <p:cTn id="14" dur="1" fill="hold">
                                          <p:stCondLst>
                                            <p:cond delay="0"/>
                                          </p:stCondLst>
                                        </p:cTn>
                                        <p:tgtEl>
                                          <p:spTgt spid="35"/>
                                        </p:tgtEl>
                                        <p:attrNameLst>
                                          <p:attrName>style.visibility</p:attrName>
                                        </p:attrNameLst>
                                      </p:cBhvr>
                                      <p:to>
                                        <p:strVal val="visible"/>
                                      </p:to>
                                    </p:set>
                                    <p:animEffect transition="in" filter="fade">
                                      <p:cBhvr>
                                        <p:cTn id="15" dur="500"/>
                                        <p:tgtEl>
                                          <p:spTgt spid="35"/>
                                        </p:tgtEl>
                                      </p:cBhvr>
                                    </p:animEffect>
                                    <p:anim calcmode="lin" valueType="num">
                                      <p:cBhvr>
                                        <p:cTn id="16" dur="500" fill="hold"/>
                                        <p:tgtEl>
                                          <p:spTgt spid="35"/>
                                        </p:tgtEl>
                                        <p:attrNameLst>
                                          <p:attrName>ppt_x</p:attrName>
                                        </p:attrNameLst>
                                      </p:cBhvr>
                                      <p:tavLst>
                                        <p:tav tm="0">
                                          <p:val>
                                            <p:strVal val="#ppt_x"/>
                                          </p:val>
                                        </p:tav>
                                        <p:tav tm="100000">
                                          <p:val>
                                            <p:strVal val="#ppt_x"/>
                                          </p:val>
                                        </p:tav>
                                      </p:tavLst>
                                    </p:anim>
                                    <p:anim calcmode="lin" valueType="num">
                                      <p:cBhvr>
                                        <p:cTn id="17" dur="500" fill="hold"/>
                                        <p:tgtEl>
                                          <p:spTgt spid="3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5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6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29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1_Basic Slid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48_Office Theme">
  <a:themeElements>
    <a:clrScheme name="Custom 1">
      <a:dk1>
        <a:srgbClr val="000000"/>
      </a:dk1>
      <a:lt1>
        <a:sysClr val="window" lastClr="FFFFFF"/>
      </a:lt1>
      <a:dk2>
        <a:srgbClr val="17406D"/>
      </a:dk2>
      <a:lt2>
        <a:srgbClr val="DBEFF9"/>
      </a:lt2>
      <a:accent1>
        <a:srgbClr val="C00000"/>
      </a:accent1>
      <a:accent2>
        <a:srgbClr val="FFC000"/>
      </a:accent2>
      <a:accent3>
        <a:srgbClr val="92D050"/>
      </a:accent3>
      <a:accent4>
        <a:srgbClr val="00B050"/>
      </a:accent4>
      <a:accent5>
        <a:srgbClr val="00B0F0"/>
      </a:accent5>
      <a:accent6>
        <a:srgbClr val="0070C0"/>
      </a:accent6>
      <a:hlink>
        <a:srgbClr val="F49100"/>
      </a:hlink>
      <a:folHlink>
        <a:srgbClr val="85DFD0"/>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49_Office Theme">
  <a:themeElements>
    <a:clrScheme name="Creativity 1">
      <a:dk1>
        <a:sysClr val="windowText" lastClr="000000"/>
      </a:dk1>
      <a:lt1>
        <a:sysClr val="window" lastClr="FFFFFF"/>
      </a:lt1>
      <a:dk2>
        <a:srgbClr val="44546A"/>
      </a:dk2>
      <a:lt2>
        <a:srgbClr val="E7E6E6"/>
      </a:lt2>
      <a:accent1>
        <a:srgbClr val="2980B9"/>
      </a:accent1>
      <a:accent2>
        <a:srgbClr val="16A085"/>
      </a:accent2>
      <a:accent3>
        <a:srgbClr val="9BBB59"/>
      </a:accent3>
      <a:accent4>
        <a:srgbClr val="F39C12"/>
      </a:accent4>
      <a:accent5>
        <a:srgbClr val="C0392B"/>
      </a:accent5>
      <a:accent6>
        <a:srgbClr val="2C3F50"/>
      </a:accent6>
      <a:hlink>
        <a:srgbClr val="0563C1"/>
      </a:hlink>
      <a:folHlink>
        <a:srgbClr val="954F72"/>
      </a:folHlink>
    </a:clrScheme>
    <a:fontScheme name="Custom 14">
      <a:majorFont>
        <a:latin typeface="Montserrat"/>
        <a:ea typeface=""/>
        <a:cs typeface=""/>
      </a:majorFont>
      <a:minorFont>
        <a:latin typeface="Montserrat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50_Office Theme">
  <a:themeElements>
    <a:clrScheme name="warnakren">
      <a:dk1>
        <a:sysClr val="windowText" lastClr="000000"/>
      </a:dk1>
      <a:lt1>
        <a:sysClr val="window" lastClr="FFFFFF"/>
      </a:lt1>
      <a:dk2>
        <a:srgbClr val="44546A"/>
      </a:dk2>
      <a:lt2>
        <a:srgbClr val="E7E6E6"/>
      </a:lt2>
      <a:accent1>
        <a:srgbClr val="E9233C"/>
      </a:accent1>
      <a:accent2>
        <a:srgbClr val="F0992F"/>
      </a:accent2>
      <a:accent3>
        <a:srgbClr val="1E3046"/>
      </a:accent3>
      <a:accent4>
        <a:srgbClr val="3392E2"/>
      </a:accent4>
      <a:accent5>
        <a:srgbClr val="83B14C"/>
      </a:accent5>
      <a:accent6>
        <a:srgbClr val="73757B"/>
      </a:accent6>
      <a:hlink>
        <a:srgbClr val="0563C1"/>
      </a:hlink>
      <a:folHlink>
        <a:srgbClr val="954F72"/>
      </a:folHlink>
    </a:clrScheme>
    <a:fontScheme name="Project freelance">
      <a:majorFont>
        <a:latin typeface="Roboto"/>
        <a:ea typeface=""/>
        <a:cs typeface=""/>
      </a:majorFont>
      <a:minorFont>
        <a:latin typeface="Roboto L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51_Office Theme">
  <a:themeElements>
    <a:clrScheme name="HogerDesign - 001 Dark">
      <a:dk1>
        <a:sysClr val="windowText" lastClr="000000"/>
      </a:dk1>
      <a:lt1>
        <a:sysClr val="window" lastClr="FFFFFF"/>
      </a:lt1>
      <a:dk2>
        <a:srgbClr val="ADADAD"/>
      </a:dk2>
      <a:lt2>
        <a:srgbClr val="DDDDDD"/>
      </a:lt2>
      <a:accent1>
        <a:srgbClr val="E32D91"/>
      </a:accent1>
      <a:accent2>
        <a:srgbClr val="C830CC"/>
      </a:accent2>
      <a:accent3>
        <a:srgbClr val="4EA6DC"/>
      </a:accent3>
      <a:accent4>
        <a:srgbClr val="4775E7"/>
      </a:accent4>
      <a:accent5>
        <a:srgbClr val="8971E1"/>
      </a:accent5>
      <a:accent6>
        <a:srgbClr val="D54773"/>
      </a:accent6>
      <a:hlink>
        <a:srgbClr val="6B9F25"/>
      </a:hlink>
      <a:folHlink>
        <a:srgbClr val="8C8C8C"/>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52_Office Theme">
  <a:themeElements>
    <a:clrScheme name="Flat Color">
      <a:dk1>
        <a:sysClr val="windowText" lastClr="000000"/>
      </a:dk1>
      <a:lt1>
        <a:sysClr val="window" lastClr="FFFFFF"/>
      </a:lt1>
      <a:dk2>
        <a:srgbClr val="44546A"/>
      </a:dk2>
      <a:lt2>
        <a:srgbClr val="E7E6E6"/>
      </a:lt2>
      <a:accent1>
        <a:srgbClr val="4472C4"/>
      </a:accent1>
      <a:accent2>
        <a:srgbClr val="ED7D31"/>
      </a:accent2>
      <a:accent3>
        <a:srgbClr val="954F72"/>
      </a:accent3>
      <a:accent4>
        <a:srgbClr val="FFC000"/>
      </a:accent4>
      <a:accent5>
        <a:srgbClr val="70AD47"/>
      </a:accent5>
      <a:accent6>
        <a:srgbClr val="C00000"/>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5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4_Office Theme">
  <a:themeElements>
    <a:clrScheme name="enterpreneur">
      <a:dk1>
        <a:srgbClr val="7E7E7E"/>
      </a:dk1>
      <a:lt1>
        <a:srgbClr val="FFFFFF"/>
      </a:lt1>
      <a:dk2>
        <a:srgbClr val="041B31"/>
      </a:dk2>
      <a:lt2>
        <a:srgbClr val="FFFFFF"/>
      </a:lt2>
      <a:accent1>
        <a:srgbClr val="C42A13"/>
      </a:accent1>
      <a:accent2>
        <a:srgbClr val="F9711C"/>
      </a:accent2>
      <a:accent3>
        <a:srgbClr val="92AF27"/>
      </a:accent3>
      <a:accent4>
        <a:srgbClr val="38B28A"/>
      </a:accent4>
      <a:accent5>
        <a:srgbClr val="16749F"/>
      </a:accent5>
      <a:accent6>
        <a:srgbClr val="041B31"/>
      </a:accent6>
      <a:hlink>
        <a:srgbClr val="F33B48"/>
      </a:hlink>
      <a:folHlink>
        <a:srgbClr val="FFC000"/>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57_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59_Office Theme">
  <a:themeElements>
    <a:clrScheme name="mercurio">
      <a:dk1>
        <a:srgbClr val="95A5A6"/>
      </a:dk1>
      <a:lt1>
        <a:sysClr val="window" lastClr="FFFFFF"/>
      </a:lt1>
      <a:dk2>
        <a:srgbClr val="2C3E50"/>
      </a:dk2>
      <a:lt2>
        <a:srgbClr val="F2F2F2"/>
      </a:lt2>
      <a:accent1>
        <a:srgbClr val="2980B9"/>
      </a:accent1>
      <a:accent2>
        <a:srgbClr val="16A085"/>
      </a:accent2>
      <a:accent3>
        <a:srgbClr val="9BBB59"/>
      </a:accent3>
      <a:accent4>
        <a:srgbClr val="F39C12"/>
      </a:accent4>
      <a:accent5>
        <a:srgbClr val="C0392B"/>
      </a:accent5>
      <a:accent6>
        <a:srgbClr val="4B2C50"/>
      </a:accent6>
      <a:hlink>
        <a:srgbClr val="0000FF"/>
      </a:hlink>
      <a:folHlink>
        <a:srgbClr val="800080"/>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62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pen Sans">
      <a:majorFont>
        <a:latin typeface="Open Sans Extrabold"/>
        <a:ea typeface=""/>
        <a:cs typeface=""/>
      </a:majorFont>
      <a:minorFont>
        <a:latin typeface="Open Sans Light"/>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28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32_Office Theme">
  <a:themeElements>
    <a:clrScheme name="omoa">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Custom 10">
      <a:majorFont>
        <a:latin typeface="Lato Regular"/>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33_Office Theme">
  <a:themeElements>
    <a:clrScheme name="omoa">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Custom 10">
      <a:majorFont>
        <a:latin typeface="Lato Regular"/>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41_Office Theme">
  <a:themeElements>
    <a:clrScheme name="omoa">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Custom 10">
      <a:majorFont>
        <a:latin typeface="Lato Regular"/>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1.xml><?xml version="1.0" encoding="utf-8"?>
<a:theme xmlns:a="http://schemas.openxmlformats.org/drawingml/2006/main" name="46_Office Theme">
  <a:themeElements>
    <a:clrScheme name="Creativity 1">
      <a:dk1>
        <a:sysClr val="windowText" lastClr="000000"/>
      </a:dk1>
      <a:lt1>
        <a:sysClr val="window" lastClr="FFFFFF"/>
      </a:lt1>
      <a:dk2>
        <a:srgbClr val="44546A"/>
      </a:dk2>
      <a:lt2>
        <a:srgbClr val="E7E6E6"/>
      </a:lt2>
      <a:accent1>
        <a:srgbClr val="2980B9"/>
      </a:accent1>
      <a:accent2>
        <a:srgbClr val="16A085"/>
      </a:accent2>
      <a:accent3>
        <a:srgbClr val="9BBB59"/>
      </a:accent3>
      <a:accent4>
        <a:srgbClr val="F39C12"/>
      </a:accent4>
      <a:accent5>
        <a:srgbClr val="C0392B"/>
      </a:accent5>
      <a:accent6>
        <a:srgbClr val="2C3F50"/>
      </a:accent6>
      <a:hlink>
        <a:srgbClr val="0563C1"/>
      </a:hlink>
      <a:folHlink>
        <a:srgbClr val="954F72"/>
      </a:folHlink>
    </a:clrScheme>
    <a:fontScheme name="Custom 14">
      <a:majorFont>
        <a:latin typeface="Montserrat"/>
        <a:ea typeface=""/>
        <a:cs typeface=""/>
      </a:majorFont>
      <a:minorFont>
        <a:latin typeface="Montserrat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2.xml><?xml version="1.0" encoding="utf-8"?>
<a:theme xmlns:a="http://schemas.openxmlformats.org/drawingml/2006/main" name="47_Office Theme">
  <a:themeElements>
    <a:clrScheme name="mercurio">
      <a:dk1>
        <a:srgbClr val="95A5A6"/>
      </a:dk1>
      <a:lt1>
        <a:sysClr val="window" lastClr="FFFFFF"/>
      </a:lt1>
      <a:dk2>
        <a:srgbClr val="2C3E50"/>
      </a:dk2>
      <a:lt2>
        <a:srgbClr val="F2F2F2"/>
      </a:lt2>
      <a:accent1>
        <a:srgbClr val="2980B9"/>
      </a:accent1>
      <a:accent2>
        <a:srgbClr val="16A085"/>
      </a:accent2>
      <a:accent3>
        <a:srgbClr val="9BBB59"/>
      </a:accent3>
      <a:accent4>
        <a:srgbClr val="F39C12"/>
      </a:accent4>
      <a:accent5>
        <a:srgbClr val="C0392B"/>
      </a:accent5>
      <a:accent6>
        <a:srgbClr val="4B2C50"/>
      </a:accent6>
      <a:hlink>
        <a:srgbClr val="0000FF"/>
      </a:hlink>
      <a:folHlink>
        <a:srgbClr val="800080"/>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3.xml><?xml version="1.0" encoding="utf-8"?>
<a:theme xmlns:a="http://schemas.openxmlformats.org/drawingml/2006/main" name="53_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79_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5.xml><?xml version="1.0" encoding="utf-8"?>
<a:theme xmlns:a="http://schemas.openxmlformats.org/drawingml/2006/main" name="80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6.xml><?xml version="1.0" encoding="utf-8"?>
<a:theme xmlns:a="http://schemas.openxmlformats.org/drawingml/2006/main" name="81_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1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28.xml><?xml version="1.0" encoding="utf-8"?>
<a:theme xmlns:a="http://schemas.openxmlformats.org/drawingml/2006/main" name="2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29.xml><?xml version="1.0" encoding="utf-8"?>
<a:theme xmlns:a="http://schemas.openxmlformats.org/drawingml/2006/main" name="3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30.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34992</TotalTime>
  <Words>16883</Words>
  <Application>Microsoft Macintosh PowerPoint</Application>
  <PresentationFormat>Widescreen</PresentationFormat>
  <Paragraphs>2254</Paragraphs>
  <Slides>425</Slides>
  <Notes>84</Notes>
  <HiddenSlides>0</HiddenSlides>
  <MMClips>0</MMClips>
  <ScaleCrop>false</ScaleCrop>
  <HeadingPairs>
    <vt:vector size="6" baseType="variant">
      <vt:variant>
        <vt:lpstr>Fonts Used</vt:lpstr>
      </vt:variant>
      <vt:variant>
        <vt:i4>41</vt:i4>
      </vt:variant>
      <vt:variant>
        <vt:lpstr>Theme</vt:lpstr>
      </vt:variant>
      <vt:variant>
        <vt:i4>29</vt:i4>
      </vt:variant>
      <vt:variant>
        <vt:lpstr>Slide Titles</vt:lpstr>
      </vt:variant>
      <vt:variant>
        <vt:i4>425</vt:i4>
      </vt:variant>
    </vt:vector>
  </HeadingPairs>
  <TitlesOfParts>
    <vt:vector size="495" baseType="lpstr">
      <vt:lpstr>Adamant BG</vt:lpstr>
      <vt:lpstr>Adobe Arabic</vt:lpstr>
      <vt:lpstr>Adobe Gothic Std B</vt:lpstr>
      <vt:lpstr>Arial</vt:lpstr>
      <vt:lpstr>Arial Unicode MS</vt:lpstr>
      <vt:lpstr>Bebas Neue</vt:lpstr>
      <vt:lpstr>Calibri</vt:lpstr>
      <vt:lpstr>Calibri Light</vt:lpstr>
      <vt:lpstr>Clear Sans</vt:lpstr>
      <vt:lpstr>Economica</vt:lpstr>
      <vt:lpstr>Fira Sans SemiBold Italic</vt:lpstr>
      <vt:lpstr>FontAwesome</vt:lpstr>
      <vt:lpstr>Gill Sans</vt:lpstr>
      <vt:lpstr>Helvetica</vt:lpstr>
      <vt:lpstr>Lato</vt:lpstr>
      <vt:lpstr>Lato Black</vt:lpstr>
      <vt:lpstr>Lato Heavy</vt:lpstr>
      <vt:lpstr>Lato Light</vt:lpstr>
      <vt:lpstr>Lato Medium</vt:lpstr>
      <vt:lpstr>Lato Regular</vt:lpstr>
      <vt:lpstr>Modern Pictograms</vt:lpstr>
      <vt:lpstr>Montserrat</vt:lpstr>
      <vt:lpstr>Montserrat Light</vt:lpstr>
      <vt:lpstr>MS PGothic</vt:lpstr>
      <vt:lpstr>ＭＳ Ｐゴシック</vt:lpstr>
      <vt:lpstr>Open Sans</vt:lpstr>
      <vt:lpstr>Open Sans Extrabold</vt:lpstr>
      <vt:lpstr>Open Sans Light</vt:lpstr>
      <vt:lpstr>Raleway</vt:lpstr>
      <vt:lpstr>Roboto</vt:lpstr>
      <vt:lpstr>Roboto Condensed</vt:lpstr>
      <vt:lpstr>Roboto Lt</vt:lpstr>
      <vt:lpstr>Roboto Medium</vt:lpstr>
      <vt:lpstr>Simple-Line-Icons</vt:lpstr>
      <vt:lpstr>Simplified Arabic</vt:lpstr>
      <vt:lpstr>Sinkin Sans 400 Regular</vt:lpstr>
      <vt:lpstr>Sosa</vt:lpstr>
      <vt:lpstr>Source Sans Pro</vt:lpstr>
      <vt:lpstr>Source Sans Pro Light</vt:lpstr>
      <vt:lpstr>Times New Roman</vt:lpstr>
      <vt:lpstr>宋体</vt:lpstr>
      <vt:lpstr>Office Theme</vt:lpstr>
      <vt:lpstr>1_Office Theme</vt:lpstr>
      <vt:lpstr>5_Office Theme</vt:lpstr>
      <vt:lpstr>6_Office Theme</vt:lpstr>
      <vt:lpstr>29_Office Theme</vt:lpstr>
      <vt:lpstr>1_Basic Slide</vt:lpstr>
      <vt:lpstr>48_Office Theme</vt:lpstr>
      <vt:lpstr>49_Office Theme</vt:lpstr>
      <vt:lpstr>50_Office Theme</vt:lpstr>
      <vt:lpstr>51_Office Theme</vt:lpstr>
      <vt:lpstr>52_Office Theme</vt:lpstr>
      <vt:lpstr>56_Office Theme</vt:lpstr>
      <vt:lpstr>4_Office Theme</vt:lpstr>
      <vt:lpstr>57_Office Theme</vt:lpstr>
      <vt:lpstr>59_Office Theme</vt:lpstr>
      <vt:lpstr>62_Office Theme</vt:lpstr>
      <vt:lpstr>28_Office Theme</vt:lpstr>
      <vt:lpstr>32_Office Theme</vt:lpstr>
      <vt:lpstr>33_Office Theme</vt:lpstr>
      <vt:lpstr>41_Office Theme</vt:lpstr>
      <vt:lpstr>46_Office Theme</vt:lpstr>
      <vt:lpstr>47_Office Theme</vt:lpstr>
      <vt:lpstr>53_Office Theme</vt:lpstr>
      <vt:lpstr>79_Office Theme</vt:lpstr>
      <vt:lpstr>80_Office Theme</vt:lpstr>
      <vt:lpstr>81_Office Theme</vt:lpstr>
      <vt:lpstr>1_Theme_16_9</vt:lpstr>
      <vt:lpstr>2_Theme_16_9</vt:lpstr>
      <vt:lpstr>3_Theme_16_9</vt:lpstr>
      <vt:lpstr>نماذج مستحدثات تكنولوجيا التعليم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أ. الويب Web:</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ويوضح الجدول الآتي الفرق بين الويب 1.0 و الويب 2.0:</vt:lpstr>
      <vt:lpstr>PowerPoint Presentation</vt:lpstr>
      <vt:lpstr>PowerPoint Presentation</vt:lpstr>
      <vt:lpstr>PowerPoint Presentation</vt:lpstr>
      <vt:lpstr>PowerPoint Presentation</vt:lpstr>
      <vt:lpstr>. الكتاب الإلكتروني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1. تقنيات ثلاثية الأبعاد 3d</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2. الواقع الافتراضي Virtual Reality</vt:lpstr>
      <vt:lpstr>2. الواقع الافتراضي Virtual Reality</vt:lpstr>
      <vt:lpstr>PowerPoint Presentation</vt:lpstr>
      <vt:lpstr>2. الواقع الافتراضي Virtual Reality</vt:lpstr>
      <vt:lpstr>PowerPoint Presentation</vt:lpstr>
      <vt:lpstr>PowerPoint Presentation</vt:lpstr>
      <vt:lpstr>PowerPoint Presentation</vt:lpstr>
      <vt:lpstr>PowerPoint Presentation</vt:lpstr>
      <vt:lpstr>PowerPoint Presentation</vt:lpstr>
      <vt:lpstr> 3- البيئات التعليمية الافتراضية    Virtual Educational Environments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النوع الأول</vt:lpstr>
      <vt:lpstr>النوع الثاني</vt:lpstr>
      <vt:lpstr>ما هي المتطلبات الرئيسة للمدارس الافتراضية؟</vt:lpstr>
      <vt:lpstr>ما هي المتطلبات الرئيسة للمدارس الافتراضية؟</vt:lpstr>
      <vt:lpstr>PowerPoint Presentation</vt:lpstr>
      <vt:lpstr>PowerPoint Presentation</vt:lpstr>
      <vt:lpstr>PowerPoint Presentation</vt:lpstr>
      <vt:lpstr>PowerPoint Presentation</vt:lpstr>
      <vt:lpstr>PowerPoint Presentation</vt:lpstr>
      <vt:lpstr>ز. معوقات استخدام الواقع الافتراضي </vt:lpstr>
      <vt:lpstr>ز. معوقات استخدام الواقع الافتراضي </vt:lpstr>
      <vt:lpstr>4. تكنولوجيا الواقع المعزز Reality Augmented  ما هو الواقع المعزز Reality Augmented؟ </vt:lpstr>
      <vt:lpstr>PowerPoint Presentation</vt:lpstr>
      <vt:lpstr>PowerPoint Presentation</vt:lpstr>
      <vt:lpstr>PowerPoint Presentation</vt:lpstr>
      <vt:lpstr>PowerPoint Presentation</vt:lpstr>
      <vt:lpstr>إضافة لذلك بدأت الكتب المعززة Augmented Books  في السنوات الأخيرة تأخذ موقعها في التعليم</vt:lpstr>
      <vt:lpstr>وهناك الكثير من تطبيقات الواقع المعزز التي تم توظيفها للأغراض التعليمية، ولعل من أبرزها وأكثرها انتشاراً اليوم في المدارس والجامعات، تطبيق أورازما AURASMA التي تستخدم وبشكل فعال في تسهيل وتيسير تصميم بيئة واقع معزز تعليمية جاذبة وثرية وممتعة</vt:lpstr>
      <vt:lpstr>PowerPoint Presentation</vt:lpstr>
      <vt:lpstr>PowerPoint Presentation</vt:lpstr>
      <vt:lpstr>PowerPoint Presentation</vt:lpstr>
      <vt:lpstr>PowerPoint Presentation</vt:lpstr>
      <vt:lpstr>PowerPoint Presentation</vt:lpstr>
      <vt:lpstr>PowerPoint Presentation</vt:lpstr>
      <vt:lpstr>أ- التطور التاريخي للتلفزيون التعليمي</vt:lpstr>
      <vt:lpstr>PowerPoint Presentation</vt:lpstr>
      <vt:lpstr>ب - لماذا تأخرت الدول العربية في التشغيل والعمل التلفزيوني التربوي؟</vt:lpstr>
      <vt:lpstr>ج- تطور جهاز التليفزيون التاريخي </vt:lpstr>
      <vt:lpstr>ج- تطور جهاز التليفزيون التاريخي </vt:lpstr>
      <vt:lpstr>ج- تطور جهاز التليفزيون التاريخي </vt:lpstr>
      <vt:lpstr>ج- تطور جهاز التليفزيون التاريخي </vt:lpstr>
      <vt:lpstr>د- أهداف التلفزيون التعليمي </vt:lpstr>
      <vt:lpstr>د- أهداف التلفزيون التعليمي </vt:lpstr>
      <vt:lpstr>PowerPoint Presentation</vt:lpstr>
      <vt:lpstr> التلفزيون مصدر مكمل لعملية التدريس</vt:lpstr>
      <vt:lpstr> و- فوائد استخدام التليفزيون في التعليم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أ - التطور التاريخي </vt:lpstr>
      <vt:lpstr>أ - التطور التاريخي </vt:lpstr>
      <vt:lpstr> التلفزيون مصدر مكمل لعملية التدريس</vt:lpstr>
      <vt:lpstr>ب - الغرض التعليمي</vt:lpstr>
      <vt:lpstr>ب - الغرض التعليمي</vt:lpstr>
      <vt:lpstr>PowerPoint Presentation</vt:lpstr>
      <vt:lpstr>ج - فوائد استخدام الأفلام التعليمية ومميزاتها</vt:lpstr>
      <vt:lpstr>ج - فوائد استخدام الأفلام التعليمية ومميزاتها</vt:lpstr>
      <vt:lpstr>ج - فوائد استخدام الأفلام التعليمية ومميزاتها</vt:lpstr>
      <vt:lpstr>ج - فوائد استخدام الأفلام التعليمية ومميزاتها</vt:lpstr>
      <vt:lpstr>PowerPoint Presentation</vt:lpstr>
      <vt:lpstr>PowerPoint Presentation</vt:lpstr>
      <vt:lpstr>PowerPoint Presentation</vt:lpstr>
      <vt:lpstr>PowerPoint Presentation</vt:lpstr>
      <vt:lpstr>أ- التطور التاريخي للراديو التعليمي</vt:lpstr>
      <vt:lpstr>أ- التطور التاريخي للراديو التعليمي</vt:lpstr>
      <vt:lpstr>تطور الراديو من العشرينيات حتى وصل العصر الذهبي في الخمسينيات،، فهل اختفى سحر الراديو في ضوء التطورات التكنولوجية؟</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تأثير التصوير على التعليم </vt:lpstr>
      <vt:lpstr>PowerPoint Presentation</vt:lpstr>
      <vt:lpstr>أ- أهمية الألعاب التعليمية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و- تأثير الألعاب على التعليم</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أ- ما هو التلعيب؟!</vt:lpstr>
      <vt:lpstr>PowerPoint Presentation</vt:lpstr>
      <vt:lpstr>PowerPoint Presentation</vt:lpstr>
      <vt:lpstr>PowerPoint Presentation</vt:lpstr>
      <vt:lpstr>ج- الغرض التعليمي للتلعيب</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ج - فوائد استخدام اللوحة التفاعلية في التعليم </vt:lpstr>
      <vt:lpstr>ج - فوائد استخدام اللوحة التفاعلية في التعليم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أنواع الوسائط المتعددة</vt:lpstr>
      <vt:lpstr>مبادئ تصميم الوسائط المتعددة</vt:lpstr>
      <vt:lpstr>مبادئ تصميم الوسائط المتعددة</vt:lpstr>
      <vt:lpstr>مبادئ تصميم الوسائط المتعددة</vt:lpstr>
      <vt:lpstr>PowerPoint Presentation</vt:lpstr>
      <vt:lpstr>1- قواعد تصميم شرائح العروض التقديمية </vt:lpstr>
      <vt:lpstr>ومن قواعد وأسس تصميم العروض التقديمية المناسبة نعرض منها الآتي</vt:lpstr>
      <vt:lpstr>ومن قواعد وأسس تصميم العروض التقديمية المناسبة نعرض منها الآتي</vt:lpstr>
      <vt:lpstr>ومن قواعد وأسس تصميم العروض التقديمية المناسبة نعرض منها الآتي</vt:lpstr>
      <vt:lpstr>ومن قواعد وأسس تصميم العروض التقديمية المناسبة نعرض منها الآتي</vt:lpstr>
      <vt:lpstr>ومن قواعد وأسس تصميم العروض التقديمية المناسبة نعرض منها الآتي</vt:lpstr>
      <vt:lpstr>2- برامج العروض التقديمية</vt:lpstr>
      <vt:lpstr>أسلوب فني لإنتاج أفلام سينمائية يقوم فيه منتج الفيلم بإعداد رسوم للحركة بدلاً من تسجيلها بآلة التصوير كما تبدو في الحقيقة </vt:lpstr>
      <vt:lpstr>PowerPoint Presentation</vt:lpstr>
      <vt:lpstr>PowerPoint Presentation</vt:lpstr>
      <vt:lpstr>PowerPoint Presentation</vt:lpstr>
      <vt:lpstr>PowerPoint Presentation</vt:lpstr>
      <vt:lpstr>PowerPoint Presentation</vt:lpstr>
      <vt:lpstr>3- ماهي الاعتبارات التربوية والفنية عند إنتاج الرسوم المتحركة؟</vt:lpstr>
      <vt:lpstr>3- ماهي الاعتبارات التربوية والفنية عند إنتاج الرسوم المتحركة؟</vt:lpstr>
      <vt:lpstr>اكتساب الطلبة للعادات والمفاهيم العلمية، وتسهم الرسوم المتحركة والكرتون في النمو الأخلاقي للأطفال، وتكسبهم القيم المرغوب فيها، بالإضافة إلى النمو اللغوي وتحقيق الاستقرار الانفعالي للأطفال، وتخلصهم من الخوف والقلق والغضب، وتساعدهم في فهم البيئة الاجتماعية والاقتصادية</vt:lpstr>
      <vt:lpstr>PowerPoint Presentation</vt:lpstr>
      <vt:lpstr>2- أشكال الستوري بورد ومكوناته</vt:lpstr>
      <vt:lpstr>PowerPoint Presentation</vt:lpstr>
      <vt:lpstr>1- تطوره التاريخي</vt:lpstr>
      <vt:lpstr>برز الأنفوجرافيك في كل مكان وزمان، وظهوره في عصر التقانة جعل منه واسع الانتشار، ويمكن استخدامه لشرح أي معلومة في أي مجال مثل: الطب, الهندسة, الإحصاء, التعليم والترويج للمنتجات.</vt:lpstr>
      <vt:lpstr>الانفوجراف يتكون من "نص + صورة"، وهو ما يجعل المعلم قادراً على الدمج بين أساليب التعليم اللفظية والبصرية، الأمر الذي يعزز المهارات الأساسية للطلاب ومهارات التفكير العليا على حد سواء، ويتوقع أن يكون لها تأثير كبير في التعليم</vt:lpstr>
      <vt:lpstr>PowerPoint Presentation</vt:lpstr>
      <vt:lpstr>PowerPoint Presentation</vt:lpstr>
      <vt:lpstr> 4 -   أنواع الانفوجرافيك</vt:lpstr>
      <vt:lpstr> 4 -   أنواع الانفوجرافيك</vt:lpstr>
      <vt:lpstr>PowerPoint Presentation</vt:lpstr>
      <vt:lpstr>1- نشأته وتطوره</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‌ب. موقع تيد TED والتعليم</vt:lpstr>
      <vt:lpstr>PowerPoint Presentation</vt:lpstr>
      <vt:lpstr>PowerPoint Presentation</vt:lpstr>
      <vt:lpstr>PowerPoint Presentation</vt:lpstr>
      <vt:lpstr>PowerPoint Presentation</vt:lpstr>
      <vt:lpstr>1-  نشأة تويتر Twitter</vt:lpstr>
      <vt:lpstr>PowerPoint Presentation</vt:lpstr>
      <vt:lpstr>ما هي أهمية تويتر في التعليم؟</vt:lpstr>
      <vt:lpstr>PowerPoint Presentation</vt:lpstr>
      <vt:lpstr>2- استخدامات تويتر Twitter في التعليم</vt:lpstr>
      <vt:lpstr>2- استخدامات تويتر Twitter في التعليم</vt:lpstr>
      <vt:lpstr>2- استخدامات تويتر Twitter في التعليم</vt:lpstr>
      <vt:lpstr>3-  تحديات تواجه المدرس عند استخدام تويتر Twitter في التعليم</vt:lpstr>
      <vt:lpstr>4- نقاط الضعف في استخدام تويتر التعليمية</vt:lpstr>
      <vt:lpstr>2- استخدامات تويتر Twitter في التعليم</vt:lpstr>
      <vt:lpstr>يوضح الشكل التالي نسبة مستخدمي تويتر Twitter في دول الخليج والدول العربية:</vt:lpstr>
      <vt:lpstr>والشكل التالي يوضح أعداد مستخدمي تويتر في العالم العربي لعام (2015):</vt:lpstr>
      <vt:lpstr>PowerPoint Presentation</vt:lpstr>
      <vt:lpstr>1- نشأة الفيس بوك</vt:lpstr>
      <vt:lpstr>1- نشأة الفيس بوك</vt:lpstr>
      <vt:lpstr>1- نشأة الفيس بوك</vt:lpstr>
      <vt:lpstr>PowerPoint Presentation</vt:lpstr>
      <vt:lpstr>PowerPoint Presentation</vt:lpstr>
      <vt:lpstr>PowerPoint Presentation</vt:lpstr>
      <vt:lpstr>1- نشأة قوقل Google</vt:lpstr>
      <vt:lpstr>1- نشأة قوقل Google</vt:lpstr>
      <vt:lpstr>PowerPoint Presentation</vt:lpstr>
      <vt:lpstr>PowerPoint Presentation</vt:lpstr>
      <vt:lpstr>3-  جداول البيانات Spreadsheets  Google ، وتظهر أهميتها في الآتي:</vt:lpstr>
      <vt:lpstr>4- أداة الرسم DrawingsGoogle ، وتتمثل في الآتي:</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كيف يمكن توظيف  QR code في التعليم؟</vt:lpstr>
      <vt:lpstr>كيف يمكن توظيف  QR code في التعليم؟</vt:lpstr>
      <vt:lpstr>كيف يمكن توظيف  QR code في التعليم؟</vt:lpstr>
      <vt:lpstr>PowerPoint Presentation</vt:lpstr>
      <vt:lpstr>ما هي فوائد إدمودو Edmodo على الطالب؟</vt:lpstr>
      <vt:lpstr>ما هي فوائد إدمودو Edmodo على الطالب؟</vt:lpstr>
      <vt:lpstr>PowerPoint Presentation</vt:lpstr>
      <vt:lpstr>PowerPoint Presentation</vt:lpstr>
      <vt:lpstr>PowerPoint Presentation</vt:lpstr>
      <vt:lpstr>PowerPoint Presentation</vt:lpstr>
      <vt:lpstr>PowerPoint Presentation</vt:lpstr>
      <vt:lpstr>PowerPoint Presentation</vt:lpstr>
      <vt:lpstr>‌نشأة ويكي WIKI</vt:lpstr>
      <vt:lpstr>‌ب. ويكي  WIKI في التعليم</vt:lpstr>
      <vt:lpstr>‌ب. ويكي   WIKI في التعليم</vt:lpstr>
      <vt:lpstr>‌ب. ويكي  WIKI في التعليم</vt:lpstr>
      <vt:lpstr>ما هي فلسفة الويكي وفوائده التعليمية؟</vt:lpstr>
      <vt:lpstr>أما عن فوائد الويكي التعليمية، فيمكن إيجازها في الآتي:</vt:lpstr>
      <vt:lpstr>أما عن فوائد الويكي التعليمية، فيمكن إيجازها في الآتي:</vt:lpstr>
      <vt:lpstr>أما عن فوائد الويكي التعليمية، فيمكن إيجازها في الآتي:</vt:lpstr>
      <vt:lpstr>‌ج. أهم منصات الويكي wiki</vt:lpstr>
      <vt:lpstr>PowerPoint Presentation</vt:lpstr>
      <vt:lpstr>2- تسريبات ويكيليس Wikileaks</vt:lpstr>
      <vt:lpstr>3- ويكي سبيس Wikispaces</vt:lpstr>
      <vt:lpstr>PowerPoint Presentation</vt:lpstr>
      <vt:lpstr>ما هي الخصائص والمميزات للـووردبرس WordPress ؟ </vt:lpstr>
      <vt:lpstr>ما هي الخصائص والمميزات للـووردبرس WordPress ؟ </vt:lpstr>
      <vt:lpstr>ما هي الخصائص والمميزات للـووردبرس WordPress ؟ </vt:lpstr>
      <vt:lpstr>ما هي الخصائص والمميزات للـووردبرس WordPress ؟ </vt:lpstr>
      <vt:lpstr>PowerPoint Presentation</vt:lpstr>
      <vt:lpstr>PowerPoint Presentation</vt:lpstr>
      <vt:lpstr>PowerPoint Presentation</vt:lpstr>
      <vt:lpstr>PowerPoint Presentation</vt:lpstr>
      <vt:lpstr>‌أ- أهمية الأجهزة الذكية ومميزات استخدامها في التعليم </vt:lpstr>
      <vt:lpstr>PowerPoint Presentation</vt:lpstr>
      <vt:lpstr>PowerPoint Presentation</vt:lpstr>
      <vt:lpstr>PowerPoint Presentation</vt:lpstr>
      <vt:lpstr>PowerPoint Presentation</vt:lpstr>
      <vt:lpstr>PowerPoint Presentation</vt:lpstr>
      <vt:lpstr>PowerPoint Presentation</vt:lpstr>
      <vt:lpstr>‌ج- فوائد استخدام الأجهزة الذكية في التعليم </vt:lpstr>
      <vt:lpstr>‌ج- فوائد استخدام الأجهزة الذكية في التعليم </vt:lpstr>
      <vt:lpstr>PowerPoint Presentation</vt:lpstr>
      <vt:lpstr>PowerPoint Presentation</vt:lpstr>
      <vt:lpstr>PowerPoint Presentation</vt:lpstr>
      <vt:lpstr>1- فوائد الآيباد</vt:lpstr>
      <vt:lpstr>1- فوائد الآيباد</vt:lpstr>
      <vt:lpstr>PowerPoint Presentation</vt:lpstr>
      <vt:lpstr>PowerPoint Presentation</vt:lpstr>
      <vt:lpstr>PowerPoint Presentation</vt:lpstr>
      <vt:lpstr>PowerPoint Presentation</vt:lpstr>
      <vt:lpstr>PowerPoint Presentation</vt:lpstr>
      <vt:lpstr>PowerPoint Presentation</vt:lpstr>
      <vt:lpstr>و. إدارة الفصل الدراسي:</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3. مزايا التعليم المتنقل (النقال)</vt:lpstr>
      <vt:lpstr>3. مزايا التعليم المتنقل (النقال)</vt:lpstr>
      <vt:lpstr>3. مزايا التعليم المتنقل (النقال)</vt:lpstr>
      <vt:lpstr>PowerPoint Presentation</vt:lpstr>
      <vt:lpstr>PowerPoint Presentation</vt:lpstr>
      <vt:lpstr>PowerPoint Presentation</vt:lpstr>
      <vt:lpstr>PowerPoint Presentation</vt:lpstr>
      <vt:lpstr>PowerPoint Presentation</vt:lpstr>
      <vt:lpstr>6. تأثير الهواتف النقالة في التعليم</vt:lpstr>
      <vt:lpstr>7. مدى توظيف التعليم النقال في التعليم</vt:lpstr>
      <vt:lpstr>PowerPoint Presentation</vt:lpstr>
    </vt:vector>
  </TitlesOfParts>
  <Company/>
  <LinksUpToDate>false</LinksUpToDate>
  <SharedDoc>false</SharedDoc>
  <HyperlinksChanged>false</HyperlinksChanged>
  <AppVersion>15.0024</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Dr. Ahmad Alfailakawi</dc:creator>
  <cp:lastModifiedBy>Dr. Ahmad Alfailakawi</cp:lastModifiedBy>
  <cp:revision>553</cp:revision>
  <dcterms:created xsi:type="dcterms:W3CDTF">2016-05-26T23:49:55Z</dcterms:created>
  <dcterms:modified xsi:type="dcterms:W3CDTF">2016-08-17T13:20:38Z</dcterms:modified>
</cp:coreProperties>
</file>